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824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6525" y="126525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667441" y="126525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26525" y="3429000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4667441" y="3429000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684231" y="2657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84231" y="212288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684231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84231" y="105440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684231" y="52016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9733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1859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33985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684231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684231" y="239000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684231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684231" y="1321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684231" y="78728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684231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15796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27922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40048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84231" y="690435"/>
              <a:ext cx="3856684" cy="1914672"/>
            </a:xfrm>
            <a:custGeom>
              <a:avLst/>
              <a:gdLst/>
              <a:ahLst/>
              <a:cxnLst/>
              <a:rect l="0" t="0" r="0" b="0"/>
              <a:pathLst>
                <a:path w="3856684" h="1914672">
                  <a:moveTo>
                    <a:pt x="0" y="1750810"/>
                  </a:moveTo>
                  <a:lnTo>
                    <a:pt x="1071" y="1750547"/>
                  </a:lnTo>
                  <a:lnTo>
                    <a:pt x="2143" y="1750284"/>
                  </a:lnTo>
                  <a:lnTo>
                    <a:pt x="3214" y="1750020"/>
                  </a:lnTo>
                  <a:lnTo>
                    <a:pt x="4286" y="1749756"/>
                  </a:lnTo>
                  <a:lnTo>
                    <a:pt x="5357" y="1749493"/>
                  </a:lnTo>
                  <a:lnTo>
                    <a:pt x="6429" y="1749228"/>
                  </a:lnTo>
                  <a:lnTo>
                    <a:pt x="7501" y="1748964"/>
                  </a:lnTo>
                  <a:lnTo>
                    <a:pt x="8572" y="1748700"/>
                  </a:lnTo>
                  <a:lnTo>
                    <a:pt x="9644" y="1748435"/>
                  </a:lnTo>
                  <a:lnTo>
                    <a:pt x="10715" y="1748170"/>
                  </a:lnTo>
                  <a:lnTo>
                    <a:pt x="11787" y="1747906"/>
                  </a:lnTo>
                  <a:lnTo>
                    <a:pt x="12859" y="1747640"/>
                  </a:lnTo>
                  <a:lnTo>
                    <a:pt x="13930" y="1747375"/>
                  </a:lnTo>
                  <a:lnTo>
                    <a:pt x="15002" y="1747110"/>
                  </a:lnTo>
                  <a:lnTo>
                    <a:pt x="16073" y="1746844"/>
                  </a:lnTo>
                  <a:lnTo>
                    <a:pt x="17145" y="1746578"/>
                  </a:lnTo>
                  <a:lnTo>
                    <a:pt x="18217" y="1746312"/>
                  </a:lnTo>
                  <a:lnTo>
                    <a:pt x="19288" y="1746046"/>
                  </a:lnTo>
                  <a:lnTo>
                    <a:pt x="20360" y="1745779"/>
                  </a:lnTo>
                  <a:lnTo>
                    <a:pt x="21431" y="1745513"/>
                  </a:lnTo>
                  <a:lnTo>
                    <a:pt x="22503" y="1745246"/>
                  </a:lnTo>
                  <a:lnTo>
                    <a:pt x="23575" y="1744979"/>
                  </a:lnTo>
                  <a:lnTo>
                    <a:pt x="24646" y="1744712"/>
                  </a:lnTo>
                  <a:lnTo>
                    <a:pt x="25718" y="1744445"/>
                  </a:lnTo>
                  <a:lnTo>
                    <a:pt x="26789" y="1744177"/>
                  </a:lnTo>
                  <a:lnTo>
                    <a:pt x="27861" y="1743909"/>
                  </a:lnTo>
                  <a:lnTo>
                    <a:pt x="28933" y="1743642"/>
                  </a:lnTo>
                  <a:lnTo>
                    <a:pt x="30004" y="1743373"/>
                  </a:lnTo>
                  <a:lnTo>
                    <a:pt x="31076" y="1743105"/>
                  </a:lnTo>
                  <a:lnTo>
                    <a:pt x="32147" y="1742837"/>
                  </a:lnTo>
                  <a:lnTo>
                    <a:pt x="33219" y="1742568"/>
                  </a:lnTo>
                  <a:lnTo>
                    <a:pt x="34291" y="1742299"/>
                  </a:lnTo>
                  <a:lnTo>
                    <a:pt x="35362" y="1742030"/>
                  </a:lnTo>
                  <a:lnTo>
                    <a:pt x="36434" y="1741761"/>
                  </a:lnTo>
                  <a:lnTo>
                    <a:pt x="37505" y="1741492"/>
                  </a:lnTo>
                  <a:lnTo>
                    <a:pt x="38577" y="1741222"/>
                  </a:lnTo>
                  <a:lnTo>
                    <a:pt x="39649" y="1740953"/>
                  </a:lnTo>
                  <a:lnTo>
                    <a:pt x="40720" y="1740683"/>
                  </a:lnTo>
                  <a:lnTo>
                    <a:pt x="41792" y="1740412"/>
                  </a:lnTo>
                  <a:lnTo>
                    <a:pt x="42863" y="1740142"/>
                  </a:lnTo>
                  <a:lnTo>
                    <a:pt x="43935" y="1739872"/>
                  </a:lnTo>
                  <a:lnTo>
                    <a:pt x="45007" y="1739601"/>
                  </a:lnTo>
                  <a:lnTo>
                    <a:pt x="46078" y="1739330"/>
                  </a:lnTo>
                  <a:lnTo>
                    <a:pt x="47150" y="1739059"/>
                  </a:lnTo>
                  <a:lnTo>
                    <a:pt x="48221" y="1738788"/>
                  </a:lnTo>
                  <a:lnTo>
                    <a:pt x="49293" y="1738516"/>
                  </a:lnTo>
                  <a:lnTo>
                    <a:pt x="50365" y="1738245"/>
                  </a:lnTo>
                  <a:lnTo>
                    <a:pt x="51436" y="1737973"/>
                  </a:lnTo>
                  <a:lnTo>
                    <a:pt x="52508" y="1737701"/>
                  </a:lnTo>
                  <a:lnTo>
                    <a:pt x="53579" y="1737429"/>
                  </a:lnTo>
                  <a:lnTo>
                    <a:pt x="54651" y="1737156"/>
                  </a:lnTo>
                  <a:lnTo>
                    <a:pt x="55723" y="1736884"/>
                  </a:lnTo>
                  <a:lnTo>
                    <a:pt x="56794" y="1736611"/>
                  </a:lnTo>
                  <a:lnTo>
                    <a:pt x="57866" y="1736338"/>
                  </a:lnTo>
                  <a:lnTo>
                    <a:pt x="58937" y="1736065"/>
                  </a:lnTo>
                  <a:lnTo>
                    <a:pt x="60009" y="1735791"/>
                  </a:lnTo>
                  <a:lnTo>
                    <a:pt x="61081" y="1735518"/>
                  </a:lnTo>
                  <a:lnTo>
                    <a:pt x="62152" y="1735244"/>
                  </a:lnTo>
                  <a:lnTo>
                    <a:pt x="63224" y="1734970"/>
                  </a:lnTo>
                  <a:lnTo>
                    <a:pt x="64295" y="1734696"/>
                  </a:lnTo>
                  <a:lnTo>
                    <a:pt x="65367" y="1734422"/>
                  </a:lnTo>
                  <a:lnTo>
                    <a:pt x="66439" y="1734147"/>
                  </a:lnTo>
                  <a:lnTo>
                    <a:pt x="67510" y="1733872"/>
                  </a:lnTo>
                  <a:lnTo>
                    <a:pt x="68582" y="1733597"/>
                  </a:lnTo>
                  <a:lnTo>
                    <a:pt x="69653" y="1733322"/>
                  </a:lnTo>
                  <a:lnTo>
                    <a:pt x="70725" y="1733047"/>
                  </a:lnTo>
                  <a:lnTo>
                    <a:pt x="71797" y="1732772"/>
                  </a:lnTo>
                  <a:lnTo>
                    <a:pt x="72868" y="1732496"/>
                  </a:lnTo>
                  <a:lnTo>
                    <a:pt x="73940" y="1732220"/>
                  </a:lnTo>
                  <a:lnTo>
                    <a:pt x="75011" y="1731944"/>
                  </a:lnTo>
                  <a:lnTo>
                    <a:pt x="76083" y="1731667"/>
                  </a:lnTo>
                  <a:lnTo>
                    <a:pt x="77155" y="1731391"/>
                  </a:lnTo>
                  <a:lnTo>
                    <a:pt x="78226" y="1731114"/>
                  </a:lnTo>
                  <a:lnTo>
                    <a:pt x="79298" y="1730837"/>
                  </a:lnTo>
                  <a:lnTo>
                    <a:pt x="80369" y="1730560"/>
                  </a:lnTo>
                  <a:lnTo>
                    <a:pt x="81441" y="1730283"/>
                  </a:lnTo>
                  <a:lnTo>
                    <a:pt x="82513" y="1730005"/>
                  </a:lnTo>
                  <a:lnTo>
                    <a:pt x="83584" y="1729728"/>
                  </a:lnTo>
                  <a:lnTo>
                    <a:pt x="84656" y="1729450"/>
                  </a:lnTo>
                  <a:lnTo>
                    <a:pt x="85727" y="1729172"/>
                  </a:lnTo>
                  <a:lnTo>
                    <a:pt x="86799" y="1728893"/>
                  </a:lnTo>
                  <a:lnTo>
                    <a:pt x="87871" y="1728615"/>
                  </a:lnTo>
                  <a:lnTo>
                    <a:pt x="88942" y="1728336"/>
                  </a:lnTo>
                  <a:lnTo>
                    <a:pt x="90014" y="1728057"/>
                  </a:lnTo>
                  <a:lnTo>
                    <a:pt x="91085" y="1727778"/>
                  </a:lnTo>
                  <a:lnTo>
                    <a:pt x="92157" y="1727499"/>
                  </a:lnTo>
                  <a:lnTo>
                    <a:pt x="93229" y="1727219"/>
                  </a:lnTo>
                  <a:lnTo>
                    <a:pt x="94300" y="1726939"/>
                  </a:lnTo>
                  <a:lnTo>
                    <a:pt x="95372" y="1726660"/>
                  </a:lnTo>
                  <a:lnTo>
                    <a:pt x="96443" y="1726379"/>
                  </a:lnTo>
                  <a:lnTo>
                    <a:pt x="97515" y="1726099"/>
                  </a:lnTo>
                  <a:lnTo>
                    <a:pt x="98587" y="1725818"/>
                  </a:lnTo>
                  <a:lnTo>
                    <a:pt x="99658" y="1725538"/>
                  </a:lnTo>
                  <a:lnTo>
                    <a:pt x="100730" y="1725257"/>
                  </a:lnTo>
                  <a:lnTo>
                    <a:pt x="101801" y="1724976"/>
                  </a:lnTo>
                  <a:lnTo>
                    <a:pt x="102873" y="1724694"/>
                  </a:lnTo>
                  <a:lnTo>
                    <a:pt x="103945" y="1724413"/>
                  </a:lnTo>
                  <a:lnTo>
                    <a:pt x="105016" y="1724131"/>
                  </a:lnTo>
                  <a:lnTo>
                    <a:pt x="106088" y="1723849"/>
                  </a:lnTo>
                  <a:lnTo>
                    <a:pt x="107159" y="1723566"/>
                  </a:lnTo>
                  <a:lnTo>
                    <a:pt x="108231" y="1723284"/>
                  </a:lnTo>
                  <a:lnTo>
                    <a:pt x="109303" y="1723001"/>
                  </a:lnTo>
                  <a:lnTo>
                    <a:pt x="110374" y="1722719"/>
                  </a:lnTo>
                  <a:lnTo>
                    <a:pt x="111446" y="1722435"/>
                  </a:lnTo>
                  <a:lnTo>
                    <a:pt x="112517" y="1722152"/>
                  </a:lnTo>
                  <a:lnTo>
                    <a:pt x="113589" y="1721869"/>
                  </a:lnTo>
                  <a:lnTo>
                    <a:pt x="114661" y="1721585"/>
                  </a:lnTo>
                  <a:lnTo>
                    <a:pt x="115732" y="1721301"/>
                  </a:lnTo>
                  <a:lnTo>
                    <a:pt x="116804" y="1721017"/>
                  </a:lnTo>
                  <a:lnTo>
                    <a:pt x="117875" y="1720733"/>
                  </a:lnTo>
                  <a:lnTo>
                    <a:pt x="118947" y="1720448"/>
                  </a:lnTo>
                  <a:lnTo>
                    <a:pt x="120019" y="1720163"/>
                  </a:lnTo>
                  <a:lnTo>
                    <a:pt x="121090" y="1719878"/>
                  </a:lnTo>
                  <a:lnTo>
                    <a:pt x="122162" y="1719593"/>
                  </a:lnTo>
                  <a:lnTo>
                    <a:pt x="123233" y="1719308"/>
                  </a:lnTo>
                  <a:lnTo>
                    <a:pt x="124305" y="1719022"/>
                  </a:lnTo>
                  <a:lnTo>
                    <a:pt x="125377" y="1718736"/>
                  </a:lnTo>
                  <a:lnTo>
                    <a:pt x="126448" y="1718450"/>
                  </a:lnTo>
                  <a:lnTo>
                    <a:pt x="127520" y="1718164"/>
                  </a:lnTo>
                  <a:lnTo>
                    <a:pt x="128591" y="1717877"/>
                  </a:lnTo>
                  <a:lnTo>
                    <a:pt x="129663" y="1717591"/>
                  </a:lnTo>
                  <a:lnTo>
                    <a:pt x="130735" y="1717304"/>
                  </a:lnTo>
                  <a:lnTo>
                    <a:pt x="131806" y="1717017"/>
                  </a:lnTo>
                  <a:lnTo>
                    <a:pt x="132878" y="1716729"/>
                  </a:lnTo>
                  <a:lnTo>
                    <a:pt x="133949" y="1716442"/>
                  </a:lnTo>
                  <a:lnTo>
                    <a:pt x="135021" y="1716154"/>
                  </a:lnTo>
                  <a:lnTo>
                    <a:pt x="136093" y="1715866"/>
                  </a:lnTo>
                  <a:lnTo>
                    <a:pt x="137164" y="1715578"/>
                  </a:lnTo>
                  <a:lnTo>
                    <a:pt x="138236" y="1715289"/>
                  </a:lnTo>
                  <a:lnTo>
                    <a:pt x="139307" y="1715000"/>
                  </a:lnTo>
                  <a:lnTo>
                    <a:pt x="140379" y="1714712"/>
                  </a:lnTo>
                  <a:lnTo>
                    <a:pt x="141451" y="1714422"/>
                  </a:lnTo>
                  <a:lnTo>
                    <a:pt x="142522" y="1714133"/>
                  </a:lnTo>
                  <a:lnTo>
                    <a:pt x="143594" y="1713843"/>
                  </a:lnTo>
                  <a:lnTo>
                    <a:pt x="144665" y="1713554"/>
                  </a:lnTo>
                  <a:lnTo>
                    <a:pt x="145737" y="1713264"/>
                  </a:lnTo>
                  <a:lnTo>
                    <a:pt x="146809" y="1712973"/>
                  </a:lnTo>
                  <a:lnTo>
                    <a:pt x="147880" y="1712683"/>
                  </a:lnTo>
                  <a:lnTo>
                    <a:pt x="148952" y="1712392"/>
                  </a:lnTo>
                  <a:lnTo>
                    <a:pt x="150023" y="1712101"/>
                  </a:lnTo>
                  <a:lnTo>
                    <a:pt x="151095" y="1711810"/>
                  </a:lnTo>
                  <a:lnTo>
                    <a:pt x="152167" y="1711519"/>
                  </a:lnTo>
                  <a:lnTo>
                    <a:pt x="153238" y="1711227"/>
                  </a:lnTo>
                  <a:lnTo>
                    <a:pt x="154310" y="1710935"/>
                  </a:lnTo>
                  <a:lnTo>
                    <a:pt x="155381" y="1710643"/>
                  </a:lnTo>
                  <a:lnTo>
                    <a:pt x="156453" y="1710351"/>
                  </a:lnTo>
                  <a:lnTo>
                    <a:pt x="157525" y="1710058"/>
                  </a:lnTo>
                  <a:lnTo>
                    <a:pt x="158596" y="1709766"/>
                  </a:lnTo>
                  <a:lnTo>
                    <a:pt x="159668" y="1709473"/>
                  </a:lnTo>
                  <a:lnTo>
                    <a:pt x="160739" y="1709179"/>
                  </a:lnTo>
                  <a:lnTo>
                    <a:pt x="161811" y="1708886"/>
                  </a:lnTo>
                  <a:lnTo>
                    <a:pt x="162883" y="1708592"/>
                  </a:lnTo>
                  <a:lnTo>
                    <a:pt x="163954" y="1708298"/>
                  </a:lnTo>
                  <a:lnTo>
                    <a:pt x="165026" y="1708004"/>
                  </a:lnTo>
                  <a:lnTo>
                    <a:pt x="166097" y="1707710"/>
                  </a:lnTo>
                  <a:lnTo>
                    <a:pt x="167169" y="1707415"/>
                  </a:lnTo>
                  <a:lnTo>
                    <a:pt x="168241" y="1707120"/>
                  </a:lnTo>
                  <a:lnTo>
                    <a:pt x="169312" y="1706825"/>
                  </a:lnTo>
                  <a:lnTo>
                    <a:pt x="170384" y="1706530"/>
                  </a:lnTo>
                  <a:lnTo>
                    <a:pt x="171455" y="1706234"/>
                  </a:lnTo>
                  <a:lnTo>
                    <a:pt x="172527" y="1705939"/>
                  </a:lnTo>
                  <a:lnTo>
                    <a:pt x="173599" y="1705643"/>
                  </a:lnTo>
                  <a:lnTo>
                    <a:pt x="174670" y="1705346"/>
                  </a:lnTo>
                  <a:lnTo>
                    <a:pt x="175742" y="1705050"/>
                  </a:lnTo>
                  <a:lnTo>
                    <a:pt x="176813" y="1704753"/>
                  </a:lnTo>
                  <a:lnTo>
                    <a:pt x="177885" y="1704456"/>
                  </a:lnTo>
                  <a:lnTo>
                    <a:pt x="178956" y="1704159"/>
                  </a:lnTo>
                  <a:lnTo>
                    <a:pt x="180028" y="1703861"/>
                  </a:lnTo>
                  <a:lnTo>
                    <a:pt x="181100" y="1703564"/>
                  </a:lnTo>
                  <a:lnTo>
                    <a:pt x="182171" y="1703266"/>
                  </a:lnTo>
                  <a:lnTo>
                    <a:pt x="183243" y="1702967"/>
                  </a:lnTo>
                  <a:lnTo>
                    <a:pt x="184314" y="1702669"/>
                  </a:lnTo>
                  <a:lnTo>
                    <a:pt x="185386" y="1702370"/>
                  </a:lnTo>
                  <a:lnTo>
                    <a:pt x="186458" y="1702071"/>
                  </a:lnTo>
                  <a:lnTo>
                    <a:pt x="187529" y="1701772"/>
                  </a:lnTo>
                  <a:lnTo>
                    <a:pt x="188601" y="1701473"/>
                  </a:lnTo>
                  <a:lnTo>
                    <a:pt x="189672" y="1701173"/>
                  </a:lnTo>
                  <a:lnTo>
                    <a:pt x="190744" y="1700873"/>
                  </a:lnTo>
                  <a:lnTo>
                    <a:pt x="191816" y="1700573"/>
                  </a:lnTo>
                  <a:lnTo>
                    <a:pt x="192887" y="1700273"/>
                  </a:lnTo>
                  <a:lnTo>
                    <a:pt x="193959" y="1699972"/>
                  </a:lnTo>
                  <a:lnTo>
                    <a:pt x="195030" y="1699671"/>
                  </a:lnTo>
                  <a:lnTo>
                    <a:pt x="196102" y="1699370"/>
                  </a:lnTo>
                  <a:lnTo>
                    <a:pt x="197174" y="1699069"/>
                  </a:lnTo>
                  <a:lnTo>
                    <a:pt x="198245" y="1698767"/>
                  </a:lnTo>
                  <a:lnTo>
                    <a:pt x="199317" y="1698465"/>
                  </a:lnTo>
                  <a:lnTo>
                    <a:pt x="200388" y="1698163"/>
                  </a:lnTo>
                  <a:lnTo>
                    <a:pt x="201460" y="1697861"/>
                  </a:lnTo>
                  <a:lnTo>
                    <a:pt x="202532" y="1697558"/>
                  </a:lnTo>
                  <a:lnTo>
                    <a:pt x="203603" y="1697255"/>
                  </a:lnTo>
                  <a:lnTo>
                    <a:pt x="204675" y="1696952"/>
                  </a:lnTo>
                  <a:lnTo>
                    <a:pt x="205746" y="1696649"/>
                  </a:lnTo>
                  <a:lnTo>
                    <a:pt x="206818" y="1696345"/>
                  </a:lnTo>
                  <a:lnTo>
                    <a:pt x="207890" y="1696041"/>
                  </a:lnTo>
                  <a:lnTo>
                    <a:pt x="208961" y="1695737"/>
                  </a:lnTo>
                  <a:lnTo>
                    <a:pt x="210033" y="1695433"/>
                  </a:lnTo>
                  <a:lnTo>
                    <a:pt x="211104" y="1695128"/>
                  </a:lnTo>
                  <a:lnTo>
                    <a:pt x="212176" y="1694823"/>
                  </a:lnTo>
                  <a:lnTo>
                    <a:pt x="213248" y="1694518"/>
                  </a:lnTo>
                  <a:lnTo>
                    <a:pt x="214319" y="1694212"/>
                  </a:lnTo>
                  <a:lnTo>
                    <a:pt x="215391" y="1693907"/>
                  </a:lnTo>
                  <a:lnTo>
                    <a:pt x="216462" y="1693601"/>
                  </a:lnTo>
                  <a:lnTo>
                    <a:pt x="217534" y="1693295"/>
                  </a:lnTo>
                  <a:lnTo>
                    <a:pt x="218606" y="1692988"/>
                  </a:lnTo>
                  <a:lnTo>
                    <a:pt x="219677" y="1692681"/>
                  </a:lnTo>
                  <a:lnTo>
                    <a:pt x="220749" y="1692374"/>
                  </a:lnTo>
                  <a:lnTo>
                    <a:pt x="221820" y="1692067"/>
                  </a:lnTo>
                  <a:lnTo>
                    <a:pt x="222892" y="1691760"/>
                  </a:lnTo>
                  <a:lnTo>
                    <a:pt x="223964" y="1691452"/>
                  </a:lnTo>
                  <a:lnTo>
                    <a:pt x="225035" y="1691144"/>
                  </a:lnTo>
                  <a:lnTo>
                    <a:pt x="226107" y="1690835"/>
                  </a:lnTo>
                  <a:lnTo>
                    <a:pt x="227178" y="1690527"/>
                  </a:lnTo>
                  <a:lnTo>
                    <a:pt x="228250" y="1690218"/>
                  </a:lnTo>
                  <a:lnTo>
                    <a:pt x="229322" y="1689909"/>
                  </a:lnTo>
                  <a:lnTo>
                    <a:pt x="230393" y="1689599"/>
                  </a:lnTo>
                  <a:lnTo>
                    <a:pt x="231465" y="1689290"/>
                  </a:lnTo>
                  <a:lnTo>
                    <a:pt x="232536" y="1688980"/>
                  </a:lnTo>
                  <a:lnTo>
                    <a:pt x="233608" y="1688670"/>
                  </a:lnTo>
                  <a:lnTo>
                    <a:pt x="234680" y="1688359"/>
                  </a:lnTo>
                  <a:lnTo>
                    <a:pt x="235751" y="1688048"/>
                  </a:lnTo>
                  <a:lnTo>
                    <a:pt x="236823" y="1687737"/>
                  </a:lnTo>
                  <a:lnTo>
                    <a:pt x="237894" y="1687426"/>
                  </a:lnTo>
                  <a:lnTo>
                    <a:pt x="238966" y="1687115"/>
                  </a:lnTo>
                  <a:lnTo>
                    <a:pt x="240038" y="1686803"/>
                  </a:lnTo>
                  <a:lnTo>
                    <a:pt x="241109" y="1686491"/>
                  </a:lnTo>
                  <a:lnTo>
                    <a:pt x="242181" y="1686178"/>
                  </a:lnTo>
                  <a:lnTo>
                    <a:pt x="243252" y="1685866"/>
                  </a:lnTo>
                  <a:lnTo>
                    <a:pt x="244324" y="1685553"/>
                  </a:lnTo>
                  <a:lnTo>
                    <a:pt x="245396" y="1685239"/>
                  </a:lnTo>
                  <a:lnTo>
                    <a:pt x="246467" y="1684926"/>
                  </a:lnTo>
                  <a:lnTo>
                    <a:pt x="247539" y="1684612"/>
                  </a:lnTo>
                  <a:lnTo>
                    <a:pt x="248610" y="1684298"/>
                  </a:lnTo>
                  <a:lnTo>
                    <a:pt x="249682" y="1683984"/>
                  </a:lnTo>
                  <a:lnTo>
                    <a:pt x="250754" y="1683669"/>
                  </a:lnTo>
                  <a:lnTo>
                    <a:pt x="251825" y="1683354"/>
                  </a:lnTo>
                  <a:lnTo>
                    <a:pt x="252897" y="1683039"/>
                  </a:lnTo>
                  <a:lnTo>
                    <a:pt x="253968" y="1682724"/>
                  </a:lnTo>
                  <a:lnTo>
                    <a:pt x="255040" y="1682408"/>
                  </a:lnTo>
                  <a:lnTo>
                    <a:pt x="256112" y="1682092"/>
                  </a:lnTo>
                  <a:lnTo>
                    <a:pt x="257183" y="1681775"/>
                  </a:lnTo>
                  <a:lnTo>
                    <a:pt x="258255" y="1681459"/>
                  </a:lnTo>
                  <a:lnTo>
                    <a:pt x="259326" y="1681142"/>
                  </a:lnTo>
                  <a:lnTo>
                    <a:pt x="260398" y="1680825"/>
                  </a:lnTo>
                  <a:lnTo>
                    <a:pt x="261470" y="1680507"/>
                  </a:lnTo>
                  <a:lnTo>
                    <a:pt x="262541" y="1680190"/>
                  </a:lnTo>
                  <a:lnTo>
                    <a:pt x="263613" y="1679872"/>
                  </a:lnTo>
                  <a:lnTo>
                    <a:pt x="264684" y="1679553"/>
                  </a:lnTo>
                  <a:lnTo>
                    <a:pt x="265756" y="1679235"/>
                  </a:lnTo>
                  <a:lnTo>
                    <a:pt x="266828" y="1678916"/>
                  </a:lnTo>
                  <a:lnTo>
                    <a:pt x="267899" y="1678596"/>
                  </a:lnTo>
                  <a:lnTo>
                    <a:pt x="268971" y="1678277"/>
                  </a:lnTo>
                  <a:lnTo>
                    <a:pt x="270042" y="1677957"/>
                  </a:lnTo>
                  <a:lnTo>
                    <a:pt x="271114" y="1677637"/>
                  </a:lnTo>
                  <a:lnTo>
                    <a:pt x="272186" y="1677317"/>
                  </a:lnTo>
                  <a:lnTo>
                    <a:pt x="273257" y="1676996"/>
                  </a:lnTo>
                  <a:lnTo>
                    <a:pt x="274329" y="1676675"/>
                  </a:lnTo>
                  <a:lnTo>
                    <a:pt x="275400" y="1676354"/>
                  </a:lnTo>
                  <a:lnTo>
                    <a:pt x="276472" y="1676032"/>
                  </a:lnTo>
                  <a:lnTo>
                    <a:pt x="277544" y="1675710"/>
                  </a:lnTo>
                  <a:lnTo>
                    <a:pt x="278615" y="1675388"/>
                  </a:lnTo>
                  <a:lnTo>
                    <a:pt x="279687" y="1675065"/>
                  </a:lnTo>
                  <a:lnTo>
                    <a:pt x="280758" y="1674743"/>
                  </a:lnTo>
                  <a:lnTo>
                    <a:pt x="281830" y="1674420"/>
                  </a:lnTo>
                  <a:lnTo>
                    <a:pt x="282902" y="1674096"/>
                  </a:lnTo>
                  <a:lnTo>
                    <a:pt x="283973" y="1673772"/>
                  </a:lnTo>
                  <a:lnTo>
                    <a:pt x="285045" y="1673448"/>
                  </a:lnTo>
                  <a:lnTo>
                    <a:pt x="286116" y="1673124"/>
                  </a:lnTo>
                  <a:lnTo>
                    <a:pt x="287188" y="1672799"/>
                  </a:lnTo>
                  <a:lnTo>
                    <a:pt x="288260" y="1672474"/>
                  </a:lnTo>
                  <a:lnTo>
                    <a:pt x="289331" y="1672149"/>
                  </a:lnTo>
                  <a:lnTo>
                    <a:pt x="290403" y="1671824"/>
                  </a:lnTo>
                  <a:lnTo>
                    <a:pt x="291474" y="1671498"/>
                  </a:lnTo>
                  <a:lnTo>
                    <a:pt x="292546" y="1671172"/>
                  </a:lnTo>
                  <a:lnTo>
                    <a:pt x="293618" y="1670845"/>
                  </a:lnTo>
                  <a:lnTo>
                    <a:pt x="294689" y="1670518"/>
                  </a:lnTo>
                  <a:lnTo>
                    <a:pt x="295761" y="1670191"/>
                  </a:lnTo>
                  <a:lnTo>
                    <a:pt x="296832" y="1669864"/>
                  </a:lnTo>
                  <a:lnTo>
                    <a:pt x="297904" y="1669536"/>
                  </a:lnTo>
                  <a:lnTo>
                    <a:pt x="298976" y="1669208"/>
                  </a:lnTo>
                  <a:lnTo>
                    <a:pt x="300047" y="1668879"/>
                  </a:lnTo>
                  <a:lnTo>
                    <a:pt x="301119" y="1668551"/>
                  </a:lnTo>
                  <a:lnTo>
                    <a:pt x="302190" y="1668222"/>
                  </a:lnTo>
                  <a:lnTo>
                    <a:pt x="303262" y="1667892"/>
                  </a:lnTo>
                  <a:lnTo>
                    <a:pt x="304334" y="1667562"/>
                  </a:lnTo>
                  <a:lnTo>
                    <a:pt x="305405" y="1667232"/>
                  </a:lnTo>
                  <a:lnTo>
                    <a:pt x="306477" y="1666902"/>
                  </a:lnTo>
                  <a:lnTo>
                    <a:pt x="307548" y="1666571"/>
                  </a:lnTo>
                  <a:lnTo>
                    <a:pt x="308620" y="1666240"/>
                  </a:lnTo>
                  <a:lnTo>
                    <a:pt x="309692" y="1665909"/>
                  </a:lnTo>
                  <a:lnTo>
                    <a:pt x="310763" y="1665577"/>
                  </a:lnTo>
                  <a:lnTo>
                    <a:pt x="311835" y="1665246"/>
                  </a:lnTo>
                  <a:lnTo>
                    <a:pt x="312906" y="1664913"/>
                  </a:lnTo>
                  <a:lnTo>
                    <a:pt x="313978" y="1664581"/>
                  </a:lnTo>
                  <a:lnTo>
                    <a:pt x="315050" y="1664248"/>
                  </a:lnTo>
                  <a:lnTo>
                    <a:pt x="316121" y="1663914"/>
                  </a:lnTo>
                  <a:lnTo>
                    <a:pt x="317193" y="1663581"/>
                  </a:lnTo>
                  <a:lnTo>
                    <a:pt x="318264" y="1663247"/>
                  </a:lnTo>
                  <a:lnTo>
                    <a:pt x="319336" y="1662912"/>
                  </a:lnTo>
                  <a:lnTo>
                    <a:pt x="320408" y="1662578"/>
                  </a:lnTo>
                  <a:lnTo>
                    <a:pt x="321479" y="1662243"/>
                  </a:lnTo>
                  <a:lnTo>
                    <a:pt x="322551" y="1661907"/>
                  </a:lnTo>
                  <a:lnTo>
                    <a:pt x="323622" y="1661572"/>
                  </a:lnTo>
                  <a:lnTo>
                    <a:pt x="324694" y="1661236"/>
                  </a:lnTo>
                  <a:lnTo>
                    <a:pt x="325766" y="1660899"/>
                  </a:lnTo>
                  <a:lnTo>
                    <a:pt x="326837" y="1660563"/>
                  </a:lnTo>
                  <a:lnTo>
                    <a:pt x="327909" y="1660226"/>
                  </a:lnTo>
                  <a:lnTo>
                    <a:pt x="328980" y="1659888"/>
                  </a:lnTo>
                  <a:lnTo>
                    <a:pt x="330052" y="1659550"/>
                  </a:lnTo>
                  <a:lnTo>
                    <a:pt x="331124" y="1659212"/>
                  </a:lnTo>
                  <a:lnTo>
                    <a:pt x="332195" y="1658874"/>
                  </a:lnTo>
                  <a:lnTo>
                    <a:pt x="333267" y="1658535"/>
                  </a:lnTo>
                  <a:lnTo>
                    <a:pt x="334338" y="1658196"/>
                  </a:lnTo>
                  <a:lnTo>
                    <a:pt x="335410" y="1657856"/>
                  </a:lnTo>
                  <a:lnTo>
                    <a:pt x="336482" y="1657517"/>
                  </a:lnTo>
                  <a:lnTo>
                    <a:pt x="337553" y="1657176"/>
                  </a:lnTo>
                  <a:lnTo>
                    <a:pt x="338625" y="1656836"/>
                  </a:lnTo>
                  <a:lnTo>
                    <a:pt x="339696" y="1656495"/>
                  </a:lnTo>
                  <a:lnTo>
                    <a:pt x="340768" y="1656154"/>
                  </a:lnTo>
                  <a:lnTo>
                    <a:pt x="341840" y="1655812"/>
                  </a:lnTo>
                  <a:lnTo>
                    <a:pt x="342911" y="1655470"/>
                  </a:lnTo>
                  <a:lnTo>
                    <a:pt x="343983" y="1655128"/>
                  </a:lnTo>
                  <a:lnTo>
                    <a:pt x="345054" y="1654785"/>
                  </a:lnTo>
                  <a:lnTo>
                    <a:pt x="346126" y="1654442"/>
                  </a:lnTo>
                  <a:lnTo>
                    <a:pt x="347198" y="1654098"/>
                  </a:lnTo>
                  <a:lnTo>
                    <a:pt x="348269" y="1653755"/>
                  </a:lnTo>
                  <a:lnTo>
                    <a:pt x="349341" y="1653410"/>
                  </a:lnTo>
                  <a:lnTo>
                    <a:pt x="350412" y="1653066"/>
                  </a:lnTo>
                  <a:lnTo>
                    <a:pt x="351484" y="1652721"/>
                  </a:lnTo>
                  <a:lnTo>
                    <a:pt x="352556" y="1652376"/>
                  </a:lnTo>
                  <a:lnTo>
                    <a:pt x="353627" y="1652030"/>
                  </a:lnTo>
                  <a:lnTo>
                    <a:pt x="354699" y="1651684"/>
                  </a:lnTo>
                  <a:lnTo>
                    <a:pt x="355770" y="1651338"/>
                  </a:lnTo>
                  <a:lnTo>
                    <a:pt x="356842" y="1650991"/>
                  </a:lnTo>
                  <a:lnTo>
                    <a:pt x="357913" y="1650644"/>
                  </a:lnTo>
                  <a:lnTo>
                    <a:pt x="358985" y="1650296"/>
                  </a:lnTo>
                  <a:lnTo>
                    <a:pt x="360057" y="1649948"/>
                  </a:lnTo>
                  <a:lnTo>
                    <a:pt x="361128" y="1649600"/>
                  </a:lnTo>
                  <a:lnTo>
                    <a:pt x="362200" y="1649251"/>
                  </a:lnTo>
                  <a:lnTo>
                    <a:pt x="363271" y="1648902"/>
                  </a:lnTo>
                  <a:lnTo>
                    <a:pt x="364343" y="1648553"/>
                  </a:lnTo>
                  <a:lnTo>
                    <a:pt x="365415" y="1648203"/>
                  </a:lnTo>
                  <a:lnTo>
                    <a:pt x="366486" y="1647853"/>
                  </a:lnTo>
                  <a:lnTo>
                    <a:pt x="367558" y="1647502"/>
                  </a:lnTo>
                  <a:lnTo>
                    <a:pt x="368629" y="1647151"/>
                  </a:lnTo>
                  <a:lnTo>
                    <a:pt x="369701" y="1646800"/>
                  </a:lnTo>
                  <a:lnTo>
                    <a:pt x="370773" y="1646448"/>
                  </a:lnTo>
                  <a:lnTo>
                    <a:pt x="371844" y="1646096"/>
                  </a:lnTo>
                  <a:lnTo>
                    <a:pt x="372916" y="1645743"/>
                  </a:lnTo>
                  <a:lnTo>
                    <a:pt x="373987" y="1645390"/>
                  </a:lnTo>
                  <a:lnTo>
                    <a:pt x="375059" y="1645037"/>
                  </a:lnTo>
                  <a:lnTo>
                    <a:pt x="376131" y="1644683"/>
                  </a:lnTo>
                  <a:lnTo>
                    <a:pt x="377202" y="1644329"/>
                  </a:lnTo>
                  <a:lnTo>
                    <a:pt x="378274" y="1643974"/>
                  </a:lnTo>
                  <a:lnTo>
                    <a:pt x="379345" y="1643619"/>
                  </a:lnTo>
                  <a:lnTo>
                    <a:pt x="380417" y="1643264"/>
                  </a:lnTo>
                  <a:lnTo>
                    <a:pt x="381489" y="1642908"/>
                  </a:lnTo>
                  <a:lnTo>
                    <a:pt x="382560" y="1642552"/>
                  </a:lnTo>
                  <a:lnTo>
                    <a:pt x="383632" y="1642195"/>
                  </a:lnTo>
                  <a:lnTo>
                    <a:pt x="384703" y="1641838"/>
                  </a:lnTo>
                  <a:lnTo>
                    <a:pt x="385775" y="1641481"/>
                  </a:lnTo>
                  <a:lnTo>
                    <a:pt x="386847" y="1641123"/>
                  </a:lnTo>
                  <a:lnTo>
                    <a:pt x="387918" y="1640765"/>
                  </a:lnTo>
                  <a:lnTo>
                    <a:pt x="388990" y="1640406"/>
                  </a:lnTo>
                  <a:lnTo>
                    <a:pt x="390061" y="1640047"/>
                  </a:lnTo>
                  <a:lnTo>
                    <a:pt x="391133" y="1639688"/>
                  </a:lnTo>
                  <a:lnTo>
                    <a:pt x="392205" y="1639328"/>
                  </a:lnTo>
                  <a:lnTo>
                    <a:pt x="393276" y="1638967"/>
                  </a:lnTo>
                  <a:lnTo>
                    <a:pt x="394348" y="1638607"/>
                  </a:lnTo>
                  <a:lnTo>
                    <a:pt x="395419" y="1638245"/>
                  </a:lnTo>
                  <a:lnTo>
                    <a:pt x="396491" y="1637884"/>
                  </a:lnTo>
                  <a:lnTo>
                    <a:pt x="397563" y="1637522"/>
                  </a:lnTo>
                  <a:lnTo>
                    <a:pt x="398634" y="1637159"/>
                  </a:lnTo>
                  <a:lnTo>
                    <a:pt x="399706" y="1636796"/>
                  </a:lnTo>
                  <a:lnTo>
                    <a:pt x="400777" y="1636433"/>
                  </a:lnTo>
                  <a:lnTo>
                    <a:pt x="401849" y="1636069"/>
                  </a:lnTo>
                  <a:lnTo>
                    <a:pt x="402921" y="1635705"/>
                  </a:lnTo>
                  <a:lnTo>
                    <a:pt x="403992" y="1635341"/>
                  </a:lnTo>
                  <a:lnTo>
                    <a:pt x="405064" y="1634976"/>
                  </a:lnTo>
                  <a:lnTo>
                    <a:pt x="406135" y="1634610"/>
                  </a:lnTo>
                  <a:lnTo>
                    <a:pt x="407207" y="1634244"/>
                  </a:lnTo>
                  <a:lnTo>
                    <a:pt x="408279" y="1633878"/>
                  </a:lnTo>
                  <a:lnTo>
                    <a:pt x="409350" y="1633511"/>
                  </a:lnTo>
                  <a:lnTo>
                    <a:pt x="410422" y="1633144"/>
                  </a:lnTo>
                  <a:lnTo>
                    <a:pt x="411493" y="1632776"/>
                  </a:lnTo>
                  <a:lnTo>
                    <a:pt x="412565" y="1632408"/>
                  </a:lnTo>
                  <a:lnTo>
                    <a:pt x="413637" y="1632039"/>
                  </a:lnTo>
                  <a:lnTo>
                    <a:pt x="414708" y="1631670"/>
                  </a:lnTo>
                  <a:lnTo>
                    <a:pt x="415780" y="1631301"/>
                  </a:lnTo>
                  <a:lnTo>
                    <a:pt x="416851" y="1630931"/>
                  </a:lnTo>
                  <a:lnTo>
                    <a:pt x="417923" y="1630560"/>
                  </a:lnTo>
                  <a:lnTo>
                    <a:pt x="418995" y="1630190"/>
                  </a:lnTo>
                  <a:lnTo>
                    <a:pt x="420066" y="1629818"/>
                  </a:lnTo>
                  <a:lnTo>
                    <a:pt x="421138" y="1629447"/>
                  </a:lnTo>
                  <a:lnTo>
                    <a:pt x="422209" y="1629074"/>
                  </a:lnTo>
                  <a:lnTo>
                    <a:pt x="423281" y="1628702"/>
                  </a:lnTo>
                  <a:lnTo>
                    <a:pt x="424353" y="1628329"/>
                  </a:lnTo>
                  <a:lnTo>
                    <a:pt x="425424" y="1627955"/>
                  </a:lnTo>
                  <a:lnTo>
                    <a:pt x="426496" y="1627581"/>
                  </a:lnTo>
                  <a:lnTo>
                    <a:pt x="427567" y="1627207"/>
                  </a:lnTo>
                  <a:lnTo>
                    <a:pt x="428639" y="1626832"/>
                  </a:lnTo>
                  <a:lnTo>
                    <a:pt x="429711" y="1626456"/>
                  </a:lnTo>
                  <a:lnTo>
                    <a:pt x="430782" y="1626080"/>
                  </a:lnTo>
                  <a:lnTo>
                    <a:pt x="431854" y="1625704"/>
                  </a:lnTo>
                  <a:lnTo>
                    <a:pt x="432925" y="1625327"/>
                  </a:lnTo>
                  <a:lnTo>
                    <a:pt x="433997" y="1624950"/>
                  </a:lnTo>
                  <a:lnTo>
                    <a:pt x="435069" y="1624572"/>
                  </a:lnTo>
                  <a:lnTo>
                    <a:pt x="436140" y="1624194"/>
                  </a:lnTo>
                  <a:lnTo>
                    <a:pt x="437212" y="1623815"/>
                  </a:lnTo>
                  <a:lnTo>
                    <a:pt x="438283" y="1623436"/>
                  </a:lnTo>
                  <a:lnTo>
                    <a:pt x="439355" y="1623057"/>
                  </a:lnTo>
                  <a:lnTo>
                    <a:pt x="440427" y="1622677"/>
                  </a:lnTo>
                  <a:lnTo>
                    <a:pt x="441498" y="1622296"/>
                  </a:lnTo>
                  <a:lnTo>
                    <a:pt x="442570" y="1621915"/>
                  </a:lnTo>
                  <a:lnTo>
                    <a:pt x="443641" y="1621533"/>
                  </a:lnTo>
                  <a:lnTo>
                    <a:pt x="444713" y="1621151"/>
                  </a:lnTo>
                  <a:lnTo>
                    <a:pt x="445785" y="1620769"/>
                  </a:lnTo>
                  <a:lnTo>
                    <a:pt x="446856" y="1620386"/>
                  </a:lnTo>
                  <a:lnTo>
                    <a:pt x="447928" y="1620003"/>
                  </a:lnTo>
                  <a:lnTo>
                    <a:pt x="448999" y="1619619"/>
                  </a:lnTo>
                  <a:lnTo>
                    <a:pt x="450071" y="1619234"/>
                  </a:lnTo>
                  <a:lnTo>
                    <a:pt x="451143" y="1618849"/>
                  </a:lnTo>
                  <a:lnTo>
                    <a:pt x="452214" y="1618464"/>
                  </a:lnTo>
                  <a:lnTo>
                    <a:pt x="453286" y="1618078"/>
                  </a:lnTo>
                  <a:lnTo>
                    <a:pt x="454357" y="1617692"/>
                  </a:lnTo>
                  <a:lnTo>
                    <a:pt x="455429" y="1617305"/>
                  </a:lnTo>
                  <a:lnTo>
                    <a:pt x="456501" y="1616917"/>
                  </a:lnTo>
                  <a:lnTo>
                    <a:pt x="457572" y="1616530"/>
                  </a:lnTo>
                  <a:lnTo>
                    <a:pt x="458644" y="1616141"/>
                  </a:lnTo>
                  <a:lnTo>
                    <a:pt x="459715" y="1615753"/>
                  </a:lnTo>
                  <a:lnTo>
                    <a:pt x="460787" y="1615363"/>
                  </a:lnTo>
                  <a:lnTo>
                    <a:pt x="461859" y="1614973"/>
                  </a:lnTo>
                  <a:lnTo>
                    <a:pt x="462930" y="1614583"/>
                  </a:lnTo>
                  <a:lnTo>
                    <a:pt x="464002" y="1614192"/>
                  </a:lnTo>
                  <a:lnTo>
                    <a:pt x="465073" y="1613801"/>
                  </a:lnTo>
                  <a:lnTo>
                    <a:pt x="466145" y="1613409"/>
                  </a:lnTo>
                  <a:lnTo>
                    <a:pt x="467217" y="1613017"/>
                  </a:lnTo>
                  <a:lnTo>
                    <a:pt x="468288" y="1612624"/>
                  </a:lnTo>
                  <a:lnTo>
                    <a:pt x="469360" y="1612231"/>
                  </a:lnTo>
                  <a:lnTo>
                    <a:pt x="470431" y="1611837"/>
                  </a:lnTo>
                  <a:lnTo>
                    <a:pt x="471503" y="1611443"/>
                  </a:lnTo>
                  <a:lnTo>
                    <a:pt x="472575" y="1611048"/>
                  </a:lnTo>
                  <a:lnTo>
                    <a:pt x="473646" y="1610652"/>
                  </a:lnTo>
                  <a:lnTo>
                    <a:pt x="474718" y="1610257"/>
                  </a:lnTo>
                  <a:lnTo>
                    <a:pt x="475789" y="1609860"/>
                  </a:lnTo>
                  <a:lnTo>
                    <a:pt x="476861" y="1609463"/>
                  </a:lnTo>
                  <a:lnTo>
                    <a:pt x="477933" y="1609066"/>
                  </a:lnTo>
                  <a:lnTo>
                    <a:pt x="479004" y="1608668"/>
                  </a:lnTo>
                  <a:lnTo>
                    <a:pt x="480076" y="1608270"/>
                  </a:lnTo>
                  <a:lnTo>
                    <a:pt x="481147" y="1607871"/>
                  </a:lnTo>
                  <a:lnTo>
                    <a:pt x="482219" y="1607471"/>
                  </a:lnTo>
                  <a:lnTo>
                    <a:pt x="483291" y="1607071"/>
                  </a:lnTo>
                  <a:lnTo>
                    <a:pt x="484362" y="1606671"/>
                  </a:lnTo>
                  <a:lnTo>
                    <a:pt x="485434" y="1606270"/>
                  </a:lnTo>
                  <a:lnTo>
                    <a:pt x="486505" y="1605868"/>
                  </a:lnTo>
                  <a:lnTo>
                    <a:pt x="487577" y="1605466"/>
                  </a:lnTo>
                  <a:lnTo>
                    <a:pt x="488649" y="1605064"/>
                  </a:lnTo>
                  <a:lnTo>
                    <a:pt x="489720" y="1604661"/>
                  </a:lnTo>
                  <a:lnTo>
                    <a:pt x="490792" y="1604257"/>
                  </a:lnTo>
                  <a:lnTo>
                    <a:pt x="491863" y="1603853"/>
                  </a:lnTo>
                  <a:lnTo>
                    <a:pt x="492935" y="1603448"/>
                  </a:lnTo>
                  <a:lnTo>
                    <a:pt x="494007" y="1603043"/>
                  </a:lnTo>
                  <a:lnTo>
                    <a:pt x="495078" y="1602637"/>
                  </a:lnTo>
                  <a:lnTo>
                    <a:pt x="496150" y="1602231"/>
                  </a:lnTo>
                  <a:lnTo>
                    <a:pt x="497221" y="1601824"/>
                  </a:lnTo>
                  <a:lnTo>
                    <a:pt x="498293" y="1601417"/>
                  </a:lnTo>
                  <a:lnTo>
                    <a:pt x="499365" y="1601009"/>
                  </a:lnTo>
                  <a:lnTo>
                    <a:pt x="500436" y="1600601"/>
                  </a:lnTo>
                  <a:lnTo>
                    <a:pt x="501508" y="1600192"/>
                  </a:lnTo>
                  <a:lnTo>
                    <a:pt x="502579" y="1599782"/>
                  </a:lnTo>
                  <a:lnTo>
                    <a:pt x="503651" y="1599372"/>
                  </a:lnTo>
                  <a:lnTo>
                    <a:pt x="504723" y="1598962"/>
                  </a:lnTo>
                  <a:lnTo>
                    <a:pt x="505794" y="1598551"/>
                  </a:lnTo>
                  <a:lnTo>
                    <a:pt x="506866" y="1598139"/>
                  </a:lnTo>
                  <a:lnTo>
                    <a:pt x="507937" y="1597727"/>
                  </a:lnTo>
                  <a:lnTo>
                    <a:pt x="509009" y="1597314"/>
                  </a:lnTo>
                  <a:lnTo>
                    <a:pt x="510081" y="1596901"/>
                  </a:lnTo>
                  <a:lnTo>
                    <a:pt x="511152" y="1596487"/>
                  </a:lnTo>
                  <a:lnTo>
                    <a:pt x="512224" y="1596073"/>
                  </a:lnTo>
                  <a:lnTo>
                    <a:pt x="513295" y="1595658"/>
                  </a:lnTo>
                  <a:lnTo>
                    <a:pt x="514367" y="1595243"/>
                  </a:lnTo>
                  <a:lnTo>
                    <a:pt x="515439" y="1594827"/>
                  </a:lnTo>
                  <a:lnTo>
                    <a:pt x="516510" y="1594411"/>
                  </a:lnTo>
                  <a:lnTo>
                    <a:pt x="517582" y="1593994"/>
                  </a:lnTo>
                  <a:lnTo>
                    <a:pt x="518653" y="1593576"/>
                  </a:lnTo>
                  <a:lnTo>
                    <a:pt x="519725" y="1593158"/>
                  </a:lnTo>
                  <a:lnTo>
                    <a:pt x="520797" y="1592739"/>
                  </a:lnTo>
                  <a:lnTo>
                    <a:pt x="521868" y="1592320"/>
                  </a:lnTo>
                  <a:lnTo>
                    <a:pt x="522940" y="1591900"/>
                  </a:lnTo>
                  <a:lnTo>
                    <a:pt x="524011" y="1591480"/>
                  </a:lnTo>
                  <a:lnTo>
                    <a:pt x="525083" y="1591059"/>
                  </a:lnTo>
                  <a:lnTo>
                    <a:pt x="526155" y="1590638"/>
                  </a:lnTo>
                  <a:lnTo>
                    <a:pt x="527226" y="1590216"/>
                  </a:lnTo>
                  <a:lnTo>
                    <a:pt x="528298" y="1589793"/>
                  </a:lnTo>
                  <a:lnTo>
                    <a:pt x="529369" y="1589370"/>
                  </a:lnTo>
                  <a:lnTo>
                    <a:pt x="530441" y="1588946"/>
                  </a:lnTo>
                  <a:lnTo>
                    <a:pt x="531513" y="1588522"/>
                  </a:lnTo>
                  <a:lnTo>
                    <a:pt x="532584" y="1588098"/>
                  </a:lnTo>
                  <a:lnTo>
                    <a:pt x="533656" y="1587672"/>
                  </a:lnTo>
                  <a:lnTo>
                    <a:pt x="534727" y="1587246"/>
                  </a:lnTo>
                  <a:lnTo>
                    <a:pt x="535799" y="1586820"/>
                  </a:lnTo>
                  <a:lnTo>
                    <a:pt x="536870" y="1586393"/>
                  </a:lnTo>
                  <a:lnTo>
                    <a:pt x="537942" y="1585965"/>
                  </a:lnTo>
                  <a:lnTo>
                    <a:pt x="539014" y="1585537"/>
                  </a:lnTo>
                  <a:lnTo>
                    <a:pt x="540085" y="1585109"/>
                  </a:lnTo>
                  <a:lnTo>
                    <a:pt x="541157" y="1584680"/>
                  </a:lnTo>
                  <a:lnTo>
                    <a:pt x="542228" y="1584250"/>
                  </a:lnTo>
                  <a:lnTo>
                    <a:pt x="543300" y="1583819"/>
                  </a:lnTo>
                  <a:lnTo>
                    <a:pt x="544372" y="1583389"/>
                  </a:lnTo>
                  <a:lnTo>
                    <a:pt x="545443" y="1582957"/>
                  </a:lnTo>
                  <a:lnTo>
                    <a:pt x="546515" y="1582525"/>
                  </a:lnTo>
                  <a:lnTo>
                    <a:pt x="547586" y="1582092"/>
                  </a:lnTo>
                  <a:lnTo>
                    <a:pt x="548658" y="1581659"/>
                  </a:lnTo>
                  <a:lnTo>
                    <a:pt x="549730" y="1581226"/>
                  </a:lnTo>
                  <a:lnTo>
                    <a:pt x="550801" y="1580791"/>
                  </a:lnTo>
                  <a:lnTo>
                    <a:pt x="551873" y="1580356"/>
                  </a:lnTo>
                  <a:lnTo>
                    <a:pt x="552944" y="1579921"/>
                  </a:lnTo>
                  <a:lnTo>
                    <a:pt x="554016" y="1579485"/>
                  </a:lnTo>
                  <a:lnTo>
                    <a:pt x="555088" y="1579049"/>
                  </a:lnTo>
                  <a:lnTo>
                    <a:pt x="556159" y="1578611"/>
                  </a:lnTo>
                  <a:lnTo>
                    <a:pt x="557231" y="1578174"/>
                  </a:lnTo>
                  <a:lnTo>
                    <a:pt x="558302" y="1577735"/>
                  </a:lnTo>
                  <a:lnTo>
                    <a:pt x="559374" y="1577297"/>
                  </a:lnTo>
                  <a:lnTo>
                    <a:pt x="560446" y="1576857"/>
                  </a:lnTo>
                  <a:lnTo>
                    <a:pt x="561517" y="1576417"/>
                  </a:lnTo>
                  <a:lnTo>
                    <a:pt x="562589" y="1575977"/>
                  </a:lnTo>
                  <a:lnTo>
                    <a:pt x="563660" y="1575536"/>
                  </a:lnTo>
                  <a:lnTo>
                    <a:pt x="564732" y="1575094"/>
                  </a:lnTo>
                  <a:lnTo>
                    <a:pt x="565804" y="1574652"/>
                  </a:lnTo>
                  <a:lnTo>
                    <a:pt x="566875" y="1574209"/>
                  </a:lnTo>
                  <a:lnTo>
                    <a:pt x="567947" y="1573766"/>
                  </a:lnTo>
                  <a:lnTo>
                    <a:pt x="569018" y="1573322"/>
                  </a:lnTo>
                  <a:lnTo>
                    <a:pt x="570090" y="1572877"/>
                  </a:lnTo>
                  <a:lnTo>
                    <a:pt x="571162" y="1572432"/>
                  </a:lnTo>
                  <a:lnTo>
                    <a:pt x="572233" y="1571986"/>
                  </a:lnTo>
                  <a:lnTo>
                    <a:pt x="573305" y="1571540"/>
                  </a:lnTo>
                  <a:lnTo>
                    <a:pt x="574376" y="1571093"/>
                  </a:lnTo>
                  <a:lnTo>
                    <a:pt x="575448" y="1570646"/>
                  </a:lnTo>
                  <a:lnTo>
                    <a:pt x="576520" y="1570198"/>
                  </a:lnTo>
                  <a:lnTo>
                    <a:pt x="577591" y="1569749"/>
                  </a:lnTo>
                  <a:lnTo>
                    <a:pt x="578663" y="1569300"/>
                  </a:lnTo>
                  <a:lnTo>
                    <a:pt x="579734" y="1568851"/>
                  </a:lnTo>
                  <a:lnTo>
                    <a:pt x="580806" y="1568400"/>
                  </a:lnTo>
                  <a:lnTo>
                    <a:pt x="581878" y="1567950"/>
                  </a:lnTo>
                  <a:lnTo>
                    <a:pt x="582949" y="1567498"/>
                  </a:lnTo>
                  <a:lnTo>
                    <a:pt x="584021" y="1567046"/>
                  </a:lnTo>
                  <a:lnTo>
                    <a:pt x="585092" y="1566594"/>
                  </a:lnTo>
                  <a:lnTo>
                    <a:pt x="586164" y="1566141"/>
                  </a:lnTo>
                  <a:lnTo>
                    <a:pt x="587236" y="1565687"/>
                  </a:lnTo>
                  <a:lnTo>
                    <a:pt x="588307" y="1565233"/>
                  </a:lnTo>
                  <a:lnTo>
                    <a:pt x="589379" y="1564778"/>
                  </a:lnTo>
                  <a:lnTo>
                    <a:pt x="590450" y="1564323"/>
                  </a:lnTo>
                  <a:lnTo>
                    <a:pt x="591522" y="1563867"/>
                  </a:lnTo>
                  <a:lnTo>
                    <a:pt x="592594" y="1563410"/>
                  </a:lnTo>
                  <a:lnTo>
                    <a:pt x="593665" y="1562953"/>
                  </a:lnTo>
                  <a:lnTo>
                    <a:pt x="594737" y="1562495"/>
                  </a:lnTo>
                  <a:lnTo>
                    <a:pt x="595808" y="1562037"/>
                  </a:lnTo>
                  <a:lnTo>
                    <a:pt x="596880" y="1561578"/>
                  </a:lnTo>
                  <a:lnTo>
                    <a:pt x="597952" y="1561119"/>
                  </a:lnTo>
                  <a:lnTo>
                    <a:pt x="599023" y="1560659"/>
                  </a:lnTo>
                  <a:lnTo>
                    <a:pt x="600095" y="1560198"/>
                  </a:lnTo>
                  <a:lnTo>
                    <a:pt x="601166" y="1559737"/>
                  </a:lnTo>
                  <a:lnTo>
                    <a:pt x="602238" y="1559276"/>
                  </a:lnTo>
                  <a:lnTo>
                    <a:pt x="603310" y="1558813"/>
                  </a:lnTo>
                  <a:lnTo>
                    <a:pt x="604381" y="1558351"/>
                  </a:lnTo>
                  <a:lnTo>
                    <a:pt x="605453" y="1557887"/>
                  </a:lnTo>
                  <a:lnTo>
                    <a:pt x="606524" y="1557423"/>
                  </a:lnTo>
                  <a:lnTo>
                    <a:pt x="607596" y="1556959"/>
                  </a:lnTo>
                  <a:lnTo>
                    <a:pt x="608668" y="1556494"/>
                  </a:lnTo>
                  <a:lnTo>
                    <a:pt x="609739" y="1556028"/>
                  </a:lnTo>
                  <a:lnTo>
                    <a:pt x="610811" y="1555562"/>
                  </a:lnTo>
                  <a:lnTo>
                    <a:pt x="611882" y="1555095"/>
                  </a:lnTo>
                  <a:lnTo>
                    <a:pt x="612954" y="1554628"/>
                  </a:lnTo>
                  <a:lnTo>
                    <a:pt x="614026" y="1554160"/>
                  </a:lnTo>
                  <a:lnTo>
                    <a:pt x="615097" y="1553692"/>
                  </a:lnTo>
                  <a:lnTo>
                    <a:pt x="616169" y="1553223"/>
                  </a:lnTo>
                  <a:lnTo>
                    <a:pt x="617240" y="1552753"/>
                  </a:lnTo>
                  <a:lnTo>
                    <a:pt x="618312" y="1552283"/>
                  </a:lnTo>
                  <a:lnTo>
                    <a:pt x="619384" y="1551812"/>
                  </a:lnTo>
                  <a:lnTo>
                    <a:pt x="620455" y="1551341"/>
                  </a:lnTo>
                  <a:lnTo>
                    <a:pt x="621527" y="1550869"/>
                  </a:lnTo>
                  <a:lnTo>
                    <a:pt x="622598" y="1550397"/>
                  </a:lnTo>
                  <a:lnTo>
                    <a:pt x="623670" y="1549924"/>
                  </a:lnTo>
                  <a:lnTo>
                    <a:pt x="624742" y="1549450"/>
                  </a:lnTo>
                  <a:lnTo>
                    <a:pt x="625813" y="1548976"/>
                  </a:lnTo>
                  <a:lnTo>
                    <a:pt x="626885" y="1548501"/>
                  </a:lnTo>
                  <a:lnTo>
                    <a:pt x="627956" y="1548026"/>
                  </a:lnTo>
                  <a:lnTo>
                    <a:pt x="629028" y="1547551"/>
                  </a:lnTo>
                  <a:lnTo>
                    <a:pt x="630100" y="1547074"/>
                  </a:lnTo>
                  <a:lnTo>
                    <a:pt x="631171" y="1546597"/>
                  </a:lnTo>
                  <a:lnTo>
                    <a:pt x="632243" y="1546120"/>
                  </a:lnTo>
                  <a:lnTo>
                    <a:pt x="633314" y="1545642"/>
                  </a:lnTo>
                  <a:lnTo>
                    <a:pt x="634386" y="1545164"/>
                  </a:lnTo>
                  <a:lnTo>
                    <a:pt x="635458" y="1544684"/>
                  </a:lnTo>
                  <a:lnTo>
                    <a:pt x="636529" y="1544205"/>
                  </a:lnTo>
                  <a:lnTo>
                    <a:pt x="637601" y="1543725"/>
                  </a:lnTo>
                  <a:lnTo>
                    <a:pt x="638672" y="1543244"/>
                  </a:lnTo>
                  <a:lnTo>
                    <a:pt x="639744" y="1542763"/>
                  </a:lnTo>
                  <a:lnTo>
                    <a:pt x="640816" y="1542281"/>
                  </a:lnTo>
                  <a:lnTo>
                    <a:pt x="641887" y="1541799"/>
                  </a:lnTo>
                  <a:lnTo>
                    <a:pt x="642959" y="1541316"/>
                  </a:lnTo>
                  <a:lnTo>
                    <a:pt x="644030" y="1540832"/>
                  </a:lnTo>
                  <a:lnTo>
                    <a:pt x="645102" y="1540348"/>
                  </a:lnTo>
                  <a:lnTo>
                    <a:pt x="646174" y="1539864"/>
                  </a:lnTo>
                  <a:lnTo>
                    <a:pt x="647245" y="1539379"/>
                  </a:lnTo>
                  <a:lnTo>
                    <a:pt x="648317" y="1538893"/>
                  </a:lnTo>
                  <a:lnTo>
                    <a:pt x="649388" y="1538407"/>
                  </a:lnTo>
                  <a:lnTo>
                    <a:pt x="650460" y="1537921"/>
                  </a:lnTo>
                  <a:lnTo>
                    <a:pt x="651532" y="1537433"/>
                  </a:lnTo>
                  <a:lnTo>
                    <a:pt x="652603" y="1536946"/>
                  </a:lnTo>
                  <a:lnTo>
                    <a:pt x="653675" y="1536457"/>
                  </a:lnTo>
                  <a:lnTo>
                    <a:pt x="654746" y="1535969"/>
                  </a:lnTo>
                  <a:lnTo>
                    <a:pt x="655818" y="1535479"/>
                  </a:lnTo>
                  <a:lnTo>
                    <a:pt x="656890" y="1534990"/>
                  </a:lnTo>
                  <a:lnTo>
                    <a:pt x="657961" y="1534499"/>
                  </a:lnTo>
                  <a:lnTo>
                    <a:pt x="659033" y="1534008"/>
                  </a:lnTo>
                  <a:lnTo>
                    <a:pt x="660104" y="1533517"/>
                  </a:lnTo>
                  <a:lnTo>
                    <a:pt x="661176" y="1533025"/>
                  </a:lnTo>
                  <a:lnTo>
                    <a:pt x="662248" y="1532533"/>
                  </a:lnTo>
                  <a:lnTo>
                    <a:pt x="663319" y="1532040"/>
                  </a:lnTo>
                  <a:lnTo>
                    <a:pt x="664391" y="1531546"/>
                  </a:lnTo>
                  <a:lnTo>
                    <a:pt x="665462" y="1531052"/>
                  </a:lnTo>
                  <a:lnTo>
                    <a:pt x="666534" y="1530558"/>
                  </a:lnTo>
                  <a:lnTo>
                    <a:pt x="667606" y="1530063"/>
                  </a:lnTo>
                  <a:lnTo>
                    <a:pt x="668677" y="1529567"/>
                  </a:lnTo>
                  <a:lnTo>
                    <a:pt x="669749" y="1529071"/>
                  </a:lnTo>
                  <a:lnTo>
                    <a:pt x="670820" y="1528574"/>
                  </a:lnTo>
                  <a:lnTo>
                    <a:pt x="671892" y="1528077"/>
                  </a:lnTo>
                  <a:lnTo>
                    <a:pt x="672964" y="1527580"/>
                  </a:lnTo>
                  <a:lnTo>
                    <a:pt x="674035" y="1527082"/>
                  </a:lnTo>
                  <a:lnTo>
                    <a:pt x="675107" y="1526583"/>
                  </a:lnTo>
                  <a:lnTo>
                    <a:pt x="676178" y="1526084"/>
                  </a:lnTo>
                  <a:lnTo>
                    <a:pt x="677250" y="1525584"/>
                  </a:lnTo>
                  <a:lnTo>
                    <a:pt x="678322" y="1525084"/>
                  </a:lnTo>
                  <a:lnTo>
                    <a:pt x="679393" y="1524584"/>
                  </a:lnTo>
                  <a:lnTo>
                    <a:pt x="680465" y="1524083"/>
                  </a:lnTo>
                  <a:lnTo>
                    <a:pt x="681536" y="1523581"/>
                  </a:lnTo>
                  <a:lnTo>
                    <a:pt x="682608" y="1523079"/>
                  </a:lnTo>
                  <a:lnTo>
                    <a:pt x="683680" y="1522577"/>
                  </a:lnTo>
                  <a:lnTo>
                    <a:pt x="684751" y="1522074"/>
                  </a:lnTo>
                  <a:lnTo>
                    <a:pt x="685823" y="1521570"/>
                  </a:lnTo>
                  <a:lnTo>
                    <a:pt x="686894" y="1521066"/>
                  </a:lnTo>
                  <a:lnTo>
                    <a:pt x="687966" y="1520562"/>
                  </a:lnTo>
                  <a:lnTo>
                    <a:pt x="689038" y="1520057"/>
                  </a:lnTo>
                  <a:lnTo>
                    <a:pt x="690109" y="1519551"/>
                  </a:lnTo>
                  <a:lnTo>
                    <a:pt x="691181" y="1519045"/>
                  </a:lnTo>
                  <a:lnTo>
                    <a:pt x="692252" y="1518539"/>
                  </a:lnTo>
                  <a:lnTo>
                    <a:pt x="693324" y="1518032"/>
                  </a:lnTo>
                  <a:lnTo>
                    <a:pt x="694396" y="1517525"/>
                  </a:lnTo>
                  <a:lnTo>
                    <a:pt x="695467" y="1517017"/>
                  </a:lnTo>
                  <a:lnTo>
                    <a:pt x="696539" y="1516509"/>
                  </a:lnTo>
                  <a:lnTo>
                    <a:pt x="697610" y="1516000"/>
                  </a:lnTo>
                  <a:lnTo>
                    <a:pt x="698682" y="1515491"/>
                  </a:lnTo>
                  <a:lnTo>
                    <a:pt x="699754" y="1514982"/>
                  </a:lnTo>
                  <a:lnTo>
                    <a:pt x="700825" y="1514472"/>
                  </a:lnTo>
                  <a:lnTo>
                    <a:pt x="701897" y="1513961"/>
                  </a:lnTo>
                  <a:lnTo>
                    <a:pt x="702968" y="1513450"/>
                  </a:lnTo>
                  <a:lnTo>
                    <a:pt x="704040" y="1512939"/>
                  </a:lnTo>
                  <a:lnTo>
                    <a:pt x="705112" y="1512427"/>
                  </a:lnTo>
                  <a:lnTo>
                    <a:pt x="706183" y="1511914"/>
                  </a:lnTo>
                  <a:lnTo>
                    <a:pt x="707255" y="1511402"/>
                  </a:lnTo>
                  <a:lnTo>
                    <a:pt x="708326" y="1510889"/>
                  </a:lnTo>
                  <a:lnTo>
                    <a:pt x="709398" y="1510375"/>
                  </a:lnTo>
                  <a:lnTo>
                    <a:pt x="710469" y="1509861"/>
                  </a:lnTo>
                  <a:lnTo>
                    <a:pt x="711541" y="1509346"/>
                  </a:lnTo>
                  <a:lnTo>
                    <a:pt x="712613" y="1508832"/>
                  </a:lnTo>
                  <a:lnTo>
                    <a:pt x="713684" y="1508316"/>
                  </a:lnTo>
                  <a:lnTo>
                    <a:pt x="714756" y="1507800"/>
                  </a:lnTo>
                  <a:lnTo>
                    <a:pt x="715827" y="1507284"/>
                  </a:lnTo>
                  <a:lnTo>
                    <a:pt x="716899" y="1506768"/>
                  </a:lnTo>
                  <a:lnTo>
                    <a:pt x="717971" y="1506251"/>
                  </a:lnTo>
                  <a:lnTo>
                    <a:pt x="719042" y="1505733"/>
                  </a:lnTo>
                  <a:lnTo>
                    <a:pt x="720114" y="1505215"/>
                  </a:lnTo>
                  <a:lnTo>
                    <a:pt x="721185" y="1504697"/>
                  </a:lnTo>
                  <a:lnTo>
                    <a:pt x="722257" y="1504178"/>
                  </a:lnTo>
                  <a:lnTo>
                    <a:pt x="723329" y="1503659"/>
                  </a:lnTo>
                  <a:lnTo>
                    <a:pt x="724400" y="1503140"/>
                  </a:lnTo>
                  <a:lnTo>
                    <a:pt x="725472" y="1502620"/>
                  </a:lnTo>
                  <a:lnTo>
                    <a:pt x="726543" y="1502100"/>
                  </a:lnTo>
                  <a:lnTo>
                    <a:pt x="727615" y="1501579"/>
                  </a:lnTo>
                  <a:lnTo>
                    <a:pt x="728687" y="1501058"/>
                  </a:lnTo>
                  <a:lnTo>
                    <a:pt x="729758" y="1500537"/>
                  </a:lnTo>
                  <a:lnTo>
                    <a:pt x="730830" y="1500015"/>
                  </a:lnTo>
                  <a:lnTo>
                    <a:pt x="731901" y="1499493"/>
                  </a:lnTo>
                  <a:lnTo>
                    <a:pt x="732973" y="1498970"/>
                  </a:lnTo>
                  <a:lnTo>
                    <a:pt x="734045" y="1498447"/>
                  </a:lnTo>
                  <a:lnTo>
                    <a:pt x="735116" y="1497924"/>
                  </a:lnTo>
                  <a:lnTo>
                    <a:pt x="736188" y="1497400"/>
                  </a:lnTo>
                  <a:lnTo>
                    <a:pt x="737259" y="1496876"/>
                  </a:lnTo>
                  <a:lnTo>
                    <a:pt x="738331" y="1496351"/>
                  </a:lnTo>
                  <a:lnTo>
                    <a:pt x="739403" y="1495827"/>
                  </a:lnTo>
                  <a:lnTo>
                    <a:pt x="740474" y="1495301"/>
                  </a:lnTo>
                  <a:lnTo>
                    <a:pt x="741546" y="1494776"/>
                  </a:lnTo>
                  <a:lnTo>
                    <a:pt x="742617" y="1494250"/>
                  </a:lnTo>
                  <a:lnTo>
                    <a:pt x="743689" y="1493724"/>
                  </a:lnTo>
                  <a:lnTo>
                    <a:pt x="744761" y="1493197"/>
                  </a:lnTo>
                  <a:lnTo>
                    <a:pt x="745832" y="1492670"/>
                  </a:lnTo>
                  <a:lnTo>
                    <a:pt x="746904" y="1492143"/>
                  </a:lnTo>
                  <a:lnTo>
                    <a:pt x="747975" y="1491616"/>
                  </a:lnTo>
                  <a:lnTo>
                    <a:pt x="749047" y="1491088"/>
                  </a:lnTo>
                  <a:lnTo>
                    <a:pt x="750119" y="1490559"/>
                  </a:lnTo>
                  <a:lnTo>
                    <a:pt x="751190" y="1490031"/>
                  </a:lnTo>
                  <a:lnTo>
                    <a:pt x="752262" y="1489502"/>
                  </a:lnTo>
                  <a:lnTo>
                    <a:pt x="753333" y="1488973"/>
                  </a:lnTo>
                  <a:lnTo>
                    <a:pt x="754405" y="1488443"/>
                  </a:lnTo>
                  <a:lnTo>
                    <a:pt x="755477" y="1487913"/>
                  </a:lnTo>
                  <a:lnTo>
                    <a:pt x="756548" y="1487383"/>
                  </a:lnTo>
                  <a:lnTo>
                    <a:pt x="757620" y="1486852"/>
                  </a:lnTo>
                  <a:lnTo>
                    <a:pt x="758691" y="1486322"/>
                  </a:lnTo>
                  <a:lnTo>
                    <a:pt x="759763" y="1485790"/>
                  </a:lnTo>
                  <a:lnTo>
                    <a:pt x="760835" y="1485259"/>
                  </a:lnTo>
                  <a:lnTo>
                    <a:pt x="761906" y="1484727"/>
                  </a:lnTo>
                  <a:lnTo>
                    <a:pt x="762978" y="1484195"/>
                  </a:lnTo>
                  <a:lnTo>
                    <a:pt x="764049" y="1483663"/>
                  </a:lnTo>
                  <a:lnTo>
                    <a:pt x="765121" y="1483130"/>
                  </a:lnTo>
                  <a:lnTo>
                    <a:pt x="766193" y="1482598"/>
                  </a:lnTo>
                  <a:lnTo>
                    <a:pt x="767264" y="1482064"/>
                  </a:lnTo>
                  <a:lnTo>
                    <a:pt x="768336" y="1481531"/>
                  </a:lnTo>
                  <a:lnTo>
                    <a:pt x="769407" y="1480997"/>
                  </a:lnTo>
                  <a:lnTo>
                    <a:pt x="770479" y="1480463"/>
                  </a:lnTo>
                  <a:lnTo>
                    <a:pt x="771551" y="1479929"/>
                  </a:lnTo>
                  <a:lnTo>
                    <a:pt x="772622" y="1479395"/>
                  </a:lnTo>
                  <a:lnTo>
                    <a:pt x="773694" y="1478860"/>
                  </a:lnTo>
                  <a:lnTo>
                    <a:pt x="774765" y="1478325"/>
                  </a:lnTo>
                  <a:lnTo>
                    <a:pt x="775837" y="1477789"/>
                  </a:lnTo>
                  <a:lnTo>
                    <a:pt x="776909" y="1477254"/>
                  </a:lnTo>
                  <a:lnTo>
                    <a:pt x="777980" y="1476718"/>
                  </a:lnTo>
                  <a:lnTo>
                    <a:pt x="779052" y="1476182"/>
                  </a:lnTo>
                  <a:lnTo>
                    <a:pt x="780123" y="1475646"/>
                  </a:lnTo>
                  <a:lnTo>
                    <a:pt x="781195" y="1475109"/>
                  </a:lnTo>
                  <a:lnTo>
                    <a:pt x="782267" y="1474573"/>
                  </a:lnTo>
                  <a:lnTo>
                    <a:pt x="783338" y="1474036"/>
                  </a:lnTo>
                  <a:lnTo>
                    <a:pt x="784410" y="1473498"/>
                  </a:lnTo>
                  <a:lnTo>
                    <a:pt x="785481" y="1472961"/>
                  </a:lnTo>
                  <a:lnTo>
                    <a:pt x="786553" y="1472423"/>
                  </a:lnTo>
                  <a:lnTo>
                    <a:pt x="787625" y="1471886"/>
                  </a:lnTo>
                  <a:lnTo>
                    <a:pt x="788696" y="1471348"/>
                  </a:lnTo>
                  <a:lnTo>
                    <a:pt x="789768" y="1470809"/>
                  </a:lnTo>
                  <a:lnTo>
                    <a:pt x="790839" y="1470271"/>
                  </a:lnTo>
                  <a:lnTo>
                    <a:pt x="791911" y="1469732"/>
                  </a:lnTo>
                  <a:lnTo>
                    <a:pt x="792983" y="1469193"/>
                  </a:lnTo>
                  <a:lnTo>
                    <a:pt x="794054" y="1468654"/>
                  </a:lnTo>
                  <a:lnTo>
                    <a:pt x="795126" y="1468115"/>
                  </a:lnTo>
                  <a:lnTo>
                    <a:pt x="796197" y="1467576"/>
                  </a:lnTo>
                  <a:lnTo>
                    <a:pt x="797269" y="1467036"/>
                  </a:lnTo>
                  <a:lnTo>
                    <a:pt x="798341" y="1466496"/>
                  </a:lnTo>
                  <a:lnTo>
                    <a:pt x="799412" y="1465956"/>
                  </a:lnTo>
                  <a:lnTo>
                    <a:pt x="800484" y="1465416"/>
                  </a:lnTo>
                  <a:lnTo>
                    <a:pt x="801555" y="1464876"/>
                  </a:lnTo>
                  <a:lnTo>
                    <a:pt x="802627" y="1464335"/>
                  </a:lnTo>
                  <a:lnTo>
                    <a:pt x="803699" y="1463795"/>
                  </a:lnTo>
                  <a:lnTo>
                    <a:pt x="804770" y="1463254"/>
                  </a:lnTo>
                  <a:lnTo>
                    <a:pt x="805842" y="1462713"/>
                  </a:lnTo>
                  <a:lnTo>
                    <a:pt x="806913" y="1462172"/>
                  </a:lnTo>
                  <a:lnTo>
                    <a:pt x="807985" y="1461631"/>
                  </a:lnTo>
                  <a:lnTo>
                    <a:pt x="809057" y="1461089"/>
                  </a:lnTo>
                  <a:lnTo>
                    <a:pt x="810128" y="1460548"/>
                  </a:lnTo>
                  <a:lnTo>
                    <a:pt x="811200" y="1460006"/>
                  </a:lnTo>
                  <a:lnTo>
                    <a:pt x="812271" y="1459465"/>
                  </a:lnTo>
                  <a:lnTo>
                    <a:pt x="813343" y="1458923"/>
                  </a:lnTo>
                  <a:lnTo>
                    <a:pt x="814415" y="1458381"/>
                  </a:lnTo>
                  <a:lnTo>
                    <a:pt x="815486" y="1457839"/>
                  </a:lnTo>
                  <a:lnTo>
                    <a:pt x="816558" y="1457296"/>
                  </a:lnTo>
                  <a:lnTo>
                    <a:pt x="817629" y="1456754"/>
                  </a:lnTo>
                  <a:lnTo>
                    <a:pt x="818701" y="1456212"/>
                  </a:lnTo>
                  <a:lnTo>
                    <a:pt x="819773" y="1455669"/>
                  </a:lnTo>
                  <a:lnTo>
                    <a:pt x="820844" y="1455127"/>
                  </a:lnTo>
                  <a:lnTo>
                    <a:pt x="821916" y="1454584"/>
                  </a:lnTo>
                  <a:lnTo>
                    <a:pt x="822987" y="1454041"/>
                  </a:lnTo>
                  <a:lnTo>
                    <a:pt x="824059" y="1453498"/>
                  </a:lnTo>
                  <a:lnTo>
                    <a:pt x="825131" y="1452955"/>
                  </a:lnTo>
                  <a:lnTo>
                    <a:pt x="826202" y="1452412"/>
                  </a:lnTo>
                  <a:lnTo>
                    <a:pt x="827274" y="1451869"/>
                  </a:lnTo>
                  <a:lnTo>
                    <a:pt x="828345" y="1451326"/>
                  </a:lnTo>
                  <a:lnTo>
                    <a:pt x="829417" y="1450783"/>
                  </a:lnTo>
                  <a:lnTo>
                    <a:pt x="830489" y="1450239"/>
                  </a:lnTo>
                  <a:lnTo>
                    <a:pt x="831560" y="1449696"/>
                  </a:lnTo>
                  <a:lnTo>
                    <a:pt x="832632" y="1449153"/>
                  </a:lnTo>
                  <a:lnTo>
                    <a:pt x="833703" y="1448609"/>
                  </a:lnTo>
                  <a:lnTo>
                    <a:pt x="834775" y="1448066"/>
                  </a:lnTo>
                  <a:lnTo>
                    <a:pt x="835847" y="1447522"/>
                  </a:lnTo>
                  <a:lnTo>
                    <a:pt x="836918" y="1446979"/>
                  </a:lnTo>
                  <a:lnTo>
                    <a:pt x="837990" y="1446435"/>
                  </a:lnTo>
                  <a:lnTo>
                    <a:pt x="839061" y="1445891"/>
                  </a:lnTo>
                  <a:lnTo>
                    <a:pt x="840133" y="1445348"/>
                  </a:lnTo>
                  <a:lnTo>
                    <a:pt x="841205" y="1444804"/>
                  </a:lnTo>
                  <a:lnTo>
                    <a:pt x="842276" y="1444260"/>
                  </a:lnTo>
                  <a:lnTo>
                    <a:pt x="843348" y="1443717"/>
                  </a:lnTo>
                  <a:lnTo>
                    <a:pt x="844419" y="1443173"/>
                  </a:lnTo>
                  <a:lnTo>
                    <a:pt x="845491" y="1442629"/>
                  </a:lnTo>
                  <a:lnTo>
                    <a:pt x="846563" y="1442086"/>
                  </a:lnTo>
                  <a:lnTo>
                    <a:pt x="847634" y="1441542"/>
                  </a:lnTo>
                  <a:lnTo>
                    <a:pt x="848706" y="1440998"/>
                  </a:lnTo>
                  <a:lnTo>
                    <a:pt x="849777" y="1440455"/>
                  </a:lnTo>
                  <a:lnTo>
                    <a:pt x="850849" y="1439911"/>
                  </a:lnTo>
                  <a:lnTo>
                    <a:pt x="851921" y="1439368"/>
                  </a:lnTo>
                  <a:lnTo>
                    <a:pt x="852992" y="1438824"/>
                  </a:lnTo>
                  <a:lnTo>
                    <a:pt x="854064" y="1438280"/>
                  </a:lnTo>
                  <a:lnTo>
                    <a:pt x="855135" y="1437737"/>
                  </a:lnTo>
                  <a:lnTo>
                    <a:pt x="856207" y="1437193"/>
                  </a:lnTo>
                  <a:lnTo>
                    <a:pt x="857279" y="1436650"/>
                  </a:lnTo>
                  <a:lnTo>
                    <a:pt x="858350" y="1436107"/>
                  </a:lnTo>
                  <a:lnTo>
                    <a:pt x="859422" y="1435563"/>
                  </a:lnTo>
                  <a:lnTo>
                    <a:pt x="860493" y="1435020"/>
                  </a:lnTo>
                  <a:lnTo>
                    <a:pt x="861565" y="1434477"/>
                  </a:lnTo>
                  <a:lnTo>
                    <a:pt x="862637" y="1433934"/>
                  </a:lnTo>
                  <a:lnTo>
                    <a:pt x="863708" y="1433391"/>
                  </a:lnTo>
                  <a:lnTo>
                    <a:pt x="864780" y="1432848"/>
                  </a:lnTo>
                  <a:lnTo>
                    <a:pt x="865851" y="1432305"/>
                  </a:lnTo>
                  <a:lnTo>
                    <a:pt x="866923" y="1431762"/>
                  </a:lnTo>
                  <a:lnTo>
                    <a:pt x="867995" y="1431220"/>
                  </a:lnTo>
                  <a:lnTo>
                    <a:pt x="869066" y="1430677"/>
                  </a:lnTo>
                  <a:lnTo>
                    <a:pt x="870138" y="1430135"/>
                  </a:lnTo>
                  <a:lnTo>
                    <a:pt x="871209" y="1429592"/>
                  </a:lnTo>
                  <a:lnTo>
                    <a:pt x="872281" y="1429050"/>
                  </a:lnTo>
                  <a:lnTo>
                    <a:pt x="873353" y="1428508"/>
                  </a:lnTo>
                  <a:lnTo>
                    <a:pt x="874424" y="1427966"/>
                  </a:lnTo>
                  <a:lnTo>
                    <a:pt x="875496" y="1427424"/>
                  </a:lnTo>
                  <a:lnTo>
                    <a:pt x="876567" y="1426882"/>
                  </a:lnTo>
                  <a:lnTo>
                    <a:pt x="877639" y="1426340"/>
                  </a:lnTo>
                  <a:lnTo>
                    <a:pt x="878711" y="1425799"/>
                  </a:lnTo>
                  <a:lnTo>
                    <a:pt x="879782" y="1425258"/>
                  </a:lnTo>
                  <a:lnTo>
                    <a:pt x="880854" y="1424716"/>
                  </a:lnTo>
                  <a:lnTo>
                    <a:pt x="881925" y="1424175"/>
                  </a:lnTo>
                  <a:lnTo>
                    <a:pt x="882997" y="1423634"/>
                  </a:lnTo>
                  <a:lnTo>
                    <a:pt x="884069" y="1423093"/>
                  </a:lnTo>
                  <a:lnTo>
                    <a:pt x="885140" y="1422553"/>
                  </a:lnTo>
                  <a:lnTo>
                    <a:pt x="886212" y="1422012"/>
                  </a:lnTo>
                  <a:lnTo>
                    <a:pt x="887283" y="1421472"/>
                  </a:lnTo>
                  <a:lnTo>
                    <a:pt x="888355" y="1420932"/>
                  </a:lnTo>
                  <a:lnTo>
                    <a:pt x="889426" y="1420392"/>
                  </a:lnTo>
                  <a:lnTo>
                    <a:pt x="890498" y="1419852"/>
                  </a:lnTo>
                  <a:lnTo>
                    <a:pt x="891570" y="1419313"/>
                  </a:lnTo>
                  <a:lnTo>
                    <a:pt x="892641" y="1418774"/>
                  </a:lnTo>
                  <a:lnTo>
                    <a:pt x="893713" y="1418234"/>
                  </a:lnTo>
                  <a:lnTo>
                    <a:pt x="894784" y="1417695"/>
                  </a:lnTo>
                  <a:lnTo>
                    <a:pt x="895856" y="1417157"/>
                  </a:lnTo>
                  <a:lnTo>
                    <a:pt x="896928" y="1416618"/>
                  </a:lnTo>
                  <a:lnTo>
                    <a:pt x="897999" y="1416080"/>
                  </a:lnTo>
                  <a:lnTo>
                    <a:pt x="899071" y="1415542"/>
                  </a:lnTo>
                  <a:lnTo>
                    <a:pt x="900142" y="1415004"/>
                  </a:lnTo>
                  <a:lnTo>
                    <a:pt x="901214" y="1414466"/>
                  </a:lnTo>
                  <a:lnTo>
                    <a:pt x="902286" y="1413929"/>
                  </a:lnTo>
                  <a:lnTo>
                    <a:pt x="903357" y="1413392"/>
                  </a:lnTo>
                  <a:lnTo>
                    <a:pt x="904429" y="1412855"/>
                  </a:lnTo>
                  <a:lnTo>
                    <a:pt x="905500" y="1412318"/>
                  </a:lnTo>
                  <a:lnTo>
                    <a:pt x="906572" y="1411782"/>
                  </a:lnTo>
                  <a:lnTo>
                    <a:pt x="907644" y="1411246"/>
                  </a:lnTo>
                  <a:lnTo>
                    <a:pt x="908715" y="1410710"/>
                  </a:lnTo>
                  <a:lnTo>
                    <a:pt x="909787" y="1410175"/>
                  </a:lnTo>
                  <a:lnTo>
                    <a:pt x="910858" y="1409639"/>
                  </a:lnTo>
                  <a:lnTo>
                    <a:pt x="911930" y="1409104"/>
                  </a:lnTo>
                  <a:lnTo>
                    <a:pt x="913002" y="1408569"/>
                  </a:lnTo>
                  <a:lnTo>
                    <a:pt x="914073" y="1408035"/>
                  </a:lnTo>
                  <a:lnTo>
                    <a:pt x="915145" y="1407501"/>
                  </a:lnTo>
                  <a:lnTo>
                    <a:pt x="916216" y="1406967"/>
                  </a:lnTo>
                  <a:lnTo>
                    <a:pt x="917288" y="1406433"/>
                  </a:lnTo>
                  <a:lnTo>
                    <a:pt x="918360" y="1405900"/>
                  </a:lnTo>
                  <a:lnTo>
                    <a:pt x="919431" y="1405367"/>
                  </a:lnTo>
                  <a:lnTo>
                    <a:pt x="920503" y="1404835"/>
                  </a:lnTo>
                  <a:lnTo>
                    <a:pt x="921574" y="1404302"/>
                  </a:lnTo>
                  <a:lnTo>
                    <a:pt x="922646" y="1403770"/>
                  </a:lnTo>
                  <a:lnTo>
                    <a:pt x="923718" y="1403239"/>
                  </a:lnTo>
                  <a:lnTo>
                    <a:pt x="924789" y="1402707"/>
                  </a:lnTo>
                  <a:lnTo>
                    <a:pt x="925861" y="1402176"/>
                  </a:lnTo>
                  <a:lnTo>
                    <a:pt x="926932" y="1401646"/>
                  </a:lnTo>
                  <a:lnTo>
                    <a:pt x="928004" y="1401115"/>
                  </a:lnTo>
                  <a:lnTo>
                    <a:pt x="929076" y="1400585"/>
                  </a:lnTo>
                  <a:lnTo>
                    <a:pt x="930147" y="1400056"/>
                  </a:lnTo>
                  <a:lnTo>
                    <a:pt x="931219" y="1399527"/>
                  </a:lnTo>
                  <a:lnTo>
                    <a:pt x="932290" y="1398998"/>
                  </a:lnTo>
                  <a:lnTo>
                    <a:pt x="933362" y="1398469"/>
                  </a:lnTo>
                  <a:lnTo>
                    <a:pt x="934434" y="1397941"/>
                  </a:lnTo>
                  <a:lnTo>
                    <a:pt x="935505" y="1397414"/>
                  </a:lnTo>
                  <a:lnTo>
                    <a:pt x="936577" y="1396886"/>
                  </a:lnTo>
                  <a:lnTo>
                    <a:pt x="937648" y="1396359"/>
                  </a:lnTo>
                  <a:lnTo>
                    <a:pt x="938720" y="1395833"/>
                  </a:lnTo>
                  <a:lnTo>
                    <a:pt x="939792" y="1395307"/>
                  </a:lnTo>
                  <a:lnTo>
                    <a:pt x="940863" y="1394781"/>
                  </a:lnTo>
                  <a:lnTo>
                    <a:pt x="941935" y="1394256"/>
                  </a:lnTo>
                  <a:lnTo>
                    <a:pt x="943006" y="1393731"/>
                  </a:lnTo>
                  <a:lnTo>
                    <a:pt x="944078" y="1393206"/>
                  </a:lnTo>
                  <a:lnTo>
                    <a:pt x="945150" y="1392682"/>
                  </a:lnTo>
                  <a:lnTo>
                    <a:pt x="946221" y="1392159"/>
                  </a:lnTo>
                  <a:lnTo>
                    <a:pt x="947293" y="1391636"/>
                  </a:lnTo>
                  <a:lnTo>
                    <a:pt x="948364" y="1391113"/>
                  </a:lnTo>
                  <a:lnTo>
                    <a:pt x="949436" y="1390591"/>
                  </a:lnTo>
                  <a:lnTo>
                    <a:pt x="950508" y="1390069"/>
                  </a:lnTo>
                  <a:lnTo>
                    <a:pt x="951579" y="1389547"/>
                  </a:lnTo>
                  <a:lnTo>
                    <a:pt x="952651" y="1389026"/>
                  </a:lnTo>
                  <a:lnTo>
                    <a:pt x="953722" y="1388506"/>
                  </a:lnTo>
                  <a:lnTo>
                    <a:pt x="954794" y="1387986"/>
                  </a:lnTo>
                  <a:lnTo>
                    <a:pt x="955866" y="1387467"/>
                  </a:lnTo>
                  <a:lnTo>
                    <a:pt x="956937" y="1386948"/>
                  </a:lnTo>
                  <a:lnTo>
                    <a:pt x="958009" y="1386429"/>
                  </a:lnTo>
                  <a:lnTo>
                    <a:pt x="959080" y="1385911"/>
                  </a:lnTo>
                  <a:lnTo>
                    <a:pt x="960152" y="1385393"/>
                  </a:lnTo>
                  <a:lnTo>
                    <a:pt x="961224" y="1384876"/>
                  </a:lnTo>
                  <a:lnTo>
                    <a:pt x="962295" y="1384360"/>
                  </a:lnTo>
                  <a:lnTo>
                    <a:pt x="963367" y="1383844"/>
                  </a:lnTo>
                  <a:lnTo>
                    <a:pt x="964438" y="1383328"/>
                  </a:lnTo>
                  <a:lnTo>
                    <a:pt x="965510" y="1382813"/>
                  </a:lnTo>
                  <a:lnTo>
                    <a:pt x="966582" y="1382299"/>
                  </a:lnTo>
                  <a:lnTo>
                    <a:pt x="967653" y="1381785"/>
                  </a:lnTo>
                  <a:lnTo>
                    <a:pt x="968725" y="1381271"/>
                  </a:lnTo>
                  <a:lnTo>
                    <a:pt x="969796" y="1380758"/>
                  </a:lnTo>
                  <a:lnTo>
                    <a:pt x="970868" y="1380246"/>
                  </a:lnTo>
                  <a:lnTo>
                    <a:pt x="971940" y="1379734"/>
                  </a:lnTo>
                  <a:lnTo>
                    <a:pt x="973011" y="1379223"/>
                  </a:lnTo>
                  <a:lnTo>
                    <a:pt x="974083" y="1378712"/>
                  </a:lnTo>
                  <a:lnTo>
                    <a:pt x="975154" y="1378202"/>
                  </a:lnTo>
                  <a:lnTo>
                    <a:pt x="976226" y="1377693"/>
                  </a:lnTo>
                  <a:lnTo>
                    <a:pt x="977298" y="1377184"/>
                  </a:lnTo>
                  <a:lnTo>
                    <a:pt x="978369" y="1376675"/>
                  </a:lnTo>
                  <a:lnTo>
                    <a:pt x="979441" y="1376167"/>
                  </a:lnTo>
                  <a:lnTo>
                    <a:pt x="980512" y="1375660"/>
                  </a:lnTo>
                  <a:lnTo>
                    <a:pt x="981584" y="1375153"/>
                  </a:lnTo>
                  <a:lnTo>
                    <a:pt x="982656" y="1374647"/>
                  </a:lnTo>
                  <a:lnTo>
                    <a:pt x="983727" y="1374142"/>
                  </a:lnTo>
                  <a:lnTo>
                    <a:pt x="984799" y="1373637"/>
                  </a:lnTo>
                  <a:lnTo>
                    <a:pt x="985870" y="1373133"/>
                  </a:lnTo>
                  <a:lnTo>
                    <a:pt x="986942" y="1372629"/>
                  </a:lnTo>
                  <a:lnTo>
                    <a:pt x="988014" y="1372126"/>
                  </a:lnTo>
                  <a:lnTo>
                    <a:pt x="989085" y="1371624"/>
                  </a:lnTo>
                  <a:lnTo>
                    <a:pt x="990157" y="1371122"/>
                  </a:lnTo>
                  <a:lnTo>
                    <a:pt x="991228" y="1370621"/>
                  </a:lnTo>
                  <a:lnTo>
                    <a:pt x="992300" y="1370120"/>
                  </a:lnTo>
                  <a:lnTo>
                    <a:pt x="993372" y="1369621"/>
                  </a:lnTo>
                  <a:lnTo>
                    <a:pt x="994443" y="1369121"/>
                  </a:lnTo>
                  <a:lnTo>
                    <a:pt x="995515" y="1368623"/>
                  </a:lnTo>
                  <a:lnTo>
                    <a:pt x="996586" y="1368125"/>
                  </a:lnTo>
                  <a:lnTo>
                    <a:pt x="997658" y="1367628"/>
                  </a:lnTo>
                  <a:lnTo>
                    <a:pt x="998730" y="1367131"/>
                  </a:lnTo>
                  <a:lnTo>
                    <a:pt x="999801" y="1366635"/>
                  </a:lnTo>
                  <a:lnTo>
                    <a:pt x="1000873" y="1366140"/>
                  </a:lnTo>
                  <a:lnTo>
                    <a:pt x="1001944" y="1365646"/>
                  </a:lnTo>
                  <a:lnTo>
                    <a:pt x="1003016" y="1365152"/>
                  </a:lnTo>
                  <a:lnTo>
                    <a:pt x="1004088" y="1364659"/>
                  </a:lnTo>
                  <a:lnTo>
                    <a:pt x="1005159" y="1364166"/>
                  </a:lnTo>
                  <a:lnTo>
                    <a:pt x="1006231" y="1363675"/>
                  </a:lnTo>
                  <a:lnTo>
                    <a:pt x="1007302" y="1363184"/>
                  </a:lnTo>
                  <a:lnTo>
                    <a:pt x="1008374" y="1362693"/>
                  </a:lnTo>
                  <a:lnTo>
                    <a:pt x="1009446" y="1362204"/>
                  </a:lnTo>
                  <a:lnTo>
                    <a:pt x="1010517" y="1361715"/>
                  </a:lnTo>
                  <a:lnTo>
                    <a:pt x="1011589" y="1361227"/>
                  </a:lnTo>
                  <a:lnTo>
                    <a:pt x="1012660" y="1360740"/>
                  </a:lnTo>
                  <a:lnTo>
                    <a:pt x="1013732" y="1360253"/>
                  </a:lnTo>
                  <a:lnTo>
                    <a:pt x="1014804" y="1359767"/>
                  </a:lnTo>
                  <a:lnTo>
                    <a:pt x="1015875" y="1359282"/>
                  </a:lnTo>
                  <a:lnTo>
                    <a:pt x="1016947" y="1358797"/>
                  </a:lnTo>
                  <a:lnTo>
                    <a:pt x="1018018" y="1358314"/>
                  </a:lnTo>
                  <a:lnTo>
                    <a:pt x="1019090" y="1357831"/>
                  </a:lnTo>
                  <a:lnTo>
                    <a:pt x="1020162" y="1357349"/>
                  </a:lnTo>
                  <a:lnTo>
                    <a:pt x="1021233" y="1356867"/>
                  </a:lnTo>
                  <a:lnTo>
                    <a:pt x="1022305" y="1356387"/>
                  </a:lnTo>
                  <a:lnTo>
                    <a:pt x="1023376" y="1355907"/>
                  </a:lnTo>
                  <a:lnTo>
                    <a:pt x="1024448" y="1355428"/>
                  </a:lnTo>
                  <a:lnTo>
                    <a:pt x="1025520" y="1354950"/>
                  </a:lnTo>
                  <a:lnTo>
                    <a:pt x="1026591" y="1354473"/>
                  </a:lnTo>
                  <a:lnTo>
                    <a:pt x="1027663" y="1353996"/>
                  </a:lnTo>
                  <a:lnTo>
                    <a:pt x="1028734" y="1353520"/>
                  </a:lnTo>
                  <a:lnTo>
                    <a:pt x="1029806" y="1353045"/>
                  </a:lnTo>
                  <a:lnTo>
                    <a:pt x="1030878" y="1352571"/>
                  </a:lnTo>
                  <a:lnTo>
                    <a:pt x="1031949" y="1352098"/>
                  </a:lnTo>
                  <a:lnTo>
                    <a:pt x="1033021" y="1351625"/>
                  </a:lnTo>
                  <a:lnTo>
                    <a:pt x="1034092" y="1351154"/>
                  </a:lnTo>
                  <a:lnTo>
                    <a:pt x="1035164" y="1350683"/>
                  </a:lnTo>
                  <a:lnTo>
                    <a:pt x="1036236" y="1350213"/>
                  </a:lnTo>
                  <a:lnTo>
                    <a:pt x="1037307" y="1349744"/>
                  </a:lnTo>
                  <a:lnTo>
                    <a:pt x="1038379" y="1349275"/>
                  </a:lnTo>
                  <a:lnTo>
                    <a:pt x="1039450" y="1348808"/>
                  </a:lnTo>
                  <a:lnTo>
                    <a:pt x="1040522" y="1348341"/>
                  </a:lnTo>
                  <a:lnTo>
                    <a:pt x="1041594" y="1347875"/>
                  </a:lnTo>
                  <a:lnTo>
                    <a:pt x="1042665" y="1347411"/>
                  </a:lnTo>
                  <a:lnTo>
                    <a:pt x="1043737" y="1346947"/>
                  </a:lnTo>
                  <a:lnTo>
                    <a:pt x="1044808" y="1346484"/>
                  </a:lnTo>
                  <a:lnTo>
                    <a:pt x="1045880" y="1346021"/>
                  </a:lnTo>
                  <a:lnTo>
                    <a:pt x="1046952" y="1345560"/>
                  </a:lnTo>
                  <a:lnTo>
                    <a:pt x="1048023" y="1345100"/>
                  </a:lnTo>
                  <a:lnTo>
                    <a:pt x="1049095" y="1344640"/>
                  </a:lnTo>
                  <a:lnTo>
                    <a:pt x="1050166" y="1344181"/>
                  </a:lnTo>
                  <a:lnTo>
                    <a:pt x="1051238" y="1343724"/>
                  </a:lnTo>
                  <a:lnTo>
                    <a:pt x="1052310" y="1343267"/>
                  </a:lnTo>
                  <a:lnTo>
                    <a:pt x="1053381" y="1342811"/>
                  </a:lnTo>
                  <a:lnTo>
                    <a:pt x="1054453" y="1342356"/>
                  </a:lnTo>
                  <a:lnTo>
                    <a:pt x="1055524" y="1341902"/>
                  </a:lnTo>
                  <a:lnTo>
                    <a:pt x="1056596" y="1341449"/>
                  </a:lnTo>
                  <a:lnTo>
                    <a:pt x="1057668" y="1340997"/>
                  </a:lnTo>
                  <a:lnTo>
                    <a:pt x="1058739" y="1340546"/>
                  </a:lnTo>
                  <a:lnTo>
                    <a:pt x="1059811" y="1340095"/>
                  </a:lnTo>
                  <a:lnTo>
                    <a:pt x="1060882" y="1339646"/>
                  </a:lnTo>
                  <a:lnTo>
                    <a:pt x="1061954" y="1339198"/>
                  </a:lnTo>
                  <a:lnTo>
                    <a:pt x="1063026" y="1338750"/>
                  </a:lnTo>
                  <a:lnTo>
                    <a:pt x="1064097" y="1338304"/>
                  </a:lnTo>
                  <a:lnTo>
                    <a:pt x="1065169" y="1337858"/>
                  </a:lnTo>
                  <a:lnTo>
                    <a:pt x="1066240" y="1337414"/>
                  </a:lnTo>
                  <a:lnTo>
                    <a:pt x="1067312" y="1336971"/>
                  </a:lnTo>
                  <a:lnTo>
                    <a:pt x="1068383" y="1336528"/>
                  </a:lnTo>
                  <a:lnTo>
                    <a:pt x="1069455" y="1336087"/>
                  </a:lnTo>
                  <a:lnTo>
                    <a:pt x="1070527" y="1335646"/>
                  </a:lnTo>
                  <a:lnTo>
                    <a:pt x="1071598" y="1335206"/>
                  </a:lnTo>
                  <a:lnTo>
                    <a:pt x="1072670" y="1334768"/>
                  </a:lnTo>
                  <a:lnTo>
                    <a:pt x="1073741" y="1334331"/>
                  </a:lnTo>
                  <a:lnTo>
                    <a:pt x="1074813" y="1333894"/>
                  </a:lnTo>
                  <a:lnTo>
                    <a:pt x="1075885" y="1333459"/>
                  </a:lnTo>
                  <a:lnTo>
                    <a:pt x="1076956" y="1333024"/>
                  </a:lnTo>
                  <a:lnTo>
                    <a:pt x="1078028" y="1332591"/>
                  </a:lnTo>
                  <a:lnTo>
                    <a:pt x="1079099" y="1332158"/>
                  </a:lnTo>
                  <a:lnTo>
                    <a:pt x="1080171" y="1331727"/>
                  </a:lnTo>
                  <a:lnTo>
                    <a:pt x="1081243" y="1331297"/>
                  </a:lnTo>
                  <a:lnTo>
                    <a:pt x="1082314" y="1330868"/>
                  </a:lnTo>
                  <a:lnTo>
                    <a:pt x="1083386" y="1330439"/>
                  </a:lnTo>
                  <a:lnTo>
                    <a:pt x="1084457" y="1330012"/>
                  </a:lnTo>
                  <a:lnTo>
                    <a:pt x="1085529" y="1329586"/>
                  </a:lnTo>
                  <a:lnTo>
                    <a:pt x="1086601" y="1329161"/>
                  </a:lnTo>
                  <a:lnTo>
                    <a:pt x="1087672" y="1328736"/>
                  </a:lnTo>
                  <a:lnTo>
                    <a:pt x="1088744" y="1328313"/>
                  </a:lnTo>
                  <a:lnTo>
                    <a:pt x="1089815" y="1327891"/>
                  </a:lnTo>
                  <a:lnTo>
                    <a:pt x="1090887" y="1327470"/>
                  </a:lnTo>
                  <a:lnTo>
                    <a:pt x="1091959" y="1327049"/>
                  </a:lnTo>
                  <a:lnTo>
                    <a:pt x="1093030" y="1326630"/>
                  </a:lnTo>
                  <a:lnTo>
                    <a:pt x="1094102" y="1326212"/>
                  </a:lnTo>
                  <a:lnTo>
                    <a:pt x="1095173" y="1325795"/>
                  </a:lnTo>
                  <a:lnTo>
                    <a:pt x="1096245" y="1325378"/>
                  </a:lnTo>
                  <a:lnTo>
                    <a:pt x="1097317" y="1324963"/>
                  </a:lnTo>
                  <a:lnTo>
                    <a:pt x="1098388" y="1324548"/>
                  </a:lnTo>
                  <a:lnTo>
                    <a:pt x="1099460" y="1324135"/>
                  </a:lnTo>
                  <a:lnTo>
                    <a:pt x="1100531" y="1323722"/>
                  </a:lnTo>
                  <a:lnTo>
                    <a:pt x="1101603" y="1323311"/>
                  </a:lnTo>
                  <a:lnTo>
                    <a:pt x="1102675" y="1322900"/>
                  </a:lnTo>
                  <a:lnTo>
                    <a:pt x="1103746" y="1322490"/>
                  </a:lnTo>
                  <a:lnTo>
                    <a:pt x="1104818" y="1322082"/>
                  </a:lnTo>
                  <a:lnTo>
                    <a:pt x="1105889" y="1321674"/>
                  </a:lnTo>
                  <a:lnTo>
                    <a:pt x="1106961" y="1321267"/>
                  </a:lnTo>
                  <a:lnTo>
                    <a:pt x="1108033" y="1320861"/>
                  </a:lnTo>
                  <a:lnTo>
                    <a:pt x="1109104" y="1320456"/>
                  </a:lnTo>
                  <a:lnTo>
                    <a:pt x="1110176" y="1320052"/>
                  </a:lnTo>
                  <a:lnTo>
                    <a:pt x="1111247" y="1319649"/>
                  </a:lnTo>
                  <a:lnTo>
                    <a:pt x="1112319" y="1319246"/>
                  </a:lnTo>
                  <a:lnTo>
                    <a:pt x="1113391" y="1318845"/>
                  </a:lnTo>
                  <a:lnTo>
                    <a:pt x="1114462" y="1318444"/>
                  </a:lnTo>
                  <a:lnTo>
                    <a:pt x="1115534" y="1318045"/>
                  </a:lnTo>
                  <a:lnTo>
                    <a:pt x="1116605" y="1317646"/>
                  </a:lnTo>
                  <a:lnTo>
                    <a:pt x="1117677" y="1317248"/>
                  </a:lnTo>
                  <a:lnTo>
                    <a:pt x="1118749" y="1316851"/>
                  </a:lnTo>
                  <a:lnTo>
                    <a:pt x="1119820" y="1316455"/>
                  </a:lnTo>
                  <a:lnTo>
                    <a:pt x="1120892" y="1316059"/>
                  </a:lnTo>
                  <a:lnTo>
                    <a:pt x="1121963" y="1315665"/>
                  </a:lnTo>
                  <a:lnTo>
                    <a:pt x="1123035" y="1315272"/>
                  </a:lnTo>
                  <a:lnTo>
                    <a:pt x="1124107" y="1314879"/>
                  </a:lnTo>
                  <a:lnTo>
                    <a:pt x="1125178" y="1314487"/>
                  </a:lnTo>
                  <a:lnTo>
                    <a:pt x="1126250" y="1314096"/>
                  </a:lnTo>
                  <a:lnTo>
                    <a:pt x="1127321" y="1313706"/>
                  </a:lnTo>
                  <a:lnTo>
                    <a:pt x="1128393" y="1313316"/>
                  </a:lnTo>
                  <a:lnTo>
                    <a:pt x="1129465" y="1312928"/>
                  </a:lnTo>
                  <a:lnTo>
                    <a:pt x="1130536" y="1312540"/>
                  </a:lnTo>
                  <a:lnTo>
                    <a:pt x="1131608" y="1312153"/>
                  </a:lnTo>
                  <a:lnTo>
                    <a:pt x="1132679" y="1311767"/>
                  </a:lnTo>
                  <a:lnTo>
                    <a:pt x="1133751" y="1311382"/>
                  </a:lnTo>
                  <a:lnTo>
                    <a:pt x="1134823" y="1310997"/>
                  </a:lnTo>
                  <a:lnTo>
                    <a:pt x="1135894" y="1310614"/>
                  </a:lnTo>
                  <a:lnTo>
                    <a:pt x="1136966" y="1310231"/>
                  </a:lnTo>
                  <a:lnTo>
                    <a:pt x="1138037" y="1309849"/>
                  </a:lnTo>
                  <a:lnTo>
                    <a:pt x="1139109" y="1309467"/>
                  </a:lnTo>
                  <a:lnTo>
                    <a:pt x="1140181" y="1309087"/>
                  </a:lnTo>
                  <a:lnTo>
                    <a:pt x="1141252" y="1308707"/>
                  </a:lnTo>
                  <a:lnTo>
                    <a:pt x="1142324" y="1308328"/>
                  </a:lnTo>
                  <a:lnTo>
                    <a:pt x="1143395" y="1307950"/>
                  </a:lnTo>
                  <a:lnTo>
                    <a:pt x="1144467" y="1307572"/>
                  </a:lnTo>
                  <a:lnTo>
                    <a:pt x="1145539" y="1307196"/>
                  </a:lnTo>
                  <a:lnTo>
                    <a:pt x="1146610" y="1306820"/>
                  </a:lnTo>
                  <a:lnTo>
                    <a:pt x="1147682" y="1306444"/>
                  </a:lnTo>
                  <a:lnTo>
                    <a:pt x="1148753" y="1306070"/>
                  </a:lnTo>
                  <a:lnTo>
                    <a:pt x="1149825" y="1305696"/>
                  </a:lnTo>
                  <a:lnTo>
                    <a:pt x="1150897" y="1305323"/>
                  </a:lnTo>
                  <a:lnTo>
                    <a:pt x="1151968" y="1304951"/>
                  </a:lnTo>
                  <a:lnTo>
                    <a:pt x="1153040" y="1304579"/>
                  </a:lnTo>
                  <a:lnTo>
                    <a:pt x="1154111" y="1304208"/>
                  </a:lnTo>
                  <a:lnTo>
                    <a:pt x="1155183" y="1303838"/>
                  </a:lnTo>
                  <a:lnTo>
                    <a:pt x="1156255" y="1303468"/>
                  </a:lnTo>
                  <a:lnTo>
                    <a:pt x="1157326" y="1303099"/>
                  </a:lnTo>
                  <a:lnTo>
                    <a:pt x="1158398" y="1302731"/>
                  </a:lnTo>
                  <a:lnTo>
                    <a:pt x="1159469" y="1302364"/>
                  </a:lnTo>
                  <a:lnTo>
                    <a:pt x="1160541" y="1301997"/>
                  </a:lnTo>
                  <a:lnTo>
                    <a:pt x="1161613" y="1301631"/>
                  </a:lnTo>
                  <a:lnTo>
                    <a:pt x="1162684" y="1301265"/>
                  </a:lnTo>
                  <a:lnTo>
                    <a:pt x="1163756" y="1300901"/>
                  </a:lnTo>
                  <a:lnTo>
                    <a:pt x="1164827" y="1300537"/>
                  </a:lnTo>
                  <a:lnTo>
                    <a:pt x="1165899" y="1300173"/>
                  </a:lnTo>
                  <a:lnTo>
                    <a:pt x="1166971" y="1299810"/>
                  </a:lnTo>
                  <a:lnTo>
                    <a:pt x="1168042" y="1299448"/>
                  </a:lnTo>
                  <a:lnTo>
                    <a:pt x="1169114" y="1299086"/>
                  </a:lnTo>
                  <a:lnTo>
                    <a:pt x="1170185" y="1298725"/>
                  </a:lnTo>
                  <a:lnTo>
                    <a:pt x="1171257" y="1298365"/>
                  </a:lnTo>
                  <a:lnTo>
                    <a:pt x="1172329" y="1298005"/>
                  </a:lnTo>
                  <a:lnTo>
                    <a:pt x="1173400" y="1297646"/>
                  </a:lnTo>
                  <a:lnTo>
                    <a:pt x="1174472" y="1297288"/>
                  </a:lnTo>
                  <a:lnTo>
                    <a:pt x="1175543" y="1296930"/>
                  </a:lnTo>
                  <a:lnTo>
                    <a:pt x="1176615" y="1296572"/>
                  </a:lnTo>
                  <a:lnTo>
                    <a:pt x="1177687" y="1296216"/>
                  </a:lnTo>
                  <a:lnTo>
                    <a:pt x="1178758" y="1295860"/>
                  </a:lnTo>
                  <a:lnTo>
                    <a:pt x="1179830" y="1295504"/>
                  </a:lnTo>
                  <a:lnTo>
                    <a:pt x="1180901" y="1295149"/>
                  </a:lnTo>
                  <a:lnTo>
                    <a:pt x="1181973" y="1294794"/>
                  </a:lnTo>
                  <a:lnTo>
                    <a:pt x="1183045" y="1294441"/>
                  </a:lnTo>
                  <a:lnTo>
                    <a:pt x="1184116" y="1294087"/>
                  </a:lnTo>
                  <a:lnTo>
                    <a:pt x="1185188" y="1293734"/>
                  </a:lnTo>
                  <a:lnTo>
                    <a:pt x="1186259" y="1293382"/>
                  </a:lnTo>
                  <a:lnTo>
                    <a:pt x="1187331" y="1293030"/>
                  </a:lnTo>
                  <a:lnTo>
                    <a:pt x="1188403" y="1292679"/>
                  </a:lnTo>
                  <a:lnTo>
                    <a:pt x="1189474" y="1292329"/>
                  </a:lnTo>
                  <a:lnTo>
                    <a:pt x="1190546" y="1291978"/>
                  </a:lnTo>
                  <a:lnTo>
                    <a:pt x="1191617" y="1291629"/>
                  </a:lnTo>
                  <a:lnTo>
                    <a:pt x="1192689" y="1291280"/>
                  </a:lnTo>
                  <a:lnTo>
                    <a:pt x="1193761" y="1290931"/>
                  </a:lnTo>
                  <a:lnTo>
                    <a:pt x="1194832" y="1290583"/>
                  </a:lnTo>
                  <a:lnTo>
                    <a:pt x="1195904" y="1290235"/>
                  </a:lnTo>
                  <a:lnTo>
                    <a:pt x="1196975" y="1289888"/>
                  </a:lnTo>
                  <a:lnTo>
                    <a:pt x="1198047" y="1289541"/>
                  </a:lnTo>
                  <a:lnTo>
                    <a:pt x="1199119" y="1289195"/>
                  </a:lnTo>
                  <a:lnTo>
                    <a:pt x="1200190" y="1288849"/>
                  </a:lnTo>
                  <a:lnTo>
                    <a:pt x="1201262" y="1288504"/>
                  </a:lnTo>
                  <a:lnTo>
                    <a:pt x="1202333" y="1288159"/>
                  </a:lnTo>
                  <a:lnTo>
                    <a:pt x="1203405" y="1287815"/>
                  </a:lnTo>
                  <a:lnTo>
                    <a:pt x="1204477" y="1287471"/>
                  </a:lnTo>
                  <a:lnTo>
                    <a:pt x="1205548" y="1287127"/>
                  </a:lnTo>
                  <a:lnTo>
                    <a:pt x="1206620" y="1286784"/>
                  </a:lnTo>
                  <a:lnTo>
                    <a:pt x="1207691" y="1286441"/>
                  </a:lnTo>
                  <a:lnTo>
                    <a:pt x="1208763" y="1286099"/>
                  </a:lnTo>
                  <a:lnTo>
                    <a:pt x="1209835" y="1285757"/>
                  </a:lnTo>
                  <a:lnTo>
                    <a:pt x="1210906" y="1285415"/>
                  </a:lnTo>
                  <a:lnTo>
                    <a:pt x="1211978" y="1285074"/>
                  </a:lnTo>
                  <a:lnTo>
                    <a:pt x="1213049" y="1284734"/>
                  </a:lnTo>
                  <a:lnTo>
                    <a:pt x="1214121" y="1284393"/>
                  </a:lnTo>
                  <a:lnTo>
                    <a:pt x="1215193" y="1284053"/>
                  </a:lnTo>
                  <a:lnTo>
                    <a:pt x="1216264" y="1283714"/>
                  </a:lnTo>
                  <a:lnTo>
                    <a:pt x="1217336" y="1283375"/>
                  </a:lnTo>
                  <a:lnTo>
                    <a:pt x="1218407" y="1283036"/>
                  </a:lnTo>
                  <a:lnTo>
                    <a:pt x="1219479" y="1282697"/>
                  </a:lnTo>
                  <a:lnTo>
                    <a:pt x="1220551" y="1282359"/>
                  </a:lnTo>
                  <a:lnTo>
                    <a:pt x="1221622" y="1282021"/>
                  </a:lnTo>
                  <a:lnTo>
                    <a:pt x="1222694" y="1281684"/>
                  </a:lnTo>
                  <a:lnTo>
                    <a:pt x="1223765" y="1281347"/>
                  </a:lnTo>
                  <a:lnTo>
                    <a:pt x="1224837" y="1281010"/>
                  </a:lnTo>
                  <a:lnTo>
                    <a:pt x="1225909" y="1280673"/>
                  </a:lnTo>
                  <a:lnTo>
                    <a:pt x="1226980" y="1280337"/>
                  </a:lnTo>
                  <a:lnTo>
                    <a:pt x="1228052" y="1280001"/>
                  </a:lnTo>
                  <a:lnTo>
                    <a:pt x="1229123" y="1279666"/>
                  </a:lnTo>
                  <a:lnTo>
                    <a:pt x="1230195" y="1279330"/>
                  </a:lnTo>
                  <a:lnTo>
                    <a:pt x="1231267" y="1278995"/>
                  </a:lnTo>
                  <a:lnTo>
                    <a:pt x="1232338" y="1278661"/>
                  </a:lnTo>
                  <a:lnTo>
                    <a:pt x="1233410" y="1278326"/>
                  </a:lnTo>
                  <a:lnTo>
                    <a:pt x="1234481" y="1277992"/>
                  </a:lnTo>
                  <a:lnTo>
                    <a:pt x="1235553" y="1277658"/>
                  </a:lnTo>
                  <a:lnTo>
                    <a:pt x="1236625" y="1277324"/>
                  </a:lnTo>
                  <a:lnTo>
                    <a:pt x="1237696" y="1276991"/>
                  </a:lnTo>
                  <a:lnTo>
                    <a:pt x="1238768" y="1276657"/>
                  </a:lnTo>
                  <a:lnTo>
                    <a:pt x="1239839" y="1276324"/>
                  </a:lnTo>
                  <a:lnTo>
                    <a:pt x="1240911" y="1275992"/>
                  </a:lnTo>
                  <a:lnTo>
                    <a:pt x="1241983" y="1275659"/>
                  </a:lnTo>
                  <a:lnTo>
                    <a:pt x="1243054" y="1275327"/>
                  </a:lnTo>
                  <a:lnTo>
                    <a:pt x="1244126" y="1274995"/>
                  </a:lnTo>
                  <a:lnTo>
                    <a:pt x="1245197" y="1274663"/>
                  </a:lnTo>
                  <a:lnTo>
                    <a:pt x="1246269" y="1274331"/>
                  </a:lnTo>
                  <a:lnTo>
                    <a:pt x="1247340" y="1273999"/>
                  </a:lnTo>
                  <a:lnTo>
                    <a:pt x="1248412" y="1273668"/>
                  </a:lnTo>
                  <a:lnTo>
                    <a:pt x="1249484" y="1273337"/>
                  </a:lnTo>
                  <a:lnTo>
                    <a:pt x="1250555" y="1273006"/>
                  </a:lnTo>
                  <a:lnTo>
                    <a:pt x="1251627" y="1272675"/>
                  </a:lnTo>
                  <a:lnTo>
                    <a:pt x="1252698" y="1272344"/>
                  </a:lnTo>
                  <a:lnTo>
                    <a:pt x="1253770" y="1272014"/>
                  </a:lnTo>
                  <a:lnTo>
                    <a:pt x="1254842" y="1271683"/>
                  </a:lnTo>
                  <a:lnTo>
                    <a:pt x="1255913" y="1271353"/>
                  </a:lnTo>
                  <a:lnTo>
                    <a:pt x="1256985" y="1271023"/>
                  </a:lnTo>
                  <a:lnTo>
                    <a:pt x="1258056" y="1270693"/>
                  </a:lnTo>
                  <a:lnTo>
                    <a:pt x="1259128" y="1270363"/>
                  </a:lnTo>
                  <a:lnTo>
                    <a:pt x="1260200" y="1270033"/>
                  </a:lnTo>
                  <a:lnTo>
                    <a:pt x="1261271" y="1269703"/>
                  </a:lnTo>
                  <a:lnTo>
                    <a:pt x="1262343" y="1269373"/>
                  </a:lnTo>
                  <a:lnTo>
                    <a:pt x="1263414" y="1269044"/>
                  </a:lnTo>
                  <a:lnTo>
                    <a:pt x="1264486" y="1268714"/>
                  </a:lnTo>
                  <a:lnTo>
                    <a:pt x="1265558" y="1268385"/>
                  </a:lnTo>
                  <a:lnTo>
                    <a:pt x="1266629" y="1268056"/>
                  </a:lnTo>
                  <a:lnTo>
                    <a:pt x="1267701" y="1267726"/>
                  </a:lnTo>
                  <a:lnTo>
                    <a:pt x="1268772" y="1267397"/>
                  </a:lnTo>
                  <a:lnTo>
                    <a:pt x="1269844" y="1267068"/>
                  </a:lnTo>
                  <a:lnTo>
                    <a:pt x="1270916" y="1266739"/>
                  </a:lnTo>
                  <a:lnTo>
                    <a:pt x="1271987" y="1266410"/>
                  </a:lnTo>
                  <a:lnTo>
                    <a:pt x="1273059" y="1266081"/>
                  </a:lnTo>
                  <a:lnTo>
                    <a:pt x="1274130" y="1265752"/>
                  </a:lnTo>
                  <a:lnTo>
                    <a:pt x="1275202" y="1265423"/>
                  </a:lnTo>
                  <a:lnTo>
                    <a:pt x="1276274" y="1265094"/>
                  </a:lnTo>
                  <a:lnTo>
                    <a:pt x="1277345" y="1264765"/>
                  </a:lnTo>
                  <a:lnTo>
                    <a:pt x="1278417" y="1264435"/>
                  </a:lnTo>
                  <a:lnTo>
                    <a:pt x="1279488" y="1264106"/>
                  </a:lnTo>
                  <a:lnTo>
                    <a:pt x="1280560" y="1263777"/>
                  </a:lnTo>
                  <a:lnTo>
                    <a:pt x="1281632" y="1263448"/>
                  </a:lnTo>
                  <a:lnTo>
                    <a:pt x="1282703" y="1263119"/>
                  </a:lnTo>
                  <a:lnTo>
                    <a:pt x="1283775" y="1262790"/>
                  </a:lnTo>
                  <a:lnTo>
                    <a:pt x="1284846" y="1262461"/>
                  </a:lnTo>
                  <a:lnTo>
                    <a:pt x="1285918" y="1262131"/>
                  </a:lnTo>
                  <a:lnTo>
                    <a:pt x="1286990" y="1261802"/>
                  </a:lnTo>
                  <a:lnTo>
                    <a:pt x="1288061" y="1261473"/>
                  </a:lnTo>
                  <a:lnTo>
                    <a:pt x="1289133" y="1261143"/>
                  </a:lnTo>
                  <a:lnTo>
                    <a:pt x="1290204" y="1260814"/>
                  </a:lnTo>
                  <a:lnTo>
                    <a:pt x="1291276" y="1260484"/>
                  </a:lnTo>
                  <a:lnTo>
                    <a:pt x="1292348" y="1260154"/>
                  </a:lnTo>
                  <a:lnTo>
                    <a:pt x="1293419" y="1259824"/>
                  </a:lnTo>
                  <a:lnTo>
                    <a:pt x="1294491" y="1259494"/>
                  </a:lnTo>
                  <a:lnTo>
                    <a:pt x="1295562" y="1259164"/>
                  </a:lnTo>
                  <a:lnTo>
                    <a:pt x="1296634" y="1258834"/>
                  </a:lnTo>
                  <a:lnTo>
                    <a:pt x="1297706" y="1258504"/>
                  </a:lnTo>
                  <a:lnTo>
                    <a:pt x="1298777" y="1258173"/>
                  </a:lnTo>
                  <a:lnTo>
                    <a:pt x="1299849" y="1257843"/>
                  </a:lnTo>
                  <a:lnTo>
                    <a:pt x="1300920" y="1257512"/>
                  </a:lnTo>
                  <a:lnTo>
                    <a:pt x="1301992" y="1257181"/>
                  </a:lnTo>
                  <a:lnTo>
                    <a:pt x="1303064" y="1256850"/>
                  </a:lnTo>
                  <a:lnTo>
                    <a:pt x="1304135" y="1256519"/>
                  </a:lnTo>
                  <a:lnTo>
                    <a:pt x="1305207" y="1256187"/>
                  </a:lnTo>
                  <a:lnTo>
                    <a:pt x="1306278" y="1255855"/>
                  </a:lnTo>
                  <a:lnTo>
                    <a:pt x="1307350" y="1255524"/>
                  </a:lnTo>
                  <a:lnTo>
                    <a:pt x="1308422" y="1255192"/>
                  </a:lnTo>
                  <a:lnTo>
                    <a:pt x="1309493" y="1254859"/>
                  </a:lnTo>
                  <a:lnTo>
                    <a:pt x="1310565" y="1254527"/>
                  </a:lnTo>
                  <a:lnTo>
                    <a:pt x="1311636" y="1254194"/>
                  </a:lnTo>
                  <a:lnTo>
                    <a:pt x="1312708" y="1253861"/>
                  </a:lnTo>
                  <a:lnTo>
                    <a:pt x="1313780" y="1253528"/>
                  </a:lnTo>
                  <a:lnTo>
                    <a:pt x="1314851" y="1253195"/>
                  </a:lnTo>
                  <a:lnTo>
                    <a:pt x="1315923" y="1252861"/>
                  </a:lnTo>
                  <a:lnTo>
                    <a:pt x="1316994" y="1252527"/>
                  </a:lnTo>
                  <a:lnTo>
                    <a:pt x="1318066" y="1252193"/>
                  </a:lnTo>
                  <a:lnTo>
                    <a:pt x="1319138" y="1251859"/>
                  </a:lnTo>
                  <a:lnTo>
                    <a:pt x="1320209" y="1251524"/>
                  </a:lnTo>
                  <a:lnTo>
                    <a:pt x="1321281" y="1251189"/>
                  </a:lnTo>
                  <a:lnTo>
                    <a:pt x="1322352" y="1250854"/>
                  </a:lnTo>
                  <a:lnTo>
                    <a:pt x="1323424" y="1250518"/>
                  </a:lnTo>
                  <a:lnTo>
                    <a:pt x="1324496" y="1250182"/>
                  </a:lnTo>
                  <a:lnTo>
                    <a:pt x="1325567" y="1249846"/>
                  </a:lnTo>
                  <a:lnTo>
                    <a:pt x="1326639" y="1249509"/>
                  </a:lnTo>
                  <a:lnTo>
                    <a:pt x="1327710" y="1249173"/>
                  </a:lnTo>
                  <a:lnTo>
                    <a:pt x="1328782" y="1248835"/>
                  </a:lnTo>
                  <a:lnTo>
                    <a:pt x="1329854" y="1248498"/>
                  </a:lnTo>
                  <a:lnTo>
                    <a:pt x="1330925" y="1248160"/>
                  </a:lnTo>
                  <a:lnTo>
                    <a:pt x="1331997" y="1247822"/>
                  </a:lnTo>
                  <a:lnTo>
                    <a:pt x="1333068" y="1247483"/>
                  </a:lnTo>
                  <a:lnTo>
                    <a:pt x="1334140" y="1247144"/>
                  </a:lnTo>
                  <a:lnTo>
                    <a:pt x="1335212" y="1246805"/>
                  </a:lnTo>
                  <a:lnTo>
                    <a:pt x="1336283" y="1246465"/>
                  </a:lnTo>
                  <a:lnTo>
                    <a:pt x="1337355" y="1246125"/>
                  </a:lnTo>
                  <a:lnTo>
                    <a:pt x="1338426" y="1245784"/>
                  </a:lnTo>
                  <a:lnTo>
                    <a:pt x="1339498" y="1245444"/>
                  </a:lnTo>
                  <a:lnTo>
                    <a:pt x="1340570" y="1245102"/>
                  </a:lnTo>
                  <a:lnTo>
                    <a:pt x="1341641" y="1244760"/>
                  </a:lnTo>
                  <a:lnTo>
                    <a:pt x="1342713" y="1244418"/>
                  </a:lnTo>
                  <a:lnTo>
                    <a:pt x="1343784" y="1244076"/>
                  </a:lnTo>
                  <a:lnTo>
                    <a:pt x="1344856" y="1243732"/>
                  </a:lnTo>
                  <a:lnTo>
                    <a:pt x="1345928" y="1243389"/>
                  </a:lnTo>
                  <a:lnTo>
                    <a:pt x="1346999" y="1243045"/>
                  </a:lnTo>
                  <a:lnTo>
                    <a:pt x="1348071" y="1242700"/>
                  </a:lnTo>
                  <a:lnTo>
                    <a:pt x="1349142" y="1242356"/>
                  </a:lnTo>
                  <a:lnTo>
                    <a:pt x="1350214" y="1242010"/>
                  </a:lnTo>
                  <a:lnTo>
                    <a:pt x="1351286" y="1241664"/>
                  </a:lnTo>
                  <a:lnTo>
                    <a:pt x="1352357" y="1241318"/>
                  </a:lnTo>
                  <a:lnTo>
                    <a:pt x="1353429" y="1240971"/>
                  </a:lnTo>
                  <a:lnTo>
                    <a:pt x="1354500" y="1240624"/>
                  </a:lnTo>
                  <a:lnTo>
                    <a:pt x="1355572" y="1240276"/>
                  </a:lnTo>
                  <a:lnTo>
                    <a:pt x="1356644" y="1239927"/>
                  </a:lnTo>
                  <a:lnTo>
                    <a:pt x="1357715" y="1239578"/>
                  </a:lnTo>
                  <a:lnTo>
                    <a:pt x="1358787" y="1239229"/>
                  </a:lnTo>
                  <a:lnTo>
                    <a:pt x="1359858" y="1238879"/>
                  </a:lnTo>
                  <a:lnTo>
                    <a:pt x="1360930" y="1238528"/>
                  </a:lnTo>
                  <a:lnTo>
                    <a:pt x="1362002" y="1238177"/>
                  </a:lnTo>
                  <a:lnTo>
                    <a:pt x="1363073" y="1237825"/>
                  </a:lnTo>
                  <a:lnTo>
                    <a:pt x="1364145" y="1237473"/>
                  </a:lnTo>
                  <a:lnTo>
                    <a:pt x="1365216" y="1237120"/>
                  </a:lnTo>
                  <a:lnTo>
                    <a:pt x="1366288" y="1236767"/>
                  </a:lnTo>
                  <a:lnTo>
                    <a:pt x="1367360" y="1236413"/>
                  </a:lnTo>
                  <a:lnTo>
                    <a:pt x="1368431" y="1236058"/>
                  </a:lnTo>
                  <a:lnTo>
                    <a:pt x="1369503" y="1235703"/>
                  </a:lnTo>
                  <a:lnTo>
                    <a:pt x="1370574" y="1235347"/>
                  </a:lnTo>
                  <a:lnTo>
                    <a:pt x="1371646" y="1234990"/>
                  </a:lnTo>
                  <a:lnTo>
                    <a:pt x="1372718" y="1234633"/>
                  </a:lnTo>
                  <a:lnTo>
                    <a:pt x="1373789" y="1234275"/>
                  </a:lnTo>
                  <a:lnTo>
                    <a:pt x="1374861" y="1233917"/>
                  </a:lnTo>
                  <a:lnTo>
                    <a:pt x="1375932" y="1233558"/>
                  </a:lnTo>
                  <a:lnTo>
                    <a:pt x="1377004" y="1233198"/>
                  </a:lnTo>
                  <a:lnTo>
                    <a:pt x="1378076" y="1232838"/>
                  </a:lnTo>
                  <a:lnTo>
                    <a:pt x="1379147" y="1232476"/>
                  </a:lnTo>
                  <a:lnTo>
                    <a:pt x="1380219" y="1232115"/>
                  </a:lnTo>
                  <a:lnTo>
                    <a:pt x="1381290" y="1231752"/>
                  </a:lnTo>
                  <a:lnTo>
                    <a:pt x="1382362" y="1231389"/>
                  </a:lnTo>
                  <a:lnTo>
                    <a:pt x="1383434" y="1231025"/>
                  </a:lnTo>
                  <a:lnTo>
                    <a:pt x="1384505" y="1230661"/>
                  </a:lnTo>
                  <a:lnTo>
                    <a:pt x="1385577" y="1230295"/>
                  </a:lnTo>
                  <a:lnTo>
                    <a:pt x="1386648" y="1229929"/>
                  </a:lnTo>
                  <a:lnTo>
                    <a:pt x="1387720" y="1229562"/>
                  </a:lnTo>
                  <a:lnTo>
                    <a:pt x="1388792" y="1229195"/>
                  </a:lnTo>
                  <a:lnTo>
                    <a:pt x="1389863" y="1228827"/>
                  </a:lnTo>
                  <a:lnTo>
                    <a:pt x="1390935" y="1228458"/>
                  </a:lnTo>
                  <a:lnTo>
                    <a:pt x="1392006" y="1228088"/>
                  </a:lnTo>
                  <a:lnTo>
                    <a:pt x="1393078" y="1227717"/>
                  </a:lnTo>
                  <a:lnTo>
                    <a:pt x="1394150" y="1227346"/>
                  </a:lnTo>
                  <a:lnTo>
                    <a:pt x="1395221" y="1226974"/>
                  </a:lnTo>
                  <a:lnTo>
                    <a:pt x="1396293" y="1226601"/>
                  </a:lnTo>
                  <a:lnTo>
                    <a:pt x="1397364" y="1226227"/>
                  </a:lnTo>
                  <a:lnTo>
                    <a:pt x="1398436" y="1225853"/>
                  </a:lnTo>
                  <a:lnTo>
                    <a:pt x="1399508" y="1225477"/>
                  </a:lnTo>
                  <a:lnTo>
                    <a:pt x="1400579" y="1225101"/>
                  </a:lnTo>
                  <a:lnTo>
                    <a:pt x="1401651" y="1224724"/>
                  </a:lnTo>
                  <a:lnTo>
                    <a:pt x="1402722" y="1224347"/>
                  </a:lnTo>
                  <a:lnTo>
                    <a:pt x="1403794" y="1223968"/>
                  </a:lnTo>
                  <a:lnTo>
                    <a:pt x="1404866" y="1223588"/>
                  </a:lnTo>
                  <a:lnTo>
                    <a:pt x="1405937" y="1223208"/>
                  </a:lnTo>
                  <a:lnTo>
                    <a:pt x="1407009" y="1222827"/>
                  </a:lnTo>
                  <a:lnTo>
                    <a:pt x="1408080" y="1222445"/>
                  </a:lnTo>
                  <a:lnTo>
                    <a:pt x="1409152" y="1222062"/>
                  </a:lnTo>
                  <a:lnTo>
                    <a:pt x="1410224" y="1221678"/>
                  </a:lnTo>
                  <a:lnTo>
                    <a:pt x="1411295" y="1221293"/>
                  </a:lnTo>
                  <a:lnTo>
                    <a:pt x="1412367" y="1220907"/>
                  </a:lnTo>
                  <a:lnTo>
                    <a:pt x="1413438" y="1220521"/>
                  </a:lnTo>
                  <a:lnTo>
                    <a:pt x="1414510" y="1220133"/>
                  </a:lnTo>
                  <a:lnTo>
                    <a:pt x="1415582" y="1219745"/>
                  </a:lnTo>
                  <a:lnTo>
                    <a:pt x="1416653" y="1219355"/>
                  </a:lnTo>
                  <a:lnTo>
                    <a:pt x="1417725" y="1218965"/>
                  </a:lnTo>
                  <a:lnTo>
                    <a:pt x="1418796" y="1218574"/>
                  </a:lnTo>
                  <a:lnTo>
                    <a:pt x="1419868" y="1218182"/>
                  </a:lnTo>
                  <a:lnTo>
                    <a:pt x="1420939" y="1217789"/>
                  </a:lnTo>
                  <a:lnTo>
                    <a:pt x="1422011" y="1217394"/>
                  </a:lnTo>
                  <a:lnTo>
                    <a:pt x="1423083" y="1216999"/>
                  </a:lnTo>
                  <a:lnTo>
                    <a:pt x="1424154" y="1216603"/>
                  </a:lnTo>
                  <a:lnTo>
                    <a:pt x="1425226" y="1216206"/>
                  </a:lnTo>
                  <a:lnTo>
                    <a:pt x="1426297" y="1215808"/>
                  </a:lnTo>
                  <a:lnTo>
                    <a:pt x="1427369" y="1215409"/>
                  </a:lnTo>
                  <a:lnTo>
                    <a:pt x="1428441" y="1215009"/>
                  </a:lnTo>
                  <a:lnTo>
                    <a:pt x="1429512" y="1214608"/>
                  </a:lnTo>
                  <a:lnTo>
                    <a:pt x="1430584" y="1214206"/>
                  </a:lnTo>
                  <a:lnTo>
                    <a:pt x="1431655" y="1213803"/>
                  </a:lnTo>
                  <a:lnTo>
                    <a:pt x="1432727" y="1213398"/>
                  </a:lnTo>
                  <a:lnTo>
                    <a:pt x="1433799" y="1212993"/>
                  </a:lnTo>
                  <a:lnTo>
                    <a:pt x="1434870" y="1212587"/>
                  </a:lnTo>
                  <a:lnTo>
                    <a:pt x="1435942" y="1212179"/>
                  </a:lnTo>
                  <a:lnTo>
                    <a:pt x="1437013" y="1211771"/>
                  </a:lnTo>
                  <a:lnTo>
                    <a:pt x="1438085" y="1211361"/>
                  </a:lnTo>
                  <a:lnTo>
                    <a:pt x="1439157" y="1210951"/>
                  </a:lnTo>
                  <a:lnTo>
                    <a:pt x="1440228" y="1210539"/>
                  </a:lnTo>
                  <a:lnTo>
                    <a:pt x="1441300" y="1210126"/>
                  </a:lnTo>
                  <a:lnTo>
                    <a:pt x="1442371" y="1209713"/>
                  </a:lnTo>
                  <a:lnTo>
                    <a:pt x="1443443" y="1209298"/>
                  </a:lnTo>
                  <a:lnTo>
                    <a:pt x="1444515" y="1208881"/>
                  </a:lnTo>
                  <a:lnTo>
                    <a:pt x="1445586" y="1208464"/>
                  </a:lnTo>
                  <a:lnTo>
                    <a:pt x="1446658" y="1208046"/>
                  </a:lnTo>
                  <a:lnTo>
                    <a:pt x="1447729" y="1207626"/>
                  </a:lnTo>
                  <a:lnTo>
                    <a:pt x="1448801" y="1207206"/>
                  </a:lnTo>
                  <a:lnTo>
                    <a:pt x="1449873" y="1206784"/>
                  </a:lnTo>
                  <a:lnTo>
                    <a:pt x="1450944" y="1206361"/>
                  </a:lnTo>
                  <a:lnTo>
                    <a:pt x="1452016" y="1205937"/>
                  </a:lnTo>
                  <a:lnTo>
                    <a:pt x="1453087" y="1205512"/>
                  </a:lnTo>
                  <a:lnTo>
                    <a:pt x="1454159" y="1205085"/>
                  </a:lnTo>
                  <a:lnTo>
                    <a:pt x="1455231" y="1204658"/>
                  </a:lnTo>
                  <a:lnTo>
                    <a:pt x="1456302" y="1204229"/>
                  </a:lnTo>
                  <a:lnTo>
                    <a:pt x="1457374" y="1203799"/>
                  </a:lnTo>
                  <a:lnTo>
                    <a:pt x="1458445" y="1203367"/>
                  </a:lnTo>
                  <a:lnTo>
                    <a:pt x="1459517" y="1202935"/>
                  </a:lnTo>
                  <a:lnTo>
                    <a:pt x="1460589" y="1202501"/>
                  </a:lnTo>
                  <a:lnTo>
                    <a:pt x="1461660" y="1202066"/>
                  </a:lnTo>
                  <a:lnTo>
                    <a:pt x="1462732" y="1201630"/>
                  </a:lnTo>
                  <a:lnTo>
                    <a:pt x="1463803" y="1201193"/>
                  </a:lnTo>
                  <a:lnTo>
                    <a:pt x="1464875" y="1200754"/>
                  </a:lnTo>
                  <a:lnTo>
                    <a:pt x="1465947" y="1200314"/>
                  </a:lnTo>
                  <a:lnTo>
                    <a:pt x="1467018" y="1199873"/>
                  </a:lnTo>
                  <a:lnTo>
                    <a:pt x="1468090" y="1199431"/>
                  </a:lnTo>
                  <a:lnTo>
                    <a:pt x="1469161" y="1198987"/>
                  </a:lnTo>
                  <a:lnTo>
                    <a:pt x="1470233" y="1198542"/>
                  </a:lnTo>
                  <a:lnTo>
                    <a:pt x="1471305" y="1198096"/>
                  </a:lnTo>
                  <a:lnTo>
                    <a:pt x="1472376" y="1197648"/>
                  </a:lnTo>
                  <a:lnTo>
                    <a:pt x="1473448" y="1197200"/>
                  </a:lnTo>
                  <a:lnTo>
                    <a:pt x="1474519" y="1196750"/>
                  </a:lnTo>
                  <a:lnTo>
                    <a:pt x="1475591" y="1196298"/>
                  </a:lnTo>
                  <a:lnTo>
                    <a:pt x="1476663" y="1195845"/>
                  </a:lnTo>
                  <a:lnTo>
                    <a:pt x="1477734" y="1195391"/>
                  </a:lnTo>
                  <a:lnTo>
                    <a:pt x="1478806" y="1194936"/>
                  </a:lnTo>
                  <a:lnTo>
                    <a:pt x="1479877" y="1194479"/>
                  </a:lnTo>
                  <a:lnTo>
                    <a:pt x="1480949" y="1194021"/>
                  </a:lnTo>
                  <a:lnTo>
                    <a:pt x="1482021" y="1193562"/>
                  </a:lnTo>
                  <a:lnTo>
                    <a:pt x="1483092" y="1193101"/>
                  </a:lnTo>
                  <a:lnTo>
                    <a:pt x="1484164" y="1192639"/>
                  </a:lnTo>
                  <a:lnTo>
                    <a:pt x="1485235" y="1192175"/>
                  </a:lnTo>
                  <a:lnTo>
                    <a:pt x="1486307" y="1191710"/>
                  </a:lnTo>
                  <a:lnTo>
                    <a:pt x="1487379" y="1191244"/>
                  </a:lnTo>
                  <a:lnTo>
                    <a:pt x="1488450" y="1190776"/>
                  </a:lnTo>
                  <a:lnTo>
                    <a:pt x="1489522" y="1190307"/>
                  </a:lnTo>
                  <a:lnTo>
                    <a:pt x="1490593" y="1189837"/>
                  </a:lnTo>
                  <a:lnTo>
                    <a:pt x="1491665" y="1189365"/>
                  </a:lnTo>
                  <a:lnTo>
                    <a:pt x="1492737" y="1188892"/>
                  </a:lnTo>
                  <a:lnTo>
                    <a:pt x="1493808" y="1188417"/>
                  </a:lnTo>
                  <a:lnTo>
                    <a:pt x="1494880" y="1187941"/>
                  </a:lnTo>
                  <a:lnTo>
                    <a:pt x="1495951" y="1187464"/>
                  </a:lnTo>
                  <a:lnTo>
                    <a:pt x="1497023" y="1186985"/>
                  </a:lnTo>
                  <a:lnTo>
                    <a:pt x="1498095" y="1186504"/>
                  </a:lnTo>
                  <a:lnTo>
                    <a:pt x="1499166" y="1186023"/>
                  </a:lnTo>
                  <a:lnTo>
                    <a:pt x="1500238" y="1185539"/>
                  </a:lnTo>
                  <a:lnTo>
                    <a:pt x="1501309" y="1185055"/>
                  </a:lnTo>
                  <a:lnTo>
                    <a:pt x="1502381" y="1184569"/>
                  </a:lnTo>
                  <a:lnTo>
                    <a:pt x="1503453" y="1184081"/>
                  </a:lnTo>
                  <a:lnTo>
                    <a:pt x="1504524" y="1183592"/>
                  </a:lnTo>
                  <a:lnTo>
                    <a:pt x="1505596" y="1183101"/>
                  </a:lnTo>
                  <a:lnTo>
                    <a:pt x="1506667" y="1182609"/>
                  </a:lnTo>
                  <a:lnTo>
                    <a:pt x="1507739" y="1182116"/>
                  </a:lnTo>
                  <a:lnTo>
                    <a:pt x="1508811" y="1181621"/>
                  </a:lnTo>
                  <a:lnTo>
                    <a:pt x="1509882" y="1181124"/>
                  </a:lnTo>
                  <a:lnTo>
                    <a:pt x="1510954" y="1180627"/>
                  </a:lnTo>
                  <a:lnTo>
                    <a:pt x="1512025" y="1180127"/>
                  </a:lnTo>
                  <a:lnTo>
                    <a:pt x="1513097" y="1179626"/>
                  </a:lnTo>
                  <a:lnTo>
                    <a:pt x="1514169" y="1179124"/>
                  </a:lnTo>
                  <a:lnTo>
                    <a:pt x="1515240" y="1178620"/>
                  </a:lnTo>
                  <a:lnTo>
                    <a:pt x="1516312" y="1178114"/>
                  </a:lnTo>
                  <a:lnTo>
                    <a:pt x="1517383" y="1177607"/>
                  </a:lnTo>
                  <a:lnTo>
                    <a:pt x="1518455" y="1177099"/>
                  </a:lnTo>
                  <a:lnTo>
                    <a:pt x="1519527" y="1176589"/>
                  </a:lnTo>
                  <a:lnTo>
                    <a:pt x="1520598" y="1176077"/>
                  </a:lnTo>
                  <a:lnTo>
                    <a:pt x="1521670" y="1175564"/>
                  </a:lnTo>
                  <a:lnTo>
                    <a:pt x="1522741" y="1175049"/>
                  </a:lnTo>
                  <a:lnTo>
                    <a:pt x="1523813" y="1174533"/>
                  </a:lnTo>
                  <a:lnTo>
                    <a:pt x="1524885" y="1174015"/>
                  </a:lnTo>
                  <a:lnTo>
                    <a:pt x="1525956" y="1173496"/>
                  </a:lnTo>
                  <a:lnTo>
                    <a:pt x="1527028" y="1172975"/>
                  </a:lnTo>
                  <a:lnTo>
                    <a:pt x="1528099" y="1172453"/>
                  </a:lnTo>
                  <a:lnTo>
                    <a:pt x="1529171" y="1171929"/>
                  </a:lnTo>
                  <a:lnTo>
                    <a:pt x="1530243" y="1171403"/>
                  </a:lnTo>
                  <a:lnTo>
                    <a:pt x="1531314" y="1170876"/>
                  </a:lnTo>
                  <a:lnTo>
                    <a:pt x="1532386" y="1170347"/>
                  </a:lnTo>
                  <a:lnTo>
                    <a:pt x="1533457" y="1169817"/>
                  </a:lnTo>
                  <a:lnTo>
                    <a:pt x="1534529" y="1169285"/>
                  </a:lnTo>
                  <a:lnTo>
                    <a:pt x="1535601" y="1168752"/>
                  </a:lnTo>
                  <a:lnTo>
                    <a:pt x="1536672" y="1168217"/>
                  </a:lnTo>
                  <a:lnTo>
                    <a:pt x="1537744" y="1167680"/>
                  </a:lnTo>
                  <a:lnTo>
                    <a:pt x="1538815" y="1167142"/>
                  </a:lnTo>
                  <a:lnTo>
                    <a:pt x="1539887" y="1166602"/>
                  </a:lnTo>
                  <a:lnTo>
                    <a:pt x="1540959" y="1166061"/>
                  </a:lnTo>
                  <a:lnTo>
                    <a:pt x="1542030" y="1165518"/>
                  </a:lnTo>
                  <a:lnTo>
                    <a:pt x="1543102" y="1164822"/>
                  </a:lnTo>
                  <a:lnTo>
                    <a:pt x="1544173" y="1164045"/>
                  </a:lnTo>
                  <a:lnTo>
                    <a:pt x="1545245" y="1163266"/>
                  </a:lnTo>
                  <a:lnTo>
                    <a:pt x="1546317" y="1162487"/>
                  </a:lnTo>
                  <a:lnTo>
                    <a:pt x="1547388" y="1161707"/>
                  </a:lnTo>
                  <a:lnTo>
                    <a:pt x="1548460" y="1160926"/>
                  </a:lnTo>
                  <a:lnTo>
                    <a:pt x="1549531" y="1160144"/>
                  </a:lnTo>
                  <a:lnTo>
                    <a:pt x="1550603" y="1159361"/>
                  </a:lnTo>
                  <a:lnTo>
                    <a:pt x="1551675" y="1158578"/>
                  </a:lnTo>
                  <a:lnTo>
                    <a:pt x="1552746" y="1157793"/>
                  </a:lnTo>
                  <a:lnTo>
                    <a:pt x="1553818" y="1157008"/>
                  </a:lnTo>
                  <a:lnTo>
                    <a:pt x="1554889" y="1156222"/>
                  </a:lnTo>
                  <a:lnTo>
                    <a:pt x="1555961" y="1155435"/>
                  </a:lnTo>
                  <a:lnTo>
                    <a:pt x="1557033" y="1154647"/>
                  </a:lnTo>
                  <a:lnTo>
                    <a:pt x="1558104" y="1153858"/>
                  </a:lnTo>
                  <a:lnTo>
                    <a:pt x="1559176" y="1153068"/>
                  </a:lnTo>
                  <a:lnTo>
                    <a:pt x="1560247" y="1152277"/>
                  </a:lnTo>
                  <a:lnTo>
                    <a:pt x="1561319" y="1151486"/>
                  </a:lnTo>
                  <a:lnTo>
                    <a:pt x="1562391" y="1150693"/>
                  </a:lnTo>
                  <a:lnTo>
                    <a:pt x="1563462" y="1149900"/>
                  </a:lnTo>
                  <a:lnTo>
                    <a:pt x="1564534" y="1149105"/>
                  </a:lnTo>
                  <a:lnTo>
                    <a:pt x="1565605" y="1148310"/>
                  </a:lnTo>
                  <a:lnTo>
                    <a:pt x="1566677" y="1147514"/>
                  </a:lnTo>
                  <a:lnTo>
                    <a:pt x="1567749" y="1146717"/>
                  </a:lnTo>
                  <a:lnTo>
                    <a:pt x="1568820" y="1145918"/>
                  </a:lnTo>
                  <a:lnTo>
                    <a:pt x="1569892" y="1145119"/>
                  </a:lnTo>
                  <a:lnTo>
                    <a:pt x="1570963" y="1144319"/>
                  </a:lnTo>
                  <a:lnTo>
                    <a:pt x="1572035" y="1143518"/>
                  </a:lnTo>
                  <a:lnTo>
                    <a:pt x="1573107" y="1142716"/>
                  </a:lnTo>
                  <a:lnTo>
                    <a:pt x="1574178" y="1141913"/>
                  </a:lnTo>
                  <a:lnTo>
                    <a:pt x="1575250" y="1141109"/>
                  </a:lnTo>
                  <a:lnTo>
                    <a:pt x="1576321" y="1140304"/>
                  </a:lnTo>
                  <a:lnTo>
                    <a:pt x="1577393" y="1139498"/>
                  </a:lnTo>
                  <a:lnTo>
                    <a:pt x="1578465" y="1138692"/>
                  </a:lnTo>
                  <a:lnTo>
                    <a:pt x="1579536" y="1137884"/>
                  </a:lnTo>
                  <a:lnTo>
                    <a:pt x="1580608" y="1137075"/>
                  </a:lnTo>
                  <a:lnTo>
                    <a:pt x="1581679" y="1136265"/>
                  </a:lnTo>
                  <a:lnTo>
                    <a:pt x="1582751" y="1135454"/>
                  </a:lnTo>
                  <a:lnTo>
                    <a:pt x="1583823" y="1134642"/>
                  </a:lnTo>
                  <a:lnTo>
                    <a:pt x="1584894" y="1133829"/>
                  </a:lnTo>
                  <a:lnTo>
                    <a:pt x="1585966" y="1133015"/>
                  </a:lnTo>
                  <a:lnTo>
                    <a:pt x="1587037" y="1132200"/>
                  </a:lnTo>
                  <a:lnTo>
                    <a:pt x="1588109" y="1131384"/>
                  </a:lnTo>
                  <a:lnTo>
                    <a:pt x="1589181" y="1130567"/>
                  </a:lnTo>
                  <a:lnTo>
                    <a:pt x="1590252" y="1129748"/>
                  </a:lnTo>
                  <a:lnTo>
                    <a:pt x="1591324" y="1128929"/>
                  </a:lnTo>
                  <a:lnTo>
                    <a:pt x="1592395" y="1128109"/>
                  </a:lnTo>
                  <a:lnTo>
                    <a:pt x="1593467" y="1127288"/>
                  </a:lnTo>
                  <a:lnTo>
                    <a:pt x="1594539" y="1126465"/>
                  </a:lnTo>
                  <a:lnTo>
                    <a:pt x="1595610" y="1125642"/>
                  </a:lnTo>
                  <a:lnTo>
                    <a:pt x="1596682" y="1124817"/>
                  </a:lnTo>
                  <a:lnTo>
                    <a:pt x="1597753" y="1123991"/>
                  </a:lnTo>
                  <a:lnTo>
                    <a:pt x="1598825" y="1123165"/>
                  </a:lnTo>
                  <a:lnTo>
                    <a:pt x="1599896" y="1122337"/>
                  </a:lnTo>
                  <a:lnTo>
                    <a:pt x="1600968" y="1121508"/>
                  </a:lnTo>
                  <a:lnTo>
                    <a:pt x="1602040" y="1120678"/>
                  </a:lnTo>
                  <a:lnTo>
                    <a:pt x="1603111" y="1119847"/>
                  </a:lnTo>
                  <a:lnTo>
                    <a:pt x="1604183" y="1119015"/>
                  </a:lnTo>
                  <a:lnTo>
                    <a:pt x="1605254" y="1118181"/>
                  </a:lnTo>
                  <a:lnTo>
                    <a:pt x="1606326" y="1117347"/>
                  </a:lnTo>
                  <a:lnTo>
                    <a:pt x="1607398" y="1116511"/>
                  </a:lnTo>
                  <a:lnTo>
                    <a:pt x="1608469" y="1115675"/>
                  </a:lnTo>
                  <a:lnTo>
                    <a:pt x="1609541" y="1114837"/>
                  </a:lnTo>
                  <a:lnTo>
                    <a:pt x="1610612" y="1113998"/>
                  </a:lnTo>
                  <a:lnTo>
                    <a:pt x="1611684" y="1113158"/>
                  </a:lnTo>
                  <a:lnTo>
                    <a:pt x="1612756" y="1112316"/>
                  </a:lnTo>
                  <a:lnTo>
                    <a:pt x="1613827" y="1111474"/>
                  </a:lnTo>
                  <a:lnTo>
                    <a:pt x="1614899" y="1110630"/>
                  </a:lnTo>
                  <a:lnTo>
                    <a:pt x="1615970" y="1109786"/>
                  </a:lnTo>
                  <a:lnTo>
                    <a:pt x="1617042" y="1108940"/>
                  </a:lnTo>
                  <a:lnTo>
                    <a:pt x="1618114" y="1108093"/>
                  </a:lnTo>
                  <a:lnTo>
                    <a:pt x="1619185" y="1107244"/>
                  </a:lnTo>
                  <a:lnTo>
                    <a:pt x="1620257" y="1106395"/>
                  </a:lnTo>
                  <a:lnTo>
                    <a:pt x="1621328" y="1105544"/>
                  </a:lnTo>
                  <a:lnTo>
                    <a:pt x="1622400" y="1104693"/>
                  </a:lnTo>
                  <a:lnTo>
                    <a:pt x="1623472" y="1103840"/>
                  </a:lnTo>
                  <a:lnTo>
                    <a:pt x="1624543" y="1102986"/>
                  </a:lnTo>
                  <a:lnTo>
                    <a:pt x="1625615" y="1102130"/>
                  </a:lnTo>
                  <a:lnTo>
                    <a:pt x="1626686" y="1101274"/>
                  </a:lnTo>
                  <a:lnTo>
                    <a:pt x="1627758" y="1100416"/>
                  </a:lnTo>
                  <a:lnTo>
                    <a:pt x="1628830" y="1099557"/>
                  </a:lnTo>
                  <a:lnTo>
                    <a:pt x="1629901" y="1098697"/>
                  </a:lnTo>
                  <a:lnTo>
                    <a:pt x="1630973" y="1097836"/>
                  </a:lnTo>
                  <a:lnTo>
                    <a:pt x="1632044" y="1096973"/>
                  </a:lnTo>
                  <a:lnTo>
                    <a:pt x="1633116" y="1096109"/>
                  </a:lnTo>
                  <a:lnTo>
                    <a:pt x="1634188" y="1095244"/>
                  </a:lnTo>
                  <a:lnTo>
                    <a:pt x="1635259" y="1094378"/>
                  </a:lnTo>
                  <a:lnTo>
                    <a:pt x="1636331" y="1093511"/>
                  </a:lnTo>
                  <a:lnTo>
                    <a:pt x="1637402" y="1092642"/>
                  </a:lnTo>
                  <a:lnTo>
                    <a:pt x="1638474" y="1091772"/>
                  </a:lnTo>
                  <a:lnTo>
                    <a:pt x="1639546" y="1090901"/>
                  </a:lnTo>
                  <a:lnTo>
                    <a:pt x="1640617" y="1090029"/>
                  </a:lnTo>
                  <a:lnTo>
                    <a:pt x="1641689" y="1089155"/>
                  </a:lnTo>
                  <a:lnTo>
                    <a:pt x="1642760" y="1088280"/>
                  </a:lnTo>
                  <a:lnTo>
                    <a:pt x="1643832" y="1087404"/>
                  </a:lnTo>
                  <a:lnTo>
                    <a:pt x="1644904" y="1086527"/>
                  </a:lnTo>
                  <a:lnTo>
                    <a:pt x="1645975" y="1085648"/>
                  </a:lnTo>
                  <a:lnTo>
                    <a:pt x="1647047" y="1084768"/>
                  </a:lnTo>
                  <a:lnTo>
                    <a:pt x="1648118" y="1083887"/>
                  </a:lnTo>
                  <a:lnTo>
                    <a:pt x="1649190" y="1083005"/>
                  </a:lnTo>
                  <a:lnTo>
                    <a:pt x="1650262" y="1082121"/>
                  </a:lnTo>
                  <a:lnTo>
                    <a:pt x="1651333" y="1081236"/>
                  </a:lnTo>
                  <a:lnTo>
                    <a:pt x="1652405" y="1080350"/>
                  </a:lnTo>
                  <a:lnTo>
                    <a:pt x="1653476" y="1079462"/>
                  </a:lnTo>
                  <a:lnTo>
                    <a:pt x="1654548" y="1078574"/>
                  </a:lnTo>
                  <a:lnTo>
                    <a:pt x="1655620" y="1077684"/>
                  </a:lnTo>
                  <a:lnTo>
                    <a:pt x="1656691" y="1076792"/>
                  </a:lnTo>
                  <a:lnTo>
                    <a:pt x="1657763" y="1075900"/>
                  </a:lnTo>
                  <a:lnTo>
                    <a:pt x="1658834" y="1075006"/>
                  </a:lnTo>
                  <a:lnTo>
                    <a:pt x="1659906" y="1074111"/>
                  </a:lnTo>
                  <a:lnTo>
                    <a:pt x="1660978" y="1073214"/>
                  </a:lnTo>
                  <a:lnTo>
                    <a:pt x="1662049" y="1072317"/>
                  </a:lnTo>
                  <a:lnTo>
                    <a:pt x="1663121" y="1071418"/>
                  </a:lnTo>
                  <a:lnTo>
                    <a:pt x="1664192" y="1070517"/>
                  </a:lnTo>
                  <a:lnTo>
                    <a:pt x="1665264" y="1069616"/>
                  </a:lnTo>
                  <a:lnTo>
                    <a:pt x="1666336" y="1068713"/>
                  </a:lnTo>
                  <a:lnTo>
                    <a:pt x="1667407" y="1067809"/>
                  </a:lnTo>
                  <a:lnTo>
                    <a:pt x="1668479" y="1066903"/>
                  </a:lnTo>
                  <a:lnTo>
                    <a:pt x="1669550" y="1065996"/>
                  </a:lnTo>
                  <a:lnTo>
                    <a:pt x="1670622" y="1065088"/>
                  </a:lnTo>
                  <a:lnTo>
                    <a:pt x="1671694" y="1064179"/>
                  </a:lnTo>
                  <a:lnTo>
                    <a:pt x="1672765" y="1063268"/>
                  </a:lnTo>
                  <a:lnTo>
                    <a:pt x="1673837" y="1062356"/>
                  </a:lnTo>
                  <a:lnTo>
                    <a:pt x="1674908" y="1061443"/>
                  </a:lnTo>
                  <a:lnTo>
                    <a:pt x="1675980" y="1060529"/>
                  </a:lnTo>
                  <a:lnTo>
                    <a:pt x="1677052" y="1059613"/>
                  </a:lnTo>
                  <a:lnTo>
                    <a:pt x="1678123" y="1058695"/>
                  </a:lnTo>
                  <a:lnTo>
                    <a:pt x="1679195" y="1057777"/>
                  </a:lnTo>
                  <a:lnTo>
                    <a:pt x="1680266" y="1056857"/>
                  </a:lnTo>
                  <a:lnTo>
                    <a:pt x="1681338" y="1055936"/>
                  </a:lnTo>
                  <a:lnTo>
                    <a:pt x="1682410" y="1055014"/>
                  </a:lnTo>
                  <a:lnTo>
                    <a:pt x="1683481" y="1054090"/>
                  </a:lnTo>
                  <a:lnTo>
                    <a:pt x="1684553" y="1053165"/>
                  </a:lnTo>
                  <a:lnTo>
                    <a:pt x="1685624" y="1052239"/>
                  </a:lnTo>
                  <a:lnTo>
                    <a:pt x="1686696" y="1051311"/>
                  </a:lnTo>
                  <a:lnTo>
                    <a:pt x="1687768" y="1050382"/>
                  </a:lnTo>
                  <a:lnTo>
                    <a:pt x="1688839" y="1049452"/>
                  </a:lnTo>
                  <a:lnTo>
                    <a:pt x="1689911" y="1048520"/>
                  </a:lnTo>
                  <a:lnTo>
                    <a:pt x="1690982" y="1047587"/>
                  </a:lnTo>
                  <a:lnTo>
                    <a:pt x="1692054" y="1046653"/>
                  </a:lnTo>
                  <a:lnTo>
                    <a:pt x="1693126" y="1045718"/>
                  </a:lnTo>
                  <a:lnTo>
                    <a:pt x="1694197" y="1044781"/>
                  </a:lnTo>
                  <a:lnTo>
                    <a:pt x="1695269" y="1043843"/>
                  </a:lnTo>
                  <a:lnTo>
                    <a:pt x="1696340" y="1042903"/>
                  </a:lnTo>
                  <a:lnTo>
                    <a:pt x="1697412" y="1041963"/>
                  </a:lnTo>
                  <a:lnTo>
                    <a:pt x="1698484" y="1041021"/>
                  </a:lnTo>
                  <a:lnTo>
                    <a:pt x="1699555" y="1040077"/>
                  </a:lnTo>
                  <a:lnTo>
                    <a:pt x="1700627" y="1039133"/>
                  </a:lnTo>
                  <a:lnTo>
                    <a:pt x="1701698" y="1038187"/>
                  </a:lnTo>
                  <a:lnTo>
                    <a:pt x="1702770" y="1037239"/>
                  </a:lnTo>
                  <a:lnTo>
                    <a:pt x="1703842" y="1036291"/>
                  </a:lnTo>
                  <a:lnTo>
                    <a:pt x="1704913" y="1035341"/>
                  </a:lnTo>
                  <a:lnTo>
                    <a:pt x="1705985" y="1034390"/>
                  </a:lnTo>
                  <a:lnTo>
                    <a:pt x="1707056" y="1033438"/>
                  </a:lnTo>
                  <a:lnTo>
                    <a:pt x="1708128" y="1032484"/>
                  </a:lnTo>
                  <a:lnTo>
                    <a:pt x="1709200" y="1031529"/>
                  </a:lnTo>
                  <a:lnTo>
                    <a:pt x="1710271" y="1030572"/>
                  </a:lnTo>
                  <a:lnTo>
                    <a:pt x="1711343" y="1029615"/>
                  </a:lnTo>
                  <a:lnTo>
                    <a:pt x="1712414" y="1028656"/>
                  </a:lnTo>
                  <a:lnTo>
                    <a:pt x="1713486" y="1027696"/>
                  </a:lnTo>
                  <a:lnTo>
                    <a:pt x="1714558" y="1026734"/>
                  </a:lnTo>
                  <a:lnTo>
                    <a:pt x="1715629" y="1025771"/>
                  </a:lnTo>
                  <a:lnTo>
                    <a:pt x="1716701" y="1024807"/>
                  </a:lnTo>
                  <a:lnTo>
                    <a:pt x="1717772" y="1023842"/>
                  </a:lnTo>
                  <a:lnTo>
                    <a:pt x="1718844" y="1022875"/>
                  </a:lnTo>
                  <a:lnTo>
                    <a:pt x="1719916" y="1021908"/>
                  </a:lnTo>
                  <a:lnTo>
                    <a:pt x="1720987" y="1020938"/>
                  </a:lnTo>
                  <a:lnTo>
                    <a:pt x="1722059" y="1019968"/>
                  </a:lnTo>
                  <a:lnTo>
                    <a:pt x="1723130" y="1018996"/>
                  </a:lnTo>
                  <a:lnTo>
                    <a:pt x="1724202" y="1018023"/>
                  </a:lnTo>
                  <a:lnTo>
                    <a:pt x="1725274" y="1017049"/>
                  </a:lnTo>
                  <a:lnTo>
                    <a:pt x="1726345" y="1016073"/>
                  </a:lnTo>
                  <a:lnTo>
                    <a:pt x="1727417" y="1015097"/>
                  </a:lnTo>
                  <a:lnTo>
                    <a:pt x="1728488" y="1014119"/>
                  </a:lnTo>
                  <a:lnTo>
                    <a:pt x="1729560" y="1013139"/>
                  </a:lnTo>
                  <a:lnTo>
                    <a:pt x="1730632" y="1012159"/>
                  </a:lnTo>
                  <a:lnTo>
                    <a:pt x="1731703" y="1011177"/>
                  </a:lnTo>
                  <a:lnTo>
                    <a:pt x="1732775" y="1010194"/>
                  </a:lnTo>
                  <a:lnTo>
                    <a:pt x="1733846" y="1009210"/>
                  </a:lnTo>
                  <a:lnTo>
                    <a:pt x="1734918" y="1008224"/>
                  </a:lnTo>
                  <a:lnTo>
                    <a:pt x="1735990" y="1007237"/>
                  </a:lnTo>
                  <a:lnTo>
                    <a:pt x="1737061" y="1006249"/>
                  </a:lnTo>
                  <a:lnTo>
                    <a:pt x="1738133" y="1005260"/>
                  </a:lnTo>
                  <a:lnTo>
                    <a:pt x="1739204" y="1004269"/>
                  </a:lnTo>
                  <a:lnTo>
                    <a:pt x="1740276" y="1003278"/>
                  </a:lnTo>
                  <a:lnTo>
                    <a:pt x="1741348" y="1002285"/>
                  </a:lnTo>
                  <a:lnTo>
                    <a:pt x="1742419" y="1001290"/>
                  </a:lnTo>
                  <a:lnTo>
                    <a:pt x="1743491" y="1000295"/>
                  </a:lnTo>
                  <a:lnTo>
                    <a:pt x="1744562" y="999298"/>
                  </a:lnTo>
                  <a:lnTo>
                    <a:pt x="1745634" y="998301"/>
                  </a:lnTo>
                  <a:lnTo>
                    <a:pt x="1746706" y="997301"/>
                  </a:lnTo>
                  <a:lnTo>
                    <a:pt x="1747777" y="996301"/>
                  </a:lnTo>
                  <a:lnTo>
                    <a:pt x="1748849" y="995300"/>
                  </a:lnTo>
                  <a:lnTo>
                    <a:pt x="1749920" y="994297"/>
                  </a:lnTo>
                  <a:lnTo>
                    <a:pt x="1750992" y="993293"/>
                  </a:lnTo>
                  <a:lnTo>
                    <a:pt x="1752064" y="992288"/>
                  </a:lnTo>
                  <a:lnTo>
                    <a:pt x="1753135" y="991282"/>
                  </a:lnTo>
                  <a:lnTo>
                    <a:pt x="1754207" y="990275"/>
                  </a:lnTo>
                  <a:lnTo>
                    <a:pt x="1755278" y="989266"/>
                  </a:lnTo>
                  <a:lnTo>
                    <a:pt x="1756350" y="988256"/>
                  </a:lnTo>
                  <a:lnTo>
                    <a:pt x="1757422" y="987245"/>
                  </a:lnTo>
                  <a:lnTo>
                    <a:pt x="1758493" y="986233"/>
                  </a:lnTo>
                  <a:lnTo>
                    <a:pt x="1759565" y="985220"/>
                  </a:lnTo>
                  <a:lnTo>
                    <a:pt x="1760636" y="984205"/>
                  </a:lnTo>
                  <a:lnTo>
                    <a:pt x="1761708" y="983190"/>
                  </a:lnTo>
                  <a:lnTo>
                    <a:pt x="1762780" y="982173"/>
                  </a:lnTo>
                  <a:lnTo>
                    <a:pt x="1763851" y="981155"/>
                  </a:lnTo>
                  <a:lnTo>
                    <a:pt x="1764923" y="980136"/>
                  </a:lnTo>
                  <a:lnTo>
                    <a:pt x="1765994" y="979116"/>
                  </a:lnTo>
                  <a:lnTo>
                    <a:pt x="1767066" y="978095"/>
                  </a:lnTo>
                  <a:lnTo>
                    <a:pt x="1768138" y="977072"/>
                  </a:lnTo>
                  <a:lnTo>
                    <a:pt x="1769209" y="976049"/>
                  </a:lnTo>
                  <a:lnTo>
                    <a:pt x="1770281" y="975024"/>
                  </a:lnTo>
                  <a:lnTo>
                    <a:pt x="1771352" y="973999"/>
                  </a:lnTo>
                  <a:lnTo>
                    <a:pt x="1772424" y="972972"/>
                  </a:lnTo>
                  <a:lnTo>
                    <a:pt x="1773496" y="971944"/>
                  </a:lnTo>
                  <a:lnTo>
                    <a:pt x="1774567" y="970915"/>
                  </a:lnTo>
                  <a:lnTo>
                    <a:pt x="1775639" y="969884"/>
                  </a:lnTo>
                  <a:lnTo>
                    <a:pt x="1776710" y="968853"/>
                  </a:lnTo>
                  <a:lnTo>
                    <a:pt x="1777782" y="967821"/>
                  </a:lnTo>
                  <a:lnTo>
                    <a:pt x="1778853" y="966787"/>
                  </a:lnTo>
                  <a:lnTo>
                    <a:pt x="1779925" y="965753"/>
                  </a:lnTo>
                  <a:lnTo>
                    <a:pt x="1780997" y="964717"/>
                  </a:lnTo>
                  <a:lnTo>
                    <a:pt x="1782068" y="963681"/>
                  </a:lnTo>
                  <a:lnTo>
                    <a:pt x="1783140" y="962643"/>
                  </a:lnTo>
                  <a:lnTo>
                    <a:pt x="1784211" y="961604"/>
                  </a:lnTo>
                  <a:lnTo>
                    <a:pt x="1785283" y="960565"/>
                  </a:lnTo>
                  <a:lnTo>
                    <a:pt x="1786355" y="959524"/>
                  </a:lnTo>
                  <a:lnTo>
                    <a:pt x="1787426" y="958482"/>
                  </a:lnTo>
                  <a:lnTo>
                    <a:pt x="1788498" y="957439"/>
                  </a:lnTo>
                  <a:lnTo>
                    <a:pt x="1789569" y="956395"/>
                  </a:lnTo>
                  <a:lnTo>
                    <a:pt x="1790641" y="955350"/>
                  </a:lnTo>
                  <a:lnTo>
                    <a:pt x="1791713" y="954304"/>
                  </a:lnTo>
                  <a:lnTo>
                    <a:pt x="1792784" y="953257"/>
                  </a:lnTo>
                  <a:lnTo>
                    <a:pt x="1793856" y="952210"/>
                  </a:lnTo>
                  <a:lnTo>
                    <a:pt x="1794927" y="951161"/>
                  </a:lnTo>
                  <a:lnTo>
                    <a:pt x="1795999" y="950111"/>
                  </a:lnTo>
                  <a:lnTo>
                    <a:pt x="1797071" y="949060"/>
                  </a:lnTo>
                  <a:lnTo>
                    <a:pt x="1798142" y="948008"/>
                  </a:lnTo>
                  <a:lnTo>
                    <a:pt x="1799214" y="946955"/>
                  </a:lnTo>
                  <a:lnTo>
                    <a:pt x="1800285" y="945901"/>
                  </a:lnTo>
                  <a:lnTo>
                    <a:pt x="1801357" y="944847"/>
                  </a:lnTo>
                  <a:lnTo>
                    <a:pt x="1802429" y="943791"/>
                  </a:lnTo>
                  <a:lnTo>
                    <a:pt x="1803500" y="942734"/>
                  </a:lnTo>
                  <a:lnTo>
                    <a:pt x="1804572" y="941677"/>
                  </a:lnTo>
                  <a:lnTo>
                    <a:pt x="1805643" y="940618"/>
                  </a:lnTo>
                  <a:lnTo>
                    <a:pt x="1806715" y="939559"/>
                  </a:lnTo>
                  <a:lnTo>
                    <a:pt x="1807787" y="938498"/>
                  </a:lnTo>
                  <a:lnTo>
                    <a:pt x="1808858" y="937437"/>
                  </a:lnTo>
                  <a:lnTo>
                    <a:pt x="1809930" y="936375"/>
                  </a:lnTo>
                  <a:lnTo>
                    <a:pt x="1811001" y="935312"/>
                  </a:lnTo>
                  <a:lnTo>
                    <a:pt x="1812073" y="934248"/>
                  </a:lnTo>
                  <a:lnTo>
                    <a:pt x="1813145" y="933183"/>
                  </a:lnTo>
                  <a:lnTo>
                    <a:pt x="1814216" y="932117"/>
                  </a:lnTo>
                  <a:lnTo>
                    <a:pt x="1815288" y="931050"/>
                  </a:lnTo>
                  <a:lnTo>
                    <a:pt x="1816359" y="929983"/>
                  </a:lnTo>
                  <a:lnTo>
                    <a:pt x="1817431" y="928915"/>
                  </a:lnTo>
                  <a:lnTo>
                    <a:pt x="1818503" y="927845"/>
                  </a:lnTo>
                  <a:lnTo>
                    <a:pt x="1819574" y="926775"/>
                  </a:lnTo>
                  <a:lnTo>
                    <a:pt x="1820646" y="925704"/>
                  </a:lnTo>
                  <a:lnTo>
                    <a:pt x="1821717" y="924633"/>
                  </a:lnTo>
                  <a:lnTo>
                    <a:pt x="1822789" y="923560"/>
                  </a:lnTo>
                  <a:lnTo>
                    <a:pt x="1823861" y="922487"/>
                  </a:lnTo>
                  <a:lnTo>
                    <a:pt x="1824932" y="921413"/>
                  </a:lnTo>
                  <a:lnTo>
                    <a:pt x="1826004" y="920338"/>
                  </a:lnTo>
                  <a:lnTo>
                    <a:pt x="1827075" y="919262"/>
                  </a:lnTo>
                  <a:lnTo>
                    <a:pt x="1828147" y="918185"/>
                  </a:lnTo>
                  <a:lnTo>
                    <a:pt x="1829219" y="917108"/>
                  </a:lnTo>
                  <a:lnTo>
                    <a:pt x="1830290" y="916030"/>
                  </a:lnTo>
                  <a:lnTo>
                    <a:pt x="1831362" y="914951"/>
                  </a:lnTo>
                  <a:lnTo>
                    <a:pt x="1832433" y="913871"/>
                  </a:lnTo>
                  <a:lnTo>
                    <a:pt x="1833505" y="912791"/>
                  </a:lnTo>
                  <a:lnTo>
                    <a:pt x="1834577" y="911710"/>
                  </a:lnTo>
                  <a:lnTo>
                    <a:pt x="1835648" y="910628"/>
                  </a:lnTo>
                  <a:lnTo>
                    <a:pt x="1836720" y="909545"/>
                  </a:lnTo>
                  <a:lnTo>
                    <a:pt x="1837791" y="908462"/>
                  </a:lnTo>
                  <a:lnTo>
                    <a:pt x="1838863" y="907378"/>
                  </a:lnTo>
                  <a:lnTo>
                    <a:pt x="1839935" y="906293"/>
                  </a:lnTo>
                  <a:lnTo>
                    <a:pt x="1841006" y="905208"/>
                  </a:lnTo>
                  <a:lnTo>
                    <a:pt x="1842078" y="904122"/>
                  </a:lnTo>
                  <a:lnTo>
                    <a:pt x="1843149" y="903035"/>
                  </a:lnTo>
                  <a:lnTo>
                    <a:pt x="1844221" y="901947"/>
                  </a:lnTo>
                  <a:lnTo>
                    <a:pt x="1845293" y="900859"/>
                  </a:lnTo>
                  <a:lnTo>
                    <a:pt x="1846364" y="899770"/>
                  </a:lnTo>
                  <a:lnTo>
                    <a:pt x="1847436" y="898681"/>
                  </a:lnTo>
                  <a:lnTo>
                    <a:pt x="1848507" y="897591"/>
                  </a:lnTo>
                  <a:lnTo>
                    <a:pt x="1849579" y="896500"/>
                  </a:lnTo>
                  <a:lnTo>
                    <a:pt x="1850651" y="895409"/>
                  </a:lnTo>
                  <a:lnTo>
                    <a:pt x="1851722" y="894317"/>
                  </a:lnTo>
                  <a:lnTo>
                    <a:pt x="1852794" y="893224"/>
                  </a:lnTo>
                  <a:lnTo>
                    <a:pt x="1853865" y="892131"/>
                  </a:lnTo>
                  <a:lnTo>
                    <a:pt x="1854937" y="891037"/>
                  </a:lnTo>
                  <a:lnTo>
                    <a:pt x="1856009" y="889943"/>
                  </a:lnTo>
                  <a:lnTo>
                    <a:pt x="1857080" y="888848"/>
                  </a:lnTo>
                  <a:lnTo>
                    <a:pt x="1858152" y="887752"/>
                  </a:lnTo>
                  <a:lnTo>
                    <a:pt x="1859223" y="886656"/>
                  </a:lnTo>
                  <a:lnTo>
                    <a:pt x="1860295" y="885560"/>
                  </a:lnTo>
                  <a:lnTo>
                    <a:pt x="1861367" y="884463"/>
                  </a:lnTo>
                  <a:lnTo>
                    <a:pt x="1862438" y="883365"/>
                  </a:lnTo>
                  <a:lnTo>
                    <a:pt x="1863510" y="882267"/>
                  </a:lnTo>
                  <a:lnTo>
                    <a:pt x="1864581" y="881168"/>
                  </a:lnTo>
                  <a:lnTo>
                    <a:pt x="1865653" y="880069"/>
                  </a:lnTo>
                  <a:lnTo>
                    <a:pt x="1866725" y="878969"/>
                  </a:lnTo>
                  <a:lnTo>
                    <a:pt x="1867796" y="877869"/>
                  </a:lnTo>
                  <a:lnTo>
                    <a:pt x="1868868" y="876768"/>
                  </a:lnTo>
                  <a:lnTo>
                    <a:pt x="1869939" y="875667"/>
                  </a:lnTo>
                  <a:lnTo>
                    <a:pt x="1871011" y="874565"/>
                  </a:lnTo>
                  <a:lnTo>
                    <a:pt x="1872083" y="873463"/>
                  </a:lnTo>
                  <a:lnTo>
                    <a:pt x="1873154" y="872361"/>
                  </a:lnTo>
                  <a:lnTo>
                    <a:pt x="1874226" y="871258"/>
                  </a:lnTo>
                  <a:lnTo>
                    <a:pt x="1875297" y="870154"/>
                  </a:lnTo>
                  <a:lnTo>
                    <a:pt x="1876369" y="869050"/>
                  </a:lnTo>
                  <a:lnTo>
                    <a:pt x="1877441" y="867946"/>
                  </a:lnTo>
                  <a:lnTo>
                    <a:pt x="1878512" y="866841"/>
                  </a:lnTo>
                  <a:lnTo>
                    <a:pt x="1879584" y="865736"/>
                  </a:lnTo>
                  <a:lnTo>
                    <a:pt x="1880655" y="864631"/>
                  </a:lnTo>
                  <a:lnTo>
                    <a:pt x="1881727" y="863525"/>
                  </a:lnTo>
                  <a:lnTo>
                    <a:pt x="1882799" y="862419"/>
                  </a:lnTo>
                  <a:lnTo>
                    <a:pt x="1883870" y="861313"/>
                  </a:lnTo>
                  <a:lnTo>
                    <a:pt x="1884942" y="860206"/>
                  </a:lnTo>
                  <a:lnTo>
                    <a:pt x="1886013" y="859099"/>
                  </a:lnTo>
                  <a:lnTo>
                    <a:pt x="1887085" y="857991"/>
                  </a:lnTo>
                  <a:lnTo>
                    <a:pt x="1888157" y="856883"/>
                  </a:lnTo>
                  <a:lnTo>
                    <a:pt x="1889228" y="855775"/>
                  </a:lnTo>
                  <a:lnTo>
                    <a:pt x="1890300" y="854667"/>
                  </a:lnTo>
                  <a:lnTo>
                    <a:pt x="1891371" y="853558"/>
                  </a:lnTo>
                  <a:lnTo>
                    <a:pt x="1892443" y="852449"/>
                  </a:lnTo>
                  <a:lnTo>
                    <a:pt x="1893515" y="851340"/>
                  </a:lnTo>
                  <a:lnTo>
                    <a:pt x="1894586" y="850230"/>
                  </a:lnTo>
                  <a:lnTo>
                    <a:pt x="1895658" y="849121"/>
                  </a:lnTo>
                  <a:lnTo>
                    <a:pt x="1896729" y="848011"/>
                  </a:lnTo>
                  <a:lnTo>
                    <a:pt x="1897801" y="846900"/>
                  </a:lnTo>
                  <a:lnTo>
                    <a:pt x="1898873" y="845790"/>
                  </a:lnTo>
                  <a:lnTo>
                    <a:pt x="1899944" y="844679"/>
                  </a:lnTo>
                  <a:lnTo>
                    <a:pt x="1901016" y="843568"/>
                  </a:lnTo>
                  <a:lnTo>
                    <a:pt x="1902087" y="842457"/>
                  </a:lnTo>
                  <a:lnTo>
                    <a:pt x="1903159" y="841346"/>
                  </a:lnTo>
                  <a:lnTo>
                    <a:pt x="1904231" y="840235"/>
                  </a:lnTo>
                  <a:lnTo>
                    <a:pt x="1905302" y="839123"/>
                  </a:lnTo>
                  <a:lnTo>
                    <a:pt x="1906374" y="838011"/>
                  </a:lnTo>
                  <a:lnTo>
                    <a:pt x="1907445" y="836900"/>
                  </a:lnTo>
                  <a:lnTo>
                    <a:pt x="1908517" y="835788"/>
                  </a:lnTo>
                  <a:lnTo>
                    <a:pt x="1909589" y="834676"/>
                  </a:lnTo>
                  <a:lnTo>
                    <a:pt x="1910660" y="833563"/>
                  </a:lnTo>
                  <a:lnTo>
                    <a:pt x="1911732" y="832451"/>
                  </a:lnTo>
                  <a:lnTo>
                    <a:pt x="1912803" y="831339"/>
                  </a:lnTo>
                  <a:lnTo>
                    <a:pt x="1913875" y="830226"/>
                  </a:lnTo>
                  <a:lnTo>
                    <a:pt x="1914947" y="829114"/>
                  </a:lnTo>
                  <a:lnTo>
                    <a:pt x="1916018" y="828001"/>
                  </a:lnTo>
                  <a:lnTo>
                    <a:pt x="1917090" y="826888"/>
                  </a:lnTo>
                  <a:lnTo>
                    <a:pt x="1918161" y="825776"/>
                  </a:lnTo>
                  <a:lnTo>
                    <a:pt x="1919233" y="824663"/>
                  </a:lnTo>
                  <a:lnTo>
                    <a:pt x="1920305" y="823550"/>
                  </a:lnTo>
                  <a:lnTo>
                    <a:pt x="1921376" y="822438"/>
                  </a:lnTo>
                  <a:lnTo>
                    <a:pt x="1922448" y="821325"/>
                  </a:lnTo>
                  <a:lnTo>
                    <a:pt x="1923519" y="820212"/>
                  </a:lnTo>
                  <a:lnTo>
                    <a:pt x="1924591" y="819100"/>
                  </a:lnTo>
                  <a:lnTo>
                    <a:pt x="1925663" y="817987"/>
                  </a:lnTo>
                  <a:lnTo>
                    <a:pt x="1926734" y="816874"/>
                  </a:lnTo>
                  <a:lnTo>
                    <a:pt x="1927806" y="815762"/>
                  </a:lnTo>
                  <a:lnTo>
                    <a:pt x="1928877" y="814650"/>
                  </a:lnTo>
                  <a:lnTo>
                    <a:pt x="1929949" y="813537"/>
                  </a:lnTo>
                  <a:lnTo>
                    <a:pt x="1931021" y="812425"/>
                  </a:lnTo>
                  <a:lnTo>
                    <a:pt x="1932092" y="811313"/>
                  </a:lnTo>
                  <a:lnTo>
                    <a:pt x="1933164" y="810201"/>
                  </a:lnTo>
                  <a:lnTo>
                    <a:pt x="1934235" y="809089"/>
                  </a:lnTo>
                  <a:lnTo>
                    <a:pt x="1935307" y="807977"/>
                  </a:lnTo>
                  <a:lnTo>
                    <a:pt x="1936379" y="806865"/>
                  </a:lnTo>
                  <a:lnTo>
                    <a:pt x="1937450" y="805754"/>
                  </a:lnTo>
                  <a:lnTo>
                    <a:pt x="1938522" y="804643"/>
                  </a:lnTo>
                  <a:lnTo>
                    <a:pt x="1939593" y="803532"/>
                  </a:lnTo>
                  <a:lnTo>
                    <a:pt x="1940665" y="802421"/>
                  </a:lnTo>
                  <a:lnTo>
                    <a:pt x="1941737" y="801310"/>
                  </a:lnTo>
                  <a:lnTo>
                    <a:pt x="1942808" y="800199"/>
                  </a:lnTo>
                  <a:lnTo>
                    <a:pt x="1943880" y="799089"/>
                  </a:lnTo>
                  <a:lnTo>
                    <a:pt x="1944951" y="797979"/>
                  </a:lnTo>
                  <a:lnTo>
                    <a:pt x="1946023" y="796869"/>
                  </a:lnTo>
                  <a:lnTo>
                    <a:pt x="1947095" y="795760"/>
                  </a:lnTo>
                  <a:lnTo>
                    <a:pt x="1948166" y="794650"/>
                  </a:lnTo>
                  <a:lnTo>
                    <a:pt x="1949238" y="793541"/>
                  </a:lnTo>
                  <a:lnTo>
                    <a:pt x="1950309" y="792433"/>
                  </a:lnTo>
                  <a:lnTo>
                    <a:pt x="1951381" y="791324"/>
                  </a:lnTo>
                  <a:lnTo>
                    <a:pt x="1952453" y="790216"/>
                  </a:lnTo>
                  <a:lnTo>
                    <a:pt x="1953524" y="789109"/>
                  </a:lnTo>
                  <a:lnTo>
                    <a:pt x="1954596" y="788001"/>
                  </a:lnTo>
                  <a:lnTo>
                    <a:pt x="1955667" y="786894"/>
                  </a:lnTo>
                  <a:lnTo>
                    <a:pt x="1956739" y="785787"/>
                  </a:lnTo>
                  <a:lnTo>
                    <a:pt x="1957810" y="784681"/>
                  </a:lnTo>
                  <a:lnTo>
                    <a:pt x="1958882" y="783575"/>
                  </a:lnTo>
                  <a:lnTo>
                    <a:pt x="1959954" y="782470"/>
                  </a:lnTo>
                  <a:lnTo>
                    <a:pt x="1961025" y="781365"/>
                  </a:lnTo>
                  <a:lnTo>
                    <a:pt x="1962097" y="780260"/>
                  </a:lnTo>
                  <a:lnTo>
                    <a:pt x="1963168" y="779156"/>
                  </a:lnTo>
                  <a:lnTo>
                    <a:pt x="1964240" y="778052"/>
                  </a:lnTo>
                  <a:lnTo>
                    <a:pt x="1965312" y="776948"/>
                  </a:lnTo>
                  <a:lnTo>
                    <a:pt x="1966383" y="775846"/>
                  </a:lnTo>
                  <a:lnTo>
                    <a:pt x="1967455" y="774743"/>
                  </a:lnTo>
                  <a:lnTo>
                    <a:pt x="1968526" y="773641"/>
                  </a:lnTo>
                  <a:lnTo>
                    <a:pt x="1969598" y="772540"/>
                  </a:lnTo>
                  <a:lnTo>
                    <a:pt x="1970670" y="771439"/>
                  </a:lnTo>
                  <a:lnTo>
                    <a:pt x="1971741" y="770339"/>
                  </a:lnTo>
                  <a:lnTo>
                    <a:pt x="1972813" y="769239"/>
                  </a:lnTo>
                  <a:lnTo>
                    <a:pt x="1973884" y="768140"/>
                  </a:lnTo>
                  <a:lnTo>
                    <a:pt x="1974956" y="767041"/>
                  </a:lnTo>
                  <a:lnTo>
                    <a:pt x="1976028" y="765943"/>
                  </a:lnTo>
                  <a:lnTo>
                    <a:pt x="1977099" y="764845"/>
                  </a:lnTo>
                  <a:lnTo>
                    <a:pt x="1978171" y="763749"/>
                  </a:lnTo>
                  <a:lnTo>
                    <a:pt x="1979242" y="762652"/>
                  </a:lnTo>
                  <a:lnTo>
                    <a:pt x="1980314" y="761557"/>
                  </a:lnTo>
                  <a:lnTo>
                    <a:pt x="1981386" y="760462"/>
                  </a:lnTo>
                  <a:lnTo>
                    <a:pt x="1982457" y="759367"/>
                  </a:lnTo>
                  <a:lnTo>
                    <a:pt x="1983529" y="758274"/>
                  </a:lnTo>
                  <a:lnTo>
                    <a:pt x="1984600" y="757181"/>
                  </a:lnTo>
                  <a:lnTo>
                    <a:pt x="1985672" y="756088"/>
                  </a:lnTo>
                  <a:lnTo>
                    <a:pt x="1986744" y="754997"/>
                  </a:lnTo>
                  <a:lnTo>
                    <a:pt x="1987815" y="753906"/>
                  </a:lnTo>
                  <a:lnTo>
                    <a:pt x="1988887" y="752816"/>
                  </a:lnTo>
                  <a:lnTo>
                    <a:pt x="1989958" y="751726"/>
                  </a:lnTo>
                  <a:lnTo>
                    <a:pt x="1991030" y="750637"/>
                  </a:lnTo>
                  <a:lnTo>
                    <a:pt x="1992102" y="749550"/>
                  </a:lnTo>
                  <a:lnTo>
                    <a:pt x="1993173" y="748462"/>
                  </a:lnTo>
                  <a:lnTo>
                    <a:pt x="1994245" y="747376"/>
                  </a:lnTo>
                  <a:lnTo>
                    <a:pt x="1995316" y="746291"/>
                  </a:lnTo>
                  <a:lnTo>
                    <a:pt x="1996388" y="745206"/>
                  </a:lnTo>
                  <a:lnTo>
                    <a:pt x="1997460" y="744122"/>
                  </a:lnTo>
                  <a:lnTo>
                    <a:pt x="1998531" y="743039"/>
                  </a:lnTo>
                  <a:lnTo>
                    <a:pt x="1999603" y="741957"/>
                  </a:lnTo>
                  <a:lnTo>
                    <a:pt x="2000674" y="740875"/>
                  </a:lnTo>
                  <a:lnTo>
                    <a:pt x="2001746" y="739795"/>
                  </a:lnTo>
                  <a:lnTo>
                    <a:pt x="2002818" y="738715"/>
                  </a:lnTo>
                  <a:lnTo>
                    <a:pt x="2003889" y="737637"/>
                  </a:lnTo>
                  <a:lnTo>
                    <a:pt x="2004961" y="736559"/>
                  </a:lnTo>
                  <a:lnTo>
                    <a:pt x="2006032" y="735482"/>
                  </a:lnTo>
                  <a:lnTo>
                    <a:pt x="2007104" y="734407"/>
                  </a:lnTo>
                  <a:lnTo>
                    <a:pt x="2008176" y="733332"/>
                  </a:lnTo>
                  <a:lnTo>
                    <a:pt x="2009247" y="732258"/>
                  </a:lnTo>
                  <a:lnTo>
                    <a:pt x="2010319" y="731185"/>
                  </a:lnTo>
                  <a:lnTo>
                    <a:pt x="2011390" y="730113"/>
                  </a:lnTo>
                  <a:lnTo>
                    <a:pt x="2012462" y="729042"/>
                  </a:lnTo>
                  <a:lnTo>
                    <a:pt x="2013534" y="727972"/>
                  </a:lnTo>
                  <a:lnTo>
                    <a:pt x="2014605" y="726903"/>
                  </a:lnTo>
                  <a:lnTo>
                    <a:pt x="2015677" y="725836"/>
                  </a:lnTo>
                  <a:lnTo>
                    <a:pt x="2016748" y="724769"/>
                  </a:lnTo>
                  <a:lnTo>
                    <a:pt x="2017820" y="723703"/>
                  </a:lnTo>
                  <a:lnTo>
                    <a:pt x="2018892" y="722639"/>
                  </a:lnTo>
                  <a:lnTo>
                    <a:pt x="2019963" y="721575"/>
                  </a:lnTo>
                  <a:lnTo>
                    <a:pt x="2021035" y="720513"/>
                  </a:lnTo>
                  <a:lnTo>
                    <a:pt x="2022106" y="719452"/>
                  </a:lnTo>
                  <a:lnTo>
                    <a:pt x="2023178" y="718392"/>
                  </a:lnTo>
                  <a:lnTo>
                    <a:pt x="2024250" y="717333"/>
                  </a:lnTo>
                  <a:lnTo>
                    <a:pt x="2025321" y="716275"/>
                  </a:lnTo>
                  <a:lnTo>
                    <a:pt x="2026393" y="715219"/>
                  </a:lnTo>
                  <a:lnTo>
                    <a:pt x="2027464" y="714164"/>
                  </a:lnTo>
                  <a:lnTo>
                    <a:pt x="2028536" y="713110"/>
                  </a:lnTo>
                  <a:lnTo>
                    <a:pt x="2029608" y="712057"/>
                  </a:lnTo>
                  <a:lnTo>
                    <a:pt x="2030679" y="711005"/>
                  </a:lnTo>
                  <a:lnTo>
                    <a:pt x="2031751" y="709955"/>
                  </a:lnTo>
                  <a:lnTo>
                    <a:pt x="2032822" y="708906"/>
                  </a:lnTo>
                  <a:lnTo>
                    <a:pt x="2033894" y="707858"/>
                  </a:lnTo>
                  <a:lnTo>
                    <a:pt x="2034966" y="706811"/>
                  </a:lnTo>
                  <a:lnTo>
                    <a:pt x="2036037" y="705766"/>
                  </a:lnTo>
                  <a:lnTo>
                    <a:pt x="2037109" y="704722"/>
                  </a:lnTo>
                  <a:lnTo>
                    <a:pt x="2038180" y="703680"/>
                  </a:lnTo>
                  <a:lnTo>
                    <a:pt x="2039252" y="702639"/>
                  </a:lnTo>
                  <a:lnTo>
                    <a:pt x="2040324" y="701599"/>
                  </a:lnTo>
                  <a:lnTo>
                    <a:pt x="2041395" y="700560"/>
                  </a:lnTo>
                  <a:lnTo>
                    <a:pt x="2042467" y="699523"/>
                  </a:lnTo>
                  <a:lnTo>
                    <a:pt x="2043538" y="698488"/>
                  </a:lnTo>
                  <a:lnTo>
                    <a:pt x="2044610" y="697454"/>
                  </a:lnTo>
                  <a:lnTo>
                    <a:pt x="2045682" y="696421"/>
                  </a:lnTo>
                  <a:lnTo>
                    <a:pt x="2046753" y="695389"/>
                  </a:lnTo>
                  <a:lnTo>
                    <a:pt x="2047825" y="694359"/>
                  </a:lnTo>
                  <a:lnTo>
                    <a:pt x="2048896" y="693331"/>
                  </a:lnTo>
                  <a:lnTo>
                    <a:pt x="2049968" y="692303"/>
                  </a:lnTo>
                  <a:lnTo>
                    <a:pt x="2051040" y="691278"/>
                  </a:lnTo>
                  <a:lnTo>
                    <a:pt x="2052111" y="690253"/>
                  </a:lnTo>
                  <a:lnTo>
                    <a:pt x="2053183" y="689230"/>
                  </a:lnTo>
                  <a:lnTo>
                    <a:pt x="2054254" y="688209"/>
                  </a:lnTo>
                  <a:lnTo>
                    <a:pt x="2055326" y="687189"/>
                  </a:lnTo>
                  <a:lnTo>
                    <a:pt x="2056398" y="686170"/>
                  </a:lnTo>
                  <a:lnTo>
                    <a:pt x="2057469" y="685153"/>
                  </a:lnTo>
                  <a:lnTo>
                    <a:pt x="2058541" y="684137"/>
                  </a:lnTo>
                  <a:lnTo>
                    <a:pt x="2059612" y="683123"/>
                  </a:lnTo>
                  <a:lnTo>
                    <a:pt x="2060684" y="682110"/>
                  </a:lnTo>
                  <a:lnTo>
                    <a:pt x="2061756" y="681098"/>
                  </a:lnTo>
                  <a:lnTo>
                    <a:pt x="2062827" y="680088"/>
                  </a:lnTo>
                  <a:lnTo>
                    <a:pt x="2063899" y="679079"/>
                  </a:lnTo>
                  <a:lnTo>
                    <a:pt x="2064970" y="678072"/>
                  </a:lnTo>
                  <a:lnTo>
                    <a:pt x="2066042" y="677066"/>
                  </a:lnTo>
                  <a:lnTo>
                    <a:pt x="2067114" y="676062"/>
                  </a:lnTo>
                  <a:lnTo>
                    <a:pt x="2068185" y="675059"/>
                  </a:lnTo>
                  <a:lnTo>
                    <a:pt x="2069257" y="674057"/>
                  </a:lnTo>
                  <a:lnTo>
                    <a:pt x="2070328" y="673057"/>
                  </a:lnTo>
                  <a:lnTo>
                    <a:pt x="2071400" y="672059"/>
                  </a:lnTo>
                  <a:lnTo>
                    <a:pt x="2072472" y="671061"/>
                  </a:lnTo>
                  <a:lnTo>
                    <a:pt x="2073543" y="670066"/>
                  </a:lnTo>
                  <a:lnTo>
                    <a:pt x="2074615" y="669071"/>
                  </a:lnTo>
                  <a:lnTo>
                    <a:pt x="2075686" y="668079"/>
                  </a:lnTo>
                  <a:lnTo>
                    <a:pt x="2076758" y="667087"/>
                  </a:lnTo>
                  <a:lnTo>
                    <a:pt x="2077830" y="666097"/>
                  </a:lnTo>
                  <a:lnTo>
                    <a:pt x="2078901" y="665109"/>
                  </a:lnTo>
                  <a:lnTo>
                    <a:pt x="2079973" y="664122"/>
                  </a:lnTo>
                  <a:lnTo>
                    <a:pt x="2081044" y="663136"/>
                  </a:lnTo>
                  <a:lnTo>
                    <a:pt x="2082116" y="662152"/>
                  </a:lnTo>
                  <a:lnTo>
                    <a:pt x="2083188" y="661169"/>
                  </a:lnTo>
                  <a:lnTo>
                    <a:pt x="2084259" y="660188"/>
                  </a:lnTo>
                  <a:lnTo>
                    <a:pt x="2085331" y="659209"/>
                  </a:lnTo>
                  <a:lnTo>
                    <a:pt x="2086402" y="658230"/>
                  </a:lnTo>
                  <a:lnTo>
                    <a:pt x="2087474" y="657253"/>
                  </a:lnTo>
                  <a:lnTo>
                    <a:pt x="2088546" y="656278"/>
                  </a:lnTo>
                  <a:lnTo>
                    <a:pt x="2089617" y="655304"/>
                  </a:lnTo>
                  <a:lnTo>
                    <a:pt x="2090689" y="654332"/>
                  </a:lnTo>
                  <a:lnTo>
                    <a:pt x="2091760" y="653361"/>
                  </a:lnTo>
                  <a:lnTo>
                    <a:pt x="2092832" y="652391"/>
                  </a:lnTo>
                  <a:lnTo>
                    <a:pt x="2093904" y="651423"/>
                  </a:lnTo>
                  <a:lnTo>
                    <a:pt x="2094975" y="650457"/>
                  </a:lnTo>
                  <a:lnTo>
                    <a:pt x="2096047" y="649492"/>
                  </a:lnTo>
                  <a:lnTo>
                    <a:pt x="2097118" y="648528"/>
                  </a:lnTo>
                  <a:lnTo>
                    <a:pt x="2098190" y="647566"/>
                  </a:lnTo>
                  <a:lnTo>
                    <a:pt x="2099262" y="646606"/>
                  </a:lnTo>
                  <a:lnTo>
                    <a:pt x="2100333" y="645646"/>
                  </a:lnTo>
                  <a:lnTo>
                    <a:pt x="2101405" y="644689"/>
                  </a:lnTo>
                  <a:lnTo>
                    <a:pt x="2102476" y="643733"/>
                  </a:lnTo>
                  <a:lnTo>
                    <a:pt x="2103548" y="642778"/>
                  </a:lnTo>
                  <a:lnTo>
                    <a:pt x="2104620" y="641825"/>
                  </a:lnTo>
                  <a:lnTo>
                    <a:pt x="2105691" y="640873"/>
                  </a:lnTo>
                  <a:lnTo>
                    <a:pt x="2106763" y="639923"/>
                  </a:lnTo>
                  <a:lnTo>
                    <a:pt x="2107834" y="638974"/>
                  </a:lnTo>
                  <a:lnTo>
                    <a:pt x="2108906" y="638027"/>
                  </a:lnTo>
                  <a:lnTo>
                    <a:pt x="2109978" y="637081"/>
                  </a:lnTo>
                  <a:lnTo>
                    <a:pt x="2111049" y="636136"/>
                  </a:lnTo>
                  <a:lnTo>
                    <a:pt x="2112121" y="635194"/>
                  </a:lnTo>
                  <a:lnTo>
                    <a:pt x="2113192" y="634252"/>
                  </a:lnTo>
                  <a:lnTo>
                    <a:pt x="2114264" y="633312"/>
                  </a:lnTo>
                  <a:lnTo>
                    <a:pt x="2115336" y="632374"/>
                  </a:lnTo>
                  <a:lnTo>
                    <a:pt x="2116407" y="631437"/>
                  </a:lnTo>
                  <a:lnTo>
                    <a:pt x="2117479" y="630502"/>
                  </a:lnTo>
                  <a:lnTo>
                    <a:pt x="2118550" y="629568"/>
                  </a:lnTo>
                  <a:lnTo>
                    <a:pt x="2119622" y="628635"/>
                  </a:lnTo>
                  <a:lnTo>
                    <a:pt x="2120694" y="627704"/>
                  </a:lnTo>
                  <a:lnTo>
                    <a:pt x="2121765" y="626775"/>
                  </a:lnTo>
                  <a:lnTo>
                    <a:pt x="2122837" y="625847"/>
                  </a:lnTo>
                  <a:lnTo>
                    <a:pt x="2123908" y="624921"/>
                  </a:lnTo>
                  <a:lnTo>
                    <a:pt x="2124980" y="623996"/>
                  </a:lnTo>
                  <a:lnTo>
                    <a:pt x="2126052" y="623072"/>
                  </a:lnTo>
                  <a:lnTo>
                    <a:pt x="2127123" y="622150"/>
                  </a:lnTo>
                  <a:lnTo>
                    <a:pt x="2128195" y="621230"/>
                  </a:lnTo>
                  <a:lnTo>
                    <a:pt x="2129266" y="620311"/>
                  </a:lnTo>
                  <a:lnTo>
                    <a:pt x="2130338" y="619394"/>
                  </a:lnTo>
                  <a:lnTo>
                    <a:pt x="2131409" y="618478"/>
                  </a:lnTo>
                  <a:lnTo>
                    <a:pt x="2132481" y="617563"/>
                  </a:lnTo>
                  <a:lnTo>
                    <a:pt x="2133553" y="616650"/>
                  </a:lnTo>
                  <a:lnTo>
                    <a:pt x="2134624" y="615739"/>
                  </a:lnTo>
                  <a:lnTo>
                    <a:pt x="2135696" y="614829"/>
                  </a:lnTo>
                  <a:lnTo>
                    <a:pt x="2136767" y="613921"/>
                  </a:lnTo>
                  <a:lnTo>
                    <a:pt x="2137839" y="613014"/>
                  </a:lnTo>
                  <a:lnTo>
                    <a:pt x="2138911" y="612109"/>
                  </a:lnTo>
                  <a:lnTo>
                    <a:pt x="2139982" y="611205"/>
                  </a:lnTo>
                  <a:lnTo>
                    <a:pt x="2141054" y="610302"/>
                  </a:lnTo>
                  <a:lnTo>
                    <a:pt x="2142125" y="609401"/>
                  </a:lnTo>
                  <a:lnTo>
                    <a:pt x="2143197" y="608502"/>
                  </a:lnTo>
                  <a:lnTo>
                    <a:pt x="2144269" y="607604"/>
                  </a:lnTo>
                  <a:lnTo>
                    <a:pt x="2145340" y="606708"/>
                  </a:lnTo>
                  <a:lnTo>
                    <a:pt x="2146412" y="605813"/>
                  </a:lnTo>
                  <a:lnTo>
                    <a:pt x="2147483" y="604920"/>
                  </a:lnTo>
                  <a:lnTo>
                    <a:pt x="2148555" y="604028"/>
                  </a:lnTo>
                  <a:lnTo>
                    <a:pt x="2149627" y="603138"/>
                  </a:lnTo>
                  <a:lnTo>
                    <a:pt x="2150698" y="602249"/>
                  </a:lnTo>
                  <a:lnTo>
                    <a:pt x="2151770" y="601362"/>
                  </a:lnTo>
                  <a:lnTo>
                    <a:pt x="2152841" y="600476"/>
                  </a:lnTo>
                  <a:lnTo>
                    <a:pt x="2153913" y="599592"/>
                  </a:lnTo>
                  <a:lnTo>
                    <a:pt x="2154985" y="598709"/>
                  </a:lnTo>
                  <a:lnTo>
                    <a:pt x="2156056" y="597828"/>
                  </a:lnTo>
                  <a:lnTo>
                    <a:pt x="2157128" y="596948"/>
                  </a:lnTo>
                  <a:lnTo>
                    <a:pt x="2158199" y="596070"/>
                  </a:lnTo>
                  <a:lnTo>
                    <a:pt x="2159271" y="595193"/>
                  </a:lnTo>
                  <a:lnTo>
                    <a:pt x="2160343" y="594318"/>
                  </a:lnTo>
                  <a:lnTo>
                    <a:pt x="2161414" y="593444"/>
                  </a:lnTo>
                  <a:lnTo>
                    <a:pt x="2162486" y="592572"/>
                  </a:lnTo>
                  <a:lnTo>
                    <a:pt x="2163557" y="591702"/>
                  </a:lnTo>
                  <a:lnTo>
                    <a:pt x="2164629" y="590833"/>
                  </a:lnTo>
                  <a:lnTo>
                    <a:pt x="2165701" y="589965"/>
                  </a:lnTo>
                  <a:lnTo>
                    <a:pt x="2166772" y="589099"/>
                  </a:lnTo>
                  <a:lnTo>
                    <a:pt x="2167844" y="588234"/>
                  </a:lnTo>
                  <a:lnTo>
                    <a:pt x="2168915" y="587371"/>
                  </a:lnTo>
                  <a:lnTo>
                    <a:pt x="2169987" y="586510"/>
                  </a:lnTo>
                  <a:lnTo>
                    <a:pt x="2171059" y="585650"/>
                  </a:lnTo>
                  <a:lnTo>
                    <a:pt x="2172130" y="584792"/>
                  </a:lnTo>
                  <a:lnTo>
                    <a:pt x="2173202" y="583935"/>
                  </a:lnTo>
                  <a:lnTo>
                    <a:pt x="2174273" y="583079"/>
                  </a:lnTo>
                  <a:lnTo>
                    <a:pt x="2175345" y="582225"/>
                  </a:lnTo>
                  <a:lnTo>
                    <a:pt x="2176417" y="581373"/>
                  </a:lnTo>
                  <a:lnTo>
                    <a:pt x="2177488" y="580522"/>
                  </a:lnTo>
                  <a:lnTo>
                    <a:pt x="2178560" y="579673"/>
                  </a:lnTo>
                  <a:lnTo>
                    <a:pt x="2179631" y="578825"/>
                  </a:lnTo>
                  <a:lnTo>
                    <a:pt x="2180703" y="577979"/>
                  </a:lnTo>
                  <a:lnTo>
                    <a:pt x="2181775" y="577134"/>
                  </a:lnTo>
                  <a:lnTo>
                    <a:pt x="2182846" y="576291"/>
                  </a:lnTo>
                  <a:lnTo>
                    <a:pt x="2183918" y="575449"/>
                  </a:lnTo>
                  <a:lnTo>
                    <a:pt x="2184989" y="574609"/>
                  </a:lnTo>
                  <a:lnTo>
                    <a:pt x="2186061" y="573770"/>
                  </a:lnTo>
                  <a:lnTo>
                    <a:pt x="2187133" y="572933"/>
                  </a:lnTo>
                  <a:lnTo>
                    <a:pt x="2188204" y="572097"/>
                  </a:lnTo>
                  <a:lnTo>
                    <a:pt x="2189276" y="571263"/>
                  </a:lnTo>
                  <a:lnTo>
                    <a:pt x="2190347" y="570430"/>
                  </a:lnTo>
                  <a:lnTo>
                    <a:pt x="2191419" y="569599"/>
                  </a:lnTo>
                  <a:lnTo>
                    <a:pt x="2192491" y="568770"/>
                  </a:lnTo>
                  <a:lnTo>
                    <a:pt x="2193562" y="567942"/>
                  </a:lnTo>
                  <a:lnTo>
                    <a:pt x="2194634" y="567115"/>
                  </a:lnTo>
                  <a:lnTo>
                    <a:pt x="2195705" y="566290"/>
                  </a:lnTo>
                  <a:lnTo>
                    <a:pt x="2196777" y="565467"/>
                  </a:lnTo>
                  <a:lnTo>
                    <a:pt x="2197849" y="564645"/>
                  </a:lnTo>
                  <a:lnTo>
                    <a:pt x="2198920" y="563824"/>
                  </a:lnTo>
                  <a:lnTo>
                    <a:pt x="2199992" y="563005"/>
                  </a:lnTo>
                  <a:lnTo>
                    <a:pt x="2201063" y="562188"/>
                  </a:lnTo>
                  <a:lnTo>
                    <a:pt x="2202135" y="561372"/>
                  </a:lnTo>
                  <a:lnTo>
                    <a:pt x="2203207" y="560558"/>
                  </a:lnTo>
                  <a:lnTo>
                    <a:pt x="2204278" y="559745"/>
                  </a:lnTo>
                  <a:lnTo>
                    <a:pt x="2205350" y="558934"/>
                  </a:lnTo>
                  <a:lnTo>
                    <a:pt x="2206421" y="558124"/>
                  </a:lnTo>
                  <a:lnTo>
                    <a:pt x="2207493" y="557316"/>
                  </a:lnTo>
                  <a:lnTo>
                    <a:pt x="2208565" y="556509"/>
                  </a:lnTo>
                  <a:lnTo>
                    <a:pt x="2209636" y="555704"/>
                  </a:lnTo>
                  <a:lnTo>
                    <a:pt x="2210708" y="554900"/>
                  </a:lnTo>
                  <a:lnTo>
                    <a:pt x="2211779" y="554098"/>
                  </a:lnTo>
                  <a:lnTo>
                    <a:pt x="2212851" y="553297"/>
                  </a:lnTo>
                  <a:lnTo>
                    <a:pt x="2213923" y="552498"/>
                  </a:lnTo>
                  <a:lnTo>
                    <a:pt x="2214994" y="551700"/>
                  </a:lnTo>
                  <a:lnTo>
                    <a:pt x="2216066" y="550904"/>
                  </a:lnTo>
                  <a:lnTo>
                    <a:pt x="2217137" y="550109"/>
                  </a:lnTo>
                  <a:lnTo>
                    <a:pt x="2218209" y="549316"/>
                  </a:lnTo>
                  <a:lnTo>
                    <a:pt x="2219281" y="548525"/>
                  </a:lnTo>
                  <a:lnTo>
                    <a:pt x="2220352" y="547735"/>
                  </a:lnTo>
                  <a:lnTo>
                    <a:pt x="2221424" y="546946"/>
                  </a:lnTo>
                  <a:lnTo>
                    <a:pt x="2222495" y="546159"/>
                  </a:lnTo>
                  <a:lnTo>
                    <a:pt x="2223567" y="545374"/>
                  </a:lnTo>
                  <a:lnTo>
                    <a:pt x="2224639" y="544590"/>
                  </a:lnTo>
                  <a:lnTo>
                    <a:pt x="2225710" y="543807"/>
                  </a:lnTo>
                  <a:lnTo>
                    <a:pt x="2226782" y="543026"/>
                  </a:lnTo>
                  <a:lnTo>
                    <a:pt x="2227853" y="542247"/>
                  </a:lnTo>
                  <a:lnTo>
                    <a:pt x="2228925" y="541469"/>
                  </a:lnTo>
                  <a:lnTo>
                    <a:pt x="2229997" y="540693"/>
                  </a:lnTo>
                  <a:lnTo>
                    <a:pt x="2231068" y="539918"/>
                  </a:lnTo>
                  <a:lnTo>
                    <a:pt x="2232140" y="539144"/>
                  </a:lnTo>
                  <a:lnTo>
                    <a:pt x="2233211" y="538372"/>
                  </a:lnTo>
                  <a:lnTo>
                    <a:pt x="2234283" y="537602"/>
                  </a:lnTo>
                  <a:lnTo>
                    <a:pt x="2235355" y="536833"/>
                  </a:lnTo>
                  <a:lnTo>
                    <a:pt x="2236426" y="536066"/>
                  </a:lnTo>
                  <a:lnTo>
                    <a:pt x="2237498" y="535300"/>
                  </a:lnTo>
                  <a:lnTo>
                    <a:pt x="2238569" y="534536"/>
                  </a:lnTo>
                  <a:lnTo>
                    <a:pt x="2239641" y="533773"/>
                  </a:lnTo>
                  <a:lnTo>
                    <a:pt x="2240713" y="533012"/>
                  </a:lnTo>
                  <a:lnTo>
                    <a:pt x="2241784" y="532252"/>
                  </a:lnTo>
                  <a:lnTo>
                    <a:pt x="2242856" y="531494"/>
                  </a:lnTo>
                  <a:lnTo>
                    <a:pt x="2243927" y="530737"/>
                  </a:lnTo>
                  <a:lnTo>
                    <a:pt x="2244999" y="529982"/>
                  </a:lnTo>
                  <a:lnTo>
                    <a:pt x="2246071" y="529228"/>
                  </a:lnTo>
                  <a:lnTo>
                    <a:pt x="2247142" y="528476"/>
                  </a:lnTo>
                  <a:lnTo>
                    <a:pt x="2248214" y="527725"/>
                  </a:lnTo>
                  <a:lnTo>
                    <a:pt x="2249285" y="526976"/>
                  </a:lnTo>
                  <a:lnTo>
                    <a:pt x="2250357" y="526228"/>
                  </a:lnTo>
                  <a:lnTo>
                    <a:pt x="2251429" y="525482"/>
                  </a:lnTo>
                  <a:lnTo>
                    <a:pt x="2252500" y="524737"/>
                  </a:lnTo>
                  <a:lnTo>
                    <a:pt x="2253572" y="523994"/>
                  </a:lnTo>
                  <a:lnTo>
                    <a:pt x="2254643" y="523252"/>
                  </a:lnTo>
                  <a:lnTo>
                    <a:pt x="2255715" y="522512"/>
                  </a:lnTo>
                  <a:lnTo>
                    <a:pt x="2256787" y="521773"/>
                  </a:lnTo>
                  <a:lnTo>
                    <a:pt x="2257858" y="521036"/>
                  </a:lnTo>
                  <a:lnTo>
                    <a:pt x="2258930" y="520300"/>
                  </a:lnTo>
                  <a:lnTo>
                    <a:pt x="2260001" y="519566"/>
                  </a:lnTo>
                  <a:lnTo>
                    <a:pt x="2261073" y="518833"/>
                  </a:lnTo>
                  <a:lnTo>
                    <a:pt x="2262145" y="518102"/>
                  </a:lnTo>
                  <a:lnTo>
                    <a:pt x="2263216" y="517372"/>
                  </a:lnTo>
                  <a:lnTo>
                    <a:pt x="2264288" y="516644"/>
                  </a:lnTo>
                  <a:lnTo>
                    <a:pt x="2265359" y="515917"/>
                  </a:lnTo>
                  <a:lnTo>
                    <a:pt x="2266431" y="515192"/>
                  </a:lnTo>
                  <a:lnTo>
                    <a:pt x="2267503" y="514468"/>
                  </a:lnTo>
                  <a:lnTo>
                    <a:pt x="2268574" y="513746"/>
                  </a:lnTo>
                  <a:lnTo>
                    <a:pt x="2269646" y="513025"/>
                  </a:lnTo>
                  <a:lnTo>
                    <a:pt x="2270717" y="512306"/>
                  </a:lnTo>
                  <a:lnTo>
                    <a:pt x="2271789" y="511588"/>
                  </a:lnTo>
                  <a:lnTo>
                    <a:pt x="2272861" y="510872"/>
                  </a:lnTo>
                  <a:lnTo>
                    <a:pt x="2273932" y="510157"/>
                  </a:lnTo>
                  <a:lnTo>
                    <a:pt x="2275004" y="509444"/>
                  </a:lnTo>
                  <a:lnTo>
                    <a:pt x="2276075" y="508732"/>
                  </a:lnTo>
                  <a:lnTo>
                    <a:pt x="2277147" y="508022"/>
                  </a:lnTo>
                  <a:lnTo>
                    <a:pt x="2278219" y="507313"/>
                  </a:lnTo>
                  <a:lnTo>
                    <a:pt x="2279290" y="506606"/>
                  </a:lnTo>
                  <a:lnTo>
                    <a:pt x="2280362" y="505900"/>
                  </a:lnTo>
                  <a:lnTo>
                    <a:pt x="2281433" y="505196"/>
                  </a:lnTo>
                  <a:lnTo>
                    <a:pt x="2282505" y="504493"/>
                  </a:lnTo>
                  <a:lnTo>
                    <a:pt x="2283577" y="503791"/>
                  </a:lnTo>
                  <a:lnTo>
                    <a:pt x="2284648" y="503091"/>
                  </a:lnTo>
                  <a:lnTo>
                    <a:pt x="2285720" y="502393"/>
                  </a:lnTo>
                  <a:lnTo>
                    <a:pt x="2286791" y="501696"/>
                  </a:lnTo>
                  <a:lnTo>
                    <a:pt x="2287863" y="501000"/>
                  </a:lnTo>
                  <a:lnTo>
                    <a:pt x="2288935" y="500306"/>
                  </a:lnTo>
                  <a:lnTo>
                    <a:pt x="2290006" y="499614"/>
                  </a:lnTo>
                  <a:lnTo>
                    <a:pt x="2291078" y="498923"/>
                  </a:lnTo>
                  <a:lnTo>
                    <a:pt x="2292149" y="498233"/>
                  </a:lnTo>
                  <a:lnTo>
                    <a:pt x="2293221" y="497545"/>
                  </a:lnTo>
                  <a:lnTo>
                    <a:pt x="2294293" y="496858"/>
                  </a:lnTo>
                  <a:lnTo>
                    <a:pt x="2295364" y="496173"/>
                  </a:lnTo>
                  <a:lnTo>
                    <a:pt x="2296436" y="495490"/>
                  </a:lnTo>
                  <a:lnTo>
                    <a:pt x="2297507" y="494807"/>
                  </a:lnTo>
                  <a:lnTo>
                    <a:pt x="2298579" y="494127"/>
                  </a:lnTo>
                  <a:lnTo>
                    <a:pt x="2299651" y="493447"/>
                  </a:lnTo>
                  <a:lnTo>
                    <a:pt x="2300722" y="492769"/>
                  </a:lnTo>
                  <a:lnTo>
                    <a:pt x="2301794" y="492093"/>
                  </a:lnTo>
                  <a:lnTo>
                    <a:pt x="2302865" y="491418"/>
                  </a:lnTo>
                  <a:lnTo>
                    <a:pt x="2303937" y="490745"/>
                  </a:lnTo>
                  <a:lnTo>
                    <a:pt x="2305009" y="490073"/>
                  </a:lnTo>
                  <a:lnTo>
                    <a:pt x="2306080" y="489402"/>
                  </a:lnTo>
                  <a:lnTo>
                    <a:pt x="2307152" y="488733"/>
                  </a:lnTo>
                  <a:lnTo>
                    <a:pt x="2308223" y="488066"/>
                  </a:lnTo>
                  <a:lnTo>
                    <a:pt x="2309295" y="487400"/>
                  </a:lnTo>
                  <a:lnTo>
                    <a:pt x="2310366" y="486735"/>
                  </a:lnTo>
                  <a:lnTo>
                    <a:pt x="2311438" y="486072"/>
                  </a:lnTo>
                  <a:lnTo>
                    <a:pt x="2312510" y="485410"/>
                  </a:lnTo>
                  <a:lnTo>
                    <a:pt x="2313581" y="484750"/>
                  </a:lnTo>
                  <a:lnTo>
                    <a:pt x="2314653" y="484091"/>
                  </a:lnTo>
                  <a:lnTo>
                    <a:pt x="2315724" y="483433"/>
                  </a:lnTo>
                  <a:lnTo>
                    <a:pt x="2316796" y="482777"/>
                  </a:lnTo>
                  <a:lnTo>
                    <a:pt x="2317868" y="482123"/>
                  </a:lnTo>
                  <a:lnTo>
                    <a:pt x="2318939" y="481470"/>
                  </a:lnTo>
                  <a:lnTo>
                    <a:pt x="2320011" y="480818"/>
                  </a:lnTo>
                  <a:lnTo>
                    <a:pt x="2321082" y="480168"/>
                  </a:lnTo>
                  <a:lnTo>
                    <a:pt x="2322154" y="479519"/>
                  </a:lnTo>
                  <a:lnTo>
                    <a:pt x="2323226" y="478872"/>
                  </a:lnTo>
                  <a:lnTo>
                    <a:pt x="2324297" y="478226"/>
                  </a:lnTo>
                  <a:lnTo>
                    <a:pt x="2325369" y="477582"/>
                  </a:lnTo>
                  <a:lnTo>
                    <a:pt x="2326440" y="476939"/>
                  </a:lnTo>
                  <a:lnTo>
                    <a:pt x="2327512" y="476297"/>
                  </a:lnTo>
                  <a:lnTo>
                    <a:pt x="2328584" y="475657"/>
                  </a:lnTo>
                  <a:lnTo>
                    <a:pt x="2329655" y="475018"/>
                  </a:lnTo>
                  <a:lnTo>
                    <a:pt x="2330727" y="474381"/>
                  </a:lnTo>
                  <a:lnTo>
                    <a:pt x="2331798" y="473745"/>
                  </a:lnTo>
                  <a:lnTo>
                    <a:pt x="2332870" y="473111"/>
                  </a:lnTo>
                  <a:lnTo>
                    <a:pt x="2333942" y="472478"/>
                  </a:lnTo>
                  <a:lnTo>
                    <a:pt x="2335013" y="471847"/>
                  </a:lnTo>
                  <a:lnTo>
                    <a:pt x="2336085" y="471217"/>
                  </a:lnTo>
                  <a:lnTo>
                    <a:pt x="2337156" y="470588"/>
                  </a:lnTo>
                  <a:lnTo>
                    <a:pt x="2338228" y="469961"/>
                  </a:lnTo>
                  <a:lnTo>
                    <a:pt x="2339300" y="469335"/>
                  </a:lnTo>
                  <a:lnTo>
                    <a:pt x="2340371" y="468711"/>
                  </a:lnTo>
                  <a:lnTo>
                    <a:pt x="2341443" y="468088"/>
                  </a:lnTo>
                  <a:lnTo>
                    <a:pt x="2342514" y="467466"/>
                  </a:lnTo>
                  <a:lnTo>
                    <a:pt x="2343586" y="466846"/>
                  </a:lnTo>
                  <a:lnTo>
                    <a:pt x="2344658" y="466227"/>
                  </a:lnTo>
                  <a:lnTo>
                    <a:pt x="2345729" y="465610"/>
                  </a:lnTo>
                  <a:lnTo>
                    <a:pt x="2346801" y="464994"/>
                  </a:lnTo>
                  <a:lnTo>
                    <a:pt x="2347872" y="464380"/>
                  </a:lnTo>
                  <a:lnTo>
                    <a:pt x="2348944" y="463767"/>
                  </a:lnTo>
                  <a:lnTo>
                    <a:pt x="2350016" y="463155"/>
                  </a:lnTo>
                  <a:lnTo>
                    <a:pt x="2351087" y="462545"/>
                  </a:lnTo>
                  <a:lnTo>
                    <a:pt x="2352159" y="461936"/>
                  </a:lnTo>
                  <a:lnTo>
                    <a:pt x="2353230" y="461328"/>
                  </a:lnTo>
                  <a:lnTo>
                    <a:pt x="2354302" y="460722"/>
                  </a:lnTo>
                  <a:lnTo>
                    <a:pt x="2355374" y="460118"/>
                  </a:lnTo>
                  <a:lnTo>
                    <a:pt x="2356445" y="459515"/>
                  </a:lnTo>
                  <a:lnTo>
                    <a:pt x="2357517" y="458913"/>
                  </a:lnTo>
                  <a:lnTo>
                    <a:pt x="2358588" y="458312"/>
                  </a:lnTo>
                  <a:lnTo>
                    <a:pt x="2359660" y="457713"/>
                  </a:lnTo>
                  <a:lnTo>
                    <a:pt x="2360732" y="457116"/>
                  </a:lnTo>
                  <a:lnTo>
                    <a:pt x="2361803" y="456519"/>
                  </a:lnTo>
                  <a:lnTo>
                    <a:pt x="2362875" y="455925"/>
                  </a:lnTo>
                  <a:lnTo>
                    <a:pt x="2363946" y="455331"/>
                  </a:lnTo>
                  <a:lnTo>
                    <a:pt x="2365018" y="454739"/>
                  </a:lnTo>
                  <a:lnTo>
                    <a:pt x="2366090" y="454148"/>
                  </a:lnTo>
                  <a:lnTo>
                    <a:pt x="2367161" y="453559"/>
                  </a:lnTo>
                  <a:lnTo>
                    <a:pt x="2368233" y="452971"/>
                  </a:lnTo>
                  <a:lnTo>
                    <a:pt x="2369304" y="452385"/>
                  </a:lnTo>
                  <a:lnTo>
                    <a:pt x="2370376" y="451799"/>
                  </a:lnTo>
                  <a:lnTo>
                    <a:pt x="2371448" y="451216"/>
                  </a:lnTo>
                  <a:lnTo>
                    <a:pt x="2372519" y="450633"/>
                  </a:lnTo>
                  <a:lnTo>
                    <a:pt x="2373591" y="450052"/>
                  </a:lnTo>
                  <a:lnTo>
                    <a:pt x="2374662" y="449472"/>
                  </a:lnTo>
                  <a:lnTo>
                    <a:pt x="2375734" y="448894"/>
                  </a:lnTo>
                  <a:lnTo>
                    <a:pt x="2376806" y="448317"/>
                  </a:lnTo>
                  <a:lnTo>
                    <a:pt x="2377877" y="447742"/>
                  </a:lnTo>
                  <a:lnTo>
                    <a:pt x="2378949" y="447168"/>
                  </a:lnTo>
                  <a:lnTo>
                    <a:pt x="2380020" y="446595"/>
                  </a:lnTo>
                  <a:lnTo>
                    <a:pt x="2381092" y="446023"/>
                  </a:lnTo>
                  <a:lnTo>
                    <a:pt x="2382164" y="445453"/>
                  </a:lnTo>
                  <a:lnTo>
                    <a:pt x="2383235" y="444884"/>
                  </a:lnTo>
                  <a:lnTo>
                    <a:pt x="2384307" y="444317"/>
                  </a:lnTo>
                  <a:lnTo>
                    <a:pt x="2385378" y="443751"/>
                  </a:lnTo>
                  <a:lnTo>
                    <a:pt x="2386450" y="443186"/>
                  </a:lnTo>
                  <a:lnTo>
                    <a:pt x="2387522" y="442623"/>
                  </a:lnTo>
                  <a:lnTo>
                    <a:pt x="2388593" y="442061"/>
                  </a:lnTo>
                  <a:lnTo>
                    <a:pt x="2389665" y="441500"/>
                  </a:lnTo>
                  <a:lnTo>
                    <a:pt x="2390736" y="440941"/>
                  </a:lnTo>
                  <a:lnTo>
                    <a:pt x="2391808" y="440383"/>
                  </a:lnTo>
                  <a:lnTo>
                    <a:pt x="2392880" y="439827"/>
                  </a:lnTo>
                  <a:lnTo>
                    <a:pt x="2393951" y="439271"/>
                  </a:lnTo>
                  <a:lnTo>
                    <a:pt x="2395023" y="438717"/>
                  </a:lnTo>
                  <a:lnTo>
                    <a:pt x="2396094" y="438165"/>
                  </a:lnTo>
                  <a:lnTo>
                    <a:pt x="2397166" y="437614"/>
                  </a:lnTo>
                  <a:lnTo>
                    <a:pt x="2398238" y="437064"/>
                  </a:lnTo>
                  <a:lnTo>
                    <a:pt x="2399309" y="436515"/>
                  </a:lnTo>
                  <a:lnTo>
                    <a:pt x="2400381" y="435968"/>
                  </a:lnTo>
                  <a:lnTo>
                    <a:pt x="2401452" y="435422"/>
                  </a:lnTo>
                  <a:lnTo>
                    <a:pt x="2402524" y="434878"/>
                  </a:lnTo>
                  <a:lnTo>
                    <a:pt x="2403596" y="434334"/>
                  </a:lnTo>
                  <a:lnTo>
                    <a:pt x="2404667" y="433792"/>
                  </a:lnTo>
                  <a:lnTo>
                    <a:pt x="2405739" y="433252"/>
                  </a:lnTo>
                  <a:lnTo>
                    <a:pt x="2406810" y="432712"/>
                  </a:lnTo>
                  <a:lnTo>
                    <a:pt x="2407882" y="432175"/>
                  </a:lnTo>
                  <a:lnTo>
                    <a:pt x="2408954" y="431638"/>
                  </a:lnTo>
                  <a:lnTo>
                    <a:pt x="2410025" y="431103"/>
                  </a:lnTo>
                  <a:lnTo>
                    <a:pt x="2411097" y="430569"/>
                  </a:lnTo>
                  <a:lnTo>
                    <a:pt x="2412168" y="430036"/>
                  </a:lnTo>
                  <a:lnTo>
                    <a:pt x="2413240" y="429504"/>
                  </a:lnTo>
                  <a:lnTo>
                    <a:pt x="2414312" y="428974"/>
                  </a:lnTo>
                  <a:lnTo>
                    <a:pt x="2415383" y="428446"/>
                  </a:lnTo>
                  <a:lnTo>
                    <a:pt x="2416455" y="427918"/>
                  </a:lnTo>
                  <a:lnTo>
                    <a:pt x="2417526" y="427392"/>
                  </a:lnTo>
                  <a:lnTo>
                    <a:pt x="2418598" y="426867"/>
                  </a:lnTo>
                  <a:lnTo>
                    <a:pt x="2419670" y="426343"/>
                  </a:lnTo>
                  <a:lnTo>
                    <a:pt x="2420741" y="425821"/>
                  </a:lnTo>
                  <a:lnTo>
                    <a:pt x="2421813" y="425300"/>
                  </a:lnTo>
                  <a:lnTo>
                    <a:pt x="2422884" y="424780"/>
                  </a:lnTo>
                  <a:lnTo>
                    <a:pt x="2423956" y="424262"/>
                  </a:lnTo>
                  <a:lnTo>
                    <a:pt x="2425028" y="423745"/>
                  </a:lnTo>
                  <a:lnTo>
                    <a:pt x="2426099" y="423229"/>
                  </a:lnTo>
                  <a:lnTo>
                    <a:pt x="2427171" y="422714"/>
                  </a:lnTo>
                  <a:lnTo>
                    <a:pt x="2428242" y="422201"/>
                  </a:lnTo>
                  <a:lnTo>
                    <a:pt x="2429314" y="421689"/>
                  </a:lnTo>
                  <a:lnTo>
                    <a:pt x="2430386" y="421178"/>
                  </a:lnTo>
                  <a:lnTo>
                    <a:pt x="2431457" y="420669"/>
                  </a:lnTo>
                  <a:lnTo>
                    <a:pt x="2432529" y="420161"/>
                  </a:lnTo>
                  <a:lnTo>
                    <a:pt x="2433600" y="419654"/>
                  </a:lnTo>
                  <a:lnTo>
                    <a:pt x="2434672" y="419148"/>
                  </a:lnTo>
                  <a:lnTo>
                    <a:pt x="2435744" y="418644"/>
                  </a:lnTo>
                  <a:lnTo>
                    <a:pt x="2436815" y="418140"/>
                  </a:lnTo>
                  <a:lnTo>
                    <a:pt x="2437887" y="417639"/>
                  </a:lnTo>
                  <a:lnTo>
                    <a:pt x="2438958" y="417138"/>
                  </a:lnTo>
                  <a:lnTo>
                    <a:pt x="2440030" y="416639"/>
                  </a:lnTo>
                  <a:lnTo>
                    <a:pt x="2441102" y="416141"/>
                  </a:lnTo>
                  <a:lnTo>
                    <a:pt x="2442173" y="415644"/>
                  </a:lnTo>
                  <a:lnTo>
                    <a:pt x="2443245" y="415148"/>
                  </a:lnTo>
                  <a:lnTo>
                    <a:pt x="2444316" y="414654"/>
                  </a:lnTo>
                  <a:lnTo>
                    <a:pt x="2445388" y="414161"/>
                  </a:lnTo>
                  <a:lnTo>
                    <a:pt x="2446460" y="413669"/>
                  </a:lnTo>
                  <a:lnTo>
                    <a:pt x="2447531" y="413178"/>
                  </a:lnTo>
                  <a:lnTo>
                    <a:pt x="2448603" y="412689"/>
                  </a:lnTo>
                  <a:lnTo>
                    <a:pt x="2449674" y="412201"/>
                  </a:lnTo>
                  <a:lnTo>
                    <a:pt x="2450746" y="411714"/>
                  </a:lnTo>
                  <a:lnTo>
                    <a:pt x="2451818" y="411228"/>
                  </a:lnTo>
                  <a:lnTo>
                    <a:pt x="2452889" y="410744"/>
                  </a:lnTo>
                  <a:lnTo>
                    <a:pt x="2453961" y="410261"/>
                  </a:lnTo>
                  <a:lnTo>
                    <a:pt x="2455032" y="409779"/>
                  </a:lnTo>
                  <a:lnTo>
                    <a:pt x="2456104" y="409298"/>
                  </a:lnTo>
                  <a:lnTo>
                    <a:pt x="2457176" y="408818"/>
                  </a:lnTo>
                  <a:lnTo>
                    <a:pt x="2458247" y="408340"/>
                  </a:lnTo>
                  <a:lnTo>
                    <a:pt x="2459319" y="407863"/>
                  </a:lnTo>
                  <a:lnTo>
                    <a:pt x="2460390" y="407387"/>
                  </a:lnTo>
                  <a:lnTo>
                    <a:pt x="2461462" y="406912"/>
                  </a:lnTo>
                  <a:lnTo>
                    <a:pt x="2462534" y="406439"/>
                  </a:lnTo>
                  <a:lnTo>
                    <a:pt x="2463605" y="405967"/>
                  </a:lnTo>
                  <a:lnTo>
                    <a:pt x="2464677" y="405496"/>
                  </a:lnTo>
                  <a:lnTo>
                    <a:pt x="2465748" y="405026"/>
                  </a:lnTo>
                  <a:lnTo>
                    <a:pt x="2466820" y="404557"/>
                  </a:lnTo>
                  <a:lnTo>
                    <a:pt x="2467892" y="404090"/>
                  </a:lnTo>
                  <a:lnTo>
                    <a:pt x="2468963" y="403624"/>
                  </a:lnTo>
                  <a:lnTo>
                    <a:pt x="2470035" y="403159"/>
                  </a:lnTo>
                  <a:lnTo>
                    <a:pt x="2471106" y="402695"/>
                  </a:lnTo>
                  <a:lnTo>
                    <a:pt x="2472178" y="402232"/>
                  </a:lnTo>
                  <a:lnTo>
                    <a:pt x="2473250" y="401771"/>
                  </a:lnTo>
                  <a:lnTo>
                    <a:pt x="2474321" y="401310"/>
                  </a:lnTo>
                  <a:lnTo>
                    <a:pt x="2475393" y="400851"/>
                  </a:lnTo>
                  <a:lnTo>
                    <a:pt x="2476464" y="400393"/>
                  </a:lnTo>
                  <a:lnTo>
                    <a:pt x="2477536" y="399937"/>
                  </a:lnTo>
                  <a:lnTo>
                    <a:pt x="2478608" y="399481"/>
                  </a:lnTo>
                  <a:lnTo>
                    <a:pt x="2479679" y="399027"/>
                  </a:lnTo>
                  <a:lnTo>
                    <a:pt x="2480751" y="398573"/>
                  </a:lnTo>
                  <a:lnTo>
                    <a:pt x="2481822" y="398121"/>
                  </a:lnTo>
                  <a:lnTo>
                    <a:pt x="2482894" y="397671"/>
                  </a:lnTo>
                  <a:lnTo>
                    <a:pt x="2483966" y="397221"/>
                  </a:lnTo>
                  <a:lnTo>
                    <a:pt x="2485037" y="396772"/>
                  </a:lnTo>
                  <a:lnTo>
                    <a:pt x="2486109" y="396325"/>
                  </a:lnTo>
                  <a:lnTo>
                    <a:pt x="2487180" y="395879"/>
                  </a:lnTo>
                  <a:lnTo>
                    <a:pt x="2488252" y="395434"/>
                  </a:lnTo>
                  <a:lnTo>
                    <a:pt x="2489323" y="394990"/>
                  </a:lnTo>
                  <a:lnTo>
                    <a:pt x="2490395" y="394547"/>
                  </a:lnTo>
                  <a:lnTo>
                    <a:pt x="2491467" y="394105"/>
                  </a:lnTo>
                  <a:lnTo>
                    <a:pt x="2492538" y="393665"/>
                  </a:lnTo>
                  <a:lnTo>
                    <a:pt x="2493610" y="393226"/>
                  </a:lnTo>
                  <a:lnTo>
                    <a:pt x="2494681" y="392787"/>
                  </a:lnTo>
                  <a:lnTo>
                    <a:pt x="2495753" y="392350"/>
                  </a:lnTo>
                  <a:lnTo>
                    <a:pt x="2496825" y="391914"/>
                  </a:lnTo>
                  <a:lnTo>
                    <a:pt x="2497896" y="391480"/>
                  </a:lnTo>
                  <a:lnTo>
                    <a:pt x="2498968" y="391046"/>
                  </a:lnTo>
                  <a:lnTo>
                    <a:pt x="2500039" y="390613"/>
                  </a:lnTo>
                  <a:lnTo>
                    <a:pt x="2501111" y="390182"/>
                  </a:lnTo>
                  <a:lnTo>
                    <a:pt x="2502183" y="389752"/>
                  </a:lnTo>
                  <a:lnTo>
                    <a:pt x="2503254" y="389323"/>
                  </a:lnTo>
                  <a:lnTo>
                    <a:pt x="2504326" y="388895"/>
                  </a:lnTo>
                  <a:lnTo>
                    <a:pt x="2505397" y="388468"/>
                  </a:lnTo>
                  <a:lnTo>
                    <a:pt x="2506469" y="388042"/>
                  </a:lnTo>
                  <a:lnTo>
                    <a:pt x="2507541" y="387617"/>
                  </a:lnTo>
                  <a:lnTo>
                    <a:pt x="2508612" y="387194"/>
                  </a:lnTo>
                  <a:lnTo>
                    <a:pt x="2509684" y="386771"/>
                  </a:lnTo>
                  <a:lnTo>
                    <a:pt x="2510755" y="386350"/>
                  </a:lnTo>
                  <a:lnTo>
                    <a:pt x="2511827" y="385929"/>
                  </a:lnTo>
                  <a:lnTo>
                    <a:pt x="2512899" y="385510"/>
                  </a:lnTo>
                  <a:lnTo>
                    <a:pt x="2513970" y="385092"/>
                  </a:lnTo>
                  <a:lnTo>
                    <a:pt x="2515042" y="384675"/>
                  </a:lnTo>
                  <a:lnTo>
                    <a:pt x="2516113" y="384259"/>
                  </a:lnTo>
                  <a:lnTo>
                    <a:pt x="2517185" y="383844"/>
                  </a:lnTo>
                  <a:lnTo>
                    <a:pt x="2518257" y="383431"/>
                  </a:lnTo>
                  <a:lnTo>
                    <a:pt x="2519328" y="383018"/>
                  </a:lnTo>
                  <a:lnTo>
                    <a:pt x="2520400" y="382606"/>
                  </a:lnTo>
                  <a:lnTo>
                    <a:pt x="2521471" y="382196"/>
                  </a:lnTo>
                  <a:lnTo>
                    <a:pt x="2522543" y="381787"/>
                  </a:lnTo>
                  <a:lnTo>
                    <a:pt x="2523615" y="381378"/>
                  </a:lnTo>
                  <a:lnTo>
                    <a:pt x="2524686" y="380971"/>
                  </a:lnTo>
                  <a:lnTo>
                    <a:pt x="2525758" y="380565"/>
                  </a:lnTo>
                  <a:lnTo>
                    <a:pt x="2526829" y="380160"/>
                  </a:lnTo>
                  <a:lnTo>
                    <a:pt x="2527901" y="379756"/>
                  </a:lnTo>
                  <a:lnTo>
                    <a:pt x="2528973" y="379353"/>
                  </a:lnTo>
                  <a:lnTo>
                    <a:pt x="2530044" y="378951"/>
                  </a:lnTo>
                  <a:lnTo>
                    <a:pt x="2531116" y="378550"/>
                  </a:lnTo>
                  <a:lnTo>
                    <a:pt x="2532187" y="378150"/>
                  </a:lnTo>
                  <a:lnTo>
                    <a:pt x="2533259" y="377751"/>
                  </a:lnTo>
                  <a:lnTo>
                    <a:pt x="2534331" y="377353"/>
                  </a:lnTo>
                  <a:lnTo>
                    <a:pt x="2535402" y="376956"/>
                  </a:lnTo>
                  <a:lnTo>
                    <a:pt x="2536474" y="376561"/>
                  </a:lnTo>
                  <a:lnTo>
                    <a:pt x="2537545" y="376166"/>
                  </a:lnTo>
                  <a:lnTo>
                    <a:pt x="2538617" y="375773"/>
                  </a:lnTo>
                  <a:lnTo>
                    <a:pt x="2539689" y="375380"/>
                  </a:lnTo>
                  <a:lnTo>
                    <a:pt x="2540760" y="374988"/>
                  </a:lnTo>
                  <a:lnTo>
                    <a:pt x="2541832" y="374598"/>
                  </a:lnTo>
                  <a:lnTo>
                    <a:pt x="2542903" y="374208"/>
                  </a:lnTo>
                  <a:lnTo>
                    <a:pt x="2543975" y="373820"/>
                  </a:lnTo>
                  <a:lnTo>
                    <a:pt x="2545047" y="373432"/>
                  </a:lnTo>
                  <a:lnTo>
                    <a:pt x="2546118" y="373046"/>
                  </a:lnTo>
                  <a:lnTo>
                    <a:pt x="2547190" y="372661"/>
                  </a:lnTo>
                  <a:lnTo>
                    <a:pt x="2548261" y="372276"/>
                  </a:lnTo>
                  <a:lnTo>
                    <a:pt x="2549333" y="371893"/>
                  </a:lnTo>
                  <a:lnTo>
                    <a:pt x="2550405" y="371510"/>
                  </a:lnTo>
                  <a:lnTo>
                    <a:pt x="2551476" y="371129"/>
                  </a:lnTo>
                  <a:lnTo>
                    <a:pt x="2552548" y="370749"/>
                  </a:lnTo>
                  <a:lnTo>
                    <a:pt x="2553619" y="370369"/>
                  </a:lnTo>
                  <a:lnTo>
                    <a:pt x="2554691" y="369991"/>
                  </a:lnTo>
                  <a:lnTo>
                    <a:pt x="2555763" y="369613"/>
                  </a:lnTo>
                  <a:lnTo>
                    <a:pt x="2556834" y="369237"/>
                  </a:lnTo>
                  <a:lnTo>
                    <a:pt x="2557906" y="368861"/>
                  </a:lnTo>
                  <a:lnTo>
                    <a:pt x="2558977" y="368487"/>
                  </a:lnTo>
                  <a:lnTo>
                    <a:pt x="2560049" y="368113"/>
                  </a:lnTo>
                  <a:lnTo>
                    <a:pt x="2561121" y="367741"/>
                  </a:lnTo>
                  <a:lnTo>
                    <a:pt x="2562192" y="367369"/>
                  </a:lnTo>
                  <a:lnTo>
                    <a:pt x="2563264" y="366999"/>
                  </a:lnTo>
                  <a:lnTo>
                    <a:pt x="2564335" y="366629"/>
                  </a:lnTo>
                  <a:lnTo>
                    <a:pt x="2565407" y="366261"/>
                  </a:lnTo>
                  <a:lnTo>
                    <a:pt x="2566479" y="365893"/>
                  </a:lnTo>
                  <a:lnTo>
                    <a:pt x="2567550" y="365526"/>
                  </a:lnTo>
                  <a:lnTo>
                    <a:pt x="2568622" y="365161"/>
                  </a:lnTo>
                  <a:lnTo>
                    <a:pt x="2569693" y="364796"/>
                  </a:lnTo>
                  <a:lnTo>
                    <a:pt x="2570765" y="364432"/>
                  </a:lnTo>
                  <a:lnTo>
                    <a:pt x="2571837" y="364069"/>
                  </a:lnTo>
                  <a:lnTo>
                    <a:pt x="2572908" y="363707"/>
                  </a:lnTo>
                  <a:lnTo>
                    <a:pt x="2573980" y="363346"/>
                  </a:lnTo>
                  <a:lnTo>
                    <a:pt x="2575051" y="362986"/>
                  </a:lnTo>
                  <a:lnTo>
                    <a:pt x="2576123" y="362627"/>
                  </a:lnTo>
                  <a:lnTo>
                    <a:pt x="2577195" y="362269"/>
                  </a:lnTo>
                  <a:lnTo>
                    <a:pt x="2578266" y="361912"/>
                  </a:lnTo>
                  <a:lnTo>
                    <a:pt x="2579338" y="361555"/>
                  </a:lnTo>
                  <a:lnTo>
                    <a:pt x="2580409" y="361200"/>
                  </a:lnTo>
                  <a:lnTo>
                    <a:pt x="2581481" y="360845"/>
                  </a:lnTo>
                  <a:lnTo>
                    <a:pt x="2582553" y="360492"/>
                  </a:lnTo>
                  <a:lnTo>
                    <a:pt x="2583624" y="360139"/>
                  </a:lnTo>
                  <a:lnTo>
                    <a:pt x="2584696" y="359788"/>
                  </a:lnTo>
                  <a:lnTo>
                    <a:pt x="2585767" y="359437"/>
                  </a:lnTo>
                  <a:lnTo>
                    <a:pt x="2586839" y="359087"/>
                  </a:lnTo>
                  <a:lnTo>
                    <a:pt x="2587911" y="358738"/>
                  </a:lnTo>
                  <a:lnTo>
                    <a:pt x="2588982" y="358390"/>
                  </a:lnTo>
                  <a:lnTo>
                    <a:pt x="2590054" y="358043"/>
                  </a:lnTo>
                  <a:lnTo>
                    <a:pt x="2591125" y="357696"/>
                  </a:lnTo>
                  <a:lnTo>
                    <a:pt x="2592197" y="357351"/>
                  </a:lnTo>
                  <a:lnTo>
                    <a:pt x="2593269" y="357006"/>
                  </a:lnTo>
                  <a:lnTo>
                    <a:pt x="2594340" y="356663"/>
                  </a:lnTo>
                  <a:lnTo>
                    <a:pt x="2595412" y="356320"/>
                  </a:lnTo>
                  <a:lnTo>
                    <a:pt x="2596483" y="355978"/>
                  </a:lnTo>
                  <a:lnTo>
                    <a:pt x="2597555" y="355637"/>
                  </a:lnTo>
                  <a:lnTo>
                    <a:pt x="2598627" y="355297"/>
                  </a:lnTo>
                  <a:lnTo>
                    <a:pt x="2599698" y="354958"/>
                  </a:lnTo>
                  <a:lnTo>
                    <a:pt x="2600770" y="354620"/>
                  </a:lnTo>
                  <a:lnTo>
                    <a:pt x="2601841" y="354282"/>
                  </a:lnTo>
                  <a:lnTo>
                    <a:pt x="2602913" y="353946"/>
                  </a:lnTo>
                  <a:lnTo>
                    <a:pt x="2603985" y="353610"/>
                  </a:lnTo>
                  <a:lnTo>
                    <a:pt x="2605056" y="353275"/>
                  </a:lnTo>
                  <a:lnTo>
                    <a:pt x="2606128" y="352941"/>
                  </a:lnTo>
                  <a:lnTo>
                    <a:pt x="2607199" y="352608"/>
                  </a:lnTo>
                  <a:lnTo>
                    <a:pt x="2608271" y="352276"/>
                  </a:lnTo>
                  <a:lnTo>
                    <a:pt x="2609343" y="351944"/>
                  </a:lnTo>
                  <a:lnTo>
                    <a:pt x="2610414" y="351614"/>
                  </a:lnTo>
                  <a:lnTo>
                    <a:pt x="2611486" y="351284"/>
                  </a:lnTo>
                  <a:lnTo>
                    <a:pt x="2612557" y="350955"/>
                  </a:lnTo>
                  <a:lnTo>
                    <a:pt x="2613629" y="350627"/>
                  </a:lnTo>
                  <a:lnTo>
                    <a:pt x="2614701" y="350300"/>
                  </a:lnTo>
                  <a:lnTo>
                    <a:pt x="2615772" y="349973"/>
                  </a:lnTo>
                  <a:lnTo>
                    <a:pt x="2616844" y="349647"/>
                  </a:lnTo>
                  <a:lnTo>
                    <a:pt x="2617915" y="349323"/>
                  </a:lnTo>
                  <a:lnTo>
                    <a:pt x="2618987" y="348999"/>
                  </a:lnTo>
                  <a:lnTo>
                    <a:pt x="2620059" y="348676"/>
                  </a:lnTo>
                  <a:lnTo>
                    <a:pt x="2621130" y="348353"/>
                  </a:lnTo>
                  <a:lnTo>
                    <a:pt x="2622202" y="348032"/>
                  </a:lnTo>
                  <a:lnTo>
                    <a:pt x="2623273" y="347711"/>
                  </a:lnTo>
                  <a:lnTo>
                    <a:pt x="2624345" y="347391"/>
                  </a:lnTo>
                  <a:lnTo>
                    <a:pt x="2625417" y="347072"/>
                  </a:lnTo>
                  <a:lnTo>
                    <a:pt x="2626488" y="346754"/>
                  </a:lnTo>
                  <a:lnTo>
                    <a:pt x="2627560" y="346436"/>
                  </a:lnTo>
                  <a:lnTo>
                    <a:pt x="2628631" y="346120"/>
                  </a:lnTo>
                  <a:lnTo>
                    <a:pt x="2629703" y="345804"/>
                  </a:lnTo>
                  <a:lnTo>
                    <a:pt x="2630775" y="345488"/>
                  </a:lnTo>
                  <a:lnTo>
                    <a:pt x="2631846" y="345174"/>
                  </a:lnTo>
                  <a:lnTo>
                    <a:pt x="2632918" y="344861"/>
                  </a:lnTo>
                  <a:lnTo>
                    <a:pt x="2633989" y="344548"/>
                  </a:lnTo>
                  <a:lnTo>
                    <a:pt x="2635061" y="344236"/>
                  </a:lnTo>
                  <a:lnTo>
                    <a:pt x="2636133" y="343925"/>
                  </a:lnTo>
                  <a:lnTo>
                    <a:pt x="2637204" y="343614"/>
                  </a:lnTo>
                  <a:lnTo>
                    <a:pt x="2638276" y="343304"/>
                  </a:lnTo>
                  <a:lnTo>
                    <a:pt x="2639347" y="342995"/>
                  </a:lnTo>
                  <a:lnTo>
                    <a:pt x="2640419" y="342687"/>
                  </a:lnTo>
                  <a:lnTo>
                    <a:pt x="2641491" y="342380"/>
                  </a:lnTo>
                  <a:lnTo>
                    <a:pt x="2642562" y="342073"/>
                  </a:lnTo>
                  <a:lnTo>
                    <a:pt x="2643634" y="341767"/>
                  </a:lnTo>
                  <a:lnTo>
                    <a:pt x="2644705" y="341462"/>
                  </a:lnTo>
                  <a:lnTo>
                    <a:pt x="2645777" y="341158"/>
                  </a:lnTo>
                  <a:lnTo>
                    <a:pt x="2646849" y="340854"/>
                  </a:lnTo>
                  <a:lnTo>
                    <a:pt x="2647920" y="340551"/>
                  </a:lnTo>
                  <a:lnTo>
                    <a:pt x="2648992" y="340249"/>
                  </a:lnTo>
                  <a:lnTo>
                    <a:pt x="2650063" y="339947"/>
                  </a:lnTo>
                  <a:lnTo>
                    <a:pt x="2651135" y="339647"/>
                  </a:lnTo>
                  <a:lnTo>
                    <a:pt x="2652207" y="339347"/>
                  </a:lnTo>
                  <a:lnTo>
                    <a:pt x="2653278" y="339047"/>
                  </a:lnTo>
                  <a:lnTo>
                    <a:pt x="2654350" y="338749"/>
                  </a:lnTo>
                  <a:lnTo>
                    <a:pt x="2655421" y="338451"/>
                  </a:lnTo>
                  <a:lnTo>
                    <a:pt x="2656493" y="338154"/>
                  </a:lnTo>
                  <a:lnTo>
                    <a:pt x="2657565" y="337857"/>
                  </a:lnTo>
                  <a:lnTo>
                    <a:pt x="2658636" y="337562"/>
                  </a:lnTo>
                  <a:lnTo>
                    <a:pt x="2659708" y="337267"/>
                  </a:lnTo>
                  <a:lnTo>
                    <a:pt x="2660779" y="336972"/>
                  </a:lnTo>
                  <a:lnTo>
                    <a:pt x="2661851" y="336679"/>
                  </a:lnTo>
                  <a:lnTo>
                    <a:pt x="2662922" y="336386"/>
                  </a:lnTo>
                  <a:lnTo>
                    <a:pt x="2663994" y="336094"/>
                  </a:lnTo>
                  <a:lnTo>
                    <a:pt x="2665066" y="335802"/>
                  </a:lnTo>
                  <a:lnTo>
                    <a:pt x="2666137" y="335511"/>
                  </a:lnTo>
                  <a:lnTo>
                    <a:pt x="2667209" y="335221"/>
                  </a:lnTo>
                  <a:lnTo>
                    <a:pt x="2668280" y="334932"/>
                  </a:lnTo>
                  <a:lnTo>
                    <a:pt x="2669352" y="334643"/>
                  </a:lnTo>
                  <a:lnTo>
                    <a:pt x="2670424" y="334355"/>
                  </a:lnTo>
                  <a:lnTo>
                    <a:pt x="2671495" y="334067"/>
                  </a:lnTo>
                  <a:lnTo>
                    <a:pt x="2672567" y="333780"/>
                  </a:lnTo>
                  <a:lnTo>
                    <a:pt x="2673638" y="333494"/>
                  </a:lnTo>
                  <a:lnTo>
                    <a:pt x="2674710" y="333209"/>
                  </a:lnTo>
                  <a:lnTo>
                    <a:pt x="2675782" y="332924"/>
                  </a:lnTo>
                  <a:lnTo>
                    <a:pt x="2676853" y="332640"/>
                  </a:lnTo>
                  <a:lnTo>
                    <a:pt x="2677925" y="332356"/>
                  </a:lnTo>
                  <a:lnTo>
                    <a:pt x="2678996" y="332074"/>
                  </a:lnTo>
                  <a:lnTo>
                    <a:pt x="2680068" y="331791"/>
                  </a:lnTo>
                  <a:lnTo>
                    <a:pt x="2681140" y="331510"/>
                  </a:lnTo>
                  <a:lnTo>
                    <a:pt x="2682211" y="331229"/>
                  </a:lnTo>
                  <a:lnTo>
                    <a:pt x="2683283" y="330949"/>
                  </a:lnTo>
                  <a:lnTo>
                    <a:pt x="2684354" y="330669"/>
                  </a:lnTo>
                  <a:lnTo>
                    <a:pt x="2685426" y="330390"/>
                  </a:lnTo>
                  <a:lnTo>
                    <a:pt x="2686498" y="330111"/>
                  </a:lnTo>
                  <a:lnTo>
                    <a:pt x="2687569" y="329834"/>
                  </a:lnTo>
                  <a:lnTo>
                    <a:pt x="2688641" y="329557"/>
                  </a:lnTo>
                  <a:lnTo>
                    <a:pt x="2689712" y="329280"/>
                  </a:lnTo>
                  <a:lnTo>
                    <a:pt x="2690784" y="329004"/>
                  </a:lnTo>
                  <a:lnTo>
                    <a:pt x="2691856" y="328729"/>
                  </a:lnTo>
                  <a:lnTo>
                    <a:pt x="2692927" y="328454"/>
                  </a:lnTo>
                  <a:lnTo>
                    <a:pt x="2693999" y="328180"/>
                  </a:lnTo>
                  <a:lnTo>
                    <a:pt x="2695070" y="327906"/>
                  </a:lnTo>
                  <a:lnTo>
                    <a:pt x="2696142" y="327634"/>
                  </a:lnTo>
                  <a:lnTo>
                    <a:pt x="2697214" y="327361"/>
                  </a:lnTo>
                  <a:lnTo>
                    <a:pt x="2698285" y="327090"/>
                  </a:lnTo>
                  <a:lnTo>
                    <a:pt x="2699357" y="326818"/>
                  </a:lnTo>
                  <a:lnTo>
                    <a:pt x="2700428" y="326548"/>
                  </a:lnTo>
                  <a:lnTo>
                    <a:pt x="2701500" y="326278"/>
                  </a:lnTo>
                  <a:lnTo>
                    <a:pt x="2702572" y="326009"/>
                  </a:lnTo>
                  <a:lnTo>
                    <a:pt x="2703643" y="325740"/>
                  </a:lnTo>
                  <a:lnTo>
                    <a:pt x="2704715" y="325471"/>
                  </a:lnTo>
                  <a:lnTo>
                    <a:pt x="2705786" y="325204"/>
                  </a:lnTo>
                  <a:lnTo>
                    <a:pt x="2706858" y="324937"/>
                  </a:lnTo>
                  <a:lnTo>
                    <a:pt x="2707930" y="324670"/>
                  </a:lnTo>
                  <a:lnTo>
                    <a:pt x="2709001" y="324404"/>
                  </a:lnTo>
                  <a:lnTo>
                    <a:pt x="2710073" y="324139"/>
                  </a:lnTo>
                  <a:lnTo>
                    <a:pt x="2711144" y="323874"/>
                  </a:lnTo>
                  <a:lnTo>
                    <a:pt x="2712216" y="323610"/>
                  </a:lnTo>
                  <a:lnTo>
                    <a:pt x="2713288" y="323346"/>
                  </a:lnTo>
                  <a:lnTo>
                    <a:pt x="2714359" y="323083"/>
                  </a:lnTo>
                  <a:lnTo>
                    <a:pt x="2715431" y="322820"/>
                  </a:lnTo>
                  <a:lnTo>
                    <a:pt x="2716502" y="322558"/>
                  </a:lnTo>
                  <a:lnTo>
                    <a:pt x="2717574" y="322296"/>
                  </a:lnTo>
                  <a:lnTo>
                    <a:pt x="2718646" y="322035"/>
                  </a:lnTo>
                  <a:lnTo>
                    <a:pt x="2719717" y="321775"/>
                  </a:lnTo>
                  <a:lnTo>
                    <a:pt x="2720789" y="321515"/>
                  </a:lnTo>
                  <a:lnTo>
                    <a:pt x="2721860" y="321255"/>
                  </a:lnTo>
                  <a:lnTo>
                    <a:pt x="2722932" y="320996"/>
                  </a:lnTo>
                  <a:lnTo>
                    <a:pt x="2724004" y="320738"/>
                  </a:lnTo>
                  <a:lnTo>
                    <a:pt x="2725075" y="320480"/>
                  </a:lnTo>
                  <a:lnTo>
                    <a:pt x="2726147" y="320222"/>
                  </a:lnTo>
                  <a:lnTo>
                    <a:pt x="2727218" y="319965"/>
                  </a:lnTo>
                  <a:lnTo>
                    <a:pt x="2728290" y="319709"/>
                  </a:lnTo>
                  <a:lnTo>
                    <a:pt x="2729362" y="319453"/>
                  </a:lnTo>
                  <a:lnTo>
                    <a:pt x="2730433" y="319198"/>
                  </a:lnTo>
                  <a:lnTo>
                    <a:pt x="2731505" y="318943"/>
                  </a:lnTo>
                  <a:lnTo>
                    <a:pt x="2732576" y="318688"/>
                  </a:lnTo>
                  <a:lnTo>
                    <a:pt x="2733648" y="318434"/>
                  </a:lnTo>
                  <a:lnTo>
                    <a:pt x="2734720" y="318181"/>
                  </a:lnTo>
                  <a:lnTo>
                    <a:pt x="2735791" y="317928"/>
                  </a:lnTo>
                  <a:lnTo>
                    <a:pt x="2736863" y="317675"/>
                  </a:lnTo>
                  <a:lnTo>
                    <a:pt x="2737934" y="317423"/>
                  </a:lnTo>
                  <a:lnTo>
                    <a:pt x="2739006" y="317171"/>
                  </a:lnTo>
                  <a:lnTo>
                    <a:pt x="2740078" y="316920"/>
                  </a:lnTo>
                  <a:lnTo>
                    <a:pt x="2741149" y="316670"/>
                  </a:lnTo>
                  <a:lnTo>
                    <a:pt x="2742221" y="316420"/>
                  </a:lnTo>
                  <a:lnTo>
                    <a:pt x="2743292" y="316170"/>
                  </a:lnTo>
                  <a:lnTo>
                    <a:pt x="2744364" y="315920"/>
                  </a:lnTo>
                  <a:lnTo>
                    <a:pt x="2745436" y="315672"/>
                  </a:lnTo>
                  <a:lnTo>
                    <a:pt x="2746507" y="315423"/>
                  </a:lnTo>
                  <a:lnTo>
                    <a:pt x="2747579" y="315175"/>
                  </a:lnTo>
                  <a:lnTo>
                    <a:pt x="2748650" y="314928"/>
                  </a:lnTo>
                  <a:lnTo>
                    <a:pt x="2749722" y="314681"/>
                  </a:lnTo>
                  <a:lnTo>
                    <a:pt x="2750794" y="314434"/>
                  </a:lnTo>
                  <a:lnTo>
                    <a:pt x="2751865" y="314188"/>
                  </a:lnTo>
                  <a:lnTo>
                    <a:pt x="2752937" y="313942"/>
                  </a:lnTo>
                  <a:lnTo>
                    <a:pt x="2754008" y="313697"/>
                  </a:lnTo>
                  <a:lnTo>
                    <a:pt x="2755080" y="313452"/>
                  </a:lnTo>
                  <a:lnTo>
                    <a:pt x="2756152" y="313207"/>
                  </a:lnTo>
                  <a:lnTo>
                    <a:pt x="2757223" y="312963"/>
                  </a:lnTo>
                  <a:lnTo>
                    <a:pt x="2758295" y="312720"/>
                  </a:lnTo>
                  <a:lnTo>
                    <a:pt x="2759366" y="312476"/>
                  </a:lnTo>
                  <a:lnTo>
                    <a:pt x="2760438" y="312234"/>
                  </a:lnTo>
                  <a:lnTo>
                    <a:pt x="2761510" y="311991"/>
                  </a:lnTo>
                  <a:lnTo>
                    <a:pt x="2762581" y="311749"/>
                  </a:lnTo>
                  <a:lnTo>
                    <a:pt x="2763653" y="311508"/>
                  </a:lnTo>
                  <a:lnTo>
                    <a:pt x="2764724" y="311266"/>
                  </a:lnTo>
                  <a:lnTo>
                    <a:pt x="2765796" y="311025"/>
                  </a:lnTo>
                  <a:lnTo>
                    <a:pt x="2766868" y="310785"/>
                  </a:lnTo>
                  <a:lnTo>
                    <a:pt x="2767939" y="310545"/>
                  </a:lnTo>
                  <a:lnTo>
                    <a:pt x="2769011" y="310305"/>
                  </a:lnTo>
                  <a:lnTo>
                    <a:pt x="2770082" y="310066"/>
                  </a:lnTo>
                  <a:lnTo>
                    <a:pt x="2771154" y="309827"/>
                  </a:lnTo>
                  <a:lnTo>
                    <a:pt x="2772226" y="309588"/>
                  </a:lnTo>
                  <a:lnTo>
                    <a:pt x="2773297" y="309350"/>
                  </a:lnTo>
                  <a:lnTo>
                    <a:pt x="2774369" y="309112"/>
                  </a:lnTo>
                  <a:lnTo>
                    <a:pt x="2775440" y="308875"/>
                  </a:lnTo>
                  <a:lnTo>
                    <a:pt x="2776512" y="308638"/>
                  </a:lnTo>
                  <a:lnTo>
                    <a:pt x="2777584" y="308401"/>
                  </a:lnTo>
                  <a:lnTo>
                    <a:pt x="2778655" y="308164"/>
                  </a:lnTo>
                  <a:lnTo>
                    <a:pt x="2779727" y="307928"/>
                  </a:lnTo>
                  <a:lnTo>
                    <a:pt x="2780798" y="307693"/>
                  </a:lnTo>
                  <a:lnTo>
                    <a:pt x="2781870" y="307457"/>
                  </a:lnTo>
                  <a:lnTo>
                    <a:pt x="2782942" y="307222"/>
                  </a:lnTo>
                  <a:lnTo>
                    <a:pt x="2784013" y="306987"/>
                  </a:lnTo>
                  <a:lnTo>
                    <a:pt x="2785085" y="306753"/>
                  </a:lnTo>
                  <a:lnTo>
                    <a:pt x="2786156" y="306519"/>
                  </a:lnTo>
                  <a:lnTo>
                    <a:pt x="2787228" y="306285"/>
                  </a:lnTo>
                  <a:lnTo>
                    <a:pt x="2788300" y="306052"/>
                  </a:lnTo>
                  <a:lnTo>
                    <a:pt x="2789371" y="305819"/>
                  </a:lnTo>
                  <a:lnTo>
                    <a:pt x="2790443" y="305586"/>
                  </a:lnTo>
                  <a:lnTo>
                    <a:pt x="2791514" y="305353"/>
                  </a:lnTo>
                  <a:lnTo>
                    <a:pt x="2792586" y="305121"/>
                  </a:lnTo>
                  <a:lnTo>
                    <a:pt x="2793658" y="304890"/>
                  </a:lnTo>
                  <a:lnTo>
                    <a:pt x="2794729" y="304658"/>
                  </a:lnTo>
                  <a:lnTo>
                    <a:pt x="2795801" y="304427"/>
                  </a:lnTo>
                  <a:lnTo>
                    <a:pt x="2796872" y="304196"/>
                  </a:lnTo>
                  <a:lnTo>
                    <a:pt x="2797944" y="303965"/>
                  </a:lnTo>
                  <a:lnTo>
                    <a:pt x="2799016" y="303735"/>
                  </a:lnTo>
                  <a:lnTo>
                    <a:pt x="2800087" y="303505"/>
                  </a:lnTo>
                  <a:lnTo>
                    <a:pt x="2801159" y="303275"/>
                  </a:lnTo>
                  <a:lnTo>
                    <a:pt x="2802230" y="303046"/>
                  </a:lnTo>
                  <a:lnTo>
                    <a:pt x="2803302" y="302816"/>
                  </a:lnTo>
                  <a:lnTo>
                    <a:pt x="2804374" y="302587"/>
                  </a:lnTo>
                  <a:lnTo>
                    <a:pt x="2805445" y="302359"/>
                  </a:lnTo>
                  <a:lnTo>
                    <a:pt x="2806517" y="302130"/>
                  </a:lnTo>
                  <a:lnTo>
                    <a:pt x="2807588" y="301902"/>
                  </a:lnTo>
                  <a:lnTo>
                    <a:pt x="2808660" y="301674"/>
                  </a:lnTo>
                  <a:lnTo>
                    <a:pt x="2809732" y="301447"/>
                  </a:lnTo>
                  <a:lnTo>
                    <a:pt x="2810803" y="301219"/>
                  </a:lnTo>
                  <a:lnTo>
                    <a:pt x="2811875" y="300992"/>
                  </a:lnTo>
                  <a:lnTo>
                    <a:pt x="2812946" y="300765"/>
                  </a:lnTo>
                  <a:lnTo>
                    <a:pt x="2814018" y="300539"/>
                  </a:lnTo>
                  <a:lnTo>
                    <a:pt x="2815090" y="300313"/>
                  </a:lnTo>
                  <a:lnTo>
                    <a:pt x="2816161" y="300086"/>
                  </a:lnTo>
                  <a:lnTo>
                    <a:pt x="2817233" y="299861"/>
                  </a:lnTo>
                  <a:lnTo>
                    <a:pt x="2818304" y="299635"/>
                  </a:lnTo>
                  <a:lnTo>
                    <a:pt x="2819376" y="299409"/>
                  </a:lnTo>
                  <a:lnTo>
                    <a:pt x="2820448" y="299184"/>
                  </a:lnTo>
                  <a:lnTo>
                    <a:pt x="2821519" y="298959"/>
                  </a:lnTo>
                  <a:lnTo>
                    <a:pt x="2822591" y="298735"/>
                  </a:lnTo>
                  <a:lnTo>
                    <a:pt x="2823662" y="298510"/>
                  </a:lnTo>
                  <a:lnTo>
                    <a:pt x="2824734" y="298286"/>
                  </a:lnTo>
                  <a:lnTo>
                    <a:pt x="2825806" y="298062"/>
                  </a:lnTo>
                  <a:lnTo>
                    <a:pt x="2826877" y="297838"/>
                  </a:lnTo>
                  <a:lnTo>
                    <a:pt x="2827949" y="297614"/>
                  </a:lnTo>
                  <a:lnTo>
                    <a:pt x="2829020" y="297391"/>
                  </a:lnTo>
                  <a:lnTo>
                    <a:pt x="2830092" y="297167"/>
                  </a:lnTo>
                  <a:lnTo>
                    <a:pt x="2831164" y="296944"/>
                  </a:lnTo>
                  <a:lnTo>
                    <a:pt x="2832235" y="296722"/>
                  </a:lnTo>
                  <a:lnTo>
                    <a:pt x="2833307" y="296499"/>
                  </a:lnTo>
                  <a:lnTo>
                    <a:pt x="2834378" y="296276"/>
                  </a:lnTo>
                  <a:lnTo>
                    <a:pt x="2835450" y="296054"/>
                  </a:lnTo>
                  <a:lnTo>
                    <a:pt x="2836522" y="295832"/>
                  </a:lnTo>
                  <a:lnTo>
                    <a:pt x="2837593" y="295610"/>
                  </a:lnTo>
                  <a:lnTo>
                    <a:pt x="2838665" y="295388"/>
                  </a:lnTo>
                  <a:lnTo>
                    <a:pt x="2839736" y="295167"/>
                  </a:lnTo>
                  <a:lnTo>
                    <a:pt x="2840808" y="294945"/>
                  </a:lnTo>
                  <a:lnTo>
                    <a:pt x="2841879" y="294724"/>
                  </a:lnTo>
                  <a:lnTo>
                    <a:pt x="2842951" y="294503"/>
                  </a:lnTo>
                  <a:lnTo>
                    <a:pt x="2844023" y="294282"/>
                  </a:lnTo>
                  <a:lnTo>
                    <a:pt x="2845094" y="294061"/>
                  </a:lnTo>
                  <a:lnTo>
                    <a:pt x="2846166" y="293840"/>
                  </a:lnTo>
                  <a:lnTo>
                    <a:pt x="2847237" y="293620"/>
                  </a:lnTo>
                  <a:lnTo>
                    <a:pt x="2848309" y="293400"/>
                  </a:lnTo>
                  <a:lnTo>
                    <a:pt x="2849381" y="293179"/>
                  </a:lnTo>
                  <a:lnTo>
                    <a:pt x="2850452" y="292959"/>
                  </a:lnTo>
                  <a:lnTo>
                    <a:pt x="2851524" y="292739"/>
                  </a:lnTo>
                  <a:lnTo>
                    <a:pt x="2852595" y="292520"/>
                  </a:lnTo>
                  <a:lnTo>
                    <a:pt x="2853667" y="292300"/>
                  </a:lnTo>
                  <a:lnTo>
                    <a:pt x="2854739" y="292080"/>
                  </a:lnTo>
                  <a:lnTo>
                    <a:pt x="2855810" y="291861"/>
                  </a:lnTo>
                  <a:lnTo>
                    <a:pt x="2856882" y="291642"/>
                  </a:lnTo>
                  <a:lnTo>
                    <a:pt x="2857953" y="291423"/>
                  </a:lnTo>
                  <a:lnTo>
                    <a:pt x="2859025" y="291204"/>
                  </a:lnTo>
                  <a:lnTo>
                    <a:pt x="2860097" y="290985"/>
                  </a:lnTo>
                  <a:lnTo>
                    <a:pt x="2861168" y="290766"/>
                  </a:lnTo>
                  <a:lnTo>
                    <a:pt x="2862240" y="290547"/>
                  </a:lnTo>
                  <a:lnTo>
                    <a:pt x="2863311" y="290329"/>
                  </a:lnTo>
                  <a:lnTo>
                    <a:pt x="2864383" y="290110"/>
                  </a:lnTo>
                  <a:lnTo>
                    <a:pt x="2865455" y="289892"/>
                  </a:lnTo>
                  <a:lnTo>
                    <a:pt x="2866526" y="289673"/>
                  </a:lnTo>
                  <a:lnTo>
                    <a:pt x="2867598" y="289455"/>
                  </a:lnTo>
                  <a:lnTo>
                    <a:pt x="2868669" y="289237"/>
                  </a:lnTo>
                  <a:lnTo>
                    <a:pt x="2869741" y="289019"/>
                  </a:lnTo>
                  <a:lnTo>
                    <a:pt x="2870813" y="288801"/>
                  </a:lnTo>
                  <a:lnTo>
                    <a:pt x="2871884" y="288583"/>
                  </a:lnTo>
                  <a:lnTo>
                    <a:pt x="2872956" y="288365"/>
                  </a:lnTo>
                  <a:lnTo>
                    <a:pt x="2874027" y="288148"/>
                  </a:lnTo>
                  <a:lnTo>
                    <a:pt x="2875099" y="287930"/>
                  </a:lnTo>
                  <a:lnTo>
                    <a:pt x="2876171" y="287712"/>
                  </a:lnTo>
                  <a:lnTo>
                    <a:pt x="2877242" y="287495"/>
                  </a:lnTo>
                  <a:lnTo>
                    <a:pt x="2878314" y="287277"/>
                  </a:lnTo>
                  <a:lnTo>
                    <a:pt x="2879385" y="287060"/>
                  </a:lnTo>
                  <a:lnTo>
                    <a:pt x="2880457" y="286843"/>
                  </a:lnTo>
                  <a:lnTo>
                    <a:pt x="2881529" y="286625"/>
                  </a:lnTo>
                  <a:lnTo>
                    <a:pt x="2882600" y="286408"/>
                  </a:lnTo>
                  <a:lnTo>
                    <a:pt x="2883672" y="286191"/>
                  </a:lnTo>
                  <a:lnTo>
                    <a:pt x="2884743" y="285974"/>
                  </a:lnTo>
                  <a:lnTo>
                    <a:pt x="2885815" y="285757"/>
                  </a:lnTo>
                  <a:lnTo>
                    <a:pt x="2886887" y="285540"/>
                  </a:lnTo>
                  <a:lnTo>
                    <a:pt x="2887958" y="285323"/>
                  </a:lnTo>
                  <a:lnTo>
                    <a:pt x="2889030" y="285106"/>
                  </a:lnTo>
                  <a:lnTo>
                    <a:pt x="2890101" y="284889"/>
                  </a:lnTo>
                  <a:lnTo>
                    <a:pt x="2891173" y="284672"/>
                  </a:lnTo>
                  <a:lnTo>
                    <a:pt x="2892245" y="284455"/>
                  </a:lnTo>
                  <a:lnTo>
                    <a:pt x="2893316" y="284238"/>
                  </a:lnTo>
                  <a:lnTo>
                    <a:pt x="2894388" y="284021"/>
                  </a:lnTo>
                  <a:lnTo>
                    <a:pt x="2895459" y="283804"/>
                  </a:lnTo>
                  <a:lnTo>
                    <a:pt x="2896531" y="283587"/>
                  </a:lnTo>
                  <a:lnTo>
                    <a:pt x="2897603" y="283370"/>
                  </a:lnTo>
                  <a:lnTo>
                    <a:pt x="2898674" y="283154"/>
                  </a:lnTo>
                  <a:lnTo>
                    <a:pt x="2899746" y="282937"/>
                  </a:lnTo>
                  <a:lnTo>
                    <a:pt x="2900817" y="282720"/>
                  </a:lnTo>
                  <a:lnTo>
                    <a:pt x="2901889" y="282503"/>
                  </a:lnTo>
                  <a:lnTo>
                    <a:pt x="2902961" y="282286"/>
                  </a:lnTo>
                  <a:lnTo>
                    <a:pt x="2904032" y="282069"/>
                  </a:lnTo>
                  <a:lnTo>
                    <a:pt x="2905104" y="281852"/>
                  </a:lnTo>
                  <a:lnTo>
                    <a:pt x="2906175" y="281636"/>
                  </a:lnTo>
                  <a:lnTo>
                    <a:pt x="2907247" y="281419"/>
                  </a:lnTo>
                  <a:lnTo>
                    <a:pt x="2908319" y="281202"/>
                  </a:lnTo>
                  <a:lnTo>
                    <a:pt x="2909390" y="280985"/>
                  </a:lnTo>
                  <a:lnTo>
                    <a:pt x="2910462" y="280768"/>
                  </a:lnTo>
                  <a:lnTo>
                    <a:pt x="2911533" y="280551"/>
                  </a:lnTo>
                  <a:lnTo>
                    <a:pt x="2912605" y="280334"/>
                  </a:lnTo>
                  <a:lnTo>
                    <a:pt x="2913677" y="280117"/>
                  </a:lnTo>
                  <a:lnTo>
                    <a:pt x="2914748" y="279900"/>
                  </a:lnTo>
                  <a:lnTo>
                    <a:pt x="2915820" y="279682"/>
                  </a:lnTo>
                  <a:lnTo>
                    <a:pt x="2916891" y="279465"/>
                  </a:lnTo>
                  <a:lnTo>
                    <a:pt x="2917963" y="279248"/>
                  </a:lnTo>
                  <a:lnTo>
                    <a:pt x="2919035" y="279031"/>
                  </a:lnTo>
                  <a:lnTo>
                    <a:pt x="2920106" y="278813"/>
                  </a:lnTo>
                  <a:lnTo>
                    <a:pt x="2921178" y="278596"/>
                  </a:lnTo>
                  <a:lnTo>
                    <a:pt x="2922249" y="278378"/>
                  </a:lnTo>
                  <a:lnTo>
                    <a:pt x="2923321" y="278161"/>
                  </a:lnTo>
                  <a:lnTo>
                    <a:pt x="2924393" y="277943"/>
                  </a:lnTo>
                  <a:lnTo>
                    <a:pt x="2925464" y="277726"/>
                  </a:lnTo>
                  <a:lnTo>
                    <a:pt x="2926536" y="277508"/>
                  </a:lnTo>
                  <a:lnTo>
                    <a:pt x="2927607" y="277290"/>
                  </a:lnTo>
                  <a:lnTo>
                    <a:pt x="2928679" y="277072"/>
                  </a:lnTo>
                  <a:lnTo>
                    <a:pt x="2929751" y="276854"/>
                  </a:lnTo>
                  <a:lnTo>
                    <a:pt x="2930822" y="276636"/>
                  </a:lnTo>
                  <a:lnTo>
                    <a:pt x="2931894" y="276418"/>
                  </a:lnTo>
                  <a:lnTo>
                    <a:pt x="2932965" y="276200"/>
                  </a:lnTo>
                  <a:lnTo>
                    <a:pt x="2934037" y="275982"/>
                  </a:lnTo>
                  <a:lnTo>
                    <a:pt x="2935109" y="275763"/>
                  </a:lnTo>
                  <a:lnTo>
                    <a:pt x="2936180" y="275545"/>
                  </a:lnTo>
                  <a:lnTo>
                    <a:pt x="2937252" y="275326"/>
                  </a:lnTo>
                  <a:lnTo>
                    <a:pt x="2938323" y="275107"/>
                  </a:lnTo>
                  <a:lnTo>
                    <a:pt x="2939395" y="274889"/>
                  </a:lnTo>
                  <a:lnTo>
                    <a:pt x="2940467" y="274670"/>
                  </a:lnTo>
                  <a:lnTo>
                    <a:pt x="2941538" y="274451"/>
                  </a:lnTo>
                  <a:lnTo>
                    <a:pt x="2942610" y="274232"/>
                  </a:lnTo>
                  <a:lnTo>
                    <a:pt x="2943681" y="274012"/>
                  </a:lnTo>
                  <a:lnTo>
                    <a:pt x="2944753" y="273793"/>
                  </a:lnTo>
                  <a:lnTo>
                    <a:pt x="2945825" y="273574"/>
                  </a:lnTo>
                  <a:lnTo>
                    <a:pt x="2946896" y="273354"/>
                  </a:lnTo>
                  <a:lnTo>
                    <a:pt x="2947968" y="273134"/>
                  </a:lnTo>
                  <a:lnTo>
                    <a:pt x="2949039" y="272914"/>
                  </a:lnTo>
                  <a:lnTo>
                    <a:pt x="2950111" y="272694"/>
                  </a:lnTo>
                  <a:lnTo>
                    <a:pt x="2951183" y="272474"/>
                  </a:lnTo>
                  <a:lnTo>
                    <a:pt x="2952254" y="272254"/>
                  </a:lnTo>
                  <a:lnTo>
                    <a:pt x="2953326" y="272034"/>
                  </a:lnTo>
                  <a:lnTo>
                    <a:pt x="2954397" y="271813"/>
                  </a:lnTo>
                  <a:lnTo>
                    <a:pt x="2955469" y="271592"/>
                  </a:lnTo>
                  <a:lnTo>
                    <a:pt x="2956541" y="271372"/>
                  </a:lnTo>
                  <a:lnTo>
                    <a:pt x="2957612" y="271151"/>
                  </a:lnTo>
                  <a:lnTo>
                    <a:pt x="2958684" y="270930"/>
                  </a:lnTo>
                  <a:lnTo>
                    <a:pt x="2959755" y="270708"/>
                  </a:lnTo>
                  <a:lnTo>
                    <a:pt x="2960827" y="270487"/>
                  </a:lnTo>
                  <a:lnTo>
                    <a:pt x="2961899" y="270265"/>
                  </a:lnTo>
                  <a:lnTo>
                    <a:pt x="2962970" y="270043"/>
                  </a:lnTo>
                  <a:lnTo>
                    <a:pt x="2964042" y="269821"/>
                  </a:lnTo>
                  <a:lnTo>
                    <a:pt x="2965113" y="269599"/>
                  </a:lnTo>
                  <a:lnTo>
                    <a:pt x="2966185" y="269377"/>
                  </a:lnTo>
                  <a:lnTo>
                    <a:pt x="2967257" y="269155"/>
                  </a:lnTo>
                  <a:lnTo>
                    <a:pt x="2968328" y="268932"/>
                  </a:lnTo>
                  <a:lnTo>
                    <a:pt x="2969400" y="268709"/>
                  </a:lnTo>
                  <a:lnTo>
                    <a:pt x="2970471" y="268486"/>
                  </a:lnTo>
                  <a:lnTo>
                    <a:pt x="2971543" y="268263"/>
                  </a:lnTo>
                  <a:lnTo>
                    <a:pt x="2972615" y="268040"/>
                  </a:lnTo>
                  <a:lnTo>
                    <a:pt x="2973686" y="267816"/>
                  </a:lnTo>
                  <a:lnTo>
                    <a:pt x="2974758" y="267592"/>
                  </a:lnTo>
                  <a:lnTo>
                    <a:pt x="2975829" y="267368"/>
                  </a:lnTo>
                  <a:lnTo>
                    <a:pt x="2976901" y="267144"/>
                  </a:lnTo>
                  <a:lnTo>
                    <a:pt x="2977973" y="266920"/>
                  </a:lnTo>
                  <a:lnTo>
                    <a:pt x="2979044" y="266695"/>
                  </a:lnTo>
                  <a:lnTo>
                    <a:pt x="2980116" y="266471"/>
                  </a:lnTo>
                  <a:lnTo>
                    <a:pt x="2981187" y="266246"/>
                  </a:lnTo>
                  <a:lnTo>
                    <a:pt x="2982259" y="266020"/>
                  </a:lnTo>
                  <a:lnTo>
                    <a:pt x="2983331" y="265795"/>
                  </a:lnTo>
                  <a:lnTo>
                    <a:pt x="2984402" y="265569"/>
                  </a:lnTo>
                  <a:lnTo>
                    <a:pt x="2985474" y="265343"/>
                  </a:lnTo>
                  <a:lnTo>
                    <a:pt x="2986545" y="265117"/>
                  </a:lnTo>
                  <a:lnTo>
                    <a:pt x="2987617" y="264891"/>
                  </a:lnTo>
                  <a:lnTo>
                    <a:pt x="2988689" y="264665"/>
                  </a:lnTo>
                  <a:lnTo>
                    <a:pt x="2989760" y="264438"/>
                  </a:lnTo>
                  <a:lnTo>
                    <a:pt x="2990832" y="264211"/>
                  </a:lnTo>
                  <a:lnTo>
                    <a:pt x="2991903" y="263984"/>
                  </a:lnTo>
                  <a:lnTo>
                    <a:pt x="2992975" y="263756"/>
                  </a:lnTo>
                  <a:lnTo>
                    <a:pt x="2994047" y="263529"/>
                  </a:lnTo>
                  <a:lnTo>
                    <a:pt x="2995118" y="263301"/>
                  </a:lnTo>
                  <a:lnTo>
                    <a:pt x="2996190" y="263072"/>
                  </a:lnTo>
                  <a:lnTo>
                    <a:pt x="2997261" y="262844"/>
                  </a:lnTo>
                  <a:lnTo>
                    <a:pt x="2998333" y="262615"/>
                  </a:lnTo>
                  <a:lnTo>
                    <a:pt x="2999405" y="262386"/>
                  </a:lnTo>
                  <a:lnTo>
                    <a:pt x="3000476" y="262157"/>
                  </a:lnTo>
                  <a:lnTo>
                    <a:pt x="3001548" y="261928"/>
                  </a:lnTo>
                  <a:lnTo>
                    <a:pt x="3002619" y="261698"/>
                  </a:lnTo>
                  <a:lnTo>
                    <a:pt x="3003691" y="261468"/>
                  </a:lnTo>
                  <a:lnTo>
                    <a:pt x="3004763" y="261238"/>
                  </a:lnTo>
                  <a:lnTo>
                    <a:pt x="3005834" y="261007"/>
                  </a:lnTo>
                  <a:lnTo>
                    <a:pt x="3006906" y="260776"/>
                  </a:lnTo>
                  <a:lnTo>
                    <a:pt x="3007977" y="260545"/>
                  </a:lnTo>
                  <a:lnTo>
                    <a:pt x="3009049" y="260314"/>
                  </a:lnTo>
                  <a:lnTo>
                    <a:pt x="3010121" y="260082"/>
                  </a:lnTo>
                  <a:lnTo>
                    <a:pt x="3011192" y="259850"/>
                  </a:lnTo>
                  <a:lnTo>
                    <a:pt x="3012264" y="259618"/>
                  </a:lnTo>
                  <a:lnTo>
                    <a:pt x="3013335" y="259386"/>
                  </a:lnTo>
                  <a:lnTo>
                    <a:pt x="3014407" y="259153"/>
                  </a:lnTo>
                  <a:lnTo>
                    <a:pt x="3015479" y="258920"/>
                  </a:lnTo>
                  <a:lnTo>
                    <a:pt x="3016550" y="258687"/>
                  </a:lnTo>
                  <a:lnTo>
                    <a:pt x="3017622" y="258453"/>
                  </a:lnTo>
                  <a:lnTo>
                    <a:pt x="3018693" y="258219"/>
                  </a:lnTo>
                  <a:lnTo>
                    <a:pt x="3019765" y="257985"/>
                  </a:lnTo>
                  <a:lnTo>
                    <a:pt x="3020836" y="257750"/>
                  </a:lnTo>
                  <a:lnTo>
                    <a:pt x="3021908" y="257515"/>
                  </a:lnTo>
                  <a:lnTo>
                    <a:pt x="3022980" y="257280"/>
                  </a:lnTo>
                  <a:lnTo>
                    <a:pt x="3024051" y="257045"/>
                  </a:lnTo>
                  <a:lnTo>
                    <a:pt x="3025123" y="256809"/>
                  </a:lnTo>
                  <a:lnTo>
                    <a:pt x="3026194" y="256573"/>
                  </a:lnTo>
                  <a:lnTo>
                    <a:pt x="3027266" y="256337"/>
                  </a:lnTo>
                  <a:lnTo>
                    <a:pt x="3028338" y="256100"/>
                  </a:lnTo>
                  <a:lnTo>
                    <a:pt x="3029409" y="255863"/>
                  </a:lnTo>
                  <a:lnTo>
                    <a:pt x="3030481" y="255626"/>
                  </a:lnTo>
                  <a:lnTo>
                    <a:pt x="3031552" y="255389"/>
                  </a:lnTo>
                  <a:lnTo>
                    <a:pt x="3032624" y="255151"/>
                  </a:lnTo>
                  <a:lnTo>
                    <a:pt x="3033696" y="254913"/>
                  </a:lnTo>
                  <a:lnTo>
                    <a:pt x="3034767" y="254674"/>
                  </a:lnTo>
                  <a:lnTo>
                    <a:pt x="3035839" y="254436"/>
                  </a:lnTo>
                  <a:lnTo>
                    <a:pt x="3036910" y="254197"/>
                  </a:lnTo>
                  <a:lnTo>
                    <a:pt x="3037982" y="253958"/>
                  </a:lnTo>
                  <a:lnTo>
                    <a:pt x="3039054" y="253718"/>
                  </a:lnTo>
                  <a:lnTo>
                    <a:pt x="3040125" y="253478"/>
                  </a:lnTo>
                  <a:lnTo>
                    <a:pt x="3041197" y="253238"/>
                  </a:lnTo>
                  <a:lnTo>
                    <a:pt x="3042268" y="252998"/>
                  </a:lnTo>
                  <a:lnTo>
                    <a:pt x="3043340" y="252757"/>
                  </a:lnTo>
                  <a:lnTo>
                    <a:pt x="3044412" y="252516"/>
                  </a:lnTo>
                  <a:lnTo>
                    <a:pt x="3045483" y="252275"/>
                  </a:lnTo>
                  <a:lnTo>
                    <a:pt x="3046555" y="252033"/>
                  </a:lnTo>
                  <a:lnTo>
                    <a:pt x="3047626" y="251791"/>
                  </a:lnTo>
                  <a:lnTo>
                    <a:pt x="3048698" y="251549"/>
                  </a:lnTo>
                  <a:lnTo>
                    <a:pt x="3049770" y="251306"/>
                  </a:lnTo>
                  <a:lnTo>
                    <a:pt x="3050841" y="251064"/>
                  </a:lnTo>
                  <a:lnTo>
                    <a:pt x="3051913" y="250820"/>
                  </a:lnTo>
                  <a:lnTo>
                    <a:pt x="3052984" y="250577"/>
                  </a:lnTo>
                  <a:lnTo>
                    <a:pt x="3054056" y="250333"/>
                  </a:lnTo>
                  <a:lnTo>
                    <a:pt x="3055128" y="250089"/>
                  </a:lnTo>
                  <a:lnTo>
                    <a:pt x="3056199" y="249845"/>
                  </a:lnTo>
                  <a:lnTo>
                    <a:pt x="3057271" y="249601"/>
                  </a:lnTo>
                  <a:lnTo>
                    <a:pt x="3058342" y="249356"/>
                  </a:lnTo>
                  <a:lnTo>
                    <a:pt x="3059414" y="249111"/>
                  </a:lnTo>
                  <a:lnTo>
                    <a:pt x="3060486" y="248865"/>
                  </a:lnTo>
                  <a:lnTo>
                    <a:pt x="3061557" y="248620"/>
                  </a:lnTo>
                  <a:lnTo>
                    <a:pt x="3062629" y="248374"/>
                  </a:lnTo>
                  <a:lnTo>
                    <a:pt x="3063700" y="248127"/>
                  </a:lnTo>
                  <a:lnTo>
                    <a:pt x="3064772" y="247881"/>
                  </a:lnTo>
                  <a:lnTo>
                    <a:pt x="3065844" y="247634"/>
                  </a:lnTo>
                  <a:lnTo>
                    <a:pt x="3066915" y="247387"/>
                  </a:lnTo>
                  <a:lnTo>
                    <a:pt x="3067987" y="247139"/>
                  </a:lnTo>
                  <a:lnTo>
                    <a:pt x="3069058" y="246891"/>
                  </a:lnTo>
                  <a:lnTo>
                    <a:pt x="3070130" y="246643"/>
                  </a:lnTo>
                  <a:lnTo>
                    <a:pt x="3071202" y="246395"/>
                  </a:lnTo>
                  <a:lnTo>
                    <a:pt x="3072273" y="246146"/>
                  </a:lnTo>
                  <a:lnTo>
                    <a:pt x="3073345" y="245898"/>
                  </a:lnTo>
                  <a:lnTo>
                    <a:pt x="3074416" y="245648"/>
                  </a:lnTo>
                  <a:lnTo>
                    <a:pt x="3075488" y="245399"/>
                  </a:lnTo>
                  <a:lnTo>
                    <a:pt x="3076560" y="245149"/>
                  </a:lnTo>
                  <a:lnTo>
                    <a:pt x="3077631" y="244899"/>
                  </a:lnTo>
                  <a:lnTo>
                    <a:pt x="3078703" y="244649"/>
                  </a:lnTo>
                  <a:lnTo>
                    <a:pt x="3079774" y="244398"/>
                  </a:lnTo>
                  <a:lnTo>
                    <a:pt x="3080846" y="244147"/>
                  </a:lnTo>
                  <a:lnTo>
                    <a:pt x="3081918" y="243896"/>
                  </a:lnTo>
                  <a:lnTo>
                    <a:pt x="3082989" y="243644"/>
                  </a:lnTo>
                  <a:lnTo>
                    <a:pt x="3084061" y="243393"/>
                  </a:lnTo>
                  <a:lnTo>
                    <a:pt x="3085132" y="243140"/>
                  </a:lnTo>
                  <a:lnTo>
                    <a:pt x="3086204" y="242888"/>
                  </a:lnTo>
                  <a:lnTo>
                    <a:pt x="3087276" y="242635"/>
                  </a:lnTo>
                  <a:lnTo>
                    <a:pt x="3088347" y="242382"/>
                  </a:lnTo>
                  <a:lnTo>
                    <a:pt x="3089419" y="242129"/>
                  </a:lnTo>
                  <a:lnTo>
                    <a:pt x="3090490" y="241876"/>
                  </a:lnTo>
                  <a:lnTo>
                    <a:pt x="3091562" y="241622"/>
                  </a:lnTo>
                  <a:lnTo>
                    <a:pt x="3092634" y="241368"/>
                  </a:lnTo>
                  <a:lnTo>
                    <a:pt x="3093705" y="241113"/>
                  </a:lnTo>
                  <a:lnTo>
                    <a:pt x="3094777" y="240859"/>
                  </a:lnTo>
                  <a:lnTo>
                    <a:pt x="3095848" y="240604"/>
                  </a:lnTo>
                  <a:lnTo>
                    <a:pt x="3096920" y="240348"/>
                  </a:lnTo>
                  <a:lnTo>
                    <a:pt x="3097992" y="240093"/>
                  </a:lnTo>
                  <a:lnTo>
                    <a:pt x="3099063" y="239837"/>
                  </a:lnTo>
                  <a:lnTo>
                    <a:pt x="3100135" y="239581"/>
                  </a:lnTo>
                  <a:lnTo>
                    <a:pt x="3101206" y="239325"/>
                  </a:lnTo>
                  <a:lnTo>
                    <a:pt x="3102278" y="239068"/>
                  </a:lnTo>
                  <a:lnTo>
                    <a:pt x="3103350" y="238811"/>
                  </a:lnTo>
                  <a:lnTo>
                    <a:pt x="3104421" y="238554"/>
                  </a:lnTo>
                  <a:lnTo>
                    <a:pt x="3105493" y="238296"/>
                  </a:lnTo>
                  <a:lnTo>
                    <a:pt x="3106564" y="238038"/>
                  </a:lnTo>
                  <a:lnTo>
                    <a:pt x="3107636" y="237780"/>
                  </a:lnTo>
                  <a:lnTo>
                    <a:pt x="3108708" y="237522"/>
                  </a:lnTo>
                  <a:lnTo>
                    <a:pt x="3109779" y="237263"/>
                  </a:lnTo>
                  <a:lnTo>
                    <a:pt x="3110851" y="237004"/>
                  </a:lnTo>
                  <a:lnTo>
                    <a:pt x="3111922" y="236745"/>
                  </a:lnTo>
                  <a:lnTo>
                    <a:pt x="3112994" y="236485"/>
                  </a:lnTo>
                  <a:lnTo>
                    <a:pt x="3114066" y="236226"/>
                  </a:lnTo>
                  <a:lnTo>
                    <a:pt x="3115137" y="235965"/>
                  </a:lnTo>
                  <a:lnTo>
                    <a:pt x="3116209" y="235705"/>
                  </a:lnTo>
                  <a:lnTo>
                    <a:pt x="3117280" y="235444"/>
                  </a:lnTo>
                  <a:lnTo>
                    <a:pt x="3118352" y="235183"/>
                  </a:lnTo>
                  <a:lnTo>
                    <a:pt x="3119424" y="234922"/>
                  </a:lnTo>
                  <a:lnTo>
                    <a:pt x="3120495" y="234661"/>
                  </a:lnTo>
                  <a:lnTo>
                    <a:pt x="3121567" y="234399"/>
                  </a:lnTo>
                  <a:lnTo>
                    <a:pt x="3122638" y="234137"/>
                  </a:lnTo>
                  <a:lnTo>
                    <a:pt x="3123710" y="233874"/>
                  </a:lnTo>
                  <a:lnTo>
                    <a:pt x="3124782" y="233612"/>
                  </a:lnTo>
                  <a:lnTo>
                    <a:pt x="3125853" y="233349"/>
                  </a:lnTo>
                  <a:lnTo>
                    <a:pt x="3126925" y="233086"/>
                  </a:lnTo>
                  <a:lnTo>
                    <a:pt x="3127996" y="232822"/>
                  </a:lnTo>
                  <a:lnTo>
                    <a:pt x="3129068" y="232558"/>
                  </a:lnTo>
                  <a:lnTo>
                    <a:pt x="3130140" y="232294"/>
                  </a:lnTo>
                  <a:lnTo>
                    <a:pt x="3131211" y="232030"/>
                  </a:lnTo>
                  <a:lnTo>
                    <a:pt x="3132283" y="231765"/>
                  </a:lnTo>
                  <a:lnTo>
                    <a:pt x="3133354" y="231500"/>
                  </a:lnTo>
                  <a:lnTo>
                    <a:pt x="3134426" y="231235"/>
                  </a:lnTo>
                  <a:lnTo>
                    <a:pt x="3135498" y="230970"/>
                  </a:lnTo>
                  <a:lnTo>
                    <a:pt x="3136569" y="230704"/>
                  </a:lnTo>
                  <a:lnTo>
                    <a:pt x="3137641" y="230438"/>
                  </a:lnTo>
                  <a:lnTo>
                    <a:pt x="3138712" y="230172"/>
                  </a:lnTo>
                  <a:lnTo>
                    <a:pt x="3139784" y="229905"/>
                  </a:lnTo>
                  <a:lnTo>
                    <a:pt x="3140856" y="229638"/>
                  </a:lnTo>
                  <a:lnTo>
                    <a:pt x="3141927" y="229371"/>
                  </a:lnTo>
                  <a:lnTo>
                    <a:pt x="3142999" y="229104"/>
                  </a:lnTo>
                  <a:lnTo>
                    <a:pt x="3144070" y="228836"/>
                  </a:lnTo>
                  <a:lnTo>
                    <a:pt x="3145142" y="228568"/>
                  </a:lnTo>
                  <a:lnTo>
                    <a:pt x="3146214" y="228300"/>
                  </a:lnTo>
                  <a:lnTo>
                    <a:pt x="3147285" y="228031"/>
                  </a:lnTo>
                  <a:lnTo>
                    <a:pt x="3148357" y="227763"/>
                  </a:lnTo>
                  <a:lnTo>
                    <a:pt x="3149428" y="227493"/>
                  </a:lnTo>
                  <a:lnTo>
                    <a:pt x="3150500" y="227224"/>
                  </a:lnTo>
                  <a:lnTo>
                    <a:pt x="3151572" y="226954"/>
                  </a:lnTo>
                  <a:lnTo>
                    <a:pt x="3152643" y="226685"/>
                  </a:lnTo>
                  <a:lnTo>
                    <a:pt x="3153715" y="226414"/>
                  </a:lnTo>
                  <a:lnTo>
                    <a:pt x="3154786" y="226144"/>
                  </a:lnTo>
                  <a:lnTo>
                    <a:pt x="3155858" y="225873"/>
                  </a:lnTo>
                  <a:lnTo>
                    <a:pt x="3156930" y="225602"/>
                  </a:lnTo>
                  <a:lnTo>
                    <a:pt x="3158001" y="225331"/>
                  </a:lnTo>
                  <a:lnTo>
                    <a:pt x="3159073" y="225059"/>
                  </a:lnTo>
                  <a:lnTo>
                    <a:pt x="3160144" y="224787"/>
                  </a:lnTo>
                  <a:lnTo>
                    <a:pt x="3161216" y="224515"/>
                  </a:lnTo>
                  <a:lnTo>
                    <a:pt x="3162288" y="224243"/>
                  </a:lnTo>
                  <a:lnTo>
                    <a:pt x="3163359" y="223970"/>
                  </a:lnTo>
                  <a:lnTo>
                    <a:pt x="3164431" y="223697"/>
                  </a:lnTo>
                  <a:lnTo>
                    <a:pt x="3165502" y="223424"/>
                  </a:lnTo>
                  <a:lnTo>
                    <a:pt x="3166574" y="223151"/>
                  </a:lnTo>
                  <a:lnTo>
                    <a:pt x="3167646" y="222877"/>
                  </a:lnTo>
                  <a:lnTo>
                    <a:pt x="3168717" y="222603"/>
                  </a:lnTo>
                  <a:lnTo>
                    <a:pt x="3169789" y="222328"/>
                  </a:lnTo>
                  <a:lnTo>
                    <a:pt x="3170860" y="222054"/>
                  </a:lnTo>
                  <a:lnTo>
                    <a:pt x="3171932" y="221779"/>
                  </a:lnTo>
                  <a:lnTo>
                    <a:pt x="3173004" y="221504"/>
                  </a:lnTo>
                  <a:lnTo>
                    <a:pt x="3174075" y="221228"/>
                  </a:lnTo>
                  <a:lnTo>
                    <a:pt x="3175147" y="220953"/>
                  </a:lnTo>
                  <a:lnTo>
                    <a:pt x="3176218" y="220677"/>
                  </a:lnTo>
                  <a:lnTo>
                    <a:pt x="3177290" y="220400"/>
                  </a:lnTo>
                  <a:lnTo>
                    <a:pt x="3178362" y="220124"/>
                  </a:lnTo>
                  <a:lnTo>
                    <a:pt x="3179433" y="219847"/>
                  </a:lnTo>
                  <a:lnTo>
                    <a:pt x="3180505" y="219570"/>
                  </a:lnTo>
                  <a:lnTo>
                    <a:pt x="3181576" y="219293"/>
                  </a:lnTo>
                  <a:lnTo>
                    <a:pt x="3182648" y="219015"/>
                  </a:lnTo>
                  <a:lnTo>
                    <a:pt x="3183720" y="218737"/>
                  </a:lnTo>
                  <a:lnTo>
                    <a:pt x="3184791" y="218459"/>
                  </a:lnTo>
                  <a:lnTo>
                    <a:pt x="3185863" y="218181"/>
                  </a:lnTo>
                  <a:lnTo>
                    <a:pt x="3186934" y="217902"/>
                  </a:lnTo>
                  <a:lnTo>
                    <a:pt x="3188006" y="217623"/>
                  </a:lnTo>
                  <a:lnTo>
                    <a:pt x="3189078" y="217344"/>
                  </a:lnTo>
                  <a:lnTo>
                    <a:pt x="3190149" y="217065"/>
                  </a:lnTo>
                  <a:lnTo>
                    <a:pt x="3191221" y="216785"/>
                  </a:lnTo>
                  <a:lnTo>
                    <a:pt x="3192292" y="216505"/>
                  </a:lnTo>
                  <a:lnTo>
                    <a:pt x="3193364" y="216225"/>
                  </a:lnTo>
                  <a:lnTo>
                    <a:pt x="3194436" y="215944"/>
                  </a:lnTo>
                  <a:lnTo>
                    <a:pt x="3195507" y="215663"/>
                  </a:lnTo>
                  <a:lnTo>
                    <a:pt x="3196579" y="215382"/>
                  </a:lnTo>
                  <a:lnTo>
                    <a:pt x="3197650" y="215101"/>
                  </a:lnTo>
                  <a:lnTo>
                    <a:pt x="3198722" y="214819"/>
                  </a:lnTo>
                  <a:lnTo>
                    <a:pt x="3199793" y="214537"/>
                  </a:lnTo>
                  <a:lnTo>
                    <a:pt x="3200865" y="214255"/>
                  </a:lnTo>
                  <a:lnTo>
                    <a:pt x="3201937" y="213973"/>
                  </a:lnTo>
                  <a:lnTo>
                    <a:pt x="3203008" y="213690"/>
                  </a:lnTo>
                  <a:lnTo>
                    <a:pt x="3204080" y="213407"/>
                  </a:lnTo>
                  <a:lnTo>
                    <a:pt x="3205151" y="213124"/>
                  </a:lnTo>
                  <a:lnTo>
                    <a:pt x="3206223" y="212840"/>
                  </a:lnTo>
                  <a:lnTo>
                    <a:pt x="3207295" y="212556"/>
                  </a:lnTo>
                  <a:lnTo>
                    <a:pt x="3208366" y="212272"/>
                  </a:lnTo>
                  <a:lnTo>
                    <a:pt x="3209438" y="211988"/>
                  </a:lnTo>
                  <a:lnTo>
                    <a:pt x="3210509" y="211704"/>
                  </a:lnTo>
                  <a:lnTo>
                    <a:pt x="3211581" y="211419"/>
                  </a:lnTo>
                  <a:lnTo>
                    <a:pt x="3212653" y="211134"/>
                  </a:lnTo>
                  <a:lnTo>
                    <a:pt x="3213724" y="210848"/>
                  </a:lnTo>
                  <a:lnTo>
                    <a:pt x="3214796" y="210563"/>
                  </a:lnTo>
                  <a:lnTo>
                    <a:pt x="3215867" y="210277"/>
                  </a:lnTo>
                  <a:lnTo>
                    <a:pt x="3216939" y="209991"/>
                  </a:lnTo>
                  <a:lnTo>
                    <a:pt x="3218011" y="209704"/>
                  </a:lnTo>
                  <a:lnTo>
                    <a:pt x="3219082" y="209418"/>
                  </a:lnTo>
                  <a:lnTo>
                    <a:pt x="3220154" y="209131"/>
                  </a:lnTo>
                  <a:lnTo>
                    <a:pt x="3221225" y="208843"/>
                  </a:lnTo>
                  <a:lnTo>
                    <a:pt x="3222297" y="208556"/>
                  </a:lnTo>
                  <a:lnTo>
                    <a:pt x="3223369" y="208268"/>
                  </a:lnTo>
                  <a:lnTo>
                    <a:pt x="3224440" y="207980"/>
                  </a:lnTo>
                  <a:lnTo>
                    <a:pt x="3225512" y="207692"/>
                  </a:lnTo>
                  <a:lnTo>
                    <a:pt x="3226583" y="207403"/>
                  </a:lnTo>
                  <a:lnTo>
                    <a:pt x="3227655" y="207115"/>
                  </a:lnTo>
                  <a:lnTo>
                    <a:pt x="3228727" y="206826"/>
                  </a:lnTo>
                  <a:lnTo>
                    <a:pt x="3229798" y="206536"/>
                  </a:lnTo>
                  <a:lnTo>
                    <a:pt x="3230870" y="206247"/>
                  </a:lnTo>
                  <a:lnTo>
                    <a:pt x="3231941" y="205957"/>
                  </a:lnTo>
                  <a:lnTo>
                    <a:pt x="3233013" y="205667"/>
                  </a:lnTo>
                  <a:lnTo>
                    <a:pt x="3234085" y="205377"/>
                  </a:lnTo>
                  <a:lnTo>
                    <a:pt x="3235156" y="205086"/>
                  </a:lnTo>
                  <a:lnTo>
                    <a:pt x="3236228" y="204795"/>
                  </a:lnTo>
                  <a:lnTo>
                    <a:pt x="3237299" y="204504"/>
                  </a:lnTo>
                  <a:lnTo>
                    <a:pt x="3238371" y="204213"/>
                  </a:lnTo>
                  <a:lnTo>
                    <a:pt x="3239443" y="203921"/>
                  </a:lnTo>
                  <a:lnTo>
                    <a:pt x="3240514" y="203629"/>
                  </a:lnTo>
                  <a:lnTo>
                    <a:pt x="3241586" y="203337"/>
                  </a:lnTo>
                  <a:lnTo>
                    <a:pt x="3242657" y="203044"/>
                  </a:lnTo>
                  <a:lnTo>
                    <a:pt x="3243729" y="202752"/>
                  </a:lnTo>
                  <a:lnTo>
                    <a:pt x="3244801" y="202459"/>
                  </a:lnTo>
                  <a:lnTo>
                    <a:pt x="3245872" y="202166"/>
                  </a:lnTo>
                  <a:lnTo>
                    <a:pt x="3246944" y="201872"/>
                  </a:lnTo>
                  <a:lnTo>
                    <a:pt x="3248015" y="201579"/>
                  </a:lnTo>
                  <a:lnTo>
                    <a:pt x="3249087" y="201285"/>
                  </a:lnTo>
                  <a:lnTo>
                    <a:pt x="3250159" y="200990"/>
                  </a:lnTo>
                  <a:lnTo>
                    <a:pt x="3251230" y="200696"/>
                  </a:lnTo>
                  <a:lnTo>
                    <a:pt x="3252302" y="200401"/>
                  </a:lnTo>
                  <a:lnTo>
                    <a:pt x="3253373" y="200106"/>
                  </a:lnTo>
                  <a:lnTo>
                    <a:pt x="3254445" y="199811"/>
                  </a:lnTo>
                  <a:lnTo>
                    <a:pt x="3255517" y="199515"/>
                  </a:lnTo>
                  <a:lnTo>
                    <a:pt x="3256588" y="199220"/>
                  </a:lnTo>
                  <a:lnTo>
                    <a:pt x="3257660" y="198924"/>
                  </a:lnTo>
                  <a:lnTo>
                    <a:pt x="3258731" y="198627"/>
                  </a:lnTo>
                  <a:lnTo>
                    <a:pt x="3259803" y="198331"/>
                  </a:lnTo>
                  <a:lnTo>
                    <a:pt x="3260875" y="198034"/>
                  </a:lnTo>
                  <a:lnTo>
                    <a:pt x="3261946" y="197737"/>
                  </a:lnTo>
                  <a:lnTo>
                    <a:pt x="3263018" y="197440"/>
                  </a:lnTo>
                  <a:lnTo>
                    <a:pt x="3264089" y="197142"/>
                  </a:lnTo>
                  <a:lnTo>
                    <a:pt x="3265161" y="196845"/>
                  </a:lnTo>
                  <a:lnTo>
                    <a:pt x="3266233" y="196547"/>
                  </a:lnTo>
                  <a:lnTo>
                    <a:pt x="3267304" y="196248"/>
                  </a:lnTo>
                  <a:lnTo>
                    <a:pt x="3268376" y="195950"/>
                  </a:lnTo>
                  <a:lnTo>
                    <a:pt x="3269447" y="195651"/>
                  </a:lnTo>
                  <a:lnTo>
                    <a:pt x="3270519" y="195352"/>
                  </a:lnTo>
                  <a:lnTo>
                    <a:pt x="3271591" y="195053"/>
                  </a:lnTo>
                  <a:lnTo>
                    <a:pt x="3272662" y="194753"/>
                  </a:lnTo>
                  <a:lnTo>
                    <a:pt x="3273734" y="194453"/>
                  </a:lnTo>
                  <a:lnTo>
                    <a:pt x="3274805" y="194153"/>
                  </a:lnTo>
                  <a:lnTo>
                    <a:pt x="3275877" y="193853"/>
                  </a:lnTo>
                  <a:lnTo>
                    <a:pt x="3276949" y="193552"/>
                  </a:lnTo>
                  <a:lnTo>
                    <a:pt x="3278020" y="193251"/>
                  </a:lnTo>
                  <a:lnTo>
                    <a:pt x="3279092" y="192950"/>
                  </a:lnTo>
                  <a:lnTo>
                    <a:pt x="3280163" y="192649"/>
                  </a:lnTo>
                  <a:lnTo>
                    <a:pt x="3281235" y="192348"/>
                  </a:lnTo>
                  <a:lnTo>
                    <a:pt x="3282307" y="192046"/>
                  </a:lnTo>
                  <a:lnTo>
                    <a:pt x="3283378" y="191744"/>
                  </a:lnTo>
                  <a:lnTo>
                    <a:pt x="3284450" y="191441"/>
                  </a:lnTo>
                  <a:lnTo>
                    <a:pt x="3285521" y="191139"/>
                  </a:lnTo>
                  <a:lnTo>
                    <a:pt x="3286593" y="190836"/>
                  </a:lnTo>
                  <a:lnTo>
                    <a:pt x="3287665" y="190533"/>
                  </a:lnTo>
                  <a:lnTo>
                    <a:pt x="3288736" y="190230"/>
                  </a:lnTo>
                  <a:lnTo>
                    <a:pt x="3289808" y="189926"/>
                  </a:lnTo>
                  <a:lnTo>
                    <a:pt x="3290879" y="189622"/>
                  </a:lnTo>
                  <a:lnTo>
                    <a:pt x="3291951" y="189318"/>
                  </a:lnTo>
                  <a:lnTo>
                    <a:pt x="3293023" y="189014"/>
                  </a:lnTo>
                  <a:lnTo>
                    <a:pt x="3294094" y="188709"/>
                  </a:lnTo>
                  <a:lnTo>
                    <a:pt x="3295166" y="188405"/>
                  </a:lnTo>
                  <a:lnTo>
                    <a:pt x="3296237" y="188100"/>
                  </a:lnTo>
                  <a:lnTo>
                    <a:pt x="3297309" y="187794"/>
                  </a:lnTo>
                  <a:lnTo>
                    <a:pt x="3298381" y="187489"/>
                  </a:lnTo>
                  <a:lnTo>
                    <a:pt x="3299452" y="187183"/>
                  </a:lnTo>
                  <a:lnTo>
                    <a:pt x="3300524" y="186877"/>
                  </a:lnTo>
                  <a:lnTo>
                    <a:pt x="3301595" y="186571"/>
                  </a:lnTo>
                  <a:lnTo>
                    <a:pt x="3302667" y="186264"/>
                  </a:lnTo>
                  <a:lnTo>
                    <a:pt x="3303739" y="185958"/>
                  </a:lnTo>
                  <a:lnTo>
                    <a:pt x="3304810" y="185651"/>
                  </a:lnTo>
                  <a:lnTo>
                    <a:pt x="3305882" y="185343"/>
                  </a:lnTo>
                  <a:lnTo>
                    <a:pt x="3306953" y="185036"/>
                  </a:lnTo>
                  <a:lnTo>
                    <a:pt x="3308025" y="184728"/>
                  </a:lnTo>
                  <a:lnTo>
                    <a:pt x="3309097" y="184420"/>
                  </a:lnTo>
                  <a:lnTo>
                    <a:pt x="3310168" y="184112"/>
                  </a:lnTo>
                  <a:lnTo>
                    <a:pt x="3311240" y="183803"/>
                  </a:lnTo>
                  <a:lnTo>
                    <a:pt x="3312311" y="183495"/>
                  </a:lnTo>
                  <a:lnTo>
                    <a:pt x="3313383" y="183186"/>
                  </a:lnTo>
                  <a:lnTo>
                    <a:pt x="3314455" y="182877"/>
                  </a:lnTo>
                  <a:lnTo>
                    <a:pt x="3315526" y="182567"/>
                  </a:lnTo>
                  <a:lnTo>
                    <a:pt x="3316598" y="182258"/>
                  </a:lnTo>
                  <a:lnTo>
                    <a:pt x="3317669" y="181948"/>
                  </a:lnTo>
                  <a:lnTo>
                    <a:pt x="3318741" y="181638"/>
                  </a:lnTo>
                  <a:lnTo>
                    <a:pt x="3319813" y="181327"/>
                  </a:lnTo>
                  <a:lnTo>
                    <a:pt x="3320884" y="181016"/>
                  </a:lnTo>
                  <a:lnTo>
                    <a:pt x="3321956" y="180706"/>
                  </a:lnTo>
                  <a:lnTo>
                    <a:pt x="3323027" y="180395"/>
                  </a:lnTo>
                  <a:lnTo>
                    <a:pt x="3324099" y="180083"/>
                  </a:lnTo>
                  <a:lnTo>
                    <a:pt x="3325171" y="179772"/>
                  </a:lnTo>
                  <a:lnTo>
                    <a:pt x="3326242" y="179460"/>
                  </a:lnTo>
                  <a:lnTo>
                    <a:pt x="3327314" y="179148"/>
                  </a:lnTo>
                  <a:lnTo>
                    <a:pt x="3328385" y="178835"/>
                  </a:lnTo>
                  <a:lnTo>
                    <a:pt x="3329457" y="178523"/>
                  </a:lnTo>
                  <a:lnTo>
                    <a:pt x="3330529" y="178210"/>
                  </a:lnTo>
                  <a:lnTo>
                    <a:pt x="3331600" y="177897"/>
                  </a:lnTo>
                  <a:lnTo>
                    <a:pt x="3332672" y="177584"/>
                  </a:lnTo>
                  <a:lnTo>
                    <a:pt x="3333743" y="177270"/>
                  </a:lnTo>
                  <a:lnTo>
                    <a:pt x="3334815" y="176956"/>
                  </a:lnTo>
                  <a:lnTo>
                    <a:pt x="3335887" y="176642"/>
                  </a:lnTo>
                  <a:lnTo>
                    <a:pt x="3336958" y="176328"/>
                  </a:lnTo>
                  <a:lnTo>
                    <a:pt x="3338030" y="176014"/>
                  </a:lnTo>
                  <a:lnTo>
                    <a:pt x="3339101" y="175699"/>
                  </a:lnTo>
                  <a:lnTo>
                    <a:pt x="3340173" y="175384"/>
                  </a:lnTo>
                  <a:lnTo>
                    <a:pt x="3341245" y="175069"/>
                  </a:lnTo>
                  <a:lnTo>
                    <a:pt x="3342316" y="174754"/>
                  </a:lnTo>
                  <a:lnTo>
                    <a:pt x="3343388" y="174438"/>
                  </a:lnTo>
                  <a:lnTo>
                    <a:pt x="3344459" y="174122"/>
                  </a:lnTo>
                  <a:lnTo>
                    <a:pt x="3345531" y="173806"/>
                  </a:lnTo>
                  <a:lnTo>
                    <a:pt x="3346603" y="173490"/>
                  </a:lnTo>
                  <a:lnTo>
                    <a:pt x="3347674" y="173173"/>
                  </a:lnTo>
                  <a:lnTo>
                    <a:pt x="3348746" y="172856"/>
                  </a:lnTo>
                  <a:lnTo>
                    <a:pt x="3349817" y="172539"/>
                  </a:lnTo>
                  <a:lnTo>
                    <a:pt x="3350889" y="172222"/>
                  </a:lnTo>
                  <a:lnTo>
                    <a:pt x="3351961" y="171904"/>
                  </a:lnTo>
                  <a:lnTo>
                    <a:pt x="3353032" y="171587"/>
                  </a:lnTo>
                  <a:lnTo>
                    <a:pt x="3354104" y="171269"/>
                  </a:lnTo>
                  <a:lnTo>
                    <a:pt x="3355175" y="170951"/>
                  </a:lnTo>
                  <a:lnTo>
                    <a:pt x="3356247" y="170632"/>
                  </a:lnTo>
                  <a:lnTo>
                    <a:pt x="3357319" y="170313"/>
                  </a:lnTo>
                  <a:lnTo>
                    <a:pt x="3358390" y="169994"/>
                  </a:lnTo>
                  <a:lnTo>
                    <a:pt x="3359462" y="169675"/>
                  </a:lnTo>
                  <a:lnTo>
                    <a:pt x="3360533" y="169356"/>
                  </a:lnTo>
                  <a:lnTo>
                    <a:pt x="3361605" y="169036"/>
                  </a:lnTo>
                  <a:lnTo>
                    <a:pt x="3362677" y="168716"/>
                  </a:lnTo>
                  <a:lnTo>
                    <a:pt x="3363748" y="168396"/>
                  </a:lnTo>
                  <a:lnTo>
                    <a:pt x="3364820" y="168076"/>
                  </a:lnTo>
                  <a:lnTo>
                    <a:pt x="3365891" y="167756"/>
                  </a:lnTo>
                  <a:lnTo>
                    <a:pt x="3366963" y="167435"/>
                  </a:lnTo>
                  <a:lnTo>
                    <a:pt x="3368035" y="167114"/>
                  </a:lnTo>
                  <a:lnTo>
                    <a:pt x="3369106" y="166793"/>
                  </a:lnTo>
                  <a:lnTo>
                    <a:pt x="3370178" y="166471"/>
                  </a:lnTo>
                  <a:lnTo>
                    <a:pt x="3371249" y="166149"/>
                  </a:lnTo>
                  <a:lnTo>
                    <a:pt x="3372321" y="165828"/>
                  </a:lnTo>
                  <a:lnTo>
                    <a:pt x="3373392" y="165505"/>
                  </a:lnTo>
                  <a:lnTo>
                    <a:pt x="3374464" y="165183"/>
                  </a:lnTo>
                  <a:lnTo>
                    <a:pt x="3375536" y="164860"/>
                  </a:lnTo>
                  <a:lnTo>
                    <a:pt x="3376607" y="164538"/>
                  </a:lnTo>
                  <a:lnTo>
                    <a:pt x="3377679" y="164215"/>
                  </a:lnTo>
                  <a:lnTo>
                    <a:pt x="3378750" y="163891"/>
                  </a:lnTo>
                  <a:lnTo>
                    <a:pt x="3379822" y="163568"/>
                  </a:lnTo>
                  <a:lnTo>
                    <a:pt x="3380894" y="163244"/>
                  </a:lnTo>
                  <a:lnTo>
                    <a:pt x="3381965" y="162920"/>
                  </a:lnTo>
                  <a:lnTo>
                    <a:pt x="3383037" y="162596"/>
                  </a:lnTo>
                  <a:lnTo>
                    <a:pt x="3384108" y="162271"/>
                  </a:lnTo>
                  <a:lnTo>
                    <a:pt x="3385180" y="161947"/>
                  </a:lnTo>
                  <a:lnTo>
                    <a:pt x="3386252" y="161622"/>
                  </a:lnTo>
                  <a:lnTo>
                    <a:pt x="3387323" y="161297"/>
                  </a:lnTo>
                  <a:lnTo>
                    <a:pt x="3388395" y="160971"/>
                  </a:lnTo>
                  <a:lnTo>
                    <a:pt x="3389466" y="160646"/>
                  </a:lnTo>
                  <a:lnTo>
                    <a:pt x="3390538" y="160320"/>
                  </a:lnTo>
                  <a:lnTo>
                    <a:pt x="3391610" y="159994"/>
                  </a:lnTo>
                  <a:lnTo>
                    <a:pt x="3392681" y="159668"/>
                  </a:lnTo>
                  <a:lnTo>
                    <a:pt x="3393753" y="159341"/>
                  </a:lnTo>
                  <a:lnTo>
                    <a:pt x="3394824" y="159015"/>
                  </a:lnTo>
                  <a:lnTo>
                    <a:pt x="3395896" y="158688"/>
                  </a:lnTo>
                  <a:lnTo>
                    <a:pt x="3396968" y="158361"/>
                  </a:lnTo>
                  <a:lnTo>
                    <a:pt x="3398039" y="158033"/>
                  </a:lnTo>
                  <a:lnTo>
                    <a:pt x="3399111" y="157706"/>
                  </a:lnTo>
                  <a:lnTo>
                    <a:pt x="3400182" y="157378"/>
                  </a:lnTo>
                  <a:lnTo>
                    <a:pt x="3401254" y="157050"/>
                  </a:lnTo>
                  <a:lnTo>
                    <a:pt x="3402326" y="156722"/>
                  </a:lnTo>
                  <a:lnTo>
                    <a:pt x="3403397" y="156393"/>
                  </a:lnTo>
                  <a:lnTo>
                    <a:pt x="3404469" y="156065"/>
                  </a:lnTo>
                  <a:lnTo>
                    <a:pt x="3405540" y="155736"/>
                  </a:lnTo>
                  <a:lnTo>
                    <a:pt x="3406612" y="155407"/>
                  </a:lnTo>
                  <a:lnTo>
                    <a:pt x="3407684" y="155077"/>
                  </a:lnTo>
                  <a:lnTo>
                    <a:pt x="3408755" y="154748"/>
                  </a:lnTo>
                  <a:lnTo>
                    <a:pt x="3409827" y="154418"/>
                  </a:lnTo>
                  <a:lnTo>
                    <a:pt x="3410898" y="154088"/>
                  </a:lnTo>
                  <a:lnTo>
                    <a:pt x="3411970" y="153758"/>
                  </a:lnTo>
                  <a:lnTo>
                    <a:pt x="3413042" y="153427"/>
                  </a:lnTo>
                  <a:lnTo>
                    <a:pt x="3414113" y="153096"/>
                  </a:lnTo>
                  <a:lnTo>
                    <a:pt x="3415185" y="152765"/>
                  </a:lnTo>
                  <a:lnTo>
                    <a:pt x="3416256" y="152434"/>
                  </a:lnTo>
                  <a:lnTo>
                    <a:pt x="3417328" y="152103"/>
                  </a:lnTo>
                  <a:lnTo>
                    <a:pt x="3418400" y="151771"/>
                  </a:lnTo>
                  <a:lnTo>
                    <a:pt x="3419471" y="151440"/>
                  </a:lnTo>
                  <a:lnTo>
                    <a:pt x="3420543" y="151108"/>
                  </a:lnTo>
                  <a:lnTo>
                    <a:pt x="3421614" y="150775"/>
                  </a:lnTo>
                  <a:lnTo>
                    <a:pt x="3422686" y="150443"/>
                  </a:lnTo>
                  <a:lnTo>
                    <a:pt x="3423758" y="150110"/>
                  </a:lnTo>
                  <a:lnTo>
                    <a:pt x="3424829" y="149777"/>
                  </a:lnTo>
                  <a:lnTo>
                    <a:pt x="3425901" y="149444"/>
                  </a:lnTo>
                  <a:lnTo>
                    <a:pt x="3426972" y="149111"/>
                  </a:lnTo>
                  <a:lnTo>
                    <a:pt x="3428044" y="148778"/>
                  </a:lnTo>
                  <a:lnTo>
                    <a:pt x="3429116" y="148444"/>
                  </a:lnTo>
                  <a:lnTo>
                    <a:pt x="3430187" y="148110"/>
                  </a:lnTo>
                  <a:lnTo>
                    <a:pt x="3431259" y="147776"/>
                  </a:lnTo>
                  <a:lnTo>
                    <a:pt x="3432330" y="147441"/>
                  </a:lnTo>
                  <a:lnTo>
                    <a:pt x="3433402" y="147107"/>
                  </a:lnTo>
                  <a:lnTo>
                    <a:pt x="3434474" y="146772"/>
                  </a:lnTo>
                  <a:lnTo>
                    <a:pt x="3435545" y="146437"/>
                  </a:lnTo>
                  <a:lnTo>
                    <a:pt x="3436617" y="146101"/>
                  </a:lnTo>
                  <a:lnTo>
                    <a:pt x="3437688" y="145766"/>
                  </a:lnTo>
                  <a:lnTo>
                    <a:pt x="3438760" y="145430"/>
                  </a:lnTo>
                  <a:lnTo>
                    <a:pt x="3439832" y="145094"/>
                  </a:lnTo>
                  <a:lnTo>
                    <a:pt x="3440903" y="144758"/>
                  </a:lnTo>
                  <a:lnTo>
                    <a:pt x="3441975" y="144422"/>
                  </a:lnTo>
                  <a:lnTo>
                    <a:pt x="3443046" y="144085"/>
                  </a:lnTo>
                  <a:lnTo>
                    <a:pt x="3444118" y="143749"/>
                  </a:lnTo>
                  <a:lnTo>
                    <a:pt x="3445190" y="143412"/>
                  </a:lnTo>
                  <a:lnTo>
                    <a:pt x="3446261" y="143074"/>
                  </a:lnTo>
                  <a:lnTo>
                    <a:pt x="3447333" y="142737"/>
                  </a:lnTo>
                  <a:lnTo>
                    <a:pt x="3448404" y="142399"/>
                  </a:lnTo>
                  <a:lnTo>
                    <a:pt x="3449476" y="142062"/>
                  </a:lnTo>
                  <a:lnTo>
                    <a:pt x="3450548" y="141724"/>
                  </a:lnTo>
                  <a:lnTo>
                    <a:pt x="3451619" y="141385"/>
                  </a:lnTo>
                  <a:lnTo>
                    <a:pt x="3452691" y="141047"/>
                  </a:lnTo>
                  <a:lnTo>
                    <a:pt x="3453762" y="140708"/>
                  </a:lnTo>
                  <a:lnTo>
                    <a:pt x="3454834" y="140369"/>
                  </a:lnTo>
                  <a:lnTo>
                    <a:pt x="3455906" y="140030"/>
                  </a:lnTo>
                  <a:lnTo>
                    <a:pt x="3456977" y="139691"/>
                  </a:lnTo>
                  <a:lnTo>
                    <a:pt x="3458049" y="139351"/>
                  </a:lnTo>
                  <a:lnTo>
                    <a:pt x="3459120" y="139012"/>
                  </a:lnTo>
                  <a:lnTo>
                    <a:pt x="3460192" y="138672"/>
                  </a:lnTo>
                  <a:lnTo>
                    <a:pt x="3461264" y="138331"/>
                  </a:lnTo>
                  <a:lnTo>
                    <a:pt x="3462335" y="137991"/>
                  </a:lnTo>
                  <a:lnTo>
                    <a:pt x="3463407" y="137651"/>
                  </a:lnTo>
                  <a:lnTo>
                    <a:pt x="3464478" y="137310"/>
                  </a:lnTo>
                  <a:lnTo>
                    <a:pt x="3465550" y="136969"/>
                  </a:lnTo>
                  <a:lnTo>
                    <a:pt x="3466622" y="136627"/>
                  </a:lnTo>
                  <a:lnTo>
                    <a:pt x="3467693" y="136286"/>
                  </a:lnTo>
                  <a:lnTo>
                    <a:pt x="3468765" y="135944"/>
                  </a:lnTo>
                  <a:lnTo>
                    <a:pt x="3469836" y="135603"/>
                  </a:lnTo>
                  <a:lnTo>
                    <a:pt x="3470908" y="135261"/>
                  </a:lnTo>
                  <a:lnTo>
                    <a:pt x="3471980" y="134918"/>
                  </a:lnTo>
                  <a:lnTo>
                    <a:pt x="3473051" y="134576"/>
                  </a:lnTo>
                  <a:lnTo>
                    <a:pt x="3474123" y="134233"/>
                  </a:lnTo>
                  <a:lnTo>
                    <a:pt x="3475194" y="133890"/>
                  </a:lnTo>
                  <a:lnTo>
                    <a:pt x="3476266" y="133547"/>
                  </a:lnTo>
                  <a:lnTo>
                    <a:pt x="3477338" y="133204"/>
                  </a:lnTo>
                  <a:lnTo>
                    <a:pt x="3478409" y="132860"/>
                  </a:lnTo>
                  <a:lnTo>
                    <a:pt x="3479481" y="132517"/>
                  </a:lnTo>
                  <a:lnTo>
                    <a:pt x="3480552" y="132173"/>
                  </a:lnTo>
                  <a:lnTo>
                    <a:pt x="3481624" y="131829"/>
                  </a:lnTo>
                  <a:lnTo>
                    <a:pt x="3482696" y="131484"/>
                  </a:lnTo>
                  <a:lnTo>
                    <a:pt x="3483767" y="131140"/>
                  </a:lnTo>
                  <a:lnTo>
                    <a:pt x="3484839" y="130795"/>
                  </a:lnTo>
                  <a:lnTo>
                    <a:pt x="3485910" y="130450"/>
                  </a:lnTo>
                  <a:lnTo>
                    <a:pt x="3486982" y="130105"/>
                  </a:lnTo>
                  <a:lnTo>
                    <a:pt x="3488054" y="129760"/>
                  </a:lnTo>
                  <a:lnTo>
                    <a:pt x="3489125" y="129414"/>
                  </a:lnTo>
                  <a:lnTo>
                    <a:pt x="3490197" y="129068"/>
                  </a:lnTo>
                  <a:lnTo>
                    <a:pt x="3491268" y="128722"/>
                  </a:lnTo>
                  <a:lnTo>
                    <a:pt x="3492340" y="128376"/>
                  </a:lnTo>
                  <a:lnTo>
                    <a:pt x="3493412" y="128030"/>
                  </a:lnTo>
                  <a:lnTo>
                    <a:pt x="3494483" y="127683"/>
                  </a:lnTo>
                  <a:lnTo>
                    <a:pt x="3495555" y="127336"/>
                  </a:lnTo>
                  <a:lnTo>
                    <a:pt x="3496626" y="126989"/>
                  </a:lnTo>
                  <a:lnTo>
                    <a:pt x="3497698" y="126642"/>
                  </a:lnTo>
                  <a:lnTo>
                    <a:pt x="3498770" y="126295"/>
                  </a:lnTo>
                  <a:lnTo>
                    <a:pt x="3499841" y="125947"/>
                  </a:lnTo>
                  <a:lnTo>
                    <a:pt x="3500913" y="125599"/>
                  </a:lnTo>
                  <a:lnTo>
                    <a:pt x="3501984" y="125251"/>
                  </a:lnTo>
                  <a:lnTo>
                    <a:pt x="3503056" y="124903"/>
                  </a:lnTo>
                  <a:lnTo>
                    <a:pt x="3504128" y="124555"/>
                  </a:lnTo>
                  <a:lnTo>
                    <a:pt x="3505199" y="124206"/>
                  </a:lnTo>
                  <a:lnTo>
                    <a:pt x="3506271" y="123857"/>
                  </a:lnTo>
                  <a:lnTo>
                    <a:pt x="3507342" y="123508"/>
                  </a:lnTo>
                  <a:lnTo>
                    <a:pt x="3508414" y="123159"/>
                  </a:lnTo>
                  <a:lnTo>
                    <a:pt x="3509486" y="122810"/>
                  </a:lnTo>
                  <a:lnTo>
                    <a:pt x="3510557" y="122460"/>
                  </a:lnTo>
                  <a:lnTo>
                    <a:pt x="3511629" y="122110"/>
                  </a:lnTo>
                  <a:lnTo>
                    <a:pt x="3512700" y="121760"/>
                  </a:lnTo>
                  <a:lnTo>
                    <a:pt x="3513772" y="121410"/>
                  </a:lnTo>
                  <a:lnTo>
                    <a:pt x="3514844" y="121059"/>
                  </a:lnTo>
                  <a:lnTo>
                    <a:pt x="3515915" y="120709"/>
                  </a:lnTo>
                  <a:lnTo>
                    <a:pt x="3516987" y="120358"/>
                  </a:lnTo>
                  <a:lnTo>
                    <a:pt x="3518058" y="120007"/>
                  </a:lnTo>
                  <a:lnTo>
                    <a:pt x="3519130" y="119656"/>
                  </a:lnTo>
                  <a:lnTo>
                    <a:pt x="3520202" y="119304"/>
                  </a:lnTo>
                  <a:lnTo>
                    <a:pt x="3521273" y="118953"/>
                  </a:lnTo>
                  <a:lnTo>
                    <a:pt x="3522345" y="118601"/>
                  </a:lnTo>
                  <a:lnTo>
                    <a:pt x="3523416" y="118249"/>
                  </a:lnTo>
                  <a:lnTo>
                    <a:pt x="3524488" y="117897"/>
                  </a:lnTo>
                  <a:lnTo>
                    <a:pt x="3525560" y="117544"/>
                  </a:lnTo>
                  <a:lnTo>
                    <a:pt x="3526631" y="117192"/>
                  </a:lnTo>
                  <a:lnTo>
                    <a:pt x="3527703" y="116839"/>
                  </a:lnTo>
                  <a:lnTo>
                    <a:pt x="3528774" y="116486"/>
                  </a:lnTo>
                  <a:lnTo>
                    <a:pt x="3529846" y="116133"/>
                  </a:lnTo>
                  <a:lnTo>
                    <a:pt x="3530918" y="115779"/>
                  </a:lnTo>
                  <a:lnTo>
                    <a:pt x="3531989" y="115425"/>
                  </a:lnTo>
                  <a:lnTo>
                    <a:pt x="3533061" y="115072"/>
                  </a:lnTo>
                  <a:lnTo>
                    <a:pt x="3534132" y="114718"/>
                  </a:lnTo>
                  <a:lnTo>
                    <a:pt x="3535204" y="114364"/>
                  </a:lnTo>
                  <a:lnTo>
                    <a:pt x="3536276" y="114009"/>
                  </a:lnTo>
                  <a:lnTo>
                    <a:pt x="3537347" y="113655"/>
                  </a:lnTo>
                  <a:lnTo>
                    <a:pt x="3538419" y="113300"/>
                  </a:lnTo>
                  <a:lnTo>
                    <a:pt x="3539490" y="112945"/>
                  </a:lnTo>
                  <a:lnTo>
                    <a:pt x="3540562" y="112590"/>
                  </a:lnTo>
                  <a:lnTo>
                    <a:pt x="3541634" y="112234"/>
                  </a:lnTo>
                  <a:lnTo>
                    <a:pt x="3542705" y="111879"/>
                  </a:lnTo>
                  <a:lnTo>
                    <a:pt x="3543777" y="111523"/>
                  </a:lnTo>
                  <a:lnTo>
                    <a:pt x="3544848" y="111167"/>
                  </a:lnTo>
                  <a:lnTo>
                    <a:pt x="3545920" y="110811"/>
                  </a:lnTo>
                  <a:lnTo>
                    <a:pt x="3546992" y="110454"/>
                  </a:lnTo>
                  <a:lnTo>
                    <a:pt x="3548063" y="110098"/>
                  </a:lnTo>
                  <a:lnTo>
                    <a:pt x="3549135" y="109741"/>
                  </a:lnTo>
                  <a:lnTo>
                    <a:pt x="3550206" y="109384"/>
                  </a:lnTo>
                  <a:lnTo>
                    <a:pt x="3551278" y="109027"/>
                  </a:lnTo>
                  <a:lnTo>
                    <a:pt x="3552349" y="108670"/>
                  </a:lnTo>
                  <a:lnTo>
                    <a:pt x="3553421" y="108312"/>
                  </a:lnTo>
                  <a:lnTo>
                    <a:pt x="3554493" y="107955"/>
                  </a:lnTo>
                  <a:lnTo>
                    <a:pt x="3555564" y="107597"/>
                  </a:lnTo>
                  <a:lnTo>
                    <a:pt x="3556636" y="107239"/>
                  </a:lnTo>
                  <a:lnTo>
                    <a:pt x="3557707" y="106880"/>
                  </a:lnTo>
                  <a:lnTo>
                    <a:pt x="3558779" y="106522"/>
                  </a:lnTo>
                  <a:lnTo>
                    <a:pt x="3559851" y="106163"/>
                  </a:lnTo>
                  <a:lnTo>
                    <a:pt x="3560922" y="105804"/>
                  </a:lnTo>
                  <a:lnTo>
                    <a:pt x="3561994" y="105445"/>
                  </a:lnTo>
                  <a:lnTo>
                    <a:pt x="3563065" y="105086"/>
                  </a:lnTo>
                  <a:lnTo>
                    <a:pt x="3564137" y="104727"/>
                  </a:lnTo>
                  <a:lnTo>
                    <a:pt x="3565209" y="104367"/>
                  </a:lnTo>
                  <a:lnTo>
                    <a:pt x="3566280" y="104007"/>
                  </a:lnTo>
                  <a:lnTo>
                    <a:pt x="3567352" y="103647"/>
                  </a:lnTo>
                  <a:lnTo>
                    <a:pt x="3568423" y="103287"/>
                  </a:lnTo>
                  <a:lnTo>
                    <a:pt x="3569495" y="102927"/>
                  </a:lnTo>
                  <a:lnTo>
                    <a:pt x="3570567" y="102566"/>
                  </a:lnTo>
                  <a:lnTo>
                    <a:pt x="3571638" y="102205"/>
                  </a:lnTo>
                  <a:lnTo>
                    <a:pt x="3572710" y="101844"/>
                  </a:lnTo>
                  <a:lnTo>
                    <a:pt x="3573781" y="101483"/>
                  </a:lnTo>
                  <a:lnTo>
                    <a:pt x="3574853" y="101122"/>
                  </a:lnTo>
                  <a:lnTo>
                    <a:pt x="3575925" y="100760"/>
                  </a:lnTo>
                  <a:lnTo>
                    <a:pt x="3576996" y="100399"/>
                  </a:lnTo>
                  <a:lnTo>
                    <a:pt x="3578068" y="100037"/>
                  </a:lnTo>
                  <a:lnTo>
                    <a:pt x="3579139" y="99675"/>
                  </a:lnTo>
                  <a:lnTo>
                    <a:pt x="3580211" y="99312"/>
                  </a:lnTo>
                  <a:lnTo>
                    <a:pt x="3581283" y="98950"/>
                  </a:lnTo>
                  <a:lnTo>
                    <a:pt x="3582354" y="98587"/>
                  </a:lnTo>
                  <a:lnTo>
                    <a:pt x="3583426" y="98224"/>
                  </a:lnTo>
                  <a:lnTo>
                    <a:pt x="3584497" y="97861"/>
                  </a:lnTo>
                  <a:lnTo>
                    <a:pt x="3585569" y="97498"/>
                  </a:lnTo>
                  <a:lnTo>
                    <a:pt x="3586641" y="97135"/>
                  </a:lnTo>
                  <a:lnTo>
                    <a:pt x="3587712" y="96771"/>
                  </a:lnTo>
                  <a:lnTo>
                    <a:pt x="3588784" y="96407"/>
                  </a:lnTo>
                  <a:lnTo>
                    <a:pt x="3589855" y="96043"/>
                  </a:lnTo>
                  <a:lnTo>
                    <a:pt x="3590927" y="95679"/>
                  </a:lnTo>
                  <a:lnTo>
                    <a:pt x="3591999" y="95315"/>
                  </a:lnTo>
                  <a:lnTo>
                    <a:pt x="3593070" y="94950"/>
                  </a:lnTo>
                  <a:lnTo>
                    <a:pt x="3594142" y="94586"/>
                  </a:lnTo>
                  <a:lnTo>
                    <a:pt x="3595213" y="94221"/>
                  </a:lnTo>
                  <a:lnTo>
                    <a:pt x="3596285" y="93856"/>
                  </a:lnTo>
                  <a:lnTo>
                    <a:pt x="3597357" y="93490"/>
                  </a:lnTo>
                  <a:lnTo>
                    <a:pt x="3598428" y="93125"/>
                  </a:lnTo>
                  <a:lnTo>
                    <a:pt x="3599500" y="92759"/>
                  </a:lnTo>
                  <a:lnTo>
                    <a:pt x="3600571" y="92393"/>
                  </a:lnTo>
                  <a:lnTo>
                    <a:pt x="3601643" y="92027"/>
                  </a:lnTo>
                  <a:lnTo>
                    <a:pt x="3602715" y="91661"/>
                  </a:lnTo>
                  <a:lnTo>
                    <a:pt x="3603786" y="91295"/>
                  </a:lnTo>
                  <a:lnTo>
                    <a:pt x="3604858" y="90928"/>
                  </a:lnTo>
                  <a:lnTo>
                    <a:pt x="3605929" y="90562"/>
                  </a:lnTo>
                  <a:lnTo>
                    <a:pt x="3607001" y="90195"/>
                  </a:lnTo>
                  <a:lnTo>
                    <a:pt x="3608073" y="89827"/>
                  </a:lnTo>
                  <a:lnTo>
                    <a:pt x="3609144" y="89460"/>
                  </a:lnTo>
                  <a:lnTo>
                    <a:pt x="3610216" y="89093"/>
                  </a:lnTo>
                  <a:lnTo>
                    <a:pt x="3611287" y="88725"/>
                  </a:lnTo>
                  <a:lnTo>
                    <a:pt x="3612359" y="88357"/>
                  </a:lnTo>
                  <a:lnTo>
                    <a:pt x="3613431" y="87989"/>
                  </a:lnTo>
                  <a:lnTo>
                    <a:pt x="3614502" y="87621"/>
                  </a:lnTo>
                  <a:lnTo>
                    <a:pt x="3615574" y="87252"/>
                  </a:lnTo>
                  <a:lnTo>
                    <a:pt x="3616645" y="86884"/>
                  </a:lnTo>
                  <a:lnTo>
                    <a:pt x="3617717" y="86515"/>
                  </a:lnTo>
                  <a:lnTo>
                    <a:pt x="3618789" y="86146"/>
                  </a:lnTo>
                  <a:lnTo>
                    <a:pt x="3619860" y="85777"/>
                  </a:lnTo>
                  <a:lnTo>
                    <a:pt x="3620932" y="85408"/>
                  </a:lnTo>
                  <a:lnTo>
                    <a:pt x="3622003" y="85038"/>
                  </a:lnTo>
                  <a:lnTo>
                    <a:pt x="3623075" y="84669"/>
                  </a:lnTo>
                  <a:lnTo>
                    <a:pt x="3624147" y="84299"/>
                  </a:lnTo>
                  <a:lnTo>
                    <a:pt x="3625218" y="83929"/>
                  </a:lnTo>
                  <a:lnTo>
                    <a:pt x="3626290" y="83558"/>
                  </a:lnTo>
                  <a:lnTo>
                    <a:pt x="3627361" y="83188"/>
                  </a:lnTo>
                  <a:lnTo>
                    <a:pt x="3628433" y="82817"/>
                  </a:lnTo>
                  <a:lnTo>
                    <a:pt x="3629505" y="82447"/>
                  </a:lnTo>
                  <a:lnTo>
                    <a:pt x="3630576" y="82076"/>
                  </a:lnTo>
                  <a:lnTo>
                    <a:pt x="3631648" y="81705"/>
                  </a:lnTo>
                  <a:lnTo>
                    <a:pt x="3632719" y="81333"/>
                  </a:lnTo>
                  <a:lnTo>
                    <a:pt x="3633791" y="80962"/>
                  </a:lnTo>
                  <a:lnTo>
                    <a:pt x="3634863" y="80590"/>
                  </a:lnTo>
                  <a:lnTo>
                    <a:pt x="3635934" y="80218"/>
                  </a:lnTo>
                  <a:lnTo>
                    <a:pt x="3637006" y="79846"/>
                  </a:lnTo>
                  <a:lnTo>
                    <a:pt x="3638077" y="79474"/>
                  </a:lnTo>
                  <a:lnTo>
                    <a:pt x="3639149" y="79102"/>
                  </a:lnTo>
                  <a:lnTo>
                    <a:pt x="3640221" y="78729"/>
                  </a:lnTo>
                  <a:lnTo>
                    <a:pt x="3641292" y="78356"/>
                  </a:lnTo>
                  <a:lnTo>
                    <a:pt x="3642364" y="77983"/>
                  </a:lnTo>
                  <a:lnTo>
                    <a:pt x="3643435" y="77610"/>
                  </a:lnTo>
                  <a:lnTo>
                    <a:pt x="3644507" y="77237"/>
                  </a:lnTo>
                  <a:lnTo>
                    <a:pt x="3645579" y="76864"/>
                  </a:lnTo>
                  <a:lnTo>
                    <a:pt x="3646650" y="76490"/>
                  </a:lnTo>
                  <a:lnTo>
                    <a:pt x="3647722" y="76116"/>
                  </a:lnTo>
                  <a:lnTo>
                    <a:pt x="3648793" y="75742"/>
                  </a:lnTo>
                  <a:lnTo>
                    <a:pt x="3649865" y="75368"/>
                  </a:lnTo>
                  <a:lnTo>
                    <a:pt x="3650937" y="74994"/>
                  </a:lnTo>
                  <a:lnTo>
                    <a:pt x="3652008" y="74619"/>
                  </a:lnTo>
                  <a:lnTo>
                    <a:pt x="3653080" y="74244"/>
                  </a:lnTo>
                  <a:lnTo>
                    <a:pt x="3654151" y="73869"/>
                  </a:lnTo>
                  <a:lnTo>
                    <a:pt x="3655223" y="73494"/>
                  </a:lnTo>
                  <a:lnTo>
                    <a:pt x="3656295" y="73119"/>
                  </a:lnTo>
                  <a:lnTo>
                    <a:pt x="3657366" y="72744"/>
                  </a:lnTo>
                  <a:lnTo>
                    <a:pt x="3658438" y="72368"/>
                  </a:lnTo>
                  <a:lnTo>
                    <a:pt x="3659509" y="71992"/>
                  </a:lnTo>
                  <a:lnTo>
                    <a:pt x="3660581" y="71616"/>
                  </a:lnTo>
                  <a:lnTo>
                    <a:pt x="3661653" y="71240"/>
                  </a:lnTo>
                  <a:lnTo>
                    <a:pt x="3662724" y="70864"/>
                  </a:lnTo>
                  <a:lnTo>
                    <a:pt x="3663796" y="70488"/>
                  </a:lnTo>
                  <a:lnTo>
                    <a:pt x="3664867" y="70111"/>
                  </a:lnTo>
                  <a:lnTo>
                    <a:pt x="3665939" y="69734"/>
                  </a:lnTo>
                  <a:lnTo>
                    <a:pt x="3667011" y="69357"/>
                  </a:lnTo>
                  <a:lnTo>
                    <a:pt x="3668082" y="68980"/>
                  </a:lnTo>
                  <a:lnTo>
                    <a:pt x="3669154" y="68603"/>
                  </a:lnTo>
                  <a:lnTo>
                    <a:pt x="3670225" y="68225"/>
                  </a:lnTo>
                  <a:lnTo>
                    <a:pt x="3671297" y="67847"/>
                  </a:lnTo>
                  <a:lnTo>
                    <a:pt x="3672369" y="67470"/>
                  </a:lnTo>
                  <a:lnTo>
                    <a:pt x="3673440" y="67091"/>
                  </a:lnTo>
                  <a:lnTo>
                    <a:pt x="3674512" y="66713"/>
                  </a:lnTo>
                  <a:lnTo>
                    <a:pt x="3675583" y="66335"/>
                  </a:lnTo>
                  <a:lnTo>
                    <a:pt x="3676655" y="65956"/>
                  </a:lnTo>
                  <a:lnTo>
                    <a:pt x="3677727" y="65578"/>
                  </a:lnTo>
                  <a:lnTo>
                    <a:pt x="3678798" y="65199"/>
                  </a:lnTo>
                  <a:lnTo>
                    <a:pt x="3679870" y="64820"/>
                  </a:lnTo>
                  <a:lnTo>
                    <a:pt x="3680941" y="64440"/>
                  </a:lnTo>
                  <a:lnTo>
                    <a:pt x="3682013" y="64061"/>
                  </a:lnTo>
                  <a:lnTo>
                    <a:pt x="3683085" y="63681"/>
                  </a:lnTo>
                  <a:lnTo>
                    <a:pt x="3684156" y="63302"/>
                  </a:lnTo>
                  <a:lnTo>
                    <a:pt x="3685228" y="62922"/>
                  </a:lnTo>
                  <a:lnTo>
                    <a:pt x="3686299" y="62541"/>
                  </a:lnTo>
                  <a:lnTo>
                    <a:pt x="3687371" y="62161"/>
                  </a:lnTo>
                  <a:lnTo>
                    <a:pt x="3688443" y="61781"/>
                  </a:lnTo>
                  <a:lnTo>
                    <a:pt x="3689514" y="61400"/>
                  </a:lnTo>
                  <a:lnTo>
                    <a:pt x="3690586" y="61019"/>
                  </a:lnTo>
                  <a:lnTo>
                    <a:pt x="3691657" y="60638"/>
                  </a:lnTo>
                  <a:lnTo>
                    <a:pt x="3692729" y="60257"/>
                  </a:lnTo>
                  <a:lnTo>
                    <a:pt x="3693801" y="59876"/>
                  </a:lnTo>
                  <a:lnTo>
                    <a:pt x="3694872" y="59494"/>
                  </a:lnTo>
                  <a:lnTo>
                    <a:pt x="3695944" y="59113"/>
                  </a:lnTo>
                  <a:lnTo>
                    <a:pt x="3697015" y="58731"/>
                  </a:lnTo>
                  <a:lnTo>
                    <a:pt x="3698087" y="58349"/>
                  </a:lnTo>
                  <a:lnTo>
                    <a:pt x="3699159" y="57967"/>
                  </a:lnTo>
                  <a:lnTo>
                    <a:pt x="3700230" y="57584"/>
                  </a:lnTo>
                  <a:lnTo>
                    <a:pt x="3701302" y="57202"/>
                  </a:lnTo>
                  <a:lnTo>
                    <a:pt x="3702373" y="56819"/>
                  </a:lnTo>
                  <a:lnTo>
                    <a:pt x="3703445" y="56436"/>
                  </a:lnTo>
                  <a:lnTo>
                    <a:pt x="3704517" y="56053"/>
                  </a:lnTo>
                  <a:lnTo>
                    <a:pt x="3705588" y="55670"/>
                  </a:lnTo>
                  <a:lnTo>
                    <a:pt x="3706660" y="55287"/>
                  </a:lnTo>
                  <a:lnTo>
                    <a:pt x="3707731" y="54903"/>
                  </a:lnTo>
                  <a:lnTo>
                    <a:pt x="3708803" y="54519"/>
                  </a:lnTo>
                  <a:lnTo>
                    <a:pt x="3709875" y="54135"/>
                  </a:lnTo>
                  <a:lnTo>
                    <a:pt x="3710946" y="53751"/>
                  </a:lnTo>
                  <a:lnTo>
                    <a:pt x="3712018" y="53367"/>
                  </a:lnTo>
                  <a:lnTo>
                    <a:pt x="3713089" y="52983"/>
                  </a:lnTo>
                  <a:lnTo>
                    <a:pt x="3714161" y="52598"/>
                  </a:lnTo>
                  <a:lnTo>
                    <a:pt x="3715233" y="52213"/>
                  </a:lnTo>
                  <a:lnTo>
                    <a:pt x="3716304" y="51829"/>
                  </a:lnTo>
                  <a:lnTo>
                    <a:pt x="3717376" y="51444"/>
                  </a:lnTo>
                  <a:lnTo>
                    <a:pt x="3718447" y="51058"/>
                  </a:lnTo>
                  <a:lnTo>
                    <a:pt x="3719519" y="50673"/>
                  </a:lnTo>
                  <a:lnTo>
                    <a:pt x="3720591" y="50287"/>
                  </a:lnTo>
                  <a:lnTo>
                    <a:pt x="3721662" y="49902"/>
                  </a:lnTo>
                  <a:lnTo>
                    <a:pt x="3722734" y="49516"/>
                  </a:lnTo>
                  <a:lnTo>
                    <a:pt x="3723805" y="49130"/>
                  </a:lnTo>
                  <a:lnTo>
                    <a:pt x="3724877" y="48743"/>
                  </a:lnTo>
                  <a:lnTo>
                    <a:pt x="3725949" y="48357"/>
                  </a:lnTo>
                  <a:lnTo>
                    <a:pt x="3727020" y="47970"/>
                  </a:lnTo>
                  <a:lnTo>
                    <a:pt x="3728092" y="47584"/>
                  </a:lnTo>
                  <a:lnTo>
                    <a:pt x="3729163" y="47197"/>
                  </a:lnTo>
                  <a:lnTo>
                    <a:pt x="3730235" y="46810"/>
                  </a:lnTo>
                  <a:lnTo>
                    <a:pt x="3731306" y="46422"/>
                  </a:lnTo>
                  <a:lnTo>
                    <a:pt x="3732378" y="46035"/>
                  </a:lnTo>
                  <a:lnTo>
                    <a:pt x="3733450" y="45648"/>
                  </a:lnTo>
                  <a:lnTo>
                    <a:pt x="3734521" y="45260"/>
                  </a:lnTo>
                  <a:lnTo>
                    <a:pt x="3735593" y="44872"/>
                  </a:lnTo>
                  <a:lnTo>
                    <a:pt x="3736664" y="44484"/>
                  </a:lnTo>
                  <a:lnTo>
                    <a:pt x="3737736" y="44096"/>
                  </a:lnTo>
                  <a:lnTo>
                    <a:pt x="3738808" y="43707"/>
                  </a:lnTo>
                  <a:lnTo>
                    <a:pt x="3739879" y="43319"/>
                  </a:lnTo>
                  <a:lnTo>
                    <a:pt x="3740951" y="42930"/>
                  </a:lnTo>
                  <a:lnTo>
                    <a:pt x="3742022" y="42541"/>
                  </a:lnTo>
                  <a:lnTo>
                    <a:pt x="3743094" y="42152"/>
                  </a:lnTo>
                  <a:lnTo>
                    <a:pt x="3744166" y="41763"/>
                  </a:lnTo>
                  <a:lnTo>
                    <a:pt x="3745237" y="41373"/>
                  </a:lnTo>
                  <a:lnTo>
                    <a:pt x="3746309" y="40984"/>
                  </a:lnTo>
                  <a:lnTo>
                    <a:pt x="3747380" y="40594"/>
                  </a:lnTo>
                  <a:lnTo>
                    <a:pt x="3748452" y="40204"/>
                  </a:lnTo>
                  <a:lnTo>
                    <a:pt x="3749524" y="39814"/>
                  </a:lnTo>
                  <a:lnTo>
                    <a:pt x="3750595" y="39424"/>
                  </a:lnTo>
                  <a:lnTo>
                    <a:pt x="3751667" y="39033"/>
                  </a:lnTo>
                  <a:lnTo>
                    <a:pt x="3752738" y="38643"/>
                  </a:lnTo>
                  <a:lnTo>
                    <a:pt x="3753810" y="38252"/>
                  </a:lnTo>
                  <a:lnTo>
                    <a:pt x="3754882" y="37861"/>
                  </a:lnTo>
                  <a:lnTo>
                    <a:pt x="3755953" y="37470"/>
                  </a:lnTo>
                  <a:lnTo>
                    <a:pt x="3757025" y="37079"/>
                  </a:lnTo>
                  <a:lnTo>
                    <a:pt x="3758096" y="36688"/>
                  </a:lnTo>
                  <a:lnTo>
                    <a:pt x="3759168" y="36296"/>
                  </a:lnTo>
                  <a:lnTo>
                    <a:pt x="3760240" y="35905"/>
                  </a:lnTo>
                  <a:lnTo>
                    <a:pt x="3761311" y="35513"/>
                  </a:lnTo>
                  <a:lnTo>
                    <a:pt x="3762383" y="35121"/>
                  </a:lnTo>
                  <a:lnTo>
                    <a:pt x="3763454" y="34729"/>
                  </a:lnTo>
                  <a:lnTo>
                    <a:pt x="3764526" y="34336"/>
                  </a:lnTo>
                  <a:lnTo>
                    <a:pt x="3765598" y="33944"/>
                  </a:lnTo>
                  <a:lnTo>
                    <a:pt x="3766669" y="33551"/>
                  </a:lnTo>
                  <a:lnTo>
                    <a:pt x="3767741" y="33158"/>
                  </a:lnTo>
                  <a:lnTo>
                    <a:pt x="3768812" y="32765"/>
                  </a:lnTo>
                  <a:lnTo>
                    <a:pt x="3769884" y="32372"/>
                  </a:lnTo>
                  <a:lnTo>
                    <a:pt x="3770956" y="31979"/>
                  </a:lnTo>
                  <a:lnTo>
                    <a:pt x="3772027" y="31585"/>
                  </a:lnTo>
                  <a:lnTo>
                    <a:pt x="3773099" y="31192"/>
                  </a:lnTo>
                  <a:lnTo>
                    <a:pt x="3774170" y="30798"/>
                  </a:lnTo>
                  <a:lnTo>
                    <a:pt x="3775242" y="30404"/>
                  </a:lnTo>
                  <a:lnTo>
                    <a:pt x="3776314" y="30010"/>
                  </a:lnTo>
                  <a:lnTo>
                    <a:pt x="3777385" y="29615"/>
                  </a:lnTo>
                  <a:lnTo>
                    <a:pt x="3778457" y="29221"/>
                  </a:lnTo>
                  <a:lnTo>
                    <a:pt x="3779528" y="28826"/>
                  </a:lnTo>
                  <a:lnTo>
                    <a:pt x="3780600" y="28432"/>
                  </a:lnTo>
                  <a:lnTo>
                    <a:pt x="3781672" y="28037"/>
                  </a:lnTo>
                  <a:lnTo>
                    <a:pt x="3782743" y="27642"/>
                  </a:lnTo>
                  <a:lnTo>
                    <a:pt x="3783815" y="27246"/>
                  </a:lnTo>
                  <a:lnTo>
                    <a:pt x="3784886" y="26851"/>
                  </a:lnTo>
                  <a:lnTo>
                    <a:pt x="3785958" y="26455"/>
                  </a:lnTo>
                  <a:lnTo>
                    <a:pt x="3787030" y="26060"/>
                  </a:lnTo>
                  <a:lnTo>
                    <a:pt x="3788101" y="25664"/>
                  </a:lnTo>
                  <a:lnTo>
                    <a:pt x="3789173" y="25268"/>
                  </a:lnTo>
                  <a:lnTo>
                    <a:pt x="3790244" y="24872"/>
                  </a:lnTo>
                  <a:lnTo>
                    <a:pt x="3791316" y="24475"/>
                  </a:lnTo>
                  <a:lnTo>
                    <a:pt x="3792388" y="24079"/>
                  </a:lnTo>
                  <a:lnTo>
                    <a:pt x="3793459" y="23682"/>
                  </a:lnTo>
                  <a:lnTo>
                    <a:pt x="3794531" y="23285"/>
                  </a:lnTo>
                  <a:lnTo>
                    <a:pt x="3795602" y="22888"/>
                  </a:lnTo>
                  <a:lnTo>
                    <a:pt x="3796674" y="22491"/>
                  </a:lnTo>
                  <a:lnTo>
                    <a:pt x="3797746" y="22094"/>
                  </a:lnTo>
                  <a:lnTo>
                    <a:pt x="3798817" y="21696"/>
                  </a:lnTo>
                  <a:lnTo>
                    <a:pt x="3799889" y="21299"/>
                  </a:lnTo>
                  <a:lnTo>
                    <a:pt x="3800960" y="20901"/>
                  </a:lnTo>
                  <a:lnTo>
                    <a:pt x="3802032" y="20503"/>
                  </a:lnTo>
                  <a:lnTo>
                    <a:pt x="3803104" y="20105"/>
                  </a:lnTo>
                  <a:lnTo>
                    <a:pt x="3804175" y="19706"/>
                  </a:lnTo>
                  <a:lnTo>
                    <a:pt x="3805247" y="19308"/>
                  </a:lnTo>
                  <a:lnTo>
                    <a:pt x="3806318" y="18909"/>
                  </a:lnTo>
                  <a:lnTo>
                    <a:pt x="3807390" y="18511"/>
                  </a:lnTo>
                  <a:lnTo>
                    <a:pt x="3808462" y="18112"/>
                  </a:lnTo>
                  <a:lnTo>
                    <a:pt x="3809533" y="17713"/>
                  </a:lnTo>
                  <a:lnTo>
                    <a:pt x="3810605" y="17313"/>
                  </a:lnTo>
                  <a:lnTo>
                    <a:pt x="3811676" y="16914"/>
                  </a:lnTo>
                  <a:lnTo>
                    <a:pt x="3812748" y="16515"/>
                  </a:lnTo>
                  <a:lnTo>
                    <a:pt x="3813820" y="16115"/>
                  </a:lnTo>
                  <a:lnTo>
                    <a:pt x="3814891" y="15715"/>
                  </a:lnTo>
                  <a:lnTo>
                    <a:pt x="3815963" y="15315"/>
                  </a:lnTo>
                  <a:lnTo>
                    <a:pt x="3817034" y="14915"/>
                  </a:lnTo>
                  <a:lnTo>
                    <a:pt x="3818106" y="14515"/>
                  </a:lnTo>
                  <a:lnTo>
                    <a:pt x="3819178" y="14114"/>
                  </a:lnTo>
                  <a:lnTo>
                    <a:pt x="3820249" y="13713"/>
                  </a:lnTo>
                  <a:lnTo>
                    <a:pt x="3821321" y="13313"/>
                  </a:lnTo>
                  <a:lnTo>
                    <a:pt x="3822392" y="12912"/>
                  </a:lnTo>
                  <a:lnTo>
                    <a:pt x="3823464" y="12511"/>
                  </a:lnTo>
                  <a:lnTo>
                    <a:pt x="3824536" y="12109"/>
                  </a:lnTo>
                  <a:lnTo>
                    <a:pt x="3825607" y="11708"/>
                  </a:lnTo>
                  <a:lnTo>
                    <a:pt x="3826679" y="11306"/>
                  </a:lnTo>
                  <a:lnTo>
                    <a:pt x="3827750" y="10905"/>
                  </a:lnTo>
                  <a:lnTo>
                    <a:pt x="3828822" y="10503"/>
                  </a:lnTo>
                  <a:lnTo>
                    <a:pt x="3829894" y="10101"/>
                  </a:lnTo>
                  <a:lnTo>
                    <a:pt x="3830965" y="9698"/>
                  </a:lnTo>
                  <a:lnTo>
                    <a:pt x="3832037" y="9296"/>
                  </a:lnTo>
                  <a:lnTo>
                    <a:pt x="3833108" y="8894"/>
                  </a:lnTo>
                  <a:lnTo>
                    <a:pt x="3834180" y="8491"/>
                  </a:lnTo>
                  <a:lnTo>
                    <a:pt x="3835252" y="8088"/>
                  </a:lnTo>
                  <a:lnTo>
                    <a:pt x="3836323" y="7685"/>
                  </a:lnTo>
                  <a:lnTo>
                    <a:pt x="3837395" y="7282"/>
                  </a:lnTo>
                  <a:lnTo>
                    <a:pt x="3838466" y="6879"/>
                  </a:lnTo>
                  <a:lnTo>
                    <a:pt x="3839538" y="6475"/>
                  </a:lnTo>
                  <a:lnTo>
                    <a:pt x="3840610" y="6072"/>
                  </a:lnTo>
                  <a:lnTo>
                    <a:pt x="3841681" y="5668"/>
                  </a:lnTo>
                  <a:lnTo>
                    <a:pt x="3842753" y="5264"/>
                  </a:lnTo>
                  <a:lnTo>
                    <a:pt x="3843824" y="4860"/>
                  </a:lnTo>
                  <a:lnTo>
                    <a:pt x="3844896" y="4456"/>
                  </a:lnTo>
                  <a:lnTo>
                    <a:pt x="3845968" y="4052"/>
                  </a:lnTo>
                  <a:lnTo>
                    <a:pt x="3847039" y="3647"/>
                  </a:lnTo>
                  <a:lnTo>
                    <a:pt x="3848111" y="3242"/>
                  </a:lnTo>
                  <a:lnTo>
                    <a:pt x="3849182" y="2838"/>
                  </a:lnTo>
                  <a:lnTo>
                    <a:pt x="3850254" y="2433"/>
                  </a:lnTo>
                  <a:lnTo>
                    <a:pt x="3851326" y="2027"/>
                  </a:lnTo>
                  <a:lnTo>
                    <a:pt x="3852397" y="1622"/>
                  </a:lnTo>
                  <a:lnTo>
                    <a:pt x="3853469" y="1217"/>
                  </a:lnTo>
                  <a:lnTo>
                    <a:pt x="3854540" y="811"/>
                  </a:lnTo>
                  <a:lnTo>
                    <a:pt x="3855612" y="405"/>
                  </a:lnTo>
                  <a:lnTo>
                    <a:pt x="3856684" y="0"/>
                  </a:lnTo>
                  <a:lnTo>
                    <a:pt x="3856684" y="496280"/>
                  </a:lnTo>
                  <a:lnTo>
                    <a:pt x="3855612" y="496308"/>
                  </a:lnTo>
                  <a:lnTo>
                    <a:pt x="3854540" y="496337"/>
                  </a:lnTo>
                  <a:lnTo>
                    <a:pt x="3853469" y="496366"/>
                  </a:lnTo>
                  <a:lnTo>
                    <a:pt x="3852397" y="496394"/>
                  </a:lnTo>
                  <a:lnTo>
                    <a:pt x="3851326" y="496423"/>
                  </a:lnTo>
                  <a:lnTo>
                    <a:pt x="3850254" y="496452"/>
                  </a:lnTo>
                  <a:lnTo>
                    <a:pt x="3849182" y="496480"/>
                  </a:lnTo>
                  <a:lnTo>
                    <a:pt x="3848111" y="496509"/>
                  </a:lnTo>
                  <a:lnTo>
                    <a:pt x="3847039" y="496538"/>
                  </a:lnTo>
                  <a:lnTo>
                    <a:pt x="3845968" y="496567"/>
                  </a:lnTo>
                  <a:lnTo>
                    <a:pt x="3844896" y="496596"/>
                  </a:lnTo>
                  <a:lnTo>
                    <a:pt x="3843824" y="496626"/>
                  </a:lnTo>
                  <a:lnTo>
                    <a:pt x="3842753" y="496655"/>
                  </a:lnTo>
                  <a:lnTo>
                    <a:pt x="3841681" y="496684"/>
                  </a:lnTo>
                  <a:lnTo>
                    <a:pt x="3840610" y="496713"/>
                  </a:lnTo>
                  <a:lnTo>
                    <a:pt x="3839538" y="496743"/>
                  </a:lnTo>
                  <a:lnTo>
                    <a:pt x="3838466" y="496772"/>
                  </a:lnTo>
                  <a:lnTo>
                    <a:pt x="3837395" y="496802"/>
                  </a:lnTo>
                  <a:lnTo>
                    <a:pt x="3836323" y="496831"/>
                  </a:lnTo>
                  <a:lnTo>
                    <a:pt x="3835252" y="496861"/>
                  </a:lnTo>
                  <a:lnTo>
                    <a:pt x="3834180" y="496891"/>
                  </a:lnTo>
                  <a:lnTo>
                    <a:pt x="3833108" y="496921"/>
                  </a:lnTo>
                  <a:lnTo>
                    <a:pt x="3832037" y="496950"/>
                  </a:lnTo>
                  <a:lnTo>
                    <a:pt x="3830965" y="496980"/>
                  </a:lnTo>
                  <a:lnTo>
                    <a:pt x="3829894" y="497010"/>
                  </a:lnTo>
                  <a:lnTo>
                    <a:pt x="3828822" y="497040"/>
                  </a:lnTo>
                  <a:lnTo>
                    <a:pt x="3827750" y="497070"/>
                  </a:lnTo>
                  <a:lnTo>
                    <a:pt x="3826679" y="497101"/>
                  </a:lnTo>
                  <a:lnTo>
                    <a:pt x="3825607" y="497131"/>
                  </a:lnTo>
                  <a:lnTo>
                    <a:pt x="3824536" y="497161"/>
                  </a:lnTo>
                  <a:lnTo>
                    <a:pt x="3823464" y="497191"/>
                  </a:lnTo>
                  <a:lnTo>
                    <a:pt x="3822392" y="497222"/>
                  </a:lnTo>
                  <a:lnTo>
                    <a:pt x="3821321" y="497252"/>
                  </a:lnTo>
                  <a:lnTo>
                    <a:pt x="3820249" y="497283"/>
                  </a:lnTo>
                  <a:lnTo>
                    <a:pt x="3819178" y="497314"/>
                  </a:lnTo>
                  <a:lnTo>
                    <a:pt x="3818106" y="497344"/>
                  </a:lnTo>
                  <a:lnTo>
                    <a:pt x="3817034" y="497375"/>
                  </a:lnTo>
                  <a:lnTo>
                    <a:pt x="3815963" y="497406"/>
                  </a:lnTo>
                  <a:lnTo>
                    <a:pt x="3814891" y="497437"/>
                  </a:lnTo>
                  <a:lnTo>
                    <a:pt x="3813820" y="497468"/>
                  </a:lnTo>
                  <a:lnTo>
                    <a:pt x="3812748" y="497499"/>
                  </a:lnTo>
                  <a:lnTo>
                    <a:pt x="3811676" y="497530"/>
                  </a:lnTo>
                  <a:lnTo>
                    <a:pt x="3810605" y="497561"/>
                  </a:lnTo>
                  <a:lnTo>
                    <a:pt x="3809533" y="497592"/>
                  </a:lnTo>
                  <a:lnTo>
                    <a:pt x="3808462" y="497623"/>
                  </a:lnTo>
                  <a:lnTo>
                    <a:pt x="3807390" y="497655"/>
                  </a:lnTo>
                  <a:lnTo>
                    <a:pt x="3806318" y="497686"/>
                  </a:lnTo>
                  <a:lnTo>
                    <a:pt x="3805247" y="497718"/>
                  </a:lnTo>
                  <a:lnTo>
                    <a:pt x="3804175" y="497749"/>
                  </a:lnTo>
                  <a:lnTo>
                    <a:pt x="3803104" y="497781"/>
                  </a:lnTo>
                  <a:lnTo>
                    <a:pt x="3802032" y="497812"/>
                  </a:lnTo>
                  <a:lnTo>
                    <a:pt x="3800960" y="497844"/>
                  </a:lnTo>
                  <a:lnTo>
                    <a:pt x="3799889" y="497876"/>
                  </a:lnTo>
                  <a:lnTo>
                    <a:pt x="3798817" y="497908"/>
                  </a:lnTo>
                  <a:lnTo>
                    <a:pt x="3797746" y="497940"/>
                  </a:lnTo>
                  <a:lnTo>
                    <a:pt x="3796674" y="497972"/>
                  </a:lnTo>
                  <a:lnTo>
                    <a:pt x="3795602" y="498004"/>
                  </a:lnTo>
                  <a:lnTo>
                    <a:pt x="3794531" y="498036"/>
                  </a:lnTo>
                  <a:lnTo>
                    <a:pt x="3793459" y="498068"/>
                  </a:lnTo>
                  <a:lnTo>
                    <a:pt x="3792388" y="498101"/>
                  </a:lnTo>
                  <a:lnTo>
                    <a:pt x="3791316" y="498133"/>
                  </a:lnTo>
                  <a:lnTo>
                    <a:pt x="3790244" y="498165"/>
                  </a:lnTo>
                  <a:lnTo>
                    <a:pt x="3789173" y="498198"/>
                  </a:lnTo>
                  <a:lnTo>
                    <a:pt x="3788101" y="498230"/>
                  </a:lnTo>
                  <a:lnTo>
                    <a:pt x="3787030" y="498263"/>
                  </a:lnTo>
                  <a:lnTo>
                    <a:pt x="3785958" y="498296"/>
                  </a:lnTo>
                  <a:lnTo>
                    <a:pt x="3784886" y="498328"/>
                  </a:lnTo>
                  <a:lnTo>
                    <a:pt x="3783815" y="498361"/>
                  </a:lnTo>
                  <a:lnTo>
                    <a:pt x="3782743" y="498394"/>
                  </a:lnTo>
                  <a:lnTo>
                    <a:pt x="3781672" y="498427"/>
                  </a:lnTo>
                  <a:lnTo>
                    <a:pt x="3780600" y="498460"/>
                  </a:lnTo>
                  <a:lnTo>
                    <a:pt x="3779528" y="498493"/>
                  </a:lnTo>
                  <a:lnTo>
                    <a:pt x="3778457" y="498527"/>
                  </a:lnTo>
                  <a:lnTo>
                    <a:pt x="3777385" y="498560"/>
                  </a:lnTo>
                  <a:lnTo>
                    <a:pt x="3776314" y="498593"/>
                  </a:lnTo>
                  <a:lnTo>
                    <a:pt x="3775242" y="498627"/>
                  </a:lnTo>
                  <a:lnTo>
                    <a:pt x="3774170" y="498660"/>
                  </a:lnTo>
                  <a:lnTo>
                    <a:pt x="3773099" y="498694"/>
                  </a:lnTo>
                  <a:lnTo>
                    <a:pt x="3772027" y="498727"/>
                  </a:lnTo>
                  <a:lnTo>
                    <a:pt x="3770956" y="498761"/>
                  </a:lnTo>
                  <a:lnTo>
                    <a:pt x="3769884" y="498795"/>
                  </a:lnTo>
                  <a:lnTo>
                    <a:pt x="3768812" y="498829"/>
                  </a:lnTo>
                  <a:lnTo>
                    <a:pt x="3767741" y="498862"/>
                  </a:lnTo>
                  <a:lnTo>
                    <a:pt x="3766669" y="498896"/>
                  </a:lnTo>
                  <a:lnTo>
                    <a:pt x="3765598" y="498930"/>
                  </a:lnTo>
                  <a:lnTo>
                    <a:pt x="3764526" y="498965"/>
                  </a:lnTo>
                  <a:lnTo>
                    <a:pt x="3763454" y="498999"/>
                  </a:lnTo>
                  <a:lnTo>
                    <a:pt x="3762383" y="499033"/>
                  </a:lnTo>
                  <a:lnTo>
                    <a:pt x="3761311" y="499067"/>
                  </a:lnTo>
                  <a:lnTo>
                    <a:pt x="3760240" y="499102"/>
                  </a:lnTo>
                  <a:lnTo>
                    <a:pt x="3759168" y="499136"/>
                  </a:lnTo>
                  <a:lnTo>
                    <a:pt x="3758096" y="499171"/>
                  </a:lnTo>
                  <a:lnTo>
                    <a:pt x="3757025" y="499205"/>
                  </a:lnTo>
                  <a:lnTo>
                    <a:pt x="3755953" y="499240"/>
                  </a:lnTo>
                  <a:lnTo>
                    <a:pt x="3754882" y="499275"/>
                  </a:lnTo>
                  <a:lnTo>
                    <a:pt x="3753810" y="499310"/>
                  </a:lnTo>
                  <a:lnTo>
                    <a:pt x="3752738" y="499345"/>
                  </a:lnTo>
                  <a:lnTo>
                    <a:pt x="3751667" y="499380"/>
                  </a:lnTo>
                  <a:lnTo>
                    <a:pt x="3750595" y="499415"/>
                  </a:lnTo>
                  <a:lnTo>
                    <a:pt x="3749524" y="499450"/>
                  </a:lnTo>
                  <a:lnTo>
                    <a:pt x="3748452" y="499485"/>
                  </a:lnTo>
                  <a:lnTo>
                    <a:pt x="3747380" y="499520"/>
                  </a:lnTo>
                  <a:lnTo>
                    <a:pt x="3746309" y="499556"/>
                  </a:lnTo>
                  <a:lnTo>
                    <a:pt x="3745237" y="499591"/>
                  </a:lnTo>
                  <a:lnTo>
                    <a:pt x="3744166" y="499627"/>
                  </a:lnTo>
                  <a:lnTo>
                    <a:pt x="3743094" y="499662"/>
                  </a:lnTo>
                  <a:lnTo>
                    <a:pt x="3742022" y="499698"/>
                  </a:lnTo>
                  <a:lnTo>
                    <a:pt x="3740951" y="499734"/>
                  </a:lnTo>
                  <a:lnTo>
                    <a:pt x="3739879" y="499770"/>
                  </a:lnTo>
                  <a:lnTo>
                    <a:pt x="3738808" y="499806"/>
                  </a:lnTo>
                  <a:lnTo>
                    <a:pt x="3737736" y="499842"/>
                  </a:lnTo>
                  <a:lnTo>
                    <a:pt x="3736664" y="499878"/>
                  </a:lnTo>
                  <a:lnTo>
                    <a:pt x="3735593" y="499914"/>
                  </a:lnTo>
                  <a:lnTo>
                    <a:pt x="3734521" y="499950"/>
                  </a:lnTo>
                  <a:lnTo>
                    <a:pt x="3733450" y="499986"/>
                  </a:lnTo>
                  <a:lnTo>
                    <a:pt x="3732378" y="500023"/>
                  </a:lnTo>
                  <a:lnTo>
                    <a:pt x="3731306" y="500059"/>
                  </a:lnTo>
                  <a:lnTo>
                    <a:pt x="3730235" y="500095"/>
                  </a:lnTo>
                  <a:lnTo>
                    <a:pt x="3729163" y="500132"/>
                  </a:lnTo>
                  <a:lnTo>
                    <a:pt x="3728092" y="500169"/>
                  </a:lnTo>
                  <a:lnTo>
                    <a:pt x="3727020" y="500205"/>
                  </a:lnTo>
                  <a:lnTo>
                    <a:pt x="3725949" y="500242"/>
                  </a:lnTo>
                  <a:lnTo>
                    <a:pt x="3724877" y="500279"/>
                  </a:lnTo>
                  <a:lnTo>
                    <a:pt x="3723805" y="500316"/>
                  </a:lnTo>
                  <a:lnTo>
                    <a:pt x="3722734" y="500353"/>
                  </a:lnTo>
                  <a:lnTo>
                    <a:pt x="3721662" y="500390"/>
                  </a:lnTo>
                  <a:lnTo>
                    <a:pt x="3720591" y="500427"/>
                  </a:lnTo>
                  <a:lnTo>
                    <a:pt x="3719519" y="500465"/>
                  </a:lnTo>
                  <a:lnTo>
                    <a:pt x="3718447" y="500502"/>
                  </a:lnTo>
                  <a:lnTo>
                    <a:pt x="3717376" y="500540"/>
                  </a:lnTo>
                  <a:lnTo>
                    <a:pt x="3716304" y="500577"/>
                  </a:lnTo>
                  <a:lnTo>
                    <a:pt x="3715233" y="500615"/>
                  </a:lnTo>
                  <a:lnTo>
                    <a:pt x="3714161" y="500652"/>
                  </a:lnTo>
                  <a:lnTo>
                    <a:pt x="3713089" y="500690"/>
                  </a:lnTo>
                  <a:lnTo>
                    <a:pt x="3712018" y="500728"/>
                  </a:lnTo>
                  <a:lnTo>
                    <a:pt x="3710946" y="500766"/>
                  </a:lnTo>
                  <a:lnTo>
                    <a:pt x="3709875" y="500804"/>
                  </a:lnTo>
                  <a:lnTo>
                    <a:pt x="3708803" y="500842"/>
                  </a:lnTo>
                  <a:lnTo>
                    <a:pt x="3707731" y="500880"/>
                  </a:lnTo>
                  <a:lnTo>
                    <a:pt x="3706660" y="500918"/>
                  </a:lnTo>
                  <a:lnTo>
                    <a:pt x="3705588" y="500957"/>
                  </a:lnTo>
                  <a:lnTo>
                    <a:pt x="3704517" y="500995"/>
                  </a:lnTo>
                  <a:lnTo>
                    <a:pt x="3703445" y="501034"/>
                  </a:lnTo>
                  <a:lnTo>
                    <a:pt x="3702373" y="501072"/>
                  </a:lnTo>
                  <a:lnTo>
                    <a:pt x="3701302" y="501111"/>
                  </a:lnTo>
                  <a:lnTo>
                    <a:pt x="3700230" y="501149"/>
                  </a:lnTo>
                  <a:lnTo>
                    <a:pt x="3699159" y="501188"/>
                  </a:lnTo>
                  <a:lnTo>
                    <a:pt x="3698087" y="501227"/>
                  </a:lnTo>
                  <a:lnTo>
                    <a:pt x="3697015" y="501266"/>
                  </a:lnTo>
                  <a:lnTo>
                    <a:pt x="3695944" y="501305"/>
                  </a:lnTo>
                  <a:lnTo>
                    <a:pt x="3694872" y="501344"/>
                  </a:lnTo>
                  <a:lnTo>
                    <a:pt x="3693801" y="501383"/>
                  </a:lnTo>
                  <a:lnTo>
                    <a:pt x="3692729" y="501423"/>
                  </a:lnTo>
                  <a:lnTo>
                    <a:pt x="3691657" y="501462"/>
                  </a:lnTo>
                  <a:lnTo>
                    <a:pt x="3690586" y="501502"/>
                  </a:lnTo>
                  <a:lnTo>
                    <a:pt x="3689514" y="501541"/>
                  </a:lnTo>
                  <a:lnTo>
                    <a:pt x="3688443" y="501581"/>
                  </a:lnTo>
                  <a:lnTo>
                    <a:pt x="3687371" y="501620"/>
                  </a:lnTo>
                  <a:lnTo>
                    <a:pt x="3686299" y="501660"/>
                  </a:lnTo>
                  <a:lnTo>
                    <a:pt x="3685228" y="501700"/>
                  </a:lnTo>
                  <a:lnTo>
                    <a:pt x="3684156" y="501740"/>
                  </a:lnTo>
                  <a:lnTo>
                    <a:pt x="3683085" y="501780"/>
                  </a:lnTo>
                  <a:lnTo>
                    <a:pt x="3682013" y="501820"/>
                  </a:lnTo>
                  <a:lnTo>
                    <a:pt x="3680941" y="501860"/>
                  </a:lnTo>
                  <a:lnTo>
                    <a:pt x="3679870" y="501901"/>
                  </a:lnTo>
                  <a:lnTo>
                    <a:pt x="3678798" y="501941"/>
                  </a:lnTo>
                  <a:lnTo>
                    <a:pt x="3677727" y="501982"/>
                  </a:lnTo>
                  <a:lnTo>
                    <a:pt x="3676655" y="502022"/>
                  </a:lnTo>
                  <a:lnTo>
                    <a:pt x="3675583" y="502063"/>
                  </a:lnTo>
                  <a:lnTo>
                    <a:pt x="3674512" y="502104"/>
                  </a:lnTo>
                  <a:lnTo>
                    <a:pt x="3673440" y="502144"/>
                  </a:lnTo>
                  <a:lnTo>
                    <a:pt x="3672369" y="502185"/>
                  </a:lnTo>
                  <a:lnTo>
                    <a:pt x="3671297" y="502226"/>
                  </a:lnTo>
                  <a:lnTo>
                    <a:pt x="3670225" y="502267"/>
                  </a:lnTo>
                  <a:lnTo>
                    <a:pt x="3669154" y="502308"/>
                  </a:lnTo>
                  <a:lnTo>
                    <a:pt x="3668082" y="502350"/>
                  </a:lnTo>
                  <a:lnTo>
                    <a:pt x="3667011" y="502391"/>
                  </a:lnTo>
                  <a:lnTo>
                    <a:pt x="3665939" y="502432"/>
                  </a:lnTo>
                  <a:lnTo>
                    <a:pt x="3664867" y="502474"/>
                  </a:lnTo>
                  <a:lnTo>
                    <a:pt x="3663796" y="502515"/>
                  </a:lnTo>
                  <a:lnTo>
                    <a:pt x="3662724" y="502557"/>
                  </a:lnTo>
                  <a:lnTo>
                    <a:pt x="3661653" y="502599"/>
                  </a:lnTo>
                  <a:lnTo>
                    <a:pt x="3660581" y="502641"/>
                  </a:lnTo>
                  <a:lnTo>
                    <a:pt x="3659509" y="502683"/>
                  </a:lnTo>
                  <a:lnTo>
                    <a:pt x="3658438" y="502725"/>
                  </a:lnTo>
                  <a:lnTo>
                    <a:pt x="3657366" y="502767"/>
                  </a:lnTo>
                  <a:lnTo>
                    <a:pt x="3656295" y="502809"/>
                  </a:lnTo>
                  <a:lnTo>
                    <a:pt x="3655223" y="502851"/>
                  </a:lnTo>
                  <a:lnTo>
                    <a:pt x="3654151" y="502894"/>
                  </a:lnTo>
                  <a:lnTo>
                    <a:pt x="3653080" y="502936"/>
                  </a:lnTo>
                  <a:lnTo>
                    <a:pt x="3652008" y="502979"/>
                  </a:lnTo>
                  <a:lnTo>
                    <a:pt x="3650937" y="503021"/>
                  </a:lnTo>
                  <a:lnTo>
                    <a:pt x="3649865" y="503064"/>
                  </a:lnTo>
                  <a:lnTo>
                    <a:pt x="3648793" y="503107"/>
                  </a:lnTo>
                  <a:lnTo>
                    <a:pt x="3647722" y="503150"/>
                  </a:lnTo>
                  <a:lnTo>
                    <a:pt x="3646650" y="503193"/>
                  </a:lnTo>
                  <a:lnTo>
                    <a:pt x="3645579" y="503236"/>
                  </a:lnTo>
                  <a:lnTo>
                    <a:pt x="3644507" y="503279"/>
                  </a:lnTo>
                  <a:lnTo>
                    <a:pt x="3643435" y="503322"/>
                  </a:lnTo>
                  <a:lnTo>
                    <a:pt x="3642364" y="503366"/>
                  </a:lnTo>
                  <a:lnTo>
                    <a:pt x="3641292" y="503409"/>
                  </a:lnTo>
                  <a:lnTo>
                    <a:pt x="3640221" y="503452"/>
                  </a:lnTo>
                  <a:lnTo>
                    <a:pt x="3639149" y="503496"/>
                  </a:lnTo>
                  <a:lnTo>
                    <a:pt x="3638077" y="503540"/>
                  </a:lnTo>
                  <a:lnTo>
                    <a:pt x="3637006" y="503584"/>
                  </a:lnTo>
                  <a:lnTo>
                    <a:pt x="3635934" y="503628"/>
                  </a:lnTo>
                  <a:lnTo>
                    <a:pt x="3634863" y="503672"/>
                  </a:lnTo>
                  <a:lnTo>
                    <a:pt x="3633791" y="503716"/>
                  </a:lnTo>
                  <a:lnTo>
                    <a:pt x="3632719" y="503760"/>
                  </a:lnTo>
                  <a:lnTo>
                    <a:pt x="3631648" y="503804"/>
                  </a:lnTo>
                  <a:lnTo>
                    <a:pt x="3630576" y="503848"/>
                  </a:lnTo>
                  <a:lnTo>
                    <a:pt x="3629505" y="503893"/>
                  </a:lnTo>
                  <a:lnTo>
                    <a:pt x="3628433" y="503937"/>
                  </a:lnTo>
                  <a:lnTo>
                    <a:pt x="3627361" y="503982"/>
                  </a:lnTo>
                  <a:lnTo>
                    <a:pt x="3626290" y="504027"/>
                  </a:lnTo>
                  <a:lnTo>
                    <a:pt x="3625218" y="504072"/>
                  </a:lnTo>
                  <a:lnTo>
                    <a:pt x="3624147" y="504116"/>
                  </a:lnTo>
                  <a:lnTo>
                    <a:pt x="3623075" y="504161"/>
                  </a:lnTo>
                  <a:lnTo>
                    <a:pt x="3622003" y="504207"/>
                  </a:lnTo>
                  <a:lnTo>
                    <a:pt x="3620932" y="504252"/>
                  </a:lnTo>
                  <a:lnTo>
                    <a:pt x="3619860" y="504297"/>
                  </a:lnTo>
                  <a:lnTo>
                    <a:pt x="3618789" y="504342"/>
                  </a:lnTo>
                  <a:lnTo>
                    <a:pt x="3617717" y="504388"/>
                  </a:lnTo>
                  <a:lnTo>
                    <a:pt x="3616645" y="504434"/>
                  </a:lnTo>
                  <a:lnTo>
                    <a:pt x="3615574" y="504479"/>
                  </a:lnTo>
                  <a:lnTo>
                    <a:pt x="3614502" y="504525"/>
                  </a:lnTo>
                  <a:lnTo>
                    <a:pt x="3613431" y="504571"/>
                  </a:lnTo>
                  <a:lnTo>
                    <a:pt x="3612359" y="504617"/>
                  </a:lnTo>
                  <a:lnTo>
                    <a:pt x="3611287" y="504663"/>
                  </a:lnTo>
                  <a:lnTo>
                    <a:pt x="3610216" y="504709"/>
                  </a:lnTo>
                  <a:lnTo>
                    <a:pt x="3609144" y="504755"/>
                  </a:lnTo>
                  <a:lnTo>
                    <a:pt x="3608073" y="504802"/>
                  </a:lnTo>
                  <a:lnTo>
                    <a:pt x="3607001" y="504848"/>
                  </a:lnTo>
                  <a:lnTo>
                    <a:pt x="3605929" y="504895"/>
                  </a:lnTo>
                  <a:lnTo>
                    <a:pt x="3604858" y="504941"/>
                  </a:lnTo>
                  <a:lnTo>
                    <a:pt x="3603786" y="504988"/>
                  </a:lnTo>
                  <a:lnTo>
                    <a:pt x="3602715" y="505035"/>
                  </a:lnTo>
                  <a:lnTo>
                    <a:pt x="3601643" y="505082"/>
                  </a:lnTo>
                  <a:lnTo>
                    <a:pt x="3600571" y="505129"/>
                  </a:lnTo>
                  <a:lnTo>
                    <a:pt x="3599500" y="505176"/>
                  </a:lnTo>
                  <a:lnTo>
                    <a:pt x="3598428" y="505223"/>
                  </a:lnTo>
                  <a:lnTo>
                    <a:pt x="3597357" y="505270"/>
                  </a:lnTo>
                  <a:lnTo>
                    <a:pt x="3596285" y="505318"/>
                  </a:lnTo>
                  <a:lnTo>
                    <a:pt x="3595213" y="505365"/>
                  </a:lnTo>
                  <a:lnTo>
                    <a:pt x="3594142" y="505413"/>
                  </a:lnTo>
                  <a:lnTo>
                    <a:pt x="3593070" y="505460"/>
                  </a:lnTo>
                  <a:lnTo>
                    <a:pt x="3591999" y="505508"/>
                  </a:lnTo>
                  <a:lnTo>
                    <a:pt x="3590927" y="505556"/>
                  </a:lnTo>
                  <a:lnTo>
                    <a:pt x="3589855" y="505604"/>
                  </a:lnTo>
                  <a:lnTo>
                    <a:pt x="3588784" y="505652"/>
                  </a:lnTo>
                  <a:lnTo>
                    <a:pt x="3587712" y="505700"/>
                  </a:lnTo>
                  <a:lnTo>
                    <a:pt x="3586641" y="505749"/>
                  </a:lnTo>
                  <a:lnTo>
                    <a:pt x="3585569" y="505797"/>
                  </a:lnTo>
                  <a:lnTo>
                    <a:pt x="3584497" y="505846"/>
                  </a:lnTo>
                  <a:lnTo>
                    <a:pt x="3583426" y="505894"/>
                  </a:lnTo>
                  <a:lnTo>
                    <a:pt x="3582354" y="505943"/>
                  </a:lnTo>
                  <a:lnTo>
                    <a:pt x="3581283" y="505992"/>
                  </a:lnTo>
                  <a:lnTo>
                    <a:pt x="3580211" y="506041"/>
                  </a:lnTo>
                  <a:lnTo>
                    <a:pt x="3579139" y="506090"/>
                  </a:lnTo>
                  <a:lnTo>
                    <a:pt x="3578068" y="506139"/>
                  </a:lnTo>
                  <a:lnTo>
                    <a:pt x="3576996" y="506188"/>
                  </a:lnTo>
                  <a:lnTo>
                    <a:pt x="3575925" y="506237"/>
                  </a:lnTo>
                  <a:lnTo>
                    <a:pt x="3574853" y="506287"/>
                  </a:lnTo>
                  <a:lnTo>
                    <a:pt x="3573781" y="506336"/>
                  </a:lnTo>
                  <a:lnTo>
                    <a:pt x="3572710" y="506386"/>
                  </a:lnTo>
                  <a:lnTo>
                    <a:pt x="3571638" y="506436"/>
                  </a:lnTo>
                  <a:lnTo>
                    <a:pt x="3570567" y="506485"/>
                  </a:lnTo>
                  <a:lnTo>
                    <a:pt x="3569495" y="506535"/>
                  </a:lnTo>
                  <a:lnTo>
                    <a:pt x="3568423" y="506585"/>
                  </a:lnTo>
                  <a:lnTo>
                    <a:pt x="3567352" y="506636"/>
                  </a:lnTo>
                  <a:lnTo>
                    <a:pt x="3566280" y="506686"/>
                  </a:lnTo>
                  <a:lnTo>
                    <a:pt x="3565209" y="506736"/>
                  </a:lnTo>
                  <a:lnTo>
                    <a:pt x="3564137" y="506787"/>
                  </a:lnTo>
                  <a:lnTo>
                    <a:pt x="3563065" y="506837"/>
                  </a:lnTo>
                  <a:lnTo>
                    <a:pt x="3561994" y="506888"/>
                  </a:lnTo>
                  <a:lnTo>
                    <a:pt x="3560922" y="506939"/>
                  </a:lnTo>
                  <a:lnTo>
                    <a:pt x="3559851" y="506989"/>
                  </a:lnTo>
                  <a:lnTo>
                    <a:pt x="3558779" y="507040"/>
                  </a:lnTo>
                  <a:lnTo>
                    <a:pt x="3557707" y="507091"/>
                  </a:lnTo>
                  <a:lnTo>
                    <a:pt x="3556636" y="507143"/>
                  </a:lnTo>
                  <a:lnTo>
                    <a:pt x="3555564" y="507194"/>
                  </a:lnTo>
                  <a:lnTo>
                    <a:pt x="3554493" y="507245"/>
                  </a:lnTo>
                  <a:lnTo>
                    <a:pt x="3553421" y="507297"/>
                  </a:lnTo>
                  <a:lnTo>
                    <a:pt x="3552349" y="507348"/>
                  </a:lnTo>
                  <a:lnTo>
                    <a:pt x="3551278" y="507400"/>
                  </a:lnTo>
                  <a:lnTo>
                    <a:pt x="3550206" y="507452"/>
                  </a:lnTo>
                  <a:lnTo>
                    <a:pt x="3549135" y="507504"/>
                  </a:lnTo>
                  <a:lnTo>
                    <a:pt x="3548063" y="507556"/>
                  </a:lnTo>
                  <a:lnTo>
                    <a:pt x="3546992" y="507608"/>
                  </a:lnTo>
                  <a:lnTo>
                    <a:pt x="3545920" y="507660"/>
                  </a:lnTo>
                  <a:lnTo>
                    <a:pt x="3544848" y="507713"/>
                  </a:lnTo>
                  <a:lnTo>
                    <a:pt x="3543777" y="507765"/>
                  </a:lnTo>
                  <a:lnTo>
                    <a:pt x="3542705" y="507818"/>
                  </a:lnTo>
                  <a:lnTo>
                    <a:pt x="3541634" y="507870"/>
                  </a:lnTo>
                  <a:lnTo>
                    <a:pt x="3540562" y="507923"/>
                  </a:lnTo>
                  <a:lnTo>
                    <a:pt x="3539490" y="507976"/>
                  </a:lnTo>
                  <a:lnTo>
                    <a:pt x="3538419" y="508029"/>
                  </a:lnTo>
                  <a:lnTo>
                    <a:pt x="3537347" y="508082"/>
                  </a:lnTo>
                  <a:lnTo>
                    <a:pt x="3536276" y="508135"/>
                  </a:lnTo>
                  <a:lnTo>
                    <a:pt x="3535204" y="508189"/>
                  </a:lnTo>
                  <a:lnTo>
                    <a:pt x="3534132" y="508242"/>
                  </a:lnTo>
                  <a:lnTo>
                    <a:pt x="3533061" y="508296"/>
                  </a:lnTo>
                  <a:lnTo>
                    <a:pt x="3531989" y="508349"/>
                  </a:lnTo>
                  <a:lnTo>
                    <a:pt x="3530918" y="508403"/>
                  </a:lnTo>
                  <a:lnTo>
                    <a:pt x="3529846" y="508457"/>
                  </a:lnTo>
                  <a:lnTo>
                    <a:pt x="3528774" y="508511"/>
                  </a:lnTo>
                  <a:lnTo>
                    <a:pt x="3527703" y="508565"/>
                  </a:lnTo>
                  <a:lnTo>
                    <a:pt x="3526631" y="508619"/>
                  </a:lnTo>
                  <a:lnTo>
                    <a:pt x="3525560" y="508674"/>
                  </a:lnTo>
                  <a:lnTo>
                    <a:pt x="3524488" y="508728"/>
                  </a:lnTo>
                  <a:lnTo>
                    <a:pt x="3523416" y="508783"/>
                  </a:lnTo>
                  <a:lnTo>
                    <a:pt x="3522345" y="508837"/>
                  </a:lnTo>
                  <a:lnTo>
                    <a:pt x="3521273" y="508892"/>
                  </a:lnTo>
                  <a:lnTo>
                    <a:pt x="3520202" y="508947"/>
                  </a:lnTo>
                  <a:lnTo>
                    <a:pt x="3519130" y="509002"/>
                  </a:lnTo>
                  <a:lnTo>
                    <a:pt x="3518058" y="509057"/>
                  </a:lnTo>
                  <a:lnTo>
                    <a:pt x="3516987" y="509113"/>
                  </a:lnTo>
                  <a:lnTo>
                    <a:pt x="3515915" y="509168"/>
                  </a:lnTo>
                  <a:lnTo>
                    <a:pt x="3514844" y="509223"/>
                  </a:lnTo>
                  <a:lnTo>
                    <a:pt x="3513772" y="509279"/>
                  </a:lnTo>
                  <a:lnTo>
                    <a:pt x="3512700" y="509335"/>
                  </a:lnTo>
                  <a:lnTo>
                    <a:pt x="3511629" y="509390"/>
                  </a:lnTo>
                  <a:lnTo>
                    <a:pt x="3510557" y="509446"/>
                  </a:lnTo>
                  <a:lnTo>
                    <a:pt x="3509486" y="509502"/>
                  </a:lnTo>
                  <a:lnTo>
                    <a:pt x="3508414" y="509559"/>
                  </a:lnTo>
                  <a:lnTo>
                    <a:pt x="3507342" y="509615"/>
                  </a:lnTo>
                  <a:lnTo>
                    <a:pt x="3506271" y="509671"/>
                  </a:lnTo>
                  <a:lnTo>
                    <a:pt x="3505199" y="509728"/>
                  </a:lnTo>
                  <a:lnTo>
                    <a:pt x="3504128" y="509784"/>
                  </a:lnTo>
                  <a:lnTo>
                    <a:pt x="3503056" y="509841"/>
                  </a:lnTo>
                  <a:lnTo>
                    <a:pt x="3501984" y="509898"/>
                  </a:lnTo>
                  <a:lnTo>
                    <a:pt x="3500913" y="509955"/>
                  </a:lnTo>
                  <a:lnTo>
                    <a:pt x="3499841" y="510012"/>
                  </a:lnTo>
                  <a:lnTo>
                    <a:pt x="3498770" y="510069"/>
                  </a:lnTo>
                  <a:lnTo>
                    <a:pt x="3497698" y="510126"/>
                  </a:lnTo>
                  <a:lnTo>
                    <a:pt x="3496626" y="510184"/>
                  </a:lnTo>
                  <a:lnTo>
                    <a:pt x="3495555" y="510241"/>
                  </a:lnTo>
                  <a:lnTo>
                    <a:pt x="3494483" y="510299"/>
                  </a:lnTo>
                  <a:lnTo>
                    <a:pt x="3493412" y="510357"/>
                  </a:lnTo>
                  <a:lnTo>
                    <a:pt x="3492340" y="510415"/>
                  </a:lnTo>
                  <a:lnTo>
                    <a:pt x="3491268" y="510473"/>
                  </a:lnTo>
                  <a:lnTo>
                    <a:pt x="3490197" y="510531"/>
                  </a:lnTo>
                  <a:lnTo>
                    <a:pt x="3489125" y="510589"/>
                  </a:lnTo>
                  <a:lnTo>
                    <a:pt x="3488054" y="510648"/>
                  </a:lnTo>
                  <a:lnTo>
                    <a:pt x="3486982" y="510706"/>
                  </a:lnTo>
                  <a:lnTo>
                    <a:pt x="3485910" y="510765"/>
                  </a:lnTo>
                  <a:lnTo>
                    <a:pt x="3484839" y="510823"/>
                  </a:lnTo>
                  <a:lnTo>
                    <a:pt x="3483767" y="510882"/>
                  </a:lnTo>
                  <a:lnTo>
                    <a:pt x="3482696" y="510941"/>
                  </a:lnTo>
                  <a:lnTo>
                    <a:pt x="3481624" y="511000"/>
                  </a:lnTo>
                  <a:lnTo>
                    <a:pt x="3480552" y="511060"/>
                  </a:lnTo>
                  <a:lnTo>
                    <a:pt x="3479481" y="511119"/>
                  </a:lnTo>
                  <a:lnTo>
                    <a:pt x="3478409" y="511178"/>
                  </a:lnTo>
                  <a:lnTo>
                    <a:pt x="3477338" y="511238"/>
                  </a:lnTo>
                  <a:lnTo>
                    <a:pt x="3476266" y="511298"/>
                  </a:lnTo>
                  <a:lnTo>
                    <a:pt x="3475194" y="511358"/>
                  </a:lnTo>
                  <a:lnTo>
                    <a:pt x="3474123" y="511418"/>
                  </a:lnTo>
                  <a:lnTo>
                    <a:pt x="3473051" y="511478"/>
                  </a:lnTo>
                  <a:lnTo>
                    <a:pt x="3471980" y="511538"/>
                  </a:lnTo>
                  <a:lnTo>
                    <a:pt x="3470908" y="511598"/>
                  </a:lnTo>
                  <a:lnTo>
                    <a:pt x="3469836" y="511659"/>
                  </a:lnTo>
                  <a:lnTo>
                    <a:pt x="3468765" y="511719"/>
                  </a:lnTo>
                  <a:lnTo>
                    <a:pt x="3467693" y="511780"/>
                  </a:lnTo>
                  <a:lnTo>
                    <a:pt x="3466622" y="511841"/>
                  </a:lnTo>
                  <a:lnTo>
                    <a:pt x="3465550" y="511902"/>
                  </a:lnTo>
                  <a:lnTo>
                    <a:pt x="3464478" y="511963"/>
                  </a:lnTo>
                  <a:lnTo>
                    <a:pt x="3463407" y="512024"/>
                  </a:lnTo>
                  <a:lnTo>
                    <a:pt x="3462335" y="512085"/>
                  </a:lnTo>
                  <a:lnTo>
                    <a:pt x="3461264" y="512147"/>
                  </a:lnTo>
                  <a:lnTo>
                    <a:pt x="3460192" y="512208"/>
                  </a:lnTo>
                  <a:lnTo>
                    <a:pt x="3459120" y="512270"/>
                  </a:lnTo>
                  <a:lnTo>
                    <a:pt x="3458049" y="512332"/>
                  </a:lnTo>
                  <a:lnTo>
                    <a:pt x="3456977" y="512394"/>
                  </a:lnTo>
                  <a:lnTo>
                    <a:pt x="3455906" y="512456"/>
                  </a:lnTo>
                  <a:lnTo>
                    <a:pt x="3454834" y="512518"/>
                  </a:lnTo>
                  <a:lnTo>
                    <a:pt x="3453762" y="512580"/>
                  </a:lnTo>
                  <a:lnTo>
                    <a:pt x="3452691" y="512643"/>
                  </a:lnTo>
                  <a:lnTo>
                    <a:pt x="3451619" y="512705"/>
                  </a:lnTo>
                  <a:lnTo>
                    <a:pt x="3450548" y="512768"/>
                  </a:lnTo>
                  <a:lnTo>
                    <a:pt x="3449476" y="512831"/>
                  </a:lnTo>
                  <a:lnTo>
                    <a:pt x="3448404" y="512894"/>
                  </a:lnTo>
                  <a:lnTo>
                    <a:pt x="3447333" y="512957"/>
                  </a:lnTo>
                  <a:lnTo>
                    <a:pt x="3446261" y="513020"/>
                  </a:lnTo>
                  <a:lnTo>
                    <a:pt x="3445190" y="513083"/>
                  </a:lnTo>
                  <a:lnTo>
                    <a:pt x="3444118" y="513147"/>
                  </a:lnTo>
                  <a:lnTo>
                    <a:pt x="3443046" y="513210"/>
                  </a:lnTo>
                  <a:lnTo>
                    <a:pt x="3441975" y="513274"/>
                  </a:lnTo>
                  <a:lnTo>
                    <a:pt x="3440903" y="513338"/>
                  </a:lnTo>
                  <a:lnTo>
                    <a:pt x="3439832" y="513402"/>
                  </a:lnTo>
                  <a:lnTo>
                    <a:pt x="3438760" y="513466"/>
                  </a:lnTo>
                  <a:lnTo>
                    <a:pt x="3437688" y="513530"/>
                  </a:lnTo>
                  <a:lnTo>
                    <a:pt x="3436617" y="513595"/>
                  </a:lnTo>
                  <a:lnTo>
                    <a:pt x="3435545" y="513659"/>
                  </a:lnTo>
                  <a:lnTo>
                    <a:pt x="3434474" y="513724"/>
                  </a:lnTo>
                  <a:lnTo>
                    <a:pt x="3433402" y="513789"/>
                  </a:lnTo>
                  <a:lnTo>
                    <a:pt x="3432330" y="513854"/>
                  </a:lnTo>
                  <a:lnTo>
                    <a:pt x="3431259" y="513919"/>
                  </a:lnTo>
                  <a:lnTo>
                    <a:pt x="3430187" y="513984"/>
                  </a:lnTo>
                  <a:lnTo>
                    <a:pt x="3429116" y="514049"/>
                  </a:lnTo>
                  <a:lnTo>
                    <a:pt x="3428044" y="514115"/>
                  </a:lnTo>
                  <a:lnTo>
                    <a:pt x="3426972" y="514180"/>
                  </a:lnTo>
                  <a:lnTo>
                    <a:pt x="3425901" y="514246"/>
                  </a:lnTo>
                  <a:lnTo>
                    <a:pt x="3424829" y="514312"/>
                  </a:lnTo>
                  <a:lnTo>
                    <a:pt x="3423758" y="514378"/>
                  </a:lnTo>
                  <a:lnTo>
                    <a:pt x="3422686" y="514444"/>
                  </a:lnTo>
                  <a:lnTo>
                    <a:pt x="3421614" y="514510"/>
                  </a:lnTo>
                  <a:lnTo>
                    <a:pt x="3420543" y="514576"/>
                  </a:lnTo>
                  <a:lnTo>
                    <a:pt x="3419471" y="514643"/>
                  </a:lnTo>
                  <a:lnTo>
                    <a:pt x="3418400" y="514710"/>
                  </a:lnTo>
                  <a:lnTo>
                    <a:pt x="3417328" y="514776"/>
                  </a:lnTo>
                  <a:lnTo>
                    <a:pt x="3416256" y="514843"/>
                  </a:lnTo>
                  <a:lnTo>
                    <a:pt x="3415185" y="514910"/>
                  </a:lnTo>
                  <a:lnTo>
                    <a:pt x="3414113" y="514977"/>
                  </a:lnTo>
                  <a:lnTo>
                    <a:pt x="3413042" y="515045"/>
                  </a:lnTo>
                  <a:lnTo>
                    <a:pt x="3411970" y="515112"/>
                  </a:lnTo>
                  <a:lnTo>
                    <a:pt x="3410898" y="515180"/>
                  </a:lnTo>
                  <a:lnTo>
                    <a:pt x="3409827" y="515247"/>
                  </a:lnTo>
                  <a:lnTo>
                    <a:pt x="3408755" y="515315"/>
                  </a:lnTo>
                  <a:lnTo>
                    <a:pt x="3407684" y="515383"/>
                  </a:lnTo>
                  <a:lnTo>
                    <a:pt x="3406612" y="515451"/>
                  </a:lnTo>
                  <a:lnTo>
                    <a:pt x="3405540" y="515520"/>
                  </a:lnTo>
                  <a:lnTo>
                    <a:pt x="3404469" y="515588"/>
                  </a:lnTo>
                  <a:lnTo>
                    <a:pt x="3403397" y="515657"/>
                  </a:lnTo>
                  <a:lnTo>
                    <a:pt x="3402326" y="515725"/>
                  </a:lnTo>
                  <a:lnTo>
                    <a:pt x="3401254" y="515794"/>
                  </a:lnTo>
                  <a:lnTo>
                    <a:pt x="3400182" y="515863"/>
                  </a:lnTo>
                  <a:lnTo>
                    <a:pt x="3399111" y="515932"/>
                  </a:lnTo>
                  <a:lnTo>
                    <a:pt x="3398039" y="516002"/>
                  </a:lnTo>
                  <a:lnTo>
                    <a:pt x="3396968" y="516071"/>
                  </a:lnTo>
                  <a:lnTo>
                    <a:pt x="3395896" y="516140"/>
                  </a:lnTo>
                  <a:lnTo>
                    <a:pt x="3394824" y="516210"/>
                  </a:lnTo>
                  <a:lnTo>
                    <a:pt x="3393753" y="516280"/>
                  </a:lnTo>
                  <a:lnTo>
                    <a:pt x="3392681" y="516350"/>
                  </a:lnTo>
                  <a:lnTo>
                    <a:pt x="3391610" y="516420"/>
                  </a:lnTo>
                  <a:lnTo>
                    <a:pt x="3390538" y="516490"/>
                  </a:lnTo>
                  <a:lnTo>
                    <a:pt x="3389466" y="516561"/>
                  </a:lnTo>
                  <a:lnTo>
                    <a:pt x="3388395" y="516631"/>
                  </a:lnTo>
                  <a:lnTo>
                    <a:pt x="3387323" y="516702"/>
                  </a:lnTo>
                  <a:lnTo>
                    <a:pt x="3386252" y="516772"/>
                  </a:lnTo>
                  <a:lnTo>
                    <a:pt x="3385180" y="516843"/>
                  </a:lnTo>
                  <a:lnTo>
                    <a:pt x="3384108" y="516914"/>
                  </a:lnTo>
                  <a:lnTo>
                    <a:pt x="3383037" y="516986"/>
                  </a:lnTo>
                  <a:lnTo>
                    <a:pt x="3381965" y="517057"/>
                  </a:lnTo>
                  <a:lnTo>
                    <a:pt x="3380894" y="517129"/>
                  </a:lnTo>
                  <a:lnTo>
                    <a:pt x="3379822" y="517200"/>
                  </a:lnTo>
                  <a:lnTo>
                    <a:pt x="3378750" y="517272"/>
                  </a:lnTo>
                  <a:lnTo>
                    <a:pt x="3377679" y="517344"/>
                  </a:lnTo>
                  <a:lnTo>
                    <a:pt x="3376607" y="517416"/>
                  </a:lnTo>
                  <a:lnTo>
                    <a:pt x="3375536" y="517488"/>
                  </a:lnTo>
                  <a:lnTo>
                    <a:pt x="3374464" y="517561"/>
                  </a:lnTo>
                  <a:lnTo>
                    <a:pt x="3373392" y="517633"/>
                  </a:lnTo>
                  <a:lnTo>
                    <a:pt x="3372321" y="517706"/>
                  </a:lnTo>
                  <a:lnTo>
                    <a:pt x="3371249" y="517779"/>
                  </a:lnTo>
                  <a:lnTo>
                    <a:pt x="3370178" y="517852"/>
                  </a:lnTo>
                  <a:lnTo>
                    <a:pt x="3369106" y="517925"/>
                  </a:lnTo>
                  <a:lnTo>
                    <a:pt x="3368035" y="517998"/>
                  </a:lnTo>
                  <a:lnTo>
                    <a:pt x="3366963" y="518071"/>
                  </a:lnTo>
                  <a:lnTo>
                    <a:pt x="3365891" y="518145"/>
                  </a:lnTo>
                  <a:lnTo>
                    <a:pt x="3364820" y="518219"/>
                  </a:lnTo>
                  <a:lnTo>
                    <a:pt x="3363748" y="518292"/>
                  </a:lnTo>
                  <a:lnTo>
                    <a:pt x="3362677" y="518366"/>
                  </a:lnTo>
                  <a:lnTo>
                    <a:pt x="3361605" y="518440"/>
                  </a:lnTo>
                  <a:lnTo>
                    <a:pt x="3360533" y="518515"/>
                  </a:lnTo>
                  <a:lnTo>
                    <a:pt x="3359462" y="518589"/>
                  </a:lnTo>
                  <a:lnTo>
                    <a:pt x="3358390" y="518664"/>
                  </a:lnTo>
                  <a:lnTo>
                    <a:pt x="3357319" y="518738"/>
                  </a:lnTo>
                  <a:lnTo>
                    <a:pt x="3356247" y="518813"/>
                  </a:lnTo>
                  <a:lnTo>
                    <a:pt x="3355175" y="518888"/>
                  </a:lnTo>
                  <a:lnTo>
                    <a:pt x="3354104" y="518964"/>
                  </a:lnTo>
                  <a:lnTo>
                    <a:pt x="3353032" y="519039"/>
                  </a:lnTo>
                  <a:lnTo>
                    <a:pt x="3351961" y="519114"/>
                  </a:lnTo>
                  <a:lnTo>
                    <a:pt x="3350889" y="519190"/>
                  </a:lnTo>
                  <a:lnTo>
                    <a:pt x="3349817" y="519266"/>
                  </a:lnTo>
                  <a:lnTo>
                    <a:pt x="3348746" y="519342"/>
                  </a:lnTo>
                  <a:lnTo>
                    <a:pt x="3347674" y="519418"/>
                  </a:lnTo>
                  <a:lnTo>
                    <a:pt x="3346603" y="519494"/>
                  </a:lnTo>
                  <a:lnTo>
                    <a:pt x="3345531" y="519570"/>
                  </a:lnTo>
                  <a:lnTo>
                    <a:pt x="3344459" y="519647"/>
                  </a:lnTo>
                  <a:lnTo>
                    <a:pt x="3343388" y="519724"/>
                  </a:lnTo>
                  <a:lnTo>
                    <a:pt x="3342316" y="519800"/>
                  </a:lnTo>
                  <a:lnTo>
                    <a:pt x="3341245" y="519877"/>
                  </a:lnTo>
                  <a:lnTo>
                    <a:pt x="3340173" y="519954"/>
                  </a:lnTo>
                  <a:lnTo>
                    <a:pt x="3339101" y="520032"/>
                  </a:lnTo>
                  <a:lnTo>
                    <a:pt x="3338030" y="520109"/>
                  </a:lnTo>
                  <a:lnTo>
                    <a:pt x="3336958" y="520187"/>
                  </a:lnTo>
                  <a:lnTo>
                    <a:pt x="3335887" y="520265"/>
                  </a:lnTo>
                  <a:lnTo>
                    <a:pt x="3334815" y="520342"/>
                  </a:lnTo>
                  <a:lnTo>
                    <a:pt x="3333743" y="520421"/>
                  </a:lnTo>
                  <a:lnTo>
                    <a:pt x="3332672" y="520499"/>
                  </a:lnTo>
                  <a:lnTo>
                    <a:pt x="3331600" y="520577"/>
                  </a:lnTo>
                  <a:lnTo>
                    <a:pt x="3330529" y="520656"/>
                  </a:lnTo>
                  <a:lnTo>
                    <a:pt x="3329457" y="520734"/>
                  </a:lnTo>
                  <a:lnTo>
                    <a:pt x="3328385" y="520813"/>
                  </a:lnTo>
                  <a:lnTo>
                    <a:pt x="3327314" y="520892"/>
                  </a:lnTo>
                  <a:lnTo>
                    <a:pt x="3326242" y="520971"/>
                  </a:lnTo>
                  <a:lnTo>
                    <a:pt x="3325171" y="521051"/>
                  </a:lnTo>
                  <a:lnTo>
                    <a:pt x="3324099" y="521130"/>
                  </a:lnTo>
                  <a:lnTo>
                    <a:pt x="3323027" y="521210"/>
                  </a:lnTo>
                  <a:lnTo>
                    <a:pt x="3321956" y="521289"/>
                  </a:lnTo>
                  <a:lnTo>
                    <a:pt x="3320884" y="521369"/>
                  </a:lnTo>
                  <a:lnTo>
                    <a:pt x="3319813" y="521449"/>
                  </a:lnTo>
                  <a:lnTo>
                    <a:pt x="3318741" y="521530"/>
                  </a:lnTo>
                  <a:lnTo>
                    <a:pt x="3317669" y="521610"/>
                  </a:lnTo>
                  <a:lnTo>
                    <a:pt x="3316598" y="521691"/>
                  </a:lnTo>
                  <a:lnTo>
                    <a:pt x="3315526" y="521771"/>
                  </a:lnTo>
                  <a:lnTo>
                    <a:pt x="3314455" y="521852"/>
                  </a:lnTo>
                  <a:lnTo>
                    <a:pt x="3313383" y="521933"/>
                  </a:lnTo>
                  <a:lnTo>
                    <a:pt x="3312311" y="522015"/>
                  </a:lnTo>
                  <a:lnTo>
                    <a:pt x="3311240" y="522096"/>
                  </a:lnTo>
                  <a:lnTo>
                    <a:pt x="3310168" y="522177"/>
                  </a:lnTo>
                  <a:lnTo>
                    <a:pt x="3309097" y="522259"/>
                  </a:lnTo>
                  <a:lnTo>
                    <a:pt x="3308025" y="522341"/>
                  </a:lnTo>
                  <a:lnTo>
                    <a:pt x="3306953" y="522423"/>
                  </a:lnTo>
                  <a:lnTo>
                    <a:pt x="3305882" y="522505"/>
                  </a:lnTo>
                  <a:lnTo>
                    <a:pt x="3304810" y="522587"/>
                  </a:lnTo>
                  <a:lnTo>
                    <a:pt x="3303739" y="522670"/>
                  </a:lnTo>
                  <a:lnTo>
                    <a:pt x="3302667" y="522753"/>
                  </a:lnTo>
                  <a:lnTo>
                    <a:pt x="3301595" y="522835"/>
                  </a:lnTo>
                  <a:lnTo>
                    <a:pt x="3300524" y="522918"/>
                  </a:lnTo>
                  <a:lnTo>
                    <a:pt x="3299452" y="523002"/>
                  </a:lnTo>
                  <a:lnTo>
                    <a:pt x="3298381" y="523085"/>
                  </a:lnTo>
                  <a:lnTo>
                    <a:pt x="3297309" y="523168"/>
                  </a:lnTo>
                  <a:lnTo>
                    <a:pt x="3296237" y="523252"/>
                  </a:lnTo>
                  <a:lnTo>
                    <a:pt x="3295166" y="523336"/>
                  </a:lnTo>
                  <a:lnTo>
                    <a:pt x="3294094" y="523420"/>
                  </a:lnTo>
                  <a:lnTo>
                    <a:pt x="3293023" y="523504"/>
                  </a:lnTo>
                  <a:lnTo>
                    <a:pt x="3291951" y="523588"/>
                  </a:lnTo>
                  <a:lnTo>
                    <a:pt x="3290879" y="523673"/>
                  </a:lnTo>
                  <a:lnTo>
                    <a:pt x="3289808" y="523757"/>
                  </a:lnTo>
                  <a:lnTo>
                    <a:pt x="3288736" y="523842"/>
                  </a:lnTo>
                  <a:lnTo>
                    <a:pt x="3287665" y="523927"/>
                  </a:lnTo>
                  <a:lnTo>
                    <a:pt x="3286593" y="524012"/>
                  </a:lnTo>
                  <a:lnTo>
                    <a:pt x="3285521" y="524097"/>
                  </a:lnTo>
                  <a:lnTo>
                    <a:pt x="3284450" y="524183"/>
                  </a:lnTo>
                  <a:lnTo>
                    <a:pt x="3283378" y="524268"/>
                  </a:lnTo>
                  <a:lnTo>
                    <a:pt x="3282307" y="524354"/>
                  </a:lnTo>
                  <a:lnTo>
                    <a:pt x="3281235" y="524440"/>
                  </a:lnTo>
                  <a:lnTo>
                    <a:pt x="3280163" y="524526"/>
                  </a:lnTo>
                  <a:lnTo>
                    <a:pt x="3279092" y="524612"/>
                  </a:lnTo>
                  <a:lnTo>
                    <a:pt x="3278020" y="524699"/>
                  </a:lnTo>
                  <a:lnTo>
                    <a:pt x="3276949" y="524786"/>
                  </a:lnTo>
                  <a:lnTo>
                    <a:pt x="3275877" y="524872"/>
                  </a:lnTo>
                  <a:lnTo>
                    <a:pt x="3274805" y="524959"/>
                  </a:lnTo>
                  <a:lnTo>
                    <a:pt x="3273734" y="525046"/>
                  </a:lnTo>
                  <a:lnTo>
                    <a:pt x="3272662" y="525134"/>
                  </a:lnTo>
                  <a:lnTo>
                    <a:pt x="3271591" y="525221"/>
                  </a:lnTo>
                  <a:lnTo>
                    <a:pt x="3270519" y="525309"/>
                  </a:lnTo>
                  <a:lnTo>
                    <a:pt x="3269447" y="525397"/>
                  </a:lnTo>
                  <a:lnTo>
                    <a:pt x="3268376" y="525485"/>
                  </a:lnTo>
                  <a:lnTo>
                    <a:pt x="3267304" y="525573"/>
                  </a:lnTo>
                  <a:lnTo>
                    <a:pt x="3266233" y="525661"/>
                  </a:lnTo>
                  <a:lnTo>
                    <a:pt x="3265161" y="525749"/>
                  </a:lnTo>
                  <a:lnTo>
                    <a:pt x="3264089" y="525838"/>
                  </a:lnTo>
                  <a:lnTo>
                    <a:pt x="3263018" y="525927"/>
                  </a:lnTo>
                  <a:lnTo>
                    <a:pt x="3261946" y="526016"/>
                  </a:lnTo>
                  <a:lnTo>
                    <a:pt x="3260875" y="526105"/>
                  </a:lnTo>
                  <a:lnTo>
                    <a:pt x="3259803" y="526194"/>
                  </a:lnTo>
                  <a:lnTo>
                    <a:pt x="3258731" y="526284"/>
                  </a:lnTo>
                  <a:lnTo>
                    <a:pt x="3257660" y="526374"/>
                  </a:lnTo>
                  <a:lnTo>
                    <a:pt x="3256588" y="526463"/>
                  </a:lnTo>
                  <a:lnTo>
                    <a:pt x="3255517" y="526554"/>
                  </a:lnTo>
                  <a:lnTo>
                    <a:pt x="3254445" y="526644"/>
                  </a:lnTo>
                  <a:lnTo>
                    <a:pt x="3253373" y="526734"/>
                  </a:lnTo>
                  <a:lnTo>
                    <a:pt x="3252302" y="526825"/>
                  </a:lnTo>
                  <a:lnTo>
                    <a:pt x="3251230" y="526915"/>
                  </a:lnTo>
                  <a:lnTo>
                    <a:pt x="3250159" y="527006"/>
                  </a:lnTo>
                  <a:lnTo>
                    <a:pt x="3249087" y="527097"/>
                  </a:lnTo>
                  <a:lnTo>
                    <a:pt x="3248015" y="527189"/>
                  </a:lnTo>
                  <a:lnTo>
                    <a:pt x="3246944" y="527280"/>
                  </a:lnTo>
                  <a:lnTo>
                    <a:pt x="3245872" y="527372"/>
                  </a:lnTo>
                  <a:lnTo>
                    <a:pt x="3244801" y="527463"/>
                  </a:lnTo>
                  <a:lnTo>
                    <a:pt x="3243729" y="527555"/>
                  </a:lnTo>
                  <a:lnTo>
                    <a:pt x="3242657" y="527647"/>
                  </a:lnTo>
                  <a:lnTo>
                    <a:pt x="3241586" y="527740"/>
                  </a:lnTo>
                  <a:lnTo>
                    <a:pt x="3240514" y="527832"/>
                  </a:lnTo>
                  <a:lnTo>
                    <a:pt x="3239443" y="527925"/>
                  </a:lnTo>
                  <a:lnTo>
                    <a:pt x="3238371" y="528018"/>
                  </a:lnTo>
                  <a:lnTo>
                    <a:pt x="3237299" y="528111"/>
                  </a:lnTo>
                  <a:lnTo>
                    <a:pt x="3236228" y="528204"/>
                  </a:lnTo>
                  <a:lnTo>
                    <a:pt x="3235156" y="528297"/>
                  </a:lnTo>
                  <a:lnTo>
                    <a:pt x="3234085" y="528391"/>
                  </a:lnTo>
                  <a:lnTo>
                    <a:pt x="3233013" y="528485"/>
                  </a:lnTo>
                  <a:lnTo>
                    <a:pt x="3231941" y="528579"/>
                  </a:lnTo>
                  <a:lnTo>
                    <a:pt x="3230870" y="528673"/>
                  </a:lnTo>
                  <a:lnTo>
                    <a:pt x="3229798" y="528767"/>
                  </a:lnTo>
                  <a:lnTo>
                    <a:pt x="3228727" y="528861"/>
                  </a:lnTo>
                  <a:lnTo>
                    <a:pt x="3227655" y="528956"/>
                  </a:lnTo>
                  <a:lnTo>
                    <a:pt x="3226583" y="529051"/>
                  </a:lnTo>
                  <a:lnTo>
                    <a:pt x="3225512" y="529146"/>
                  </a:lnTo>
                  <a:lnTo>
                    <a:pt x="3224440" y="529241"/>
                  </a:lnTo>
                  <a:lnTo>
                    <a:pt x="3223369" y="529336"/>
                  </a:lnTo>
                  <a:lnTo>
                    <a:pt x="3222297" y="529432"/>
                  </a:lnTo>
                  <a:lnTo>
                    <a:pt x="3221225" y="529527"/>
                  </a:lnTo>
                  <a:lnTo>
                    <a:pt x="3220154" y="529623"/>
                  </a:lnTo>
                  <a:lnTo>
                    <a:pt x="3219082" y="529719"/>
                  </a:lnTo>
                  <a:lnTo>
                    <a:pt x="3218011" y="529816"/>
                  </a:lnTo>
                  <a:lnTo>
                    <a:pt x="3216939" y="529912"/>
                  </a:lnTo>
                  <a:lnTo>
                    <a:pt x="3215867" y="530009"/>
                  </a:lnTo>
                  <a:lnTo>
                    <a:pt x="3214796" y="530106"/>
                  </a:lnTo>
                  <a:lnTo>
                    <a:pt x="3213724" y="530202"/>
                  </a:lnTo>
                  <a:lnTo>
                    <a:pt x="3212653" y="530300"/>
                  </a:lnTo>
                  <a:lnTo>
                    <a:pt x="3211581" y="530397"/>
                  </a:lnTo>
                  <a:lnTo>
                    <a:pt x="3210509" y="530495"/>
                  </a:lnTo>
                  <a:lnTo>
                    <a:pt x="3209438" y="530592"/>
                  </a:lnTo>
                  <a:lnTo>
                    <a:pt x="3208366" y="530690"/>
                  </a:lnTo>
                  <a:lnTo>
                    <a:pt x="3207295" y="530788"/>
                  </a:lnTo>
                  <a:lnTo>
                    <a:pt x="3206223" y="530887"/>
                  </a:lnTo>
                  <a:lnTo>
                    <a:pt x="3205151" y="530985"/>
                  </a:lnTo>
                  <a:lnTo>
                    <a:pt x="3204080" y="531084"/>
                  </a:lnTo>
                  <a:lnTo>
                    <a:pt x="3203008" y="531182"/>
                  </a:lnTo>
                  <a:lnTo>
                    <a:pt x="3201937" y="531281"/>
                  </a:lnTo>
                  <a:lnTo>
                    <a:pt x="3200865" y="531381"/>
                  </a:lnTo>
                  <a:lnTo>
                    <a:pt x="3199793" y="531480"/>
                  </a:lnTo>
                  <a:lnTo>
                    <a:pt x="3198722" y="531580"/>
                  </a:lnTo>
                  <a:lnTo>
                    <a:pt x="3197650" y="531679"/>
                  </a:lnTo>
                  <a:lnTo>
                    <a:pt x="3196579" y="531779"/>
                  </a:lnTo>
                  <a:lnTo>
                    <a:pt x="3195507" y="531879"/>
                  </a:lnTo>
                  <a:lnTo>
                    <a:pt x="3194436" y="531980"/>
                  </a:lnTo>
                  <a:lnTo>
                    <a:pt x="3193364" y="532080"/>
                  </a:lnTo>
                  <a:lnTo>
                    <a:pt x="3192292" y="532181"/>
                  </a:lnTo>
                  <a:lnTo>
                    <a:pt x="3191221" y="532282"/>
                  </a:lnTo>
                  <a:lnTo>
                    <a:pt x="3190149" y="532383"/>
                  </a:lnTo>
                  <a:lnTo>
                    <a:pt x="3189078" y="532484"/>
                  </a:lnTo>
                  <a:lnTo>
                    <a:pt x="3188006" y="532586"/>
                  </a:lnTo>
                  <a:lnTo>
                    <a:pt x="3186934" y="532687"/>
                  </a:lnTo>
                  <a:lnTo>
                    <a:pt x="3185863" y="532789"/>
                  </a:lnTo>
                  <a:lnTo>
                    <a:pt x="3184791" y="532891"/>
                  </a:lnTo>
                  <a:lnTo>
                    <a:pt x="3183720" y="532993"/>
                  </a:lnTo>
                  <a:lnTo>
                    <a:pt x="3182648" y="533096"/>
                  </a:lnTo>
                  <a:lnTo>
                    <a:pt x="3181576" y="533198"/>
                  </a:lnTo>
                  <a:lnTo>
                    <a:pt x="3180505" y="533301"/>
                  </a:lnTo>
                  <a:lnTo>
                    <a:pt x="3179433" y="533404"/>
                  </a:lnTo>
                  <a:lnTo>
                    <a:pt x="3178362" y="533507"/>
                  </a:lnTo>
                  <a:lnTo>
                    <a:pt x="3177290" y="533611"/>
                  </a:lnTo>
                  <a:lnTo>
                    <a:pt x="3176218" y="533714"/>
                  </a:lnTo>
                  <a:lnTo>
                    <a:pt x="3175147" y="533818"/>
                  </a:lnTo>
                  <a:lnTo>
                    <a:pt x="3174075" y="533922"/>
                  </a:lnTo>
                  <a:lnTo>
                    <a:pt x="3173004" y="534026"/>
                  </a:lnTo>
                  <a:lnTo>
                    <a:pt x="3171932" y="534130"/>
                  </a:lnTo>
                  <a:lnTo>
                    <a:pt x="3170860" y="534235"/>
                  </a:lnTo>
                  <a:lnTo>
                    <a:pt x="3169789" y="534339"/>
                  </a:lnTo>
                  <a:lnTo>
                    <a:pt x="3168717" y="534444"/>
                  </a:lnTo>
                  <a:lnTo>
                    <a:pt x="3167646" y="534549"/>
                  </a:lnTo>
                  <a:lnTo>
                    <a:pt x="3166574" y="534655"/>
                  </a:lnTo>
                  <a:lnTo>
                    <a:pt x="3165502" y="534760"/>
                  </a:lnTo>
                  <a:lnTo>
                    <a:pt x="3164431" y="534866"/>
                  </a:lnTo>
                  <a:lnTo>
                    <a:pt x="3163359" y="534972"/>
                  </a:lnTo>
                  <a:lnTo>
                    <a:pt x="3162288" y="535078"/>
                  </a:lnTo>
                  <a:lnTo>
                    <a:pt x="3161216" y="535184"/>
                  </a:lnTo>
                  <a:lnTo>
                    <a:pt x="3160144" y="535290"/>
                  </a:lnTo>
                  <a:lnTo>
                    <a:pt x="3159073" y="535397"/>
                  </a:lnTo>
                  <a:lnTo>
                    <a:pt x="3158001" y="535504"/>
                  </a:lnTo>
                  <a:lnTo>
                    <a:pt x="3156930" y="535611"/>
                  </a:lnTo>
                  <a:lnTo>
                    <a:pt x="3155858" y="535718"/>
                  </a:lnTo>
                  <a:lnTo>
                    <a:pt x="3154786" y="535825"/>
                  </a:lnTo>
                  <a:lnTo>
                    <a:pt x="3153715" y="535933"/>
                  </a:lnTo>
                  <a:lnTo>
                    <a:pt x="3152643" y="536041"/>
                  </a:lnTo>
                  <a:lnTo>
                    <a:pt x="3151572" y="536149"/>
                  </a:lnTo>
                  <a:lnTo>
                    <a:pt x="3150500" y="536257"/>
                  </a:lnTo>
                  <a:lnTo>
                    <a:pt x="3149428" y="536365"/>
                  </a:lnTo>
                  <a:lnTo>
                    <a:pt x="3148357" y="536474"/>
                  </a:lnTo>
                  <a:lnTo>
                    <a:pt x="3147285" y="536583"/>
                  </a:lnTo>
                  <a:lnTo>
                    <a:pt x="3146214" y="536692"/>
                  </a:lnTo>
                  <a:lnTo>
                    <a:pt x="3145142" y="536801"/>
                  </a:lnTo>
                  <a:lnTo>
                    <a:pt x="3144070" y="536910"/>
                  </a:lnTo>
                  <a:lnTo>
                    <a:pt x="3142999" y="537020"/>
                  </a:lnTo>
                  <a:lnTo>
                    <a:pt x="3141927" y="537130"/>
                  </a:lnTo>
                  <a:lnTo>
                    <a:pt x="3140856" y="537240"/>
                  </a:lnTo>
                  <a:lnTo>
                    <a:pt x="3139784" y="537350"/>
                  </a:lnTo>
                  <a:lnTo>
                    <a:pt x="3138712" y="537460"/>
                  </a:lnTo>
                  <a:lnTo>
                    <a:pt x="3137641" y="537571"/>
                  </a:lnTo>
                  <a:lnTo>
                    <a:pt x="3136569" y="537682"/>
                  </a:lnTo>
                  <a:lnTo>
                    <a:pt x="3135498" y="537793"/>
                  </a:lnTo>
                  <a:lnTo>
                    <a:pt x="3134426" y="537904"/>
                  </a:lnTo>
                  <a:lnTo>
                    <a:pt x="3133354" y="538015"/>
                  </a:lnTo>
                  <a:lnTo>
                    <a:pt x="3132283" y="538127"/>
                  </a:lnTo>
                  <a:lnTo>
                    <a:pt x="3131211" y="538238"/>
                  </a:lnTo>
                  <a:lnTo>
                    <a:pt x="3130140" y="538350"/>
                  </a:lnTo>
                  <a:lnTo>
                    <a:pt x="3129068" y="538463"/>
                  </a:lnTo>
                  <a:lnTo>
                    <a:pt x="3127996" y="538575"/>
                  </a:lnTo>
                  <a:lnTo>
                    <a:pt x="3126925" y="538688"/>
                  </a:lnTo>
                  <a:lnTo>
                    <a:pt x="3125853" y="538800"/>
                  </a:lnTo>
                  <a:lnTo>
                    <a:pt x="3124782" y="538913"/>
                  </a:lnTo>
                  <a:lnTo>
                    <a:pt x="3123710" y="539027"/>
                  </a:lnTo>
                  <a:lnTo>
                    <a:pt x="3122638" y="539140"/>
                  </a:lnTo>
                  <a:lnTo>
                    <a:pt x="3121567" y="539254"/>
                  </a:lnTo>
                  <a:lnTo>
                    <a:pt x="3120495" y="539367"/>
                  </a:lnTo>
                  <a:lnTo>
                    <a:pt x="3119424" y="539481"/>
                  </a:lnTo>
                  <a:lnTo>
                    <a:pt x="3118352" y="539596"/>
                  </a:lnTo>
                  <a:lnTo>
                    <a:pt x="3117280" y="539710"/>
                  </a:lnTo>
                  <a:lnTo>
                    <a:pt x="3116209" y="539825"/>
                  </a:lnTo>
                  <a:lnTo>
                    <a:pt x="3115137" y="539939"/>
                  </a:lnTo>
                  <a:lnTo>
                    <a:pt x="3114066" y="540054"/>
                  </a:lnTo>
                  <a:lnTo>
                    <a:pt x="3112994" y="540170"/>
                  </a:lnTo>
                  <a:lnTo>
                    <a:pt x="3111922" y="540285"/>
                  </a:lnTo>
                  <a:lnTo>
                    <a:pt x="3110851" y="540401"/>
                  </a:lnTo>
                  <a:lnTo>
                    <a:pt x="3109779" y="540517"/>
                  </a:lnTo>
                  <a:lnTo>
                    <a:pt x="3108708" y="540633"/>
                  </a:lnTo>
                  <a:lnTo>
                    <a:pt x="3107636" y="540749"/>
                  </a:lnTo>
                  <a:lnTo>
                    <a:pt x="3106564" y="540865"/>
                  </a:lnTo>
                  <a:lnTo>
                    <a:pt x="3105493" y="540982"/>
                  </a:lnTo>
                  <a:lnTo>
                    <a:pt x="3104421" y="541099"/>
                  </a:lnTo>
                  <a:lnTo>
                    <a:pt x="3103350" y="541216"/>
                  </a:lnTo>
                  <a:lnTo>
                    <a:pt x="3102278" y="541333"/>
                  </a:lnTo>
                  <a:lnTo>
                    <a:pt x="3101206" y="541451"/>
                  </a:lnTo>
                  <a:lnTo>
                    <a:pt x="3100135" y="541568"/>
                  </a:lnTo>
                  <a:lnTo>
                    <a:pt x="3099063" y="541686"/>
                  </a:lnTo>
                  <a:lnTo>
                    <a:pt x="3097992" y="541804"/>
                  </a:lnTo>
                  <a:lnTo>
                    <a:pt x="3096920" y="541923"/>
                  </a:lnTo>
                  <a:lnTo>
                    <a:pt x="3095848" y="542041"/>
                  </a:lnTo>
                  <a:lnTo>
                    <a:pt x="3094777" y="542160"/>
                  </a:lnTo>
                  <a:lnTo>
                    <a:pt x="3093705" y="542279"/>
                  </a:lnTo>
                  <a:lnTo>
                    <a:pt x="3092634" y="542398"/>
                  </a:lnTo>
                  <a:lnTo>
                    <a:pt x="3091562" y="542517"/>
                  </a:lnTo>
                  <a:lnTo>
                    <a:pt x="3090490" y="542637"/>
                  </a:lnTo>
                  <a:lnTo>
                    <a:pt x="3089419" y="542757"/>
                  </a:lnTo>
                  <a:lnTo>
                    <a:pt x="3088347" y="542877"/>
                  </a:lnTo>
                  <a:lnTo>
                    <a:pt x="3087276" y="542997"/>
                  </a:lnTo>
                  <a:lnTo>
                    <a:pt x="3086204" y="543117"/>
                  </a:lnTo>
                  <a:lnTo>
                    <a:pt x="3085132" y="543238"/>
                  </a:lnTo>
                  <a:lnTo>
                    <a:pt x="3084061" y="543358"/>
                  </a:lnTo>
                  <a:lnTo>
                    <a:pt x="3082989" y="543479"/>
                  </a:lnTo>
                  <a:lnTo>
                    <a:pt x="3081918" y="543601"/>
                  </a:lnTo>
                  <a:lnTo>
                    <a:pt x="3080846" y="543722"/>
                  </a:lnTo>
                  <a:lnTo>
                    <a:pt x="3079774" y="543844"/>
                  </a:lnTo>
                  <a:lnTo>
                    <a:pt x="3078703" y="543966"/>
                  </a:lnTo>
                  <a:lnTo>
                    <a:pt x="3077631" y="544088"/>
                  </a:lnTo>
                  <a:lnTo>
                    <a:pt x="3076560" y="544210"/>
                  </a:lnTo>
                  <a:lnTo>
                    <a:pt x="3075488" y="544332"/>
                  </a:lnTo>
                  <a:lnTo>
                    <a:pt x="3074416" y="544455"/>
                  </a:lnTo>
                  <a:lnTo>
                    <a:pt x="3073345" y="544578"/>
                  </a:lnTo>
                  <a:lnTo>
                    <a:pt x="3072273" y="544701"/>
                  </a:lnTo>
                  <a:lnTo>
                    <a:pt x="3071202" y="544824"/>
                  </a:lnTo>
                  <a:lnTo>
                    <a:pt x="3070130" y="544948"/>
                  </a:lnTo>
                  <a:lnTo>
                    <a:pt x="3069058" y="545072"/>
                  </a:lnTo>
                  <a:lnTo>
                    <a:pt x="3067987" y="545196"/>
                  </a:lnTo>
                  <a:lnTo>
                    <a:pt x="3066915" y="545320"/>
                  </a:lnTo>
                  <a:lnTo>
                    <a:pt x="3065844" y="545444"/>
                  </a:lnTo>
                  <a:lnTo>
                    <a:pt x="3064772" y="545569"/>
                  </a:lnTo>
                  <a:lnTo>
                    <a:pt x="3063700" y="545694"/>
                  </a:lnTo>
                  <a:lnTo>
                    <a:pt x="3062629" y="545819"/>
                  </a:lnTo>
                  <a:lnTo>
                    <a:pt x="3061557" y="545944"/>
                  </a:lnTo>
                  <a:lnTo>
                    <a:pt x="3060486" y="546069"/>
                  </a:lnTo>
                  <a:lnTo>
                    <a:pt x="3059414" y="546195"/>
                  </a:lnTo>
                  <a:lnTo>
                    <a:pt x="3058342" y="546321"/>
                  </a:lnTo>
                  <a:lnTo>
                    <a:pt x="3057271" y="546447"/>
                  </a:lnTo>
                  <a:lnTo>
                    <a:pt x="3056199" y="546573"/>
                  </a:lnTo>
                  <a:lnTo>
                    <a:pt x="3055128" y="546700"/>
                  </a:lnTo>
                  <a:lnTo>
                    <a:pt x="3054056" y="546827"/>
                  </a:lnTo>
                  <a:lnTo>
                    <a:pt x="3052984" y="546954"/>
                  </a:lnTo>
                  <a:lnTo>
                    <a:pt x="3051913" y="547081"/>
                  </a:lnTo>
                  <a:lnTo>
                    <a:pt x="3050841" y="547208"/>
                  </a:lnTo>
                  <a:lnTo>
                    <a:pt x="3049770" y="547336"/>
                  </a:lnTo>
                  <a:lnTo>
                    <a:pt x="3048698" y="547463"/>
                  </a:lnTo>
                  <a:lnTo>
                    <a:pt x="3047626" y="547591"/>
                  </a:lnTo>
                  <a:lnTo>
                    <a:pt x="3046555" y="547720"/>
                  </a:lnTo>
                  <a:lnTo>
                    <a:pt x="3045483" y="547848"/>
                  </a:lnTo>
                  <a:lnTo>
                    <a:pt x="3044412" y="547977"/>
                  </a:lnTo>
                  <a:lnTo>
                    <a:pt x="3043340" y="548106"/>
                  </a:lnTo>
                  <a:lnTo>
                    <a:pt x="3042268" y="548235"/>
                  </a:lnTo>
                  <a:lnTo>
                    <a:pt x="3041197" y="548364"/>
                  </a:lnTo>
                  <a:lnTo>
                    <a:pt x="3040125" y="548494"/>
                  </a:lnTo>
                  <a:lnTo>
                    <a:pt x="3039054" y="548623"/>
                  </a:lnTo>
                  <a:lnTo>
                    <a:pt x="3037982" y="548753"/>
                  </a:lnTo>
                  <a:lnTo>
                    <a:pt x="3036910" y="548883"/>
                  </a:lnTo>
                  <a:lnTo>
                    <a:pt x="3035839" y="549014"/>
                  </a:lnTo>
                  <a:lnTo>
                    <a:pt x="3034767" y="549144"/>
                  </a:lnTo>
                  <a:lnTo>
                    <a:pt x="3033696" y="549275"/>
                  </a:lnTo>
                  <a:lnTo>
                    <a:pt x="3032624" y="549406"/>
                  </a:lnTo>
                  <a:lnTo>
                    <a:pt x="3031552" y="549537"/>
                  </a:lnTo>
                  <a:lnTo>
                    <a:pt x="3030481" y="549669"/>
                  </a:lnTo>
                  <a:lnTo>
                    <a:pt x="3029409" y="549801"/>
                  </a:lnTo>
                  <a:lnTo>
                    <a:pt x="3028338" y="549933"/>
                  </a:lnTo>
                  <a:lnTo>
                    <a:pt x="3027266" y="550065"/>
                  </a:lnTo>
                  <a:lnTo>
                    <a:pt x="3026194" y="550197"/>
                  </a:lnTo>
                  <a:lnTo>
                    <a:pt x="3025123" y="550330"/>
                  </a:lnTo>
                  <a:lnTo>
                    <a:pt x="3024051" y="550462"/>
                  </a:lnTo>
                  <a:lnTo>
                    <a:pt x="3022980" y="550595"/>
                  </a:lnTo>
                  <a:lnTo>
                    <a:pt x="3021908" y="550728"/>
                  </a:lnTo>
                  <a:lnTo>
                    <a:pt x="3020836" y="550862"/>
                  </a:lnTo>
                  <a:lnTo>
                    <a:pt x="3019765" y="550996"/>
                  </a:lnTo>
                  <a:lnTo>
                    <a:pt x="3018693" y="551129"/>
                  </a:lnTo>
                  <a:lnTo>
                    <a:pt x="3017622" y="551263"/>
                  </a:lnTo>
                  <a:lnTo>
                    <a:pt x="3016550" y="551398"/>
                  </a:lnTo>
                  <a:lnTo>
                    <a:pt x="3015479" y="551532"/>
                  </a:lnTo>
                  <a:lnTo>
                    <a:pt x="3014407" y="551667"/>
                  </a:lnTo>
                  <a:lnTo>
                    <a:pt x="3013335" y="551802"/>
                  </a:lnTo>
                  <a:lnTo>
                    <a:pt x="3012264" y="551937"/>
                  </a:lnTo>
                  <a:lnTo>
                    <a:pt x="3011192" y="552073"/>
                  </a:lnTo>
                  <a:lnTo>
                    <a:pt x="3010121" y="552208"/>
                  </a:lnTo>
                  <a:lnTo>
                    <a:pt x="3009049" y="552344"/>
                  </a:lnTo>
                  <a:lnTo>
                    <a:pt x="3007977" y="552480"/>
                  </a:lnTo>
                  <a:lnTo>
                    <a:pt x="3006906" y="552616"/>
                  </a:lnTo>
                  <a:lnTo>
                    <a:pt x="3005834" y="552753"/>
                  </a:lnTo>
                  <a:lnTo>
                    <a:pt x="3004763" y="552890"/>
                  </a:lnTo>
                  <a:lnTo>
                    <a:pt x="3003691" y="553027"/>
                  </a:lnTo>
                  <a:lnTo>
                    <a:pt x="3002619" y="553164"/>
                  </a:lnTo>
                  <a:lnTo>
                    <a:pt x="3001548" y="553302"/>
                  </a:lnTo>
                  <a:lnTo>
                    <a:pt x="3000476" y="553439"/>
                  </a:lnTo>
                  <a:lnTo>
                    <a:pt x="2999405" y="553577"/>
                  </a:lnTo>
                  <a:lnTo>
                    <a:pt x="2998333" y="553715"/>
                  </a:lnTo>
                  <a:lnTo>
                    <a:pt x="2997261" y="553854"/>
                  </a:lnTo>
                  <a:lnTo>
                    <a:pt x="2996190" y="553993"/>
                  </a:lnTo>
                  <a:lnTo>
                    <a:pt x="2995118" y="554132"/>
                  </a:lnTo>
                  <a:lnTo>
                    <a:pt x="2994047" y="554271"/>
                  </a:lnTo>
                  <a:lnTo>
                    <a:pt x="2992975" y="554410"/>
                  </a:lnTo>
                  <a:lnTo>
                    <a:pt x="2991903" y="554550"/>
                  </a:lnTo>
                  <a:lnTo>
                    <a:pt x="2990832" y="554690"/>
                  </a:lnTo>
                  <a:lnTo>
                    <a:pt x="2989760" y="554830"/>
                  </a:lnTo>
                  <a:lnTo>
                    <a:pt x="2988689" y="554971"/>
                  </a:lnTo>
                  <a:lnTo>
                    <a:pt x="2987617" y="555111"/>
                  </a:lnTo>
                  <a:lnTo>
                    <a:pt x="2986545" y="555252"/>
                  </a:lnTo>
                  <a:lnTo>
                    <a:pt x="2985474" y="555394"/>
                  </a:lnTo>
                  <a:lnTo>
                    <a:pt x="2984402" y="555535"/>
                  </a:lnTo>
                  <a:lnTo>
                    <a:pt x="2983331" y="555677"/>
                  </a:lnTo>
                  <a:lnTo>
                    <a:pt x="2982259" y="555819"/>
                  </a:lnTo>
                  <a:lnTo>
                    <a:pt x="2981187" y="555961"/>
                  </a:lnTo>
                  <a:lnTo>
                    <a:pt x="2980116" y="556104"/>
                  </a:lnTo>
                  <a:lnTo>
                    <a:pt x="2979044" y="556247"/>
                  </a:lnTo>
                  <a:lnTo>
                    <a:pt x="2977973" y="556390"/>
                  </a:lnTo>
                  <a:lnTo>
                    <a:pt x="2976901" y="556533"/>
                  </a:lnTo>
                  <a:lnTo>
                    <a:pt x="2975829" y="556677"/>
                  </a:lnTo>
                  <a:lnTo>
                    <a:pt x="2974758" y="556821"/>
                  </a:lnTo>
                  <a:lnTo>
                    <a:pt x="2973686" y="556965"/>
                  </a:lnTo>
                  <a:lnTo>
                    <a:pt x="2972615" y="557110"/>
                  </a:lnTo>
                  <a:lnTo>
                    <a:pt x="2971543" y="557255"/>
                  </a:lnTo>
                  <a:lnTo>
                    <a:pt x="2970471" y="557400"/>
                  </a:lnTo>
                  <a:lnTo>
                    <a:pt x="2969400" y="557545"/>
                  </a:lnTo>
                  <a:lnTo>
                    <a:pt x="2968328" y="557691"/>
                  </a:lnTo>
                  <a:lnTo>
                    <a:pt x="2967257" y="557837"/>
                  </a:lnTo>
                  <a:lnTo>
                    <a:pt x="2966185" y="557983"/>
                  </a:lnTo>
                  <a:lnTo>
                    <a:pt x="2965113" y="558129"/>
                  </a:lnTo>
                  <a:lnTo>
                    <a:pt x="2964042" y="558276"/>
                  </a:lnTo>
                  <a:lnTo>
                    <a:pt x="2962970" y="558423"/>
                  </a:lnTo>
                  <a:lnTo>
                    <a:pt x="2961899" y="558571"/>
                  </a:lnTo>
                  <a:lnTo>
                    <a:pt x="2960827" y="558718"/>
                  </a:lnTo>
                  <a:lnTo>
                    <a:pt x="2959755" y="558866"/>
                  </a:lnTo>
                  <a:lnTo>
                    <a:pt x="2958684" y="559015"/>
                  </a:lnTo>
                  <a:lnTo>
                    <a:pt x="2957612" y="559163"/>
                  </a:lnTo>
                  <a:lnTo>
                    <a:pt x="2956541" y="559312"/>
                  </a:lnTo>
                  <a:lnTo>
                    <a:pt x="2955469" y="559461"/>
                  </a:lnTo>
                  <a:lnTo>
                    <a:pt x="2954397" y="559611"/>
                  </a:lnTo>
                  <a:lnTo>
                    <a:pt x="2953326" y="559761"/>
                  </a:lnTo>
                  <a:lnTo>
                    <a:pt x="2952254" y="559911"/>
                  </a:lnTo>
                  <a:lnTo>
                    <a:pt x="2951183" y="560061"/>
                  </a:lnTo>
                  <a:lnTo>
                    <a:pt x="2950111" y="560212"/>
                  </a:lnTo>
                  <a:lnTo>
                    <a:pt x="2949039" y="560363"/>
                  </a:lnTo>
                  <a:lnTo>
                    <a:pt x="2947968" y="560514"/>
                  </a:lnTo>
                  <a:lnTo>
                    <a:pt x="2946896" y="560666"/>
                  </a:lnTo>
                  <a:lnTo>
                    <a:pt x="2945825" y="560818"/>
                  </a:lnTo>
                  <a:lnTo>
                    <a:pt x="2944753" y="560970"/>
                  </a:lnTo>
                  <a:lnTo>
                    <a:pt x="2943681" y="561123"/>
                  </a:lnTo>
                  <a:lnTo>
                    <a:pt x="2942610" y="561276"/>
                  </a:lnTo>
                  <a:lnTo>
                    <a:pt x="2941538" y="561429"/>
                  </a:lnTo>
                  <a:lnTo>
                    <a:pt x="2940467" y="561582"/>
                  </a:lnTo>
                  <a:lnTo>
                    <a:pt x="2939395" y="561736"/>
                  </a:lnTo>
                  <a:lnTo>
                    <a:pt x="2938323" y="561890"/>
                  </a:lnTo>
                  <a:lnTo>
                    <a:pt x="2937252" y="562045"/>
                  </a:lnTo>
                  <a:lnTo>
                    <a:pt x="2936180" y="562200"/>
                  </a:lnTo>
                  <a:lnTo>
                    <a:pt x="2935109" y="562355"/>
                  </a:lnTo>
                  <a:lnTo>
                    <a:pt x="2934037" y="562510"/>
                  </a:lnTo>
                  <a:lnTo>
                    <a:pt x="2932965" y="562666"/>
                  </a:lnTo>
                  <a:lnTo>
                    <a:pt x="2931894" y="562822"/>
                  </a:lnTo>
                  <a:lnTo>
                    <a:pt x="2930822" y="562979"/>
                  </a:lnTo>
                  <a:lnTo>
                    <a:pt x="2929751" y="563136"/>
                  </a:lnTo>
                  <a:lnTo>
                    <a:pt x="2928679" y="563293"/>
                  </a:lnTo>
                  <a:lnTo>
                    <a:pt x="2927607" y="563450"/>
                  </a:lnTo>
                  <a:lnTo>
                    <a:pt x="2926536" y="563608"/>
                  </a:lnTo>
                  <a:lnTo>
                    <a:pt x="2925464" y="563766"/>
                  </a:lnTo>
                  <a:lnTo>
                    <a:pt x="2924393" y="563925"/>
                  </a:lnTo>
                  <a:lnTo>
                    <a:pt x="2923321" y="564083"/>
                  </a:lnTo>
                  <a:lnTo>
                    <a:pt x="2922249" y="564243"/>
                  </a:lnTo>
                  <a:lnTo>
                    <a:pt x="2921178" y="564402"/>
                  </a:lnTo>
                  <a:lnTo>
                    <a:pt x="2920106" y="564562"/>
                  </a:lnTo>
                  <a:lnTo>
                    <a:pt x="2919035" y="564722"/>
                  </a:lnTo>
                  <a:lnTo>
                    <a:pt x="2917963" y="564883"/>
                  </a:lnTo>
                  <a:lnTo>
                    <a:pt x="2916891" y="565044"/>
                  </a:lnTo>
                  <a:lnTo>
                    <a:pt x="2915820" y="565205"/>
                  </a:lnTo>
                  <a:lnTo>
                    <a:pt x="2914748" y="565366"/>
                  </a:lnTo>
                  <a:lnTo>
                    <a:pt x="2913677" y="565528"/>
                  </a:lnTo>
                  <a:lnTo>
                    <a:pt x="2912605" y="565691"/>
                  </a:lnTo>
                  <a:lnTo>
                    <a:pt x="2911533" y="565853"/>
                  </a:lnTo>
                  <a:lnTo>
                    <a:pt x="2910462" y="566016"/>
                  </a:lnTo>
                  <a:lnTo>
                    <a:pt x="2909390" y="566179"/>
                  </a:lnTo>
                  <a:lnTo>
                    <a:pt x="2908319" y="566343"/>
                  </a:lnTo>
                  <a:lnTo>
                    <a:pt x="2907247" y="566507"/>
                  </a:lnTo>
                  <a:lnTo>
                    <a:pt x="2906175" y="566672"/>
                  </a:lnTo>
                  <a:lnTo>
                    <a:pt x="2905104" y="566836"/>
                  </a:lnTo>
                  <a:lnTo>
                    <a:pt x="2904032" y="567001"/>
                  </a:lnTo>
                  <a:lnTo>
                    <a:pt x="2902961" y="567167"/>
                  </a:lnTo>
                  <a:lnTo>
                    <a:pt x="2901889" y="567333"/>
                  </a:lnTo>
                  <a:lnTo>
                    <a:pt x="2900817" y="567499"/>
                  </a:lnTo>
                  <a:lnTo>
                    <a:pt x="2899746" y="567666"/>
                  </a:lnTo>
                  <a:lnTo>
                    <a:pt x="2898674" y="567833"/>
                  </a:lnTo>
                  <a:lnTo>
                    <a:pt x="2897603" y="568000"/>
                  </a:lnTo>
                  <a:lnTo>
                    <a:pt x="2896531" y="568167"/>
                  </a:lnTo>
                  <a:lnTo>
                    <a:pt x="2895459" y="568336"/>
                  </a:lnTo>
                  <a:lnTo>
                    <a:pt x="2894388" y="568504"/>
                  </a:lnTo>
                  <a:lnTo>
                    <a:pt x="2893316" y="568673"/>
                  </a:lnTo>
                  <a:lnTo>
                    <a:pt x="2892245" y="568842"/>
                  </a:lnTo>
                  <a:lnTo>
                    <a:pt x="2891173" y="569011"/>
                  </a:lnTo>
                  <a:lnTo>
                    <a:pt x="2890101" y="569181"/>
                  </a:lnTo>
                  <a:lnTo>
                    <a:pt x="2889030" y="569351"/>
                  </a:lnTo>
                  <a:lnTo>
                    <a:pt x="2887958" y="569522"/>
                  </a:lnTo>
                  <a:lnTo>
                    <a:pt x="2886887" y="569693"/>
                  </a:lnTo>
                  <a:lnTo>
                    <a:pt x="2885815" y="569865"/>
                  </a:lnTo>
                  <a:lnTo>
                    <a:pt x="2884743" y="570036"/>
                  </a:lnTo>
                  <a:lnTo>
                    <a:pt x="2883672" y="570208"/>
                  </a:lnTo>
                  <a:lnTo>
                    <a:pt x="2882600" y="570381"/>
                  </a:lnTo>
                  <a:lnTo>
                    <a:pt x="2881529" y="570554"/>
                  </a:lnTo>
                  <a:lnTo>
                    <a:pt x="2880457" y="570727"/>
                  </a:lnTo>
                  <a:lnTo>
                    <a:pt x="2879385" y="570901"/>
                  </a:lnTo>
                  <a:lnTo>
                    <a:pt x="2878314" y="571075"/>
                  </a:lnTo>
                  <a:lnTo>
                    <a:pt x="2877242" y="571249"/>
                  </a:lnTo>
                  <a:lnTo>
                    <a:pt x="2876171" y="571424"/>
                  </a:lnTo>
                  <a:lnTo>
                    <a:pt x="2875099" y="571599"/>
                  </a:lnTo>
                  <a:lnTo>
                    <a:pt x="2874027" y="571775"/>
                  </a:lnTo>
                  <a:lnTo>
                    <a:pt x="2872956" y="571951"/>
                  </a:lnTo>
                  <a:lnTo>
                    <a:pt x="2871884" y="572127"/>
                  </a:lnTo>
                  <a:lnTo>
                    <a:pt x="2870813" y="572304"/>
                  </a:lnTo>
                  <a:lnTo>
                    <a:pt x="2869741" y="572481"/>
                  </a:lnTo>
                  <a:lnTo>
                    <a:pt x="2868669" y="572659"/>
                  </a:lnTo>
                  <a:lnTo>
                    <a:pt x="2867598" y="572837"/>
                  </a:lnTo>
                  <a:lnTo>
                    <a:pt x="2866526" y="573015"/>
                  </a:lnTo>
                  <a:lnTo>
                    <a:pt x="2865455" y="573194"/>
                  </a:lnTo>
                  <a:lnTo>
                    <a:pt x="2864383" y="573373"/>
                  </a:lnTo>
                  <a:lnTo>
                    <a:pt x="2863311" y="573553"/>
                  </a:lnTo>
                  <a:lnTo>
                    <a:pt x="2862240" y="573732"/>
                  </a:lnTo>
                  <a:lnTo>
                    <a:pt x="2861168" y="573913"/>
                  </a:lnTo>
                  <a:lnTo>
                    <a:pt x="2860097" y="574093"/>
                  </a:lnTo>
                  <a:lnTo>
                    <a:pt x="2859025" y="574275"/>
                  </a:lnTo>
                  <a:lnTo>
                    <a:pt x="2857953" y="574456"/>
                  </a:lnTo>
                  <a:lnTo>
                    <a:pt x="2856882" y="574638"/>
                  </a:lnTo>
                  <a:lnTo>
                    <a:pt x="2855810" y="574820"/>
                  </a:lnTo>
                  <a:lnTo>
                    <a:pt x="2854739" y="575003"/>
                  </a:lnTo>
                  <a:lnTo>
                    <a:pt x="2853667" y="575186"/>
                  </a:lnTo>
                  <a:lnTo>
                    <a:pt x="2852595" y="575370"/>
                  </a:lnTo>
                  <a:lnTo>
                    <a:pt x="2851524" y="575554"/>
                  </a:lnTo>
                  <a:lnTo>
                    <a:pt x="2850452" y="575738"/>
                  </a:lnTo>
                  <a:lnTo>
                    <a:pt x="2849381" y="575923"/>
                  </a:lnTo>
                  <a:lnTo>
                    <a:pt x="2848309" y="576108"/>
                  </a:lnTo>
                  <a:lnTo>
                    <a:pt x="2847237" y="576294"/>
                  </a:lnTo>
                  <a:lnTo>
                    <a:pt x="2846166" y="576480"/>
                  </a:lnTo>
                  <a:lnTo>
                    <a:pt x="2845094" y="576666"/>
                  </a:lnTo>
                  <a:lnTo>
                    <a:pt x="2844023" y="576853"/>
                  </a:lnTo>
                  <a:lnTo>
                    <a:pt x="2842951" y="577040"/>
                  </a:lnTo>
                  <a:lnTo>
                    <a:pt x="2841879" y="577228"/>
                  </a:lnTo>
                  <a:lnTo>
                    <a:pt x="2840808" y="577416"/>
                  </a:lnTo>
                  <a:lnTo>
                    <a:pt x="2839736" y="577604"/>
                  </a:lnTo>
                  <a:lnTo>
                    <a:pt x="2838665" y="577793"/>
                  </a:lnTo>
                  <a:lnTo>
                    <a:pt x="2837593" y="577983"/>
                  </a:lnTo>
                  <a:lnTo>
                    <a:pt x="2836522" y="578172"/>
                  </a:lnTo>
                  <a:lnTo>
                    <a:pt x="2835450" y="578363"/>
                  </a:lnTo>
                  <a:lnTo>
                    <a:pt x="2834378" y="578553"/>
                  </a:lnTo>
                  <a:lnTo>
                    <a:pt x="2833307" y="578744"/>
                  </a:lnTo>
                  <a:lnTo>
                    <a:pt x="2832235" y="578936"/>
                  </a:lnTo>
                  <a:lnTo>
                    <a:pt x="2831164" y="579127"/>
                  </a:lnTo>
                  <a:lnTo>
                    <a:pt x="2830092" y="579320"/>
                  </a:lnTo>
                  <a:lnTo>
                    <a:pt x="2829020" y="579512"/>
                  </a:lnTo>
                  <a:lnTo>
                    <a:pt x="2827949" y="579706"/>
                  </a:lnTo>
                  <a:lnTo>
                    <a:pt x="2826877" y="579899"/>
                  </a:lnTo>
                  <a:lnTo>
                    <a:pt x="2825806" y="580093"/>
                  </a:lnTo>
                  <a:lnTo>
                    <a:pt x="2824734" y="580287"/>
                  </a:lnTo>
                  <a:lnTo>
                    <a:pt x="2823662" y="580482"/>
                  </a:lnTo>
                  <a:lnTo>
                    <a:pt x="2822591" y="580678"/>
                  </a:lnTo>
                  <a:lnTo>
                    <a:pt x="2821519" y="580873"/>
                  </a:lnTo>
                  <a:lnTo>
                    <a:pt x="2820448" y="581069"/>
                  </a:lnTo>
                  <a:lnTo>
                    <a:pt x="2819376" y="581266"/>
                  </a:lnTo>
                  <a:lnTo>
                    <a:pt x="2818304" y="581463"/>
                  </a:lnTo>
                  <a:lnTo>
                    <a:pt x="2817233" y="581660"/>
                  </a:lnTo>
                  <a:lnTo>
                    <a:pt x="2816161" y="581858"/>
                  </a:lnTo>
                  <a:lnTo>
                    <a:pt x="2815090" y="582056"/>
                  </a:lnTo>
                  <a:lnTo>
                    <a:pt x="2814018" y="582255"/>
                  </a:lnTo>
                  <a:lnTo>
                    <a:pt x="2812946" y="582454"/>
                  </a:lnTo>
                  <a:lnTo>
                    <a:pt x="2811875" y="582654"/>
                  </a:lnTo>
                  <a:lnTo>
                    <a:pt x="2810803" y="582854"/>
                  </a:lnTo>
                  <a:lnTo>
                    <a:pt x="2809732" y="583054"/>
                  </a:lnTo>
                  <a:lnTo>
                    <a:pt x="2808660" y="583255"/>
                  </a:lnTo>
                  <a:lnTo>
                    <a:pt x="2807588" y="583456"/>
                  </a:lnTo>
                  <a:lnTo>
                    <a:pt x="2806517" y="583658"/>
                  </a:lnTo>
                  <a:lnTo>
                    <a:pt x="2805445" y="583860"/>
                  </a:lnTo>
                  <a:lnTo>
                    <a:pt x="2804374" y="584063"/>
                  </a:lnTo>
                  <a:lnTo>
                    <a:pt x="2803302" y="584266"/>
                  </a:lnTo>
                  <a:lnTo>
                    <a:pt x="2802230" y="584470"/>
                  </a:lnTo>
                  <a:lnTo>
                    <a:pt x="2801159" y="584674"/>
                  </a:lnTo>
                  <a:lnTo>
                    <a:pt x="2800087" y="584878"/>
                  </a:lnTo>
                  <a:lnTo>
                    <a:pt x="2799016" y="585083"/>
                  </a:lnTo>
                  <a:lnTo>
                    <a:pt x="2797944" y="585288"/>
                  </a:lnTo>
                  <a:lnTo>
                    <a:pt x="2796872" y="585494"/>
                  </a:lnTo>
                  <a:lnTo>
                    <a:pt x="2795801" y="585700"/>
                  </a:lnTo>
                  <a:lnTo>
                    <a:pt x="2794729" y="585907"/>
                  </a:lnTo>
                  <a:lnTo>
                    <a:pt x="2793658" y="586114"/>
                  </a:lnTo>
                  <a:lnTo>
                    <a:pt x="2792586" y="586322"/>
                  </a:lnTo>
                  <a:lnTo>
                    <a:pt x="2791514" y="586530"/>
                  </a:lnTo>
                  <a:lnTo>
                    <a:pt x="2790443" y="586738"/>
                  </a:lnTo>
                  <a:lnTo>
                    <a:pt x="2789371" y="586947"/>
                  </a:lnTo>
                  <a:lnTo>
                    <a:pt x="2788300" y="587156"/>
                  </a:lnTo>
                  <a:lnTo>
                    <a:pt x="2787228" y="587366"/>
                  </a:lnTo>
                  <a:lnTo>
                    <a:pt x="2786156" y="587576"/>
                  </a:lnTo>
                  <a:lnTo>
                    <a:pt x="2785085" y="587787"/>
                  </a:lnTo>
                  <a:lnTo>
                    <a:pt x="2784013" y="587998"/>
                  </a:lnTo>
                  <a:lnTo>
                    <a:pt x="2782942" y="588210"/>
                  </a:lnTo>
                  <a:lnTo>
                    <a:pt x="2781870" y="588422"/>
                  </a:lnTo>
                  <a:lnTo>
                    <a:pt x="2780798" y="588634"/>
                  </a:lnTo>
                  <a:lnTo>
                    <a:pt x="2779727" y="588847"/>
                  </a:lnTo>
                  <a:lnTo>
                    <a:pt x="2778655" y="589061"/>
                  </a:lnTo>
                  <a:lnTo>
                    <a:pt x="2777584" y="589275"/>
                  </a:lnTo>
                  <a:lnTo>
                    <a:pt x="2776512" y="589489"/>
                  </a:lnTo>
                  <a:lnTo>
                    <a:pt x="2775440" y="589704"/>
                  </a:lnTo>
                  <a:lnTo>
                    <a:pt x="2774369" y="589919"/>
                  </a:lnTo>
                  <a:lnTo>
                    <a:pt x="2773297" y="590135"/>
                  </a:lnTo>
                  <a:lnTo>
                    <a:pt x="2772226" y="590351"/>
                  </a:lnTo>
                  <a:lnTo>
                    <a:pt x="2771154" y="590568"/>
                  </a:lnTo>
                  <a:lnTo>
                    <a:pt x="2770082" y="590785"/>
                  </a:lnTo>
                  <a:lnTo>
                    <a:pt x="2769011" y="591002"/>
                  </a:lnTo>
                  <a:lnTo>
                    <a:pt x="2767939" y="591220"/>
                  </a:lnTo>
                  <a:lnTo>
                    <a:pt x="2766868" y="591439"/>
                  </a:lnTo>
                  <a:lnTo>
                    <a:pt x="2765796" y="591658"/>
                  </a:lnTo>
                  <a:lnTo>
                    <a:pt x="2764724" y="591877"/>
                  </a:lnTo>
                  <a:lnTo>
                    <a:pt x="2763653" y="592097"/>
                  </a:lnTo>
                  <a:lnTo>
                    <a:pt x="2762581" y="592317"/>
                  </a:lnTo>
                  <a:lnTo>
                    <a:pt x="2761510" y="592538"/>
                  </a:lnTo>
                  <a:lnTo>
                    <a:pt x="2760438" y="592759"/>
                  </a:lnTo>
                  <a:lnTo>
                    <a:pt x="2759366" y="592981"/>
                  </a:lnTo>
                  <a:lnTo>
                    <a:pt x="2758295" y="593203"/>
                  </a:lnTo>
                  <a:lnTo>
                    <a:pt x="2757223" y="593426"/>
                  </a:lnTo>
                  <a:lnTo>
                    <a:pt x="2756152" y="593649"/>
                  </a:lnTo>
                  <a:lnTo>
                    <a:pt x="2755080" y="593873"/>
                  </a:lnTo>
                  <a:lnTo>
                    <a:pt x="2754008" y="594097"/>
                  </a:lnTo>
                  <a:lnTo>
                    <a:pt x="2752937" y="594322"/>
                  </a:lnTo>
                  <a:lnTo>
                    <a:pt x="2751865" y="594547"/>
                  </a:lnTo>
                  <a:lnTo>
                    <a:pt x="2750794" y="594772"/>
                  </a:lnTo>
                  <a:lnTo>
                    <a:pt x="2749722" y="594998"/>
                  </a:lnTo>
                  <a:lnTo>
                    <a:pt x="2748650" y="595224"/>
                  </a:lnTo>
                  <a:lnTo>
                    <a:pt x="2747579" y="595451"/>
                  </a:lnTo>
                  <a:lnTo>
                    <a:pt x="2746507" y="595679"/>
                  </a:lnTo>
                  <a:lnTo>
                    <a:pt x="2745436" y="595907"/>
                  </a:lnTo>
                  <a:lnTo>
                    <a:pt x="2744364" y="596135"/>
                  </a:lnTo>
                  <a:lnTo>
                    <a:pt x="2743292" y="596364"/>
                  </a:lnTo>
                  <a:lnTo>
                    <a:pt x="2742221" y="596593"/>
                  </a:lnTo>
                  <a:lnTo>
                    <a:pt x="2741149" y="596823"/>
                  </a:lnTo>
                  <a:lnTo>
                    <a:pt x="2740078" y="597053"/>
                  </a:lnTo>
                  <a:lnTo>
                    <a:pt x="2739006" y="597284"/>
                  </a:lnTo>
                  <a:lnTo>
                    <a:pt x="2737934" y="597515"/>
                  </a:lnTo>
                  <a:lnTo>
                    <a:pt x="2736863" y="597747"/>
                  </a:lnTo>
                  <a:lnTo>
                    <a:pt x="2735791" y="597979"/>
                  </a:lnTo>
                  <a:lnTo>
                    <a:pt x="2734720" y="598212"/>
                  </a:lnTo>
                  <a:lnTo>
                    <a:pt x="2733648" y="598445"/>
                  </a:lnTo>
                  <a:lnTo>
                    <a:pt x="2732576" y="598678"/>
                  </a:lnTo>
                  <a:lnTo>
                    <a:pt x="2731505" y="598912"/>
                  </a:lnTo>
                  <a:lnTo>
                    <a:pt x="2730433" y="599147"/>
                  </a:lnTo>
                  <a:lnTo>
                    <a:pt x="2729362" y="599382"/>
                  </a:lnTo>
                  <a:lnTo>
                    <a:pt x="2728290" y="599617"/>
                  </a:lnTo>
                  <a:lnTo>
                    <a:pt x="2727218" y="599853"/>
                  </a:lnTo>
                  <a:lnTo>
                    <a:pt x="2726147" y="600090"/>
                  </a:lnTo>
                  <a:lnTo>
                    <a:pt x="2725075" y="600327"/>
                  </a:lnTo>
                  <a:lnTo>
                    <a:pt x="2724004" y="600564"/>
                  </a:lnTo>
                  <a:lnTo>
                    <a:pt x="2722932" y="600802"/>
                  </a:lnTo>
                  <a:lnTo>
                    <a:pt x="2721860" y="601041"/>
                  </a:lnTo>
                  <a:lnTo>
                    <a:pt x="2720789" y="601280"/>
                  </a:lnTo>
                  <a:lnTo>
                    <a:pt x="2719717" y="601519"/>
                  </a:lnTo>
                  <a:lnTo>
                    <a:pt x="2718646" y="601759"/>
                  </a:lnTo>
                  <a:lnTo>
                    <a:pt x="2717574" y="601999"/>
                  </a:lnTo>
                  <a:lnTo>
                    <a:pt x="2716502" y="602240"/>
                  </a:lnTo>
                  <a:lnTo>
                    <a:pt x="2715431" y="602482"/>
                  </a:lnTo>
                  <a:lnTo>
                    <a:pt x="2714359" y="602723"/>
                  </a:lnTo>
                  <a:lnTo>
                    <a:pt x="2713288" y="602966"/>
                  </a:lnTo>
                  <a:lnTo>
                    <a:pt x="2712216" y="603208"/>
                  </a:lnTo>
                  <a:lnTo>
                    <a:pt x="2711144" y="603452"/>
                  </a:lnTo>
                  <a:lnTo>
                    <a:pt x="2710073" y="603696"/>
                  </a:lnTo>
                  <a:lnTo>
                    <a:pt x="2709001" y="603940"/>
                  </a:lnTo>
                  <a:lnTo>
                    <a:pt x="2707930" y="604185"/>
                  </a:lnTo>
                  <a:lnTo>
                    <a:pt x="2706858" y="604430"/>
                  </a:lnTo>
                  <a:lnTo>
                    <a:pt x="2705786" y="604676"/>
                  </a:lnTo>
                  <a:lnTo>
                    <a:pt x="2704715" y="604922"/>
                  </a:lnTo>
                  <a:lnTo>
                    <a:pt x="2703643" y="605169"/>
                  </a:lnTo>
                  <a:lnTo>
                    <a:pt x="2702572" y="605416"/>
                  </a:lnTo>
                  <a:lnTo>
                    <a:pt x="2701500" y="605664"/>
                  </a:lnTo>
                  <a:lnTo>
                    <a:pt x="2700428" y="605912"/>
                  </a:lnTo>
                  <a:lnTo>
                    <a:pt x="2699357" y="606161"/>
                  </a:lnTo>
                  <a:lnTo>
                    <a:pt x="2698285" y="606410"/>
                  </a:lnTo>
                  <a:lnTo>
                    <a:pt x="2697214" y="606659"/>
                  </a:lnTo>
                  <a:lnTo>
                    <a:pt x="2696142" y="606910"/>
                  </a:lnTo>
                  <a:lnTo>
                    <a:pt x="2695070" y="607160"/>
                  </a:lnTo>
                  <a:lnTo>
                    <a:pt x="2693999" y="607412"/>
                  </a:lnTo>
                  <a:lnTo>
                    <a:pt x="2692927" y="607663"/>
                  </a:lnTo>
                  <a:lnTo>
                    <a:pt x="2691856" y="607915"/>
                  </a:lnTo>
                  <a:lnTo>
                    <a:pt x="2690784" y="608168"/>
                  </a:lnTo>
                  <a:lnTo>
                    <a:pt x="2689712" y="608421"/>
                  </a:lnTo>
                  <a:lnTo>
                    <a:pt x="2688641" y="608675"/>
                  </a:lnTo>
                  <a:lnTo>
                    <a:pt x="2687569" y="608929"/>
                  </a:lnTo>
                  <a:lnTo>
                    <a:pt x="2686498" y="609184"/>
                  </a:lnTo>
                  <a:lnTo>
                    <a:pt x="2685426" y="609439"/>
                  </a:lnTo>
                  <a:lnTo>
                    <a:pt x="2684354" y="609695"/>
                  </a:lnTo>
                  <a:lnTo>
                    <a:pt x="2683283" y="609951"/>
                  </a:lnTo>
                  <a:lnTo>
                    <a:pt x="2682211" y="610208"/>
                  </a:lnTo>
                  <a:lnTo>
                    <a:pt x="2681140" y="610465"/>
                  </a:lnTo>
                  <a:lnTo>
                    <a:pt x="2680068" y="610723"/>
                  </a:lnTo>
                  <a:lnTo>
                    <a:pt x="2678996" y="610981"/>
                  </a:lnTo>
                  <a:lnTo>
                    <a:pt x="2677925" y="611239"/>
                  </a:lnTo>
                  <a:lnTo>
                    <a:pt x="2676853" y="611499"/>
                  </a:lnTo>
                  <a:lnTo>
                    <a:pt x="2675782" y="611758"/>
                  </a:lnTo>
                  <a:lnTo>
                    <a:pt x="2674710" y="612019"/>
                  </a:lnTo>
                  <a:lnTo>
                    <a:pt x="2673638" y="612279"/>
                  </a:lnTo>
                  <a:lnTo>
                    <a:pt x="2672567" y="612540"/>
                  </a:lnTo>
                  <a:lnTo>
                    <a:pt x="2671495" y="612802"/>
                  </a:lnTo>
                  <a:lnTo>
                    <a:pt x="2670424" y="613064"/>
                  </a:lnTo>
                  <a:lnTo>
                    <a:pt x="2669352" y="613327"/>
                  </a:lnTo>
                  <a:lnTo>
                    <a:pt x="2668280" y="613590"/>
                  </a:lnTo>
                  <a:lnTo>
                    <a:pt x="2667209" y="613854"/>
                  </a:lnTo>
                  <a:lnTo>
                    <a:pt x="2666137" y="614118"/>
                  </a:lnTo>
                  <a:lnTo>
                    <a:pt x="2665066" y="614383"/>
                  </a:lnTo>
                  <a:lnTo>
                    <a:pt x="2663994" y="614648"/>
                  </a:lnTo>
                  <a:lnTo>
                    <a:pt x="2662922" y="614914"/>
                  </a:lnTo>
                  <a:lnTo>
                    <a:pt x="2661851" y="615180"/>
                  </a:lnTo>
                  <a:lnTo>
                    <a:pt x="2660779" y="615447"/>
                  </a:lnTo>
                  <a:lnTo>
                    <a:pt x="2659708" y="615715"/>
                  </a:lnTo>
                  <a:lnTo>
                    <a:pt x="2658636" y="615982"/>
                  </a:lnTo>
                  <a:lnTo>
                    <a:pt x="2657565" y="616251"/>
                  </a:lnTo>
                  <a:lnTo>
                    <a:pt x="2656493" y="616519"/>
                  </a:lnTo>
                  <a:lnTo>
                    <a:pt x="2655421" y="616789"/>
                  </a:lnTo>
                  <a:lnTo>
                    <a:pt x="2654350" y="617059"/>
                  </a:lnTo>
                  <a:lnTo>
                    <a:pt x="2653278" y="617329"/>
                  </a:lnTo>
                  <a:lnTo>
                    <a:pt x="2652207" y="617600"/>
                  </a:lnTo>
                  <a:lnTo>
                    <a:pt x="2651135" y="617871"/>
                  </a:lnTo>
                  <a:lnTo>
                    <a:pt x="2650063" y="618143"/>
                  </a:lnTo>
                  <a:lnTo>
                    <a:pt x="2648992" y="618416"/>
                  </a:lnTo>
                  <a:lnTo>
                    <a:pt x="2647920" y="618689"/>
                  </a:lnTo>
                  <a:lnTo>
                    <a:pt x="2646849" y="618962"/>
                  </a:lnTo>
                  <a:lnTo>
                    <a:pt x="2645777" y="619236"/>
                  </a:lnTo>
                  <a:lnTo>
                    <a:pt x="2644705" y="619510"/>
                  </a:lnTo>
                  <a:lnTo>
                    <a:pt x="2643634" y="619785"/>
                  </a:lnTo>
                  <a:lnTo>
                    <a:pt x="2642562" y="620061"/>
                  </a:lnTo>
                  <a:lnTo>
                    <a:pt x="2641491" y="620337"/>
                  </a:lnTo>
                  <a:lnTo>
                    <a:pt x="2640419" y="620613"/>
                  </a:lnTo>
                  <a:lnTo>
                    <a:pt x="2639347" y="620890"/>
                  </a:lnTo>
                  <a:lnTo>
                    <a:pt x="2638276" y="621168"/>
                  </a:lnTo>
                  <a:lnTo>
                    <a:pt x="2637204" y="621446"/>
                  </a:lnTo>
                  <a:lnTo>
                    <a:pt x="2636133" y="621725"/>
                  </a:lnTo>
                  <a:lnTo>
                    <a:pt x="2635061" y="622004"/>
                  </a:lnTo>
                  <a:lnTo>
                    <a:pt x="2633989" y="622283"/>
                  </a:lnTo>
                  <a:lnTo>
                    <a:pt x="2632918" y="622564"/>
                  </a:lnTo>
                  <a:lnTo>
                    <a:pt x="2631846" y="622844"/>
                  </a:lnTo>
                  <a:lnTo>
                    <a:pt x="2630775" y="623125"/>
                  </a:lnTo>
                  <a:lnTo>
                    <a:pt x="2629703" y="623407"/>
                  </a:lnTo>
                  <a:lnTo>
                    <a:pt x="2628631" y="623689"/>
                  </a:lnTo>
                  <a:lnTo>
                    <a:pt x="2627560" y="623972"/>
                  </a:lnTo>
                  <a:lnTo>
                    <a:pt x="2626488" y="624255"/>
                  </a:lnTo>
                  <a:lnTo>
                    <a:pt x="2625417" y="624539"/>
                  </a:lnTo>
                  <a:lnTo>
                    <a:pt x="2624345" y="624824"/>
                  </a:lnTo>
                  <a:lnTo>
                    <a:pt x="2623273" y="625108"/>
                  </a:lnTo>
                  <a:lnTo>
                    <a:pt x="2622202" y="625394"/>
                  </a:lnTo>
                  <a:lnTo>
                    <a:pt x="2621130" y="625680"/>
                  </a:lnTo>
                  <a:lnTo>
                    <a:pt x="2620059" y="625966"/>
                  </a:lnTo>
                  <a:lnTo>
                    <a:pt x="2618987" y="626253"/>
                  </a:lnTo>
                  <a:lnTo>
                    <a:pt x="2617915" y="626540"/>
                  </a:lnTo>
                  <a:lnTo>
                    <a:pt x="2616844" y="626828"/>
                  </a:lnTo>
                  <a:lnTo>
                    <a:pt x="2615772" y="627117"/>
                  </a:lnTo>
                  <a:lnTo>
                    <a:pt x="2614701" y="627406"/>
                  </a:lnTo>
                  <a:lnTo>
                    <a:pt x="2613629" y="627695"/>
                  </a:lnTo>
                  <a:lnTo>
                    <a:pt x="2612557" y="627985"/>
                  </a:lnTo>
                  <a:lnTo>
                    <a:pt x="2611486" y="628276"/>
                  </a:lnTo>
                  <a:lnTo>
                    <a:pt x="2610414" y="628567"/>
                  </a:lnTo>
                  <a:lnTo>
                    <a:pt x="2609343" y="628859"/>
                  </a:lnTo>
                  <a:lnTo>
                    <a:pt x="2608271" y="629151"/>
                  </a:lnTo>
                  <a:lnTo>
                    <a:pt x="2607199" y="629444"/>
                  </a:lnTo>
                  <a:lnTo>
                    <a:pt x="2606128" y="629737"/>
                  </a:lnTo>
                  <a:lnTo>
                    <a:pt x="2605056" y="630030"/>
                  </a:lnTo>
                  <a:lnTo>
                    <a:pt x="2603985" y="630325"/>
                  </a:lnTo>
                  <a:lnTo>
                    <a:pt x="2602913" y="630619"/>
                  </a:lnTo>
                  <a:lnTo>
                    <a:pt x="2601841" y="630915"/>
                  </a:lnTo>
                  <a:lnTo>
                    <a:pt x="2600770" y="631211"/>
                  </a:lnTo>
                  <a:lnTo>
                    <a:pt x="2599698" y="631507"/>
                  </a:lnTo>
                  <a:lnTo>
                    <a:pt x="2598627" y="631804"/>
                  </a:lnTo>
                  <a:lnTo>
                    <a:pt x="2597555" y="632101"/>
                  </a:lnTo>
                  <a:lnTo>
                    <a:pt x="2596483" y="632399"/>
                  </a:lnTo>
                  <a:lnTo>
                    <a:pt x="2595412" y="632698"/>
                  </a:lnTo>
                  <a:lnTo>
                    <a:pt x="2594340" y="632997"/>
                  </a:lnTo>
                  <a:lnTo>
                    <a:pt x="2593269" y="633296"/>
                  </a:lnTo>
                  <a:lnTo>
                    <a:pt x="2592197" y="633596"/>
                  </a:lnTo>
                  <a:lnTo>
                    <a:pt x="2591125" y="633897"/>
                  </a:lnTo>
                  <a:lnTo>
                    <a:pt x="2590054" y="634198"/>
                  </a:lnTo>
                  <a:lnTo>
                    <a:pt x="2588982" y="634500"/>
                  </a:lnTo>
                  <a:lnTo>
                    <a:pt x="2587911" y="634802"/>
                  </a:lnTo>
                  <a:lnTo>
                    <a:pt x="2586839" y="635105"/>
                  </a:lnTo>
                  <a:lnTo>
                    <a:pt x="2585767" y="635408"/>
                  </a:lnTo>
                  <a:lnTo>
                    <a:pt x="2584696" y="635712"/>
                  </a:lnTo>
                  <a:lnTo>
                    <a:pt x="2583624" y="636016"/>
                  </a:lnTo>
                  <a:lnTo>
                    <a:pt x="2582553" y="636321"/>
                  </a:lnTo>
                  <a:lnTo>
                    <a:pt x="2581481" y="636626"/>
                  </a:lnTo>
                  <a:lnTo>
                    <a:pt x="2580409" y="636932"/>
                  </a:lnTo>
                  <a:lnTo>
                    <a:pt x="2579338" y="637239"/>
                  </a:lnTo>
                  <a:lnTo>
                    <a:pt x="2578266" y="637546"/>
                  </a:lnTo>
                  <a:lnTo>
                    <a:pt x="2577195" y="637853"/>
                  </a:lnTo>
                  <a:lnTo>
                    <a:pt x="2576123" y="638161"/>
                  </a:lnTo>
                  <a:lnTo>
                    <a:pt x="2575051" y="638470"/>
                  </a:lnTo>
                  <a:lnTo>
                    <a:pt x="2573980" y="638779"/>
                  </a:lnTo>
                  <a:lnTo>
                    <a:pt x="2572908" y="639089"/>
                  </a:lnTo>
                  <a:lnTo>
                    <a:pt x="2571837" y="639399"/>
                  </a:lnTo>
                  <a:lnTo>
                    <a:pt x="2570765" y="639710"/>
                  </a:lnTo>
                  <a:lnTo>
                    <a:pt x="2569693" y="640021"/>
                  </a:lnTo>
                  <a:lnTo>
                    <a:pt x="2568622" y="640333"/>
                  </a:lnTo>
                  <a:lnTo>
                    <a:pt x="2567550" y="640645"/>
                  </a:lnTo>
                  <a:lnTo>
                    <a:pt x="2566479" y="640958"/>
                  </a:lnTo>
                  <a:lnTo>
                    <a:pt x="2565407" y="641271"/>
                  </a:lnTo>
                  <a:lnTo>
                    <a:pt x="2564335" y="641585"/>
                  </a:lnTo>
                  <a:lnTo>
                    <a:pt x="2563264" y="641900"/>
                  </a:lnTo>
                  <a:lnTo>
                    <a:pt x="2562192" y="642215"/>
                  </a:lnTo>
                  <a:lnTo>
                    <a:pt x="2561121" y="642531"/>
                  </a:lnTo>
                  <a:lnTo>
                    <a:pt x="2560049" y="642847"/>
                  </a:lnTo>
                  <a:lnTo>
                    <a:pt x="2558977" y="643163"/>
                  </a:lnTo>
                  <a:lnTo>
                    <a:pt x="2557906" y="643481"/>
                  </a:lnTo>
                  <a:lnTo>
                    <a:pt x="2556834" y="643798"/>
                  </a:lnTo>
                  <a:lnTo>
                    <a:pt x="2555763" y="644117"/>
                  </a:lnTo>
                  <a:lnTo>
                    <a:pt x="2554691" y="644435"/>
                  </a:lnTo>
                  <a:lnTo>
                    <a:pt x="2553619" y="644755"/>
                  </a:lnTo>
                  <a:lnTo>
                    <a:pt x="2552548" y="645075"/>
                  </a:lnTo>
                  <a:lnTo>
                    <a:pt x="2551476" y="645395"/>
                  </a:lnTo>
                  <a:lnTo>
                    <a:pt x="2550405" y="645716"/>
                  </a:lnTo>
                  <a:lnTo>
                    <a:pt x="2549333" y="646038"/>
                  </a:lnTo>
                  <a:lnTo>
                    <a:pt x="2548261" y="646360"/>
                  </a:lnTo>
                  <a:lnTo>
                    <a:pt x="2547190" y="646682"/>
                  </a:lnTo>
                  <a:lnTo>
                    <a:pt x="2546118" y="647005"/>
                  </a:lnTo>
                  <a:lnTo>
                    <a:pt x="2545047" y="647329"/>
                  </a:lnTo>
                  <a:lnTo>
                    <a:pt x="2543975" y="647653"/>
                  </a:lnTo>
                  <a:lnTo>
                    <a:pt x="2542903" y="647978"/>
                  </a:lnTo>
                  <a:lnTo>
                    <a:pt x="2541832" y="648303"/>
                  </a:lnTo>
                  <a:lnTo>
                    <a:pt x="2540760" y="648629"/>
                  </a:lnTo>
                  <a:lnTo>
                    <a:pt x="2539689" y="648956"/>
                  </a:lnTo>
                  <a:lnTo>
                    <a:pt x="2538617" y="649282"/>
                  </a:lnTo>
                  <a:lnTo>
                    <a:pt x="2537545" y="649610"/>
                  </a:lnTo>
                  <a:lnTo>
                    <a:pt x="2536474" y="649938"/>
                  </a:lnTo>
                  <a:lnTo>
                    <a:pt x="2535402" y="650267"/>
                  </a:lnTo>
                  <a:lnTo>
                    <a:pt x="2534331" y="650596"/>
                  </a:lnTo>
                  <a:lnTo>
                    <a:pt x="2533259" y="650925"/>
                  </a:lnTo>
                  <a:lnTo>
                    <a:pt x="2532187" y="651256"/>
                  </a:lnTo>
                  <a:lnTo>
                    <a:pt x="2531116" y="651586"/>
                  </a:lnTo>
                  <a:lnTo>
                    <a:pt x="2530044" y="651918"/>
                  </a:lnTo>
                  <a:lnTo>
                    <a:pt x="2528973" y="652250"/>
                  </a:lnTo>
                  <a:lnTo>
                    <a:pt x="2527901" y="652582"/>
                  </a:lnTo>
                  <a:lnTo>
                    <a:pt x="2526829" y="652915"/>
                  </a:lnTo>
                  <a:lnTo>
                    <a:pt x="2525758" y="653248"/>
                  </a:lnTo>
                  <a:lnTo>
                    <a:pt x="2524686" y="653582"/>
                  </a:lnTo>
                  <a:lnTo>
                    <a:pt x="2523615" y="653917"/>
                  </a:lnTo>
                  <a:lnTo>
                    <a:pt x="2522543" y="654252"/>
                  </a:lnTo>
                  <a:lnTo>
                    <a:pt x="2521471" y="654588"/>
                  </a:lnTo>
                  <a:lnTo>
                    <a:pt x="2520400" y="654924"/>
                  </a:lnTo>
                  <a:lnTo>
                    <a:pt x="2519328" y="655261"/>
                  </a:lnTo>
                  <a:lnTo>
                    <a:pt x="2518257" y="655598"/>
                  </a:lnTo>
                  <a:lnTo>
                    <a:pt x="2517185" y="655936"/>
                  </a:lnTo>
                  <a:lnTo>
                    <a:pt x="2516113" y="656274"/>
                  </a:lnTo>
                  <a:lnTo>
                    <a:pt x="2515042" y="656613"/>
                  </a:lnTo>
                  <a:lnTo>
                    <a:pt x="2513970" y="656953"/>
                  </a:lnTo>
                  <a:lnTo>
                    <a:pt x="2512899" y="657293"/>
                  </a:lnTo>
                  <a:lnTo>
                    <a:pt x="2511827" y="657634"/>
                  </a:lnTo>
                  <a:lnTo>
                    <a:pt x="2510755" y="657975"/>
                  </a:lnTo>
                  <a:lnTo>
                    <a:pt x="2509684" y="658317"/>
                  </a:lnTo>
                  <a:lnTo>
                    <a:pt x="2508612" y="658659"/>
                  </a:lnTo>
                  <a:lnTo>
                    <a:pt x="2507541" y="659002"/>
                  </a:lnTo>
                  <a:lnTo>
                    <a:pt x="2506469" y="659345"/>
                  </a:lnTo>
                  <a:lnTo>
                    <a:pt x="2505397" y="659689"/>
                  </a:lnTo>
                  <a:lnTo>
                    <a:pt x="2504326" y="660033"/>
                  </a:lnTo>
                  <a:lnTo>
                    <a:pt x="2503254" y="660378"/>
                  </a:lnTo>
                  <a:lnTo>
                    <a:pt x="2502183" y="660724"/>
                  </a:lnTo>
                  <a:lnTo>
                    <a:pt x="2501111" y="661070"/>
                  </a:lnTo>
                  <a:lnTo>
                    <a:pt x="2500039" y="661417"/>
                  </a:lnTo>
                  <a:lnTo>
                    <a:pt x="2498968" y="661764"/>
                  </a:lnTo>
                  <a:lnTo>
                    <a:pt x="2497896" y="662112"/>
                  </a:lnTo>
                  <a:lnTo>
                    <a:pt x="2496825" y="662460"/>
                  </a:lnTo>
                  <a:lnTo>
                    <a:pt x="2495753" y="662809"/>
                  </a:lnTo>
                  <a:lnTo>
                    <a:pt x="2494681" y="663159"/>
                  </a:lnTo>
                  <a:lnTo>
                    <a:pt x="2493610" y="663509"/>
                  </a:lnTo>
                  <a:lnTo>
                    <a:pt x="2492538" y="663859"/>
                  </a:lnTo>
                  <a:lnTo>
                    <a:pt x="2491467" y="664210"/>
                  </a:lnTo>
                  <a:lnTo>
                    <a:pt x="2490395" y="664562"/>
                  </a:lnTo>
                  <a:lnTo>
                    <a:pt x="2489323" y="664914"/>
                  </a:lnTo>
                  <a:lnTo>
                    <a:pt x="2488252" y="665267"/>
                  </a:lnTo>
                  <a:lnTo>
                    <a:pt x="2487180" y="665621"/>
                  </a:lnTo>
                  <a:lnTo>
                    <a:pt x="2486109" y="665974"/>
                  </a:lnTo>
                  <a:lnTo>
                    <a:pt x="2485037" y="666329"/>
                  </a:lnTo>
                  <a:lnTo>
                    <a:pt x="2483966" y="666684"/>
                  </a:lnTo>
                  <a:lnTo>
                    <a:pt x="2482894" y="667039"/>
                  </a:lnTo>
                  <a:lnTo>
                    <a:pt x="2481822" y="667396"/>
                  </a:lnTo>
                  <a:lnTo>
                    <a:pt x="2480751" y="667752"/>
                  </a:lnTo>
                  <a:lnTo>
                    <a:pt x="2479679" y="668110"/>
                  </a:lnTo>
                  <a:lnTo>
                    <a:pt x="2478608" y="668467"/>
                  </a:lnTo>
                  <a:lnTo>
                    <a:pt x="2477536" y="668826"/>
                  </a:lnTo>
                  <a:lnTo>
                    <a:pt x="2476464" y="669185"/>
                  </a:lnTo>
                  <a:lnTo>
                    <a:pt x="2475393" y="669544"/>
                  </a:lnTo>
                  <a:lnTo>
                    <a:pt x="2474321" y="669904"/>
                  </a:lnTo>
                  <a:lnTo>
                    <a:pt x="2473250" y="670265"/>
                  </a:lnTo>
                  <a:lnTo>
                    <a:pt x="2472178" y="670626"/>
                  </a:lnTo>
                  <a:lnTo>
                    <a:pt x="2471106" y="670988"/>
                  </a:lnTo>
                  <a:lnTo>
                    <a:pt x="2470035" y="671350"/>
                  </a:lnTo>
                  <a:lnTo>
                    <a:pt x="2468963" y="671713"/>
                  </a:lnTo>
                  <a:lnTo>
                    <a:pt x="2467892" y="672076"/>
                  </a:lnTo>
                  <a:lnTo>
                    <a:pt x="2466820" y="672440"/>
                  </a:lnTo>
                  <a:lnTo>
                    <a:pt x="2465748" y="672805"/>
                  </a:lnTo>
                  <a:lnTo>
                    <a:pt x="2464677" y="673170"/>
                  </a:lnTo>
                  <a:lnTo>
                    <a:pt x="2463605" y="673535"/>
                  </a:lnTo>
                  <a:lnTo>
                    <a:pt x="2462534" y="673902"/>
                  </a:lnTo>
                  <a:lnTo>
                    <a:pt x="2461462" y="674268"/>
                  </a:lnTo>
                  <a:lnTo>
                    <a:pt x="2460390" y="674636"/>
                  </a:lnTo>
                  <a:lnTo>
                    <a:pt x="2459319" y="675003"/>
                  </a:lnTo>
                  <a:lnTo>
                    <a:pt x="2458247" y="675372"/>
                  </a:lnTo>
                  <a:lnTo>
                    <a:pt x="2457176" y="675741"/>
                  </a:lnTo>
                  <a:lnTo>
                    <a:pt x="2456104" y="676110"/>
                  </a:lnTo>
                  <a:lnTo>
                    <a:pt x="2455032" y="676481"/>
                  </a:lnTo>
                  <a:lnTo>
                    <a:pt x="2453961" y="676851"/>
                  </a:lnTo>
                  <a:lnTo>
                    <a:pt x="2452889" y="677223"/>
                  </a:lnTo>
                  <a:lnTo>
                    <a:pt x="2451818" y="677594"/>
                  </a:lnTo>
                  <a:lnTo>
                    <a:pt x="2450746" y="677967"/>
                  </a:lnTo>
                  <a:lnTo>
                    <a:pt x="2449674" y="678340"/>
                  </a:lnTo>
                  <a:lnTo>
                    <a:pt x="2448603" y="678713"/>
                  </a:lnTo>
                  <a:lnTo>
                    <a:pt x="2447531" y="679087"/>
                  </a:lnTo>
                  <a:lnTo>
                    <a:pt x="2446460" y="679462"/>
                  </a:lnTo>
                  <a:lnTo>
                    <a:pt x="2445388" y="679837"/>
                  </a:lnTo>
                  <a:lnTo>
                    <a:pt x="2444316" y="680213"/>
                  </a:lnTo>
                  <a:lnTo>
                    <a:pt x="2443245" y="680589"/>
                  </a:lnTo>
                  <a:lnTo>
                    <a:pt x="2442173" y="680966"/>
                  </a:lnTo>
                  <a:lnTo>
                    <a:pt x="2441102" y="681344"/>
                  </a:lnTo>
                  <a:lnTo>
                    <a:pt x="2440030" y="681722"/>
                  </a:lnTo>
                  <a:lnTo>
                    <a:pt x="2438958" y="682100"/>
                  </a:lnTo>
                  <a:lnTo>
                    <a:pt x="2437887" y="682479"/>
                  </a:lnTo>
                  <a:lnTo>
                    <a:pt x="2436815" y="682859"/>
                  </a:lnTo>
                  <a:lnTo>
                    <a:pt x="2435744" y="683239"/>
                  </a:lnTo>
                  <a:lnTo>
                    <a:pt x="2434672" y="683620"/>
                  </a:lnTo>
                  <a:lnTo>
                    <a:pt x="2433600" y="684002"/>
                  </a:lnTo>
                  <a:lnTo>
                    <a:pt x="2432529" y="684384"/>
                  </a:lnTo>
                  <a:lnTo>
                    <a:pt x="2431457" y="684766"/>
                  </a:lnTo>
                  <a:lnTo>
                    <a:pt x="2430386" y="685149"/>
                  </a:lnTo>
                  <a:lnTo>
                    <a:pt x="2429314" y="685533"/>
                  </a:lnTo>
                  <a:lnTo>
                    <a:pt x="2428242" y="685917"/>
                  </a:lnTo>
                  <a:lnTo>
                    <a:pt x="2427171" y="686302"/>
                  </a:lnTo>
                  <a:lnTo>
                    <a:pt x="2426099" y="686688"/>
                  </a:lnTo>
                  <a:lnTo>
                    <a:pt x="2425028" y="687074"/>
                  </a:lnTo>
                  <a:lnTo>
                    <a:pt x="2423956" y="687460"/>
                  </a:lnTo>
                  <a:lnTo>
                    <a:pt x="2422884" y="687847"/>
                  </a:lnTo>
                  <a:lnTo>
                    <a:pt x="2421813" y="688235"/>
                  </a:lnTo>
                  <a:lnTo>
                    <a:pt x="2420741" y="688623"/>
                  </a:lnTo>
                  <a:lnTo>
                    <a:pt x="2419670" y="689012"/>
                  </a:lnTo>
                  <a:lnTo>
                    <a:pt x="2418598" y="689401"/>
                  </a:lnTo>
                  <a:lnTo>
                    <a:pt x="2417526" y="689791"/>
                  </a:lnTo>
                  <a:lnTo>
                    <a:pt x="2416455" y="690182"/>
                  </a:lnTo>
                  <a:lnTo>
                    <a:pt x="2415383" y="690573"/>
                  </a:lnTo>
                  <a:lnTo>
                    <a:pt x="2414312" y="690965"/>
                  </a:lnTo>
                  <a:lnTo>
                    <a:pt x="2413240" y="691357"/>
                  </a:lnTo>
                  <a:lnTo>
                    <a:pt x="2412168" y="691750"/>
                  </a:lnTo>
                  <a:lnTo>
                    <a:pt x="2411097" y="692143"/>
                  </a:lnTo>
                  <a:lnTo>
                    <a:pt x="2410025" y="692537"/>
                  </a:lnTo>
                  <a:lnTo>
                    <a:pt x="2408954" y="692931"/>
                  </a:lnTo>
                  <a:lnTo>
                    <a:pt x="2407882" y="693327"/>
                  </a:lnTo>
                  <a:lnTo>
                    <a:pt x="2406810" y="693722"/>
                  </a:lnTo>
                  <a:lnTo>
                    <a:pt x="2405739" y="694118"/>
                  </a:lnTo>
                  <a:lnTo>
                    <a:pt x="2404667" y="694515"/>
                  </a:lnTo>
                  <a:lnTo>
                    <a:pt x="2403596" y="694913"/>
                  </a:lnTo>
                  <a:lnTo>
                    <a:pt x="2402524" y="695311"/>
                  </a:lnTo>
                  <a:lnTo>
                    <a:pt x="2401452" y="695709"/>
                  </a:lnTo>
                  <a:lnTo>
                    <a:pt x="2400381" y="696108"/>
                  </a:lnTo>
                  <a:lnTo>
                    <a:pt x="2399309" y="696508"/>
                  </a:lnTo>
                  <a:lnTo>
                    <a:pt x="2398238" y="696908"/>
                  </a:lnTo>
                  <a:lnTo>
                    <a:pt x="2397166" y="697309"/>
                  </a:lnTo>
                  <a:lnTo>
                    <a:pt x="2396094" y="697710"/>
                  </a:lnTo>
                  <a:lnTo>
                    <a:pt x="2395023" y="698112"/>
                  </a:lnTo>
                  <a:lnTo>
                    <a:pt x="2393951" y="698515"/>
                  </a:lnTo>
                  <a:lnTo>
                    <a:pt x="2392880" y="698918"/>
                  </a:lnTo>
                  <a:lnTo>
                    <a:pt x="2391808" y="699322"/>
                  </a:lnTo>
                  <a:lnTo>
                    <a:pt x="2390736" y="699726"/>
                  </a:lnTo>
                  <a:lnTo>
                    <a:pt x="2389665" y="700131"/>
                  </a:lnTo>
                  <a:lnTo>
                    <a:pt x="2388593" y="700536"/>
                  </a:lnTo>
                  <a:lnTo>
                    <a:pt x="2387522" y="700942"/>
                  </a:lnTo>
                  <a:lnTo>
                    <a:pt x="2386450" y="701349"/>
                  </a:lnTo>
                  <a:lnTo>
                    <a:pt x="2385378" y="701756"/>
                  </a:lnTo>
                  <a:lnTo>
                    <a:pt x="2384307" y="702164"/>
                  </a:lnTo>
                  <a:lnTo>
                    <a:pt x="2383235" y="702572"/>
                  </a:lnTo>
                  <a:lnTo>
                    <a:pt x="2382164" y="702981"/>
                  </a:lnTo>
                  <a:lnTo>
                    <a:pt x="2381092" y="703390"/>
                  </a:lnTo>
                  <a:lnTo>
                    <a:pt x="2380020" y="703800"/>
                  </a:lnTo>
                  <a:lnTo>
                    <a:pt x="2378949" y="704211"/>
                  </a:lnTo>
                  <a:lnTo>
                    <a:pt x="2377877" y="704622"/>
                  </a:lnTo>
                  <a:lnTo>
                    <a:pt x="2376806" y="705034"/>
                  </a:lnTo>
                  <a:lnTo>
                    <a:pt x="2375734" y="705446"/>
                  </a:lnTo>
                  <a:lnTo>
                    <a:pt x="2374662" y="705859"/>
                  </a:lnTo>
                  <a:lnTo>
                    <a:pt x="2373591" y="706272"/>
                  </a:lnTo>
                  <a:lnTo>
                    <a:pt x="2372519" y="706687"/>
                  </a:lnTo>
                  <a:lnTo>
                    <a:pt x="2371448" y="707101"/>
                  </a:lnTo>
                  <a:lnTo>
                    <a:pt x="2370376" y="707516"/>
                  </a:lnTo>
                  <a:lnTo>
                    <a:pt x="2369304" y="707932"/>
                  </a:lnTo>
                  <a:lnTo>
                    <a:pt x="2368233" y="708349"/>
                  </a:lnTo>
                  <a:lnTo>
                    <a:pt x="2367161" y="708765"/>
                  </a:lnTo>
                  <a:lnTo>
                    <a:pt x="2366090" y="709183"/>
                  </a:lnTo>
                  <a:lnTo>
                    <a:pt x="2365018" y="709601"/>
                  </a:lnTo>
                  <a:lnTo>
                    <a:pt x="2363946" y="710020"/>
                  </a:lnTo>
                  <a:lnTo>
                    <a:pt x="2362875" y="710439"/>
                  </a:lnTo>
                  <a:lnTo>
                    <a:pt x="2361803" y="710859"/>
                  </a:lnTo>
                  <a:lnTo>
                    <a:pt x="2360732" y="711279"/>
                  </a:lnTo>
                  <a:lnTo>
                    <a:pt x="2359660" y="711700"/>
                  </a:lnTo>
                  <a:lnTo>
                    <a:pt x="2358588" y="712122"/>
                  </a:lnTo>
                  <a:lnTo>
                    <a:pt x="2357517" y="712544"/>
                  </a:lnTo>
                  <a:lnTo>
                    <a:pt x="2356445" y="712967"/>
                  </a:lnTo>
                  <a:lnTo>
                    <a:pt x="2355374" y="713390"/>
                  </a:lnTo>
                  <a:lnTo>
                    <a:pt x="2354302" y="713814"/>
                  </a:lnTo>
                  <a:lnTo>
                    <a:pt x="2353230" y="714239"/>
                  </a:lnTo>
                  <a:lnTo>
                    <a:pt x="2352159" y="714664"/>
                  </a:lnTo>
                  <a:lnTo>
                    <a:pt x="2351087" y="715089"/>
                  </a:lnTo>
                  <a:lnTo>
                    <a:pt x="2350016" y="715516"/>
                  </a:lnTo>
                  <a:lnTo>
                    <a:pt x="2348944" y="715942"/>
                  </a:lnTo>
                  <a:lnTo>
                    <a:pt x="2347872" y="716370"/>
                  </a:lnTo>
                  <a:lnTo>
                    <a:pt x="2346801" y="716798"/>
                  </a:lnTo>
                  <a:lnTo>
                    <a:pt x="2345729" y="717226"/>
                  </a:lnTo>
                  <a:lnTo>
                    <a:pt x="2344658" y="717656"/>
                  </a:lnTo>
                  <a:lnTo>
                    <a:pt x="2343586" y="718085"/>
                  </a:lnTo>
                  <a:lnTo>
                    <a:pt x="2342514" y="718516"/>
                  </a:lnTo>
                  <a:lnTo>
                    <a:pt x="2341443" y="718946"/>
                  </a:lnTo>
                  <a:lnTo>
                    <a:pt x="2340371" y="719378"/>
                  </a:lnTo>
                  <a:lnTo>
                    <a:pt x="2339300" y="719810"/>
                  </a:lnTo>
                  <a:lnTo>
                    <a:pt x="2338228" y="720243"/>
                  </a:lnTo>
                  <a:lnTo>
                    <a:pt x="2337156" y="720676"/>
                  </a:lnTo>
                  <a:lnTo>
                    <a:pt x="2336085" y="721110"/>
                  </a:lnTo>
                  <a:lnTo>
                    <a:pt x="2335013" y="721544"/>
                  </a:lnTo>
                  <a:lnTo>
                    <a:pt x="2333942" y="721979"/>
                  </a:lnTo>
                  <a:lnTo>
                    <a:pt x="2332870" y="722415"/>
                  </a:lnTo>
                  <a:lnTo>
                    <a:pt x="2331798" y="722851"/>
                  </a:lnTo>
                  <a:lnTo>
                    <a:pt x="2330727" y="723287"/>
                  </a:lnTo>
                  <a:lnTo>
                    <a:pt x="2329655" y="723725"/>
                  </a:lnTo>
                  <a:lnTo>
                    <a:pt x="2328584" y="724163"/>
                  </a:lnTo>
                  <a:lnTo>
                    <a:pt x="2327512" y="724601"/>
                  </a:lnTo>
                  <a:lnTo>
                    <a:pt x="2326440" y="725040"/>
                  </a:lnTo>
                  <a:lnTo>
                    <a:pt x="2325369" y="725480"/>
                  </a:lnTo>
                  <a:lnTo>
                    <a:pt x="2324297" y="725920"/>
                  </a:lnTo>
                  <a:lnTo>
                    <a:pt x="2323226" y="726361"/>
                  </a:lnTo>
                  <a:lnTo>
                    <a:pt x="2322154" y="726802"/>
                  </a:lnTo>
                  <a:lnTo>
                    <a:pt x="2321082" y="727244"/>
                  </a:lnTo>
                  <a:lnTo>
                    <a:pt x="2320011" y="727687"/>
                  </a:lnTo>
                  <a:lnTo>
                    <a:pt x="2318939" y="728130"/>
                  </a:lnTo>
                  <a:lnTo>
                    <a:pt x="2317868" y="728574"/>
                  </a:lnTo>
                  <a:lnTo>
                    <a:pt x="2316796" y="729018"/>
                  </a:lnTo>
                  <a:lnTo>
                    <a:pt x="2315724" y="729463"/>
                  </a:lnTo>
                  <a:lnTo>
                    <a:pt x="2314653" y="729909"/>
                  </a:lnTo>
                  <a:lnTo>
                    <a:pt x="2313581" y="730355"/>
                  </a:lnTo>
                  <a:lnTo>
                    <a:pt x="2312510" y="730801"/>
                  </a:lnTo>
                  <a:lnTo>
                    <a:pt x="2311438" y="731249"/>
                  </a:lnTo>
                  <a:lnTo>
                    <a:pt x="2310366" y="731697"/>
                  </a:lnTo>
                  <a:lnTo>
                    <a:pt x="2309295" y="732145"/>
                  </a:lnTo>
                  <a:lnTo>
                    <a:pt x="2308223" y="732594"/>
                  </a:lnTo>
                  <a:lnTo>
                    <a:pt x="2307152" y="733044"/>
                  </a:lnTo>
                  <a:lnTo>
                    <a:pt x="2306080" y="733494"/>
                  </a:lnTo>
                  <a:lnTo>
                    <a:pt x="2305009" y="733945"/>
                  </a:lnTo>
                  <a:lnTo>
                    <a:pt x="2303937" y="734396"/>
                  </a:lnTo>
                  <a:lnTo>
                    <a:pt x="2302865" y="734848"/>
                  </a:lnTo>
                  <a:lnTo>
                    <a:pt x="2301794" y="735301"/>
                  </a:lnTo>
                  <a:lnTo>
                    <a:pt x="2300722" y="735754"/>
                  </a:lnTo>
                  <a:lnTo>
                    <a:pt x="2299651" y="736208"/>
                  </a:lnTo>
                  <a:lnTo>
                    <a:pt x="2298579" y="736662"/>
                  </a:lnTo>
                  <a:lnTo>
                    <a:pt x="2297507" y="737117"/>
                  </a:lnTo>
                  <a:lnTo>
                    <a:pt x="2296436" y="737572"/>
                  </a:lnTo>
                  <a:lnTo>
                    <a:pt x="2295364" y="738028"/>
                  </a:lnTo>
                  <a:lnTo>
                    <a:pt x="2294293" y="738485"/>
                  </a:lnTo>
                  <a:lnTo>
                    <a:pt x="2293221" y="738942"/>
                  </a:lnTo>
                  <a:lnTo>
                    <a:pt x="2292149" y="739400"/>
                  </a:lnTo>
                  <a:lnTo>
                    <a:pt x="2291078" y="739859"/>
                  </a:lnTo>
                  <a:lnTo>
                    <a:pt x="2290006" y="740318"/>
                  </a:lnTo>
                  <a:lnTo>
                    <a:pt x="2288935" y="740777"/>
                  </a:lnTo>
                  <a:lnTo>
                    <a:pt x="2287863" y="741238"/>
                  </a:lnTo>
                  <a:lnTo>
                    <a:pt x="2286791" y="741698"/>
                  </a:lnTo>
                  <a:lnTo>
                    <a:pt x="2285720" y="742160"/>
                  </a:lnTo>
                  <a:lnTo>
                    <a:pt x="2284648" y="742622"/>
                  </a:lnTo>
                  <a:lnTo>
                    <a:pt x="2283577" y="743084"/>
                  </a:lnTo>
                  <a:lnTo>
                    <a:pt x="2282505" y="743548"/>
                  </a:lnTo>
                  <a:lnTo>
                    <a:pt x="2281433" y="744011"/>
                  </a:lnTo>
                  <a:lnTo>
                    <a:pt x="2280362" y="744476"/>
                  </a:lnTo>
                  <a:lnTo>
                    <a:pt x="2279290" y="744941"/>
                  </a:lnTo>
                  <a:lnTo>
                    <a:pt x="2278219" y="745406"/>
                  </a:lnTo>
                  <a:lnTo>
                    <a:pt x="2277147" y="745872"/>
                  </a:lnTo>
                  <a:lnTo>
                    <a:pt x="2276075" y="746339"/>
                  </a:lnTo>
                  <a:lnTo>
                    <a:pt x="2275004" y="746806"/>
                  </a:lnTo>
                  <a:lnTo>
                    <a:pt x="2273932" y="747274"/>
                  </a:lnTo>
                  <a:lnTo>
                    <a:pt x="2272861" y="747743"/>
                  </a:lnTo>
                  <a:lnTo>
                    <a:pt x="2271789" y="748212"/>
                  </a:lnTo>
                  <a:lnTo>
                    <a:pt x="2270717" y="748682"/>
                  </a:lnTo>
                  <a:lnTo>
                    <a:pt x="2269646" y="749152"/>
                  </a:lnTo>
                  <a:lnTo>
                    <a:pt x="2268574" y="749623"/>
                  </a:lnTo>
                  <a:lnTo>
                    <a:pt x="2267503" y="750094"/>
                  </a:lnTo>
                  <a:lnTo>
                    <a:pt x="2266431" y="750566"/>
                  </a:lnTo>
                  <a:lnTo>
                    <a:pt x="2265359" y="751039"/>
                  </a:lnTo>
                  <a:lnTo>
                    <a:pt x="2264288" y="751512"/>
                  </a:lnTo>
                  <a:lnTo>
                    <a:pt x="2263216" y="751986"/>
                  </a:lnTo>
                  <a:lnTo>
                    <a:pt x="2262145" y="752460"/>
                  </a:lnTo>
                  <a:lnTo>
                    <a:pt x="2261073" y="752935"/>
                  </a:lnTo>
                  <a:lnTo>
                    <a:pt x="2260001" y="753411"/>
                  </a:lnTo>
                  <a:lnTo>
                    <a:pt x="2258930" y="753887"/>
                  </a:lnTo>
                  <a:lnTo>
                    <a:pt x="2257858" y="754364"/>
                  </a:lnTo>
                  <a:lnTo>
                    <a:pt x="2256787" y="754841"/>
                  </a:lnTo>
                  <a:lnTo>
                    <a:pt x="2255715" y="755319"/>
                  </a:lnTo>
                  <a:lnTo>
                    <a:pt x="2254643" y="755798"/>
                  </a:lnTo>
                  <a:lnTo>
                    <a:pt x="2253572" y="756277"/>
                  </a:lnTo>
                  <a:lnTo>
                    <a:pt x="2252500" y="756757"/>
                  </a:lnTo>
                  <a:lnTo>
                    <a:pt x="2251429" y="757237"/>
                  </a:lnTo>
                  <a:lnTo>
                    <a:pt x="2250357" y="757718"/>
                  </a:lnTo>
                  <a:lnTo>
                    <a:pt x="2249285" y="758200"/>
                  </a:lnTo>
                  <a:lnTo>
                    <a:pt x="2248214" y="758682"/>
                  </a:lnTo>
                  <a:lnTo>
                    <a:pt x="2247142" y="759165"/>
                  </a:lnTo>
                  <a:lnTo>
                    <a:pt x="2246071" y="759648"/>
                  </a:lnTo>
                  <a:lnTo>
                    <a:pt x="2244999" y="760132"/>
                  </a:lnTo>
                  <a:lnTo>
                    <a:pt x="2243927" y="760617"/>
                  </a:lnTo>
                  <a:lnTo>
                    <a:pt x="2242856" y="761102"/>
                  </a:lnTo>
                  <a:lnTo>
                    <a:pt x="2241784" y="761588"/>
                  </a:lnTo>
                  <a:lnTo>
                    <a:pt x="2240713" y="762074"/>
                  </a:lnTo>
                  <a:lnTo>
                    <a:pt x="2239641" y="762561"/>
                  </a:lnTo>
                  <a:lnTo>
                    <a:pt x="2238569" y="763048"/>
                  </a:lnTo>
                  <a:lnTo>
                    <a:pt x="2237498" y="763536"/>
                  </a:lnTo>
                  <a:lnTo>
                    <a:pt x="2236426" y="764025"/>
                  </a:lnTo>
                  <a:lnTo>
                    <a:pt x="2235355" y="764514"/>
                  </a:lnTo>
                  <a:lnTo>
                    <a:pt x="2234283" y="765004"/>
                  </a:lnTo>
                  <a:lnTo>
                    <a:pt x="2233211" y="765495"/>
                  </a:lnTo>
                  <a:lnTo>
                    <a:pt x="2232140" y="765986"/>
                  </a:lnTo>
                  <a:lnTo>
                    <a:pt x="2231068" y="766478"/>
                  </a:lnTo>
                  <a:lnTo>
                    <a:pt x="2229997" y="766970"/>
                  </a:lnTo>
                  <a:lnTo>
                    <a:pt x="2228925" y="767463"/>
                  </a:lnTo>
                  <a:lnTo>
                    <a:pt x="2227853" y="767956"/>
                  </a:lnTo>
                  <a:lnTo>
                    <a:pt x="2226782" y="768450"/>
                  </a:lnTo>
                  <a:lnTo>
                    <a:pt x="2225710" y="768945"/>
                  </a:lnTo>
                  <a:lnTo>
                    <a:pt x="2224639" y="769440"/>
                  </a:lnTo>
                  <a:lnTo>
                    <a:pt x="2223567" y="769936"/>
                  </a:lnTo>
                  <a:lnTo>
                    <a:pt x="2222495" y="770433"/>
                  </a:lnTo>
                  <a:lnTo>
                    <a:pt x="2221424" y="770930"/>
                  </a:lnTo>
                  <a:lnTo>
                    <a:pt x="2220352" y="771427"/>
                  </a:lnTo>
                  <a:lnTo>
                    <a:pt x="2219281" y="771926"/>
                  </a:lnTo>
                  <a:lnTo>
                    <a:pt x="2218209" y="772424"/>
                  </a:lnTo>
                  <a:lnTo>
                    <a:pt x="2217137" y="772924"/>
                  </a:lnTo>
                  <a:lnTo>
                    <a:pt x="2216066" y="773424"/>
                  </a:lnTo>
                  <a:lnTo>
                    <a:pt x="2214994" y="773925"/>
                  </a:lnTo>
                  <a:lnTo>
                    <a:pt x="2213923" y="774426"/>
                  </a:lnTo>
                  <a:lnTo>
                    <a:pt x="2212851" y="774928"/>
                  </a:lnTo>
                  <a:lnTo>
                    <a:pt x="2211779" y="775430"/>
                  </a:lnTo>
                  <a:lnTo>
                    <a:pt x="2210708" y="775933"/>
                  </a:lnTo>
                  <a:lnTo>
                    <a:pt x="2209636" y="776437"/>
                  </a:lnTo>
                  <a:lnTo>
                    <a:pt x="2208565" y="776941"/>
                  </a:lnTo>
                  <a:lnTo>
                    <a:pt x="2207493" y="777446"/>
                  </a:lnTo>
                  <a:lnTo>
                    <a:pt x="2206421" y="777951"/>
                  </a:lnTo>
                  <a:lnTo>
                    <a:pt x="2205350" y="778457"/>
                  </a:lnTo>
                  <a:lnTo>
                    <a:pt x="2204278" y="778964"/>
                  </a:lnTo>
                  <a:lnTo>
                    <a:pt x="2203207" y="779471"/>
                  </a:lnTo>
                  <a:lnTo>
                    <a:pt x="2202135" y="779979"/>
                  </a:lnTo>
                  <a:lnTo>
                    <a:pt x="2201063" y="780487"/>
                  </a:lnTo>
                  <a:lnTo>
                    <a:pt x="2199992" y="780996"/>
                  </a:lnTo>
                  <a:lnTo>
                    <a:pt x="2198920" y="781506"/>
                  </a:lnTo>
                  <a:lnTo>
                    <a:pt x="2197849" y="782016"/>
                  </a:lnTo>
                  <a:lnTo>
                    <a:pt x="2196777" y="782527"/>
                  </a:lnTo>
                  <a:lnTo>
                    <a:pt x="2195705" y="783039"/>
                  </a:lnTo>
                  <a:lnTo>
                    <a:pt x="2194634" y="783551"/>
                  </a:lnTo>
                  <a:lnTo>
                    <a:pt x="2193562" y="784063"/>
                  </a:lnTo>
                  <a:lnTo>
                    <a:pt x="2192491" y="784576"/>
                  </a:lnTo>
                  <a:lnTo>
                    <a:pt x="2191419" y="785090"/>
                  </a:lnTo>
                  <a:lnTo>
                    <a:pt x="2190347" y="785605"/>
                  </a:lnTo>
                  <a:lnTo>
                    <a:pt x="2189276" y="786120"/>
                  </a:lnTo>
                  <a:lnTo>
                    <a:pt x="2188204" y="786635"/>
                  </a:lnTo>
                  <a:lnTo>
                    <a:pt x="2187133" y="787152"/>
                  </a:lnTo>
                  <a:lnTo>
                    <a:pt x="2186061" y="787669"/>
                  </a:lnTo>
                  <a:lnTo>
                    <a:pt x="2184989" y="788186"/>
                  </a:lnTo>
                  <a:lnTo>
                    <a:pt x="2183918" y="788704"/>
                  </a:lnTo>
                  <a:lnTo>
                    <a:pt x="2182846" y="789223"/>
                  </a:lnTo>
                  <a:lnTo>
                    <a:pt x="2181775" y="789742"/>
                  </a:lnTo>
                  <a:lnTo>
                    <a:pt x="2180703" y="790262"/>
                  </a:lnTo>
                  <a:lnTo>
                    <a:pt x="2179631" y="790782"/>
                  </a:lnTo>
                  <a:lnTo>
                    <a:pt x="2178560" y="791303"/>
                  </a:lnTo>
                  <a:lnTo>
                    <a:pt x="2177488" y="791825"/>
                  </a:lnTo>
                  <a:lnTo>
                    <a:pt x="2176417" y="792347"/>
                  </a:lnTo>
                  <a:lnTo>
                    <a:pt x="2175345" y="792870"/>
                  </a:lnTo>
                  <a:lnTo>
                    <a:pt x="2174273" y="793393"/>
                  </a:lnTo>
                  <a:lnTo>
                    <a:pt x="2173202" y="793917"/>
                  </a:lnTo>
                  <a:lnTo>
                    <a:pt x="2172130" y="794442"/>
                  </a:lnTo>
                  <a:lnTo>
                    <a:pt x="2171059" y="794967"/>
                  </a:lnTo>
                  <a:lnTo>
                    <a:pt x="2169987" y="795493"/>
                  </a:lnTo>
                  <a:lnTo>
                    <a:pt x="2168915" y="796020"/>
                  </a:lnTo>
                  <a:lnTo>
                    <a:pt x="2167844" y="796547"/>
                  </a:lnTo>
                  <a:lnTo>
                    <a:pt x="2166772" y="797074"/>
                  </a:lnTo>
                  <a:lnTo>
                    <a:pt x="2165701" y="797603"/>
                  </a:lnTo>
                  <a:lnTo>
                    <a:pt x="2164629" y="798132"/>
                  </a:lnTo>
                  <a:lnTo>
                    <a:pt x="2163557" y="798661"/>
                  </a:lnTo>
                  <a:lnTo>
                    <a:pt x="2162486" y="799191"/>
                  </a:lnTo>
                  <a:lnTo>
                    <a:pt x="2161414" y="799722"/>
                  </a:lnTo>
                  <a:lnTo>
                    <a:pt x="2160343" y="800253"/>
                  </a:lnTo>
                  <a:lnTo>
                    <a:pt x="2159271" y="800785"/>
                  </a:lnTo>
                  <a:lnTo>
                    <a:pt x="2158199" y="801317"/>
                  </a:lnTo>
                  <a:lnTo>
                    <a:pt x="2157128" y="801851"/>
                  </a:lnTo>
                  <a:lnTo>
                    <a:pt x="2156056" y="802384"/>
                  </a:lnTo>
                  <a:lnTo>
                    <a:pt x="2154985" y="802918"/>
                  </a:lnTo>
                  <a:lnTo>
                    <a:pt x="2153913" y="803453"/>
                  </a:lnTo>
                  <a:lnTo>
                    <a:pt x="2152841" y="803989"/>
                  </a:lnTo>
                  <a:lnTo>
                    <a:pt x="2151770" y="804525"/>
                  </a:lnTo>
                  <a:lnTo>
                    <a:pt x="2150698" y="805062"/>
                  </a:lnTo>
                  <a:lnTo>
                    <a:pt x="2149627" y="805599"/>
                  </a:lnTo>
                  <a:lnTo>
                    <a:pt x="2148555" y="806137"/>
                  </a:lnTo>
                  <a:lnTo>
                    <a:pt x="2147483" y="806675"/>
                  </a:lnTo>
                  <a:lnTo>
                    <a:pt x="2146412" y="807215"/>
                  </a:lnTo>
                  <a:lnTo>
                    <a:pt x="2145340" y="807754"/>
                  </a:lnTo>
                  <a:lnTo>
                    <a:pt x="2144269" y="808295"/>
                  </a:lnTo>
                  <a:lnTo>
                    <a:pt x="2143197" y="808836"/>
                  </a:lnTo>
                  <a:lnTo>
                    <a:pt x="2142125" y="809377"/>
                  </a:lnTo>
                  <a:lnTo>
                    <a:pt x="2141054" y="809919"/>
                  </a:lnTo>
                  <a:lnTo>
                    <a:pt x="2139982" y="810462"/>
                  </a:lnTo>
                  <a:lnTo>
                    <a:pt x="2138911" y="811005"/>
                  </a:lnTo>
                  <a:lnTo>
                    <a:pt x="2137839" y="811549"/>
                  </a:lnTo>
                  <a:lnTo>
                    <a:pt x="2136767" y="812094"/>
                  </a:lnTo>
                  <a:lnTo>
                    <a:pt x="2135696" y="812639"/>
                  </a:lnTo>
                  <a:lnTo>
                    <a:pt x="2134624" y="813185"/>
                  </a:lnTo>
                  <a:lnTo>
                    <a:pt x="2133553" y="813731"/>
                  </a:lnTo>
                  <a:lnTo>
                    <a:pt x="2132481" y="814278"/>
                  </a:lnTo>
                  <a:lnTo>
                    <a:pt x="2131409" y="814826"/>
                  </a:lnTo>
                  <a:lnTo>
                    <a:pt x="2130338" y="815374"/>
                  </a:lnTo>
                  <a:lnTo>
                    <a:pt x="2129266" y="815923"/>
                  </a:lnTo>
                  <a:lnTo>
                    <a:pt x="2128195" y="816472"/>
                  </a:lnTo>
                  <a:lnTo>
                    <a:pt x="2127123" y="817022"/>
                  </a:lnTo>
                  <a:lnTo>
                    <a:pt x="2126052" y="817573"/>
                  </a:lnTo>
                  <a:lnTo>
                    <a:pt x="2124980" y="818124"/>
                  </a:lnTo>
                  <a:lnTo>
                    <a:pt x="2123908" y="818676"/>
                  </a:lnTo>
                  <a:lnTo>
                    <a:pt x="2122837" y="819228"/>
                  </a:lnTo>
                  <a:lnTo>
                    <a:pt x="2121765" y="819782"/>
                  </a:lnTo>
                  <a:lnTo>
                    <a:pt x="2120694" y="820335"/>
                  </a:lnTo>
                  <a:lnTo>
                    <a:pt x="2119622" y="820889"/>
                  </a:lnTo>
                  <a:lnTo>
                    <a:pt x="2118550" y="821444"/>
                  </a:lnTo>
                  <a:lnTo>
                    <a:pt x="2117479" y="822000"/>
                  </a:lnTo>
                  <a:lnTo>
                    <a:pt x="2116407" y="822556"/>
                  </a:lnTo>
                  <a:lnTo>
                    <a:pt x="2115336" y="823113"/>
                  </a:lnTo>
                  <a:lnTo>
                    <a:pt x="2114264" y="823670"/>
                  </a:lnTo>
                  <a:lnTo>
                    <a:pt x="2113192" y="824228"/>
                  </a:lnTo>
                  <a:lnTo>
                    <a:pt x="2112121" y="824786"/>
                  </a:lnTo>
                  <a:lnTo>
                    <a:pt x="2111049" y="825345"/>
                  </a:lnTo>
                  <a:lnTo>
                    <a:pt x="2109978" y="825905"/>
                  </a:lnTo>
                  <a:lnTo>
                    <a:pt x="2108906" y="826465"/>
                  </a:lnTo>
                  <a:lnTo>
                    <a:pt x="2107834" y="827026"/>
                  </a:lnTo>
                  <a:lnTo>
                    <a:pt x="2106763" y="827588"/>
                  </a:lnTo>
                  <a:lnTo>
                    <a:pt x="2105691" y="828150"/>
                  </a:lnTo>
                  <a:lnTo>
                    <a:pt x="2104620" y="828713"/>
                  </a:lnTo>
                  <a:lnTo>
                    <a:pt x="2103548" y="829276"/>
                  </a:lnTo>
                  <a:lnTo>
                    <a:pt x="2102476" y="829840"/>
                  </a:lnTo>
                  <a:lnTo>
                    <a:pt x="2101405" y="830405"/>
                  </a:lnTo>
                  <a:lnTo>
                    <a:pt x="2100333" y="830970"/>
                  </a:lnTo>
                  <a:lnTo>
                    <a:pt x="2099262" y="831536"/>
                  </a:lnTo>
                  <a:lnTo>
                    <a:pt x="2098190" y="832102"/>
                  </a:lnTo>
                  <a:lnTo>
                    <a:pt x="2097118" y="832669"/>
                  </a:lnTo>
                  <a:lnTo>
                    <a:pt x="2096047" y="833237"/>
                  </a:lnTo>
                  <a:lnTo>
                    <a:pt x="2094975" y="833805"/>
                  </a:lnTo>
                  <a:lnTo>
                    <a:pt x="2093904" y="834374"/>
                  </a:lnTo>
                  <a:lnTo>
                    <a:pt x="2092832" y="834944"/>
                  </a:lnTo>
                  <a:lnTo>
                    <a:pt x="2091760" y="835514"/>
                  </a:lnTo>
                  <a:lnTo>
                    <a:pt x="2090689" y="836084"/>
                  </a:lnTo>
                  <a:lnTo>
                    <a:pt x="2089617" y="836656"/>
                  </a:lnTo>
                  <a:lnTo>
                    <a:pt x="2088546" y="837227"/>
                  </a:lnTo>
                  <a:lnTo>
                    <a:pt x="2087474" y="837800"/>
                  </a:lnTo>
                  <a:lnTo>
                    <a:pt x="2086402" y="838373"/>
                  </a:lnTo>
                  <a:lnTo>
                    <a:pt x="2085331" y="838947"/>
                  </a:lnTo>
                  <a:lnTo>
                    <a:pt x="2084259" y="839521"/>
                  </a:lnTo>
                  <a:lnTo>
                    <a:pt x="2083188" y="840096"/>
                  </a:lnTo>
                  <a:lnTo>
                    <a:pt x="2082116" y="840672"/>
                  </a:lnTo>
                  <a:lnTo>
                    <a:pt x="2081044" y="841248"/>
                  </a:lnTo>
                  <a:lnTo>
                    <a:pt x="2079973" y="841825"/>
                  </a:lnTo>
                  <a:lnTo>
                    <a:pt x="2078901" y="842402"/>
                  </a:lnTo>
                  <a:lnTo>
                    <a:pt x="2077830" y="842980"/>
                  </a:lnTo>
                  <a:lnTo>
                    <a:pt x="2076758" y="843559"/>
                  </a:lnTo>
                  <a:lnTo>
                    <a:pt x="2075686" y="844138"/>
                  </a:lnTo>
                  <a:lnTo>
                    <a:pt x="2074615" y="844718"/>
                  </a:lnTo>
                  <a:lnTo>
                    <a:pt x="2073543" y="845298"/>
                  </a:lnTo>
                  <a:lnTo>
                    <a:pt x="2072472" y="845879"/>
                  </a:lnTo>
                  <a:lnTo>
                    <a:pt x="2071400" y="846461"/>
                  </a:lnTo>
                  <a:lnTo>
                    <a:pt x="2070328" y="847043"/>
                  </a:lnTo>
                  <a:lnTo>
                    <a:pt x="2069257" y="847626"/>
                  </a:lnTo>
                  <a:lnTo>
                    <a:pt x="2068185" y="848210"/>
                  </a:lnTo>
                  <a:lnTo>
                    <a:pt x="2067114" y="848794"/>
                  </a:lnTo>
                  <a:lnTo>
                    <a:pt x="2066042" y="849379"/>
                  </a:lnTo>
                  <a:lnTo>
                    <a:pt x="2064970" y="849964"/>
                  </a:lnTo>
                  <a:lnTo>
                    <a:pt x="2063899" y="850550"/>
                  </a:lnTo>
                  <a:lnTo>
                    <a:pt x="2062827" y="851137"/>
                  </a:lnTo>
                  <a:lnTo>
                    <a:pt x="2061756" y="851724"/>
                  </a:lnTo>
                  <a:lnTo>
                    <a:pt x="2060684" y="852312"/>
                  </a:lnTo>
                  <a:lnTo>
                    <a:pt x="2059612" y="852900"/>
                  </a:lnTo>
                  <a:lnTo>
                    <a:pt x="2058541" y="853489"/>
                  </a:lnTo>
                  <a:lnTo>
                    <a:pt x="2057469" y="854079"/>
                  </a:lnTo>
                  <a:lnTo>
                    <a:pt x="2056398" y="854669"/>
                  </a:lnTo>
                  <a:lnTo>
                    <a:pt x="2055326" y="855260"/>
                  </a:lnTo>
                  <a:lnTo>
                    <a:pt x="2054254" y="855852"/>
                  </a:lnTo>
                  <a:lnTo>
                    <a:pt x="2053183" y="856444"/>
                  </a:lnTo>
                  <a:lnTo>
                    <a:pt x="2052111" y="857036"/>
                  </a:lnTo>
                  <a:lnTo>
                    <a:pt x="2051040" y="857630"/>
                  </a:lnTo>
                  <a:lnTo>
                    <a:pt x="2049968" y="858224"/>
                  </a:lnTo>
                  <a:lnTo>
                    <a:pt x="2048896" y="858818"/>
                  </a:lnTo>
                  <a:lnTo>
                    <a:pt x="2047825" y="859414"/>
                  </a:lnTo>
                  <a:lnTo>
                    <a:pt x="2046753" y="860009"/>
                  </a:lnTo>
                  <a:lnTo>
                    <a:pt x="2045682" y="860606"/>
                  </a:lnTo>
                  <a:lnTo>
                    <a:pt x="2044610" y="861203"/>
                  </a:lnTo>
                  <a:lnTo>
                    <a:pt x="2043538" y="861801"/>
                  </a:lnTo>
                  <a:lnTo>
                    <a:pt x="2042467" y="862399"/>
                  </a:lnTo>
                  <a:lnTo>
                    <a:pt x="2041395" y="862998"/>
                  </a:lnTo>
                  <a:lnTo>
                    <a:pt x="2040324" y="863597"/>
                  </a:lnTo>
                  <a:lnTo>
                    <a:pt x="2039252" y="864197"/>
                  </a:lnTo>
                  <a:lnTo>
                    <a:pt x="2038180" y="864798"/>
                  </a:lnTo>
                  <a:lnTo>
                    <a:pt x="2037109" y="865400"/>
                  </a:lnTo>
                  <a:lnTo>
                    <a:pt x="2036037" y="866002"/>
                  </a:lnTo>
                  <a:lnTo>
                    <a:pt x="2034966" y="866604"/>
                  </a:lnTo>
                  <a:lnTo>
                    <a:pt x="2033894" y="867207"/>
                  </a:lnTo>
                  <a:lnTo>
                    <a:pt x="2032822" y="867811"/>
                  </a:lnTo>
                  <a:lnTo>
                    <a:pt x="2031751" y="868416"/>
                  </a:lnTo>
                  <a:lnTo>
                    <a:pt x="2030679" y="869021"/>
                  </a:lnTo>
                  <a:lnTo>
                    <a:pt x="2029608" y="869626"/>
                  </a:lnTo>
                  <a:lnTo>
                    <a:pt x="2028536" y="870232"/>
                  </a:lnTo>
                  <a:lnTo>
                    <a:pt x="2027464" y="870839"/>
                  </a:lnTo>
                  <a:lnTo>
                    <a:pt x="2026393" y="871447"/>
                  </a:lnTo>
                  <a:lnTo>
                    <a:pt x="2025321" y="872055"/>
                  </a:lnTo>
                  <a:lnTo>
                    <a:pt x="2024250" y="872663"/>
                  </a:lnTo>
                  <a:lnTo>
                    <a:pt x="2023178" y="873272"/>
                  </a:lnTo>
                  <a:lnTo>
                    <a:pt x="2022106" y="873882"/>
                  </a:lnTo>
                  <a:lnTo>
                    <a:pt x="2021035" y="874492"/>
                  </a:lnTo>
                  <a:lnTo>
                    <a:pt x="2019963" y="875103"/>
                  </a:lnTo>
                  <a:lnTo>
                    <a:pt x="2018892" y="875714"/>
                  </a:lnTo>
                  <a:lnTo>
                    <a:pt x="2017820" y="876327"/>
                  </a:lnTo>
                  <a:lnTo>
                    <a:pt x="2016748" y="876939"/>
                  </a:lnTo>
                  <a:lnTo>
                    <a:pt x="2015677" y="877552"/>
                  </a:lnTo>
                  <a:lnTo>
                    <a:pt x="2014605" y="878166"/>
                  </a:lnTo>
                  <a:lnTo>
                    <a:pt x="2013534" y="878780"/>
                  </a:lnTo>
                  <a:lnTo>
                    <a:pt x="2012462" y="879395"/>
                  </a:lnTo>
                  <a:lnTo>
                    <a:pt x="2011390" y="880010"/>
                  </a:lnTo>
                  <a:lnTo>
                    <a:pt x="2010319" y="880626"/>
                  </a:lnTo>
                  <a:lnTo>
                    <a:pt x="2009247" y="881243"/>
                  </a:lnTo>
                  <a:lnTo>
                    <a:pt x="2008176" y="881860"/>
                  </a:lnTo>
                  <a:lnTo>
                    <a:pt x="2007104" y="882477"/>
                  </a:lnTo>
                  <a:lnTo>
                    <a:pt x="2006032" y="883096"/>
                  </a:lnTo>
                  <a:lnTo>
                    <a:pt x="2004961" y="883714"/>
                  </a:lnTo>
                  <a:lnTo>
                    <a:pt x="2003889" y="884334"/>
                  </a:lnTo>
                  <a:lnTo>
                    <a:pt x="2002818" y="884953"/>
                  </a:lnTo>
                  <a:lnTo>
                    <a:pt x="2001746" y="885574"/>
                  </a:lnTo>
                  <a:lnTo>
                    <a:pt x="2000674" y="886195"/>
                  </a:lnTo>
                  <a:lnTo>
                    <a:pt x="1999603" y="886816"/>
                  </a:lnTo>
                  <a:lnTo>
                    <a:pt x="1998531" y="887438"/>
                  </a:lnTo>
                  <a:lnTo>
                    <a:pt x="1997460" y="888060"/>
                  </a:lnTo>
                  <a:lnTo>
                    <a:pt x="1996388" y="888683"/>
                  </a:lnTo>
                  <a:lnTo>
                    <a:pt x="1995316" y="889307"/>
                  </a:lnTo>
                  <a:lnTo>
                    <a:pt x="1994245" y="889931"/>
                  </a:lnTo>
                  <a:lnTo>
                    <a:pt x="1993173" y="890555"/>
                  </a:lnTo>
                  <a:lnTo>
                    <a:pt x="1992102" y="891180"/>
                  </a:lnTo>
                  <a:lnTo>
                    <a:pt x="1991030" y="891806"/>
                  </a:lnTo>
                  <a:lnTo>
                    <a:pt x="1989958" y="892432"/>
                  </a:lnTo>
                  <a:lnTo>
                    <a:pt x="1988887" y="893059"/>
                  </a:lnTo>
                  <a:lnTo>
                    <a:pt x="1987815" y="893686"/>
                  </a:lnTo>
                  <a:lnTo>
                    <a:pt x="1986744" y="894313"/>
                  </a:lnTo>
                  <a:lnTo>
                    <a:pt x="1985672" y="894942"/>
                  </a:lnTo>
                  <a:lnTo>
                    <a:pt x="1984600" y="895570"/>
                  </a:lnTo>
                  <a:lnTo>
                    <a:pt x="1983529" y="896199"/>
                  </a:lnTo>
                  <a:lnTo>
                    <a:pt x="1982457" y="896829"/>
                  </a:lnTo>
                  <a:lnTo>
                    <a:pt x="1981386" y="897459"/>
                  </a:lnTo>
                  <a:lnTo>
                    <a:pt x="1980314" y="898090"/>
                  </a:lnTo>
                  <a:lnTo>
                    <a:pt x="1979242" y="898721"/>
                  </a:lnTo>
                  <a:lnTo>
                    <a:pt x="1978171" y="899352"/>
                  </a:lnTo>
                  <a:lnTo>
                    <a:pt x="1977099" y="899985"/>
                  </a:lnTo>
                  <a:lnTo>
                    <a:pt x="1976028" y="900617"/>
                  </a:lnTo>
                  <a:lnTo>
                    <a:pt x="1974956" y="901250"/>
                  </a:lnTo>
                  <a:lnTo>
                    <a:pt x="1973884" y="901884"/>
                  </a:lnTo>
                  <a:lnTo>
                    <a:pt x="1972813" y="902518"/>
                  </a:lnTo>
                  <a:lnTo>
                    <a:pt x="1971741" y="903152"/>
                  </a:lnTo>
                  <a:lnTo>
                    <a:pt x="1970670" y="903787"/>
                  </a:lnTo>
                  <a:lnTo>
                    <a:pt x="1969598" y="904423"/>
                  </a:lnTo>
                  <a:lnTo>
                    <a:pt x="1968526" y="905059"/>
                  </a:lnTo>
                  <a:lnTo>
                    <a:pt x="1967455" y="905695"/>
                  </a:lnTo>
                  <a:lnTo>
                    <a:pt x="1966383" y="906332"/>
                  </a:lnTo>
                  <a:lnTo>
                    <a:pt x="1965312" y="906969"/>
                  </a:lnTo>
                  <a:lnTo>
                    <a:pt x="1964240" y="907607"/>
                  </a:lnTo>
                  <a:lnTo>
                    <a:pt x="1963168" y="908245"/>
                  </a:lnTo>
                  <a:lnTo>
                    <a:pt x="1962097" y="908884"/>
                  </a:lnTo>
                  <a:lnTo>
                    <a:pt x="1961025" y="909523"/>
                  </a:lnTo>
                  <a:lnTo>
                    <a:pt x="1959954" y="910163"/>
                  </a:lnTo>
                  <a:lnTo>
                    <a:pt x="1958882" y="910803"/>
                  </a:lnTo>
                  <a:lnTo>
                    <a:pt x="1957810" y="911444"/>
                  </a:lnTo>
                  <a:lnTo>
                    <a:pt x="1956739" y="912085"/>
                  </a:lnTo>
                  <a:lnTo>
                    <a:pt x="1955667" y="912726"/>
                  </a:lnTo>
                  <a:lnTo>
                    <a:pt x="1954596" y="913368"/>
                  </a:lnTo>
                  <a:lnTo>
                    <a:pt x="1953524" y="914010"/>
                  </a:lnTo>
                  <a:lnTo>
                    <a:pt x="1952453" y="914653"/>
                  </a:lnTo>
                  <a:lnTo>
                    <a:pt x="1951381" y="915296"/>
                  </a:lnTo>
                  <a:lnTo>
                    <a:pt x="1950309" y="915940"/>
                  </a:lnTo>
                  <a:lnTo>
                    <a:pt x="1949238" y="916584"/>
                  </a:lnTo>
                  <a:lnTo>
                    <a:pt x="1948166" y="917229"/>
                  </a:lnTo>
                  <a:lnTo>
                    <a:pt x="1947095" y="917873"/>
                  </a:lnTo>
                  <a:lnTo>
                    <a:pt x="1946023" y="918519"/>
                  </a:lnTo>
                  <a:lnTo>
                    <a:pt x="1944951" y="919165"/>
                  </a:lnTo>
                  <a:lnTo>
                    <a:pt x="1943880" y="919811"/>
                  </a:lnTo>
                  <a:lnTo>
                    <a:pt x="1942808" y="920457"/>
                  </a:lnTo>
                  <a:lnTo>
                    <a:pt x="1941737" y="921105"/>
                  </a:lnTo>
                  <a:lnTo>
                    <a:pt x="1940665" y="921752"/>
                  </a:lnTo>
                  <a:lnTo>
                    <a:pt x="1939593" y="922400"/>
                  </a:lnTo>
                  <a:lnTo>
                    <a:pt x="1938522" y="923048"/>
                  </a:lnTo>
                  <a:lnTo>
                    <a:pt x="1937450" y="923697"/>
                  </a:lnTo>
                  <a:lnTo>
                    <a:pt x="1936379" y="924346"/>
                  </a:lnTo>
                  <a:lnTo>
                    <a:pt x="1935307" y="924996"/>
                  </a:lnTo>
                  <a:lnTo>
                    <a:pt x="1934235" y="925645"/>
                  </a:lnTo>
                  <a:lnTo>
                    <a:pt x="1933164" y="926296"/>
                  </a:lnTo>
                  <a:lnTo>
                    <a:pt x="1932092" y="926947"/>
                  </a:lnTo>
                  <a:lnTo>
                    <a:pt x="1931021" y="927598"/>
                  </a:lnTo>
                  <a:lnTo>
                    <a:pt x="1929949" y="928249"/>
                  </a:lnTo>
                  <a:lnTo>
                    <a:pt x="1928877" y="928901"/>
                  </a:lnTo>
                  <a:lnTo>
                    <a:pt x="1927806" y="929553"/>
                  </a:lnTo>
                  <a:lnTo>
                    <a:pt x="1926734" y="930206"/>
                  </a:lnTo>
                  <a:lnTo>
                    <a:pt x="1925663" y="930859"/>
                  </a:lnTo>
                  <a:lnTo>
                    <a:pt x="1924591" y="931513"/>
                  </a:lnTo>
                  <a:lnTo>
                    <a:pt x="1923519" y="932166"/>
                  </a:lnTo>
                  <a:lnTo>
                    <a:pt x="1922448" y="932821"/>
                  </a:lnTo>
                  <a:lnTo>
                    <a:pt x="1921376" y="933475"/>
                  </a:lnTo>
                  <a:lnTo>
                    <a:pt x="1920305" y="934130"/>
                  </a:lnTo>
                  <a:lnTo>
                    <a:pt x="1919233" y="934786"/>
                  </a:lnTo>
                  <a:lnTo>
                    <a:pt x="1918161" y="935441"/>
                  </a:lnTo>
                  <a:lnTo>
                    <a:pt x="1917090" y="936097"/>
                  </a:lnTo>
                  <a:lnTo>
                    <a:pt x="1916018" y="936754"/>
                  </a:lnTo>
                  <a:lnTo>
                    <a:pt x="1914947" y="937411"/>
                  </a:lnTo>
                  <a:lnTo>
                    <a:pt x="1913875" y="938068"/>
                  </a:lnTo>
                  <a:lnTo>
                    <a:pt x="1912803" y="938726"/>
                  </a:lnTo>
                  <a:lnTo>
                    <a:pt x="1911732" y="939383"/>
                  </a:lnTo>
                  <a:lnTo>
                    <a:pt x="1910660" y="940042"/>
                  </a:lnTo>
                  <a:lnTo>
                    <a:pt x="1909589" y="940700"/>
                  </a:lnTo>
                  <a:lnTo>
                    <a:pt x="1908517" y="941359"/>
                  </a:lnTo>
                  <a:lnTo>
                    <a:pt x="1907445" y="942019"/>
                  </a:lnTo>
                  <a:lnTo>
                    <a:pt x="1906374" y="942678"/>
                  </a:lnTo>
                  <a:lnTo>
                    <a:pt x="1905302" y="943338"/>
                  </a:lnTo>
                  <a:lnTo>
                    <a:pt x="1904231" y="943999"/>
                  </a:lnTo>
                  <a:lnTo>
                    <a:pt x="1903159" y="944659"/>
                  </a:lnTo>
                  <a:lnTo>
                    <a:pt x="1902087" y="945320"/>
                  </a:lnTo>
                  <a:lnTo>
                    <a:pt x="1901016" y="945982"/>
                  </a:lnTo>
                  <a:lnTo>
                    <a:pt x="1899944" y="946644"/>
                  </a:lnTo>
                  <a:lnTo>
                    <a:pt x="1898873" y="947306"/>
                  </a:lnTo>
                  <a:lnTo>
                    <a:pt x="1897801" y="947968"/>
                  </a:lnTo>
                  <a:lnTo>
                    <a:pt x="1896729" y="948631"/>
                  </a:lnTo>
                  <a:lnTo>
                    <a:pt x="1895658" y="949294"/>
                  </a:lnTo>
                  <a:lnTo>
                    <a:pt x="1894586" y="949957"/>
                  </a:lnTo>
                  <a:lnTo>
                    <a:pt x="1893515" y="950621"/>
                  </a:lnTo>
                  <a:lnTo>
                    <a:pt x="1892443" y="951285"/>
                  </a:lnTo>
                  <a:lnTo>
                    <a:pt x="1891371" y="951949"/>
                  </a:lnTo>
                  <a:lnTo>
                    <a:pt x="1890300" y="952614"/>
                  </a:lnTo>
                  <a:lnTo>
                    <a:pt x="1889228" y="953279"/>
                  </a:lnTo>
                  <a:lnTo>
                    <a:pt x="1888157" y="953944"/>
                  </a:lnTo>
                  <a:lnTo>
                    <a:pt x="1887085" y="954610"/>
                  </a:lnTo>
                  <a:lnTo>
                    <a:pt x="1886013" y="955275"/>
                  </a:lnTo>
                  <a:lnTo>
                    <a:pt x="1884942" y="955942"/>
                  </a:lnTo>
                  <a:lnTo>
                    <a:pt x="1883870" y="956608"/>
                  </a:lnTo>
                  <a:lnTo>
                    <a:pt x="1882799" y="957275"/>
                  </a:lnTo>
                  <a:lnTo>
                    <a:pt x="1881727" y="957942"/>
                  </a:lnTo>
                  <a:lnTo>
                    <a:pt x="1880655" y="958609"/>
                  </a:lnTo>
                  <a:lnTo>
                    <a:pt x="1879584" y="959277"/>
                  </a:lnTo>
                  <a:lnTo>
                    <a:pt x="1878512" y="959945"/>
                  </a:lnTo>
                  <a:lnTo>
                    <a:pt x="1877441" y="960613"/>
                  </a:lnTo>
                  <a:lnTo>
                    <a:pt x="1876369" y="961282"/>
                  </a:lnTo>
                  <a:lnTo>
                    <a:pt x="1875297" y="961951"/>
                  </a:lnTo>
                  <a:lnTo>
                    <a:pt x="1874226" y="962620"/>
                  </a:lnTo>
                  <a:lnTo>
                    <a:pt x="1873154" y="963289"/>
                  </a:lnTo>
                  <a:lnTo>
                    <a:pt x="1872083" y="963959"/>
                  </a:lnTo>
                  <a:lnTo>
                    <a:pt x="1871011" y="964629"/>
                  </a:lnTo>
                  <a:lnTo>
                    <a:pt x="1869939" y="965299"/>
                  </a:lnTo>
                  <a:lnTo>
                    <a:pt x="1868868" y="965969"/>
                  </a:lnTo>
                  <a:lnTo>
                    <a:pt x="1867796" y="966640"/>
                  </a:lnTo>
                  <a:lnTo>
                    <a:pt x="1866725" y="967311"/>
                  </a:lnTo>
                  <a:lnTo>
                    <a:pt x="1865653" y="967982"/>
                  </a:lnTo>
                  <a:lnTo>
                    <a:pt x="1864581" y="968654"/>
                  </a:lnTo>
                  <a:lnTo>
                    <a:pt x="1863510" y="969326"/>
                  </a:lnTo>
                  <a:lnTo>
                    <a:pt x="1862438" y="969998"/>
                  </a:lnTo>
                  <a:lnTo>
                    <a:pt x="1861367" y="970670"/>
                  </a:lnTo>
                  <a:lnTo>
                    <a:pt x="1860295" y="971343"/>
                  </a:lnTo>
                  <a:lnTo>
                    <a:pt x="1859223" y="972016"/>
                  </a:lnTo>
                  <a:lnTo>
                    <a:pt x="1858152" y="972689"/>
                  </a:lnTo>
                  <a:lnTo>
                    <a:pt x="1857080" y="973362"/>
                  </a:lnTo>
                  <a:lnTo>
                    <a:pt x="1856009" y="974035"/>
                  </a:lnTo>
                  <a:lnTo>
                    <a:pt x="1854937" y="974709"/>
                  </a:lnTo>
                  <a:lnTo>
                    <a:pt x="1853865" y="975383"/>
                  </a:lnTo>
                  <a:lnTo>
                    <a:pt x="1852794" y="976058"/>
                  </a:lnTo>
                  <a:lnTo>
                    <a:pt x="1851722" y="976732"/>
                  </a:lnTo>
                  <a:lnTo>
                    <a:pt x="1850651" y="977407"/>
                  </a:lnTo>
                  <a:lnTo>
                    <a:pt x="1849579" y="978082"/>
                  </a:lnTo>
                  <a:lnTo>
                    <a:pt x="1848507" y="978757"/>
                  </a:lnTo>
                  <a:lnTo>
                    <a:pt x="1847436" y="979432"/>
                  </a:lnTo>
                  <a:lnTo>
                    <a:pt x="1846364" y="980108"/>
                  </a:lnTo>
                  <a:lnTo>
                    <a:pt x="1845293" y="980784"/>
                  </a:lnTo>
                  <a:lnTo>
                    <a:pt x="1844221" y="981460"/>
                  </a:lnTo>
                  <a:lnTo>
                    <a:pt x="1843149" y="982136"/>
                  </a:lnTo>
                  <a:lnTo>
                    <a:pt x="1842078" y="982812"/>
                  </a:lnTo>
                  <a:lnTo>
                    <a:pt x="1841006" y="983489"/>
                  </a:lnTo>
                  <a:lnTo>
                    <a:pt x="1839935" y="984166"/>
                  </a:lnTo>
                  <a:lnTo>
                    <a:pt x="1838863" y="984843"/>
                  </a:lnTo>
                  <a:lnTo>
                    <a:pt x="1837791" y="985520"/>
                  </a:lnTo>
                  <a:lnTo>
                    <a:pt x="1836720" y="986198"/>
                  </a:lnTo>
                  <a:lnTo>
                    <a:pt x="1835648" y="986876"/>
                  </a:lnTo>
                  <a:lnTo>
                    <a:pt x="1834577" y="987554"/>
                  </a:lnTo>
                  <a:lnTo>
                    <a:pt x="1833505" y="988232"/>
                  </a:lnTo>
                  <a:lnTo>
                    <a:pt x="1832433" y="988910"/>
                  </a:lnTo>
                  <a:lnTo>
                    <a:pt x="1831362" y="989588"/>
                  </a:lnTo>
                  <a:lnTo>
                    <a:pt x="1830290" y="990267"/>
                  </a:lnTo>
                  <a:lnTo>
                    <a:pt x="1829219" y="990946"/>
                  </a:lnTo>
                  <a:lnTo>
                    <a:pt x="1828147" y="991625"/>
                  </a:lnTo>
                  <a:lnTo>
                    <a:pt x="1827075" y="992304"/>
                  </a:lnTo>
                  <a:lnTo>
                    <a:pt x="1826004" y="992983"/>
                  </a:lnTo>
                  <a:lnTo>
                    <a:pt x="1824932" y="993663"/>
                  </a:lnTo>
                  <a:lnTo>
                    <a:pt x="1823861" y="994342"/>
                  </a:lnTo>
                  <a:lnTo>
                    <a:pt x="1822789" y="995022"/>
                  </a:lnTo>
                  <a:lnTo>
                    <a:pt x="1821717" y="995702"/>
                  </a:lnTo>
                  <a:lnTo>
                    <a:pt x="1820646" y="996382"/>
                  </a:lnTo>
                  <a:lnTo>
                    <a:pt x="1819574" y="997063"/>
                  </a:lnTo>
                  <a:lnTo>
                    <a:pt x="1818503" y="997743"/>
                  </a:lnTo>
                  <a:lnTo>
                    <a:pt x="1817431" y="998424"/>
                  </a:lnTo>
                  <a:lnTo>
                    <a:pt x="1816359" y="999105"/>
                  </a:lnTo>
                  <a:lnTo>
                    <a:pt x="1815288" y="999786"/>
                  </a:lnTo>
                  <a:lnTo>
                    <a:pt x="1814216" y="1000467"/>
                  </a:lnTo>
                  <a:lnTo>
                    <a:pt x="1813145" y="1001148"/>
                  </a:lnTo>
                  <a:lnTo>
                    <a:pt x="1812073" y="1001829"/>
                  </a:lnTo>
                  <a:lnTo>
                    <a:pt x="1811001" y="1002511"/>
                  </a:lnTo>
                  <a:lnTo>
                    <a:pt x="1809930" y="1003192"/>
                  </a:lnTo>
                  <a:lnTo>
                    <a:pt x="1808858" y="1003874"/>
                  </a:lnTo>
                  <a:lnTo>
                    <a:pt x="1807787" y="1004556"/>
                  </a:lnTo>
                  <a:lnTo>
                    <a:pt x="1806715" y="1005238"/>
                  </a:lnTo>
                  <a:lnTo>
                    <a:pt x="1805643" y="1005920"/>
                  </a:lnTo>
                  <a:lnTo>
                    <a:pt x="1804572" y="1006602"/>
                  </a:lnTo>
                  <a:lnTo>
                    <a:pt x="1803500" y="1007284"/>
                  </a:lnTo>
                  <a:lnTo>
                    <a:pt x="1802429" y="1007967"/>
                  </a:lnTo>
                  <a:lnTo>
                    <a:pt x="1801357" y="1008649"/>
                  </a:lnTo>
                  <a:lnTo>
                    <a:pt x="1800285" y="1009332"/>
                  </a:lnTo>
                  <a:lnTo>
                    <a:pt x="1799214" y="1010015"/>
                  </a:lnTo>
                  <a:lnTo>
                    <a:pt x="1798142" y="1010698"/>
                  </a:lnTo>
                  <a:lnTo>
                    <a:pt x="1797071" y="1011381"/>
                  </a:lnTo>
                  <a:lnTo>
                    <a:pt x="1795999" y="1012064"/>
                  </a:lnTo>
                  <a:lnTo>
                    <a:pt x="1794927" y="1012747"/>
                  </a:lnTo>
                  <a:lnTo>
                    <a:pt x="1793856" y="1013430"/>
                  </a:lnTo>
                  <a:lnTo>
                    <a:pt x="1792784" y="1014114"/>
                  </a:lnTo>
                  <a:lnTo>
                    <a:pt x="1791713" y="1014797"/>
                  </a:lnTo>
                  <a:lnTo>
                    <a:pt x="1790641" y="1015480"/>
                  </a:lnTo>
                  <a:lnTo>
                    <a:pt x="1789569" y="1016164"/>
                  </a:lnTo>
                  <a:lnTo>
                    <a:pt x="1788498" y="1016848"/>
                  </a:lnTo>
                  <a:lnTo>
                    <a:pt x="1787426" y="1017531"/>
                  </a:lnTo>
                  <a:lnTo>
                    <a:pt x="1786355" y="1018215"/>
                  </a:lnTo>
                  <a:lnTo>
                    <a:pt x="1785283" y="1018899"/>
                  </a:lnTo>
                  <a:lnTo>
                    <a:pt x="1784211" y="1019583"/>
                  </a:lnTo>
                  <a:lnTo>
                    <a:pt x="1783140" y="1020267"/>
                  </a:lnTo>
                  <a:lnTo>
                    <a:pt x="1782068" y="1020951"/>
                  </a:lnTo>
                  <a:lnTo>
                    <a:pt x="1780997" y="1021635"/>
                  </a:lnTo>
                  <a:lnTo>
                    <a:pt x="1779925" y="1022319"/>
                  </a:lnTo>
                  <a:lnTo>
                    <a:pt x="1778853" y="1023003"/>
                  </a:lnTo>
                  <a:lnTo>
                    <a:pt x="1777782" y="1023687"/>
                  </a:lnTo>
                  <a:lnTo>
                    <a:pt x="1776710" y="1024371"/>
                  </a:lnTo>
                  <a:lnTo>
                    <a:pt x="1775639" y="1025056"/>
                  </a:lnTo>
                  <a:lnTo>
                    <a:pt x="1774567" y="1025740"/>
                  </a:lnTo>
                  <a:lnTo>
                    <a:pt x="1773496" y="1026424"/>
                  </a:lnTo>
                  <a:lnTo>
                    <a:pt x="1772424" y="1027108"/>
                  </a:lnTo>
                  <a:lnTo>
                    <a:pt x="1771352" y="1027793"/>
                  </a:lnTo>
                  <a:lnTo>
                    <a:pt x="1770281" y="1028477"/>
                  </a:lnTo>
                  <a:lnTo>
                    <a:pt x="1769209" y="1029162"/>
                  </a:lnTo>
                  <a:lnTo>
                    <a:pt x="1768138" y="1029846"/>
                  </a:lnTo>
                  <a:lnTo>
                    <a:pt x="1767066" y="1030530"/>
                  </a:lnTo>
                  <a:lnTo>
                    <a:pt x="1765994" y="1031215"/>
                  </a:lnTo>
                  <a:lnTo>
                    <a:pt x="1764923" y="1031899"/>
                  </a:lnTo>
                  <a:lnTo>
                    <a:pt x="1763851" y="1032583"/>
                  </a:lnTo>
                  <a:lnTo>
                    <a:pt x="1762780" y="1033268"/>
                  </a:lnTo>
                  <a:lnTo>
                    <a:pt x="1761708" y="1033952"/>
                  </a:lnTo>
                  <a:lnTo>
                    <a:pt x="1760636" y="1034636"/>
                  </a:lnTo>
                  <a:lnTo>
                    <a:pt x="1759565" y="1035321"/>
                  </a:lnTo>
                  <a:lnTo>
                    <a:pt x="1758493" y="1036005"/>
                  </a:lnTo>
                  <a:lnTo>
                    <a:pt x="1757422" y="1036689"/>
                  </a:lnTo>
                  <a:lnTo>
                    <a:pt x="1756350" y="1037374"/>
                  </a:lnTo>
                  <a:lnTo>
                    <a:pt x="1755278" y="1038058"/>
                  </a:lnTo>
                  <a:lnTo>
                    <a:pt x="1754207" y="1038742"/>
                  </a:lnTo>
                  <a:lnTo>
                    <a:pt x="1753135" y="1039426"/>
                  </a:lnTo>
                  <a:lnTo>
                    <a:pt x="1752064" y="1040110"/>
                  </a:lnTo>
                  <a:lnTo>
                    <a:pt x="1750992" y="1040794"/>
                  </a:lnTo>
                  <a:lnTo>
                    <a:pt x="1749920" y="1041478"/>
                  </a:lnTo>
                  <a:lnTo>
                    <a:pt x="1748849" y="1042162"/>
                  </a:lnTo>
                  <a:lnTo>
                    <a:pt x="1747777" y="1042846"/>
                  </a:lnTo>
                  <a:lnTo>
                    <a:pt x="1746706" y="1043529"/>
                  </a:lnTo>
                  <a:lnTo>
                    <a:pt x="1745634" y="1044213"/>
                  </a:lnTo>
                  <a:lnTo>
                    <a:pt x="1744562" y="1044897"/>
                  </a:lnTo>
                  <a:lnTo>
                    <a:pt x="1743491" y="1045580"/>
                  </a:lnTo>
                  <a:lnTo>
                    <a:pt x="1742419" y="1046264"/>
                  </a:lnTo>
                  <a:lnTo>
                    <a:pt x="1741348" y="1046947"/>
                  </a:lnTo>
                  <a:lnTo>
                    <a:pt x="1740276" y="1047630"/>
                  </a:lnTo>
                  <a:lnTo>
                    <a:pt x="1739204" y="1048313"/>
                  </a:lnTo>
                  <a:lnTo>
                    <a:pt x="1738133" y="1048996"/>
                  </a:lnTo>
                  <a:lnTo>
                    <a:pt x="1737061" y="1049679"/>
                  </a:lnTo>
                  <a:lnTo>
                    <a:pt x="1735990" y="1050362"/>
                  </a:lnTo>
                  <a:lnTo>
                    <a:pt x="1734918" y="1051045"/>
                  </a:lnTo>
                  <a:lnTo>
                    <a:pt x="1733846" y="1051727"/>
                  </a:lnTo>
                  <a:lnTo>
                    <a:pt x="1732775" y="1052410"/>
                  </a:lnTo>
                  <a:lnTo>
                    <a:pt x="1731703" y="1053092"/>
                  </a:lnTo>
                  <a:lnTo>
                    <a:pt x="1730632" y="1053774"/>
                  </a:lnTo>
                  <a:lnTo>
                    <a:pt x="1729560" y="1054456"/>
                  </a:lnTo>
                  <a:lnTo>
                    <a:pt x="1728488" y="1055138"/>
                  </a:lnTo>
                  <a:lnTo>
                    <a:pt x="1727417" y="1055820"/>
                  </a:lnTo>
                  <a:lnTo>
                    <a:pt x="1726345" y="1056501"/>
                  </a:lnTo>
                  <a:lnTo>
                    <a:pt x="1725274" y="1057183"/>
                  </a:lnTo>
                  <a:lnTo>
                    <a:pt x="1724202" y="1057864"/>
                  </a:lnTo>
                  <a:lnTo>
                    <a:pt x="1723130" y="1058545"/>
                  </a:lnTo>
                  <a:lnTo>
                    <a:pt x="1722059" y="1059226"/>
                  </a:lnTo>
                  <a:lnTo>
                    <a:pt x="1720987" y="1059907"/>
                  </a:lnTo>
                  <a:lnTo>
                    <a:pt x="1719916" y="1060587"/>
                  </a:lnTo>
                  <a:lnTo>
                    <a:pt x="1718844" y="1061268"/>
                  </a:lnTo>
                  <a:lnTo>
                    <a:pt x="1717772" y="1061948"/>
                  </a:lnTo>
                  <a:lnTo>
                    <a:pt x="1716701" y="1062628"/>
                  </a:lnTo>
                  <a:lnTo>
                    <a:pt x="1715629" y="1063307"/>
                  </a:lnTo>
                  <a:lnTo>
                    <a:pt x="1714558" y="1063987"/>
                  </a:lnTo>
                  <a:lnTo>
                    <a:pt x="1713486" y="1064666"/>
                  </a:lnTo>
                  <a:lnTo>
                    <a:pt x="1712414" y="1065345"/>
                  </a:lnTo>
                  <a:lnTo>
                    <a:pt x="1711343" y="1066024"/>
                  </a:lnTo>
                  <a:lnTo>
                    <a:pt x="1710271" y="1066703"/>
                  </a:lnTo>
                  <a:lnTo>
                    <a:pt x="1709200" y="1067381"/>
                  </a:lnTo>
                  <a:lnTo>
                    <a:pt x="1708128" y="1068059"/>
                  </a:lnTo>
                  <a:lnTo>
                    <a:pt x="1707056" y="1068737"/>
                  </a:lnTo>
                  <a:lnTo>
                    <a:pt x="1705985" y="1069415"/>
                  </a:lnTo>
                  <a:lnTo>
                    <a:pt x="1704913" y="1070092"/>
                  </a:lnTo>
                  <a:lnTo>
                    <a:pt x="1703842" y="1070770"/>
                  </a:lnTo>
                  <a:lnTo>
                    <a:pt x="1702770" y="1071446"/>
                  </a:lnTo>
                  <a:lnTo>
                    <a:pt x="1701698" y="1072123"/>
                  </a:lnTo>
                  <a:lnTo>
                    <a:pt x="1700627" y="1072799"/>
                  </a:lnTo>
                  <a:lnTo>
                    <a:pt x="1699555" y="1073475"/>
                  </a:lnTo>
                  <a:lnTo>
                    <a:pt x="1698484" y="1074151"/>
                  </a:lnTo>
                  <a:lnTo>
                    <a:pt x="1697412" y="1074826"/>
                  </a:lnTo>
                  <a:lnTo>
                    <a:pt x="1696340" y="1075501"/>
                  </a:lnTo>
                  <a:lnTo>
                    <a:pt x="1695269" y="1076176"/>
                  </a:lnTo>
                  <a:lnTo>
                    <a:pt x="1694197" y="1076851"/>
                  </a:lnTo>
                  <a:lnTo>
                    <a:pt x="1693126" y="1077525"/>
                  </a:lnTo>
                  <a:lnTo>
                    <a:pt x="1692054" y="1078198"/>
                  </a:lnTo>
                  <a:lnTo>
                    <a:pt x="1690982" y="1078872"/>
                  </a:lnTo>
                  <a:lnTo>
                    <a:pt x="1689911" y="1079545"/>
                  </a:lnTo>
                  <a:lnTo>
                    <a:pt x="1688839" y="1080218"/>
                  </a:lnTo>
                  <a:lnTo>
                    <a:pt x="1687768" y="1080890"/>
                  </a:lnTo>
                  <a:lnTo>
                    <a:pt x="1686696" y="1081562"/>
                  </a:lnTo>
                  <a:lnTo>
                    <a:pt x="1685624" y="1082234"/>
                  </a:lnTo>
                  <a:lnTo>
                    <a:pt x="1684553" y="1082905"/>
                  </a:lnTo>
                  <a:lnTo>
                    <a:pt x="1683481" y="1083576"/>
                  </a:lnTo>
                  <a:lnTo>
                    <a:pt x="1682410" y="1084246"/>
                  </a:lnTo>
                  <a:lnTo>
                    <a:pt x="1681338" y="1084916"/>
                  </a:lnTo>
                  <a:lnTo>
                    <a:pt x="1680266" y="1085586"/>
                  </a:lnTo>
                  <a:lnTo>
                    <a:pt x="1679195" y="1086255"/>
                  </a:lnTo>
                  <a:lnTo>
                    <a:pt x="1678123" y="1086924"/>
                  </a:lnTo>
                  <a:lnTo>
                    <a:pt x="1677052" y="1087593"/>
                  </a:lnTo>
                  <a:lnTo>
                    <a:pt x="1675980" y="1088261"/>
                  </a:lnTo>
                  <a:lnTo>
                    <a:pt x="1674908" y="1088928"/>
                  </a:lnTo>
                  <a:lnTo>
                    <a:pt x="1673837" y="1089595"/>
                  </a:lnTo>
                  <a:lnTo>
                    <a:pt x="1672765" y="1090262"/>
                  </a:lnTo>
                  <a:lnTo>
                    <a:pt x="1671694" y="1090928"/>
                  </a:lnTo>
                  <a:lnTo>
                    <a:pt x="1670622" y="1091594"/>
                  </a:lnTo>
                  <a:lnTo>
                    <a:pt x="1669550" y="1092259"/>
                  </a:lnTo>
                  <a:lnTo>
                    <a:pt x="1668479" y="1092924"/>
                  </a:lnTo>
                  <a:lnTo>
                    <a:pt x="1667407" y="1093588"/>
                  </a:lnTo>
                  <a:lnTo>
                    <a:pt x="1666336" y="1094252"/>
                  </a:lnTo>
                  <a:lnTo>
                    <a:pt x="1665264" y="1094915"/>
                  </a:lnTo>
                  <a:lnTo>
                    <a:pt x="1664192" y="1095578"/>
                  </a:lnTo>
                  <a:lnTo>
                    <a:pt x="1663121" y="1096240"/>
                  </a:lnTo>
                  <a:lnTo>
                    <a:pt x="1662049" y="1096901"/>
                  </a:lnTo>
                  <a:lnTo>
                    <a:pt x="1660978" y="1097563"/>
                  </a:lnTo>
                  <a:lnTo>
                    <a:pt x="1659906" y="1098223"/>
                  </a:lnTo>
                  <a:lnTo>
                    <a:pt x="1658834" y="1098883"/>
                  </a:lnTo>
                  <a:lnTo>
                    <a:pt x="1657763" y="1099543"/>
                  </a:lnTo>
                  <a:lnTo>
                    <a:pt x="1656691" y="1100202"/>
                  </a:lnTo>
                  <a:lnTo>
                    <a:pt x="1655620" y="1100860"/>
                  </a:lnTo>
                  <a:lnTo>
                    <a:pt x="1654548" y="1101518"/>
                  </a:lnTo>
                  <a:lnTo>
                    <a:pt x="1653476" y="1102175"/>
                  </a:lnTo>
                  <a:lnTo>
                    <a:pt x="1652405" y="1102831"/>
                  </a:lnTo>
                  <a:lnTo>
                    <a:pt x="1651333" y="1103487"/>
                  </a:lnTo>
                  <a:lnTo>
                    <a:pt x="1650262" y="1104143"/>
                  </a:lnTo>
                  <a:lnTo>
                    <a:pt x="1649190" y="1104797"/>
                  </a:lnTo>
                  <a:lnTo>
                    <a:pt x="1648118" y="1105451"/>
                  </a:lnTo>
                  <a:lnTo>
                    <a:pt x="1647047" y="1106105"/>
                  </a:lnTo>
                  <a:lnTo>
                    <a:pt x="1645975" y="1106757"/>
                  </a:lnTo>
                  <a:lnTo>
                    <a:pt x="1644904" y="1107410"/>
                  </a:lnTo>
                  <a:lnTo>
                    <a:pt x="1643832" y="1108061"/>
                  </a:lnTo>
                  <a:lnTo>
                    <a:pt x="1642760" y="1108712"/>
                  </a:lnTo>
                  <a:lnTo>
                    <a:pt x="1641689" y="1109362"/>
                  </a:lnTo>
                  <a:lnTo>
                    <a:pt x="1640617" y="1110011"/>
                  </a:lnTo>
                  <a:lnTo>
                    <a:pt x="1639546" y="1110660"/>
                  </a:lnTo>
                  <a:lnTo>
                    <a:pt x="1638474" y="1111308"/>
                  </a:lnTo>
                  <a:lnTo>
                    <a:pt x="1637402" y="1111955"/>
                  </a:lnTo>
                  <a:lnTo>
                    <a:pt x="1636331" y="1112601"/>
                  </a:lnTo>
                  <a:lnTo>
                    <a:pt x="1635259" y="1113247"/>
                  </a:lnTo>
                  <a:lnTo>
                    <a:pt x="1634188" y="1113892"/>
                  </a:lnTo>
                  <a:lnTo>
                    <a:pt x="1633116" y="1114537"/>
                  </a:lnTo>
                  <a:lnTo>
                    <a:pt x="1632044" y="1115180"/>
                  </a:lnTo>
                  <a:lnTo>
                    <a:pt x="1630973" y="1115823"/>
                  </a:lnTo>
                  <a:lnTo>
                    <a:pt x="1629901" y="1116465"/>
                  </a:lnTo>
                  <a:lnTo>
                    <a:pt x="1628830" y="1117106"/>
                  </a:lnTo>
                  <a:lnTo>
                    <a:pt x="1627758" y="1117746"/>
                  </a:lnTo>
                  <a:lnTo>
                    <a:pt x="1626686" y="1118386"/>
                  </a:lnTo>
                  <a:lnTo>
                    <a:pt x="1625615" y="1119024"/>
                  </a:lnTo>
                  <a:lnTo>
                    <a:pt x="1624543" y="1119662"/>
                  </a:lnTo>
                  <a:lnTo>
                    <a:pt x="1623472" y="1120299"/>
                  </a:lnTo>
                  <a:lnTo>
                    <a:pt x="1622400" y="1120935"/>
                  </a:lnTo>
                  <a:lnTo>
                    <a:pt x="1621328" y="1121571"/>
                  </a:lnTo>
                  <a:lnTo>
                    <a:pt x="1620257" y="1122205"/>
                  </a:lnTo>
                  <a:lnTo>
                    <a:pt x="1619185" y="1122839"/>
                  </a:lnTo>
                  <a:lnTo>
                    <a:pt x="1618114" y="1123472"/>
                  </a:lnTo>
                  <a:lnTo>
                    <a:pt x="1617042" y="1124103"/>
                  </a:lnTo>
                  <a:lnTo>
                    <a:pt x="1615970" y="1124734"/>
                  </a:lnTo>
                  <a:lnTo>
                    <a:pt x="1614899" y="1125364"/>
                  </a:lnTo>
                  <a:lnTo>
                    <a:pt x="1613827" y="1125993"/>
                  </a:lnTo>
                  <a:lnTo>
                    <a:pt x="1612756" y="1126621"/>
                  </a:lnTo>
                  <a:lnTo>
                    <a:pt x="1611684" y="1127249"/>
                  </a:lnTo>
                  <a:lnTo>
                    <a:pt x="1610612" y="1127875"/>
                  </a:lnTo>
                  <a:lnTo>
                    <a:pt x="1609541" y="1128500"/>
                  </a:lnTo>
                  <a:lnTo>
                    <a:pt x="1608469" y="1129124"/>
                  </a:lnTo>
                  <a:lnTo>
                    <a:pt x="1607398" y="1129748"/>
                  </a:lnTo>
                  <a:lnTo>
                    <a:pt x="1606326" y="1130370"/>
                  </a:lnTo>
                  <a:lnTo>
                    <a:pt x="1605254" y="1130991"/>
                  </a:lnTo>
                  <a:lnTo>
                    <a:pt x="1604183" y="1131612"/>
                  </a:lnTo>
                  <a:lnTo>
                    <a:pt x="1603111" y="1132231"/>
                  </a:lnTo>
                  <a:lnTo>
                    <a:pt x="1602040" y="1132849"/>
                  </a:lnTo>
                  <a:lnTo>
                    <a:pt x="1600968" y="1133467"/>
                  </a:lnTo>
                  <a:lnTo>
                    <a:pt x="1599896" y="1134083"/>
                  </a:lnTo>
                  <a:lnTo>
                    <a:pt x="1598825" y="1134698"/>
                  </a:lnTo>
                  <a:lnTo>
                    <a:pt x="1597753" y="1135312"/>
                  </a:lnTo>
                  <a:lnTo>
                    <a:pt x="1596682" y="1135925"/>
                  </a:lnTo>
                  <a:lnTo>
                    <a:pt x="1595610" y="1136537"/>
                  </a:lnTo>
                  <a:lnTo>
                    <a:pt x="1594539" y="1137147"/>
                  </a:lnTo>
                  <a:lnTo>
                    <a:pt x="1593467" y="1137757"/>
                  </a:lnTo>
                  <a:lnTo>
                    <a:pt x="1592395" y="1138366"/>
                  </a:lnTo>
                  <a:lnTo>
                    <a:pt x="1591324" y="1138973"/>
                  </a:lnTo>
                  <a:lnTo>
                    <a:pt x="1590252" y="1139579"/>
                  </a:lnTo>
                  <a:lnTo>
                    <a:pt x="1589181" y="1140184"/>
                  </a:lnTo>
                  <a:lnTo>
                    <a:pt x="1588109" y="1140788"/>
                  </a:lnTo>
                  <a:lnTo>
                    <a:pt x="1587037" y="1141391"/>
                  </a:lnTo>
                  <a:lnTo>
                    <a:pt x="1585966" y="1141993"/>
                  </a:lnTo>
                  <a:lnTo>
                    <a:pt x="1584894" y="1142593"/>
                  </a:lnTo>
                  <a:lnTo>
                    <a:pt x="1583823" y="1143192"/>
                  </a:lnTo>
                  <a:lnTo>
                    <a:pt x="1582751" y="1143790"/>
                  </a:lnTo>
                  <a:lnTo>
                    <a:pt x="1581679" y="1144387"/>
                  </a:lnTo>
                  <a:lnTo>
                    <a:pt x="1580608" y="1144983"/>
                  </a:lnTo>
                  <a:lnTo>
                    <a:pt x="1579536" y="1145577"/>
                  </a:lnTo>
                  <a:lnTo>
                    <a:pt x="1578465" y="1146170"/>
                  </a:lnTo>
                  <a:lnTo>
                    <a:pt x="1577393" y="1146762"/>
                  </a:lnTo>
                  <a:lnTo>
                    <a:pt x="1576321" y="1147352"/>
                  </a:lnTo>
                  <a:lnTo>
                    <a:pt x="1575250" y="1147942"/>
                  </a:lnTo>
                  <a:lnTo>
                    <a:pt x="1574178" y="1148530"/>
                  </a:lnTo>
                  <a:lnTo>
                    <a:pt x="1573107" y="1149116"/>
                  </a:lnTo>
                  <a:lnTo>
                    <a:pt x="1572035" y="1149702"/>
                  </a:lnTo>
                  <a:lnTo>
                    <a:pt x="1570963" y="1150286"/>
                  </a:lnTo>
                  <a:lnTo>
                    <a:pt x="1569892" y="1150868"/>
                  </a:lnTo>
                  <a:lnTo>
                    <a:pt x="1568820" y="1151450"/>
                  </a:lnTo>
                  <a:lnTo>
                    <a:pt x="1567749" y="1152030"/>
                  </a:lnTo>
                  <a:lnTo>
                    <a:pt x="1566677" y="1152608"/>
                  </a:lnTo>
                  <a:lnTo>
                    <a:pt x="1565605" y="1153185"/>
                  </a:lnTo>
                  <a:lnTo>
                    <a:pt x="1564534" y="1153761"/>
                  </a:lnTo>
                  <a:lnTo>
                    <a:pt x="1563462" y="1154336"/>
                  </a:lnTo>
                  <a:lnTo>
                    <a:pt x="1562391" y="1154909"/>
                  </a:lnTo>
                  <a:lnTo>
                    <a:pt x="1561319" y="1155481"/>
                  </a:lnTo>
                  <a:lnTo>
                    <a:pt x="1560247" y="1156051"/>
                  </a:lnTo>
                  <a:lnTo>
                    <a:pt x="1559176" y="1156620"/>
                  </a:lnTo>
                  <a:lnTo>
                    <a:pt x="1558104" y="1157187"/>
                  </a:lnTo>
                  <a:lnTo>
                    <a:pt x="1557033" y="1157753"/>
                  </a:lnTo>
                  <a:lnTo>
                    <a:pt x="1555961" y="1158317"/>
                  </a:lnTo>
                  <a:lnTo>
                    <a:pt x="1554889" y="1158880"/>
                  </a:lnTo>
                  <a:lnTo>
                    <a:pt x="1553818" y="1159442"/>
                  </a:lnTo>
                  <a:lnTo>
                    <a:pt x="1552746" y="1160002"/>
                  </a:lnTo>
                  <a:lnTo>
                    <a:pt x="1551675" y="1160560"/>
                  </a:lnTo>
                  <a:lnTo>
                    <a:pt x="1550603" y="1161117"/>
                  </a:lnTo>
                  <a:lnTo>
                    <a:pt x="1549531" y="1161673"/>
                  </a:lnTo>
                  <a:lnTo>
                    <a:pt x="1548460" y="1162227"/>
                  </a:lnTo>
                  <a:lnTo>
                    <a:pt x="1547388" y="1162779"/>
                  </a:lnTo>
                  <a:lnTo>
                    <a:pt x="1546317" y="1163330"/>
                  </a:lnTo>
                  <a:lnTo>
                    <a:pt x="1545245" y="1163879"/>
                  </a:lnTo>
                  <a:lnTo>
                    <a:pt x="1544173" y="1164427"/>
                  </a:lnTo>
                  <a:lnTo>
                    <a:pt x="1543102" y="1164973"/>
                  </a:lnTo>
                  <a:lnTo>
                    <a:pt x="1542030" y="1165599"/>
                  </a:lnTo>
                  <a:lnTo>
                    <a:pt x="1540959" y="1166375"/>
                  </a:lnTo>
                  <a:lnTo>
                    <a:pt x="1539887" y="1167150"/>
                  </a:lnTo>
                  <a:lnTo>
                    <a:pt x="1538815" y="1167925"/>
                  </a:lnTo>
                  <a:lnTo>
                    <a:pt x="1537744" y="1168698"/>
                  </a:lnTo>
                  <a:lnTo>
                    <a:pt x="1536672" y="1169471"/>
                  </a:lnTo>
                  <a:lnTo>
                    <a:pt x="1535601" y="1170243"/>
                  </a:lnTo>
                  <a:lnTo>
                    <a:pt x="1534529" y="1171014"/>
                  </a:lnTo>
                  <a:lnTo>
                    <a:pt x="1533457" y="1171784"/>
                  </a:lnTo>
                  <a:lnTo>
                    <a:pt x="1532386" y="1172554"/>
                  </a:lnTo>
                  <a:lnTo>
                    <a:pt x="1531314" y="1173323"/>
                  </a:lnTo>
                  <a:lnTo>
                    <a:pt x="1530243" y="1174091"/>
                  </a:lnTo>
                  <a:lnTo>
                    <a:pt x="1529171" y="1174858"/>
                  </a:lnTo>
                  <a:lnTo>
                    <a:pt x="1528099" y="1175625"/>
                  </a:lnTo>
                  <a:lnTo>
                    <a:pt x="1527028" y="1176390"/>
                  </a:lnTo>
                  <a:lnTo>
                    <a:pt x="1525956" y="1177155"/>
                  </a:lnTo>
                  <a:lnTo>
                    <a:pt x="1524885" y="1177920"/>
                  </a:lnTo>
                  <a:lnTo>
                    <a:pt x="1523813" y="1178684"/>
                  </a:lnTo>
                  <a:lnTo>
                    <a:pt x="1522741" y="1179447"/>
                  </a:lnTo>
                  <a:lnTo>
                    <a:pt x="1521670" y="1180209"/>
                  </a:lnTo>
                  <a:lnTo>
                    <a:pt x="1520598" y="1180970"/>
                  </a:lnTo>
                  <a:lnTo>
                    <a:pt x="1519527" y="1181731"/>
                  </a:lnTo>
                  <a:lnTo>
                    <a:pt x="1518455" y="1182491"/>
                  </a:lnTo>
                  <a:lnTo>
                    <a:pt x="1517383" y="1183251"/>
                  </a:lnTo>
                  <a:lnTo>
                    <a:pt x="1516312" y="1184010"/>
                  </a:lnTo>
                  <a:lnTo>
                    <a:pt x="1515240" y="1184768"/>
                  </a:lnTo>
                  <a:lnTo>
                    <a:pt x="1514169" y="1185525"/>
                  </a:lnTo>
                  <a:lnTo>
                    <a:pt x="1513097" y="1186282"/>
                  </a:lnTo>
                  <a:lnTo>
                    <a:pt x="1512025" y="1187038"/>
                  </a:lnTo>
                  <a:lnTo>
                    <a:pt x="1510954" y="1187794"/>
                  </a:lnTo>
                  <a:lnTo>
                    <a:pt x="1509882" y="1188549"/>
                  </a:lnTo>
                  <a:lnTo>
                    <a:pt x="1508811" y="1189303"/>
                  </a:lnTo>
                  <a:lnTo>
                    <a:pt x="1507739" y="1190057"/>
                  </a:lnTo>
                  <a:lnTo>
                    <a:pt x="1506667" y="1190809"/>
                  </a:lnTo>
                  <a:lnTo>
                    <a:pt x="1505596" y="1191562"/>
                  </a:lnTo>
                  <a:lnTo>
                    <a:pt x="1504524" y="1192313"/>
                  </a:lnTo>
                  <a:lnTo>
                    <a:pt x="1503453" y="1193065"/>
                  </a:lnTo>
                  <a:lnTo>
                    <a:pt x="1502381" y="1193815"/>
                  </a:lnTo>
                  <a:lnTo>
                    <a:pt x="1501309" y="1194565"/>
                  </a:lnTo>
                  <a:lnTo>
                    <a:pt x="1500238" y="1195314"/>
                  </a:lnTo>
                  <a:lnTo>
                    <a:pt x="1499166" y="1196063"/>
                  </a:lnTo>
                  <a:lnTo>
                    <a:pt x="1498095" y="1196811"/>
                  </a:lnTo>
                  <a:lnTo>
                    <a:pt x="1497023" y="1197558"/>
                  </a:lnTo>
                  <a:lnTo>
                    <a:pt x="1495951" y="1198305"/>
                  </a:lnTo>
                  <a:lnTo>
                    <a:pt x="1494880" y="1199051"/>
                  </a:lnTo>
                  <a:lnTo>
                    <a:pt x="1493808" y="1199797"/>
                  </a:lnTo>
                  <a:lnTo>
                    <a:pt x="1492737" y="1200542"/>
                  </a:lnTo>
                  <a:lnTo>
                    <a:pt x="1491665" y="1201286"/>
                  </a:lnTo>
                  <a:lnTo>
                    <a:pt x="1490593" y="1202030"/>
                  </a:lnTo>
                  <a:lnTo>
                    <a:pt x="1489522" y="1202774"/>
                  </a:lnTo>
                  <a:lnTo>
                    <a:pt x="1488450" y="1203516"/>
                  </a:lnTo>
                  <a:lnTo>
                    <a:pt x="1487379" y="1204258"/>
                  </a:lnTo>
                  <a:lnTo>
                    <a:pt x="1486307" y="1205000"/>
                  </a:lnTo>
                  <a:lnTo>
                    <a:pt x="1485235" y="1205741"/>
                  </a:lnTo>
                  <a:lnTo>
                    <a:pt x="1484164" y="1206482"/>
                  </a:lnTo>
                  <a:lnTo>
                    <a:pt x="1483092" y="1207222"/>
                  </a:lnTo>
                  <a:lnTo>
                    <a:pt x="1482021" y="1207961"/>
                  </a:lnTo>
                  <a:lnTo>
                    <a:pt x="1480949" y="1208700"/>
                  </a:lnTo>
                  <a:lnTo>
                    <a:pt x="1479877" y="1209438"/>
                  </a:lnTo>
                  <a:lnTo>
                    <a:pt x="1478806" y="1210176"/>
                  </a:lnTo>
                  <a:lnTo>
                    <a:pt x="1477734" y="1210913"/>
                  </a:lnTo>
                  <a:lnTo>
                    <a:pt x="1476663" y="1211650"/>
                  </a:lnTo>
                  <a:lnTo>
                    <a:pt x="1475591" y="1212386"/>
                  </a:lnTo>
                  <a:lnTo>
                    <a:pt x="1474519" y="1213121"/>
                  </a:lnTo>
                  <a:lnTo>
                    <a:pt x="1473448" y="1213856"/>
                  </a:lnTo>
                  <a:lnTo>
                    <a:pt x="1472376" y="1214591"/>
                  </a:lnTo>
                  <a:lnTo>
                    <a:pt x="1471305" y="1215325"/>
                  </a:lnTo>
                  <a:lnTo>
                    <a:pt x="1470233" y="1216058"/>
                  </a:lnTo>
                  <a:lnTo>
                    <a:pt x="1469161" y="1216791"/>
                  </a:lnTo>
                  <a:lnTo>
                    <a:pt x="1468090" y="1217523"/>
                  </a:lnTo>
                  <a:lnTo>
                    <a:pt x="1467018" y="1218255"/>
                  </a:lnTo>
                  <a:lnTo>
                    <a:pt x="1465947" y="1218987"/>
                  </a:lnTo>
                  <a:lnTo>
                    <a:pt x="1464875" y="1219717"/>
                  </a:lnTo>
                  <a:lnTo>
                    <a:pt x="1463803" y="1220448"/>
                  </a:lnTo>
                  <a:lnTo>
                    <a:pt x="1462732" y="1221178"/>
                  </a:lnTo>
                  <a:lnTo>
                    <a:pt x="1461660" y="1221907"/>
                  </a:lnTo>
                  <a:lnTo>
                    <a:pt x="1460589" y="1222636"/>
                  </a:lnTo>
                  <a:lnTo>
                    <a:pt x="1459517" y="1223364"/>
                  </a:lnTo>
                  <a:lnTo>
                    <a:pt x="1458445" y="1224092"/>
                  </a:lnTo>
                  <a:lnTo>
                    <a:pt x="1457374" y="1224819"/>
                  </a:lnTo>
                  <a:lnTo>
                    <a:pt x="1456302" y="1225546"/>
                  </a:lnTo>
                  <a:lnTo>
                    <a:pt x="1455231" y="1226272"/>
                  </a:lnTo>
                  <a:lnTo>
                    <a:pt x="1454159" y="1226997"/>
                  </a:lnTo>
                  <a:lnTo>
                    <a:pt x="1453087" y="1227723"/>
                  </a:lnTo>
                  <a:lnTo>
                    <a:pt x="1452016" y="1228447"/>
                  </a:lnTo>
                  <a:lnTo>
                    <a:pt x="1450944" y="1229172"/>
                  </a:lnTo>
                  <a:lnTo>
                    <a:pt x="1449873" y="1229895"/>
                  </a:lnTo>
                  <a:lnTo>
                    <a:pt x="1448801" y="1230619"/>
                  </a:lnTo>
                  <a:lnTo>
                    <a:pt x="1447729" y="1231341"/>
                  </a:lnTo>
                  <a:lnTo>
                    <a:pt x="1446658" y="1232063"/>
                  </a:lnTo>
                  <a:lnTo>
                    <a:pt x="1445586" y="1232785"/>
                  </a:lnTo>
                  <a:lnTo>
                    <a:pt x="1444515" y="1233506"/>
                  </a:lnTo>
                  <a:lnTo>
                    <a:pt x="1443443" y="1234227"/>
                  </a:lnTo>
                  <a:lnTo>
                    <a:pt x="1442371" y="1234947"/>
                  </a:lnTo>
                  <a:lnTo>
                    <a:pt x="1441300" y="1235667"/>
                  </a:lnTo>
                  <a:lnTo>
                    <a:pt x="1440228" y="1236387"/>
                  </a:lnTo>
                  <a:lnTo>
                    <a:pt x="1439157" y="1237105"/>
                  </a:lnTo>
                  <a:lnTo>
                    <a:pt x="1438085" y="1237824"/>
                  </a:lnTo>
                  <a:lnTo>
                    <a:pt x="1437013" y="1238541"/>
                  </a:lnTo>
                  <a:lnTo>
                    <a:pt x="1435942" y="1239259"/>
                  </a:lnTo>
                  <a:lnTo>
                    <a:pt x="1434870" y="1239976"/>
                  </a:lnTo>
                  <a:lnTo>
                    <a:pt x="1433799" y="1240692"/>
                  </a:lnTo>
                  <a:lnTo>
                    <a:pt x="1432727" y="1241408"/>
                  </a:lnTo>
                  <a:lnTo>
                    <a:pt x="1431655" y="1242123"/>
                  </a:lnTo>
                  <a:lnTo>
                    <a:pt x="1430584" y="1242838"/>
                  </a:lnTo>
                  <a:lnTo>
                    <a:pt x="1429512" y="1243553"/>
                  </a:lnTo>
                  <a:lnTo>
                    <a:pt x="1428441" y="1244267"/>
                  </a:lnTo>
                  <a:lnTo>
                    <a:pt x="1427369" y="1244980"/>
                  </a:lnTo>
                  <a:lnTo>
                    <a:pt x="1426297" y="1245693"/>
                  </a:lnTo>
                  <a:lnTo>
                    <a:pt x="1425226" y="1246406"/>
                  </a:lnTo>
                  <a:lnTo>
                    <a:pt x="1424154" y="1247118"/>
                  </a:lnTo>
                  <a:lnTo>
                    <a:pt x="1423083" y="1247830"/>
                  </a:lnTo>
                  <a:lnTo>
                    <a:pt x="1422011" y="1248541"/>
                  </a:lnTo>
                  <a:lnTo>
                    <a:pt x="1420939" y="1249251"/>
                  </a:lnTo>
                  <a:lnTo>
                    <a:pt x="1419868" y="1249962"/>
                  </a:lnTo>
                  <a:lnTo>
                    <a:pt x="1418796" y="1250671"/>
                  </a:lnTo>
                  <a:lnTo>
                    <a:pt x="1417725" y="1251381"/>
                  </a:lnTo>
                  <a:lnTo>
                    <a:pt x="1416653" y="1252089"/>
                  </a:lnTo>
                  <a:lnTo>
                    <a:pt x="1415582" y="1252798"/>
                  </a:lnTo>
                  <a:lnTo>
                    <a:pt x="1414510" y="1253505"/>
                  </a:lnTo>
                  <a:lnTo>
                    <a:pt x="1413438" y="1254213"/>
                  </a:lnTo>
                  <a:lnTo>
                    <a:pt x="1412367" y="1254920"/>
                  </a:lnTo>
                  <a:lnTo>
                    <a:pt x="1411295" y="1255626"/>
                  </a:lnTo>
                  <a:lnTo>
                    <a:pt x="1410224" y="1256332"/>
                  </a:lnTo>
                  <a:lnTo>
                    <a:pt x="1409152" y="1257037"/>
                  </a:lnTo>
                  <a:lnTo>
                    <a:pt x="1408080" y="1257742"/>
                  </a:lnTo>
                  <a:lnTo>
                    <a:pt x="1407009" y="1258447"/>
                  </a:lnTo>
                  <a:lnTo>
                    <a:pt x="1405937" y="1259151"/>
                  </a:lnTo>
                  <a:lnTo>
                    <a:pt x="1404866" y="1259855"/>
                  </a:lnTo>
                  <a:lnTo>
                    <a:pt x="1403794" y="1260558"/>
                  </a:lnTo>
                  <a:lnTo>
                    <a:pt x="1402722" y="1261261"/>
                  </a:lnTo>
                  <a:lnTo>
                    <a:pt x="1401651" y="1261963"/>
                  </a:lnTo>
                  <a:lnTo>
                    <a:pt x="1400579" y="1262664"/>
                  </a:lnTo>
                  <a:lnTo>
                    <a:pt x="1399508" y="1263366"/>
                  </a:lnTo>
                  <a:lnTo>
                    <a:pt x="1398436" y="1264067"/>
                  </a:lnTo>
                  <a:lnTo>
                    <a:pt x="1397364" y="1264767"/>
                  </a:lnTo>
                  <a:lnTo>
                    <a:pt x="1396293" y="1265467"/>
                  </a:lnTo>
                  <a:lnTo>
                    <a:pt x="1395221" y="1266166"/>
                  </a:lnTo>
                  <a:lnTo>
                    <a:pt x="1394150" y="1266865"/>
                  </a:lnTo>
                  <a:lnTo>
                    <a:pt x="1393078" y="1267564"/>
                  </a:lnTo>
                  <a:lnTo>
                    <a:pt x="1392006" y="1268262"/>
                  </a:lnTo>
                  <a:lnTo>
                    <a:pt x="1390935" y="1268959"/>
                  </a:lnTo>
                  <a:lnTo>
                    <a:pt x="1389863" y="1269656"/>
                  </a:lnTo>
                  <a:lnTo>
                    <a:pt x="1388792" y="1270353"/>
                  </a:lnTo>
                  <a:lnTo>
                    <a:pt x="1387720" y="1271049"/>
                  </a:lnTo>
                  <a:lnTo>
                    <a:pt x="1386648" y="1271745"/>
                  </a:lnTo>
                  <a:lnTo>
                    <a:pt x="1385577" y="1272440"/>
                  </a:lnTo>
                  <a:lnTo>
                    <a:pt x="1384505" y="1273135"/>
                  </a:lnTo>
                  <a:lnTo>
                    <a:pt x="1383434" y="1273829"/>
                  </a:lnTo>
                  <a:lnTo>
                    <a:pt x="1382362" y="1274523"/>
                  </a:lnTo>
                  <a:lnTo>
                    <a:pt x="1381290" y="1275216"/>
                  </a:lnTo>
                  <a:lnTo>
                    <a:pt x="1380219" y="1275909"/>
                  </a:lnTo>
                  <a:lnTo>
                    <a:pt x="1379147" y="1276602"/>
                  </a:lnTo>
                  <a:lnTo>
                    <a:pt x="1378076" y="1277294"/>
                  </a:lnTo>
                  <a:lnTo>
                    <a:pt x="1377004" y="1277985"/>
                  </a:lnTo>
                  <a:lnTo>
                    <a:pt x="1375932" y="1278676"/>
                  </a:lnTo>
                  <a:lnTo>
                    <a:pt x="1374861" y="1279367"/>
                  </a:lnTo>
                  <a:lnTo>
                    <a:pt x="1373789" y="1280057"/>
                  </a:lnTo>
                  <a:lnTo>
                    <a:pt x="1372718" y="1280747"/>
                  </a:lnTo>
                  <a:lnTo>
                    <a:pt x="1371646" y="1281436"/>
                  </a:lnTo>
                  <a:lnTo>
                    <a:pt x="1370574" y="1282125"/>
                  </a:lnTo>
                  <a:lnTo>
                    <a:pt x="1369503" y="1282813"/>
                  </a:lnTo>
                  <a:lnTo>
                    <a:pt x="1368431" y="1283501"/>
                  </a:lnTo>
                  <a:lnTo>
                    <a:pt x="1367360" y="1284188"/>
                  </a:lnTo>
                  <a:lnTo>
                    <a:pt x="1366288" y="1284875"/>
                  </a:lnTo>
                  <a:lnTo>
                    <a:pt x="1365216" y="1285561"/>
                  </a:lnTo>
                  <a:lnTo>
                    <a:pt x="1364145" y="1286247"/>
                  </a:lnTo>
                  <a:lnTo>
                    <a:pt x="1363073" y="1286933"/>
                  </a:lnTo>
                  <a:lnTo>
                    <a:pt x="1362002" y="1287618"/>
                  </a:lnTo>
                  <a:lnTo>
                    <a:pt x="1360930" y="1288302"/>
                  </a:lnTo>
                  <a:lnTo>
                    <a:pt x="1359858" y="1288986"/>
                  </a:lnTo>
                  <a:lnTo>
                    <a:pt x="1358787" y="1289670"/>
                  </a:lnTo>
                  <a:lnTo>
                    <a:pt x="1357715" y="1290353"/>
                  </a:lnTo>
                  <a:lnTo>
                    <a:pt x="1356644" y="1291036"/>
                  </a:lnTo>
                  <a:lnTo>
                    <a:pt x="1355572" y="1291718"/>
                  </a:lnTo>
                  <a:lnTo>
                    <a:pt x="1354500" y="1292400"/>
                  </a:lnTo>
                  <a:lnTo>
                    <a:pt x="1353429" y="1293081"/>
                  </a:lnTo>
                  <a:lnTo>
                    <a:pt x="1352357" y="1293762"/>
                  </a:lnTo>
                  <a:lnTo>
                    <a:pt x="1351286" y="1294442"/>
                  </a:lnTo>
                  <a:lnTo>
                    <a:pt x="1350214" y="1295122"/>
                  </a:lnTo>
                  <a:lnTo>
                    <a:pt x="1349142" y="1295802"/>
                  </a:lnTo>
                  <a:lnTo>
                    <a:pt x="1348071" y="1296481"/>
                  </a:lnTo>
                  <a:lnTo>
                    <a:pt x="1346999" y="1297159"/>
                  </a:lnTo>
                  <a:lnTo>
                    <a:pt x="1345928" y="1297837"/>
                  </a:lnTo>
                  <a:lnTo>
                    <a:pt x="1344856" y="1298515"/>
                  </a:lnTo>
                  <a:lnTo>
                    <a:pt x="1343784" y="1299192"/>
                  </a:lnTo>
                  <a:lnTo>
                    <a:pt x="1342713" y="1299868"/>
                  </a:lnTo>
                  <a:lnTo>
                    <a:pt x="1341641" y="1300545"/>
                  </a:lnTo>
                  <a:lnTo>
                    <a:pt x="1340570" y="1301220"/>
                  </a:lnTo>
                  <a:lnTo>
                    <a:pt x="1339498" y="1301895"/>
                  </a:lnTo>
                  <a:lnTo>
                    <a:pt x="1338426" y="1302570"/>
                  </a:lnTo>
                  <a:lnTo>
                    <a:pt x="1337355" y="1303244"/>
                  </a:lnTo>
                  <a:lnTo>
                    <a:pt x="1336283" y="1303918"/>
                  </a:lnTo>
                  <a:lnTo>
                    <a:pt x="1335212" y="1304592"/>
                  </a:lnTo>
                  <a:lnTo>
                    <a:pt x="1334140" y="1305265"/>
                  </a:lnTo>
                  <a:lnTo>
                    <a:pt x="1333068" y="1305937"/>
                  </a:lnTo>
                  <a:lnTo>
                    <a:pt x="1331997" y="1306609"/>
                  </a:lnTo>
                  <a:lnTo>
                    <a:pt x="1330925" y="1307280"/>
                  </a:lnTo>
                  <a:lnTo>
                    <a:pt x="1329854" y="1307951"/>
                  </a:lnTo>
                  <a:lnTo>
                    <a:pt x="1328782" y="1308622"/>
                  </a:lnTo>
                  <a:lnTo>
                    <a:pt x="1327710" y="1309292"/>
                  </a:lnTo>
                  <a:lnTo>
                    <a:pt x="1326639" y="1309961"/>
                  </a:lnTo>
                  <a:lnTo>
                    <a:pt x="1325567" y="1310631"/>
                  </a:lnTo>
                  <a:lnTo>
                    <a:pt x="1324496" y="1311299"/>
                  </a:lnTo>
                  <a:lnTo>
                    <a:pt x="1323424" y="1311967"/>
                  </a:lnTo>
                  <a:lnTo>
                    <a:pt x="1322352" y="1312635"/>
                  </a:lnTo>
                  <a:lnTo>
                    <a:pt x="1321281" y="1313302"/>
                  </a:lnTo>
                  <a:lnTo>
                    <a:pt x="1320209" y="1313969"/>
                  </a:lnTo>
                  <a:lnTo>
                    <a:pt x="1319138" y="1314635"/>
                  </a:lnTo>
                  <a:lnTo>
                    <a:pt x="1318066" y="1315301"/>
                  </a:lnTo>
                  <a:lnTo>
                    <a:pt x="1316994" y="1315966"/>
                  </a:lnTo>
                  <a:lnTo>
                    <a:pt x="1315923" y="1316631"/>
                  </a:lnTo>
                  <a:lnTo>
                    <a:pt x="1314851" y="1317296"/>
                  </a:lnTo>
                  <a:lnTo>
                    <a:pt x="1313780" y="1317960"/>
                  </a:lnTo>
                  <a:lnTo>
                    <a:pt x="1312708" y="1318623"/>
                  </a:lnTo>
                  <a:lnTo>
                    <a:pt x="1311636" y="1319286"/>
                  </a:lnTo>
                  <a:lnTo>
                    <a:pt x="1310565" y="1319949"/>
                  </a:lnTo>
                  <a:lnTo>
                    <a:pt x="1309493" y="1320611"/>
                  </a:lnTo>
                  <a:lnTo>
                    <a:pt x="1308422" y="1321272"/>
                  </a:lnTo>
                  <a:lnTo>
                    <a:pt x="1307350" y="1321933"/>
                  </a:lnTo>
                  <a:lnTo>
                    <a:pt x="1306278" y="1322594"/>
                  </a:lnTo>
                  <a:lnTo>
                    <a:pt x="1305207" y="1323254"/>
                  </a:lnTo>
                  <a:lnTo>
                    <a:pt x="1304135" y="1323913"/>
                  </a:lnTo>
                  <a:lnTo>
                    <a:pt x="1303064" y="1324573"/>
                  </a:lnTo>
                  <a:lnTo>
                    <a:pt x="1301992" y="1325231"/>
                  </a:lnTo>
                  <a:lnTo>
                    <a:pt x="1300920" y="1325889"/>
                  </a:lnTo>
                  <a:lnTo>
                    <a:pt x="1299849" y="1326547"/>
                  </a:lnTo>
                  <a:lnTo>
                    <a:pt x="1298777" y="1327204"/>
                  </a:lnTo>
                  <a:lnTo>
                    <a:pt x="1297706" y="1327861"/>
                  </a:lnTo>
                  <a:lnTo>
                    <a:pt x="1296634" y="1328517"/>
                  </a:lnTo>
                  <a:lnTo>
                    <a:pt x="1295562" y="1329173"/>
                  </a:lnTo>
                  <a:lnTo>
                    <a:pt x="1294491" y="1329829"/>
                  </a:lnTo>
                  <a:lnTo>
                    <a:pt x="1293419" y="1330483"/>
                  </a:lnTo>
                  <a:lnTo>
                    <a:pt x="1292348" y="1331138"/>
                  </a:lnTo>
                  <a:lnTo>
                    <a:pt x="1291276" y="1331792"/>
                  </a:lnTo>
                  <a:lnTo>
                    <a:pt x="1290204" y="1332445"/>
                  </a:lnTo>
                  <a:lnTo>
                    <a:pt x="1289133" y="1333098"/>
                  </a:lnTo>
                  <a:lnTo>
                    <a:pt x="1288061" y="1333750"/>
                  </a:lnTo>
                  <a:lnTo>
                    <a:pt x="1286990" y="1334402"/>
                  </a:lnTo>
                  <a:lnTo>
                    <a:pt x="1285918" y="1335054"/>
                  </a:lnTo>
                  <a:lnTo>
                    <a:pt x="1284846" y="1335705"/>
                  </a:lnTo>
                  <a:lnTo>
                    <a:pt x="1283775" y="1336355"/>
                  </a:lnTo>
                  <a:lnTo>
                    <a:pt x="1282703" y="1337005"/>
                  </a:lnTo>
                  <a:lnTo>
                    <a:pt x="1281632" y="1337655"/>
                  </a:lnTo>
                  <a:lnTo>
                    <a:pt x="1280560" y="1338304"/>
                  </a:lnTo>
                  <a:lnTo>
                    <a:pt x="1279488" y="1338953"/>
                  </a:lnTo>
                  <a:lnTo>
                    <a:pt x="1278417" y="1339601"/>
                  </a:lnTo>
                  <a:lnTo>
                    <a:pt x="1277345" y="1340248"/>
                  </a:lnTo>
                  <a:lnTo>
                    <a:pt x="1276274" y="1340895"/>
                  </a:lnTo>
                  <a:lnTo>
                    <a:pt x="1275202" y="1341542"/>
                  </a:lnTo>
                  <a:lnTo>
                    <a:pt x="1274130" y="1342188"/>
                  </a:lnTo>
                  <a:lnTo>
                    <a:pt x="1273059" y="1342834"/>
                  </a:lnTo>
                  <a:lnTo>
                    <a:pt x="1271987" y="1343479"/>
                  </a:lnTo>
                  <a:lnTo>
                    <a:pt x="1270916" y="1344124"/>
                  </a:lnTo>
                  <a:lnTo>
                    <a:pt x="1269844" y="1344768"/>
                  </a:lnTo>
                  <a:lnTo>
                    <a:pt x="1268772" y="1345412"/>
                  </a:lnTo>
                  <a:lnTo>
                    <a:pt x="1267701" y="1346055"/>
                  </a:lnTo>
                  <a:lnTo>
                    <a:pt x="1266629" y="1346698"/>
                  </a:lnTo>
                  <a:lnTo>
                    <a:pt x="1265558" y="1347340"/>
                  </a:lnTo>
                  <a:lnTo>
                    <a:pt x="1264486" y="1347982"/>
                  </a:lnTo>
                  <a:lnTo>
                    <a:pt x="1263414" y="1348623"/>
                  </a:lnTo>
                  <a:lnTo>
                    <a:pt x="1262343" y="1349264"/>
                  </a:lnTo>
                  <a:lnTo>
                    <a:pt x="1261271" y="1349904"/>
                  </a:lnTo>
                  <a:lnTo>
                    <a:pt x="1260200" y="1350544"/>
                  </a:lnTo>
                  <a:lnTo>
                    <a:pt x="1259128" y="1351183"/>
                  </a:lnTo>
                  <a:lnTo>
                    <a:pt x="1258056" y="1351822"/>
                  </a:lnTo>
                  <a:lnTo>
                    <a:pt x="1256985" y="1352461"/>
                  </a:lnTo>
                  <a:lnTo>
                    <a:pt x="1255913" y="1353099"/>
                  </a:lnTo>
                  <a:lnTo>
                    <a:pt x="1254842" y="1353736"/>
                  </a:lnTo>
                  <a:lnTo>
                    <a:pt x="1253770" y="1354373"/>
                  </a:lnTo>
                  <a:lnTo>
                    <a:pt x="1252698" y="1355009"/>
                  </a:lnTo>
                  <a:lnTo>
                    <a:pt x="1251627" y="1355645"/>
                  </a:lnTo>
                  <a:lnTo>
                    <a:pt x="1250555" y="1356281"/>
                  </a:lnTo>
                  <a:lnTo>
                    <a:pt x="1249484" y="1356916"/>
                  </a:lnTo>
                  <a:lnTo>
                    <a:pt x="1248412" y="1357550"/>
                  </a:lnTo>
                  <a:lnTo>
                    <a:pt x="1247340" y="1358184"/>
                  </a:lnTo>
                  <a:lnTo>
                    <a:pt x="1246269" y="1358817"/>
                  </a:lnTo>
                  <a:lnTo>
                    <a:pt x="1245197" y="1359450"/>
                  </a:lnTo>
                  <a:lnTo>
                    <a:pt x="1244126" y="1360083"/>
                  </a:lnTo>
                  <a:lnTo>
                    <a:pt x="1243054" y="1360715"/>
                  </a:lnTo>
                  <a:lnTo>
                    <a:pt x="1241983" y="1361346"/>
                  </a:lnTo>
                  <a:lnTo>
                    <a:pt x="1240911" y="1361977"/>
                  </a:lnTo>
                  <a:lnTo>
                    <a:pt x="1239839" y="1362608"/>
                  </a:lnTo>
                  <a:lnTo>
                    <a:pt x="1238768" y="1363238"/>
                  </a:lnTo>
                  <a:lnTo>
                    <a:pt x="1237696" y="1363867"/>
                  </a:lnTo>
                  <a:lnTo>
                    <a:pt x="1236625" y="1364497"/>
                  </a:lnTo>
                  <a:lnTo>
                    <a:pt x="1235553" y="1365125"/>
                  </a:lnTo>
                  <a:lnTo>
                    <a:pt x="1234481" y="1365753"/>
                  </a:lnTo>
                  <a:lnTo>
                    <a:pt x="1233410" y="1366381"/>
                  </a:lnTo>
                  <a:lnTo>
                    <a:pt x="1232338" y="1367008"/>
                  </a:lnTo>
                  <a:lnTo>
                    <a:pt x="1231267" y="1367634"/>
                  </a:lnTo>
                  <a:lnTo>
                    <a:pt x="1230195" y="1368260"/>
                  </a:lnTo>
                  <a:lnTo>
                    <a:pt x="1229123" y="1368886"/>
                  </a:lnTo>
                  <a:lnTo>
                    <a:pt x="1228052" y="1369511"/>
                  </a:lnTo>
                  <a:lnTo>
                    <a:pt x="1226980" y="1370136"/>
                  </a:lnTo>
                  <a:lnTo>
                    <a:pt x="1225909" y="1370760"/>
                  </a:lnTo>
                  <a:lnTo>
                    <a:pt x="1224837" y="1371383"/>
                  </a:lnTo>
                  <a:lnTo>
                    <a:pt x="1223765" y="1372006"/>
                  </a:lnTo>
                  <a:lnTo>
                    <a:pt x="1222694" y="1372629"/>
                  </a:lnTo>
                  <a:lnTo>
                    <a:pt x="1221622" y="1373251"/>
                  </a:lnTo>
                  <a:lnTo>
                    <a:pt x="1220551" y="1373873"/>
                  </a:lnTo>
                  <a:lnTo>
                    <a:pt x="1219479" y="1374494"/>
                  </a:lnTo>
                  <a:lnTo>
                    <a:pt x="1218407" y="1375114"/>
                  </a:lnTo>
                  <a:lnTo>
                    <a:pt x="1217336" y="1375735"/>
                  </a:lnTo>
                  <a:lnTo>
                    <a:pt x="1216264" y="1376354"/>
                  </a:lnTo>
                  <a:lnTo>
                    <a:pt x="1215193" y="1376973"/>
                  </a:lnTo>
                  <a:lnTo>
                    <a:pt x="1214121" y="1377592"/>
                  </a:lnTo>
                  <a:lnTo>
                    <a:pt x="1213049" y="1378210"/>
                  </a:lnTo>
                  <a:lnTo>
                    <a:pt x="1211978" y="1378828"/>
                  </a:lnTo>
                  <a:lnTo>
                    <a:pt x="1210906" y="1379445"/>
                  </a:lnTo>
                  <a:lnTo>
                    <a:pt x="1209835" y="1380062"/>
                  </a:lnTo>
                  <a:lnTo>
                    <a:pt x="1208763" y="1380678"/>
                  </a:lnTo>
                  <a:lnTo>
                    <a:pt x="1207691" y="1381293"/>
                  </a:lnTo>
                  <a:lnTo>
                    <a:pt x="1206620" y="1381909"/>
                  </a:lnTo>
                  <a:lnTo>
                    <a:pt x="1205548" y="1382523"/>
                  </a:lnTo>
                  <a:lnTo>
                    <a:pt x="1204477" y="1383137"/>
                  </a:lnTo>
                  <a:lnTo>
                    <a:pt x="1203405" y="1383751"/>
                  </a:lnTo>
                  <a:lnTo>
                    <a:pt x="1202333" y="1384364"/>
                  </a:lnTo>
                  <a:lnTo>
                    <a:pt x="1201262" y="1384977"/>
                  </a:lnTo>
                  <a:lnTo>
                    <a:pt x="1200190" y="1385589"/>
                  </a:lnTo>
                  <a:lnTo>
                    <a:pt x="1199119" y="1386201"/>
                  </a:lnTo>
                  <a:lnTo>
                    <a:pt x="1198047" y="1386812"/>
                  </a:lnTo>
                  <a:lnTo>
                    <a:pt x="1196975" y="1387422"/>
                  </a:lnTo>
                  <a:lnTo>
                    <a:pt x="1195904" y="1388033"/>
                  </a:lnTo>
                  <a:lnTo>
                    <a:pt x="1194832" y="1388642"/>
                  </a:lnTo>
                  <a:lnTo>
                    <a:pt x="1193761" y="1389251"/>
                  </a:lnTo>
                  <a:lnTo>
                    <a:pt x="1192689" y="1389860"/>
                  </a:lnTo>
                  <a:lnTo>
                    <a:pt x="1191617" y="1390468"/>
                  </a:lnTo>
                  <a:lnTo>
                    <a:pt x="1190546" y="1391076"/>
                  </a:lnTo>
                  <a:lnTo>
                    <a:pt x="1189474" y="1391683"/>
                  </a:lnTo>
                  <a:lnTo>
                    <a:pt x="1188403" y="1392290"/>
                  </a:lnTo>
                  <a:lnTo>
                    <a:pt x="1187331" y="1392896"/>
                  </a:lnTo>
                  <a:lnTo>
                    <a:pt x="1186259" y="1393502"/>
                  </a:lnTo>
                  <a:lnTo>
                    <a:pt x="1185188" y="1394107"/>
                  </a:lnTo>
                  <a:lnTo>
                    <a:pt x="1184116" y="1394712"/>
                  </a:lnTo>
                  <a:lnTo>
                    <a:pt x="1183045" y="1395316"/>
                  </a:lnTo>
                  <a:lnTo>
                    <a:pt x="1181973" y="1395919"/>
                  </a:lnTo>
                  <a:lnTo>
                    <a:pt x="1180901" y="1396523"/>
                  </a:lnTo>
                  <a:lnTo>
                    <a:pt x="1179830" y="1397125"/>
                  </a:lnTo>
                  <a:lnTo>
                    <a:pt x="1178758" y="1397727"/>
                  </a:lnTo>
                  <a:lnTo>
                    <a:pt x="1177687" y="1398329"/>
                  </a:lnTo>
                  <a:lnTo>
                    <a:pt x="1176615" y="1398930"/>
                  </a:lnTo>
                  <a:lnTo>
                    <a:pt x="1175543" y="1399531"/>
                  </a:lnTo>
                  <a:lnTo>
                    <a:pt x="1174472" y="1400131"/>
                  </a:lnTo>
                  <a:lnTo>
                    <a:pt x="1173400" y="1400731"/>
                  </a:lnTo>
                  <a:lnTo>
                    <a:pt x="1172329" y="1401330"/>
                  </a:lnTo>
                  <a:lnTo>
                    <a:pt x="1171257" y="1401929"/>
                  </a:lnTo>
                  <a:lnTo>
                    <a:pt x="1170185" y="1402527"/>
                  </a:lnTo>
                  <a:lnTo>
                    <a:pt x="1169114" y="1403124"/>
                  </a:lnTo>
                  <a:lnTo>
                    <a:pt x="1168042" y="1403722"/>
                  </a:lnTo>
                  <a:lnTo>
                    <a:pt x="1166971" y="1404318"/>
                  </a:lnTo>
                  <a:lnTo>
                    <a:pt x="1165899" y="1404914"/>
                  </a:lnTo>
                  <a:lnTo>
                    <a:pt x="1164827" y="1405510"/>
                  </a:lnTo>
                  <a:lnTo>
                    <a:pt x="1163756" y="1406105"/>
                  </a:lnTo>
                  <a:lnTo>
                    <a:pt x="1162684" y="1406700"/>
                  </a:lnTo>
                  <a:lnTo>
                    <a:pt x="1161613" y="1407294"/>
                  </a:lnTo>
                  <a:lnTo>
                    <a:pt x="1160541" y="1407888"/>
                  </a:lnTo>
                  <a:lnTo>
                    <a:pt x="1159469" y="1408481"/>
                  </a:lnTo>
                  <a:lnTo>
                    <a:pt x="1158398" y="1409074"/>
                  </a:lnTo>
                  <a:lnTo>
                    <a:pt x="1157326" y="1409666"/>
                  </a:lnTo>
                  <a:lnTo>
                    <a:pt x="1156255" y="1410258"/>
                  </a:lnTo>
                  <a:lnTo>
                    <a:pt x="1155183" y="1410849"/>
                  </a:lnTo>
                  <a:lnTo>
                    <a:pt x="1154111" y="1411439"/>
                  </a:lnTo>
                  <a:lnTo>
                    <a:pt x="1153040" y="1412030"/>
                  </a:lnTo>
                  <a:lnTo>
                    <a:pt x="1151968" y="1412619"/>
                  </a:lnTo>
                  <a:lnTo>
                    <a:pt x="1150897" y="1413208"/>
                  </a:lnTo>
                  <a:lnTo>
                    <a:pt x="1149825" y="1413797"/>
                  </a:lnTo>
                  <a:lnTo>
                    <a:pt x="1148753" y="1414385"/>
                  </a:lnTo>
                  <a:lnTo>
                    <a:pt x="1147682" y="1414973"/>
                  </a:lnTo>
                  <a:lnTo>
                    <a:pt x="1146610" y="1415560"/>
                  </a:lnTo>
                  <a:lnTo>
                    <a:pt x="1145539" y="1416147"/>
                  </a:lnTo>
                  <a:lnTo>
                    <a:pt x="1144467" y="1416733"/>
                  </a:lnTo>
                  <a:lnTo>
                    <a:pt x="1143395" y="1417319"/>
                  </a:lnTo>
                  <a:lnTo>
                    <a:pt x="1142324" y="1417904"/>
                  </a:lnTo>
                  <a:lnTo>
                    <a:pt x="1141252" y="1418489"/>
                  </a:lnTo>
                  <a:lnTo>
                    <a:pt x="1140181" y="1419073"/>
                  </a:lnTo>
                  <a:lnTo>
                    <a:pt x="1139109" y="1419657"/>
                  </a:lnTo>
                  <a:lnTo>
                    <a:pt x="1138037" y="1420240"/>
                  </a:lnTo>
                  <a:lnTo>
                    <a:pt x="1136966" y="1420822"/>
                  </a:lnTo>
                  <a:lnTo>
                    <a:pt x="1135894" y="1421405"/>
                  </a:lnTo>
                  <a:lnTo>
                    <a:pt x="1134823" y="1421986"/>
                  </a:lnTo>
                  <a:lnTo>
                    <a:pt x="1133751" y="1422568"/>
                  </a:lnTo>
                  <a:lnTo>
                    <a:pt x="1132679" y="1423148"/>
                  </a:lnTo>
                  <a:lnTo>
                    <a:pt x="1131608" y="1423729"/>
                  </a:lnTo>
                  <a:lnTo>
                    <a:pt x="1130536" y="1424308"/>
                  </a:lnTo>
                  <a:lnTo>
                    <a:pt x="1129465" y="1424888"/>
                  </a:lnTo>
                  <a:lnTo>
                    <a:pt x="1128393" y="1425466"/>
                  </a:lnTo>
                  <a:lnTo>
                    <a:pt x="1127321" y="1426044"/>
                  </a:lnTo>
                  <a:lnTo>
                    <a:pt x="1126250" y="1426622"/>
                  </a:lnTo>
                  <a:lnTo>
                    <a:pt x="1125178" y="1427200"/>
                  </a:lnTo>
                  <a:lnTo>
                    <a:pt x="1124107" y="1427776"/>
                  </a:lnTo>
                  <a:lnTo>
                    <a:pt x="1123035" y="1428353"/>
                  </a:lnTo>
                  <a:lnTo>
                    <a:pt x="1121963" y="1428928"/>
                  </a:lnTo>
                  <a:lnTo>
                    <a:pt x="1120892" y="1429504"/>
                  </a:lnTo>
                  <a:lnTo>
                    <a:pt x="1119820" y="1430078"/>
                  </a:lnTo>
                  <a:lnTo>
                    <a:pt x="1118749" y="1430653"/>
                  </a:lnTo>
                  <a:lnTo>
                    <a:pt x="1117677" y="1431226"/>
                  </a:lnTo>
                  <a:lnTo>
                    <a:pt x="1116605" y="1431800"/>
                  </a:lnTo>
                  <a:lnTo>
                    <a:pt x="1115534" y="1432373"/>
                  </a:lnTo>
                  <a:lnTo>
                    <a:pt x="1114462" y="1432945"/>
                  </a:lnTo>
                  <a:lnTo>
                    <a:pt x="1113391" y="1433517"/>
                  </a:lnTo>
                  <a:lnTo>
                    <a:pt x="1112319" y="1434088"/>
                  </a:lnTo>
                  <a:lnTo>
                    <a:pt x="1111247" y="1434659"/>
                  </a:lnTo>
                  <a:lnTo>
                    <a:pt x="1110176" y="1435229"/>
                  </a:lnTo>
                  <a:lnTo>
                    <a:pt x="1109104" y="1435799"/>
                  </a:lnTo>
                  <a:lnTo>
                    <a:pt x="1108033" y="1436369"/>
                  </a:lnTo>
                  <a:lnTo>
                    <a:pt x="1106961" y="1436937"/>
                  </a:lnTo>
                  <a:lnTo>
                    <a:pt x="1105889" y="1437506"/>
                  </a:lnTo>
                  <a:lnTo>
                    <a:pt x="1104818" y="1438074"/>
                  </a:lnTo>
                  <a:lnTo>
                    <a:pt x="1103746" y="1438641"/>
                  </a:lnTo>
                  <a:lnTo>
                    <a:pt x="1102675" y="1439208"/>
                  </a:lnTo>
                  <a:lnTo>
                    <a:pt x="1101603" y="1439775"/>
                  </a:lnTo>
                  <a:lnTo>
                    <a:pt x="1100531" y="1440341"/>
                  </a:lnTo>
                  <a:lnTo>
                    <a:pt x="1099460" y="1440906"/>
                  </a:lnTo>
                  <a:lnTo>
                    <a:pt x="1098388" y="1441471"/>
                  </a:lnTo>
                  <a:lnTo>
                    <a:pt x="1097317" y="1442035"/>
                  </a:lnTo>
                  <a:lnTo>
                    <a:pt x="1096245" y="1442599"/>
                  </a:lnTo>
                  <a:lnTo>
                    <a:pt x="1095173" y="1443163"/>
                  </a:lnTo>
                  <a:lnTo>
                    <a:pt x="1094102" y="1443726"/>
                  </a:lnTo>
                  <a:lnTo>
                    <a:pt x="1093030" y="1444289"/>
                  </a:lnTo>
                  <a:lnTo>
                    <a:pt x="1091959" y="1444851"/>
                  </a:lnTo>
                  <a:lnTo>
                    <a:pt x="1090887" y="1445412"/>
                  </a:lnTo>
                  <a:lnTo>
                    <a:pt x="1089815" y="1445973"/>
                  </a:lnTo>
                  <a:lnTo>
                    <a:pt x="1088744" y="1446534"/>
                  </a:lnTo>
                  <a:lnTo>
                    <a:pt x="1087672" y="1447094"/>
                  </a:lnTo>
                  <a:lnTo>
                    <a:pt x="1086601" y="1447654"/>
                  </a:lnTo>
                  <a:lnTo>
                    <a:pt x="1085529" y="1448213"/>
                  </a:lnTo>
                  <a:lnTo>
                    <a:pt x="1084457" y="1448772"/>
                  </a:lnTo>
                  <a:lnTo>
                    <a:pt x="1083386" y="1449330"/>
                  </a:lnTo>
                  <a:lnTo>
                    <a:pt x="1082314" y="1449888"/>
                  </a:lnTo>
                  <a:lnTo>
                    <a:pt x="1081243" y="1450445"/>
                  </a:lnTo>
                  <a:lnTo>
                    <a:pt x="1080171" y="1451002"/>
                  </a:lnTo>
                  <a:lnTo>
                    <a:pt x="1079099" y="1451558"/>
                  </a:lnTo>
                  <a:lnTo>
                    <a:pt x="1078028" y="1452114"/>
                  </a:lnTo>
                  <a:lnTo>
                    <a:pt x="1076956" y="1452669"/>
                  </a:lnTo>
                  <a:lnTo>
                    <a:pt x="1075885" y="1453224"/>
                  </a:lnTo>
                  <a:lnTo>
                    <a:pt x="1074813" y="1453779"/>
                  </a:lnTo>
                  <a:lnTo>
                    <a:pt x="1073741" y="1454333"/>
                  </a:lnTo>
                  <a:lnTo>
                    <a:pt x="1072670" y="1454886"/>
                  </a:lnTo>
                  <a:lnTo>
                    <a:pt x="1071598" y="1455439"/>
                  </a:lnTo>
                  <a:lnTo>
                    <a:pt x="1070527" y="1455992"/>
                  </a:lnTo>
                  <a:lnTo>
                    <a:pt x="1069455" y="1456544"/>
                  </a:lnTo>
                  <a:lnTo>
                    <a:pt x="1068383" y="1457095"/>
                  </a:lnTo>
                  <a:lnTo>
                    <a:pt x="1067312" y="1457647"/>
                  </a:lnTo>
                  <a:lnTo>
                    <a:pt x="1066240" y="1458197"/>
                  </a:lnTo>
                  <a:lnTo>
                    <a:pt x="1065169" y="1458748"/>
                  </a:lnTo>
                  <a:lnTo>
                    <a:pt x="1064097" y="1459297"/>
                  </a:lnTo>
                  <a:lnTo>
                    <a:pt x="1063026" y="1459847"/>
                  </a:lnTo>
                  <a:lnTo>
                    <a:pt x="1061954" y="1460396"/>
                  </a:lnTo>
                  <a:lnTo>
                    <a:pt x="1060882" y="1460944"/>
                  </a:lnTo>
                  <a:lnTo>
                    <a:pt x="1059811" y="1461492"/>
                  </a:lnTo>
                  <a:lnTo>
                    <a:pt x="1058739" y="1462040"/>
                  </a:lnTo>
                  <a:lnTo>
                    <a:pt x="1057668" y="1462587"/>
                  </a:lnTo>
                  <a:lnTo>
                    <a:pt x="1056596" y="1463133"/>
                  </a:lnTo>
                  <a:lnTo>
                    <a:pt x="1055524" y="1463679"/>
                  </a:lnTo>
                  <a:lnTo>
                    <a:pt x="1054453" y="1464225"/>
                  </a:lnTo>
                  <a:lnTo>
                    <a:pt x="1053381" y="1464770"/>
                  </a:lnTo>
                  <a:lnTo>
                    <a:pt x="1052310" y="1465315"/>
                  </a:lnTo>
                  <a:lnTo>
                    <a:pt x="1051238" y="1465860"/>
                  </a:lnTo>
                  <a:lnTo>
                    <a:pt x="1050166" y="1466404"/>
                  </a:lnTo>
                  <a:lnTo>
                    <a:pt x="1049095" y="1466947"/>
                  </a:lnTo>
                  <a:lnTo>
                    <a:pt x="1048023" y="1467490"/>
                  </a:lnTo>
                  <a:lnTo>
                    <a:pt x="1046952" y="1468033"/>
                  </a:lnTo>
                  <a:lnTo>
                    <a:pt x="1045880" y="1468575"/>
                  </a:lnTo>
                  <a:lnTo>
                    <a:pt x="1044808" y="1469117"/>
                  </a:lnTo>
                  <a:lnTo>
                    <a:pt x="1043737" y="1469659"/>
                  </a:lnTo>
                  <a:lnTo>
                    <a:pt x="1042665" y="1470200"/>
                  </a:lnTo>
                  <a:lnTo>
                    <a:pt x="1041594" y="1470740"/>
                  </a:lnTo>
                  <a:lnTo>
                    <a:pt x="1040522" y="1471280"/>
                  </a:lnTo>
                  <a:lnTo>
                    <a:pt x="1039450" y="1471820"/>
                  </a:lnTo>
                  <a:lnTo>
                    <a:pt x="1038379" y="1472359"/>
                  </a:lnTo>
                  <a:lnTo>
                    <a:pt x="1037307" y="1472898"/>
                  </a:lnTo>
                  <a:lnTo>
                    <a:pt x="1036236" y="1473437"/>
                  </a:lnTo>
                  <a:lnTo>
                    <a:pt x="1035164" y="1473975"/>
                  </a:lnTo>
                  <a:lnTo>
                    <a:pt x="1034092" y="1474513"/>
                  </a:lnTo>
                  <a:lnTo>
                    <a:pt x="1033021" y="1475050"/>
                  </a:lnTo>
                  <a:lnTo>
                    <a:pt x="1031949" y="1475587"/>
                  </a:lnTo>
                  <a:lnTo>
                    <a:pt x="1030878" y="1476123"/>
                  </a:lnTo>
                  <a:lnTo>
                    <a:pt x="1029806" y="1476659"/>
                  </a:lnTo>
                  <a:lnTo>
                    <a:pt x="1028734" y="1477195"/>
                  </a:lnTo>
                  <a:lnTo>
                    <a:pt x="1027663" y="1477730"/>
                  </a:lnTo>
                  <a:lnTo>
                    <a:pt x="1026591" y="1478265"/>
                  </a:lnTo>
                  <a:lnTo>
                    <a:pt x="1025520" y="1478799"/>
                  </a:lnTo>
                  <a:lnTo>
                    <a:pt x="1024448" y="1479333"/>
                  </a:lnTo>
                  <a:lnTo>
                    <a:pt x="1023376" y="1479867"/>
                  </a:lnTo>
                  <a:lnTo>
                    <a:pt x="1022305" y="1480400"/>
                  </a:lnTo>
                  <a:lnTo>
                    <a:pt x="1021233" y="1480933"/>
                  </a:lnTo>
                  <a:lnTo>
                    <a:pt x="1020162" y="1481465"/>
                  </a:lnTo>
                  <a:lnTo>
                    <a:pt x="1019090" y="1481997"/>
                  </a:lnTo>
                  <a:lnTo>
                    <a:pt x="1018018" y="1482529"/>
                  </a:lnTo>
                  <a:lnTo>
                    <a:pt x="1016947" y="1483060"/>
                  </a:lnTo>
                  <a:lnTo>
                    <a:pt x="1015875" y="1483591"/>
                  </a:lnTo>
                  <a:lnTo>
                    <a:pt x="1014804" y="1484122"/>
                  </a:lnTo>
                  <a:lnTo>
                    <a:pt x="1013732" y="1484652"/>
                  </a:lnTo>
                  <a:lnTo>
                    <a:pt x="1012660" y="1485182"/>
                  </a:lnTo>
                  <a:lnTo>
                    <a:pt x="1011589" y="1485711"/>
                  </a:lnTo>
                  <a:lnTo>
                    <a:pt x="1010517" y="1486240"/>
                  </a:lnTo>
                  <a:lnTo>
                    <a:pt x="1009446" y="1486769"/>
                  </a:lnTo>
                  <a:lnTo>
                    <a:pt x="1008374" y="1487297"/>
                  </a:lnTo>
                  <a:lnTo>
                    <a:pt x="1007302" y="1487825"/>
                  </a:lnTo>
                  <a:lnTo>
                    <a:pt x="1006231" y="1488352"/>
                  </a:lnTo>
                  <a:lnTo>
                    <a:pt x="1005159" y="1488880"/>
                  </a:lnTo>
                  <a:lnTo>
                    <a:pt x="1004088" y="1489406"/>
                  </a:lnTo>
                  <a:lnTo>
                    <a:pt x="1003016" y="1489933"/>
                  </a:lnTo>
                  <a:lnTo>
                    <a:pt x="1001944" y="1490459"/>
                  </a:lnTo>
                  <a:lnTo>
                    <a:pt x="1000873" y="1490985"/>
                  </a:lnTo>
                  <a:lnTo>
                    <a:pt x="999801" y="1491510"/>
                  </a:lnTo>
                  <a:lnTo>
                    <a:pt x="998730" y="1492035"/>
                  </a:lnTo>
                  <a:lnTo>
                    <a:pt x="997658" y="1492560"/>
                  </a:lnTo>
                  <a:lnTo>
                    <a:pt x="996586" y="1493084"/>
                  </a:lnTo>
                  <a:lnTo>
                    <a:pt x="995515" y="1493608"/>
                  </a:lnTo>
                  <a:lnTo>
                    <a:pt x="994443" y="1494131"/>
                  </a:lnTo>
                  <a:lnTo>
                    <a:pt x="993372" y="1494655"/>
                  </a:lnTo>
                  <a:lnTo>
                    <a:pt x="992300" y="1495177"/>
                  </a:lnTo>
                  <a:lnTo>
                    <a:pt x="991228" y="1495700"/>
                  </a:lnTo>
                  <a:lnTo>
                    <a:pt x="990157" y="1496222"/>
                  </a:lnTo>
                  <a:lnTo>
                    <a:pt x="989085" y="1496744"/>
                  </a:lnTo>
                  <a:lnTo>
                    <a:pt x="988014" y="1497266"/>
                  </a:lnTo>
                  <a:lnTo>
                    <a:pt x="986942" y="1497787"/>
                  </a:lnTo>
                  <a:lnTo>
                    <a:pt x="985870" y="1498308"/>
                  </a:lnTo>
                  <a:lnTo>
                    <a:pt x="984799" y="1498828"/>
                  </a:lnTo>
                  <a:lnTo>
                    <a:pt x="983727" y="1499348"/>
                  </a:lnTo>
                  <a:lnTo>
                    <a:pt x="982656" y="1499868"/>
                  </a:lnTo>
                  <a:lnTo>
                    <a:pt x="981584" y="1500388"/>
                  </a:lnTo>
                  <a:lnTo>
                    <a:pt x="980512" y="1500907"/>
                  </a:lnTo>
                  <a:lnTo>
                    <a:pt x="979441" y="1501426"/>
                  </a:lnTo>
                  <a:lnTo>
                    <a:pt x="978369" y="1501944"/>
                  </a:lnTo>
                  <a:lnTo>
                    <a:pt x="977298" y="1502462"/>
                  </a:lnTo>
                  <a:lnTo>
                    <a:pt x="976226" y="1502980"/>
                  </a:lnTo>
                  <a:lnTo>
                    <a:pt x="975154" y="1503498"/>
                  </a:lnTo>
                  <a:lnTo>
                    <a:pt x="974083" y="1504015"/>
                  </a:lnTo>
                  <a:lnTo>
                    <a:pt x="973011" y="1504532"/>
                  </a:lnTo>
                  <a:lnTo>
                    <a:pt x="971940" y="1505049"/>
                  </a:lnTo>
                  <a:lnTo>
                    <a:pt x="970868" y="1505565"/>
                  </a:lnTo>
                  <a:lnTo>
                    <a:pt x="969796" y="1506081"/>
                  </a:lnTo>
                  <a:lnTo>
                    <a:pt x="968725" y="1506596"/>
                  </a:lnTo>
                  <a:lnTo>
                    <a:pt x="967653" y="1507112"/>
                  </a:lnTo>
                  <a:lnTo>
                    <a:pt x="966582" y="1507627"/>
                  </a:lnTo>
                  <a:lnTo>
                    <a:pt x="965510" y="1508142"/>
                  </a:lnTo>
                  <a:lnTo>
                    <a:pt x="964438" y="1508656"/>
                  </a:lnTo>
                  <a:lnTo>
                    <a:pt x="963367" y="1509170"/>
                  </a:lnTo>
                  <a:lnTo>
                    <a:pt x="962295" y="1509684"/>
                  </a:lnTo>
                  <a:lnTo>
                    <a:pt x="961224" y="1510198"/>
                  </a:lnTo>
                  <a:lnTo>
                    <a:pt x="960152" y="1510711"/>
                  </a:lnTo>
                  <a:lnTo>
                    <a:pt x="959080" y="1511224"/>
                  </a:lnTo>
                  <a:lnTo>
                    <a:pt x="958009" y="1511736"/>
                  </a:lnTo>
                  <a:lnTo>
                    <a:pt x="956937" y="1512249"/>
                  </a:lnTo>
                  <a:lnTo>
                    <a:pt x="955866" y="1512761"/>
                  </a:lnTo>
                  <a:lnTo>
                    <a:pt x="954794" y="1513273"/>
                  </a:lnTo>
                  <a:lnTo>
                    <a:pt x="953722" y="1513784"/>
                  </a:lnTo>
                  <a:lnTo>
                    <a:pt x="952651" y="1514295"/>
                  </a:lnTo>
                  <a:lnTo>
                    <a:pt x="951579" y="1514806"/>
                  </a:lnTo>
                  <a:lnTo>
                    <a:pt x="950508" y="1515317"/>
                  </a:lnTo>
                  <a:lnTo>
                    <a:pt x="949436" y="1515827"/>
                  </a:lnTo>
                  <a:lnTo>
                    <a:pt x="948364" y="1516337"/>
                  </a:lnTo>
                  <a:lnTo>
                    <a:pt x="947293" y="1516847"/>
                  </a:lnTo>
                  <a:lnTo>
                    <a:pt x="946221" y="1517357"/>
                  </a:lnTo>
                  <a:lnTo>
                    <a:pt x="945150" y="1517866"/>
                  </a:lnTo>
                  <a:lnTo>
                    <a:pt x="944078" y="1518375"/>
                  </a:lnTo>
                  <a:lnTo>
                    <a:pt x="943006" y="1518884"/>
                  </a:lnTo>
                  <a:lnTo>
                    <a:pt x="941935" y="1519392"/>
                  </a:lnTo>
                  <a:lnTo>
                    <a:pt x="940863" y="1519900"/>
                  </a:lnTo>
                  <a:lnTo>
                    <a:pt x="939792" y="1520408"/>
                  </a:lnTo>
                  <a:lnTo>
                    <a:pt x="938720" y="1520916"/>
                  </a:lnTo>
                  <a:lnTo>
                    <a:pt x="937648" y="1521423"/>
                  </a:lnTo>
                  <a:lnTo>
                    <a:pt x="936577" y="1521931"/>
                  </a:lnTo>
                  <a:lnTo>
                    <a:pt x="935505" y="1522437"/>
                  </a:lnTo>
                  <a:lnTo>
                    <a:pt x="934434" y="1522944"/>
                  </a:lnTo>
                  <a:lnTo>
                    <a:pt x="933362" y="1523450"/>
                  </a:lnTo>
                  <a:lnTo>
                    <a:pt x="932290" y="1523957"/>
                  </a:lnTo>
                  <a:lnTo>
                    <a:pt x="931219" y="1524462"/>
                  </a:lnTo>
                  <a:lnTo>
                    <a:pt x="930147" y="1524968"/>
                  </a:lnTo>
                  <a:lnTo>
                    <a:pt x="929076" y="1525473"/>
                  </a:lnTo>
                  <a:lnTo>
                    <a:pt x="928004" y="1525978"/>
                  </a:lnTo>
                  <a:lnTo>
                    <a:pt x="926932" y="1526483"/>
                  </a:lnTo>
                  <a:lnTo>
                    <a:pt x="925861" y="1526988"/>
                  </a:lnTo>
                  <a:lnTo>
                    <a:pt x="924789" y="1527492"/>
                  </a:lnTo>
                  <a:lnTo>
                    <a:pt x="923718" y="1527997"/>
                  </a:lnTo>
                  <a:lnTo>
                    <a:pt x="922646" y="1528500"/>
                  </a:lnTo>
                  <a:lnTo>
                    <a:pt x="921574" y="1529004"/>
                  </a:lnTo>
                  <a:lnTo>
                    <a:pt x="920503" y="1529508"/>
                  </a:lnTo>
                  <a:lnTo>
                    <a:pt x="919431" y="1530011"/>
                  </a:lnTo>
                  <a:lnTo>
                    <a:pt x="918360" y="1530514"/>
                  </a:lnTo>
                  <a:lnTo>
                    <a:pt x="917288" y="1531016"/>
                  </a:lnTo>
                  <a:lnTo>
                    <a:pt x="916216" y="1531519"/>
                  </a:lnTo>
                  <a:lnTo>
                    <a:pt x="915145" y="1532021"/>
                  </a:lnTo>
                  <a:lnTo>
                    <a:pt x="914073" y="1532523"/>
                  </a:lnTo>
                  <a:lnTo>
                    <a:pt x="913002" y="1533025"/>
                  </a:lnTo>
                  <a:lnTo>
                    <a:pt x="911930" y="1533527"/>
                  </a:lnTo>
                  <a:lnTo>
                    <a:pt x="910858" y="1534028"/>
                  </a:lnTo>
                  <a:lnTo>
                    <a:pt x="909787" y="1534529"/>
                  </a:lnTo>
                  <a:lnTo>
                    <a:pt x="908715" y="1535030"/>
                  </a:lnTo>
                  <a:lnTo>
                    <a:pt x="907644" y="1535531"/>
                  </a:lnTo>
                  <a:lnTo>
                    <a:pt x="906572" y="1536032"/>
                  </a:lnTo>
                  <a:lnTo>
                    <a:pt x="905500" y="1536532"/>
                  </a:lnTo>
                  <a:lnTo>
                    <a:pt x="904429" y="1537032"/>
                  </a:lnTo>
                  <a:lnTo>
                    <a:pt x="903357" y="1537532"/>
                  </a:lnTo>
                  <a:lnTo>
                    <a:pt x="902286" y="1538032"/>
                  </a:lnTo>
                  <a:lnTo>
                    <a:pt x="901214" y="1538531"/>
                  </a:lnTo>
                  <a:lnTo>
                    <a:pt x="900142" y="1539031"/>
                  </a:lnTo>
                  <a:lnTo>
                    <a:pt x="899071" y="1539530"/>
                  </a:lnTo>
                  <a:lnTo>
                    <a:pt x="897999" y="1540029"/>
                  </a:lnTo>
                  <a:lnTo>
                    <a:pt x="896928" y="1540527"/>
                  </a:lnTo>
                  <a:lnTo>
                    <a:pt x="895856" y="1541026"/>
                  </a:lnTo>
                  <a:lnTo>
                    <a:pt x="894784" y="1541524"/>
                  </a:lnTo>
                  <a:lnTo>
                    <a:pt x="893713" y="1542022"/>
                  </a:lnTo>
                  <a:lnTo>
                    <a:pt x="892641" y="1542520"/>
                  </a:lnTo>
                  <a:lnTo>
                    <a:pt x="891570" y="1543018"/>
                  </a:lnTo>
                  <a:lnTo>
                    <a:pt x="890498" y="1543516"/>
                  </a:lnTo>
                  <a:lnTo>
                    <a:pt x="889426" y="1544013"/>
                  </a:lnTo>
                  <a:lnTo>
                    <a:pt x="888355" y="1544510"/>
                  </a:lnTo>
                  <a:lnTo>
                    <a:pt x="887283" y="1545007"/>
                  </a:lnTo>
                  <a:lnTo>
                    <a:pt x="886212" y="1545504"/>
                  </a:lnTo>
                  <a:lnTo>
                    <a:pt x="885140" y="1546001"/>
                  </a:lnTo>
                  <a:lnTo>
                    <a:pt x="884069" y="1546497"/>
                  </a:lnTo>
                  <a:lnTo>
                    <a:pt x="882997" y="1546993"/>
                  </a:lnTo>
                  <a:lnTo>
                    <a:pt x="881925" y="1547489"/>
                  </a:lnTo>
                  <a:lnTo>
                    <a:pt x="880854" y="1547985"/>
                  </a:lnTo>
                  <a:lnTo>
                    <a:pt x="879782" y="1548481"/>
                  </a:lnTo>
                  <a:lnTo>
                    <a:pt x="878711" y="1548977"/>
                  </a:lnTo>
                  <a:lnTo>
                    <a:pt x="877639" y="1549472"/>
                  </a:lnTo>
                  <a:lnTo>
                    <a:pt x="876567" y="1549967"/>
                  </a:lnTo>
                  <a:lnTo>
                    <a:pt x="875496" y="1550463"/>
                  </a:lnTo>
                  <a:lnTo>
                    <a:pt x="874424" y="1550957"/>
                  </a:lnTo>
                  <a:lnTo>
                    <a:pt x="873353" y="1551452"/>
                  </a:lnTo>
                  <a:lnTo>
                    <a:pt x="872281" y="1551947"/>
                  </a:lnTo>
                  <a:lnTo>
                    <a:pt x="871209" y="1552441"/>
                  </a:lnTo>
                  <a:lnTo>
                    <a:pt x="870138" y="1552936"/>
                  </a:lnTo>
                  <a:lnTo>
                    <a:pt x="869066" y="1553430"/>
                  </a:lnTo>
                  <a:lnTo>
                    <a:pt x="867995" y="1553924"/>
                  </a:lnTo>
                  <a:lnTo>
                    <a:pt x="866923" y="1554418"/>
                  </a:lnTo>
                  <a:lnTo>
                    <a:pt x="865851" y="1554911"/>
                  </a:lnTo>
                  <a:lnTo>
                    <a:pt x="864780" y="1555405"/>
                  </a:lnTo>
                  <a:lnTo>
                    <a:pt x="863708" y="1555898"/>
                  </a:lnTo>
                  <a:lnTo>
                    <a:pt x="862637" y="1556392"/>
                  </a:lnTo>
                  <a:lnTo>
                    <a:pt x="861565" y="1556885"/>
                  </a:lnTo>
                  <a:lnTo>
                    <a:pt x="860493" y="1557378"/>
                  </a:lnTo>
                  <a:lnTo>
                    <a:pt x="859422" y="1557870"/>
                  </a:lnTo>
                  <a:lnTo>
                    <a:pt x="858350" y="1558363"/>
                  </a:lnTo>
                  <a:lnTo>
                    <a:pt x="857279" y="1558856"/>
                  </a:lnTo>
                  <a:lnTo>
                    <a:pt x="856207" y="1559348"/>
                  </a:lnTo>
                  <a:lnTo>
                    <a:pt x="855135" y="1559840"/>
                  </a:lnTo>
                  <a:lnTo>
                    <a:pt x="854064" y="1560333"/>
                  </a:lnTo>
                  <a:lnTo>
                    <a:pt x="852992" y="1560825"/>
                  </a:lnTo>
                  <a:lnTo>
                    <a:pt x="851921" y="1561316"/>
                  </a:lnTo>
                  <a:lnTo>
                    <a:pt x="850849" y="1561808"/>
                  </a:lnTo>
                  <a:lnTo>
                    <a:pt x="849777" y="1562300"/>
                  </a:lnTo>
                  <a:lnTo>
                    <a:pt x="848706" y="1562791"/>
                  </a:lnTo>
                  <a:lnTo>
                    <a:pt x="847634" y="1563283"/>
                  </a:lnTo>
                  <a:lnTo>
                    <a:pt x="846563" y="1563774"/>
                  </a:lnTo>
                  <a:lnTo>
                    <a:pt x="845491" y="1564265"/>
                  </a:lnTo>
                  <a:lnTo>
                    <a:pt x="844419" y="1564756"/>
                  </a:lnTo>
                  <a:lnTo>
                    <a:pt x="843348" y="1565247"/>
                  </a:lnTo>
                  <a:lnTo>
                    <a:pt x="842276" y="1565738"/>
                  </a:lnTo>
                  <a:lnTo>
                    <a:pt x="841205" y="1566229"/>
                  </a:lnTo>
                  <a:lnTo>
                    <a:pt x="840133" y="1566719"/>
                  </a:lnTo>
                  <a:lnTo>
                    <a:pt x="839061" y="1567210"/>
                  </a:lnTo>
                  <a:lnTo>
                    <a:pt x="837990" y="1567700"/>
                  </a:lnTo>
                  <a:lnTo>
                    <a:pt x="836918" y="1568190"/>
                  </a:lnTo>
                  <a:lnTo>
                    <a:pt x="835847" y="1568680"/>
                  </a:lnTo>
                  <a:lnTo>
                    <a:pt x="834775" y="1569170"/>
                  </a:lnTo>
                  <a:lnTo>
                    <a:pt x="833703" y="1569660"/>
                  </a:lnTo>
                  <a:lnTo>
                    <a:pt x="832632" y="1570150"/>
                  </a:lnTo>
                  <a:lnTo>
                    <a:pt x="831560" y="1570640"/>
                  </a:lnTo>
                  <a:lnTo>
                    <a:pt x="830489" y="1571130"/>
                  </a:lnTo>
                  <a:lnTo>
                    <a:pt x="829417" y="1571619"/>
                  </a:lnTo>
                  <a:lnTo>
                    <a:pt x="828345" y="1572109"/>
                  </a:lnTo>
                  <a:lnTo>
                    <a:pt x="827274" y="1572598"/>
                  </a:lnTo>
                  <a:lnTo>
                    <a:pt x="826202" y="1573087"/>
                  </a:lnTo>
                  <a:lnTo>
                    <a:pt x="825131" y="1573576"/>
                  </a:lnTo>
                  <a:lnTo>
                    <a:pt x="824059" y="1574065"/>
                  </a:lnTo>
                  <a:lnTo>
                    <a:pt x="822987" y="1574554"/>
                  </a:lnTo>
                  <a:lnTo>
                    <a:pt x="821916" y="1575043"/>
                  </a:lnTo>
                  <a:lnTo>
                    <a:pt x="820844" y="1575532"/>
                  </a:lnTo>
                  <a:lnTo>
                    <a:pt x="819773" y="1576021"/>
                  </a:lnTo>
                  <a:lnTo>
                    <a:pt x="818701" y="1576510"/>
                  </a:lnTo>
                  <a:lnTo>
                    <a:pt x="817629" y="1576998"/>
                  </a:lnTo>
                  <a:lnTo>
                    <a:pt x="816558" y="1577487"/>
                  </a:lnTo>
                  <a:lnTo>
                    <a:pt x="815486" y="1577975"/>
                  </a:lnTo>
                  <a:lnTo>
                    <a:pt x="814415" y="1578463"/>
                  </a:lnTo>
                  <a:lnTo>
                    <a:pt x="813343" y="1578952"/>
                  </a:lnTo>
                  <a:lnTo>
                    <a:pt x="812271" y="1579440"/>
                  </a:lnTo>
                  <a:lnTo>
                    <a:pt x="811200" y="1579928"/>
                  </a:lnTo>
                  <a:lnTo>
                    <a:pt x="810128" y="1580416"/>
                  </a:lnTo>
                  <a:lnTo>
                    <a:pt x="809057" y="1580904"/>
                  </a:lnTo>
                  <a:lnTo>
                    <a:pt x="807985" y="1581392"/>
                  </a:lnTo>
                  <a:lnTo>
                    <a:pt x="806913" y="1581880"/>
                  </a:lnTo>
                  <a:lnTo>
                    <a:pt x="805842" y="1582368"/>
                  </a:lnTo>
                  <a:lnTo>
                    <a:pt x="804770" y="1582855"/>
                  </a:lnTo>
                  <a:lnTo>
                    <a:pt x="803699" y="1583343"/>
                  </a:lnTo>
                  <a:lnTo>
                    <a:pt x="802627" y="1583830"/>
                  </a:lnTo>
                  <a:lnTo>
                    <a:pt x="801555" y="1584318"/>
                  </a:lnTo>
                  <a:lnTo>
                    <a:pt x="800484" y="1584805"/>
                  </a:lnTo>
                  <a:lnTo>
                    <a:pt x="799412" y="1585293"/>
                  </a:lnTo>
                  <a:lnTo>
                    <a:pt x="798341" y="1585780"/>
                  </a:lnTo>
                  <a:lnTo>
                    <a:pt x="797269" y="1586268"/>
                  </a:lnTo>
                  <a:lnTo>
                    <a:pt x="796197" y="1586755"/>
                  </a:lnTo>
                  <a:lnTo>
                    <a:pt x="795126" y="1587242"/>
                  </a:lnTo>
                  <a:lnTo>
                    <a:pt x="794054" y="1587729"/>
                  </a:lnTo>
                  <a:lnTo>
                    <a:pt x="792983" y="1588216"/>
                  </a:lnTo>
                  <a:lnTo>
                    <a:pt x="791911" y="1588703"/>
                  </a:lnTo>
                  <a:lnTo>
                    <a:pt x="790839" y="1589190"/>
                  </a:lnTo>
                  <a:lnTo>
                    <a:pt x="789768" y="1589677"/>
                  </a:lnTo>
                  <a:lnTo>
                    <a:pt x="788696" y="1590164"/>
                  </a:lnTo>
                  <a:lnTo>
                    <a:pt x="787625" y="1590651"/>
                  </a:lnTo>
                  <a:lnTo>
                    <a:pt x="786553" y="1591138"/>
                  </a:lnTo>
                  <a:lnTo>
                    <a:pt x="785481" y="1591625"/>
                  </a:lnTo>
                  <a:lnTo>
                    <a:pt x="784410" y="1592112"/>
                  </a:lnTo>
                  <a:lnTo>
                    <a:pt x="783338" y="1592598"/>
                  </a:lnTo>
                  <a:lnTo>
                    <a:pt x="782267" y="1593085"/>
                  </a:lnTo>
                  <a:lnTo>
                    <a:pt x="781195" y="1593572"/>
                  </a:lnTo>
                  <a:lnTo>
                    <a:pt x="780123" y="1594058"/>
                  </a:lnTo>
                  <a:lnTo>
                    <a:pt x="779052" y="1594545"/>
                  </a:lnTo>
                  <a:lnTo>
                    <a:pt x="777980" y="1595031"/>
                  </a:lnTo>
                  <a:lnTo>
                    <a:pt x="776909" y="1595518"/>
                  </a:lnTo>
                  <a:lnTo>
                    <a:pt x="775837" y="1596004"/>
                  </a:lnTo>
                  <a:lnTo>
                    <a:pt x="774765" y="1596491"/>
                  </a:lnTo>
                  <a:lnTo>
                    <a:pt x="773694" y="1596977"/>
                  </a:lnTo>
                  <a:lnTo>
                    <a:pt x="772622" y="1597464"/>
                  </a:lnTo>
                  <a:lnTo>
                    <a:pt x="771551" y="1597950"/>
                  </a:lnTo>
                  <a:lnTo>
                    <a:pt x="770479" y="1598436"/>
                  </a:lnTo>
                  <a:lnTo>
                    <a:pt x="769407" y="1598923"/>
                  </a:lnTo>
                  <a:lnTo>
                    <a:pt x="768336" y="1599409"/>
                  </a:lnTo>
                  <a:lnTo>
                    <a:pt x="767264" y="1599895"/>
                  </a:lnTo>
                  <a:lnTo>
                    <a:pt x="766193" y="1600382"/>
                  </a:lnTo>
                  <a:lnTo>
                    <a:pt x="765121" y="1600868"/>
                  </a:lnTo>
                  <a:lnTo>
                    <a:pt x="764049" y="1601354"/>
                  </a:lnTo>
                  <a:lnTo>
                    <a:pt x="762978" y="1601840"/>
                  </a:lnTo>
                  <a:lnTo>
                    <a:pt x="761906" y="1602327"/>
                  </a:lnTo>
                  <a:lnTo>
                    <a:pt x="760835" y="1602813"/>
                  </a:lnTo>
                  <a:lnTo>
                    <a:pt x="759763" y="1603299"/>
                  </a:lnTo>
                  <a:lnTo>
                    <a:pt x="758691" y="1603785"/>
                  </a:lnTo>
                  <a:lnTo>
                    <a:pt x="757620" y="1604271"/>
                  </a:lnTo>
                  <a:lnTo>
                    <a:pt x="756548" y="1604758"/>
                  </a:lnTo>
                  <a:lnTo>
                    <a:pt x="755477" y="1605244"/>
                  </a:lnTo>
                  <a:lnTo>
                    <a:pt x="754405" y="1605730"/>
                  </a:lnTo>
                  <a:lnTo>
                    <a:pt x="753333" y="1606216"/>
                  </a:lnTo>
                  <a:lnTo>
                    <a:pt x="752262" y="1606702"/>
                  </a:lnTo>
                  <a:lnTo>
                    <a:pt x="751190" y="1607188"/>
                  </a:lnTo>
                  <a:lnTo>
                    <a:pt x="750119" y="1607674"/>
                  </a:lnTo>
                  <a:lnTo>
                    <a:pt x="749047" y="1608161"/>
                  </a:lnTo>
                  <a:lnTo>
                    <a:pt x="747975" y="1608647"/>
                  </a:lnTo>
                  <a:lnTo>
                    <a:pt x="746904" y="1609133"/>
                  </a:lnTo>
                  <a:lnTo>
                    <a:pt x="745832" y="1609619"/>
                  </a:lnTo>
                  <a:lnTo>
                    <a:pt x="744761" y="1610105"/>
                  </a:lnTo>
                  <a:lnTo>
                    <a:pt x="743689" y="1610591"/>
                  </a:lnTo>
                  <a:lnTo>
                    <a:pt x="742617" y="1611077"/>
                  </a:lnTo>
                  <a:lnTo>
                    <a:pt x="741546" y="1611563"/>
                  </a:lnTo>
                  <a:lnTo>
                    <a:pt x="740474" y="1612049"/>
                  </a:lnTo>
                  <a:lnTo>
                    <a:pt x="739403" y="1612536"/>
                  </a:lnTo>
                  <a:lnTo>
                    <a:pt x="738331" y="1613022"/>
                  </a:lnTo>
                  <a:lnTo>
                    <a:pt x="737259" y="1613508"/>
                  </a:lnTo>
                  <a:lnTo>
                    <a:pt x="736188" y="1613994"/>
                  </a:lnTo>
                  <a:lnTo>
                    <a:pt x="735116" y="1614480"/>
                  </a:lnTo>
                  <a:lnTo>
                    <a:pt x="734045" y="1614966"/>
                  </a:lnTo>
                  <a:lnTo>
                    <a:pt x="732973" y="1615452"/>
                  </a:lnTo>
                  <a:lnTo>
                    <a:pt x="731901" y="1615939"/>
                  </a:lnTo>
                  <a:lnTo>
                    <a:pt x="730830" y="1616425"/>
                  </a:lnTo>
                  <a:lnTo>
                    <a:pt x="729758" y="1616911"/>
                  </a:lnTo>
                  <a:lnTo>
                    <a:pt x="728687" y="1617397"/>
                  </a:lnTo>
                  <a:lnTo>
                    <a:pt x="727615" y="1617883"/>
                  </a:lnTo>
                  <a:lnTo>
                    <a:pt x="726543" y="1618370"/>
                  </a:lnTo>
                  <a:lnTo>
                    <a:pt x="725472" y="1618856"/>
                  </a:lnTo>
                  <a:lnTo>
                    <a:pt x="724400" y="1619342"/>
                  </a:lnTo>
                  <a:lnTo>
                    <a:pt x="723329" y="1619829"/>
                  </a:lnTo>
                  <a:lnTo>
                    <a:pt x="722257" y="1620315"/>
                  </a:lnTo>
                  <a:lnTo>
                    <a:pt x="721185" y="1620801"/>
                  </a:lnTo>
                  <a:lnTo>
                    <a:pt x="720114" y="1621287"/>
                  </a:lnTo>
                  <a:lnTo>
                    <a:pt x="719042" y="1621774"/>
                  </a:lnTo>
                  <a:lnTo>
                    <a:pt x="717971" y="1622260"/>
                  </a:lnTo>
                  <a:lnTo>
                    <a:pt x="716899" y="1622747"/>
                  </a:lnTo>
                  <a:lnTo>
                    <a:pt x="715827" y="1623233"/>
                  </a:lnTo>
                  <a:lnTo>
                    <a:pt x="714756" y="1623719"/>
                  </a:lnTo>
                  <a:lnTo>
                    <a:pt x="713684" y="1624206"/>
                  </a:lnTo>
                  <a:lnTo>
                    <a:pt x="712613" y="1624692"/>
                  </a:lnTo>
                  <a:lnTo>
                    <a:pt x="711541" y="1625179"/>
                  </a:lnTo>
                  <a:lnTo>
                    <a:pt x="710469" y="1625665"/>
                  </a:lnTo>
                  <a:lnTo>
                    <a:pt x="709398" y="1626152"/>
                  </a:lnTo>
                  <a:lnTo>
                    <a:pt x="708326" y="1626638"/>
                  </a:lnTo>
                  <a:lnTo>
                    <a:pt x="707255" y="1627125"/>
                  </a:lnTo>
                  <a:lnTo>
                    <a:pt x="706183" y="1627612"/>
                  </a:lnTo>
                  <a:lnTo>
                    <a:pt x="705112" y="1628098"/>
                  </a:lnTo>
                  <a:lnTo>
                    <a:pt x="704040" y="1628585"/>
                  </a:lnTo>
                  <a:lnTo>
                    <a:pt x="702968" y="1629072"/>
                  </a:lnTo>
                  <a:lnTo>
                    <a:pt x="701897" y="1629558"/>
                  </a:lnTo>
                  <a:lnTo>
                    <a:pt x="700825" y="1630045"/>
                  </a:lnTo>
                  <a:lnTo>
                    <a:pt x="699754" y="1630532"/>
                  </a:lnTo>
                  <a:lnTo>
                    <a:pt x="698682" y="1631019"/>
                  </a:lnTo>
                  <a:lnTo>
                    <a:pt x="697610" y="1631505"/>
                  </a:lnTo>
                  <a:lnTo>
                    <a:pt x="696539" y="1631992"/>
                  </a:lnTo>
                  <a:lnTo>
                    <a:pt x="695467" y="1632479"/>
                  </a:lnTo>
                  <a:lnTo>
                    <a:pt x="694396" y="1632966"/>
                  </a:lnTo>
                  <a:lnTo>
                    <a:pt x="693324" y="1633453"/>
                  </a:lnTo>
                  <a:lnTo>
                    <a:pt x="692252" y="1633940"/>
                  </a:lnTo>
                  <a:lnTo>
                    <a:pt x="691181" y="1634427"/>
                  </a:lnTo>
                  <a:lnTo>
                    <a:pt x="690109" y="1634914"/>
                  </a:lnTo>
                  <a:lnTo>
                    <a:pt x="689038" y="1635401"/>
                  </a:lnTo>
                  <a:lnTo>
                    <a:pt x="687966" y="1635888"/>
                  </a:lnTo>
                  <a:lnTo>
                    <a:pt x="686894" y="1636375"/>
                  </a:lnTo>
                  <a:lnTo>
                    <a:pt x="685823" y="1636862"/>
                  </a:lnTo>
                  <a:lnTo>
                    <a:pt x="684751" y="1637349"/>
                  </a:lnTo>
                  <a:lnTo>
                    <a:pt x="683680" y="1637837"/>
                  </a:lnTo>
                  <a:lnTo>
                    <a:pt x="682608" y="1638324"/>
                  </a:lnTo>
                  <a:lnTo>
                    <a:pt x="681536" y="1638811"/>
                  </a:lnTo>
                  <a:lnTo>
                    <a:pt x="680465" y="1639298"/>
                  </a:lnTo>
                  <a:lnTo>
                    <a:pt x="679393" y="1639786"/>
                  </a:lnTo>
                  <a:lnTo>
                    <a:pt x="678322" y="1640273"/>
                  </a:lnTo>
                  <a:lnTo>
                    <a:pt x="677250" y="1640760"/>
                  </a:lnTo>
                  <a:lnTo>
                    <a:pt x="676178" y="1641248"/>
                  </a:lnTo>
                  <a:lnTo>
                    <a:pt x="675107" y="1641735"/>
                  </a:lnTo>
                  <a:lnTo>
                    <a:pt x="674035" y="1642223"/>
                  </a:lnTo>
                  <a:lnTo>
                    <a:pt x="672964" y="1642710"/>
                  </a:lnTo>
                  <a:lnTo>
                    <a:pt x="671892" y="1643198"/>
                  </a:lnTo>
                  <a:lnTo>
                    <a:pt x="670820" y="1643685"/>
                  </a:lnTo>
                  <a:lnTo>
                    <a:pt x="669749" y="1644173"/>
                  </a:lnTo>
                  <a:lnTo>
                    <a:pt x="668677" y="1644660"/>
                  </a:lnTo>
                  <a:lnTo>
                    <a:pt x="667606" y="1645148"/>
                  </a:lnTo>
                  <a:lnTo>
                    <a:pt x="666534" y="1645636"/>
                  </a:lnTo>
                  <a:lnTo>
                    <a:pt x="665462" y="1646123"/>
                  </a:lnTo>
                  <a:lnTo>
                    <a:pt x="664391" y="1646611"/>
                  </a:lnTo>
                  <a:lnTo>
                    <a:pt x="663319" y="1647099"/>
                  </a:lnTo>
                  <a:lnTo>
                    <a:pt x="662248" y="1647587"/>
                  </a:lnTo>
                  <a:lnTo>
                    <a:pt x="661176" y="1648074"/>
                  </a:lnTo>
                  <a:lnTo>
                    <a:pt x="660104" y="1648562"/>
                  </a:lnTo>
                  <a:lnTo>
                    <a:pt x="659033" y="1649050"/>
                  </a:lnTo>
                  <a:lnTo>
                    <a:pt x="657961" y="1649538"/>
                  </a:lnTo>
                  <a:lnTo>
                    <a:pt x="656890" y="1650026"/>
                  </a:lnTo>
                  <a:lnTo>
                    <a:pt x="655818" y="1650514"/>
                  </a:lnTo>
                  <a:lnTo>
                    <a:pt x="654746" y="1651002"/>
                  </a:lnTo>
                  <a:lnTo>
                    <a:pt x="653675" y="1651490"/>
                  </a:lnTo>
                  <a:lnTo>
                    <a:pt x="652603" y="1651978"/>
                  </a:lnTo>
                  <a:lnTo>
                    <a:pt x="651532" y="1652466"/>
                  </a:lnTo>
                  <a:lnTo>
                    <a:pt x="650460" y="1652954"/>
                  </a:lnTo>
                  <a:lnTo>
                    <a:pt x="649388" y="1653442"/>
                  </a:lnTo>
                  <a:lnTo>
                    <a:pt x="648317" y="1653930"/>
                  </a:lnTo>
                  <a:lnTo>
                    <a:pt x="647245" y="1654418"/>
                  </a:lnTo>
                  <a:lnTo>
                    <a:pt x="646174" y="1654906"/>
                  </a:lnTo>
                  <a:lnTo>
                    <a:pt x="645102" y="1655395"/>
                  </a:lnTo>
                  <a:lnTo>
                    <a:pt x="644030" y="1655883"/>
                  </a:lnTo>
                  <a:lnTo>
                    <a:pt x="642959" y="1656371"/>
                  </a:lnTo>
                  <a:lnTo>
                    <a:pt x="641887" y="1656859"/>
                  </a:lnTo>
                  <a:lnTo>
                    <a:pt x="640816" y="1657348"/>
                  </a:lnTo>
                  <a:lnTo>
                    <a:pt x="639744" y="1657836"/>
                  </a:lnTo>
                  <a:lnTo>
                    <a:pt x="638672" y="1658324"/>
                  </a:lnTo>
                  <a:lnTo>
                    <a:pt x="637601" y="1658813"/>
                  </a:lnTo>
                  <a:lnTo>
                    <a:pt x="636529" y="1659301"/>
                  </a:lnTo>
                  <a:lnTo>
                    <a:pt x="635458" y="1659790"/>
                  </a:lnTo>
                  <a:lnTo>
                    <a:pt x="634386" y="1660278"/>
                  </a:lnTo>
                  <a:lnTo>
                    <a:pt x="633314" y="1660766"/>
                  </a:lnTo>
                  <a:lnTo>
                    <a:pt x="632243" y="1661255"/>
                  </a:lnTo>
                  <a:lnTo>
                    <a:pt x="631171" y="1661743"/>
                  </a:lnTo>
                  <a:lnTo>
                    <a:pt x="630100" y="1662232"/>
                  </a:lnTo>
                  <a:lnTo>
                    <a:pt x="629028" y="1662720"/>
                  </a:lnTo>
                  <a:lnTo>
                    <a:pt x="627956" y="1663209"/>
                  </a:lnTo>
                  <a:lnTo>
                    <a:pt x="626885" y="1663697"/>
                  </a:lnTo>
                  <a:lnTo>
                    <a:pt x="625813" y="1664186"/>
                  </a:lnTo>
                  <a:lnTo>
                    <a:pt x="624742" y="1664674"/>
                  </a:lnTo>
                  <a:lnTo>
                    <a:pt x="623670" y="1665163"/>
                  </a:lnTo>
                  <a:lnTo>
                    <a:pt x="622598" y="1665652"/>
                  </a:lnTo>
                  <a:lnTo>
                    <a:pt x="621527" y="1666140"/>
                  </a:lnTo>
                  <a:lnTo>
                    <a:pt x="620455" y="1666629"/>
                  </a:lnTo>
                  <a:lnTo>
                    <a:pt x="619384" y="1667117"/>
                  </a:lnTo>
                  <a:lnTo>
                    <a:pt x="618312" y="1667606"/>
                  </a:lnTo>
                  <a:lnTo>
                    <a:pt x="617240" y="1668095"/>
                  </a:lnTo>
                  <a:lnTo>
                    <a:pt x="616169" y="1668583"/>
                  </a:lnTo>
                  <a:lnTo>
                    <a:pt x="615097" y="1669072"/>
                  </a:lnTo>
                  <a:lnTo>
                    <a:pt x="614026" y="1669561"/>
                  </a:lnTo>
                  <a:lnTo>
                    <a:pt x="612954" y="1670049"/>
                  </a:lnTo>
                  <a:lnTo>
                    <a:pt x="611882" y="1670538"/>
                  </a:lnTo>
                  <a:lnTo>
                    <a:pt x="610811" y="1671027"/>
                  </a:lnTo>
                  <a:lnTo>
                    <a:pt x="609739" y="1671515"/>
                  </a:lnTo>
                  <a:lnTo>
                    <a:pt x="608668" y="1672004"/>
                  </a:lnTo>
                  <a:lnTo>
                    <a:pt x="607596" y="1672493"/>
                  </a:lnTo>
                  <a:lnTo>
                    <a:pt x="606524" y="1672981"/>
                  </a:lnTo>
                  <a:lnTo>
                    <a:pt x="605453" y="1673470"/>
                  </a:lnTo>
                  <a:lnTo>
                    <a:pt x="604381" y="1673959"/>
                  </a:lnTo>
                  <a:lnTo>
                    <a:pt x="603310" y="1674447"/>
                  </a:lnTo>
                  <a:lnTo>
                    <a:pt x="602238" y="1674936"/>
                  </a:lnTo>
                  <a:lnTo>
                    <a:pt x="601166" y="1675425"/>
                  </a:lnTo>
                  <a:lnTo>
                    <a:pt x="600095" y="1675913"/>
                  </a:lnTo>
                  <a:lnTo>
                    <a:pt x="599023" y="1676402"/>
                  </a:lnTo>
                  <a:lnTo>
                    <a:pt x="597952" y="1676891"/>
                  </a:lnTo>
                  <a:lnTo>
                    <a:pt x="596880" y="1677379"/>
                  </a:lnTo>
                  <a:lnTo>
                    <a:pt x="595808" y="1677868"/>
                  </a:lnTo>
                  <a:lnTo>
                    <a:pt x="594737" y="1678357"/>
                  </a:lnTo>
                  <a:lnTo>
                    <a:pt x="593665" y="1678845"/>
                  </a:lnTo>
                  <a:lnTo>
                    <a:pt x="592594" y="1679334"/>
                  </a:lnTo>
                  <a:lnTo>
                    <a:pt x="591522" y="1679822"/>
                  </a:lnTo>
                  <a:lnTo>
                    <a:pt x="590450" y="1680311"/>
                  </a:lnTo>
                  <a:lnTo>
                    <a:pt x="589379" y="1680800"/>
                  </a:lnTo>
                  <a:lnTo>
                    <a:pt x="588307" y="1681288"/>
                  </a:lnTo>
                  <a:lnTo>
                    <a:pt x="587236" y="1681777"/>
                  </a:lnTo>
                  <a:lnTo>
                    <a:pt x="586164" y="1682265"/>
                  </a:lnTo>
                  <a:lnTo>
                    <a:pt x="585092" y="1682754"/>
                  </a:lnTo>
                  <a:lnTo>
                    <a:pt x="584021" y="1683242"/>
                  </a:lnTo>
                  <a:lnTo>
                    <a:pt x="582949" y="1683730"/>
                  </a:lnTo>
                  <a:lnTo>
                    <a:pt x="581878" y="1684219"/>
                  </a:lnTo>
                  <a:lnTo>
                    <a:pt x="580806" y="1684707"/>
                  </a:lnTo>
                  <a:lnTo>
                    <a:pt x="579734" y="1685195"/>
                  </a:lnTo>
                  <a:lnTo>
                    <a:pt x="578663" y="1685684"/>
                  </a:lnTo>
                  <a:lnTo>
                    <a:pt x="577591" y="1686172"/>
                  </a:lnTo>
                  <a:lnTo>
                    <a:pt x="576520" y="1686660"/>
                  </a:lnTo>
                  <a:lnTo>
                    <a:pt x="575448" y="1687149"/>
                  </a:lnTo>
                  <a:lnTo>
                    <a:pt x="574376" y="1687637"/>
                  </a:lnTo>
                  <a:lnTo>
                    <a:pt x="573305" y="1688125"/>
                  </a:lnTo>
                  <a:lnTo>
                    <a:pt x="572233" y="1688613"/>
                  </a:lnTo>
                  <a:lnTo>
                    <a:pt x="571162" y="1689101"/>
                  </a:lnTo>
                  <a:lnTo>
                    <a:pt x="570090" y="1689589"/>
                  </a:lnTo>
                  <a:lnTo>
                    <a:pt x="569018" y="1690077"/>
                  </a:lnTo>
                  <a:lnTo>
                    <a:pt x="567947" y="1690565"/>
                  </a:lnTo>
                  <a:lnTo>
                    <a:pt x="566875" y="1691053"/>
                  </a:lnTo>
                  <a:lnTo>
                    <a:pt x="565804" y="1691541"/>
                  </a:lnTo>
                  <a:lnTo>
                    <a:pt x="564732" y="1692029"/>
                  </a:lnTo>
                  <a:lnTo>
                    <a:pt x="563660" y="1692517"/>
                  </a:lnTo>
                  <a:lnTo>
                    <a:pt x="562589" y="1693004"/>
                  </a:lnTo>
                  <a:lnTo>
                    <a:pt x="561517" y="1693492"/>
                  </a:lnTo>
                  <a:lnTo>
                    <a:pt x="560446" y="1693980"/>
                  </a:lnTo>
                  <a:lnTo>
                    <a:pt x="559374" y="1694467"/>
                  </a:lnTo>
                  <a:lnTo>
                    <a:pt x="558302" y="1694955"/>
                  </a:lnTo>
                  <a:lnTo>
                    <a:pt x="557231" y="1695442"/>
                  </a:lnTo>
                  <a:lnTo>
                    <a:pt x="556159" y="1695930"/>
                  </a:lnTo>
                  <a:lnTo>
                    <a:pt x="555088" y="1696417"/>
                  </a:lnTo>
                  <a:lnTo>
                    <a:pt x="554016" y="1696905"/>
                  </a:lnTo>
                  <a:lnTo>
                    <a:pt x="552944" y="1697392"/>
                  </a:lnTo>
                  <a:lnTo>
                    <a:pt x="551873" y="1697879"/>
                  </a:lnTo>
                  <a:lnTo>
                    <a:pt x="550801" y="1698366"/>
                  </a:lnTo>
                  <a:lnTo>
                    <a:pt x="549730" y="1698853"/>
                  </a:lnTo>
                  <a:lnTo>
                    <a:pt x="548658" y="1699340"/>
                  </a:lnTo>
                  <a:lnTo>
                    <a:pt x="547586" y="1699827"/>
                  </a:lnTo>
                  <a:lnTo>
                    <a:pt x="546515" y="1700314"/>
                  </a:lnTo>
                  <a:lnTo>
                    <a:pt x="545443" y="1700801"/>
                  </a:lnTo>
                  <a:lnTo>
                    <a:pt x="544372" y="1701288"/>
                  </a:lnTo>
                  <a:lnTo>
                    <a:pt x="543300" y="1701774"/>
                  </a:lnTo>
                  <a:lnTo>
                    <a:pt x="542228" y="1702261"/>
                  </a:lnTo>
                  <a:lnTo>
                    <a:pt x="541157" y="1702748"/>
                  </a:lnTo>
                  <a:lnTo>
                    <a:pt x="540085" y="1703234"/>
                  </a:lnTo>
                  <a:lnTo>
                    <a:pt x="539014" y="1703720"/>
                  </a:lnTo>
                  <a:lnTo>
                    <a:pt x="537942" y="1704207"/>
                  </a:lnTo>
                  <a:lnTo>
                    <a:pt x="536870" y="1704693"/>
                  </a:lnTo>
                  <a:lnTo>
                    <a:pt x="535799" y="1705179"/>
                  </a:lnTo>
                  <a:lnTo>
                    <a:pt x="534727" y="1705665"/>
                  </a:lnTo>
                  <a:lnTo>
                    <a:pt x="533656" y="1706151"/>
                  </a:lnTo>
                  <a:lnTo>
                    <a:pt x="532584" y="1706637"/>
                  </a:lnTo>
                  <a:lnTo>
                    <a:pt x="531513" y="1707123"/>
                  </a:lnTo>
                  <a:lnTo>
                    <a:pt x="530441" y="1707608"/>
                  </a:lnTo>
                  <a:lnTo>
                    <a:pt x="529369" y="1708094"/>
                  </a:lnTo>
                  <a:lnTo>
                    <a:pt x="528298" y="1708579"/>
                  </a:lnTo>
                  <a:lnTo>
                    <a:pt x="527226" y="1709065"/>
                  </a:lnTo>
                  <a:lnTo>
                    <a:pt x="526155" y="1709550"/>
                  </a:lnTo>
                  <a:lnTo>
                    <a:pt x="525083" y="1710035"/>
                  </a:lnTo>
                  <a:lnTo>
                    <a:pt x="524011" y="1710520"/>
                  </a:lnTo>
                  <a:lnTo>
                    <a:pt x="522940" y="1711005"/>
                  </a:lnTo>
                  <a:lnTo>
                    <a:pt x="521868" y="1711490"/>
                  </a:lnTo>
                  <a:lnTo>
                    <a:pt x="520797" y="1711975"/>
                  </a:lnTo>
                  <a:lnTo>
                    <a:pt x="519725" y="1712460"/>
                  </a:lnTo>
                  <a:lnTo>
                    <a:pt x="518653" y="1712944"/>
                  </a:lnTo>
                  <a:lnTo>
                    <a:pt x="517582" y="1713429"/>
                  </a:lnTo>
                  <a:lnTo>
                    <a:pt x="516510" y="1713913"/>
                  </a:lnTo>
                  <a:lnTo>
                    <a:pt x="515439" y="1714397"/>
                  </a:lnTo>
                  <a:lnTo>
                    <a:pt x="514367" y="1714881"/>
                  </a:lnTo>
                  <a:lnTo>
                    <a:pt x="513295" y="1715365"/>
                  </a:lnTo>
                  <a:lnTo>
                    <a:pt x="512224" y="1715849"/>
                  </a:lnTo>
                  <a:lnTo>
                    <a:pt x="511152" y="1716333"/>
                  </a:lnTo>
                  <a:lnTo>
                    <a:pt x="510081" y="1716817"/>
                  </a:lnTo>
                  <a:lnTo>
                    <a:pt x="509009" y="1717300"/>
                  </a:lnTo>
                  <a:lnTo>
                    <a:pt x="507937" y="1717784"/>
                  </a:lnTo>
                  <a:lnTo>
                    <a:pt x="506866" y="1718267"/>
                  </a:lnTo>
                  <a:lnTo>
                    <a:pt x="505794" y="1718750"/>
                  </a:lnTo>
                  <a:lnTo>
                    <a:pt x="504723" y="1719233"/>
                  </a:lnTo>
                  <a:lnTo>
                    <a:pt x="503651" y="1719716"/>
                  </a:lnTo>
                  <a:lnTo>
                    <a:pt x="502579" y="1720199"/>
                  </a:lnTo>
                  <a:lnTo>
                    <a:pt x="501508" y="1720681"/>
                  </a:lnTo>
                  <a:lnTo>
                    <a:pt x="500436" y="1721164"/>
                  </a:lnTo>
                  <a:lnTo>
                    <a:pt x="499365" y="1721646"/>
                  </a:lnTo>
                  <a:lnTo>
                    <a:pt x="498293" y="1722128"/>
                  </a:lnTo>
                  <a:lnTo>
                    <a:pt x="497221" y="1722610"/>
                  </a:lnTo>
                  <a:lnTo>
                    <a:pt x="496150" y="1723092"/>
                  </a:lnTo>
                  <a:lnTo>
                    <a:pt x="495078" y="1723574"/>
                  </a:lnTo>
                  <a:lnTo>
                    <a:pt x="494007" y="1724056"/>
                  </a:lnTo>
                  <a:lnTo>
                    <a:pt x="492935" y="1724537"/>
                  </a:lnTo>
                  <a:lnTo>
                    <a:pt x="491863" y="1725019"/>
                  </a:lnTo>
                  <a:lnTo>
                    <a:pt x="490792" y="1725500"/>
                  </a:lnTo>
                  <a:lnTo>
                    <a:pt x="489720" y="1725981"/>
                  </a:lnTo>
                  <a:lnTo>
                    <a:pt x="488649" y="1726462"/>
                  </a:lnTo>
                  <a:lnTo>
                    <a:pt x="487577" y="1726942"/>
                  </a:lnTo>
                  <a:lnTo>
                    <a:pt x="486505" y="1727423"/>
                  </a:lnTo>
                  <a:lnTo>
                    <a:pt x="485434" y="1727903"/>
                  </a:lnTo>
                  <a:lnTo>
                    <a:pt x="484362" y="1728384"/>
                  </a:lnTo>
                  <a:lnTo>
                    <a:pt x="483291" y="1728864"/>
                  </a:lnTo>
                  <a:lnTo>
                    <a:pt x="482219" y="1729344"/>
                  </a:lnTo>
                  <a:lnTo>
                    <a:pt x="481147" y="1729823"/>
                  </a:lnTo>
                  <a:lnTo>
                    <a:pt x="480076" y="1730303"/>
                  </a:lnTo>
                  <a:lnTo>
                    <a:pt x="479004" y="1730782"/>
                  </a:lnTo>
                  <a:lnTo>
                    <a:pt x="477933" y="1731262"/>
                  </a:lnTo>
                  <a:lnTo>
                    <a:pt x="476861" y="1731741"/>
                  </a:lnTo>
                  <a:lnTo>
                    <a:pt x="475789" y="1732219"/>
                  </a:lnTo>
                  <a:lnTo>
                    <a:pt x="474718" y="1732698"/>
                  </a:lnTo>
                  <a:lnTo>
                    <a:pt x="473646" y="1733177"/>
                  </a:lnTo>
                  <a:lnTo>
                    <a:pt x="472575" y="1733655"/>
                  </a:lnTo>
                  <a:lnTo>
                    <a:pt x="471503" y="1734133"/>
                  </a:lnTo>
                  <a:lnTo>
                    <a:pt x="470431" y="1734611"/>
                  </a:lnTo>
                  <a:lnTo>
                    <a:pt x="469360" y="1735089"/>
                  </a:lnTo>
                  <a:lnTo>
                    <a:pt x="468288" y="1735567"/>
                  </a:lnTo>
                  <a:lnTo>
                    <a:pt x="467217" y="1736044"/>
                  </a:lnTo>
                  <a:lnTo>
                    <a:pt x="466145" y="1736521"/>
                  </a:lnTo>
                  <a:lnTo>
                    <a:pt x="465073" y="1736998"/>
                  </a:lnTo>
                  <a:lnTo>
                    <a:pt x="464002" y="1737475"/>
                  </a:lnTo>
                  <a:lnTo>
                    <a:pt x="462930" y="1737952"/>
                  </a:lnTo>
                  <a:lnTo>
                    <a:pt x="461859" y="1738428"/>
                  </a:lnTo>
                  <a:lnTo>
                    <a:pt x="460787" y="1738905"/>
                  </a:lnTo>
                  <a:lnTo>
                    <a:pt x="459715" y="1739381"/>
                  </a:lnTo>
                  <a:lnTo>
                    <a:pt x="458644" y="1739857"/>
                  </a:lnTo>
                  <a:lnTo>
                    <a:pt x="457572" y="1740332"/>
                  </a:lnTo>
                  <a:lnTo>
                    <a:pt x="456501" y="1740808"/>
                  </a:lnTo>
                  <a:lnTo>
                    <a:pt x="455429" y="1741283"/>
                  </a:lnTo>
                  <a:lnTo>
                    <a:pt x="454357" y="1741758"/>
                  </a:lnTo>
                  <a:lnTo>
                    <a:pt x="453286" y="1742233"/>
                  </a:lnTo>
                  <a:lnTo>
                    <a:pt x="452214" y="1742707"/>
                  </a:lnTo>
                  <a:lnTo>
                    <a:pt x="451143" y="1743182"/>
                  </a:lnTo>
                  <a:lnTo>
                    <a:pt x="450071" y="1743656"/>
                  </a:lnTo>
                  <a:lnTo>
                    <a:pt x="448999" y="1744130"/>
                  </a:lnTo>
                  <a:lnTo>
                    <a:pt x="447928" y="1744604"/>
                  </a:lnTo>
                  <a:lnTo>
                    <a:pt x="446856" y="1745077"/>
                  </a:lnTo>
                  <a:lnTo>
                    <a:pt x="445785" y="1745551"/>
                  </a:lnTo>
                  <a:lnTo>
                    <a:pt x="444713" y="1746024"/>
                  </a:lnTo>
                  <a:lnTo>
                    <a:pt x="443641" y="1746496"/>
                  </a:lnTo>
                  <a:lnTo>
                    <a:pt x="442570" y="1746969"/>
                  </a:lnTo>
                  <a:lnTo>
                    <a:pt x="441498" y="1747442"/>
                  </a:lnTo>
                  <a:lnTo>
                    <a:pt x="440427" y="1747914"/>
                  </a:lnTo>
                  <a:lnTo>
                    <a:pt x="439355" y="1748386"/>
                  </a:lnTo>
                  <a:lnTo>
                    <a:pt x="438283" y="1748857"/>
                  </a:lnTo>
                  <a:lnTo>
                    <a:pt x="437212" y="1749329"/>
                  </a:lnTo>
                  <a:lnTo>
                    <a:pt x="436140" y="1749800"/>
                  </a:lnTo>
                  <a:lnTo>
                    <a:pt x="435069" y="1750271"/>
                  </a:lnTo>
                  <a:lnTo>
                    <a:pt x="433997" y="1750742"/>
                  </a:lnTo>
                  <a:lnTo>
                    <a:pt x="432925" y="1751212"/>
                  </a:lnTo>
                  <a:lnTo>
                    <a:pt x="431854" y="1751683"/>
                  </a:lnTo>
                  <a:lnTo>
                    <a:pt x="430782" y="1752153"/>
                  </a:lnTo>
                  <a:lnTo>
                    <a:pt x="429711" y="1752623"/>
                  </a:lnTo>
                  <a:lnTo>
                    <a:pt x="428639" y="1753092"/>
                  </a:lnTo>
                  <a:lnTo>
                    <a:pt x="427567" y="1753561"/>
                  </a:lnTo>
                  <a:lnTo>
                    <a:pt x="426496" y="1754030"/>
                  </a:lnTo>
                  <a:lnTo>
                    <a:pt x="425424" y="1754499"/>
                  </a:lnTo>
                  <a:lnTo>
                    <a:pt x="424353" y="1754968"/>
                  </a:lnTo>
                  <a:lnTo>
                    <a:pt x="423281" y="1755436"/>
                  </a:lnTo>
                  <a:lnTo>
                    <a:pt x="422209" y="1755904"/>
                  </a:lnTo>
                  <a:lnTo>
                    <a:pt x="421138" y="1756372"/>
                  </a:lnTo>
                  <a:lnTo>
                    <a:pt x="420066" y="1756839"/>
                  </a:lnTo>
                  <a:lnTo>
                    <a:pt x="418995" y="1757307"/>
                  </a:lnTo>
                  <a:lnTo>
                    <a:pt x="417923" y="1757774"/>
                  </a:lnTo>
                  <a:lnTo>
                    <a:pt x="416851" y="1758240"/>
                  </a:lnTo>
                  <a:lnTo>
                    <a:pt x="415780" y="1758707"/>
                  </a:lnTo>
                  <a:lnTo>
                    <a:pt x="414708" y="1759173"/>
                  </a:lnTo>
                  <a:lnTo>
                    <a:pt x="413637" y="1759639"/>
                  </a:lnTo>
                  <a:lnTo>
                    <a:pt x="412565" y="1760104"/>
                  </a:lnTo>
                  <a:lnTo>
                    <a:pt x="411493" y="1760570"/>
                  </a:lnTo>
                  <a:lnTo>
                    <a:pt x="410422" y="1761035"/>
                  </a:lnTo>
                  <a:lnTo>
                    <a:pt x="409350" y="1761500"/>
                  </a:lnTo>
                  <a:lnTo>
                    <a:pt x="408279" y="1761964"/>
                  </a:lnTo>
                  <a:lnTo>
                    <a:pt x="407207" y="1762429"/>
                  </a:lnTo>
                  <a:lnTo>
                    <a:pt x="406135" y="1762893"/>
                  </a:lnTo>
                  <a:lnTo>
                    <a:pt x="405064" y="1763356"/>
                  </a:lnTo>
                  <a:lnTo>
                    <a:pt x="403992" y="1763820"/>
                  </a:lnTo>
                  <a:lnTo>
                    <a:pt x="402921" y="1764283"/>
                  </a:lnTo>
                  <a:lnTo>
                    <a:pt x="401849" y="1764746"/>
                  </a:lnTo>
                  <a:lnTo>
                    <a:pt x="400777" y="1765208"/>
                  </a:lnTo>
                  <a:lnTo>
                    <a:pt x="399706" y="1765670"/>
                  </a:lnTo>
                  <a:lnTo>
                    <a:pt x="398634" y="1766132"/>
                  </a:lnTo>
                  <a:lnTo>
                    <a:pt x="397563" y="1766594"/>
                  </a:lnTo>
                  <a:lnTo>
                    <a:pt x="396491" y="1767056"/>
                  </a:lnTo>
                  <a:lnTo>
                    <a:pt x="395419" y="1767517"/>
                  </a:lnTo>
                  <a:lnTo>
                    <a:pt x="394348" y="1767977"/>
                  </a:lnTo>
                  <a:lnTo>
                    <a:pt x="393276" y="1768438"/>
                  </a:lnTo>
                  <a:lnTo>
                    <a:pt x="392205" y="1768898"/>
                  </a:lnTo>
                  <a:lnTo>
                    <a:pt x="391133" y="1769358"/>
                  </a:lnTo>
                  <a:lnTo>
                    <a:pt x="390061" y="1769818"/>
                  </a:lnTo>
                  <a:lnTo>
                    <a:pt x="388990" y="1770277"/>
                  </a:lnTo>
                  <a:lnTo>
                    <a:pt x="387918" y="1770736"/>
                  </a:lnTo>
                  <a:lnTo>
                    <a:pt x="386847" y="1771195"/>
                  </a:lnTo>
                  <a:lnTo>
                    <a:pt x="385775" y="1771653"/>
                  </a:lnTo>
                  <a:lnTo>
                    <a:pt x="384703" y="1772111"/>
                  </a:lnTo>
                  <a:lnTo>
                    <a:pt x="383632" y="1772569"/>
                  </a:lnTo>
                  <a:lnTo>
                    <a:pt x="382560" y="1773027"/>
                  </a:lnTo>
                  <a:lnTo>
                    <a:pt x="381489" y="1773484"/>
                  </a:lnTo>
                  <a:lnTo>
                    <a:pt x="380417" y="1773941"/>
                  </a:lnTo>
                  <a:lnTo>
                    <a:pt x="379345" y="1774397"/>
                  </a:lnTo>
                  <a:lnTo>
                    <a:pt x="378274" y="1774854"/>
                  </a:lnTo>
                  <a:lnTo>
                    <a:pt x="377202" y="1775310"/>
                  </a:lnTo>
                  <a:lnTo>
                    <a:pt x="376131" y="1775765"/>
                  </a:lnTo>
                  <a:lnTo>
                    <a:pt x="375059" y="1776221"/>
                  </a:lnTo>
                  <a:lnTo>
                    <a:pt x="373987" y="1776676"/>
                  </a:lnTo>
                  <a:lnTo>
                    <a:pt x="372916" y="1777131"/>
                  </a:lnTo>
                  <a:lnTo>
                    <a:pt x="371844" y="1777585"/>
                  </a:lnTo>
                  <a:lnTo>
                    <a:pt x="370773" y="1778039"/>
                  </a:lnTo>
                  <a:lnTo>
                    <a:pt x="369701" y="1778493"/>
                  </a:lnTo>
                  <a:lnTo>
                    <a:pt x="368629" y="1778947"/>
                  </a:lnTo>
                  <a:lnTo>
                    <a:pt x="367558" y="1779400"/>
                  </a:lnTo>
                  <a:lnTo>
                    <a:pt x="366486" y="1779853"/>
                  </a:lnTo>
                  <a:lnTo>
                    <a:pt x="365415" y="1780305"/>
                  </a:lnTo>
                  <a:lnTo>
                    <a:pt x="364343" y="1780758"/>
                  </a:lnTo>
                  <a:lnTo>
                    <a:pt x="363271" y="1781210"/>
                  </a:lnTo>
                  <a:lnTo>
                    <a:pt x="362200" y="1781661"/>
                  </a:lnTo>
                  <a:lnTo>
                    <a:pt x="361128" y="1782113"/>
                  </a:lnTo>
                  <a:lnTo>
                    <a:pt x="360057" y="1782564"/>
                  </a:lnTo>
                  <a:lnTo>
                    <a:pt x="358985" y="1783014"/>
                  </a:lnTo>
                  <a:lnTo>
                    <a:pt x="357913" y="1783465"/>
                  </a:lnTo>
                  <a:lnTo>
                    <a:pt x="356842" y="1783915"/>
                  </a:lnTo>
                  <a:lnTo>
                    <a:pt x="355770" y="1784364"/>
                  </a:lnTo>
                  <a:lnTo>
                    <a:pt x="354699" y="1784814"/>
                  </a:lnTo>
                  <a:lnTo>
                    <a:pt x="353627" y="1785263"/>
                  </a:lnTo>
                  <a:lnTo>
                    <a:pt x="352556" y="1785712"/>
                  </a:lnTo>
                  <a:lnTo>
                    <a:pt x="351484" y="1786160"/>
                  </a:lnTo>
                  <a:lnTo>
                    <a:pt x="350412" y="1786608"/>
                  </a:lnTo>
                  <a:lnTo>
                    <a:pt x="349341" y="1787056"/>
                  </a:lnTo>
                  <a:lnTo>
                    <a:pt x="348269" y="1787504"/>
                  </a:lnTo>
                  <a:lnTo>
                    <a:pt x="347198" y="1787951"/>
                  </a:lnTo>
                  <a:lnTo>
                    <a:pt x="346126" y="1788398"/>
                  </a:lnTo>
                  <a:lnTo>
                    <a:pt x="345054" y="1788844"/>
                  </a:lnTo>
                  <a:lnTo>
                    <a:pt x="343983" y="1789290"/>
                  </a:lnTo>
                  <a:lnTo>
                    <a:pt x="342911" y="1789736"/>
                  </a:lnTo>
                  <a:lnTo>
                    <a:pt x="341840" y="1790182"/>
                  </a:lnTo>
                  <a:lnTo>
                    <a:pt x="340768" y="1790627"/>
                  </a:lnTo>
                  <a:lnTo>
                    <a:pt x="339696" y="1791072"/>
                  </a:lnTo>
                  <a:lnTo>
                    <a:pt x="338625" y="1791517"/>
                  </a:lnTo>
                  <a:lnTo>
                    <a:pt x="337553" y="1791961"/>
                  </a:lnTo>
                  <a:lnTo>
                    <a:pt x="336482" y="1792405"/>
                  </a:lnTo>
                  <a:lnTo>
                    <a:pt x="335410" y="1792848"/>
                  </a:lnTo>
                  <a:lnTo>
                    <a:pt x="334338" y="1793292"/>
                  </a:lnTo>
                  <a:lnTo>
                    <a:pt x="333267" y="1793735"/>
                  </a:lnTo>
                  <a:lnTo>
                    <a:pt x="332195" y="1794177"/>
                  </a:lnTo>
                  <a:lnTo>
                    <a:pt x="331124" y="1794619"/>
                  </a:lnTo>
                  <a:lnTo>
                    <a:pt x="330052" y="1795061"/>
                  </a:lnTo>
                  <a:lnTo>
                    <a:pt x="328980" y="1795503"/>
                  </a:lnTo>
                  <a:lnTo>
                    <a:pt x="327909" y="1795944"/>
                  </a:lnTo>
                  <a:lnTo>
                    <a:pt x="326837" y="1796385"/>
                  </a:lnTo>
                  <a:lnTo>
                    <a:pt x="325766" y="1796826"/>
                  </a:lnTo>
                  <a:lnTo>
                    <a:pt x="324694" y="1797266"/>
                  </a:lnTo>
                  <a:lnTo>
                    <a:pt x="323622" y="1797706"/>
                  </a:lnTo>
                  <a:lnTo>
                    <a:pt x="322551" y="1798146"/>
                  </a:lnTo>
                  <a:lnTo>
                    <a:pt x="321479" y="1798585"/>
                  </a:lnTo>
                  <a:lnTo>
                    <a:pt x="320408" y="1799024"/>
                  </a:lnTo>
                  <a:lnTo>
                    <a:pt x="319336" y="1799463"/>
                  </a:lnTo>
                  <a:lnTo>
                    <a:pt x="318264" y="1799901"/>
                  </a:lnTo>
                  <a:lnTo>
                    <a:pt x="317193" y="1800339"/>
                  </a:lnTo>
                  <a:lnTo>
                    <a:pt x="316121" y="1800776"/>
                  </a:lnTo>
                  <a:lnTo>
                    <a:pt x="315050" y="1801214"/>
                  </a:lnTo>
                  <a:lnTo>
                    <a:pt x="313978" y="1801651"/>
                  </a:lnTo>
                  <a:lnTo>
                    <a:pt x="312906" y="1802087"/>
                  </a:lnTo>
                  <a:lnTo>
                    <a:pt x="311835" y="1802524"/>
                  </a:lnTo>
                  <a:lnTo>
                    <a:pt x="310763" y="1802959"/>
                  </a:lnTo>
                  <a:lnTo>
                    <a:pt x="309692" y="1803395"/>
                  </a:lnTo>
                  <a:lnTo>
                    <a:pt x="308620" y="1803830"/>
                  </a:lnTo>
                  <a:lnTo>
                    <a:pt x="307548" y="1804265"/>
                  </a:lnTo>
                  <a:lnTo>
                    <a:pt x="306477" y="1804700"/>
                  </a:lnTo>
                  <a:lnTo>
                    <a:pt x="305405" y="1805134"/>
                  </a:lnTo>
                  <a:lnTo>
                    <a:pt x="304334" y="1805568"/>
                  </a:lnTo>
                  <a:lnTo>
                    <a:pt x="303262" y="1806002"/>
                  </a:lnTo>
                  <a:lnTo>
                    <a:pt x="302190" y="1806435"/>
                  </a:lnTo>
                  <a:lnTo>
                    <a:pt x="301119" y="1806868"/>
                  </a:lnTo>
                  <a:lnTo>
                    <a:pt x="300047" y="1807300"/>
                  </a:lnTo>
                  <a:lnTo>
                    <a:pt x="298976" y="1807732"/>
                  </a:lnTo>
                  <a:lnTo>
                    <a:pt x="297904" y="1808164"/>
                  </a:lnTo>
                  <a:lnTo>
                    <a:pt x="296832" y="1808596"/>
                  </a:lnTo>
                  <a:lnTo>
                    <a:pt x="295761" y="1809027"/>
                  </a:lnTo>
                  <a:lnTo>
                    <a:pt x="294689" y="1809458"/>
                  </a:lnTo>
                  <a:lnTo>
                    <a:pt x="293618" y="1809888"/>
                  </a:lnTo>
                  <a:lnTo>
                    <a:pt x="292546" y="1810318"/>
                  </a:lnTo>
                  <a:lnTo>
                    <a:pt x="291474" y="1810748"/>
                  </a:lnTo>
                  <a:lnTo>
                    <a:pt x="290403" y="1811178"/>
                  </a:lnTo>
                  <a:lnTo>
                    <a:pt x="289331" y="1811607"/>
                  </a:lnTo>
                  <a:lnTo>
                    <a:pt x="288260" y="1812036"/>
                  </a:lnTo>
                  <a:lnTo>
                    <a:pt x="287188" y="1812464"/>
                  </a:lnTo>
                  <a:lnTo>
                    <a:pt x="286116" y="1812892"/>
                  </a:lnTo>
                  <a:lnTo>
                    <a:pt x="285045" y="1813320"/>
                  </a:lnTo>
                  <a:lnTo>
                    <a:pt x="283973" y="1813747"/>
                  </a:lnTo>
                  <a:lnTo>
                    <a:pt x="282902" y="1814174"/>
                  </a:lnTo>
                  <a:lnTo>
                    <a:pt x="281830" y="1814601"/>
                  </a:lnTo>
                  <a:lnTo>
                    <a:pt x="280758" y="1815027"/>
                  </a:lnTo>
                  <a:lnTo>
                    <a:pt x="279687" y="1815453"/>
                  </a:lnTo>
                  <a:lnTo>
                    <a:pt x="278615" y="1815879"/>
                  </a:lnTo>
                  <a:lnTo>
                    <a:pt x="277544" y="1816304"/>
                  </a:lnTo>
                  <a:lnTo>
                    <a:pt x="276472" y="1816729"/>
                  </a:lnTo>
                  <a:lnTo>
                    <a:pt x="275400" y="1817154"/>
                  </a:lnTo>
                  <a:lnTo>
                    <a:pt x="274329" y="1817578"/>
                  </a:lnTo>
                  <a:lnTo>
                    <a:pt x="273257" y="1818002"/>
                  </a:lnTo>
                  <a:lnTo>
                    <a:pt x="272186" y="1818426"/>
                  </a:lnTo>
                  <a:lnTo>
                    <a:pt x="271114" y="1818849"/>
                  </a:lnTo>
                  <a:lnTo>
                    <a:pt x="270042" y="1819272"/>
                  </a:lnTo>
                  <a:lnTo>
                    <a:pt x="268971" y="1819694"/>
                  </a:lnTo>
                  <a:lnTo>
                    <a:pt x="267899" y="1820117"/>
                  </a:lnTo>
                  <a:lnTo>
                    <a:pt x="266828" y="1820539"/>
                  </a:lnTo>
                  <a:lnTo>
                    <a:pt x="265756" y="1820960"/>
                  </a:lnTo>
                  <a:lnTo>
                    <a:pt x="264684" y="1821381"/>
                  </a:lnTo>
                  <a:lnTo>
                    <a:pt x="263613" y="1821802"/>
                  </a:lnTo>
                  <a:lnTo>
                    <a:pt x="262541" y="1822222"/>
                  </a:lnTo>
                  <a:lnTo>
                    <a:pt x="261470" y="1822643"/>
                  </a:lnTo>
                  <a:lnTo>
                    <a:pt x="260398" y="1823062"/>
                  </a:lnTo>
                  <a:lnTo>
                    <a:pt x="259326" y="1823482"/>
                  </a:lnTo>
                  <a:lnTo>
                    <a:pt x="258255" y="1823901"/>
                  </a:lnTo>
                  <a:lnTo>
                    <a:pt x="257183" y="1824319"/>
                  </a:lnTo>
                  <a:lnTo>
                    <a:pt x="256112" y="1824738"/>
                  </a:lnTo>
                  <a:lnTo>
                    <a:pt x="255040" y="1825156"/>
                  </a:lnTo>
                  <a:lnTo>
                    <a:pt x="253968" y="1825574"/>
                  </a:lnTo>
                  <a:lnTo>
                    <a:pt x="252897" y="1825991"/>
                  </a:lnTo>
                  <a:lnTo>
                    <a:pt x="251825" y="1826408"/>
                  </a:lnTo>
                  <a:lnTo>
                    <a:pt x="250754" y="1826824"/>
                  </a:lnTo>
                  <a:lnTo>
                    <a:pt x="249682" y="1827241"/>
                  </a:lnTo>
                  <a:lnTo>
                    <a:pt x="248610" y="1827657"/>
                  </a:lnTo>
                  <a:lnTo>
                    <a:pt x="247539" y="1828072"/>
                  </a:lnTo>
                  <a:lnTo>
                    <a:pt x="246467" y="1828487"/>
                  </a:lnTo>
                  <a:lnTo>
                    <a:pt x="245396" y="1828902"/>
                  </a:lnTo>
                  <a:lnTo>
                    <a:pt x="244324" y="1829317"/>
                  </a:lnTo>
                  <a:lnTo>
                    <a:pt x="243252" y="1829731"/>
                  </a:lnTo>
                  <a:lnTo>
                    <a:pt x="242181" y="1830145"/>
                  </a:lnTo>
                  <a:lnTo>
                    <a:pt x="241109" y="1830558"/>
                  </a:lnTo>
                  <a:lnTo>
                    <a:pt x="240038" y="1830971"/>
                  </a:lnTo>
                  <a:lnTo>
                    <a:pt x="238966" y="1831384"/>
                  </a:lnTo>
                  <a:lnTo>
                    <a:pt x="237894" y="1831796"/>
                  </a:lnTo>
                  <a:lnTo>
                    <a:pt x="236823" y="1832208"/>
                  </a:lnTo>
                  <a:lnTo>
                    <a:pt x="235751" y="1832620"/>
                  </a:lnTo>
                  <a:lnTo>
                    <a:pt x="234680" y="1833031"/>
                  </a:lnTo>
                  <a:lnTo>
                    <a:pt x="233608" y="1833442"/>
                  </a:lnTo>
                  <a:lnTo>
                    <a:pt x="232536" y="1833853"/>
                  </a:lnTo>
                  <a:lnTo>
                    <a:pt x="231465" y="1834263"/>
                  </a:lnTo>
                  <a:lnTo>
                    <a:pt x="230393" y="1834673"/>
                  </a:lnTo>
                  <a:lnTo>
                    <a:pt x="229322" y="1835083"/>
                  </a:lnTo>
                  <a:lnTo>
                    <a:pt x="228250" y="1835492"/>
                  </a:lnTo>
                  <a:lnTo>
                    <a:pt x="227178" y="1835901"/>
                  </a:lnTo>
                  <a:lnTo>
                    <a:pt x="226107" y="1836309"/>
                  </a:lnTo>
                  <a:lnTo>
                    <a:pt x="225035" y="1836718"/>
                  </a:lnTo>
                  <a:lnTo>
                    <a:pt x="223964" y="1837125"/>
                  </a:lnTo>
                  <a:lnTo>
                    <a:pt x="222892" y="1837533"/>
                  </a:lnTo>
                  <a:lnTo>
                    <a:pt x="221820" y="1837940"/>
                  </a:lnTo>
                  <a:lnTo>
                    <a:pt x="220749" y="1838347"/>
                  </a:lnTo>
                  <a:lnTo>
                    <a:pt x="219677" y="1838753"/>
                  </a:lnTo>
                  <a:lnTo>
                    <a:pt x="218606" y="1839159"/>
                  </a:lnTo>
                  <a:lnTo>
                    <a:pt x="217534" y="1839565"/>
                  </a:lnTo>
                  <a:lnTo>
                    <a:pt x="216462" y="1839970"/>
                  </a:lnTo>
                  <a:lnTo>
                    <a:pt x="215391" y="1840375"/>
                  </a:lnTo>
                  <a:lnTo>
                    <a:pt x="214319" y="1840780"/>
                  </a:lnTo>
                  <a:lnTo>
                    <a:pt x="213248" y="1841184"/>
                  </a:lnTo>
                  <a:lnTo>
                    <a:pt x="212176" y="1841588"/>
                  </a:lnTo>
                  <a:lnTo>
                    <a:pt x="211104" y="1841991"/>
                  </a:lnTo>
                  <a:lnTo>
                    <a:pt x="210033" y="1842395"/>
                  </a:lnTo>
                  <a:lnTo>
                    <a:pt x="208961" y="1842798"/>
                  </a:lnTo>
                  <a:lnTo>
                    <a:pt x="207890" y="1843200"/>
                  </a:lnTo>
                  <a:lnTo>
                    <a:pt x="206818" y="1843602"/>
                  </a:lnTo>
                  <a:lnTo>
                    <a:pt x="205746" y="1844004"/>
                  </a:lnTo>
                  <a:lnTo>
                    <a:pt x="204675" y="1844405"/>
                  </a:lnTo>
                  <a:lnTo>
                    <a:pt x="203603" y="1844807"/>
                  </a:lnTo>
                  <a:lnTo>
                    <a:pt x="202532" y="1845207"/>
                  </a:lnTo>
                  <a:lnTo>
                    <a:pt x="201460" y="1845608"/>
                  </a:lnTo>
                  <a:lnTo>
                    <a:pt x="200388" y="1846008"/>
                  </a:lnTo>
                  <a:lnTo>
                    <a:pt x="199317" y="1846407"/>
                  </a:lnTo>
                  <a:lnTo>
                    <a:pt x="198245" y="1846807"/>
                  </a:lnTo>
                  <a:lnTo>
                    <a:pt x="197174" y="1847206"/>
                  </a:lnTo>
                  <a:lnTo>
                    <a:pt x="196102" y="1847604"/>
                  </a:lnTo>
                  <a:lnTo>
                    <a:pt x="195030" y="1848002"/>
                  </a:lnTo>
                  <a:lnTo>
                    <a:pt x="193959" y="1848400"/>
                  </a:lnTo>
                  <a:lnTo>
                    <a:pt x="192887" y="1848798"/>
                  </a:lnTo>
                  <a:lnTo>
                    <a:pt x="191816" y="1849195"/>
                  </a:lnTo>
                  <a:lnTo>
                    <a:pt x="190744" y="1849592"/>
                  </a:lnTo>
                  <a:lnTo>
                    <a:pt x="189672" y="1849988"/>
                  </a:lnTo>
                  <a:lnTo>
                    <a:pt x="188601" y="1850385"/>
                  </a:lnTo>
                  <a:lnTo>
                    <a:pt x="187529" y="1850780"/>
                  </a:lnTo>
                  <a:lnTo>
                    <a:pt x="186458" y="1851176"/>
                  </a:lnTo>
                  <a:lnTo>
                    <a:pt x="185386" y="1851571"/>
                  </a:lnTo>
                  <a:lnTo>
                    <a:pt x="184314" y="1851966"/>
                  </a:lnTo>
                  <a:lnTo>
                    <a:pt x="183243" y="1852360"/>
                  </a:lnTo>
                  <a:lnTo>
                    <a:pt x="182171" y="1852754"/>
                  </a:lnTo>
                  <a:lnTo>
                    <a:pt x="181100" y="1853148"/>
                  </a:lnTo>
                  <a:lnTo>
                    <a:pt x="180028" y="1853541"/>
                  </a:lnTo>
                  <a:lnTo>
                    <a:pt x="178956" y="1853934"/>
                  </a:lnTo>
                  <a:lnTo>
                    <a:pt x="177885" y="1854327"/>
                  </a:lnTo>
                  <a:lnTo>
                    <a:pt x="176813" y="1854719"/>
                  </a:lnTo>
                  <a:lnTo>
                    <a:pt x="175742" y="1855111"/>
                  </a:lnTo>
                  <a:lnTo>
                    <a:pt x="174670" y="1855502"/>
                  </a:lnTo>
                  <a:lnTo>
                    <a:pt x="173599" y="1855893"/>
                  </a:lnTo>
                  <a:lnTo>
                    <a:pt x="172527" y="1856284"/>
                  </a:lnTo>
                  <a:lnTo>
                    <a:pt x="171455" y="1856675"/>
                  </a:lnTo>
                  <a:lnTo>
                    <a:pt x="170384" y="1857065"/>
                  </a:lnTo>
                  <a:lnTo>
                    <a:pt x="169312" y="1857455"/>
                  </a:lnTo>
                  <a:lnTo>
                    <a:pt x="168241" y="1857844"/>
                  </a:lnTo>
                  <a:lnTo>
                    <a:pt x="167169" y="1858233"/>
                  </a:lnTo>
                  <a:lnTo>
                    <a:pt x="166097" y="1858622"/>
                  </a:lnTo>
                  <a:lnTo>
                    <a:pt x="165026" y="1859010"/>
                  </a:lnTo>
                  <a:lnTo>
                    <a:pt x="163954" y="1859398"/>
                  </a:lnTo>
                  <a:lnTo>
                    <a:pt x="162883" y="1859786"/>
                  </a:lnTo>
                  <a:lnTo>
                    <a:pt x="161811" y="1860173"/>
                  </a:lnTo>
                  <a:lnTo>
                    <a:pt x="160739" y="1860560"/>
                  </a:lnTo>
                  <a:lnTo>
                    <a:pt x="159668" y="1860947"/>
                  </a:lnTo>
                  <a:lnTo>
                    <a:pt x="158596" y="1861333"/>
                  </a:lnTo>
                  <a:lnTo>
                    <a:pt x="157525" y="1861719"/>
                  </a:lnTo>
                  <a:lnTo>
                    <a:pt x="156453" y="1862104"/>
                  </a:lnTo>
                  <a:lnTo>
                    <a:pt x="155381" y="1862489"/>
                  </a:lnTo>
                  <a:lnTo>
                    <a:pt x="154310" y="1862874"/>
                  </a:lnTo>
                  <a:lnTo>
                    <a:pt x="153238" y="1863259"/>
                  </a:lnTo>
                  <a:lnTo>
                    <a:pt x="152167" y="1863643"/>
                  </a:lnTo>
                  <a:lnTo>
                    <a:pt x="151095" y="1864027"/>
                  </a:lnTo>
                  <a:lnTo>
                    <a:pt x="150023" y="1864410"/>
                  </a:lnTo>
                  <a:lnTo>
                    <a:pt x="148952" y="1864793"/>
                  </a:lnTo>
                  <a:lnTo>
                    <a:pt x="147880" y="1865176"/>
                  </a:lnTo>
                  <a:lnTo>
                    <a:pt x="146809" y="1865558"/>
                  </a:lnTo>
                  <a:lnTo>
                    <a:pt x="145737" y="1865940"/>
                  </a:lnTo>
                  <a:lnTo>
                    <a:pt x="144665" y="1866322"/>
                  </a:lnTo>
                  <a:lnTo>
                    <a:pt x="143594" y="1866703"/>
                  </a:lnTo>
                  <a:lnTo>
                    <a:pt x="142522" y="1867084"/>
                  </a:lnTo>
                  <a:lnTo>
                    <a:pt x="141451" y="1867465"/>
                  </a:lnTo>
                  <a:lnTo>
                    <a:pt x="140379" y="1867845"/>
                  </a:lnTo>
                  <a:lnTo>
                    <a:pt x="139307" y="1868225"/>
                  </a:lnTo>
                  <a:lnTo>
                    <a:pt x="138236" y="1868604"/>
                  </a:lnTo>
                  <a:lnTo>
                    <a:pt x="137164" y="1868984"/>
                  </a:lnTo>
                  <a:lnTo>
                    <a:pt x="136093" y="1869363"/>
                  </a:lnTo>
                  <a:lnTo>
                    <a:pt x="135021" y="1869741"/>
                  </a:lnTo>
                  <a:lnTo>
                    <a:pt x="133949" y="1870119"/>
                  </a:lnTo>
                  <a:lnTo>
                    <a:pt x="132878" y="1870497"/>
                  </a:lnTo>
                  <a:lnTo>
                    <a:pt x="131806" y="1870874"/>
                  </a:lnTo>
                  <a:lnTo>
                    <a:pt x="130735" y="1871251"/>
                  </a:lnTo>
                  <a:lnTo>
                    <a:pt x="129663" y="1871628"/>
                  </a:lnTo>
                  <a:lnTo>
                    <a:pt x="128591" y="1872005"/>
                  </a:lnTo>
                  <a:lnTo>
                    <a:pt x="127520" y="1872381"/>
                  </a:lnTo>
                  <a:lnTo>
                    <a:pt x="126448" y="1872756"/>
                  </a:lnTo>
                  <a:lnTo>
                    <a:pt x="125377" y="1873132"/>
                  </a:lnTo>
                  <a:lnTo>
                    <a:pt x="124305" y="1873507"/>
                  </a:lnTo>
                  <a:lnTo>
                    <a:pt x="123233" y="1873881"/>
                  </a:lnTo>
                  <a:lnTo>
                    <a:pt x="122162" y="1874256"/>
                  </a:lnTo>
                  <a:lnTo>
                    <a:pt x="121090" y="1874630"/>
                  </a:lnTo>
                  <a:lnTo>
                    <a:pt x="120019" y="1875003"/>
                  </a:lnTo>
                  <a:lnTo>
                    <a:pt x="118947" y="1875376"/>
                  </a:lnTo>
                  <a:lnTo>
                    <a:pt x="117875" y="1875749"/>
                  </a:lnTo>
                  <a:lnTo>
                    <a:pt x="116804" y="1876122"/>
                  </a:lnTo>
                  <a:lnTo>
                    <a:pt x="115732" y="1876494"/>
                  </a:lnTo>
                  <a:lnTo>
                    <a:pt x="114661" y="1876866"/>
                  </a:lnTo>
                  <a:lnTo>
                    <a:pt x="113589" y="1877237"/>
                  </a:lnTo>
                  <a:lnTo>
                    <a:pt x="112517" y="1877609"/>
                  </a:lnTo>
                  <a:lnTo>
                    <a:pt x="111446" y="1877979"/>
                  </a:lnTo>
                  <a:lnTo>
                    <a:pt x="110374" y="1878350"/>
                  </a:lnTo>
                  <a:lnTo>
                    <a:pt x="109303" y="1878720"/>
                  </a:lnTo>
                  <a:lnTo>
                    <a:pt x="108231" y="1879090"/>
                  </a:lnTo>
                  <a:lnTo>
                    <a:pt x="107159" y="1879459"/>
                  </a:lnTo>
                  <a:lnTo>
                    <a:pt x="106088" y="1879828"/>
                  </a:lnTo>
                  <a:lnTo>
                    <a:pt x="105016" y="1880197"/>
                  </a:lnTo>
                  <a:lnTo>
                    <a:pt x="103945" y="1880565"/>
                  </a:lnTo>
                  <a:lnTo>
                    <a:pt x="102873" y="1880933"/>
                  </a:lnTo>
                  <a:lnTo>
                    <a:pt x="101801" y="1881301"/>
                  </a:lnTo>
                  <a:lnTo>
                    <a:pt x="100730" y="1881668"/>
                  </a:lnTo>
                  <a:lnTo>
                    <a:pt x="99658" y="1882035"/>
                  </a:lnTo>
                  <a:lnTo>
                    <a:pt x="98587" y="1882402"/>
                  </a:lnTo>
                  <a:lnTo>
                    <a:pt x="97515" y="1882768"/>
                  </a:lnTo>
                  <a:lnTo>
                    <a:pt x="96443" y="1883134"/>
                  </a:lnTo>
                  <a:lnTo>
                    <a:pt x="95372" y="1883500"/>
                  </a:lnTo>
                  <a:lnTo>
                    <a:pt x="94300" y="1883865"/>
                  </a:lnTo>
                  <a:lnTo>
                    <a:pt x="93229" y="1884230"/>
                  </a:lnTo>
                  <a:lnTo>
                    <a:pt x="92157" y="1884595"/>
                  </a:lnTo>
                  <a:lnTo>
                    <a:pt x="91085" y="1884959"/>
                  </a:lnTo>
                  <a:lnTo>
                    <a:pt x="90014" y="1885323"/>
                  </a:lnTo>
                  <a:lnTo>
                    <a:pt x="88942" y="1885686"/>
                  </a:lnTo>
                  <a:lnTo>
                    <a:pt x="87871" y="1886049"/>
                  </a:lnTo>
                  <a:lnTo>
                    <a:pt x="86799" y="1886412"/>
                  </a:lnTo>
                  <a:lnTo>
                    <a:pt x="85727" y="1886775"/>
                  </a:lnTo>
                  <a:lnTo>
                    <a:pt x="84656" y="1887137"/>
                  </a:lnTo>
                  <a:lnTo>
                    <a:pt x="83584" y="1887499"/>
                  </a:lnTo>
                  <a:lnTo>
                    <a:pt x="82513" y="1887860"/>
                  </a:lnTo>
                  <a:lnTo>
                    <a:pt x="81441" y="1888221"/>
                  </a:lnTo>
                  <a:lnTo>
                    <a:pt x="80369" y="1888582"/>
                  </a:lnTo>
                  <a:lnTo>
                    <a:pt x="79298" y="1888942"/>
                  </a:lnTo>
                  <a:lnTo>
                    <a:pt x="78226" y="1889302"/>
                  </a:lnTo>
                  <a:lnTo>
                    <a:pt x="77155" y="1889662"/>
                  </a:lnTo>
                  <a:lnTo>
                    <a:pt x="76083" y="1890022"/>
                  </a:lnTo>
                  <a:lnTo>
                    <a:pt x="75011" y="1890381"/>
                  </a:lnTo>
                  <a:lnTo>
                    <a:pt x="73940" y="1890739"/>
                  </a:lnTo>
                  <a:lnTo>
                    <a:pt x="72868" y="1891098"/>
                  </a:lnTo>
                  <a:lnTo>
                    <a:pt x="71797" y="1891456"/>
                  </a:lnTo>
                  <a:lnTo>
                    <a:pt x="70725" y="1891813"/>
                  </a:lnTo>
                  <a:lnTo>
                    <a:pt x="69653" y="1892171"/>
                  </a:lnTo>
                  <a:lnTo>
                    <a:pt x="68582" y="1892528"/>
                  </a:lnTo>
                  <a:lnTo>
                    <a:pt x="67510" y="1892884"/>
                  </a:lnTo>
                  <a:lnTo>
                    <a:pt x="66439" y="1893241"/>
                  </a:lnTo>
                  <a:lnTo>
                    <a:pt x="65367" y="1893597"/>
                  </a:lnTo>
                  <a:lnTo>
                    <a:pt x="64295" y="1893952"/>
                  </a:lnTo>
                  <a:lnTo>
                    <a:pt x="63224" y="1894307"/>
                  </a:lnTo>
                  <a:lnTo>
                    <a:pt x="62152" y="1894662"/>
                  </a:lnTo>
                  <a:lnTo>
                    <a:pt x="61081" y="1895017"/>
                  </a:lnTo>
                  <a:lnTo>
                    <a:pt x="60009" y="1895371"/>
                  </a:lnTo>
                  <a:lnTo>
                    <a:pt x="58937" y="1895725"/>
                  </a:lnTo>
                  <a:lnTo>
                    <a:pt x="57866" y="1896079"/>
                  </a:lnTo>
                  <a:lnTo>
                    <a:pt x="56794" y="1896432"/>
                  </a:lnTo>
                  <a:lnTo>
                    <a:pt x="55723" y="1896785"/>
                  </a:lnTo>
                  <a:lnTo>
                    <a:pt x="54651" y="1897137"/>
                  </a:lnTo>
                  <a:lnTo>
                    <a:pt x="53579" y="1897490"/>
                  </a:lnTo>
                  <a:lnTo>
                    <a:pt x="52508" y="1897842"/>
                  </a:lnTo>
                  <a:lnTo>
                    <a:pt x="51436" y="1898193"/>
                  </a:lnTo>
                  <a:lnTo>
                    <a:pt x="50365" y="1898544"/>
                  </a:lnTo>
                  <a:lnTo>
                    <a:pt x="49293" y="1898895"/>
                  </a:lnTo>
                  <a:lnTo>
                    <a:pt x="48221" y="1899246"/>
                  </a:lnTo>
                  <a:lnTo>
                    <a:pt x="47150" y="1899596"/>
                  </a:lnTo>
                  <a:lnTo>
                    <a:pt x="46078" y="1899946"/>
                  </a:lnTo>
                  <a:lnTo>
                    <a:pt x="45007" y="1900295"/>
                  </a:lnTo>
                  <a:lnTo>
                    <a:pt x="43935" y="1900644"/>
                  </a:lnTo>
                  <a:lnTo>
                    <a:pt x="42863" y="1900993"/>
                  </a:lnTo>
                  <a:lnTo>
                    <a:pt x="41792" y="1901342"/>
                  </a:lnTo>
                  <a:lnTo>
                    <a:pt x="40720" y="1901690"/>
                  </a:lnTo>
                  <a:lnTo>
                    <a:pt x="39649" y="1902038"/>
                  </a:lnTo>
                  <a:lnTo>
                    <a:pt x="38577" y="1902385"/>
                  </a:lnTo>
                  <a:lnTo>
                    <a:pt x="37505" y="1902732"/>
                  </a:lnTo>
                  <a:lnTo>
                    <a:pt x="36434" y="1903079"/>
                  </a:lnTo>
                  <a:lnTo>
                    <a:pt x="35362" y="1903426"/>
                  </a:lnTo>
                  <a:lnTo>
                    <a:pt x="34291" y="1903772"/>
                  </a:lnTo>
                  <a:lnTo>
                    <a:pt x="33219" y="1904118"/>
                  </a:lnTo>
                  <a:lnTo>
                    <a:pt x="32147" y="1904463"/>
                  </a:lnTo>
                  <a:lnTo>
                    <a:pt x="31076" y="1904808"/>
                  </a:lnTo>
                  <a:lnTo>
                    <a:pt x="30004" y="1905153"/>
                  </a:lnTo>
                  <a:lnTo>
                    <a:pt x="28933" y="1905497"/>
                  </a:lnTo>
                  <a:lnTo>
                    <a:pt x="27861" y="1905842"/>
                  </a:lnTo>
                  <a:lnTo>
                    <a:pt x="26789" y="1906185"/>
                  </a:lnTo>
                  <a:lnTo>
                    <a:pt x="25718" y="1906529"/>
                  </a:lnTo>
                  <a:lnTo>
                    <a:pt x="24646" y="1906872"/>
                  </a:lnTo>
                  <a:lnTo>
                    <a:pt x="23575" y="1907215"/>
                  </a:lnTo>
                  <a:lnTo>
                    <a:pt x="22503" y="1907557"/>
                  </a:lnTo>
                  <a:lnTo>
                    <a:pt x="21431" y="1907899"/>
                  </a:lnTo>
                  <a:lnTo>
                    <a:pt x="20360" y="1908241"/>
                  </a:lnTo>
                  <a:lnTo>
                    <a:pt x="19288" y="1908582"/>
                  </a:lnTo>
                  <a:lnTo>
                    <a:pt x="18217" y="1908924"/>
                  </a:lnTo>
                  <a:lnTo>
                    <a:pt x="17145" y="1909264"/>
                  </a:lnTo>
                  <a:lnTo>
                    <a:pt x="16073" y="1909605"/>
                  </a:lnTo>
                  <a:lnTo>
                    <a:pt x="15002" y="1909945"/>
                  </a:lnTo>
                  <a:lnTo>
                    <a:pt x="13930" y="1910285"/>
                  </a:lnTo>
                  <a:lnTo>
                    <a:pt x="12859" y="1910624"/>
                  </a:lnTo>
                  <a:lnTo>
                    <a:pt x="11787" y="1910963"/>
                  </a:lnTo>
                  <a:lnTo>
                    <a:pt x="10715" y="1911302"/>
                  </a:lnTo>
                  <a:lnTo>
                    <a:pt x="9644" y="1911640"/>
                  </a:lnTo>
                  <a:lnTo>
                    <a:pt x="8572" y="1911979"/>
                  </a:lnTo>
                  <a:lnTo>
                    <a:pt x="7501" y="1912316"/>
                  </a:lnTo>
                  <a:lnTo>
                    <a:pt x="6429" y="1912654"/>
                  </a:lnTo>
                  <a:lnTo>
                    <a:pt x="5357" y="1912991"/>
                  </a:lnTo>
                  <a:lnTo>
                    <a:pt x="4286" y="1913328"/>
                  </a:lnTo>
                  <a:lnTo>
                    <a:pt x="3214" y="1913664"/>
                  </a:lnTo>
                  <a:lnTo>
                    <a:pt x="2143" y="1914000"/>
                  </a:lnTo>
                  <a:lnTo>
                    <a:pt x="1071" y="1914336"/>
                  </a:lnTo>
                  <a:lnTo>
                    <a:pt x="0" y="1914672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684231" y="690435"/>
              <a:ext cx="3856684" cy="1750810"/>
            </a:xfrm>
            <a:custGeom>
              <a:avLst/>
              <a:gdLst/>
              <a:ahLst/>
              <a:cxnLst/>
              <a:rect l="0" t="0" r="0" b="0"/>
              <a:pathLst>
                <a:path w="3856684" h="1750810">
                  <a:moveTo>
                    <a:pt x="0" y="1750810"/>
                  </a:moveTo>
                  <a:lnTo>
                    <a:pt x="1071" y="1750547"/>
                  </a:lnTo>
                  <a:lnTo>
                    <a:pt x="2143" y="1750284"/>
                  </a:lnTo>
                  <a:lnTo>
                    <a:pt x="3214" y="1750020"/>
                  </a:lnTo>
                  <a:lnTo>
                    <a:pt x="4286" y="1749756"/>
                  </a:lnTo>
                  <a:lnTo>
                    <a:pt x="5357" y="1749493"/>
                  </a:lnTo>
                  <a:lnTo>
                    <a:pt x="6429" y="1749228"/>
                  </a:lnTo>
                  <a:lnTo>
                    <a:pt x="7501" y="1748964"/>
                  </a:lnTo>
                  <a:lnTo>
                    <a:pt x="8572" y="1748700"/>
                  </a:lnTo>
                  <a:lnTo>
                    <a:pt x="9644" y="1748435"/>
                  </a:lnTo>
                  <a:lnTo>
                    <a:pt x="10715" y="1748170"/>
                  </a:lnTo>
                  <a:lnTo>
                    <a:pt x="11787" y="1747906"/>
                  </a:lnTo>
                  <a:lnTo>
                    <a:pt x="12859" y="1747640"/>
                  </a:lnTo>
                  <a:lnTo>
                    <a:pt x="13930" y="1747375"/>
                  </a:lnTo>
                  <a:lnTo>
                    <a:pt x="15002" y="1747110"/>
                  </a:lnTo>
                  <a:lnTo>
                    <a:pt x="16073" y="1746844"/>
                  </a:lnTo>
                  <a:lnTo>
                    <a:pt x="17145" y="1746578"/>
                  </a:lnTo>
                  <a:lnTo>
                    <a:pt x="18217" y="1746312"/>
                  </a:lnTo>
                  <a:lnTo>
                    <a:pt x="19288" y="1746046"/>
                  </a:lnTo>
                  <a:lnTo>
                    <a:pt x="20360" y="1745779"/>
                  </a:lnTo>
                  <a:lnTo>
                    <a:pt x="21431" y="1745513"/>
                  </a:lnTo>
                  <a:lnTo>
                    <a:pt x="22503" y="1745246"/>
                  </a:lnTo>
                  <a:lnTo>
                    <a:pt x="23575" y="1744979"/>
                  </a:lnTo>
                  <a:lnTo>
                    <a:pt x="24646" y="1744712"/>
                  </a:lnTo>
                  <a:lnTo>
                    <a:pt x="25718" y="1744445"/>
                  </a:lnTo>
                  <a:lnTo>
                    <a:pt x="26789" y="1744177"/>
                  </a:lnTo>
                  <a:lnTo>
                    <a:pt x="27861" y="1743909"/>
                  </a:lnTo>
                  <a:lnTo>
                    <a:pt x="28933" y="1743642"/>
                  </a:lnTo>
                  <a:lnTo>
                    <a:pt x="30004" y="1743373"/>
                  </a:lnTo>
                  <a:lnTo>
                    <a:pt x="31076" y="1743105"/>
                  </a:lnTo>
                  <a:lnTo>
                    <a:pt x="32147" y="1742837"/>
                  </a:lnTo>
                  <a:lnTo>
                    <a:pt x="33219" y="1742568"/>
                  </a:lnTo>
                  <a:lnTo>
                    <a:pt x="34291" y="1742299"/>
                  </a:lnTo>
                  <a:lnTo>
                    <a:pt x="35362" y="1742030"/>
                  </a:lnTo>
                  <a:lnTo>
                    <a:pt x="36434" y="1741761"/>
                  </a:lnTo>
                  <a:lnTo>
                    <a:pt x="37505" y="1741492"/>
                  </a:lnTo>
                  <a:lnTo>
                    <a:pt x="38577" y="1741222"/>
                  </a:lnTo>
                  <a:lnTo>
                    <a:pt x="39649" y="1740953"/>
                  </a:lnTo>
                  <a:lnTo>
                    <a:pt x="40720" y="1740683"/>
                  </a:lnTo>
                  <a:lnTo>
                    <a:pt x="41792" y="1740412"/>
                  </a:lnTo>
                  <a:lnTo>
                    <a:pt x="42863" y="1740142"/>
                  </a:lnTo>
                  <a:lnTo>
                    <a:pt x="43935" y="1739872"/>
                  </a:lnTo>
                  <a:lnTo>
                    <a:pt x="45007" y="1739601"/>
                  </a:lnTo>
                  <a:lnTo>
                    <a:pt x="46078" y="1739330"/>
                  </a:lnTo>
                  <a:lnTo>
                    <a:pt x="47150" y="1739059"/>
                  </a:lnTo>
                  <a:lnTo>
                    <a:pt x="48221" y="1738788"/>
                  </a:lnTo>
                  <a:lnTo>
                    <a:pt x="49293" y="1738516"/>
                  </a:lnTo>
                  <a:lnTo>
                    <a:pt x="50365" y="1738245"/>
                  </a:lnTo>
                  <a:lnTo>
                    <a:pt x="51436" y="1737973"/>
                  </a:lnTo>
                  <a:lnTo>
                    <a:pt x="52508" y="1737701"/>
                  </a:lnTo>
                  <a:lnTo>
                    <a:pt x="53579" y="1737429"/>
                  </a:lnTo>
                  <a:lnTo>
                    <a:pt x="54651" y="1737156"/>
                  </a:lnTo>
                  <a:lnTo>
                    <a:pt x="55723" y="1736884"/>
                  </a:lnTo>
                  <a:lnTo>
                    <a:pt x="56794" y="1736611"/>
                  </a:lnTo>
                  <a:lnTo>
                    <a:pt x="57866" y="1736338"/>
                  </a:lnTo>
                  <a:lnTo>
                    <a:pt x="58937" y="1736065"/>
                  </a:lnTo>
                  <a:lnTo>
                    <a:pt x="60009" y="1735791"/>
                  </a:lnTo>
                  <a:lnTo>
                    <a:pt x="61081" y="1735518"/>
                  </a:lnTo>
                  <a:lnTo>
                    <a:pt x="62152" y="1735244"/>
                  </a:lnTo>
                  <a:lnTo>
                    <a:pt x="63224" y="1734970"/>
                  </a:lnTo>
                  <a:lnTo>
                    <a:pt x="64295" y="1734696"/>
                  </a:lnTo>
                  <a:lnTo>
                    <a:pt x="65367" y="1734422"/>
                  </a:lnTo>
                  <a:lnTo>
                    <a:pt x="66439" y="1734147"/>
                  </a:lnTo>
                  <a:lnTo>
                    <a:pt x="67510" y="1733872"/>
                  </a:lnTo>
                  <a:lnTo>
                    <a:pt x="68582" y="1733597"/>
                  </a:lnTo>
                  <a:lnTo>
                    <a:pt x="69653" y="1733322"/>
                  </a:lnTo>
                  <a:lnTo>
                    <a:pt x="70725" y="1733047"/>
                  </a:lnTo>
                  <a:lnTo>
                    <a:pt x="71797" y="1732772"/>
                  </a:lnTo>
                  <a:lnTo>
                    <a:pt x="72868" y="1732496"/>
                  </a:lnTo>
                  <a:lnTo>
                    <a:pt x="73940" y="1732220"/>
                  </a:lnTo>
                  <a:lnTo>
                    <a:pt x="75011" y="1731944"/>
                  </a:lnTo>
                  <a:lnTo>
                    <a:pt x="76083" y="1731667"/>
                  </a:lnTo>
                  <a:lnTo>
                    <a:pt x="77155" y="1731391"/>
                  </a:lnTo>
                  <a:lnTo>
                    <a:pt x="78226" y="1731114"/>
                  </a:lnTo>
                  <a:lnTo>
                    <a:pt x="79298" y="1730837"/>
                  </a:lnTo>
                  <a:lnTo>
                    <a:pt x="80369" y="1730560"/>
                  </a:lnTo>
                  <a:lnTo>
                    <a:pt x="81441" y="1730283"/>
                  </a:lnTo>
                  <a:lnTo>
                    <a:pt x="82513" y="1730005"/>
                  </a:lnTo>
                  <a:lnTo>
                    <a:pt x="83584" y="1729728"/>
                  </a:lnTo>
                  <a:lnTo>
                    <a:pt x="84656" y="1729450"/>
                  </a:lnTo>
                  <a:lnTo>
                    <a:pt x="85727" y="1729172"/>
                  </a:lnTo>
                  <a:lnTo>
                    <a:pt x="86799" y="1728893"/>
                  </a:lnTo>
                  <a:lnTo>
                    <a:pt x="87871" y="1728615"/>
                  </a:lnTo>
                  <a:lnTo>
                    <a:pt x="88942" y="1728336"/>
                  </a:lnTo>
                  <a:lnTo>
                    <a:pt x="90014" y="1728057"/>
                  </a:lnTo>
                  <a:lnTo>
                    <a:pt x="91085" y="1727778"/>
                  </a:lnTo>
                  <a:lnTo>
                    <a:pt x="92157" y="1727499"/>
                  </a:lnTo>
                  <a:lnTo>
                    <a:pt x="93229" y="1727219"/>
                  </a:lnTo>
                  <a:lnTo>
                    <a:pt x="94300" y="1726939"/>
                  </a:lnTo>
                  <a:lnTo>
                    <a:pt x="95372" y="1726660"/>
                  </a:lnTo>
                  <a:lnTo>
                    <a:pt x="96443" y="1726379"/>
                  </a:lnTo>
                  <a:lnTo>
                    <a:pt x="97515" y="1726099"/>
                  </a:lnTo>
                  <a:lnTo>
                    <a:pt x="98587" y="1725818"/>
                  </a:lnTo>
                  <a:lnTo>
                    <a:pt x="99658" y="1725538"/>
                  </a:lnTo>
                  <a:lnTo>
                    <a:pt x="100730" y="1725257"/>
                  </a:lnTo>
                  <a:lnTo>
                    <a:pt x="101801" y="1724976"/>
                  </a:lnTo>
                  <a:lnTo>
                    <a:pt x="102873" y="1724694"/>
                  </a:lnTo>
                  <a:lnTo>
                    <a:pt x="103945" y="1724413"/>
                  </a:lnTo>
                  <a:lnTo>
                    <a:pt x="105016" y="1724131"/>
                  </a:lnTo>
                  <a:lnTo>
                    <a:pt x="106088" y="1723849"/>
                  </a:lnTo>
                  <a:lnTo>
                    <a:pt x="107159" y="1723566"/>
                  </a:lnTo>
                  <a:lnTo>
                    <a:pt x="108231" y="1723284"/>
                  </a:lnTo>
                  <a:lnTo>
                    <a:pt x="109303" y="1723001"/>
                  </a:lnTo>
                  <a:lnTo>
                    <a:pt x="110374" y="1722719"/>
                  </a:lnTo>
                  <a:lnTo>
                    <a:pt x="111446" y="1722435"/>
                  </a:lnTo>
                  <a:lnTo>
                    <a:pt x="112517" y="1722152"/>
                  </a:lnTo>
                  <a:lnTo>
                    <a:pt x="113589" y="1721869"/>
                  </a:lnTo>
                  <a:lnTo>
                    <a:pt x="114661" y="1721585"/>
                  </a:lnTo>
                  <a:lnTo>
                    <a:pt x="115732" y="1721301"/>
                  </a:lnTo>
                  <a:lnTo>
                    <a:pt x="116804" y="1721017"/>
                  </a:lnTo>
                  <a:lnTo>
                    <a:pt x="117875" y="1720733"/>
                  </a:lnTo>
                  <a:lnTo>
                    <a:pt x="118947" y="1720448"/>
                  </a:lnTo>
                  <a:lnTo>
                    <a:pt x="120019" y="1720163"/>
                  </a:lnTo>
                  <a:lnTo>
                    <a:pt x="121090" y="1719878"/>
                  </a:lnTo>
                  <a:lnTo>
                    <a:pt x="122162" y="1719593"/>
                  </a:lnTo>
                  <a:lnTo>
                    <a:pt x="123233" y="1719308"/>
                  </a:lnTo>
                  <a:lnTo>
                    <a:pt x="124305" y="1719022"/>
                  </a:lnTo>
                  <a:lnTo>
                    <a:pt x="125377" y="1718736"/>
                  </a:lnTo>
                  <a:lnTo>
                    <a:pt x="126448" y="1718450"/>
                  </a:lnTo>
                  <a:lnTo>
                    <a:pt x="127520" y="1718164"/>
                  </a:lnTo>
                  <a:lnTo>
                    <a:pt x="128591" y="1717877"/>
                  </a:lnTo>
                  <a:lnTo>
                    <a:pt x="129663" y="1717591"/>
                  </a:lnTo>
                  <a:lnTo>
                    <a:pt x="130735" y="1717304"/>
                  </a:lnTo>
                  <a:lnTo>
                    <a:pt x="131806" y="1717017"/>
                  </a:lnTo>
                  <a:lnTo>
                    <a:pt x="132878" y="1716729"/>
                  </a:lnTo>
                  <a:lnTo>
                    <a:pt x="133949" y="1716442"/>
                  </a:lnTo>
                  <a:lnTo>
                    <a:pt x="135021" y="1716154"/>
                  </a:lnTo>
                  <a:lnTo>
                    <a:pt x="136093" y="1715866"/>
                  </a:lnTo>
                  <a:lnTo>
                    <a:pt x="137164" y="1715578"/>
                  </a:lnTo>
                  <a:lnTo>
                    <a:pt x="138236" y="1715289"/>
                  </a:lnTo>
                  <a:lnTo>
                    <a:pt x="139307" y="1715000"/>
                  </a:lnTo>
                  <a:lnTo>
                    <a:pt x="140379" y="1714712"/>
                  </a:lnTo>
                  <a:lnTo>
                    <a:pt x="141451" y="1714422"/>
                  </a:lnTo>
                  <a:lnTo>
                    <a:pt x="142522" y="1714133"/>
                  </a:lnTo>
                  <a:lnTo>
                    <a:pt x="143594" y="1713843"/>
                  </a:lnTo>
                  <a:lnTo>
                    <a:pt x="144665" y="1713554"/>
                  </a:lnTo>
                  <a:lnTo>
                    <a:pt x="145737" y="1713264"/>
                  </a:lnTo>
                  <a:lnTo>
                    <a:pt x="146809" y="1712973"/>
                  </a:lnTo>
                  <a:lnTo>
                    <a:pt x="147880" y="1712683"/>
                  </a:lnTo>
                  <a:lnTo>
                    <a:pt x="148952" y="1712392"/>
                  </a:lnTo>
                  <a:lnTo>
                    <a:pt x="150023" y="1712101"/>
                  </a:lnTo>
                  <a:lnTo>
                    <a:pt x="151095" y="1711810"/>
                  </a:lnTo>
                  <a:lnTo>
                    <a:pt x="152167" y="1711519"/>
                  </a:lnTo>
                  <a:lnTo>
                    <a:pt x="153238" y="1711227"/>
                  </a:lnTo>
                  <a:lnTo>
                    <a:pt x="154310" y="1710935"/>
                  </a:lnTo>
                  <a:lnTo>
                    <a:pt x="155381" y="1710643"/>
                  </a:lnTo>
                  <a:lnTo>
                    <a:pt x="156453" y="1710351"/>
                  </a:lnTo>
                  <a:lnTo>
                    <a:pt x="157525" y="1710058"/>
                  </a:lnTo>
                  <a:lnTo>
                    <a:pt x="158596" y="1709766"/>
                  </a:lnTo>
                  <a:lnTo>
                    <a:pt x="159668" y="1709473"/>
                  </a:lnTo>
                  <a:lnTo>
                    <a:pt x="160739" y="1709179"/>
                  </a:lnTo>
                  <a:lnTo>
                    <a:pt x="161811" y="1708886"/>
                  </a:lnTo>
                  <a:lnTo>
                    <a:pt x="162883" y="1708592"/>
                  </a:lnTo>
                  <a:lnTo>
                    <a:pt x="163954" y="1708298"/>
                  </a:lnTo>
                  <a:lnTo>
                    <a:pt x="165026" y="1708004"/>
                  </a:lnTo>
                  <a:lnTo>
                    <a:pt x="166097" y="1707710"/>
                  </a:lnTo>
                  <a:lnTo>
                    <a:pt x="167169" y="1707415"/>
                  </a:lnTo>
                  <a:lnTo>
                    <a:pt x="168241" y="1707120"/>
                  </a:lnTo>
                  <a:lnTo>
                    <a:pt x="169312" y="1706825"/>
                  </a:lnTo>
                  <a:lnTo>
                    <a:pt x="170384" y="1706530"/>
                  </a:lnTo>
                  <a:lnTo>
                    <a:pt x="171455" y="1706234"/>
                  </a:lnTo>
                  <a:lnTo>
                    <a:pt x="172527" y="1705939"/>
                  </a:lnTo>
                  <a:lnTo>
                    <a:pt x="173599" y="1705643"/>
                  </a:lnTo>
                  <a:lnTo>
                    <a:pt x="174670" y="1705346"/>
                  </a:lnTo>
                  <a:lnTo>
                    <a:pt x="175742" y="1705050"/>
                  </a:lnTo>
                  <a:lnTo>
                    <a:pt x="176813" y="1704753"/>
                  </a:lnTo>
                  <a:lnTo>
                    <a:pt x="177885" y="1704456"/>
                  </a:lnTo>
                  <a:lnTo>
                    <a:pt x="178956" y="1704159"/>
                  </a:lnTo>
                  <a:lnTo>
                    <a:pt x="180028" y="1703861"/>
                  </a:lnTo>
                  <a:lnTo>
                    <a:pt x="181100" y="1703564"/>
                  </a:lnTo>
                  <a:lnTo>
                    <a:pt x="182171" y="1703266"/>
                  </a:lnTo>
                  <a:lnTo>
                    <a:pt x="183243" y="1702967"/>
                  </a:lnTo>
                  <a:lnTo>
                    <a:pt x="184314" y="1702669"/>
                  </a:lnTo>
                  <a:lnTo>
                    <a:pt x="185386" y="1702370"/>
                  </a:lnTo>
                  <a:lnTo>
                    <a:pt x="186458" y="1702071"/>
                  </a:lnTo>
                  <a:lnTo>
                    <a:pt x="187529" y="1701772"/>
                  </a:lnTo>
                  <a:lnTo>
                    <a:pt x="188601" y="1701473"/>
                  </a:lnTo>
                  <a:lnTo>
                    <a:pt x="189672" y="1701173"/>
                  </a:lnTo>
                  <a:lnTo>
                    <a:pt x="190744" y="1700873"/>
                  </a:lnTo>
                  <a:lnTo>
                    <a:pt x="191816" y="1700573"/>
                  </a:lnTo>
                  <a:lnTo>
                    <a:pt x="192887" y="1700273"/>
                  </a:lnTo>
                  <a:lnTo>
                    <a:pt x="193959" y="1699972"/>
                  </a:lnTo>
                  <a:lnTo>
                    <a:pt x="195030" y="1699671"/>
                  </a:lnTo>
                  <a:lnTo>
                    <a:pt x="196102" y="1699370"/>
                  </a:lnTo>
                  <a:lnTo>
                    <a:pt x="197174" y="1699069"/>
                  </a:lnTo>
                  <a:lnTo>
                    <a:pt x="198245" y="1698767"/>
                  </a:lnTo>
                  <a:lnTo>
                    <a:pt x="199317" y="1698465"/>
                  </a:lnTo>
                  <a:lnTo>
                    <a:pt x="200388" y="1698163"/>
                  </a:lnTo>
                  <a:lnTo>
                    <a:pt x="201460" y="1697861"/>
                  </a:lnTo>
                  <a:lnTo>
                    <a:pt x="202532" y="1697558"/>
                  </a:lnTo>
                  <a:lnTo>
                    <a:pt x="203603" y="1697255"/>
                  </a:lnTo>
                  <a:lnTo>
                    <a:pt x="204675" y="1696952"/>
                  </a:lnTo>
                  <a:lnTo>
                    <a:pt x="205746" y="1696649"/>
                  </a:lnTo>
                  <a:lnTo>
                    <a:pt x="206818" y="1696345"/>
                  </a:lnTo>
                  <a:lnTo>
                    <a:pt x="207890" y="1696041"/>
                  </a:lnTo>
                  <a:lnTo>
                    <a:pt x="208961" y="1695737"/>
                  </a:lnTo>
                  <a:lnTo>
                    <a:pt x="210033" y="1695433"/>
                  </a:lnTo>
                  <a:lnTo>
                    <a:pt x="211104" y="1695128"/>
                  </a:lnTo>
                  <a:lnTo>
                    <a:pt x="212176" y="1694823"/>
                  </a:lnTo>
                  <a:lnTo>
                    <a:pt x="213248" y="1694518"/>
                  </a:lnTo>
                  <a:lnTo>
                    <a:pt x="214319" y="1694212"/>
                  </a:lnTo>
                  <a:lnTo>
                    <a:pt x="215391" y="1693907"/>
                  </a:lnTo>
                  <a:lnTo>
                    <a:pt x="216462" y="1693601"/>
                  </a:lnTo>
                  <a:lnTo>
                    <a:pt x="217534" y="1693295"/>
                  </a:lnTo>
                  <a:lnTo>
                    <a:pt x="218606" y="1692988"/>
                  </a:lnTo>
                  <a:lnTo>
                    <a:pt x="219677" y="1692681"/>
                  </a:lnTo>
                  <a:lnTo>
                    <a:pt x="220749" y="1692374"/>
                  </a:lnTo>
                  <a:lnTo>
                    <a:pt x="221820" y="1692067"/>
                  </a:lnTo>
                  <a:lnTo>
                    <a:pt x="222892" y="1691760"/>
                  </a:lnTo>
                  <a:lnTo>
                    <a:pt x="223964" y="1691452"/>
                  </a:lnTo>
                  <a:lnTo>
                    <a:pt x="225035" y="1691144"/>
                  </a:lnTo>
                  <a:lnTo>
                    <a:pt x="226107" y="1690835"/>
                  </a:lnTo>
                  <a:lnTo>
                    <a:pt x="227178" y="1690527"/>
                  </a:lnTo>
                  <a:lnTo>
                    <a:pt x="228250" y="1690218"/>
                  </a:lnTo>
                  <a:lnTo>
                    <a:pt x="229322" y="1689909"/>
                  </a:lnTo>
                  <a:lnTo>
                    <a:pt x="230393" y="1689599"/>
                  </a:lnTo>
                  <a:lnTo>
                    <a:pt x="231465" y="1689290"/>
                  </a:lnTo>
                  <a:lnTo>
                    <a:pt x="232536" y="1688980"/>
                  </a:lnTo>
                  <a:lnTo>
                    <a:pt x="233608" y="1688670"/>
                  </a:lnTo>
                  <a:lnTo>
                    <a:pt x="234680" y="1688359"/>
                  </a:lnTo>
                  <a:lnTo>
                    <a:pt x="235751" y="1688048"/>
                  </a:lnTo>
                  <a:lnTo>
                    <a:pt x="236823" y="1687737"/>
                  </a:lnTo>
                  <a:lnTo>
                    <a:pt x="237894" y="1687426"/>
                  </a:lnTo>
                  <a:lnTo>
                    <a:pt x="238966" y="1687115"/>
                  </a:lnTo>
                  <a:lnTo>
                    <a:pt x="240038" y="1686803"/>
                  </a:lnTo>
                  <a:lnTo>
                    <a:pt x="241109" y="1686491"/>
                  </a:lnTo>
                  <a:lnTo>
                    <a:pt x="242181" y="1686178"/>
                  </a:lnTo>
                  <a:lnTo>
                    <a:pt x="243252" y="1685866"/>
                  </a:lnTo>
                  <a:lnTo>
                    <a:pt x="244324" y="1685553"/>
                  </a:lnTo>
                  <a:lnTo>
                    <a:pt x="245396" y="1685239"/>
                  </a:lnTo>
                  <a:lnTo>
                    <a:pt x="246467" y="1684926"/>
                  </a:lnTo>
                  <a:lnTo>
                    <a:pt x="247539" y="1684612"/>
                  </a:lnTo>
                  <a:lnTo>
                    <a:pt x="248610" y="1684298"/>
                  </a:lnTo>
                  <a:lnTo>
                    <a:pt x="249682" y="1683984"/>
                  </a:lnTo>
                  <a:lnTo>
                    <a:pt x="250754" y="1683669"/>
                  </a:lnTo>
                  <a:lnTo>
                    <a:pt x="251825" y="1683354"/>
                  </a:lnTo>
                  <a:lnTo>
                    <a:pt x="252897" y="1683039"/>
                  </a:lnTo>
                  <a:lnTo>
                    <a:pt x="253968" y="1682724"/>
                  </a:lnTo>
                  <a:lnTo>
                    <a:pt x="255040" y="1682408"/>
                  </a:lnTo>
                  <a:lnTo>
                    <a:pt x="256112" y="1682092"/>
                  </a:lnTo>
                  <a:lnTo>
                    <a:pt x="257183" y="1681775"/>
                  </a:lnTo>
                  <a:lnTo>
                    <a:pt x="258255" y="1681459"/>
                  </a:lnTo>
                  <a:lnTo>
                    <a:pt x="259326" y="1681142"/>
                  </a:lnTo>
                  <a:lnTo>
                    <a:pt x="260398" y="1680825"/>
                  </a:lnTo>
                  <a:lnTo>
                    <a:pt x="261470" y="1680507"/>
                  </a:lnTo>
                  <a:lnTo>
                    <a:pt x="262541" y="1680190"/>
                  </a:lnTo>
                  <a:lnTo>
                    <a:pt x="263613" y="1679872"/>
                  </a:lnTo>
                  <a:lnTo>
                    <a:pt x="264684" y="1679553"/>
                  </a:lnTo>
                  <a:lnTo>
                    <a:pt x="265756" y="1679235"/>
                  </a:lnTo>
                  <a:lnTo>
                    <a:pt x="266828" y="1678916"/>
                  </a:lnTo>
                  <a:lnTo>
                    <a:pt x="267899" y="1678596"/>
                  </a:lnTo>
                  <a:lnTo>
                    <a:pt x="268971" y="1678277"/>
                  </a:lnTo>
                  <a:lnTo>
                    <a:pt x="270042" y="1677957"/>
                  </a:lnTo>
                  <a:lnTo>
                    <a:pt x="271114" y="1677637"/>
                  </a:lnTo>
                  <a:lnTo>
                    <a:pt x="272186" y="1677317"/>
                  </a:lnTo>
                  <a:lnTo>
                    <a:pt x="273257" y="1676996"/>
                  </a:lnTo>
                  <a:lnTo>
                    <a:pt x="274329" y="1676675"/>
                  </a:lnTo>
                  <a:lnTo>
                    <a:pt x="275400" y="1676354"/>
                  </a:lnTo>
                  <a:lnTo>
                    <a:pt x="276472" y="1676032"/>
                  </a:lnTo>
                  <a:lnTo>
                    <a:pt x="277544" y="1675710"/>
                  </a:lnTo>
                  <a:lnTo>
                    <a:pt x="278615" y="1675388"/>
                  </a:lnTo>
                  <a:lnTo>
                    <a:pt x="279687" y="1675065"/>
                  </a:lnTo>
                  <a:lnTo>
                    <a:pt x="280758" y="1674743"/>
                  </a:lnTo>
                  <a:lnTo>
                    <a:pt x="281830" y="1674420"/>
                  </a:lnTo>
                  <a:lnTo>
                    <a:pt x="282902" y="1674096"/>
                  </a:lnTo>
                  <a:lnTo>
                    <a:pt x="283973" y="1673772"/>
                  </a:lnTo>
                  <a:lnTo>
                    <a:pt x="285045" y="1673448"/>
                  </a:lnTo>
                  <a:lnTo>
                    <a:pt x="286116" y="1673124"/>
                  </a:lnTo>
                  <a:lnTo>
                    <a:pt x="287188" y="1672799"/>
                  </a:lnTo>
                  <a:lnTo>
                    <a:pt x="288260" y="1672474"/>
                  </a:lnTo>
                  <a:lnTo>
                    <a:pt x="289331" y="1672149"/>
                  </a:lnTo>
                  <a:lnTo>
                    <a:pt x="290403" y="1671824"/>
                  </a:lnTo>
                  <a:lnTo>
                    <a:pt x="291474" y="1671498"/>
                  </a:lnTo>
                  <a:lnTo>
                    <a:pt x="292546" y="1671172"/>
                  </a:lnTo>
                  <a:lnTo>
                    <a:pt x="293618" y="1670845"/>
                  </a:lnTo>
                  <a:lnTo>
                    <a:pt x="294689" y="1670518"/>
                  </a:lnTo>
                  <a:lnTo>
                    <a:pt x="295761" y="1670191"/>
                  </a:lnTo>
                  <a:lnTo>
                    <a:pt x="296832" y="1669864"/>
                  </a:lnTo>
                  <a:lnTo>
                    <a:pt x="297904" y="1669536"/>
                  </a:lnTo>
                  <a:lnTo>
                    <a:pt x="298976" y="1669208"/>
                  </a:lnTo>
                  <a:lnTo>
                    <a:pt x="300047" y="1668879"/>
                  </a:lnTo>
                  <a:lnTo>
                    <a:pt x="301119" y="1668551"/>
                  </a:lnTo>
                  <a:lnTo>
                    <a:pt x="302190" y="1668222"/>
                  </a:lnTo>
                  <a:lnTo>
                    <a:pt x="303262" y="1667892"/>
                  </a:lnTo>
                  <a:lnTo>
                    <a:pt x="304334" y="1667562"/>
                  </a:lnTo>
                  <a:lnTo>
                    <a:pt x="305405" y="1667232"/>
                  </a:lnTo>
                  <a:lnTo>
                    <a:pt x="306477" y="1666902"/>
                  </a:lnTo>
                  <a:lnTo>
                    <a:pt x="307548" y="1666571"/>
                  </a:lnTo>
                  <a:lnTo>
                    <a:pt x="308620" y="1666240"/>
                  </a:lnTo>
                  <a:lnTo>
                    <a:pt x="309692" y="1665909"/>
                  </a:lnTo>
                  <a:lnTo>
                    <a:pt x="310763" y="1665577"/>
                  </a:lnTo>
                  <a:lnTo>
                    <a:pt x="311835" y="1665246"/>
                  </a:lnTo>
                  <a:lnTo>
                    <a:pt x="312906" y="1664913"/>
                  </a:lnTo>
                  <a:lnTo>
                    <a:pt x="313978" y="1664581"/>
                  </a:lnTo>
                  <a:lnTo>
                    <a:pt x="315050" y="1664248"/>
                  </a:lnTo>
                  <a:lnTo>
                    <a:pt x="316121" y="1663914"/>
                  </a:lnTo>
                  <a:lnTo>
                    <a:pt x="317193" y="1663581"/>
                  </a:lnTo>
                  <a:lnTo>
                    <a:pt x="318264" y="1663247"/>
                  </a:lnTo>
                  <a:lnTo>
                    <a:pt x="319336" y="1662912"/>
                  </a:lnTo>
                  <a:lnTo>
                    <a:pt x="320408" y="1662578"/>
                  </a:lnTo>
                  <a:lnTo>
                    <a:pt x="321479" y="1662243"/>
                  </a:lnTo>
                  <a:lnTo>
                    <a:pt x="322551" y="1661907"/>
                  </a:lnTo>
                  <a:lnTo>
                    <a:pt x="323622" y="1661572"/>
                  </a:lnTo>
                  <a:lnTo>
                    <a:pt x="324694" y="1661236"/>
                  </a:lnTo>
                  <a:lnTo>
                    <a:pt x="325766" y="1660899"/>
                  </a:lnTo>
                  <a:lnTo>
                    <a:pt x="326837" y="1660563"/>
                  </a:lnTo>
                  <a:lnTo>
                    <a:pt x="327909" y="1660226"/>
                  </a:lnTo>
                  <a:lnTo>
                    <a:pt x="328980" y="1659888"/>
                  </a:lnTo>
                  <a:lnTo>
                    <a:pt x="330052" y="1659550"/>
                  </a:lnTo>
                  <a:lnTo>
                    <a:pt x="331124" y="1659212"/>
                  </a:lnTo>
                  <a:lnTo>
                    <a:pt x="332195" y="1658874"/>
                  </a:lnTo>
                  <a:lnTo>
                    <a:pt x="333267" y="1658535"/>
                  </a:lnTo>
                  <a:lnTo>
                    <a:pt x="334338" y="1658196"/>
                  </a:lnTo>
                  <a:lnTo>
                    <a:pt x="335410" y="1657856"/>
                  </a:lnTo>
                  <a:lnTo>
                    <a:pt x="336482" y="1657517"/>
                  </a:lnTo>
                  <a:lnTo>
                    <a:pt x="337553" y="1657176"/>
                  </a:lnTo>
                  <a:lnTo>
                    <a:pt x="338625" y="1656836"/>
                  </a:lnTo>
                  <a:lnTo>
                    <a:pt x="339696" y="1656495"/>
                  </a:lnTo>
                  <a:lnTo>
                    <a:pt x="340768" y="1656154"/>
                  </a:lnTo>
                  <a:lnTo>
                    <a:pt x="341840" y="1655812"/>
                  </a:lnTo>
                  <a:lnTo>
                    <a:pt x="342911" y="1655470"/>
                  </a:lnTo>
                  <a:lnTo>
                    <a:pt x="343983" y="1655128"/>
                  </a:lnTo>
                  <a:lnTo>
                    <a:pt x="345054" y="1654785"/>
                  </a:lnTo>
                  <a:lnTo>
                    <a:pt x="346126" y="1654442"/>
                  </a:lnTo>
                  <a:lnTo>
                    <a:pt x="347198" y="1654098"/>
                  </a:lnTo>
                  <a:lnTo>
                    <a:pt x="348269" y="1653755"/>
                  </a:lnTo>
                  <a:lnTo>
                    <a:pt x="349341" y="1653410"/>
                  </a:lnTo>
                  <a:lnTo>
                    <a:pt x="350412" y="1653066"/>
                  </a:lnTo>
                  <a:lnTo>
                    <a:pt x="351484" y="1652721"/>
                  </a:lnTo>
                  <a:lnTo>
                    <a:pt x="352556" y="1652376"/>
                  </a:lnTo>
                  <a:lnTo>
                    <a:pt x="353627" y="1652030"/>
                  </a:lnTo>
                  <a:lnTo>
                    <a:pt x="354699" y="1651684"/>
                  </a:lnTo>
                  <a:lnTo>
                    <a:pt x="355770" y="1651338"/>
                  </a:lnTo>
                  <a:lnTo>
                    <a:pt x="356842" y="1650991"/>
                  </a:lnTo>
                  <a:lnTo>
                    <a:pt x="357913" y="1650644"/>
                  </a:lnTo>
                  <a:lnTo>
                    <a:pt x="358985" y="1650296"/>
                  </a:lnTo>
                  <a:lnTo>
                    <a:pt x="360057" y="1649948"/>
                  </a:lnTo>
                  <a:lnTo>
                    <a:pt x="361128" y="1649600"/>
                  </a:lnTo>
                  <a:lnTo>
                    <a:pt x="362200" y="1649251"/>
                  </a:lnTo>
                  <a:lnTo>
                    <a:pt x="363271" y="1648902"/>
                  </a:lnTo>
                  <a:lnTo>
                    <a:pt x="364343" y="1648553"/>
                  </a:lnTo>
                  <a:lnTo>
                    <a:pt x="365415" y="1648203"/>
                  </a:lnTo>
                  <a:lnTo>
                    <a:pt x="366486" y="1647853"/>
                  </a:lnTo>
                  <a:lnTo>
                    <a:pt x="367558" y="1647502"/>
                  </a:lnTo>
                  <a:lnTo>
                    <a:pt x="368629" y="1647151"/>
                  </a:lnTo>
                  <a:lnTo>
                    <a:pt x="369701" y="1646800"/>
                  </a:lnTo>
                  <a:lnTo>
                    <a:pt x="370773" y="1646448"/>
                  </a:lnTo>
                  <a:lnTo>
                    <a:pt x="371844" y="1646096"/>
                  </a:lnTo>
                  <a:lnTo>
                    <a:pt x="372916" y="1645743"/>
                  </a:lnTo>
                  <a:lnTo>
                    <a:pt x="373987" y="1645390"/>
                  </a:lnTo>
                  <a:lnTo>
                    <a:pt x="375059" y="1645037"/>
                  </a:lnTo>
                  <a:lnTo>
                    <a:pt x="376131" y="1644683"/>
                  </a:lnTo>
                  <a:lnTo>
                    <a:pt x="377202" y="1644329"/>
                  </a:lnTo>
                  <a:lnTo>
                    <a:pt x="378274" y="1643974"/>
                  </a:lnTo>
                  <a:lnTo>
                    <a:pt x="379345" y="1643619"/>
                  </a:lnTo>
                  <a:lnTo>
                    <a:pt x="380417" y="1643264"/>
                  </a:lnTo>
                  <a:lnTo>
                    <a:pt x="381489" y="1642908"/>
                  </a:lnTo>
                  <a:lnTo>
                    <a:pt x="382560" y="1642552"/>
                  </a:lnTo>
                  <a:lnTo>
                    <a:pt x="383632" y="1642195"/>
                  </a:lnTo>
                  <a:lnTo>
                    <a:pt x="384703" y="1641838"/>
                  </a:lnTo>
                  <a:lnTo>
                    <a:pt x="385775" y="1641481"/>
                  </a:lnTo>
                  <a:lnTo>
                    <a:pt x="386847" y="1641123"/>
                  </a:lnTo>
                  <a:lnTo>
                    <a:pt x="387918" y="1640765"/>
                  </a:lnTo>
                  <a:lnTo>
                    <a:pt x="388990" y="1640406"/>
                  </a:lnTo>
                  <a:lnTo>
                    <a:pt x="390061" y="1640047"/>
                  </a:lnTo>
                  <a:lnTo>
                    <a:pt x="391133" y="1639688"/>
                  </a:lnTo>
                  <a:lnTo>
                    <a:pt x="392205" y="1639328"/>
                  </a:lnTo>
                  <a:lnTo>
                    <a:pt x="393276" y="1638967"/>
                  </a:lnTo>
                  <a:lnTo>
                    <a:pt x="394348" y="1638607"/>
                  </a:lnTo>
                  <a:lnTo>
                    <a:pt x="395419" y="1638245"/>
                  </a:lnTo>
                  <a:lnTo>
                    <a:pt x="396491" y="1637884"/>
                  </a:lnTo>
                  <a:lnTo>
                    <a:pt x="397563" y="1637522"/>
                  </a:lnTo>
                  <a:lnTo>
                    <a:pt x="398634" y="1637159"/>
                  </a:lnTo>
                  <a:lnTo>
                    <a:pt x="399706" y="1636796"/>
                  </a:lnTo>
                  <a:lnTo>
                    <a:pt x="400777" y="1636433"/>
                  </a:lnTo>
                  <a:lnTo>
                    <a:pt x="401849" y="1636069"/>
                  </a:lnTo>
                  <a:lnTo>
                    <a:pt x="402921" y="1635705"/>
                  </a:lnTo>
                  <a:lnTo>
                    <a:pt x="403992" y="1635341"/>
                  </a:lnTo>
                  <a:lnTo>
                    <a:pt x="405064" y="1634976"/>
                  </a:lnTo>
                  <a:lnTo>
                    <a:pt x="406135" y="1634610"/>
                  </a:lnTo>
                  <a:lnTo>
                    <a:pt x="407207" y="1634244"/>
                  </a:lnTo>
                  <a:lnTo>
                    <a:pt x="408279" y="1633878"/>
                  </a:lnTo>
                  <a:lnTo>
                    <a:pt x="409350" y="1633511"/>
                  </a:lnTo>
                  <a:lnTo>
                    <a:pt x="410422" y="1633144"/>
                  </a:lnTo>
                  <a:lnTo>
                    <a:pt x="411493" y="1632776"/>
                  </a:lnTo>
                  <a:lnTo>
                    <a:pt x="412565" y="1632408"/>
                  </a:lnTo>
                  <a:lnTo>
                    <a:pt x="413637" y="1632039"/>
                  </a:lnTo>
                  <a:lnTo>
                    <a:pt x="414708" y="1631670"/>
                  </a:lnTo>
                  <a:lnTo>
                    <a:pt x="415780" y="1631301"/>
                  </a:lnTo>
                  <a:lnTo>
                    <a:pt x="416851" y="1630931"/>
                  </a:lnTo>
                  <a:lnTo>
                    <a:pt x="417923" y="1630560"/>
                  </a:lnTo>
                  <a:lnTo>
                    <a:pt x="418995" y="1630190"/>
                  </a:lnTo>
                  <a:lnTo>
                    <a:pt x="420066" y="1629818"/>
                  </a:lnTo>
                  <a:lnTo>
                    <a:pt x="421138" y="1629447"/>
                  </a:lnTo>
                  <a:lnTo>
                    <a:pt x="422209" y="1629074"/>
                  </a:lnTo>
                  <a:lnTo>
                    <a:pt x="423281" y="1628702"/>
                  </a:lnTo>
                  <a:lnTo>
                    <a:pt x="424353" y="1628329"/>
                  </a:lnTo>
                  <a:lnTo>
                    <a:pt x="425424" y="1627955"/>
                  </a:lnTo>
                  <a:lnTo>
                    <a:pt x="426496" y="1627581"/>
                  </a:lnTo>
                  <a:lnTo>
                    <a:pt x="427567" y="1627207"/>
                  </a:lnTo>
                  <a:lnTo>
                    <a:pt x="428639" y="1626832"/>
                  </a:lnTo>
                  <a:lnTo>
                    <a:pt x="429711" y="1626456"/>
                  </a:lnTo>
                  <a:lnTo>
                    <a:pt x="430782" y="1626080"/>
                  </a:lnTo>
                  <a:lnTo>
                    <a:pt x="431854" y="1625704"/>
                  </a:lnTo>
                  <a:lnTo>
                    <a:pt x="432925" y="1625327"/>
                  </a:lnTo>
                  <a:lnTo>
                    <a:pt x="433997" y="1624950"/>
                  </a:lnTo>
                  <a:lnTo>
                    <a:pt x="435069" y="1624572"/>
                  </a:lnTo>
                  <a:lnTo>
                    <a:pt x="436140" y="1624194"/>
                  </a:lnTo>
                  <a:lnTo>
                    <a:pt x="437212" y="1623815"/>
                  </a:lnTo>
                  <a:lnTo>
                    <a:pt x="438283" y="1623436"/>
                  </a:lnTo>
                  <a:lnTo>
                    <a:pt x="439355" y="1623057"/>
                  </a:lnTo>
                  <a:lnTo>
                    <a:pt x="440427" y="1622677"/>
                  </a:lnTo>
                  <a:lnTo>
                    <a:pt x="441498" y="1622296"/>
                  </a:lnTo>
                  <a:lnTo>
                    <a:pt x="442570" y="1621915"/>
                  </a:lnTo>
                  <a:lnTo>
                    <a:pt x="443641" y="1621533"/>
                  </a:lnTo>
                  <a:lnTo>
                    <a:pt x="444713" y="1621151"/>
                  </a:lnTo>
                  <a:lnTo>
                    <a:pt x="445785" y="1620769"/>
                  </a:lnTo>
                  <a:lnTo>
                    <a:pt x="446856" y="1620386"/>
                  </a:lnTo>
                  <a:lnTo>
                    <a:pt x="447928" y="1620003"/>
                  </a:lnTo>
                  <a:lnTo>
                    <a:pt x="448999" y="1619619"/>
                  </a:lnTo>
                  <a:lnTo>
                    <a:pt x="450071" y="1619234"/>
                  </a:lnTo>
                  <a:lnTo>
                    <a:pt x="451143" y="1618849"/>
                  </a:lnTo>
                  <a:lnTo>
                    <a:pt x="452214" y="1618464"/>
                  </a:lnTo>
                  <a:lnTo>
                    <a:pt x="453286" y="1618078"/>
                  </a:lnTo>
                  <a:lnTo>
                    <a:pt x="454357" y="1617692"/>
                  </a:lnTo>
                  <a:lnTo>
                    <a:pt x="455429" y="1617305"/>
                  </a:lnTo>
                  <a:lnTo>
                    <a:pt x="456501" y="1616917"/>
                  </a:lnTo>
                  <a:lnTo>
                    <a:pt x="457572" y="1616530"/>
                  </a:lnTo>
                  <a:lnTo>
                    <a:pt x="458644" y="1616141"/>
                  </a:lnTo>
                  <a:lnTo>
                    <a:pt x="459715" y="1615753"/>
                  </a:lnTo>
                  <a:lnTo>
                    <a:pt x="460787" y="1615363"/>
                  </a:lnTo>
                  <a:lnTo>
                    <a:pt x="461859" y="1614973"/>
                  </a:lnTo>
                  <a:lnTo>
                    <a:pt x="462930" y="1614583"/>
                  </a:lnTo>
                  <a:lnTo>
                    <a:pt x="464002" y="1614192"/>
                  </a:lnTo>
                  <a:lnTo>
                    <a:pt x="465073" y="1613801"/>
                  </a:lnTo>
                  <a:lnTo>
                    <a:pt x="466145" y="1613409"/>
                  </a:lnTo>
                  <a:lnTo>
                    <a:pt x="467217" y="1613017"/>
                  </a:lnTo>
                  <a:lnTo>
                    <a:pt x="468288" y="1612624"/>
                  </a:lnTo>
                  <a:lnTo>
                    <a:pt x="469360" y="1612231"/>
                  </a:lnTo>
                  <a:lnTo>
                    <a:pt x="470431" y="1611837"/>
                  </a:lnTo>
                  <a:lnTo>
                    <a:pt x="471503" y="1611443"/>
                  </a:lnTo>
                  <a:lnTo>
                    <a:pt x="472575" y="1611048"/>
                  </a:lnTo>
                  <a:lnTo>
                    <a:pt x="473646" y="1610652"/>
                  </a:lnTo>
                  <a:lnTo>
                    <a:pt x="474718" y="1610257"/>
                  </a:lnTo>
                  <a:lnTo>
                    <a:pt x="475789" y="1609860"/>
                  </a:lnTo>
                  <a:lnTo>
                    <a:pt x="476861" y="1609463"/>
                  </a:lnTo>
                  <a:lnTo>
                    <a:pt x="477933" y="1609066"/>
                  </a:lnTo>
                  <a:lnTo>
                    <a:pt x="479004" y="1608668"/>
                  </a:lnTo>
                  <a:lnTo>
                    <a:pt x="480076" y="1608270"/>
                  </a:lnTo>
                  <a:lnTo>
                    <a:pt x="481147" y="1607871"/>
                  </a:lnTo>
                  <a:lnTo>
                    <a:pt x="482219" y="1607471"/>
                  </a:lnTo>
                  <a:lnTo>
                    <a:pt x="483291" y="1607071"/>
                  </a:lnTo>
                  <a:lnTo>
                    <a:pt x="484362" y="1606671"/>
                  </a:lnTo>
                  <a:lnTo>
                    <a:pt x="485434" y="1606270"/>
                  </a:lnTo>
                  <a:lnTo>
                    <a:pt x="486505" y="1605868"/>
                  </a:lnTo>
                  <a:lnTo>
                    <a:pt x="487577" y="1605466"/>
                  </a:lnTo>
                  <a:lnTo>
                    <a:pt x="488649" y="1605064"/>
                  </a:lnTo>
                  <a:lnTo>
                    <a:pt x="489720" y="1604661"/>
                  </a:lnTo>
                  <a:lnTo>
                    <a:pt x="490792" y="1604257"/>
                  </a:lnTo>
                  <a:lnTo>
                    <a:pt x="491863" y="1603853"/>
                  </a:lnTo>
                  <a:lnTo>
                    <a:pt x="492935" y="1603448"/>
                  </a:lnTo>
                  <a:lnTo>
                    <a:pt x="494007" y="1603043"/>
                  </a:lnTo>
                  <a:lnTo>
                    <a:pt x="495078" y="1602637"/>
                  </a:lnTo>
                  <a:lnTo>
                    <a:pt x="496150" y="1602231"/>
                  </a:lnTo>
                  <a:lnTo>
                    <a:pt x="497221" y="1601824"/>
                  </a:lnTo>
                  <a:lnTo>
                    <a:pt x="498293" y="1601417"/>
                  </a:lnTo>
                  <a:lnTo>
                    <a:pt x="499365" y="1601009"/>
                  </a:lnTo>
                  <a:lnTo>
                    <a:pt x="500436" y="1600601"/>
                  </a:lnTo>
                  <a:lnTo>
                    <a:pt x="501508" y="1600192"/>
                  </a:lnTo>
                  <a:lnTo>
                    <a:pt x="502579" y="1599782"/>
                  </a:lnTo>
                  <a:lnTo>
                    <a:pt x="503651" y="1599372"/>
                  </a:lnTo>
                  <a:lnTo>
                    <a:pt x="504723" y="1598962"/>
                  </a:lnTo>
                  <a:lnTo>
                    <a:pt x="505794" y="1598551"/>
                  </a:lnTo>
                  <a:lnTo>
                    <a:pt x="506866" y="1598139"/>
                  </a:lnTo>
                  <a:lnTo>
                    <a:pt x="507937" y="1597727"/>
                  </a:lnTo>
                  <a:lnTo>
                    <a:pt x="509009" y="1597314"/>
                  </a:lnTo>
                  <a:lnTo>
                    <a:pt x="510081" y="1596901"/>
                  </a:lnTo>
                  <a:lnTo>
                    <a:pt x="511152" y="1596487"/>
                  </a:lnTo>
                  <a:lnTo>
                    <a:pt x="512224" y="1596073"/>
                  </a:lnTo>
                  <a:lnTo>
                    <a:pt x="513295" y="1595658"/>
                  </a:lnTo>
                  <a:lnTo>
                    <a:pt x="514367" y="1595243"/>
                  </a:lnTo>
                  <a:lnTo>
                    <a:pt x="515439" y="1594827"/>
                  </a:lnTo>
                  <a:lnTo>
                    <a:pt x="516510" y="1594411"/>
                  </a:lnTo>
                  <a:lnTo>
                    <a:pt x="517582" y="1593994"/>
                  </a:lnTo>
                  <a:lnTo>
                    <a:pt x="518653" y="1593576"/>
                  </a:lnTo>
                  <a:lnTo>
                    <a:pt x="519725" y="1593158"/>
                  </a:lnTo>
                  <a:lnTo>
                    <a:pt x="520797" y="1592739"/>
                  </a:lnTo>
                  <a:lnTo>
                    <a:pt x="521868" y="1592320"/>
                  </a:lnTo>
                  <a:lnTo>
                    <a:pt x="522940" y="1591900"/>
                  </a:lnTo>
                  <a:lnTo>
                    <a:pt x="524011" y="1591480"/>
                  </a:lnTo>
                  <a:lnTo>
                    <a:pt x="525083" y="1591059"/>
                  </a:lnTo>
                  <a:lnTo>
                    <a:pt x="526155" y="1590638"/>
                  </a:lnTo>
                  <a:lnTo>
                    <a:pt x="527226" y="1590216"/>
                  </a:lnTo>
                  <a:lnTo>
                    <a:pt x="528298" y="1589793"/>
                  </a:lnTo>
                  <a:lnTo>
                    <a:pt x="529369" y="1589370"/>
                  </a:lnTo>
                  <a:lnTo>
                    <a:pt x="530441" y="1588946"/>
                  </a:lnTo>
                  <a:lnTo>
                    <a:pt x="531513" y="1588522"/>
                  </a:lnTo>
                  <a:lnTo>
                    <a:pt x="532584" y="1588098"/>
                  </a:lnTo>
                  <a:lnTo>
                    <a:pt x="533656" y="1587672"/>
                  </a:lnTo>
                  <a:lnTo>
                    <a:pt x="534727" y="1587246"/>
                  </a:lnTo>
                  <a:lnTo>
                    <a:pt x="535799" y="1586820"/>
                  </a:lnTo>
                  <a:lnTo>
                    <a:pt x="536870" y="1586393"/>
                  </a:lnTo>
                  <a:lnTo>
                    <a:pt x="537942" y="1585965"/>
                  </a:lnTo>
                  <a:lnTo>
                    <a:pt x="539014" y="1585537"/>
                  </a:lnTo>
                  <a:lnTo>
                    <a:pt x="540085" y="1585109"/>
                  </a:lnTo>
                  <a:lnTo>
                    <a:pt x="541157" y="1584680"/>
                  </a:lnTo>
                  <a:lnTo>
                    <a:pt x="542228" y="1584250"/>
                  </a:lnTo>
                  <a:lnTo>
                    <a:pt x="543300" y="1583819"/>
                  </a:lnTo>
                  <a:lnTo>
                    <a:pt x="544372" y="1583389"/>
                  </a:lnTo>
                  <a:lnTo>
                    <a:pt x="545443" y="1582957"/>
                  </a:lnTo>
                  <a:lnTo>
                    <a:pt x="546515" y="1582525"/>
                  </a:lnTo>
                  <a:lnTo>
                    <a:pt x="547586" y="1582092"/>
                  </a:lnTo>
                  <a:lnTo>
                    <a:pt x="548658" y="1581659"/>
                  </a:lnTo>
                  <a:lnTo>
                    <a:pt x="549730" y="1581226"/>
                  </a:lnTo>
                  <a:lnTo>
                    <a:pt x="550801" y="1580791"/>
                  </a:lnTo>
                  <a:lnTo>
                    <a:pt x="551873" y="1580356"/>
                  </a:lnTo>
                  <a:lnTo>
                    <a:pt x="552944" y="1579921"/>
                  </a:lnTo>
                  <a:lnTo>
                    <a:pt x="554016" y="1579485"/>
                  </a:lnTo>
                  <a:lnTo>
                    <a:pt x="555088" y="1579049"/>
                  </a:lnTo>
                  <a:lnTo>
                    <a:pt x="556159" y="1578611"/>
                  </a:lnTo>
                  <a:lnTo>
                    <a:pt x="557231" y="1578174"/>
                  </a:lnTo>
                  <a:lnTo>
                    <a:pt x="558302" y="1577735"/>
                  </a:lnTo>
                  <a:lnTo>
                    <a:pt x="559374" y="1577297"/>
                  </a:lnTo>
                  <a:lnTo>
                    <a:pt x="560446" y="1576857"/>
                  </a:lnTo>
                  <a:lnTo>
                    <a:pt x="561517" y="1576417"/>
                  </a:lnTo>
                  <a:lnTo>
                    <a:pt x="562589" y="1575977"/>
                  </a:lnTo>
                  <a:lnTo>
                    <a:pt x="563660" y="1575536"/>
                  </a:lnTo>
                  <a:lnTo>
                    <a:pt x="564732" y="1575094"/>
                  </a:lnTo>
                  <a:lnTo>
                    <a:pt x="565804" y="1574652"/>
                  </a:lnTo>
                  <a:lnTo>
                    <a:pt x="566875" y="1574209"/>
                  </a:lnTo>
                  <a:lnTo>
                    <a:pt x="567947" y="1573766"/>
                  </a:lnTo>
                  <a:lnTo>
                    <a:pt x="569018" y="1573322"/>
                  </a:lnTo>
                  <a:lnTo>
                    <a:pt x="570090" y="1572877"/>
                  </a:lnTo>
                  <a:lnTo>
                    <a:pt x="571162" y="1572432"/>
                  </a:lnTo>
                  <a:lnTo>
                    <a:pt x="572233" y="1571986"/>
                  </a:lnTo>
                  <a:lnTo>
                    <a:pt x="573305" y="1571540"/>
                  </a:lnTo>
                  <a:lnTo>
                    <a:pt x="574376" y="1571093"/>
                  </a:lnTo>
                  <a:lnTo>
                    <a:pt x="575448" y="1570646"/>
                  </a:lnTo>
                  <a:lnTo>
                    <a:pt x="576520" y="1570198"/>
                  </a:lnTo>
                  <a:lnTo>
                    <a:pt x="577591" y="1569749"/>
                  </a:lnTo>
                  <a:lnTo>
                    <a:pt x="578663" y="1569300"/>
                  </a:lnTo>
                  <a:lnTo>
                    <a:pt x="579734" y="1568851"/>
                  </a:lnTo>
                  <a:lnTo>
                    <a:pt x="580806" y="1568400"/>
                  </a:lnTo>
                  <a:lnTo>
                    <a:pt x="581878" y="1567950"/>
                  </a:lnTo>
                  <a:lnTo>
                    <a:pt x="582949" y="1567498"/>
                  </a:lnTo>
                  <a:lnTo>
                    <a:pt x="584021" y="1567046"/>
                  </a:lnTo>
                  <a:lnTo>
                    <a:pt x="585092" y="1566594"/>
                  </a:lnTo>
                  <a:lnTo>
                    <a:pt x="586164" y="1566141"/>
                  </a:lnTo>
                  <a:lnTo>
                    <a:pt x="587236" y="1565687"/>
                  </a:lnTo>
                  <a:lnTo>
                    <a:pt x="588307" y="1565233"/>
                  </a:lnTo>
                  <a:lnTo>
                    <a:pt x="589379" y="1564778"/>
                  </a:lnTo>
                  <a:lnTo>
                    <a:pt x="590450" y="1564323"/>
                  </a:lnTo>
                  <a:lnTo>
                    <a:pt x="591522" y="1563867"/>
                  </a:lnTo>
                  <a:lnTo>
                    <a:pt x="592594" y="1563410"/>
                  </a:lnTo>
                  <a:lnTo>
                    <a:pt x="593665" y="1562953"/>
                  </a:lnTo>
                  <a:lnTo>
                    <a:pt x="594737" y="1562495"/>
                  </a:lnTo>
                  <a:lnTo>
                    <a:pt x="595808" y="1562037"/>
                  </a:lnTo>
                  <a:lnTo>
                    <a:pt x="596880" y="1561578"/>
                  </a:lnTo>
                  <a:lnTo>
                    <a:pt x="597952" y="1561119"/>
                  </a:lnTo>
                  <a:lnTo>
                    <a:pt x="599023" y="1560659"/>
                  </a:lnTo>
                  <a:lnTo>
                    <a:pt x="600095" y="1560198"/>
                  </a:lnTo>
                  <a:lnTo>
                    <a:pt x="601166" y="1559737"/>
                  </a:lnTo>
                  <a:lnTo>
                    <a:pt x="602238" y="1559276"/>
                  </a:lnTo>
                  <a:lnTo>
                    <a:pt x="603310" y="1558813"/>
                  </a:lnTo>
                  <a:lnTo>
                    <a:pt x="604381" y="1558351"/>
                  </a:lnTo>
                  <a:lnTo>
                    <a:pt x="605453" y="1557887"/>
                  </a:lnTo>
                  <a:lnTo>
                    <a:pt x="606524" y="1557423"/>
                  </a:lnTo>
                  <a:lnTo>
                    <a:pt x="607596" y="1556959"/>
                  </a:lnTo>
                  <a:lnTo>
                    <a:pt x="608668" y="1556494"/>
                  </a:lnTo>
                  <a:lnTo>
                    <a:pt x="609739" y="1556028"/>
                  </a:lnTo>
                  <a:lnTo>
                    <a:pt x="610811" y="1555562"/>
                  </a:lnTo>
                  <a:lnTo>
                    <a:pt x="611882" y="1555095"/>
                  </a:lnTo>
                  <a:lnTo>
                    <a:pt x="612954" y="1554628"/>
                  </a:lnTo>
                  <a:lnTo>
                    <a:pt x="614026" y="1554160"/>
                  </a:lnTo>
                  <a:lnTo>
                    <a:pt x="615097" y="1553692"/>
                  </a:lnTo>
                  <a:lnTo>
                    <a:pt x="616169" y="1553223"/>
                  </a:lnTo>
                  <a:lnTo>
                    <a:pt x="617240" y="1552753"/>
                  </a:lnTo>
                  <a:lnTo>
                    <a:pt x="618312" y="1552283"/>
                  </a:lnTo>
                  <a:lnTo>
                    <a:pt x="619384" y="1551812"/>
                  </a:lnTo>
                  <a:lnTo>
                    <a:pt x="620455" y="1551341"/>
                  </a:lnTo>
                  <a:lnTo>
                    <a:pt x="621527" y="1550869"/>
                  </a:lnTo>
                  <a:lnTo>
                    <a:pt x="622598" y="1550397"/>
                  </a:lnTo>
                  <a:lnTo>
                    <a:pt x="623670" y="1549924"/>
                  </a:lnTo>
                  <a:lnTo>
                    <a:pt x="624742" y="1549450"/>
                  </a:lnTo>
                  <a:lnTo>
                    <a:pt x="625813" y="1548976"/>
                  </a:lnTo>
                  <a:lnTo>
                    <a:pt x="626885" y="1548501"/>
                  </a:lnTo>
                  <a:lnTo>
                    <a:pt x="627956" y="1548026"/>
                  </a:lnTo>
                  <a:lnTo>
                    <a:pt x="629028" y="1547551"/>
                  </a:lnTo>
                  <a:lnTo>
                    <a:pt x="630100" y="1547074"/>
                  </a:lnTo>
                  <a:lnTo>
                    <a:pt x="631171" y="1546597"/>
                  </a:lnTo>
                  <a:lnTo>
                    <a:pt x="632243" y="1546120"/>
                  </a:lnTo>
                  <a:lnTo>
                    <a:pt x="633314" y="1545642"/>
                  </a:lnTo>
                  <a:lnTo>
                    <a:pt x="634386" y="1545164"/>
                  </a:lnTo>
                  <a:lnTo>
                    <a:pt x="635458" y="1544684"/>
                  </a:lnTo>
                  <a:lnTo>
                    <a:pt x="636529" y="1544205"/>
                  </a:lnTo>
                  <a:lnTo>
                    <a:pt x="637601" y="1543725"/>
                  </a:lnTo>
                  <a:lnTo>
                    <a:pt x="638672" y="1543244"/>
                  </a:lnTo>
                  <a:lnTo>
                    <a:pt x="639744" y="1542763"/>
                  </a:lnTo>
                  <a:lnTo>
                    <a:pt x="640816" y="1542281"/>
                  </a:lnTo>
                  <a:lnTo>
                    <a:pt x="641887" y="1541799"/>
                  </a:lnTo>
                  <a:lnTo>
                    <a:pt x="642959" y="1541316"/>
                  </a:lnTo>
                  <a:lnTo>
                    <a:pt x="644030" y="1540832"/>
                  </a:lnTo>
                  <a:lnTo>
                    <a:pt x="645102" y="1540348"/>
                  </a:lnTo>
                  <a:lnTo>
                    <a:pt x="646174" y="1539864"/>
                  </a:lnTo>
                  <a:lnTo>
                    <a:pt x="647245" y="1539379"/>
                  </a:lnTo>
                  <a:lnTo>
                    <a:pt x="648317" y="1538893"/>
                  </a:lnTo>
                  <a:lnTo>
                    <a:pt x="649388" y="1538407"/>
                  </a:lnTo>
                  <a:lnTo>
                    <a:pt x="650460" y="1537921"/>
                  </a:lnTo>
                  <a:lnTo>
                    <a:pt x="651532" y="1537433"/>
                  </a:lnTo>
                  <a:lnTo>
                    <a:pt x="652603" y="1536946"/>
                  </a:lnTo>
                  <a:lnTo>
                    <a:pt x="653675" y="1536457"/>
                  </a:lnTo>
                  <a:lnTo>
                    <a:pt x="654746" y="1535969"/>
                  </a:lnTo>
                  <a:lnTo>
                    <a:pt x="655818" y="1535479"/>
                  </a:lnTo>
                  <a:lnTo>
                    <a:pt x="656890" y="1534990"/>
                  </a:lnTo>
                  <a:lnTo>
                    <a:pt x="657961" y="1534499"/>
                  </a:lnTo>
                  <a:lnTo>
                    <a:pt x="659033" y="1534008"/>
                  </a:lnTo>
                  <a:lnTo>
                    <a:pt x="660104" y="1533517"/>
                  </a:lnTo>
                  <a:lnTo>
                    <a:pt x="661176" y="1533025"/>
                  </a:lnTo>
                  <a:lnTo>
                    <a:pt x="662248" y="1532533"/>
                  </a:lnTo>
                  <a:lnTo>
                    <a:pt x="663319" y="1532040"/>
                  </a:lnTo>
                  <a:lnTo>
                    <a:pt x="664391" y="1531546"/>
                  </a:lnTo>
                  <a:lnTo>
                    <a:pt x="665462" y="1531052"/>
                  </a:lnTo>
                  <a:lnTo>
                    <a:pt x="666534" y="1530558"/>
                  </a:lnTo>
                  <a:lnTo>
                    <a:pt x="667606" y="1530063"/>
                  </a:lnTo>
                  <a:lnTo>
                    <a:pt x="668677" y="1529567"/>
                  </a:lnTo>
                  <a:lnTo>
                    <a:pt x="669749" y="1529071"/>
                  </a:lnTo>
                  <a:lnTo>
                    <a:pt x="670820" y="1528574"/>
                  </a:lnTo>
                  <a:lnTo>
                    <a:pt x="671892" y="1528077"/>
                  </a:lnTo>
                  <a:lnTo>
                    <a:pt x="672964" y="1527580"/>
                  </a:lnTo>
                  <a:lnTo>
                    <a:pt x="674035" y="1527082"/>
                  </a:lnTo>
                  <a:lnTo>
                    <a:pt x="675107" y="1526583"/>
                  </a:lnTo>
                  <a:lnTo>
                    <a:pt x="676178" y="1526084"/>
                  </a:lnTo>
                  <a:lnTo>
                    <a:pt x="677250" y="1525584"/>
                  </a:lnTo>
                  <a:lnTo>
                    <a:pt x="678322" y="1525084"/>
                  </a:lnTo>
                  <a:lnTo>
                    <a:pt x="679393" y="1524584"/>
                  </a:lnTo>
                  <a:lnTo>
                    <a:pt x="680465" y="1524083"/>
                  </a:lnTo>
                  <a:lnTo>
                    <a:pt x="681536" y="1523581"/>
                  </a:lnTo>
                  <a:lnTo>
                    <a:pt x="682608" y="1523079"/>
                  </a:lnTo>
                  <a:lnTo>
                    <a:pt x="683680" y="1522577"/>
                  </a:lnTo>
                  <a:lnTo>
                    <a:pt x="684751" y="1522074"/>
                  </a:lnTo>
                  <a:lnTo>
                    <a:pt x="685823" y="1521570"/>
                  </a:lnTo>
                  <a:lnTo>
                    <a:pt x="686894" y="1521066"/>
                  </a:lnTo>
                  <a:lnTo>
                    <a:pt x="687966" y="1520562"/>
                  </a:lnTo>
                  <a:lnTo>
                    <a:pt x="689038" y="1520057"/>
                  </a:lnTo>
                  <a:lnTo>
                    <a:pt x="690109" y="1519551"/>
                  </a:lnTo>
                  <a:lnTo>
                    <a:pt x="691181" y="1519045"/>
                  </a:lnTo>
                  <a:lnTo>
                    <a:pt x="692252" y="1518539"/>
                  </a:lnTo>
                  <a:lnTo>
                    <a:pt x="693324" y="1518032"/>
                  </a:lnTo>
                  <a:lnTo>
                    <a:pt x="694396" y="1517525"/>
                  </a:lnTo>
                  <a:lnTo>
                    <a:pt x="695467" y="1517017"/>
                  </a:lnTo>
                  <a:lnTo>
                    <a:pt x="696539" y="1516509"/>
                  </a:lnTo>
                  <a:lnTo>
                    <a:pt x="697610" y="1516000"/>
                  </a:lnTo>
                  <a:lnTo>
                    <a:pt x="698682" y="1515491"/>
                  </a:lnTo>
                  <a:lnTo>
                    <a:pt x="699754" y="1514982"/>
                  </a:lnTo>
                  <a:lnTo>
                    <a:pt x="700825" y="1514472"/>
                  </a:lnTo>
                  <a:lnTo>
                    <a:pt x="701897" y="1513961"/>
                  </a:lnTo>
                  <a:lnTo>
                    <a:pt x="702968" y="1513450"/>
                  </a:lnTo>
                  <a:lnTo>
                    <a:pt x="704040" y="1512939"/>
                  </a:lnTo>
                  <a:lnTo>
                    <a:pt x="705112" y="1512427"/>
                  </a:lnTo>
                  <a:lnTo>
                    <a:pt x="706183" y="1511914"/>
                  </a:lnTo>
                  <a:lnTo>
                    <a:pt x="707255" y="1511402"/>
                  </a:lnTo>
                  <a:lnTo>
                    <a:pt x="708326" y="1510889"/>
                  </a:lnTo>
                  <a:lnTo>
                    <a:pt x="709398" y="1510375"/>
                  </a:lnTo>
                  <a:lnTo>
                    <a:pt x="710469" y="1509861"/>
                  </a:lnTo>
                  <a:lnTo>
                    <a:pt x="711541" y="1509346"/>
                  </a:lnTo>
                  <a:lnTo>
                    <a:pt x="712613" y="1508832"/>
                  </a:lnTo>
                  <a:lnTo>
                    <a:pt x="713684" y="1508316"/>
                  </a:lnTo>
                  <a:lnTo>
                    <a:pt x="714756" y="1507800"/>
                  </a:lnTo>
                  <a:lnTo>
                    <a:pt x="715827" y="1507284"/>
                  </a:lnTo>
                  <a:lnTo>
                    <a:pt x="716899" y="1506768"/>
                  </a:lnTo>
                  <a:lnTo>
                    <a:pt x="717971" y="1506251"/>
                  </a:lnTo>
                  <a:lnTo>
                    <a:pt x="719042" y="1505733"/>
                  </a:lnTo>
                  <a:lnTo>
                    <a:pt x="720114" y="1505215"/>
                  </a:lnTo>
                  <a:lnTo>
                    <a:pt x="721185" y="1504697"/>
                  </a:lnTo>
                  <a:lnTo>
                    <a:pt x="722257" y="1504178"/>
                  </a:lnTo>
                  <a:lnTo>
                    <a:pt x="723329" y="1503659"/>
                  </a:lnTo>
                  <a:lnTo>
                    <a:pt x="724400" y="1503140"/>
                  </a:lnTo>
                  <a:lnTo>
                    <a:pt x="725472" y="1502620"/>
                  </a:lnTo>
                  <a:lnTo>
                    <a:pt x="726543" y="1502100"/>
                  </a:lnTo>
                  <a:lnTo>
                    <a:pt x="727615" y="1501579"/>
                  </a:lnTo>
                  <a:lnTo>
                    <a:pt x="728687" y="1501058"/>
                  </a:lnTo>
                  <a:lnTo>
                    <a:pt x="729758" y="1500537"/>
                  </a:lnTo>
                  <a:lnTo>
                    <a:pt x="730830" y="1500015"/>
                  </a:lnTo>
                  <a:lnTo>
                    <a:pt x="731901" y="1499493"/>
                  </a:lnTo>
                  <a:lnTo>
                    <a:pt x="732973" y="1498970"/>
                  </a:lnTo>
                  <a:lnTo>
                    <a:pt x="734045" y="1498447"/>
                  </a:lnTo>
                  <a:lnTo>
                    <a:pt x="735116" y="1497924"/>
                  </a:lnTo>
                  <a:lnTo>
                    <a:pt x="736188" y="1497400"/>
                  </a:lnTo>
                  <a:lnTo>
                    <a:pt x="737259" y="1496876"/>
                  </a:lnTo>
                  <a:lnTo>
                    <a:pt x="738331" y="1496351"/>
                  </a:lnTo>
                  <a:lnTo>
                    <a:pt x="739403" y="1495827"/>
                  </a:lnTo>
                  <a:lnTo>
                    <a:pt x="740474" y="1495301"/>
                  </a:lnTo>
                  <a:lnTo>
                    <a:pt x="741546" y="1494776"/>
                  </a:lnTo>
                  <a:lnTo>
                    <a:pt x="742617" y="1494250"/>
                  </a:lnTo>
                  <a:lnTo>
                    <a:pt x="743689" y="1493724"/>
                  </a:lnTo>
                  <a:lnTo>
                    <a:pt x="744761" y="1493197"/>
                  </a:lnTo>
                  <a:lnTo>
                    <a:pt x="745832" y="1492670"/>
                  </a:lnTo>
                  <a:lnTo>
                    <a:pt x="746904" y="1492143"/>
                  </a:lnTo>
                  <a:lnTo>
                    <a:pt x="747975" y="1491616"/>
                  </a:lnTo>
                  <a:lnTo>
                    <a:pt x="749047" y="1491088"/>
                  </a:lnTo>
                  <a:lnTo>
                    <a:pt x="750119" y="1490559"/>
                  </a:lnTo>
                  <a:lnTo>
                    <a:pt x="751190" y="1490031"/>
                  </a:lnTo>
                  <a:lnTo>
                    <a:pt x="752262" y="1489502"/>
                  </a:lnTo>
                  <a:lnTo>
                    <a:pt x="753333" y="1488973"/>
                  </a:lnTo>
                  <a:lnTo>
                    <a:pt x="754405" y="1488443"/>
                  </a:lnTo>
                  <a:lnTo>
                    <a:pt x="755477" y="1487913"/>
                  </a:lnTo>
                  <a:lnTo>
                    <a:pt x="756548" y="1487383"/>
                  </a:lnTo>
                  <a:lnTo>
                    <a:pt x="757620" y="1486852"/>
                  </a:lnTo>
                  <a:lnTo>
                    <a:pt x="758691" y="1486322"/>
                  </a:lnTo>
                  <a:lnTo>
                    <a:pt x="759763" y="1485790"/>
                  </a:lnTo>
                  <a:lnTo>
                    <a:pt x="760835" y="1485259"/>
                  </a:lnTo>
                  <a:lnTo>
                    <a:pt x="761906" y="1484727"/>
                  </a:lnTo>
                  <a:lnTo>
                    <a:pt x="762978" y="1484195"/>
                  </a:lnTo>
                  <a:lnTo>
                    <a:pt x="764049" y="1483663"/>
                  </a:lnTo>
                  <a:lnTo>
                    <a:pt x="765121" y="1483130"/>
                  </a:lnTo>
                  <a:lnTo>
                    <a:pt x="766193" y="1482598"/>
                  </a:lnTo>
                  <a:lnTo>
                    <a:pt x="767264" y="1482064"/>
                  </a:lnTo>
                  <a:lnTo>
                    <a:pt x="768336" y="1481531"/>
                  </a:lnTo>
                  <a:lnTo>
                    <a:pt x="769407" y="1480997"/>
                  </a:lnTo>
                  <a:lnTo>
                    <a:pt x="770479" y="1480463"/>
                  </a:lnTo>
                  <a:lnTo>
                    <a:pt x="771551" y="1479929"/>
                  </a:lnTo>
                  <a:lnTo>
                    <a:pt x="772622" y="1479395"/>
                  </a:lnTo>
                  <a:lnTo>
                    <a:pt x="773694" y="1478860"/>
                  </a:lnTo>
                  <a:lnTo>
                    <a:pt x="774765" y="1478325"/>
                  </a:lnTo>
                  <a:lnTo>
                    <a:pt x="775837" y="1477789"/>
                  </a:lnTo>
                  <a:lnTo>
                    <a:pt x="776909" y="1477254"/>
                  </a:lnTo>
                  <a:lnTo>
                    <a:pt x="777980" y="1476718"/>
                  </a:lnTo>
                  <a:lnTo>
                    <a:pt x="779052" y="1476182"/>
                  </a:lnTo>
                  <a:lnTo>
                    <a:pt x="780123" y="1475646"/>
                  </a:lnTo>
                  <a:lnTo>
                    <a:pt x="781195" y="1475109"/>
                  </a:lnTo>
                  <a:lnTo>
                    <a:pt x="782267" y="1474573"/>
                  </a:lnTo>
                  <a:lnTo>
                    <a:pt x="783338" y="1474036"/>
                  </a:lnTo>
                  <a:lnTo>
                    <a:pt x="784410" y="1473498"/>
                  </a:lnTo>
                  <a:lnTo>
                    <a:pt x="785481" y="1472961"/>
                  </a:lnTo>
                  <a:lnTo>
                    <a:pt x="786553" y="1472423"/>
                  </a:lnTo>
                  <a:lnTo>
                    <a:pt x="787625" y="1471886"/>
                  </a:lnTo>
                  <a:lnTo>
                    <a:pt x="788696" y="1471348"/>
                  </a:lnTo>
                  <a:lnTo>
                    <a:pt x="789768" y="1470809"/>
                  </a:lnTo>
                  <a:lnTo>
                    <a:pt x="790839" y="1470271"/>
                  </a:lnTo>
                  <a:lnTo>
                    <a:pt x="791911" y="1469732"/>
                  </a:lnTo>
                  <a:lnTo>
                    <a:pt x="792983" y="1469193"/>
                  </a:lnTo>
                  <a:lnTo>
                    <a:pt x="794054" y="1468654"/>
                  </a:lnTo>
                  <a:lnTo>
                    <a:pt x="795126" y="1468115"/>
                  </a:lnTo>
                  <a:lnTo>
                    <a:pt x="796197" y="1467576"/>
                  </a:lnTo>
                  <a:lnTo>
                    <a:pt x="797269" y="1467036"/>
                  </a:lnTo>
                  <a:lnTo>
                    <a:pt x="798341" y="1466496"/>
                  </a:lnTo>
                  <a:lnTo>
                    <a:pt x="799412" y="1465956"/>
                  </a:lnTo>
                  <a:lnTo>
                    <a:pt x="800484" y="1465416"/>
                  </a:lnTo>
                  <a:lnTo>
                    <a:pt x="801555" y="1464876"/>
                  </a:lnTo>
                  <a:lnTo>
                    <a:pt x="802627" y="1464335"/>
                  </a:lnTo>
                  <a:lnTo>
                    <a:pt x="803699" y="1463795"/>
                  </a:lnTo>
                  <a:lnTo>
                    <a:pt x="804770" y="1463254"/>
                  </a:lnTo>
                  <a:lnTo>
                    <a:pt x="805842" y="1462713"/>
                  </a:lnTo>
                  <a:lnTo>
                    <a:pt x="806913" y="1462172"/>
                  </a:lnTo>
                  <a:lnTo>
                    <a:pt x="807985" y="1461631"/>
                  </a:lnTo>
                  <a:lnTo>
                    <a:pt x="809057" y="1461089"/>
                  </a:lnTo>
                  <a:lnTo>
                    <a:pt x="810128" y="1460548"/>
                  </a:lnTo>
                  <a:lnTo>
                    <a:pt x="811200" y="1460006"/>
                  </a:lnTo>
                  <a:lnTo>
                    <a:pt x="812271" y="1459465"/>
                  </a:lnTo>
                  <a:lnTo>
                    <a:pt x="813343" y="1458923"/>
                  </a:lnTo>
                  <a:lnTo>
                    <a:pt x="814415" y="1458381"/>
                  </a:lnTo>
                  <a:lnTo>
                    <a:pt x="815486" y="1457839"/>
                  </a:lnTo>
                  <a:lnTo>
                    <a:pt x="816558" y="1457296"/>
                  </a:lnTo>
                  <a:lnTo>
                    <a:pt x="817629" y="1456754"/>
                  </a:lnTo>
                  <a:lnTo>
                    <a:pt x="818701" y="1456212"/>
                  </a:lnTo>
                  <a:lnTo>
                    <a:pt x="819773" y="1455669"/>
                  </a:lnTo>
                  <a:lnTo>
                    <a:pt x="820844" y="1455127"/>
                  </a:lnTo>
                  <a:lnTo>
                    <a:pt x="821916" y="1454584"/>
                  </a:lnTo>
                  <a:lnTo>
                    <a:pt x="822987" y="1454041"/>
                  </a:lnTo>
                  <a:lnTo>
                    <a:pt x="824059" y="1453498"/>
                  </a:lnTo>
                  <a:lnTo>
                    <a:pt x="825131" y="1452955"/>
                  </a:lnTo>
                  <a:lnTo>
                    <a:pt x="826202" y="1452412"/>
                  </a:lnTo>
                  <a:lnTo>
                    <a:pt x="827274" y="1451869"/>
                  </a:lnTo>
                  <a:lnTo>
                    <a:pt x="828345" y="1451326"/>
                  </a:lnTo>
                  <a:lnTo>
                    <a:pt x="829417" y="1450783"/>
                  </a:lnTo>
                  <a:lnTo>
                    <a:pt x="830489" y="1450239"/>
                  </a:lnTo>
                  <a:lnTo>
                    <a:pt x="831560" y="1449696"/>
                  </a:lnTo>
                  <a:lnTo>
                    <a:pt x="832632" y="1449153"/>
                  </a:lnTo>
                  <a:lnTo>
                    <a:pt x="833703" y="1448609"/>
                  </a:lnTo>
                  <a:lnTo>
                    <a:pt x="834775" y="1448066"/>
                  </a:lnTo>
                  <a:lnTo>
                    <a:pt x="835847" y="1447522"/>
                  </a:lnTo>
                  <a:lnTo>
                    <a:pt x="836918" y="1446979"/>
                  </a:lnTo>
                  <a:lnTo>
                    <a:pt x="837990" y="1446435"/>
                  </a:lnTo>
                  <a:lnTo>
                    <a:pt x="839061" y="1445891"/>
                  </a:lnTo>
                  <a:lnTo>
                    <a:pt x="840133" y="1445348"/>
                  </a:lnTo>
                  <a:lnTo>
                    <a:pt x="841205" y="1444804"/>
                  </a:lnTo>
                  <a:lnTo>
                    <a:pt x="842276" y="1444260"/>
                  </a:lnTo>
                  <a:lnTo>
                    <a:pt x="843348" y="1443717"/>
                  </a:lnTo>
                  <a:lnTo>
                    <a:pt x="844419" y="1443173"/>
                  </a:lnTo>
                  <a:lnTo>
                    <a:pt x="845491" y="1442629"/>
                  </a:lnTo>
                  <a:lnTo>
                    <a:pt x="846563" y="1442086"/>
                  </a:lnTo>
                  <a:lnTo>
                    <a:pt x="847634" y="1441542"/>
                  </a:lnTo>
                  <a:lnTo>
                    <a:pt x="848706" y="1440998"/>
                  </a:lnTo>
                  <a:lnTo>
                    <a:pt x="849777" y="1440455"/>
                  </a:lnTo>
                  <a:lnTo>
                    <a:pt x="850849" y="1439911"/>
                  </a:lnTo>
                  <a:lnTo>
                    <a:pt x="851921" y="1439368"/>
                  </a:lnTo>
                  <a:lnTo>
                    <a:pt x="852992" y="1438824"/>
                  </a:lnTo>
                  <a:lnTo>
                    <a:pt x="854064" y="1438280"/>
                  </a:lnTo>
                  <a:lnTo>
                    <a:pt x="855135" y="1437737"/>
                  </a:lnTo>
                  <a:lnTo>
                    <a:pt x="856207" y="1437193"/>
                  </a:lnTo>
                  <a:lnTo>
                    <a:pt x="857279" y="1436650"/>
                  </a:lnTo>
                  <a:lnTo>
                    <a:pt x="858350" y="1436107"/>
                  </a:lnTo>
                  <a:lnTo>
                    <a:pt x="859422" y="1435563"/>
                  </a:lnTo>
                  <a:lnTo>
                    <a:pt x="860493" y="1435020"/>
                  </a:lnTo>
                  <a:lnTo>
                    <a:pt x="861565" y="1434477"/>
                  </a:lnTo>
                  <a:lnTo>
                    <a:pt x="862637" y="1433934"/>
                  </a:lnTo>
                  <a:lnTo>
                    <a:pt x="863708" y="1433391"/>
                  </a:lnTo>
                  <a:lnTo>
                    <a:pt x="864780" y="1432848"/>
                  </a:lnTo>
                  <a:lnTo>
                    <a:pt x="865851" y="1432305"/>
                  </a:lnTo>
                  <a:lnTo>
                    <a:pt x="866923" y="1431762"/>
                  </a:lnTo>
                  <a:lnTo>
                    <a:pt x="867995" y="1431220"/>
                  </a:lnTo>
                  <a:lnTo>
                    <a:pt x="869066" y="1430677"/>
                  </a:lnTo>
                  <a:lnTo>
                    <a:pt x="870138" y="1430135"/>
                  </a:lnTo>
                  <a:lnTo>
                    <a:pt x="871209" y="1429592"/>
                  </a:lnTo>
                  <a:lnTo>
                    <a:pt x="872281" y="1429050"/>
                  </a:lnTo>
                  <a:lnTo>
                    <a:pt x="873353" y="1428508"/>
                  </a:lnTo>
                  <a:lnTo>
                    <a:pt x="874424" y="1427966"/>
                  </a:lnTo>
                  <a:lnTo>
                    <a:pt x="875496" y="1427424"/>
                  </a:lnTo>
                  <a:lnTo>
                    <a:pt x="876567" y="1426882"/>
                  </a:lnTo>
                  <a:lnTo>
                    <a:pt x="877639" y="1426340"/>
                  </a:lnTo>
                  <a:lnTo>
                    <a:pt x="878711" y="1425799"/>
                  </a:lnTo>
                  <a:lnTo>
                    <a:pt x="879782" y="1425258"/>
                  </a:lnTo>
                  <a:lnTo>
                    <a:pt x="880854" y="1424716"/>
                  </a:lnTo>
                  <a:lnTo>
                    <a:pt x="881925" y="1424175"/>
                  </a:lnTo>
                  <a:lnTo>
                    <a:pt x="882997" y="1423634"/>
                  </a:lnTo>
                  <a:lnTo>
                    <a:pt x="884069" y="1423093"/>
                  </a:lnTo>
                  <a:lnTo>
                    <a:pt x="885140" y="1422553"/>
                  </a:lnTo>
                  <a:lnTo>
                    <a:pt x="886212" y="1422012"/>
                  </a:lnTo>
                  <a:lnTo>
                    <a:pt x="887283" y="1421472"/>
                  </a:lnTo>
                  <a:lnTo>
                    <a:pt x="888355" y="1420932"/>
                  </a:lnTo>
                  <a:lnTo>
                    <a:pt x="889426" y="1420392"/>
                  </a:lnTo>
                  <a:lnTo>
                    <a:pt x="890498" y="1419852"/>
                  </a:lnTo>
                  <a:lnTo>
                    <a:pt x="891570" y="1419313"/>
                  </a:lnTo>
                  <a:lnTo>
                    <a:pt x="892641" y="1418774"/>
                  </a:lnTo>
                  <a:lnTo>
                    <a:pt x="893713" y="1418234"/>
                  </a:lnTo>
                  <a:lnTo>
                    <a:pt x="894784" y="1417695"/>
                  </a:lnTo>
                  <a:lnTo>
                    <a:pt x="895856" y="1417157"/>
                  </a:lnTo>
                  <a:lnTo>
                    <a:pt x="896928" y="1416618"/>
                  </a:lnTo>
                  <a:lnTo>
                    <a:pt x="897999" y="1416080"/>
                  </a:lnTo>
                  <a:lnTo>
                    <a:pt x="899071" y="1415542"/>
                  </a:lnTo>
                  <a:lnTo>
                    <a:pt x="900142" y="1415004"/>
                  </a:lnTo>
                  <a:lnTo>
                    <a:pt x="901214" y="1414466"/>
                  </a:lnTo>
                  <a:lnTo>
                    <a:pt x="902286" y="1413929"/>
                  </a:lnTo>
                  <a:lnTo>
                    <a:pt x="903357" y="1413392"/>
                  </a:lnTo>
                  <a:lnTo>
                    <a:pt x="904429" y="1412855"/>
                  </a:lnTo>
                  <a:lnTo>
                    <a:pt x="905500" y="1412318"/>
                  </a:lnTo>
                  <a:lnTo>
                    <a:pt x="906572" y="1411782"/>
                  </a:lnTo>
                  <a:lnTo>
                    <a:pt x="907644" y="1411246"/>
                  </a:lnTo>
                  <a:lnTo>
                    <a:pt x="908715" y="1410710"/>
                  </a:lnTo>
                  <a:lnTo>
                    <a:pt x="909787" y="1410175"/>
                  </a:lnTo>
                  <a:lnTo>
                    <a:pt x="910858" y="1409639"/>
                  </a:lnTo>
                  <a:lnTo>
                    <a:pt x="911930" y="1409104"/>
                  </a:lnTo>
                  <a:lnTo>
                    <a:pt x="913002" y="1408569"/>
                  </a:lnTo>
                  <a:lnTo>
                    <a:pt x="914073" y="1408035"/>
                  </a:lnTo>
                  <a:lnTo>
                    <a:pt x="915145" y="1407501"/>
                  </a:lnTo>
                  <a:lnTo>
                    <a:pt x="916216" y="1406967"/>
                  </a:lnTo>
                  <a:lnTo>
                    <a:pt x="917288" y="1406433"/>
                  </a:lnTo>
                  <a:lnTo>
                    <a:pt x="918360" y="1405900"/>
                  </a:lnTo>
                  <a:lnTo>
                    <a:pt x="919431" y="1405367"/>
                  </a:lnTo>
                  <a:lnTo>
                    <a:pt x="920503" y="1404835"/>
                  </a:lnTo>
                  <a:lnTo>
                    <a:pt x="921574" y="1404302"/>
                  </a:lnTo>
                  <a:lnTo>
                    <a:pt x="922646" y="1403770"/>
                  </a:lnTo>
                  <a:lnTo>
                    <a:pt x="923718" y="1403239"/>
                  </a:lnTo>
                  <a:lnTo>
                    <a:pt x="924789" y="1402707"/>
                  </a:lnTo>
                  <a:lnTo>
                    <a:pt x="925861" y="1402176"/>
                  </a:lnTo>
                  <a:lnTo>
                    <a:pt x="926932" y="1401646"/>
                  </a:lnTo>
                  <a:lnTo>
                    <a:pt x="928004" y="1401115"/>
                  </a:lnTo>
                  <a:lnTo>
                    <a:pt x="929076" y="1400585"/>
                  </a:lnTo>
                  <a:lnTo>
                    <a:pt x="930147" y="1400056"/>
                  </a:lnTo>
                  <a:lnTo>
                    <a:pt x="931219" y="1399527"/>
                  </a:lnTo>
                  <a:lnTo>
                    <a:pt x="932290" y="1398998"/>
                  </a:lnTo>
                  <a:lnTo>
                    <a:pt x="933362" y="1398469"/>
                  </a:lnTo>
                  <a:lnTo>
                    <a:pt x="934434" y="1397941"/>
                  </a:lnTo>
                  <a:lnTo>
                    <a:pt x="935505" y="1397414"/>
                  </a:lnTo>
                  <a:lnTo>
                    <a:pt x="936577" y="1396886"/>
                  </a:lnTo>
                  <a:lnTo>
                    <a:pt x="937648" y="1396359"/>
                  </a:lnTo>
                  <a:lnTo>
                    <a:pt x="938720" y="1395833"/>
                  </a:lnTo>
                  <a:lnTo>
                    <a:pt x="939792" y="1395307"/>
                  </a:lnTo>
                  <a:lnTo>
                    <a:pt x="940863" y="1394781"/>
                  </a:lnTo>
                  <a:lnTo>
                    <a:pt x="941935" y="1394256"/>
                  </a:lnTo>
                  <a:lnTo>
                    <a:pt x="943006" y="1393731"/>
                  </a:lnTo>
                  <a:lnTo>
                    <a:pt x="944078" y="1393206"/>
                  </a:lnTo>
                  <a:lnTo>
                    <a:pt x="945150" y="1392682"/>
                  </a:lnTo>
                  <a:lnTo>
                    <a:pt x="946221" y="1392159"/>
                  </a:lnTo>
                  <a:lnTo>
                    <a:pt x="947293" y="1391636"/>
                  </a:lnTo>
                  <a:lnTo>
                    <a:pt x="948364" y="1391113"/>
                  </a:lnTo>
                  <a:lnTo>
                    <a:pt x="949436" y="1390591"/>
                  </a:lnTo>
                  <a:lnTo>
                    <a:pt x="950508" y="1390069"/>
                  </a:lnTo>
                  <a:lnTo>
                    <a:pt x="951579" y="1389547"/>
                  </a:lnTo>
                  <a:lnTo>
                    <a:pt x="952651" y="1389026"/>
                  </a:lnTo>
                  <a:lnTo>
                    <a:pt x="953722" y="1388506"/>
                  </a:lnTo>
                  <a:lnTo>
                    <a:pt x="954794" y="1387986"/>
                  </a:lnTo>
                  <a:lnTo>
                    <a:pt x="955866" y="1387467"/>
                  </a:lnTo>
                  <a:lnTo>
                    <a:pt x="956937" y="1386948"/>
                  </a:lnTo>
                  <a:lnTo>
                    <a:pt x="958009" y="1386429"/>
                  </a:lnTo>
                  <a:lnTo>
                    <a:pt x="959080" y="1385911"/>
                  </a:lnTo>
                  <a:lnTo>
                    <a:pt x="960152" y="1385393"/>
                  </a:lnTo>
                  <a:lnTo>
                    <a:pt x="961224" y="1384876"/>
                  </a:lnTo>
                  <a:lnTo>
                    <a:pt x="962295" y="1384360"/>
                  </a:lnTo>
                  <a:lnTo>
                    <a:pt x="963367" y="1383844"/>
                  </a:lnTo>
                  <a:lnTo>
                    <a:pt x="964438" y="1383328"/>
                  </a:lnTo>
                  <a:lnTo>
                    <a:pt x="965510" y="1382813"/>
                  </a:lnTo>
                  <a:lnTo>
                    <a:pt x="966582" y="1382299"/>
                  </a:lnTo>
                  <a:lnTo>
                    <a:pt x="967653" y="1381785"/>
                  </a:lnTo>
                  <a:lnTo>
                    <a:pt x="968725" y="1381271"/>
                  </a:lnTo>
                  <a:lnTo>
                    <a:pt x="969796" y="1380758"/>
                  </a:lnTo>
                  <a:lnTo>
                    <a:pt x="970868" y="1380246"/>
                  </a:lnTo>
                  <a:lnTo>
                    <a:pt x="971940" y="1379734"/>
                  </a:lnTo>
                  <a:lnTo>
                    <a:pt x="973011" y="1379223"/>
                  </a:lnTo>
                  <a:lnTo>
                    <a:pt x="974083" y="1378712"/>
                  </a:lnTo>
                  <a:lnTo>
                    <a:pt x="975154" y="1378202"/>
                  </a:lnTo>
                  <a:lnTo>
                    <a:pt x="976226" y="1377693"/>
                  </a:lnTo>
                  <a:lnTo>
                    <a:pt x="977298" y="1377184"/>
                  </a:lnTo>
                  <a:lnTo>
                    <a:pt x="978369" y="1376675"/>
                  </a:lnTo>
                  <a:lnTo>
                    <a:pt x="979441" y="1376167"/>
                  </a:lnTo>
                  <a:lnTo>
                    <a:pt x="980512" y="1375660"/>
                  </a:lnTo>
                  <a:lnTo>
                    <a:pt x="981584" y="1375153"/>
                  </a:lnTo>
                  <a:lnTo>
                    <a:pt x="982656" y="1374647"/>
                  </a:lnTo>
                  <a:lnTo>
                    <a:pt x="983727" y="1374142"/>
                  </a:lnTo>
                  <a:lnTo>
                    <a:pt x="984799" y="1373637"/>
                  </a:lnTo>
                  <a:lnTo>
                    <a:pt x="985870" y="1373133"/>
                  </a:lnTo>
                  <a:lnTo>
                    <a:pt x="986942" y="1372629"/>
                  </a:lnTo>
                  <a:lnTo>
                    <a:pt x="988014" y="1372126"/>
                  </a:lnTo>
                  <a:lnTo>
                    <a:pt x="989085" y="1371624"/>
                  </a:lnTo>
                  <a:lnTo>
                    <a:pt x="990157" y="1371122"/>
                  </a:lnTo>
                  <a:lnTo>
                    <a:pt x="991228" y="1370621"/>
                  </a:lnTo>
                  <a:lnTo>
                    <a:pt x="992300" y="1370120"/>
                  </a:lnTo>
                  <a:lnTo>
                    <a:pt x="993372" y="1369621"/>
                  </a:lnTo>
                  <a:lnTo>
                    <a:pt x="994443" y="1369121"/>
                  </a:lnTo>
                  <a:lnTo>
                    <a:pt x="995515" y="1368623"/>
                  </a:lnTo>
                  <a:lnTo>
                    <a:pt x="996586" y="1368125"/>
                  </a:lnTo>
                  <a:lnTo>
                    <a:pt x="997658" y="1367628"/>
                  </a:lnTo>
                  <a:lnTo>
                    <a:pt x="998730" y="1367131"/>
                  </a:lnTo>
                  <a:lnTo>
                    <a:pt x="999801" y="1366635"/>
                  </a:lnTo>
                  <a:lnTo>
                    <a:pt x="1000873" y="1366140"/>
                  </a:lnTo>
                  <a:lnTo>
                    <a:pt x="1001944" y="1365646"/>
                  </a:lnTo>
                  <a:lnTo>
                    <a:pt x="1003016" y="1365152"/>
                  </a:lnTo>
                  <a:lnTo>
                    <a:pt x="1004088" y="1364659"/>
                  </a:lnTo>
                  <a:lnTo>
                    <a:pt x="1005159" y="1364166"/>
                  </a:lnTo>
                  <a:lnTo>
                    <a:pt x="1006231" y="1363675"/>
                  </a:lnTo>
                  <a:lnTo>
                    <a:pt x="1007302" y="1363184"/>
                  </a:lnTo>
                  <a:lnTo>
                    <a:pt x="1008374" y="1362693"/>
                  </a:lnTo>
                  <a:lnTo>
                    <a:pt x="1009446" y="1362204"/>
                  </a:lnTo>
                  <a:lnTo>
                    <a:pt x="1010517" y="1361715"/>
                  </a:lnTo>
                  <a:lnTo>
                    <a:pt x="1011589" y="1361227"/>
                  </a:lnTo>
                  <a:lnTo>
                    <a:pt x="1012660" y="1360740"/>
                  </a:lnTo>
                  <a:lnTo>
                    <a:pt x="1013732" y="1360253"/>
                  </a:lnTo>
                  <a:lnTo>
                    <a:pt x="1014804" y="1359767"/>
                  </a:lnTo>
                  <a:lnTo>
                    <a:pt x="1015875" y="1359282"/>
                  </a:lnTo>
                  <a:lnTo>
                    <a:pt x="1016947" y="1358797"/>
                  </a:lnTo>
                  <a:lnTo>
                    <a:pt x="1018018" y="1358314"/>
                  </a:lnTo>
                  <a:lnTo>
                    <a:pt x="1019090" y="1357831"/>
                  </a:lnTo>
                  <a:lnTo>
                    <a:pt x="1020162" y="1357349"/>
                  </a:lnTo>
                  <a:lnTo>
                    <a:pt x="1021233" y="1356867"/>
                  </a:lnTo>
                  <a:lnTo>
                    <a:pt x="1022305" y="1356387"/>
                  </a:lnTo>
                  <a:lnTo>
                    <a:pt x="1023376" y="1355907"/>
                  </a:lnTo>
                  <a:lnTo>
                    <a:pt x="1024448" y="1355428"/>
                  </a:lnTo>
                  <a:lnTo>
                    <a:pt x="1025520" y="1354950"/>
                  </a:lnTo>
                  <a:lnTo>
                    <a:pt x="1026591" y="1354473"/>
                  </a:lnTo>
                  <a:lnTo>
                    <a:pt x="1027663" y="1353996"/>
                  </a:lnTo>
                  <a:lnTo>
                    <a:pt x="1028734" y="1353520"/>
                  </a:lnTo>
                  <a:lnTo>
                    <a:pt x="1029806" y="1353045"/>
                  </a:lnTo>
                  <a:lnTo>
                    <a:pt x="1030878" y="1352571"/>
                  </a:lnTo>
                  <a:lnTo>
                    <a:pt x="1031949" y="1352098"/>
                  </a:lnTo>
                  <a:lnTo>
                    <a:pt x="1033021" y="1351625"/>
                  </a:lnTo>
                  <a:lnTo>
                    <a:pt x="1034092" y="1351154"/>
                  </a:lnTo>
                  <a:lnTo>
                    <a:pt x="1035164" y="1350683"/>
                  </a:lnTo>
                  <a:lnTo>
                    <a:pt x="1036236" y="1350213"/>
                  </a:lnTo>
                  <a:lnTo>
                    <a:pt x="1037307" y="1349744"/>
                  </a:lnTo>
                  <a:lnTo>
                    <a:pt x="1038379" y="1349275"/>
                  </a:lnTo>
                  <a:lnTo>
                    <a:pt x="1039450" y="1348808"/>
                  </a:lnTo>
                  <a:lnTo>
                    <a:pt x="1040522" y="1348341"/>
                  </a:lnTo>
                  <a:lnTo>
                    <a:pt x="1041594" y="1347875"/>
                  </a:lnTo>
                  <a:lnTo>
                    <a:pt x="1042665" y="1347411"/>
                  </a:lnTo>
                  <a:lnTo>
                    <a:pt x="1043737" y="1346947"/>
                  </a:lnTo>
                  <a:lnTo>
                    <a:pt x="1044808" y="1346484"/>
                  </a:lnTo>
                  <a:lnTo>
                    <a:pt x="1045880" y="1346021"/>
                  </a:lnTo>
                  <a:lnTo>
                    <a:pt x="1046952" y="1345560"/>
                  </a:lnTo>
                  <a:lnTo>
                    <a:pt x="1048023" y="1345100"/>
                  </a:lnTo>
                  <a:lnTo>
                    <a:pt x="1049095" y="1344640"/>
                  </a:lnTo>
                  <a:lnTo>
                    <a:pt x="1050166" y="1344181"/>
                  </a:lnTo>
                  <a:lnTo>
                    <a:pt x="1051238" y="1343724"/>
                  </a:lnTo>
                  <a:lnTo>
                    <a:pt x="1052310" y="1343267"/>
                  </a:lnTo>
                  <a:lnTo>
                    <a:pt x="1053381" y="1342811"/>
                  </a:lnTo>
                  <a:lnTo>
                    <a:pt x="1054453" y="1342356"/>
                  </a:lnTo>
                  <a:lnTo>
                    <a:pt x="1055524" y="1341902"/>
                  </a:lnTo>
                  <a:lnTo>
                    <a:pt x="1056596" y="1341449"/>
                  </a:lnTo>
                  <a:lnTo>
                    <a:pt x="1057668" y="1340997"/>
                  </a:lnTo>
                  <a:lnTo>
                    <a:pt x="1058739" y="1340546"/>
                  </a:lnTo>
                  <a:lnTo>
                    <a:pt x="1059811" y="1340095"/>
                  </a:lnTo>
                  <a:lnTo>
                    <a:pt x="1060882" y="1339646"/>
                  </a:lnTo>
                  <a:lnTo>
                    <a:pt x="1061954" y="1339198"/>
                  </a:lnTo>
                  <a:lnTo>
                    <a:pt x="1063026" y="1338750"/>
                  </a:lnTo>
                  <a:lnTo>
                    <a:pt x="1064097" y="1338304"/>
                  </a:lnTo>
                  <a:lnTo>
                    <a:pt x="1065169" y="1337858"/>
                  </a:lnTo>
                  <a:lnTo>
                    <a:pt x="1066240" y="1337414"/>
                  </a:lnTo>
                  <a:lnTo>
                    <a:pt x="1067312" y="1336971"/>
                  </a:lnTo>
                  <a:lnTo>
                    <a:pt x="1068383" y="1336528"/>
                  </a:lnTo>
                  <a:lnTo>
                    <a:pt x="1069455" y="1336087"/>
                  </a:lnTo>
                  <a:lnTo>
                    <a:pt x="1070527" y="1335646"/>
                  </a:lnTo>
                  <a:lnTo>
                    <a:pt x="1071598" y="1335206"/>
                  </a:lnTo>
                  <a:lnTo>
                    <a:pt x="1072670" y="1334768"/>
                  </a:lnTo>
                  <a:lnTo>
                    <a:pt x="1073741" y="1334331"/>
                  </a:lnTo>
                  <a:lnTo>
                    <a:pt x="1074813" y="1333894"/>
                  </a:lnTo>
                  <a:lnTo>
                    <a:pt x="1075885" y="1333459"/>
                  </a:lnTo>
                  <a:lnTo>
                    <a:pt x="1076956" y="1333024"/>
                  </a:lnTo>
                  <a:lnTo>
                    <a:pt x="1078028" y="1332591"/>
                  </a:lnTo>
                  <a:lnTo>
                    <a:pt x="1079099" y="1332158"/>
                  </a:lnTo>
                  <a:lnTo>
                    <a:pt x="1080171" y="1331727"/>
                  </a:lnTo>
                  <a:lnTo>
                    <a:pt x="1081243" y="1331297"/>
                  </a:lnTo>
                  <a:lnTo>
                    <a:pt x="1082314" y="1330868"/>
                  </a:lnTo>
                  <a:lnTo>
                    <a:pt x="1083386" y="1330439"/>
                  </a:lnTo>
                  <a:lnTo>
                    <a:pt x="1084457" y="1330012"/>
                  </a:lnTo>
                  <a:lnTo>
                    <a:pt x="1085529" y="1329586"/>
                  </a:lnTo>
                  <a:lnTo>
                    <a:pt x="1086601" y="1329161"/>
                  </a:lnTo>
                  <a:lnTo>
                    <a:pt x="1087672" y="1328736"/>
                  </a:lnTo>
                  <a:lnTo>
                    <a:pt x="1088744" y="1328313"/>
                  </a:lnTo>
                  <a:lnTo>
                    <a:pt x="1089815" y="1327891"/>
                  </a:lnTo>
                  <a:lnTo>
                    <a:pt x="1090887" y="1327470"/>
                  </a:lnTo>
                  <a:lnTo>
                    <a:pt x="1091959" y="1327049"/>
                  </a:lnTo>
                  <a:lnTo>
                    <a:pt x="1093030" y="1326630"/>
                  </a:lnTo>
                  <a:lnTo>
                    <a:pt x="1094102" y="1326212"/>
                  </a:lnTo>
                  <a:lnTo>
                    <a:pt x="1095173" y="1325795"/>
                  </a:lnTo>
                  <a:lnTo>
                    <a:pt x="1096245" y="1325378"/>
                  </a:lnTo>
                  <a:lnTo>
                    <a:pt x="1097317" y="1324963"/>
                  </a:lnTo>
                  <a:lnTo>
                    <a:pt x="1098388" y="1324548"/>
                  </a:lnTo>
                  <a:lnTo>
                    <a:pt x="1099460" y="1324135"/>
                  </a:lnTo>
                  <a:lnTo>
                    <a:pt x="1100531" y="1323722"/>
                  </a:lnTo>
                  <a:lnTo>
                    <a:pt x="1101603" y="1323311"/>
                  </a:lnTo>
                  <a:lnTo>
                    <a:pt x="1102675" y="1322900"/>
                  </a:lnTo>
                  <a:lnTo>
                    <a:pt x="1103746" y="1322490"/>
                  </a:lnTo>
                  <a:lnTo>
                    <a:pt x="1104818" y="1322082"/>
                  </a:lnTo>
                  <a:lnTo>
                    <a:pt x="1105889" y="1321674"/>
                  </a:lnTo>
                  <a:lnTo>
                    <a:pt x="1106961" y="1321267"/>
                  </a:lnTo>
                  <a:lnTo>
                    <a:pt x="1108033" y="1320861"/>
                  </a:lnTo>
                  <a:lnTo>
                    <a:pt x="1109104" y="1320456"/>
                  </a:lnTo>
                  <a:lnTo>
                    <a:pt x="1110176" y="1320052"/>
                  </a:lnTo>
                  <a:lnTo>
                    <a:pt x="1111247" y="1319649"/>
                  </a:lnTo>
                  <a:lnTo>
                    <a:pt x="1112319" y="1319246"/>
                  </a:lnTo>
                  <a:lnTo>
                    <a:pt x="1113391" y="1318845"/>
                  </a:lnTo>
                  <a:lnTo>
                    <a:pt x="1114462" y="1318444"/>
                  </a:lnTo>
                  <a:lnTo>
                    <a:pt x="1115534" y="1318045"/>
                  </a:lnTo>
                  <a:lnTo>
                    <a:pt x="1116605" y="1317646"/>
                  </a:lnTo>
                  <a:lnTo>
                    <a:pt x="1117677" y="1317248"/>
                  </a:lnTo>
                  <a:lnTo>
                    <a:pt x="1118749" y="1316851"/>
                  </a:lnTo>
                  <a:lnTo>
                    <a:pt x="1119820" y="1316455"/>
                  </a:lnTo>
                  <a:lnTo>
                    <a:pt x="1120892" y="1316059"/>
                  </a:lnTo>
                  <a:lnTo>
                    <a:pt x="1121963" y="1315665"/>
                  </a:lnTo>
                  <a:lnTo>
                    <a:pt x="1123035" y="1315272"/>
                  </a:lnTo>
                  <a:lnTo>
                    <a:pt x="1124107" y="1314879"/>
                  </a:lnTo>
                  <a:lnTo>
                    <a:pt x="1125178" y="1314487"/>
                  </a:lnTo>
                  <a:lnTo>
                    <a:pt x="1126250" y="1314096"/>
                  </a:lnTo>
                  <a:lnTo>
                    <a:pt x="1127321" y="1313706"/>
                  </a:lnTo>
                  <a:lnTo>
                    <a:pt x="1128393" y="1313316"/>
                  </a:lnTo>
                  <a:lnTo>
                    <a:pt x="1129465" y="1312928"/>
                  </a:lnTo>
                  <a:lnTo>
                    <a:pt x="1130536" y="1312540"/>
                  </a:lnTo>
                  <a:lnTo>
                    <a:pt x="1131608" y="1312153"/>
                  </a:lnTo>
                  <a:lnTo>
                    <a:pt x="1132679" y="1311767"/>
                  </a:lnTo>
                  <a:lnTo>
                    <a:pt x="1133751" y="1311382"/>
                  </a:lnTo>
                  <a:lnTo>
                    <a:pt x="1134823" y="1310997"/>
                  </a:lnTo>
                  <a:lnTo>
                    <a:pt x="1135894" y="1310614"/>
                  </a:lnTo>
                  <a:lnTo>
                    <a:pt x="1136966" y="1310231"/>
                  </a:lnTo>
                  <a:lnTo>
                    <a:pt x="1138037" y="1309849"/>
                  </a:lnTo>
                  <a:lnTo>
                    <a:pt x="1139109" y="1309467"/>
                  </a:lnTo>
                  <a:lnTo>
                    <a:pt x="1140181" y="1309087"/>
                  </a:lnTo>
                  <a:lnTo>
                    <a:pt x="1141252" y="1308707"/>
                  </a:lnTo>
                  <a:lnTo>
                    <a:pt x="1142324" y="1308328"/>
                  </a:lnTo>
                  <a:lnTo>
                    <a:pt x="1143395" y="1307950"/>
                  </a:lnTo>
                  <a:lnTo>
                    <a:pt x="1144467" y="1307572"/>
                  </a:lnTo>
                  <a:lnTo>
                    <a:pt x="1145539" y="1307196"/>
                  </a:lnTo>
                  <a:lnTo>
                    <a:pt x="1146610" y="1306820"/>
                  </a:lnTo>
                  <a:lnTo>
                    <a:pt x="1147682" y="1306444"/>
                  </a:lnTo>
                  <a:lnTo>
                    <a:pt x="1148753" y="1306070"/>
                  </a:lnTo>
                  <a:lnTo>
                    <a:pt x="1149825" y="1305696"/>
                  </a:lnTo>
                  <a:lnTo>
                    <a:pt x="1150897" y="1305323"/>
                  </a:lnTo>
                  <a:lnTo>
                    <a:pt x="1151968" y="1304951"/>
                  </a:lnTo>
                  <a:lnTo>
                    <a:pt x="1153040" y="1304579"/>
                  </a:lnTo>
                  <a:lnTo>
                    <a:pt x="1154111" y="1304208"/>
                  </a:lnTo>
                  <a:lnTo>
                    <a:pt x="1155183" y="1303838"/>
                  </a:lnTo>
                  <a:lnTo>
                    <a:pt x="1156255" y="1303468"/>
                  </a:lnTo>
                  <a:lnTo>
                    <a:pt x="1157326" y="1303099"/>
                  </a:lnTo>
                  <a:lnTo>
                    <a:pt x="1158398" y="1302731"/>
                  </a:lnTo>
                  <a:lnTo>
                    <a:pt x="1159469" y="1302364"/>
                  </a:lnTo>
                  <a:lnTo>
                    <a:pt x="1160541" y="1301997"/>
                  </a:lnTo>
                  <a:lnTo>
                    <a:pt x="1161613" y="1301631"/>
                  </a:lnTo>
                  <a:lnTo>
                    <a:pt x="1162684" y="1301265"/>
                  </a:lnTo>
                  <a:lnTo>
                    <a:pt x="1163756" y="1300901"/>
                  </a:lnTo>
                  <a:lnTo>
                    <a:pt x="1164827" y="1300537"/>
                  </a:lnTo>
                  <a:lnTo>
                    <a:pt x="1165899" y="1300173"/>
                  </a:lnTo>
                  <a:lnTo>
                    <a:pt x="1166971" y="1299810"/>
                  </a:lnTo>
                  <a:lnTo>
                    <a:pt x="1168042" y="1299448"/>
                  </a:lnTo>
                  <a:lnTo>
                    <a:pt x="1169114" y="1299086"/>
                  </a:lnTo>
                  <a:lnTo>
                    <a:pt x="1170185" y="1298725"/>
                  </a:lnTo>
                  <a:lnTo>
                    <a:pt x="1171257" y="1298365"/>
                  </a:lnTo>
                  <a:lnTo>
                    <a:pt x="1172329" y="1298005"/>
                  </a:lnTo>
                  <a:lnTo>
                    <a:pt x="1173400" y="1297646"/>
                  </a:lnTo>
                  <a:lnTo>
                    <a:pt x="1174472" y="1297288"/>
                  </a:lnTo>
                  <a:lnTo>
                    <a:pt x="1175543" y="1296930"/>
                  </a:lnTo>
                  <a:lnTo>
                    <a:pt x="1176615" y="1296572"/>
                  </a:lnTo>
                  <a:lnTo>
                    <a:pt x="1177687" y="1296216"/>
                  </a:lnTo>
                  <a:lnTo>
                    <a:pt x="1178758" y="1295860"/>
                  </a:lnTo>
                  <a:lnTo>
                    <a:pt x="1179830" y="1295504"/>
                  </a:lnTo>
                  <a:lnTo>
                    <a:pt x="1180901" y="1295149"/>
                  </a:lnTo>
                  <a:lnTo>
                    <a:pt x="1181973" y="1294794"/>
                  </a:lnTo>
                  <a:lnTo>
                    <a:pt x="1183045" y="1294441"/>
                  </a:lnTo>
                  <a:lnTo>
                    <a:pt x="1184116" y="1294087"/>
                  </a:lnTo>
                  <a:lnTo>
                    <a:pt x="1185188" y="1293734"/>
                  </a:lnTo>
                  <a:lnTo>
                    <a:pt x="1186259" y="1293382"/>
                  </a:lnTo>
                  <a:lnTo>
                    <a:pt x="1187331" y="1293030"/>
                  </a:lnTo>
                  <a:lnTo>
                    <a:pt x="1188403" y="1292679"/>
                  </a:lnTo>
                  <a:lnTo>
                    <a:pt x="1189474" y="1292329"/>
                  </a:lnTo>
                  <a:lnTo>
                    <a:pt x="1190546" y="1291978"/>
                  </a:lnTo>
                  <a:lnTo>
                    <a:pt x="1191617" y="1291629"/>
                  </a:lnTo>
                  <a:lnTo>
                    <a:pt x="1192689" y="1291280"/>
                  </a:lnTo>
                  <a:lnTo>
                    <a:pt x="1193761" y="1290931"/>
                  </a:lnTo>
                  <a:lnTo>
                    <a:pt x="1194832" y="1290583"/>
                  </a:lnTo>
                  <a:lnTo>
                    <a:pt x="1195904" y="1290235"/>
                  </a:lnTo>
                  <a:lnTo>
                    <a:pt x="1196975" y="1289888"/>
                  </a:lnTo>
                  <a:lnTo>
                    <a:pt x="1198047" y="1289541"/>
                  </a:lnTo>
                  <a:lnTo>
                    <a:pt x="1199119" y="1289195"/>
                  </a:lnTo>
                  <a:lnTo>
                    <a:pt x="1200190" y="1288849"/>
                  </a:lnTo>
                  <a:lnTo>
                    <a:pt x="1201262" y="1288504"/>
                  </a:lnTo>
                  <a:lnTo>
                    <a:pt x="1202333" y="1288159"/>
                  </a:lnTo>
                  <a:lnTo>
                    <a:pt x="1203405" y="1287815"/>
                  </a:lnTo>
                  <a:lnTo>
                    <a:pt x="1204477" y="1287471"/>
                  </a:lnTo>
                  <a:lnTo>
                    <a:pt x="1205548" y="1287127"/>
                  </a:lnTo>
                  <a:lnTo>
                    <a:pt x="1206620" y="1286784"/>
                  </a:lnTo>
                  <a:lnTo>
                    <a:pt x="1207691" y="1286441"/>
                  </a:lnTo>
                  <a:lnTo>
                    <a:pt x="1208763" y="1286099"/>
                  </a:lnTo>
                  <a:lnTo>
                    <a:pt x="1209835" y="1285757"/>
                  </a:lnTo>
                  <a:lnTo>
                    <a:pt x="1210906" y="1285415"/>
                  </a:lnTo>
                  <a:lnTo>
                    <a:pt x="1211978" y="1285074"/>
                  </a:lnTo>
                  <a:lnTo>
                    <a:pt x="1213049" y="1284734"/>
                  </a:lnTo>
                  <a:lnTo>
                    <a:pt x="1214121" y="1284393"/>
                  </a:lnTo>
                  <a:lnTo>
                    <a:pt x="1215193" y="1284053"/>
                  </a:lnTo>
                  <a:lnTo>
                    <a:pt x="1216264" y="1283714"/>
                  </a:lnTo>
                  <a:lnTo>
                    <a:pt x="1217336" y="1283375"/>
                  </a:lnTo>
                  <a:lnTo>
                    <a:pt x="1218407" y="1283036"/>
                  </a:lnTo>
                  <a:lnTo>
                    <a:pt x="1219479" y="1282697"/>
                  </a:lnTo>
                  <a:lnTo>
                    <a:pt x="1220551" y="1282359"/>
                  </a:lnTo>
                  <a:lnTo>
                    <a:pt x="1221622" y="1282021"/>
                  </a:lnTo>
                  <a:lnTo>
                    <a:pt x="1222694" y="1281684"/>
                  </a:lnTo>
                  <a:lnTo>
                    <a:pt x="1223765" y="1281347"/>
                  </a:lnTo>
                  <a:lnTo>
                    <a:pt x="1224837" y="1281010"/>
                  </a:lnTo>
                  <a:lnTo>
                    <a:pt x="1225909" y="1280673"/>
                  </a:lnTo>
                  <a:lnTo>
                    <a:pt x="1226980" y="1280337"/>
                  </a:lnTo>
                  <a:lnTo>
                    <a:pt x="1228052" y="1280001"/>
                  </a:lnTo>
                  <a:lnTo>
                    <a:pt x="1229123" y="1279666"/>
                  </a:lnTo>
                  <a:lnTo>
                    <a:pt x="1230195" y="1279330"/>
                  </a:lnTo>
                  <a:lnTo>
                    <a:pt x="1231267" y="1278995"/>
                  </a:lnTo>
                  <a:lnTo>
                    <a:pt x="1232338" y="1278661"/>
                  </a:lnTo>
                  <a:lnTo>
                    <a:pt x="1233410" y="1278326"/>
                  </a:lnTo>
                  <a:lnTo>
                    <a:pt x="1234481" y="1277992"/>
                  </a:lnTo>
                  <a:lnTo>
                    <a:pt x="1235553" y="1277658"/>
                  </a:lnTo>
                  <a:lnTo>
                    <a:pt x="1236625" y="1277324"/>
                  </a:lnTo>
                  <a:lnTo>
                    <a:pt x="1237696" y="1276991"/>
                  </a:lnTo>
                  <a:lnTo>
                    <a:pt x="1238768" y="1276657"/>
                  </a:lnTo>
                  <a:lnTo>
                    <a:pt x="1239839" y="1276324"/>
                  </a:lnTo>
                  <a:lnTo>
                    <a:pt x="1240911" y="1275992"/>
                  </a:lnTo>
                  <a:lnTo>
                    <a:pt x="1241983" y="1275659"/>
                  </a:lnTo>
                  <a:lnTo>
                    <a:pt x="1243054" y="1275327"/>
                  </a:lnTo>
                  <a:lnTo>
                    <a:pt x="1244126" y="1274995"/>
                  </a:lnTo>
                  <a:lnTo>
                    <a:pt x="1245197" y="1274663"/>
                  </a:lnTo>
                  <a:lnTo>
                    <a:pt x="1246269" y="1274331"/>
                  </a:lnTo>
                  <a:lnTo>
                    <a:pt x="1247340" y="1273999"/>
                  </a:lnTo>
                  <a:lnTo>
                    <a:pt x="1248412" y="1273668"/>
                  </a:lnTo>
                  <a:lnTo>
                    <a:pt x="1249484" y="1273337"/>
                  </a:lnTo>
                  <a:lnTo>
                    <a:pt x="1250555" y="1273006"/>
                  </a:lnTo>
                  <a:lnTo>
                    <a:pt x="1251627" y="1272675"/>
                  </a:lnTo>
                  <a:lnTo>
                    <a:pt x="1252698" y="1272344"/>
                  </a:lnTo>
                  <a:lnTo>
                    <a:pt x="1253770" y="1272014"/>
                  </a:lnTo>
                  <a:lnTo>
                    <a:pt x="1254842" y="1271683"/>
                  </a:lnTo>
                  <a:lnTo>
                    <a:pt x="1255913" y="1271353"/>
                  </a:lnTo>
                  <a:lnTo>
                    <a:pt x="1256985" y="1271023"/>
                  </a:lnTo>
                  <a:lnTo>
                    <a:pt x="1258056" y="1270693"/>
                  </a:lnTo>
                  <a:lnTo>
                    <a:pt x="1259128" y="1270363"/>
                  </a:lnTo>
                  <a:lnTo>
                    <a:pt x="1260200" y="1270033"/>
                  </a:lnTo>
                  <a:lnTo>
                    <a:pt x="1261271" y="1269703"/>
                  </a:lnTo>
                  <a:lnTo>
                    <a:pt x="1262343" y="1269373"/>
                  </a:lnTo>
                  <a:lnTo>
                    <a:pt x="1263414" y="1269044"/>
                  </a:lnTo>
                  <a:lnTo>
                    <a:pt x="1264486" y="1268714"/>
                  </a:lnTo>
                  <a:lnTo>
                    <a:pt x="1265558" y="1268385"/>
                  </a:lnTo>
                  <a:lnTo>
                    <a:pt x="1266629" y="1268056"/>
                  </a:lnTo>
                  <a:lnTo>
                    <a:pt x="1267701" y="1267726"/>
                  </a:lnTo>
                  <a:lnTo>
                    <a:pt x="1268772" y="1267397"/>
                  </a:lnTo>
                  <a:lnTo>
                    <a:pt x="1269844" y="1267068"/>
                  </a:lnTo>
                  <a:lnTo>
                    <a:pt x="1270916" y="1266739"/>
                  </a:lnTo>
                  <a:lnTo>
                    <a:pt x="1271987" y="1266410"/>
                  </a:lnTo>
                  <a:lnTo>
                    <a:pt x="1273059" y="1266081"/>
                  </a:lnTo>
                  <a:lnTo>
                    <a:pt x="1274130" y="1265752"/>
                  </a:lnTo>
                  <a:lnTo>
                    <a:pt x="1275202" y="1265423"/>
                  </a:lnTo>
                  <a:lnTo>
                    <a:pt x="1276274" y="1265094"/>
                  </a:lnTo>
                  <a:lnTo>
                    <a:pt x="1277345" y="1264765"/>
                  </a:lnTo>
                  <a:lnTo>
                    <a:pt x="1278417" y="1264435"/>
                  </a:lnTo>
                  <a:lnTo>
                    <a:pt x="1279488" y="1264106"/>
                  </a:lnTo>
                  <a:lnTo>
                    <a:pt x="1280560" y="1263777"/>
                  </a:lnTo>
                  <a:lnTo>
                    <a:pt x="1281632" y="1263448"/>
                  </a:lnTo>
                  <a:lnTo>
                    <a:pt x="1282703" y="1263119"/>
                  </a:lnTo>
                  <a:lnTo>
                    <a:pt x="1283775" y="1262790"/>
                  </a:lnTo>
                  <a:lnTo>
                    <a:pt x="1284846" y="1262461"/>
                  </a:lnTo>
                  <a:lnTo>
                    <a:pt x="1285918" y="1262131"/>
                  </a:lnTo>
                  <a:lnTo>
                    <a:pt x="1286990" y="1261802"/>
                  </a:lnTo>
                  <a:lnTo>
                    <a:pt x="1288061" y="1261473"/>
                  </a:lnTo>
                  <a:lnTo>
                    <a:pt x="1289133" y="1261143"/>
                  </a:lnTo>
                  <a:lnTo>
                    <a:pt x="1290204" y="1260814"/>
                  </a:lnTo>
                  <a:lnTo>
                    <a:pt x="1291276" y="1260484"/>
                  </a:lnTo>
                  <a:lnTo>
                    <a:pt x="1292348" y="1260154"/>
                  </a:lnTo>
                  <a:lnTo>
                    <a:pt x="1293419" y="1259824"/>
                  </a:lnTo>
                  <a:lnTo>
                    <a:pt x="1294491" y="1259494"/>
                  </a:lnTo>
                  <a:lnTo>
                    <a:pt x="1295562" y="1259164"/>
                  </a:lnTo>
                  <a:lnTo>
                    <a:pt x="1296634" y="1258834"/>
                  </a:lnTo>
                  <a:lnTo>
                    <a:pt x="1297706" y="1258504"/>
                  </a:lnTo>
                  <a:lnTo>
                    <a:pt x="1298777" y="1258173"/>
                  </a:lnTo>
                  <a:lnTo>
                    <a:pt x="1299849" y="1257843"/>
                  </a:lnTo>
                  <a:lnTo>
                    <a:pt x="1300920" y="1257512"/>
                  </a:lnTo>
                  <a:lnTo>
                    <a:pt x="1301992" y="1257181"/>
                  </a:lnTo>
                  <a:lnTo>
                    <a:pt x="1303064" y="1256850"/>
                  </a:lnTo>
                  <a:lnTo>
                    <a:pt x="1304135" y="1256519"/>
                  </a:lnTo>
                  <a:lnTo>
                    <a:pt x="1305207" y="1256187"/>
                  </a:lnTo>
                  <a:lnTo>
                    <a:pt x="1306278" y="1255855"/>
                  </a:lnTo>
                  <a:lnTo>
                    <a:pt x="1307350" y="1255524"/>
                  </a:lnTo>
                  <a:lnTo>
                    <a:pt x="1308422" y="1255192"/>
                  </a:lnTo>
                  <a:lnTo>
                    <a:pt x="1309493" y="1254859"/>
                  </a:lnTo>
                  <a:lnTo>
                    <a:pt x="1310565" y="1254527"/>
                  </a:lnTo>
                  <a:lnTo>
                    <a:pt x="1311636" y="1254194"/>
                  </a:lnTo>
                  <a:lnTo>
                    <a:pt x="1312708" y="1253861"/>
                  </a:lnTo>
                  <a:lnTo>
                    <a:pt x="1313780" y="1253528"/>
                  </a:lnTo>
                  <a:lnTo>
                    <a:pt x="1314851" y="1253195"/>
                  </a:lnTo>
                  <a:lnTo>
                    <a:pt x="1315923" y="1252861"/>
                  </a:lnTo>
                  <a:lnTo>
                    <a:pt x="1316994" y="1252527"/>
                  </a:lnTo>
                  <a:lnTo>
                    <a:pt x="1318066" y="1252193"/>
                  </a:lnTo>
                  <a:lnTo>
                    <a:pt x="1319138" y="1251859"/>
                  </a:lnTo>
                  <a:lnTo>
                    <a:pt x="1320209" y="1251524"/>
                  </a:lnTo>
                  <a:lnTo>
                    <a:pt x="1321281" y="1251189"/>
                  </a:lnTo>
                  <a:lnTo>
                    <a:pt x="1322352" y="1250854"/>
                  </a:lnTo>
                  <a:lnTo>
                    <a:pt x="1323424" y="1250518"/>
                  </a:lnTo>
                  <a:lnTo>
                    <a:pt x="1324496" y="1250182"/>
                  </a:lnTo>
                  <a:lnTo>
                    <a:pt x="1325567" y="1249846"/>
                  </a:lnTo>
                  <a:lnTo>
                    <a:pt x="1326639" y="1249509"/>
                  </a:lnTo>
                  <a:lnTo>
                    <a:pt x="1327710" y="1249173"/>
                  </a:lnTo>
                  <a:lnTo>
                    <a:pt x="1328782" y="1248835"/>
                  </a:lnTo>
                  <a:lnTo>
                    <a:pt x="1329854" y="1248498"/>
                  </a:lnTo>
                  <a:lnTo>
                    <a:pt x="1330925" y="1248160"/>
                  </a:lnTo>
                  <a:lnTo>
                    <a:pt x="1331997" y="1247822"/>
                  </a:lnTo>
                  <a:lnTo>
                    <a:pt x="1333068" y="1247483"/>
                  </a:lnTo>
                  <a:lnTo>
                    <a:pt x="1334140" y="1247144"/>
                  </a:lnTo>
                  <a:lnTo>
                    <a:pt x="1335212" y="1246805"/>
                  </a:lnTo>
                  <a:lnTo>
                    <a:pt x="1336283" y="1246465"/>
                  </a:lnTo>
                  <a:lnTo>
                    <a:pt x="1337355" y="1246125"/>
                  </a:lnTo>
                  <a:lnTo>
                    <a:pt x="1338426" y="1245784"/>
                  </a:lnTo>
                  <a:lnTo>
                    <a:pt x="1339498" y="1245444"/>
                  </a:lnTo>
                  <a:lnTo>
                    <a:pt x="1340570" y="1245102"/>
                  </a:lnTo>
                  <a:lnTo>
                    <a:pt x="1341641" y="1244760"/>
                  </a:lnTo>
                  <a:lnTo>
                    <a:pt x="1342713" y="1244418"/>
                  </a:lnTo>
                  <a:lnTo>
                    <a:pt x="1343784" y="1244076"/>
                  </a:lnTo>
                  <a:lnTo>
                    <a:pt x="1344856" y="1243732"/>
                  </a:lnTo>
                  <a:lnTo>
                    <a:pt x="1345928" y="1243389"/>
                  </a:lnTo>
                  <a:lnTo>
                    <a:pt x="1346999" y="1243045"/>
                  </a:lnTo>
                  <a:lnTo>
                    <a:pt x="1348071" y="1242700"/>
                  </a:lnTo>
                  <a:lnTo>
                    <a:pt x="1349142" y="1242356"/>
                  </a:lnTo>
                  <a:lnTo>
                    <a:pt x="1350214" y="1242010"/>
                  </a:lnTo>
                  <a:lnTo>
                    <a:pt x="1351286" y="1241664"/>
                  </a:lnTo>
                  <a:lnTo>
                    <a:pt x="1352357" y="1241318"/>
                  </a:lnTo>
                  <a:lnTo>
                    <a:pt x="1353429" y="1240971"/>
                  </a:lnTo>
                  <a:lnTo>
                    <a:pt x="1354500" y="1240624"/>
                  </a:lnTo>
                  <a:lnTo>
                    <a:pt x="1355572" y="1240276"/>
                  </a:lnTo>
                  <a:lnTo>
                    <a:pt x="1356644" y="1239927"/>
                  </a:lnTo>
                  <a:lnTo>
                    <a:pt x="1357715" y="1239578"/>
                  </a:lnTo>
                  <a:lnTo>
                    <a:pt x="1358787" y="1239229"/>
                  </a:lnTo>
                  <a:lnTo>
                    <a:pt x="1359858" y="1238879"/>
                  </a:lnTo>
                  <a:lnTo>
                    <a:pt x="1360930" y="1238528"/>
                  </a:lnTo>
                  <a:lnTo>
                    <a:pt x="1362002" y="1238177"/>
                  </a:lnTo>
                  <a:lnTo>
                    <a:pt x="1363073" y="1237825"/>
                  </a:lnTo>
                  <a:lnTo>
                    <a:pt x="1364145" y="1237473"/>
                  </a:lnTo>
                  <a:lnTo>
                    <a:pt x="1365216" y="1237120"/>
                  </a:lnTo>
                  <a:lnTo>
                    <a:pt x="1366288" y="1236767"/>
                  </a:lnTo>
                  <a:lnTo>
                    <a:pt x="1367360" y="1236413"/>
                  </a:lnTo>
                  <a:lnTo>
                    <a:pt x="1368431" y="1236058"/>
                  </a:lnTo>
                  <a:lnTo>
                    <a:pt x="1369503" y="1235703"/>
                  </a:lnTo>
                  <a:lnTo>
                    <a:pt x="1370574" y="1235347"/>
                  </a:lnTo>
                  <a:lnTo>
                    <a:pt x="1371646" y="1234990"/>
                  </a:lnTo>
                  <a:lnTo>
                    <a:pt x="1372718" y="1234633"/>
                  </a:lnTo>
                  <a:lnTo>
                    <a:pt x="1373789" y="1234275"/>
                  </a:lnTo>
                  <a:lnTo>
                    <a:pt x="1374861" y="1233917"/>
                  </a:lnTo>
                  <a:lnTo>
                    <a:pt x="1375932" y="1233558"/>
                  </a:lnTo>
                  <a:lnTo>
                    <a:pt x="1377004" y="1233198"/>
                  </a:lnTo>
                  <a:lnTo>
                    <a:pt x="1378076" y="1232838"/>
                  </a:lnTo>
                  <a:lnTo>
                    <a:pt x="1379147" y="1232476"/>
                  </a:lnTo>
                  <a:lnTo>
                    <a:pt x="1380219" y="1232115"/>
                  </a:lnTo>
                  <a:lnTo>
                    <a:pt x="1381290" y="1231752"/>
                  </a:lnTo>
                  <a:lnTo>
                    <a:pt x="1382362" y="1231389"/>
                  </a:lnTo>
                  <a:lnTo>
                    <a:pt x="1383434" y="1231025"/>
                  </a:lnTo>
                  <a:lnTo>
                    <a:pt x="1384505" y="1230661"/>
                  </a:lnTo>
                  <a:lnTo>
                    <a:pt x="1385577" y="1230295"/>
                  </a:lnTo>
                  <a:lnTo>
                    <a:pt x="1386648" y="1229929"/>
                  </a:lnTo>
                  <a:lnTo>
                    <a:pt x="1387720" y="1229562"/>
                  </a:lnTo>
                  <a:lnTo>
                    <a:pt x="1388792" y="1229195"/>
                  </a:lnTo>
                  <a:lnTo>
                    <a:pt x="1389863" y="1228827"/>
                  </a:lnTo>
                  <a:lnTo>
                    <a:pt x="1390935" y="1228458"/>
                  </a:lnTo>
                  <a:lnTo>
                    <a:pt x="1392006" y="1228088"/>
                  </a:lnTo>
                  <a:lnTo>
                    <a:pt x="1393078" y="1227717"/>
                  </a:lnTo>
                  <a:lnTo>
                    <a:pt x="1394150" y="1227346"/>
                  </a:lnTo>
                  <a:lnTo>
                    <a:pt x="1395221" y="1226974"/>
                  </a:lnTo>
                  <a:lnTo>
                    <a:pt x="1396293" y="1226601"/>
                  </a:lnTo>
                  <a:lnTo>
                    <a:pt x="1397364" y="1226227"/>
                  </a:lnTo>
                  <a:lnTo>
                    <a:pt x="1398436" y="1225853"/>
                  </a:lnTo>
                  <a:lnTo>
                    <a:pt x="1399508" y="1225477"/>
                  </a:lnTo>
                  <a:lnTo>
                    <a:pt x="1400579" y="1225101"/>
                  </a:lnTo>
                  <a:lnTo>
                    <a:pt x="1401651" y="1224724"/>
                  </a:lnTo>
                  <a:lnTo>
                    <a:pt x="1402722" y="1224347"/>
                  </a:lnTo>
                  <a:lnTo>
                    <a:pt x="1403794" y="1223968"/>
                  </a:lnTo>
                  <a:lnTo>
                    <a:pt x="1404866" y="1223588"/>
                  </a:lnTo>
                  <a:lnTo>
                    <a:pt x="1405937" y="1223208"/>
                  </a:lnTo>
                  <a:lnTo>
                    <a:pt x="1407009" y="1222827"/>
                  </a:lnTo>
                  <a:lnTo>
                    <a:pt x="1408080" y="1222445"/>
                  </a:lnTo>
                  <a:lnTo>
                    <a:pt x="1409152" y="1222062"/>
                  </a:lnTo>
                  <a:lnTo>
                    <a:pt x="1410224" y="1221678"/>
                  </a:lnTo>
                  <a:lnTo>
                    <a:pt x="1411295" y="1221293"/>
                  </a:lnTo>
                  <a:lnTo>
                    <a:pt x="1412367" y="1220907"/>
                  </a:lnTo>
                  <a:lnTo>
                    <a:pt x="1413438" y="1220521"/>
                  </a:lnTo>
                  <a:lnTo>
                    <a:pt x="1414510" y="1220133"/>
                  </a:lnTo>
                  <a:lnTo>
                    <a:pt x="1415582" y="1219745"/>
                  </a:lnTo>
                  <a:lnTo>
                    <a:pt x="1416653" y="1219355"/>
                  </a:lnTo>
                  <a:lnTo>
                    <a:pt x="1417725" y="1218965"/>
                  </a:lnTo>
                  <a:lnTo>
                    <a:pt x="1418796" y="1218574"/>
                  </a:lnTo>
                  <a:lnTo>
                    <a:pt x="1419868" y="1218182"/>
                  </a:lnTo>
                  <a:lnTo>
                    <a:pt x="1420939" y="1217789"/>
                  </a:lnTo>
                  <a:lnTo>
                    <a:pt x="1422011" y="1217394"/>
                  </a:lnTo>
                  <a:lnTo>
                    <a:pt x="1423083" y="1216999"/>
                  </a:lnTo>
                  <a:lnTo>
                    <a:pt x="1424154" y="1216603"/>
                  </a:lnTo>
                  <a:lnTo>
                    <a:pt x="1425226" y="1216206"/>
                  </a:lnTo>
                  <a:lnTo>
                    <a:pt x="1426297" y="1215808"/>
                  </a:lnTo>
                  <a:lnTo>
                    <a:pt x="1427369" y="1215409"/>
                  </a:lnTo>
                  <a:lnTo>
                    <a:pt x="1428441" y="1215009"/>
                  </a:lnTo>
                  <a:lnTo>
                    <a:pt x="1429512" y="1214608"/>
                  </a:lnTo>
                  <a:lnTo>
                    <a:pt x="1430584" y="1214206"/>
                  </a:lnTo>
                  <a:lnTo>
                    <a:pt x="1431655" y="1213803"/>
                  </a:lnTo>
                  <a:lnTo>
                    <a:pt x="1432727" y="1213398"/>
                  </a:lnTo>
                  <a:lnTo>
                    <a:pt x="1433799" y="1212993"/>
                  </a:lnTo>
                  <a:lnTo>
                    <a:pt x="1434870" y="1212587"/>
                  </a:lnTo>
                  <a:lnTo>
                    <a:pt x="1435942" y="1212179"/>
                  </a:lnTo>
                  <a:lnTo>
                    <a:pt x="1437013" y="1211771"/>
                  </a:lnTo>
                  <a:lnTo>
                    <a:pt x="1438085" y="1211361"/>
                  </a:lnTo>
                  <a:lnTo>
                    <a:pt x="1439157" y="1210951"/>
                  </a:lnTo>
                  <a:lnTo>
                    <a:pt x="1440228" y="1210539"/>
                  </a:lnTo>
                  <a:lnTo>
                    <a:pt x="1441300" y="1210126"/>
                  </a:lnTo>
                  <a:lnTo>
                    <a:pt x="1442371" y="1209713"/>
                  </a:lnTo>
                  <a:lnTo>
                    <a:pt x="1443443" y="1209298"/>
                  </a:lnTo>
                  <a:lnTo>
                    <a:pt x="1444515" y="1208881"/>
                  </a:lnTo>
                  <a:lnTo>
                    <a:pt x="1445586" y="1208464"/>
                  </a:lnTo>
                  <a:lnTo>
                    <a:pt x="1446658" y="1208046"/>
                  </a:lnTo>
                  <a:lnTo>
                    <a:pt x="1447729" y="1207626"/>
                  </a:lnTo>
                  <a:lnTo>
                    <a:pt x="1448801" y="1207206"/>
                  </a:lnTo>
                  <a:lnTo>
                    <a:pt x="1449873" y="1206784"/>
                  </a:lnTo>
                  <a:lnTo>
                    <a:pt x="1450944" y="1206361"/>
                  </a:lnTo>
                  <a:lnTo>
                    <a:pt x="1452016" y="1205937"/>
                  </a:lnTo>
                  <a:lnTo>
                    <a:pt x="1453087" y="1205512"/>
                  </a:lnTo>
                  <a:lnTo>
                    <a:pt x="1454159" y="1205085"/>
                  </a:lnTo>
                  <a:lnTo>
                    <a:pt x="1455231" y="1204658"/>
                  </a:lnTo>
                  <a:lnTo>
                    <a:pt x="1456302" y="1204229"/>
                  </a:lnTo>
                  <a:lnTo>
                    <a:pt x="1457374" y="1203799"/>
                  </a:lnTo>
                  <a:lnTo>
                    <a:pt x="1458445" y="1203367"/>
                  </a:lnTo>
                  <a:lnTo>
                    <a:pt x="1459517" y="1202935"/>
                  </a:lnTo>
                  <a:lnTo>
                    <a:pt x="1460589" y="1202501"/>
                  </a:lnTo>
                  <a:lnTo>
                    <a:pt x="1461660" y="1202066"/>
                  </a:lnTo>
                  <a:lnTo>
                    <a:pt x="1462732" y="1201630"/>
                  </a:lnTo>
                  <a:lnTo>
                    <a:pt x="1463803" y="1201193"/>
                  </a:lnTo>
                  <a:lnTo>
                    <a:pt x="1464875" y="1200754"/>
                  </a:lnTo>
                  <a:lnTo>
                    <a:pt x="1465947" y="1200314"/>
                  </a:lnTo>
                  <a:lnTo>
                    <a:pt x="1467018" y="1199873"/>
                  </a:lnTo>
                  <a:lnTo>
                    <a:pt x="1468090" y="1199431"/>
                  </a:lnTo>
                  <a:lnTo>
                    <a:pt x="1469161" y="1198987"/>
                  </a:lnTo>
                  <a:lnTo>
                    <a:pt x="1470233" y="1198542"/>
                  </a:lnTo>
                  <a:lnTo>
                    <a:pt x="1471305" y="1198096"/>
                  </a:lnTo>
                  <a:lnTo>
                    <a:pt x="1472376" y="1197648"/>
                  </a:lnTo>
                  <a:lnTo>
                    <a:pt x="1473448" y="1197200"/>
                  </a:lnTo>
                  <a:lnTo>
                    <a:pt x="1474519" y="1196750"/>
                  </a:lnTo>
                  <a:lnTo>
                    <a:pt x="1475591" y="1196298"/>
                  </a:lnTo>
                  <a:lnTo>
                    <a:pt x="1476663" y="1195845"/>
                  </a:lnTo>
                  <a:lnTo>
                    <a:pt x="1477734" y="1195391"/>
                  </a:lnTo>
                  <a:lnTo>
                    <a:pt x="1478806" y="1194936"/>
                  </a:lnTo>
                  <a:lnTo>
                    <a:pt x="1479877" y="1194479"/>
                  </a:lnTo>
                  <a:lnTo>
                    <a:pt x="1480949" y="1194021"/>
                  </a:lnTo>
                  <a:lnTo>
                    <a:pt x="1482021" y="1193562"/>
                  </a:lnTo>
                  <a:lnTo>
                    <a:pt x="1483092" y="1193101"/>
                  </a:lnTo>
                  <a:lnTo>
                    <a:pt x="1484164" y="1192639"/>
                  </a:lnTo>
                  <a:lnTo>
                    <a:pt x="1485235" y="1192175"/>
                  </a:lnTo>
                  <a:lnTo>
                    <a:pt x="1486307" y="1191710"/>
                  </a:lnTo>
                  <a:lnTo>
                    <a:pt x="1487379" y="1191244"/>
                  </a:lnTo>
                  <a:lnTo>
                    <a:pt x="1488450" y="1190776"/>
                  </a:lnTo>
                  <a:lnTo>
                    <a:pt x="1489522" y="1190307"/>
                  </a:lnTo>
                  <a:lnTo>
                    <a:pt x="1490593" y="1189837"/>
                  </a:lnTo>
                  <a:lnTo>
                    <a:pt x="1491665" y="1189365"/>
                  </a:lnTo>
                  <a:lnTo>
                    <a:pt x="1492737" y="1188892"/>
                  </a:lnTo>
                  <a:lnTo>
                    <a:pt x="1493808" y="1188417"/>
                  </a:lnTo>
                  <a:lnTo>
                    <a:pt x="1494880" y="1187941"/>
                  </a:lnTo>
                  <a:lnTo>
                    <a:pt x="1495951" y="1187464"/>
                  </a:lnTo>
                  <a:lnTo>
                    <a:pt x="1497023" y="1186985"/>
                  </a:lnTo>
                  <a:lnTo>
                    <a:pt x="1498095" y="1186504"/>
                  </a:lnTo>
                  <a:lnTo>
                    <a:pt x="1499166" y="1186023"/>
                  </a:lnTo>
                  <a:lnTo>
                    <a:pt x="1500238" y="1185539"/>
                  </a:lnTo>
                  <a:lnTo>
                    <a:pt x="1501309" y="1185055"/>
                  </a:lnTo>
                  <a:lnTo>
                    <a:pt x="1502381" y="1184569"/>
                  </a:lnTo>
                  <a:lnTo>
                    <a:pt x="1503453" y="1184081"/>
                  </a:lnTo>
                  <a:lnTo>
                    <a:pt x="1504524" y="1183592"/>
                  </a:lnTo>
                  <a:lnTo>
                    <a:pt x="1505596" y="1183101"/>
                  </a:lnTo>
                  <a:lnTo>
                    <a:pt x="1506667" y="1182609"/>
                  </a:lnTo>
                  <a:lnTo>
                    <a:pt x="1507739" y="1182116"/>
                  </a:lnTo>
                  <a:lnTo>
                    <a:pt x="1508811" y="1181621"/>
                  </a:lnTo>
                  <a:lnTo>
                    <a:pt x="1509882" y="1181124"/>
                  </a:lnTo>
                  <a:lnTo>
                    <a:pt x="1510954" y="1180627"/>
                  </a:lnTo>
                  <a:lnTo>
                    <a:pt x="1512025" y="1180127"/>
                  </a:lnTo>
                  <a:lnTo>
                    <a:pt x="1513097" y="1179626"/>
                  </a:lnTo>
                  <a:lnTo>
                    <a:pt x="1514169" y="1179124"/>
                  </a:lnTo>
                  <a:lnTo>
                    <a:pt x="1515240" y="1178620"/>
                  </a:lnTo>
                  <a:lnTo>
                    <a:pt x="1516312" y="1178114"/>
                  </a:lnTo>
                  <a:lnTo>
                    <a:pt x="1517383" y="1177607"/>
                  </a:lnTo>
                  <a:lnTo>
                    <a:pt x="1518455" y="1177099"/>
                  </a:lnTo>
                  <a:lnTo>
                    <a:pt x="1519527" y="1176589"/>
                  </a:lnTo>
                  <a:lnTo>
                    <a:pt x="1520598" y="1176077"/>
                  </a:lnTo>
                  <a:lnTo>
                    <a:pt x="1521670" y="1175564"/>
                  </a:lnTo>
                  <a:lnTo>
                    <a:pt x="1522741" y="1175049"/>
                  </a:lnTo>
                  <a:lnTo>
                    <a:pt x="1523813" y="1174533"/>
                  </a:lnTo>
                  <a:lnTo>
                    <a:pt x="1524885" y="1174015"/>
                  </a:lnTo>
                  <a:lnTo>
                    <a:pt x="1525956" y="1173496"/>
                  </a:lnTo>
                  <a:lnTo>
                    <a:pt x="1527028" y="1172975"/>
                  </a:lnTo>
                  <a:lnTo>
                    <a:pt x="1528099" y="1172453"/>
                  </a:lnTo>
                  <a:lnTo>
                    <a:pt x="1529171" y="1171929"/>
                  </a:lnTo>
                  <a:lnTo>
                    <a:pt x="1530243" y="1171403"/>
                  </a:lnTo>
                  <a:lnTo>
                    <a:pt x="1531314" y="1170876"/>
                  </a:lnTo>
                  <a:lnTo>
                    <a:pt x="1532386" y="1170347"/>
                  </a:lnTo>
                  <a:lnTo>
                    <a:pt x="1533457" y="1169817"/>
                  </a:lnTo>
                  <a:lnTo>
                    <a:pt x="1534529" y="1169285"/>
                  </a:lnTo>
                  <a:lnTo>
                    <a:pt x="1535601" y="1168752"/>
                  </a:lnTo>
                  <a:lnTo>
                    <a:pt x="1536672" y="1168217"/>
                  </a:lnTo>
                  <a:lnTo>
                    <a:pt x="1537744" y="1167680"/>
                  </a:lnTo>
                  <a:lnTo>
                    <a:pt x="1538815" y="1167142"/>
                  </a:lnTo>
                  <a:lnTo>
                    <a:pt x="1539887" y="1166602"/>
                  </a:lnTo>
                  <a:lnTo>
                    <a:pt x="1540959" y="1166061"/>
                  </a:lnTo>
                  <a:lnTo>
                    <a:pt x="1542030" y="1165518"/>
                  </a:lnTo>
                  <a:lnTo>
                    <a:pt x="1543102" y="1164822"/>
                  </a:lnTo>
                  <a:lnTo>
                    <a:pt x="1544173" y="1164045"/>
                  </a:lnTo>
                  <a:lnTo>
                    <a:pt x="1545245" y="1163266"/>
                  </a:lnTo>
                  <a:lnTo>
                    <a:pt x="1546317" y="1162487"/>
                  </a:lnTo>
                  <a:lnTo>
                    <a:pt x="1547388" y="1161707"/>
                  </a:lnTo>
                  <a:lnTo>
                    <a:pt x="1548460" y="1160926"/>
                  </a:lnTo>
                  <a:lnTo>
                    <a:pt x="1549531" y="1160144"/>
                  </a:lnTo>
                  <a:lnTo>
                    <a:pt x="1550603" y="1159361"/>
                  </a:lnTo>
                  <a:lnTo>
                    <a:pt x="1551675" y="1158578"/>
                  </a:lnTo>
                  <a:lnTo>
                    <a:pt x="1552746" y="1157793"/>
                  </a:lnTo>
                  <a:lnTo>
                    <a:pt x="1553818" y="1157008"/>
                  </a:lnTo>
                  <a:lnTo>
                    <a:pt x="1554889" y="1156222"/>
                  </a:lnTo>
                  <a:lnTo>
                    <a:pt x="1555961" y="1155435"/>
                  </a:lnTo>
                  <a:lnTo>
                    <a:pt x="1557033" y="1154647"/>
                  </a:lnTo>
                  <a:lnTo>
                    <a:pt x="1558104" y="1153858"/>
                  </a:lnTo>
                  <a:lnTo>
                    <a:pt x="1559176" y="1153068"/>
                  </a:lnTo>
                  <a:lnTo>
                    <a:pt x="1560247" y="1152277"/>
                  </a:lnTo>
                  <a:lnTo>
                    <a:pt x="1561319" y="1151486"/>
                  </a:lnTo>
                  <a:lnTo>
                    <a:pt x="1562391" y="1150693"/>
                  </a:lnTo>
                  <a:lnTo>
                    <a:pt x="1563462" y="1149900"/>
                  </a:lnTo>
                  <a:lnTo>
                    <a:pt x="1564534" y="1149105"/>
                  </a:lnTo>
                  <a:lnTo>
                    <a:pt x="1565605" y="1148310"/>
                  </a:lnTo>
                  <a:lnTo>
                    <a:pt x="1566677" y="1147514"/>
                  </a:lnTo>
                  <a:lnTo>
                    <a:pt x="1567749" y="1146717"/>
                  </a:lnTo>
                  <a:lnTo>
                    <a:pt x="1568820" y="1145918"/>
                  </a:lnTo>
                  <a:lnTo>
                    <a:pt x="1569892" y="1145119"/>
                  </a:lnTo>
                  <a:lnTo>
                    <a:pt x="1570963" y="1144319"/>
                  </a:lnTo>
                  <a:lnTo>
                    <a:pt x="1572035" y="1143518"/>
                  </a:lnTo>
                  <a:lnTo>
                    <a:pt x="1573107" y="1142716"/>
                  </a:lnTo>
                  <a:lnTo>
                    <a:pt x="1574178" y="1141913"/>
                  </a:lnTo>
                  <a:lnTo>
                    <a:pt x="1575250" y="1141109"/>
                  </a:lnTo>
                  <a:lnTo>
                    <a:pt x="1576321" y="1140304"/>
                  </a:lnTo>
                  <a:lnTo>
                    <a:pt x="1577393" y="1139498"/>
                  </a:lnTo>
                  <a:lnTo>
                    <a:pt x="1578465" y="1138692"/>
                  </a:lnTo>
                  <a:lnTo>
                    <a:pt x="1579536" y="1137884"/>
                  </a:lnTo>
                  <a:lnTo>
                    <a:pt x="1580608" y="1137075"/>
                  </a:lnTo>
                  <a:lnTo>
                    <a:pt x="1581679" y="1136265"/>
                  </a:lnTo>
                  <a:lnTo>
                    <a:pt x="1582751" y="1135454"/>
                  </a:lnTo>
                  <a:lnTo>
                    <a:pt x="1583823" y="1134642"/>
                  </a:lnTo>
                  <a:lnTo>
                    <a:pt x="1584894" y="1133829"/>
                  </a:lnTo>
                  <a:lnTo>
                    <a:pt x="1585966" y="1133015"/>
                  </a:lnTo>
                  <a:lnTo>
                    <a:pt x="1587037" y="1132200"/>
                  </a:lnTo>
                  <a:lnTo>
                    <a:pt x="1588109" y="1131384"/>
                  </a:lnTo>
                  <a:lnTo>
                    <a:pt x="1589181" y="1130567"/>
                  </a:lnTo>
                  <a:lnTo>
                    <a:pt x="1590252" y="1129748"/>
                  </a:lnTo>
                  <a:lnTo>
                    <a:pt x="1591324" y="1128929"/>
                  </a:lnTo>
                  <a:lnTo>
                    <a:pt x="1592395" y="1128109"/>
                  </a:lnTo>
                  <a:lnTo>
                    <a:pt x="1593467" y="1127288"/>
                  </a:lnTo>
                  <a:lnTo>
                    <a:pt x="1594539" y="1126465"/>
                  </a:lnTo>
                  <a:lnTo>
                    <a:pt x="1595610" y="1125642"/>
                  </a:lnTo>
                  <a:lnTo>
                    <a:pt x="1596682" y="1124817"/>
                  </a:lnTo>
                  <a:lnTo>
                    <a:pt x="1597753" y="1123991"/>
                  </a:lnTo>
                  <a:lnTo>
                    <a:pt x="1598825" y="1123165"/>
                  </a:lnTo>
                  <a:lnTo>
                    <a:pt x="1599896" y="1122337"/>
                  </a:lnTo>
                  <a:lnTo>
                    <a:pt x="1600968" y="1121508"/>
                  </a:lnTo>
                  <a:lnTo>
                    <a:pt x="1602040" y="1120678"/>
                  </a:lnTo>
                  <a:lnTo>
                    <a:pt x="1603111" y="1119847"/>
                  </a:lnTo>
                  <a:lnTo>
                    <a:pt x="1604183" y="1119015"/>
                  </a:lnTo>
                  <a:lnTo>
                    <a:pt x="1605254" y="1118181"/>
                  </a:lnTo>
                  <a:lnTo>
                    <a:pt x="1606326" y="1117347"/>
                  </a:lnTo>
                  <a:lnTo>
                    <a:pt x="1607398" y="1116511"/>
                  </a:lnTo>
                  <a:lnTo>
                    <a:pt x="1608469" y="1115675"/>
                  </a:lnTo>
                  <a:lnTo>
                    <a:pt x="1609541" y="1114837"/>
                  </a:lnTo>
                  <a:lnTo>
                    <a:pt x="1610612" y="1113998"/>
                  </a:lnTo>
                  <a:lnTo>
                    <a:pt x="1611684" y="1113158"/>
                  </a:lnTo>
                  <a:lnTo>
                    <a:pt x="1612756" y="1112316"/>
                  </a:lnTo>
                  <a:lnTo>
                    <a:pt x="1613827" y="1111474"/>
                  </a:lnTo>
                  <a:lnTo>
                    <a:pt x="1614899" y="1110630"/>
                  </a:lnTo>
                  <a:lnTo>
                    <a:pt x="1615970" y="1109786"/>
                  </a:lnTo>
                  <a:lnTo>
                    <a:pt x="1617042" y="1108940"/>
                  </a:lnTo>
                  <a:lnTo>
                    <a:pt x="1618114" y="1108093"/>
                  </a:lnTo>
                  <a:lnTo>
                    <a:pt x="1619185" y="1107244"/>
                  </a:lnTo>
                  <a:lnTo>
                    <a:pt x="1620257" y="1106395"/>
                  </a:lnTo>
                  <a:lnTo>
                    <a:pt x="1621328" y="1105544"/>
                  </a:lnTo>
                  <a:lnTo>
                    <a:pt x="1622400" y="1104693"/>
                  </a:lnTo>
                  <a:lnTo>
                    <a:pt x="1623472" y="1103840"/>
                  </a:lnTo>
                  <a:lnTo>
                    <a:pt x="1624543" y="1102986"/>
                  </a:lnTo>
                  <a:lnTo>
                    <a:pt x="1625615" y="1102130"/>
                  </a:lnTo>
                  <a:lnTo>
                    <a:pt x="1626686" y="1101274"/>
                  </a:lnTo>
                  <a:lnTo>
                    <a:pt x="1627758" y="1100416"/>
                  </a:lnTo>
                  <a:lnTo>
                    <a:pt x="1628830" y="1099557"/>
                  </a:lnTo>
                  <a:lnTo>
                    <a:pt x="1629901" y="1098697"/>
                  </a:lnTo>
                  <a:lnTo>
                    <a:pt x="1630973" y="1097836"/>
                  </a:lnTo>
                  <a:lnTo>
                    <a:pt x="1632044" y="1096973"/>
                  </a:lnTo>
                  <a:lnTo>
                    <a:pt x="1633116" y="1096109"/>
                  </a:lnTo>
                  <a:lnTo>
                    <a:pt x="1634188" y="1095244"/>
                  </a:lnTo>
                  <a:lnTo>
                    <a:pt x="1635259" y="1094378"/>
                  </a:lnTo>
                  <a:lnTo>
                    <a:pt x="1636331" y="1093511"/>
                  </a:lnTo>
                  <a:lnTo>
                    <a:pt x="1637402" y="1092642"/>
                  </a:lnTo>
                  <a:lnTo>
                    <a:pt x="1638474" y="1091772"/>
                  </a:lnTo>
                  <a:lnTo>
                    <a:pt x="1639546" y="1090901"/>
                  </a:lnTo>
                  <a:lnTo>
                    <a:pt x="1640617" y="1090029"/>
                  </a:lnTo>
                  <a:lnTo>
                    <a:pt x="1641689" y="1089155"/>
                  </a:lnTo>
                  <a:lnTo>
                    <a:pt x="1642760" y="1088280"/>
                  </a:lnTo>
                  <a:lnTo>
                    <a:pt x="1643832" y="1087404"/>
                  </a:lnTo>
                  <a:lnTo>
                    <a:pt x="1644904" y="1086527"/>
                  </a:lnTo>
                  <a:lnTo>
                    <a:pt x="1645975" y="1085648"/>
                  </a:lnTo>
                  <a:lnTo>
                    <a:pt x="1647047" y="1084768"/>
                  </a:lnTo>
                  <a:lnTo>
                    <a:pt x="1648118" y="1083887"/>
                  </a:lnTo>
                  <a:lnTo>
                    <a:pt x="1649190" y="1083005"/>
                  </a:lnTo>
                  <a:lnTo>
                    <a:pt x="1650262" y="1082121"/>
                  </a:lnTo>
                  <a:lnTo>
                    <a:pt x="1651333" y="1081236"/>
                  </a:lnTo>
                  <a:lnTo>
                    <a:pt x="1652405" y="1080350"/>
                  </a:lnTo>
                  <a:lnTo>
                    <a:pt x="1653476" y="1079462"/>
                  </a:lnTo>
                  <a:lnTo>
                    <a:pt x="1654548" y="1078574"/>
                  </a:lnTo>
                  <a:lnTo>
                    <a:pt x="1655620" y="1077684"/>
                  </a:lnTo>
                  <a:lnTo>
                    <a:pt x="1656691" y="1076792"/>
                  </a:lnTo>
                  <a:lnTo>
                    <a:pt x="1657763" y="1075900"/>
                  </a:lnTo>
                  <a:lnTo>
                    <a:pt x="1658834" y="1075006"/>
                  </a:lnTo>
                  <a:lnTo>
                    <a:pt x="1659906" y="1074111"/>
                  </a:lnTo>
                  <a:lnTo>
                    <a:pt x="1660978" y="1073214"/>
                  </a:lnTo>
                  <a:lnTo>
                    <a:pt x="1662049" y="1072317"/>
                  </a:lnTo>
                  <a:lnTo>
                    <a:pt x="1663121" y="1071418"/>
                  </a:lnTo>
                  <a:lnTo>
                    <a:pt x="1664192" y="1070517"/>
                  </a:lnTo>
                  <a:lnTo>
                    <a:pt x="1665264" y="1069616"/>
                  </a:lnTo>
                  <a:lnTo>
                    <a:pt x="1666336" y="1068713"/>
                  </a:lnTo>
                  <a:lnTo>
                    <a:pt x="1667407" y="1067809"/>
                  </a:lnTo>
                  <a:lnTo>
                    <a:pt x="1668479" y="1066903"/>
                  </a:lnTo>
                  <a:lnTo>
                    <a:pt x="1669550" y="1065996"/>
                  </a:lnTo>
                  <a:lnTo>
                    <a:pt x="1670622" y="1065088"/>
                  </a:lnTo>
                  <a:lnTo>
                    <a:pt x="1671694" y="1064179"/>
                  </a:lnTo>
                  <a:lnTo>
                    <a:pt x="1672765" y="1063268"/>
                  </a:lnTo>
                  <a:lnTo>
                    <a:pt x="1673837" y="1062356"/>
                  </a:lnTo>
                  <a:lnTo>
                    <a:pt x="1674908" y="1061443"/>
                  </a:lnTo>
                  <a:lnTo>
                    <a:pt x="1675980" y="1060529"/>
                  </a:lnTo>
                  <a:lnTo>
                    <a:pt x="1677052" y="1059613"/>
                  </a:lnTo>
                  <a:lnTo>
                    <a:pt x="1678123" y="1058695"/>
                  </a:lnTo>
                  <a:lnTo>
                    <a:pt x="1679195" y="1057777"/>
                  </a:lnTo>
                  <a:lnTo>
                    <a:pt x="1680266" y="1056857"/>
                  </a:lnTo>
                  <a:lnTo>
                    <a:pt x="1681338" y="1055936"/>
                  </a:lnTo>
                  <a:lnTo>
                    <a:pt x="1682410" y="1055014"/>
                  </a:lnTo>
                  <a:lnTo>
                    <a:pt x="1683481" y="1054090"/>
                  </a:lnTo>
                  <a:lnTo>
                    <a:pt x="1684553" y="1053165"/>
                  </a:lnTo>
                  <a:lnTo>
                    <a:pt x="1685624" y="1052239"/>
                  </a:lnTo>
                  <a:lnTo>
                    <a:pt x="1686696" y="1051311"/>
                  </a:lnTo>
                  <a:lnTo>
                    <a:pt x="1687768" y="1050382"/>
                  </a:lnTo>
                  <a:lnTo>
                    <a:pt x="1688839" y="1049452"/>
                  </a:lnTo>
                  <a:lnTo>
                    <a:pt x="1689911" y="1048520"/>
                  </a:lnTo>
                  <a:lnTo>
                    <a:pt x="1690982" y="1047587"/>
                  </a:lnTo>
                  <a:lnTo>
                    <a:pt x="1692054" y="1046653"/>
                  </a:lnTo>
                  <a:lnTo>
                    <a:pt x="1693126" y="1045718"/>
                  </a:lnTo>
                  <a:lnTo>
                    <a:pt x="1694197" y="1044781"/>
                  </a:lnTo>
                  <a:lnTo>
                    <a:pt x="1695269" y="1043843"/>
                  </a:lnTo>
                  <a:lnTo>
                    <a:pt x="1696340" y="1042903"/>
                  </a:lnTo>
                  <a:lnTo>
                    <a:pt x="1697412" y="1041963"/>
                  </a:lnTo>
                  <a:lnTo>
                    <a:pt x="1698484" y="1041021"/>
                  </a:lnTo>
                  <a:lnTo>
                    <a:pt x="1699555" y="1040077"/>
                  </a:lnTo>
                  <a:lnTo>
                    <a:pt x="1700627" y="1039133"/>
                  </a:lnTo>
                  <a:lnTo>
                    <a:pt x="1701698" y="1038187"/>
                  </a:lnTo>
                  <a:lnTo>
                    <a:pt x="1702770" y="1037239"/>
                  </a:lnTo>
                  <a:lnTo>
                    <a:pt x="1703842" y="1036291"/>
                  </a:lnTo>
                  <a:lnTo>
                    <a:pt x="1704913" y="1035341"/>
                  </a:lnTo>
                  <a:lnTo>
                    <a:pt x="1705985" y="1034390"/>
                  </a:lnTo>
                  <a:lnTo>
                    <a:pt x="1707056" y="1033438"/>
                  </a:lnTo>
                  <a:lnTo>
                    <a:pt x="1708128" y="1032484"/>
                  </a:lnTo>
                  <a:lnTo>
                    <a:pt x="1709200" y="1031529"/>
                  </a:lnTo>
                  <a:lnTo>
                    <a:pt x="1710271" y="1030572"/>
                  </a:lnTo>
                  <a:lnTo>
                    <a:pt x="1711343" y="1029615"/>
                  </a:lnTo>
                  <a:lnTo>
                    <a:pt x="1712414" y="1028656"/>
                  </a:lnTo>
                  <a:lnTo>
                    <a:pt x="1713486" y="1027696"/>
                  </a:lnTo>
                  <a:lnTo>
                    <a:pt x="1714558" y="1026734"/>
                  </a:lnTo>
                  <a:lnTo>
                    <a:pt x="1715629" y="1025771"/>
                  </a:lnTo>
                  <a:lnTo>
                    <a:pt x="1716701" y="1024807"/>
                  </a:lnTo>
                  <a:lnTo>
                    <a:pt x="1717772" y="1023842"/>
                  </a:lnTo>
                  <a:lnTo>
                    <a:pt x="1718844" y="1022875"/>
                  </a:lnTo>
                  <a:lnTo>
                    <a:pt x="1719916" y="1021908"/>
                  </a:lnTo>
                  <a:lnTo>
                    <a:pt x="1720987" y="1020938"/>
                  </a:lnTo>
                  <a:lnTo>
                    <a:pt x="1722059" y="1019968"/>
                  </a:lnTo>
                  <a:lnTo>
                    <a:pt x="1723130" y="1018996"/>
                  </a:lnTo>
                  <a:lnTo>
                    <a:pt x="1724202" y="1018023"/>
                  </a:lnTo>
                  <a:lnTo>
                    <a:pt x="1725274" y="1017049"/>
                  </a:lnTo>
                  <a:lnTo>
                    <a:pt x="1726345" y="1016073"/>
                  </a:lnTo>
                  <a:lnTo>
                    <a:pt x="1727417" y="1015097"/>
                  </a:lnTo>
                  <a:lnTo>
                    <a:pt x="1728488" y="1014119"/>
                  </a:lnTo>
                  <a:lnTo>
                    <a:pt x="1729560" y="1013139"/>
                  </a:lnTo>
                  <a:lnTo>
                    <a:pt x="1730632" y="1012159"/>
                  </a:lnTo>
                  <a:lnTo>
                    <a:pt x="1731703" y="1011177"/>
                  </a:lnTo>
                  <a:lnTo>
                    <a:pt x="1732775" y="1010194"/>
                  </a:lnTo>
                  <a:lnTo>
                    <a:pt x="1733846" y="1009210"/>
                  </a:lnTo>
                  <a:lnTo>
                    <a:pt x="1734918" y="1008224"/>
                  </a:lnTo>
                  <a:lnTo>
                    <a:pt x="1735990" y="1007237"/>
                  </a:lnTo>
                  <a:lnTo>
                    <a:pt x="1737061" y="1006249"/>
                  </a:lnTo>
                  <a:lnTo>
                    <a:pt x="1738133" y="1005260"/>
                  </a:lnTo>
                  <a:lnTo>
                    <a:pt x="1739204" y="1004269"/>
                  </a:lnTo>
                  <a:lnTo>
                    <a:pt x="1740276" y="1003278"/>
                  </a:lnTo>
                  <a:lnTo>
                    <a:pt x="1741348" y="1002285"/>
                  </a:lnTo>
                  <a:lnTo>
                    <a:pt x="1742419" y="1001290"/>
                  </a:lnTo>
                  <a:lnTo>
                    <a:pt x="1743491" y="1000295"/>
                  </a:lnTo>
                  <a:lnTo>
                    <a:pt x="1744562" y="999298"/>
                  </a:lnTo>
                  <a:lnTo>
                    <a:pt x="1745634" y="998301"/>
                  </a:lnTo>
                  <a:lnTo>
                    <a:pt x="1746706" y="997301"/>
                  </a:lnTo>
                  <a:lnTo>
                    <a:pt x="1747777" y="996301"/>
                  </a:lnTo>
                  <a:lnTo>
                    <a:pt x="1748849" y="995300"/>
                  </a:lnTo>
                  <a:lnTo>
                    <a:pt x="1749920" y="994297"/>
                  </a:lnTo>
                  <a:lnTo>
                    <a:pt x="1750992" y="993293"/>
                  </a:lnTo>
                  <a:lnTo>
                    <a:pt x="1752064" y="992288"/>
                  </a:lnTo>
                  <a:lnTo>
                    <a:pt x="1753135" y="991282"/>
                  </a:lnTo>
                  <a:lnTo>
                    <a:pt x="1754207" y="990275"/>
                  </a:lnTo>
                  <a:lnTo>
                    <a:pt x="1755278" y="989266"/>
                  </a:lnTo>
                  <a:lnTo>
                    <a:pt x="1756350" y="988256"/>
                  </a:lnTo>
                  <a:lnTo>
                    <a:pt x="1757422" y="987245"/>
                  </a:lnTo>
                  <a:lnTo>
                    <a:pt x="1758493" y="986233"/>
                  </a:lnTo>
                  <a:lnTo>
                    <a:pt x="1759565" y="985220"/>
                  </a:lnTo>
                  <a:lnTo>
                    <a:pt x="1760636" y="984205"/>
                  </a:lnTo>
                  <a:lnTo>
                    <a:pt x="1761708" y="983190"/>
                  </a:lnTo>
                  <a:lnTo>
                    <a:pt x="1762780" y="982173"/>
                  </a:lnTo>
                  <a:lnTo>
                    <a:pt x="1763851" y="981155"/>
                  </a:lnTo>
                  <a:lnTo>
                    <a:pt x="1764923" y="980136"/>
                  </a:lnTo>
                  <a:lnTo>
                    <a:pt x="1765994" y="979116"/>
                  </a:lnTo>
                  <a:lnTo>
                    <a:pt x="1767066" y="978095"/>
                  </a:lnTo>
                  <a:lnTo>
                    <a:pt x="1768138" y="977072"/>
                  </a:lnTo>
                  <a:lnTo>
                    <a:pt x="1769209" y="976049"/>
                  </a:lnTo>
                  <a:lnTo>
                    <a:pt x="1770281" y="975024"/>
                  </a:lnTo>
                  <a:lnTo>
                    <a:pt x="1771352" y="973999"/>
                  </a:lnTo>
                  <a:lnTo>
                    <a:pt x="1772424" y="972972"/>
                  </a:lnTo>
                  <a:lnTo>
                    <a:pt x="1773496" y="971944"/>
                  </a:lnTo>
                  <a:lnTo>
                    <a:pt x="1774567" y="970915"/>
                  </a:lnTo>
                  <a:lnTo>
                    <a:pt x="1775639" y="969884"/>
                  </a:lnTo>
                  <a:lnTo>
                    <a:pt x="1776710" y="968853"/>
                  </a:lnTo>
                  <a:lnTo>
                    <a:pt x="1777782" y="967821"/>
                  </a:lnTo>
                  <a:lnTo>
                    <a:pt x="1778853" y="966787"/>
                  </a:lnTo>
                  <a:lnTo>
                    <a:pt x="1779925" y="965753"/>
                  </a:lnTo>
                  <a:lnTo>
                    <a:pt x="1780997" y="964717"/>
                  </a:lnTo>
                  <a:lnTo>
                    <a:pt x="1782068" y="963681"/>
                  </a:lnTo>
                  <a:lnTo>
                    <a:pt x="1783140" y="962643"/>
                  </a:lnTo>
                  <a:lnTo>
                    <a:pt x="1784211" y="961604"/>
                  </a:lnTo>
                  <a:lnTo>
                    <a:pt x="1785283" y="960565"/>
                  </a:lnTo>
                  <a:lnTo>
                    <a:pt x="1786355" y="959524"/>
                  </a:lnTo>
                  <a:lnTo>
                    <a:pt x="1787426" y="958482"/>
                  </a:lnTo>
                  <a:lnTo>
                    <a:pt x="1788498" y="957439"/>
                  </a:lnTo>
                  <a:lnTo>
                    <a:pt x="1789569" y="956395"/>
                  </a:lnTo>
                  <a:lnTo>
                    <a:pt x="1790641" y="955350"/>
                  </a:lnTo>
                  <a:lnTo>
                    <a:pt x="1791713" y="954304"/>
                  </a:lnTo>
                  <a:lnTo>
                    <a:pt x="1792784" y="953257"/>
                  </a:lnTo>
                  <a:lnTo>
                    <a:pt x="1793856" y="952210"/>
                  </a:lnTo>
                  <a:lnTo>
                    <a:pt x="1794927" y="951161"/>
                  </a:lnTo>
                  <a:lnTo>
                    <a:pt x="1795999" y="950111"/>
                  </a:lnTo>
                  <a:lnTo>
                    <a:pt x="1797071" y="949060"/>
                  </a:lnTo>
                  <a:lnTo>
                    <a:pt x="1798142" y="948008"/>
                  </a:lnTo>
                  <a:lnTo>
                    <a:pt x="1799214" y="946955"/>
                  </a:lnTo>
                  <a:lnTo>
                    <a:pt x="1800285" y="945901"/>
                  </a:lnTo>
                  <a:lnTo>
                    <a:pt x="1801357" y="944847"/>
                  </a:lnTo>
                  <a:lnTo>
                    <a:pt x="1802429" y="943791"/>
                  </a:lnTo>
                  <a:lnTo>
                    <a:pt x="1803500" y="942734"/>
                  </a:lnTo>
                  <a:lnTo>
                    <a:pt x="1804572" y="941677"/>
                  </a:lnTo>
                  <a:lnTo>
                    <a:pt x="1805643" y="940618"/>
                  </a:lnTo>
                  <a:lnTo>
                    <a:pt x="1806715" y="939559"/>
                  </a:lnTo>
                  <a:lnTo>
                    <a:pt x="1807787" y="938498"/>
                  </a:lnTo>
                  <a:lnTo>
                    <a:pt x="1808858" y="937437"/>
                  </a:lnTo>
                  <a:lnTo>
                    <a:pt x="1809930" y="936375"/>
                  </a:lnTo>
                  <a:lnTo>
                    <a:pt x="1811001" y="935312"/>
                  </a:lnTo>
                  <a:lnTo>
                    <a:pt x="1812073" y="934248"/>
                  </a:lnTo>
                  <a:lnTo>
                    <a:pt x="1813145" y="933183"/>
                  </a:lnTo>
                  <a:lnTo>
                    <a:pt x="1814216" y="932117"/>
                  </a:lnTo>
                  <a:lnTo>
                    <a:pt x="1815288" y="931050"/>
                  </a:lnTo>
                  <a:lnTo>
                    <a:pt x="1816359" y="929983"/>
                  </a:lnTo>
                  <a:lnTo>
                    <a:pt x="1817431" y="928915"/>
                  </a:lnTo>
                  <a:lnTo>
                    <a:pt x="1818503" y="927845"/>
                  </a:lnTo>
                  <a:lnTo>
                    <a:pt x="1819574" y="926775"/>
                  </a:lnTo>
                  <a:lnTo>
                    <a:pt x="1820646" y="925704"/>
                  </a:lnTo>
                  <a:lnTo>
                    <a:pt x="1821717" y="924633"/>
                  </a:lnTo>
                  <a:lnTo>
                    <a:pt x="1822789" y="923560"/>
                  </a:lnTo>
                  <a:lnTo>
                    <a:pt x="1823861" y="922487"/>
                  </a:lnTo>
                  <a:lnTo>
                    <a:pt x="1824932" y="921413"/>
                  </a:lnTo>
                  <a:lnTo>
                    <a:pt x="1826004" y="920338"/>
                  </a:lnTo>
                  <a:lnTo>
                    <a:pt x="1827075" y="919262"/>
                  </a:lnTo>
                  <a:lnTo>
                    <a:pt x="1828147" y="918185"/>
                  </a:lnTo>
                  <a:lnTo>
                    <a:pt x="1829219" y="917108"/>
                  </a:lnTo>
                  <a:lnTo>
                    <a:pt x="1830290" y="916030"/>
                  </a:lnTo>
                  <a:lnTo>
                    <a:pt x="1831362" y="914951"/>
                  </a:lnTo>
                  <a:lnTo>
                    <a:pt x="1832433" y="913871"/>
                  </a:lnTo>
                  <a:lnTo>
                    <a:pt x="1833505" y="912791"/>
                  </a:lnTo>
                  <a:lnTo>
                    <a:pt x="1834577" y="911710"/>
                  </a:lnTo>
                  <a:lnTo>
                    <a:pt x="1835648" y="910628"/>
                  </a:lnTo>
                  <a:lnTo>
                    <a:pt x="1836720" y="909545"/>
                  </a:lnTo>
                  <a:lnTo>
                    <a:pt x="1837791" y="908462"/>
                  </a:lnTo>
                  <a:lnTo>
                    <a:pt x="1838863" y="907378"/>
                  </a:lnTo>
                  <a:lnTo>
                    <a:pt x="1839935" y="906293"/>
                  </a:lnTo>
                  <a:lnTo>
                    <a:pt x="1841006" y="905208"/>
                  </a:lnTo>
                  <a:lnTo>
                    <a:pt x="1842078" y="904122"/>
                  </a:lnTo>
                  <a:lnTo>
                    <a:pt x="1843149" y="903035"/>
                  </a:lnTo>
                  <a:lnTo>
                    <a:pt x="1844221" y="901947"/>
                  </a:lnTo>
                  <a:lnTo>
                    <a:pt x="1845293" y="900859"/>
                  </a:lnTo>
                  <a:lnTo>
                    <a:pt x="1846364" y="899770"/>
                  </a:lnTo>
                  <a:lnTo>
                    <a:pt x="1847436" y="898681"/>
                  </a:lnTo>
                  <a:lnTo>
                    <a:pt x="1848507" y="897591"/>
                  </a:lnTo>
                  <a:lnTo>
                    <a:pt x="1849579" y="896500"/>
                  </a:lnTo>
                  <a:lnTo>
                    <a:pt x="1850651" y="895409"/>
                  </a:lnTo>
                  <a:lnTo>
                    <a:pt x="1851722" y="894317"/>
                  </a:lnTo>
                  <a:lnTo>
                    <a:pt x="1852794" y="893224"/>
                  </a:lnTo>
                  <a:lnTo>
                    <a:pt x="1853865" y="892131"/>
                  </a:lnTo>
                  <a:lnTo>
                    <a:pt x="1854937" y="891037"/>
                  </a:lnTo>
                  <a:lnTo>
                    <a:pt x="1856009" y="889943"/>
                  </a:lnTo>
                  <a:lnTo>
                    <a:pt x="1857080" y="888848"/>
                  </a:lnTo>
                  <a:lnTo>
                    <a:pt x="1858152" y="887752"/>
                  </a:lnTo>
                  <a:lnTo>
                    <a:pt x="1859223" y="886656"/>
                  </a:lnTo>
                  <a:lnTo>
                    <a:pt x="1860295" y="885560"/>
                  </a:lnTo>
                  <a:lnTo>
                    <a:pt x="1861367" y="884463"/>
                  </a:lnTo>
                  <a:lnTo>
                    <a:pt x="1862438" y="883365"/>
                  </a:lnTo>
                  <a:lnTo>
                    <a:pt x="1863510" y="882267"/>
                  </a:lnTo>
                  <a:lnTo>
                    <a:pt x="1864581" y="881168"/>
                  </a:lnTo>
                  <a:lnTo>
                    <a:pt x="1865653" y="880069"/>
                  </a:lnTo>
                  <a:lnTo>
                    <a:pt x="1866725" y="878969"/>
                  </a:lnTo>
                  <a:lnTo>
                    <a:pt x="1867796" y="877869"/>
                  </a:lnTo>
                  <a:lnTo>
                    <a:pt x="1868868" y="876768"/>
                  </a:lnTo>
                  <a:lnTo>
                    <a:pt x="1869939" y="875667"/>
                  </a:lnTo>
                  <a:lnTo>
                    <a:pt x="1871011" y="874565"/>
                  </a:lnTo>
                  <a:lnTo>
                    <a:pt x="1872083" y="873463"/>
                  </a:lnTo>
                  <a:lnTo>
                    <a:pt x="1873154" y="872361"/>
                  </a:lnTo>
                  <a:lnTo>
                    <a:pt x="1874226" y="871258"/>
                  </a:lnTo>
                  <a:lnTo>
                    <a:pt x="1875297" y="870154"/>
                  </a:lnTo>
                  <a:lnTo>
                    <a:pt x="1876369" y="869050"/>
                  </a:lnTo>
                  <a:lnTo>
                    <a:pt x="1877441" y="867946"/>
                  </a:lnTo>
                  <a:lnTo>
                    <a:pt x="1878512" y="866841"/>
                  </a:lnTo>
                  <a:lnTo>
                    <a:pt x="1879584" y="865736"/>
                  </a:lnTo>
                  <a:lnTo>
                    <a:pt x="1880655" y="864631"/>
                  </a:lnTo>
                  <a:lnTo>
                    <a:pt x="1881727" y="863525"/>
                  </a:lnTo>
                  <a:lnTo>
                    <a:pt x="1882799" y="862419"/>
                  </a:lnTo>
                  <a:lnTo>
                    <a:pt x="1883870" y="861313"/>
                  </a:lnTo>
                  <a:lnTo>
                    <a:pt x="1884942" y="860206"/>
                  </a:lnTo>
                  <a:lnTo>
                    <a:pt x="1886013" y="859099"/>
                  </a:lnTo>
                  <a:lnTo>
                    <a:pt x="1887085" y="857991"/>
                  </a:lnTo>
                  <a:lnTo>
                    <a:pt x="1888157" y="856883"/>
                  </a:lnTo>
                  <a:lnTo>
                    <a:pt x="1889228" y="855775"/>
                  </a:lnTo>
                  <a:lnTo>
                    <a:pt x="1890300" y="854667"/>
                  </a:lnTo>
                  <a:lnTo>
                    <a:pt x="1891371" y="853558"/>
                  </a:lnTo>
                  <a:lnTo>
                    <a:pt x="1892443" y="852449"/>
                  </a:lnTo>
                  <a:lnTo>
                    <a:pt x="1893515" y="851340"/>
                  </a:lnTo>
                  <a:lnTo>
                    <a:pt x="1894586" y="850230"/>
                  </a:lnTo>
                  <a:lnTo>
                    <a:pt x="1895658" y="849121"/>
                  </a:lnTo>
                  <a:lnTo>
                    <a:pt x="1896729" y="848011"/>
                  </a:lnTo>
                  <a:lnTo>
                    <a:pt x="1897801" y="846900"/>
                  </a:lnTo>
                  <a:lnTo>
                    <a:pt x="1898873" y="845790"/>
                  </a:lnTo>
                  <a:lnTo>
                    <a:pt x="1899944" y="844679"/>
                  </a:lnTo>
                  <a:lnTo>
                    <a:pt x="1901016" y="843568"/>
                  </a:lnTo>
                  <a:lnTo>
                    <a:pt x="1902087" y="842457"/>
                  </a:lnTo>
                  <a:lnTo>
                    <a:pt x="1903159" y="841346"/>
                  </a:lnTo>
                  <a:lnTo>
                    <a:pt x="1904231" y="840235"/>
                  </a:lnTo>
                  <a:lnTo>
                    <a:pt x="1905302" y="839123"/>
                  </a:lnTo>
                  <a:lnTo>
                    <a:pt x="1906374" y="838011"/>
                  </a:lnTo>
                  <a:lnTo>
                    <a:pt x="1907445" y="836900"/>
                  </a:lnTo>
                  <a:lnTo>
                    <a:pt x="1908517" y="835788"/>
                  </a:lnTo>
                  <a:lnTo>
                    <a:pt x="1909589" y="834676"/>
                  </a:lnTo>
                  <a:lnTo>
                    <a:pt x="1910660" y="833563"/>
                  </a:lnTo>
                  <a:lnTo>
                    <a:pt x="1911732" y="832451"/>
                  </a:lnTo>
                  <a:lnTo>
                    <a:pt x="1912803" y="831339"/>
                  </a:lnTo>
                  <a:lnTo>
                    <a:pt x="1913875" y="830226"/>
                  </a:lnTo>
                  <a:lnTo>
                    <a:pt x="1914947" y="829114"/>
                  </a:lnTo>
                  <a:lnTo>
                    <a:pt x="1916018" y="828001"/>
                  </a:lnTo>
                  <a:lnTo>
                    <a:pt x="1917090" y="826888"/>
                  </a:lnTo>
                  <a:lnTo>
                    <a:pt x="1918161" y="825776"/>
                  </a:lnTo>
                  <a:lnTo>
                    <a:pt x="1919233" y="824663"/>
                  </a:lnTo>
                  <a:lnTo>
                    <a:pt x="1920305" y="823550"/>
                  </a:lnTo>
                  <a:lnTo>
                    <a:pt x="1921376" y="822438"/>
                  </a:lnTo>
                  <a:lnTo>
                    <a:pt x="1922448" y="821325"/>
                  </a:lnTo>
                  <a:lnTo>
                    <a:pt x="1923519" y="820212"/>
                  </a:lnTo>
                  <a:lnTo>
                    <a:pt x="1924591" y="819100"/>
                  </a:lnTo>
                  <a:lnTo>
                    <a:pt x="1925663" y="817987"/>
                  </a:lnTo>
                  <a:lnTo>
                    <a:pt x="1926734" y="816874"/>
                  </a:lnTo>
                  <a:lnTo>
                    <a:pt x="1927806" y="815762"/>
                  </a:lnTo>
                  <a:lnTo>
                    <a:pt x="1928877" y="814650"/>
                  </a:lnTo>
                  <a:lnTo>
                    <a:pt x="1929949" y="813537"/>
                  </a:lnTo>
                  <a:lnTo>
                    <a:pt x="1931021" y="812425"/>
                  </a:lnTo>
                  <a:lnTo>
                    <a:pt x="1932092" y="811313"/>
                  </a:lnTo>
                  <a:lnTo>
                    <a:pt x="1933164" y="810201"/>
                  </a:lnTo>
                  <a:lnTo>
                    <a:pt x="1934235" y="809089"/>
                  </a:lnTo>
                  <a:lnTo>
                    <a:pt x="1935307" y="807977"/>
                  </a:lnTo>
                  <a:lnTo>
                    <a:pt x="1936379" y="806865"/>
                  </a:lnTo>
                  <a:lnTo>
                    <a:pt x="1937450" y="805754"/>
                  </a:lnTo>
                  <a:lnTo>
                    <a:pt x="1938522" y="804643"/>
                  </a:lnTo>
                  <a:lnTo>
                    <a:pt x="1939593" y="803532"/>
                  </a:lnTo>
                  <a:lnTo>
                    <a:pt x="1940665" y="802421"/>
                  </a:lnTo>
                  <a:lnTo>
                    <a:pt x="1941737" y="801310"/>
                  </a:lnTo>
                  <a:lnTo>
                    <a:pt x="1942808" y="800199"/>
                  </a:lnTo>
                  <a:lnTo>
                    <a:pt x="1943880" y="799089"/>
                  </a:lnTo>
                  <a:lnTo>
                    <a:pt x="1944951" y="797979"/>
                  </a:lnTo>
                  <a:lnTo>
                    <a:pt x="1946023" y="796869"/>
                  </a:lnTo>
                  <a:lnTo>
                    <a:pt x="1947095" y="795760"/>
                  </a:lnTo>
                  <a:lnTo>
                    <a:pt x="1948166" y="794650"/>
                  </a:lnTo>
                  <a:lnTo>
                    <a:pt x="1949238" y="793541"/>
                  </a:lnTo>
                  <a:lnTo>
                    <a:pt x="1950309" y="792433"/>
                  </a:lnTo>
                  <a:lnTo>
                    <a:pt x="1951381" y="791324"/>
                  </a:lnTo>
                  <a:lnTo>
                    <a:pt x="1952453" y="790216"/>
                  </a:lnTo>
                  <a:lnTo>
                    <a:pt x="1953524" y="789109"/>
                  </a:lnTo>
                  <a:lnTo>
                    <a:pt x="1954596" y="788001"/>
                  </a:lnTo>
                  <a:lnTo>
                    <a:pt x="1955667" y="786894"/>
                  </a:lnTo>
                  <a:lnTo>
                    <a:pt x="1956739" y="785787"/>
                  </a:lnTo>
                  <a:lnTo>
                    <a:pt x="1957810" y="784681"/>
                  </a:lnTo>
                  <a:lnTo>
                    <a:pt x="1958882" y="783575"/>
                  </a:lnTo>
                  <a:lnTo>
                    <a:pt x="1959954" y="782470"/>
                  </a:lnTo>
                  <a:lnTo>
                    <a:pt x="1961025" y="781365"/>
                  </a:lnTo>
                  <a:lnTo>
                    <a:pt x="1962097" y="780260"/>
                  </a:lnTo>
                  <a:lnTo>
                    <a:pt x="1963168" y="779156"/>
                  </a:lnTo>
                  <a:lnTo>
                    <a:pt x="1964240" y="778052"/>
                  </a:lnTo>
                  <a:lnTo>
                    <a:pt x="1965312" y="776948"/>
                  </a:lnTo>
                  <a:lnTo>
                    <a:pt x="1966383" y="775846"/>
                  </a:lnTo>
                  <a:lnTo>
                    <a:pt x="1967455" y="774743"/>
                  </a:lnTo>
                  <a:lnTo>
                    <a:pt x="1968526" y="773641"/>
                  </a:lnTo>
                  <a:lnTo>
                    <a:pt x="1969598" y="772540"/>
                  </a:lnTo>
                  <a:lnTo>
                    <a:pt x="1970670" y="771439"/>
                  </a:lnTo>
                  <a:lnTo>
                    <a:pt x="1971741" y="770339"/>
                  </a:lnTo>
                  <a:lnTo>
                    <a:pt x="1972813" y="769239"/>
                  </a:lnTo>
                  <a:lnTo>
                    <a:pt x="1973884" y="768140"/>
                  </a:lnTo>
                  <a:lnTo>
                    <a:pt x="1974956" y="767041"/>
                  </a:lnTo>
                  <a:lnTo>
                    <a:pt x="1976028" y="765943"/>
                  </a:lnTo>
                  <a:lnTo>
                    <a:pt x="1977099" y="764845"/>
                  </a:lnTo>
                  <a:lnTo>
                    <a:pt x="1978171" y="763749"/>
                  </a:lnTo>
                  <a:lnTo>
                    <a:pt x="1979242" y="762652"/>
                  </a:lnTo>
                  <a:lnTo>
                    <a:pt x="1980314" y="761557"/>
                  </a:lnTo>
                  <a:lnTo>
                    <a:pt x="1981386" y="760462"/>
                  </a:lnTo>
                  <a:lnTo>
                    <a:pt x="1982457" y="759367"/>
                  </a:lnTo>
                  <a:lnTo>
                    <a:pt x="1983529" y="758274"/>
                  </a:lnTo>
                  <a:lnTo>
                    <a:pt x="1984600" y="757181"/>
                  </a:lnTo>
                  <a:lnTo>
                    <a:pt x="1985672" y="756088"/>
                  </a:lnTo>
                  <a:lnTo>
                    <a:pt x="1986744" y="754997"/>
                  </a:lnTo>
                  <a:lnTo>
                    <a:pt x="1987815" y="753906"/>
                  </a:lnTo>
                  <a:lnTo>
                    <a:pt x="1988887" y="752816"/>
                  </a:lnTo>
                  <a:lnTo>
                    <a:pt x="1989958" y="751726"/>
                  </a:lnTo>
                  <a:lnTo>
                    <a:pt x="1991030" y="750637"/>
                  </a:lnTo>
                  <a:lnTo>
                    <a:pt x="1992102" y="749550"/>
                  </a:lnTo>
                  <a:lnTo>
                    <a:pt x="1993173" y="748462"/>
                  </a:lnTo>
                  <a:lnTo>
                    <a:pt x="1994245" y="747376"/>
                  </a:lnTo>
                  <a:lnTo>
                    <a:pt x="1995316" y="746291"/>
                  </a:lnTo>
                  <a:lnTo>
                    <a:pt x="1996388" y="745206"/>
                  </a:lnTo>
                  <a:lnTo>
                    <a:pt x="1997460" y="744122"/>
                  </a:lnTo>
                  <a:lnTo>
                    <a:pt x="1998531" y="743039"/>
                  </a:lnTo>
                  <a:lnTo>
                    <a:pt x="1999603" y="741957"/>
                  </a:lnTo>
                  <a:lnTo>
                    <a:pt x="2000674" y="740875"/>
                  </a:lnTo>
                  <a:lnTo>
                    <a:pt x="2001746" y="739795"/>
                  </a:lnTo>
                  <a:lnTo>
                    <a:pt x="2002818" y="738715"/>
                  </a:lnTo>
                  <a:lnTo>
                    <a:pt x="2003889" y="737637"/>
                  </a:lnTo>
                  <a:lnTo>
                    <a:pt x="2004961" y="736559"/>
                  </a:lnTo>
                  <a:lnTo>
                    <a:pt x="2006032" y="735482"/>
                  </a:lnTo>
                  <a:lnTo>
                    <a:pt x="2007104" y="734407"/>
                  </a:lnTo>
                  <a:lnTo>
                    <a:pt x="2008176" y="733332"/>
                  </a:lnTo>
                  <a:lnTo>
                    <a:pt x="2009247" y="732258"/>
                  </a:lnTo>
                  <a:lnTo>
                    <a:pt x="2010319" y="731185"/>
                  </a:lnTo>
                  <a:lnTo>
                    <a:pt x="2011390" y="730113"/>
                  </a:lnTo>
                  <a:lnTo>
                    <a:pt x="2012462" y="729042"/>
                  </a:lnTo>
                  <a:lnTo>
                    <a:pt x="2013534" y="727972"/>
                  </a:lnTo>
                  <a:lnTo>
                    <a:pt x="2014605" y="726903"/>
                  </a:lnTo>
                  <a:lnTo>
                    <a:pt x="2015677" y="725836"/>
                  </a:lnTo>
                  <a:lnTo>
                    <a:pt x="2016748" y="724769"/>
                  </a:lnTo>
                  <a:lnTo>
                    <a:pt x="2017820" y="723703"/>
                  </a:lnTo>
                  <a:lnTo>
                    <a:pt x="2018892" y="722639"/>
                  </a:lnTo>
                  <a:lnTo>
                    <a:pt x="2019963" y="721575"/>
                  </a:lnTo>
                  <a:lnTo>
                    <a:pt x="2021035" y="720513"/>
                  </a:lnTo>
                  <a:lnTo>
                    <a:pt x="2022106" y="719452"/>
                  </a:lnTo>
                  <a:lnTo>
                    <a:pt x="2023178" y="718392"/>
                  </a:lnTo>
                  <a:lnTo>
                    <a:pt x="2024250" y="717333"/>
                  </a:lnTo>
                  <a:lnTo>
                    <a:pt x="2025321" y="716275"/>
                  </a:lnTo>
                  <a:lnTo>
                    <a:pt x="2026393" y="715219"/>
                  </a:lnTo>
                  <a:lnTo>
                    <a:pt x="2027464" y="714164"/>
                  </a:lnTo>
                  <a:lnTo>
                    <a:pt x="2028536" y="713110"/>
                  </a:lnTo>
                  <a:lnTo>
                    <a:pt x="2029608" y="712057"/>
                  </a:lnTo>
                  <a:lnTo>
                    <a:pt x="2030679" y="711005"/>
                  </a:lnTo>
                  <a:lnTo>
                    <a:pt x="2031751" y="709955"/>
                  </a:lnTo>
                  <a:lnTo>
                    <a:pt x="2032822" y="708906"/>
                  </a:lnTo>
                  <a:lnTo>
                    <a:pt x="2033894" y="707858"/>
                  </a:lnTo>
                  <a:lnTo>
                    <a:pt x="2034966" y="706811"/>
                  </a:lnTo>
                  <a:lnTo>
                    <a:pt x="2036037" y="705766"/>
                  </a:lnTo>
                  <a:lnTo>
                    <a:pt x="2037109" y="704722"/>
                  </a:lnTo>
                  <a:lnTo>
                    <a:pt x="2038180" y="703680"/>
                  </a:lnTo>
                  <a:lnTo>
                    <a:pt x="2039252" y="702639"/>
                  </a:lnTo>
                  <a:lnTo>
                    <a:pt x="2040324" y="701599"/>
                  </a:lnTo>
                  <a:lnTo>
                    <a:pt x="2041395" y="700560"/>
                  </a:lnTo>
                  <a:lnTo>
                    <a:pt x="2042467" y="699523"/>
                  </a:lnTo>
                  <a:lnTo>
                    <a:pt x="2043538" y="698488"/>
                  </a:lnTo>
                  <a:lnTo>
                    <a:pt x="2044610" y="697454"/>
                  </a:lnTo>
                  <a:lnTo>
                    <a:pt x="2045682" y="696421"/>
                  </a:lnTo>
                  <a:lnTo>
                    <a:pt x="2046753" y="695389"/>
                  </a:lnTo>
                  <a:lnTo>
                    <a:pt x="2047825" y="694359"/>
                  </a:lnTo>
                  <a:lnTo>
                    <a:pt x="2048896" y="693331"/>
                  </a:lnTo>
                  <a:lnTo>
                    <a:pt x="2049968" y="692303"/>
                  </a:lnTo>
                  <a:lnTo>
                    <a:pt x="2051040" y="691278"/>
                  </a:lnTo>
                  <a:lnTo>
                    <a:pt x="2052111" y="690253"/>
                  </a:lnTo>
                  <a:lnTo>
                    <a:pt x="2053183" y="689230"/>
                  </a:lnTo>
                  <a:lnTo>
                    <a:pt x="2054254" y="688209"/>
                  </a:lnTo>
                  <a:lnTo>
                    <a:pt x="2055326" y="687189"/>
                  </a:lnTo>
                  <a:lnTo>
                    <a:pt x="2056398" y="686170"/>
                  </a:lnTo>
                  <a:lnTo>
                    <a:pt x="2057469" y="685153"/>
                  </a:lnTo>
                  <a:lnTo>
                    <a:pt x="2058541" y="684137"/>
                  </a:lnTo>
                  <a:lnTo>
                    <a:pt x="2059612" y="683123"/>
                  </a:lnTo>
                  <a:lnTo>
                    <a:pt x="2060684" y="682110"/>
                  </a:lnTo>
                  <a:lnTo>
                    <a:pt x="2061756" y="681098"/>
                  </a:lnTo>
                  <a:lnTo>
                    <a:pt x="2062827" y="680088"/>
                  </a:lnTo>
                  <a:lnTo>
                    <a:pt x="2063899" y="679079"/>
                  </a:lnTo>
                  <a:lnTo>
                    <a:pt x="2064970" y="678072"/>
                  </a:lnTo>
                  <a:lnTo>
                    <a:pt x="2066042" y="677066"/>
                  </a:lnTo>
                  <a:lnTo>
                    <a:pt x="2067114" y="676062"/>
                  </a:lnTo>
                  <a:lnTo>
                    <a:pt x="2068185" y="675059"/>
                  </a:lnTo>
                  <a:lnTo>
                    <a:pt x="2069257" y="674057"/>
                  </a:lnTo>
                  <a:lnTo>
                    <a:pt x="2070328" y="673057"/>
                  </a:lnTo>
                  <a:lnTo>
                    <a:pt x="2071400" y="672059"/>
                  </a:lnTo>
                  <a:lnTo>
                    <a:pt x="2072472" y="671061"/>
                  </a:lnTo>
                  <a:lnTo>
                    <a:pt x="2073543" y="670066"/>
                  </a:lnTo>
                  <a:lnTo>
                    <a:pt x="2074615" y="669071"/>
                  </a:lnTo>
                  <a:lnTo>
                    <a:pt x="2075686" y="668079"/>
                  </a:lnTo>
                  <a:lnTo>
                    <a:pt x="2076758" y="667087"/>
                  </a:lnTo>
                  <a:lnTo>
                    <a:pt x="2077830" y="666097"/>
                  </a:lnTo>
                  <a:lnTo>
                    <a:pt x="2078901" y="665109"/>
                  </a:lnTo>
                  <a:lnTo>
                    <a:pt x="2079973" y="664122"/>
                  </a:lnTo>
                  <a:lnTo>
                    <a:pt x="2081044" y="663136"/>
                  </a:lnTo>
                  <a:lnTo>
                    <a:pt x="2082116" y="662152"/>
                  </a:lnTo>
                  <a:lnTo>
                    <a:pt x="2083188" y="661169"/>
                  </a:lnTo>
                  <a:lnTo>
                    <a:pt x="2084259" y="660188"/>
                  </a:lnTo>
                  <a:lnTo>
                    <a:pt x="2085331" y="659209"/>
                  </a:lnTo>
                  <a:lnTo>
                    <a:pt x="2086402" y="658230"/>
                  </a:lnTo>
                  <a:lnTo>
                    <a:pt x="2087474" y="657253"/>
                  </a:lnTo>
                  <a:lnTo>
                    <a:pt x="2088546" y="656278"/>
                  </a:lnTo>
                  <a:lnTo>
                    <a:pt x="2089617" y="655304"/>
                  </a:lnTo>
                  <a:lnTo>
                    <a:pt x="2090689" y="654332"/>
                  </a:lnTo>
                  <a:lnTo>
                    <a:pt x="2091760" y="653361"/>
                  </a:lnTo>
                  <a:lnTo>
                    <a:pt x="2092832" y="652391"/>
                  </a:lnTo>
                  <a:lnTo>
                    <a:pt x="2093904" y="651423"/>
                  </a:lnTo>
                  <a:lnTo>
                    <a:pt x="2094975" y="650457"/>
                  </a:lnTo>
                  <a:lnTo>
                    <a:pt x="2096047" y="649492"/>
                  </a:lnTo>
                  <a:lnTo>
                    <a:pt x="2097118" y="648528"/>
                  </a:lnTo>
                  <a:lnTo>
                    <a:pt x="2098190" y="647566"/>
                  </a:lnTo>
                  <a:lnTo>
                    <a:pt x="2099262" y="646606"/>
                  </a:lnTo>
                  <a:lnTo>
                    <a:pt x="2100333" y="645646"/>
                  </a:lnTo>
                  <a:lnTo>
                    <a:pt x="2101405" y="644689"/>
                  </a:lnTo>
                  <a:lnTo>
                    <a:pt x="2102476" y="643733"/>
                  </a:lnTo>
                  <a:lnTo>
                    <a:pt x="2103548" y="642778"/>
                  </a:lnTo>
                  <a:lnTo>
                    <a:pt x="2104620" y="641825"/>
                  </a:lnTo>
                  <a:lnTo>
                    <a:pt x="2105691" y="640873"/>
                  </a:lnTo>
                  <a:lnTo>
                    <a:pt x="2106763" y="639923"/>
                  </a:lnTo>
                  <a:lnTo>
                    <a:pt x="2107834" y="638974"/>
                  </a:lnTo>
                  <a:lnTo>
                    <a:pt x="2108906" y="638027"/>
                  </a:lnTo>
                  <a:lnTo>
                    <a:pt x="2109978" y="637081"/>
                  </a:lnTo>
                  <a:lnTo>
                    <a:pt x="2111049" y="636136"/>
                  </a:lnTo>
                  <a:lnTo>
                    <a:pt x="2112121" y="635194"/>
                  </a:lnTo>
                  <a:lnTo>
                    <a:pt x="2113192" y="634252"/>
                  </a:lnTo>
                  <a:lnTo>
                    <a:pt x="2114264" y="633312"/>
                  </a:lnTo>
                  <a:lnTo>
                    <a:pt x="2115336" y="632374"/>
                  </a:lnTo>
                  <a:lnTo>
                    <a:pt x="2116407" y="631437"/>
                  </a:lnTo>
                  <a:lnTo>
                    <a:pt x="2117479" y="630502"/>
                  </a:lnTo>
                  <a:lnTo>
                    <a:pt x="2118550" y="629568"/>
                  </a:lnTo>
                  <a:lnTo>
                    <a:pt x="2119622" y="628635"/>
                  </a:lnTo>
                  <a:lnTo>
                    <a:pt x="2120694" y="627704"/>
                  </a:lnTo>
                  <a:lnTo>
                    <a:pt x="2121765" y="626775"/>
                  </a:lnTo>
                  <a:lnTo>
                    <a:pt x="2122837" y="625847"/>
                  </a:lnTo>
                  <a:lnTo>
                    <a:pt x="2123908" y="624921"/>
                  </a:lnTo>
                  <a:lnTo>
                    <a:pt x="2124980" y="623996"/>
                  </a:lnTo>
                  <a:lnTo>
                    <a:pt x="2126052" y="623072"/>
                  </a:lnTo>
                  <a:lnTo>
                    <a:pt x="2127123" y="622150"/>
                  </a:lnTo>
                  <a:lnTo>
                    <a:pt x="2128195" y="621230"/>
                  </a:lnTo>
                  <a:lnTo>
                    <a:pt x="2129266" y="620311"/>
                  </a:lnTo>
                  <a:lnTo>
                    <a:pt x="2130338" y="619394"/>
                  </a:lnTo>
                  <a:lnTo>
                    <a:pt x="2131409" y="618478"/>
                  </a:lnTo>
                  <a:lnTo>
                    <a:pt x="2132481" y="617563"/>
                  </a:lnTo>
                  <a:lnTo>
                    <a:pt x="2133553" y="616650"/>
                  </a:lnTo>
                  <a:lnTo>
                    <a:pt x="2134624" y="615739"/>
                  </a:lnTo>
                  <a:lnTo>
                    <a:pt x="2135696" y="614829"/>
                  </a:lnTo>
                  <a:lnTo>
                    <a:pt x="2136767" y="613921"/>
                  </a:lnTo>
                  <a:lnTo>
                    <a:pt x="2137839" y="613014"/>
                  </a:lnTo>
                  <a:lnTo>
                    <a:pt x="2138911" y="612109"/>
                  </a:lnTo>
                  <a:lnTo>
                    <a:pt x="2139982" y="611205"/>
                  </a:lnTo>
                  <a:lnTo>
                    <a:pt x="2141054" y="610302"/>
                  </a:lnTo>
                  <a:lnTo>
                    <a:pt x="2142125" y="609401"/>
                  </a:lnTo>
                  <a:lnTo>
                    <a:pt x="2143197" y="608502"/>
                  </a:lnTo>
                  <a:lnTo>
                    <a:pt x="2144269" y="607604"/>
                  </a:lnTo>
                  <a:lnTo>
                    <a:pt x="2145340" y="606708"/>
                  </a:lnTo>
                  <a:lnTo>
                    <a:pt x="2146412" y="605813"/>
                  </a:lnTo>
                  <a:lnTo>
                    <a:pt x="2147483" y="604920"/>
                  </a:lnTo>
                  <a:lnTo>
                    <a:pt x="2148555" y="604028"/>
                  </a:lnTo>
                  <a:lnTo>
                    <a:pt x="2149627" y="603138"/>
                  </a:lnTo>
                  <a:lnTo>
                    <a:pt x="2150698" y="602249"/>
                  </a:lnTo>
                  <a:lnTo>
                    <a:pt x="2151770" y="601362"/>
                  </a:lnTo>
                  <a:lnTo>
                    <a:pt x="2152841" y="600476"/>
                  </a:lnTo>
                  <a:lnTo>
                    <a:pt x="2153913" y="599592"/>
                  </a:lnTo>
                  <a:lnTo>
                    <a:pt x="2154985" y="598709"/>
                  </a:lnTo>
                  <a:lnTo>
                    <a:pt x="2156056" y="597828"/>
                  </a:lnTo>
                  <a:lnTo>
                    <a:pt x="2157128" y="596948"/>
                  </a:lnTo>
                  <a:lnTo>
                    <a:pt x="2158199" y="596070"/>
                  </a:lnTo>
                  <a:lnTo>
                    <a:pt x="2159271" y="595193"/>
                  </a:lnTo>
                  <a:lnTo>
                    <a:pt x="2160343" y="594318"/>
                  </a:lnTo>
                  <a:lnTo>
                    <a:pt x="2161414" y="593444"/>
                  </a:lnTo>
                  <a:lnTo>
                    <a:pt x="2162486" y="592572"/>
                  </a:lnTo>
                  <a:lnTo>
                    <a:pt x="2163557" y="591702"/>
                  </a:lnTo>
                  <a:lnTo>
                    <a:pt x="2164629" y="590833"/>
                  </a:lnTo>
                  <a:lnTo>
                    <a:pt x="2165701" y="589965"/>
                  </a:lnTo>
                  <a:lnTo>
                    <a:pt x="2166772" y="589099"/>
                  </a:lnTo>
                  <a:lnTo>
                    <a:pt x="2167844" y="588234"/>
                  </a:lnTo>
                  <a:lnTo>
                    <a:pt x="2168915" y="587371"/>
                  </a:lnTo>
                  <a:lnTo>
                    <a:pt x="2169987" y="586510"/>
                  </a:lnTo>
                  <a:lnTo>
                    <a:pt x="2171059" y="585650"/>
                  </a:lnTo>
                  <a:lnTo>
                    <a:pt x="2172130" y="584792"/>
                  </a:lnTo>
                  <a:lnTo>
                    <a:pt x="2173202" y="583935"/>
                  </a:lnTo>
                  <a:lnTo>
                    <a:pt x="2174273" y="583079"/>
                  </a:lnTo>
                  <a:lnTo>
                    <a:pt x="2175345" y="582225"/>
                  </a:lnTo>
                  <a:lnTo>
                    <a:pt x="2176417" y="581373"/>
                  </a:lnTo>
                  <a:lnTo>
                    <a:pt x="2177488" y="580522"/>
                  </a:lnTo>
                  <a:lnTo>
                    <a:pt x="2178560" y="579673"/>
                  </a:lnTo>
                  <a:lnTo>
                    <a:pt x="2179631" y="578825"/>
                  </a:lnTo>
                  <a:lnTo>
                    <a:pt x="2180703" y="577979"/>
                  </a:lnTo>
                  <a:lnTo>
                    <a:pt x="2181775" y="577134"/>
                  </a:lnTo>
                  <a:lnTo>
                    <a:pt x="2182846" y="576291"/>
                  </a:lnTo>
                  <a:lnTo>
                    <a:pt x="2183918" y="575449"/>
                  </a:lnTo>
                  <a:lnTo>
                    <a:pt x="2184989" y="574609"/>
                  </a:lnTo>
                  <a:lnTo>
                    <a:pt x="2186061" y="573770"/>
                  </a:lnTo>
                  <a:lnTo>
                    <a:pt x="2187133" y="572933"/>
                  </a:lnTo>
                  <a:lnTo>
                    <a:pt x="2188204" y="572097"/>
                  </a:lnTo>
                  <a:lnTo>
                    <a:pt x="2189276" y="571263"/>
                  </a:lnTo>
                  <a:lnTo>
                    <a:pt x="2190347" y="570430"/>
                  </a:lnTo>
                  <a:lnTo>
                    <a:pt x="2191419" y="569599"/>
                  </a:lnTo>
                  <a:lnTo>
                    <a:pt x="2192491" y="568770"/>
                  </a:lnTo>
                  <a:lnTo>
                    <a:pt x="2193562" y="567942"/>
                  </a:lnTo>
                  <a:lnTo>
                    <a:pt x="2194634" y="567115"/>
                  </a:lnTo>
                  <a:lnTo>
                    <a:pt x="2195705" y="566290"/>
                  </a:lnTo>
                  <a:lnTo>
                    <a:pt x="2196777" y="565467"/>
                  </a:lnTo>
                  <a:lnTo>
                    <a:pt x="2197849" y="564645"/>
                  </a:lnTo>
                  <a:lnTo>
                    <a:pt x="2198920" y="563824"/>
                  </a:lnTo>
                  <a:lnTo>
                    <a:pt x="2199992" y="563005"/>
                  </a:lnTo>
                  <a:lnTo>
                    <a:pt x="2201063" y="562188"/>
                  </a:lnTo>
                  <a:lnTo>
                    <a:pt x="2202135" y="561372"/>
                  </a:lnTo>
                  <a:lnTo>
                    <a:pt x="2203207" y="560558"/>
                  </a:lnTo>
                  <a:lnTo>
                    <a:pt x="2204278" y="559745"/>
                  </a:lnTo>
                  <a:lnTo>
                    <a:pt x="2205350" y="558934"/>
                  </a:lnTo>
                  <a:lnTo>
                    <a:pt x="2206421" y="558124"/>
                  </a:lnTo>
                  <a:lnTo>
                    <a:pt x="2207493" y="557316"/>
                  </a:lnTo>
                  <a:lnTo>
                    <a:pt x="2208565" y="556509"/>
                  </a:lnTo>
                  <a:lnTo>
                    <a:pt x="2209636" y="555704"/>
                  </a:lnTo>
                  <a:lnTo>
                    <a:pt x="2210708" y="554900"/>
                  </a:lnTo>
                  <a:lnTo>
                    <a:pt x="2211779" y="554098"/>
                  </a:lnTo>
                  <a:lnTo>
                    <a:pt x="2212851" y="553297"/>
                  </a:lnTo>
                  <a:lnTo>
                    <a:pt x="2213923" y="552498"/>
                  </a:lnTo>
                  <a:lnTo>
                    <a:pt x="2214994" y="551700"/>
                  </a:lnTo>
                  <a:lnTo>
                    <a:pt x="2216066" y="550904"/>
                  </a:lnTo>
                  <a:lnTo>
                    <a:pt x="2217137" y="550109"/>
                  </a:lnTo>
                  <a:lnTo>
                    <a:pt x="2218209" y="549316"/>
                  </a:lnTo>
                  <a:lnTo>
                    <a:pt x="2219281" y="548525"/>
                  </a:lnTo>
                  <a:lnTo>
                    <a:pt x="2220352" y="547735"/>
                  </a:lnTo>
                  <a:lnTo>
                    <a:pt x="2221424" y="546946"/>
                  </a:lnTo>
                  <a:lnTo>
                    <a:pt x="2222495" y="546159"/>
                  </a:lnTo>
                  <a:lnTo>
                    <a:pt x="2223567" y="545374"/>
                  </a:lnTo>
                  <a:lnTo>
                    <a:pt x="2224639" y="544590"/>
                  </a:lnTo>
                  <a:lnTo>
                    <a:pt x="2225710" y="543807"/>
                  </a:lnTo>
                  <a:lnTo>
                    <a:pt x="2226782" y="543026"/>
                  </a:lnTo>
                  <a:lnTo>
                    <a:pt x="2227853" y="542247"/>
                  </a:lnTo>
                  <a:lnTo>
                    <a:pt x="2228925" y="541469"/>
                  </a:lnTo>
                  <a:lnTo>
                    <a:pt x="2229997" y="540693"/>
                  </a:lnTo>
                  <a:lnTo>
                    <a:pt x="2231068" y="539918"/>
                  </a:lnTo>
                  <a:lnTo>
                    <a:pt x="2232140" y="539144"/>
                  </a:lnTo>
                  <a:lnTo>
                    <a:pt x="2233211" y="538372"/>
                  </a:lnTo>
                  <a:lnTo>
                    <a:pt x="2234283" y="537602"/>
                  </a:lnTo>
                  <a:lnTo>
                    <a:pt x="2235355" y="536833"/>
                  </a:lnTo>
                  <a:lnTo>
                    <a:pt x="2236426" y="536066"/>
                  </a:lnTo>
                  <a:lnTo>
                    <a:pt x="2237498" y="535300"/>
                  </a:lnTo>
                  <a:lnTo>
                    <a:pt x="2238569" y="534536"/>
                  </a:lnTo>
                  <a:lnTo>
                    <a:pt x="2239641" y="533773"/>
                  </a:lnTo>
                  <a:lnTo>
                    <a:pt x="2240713" y="533012"/>
                  </a:lnTo>
                  <a:lnTo>
                    <a:pt x="2241784" y="532252"/>
                  </a:lnTo>
                  <a:lnTo>
                    <a:pt x="2242856" y="531494"/>
                  </a:lnTo>
                  <a:lnTo>
                    <a:pt x="2243927" y="530737"/>
                  </a:lnTo>
                  <a:lnTo>
                    <a:pt x="2244999" y="529982"/>
                  </a:lnTo>
                  <a:lnTo>
                    <a:pt x="2246071" y="529228"/>
                  </a:lnTo>
                  <a:lnTo>
                    <a:pt x="2247142" y="528476"/>
                  </a:lnTo>
                  <a:lnTo>
                    <a:pt x="2248214" y="527725"/>
                  </a:lnTo>
                  <a:lnTo>
                    <a:pt x="2249285" y="526976"/>
                  </a:lnTo>
                  <a:lnTo>
                    <a:pt x="2250357" y="526228"/>
                  </a:lnTo>
                  <a:lnTo>
                    <a:pt x="2251429" y="525482"/>
                  </a:lnTo>
                  <a:lnTo>
                    <a:pt x="2252500" y="524737"/>
                  </a:lnTo>
                  <a:lnTo>
                    <a:pt x="2253572" y="523994"/>
                  </a:lnTo>
                  <a:lnTo>
                    <a:pt x="2254643" y="523252"/>
                  </a:lnTo>
                  <a:lnTo>
                    <a:pt x="2255715" y="522512"/>
                  </a:lnTo>
                  <a:lnTo>
                    <a:pt x="2256787" y="521773"/>
                  </a:lnTo>
                  <a:lnTo>
                    <a:pt x="2257858" y="521036"/>
                  </a:lnTo>
                  <a:lnTo>
                    <a:pt x="2258930" y="520300"/>
                  </a:lnTo>
                  <a:lnTo>
                    <a:pt x="2260001" y="519566"/>
                  </a:lnTo>
                  <a:lnTo>
                    <a:pt x="2261073" y="518833"/>
                  </a:lnTo>
                  <a:lnTo>
                    <a:pt x="2262145" y="518102"/>
                  </a:lnTo>
                  <a:lnTo>
                    <a:pt x="2263216" y="517372"/>
                  </a:lnTo>
                  <a:lnTo>
                    <a:pt x="2264288" y="516644"/>
                  </a:lnTo>
                  <a:lnTo>
                    <a:pt x="2265359" y="515917"/>
                  </a:lnTo>
                  <a:lnTo>
                    <a:pt x="2266431" y="515192"/>
                  </a:lnTo>
                  <a:lnTo>
                    <a:pt x="2267503" y="514468"/>
                  </a:lnTo>
                  <a:lnTo>
                    <a:pt x="2268574" y="513746"/>
                  </a:lnTo>
                  <a:lnTo>
                    <a:pt x="2269646" y="513025"/>
                  </a:lnTo>
                  <a:lnTo>
                    <a:pt x="2270717" y="512306"/>
                  </a:lnTo>
                  <a:lnTo>
                    <a:pt x="2271789" y="511588"/>
                  </a:lnTo>
                  <a:lnTo>
                    <a:pt x="2272861" y="510872"/>
                  </a:lnTo>
                  <a:lnTo>
                    <a:pt x="2273932" y="510157"/>
                  </a:lnTo>
                  <a:lnTo>
                    <a:pt x="2275004" y="509444"/>
                  </a:lnTo>
                  <a:lnTo>
                    <a:pt x="2276075" y="508732"/>
                  </a:lnTo>
                  <a:lnTo>
                    <a:pt x="2277147" y="508022"/>
                  </a:lnTo>
                  <a:lnTo>
                    <a:pt x="2278219" y="507313"/>
                  </a:lnTo>
                  <a:lnTo>
                    <a:pt x="2279290" y="506606"/>
                  </a:lnTo>
                  <a:lnTo>
                    <a:pt x="2280362" y="505900"/>
                  </a:lnTo>
                  <a:lnTo>
                    <a:pt x="2281433" y="505196"/>
                  </a:lnTo>
                  <a:lnTo>
                    <a:pt x="2282505" y="504493"/>
                  </a:lnTo>
                  <a:lnTo>
                    <a:pt x="2283577" y="503791"/>
                  </a:lnTo>
                  <a:lnTo>
                    <a:pt x="2284648" y="503091"/>
                  </a:lnTo>
                  <a:lnTo>
                    <a:pt x="2285720" y="502393"/>
                  </a:lnTo>
                  <a:lnTo>
                    <a:pt x="2286791" y="501696"/>
                  </a:lnTo>
                  <a:lnTo>
                    <a:pt x="2287863" y="501000"/>
                  </a:lnTo>
                  <a:lnTo>
                    <a:pt x="2288935" y="500306"/>
                  </a:lnTo>
                  <a:lnTo>
                    <a:pt x="2290006" y="499614"/>
                  </a:lnTo>
                  <a:lnTo>
                    <a:pt x="2291078" y="498923"/>
                  </a:lnTo>
                  <a:lnTo>
                    <a:pt x="2292149" y="498233"/>
                  </a:lnTo>
                  <a:lnTo>
                    <a:pt x="2293221" y="497545"/>
                  </a:lnTo>
                  <a:lnTo>
                    <a:pt x="2294293" y="496858"/>
                  </a:lnTo>
                  <a:lnTo>
                    <a:pt x="2295364" y="496173"/>
                  </a:lnTo>
                  <a:lnTo>
                    <a:pt x="2296436" y="495490"/>
                  </a:lnTo>
                  <a:lnTo>
                    <a:pt x="2297507" y="494807"/>
                  </a:lnTo>
                  <a:lnTo>
                    <a:pt x="2298579" y="494127"/>
                  </a:lnTo>
                  <a:lnTo>
                    <a:pt x="2299651" y="493447"/>
                  </a:lnTo>
                  <a:lnTo>
                    <a:pt x="2300722" y="492769"/>
                  </a:lnTo>
                  <a:lnTo>
                    <a:pt x="2301794" y="492093"/>
                  </a:lnTo>
                  <a:lnTo>
                    <a:pt x="2302865" y="491418"/>
                  </a:lnTo>
                  <a:lnTo>
                    <a:pt x="2303937" y="490745"/>
                  </a:lnTo>
                  <a:lnTo>
                    <a:pt x="2305009" y="490073"/>
                  </a:lnTo>
                  <a:lnTo>
                    <a:pt x="2306080" y="489402"/>
                  </a:lnTo>
                  <a:lnTo>
                    <a:pt x="2307152" y="488733"/>
                  </a:lnTo>
                  <a:lnTo>
                    <a:pt x="2308223" y="488066"/>
                  </a:lnTo>
                  <a:lnTo>
                    <a:pt x="2309295" y="487400"/>
                  </a:lnTo>
                  <a:lnTo>
                    <a:pt x="2310366" y="486735"/>
                  </a:lnTo>
                  <a:lnTo>
                    <a:pt x="2311438" y="486072"/>
                  </a:lnTo>
                  <a:lnTo>
                    <a:pt x="2312510" y="485410"/>
                  </a:lnTo>
                  <a:lnTo>
                    <a:pt x="2313581" y="484750"/>
                  </a:lnTo>
                  <a:lnTo>
                    <a:pt x="2314653" y="484091"/>
                  </a:lnTo>
                  <a:lnTo>
                    <a:pt x="2315724" y="483433"/>
                  </a:lnTo>
                  <a:lnTo>
                    <a:pt x="2316796" y="482777"/>
                  </a:lnTo>
                  <a:lnTo>
                    <a:pt x="2317868" y="482123"/>
                  </a:lnTo>
                  <a:lnTo>
                    <a:pt x="2318939" y="481470"/>
                  </a:lnTo>
                  <a:lnTo>
                    <a:pt x="2320011" y="480818"/>
                  </a:lnTo>
                  <a:lnTo>
                    <a:pt x="2321082" y="480168"/>
                  </a:lnTo>
                  <a:lnTo>
                    <a:pt x="2322154" y="479519"/>
                  </a:lnTo>
                  <a:lnTo>
                    <a:pt x="2323226" y="478872"/>
                  </a:lnTo>
                  <a:lnTo>
                    <a:pt x="2324297" y="478226"/>
                  </a:lnTo>
                  <a:lnTo>
                    <a:pt x="2325369" y="477582"/>
                  </a:lnTo>
                  <a:lnTo>
                    <a:pt x="2326440" y="476939"/>
                  </a:lnTo>
                  <a:lnTo>
                    <a:pt x="2327512" y="476297"/>
                  </a:lnTo>
                  <a:lnTo>
                    <a:pt x="2328584" y="475657"/>
                  </a:lnTo>
                  <a:lnTo>
                    <a:pt x="2329655" y="475018"/>
                  </a:lnTo>
                  <a:lnTo>
                    <a:pt x="2330727" y="474381"/>
                  </a:lnTo>
                  <a:lnTo>
                    <a:pt x="2331798" y="473745"/>
                  </a:lnTo>
                  <a:lnTo>
                    <a:pt x="2332870" y="473111"/>
                  </a:lnTo>
                  <a:lnTo>
                    <a:pt x="2333942" y="472478"/>
                  </a:lnTo>
                  <a:lnTo>
                    <a:pt x="2335013" y="471847"/>
                  </a:lnTo>
                  <a:lnTo>
                    <a:pt x="2336085" y="471217"/>
                  </a:lnTo>
                  <a:lnTo>
                    <a:pt x="2337156" y="470588"/>
                  </a:lnTo>
                  <a:lnTo>
                    <a:pt x="2338228" y="469961"/>
                  </a:lnTo>
                  <a:lnTo>
                    <a:pt x="2339300" y="469335"/>
                  </a:lnTo>
                  <a:lnTo>
                    <a:pt x="2340371" y="468711"/>
                  </a:lnTo>
                  <a:lnTo>
                    <a:pt x="2341443" y="468088"/>
                  </a:lnTo>
                  <a:lnTo>
                    <a:pt x="2342514" y="467466"/>
                  </a:lnTo>
                  <a:lnTo>
                    <a:pt x="2343586" y="466846"/>
                  </a:lnTo>
                  <a:lnTo>
                    <a:pt x="2344658" y="466227"/>
                  </a:lnTo>
                  <a:lnTo>
                    <a:pt x="2345729" y="465610"/>
                  </a:lnTo>
                  <a:lnTo>
                    <a:pt x="2346801" y="464994"/>
                  </a:lnTo>
                  <a:lnTo>
                    <a:pt x="2347872" y="464380"/>
                  </a:lnTo>
                  <a:lnTo>
                    <a:pt x="2348944" y="463767"/>
                  </a:lnTo>
                  <a:lnTo>
                    <a:pt x="2350016" y="463155"/>
                  </a:lnTo>
                  <a:lnTo>
                    <a:pt x="2351087" y="462545"/>
                  </a:lnTo>
                  <a:lnTo>
                    <a:pt x="2352159" y="461936"/>
                  </a:lnTo>
                  <a:lnTo>
                    <a:pt x="2353230" y="461328"/>
                  </a:lnTo>
                  <a:lnTo>
                    <a:pt x="2354302" y="460722"/>
                  </a:lnTo>
                  <a:lnTo>
                    <a:pt x="2355374" y="460118"/>
                  </a:lnTo>
                  <a:lnTo>
                    <a:pt x="2356445" y="459515"/>
                  </a:lnTo>
                  <a:lnTo>
                    <a:pt x="2357517" y="458913"/>
                  </a:lnTo>
                  <a:lnTo>
                    <a:pt x="2358588" y="458312"/>
                  </a:lnTo>
                  <a:lnTo>
                    <a:pt x="2359660" y="457713"/>
                  </a:lnTo>
                  <a:lnTo>
                    <a:pt x="2360732" y="457116"/>
                  </a:lnTo>
                  <a:lnTo>
                    <a:pt x="2361803" y="456519"/>
                  </a:lnTo>
                  <a:lnTo>
                    <a:pt x="2362875" y="455925"/>
                  </a:lnTo>
                  <a:lnTo>
                    <a:pt x="2363946" y="455331"/>
                  </a:lnTo>
                  <a:lnTo>
                    <a:pt x="2365018" y="454739"/>
                  </a:lnTo>
                  <a:lnTo>
                    <a:pt x="2366090" y="454148"/>
                  </a:lnTo>
                  <a:lnTo>
                    <a:pt x="2367161" y="453559"/>
                  </a:lnTo>
                  <a:lnTo>
                    <a:pt x="2368233" y="452971"/>
                  </a:lnTo>
                  <a:lnTo>
                    <a:pt x="2369304" y="452385"/>
                  </a:lnTo>
                  <a:lnTo>
                    <a:pt x="2370376" y="451799"/>
                  </a:lnTo>
                  <a:lnTo>
                    <a:pt x="2371448" y="451216"/>
                  </a:lnTo>
                  <a:lnTo>
                    <a:pt x="2372519" y="450633"/>
                  </a:lnTo>
                  <a:lnTo>
                    <a:pt x="2373591" y="450052"/>
                  </a:lnTo>
                  <a:lnTo>
                    <a:pt x="2374662" y="449472"/>
                  </a:lnTo>
                  <a:lnTo>
                    <a:pt x="2375734" y="448894"/>
                  </a:lnTo>
                  <a:lnTo>
                    <a:pt x="2376806" y="448317"/>
                  </a:lnTo>
                  <a:lnTo>
                    <a:pt x="2377877" y="447742"/>
                  </a:lnTo>
                  <a:lnTo>
                    <a:pt x="2378949" y="447168"/>
                  </a:lnTo>
                  <a:lnTo>
                    <a:pt x="2380020" y="446595"/>
                  </a:lnTo>
                  <a:lnTo>
                    <a:pt x="2381092" y="446023"/>
                  </a:lnTo>
                  <a:lnTo>
                    <a:pt x="2382164" y="445453"/>
                  </a:lnTo>
                  <a:lnTo>
                    <a:pt x="2383235" y="444884"/>
                  </a:lnTo>
                  <a:lnTo>
                    <a:pt x="2384307" y="444317"/>
                  </a:lnTo>
                  <a:lnTo>
                    <a:pt x="2385378" y="443751"/>
                  </a:lnTo>
                  <a:lnTo>
                    <a:pt x="2386450" y="443186"/>
                  </a:lnTo>
                  <a:lnTo>
                    <a:pt x="2387522" y="442623"/>
                  </a:lnTo>
                  <a:lnTo>
                    <a:pt x="2388593" y="442061"/>
                  </a:lnTo>
                  <a:lnTo>
                    <a:pt x="2389665" y="441500"/>
                  </a:lnTo>
                  <a:lnTo>
                    <a:pt x="2390736" y="440941"/>
                  </a:lnTo>
                  <a:lnTo>
                    <a:pt x="2391808" y="440383"/>
                  </a:lnTo>
                  <a:lnTo>
                    <a:pt x="2392880" y="439827"/>
                  </a:lnTo>
                  <a:lnTo>
                    <a:pt x="2393951" y="439271"/>
                  </a:lnTo>
                  <a:lnTo>
                    <a:pt x="2395023" y="438717"/>
                  </a:lnTo>
                  <a:lnTo>
                    <a:pt x="2396094" y="438165"/>
                  </a:lnTo>
                  <a:lnTo>
                    <a:pt x="2397166" y="437614"/>
                  </a:lnTo>
                  <a:lnTo>
                    <a:pt x="2398238" y="437064"/>
                  </a:lnTo>
                  <a:lnTo>
                    <a:pt x="2399309" y="436515"/>
                  </a:lnTo>
                  <a:lnTo>
                    <a:pt x="2400381" y="435968"/>
                  </a:lnTo>
                  <a:lnTo>
                    <a:pt x="2401452" y="435422"/>
                  </a:lnTo>
                  <a:lnTo>
                    <a:pt x="2402524" y="434878"/>
                  </a:lnTo>
                  <a:lnTo>
                    <a:pt x="2403596" y="434334"/>
                  </a:lnTo>
                  <a:lnTo>
                    <a:pt x="2404667" y="433792"/>
                  </a:lnTo>
                  <a:lnTo>
                    <a:pt x="2405739" y="433252"/>
                  </a:lnTo>
                  <a:lnTo>
                    <a:pt x="2406810" y="432712"/>
                  </a:lnTo>
                  <a:lnTo>
                    <a:pt x="2407882" y="432175"/>
                  </a:lnTo>
                  <a:lnTo>
                    <a:pt x="2408954" y="431638"/>
                  </a:lnTo>
                  <a:lnTo>
                    <a:pt x="2410025" y="431103"/>
                  </a:lnTo>
                  <a:lnTo>
                    <a:pt x="2411097" y="430569"/>
                  </a:lnTo>
                  <a:lnTo>
                    <a:pt x="2412168" y="430036"/>
                  </a:lnTo>
                  <a:lnTo>
                    <a:pt x="2413240" y="429504"/>
                  </a:lnTo>
                  <a:lnTo>
                    <a:pt x="2414312" y="428974"/>
                  </a:lnTo>
                  <a:lnTo>
                    <a:pt x="2415383" y="428446"/>
                  </a:lnTo>
                  <a:lnTo>
                    <a:pt x="2416455" y="427918"/>
                  </a:lnTo>
                  <a:lnTo>
                    <a:pt x="2417526" y="427392"/>
                  </a:lnTo>
                  <a:lnTo>
                    <a:pt x="2418598" y="426867"/>
                  </a:lnTo>
                  <a:lnTo>
                    <a:pt x="2419670" y="426343"/>
                  </a:lnTo>
                  <a:lnTo>
                    <a:pt x="2420741" y="425821"/>
                  </a:lnTo>
                  <a:lnTo>
                    <a:pt x="2421813" y="425300"/>
                  </a:lnTo>
                  <a:lnTo>
                    <a:pt x="2422884" y="424780"/>
                  </a:lnTo>
                  <a:lnTo>
                    <a:pt x="2423956" y="424262"/>
                  </a:lnTo>
                  <a:lnTo>
                    <a:pt x="2425028" y="423745"/>
                  </a:lnTo>
                  <a:lnTo>
                    <a:pt x="2426099" y="423229"/>
                  </a:lnTo>
                  <a:lnTo>
                    <a:pt x="2427171" y="422714"/>
                  </a:lnTo>
                  <a:lnTo>
                    <a:pt x="2428242" y="422201"/>
                  </a:lnTo>
                  <a:lnTo>
                    <a:pt x="2429314" y="421689"/>
                  </a:lnTo>
                  <a:lnTo>
                    <a:pt x="2430386" y="421178"/>
                  </a:lnTo>
                  <a:lnTo>
                    <a:pt x="2431457" y="420669"/>
                  </a:lnTo>
                  <a:lnTo>
                    <a:pt x="2432529" y="420161"/>
                  </a:lnTo>
                  <a:lnTo>
                    <a:pt x="2433600" y="419654"/>
                  </a:lnTo>
                  <a:lnTo>
                    <a:pt x="2434672" y="419148"/>
                  </a:lnTo>
                  <a:lnTo>
                    <a:pt x="2435744" y="418644"/>
                  </a:lnTo>
                  <a:lnTo>
                    <a:pt x="2436815" y="418140"/>
                  </a:lnTo>
                  <a:lnTo>
                    <a:pt x="2437887" y="417639"/>
                  </a:lnTo>
                  <a:lnTo>
                    <a:pt x="2438958" y="417138"/>
                  </a:lnTo>
                  <a:lnTo>
                    <a:pt x="2440030" y="416639"/>
                  </a:lnTo>
                  <a:lnTo>
                    <a:pt x="2441102" y="416141"/>
                  </a:lnTo>
                  <a:lnTo>
                    <a:pt x="2442173" y="415644"/>
                  </a:lnTo>
                  <a:lnTo>
                    <a:pt x="2443245" y="415148"/>
                  </a:lnTo>
                  <a:lnTo>
                    <a:pt x="2444316" y="414654"/>
                  </a:lnTo>
                  <a:lnTo>
                    <a:pt x="2445388" y="414161"/>
                  </a:lnTo>
                  <a:lnTo>
                    <a:pt x="2446460" y="413669"/>
                  </a:lnTo>
                  <a:lnTo>
                    <a:pt x="2447531" y="413178"/>
                  </a:lnTo>
                  <a:lnTo>
                    <a:pt x="2448603" y="412689"/>
                  </a:lnTo>
                  <a:lnTo>
                    <a:pt x="2449674" y="412201"/>
                  </a:lnTo>
                  <a:lnTo>
                    <a:pt x="2450746" y="411714"/>
                  </a:lnTo>
                  <a:lnTo>
                    <a:pt x="2451818" y="411228"/>
                  </a:lnTo>
                  <a:lnTo>
                    <a:pt x="2452889" y="410744"/>
                  </a:lnTo>
                  <a:lnTo>
                    <a:pt x="2453961" y="410261"/>
                  </a:lnTo>
                  <a:lnTo>
                    <a:pt x="2455032" y="409779"/>
                  </a:lnTo>
                  <a:lnTo>
                    <a:pt x="2456104" y="409298"/>
                  </a:lnTo>
                  <a:lnTo>
                    <a:pt x="2457176" y="408818"/>
                  </a:lnTo>
                  <a:lnTo>
                    <a:pt x="2458247" y="408340"/>
                  </a:lnTo>
                  <a:lnTo>
                    <a:pt x="2459319" y="407863"/>
                  </a:lnTo>
                  <a:lnTo>
                    <a:pt x="2460390" y="407387"/>
                  </a:lnTo>
                  <a:lnTo>
                    <a:pt x="2461462" y="406912"/>
                  </a:lnTo>
                  <a:lnTo>
                    <a:pt x="2462534" y="406439"/>
                  </a:lnTo>
                  <a:lnTo>
                    <a:pt x="2463605" y="405967"/>
                  </a:lnTo>
                  <a:lnTo>
                    <a:pt x="2464677" y="405496"/>
                  </a:lnTo>
                  <a:lnTo>
                    <a:pt x="2465748" y="405026"/>
                  </a:lnTo>
                  <a:lnTo>
                    <a:pt x="2466820" y="404557"/>
                  </a:lnTo>
                  <a:lnTo>
                    <a:pt x="2467892" y="404090"/>
                  </a:lnTo>
                  <a:lnTo>
                    <a:pt x="2468963" y="403624"/>
                  </a:lnTo>
                  <a:lnTo>
                    <a:pt x="2470035" y="403159"/>
                  </a:lnTo>
                  <a:lnTo>
                    <a:pt x="2471106" y="402695"/>
                  </a:lnTo>
                  <a:lnTo>
                    <a:pt x="2472178" y="402232"/>
                  </a:lnTo>
                  <a:lnTo>
                    <a:pt x="2473250" y="401771"/>
                  </a:lnTo>
                  <a:lnTo>
                    <a:pt x="2474321" y="401310"/>
                  </a:lnTo>
                  <a:lnTo>
                    <a:pt x="2475393" y="400851"/>
                  </a:lnTo>
                  <a:lnTo>
                    <a:pt x="2476464" y="400393"/>
                  </a:lnTo>
                  <a:lnTo>
                    <a:pt x="2477536" y="399937"/>
                  </a:lnTo>
                  <a:lnTo>
                    <a:pt x="2478608" y="399481"/>
                  </a:lnTo>
                  <a:lnTo>
                    <a:pt x="2479679" y="399027"/>
                  </a:lnTo>
                  <a:lnTo>
                    <a:pt x="2480751" y="398573"/>
                  </a:lnTo>
                  <a:lnTo>
                    <a:pt x="2481822" y="398121"/>
                  </a:lnTo>
                  <a:lnTo>
                    <a:pt x="2482894" y="397671"/>
                  </a:lnTo>
                  <a:lnTo>
                    <a:pt x="2483966" y="397221"/>
                  </a:lnTo>
                  <a:lnTo>
                    <a:pt x="2485037" y="396772"/>
                  </a:lnTo>
                  <a:lnTo>
                    <a:pt x="2486109" y="396325"/>
                  </a:lnTo>
                  <a:lnTo>
                    <a:pt x="2487180" y="395879"/>
                  </a:lnTo>
                  <a:lnTo>
                    <a:pt x="2488252" y="395434"/>
                  </a:lnTo>
                  <a:lnTo>
                    <a:pt x="2489323" y="394990"/>
                  </a:lnTo>
                  <a:lnTo>
                    <a:pt x="2490395" y="394547"/>
                  </a:lnTo>
                  <a:lnTo>
                    <a:pt x="2491467" y="394105"/>
                  </a:lnTo>
                  <a:lnTo>
                    <a:pt x="2492538" y="393665"/>
                  </a:lnTo>
                  <a:lnTo>
                    <a:pt x="2493610" y="393226"/>
                  </a:lnTo>
                  <a:lnTo>
                    <a:pt x="2494681" y="392787"/>
                  </a:lnTo>
                  <a:lnTo>
                    <a:pt x="2495753" y="392350"/>
                  </a:lnTo>
                  <a:lnTo>
                    <a:pt x="2496825" y="391914"/>
                  </a:lnTo>
                  <a:lnTo>
                    <a:pt x="2497896" y="391480"/>
                  </a:lnTo>
                  <a:lnTo>
                    <a:pt x="2498968" y="391046"/>
                  </a:lnTo>
                  <a:lnTo>
                    <a:pt x="2500039" y="390613"/>
                  </a:lnTo>
                  <a:lnTo>
                    <a:pt x="2501111" y="390182"/>
                  </a:lnTo>
                  <a:lnTo>
                    <a:pt x="2502183" y="389752"/>
                  </a:lnTo>
                  <a:lnTo>
                    <a:pt x="2503254" y="389323"/>
                  </a:lnTo>
                  <a:lnTo>
                    <a:pt x="2504326" y="388895"/>
                  </a:lnTo>
                  <a:lnTo>
                    <a:pt x="2505397" y="388468"/>
                  </a:lnTo>
                  <a:lnTo>
                    <a:pt x="2506469" y="388042"/>
                  </a:lnTo>
                  <a:lnTo>
                    <a:pt x="2507541" y="387617"/>
                  </a:lnTo>
                  <a:lnTo>
                    <a:pt x="2508612" y="387194"/>
                  </a:lnTo>
                  <a:lnTo>
                    <a:pt x="2509684" y="386771"/>
                  </a:lnTo>
                  <a:lnTo>
                    <a:pt x="2510755" y="386350"/>
                  </a:lnTo>
                  <a:lnTo>
                    <a:pt x="2511827" y="385929"/>
                  </a:lnTo>
                  <a:lnTo>
                    <a:pt x="2512899" y="385510"/>
                  </a:lnTo>
                  <a:lnTo>
                    <a:pt x="2513970" y="385092"/>
                  </a:lnTo>
                  <a:lnTo>
                    <a:pt x="2515042" y="384675"/>
                  </a:lnTo>
                  <a:lnTo>
                    <a:pt x="2516113" y="384259"/>
                  </a:lnTo>
                  <a:lnTo>
                    <a:pt x="2517185" y="383844"/>
                  </a:lnTo>
                  <a:lnTo>
                    <a:pt x="2518257" y="383431"/>
                  </a:lnTo>
                  <a:lnTo>
                    <a:pt x="2519328" y="383018"/>
                  </a:lnTo>
                  <a:lnTo>
                    <a:pt x="2520400" y="382606"/>
                  </a:lnTo>
                  <a:lnTo>
                    <a:pt x="2521471" y="382196"/>
                  </a:lnTo>
                  <a:lnTo>
                    <a:pt x="2522543" y="381787"/>
                  </a:lnTo>
                  <a:lnTo>
                    <a:pt x="2523615" y="381378"/>
                  </a:lnTo>
                  <a:lnTo>
                    <a:pt x="2524686" y="380971"/>
                  </a:lnTo>
                  <a:lnTo>
                    <a:pt x="2525758" y="380565"/>
                  </a:lnTo>
                  <a:lnTo>
                    <a:pt x="2526829" y="380160"/>
                  </a:lnTo>
                  <a:lnTo>
                    <a:pt x="2527901" y="379756"/>
                  </a:lnTo>
                  <a:lnTo>
                    <a:pt x="2528973" y="379353"/>
                  </a:lnTo>
                  <a:lnTo>
                    <a:pt x="2530044" y="378951"/>
                  </a:lnTo>
                  <a:lnTo>
                    <a:pt x="2531116" y="378550"/>
                  </a:lnTo>
                  <a:lnTo>
                    <a:pt x="2532187" y="378150"/>
                  </a:lnTo>
                  <a:lnTo>
                    <a:pt x="2533259" y="377751"/>
                  </a:lnTo>
                  <a:lnTo>
                    <a:pt x="2534331" y="377353"/>
                  </a:lnTo>
                  <a:lnTo>
                    <a:pt x="2535402" y="376956"/>
                  </a:lnTo>
                  <a:lnTo>
                    <a:pt x="2536474" y="376561"/>
                  </a:lnTo>
                  <a:lnTo>
                    <a:pt x="2537545" y="376166"/>
                  </a:lnTo>
                  <a:lnTo>
                    <a:pt x="2538617" y="375773"/>
                  </a:lnTo>
                  <a:lnTo>
                    <a:pt x="2539689" y="375380"/>
                  </a:lnTo>
                  <a:lnTo>
                    <a:pt x="2540760" y="374988"/>
                  </a:lnTo>
                  <a:lnTo>
                    <a:pt x="2541832" y="374598"/>
                  </a:lnTo>
                  <a:lnTo>
                    <a:pt x="2542903" y="374208"/>
                  </a:lnTo>
                  <a:lnTo>
                    <a:pt x="2543975" y="373820"/>
                  </a:lnTo>
                  <a:lnTo>
                    <a:pt x="2545047" y="373432"/>
                  </a:lnTo>
                  <a:lnTo>
                    <a:pt x="2546118" y="373046"/>
                  </a:lnTo>
                  <a:lnTo>
                    <a:pt x="2547190" y="372661"/>
                  </a:lnTo>
                  <a:lnTo>
                    <a:pt x="2548261" y="372276"/>
                  </a:lnTo>
                  <a:lnTo>
                    <a:pt x="2549333" y="371893"/>
                  </a:lnTo>
                  <a:lnTo>
                    <a:pt x="2550405" y="371510"/>
                  </a:lnTo>
                  <a:lnTo>
                    <a:pt x="2551476" y="371129"/>
                  </a:lnTo>
                  <a:lnTo>
                    <a:pt x="2552548" y="370749"/>
                  </a:lnTo>
                  <a:lnTo>
                    <a:pt x="2553619" y="370369"/>
                  </a:lnTo>
                  <a:lnTo>
                    <a:pt x="2554691" y="369991"/>
                  </a:lnTo>
                  <a:lnTo>
                    <a:pt x="2555763" y="369613"/>
                  </a:lnTo>
                  <a:lnTo>
                    <a:pt x="2556834" y="369237"/>
                  </a:lnTo>
                  <a:lnTo>
                    <a:pt x="2557906" y="368861"/>
                  </a:lnTo>
                  <a:lnTo>
                    <a:pt x="2558977" y="368487"/>
                  </a:lnTo>
                  <a:lnTo>
                    <a:pt x="2560049" y="368113"/>
                  </a:lnTo>
                  <a:lnTo>
                    <a:pt x="2561121" y="367741"/>
                  </a:lnTo>
                  <a:lnTo>
                    <a:pt x="2562192" y="367369"/>
                  </a:lnTo>
                  <a:lnTo>
                    <a:pt x="2563264" y="366999"/>
                  </a:lnTo>
                  <a:lnTo>
                    <a:pt x="2564335" y="366629"/>
                  </a:lnTo>
                  <a:lnTo>
                    <a:pt x="2565407" y="366261"/>
                  </a:lnTo>
                  <a:lnTo>
                    <a:pt x="2566479" y="365893"/>
                  </a:lnTo>
                  <a:lnTo>
                    <a:pt x="2567550" y="365526"/>
                  </a:lnTo>
                  <a:lnTo>
                    <a:pt x="2568622" y="365161"/>
                  </a:lnTo>
                  <a:lnTo>
                    <a:pt x="2569693" y="364796"/>
                  </a:lnTo>
                  <a:lnTo>
                    <a:pt x="2570765" y="364432"/>
                  </a:lnTo>
                  <a:lnTo>
                    <a:pt x="2571837" y="364069"/>
                  </a:lnTo>
                  <a:lnTo>
                    <a:pt x="2572908" y="363707"/>
                  </a:lnTo>
                  <a:lnTo>
                    <a:pt x="2573980" y="363346"/>
                  </a:lnTo>
                  <a:lnTo>
                    <a:pt x="2575051" y="362986"/>
                  </a:lnTo>
                  <a:lnTo>
                    <a:pt x="2576123" y="362627"/>
                  </a:lnTo>
                  <a:lnTo>
                    <a:pt x="2577195" y="362269"/>
                  </a:lnTo>
                  <a:lnTo>
                    <a:pt x="2578266" y="361912"/>
                  </a:lnTo>
                  <a:lnTo>
                    <a:pt x="2579338" y="361555"/>
                  </a:lnTo>
                  <a:lnTo>
                    <a:pt x="2580409" y="361200"/>
                  </a:lnTo>
                  <a:lnTo>
                    <a:pt x="2581481" y="360845"/>
                  </a:lnTo>
                  <a:lnTo>
                    <a:pt x="2582553" y="360492"/>
                  </a:lnTo>
                  <a:lnTo>
                    <a:pt x="2583624" y="360139"/>
                  </a:lnTo>
                  <a:lnTo>
                    <a:pt x="2584696" y="359788"/>
                  </a:lnTo>
                  <a:lnTo>
                    <a:pt x="2585767" y="359437"/>
                  </a:lnTo>
                  <a:lnTo>
                    <a:pt x="2586839" y="359087"/>
                  </a:lnTo>
                  <a:lnTo>
                    <a:pt x="2587911" y="358738"/>
                  </a:lnTo>
                  <a:lnTo>
                    <a:pt x="2588982" y="358390"/>
                  </a:lnTo>
                  <a:lnTo>
                    <a:pt x="2590054" y="358043"/>
                  </a:lnTo>
                  <a:lnTo>
                    <a:pt x="2591125" y="357696"/>
                  </a:lnTo>
                  <a:lnTo>
                    <a:pt x="2592197" y="357351"/>
                  </a:lnTo>
                  <a:lnTo>
                    <a:pt x="2593269" y="357006"/>
                  </a:lnTo>
                  <a:lnTo>
                    <a:pt x="2594340" y="356663"/>
                  </a:lnTo>
                  <a:lnTo>
                    <a:pt x="2595412" y="356320"/>
                  </a:lnTo>
                  <a:lnTo>
                    <a:pt x="2596483" y="355978"/>
                  </a:lnTo>
                  <a:lnTo>
                    <a:pt x="2597555" y="355637"/>
                  </a:lnTo>
                  <a:lnTo>
                    <a:pt x="2598627" y="355297"/>
                  </a:lnTo>
                  <a:lnTo>
                    <a:pt x="2599698" y="354958"/>
                  </a:lnTo>
                  <a:lnTo>
                    <a:pt x="2600770" y="354620"/>
                  </a:lnTo>
                  <a:lnTo>
                    <a:pt x="2601841" y="354282"/>
                  </a:lnTo>
                  <a:lnTo>
                    <a:pt x="2602913" y="353946"/>
                  </a:lnTo>
                  <a:lnTo>
                    <a:pt x="2603985" y="353610"/>
                  </a:lnTo>
                  <a:lnTo>
                    <a:pt x="2605056" y="353275"/>
                  </a:lnTo>
                  <a:lnTo>
                    <a:pt x="2606128" y="352941"/>
                  </a:lnTo>
                  <a:lnTo>
                    <a:pt x="2607199" y="352608"/>
                  </a:lnTo>
                  <a:lnTo>
                    <a:pt x="2608271" y="352276"/>
                  </a:lnTo>
                  <a:lnTo>
                    <a:pt x="2609343" y="351944"/>
                  </a:lnTo>
                  <a:lnTo>
                    <a:pt x="2610414" y="351614"/>
                  </a:lnTo>
                  <a:lnTo>
                    <a:pt x="2611486" y="351284"/>
                  </a:lnTo>
                  <a:lnTo>
                    <a:pt x="2612557" y="350955"/>
                  </a:lnTo>
                  <a:lnTo>
                    <a:pt x="2613629" y="350627"/>
                  </a:lnTo>
                  <a:lnTo>
                    <a:pt x="2614701" y="350300"/>
                  </a:lnTo>
                  <a:lnTo>
                    <a:pt x="2615772" y="349973"/>
                  </a:lnTo>
                  <a:lnTo>
                    <a:pt x="2616844" y="349647"/>
                  </a:lnTo>
                  <a:lnTo>
                    <a:pt x="2617915" y="349323"/>
                  </a:lnTo>
                  <a:lnTo>
                    <a:pt x="2618987" y="348999"/>
                  </a:lnTo>
                  <a:lnTo>
                    <a:pt x="2620059" y="348676"/>
                  </a:lnTo>
                  <a:lnTo>
                    <a:pt x="2621130" y="348353"/>
                  </a:lnTo>
                  <a:lnTo>
                    <a:pt x="2622202" y="348032"/>
                  </a:lnTo>
                  <a:lnTo>
                    <a:pt x="2623273" y="347711"/>
                  </a:lnTo>
                  <a:lnTo>
                    <a:pt x="2624345" y="347391"/>
                  </a:lnTo>
                  <a:lnTo>
                    <a:pt x="2625417" y="347072"/>
                  </a:lnTo>
                  <a:lnTo>
                    <a:pt x="2626488" y="346754"/>
                  </a:lnTo>
                  <a:lnTo>
                    <a:pt x="2627560" y="346436"/>
                  </a:lnTo>
                  <a:lnTo>
                    <a:pt x="2628631" y="346120"/>
                  </a:lnTo>
                  <a:lnTo>
                    <a:pt x="2629703" y="345804"/>
                  </a:lnTo>
                  <a:lnTo>
                    <a:pt x="2630775" y="345488"/>
                  </a:lnTo>
                  <a:lnTo>
                    <a:pt x="2631846" y="345174"/>
                  </a:lnTo>
                  <a:lnTo>
                    <a:pt x="2632918" y="344861"/>
                  </a:lnTo>
                  <a:lnTo>
                    <a:pt x="2633989" y="344548"/>
                  </a:lnTo>
                  <a:lnTo>
                    <a:pt x="2635061" y="344236"/>
                  </a:lnTo>
                  <a:lnTo>
                    <a:pt x="2636133" y="343925"/>
                  </a:lnTo>
                  <a:lnTo>
                    <a:pt x="2637204" y="343614"/>
                  </a:lnTo>
                  <a:lnTo>
                    <a:pt x="2638276" y="343304"/>
                  </a:lnTo>
                  <a:lnTo>
                    <a:pt x="2639347" y="342995"/>
                  </a:lnTo>
                  <a:lnTo>
                    <a:pt x="2640419" y="342687"/>
                  </a:lnTo>
                  <a:lnTo>
                    <a:pt x="2641491" y="342380"/>
                  </a:lnTo>
                  <a:lnTo>
                    <a:pt x="2642562" y="342073"/>
                  </a:lnTo>
                  <a:lnTo>
                    <a:pt x="2643634" y="341767"/>
                  </a:lnTo>
                  <a:lnTo>
                    <a:pt x="2644705" y="341462"/>
                  </a:lnTo>
                  <a:lnTo>
                    <a:pt x="2645777" y="341158"/>
                  </a:lnTo>
                  <a:lnTo>
                    <a:pt x="2646849" y="340854"/>
                  </a:lnTo>
                  <a:lnTo>
                    <a:pt x="2647920" y="340551"/>
                  </a:lnTo>
                  <a:lnTo>
                    <a:pt x="2648992" y="340249"/>
                  </a:lnTo>
                  <a:lnTo>
                    <a:pt x="2650063" y="339947"/>
                  </a:lnTo>
                  <a:lnTo>
                    <a:pt x="2651135" y="339647"/>
                  </a:lnTo>
                  <a:lnTo>
                    <a:pt x="2652207" y="339347"/>
                  </a:lnTo>
                  <a:lnTo>
                    <a:pt x="2653278" y="339047"/>
                  </a:lnTo>
                  <a:lnTo>
                    <a:pt x="2654350" y="338749"/>
                  </a:lnTo>
                  <a:lnTo>
                    <a:pt x="2655421" y="338451"/>
                  </a:lnTo>
                  <a:lnTo>
                    <a:pt x="2656493" y="338154"/>
                  </a:lnTo>
                  <a:lnTo>
                    <a:pt x="2657565" y="337857"/>
                  </a:lnTo>
                  <a:lnTo>
                    <a:pt x="2658636" y="337562"/>
                  </a:lnTo>
                  <a:lnTo>
                    <a:pt x="2659708" y="337267"/>
                  </a:lnTo>
                  <a:lnTo>
                    <a:pt x="2660779" y="336972"/>
                  </a:lnTo>
                  <a:lnTo>
                    <a:pt x="2661851" y="336679"/>
                  </a:lnTo>
                  <a:lnTo>
                    <a:pt x="2662922" y="336386"/>
                  </a:lnTo>
                  <a:lnTo>
                    <a:pt x="2663994" y="336094"/>
                  </a:lnTo>
                  <a:lnTo>
                    <a:pt x="2665066" y="335802"/>
                  </a:lnTo>
                  <a:lnTo>
                    <a:pt x="2666137" y="335511"/>
                  </a:lnTo>
                  <a:lnTo>
                    <a:pt x="2667209" y="335221"/>
                  </a:lnTo>
                  <a:lnTo>
                    <a:pt x="2668280" y="334932"/>
                  </a:lnTo>
                  <a:lnTo>
                    <a:pt x="2669352" y="334643"/>
                  </a:lnTo>
                  <a:lnTo>
                    <a:pt x="2670424" y="334355"/>
                  </a:lnTo>
                  <a:lnTo>
                    <a:pt x="2671495" y="334067"/>
                  </a:lnTo>
                  <a:lnTo>
                    <a:pt x="2672567" y="333780"/>
                  </a:lnTo>
                  <a:lnTo>
                    <a:pt x="2673638" y="333494"/>
                  </a:lnTo>
                  <a:lnTo>
                    <a:pt x="2674710" y="333209"/>
                  </a:lnTo>
                  <a:lnTo>
                    <a:pt x="2675782" y="332924"/>
                  </a:lnTo>
                  <a:lnTo>
                    <a:pt x="2676853" y="332640"/>
                  </a:lnTo>
                  <a:lnTo>
                    <a:pt x="2677925" y="332356"/>
                  </a:lnTo>
                  <a:lnTo>
                    <a:pt x="2678996" y="332074"/>
                  </a:lnTo>
                  <a:lnTo>
                    <a:pt x="2680068" y="331791"/>
                  </a:lnTo>
                  <a:lnTo>
                    <a:pt x="2681140" y="331510"/>
                  </a:lnTo>
                  <a:lnTo>
                    <a:pt x="2682211" y="331229"/>
                  </a:lnTo>
                  <a:lnTo>
                    <a:pt x="2683283" y="330949"/>
                  </a:lnTo>
                  <a:lnTo>
                    <a:pt x="2684354" y="330669"/>
                  </a:lnTo>
                  <a:lnTo>
                    <a:pt x="2685426" y="330390"/>
                  </a:lnTo>
                  <a:lnTo>
                    <a:pt x="2686498" y="330111"/>
                  </a:lnTo>
                  <a:lnTo>
                    <a:pt x="2687569" y="329834"/>
                  </a:lnTo>
                  <a:lnTo>
                    <a:pt x="2688641" y="329557"/>
                  </a:lnTo>
                  <a:lnTo>
                    <a:pt x="2689712" y="329280"/>
                  </a:lnTo>
                  <a:lnTo>
                    <a:pt x="2690784" y="329004"/>
                  </a:lnTo>
                  <a:lnTo>
                    <a:pt x="2691856" y="328729"/>
                  </a:lnTo>
                  <a:lnTo>
                    <a:pt x="2692927" y="328454"/>
                  </a:lnTo>
                  <a:lnTo>
                    <a:pt x="2693999" y="328180"/>
                  </a:lnTo>
                  <a:lnTo>
                    <a:pt x="2695070" y="327906"/>
                  </a:lnTo>
                  <a:lnTo>
                    <a:pt x="2696142" y="327634"/>
                  </a:lnTo>
                  <a:lnTo>
                    <a:pt x="2697214" y="327361"/>
                  </a:lnTo>
                  <a:lnTo>
                    <a:pt x="2698285" y="327090"/>
                  </a:lnTo>
                  <a:lnTo>
                    <a:pt x="2699357" y="326818"/>
                  </a:lnTo>
                  <a:lnTo>
                    <a:pt x="2700428" y="326548"/>
                  </a:lnTo>
                  <a:lnTo>
                    <a:pt x="2701500" y="326278"/>
                  </a:lnTo>
                  <a:lnTo>
                    <a:pt x="2702572" y="326009"/>
                  </a:lnTo>
                  <a:lnTo>
                    <a:pt x="2703643" y="325740"/>
                  </a:lnTo>
                  <a:lnTo>
                    <a:pt x="2704715" y="325471"/>
                  </a:lnTo>
                  <a:lnTo>
                    <a:pt x="2705786" y="325204"/>
                  </a:lnTo>
                  <a:lnTo>
                    <a:pt x="2706858" y="324937"/>
                  </a:lnTo>
                  <a:lnTo>
                    <a:pt x="2707930" y="324670"/>
                  </a:lnTo>
                  <a:lnTo>
                    <a:pt x="2709001" y="324404"/>
                  </a:lnTo>
                  <a:lnTo>
                    <a:pt x="2710073" y="324139"/>
                  </a:lnTo>
                  <a:lnTo>
                    <a:pt x="2711144" y="323874"/>
                  </a:lnTo>
                  <a:lnTo>
                    <a:pt x="2712216" y="323610"/>
                  </a:lnTo>
                  <a:lnTo>
                    <a:pt x="2713288" y="323346"/>
                  </a:lnTo>
                  <a:lnTo>
                    <a:pt x="2714359" y="323083"/>
                  </a:lnTo>
                  <a:lnTo>
                    <a:pt x="2715431" y="322820"/>
                  </a:lnTo>
                  <a:lnTo>
                    <a:pt x="2716502" y="322558"/>
                  </a:lnTo>
                  <a:lnTo>
                    <a:pt x="2717574" y="322296"/>
                  </a:lnTo>
                  <a:lnTo>
                    <a:pt x="2718646" y="322035"/>
                  </a:lnTo>
                  <a:lnTo>
                    <a:pt x="2719717" y="321775"/>
                  </a:lnTo>
                  <a:lnTo>
                    <a:pt x="2720789" y="321515"/>
                  </a:lnTo>
                  <a:lnTo>
                    <a:pt x="2721860" y="321255"/>
                  </a:lnTo>
                  <a:lnTo>
                    <a:pt x="2722932" y="320996"/>
                  </a:lnTo>
                  <a:lnTo>
                    <a:pt x="2724004" y="320738"/>
                  </a:lnTo>
                  <a:lnTo>
                    <a:pt x="2725075" y="320480"/>
                  </a:lnTo>
                  <a:lnTo>
                    <a:pt x="2726147" y="320222"/>
                  </a:lnTo>
                  <a:lnTo>
                    <a:pt x="2727218" y="319965"/>
                  </a:lnTo>
                  <a:lnTo>
                    <a:pt x="2728290" y="319709"/>
                  </a:lnTo>
                  <a:lnTo>
                    <a:pt x="2729362" y="319453"/>
                  </a:lnTo>
                  <a:lnTo>
                    <a:pt x="2730433" y="319198"/>
                  </a:lnTo>
                  <a:lnTo>
                    <a:pt x="2731505" y="318943"/>
                  </a:lnTo>
                  <a:lnTo>
                    <a:pt x="2732576" y="318688"/>
                  </a:lnTo>
                  <a:lnTo>
                    <a:pt x="2733648" y="318434"/>
                  </a:lnTo>
                  <a:lnTo>
                    <a:pt x="2734720" y="318181"/>
                  </a:lnTo>
                  <a:lnTo>
                    <a:pt x="2735791" y="317928"/>
                  </a:lnTo>
                  <a:lnTo>
                    <a:pt x="2736863" y="317675"/>
                  </a:lnTo>
                  <a:lnTo>
                    <a:pt x="2737934" y="317423"/>
                  </a:lnTo>
                  <a:lnTo>
                    <a:pt x="2739006" y="317171"/>
                  </a:lnTo>
                  <a:lnTo>
                    <a:pt x="2740078" y="316920"/>
                  </a:lnTo>
                  <a:lnTo>
                    <a:pt x="2741149" y="316670"/>
                  </a:lnTo>
                  <a:lnTo>
                    <a:pt x="2742221" y="316420"/>
                  </a:lnTo>
                  <a:lnTo>
                    <a:pt x="2743292" y="316170"/>
                  </a:lnTo>
                  <a:lnTo>
                    <a:pt x="2744364" y="315920"/>
                  </a:lnTo>
                  <a:lnTo>
                    <a:pt x="2745436" y="315672"/>
                  </a:lnTo>
                  <a:lnTo>
                    <a:pt x="2746507" y="315423"/>
                  </a:lnTo>
                  <a:lnTo>
                    <a:pt x="2747579" y="315175"/>
                  </a:lnTo>
                  <a:lnTo>
                    <a:pt x="2748650" y="314928"/>
                  </a:lnTo>
                  <a:lnTo>
                    <a:pt x="2749722" y="314681"/>
                  </a:lnTo>
                  <a:lnTo>
                    <a:pt x="2750794" y="314434"/>
                  </a:lnTo>
                  <a:lnTo>
                    <a:pt x="2751865" y="314188"/>
                  </a:lnTo>
                  <a:lnTo>
                    <a:pt x="2752937" y="313942"/>
                  </a:lnTo>
                  <a:lnTo>
                    <a:pt x="2754008" y="313697"/>
                  </a:lnTo>
                  <a:lnTo>
                    <a:pt x="2755080" y="313452"/>
                  </a:lnTo>
                  <a:lnTo>
                    <a:pt x="2756152" y="313207"/>
                  </a:lnTo>
                  <a:lnTo>
                    <a:pt x="2757223" y="312963"/>
                  </a:lnTo>
                  <a:lnTo>
                    <a:pt x="2758295" y="312720"/>
                  </a:lnTo>
                  <a:lnTo>
                    <a:pt x="2759366" y="312476"/>
                  </a:lnTo>
                  <a:lnTo>
                    <a:pt x="2760438" y="312234"/>
                  </a:lnTo>
                  <a:lnTo>
                    <a:pt x="2761510" y="311991"/>
                  </a:lnTo>
                  <a:lnTo>
                    <a:pt x="2762581" y="311749"/>
                  </a:lnTo>
                  <a:lnTo>
                    <a:pt x="2763653" y="311508"/>
                  </a:lnTo>
                  <a:lnTo>
                    <a:pt x="2764724" y="311266"/>
                  </a:lnTo>
                  <a:lnTo>
                    <a:pt x="2765796" y="311025"/>
                  </a:lnTo>
                  <a:lnTo>
                    <a:pt x="2766868" y="310785"/>
                  </a:lnTo>
                  <a:lnTo>
                    <a:pt x="2767939" y="310545"/>
                  </a:lnTo>
                  <a:lnTo>
                    <a:pt x="2769011" y="310305"/>
                  </a:lnTo>
                  <a:lnTo>
                    <a:pt x="2770082" y="310066"/>
                  </a:lnTo>
                  <a:lnTo>
                    <a:pt x="2771154" y="309827"/>
                  </a:lnTo>
                  <a:lnTo>
                    <a:pt x="2772226" y="309588"/>
                  </a:lnTo>
                  <a:lnTo>
                    <a:pt x="2773297" y="309350"/>
                  </a:lnTo>
                  <a:lnTo>
                    <a:pt x="2774369" y="309112"/>
                  </a:lnTo>
                  <a:lnTo>
                    <a:pt x="2775440" y="308875"/>
                  </a:lnTo>
                  <a:lnTo>
                    <a:pt x="2776512" y="308638"/>
                  </a:lnTo>
                  <a:lnTo>
                    <a:pt x="2777584" y="308401"/>
                  </a:lnTo>
                  <a:lnTo>
                    <a:pt x="2778655" y="308164"/>
                  </a:lnTo>
                  <a:lnTo>
                    <a:pt x="2779727" y="307928"/>
                  </a:lnTo>
                  <a:lnTo>
                    <a:pt x="2780798" y="307693"/>
                  </a:lnTo>
                  <a:lnTo>
                    <a:pt x="2781870" y="307457"/>
                  </a:lnTo>
                  <a:lnTo>
                    <a:pt x="2782942" y="307222"/>
                  </a:lnTo>
                  <a:lnTo>
                    <a:pt x="2784013" y="306987"/>
                  </a:lnTo>
                  <a:lnTo>
                    <a:pt x="2785085" y="306753"/>
                  </a:lnTo>
                  <a:lnTo>
                    <a:pt x="2786156" y="306519"/>
                  </a:lnTo>
                  <a:lnTo>
                    <a:pt x="2787228" y="306285"/>
                  </a:lnTo>
                  <a:lnTo>
                    <a:pt x="2788300" y="306052"/>
                  </a:lnTo>
                  <a:lnTo>
                    <a:pt x="2789371" y="305819"/>
                  </a:lnTo>
                  <a:lnTo>
                    <a:pt x="2790443" y="305586"/>
                  </a:lnTo>
                  <a:lnTo>
                    <a:pt x="2791514" y="305353"/>
                  </a:lnTo>
                  <a:lnTo>
                    <a:pt x="2792586" y="305121"/>
                  </a:lnTo>
                  <a:lnTo>
                    <a:pt x="2793658" y="304890"/>
                  </a:lnTo>
                  <a:lnTo>
                    <a:pt x="2794729" y="304658"/>
                  </a:lnTo>
                  <a:lnTo>
                    <a:pt x="2795801" y="304427"/>
                  </a:lnTo>
                  <a:lnTo>
                    <a:pt x="2796872" y="304196"/>
                  </a:lnTo>
                  <a:lnTo>
                    <a:pt x="2797944" y="303965"/>
                  </a:lnTo>
                  <a:lnTo>
                    <a:pt x="2799016" y="303735"/>
                  </a:lnTo>
                  <a:lnTo>
                    <a:pt x="2800087" y="303505"/>
                  </a:lnTo>
                  <a:lnTo>
                    <a:pt x="2801159" y="303275"/>
                  </a:lnTo>
                  <a:lnTo>
                    <a:pt x="2802230" y="303046"/>
                  </a:lnTo>
                  <a:lnTo>
                    <a:pt x="2803302" y="302816"/>
                  </a:lnTo>
                  <a:lnTo>
                    <a:pt x="2804374" y="302587"/>
                  </a:lnTo>
                  <a:lnTo>
                    <a:pt x="2805445" y="302359"/>
                  </a:lnTo>
                  <a:lnTo>
                    <a:pt x="2806517" y="302130"/>
                  </a:lnTo>
                  <a:lnTo>
                    <a:pt x="2807588" y="301902"/>
                  </a:lnTo>
                  <a:lnTo>
                    <a:pt x="2808660" y="301674"/>
                  </a:lnTo>
                  <a:lnTo>
                    <a:pt x="2809732" y="301447"/>
                  </a:lnTo>
                  <a:lnTo>
                    <a:pt x="2810803" y="301219"/>
                  </a:lnTo>
                  <a:lnTo>
                    <a:pt x="2811875" y="300992"/>
                  </a:lnTo>
                  <a:lnTo>
                    <a:pt x="2812946" y="300765"/>
                  </a:lnTo>
                  <a:lnTo>
                    <a:pt x="2814018" y="300539"/>
                  </a:lnTo>
                  <a:lnTo>
                    <a:pt x="2815090" y="300313"/>
                  </a:lnTo>
                  <a:lnTo>
                    <a:pt x="2816161" y="300086"/>
                  </a:lnTo>
                  <a:lnTo>
                    <a:pt x="2817233" y="299861"/>
                  </a:lnTo>
                  <a:lnTo>
                    <a:pt x="2818304" y="299635"/>
                  </a:lnTo>
                  <a:lnTo>
                    <a:pt x="2819376" y="299409"/>
                  </a:lnTo>
                  <a:lnTo>
                    <a:pt x="2820448" y="299184"/>
                  </a:lnTo>
                  <a:lnTo>
                    <a:pt x="2821519" y="298959"/>
                  </a:lnTo>
                  <a:lnTo>
                    <a:pt x="2822591" y="298735"/>
                  </a:lnTo>
                  <a:lnTo>
                    <a:pt x="2823662" y="298510"/>
                  </a:lnTo>
                  <a:lnTo>
                    <a:pt x="2824734" y="298286"/>
                  </a:lnTo>
                  <a:lnTo>
                    <a:pt x="2825806" y="298062"/>
                  </a:lnTo>
                  <a:lnTo>
                    <a:pt x="2826877" y="297838"/>
                  </a:lnTo>
                  <a:lnTo>
                    <a:pt x="2827949" y="297614"/>
                  </a:lnTo>
                  <a:lnTo>
                    <a:pt x="2829020" y="297391"/>
                  </a:lnTo>
                  <a:lnTo>
                    <a:pt x="2830092" y="297167"/>
                  </a:lnTo>
                  <a:lnTo>
                    <a:pt x="2831164" y="296944"/>
                  </a:lnTo>
                  <a:lnTo>
                    <a:pt x="2832235" y="296722"/>
                  </a:lnTo>
                  <a:lnTo>
                    <a:pt x="2833307" y="296499"/>
                  </a:lnTo>
                  <a:lnTo>
                    <a:pt x="2834378" y="296276"/>
                  </a:lnTo>
                  <a:lnTo>
                    <a:pt x="2835450" y="296054"/>
                  </a:lnTo>
                  <a:lnTo>
                    <a:pt x="2836522" y="295832"/>
                  </a:lnTo>
                  <a:lnTo>
                    <a:pt x="2837593" y="295610"/>
                  </a:lnTo>
                  <a:lnTo>
                    <a:pt x="2838665" y="295388"/>
                  </a:lnTo>
                  <a:lnTo>
                    <a:pt x="2839736" y="295167"/>
                  </a:lnTo>
                  <a:lnTo>
                    <a:pt x="2840808" y="294945"/>
                  </a:lnTo>
                  <a:lnTo>
                    <a:pt x="2841879" y="294724"/>
                  </a:lnTo>
                  <a:lnTo>
                    <a:pt x="2842951" y="294503"/>
                  </a:lnTo>
                  <a:lnTo>
                    <a:pt x="2844023" y="294282"/>
                  </a:lnTo>
                  <a:lnTo>
                    <a:pt x="2845094" y="294061"/>
                  </a:lnTo>
                  <a:lnTo>
                    <a:pt x="2846166" y="293840"/>
                  </a:lnTo>
                  <a:lnTo>
                    <a:pt x="2847237" y="293620"/>
                  </a:lnTo>
                  <a:lnTo>
                    <a:pt x="2848309" y="293400"/>
                  </a:lnTo>
                  <a:lnTo>
                    <a:pt x="2849381" y="293179"/>
                  </a:lnTo>
                  <a:lnTo>
                    <a:pt x="2850452" y="292959"/>
                  </a:lnTo>
                  <a:lnTo>
                    <a:pt x="2851524" y="292739"/>
                  </a:lnTo>
                  <a:lnTo>
                    <a:pt x="2852595" y="292520"/>
                  </a:lnTo>
                  <a:lnTo>
                    <a:pt x="2853667" y="292300"/>
                  </a:lnTo>
                  <a:lnTo>
                    <a:pt x="2854739" y="292080"/>
                  </a:lnTo>
                  <a:lnTo>
                    <a:pt x="2855810" y="291861"/>
                  </a:lnTo>
                  <a:lnTo>
                    <a:pt x="2856882" y="291642"/>
                  </a:lnTo>
                  <a:lnTo>
                    <a:pt x="2857953" y="291423"/>
                  </a:lnTo>
                  <a:lnTo>
                    <a:pt x="2859025" y="291204"/>
                  </a:lnTo>
                  <a:lnTo>
                    <a:pt x="2860097" y="290985"/>
                  </a:lnTo>
                  <a:lnTo>
                    <a:pt x="2861168" y="290766"/>
                  </a:lnTo>
                  <a:lnTo>
                    <a:pt x="2862240" y="290547"/>
                  </a:lnTo>
                  <a:lnTo>
                    <a:pt x="2863311" y="290329"/>
                  </a:lnTo>
                  <a:lnTo>
                    <a:pt x="2864383" y="290110"/>
                  </a:lnTo>
                  <a:lnTo>
                    <a:pt x="2865455" y="289892"/>
                  </a:lnTo>
                  <a:lnTo>
                    <a:pt x="2866526" y="289673"/>
                  </a:lnTo>
                  <a:lnTo>
                    <a:pt x="2867598" y="289455"/>
                  </a:lnTo>
                  <a:lnTo>
                    <a:pt x="2868669" y="289237"/>
                  </a:lnTo>
                  <a:lnTo>
                    <a:pt x="2869741" y="289019"/>
                  </a:lnTo>
                  <a:lnTo>
                    <a:pt x="2870813" y="288801"/>
                  </a:lnTo>
                  <a:lnTo>
                    <a:pt x="2871884" y="288583"/>
                  </a:lnTo>
                  <a:lnTo>
                    <a:pt x="2872956" y="288365"/>
                  </a:lnTo>
                  <a:lnTo>
                    <a:pt x="2874027" y="288148"/>
                  </a:lnTo>
                  <a:lnTo>
                    <a:pt x="2875099" y="287930"/>
                  </a:lnTo>
                  <a:lnTo>
                    <a:pt x="2876171" y="287712"/>
                  </a:lnTo>
                  <a:lnTo>
                    <a:pt x="2877242" y="287495"/>
                  </a:lnTo>
                  <a:lnTo>
                    <a:pt x="2878314" y="287277"/>
                  </a:lnTo>
                  <a:lnTo>
                    <a:pt x="2879385" y="287060"/>
                  </a:lnTo>
                  <a:lnTo>
                    <a:pt x="2880457" y="286843"/>
                  </a:lnTo>
                  <a:lnTo>
                    <a:pt x="2881529" y="286625"/>
                  </a:lnTo>
                  <a:lnTo>
                    <a:pt x="2882600" y="286408"/>
                  </a:lnTo>
                  <a:lnTo>
                    <a:pt x="2883672" y="286191"/>
                  </a:lnTo>
                  <a:lnTo>
                    <a:pt x="2884743" y="285974"/>
                  </a:lnTo>
                  <a:lnTo>
                    <a:pt x="2885815" y="285757"/>
                  </a:lnTo>
                  <a:lnTo>
                    <a:pt x="2886887" y="285540"/>
                  </a:lnTo>
                  <a:lnTo>
                    <a:pt x="2887958" y="285323"/>
                  </a:lnTo>
                  <a:lnTo>
                    <a:pt x="2889030" y="285106"/>
                  </a:lnTo>
                  <a:lnTo>
                    <a:pt x="2890101" y="284889"/>
                  </a:lnTo>
                  <a:lnTo>
                    <a:pt x="2891173" y="284672"/>
                  </a:lnTo>
                  <a:lnTo>
                    <a:pt x="2892245" y="284455"/>
                  </a:lnTo>
                  <a:lnTo>
                    <a:pt x="2893316" y="284238"/>
                  </a:lnTo>
                  <a:lnTo>
                    <a:pt x="2894388" y="284021"/>
                  </a:lnTo>
                  <a:lnTo>
                    <a:pt x="2895459" y="283804"/>
                  </a:lnTo>
                  <a:lnTo>
                    <a:pt x="2896531" y="283587"/>
                  </a:lnTo>
                  <a:lnTo>
                    <a:pt x="2897603" y="283370"/>
                  </a:lnTo>
                  <a:lnTo>
                    <a:pt x="2898674" y="283154"/>
                  </a:lnTo>
                  <a:lnTo>
                    <a:pt x="2899746" y="282937"/>
                  </a:lnTo>
                  <a:lnTo>
                    <a:pt x="2900817" y="282720"/>
                  </a:lnTo>
                  <a:lnTo>
                    <a:pt x="2901889" y="282503"/>
                  </a:lnTo>
                  <a:lnTo>
                    <a:pt x="2902961" y="282286"/>
                  </a:lnTo>
                  <a:lnTo>
                    <a:pt x="2904032" y="282069"/>
                  </a:lnTo>
                  <a:lnTo>
                    <a:pt x="2905104" y="281852"/>
                  </a:lnTo>
                  <a:lnTo>
                    <a:pt x="2906175" y="281636"/>
                  </a:lnTo>
                  <a:lnTo>
                    <a:pt x="2907247" y="281419"/>
                  </a:lnTo>
                  <a:lnTo>
                    <a:pt x="2908319" y="281202"/>
                  </a:lnTo>
                  <a:lnTo>
                    <a:pt x="2909390" y="280985"/>
                  </a:lnTo>
                  <a:lnTo>
                    <a:pt x="2910462" y="280768"/>
                  </a:lnTo>
                  <a:lnTo>
                    <a:pt x="2911533" y="280551"/>
                  </a:lnTo>
                  <a:lnTo>
                    <a:pt x="2912605" y="280334"/>
                  </a:lnTo>
                  <a:lnTo>
                    <a:pt x="2913677" y="280117"/>
                  </a:lnTo>
                  <a:lnTo>
                    <a:pt x="2914748" y="279900"/>
                  </a:lnTo>
                  <a:lnTo>
                    <a:pt x="2915820" y="279682"/>
                  </a:lnTo>
                  <a:lnTo>
                    <a:pt x="2916891" y="279465"/>
                  </a:lnTo>
                  <a:lnTo>
                    <a:pt x="2917963" y="279248"/>
                  </a:lnTo>
                  <a:lnTo>
                    <a:pt x="2919035" y="279031"/>
                  </a:lnTo>
                  <a:lnTo>
                    <a:pt x="2920106" y="278813"/>
                  </a:lnTo>
                  <a:lnTo>
                    <a:pt x="2921178" y="278596"/>
                  </a:lnTo>
                  <a:lnTo>
                    <a:pt x="2922249" y="278378"/>
                  </a:lnTo>
                  <a:lnTo>
                    <a:pt x="2923321" y="278161"/>
                  </a:lnTo>
                  <a:lnTo>
                    <a:pt x="2924393" y="277943"/>
                  </a:lnTo>
                  <a:lnTo>
                    <a:pt x="2925464" y="277726"/>
                  </a:lnTo>
                  <a:lnTo>
                    <a:pt x="2926536" y="277508"/>
                  </a:lnTo>
                  <a:lnTo>
                    <a:pt x="2927607" y="277290"/>
                  </a:lnTo>
                  <a:lnTo>
                    <a:pt x="2928679" y="277072"/>
                  </a:lnTo>
                  <a:lnTo>
                    <a:pt x="2929751" y="276854"/>
                  </a:lnTo>
                  <a:lnTo>
                    <a:pt x="2930822" y="276636"/>
                  </a:lnTo>
                  <a:lnTo>
                    <a:pt x="2931894" y="276418"/>
                  </a:lnTo>
                  <a:lnTo>
                    <a:pt x="2932965" y="276200"/>
                  </a:lnTo>
                  <a:lnTo>
                    <a:pt x="2934037" y="275982"/>
                  </a:lnTo>
                  <a:lnTo>
                    <a:pt x="2935109" y="275763"/>
                  </a:lnTo>
                  <a:lnTo>
                    <a:pt x="2936180" y="275545"/>
                  </a:lnTo>
                  <a:lnTo>
                    <a:pt x="2937252" y="275326"/>
                  </a:lnTo>
                  <a:lnTo>
                    <a:pt x="2938323" y="275107"/>
                  </a:lnTo>
                  <a:lnTo>
                    <a:pt x="2939395" y="274889"/>
                  </a:lnTo>
                  <a:lnTo>
                    <a:pt x="2940467" y="274670"/>
                  </a:lnTo>
                  <a:lnTo>
                    <a:pt x="2941538" y="274451"/>
                  </a:lnTo>
                  <a:lnTo>
                    <a:pt x="2942610" y="274232"/>
                  </a:lnTo>
                  <a:lnTo>
                    <a:pt x="2943681" y="274012"/>
                  </a:lnTo>
                  <a:lnTo>
                    <a:pt x="2944753" y="273793"/>
                  </a:lnTo>
                  <a:lnTo>
                    <a:pt x="2945825" y="273574"/>
                  </a:lnTo>
                  <a:lnTo>
                    <a:pt x="2946896" y="273354"/>
                  </a:lnTo>
                  <a:lnTo>
                    <a:pt x="2947968" y="273134"/>
                  </a:lnTo>
                  <a:lnTo>
                    <a:pt x="2949039" y="272914"/>
                  </a:lnTo>
                  <a:lnTo>
                    <a:pt x="2950111" y="272694"/>
                  </a:lnTo>
                  <a:lnTo>
                    <a:pt x="2951183" y="272474"/>
                  </a:lnTo>
                  <a:lnTo>
                    <a:pt x="2952254" y="272254"/>
                  </a:lnTo>
                  <a:lnTo>
                    <a:pt x="2953326" y="272034"/>
                  </a:lnTo>
                  <a:lnTo>
                    <a:pt x="2954397" y="271813"/>
                  </a:lnTo>
                  <a:lnTo>
                    <a:pt x="2955469" y="271592"/>
                  </a:lnTo>
                  <a:lnTo>
                    <a:pt x="2956541" y="271372"/>
                  </a:lnTo>
                  <a:lnTo>
                    <a:pt x="2957612" y="271151"/>
                  </a:lnTo>
                  <a:lnTo>
                    <a:pt x="2958684" y="270930"/>
                  </a:lnTo>
                  <a:lnTo>
                    <a:pt x="2959755" y="270708"/>
                  </a:lnTo>
                  <a:lnTo>
                    <a:pt x="2960827" y="270487"/>
                  </a:lnTo>
                  <a:lnTo>
                    <a:pt x="2961899" y="270265"/>
                  </a:lnTo>
                  <a:lnTo>
                    <a:pt x="2962970" y="270043"/>
                  </a:lnTo>
                  <a:lnTo>
                    <a:pt x="2964042" y="269821"/>
                  </a:lnTo>
                  <a:lnTo>
                    <a:pt x="2965113" y="269599"/>
                  </a:lnTo>
                  <a:lnTo>
                    <a:pt x="2966185" y="269377"/>
                  </a:lnTo>
                  <a:lnTo>
                    <a:pt x="2967257" y="269155"/>
                  </a:lnTo>
                  <a:lnTo>
                    <a:pt x="2968328" y="268932"/>
                  </a:lnTo>
                  <a:lnTo>
                    <a:pt x="2969400" y="268709"/>
                  </a:lnTo>
                  <a:lnTo>
                    <a:pt x="2970471" y="268486"/>
                  </a:lnTo>
                  <a:lnTo>
                    <a:pt x="2971543" y="268263"/>
                  </a:lnTo>
                  <a:lnTo>
                    <a:pt x="2972615" y="268040"/>
                  </a:lnTo>
                  <a:lnTo>
                    <a:pt x="2973686" y="267816"/>
                  </a:lnTo>
                  <a:lnTo>
                    <a:pt x="2974758" y="267592"/>
                  </a:lnTo>
                  <a:lnTo>
                    <a:pt x="2975829" y="267368"/>
                  </a:lnTo>
                  <a:lnTo>
                    <a:pt x="2976901" y="267144"/>
                  </a:lnTo>
                  <a:lnTo>
                    <a:pt x="2977973" y="266920"/>
                  </a:lnTo>
                  <a:lnTo>
                    <a:pt x="2979044" y="266695"/>
                  </a:lnTo>
                  <a:lnTo>
                    <a:pt x="2980116" y="266471"/>
                  </a:lnTo>
                  <a:lnTo>
                    <a:pt x="2981187" y="266246"/>
                  </a:lnTo>
                  <a:lnTo>
                    <a:pt x="2982259" y="266020"/>
                  </a:lnTo>
                  <a:lnTo>
                    <a:pt x="2983331" y="265795"/>
                  </a:lnTo>
                  <a:lnTo>
                    <a:pt x="2984402" y="265569"/>
                  </a:lnTo>
                  <a:lnTo>
                    <a:pt x="2985474" y="265343"/>
                  </a:lnTo>
                  <a:lnTo>
                    <a:pt x="2986545" y="265117"/>
                  </a:lnTo>
                  <a:lnTo>
                    <a:pt x="2987617" y="264891"/>
                  </a:lnTo>
                  <a:lnTo>
                    <a:pt x="2988689" y="264665"/>
                  </a:lnTo>
                  <a:lnTo>
                    <a:pt x="2989760" y="264438"/>
                  </a:lnTo>
                  <a:lnTo>
                    <a:pt x="2990832" y="264211"/>
                  </a:lnTo>
                  <a:lnTo>
                    <a:pt x="2991903" y="263984"/>
                  </a:lnTo>
                  <a:lnTo>
                    <a:pt x="2992975" y="263756"/>
                  </a:lnTo>
                  <a:lnTo>
                    <a:pt x="2994047" y="263529"/>
                  </a:lnTo>
                  <a:lnTo>
                    <a:pt x="2995118" y="263301"/>
                  </a:lnTo>
                  <a:lnTo>
                    <a:pt x="2996190" y="263072"/>
                  </a:lnTo>
                  <a:lnTo>
                    <a:pt x="2997261" y="262844"/>
                  </a:lnTo>
                  <a:lnTo>
                    <a:pt x="2998333" y="262615"/>
                  </a:lnTo>
                  <a:lnTo>
                    <a:pt x="2999405" y="262386"/>
                  </a:lnTo>
                  <a:lnTo>
                    <a:pt x="3000476" y="262157"/>
                  </a:lnTo>
                  <a:lnTo>
                    <a:pt x="3001548" y="261928"/>
                  </a:lnTo>
                  <a:lnTo>
                    <a:pt x="3002619" y="261698"/>
                  </a:lnTo>
                  <a:lnTo>
                    <a:pt x="3003691" y="261468"/>
                  </a:lnTo>
                  <a:lnTo>
                    <a:pt x="3004763" y="261238"/>
                  </a:lnTo>
                  <a:lnTo>
                    <a:pt x="3005834" y="261007"/>
                  </a:lnTo>
                  <a:lnTo>
                    <a:pt x="3006906" y="260776"/>
                  </a:lnTo>
                  <a:lnTo>
                    <a:pt x="3007977" y="260545"/>
                  </a:lnTo>
                  <a:lnTo>
                    <a:pt x="3009049" y="260314"/>
                  </a:lnTo>
                  <a:lnTo>
                    <a:pt x="3010121" y="260082"/>
                  </a:lnTo>
                  <a:lnTo>
                    <a:pt x="3011192" y="259850"/>
                  </a:lnTo>
                  <a:lnTo>
                    <a:pt x="3012264" y="259618"/>
                  </a:lnTo>
                  <a:lnTo>
                    <a:pt x="3013335" y="259386"/>
                  </a:lnTo>
                  <a:lnTo>
                    <a:pt x="3014407" y="259153"/>
                  </a:lnTo>
                  <a:lnTo>
                    <a:pt x="3015479" y="258920"/>
                  </a:lnTo>
                  <a:lnTo>
                    <a:pt x="3016550" y="258687"/>
                  </a:lnTo>
                  <a:lnTo>
                    <a:pt x="3017622" y="258453"/>
                  </a:lnTo>
                  <a:lnTo>
                    <a:pt x="3018693" y="258219"/>
                  </a:lnTo>
                  <a:lnTo>
                    <a:pt x="3019765" y="257985"/>
                  </a:lnTo>
                  <a:lnTo>
                    <a:pt x="3020836" y="257750"/>
                  </a:lnTo>
                  <a:lnTo>
                    <a:pt x="3021908" y="257515"/>
                  </a:lnTo>
                  <a:lnTo>
                    <a:pt x="3022980" y="257280"/>
                  </a:lnTo>
                  <a:lnTo>
                    <a:pt x="3024051" y="257045"/>
                  </a:lnTo>
                  <a:lnTo>
                    <a:pt x="3025123" y="256809"/>
                  </a:lnTo>
                  <a:lnTo>
                    <a:pt x="3026194" y="256573"/>
                  </a:lnTo>
                  <a:lnTo>
                    <a:pt x="3027266" y="256337"/>
                  </a:lnTo>
                  <a:lnTo>
                    <a:pt x="3028338" y="256100"/>
                  </a:lnTo>
                  <a:lnTo>
                    <a:pt x="3029409" y="255863"/>
                  </a:lnTo>
                  <a:lnTo>
                    <a:pt x="3030481" y="255626"/>
                  </a:lnTo>
                  <a:lnTo>
                    <a:pt x="3031552" y="255389"/>
                  </a:lnTo>
                  <a:lnTo>
                    <a:pt x="3032624" y="255151"/>
                  </a:lnTo>
                  <a:lnTo>
                    <a:pt x="3033696" y="254913"/>
                  </a:lnTo>
                  <a:lnTo>
                    <a:pt x="3034767" y="254674"/>
                  </a:lnTo>
                  <a:lnTo>
                    <a:pt x="3035839" y="254436"/>
                  </a:lnTo>
                  <a:lnTo>
                    <a:pt x="3036910" y="254197"/>
                  </a:lnTo>
                  <a:lnTo>
                    <a:pt x="3037982" y="253958"/>
                  </a:lnTo>
                  <a:lnTo>
                    <a:pt x="3039054" y="253718"/>
                  </a:lnTo>
                  <a:lnTo>
                    <a:pt x="3040125" y="253478"/>
                  </a:lnTo>
                  <a:lnTo>
                    <a:pt x="3041197" y="253238"/>
                  </a:lnTo>
                  <a:lnTo>
                    <a:pt x="3042268" y="252998"/>
                  </a:lnTo>
                  <a:lnTo>
                    <a:pt x="3043340" y="252757"/>
                  </a:lnTo>
                  <a:lnTo>
                    <a:pt x="3044412" y="252516"/>
                  </a:lnTo>
                  <a:lnTo>
                    <a:pt x="3045483" y="252275"/>
                  </a:lnTo>
                  <a:lnTo>
                    <a:pt x="3046555" y="252033"/>
                  </a:lnTo>
                  <a:lnTo>
                    <a:pt x="3047626" y="251791"/>
                  </a:lnTo>
                  <a:lnTo>
                    <a:pt x="3048698" y="251549"/>
                  </a:lnTo>
                  <a:lnTo>
                    <a:pt x="3049770" y="251306"/>
                  </a:lnTo>
                  <a:lnTo>
                    <a:pt x="3050841" y="251064"/>
                  </a:lnTo>
                  <a:lnTo>
                    <a:pt x="3051913" y="250820"/>
                  </a:lnTo>
                  <a:lnTo>
                    <a:pt x="3052984" y="250577"/>
                  </a:lnTo>
                  <a:lnTo>
                    <a:pt x="3054056" y="250333"/>
                  </a:lnTo>
                  <a:lnTo>
                    <a:pt x="3055128" y="250089"/>
                  </a:lnTo>
                  <a:lnTo>
                    <a:pt x="3056199" y="249845"/>
                  </a:lnTo>
                  <a:lnTo>
                    <a:pt x="3057271" y="249601"/>
                  </a:lnTo>
                  <a:lnTo>
                    <a:pt x="3058342" y="249356"/>
                  </a:lnTo>
                  <a:lnTo>
                    <a:pt x="3059414" y="249111"/>
                  </a:lnTo>
                  <a:lnTo>
                    <a:pt x="3060486" y="248865"/>
                  </a:lnTo>
                  <a:lnTo>
                    <a:pt x="3061557" y="248620"/>
                  </a:lnTo>
                  <a:lnTo>
                    <a:pt x="3062629" y="248374"/>
                  </a:lnTo>
                  <a:lnTo>
                    <a:pt x="3063700" y="248127"/>
                  </a:lnTo>
                  <a:lnTo>
                    <a:pt x="3064772" y="247881"/>
                  </a:lnTo>
                  <a:lnTo>
                    <a:pt x="3065844" y="247634"/>
                  </a:lnTo>
                  <a:lnTo>
                    <a:pt x="3066915" y="247387"/>
                  </a:lnTo>
                  <a:lnTo>
                    <a:pt x="3067987" y="247139"/>
                  </a:lnTo>
                  <a:lnTo>
                    <a:pt x="3069058" y="246891"/>
                  </a:lnTo>
                  <a:lnTo>
                    <a:pt x="3070130" y="246643"/>
                  </a:lnTo>
                  <a:lnTo>
                    <a:pt x="3071202" y="246395"/>
                  </a:lnTo>
                  <a:lnTo>
                    <a:pt x="3072273" y="246146"/>
                  </a:lnTo>
                  <a:lnTo>
                    <a:pt x="3073345" y="245898"/>
                  </a:lnTo>
                  <a:lnTo>
                    <a:pt x="3074416" y="245648"/>
                  </a:lnTo>
                  <a:lnTo>
                    <a:pt x="3075488" y="245399"/>
                  </a:lnTo>
                  <a:lnTo>
                    <a:pt x="3076560" y="245149"/>
                  </a:lnTo>
                  <a:lnTo>
                    <a:pt x="3077631" y="244899"/>
                  </a:lnTo>
                  <a:lnTo>
                    <a:pt x="3078703" y="244649"/>
                  </a:lnTo>
                  <a:lnTo>
                    <a:pt x="3079774" y="244398"/>
                  </a:lnTo>
                  <a:lnTo>
                    <a:pt x="3080846" y="244147"/>
                  </a:lnTo>
                  <a:lnTo>
                    <a:pt x="3081918" y="243896"/>
                  </a:lnTo>
                  <a:lnTo>
                    <a:pt x="3082989" y="243644"/>
                  </a:lnTo>
                  <a:lnTo>
                    <a:pt x="3084061" y="243393"/>
                  </a:lnTo>
                  <a:lnTo>
                    <a:pt x="3085132" y="243140"/>
                  </a:lnTo>
                  <a:lnTo>
                    <a:pt x="3086204" y="242888"/>
                  </a:lnTo>
                  <a:lnTo>
                    <a:pt x="3087276" y="242635"/>
                  </a:lnTo>
                  <a:lnTo>
                    <a:pt x="3088347" y="242382"/>
                  </a:lnTo>
                  <a:lnTo>
                    <a:pt x="3089419" y="242129"/>
                  </a:lnTo>
                  <a:lnTo>
                    <a:pt x="3090490" y="241876"/>
                  </a:lnTo>
                  <a:lnTo>
                    <a:pt x="3091562" y="241622"/>
                  </a:lnTo>
                  <a:lnTo>
                    <a:pt x="3092634" y="241368"/>
                  </a:lnTo>
                  <a:lnTo>
                    <a:pt x="3093705" y="241113"/>
                  </a:lnTo>
                  <a:lnTo>
                    <a:pt x="3094777" y="240859"/>
                  </a:lnTo>
                  <a:lnTo>
                    <a:pt x="3095848" y="240604"/>
                  </a:lnTo>
                  <a:lnTo>
                    <a:pt x="3096920" y="240348"/>
                  </a:lnTo>
                  <a:lnTo>
                    <a:pt x="3097992" y="240093"/>
                  </a:lnTo>
                  <a:lnTo>
                    <a:pt x="3099063" y="239837"/>
                  </a:lnTo>
                  <a:lnTo>
                    <a:pt x="3100135" y="239581"/>
                  </a:lnTo>
                  <a:lnTo>
                    <a:pt x="3101206" y="239325"/>
                  </a:lnTo>
                  <a:lnTo>
                    <a:pt x="3102278" y="239068"/>
                  </a:lnTo>
                  <a:lnTo>
                    <a:pt x="3103350" y="238811"/>
                  </a:lnTo>
                  <a:lnTo>
                    <a:pt x="3104421" y="238554"/>
                  </a:lnTo>
                  <a:lnTo>
                    <a:pt x="3105493" y="238296"/>
                  </a:lnTo>
                  <a:lnTo>
                    <a:pt x="3106564" y="238038"/>
                  </a:lnTo>
                  <a:lnTo>
                    <a:pt x="3107636" y="237780"/>
                  </a:lnTo>
                  <a:lnTo>
                    <a:pt x="3108708" y="237522"/>
                  </a:lnTo>
                  <a:lnTo>
                    <a:pt x="3109779" y="237263"/>
                  </a:lnTo>
                  <a:lnTo>
                    <a:pt x="3110851" y="237004"/>
                  </a:lnTo>
                  <a:lnTo>
                    <a:pt x="3111922" y="236745"/>
                  </a:lnTo>
                  <a:lnTo>
                    <a:pt x="3112994" y="236485"/>
                  </a:lnTo>
                  <a:lnTo>
                    <a:pt x="3114066" y="236226"/>
                  </a:lnTo>
                  <a:lnTo>
                    <a:pt x="3115137" y="235965"/>
                  </a:lnTo>
                  <a:lnTo>
                    <a:pt x="3116209" y="235705"/>
                  </a:lnTo>
                  <a:lnTo>
                    <a:pt x="3117280" y="235444"/>
                  </a:lnTo>
                  <a:lnTo>
                    <a:pt x="3118352" y="235183"/>
                  </a:lnTo>
                  <a:lnTo>
                    <a:pt x="3119424" y="234922"/>
                  </a:lnTo>
                  <a:lnTo>
                    <a:pt x="3120495" y="234661"/>
                  </a:lnTo>
                  <a:lnTo>
                    <a:pt x="3121567" y="234399"/>
                  </a:lnTo>
                  <a:lnTo>
                    <a:pt x="3122638" y="234137"/>
                  </a:lnTo>
                  <a:lnTo>
                    <a:pt x="3123710" y="233874"/>
                  </a:lnTo>
                  <a:lnTo>
                    <a:pt x="3124782" y="233612"/>
                  </a:lnTo>
                  <a:lnTo>
                    <a:pt x="3125853" y="233349"/>
                  </a:lnTo>
                  <a:lnTo>
                    <a:pt x="3126925" y="233086"/>
                  </a:lnTo>
                  <a:lnTo>
                    <a:pt x="3127996" y="232822"/>
                  </a:lnTo>
                  <a:lnTo>
                    <a:pt x="3129068" y="232558"/>
                  </a:lnTo>
                  <a:lnTo>
                    <a:pt x="3130140" y="232294"/>
                  </a:lnTo>
                  <a:lnTo>
                    <a:pt x="3131211" y="232030"/>
                  </a:lnTo>
                  <a:lnTo>
                    <a:pt x="3132283" y="231765"/>
                  </a:lnTo>
                  <a:lnTo>
                    <a:pt x="3133354" y="231500"/>
                  </a:lnTo>
                  <a:lnTo>
                    <a:pt x="3134426" y="231235"/>
                  </a:lnTo>
                  <a:lnTo>
                    <a:pt x="3135498" y="230970"/>
                  </a:lnTo>
                  <a:lnTo>
                    <a:pt x="3136569" y="230704"/>
                  </a:lnTo>
                  <a:lnTo>
                    <a:pt x="3137641" y="230438"/>
                  </a:lnTo>
                  <a:lnTo>
                    <a:pt x="3138712" y="230172"/>
                  </a:lnTo>
                  <a:lnTo>
                    <a:pt x="3139784" y="229905"/>
                  </a:lnTo>
                  <a:lnTo>
                    <a:pt x="3140856" y="229638"/>
                  </a:lnTo>
                  <a:lnTo>
                    <a:pt x="3141927" y="229371"/>
                  </a:lnTo>
                  <a:lnTo>
                    <a:pt x="3142999" y="229104"/>
                  </a:lnTo>
                  <a:lnTo>
                    <a:pt x="3144070" y="228836"/>
                  </a:lnTo>
                  <a:lnTo>
                    <a:pt x="3145142" y="228568"/>
                  </a:lnTo>
                  <a:lnTo>
                    <a:pt x="3146214" y="228300"/>
                  </a:lnTo>
                  <a:lnTo>
                    <a:pt x="3147285" y="228031"/>
                  </a:lnTo>
                  <a:lnTo>
                    <a:pt x="3148357" y="227763"/>
                  </a:lnTo>
                  <a:lnTo>
                    <a:pt x="3149428" y="227493"/>
                  </a:lnTo>
                  <a:lnTo>
                    <a:pt x="3150500" y="227224"/>
                  </a:lnTo>
                  <a:lnTo>
                    <a:pt x="3151572" y="226954"/>
                  </a:lnTo>
                  <a:lnTo>
                    <a:pt x="3152643" y="226685"/>
                  </a:lnTo>
                  <a:lnTo>
                    <a:pt x="3153715" y="226414"/>
                  </a:lnTo>
                  <a:lnTo>
                    <a:pt x="3154786" y="226144"/>
                  </a:lnTo>
                  <a:lnTo>
                    <a:pt x="3155858" y="225873"/>
                  </a:lnTo>
                  <a:lnTo>
                    <a:pt x="3156930" y="225602"/>
                  </a:lnTo>
                  <a:lnTo>
                    <a:pt x="3158001" y="225331"/>
                  </a:lnTo>
                  <a:lnTo>
                    <a:pt x="3159073" y="225059"/>
                  </a:lnTo>
                  <a:lnTo>
                    <a:pt x="3160144" y="224787"/>
                  </a:lnTo>
                  <a:lnTo>
                    <a:pt x="3161216" y="224515"/>
                  </a:lnTo>
                  <a:lnTo>
                    <a:pt x="3162288" y="224243"/>
                  </a:lnTo>
                  <a:lnTo>
                    <a:pt x="3163359" y="223970"/>
                  </a:lnTo>
                  <a:lnTo>
                    <a:pt x="3164431" y="223697"/>
                  </a:lnTo>
                  <a:lnTo>
                    <a:pt x="3165502" y="223424"/>
                  </a:lnTo>
                  <a:lnTo>
                    <a:pt x="3166574" y="223151"/>
                  </a:lnTo>
                  <a:lnTo>
                    <a:pt x="3167646" y="222877"/>
                  </a:lnTo>
                  <a:lnTo>
                    <a:pt x="3168717" y="222603"/>
                  </a:lnTo>
                  <a:lnTo>
                    <a:pt x="3169789" y="222328"/>
                  </a:lnTo>
                  <a:lnTo>
                    <a:pt x="3170860" y="222054"/>
                  </a:lnTo>
                  <a:lnTo>
                    <a:pt x="3171932" y="221779"/>
                  </a:lnTo>
                  <a:lnTo>
                    <a:pt x="3173004" y="221504"/>
                  </a:lnTo>
                  <a:lnTo>
                    <a:pt x="3174075" y="221228"/>
                  </a:lnTo>
                  <a:lnTo>
                    <a:pt x="3175147" y="220953"/>
                  </a:lnTo>
                  <a:lnTo>
                    <a:pt x="3176218" y="220677"/>
                  </a:lnTo>
                  <a:lnTo>
                    <a:pt x="3177290" y="220400"/>
                  </a:lnTo>
                  <a:lnTo>
                    <a:pt x="3178362" y="220124"/>
                  </a:lnTo>
                  <a:lnTo>
                    <a:pt x="3179433" y="219847"/>
                  </a:lnTo>
                  <a:lnTo>
                    <a:pt x="3180505" y="219570"/>
                  </a:lnTo>
                  <a:lnTo>
                    <a:pt x="3181576" y="219293"/>
                  </a:lnTo>
                  <a:lnTo>
                    <a:pt x="3182648" y="219015"/>
                  </a:lnTo>
                  <a:lnTo>
                    <a:pt x="3183720" y="218737"/>
                  </a:lnTo>
                  <a:lnTo>
                    <a:pt x="3184791" y="218459"/>
                  </a:lnTo>
                  <a:lnTo>
                    <a:pt x="3185863" y="218181"/>
                  </a:lnTo>
                  <a:lnTo>
                    <a:pt x="3186934" y="217902"/>
                  </a:lnTo>
                  <a:lnTo>
                    <a:pt x="3188006" y="217623"/>
                  </a:lnTo>
                  <a:lnTo>
                    <a:pt x="3189078" y="217344"/>
                  </a:lnTo>
                  <a:lnTo>
                    <a:pt x="3190149" y="217065"/>
                  </a:lnTo>
                  <a:lnTo>
                    <a:pt x="3191221" y="216785"/>
                  </a:lnTo>
                  <a:lnTo>
                    <a:pt x="3192292" y="216505"/>
                  </a:lnTo>
                  <a:lnTo>
                    <a:pt x="3193364" y="216225"/>
                  </a:lnTo>
                  <a:lnTo>
                    <a:pt x="3194436" y="215944"/>
                  </a:lnTo>
                  <a:lnTo>
                    <a:pt x="3195507" y="215663"/>
                  </a:lnTo>
                  <a:lnTo>
                    <a:pt x="3196579" y="215382"/>
                  </a:lnTo>
                  <a:lnTo>
                    <a:pt x="3197650" y="215101"/>
                  </a:lnTo>
                  <a:lnTo>
                    <a:pt x="3198722" y="214819"/>
                  </a:lnTo>
                  <a:lnTo>
                    <a:pt x="3199793" y="214537"/>
                  </a:lnTo>
                  <a:lnTo>
                    <a:pt x="3200865" y="214255"/>
                  </a:lnTo>
                  <a:lnTo>
                    <a:pt x="3201937" y="213973"/>
                  </a:lnTo>
                  <a:lnTo>
                    <a:pt x="3203008" y="213690"/>
                  </a:lnTo>
                  <a:lnTo>
                    <a:pt x="3204080" y="213407"/>
                  </a:lnTo>
                  <a:lnTo>
                    <a:pt x="3205151" y="213124"/>
                  </a:lnTo>
                  <a:lnTo>
                    <a:pt x="3206223" y="212840"/>
                  </a:lnTo>
                  <a:lnTo>
                    <a:pt x="3207295" y="212556"/>
                  </a:lnTo>
                  <a:lnTo>
                    <a:pt x="3208366" y="212272"/>
                  </a:lnTo>
                  <a:lnTo>
                    <a:pt x="3209438" y="211988"/>
                  </a:lnTo>
                  <a:lnTo>
                    <a:pt x="3210509" y="211704"/>
                  </a:lnTo>
                  <a:lnTo>
                    <a:pt x="3211581" y="211419"/>
                  </a:lnTo>
                  <a:lnTo>
                    <a:pt x="3212653" y="211134"/>
                  </a:lnTo>
                  <a:lnTo>
                    <a:pt x="3213724" y="210848"/>
                  </a:lnTo>
                  <a:lnTo>
                    <a:pt x="3214796" y="210563"/>
                  </a:lnTo>
                  <a:lnTo>
                    <a:pt x="3215867" y="210277"/>
                  </a:lnTo>
                  <a:lnTo>
                    <a:pt x="3216939" y="209991"/>
                  </a:lnTo>
                  <a:lnTo>
                    <a:pt x="3218011" y="209704"/>
                  </a:lnTo>
                  <a:lnTo>
                    <a:pt x="3219082" y="209418"/>
                  </a:lnTo>
                  <a:lnTo>
                    <a:pt x="3220154" y="209131"/>
                  </a:lnTo>
                  <a:lnTo>
                    <a:pt x="3221225" y="208843"/>
                  </a:lnTo>
                  <a:lnTo>
                    <a:pt x="3222297" y="208556"/>
                  </a:lnTo>
                  <a:lnTo>
                    <a:pt x="3223369" y="208268"/>
                  </a:lnTo>
                  <a:lnTo>
                    <a:pt x="3224440" y="207980"/>
                  </a:lnTo>
                  <a:lnTo>
                    <a:pt x="3225512" y="207692"/>
                  </a:lnTo>
                  <a:lnTo>
                    <a:pt x="3226583" y="207403"/>
                  </a:lnTo>
                  <a:lnTo>
                    <a:pt x="3227655" y="207115"/>
                  </a:lnTo>
                  <a:lnTo>
                    <a:pt x="3228727" y="206826"/>
                  </a:lnTo>
                  <a:lnTo>
                    <a:pt x="3229798" y="206536"/>
                  </a:lnTo>
                  <a:lnTo>
                    <a:pt x="3230870" y="206247"/>
                  </a:lnTo>
                  <a:lnTo>
                    <a:pt x="3231941" y="205957"/>
                  </a:lnTo>
                  <a:lnTo>
                    <a:pt x="3233013" y="205667"/>
                  </a:lnTo>
                  <a:lnTo>
                    <a:pt x="3234085" y="205377"/>
                  </a:lnTo>
                  <a:lnTo>
                    <a:pt x="3235156" y="205086"/>
                  </a:lnTo>
                  <a:lnTo>
                    <a:pt x="3236228" y="204795"/>
                  </a:lnTo>
                  <a:lnTo>
                    <a:pt x="3237299" y="204504"/>
                  </a:lnTo>
                  <a:lnTo>
                    <a:pt x="3238371" y="204213"/>
                  </a:lnTo>
                  <a:lnTo>
                    <a:pt x="3239443" y="203921"/>
                  </a:lnTo>
                  <a:lnTo>
                    <a:pt x="3240514" y="203629"/>
                  </a:lnTo>
                  <a:lnTo>
                    <a:pt x="3241586" y="203337"/>
                  </a:lnTo>
                  <a:lnTo>
                    <a:pt x="3242657" y="203044"/>
                  </a:lnTo>
                  <a:lnTo>
                    <a:pt x="3243729" y="202752"/>
                  </a:lnTo>
                  <a:lnTo>
                    <a:pt x="3244801" y="202459"/>
                  </a:lnTo>
                  <a:lnTo>
                    <a:pt x="3245872" y="202166"/>
                  </a:lnTo>
                  <a:lnTo>
                    <a:pt x="3246944" y="201872"/>
                  </a:lnTo>
                  <a:lnTo>
                    <a:pt x="3248015" y="201579"/>
                  </a:lnTo>
                  <a:lnTo>
                    <a:pt x="3249087" y="201285"/>
                  </a:lnTo>
                  <a:lnTo>
                    <a:pt x="3250159" y="200990"/>
                  </a:lnTo>
                  <a:lnTo>
                    <a:pt x="3251230" y="200696"/>
                  </a:lnTo>
                  <a:lnTo>
                    <a:pt x="3252302" y="200401"/>
                  </a:lnTo>
                  <a:lnTo>
                    <a:pt x="3253373" y="200106"/>
                  </a:lnTo>
                  <a:lnTo>
                    <a:pt x="3254445" y="199811"/>
                  </a:lnTo>
                  <a:lnTo>
                    <a:pt x="3255517" y="199515"/>
                  </a:lnTo>
                  <a:lnTo>
                    <a:pt x="3256588" y="199220"/>
                  </a:lnTo>
                  <a:lnTo>
                    <a:pt x="3257660" y="198924"/>
                  </a:lnTo>
                  <a:lnTo>
                    <a:pt x="3258731" y="198627"/>
                  </a:lnTo>
                  <a:lnTo>
                    <a:pt x="3259803" y="198331"/>
                  </a:lnTo>
                  <a:lnTo>
                    <a:pt x="3260875" y="198034"/>
                  </a:lnTo>
                  <a:lnTo>
                    <a:pt x="3261946" y="197737"/>
                  </a:lnTo>
                  <a:lnTo>
                    <a:pt x="3263018" y="197440"/>
                  </a:lnTo>
                  <a:lnTo>
                    <a:pt x="3264089" y="197142"/>
                  </a:lnTo>
                  <a:lnTo>
                    <a:pt x="3265161" y="196845"/>
                  </a:lnTo>
                  <a:lnTo>
                    <a:pt x="3266233" y="196547"/>
                  </a:lnTo>
                  <a:lnTo>
                    <a:pt x="3267304" y="196248"/>
                  </a:lnTo>
                  <a:lnTo>
                    <a:pt x="3268376" y="195950"/>
                  </a:lnTo>
                  <a:lnTo>
                    <a:pt x="3269447" y="195651"/>
                  </a:lnTo>
                  <a:lnTo>
                    <a:pt x="3270519" y="195352"/>
                  </a:lnTo>
                  <a:lnTo>
                    <a:pt x="3271591" y="195053"/>
                  </a:lnTo>
                  <a:lnTo>
                    <a:pt x="3272662" y="194753"/>
                  </a:lnTo>
                  <a:lnTo>
                    <a:pt x="3273734" y="194453"/>
                  </a:lnTo>
                  <a:lnTo>
                    <a:pt x="3274805" y="194153"/>
                  </a:lnTo>
                  <a:lnTo>
                    <a:pt x="3275877" y="193853"/>
                  </a:lnTo>
                  <a:lnTo>
                    <a:pt x="3276949" y="193552"/>
                  </a:lnTo>
                  <a:lnTo>
                    <a:pt x="3278020" y="193251"/>
                  </a:lnTo>
                  <a:lnTo>
                    <a:pt x="3279092" y="192950"/>
                  </a:lnTo>
                  <a:lnTo>
                    <a:pt x="3280163" y="192649"/>
                  </a:lnTo>
                  <a:lnTo>
                    <a:pt x="3281235" y="192348"/>
                  </a:lnTo>
                  <a:lnTo>
                    <a:pt x="3282307" y="192046"/>
                  </a:lnTo>
                  <a:lnTo>
                    <a:pt x="3283378" y="191744"/>
                  </a:lnTo>
                  <a:lnTo>
                    <a:pt x="3284450" y="191441"/>
                  </a:lnTo>
                  <a:lnTo>
                    <a:pt x="3285521" y="191139"/>
                  </a:lnTo>
                  <a:lnTo>
                    <a:pt x="3286593" y="190836"/>
                  </a:lnTo>
                  <a:lnTo>
                    <a:pt x="3287665" y="190533"/>
                  </a:lnTo>
                  <a:lnTo>
                    <a:pt x="3288736" y="190230"/>
                  </a:lnTo>
                  <a:lnTo>
                    <a:pt x="3289808" y="189926"/>
                  </a:lnTo>
                  <a:lnTo>
                    <a:pt x="3290879" y="189622"/>
                  </a:lnTo>
                  <a:lnTo>
                    <a:pt x="3291951" y="189318"/>
                  </a:lnTo>
                  <a:lnTo>
                    <a:pt x="3293023" y="189014"/>
                  </a:lnTo>
                  <a:lnTo>
                    <a:pt x="3294094" y="188709"/>
                  </a:lnTo>
                  <a:lnTo>
                    <a:pt x="3295166" y="188405"/>
                  </a:lnTo>
                  <a:lnTo>
                    <a:pt x="3296237" y="188100"/>
                  </a:lnTo>
                  <a:lnTo>
                    <a:pt x="3297309" y="187794"/>
                  </a:lnTo>
                  <a:lnTo>
                    <a:pt x="3298381" y="187489"/>
                  </a:lnTo>
                  <a:lnTo>
                    <a:pt x="3299452" y="187183"/>
                  </a:lnTo>
                  <a:lnTo>
                    <a:pt x="3300524" y="186877"/>
                  </a:lnTo>
                  <a:lnTo>
                    <a:pt x="3301595" y="186571"/>
                  </a:lnTo>
                  <a:lnTo>
                    <a:pt x="3302667" y="186264"/>
                  </a:lnTo>
                  <a:lnTo>
                    <a:pt x="3303739" y="185958"/>
                  </a:lnTo>
                  <a:lnTo>
                    <a:pt x="3304810" y="185651"/>
                  </a:lnTo>
                  <a:lnTo>
                    <a:pt x="3305882" y="185343"/>
                  </a:lnTo>
                  <a:lnTo>
                    <a:pt x="3306953" y="185036"/>
                  </a:lnTo>
                  <a:lnTo>
                    <a:pt x="3308025" y="184728"/>
                  </a:lnTo>
                  <a:lnTo>
                    <a:pt x="3309097" y="184420"/>
                  </a:lnTo>
                  <a:lnTo>
                    <a:pt x="3310168" y="184112"/>
                  </a:lnTo>
                  <a:lnTo>
                    <a:pt x="3311240" y="183803"/>
                  </a:lnTo>
                  <a:lnTo>
                    <a:pt x="3312311" y="183495"/>
                  </a:lnTo>
                  <a:lnTo>
                    <a:pt x="3313383" y="183186"/>
                  </a:lnTo>
                  <a:lnTo>
                    <a:pt x="3314455" y="182877"/>
                  </a:lnTo>
                  <a:lnTo>
                    <a:pt x="3315526" y="182567"/>
                  </a:lnTo>
                  <a:lnTo>
                    <a:pt x="3316598" y="182258"/>
                  </a:lnTo>
                  <a:lnTo>
                    <a:pt x="3317669" y="181948"/>
                  </a:lnTo>
                  <a:lnTo>
                    <a:pt x="3318741" y="181638"/>
                  </a:lnTo>
                  <a:lnTo>
                    <a:pt x="3319813" y="181327"/>
                  </a:lnTo>
                  <a:lnTo>
                    <a:pt x="3320884" y="181016"/>
                  </a:lnTo>
                  <a:lnTo>
                    <a:pt x="3321956" y="180706"/>
                  </a:lnTo>
                  <a:lnTo>
                    <a:pt x="3323027" y="180395"/>
                  </a:lnTo>
                  <a:lnTo>
                    <a:pt x="3324099" y="180083"/>
                  </a:lnTo>
                  <a:lnTo>
                    <a:pt x="3325171" y="179772"/>
                  </a:lnTo>
                  <a:lnTo>
                    <a:pt x="3326242" y="179460"/>
                  </a:lnTo>
                  <a:lnTo>
                    <a:pt x="3327314" y="179148"/>
                  </a:lnTo>
                  <a:lnTo>
                    <a:pt x="3328385" y="178835"/>
                  </a:lnTo>
                  <a:lnTo>
                    <a:pt x="3329457" y="178523"/>
                  </a:lnTo>
                  <a:lnTo>
                    <a:pt x="3330529" y="178210"/>
                  </a:lnTo>
                  <a:lnTo>
                    <a:pt x="3331600" y="177897"/>
                  </a:lnTo>
                  <a:lnTo>
                    <a:pt x="3332672" y="177584"/>
                  </a:lnTo>
                  <a:lnTo>
                    <a:pt x="3333743" y="177270"/>
                  </a:lnTo>
                  <a:lnTo>
                    <a:pt x="3334815" y="176956"/>
                  </a:lnTo>
                  <a:lnTo>
                    <a:pt x="3335887" y="176642"/>
                  </a:lnTo>
                  <a:lnTo>
                    <a:pt x="3336958" y="176328"/>
                  </a:lnTo>
                  <a:lnTo>
                    <a:pt x="3338030" y="176014"/>
                  </a:lnTo>
                  <a:lnTo>
                    <a:pt x="3339101" y="175699"/>
                  </a:lnTo>
                  <a:lnTo>
                    <a:pt x="3340173" y="175384"/>
                  </a:lnTo>
                  <a:lnTo>
                    <a:pt x="3341245" y="175069"/>
                  </a:lnTo>
                  <a:lnTo>
                    <a:pt x="3342316" y="174754"/>
                  </a:lnTo>
                  <a:lnTo>
                    <a:pt x="3343388" y="174438"/>
                  </a:lnTo>
                  <a:lnTo>
                    <a:pt x="3344459" y="174122"/>
                  </a:lnTo>
                  <a:lnTo>
                    <a:pt x="3345531" y="173806"/>
                  </a:lnTo>
                  <a:lnTo>
                    <a:pt x="3346603" y="173490"/>
                  </a:lnTo>
                  <a:lnTo>
                    <a:pt x="3347674" y="173173"/>
                  </a:lnTo>
                  <a:lnTo>
                    <a:pt x="3348746" y="172856"/>
                  </a:lnTo>
                  <a:lnTo>
                    <a:pt x="3349817" y="172539"/>
                  </a:lnTo>
                  <a:lnTo>
                    <a:pt x="3350889" y="172222"/>
                  </a:lnTo>
                  <a:lnTo>
                    <a:pt x="3351961" y="171904"/>
                  </a:lnTo>
                  <a:lnTo>
                    <a:pt x="3353032" y="171587"/>
                  </a:lnTo>
                  <a:lnTo>
                    <a:pt x="3354104" y="171269"/>
                  </a:lnTo>
                  <a:lnTo>
                    <a:pt x="3355175" y="170951"/>
                  </a:lnTo>
                  <a:lnTo>
                    <a:pt x="3356247" y="170632"/>
                  </a:lnTo>
                  <a:lnTo>
                    <a:pt x="3357319" y="170313"/>
                  </a:lnTo>
                  <a:lnTo>
                    <a:pt x="3358390" y="169994"/>
                  </a:lnTo>
                  <a:lnTo>
                    <a:pt x="3359462" y="169675"/>
                  </a:lnTo>
                  <a:lnTo>
                    <a:pt x="3360533" y="169356"/>
                  </a:lnTo>
                  <a:lnTo>
                    <a:pt x="3361605" y="169036"/>
                  </a:lnTo>
                  <a:lnTo>
                    <a:pt x="3362677" y="168716"/>
                  </a:lnTo>
                  <a:lnTo>
                    <a:pt x="3363748" y="168396"/>
                  </a:lnTo>
                  <a:lnTo>
                    <a:pt x="3364820" y="168076"/>
                  </a:lnTo>
                  <a:lnTo>
                    <a:pt x="3365891" y="167756"/>
                  </a:lnTo>
                  <a:lnTo>
                    <a:pt x="3366963" y="167435"/>
                  </a:lnTo>
                  <a:lnTo>
                    <a:pt x="3368035" y="167114"/>
                  </a:lnTo>
                  <a:lnTo>
                    <a:pt x="3369106" y="166793"/>
                  </a:lnTo>
                  <a:lnTo>
                    <a:pt x="3370178" y="166471"/>
                  </a:lnTo>
                  <a:lnTo>
                    <a:pt x="3371249" y="166149"/>
                  </a:lnTo>
                  <a:lnTo>
                    <a:pt x="3372321" y="165828"/>
                  </a:lnTo>
                  <a:lnTo>
                    <a:pt x="3373392" y="165505"/>
                  </a:lnTo>
                  <a:lnTo>
                    <a:pt x="3374464" y="165183"/>
                  </a:lnTo>
                  <a:lnTo>
                    <a:pt x="3375536" y="164860"/>
                  </a:lnTo>
                  <a:lnTo>
                    <a:pt x="3376607" y="164538"/>
                  </a:lnTo>
                  <a:lnTo>
                    <a:pt x="3377679" y="164215"/>
                  </a:lnTo>
                  <a:lnTo>
                    <a:pt x="3378750" y="163891"/>
                  </a:lnTo>
                  <a:lnTo>
                    <a:pt x="3379822" y="163568"/>
                  </a:lnTo>
                  <a:lnTo>
                    <a:pt x="3380894" y="163244"/>
                  </a:lnTo>
                  <a:lnTo>
                    <a:pt x="3381965" y="162920"/>
                  </a:lnTo>
                  <a:lnTo>
                    <a:pt x="3383037" y="162596"/>
                  </a:lnTo>
                  <a:lnTo>
                    <a:pt x="3384108" y="162271"/>
                  </a:lnTo>
                  <a:lnTo>
                    <a:pt x="3385180" y="161947"/>
                  </a:lnTo>
                  <a:lnTo>
                    <a:pt x="3386252" y="161622"/>
                  </a:lnTo>
                  <a:lnTo>
                    <a:pt x="3387323" y="161297"/>
                  </a:lnTo>
                  <a:lnTo>
                    <a:pt x="3388395" y="160971"/>
                  </a:lnTo>
                  <a:lnTo>
                    <a:pt x="3389466" y="160646"/>
                  </a:lnTo>
                  <a:lnTo>
                    <a:pt x="3390538" y="160320"/>
                  </a:lnTo>
                  <a:lnTo>
                    <a:pt x="3391610" y="159994"/>
                  </a:lnTo>
                  <a:lnTo>
                    <a:pt x="3392681" y="159668"/>
                  </a:lnTo>
                  <a:lnTo>
                    <a:pt x="3393753" y="159341"/>
                  </a:lnTo>
                  <a:lnTo>
                    <a:pt x="3394824" y="159015"/>
                  </a:lnTo>
                  <a:lnTo>
                    <a:pt x="3395896" y="158688"/>
                  </a:lnTo>
                  <a:lnTo>
                    <a:pt x="3396968" y="158361"/>
                  </a:lnTo>
                  <a:lnTo>
                    <a:pt x="3398039" y="158033"/>
                  </a:lnTo>
                  <a:lnTo>
                    <a:pt x="3399111" y="157706"/>
                  </a:lnTo>
                  <a:lnTo>
                    <a:pt x="3400182" y="157378"/>
                  </a:lnTo>
                  <a:lnTo>
                    <a:pt x="3401254" y="157050"/>
                  </a:lnTo>
                  <a:lnTo>
                    <a:pt x="3402326" y="156722"/>
                  </a:lnTo>
                  <a:lnTo>
                    <a:pt x="3403397" y="156393"/>
                  </a:lnTo>
                  <a:lnTo>
                    <a:pt x="3404469" y="156065"/>
                  </a:lnTo>
                  <a:lnTo>
                    <a:pt x="3405540" y="155736"/>
                  </a:lnTo>
                  <a:lnTo>
                    <a:pt x="3406612" y="155407"/>
                  </a:lnTo>
                  <a:lnTo>
                    <a:pt x="3407684" y="155077"/>
                  </a:lnTo>
                  <a:lnTo>
                    <a:pt x="3408755" y="154748"/>
                  </a:lnTo>
                  <a:lnTo>
                    <a:pt x="3409827" y="154418"/>
                  </a:lnTo>
                  <a:lnTo>
                    <a:pt x="3410898" y="154088"/>
                  </a:lnTo>
                  <a:lnTo>
                    <a:pt x="3411970" y="153758"/>
                  </a:lnTo>
                  <a:lnTo>
                    <a:pt x="3413042" y="153427"/>
                  </a:lnTo>
                  <a:lnTo>
                    <a:pt x="3414113" y="153096"/>
                  </a:lnTo>
                  <a:lnTo>
                    <a:pt x="3415185" y="152765"/>
                  </a:lnTo>
                  <a:lnTo>
                    <a:pt x="3416256" y="152434"/>
                  </a:lnTo>
                  <a:lnTo>
                    <a:pt x="3417328" y="152103"/>
                  </a:lnTo>
                  <a:lnTo>
                    <a:pt x="3418400" y="151771"/>
                  </a:lnTo>
                  <a:lnTo>
                    <a:pt x="3419471" y="151440"/>
                  </a:lnTo>
                  <a:lnTo>
                    <a:pt x="3420543" y="151108"/>
                  </a:lnTo>
                  <a:lnTo>
                    <a:pt x="3421614" y="150775"/>
                  </a:lnTo>
                  <a:lnTo>
                    <a:pt x="3422686" y="150443"/>
                  </a:lnTo>
                  <a:lnTo>
                    <a:pt x="3423758" y="150110"/>
                  </a:lnTo>
                  <a:lnTo>
                    <a:pt x="3424829" y="149777"/>
                  </a:lnTo>
                  <a:lnTo>
                    <a:pt x="3425901" y="149444"/>
                  </a:lnTo>
                  <a:lnTo>
                    <a:pt x="3426972" y="149111"/>
                  </a:lnTo>
                  <a:lnTo>
                    <a:pt x="3428044" y="148778"/>
                  </a:lnTo>
                  <a:lnTo>
                    <a:pt x="3429116" y="148444"/>
                  </a:lnTo>
                  <a:lnTo>
                    <a:pt x="3430187" y="148110"/>
                  </a:lnTo>
                  <a:lnTo>
                    <a:pt x="3431259" y="147776"/>
                  </a:lnTo>
                  <a:lnTo>
                    <a:pt x="3432330" y="147441"/>
                  </a:lnTo>
                  <a:lnTo>
                    <a:pt x="3433402" y="147107"/>
                  </a:lnTo>
                  <a:lnTo>
                    <a:pt x="3434474" y="146772"/>
                  </a:lnTo>
                  <a:lnTo>
                    <a:pt x="3435545" y="146437"/>
                  </a:lnTo>
                  <a:lnTo>
                    <a:pt x="3436617" y="146101"/>
                  </a:lnTo>
                  <a:lnTo>
                    <a:pt x="3437688" y="145766"/>
                  </a:lnTo>
                  <a:lnTo>
                    <a:pt x="3438760" y="145430"/>
                  </a:lnTo>
                  <a:lnTo>
                    <a:pt x="3439832" y="145094"/>
                  </a:lnTo>
                  <a:lnTo>
                    <a:pt x="3440903" y="144758"/>
                  </a:lnTo>
                  <a:lnTo>
                    <a:pt x="3441975" y="144422"/>
                  </a:lnTo>
                  <a:lnTo>
                    <a:pt x="3443046" y="144085"/>
                  </a:lnTo>
                  <a:lnTo>
                    <a:pt x="3444118" y="143749"/>
                  </a:lnTo>
                  <a:lnTo>
                    <a:pt x="3445190" y="143412"/>
                  </a:lnTo>
                  <a:lnTo>
                    <a:pt x="3446261" y="143074"/>
                  </a:lnTo>
                  <a:lnTo>
                    <a:pt x="3447333" y="142737"/>
                  </a:lnTo>
                  <a:lnTo>
                    <a:pt x="3448404" y="142399"/>
                  </a:lnTo>
                  <a:lnTo>
                    <a:pt x="3449476" y="142062"/>
                  </a:lnTo>
                  <a:lnTo>
                    <a:pt x="3450548" y="141724"/>
                  </a:lnTo>
                  <a:lnTo>
                    <a:pt x="3451619" y="141385"/>
                  </a:lnTo>
                  <a:lnTo>
                    <a:pt x="3452691" y="141047"/>
                  </a:lnTo>
                  <a:lnTo>
                    <a:pt x="3453762" y="140708"/>
                  </a:lnTo>
                  <a:lnTo>
                    <a:pt x="3454834" y="140369"/>
                  </a:lnTo>
                  <a:lnTo>
                    <a:pt x="3455906" y="140030"/>
                  </a:lnTo>
                  <a:lnTo>
                    <a:pt x="3456977" y="139691"/>
                  </a:lnTo>
                  <a:lnTo>
                    <a:pt x="3458049" y="139351"/>
                  </a:lnTo>
                  <a:lnTo>
                    <a:pt x="3459120" y="139012"/>
                  </a:lnTo>
                  <a:lnTo>
                    <a:pt x="3460192" y="138672"/>
                  </a:lnTo>
                  <a:lnTo>
                    <a:pt x="3461264" y="138331"/>
                  </a:lnTo>
                  <a:lnTo>
                    <a:pt x="3462335" y="137991"/>
                  </a:lnTo>
                  <a:lnTo>
                    <a:pt x="3463407" y="137651"/>
                  </a:lnTo>
                  <a:lnTo>
                    <a:pt x="3464478" y="137310"/>
                  </a:lnTo>
                  <a:lnTo>
                    <a:pt x="3465550" y="136969"/>
                  </a:lnTo>
                  <a:lnTo>
                    <a:pt x="3466622" y="136627"/>
                  </a:lnTo>
                  <a:lnTo>
                    <a:pt x="3467693" y="136286"/>
                  </a:lnTo>
                  <a:lnTo>
                    <a:pt x="3468765" y="135944"/>
                  </a:lnTo>
                  <a:lnTo>
                    <a:pt x="3469836" y="135603"/>
                  </a:lnTo>
                  <a:lnTo>
                    <a:pt x="3470908" y="135261"/>
                  </a:lnTo>
                  <a:lnTo>
                    <a:pt x="3471980" y="134918"/>
                  </a:lnTo>
                  <a:lnTo>
                    <a:pt x="3473051" y="134576"/>
                  </a:lnTo>
                  <a:lnTo>
                    <a:pt x="3474123" y="134233"/>
                  </a:lnTo>
                  <a:lnTo>
                    <a:pt x="3475194" y="133890"/>
                  </a:lnTo>
                  <a:lnTo>
                    <a:pt x="3476266" y="133547"/>
                  </a:lnTo>
                  <a:lnTo>
                    <a:pt x="3477338" y="133204"/>
                  </a:lnTo>
                  <a:lnTo>
                    <a:pt x="3478409" y="132860"/>
                  </a:lnTo>
                  <a:lnTo>
                    <a:pt x="3479481" y="132517"/>
                  </a:lnTo>
                  <a:lnTo>
                    <a:pt x="3480552" y="132173"/>
                  </a:lnTo>
                  <a:lnTo>
                    <a:pt x="3481624" y="131829"/>
                  </a:lnTo>
                  <a:lnTo>
                    <a:pt x="3482696" y="131484"/>
                  </a:lnTo>
                  <a:lnTo>
                    <a:pt x="3483767" y="131140"/>
                  </a:lnTo>
                  <a:lnTo>
                    <a:pt x="3484839" y="130795"/>
                  </a:lnTo>
                  <a:lnTo>
                    <a:pt x="3485910" y="130450"/>
                  </a:lnTo>
                  <a:lnTo>
                    <a:pt x="3486982" y="130105"/>
                  </a:lnTo>
                  <a:lnTo>
                    <a:pt x="3488054" y="129760"/>
                  </a:lnTo>
                  <a:lnTo>
                    <a:pt x="3489125" y="129414"/>
                  </a:lnTo>
                  <a:lnTo>
                    <a:pt x="3490197" y="129068"/>
                  </a:lnTo>
                  <a:lnTo>
                    <a:pt x="3491268" y="128722"/>
                  </a:lnTo>
                  <a:lnTo>
                    <a:pt x="3492340" y="128376"/>
                  </a:lnTo>
                  <a:lnTo>
                    <a:pt x="3493412" y="128030"/>
                  </a:lnTo>
                  <a:lnTo>
                    <a:pt x="3494483" y="127683"/>
                  </a:lnTo>
                  <a:lnTo>
                    <a:pt x="3495555" y="127336"/>
                  </a:lnTo>
                  <a:lnTo>
                    <a:pt x="3496626" y="126989"/>
                  </a:lnTo>
                  <a:lnTo>
                    <a:pt x="3497698" y="126642"/>
                  </a:lnTo>
                  <a:lnTo>
                    <a:pt x="3498770" y="126295"/>
                  </a:lnTo>
                  <a:lnTo>
                    <a:pt x="3499841" y="125947"/>
                  </a:lnTo>
                  <a:lnTo>
                    <a:pt x="3500913" y="125599"/>
                  </a:lnTo>
                  <a:lnTo>
                    <a:pt x="3501984" y="125251"/>
                  </a:lnTo>
                  <a:lnTo>
                    <a:pt x="3503056" y="124903"/>
                  </a:lnTo>
                  <a:lnTo>
                    <a:pt x="3504128" y="124555"/>
                  </a:lnTo>
                  <a:lnTo>
                    <a:pt x="3505199" y="124206"/>
                  </a:lnTo>
                  <a:lnTo>
                    <a:pt x="3506271" y="123857"/>
                  </a:lnTo>
                  <a:lnTo>
                    <a:pt x="3507342" y="123508"/>
                  </a:lnTo>
                  <a:lnTo>
                    <a:pt x="3508414" y="123159"/>
                  </a:lnTo>
                  <a:lnTo>
                    <a:pt x="3509486" y="122810"/>
                  </a:lnTo>
                  <a:lnTo>
                    <a:pt x="3510557" y="122460"/>
                  </a:lnTo>
                  <a:lnTo>
                    <a:pt x="3511629" y="122110"/>
                  </a:lnTo>
                  <a:lnTo>
                    <a:pt x="3512700" y="121760"/>
                  </a:lnTo>
                  <a:lnTo>
                    <a:pt x="3513772" y="121410"/>
                  </a:lnTo>
                  <a:lnTo>
                    <a:pt x="3514844" y="121059"/>
                  </a:lnTo>
                  <a:lnTo>
                    <a:pt x="3515915" y="120709"/>
                  </a:lnTo>
                  <a:lnTo>
                    <a:pt x="3516987" y="120358"/>
                  </a:lnTo>
                  <a:lnTo>
                    <a:pt x="3518058" y="120007"/>
                  </a:lnTo>
                  <a:lnTo>
                    <a:pt x="3519130" y="119656"/>
                  </a:lnTo>
                  <a:lnTo>
                    <a:pt x="3520202" y="119304"/>
                  </a:lnTo>
                  <a:lnTo>
                    <a:pt x="3521273" y="118953"/>
                  </a:lnTo>
                  <a:lnTo>
                    <a:pt x="3522345" y="118601"/>
                  </a:lnTo>
                  <a:lnTo>
                    <a:pt x="3523416" y="118249"/>
                  </a:lnTo>
                  <a:lnTo>
                    <a:pt x="3524488" y="117897"/>
                  </a:lnTo>
                  <a:lnTo>
                    <a:pt x="3525560" y="117544"/>
                  </a:lnTo>
                  <a:lnTo>
                    <a:pt x="3526631" y="117192"/>
                  </a:lnTo>
                  <a:lnTo>
                    <a:pt x="3527703" y="116839"/>
                  </a:lnTo>
                  <a:lnTo>
                    <a:pt x="3528774" y="116486"/>
                  </a:lnTo>
                  <a:lnTo>
                    <a:pt x="3529846" y="116133"/>
                  </a:lnTo>
                  <a:lnTo>
                    <a:pt x="3530918" y="115779"/>
                  </a:lnTo>
                  <a:lnTo>
                    <a:pt x="3531989" y="115425"/>
                  </a:lnTo>
                  <a:lnTo>
                    <a:pt x="3533061" y="115072"/>
                  </a:lnTo>
                  <a:lnTo>
                    <a:pt x="3534132" y="114718"/>
                  </a:lnTo>
                  <a:lnTo>
                    <a:pt x="3535204" y="114364"/>
                  </a:lnTo>
                  <a:lnTo>
                    <a:pt x="3536276" y="114009"/>
                  </a:lnTo>
                  <a:lnTo>
                    <a:pt x="3537347" y="113655"/>
                  </a:lnTo>
                  <a:lnTo>
                    <a:pt x="3538419" y="113300"/>
                  </a:lnTo>
                  <a:lnTo>
                    <a:pt x="3539490" y="112945"/>
                  </a:lnTo>
                  <a:lnTo>
                    <a:pt x="3540562" y="112590"/>
                  </a:lnTo>
                  <a:lnTo>
                    <a:pt x="3541634" y="112234"/>
                  </a:lnTo>
                  <a:lnTo>
                    <a:pt x="3542705" y="111879"/>
                  </a:lnTo>
                  <a:lnTo>
                    <a:pt x="3543777" y="111523"/>
                  </a:lnTo>
                  <a:lnTo>
                    <a:pt x="3544848" y="111167"/>
                  </a:lnTo>
                  <a:lnTo>
                    <a:pt x="3545920" y="110811"/>
                  </a:lnTo>
                  <a:lnTo>
                    <a:pt x="3546992" y="110454"/>
                  </a:lnTo>
                  <a:lnTo>
                    <a:pt x="3548063" y="110098"/>
                  </a:lnTo>
                  <a:lnTo>
                    <a:pt x="3549135" y="109741"/>
                  </a:lnTo>
                  <a:lnTo>
                    <a:pt x="3550206" y="109384"/>
                  </a:lnTo>
                  <a:lnTo>
                    <a:pt x="3551278" y="109027"/>
                  </a:lnTo>
                  <a:lnTo>
                    <a:pt x="3552349" y="108670"/>
                  </a:lnTo>
                  <a:lnTo>
                    <a:pt x="3553421" y="108312"/>
                  </a:lnTo>
                  <a:lnTo>
                    <a:pt x="3554493" y="107955"/>
                  </a:lnTo>
                  <a:lnTo>
                    <a:pt x="3555564" y="107597"/>
                  </a:lnTo>
                  <a:lnTo>
                    <a:pt x="3556636" y="107239"/>
                  </a:lnTo>
                  <a:lnTo>
                    <a:pt x="3557707" y="106880"/>
                  </a:lnTo>
                  <a:lnTo>
                    <a:pt x="3558779" y="106522"/>
                  </a:lnTo>
                  <a:lnTo>
                    <a:pt x="3559851" y="106163"/>
                  </a:lnTo>
                  <a:lnTo>
                    <a:pt x="3560922" y="105804"/>
                  </a:lnTo>
                  <a:lnTo>
                    <a:pt x="3561994" y="105445"/>
                  </a:lnTo>
                  <a:lnTo>
                    <a:pt x="3563065" y="105086"/>
                  </a:lnTo>
                  <a:lnTo>
                    <a:pt x="3564137" y="104727"/>
                  </a:lnTo>
                  <a:lnTo>
                    <a:pt x="3565209" y="104367"/>
                  </a:lnTo>
                  <a:lnTo>
                    <a:pt x="3566280" y="104007"/>
                  </a:lnTo>
                  <a:lnTo>
                    <a:pt x="3567352" y="103647"/>
                  </a:lnTo>
                  <a:lnTo>
                    <a:pt x="3568423" y="103287"/>
                  </a:lnTo>
                  <a:lnTo>
                    <a:pt x="3569495" y="102927"/>
                  </a:lnTo>
                  <a:lnTo>
                    <a:pt x="3570567" y="102566"/>
                  </a:lnTo>
                  <a:lnTo>
                    <a:pt x="3571638" y="102205"/>
                  </a:lnTo>
                  <a:lnTo>
                    <a:pt x="3572710" y="101844"/>
                  </a:lnTo>
                  <a:lnTo>
                    <a:pt x="3573781" y="101483"/>
                  </a:lnTo>
                  <a:lnTo>
                    <a:pt x="3574853" y="101122"/>
                  </a:lnTo>
                  <a:lnTo>
                    <a:pt x="3575925" y="100760"/>
                  </a:lnTo>
                  <a:lnTo>
                    <a:pt x="3576996" y="100399"/>
                  </a:lnTo>
                  <a:lnTo>
                    <a:pt x="3578068" y="100037"/>
                  </a:lnTo>
                  <a:lnTo>
                    <a:pt x="3579139" y="99675"/>
                  </a:lnTo>
                  <a:lnTo>
                    <a:pt x="3580211" y="99312"/>
                  </a:lnTo>
                  <a:lnTo>
                    <a:pt x="3581283" y="98950"/>
                  </a:lnTo>
                  <a:lnTo>
                    <a:pt x="3582354" y="98587"/>
                  </a:lnTo>
                  <a:lnTo>
                    <a:pt x="3583426" y="98224"/>
                  </a:lnTo>
                  <a:lnTo>
                    <a:pt x="3584497" y="97861"/>
                  </a:lnTo>
                  <a:lnTo>
                    <a:pt x="3585569" y="97498"/>
                  </a:lnTo>
                  <a:lnTo>
                    <a:pt x="3586641" y="97135"/>
                  </a:lnTo>
                  <a:lnTo>
                    <a:pt x="3587712" y="96771"/>
                  </a:lnTo>
                  <a:lnTo>
                    <a:pt x="3588784" y="96407"/>
                  </a:lnTo>
                  <a:lnTo>
                    <a:pt x="3589855" y="96043"/>
                  </a:lnTo>
                  <a:lnTo>
                    <a:pt x="3590927" y="95679"/>
                  </a:lnTo>
                  <a:lnTo>
                    <a:pt x="3591999" y="95315"/>
                  </a:lnTo>
                  <a:lnTo>
                    <a:pt x="3593070" y="94950"/>
                  </a:lnTo>
                  <a:lnTo>
                    <a:pt x="3594142" y="94586"/>
                  </a:lnTo>
                  <a:lnTo>
                    <a:pt x="3595213" y="94221"/>
                  </a:lnTo>
                  <a:lnTo>
                    <a:pt x="3596285" y="93856"/>
                  </a:lnTo>
                  <a:lnTo>
                    <a:pt x="3597357" y="93490"/>
                  </a:lnTo>
                  <a:lnTo>
                    <a:pt x="3598428" y="93125"/>
                  </a:lnTo>
                  <a:lnTo>
                    <a:pt x="3599500" y="92759"/>
                  </a:lnTo>
                  <a:lnTo>
                    <a:pt x="3600571" y="92393"/>
                  </a:lnTo>
                  <a:lnTo>
                    <a:pt x="3601643" y="92027"/>
                  </a:lnTo>
                  <a:lnTo>
                    <a:pt x="3602715" y="91661"/>
                  </a:lnTo>
                  <a:lnTo>
                    <a:pt x="3603786" y="91295"/>
                  </a:lnTo>
                  <a:lnTo>
                    <a:pt x="3604858" y="90928"/>
                  </a:lnTo>
                  <a:lnTo>
                    <a:pt x="3605929" y="90562"/>
                  </a:lnTo>
                  <a:lnTo>
                    <a:pt x="3607001" y="90195"/>
                  </a:lnTo>
                  <a:lnTo>
                    <a:pt x="3608073" y="89827"/>
                  </a:lnTo>
                  <a:lnTo>
                    <a:pt x="3609144" y="89460"/>
                  </a:lnTo>
                  <a:lnTo>
                    <a:pt x="3610216" y="89093"/>
                  </a:lnTo>
                  <a:lnTo>
                    <a:pt x="3611287" y="88725"/>
                  </a:lnTo>
                  <a:lnTo>
                    <a:pt x="3612359" y="88357"/>
                  </a:lnTo>
                  <a:lnTo>
                    <a:pt x="3613431" y="87989"/>
                  </a:lnTo>
                  <a:lnTo>
                    <a:pt x="3614502" y="87621"/>
                  </a:lnTo>
                  <a:lnTo>
                    <a:pt x="3615574" y="87252"/>
                  </a:lnTo>
                  <a:lnTo>
                    <a:pt x="3616645" y="86884"/>
                  </a:lnTo>
                  <a:lnTo>
                    <a:pt x="3617717" y="86515"/>
                  </a:lnTo>
                  <a:lnTo>
                    <a:pt x="3618789" y="86146"/>
                  </a:lnTo>
                  <a:lnTo>
                    <a:pt x="3619860" y="85777"/>
                  </a:lnTo>
                  <a:lnTo>
                    <a:pt x="3620932" y="85408"/>
                  </a:lnTo>
                  <a:lnTo>
                    <a:pt x="3622003" y="85038"/>
                  </a:lnTo>
                  <a:lnTo>
                    <a:pt x="3623075" y="84669"/>
                  </a:lnTo>
                  <a:lnTo>
                    <a:pt x="3624147" y="84299"/>
                  </a:lnTo>
                  <a:lnTo>
                    <a:pt x="3625218" y="83929"/>
                  </a:lnTo>
                  <a:lnTo>
                    <a:pt x="3626290" y="83558"/>
                  </a:lnTo>
                  <a:lnTo>
                    <a:pt x="3627361" y="83188"/>
                  </a:lnTo>
                  <a:lnTo>
                    <a:pt x="3628433" y="82817"/>
                  </a:lnTo>
                  <a:lnTo>
                    <a:pt x="3629505" y="82447"/>
                  </a:lnTo>
                  <a:lnTo>
                    <a:pt x="3630576" y="82076"/>
                  </a:lnTo>
                  <a:lnTo>
                    <a:pt x="3631648" y="81705"/>
                  </a:lnTo>
                  <a:lnTo>
                    <a:pt x="3632719" y="81333"/>
                  </a:lnTo>
                  <a:lnTo>
                    <a:pt x="3633791" y="80962"/>
                  </a:lnTo>
                  <a:lnTo>
                    <a:pt x="3634863" y="80590"/>
                  </a:lnTo>
                  <a:lnTo>
                    <a:pt x="3635934" y="80218"/>
                  </a:lnTo>
                  <a:lnTo>
                    <a:pt x="3637006" y="79846"/>
                  </a:lnTo>
                  <a:lnTo>
                    <a:pt x="3638077" y="79474"/>
                  </a:lnTo>
                  <a:lnTo>
                    <a:pt x="3639149" y="79102"/>
                  </a:lnTo>
                  <a:lnTo>
                    <a:pt x="3640221" y="78729"/>
                  </a:lnTo>
                  <a:lnTo>
                    <a:pt x="3641292" y="78356"/>
                  </a:lnTo>
                  <a:lnTo>
                    <a:pt x="3642364" y="77983"/>
                  </a:lnTo>
                  <a:lnTo>
                    <a:pt x="3643435" y="77610"/>
                  </a:lnTo>
                  <a:lnTo>
                    <a:pt x="3644507" y="77237"/>
                  </a:lnTo>
                  <a:lnTo>
                    <a:pt x="3645579" y="76864"/>
                  </a:lnTo>
                  <a:lnTo>
                    <a:pt x="3646650" y="76490"/>
                  </a:lnTo>
                  <a:lnTo>
                    <a:pt x="3647722" y="76116"/>
                  </a:lnTo>
                  <a:lnTo>
                    <a:pt x="3648793" y="75742"/>
                  </a:lnTo>
                  <a:lnTo>
                    <a:pt x="3649865" y="75368"/>
                  </a:lnTo>
                  <a:lnTo>
                    <a:pt x="3650937" y="74994"/>
                  </a:lnTo>
                  <a:lnTo>
                    <a:pt x="3652008" y="74619"/>
                  </a:lnTo>
                  <a:lnTo>
                    <a:pt x="3653080" y="74244"/>
                  </a:lnTo>
                  <a:lnTo>
                    <a:pt x="3654151" y="73869"/>
                  </a:lnTo>
                  <a:lnTo>
                    <a:pt x="3655223" y="73494"/>
                  </a:lnTo>
                  <a:lnTo>
                    <a:pt x="3656295" y="73119"/>
                  </a:lnTo>
                  <a:lnTo>
                    <a:pt x="3657366" y="72744"/>
                  </a:lnTo>
                  <a:lnTo>
                    <a:pt x="3658438" y="72368"/>
                  </a:lnTo>
                  <a:lnTo>
                    <a:pt x="3659509" y="71992"/>
                  </a:lnTo>
                  <a:lnTo>
                    <a:pt x="3660581" y="71616"/>
                  </a:lnTo>
                  <a:lnTo>
                    <a:pt x="3661653" y="71240"/>
                  </a:lnTo>
                  <a:lnTo>
                    <a:pt x="3662724" y="70864"/>
                  </a:lnTo>
                  <a:lnTo>
                    <a:pt x="3663796" y="70488"/>
                  </a:lnTo>
                  <a:lnTo>
                    <a:pt x="3664867" y="70111"/>
                  </a:lnTo>
                  <a:lnTo>
                    <a:pt x="3665939" y="69734"/>
                  </a:lnTo>
                  <a:lnTo>
                    <a:pt x="3667011" y="69357"/>
                  </a:lnTo>
                  <a:lnTo>
                    <a:pt x="3668082" y="68980"/>
                  </a:lnTo>
                  <a:lnTo>
                    <a:pt x="3669154" y="68603"/>
                  </a:lnTo>
                  <a:lnTo>
                    <a:pt x="3670225" y="68225"/>
                  </a:lnTo>
                  <a:lnTo>
                    <a:pt x="3671297" y="67847"/>
                  </a:lnTo>
                  <a:lnTo>
                    <a:pt x="3672369" y="67470"/>
                  </a:lnTo>
                  <a:lnTo>
                    <a:pt x="3673440" y="67091"/>
                  </a:lnTo>
                  <a:lnTo>
                    <a:pt x="3674512" y="66713"/>
                  </a:lnTo>
                  <a:lnTo>
                    <a:pt x="3675583" y="66335"/>
                  </a:lnTo>
                  <a:lnTo>
                    <a:pt x="3676655" y="65956"/>
                  </a:lnTo>
                  <a:lnTo>
                    <a:pt x="3677727" y="65578"/>
                  </a:lnTo>
                  <a:lnTo>
                    <a:pt x="3678798" y="65199"/>
                  </a:lnTo>
                  <a:lnTo>
                    <a:pt x="3679870" y="64820"/>
                  </a:lnTo>
                  <a:lnTo>
                    <a:pt x="3680941" y="64440"/>
                  </a:lnTo>
                  <a:lnTo>
                    <a:pt x="3682013" y="64061"/>
                  </a:lnTo>
                  <a:lnTo>
                    <a:pt x="3683085" y="63681"/>
                  </a:lnTo>
                  <a:lnTo>
                    <a:pt x="3684156" y="63302"/>
                  </a:lnTo>
                  <a:lnTo>
                    <a:pt x="3685228" y="62922"/>
                  </a:lnTo>
                  <a:lnTo>
                    <a:pt x="3686299" y="62541"/>
                  </a:lnTo>
                  <a:lnTo>
                    <a:pt x="3687371" y="62161"/>
                  </a:lnTo>
                  <a:lnTo>
                    <a:pt x="3688443" y="61781"/>
                  </a:lnTo>
                  <a:lnTo>
                    <a:pt x="3689514" y="61400"/>
                  </a:lnTo>
                  <a:lnTo>
                    <a:pt x="3690586" y="61019"/>
                  </a:lnTo>
                  <a:lnTo>
                    <a:pt x="3691657" y="60638"/>
                  </a:lnTo>
                  <a:lnTo>
                    <a:pt x="3692729" y="60257"/>
                  </a:lnTo>
                  <a:lnTo>
                    <a:pt x="3693801" y="59876"/>
                  </a:lnTo>
                  <a:lnTo>
                    <a:pt x="3694872" y="59494"/>
                  </a:lnTo>
                  <a:lnTo>
                    <a:pt x="3695944" y="59113"/>
                  </a:lnTo>
                  <a:lnTo>
                    <a:pt x="3697015" y="58731"/>
                  </a:lnTo>
                  <a:lnTo>
                    <a:pt x="3698087" y="58349"/>
                  </a:lnTo>
                  <a:lnTo>
                    <a:pt x="3699159" y="57967"/>
                  </a:lnTo>
                  <a:lnTo>
                    <a:pt x="3700230" y="57584"/>
                  </a:lnTo>
                  <a:lnTo>
                    <a:pt x="3701302" y="57202"/>
                  </a:lnTo>
                  <a:lnTo>
                    <a:pt x="3702373" y="56819"/>
                  </a:lnTo>
                  <a:lnTo>
                    <a:pt x="3703445" y="56436"/>
                  </a:lnTo>
                  <a:lnTo>
                    <a:pt x="3704517" y="56053"/>
                  </a:lnTo>
                  <a:lnTo>
                    <a:pt x="3705588" y="55670"/>
                  </a:lnTo>
                  <a:lnTo>
                    <a:pt x="3706660" y="55287"/>
                  </a:lnTo>
                  <a:lnTo>
                    <a:pt x="3707731" y="54903"/>
                  </a:lnTo>
                  <a:lnTo>
                    <a:pt x="3708803" y="54519"/>
                  </a:lnTo>
                  <a:lnTo>
                    <a:pt x="3709875" y="54135"/>
                  </a:lnTo>
                  <a:lnTo>
                    <a:pt x="3710946" y="53751"/>
                  </a:lnTo>
                  <a:lnTo>
                    <a:pt x="3712018" y="53367"/>
                  </a:lnTo>
                  <a:lnTo>
                    <a:pt x="3713089" y="52983"/>
                  </a:lnTo>
                  <a:lnTo>
                    <a:pt x="3714161" y="52598"/>
                  </a:lnTo>
                  <a:lnTo>
                    <a:pt x="3715233" y="52213"/>
                  </a:lnTo>
                  <a:lnTo>
                    <a:pt x="3716304" y="51829"/>
                  </a:lnTo>
                  <a:lnTo>
                    <a:pt x="3717376" y="51444"/>
                  </a:lnTo>
                  <a:lnTo>
                    <a:pt x="3718447" y="51058"/>
                  </a:lnTo>
                  <a:lnTo>
                    <a:pt x="3719519" y="50673"/>
                  </a:lnTo>
                  <a:lnTo>
                    <a:pt x="3720591" y="50287"/>
                  </a:lnTo>
                  <a:lnTo>
                    <a:pt x="3721662" y="49902"/>
                  </a:lnTo>
                  <a:lnTo>
                    <a:pt x="3722734" y="49516"/>
                  </a:lnTo>
                  <a:lnTo>
                    <a:pt x="3723805" y="49130"/>
                  </a:lnTo>
                  <a:lnTo>
                    <a:pt x="3724877" y="48743"/>
                  </a:lnTo>
                  <a:lnTo>
                    <a:pt x="3725949" y="48357"/>
                  </a:lnTo>
                  <a:lnTo>
                    <a:pt x="3727020" y="47970"/>
                  </a:lnTo>
                  <a:lnTo>
                    <a:pt x="3728092" y="47584"/>
                  </a:lnTo>
                  <a:lnTo>
                    <a:pt x="3729163" y="47197"/>
                  </a:lnTo>
                  <a:lnTo>
                    <a:pt x="3730235" y="46810"/>
                  </a:lnTo>
                  <a:lnTo>
                    <a:pt x="3731306" y="46422"/>
                  </a:lnTo>
                  <a:lnTo>
                    <a:pt x="3732378" y="46035"/>
                  </a:lnTo>
                  <a:lnTo>
                    <a:pt x="3733450" y="45648"/>
                  </a:lnTo>
                  <a:lnTo>
                    <a:pt x="3734521" y="45260"/>
                  </a:lnTo>
                  <a:lnTo>
                    <a:pt x="3735593" y="44872"/>
                  </a:lnTo>
                  <a:lnTo>
                    <a:pt x="3736664" y="44484"/>
                  </a:lnTo>
                  <a:lnTo>
                    <a:pt x="3737736" y="44096"/>
                  </a:lnTo>
                  <a:lnTo>
                    <a:pt x="3738808" y="43707"/>
                  </a:lnTo>
                  <a:lnTo>
                    <a:pt x="3739879" y="43319"/>
                  </a:lnTo>
                  <a:lnTo>
                    <a:pt x="3740951" y="42930"/>
                  </a:lnTo>
                  <a:lnTo>
                    <a:pt x="3742022" y="42541"/>
                  </a:lnTo>
                  <a:lnTo>
                    <a:pt x="3743094" y="42152"/>
                  </a:lnTo>
                  <a:lnTo>
                    <a:pt x="3744166" y="41763"/>
                  </a:lnTo>
                  <a:lnTo>
                    <a:pt x="3745237" y="41373"/>
                  </a:lnTo>
                  <a:lnTo>
                    <a:pt x="3746309" y="40984"/>
                  </a:lnTo>
                  <a:lnTo>
                    <a:pt x="3747380" y="40594"/>
                  </a:lnTo>
                  <a:lnTo>
                    <a:pt x="3748452" y="40204"/>
                  </a:lnTo>
                  <a:lnTo>
                    <a:pt x="3749524" y="39814"/>
                  </a:lnTo>
                  <a:lnTo>
                    <a:pt x="3750595" y="39424"/>
                  </a:lnTo>
                  <a:lnTo>
                    <a:pt x="3751667" y="39033"/>
                  </a:lnTo>
                  <a:lnTo>
                    <a:pt x="3752738" y="38643"/>
                  </a:lnTo>
                  <a:lnTo>
                    <a:pt x="3753810" y="38252"/>
                  </a:lnTo>
                  <a:lnTo>
                    <a:pt x="3754882" y="37861"/>
                  </a:lnTo>
                  <a:lnTo>
                    <a:pt x="3755953" y="37470"/>
                  </a:lnTo>
                  <a:lnTo>
                    <a:pt x="3757025" y="37079"/>
                  </a:lnTo>
                  <a:lnTo>
                    <a:pt x="3758096" y="36688"/>
                  </a:lnTo>
                  <a:lnTo>
                    <a:pt x="3759168" y="36296"/>
                  </a:lnTo>
                  <a:lnTo>
                    <a:pt x="3760240" y="35905"/>
                  </a:lnTo>
                  <a:lnTo>
                    <a:pt x="3761311" y="35513"/>
                  </a:lnTo>
                  <a:lnTo>
                    <a:pt x="3762383" y="35121"/>
                  </a:lnTo>
                  <a:lnTo>
                    <a:pt x="3763454" y="34729"/>
                  </a:lnTo>
                  <a:lnTo>
                    <a:pt x="3764526" y="34336"/>
                  </a:lnTo>
                  <a:lnTo>
                    <a:pt x="3765598" y="33944"/>
                  </a:lnTo>
                  <a:lnTo>
                    <a:pt x="3766669" y="33551"/>
                  </a:lnTo>
                  <a:lnTo>
                    <a:pt x="3767741" y="33158"/>
                  </a:lnTo>
                  <a:lnTo>
                    <a:pt x="3768812" y="32765"/>
                  </a:lnTo>
                  <a:lnTo>
                    <a:pt x="3769884" y="32372"/>
                  </a:lnTo>
                  <a:lnTo>
                    <a:pt x="3770956" y="31979"/>
                  </a:lnTo>
                  <a:lnTo>
                    <a:pt x="3772027" y="31585"/>
                  </a:lnTo>
                  <a:lnTo>
                    <a:pt x="3773099" y="31192"/>
                  </a:lnTo>
                  <a:lnTo>
                    <a:pt x="3774170" y="30798"/>
                  </a:lnTo>
                  <a:lnTo>
                    <a:pt x="3775242" y="30404"/>
                  </a:lnTo>
                  <a:lnTo>
                    <a:pt x="3776314" y="30010"/>
                  </a:lnTo>
                  <a:lnTo>
                    <a:pt x="3777385" y="29615"/>
                  </a:lnTo>
                  <a:lnTo>
                    <a:pt x="3778457" y="29221"/>
                  </a:lnTo>
                  <a:lnTo>
                    <a:pt x="3779528" y="28826"/>
                  </a:lnTo>
                  <a:lnTo>
                    <a:pt x="3780600" y="28432"/>
                  </a:lnTo>
                  <a:lnTo>
                    <a:pt x="3781672" y="28037"/>
                  </a:lnTo>
                  <a:lnTo>
                    <a:pt x="3782743" y="27642"/>
                  </a:lnTo>
                  <a:lnTo>
                    <a:pt x="3783815" y="27246"/>
                  </a:lnTo>
                  <a:lnTo>
                    <a:pt x="3784886" y="26851"/>
                  </a:lnTo>
                  <a:lnTo>
                    <a:pt x="3785958" y="26455"/>
                  </a:lnTo>
                  <a:lnTo>
                    <a:pt x="3787030" y="26060"/>
                  </a:lnTo>
                  <a:lnTo>
                    <a:pt x="3788101" y="25664"/>
                  </a:lnTo>
                  <a:lnTo>
                    <a:pt x="3789173" y="25268"/>
                  </a:lnTo>
                  <a:lnTo>
                    <a:pt x="3790244" y="24872"/>
                  </a:lnTo>
                  <a:lnTo>
                    <a:pt x="3791316" y="24475"/>
                  </a:lnTo>
                  <a:lnTo>
                    <a:pt x="3792388" y="24079"/>
                  </a:lnTo>
                  <a:lnTo>
                    <a:pt x="3793459" y="23682"/>
                  </a:lnTo>
                  <a:lnTo>
                    <a:pt x="3794531" y="23285"/>
                  </a:lnTo>
                  <a:lnTo>
                    <a:pt x="3795602" y="22888"/>
                  </a:lnTo>
                  <a:lnTo>
                    <a:pt x="3796674" y="22491"/>
                  </a:lnTo>
                  <a:lnTo>
                    <a:pt x="3797746" y="22094"/>
                  </a:lnTo>
                  <a:lnTo>
                    <a:pt x="3798817" y="21696"/>
                  </a:lnTo>
                  <a:lnTo>
                    <a:pt x="3799889" y="21299"/>
                  </a:lnTo>
                  <a:lnTo>
                    <a:pt x="3800960" y="20901"/>
                  </a:lnTo>
                  <a:lnTo>
                    <a:pt x="3802032" y="20503"/>
                  </a:lnTo>
                  <a:lnTo>
                    <a:pt x="3803104" y="20105"/>
                  </a:lnTo>
                  <a:lnTo>
                    <a:pt x="3804175" y="19706"/>
                  </a:lnTo>
                  <a:lnTo>
                    <a:pt x="3805247" y="19308"/>
                  </a:lnTo>
                  <a:lnTo>
                    <a:pt x="3806318" y="18909"/>
                  </a:lnTo>
                  <a:lnTo>
                    <a:pt x="3807390" y="18511"/>
                  </a:lnTo>
                  <a:lnTo>
                    <a:pt x="3808462" y="18112"/>
                  </a:lnTo>
                  <a:lnTo>
                    <a:pt x="3809533" y="17713"/>
                  </a:lnTo>
                  <a:lnTo>
                    <a:pt x="3810605" y="17313"/>
                  </a:lnTo>
                  <a:lnTo>
                    <a:pt x="3811676" y="16914"/>
                  </a:lnTo>
                  <a:lnTo>
                    <a:pt x="3812748" y="16515"/>
                  </a:lnTo>
                  <a:lnTo>
                    <a:pt x="3813820" y="16115"/>
                  </a:lnTo>
                  <a:lnTo>
                    <a:pt x="3814891" y="15715"/>
                  </a:lnTo>
                  <a:lnTo>
                    <a:pt x="3815963" y="15315"/>
                  </a:lnTo>
                  <a:lnTo>
                    <a:pt x="3817034" y="14915"/>
                  </a:lnTo>
                  <a:lnTo>
                    <a:pt x="3818106" y="14515"/>
                  </a:lnTo>
                  <a:lnTo>
                    <a:pt x="3819178" y="14114"/>
                  </a:lnTo>
                  <a:lnTo>
                    <a:pt x="3820249" y="13713"/>
                  </a:lnTo>
                  <a:lnTo>
                    <a:pt x="3821321" y="13313"/>
                  </a:lnTo>
                  <a:lnTo>
                    <a:pt x="3822392" y="12912"/>
                  </a:lnTo>
                  <a:lnTo>
                    <a:pt x="3823464" y="12511"/>
                  </a:lnTo>
                  <a:lnTo>
                    <a:pt x="3824536" y="12109"/>
                  </a:lnTo>
                  <a:lnTo>
                    <a:pt x="3825607" y="11708"/>
                  </a:lnTo>
                  <a:lnTo>
                    <a:pt x="3826679" y="11306"/>
                  </a:lnTo>
                  <a:lnTo>
                    <a:pt x="3827750" y="10905"/>
                  </a:lnTo>
                  <a:lnTo>
                    <a:pt x="3828822" y="10503"/>
                  </a:lnTo>
                  <a:lnTo>
                    <a:pt x="3829894" y="10101"/>
                  </a:lnTo>
                  <a:lnTo>
                    <a:pt x="3830965" y="9698"/>
                  </a:lnTo>
                  <a:lnTo>
                    <a:pt x="3832037" y="9296"/>
                  </a:lnTo>
                  <a:lnTo>
                    <a:pt x="3833108" y="8894"/>
                  </a:lnTo>
                  <a:lnTo>
                    <a:pt x="3834180" y="8491"/>
                  </a:lnTo>
                  <a:lnTo>
                    <a:pt x="3835252" y="8088"/>
                  </a:lnTo>
                  <a:lnTo>
                    <a:pt x="3836323" y="7685"/>
                  </a:lnTo>
                  <a:lnTo>
                    <a:pt x="3837395" y="7282"/>
                  </a:lnTo>
                  <a:lnTo>
                    <a:pt x="3838466" y="6879"/>
                  </a:lnTo>
                  <a:lnTo>
                    <a:pt x="3839538" y="6475"/>
                  </a:lnTo>
                  <a:lnTo>
                    <a:pt x="3840610" y="6072"/>
                  </a:lnTo>
                  <a:lnTo>
                    <a:pt x="3841681" y="5668"/>
                  </a:lnTo>
                  <a:lnTo>
                    <a:pt x="3842753" y="5264"/>
                  </a:lnTo>
                  <a:lnTo>
                    <a:pt x="3843824" y="4860"/>
                  </a:lnTo>
                  <a:lnTo>
                    <a:pt x="3844896" y="4456"/>
                  </a:lnTo>
                  <a:lnTo>
                    <a:pt x="3845968" y="4052"/>
                  </a:lnTo>
                  <a:lnTo>
                    <a:pt x="3847039" y="3647"/>
                  </a:lnTo>
                  <a:lnTo>
                    <a:pt x="3848111" y="3242"/>
                  </a:lnTo>
                  <a:lnTo>
                    <a:pt x="3849182" y="2838"/>
                  </a:lnTo>
                  <a:lnTo>
                    <a:pt x="3850254" y="2433"/>
                  </a:lnTo>
                  <a:lnTo>
                    <a:pt x="3851326" y="2027"/>
                  </a:lnTo>
                  <a:lnTo>
                    <a:pt x="3852397" y="1622"/>
                  </a:lnTo>
                  <a:lnTo>
                    <a:pt x="3853469" y="1217"/>
                  </a:lnTo>
                  <a:lnTo>
                    <a:pt x="3854540" y="811"/>
                  </a:lnTo>
                  <a:lnTo>
                    <a:pt x="3855612" y="40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684231" y="1186715"/>
              <a:ext cx="3856684" cy="1418391"/>
            </a:xfrm>
            <a:custGeom>
              <a:avLst/>
              <a:gdLst/>
              <a:ahLst/>
              <a:cxnLst/>
              <a:rect l="0" t="0" r="0" b="0"/>
              <a:pathLst>
                <a:path w="3856684" h="1418391">
                  <a:moveTo>
                    <a:pt x="3856684" y="0"/>
                  </a:moveTo>
                  <a:lnTo>
                    <a:pt x="3855612" y="28"/>
                  </a:lnTo>
                  <a:lnTo>
                    <a:pt x="3854540" y="56"/>
                  </a:lnTo>
                  <a:lnTo>
                    <a:pt x="3853469" y="85"/>
                  </a:lnTo>
                  <a:lnTo>
                    <a:pt x="3852397" y="114"/>
                  </a:lnTo>
                  <a:lnTo>
                    <a:pt x="3851326" y="142"/>
                  </a:lnTo>
                  <a:lnTo>
                    <a:pt x="3850254" y="171"/>
                  </a:lnTo>
                  <a:lnTo>
                    <a:pt x="3849182" y="200"/>
                  </a:lnTo>
                  <a:lnTo>
                    <a:pt x="3848111" y="229"/>
                  </a:lnTo>
                  <a:lnTo>
                    <a:pt x="3847039" y="258"/>
                  </a:lnTo>
                  <a:lnTo>
                    <a:pt x="3845968" y="287"/>
                  </a:lnTo>
                  <a:lnTo>
                    <a:pt x="3844896" y="316"/>
                  </a:lnTo>
                  <a:lnTo>
                    <a:pt x="3843824" y="345"/>
                  </a:lnTo>
                  <a:lnTo>
                    <a:pt x="3842753" y="374"/>
                  </a:lnTo>
                  <a:lnTo>
                    <a:pt x="3841681" y="404"/>
                  </a:lnTo>
                  <a:lnTo>
                    <a:pt x="3840610" y="433"/>
                  </a:lnTo>
                  <a:lnTo>
                    <a:pt x="3839538" y="462"/>
                  </a:lnTo>
                  <a:lnTo>
                    <a:pt x="3838466" y="492"/>
                  </a:lnTo>
                  <a:lnTo>
                    <a:pt x="3837395" y="521"/>
                  </a:lnTo>
                  <a:lnTo>
                    <a:pt x="3836323" y="551"/>
                  </a:lnTo>
                  <a:lnTo>
                    <a:pt x="3835252" y="581"/>
                  </a:lnTo>
                  <a:lnTo>
                    <a:pt x="3834180" y="610"/>
                  </a:lnTo>
                  <a:lnTo>
                    <a:pt x="3833108" y="640"/>
                  </a:lnTo>
                  <a:lnTo>
                    <a:pt x="3832037" y="670"/>
                  </a:lnTo>
                  <a:lnTo>
                    <a:pt x="3830965" y="700"/>
                  </a:lnTo>
                  <a:lnTo>
                    <a:pt x="3829894" y="730"/>
                  </a:lnTo>
                  <a:lnTo>
                    <a:pt x="3828822" y="760"/>
                  </a:lnTo>
                  <a:lnTo>
                    <a:pt x="3827750" y="790"/>
                  </a:lnTo>
                  <a:lnTo>
                    <a:pt x="3826679" y="820"/>
                  </a:lnTo>
                  <a:lnTo>
                    <a:pt x="3825607" y="850"/>
                  </a:lnTo>
                  <a:lnTo>
                    <a:pt x="3824536" y="881"/>
                  </a:lnTo>
                  <a:lnTo>
                    <a:pt x="3823464" y="911"/>
                  </a:lnTo>
                  <a:lnTo>
                    <a:pt x="3822392" y="941"/>
                  </a:lnTo>
                  <a:lnTo>
                    <a:pt x="3821321" y="972"/>
                  </a:lnTo>
                  <a:lnTo>
                    <a:pt x="3820249" y="1002"/>
                  </a:lnTo>
                  <a:lnTo>
                    <a:pt x="3819178" y="1033"/>
                  </a:lnTo>
                  <a:lnTo>
                    <a:pt x="3818106" y="1064"/>
                  </a:lnTo>
                  <a:lnTo>
                    <a:pt x="3817034" y="1094"/>
                  </a:lnTo>
                  <a:lnTo>
                    <a:pt x="3815963" y="1125"/>
                  </a:lnTo>
                  <a:lnTo>
                    <a:pt x="3814891" y="1156"/>
                  </a:lnTo>
                  <a:lnTo>
                    <a:pt x="3813820" y="1187"/>
                  </a:lnTo>
                  <a:lnTo>
                    <a:pt x="3812748" y="1218"/>
                  </a:lnTo>
                  <a:lnTo>
                    <a:pt x="3811676" y="1249"/>
                  </a:lnTo>
                  <a:lnTo>
                    <a:pt x="3810605" y="1280"/>
                  </a:lnTo>
                  <a:lnTo>
                    <a:pt x="3809533" y="1312"/>
                  </a:lnTo>
                  <a:lnTo>
                    <a:pt x="3808462" y="1343"/>
                  </a:lnTo>
                  <a:lnTo>
                    <a:pt x="3807390" y="1374"/>
                  </a:lnTo>
                  <a:lnTo>
                    <a:pt x="3806318" y="1406"/>
                  </a:lnTo>
                  <a:lnTo>
                    <a:pt x="3805247" y="1437"/>
                  </a:lnTo>
                  <a:lnTo>
                    <a:pt x="3804175" y="1469"/>
                  </a:lnTo>
                  <a:lnTo>
                    <a:pt x="3803104" y="1500"/>
                  </a:lnTo>
                  <a:lnTo>
                    <a:pt x="3802032" y="1532"/>
                  </a:lnTo>
                  <a:lnTo>
                    <a:pt x="3800960" y="1564"/>
                  </a:lnTo>
                  <a:lnTo>
                    <a:pt x="3799889" y="1595"/>
                  </a:lnTo>
                  <a:lnTo>
                    <a:pt x="3798817" y="1627"/>
                  </a:lnTo>
                  <a:lnTo>
                    <a:pt x="3797746" y="1659"/>
                  </a:lnTo>
                  <a:lnTo>
                    <a:pt x="3796674" y="1691"/>
                  </a:lnTo>
                  <a:lnTo>
                    <a:pt x="3795602" y="1723"/>
                  </a:lnTo>
                  <a:lnTo>
                    <a:pt x="3794531" y="1756"/>
                  </a:lnTo>
                  <a:lnTo>
                    <a:pt x="3793459" y="1788"/>
                  </a:lnTo>
                  <a:lnTo>
                    <a:pt x="3792388" y="1820"/>
                  </a:lnTo>
                  <a:lnTo>
                    <a:pt x="3791316" y="1852"/>
                  </a:lnTo>
                  <a:lnTo>
                    <a:pt x="3790244" y="1885"/>
                  </a:lnTo>
                  <a:lnTo>
                    <a:pt x="3789173" y="1917"/>
                  </a:lnTo>
                  <a:lnTo>
                    <a:pt x="3788101" y="1950"/>
                  </a:lnTo>
                  <a:lnTo>
                    <a:pt x="3787030" y="1983"/>
                  </a:lnTo>
                  <a:lnTo>
                    <a:pt x="3785958" y="2015"/>
                  </a:lnTo>
                  <a:lnTo>
                    <a:pt x="3784886" y="2048"/>
                  </a:lnTo>
                  <a:lnTo>
                    <a:pt x="3783815" y="2081"/>
                  </a:lnTo>
                  <a:lnTo>
                    <a:pt x="3782743" y="2114"/>
                  </a:lnTo>
                  <a:lnTo>
                    <a:pt x="3781672" y="2147"/>
                  </a:lnTo>
                  <a:lnTo>
                    <a:pt x="3780600" y="2180"/>
                  </a:lnTo>
                  <a:lnTo>
                    <a:pt x="3779528" y="2213"/>
                  </a:lnTo>
                  <a:lnTo>
                    <a:pt x="3778457" y="2246"/>
                  </a:lnTo>
                  <a:lnTo>
                    <a:pt x="3777385" y="2279"/>
                  </a:lnTo>
                  <a:lnTo>
                    <a:pt x="3776314" y="2313"/>
                  </a:lnTo>
                  <a:lnTo>
                    <a:pt x="3775242" y="2346"/>
                  </a:lnTo>
                  <a:lnTo>
                    <a:pt x="3774170" y="2380"/>
                  </a:lnTo>
                  <a:lnTo>
                    <a:pt x="3773099" y="2413"/>
                  </a:lnTo>
                  <a:lnTo>
                    <a:pt x="3772027" y="2447"/>
                  </a:lnTo>
                  <a:lnTo>
                    <a:pt x="3770956" y="2481"/>
                  </a:lnTo>
                  <a:lnTo>
                    <a:pt x="3769884" y="2514"/>
                  </a:lnTo>
                  <a:lnTo>
                    <a:pt x="3768812" y="2548"/>
                  </a:lnTo>
                  <a:lnTo>
                    <a:pt x="3767741" y="2582"/>
                  </a:lnTo>
                  <a:lnTo>
                    <a:pt x="3766669" y="2616"/>
                  </a:lnTo>
                  <a:lnTo>
                    <a:pt x="3765598" y="2650"/>
                  </a:lnTo>
                  <a:lnTo>
                    <a:pt x="3764526" y="2684"/>
                  </a:lnTo>
                  <a:lnTo>
                    <a:pt x="3763454" y="2718"/>
                  </a:lnTo>
                  <a:lnTo>
                    <a:pt x="3762383" y="2753"/>
                  </a:lnTo>
                  <a:lnTo>
                    <a:pt x="3761311" y="2787"/>
                  </a:lnTo>
                  <a:lnTo>
                    <a:pt x="3760240" y="2821"/>
                  </a:lnTo>
                  <a:lnTo>
                    <a:pt x="3759168" y="2856"/>
                  </a:lnTo>
                  <a:lnTo>
                    <a:pt x="3758096" y="2890"/>
                  </a:lnTo>
                  <a:lnTo>
                    <a:pt x="3757025" y="2925"/>
                  </a:lnTo>
                  <a:lnTo>
                    <a:pt x="3755953" y="2960"/>
                  </a:lnTo>
                  <a:lnTo>
                    <a:pt x="3754882" y="2995"/>
                  </a:lnTo>
                  <a:lnTo>
                    <a:pt x="3753810" y="3029"/>
                  </a:lnTo>
                  <a:lnTo>
                    <a:pt x="3752738" y="3064"/>
                  </a:lnTo>
                  <a:lnTo>
                    <a:pt x="3751667" y="3099"/>
                  </a:lnTo>
                  <a:lnTo>
                    <a:pt x="3750595" y="3134"/>
                  </a:lnTo>
                  <a:lnTo>
                    <a:pt x="3749524" y="3170"/>
                  </a:lnTo>
                  <a:lnTo>
                    <a:pt x="3748452" y="3205"/>
                  </a:lnTo>
                  <a:lnTo>
                    <a:pt x="3747380" y="3240"/>
                  </a:lnTo>
                  <a:lnTo>
                    <a:pt x="3746309" y="3275"/>
                  </a:lnTo>
                  <a:lnTo>
                    <a:pt x="3745237" y="3311"/>
                  </a:lnTo>
                  <a:lnTo>
                    <a:pt x="3744166" y="3346"/>
                  </a:lnTo>
                  <a:lnTo>
                    <a:pt x="3743094" y="3382"/>
                  </a:lnTo>
                  <a:lnTo>
                    <a:pt x="3742022" y="3418"/>
                  </a:lnTo>
                  <a:lnTo>
                    <a:pt x="3740951" y="3453"/>
                  </a:lnTo>
                  <a:lnTo>
                    <a:pt x="3739879" y="3489"/>
                  </a:lnTo>
                  <a:lnTo>
                    <a:pt x="3738808" y="3525"/>
                  </a:lnTo>
                  <a:lnTo>
                    <a:pt x="3737736" y="3561"/>
                  </a:lnTo>
                  <a:lnTo>
                    <a:pt x="3736664" y="3597"/>
                  </a:lnTo>
                  <a:lnTo>
                    <a:pt x="3735593" y="3633"/>
                  </a:lnTo>
                  <a:lnTo>
                    <a:pt x="3734521" y="3669"/>
                  </a:lnTo>
                  <a:lnTo>
                    <a:pt x="3733450" y="3706"/>
                  </a:lnTo>
                  <a:lnTo>
                    <a:pt x="3732378" y="3742"/>
                  </a:lnTo>
                  <a:lnTo>
                    <a:pt x="3731306" y="3778"/>
                  </a:lnTo>
                  <a:lnTo>
                    <a:pt x="3730235" y="3815"/>
                  </a:lnTo>
                  <a:lnTo>
                    <a:pt x="3729163" y="3852"/>
                  </a:lnTo>
                  <a:lnTo>
                    <a:pt x="3728092" y="3888"/>
                  </a:lnTo>
                  <a:lnTo>
                    <a:pt x="3727020" y="3925"/>
                  </a:lnTo>
                  <a:lnTo>
                    <a:pt x="3725949" y="3962"/>
                  </a:lnTo>
                  <a:lnTo>
                    <a:pt x="3724877" y="3999"/>
                  </a:lnTo>
                  <a:lnTo>
                    <a:pt x="3723805" y="4036"/>
                  </a:lnTo>
                  <a:lnTo>
                    <a:pt x="3722734" y="4073"/>
                  </a:lnTo>
                  <a:lnTo>
                    <a:pt x="3721662" y="4110"/>
                  </a:lnTo>
                  <a:lnTo>
                    <a:pt x="3720591" y="4147"/>
                  </a:lnTo>
                  <a:lnTo>
                    <a:pt x="3719519" y="4184"/>
                  </a:lnTo>
                  <a:lnTo>
                    <a:pt x="3718447" y="4222"/>
                  </a:lnTo>
                  <a:lnTo>
                    <a:pt x="3717376" y="4259"/>
                  </a:lnTo>
                  <a:lnTo>
                    <a:pt x="3716304" y="4297"/>
                  </a:lnTo>
                  <a:lnTo>
                    <a:pt x="3715233" y="4334"/>
                  </a:lnTo>
                  <a:lnTo>
                    <a:pt x="3714161" y="4372"/>
                  </a:lnTo>
                  <a:lnTo>
                    <a:pt x="3713089" y="4410"/>
                  </a:lnTo>
                  <a:lnTo>
                    <a:pt x="3712018" y="4448"/>
                  </a:lnTo>
                  <a:lnTo>
                    <a:pt x="3710946" y="4485"/>
                  </a:lnTo>
                  <a:lnTo>
                    <a:pt x="3709875" y="4523"/>
                  </a:lnTo>
                  <a:lnTo>
                    <a:pt x="3708803" y="4562"/>
                  </a:lnTo>
                  <a:lnTo>
                    <a:pt x="3707731" y="4600"/>
                  </a:lnTo>
                  <a:lnTo>
                    <a:pt x="3706660" y="4638"/>
                  </a:lnTo>
                  <a:lnTo>
                    <a:pt x="3705588" y="4676"/>
                  </a:lnTo>
                  <a:lnTo>
                    <a:pt x="3704517" y="4715"/>
                  </a:lnTo>
                  <a:lnTo>
                    <a:pt x="3703445" y="4753"/>
                  </a:lnTo>
                  <a:lnTo>
                    <a:pt x="3702373" y="4792"/>
                  </a:lnTo>
                  <a:lnTo>
                    <a:pt x="3701302" y="4830"/>
                  </a:lnTo>
                  <a:lnTo>
                    <a:pt x="3700230" y="4869"/>
                  </a:lnTo>
                  <a:lnTo>
                    <a:pt x="3699159" y="4908"/>
                  </a:lnTo>
                  <a:lnTo>
                    <a:pt x="3698087" y="4947"/>
                  </a:lnTo>
                  <a:lnTo>
                    <a:pt x="3697015" y="4986"/>
                  </a:lnTo>
                  <a:lnTo>
                    <a:pt x="3695944" y="5025"/>
                  </a:lnTo>
                  <a:lnTo>
                    <a:pt x="3694872" y="5064"/>
                  </a:lnTo>
                  <a:lnTo>
                    <a:pt x="3693801" y="5103"/>
                  </a:lnTo>
                  <a:lnTo>
                    <a:pt x="3692729" y="5142"/>
                  </a:lnTo>
                  <a:lnTo>
                    <a:pt x="3691657" y="5182"/>
                  </a:lnTo>
                  <a:lnTo>
                    <a:pt x="3690586" y="5221"/>
                  </a:lnTo>
                  <a:lnTo>
                    <a:pt x="3689514" y="5261"/>
                  </a:lnTo>
                  <a:lnTo>
                    <a:pt x="3688443" y="5300"/>
                  </a:lnTo>
                  <a:lnTo>
                    <a:pt x="3687371" y="5340"/>
                  </a:lnTo>
                  <a:lnTo>
                    <a:pt x="3686299" y="5380"/>
                  </a:lnTo>
                  <a:lnTo>
                    <a:pt x="3685228" y="5420"/>
                  </a:lnTo>
                  <a:lnTo>
                    <a:pt x="3684156" y="5460"/>
                  </a:lnTo>
                  <a:lnTo>
                    <a:pt x="3683085" y="5500"/>
                  </a:lnTo>
                  <a:lnTo>
                    <a:pt x="3682013" y="5540"/>
                  </a:lnTo>
                  <a:lnTo>
                    <a:pt x="3680941" y="5580"/>
                  </a:lnTo>
                  <a:lnTo>
                    <a:pt x="3679870" y="5620"/>
                  </a:lnTo>
                  <a:lnTo>
                    <a:pt x="3678798" y="5661"/>
                  </a:lnTo>
                  <a:lnTo>
                    <a:pt x="3677727" y="5701"/>
                  </a:lnTo>
                  <a:lnTo>
                    <a:pt x="3676655" y="5742"/>
                  </a:lnTo>
                  <a:lnTo>
                    <a:pt x="3675583" y="5782"/>
                  </a:lnTo>
                  <a:lnTo>
                    <a:pt x="3674512" y="5823"/>
                  </a:lnTo>
                  <a:lnTo>
                    <a:pt x="3673440" y="5864"/>
                  </a:lnTo>
                  <a:lnTo>
                    <a:pt x="3672369" y="5905"/>
                  </a:lnTo>
                  <a:lnTo>
                    <a:pt x="3671297" y="5946"/>
                  </a:lnTo>
                  <a:lnTo>
                    <a:pt x="3670225" y="5987"/>
                  </a:lnTo>
                  <a:lnTo>
                    <a:pt x="3669154" y="6028"/>
                  </a:lnTo>
                  <a:lnTo>
                    <a:pt x="3668082" y="6069"/>
                  </a:lnTo>
                  <a:lnTo>
                    <a:pt x="3667011" y="6111"/>
                  </a:lnTo>
                  <a:lnTo>
                    <a:pt x="3665939" y="6152"/>
                  </a:lnTo>
                  <a:lnTo>
                    <a:pt x="3664867" y="6193"/>
                  </a:lnTo>
                  <a:lnTo>
                    <a:pt x="3663796" y="6235"/>
                  </a:lnTo>
                  <a:lnTo>
                    <a:pt x="3662724" y="6277"/>
                  </a:lnTo>
                  <a:lnTo>
                    <a:pt x="3661653" y="6318"/>
                  </a:lnTo>
                  <a:lnTo>
                    <a:pt x="3660581" y="6360"/>
                  </a:lnTo>
                  <a:lnTo>
                    <a:pt x="3659509" y="6402"/>
                  </a:lnTo>
                  <a:lnTo>
                    <a:pt x="3658438" y="6444"/>
                  </a:lnTo>
                  <a:lnTo>
                    <a:pt x="3657366" y="6486"/>
                  </a:lnTo>
                  <a:lnTo>
                    <a:pt x="3656295" y="6528"/>
                  </a:lnTo>
                  <a:lnTo>
                    <a:pt x="3655223" y="6571"/>
                  </a:lnTo>
                  <a:lnTo>
                    <a:pt x="3654151" y="6613"/>
                  </a:lnTo>
                  <a:lnTo>
                    <a:pt x="3653080" y="6656"/>
                  </a:lnTo>
                  <a:lnTo>
                    <a:pt x="3652008" y="6698"/>
                  </a:lnTo>
                  <a:lnTo>
                    <a:pt x="3650937" y="6741"/>
                  </a:lnTo>
                  <a:lnTo>
                    <a:pt x="3649865" y="6783"/>
                  </a:lnTo>
                  <a:lnTo>
                    <a:pt x="3648793" y="6826"/>
                  </a:lnTo>
                  <a:lnTo>
                    <a:pt x="3647722" y="6869"/>
                  </a:lnTo>
                  <a:lnTo>
                    <a:pt x="3646650" y="6912"/>
                  </a:lnTo>
                  <a:lnTo>
                    <a:pt x="3645579" y="6955"/>
                  </a:lnTo>
                  <a:lnTo>
                    <a:pt x="3644507" y="6998"/>
                  </a:lnTo>
                  <a:lnTo>
                    <a:pt x="3643435" y="7042"/>
                  </a:lnTo>
                  <a:lnTo>
                    <a:pt x="3642364" y="7085"/>
                  </a:lnTo>
                  <a:lnTo>
                    <a:pt x="3641292" y="7129"/>
                  </a:lnTo>
                  <a:lnTo>
                    <a:pt x="3640221" y="7172"/>
                  </a:lnTo>
                  <a:lnTo>
                    <a:pt x="3639149" y="7216"/>
                  </a:lnTo>
                  <a:lnTo>
                    <a:pt x="3638077" y="7259"/>
                  </a:lnTo>
                  <a:lnTo>
                    <a:pt x="3637006" y="7303"/>
                  </a:lnTo>
                  <a:lnTo>
                    <a:pt x="3635934" y="7347"/>
                  </a:lnTo>
                  <a:lnTo>
                    <a:pt x="3634863" y="7391"/>
                  </a:lnTo>
                  <a:lnTo>
                    <a:pt x="3633791" y="7435"/>
                  </a:lnTo>
                  <a:lnTo>
                    <a:pt x="3632719" y="7479"/>
                  </a:lnTo>
                  <a:lnTo>
                    <a:pt x="3631648" y="7524"/>
                  </a:lnTo>
                  <a:lnTo>
                    <a:pt x="3630576" y="7568"/>
                  </a:lnTo>
                  <a:lnTo>
                    <a:pt x="3629505" y="7612"/>
                  </a:lnTo>
                  <a:lnTo>
                    <a:pt x="3628433" y="7657"/>
                  </a:lnTo>
                  <a:lnTo>
                    <a:pt x="3627361" y="7702"/>
                  </a:lnTo>
                  <a:lnTo>
                    <a:pt x="3626290" y="7746"/>
                  </a:lnTo>
                  <a:lnTo>
                    <a:pt x="3625218" y="7791"/>
                  </a:lnTo>
                  <a:lnTo>
                    <a:pt x="3624147" y="7836"/>
                  </a:lnTo>
                  <a:lnTo>
                    <a:pt x="3623075" y="7881"/>
                  </a:lnTo>
                  <a:lnTo>
                    <a:pt x="3622003" y="7926"/>
                  </a:lnTo>
                  <a:lnTo>
                    <a:pt x="3620932" y="7971"/>
                  </a:lnTo>
                  <a:lnTo>
                    <a:pt x="3619860" y="8017"/>
                  </a:lnTo>
                  <a:lnTo>
                    <a:pt x="3618789" y="8062"/>
                  </a:lnTo>
                  <a:lnTo>
                    <a:pt x="3617717" y="8108"/>
                  </a:lnTo>
                  <a:lnTo>
                    <a:pt x="3616645" y="8153"/>
                  </a:lnTo>
                  <a:lnTo>
                    <a:pt x="3615574" y="8199"/>
                  </a:lnTo>
                  <a:lnTo>
                    <a:pt x="3614502" y="8245"/>
                  </a:lnTo>
                  <a:lnTo>
                    <a:pt x="3613431" y="8290"/>
                  </a:lnTo>
                  <a:lnTo>
                    <a:pt x="3612359" y="8336"/>
                  </a:lnTo>
                  <a:lnTo>
                    <a:pt x="3611287" y="8382"/>
                  </a:lnTo>
                  <a:lnTo>
                    <a:pt x="3610216" y="8429"/>
                  </a:lnTo>
                  <a:lnTo>
                    <a:pt x="3609144" y="8475"/>
                  </a:lnTo>
                  <a:lnTo>
                    <a:pt x="3608073" y="8521"/>
                  </a:lnTo>
                  <a:lnTo>
                    <a:pt x="3607001" y="8568"/>
                  </a:lnTo>
                  <a:lnTo>
                    <a:pt x="3605929" y="8614"/>
                  </a:lnTo>
                  <a:lnTo>
                    <a:pt x="3604858" y="8661"/>
                  </a:lnTo>
                  <a:lnTo>
                    <a:pt x="3603786" y="8707"/>
                  </a:lnTo>
                  <a:lnTo>
                    <a:pt x="3602715" y="8754"/>
                  </a:lnTo>
                  <a:lnTo>
                    <a:pt x="3601643" y="8801"/>
                  </a:lnTo>
                  <a:lnTo>
                    <a:pt x="3600571" y="8848"/>
                  </a:lnTo>
                  <a:lnTo>
                    <a:pt x="3599500" y="8895"/>
                  </a:lnTo>
                  <a:lnTo>
                    <a:pt x="3598428" y="8943"/>
                  </a:lnTo>
                  <a:lnTo>
                    <a:pt x="3597357" y="8990"/>
                  </a:lnTo>
                  <a:lnTo>
                    <a:pt x="3596285" y="9037"/>
                  </a:lnTo>
                  <a:lnTo>
                    <a:pt x="3595213" y="9085"/>
                  </a:lnTo>
                  <a:lnTo>
                    <a:pt x="3594142" y="9132"/>
                  </a:lnTo>
                  <a:lnTo>
                    <a:pt x="3593070" y="9180"/>
                  </a:lnTo>
                  <a:lnTo>
                    <a:pt x="3591999" y="9228"/>
                  </a:lnTo>
                  <a:lnTo>
                    <a:pt x="3590927" y="9276"/>
                  </a:lnTo>
                  <a:lnTo>
                    <a:pt x="3589855" y="9324"/>
                  </a:lnTo>
                  <a:lnTo>
                    <a:pt x="3588784" y="9372"/>
                  </a:lnTo>
                  <a:lnTo>
                    <a:pt x="3587712" y="9420"/>
                  </a:lnTo>
                  <a:lnTo>
                    <a:pt x="3586641" y="9468"/>
                  </a:lnTo>
                  <a:lnTo>
                    <a:pt x="3585569" y="9517"/>
                  </a:lnTo>
                  <a:lnTo>
                    <a:pt x="3584497" y="9565"/>
                  </a:lnTo>
                  <a:lnTo>
                    <a:pt x="3583426" y="9614"/>
                  </a:lnTo>
                  <a:lnTo>
                    <a:pt x="3582354" y="9663"/>
                  </a:lnTo>
                  <a:lnTo>
                    <a:pt x="3581283" y="9711"/>
                  </a:lnTo>
                  <a:lnTo>
                    <a:pt x="3580211" y="9760"/>
                  </a:lnTo>
                  <a:lnTo>
                    <a:pt x="3579139" y="9809"/>
                  </a:lnTo>
                  <a:lnTo>
                    <a:pt x="3578068" y="9858"/>
                  </a:lnTo>
                  <a:lnTo>
                    <a:pt x="3576996" y="9908"/>
                  </a:lnTo>
                  <a:lnTo>
                    <a:pt x="3575925" y="9957"/>
                  </a:lnTo>
                  <a:lnTo>
                    <a:pt x="3574853" y="10006"/>
                  </a:lnTo>
                  <a:lnTo>
                    <a:pt x="3573781" y="10056"/>
                  </a:lnTo>
                  <a:lnTo>
                    <a:pt x="3572710" y="10105"/>
                  </a:lnTo>
                  <a:lnTo>
                    <a:pt x="3571638" y="10155"/>
                  </a:lnTo>
                  <a:lnTo>
                    <a:pt x="3570567" y="10205"/>
                  </a:lnTo>
                  <a:lnTo>
                    <a:pt x="3569495" y="10255"/>
                  </a:lnTo>
                  <a:lnTo>
                    <a:pt x="3568423" y="10305"/>
                  </a:lnTo>
                  <a:lnTo>
                    <a:pt x="3567352" y="10355"/>
                  </a:lnTo>
                  <a:lnTo>
                    <a:pt x="3566280" y="10405"/>
                  </a:lnTo>
                  <a:lnTo>
                    <a:pt x="3565209" y="10456"/>
                  </a:lnTo>
                  <a:lnTo>
                    <a:pt x="3564137" y="10506"/>
                  </a:lnTo>
                  <a:lnTo>
                    <a:pt x="3563065" y="10557"/>
                  </a:lnTo>
                  <a:lnTo>
                    <a:pt x="3561994" y="10607"/>
                  </a:lnTo>
                  <a:lnTo>
                    <a:pt x="3560922" y="10658"/>
                  </a:lnTo>
                  <a:lnTo>
                    <a:pt x="3559851" y="10709"/>
                  </a:lnTo>
                  <a:lnTo>
                    <a:pt x="3558779" y="10760"/>
                  </a:lnTo>
                  <a:lnTo>
                    <a:pt x="3557707" y="10811"/>
                  </a:lnTo>
                  <a:lnTo>
                    <a:pt x="3556636" y="10862"/>
                  </a:lnTo>
                  <a:lnTo>
                    <a:pt x="3555564" y="10913"/>
                  </a:lnTo>
                  <a:lnTo>
                    <a:pt x="3554493" y="10965"/>
                  </a:lnTo>
                  <a:lnTo>
                    <a:pt x="3553421" y="11016"/>
                  </a:lnTo>
                  <a:lnTo>
                    <a:pt x="3552349" y="11068"/>
                  </a:lnTo>
                  <a:lnTo>
                    <a:pt x="3551278" y="11120"/>
                  </a:lnTo>
                  <a:lnTo>
                    <a:pt x="3550206" y="11172"/>
                  </a:lnTo>
                  <a:lnTo>
                    <a:pt x="3549135" y="11223"/>
                  </a:lnTo>
                  <a:lnTo>
                    <a:pt x="3548063" y="11275"/>
                  </a:lnTo>
                  <a:lnTo>
                    <a:pt x="3546992" y="11328"/>
                  </a:lnTo>
                  <a:lnTo>
                    <a:pt x="3545920" y="11380"/>
                  </a:lnTo>
                  <a:lnTo>
                    <a:pt x="3544848" y="11432"/>
                  </a:lnTo>
                  <a:lnTo>
                    <a:pt x="3543777" y="11485"/>
                  </a:lnTo>
                  <a:lnTo>
                    <a:pt x="3542705" y="11537"/>
                  </a:lnTo>
                  <a:lnTo>
                    <a:pt x="3541634" y="11590"/>
                  </a:lnTo>
                  <a:lnTo>
                    <a:pt x="3540562" y="11643"/>
                  </a:lnTo>
                  <a:lnTo>
                    <a:pt x="3539490" y="11696"/>
                  </a:lnTo>
                  <a:lnTo>
                    <a:pt x="3538419" y="11749"/>
                  </a:lnTo>
                  <a:lnTo>
                    <a:pt x="3537347" y="11802"/>
                  </a:lnTo>
                  <a:lnTo>
                    <a:pt x="3536276" y="11855"/>
                  </a:lnTo>
                  <a:lnTo>
                    <a:pt x="3535204" y="11908"/>
                  </a:lnTo>
                  <a:lnTo>
                    <a:pt x="3534132" y="11962"/>
                  </a:lnTo>
                  <a:lnTo>
                    <a:pt x="3533061" y="12015"/>
                  </a:lnTo>
                  <a:lnTo>
                    <a:pt x="3531989" y="12069"/>
                  </a:lnTo>
                  <a:lnTo>
                    <a:pt x="3530918" y="12123"/>
                  </a:lnTo>
                  <a:lnTo>
                    <a:pt x="3529846" y="12177"/>
                  </a:lnTo>
                  <a:lnTo>
                    <a:pt x="3528774" y="12231"/>
                  </a:lnTo>
                  <a:lnTo>
                    <a:pt x="3527703" y="12285"/>
                  </a:lnTo>
                  <a:lnTo>
                    <a:pt x="3526631" y="12339"/>
                  </a:lnTo>
                  <a:lnTo>
                    <a:pt x="3525560" y="12393"/>
                  </a:lnTo>
                  <a:lnTo>
                    <a:pt x="3524488" y="12448"/>
                  </a:lnTo>
                  <a:lnTo>
                    <a:pt x="3523416" y="12502"/>
                  </a:lnTo>
                  <a:lnTo>
                    <a:pt x="3522345" y="12557"/>
                  </a:lnTo>
                  <a:lnTo>
                    <a:pt x="3521273" y="12612"/>
                  </a:lnTo>
                  <a:lnTo>
                    <a:pt x="3520202" y="12667"/>
                  </a:lnTo>
                  <a:lnTo>
                    <a:pt x="3519130" y="12722"/>
                  </a:lnTo>
                  <a:lnTo>
                    <a:pt x="3518058" y="12777"/>
                  </a:lnTo>
                  <a:lnTo>
                    <a:pt x="3516987" y="12832"/>
                  </a:lnTo>
                  <a:lnTo>
                    <a:pt x="3515915" y="12887"/>
                  </a:lnTo>
                  <a:lnTo>
                    <a:pt x="3514844" y="12943"/>
                  </a:lnTo>
                  <a:lnTo>
                    <a:pt x="3513772" y="12998"/>
                  </a:lnTo>
                  <a:lnTo>
                    <a:pt x="3512700" y="13054"/>
                  </a:lnTo>
                  <a:lnTo>
                    <a:pt x="3511629" y="13110"/>
                  </a:lnTo>
                  <a:lnTo>
                    <a:pt x="3510557" y="13166"/>
                  </a:lnTo>
                  <a:lnTo>
                    <a:pt x="3509486" y="13222"/>
                  </a:lnTo>
                  <a:lnTo>
                    <a:pt x="3508414" y="13278"/>
                  </a:lnTo>
                  <a:lnTo>
                    <a:pt x="3507342" y="13334"/>
                  </a:lnTo>
                  <a:lnTo>
                    <a:pt x="3506271" y="13391"/>
                  </a:lnTo>
                  <a:lnTo>
                    <a:pt x="3505199" y="13447"/>
                  </a:lnTo>
                  <a:lnTo>
                    <a:pt x="3504128" y="13504"/>
                  </a:lnTo>
                  <a:lnTo>
                    <a:pt x="3503056" y="13561"/>
                  </a:lnTo>
                  <a:lnTo>
                    <a:pt x="3501984" y="13617"/>
                  </a:lnTo>
                  <a:lnTo>
                    <a:pt x="3500913" y="13674"/>
                  </a:lnTo>
                  <a:lnTo>
                    <a:pt x="3499841" y="13731"/>
                  </a:lnTo>
                  <a:lnTo>
                    <a:pt x="3498770" y="13789"/>
                  </a:lnTo>
                  <a:lnTo>
                    <a:pt x="3497698" y="13846"/>
                  </a:lnTo>
                  <a:lnTo>
                    <a:pt x="3496626" y="13903"/>
                  </a:lnTo>
                  <a:lnTo>
                    <a:pt x="3495555" y="13961"/>
                  </a:lnTo>
                  <a:lnTo>
                    <a:pt x="3494483" y="14019"/>
                  </a:lnTo>
                  <a:lnTo>
                    <a:pt x="3493412" y="14076"/>
                  </a:lnTo>
                  <a:lnTo>
                    <a:pt x="3492340" y="14134"/>
                  </a:lnTo>
                  <a:lnTo>
                    <a:pt x="3491268" y="14192"/>
                  </a:lnTo>
                  <a:lnTo>
                    <a:pt x="3490197" y="14251"/>
                  </a:lnTo>
                  <a:lnTo>
                    <a:pt x="3489125" y="14309"/>
                  </a:lnTo>
                  <a:lnTo>
                    <a:pt x="3488054" y="14367"/>
                  </a:lnTo>
                  <a:lnTo>
                    <a:pt x="3486982" y="14426"/>
                  </a:lnTo>
                  <a:lnTo>
                    <a:pt x="3485910" y="14484"/>
                  </a:lnTo>
                  <a:lnTo>
                    <a:pt x="3484839" y="14543"/>
                  </a:lnTo>
                  <a:lnTo>
                    <a:pt x="3483767" y="14602"/>
                  </a:lnTo>
                  <a:lnTo>
                    <a:pt x="3482696" y="14661"/>
                  </a:lnTo>
                  <a:lnTo>
                    <a:pt x="3481624" y="14720"/>
                  </a:lnTo>
                  <a:lnTo>
                    <a:pt x="3480552" y="14779"/>
                  </a:lnTo>
                  <a:lnTo>
                    <a:pt x="3479481" y="14839"/>
                  </a:lnTo>
                  <a:lnTo>
                    <a:pt x="3478409" y="14898"/>
                  </a:lnTo>
                  <a:lnTo>
                    <a:pt x="3477338" y="14958"/>
                  </a:lnTo>
                  <a:lnTo>
                    <a:pt x="3476266" y="15017"/>
                  </a:lnTo>
                  <a:lnTo>
                    <a:pt x="3475194" y="15077"/>
                  </a:lnTo>
                  <a:lnTo>
                    <a:pt x="3474123" y="15137"/>
                  </a:lnTo>
                  <a:lnTo>
                    <a:pt x="3473051" y="15197"/>
                  </a:lnTo>
                  <a:lnTo>
                    <a:pt x="3471980" y="15257"/>
                  </a:lnTo>
                  <a:lnTo>
                    <a:pt x="3470908" y="15318"/>
                  </a:lnTo>
                  <a:lnTo>
                    <a:pt x="3469836" y="15378"/>
                  </a:lnTo>
                  <a:lnTo>
                    <a:pt x="3468765" y="15439"/>
                  </a:lnTo>
                  <a:lnTo>
                    <a:pt x="3467693" y="15499"/>
                  </a:lnTo>
                  <a:lnTo>
                    <a:pt x="3466622" y="15560"/>
                  </a:lnTo>
                  <a:lnTo>
                    <a:pt x="3465550" y="15621"/>
                  </a:lnTo>
                  <a:lnTo>
                    <a:pt x="3464478" y="15682"/>
                  </a:lnTo>
                  <a:lnTo>
                    <a:pt x="3463407" y="15743"/>
                  </a:lnTo>
                  <a:lnTo>
                    <a:pt x="3462335" y="15805"/>
                  </a:lnTo>
                  <a:lnTo>
                    <a:pt x="3461264" y="15866"/>
                  </a:lnTo>
                  <a:lnTo>
                    <a:pt x="3460192" y="15928"/>
                  </a:lnTo>
                  <a:lnTo>
                    <a:pt x="3459120" y="15989"/>
                  </a:lnTo>
                  <a:lnTo>
                    <a:pt x="3458049" y="16051"/>
                  </a:lnTo>
                  <a:lnTo>
                    <a:pt x="3456977" y="16113"/>
                  </a:lnTo>
                  <a:lnTo>
                    <a:pt x="3455906" y="16175"/>
                  </a:lnTo>
                  <a:lnTo>
                    <a:pt x="3454834" y="16237"/>
                  </a:lnTo>
                  <a:lnTo>
                    <a:pt x="3453762" y="16300"/>
                  </a:lnTo>
                  <a:lnTo>
                    <a:pt x="3452691" y="16362"/>
                  </a:lnTo>
                  <a:lnTo>
                    <a:pt x="3451619" y="16425"/>
                  </a:lnTo>
                  <a:lnTo>
                    <a:pt x="3450548" y="16487"/>
                  </a:lnTo>
                  <a:lnTo>
                    <a:pt x="3449476" y="16550"/>
                  </a:lnTo>
                  <a:lnTo>
                    <a:pt x="3448404" y="16613"/>
                  </a:lnTo>
                  <a:lnTo>
                    <a:pt x="3447333" y="16676"/>
                  </a:lnTo>
                  <a:lnTo>
                    <a:pt x="3446261" y="16740"/>
                  </a:lnTo>
                  <a:lnTo>
                    <a:pt x="3445190" y="16803"/>
                  </a:lnTo>
                  <a:lnTo>
                    <a:pt x="3444118" y="16866"/>
                  </a:lnTo>
                  <a:lnTo>
                    <a:pt x="3443046" y="16930"/>
                  </a:lnTo>
                  <a:lnTo>
                    <a:pt x="3441975" y="16994"/>
                  </a:lnTo>
                  <a:lnTo>
                    <a:pt x="3440903" y="17058"/>
                  </a:lnTo>
                  <a:lnTo>
                    <a:pt x="3439832" y="17122"/>
                  </a:lnTo>
                  <a:lnTo>
                    <a:pt x="3438760" y="17186"/>
                  </a:lnTo>
                  <a:lnTo>
                    <a:pt x="3437688" y="17250"/>
                  </a:lnTo>
                  <a:lnTo>
                    <a:pt x="3436617" y="17314"/>
                  </a:lnTo>
                  <a:lnTo>
                    <a:pt x="3435545" y="17379"/>
                  </a:lnTo>
                  <a:lnTo>
                    <a:pt x="3434474" y="17444"/>
                  </a:lnTo>
                  <a:lnTo>
                    <a:pt x="3433402" y="17508"/>
                  </a:lnTo>
                  <a:lnTo>
                    <a:pt x="3432330" y="17573"/>
                  </a:lnTo>
                  <a:lnTo>
                    <a:pt x="3431259" y="17638"/>
                  </a:lnTo>
                  <a:lnTo>
                    <a:pt x="3430187" y="17703"/>
                  </a:lnTo>
                  <a:lnTo>
                    <a:pt x="3429116" y="17769"/>
                  </a:lnTo>
                  <a:lnTo>
                    <a:pt x="3428044" y="17834"/>
                  </a:lnTo>
                  <a:lnTo>
                    <a:pt x="3426972" y="17900"/>
                  </a:lnTo>
                  <a:lnTo>
                    <a:pt x="3425901" y="17965"/>
                  </a:lnTo>
                  <a:lnTo>
                    <a:pt x="3424829" y="18031"/>
                  </a:lnTo>
                  <a:lnTo>
                    <a:pt x="3423758" y="18097"/>
                  </a:lnTo>
                  <a:lnTo>
                    <a:pt x="3422686" y="18163"/>
                  </a:lnTo>
                  <a:lnTo>
                    <a:pt x="3421614" y="18230"/>
                  </a:lnTo>
                  <a:lnTo>
                    <a:pt x="3420543" y="18296"/>
                  </a:lnTo>
                  <a:lnTo>
                    <a:pt x="3419471" y="18362"/>
                  </a:lnTo>
                  <a:lnTo>
                    <a:pt x="3418400" y="18429"/>
                  </a:lnTo>
                  <a:lnTo>
                    <a:pt x="3417328" y="18496"/>
                  </a:lnTo>
                  <a:lnTo>
                    <a:pt x="3416256" y="18563"/>
                  </a:lnTo>
                  <a:lnTo>
                    <a:pt x="3415185" y="18630"/>
                  </a:lnTo>
                  <a:lnTo>
                    <a:pt x="3414113" y="18697"/>
                  </a:lnTo>
                  <a:lnTo>
                    <a:pt x="3413042" y="18764"/>
                  </a:lnTo>
                  <a:lnTo>
                    <a:pt x="3411970" y="18832"/>
                  </a:lnTo>
                  <a:lnTo>
                    <a:pt x="3410898" y="18899"/>
                  </a:lnTo>
                  <a:lnTo>
                    <a:pt x="3409827" y="18967"/>
                  </a:lnTo>
                  <a:lnTo>
                    <a:pt x="3408755" y="19035"/>
                  </a:lnTo>
                  <a:lnTo>
                    <a:pt x="3407684" y="19103"/>
                  </a:lnTo>
                  <a:lnTo>
                    <a:pt x="3406612" y="19171"/>
                  </a:lnTo>
                  <a:lnTo>
                    <a:pt x="3405540" y="19239"/>
                  </a:lnTo>
                  <a:lnTo>
                    <a:pt x="3404469" y="19308"/>
                  </a:lnTo>
                  <a:lnTo>
                    <a:pt x="3403397" y="19376"/>
                  </a:lnTo>
                  <a:lnTo>
                    <a:pt x="3402326" y="19445"/>
                  </a:lnTo>
                  <a:lnTo>
                    <a:pt x="3401254" y="19514"/>
                  </a:lnTo>
                  <a:lnTo>
                    <a:pt x="3400182" y="19583"/>
                  </a:lnTo>
                  <a:lnTo>
                    <a:pt x="3399111" y="19652"/>
                  </a:lnTo>
                  <a:lnTo>
                    <a:pt x="3398039" y="19721"/>
                  </a:lnTo>
                  <a:lnTo>
                    <a:pt x="3396968" y="19790"/>
                  </a:lnTo>
                  <a:lnTo>
                    <a:pt x="3395896" y="19860"/>
                  </a:lnTo>
                  <a:lnTo>
                    <a:pt x="3394824" y="19930"/>
                  </a:lnTo>
                  <a:lnTo>
                    <a:pt x="3393753" y="19999"/>
                  </a:lnTo>
                  <a:lnTo>
                    <a:pt x="3392681" y="20069"/>
                  </a:lnTo>
                  <a:lnTo>
                    <a:pt x="3391610" y="20140"/>
                  </a:lnTo>
                  <a:lnTo>
                    <a:pt x="3390538" y="20210"/>
                  </a:lnTo>
                  <a:lnTo>
                    <a:pt x="3389466" y="20280"/>
                  </a:lnTo>
                  <a:lnTo>
                    <a:pt x="3388395" y="20351"/>
                  </a:lnTo>
                  <a:lnTo>
                    <a:pt x="3387323" y="20421"/>
                  </a:lnTo>
                  <a:lnTo>
                    <a:pt x="3386252" y="20492"/>
                  </a:lnTo>
                  <a:lnTo>
                    <a:pt x="3385180" y="20563"/>
                  </a:lnTo>
                  <a:lnTo>
                    <a:pt x="3384108" y="20634"/>
                  </a:lnTo>
                  <a:lnTo>
                    <a:pt x="3383037" y="20705"/>
                  </a:lnTo>
                  <a:lnTo>
                    <a:pt x="3381965" y="20777"/>
                  </a:lnTo>
                  <a:lnTo>
                    <a:pt x="3380894" y="20848"/>
                  </a:lnTo>
                  <a:lnTo>
                    <a:pt x="3379822" y="20920"/>
                  </a:lnTo>
                  <a:lnTo>
                    <a:pt x="3378750" y="20992"/>
                  </a:lnTo>
                  <a:lnTo>
                    <a:pt x="3377679" y="21064"/>
                  </a:lnTo>
                  <a:lnTo>
                    <a:pt x="3376607" y="21136"/>
                  </a:lnTo>
                  <a:lnTo>
                    <a:pt x="3375536" y="21208"/>
                  </a:lnTo>
                  <a:lnTo>
                    <a:pt x="3374464" y="21280"/>
                  </a:lnTo>
                  <a:lnTo>
                    <a:pt x="3373392" y="21353"/>
                  </a:lnTo>
                  <a:lnTo>
                    <a:pt x="3372321" y="21425"/>
                  </a:lnTo>
                  <a:lnTo>
                    <a:pt x="3371249" y="21498"/>
                  </a:lnTo>
                  <a:lnTo>
                    <a:pt x="3370178" y="21571"/>
                  </a:lnTo>
                  <a:lnTo>
                    <a:pt x="3369106" y="21644"/>
                  </a:lnTo>
                  <a:lnTo>
                    <a:pt x="3368035" y="21717"/>
                  </a:lnTo>
                  <a:lnTo>
                    <a:pt x="3366963" y="21791"/>
                  </a:lnTo>
                  <a:lnTo>
                    <a:pt x="3365891" y="21864"/>
                  </a:lnTo>
                  <a:lnTo>
                    <a:pt x="3364820" y="21938"/>
                  </a:lnTo>
                  <a:lnTo>
                    <a:pt x="3363748" y="22012"/>
                  </a:lnTo>
                  <a:lnTo>
                    <a:pt x="3362677" y="22086"/>
                  </a:lnTo>
                  <a:lnTo>
                    <a:pt x="3361605" y="22160"/>
                  </a:lnTo>
                  <a:lnTo>
                    <a:pt x="3360533" y="22234"/>
                  </a:lnTo>
                  <a:lnTo>
                    <a:pt x="3359462" y="22309"/>
                  </a:lnTo>
                  <a:lnTo>
                    <a:pt x="3358390" y="22383"/>
                  </a:lnTo>
                  <a:lnTo>
                    <a:pt x="3357319" y="22458"/>
                  </a:lnTo>
                  <a:lnTo>
                    <a:pt x="3356247" y="22533"/>
                  </a:lnTo>
                  <a:lnTo>
                    <a:pt x="3355175" y="22608"/>
                  </a:lnTo>
                  <a:lnTo>
                    <a:pt x="3354104" y="22683"/>
                  </a:lnTo>
                  <a:lnTo>
                    <a:pt x="3353032" y="22758"/>
                  </a:lnTo>
                  <a:lnTo>
                    <a:pt x="3351961" y="22834"/>
                  </a:lnTo>
                  <a:lnTo>
                    <a:pt x="3350889" y="22910"/>
                  </a:lnTo>
                  <a:lnTo>
                    <a:pt x="3349817" y="22985"/>
                  </a:lnTo>
                  <a:lnTo>
                    <a:pt x="3348746" y="23061"/>
                  </a:lnTo>
                  <a:lnTo>
                    <a:pt x="3347674" y="23137"/>
                  </a:lnTo>
                  <a:lnTo>
                    <a:pt x="3346603" y="23213"/>
                  </a:lnTo>
                  <a:lnTo>
                    <a:pt x="3345531" y="23290"/>
                  </a:lnTo>
                  <a:lnTo>
                    <a:pt x="3344459" y="23366"/>
                  </a:lnTo>
                  <a:lnTo>
                    <a:pt x="3343388" y="23443"/>
                  </a:lnTo>
                  <a:lnTo>
                    <a:pt x="3342316" y="23520"/>
                  </a:lnTo>
                  <a:lnTo>
                    <a:pt x="3341245" y="23597"/>
                  </a:lnTo>
                  <a:lnTo>
                    <a:pt x="3340173" y="23674"/>
                  </a:lnTo>
                  <a:lnTo>
                    <a:pt x="3339101" y="23751"/>
                  </a:lnTo>
                  <a:lnTo>
                    <a:pt x="3338030" y="23829"/>
                  </a:lnTo>
                  <a:lnTo>
                    <a:pt x="3336958" y="23906"/>
                  </a:lnTo>
                  <a:lnTo>
                    <a:pt x="3335887" y="23984"/>
                  </a:lnTo>
                  <a:lnTo>
                    <a:pt x="3334815" y="24062"/>
                  </a:lnTo>
                  <a:lnTo>
                    <a:pt x="3333743" y="24140"/>
                  </a:lnTo>
                  <a:lnTo>
                    <a:pt x="3332672" y="24218"/>
                  </a:lnTo>
                  <a:lnTo>
                    <a:pt x="3331600" y="24297"/>
                  </a:lnTo>
                  <a:lnTo>
                    <a:pt x="3330529" y="24375"/>
                  </a:lnTo>
                  <a:lnTo>
                    <a:pt x="3329457" y="24454"/>
                  </a:lnTo>
                  <a:lnTo>
                    <a:pt x="3328385" y="24533"/>
                  </a:lnTo>
                  <a:lnTo>
                    <a:pt x="3327314" y="24612"/>
                  </a:lnTo>
                  <a:lnTo>
                    <a:pt x="3326242" y="24691"/>
                  </a:lnTo>
                  <a:lnTo>
                    <a:pt x="3325171" y="24770"/>
                  </a:lnTo>
                  <a:lnTo>
                    <a:pt x="3324099" y="24850"/>
                  </a:lnTo>
                  <a:lnTo>
                    <a:pt x="3323027" y="24929"/>
                  </a:lnTo>
                  <a:lnTo>
                    <a:pt x="3321956" y="25009"/>
                  </a:lnTo>
                  <a:lnTo>
                    <a:pt x="3320884" y="25089"/>
                  </a:lnTo>
                  <a:lnTo>
                    <a:pt x="3319813" y="25169"/>
                  </a:lnTo>
                  <a:lnTo>
                    <a:pt x="3318741" y="25249"/>
                  </a:lnTo>
                  <a:lnTo>
                    <a:pt x="3317669" y="25330"/>
                  </a:lnTo>
                  <a:lnTo>
                    <a:pt x="3316598" y="25410"/>
                  </a:lnTo>
                  <a:lnTo>
                    <a:pt x="3315526" y="25491"/>
                  </a:lnTo>
                  <a:lnTo>
                    <a:pt x="3314455" y="25572"/>
                  </a:lnTo>
                  <a:lnTo>
                    <a:pt x="3313383" y="25653"/>
                  </a:lnTo>
                  <a:lnTo>
                    <a:pt x="3312311" y="25734"/>
                  </a:lnTo>
                  <a:lnTo>
                    <a:pt x="3311240" y="25815"/>
                  </a:lnTo>
                  <a:lnTo>
                    <a:pt x="3310168" y="25897"/>
                  </a:lnTo>
                  <a:lnTo>
                    <a:pt x="3309097" y="25979"/>
                  </a:lnTo>
                  <a:lnTo>
                    <a:pt x="3308025" y="26061"/>
                  </a:lnTo>
                  <a:lnTo>
                    <a:pt x="3306953" y="26143"/>
                  </a:lnTo>
                  <a:lnTo>
                    <a:pt x="3305882" y="26225"/>
                  </a:lnTo>
                  <a:lnTo>
                    <a:pt x="3304810" y="26307"/>
                  </a:lnTo>
                  <a:lnTo>
                    <a:pt x="3303739" y="26390"/>
                  </a:lnTo>
                  <a:lnTo>
                    <a:pt x="3302667" y="26472"/>
                  </a:lnTo>
                  <a:lnTo>
                    <a:pt x="3301595" y="26555"/>
                  </a:lnTo>
                  <a:lnTo>
                    <a:pt x="3300524" y="26638"/>
                  </a:lnTo>
                  <a:lnTo>
                    <a:pt x="3299452" y="26721"/>
                  </a:lnTo>
                  <a:lnTo>
                    <a:pt x="3298381" y="26804"/>
                  </a:lnTo>
                  <a:lnTo>
                    <a:pt x="3297309" y="26888"/>
                  </a:lnTo>
                  <a:lnTo>
                    <a:pt x="3296237" y="26972"/>
                  </a:lnTo>
                  <a:lnTo>
                    <a:pt x="3295166" y="27055"/>
                  </a:lnTo>
                  <a:lnTo>
                    <a:pt x="3294094" y="27139"/>
                  </a:lnTo>
                  <a:lnTo>
                    <a:pt x="3293023" y="27223"/>
                  </a:lnTo>
                  <a:lnTo>
                    <a:pt x="3291951" y="27308"/>
                  </a:lnTo>
                  <a:lnTo>
                    <a:pt x="3290879" y="27392"/>
                  </a:lnTo>
                  <a:lnTo>
                    <a:pt x="3289808" y="27477"/>
                  </a:lnTo>
                  <a:lnTo>
                    <a:pt x="3288736" y="27562"/>
                  </a:lnTo>
                  <a:lnTo>
                    <a:pt x="3287665" y="27646"/>
                  </a:lnTo>
                  <a:lnTo>
                    <a:pt x="3286593" y="27732"/>
                  </a:lnTo>
                  <a:lnTo>
                    <a:pt x="3285521" y="27817"/>
                  </a:lnTo>
                  <a:lnTo>
                    <a:pt x="3284450" y="27902"/>
                  </a:lnTo>
                  <a:lnTo>
                    <a:pt x="3283378" y="27988"/>
                  </a:lnTo>
                  <a:lnTo>
                    <a:pt x="3282307" y="28074"/>
                  </a:lnTo>
                  <a:lnTo>
                    <a:pt x="3281235" y="28160"/>
                  </a:lnTo>
                  <a:lnTo>
                    <a:pt x="3280163" y="28246"/>
                  </a:lnTo>
                  <a:lnTo>
                    <a:pt x="3279092" y="28332"/>
                  </a:lnTo>
                  <a:lnTo>
                    <a:pt x="3278020" y="28418"/>
                  </a:lnTo>
                  <a:lnTo>
                    <a:pt x="3276949" y="28505"/>
                  </a:lnTo>
                  <a:lnTo>
                    <a:pt x="3275877" y="28592"/>
                  </a:lnTo>
                  <a:lnTo>
                    <a:pt x="3274805" y="28679"/>
                  </a:lnTo>
                  <a:lnTo>
                    <a:pt x="3273734" y="28766"/>
                  </a:lnTo>
                  <a:lnTo>
                    <a:pt x="3272662" y="28853"/>
                  </a:lnTo>
                  <a:lnTo>
                    <a:pt x="3271591" y="28941"/>
                  </a:lnTo>
                  <a:lnTo>
                    <a:pt x="3270519" y="29028"/>
                  </a:lnTo>
                  <a:lnTo>
                    <a:pt x="3269447" y="29116"/>
                  </a:lnTo>
                  <a:lnTo>
                    <a:pt x="3268376" y="29204"/>
                  </a:lnTo>
                  <a:lnTo>
                    <a:pt x="3267304" y="29292"/>
                  </a:lnTo>
                  <a:lnTo>
                    <a:pt x="3266233" y="29381"/>
                  </a:lnTo>
                  <a:lnTo>
                    <a:pt x="3265161" y="29469"/>
                  </a:lnTo>
                  <a:lnTo>
                    <a:pt x="3264089" y="29558"/>
                  </a:lnTo>
                  <a:lnTo>
                    <a:pt x="3263018" y="29646"/>
                  </a:lnTo>
                  <a:lnTo>
                    <a:pt x="3261946" y="29735"/>
                  </a:lnTo>
                  <a:lnTo>
                    <a:pt x="3260875" y="29825"/>
                  </a:lnTo>
                  <a:lnTo>
                    <a:pt x="3259803" y="29914"/>
                  </a:lnTo>
                  <a:lnTo>
                    <a:pt x="3258731" y="30003"/>
                  </a:lnTo>
                  <a:lnTo>
                    <a:pt x="3257660" y="30093"/>
                  </a:lnTo>
                  <a:lnTo>
                    <a:pt x="3256588" y="30183"/>
                  </a:lnTo>
                  <a:lnTo>
                    <a:pt x="3255517" y="30273"/>
                  </a:lnTo>
                  <a:lnTo>
                    <a:pt x="3254445" y="30363"/>
                  </a:lnTo>
                  <a:lnTo>
                    <a:pt x="3253373" y="30454"/>
                  </a:lnTo>
                  <a:lnTo>
                    <a:pt x="3252302" y="30544"/>
                  </a:lnTo>
                  <a:lnTo>
                    <a:pt x="3251230" y="30635"/>
                  </a:lnTo>
                  <a:lnTo>
                    <a:pt x="3250159" y="30726"/>
                  </a:lnTo>
                  <a:lnTo>
                    <a:pt x="3249087" y="30817"/>
                  </a:lnTo>
                  <a:lnTo>
                    <a:pt x="3248015" y="30908"/>
                  </a:lnTo>
                  <a:lnTo>
                    <a:pt x="3246944" y="31000"/>
                  </a:lnTo>
                  <a:lnTo>
                    <a:pt x="3245872" y="31091"/>
                  </a:lnTo>
                  <a:lnTo>
                    <a:pt x="3244801" y="31183"/>
                  </a:lnTo>
                  <a:lnTo>
                    <a:pt x="3243729" y="31275"/>
                  </a:lnTo>
                  <a:lnTo>
                    <a:pt x="3242657" y="31367"/>
                  </a:lnTo>
                  <a:lnTo>
                    <a:pt x="3241586" y="31459"/>
                  </a:lnTo>
                  <a:lnTo>
                    <a:pt x="3240514" y="31552"/>
                  </a:lnTo>
                  <a:lnTo>
                    <a:pt x="3239443" y="31644"/>
                  </a:lnTo>
                  <a:lnTo>
                    <a:pt x="3238371" y="31737"/>
                  </a:lnTo>
                  <a:lnTo>
                    <a:pt x="3237299" y="31830"/>
                  </a:lnTo>
                  <a:lnTo>
                    <a:pt x="3236228" y="31924"/>
                  </a:lnTo>
                  <a:lnTo>
                    <a:pt x="3235156" y="32017"/>
                  </a:lnTo>
                  <a:lnTo>
                    <a:pt x="3234085" y="32110"/>
                  </a:lnTo>
                  <a:lnTo>
                    <a:pt x="3233013" y="32204"/>
                  </a:lnTo>
                  <a:lnTo>
                    <a:pt x="3231941" y="32298"/>
                  </a:lnTo>
                  <a:lnTo>
                    <a:pt x="3230870" y="32392"/>
                  </a:lnTo>
                  <a:lnTo>
                    <a:pt x="3229798" y="32486"/>
                  </a:lnTo>
                  <a:lnTo>
                    <a:pt x="3228727" y="32581"/>
                  </a:lnTo>
                  <a:lnTo>
                    <a:pt x="3227655" y="32675"/>
                  </a:lnTo>
                  <a:lnTo>
                    <a:pt x="3226583" y="32770"/>
                  </a:lnTo>
                  <a:lnTo>
                    <a:pt x="3225512" y="32865"/>
                  </a:lnTo>
                  <a:lnTo>
                    <a:pt x="3224440" y="32960"/>
                  </a:lnTo>
                  <a:lnTo>
                    <a:pt x="3223369" y="33056"/>
                  </a:lnTo>
                  <a:lnTo>
                    <a:pt x="3222297" y="33151"/>
                  </a:lnTo>
                  <a:lnTo>
                    <a:pt x="3221225" y="33247"/>
                  </a:lnTo>
                  <a:lnTo>
                    <a:pt x="3220154" y="33343"/>
                  </a:lnTo>
                  <a:lnTo>
                    <a:pt x="3219082" y="33439"/>
                  </a:lnTo>
                  <a:lnTo>
                    <a:pt x="3218011" y="33535"/>
                  </a:lnTo>
                  <a:lnTo>
                    <a:pt x="3216939" y="33632"/>
                  </a:lnTo>
                  <a:lnTo>
                    <a:pt x="3215867" y="33728"/>
                  </a:lnTo>
                  <a:lnTo>
                    <a:pt x="3214796" y="33825"/>
                  </a:lnTo>
                  <a:lnTo>
                    <a:pt x="3213724" y="33922"/>
                  </a:lnTo>
                  <a:lnTo>
                    <a:pt x="3212653" y="34019"/>
                  </a:lnTo>
                  <a:lnTo>
                    <a:pt x="3211581" y="34117"/>
                  </a:lnTo>
                  <a:lnTo>
                    <a:pt x="3210509" y="34214"/>
                  </a:lnTo>
                  <a:lnTo>
                    <a:pt x="3209438" y="34312"/>
                  </a:lnTo>
                  <a:lnTo>
                    <a:pt x="3208366" y="34410"/>
                  </a:lnTo>
                  <a:lnTo>
                    <a:pt x="3207295" y="34508"/>
                  </a:lnTo>
                  <a:lnTo>
                    <a:pt x="3206223" y="34606"/>
                  </a:lnTo>
                  <a:lnTo>
                    <a:pt x="3205151" y="34705"/>
                  </a:lnTo>
                  <a:lnTo>
                    <a:pt x="3204080" y="34803"/>
                  </a:lnTo>
                  <a:lnTo>
                    <a:pt x="3203008" y="34902"/>
                  </a:lnTo>
                  <a:lnTo>
                    <a:pt x="3201937" y="35001"/>
                  </a:lnTo>
                  <a:lnTo>
                    <a:pt x="3200865" y="35100"/>
                  </a:lnTo>
                  <a:lnTo>
                    <a:pt x="3199793" y="35200"/>
                  </a:lnTo>
                  <a:lnTo>
                    <a:pt x="3198722" y="35299"/>
                  </a:lnTo>
                  <a:lnTo>
                    <a:pt x="3197650" y="35399"/>
                  </a:lnTo>
                  <a:lnTo>
                    <a:pt x="3196579" y="35499"/>
                  </a:lnTo>
                  <a:lnTo>
                    <a:pt x="3195507" y="35599"/>
                  </a:lnTo>
                  <a:lnTo>
                    <a:pt x="3194436" y="35699"/>
                  </a:lnTo>
                  <a:lnTo>
                    <a:pt x="3193364" y="35800"/>
                  </a:lnTo>
                  <a:lnTo>
                    <a:pt x="3192292" y="35901"/>
                  </a:lnTo>
                  <a:lnTo>
                    <a:pt x="3191221" y="36001"/>
                  </a:lnTo>
                  <a:lnTo>
                    <a:pt x="3190149" y="36102"/>
                  </a:lnTo>
                  <a:lnTo>
                    <a:pt x="3189078" y="36204"/>
                  </a:lnTo>
                  <a:lnTo>
                    <a:pt x="3188006" y="36305"/>
                  </a:lnTo>
                  <a:lnTo>
                    <a:pt x="3186934" y="36407"/>
                  </a:lnTo>
                  <a:lnTo>
                    <a:pt x="3185863" y="36509"/>
                  </a:lnTo>
                  <a:lnTo>
                    <a:pt x="3184791" y="36611"/>
                  </a:lnTo>
                  <a:lnTo>
                    <a:pt x="3183720" y="36713"/>
                  </a:lnTo>
                  <a:lnTo>
                    <a:pt x="3182648" y="36815"/>
                  </a:lnTo>
                  <a:lnTo>
                    <a:pt x="3181576" y="36918"/>
                  </a:lnTo>
                  <a:lnTo>
                    <a:pt x="3180505" y="37021"/>
                  </a:lnTo>
                  <a:lnTo>
                    <a:pt x="3179433" y="37124"/>
                  </a:lnTo>
                  <a:lnTo>
                    <a:pt x="3178362" y="37227"/>
                  </a:lnTo>
                  <a:lnTo>
                    <a:pt x="3177290" y="37330"/>
                  </a:lnTo>
                  <a:lnTo>
                    <a:pt x="3176218" y="37434"/>
                  </a:lnTo>
                  <a:lnTo>
                    <a:pt x="3175147" y="37537"/>
                  </a:lnTo>
                  <a:lnTo>
                    <a:pt x="3174075" y="37641"/>
                  </a:lnTo>
                  <a:lnTo>
                    <a:pt x="3173004" y="37745"/>
                  </a:lnTo>
                  <a:lnTo>
                    <a:pt x="3171932" y="37850"/>
                  </a:lnTo>
                  <a:lnTo>
                    <a:pt x="3170860" y="37954"/>
                  </a:lnTo>
                  <a:lnTo>
                    <a:pt x="3169789" y="38059"/>
                  </a:lnTo>
                  <a:lnTo>
                    <a:pt x="3168717" y="38164"/>
                  </a:lnTo>
                  <a:lnTo>
                    <a:pt x="3167646" y="38269"/>
                  </a:lnTo>
                  <a:lnTo>
                    <a:pt x="3166574" y="38374"/>
                  </a:lnTo>
                  <a:lnTo>
                    <a:pt x="3165502" y="38480"/>
                  </a:lnTo>
                  <a:lnTo>
                    <a:pt x="3164431" y="38585"/>
                  </a:lnTo>
                  <a:lnTo>
                    <a:pt x="3163359" y="38691"/>
                  </a:lnTo>
                  <a:lnTo>
                    <a:pt x="3162288" y="38797"/>
                  </a:lnTo>
                  <a:lnTo>
                    <a:pt x="3161216" y="38903"/>
                  </a:lnTo>
                  <a:lnTo>
                    <a:pt x="3160144" y="39010"/>
                  </a:lnTo>
                  <a:lnTo>
                    <a:pt x="3159073" y="39116"/>
                  </a:lnTo>
                  <a:lnTo>
                    <a:pt x="3158001" y="39223"/>
                  </a:lnTo>
                  <a:lnTo>
                    <a:pt x="3156930" y="39330"/>
                  </a:lnTo>
                  <a:lnTo>
                    <a:pt x="3155858" y="39438"/>
                  </a:lnTo>
                  <a:lnTo>
                    <a:pt x="3154786" y="39545"/>
                  </a:lnTo>
                  <a:lnTo>
                    <a:pt x="3153715" y="39653"/>
                  </a:lnTo>
                  <a:lnTo>
                    <a:pt x="3152643" y="39760"/>
                  </a:lnTo>
                  <a:lnTo>
                    <a:pt x="3151572" y="39868"/>
                  </a:lnTo>
                  <a:lnTo>
                    <a:pt x="3150500" y="39977"/>
                  </a:lnTo>
                  <a:lnTo>
                    <a:pt x="3149428" y="40085"/>
                  </a:lnTo>
                  <a:lnTo>
                    <a:pt x="3148357" y="40194"/>
                  </a:lnTo>
                  <a:lnTo>
                    <a:pt x="3147285" y="40302"/>
                  </a:lnTo>
                  <a:lnTo>
                    <a:pt x="3146214" y="40411"/>
                  </a:lnTo>
                  <a:lnTo>
                    <a:pt x="3145142" y="40521"/>
                  </a:lnTo>
                  <a:lnTo>
                    <a:pt x="3144070" y="40630"/>
                  </a:lnTo>
                  <a:lnTo>
                    <a:pt x="3142999" y="40739"/>
                  </a:lnTo>
                  <a:lnTo>
                    <a:pt x="3141927" y="40849"/>
                  </a:lnTo>
                  <a:lnTo>
                    <a:pt x="3140856" y="40959"/>
                  </a:lnTo>
                  <a:lnTo>
                    <a:pt x="3139784" y="41069"/>
                  </a:lnTo>
                  <a:lnTo>
                    <a:pt x="3138712" y="41180"/>
                  </a:lnTo>
                  <a:lnTo>
                    <a:pt x="3137641" y="41290"/>
                  </a:lnTo>
                  <a:lnTo>
                    <a:pt x="3136569" y="41401"/>
                  </a:lnTo>
                  <a:lnTo>
                    <a:pt x="3135498" y="41512"/>
                  </a:lnTo>
                  <a:lnTo>
                    <a:pt x="3134426" y="41623"/>
                  </a:lnTo>
                  <a:lnTo>
                    <a:pt x="3133354" y="41735"/>
                  </a:lnTo>
                  <a:lnTo>
                    <a:pt x="3132283" y="41846"/>
                  </a:lnTo>
                  <a:lnTo>
                    <a:pt x="3131211" y="41958"/>
                  </a:lnTo>
                  <a:lnTo>
                    <a:pt x="3130140" y="42070"/>
                  </a:lnTo>
                  <a:lnTo>
                    <a:pt x="3129068" y="42182"/>
                  </a:lnTo>
                  <a:lnTo>
                    <a:pt x="3127996" y="42295"/>
                  </a:lnTo>
                  <a:lnTo>
                    <a:pt x="3126925" y="42407"/>
                  </a:lnTo>
                  <a:lnTo>
                    <a:pt x="3125853" y="42520"/>
                  </a:lnTo>
                  <a:lnTo>
                    <a:pt x="3124782" y="42633"/>
                  </a:lnTo>
                  <a:lnTo>
                    <a:pt x="3123710" y="42746"/>
                  </a:lnTo>
                  <a:lnTo>
                    <a:pt x="3122638" y="42860"/>
                  </a:lnTo>
                  <a:lnTo>
                    <a:pt x="3121567" y="42973"/>
                  </a:lnTo>
                  <a:lnTo>
                    <a:pt x="3120495" y="43087"/>
                  </a:lnTo>
                  <a:lnTo>
                    <a:pt x="3119424" y="43201"/>
                  </a:lnTo>
                  <a:lnTo>
                    <a:pt x="3118352" y="43315"/>
                  </a:lnTo>
                  <a:lnTo>
                    <a:pt x="3117280" y="43430"/>
                  </a:lnTo>
                  <a:lnTo>
                    <a:pt x="3116209" y="43544"/>
                  </a:lnTo>
                  <a:lnTo>
                    <a:pt x="3115137" y="43659"/>
                  </a:lnTo>
                  <a:lnTo>
                    <a:pt x="3114066" y="43774"/>
                  </a:lnTo>
                  <a:lnTo>
                    <a:pt x="3112994" y="43889"/>
                  </a:lnTo>
                  <a:lnTo>
                    <a:pt x="3111922" y="44005"/>
                  </a:lnTo>
                  <a:lnTo>
                    <a:pt x="3110851" y="44120"/>
                  </a:lnTo>
                  <a:lnTo>
                    <a:pt x="3109779" y="44236"/>
                  </a:lnTo>
                  <a:lnTo>
                    <a:pt x="3108708" y="44352"/>
                  </a:lnTo>
                  <a:lnTo>
                    <a:pt x="3107636" y="44468"/>
                  </a:lnTo>
                  <a:lnTo>
                    <a:pt x="3106564" y="44585"/>
                  </a:lnTo>
                  <a:lnTo>
                    <a:pt x="3105493" y="44701"/>
                  </a:lnTo>
                  <a:lnTo>
                    <a:pt x="3104421" y="44818"/>
                  </a:lnTo>
                  <a:lnTo>
                    <a:pt x="3103350" y="44935"/>
                  </a:lnTo>
                  <a:lnTo>
                    <a:pt x="3102278" y="45053"/>
                  </a:lnTo>
                  <a:lnTo>
                    <a:pt x="3101206" y="45170"/>
                  </a:lnTo>
                  <a:lnTo>
                    <a:pt x="3100135" y="45288"/>
                  </a:lnTo>
                  <a:lnTo>
                    <a:pt x="3099063" y="45406"/>
                  </a:lnTo>
                  <a:lnTo>
                    <a:pt x="3097992" y="45524"/>
                  </a:lnTo>
                  <a:lnTo>
                    <a:pt x="3096920" y="45642"/>
                  </a:lnTo>
                  <a:lnTo>
                    <a:pt x="3095848" y="45761"/>
                  </a:lnTo>
                  <a:lnTo>
                    <a:pt x="3094777" y="45879"/>
                  </a:lnTo>
                  <a:lnTo>
                    <a:pt x="3093705" y="45998"/>
                  </a:lnTo>
                  <a:lnTo>
                    <a:pt x="3092634" y="46117"/>
                  </a:lnTo>
                  <a:lnTo>
                    <a:pt x="3091562" y="46237"/>
                  </a:lnTo>
                  <a:lnTo>
                    <a:pt x="3090490" y="46356"/>
                  </a:lnTo>
                  <a:lnTo>
                    <a:pt x="3089419" y="46476"/>
                  </a:lnTo>
                  <a:lnTo>
                    <a:pt x="3088347" y="46596"/>
                  </a:lnTo>
                  <a:lnTo>
                    <a:pt x="3087276" y="46716"/>
                  </a:lnTo>
                  <a:lnTo>
                    <a:pt x="3086204" y="46837"/>
                  </a:lnTo>
                  <a:lnTo>
                    <a:pt x="3085132" y="46957"/>
                  </a:lnTo>
                  <a:lnTo>
                    <a:pt x="3084061" y="47078"/>
                  </a:lnTo>
                  <a:lnTo>
                    <a:pt x="3082989" y="47199"/>
                  </a:lnTo>
                  <a:lnTo>
                    <a:pt x="3081918" y="47320"/>
                  </a:lnTo>
                  <a:lnTo>
                    <a:pt x="3080846" y="47442"/>
                  </a:lnTo>
                  <a:lnTo>
                    <a:pt x="3079774" y="47563"/>
                  </a:lnTo>
                  <a:lnTo>
                    <a:pt x="3078703" y="47685"/>
                  </a:lnTo>
                  <a:lnTo>
                    <a:pt x="3077631" y="47807"/>
                  </a:lnTo>
                  <a:lnTo>
                    <a:pt x="3076560" y="47930"/>
                  </a:lnTo>
                  <a:lnTo>
                    <a:pt x="3075488" y="48052"/>
                  </a:lnTo>
                  <a:lnTo>
                    <a:pt x="3074416" y="48175"/>
                  </a:lnTo>
                  <a:lnTo>
                    <a:pt x="3073345" y="48298"/>
                  </a:lnTo>
                  <a:lnTo>
                    <a:pt x="3072273" y="48421"/>
                  </a:lnTo>
                  <a:lnTo>
                    <a:pt x="3071202" y="48544"/>
                  </a:lnTo>
                  <a:lnTo>
                    <a:pt x="3070130" y="48668"/>
                  </a:lnTo>
                  <a:lnTo>
                    <a:pt x="3069058" y="48791"/>
                  </a:lnTo>
                  <a:lnTo>
                    <a:pt x="3067987" y="48915"/>
                  </a:lnTo>
                  <a:lnTo>
                    <a:pt x="3066915" y="49039"/>
                  </a:lnTo>
                  <a:lnTo>
                    <a:pt x="3065844" y="49164"/>
                  </a:lnTo>
                  <a:lnTo>
                    <a:pt x="3064772" y="49288"/>
                  </a:lnTo>
                  <a:lnTo>
                    <a:pt x="3063700" y="49413"/>
                  </a:lnTo>
                  <a:lnTo>
                    <a:pt x="3062629" y="49538"/>
                  </a:lnTo>
                  <a:lnTo>
                    <a:pt x="3061557" y="49664"/>
                  </a:lnTo>
                  <a:lnTo>
                    <a:pt x="3060486" y="49789"/>
                  </a:lnTo>
                  <a:lnTo>
                    <a:pt x="3059414" y="49915"/>
                  </a:lnTo>
                  <a:lnTo>
                    <a:pt x="3058342" y="50041"/>
                  </a:lnTo>
                  <a:lnTo>
                    <a:pt x="3057271" y="50167"/>
                  </a:lnTo>
                  <a:lnTo>
                    <a:pt x="3056199" y="50293"/>
                  </a:lnTo>
                  <a:lnTo>
                    <a:pt x="3055128" y="50419"/>
                  </a:lnTo>
                  <a:lnTo>
                    <a:pt x="3054056" y="50546"/>
                  </a:lnTo>
                  <a:lnTo>
                    <a:pt x="3052984" y="50673"/>
                  </a:lnTo>
                  <a:lnTo>
                    <a:pt x="3051913" y="50800"/>
                  </a:lnTo>
                  <a:lnTo>
                    <a:pt x="3050841" y="50928"/>
                  </a:lnTo>
                  <a:lnTo>
                    <a:pt x="3049770" y="51055"/>
                  </a:lnTo>
                  <a:lnTo>
                    <a:pt x="3048698" y="51183"/>
                  </a:lnTo>
                  <a:lnTo>
                    <a:pt x="3047626" y="51311"/>
                  </a:lnTo>
                  <a:lnTo>
                    <a:pt x="3046555" y="51439"/>
                  </a:lnTo>
                  <a:lnTo>
                    <a:pt x="3045483" y="51568"/>
                  </a:lnTo>
                  <a:lnTo>
                    <a:pt x="3044412" y="51696"/>
                  </a:lnTo>
                  <a:lnTo>
                    <a:pt x="3043340" y="51825"/>
                  </a:lnTo>
                  <a:lnTo>
                    <a:pt x="3042268" y="51954"/>
                  </a:lnTo>
                  <a:lnTo>
                    <a:pt x="3041197" y="52084"/>
                  </a:lnTo>
                  <a:lnTo>
                    <a:pt x="3040125" y="52213"/>
                  </a:lnTo>
                  <a:lnTo>
                    <a:pt x="3039054" y="52343"/>
                  </a:lnTo>
                  <a:lnTo>
                    <a:pt x="3037982" y="52473"/>
                  </a:lnTo>
                  <a:lnTo>
                    <a:pt x="3036910" y="52603"/>
                  </a:lnTo>
                  <a:lnTo>
                    <a:pt x="3035839" y="52733"/>
                  </a:lnTo>
                  <a:lnTo>
                    <a:pt x="3034767" y="52864"/>
                  </a:lnTo>
                  <a:lnTo>
                    <a:pt x="3033696" y="52995"/>
                  </a:lnTo>
                  <a:lnTo>
                    <a:pt x="3032624" y="53126"/>
                  </a:lnTo>
                  <a:lnTo>
                    <a:pt x="3031552" y="53257"/>
                  </a:lnTo>
                  <a:lnTo>
                    <a:pt x="3030481" y="53388"/>
                  </a:lnTo>
                  <a:lnTo>
                    <a:pt x="3029409" y="53520"/>
                  </a:lnTo>
                  <a:lnTo>
                    <a:pt x="3028338" y="53652"/>
                  </a:lnTo>
                  <a:lnTo>
                    <a:pt x="3027266" y="53784"/>
                  </a:lnTo>
                  <a:lnTo>
                    <a:pt x="3026194" y="53917"/>
                  </a:lnTo>
                  <a:lnTo>
                    <a:pt x="3025123" y="54049"/>
                  </a:lnTo>
                  <a:lnTo>
                    <a:pt x="3024051" y="54182"/>
                  </a:lnTo>
                  <a:lnTo>
                    <a:pt x="3022980" y="54315"/>
                  </a:lnTo>
                  <a:lnTo>
                    <a:pt x="3021908" y="54448"/>
                  </a:lnTo>
                  <a:lnTo>
                    <a:pt x="3020836" y="54581"/>
                  </a:lnTo>
                  <a:lnTo>
                    <a:pt x="3019765" y="54715"/>
                  </a:lnTo>
                  <a:lnTo>
                    <a:pt x="3018693" y="54849"/>
                  </a:lnTo>
                  <a:lnTo>
                    <a:pt x="3017622" y="54983"/>
                  </a:lnTo>
                  <a:lnTo>
                    <a:pt x="3016550" y="55117"/>
                  </a:lnTo>
                  <a:lnTo>
                    <a:pt x="3015479" y="55252"/>
                  </a:lnTo>
                  <a:lnTo>
                    <a:pt x="3014407" y="55387"/>
                  </a:lnTo>
                  <a:lnTo>
                    <a:pt x="3013335" y="55522"/>
                  </a:lnTo>
                  <a:lnTo>
                    <a:pt x="3012264" y="55657"/>
                  </a:lnTo>
                  <a:lnTo>
                    <a:pt x="3011192" y="55792"/>
                  </a:lnTo>
                  <a:lnTo>
                    <a:pt x="3010121" y="55928"/>
                  </a:lnTo>
                  <a:lnTo>
                    <a:pt x="3009049" y="56064"/>
                  </a:lnTo>
                  <a:lnTo>
                    <a:pt x="3007977" y="56200"/>
                  </a:lnTo>
                  <a:lnTo>
                    <a:pt x="3006906" y="56336"/>
                  </a:lnTo>
                  <a:lnTo>
                    <a:pt x="3005834" y="56473"/>
                  </a:lnTo>
                  <a:lnTo>
                    <a:pt x="3004763" y="56609"/>
                  </a:lnTo>
                  <a:lnTo>
                    <a:pt x="3003691" y="56746"/>
                  </a:lnTo>
                  <a:lnTo>
                    <a:pt x="3002619" y="56884"/>
                  </a:lnTo>
                  <a:lnTo>
                    <a:pt x="3001548" y="57021"/>
                  </a:lnTo>
                  <a:lnTo>
                    <a:pt x="3000476" y="57159"/>
                  </a:lnTo>
                  <a:lnTo>
                    <a:pt x="2999405" y="57297"/>
                  </a:lnTo>
                  <a:lnTo>
                    <a:pt x="2998333" y="57435"/>
                  </a:lnTo>
                  <a:lnTo>
                    <a:pt x="2997261" y="57573"/>
                  </a:lnTo>
                  <a:lnTo>
                    <a:pt x="2996190" y="57712"/>
                  </a:lnTo>
                  <a:lnTo>
                    <a:pt x="2995118" y="57851"/>
                  </a:lnTo>
                  <a:lnTo>
                    <a:pt x="2994047" y="57990"/>
                  </a:lnTo>
                  <a:lnTo>
                    <a:pt x="2992975" y="58130"/>
                  </a:lnTo>
                  <a:lnTo>
                    <a:pt x="2991903" y="58270"/>
                  </a:lnTo>
                  <a:lnTo>
                    <a:pt x="2990832" y="58410"/>
                  </a:lnTo>
                  <a:lnTo>
                    <a:pt x="2989760" y="58550"/>
                  </a:lnTo>
                  <a:lnTo>
                    <a:pt x="2988689" y="58690"/>
                  </a:lnTo>
                  <a:lnTo>
                    <a:pt x="2987617" y="58831"/>
                  </a:lnTo>
                  <a:lnTo>
                    <a:pt x="2986545" y="58972"/>
                  </a:lnTo>
                  <a:lnTo>
                    <a:pt x="2985474" y="59113"/>
                  </a:lnTo>
                  <a:lnTo>
                    <a:pt x="2984402" y="59255"/>
                  </a:lnTo>
                  <a:lnTo>
                    <a:pt x="2983331" y="59397"/>
                  </a:lnTo>
                  <a:lnTo>
                    <a:pt x="2982259" y="59539"/>
                  </a:lnTo>
                  <a:lnTo>
                    <a:pt x="2981187" y="59681"/>
                  </a:lnTo>
                  <a:lnTo>
                    <a:pt x="2980116" y="59824"/>
                  </a:lnTo>
                  <a:lnTo>
                    <a:pt x="2979044" y="59966"/>
                  </a:lnTo>
                  <a:lnTo>
                    <a:pt x="2977973" y="60110"/>
                  </a:lnTo>
                  <a:lnTo>
                    <a:pt x="2976901" y="60253"/>
                  </a:lnTo>
                  <a:lnTo>
                    <a:pt x="2975829" y="60397"/>
                  </a:lnTo>
                  <a:lnTo>
                    <a:pt x="2974758" y="60541"/>
                  </a:lnTo>
                  <a:lnTo>
                    <a:pt x="2973686" y="60685"/>
                  </a:lnTo>
                  <a:lnTo>
                    <a:pt x="2972615" y="60829"/>
                  </a:lnTo>
                  <a:lnTo>
                    <a:pt x="2971543" y="60974"/>
                  </a:lnTo>
                  <a:lnTo>
                    <a:pt x="2970471" y="61119"/>
                  </a:lnTo>
                  <a:lnTo>
                    <a:pt x="2969400" y="61265"/>
                  </a:lnTo>
                  <a:lnTo>
                    <a:pt x="2968328" y="61410"/>
                  </a:lnTo>
                  <a:lnTo>
                    <a:pt x="2967257" y="61556"/>
                  </a:lnTo>
                  <a:lnTo>
                    <a:pt x="2966185" y="61702"/>
                  </a:lnTo>
                  <a:lnTo>
                    <a:pt x="2965113" y="61849"/>
                  </a:lnTo>
                  <a:lnTo>
                    <a:pt x="2964042" y="61996"/>
                  </a:lnTo>
                  <a:lnTo>
                    <a:pt x="2962970" y="62143"/>
                  </a:lnTo>
                  <a:lnTo>
                    <a:pt x="2961899" y="62290"/>
                  </a:lnTo>
                  <a:lnTo>
                    <a:pt x="2960827" y="62438"/>
                  </a:lnTo>
                  <a:lnTo>
                    <a:pt x="2959755" y="62586"/>
                  </a:lnTo>
                  <a:lnTo>
                    <a:pt x="2958684" y="62734"/>
                  </a:lnTo>
                  <a:lnTo>
                    <a:pt x="2957612" y="62883"/>
                  </a:lnTo>
                  <a:lnTo>
                    <a:pt x="2956541" y="63032"/>
                  </a:lnTo>
                  <a:lnTo>
                    <a:pt x="2955469" y="63181"/>
                  </a:lnTo>
                  <a:lnTo>
                    <a:pt x="2954397" y="63330"/>
                  </a:lnTo>
                  <a:lnTo>
                    <a:pt x="2953326" y="63480"/>
                  </a:lnTo>
                  <a:lnTo>
                    <a:pt x="2952254" y="63630"/>
                  </a:lnTo>
                  <a:lnTo>
                    <a:pt x="2951183" y="63781"/>
                  </a:lnTo>
                  <a:lnTo>
                    <a:pt x="2950111" y="63931"/>
                  </a:lnTo>
                  <a:lnTo>
                    <a:pt x="2949039" y="64082"/>
                  </a:lnTo>
                  <a:lnTo>
                    <a:pt x="2947968" y="64234"/>
                  </a:lnTo>
                  <a:lnTo>
                    <a:pt x="2946896" y="64385"/>
                  </a:lnTo>
                  <a:lnTo>
                    <a:pt x="2945825" y="64537"/>
                  </a:lnTo>
                  <a:lnTo>
                    <a:pt x="2944753" y="64690"/>
                  </a:lnTo>
                  <a:lnTo>
                    <a:pt x="2943681" y="64842"/>
                  </a:lnTo>
                  <a:lnTo>
                    <a:pt x="2942610" y="64995"/>
                  </a:lnTo>
                  <a:lnTo>
                    <a:pt x="2941538" y="65148"/>
                  </a:lnTo>
                  <a:lnTo>
                    <a:pt x="2940467" y="65302"/>
                  </a:lnTo>
                  <a:lnTo>
                    <a:pt x="2939395" y="65456"/>
                  </a:lnTo>
                  <a:lnTo>
                    <a:pt x="2938323" y="65610"/>
                  </a:lnTo>
                  <a:lnTo>
                    <a:pt x="2937252" y="65764"/>
                  </a:lnTo>
                  <a:lnTo>
                    <a:pt x="2936180" y="65919"/>
                  </a:lnTo>
                  <a:lnTo>
                    <a:pt x="2935109" y="66074"/>
                  </a:lnTo>
                  <a:lnTo>
                    <a:pt x="2934037" y="66230"/>
                  </a:lnTo>
                  <a:lnTo>
                    <a:pt x="2932965" y="66386"/>
                  </a:lnTo>
                  <a:lnTo>
                    <a:pt x="2931894" y="66542"/>
                  </a:lnTo>
                  <a:lnTo>
                    <a:pt x="2930822" y="66698"/>
                  </a:lnTo>
                  <a:lnTo>
                    <a:pt x="2929751" y="66855"/>
                  </a:lnTo>
                  <a:lnTo>
                    <a:pt x="2928679" y="67012"/>
                  </a:lnTo>
                  <a:lnTo>
                    <a:pt x="2927607" y="67170"/>
                  </a:lnTo>
                  <a:lnTo>
                    <a:pt x="2926536" y="67328"/>
                  </a:lnTo>
                  <a:lnTo>
                    <a:pt x="2925464" y="67486"/>
                  </a:lnTo>
                  <a:lnTo>
                    <a:pt x="2924393" y="67644"/>
                  </a:lnTo>
                  <a:lnTo>
                    <a:pt x="2923321" y="67803"/>
                  </a:lnTo>
                  <a:lnTo>
                    <a:pt x="2922249" y="67962"/>
                  </a:lnTo>
                  <a:lnTo>
                    <a:pt x="2921178" y="68122"/>
                  </a:lnTo>
                  <a:lnTo>
                    <a:pt x="2920106" y="68282"/>
                  </a:lnTo>
                  <a:lnTo>
                    <a:pt x="2919035" y="68442"/>
                  </a:lnTo>
                  <a:lnTo>
                    <a:pt x="2917963" y="68602"/>
                  </a:lnTo>
                  <a:lnTo>
                    <a:pt x="2916891" y="68763"/>
                  </a:lnTo>
                  <a:lnTo>
                    <a:pt x="2915820" y="68924"/>
                  </a:lnTo>
                  <a:lnTo>
                    <a:pt x="2914748" y="69086"/>
                  </a:lnTo>
                  <a:lnTo>
                    <a:pt x="2913677" y="69248"/>
                  </a:lnTo>
                  <a:lnTo>
                    <a:pt x="2912605" y="69410"/>
                  </a:lnTo>
                  <a:lnTo>
                    <a:pt x="2911533" y="69573"/>
                  </a:lnTo>
                  <a:lnTo>
                    <a:pt x="2910462" y="69736"/>
                  </a:lnTo>
                  <a:lnTo>
                    <a:pt x="2909390" y="69899"/>
                  </a:lnTo>
                  <a:lnTo>
                    <a:pt x="2908319" y="70063"/>
                  </a:lnTo>
                  <a:lnTo>
                    <a:pt x="2907247" y="70227"/>
                  </a:lnTo>
                  <a:lnTo>
                    <a:pt x="2906175" y="70391"/>
                  </a:lnTo>
                  <a:lnTo>
                    <a:pt x="2905104" y="70556"/>
                  </a:lnTo>
                  <a:lnTo>
                    <a:pt x="2904032" y="70721"/>
                  </a:lnTo>
                  <a:lnTo>
                    <a:pt x="2902961" y="70887"/>
                  </a:lnTo>
                  <a:lnTo>
                    <a:pt x="2901889" y="71052"/>
                  </a:lnTo>
                  <a:lnTo>
                    <a:pt x="2900817" y="71219"/>
                  </a:lnTo>
                  <a:lnTo>
                    <a:pt x="2899746" y="71385"/>
                  </a:lnTo>
                  <a:lnTo>
                    <a:pt x="2898674" y="71552"/>
                  </a:lnTo>
                  <a:lnTo>
                    <a:pt x="2897603" y="71719"/>
                  </a:lnTo>
                  <a:lnTo>
                    <a:pt x="2896531" y="71887"/>
                  </a:lnTo>
                  <a:lnTo>
                    <a:pt x="2895459" y="72055"/>
                  </a:lnTo>
                  <a:lnTo>
                    <a:pt x="2894388" y="72223"/>
                  </a:lnTo>
                  <a:lnTo>
                    <a:pt x="2893316" y="72392"/>
                  </a:lnTo>
                  <a:lnTo>
                    <a:pt x="2892245" y="72561"/>
                  </a:lnTo>
                  <a:lnTo>
                    <a:pt x="2891173" y="72731"/>
                  </a:lnTo>
                  <a:lnTo>
                    <a:pt x="2890101" y="72901"/>
                  </a:lnTo>
                  <a:lnTo>
                    <a:pt x="2889030" y="73071"/>
                  </a:lnTo>
                  <a:lnTo>
                    <a:pt x="2887958" y="73242"/>
                  </a:lnTo>
                  <a:lnTo>
                    <a:pt x="2886887" y="73413"/>
                  </a:lnTo>
                  <a:lnTo>
                    <a:pt x="2885815" y="73584"/>
                  </a:lnTo>
                  <a:lnTo>
                    <a:pt x="2884743" y="73756"/>
                  </a:lnTo>
                  <a:lnTo>
                    <a:pt x="2883672" y="73928"/>
                  </a:lnTo>
                  <a:lnTo>
                    <a:pt x="2882600" y="74101"/>
                  </a:lnTo>
                  <a:lnTo>
                    <a:pt x="2881529" y="74273"/>
                  </a:lnTo>
                  <a:lnTo>
                    <a:pt x="2880457" y="74447"/>
                  </a:lnTo>
                  <a:lnTo>
                    <a:pt x="2879385" y="74620"/>
                  </a:lnTo>
                  <a:lnTo>
                    <a:pt x="2878314" y="74794"/>
                  </a:lnTo>
                  <a:lnTo>
                    <a:pt x="2877242" y="74969"/>
                  </a:lnTo>
                  <a:lnTo>
                    <a:pt x="2876171" y="75144"/>
                  </a:lnTo>
                  <a:lnTo>
                    <a:pt x="2875099" y="75319"/>
                  </a:lnTo>
                  <a:lnTo>
                    <a:pt x="2874027" y="75495"/>
                  </a:lnTo>
                  <a:lnTo>
                    <a:pt x="2872956" y="75671"/>
                  </a:lnTo>
                  <a:lnTo>
                    <a:pt x="2871884" y="75847"/>
                  </a:lnTo>
                  <a:lnTo>
                    <a:pt x="2870813" y="76024"/>
                  </a:lnTo>
                  <a:lnTo>
                    <a:pt x="2869741" y="76201"/>
                  </a:lnTo>
                  <a:lnTo>
                    <a:pt x="2868669" y="76378"/>
                  </a:lnTo>
                  <a:lnTo>
                    <a:pt x="2867598" y="76556"/>
                  </a:lnTo>
                  <a:lnTo>
                    <a:pt x="2866526" y="76735"/>
                  </a:lnTo>
                  <a:lnTo>
                    <a:pt x="2865455" y="76913"/>
                  </a:lnTo>
                  <a:lnTo>
                    <a:pt x="2864383" y="77093"/>
                  </a:lnTo>
                  <a:lnTo>
                    <a:pt x="2863311" y="77272"/>
                  </a:lnTo>
                  <a:lnTo>
                    <a:pt x="2862240" y="77452"/>
                  </a:lnTo>
                  <a:lnTo>
                    <a:pt x="2861168" y="77632"/>
                  </a:lnTo>
                  <a:lnTo>
                    <a:pt x="2860097" y="77813"/>
                  </a:lnTo>
                  <a:lnTo>
                    <a:pt x="2859025" y="77994"/>
                  </a:lnTo>
                  <a:lnTo>
                    <a:pt x="2857953" y="78176"/>
                  </a:lnTo>
                  <a:lnTo>
                    <a:pt x="2856882" y="78358"/>
                  </a:lnTo>
                  <a:lnTo>
                    <a:pt x="2855810" y="78540"/>
                  </a:lnTo>
                  <a:lnTo>
                    <a:pt x="2854739" y="78723"/>
                  </a:lnTo>
                  <a:lnTo>
                    <a:pt x="2853667" y="78906"/>
                  </a:lnTo>
                  <a:lnTo>
                    <a:pt x="2852595" y="79089"/>
                  </a:lnTo>
                  <a:lnTo>
                    <a:pt x="2851524" y="79273"/>
                  </a:lnTo>
                  <a:lnTo>
                    <a:pt x="2850452" y="79458"/>
                  </a:lnTo>
                  <a:lnTo>
                    <a:pt x="2849381" y="79643"/>
                  </a:lnTo>
                  <a:lnTo>
                    <a:pt x="2848309" y="79828"/>
                  </a:lnTo>
                  <a:lnTo>
                    <a:pt x="2847237" y="80013"/>
                  </a:lnTo>
                  <a:lnTo>
                    <a:pt x="2846166" y="80199"/>
                  </a:lnTo>
                  <a:lnTo>
                    <a:pt x="2845094" y="80386"/>
                  </a:lnTo>
                  <a:lnTo>
                    <a:pt x="2844023" y="80573"/>
                  </a:lnTo>
                  <a:lnTo>
                    <a:pt x="2842951" y="80760"/>
                  </a:lnTo>
                  <a:lnTo>
                    <a:pt x="2841879" y="80947"/>
                  </a:lnTo>
                  <a:lnTo>
                    <a:pt x="2840808" y="81136"/>
                  </a:lnTo>
                  <a:lnTo>
                    <a:pt x="2839736" y="81324"/>
                  </a:lnTo>
                  <a:lnTo>
                    <a:pt x="2838665" y="81513"/>
                  </a:lnTo>
                  <a:lnTo>
                    <a:pt x="2837593" y="81702"/>
                  </a:lnTo>
                  <a:lnTo>
                    <a:pt x="2836522" y="81892"/>
                  </a:lnTo>
                  <a:lnTo>
                    <a:pt x="2835450" y="82082"/>
                  </a:lnTo>
                  <a:lnTo>
                    <a:pt x="2834378" y="82273"/>
                  </a:lnTo>
                  <a:lnTo>
                    <a:pt x="2833307" y="82464"/>
                  </a:lnTo>
                  <a:lnTo>
                    <a:pt x="2832235" y="82655"/>
                  </a:lnTo>
                  <a:lnTo>
                    <a:pt x="2831164" y="82847"/>
                  </a:lnTo>
                  <a:lnTo>
                    <a:pt x="2830092" y="83039"/>
                  </a:lnTo>
                  <a:lnTo>
                    <a:pt x="2829020" y="83232"/>
                  </a:lnTo>
                  <a:lnTo>
                    <a:pt x="2827949" y="83425"/>
                  </a:lnTo>
                  <a:lnTo>
                    <a:pt x="2826877" y="83619"/>
                  </a:lnTo>
                  <a:lnTo>
                    <a:pt x="2825806" y="83813"/>
                  </a:lnTo>
                  <a:lnTo>
                    <a:pt x="2824734" y="84007"/>
                  </a:lnTo>
                  <a:lnTo>
                    <a:pt x="2823662" y="84202"/>
                  </a:lnTo>
                  <a:lnTo>
                    <a:pt x="2822591" y="84397"/>
                  </a:lnTo>
                  <a:lnTo>
                    <a:pt x="2821519" y="84593"/>
                  </a:lnTo>
                  <a:lnTo>
                    <a:pt x="2820448" y="84789"/>
                  </a:lnTo>
                  <a:lnTo>
                    <a:pt x="2819376" y="84985"/>
                  </a:lnTo>
                  <a:lnTo>
                    <a:pt x="2818304" y="85182"/>
                  </a:lnTo>
                  <a:lnTo>
                    <a:pt x="2817233" y="85380"/>
                  </a:lnTo>
                  <a:lnTo>
                    <a:pt x="2816161" y="85578"/>
                  </a:lnTo>
                  <a:lnTo>
                    <a:pt x="2815090" y="85776"/>
                  </a:lnTo>
                  <a:lnTo>
                    <a:pt x="2814018" y="85975"/>
                  </a:lnTo>
                  <a:lnTo>
                    <a:pt x="2812946" y="86174"/>
                  </a:lnTo>
                  <a:lnTo>
                    <a:pt x="2811875" y="86373"/>
                  </a:lnTo>
                  <a:lnTo>
                    <a:pt x="2810803" y="86573"/>
                  </a:lnTo>
                  <a:lnTo>
                    <a:pt x="2809732" y="86774"/>
                  </a:lnTo>
                  <a:lnTo>
                    <a:pt x="2808660" y="86975"/>
                  </a:lnTo>
                  <a:lnTo>
                    <a:pt x="2807588" y="87176"/>
                  </a:lnTo>
                  <a:lnTo>
                    <a:pt x="2806517" y="87378"/>
                  </a:lnTo>
                  <a:lnTo>
                    <a:pt x="2805445" y="87580"/>
                  </a:lnTo>
                  <a:lnTo>
                    <a:pt x="2804374" y="87783"/>
                  </a:lnTo>
                  <a:lnTo>
                    <a:pt x="2803302" y="87986"/>
                  </a:lnTo>
                  <a:lnTo>
                    <a:pt x="2802230" y="88189"/>
                  </a:lnTo>
                  <a:lnTo>
                    <a:pt x="2801159" y="88393"/>
                  </a:lnTo>
                  <a:lnTo>
                    <a:pt x="2800087" y="88598"/>
                  </a:lnTo>
                  <a:lnTo>
                    <a:pt x="2799016" y="88803"/>
                  </a:lnTo>
                  <a:lnTo>
                    <a:pt x="2797944" y="89008"/>
                  </a:lnTo>
                  <a:lnTo>
                    <a:pt x="2796872" y="89214"/>
                  </a:lnTo>
                  <a:lnTo>
                    <a:pt x="2795801" y="89420"/>
                  </a:lnTo>
                  <a:lnTo>
                    <a:pt x="2794729" y="89626"/>
                  </a:lnTo>
                  <a:lnTo>
                    <a:pt x="2793658" y="89834"/>
                  </a:lnTo>
                  <a:lnTo>
                    <a:pt x="2792586" y="90041"/>
                  </a:lnTo>
                  <a:lnTo>
                    <a:pt x="2791514" y="90249"/>
                  </a:lnTo>
                  <a:lnTo>
                    <a:pt x="2790443" y="90458"/>
                  </a:lnTo>
                  <a:lnTo>
                    <a:pt x="2789371" y="90666"/>
                  </a:lnTo>
                  <a:lnTo>
                    <a:pt x="2788300" y="90876"/>
                  </a:lnTo>
                  <a:lnTo>
                    <a:pt x="2787228" y="91086"/>
                  </a:lnTo>
                  <a:lnTo>
                    <a:pt x="2786156" y="91296"/>
                  </a:lnTo>
                  <a:lnTo>
                    <a:pt x="2785085" y="91507"/>
                  </a:lnTo>
                  <a:lnTo>
                    <a:pt x="2784013" y="91718"/>
                  </a:lnTo>
                  <a:lnTo>
                    <a:pt x="2782942" y="91929"/>
                  </a:lnTo>
                  <a:lnTo>
                    <a:pt x="2781870" y="92141"/>
                  </a:lnTo>
                  <a:lnTo>
                    <a:pt x="2780798" y="92354"/>
                  </a:lnTo>
                  <a:lnTo>
                    <a:pt x="2779727" y="92567"/>
                  </a:lnTo>
                  <a:lnTo>
                    <a:pt x="2778655" y="92780"/>
                  </a:lnTo>
                  <a:lnTo>
                    <a:pt x="2777584" y="92994"/>
                  </a:lnTo>
                  <a:lnTo>
                    <a:pt x="2776512" y="93209"/>
                  </a:lnTo>
                  <a:lnTo>
                    <a:pt x="2775440" y="93423"/>
                  </a:lnTo>
                  <a:lnTo>
                    <a:pt x="2774369" y="93639"/>
                  </a:lnTo>
                  <a:lnTo>
                    <a:pt x="2773297" y="93854"/>
                  </a:lnTo>
                  <a:lnTo>
                    <a:pt x="2772226" y="94070"/>
                  </a:lnTo>
                  <a:lnTo>
                    <a:pt x="2771154" y="94287"/>
                  </a:lnTo>
                  <a:lnTo>
                    <a:pt x="2770082" y="94504"/>
                  </a:lnTo>
                  <a:lnTo>
                    <a:pt x="2769011" y="94722"/>
                  </a:lnTo>
                  <a:lnTo>
                    <a:pt x="2767939" y="94940"/>
                  </a:lnTo>
                  <a:lnTo>
                    <a:pt x="2766868" y="95158"/>
                  </a:lnTo>
                  <a:lnTo>
                    <a:pt x="2765796" y="95377"/>
                  </a:lnTo>
                  <a:lnTo>
                    <a:pt x="2764724" y="95597"/>
                  </a:lnTo>
                  <a:lnTo>
                    <a:pt x="2763653" y="95817"/>
                  </a:lnTo>
                  <a:lnTo>
                    <a:pt x="2762581" y="96037"/>
                  </a:lnTo>
                  <a:lnTo>
                    <a:pt x="2761510" y="96258"/>
                  </a:lnTo>
                  <a:lnTo>
                    <a:pt x="2760438" y="96479"/>
                  </a:lnTo>
                  <a:lnTo>
                    <a:pt x="2759366" y="96701"/>
                  </a:lnTo>
                  <a:lnTo>
                    <a:pt x="2758295" y="96923"/>
                  </a:lnTo>
                  <a:lnTo>
                    <a:pt x="2757223" y="97146"/>
                  </a:lnTo>
                  <a:lnTo>
                    <a:pt x="2756152" y="97369"/>
                  </a:lnTo>
                  <a:lnTo>
                    <a:pt x="2755080" y="97592"/>
                  </a:lnTo>
                  <a:lnTo>
                    <a:pt x="2754008" y="97817"/>
                  </a:lnTo>
                  <a:lnTo>
                    <a:pt x="2752937" y="98041"/>
                  </a:lnTo>
                  <a:lnTo>
                    <a:pt x="2751865" y="98266"/>
                  </a:lnTo>
                  <a:lnTo>
                    <a:pt x="2750794" y="98492"/>
                  </a:lnTo>
                  <a:lnTo>
                    <a:pt x="2749722" y="98718"/>
                  </a:lnTo>
                  <a:lnTo>
                    <a:pt x="2748650" y="98944"/>
                  </a:lnTo>
                  <a:lnTo>
                    <a:pt x="2747579" y="99171"/>
                  </a:lnTo>
                  <a:lnTo>
                    <a:pt x="2746507" y="99398"/>
                  </a:lnTo>
                  <a:lnTo>
                    <a:pt x="2745436" y="99626"/>
                  </a:lnTo>
                  <a:lnTo>
                    <a:pt x="2744364" y="99855"/>
                  </a:lnTo>
                  <a:lnTo>
                    <a:pt x="2743292" y="100083"/>
                  </a:lnTo>
                  <a:lnTo>
                    <a:pt x="2742221" y="100313"/>
                  </a:lnTo>
                  <a:lnTo>
                    <a:pt x="2741149" y="100542"/>
                  </a:lnTo>
                  <a:lnTo>
                    <a:pt x="2740078" y="100773"/>
                  </a:lnTo>
                  <a:lnTo>
                    <a:pt x="2739006" y="101003"/>
                  </a:lnTo>
                  <a:lnTo>
                    <a:pt x="2737934" y="101235"/>
                  </a:lnTo>
                  <a:lnTo>
                    <a:pt x="2736863" y="101466"/>
                  </a:lnTo>
                  <a:lnTo>
                    <a:pt x="2735791" y="101698"/>
                  </a:lnTo>
                  <a:lnTo>
                    <a:pt x="2734720" y="101931"/>
                  </a:lnTo>
                  <a:lnTo>
                    <a:pt x="2733648" y="102164"/>
                  </a:lnTo>
                  <a:lnTo>
                    <a:pt x="2732576" y="102398"/>
                  </a:lnTo>
                  <a:lnTo>
                    <a:pt x="2731505" y="102632"/>
                  </a:lnTo>
                  <a:lnTo>
                    <a:pt x="2730433" y="102866"/>
                  </a:lnTo>
                  <a:lnTo>
                    <a:pt x="2729362" y="103102"/>
                  </a:lnTo>
                  <a:lnTo>
                    <a:pt x="2728290" y="103337"/>
                  </a:lnTo>
                  <a:lnTo>
                    <a:pt x="2727218" y="103573"/>
                  </a:lnTo>
                  <a:lnTo>
                    <a:pt x="2726147" y="103810"/>
                  </a:lnTo>
                  <a:lnTo>
                    <a:pt x="2725075" y="104046"/>
                  </a:lnTo>
                  <a:lnTo>
                    <a:pt x="2724004" y="104284"/>
                  </a:lnTo>
                  <a:lnTo>
                    <a:pt x="2722932" y="104522"/>
                  </a:lnTo>
                  <a:lnTo>
                    <a:pt x="2721860" y="104760"/>
                  </a:lnTo>
                  <a:lnTo>
                    <a:pt x="2720789" y="104999"/>
                  </a:lnTo>
                  <a:lnTo>
                    <a:pt x="2719717" y="105239"/>
                  </a:lnTo>
                  <a:lnTo>
                    <a:pt x="2718646" y="105479"/>
                  </a:lnTo>
                  <a:lnTo>
                    <a:pt x="2717574" y="105719"/>
                  </a:lnTo>
                  <a:lnTo>
                    <a:pt x="2716502" y="105960"/>
                  </a:lnTo>
                  <a:lnTo>
                    <a:pt x="2715431" y="106201"/>
                  </a:lnTo>
                  <a:lnTo>
                    <a:pt x="2714359" y="106443"/>
                  </a:lnTo>
                  <a:lnTo>
                    <a:pt x="2713288" y="106685"/>
                  </a:lnTo>
                  <a:lnTo>
                    <a:pt x="2712216" y="106928"/>
                  </a:lnTo>
                  <a:lnTo>
                    <a:pt x="2711144" y="107171"/>
                  </a:lnTo>
                  <a:lnTo>
                    <a:pt x="2710073" y="107415"/>
                  </a:lnTo>
                  <a:lnTo>
                    <a:pt x="2709001" y="107659"/>
                  </a:lnTo>
                  <a:lnTo>
                    <a:pt x="2707930" y="107904"/>
                  </a:lnTo>
                  <a:lnTo>
                    <a:pt x="2706858" y="108149"/>
                  </a:lnTo>
                  <a:lnTo>
                    <a:pt x="2705786" y="108395"/>
                  </a:lnTo>
                  <a:lnTo>
                    <a:pt x="2704715" y="108641"/>
                  </a:lnTo>
                  <a:lnTo>
                    <a:pt x="2703643" y="108888"/>
                  </a:lnTo>
                  <a:lnTo>
                    <a:pt x="2702572" y="109135"/>
                  </a:lnTo>
                  <a:lnTo>
                    <a:pt x="2701500" y="109383"/>
                  </a:lnTo>
                  <a:lnTo>
                    <a:pt x="2700428" y="109631"/>
                  </a:lnTo>
                  <a:lnTo>
                    <a:pt x="2699357" y="109880"/>
                  </a:lnTo>
                  <a:lnTo>
                    <a:pt x="2698285" y="110129"/>
                  </a:lnTo>
                  <a:lnTo>
                    <a:pt x="2697214" y="110379"/>
                  </a:lnTo>
                  <a:lnTo>
                    <a:pt x="2696142" y="110629"/>
                  </a:lnTo>
                  <a:lnTo>
                    <a:pt x="2695070" y="110880"/>
                  </a:lnTo>
                  <a:lnTo>
                    <a:pt x="2693999" y="111131"/>
                  </a:lnTo>
                  <a:lnTo>
                    <a:pt x="2692927" y="111383"/>
                  </a:lnTo>
                  <a:lnTo>
                    <a:pt x="2691856" y="111635"/>
                  </a:lnTo>
                  <a:lnTo>
                    <a:pt x="2690784" y="111888"/>
                  </a:lnTo>
                  <a:lnTo>
                    <a:pt x="2689712" y="112141"/>
                  </a:lnTo>
                  <a:lnTo>
                    <a:pt x="2688641" y="112395"/>
                  </a:lnTo>
                  <a:lnTo>
                    <a:pt x="2687569" y="112649"/>
                  </a:lnTo>
                  <a:lnTo>
                    <a:pt x="2686498" y="112903"/>
                  </a:lnTo>
                  <a:lnTo>
                    <a:pt x="2685426" y="113159"/>
                  </a:lnTo>
                  <a:lnTo>
                    <a:pt x="2684354" y="113414"/>
                  </a:lnTo>
                  <a:lnTo>
                    <a:pt x="2683283" y="113671"/>
                  </a:lnTo>
                  <a:lnTo>
                    <a:pt x="2682211" y="113927"/>
                  </a:lnTo>
                  <a:lnTo>
                    <a:pt x="2681140" y="114184"/>
                  </a:lnTo>
                  <a:lnTo>
                    <a:pt x="2680068" y="114442"/>
                  </a:lnTo>
                  <a:lnTo>
                    <a:pt x="2678996" y="114700"/>
                  </a:lnTo>
                  <a:lnTo>
                    <a:pt x="2677925" y="114959"/>
                  </a:lnTo>
                  <a:lnTo>
                    <a:pt x="2676853" y="115218"/>
                  </a:lnTo>
                  <a:lnTo>
                    <a:pt x="2675782" y="115478"/>
                  </a:lnTo>
                  <a:lnTo>
                    <a:pt x="2674710" y="115738"/>
                  </a:lnTo>
                  <a:lnTo>
                    <a:pt x="2673638" y="115999"/>
                  </a:lnTo>
                  <a:lnTo>
                    <a:pt x="2672567" y="116260"/>
                  </a:lnTo>
                  <a:lnTo>
                    <a:pt x="2671495" y="116522"/>
                  </a:lnTo>
                  <a:lnTo>
                    <a:pt x="2670424" y="116784"/>
                  </a:lnTo>
                  <a:lnTo>
                    <a:pt x="2669352" y="117047"/>
                  </a:lnTo>
                  <a:lnTo>
                    <a:pt x="2668280" y="117310"/>
                  </a:lnTo>
                  <a:lnTo>
                    <a:pt x="2667209" y="117574"/>
                  </a:lnTo>
                  <a:lnTo>
                    <a:pt x="2666137" y="117838"/>
                  </a:lnTo>
                  <a:lnTo>
                    <a:pt x="2665066" y="118103"/>
                  </a:lnTo>
                  <a:lnTo>
                    <a:pt x="2663994" y="118368"/>
                  </a:lnTo>
                  <a:lnTo>
                    <a:pt x="2662922" y="118634"/>
                  </a:lnTo>
                  <a:lnTo>
                    <a:pt x="2661851" y="118900"/>
                  </a:lnTo>
                  <a:lnTo>
                    <a:pt x="2660779" y="119167"/>
                  </a:lnTo>
                  <a:lnTo>
                    <a:pt x="2659708" y="119434"/>
                  </a:lnTo>
                  <a:lnTo>
                    <a:pt x="2658636" y="119702"/>
                  </a:lnTo>
                  <a:lnTo>
                    <a:pt x="2657565" y="119970"/>
                  </a:lnTo>
                  <a:lnTo>
                    <a:pt x="2656493" y="120239"/>
                  </a:lnTo>
                  <a:lnTo>
                    <a:pt x="2655421" y="120508"/>
                  </a:lnTo>
                  <a:lnTo>
                    <a:pt x="2654350" y="120778"/>
                  </a:lnTo>
                  <a:lnTo>
                    <a:pt x="2653278" y="121049"/>
                  </a:lnTo>
                  <a:lnTo>
                    <a:pt x="2652207" y="121319"/>
                  </a:lnTo>
                  <a:lnTo>
                    <a:pt x="2651135" y="121591"/>
                  </a:lnTo>
                  <a:lnTo>
                    <a:pt x="2650063" y="121863"/>
                  </a:lnTo>
                  <a:lnTo>
                    <a:pt x="2648992" y="122135"/>
                  </a:lnTo>
                  <a:lnTo>
                    <a:pt x="2647920" y="122408"/>
                  </a:lnTo>
                  <a:lnTo>
                    <a:pt x="2646849" y="122682"/>
                  </a:lnTo>
                  <a:lnTo>
                    <a:pt x="2645777" y="122956"/>
                  </a:lnTo>
                  <a:lnTo>
                    <a:pt x="2644705" y="123230"/>
                  </a:lnTo>
                  <a:lnTo>
                    <a:pt x="2643634" y="123505"/>
                  </a:lnTo>
                  <a:lnTo>
                    <a:pt x="2642562" y="123780"/>
                  </a:lnTo>
                  <a:lnTo>
                    <a:pt x="2641491" y="124056"/>
                  </a:lnTo>
                  <a:lnTo>
                    <a:pt x="2640419" y="124333"/>
                  </a:lnTo>
                  <a:lnTo>
                    <a:pt x="2639347" y="124610"/>
                  </a:lnTo>
                  <a:lnTo>
                    <a:pt x="2638276" y="124888"/>
                  </a:lnTo>
                  <a:lnTo>
                    <a:pt x="2637204" y="125166"/>
                  </a:lnTo>
                  <a:lnTo>
                    <a:pt x="2636133" y="125444"/>
                  </a:lnTo>
                  <a:lnTo>
                    <a:pt x="2635061" y="125723"/>
                  </a:lnTo>
                  <a:lnTo>
                    <a:pt x="2633989" y="126003"/>
                  </a:lnTo>
                  <a:lnTo>
                    <a:pt x="2632918" y="126283"/>
                  </a:lnTo>
                  <a:lnTo>
                    <a:pt x="2631846" y="126564"/>
                  </a:lnTo>
                  <a:lnTo>
                    <a:pt x="2630775" y="126845"/>
                  </a:lnTo>
                  <a:lnTo>
                    <a:pt x="2629703" y="127127"/>
                  </a:lnTo>
                  <a:lnTo>
                    <a:pt x="2628631" y="127409"/>
                  </a:lnTo>
                  <a:lnTo>
                    <a:pt x="2627560" y="127692"/>
                  </a:lnTo>
                  <a:lnTo>
                    <a:pt x="2626488" y="127975"/>
                  </a:lnTo>
                  <a:lnTo>
                    <a:pt x="2625417" y="128259"/>
                  </a:lnTo>
                  <a:lnTo>
                    <a:pt x="2624345" y="128543"/>
                  </a:lnTo>
                  <a:lnTo>
                    <a:pt x="2623273" y="128828"/>
                  </a:lnTo>
                  <a:lnTo>
                    <a:pt x="2622202" y="129113"/>
                  </a:lnTo>
                  <a:lnTo>
                    <a:pt x="2621130" y="129399"/>
                  </a:lnTo>
                  <a:lnTo>
                    <a:pt x="2620059" y="129686"/>
                  </a:lnTo>
                  <a:lnTo>
                    <a:pt x="2618987" y="129972"/>
                  </a:lnTo>
                  <a:lnTo>
                    <a:pt x="2617915" y="130260"/>
                  </a:lnTo>
                  <a:lnTo>
                    <a:pt x="2616844" y="130548"/>
                  </a:lnTo>
                  <a:lnTo>
                    <a:pt x="2615772" y="130836"/>
                  </a:lnTo>
                  <a:lnTo>
                    <a:pt x="2614701" y="131125"/>
                  </a:lnTo>
                  <a:lnTo>
                    <a:pt x="2613629" y="131415"/>
                  </a:lnTo>
                  <a:lnTo>
                    <a:pt x="2612557" y="131705"/>
                  </a:lnTo>
                  <a:lnTo>
                    <a:pt x="2611486" y="131995"/>
                  </a:lnTo>
                  <a:lnTo>
                    <a:pt x="2610414" y="132287"/>
                  </a:lnTo>
                  <a:lnTo>
                    <a:pt x="2609343" y="132578"/>
                  </a:lnTo>
                  <a:lnTo>
                    <a:pt x="2608271" y="132870"/>
                  </a:lnTo>
                  <a:lnTo>
                    <a:pt x="2607199" y="133163"/>
                  </a:lnTo>
                  <a:lnTo>
                    <a:pt x="2606128" y="133456"/>
                  </a:lnTo>
                  <a:lnTo>
                    <a:pt x="2605056" y="133750"/>
                  </a:lnTo>
                  <a:lnTo>
                    <a:pt x="2603985" y="134044"/>
                  </a:lnTo>
                  <a:lnTo>
                    <a:pt x="2602913" y="134339"/>
                  </a:lnTo>
                  <a:lnTo>
                    <a:pt x="2601841" y="134634"/>
                  </a:lnTo>
                  <a:lnTo>
                    <a:pt x="2600770" y="134930"/>
                  </a:lnTo>
                  <a:lnTo>
                    <a:pt x="2599698" y="135227"/>
                  </a:lnTo>
                  <a:lnTo>
                    <a:pt x="2598627" y="135523"/>
                  </a:lnTo>
                  <a:lnTo>
                    <a:pt x="2597555" y="135821"/>
                  </a:lnTo>
                  <a:lnTo>
                    <a:pt x="2596483" y="136119"/>
                  </a:lnTo>
                  <a:lnTo>
                    <a:pt x="2595412" y="136417"/>
                  </a:lnTo>
                  <a:lnTo>
                    <a:pt x="2594340" y="136716"/>
                  </a:lnTo>
                  <a:lnTo>
                    <a:pt x="2593269" y="137016"/>
                  </a:lnTo>
                  <a:lnTo>
                    <a:pt x="2592197" y="137316"/>
                  </a:lnTo>
                  <a:lnTo>
                    <a:pt x="2591125" y="137617"/>
                  </a:lnTo>
                  <a:lnTo>
                    <a:pt x="2590054" y="137918"/>
                  </a:lnTo>
                  <a:lnTo>
                    <a:pt x="2588982" y="138219"/>
                  </a:lnTo>
                  <a:lnTo>
                    <a:pt x="2587911" y="138522"/>
                  </a:lnTo>
                  <a:lnTo>
                    <a:pt x="2586839" y="138824"/>
                  </a:lnTo>
                  <a:lnTo>
                    <a:pt x="2585767" y="139128"/>
                  </a:lnTo>
                  <a:lnTo>
                    <a:pt x="2584696" y="139431"/>
                  </a:lnTo>
                  <a:lnTo>
                    <a:pt x="2583624" y="139736"/>
                  </a:lnTo>
                  <a:lnTo>
                    <a:pt x="2582553" y="140041"/>
                  </a:lnTo>
                  <a:lnTo>
                    <a:pt x="2581481" y="140346"/>
                  </a:lnTo>
                  <a:lnTo>
                    <a:pt x="2580409" y="140652"/>
                  </a:lnTo>
                  <a:lnTo>
                    <a:pt x="2579338" y="140958"/>
                  </a:lnTo>
                  <a:lnTo>
                    <a:pt x="2578266" y="141265"/>
                  </a:lnTo>
                  <a:lnTo>
                    <a:pt x="2577195" y="141573"/>
                  </a:lnTo>
                  <a:lnTo>
                    <a:pt x="2576123" y="141881"/>
                  </a:lnTo>
                  <a:lnTo>
                    <a:pt x="2575051" y="142190"/>
                  </a:lnTo>
                  <a:lnTo>
                    <a:pt x="2573980" y="142499"/>
                  </a:lnTo>
                  <a:lnTo>
                    <a:pt x="2572908" y="142808"/>
                  </a:lnTo>
                  <a:lnTo>
                    <a:pt x="2571837" y="143119"/>
                  </a:lnTo>
                  <a:lnTo>
                    <a:pt x="2570765" y="143429"/>
                  </a:lnTo>
                  <a:lnTo>
                    <a:pt x="2569693" y="143741"/>
                  </a:lnTo>
                  <a:lnTo>
                    <a:pt x="2568622" y="144052"/>
                  </a:lnTo>
                  <a:lnTo>
                    <a:pt x="2567550" y="144365"/>
                  </a:lnTo>
                  <a:lnTo>
                    <a:pt x="2566479" y="144678"/>
                  </a:lnTo>
                  <a:lnTo>
                    <a:pt x="2565407" y="144991"/>
                  </a:lnTo>
                  <a:lnTo>
                    <a:pt x="2564335" y="145305"/>
                  </a:lnTo>
                  <a:lnTo>
                    <a:pt x="2563264" y="145620"/>
                  </a:lnTo>
                  <a:lnTo>
                    <a:pt x="2562192" y="145935"/>
                  </a:lnTo>
                  <a:lnTo>
                    <a:pt x="2561121" y="146250"/>
                  </a:lnTo>
                  <a:lnTo>
                    <a:pt x="2560049" y="146566"/>
                  </a:lnTo>
                  <a:lnTo>
                    <a:pt x="2558977" y="146883"/>
                  </a:lnTo>
                  <a:lnTo>
                    <a:pt x="2557906" y="147200"/>
                  </a:lnTo>
                  <a:lnTo>
                    <a:pt x="2556834" y="147518"/>
                  </a:lnTo>
                  <a:lnTo>
                    <a:pt x="2555763" y="147836"/>
                  </a:lnTo>
                  <a:lnTo>
                    <a:pt x="2554691" y="148155"/>
                  </a:lnTo>
                  <a:lnTo>
                    <a:pt x="2553619" y="148474"/>
                  </a:lnTo>
                  <a:lnTo>
                    <a:pt x="2552548" y="148794"/>
                  </a:lnTo>
                  <a:lnTo>
                    <a:pt x="2551476" y="149115"/>
                  </a:lnTo>
                  <a:lnTo>
                    <a:pt x="2550405" y="149436"/>
                  </a:lnTo>
                  <a:lnTo>
                    <a:pt x="2549333" y="149757"/>
                  </a:lnTo>
                  <a:lnTo>
                    <a:pt x="2548261" y="150079"/>
                  </a:lnTo>
                  <a:lnTo>
                    <a:pt x="2547190" y="150402"/>
                  </a:lnTo>
                  <a:lnTo>
                    <a:pt x="2546118" y="150725"/>
                  </a:lnTo>
                  <a:lnTo>
                    <a:pt x="2545047" y="151049"/>
                  </a:lnTo>
                  <a:lnTo>
                    <a:pt x="2543975" y="151373"/>
                  </a:lnTo>
                  <a:lnTo>
                    <a:pt x="2542903" y="151698"/>
                  </a:lnTo>
                  <a:lnTo>
                    <a:pt x="2541832" y="152023"/>
                  </a:lnTo>
                  <a:lnTo>
                    <a:pt x="2540760" y="152349"/>
                  </a:lnTo>
                  <a:lnTo>
                    <a:pt x="2539689" y="152675"/>
                  </a:lnTo>
                  <a:lnTo>
                    <a:pt x="2538617" y="153002"/>
                  </a:lnTo>
                  <a:lnTo>
                    <a:pt x="2537545" y="153330"/>
                  </a:lnTo>
                  <a:lnTo>
                    <a:pt x="2536474" y="153658"/>
                  </a:lnTo>
                  <a:lnTo>
                    <a:pt x="2535402" y="153986"/>
                  </a:lnTo>
                  <a:lnTo>
                    <a:pt x="2534331" y="154315"/>
                  </a:lnTo>
                  <a:lnTo>
                    <a:pt x="2533259" y="154645"/>
                  </a:lnTo>
                  <a:lnTo>
                    <a:pt x="2532187" y="154975"/>
                  </a:lnTo>
                  <a:lnTo>
                    <a:pt x="2531116" y="155306"/>
                  </a:lnTo>
                  <a:lnTo>
                    <a:pt x="2530044" y="155637"/>
                  </a:lnTo>
                  <a:lnTo>
                    <a:pt x="2528973" y="155969"/>
                  </a:lnTo>
                  <a:lnTo>
                    <a:pt x="2527901" y="156301"/>
                  </a:lnTo>
                  <a:lnTo>
                    <a:pt x="2526829" y="156634"/>
                  </a:lnTo>
                  <a:lnTo>
                    <a:pt x="2525758" y="156968"/>
                  </a:lnTo>
                  <a:lnTo>
                    <a:pt x="2524686" y="157302"/>
                  </a:lnTo>
                  <a:lnTo>
                    <a:pt x="2523615" y="157637"/>
                  </a:lnTo>
                  <a:lnTo>
                    <a:pt x="2522543" y="157972"/>
                  </a:lnTo>
                  <a:lnTo>
                    <a:pt x="2521471" y="158307"/>
                  </a:lnTo>
                  <a:lnTo>
                    <a:pt x="2520400" y="158644"/>
                  </a:lnTo>
                  <a:lnTo>
                    <a:pt x="2519328" y="158980"/>
                  </a:lnTo>
                  <a:lnTo>
                    <a:pt x="2518257" y="159318"/>
                  </a:lnTo>
                  <a:lnTo>
                    <a:pt x="2517185" y="159656"/>
                  </a:lnTo>
                  <a:lnTo>
                    <a:pt x="2516113" y="159994"/>
                  </a:lnTo>
                  <a:lnTo>
                    <a:pt x="2515042" y="160333"/>
                  </a:lnTo>
                  <a:lnTo>
                    <a:pt x="2513970" y="160672"/>
                  </a:lnTo>
                  <a:lnTo>
                    <a:pt x="2512899" y="161013"/>
                  </a:lnTo>
                  <a:lnTo>
                    <a:pt x="2511827" y="161353"/>
                  </a:lnTo>
                  <a:lnTo>
                    <a:pt x="2510755" y="161694"/>
                  </a:lnTo>
                  <a:lnTo>
                    <a:pt x="2509684" y="162036"/>
                  </a:lnTo>
                  <a:lnTo>
                    <a:pt x="2508612" y="162378"/>
                  </a:lnTo>
                  <a:lnTo>
                    <a:pt x="2507541" y="162721"/>
                  </a:lnTo>
                  <a:lnTo>
                    <a:pt x="2506469" y="163065"/>
                  </a:lnTo>
                  <a:lnTo>
                    <a:pt x="2505397" y="163409"/>
                  </a:lnTo>
                  <a:lnTo>
                    <a:pt x="2504326" y="163753"/>
                  </a:lnTo>
                  <a:lnTo>
                    <a:pt x="2503254" y="164098"/>
                  </a:lnTo>
                  <a:lnTo>
                    <a:pt x="2502183" y="164444"/>
                  </a:lnTo>
                  <a:lnTo>
                    <a:pt x="2501111" y="164790"/>
                  </a:lnTo>
                  <a:lnTo>
                    <a:pt x="2500039" y="165136"/>
                  </a:lnTo>
                  <a:lnTo>
                    <a:pt x="2498968" y="165484"/>
                  </a:lnTo>
                  <a:lnTo>
                    <a:pt x="2497896" y="165832"/>
                  </a:lnTo>
                  <a:lnTo>
                    <a:pt x="2496825" y="166180"/>
                  </a:lnTo>
                  <a:lnTo>
                    <a:pt x="2495753" y="166529"/>
                  </a:lnTo>
                  <a:lnTo>
                    <a:pt x="2494681" y="166878"/>
                  </a:lnTo>
                  <a:lnTo>
                    <a:pt x="2493610" y="167228"/>
                  </a:lnTo>
                  <a:lnTo>
                    <a:pt x="2492538" y="167579"/>
                  </a:lnTo>
                  <a:lnTo>
                    <a:pt x="2491467" y="167930"/>
                  </a:lnTo>
                  <a:lnTo>
                    <a:pt x="2490395" y="168282"/>
                  </a:lnTo>
                  <a:lnTo>
                    <a:pt x="2489323" y="168634"/>
                  </a:lnTo>
                  <a:lnTo>
                    <a:pt x="2488252" y="168987"/>
                  </a:lnTo>
                  <a:lnTo>
                    <a:pt x="2487180" y="169340"/>
                  </a:lnTo>
                  <a:lnTo>
                    <a:pt x="2486109" y="169694"/>
                  </a:lnTo>
                  <a:lnTo>
                    <a:pt x="2485037" y="170048"/>
                  </a:lnTo>
                  <a:lnTo>
                    <a:pt x="2483966" y="170403"/>
                  </a:lnTo>
                  <a:lnTo>
                    <a:pt x="2482894" y="170759"/>
                  </a:lnTo>
                  <a:lnTo>
                    <a:pt x="2481822" y="171115"/>
                  </a:lnTo>
                  <a:lnTo>
                    <a:pt x="2480751" y="171472"/>
                  </a:lnTo>
                  <a:lnTo>
                    <a:pt x="2479679" y="171829"/>
                  </a:lnTo>
                  <a:lnTo>
                    <a:pt x="2478608" y="172187"/>
                  </a:lnTo>
                  <a:lnTo>
                    <a:pt x="2477536" y="172545"/>
                  </a:lnTo>
                  <a:lnTo>
                    <a:pt x="2476464" y="172904"/>
                  </a:lnTo>
                  <a:lnTo>
                    <a:pt x="2475393" y="173264"/>
                  </a:lnTo>
                  <a:lnTo>
                    <a:pt x="2474321" y="173624"/>
                  </a:lnTo>
                  <a:lnTo>
                    <a:pt x="2473250" y="173984"/>
                  </a:lnTo>
                  <a:lnTo>
                    <a:pt x="2472178" y="174345"/>
                  </a:lnTo>
                  <a:lnTo>
                    <a:pt x="2471106" y="174707"/>
                  </a:lnTo>
                  <a:lnTo>
                    <a:pt x="2470035" y="175069"/>
                  </a:lnTo>
                  <a:lnTo>
                    <a:pt x="2468963" y="175432"/>
                  </a:lnTo>
                  <a:lnTo>
                    <a:pt x="2467892" y="175796"/>
                  </a:lnTo>
                  <a:lnTo>
                    <a:pt x="2466820" y="176160"/>
                  </a:lnTo>
                  <a:lnTo>
                    <a:pt x="2465748" y="176524"/>
                  </a:lnTo>
                  <a:lnTo>
                    <a:pt x="2464677" y="176889"/>
                  </a:lnTo>
                  <a:lnTo>
                    <a:pt x="2463605" y="177255"/>
                  </a:lnTo>
                  <a:lnTo>
                    <a:pt x="2462534" y="177621"/>
                  </a:lnTo>
                  <a:lnTo>
                    <a:pt x="2461462" y="177988"/>
                  </a:lnTo>
                  <a:lnTo>
                    <a:pt x="2460390" y="178355"/>
                  </a:lnTo>
                  <a:lnTo>
                    <a:pt x="2459319" y="178723"/>
                  </a:lnTo>
                  <a:lnTo>
                    <a:pt x="2458247" y="179091"/>
                  </a:lnTo>
                  <a:lnTo>
                    <a:pt x="2457176" y="179460"/>
                  </a:lnTo>
                  <a:lnTo>
                    <a:pt x="2456104" y="179830"/>
                  </a:lnTo>
                  <a:lnTo>
                    <a:pt x="2455032" y="180200"/>
                  </a:lnTo>
                  <a:lnTo>
                    <a:pt x="2453961" y="180571"/>
                  </a:lnTo>
                  <a:lnTo>
                    <a:pt x="2452889" y="180942"/>
                  </a:lnTo>
                  <a:lnTo>
                    <a:pt x="2451818" y="181314"/>
                  </a:lnTo>
                  <a:lnTo>
                    <a:pt x="2450746" y="181686"/>
                  </a:lnTo>
                  <a:lnTo>
                    <a:pt x="2449674" y="182059"/>
                  </a:lnTo>
                  <a:lnTo>
                    <a:pt x="2448603" y="182433"/>
                  </a:lnTo>
                  <a:lnTo>
                    <a:pt x="2447531" y="182807"/>
                  </a:lnTo>
                  <a:lnTo>
                    <a:pt x="2446460" y="183182"/>
                  </a:lnTo>
                  <a:lnTo>
                    <a:pt x="2445388" y="183557"/>
                  </a:lnTo>
                  <a:lnTo>
                    <a:pt x="2444316" y="183932"/>
                  </a:lnTo>
                  <a:lnTo>
                    <a:pt x="2443245" y="184309"/>
                  </a:lnTo>
                  <a:lnTo>
                    <a:pt x="2442173" y="184686"/>
                  </a:lnTo>
                  <a:lnTo>
                    <a:pt x="2441102" y="185063"/>
                  </a:lnTo>
                  <a:lnTo>
                    <a:pt x="2440030" y="185441"/>
                  </a:lnTo>
                  <a:lnTo>
                    <a:pt x="2438958" y="185820"/>
                  </a:lnTo>
                  <a:lnTo>
                    <a:pt x="2437887" y="186199"/>
                  </a:lnTo>
                  <a:lnTo>
                    <a:pt x="2436815" y="186579"/>
                  </a:lnTo>
                  <a:lnTo>
                    <a:pt x="2435744" y="186959"/>
                  </a:lnTo>
                  <a:lnTo>
                    <a:pt x="2434672" y="187340"/>
                  </a:lnTo>
                  <a:lnTo>
                    <a:pt x="2433600" y="187721"/>
                  </a:lnTo>
                  <a:lnTo>
                    <a:pt x="2432529" y="188103"/>
                  </a:lnTo>
                  <a:lnTo>
                    <a:pt x="2431457" y="188486"/>
                  </a:lnTo>
                  <a:lnTo>
                    <a:pt x="2430386" y="188869"/>
                  </a:lnTo>
                  <a:lnTo>
                    <a:pt x="2429314" y="189253"/>
                  </a:lnTo>
                  <a:lnTo>
                    <a:pt x="2428242" y="189637"/>
                  </a:lnTo>
                  <a:lnTo>
                    <a:pt x="2427171" y="190022"/>
                  </a:lnTo>
                  <a:lnTo>
                    <a:pt x="2426099" y="190407"/>
                  </a:lnTo>
                  <a:lnTo>
                    <a:pt x="2425028" y="190793"/>
                  </a:lnTo>
                  <a:lnTo>
                    <a:pt x="2423956" y="191180"/>
                  </a:lnTo>
                  <a:lnTo>
                    <a:pt x="2422884" y="191567"/>
                  </a:lnTo>
                  <a:lnTo>
                    <a:pt x="2421813" y="191954"/>
                  </a:lnTo>
                  <a:lnTo>
                    <a:pt x="2420741" y="192343"/>
                  </a:lnTo>
                  <a:lnTo>
                    <a:pt x="2419670" y="192731"/>
                  </a:lnTo>
                  <a:lnTo>
                    <a:pt x="2418598" y="193121"/>
                  </a:lnTo>
                  <a:lnTo>
                    <a:pt x="2417526" y="193511"/>
                  </a:lnTo>
                  <a:lnTo>
                    <a:pt x="2416455" y="193901"/>
                  </a:lnTo>
                  <a:lnTo>
                    <a:pt x="2415383" y="194292"/>
                  </a:lnTo>
                  <a:lnTo>
                    <a:pt x="2414312" y="194684"/>
                  </a:lnTo>
                  <a:lnTo>
                    <a:pt x="2413240" y="195076"/>
                  </a:lnTo>
                  <a:lnTo>
                    <a:pt x="2412168" y="195469"/>
                  </a:lnTo>
                  <a:lnTo>
                    <a:pt x="2411097" y="195863"/>
                  </a:lnTo>
                  <a:lnTo>
                    <a:pt x="2410025" y="196256"/>
                  </a:lnTo>
                  <a:lnTo>
                    <a:pt x="2408954" y="196651"/>
                  </a:lnTo>
                  <a:lnTo>
                    <a:pt x="2407882" y="197046"/>
                  </a:lnTo>
                  <a:lnTo>
                    <a:pt x="2406810" y="197442"/>
                  </a:lnTo>
                  <a:lnTo>
                    <a:pt x="2405739" y="197838"/>
                  </a:lnTo>
                  <a:lnTo>
                    <a:pt x="2404667" y="198235"/>
                  </a:lnTo>
                  <a:lnTo>
                    <a:pt x="2403596" y="198632"/>
                  </a:lnTo>
                  <a:lnTo>
                    <a:pt x="2402524" y="199030"/>
                  </a:lnTo>
                  <a:lnTo>
                    <a:pt x="2401452" y="199429"/>
                  </a:lnTo>
                  <a:lnTo>
                    <a:pt x="2400381" y="199828"/>
                  </a:lnTo>
                  <a:lnTo>
                    <a:pt x="2399309" y="200227"/>
                  </a:lnTo>
                  <a:lnTo>
                    <a:pt x="2398238" y="200628"/>
                  </a:lnTo>
                  <a:lnTo>
                    <a:pt x="2397166" y="201028"/>
                  </a:lnTo>
                  <a:lnTo>
                    <a:pt x="2396094" y="201430"/>
                  </a:lnTo>
                  <a:lnTo>
                    <a:pt x="2395023" y="201832"/>
                  </a:lnTo>
                  <a:lnTo>
                    <a:pt x="2393951" y="202234"/>
                  </a:lnTo>
                  <a:lnTo>
                    <a:pt x="2392880" y="202638"/>
                  </a:lnTo>
                  <a:lnTo>
                    <a:pt x="2391808" y="203041"/>
                  </a:lnTo>
                  <a:lnTo>
                    <a:pt x="2390736" y="203445"/>
                  </a:lnTo>
                  <a:lnTo>
                    <a:pt x="2389665" y="203850"/>
                  </a:lnTo>
                  <a:lnTo>
                    <a:pt x="2388593" y="204256"/>
                  </a:lnTo>
                  <a:lnTo>
                    <a:pt x="2387522" y="204662"/>
                  </a:lnTo>
                  <a:lnTo>
                    <a:pt x="2386450" y="205068"/>
                  </a:lnTo>
                  <a:lnTo>
                    <a:pt x="2385378" y="205475"/>
                  </a:lnTo>
                  <a:lnTo>
                    <a:pt x="2384307" y="205883"/>
                  </a:lnTo>
                  <a:lnTo>
                    <a:pt x="2383235" y="206291"/>
                  </a:lnTo>
                  <a:lnTo>
                    <a:pt x="2382164" y="206700"/>
                  </a:lnTo>
                  <a:lnTo>
                    <a:pt x="2381092" y="207110"/>
                  </a:lnTo>
                  <a:lnTo>
                    <a:pt x="2380020" y="207520"/>
                  </a:lnTo>
                  <a:lnTo>
                    <a:pt x="2378949" y="207930"/>
                  </a:lnTo>
                  <a:lnTo>
                    <a:pt x="2377877" y="208342"/>
                  </a:lnTo>
                  <a:lnTo>
                    <a:pt x="2376806" y="208753"/>
                  </a:lnTo>
                  <a:lnTo>
                    <a:pt x="2375734" y="209166"/>
                  </a:lnTo>
                  <a:lnTo>
                    <a:pt x="2374662" y="209579"/>
                  </a:lnTo>
                  <a:lnTo>
                    <a:pt x="2373591" y="209992"/>
                  </a:lnTo>
                  <a:lnTo>
                    <a:pt x="2372519" y="210406"/>
                  </a:lnTo>
                  <a:lnTo>
                    <a:pt x="2371448" y="210821"/>
                  </a:lnTo>
                  <a:lnTo>
                    <a:pt x="2370376" y="211236"/>
                  </a:lnTo>
                  <a:lnTo>
                    <a:pt x="2369304" y="211652"/>
                  </a:lnTo>
                  <a:lnTo>
                    <a:pt x="2368233" y="212068"/>
                  </a:lnTo>
                  <a:lnTo>
                    <a:pt x="2367161" y="212485"/>
                  </a:lnTo>
                  <a:lnTo>
                    <a:pt x="2366090" y="212903"/>
                  </a:lnTo>
                  <a:lnTo>
                    <a:pt x="2365018" y="213321"/>
                  </a:lnTo>
                  <a:lnTo>
                    <a:pt x="2363946" y="213739"/>
                  </a:lnTo>
                  <a:lnTo>
                    <a:pt x="2362875" y="214159"/>
                  </a:lnTo>
                  <a:lnTo>
                    <a:pt x="2361803" y="214579"/>
                  </a:lnTo>
                  <a:lnTo>
                    <a:pt x="2360732" y="214999"/>
                  </a:lnTo>
                  <a:lnTo>
                    <a:pt x="2359660" y="215420"/>
                  </a:lnTo>
                  <a:lnTo>
                    <a:pt x="2358588" y="215842"/>
                  </a:lnTo>
                  <a:lnTo>
                    <a:pt x="2357517" y="216264"/>
                  </a:lnTo>
                  <a:lnTo>
                    <a:pt x="2356445" y="216686"/>
                  </a:lnTo>
                  <a:lnTo>
                    <a:pt x="2355374" y="217110"/>
                  </a:lnTo>
                  <a:lnTo>
                    <a:pt x="2354302" y="217534"/>
                  </a:lnTo>
                  <a:lnTo>
                    <a:pt x="2353230" y="217958"/>
                  </a:lnTo>
                  <a:lnTo>
                    <a:pt x="2352159" y="218383"/>
                  </a:lnTo>
                  <a:lnTo>
                    <a:pt x="2351087" y="218809"/>
                  </a:lnTo>
                  <a:lnTo>
                    <a:pt x="2350016" y="219235"/>
                  </a:lnTo>
                  <a:lnTo>
                    <a:pt x="2348944" y="219662"/>
                  </a:lnTo>
                  <a:lnTo>
                    <a:pt x="2347872" y="220089"/>
                  </a:lnTo>
                  <a:lnTo>
                    <a:pt x="2346801" y="220517"/>
                  </a:lnTo>
                  <a:lnTo>
                    <a:pt x="2345729" y="220946"/>
                  </a:lnTo>
                  <a:lnTo>
                    <a:pt x="2344658" y="221375"/>
                  </a:lnTo>
                  <a:lnTo>
                    <a:pt x="2343586" y="221805"/>
                  </a:lnTo>
                  <a:lnTo>
                    <a:pt x="2342514" y="222235"/>
                  </a:lnTo>
                  <a:lnTo>
                    <a:pt x="2341443" y="222666"/>
                  </a:lnTo>
                  <a:lnTo>
                    <a:pt x="2340371" y="223097"/>
                  </a:lnTo>
                  <a:lnTo>
                    <a:pt x="2339300" y="223530"/>
                  </a:lnTo>
                  <a:lnTo>
                    <a:pt x="2338228" y="223962"/>
                  </a:lnTo>
                  <a:lnTo>
                    <a:pt x="2337156" y="224395"/>
                  </a:lnTo>
                  <a:lnTo>
                    <a:pt x="2336085" y="224829"/>
                  </a:lnTo>
                  <a:lnTo>
                    <a:pt x="2335013" y="225264"/>
                  </a:lnTo>
                  <a:lnTo>
                    <a:pt x="2333942" y="225699"/>
                  </a:lnTo>
                  <a:lnTo>
                    <a:pt x="2332870" y="226134"/>
                  </a:lnTo>
                  <a:lnTo>
                    <a:pt x="2331798" y="226570"/>
                  </a:lnTo>
                  <a:lnTo>
                    <a:pt x="2330727" y="227007"/>
                  </a:lnTo>
                  <a:lnTo>
                    <a:pt x="2329655" y="227444"/>
                  </a:lnTo>
                  <a:lnTo>
                    <a:pt x="2328584" y="227882"/>
                  </a:lnTo>
                  <a:lnTo>
                    <a:pt x="2327512" y="228321"/>
                  </a:lnTo>
                  <a:lnTo>
                    <a:pt x="2326440" y="228760"/>
                  </a:lnTo>
                  <a:lnTo>
                    <a:pt x="2325369" y="229199"/>
                  </a:lnTo>
                  <a:lnTo>
                    <a:pt x="2324297" y="229640"/>
                  </a:lnTo>
                  <a:lnTo>
                    <a:pt x="2323226" y="230081"/>
                  </a:lnTo>
                  <a:lnTo>
                    <a:pt x="2322154" y="230522"/>
                  </a:lnTo>
                  <a:lnTo>
                    <a:pt x="2321082" y="230964"/>
                  </a:lnTo>
                  <a:lnTo>
                    <a:pt x="2320011" y="231406"/>
                  </a:lnTo>
                  <a:lnTo>
                    <a:pt x="2318939" y="231850"/>
                  </a:lnTo>
                  <a:lnTo>
                    <a:pt x="2317868" y="232293"/>
                  </a:lnTo>
                  <a:lnTo>
                    <a:pt x="2316796" y="232738"/>
                  </a:lnTo>
                  <a:lnTo>
                    <a:pt x="2315724" y="233183"/>
                  </a:lnTo>
                  <a:lnTo>
                    <a:pt x="2314653" y="233628"/>
                  </a:lnTo>
                  <a:lnTo>
                    <a:pt x="2313581" y="234074"/>
                  </a:lnTo>
                  <a:lnTo>
                    <a:pt x="2312510" y="234521"/>
                  </a:lnTo>
                  <a:lnTo>
                    <a:pt x="2311438" y="234968"/>
                  </a:lnTo>
                  <a:lnTo>
                    <a:pt x="2310366" y="235416"/>
                  </a:lnTo>
                  <a:lnTo>
                    <a:pt x="2309295" y="235865"/>
                  </a:lnTo>
                  <a:lnTo>
                    <a:pt x="2308223" y="236314"/>
                  </a:lnTo>
                  <a:lnTo>
                    <a:pt x="2307152" y="236763"/>
                  </a:lnTo>
                  <a:lnTo>
                    <a:pt x="2306080" y="237213"/>
                  </a:lnTo>
                  <a:lnTo>
                    <a:pt x="2305009" y="237664"/>
                  </a:lnTo>
                  <a:lnTo>
                    <a:pt x="2303937" y="238116"/>
                  </a:lnTo>
                  <a:lnTo>
                    <a:pt x="2302865" y="238568"/>
                  </a:lnTo>
                  <a:lnTo>
                    <a:pt x="2301794" y="239020"/>
                  </a:lnTo>
                  <a:lnTo>
                    <a:pt x="2300722" y="239473"/>
                  </a:lnTo>
                  <a:lnTo>
                    <a:pt x="2299651" y="239927"/>
                  </a:lnTo>
                  <a:lnTo>
                    <a:pt x="2298579" y="240381"/>
                  </a:lnTo>
                  <a:lnTo>
                    <a:pt x="2297507" y="240836"/>
                  </a:lnTo>
                  <a:lnTo>
                    <a:pt x="2296436" y="241292"/>
                  </a:lnTo>
                  <a:lnTo>
                    <a:pt x="2295364" y="241748"/>
                  </a:lnTo>
                  <a:lnTo>
                    <a:pt x="2294293" y="242205"/>
                  </a:lnTo>
                  <a:lnTo>
                    <a:pt x="2293221" y="242662"/>
                  </a:lnTo>
                  <a:lnTo>
                    <a:pt x="2292149" y="243120"/>
                  </a:lnTo>
                  <a:lnTo>
                    <a:pt x="2291078" y="243578"/>
                  </a:lnTo>
                  <a:lnTo>
                    <a:pt x="2290006" y="244037"/>
                  </a:lnTo>
                  <a:lnTo>
                    <a:pt x="2288935" y="244497"/>
                  </a:lnTo>
                  <a:lnTo>
                    <a:pt x="2287863" y="244957"/>
                  </a:lnTo>
                  <a:lnTo>
                    <a:pt x="2286791" y="245418"/>
                  </a:lnTo>
                  <a:lnTo>
                    <a:pt x="2285720" y="245879"/>
                  </a:lnTo>
                  <a:lnTo>
                    <a:pt x="2284648" y="246341"/>
                  </a:lnTo>
                  <a:lnTo>
                    <a:pt x="2283577" y="246804"/>
                  </a:lnTo>
                  <a:lnTo>
                    <a:pt x="2282505" y="247267"/>
                  </a:lnTo>
                  <a:lnTo>
                    <a:pt x="2281433" y="247731"/>
                  </a:lnTo>
                  <a:lnTo>
                    <a:pt x="2280362" y="248195"/>
                  </a:lnTo>
                  <a:lnTo>
                    <a:pt x="2279290" y="248660"/>
                  </a:lnTo>
                  <a:lnTo>
                    <a:pt x="2278219" y="249126"/>
                  </a:lnTo>
                  <a:lnTo>
                    <a:pt x="2277147" y="249592"/>
                  </a:lnTo>
                  <a:lnTo>
                    <a:pt x="2276075" y="250059"/>
                  </a:lnTo>
                  <a:lnTo>
                    <a:pt x="2275004" y="250526"/>
                  </a:lnTo>
                  <a:lnTo>
                    <a:pt x="2273932" y="250994"/>
                  </a:lnTo>
                  <a:lnTo>
                    <a:pt x="2272861" y="251462"/>
                  </a:lnTo>
                  <a:lnTo>
                    <a:pt x="2271789" y="251931"/>
                  </a:lnTo>
                  <a:lnTo>
                    <a:pt x="2270717" y="252401"/>
                  </a:lnTo>
                  <a:lnTo>
                    <a:pt x="2269646" y="252871"/>
                  </a:lnTo>
                  <a:lnTo>
                    <a:pt x="2268574" y="253342"/>
                  </a:lnTo>
                  <a:lnTo>
                    <a:pt x="2267503" y="253814"/>
                  </a:lnTo>
                  <a:lnTo>
                    <a:pt x="2266431" y="254286"/>
                  </a:lnTo>
                  <a:lnTo>
                    <a:pt x="2265359" y="254758"/>
                  </a:lnTo>
                  <a:lnTo>
                    <a:pt x="2264288" y="255232"/>
                  </a:lnTo>
                  <a:lnTo>
                    <a:pt x="2263216" y="255706"/>
                  </a:lnTo>
                  <a:lnTo>
                    <a:pt x="2262145" y="256180"/>
                  </a:lnTo>
                  <a:lnTo>
                    <a:pt x="2261073" y="256655"/>
                  </a:lnTo>
                  <a:lnTo>
                    <a:pt x="2260001" y="257131"/>
                  </a:lnTo>
                  <a:lnTo>
                    <a:pt x="2258930" y="257607"/>
                  </a:lnTo>
                  <a:lnTo>
                    <a:pt x="2257858" y="258084"/>
                  </a:lnTo>
                  <a:lnTo>
                    <a:pt x="2256787" y="258561"/>
                  </a:lnTo>
                  <a:lnTo>
                    <a:pt x="2255715" y="259039"/>
                  </a:lnTo>
                  <a:lnTo>
                    <a:pt x="2254643" y="259518"/>
                  </a:lnTo>
                  <a:lnTo>
                    <a:pt x="2253572" y="259997"/>
                  </a:lnTo>
                  <a:lnTo>
                    <a:pt x="2252500" y="260477"/>
                  </a:lnTo>
                  <a:lnTo>
                    <a:pt x="2251429" y="260957"/>
                  </a:lnTo>
                  <a:lnTo>
                    <a:pt x="2250357" y="261438"/>
                  </a:lnTo>
                  <a:lnTo>
                    <a:pt x="2249285" y="261919"/>
                  </a:lnTo>
                  <a:lnTo>
                    <a:pt x="2248214" y="262402"/>
                  </a:lnTo>
                  <a:lnTo>
                    <a:pt x="2247142" y="262884"/>
                  </a:lnTo>
                  <a:lnTo>
                    <a:pt x="2246071" y="263368"/>
                  </a:lnTo>
                  <a:lnTo>
                    <a:pt x="2244999" y="263852"/>
                  </a:lnTo>
                  <a:lnTo>
                    <a:pt x="2243927" y="264336"/>
                  </a:lnTo>
                  <a:lnTo>
                    <a:pt x="2242856" y="264821"/>
                  </a:lnTo>
                  <a:lnTo>
                    <a:pt x="2241784" y="265307"/>
                  </a:lnTo>
                  <a:lnTo>
                    <a:pt x="2240713" y="265793"/>
                  </a:lnTo>
                  <a:lnTo>
                    <a:pt x="2239641" y="266280"/>
                  </a:lnTo>
                  <a:lnTo>
                    <a:pt x="2238569" y="266768"/>
                  </a:lnTo>
                  <a:lnTo>
                    <a:pt x="2237498" y="267256"/>
                  </a:lnTo>
                  <a:lnTo>
                    <a:pt x="2236426" y="267745"/>
                  </a:lnTo>
                  <a:lnTo>
                    <a:pt x="2235355" y="268234"/>
                  </a:lnTo>
                  <a:lnTo>
                    <a:pt x="2234283" y="268724"/>
                  </a:lnTo>
                  <a:lnTo>
                    <a:pt x="2233211" y="269214"/>
                  </a:lnTo>
                  <a:lnTo>
                    <a:pt x="2232140" y="269705"/>
                  </a:lnTo>
                  <a:lnTo>
                    <a:pt x="2231068" y="270197"/>
                  </a:lnTo>
                  <a:lnTo>
                    <a:pt x="2229997" y="270689"/>
                  </a:lnTo>
                  <a:lnTo>
                    <a:pt x="2228925" y="271182"/>
                  </a:lnTo>
                  <a:lnTo>
                    <a:pt x="2227853" y="271676"/>
                  </a:lnTo>
                  <a:lnTo>
                    <a:pt x="2226782" y="272170"/>
                  </a:lnTo>
                  <a:lnTo>
                    <a:pt x="2225710" y="272664"/>
                  </a:lnTo>
                  <a:lnTo>
                    <a:pt x="2224639" y="273160"/>
                  </a:lnTo>
                  <a:lnTo>
                    <a:pt x="2223567" y="273656"/>
                  </a:lnTo>
                  <a:lnTo>
                    <a:pt x="2222495" y="274152"/>
                  </a:lnTo>
                  <a:lnTo>
                    <a:pt x="2221424" y="274649"/>
                  </a:lnTo>
                  <a:lnTo>
                    <a:pt x="2220352" y="275147"/>
                  </a:lnTo>
                  <a:lnTo>
                    <a:pt x="2219281" y="275645"/>
                  </a:lnTo>
                  <a:lnTo>
                    <a:pt x="2218209" y="276144"/>
                  </a:lnTo>
                  <a:lnTo>
                    <a:pt x="2217137" y="276643"/>
                  </a:lnTo>
                  <a:lnTo>
                    <a:pt x="2216066" y="277143"/>
                  </a:lnTo>
                  <a:lnTo>
                    <a:pt x="2214994" y="277644"/>
                  </a:lnTo>
                  <a:lnTo>
                    <a:pt x="2213923" y="278145"/>
                  </a:lnTo>
                  <a:lnTo>
                    <a:pt x="2212851" y="278647"/>
                  </a:lnTo>
                  <a:lnTo>
                    <a:pt x="2211779" y="279150"/>
                  </a:lnTo>
                  <a:lnTo>
                    <a:pt x="2210708" y="279653"/>
                  </a:lnTo>
                  <a:lnTo>
                    <a:pt x="2209636" y="280156"/>
                  </a:lnTo>
                  <a:lnTo>
                    <a:pt x="2208565" y="280661"/>
                  </a:lnTo>
                  <a:lnTo>
                    <a:pt x="2207493" y="281165"/>
                  </a:lnTo>
                  <a:lnTo>
                    <a:pt x="2206421" y="281671"/>
                  </a:lnTo>
                  <a:lnTo>
                    <a:pt x="2205350" y="282177"/>
                  </a:lnTo>
                  <a:lnTo>
                    <a:pt x="2204278" y="282683"/>
                  </a:lnTo>
                  <a:lnTo>
                    <a:pt x="2203207" y="283191"/>
                  </a:lnTo>
                  <a:lnTo>
                    <a:pt x="2202135" y="283699"/>
                  </a:lnTo>
                  <a:lnTo>
                    <a:pt x="2201063" y="284207"/>
                  </a:lnTo>
                  <a:lnTo>
                    <a:pt x="2199992" y="284716"/>
                  </a:lnTo>
                  <a:lnTo>
                    <a:pt x="2198920" y="285226"/>
                  </a:lnTo>
                  <a:lnTo>
                    <a:pt x="2197849" y="285736"/>
                  </a:lnTo>
                  <a:lnTo>
                    <a:pt x="2196777" y="286247"/>
                  </a:lnTo>
                  <a:lnTo>
                    <a:pt x="2195705" y="286758"/>
                  </a:lnTo>
                  <a:lnTo>
                    <a:pt x="2194634" y="287270"/>
                  </a:lnTo>
                  <a:lnTo>
                    <a:pt x="2193562" y="287783"/>
                  </a:lnTo>
                  <a:lnTo>
                    <a:pt x="2192491" y="288296"/>
                  </a:lnTo>
                  <a:lnTo>
                    <a:pt x="2191419" y="288810"/>
                  </a:lnTo>
                  <a:lnTo>
                    <a:pt x="2190347" y="289324"/>
                  </a:lnTo>
                  <a:lnTo>
                    <a:pt x="2189276" y="289839"/>
                  </a:lnTo>
                  <a:lnTo>
                    <a:pt x="2188204" y="290355"/>
                  </a:lnTo>
                  <a:lnTo>
                    <a:pt x="2187133" y="290871"/>
                  </a:lnTo>
                  <a:lnTo>
                    <a:pt x="2186061" y="291388"/>
                  </a:lnTo>
                  <a:lnTo>
                    <a:pt x="2184989" y="291905"/>
                  </a:lnTo>
                  <a:lnTo>
                    <a:pt x="2183918" y="292424"/>
                  </a:lnTo>
                  <a:lnTo>
                    <a:pt x="2182846" y="292942"/>
                  </a:lnTo>
                  <a:lnTo>
                    <a:pt x="2181775" y="293461"/>
                  </a:lnTo>
                  <a:lnTo>
                    <a:pt x="2180703" y="293981"/>
                  </a:lnTo>
                  <a:lnTo>
                    <a:pt x="2179631" y="294502"/>
                  </a:lnTo>
                  <a:lnTo>
                    <a:pt x="2178560" y="295023"/>
                  </a:lnTo>
                  <a:lnTo>
                    <a:pt x="2177488" y="295544"/>
                  </a:lnTo>
                  <a:lnTo>
                    <a:pt x="2176417" y="296067"/>
                  </a:lnTo>
                  <a:lnTo>
                    <a:pt x="2175345" y="296589"/>
                  </a:lnTo>
                  <a:lnTo>
                    <a:pt x="2174273" y="297113"/>
                  </a:lnTo>
                  <a:lnTo>
                    <a:pt x="2173202" y="297637"/>
                  </a:lnTo>
                  <a:lnTo>
                    <a:pt x="2172130" y="298162"/>
                  </a:lnTo>
                  <a:lnTo>
                    <a:pt x="2171059" y="298687"/>
                  </a:lnTo>
                  <a:lnTo>
                    <a:pt x="2169987" y="299213"/>
                  </a:lnTo>
                  <a:lnTo>
                    <a:pt x="2168915" y="299739"/>
                  </a:lnTo>
                  <a:lnTo>
                    <a:pt x="2167844" y="300266"/>
                  </a:lnTo>
                  <a:lnTo>
                    <a:pt x="2166772" y="300794"/>
                  </a:lnTo>
                  <a:lnTo>
                    <a:pt x="2165701" y="301322"/>
                  </a:lnTo>
                  <a:lnTo>
                    <a:pt x="2164629" y="301851"/>
                  </a:lnTo>
                  <a:lnTo>
                    <a:pt x="2163557" y="302381"/>
                  </a:lnTo>
                  <a:lnTo>
                    <a:pt x="2162486" y="302911"/>
                  </a:lnTo>
                  <a:lnTo>
                    <a:pt x="2161414" y="303441"/>
                  </a:lnTo>
                  <a:lnTo>
                    <a:pt x="2160343" y="303973"/>
                  </a:lnTo>
                  <a:lnTo>
                    <a:pt x="2159271" y="304504"/>
                  </a:lnTo>
                  <a:lnTo>
                    <a:pt x="2158199" y="305037"/>
                  </a:lnTo>
                  <a:lnTo>
                    <a:pt x="2157128" y="305570"/>
                  </a:lnTo>
                  <a:lnTo>
                    <a:pt x="2156056" y="306104"/>
                  </a:lnTo>
                  <a:lnTo>
                    <a:pt x="2154985" y="306638"/>
                  </a:lnTo>
                  <a:lnTo>
                    <a:pt x="2153913" y="307173"/>
                  </a:lnTo>
                  <a:lnTo>
                    <a:pt x="2152841" y="307708"/>
                  </a:lnTo>
                  <a:lnTo>
                    <a:pt x="2151770" y="308245"/>
                  </a:lnTo>
                  <a:lnTo>
                    <a:pt x="2150698" y="308781"/>
                  </a:lnTo>
                  <a:lnTo>
                    <a:pt x="2149627" y="309319"/>
                  </a:lnTo>
                  <a:lnTo>
                    <a:pt x="2148555" y="309857"/>
                  </a:lnTo>
                  <a:lnTo>
                    <a:pt x="2147483" y="310395"/>
                  </a:lnTo>
                  <a:lnTo>
                    <a:pt x="2146412" y="310934"/>
                  </a:lnTo>
                  <a:lnTo>
                    <a:pt x="2145340" y="311474"/>
                  </a:lnTo>
                  <a:lnTo>
                    <a:pt x="2144269" y="312014"/>
                  </a:lnTo>
                  <a:lnTo>
                    <a:pt x="2143197" y="312555"/>
                  </a:lnTo>
                  <a:lnTo>
                    <a:pt x="2142125" y="313097"/>
                  </a:lnTo>
                  <a:lnTo>
                    <a:pt x="2141054" y="313639"/>
                  </a:lnTo>
                  <a:lnTo>
                    <a:pt x="2139982" y="314182"/>
                  </a:lnTo>
                  <a:lnTo>
                    <a:pt x="2138911" y="314725"/>
                  </a:lnTo>
                  <a:lnTo>
                    <a:pt x="2137839" y="315269"/>
                  </a:lnTo>
                  <a:lnTo>
                    <a:pt x="2136767" y="315814"/>
                  </a:lnTo>
                  <a:lnTo>
                    <a:pt x="2135696" y="316359"/>
                  </a:lnTo>
                  <a:lnTo>
                    <a:pt x="2134624" y="316904"/>
                  </a:lnTo>
                  <a:lnTo>
                    <a:pt x="2133553" y="317451"/>
                  </a:lnTo>
                  <a:lnTo>
                    <a:pt x="2132481" y="317998"/>
                  </a:lnTo>
                  <a:lnTo>
                    <a:pt x="2131409" y="318545"/>
                  </a:lnTo>
                  <a:lnTo>
                    <a:pt x="2130338" y="319094"/>
                  </a:lnTo>
                  <a:lnTo>
                    <a:pt x="2129266" y="319642"/>
                  </a:lnTo>
                  <a:lnTo>
                    <a:pt x="2128195" y="320192"/>
                  </a:lnTo>
                  <a:lnTo>
                    <a:pt x="2127123" y="320742"/>
                  </a:lnTo>
                  <a:lnTo>
                    <a:pt x="2126052" y="321293"/>
                  </a:lnTo>
                  <a:lnTo>
                    <a:pt x="2124980" y="321844"/>
                  </a:lnTo>
                  <a:lnTo>
                    <a:pt x="2123908" y="322396"/>
                  </a:lnTo>
                  <a:lnTo>
                    <a:pt x="2122837" y="322948"/>
                  </a:lnTo>
                  <a:lnTo>
                    <a:pt x="2121765" y="323501"/>
                  </a:lnTo>
                  <a:lnTo>
                    <a:pt x="2120694" y="324055"/>
                  </a:lnTo>
                  <a:lnTo>
                    <a:pt x="2119622" y="324609"/>
                  </a:lnTo>
                  <a:lnTo>
                    <a:pt x="2118550" y="325164"/>
                  </a:lnTo>
                  <a:lnTo>
                    <a:pt x="2117479" y="325719"/>
                  </a:lnTo>
                  <a:lnTo>
                    <a:pt x="2116407" y="326275"/>
                  </a:lnTo>
                  <a:lnTo>
                    <a:pt x="2115336" y="326832"/>
                  </a:lnTo>
                  <a:lnTo>
                    <a:pt x="2114264" y="327389"/>
                  </a:lnTo>
                  <a:lnTo>
                    <a:pt x="2113192" y="327947"/>
                  </a:lnTo>
                  <a:lnTo>
                    <a:pt x="2112121" y="328506"/>
                  </a:lnTo>
                  <a:lnTo>
                    <a:pt x="2111049" y="329065"/>
                  </a:lnTo>
                  <a:lnTo>
                    <a:pt x="2109978" y="329625"/>
                  </a:lnTo>
                  <a:lnTo>
                    <a:pt x="2108906" y="330185"/>
                  </a:lnTo>
                  <a:lnTo>
                    <a:pt x="2107834" y="330746"/>
                  </a:lnTo>
                  <a:lnTo>
                    <a:pt x="2106763" y="331308"/>
                  </a:lnTo>
                  <a:lnTo>
                    <a:pt x="2105691" y="331870"/>
                  </a:lnTo>
                  <a:lnTo>
                    <a:pt x="2104620" y="332432"/>
                  </a:lnTo>
                  <a:lnTo>
                    <a:pt x="2103548" y="332996"/>
                  </a:lnTo>
                  <a:lnTo>
                    <a:pt x="2102476" y="333560"/>
                  </a:lnTo>
                  <a:lnTo>
                    <a:pt x="2101405" y="334124"/>
                  </a:lnTo>
                  <a:lnTo>
                    <a:pt x="2100333" y="334690"/>
                  </a:lnTo>
                  <a:lnTo>
                    <a:pt x="2099262" y="335255"/>
                  </a:lnTo>
                  <a:lnTo>
                    <a:pt x="2098190" y="335822"/>
                  </a:lnTo>
                  <a:lnTo>
                    <a:pt x="2097118" y="336389"/>
                  </a:lnTo>
                  <a:lnTo>
                    <a:pt x="2096047" y="336957"/>
                  </a:lnTo>
                  <a:lnTo>
                    <a:pt x="2094975" y="337525"/>
                  </a:lnTo>
                  <a:lnTo>
                    <a:pt x="2093904" y="338094"/>
                  </a:lnTo>
                  <a:lnTo>
                    <a:pt x="2092832" y="338663"/>
                  </a:lnTo>
                  <a:lnTo>
                    <a:pt x="2091760" y="339233"/>
                  </a:lnTo>
                  <a:lnTo>
                    <a:pt x="2090689" y="339804"/>
                  </a:lnTo>
                  <a:lnTo>
                    <a:pt x="2089617" y="340375"/>
                  </a:lnTo>
                  <a:lnTo>
                    <a:pt x="2088546" y="340947"/>
                  </a:lnTo>
                  <a:lnTo>
                    <a:pt x="2087474" y="341520"/>
                  </a:lnTo>
                  <a:lnTo>
                    <a:pt x="2086402" y="342093"/>
                  </a:lnTo>
                  <a:lnTo>
                    <a:pt x="2085331" y="342666"/>
                  </a:lnTo>
                  <a:lnTo>
                    <a:pt x="2084259" y="343241"/>
                  </a:lnTo>
                  <a:lnTo>
                    <a:pt x="2083188" y="343816"/>
                  </a:lnTo>
                  <a:lnTo>
                    <a:pt x="2082116" y="344391"/>
                  </a:lnTo>
                  <a:lnTo>
                    <a:pt x="2081044" y="344967"/>
                  </a:lnTo>
                  <a:lnTo>
                    <a:pt x="2079973" y="345544"/>
                  </a:lnTo>
                  <a:lnTo>
                    <a:pt x="2078901" y="346122"/>
                  </a:lnTo>
                  <a:lnTo>
                    <a:pt x="2077830" y="346700"/>
                  </a:lnTo>
                  <a:lnTo>
                    <a:pt x="2076758" y="347278"/>
                  </a:lnTo>
                  <a:lnTo>
                    <a:pt x="2075686" y="347858"/>
                  </a:lnTo>
                  <a:lnTo>
                    <a:pt x="2074615" y="348437"/>
                  </a:lnTo>
                  <a:lnTo>
                    <a:pt x="2073543" y="349018"/>
                  </a:lnTo>
                  <a:lnTo>
                    <a:pt x="2072472" y="349599"/>
                  </a:lnTo>
                  <a:lnTo>
                    <a:pt x="2071400" y="350181"/>
                  </a:lnTo>
                  <a:lnTo>
                    <a:pt x="2070328" y="350763"/>
                  </a:lnTo>
                  <a:lnTo>
                    <a:pt x="2069257" y="351346"/>
                  </a:lnTo>
                  <a:lnTo>
                    <a:pt x="2068185" y="351929"/>
                  </a:lnTo>
                  <a:lnTo>
                    <a:pt x="2067114" y="352513"/>
                  </a:lnTo>
                  <a:lnTo>
                    <a:pt x="2066042" y="353098"/>
                  </a:lnTo>
                  <a:lnTo>
                    <a:pt x="2064970" y="353684"/>
                  </a:lnTo>
                  <a:lnTo>
                    <a:pt x="2063899" y="354270"/>
                  </a:lnTo>
                  <a:lnTo>
                    <a:pt x="2062827" y="354856"/>
                  </a:lnTo>
                  <a:lnTo>
                    <a:pt x="2061756" y="355443"/>
                  </a:lnTo>
                  <a:lnTo>
                    <a:pt x="2060684" y="356031"/>
                  </a:lnTo>
                  <a:lnTo>
                    <a:pt x="2059612" y="356620"/>
                  </a:lnTo>
                  <a:lnTo>
                    <a:pt x="2058541" y="357209"/>
                  </a:lnTo>
                  <a:lnTo>
                    <a:pt x="2057469" y="357798"/>
                  </a:lnTo>
                  <a:lnTo>
                    <a:pt x="2056398" y="358389"/>
                  </a:lnTo>
                  <a:lnTo>
                    <a:pt x="2055326" y="358980"/>
                  </a:lnTo>
                  <a:lnTo>
                    <a:pt x="2054254" y="359571"/>
                  </a:lnTo>
                  <a:lnTo>
                    <a:pt x="2053183" y="360163"/>
                  </a:lnTo>
                  <a:lnTo>
                    <a:pt x="2052111" y="360756"/>
                  </a:lnTo>
                  <a:lnTo>
                    <a:pt x="2051040" y="361349"/>
                  </a:lnTo>
                  <a:lnTo>
                    <a:pt x="2049968" y="361943"/>
                  </a:lnTo>
                  <a:lnTo>
                    <a:pt x="2048896" y="362538"/>
                  </a:lnTo>
                  <a:lnTo>
                    <a:pt x="2047825" y="363133"/>
                  </a:lnTo>
                  <a:lnTo>
                    <a:pt x="2046753" y="363729"/>
                  </a:lnTo>
                  <a:lnTo>
                    <a:pt x="2045682" y="364325"/>
                  </a:lnTo>
                  <a:lnTo>
                    <a:pt x="2044610" y="364922"/>
                  </a:lnTo>
                  <a:lnTo>
                    <a:pt x="2043538" y="365520"/>
                  </a:lnTo>
                  <a:lnTo>
                    <a:pt x="2042467" y="366118"/>
                  </a:lnTo>
                  <a:lnTo>
                    <a:pt x="2041395" y="366717"/>
                  </a:lnTo>
                  <a:lnTo>
                    <a:pt x="2040324" y="367317"/>
                  </a:lnTo>
                  <a:lnTo>
                    <a:pt x="2039252" y="367917"/>
                  </a:lnTo>
                  <a:lnTo>
                    <a:pt x="2038180" y="368518"/>
                  </a:lnTo>
                  <a:lnTo>
                    <a:pt x="2037109" y="369119"/>
                  </a:lnTo>
                  <a:lnTo>
                    <a:pt x="2036037" y="369721"/>
                  </a:lnTo>
                  <a:lnTo>
                    <a:pt x="2034966" y="370324"/>
                  </a:lnTo>
                  <a:lnTo>
                    <a:pt x="2033894" y="370927"/>
                  </a:lnTo>
                  <a:lnTo>
                    <a:pt x="2032822" y="371531"/>
                  </a:lnTo>
                  <a:lnTo>
                    <a:pt x="2031751" y="372135"/>
                  </a:lnTo>
                  <a:lnTo>
                    <a:pt x="2030679" y="372740"/>
                  </a:lnTo>
                  <a:lnTo>
                    <a:pt x="2029608" y="373346"/>
                  </a:lnTo>
                  <a:lnTo>
                    <a:pt x="2028536" y="373952"/>
                  </a:lnTo>
                  <a:lnTo>
                    <a:pt x="2027464" y="374559"/>
                  </a:lnTo>
                  <a:lnTo>
                    <a:pt x="2026393" y="375166"/>
                  </a:lnTo>
                  <a:lnTo>
                    <a:pt x="2025321" y="375774"/>
                  </a:lnTo>
                  <a:lnTo>
                    <a:pt x="2024250" y="376383"/>
                  </a:lnTo>
                  <a:lnTo>
                    <a:pt x="2023178" y="376992"/>
                  </a:lnTo>
                  <a:lnTo>
                    <a:pt x="2022106" y="377601"/>
                  </a:lnTo>
                  <a:lnTo>
                    <a:pt x="2021035" y="378212"/>
                  </a:lnTo>
                  <a:lnTo>
                    <a:pt x="2019963" y="378823"/>
                  </a:lnTo>
                  <a:lnTo>
                    <a:pt x="2018892" y="379434"/>
                  </a:lnTo>
                  <a:lnTo>
                    <a:pt x="2017820" y="380046"/>
                  </a:lnTo>
                  <a:lnTo>
                    <a:pt x="2016748" y="380659"/>
                  </a:lnTo>
                  <a:lnTo>
                    <a:pt x="2015677" y="381272"/>
                  </a:lnTo>
                  <a:lnTo>
                    <a:pt x="2014605" y="381885"/>
                  </a:lnTo>
                  <a:lnTo>
                    <a:pt x="2013534" y="382500"/>
                  </a:lnTo>
                  <a:lnTo>
                    <a:pt x="2012462" y="383115"/>
                  </a:lnTo>
                  <a:lnTo>
                    <a:pt x="2011390" y="383730"/>
                  </a:lnTo>
                  <a:lnTo>
                    <a:pt x="2010319" y="384346"/>
                  </a:lnTo>
                  <a:lnTo>
                    <a:pt x="2009247" y="384962"/>
                  </a:lnTo>
                  <a:lnTo>
                    <a:pt x="2008176" y="385579"/>
                  </a:lnTo>
                  <a:lnTo>
                    <a:pt x="2007104" y="386197"/>
                  </a:lnTo>
                  <a:lnTo>
                    <a:pt x="2006032" y="386815"/>
                  </a:lnTo>
                  <a:lnTo>
                    <a:pt x="2004961" y="387434"/>
                  </a:lnTo>
                  <a:lnTo>
                    <a:pt x="2003889" y="388053"/>
                  </a:lnTo>
                  <a:lnTo>
                    <a:pt x="2002818" y="388673"/>
                  </a:lnTo>
                  <a:lnTo>
                    <a:pt x="2001746" y="389293"/>
                  </a:lnTo>
                  <a:lnTo>
                    <a:pt x="2000674" y="389914"/>
                  </a:lnTo>
                  <a:lnTo>
                    <a:pt x="1999603" y="390535"/>
                  </a:lnTo>
                  <a:lnTo>
                    <a:pt x="1998531" y="391157"/>
                  </a:lnTo>
                  <a:lnTo>
                    <a:pt x="1997460" y="391780"/>
                  </a:lnTo>
                  <a:lnTo>
                    <a:pt x="1996388" y="392403"/>
                  </a:lnTo>
                  <a:lnTo>
                    <a:pt x="1995316" y="393026"/>
                  </a:lnTo>
                  <a:lnTo>
                    <a:pt x="1994245" y="393650"/>
                  </a:lnTo>
                  <a:lnTo>
                    <a:pt x="1993173" y="394275"/>
                  </a:lnTo>
                  <a:lnTo>
                    <a:pt x="1992102" y="394900"/>
                  </a:lnTo>
                  <a:lnTo>
                    <a:pt x="1991030" y="395525"/>
                  </a:lnTo>
                  <a:lnTo>
                    <a:pt x="1989958" y="396152"/>
                  </a:lnTo>
                  <a:lnTo>
                    <a:pt x="1988887" y="396778"/>
                  </a:lnTo>
                  <a:lnTo>
                    <a:pt x="1987815" y="397405"/>
                  </a:lnTo>
                  <a:lnTo>
                    <a:pt x="1986744" y="398033"/>
                  </a:lnTo>
                  <a:lnTo>
                    <a:pt x="1985672" y="398661"/>
                  </a:lnTo>
                  <a:lnTo>
                    <a:pt x="1984600" y="399290"/>
                  </a:lnTo>
                  <a:lnTo>
                    <a:pt x="1983529" y="399919"/>
                  </a:lnTo>
                  <a:lnTo>
                    <a:pt x="1982457" y="400548"/>
                  </a:lnTo>
                  <a:lnTo>
                    <a:pt x="1981386" y="401179"/>
                  </a:lnTo>
                  <a:lnTo>
                    <a:pt x="1980314" y="401809"/>
                  </a:lnTo>
                  <a:lnTo>
                    <a:pt x="1979242" y="402440"/>
                  </a:lnTo>
                  <a:lnTo>
                    <a:pt x="1978171" y="403072"/>
                  </a:lnTo>
                  <a:lnTo>
                    <a:pt x="1977099" y="403704"/>
                  </a:lnTo>
                  <a:lnTo>
                    <a:pt x="1976028" y="404337"/>
                  </a:lnTo>
                  <a:lnTo>
                    <a:pt x="1974956" y="404970"/>
                  </a:lnTo>
                  <a:lnTo>
                    <a:pt x="1973884" y="405603"/>
                  </a:lnTo>
                  <a:lnTo>
                    <a:pt x="1972813" y="406237"/>
                  </a:lnTo>
                  <a:lnTo>
                    <a:pt x="1971741" y="406872"/>
                  </a:lnTo>
                  <a:lnTo>
                    <a:pt x="1970670" y="407507"/>
                  </a:lnTo>
                  <a:lnTo>
                    <a:pt x="1969598" y="408142"/>
                  </a:lnTo>
                  <a:lnTo>
                    <a:pt x="1968526" y="408778"/>
                  </a:lnTo>
                  <a:lnTo>
                    <a:pt x="1967455" y="409415"/>
                  </a:lnTo>
                  <a:lnTo>
                    <a:pt x="1966383" y="410052"/>
                  </a:lnTo>
                  <a:lnTo>
                    <a:pt x="1965312" y="410689"/>
                  </a:lnTo>
                  <a:lnTo>
                    <a:pt x="1964240" y="411327"/>
                  </a:lnTo>
                  <a:lnTo>
                    <a:pt x="1963168" y="411965"/>
                  </a:lnTo>
                  <a:lnTo>
                    <a:pt x="1962097" y="412604"/>
                  </a:lnTo>
                  <a:lnTo>
                    <a:pt x="1961025" y="413243"/>
                  </a:lnTo>
                  <a:lnTo>
                    <a:pt x="1959954" y="413883"/>
                  </a:lnTo>
                  <a:lnTo>
                    <a:pt x="1958882" y="414523"/>
                  </a:lnTo>
                  <a:lnTo>
                    <a:pt x="1957810" y="415163"/>
                  </a:lnTo>
                  <a:lnTo>
                    <a:pt x="1956739" y="415804"/>
                  </a:lnTo>
                  <a:lnTo>
                    <a:pt x="1955667" y="416446"/>
                  </a:lnTo>
                  <a:lnTo>
                    <a:pt x="1954596" y="417088"/>
                  </a:lnTo>
                  <a:lnTo>
                    <a:pt x="1953524" y="417730"/>
                  </a:lnTo>
                  <a:lnTo>
                    <a:pt x="1952453" y="418373"/>
                  </a:lnTo>
                  <a:lnTo>
                    <a:pt x="1951381" y="419016"/>
                  </a:lnTo>
                  <a:lnTo>
                    <a:pt x="1950309" y="419660"/>
                  </a:lnTo>
                  <a:lnTo>
                    <a:pt x="1949238" y="420304"/>
                  </a:lnTo>
                  <a:lnTo>
                    <a:pt x="1948166" y="420948"/>
                  </a:lnTo>
                  <a:lnTo>
                    <a:pt x="1947095" y="421593"/>
                  </a:lnTo>
                  <a:lnTo>
                    <a:pt x="1946023" y="422238"/>
                  </a:lnTo>
                  <a:lnTo>
                    <a:pt x="1944951" y="422884"/>
                  </a:lnTo>
                  <a:lnTo>
                    <a:pt x="1943880" y="423530"/>
                  </a:lnTo>
                  <a:lnTo>
                    <a:pt x="1942808" y="424177"/>
                  </a:lnTo>
                  <a:lnTo>
                    <a:pt x="1941737" y="424824"/>
                  </a:lnTo>
                  <a:lnTo>
                    <a:pt x="1940665" y="425472"/>
                  </a:lnTo>
                  <a:lnTo>
                    <a:pt x="1939593" y="426119"/>
                  </a:lnTo>
                  <a:lnTo>
                    <a:pt x="1938522" y="426768"/>
                  </a:lnTo>
                  <a:lnTo>
                    <a:pt x="1937450" y="427416"/>
                  </a:lnTo>
                  <a:lnTo>
                    <a:pt x="1936379" y="428066"/>
                  </a:lnTo>
                  <a:lnTo>
                    <a:pt x="1935307" y="428715"/>
                  </a:lnTo>
                  <a:lnTo>
                    <a:pt x="1934235" y="429365"/>
                  </a:lnTo>
                  <a:lnTo>
                    <a:pt x="1933164" y="430015"/>
                  </a:lnTo>
                  <a:lnTo>
                    <a:pt x="1932092" y="430666"/>
                  </a:lnTo>
                  <a:lnTo>
                    <a:pt x="1931021" y="431317"/>
                  </a:lnTo>
                  <a:lnTo>
                    <a:pt x="1929949" y="431969"/>
                  </a:lnTo>
                  <a:lnTo>
                    <a:pt x="1928877" y="432621"/>
                  </a:lnTo>
                  <a:lnTo>
                    <a:pt x="1927806" y="433273"/>
                  </a:lnTo>
                  <a:lnTo>
                    <a:pt x="1926734" y="433926"/>
                  </a:lnTo>
                  <a:lnTo>
                    <a:pt x="1925663" y="434579"/>
                  </a:lnTo>
                  <a:lnTo>
                    <a:pt x="1924591" y="435232"/>
                  </a:lnTo>
                  <a:lnTo>
                    <a:pt x="1923519" y="435886"/>
                  </a:lnTo>
                  <a:lnTo>
                    <a:pt x="1922448" y="436540"/>
                  </a:lnTo>
                  <a:lnTo>
                    <a:pt x="1921376" y="437195"/>
                  </a:lnTo>
                  <a:lnTo>
                    <a:pt x="1920305" y="437850"/>
                  </a:lnTo>
                  <a:lnTo>
                    <a:pt x="1919233" y="438505"/>
                  </a:lnTo>
                  <a:lnTo>
                    <a:pt x="1918161" y="439161"/>
                  </a:lnTo>
                  <a:lnTo>
                    <a:pt x="1917090" y="439817"/>
                  </a:lnTo>
                  <a:lnTo>
                    <a:pt x="1916018" y="440474"/>
                  </a:lnTo>
                  <a:lnTo>
                    <a:pt x="1914947" y="441130"/>
                  </a:lnTo>
                  <a:lnTo>
                    <a:pt x="1913875" y="441788"/>
                  </a:lnTo>
                  <a:lnTo>
                    <a:pt x="1912803" y="442445"/>
                  </a:lnTo>
                  <a:lnTo>
                    <a:pt x="1911732" y="443103"/>
                  </a:lnTo>
                  <a:lnTo>
                    <a:pt x="1910660" y="443761"/>
                  </a:lnTo>
                  <a:lnTo>
                    <a:pt x="1909589" y="444420"/>
                  </a:lnTo>
                  <a:lnTo>
                    <a:pt x="1908517" y="445079"/>
                  </a:lnTo>
                  <a:lnTo>
                    <a:pt x="1907445" y="445738"/>
                  </a:lnTo>
                  <a:lnTo>
                    <a:pt x="1906374" y="446398"/>
                  </a:lnTo>
                  <a:lnTo>
                    <a:pt x="1905302" y="447058"/>
                  </a:lnTo>
                  <a:lnTo>
                    <a:pt x="1904231" y="447718"/>
                  </a:lnTo>
                  <a:lnTo>
                    <a:pt x="1903159" y="448379"/>
                  </a:lnTo>
                  <a:lnTo>
                    <a:pt x="1902087" y="449040"/>
                  </a:lnTo>
                  <a:lnTo>
                    <a:pt x="1901016" y="449701"/>
                  </a:lnTo>
                  <a:lnTo>
                    <a:pt x="1899944" y="450363"/>
                  </a:lnTo>
                  <a:lnTo>
                    <a:pt x="1898873" y="451025"/>
                  </a:lnTo>
                  <a:lnTo>
                    <a:pt x="1897801" y="451688"/>
                  </a:lnTo>
                  <a:lnTo>
                    <a:pt x="1896729" y="452350"/>
                  </a:lnTo>
                  <a:lnTo>
                    <a:pt x="1895658" y="453013"/>
                  </a:lnTo>
                  <a:lnTo>
                    <a:pt x="1894586" y="453677"/>
                  </a:lnTo>
                  <a:lnTo>
                    <a:pt x="1893515" y="454340"/>
                  </a:lnTo>
                  <a:lnTo>
                    <a:pt x="1892443" y="455004"/>
                  </a:lnTo>
                  <a:lnTo>
                    <a:pt x="1891371" y="455669"/>
                  </a:lnTo>
                  <a:lnTo>
                    <a:pt x="1890300" y="456333"/>
                  </a:lnTo>
                  <a:lnTo>
                    <a:pt x="1889228" y="456998"/>
                  </a:lnTo>
                  <a:lnTo>
                    <a:pt x="1888157" y="457664"/>
                  </a:lnTo>
                  <a:lnTo>
                    <a:pt x="1887085" y="458329"/>
                  </a:lnTo>
                  <a:lnTo>
                    <a:pt x="1886013" y="458995"/>
                  </a:lnTo>
                  <a:lnTo>
                    <a:pt x="1884942" y="459661"/>
                  </a:lnTo>
                  <a:lnTo>
                    <a:pt x="1883870" y="460328"/>
                  </a:lnTo>
                  <a:lnTo>
                    <a:pt x="1882799" y="460995"/>
                  </a:lnTo>
                  <a:lnTo>
                    <a:pt x="1881727" y="461662"/>
                  </a:lnTo>
                  <a:lnTo>
                    <a:pt x="1880655" y="462329"/>
                  </a:lnTo>
                  <a:lnTo>
                    <a:pt x="1879584" y="462997"/>
                  </a:lnTo>
                  <a:lnTo>
                    <a:pt x="1878512" y="463665"/>
                  </a:lnTo>
                  <a:lnTo>
                    <a:pt x="1877441" y="464333"/>
                  </a:lnTo>
                  <a:lnTo>
                    <a:pt x="1876369" y="465001"/>
                  </a:lnTo>
                  <a:lnTo>
                    <a:pt x="1875297" y="465670"/>
                  </a:lnTo>
                  <a:lnTo>
                    <a:pt x="1874226" y="466339"/>
                  </a:lnTo>
                  <a:lnTo>
                    <a:pt x="1873154" y="467009"/>
                  </a:lnTo>
                  <a:lnTo>
                    <a:pt x="1872083" y="467678"/>
                  </a:lnTo>
                  <a:lnTo>
                    <a:pt x="1871011" y="468348"/>
                  </a:lnTo>
                  <a:lnTo>
                    <a:pt x="1869939" y="469019"/>
                  </a:lnTo>
                  <a:lnTo>
                    <a:pt x="1868868" y="469689"/>
                  </a:lnTo>
                  <a:lnTo>
                    <a:pt x="1867796" y="470360"/>
                  </a:lnTo>
                  <a:lnTo>
                    <a:pt x="1866725" y="471031"/>
                  </a:lnTo>
                  <a:lnTo>
                    <a:pt x="1865653" y="471702"/>
                  </a:lnTo>
                  <a:lnTo>
                    <a:pt x="1864581" y="472374"/>
                  </a:lnTo>
                  <a:lnTo>
                    <a:pt x="1863510" y="473045"/>
                  </a:lnTo>
                  <a:lnTo>
                    <a:pt x="1862438" y="473717"/>
                  </a:lnTo>
                  <a:lnTo>
                    <a:pt x="1861367" y="474390"/>
                  </a:lnTo>
                  <a:lnTo>
                    <a:pt x="1860295" y="475062"/>
                  </a:lnTo>
                  <a:lnTo>
                    <a:pt x="1859223" y="475735"/>
                  </a:lnTo>
                  <a:lnTo>
                    <a:pt x="1858152" y="476408"/>
                  </a:lnTo>
                  <a:lnTo>
                    <a:pt x="1857080" y="477081"/>
                  </a:lnTo>
                  <a:lnTo>
                    <a:pt x="1856009" y="477755"/>
                  </a:lnTo>
                  <a:lnTo>
                    <a:pt x="1854937" y="478429"/>
                  </a:lnTo>
                  <a:lnTo>
                    <a:pt x="1853865" y="479103"/>
                  </a:lnTo>
                  <a:lnTo>
                    <a:pt x="1852794" y="479777"/>
                  </a:lnTo>
                  <a:lnTo>
                    <a:pt x="1851722" y="480452"/>
                  </a:lnTo>
                  <a:lnTo>
                    <a:pt x="1850651" y="481126"/>
                  </a:lnTo>
                  <a:lnTo>
                    <a:pt x="1849579" y="481801"/>
                  </a:lnTo>
                  <a:lnTo>
                    <a:pt x="1848507" y="482476"/>
                  </a:lnTo>
                  <a:lnTo>
                    <a:pt x="1847436" y="483152"/>
                  </a:lnTo>
                  <a:lnTo>
                    <a:pt x="1846364" y="483827"/>
                  </a:lnTo>
                  <a:lnTo>
                    <a:pt x="1845293" y="484503"/>
                  </a:lnTo>
                  <a:lnTo>
                    <a:pt x="1844221" y="485179"/>
                  </a:lnTo>
                  <a:lnTo>
                    <a:pt x="1843149" y="485856"/>
                  </a:lnTo>
                  <a:lnTo>
                    <a:pt x="1842078" y="486532"/>
                  </a:lnTo>
                  <a:lnTo>
                    <a:pt x="1841006" y="487209"/>
                  </a:lnTo>
                  <a:lnTo>
                    <a:pt x="1839935" y="487886"/>
                  </a:lnTo>
                  <a:lnTo>
                    <a:pt x="1838863" y="488563"/>
                  </a:lnTo>
                  <a:lnTo>
                    <a:pt x="1837791" y="489240"/>
                  </a:lnTo>
                  <a:lnTo>
                    <a:pt x="1836720" y="489917"/>
                  </a:lnTo>
                  <a:lnTo>
                    <a:pt x="1835648" y="490595"/>
                  </a:lnTo>
                  <a:lnTo>
                    <a:pt x="1834577" y="491273"/>
                  </a:lnTo>
                  <a:lnTo>
                    <a:pt x="1833505" y="491951"/>
                  </a:lnTo>
                  <a:lnTo>
                    <a:pt x="1832433" y="492629"/>
                  </a:lnTo>
                  <a:lnTo>
                    <a:pt x="1831362" y="493308"/>
                  </a:lnTo>
                  <a:lnTo>
                    <a:pt x="1830290" y="493986"/>
                  </a:lnTo>
                  <a:lnTo>
                    <a:pt x="1829219" y="494665"/>
                  </a:lnTo>
                  <a:lnTo>
                    <a:pt x="1828147" y="495344"/>
                  </a:lnTo>
                  <a:lnTo>
                    <a:pt x="1827075" y="496023"/>
                  </a:lnTo>
                  <a:lnTo>
                    <a:pt x="1826004" y="496703"/>
                  </a:lnTo>
                  <a:lnTo>
                    <a:pt x="1824932" y="497382"/>
                  </a:lnTo>
                  <a:lnTo>
                    <a:pt x="1823861" y="498062"/>
                  </a:lnTo>
                  <a:lnTo>
                    <a:pt x="1822789" y="498742"/>
                  </a:lnTo>
                  <a:lnTo>
                    <a:pt x="1821717" y="499422"/>
                  </a:lnTo>
                  <a:lnTo>
                    <a:pt x="1820646" y="500102"/>
                  </a:lnTo>
                  <a:lnTo>
                    <a:pt x="1819574" y="500782"/>
                  </a:lnTo>
                  <a:lnTo>
                    <a:pt x="1818503" y="501463"/>
                  </a:lnTo>
                  <a:lnTo>
                    <a:pt x="1817431" y="502143"/>
                  </a:lnTo>
                  <a:lnTo>
                    <a:pt x="1816359" y="502824"/>
                  </a:lnTo>
                  <a:lnTo>
                    <a:pt x="1815288" y="503505"/>
                  </a:lnTo>
                  <a:lnTo>
                    <a:pt x="1814216" y="504186"/>
                  </a:lnTo>
                  <a:lnTo>
                    <a:pt x="1813145" y="504867"/>
                  </a:lnTo>
                  <a:lnTo>
                    <a:pt x="1812073" y="505549"/>
                  </a:lnTo>
                  <a:lnTo>
                    <a:pt x="1811001" y="506230"/>
                  </a:lnTo>
                  <a:lnTo>
                    <a:pt x="1809930" y="506912"/>
                  </a:lnTo>
                  <a:lnTo>
                    <a:pt x="1808858" y="507594"/>
                  </a:lnTo>
                  <a:lnTo>
                    <a:pt x="1807787" y="508275"/>
                  </a:lnTo>
                  <a:lnTo>
                    <a:pt x="1806715" y="508957"/>
                  </a:lnTo>
                  <a:lnTo>
                    <a:pt x="1805643" y="509639"/>
                  </a:lnTo>
                  <a:lnTo>
                    <a:pt x="1804572" y="510322"/>
                  </a:lnTo>
                  <a:lnTo>
                    <a:pt x="1803500" y="511004"/>
                  </a:lnTo>
                  <a:lnTo>
                    <a:pt x="1802429" y="511686"/>
                  </a:lnTo>
                  <a:lnTo>
                    <a:pt x="1801357" y="512369"/>
                  </a:lnTo>
                  <a:lnTo>
                    <a:pt x="1800285" y="513052"/>
                  </a:lnTo>
                  <a:lnTo>
                    <a:pt x="1799214" y="513734"/>
                  </a:lnTo>
                  <a:lnTo>
                    <a:pt x="1798142" y="514417"/>
                  </a:lnTo>
                  <a:lnTo>
                    <a:pt x="1797071" y="515100"/>
                  </a:lnTo>
                  <a:lnTo>
                    <a:pt x="1795999" y="515783"/>
                  </a:lnTo>
                  <a:lnTo>
                    <a:pt x="1794927" y="516467"/>
                  </a:lnTo>
                  <a:lnTo>
                    <a:pt x="1793856" y="517150"/>
                  </a:lnTo>
                  <a:lnTo>
                    <a:pt x="1792784" y="517833"/>
                  </a:lnTo>
                  <a:lnTo>
                    <a:pt x="1791713" y="518516"/>
                  </a:lnTo>
                  <a:lnTo>
                    <a:pt x="1790641" y="519200"/>
                  </a:lnTo>
                  <a:lnTo>
                    <a:pt x="1789569" y="519884"/>
                  </a:lnTo>
                  <a:lnTo>
                    <a:pt x="1788498" y="520567"/>
                  </a:lnTo>
                  <a:lnTo>
                    <a:pt x="1787426" y="521251"/>
                  </a:lnTo>
                  <a:lnTo>
                    <a:pt x="1786355" y="521935"/>
                  </a:lnTo>
                  <a:lnTo>
                    <a:pt x="1785283" y="522618"/>
                  </a:lnTo>
                  <a:lnTo>
                    <a:pt x="1784211" y="523302"/>
                  </a:lnTo>
                  <a:lnTo>
                    <a:pt x="1783140" y="523986"/>
                  </a:lnTo>
                  <a:lnTo>
                    <a:pt x="1782068" y="524670"/>
                  </a:lnTo>
                  <a:lnTo>
                    <a:pt x="1780997" y="525354"/>
                  </a:lnTo>
                  <a:lnTo>
                    <a:pt x="1779925" y="526038"/>
                  </a:lnTo>
                  <a:lnTo>
                    <a:pt x="1778853" y="526723"/>
                  </a:lnTo>
                  <a:lnTo>
                    <a:pt x="1777782" y="527407"/>
                  </a:lnTo>
                  <a:lnTo>
                    <a:pt x="1776710" y="528091"/>
                  </a:lnTo>
                  <a:lnTo>
                    <a:pt x="1775639" y="528775"/>
                  </a:lnTo>
                  <a:lnTo>
                    <a:pt x="1774567" y="529459"/>
                  </a:lnTo>
                  <a:lnTo>
                    <a:pt x="1773496" y="530144"/>
                  </a:lnTo>
                  <a:lnTo>
                    <a:pt x="1772424" y="530828"/>
                  </a:lnTo>
                  <a:lnTo>
                    <a:pt x="1771352" y="531512"/>
                  </a:lnTo>
                  <a:lnTo>
                    <a:pt x="1770281" y="532197"/>
                  </a:lnTo>
                  <a:lnTo>
                    <a:pt x="1769209" y="532881"/>
                  </a:lnTo>
                  <a:lnTo>
                    <a:pt x="1768138" y="533565"/>
                  </a:lnTo>
                  <a:lnTo>
                    <a:pt x="1767066" y="534250"/>
                  </a:lnTo>
                  <a:lnTo>
                    <a:pt x="1765994" y="534934"/>
                  </a:lnTo>
                  <a:lnTo>
                    <a:pt x="1764923" y="535619"/>
                  </a:lnTo>
                  <a:lnTo>
                    <a:pt x="1763851" y="536303"/>
                  </a:lnTo>
                  <a:lnTo>
                    <a:pt x="1762780" y="536987"/>
                  </a:lnTo>
                  <a:lnTo>
                    <a:pt x="1761708" y="537672"/>
                  </a:lnTo>
                  <a:lnTo>
                    <a:pt x="1760636" y="538356"/>
                  </a:lnTo>
                  <a:lnTo>
                    <a:pt x="1759565" y="539040"/>
                  </a:lnTo>
                  <a:lnTo>
                    <a:pt x="1758493" y="539725"/>
                  </a:lnTo>
                  <a:lnTo>
                    <a:pt x="1757422" y="540409"/>
                  </a:lnTo>
                  <a:lnTo>
                    <a:pt x="1756350" y="541093"/>
                  </a:lnTo>
                  <a:lnTo>
                    <a:pt x="1755278" y="541777"/>
                  </a:lnTo>
                  <a:lnTo>
                    <a:pt x="1754207" y="542461"/>
                  </a:lnTo>
                  <a:lnTo>
                    <a:pt x="1753135" y="543145"/>
                  </a:lnTo>
                  <a:lnTo>
                    <a:pt x="1752064" y="543830"/>
                  </a:lnTo>
                  <a:lnTo>
                    <a:pt x="1750992" y="544514"/>
                  </a:lnTo>
                  <a:lnTo>
                    <a:pt x="1749920" y="545197"/>
                  </a:lnTo>
                  <a:lnTo>
                    <a:pt x="1748849" y="545881"/>
                  </a:lnTo>
                  <a:lnTo>
                    <a:pt x="1747777" y="546565"/>
                  </a:lnTo>
                  <a:lnTo>
                    <a:pt x="1746706" y="547249"/>
                  </a:lnTo>
                  <a:lnTo>
                    <a:pt x="1745634" y="547933"/>
                  </a:lnTo>
                  <a:lnTo>
                    <a:pt x="1744562" y="548616"/>
                  </a:lnTo>
                  <a:lnTo>
                    <a:pt x="1743491" y="549300"/>
                  </a:lnTo>
                  <a:lnTo>
                    <a:pt x="1742419" y="549983"/>
                  </a:lnTo>
                  <a:lnTo>
                    <a:pt x="1741348" y="550666"/>
                  </a:lnTo>
                  <a:lnTo>
                    <a:pt x="1740276" y="551350"/>
                  </a:lnTo>
                  <a:lnTo>
                    <a:pt x="1739204" y="552033"/>
                  </a:lnTo>
                  <a:lnTo>
                    <a:pt x="1738133" y="552716"/>
                  </a:lnTo>
                  <a:lnTo>
                    <a:pt x="1737061" y="553399"/>
                  </a:lnTo>
                  <a:lnTo>
                    <a:pt x="1735990" y="554082"/>
                  </a:lnTo>
                  <a:lnTo>
                    <a:pt x="1734918" y="554764"/>
                  </a:lnTo>
                  <a:lnTo>
                    <a:pt x="1733846" y="555447"/>
                  </a:lnTo>
                  <a:lnTo>
                    <a:pt x="1732775" y="556129"/>
                  </a:lnTo>
                  <a:lnTo>
                    <a:pt x="1731703" y="556812"/>
                  </a:lnTo>
                  <a:lnTo>
                    <a:pt x="1730632" y="557494"/>
                  </a:lnTo>
                  <a:lnTo>
                    <a:pt x="1729560" y="558176"/>
                  </a:lnTo>
                  <a:lnTo>
                    <a:pt x="1728488" y="558858"/>
                  </a:lnTo>
                  <a:lnTo>
                    <a:pt x="1727417" y="559539"/>
                  </a:lnTo>
                  <a:lnTo>
                    <a:pt x="1726345" y="560221"/>
                  </a:lnTo>
                  <a:lnTo>
                    <a:pt x="1725274" y="560902"/>
                  </a:lnTo>
                  <a:lnTo>
                    <a:pt x="1724202" y="561584"/>
                  </a:lnTo>
                  <a:lnTo>
                    <a:pt x="1723130" y="562265"/>
                  </a:lnTo>
                  <a:lnTo>
                    <a:pt x="1722059" y="562946"/>
                  </a:lnTo>
                  <a:lnTo>
                    <a:pt x="1720987" y="563626"/>
                  </a:lnTo>
                  <a:lnTo>
                    <a:pt x="1719916" y="564307"/>
                  </a:lnTo>
                  <a:lnTo>
                    <a:pt x="1718844" y="564987"/>
                  </a:lnTo>
                  <a:lnTo>
                    <a:pt x="1717772" y="565667"/>
                  </a:lnTo>
                  <a:lnTo>
                    <a:pt x="1716701" y="566347"/>
                  </a:lnTo>
                  <a:lnTo>
                    <a:pt x="1715629" y="567027"/>
                  </a:lnTo>
                  <a:lnTo>
                    <a:pt x="1714558" y="567707"/>
                  </a:lnTo>
                  <a:lnTo>
                    <a:pt x="1713486" y="568386"/>
                  </a:lnTo>
                  <a:lnTo>
                    <a:pt x="1712414" y="569065"/>
                  </a:lnTo>
                  <a:lnTo>
                    <a:pt x="1711343" y="569744"/>
                  </a:lnTo>
                  <a:lnTo>
                    <a:pt x="1710271" y="570422"/>
                  </a:lnTo>
                  <a:lnTo>
                    <a:pt x="1709200" y="571101"/>
                  </a:lnTo>
                  <a:lnTo>
                    <a:pt x="1708128" y="571779"/>
                  </a:lnTo>
                  <a:lnTo>
                    <a:pt x="1707056" y="572457"/>
                  </a:lnTo>
                  <a:lnTo>
                    <a:pt x="1705985" y="573135"/>
                  </a:lnTo>
                  <a:lnTo>
                    <a:pt x="1704913" y="573812"/>
                  </a:lnTo>
                  <a:lnTo>
                    <a:pt x="1703842" y="574489"/>
                  </a:lnTo>
                  <a:lnTo>
                    <a:pt x="1702770" y="575166"/>
                  </a:lnTo>
                  <a:lnTo>
                    <a:pt x="1701698" y="575842"/>
                  </a:lnTo>
                  <a:lnTo>
                    <a:pt x="1700627" y="576519"/>
                  </a:lnTo>
                  <a:lnTo>
                    <a:pt x="1699555" y="577195"/>
                  </a:lnTo>
                  <a:lnTo>
                    <a:pt x="1698484" y="577870"/>
                  </a:lnTo>
                  <a:lnTo>
                    <a:pt x="1697412" y="578546"/>
                  </a:lnTo>
                  <a:lnTo>
                    <a:pt x="1696340" y="579221"/>
                  </a:lnTo>
                  <a:lnTo>
                    <a:pt x="1695269" y="579896"/>
                  </a:lnTo>
                  <a:lnTo>
                    <a:pt x="1694197" y="580570"/>
                  </a:lnTo>
                  <a:lnTo>
                    <a:pt x="1693126" y="581244"/>
                  </a:lnTo>
                  <a:lnTo>
                    <a:pt x="1692054" y="581918"/>
                  </a:lnTo>
                  <a:lnTo>
                    <a:pt x="1690982" y="582591"/>
                  </a:lnTo>
                  <a:lnTo>
                    <a:pt x="1689911" y="583264"/>
                  </a:lnTo>
                  <a:lnTo>
                    <a:pt x="1688839" y="583937"/>
                  </a:lnTo>
                  <a:lnTo>
                    <a:pt x="1687768" y="584610"/>
                  </a:lnTo>
                  <a:lnTo>
                    <a:pt x="1686696" y="585282"/>
                  </a:lnTo>
                  <a:lnTo>
                    <a:pt x="1685624" y="585953"/>
                  </a:lnTo>
                  <a:lnTo>
                    <a:pt x="1684553" y="586625"/>
                  </a:lnTo>
                  <a:lnTo>
                    <a:pt x="1683481" y="587295"/>
                  </a:lnTo>
                  <a:lnTo>
                    <a:pt x="1682410" y="587966"/>
                  </a:lnTo>
                  <a:lnTo>
                    <a:pt x="1681338" y="588636"/>
                  </a:lnTo>
                  <a:lnTo>
                    <a:pt x="1680266" y="589306"/>
                  </a:lnTo>
                  <a:lnTo>
                    <a:pt x="1679195" y="589975"/>
                  </a:lnTo>
                  <a:lnTo>
                    <a:pt x="1678123" y="590644"/>
                  </a:lnTo>
                  <a:lnTo>
                    <a:pt x="1677052" y="591312"/>
                  </a:lnTo>
                  <a:lnTo>
                    <a:pt x="1675980" y="591980"/>
                  </a:lnTo>
                  <a:lnTo>
                    <a:pt x="1674908" y="592648"/>
                  </a:lnTo>
                  <a:lnTo>
                    <a:pt x="1673837" y="593315"/>
                  </a:lnTo>
                  <a:lnTo>
                    <a:pt x="1672765" y="593981"/>
                  </a:lnTo>
                  <a:lnTo>
                    <a:pt x="1671694" y="594648"/>
                  </a:lnTo>
                  <a:lnTo>
                    <a:pt x="1670622" y="595313"/>
                  </a:lnTo>
                  <a:lnTo>
                    <a:pt x="1669550" y="595978"/>
                  </a:lnTo>
                  <a:lnTo>
                    <a:pt x="1668479" y="596643"/>
                  </a:lnTo>
                  <a:lnTo>
                    <a:pt x="1667407" y="597307"/>
                  </a:lnTo>
                  <a:lnTo>
                    <a:pt x="1666336" y="597971"/>
                  </a:lnTo>
                  <a:lnTo>
                    <a:pt x="1665264" y="598634"/>
                  </a:lnTo>
                  <a:lnTo>
                    <a:pt x="1664192" y="599297"/>
                  </a:lnTo>
                  <a:lnTo>
                    <a:pt x="1663121" y="599959"/>
                  </a:lnTo>
                  <a:lnTo>
                    <a:pt x="1662049" y="600621"/>
                  </a:lnTo>
                  <a:lnTo>
                    <a:pt x="1660978" y="601282"/>
                  </a:lnTo>
                  <a:lnTo>
                    <a:pt x="1659906" y="601943"/>
                  </a:lnTo>
                  <a:lnTo>
                    <a:pt x="1658834" y="602603"/>
                  </a:lnTo>
                  <a:lnTo>
                    <a:pt x="1657763" y="603262"/>
                  </a:lnTo>
                  <a:lnTo>
                    <a:pt x="1656691" y="603921"/>
                  </a:lnTo>
                  <a:lnTo>
                    <a:pt x="1655620" y="604579"/>
                  </a:lnTo>
                  <a:lnTo>
                    <a:pt x="1654548" y="605237"/>
                  </a:lnTo>
                  <a:lnTo>
                    <a:pt x="1653476" y="605894"/>
                  </a:lnTo>
                  <a:lnTo>
                    <a:pt x="1652405" y="606551"/>
                  </a:lnTo>
                  <a:lnTo>
                    <a:pt x="1651333" y="607207"/>
                  </a:lnTo>
                  <a:lnTo>
                    <a:pt x="1650262" y="607862"/>
                  </a:lnTo>
                  <a:lnTo>
                    <a:pt x="1649190" y="608517"/>
                  </a:lnTo>
                  <a:lnTo>
                    <a:pt x="1648118" y="609171"/>
                  </a:lnTo>
                  <a:lnTo>
                    <a:pt x="1647047" y="609824"/>
                  </a:lnTo>
                  <a:lnTo>
                    <a:pt x="1645975" y="610477"/>
                  </a:lnTo>
                  <a:lnTo>
                    <a:pt x="1644904" y="611129"/>
                  </a:lnTo>
                  <a:lnTo>
                    <a:pt x="1643832" y="611781"/>
                  </a:lnTo>
                  <a:lnTo>
                    <a:pt x="1642760" y="612431"/>
                  </a:lnTo>
                  <a:lnTo>
                    <a:pt x="1641689" y="613081"/>
                  </a:lnTo>
                  <a:lnTo>
                    <a:pt x="1640617" y="613731"/>
                  </a:lnTo>
                  <a:lnTo>
                    <a:pt x="1639546" y="614379"/>
                  </a:lnTo>
                  <a:lnTo>
                    <a:pt x="1638474" y="615027"/>
                  </a:lnTo>
                  <a:lnTo>
                    <a:pt x="1637402" y="615675"/>
                  </a:lnTo>
                  <a:lnTo>
                    <a:pt x="1636331" y="616321"/>
                  </a:lnTo>
                  <a:lnTo>
                    <a:pt x="1635259" y="616967"/>
                  </a:lnTo>
                  <a:lnTo>
                    <a:pt x="1634188" y="617612"/>
                  </a:lnTo>
                  <a:lnTo>
                    <a:pt x="1633116" y="618256"/>
                  </a:lnTo>
                  <a:lnTo>
                    <a:pt x="1632044" y="618900"/>
                  </a:lnTo>
                  <a:lnTo>
                    <a:pt x="1630973" y="619542"/>
                  </a:lnTo>
                  <a:lnTo>
                    <a:pt x="1629901" y="620184"/>
                  </a:lnTo>
                  <a:lnTo>
                    <a:pt x="1628830" y="620825"/>
                  </a:lnTo>
                  <a:lnTo>
                    <a:pt x="1627758" y="621466"/>
                  </a:lnTo>
                  <a:lnTo>
                    <a:pt x="1626686" y="622105"/>
                  </a:lnTo>
                  <a:lnTo>
                    <a:pt x="1625615" y="622744"/>
                  </a:lnTo>
                  <a:lnTo>
                    <a:pt x="1624543" y="623382"/>
                  </a:lnTo>
                  <a:lnTo>
                    <a:pt x="1623472" y="624019"/>
                  </a:lnTo>
                  <a:lnTo>
                    <a:pt x="1622400" y="624655"/>
                  </a:lnTo>
                  <a:lnTo>
                    <a:pt x="1621328" y="625290"/>
                  </a:lnTo>
                  <a:lnTo>
                    <a:pt x="1620257" y="625925"/>
                  </a:lnTo>
                  <a:lnTo>
                    <a:pt x="1619185" y="626558"/>
                  </a:lnTo>
                  <a:lnTo>
                    <a:pt x="1618114" y="627191"/>
                  </a:lnTo>
                  <a:lnTo>
                    <a:pt x="1617042" y="627823"/>
                  </a:lnTo>
                  <a:lnTo>
                    <a:pt x="1615970" y="628454"/>
                  </a:lnTo>
                  <a:lnTo>
                    <a:pt x="1614899" y="629084"/>
                  </a:lnTo>
                  <a:lnTo>
                    <a:pt x="1613827" y="629713"/>
                  </a:lnTo>
                  <a:lnTo>
                    <a:pt x="1612756" y="630341"/>
                  </a:lnTo>
                  <a:lnTo>
                    <a:pt x="1611684" y="630968"/>
                  </a:lnTo>
                  <a:lnTo>
                    <a:pt x="1610612" y="631594"/>
                  </a:lnTo>
                  <a:lnTo>
                    <a:pt x="1609541" y="632220"/>
                  </a:lnTo>
                  <a:lnTo>
                    <a:pt x="1608469" y="632844"/>
                  </a:lnTo>
                  <a:lnTo>
                    <a:pt x="1607398" y="633467"/>
                  </a:lnTo>
                  <a:lnTo>
                    <a:pt x="1606326" y="634090"/>
                  </a:lnTo>
                  <a:lnTo>
                    <a:pt x="1605254" y="634711"/>
                  </a:lnTo>
                  <a:lnTo>
                    <a:pt x="1604183" y="635331"/>
                  </a:lnTo>
                  <a:lnTo>
                    <a:pt x="1603111" y="635951"/>
                  </a:lnTo>
                  <a:lnTo>
                    <a:pt x="1602040" y="636569"/>
                  </a:lnTo>
                  <a:lnTo>
                    <a:pt x="1600968" y="637186"/>
                  </a:lnTo>
                  <a:lnTo>
                    <a:pt x="1599896" y="637802"/>
                  </a:lnTo>
                  <a:lnTo>
                    <a:pt x="1598825" y="638417"/>
                  </a:lnTo>
                  <a:lnTo>
                    <a:pt x="1597753" y="639031"/>
                  </a:lnTo>
                  <a:lnTo>
                    <a:pt x="1596682" y="639644"/>
                  </a:lnTo>
                  <a:lnTo>
                    <a:pt x="1595610" y="640256"/>
                  </a:lnTo>
                  <a:lnTo>
                    <a:pt x="1594539" y="640867"/>
                  </a:lnTo>
                  <a:lnTo>
                    <a:pt x="1593467" y="641477"/>
                  </a:lnTo>
                  <a:lnTo>
                    <a:pt x="1592395" y="642085"/>
                  </a:lnTo>
                  <a:lnTo>
                    <a:pt x="1591324" y="642693"/>
                  </a:lnTo>
                  <a:lnTo>
                    <a:pt x="1590252" y="643299"/>
                  </a:lnTo>
                  <a:lnTo>
                    <a:pt x="1589181" y="643904"/>
                  </a:lnTo>
                  <a:lnTo>
                    <a:pt x="1588109" y="644508"/>
                  </a:lnTo>
                  <a:lnTo>
                    <a:pt x="1587037" y="645111"/>
                  </a:lnTo>
                  <a:lnTo>
                    <a:pt x="1585966" y="645712"/>
                  </a:lnTo>
                  <a:lnTo>
                    <a:pt x="1584894" y="646313"/>
                  </a:lnTo>
                  <a:lnTo>
                    <a:pt x="1583823" y="646912"/>
                  </a:lnTo>
                  <a:lnTo>
                    <a:pt x="1582751" y="647510"/>
                  </a:lnTo>
                  <a:lnTo>
                    <a:pt x="1581679" y="648107"/>
                  </a:lnTo>
                  <a:lnTo>
                    <a:pt x="1580608" y="648702"/>
                  </a:lnTo>
                  <a:lnTo>
                    <a:pt x="1579536" y="649297"/>
                  </a:lnTo>
                  <a:lnTo>
                    <a:pt x="1578465" y="649890"/>
                  </a:lnTo>
                  <a:lnTo>
                    <a:pt x="1577393" y="650481"/>
                  </a:lnTo>
                  <a:lnTo>
                    <a:pt x="1576321" y="651072"/>
                  </a:lnTo>
                  <a:lnTo>
                    <a:pt x="1575250" y="651661"/>
                  </a:lnTo>
                  <a:lnTo>
                    <a:pt x="1574178" y="652249"/>
                  </a:lnTo>
                  <a:lnTo>
                    <a:pt x="1573107" y="652836"/>
                  </a:lnTo>
                  <a:lnTo>
                    <a:pt x="1572035" y="653421"/>
                  </a:lnTo>
                  <a:lnTo>
                    <a:pt x="1570963" y="654005"/>
                  </a:lnTo>
                  <a:lnTo>
                    <a:pt x="1569892" y="654588"/>
                  </a:lnTo>
                  <a:lnTo>
                    <a:pt x="1568820" y="655169"/>
                  </a:lnTo>
                  <a:lnTo>
                    <a:pt x="1567749" y="655749"/>
                  </a:lnTo>
                  <a:lnTo>
                    <a:pt x="1566677" y="656328"/>
                  </a:lnTo>
                  <a:lnTo>
                    <a:pt x="1565605" y="656905"/>
                  </a:lnTo>
                  <a:lnTo>
                    <a:pt x="1564534" y="657481"/>
                  </a:lnTo>
                  <a:lnTo>
                    <a:pt x="1563462" y="658055"/>
                  </a:lnTo>
                  <a:lnTo>
                    <a:pt x="1562391" y="658628"/>
                  </a:lnTo>
                  <a:lnTo>
                    <a:pt x="1561319" y="659200"/>
                  </a:lnTo>
                  <a:lnTo>
                    <a:pt x="1560247" y="659770"/>
                  </a:lnTo>
                  <a:lnTo>
                    <a:pt x="1559176" y="660339"/>
                  </a:lnTo>
                  <a:lnTo>
                    <a:pt x="1558104" y="660907"/>
                  </a:lnTo>
                  <a:lnTo>
                    <a:pt x="1557033" y="661472"/>
                  </a:lnTo>
                  <a:lnTo>
                    <a:pt x="1555961" y="662037"/>
                  </a:lnTo>
                  <a:lnTo>
                    <a:pt x="1554889" y="662600"/>
                  </a:lnTo>
                  <a:lnTo>
                    <a:pt x="1553818" y="663161"/>
                  </a:lnTo>
                  <a:lnTo>
                    <a:pt x="1552746" y="663721"/>
                  </a:lnTo>
                  <a:lnTo>
                    <a:pt x="1551675" y="664280"/>
                  </a:lnTo>
                  <a:lnTo>
                    <a:pt x="1550603" y="664837"/>
                  </a:lnTo>
                  <a:lnTo>
                    <a:pt x="1549531" y="665392"/>
                  </a:lnTo>
                  <a:lnTo>
                    <a:pt x="1548460" y="665946"/>
                  </a:lnTo>
                  <a:lnTo>
                    <a:pt x="1547388" y="666499"/>
                  </a:lnTo>
                  <a:lnTo>
                    <a:pt x="1546317" y="667050"/>
                  </a:lnTo>
                  <a:lnTo>
                    <a:pt x="1545245" y="667599"/>
                  </a:lnTo>
                  <a:lnTo>
                    <a:pt x="1544173" y="668147"/>
                  </a:lnTo>
                  <a:lnTo>
                    <a:pt x="1543102" y="668693"/>
                  </a:lnTo>
                  <a:lnTo>
                    <a:pt x="1542030" y="669319"/>
                  </a:lnTo>
                  <a:lnTo>
                    <a:pt x="1540959" y="670095"/>
                  </a:lnTo>
                  <a:lnTo>
                    <a:pt x="1539887" y="670870"/>
                  </a:lnTo>
                  <a:lnTo>
                    <a:pt x="1538815" y="671644"/>
                  </a:lnTo>
                  <a:lnTo>
                    <a:pt x="1537744" y="672418"/>
                  </a:lnTo>
                  <a:lnTo>
                    <a:pt x="1536672" y="673190"/>
                  </a:lnTo>
                  <a:lnTo>
                    <a:pt x="1535601" y="673962"/>
                  </a:lnTo>
                  <a:lnTo>
                    <a:pt x="1534529" y="674733"/>
                  </a:lnTo>
                  <a:lnTo>
                    <a:pt x="1533457" y="675504"/>
                  </a:lnTo>
                  <a:lnTo>
                    <a:pt x="1532386" y="676273"/>
                  </a:lnTo>
                  <a:lnTo>
                    <a:pt x="1531314" y="677042"/>
                  </a:lnTo>
                  <a:lnTo>
                    <a:pt x="1530243" y="677810"/>
                  </a:lnTo>
                  <a:lnTo>
                    <a:pt x="1529171" y="678577"/>
                  </a:lnTo>
                  <a:lnTo>
                    <a:pt x="1528099" y="679344"/>
                  </a:lnTo>
                  <a:lnTo>
                    <a:pt x="1527028" y="680110"/>
                  </a:lnTo>
                  <a:lnTo>
                    <a:pt x="1525956" y="680875"/>
                  </a:lnTo>
                  <a:lnTo>
                    <a:pt x="1524885" y="681639"/>
                  </a:lnTo>
                  <a:lnTo>
                    <a:pt x="1523813" y="682403"/>
                  </a:lnTo>
                  <a:lnTo>
                    <a:pt x="1522741" y="683166"/>
                  </a:lnTo>
                  <a:lnTo>
                    <a:pt x="1521670" y="683928"/>
                  </a:lnTo>
                  <a:lnTo>
                    <a:pt x="1520598" y="684690"/>
                  </a:lnTo>
                  <a:lnTo>
                    <a:pt x="1519527" y="685451"/>
                  </a:lnTo>
                  <a:lnTo>
                    <a:pt x="1518455" y="686211"/>
                  </a:lnTo>
                  <a:lnTo>
                    <a:pt x="1517383" y="686970"/>
                  </a:lnTo>
                  <a:lnTo>
                    <a:pt x="1516312" y="687729"/>
                  </a:lnTo>
                  <a:lnTo>
                    <a:pt x="1515240" y="688487"/>
                  </a:lnTo>
                  <a:lnTo>
                    <a:pt x="1514169" y="689245"/>
                  </a:lnTo>
                  <a:lnTo>
                    <a:pt x="1513097" y="690002"/>
                  </a:lnTo>
                  <a:lnTo>
                    <a:pt x="1512025" y="690758"/>
                  </a:lnTo>
                  <a:lnTo>
                    <a:pt x="1510954" y="691513"/>
                  </a:lnTo>
                  <a:lnTo>
                    <a:pt x="1509882" y="692268"/>
                  </a:lnTo>
                  <a:lnTo>
                    <a:pt x="1508811" y="693022"/>
                  </a:lnTo>
                  <a:lnTo>
                    <a:pt x="1507739" y="693776"/>
                  </a:lnTo>
                  <a:lnTo>
                    <a:pt x="1506667" y="694529"/>
                  </a:lnTo>
                  <a:lnTo>
                    <a:pt x="1505596" y="695281"/>
                  </a:lnTo>
                  <a:lnTo>
                    <a:pt x="1504524" y="696033"/>
                  </a:lnTo>
                  <a:lnTo>
                    <a:pt x="1503453" y="696784"/>
                  </a:lnTo>
                  <a:lnTo>
                    <a:pt x="1502381" y="697535"/>
                  </a:lnTo>
                  <a:lnTo>
                    <a:pt x="1501309" y="698284"/>
                  </a:lnTo>
                  <a:lnTo>
                    <a:pt x="1500238" y="699034"/>
                  </a:lnTo>
                  <a:lnTo>
                    <a:pt x="1499166" y="699782"/>
                  </a:lnTo>
                  <a:lnTo>
                    <a:pt x="1498095" y="700530"/>
                  </a:lnTo>
                  <a:lnTo>
                    <a:pt x="1497023" y="701278"/>
                  </a:lnTo>
                  <a:lnTo>
                    <a:pt x="1495951" y="702024"/>
                  </a:lnTo>
                  <a:lnTo>
                    <a:pt x="1494880" y="702771"/>
                  </a:lnTo>
                  <a:lnTo>
                    <a:pt x="1493808" y="703516"/>
                  </a:lnTo>
                  <a:lnTo>
                    <a:pt x="1492737" y="704261"/>
                  </a:lnTo>
                  <a:lnTo>
                    <a:pt x="1491665" y="705006"/>
                  </a:lnTo>
                  <a:lnTo>
                    <a:pt x="1490593" y="705750"/>
                  </a:lnTo>
                  <a:lnTo>
                    <a:pt x="1489522" y="706493"/>
                  </a:lnTo>
                  <a:lnTo>
                    <a:pt x="1488450" y="707236"/>
                  </a:lnTo>
                  <a:lnTo>
                    <a:pt x="1487379" y="707978"/>
                  </a:lnTo>
                  <a:lnTo>
                    <a:pt x="1486307" y="708720"/>
                  </a:lnTo>
                  <a:lnTo>
                    <a:pt x="1485235" y="709461"/>
                  </a:lnTo>
                  <a:lnTo>
                    <a:pt x="1484164" y="710201"/>
                  </a:lnTo>
                  <a:lnTo>
                    <a:pt x="1483092" y="710941"/>
                  </a:lnTo>
                  <a:lnTo>
                    <a:pt x="1482021" y="711681"/>
                  </a:lnTo>
                  <a:lnTo>
                    <a:pt x="1480949" y="712419"/>
                  </a:lnTo>
                  <a:lnTo>
                    <a:pt x="1479877" y="713158"/>
                  </a:lnTo>
                  <a:lnTo>
                    <a:pt x="1478806" y="713895"/>
                  </a:lnTo>
                  <a:lnTo>
                    <a:pt x="1477734" y="714633"/>
                  </a:lnTo>
                  <a:lnTo>
                    <a:pt x="1476663" y="715369"/>
                  </a:lnTo>
                  <a:lnTo>
                    <a:pt x="1475591" y="716105"/>
                  </a:lnTo>
                  <a:lnTo>
                    <a:pt x="1474519" y="716841"/>
                  </a:lnTo>
                  <a:lnTo>
                    <a:pt x="1473448" y="717576"/>
                  </a:lnTo>
                  <a:lnTo>
                    <a:pt x="1472376" y="718310"/>
                  </a:lnTo>
                  <a:lnTo>
                    <a:pt x="1471305" y="719044"/>
                  </a:lnTo>
                  <a:lnTo>
                    <a:pt x="1470233" y="719778"/>
                  </a:lnTo>
                  <a:lnTo>
                    <a:pt x="1469161" y="720511"/>
                  </a:lnTo>
                  <a:lnTo>
                    <a:pt x="1468090" y="721243"/>
                  </a:lnTo>
                  <a:lnTo>
                    <a:pt x="1467018" y="721975"/>
                  </a:lnTo>
                  <a:lnTo>
                    <a:pt x="1465947" y="722706"/>
                  </a:lnTo>
                  <a:lnTo>
                    <a:pt x="1464875" y="723437"/>
                  </a:lnTo>
                  <a:lnTo>
                    <a:pt x="1463803" y="724167"/>
                  </a:lnTo>
                  <a:lnTo>
                    <a:pt x="1462732" y="724897"/>
                  </a:lnTo>
                  <a:lnTo>
                    <a:pt x="1461660" y="725626"/>
                  </a:lnTo>
                  <a:lnTo>
                    <a:pt x="1460589" y="726355"/>
                  </a:lnTo>
                  <a:lnTo>
                    <a:pt x="1459517" y="727083"/>
                  </a:lnTo>
                  <a:lnTo>
                    <a:pt x="1458445" y="727811"/>
                  </a:lnTo>
                  <a:lnTo>
                    <a:pt x="1457374" y="728538"/>
                  </a:lnTo>
                  <a:lnTo>
                    <a:pt x="1456302" y="729265"/>
                  </a:lnTo>
                  <a:lnTo>
                    <a:pt x="1455231" y="729991"/>
                  </a:lnTo>
                  <a:lnTo>
                    <a:pt x="1454159" y="730717"/>
                  </a:lnTo>
                  <a:lnTo>
                    <a:pt x="1453087" y="731442"/>
                  </a:lnTo>
                  <a:lnTo>
                    <a:pt x="1452016" y="732167"/>
                  </a:lnTo>
                  <a:lnTo>
                    <a:pt x="1450944" y="732891"/>
                  </a:lnTo>
                  <a:lnTo>
                    <a:pt x="1449873" y="733615"/>
                  </a:lnTo>
                  <a:lnTo>
                    <a:pt x="1448801" y="734338"/>
                  </a:lnTo>
                  <a:lnTo>
                    <a:pt x="1447729" y="735061"/>
                  </a:lnTo>
                  <a:lnTo>
                    <a:pt x="1446658" y="735783"/>
                  </a:lnTo>
                  <a:lnTo>
                    <a:pt x="1445586" y="736505"/>
                  </a:lnTo>
                  <a:lnTo>
                    <a:pt x="1444515" y="737226"/>
                  </a:lnTo>
                  <a:lnTo>
                    <a:pt x="1443443" y="737947"/>
                  </a:lnTo>
                  <a:lnTo>
                    <a:pt x="1442371" y="738667"/>
                  </a:lnTo>
                  <a:lnTo>
                    <a:pt x="1441300" y="739387"/>
                  </a:lnTo>
                  <a:lnTo>
                    <a:pt x="1440228" y="740106"/>
                  </a:lnTo>
                  <a:lnTo>
                    <a:pt x="1439157" y="740825"/>
                  </a:lnTo>
                  <a:lnTo>
                    <a:pt x="1438085" y="741543"/>
                  </a:lnTo>
                  <a:lnTo>
                    <a:pt x="1437013" y="742261"/>
                  </a:lnTo>
                  <a:lnTo>
                    <a:pt x="1435942" y="742978"/>
                  </a:lnTo>
                  <a:lnTo>
                    <a:pt x="1434870" y="743695"/>
                  </a:lnTo>
                  <a:lnTo>
                    <a:pt x="1433799" y="744412"/>
                  </a:lnTo>
                  <a:lnTo>
                    <a:pt x="1432727" y="745128"/>
                  </a:lnTo>
                  <a:lnTo>
                    <a:pt x="1431655" y="745843"/>
                  </a:lnTo>
                  <a:lnTo>
                    <a:pt x="1430584" y="746558"/>
                  </a:lnTo>
                  <a:lnTo>
                    <a:pt x="1429512" y="747272"/>
                  </a:lnTo>
                  <a:lnTo>
                    <a:pt x="1428441" y="747986"/>
                  </a:lnTo>
                  <a:lnTo>
                    <a:pt x="1427369" y="748700"/>
                  </a:lnTo>
                  <a:lnTo>
                    <a:pt x="1426297" y="749413"/>
                  </a:lnTo>
                  <a:lnTo>
                    <a:pt x="1425226" y="750125"/>
                  </a:lnTo>
                  <a:lnTo>
                    <a:pt x="1424154" y="750838"/>
                  </a:lnTo>
                  <a:lnTo>
                    <a:pt x="1423083" y="751549"/>
                  </a:lnTo>
                  <a:lnTo>
                    <a:pt x="1422011" y="752260"/>
                  </a:lnTo>
                  <a:lnTo>
                    <a:pt x="1420939" y="752971"/>
                  </a:lnTo>
                  <a:lnTo>
                    <a:pt x="1419868" y="753681"/>
                  </a:lnTo>
                  <a:lnTo>
                    <a:pt x="1418796" y="754391"/>
                  </a:lnTo>
                  <a:lnTo>
                    <a:pt x="1417725" y="755100"/>
                  </a:lnTo>
                  <a:lnTo>
                    <a:pt x="1416653" y="755809"/>
                  </a:lnTo>
                  <a:lnTo>
                    <a:pt x="1415582" y="756517"/>
                  </a:lnTo>
                  <a:lnTo>
                    <a:pt x="1414510" y="757225"/>
                  </a:lnTo>
                  <a:lnTo>
                    <a:pt x="1413438" y="757932"/>
                  </a:lnTo>
                  <a:lnTo>
                    <a:pt x="1412367" y="758639"/>
                  </a:lnTo>
                  <a:lnTo>
                    <a:pt x="1411295" y="759346"/>
                  </a:lnTo>
                  <a:lnTo>
                    <a:pt x="1410224" y="760052"/>
                  </a:lnTo>
                  <a:lnTo>
                    <a:pt x="1409152" y="760757"/>
                  </a:lnTo>
                  <a:lnTo>
                    <a:pt x="1408080" y="761462"/>
                  </a:lnTo>
                  <a:lnTo>
                    <a:pt x="1407009" y="762167"/>
                  </a:lnTo>
                  <a:lnTo>
                    <a:pt x="1405937" y="762871"/>
                  </a:lnTo>
                  <a:lnTo>
                    <a:pt x="1404866" y="763574"/>
                  </a:lnTo>
                  <a:lnTo>
                    <a:pt x="1403794" y="764277"/>
                  </a:lnTo>
                  <a:lnTo>
                    <a:pt x="1402722" y="764980"/>
                  </a:lnTo>
                  <a:lnTo>
                    <a:pt x="1401651" y="765682"/>
                  </a:lnTo>
                  <a:lnTo>
                    <a:pt x="1400579" y="766384"/>
                  </a:lnTo>
                  <a:lnTo>
                    <a:pt x="1399508" y="767085"/>
                  </a:lnTo>
                  <a:lnTo>
                    <a:pt x="1398436" y="767786"/>
                  </a:lnTo>
                  <a:lnTo>
                    <a:pt x="1397364" y="768486"/>
                  </a:lnTo>
                  <a:lnTo>
                    <a:pt x="1396293" y="769186"/>
                  </a:lnTo>
                  <a:lnTo>
                    <a:pt x="1395221" y="769886"/>
                  </a:lnTo>
                  <a:lnTo>
                    <a:pt x="1394150" y="770585"/>
                  </a:lnTo>
                  <a:lnTo>
                    <a:pt x="1393078" y="771283"/>
                  </a:lnTo>
                  <a:lnTo>
                    <a:pt x="1392006" y="771981"/>
                  </a:lnTo>
                  <a:lnTo>
                    <a:pt x="1390935" y="772679"/>
                  </a:lnTo>
                  <a:lnTo>
                    <a:pt x="1389863" y="773376"/>
                  </a:lnTo>
                  <a:lnTo>
                    <a:pt x="1388792" y="774072"/>
                  </a:lnTo>
                  <a:lnTo>
                    <a:pt x="1387720" y="774769"/>
                  </a:lnTo>
                  <a:lnTo>
                    <a:pt x="1386648" y="775464"/>
                  </a:lnTo>
                  <a:lnTo>
                    <a:pt x="1385577" y="776160"/>
                  </a:lnTo>
                  <a:lnTo>
                    <a:pt x="1384505" y="776854"/>
                  </a:lnTo>
                  <a:lnTo>
                    <a:pt x="1383434" y="777549"/>
                  </a:lnTo>
                  <a:lnTo>
                    <a:pt x="1382362" y="778242"/>
                  </a:lnTo>
                  <a:lnTo>
                    <a:pt x="1381290" y="778936"/>
                  </a:lnTo>
                  <a:lnTo>
                    <a:pt x="1380219" y="779629"/>
                  </a:lnTo>
                  <a:lnTo>
                    <a:pt x="1379147" y="780321"/>
                  </a:lnTo>
                  <a:lnTo>
                    <a:pt x="1378076" y="781013"/>
                  </a:lnTo>
                  <a:lnTo>
                    <a:pt x="1377004" y="781705"/>
                  </a:lnTo>
                  <a:lnTo>
                    <a:pt x="1375932" y="782396"/>
                  </a:lnTo>
                  <a:lnTo>
                    <a:pt x="1374861" y="783086"/>
                  </a:lnTo>
                  <a:lnTo>
                    <a:pt x="1373789" y="783776"/>
                  </a:lnTo>
                  <a:lnTo>
                    <a:pt x="1372718" y="784466"/>
                  </a:lnTo>
                  <a:lnTo>
                    <a:pt x="1371646" y="785155"/>
                  </a:lnTo>
                  <a:lnTo>
                    <a:pt x="1370574" y="785844"/>
                  </a:lnTo>
                  <a:lnTo>
                    <a:pt x="1369503" y="786532"/>
                  </a:lnTo>
                  <a:lnTo>
                    <a:pt x="1368431" y="787220"/>
                  </a:lnTo>
                  <a:lnTo>
                    <a:pt x="1367360" y="787908"/>
                  </a:lnTo>
                  <a:lnTo>
                    <a:pt x="1366288" y="788594"/>
                  </a:lnTo>
                  <a:lnTo>
                    <a:pt x="1365216" y="789281"/>
                  </a:lnTo>
                  <a:lnTo>
                    <a:pt x="1364145" y="789967"/>
                  </a:lnTo>
                  <a:lnTo>
                    <a:pt x="1363073" y="790652"/>
                  </a:lnTo>
                  <a:lnTo>
                    <a:pt x="1362002" y="791337"/>
                  </a:lnTo>
                  <a:lnTo>
                    <a:pt x="1360930" y="792022"/>
                  </a:lnTo>
                  <a:lnTo>
                    <a:pt x="1359858" y="792706"/>
                  </a:lnTo>
                  <a:lnTo>
                    <a:pt x="1358787" y="793390"/>
                  </a:lnTo>
                  <a:lnTo>
                    <a:pt x="1357715" y="794073"/>
                  </a:lnTo>
                  <a:lnTo>
                    <a:pt x="1356644" y="794755"/>
                  </a:lnTo>
                  <a:lnTo>
                    <a:pt x="1355572" y="795438"/>
                  </a:lnTo>
                  <a:lnTo>
                    <a:pt x="1354500" y="796119"/>
                  </a:lnTo>
                  <a:lnTo>
                    <a:pt x="1353429" y="796801"/>
                  </a:lnTo>
                  <a:lnTo>
                    <a:pt x="1352357" y="797481"/>
                  </a:lnTo>
                  <a:lnTo>
                    <a:pt x="1351286" y="798162"/>
                  </a:lnTo>
                  <a:lnTo>
                    <a:pt x="1350214" y="798842"/>
                  </a:lnTo>
                  <a:lnTo>
                    <a:pt x="1349142" y="799521"/>
                  </a:lnTo>
                  <a:lnTo>
                    <a:pt x="1348071" y="800200"/>
                  </a:lnTo>
                  <a:lnTo>
                    <a:pt x="1346999" y="800879"/>
                  </a:lnTo>
                  <a:lnTo>
                    <a:pt x="1345928" y="801557"/>
                  </a:lnTo>
                  <a:lnTo>
                    <a:pt x="1344856" y="802234"/>
                  </a:lnTo>
                  <a:lnTo>
                    <a:pt x="1343784" y="802911"/>
                  </a:lnTo>
                  <a:lnTo>
                    <a:pt x="1342713" y="803588"/>
                  </a:lnTo>
                  <a:lnTo>
                    <a:pt x="1341641" y="804264"/>
                  </a:lnTo>
                  <a:lnTo>
                    <a:pt x="1340570" y="804940"/>
                  </a:lnTo>
                  <a:lnTo>
                    <a:pt x="1339498" y="805615"/>
                  </a:lnTo>
                  <a:lnTo>
                    <a:pt x="1338426" y="806290"/>
                  </a:lnTo>
                  <a:lnTo>
                    <a:pt x="1337355" y="806964"/>
                  </a:lnTo>
                  <a:lnTo>
                    <a:pt x="1336283" y="807638"/>
                  </a:lnTo>
                  <a:lnTo>
                    <a:pt x="1335212" y="808311"/>
                  </a:lnTo>
                  <a:lnTo>
                    <a:pt x="1334140" y="808984"/>
                  </a:lnTo>
                  <a:lnTo>
                    <a:pt x="1333068" y="809656"/>
                  </a:lnTo>
                  <a:lnTo>
                    <a:pt x="1331997" y="810328"/>
                  </a:lnTo>
                  <a:lnTo>
                    <a:pt x="1330925" y="811000"/>
                  </a:lnTo>
                  <a:lnTo>
                    <a:pt x="1329854" y="811671"/>
                  </a:lnTo>
                  <a:lnTo>
                    <a:pt x="1328782" y="812341"/>
                  </a:lnTo>
                  <a:lnTo>
                    <a:pt x="1327710" y="813011"/>
                  </a:lnTo>
                  <a:lnTo>
                    <a:pt x="1326639" y="813681"/>
                  </a:lnTo>
                  <a:lnTo>
                    <a:pt x="1325567" y="814350"/>
                  </a:lnTo>
                  <a:lnTo>
                    <a:pt x="1324496" y="815019"/>
                  </a:lnTo>
                  <a:lnTo>
                    <a:pt x="1323424" y="815687"/>
                  </a:lnTo>
                  <a:lnTo>
                    <a:pt x="1322352" y="816355"/>
                  </a:lnTo>
                  <a:lnTo>
                    <a:pt x="1321281" y="817022"/>
                  </a:lnTo>
                  <a:lnTo>
                    <a:pt x="1320209" y="817689"/>
                  </a:lnTo>
                  <a:lnTo>
                    <a:pt x="1319138" y="818355"/>
                  </a:lnTo>
                  <a:lnTo>
                    <a:pt x="1318066" y="819021"/>
                  </a:lnTo>
                  <a:lnTo>
                    <a:pt x="1316994" y="819686"/>
                  </a:lnTo>
                  <a:lnTo>
                    <a:pt x="1315923" y="820351"/>
                  </a:lnTo>
                  <a:lnTo>
                    <a:pt x="1314851" y="821015"/>
                  </a:lnTo>
                  <a:lnTo>
                    <a:pt x="1313780" y="821679"/>
                  </a:lnTo>
                  <a:lnTo>
                    <a:pt x="1312708" y="822343"/>
                  </a:lnTo>
                  <a:lnTo>
                    <a:pt x="1311636" y="823006"/>
                  </a:lnTo>
                  <a:lnTo>
                    <a:pt x="1310565" y="823668"/>
                  </a:lnTo>
                  <a:lnTo>
                    <a:pt x="1309493" y="824330"/>
                  </a:lnTo>
                  <a:lnTo>
                    <a:pt x="1308422" y="824992"/>
                  </a:lnTo>
                  <a:lnTo>
                    <a:pt x="1307350" y="825653"/>
                  </a:lnTo>
                  <a:lnTo>
                    <a:pt x="1306278" y="826313"/>
                  </a:lnTo>
                  <a:lnTo>
                    <a:pt x="1305207" y="826973"/>
                  </a:lnTo>
                  <a:lnTo>
                    <a:pt x="1304135" y="827633"/>
                  </a:lnTo>
                  <a:lnTo>
                    <a:pt x="1303064" y="828292"/>
                  </a:lnTo>
                  <a:lnTo>
                    <a:pt x="1301992" y="828951"/>
                  </a:lnTo>
                  <a:lnTo>
                    <a:pt x="1300920" y="829609"/>
                  </a:lnTo>
                  <a:lnTo>
                    <a:pt x="1299849" y="830267"/>
                  </a:lnTo>
                  <a:lnTo>
                    <a:pt x="1298777" y="830924"/>
                  </a:lnTo>
                  <a:lnTo>
                    <a:pt x="1297706" y="831581"/>
                  </a:lnTo>
                  <a:lnTo>
                    <a:pt x="1296634" y="832237"/>
                  </a:lnTo>
                  <a:lnTo>
                    <a:pt x="1295562" y="832893"/>
                  </a:lnTo>
                  <a:lnTo>
                    <a:pt x="1294491" y="833548"/>
                  </a:lnTo>
                  <a:lnTo>
                    <a:pt x="1293419" y="834203"/>
                  </a:lnTo>
                  <a:lnTo>
                    <a:pt x="1292348" y="834857"/>
                  </a:lnTo>
                  <a:lnTo>
                    <a:pt x="1291276" y="835511"/>
                  </a:lnTo>
                  <a:lnTo>
                    <a:pt x="1290204" y="836165"/>
                  </a:lnTo>
                  <a:lnTo>
                    <a:pt x="1289133" y="836818"/>
                  </a:lnTo>
                  <a:lnTo>
                    <a:pt x="1288061" y="837470"/>
                  </a:lnTo>
                  <a:lnTo>
                    <a:pt x="1286990" y="838122"/>
                  </a:lnTo>
                  <a:lnTo>
                    <a:pt x="1285918" y="838773"/>
                  </a:lnTo>
                  <a:lnTo>
                    <a:pt x="1284846" y="839424"/>
                  </a:lnTo>
                  <a:lnTo>
                    <a:pt x="1283775" y="840075"/>
                  </a:lnTo>
                  <a:lnTo>
                    <a:pt x="1282703" y="840725"/>
                  </a:lnTo>
                  <a:lnTo>
                    <a:pt x="1281632" y="841374"/>
                  </a:lnTo>
                  <a:lnTo>
                    <a:pt x="1280560" y="842024"/>
                  </a:lnTo>
                  <a:lnTo>
                    <a:pt x="1279488" y="842672"/>
                  </a:lnTo>
                  <a:lnTo>
                    <a:pt x="1278417" y="843320"/>
                  </a:lnTo>
                  <a:lnTo>
                    <a:pt x="1277345" y="843968"/>
                  </a:lnTo>
                  <a:lnTo>
                    <a:pt x="1276274" y="844615"/>
                  </a:lnTo>
                  <a:lnTo>
                    <a:pt x="1275202" y="845262"/>
                  </a:lnTo>
                  <a:lnTo>
                    <a:pt x="1274130" y="845908"/>
                  </a:lnTo>
                  <a:lnTo>
                    <a:pt x="1273059" y="846553"/>
                  </a:lnTo>
                  <a:lnTo>
                    <a:pt x="1271987" y="847199"/>
                  </a:lnTo>
                  <a:lnTo>
                    <a:pt x="1270916" y="847843"/>
                  </a:lnTo>
                  <a:lnTo>
                    <a:pt x="1269844" y="848488"/>
                  </a:lnTo>
                  <a:lnTo>
                    <a:pt x="1268772" y="849131"/>
                  </a:lnTo>
                  <a:lnTo>
                    <a:pt x="1267701" y="849775"/>
                  </a:lnTo>
                  <a:lnTo>
                    <a:pt x="1266629" y="850417"/>
                  </a:lnTo>
                  <a:lnTo>
                    <a:pt x="1265558" y="851060"/>
                  </a:lnTo>
                  <a:lnTo>
                    <a:pt x="1264486" y="851701"/>
                  </a:lnTo>
                  <a:lnTo>
                    <a:pt x="1263414" y="852343"/>
                  </a:lnTo>
                  <a:lnTo>
                    <a:pt x="1262343" y="852983"/>
                  </a:lnTo>
                  <a:lnTo>
                    <a:pt x="1261271" y="853624"/>
                  </a:lnTo>
                  <a:lnTo>
                    <a:pt x="1260200" y="854264"/>
                  </a:lnTo>
                  <a:lnTo>
                    <a:pt x="1259128" y="854903"/>
                  </a:lnTo>
                  <a:lnTo>
                    <a:pt x="1258056" y="855542"/>
                  </a:lnTo>
                  <a:lnTo>
                    <a:pt x="1256985" y="856180"/>
                  </a:lnTo>
                  <a:lnTo>
                    <a:pt x="1255913" y="856818"/>
                  </a:lnTo>
                  <a:lnTo>
                    <a:pt x="1254842" y="857456"/>
                  </a:lnTo>
                  <a:lnTo>
                    <a:pt x="1253770" y="858092"/>
                  </a:lnTo>
                  <a:lnTo>
                    <a:pt x="1252698" y="858729"/>
                  </a:lnTo>
                  <a:lnTo>
                    <a:pt x="1251627" y="859365"/>
                  </a:lnTo>
                  <a:lnTo>
                    <a:pt x="1250555" y="860000"/>
                  </a:lnTo>
                  <a:lnTo>
                    <a:pt x="1249484" y="860635"/>
                  </a:lnTo>
                  <a:lnTo>
                    <a:pt x="1248412" y="861270"/>
                  </a:lnTo>
                  <a:lnTo>
                    <a:pt x="1247340" y="861904"/>
                  </a:lnTo>
                  <a:lnTo>
                    <a:pt x="1246269" y="862537"/>
                  </a:lnTo>
                  <a:lnTo>
                    <a:pt x="1245197" y="863170"/>
                  </a:lnTo>
                  <a:lnTo>
                    <a:pt x="1244126" y="863802"/>
                  </a:lnTo>
                  <a:lnTo>
                    <a:pt x="1243054" y="864434"/>
                  </a:lnTo>
                  <a:lnTo>
                    <a:pt x="1241983" y="865066"/>
                  </a:lnTo>
                  <a:lnTo>
                    <a:pt x="1240911" y="865697"/>
                  </a:lnTo>
                  <a:lnTo>
                    <a:pt x="1239839" y="866327"/>
                  </a:lnTo>
                  <a:lnTo>
                    <a:pt x="1238768" y="866958"/>
                  </a:lnTo>
                  <a:lnTo>
                    <a:pt x="1237696" y="867587"/>
                  </a:lnTo>
                  <a:lnTo>
                    <a:pt x="1236625" y="868216"/>
                  </a:lnTo>
                  <a:lnTo>
                    <a:pt x="1235553" y="868845"/>
                  </a:lnTo>
                  <a:lnTo>
                    <a:pt x="1234481" y="869473"/>
                  </a:lnTo>
                  <a:lnTo>
                    <a:pt x="1233410" y="870100"/>
                  </a:lnTo>
                  <a:lnTo>
                    <a:pt x="1232338" y="870727"/>
                  </a:lnTo>
                  <a:lnTo>
                    <a:pt x="1231267" y="871354"/>
                  </a:lnTo>
                  <a:lnTo>
                    <a:pt x="1230195" y="871980"/>
                  </a:lnTo>
                  <a:lnTo>
                    <a:pt x="1229123" y="872606"/>
                  </a:lnTo>
                  <a:lnTo>
                    <a:pt x="1228052" y="873231"/>
                  </a:lnTo>
                  <a:lnTo>
                    <a:pt x="1226980" y="873855"/>
                  </a:lnTo>
                  <a:lnTo>
                    <a:pt x="1225909" y="874479"/>
                  </a:lnTo>
                  <a:lnTo>
                    <a:pt x="1224837" y="875103"/>
                  </a:lnTo>
                  <a:lnTo>
                    <a:pt x="1223765" y="875726"/>
                  </a:lnTo>
                  <a:lnTo>
                    <a:pt x="1222694" y="876349"/>
                  </a:lnTo>
                  <a:lnTo>
                    <a:pt x="1221622" y="876971"/>
                  </a:lnTo>
                  <a:lnTo>
                    <a:pt x="1220551" y="877592"/>
                  </a:lnTo>
                  <a:lnTo>
                    <a:pt x="1219479" y="878213"/>
                  </a:lnTo>
                  <a:lnTo>
                    <a:pt x="1218407" y="878834"/>
                  </a:lnTo>
                  <a:lnTo>
                    <a:pt x="1217336" y="879454"/>
                  </a:lnTo>
                  <a:lnTo>
                    <a:pt x="1216264" y="880074"/>
                  </a:lnTo>
                  <a:lnTo>
                    <a:pt x="1215193" y="880693"/>
                  </a:lnTo>
                  <a:lnTo>
                    <a:pt x="1214121" y="881312"/>
                  </a:lnTo>
                  <a:lnTo>
                    <a:pt x="1213049" y="881930"/>
                  </a:lnTo>
                  <a:lnTo>
                    <a:pt x="1211978" y="882547"/>
                  </a:lnTo>
                  <a:lnTo>
                    <a:pt x="1210906" y="883164"/>
                  </a:lnTo>
                  <a:lnTo>
                    <a:pt x="1209835" y="883781"/>
                  </a:lnTo>
                  <a:lnTo>
                    <a:pt x="1208763" y="884397"/>
                  </a:lnTo>
                  <a:lnTo>
                    <a:pt x="1207691" y="885013"/>
                  </a:lnTo>
                  <a:lnTo>
                    <a:pt x="1206620" y="885628"/>
                  </a:lnTo>
                  <a:lnTo>
                    <a:pt x="1205548" y="886243"/>
                  </a:lnTo>
                  <a:lnTo>
                    <a:pt x="1204477" y="886857"/>
                  </a:lnTo>
                  <a:lnTo>
                    <a:pt x="1203405" y="887471"/>
                  </a:lnTo>
                  <a:lnTo>
                    <a:pt x="1202333" y="888084"/>
                  </a:lnTo>
                  <a:lnTo>
                    <a:pt x="1201262" y="888696"/>
                  </a:lnTo>
                  <a:lnTo>
                    <a:pt x="1200190" y="889309"/>
                  </a:lnTo>
                  <a:lnTo>
                    <a:pt x="1199119" y="889920"/>
                  </a:lnTo>
                  <a:lnTo>
                    <a:pt x="1198047" y="890531"/>
                  </a:lnTo>
                  <a:lnTo>
                    <a:pt x="1196975" y="891142"/>
                  </a:lnTo>
                  <a:lnTo>
                    <a:pt x="1195904" y="891752"/>
                  </a:lnTo>
                  <a:lnTo>
                    <a:pt x="1194832" y="892362"/>
                  </a:lnTo>
                  <a:lnTo>
                    <a:pt x="1193761" y="892971"/>
                  </a:lnTo>
                  <a:lnTo>
                    <a:pt x="1192689" y="893580"/>
                  </a:lnTo>
                  <a:lnTo>
                    <a:pt x="1191617" y="894188"/>
                  </a:lnTo>
                  <a:lnTo>
                    <a:pt x="1190546" y="894796"/>
                  </a:lnTo>
                  <a:lnTo>
                    <a:pt x="1189474" y="895403"/>
                  </a:lnTo>
                  <a:lnTo>
                    <a:pt x="1188403" y="896009"/>
                  </a:lnTo>
                  <a:lnTo>
                    <a:pt x="1187331" y="896616"/>
                  </a:lnTo>
                  <a:lnTo>
                    <a:pt x="1186259" y="897221"/>
                  </a:lnTo>
                  <a:lnTo>
                    <a:pt x="1185188" y="897826"/>
                  </a:lnTo>
                  <a:lnTo>
                    <a:pt x="1184116" y="898431"/>
                  </a:lnTo>
                  <a:lnTo>
                    <a:pt x="1183045" y="899035"/>
                  </a:lnTo>
                  <a:lnTo>
                    <a:pt x="1181973" y="899639"/>
                  </a:lnTo>
                  <a:lnTo>
                    <a:pt x="1180901" y="900242"/>
                  </a:lnTo>
                  <a:lnTo>
                    <a:pt x="1179830" y="900845"/>
                  </a:lnTo>
                  <a:lnTo>
                    <a:pt x="1178758" y="901447"/>
                  </a:lnTo>
                  <a:lnTo>
                    <a:pt x="1177687" y="902049"/>
                  </a:lnTo>
                  <a:lnTo>
                    <a:pt x="1176615" y="902650"/>
                  </a:lnTo>
                  <a:lnTo>
                    <a:pt x="1175543" y="903250"/>
                  </a:lnTo>
                  <a:lnTo>
                    <a:pt x="1174472" y="903851"/>
                  </a:lnTo>
                  <a:lnTo>
                    <a:pt x="1173400" y="904450"/>
                  </a:lnTo>
                  <a:lnTo>
                    <a:pt x="1172329" y="905049"/>
                  </a:lnTo>
                  <a:lnTo>
                    <a:pt x="1171257" y="905648"/>
                  </a:lnTo>
                  <a:lnTo>
                    <a:pt x="1170185" y="906246"/>
                  </a:lnTo>
                  <a:lnTo>
                    <a:pt x="1169114" y="906844"/>
                  </a:lnTo>
                  <a:lnTo>
                    <a:pt x="1168042" y="907441"/>
                  </a:lnTo>
                  <a:lnTo>
                    <a:pt x="1166971" y="908038"/>
                  </a:lnTo>
                  <a:lnTo>
                    <a:pt x="1165899" y="908634"/>
                  </a:lnTo>
                  <a:lnTo>
                    <a:pt x="1164827" y="909230"/>
                  </a:lnTo>
                  <a:lnTo>
                    <a:pt x="1163756" y="909825"/>
                  </a:lnTo>
                  <a:lnTo>
                    <a:pt x="1162684" y="910420"/>
                  </a:lnTo>
                  <a:lnTo>
                    <a:pt x="1161613" y="911014"/>
                  </a:lnTo>
                  <a:lnTo>
                    <a:pt x="1160541" y="911607"/>
                  </a:lnTo>
                  <a:lnTo>
                    <a:pt x="1159469" y="912201"/>
                  </a:lnTo>
                  <a:lnTo>
                    <a:pt x="1158398" y="912793"/>
                  </a:lnTo>
                  <a:lnTo>
                    <a:pt x="1157326" y="913385"/>
                  </a:lnTo>
                  <a:lnTo>
                    <a:pt x="1156255" y="913977"/>
                  </a:lnTo>
                  <a:lnTo>
                    <a:pt x="1155183" y="914568"/>
                  </a:lnTo>
                  <a:lnTo>
                    <a:pt x="1154111" y="915159"/>
                  </a:lnTo>
                  <a:lnTo>
                    <a:pt x="1153040" y="915749"/>
                  </a:lnTo>
                  <a:lnTo>
                    <a:pt x="1151968" y="916339"/>
                  </a:lnTo>
                  <a:lnTo>
                    <a:pt x="1150897" y="916928"/>
                  </a:lnTo>
                  <a:lnTo>
                    <a:pt x="1149825" y="917517"/>
                  </a:lnTo>
                  <a:lnTo>
                    <a:pt x="1148753" y="918105"/>
                  </a:lnTo>
                  <a:lnTo>
                    <a:pt x="1147682" y="918693"/>
                  </a:lnTo>
                  <a:lnTo>
                    <a:pt x="1146610" y="919280"/>
                  </a:lnTo>
                  <a:lnTo>
                    <a:pt x="1145539" y="919866"/>
                  </a:lnTo>
                  <a:lnTo>
                    <a:pt x="1144467" y="920453"/>
                  </a:lnTo>
                  <a:lnTo>
                    <a:pt x="1143395" y="921038"/>
                  </a:lnTo>
                  <a:lnTo>
                    <a:pt x="1142324" y="921624"/>
                  </a:lnTo>
                  <a:lnTo>
                    <a:pt x="1141252" y="922208"/>
                  </a:lnTo>
                  <a:lnTo>
                    <a:pt x="1140181" y="922792"/>
                  </a:lnTo>
                  <a:lnTo>
                    <a:pt x="1139109" y="923376"/>
                  </a:lnTo>
                  <a:lnTo>
                    <a:pt x="1138037" y="923959"/>
                  </a:lnTo>
                  <a:lnTo>
                    <a:pt x="1136966" y="924542"/>
                  </a:lnTo>
                  <a:lnTo>
                    <a:pt x="1135894" y="925124"/>
                  </a:lnTo>
                  <a:lnTo>
                    <a:pt x="1134823" y="925706"/>
                  </a:lnTo>
                  <a:lnTo>
                    <a:pt x="1133751" y="926287"/>
                  </a:lnTo>
                  <a:lnTo>
                    <a:pt x="1132679" y="926868"/>
                  </a:lnTo>
                  <a:lnTo>
                    <a:pt x="1131608" y="927448"/>
                  </a:lnTo>
                  <a:lnTo>
                    <a:pt x="1130536" y="928028"/>
                  </a:lnTo>
                  <a:lnTo>
                    <a:pt x="1129465" y="928607"/>
                  </a:lnTo>
                  <a:lnTo>
                    <a:pt x="1128393" y="929186"/>
                  </a:lnTo>
                  <a:lnTo>
                    <a:pt x="1127321" y="929764"/>
                  </a:lnTo>
                  <a:lnTo>
                    <a:pt x="1126250" y="930342"/>
                  </a:lnTo>
                  <a:lnTo>
                    <a:pt x="1125178" y="930919"/>
                  </a:lnTo>
                  <a:lnTo>
                    <a:pt x="1124107" y="931496"/>
                  </a:lnTo>
                  <a:lnTo>
                    <a:pt x="1123035" y="932072"/>
                  </a:lnTo>
                  <a:lnTo>
                    <a:pt x="1121963" y="932648"/>
                  </a:lnTo>
                  <a:lnTo>
                    <a:pt x="1120892" y="933223"/>
                  </a:lnTo>
                  <a:lnTo>
                    <a:pt x="1119820" y="933798"/>
                  </a:lnTo>
                  <a:lnTo>
                    <a:pt x="1118749" y="934372"/>
                  </a:lnTo>
                  <a:lnTo>
                    <a:pt x="1117677" y="934946"/>
                  </a:lnTo>
                  <a:lnTo>
                    <a:pt x="1116605" y="935519"/>
                  </a:lnTo>
                  <a:lnTo>
                    <a:pt x="1115534" y="936092"/>
                  </a:lnTo>
                  <a:lnTo>
                    <a:pt x="1114462" y="936664"/>
                  </a:lnTo>
                  <a:lnTo>
                    <a:pt x="1113391" y="937236"/>
                  </a:lnTo>
                  <a:lnTo>
                    <a:pt x="1112319" y="937808"/>
                  </a:lnTo>
                  <a:lnTo>
                    <a:pt x="1111247" y="938378"/>
                  </a:lnTo>
                  <a:lnTo>
                    <a:pt x="1110176" y="938949"/>
                  </a:lnTo>
                  <a:lnTo>
                    <a:pt x="1109104" y="939519"/>
                  </a:lnTo>
                  <a:lnTo>
                    <a:pt x="1108033" y="940088"/>
                  </a:lnTo>
                  <a:lnTo>
                    <a:pt x="1106961" y="940657"/>
                  </a:lnTo>
                  <a:lnTo>
                    <a:pt x="1105889" y="941225"/>
                  </a:lnTo>
                  <a:lnTo>
                    <a:pt x="1104818" y="941793"/>
                  </a:lnTo>
                  <a:lnTo>
                    <a:pt x="1103746" y="942361"/>
                  </a:lnTo>
                  <a:lnTo>
                    <a:pt x="1102675" y="942928"/>
                  </a:lnTo>
                  <a:lnTo>
                    <a:pt x="1101603" y="943494"/>
                  </a:lnTo>
                  <a:lnTo>
                    <a:pt x="1100531" y="944060"/>
                  </a:lnTo>
                  <a:lnTo>
                    <a:pt x="1099460" y="944626"/>
                  </a:lnTo>
                  <a:lnTo>
                    <a:pt x="1098388" y="945191"/>
                  </a:lnTo>
                  <a:lnTo>
                    <a:pt x="1097317" y="945755"/>
                  </a:lnTo>
                  <a:lnTo>
                    <a:pt x="1096245" y="946319"/>
                  </a:lnTo>
                  <a:lnTo>
                    <a:pt x="1095173" y="946883"/>
                  </a:lnTo>
                  <a:lnTo>
                    <a:pt x="1094102" y="947446"/>
                  </a:lnTo>
                  <a:lnTo>
                    <a:pt x="1093030" y="948008"/>
                  </a:lnTo>
                  <a:lnTo>
                    <a:pt x="1091959" y="948570"/>
                  </a:lnTo>
                  <a:lnTo>
                    <a:pt x="1090887" y="949132"/>
                  </a:lnTo>
                  <a:lnTo>
                    <a:pt x="1089815" y="949693"/>
                  </a:lnTo>
                  <a:lnTo>
                    <a:pt x="1088744" y="950254"/>
                  </a:lnTo>
                  <a:lnTo>
                    <a:pt x="1087672" y="950814"/>
                  </a:lnTo>
                  <a:lnTo>
                    <a:pt x="1086601" y="951373"/>
                  </a:lnTo>
                  <a:lnTo>
                    <a:pt x="1085529" y="951933"/>
                  </a:lnTo>
                  <a:lnTo>
                    <a:pt x="1084457" y="952491"/>
                  </a:lnTo>
                  <a:lnTo>
                    <a:pt x="1083386" y="953050"/>
                  </a:lnTo>
                  <a:lnTo>
                    <a:pt x="1082314" y="953607"/>
                  </a:lnTo>
                  <a:lnTo>
                    <a:pt x="1081243" y="954165"/>
                  </a:lnTo>
                  <a:lnTo>
                    <a:pt x="1080171" y="954721"/>
                  </a:lnTo>
                  <a:lnTo>
                    <a:pt x="1079099" y="955278"/>
                  </a:lnTo>
                  <a:lnTo>
                    <a:pt x="1078028" y="955834"/>
                  </a:lnTo>
                  <a:lnTo>
                    <a:pt x="1076956" y="956389"/>
                  </a:lnTo>
                  <a:lnTo>
                    <a:pt x="1075885" y="956944"/>
                  </a:lnTo>
                  <a:lnTo>
                    <a:pt x="1074813" y="957498"/>
                  </a:lnTo>
                  <a:lnTo>
                    <a:pt x="1073741" y="958052"/>
                  </a:lnTo>
                  <a:lnTo>
                    <a:pt x="1072670" y="958606"/>
                  </a:lnTo>
                  <a:lnTo>
                    <a:pt x="1071598" y="959159"/>
                  </a:lnTo>
                  <a:lnTo>
                    <a:pt x="1070527" y="959711"/>
                  </a:lnTo>
                  <a:lnTo>
                    <a:pt x="1069455" y="960263"/>
                  </a:lnTo>
                  <a:lnTo>
                    <a:pt x="1068383" y="960815"/>
                  </a:lnTo>
                  <a:lnTo>
                    <a:pt x="1067312" y="961366"/>
                  </a:lnTo>
                  <a:lnTo>
                    <a:pt x="1066240" y="961917"/>
                  </a:lnTo>
                  <a:lnTo>
                    <a:pt x="1065169" y="962467"/>
                  </a:lnTo>
                  <a:lnTo>
                    <a:pt x="1064097" y="963017"/>
                  </a:lnTo>
                  <a:lnTo>
                    <a:pt x="1063026" y="963566"/>
                  </a:lnTo>
                  <a:lnTo>
                    <a:pt x="1061954" y="964115"/>
                  </a:lnTo>
                  <a:lnTo>
                    <a:pt x="1060882" y="964664"/>
                  </a:lnTo>
                  <a:lnTo>
                    <a:pt x="1059811" y="965212"/>
                  </a:lnTo>
                  <a:lnTo>
                    <a:pt x="1058739" y="965759"/>
                  </a:lnTo>
                  <a:lnTo>
                    <a:pt x="1057668" y="966306"/>
                  </a:lnTo>
                  <a:lnTo>
                    <a:pt x="1056596" y="966853"/>
                  </a:lnTo>
                  <a:lnTo>
                    <a:pt x="1055524" y="967399"/>
                  </a:lnTo>
                  <a:lnTo>
                    <a:pt x="1054453" y="967945"/>
                  </a:lnTo>
                  <a:lnTo>
                    <a:pt x="1053381" y="968490"/>
                  </a:lnTo>
                  <a:lnTo>
                    <a:pt x="1052310" y="969035"/>
                  </a:lnTo>
                  <a:lnTo>
                    <a:pt x="1051238" y="969579"/>
                  </a:lnTo>
                  <a:lnTo>
                    <a:pt x="1050166" y="970123"/>
                  </a:lnTo>
                  <a:lnTo>
                    <a:pt x="1049095" y="970667"/>
                  </a:lnTo>
                  <a:lnTo>
                    <a:pt x="1048023" y="971210"/>
                  </a:lnTo>
                  <a:lnTo>
                    <a:pt x="1046952" y="971753"/>
                  </a:lnTo>
                  <a:lnTo>
                    <a:pt x="1045880" y="972295"/>
                  </a:lnTo>
                  <a:lnTo>
                    <a:pt x="1044808" y="972837"/>
                  </a:lnTo>
                  <a:lnTo>
                    <a:pt x="1043737" y="973378"/>
                  </a:lnTo>
                  <a:lnTo>
                    <a:pt x="1042665" y="973919"/>
                  </a:lnTo>
                  <a:lnTo>
                    <a:pt x="1041594" y="974460"/>
                  </a:lnTo>
                  <a:lnTo>
                    <a:pt x="1040522" y="975000"/>
                  </a:lnTo>
                  <a:lnTo>
                    <a:pt x="1039450" y="975540"/>
                  </a:lnTo>
                  <a:lnTo>
                    <a:pt x="1038379" y="976079"/>
                  </a:lnTo>
                  <a:lnTo>
                    <a:pt x="1037307" y="976618"/>
                  </a:lnTo>
                  <a:lnTo>
                    <a:pt x="1036236" y="977156"/>
                  </a:lnTo>
                  <a:lnTo>
                    <a:pt x="1035164" y="977694"/>
                  </a:lnTo>
                  <a:lnTo>
                    <a:pt x="1034092" y="978232"/>
                  </a:lnTo>
                  <a:lnTo>
                    <a:pt x="1033021" y="978769"/>
                  </a:lnTo>
                  <a:lnTo>
                    <a:pt x="1031949" y="979306"/>
                  </a:lnTo>
                  <a:lnTo>
                    <a:pt x="1030878" y="979843"/>
                  </a:lnTo>
                  <a:lnTo>
                    <a:pt x="1029806" y="980379"/>
                  </a:lnTo>
                  <a:lnTo>
                    <a:pt x="1028734" y="980914"/>
                  </a:lnTo>
                  <a:lnTo>
                    <a:pt x="1027663" y="981449"/>
                  </a:lnTo>
                  <a:lnTo>
                    <a:pt x="1026591" y="981984"/>
                  </a:lnTo>
                  <a:lnTo>
                    <a:pt x="1025520" y="982519"/>
                  </a:lnTo>
                  <a:lnTo>
                    <a:pt x="1024448" y="983053"/>
                  </a:lnTo>
                  <a:lnTo>
                    <a:pt x="1023376" y="983586"/>
                  </a:lnTo>
                  <a:lnTo>
                    <a:pt x="1022305" y="984120"/>
                  </a:lnTo>
                  <a:lnTo>
                    <a:pt x="1021233" y="984652"/>
                  </a:lnTo>
                  <a:lnTo>
                    <a:pt x="1020162" y="985185"/>
                  </a:lnTo>
                  <a:lnTo>
                    <a:pt x="1019090" y="985717"/>
                  </a:lnTo>
                  <a:lnTo>
                    <a:pt x="1018018" y="986249"/>
                  </a:lnTo>
                  <a:lnTo>
                    <a:pt x="1016947" y="986780"/>
                  </a:lnTo>
                  <a:lnTo>
                    <a:pt x="1015875" y="987311"/>
                  </a:lnTo>
                  <a:lnTo>
                    <a:pt x="1014804" y="987841"/>
                  </a:lnTo>
                  <a:lnTo>
                    <a:pt x="1013732" y="988371"/>
                  </a:lnTo>
                  <a:lnTo>
                    <a:pt x="1012660" y="988901"/>
                  </a:lnTo>
                  <a:lnTo>
                    <a:pt x="1011589" y="989431"/>
                  </a:lnTo>
                  <a:lnTo>
                    <a:pt x="1010517" y="989960"/>
                  </a:lnTo>
                  <a:lnTo>
                    <a:pt x="1009446" y="990488"/>
                  </a:lnTo>
                  <a:lnTo>
                    <a:pt x="1008374" y="991017"/>
                  </a:lnTo>
                  <a:lnTo>
                    <a:pt x="1007302" y="991544"/>
                  </a:lnTo>
                  <a:lnTo>
                    <a:pt x="1006231" y="992072"/>
                  </a:lnTo>
                  <a:lnTo>
                    <a:pt x="1005159" y="992599"/>
                  </a:lnTo>
                  <a:lnTo>
                    <a:pt x="1004088" y="993126"/>
                  </a:lnTo>
                  <a:lnTo>
                    <a:pt x="1003016" y="993652"/>
                  </a:lnTo>
                  <a:lnTo>
                    <a:pt x="1001944" y="994178"/>
                  </a:lnTo>
                  <a:lnTo>
                    <a:pt x="1000873" y="994704"/>
                  </a:lnTo>
                  <a:lnTo>
                    <a:pt x="999801" y="995229"/>
                  </a:lnTo>
                  <a:lnTo>
                    <a:pt x="998730" y="995754"/>
                  </a:lnTo>
                  <a:lnTo>
                    <a:pt x="997658" y="996279"/>
                  </a:lnTo>
                  <a:lnTo>
                    <a:pt x="996586" y="996803"/>
                  </a:lnTo>
                  <a:lnTo>
                    <a:pt x="995515" y="997327"/>
                  </a:lnTo>
                  <a:lnTo>
                    <a:pt x="994443" y="997851"/>
                  </a:lnTo>
                  <a:lnTo>
                    <a:pt x="993372" y="998374"/>
                  </a:lnTo>
                  <a:lnTo>
                    <a:pt x="992300" y="998897"/>
                  </a:lnTo>
                  <a:lnTo>
                    <a:pt x="991228" y="999420"/>
                  </a:lnTo>
                  <a:lnTo>
                    <a:pt x="990157" y="999942"/>
                  </a:lnTo>
                  <a:lnTo>
                    <a:pt x="989085" y="1000464"/>
                  </a:lnTo>
                  <a:lnTo>
                    <a:pt x="988014" y="1000985"/>
                  </a:lnTo>
                  <a:lnTo>
                    <a:pt x="986942" y="1001506"/>
                  </a:lnTo>
                  <a:lnTo>
                    <a:pt x="985870" y="1002027"/>
                  </a:lnTo>
                  <a:lnTo>
                    <a:pt x="984799" y="1002548"/>
                  </a:lnTo>
                  <a:lnTo>
                    <a:pt x="983727" y="1003068"/>
                  </a:lnTo>
                  <a:lnTo>
                    <a:pt x="982656" y="1003588"/>
                  </a:lnTo>
                  <a:lnTo>
                    <a:pt x="981584" y="1004107"/>
                  </a:lnTo>
                  <a:lnTo>
                    <a:pt x="980512" y="1004626"/>
                  </a:lnTo>
                  <a:lnTo>
                    <a:pt x="979441" y="1005145"/>
                  </a:lnTo>
                  <a:lnTo>
                    <a:pt x="978369" y="1005664"/>
                  </a:lnTo>
                  <a:lnTo>
                    <a:pt x="977298" y="1006182"/>
                  </a:lnTo>
                  <a:lnTo>
                    <a:pt x="976226" y="1006700"/>
                  </a:lnTo>
                  <a:lnTo>
                    <a:pt x="975154" y="1007217"/>
                  </a:lnTo>
                  <a:lnTo>
                    <a:pt x="974083" y="1007735"/>
                  </a:lnTo>
                  <a:lnTo>
                    <a:pt x="973011" y="1008251"/>
                  </a:lnTo>
                  <a:lnTo>
                    <a:pt x="971940" y="1008768"/>
                  </a:lnTo>
                  <a:lnTo>
                    <a:pt x="970868" y="1009284"/>
                  </a:lnTo>
                  <a:lnTo>
                    <a:pt x="969796" y="1009800"/>
                  </a:lnTo>
                  <a:lnTo>
                    <a:pt x="968725" y="1010316"/>
                  </a:lnTo>
                  <a:lnTo>
                    <a:pt x="967653" y="1010831"/>
                  </a:lnTo>
                  <a:lnTo>
                    <a:pt x="966582" y="1011346"/>
                  </a:lnTo>
                  <a:lnTo>
                    <a:pt x="965510" y="1011861"/>
                  </a:lnTo>
                  <a:lnTo>
                    <a:pt x="964438" y="1012376"/>
                  </a:lnTo>
                  <a:lnTo>
                    <a:pt x="963367" y="1012890"/>
                  </a:lnTo>
                  <a:lnTo>
                    <a:pt x="962295" y="1013404"/>
                  </a:lnTo>
                  <a:lnTo>
                    <a:pt x="961224" y="1013917"/>
                  </a:lnTo>
                  <a:lnTo>
                    <a:pt x="960152" y="1014430"/>
                  </a:lnTo>
                  <a:lnTo>
                    <a:pt x="959080" y="1014943"/>
                  </a:lnTo>
                  <a:lnTo>
                    <a:pt x="958009" y="1015456"/>
                  </a:lnTo>
                  <a:lnTo>
                    <a:pt x="956937" y="1015968"/>
                  </a:lnTo>
                  <a:lnTo>
                    <a:pt x="955866" y="1016480"/>
                  </a:lnTo>
                  <a:lnTo>
                    <a:pt x="954794" y="1016992"/>
                  </a:lnTo>
                  <a:lnTo>
                    <a:pt x="953722" y="1017504"/>
                  </a:lnTo>
                  <a:lnTo>
                    <a:pt x="952651" y="1018015"/>
                  </a:lnTo>
                  <a:lnTo>
                    <a:pt x="951579" y="1018526"/>
                  </a:lnTo>
                  <a:lnTo>
                    <a:pt x="950508" y="1019037"/>
                  </a:lnTo>
                  <a:lnTo>
                    <a:pt x="949436" y="1019547"/>
                  </a:lnTo>
                  <a:lnTo>
                    <a:pt x="948364" y="1020057"/>
                  </a:lnTo>
                  <a:lnTo>
                    <a:pt x="947293" y="1020567"/>
                  </a:lnTo>
                  <a:lnTo>
                    <a:pt x="946221" y="1021076"/>
                  </a:lnTo>
                  <a:lnTo>
                    <a:pt x="945150" y="1021586"/>
                  </a:lnTo>
                  <a:lnTo>
                    <a:pt x="944078" y="1022095"/>
                  </a:lnTo>
                  <a:lnTo>
                    <a:pt x="943006" y="1022603"/>
                  </a:lnTo>
                  <a:lnTo>
                    <a:pt x="941935" y="1023112"/>
                  </a:lnTo>
                  <a:lnTo>
                    <a:pt x="940863" y="1023620"/>
                  </a:lnTo>
                  <a:lnTo>
                    <a:pt x="939792" y="1024128"/>
                  </a:lnTo>
                  <a:lnTo>
                    <a:pt x="938720" y="1024636"/>
                  </a:lnTo>
                  <a:lnTo>
                    <a:pt x="937648" y="1025143"/>
                  </a:lnTo>
                  <a:lnTo>
                    <a:pt x="936577" y="1025650"/>
                  </a:lnTo>
                  <a:lnTo>
                    <a:pt x="935505" y="1026157"/>
                  </a:lnTo>
                  <a:lnTo>
                    <a:pt x="934434" y="1026664"/>
                  </a:lnTo>
                  <a:lnTo>
                    <a:pt x="933362" y="1027170"/>
                  </a:lnTo>
                  <a:lnTo>
                    <a:pt x="932290" y="1027676"/>
                  </a:lnTo>
                  <a:lnTo>
                    <a:pt x="931219" y="1028182"/>
                  </a:lnTo>
                  <a:lnTo>
                    <a:pt x="930147" y="1028688"/>
                  </a:lnTo>
                  <a:lnTo>
                    <a:pt x="929076" y="1029193"/>
                  </a:lnTo>
                  <a:lnTo>
                    <a:pt x="928004" y="1029698"/>
                  </a:lnTo>
                  <a:lnTo>
                    <a:pt x="926932" y="1030203"/>
                  </a:lnTo>
                  <a:lnTo>
                    <a:pt x="925861" y="1030708"/>
                  </a:lnTo>
                  <a:lnTo>
                    <a:pt x="924789" y="1031212"/>
                  </a:lnTo>
                  <a:lnTo>
                    <a:pt x="923718" y="1031716"/>
                  </a:lnTo>
                  <a:lnTo>
                    <a:pt x="922646" y="1032220"/>
                  </a:lnTo>
                  <a:lnTo>
                    <a:pt x="921574" y="1032724"/>
                  </a:lnTo>
                  <a:lnTo>
                    <a:pt x="920503" y="1033227"/>
                  </a:lnTo>
                  <a:lnTo>
                    <a:pt x="919431" y="1033730"/>
                  </a:lnTo>
                  <a:lnTo>
                    <a:pt x="918360" y="1034233"/>
                  </a:lnTo>
                  <a:lnTo>
                    <a:pt x="917288" y="1034736"/>
                  </a:lnTo>
                  <a:lnTo>
                    <a:pt x="916216" y="1035239"/>
                  </a:lnTo>
                  <a:lnTo>
                    <a:pt x="915145" y="1035741"/>
                  </a:lnTo>
                  <a:lnTo>
                    <a:pt x="914073" y="1036243"/>
                  </a:lnTo>
                  <a:lnTo>
                    <a:pt x="913002" y="1036745"/>
                  </a:lnTo>
                  <a:lnTo>
                    <a:pt x="911930" y="1037246"/>
                  </a:lnTo>
                  <a:lnTo>
                    <a:pt x="910858" y="1037748"/>
                  </a:lnTo>
                  <a:lnTo>
                    <a:pt x="909787" y="1038249"/>
                  </a:lnTo>
                  <a:lnTo>
                    <a:pt x="908715" y="1038750"/>
                  </a:lnTo>
                  <a:lnTo>
                    <a:pt x="907644" y="1039251"/>
                  </a:lnTo>
                  <a:lnTo>
                    <a:pt x="906572" y="1039751"/>
                  </a:lnTo>
                  <a:lnTo>
                    <a:pt x="905500" y="1040252"/>
                  </a:lnTo>
                  <a:lnTo>
                    <a:pt x="904429" y="1040752"/>
                  </a:lnTo>
                  <a:lnTo>
                    <a:pt x="903357" y="1041252"/>
                  </a:lnTo>
                  <a:lnTo>
                    <a:pt x="902286" y="1041751"/>
                  </a:lnTo>
                  <a:lnTo>
                    <a:pt x="901214" y="1042251"/>
                  </a:lnTo>
                  <a:lnTo>
                    <a:pt x="900142" y="1042750"/>
                  </a:lnTo>
                  <a:lnTo>
                    <a:pt x="899071" y="1043249"/>
                  </a:lnTo>
                  <a:lnTo>
                    <a:pt x="897999" y="1043748"/>
                  </a:lnTo>
                  <a:lnTo>
                    <a:pt x="896928" y="1044247"/>
                  </a:lnTo>
                  <a:lnTo>
                    <a:pt x="895856" y="1044745"/>
                  </a:lnTo>
                  <a:lnTo>
                    <a:pt x="894784" y="1045244"/>
                  </a:lnTo>
                  <a:lnTo>
                    <a:pt x="893713" y="1045742"/>
                  </a:lnTo>
                  <a:lnTo>
                    <a:pt x="892641" y="1046240"/>
                  </a:lnTo>
                  <a:lnTo>
                    <a:pt x="891570" y="1046738"/>
                  </a:lnTo>
                  <a:lnTo>
                    <a:pt x="890498" y="1047235"/>
                  </a:lnTo>
                  <a:lnTo>
                    <a:pt x="889426" y="1047732"/>
                  </a:lnTo>
                  <a:lnTo>
                    <a:pt x="888355" y="1048230"/>
                  </a:lnTo>
                  <a:lnTo>
                    <a:pt x="887283" y="1048727"/>
                  </a:lnTo>
                  <a:lnTo>
                    <a:pt x="886212" y="1049223"/>
                  </a:lnTo>
                  <a:lnTo>
                    <a:pt x="885140" y="1049720"/>
                  </a:lnTo>
                  <a:lnTo>
                    <a:pt x="884069" y="1050217"/>
                  </a:lnTo>
                  <a:lnTo>
                    <a:pt x="882997" y="1050713"/>
                  </a:lnTo>
                  <a:lnTo>
                    <a:pt x="881925" y="1051209"/>
                  </a:lnTo>
                  <a:lnTo>
                    <a:pt x="880854" y="1051705"/>
                  </a:lnTo>
                  <a:lnTo>
                    <a:pt x="879782" y="1052201"/>
                  </a:lnTo>
                  <a:lnTo>
                    <a:pt x="878711" y="1052696"/>
                  </a:lnTo>
                  <a:lnTo>
                    <a:pt x="877639" y="1053192"/>
                  </a:lnTo>
                  <a:lnTo>
                    <a:pt x="876567" y="1053687"/>
                  </a:lnTo>
                  <a:lnTo>
                    <a:pt x="875496" y="1054182"/>
                  </a:lnTo>
                  <a:lnTo>
                    <a:pt x="874424" y="1054677"/>
                  </a:lnTo>
                  <a:lnTo>
                    <a:pt x="873353" y="1055172"/>
                  </a:lnTo>
                  <a:lnTo>
                    <a:pt x="872281" y="1055666"/>
                  </a:lnTo>
                  <a:lnTo>
                    <a:pt x="871209" y="1056161"/>
                  </a:lnTo>
                  <a:lnTo>
                    <a:pt x="870138" y="1056655"/>
                  </a:lnTo>
                  <a:lnTo>
                    <a:pt x="869066" y="1057149"/>
                  </a:lnTo>
                  <a:lnTo>
                    <a:pt x="867995" y="1057643"/>
                  </a:lnTo>
                  <a:lnTo>
                    <a:pt x="866923" y="1058137"/>
                  </a:lnTo>
                  <a:lnTo>
                    <a:pt x="865851" y="1058631"/>
                  </a:lnTo>
                  <a:lnTo>
                    <a:pt x="864780" y="1059124"/>
                  </a:lnTo>
                  <a:lnTo>
                    <a:pt x="863708" y="1059618"/>
                  </a:lnTo>
                  <a:lnTo>
                    <a:pt x="862637" y="1060111"/>
                  </a:lnTo>
                  <a:lnTo>
                    <a:pt x="861565" y="1060604"/>
                  </a:lnTo>
                  <a:lnTo>
                    <a:pt x="860493" y="1061097"/>
                  </a:lnTo>
                  <a:lnTo>
                    <a:pt x="859422" y="1061590"/>
                  </a:lnTo>
                  <a:lnTo>
                    <a:pt x="858350" y="1062083"/>
                  </a:lnTo>
                  <a:lnTo>
                    <a:pt x="857279" y="1062575"/>
                  </a:lnTo>
                  <a:lnTo>
                    <a:pt x="856207" y="1063068"/>
                  </a:lnTo>
                  <a:lnTo>
                    <a:pt x="855135" y="1063560"/>
                  </a:lnTo>
                  <a:lnTo>
                    <a:pt x="854064" y="1064052"/>
                  </a:lnTo>
                  <a:lnTo>
                    <a:pt x="852992" y="1064544"/>
                  </a:lnTo>
                  <a:lnTo>
                    <a:pt x="851921" y="1065036"/>
                  </a:lnTo>
                  <a:lnTo>
                    <a:pt x="850849" y="1065528"/>
                  </a:lnTo>
                  <a:lnTo>
                    <a:pt x="849777" y="1066019"/>
                  </a:lnTo>
                  <a:lnTo>
                    <a:pt x="848706" y="1066511"/>
                  </a:lnTo>
                  <a:lnTo>
                    <a:pt x="847634" y="1067002"/>
                  </a:lnTo>
                  <a:lnTo>
                    <a:pt x="846563" y="1067494"/>
                  </a:lnTo>
                  <a:lnTo>
                    <a:pt x="845491" y="1067985"/>
                  </a:lnTo>
                  <a:lnTo>
                    <a:pt x="844419" y="1068476"/>
                  </a:lnTo>
                  <a:lnTo>
                    <a:pt x="843348" y="1068967"/>
                  </a:lnTo>
                  <a:lnTo>
                    <a:pt x="842276" y="1069457"/>
                  </a:lnTo>
                  <a:lnTo>
                    <a:pt x="841205" y="1069948"/>
                  </a:lnTo>
                  <a:lnTo>
                    <a:pt x="840133" y="1070439"/>
                  </a:lnTo>
                  <a:lnTo>
                    <a:pt x="839061" y="1070929"/>
                  </a:lnTo>
                  <a:lnTo>
                    <a:pt x="837990" y="1071420"/>
                  </a:lnTo>
                  <a:lnTo>
                    <a:pt x="836918" y="1071910"/>
                  </a:lnTo>
                  <a:lnTo>
                    <a:pt x="835847" y="1072400"/>
                  </a:lnTo>
                  <a:lnTo>
                    <a:pt x="834775" y="1072890"/>
                  </a:lnTo>
                  <a:lnTo>
                    <a:pt x="833703" y="1073380"/>
                  </a:lnTo>
                  <a:lnTo>
                    <a:pt x="832632" y="1073870"/>
                  </a:lnTo>
                  <a:lnTo>
                    <a:pt x="831560" y="1074359"/>
                  </a:lnTo>
                  <a:lnTo>
                    <a:pt x="830489" y="1074849"/>
                  </a:lnTo>
                  <a:lnTo>
                    <a:pt x="829417" y="1075339"/>
                  </a:lnTo>
                  <a:lnTo>
                    <a:pt x="828345" y="1075828"/>
                  </a:lnTo>
                  <a:lnTo>
                    <a:pt x="827274" y="1076317"/>
                  </a:lnTo>
                  <a:lnTo>
                    <a:pt x="826202" y="1076807"/>
                  </a:lnTo>
                  <a:lnTo>
                    <a:pt x="825131" y="1077296"/>
                  </a:lnTo>
                  <a:lnTo>
                    <a:pt x="824059" y="1077785"/>
                  </a:lnTo>
                  <a:lnTo>
                    <a:pt x="822987" y="1078274"/>
                  </a:lnTo>
                  <a:lnTo>
                    <a:pt x="821916" y="1078763"/>
                  </a:lnTo>
                  <a:lnTo>
                    <a:pt x="820844" y="1079252"/>
                  </a:lnTo>
                  <a:lnTo>
                    <a:pt x="819773" y="1079740"/>
                  </a:lnTo>
                  <a:lnTo>
                    <a:pt x="818701" y="1080229"/>
                  </a:lnTo>
                  <a:lnTo>
                    <a:pt x="817629" y="1080718"/>
                  </a:lnTo>
                  <a:lnTo>
                    <a:pt x="816558" y="1081206"/>
                  </a:lnTo>
                  <a:lnTo>
                    <a:pt x="815486" y="1081695"/>
                  </a:lnTo>
                  <a:lnTo>
                    <a:pt x="814415" y="1082183"/>
                  </a:lnTo>
                  <a:lnTo>
                    <a:pt x="813343" y="1082671"/>
                  </a:lnTo>
                  <a:lnTo>
                    <a:pt x="812271" y="1083159"/>
                  </a:lnTo>
                  <a:lnTo>
                    <a:pt x="811200" y="1083647"/>
                  </a:lnTo>
                  <a:lnTo>
                    <a:pt x="810128" y="1084136"/>
                  </a:lnTo>
                  <a:lnTo>
                    <a:pt x="809057" y="1084624"/>
                  </a:lnTo>
                  <a:lnTo>
                    <a:pt x="807985" y="1085111"/>
                  </a:lnTo>
                  <a:lnTo>
                    <a:pt x="806913" y="1085599"/>
                  </a:lnTo>
                  <a:lnTo>
                    <a:pt x="805842" y="1086087"/>
                  </a:lnTo>
                  <a:lnTo>
                    <a:pt x="804770" y="1086575"/>
                  </a:lnTo>
                  <a:lnTo>
                    <a:pt x="803699" y="1087062"/>
                  </a:lnTo>
                  <a:lnTo>
                    <a:pt x="802627" y="1087550"/>
                  </a:lnTo>
                  <a:lnTo>
                    <a:pt x="801555" y="1088038"/>
                  </a:lnTo>
                  <a:lnTo>
                    <a:pt x="800484" y="1088525"/>
                  </a:lnTo>
                  <a:lnTo>
                    <a:pt x="799412" y="1089012"/>
                  </a:lnTo>
                  <a:lnTo>
                    <a:pt x="798341" y="1089500"/>
                  </a:lnTo>
                  <a:lnTo>
                    <a:pt x="797269" y="1089987"/>
                  </a:lnTo>
                  <a:lnTo>
                    <a:pt x="796197" y="1090474"/>
                  </a:lnTo>
                  <a:lnTo>
                    <a:pt x="795126" y="1090962"/>
                  </a:lnTo>
                  <a:lnTo>
                    <a:pt x="794054" y="1091449"/>
                  </a:lnTo>
                  <a:lnTo>
                    <a:pt x="792983" y="1091936"/>
                  </a:lnTo>
                  <a:lnTo>
                    <a:pt x="791911" y="1092423"/>
                  </a:lnTo>
                  <a:lnTo>
                    <a:pt x="790839" y="1092910"/>
                  </a:lnTo>
                  <a:lnTo>
                    <a:pt x="789768" y="1093397"/>
                  </a:lnTo>
                  <a:lnTo>
                    <a:pt x="788696" y="1093884"/>
                  </a:lnTo>
                  <a:lnTo>
                    <a:pt x="787625" y="1094371"/>
                  </a:lnTo>
                  <a:lnTo>
                    <a:pt x="786553" y="1094858"/>
                  </a:lnTo>
                  <a:lnTo>
                    <a:pt x="785481" y="1095344"/>
                  </a:lnTo>
                  <a:lnTo>
                    <a:pt x="784410" y="1095831"/>
                  </a:lnTo>
                  <a:lnTo>
                    <a:pt x="783338" y="1096318"/>
                  </a:lnTo>
                  <a:lnTo>
                    <a:pt x="782267" y="1096805"/>
                  </a:lnTo>
                  <a:lnTo>
                    <a:pt x="781195" y="1097291"/>
                  </a:lnTo>
                  <a:lnTo>
                    <a:pt x="780123" y="1097778"/>
                  </a:lnTo>
                  <a:lnTo>
                    <a:pt x="779052" y="1098264"/>
                  </a:lnTo>
                  <a:lnTo>
                    <a:pt x="777980" y="1098751"/>
                  </a:lnTo>
                  <a:lnTo>
                    <a:pt x="776909" y="1099237"/>
                  </a:lnTo>
                  <a:lnTo>
                    <a:pt x="775837" y="1099724"/>
                  </a:lnTo>
                  <a:lnTo>
                    <a:pt x="774765" y="1100210"/>
                  </a:lnTo>
                  <a:lnTo>
                    <a:pt x="773694" y="1100697"/>
                  </a:lnTo>
                  <a:lnTo>
                    <a:pt x="772622" y="1101183"/>
                  </a:lnTo>
                  <a:lnTo>
                    <a:pt x="771551" y="1101670"/>
                  </a:lnTo>
                  <a:lnTo>
                    <a:pt x="770479" y="1102156"/>
                  </a:lnTo>
                  <a:lnTo>
                    <a:pt x="769407" y="1102642"/>
                  </a:lnTo>
                  <a:lnTo>
                    <a:pt x="768336" y="1103129"/>
                  </a:lnTo>
                  <a:lnTo>
                    <a:pt x="767264" y="1103615"/>
                  </a:lnTo>
                  <a:lnTo>
                    <a:pt x="766193" y="1104101"/>
                  </a:lnTo>
                  <a:lnTo>
                    <a:pt x="765121" y="1104588"/>
                  </a:lnTo>
                  <a:lnTo>
                    <a:pt x="764049" y="1105074"/>
                  </a:lnTo>
                  <a:lnTo>
                    <a:pt x="762978" y="1105560"/>
                  </a:lnTo>
                  <a:lnTo>
                    <a:pt x="761906" y="1106046"/>
                  </a:lnTo>
                  <a:lnTo>
                    <a:pt x="760835" y="1106532"/>
                  </a:lnTo>
                  <a:lnTo>
                    <a:pt x="759763" y="1107019"/>
                  </a:lnTo>
                  <a:lnTo>
                    <a:pt x="758691" y="1107505"/>
                  </a:lnTo>
                  <a:lnTo>
                    <a:pt x="757620" y="1107991"/>
                  </a:lnTo>
                  <a:lnTo>
                    <a:pt x="756548" y="1108477"/>
                  </a:lnTo>
                  <a:lnTo>
                    <a:pt x="755477" y="1108963"/>
                  </a:lnTo>
                  <a:lnTo>
                    <a:pt x="754405" y="1109449"/>
                  </a:lnTo>
                  <a:lnTo>
                    <a:pt x="753333" y="1109936"/>
                  </a:lnTo>
                  <a:lnTo>
                    <a:pt x="752262" y="1110422"/>
                  </a:lnTo>
                  <a:lnTo>
                    <a:pt x="751190" y="1110908"/>
                  </a:lnTo>
                  <a:lnTo>
                    <a:pt x="750119" y="1111394"/>
                  </a:lnTo>
                  <a:lnTo>
                    <a:pt x="749047" y="1111880"/>
                  </a:lnTo>
                  <a:lnTo>
                    <a:pt x="747975" y="1112366"/>
                  </a:lnTo>
                  <a:lnTo>
                    <a:pt x="746904" y="1112852"/>
                  </a:lnTo>
                  <a:lnTo>
                    <a:pt x="745832" y="1113338"/>
                  </a:lnTo>
                  <a:lnTo>
                    <a:pt x="744761" y="1113825"/>
                  </a:lnTo>
                  <a:lnTo>
                    <a:pt x="743689" y="1114311"/>
                  </a:lnTo>
                  <a:lnTo>
                    <a:pt x="742617" y="1114797"/>
                  </a:lnTo>
                  <a:lnTo>
                    <a:pt x="741546" y="1115283"/>
                  </a:lnTo>
                  <a:lnTo>
                    <a:pt x="740474" y="1115769"/>
                  </a:lnTo>
                  <a:lnTo>
                    <a:pt x="739403" y="1116255"/>
                  </a:lnTo>
                  <a:lnTo>
                    <a:pt x="738331" y="1116741"/>
                  </a:lnTo>
                  <a:lnTo>
                    <a:pt x="737259" y="1117227"/>
                  </a:lnTo>
                  <a:lnTo>
                    <a:pt x="736188" y="1117714"/>
                  </a:lnTo>
                  <a:lnTo>
                    <a:pt x="735116" y="1118200"/>
                  </a:lnTo>
                  <a:lnTo>
                    <a:pt x="734045" y="1118686"/>
                  </a:lnTo>
                  <a:lnTo>
                    <a:pt x="732973" y="1119172"/>
                  </a:lnTo>
                  <a:lnTo>
                    <a:pt x="731901" y="1119658"/>
                  </a:lnTo>
                  <a:lnTo>
                    <a:pt x="730830" y="1120144"/>
                  </a:lnTo>
                  <a:lnTo>
                    <a:pt x="729758" y="1120631"/>
                  </a:lnTo>
                  <a:lnTo>
                    <a:pt x="728687" y="1121117"/>
                  </a:lnTo>
                  <a:lnTo>
                    <a:pt x="727615" y="1121603"/>
                  </a:lnTo>
                  <a:lnTo>
                    <a:pt x="726543" y="1122089"/>
                  </a:lnTo>
                  <a:lnTo>
                    <a:pt x="725472" y="1122576"/>
                  </a:lnTo>
                  <a:lnTo>
                    <a:pt x="724400" y="1123062"/>
                  </a:lnTo>
                  <a:lnTo>
                    <a:pt x="723329" y="1123548"/>
                  </a:lnTo>
                  <a:lnTo>
                    <a:pt x="722257" y="1124034"/>
                  </a:lnTo>
                  <a:lnTo>
                    <a:pt x="721185" y="1124521"/>
                  </a:lnTo>
                  <a:lnTo>
                    <a:pt x="720114" y="1125007"/>
                  </a:lnTo>
                  <a:lnTo>
                    <a:pt x="719042" y="1125493"/>
                  </a:lnTo>
                  <a:lnTo>
                    <a:pt x="717971" y="1125980"/>
                  </a:lnTo>
                  <a:lnTo>
                    <a:pt x="716899" y="1126466"/>
                  </a:lnTo>
                  <a:lnTo>
                    <a:pt x="715827" y="1126953"/>
                  </a:lnTo>
                  <a:lnTo>
                    <a:pt x="714756" y="1127439"/>
                  </a:lnTo>
                  <a:lnTo>
                    <a:pt x="713684" y="1127925"/>
                  </a:lnTo>
                  <a:lnTo>
                    <a:pt x="712613" y="1128412"/>
                  </a:lnTo>
                  <a:lnTo>
                    <a:pt x="711541" y="1128898"/>
                  </a:lnTo>
                  <a:lnTo>
                    <a:pt x="710469" y="1129385"/>
                  </a:lnTo>
                  <a:lnTo>
                    <a:pt x="709398" y="1129871"/>
                  </a:lnTo>
                  <a:lnTo>
                    <a:pt x="708326" y="1130358"/>
                  </a:lnTo>
                  <a:lnTo>
                    <a:pt x="707255" y="1130845"/>
                  </a:lnTo>
                  <a:lnTo>
                    <a:pt x="706183" y="1131331"/>
                  </a:lnTo>
                  <a:lnTo>
                    <a:pt x="705112" y="1131818"/>
                  </a:lnTo>
                  <a:lnTo>
                    <a:pt x="704040" y="1132305"/>
                  </a:lnTo>
                  <a:lnTo>
                    <a:pt x="702968" y="1132791"/>
                  </a:lnTo>
                  <a:lnTo>
                    <a:pt x="701897" y="1133278"/>
                  </a:lnTo>
                  <a:lnTo>
                    <a:pt x="700825" y="1133765"/>
                  </a:lnTo>
                  <a:lnTo>
                    <a:pt x="699754" y="1134251"/>
                  </a:lnTo>
                  <a:lnTo>
                    <a:pt x="698682" y="1134738"/>
                  </a:lnTo>
                  <a:lnTo>
                    <a:pt x="697610" y="1135225"/>
                  </a:lnTo>
                  <a:lnTo>
                    <a:pt x="696539" y="1135712"/>
                  </a:lnTo>
                  <a:lnTo>
                    <a:pt x="695467" y="1136199"/>
                  </a:lnTo>
                  <a:lnTo>
                    <a:pt x="694396" y="1136686"/>
                  </a:lnTo>
                  <a:lnTo>
                    <a:pt x="693324" y="1137173"/>
                  </a:lnTo>
                  <a:lnTo>
                    <a:pt x="692252" y="1137660"/>
                  </a:lnTo>
                  <a:lnTo>
                    <a:pt x="691181" y="1138146"/>
                  </a:lnTo>
                  <a:lnTo>
                    <a:pt x="690109" y="1138633"/>
                  </a:lnTo>
                  <a:lnTo>
                    <a:pt x="689038" y="1139121"/>
                  </a:lnTo>
                  <a:lnTo>
                    <a:pt x="687966" y="1139608"/>
                  </a:lnTo>
                  <a:lnTo>
                    <a:pt x="686894" y="1140095"/>
                  </a:lnTo>
                  <a:lnTo>
                    <a:pt x="685823" y="1140582"/>
                  </a:lnTo>
                  <a:lnTo>
                    <a:pt x="684751" y="1141069"/>
                  </a:lnTo>
                  <a:lnTo>
                    <a:pt x="683680" y="1141556"/>
                  </a:lnTo>
                  <a:lnTo>
                    <a:pt x="682608" y="1142043"/>
                  </a:lnTo>
                  <a:lnTo>
                    <a:pt x="681536" y="1142531"/>
                  </a:lnTo>
                  <a:lnTo>
                    <a:pt x="680465" y="1143018"/>
                  </a:lnTo>
                  <a:lnTo>
                    <a:pt x="679393" y="1143505"/>
                  </a:lnTo>
                  <a:lnTo>
                    <a:pt x="678322" y="1143993"/>
                  </a:lnTo>
                  <a:lnTo>
                    <a:pt x="677250" y="1144480"/>
                  </a:lnTo>
                  <a:lnTo>
                    <a:pt x="676178" y="1144967"/>
                  </a:lnTo>
                  <a:lnTo>
                    <a:pt x="675107" y="1145455"/>
                  </a:lnTo>
                  <a:lnTo>
                    <a:pt x="674035" y="1145942"/>
                  </a:lnTo>
                  <a:lnTo>
                    <a:pt x="672964" y="1146430"/>
                  </a:lnTo>
                  <a:lnTo>
                    <a:pt x="671892" y="1146917"/>
                  </a:lnTo>
                  <a:lnTo>
                    <a:pt x="670820" y="1147405"/>
                  </a:lnTo>
                  <a:lnTo>
                    <a:pt x="669749" y="1147892"/>
                  </a:lnTo>
                  <a:lnTo>
                    <a:pt x="668677" y="1148380"/>
                  </a:lnTo>
                  <a:lnTo>
                    <a:pt x="667606" y="1148868"/>
                  </a:lnTo>
                  <a:lnTo>
                    <a:pt x="666534" y="1149355"/>
                  </a:lnTo>
                  <a:lnTo>
                    <a:pt x="665462" y="1149843"/>
                  </a:lnTo>
                  <a:lnTo>
                    <a:pt x="664391" y="1150331"/>
                  </a:lnTo>
                  <a:lnTo>
                    <a:pt x="663319" y="1150818"/>
                  </a:lnTo>
                  <a:lnTo>
                    <a:pt x="662248" y="1151306"/>
                  </a:lnTo>
                  <a:lnTo>
                    <a:pt x="661176" y="1151794"/>
                  </a:lnTo>
                  <a:lnTo>
                    <a:pt x="660104" y="1152282"/>
                  </a:lnTo>
                  <a:lnTo>
                    <a:pt x="659033" y="1152770"/>
                  </a:lnTo>
                  <a:lnTo>
                    <a:pt x="657961" y="1153257"/>
                  </a:lnTo>
                  <a:lnTo>
                    <a:pt x="656890" y="1153745"/>
                  </a:lnTo>
                  <a:lnTo>
                    <a:pt x="655818" y="1154233"/>
                  </a:lnTo>
                  <a:lnTo>
                    <a:pt x="654746" y="1154721"/>
                  </a:lnTo>
                  <a:lnTo>
                    <a:pt x="653675" y="1155209"/>
                  </a:lnTo>
                  <a:lnTo>
                    <a:pt x="652603" y="1155697"/>
                  </a:lnTo>
                  <a:lnTo>
                    <a:pt x="651532" y="1156185"/>
                  </a:lnTo>
                  <a:lnTo>
                    <a:pt x="650460" y="1156673"/>
                  </a:lnTo>
                  <a:lnTo>
                    <a:pt x="649388" y="1157162"/>
                  </a:lnTo>
                  <a:lnTo>
                    <a:pt x="648317" y="1157650"/>
                  </a:lnTo>
                  <a:lnTo>
                    <a:pt x="647245" y="1158138"/>
                  </a:lnTo>
                  <a:lnTo>
                    <a:pt x="646174" y="1158626"/>
                  </a:lnTo>
                  <a:lnTo>
                    <a:pt x="645102" y="1159114"/>
                  </a:lnTo>
                  <a:lnTo>
                    <a:pt x="644030" y="1159602"/>
                  </a:lnTo>
                  <a:lnTo>
                    <a:pt x="642959" y="1160091"/>
                  </a:lnTo>
                  <a:lnTo>
                    <a:pt x="641887" y="1160579"/>
                  </a:lnTo>
                  <a:lnTo>
                    <a:pt x="640816" y="1161067"/>
                  </a:lnTo>
                  <a:lnTo>
                    <a:pt x="639744" y="1161556"/>
                  </a:lnTo>
                  <a:lnTo>
                    <a:pt x="638672" y="1162044"/>
                  </a:lnTo>
                  <a:lnTo>
                    <a:pt x="637601" y="1162532"/>
                  </a:lnTo>
                  <a:lnTo>
                    <a:pt x="636529" y="1163021"/>
                  </a:lnTo>
                  <a:lnTo>
                    <a:pt x="635458" y="1163509"/>
                  </a:lnTo>
                  <a:lnTo>
                    <a:pt x="634386" y="1163998"/>
                  </a:lnTo>
                  <a:lnTo>
                    <a:pt x="633314" y="1164486"/>
                  </a:lnTo>
                  <a:lnTo>
                    <a:pt x="632243" y="1164974"/>
                  </a:lnTo>
                  <a:lnTo>
                    <a:pt x="631171" y="1165463"/>
                  </a:lnTo>
                  <a:lnTo>
                    <a:pt x="630100" y="1165951"/>
                  </a:lnTo>
                  <a:lnTo>
                    <a:pt x="629028" y="1166440"/>
                  </a:lnTo>
                  <a:lnTo>
                    <a:pt x="627956" y="1166928"/>
                  </a:lnTo>
                  <a:lnTo>
                    <a:pt x="626885" y="1167417"/>
                  </a:lnTo>
                  <a:lnTo>
                    <a:pt x="625813" y="1167905"/>
                  </a:lnTo>
                  <a:lnTo>
                    <a:pt x="624742" y="1168394"/>
                  </a:lnTo>
                  <a:lnTo>
                    <a:pt x="623670" y="1168883"/>
                  </a:lnTo>
                  <a:lnTo>
                    <a:pt x="622598" y="1169371"/>
                  </a:lnTo>
                  <a:lnTo>
                    <a:pt x="621527" y="1169860"/>
                  </a:lnTo>
                  <a:lnTo>
                    <a:pt x="620455" y="1170348"/>
                  </a:lnTo>
                  <a:lnTo>
                    <a:pt x="619384" y="1170837"/>
                  </a:lnTo>
                  <a:lnTo>
                    <a:pt x="618312" y="1171326"/>
                  </a:lnTo>
                  <a:lnTo>
                    <a:pt x="617240" y="1171814"/>
                  </a:lnTo>
                  <a:lnTo>
                    <a:pt x="616169" y="1172303"/>
                  </a:lnTo>
                  <a:lnTo>
                    <a:pt x="615097" y="1172792"/>
                  </a:lnTo>
                  <a:lnTo>
                    <a:pt x="614026" y="1173280"/>
                  </a:lnTo>
                  <a:lnTo>
                    <a:pt x="612954" y="1173769"/>
                  </a:lnTo>
                  <a:lnTo>
                    <a:pt x="611882" y="1174258"/>
                  </a:lnTo>
                  <a:lnTo>
                    <a:pt x="610811" y="1174746"/>
                  </a:lnTo>
                  <a:lnTo>
                    <a:pt x="609739" y="1175235"/>
                  </a:lnTo>
                  <a:lnTo>
                    <a:pt x="608668" y="1175724"/>
                  </a:lnTo>
                  <a:lnTo>
                    <a:pt x="607596" y="1176212"/>
                  </a:lnTo>
                  <a:lnTo>
                    <a:pt x="606524" y="1176701"/>
                  </a:lnTo>
                  <a:lnTo>
                    <a:pt x="605453" y="1177190"/>
                  </a:lnTo>
                  <a:lnTo>
                    <a:pt x="604381" y="1177678"/>
                  </a:lnTo>
                  <a:lnTo>
                    <a:pt x="603310" y="1178167"/>
                  </a:lnTo>
                  <a:lnTo>
                    <a:pt x="602238" y="1178656"/>
                  </a:lnTo>
                  <a:lnTo>
                    <a:pt x="601166" y="1179144"/>
                  </a:lnTo>
                  <a:lnTo>
                    <a:pt x="600095" y="1179633"/>
                  </a:lnTo>
                  <a:lnTo>
                    <a:pt x="599023" y="1180122"/>
                  </a:lnTo>
                  <a:lnTo>
                    <a:pt x="597952" y="1180610"/>
                  </a:lnTo>
                  <a:lnTo>
                    <a:pt x="596880" y="1181099"/>
                  </a:lnTo>
                  <a:lnTo>
                    <a:pt x="595808" y="1181588"/>
                  </a:lnTo>
                  <a:lnTo>
                    <a:pt x="594737" y="1182076"/>
                  </a:lnTo>
                  <a:lnTo>
                    <a:pt x="593665" y="1182565"/>
                  </a:lnTo>
                  <a:lnTo>
                    <a:pt x="592594" y="1183053"/>
                  </a:lnTo>
                  <a:lnTo>
                    <a:pt x="591522" y="1183542"/>
                  </a:lnTo>
                  <a:lnTo>
                    <a:pt x="590450" y="1184031"/>
                  </a:lnTo>
                  <a:lnTo>
                    <a:pt x="589379" y="1184519"/>
                  </a:lnTo>
                  <a:lnTo>
                    <a:pt x="588307" y="1185008"/>
                  </a:lnTo>
                  <a:lnTo>
                    <a:pt x="587236" y="1185496"/>
                  </a:lnTo>
                  <a:lnTo>
                    <a:pt x="586164" y="1185985"/>
                  </a:lnTo>
                  <a:lnTo>
                    <a:pt x="585092" y="1186473"/>
                  </a:lnTo>
                  <a:lnTo>
                    <a:pt x="584021" y="1186962"/>
                  </a:lnTo>
                  <a:lnTo>
                    <a:pt x="582949" y="1187450"/>
                  </a:lnTo>
                  <a:lnTo>
                    <a:pt x="581878" y="1187938"/>
                  </a:lnTo>
                  <a:lnTo>
                    <a:pt x="580806" y="1188427"/>
                  </a:lnTo>
                  <a:lnTo>
                    <a:pt x="579734" y="1188915"/>
                  </a:lnTo>
                  <a:lnTo>
                    <a:pt x="578663" y="1189403"/>
                  </a:lnTo>
                  <a:lnTo>
                    <a:pt x="577591" y="1189892"/>
                  </a:lnTo>
                  <a:lnTo>
                    <a:pt x="576520" y="1190380"/>
                  </a:lnTo>
                  <a:lnTo>
                    <a:pt x="575448" y="1190868"/>
                  </a:lnTo>
                  <a:lnTo>
                    <a:pt x="574376" y="1191356"/>
                  </a:lnTo>
                  <a:lnTo>
                    <a:pt x="573305" y="1191845"/>
                  </a:lnTo>
                  <a:lnTo>
                    <a:pt x="572233" y="1192333"/>
                  </a:lnTo>
                  <a:lnTo>
                    <a:pt x="571162" y="1192821"/>
                  </a:lnTo>
                  <a:lnTo>
                    <a:pt x="570090" y="1193309"/>
                  </a:lnTo>
                  <a:lnTo>
                    <a:pt x="569018" y="1193797"/>
                  </a:lnTo>
                  <a:lnTo>
                    <a:pt x="567947" y="1194285"/>
                  </a:lnTo>
                  <a:lnTo>
                    <a:pt x="566875" y="1194773"/>
                  </a:lnTo>
                  <a:lnTo>
                    <a:pt x="565804" y="1195261"/>
                  </a:lnTo>
                  <a:lnTo>
                    <a:pt x="564732" y="1195748"/>
                  </a:lnTo>
                  <a:lnTo>
                    <a:pt x="563660" y="1196236"/>
                  </a:lnTo>
                  <a:lnTo>
                    <a:pt x="562589" y="1196724"/>
                  </a:lnTo>
                  <a:lnTo>
                    <a:pt x="561517" y="1197212"/>
                  </a:lnTo>
                  <a:lnTo>
                    <a:pt x="560446" y="1197699"/>
                  </a:lnTo>
                  <a:lnTo>
                    <a:pt x="559374" y="1198187"/>
                  </a:lnTo>
                  <a:lnTo>
                    <a:pt x="558302" y="1198675"/>
                  </a:lnTo>
                  <a:lnTo>
                    <a:pt x="557231" y="1199162"/>
                  </a:lnTo>
                  <a:lnTo>
                    <a:pt x="556159" y="1199649"/>
                  </a:lnTo>
                  <a:lnTo>
                    <a:pt x="555088" y="1200137"/>
                  </a:lnTo>
                  <a:lnTo>
                    <a:pt x="554016" y="1200624"/>
                  </a:lnTo>
                  <a:lnTo>
                    <a:pt x="552944" y="1201111"/>
                  </a:lnTo>
                  <a:lnTo>
                    <a:pt x="551873" y="1201599"/>
                  </a:lnTo>
                  <a:lnTo>
                    <a:pt x="550801" y="1202086"/>
                  </a:lnTo>
                  <a:lnTo>
                    <a:pt x="549730" y="1202573"/>
                  </a:lnTo>
                  <a:lnTo>
                    <a:pt x="548658" y="1203060"/>
                  </a:lnTo>
                  <a:lnTo>
                    <a:pt x="547586" y="1203547"/>
                  </a:lnTo>
                  <a:lnTo>
                    <a:pt x="546515" y="1204034"/>
                  </a:lnTo>
                  <a:lnTo>
                    <a:pt x="545443" y="1204521"/>
                  </a:lnTo>
                  <a:lnTo>
                    <a:pt x="544372" y="1205007"/>
                  </a:lnTo>
                  <a:lnTo>
                    <a:pt x="543300" y="1205494"/>
                  </a:lnTo>
                  <a:lnTo>
                    <a:pt x="542228" y="1205981"/>
                  </a:lnTo>
                  <a:lnTo>
                    <a:pt x="541157" y="1206467"/>
                  </a:lnTo>
                  <a:lnTo>
                    <a:pt x="540085" y="1206954"/>
                  </a:lnTo>
                  <a:lnTo>
                    <a:pt x="539014" y="1207440"/>
                  </a:lnTo>
                  <a:lnTo>
                    <a:pt x="537942" y="1207926"/>
                  </a:lnTo>
                  <a:lnTo>
                    <a:pt x="536870" y="1208412"/>
                  </a:lnTo>
                  <a:lnTo>
                    <a:pt x="535799" y="1208898"/>
                  </a:lnTo>
                  <a:lnTo>
                    <a:pt x="534727" y="1209384"/>
                  </a:lnTo>
                  <a:lnTo>
                    <a:pt x="533656" y="1209870"/>
                  </a:lnTo>
                  <a:lnTo>
                    <a:pt x="532584" y="1210356"/>
                  </a:lnTo>
                  <a:lnTo>
                    <a:pt x="531513" y="1210842"/>
                  </a:lnTo>
                  <a:lnTo>
                    <a:pt x="530441" y="1211328"/>
                  </a:lnTo>
                  <a:lnTo>
                    <a:pt x="529369" y="1211813"/>
                  </a:lnTo>
                  <a:lnTo>
                    <a:pt x="528298" y="1212299"/>
                  </a:lnTo>
                  <a:lnTo>
                    <a:pt x="527226" y="1212784"/>
                  </a:lnTo>
                  <a:lnTo>
                    <a:pt x="526155" y="1213270"/>
                  </a:lnTo>
                  <a:lnTo>
                    <a:pt x="525083" y="1213755"/>
                  </a:lnTo>
                  <a:lnTo>
                    <a:pt x="524011" y="1214240"/>
                  </a:lnTo>
                  <a:lnTo>
                    <a:pt x="522940" y="1214725"/>
                  </a:lnTo>
                  <a:lnTo>
                    <a:pt x="521868" y="1215210"/>
                  </a:lnTo>
                  <a:lnTo>
                    <a:pt x="520797" y="1215695"/>
                  </a:lnTo>
                  <a:lnTo>
                    <a:pt x="519725" y="1216179"/>
                  </a:lnTo>
                  <a:lnTo>
                    <a:pt x="518653" y="1216664"/>
                  </a:lnTo>
                  <a:lnTo>
                    <a:pt x="517582" y="1217148"/>
                  </a:lnTo>
                  <a:lnTo>
                    <a:pt x="516510" y="1217633"/>
                  </a:lnTo>
                  <a:lnTo>
                    <a:pt x="515439" y="1218117"/>
                  </a:lnTo>
                  <a:lnTo>
                    <a:pt x="514367" y="1218601"/>
                  </a:lnTo>
                  <a:lnTo>
                    <a:pt x="513295" y="1219085"/>
                  </a:lnTo>
                  <a:lnTo>
                    <a:pt x="512224" y="1219569"/>
                  </a:lnTo>
                  <a:lnTo>
                    <a:pt x="511152" y="1220053"/>
                  </a:lnTo>
                  <a:lnTo>
                    <a:pt x="510081" y="1220536"/>
                  </a:lnTo>
                  <a:lnTo>
                    <a:pt x="509009" y="1221020"/>
                  </a:lnTo>
                  <a:lnTo>
                    <a:pt x="507937" y="1221503"/>
                  </a:lnTo>
                  <a:lnTo>
                    <a:pt x="506866" y="1221986"/>
                  </a:lnTo>
                  <a:lnTo>
                    <a:pt x="505794" y="1222470"/>
                  </a:lnTo>
                  <a:lnTo>
                    <a:pt x="504723" y="1222953"/>
                  </a:lnTo>
                  <a:lnTo>
                    <a:pt x="503651" y="1223436"/>
                  </a:lnTo>
                  <a:lnTo>
                    <a:pt x="502579" y="1223918"/>
                  </a:lnTo>
                  <a:lnTo>
                    <a:pt x="501508" y="1224401"/>
                  </a:lnTo>
                  <a:lnTo>
                    <a:pt x="500436" y="1224883"/>
                  </a:lnTo>
                  <a:lnTo>
                    <a:pt x="499365" y="1225366"/>
                  </a:lnTo>
                  <a:lnTo>
                    <a:pt x="498293" y="1225848"/>
                  </a:lnTo>
                  <a:lnTo>
                    <a:pt x="497221" y="1226330"/>
                  </a:lnTo>
                  <a:lnTo>
                    <a:pt x="496150" y="1226812"/>
                  </a:lnTo>
                  <a:lnTo>
                    <a:pt x="495078" y="1227294"/>
                  </a:lnTo>
                  <a:lnTo>
                    <a:pt x="494007" y="1227775"/>
                  </a:lnTo>
                  <a:lnTo>
                    <a:pt x="492935" y="1228257"/>
                  </a:lnTo>
                  <a:lnTo>
                    <a:pt x="491863" y="1228738"/>
                  </a:lnTo>
                  <a:lnTo>
                    <a:pt x="490792" y="1229219"/>
                  </a:lnTo>
                  <a:lnTo>
                    <a:pt x="489720" y="1229700"/>
                  </a:lnTo>
                  <a:lnTo>
                    <a:pt x="488649" y="1230181"/>
                  </a:lnTo>
                  <a:lnTo>
                    <a:pt x="487577" y="1230662"/>
                  </a:lnTo>
                  <a:lnTo>
                    <a:pt x="486505" y="1231142"/>
                  </a:lnTo>
                  <a:lnTo>
                    <a:pt x="485434" y="1231623"/>
                  </a:lnTo>
                  <a:lnTo>
                    <a:pt x="484362" y="1232103"/>
                  </a:lnTo>
                  <a:lnTo>
                    <a:pt x="483291" y="1232583"/>
                  </a:lnTo>
                  <a:lnTo>
                    <a:pt x="482219" y="1233063"/>
                  </a:lnTo>
                  <a:lnTo>
                    <a:pt x="481147" y="1233543"/>
                  </a:lnTo>
                  <a:lnTo>
                    <a:pt x="480076" y="1234022"/>
                  </a:lnTo>
                  <a:lnTo>
                    <a:pt x="479004" y="1234502"/>
                  </a:lnTo>
                  <a:lnTo>
                    <a:pt x="477933" y="1234981"/>
                  </a:lnTo>
                  <a:lnTo>
                    <a:pt x="476861" y="1235460"/>
                  </a:lnTo>
                  <a:lnTo>
                    <a:pt x="475789" y="1235939"/>
                  </a:lnTo>
                  <a:lnTo>
                    <a:pt x="474718" y="1236418"/>
                  </a:lnTo>
                  <a:lnTo>
                    <a:pt x="473646" y="1236896"/>
                  </a:lnTo>
                  <a:lnTo>
                    <a:pt x="472575" y="1237375"/>
                  </a:lnTo>
                  <a:lnTo>
                    <a:pt x="471503" y="1237853"/>
                  </a:lnTo>
                  <a:lnTo>
                    <a:pt x="470431" y="1238331"/>
                  </a:lnTo>
                  <a:lnTo>
                    <a:pt x="469360" y="1238809"/>
                  </a:lnTo>
                  <a:lnTo>
                    <a:pt x="468288" y="1239286"/>
                  </a:lnTo>
                  <a:lnTo>
                    <a:pt x="467217" y="1239764"/>
                  </a:lnTo>
                  <a:lnTo>
                    <a:pt x="466145" y="1240241"/>
                  </a:lnTo>
                  <a:lnTo>
                    <a:pt x="465073" y="1240718"/>
                  </a:lnTo>
                  <a:lnTo>
                    <a:pt x="464002" y="1241195"/>
                  </a:lnTo>
                  <a:lnTo>
                    <a:pt x="462930" y="1241671"/>
                  </a:lnTo>
                  <a:lnTo>
                    <a:pt x="461859" y="1242148"/>
                  </a:lnTo>
                  <a:lnTo>
                    <a:pt x="460787" y="1242624"/>
                  </a:lnTo>
                  <a:lnTo>
                    <a:pt x="459715" y="1243100"/>
                  </a:lnTo>
                  <a:lnTo>
                    <a:pt x="458644" y="1243576"/>
                  </a:lnTo>
                  <a:lnTo>
                    <a:pt x="457572" y="1244052"/>
                  </a:lnTo>
                  <a:lnTo>
                    <a:pt x="456501" y="1244527"/>
                  </a:lnTo>
                  <a:lnTo>
                    <a:pt x="455429" y="1245002"/>
                  </a:lnTo>
                  <a:lnTo>
                    <a:pt x="454357" y="1245477"/>
                  </a:lnTo>
                  <a:lnTo>
                    <a:pt x="453286" y="1245952"/>
                  </a:lnTo>
                  <a:lnTo>
                    <a:pt x="452214" y="1246427"/>
                  </a:lnTo>
                  <a:lnTo>
                    <a:pt x="451143" y="1246901"/>
                  </a:lnTo>
                  <a:lnTo>
                    <a:pt x="450071" y="1247376"/>
                  </a:lnTo>
                  <a:lnTo>
                    <a:pt x="448999" y="1247849"/>
                  </a:lnTo>
                  <a:lnTo>
                    <a:pt x="447928" y="1248323"/>
                  </a:lnTo>
                  <a:lnTo>
                    <a:pt x="446856" y="1248797"/>
                  </a:lnTo>
                  <a:lnTo>
                    <a:pt x="445785" y="1249270"/>
                  </a:lnTo>
                  <a:lnTo>
                    <a:pt x="444713" y="1249743"/>
                  </a:lnTo>
                  <a:lnTo>
                    <a:pt x="443641" y="1250216"/>
                  </a:lnTo>
                  <a:lnTo>
                    <a:pt x="442570" y="1250689"/>
                  </a:lnTo>
                  <a:lnTo>
                    <a:pt x="441498" y="1251161"/>
                  </a:lnTo>
                  <a:lnTo>
                    <a:pt x="440427" y="1251633"/>
                  </a:lnTo>
                  <a:lnTo>
                    <a:pt x="439355" y="1252105"/>
                  </a:lnTo>
                  <a:lnTo>
                    <a:pt x="438283" y="1252577"/>
                  </a:lnTo>
                  <a:lnTo>
                    <a:pt x="437212" y="1253048"/>
                  </a:lnTo>
                  <a:lnTo>
                    <a:pt x="436140" y="1253520"/>
                  </a:lnTo>
                  <a:lnTo>
                    <a:pt x="435069" y="1253991"/>
                  </a:lnTo>
                  <a:lnTo>
                    <a:pt x="433997" y="1254461"/>
                  </a:lnTo>
                  <a:lnTo>
                    <a:pt x="432925" y="1254932"/>
                  </a:lnTo>
                  <a:lnTo>
                    <a:pt x="431854" y="1255402"/>
                  </a:lnTo>
                  <a:lnTo>
                    <a:pt x="430782" y="1255872"/>
                  </a:lnTo>
                  <a:lnTo>
                    <a:pt x="429711" y="1256342"/>
                  </a:lnTo>
                  <a:lnTo>
                    <a:pt x="428639" y="1256812"/>
                  </a:lnTo>
                  <a:lnTo>
                    <a:pt x="427567" y="1257281"/>
                  </a:lnTo>
                  <a:lnTo>
                    <a:pt x="426496" y="1257750"/>
                  </a:lnTo>
                  <a:lnTo>
                    <a:pt x="425424" y="1258219"/>
                  </a:lnTo>
                  <a:lnTo>
                    <a:pt x="424353" y="1258687"/>
                  </a:lnTo>
                  <a:lnTo>
                    <a:pt x="423281" y="1259156"/>
                  </a:lnTo>
                  <a:lnTo>
                    <a:pt x="422209" y="1259624"/>
                  </a:lnTo>
                  <a:lnTo>
                    <a:pt x="421138" y="1260091"/>
                  </a:lnTo>
                  <a:lnTo>
                    <a:pt x="420066" y="1260559"/>
                  </a:lnTo>
                  <a:lnTo>
                    <a:pt x="418995" y="1261026"/>
                  </a:lnTo>
                  <a:lnTo>
                    <a:pt x="417923" y="1261493"/>
                  </a:lnTo>
                  <a:lnTo>
                    <a:pt x="416851" y="1261960"/>
                  </a:lnTo>
                  <a:lnTo>
                    <a:pt x="415780" y="1262426"/>
                  </a:lnTo>
                  <a:lnTo>
                    <a:pt x="414708" y="1262892"/>
                  </a:lnTo>
                  <a:lnTo>
                    <a:pt x="413637" y="1263358"/>
                  </a:lnTo>
                  <a:lnTo>
                    <a:pt x="412565" y="1263824"/>
                  </a:lnTo>
                  <a:lnTo>
                    <a:pt x="411493" y="1264289"/>
                  </a:lnTo>
                  <a:lnTo>
                    <a:pt x="410422" y="1264755"/>
                  </a:lnTo>
                  <a:lnTo>
                    <a:pt x="409350" y="1265219"/>
                  </a:lnTo>
                  <a:lnTo>
                    <a:pt x="408279" y="1265684"/>
                  </a:lnTo>
                  <a:lnTo>
                    <a:pt x="407207" y="1266148"/>
                  </a:lnTo>
                  <a:lnTo>
                    <a:pt x="406135" y="1266612"/>
                  </a:lnTo>
                  <a:lnTo>
                    <a:pt x="405064" y="1267076"/>
                  </a:lnTo>
                  <a:lnTo>
                    <a:pt x="403992" y="1267539"/>
                  </a:lnTo>
                  <a:lnTo>
                    <a:pt x="402921" y="1268002"/>
                  </a:lnTo>
                  <a:lnTo>
                    <a:pt x="401849" y="1268465"/>
                  </a:lnTo>
                  <a:lnTo>
                    <a:pt x="400777" y="1268928"/>
                  </a:lnTo>
                  <a:lnTo>
                    <a:pt x="399706" y="1269390"/>
                  </a:lnTo>
                  <a:lnTo>
                    <a:pt x="398634" y="1269852"/>
                  </a:lnTo>
                  <a:lnTo>
                    <a:pt x="397563" y="1270314"/>
                  </a:lnTo>
                  <a:lnTo>
                    <a:pt x="396491" y="1270775"/>
                  </a:lnTo>
                  <a:lnTo>
                    <a:pt x="395419" y="1271236"/>
                  </a:lnTo>
                  <a:lnTo>
                    <a:pt x="394348" y="1271697"/>
                  </a:lnTo>
                  <a:lnTo>
                    <a:pt x="393276" y="1272158"/>
                  </a:lnTo>
                  <a:lnTo>
                    <a:pt x="392205" y="1272618"/>
                  </a:lnTo>
                  <a:lnTo>
                    <a:pt x="391133" y="1273078"/>
                  </a:lnTo>
                  <a:lnTo>
                    <a:pt x="390061" y="1273537"/>
                  </a:lnTo>
                  <a:lnTo>
                    <a:pt x="388990" y="1273997"/>
                  </a:lnTo>
                  <a:lnTo>
                    <a:pt x="387918" y="1274456"/>
                  </a:lnTo>
                  <a:lnTo>
                    <a:pt x="386847" y="1274914"/>
                  </a:lnTo>
                  <a:lnTo>
                    <a:pt x="385775" y="1275373"/>
                  </a:lnTo>
                  <a:lnTo>
                    <a:pt x="384703" y="1275831"/>
                  </a:lnTo>
                  <a:lnTo>
                    <a:pt x="383632" y="1276289"/>
                  </a:lnTo>
                  <a:lnTo>
                    <a:pt x="382560" y="1276746"/>
                  </a:lnTo>
                  <a:lnTo>
                    <a:pt x="381489" y="1277203"/>
                  </a:lnTo>
                  <a:lnTo>
                    <a:pt x="380417" y="1277660"/>
                  </a:lnTo>
                  <a:lnTo>
                    <a:pt x="379345" y="1278117"/>
                  </a:lnTo>
                  <a:lnTo>
                    <a:pt x="378274" y="1278573"/>
                  </a:lnTo>
                  <a:lnTo>
                    <a:pt x="377202" y="1279029"/>
                  </a:lnTo>
                  <a:lnTo>
                    <a:pt x="376131" y="1279485"/>
                  </a:lnTo>
                  <a:lnTo>
                    <a:pt x="375059" y="1279940"/>
                  </a:lnTo>
                  <a:lnTo>
                    <a:pt x="373987" y="1280395"/>
                  </a:lnTo>
                  <a:lnTo>
                    <a:pt x="372916" y="1280850"/>
                  </a:lnTo>
                  <a:lnTo>
                    <a:pt x="371844" y="1281305"/>
                  </a:lnTo>
                  <a:lnTo>
                    <a:pt x="370773" y="1281759"/>
                  </a:lnTo>
                  <a:lnTo>
                    <a:pt x="369701" y="1282213"/>
                  </a:lnTo>
                  <a:lnTo>
                    <a:pt x="368629" y="1282666"/>
                  </a:lnTo>
                  <a:lnTo>
                    <a:pt x="367558" y="1283119"/>
                  </a:lnTo>
                  <a:lnTo>
                    <a:pt x="366486" y="1283572"/>
                  </a:lnTo>
                  <a:lnTo>
                    <a:pt x="365415" y="1284025"/>
                  </a:lnTo>
                  <a:lnTo>
                    <a:pt x="364343" y="1284477"/>
                  </a:lnTo>
                  <a:lnTo>
                    <a:pt x="363271" y="1284929"/>
                  </a:lnTo>
                  <a:lnTo>
                    <a:pt x="362200" y="1285381"/>
                  </a:lnTo>
                  <a:lnTo>
                    <a:pt x="361128" y="1285832"/>
                  </a:lnTo>
                  <a:lnTo>
                    <a:pt x="360057" y="1286283"/>
                  </a:lnTo>
                  <a:lnTo>
                    <a:pt x="358985" y="1286734"/>
                  </a:lnTo>
                  <a:lnTo>
                    <a:pt x="357913" y="1287184"/>
                  </a:lnTo>
                  <a:lnTo>
                    <a:pt x="356842" y="1287634"/>
                  </a:lnTo>
                  <a:lnTo>
                    <a:pt x="355770" y="1288084"/>
                  </a:lnTo>
                  <a:lnTo>
                    <a:pt x="354699" y="1288533"/>
                  </a:lnTo>
                  <a:lnTo>
                    <a:pt x="353627" y="1288983"/>
                  </a:lnTo>
                  <a:lnTo>
                    <a:pt x="352556" y="1289431"/>
                  </a:lnTo>
                  <a:lnTo>
                    <a:pt x="351484" y="1289880"/>
                  </a:lnTo>
                  <a:lnTo>
                    <a:pt x="350412" y="1290328"/>
                  </a:lnTo>
                  <a:lnTo>
                    <a:pt x="349341" y="1290776"/>
                  </a:lnTo>
                  <a:lnTo>
                    <a:pt x="348269" y="1291223"/>
                  </a:lnTo>
                  <a:lnTo>
                    <a:pt x="347198" y="1291670"/>
                  </a:lnTo>
                  <a:lnTo>
                    <a:pt x="346126" y="1292117"/>
                  </a:lnTo>
                  <a:lnTo>
                    <a:pt x="345054" y="1292564"/>
                  </a:lnTo>
                  <a:lnTo>
                    <a:pt x="343983" y="1293010"/>
                  </a:lnTo>
                  <a:lnTo>
                    <a:pt x="342911" y="1293456"/>
                  </a:lnTo>
                  <a:lnTo>
                    <a:pt x="341840" y="1293901"/>
                  </a:lnTo>
                  <a:lnTo>
                    <a:pt x="340768" y="1294347"/>
                  </a:lnTo>
                  <a:lnTo>
                    <a:pt x="339696" y="1294792"/>
                  </a:lnTo>
                  <a:lnTo>
                    <a:pt x="338625" y="1295236"/>
                  </a:lnTo>
                  <a:lnTo>
                    <a:pt x="337553" y="1295680"/>
                  </a:lnTo>
                  <a:lnTo>
                    <a:pt x="336482" y="1296124"/>
                  </a:lnTo>
                  <a:lnTo>
                    <a:pt x="335410" y="1296568"/>
                  </a:lnTo>
                  <a:lnTo>
                    <a:pt x="334338" y="1297011"/>
                  </a:lnTo>
                  <a:lnTo>
                    <a:pt x="333267" y="1297454"/>
                  </a:lnTo>
                  <a:lnTo>
                    <a:pt x="332195" y="1297897"/>
                  </a:lnTo>
                  <a:lnTo>
                    <a:pt x="331124" y="1298339"/>
                  </a:lnTo>
                  <a:lnTo>
                    <a:pt x="330052" y="1298781"/>
                  </a:lnTo>
                  <a:lnTo>
                    <a:pt x="328980" y="1299223"/>
                  </a:lnTo>
                  <a:lnTo>
                    <a:pt x="327909" y="1299664"/>
                  </a:lnTo>
                  <a:lnTo>
                    <a:pt x="326837" y="1300105"/>
                  </a:lnTo>
                  <a:lnTo>
                    <a:pt x="325766" y="1300545"/>
                  </a:lnTo>
                  <a:lnTo>
                    <a:pt x="324694" y="1300986"/>
                  </a:lnTo>
                  <a:lnTo>
                    <a:pt x="323622" y="1301426"/>
                  </a:lnTo>
                  <a:lnTo>
                    <a:pt x="322551" y="1301865"/>
                  </a:lnTo>
                  <a:lnTo>
                    <a:pt x="321479" y="1302305"/>
                  </a:lnTo>
                  <a:lnTo>
                    <a:pt x="320408" y="1302744"/>
                  </a:lnTo>
                  <a:lnTo>
                    <a:pt x="319336" y="1303182"/>
                  </a:lnTo>
                  <a:lnTo>
                    <a:pt x="318264" y="1303620"/>
                  </a:lnTo>
                  <a:lnTo>
                    <a:pt x="317193" y="1304058"/>
                  </a:lnTo>
                  <a:lnTo>
                    <a:pt x="316121" y="1304496"/>
                  </a:lnTo>
                  <a:lnTo>
                    <a:pt x="315050" y="1304933"/>
                  </a:lnTo>
                  <a:lnTo>
                    <a:pt x="313978" y="1305370"/>
                  </a:lnTo>
                  <a:lnTo>
                    <a:pt x="312906" y="1305807"/>
                  </a:lnTo>
                  <a:lnTo>
                    <a:pt x="311835" y="1306243"/>
                  </a:lnTo>
                  <a:lnTo>
                    <a:pt x="310763" y="1306679"/>
                  </a:lnTo>
                  <a:lnTo>
                    <a:pt x="309692" y="1307115"/>
                  </a:lnTo>
                  <a:lnTo>
                    <a:pt x="308620" y="1307550"/>
                  </a:lnTo>
                  <a:lnTo>
                    <a:pt x="307548" y="1307985"/>
                  </a:lnTo>
                  <a:lnTo>
                    <a:pt x="306477" y="1308419"/>
                  </a:lnTo>
                  <a:lnTo>
                    <a:pt x="305405" y="1308854"/>
                  </a:lnTo>
                  <a:lnTo>
                    <a:pt x="304334" y="1309288"/>
                  </a:lnTo>
                  <a:lnTo>
                    <a:pt x="303262" y="1309721"/>
                  </a:lnTo>
                  <a:lnTo>
                    <a:pt x="302190" y="1310154"/>
                  </a:lnTo>
                  <a:lnTo>
                    <a:pt x="301119" y="1310587"/>
                  </a:lnTo>
                  <a:lnTo>
                    <a:pt x="300047" y="1311020"/>
                  </a:lnTo>
                  <a:lnTo>
                    <a:pt x="298976" y="1311452"/>
                  </a:lnTo>
                  <a:lnTo>
                    <a:pt x="297904" y="1311884"/>
                  </a:lnTo>
                  <a:lnTo>
                    <a:pt x="296832" y="1312315"/>
                  </a:lnTo>
                  <a:lnTo>
                    <a:pt x="295761" y="1312746"/>
                  </a:lnTo>
                  <a:lnTo>
                    <a:pt x="294689" y="1313177"/>
                  </a:lnTo>
                  <a:lnTo>
                    <a:pt x="293618" y="1313608"/>
                  </a:lnTo>
                  <a:lnTo>
                    <a:pt x="292546" y="1314038"/>
                  </a:lnTo>
                  <a:lnTo>
                    <a:pt x="291474" y="1314468"/>
                  </a:lnTo>
                  <a:lnTo>
                    <a:pt x="290403" y="1314897"/>
                  </a:lnTo>
                  <a:lnTo>
                    <a:pt x="289331" y="1315326"/>
                  </a:lnTo>
                  <a:lnTo>
                    <a:pt x="288260" y="1315755"/>
                  </a:lnTo>
                  <a:lnTo>
                    <a:pt x="287188" y="1316184"/>
                  </a:lnTo>
                  <a:lnTo>
                    <a:pt x="286116" y="1316612"/>
                  </a:lnTo>
                  <a:lnTo>
                    <a:pt x="285045" y="1317039"/>
                  </a:lnTo>
                  <a:lnTo>
                    <a:pt x="283973" y="1317467"/>
                  </a:lnTo>
                  <a:lnTo>
                    <a:pt x="282902" y="1317894"/>
                  </a:lnTo>
                  <a:lnTo>
                    <a:pt x="281830" y="1318321"/>
                  </a:lnTo>
                  <a:lnTo>
                    <a:pt x="280758" y="1318747"/>
                  </a:lnTo>
                  <a:lnTo>
                    <a:pt x="279687" y="1319173"/>
                  </a:lnTo>
                  <a:lnTo>
                    <a:pt x="278615" y="1319599"/>
                  </a:lnTo>
                  <a:lnTo>
                    <a:pt x="277544" y="1320024"/>
                  </a:lnTo>
                  <a:lnTo>
                    <a:pt x="276472" y="1320449"/>
                  </a:lnTo>
                  <a:lnTo>
                    <a:pt x="275400" y="1320874"/>
                  </a:lnTo>
                  <a:lnTo>
                    <a:pt x="274329" y="1321298"/>
                  </a:lnTo>
                  <a:lnTo>
                    <a:pt x="273257" y="1321722"/>
                  </a:lnTo>
                  <a:lnTo>
                    <a:pt x="272186" y="1322145"/>
                  </a:lnTo>
                  <a:lnTo>
                    <a:pt x="271114" y="1322569"/>
                  </a:lnTo>
                  <a:lnTo>
                    <a:pt x="270042" y="1322991"/>
                  </a:lnTo>
                  <a:lnTo>
                    <a:pt x="268971" y="1323414"/>
                  </a:lnTo>
                  <a:lnTo>
                    <a:pt x="267899" y="1323836"/>
                  </a:lnTo>
                  <a:lnTo>
                    <a:pt x="266828" y="1324258"/>
                  </a:lnTo>
                  <a:lnTo>
                    <a:pt x="265756" y="1324680"/>
                  </a:lnTo>
                  <a:lnTo>
                    <a:pt x="264684" y="1325101"/>
                  </a:lnTo>
                  <a:lnTo>
                    <a:pt x="263613" y="1325522"/>
                  </a:lnTo>
                  <a:lnTo>
                    <a:pt x="262541" y="1325942"/>
                  </a:lnTo>
                  <a:lnTo>
                    <a:pt x="261470" y="1326362"/>
                  </a:lnTo>
                  <a:lnTo>
                    <a:pt x="260398" y="1326782"/>
                  </a:lnTo>
                  <a:lnTo>
                    <a:pt x="259326" y="1327201"/>
                  </a:lnTo>
                  <a:lnTo>
                    <a:pt x="258255" y="1327620"/>
                  </a:lnTo>
                  <a:lnTo>
                    <a:pt x="257183" y="1328039"/>
                  </a:lnTo>
                  <a:lnTo>
                    <a:pt x="256112" y="1328457"/>
                  </a:lnTo>
                  <a:lnTo>
                    <a:pt x="255040" y="1328875"/>
                  </a:lnTo>
                  <a:lnTo>
                    <a:pt x="253968" y="1329293"/>
                  </a:lnTo>
                  <a:lnTo>
                    <a:pt x="252897" y="1329710"/>
                  </a:lnTo>
                  <a:lnTo>
                    <a:pt x="251825" y="1330127"/>
                  </a:lnTo>
                  <a:lnTo>
                    <a:pt x="250754" y="1330544"/>
                  </a:lnTo>
                  <a:lnTo>
                    <a:pt x="249682" y="1330960"/>
                  </a:lnTo>
                  <a:lnTo>
                    <a:pt x="248610" y="1331376"/>
                  </a:lnTo>
                  <a:lnTo>
                    <a:pt x="247539" y="1331792"/>
                  </a:lnTo>
                  <a:lnTo>
                    <a:pt x="246467" y="1332207"/>
                  </a:lnTo>
                  <a:lnTo>
                    <a:pt x="245396" y="1332622"/>
                  </a:lnTo>
                  <a:lnTo>
                    <a:pt x="244324" y="1333036"/>
                  </a:lnTo>
                  <a:lnTo>
                    <a:pt x="243252" y="1333450"/>
                  </a:lnTo>
                  <a:lnTo>
                    <a:pt x="242181" y="1333864"/>
                  </a:lnTo>
                  <a:lnTo>
                    <a:pt x="241109" y="1334278"/>
                  </a:lnTo>
                  <a:lnTo>
                    <a:pt x="240038" y="1334691"/>
                  </a:lnTo>
                  <a:lnTo>
                    <a:pt x="238966" y="1335103"/>
                  </a:lnTo>
                  <a:lnTo>
                    <a:pt x="237894" y="1335516"/>
                  </a:lnTo>
                  <a:lnTo>
                    <a:pt x="236823" y="1335928"/>
                  </a:lnTo>
                  <a:lnTo>
                    <a:pt x="235751" y="1336340"/>
                  </a:lnTo>
                  <a:lnTo>
                    <a:pt x="234680" y="1336751"/>
                  </a:lnTo>
                  <a:lnTo>
                    <a:pt x="233608" y="1337162"/>
                  </a:lnTo>
                  <a:lnTo>
                    <a:pt x="232536" y="1337573"/>
                  </a:lnTo>
                  <a:lnTo>
                    <a:pt x="231465" y="1337983"/>
                  </a:lnTo>
                  <a:lnTo>
                    <a:pt x="230393" y="1338393"/>
                  </a:lnTo>
                  <a:lnTo>
                    <a:pt x="229322" y="1338802"/>
                  </a:lnTo>
                  <a:lnTo>
                    <a:pt x="228250" y="1339212"/>
                  </a:lnTo>
                  <a:lnTo>
                    <a:pt x="227178" y="1339620"/>
                  </a:lnTo>
                  <a:lnTo>
                    <a:pt x="226107" y="1340029"/>
                  </a:lnTo>
                  <a:lnTo>
                    <a:pt x="225035" y="1340437"/>
                  </a:lnTo>
                  <a:lnTo>
                    <a:pt x="223964" y="1340845"/>
                  </a:lnTo>
                  <a:lnTo>
                    <a:pt x="222892" y="1341252"/>
                  </a:lnTo>
                  <a:lnTo>
                    <a:pt x="221820" y="1341659"/>
                  </a:lnTo>
                  <a:lnTo>
                    <a:pt x="220749" y="1342066"/>
                  </a:lnTo>
                  <a:lnTo>
                    <a:pt x="219677" y="1342473"/>
                  </a:lnTo>
                  <a:lnTo>
                    <a:pt x="218606" y="1342879"/>
                  </a:lnTo>
                  <a:lnTo>
                    <a:pt x="217534" y="1343284"/>
                  </a:lnTo>
                  <a:lnTo>
                    <a:pt x="216462" y="1343690"/>
                  </a:lnTo>
                  <a:lnTo>
                    <a:pt x="215391" y="1344095"/>
                  </a:lnTo>
                  <a:lnTo>
                    <a:pt x="214319" y="1344499"/>
                  </a:lnTo>
                  <a:lnTo>
                    <a:pt x="213248" y="1344904"/>
                  </a:lnTo>
                  <a:lnTo>
                    <a:pt x="212176" y="1345307"/>
                  </a:lnTo>
                  <a:lnTo>
                    <a:pt x="211104" y="1345711"/>
                  </a:lnTo>
                  <a:lnTo>
                    <a:pt x="210033" y="1346114"/>
                  </a:lnTo>
                  <a:lnTo>
                    <a:pt x="208961" y="1346517"/>
                  </a:lnTo>
                  <a:lnTo>
                    <a:pt x="207890" y="1346920"/>
                  </a:lnTo>
                  <a:lnTo>
                    <a:pt x="206818" y="1347322"/>
                  </a:lnTo>
                  <a:lnTo>
                    <a:pt x="205746" y="1347724"/>
                  </a:lnTo>
                  <a:lnTo>
                    <a:pt x="204675" y="1348125"/>
                  </a:lnTo>
                  <a:lnTo>
                    <a:pt x="203603" y="1348526"/>
                  </a:lnTo>
                  <a:lnTo>
                    <a:pt x="202532" y="1348927"/>
                  </a:lnTo>
                  <a:lnTo>
                    <a:pt x="201460" y="1349327"/>
                  </a:lnTo>
                  <a:lnTo>
                    <a:pt x="200388" y="1349727"/>
                  </a:lnTo>
                  <a:lnTo>
                    <a:pt x="199317" y="1350127"/>
                  </a:lnTo>
                  <a:lnTo>
                    <a:pt x="198245" y="1350526"/>
                  </a:lnTo>
                  <a:lnTo>
                    <a:pt x="197174" y="1350925"/>
                  </a:lnTo>
                  <a:lnTo>
                    <a:pt x="196102" y="1351324"/>
                  </a:lnTo>
                  <a:lnTo>
                    <a:pt x="195030" y="1351722"/>
                  </a:lnTo>
                  <a:lnTo>
                    <a:pt x="193959" y="1352120"/>
                  </a:lnTo>
                  <a:lnTo>
                    <a:pt x="192887" y="1352518"/>
                  </a:lnTo>
                  <a:lnTo>
                    <a:pt x="191816" y="1352915"/>
                  </a:lnTo>
                  <a:lnTo>
                    <a:pt x="190744" y="1353312"/>
                  </a:lnTo>
                  <a:lnTo>
                    <a:pt x="189672" y="1353708"/>
                  </a:lnTo>
                  <a:lnTo>
                    <a:pt x="188601" y="1354104"/>
                  </a:lnTo>
                  <a:lnTo>
                    <a:pt x="187529" y="1354500"/>
                  </a:lnTo>
                  <a:lnTo>
                    <a:pt x="186458" y="1354895"/>
                  </a:lnTo>
                  <a:lnTo>
                    <a:pt x="185386" y="1355290"/>
                  </a:lnTo>
                  <a:lnTo>
                    <a:pt x="184314" y="1355685"/>
                  </a:lnTo>
                  <a:lnTo>
                    <a:pt x="183243" y="1356080"/>
                  </a:lnTo>
                  <a:lnTo>
                    <a:pt x="182171" y="1356474"/>
                  </a:lnTo>
                  <a:lnTo>
                    <a:pt x="181100" y="1356867"/>
                  </a:lnTo>
                  <a:lnTo>
                    <a:pt x="180028" y="1357261"/>
                  </a:lnTo>
                  <a:lnTo>
                    <a:pt x="178956" y="1357653"/>
                  </a:lnTo>
                  <a:lnTo>
                    <a:pt x="177885" y="1358046"/>
                  </a:lnTo>
                  <a:lnTo>
                    <a:pt x="176813" y="1358438"/>
                  </a:lnTo>
                  <a:lnTo>
                    <a:pt x="175742" y="1358830"/>
                  </a:lnTo>
                  <a:lnTo>
                    <a:pt x="174670" y="1359222"/>
                  </a:lnTo>
                  <a:lnTo>
                    <a:pt x="173599" y="1359613"/>
                  </a:lnTo>
                  <a:lnTo>
                    <a:pt x="172527" y="1360004"/>
                  </a:lnTo>
                  <a:lnTo>
                    <a:pt x="171455" y="1360394"/>
                  </a:lnTo>
                  <a:lnTo>
                    <a:pt x="170384" y="1360784"/>
                  </a:lnTo>
                  <a:lnTo>
                    <a:pt x="169312" y="1361174"/>
                  </a:lnTo>
                  <a:lnTo>
                    <a:pt x="168241" y="1361564"/>
                  </a:lnTo>
                  <a:lnTo>
                    <a:pt x="167169" y="1361953"/>
                  </a:lnTo>
                  <a:lnTo>
                    <a:pt x="166097" y="1362341"/>
                  </a:lnTo>
                  <a:lnTo>
                    <a:pt x="165026" y="1362730"/>
                  </a:lnTo>
                  <a:lnTo>
                    <a:pt x="163954" y="1363118"/>
                  </a:lnTo>
                  <a:lnTo>
                    <a:pt x="162883" y="1363505"/>
                  </a:lnTo>
                  <a:lnTo>
                    <a:pt x="161811" y="1363893"/>
                  </a:lnTo>
                  <a:lnTo>
                    <a:pt x="160739" y="1364280"/>
                  </a:lnTo>
                  <a:lnTo>
                    <a:pt x="159668" y="1364666"/>
                  </a:lnTo>
                  <a:lnTo>
                    <a:pt x="158596" y="1365052"/>
                  </a:lnTo>
                  <a:lnTo>
                    <a:pt x="157525" y="1365438"/>
                  </a:lnTo>
                  <a:lnTo>
                    <a:pt x="156453" y="1365824"/>
                  </a:lnTo>
                  <a:lnTo>
                    <a:pt x="155381" y="1366209"/>
                  </a:lnTo>
                  <a:lnTo>
                    <a:pt x="154310" y="1366594"/>
                  </a:lnTo>
                  <a:lnTo>
                    <a:pt x="153238" y="1366978"/>
                  </a:lnTo>
                  <a:lnTo>
                    <a:pt x="152167" y="1367362"/>
                  </a:lnTo>
                  <a:lnTo>
                    <a:pt x="151095" y="1367746"/>
                  </a:lnTo>
                  <a:lnTo>
                    <a:pt x="150023" y="1368130"/>
                  </a:lnTo>
                  <a:lnTo>
                    <a:pt x="148952" y="1368513"/>
                  </a:lnTo>
                  <a:lnTo>
                    <a:pt x="147880" y="1368895"/>
                  </a:lnTo>
                  <a:lnTo>
                    <a:pt x="146809" y="1369278"/>
                  </a:lnTo>
                  <a:lnTo>
                    <a:pt x="145737" y="1369660"/>
                  </a:lnTo>
                  <a:lnTo>
                    <a:pt x="144665" y="1370041"/>
                  </a:lnTo>
                  <a:lnTo>
                    <a:pt x="143594" y="1370423"/>
                  </a:lnTo>
                  <a:lnTo>
                    <a:pt x="142522" y="1370804"/>
                  </a:lnTo>
                  <a:lnTo>
                    <a:pt x="141451" y="1371184"/>
                  </a:lnTo>
                  <a:lnTo>
                    <a:pt x="140379" y="1371565"/>
                  </a:lnTo>
                  <a:lnTo>
                    <a:pt x="139307" y="1371944"/>
                  </a:lnTo>
                  <a:lnTo>
                    <a:pt x="138236" y="1372324"/>
                  </a:lnTo>
                  <a:lnTo>
                    <a:pt x="137164" y="1372703"/>
                  </a:lnTo>
                  <a:lnTo>
                    <a:pt x="136093" y="1373082"/>
                  </a:lnTo>
                  <a:lnTo>
                    <a:pt x="135021" y="1373461"/>
                  </a:lnTo>
                  <a:lnTo>
                    <a:pt x="133949" y="1373839"/>
                  </a:lnTo>
                  <a:lnTo>
                    <a:pt x="132878" y="1374217"/>
                  </a:lnTo>
                  <a:lnTo>
                    <a:pt x="131806" y="1374594"/>
                  </a:lnTo>
                  <a:lnTo>
                    <a:pt x="130735" y="1374971"/>
                  </a:lnTo>
                  <a:lnTo>
                    <a:pt x="129663" y="1375348"/>
                  </a:lnTo>
                  <a:lnTo>
                    <a:pt x="128591" y="1375724"/>
                  </a:lnTo>
                  <a:lnTo>
                    <a:pt x="127520" y="1376100"/>
                  </a:lnTo>
                  <a:lnTo>
                    <a:pt x="126448" y="1376476"/>
                  </a:lnTo>
                  <a:lnTo>
                    <a:pt x="125377" y="1376851"/>
                  </a:lnTo>
                  <a:lnTo>
                    <a:pt x="124305" y="1377226"/>
                  </a:lnTo>
                  <a:lnTo>
                    <a:pt x="123233" y="1377601"/>
                  </a:lnTo>
                  <a:lnTo>
                    <a:pt x="122162" y="1377975"/>
                  </a:lnTo>
                  <a:lnTo>
                    <a:pt x="121090" y="1378349"/>
                  </a:lnTo>
                  <a:lnTo>
                    <a:pt x="120019" y="1378723"/>
                  </a:lnTo>
                  <a:lnTo>
                    <a:pt x="118947" y="1379096"/>
                  </a:lnTo>
                  <a:lnTo>
                    <a:pt x="117875" y="1379469"/>
                  </a:lnTo>
                  <a:lnTo>
                    <a:pt x="116804" y="1379841"/>
                  </a:lnTo>
                  <a:lnTo>
                    <a:pt x="115732" y="1380214"/>
                  </a:lnTo>
                  <a:lnTo>
                    <a:pt x="114661" y="1380586"/>
                  </a:lnTo>
                  <a:lnTo>
                    <a:pt x="113589" y="1380957"/>
                  </a:lnTo>
                  <a:lnTo>
                    <a:pt x="112517" y="1381328"/>
                  </a:lnTo>
                  <a:lnTo>
                    <a:pt x="111446" y="1381699"/>
                  </a:lnTo>
                  <a:lnTo>
                    <a:pt x="110374" y="1382069"/>
                  </a:lnTo>
                  <a:lnTo>
                    <a:pt x="109303" y="1382440"/>
                  </a:lnTo>
                  <a:lnTo>
                    <a:pt x="108231" y="1382809"/>
                  </a:lnTo>
                  <a:lnTo>
                    <a:pt x="107159" y="1383179"/>
                  </a:lnTo>
                  <a:lnTo>
                    <a:pt x="106088" y="1383548"/>
                  </a:lnTo>
                  <a:lnTo>
                    <a:pt x="105016" y="1383917"/>
                  </a:lnTo>
                  <a:lnTo>
                    <a:pt x="103945" y="1384285"/>
                  </a:lnTo>
                  <a:lnTo>
                    <a:pt x="102873" y="1384653"/>
                  </a:lnTo>
                  <a:lnTo>
                    <a:pt x="101801" y="1385021"/>
                  </a:lnTo>
                  <a:lnTo>
                    <a:pt x="100730" y="1385388"/>
                  </a:lnTo>
                  <a:lnTo>
                    <a:pt x="99658" y="1385755"/>
                  </a:lnTo>
                  <a:lnTo>
                    <a:pt x="98587" y="1386122"/>
                  </a:lnTo>
                  <a:lnTo>
                    <a:pt x="97515" y="1386488"/>
                  </a:lnTo>
                  <a:lnTo>
                    <a:pt x="96443" y="1386854"/>
                  </a:lnTo>
                  <a:lnTo>
                    <a:pt x="95372" y="1387219"/>
                  </a:lnTo>
                  <a:lnTo>
                    <a:pt x="94300" y="1387585"/>
                  </a:lnTo>
                  <a:lnTo>
                    <a:pt x="93229" y="1387950"/>
                  </a:lnTo>
                  <a:lnTo>
                    <a:pt x="92157" y="1388314"/>
                  </a:lnTo>
                  <a:lnTo>
                    <a:pt x="91085" y="1388678"/>
                  </a:lnTo>
                  <a:lnTo>
                    <a:pt x="90014" y="1389042"/>
                  </a:lnTo>
                  <a:lnTo>
                    <a:pt x="88942" y="1389406"/>
                  </a:lnTo>
                  <a:lnTo>
                    <a:pt x="87871" y="1389769"/>
                  </a:lnTo>
                  <a:lnTo>
                    <a:pt x="86799" y="1390132"/>
                  </a:lnTo>
                  <a:lnTo>
                    <a:pt x="85727" y="1390494"/>
                  </a:lnTo>
                  <a:lnTo>
                    <a:pt x="84656" y="1390856"/>
                  </a:lnTo>
                  <a:lnTo>
                    <a:pt x="83584" y="1391218"/>
                  </a:lnTo>
                  <a:lnTo>
                    <a:pt x="82513" y="1391580"/>
                  </a:lnTo>
                  <a:lnTo>
                    <a:pt x="81441" y="1391941"/>
                  </a:lnTo>
                  <a:lnTo>
                    <a:pt x="80369" y="1392301"/>
                  </a:lnTo>
                  <a:lnTo>
                    <a:pt x="79298" y="1392662"/>
                  </a:lnTo>
                  <a:lnTo>
                    <a:pt x="78226" y="1393022"/>
                  </a:lnTo>
                  <a:lnTo>
                    <a:pt x="77155" y="1393382"/>
                  </a:lnTo>
                  <a:lnTo>
                    <a:pt x="76083" y="1393741"/>
                  </a:lnTo>
                  <a:lnTo>
                    <a:pt x="75011" y="1394100"/>
                  </a:lnTo>
                  <a:lnTo>
                    <a:pt x="73940" y="1394459"/>
                  </a:lnTo>
                  <a:lnTo>
                    <a:pt x="72868" y="1394817"/>
                  </a:lnTo>
                  <a:lnTo>
                    <a:pt x="71797" y="1395175"/>
                  </a:lnTo>
                  <a:lnTo>
                    <a:pt x="70725" y="1395533"/>
                  </a:lnTo>
                  <a:lnTo>
                    <a:pt x="69653" y="1395890"/>
                  </a:lnTo>
                  <a:lnTo>
                    <a:pt x="68582" y="1396247"/>
                  </a:lnTo>
                  <a:lnTo>
                    <a:pt x="67510" y="1396604"/>
                  </a:lnTo>
                  <a:lnTo>
                    <a:pt x="66439" y="1396960"/>
                  </a:lnTo>
                  <a:lnTo>
                    <a:pt x="65367" y="1397316"/>
                  </a:lnTo>
                  <a:lnTo>
                    <a:pt x="64295" y="1397672"/>
                  </a:lnTo>
                  <a:lnTo>
                    <a:pt x="63224" y="1398027"/>
                  </a:lnTo>
                  <a:lnTo>
                    <a:pt x="62152" y="1398382"/>
                  </a:lnTo>
                  <a:lnTo>
                    <a:pt x="61081" y="1398737"/>
                  </a:lnTo>
                  <a:lnTo>
                    <a:pt x="60009" y="1399091"/>
                  </a:lnTo>
                  <a:lnTo>
                    <a:pt x="58937" y="1399445"/>
                  </a:lnTo>
                  <a:lnTo>
                    <a:pt x="57866" y="1399798"/>
                  </a:lnTo>
                  <a:lnTo>
                    <a:pt x="56794" y="1400152"/>
                  </a:lnTo>
                  <a:lnTo>
                    <a:pt x="55723" y="1400504"/>
                  </a:lnTo>
                  <a:lnTo>
                    <a:pt x="54651" y="1400857"/>
                  </a:lnTo>
                  <a:lnTo>
                    <a:pt x="53579" y="1401209"/>
                  </a:lnTo>
                  <a:lnTo>
                    <a:pt x="52508" y="1401561"/>
                  </a:lnTo>
                  <a:lnTo>
                    <a:pt x="51436" y="1401913"/>
                  </a:lnTo>
                  <a:lnTo>
                    <a:pt x="50365" y="1402264"/>
                  </a:lnTo>
                  <a:lnTo>
                    <a:pt x="49293" y="1402615"/>
                  </a:lnTo>
                  <a:lnTo>
                    <a:pt x="48221" y="1402965"/>
                  </a:lnTo>
                  <a:lnTo>
                    <a:pt x="47150" y="1403315"/>
                  </a:lnTo>
                  <a:lnTo>
                    <a:pt x="46078" y="1403665"/>
                  </a:lnTo>
                  <a:lnTo>
                    <a:pt x="45007" y="1404015"/>
                  </a:lnTo>
                  <a:lnTo>
                    <a:pt x="43935" y="1404364"/>
                  </a:lnTo>
                  <a:lnTo>
                    <a:pt x="42863" y="1404713"/>
                  </a:lnTo>
                  <a:lnTo>
                    <a:pt x="41792" y="1405061"/>
                  </a:lnTo>
                  <a:lnTo>
                    <a:pt x="40720" y="1405409"/>
                  </a:lnTo>
                  <a:lnTo>
                    <a:pt x="39649" y="1405757"/>
                  </a:lnTo>
                  <a:lnTo>
                    <a:pt x="38577" y="1406105"/>
                  </a:lnTo>
                  <a:lnTo>
                    <a:pt x="37505" y="1406452"/>
                  </a:lnTo>
                  <a:lnTo>
                    <a:pt x="36434" y="1406799"/>
                  </a:lnTo>
                  <a:lnTo>
                    <a:pt x="35362" y="1407145"/>
                  </a:lnTo>
                  <a:lnTo>
                    <a:pt x="34291" y="1407491"/>
                  </a:lnTo>
                  <a:lnTo>
                    <a:pt x="33219" y="1407837"/>
                  </a:lnTo>
                  <a:lnTo>
                    <a:pt x="32147" y="1408183"/>
                  </a:lnTo>
                  <a:lnTo>
                    <a:pt x="31076" y="1408528"/>
                  </a:lnTo>
                  <a:lnTo>
                    <a:pt x="30004" y="1408872"/>
                  </a:lnTo>
                  <a:lnTo>
                    <a:pt x="28933" y="1409217"/>
                  </a:lnTo>
                  <a:lnTo>
                    <a:pt x="27861" y="1409561"/>
                  </a:lnTo>
                  <a:lnTo>
                    <a:pt x="26789" y="1409905"/>
                  </a:lnTo>
                  <a:lnTo>
                    <a:pt x="25718" y="1410248"/>
                  </a:lnTo>
                  <a:lnTo>
                    <a:pt x="24646" y="1410591"/>
                  </a:lnTo>
                  <a:lnTo>
                    <a:pt x="23575" y="1410934"/>
                  </a:lnTo>
                  <a:lnTo>
                    <a:pt x="22503" y="1411277"/>
                  </a:lnTo>
                  <a:lnTo>
                    <a:pt x="21431" y="1411619"/>
                  </a:lnTo>
                  <a:lnTo>
                    <a:pt x="20360" y="1411961"/>
                  </a:lnTo>
                  <a:lnTo>
                    <a:pt x="19288" y="1412302"/>
                  </a:lnTo>
                  <a:lnTo>
                    <a:pt x="18217" y="1412643"/>
                  </a:lnTo>
                  <a:lnTo>
                    <a:pt x="17145" y="1412984"/>
                  </a:lnTo>
                  <a:lnTo>
                    <a:pt x="16073" y="1413324"/>
                  </a:lnTo>
                  <a:lnTo>
                    <a:pt x="15002" y="1413664"/>
                  </a:lnTo>
                  <a:lnTo>
                    <a:pt x="13930" y="1414004"/>
                  </a:lnTo>
                  <a:lnTo>
                    <a:pt x="12859" y="1414344"/>
                  </a:lnTo>
                  <a:lnTo>
                    <a:pt x="11787" y="1414683"/>
                  </a:lnTo>
                  <a:lnTo>
                    <a:pt x="10715" y="1415022"/>
                  </a:lnTo>
                  <a:lnTo>
                    <a:pt x="9644" y="1415360"/>
                  </a:lnTo>
                  <a:lnTo>
                    <a:pt x="8572" y="1415698"/>
                  </a:lnTo>
                  <a:lnTo>
                    <a:pt x="7501" y="1416036"/>
                  </a:lnTo>
                  <a:lnTo>
                    <a:pt x="6429" y="1416373"/>
                  </a:lnTo>
                  <a:lnTo>
                    <a:pt x="5357" y="1416711"/>
                  </a:lnTo>
                  <a:lnTo>
                    <a:pt x="4286" y="1417047"/>
                  </a:lnTo>
                  <a:lnTo>
                    <a:pt x="3214" y="1417384"/>
                  </a:lnTo>
                  <a:lnTo>
                    <a:pt x="2143" y="1417720"/>
                  </a:lnTo>
                  <a:lnTo>
                    <a:pt x="1071" y="1418056"/>
                  </a:lnTo>
                  <a:lnTo>
                    <a:pt x="0" y="1418391"/>
                  </a:lnTo>
                  <a:lnTo>
                    <a:pt x="0" y="141839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684231" y="954141"/>
              <a:ext cx="3856684" cy="1577493"/>
            </a:xfrm>
            <a:custGeom>
              <a:avLst/>
              <a:gdLst/>
              <a:ahLst/>
              <a:cxnLst/>
              <a:rect l="0" t="0" r="0" b="0"/>
              <a:pathLst>
                <a:path w="3856684" h="1577493">
                  <a:moveTo>
                    <a:pt x="0" y="1577493"/>
                  </a:moveTo>
                  <a:lnTo>
                    <a:pt x="1071" y="1577180"/>
                  </a:lnTo>
                  <a:lnTo>
                    <a:pt x="2143" y="1576866"/>
                  </a:lnTo>
                  <a:lnTo>
                    <a:pt x="3214" y="1576552"/>
                  </a:lnTo>
                  <a:lnTo>
                    <a:pt x="4286" y="1576238"/>
                  </a:lnTo>
                  <a:lnTo>
                    <a:pt x="5357" y="1575924"/>
                  </a:lnTo>
                  <a:lnTo>
                    <a:pt x="6429" y="1575609"/>
                  </a:lnTo>
                  <a:lnTo>
                    <a:pt x="7501" y="1575295"/>
                  </a:lnTo>
                  <a:lnTo>
                    <a:pt x="8572" y="1574979"/>
                  </a:lnTo>
                  <a:lnTo>
                    <a:pt x="9644" y="1574664"/>
                  </a:lnTo>
                  <a:lnTo>
                    <a:pt x="10715" y="1574349"/>
                  </a:lnTo>
                  <a:lnTo>
                    <a:pt x="11787" y="1574033"/>
                  </a:lnTo>
                  <a:lnTo>
                    <a:pt x="12859" y="1573717"/>
                  </a:lnTo>
                  <a:lnTo>
                    <a:pt x="13930" y="1573400"/>
                  </a:lnTo>
                  <a:lnTo>
                    <a:pt x="15002" y="1573084"/>
                  </a:lnTo>
                  <a:lnTo>
                    <a:pt x="16073" y="1572767"/>
                  </a:lnTo>
                  <a:lnTo>
                    <a:pt x="17145" y="1572450"/>
                  </a:lnTo>
                  <a:lnTo>
                    <a:pt x="18217" y="1572133"/>
                  </a:lnTo>
                  <a:lnTo>
                    <a:pt x="19288" y="1571815"/>
                  </a:lnTo>
                  <a:lnTo>
                    <a:pt x="20360" y="1571497"/>
                  </a:lnTo>
                  <a:lnTo>
                    <a:pt x="21431" y="1571179"/>
                  </a:lnTo>
                  <a:lnTo>
                    <a:pt x="22503" y="1570861"/>
                  </a:lnTo>
                  <a:lnTo>
                    <a:pt x="23575" y="1570542"/>
                  </a:lnTo>
                  <a:lnTo>
                    <a:pt x="24646" y="1570223"/>
                  </a:lnTo>
                  <a:lnTo>
                    <a:pt x="25718" y="1569904"/>
                  </a:lnTo>
                  <a:lnTo>
                    <a:pt x="26789" y="1569585"/>
                  </a:lnTo>
                  <a:lnTo>
                    <a:pt x="27861" y="1569265"/>
                  </a:lnTo>
                  <a:lnTo>
                    <a:pt x="28933" y="1568945"/>
                  </a:lnTo>
                  <a:lnTo>
                    <a:pt x="30004" y="1568625"/>
                  </a:lnTo>
                  <a:lnTo>
                    <a:pt x="31076" y="1568305"/>
                  </a:lnTo>
                  <a:lnTo>
                    <a:pt x="32147" y="1567984"/>
                  </a:lnTo>
                  <a:lnTo>
                    <a:pt x="33219" y="1567663"/>
                  </a:lnTo>
                  <a:lnTo>
                    <a:pt x="34291" y="1567342"/>
                  </a:lnTo>
                  <a:lnTo>
                    <a:pt x="35362" y="1567021"/>
                  </a:lnTo>
                  <a:lnTo>
                    <a:pt x="36434" y="1566699"/>
                  </a:lnTo>
                  <a:lnTo>
                    <a:pt x="37505" y="1566377"/>
                  </a:lnTo>
                  <a:lnTo>
                    <a:pt x="38577" y="1566055"/>
                  </a:lnTo>
                  <a:lnTo>
                    <a:pt x="39649" y="1565733"/>
                  </a:lnTo>
                  <a:lnTo>
                    <a:pt x="40720" y="1565410"/>
                  </a:lnTo>
                  <a:lnTo>
                    <a:pt x="41792" y="1565087"/>
                  </a:lnTo>
                  <a:lnTo>
                    <a:pt x="42863" y="1564764"/>
                  </a:lnTo>
                  <a:lnTo>
                    <a:pt x="43935" y="1564440"/>
                  </a:lnTo>
                  <a:lnTo>
                    <a:pt x="45007" y="1564117"/>
                  </a:lnTo>
                  <a:lnTo>
                    <a:pt x="46078" y="1563793"/>
                  </a:lnTo>
                  <a:lnTo>
                    <a:pt x="47150" y="1563469"/>
                  </a:lnTo>
                  <a:lnTo>
                    <a:pt x="48221" y="1563144"/>
                  </a:lnTo>
                  <a:lnTo>
                    <a:pt x="49293" y="1562819"/>
                  </a:lnTo>
                  <a:lnTo>
                    <a:pt x="50365" y="1562494"/>
                  </a:lnTo>
                  <a:lnTo>
                    <a:pt x="51436" y="1562169"/>
                  </a:lnTo>
                  <a:lnTo>
                    <a:pt x="52508" y="1561843"/>
                  </a:lnTo>
                  <a:lnTo>
                    <a:pt x="53579" y="1561518"/>
                  </a:lnTo>
                  <a:lnTo>
                    <a:pt x="54651" y="1561192"/>
                  </a:lnTo>
                  <a:lnTo>
                    <a:pt x="55723" y="1560865"/>
                  </a:lnTo>
                  <a:lnTo>
                    <a:pt x="56794" y="1560539"/>
                  </a:lnTo>
                  <a:lnTo>
                    <a:pt x="57866" y="1560212"/>
                  </a:lnTo>
                  <a:lnTo>
                    <a:pt x="58937" y="1559885"/>
                  </a:lnTo>
                  <a:lnTo>
                    <a:pt x="60009" y="1559557"/>
                  </a:lnTo>
                  <a:lnTo>
                    <a:pt x="61081" y="1559230"/>
                  </a:lnTo>
                  <a:lnTo>
                    <a:pt x="62152" y="1558902"/>
                  </a:lnTo>
                  <a:lnTo>
                    <a:pt x="63224" y="1558574"/>
                  </a:lnTo>
                  <a:lnTo>
                    <a:pt x="64295" y="1558245"/>
                  </a:lnTo>
                  <a:lnTo>
                    <a:pt x="65367" y="1557917"/>
                  </a:lnTo>
                  <a:lnTo>
                    <a:pt x="66439" y="1557588"/>
                  </a:lnTo>
                  <a:lnTo>
                    <a:pt x="67510" y="1557259"/>
                  </a:lnTo>
                  <a:lnTo>
                    <a:pt x="68582" y="1556929"/>
                  </a:lnTo>
                  <a:lnTo>
                    <a:pt x="69653" y="1556600"/>
                  </a:lnTo>
                  <a:lnTo>
                    <a:pt x="70725" y="1556270"/>
                  </a:lnTo>
                  <a:lnTo>
                    <a:pt x="71797" y="1555939"/>
                  </a:lnTo>
                  <a:lnTo>
                    <a:pt x="72868" y="1555609"/>
                  </a:lnTo>
                  <a:lnTo>
                    <a:pt x="73940" y="1555278"/>
                  </a:lnTo>
                  <a:lnTo>
                    <a:pt x="75011" y="1554947"/>
                  </a:lnTo>
                  <a:lnTo>
                    <a:pt x="76083" y="1554616"/>
                  </a:lnTo>
                  <a:lnTo>
                    <a:pt x="77155" y="1554284"/>
                  </a:lnTo>
                  <a:lnTo>
                    <a:pt x="78226" y="1553952"/>
                  </a:lnTo>
                  <a:lnTo>
                    <a:pt x="79298" y="1553620"/>
                  </a:lnTo>
                  <a:lnTo>
                    <a:pt x="80369" y="1553288"/>
                  </a:lnTo>
                  <a:lnTo>
                    <a:pt x="81441" y="1552955"/>
                  </a:lnTo>
                  <a:lnTo>
                    <a:pt x="82513" y="1552622"/>
                  </a:lnTo>
                  <a:lnTo>
                    <a:pt x="83584" y="1552289"/>
                  </a:lnTo>
                  <a:lnTo>
                    <a:pt x="84656" y="1551956"/>
                  </a:lnTo>
                  <a:lnTo>
                    <a:pt x="85727" y="1551622"/>
                  </a:lnTo>
                  <a:lnTo>
                    <a:pt x="86799" y="1551288"/>
                  </a:lnTo>
                  <a:lnTo>
                    <a:pt x="87871" y="1550954"/>
                  </a:lnTo>
                  <a:lnTo>
                    <a:pt x="88942" y="1550620"/>
                  </a:lnTo>
                  <a:lnTo>
                    <a:pt x="90014" y="1550285"/>
                  </a:lnTo>
                  <a:lnTo>
                    <a:pt x="91085" y="1549950"/>
                  </a:lnTo>
                  <a:lnTo>
                    <a:pt x="92157" y="1549615"/>
                  </a:lnTo>
                  <a:lnTo>
                    <a:pt x="93229" y="1549279"/>
                  </a:lnTo>
                  <a:lnTo>
                    <a:pt x="94300" y="1548943"/>
                  </a:lnTo>
                  <a:lnTo>
                    <a:pt x="95372" y="1548607"/>
                  </a:lnTo>
                  <a:lnTo>
                    <a:pt x="96443" y="1548271"/>
                  </a:lnTo>
                  <a:lnTo>
                    <a:pt x="97515" y="1547934"/>
                  </a:lnTo>
                  <a:lnTo>
                    <a:pt x="98587" y="1547597"/>
                  </a:lnTo>
                  <a:lnTo>
                    <a:pt x="99658" y="1547260"/>
                  </a:lnTo>
                  <a:lnTo>
                    <a:pt x="100730" y="1546923"/>
                  </a:lnTo>
                  <a:lnTo>
                    <a:pt x="101801" y="1546585"/>
                  </a:lnTo>
                  <a:lnTo>
                    <a:pt x="102873" y="1546247"/>
                  </a:lnTo>
                  <a:lnTo>
                    <a:pt x="103945" y="1545909"/>
                  </a:lnTo>
                  <a:lnTo>
                    <a:pt x="105016" y="1545570"/>
                  </a:lnTo>
                  <a:lnTo>
                    <a:pt x="106088" y="1545231"/>
                  </a:lnTo>
                  <a:lnTo>
                    <a:pt x="107159" y="1544892"/>
                  </a:lnTo>
                  <a:lnTo>
                    <a:pt x="108231" y="1544553"/>
                  </a:lnTo>
                  <a:lnTo>
                    <a:pt x="109303" y="1544213"/>
                  </a:lnTo>
                  <a:lnTo>
                    <a:pt x="110374" y="1543874"/>
                  </a:lnTo>
                  <a:lnTo>
                    <a:pt x="111446" y="1543534"/>
                  </a:lnTo>
                  <a:lnTo>
                    <a:pt x="112517" y="1543193"/>
                  </a:lnTo>
                  <a:lnTo>
                    <a:pt x="113589" y="1542852"/>
                  </a:lnTo>
                  <a:lnTo>
                    <a:pt x="114661" y="1542511"/>
                  </a:lnTo>
                  <a:lnTo>
                    <a:pt x="115732" y="1542170"/>
                  </a:lnTo>
                  <a:lnTo>
                    <a:pt x="116804" y="1541829"/>
                  </a:lnTo>
                  <a:lnTo>
                    <a:pt x="117875" y="1541487"/>
                  </a:lnTo>
                  <a:lnTo>
                    <a:pt x="118947" y="1541145"/>
                  </a:lnTo>
                  <a:lnTo>
                    <a:pt x="120019" y="1540803"/>
                  </a:lnTo>
                  <a:lnTo>
                    <a:pt x="121090" y="1540460"/>
                  </a:lnTo>
                  <a:lnTo>
                    <a:pt x="122162" y="1540117"/>
                  </a:lnTo>
                  <a:lnTo>
                    <a:pt x="123233" y="1539774"/>
                  </a:lnTo>
                  <a:lnTo>
                    <a:pt x="124305" y="1539431"/>
                  </a:lnTo>
                  <a:lnTo>
                    <a:pt x="125377" y="1539087"/>
                  </a:lnTo>
                  <a:lnTo>
                    <a:pt x="126448" y="1538743"/>
                  </a:lnTo>
                  <a:lnTo>
                    <a:pt x="127520" y="1538399"/>
                  </a:lnTo>
                  <a:lnTo>
                    <a:pt x="128591" y="1538054"/>
                  </a:lnTo>
                  <a:lnTo>
                    <a:pt x="129663" y="1537710"/>
                  </a:lnTo>
                  <a:lnTo>
                    <a:pt x="130735" y="1537365"/>
                  </a:lnTo>
                  <a:lnTo>
                    <a:pt x="131806" y="1537019"/>
                  </a:lnTo>
                  <a:lnTo>
                    <a:pt x="132878" y="1536674"/>
                  </a:lnTo>
                  <a:lnTo>
                    <a:pt x="133949" y="1536328"/>
                  </a:lnTo>
                  <a:lnTo>
                    <a:pt x="135021" y="1535982"/>
                  </a:lnTo>
                  <a:lnTo>
                    <a:pt x="136093" y="1535635"/>
                  </a:lnTo>
                  <a:lnTo>
                    <a:pt x="137164" y="1535288"/>
                  </a:lnTo>
                  <a:lnTo>
                    <a:pt x="138236" y="1534942"/>
                  </a:lnTo>
                  <a:lnTo>
                    <a:pt x="139307" y="1534594"/>
                  </a:lnTo>
                  <a:lnTo>
                    <a:pt x="140379" y="1534247"/>
                  </a:lnTo>
                  <a:lnTo>
                    <a:pt x="141451" y="1533899"/>
                  </a:lnTo>
                  <a:lnTo>
                    <a:pt x="142522" y="1533551"/>
                  </a:lnTo>
                  <a:lnTo>
                    <a:pt x="143594" y="1533202"/>
                  </a:lnTo>
                  <a:lnTo>
                    <a:pt x="144665" y="1532854"/>
                  </a:lnTo>
                  <a:lnTo>
                    <a:pt x="145737" y="1532505"/>
                  </a:lnTo>
                  <a:lnTo>
                    <a:pt x="146809" y="1532156"/>
                  </a:lnTo>
                  <a:lnTo>
                    <a:pt x="147880" y="1531806"/>
                  </a:lnTo>
                  <a:lnTo>
                    <a:pt x="148952" y="1531456"/>
                  </a:lnTo>
                  <a:lnTo>
                    <a:pt x="150023" y="1531106"/>
                  </a:lnTo>
                  <a:lnTo>
                    <a:pt x="151095" y="1530756"/>
                  </a:lnTo>
                  <a:lnTo>
                    <a:pt x="152167" y="1530405"/>
                  </a:lnTo>
                  <a:lnTo>
                    <a:pt x="153238" y="1530055"/>
                  </a:lnTo>
                  <a:lnTo>
                    <a:pt x="154310" y="1529703"/>
                  </a:lnTo>
                  <a:lnTo>
                    <a:pt x="155381" y="1529352"/>
                  </a:lnTo>
                  <a:lnTo>
                    <a:pt x="156453" y="1529000"/>
                  </a:lnTo>
                  <a:lnTo>
                    <a:pt x="157525" y="1528648"/>
                  </a:lnTo>
                  <a:lnTo>
                    <a:pt x="158596" y="1528296"/>
                  </a:lnTo>
                  <a:lnTo>
                    <a:pt x="159668" y="1527943"/>
                  </a:lnTo>
                  <a:lnTo>
                    <a:pt x="160739" y="1527591"/>
                  </a:lnTo>
                  <a:lnTo>
                    <a:pt x="161811" y="1527238"/>
                  </a:lnTo>
                  <a:lnTo>
                    <a:pt x="162883" y="1526884"/>
                  </a:lnTo>
                  <a:lnTo>
                    <a:pt x="163954" y="1526530"/>
                  </a:lnTo>
                  <a:lnTo>
                    <a:pt x="165026" y="1526176"/>
                  </a:lnTo>
                  <a:lnTo>
                    <a:pt x="166097" y="1525822"/>
                  </a:lnTo>
                  <a:lnTo>
                    <a:pt x="167169" y="1525468"/>
                  </a:lnTo>
                  <a:lnTo>
                    <a:pt x="168241" y="1525113"/>
                  </a:lnTo>
                  <a:lnTo>
                    <a:pt x="169312" y="1524758"/>
                  </a:lnTo>
                  <a:lnTo>
                    <a:pt x="170384" y="1524402"/>
                  </a:lnTo>
                  <a:lnTo>
                    <a:pt x="171455" y="1524047"/>
                  </a:lnTo>
                  <a:lnTo>
                    <a:pt x="172527" y="1523691"/>
                  </a:lnTo>
                  <a:lnTo>
                    <a:pt x="173599" y="1523335"/>
                  </a:lnTo>
                  <a:lnTo>
                    <a:pt x="174670" y="1522978"/>
                  </a:lnTo>
                  <a:lnTo>
                    <a:pt x="175742" y="1522621"/>
                  </a:lnTo>
                  <a:lnTo>
                    <a:pt x="176813" y="1522264"/>
                  </a:lnTo>
                  <a:lnTo>
                    <a:pt x="177885" y="1521907"/>
                  </a:lnTo>
                  <a:lnTo>
                    <a:pt x="178956" y="1521549"/>
                  </a:lnTo>
                  <a:lnTo>
                    <a:pt x="180028" y="1521191"/>
                  </a:lnTo>
                  <a:lnTo>
                    <a:pt x="181100" y="1520833"/>
                  </a:lnTo>
                  <a:lnTo>
                    <a:pt x="182171" y="1520474"/>
                  </a:lnTo>
                  <a:lnTo>
                    <a:pt x="183243" y="1520116"/>
                  </a:lnTo>
                  <a:lnTo>
                    <a:pt x="184314" y="1519756"/>
                  </a:lnTo>
                  <a:lnTo>
                    <a:pt x="185386" y="1519397"/>
                  </a:lnTo>
                  <a:lnTo>
                    <a:pt x="186458" y="1519037"/>
                  </a:lnTo>
                  <a:lnTo>
                    <a:pt x="187529" y="1518677"/>
                  </a:lnTo>
                  <a:lnTo>
                    <a:pt x="188601" y="1518317"/>
                  </a:lnTo>
                  <a:lnTo>
                    <a:pt x="189672" y="1517957"/>
                  </a:lnTo>
                  <a:lnTo>
                    <a:pt x="190744" y="1517596"/>
                  </a:lnTo>
                  <a:lnTo>
                    <a:pt x="191816" y="1517235"/>
                  </a:lnTo>
                  <a:lnTo>
                    <a:pt x="192887" y="1516873"/>
                  </a:lnTo>
                  <a:lnTo>
                    <a:pt x="193959" y="1516512"/>
                  </a:lnTo>
                  <a:lnTo>
                    <a:pt x="195030" y="1516150"/>
                  </a:lnTo>
                  <a:lnTo>
                    <a:pt x="196102" y="1515788"/>
                  </a:lnTo>
                  <a:lnTo>
                    <a:pt x="197174" y="1515425"/>
                  </a:lnTo>
                  <a:lnTo>
                    <a:pt x="198245" y="1515062"/>
                  </a:lnTo>
                  <a:lnTo>
                    <a:pt x="199317" y="1514699"/>
                  </a:lnTo>
                  <a:lnTo>
                    <a:pt x="200388" y="1514336"/>
                  </a:lnTo>
                  <a:lnTo>
                    <a:pt x="201460" y="1513972"/>
                  </a:lnTo>
                  <a:lnTo>
                    <a:pt x="202532" y="1513608"/>
                  </a:lnTo>
                  <a:lnTo>
                    <a:pt x="203603" y="1513244"/>
                  </a:lnTo>
                  <a:lnTo>
                    <a:pt x="204675" y="1512879"/>
                  </a:lnTo>
                  <a:lnTo>
                    <a:pt x="205746" y="1512514"/>
                  </a:lnTo>
                  <a:lnTo>
                    <a:pt x="206818" y="1512149"/>
                  </a:lnTo>
                  <a:lnTo>
                    <a:pt x="207890" y="1511784"/>
                  </a:lnTo>
                  <a:lnTo>
                    <a:pt x="208961" y="1511418"/>
                  </a:lnTo>
                  <a:lnTo>
                    <a:pt x="210033" y="1511052"/>
                  </a:lnTo>
                  <a:lnTo>
                    <a:pt x="211104" y="1510686"/>
                  </a:lnTo>
                  <a:lnTo>
                    <a:pt x="212176" y="1510319"/>
                  </a:lnTo>
                  <a:lnTo>
                    <a:pt x="213248" y="1509952"/>
                  </a:lnTo>
                  <a:lnTo>
                    <a:pt x="214319" y="1509585"/>
                  </a:lnTo>
                  <a:lnTo>
                    <a:pt x="215391" y="1509217"/>
                  </a:lnTo>
                  <a:lnTo>
                    <a:pt x="216462" y="1508850"/>
                  </a:lnTo>
                  <a:lnTo>
                    <a:pt x="217534" y="1508481"/>
                  </a:lnTo>
                  <a:lnTo>
                    <a:pt x="218606" y="1508113"/>
                  </a:lnTo>
                  <a:lnTo>
                    <a:pt x="219677" y="1507744"/>
                  </a:lnTo>
                  <a:lnTo>
                    <a:pt x="220749" y="1507375"/>
                  </a:lnTo>
                  <a:lnTo>
                    <a:pt x="221820" y="1507006"/>
                  </a:lnTo>
                  <a:lnTo>
                    <a:pt x="222892" y="1506637"/>
                  </a:lnTo>
                  <a:lnTo>
                    <a:pt x="223964" y="1506267"/>
                  </a:lnTo>
                  <a:lnTo>
                    <a:pt x="225035" y="1505897"/>
                  </a:lnTo>
                  <a:lnTo>
                    <a:pt x="226107" y="1505526"/>
                  </a:lnTo>
                  <a:lnTo>
                    <a:pt x="227178" y="1505156"/>
                  </a:lnTo>
                  <a:lnTo>
                    <a:pt x="228250" y="1504785"/>
                  </a:lnTo>
                  <a:lnTo>
                    <a:pt x="229322" y="1504413"/>
                  </a:lnTo>
                  <a:lnTo>
                    <a:pt x="230393" y="1504042"/>
                  </a:lnTo>
                  <a:lnTo>
                    <a:pt x="231465" y="1503670"/>
                  </a:lnTo>
                  <a:lnTo>
                    <a:pt x="232536" y="1503297"/>
                  </a:lnTo>
                  <a:lnTo>
                    <a:pt x="233608" y="1502925"/>
                  </a:lnTo>
                  <a:lnTo>
                    <a:pt x="234680" y="1502552"/>
                  </a:lnTo>
                  <a:lnTo>
                    <a:pt x="235751" y="1502179"/>
                  </a:lnTo>
                  <a:lnTo>
                    <a:pt x="236823" y="1501806"/>
                  </a:lnTo>
                  <a:lnTo>
                    <a:pt x="237894" y="1501432"/>
                  </a:lnTo>
                  <a:lnTo>
                    <a:pt x="238966" y="1501058"/>
                  </a:lnTo>
                  <a:lnTo>
                    <a:pt x="240038" y="1500684"/>
                  </a:lnTo>
                  <a:lnTo>
                    <a:pt x="241109" y="1500309"/>
                  </a:lnTo>
                  <a:lnTo>
                    <a:pt x="242181" y="1499934"/>
                  </a:lnTo>
                  <a:lnTo>
                    <a:pt x="243252" y="1499559"/>
                  </a:lnTo>
                  <a:lnTo>
                    <a:pt x="244324" y="1499183"/>
                  </a:lnTo>
                  <a:lnTo>
                    <a:pt x="245396" y="1498808"/>
                  </a:lnTo>
                  <a:lnTo>
                    <a:pt x="246467" y="1498432"/>
                  </a:lnTo>
                  <a:lnTo>
                    <a:pt x="247539" y="1498055"/>
                  </a:lnTo>
                  <a:lnTo>
                    <a:pt x="248610" y="1497678"/>
                  </a:lnTo>
                  <a:lnTo>
                    <a:pt x="249682" y="1497301"/>
                  </a:lnTo>
                  <a:lnTo>
                    <a:pt x="250754" y="1496924"/>
                  </a:lnTo>
                  <a:lnTo>
                    <a:pt x="251825" y="1496547"/>
                  </a:lnTo>
                  <a:lnTo>
                    <a:pt x="252897" y="1496169"/>
                  </a:lnTo>
                  <a:lnTo>
                    <a:pt x="253968" y="1495791"/>
                  </a:lnTo>
                  <a:lnTo>
                    <a:pt x="255040" y="1495412"/>
                  </a:lnTo>
                  <a:lnTo>
                    <a:pt x="256112" y="1495033"/>
                  </a:lnTo>
                  <a:lnTo>
                    <a:pt x="257183" y="1494654"/>
                  </a:lnTo>
                  <a:lnTo>
                    <a:pt x="258255" y="1494275"/>
                  </a:lnTo>
                  <a:lnTo>
                    <a:pt x="259326" y="1493895"/>
                  </a:lnTo>
                  <a:lnTo>
                    <a:pt x="260398" y="1493515"/>
                  </a:lnTo>
                  <a:lnTo>
                    <a:pt x="261470" y="1493135"/>
                  </a:lnTo>
                  <a:lnTo>
                    <a:pt x="262541" y="1492754"/>
                  </a:lnTo>
                  <a:lnTo>
                    <a:pt x="263613" y="1492373"/>
                  </a:lnTo>
                  <a:lnTo>
                    <a:pt x="264684" y="1491992"/>
                  </a:lnTo>
                  <a:lnTo>
                    <a:pt x="265756" y="1491610"/>
                  </a:lnTo>
                  <a:lnTo>
                    <a:pt x="266828" y="1491229"/>
                  </a:lnTo>
                  <a:lnTo>
                    <a:pt x="267899" y="1490846"/>
                  </a:lnTo>
                  <a:lnTo>
                    <a:pt x="268971" y="1490464"/>
                  </a:lnTo>
                  <a:lnTo>
                    <a:pt x="270042" y="1490081"/>
                  </a:lnTo>
                  <a:lnTo>
                    <a:pt x="271114" y="1489698"/>
                  </a:lnTo>
                  <a:lnTo>
                    <a:pt x="272186" y="1489315"/>
                  </a:lnTo>
                  <a:lnTo>
                    <a:pt x="273257" y="1488931"/>
                  </a:lnTo>
                  <a:lnTo>
                    <a:pt x="274329" y="1488547"/>
                  </a:lnTo>
                  <a:lnTo>
                    <a:pt x="275400" y="1488163"/>
                  </a:lnTo>
                  <a:lnTo>
                    <a:pt x="276472" y="1487778"/>
                  </a:lnTo>
                  <a:lnTo>
                    <a:pt x="277544" y="1487393"/>
                  </a:lnTo>
                  <a:lnTo>
                    <a:pt x="278615" y="1487008"/>
                  </a:lnTo>
                  <a:lnTo>
                    <a:pt x="279687" y="1486623"/>
                  </a:lnTo>
                  <a:lnTo>
                    <a:pt x="280758" y="1486237"/>
                  </a:lnTo>
                  <a:lnTo>
                    <a:pt x="281830" y="1485851"/>
                  </a:lnTo>
                  <a:lnTo>
                    <a:pt x="282902" y="1485464"/>
                  </a:lnTo>
                  <a:lnTo>
                    <a:pt x="283973" y="1485078"/>
                  </a:lnTo>
                  <a:lnTo>
                    <a:pt x="285045" y="1484691"/>
                  </a:lnTo>
                  <a:lnTo>
                    <a:pt x="286116" y="1484303"/>
                  </a:lnTo>
                  <a:lnTo>
                    <a:pt x="287188" y="1483915"/>
                  </a:lnTo>
                  <a:lnTo>
                    <a:pt x="288260" y="1483528"/>
                  </a:lnTo>
                  <a:lnTo>
                    <a:pt x="289331" y="1483139"/>
                  </a:lnTo>
                  <a:lnTo>
                    <a:pt x="290403" y="1482751"/>
                  </a:lnTo>
                  <a:lnTo>
                    <a:pt x="291474" y="1482362"/>
                  </a:lnTo>
                  <a:lnTo>
                    <a:pt x="292546" y="1481973"/>
                  </a:lnTo>
                  <a:lnTo>
                    <a:pt x="293618" y="1481583"/>
                  </a:lnTo>
                  <a:lnTo>
                    <a:pt x="294689" y="1481193"/>
                  </a:lnTo>
                  <a:lnTo>
                    <a:pt x="295761" y="1480803"/>
                  </a:lnTo>
                  <a:lnTo>
                    <a:pt x="296832" y="1480413"/>
                  </a:lnTo>
                  <a:lnTo>
                    <a:pt x="297904" y="1480022"/>
                  </a:lnTo>
                  <a:lnTo>
                    <a:pt x="298976" y="1479631"/>
                  </a:lnTo>
                  <a:lnTo>
                    <a:pt x="300047" y="1479239"/>
                  </a:lnTo>
                  <a:lnTo>
                    <a:pt x="301119" y="1478848"/>
                  </a:lnTo>
                  <a:lnTo>
                    <a:pt x="302190" y="1478456"/>
                  </a:lnTo>
                  <a:lnTo>
                    <a:pt x="303262" y="1478063"/>
                  </a:lnTo>
                  <a:lnTo>
                    <a:pt x="304334" y="1477671"/>
                  </a:lnTo>
                  <a:lnTo>
                    <a:pt x="305405" y="1477278"/>
                  </a:lnTo>
                  <a:lnTo>
                    <a:pt x="306477" y="1476884"/>
                  </a:lnTo>
                  <a:lnTo>
                    <a:pt x="307548" y="1476491"/>
                  </a:lnTo>
                  <a:lnTo>
                    <a:pt x="308620" y="1476097"/>
                  </a:lnTo>
                  <a:lnTo>
                    <a:pt x="309692" y="1475703"/>
                  </a:lnTo>
                  <a:lnTo>
                    <a:pt x="310763" y="1475308"/>
                  </a:lnTo>
                  <a:lnTo>
                    <a:pt x="311835" y="1474913"/>
                  </a:lnTo>
                  <a:lnTo>
                    <a:pt x="312906" y="1474518"/>
                  </a:lnTo>
                  <a:lnTo>
                    <a:pt x="313978" y="1474123"/>
                  </a:lnTo>
                  <a:lnTo>
                    <a:pt x="315050" y="1473727"/>
                  </a:lnTo>
                  <a:lnTo>
                    <a:pt x="316121" y="1473331"/>
                  </a:lnTo>
                  <a:lnTo>
                    <a:pt x="317193" y="1472934"/>
                  </a:lnTo>
                  <a:lnTo>
                    <a:pt x="318264" y="1472538"/>
                  </a:lnTo>
                  <a:lnTo>
                    <a:pt x="319336" y="1472141"/>
                  </a:lnTo>
                  <a:lnTo>
                    <a:pt x="320408" y="1471743"/>
                  </a:lnTo>
                  <a:lnTo>
                    <a:pt x="321479" y="1471345"/>
                  </a:lnTo>
                  <a:lnTo>
                    <a:pt x="322551" y="1470947"/>
                  </a:lnTo>
                  <a:lnTo>
                    <a:pt x="323622" y="1470549"/>
                  </a:lnTo>
                  <a:lnTo>
                    <a:pt x="324694" y="1470150"/>
                  </a:lnTo>
                  <a:lnTo>
                    <a:pt x="325766" y="1469752"/>
                  </a:lnTo>
                  <a:lnTo>
                    <a:pt x="326837" y="1469352"/>
                  </a:lnTo>
                  <a:lnTo>
                    <a:pt x="327909" y="1468953"/>
                  </a:lnTo>
                  <a:lnTo>
                    <a:pt x="328980" y="1468553"/>
                  </a:lnTo>
                  <a:lnTo>
                    <a:pt x="330052" y="1468152"/>
                  </a:lnTo>
                  <a:lnTo>
                    <a:pt x="331124" y="1467752"/>
                  </a:lnTo>
                  <a:lnTo>
                    <a:pt x="332195" y="1467351"/>
                  </a:lnTo>
                  <a:lnTo>
                    <a:pt x="333267" y="1466950"/>
                  </a:lnTo>
                  <a:lnTo>
                    <a:pt x="334338" y="1466548"/>
                  </a:lnTo>
                  <a:lnTo>
                    <a:pt x="335410" y="1466147"/>
                  </a:lnTo>
                  <a:lnTo>
                    <a:pt x="336482" y="1465744"/>
                  </a:lnTo>
                  <a:lnTo>
                    <a:pt x="337553" y="1465342"/>
                  </a:lnTo>
                  <a:lnTo>
                    <a:pt x="338625" y="1464939"/>
                  </a:lnTo>
                  <a:lnTo>
                    <a:pt x="339696" y="1464536"/>
                  </a:lnTo>
                  <a:lnTo>
                    <a:pt x="340768" y="1464133"/>
                  </a:lnTo>
                  <a:lnTo>
                    <a:pt x="341840" y="1463729"/>
                  </a:lnTo>
                  <a:lnTo>
                    <a:pt x="342911" y="1463325"/>
                  </a:lnTo>
                  <a:lnTo>
                    <a:pt x="343983" y="1462920"/>
                  </a:lnTo>
                  <a:lnTo>
                    <a:pt x="345054" y="1462516"/>
                  </a:lnTo>
                  <a:lnTo>
                    <a:pt x="346126" y="1462110"/>
                  </a:lnTo>
                  <a:lnTo>
                    <a:pt x="347198" y="1461705"/>
                  </a:lnTo>
                  <a:lnTo>
                    <a:pt x="348269" y="1461299"/>
                  </a:lnTo>
                  <a:lnTo>
                    <a:pt x="349341" y="1460893"/>
                  </a:lnTo>
                  <a:lnTo>
                    <a:pt x="350412" y="1460487"/>
                  </a:lnTo>
                  <a:lnTo>
                    <a:pt x="351484" y="1460080"/>
                  </a:lnTo>
                  <a:lnTo>
                    <a:pt x="352556" y="1459673"/>
                  </a:lnTo>
                  <a:lnTo>
                    <a:pt x="353627" y="1459266"/>
                  </a:lnTo>
                  <a:lnTo>
                    <a:pt x="354699" y="1458858"/>
                  </a:lnTo>
                  <a:lnTo>
                    <a:pt x="355770" y="1458450"/>
                  </a:lnTo>
                  <a:lnTo>
                    <a:pt x="356842" y="1458042"/>
                  </a:lnTo>
                  <a:lnTo>
                    <a:pt x="357913" y="1457634"/>
                  </a:lnTo>
                  <a:lnTo>
                    <a:pt x="358985" y="1457225"/>
                  </a:lnTo>
                  <a:lnTo>
                    <a:pt x="360057" y="1456815"/>
                  </a:lnTo>
                  <a:lnTo>
                    <a:pt x="361128" y="1456406"/>
                  </a:lnTo>
                  <a:lnTo>
                    <a:pt x="362200" y="1455996"/>
                  </a:lnTo>
                  <a:lnTo>
                    <a:pt x="363271" y="1455586"/>
                  </a:lnTo>
                  <a:lnTo>
                    <a:pt x="364343" y="1455175"/>
                  </a:lnTo>
                  <a:lnTo>
                    <a:pt x="365415" y="1454764"/>
                  </a:lnTo>
                  <a:lnTo>
                    <a:pt x="366486" y="1454353"/>
                  </a:lnTo>
                  <a:lnTo>
                    <a:pt x="367558" y="1453941"/>
                  </a:lnTo>
                  <a:lnTo>
                    <a:pt x="368629" y="1453529"/>
                  </a:lnTo>
                  <a:lnTo>
                    <a:pt x="369701" y="1453117"/>
                  </a:lnTo>
                  <a:lnTo>
                    <a:pt x="370773" y="1452705"/>
                  </a:lnTo>
                  <a:lnTo>
                    <a:pt x="371844" y="1452292"/>
                  </a:lnTo>
                  <a:lnTo>
                    <a:pt x="372916" y="1451878"/>
                  </a:lnTo>
                  <a:lnTo>
                    <a:pt x="373987" y="1451465"/>
                  </a:lnTo>
                  <a:lnTo>
                    <a:pt x="375059" y="1451051"/>
                  </a:lnTo>
                  <a:lnTo>
                    <a:pt x="376131" y="1450637"/>
                  </a:lnTo>
                  <a:lnTo>
                    <a:pt x="377202" y="1450222"/>
                  </a:lnTo>
                  <a:lnTo>
                    <a:pt x="378274" y="1449807"/>
                  </a:lnTo>
                  <a:lnTo>
                    <a:pt x="379345" y="1449392"/>
                  </a:lnTo>
                  <a:lnTo>
                    <a:pt x="380417" y="1448977"/>
                  </a:lnTo>
                  <a:lnTo>
                    <a:pt x="381489" y="1448561"/>
                  </a:lnTo>
                  <a:lnTo>
                    <a:pt x="382560" y="1448145"/>
                  </a:lnTo>
                  <a:lnTo>
                    <a:pt x="383632" y="1447728"/>
                  </a:lnTo>
                  <a:lnTo>
                    <a:pt x="384703" y="1447311"/>
                  </a:lnTo>
                  <a:lnTo>
                    <a:pt x="385775" y="1446894"/>
                  </a:lnTo>
                  <a:lnTo>
                    <a:pt x="386847" y="1446477"/>
                  </a:lnTo>
                  <a:lnTo>
                    <a:pt x="387918" y="1446059"/>
                  </a:lnTo>
                  <a:lnTo>
                    <a:pt x="388990" y="1445641"/>
                  </a:lnTo>
                  <a:lnTo>
                    <a:pt x="390061" y="1445222"/>
                  </a:lnTo>
                  <a:lnTo>
                    <a:pt x="391133" y="1444803"/>
                  </a:lnTo>
                  <a:lnTo>
                    <a:pt x="392205" y="1444384"/>
                  </a:lnTo>
                  <a:lnTo>
                    <a:pt x="393276" y="1443964"/>
                  </a:lnTo>
                  <a:lnTo>
                    <a:pt x="394348" y="1443545"/>
                  </a:lnTo>
                  <a:lnTo>
                    <a:pt x="395419" y="1443124"/>
                  </a:lnTo>
                  <a:lnTo>
                    <a:pt x="396491" y="1442704"/>
                  </a:lnTo>
                  <a:lnTo>
                    <a:pt x="397563" y="1442283"/>
                  </a:lnTo>
                  <a:lnTo>
                    <a:pt x="398634" y="1441862"/>
                  </a:lnTo>
                  <a:lnTo>
                    <a:pt x="399706" y="1441440"/>
                  </a:lnTo>
                  <a:lnTo>
                    <a:pt x="400777" y="1441018"/>
                  </a:lnTo>
                  <a:lnTo>
                    <a:pt x="401849" y="1440596"/>
                  </a:lnTo>
                  <a:lnTo>
                    <a:pt x="402921" y="1440174"/>
                  </a:lnTo>
                  <a:lnTo>
                    <a:pt x="403992" y="1439751"/>
                  </a:lnTo>
                  <a:lnTo>
                    <a:pt x="405064" y="1439328"/>
                  </a:lnTo>
                  <a:lnTo>
                    <a:pt x="406135" y="1438904"/>
                  </a:lnTo>
                  <a:lnTo>
                    <a:pt x="407207" y="1438480"/>
                  </a:lnTo>
                  <a:lnTo>
                    <a:pt x="408279" y="1438056"/>
                  </a:lnTo>
                  <a:lnTo>
                    <a:pt x="409350" y="1437631"/>
                  </a:lnTo>
                  <a:lnTo>
                    <a:pt x="410422" y="1437206"/>
                  </a:lnTo>
                  <a:lnTo>
                    <a:pt x="411493" y="1436781"/>
                  </a:lnTo>
                  <a:lnTo>
                    <a:pt x="412565" y="1436356"/>
                  </a:lnTo>
                  <a:lnTo>
                    <a:pt x="413637" y="1435930"/>
                  </a:lnTo>
                  <a:lnTo>
                    <a:pt x="414708" y="1435504"/>
                  </a:lnTo>
                  <a:lnTo>
                    <a:pt x="415780" y="1435077"/>
                  </a:lnTo>
                  <a:lnTo>
                    <a:pt x="416851" y="1434650"/>
                  </a:lnTo>
                  <a:lnTo>
                    <a:pt x="417923" y="1434223"/>
                  </a:lnTo>
                  <a:lnTo>
                    <a:pt x="418995" y="1433795"/>
                  </a:lnTo>
                  <a:lnTo>
                    <a:pt x="420066" y="1433368"/>
                  </a:lnTo>
                  <a:lnTo>
                    <a:pt x="421138" y="1432939"/>
                  </a:lnTo>
                  <a:lnTo>
                    <a:pt x="422209" y="1432511"/>
                  </a:lnTo>
                  <a:lnTo>
                    <a:pt x="423281" y="1432082"/>
                  </a:lnTo>
                  <a:lnTo>
                    <a:pt x="424353" y="1431653"/>
                  </a:lnTo>
                  <a:lnTo>
                    <a:pt x="425424" y="1431223"/>
                  </a:lnTo>
                  <a:lnTo>
                    <a:pt x="426496" y="1430793"/>
                  </a:lnTo>
                  <a:lnTo>
                    <a:pt x="427567" y="1430363"/>
                  </a:lnTo>
                  <a:lnTo>
                    <a:pt x="428639" y="1429933"/>
                  </a:lnTo>
                  <a:lnTo>
                    <a:pt x="429711" y="1429502"/>
                  </a:lnTo>
                  <a:lnTo>
                    <a:pt x="430782" y="1429071"/>
                  </a:lnTo>
                  <a:lnTo>
                    <a:pt x="431854" y="1428639"/>
                  </a:lnTo>
                  <a:lnTo>
                    <a:pt x="432925" y="1428207"/>
                  </a:lnTo>
                  <a:lnTo>
                    <a:pt x="433997" y="1427775"/>
                  </a:lnTo>
                  <a:lnTo>
                    <a:pt x="435069" y="1427343"/>
                  </a:lnTo>
                  <a:lnTo>
                    <a:pt x="436140" y="1426910"/>
                  </a:lnTo>
                  <a:lnTo>
                    <a:pt x="437212" y="1426477"/>
                  </a:lnTo>
                  <a:lnTo>
                    <a:pt x="438283" y="1426043"/>
                  </a:lnTo>
                  <a:lnTo>
                    <a:pt x="439355" y="1425610"/>
                  </a:lnTo>
                  <a:lnTo>
                    <a:pt x="440427" y="1425175"/>
                  </a:lnTo>
                  <a:lnTo>
                    <a:pt x="441498" y="1424741"/>
                  </a:lnTo>
                  <a:lnTo>
                    <a:pt x="442570" y="1424306"/>
                  </a:lnTo>
                  <a:lnTo>
                    <a:pt x="443641" y="1423871"/>
                  </a:lnTo>
                  <a:lnTo>
                    <a:pt x="444713" y="1423436"/>
                  </a:lnTo>
                  <a:lnTo>
                    <a:pt x="445785" y="1423000"/>
                  </a:lnTo>
                  <a:lnTo>
                    <a:pt x="446856" y="1422564"/>
                  </a:lnTo>
                  <a:lnTo>
                    <a:pt x="447928" y="1422128"/>
                  </a:lnTo>
                  <a:lnTo>
                    <a:pt x="448999" y="1421691"/>
                  </a:lnTo>
                  <a:lnTo>
                    <a:pt x="450071" y="1421254"/>
                  </a:lnTo>
                  <a:lnTo>
                    <a:pt x="451143" y="1420816"/>
                  </a:lnTo>
                  <a:lnTo>
                    <a:pt x="452214" y="1420379"/>
                  </a:lnTo>
                  <a:lnTo>
                    <a:pt x="453286" y="1419941"/>
                  </a:lnTo>
                  <a:lnTo>
                    <a:pt x="454357" y="1419503"/>
                  </a:lnTo>
                  <a:lnTo>
                    <a:pt x="455429" y="1419064"/>
                  </a:lnTo>
                  <a:lnTo>
                    <a:pt x="456501" y="1418625"/>
                  </a:lnTo>
                  <a:lnTo>
                    <a:pt x="457572" y="1418186"/>
                  </a:lnTo>
                  <a:lnTo>
                    <a:pt x="458644" y="1417746"/>
                  </a:lnTo>
                  <a:lnTo>
                    <a:pt x="459715" y="1417306"/>
                  </a:lnTo>
                  <a:lnTo>
                    <a:pt x="460787" y="1416866"/>
                  </a:lnTo>
                  <a:lnTo>
                    <a:pt x="461859" y="1416425"/>
                  </a:lnTo>
                  <a:lnTo>
                    <a:pt x="462930" y="1415985"/>
                  </a:lnTo>
                  <a:lnTo>
                    <a:pt x="464002" y="1415543"/>
                  </a:lnTo>
                  <a:lnTo>
                    <a:pt x="465073" y="1415102"/>
                  </a:lnTo>
                  <a:lnTo>
                    <a:pt x="466145" y="1414660"/>
                  </a:lnTo>
                  <a:lnTo>
                    <a:pt x="467217" y="1414218"/>
                  </a:lnTo>
                  <a:lnTo>
                    <a:pt x="468288" y="1413775"/>
                  </a:lnTo>
                  <a:lnTo>
                    <a:pt x="469360" y="1413333"/>
                  </a:lnTo>
                  <a:lnTo>
                    <a:pt x="470431" y="1412890"/>
                  </a:lnTo>
                  <a:lnTo>
                    <a:pt x="471503" y="1412446"/>
                  </a:lnTo>
                  <a:lnTo>
                    <a:pt x="472575" y="1412002"/>
                  </a:lnTo>
                  <a:lnTo>
                    <a:pt x="473646" y="1411558"/>
                  </a:lnTo>
                  <a:lnTo>
                    <a:pt x="474718" y="1411114"/>
                  </a:lnTo>
                  <a:lnTo>
                    <a:pt x="475789" y="1410669"/>
                  </a:lnTo>
                  <a:lnTo>
                    <a:pt x="476861" y="1410224"/>
                  </a:lnTo>
                  <a:lnTo>
                    <a:pt x="477933" y="1409779"/>
                  </a:lnTo>
                  <a:lnTo>
                    <a:pt x="479004" y="1409334"/>
                  </a:lnTo>
                  <a:lnTo>
                    <a:pt x="480076" y="1408888"/>
                  </a:lnTo>
                  <a:lnTo>
                    <a:pt x="481147" y="1408441"/>
                  </a:lnTo>
                  <a:lnTo>
                    <a:pt x="482219" y="1407995"/>
                  </a:lnTo>
                  <a:lnTo>
                    <a:pt x="483291" y="1407548"/>
                  </a:lnTo>
                  <a:lnTo>
                    <a:pt x="484362" y="1407101"/>
                  </a:lnTo>
                  <a:lnTo>
                    <a:pt x="485434" y="1406654"/>
                  </a:lnTo>
                  <a:lnTo>
                    <a:pt x="486505" y="1406206"/>
                  </a:lnTo>
                  <a:lnTo>
                    <a:pt x="487577" y="1405758"/>
                  </a:lnTo>
                  <a:lnTo>
                    <a:pt x="488649" y="1405309"/>
                  </a:lnTo>
                  <a:lnTo>
                    <a:pt x="489720" y="1404861"/>
                  </a:lnTo>
                  <a:lnTo>
                    <a:pt x="490792" y="1404412"/>
                  </a:lnTo>
                  <a:lnTo>
                    <a:pt x="491863" y="1403962"/>
                  </a:lnTo>
                  <a:lnTo>
                    <a:pt x="492935" y="1403513"/>
                  </a:lnTo>
                  <a:lnTo>
                    <a:pt x="494007" y="1403063"/>
                  </a:lnTo>
                  <a:lnTo>
                    <a:pt x="495078" y="1402612"/>
                  </a:lnTo>
                  <a:lnTo>
                    <a:pt x="496150" y="1402162"/>
                  </a:lnTo>
                  <a:lnTo>
                    <a:pt x="497221" y="1401711"/>
                  </a:lnTo>
                  <a:lnTo>
                    <a:pt x="498293" y="1401260"/>
                  </a:lnTo>
                  <a:lnTo>
                    <a:pt x="499365" y="1400808"/>
                  </a:lnTo>
                  <a:lnTo>
                    <a:pt x="500436" y="1400357"/>
                  </a:lnTo>
                  <a:lnTo>
                    <a:pt x="501508" y="1399905"/>
                  </a:lnTo>
                  <a:lnTo>
                    <a:pt x="502579" y="1399452"/>
                  </a:lnTo>
                  <a:lnTo>
                    <a:pt x="503651" y="1399000"/>
                  </a:lnTo>
                  <a:lnTo>
                    <a:pt x="504723" y="1398547"/>
                  </a:lnTo>
                  <a:lnTo>
                    <a:pt x="505794" y="1398093"/>
                  </a:lnTo>
                  <a:lnTo>
                    <a:pt x="506866" y="1397640"/>
                  </a:lnTo>
                  <a:lnTo>
                    <a:pt x="507937" y="1397186"/>
                  </a:lnTo>
                  <a:lnTo>
                    <a:pt x="509009" y="1396732"/>
                  </a:lnTo>
                  <a:lnTo>
                    <a:pt x="510081" y="1396277"/>
                  </a:lnTo>
                  <a:lnTo>
                    <a:pt x="511152" y="1395822"/>
                  </a:lnTo>
                  <a:lnTo>
                    <a:pt x="512224" y="1395367"/>
                  </a:lnTo>
                  <a:lnTo>
                    <a:pt x="513295" y="1394912"/>
                  </a:lnTo>
                  <a:lnTo>
                    <a:pt x="514367" y="1394456"/>
                  </a:lnTo>
                  <a:lnTo>
                    <a:pt x="515439" y="1394000"/>
                  </a:lnTo>
                  <a:lnTo>
                    <a:pt x="516510" y="1393544"/>
                  </a:lnTo>
                  <a:lnTo>
                    <a:pt x="517582" y="1393087"/>
                  </a:lnTo>
                  <a:lnTo>
                    <a:pt x="518653" y="1392630"/>
                  </a:lnTo>
                  <a:lnTo>
                    <a:pt x="519725" y="1392173"/>
                  </a:lnTo>
                  <a:lnTo>
                    <a:pt x="520797" y="1391716"/>
                  </a:lnTo>
                  <a:lnTo>
                    <a:pt x="521868" y="1391258"/>
                  </a:lnTo>
                  <a:lnTo>
                    <a:pt x="522940" y="1390800"/>
                  </a:lnTo>
                  <a:lnTo>
                    <a:pt x="524011" y="1390342"/>
                  </a:lnTo>
                  <a:lnTo>
                    <a:pt x="525083" y="1389883"/>
                  </a:lnTo>
                  <a:lnTo>
                    <a:pt x="526155" y="1389424"/>
                  </a:lnTo>
                  <a:lnTo>
                    <a:pt x="527226" y="1388965"/>
                  </a:lnTo>
                  <a:lnTo>
                    <a:pt x="528298" y="1388505"/>
                  </a:lnTo>
                  <a:lnTo>
                    <a:pt x="529369" y="1388045"/>
                  </a:lnTo>
                  <a:lnTo>
                    <a:pt x="530441" y="1387585"/>
                  </a:lnTo>
                  <a:lnTo>
                    <a:pt x="531513" y="1387125"/>
                  </a:lnTo>
                  <a:lnTo>
                    <a:pt x="532584" y="1386664"/>
                  </a:lnTo>
                  <a:lnTo>
                    <a:pt x="533656" y="1386203"/>
                  </a:lnTo>
                  <a:lnTo>
                    <a:pt x="534727" y="1385742"/>
                  </a:lnTo>
                  <a:lnTo>
                    <a:pt x="535799" y="1385280"/>
                  </a:lnTo>
                  <a:lnTo>
                    <a:pt x="536870" y="1384818"/>
                  </a:lnTo>
                  <a:lnTo>
                    <a:pt x="537942" y="1384356"/>
                  </a:lnTo>
                  <a:lnTo>
                    <a:pt x="539014" y="1383894"/>
                  </a:lnTo>
                  <a:lnTo>
                    <a:pt x="540085" y="1383431"/>
                  </a:lnTo>
                  <a:lnTo>
                    <a:pt x="541157" y="1382968"/>
                  </a:lnTo>
                  <a:lnTo>
                    <a:pt x="542228" y="1382505"/>
                  </a:lnTo>
                  <a:lnTo>
                    <a:pt x="543300" y="1382041"/>
                  </a:lnTo>
                  <a:lnTo>
                    <a:pt x="544372" y="1381577"/>
                  </a:lnTo>
                  <a:lnTo>
                    <a:pt x="545443" y="1381113"/>
                  </a:lnTo>
                  <a:lnTo>
                    <a:pt x="546515" y="1380649"/>
                  </a:lnTo>
                  <a:lnTo>
                    <a:pt x="547586" y="1380184"/>
                  </a:lnTo>
                  <a:lnTo>
                    <a:pt x="548658" y="1379719"/>
                  </a:lnTo>
                  <a:lnTo>
                    <a:pt x="549730" y="1379254"/>
                  </a:lnTo>
                  <a:lnTo>
                    <a:pt x="550801" y="1378788"/>
                  </a:lnTo>
                  <a:lnTo>
                    <a:pt x="551873" y="1378322"/>
                  </a:lnTo>
                  <a:lnTo>
                    <a:pt x="552944" y="1377856"/>
                  </a:lnTo>
                  <a:lnTo>
                    <a:pt x="554016" y="1377390"/>
                  </a:lnTo>
                  <a:lnTo>
                    <a:pt x="555088" y="1376923"/>
                  </a:lnTo>
                  <a:lnTo>
                    <a:pt x="556159" y="1376456"/>
                  </a:lnTo>
                  <a:lnTo>
                    <a:pt x="557231" y="1375989"/>
                  </a:lnTo>
                  <a:lnTo>
                    <a:pt x="558302" y="1375521"/>
                  </a:lnTo>
                  <a:lnTo>
                    <a:pt x="559374" y="1375053"/>
                  </a:lnTo>
                  <a:lnTo>
                    <a:pt x="560446" y="1374585"/>
                  </a:lnTo>
                  <a:lnTo>
                    <a:pt x="561517" y="1374117"/>
                  </a:lnTo>
                  <a:lnTo>
                    <a:pt x="562589" y="1373648"/>
                  </a:lnTo>
                  <a:lnTo>
                    <a:pt x="563660" y="1373179"/>
                  </a:lnTo>
                  <a:lnTo>
                    <a:pt x="564732" y="1372710"/>
                  </a:lnTo>
                  <a:lnTo>
                    <a:pt x="565804" y="1372241"/>
                  </a:lnTo>
                  <a:lnTo>
                    <a:pt x="566875" y="1371771"/>
                  </a:lnTo>
                  <a:lnTo>
                    <a:pt x="567947" y="1371301"/>
                  </a:lnTo>
                  <a:lnTo>
                    <a:pt x="569018" y="1370830"/>
                  </a:lnTo>
                  <a:lnTo>
                    <a:pt x="570090" y="1370360"/>
                  </a:lnTo>
                  <a:lnTo>
                    <a:pt x="571162" y="1369889"/>
                  </a:lnTo>
                  <a:lnTo>
                    <a:pt x="572233" y="1369418"/>
                  </a:lnTo>
                  <a:lnTo>
                    <a:pt x="573305" y="1368946"/>
                  </a:lnTo>
                  <a:lnTo>
                    <a:pt x="574376" y="1368475"/>
                  </a:lnTo>
                  <a:lnTo>
                    <a:pt x="575448" y="1368003"/>
                  </a:lnTo>
                  <a:lnTo>
                    <a:pt x="576520" y="1367531"/>
                  </a:lnTo>
                  <a:lnTo>
                    <a:pt x="577591" y="1367058"/>
                  </a:lnTo>
                  <a:lnTo>
                    <a:pt x="578663" y="1366585"/>
                  </a:lnTo>
                  <a:lnTo>
                    <a:pt x="579734" y="1366112"/>
                  </a:lnTo>
                  <a:lnTo>
                    <a:pt x="580806" y="1365639"/>
                  </a:lnTo>
                  <a:lnTo>
                    <a:pt x="581878" y="1365165"/>
                  </a:lnTo>
                  <a:lnTo>
                    <a:pt x="582949" y="1364692"/>
                  </a:lnTo>
                  <a:lnTo>
                    <a:pt x="584021" y="1364218"/>
                  </a:lnTo>
                  <a:lnTo>
                    <a:pt x="585092" y="1363743"/>
                  </a:lnTo>
                  <a:lnTo>
                    <a:pt x="586164" y="1363269"/>
                  </a:lnTo>
                  <a:lnTo>
                    <a:pt x="587236" y="1362794"/>
                  </a:lnTo>
                  <a:lnTo>
                    <a:pt x="588307" y="1362318"/>
                  </a:lnTo>
                  <a:lnTo>
                    <a:pt x="589379" y="1361843"/>
                  </a:lnTo>
                  <a:lnTo>
                    <a:pt x="590450" y="1361367"/>
                  </a:lnTo>
                  <a:lnTo>
                    <a:pt x="591522" y="1360891"/>
                  </a:lnTo>
                  <a:lnTo>
                    <a:pt x="592594" y="1360415"/>
                  </a:lnTo>
                  <a:lnTo>
                    <a:pt x="593665" y="1359939"/>
                  </a:lnTo>
                  <a:lnTo>
                    <a:pt x="594737" y="1359462"/>
                  </a:lnTo>
                  <a:lnTo>
                    <a:pt x="595808" y="1358985"/>
                  </a:lnTo>
                  <a:lnTo>
                    <a:pt x="596880" y="1358508"/>
                  </a:lnTo>
                  <a:lnTo>
                    <a:pt x="597952" y="1358030"/>
                  </a:lnTo>
                  <a:lnTo>
                    <a:pt x="599023" y="1357552"/>
                  </a:lnTo>
                  <a:lnTo>
                    <a:pt x="600095" y="1357074"/>
                  </a:lnTo>
                  <a:lnTo>
                    <a:pt x="601166" y="1356596"/>
                  </a:lnTo>
                  <a:lnTo>
                    <a:pt x="602238" y="1356118"/>
                  </a:lnTo>
                  <a:lnTo>
                    <a:pt x="603310" y="1355639"/>
                  </a:lnTo>
                  <a:lnTo>
                    <a:pt x="604381" y="1355160"/>
                  </a:lnTo>
                  <a:lnTo>
                    <a:pt x="605453" y="1354680"/>
                  </a:lnTo>
                  <a:lnTo>
                    <a:pt x="606524" y="1354201"/>
                  </a:lnTo>
                  <a:lnTo>
                    <a:pt x="607596" y="1353721"/>
                  </a:lnTo>
                  <a:lnTo>
                    <a:pt x="608668" y="1353241"/>
                  </a:lnTo>
                  <a:lnTo>
                    <a:pt x="609739" y="1352761"/>
                  </a:lnTo>
                  <a:lnTo>
                    <a:pt x="610811" y="1352280"/>
                  </a:lnTo>
                  <a:lnTo>
                    <a:pt x="611882" y="1351799"/>
                  </a:lnTo>
                  <a:lnTo>
                    <a:pt x="612954" y="1351318"/>
                  </a:lnTo>
                  <a:lnTo>
                    <a:pt x="614026" y="1350837"/>
                  </a:lnTo>
                  <a:lnTo>
                    <a:pt x="615097" y="1350355"/>
                  </a:lnTo>
                  <a:lnTo>
                    <a:pt x="616169" y="1349874"/>
                  </a:lnTo>
                  <a:lnTo>
                    <a:pt x="617240" y="1349391"/>
                  </a:lnTo>
                  <a:lnTo>
                    <a:pt x="618312" y="1348909"/>
                  </a:lnTo>
                  <a:lnTo>
                    <a:pt x="619384" y="1348427"/>
                  </a:lnTo>
                  <a:lnTo>
                    <a:pt x="620455" y="1347944"/>
                  </a:lnTo>
                  <a:lnTo>
                    <a:pt x="621527" y="1347461"/>
                  </a:lnTo>
                  <a:lnTo>
                    <a:pt x="622598" y="1346977"/>
                  </a:lnTo>
                  <a:lnTo>
                    <a:pt x="623670" y="1346494"/>
                  </a:lnTo>
                  <a:lnTo>
                    <a:pt x="624742" y="1346010"/>
                  </a:lnTo>
                  <a:lnTo>
                    <a:pt x="625813" y="1345526"/>
                  </a:lnTo>
                  <a:lnTo>
                    <a:pt x="626885" y="1345042"/>
                  </a:lnTo>
                  <a:lnTo>
                    <a:pt x="627956" y="1344557"/>
                  </a:lnTo>
                  <a:lnTo>
                    <a:pt x="629028" y="1344073"/>
                  </a:lnTo>
                  <a:lnTo>
                    <a:pt x="630100" y="1343588"/>
                  </a:lnTo>
                  <a:lnTo>
                    <a:pt x="631171" y="1343102"/>
                  </a:lnTo>
                  <a:lnTo>
                    <a:pt x="632243" y="1342617"/>
                  </a:lnTo>
                  <a:lnTo>
                    <a:pt x="633314" y="1342131"/>
                  </a:lnTo>
                  <a:lnTo>
                    <a:pt x="634386" y="1341645"/>
                  </a:lnTo>
                  <a:lnTo>
                    <a:pt x="635458" y="1341159"/>
                  </a:lnTo>
                  <a:lnTo>
                    <a:pt x="636529" y="1340673"/>
                  </a:lnTo>
                  <a:lnTo>
                    <a:pt x="637601" y="1340186"/>
                  </a:lnTo>
                  <a:lnTo>
                    <a:pt x="638672" y="1339699"/>
                  </a:lnTo>
                  <a:lnTo>
                    <a:pt x="639744" y="1339212"/>
                  </a:lnTo>
                  <a:lnTo>
                    <a:pt x="640816" y="1338725"/>
                  </a:lnTo>
                  <a:lnTo>
                    <a:pt x="641887" y="1338237"/>
                  </a:lnTo>
                  <a:lnTo>
                    <a:pt x="642959" y="1337749"/>
                  </a:lnTo>
                  <a:lnTo>
                    <a:pt x="644030" y="1337261"/>
                  </a:lnTo>
                  <a:lnTo>
                    <a:pt x="645102" y="1336773"/>
                  </a:lnTo>
                  <a:lnTo>
                    <a:pt x="646174" y="1336284"/>
                  </a:lnTo>
                  <a:lnTo>
                    <a:pt x="647245" y="1335796"/>
                  </a:lnTo>
                  <a:lnTo>
                    <a:pt x="648317" y="1335307"/>
                  </a:lnTo>
                  <a:lnTo>
                    <a:pt x="649388" y="1334817"/>
                  </a:lnTo>
                  <a:lnTo>
                    <a:pt x="650460" y="1334328"/>
                  </a:lnTo>
                  <a:lnTo>
                    <a:pt x="651532" y="1333838"/>
                  </a:lnTo>
                  <a:lnTo>
                    <a:pt x="652603" y="1333348"/>
                  </a:lnTo>
                  <a:lnTo>
                    <a:pt x="653675" y="1332858"/>
                  </a:lnTo>
                  <a:lnTo>
                    <a:pt x="654746" y="1332368"/>
                  </a:lnTo>
                  <a:lnTo>
                    <a:pt x="655818" y="1331877"/>
                  </a:lnTo>
                  <a:lnTo>
                    <a:pt x="656890" y="1331387"/>
                  </a:lnTo>
                  <a:lnTo>
                    <a:pt x="657961" y="1330896"/>
                  </a:lnTo>
                  <a:lnTo>
                    <a:pt x="659033" y="1330404"/>
                  </a:lnTo>
                  <a:lnTo>
                    <a:pt x="660104" y="1329913"/>
                  </a:lnTo>
                  <a:lnTo>
                    <a:pt x="661176" y="1329421"/>
                  </a:lnTo>
                  <a:lnTo>
                    <a:pt x="662248" y="1328929"/>
                  </a:lnTo>
                  <a:lnTo>
                    <a:pt x="663319" y="1328437"/>
                  </a:lnTo>
                  <a:lnTo>
                    <a:pt x="664391" y="1327945"/>
                  </a:lnTo>
                  <a:lnTo>
                    <a:pt x="665462" y="1327452"/>
                  </a:lnTo>
                  <a:lnTo>
                    <a:pt x="666534" y="1326960"/>
                  </a:lnTo>
                  <a:lnTo>
                    <a:pt x="667606" y="1326467"/>
                  </a:lnTo>
                  <a:lnTo>
                    <a:pt x="668677" y="1325973"/>
                  </a:lnTo>
                  <a:lnTo>
                    <a:pt x="669749" y="1325480"/>
                  </a:lnTo>
                  <a:lnTo>
                    <a:pt x="670820" y="1324986"/>
                  </a:lnTo>
                  <a:lnTo>
                    <a:pt x="671892" y="1324493"/>
                  </a:lnTo>
                  <a:lnTo>
                    <a:pt x="672964" y="1323999"/>
                  </a:lnTo>
                  <a:lnTo>
                    <a:pt x="674035" y="1323504"/>
                  </a:lnTo>
                  <a:lnTo>
                    <a:pt x="675107" y="1323010"/>
                  </a:lnTo>
                  <a:lnTo>
                    <a:pt x="676178" y="1322515"/>
                  </a:lnTo>
                  <a:lnTo>
                    <a:pt x="677250" y="1322020"/>
                  </a:lnTo>
                  <a:lnTo>
                    <a:pt x="678322" y="1321525"/>
                  </a:lnTo>
                  <a:lnTo>
                    <a:pt x="679393" y="1321030"/>
                  </a:lnTo>
                  <a:lnTo>
                    <a:pt x="680465" y="1320534"/>
                  </a:lnTo>
                  <a:lnTo>
                    <a:pt x="681536" y="1320039"/>
                  </a:lnTo>
                  <a:lnTo>
                    <a:pt x="682608" y="1319543"/>
                  </a:lnTo>
                  <a:lnTo>
                    <a:pt x="683680" y="1319047"/>
                  </a:lnTo>
                  <a:lnTo>
                    <a:pt x="684751" y="1318550"/>
                  </a:lnTo>
                  <a:lnTo>
                    <a:pt x="685823" y="1318054"/>
                  </a:lnTo>
                  <a:lnTo>
                    <a:pt x="686894" y="1317557"/>
                  </a:lnTo>
                  <a:lnTo>
                    <a:pt x="687966" y="1317060"/>
                  </a:lnTo>
                  <a:lnTo>
                    <a:pt x="689038" y="1316563"/>
                  </a:lnTo>
                  <a:lnTo>
                    <a:pt x="690109" y="1316066"/>
                  </a:lnTo>
                  <a:lnTo>
                    <a:pt x="691181" y="1315568"/>
                  </a:lnTo>
                  <a:lnTo>
                    <a:pt x="692252" y="1315070"/>
                  </a:lnTo>
                  <a:lnTo>
                    <a:pt x="693324" y="1314572"/>
                  </a:lnTo>
                  <a:lnTo>
                    <a:pt x="694396" y="1314074"/>
                  </a:lnTo>
                  <a:lnTo>
                    <a:pt x="695467" y="1313576"/>
                  </a:lnTo>
                  <a:lnTo>
                    <a:pt x="696539" y="1313077"/>
                  </a:lnTo>
                  <a:lnTo>
                    <a:pt x="697610" y="1312579"/>
                  </a:lnTo>
                  <a:lnTo>
                    <a:pt x="698682" y="1312080"/>
                  </a:lnTo>
                  <a:lnTo>
                    <a:pt x="699754" y="1311581"/>
                  </a:lnTo>
                  <a:lnTo>
                    <a:pt x="700825" y="1311081"/>
                  </a:lnTo>
                  <a:lnTo>
                    <a:pt x="701897" y="1310582"/>
                  </a:lnTo>
                  <a:lnTo>
                    <a:pt x="702968" y="1310082"/>
                  </a:lnTo>
                  <a:lnTo>
                    <a:pt x="704040" y="1309582"/>
                  </a:lnTo>
                  <a:lnTo>
                    <a:pt x="705112" y="1309082"/>
                  </a:lnTo>
                  <a:lnTo>
                    <a:pt x="706183" y="1308582"/>
                  </a:lnTo>
                  <a:lnTo>
                    <a:pt x="707255" y="1308081"/>
                  </a:lnTo>
                  <a:lnTo>
                    <a:pt x="708326" y="1307581"/>
                  </a:lnTo>
                  <a:lnTo>
                    <a:pt x="709398" y="1307080"/>
                  </a:lnTo>
                  <a:lnTo>
                    <a:pt x="710469" y="1306579"/>
                  </a:lnTo>
                  <a:lnTo>
                    <a:pt x="711541" y="1306078"/>
                  </a:lnTo>
                  <a:lnTo>
                    <a:pt x="712613" y="1305576"/>
                  </a:lnTo>
                  <a:lnTo>
                    <a:pt x="713684" y="1305075"/>
                  </a:lnTo>
                  <a:lnTo>
                    <a:pt x="714756" y="1304573"/>
                  </a:lnTo>
                  <a:lnTo>
                    <a:pt x="715827" y="1304071"/>
                  </a:lnTo>
                  <a:lnTo>
                    <a:pt x="716899" y="1303569"/>
                  </a:lnTo>
                  <a:lnTo>
                    <a:pt x="717971" y="1303067"/>
                  </a:lnTo>
                  <a:lnTo>
                    <a:pt x="719042" y="1302564"/>
                  </a:lnTo>
                  <a:lnTo>
                    <a:pt x="720114" y="1302062"/>
                  </a:lnTo>
                  <a:lnTo>
                    <a:pt x="721185" y="1301559"/>
                  </a:lnTo>
                  <a:lnTo>
                    <a:pt x="722257" y="1301056"/>
                  </a:lnTo>
                  <a:lnTo>
                    <a:pt x="723329" y="1300553"/>
                  </a:lnTo>
                  <a:lnTo>
                    <a:pt x="724400" y="1300050"/>
                  </a:lnTo>
                  <a:lnTo>
                    <a:pt x="725472" y="1299546"/>
                  </a:lnTo>
                  <a:lnTo>
                    <a:pt x="726543" y="1299042"/>
                  </a:lnTo>
                  <a:lnTo>
                    <a:pt x="727615" y="1298539"/>
                  </a:lnTo>
                  <a:lnTo>
                    <a:pt x="728687" y="1298035"/>
                  </a:lnTo>
                  <a:lnTo>
                    <a:pt x="729758" y="1297530"/>
                  </a:lnTo>
                  <a:lnTo>
                    <a:pt x="730830" y="1297026"/>
                  </a:lnTo>
                  <a:lnTo>
                    <a:pt x="731901" y="1296522"/>
                  </a:lnTo>
                  <a:lnTo>
                    <a:pt x="732973" y="1296017"/>
                  </a:lnTo>
                  <a:lnTo>
                    <a:pt x="734045" y="1295512"/>
                  </a:lnTo>
                  <a:lnTo>
                    <a:pt x="735116" y="1295007"/>
                  </a:lnTo>
                  <a:lnTo>
                    <a:pt x="736188" y="1294502"/>
                  </a:lnTo>
                  <a:lnTo>
                    <a:pt x="737259" y="1293996"/>
                  </a:lnTo>
                  <a:lnTo>
                    <a:pt x="738331" y="1293491"/>
                  </a:lnTo>
                  <a:lnTo>
                    <a:pt x="739403" y="1292985"/>
                  </a:lnTo>
                  <a:lnTo>
                    <a:pt x="740474" y="1292479"/>
                  </a:lnTo>
                  <a:lnTo>
                    <a:pt x="741546" y="1291973"/>
                  </a:lnTo>
                  <a:lnTo>
                    <a:pt x="742617" y="1291467"/>
                  </a:lnTo>
                  <a:lnTo>
                    <a:pt x="743689" y="1290961"/>
                  </a:lnTo>
                  <a:lnTo>
                    <a:pt x="744761" y="1290454"/>
                  </a:lnTo>
                  <a:lnTo>
                    <a:pt x="745832" y="1289948"/>
                  </a:lnTo>
                  <a:lnTo>
                    <a:pt x="746904" y="1289441"/>
                  </a:lnTo>
                  <a:lnTo>
                    <a:pt x="747975" y="1288934"/>
                  </a:lnTo>
                  <a:lnTo>
                    <a:pt x="749047" y="1288427"/>
                  </a:lnTo>
                  <a:lnTo>
                    <a:pt x="750119" y="1287920"/>
                  </a:lnTo>
                  <a:lnTo>
                    <a:pt x="751190" y="1287412"/>
                  </a:lnTo>
                  <a:lnTo>
                    <a:pt x="752262" y="1286905"/>
                  </a:lnTo>
                  <a:lnTo>
                    <a:pt x="753333" y="1286397"/>
                  </a:lnTo>
                  <a:lnTo>
                    <a:pt x="754405" y="1285889"/>
                  </a:lnTo>
                  <a:lnTo>
                    <a:pt x="755477" y="1285381"/>
                  </a:lnTo>
                  <a:lnTo>
                    <a:pt x="756548" y="1284873"/>
                  </a:lnTo>
                  <a:lnTo>
                    <a:pt x="757620" y="1284365"/>
                  </a:lnTo>
                  <a:lnTo>
                    <a:pt x="758691" y="1283856"/>
                  </a:lnTo>
                  <a:lnTo>
                    <a:pt x="759763" y="1283348"/>
                  </a:lnTo>
                  <a:lnTo>
                    <a:pt x="760835" y="1282839"/>
                  </a:lnTo>
                  <a:lnTo>
                    <a:pt x="761906" y="1282330"/>
                  </a:lnTo>
                  <a:lnTo>
                    <a:pt x="762978" y="1281821"/>
                  </a:lnTo>
                  <a:lnTo>
                    <a:pt x="764049" y="1281312"/>
                  </a:lnTo>
                  <a:lnTo>
                    <a:pt x="765121" y="1280803"/>
                  </a:lnTo>
                  <a:lnTo>
                    <a:pt x="766193" y="1280293"/>
                  </a:lnTo>
                  <a:lnTo>
                    <a:pt x="767264" y="1279784"/>
                  </a:lnTo>
                  <a:lnTo>
                    <a:pt x="768336" y="1279274"/>
                  </a:lnTo>
                  <a:lnTo>
                    <a:pt x="769407" y="1278764"/>
                  </a:lnTo>
                  <a:lnTo>
                    <a:pt x="770479" y="1278254"/>
                  </a:lnTo>
                  <a:lnTo>
                    <a:pt x="771551" y="1277744"/>
                  </a:lnTo>
                  <a:lnTo>
                    <a:pt x="772622" y="1277234"/>
                  </a:lnTo>
                  <a:lnTo>
                    <a:pt x="773694" y="1276723"/>
                  </a:lnTo>
                  <a:lnTo>
                    <a:pt x="774765" y="1276213"/>
                  </a:lnTo>
                  <a:lnTo>
                    <a:pt x="775837" y="1275702"/>
                  </a:lnTo>
                  <a:lnTo>
                    <a:pt x="776909" y="1275191"/>
                  </a:lnTo>
                  <a:lnTo>
                    <a:pt x="777980" y="1274681"/>
                  </a:lnTo>
                  <a:lnTo>
                    <a:pt x="779052" y="1274170"/>
                  </a:lnTo>
                  <a:lnTo>
                    <a:pt x="780123" y="1273658"/>
                  </a:lnTo>
                  <a:lnTo>
                    <a:pt x="781195" y="1273147"/>
                  </a:lnTo>
                  <a:lnTo>
                    <a:pt x="782267" y="1272636"/>
                  </a:lnTo>
                  <a:lnTo>
                    <a:pt x="783338" y="1272124"/>
                  </a:lnTo>
                  <a:lnTo>
                    <a:pt x="784410" y="1271613"/>
                  </a:lnTo>
                  <a:lnTo>
                    <a:pt x="785481" y="1271101"/>
                  </a:lnTo>
                  <a:lnTo>
                    <a:pt x="786553" y="1270589"/>
                  </a:lnTo>
                  <a:lnTo>
                    <a:pt x="787625" y="1270077"/>
                  </a:lnTo>
                  <a:lnTo>
                    <a:pt x="788696" y="1269565"/>
                  </a:lnTo>
                  <a:lnTo>
                    <a:pt x="789768" y="1269052"/>
                  </a:lnTo>
                  <a:lnTo>
                    <a:pt x="790839" y="1268540"/>
                  </a:lnTo>
                  <a:lnTo>
                    <a:pt x="791911" y="1268028"/>
                  </a:lnTo>
                  <a:lnTo>
                    <a:pt x="792983" y="1267515"/>
                  </a:lnTo>
                  <a:lnTo>
                    <a:pt x="794054" y="1267002"/>
                  </a:lnTo>
                  <a:lnTo>
                    <a:pt x="795126" y="1266489"/>
                  </a:lnTo>
                  <a:lnTo>
                    <a:pt x="796197" y="1265976"/>
                  </a:lnTo>
                  <a:lnTo>
                    <a:pt x="797269" y="1265463"/>
                  </a:lnTo>
                  <a:lnTo>
                    <a:pt x="798341" y="1264950"/>
                  </a:lnTo>
                  <a:lnTo>
                    <a:pt x="799412" y="1264437"/>
                  </a:lnTo>
                  <a:lnTo>
                    <a:pt x="800484" y="1263924"/>
                  </a:lnTo>
                  <a:lnTo>
                    <a:pt x="801555" y="1263410"/>
                  </a:lnTo>
                  <a:lnTo>
                    <a:pt x="802627" y="1262897"/>
                  </a:lnTo>
                  <a:lnTo>
                    <a:pt x="803699" y="1262383"/>
                  </a:lnTo>
                  <a:lnTo>
                    <a:pt x="804770" y="1261869"/>
                  </a:lnTo>
                  <a:lnTo>
                    <a:pt x="805842" y="1261355"/>
                  </a:lnTo>
                  <a:lnTo>
                    <a:pt x="806913" y="1260841"/>
                  </a:lnTo>
                  <a:lnTo>
                    <a:pt x="807985" y="1260327"/>
                  </a:lnTo>
                  <a:lnTo>
                    <a:pt x="809057" y="1259813"/>
                  </a:lnTo>
                  <a:lnTo>
                    <a:pt x="810128" y="1259299"/>
                  </a:lnTo>
                  <a:lnTo>
                    <a:pt x="811200" y="1258784"/>
                  </a:lnTo>
                  <a:lnTo>
                    <a:pt x="812271" y="1258270"/>
                  </a:lnTo>
                  <a:lnTo>
                    <a:pt x="813343" y="1257755"/>
                  </a:lnTo>
                  <a:lnTo>
                    <a:pt x="814415" y="1257240"/>
                  </a:lnTo>
                  <a:lnTo>
                    <a:pt x="815486" y="1256726"/>
                  </a:lnTo>
                  <a:lnTo>
                    <a:pt x="816558" y="1256211"/>
                  </a:lnTo>
                  <a:lnTo>
                    <a:pt x="817629" y="1255696"/>
                  </a:lnTo>
                  <a:lnTo>
                    <a:pt x="818701" y="1255181"/>
                  </a:lnTo>
                  <a:lnTo>
                    <a:pt x="819773" y="1254666"/>
                  </a:lnTo>
                  <a:lnTo>
                    <a:pt x="820844" y="1254150"/>
                  </a:lnTo>
                  <a:lnTo>
                    <a:pt x="821916" y="1253635"/>
                  </a:lnTo>
                  <a:lnTo>
                    <a:pt x="822987" y="1253120"/>
                  </a:lnTo>
                  <a:lnTo>
                    <a:pt x="824059" y="1252604"/>
                  </a:lnTo>
                  <a:lnTo>
                    <a:pt x="825131" y="1252088"/>
                  </a:lnTo>
                  <a:lnTo>
                    <a:pt x="826202" y="1251573"/>
                  </a:lnTo>
                  <a:lnTo>
                    <a:pt x="827274" y="1251057"/>
                  </a:lnTo>
                  <a:lnTo>
                    <a:pt x="828345" y="1250541"/>
                  </a:lnTo>
                  <a:lnTo>
                    <a:pt x="829417" y="1250025"/>
                  </a:lnTo>
                  <a:lnTo>
                    <a:pt x="830489" y="1249509"/>
                  </a:lnTo>
                  <a:lnTo>
                    <a:pt x="831560" y="1248993"/>
                  </a:lnTo>
                  <a:lnTo>
                    <a:pt x="832632" y="1248477"/>
                  </a:lnTo>
                  <a:lnTo>
                    <a:pt x="833703" y="1247961"/>
                  </a:lnTo>
                  <a:lnTo>
                    <a:pt x="834775" y="1247445"/>
                  </a:lnTo>
                  <a:lnTo>
                    <a:pt x="835847" y="1246928"/>
                  </a:lnTo>
                  <a:lnTo>
                    <a:pt x="836918" y="1246412"/>
                  </a:lnTo>
                  <a:lnTo>
                    <a:pt x="837990" y="1245895"/>
                  </a:lnTo>
                  <a:lnTo>
                    <a:pt x="839061" y="1245379"/>
                  </a:lnTo>
                  <a:lnTo>
                    <a:pt x="840133" y="1244862"/>
                  </a:lnTo>
                  <a:lnTo>
                    <a:pt x="841205" y="1244346"/>
                  </a:lnTo>
                  <a:lnTo>
                    <a:pt x="842276" y="1243829"/>
                  </a:lnTo>
                  <a:lnTo>
                    <a:pt x="843348" y="1243312"/>
                  </a:lnTo>
                  <a:lnTo>
                    <a:pt x="844419" y="1242795"/>
                  </a:lnTo>
                  <a:lnTo>
                    <a:pt x="845491" y="1242278"/>
                  </a:lnTo>
                  <a:lnTo>
                    <a:pt x="846563" y="1241761"/>
                  </a:lnTo>
                  <a:lnTo>
                    <a:pt x="847634" y="1241244"/>
                  </a:lnTo>
                  <a:lnTo>
                    <a:pt x="848706" y="1240727"/>
                  </a:lnTo>
                  <a:lnTo>
                    <a:pt x="849777" y="1240210"/>
                  </a:lnTo>
                  <a:lnTo>
                    <a:pt x="850849" y="1239692"/>
                  </a:lnTo>
                  <a:lnTo>
                    <a:pt x="851921" y="1239175"/>
                  </a:lnTo>
                  <a:lnTo>
                    <a:pt x="852992" y="1238658"/>
                  </a:lnTo>
                  <a:lnTo>
                    <a:pt x="854064" y="1238140"/>
                  </a:lnTo>
                  <a:lnTo>
                    <a:pt x="855135" y="1237623"/>
                  </a:lnTo>
                  <a:lnTo>
                    <a:pt x="856207" y="1237105"/>
                  </a:lnTo>
                  <a:lnTo>
                    <a:pt x="857279" y="1236588"/>
                  </a:lnTo>
                  <a:lnTo>
                    <a:pt x="858350" y="1236070"/>
                  </a:lnTo>
                  <a:lnTo>
                    <a:pt x="859422" y="1235552"/>
                  </a:lnTo>
                  <a:lnTo>
                    <a:pt x="860493" y="1235035"/>
                  </a:lnTo>
                  <a:lnTo>
                    <a:pt x="861565" y="1234517"/>
                  </a:lnTo>
                  <a:lnTo>
                    <a:pt x="862637" y="1233999"/>
                  </a:lnTo>
                  <a:lnTo>
                    <a:pt x="863708" y="1233481"/>
                  </a:lnTo>
                  <a:lnTo>
                    <a:pt x="864780" y="1232963"/>
                  </a:lnTo>
                  <a:lnTo>
                    <a:pt x="865851" y="1232445"/>
                  </a:lnTo>
                  <a:lnTo>
                    <a:pt x="866923" y="1231927"/>
                  </a:lnTo>
                  <a:lnTo>
                    <a:pt x="867995" y="1231409"/>
                  </a:lnTo>
                  <a:lnTo>
                    <a:pt x="869066" y="1230891"/>
                  </a:lnTo>
                  <a:lnTo>
                    <a:pt x="870138" y="1230373"/>
                  </a:lnTo>
                  <a:lnTo>
                    <a:pt x="871209" y="1229855"/>
                  </a:lnTo>
                  <a:lnTo>
                    <a:pt x="872281" y="1229337"/>
                  </a:lnTo>
                  <a:lnTo>
                    <a:pt x="873353" y="1228819"/>
                  </a:lnTo>
                  <a:lnTo>
                    <a:pt x="874424" y="1228301"/>
                  </a:lnTo>
                  <a:lnTo>
                    <a:pt x="875496" y="1227782"/>
                  </a:lnTo>
                  <a:lnTo>
                    <a:pt x="876567" y="1227264"/>
                  </a:lnTo>
                  <a:lnTo>
                    <a:pt x="877639" y="1226746"/>
                  </a:lnTo>
                  <a:lnTo>
                    <a:pt x="878711" y="1226227"/>
                  </a:lnTo>
                  <a:lnTo>
                    <a:pt x="879782" y="1225709"/>
                  </a:lnTo>
                  <a:lnTo>
                    <a:pt x="880854" y="1225191"/>
                  </a:lnTo>
                  <a:lnTo>
                    <a:pt x="881925" y="1224672"/>
                  </a:lnTo>
                  <a:lnTo>
                    <a:pt x="882997" y="1224154"/>
                  </a:lnTo>
                  <a:lnTo>
                    <a:pt x="884069" y="1223635"/>
                  </a:lnTo>
                  <a:lnTo>
                    <a:pt x="885140" y="1223117"/>
                  </a:lnTo>
                  <a:lnTo>
                    <a:pt x="886212" y="1222598"/>
                  </a:lnTo>
                  <a:lnTo>
                    <a:pt x="887283" y="1222080"/>
                  </a:lnTo>
                  <a:lnTo>
                    <a:pt x="888355" y="1221561"/>
                  </a:lnTo>
                  <a:lnTo>
                    <a:pt x="889426" y="1221043"/>
                  </a:lnTo>
                  <a:lnTo>
                    <a:pt x="890498" y="1220524"/>
                  </a:lnTo>
                  <a:lnTo>
                    <a:pt x="891570" y="1220006"/>
                  </a:lnTo>
                  <a:lnTo>
                    <a:pt x="892641" y="1219487"/>
                  </a:lnTo>
                  <a:lnTo>
                    <a:pt x="893713" y="1218968"/>
                  </a:lnTo>
                  <a:lnTo>
                    <a:pt x="894784" y="1218450"/>
                  </a:lnTo>
                  <a:lnTo>
                    <a:pt x="895856" y="1217931"/>
                  </a:lnTo>
                  <a:lnTo>
                    <a:pt x="896928" y="1217413"/>
                  </a:lnTo>
                  <a:lnTo>
                    <a:pt x="897999" y="1216894"/>
                  </a:lnTo>
                  <a:lnTo>
                    <a:pt x="899071" y="1216375"/>
                  </a:lnTo>
                  <a:lnTo>
                    <a:pt x="900142" y="1215857"/>
                  </a:lnTo>
                  <a:lnTo>
                    <a:pt x="901214" y="1215338"/>
                  </a:lnTo>
                  <a:lnTo>
                    <a:pt x="902286" y="1214819"/>
                  </a:lnTo>
                  <a:lnTo>
                    <a:pt x="903357" y="1214301"/>
                  </a:lnTo>
                  <a:lnTo>
                    <a:pt x="904429" y="1213782"/>
                  </a:lnTo>
                  <a:lnTo>
                    <a:pt x="905500" y="1213263"/>
                  </a:lnTo>
                  <a:lnTo>
                    <a:pt x="906572" y="1212745"/>
                  </a:lnTo>
                  <a:lnTo>
                    <a:pt x="907644" y="1212226"/>
                  </a:lnTo>
                  <a:lnTo>
                    <a:pt x="908715" y="1211708"/>
                  </a:lnTo>
                  <a:lnTo>
                    <a:pt x="909787" y="1211189"/>
                  </a:lnTo>
                  <a:lnTo>
                    <a:pt x="910858" y="1210670"/>
                  </a:lnTo>
                  <a:lnTo>
                    <a:pt x="911930" y="1210152"/>
                  </a:lnTo>
                  <a:lnTo>
                    <a:pt x="913002" y="1209633"/>
                  </a:lnTo>
                  <a:lnTo>
                    <a:pt x="914073" y="1209115"/>
                  </a:lnTo>
                  <a:lnTo>
                    <a:pt x="915145" y="1208596"/>
                  </a:lnTo>
                  <a:lnTo>
                    <a:pt x="916216" y="1208078"/>
                  </a:lnTo>
                  <a:lnTo>
                    <a:pt x="917288" y="1207559"/>
                  </a:lnTo>
                  <a:lnTo>
                    <a:pt x="918360" y="1207041"/>
                  </a:lnTo>
                  <a:lnTo>
                    <a:pt x="919431" y="1206522"/>
                  </a:lnTo>
                  <a:lnTo>
                    <a:pt x="920503" y="1206004"/>
                  </a:lnTo>
                  <a:lnTo>
                    <a:pt x="921574" y="1205485"/>
                  </a:lnTo>
                  <a:lnTo>
                    <a:pt x="922646" y="1204967"/>
                  </a:lnTo>
                  <a:lnTo>
                    <a:pt x="923718" y="1204449"/>
                  </a:lnTo>
                  <a:lnTo>
                    <a:pt x="924789" y="1203930"/>
                  </a:lnTo>
                  <a:lnTo>
                    <a:pt x="925861" y="1203412"/>
                  </a:lnTo>
                  <a:lnTo>
                    <a:pt x="926932" y="1202894"/>
                  </a:lnTo>
                  <a:lnTo>
                    <a:pt x="928004" y="1202375"/>
                  </a:lnTo>
                  <a:lnTo>
                    <a:pt x="929076" y="1201857"/>
                  </a:lnTo>
                  <a:lnTo>
                    <a:pt x="930147" y="1201339"/>
                  </a:lnTo>
                  <a:lnTo>
                    <a:pt x="931219" y="1200821"/>
                  </a:lnTo>
                  <a:lnTo>
                    <a:pt x="932290" y="1200303"/>
                  </a:lnTo>
                  <a:lnTo>
                    <a:pt x="933362" y="1199785"/>
                  </a:lnTo>
                  <a:lnTo>
                    <a:pt x="934434" y="1199267"/>
                  </a:lnTo>
                  <a:lnTo>
                    <a:pt x="935505" y="1198749"/>
                  </a:lnTo>
                  <a:lnTo>
                    <a:pt x="936577" y="1198231"/>
                  </a:lnTo>
                  <a:lnTo>
                    <a:pt x="937648" y="1197713"/>
                  </a:lnTo>
                  <a:lnTo>
                    <a:pt x="938720" y="1197195"/>
                  </a:lnTo>
                  <a:lnTo>
                    <a:pt x="939792" y="1196677"/>
                  </a:lnTo>
                  <a:lnTo>
                    <a:pt x="940863" y="1196159"/>
                  </a:lnTo>
                  <a:lnTo>
                    <a:pt x="941935" y="1195642"/>
                  </a:lnTo>
                  <a:lnTo>
                    <a:pt x="943006" y="1195124"/>
                  </a:lnTo>
                  <a:lnTo>
                    <a:pt x="944078" y="1194606"/>
                  </a:lnTo>
                  <a:lnTo>
                    <a:pt x="945150" y="1194089"/>
                  </a:lnTo>
                  <a:lnTo>
                    <a:pt x="946221" y="1193571"/>
                  </a:lnTo>
                  <a:lnTo>
                    <a:pt x="947293" y="1193054"/>
                  </a:lnTo>
                  <a:lnTo>
                    <a:pt x="948364" y="1192536"/>
                  </a:lnTo>
                  <a:lnTo>
                    <a:pt x="949436" y="1192019"/>
                  </a:lnTo>
                  <a:lnTo>
                    <a:pt x="950508" y="1191502"/>
                  </a:lnTo>
                  <a:lnTo>
                    <a:pt x="951579" y="1190984"/>
                  </a:lnTo>
                  <a:lnTo>
                    <a:pt x="952651" y="1190467"/>
                  </a:lnTo>
                  <a:lnTo>
                    <a:pt x="953722" y="1189950"/>
                  </a:lnTo>
                  <a:lnTo>
                    <a:pt x="954794" y="1189433"/>
                  </a:lnTo>
                  <a:lnTo>
                    <a:pt x="955866" y="1188916"/>
                  </a:lnTo>
                  <a:lnTo>
                    <a:pt x="956937" y="1188399"/>
                  </a:lnTo>
                  <a:lnTo>
                    <a:pt x="958009" y="1187882"/>
                  </a:lnTo>
                  <a:lnTo>
                    <a:pt x="959080" y="1187365"/>
                  </a:lnTo>
                  <a:lnTo>
                    <a:pt x="960152" y="1186849"/>
                  </a:lnTo>
                  <a:lnTo>
                    <a:pt x="961224" y="1186332"/>
                  </a:lnTo>
                  <a:lnTo>
                    <a:pt x="962295" y="1185815"/>
                  </a:lnTo>
                  <a:lnTo>
                    <a:pt x="963367" y="1185299"/>
                  </a:lnTo>
                  <a:lnTo>
                    <a:pt x="964438" y="1184783"/>
                  </a:lnTo>
                  <a:lnTo>
                    <a:pt x="965510" y="1184266"/>
                  </a:lnTo>
                  <a:lnTo>
                    <a:pt x="966582" y="1183750"/>
                  </a:lnTo>
                  <a:lnTo>
                    <a:pt x="967653" y="1183234"/>
                  </a:lnTo>
                  <a:lnTo>
                    <a:pt x="968725" y="1182718"/>
                  </a:lnTo>
                  <a:lnTo>
                    <a:pt x="969796" y="1182202"/>
                  </a:lnTo>
                  <a:lnTo>
                    <a:pt x="970868" y="1181686"/>
                  </a:lnTo>
                  <a:lnTo>
                    <a:pt x="971940" y="1181170"/>
                  </a:lnTo>
                  <a:lnTo>
                    <a:pt x="973011" y="1180654"/>
                  </a:lnTo>
                  <a:lnTo>
                    <a:pt x="974083" y="1180138"/>
                  </a:lnTo>
                  <a:lnTo>
                    <a:pt x="975154" y="1179623"/>
                  </a:lnTo>
                  <a:lnTo>
                    <a:pt x="976226" y="1179107"/>
                  </a:lnTo>
                  <a:lnTo>
                    <a:pt x="977298" y="1178592"/>
                  </a:lnTo>
                  <a:lnTo>
                    <a:pt x="978369" y="1178077"/>
                  </a:lnTo>
                  <a:lnTo>
                    <a:pt x="979441" y="1177561"/>
                  </a:lnTo>
                  <a:lnTo>
                    <a:pt x="980512" y="1177046"/>
                  </a:lnTo>
                  <a:lnTo>
                    <a:pt x="981584" y="1176531"/>
                  </a:lnTo>
                  <a:lnTo>
                    <a:pt x="982656" y="1176016"/>
                  </a:lnTo>
                  <a:lnTo>
                    <a:pt x="983727" y="1175502"/>
                  </a:lnTo>
                  <a:lnTo>
                    <a:pt x="984799" y="1174987"/>
                  </a:lnTo>
                  <a:lnTo>
                    <a:pt x="985870" y="1174472"/>
                  </a:lnTo>
                  <a:lnTo>
                    <a:pt x="986942" y="1173958"/>
                  </a:lnTo>
                  <a:lnTo>
                    <a:pt x="988014" y="1173443"/>
                  </a:lnTo>
                  <a:lnTo>
                    <a:pt x="989085" y="1172929"/>
                  </a:lnTo>
                  <a:lnTo>
                    <a:pt x="990157" y="1172415"/>
                  </a:lnTo>
                  <a:lnTo>
                    <a:pt x="991228" y="1171901"/>
                  </a:lnTo>
                  <a:lnTo>
                    <a:pt x="992300" y="1171387"/>
                  </a:lnTo>
                  <a:lnTo>
                    <a:pt x="993372" y="1170873"/>
                  </a:lnTo>
                  <a:lnTo>
                    <a:pt x="994443" y="1170359"/>
                  </a:lnTo>
                  <a:lnTo>
                    <a:pt x="995515" y="1169846"/>
                  </a:lnTo>
                  <a:lnTo>
                    <a:pt x="996586" y="1169332"/>
                  </a:lnTo>
                  <a:lnTo>
                    <a:pt x="997658" y="1168819"/>
                  </a:lnTo>
                  <a:lnTo>
                    <a:pt x="998730" y="1168306"/>
                  </a:lnTo>
                  <a:lnTo>
                    <a:pt x="999801" y="1167793"/>
                  </a:lnTo>
                  <a:lnTo>
                    <a:pt x="1000873" y="1167280"/>
                  </a:lnTo>
                  <a:lnTo>
                    <a:pt x="1001944" y="1166767"/>
                  </a:lnTo>
                  <a:lnTo>
                    <a:pt x="1003016" y="1166254"/>
                  </a:lnTo>
                  <a:lnTo>
                    <a:pt x="1004088" y="1165742"/>
                  </a:lnTo>
                  <a:lnTo>
                    <a:pt x="1005159" y="1165229"/>
                  </a:lnTo>
                  <a:lnTo>
                    <a:pt x="1006231" y="1164717"/>
                  </a:lnTo>
                  <a:lnTo>
                    <a:pt x="1007302" y="1164205"/>
                  </a:lnTo>
                  <a:lnTo>
                    <a:pt x="1008374" y="1163693"/>
                  </a:lnTo>
                  <a:lnTo>
                    <a:pt x="1009446" y="1163181"/>
                  </a:lnTo>
                  <a:lnTo>
                    <a:pt x="1010517" y="1162669"/>
                  </a:lnTo>
                  <a:lnTo>
                    <a:pt x="1011589" y="1162157"/>
                  </a:lnTo>
                  <a:lnTo>
                    <a:pt x="1012660" y="1161646"/>
                  </a:lnTo>
                  <a:lnTo>
                    <a:pt x="1013732" y="1161134"/>
                  </a:lnTo>
                  <a:lnTo>
                    <a:pt x="1014804" y="1160623"/>
                  </a:lnTo>
                  <a:lnTo>
                    <a:pt x="1015875" y="1160112"/>
                  </a:lnTo>
                  <a:lnTo>
                    <a:pt x="1016947" y="1159601"/>
                  </a:lnTo>
                  <a:lnTo>
                    <a:pt x="1018018" y="1159090"/>
                  </a:lnTo>
                  <a:lnTo>
                    <a:pt x="1019090" y="1158580"/>
                  </a:lnTo>
                  <a:lnTo>
                    <a:pt x="1020162" y="1158069"/>
                  </a:lnTo>
                  <a:lnTo>
                    <a:pt x="1021233" y="1157559"/>
                  </a:lnTo>
                  <a:lnTo>
                    <a:pt x="1022305" y="1157049"/>
                  </a:lnTo>
                  <a:lnTo>
                    <a:pt x="1023376" y="1156539"/>
                  </a:lnTo>
                  <a:lnTo>
                    <a:pt x="1024448" y="1156029"/>
                  </a:lnTo>
                  <a:lnTo>
                    <a:pt x="1025520" y="1155519"/>
                  </a:lnTo>
                  <a:lnTo>
                    <a:pt x="1026591" y="1155010"/>
                  </a:lnTo>
                  <a:lnTo>
                    <a:pt x="1027663" y="1154500"/>
                  </a:lnTo>
                  <a:lnTo>
                    <a:pt x="1028734" y="1153991"/>
                  </a:lnTo>
                  <a:lnTo>
                    <a:pt x="1029806" y="1153482"/>
                  </a:lnTo>
                  <a:lnTo>
                    <a:pt x="1030878" y="1152973"/>
                  </a:lnTo>
                  <a:lnTo>
                    <a:pt x="1031949" y="1152464"/>
                  </a:lnTo>
                  <a:lnTo>
                    <a:pt x="1033021" y="1151956"/>
                  </a:lnTo>
                  <a:lnTo>
                    <a:pt x="1034092" y="1151448"/>
                  </a:lnTo>
                  <a:lnTo>
                    <a:pt x="1035164" y="1150939"/>
                  </a:lnTo>
                  <a:lnTo>
                    <a:pt x="1036236" y="1150431"/>
                  </a:lnTo>
                  <a:lnTo>
                    <a:pt x="1037307" y="1149923"/>
                  </a:lnTo>
                  <a:lnTo>
                    <a:pt x="1038379" y="1149416"/>
                  </a:lnTo>
                  <a:lnTo>
                    <a:pt x="1039450" y="1148908"/>
                  </a:lnTo>
                  <a:lnTo>
                    <a:pt x="1040522" y="1148401"/>
                  </a:lnTo>
                  <a:lnTo>
                    <a:pt x="1041594" y="1147894"/>
                  </a:lnTo>
                  <a:lnTo>
                    <a:pt x="1042665" y="1147387"/>
                  </a:lnTo>
                  <a:lnTo>
                    <a:pt x="1043737" y="1146880"/>
                  </a:lnTo>
                  <a:lnTo>
                    <a:pt x="1044808" y="1146374"/>
                  </a:lnTo>
                  <a:lnTo>
                    <a:pt x="1045880" y="1145867"/>
                  </a:lnTo>
                  <a:lnTo>
                    <a:pt x="1046952" y="1145361"/>
                  </a:lnTo>
                  <a:lnTo>
                    <a:pt x="1048023" y="1144855"/>
                  </a:lnTo>
                  <a:lnTo>
                    <a:pt x="1049095" y="1144349"/>
                  </a:lnTo>
                  <a:lnTo>
                    <a:pt x="1050166" y="1143844"/>
                  </a:lnTo>
                  <a:lnTo>
                    <a:pt x="1051238" y="1143338"/>
                  </a:lnTo>
                  <a:lnTo>
                    <a:pt x="1052310" y="1142833"/>
                  </a:lnTo>
                  <a:lnTo>
                    <a:pt x="1053381" y="1142328"/>
                  </a:lnTo>
                  <a:lnTo>
                    <a:pt x="1054453" y="1141823"/>
                  </a:lnTo>
                  <a:lnTo>
                    <a:pt x="1055524" y="1141319"/>
                  </a:lnTo>
                  <a:lnTo>
                    <a:pt x="1056596" y="1140814"/>
                  </a:lnTo>
                  <a:lnTo>
                    <a:pt x="1057668" y="1140310"/>
                  </a:lnTo>
                  <a:lnTo>
                    <a:pt x="1058739" y="1139806"/>
                  </a:lnTo>
                  <a:lnTo>
                    <a:pt x="1059811" y="1139302"/>
                  </a:lnTo>
                  <a:lnTo>
                    <a:pt x="1060882" y="1138799"/>
                  </a:lnTo>
                  <a:lnTo>
                    <a:pt x="1061954" y="1138295"/>
                  </a:lnTo>
                  <a:lnTo>
                    <a:pt x="1063026" y="1137792"/>
                  </a:lnTo>
                  <a:lnTo>
                    <a:pt x="1064097" y="1137289"/>
                  </a:lnTo>
                  <a:lnTo>
                    <a:pt x="1065169" y="1136787"/>
                  </a:lnTo>
                  <a:lnTo>
                    <a:pt x="1066240" y="1136284"/>
                  </a:lnTo>
                  <a:lnTo>
                    <a:pt x="1067312" y="1135782"/>
                  </a:lnTo>
                  <a:lnTo>
                    <a:pt x="1068383" y="1135280"/>
                  </a:lnTo>
                  <a:lnTo>
                    <a:pt x="1069455" y="1134778"/>
                  </a:lnTo>
                  <a:lnTo>
                    <a:pt x="1070527" y="1134276"/>
                  </a:lnTo>
                  <a:lnTo>
                    <a:pt x="1071598" y="1133775"/>
                  </a:lnTo>
                  <a:lnTo>
                    <a:pt x="1072670" y="1133274"/>
                  </a:lnTo>
                  <a:lnTo>
                    <a:pt x="1073741" y="1132773"/>
                  </a:lnTo>
                  <a:lnTo>
                    <a:pt x="1074813" y="1132272"/>
                  </a:lnTo>
                  <a:lnTo>
                    <a:pt x="1075885" y="1131772"/>
                  </a:lnTo>
                  <a:lnTo>
                    <a:pt x="1076956" y="1131272"/>
                  </a:lnTo>
                  <a:lnTo>
                    <a:pt x="1078028" y="1130772"/>
                  </a:lnTo>
                  <a:lnTo>
                    <a:pt x="1079099" y="1130272"/>
                  </a:lnTo>
                  <a:lnTo>
                    <a:pt x="1080171" y="1129772"/>
                  </a:lnTo>
                  <a:lnTo>
                    <a:pt x="1081243" y="1129273"/>
                  </a:lnTo>
                  <a:lnTo>
                    <a:pt x="1082314" y="1128774"/>
                  </a:lnTo>
                  <a:lnTo>
                    <a:pt x="1083386" y="1128275"/>
                  </a:lnTo>
                  <a:lnTo>
                    <a:pt x="1084457" y="1127777"/>
                  </a:lnTo>
                  <a:lnTo>
                    <a:pt x="1085529" y="1127278"/>
                  </a:lnTo>
                  <a:lnTo>
                    <a:pt x="1086601" y="1126780"/>
                  </a:lnTo>
                  <a:lnTo>
                    <a:pt x="1087672" y="1126282"/>
                  </a:lnTo>
                  <a:lnTo>
                    <a:pt x="1088744" y="1125784"/>
                  </a:lnTo>
                  <a:lnTo>
                    <a:pt x="1089815" y="1125287"/>
                  </a:lnTo>
                  <a:lnTo>
                    <a:pt x="1090887" y="1124790"/>
                  </a:lnTo>
                  <a:lnTo>
                    <a:pt x="1091959" y="1124293"/>
                  </a:lnTo>
                  <a:lnTo>
                    <a:pt x="1093030" y="1123796"/>
                  </a:lnTo>
                  <a:lnTo>
                    <a:pt x="1094102" y="1123299"/>
                  </a:lnTo>
                  <a:lnTo>
                    <a:pt x="1095173" y="1122803"/>
                  </a:lnTo>
                  <a:lnTo>
                    <a:pt x="1096245" y="1122307"/>
                  </a:lnTo>
                  <a:lnTo>
                    <a:pt x="1097317" y="1121811"/>
                  </a:lnTo>
                  <a:lnTo>
                    <a:pt x="1098388" y="1121315"/>
                  </a:lnTo>
                  <a:lnTo>
                    <a:pt x="1099460" y="1120819"/>
                  </a:lnTo>
                  <a:lnTo>
                    <a:pt x="1100531" y="1120324"/>
                  </a:lnTo>
                  <a:lnTo>
                    <a:pt x="1101603" y="1119829"/>
                  </a:lnTo>
                  <a:lnTo>
                    <a:pt x="1102675" y="1119334"/>
                  </a:lnTo>
                  <a:lnTo>
                    <a:pt x="1103746" y="1118839"/>
                  </a:lnTo>
                  <a:lnTo>
                    <a:pt x="1104818" y="1118344"/>
                  </a:lnTo>
                  <a:lnTo>
                    <a:pt x="1105889" y="1117850"/>
                  </a:lnTo>
                  <a:lnTo>
                    <a:pt x="1106961" y="1117355"/>
                  </a:lnTo>
                  <a:lnTo>
                    <a:pt x="1108033" y="1116861"/>
                  </a:lnTo>
                  <a:lnTo>
                    <a:pt x="1109104" y="1116367"/>
                  </a:lnTo>
                  <a:lnTo>
                    <a:pt x="1110176" y="1115874"/>
                  </a:lnTo>
                  <a:lnTo>
                    <a:pt x="1111247" y="1115380"/>
                  </a:lnTo>
                  <a:lnTo>
                    <a:pt x="1112319" y="1114887"/>
                  </a:lnTo>
                  <a:lnTo>
                    <a:pt x="1113391" y="1114394"/>
                  </a:lnTo>
                  <a:lnTo>
                    <a:pt x="1114462" y="1113901"/>
                  </a:lnTo>
                  <a:lnTo>
                    <a:pt x="1115534" y="1113408"/>
                  </a:lnTo>
                  <a:lnTo>
                    <a:pt x="1116605" y="1112915"/>
                  </a:lnTo>
                  <a:lnTo>
                    <a:pt x="1117677" y="1112423"/>
                  </a:lnTo>
                  <a:lnTo>
                    <a:pt x="1118749" y="1111930"/>
                  </a:lnTo>
                  <a:lnTo>
                    <a:pt x="1119820" y="1111438"/>
                  </a:lnTo>
                  <a:lnTo>
                    <a:pt x="1120892" y="1110946"/>
                  </a:lnTo>
                  <a:lnTo>
                    <a:pt x="1121963" y="1110454"/>
                  </a:lnTo>
                  <a:lnTo>
                    <a:pt x="1123035" y="1109963"/>
                  </a:lnTo>
                  <a:lnTo>
                    <a:pt x="1124107" y="1109471"/>
                  </a:lnTo>
                  <a:lnTo>
                    <a:pt x="1125178" y="1108980"/>
                  </a:lnTo>
                  <a:lnTo>
                    <a:pt x="1126250" y="1108488"/>
                  </a:lnTo>
                  <a:lnTo>
                    <a:pt x="1127321" y="1107997"/>
                  </a:lnTo>
                  <a:lnTo>
                    <a:pt x="1128393" y="1107506"/>
                  </a:lnTo>
                  <a:lnTo>
                    <a:pt x="1129465" y="1107015"/>
                  </a:lnTo>
                  <a:lnTo>
                    <a:pt x="1130536" y="1106525"/>
                  </a:lnTo>
                  <a:lnTo>
                    <a:pt x="1131608" y="1106034"/>
                  </a:lnTo>
                  <a:lnTo>
                    <a:pt x="1132679" y="1105544"/>
                  </a:lnTo>
                  <a:lnTo>
                    <a:pt x="1133751" y="1105053"/>
                  </a:lnTo>
                  <a:lnTo>
                    <a:pt x="1134823" y="1104563"/>
                  </a:lnTo>
                  <a:lnTo>
                    <a:pt x="1135894" y="1104073"/>
                  </a:lnTo>
                  <a:lnTo>
                    <a:pt x="1136966" y="1103583"/>
                  </a:lnTo>
                  <a:lnTo>
                    <a:pt x="1138037" y="1103094"/>
                  </a:lnTo>
                  <a:lnTo>
                    <a:pt x="1139109" y="1102604"/>
                  </a:lnTo>
                  <a:lnTo>
                    <a:pt x="1140181" y="1102114"/>
                  </a:lnTo>
                  <a:lnTo>
                    <a:pt x="1141252" y="1101625"/>
                  </a:lnTo>
                  <a:lnTo>
                    <a:pt x="1142324" y="1101136"/>
                  </a:lnTo>
                  <a:lnTo>
                    <a:pt x="1143395" y="1100647"/>
                  </a:lnTo>
                  <a:lnTo>
                    <a:pt x="1144467" y="1100157"/>
                  </a:lnTo>
                  <a:lnTo>
                    <a:pt x="1145539" y="1099668"/>
                  </a:lnTo>
                  <a:lnTo>
                    <a:pt x="1146610" y="1099180"/>
                  </a:lnTo>
                  <a:lnTo>
                    <a:pt x="1147682" y="1098691"/>
                  </a:lnTo>
                  <a:lnTo>
                    <a:pt x="1148753" y="1098202"/>
                  </a:lnTo>
                  <a:lnTo>
                    <a:pt x="1149825" y="1097714"/>
                  </a:lnTo>
                  <a:lnTo>
                    <a:pt x="1150897" y="1097225"/>
                  </a:lnTo>
                  <a:lnTo>
                    <a:pt x="1151968" y="1096737"/>
                  </a:lnTo>
                  <a:lnTo>
                    <a:pt x="1153040" y="1096248"/>
                  </a:lnTo>
                  <a:lnTo>
                    <a:pt x="1154111" y="1095760"/>
                  </a:lnTo>
                  <a:lnTo>
                    <a:pt x="1155183" y="1095272"/>
                  </a:lnTo>
                  <a:lnTo>
                    <a:pt x="1156255" y="1094784"/>
                  </a:lnTo>
                  <a:lnTo>
                    <a:pt x="1157326" y="1094296"/>
                  </a:lnTo>
                  <a:lnTo>
                    <a:pt x="1158398" y="1093808"/>
                  </a:lnTo>
                  <a:lnTo>
                    <a:pt x="1159469" y="1093321"/>
                  </a:lnTo>
                  <a:lnTo>
                    <a:pt x="1160541" y="1092833"/>
                  </a:lnTo>
                  <a:lnTo>
                    <a:pt x="1161613" y="1092345"/>
                  </a:lnTo>
                  <a:lnTo>
                    <a:pt x="1162684" y="1091858"/>
                  </a:lnTo>
                  <a:lnTo>
                    <a:pt x="1163756" y="1091370"/>
                  </a:lnTo>
                  <a:lnTo>
                    <a:pt x="1164827" y="1090883"/>
                  </a:lnTo>
                  <a:lnTo>
                    <a:pt x="1165899" y="1090395"/>
                  </a:lnTo>
                  <a:lnTo>
                    <a:pt x="1166971" y="1089908"/>
                  </a:lnTo>
                  <a:lnTo>
                    <a:pt x="1168042" y="1089421"/>
                  </a:lnTo>
                  <a:lnTo>
                    <a:pt x="1169114" y="1088934"/>
                  </a:lnTo>
                  <a:lnTo>
                    <a:pt x="1170185" y="1088447"/>
                  </a:lnTo>
                  <a:lnTo>
                    <a:pt x="1171257" y="1087960"/>
                  </a:lnTo>
                  <a:lnTo>
                    <a:pt x="1172329" y="1087473"/>
                  </a:lnTo>
                  <a:lnTo>
                    <a:pt x="1173400" y="1086986"/>
                  </a:lnTo>
                  <a:lnTo>
                    <a:pt x="1174472" y="1086499"/>
                  </a:lnTo>
                  <a:lnTo>
                    <a:pt x="1175543" y="1086012"/>
                  </a:lnTo>
                  <a:lnTo>
                    <a:pt x="1176615" y="1085525"/>
                  </a:lnTo>
                  <a:lnTo>
                    <a:pt x="1177687" y="1085038"/>
                  </a:lnTo>
                  <a:lnTo>
                    <a:pt x="1178758" y="1084551"/>
                  </a:lnTo>
                  <a:lnTo>
                    <a:pt x="1179830" y="1084065"/>
                  </a:lnTo>
                  <a:lnTo>
                    <a:pt x="1180901" y="1083578"/>
                  </a:lnTo>
                  <a:lnTo>
                    <a:pt x="1181973" y="1083091"/>
                  </a:lnTo>
                  <a:lnTo>
                    <a:pt x="1183045" y="1082604"/>
                  </a:lnTo>
                  <a:lnTo>
                    <a:pt x="1184116" y="1082118"/>
                  </a:lnTo>
                  <a:lnTo>
                    <a:pt x="1185188" y="1081631"/>
                  </a:lnTo>
                  <a:lnTo>
                    <a:pt x="1186259" y="1081145"/>
                  </a:lnTo>
                  <a:lnTo>
                    <a:pt x="1187331" y="1080658"/>
                  </a:lnTo>
                  <a:lnTo>
                    <a:pt x="1188403" y="1080171"/>
                  </a:lnTo>
                  <a:lnTo>
                    <a:pt x="1189474" y="1079685"/>
                  </a:lnTo>
                  <a:lnTo>
                    <a:pt x="1190546" y="1079198"/>
                  </a:lnTo>
                  <a:lnTo>
                    <a:pt x="1191617" y="1078712"/>
                  </a:lnTo>
                  <a:lnTo>
                    <a:pt x="1192689" y="1078225"/>
                  </a:lnTo>
                  <a:lnTo>
                    <a:pt x="1193761" y="1077739"/>
                  </a:lnTo>
                  <a:lnTo>
                    <a:pt x="1194832" y="1077252"/>
                  </a:lnTo>
                  <a:lnTo>
                    <a:pt x="1195904" y="1076765"/>
                  </a:lnTo>
                  <a:lnTo>
                    <a:pt x="1196975" y="1076279"/>
                  </a:lnTo>
                  <a:lnTo>
                    <a:pt x="1198047" y="1075792"/>
                  </a:lnTo>
                  <a:lnTo>
                    <a:pt x="1199119" y="1075306"/>
                  </a:lnTo>
                  <a:lnTo>
                    <a:pt x="1200190" y="1074819"/>
                  </a:lnTo>
                  <a:lnTo>
                    <a:pt x="1201262" y="1074332"/>
                  </a:lnTo>
                  <a:lnTo>
                    <a:pt x="1202333" y="1073846"/>
                  </a:lnTo>
                  <a:lnTo>
                    <a:pt x="1203405" y="1073359"/>
                  </a:lnTo>
                  <a:lnTo>
                    <a:pt x="1204477" y="1072872"/>
                  </a:lnTo>
                  <a:lnTo>
                    <a:pt x="1205548" y="1072386"/>
                  </a:lnTo>
                  <a:lnTo>
                    <a:pt x="1206620" y="1071899"/>
                  </a:lnTo>
                  <a:lnTo>
                    <a:pt x="1207691" y="1071412"/>
                  </a:lnTo>
                  <a:lnTo>
                    <a:pt x="1208763" y="1070925"/>
                  </a:lnTo>
                  <a:lnTo>
                    <a:pt x="1209835" y="1070438"/>
                  </a:lnTo>
                  <a:lnTo>
                    <a:pt x="1210906" y="1069951"/>
                  </a:lnTo>
                  <a:lnTo>
                    <a:pt x="1211978" y="1069464"/>
                  </a:lnTo>
                  <a:lnTo>
                    <a:pt x="1213049" y="1068977"/>
                  </a:lnTo>
                  <a:lnTo>
                    <a:pt x="1214121" y="1068490"/>
                  </a:lnTo>
                  <a:lnTo>
                    <a:pt x="1215193" y="1068003"/>
                  </a:lnTo>
                  <a:lnTo>
                    <a:pt x="1216264" y="1067516"/>
                  </a:lnTo>
                  <a:lnTo>
                    <a:pt x="1217336" y="1067029"/>
                  </a:lnTo>
                  <a:lnTo>
                    <a:pt x="1218407" y="1066542"/>
                  </a:lnTo>
                  <a:lnTo>
                    <a:pt x="1219479" y="1066054"/>
                  </a:lnTo>
                  <a:lnTo>
                    <a:pt x="1220551" y="1065567"/>
                  </a:lnTo>
                  <a:lnTo>
                    <a:pt x="1221622" y="1065079"/>
                  </a:lnTo>
                  <a:lnTo>
                    <a:pt x="1222694" y="1064592"/>
                  </a:lnTo>
                  <a:lnTo>
                    <a:pt x="1223765" y="1064104"/>
                  </a:lnTo>
                  <a:lnTo>
                    <a:pt x="1224837" y="1063616"/>
                  </a:lnTo>
                  <a:lnTo>
                    <a:pt x="1225909" y="1063129"/>
                  </a:lnTo>
                  <a:lnTo>
                    <a:pt x="1226980" y="1062641"/>
                  </a:lnTo>
                  <a:lnTo>
                    <a:pt x="1228052" y="1062153"/>
                  </a:lnTo>
                  <a:lnTo>
                    <a:pt x="1229123" y="1061665"/>
                  </a:lnTo>
                  <a:lnTo>
                    <a:pt x="1230195" y="1061177"/>
                  </a:lnTo>
                  <a:lnTo>
                    <a:pt x="1231267" y="1060688"/>
                  </a:lnTo>
                  <a:lnTo>
                    <a:pt x="1232338" y="1060200"/>
                  </a:lnTo>
                  <a:lnTo>
                    <a:pt x="1233410" y="1059712"/>
                  </a:lnTo>
                  <a:lnTo>
                    <a:pt x="1234481" y="1059223"/>
                  </a:lnTo>
                  <a:lnTo>
                    <a:pt x="1235553" y="1058734"/>
                  </a:lnTo>
                  <a:lnTo>
                    <a:pt x="1236625" y="1058246"/>
                  </a:lnTo>
                  <a:lnTo>
                    <a:pt x="1237696" y="1057757"/>
                  </a:lnTo>
                  <a:lnTo>
                    <a:pt x="1238768" y="1057268"/>
                  </a:lnTo>
                  <a:lnTo>
                    <a:pt x="1239839" y="1056779"/>
                  </a:lnTo>
                  <a:lnTo>
                    <a:pt x="1240911" y="1056290"/>
                  </a:lnTo>
                  <a:lnTo>
                    <a:pt x="1241983" y="1055800"/>
                  </a:lnTo>
                  <a:lnTo>
                    <a:pt x="1243054" y="1055311"/>
                  </a:lnTo>
                  <a:lnTo>
                    <a:pt x="1244126" y="1054821"/>
                  </a:lnTo>
                  <a:lnTo>
                    <a:pt x="1245197" y="1054332"/>
                  </a:lnTo>
                  <a:lnTo>
                    <a:pt x="1246269" y="1053842"/>
                  </a:lnTo>
                  <a:lnTo>
                    <a:pt x="1247340" y="1053352"/>
                  </a:lnTo>
                  <a:lnTo>
                    <a:pt x="1248412" y="1052862"/>
                  </a:lnTo>
                  <a:lnTo>
                    <a:pt x="1249484" y="1052371"/>
                  </a:lnTo>
                  <a:lnTo>
                    <a:pt x="1250555" y="1051881"/>
                  </a:lnTo>
                  <a:lnTo>
                    <a:pt x="1251627" y="1051390"/>
                  </a:lnTo>
                  <a:lnTo>
                    <a:pt x="1252698" y="1050900"/>
                  </a:lnTo>
                  <a:lnTo>
                    <a:pt x="1253770" y="1050409"/>
                  </a:lnTo>
                  <a:lnTo>
                    <a:pt x="1254842" y="1049918"/>
                  </a:lnTo>
                  <a:lnTo>
                    <a:pt x="1255913" y="1049427"/>
                  </a:lnTo>
                  <a:lnTo>
                    <a:pt x="1256985" y="1048935"/>
                  </a:lnTo>
                  <a:lnTo>
                    <a:pt x="1258056" y="1048444"/>
                  </a:lnTo>
                  <a:lnTo>
                    <a:pt x="1259128" y="1047952"/>
                  </a:lnTo>
                  <a:lnTo>
                    <a:pt x="1260200" y="1047460"/>
                  </a:lnTo>
                  <a:lnTo>
                    <a:pt x="1261271" y="1046968"/>
                  </a:lnTo>
                  <a:lnTo>
                    <a:pt x="1262343" y="1046476"/>
                  </a:lnTo>
                  <a:lnTo>
                    <a:pt x="1263414" y="1045984"/>
                  </a:lnTo>
                  <a:lnTo>
                    <a:pt x="1264486" y="1045491"/>
                  </a:lnTo>
                  <a:lnTo>
                    <a:pt x="1265558" y="1044999"/>
                  </a:lnTo>
                  <a:lnTo>
                    <a:pt x="1266629" y="1044506"/>
                  </a:lnTo>
                  <a:lnTo>
                    <a:pt x="1267701" y="1044013"/>
                  </a:lnTo>
                  <a:lnTo>
                    <a:pt x="1268772" y="1043519"/>
                  </a:lnTo>
                  <a:lnTo>
                    <a:pt x="1269844" y="1043026"/>
                  </a:lnTo>
                  <a:lnTo>
                    <a:pt x="1270916" y="1042532"/>
                  </a:lnTo>
                  <a:lnTo>
                    <a:pt x="1271987" y="1042038"/>
                  </a:lnTo>
                  <a:lnTo>
                    <a:pt x="1273059" y="1041544"/>
                  </a:lnTo>
                  <a:lnTo>
                    <a:pt x="1274130" y="1041050"/>
                  </a:lnTo>
                  <a:lnTo>
                    <a:pt x="1275202" y="1040555"/>
                  </a:lnTo>
                  <a:lnTo>
                    <a:pt x="1276274" y="1040061"/>
                  </a:lnTo>
                  <a:lnTo>
                    <a:pt x="1277345" y="1039566"/>
                  </a:lnTo>
                  <a:lnTo>
                    <a:pt x="1278417" y="1039071"/>
                  </a:lnTo>
                  <a:lnTo>
                    <a:pt x="1279488" y="1038575"/>
                  </a:lnTo>
                  <a:lnTo>
                    <a:pt x="1280560" y="1038080"/>
                  </a:lnTo>
                  <a:lnTo>
                    <a:pt x="1281632" y="1037584"/>
                  </a:lnTo>
                  <a:lnTo>
                    <a:pt x="1282703" y="1037088"/>
                  </a:lnTo>
                  <a:lnTo>
                    <a:pt x="1283775" y="1036591"/>
                  </a:lnTo>
                  <a:lnTo>
                    <a:pt x="1284846" y="1036095"/>
                  </a:lnTo>
                  <a:lnTo>
                    <a:pt x="1285918" y="1035598"/>
                  </a:lnTo>
                  <a:lnTo>
                    <a:pt x="1286990" y="1035101"/>
                  </a:lnTo>
                  <a:lnTo>
                    <a:pt x="1288061" y="1034604"/>
                  </a:lnTo>
                  <a:lnTo>
                    <a:pt x="1289133" y="1034106"/>
                  </a:lnTo>
                  <a:lnTo>
                    <a:pt x="1290204" y="1033608"/>
                  </a:lnTo>
                  <a:lnTo>
                    <a:pt x="1291276" y="1033110"/>
                  </a:lnTo>
                  <a:lnTo>
                    <a:pt x="1292348" y="1032612"/>
                  </a:lnTo>
                  <a:lnTo>
                    <a:pt x="1293419" y="1032113"/>
                  </a:lnTo>
                  <a:lnTo>
                    <a:pt x="1294491" y="1031614"/>
                  </a:lnTo>
                  <a:lnTo>
                    <a:pt x="1295562" y="1031115"/>
                  </a:lnTo>
                  <a:lnTo>
                    <a:pt x="1296634" y="1030616"/>
                  </a:lnTo>
                  <a:lnTo>
                    <a:pt x="1297706" y="1030116"/>
                  </a:lnTo>
                  <a:lnTo>
                    <a:pt x="1298777" y="1029616"/>
                  </a:lnTo>
                  <a:lnTo>
                    <a:pt x="1299849" y="1029116"/>
                  </a:lnTo>
                  <a:lnTo>
                    <a:pt x="1300920" y="1028615"/>
                  </a:lnTo>
                  <a:lnTo>
                    <a:pt x="1301992" y="1028115"/>
                  </a:lnTo>
                  <a:lnTo>
                    <a:pt x="1303064" y="1027614"/>
                  </a:lnTo>
                  <a:lnTo>
                    <a:pt x="1304135" y="1027112"/>
                  </a:lnTo>
                  <a:lnTo>
                    <a:pt x="1305207" y="1026610"/>
                  </a:lnTo>
                  <a:lnTo>
                    <a:pt x="1306278" y="1026108"/>
                  </a:lnTo>
                  <a:lnTo>
                    <a:pt x="1307350" y="1025606"/>
                  </a:lnTo>
                  <a:lnTo>
                    <a:pt x="1308422" y="1025103"/>
                  </a:lnTo>
                  <a:lnTo>
                    <a:pt x="1309493" y="1024601"/>
                  </a:lnTo>
                  <a:lnTo>
                    <a:pt x="1310565" y="1024097"/>
                  </a:lnTo>
                  <a:lnTo>
                    <a:pt x="1311636" y="1023594"/>
                  </a:lnTo>
                  <a:lnTo>
                    <a:pt x="1312708" y="1023090"/>
                  </a:lnTo>
                  <a:lnTo>
                    <a:pt x="1313780" y="1022586"/>
                  </a:lnTo>
                  <a:lnTo>
                    <a:pt x="1314851" y="1022081"/>
                  </a:lnTo>
                  <a:lnTo>
                    <a:pt x="1315923" y="1021576"/>
                  </a:lnTo>
                  <a:lnTo>
                    <a:pt x="1316994" y="1021071"/>
                  </a:lnTo>
                  <a:lnTo>
                    <a:pt x="1318066" y="1020566"/>
                  </a:lnTo>
                  <a:lnTo>
                    <a:pt x="1319138" y="1020060"/>
                  </a:lnTo>
                  <a:lnTo>
                    <a:pt x="1320209" y="1019553"/>
                  </a:lnTo>
                  <a:lnTo>
                    <a:pt x="1321281" y="1019047"/>
                  </a:lnTo>
                  <a:lnTo>
                    <a:pt x="1322352" y="1018540"/>
                  </a:lnTo>
                  <a:lnTo>
                    <a:pt x="1323424" y="1018033"/>
                  </a:lnTo>
                  <a:lnTo>
                    <a:pt x="1324496" y="1017525"/>
                  </a:lnTo>
                  <a:lnTo>
                    <a:pt x="1325567" y="1017017"/>
                  </a:lnTo>
                  <a:lnTo>
                    <a:pt x="1326639" y="1016509"/>
                  </a:lnTo>
                  <a:lnTo>
                    <a:pt x="1327710" y="1016000"/>
                  </a:lnTo>
                  <a:lnTo>
                    <a:pt x="1328782" y="1015491"/>
                  </a:lnTo>
                  <a:lnTo>
                    <a:pt x="1329854" y="1014981"/>
                  </a:lnTo>
                  <a:lnTo>
                    <a:pt x="1330925" y="1014471"/>
                  </a:lnTo>
                  <a:lnTo>
                    <a:pt x="1331997" y="1013961"/>
                  </a:lnTo>
                  <a:lnTo>
                    <a:pt x="1333068" y="1013451"/>
                  </a:lnTo>
                  <a:lnTo>
                    <a:pt x="1334140" y="1012940"/>
                  </a:lnTo>
                  <a:lnTo>
                    <a:pt x="1335212" y="1012428"/>
                  </a:lnTo>
                  <a:lnTo>
                    <a:pt x="1336283" y="1011916"/>
                  </a:lnTo>
                  <a:lnTo>
                    <a:pt x="1337355" y="1011404"/>
                  </a:lnTo>
                  <a:lnTo>
                    <a:pt x="1338426" y="1010892"/>
                  </a:lnTo>
                  <a:lnTo>
                    <a:pt x="1339498" y="1010379"/>
                  </a:lnTo>
                  <a:lnTo>
                    <a:pt x="1340570" y="1009865"/>
                  </a:lnTo>
                  <a:lnTo>
                    <a:pt x="1341641" y="1009351"/>
                  </a:lnTo>
                  <a:lnTo>
                    <a:pt x="1342713" y="1008837"/>
                  </a:lnTo>
                  <a:lnTo>
                    <a:pt x="1343784" y="1008323"/>
                  </a:lnTo>
                  <a:lnTo>
                    <a:pt x="1344856" y="1007808"/>
                  </a:lnTo>
                  <a:lnTo>
                    <a:pt x="1345928" y="1007292"/>
                  </a:lnTo>
                  <a:lnTo>
                    <a:pt x="1346999" y="1006776"/>
                  </a:lnTo>
                  <a:lnTo>
                    <a:pt x="1348071" y="1006260"/>
                  </a:lnTo>
                  <a:lnTo>
                    <a:pt x="1349142" y="1005743"/>
                  </a:lnTo>
                  <a:lnTo>
                    <a:pt x="1350214" y="1005226"/>
                  </a:lnTo>
                  <a:lnTo>
                    <a:pt x="1351286" y="1004708"/>
                  </a:lnTo>
                  <a:lnTo>
                    <a:pt x="1352357" y="1004190"/>
                  </a:lnTo>
                  <a:lnTo>
                    <a:pt x="1353429" y="1003671"/>
                  </a:lnTo>
                  <a:lnTo>
                    <a:pt x="1354500" y="1003152"/>
                  </a:lnTo>
                  <a:lnTo>
                    <a:pt x="1355572" y="1002633"/>
                  </a:lnTo>
                  <a:lnTo>
                    <a:pt x="1356644" y="1002113"/>
                  </a:lnTo>
                  <a:lnTo>
                    <a:pt x="1357715" y="1001593"/>
                  </a:lnTo>
                  <a:lnTo>
                    <a:pt x="1358787" y="1001072"/>
                  </a:lnTo>
                  <a:lnTo>
                    <a:pt x="1359858" y="1000550"/>
                  </a:lnTo>
                  <a:lnTo>
                    <a:pt x="1360930" y="1000029"/>
                  </a:lnTo>
                  <a:lnTo>
                    <a:pt x="1362002" y="999506"/>
                  </a:lnTo>
                  <a:lnTo>
                    <a:pt x="1363073" y="998984"/>
                  </a:lnTo>
                  <a:lnTo>
                    <a:pt x="1364145" y="998460"/>
                  </a:lnTo>
                  <a:lnTo>
                    <a:pt x="1365216" y="997937"/>
                  </a:lnTo>
                  <a:lnTo>
                    <a:pt x="1366288" y="997412"/>
                  </a:lnTo>
                  <a:lnTo>
                    <a:pt x="1367360" y="996888"/>
                  </a:lnTo>
                  <a:lnTo>
                    <a:pt x="1368431" y="996362"/>
                  </a:lnTo>
                  <a:lnTo>
                    <a:pt x="1369503" y="995837"/>
                  </a:lnTo>
                  <a:lnTo>
                    <a:pt x="1370574" y="995310"/>
                  </a:lnTo>
                  <a:lnTo>
                    <a:pt x="1371646" y="994784"/>
                  </a:lnTo>
                  <a:lnTo>
                    <a:pt x="1372718" y="994256"/>
                  </a:lnTo>
                  <a:lnTo>
                    <a:pt x="1373789" y="993729"/>
                  </a:lnTo>
                  <a:lnTo>
                    <a:pt x="1374861" y="993200"/>
                  </a:lnTo>
                  <a:lnTo>
                    <a:pt x="1375932" y="992672"/>
                  </a:lnTo>
                  <a:lnTo>
                    <a:pt x="1377004" y="992142"/>
                  </a:lnTo>
                  <a:lnTo>
                    <a:pt x="1378076" y="991612"/>
                  </a:lnTo>
                  <a:lnTo>
                    <a:pt x="1379147" y="991082"/>
                  </a:lnTo>
                  <a:lnTo>
                    <a:pt x="1380219" y="990551"/>
                  </a:lnTo>
                  <a:lnTo>
                    <a:pt x="1381290" y="990019"/>
                  </a:lnTo>
                  <a:lnTo>
                    <a:pt x="1382362" y="989487"/>
                  </a:lnTo>
                  <a:lnTo>
                    <a:pt x="1383434" y="988955"/>
                  </a:lnTo>
                  <a:lnTo>
                    <a:pt x="1384505" y="988422"/>
                  </a:lnTo>
                  <a:lnTo>
                    <a:pt x="1385577" y="987888"/>
                  </a:lnTo>
                  <a:lnTo>
                    <a:pt x="1386648" y="987354"/>
                  </a:lnTo>
                  <a:lnTo>
                    <a:pt x="1387720" y="986819"/>
                  </a:lnTo>
                  <a:lnTo>
                    <a:pt x="1388792" y="986283"/>
                  </a:lnTo>
                  <a:lnTo>
                    <a:pt x="1389863" y="985747"/>
                  </a:lnTo>
                  <a:lnTo>
                    <a:pt x="1390935" y="985211"/>
                  </a:lnTo>
                  <a:lnTo>
                    <a:pt x="1392006" y="984674"/>
                  </a:lnTo>
                  <a:lnTo>
                    <a:pt x="1393078" y="984136"/>
                  </a:lnTo>
                  <a:lnTo>
                    <a:pt x="1394150" y="983598"/>
                  </a:lnTo>
                  <a:lnTo>
                    <a:pt x="1395221" y="983059"/>
                  </a:lnTo>
                  <a:lnTo>
                    <a:pt x="1396293" y="982519"/>
                  </a:lnTo>
                  <a:lnTo>
                    <a:pt x="1397364" y="981979"/>
                  </a:lnTo>
                  <a:lnTo>
                    <a:pt x="1398436" y="981439"/>
                  </a:lnTo>
                  <a:lnTo>
                    <a:pt x="1399508" y="980897"/>
                  </a:lnTo>
                  <a:lnTo>
                    <a:pt x="1400579" y="980355"/>
                  </a:lnTo>
                  <a:lnTo>
                    <a:pt x="1401651" y="979813"/>
                  </a:lnTo>
                  <a:lnTo>
                    <a:pt x="1402722" y="979270"/>
                  </a:lnTo>
                  <a:lnTo>
                    <a:pt x="1403794" y="978726"/>
                  </a:lnTo>
                  <a:lnTo>
                    <a:pt x="1404866" y="978181"/>
                  </a:lnTo>
                  <a:lnTo>
                    <a:pt x="1405937" y="977636"/>
                  </a:lnTo>
                  <a:lnTo>
                    <a:pt x="1407009" y="977091"/>
                  </a:lnTo>
                  <a:lnTo>
                    <a:pt x="1408080" y="976545"/>
                  </a:lnTo>
                  <a:lnTo>
                    <a:pt x="1409152" y="975998"/>
                  </a:lnTo>
                  <a:lnTo>
                    <a:pt x="1410224" y="975450"/>
                  </a:lnTo>
                  <a:lnTo>
                    <a:pt x="1411295" y="974902"/>
                  </a:lnTo>
                  <a:lnTo>
                    <a:pt x="1412367" y="974353"/>
                  </a:lnTo>
                  <a:lnTo>
                    <a:pt x="1413438" y="973803"/>
                  </a:lnTo>
                  <a:lnTo>
                    <a:pt x="1414510" y="973253"/>
                  </a:lnTo>
                  <a:lnTo>
                    <a:pt x="1415582" y="972702"/>
                  </a:lnTo>
                  <a:lnTo>
                    <a:pt x="1416653" y="972151"/>
                  </a:lnTo>
                  <a:lnTo>
                    <a:pt x="1417725" y="971599"/>
                  </a:lnTo>
                  <a:lnTo>
                    <a:pt x="1418796" y="971046"/>
                  </a:lnTo>
                  <a:lnTo>
                    <a:pt x="1419868" y="970492"/>
                  </a:lnTo>
                  <a:lnTo>
                    <a:pt x="1420939" y="969938"/>
                  </a:lnTo>
                  <a:lnTo>
                    <a:pt x="1422011" y="969383"/>
                  </a:lnTo>
                  <a:lnTo>
                    <a:pt x="1423083" y="968827"/>
                  </a:lnTo>
                  <a:lnTo>
                    <a:pt x="1424154" y="968271"/>
                  </a:lnTo>
                  <a:lnTo>
                    <a:pt x="1425226" y="967714"/>
                  </a:lnTo>
                  <a:lnTo>
                    <a:pt x="1426297" y="967156"/>
                  </a:lnTo>
                  <a:lnTo>
                    <a:pt x="1427369" y="966598"/>
                  </a:lnTo>
                  <a:lnTo>
                    <a:pt x="1428441" y="966039"/>
                  </a:lnTo>
                  <a:lnTo>
                    <a:pt x="1429512" y="965479"/>
                  </a:lnTo>
                  <a:lnTo>
                    <a:pt x="1430584" y="964918"/>
                  </a:lnTo>
                  <a:lnTo>
                    <a:pt x="1431655" y="964357"/>
                  </a:lnTo>
                  <a:lnTo>
                    <a:pt x="1432727" y="963795"/>
                  </a:lnTo>
                  <a:lnTo>
                    <a:pt x="1433799" y="963232"/>
                  </a:lnTo>
                  <a:lnTo>
                    <a:pt x="1434870" y="962669"/>
                  </a:lnTo>
                  <a:lnTo>
                    <a:pt x="1435942" y="962104"/>
                  </a:lnTo>
                  <a:lnTo>
                    <a:pt x="1437013" y="961539"/>
                  </a:lnTo>
                  <a:lnTo>
                    <a:pt x="1438085" y="960974"/>
                  </a:lnTo>
                  <a:lnTo>
                    <a:pt x="1439157" y="960407"/>
                  </a:lnTo>
                  <a:lnTo>
                    <a:pt x="1440228" y="959840"/>
                  </a:lnTo>
                  <a:lnTo>
                    <a:pt x="1441300" y="959272"/>
                  </a:lnTo>
                  <a:lnTo>
                    <a:pt x="1442371" y="958703"/>
                  </a:lnTo>
                  <a:lnTo>
                    <a:pt x="1443443" y="958133"/>
                  </a:lnTo>
                  <a:lnTo>
                    <a:pt x="1444515" y="957563"/>
                  </a:lnTo>
                  <a:lnTo>
                    <a:pt x="1445586" y="956992"/>
                  </a:lnTo>
                  <a:lnTo>
                    <a:pt x="1446658" y="956420"/>
                  </a:lnTo>
                  <a:lnTo>
                    <a:pt x="1447729" y="955847"/>
                  </a:lnTo>
                  <a:lnTo>
                    <a:pt x="1448801" y="955274"/>
                  </a:lnTo>
                  <a:lnTo>
                    <a:pt x="1449873" y="954700"/>
                  </a:lnTo>
                  <a:lnTo>
                    <a:pt x="1450944" y="954125"/>
                  </a:lnTo>
                  <a:lnTo>
                    <a:pt x="1452016" y="953549"/>
                  </a:lnTo>
                  <a:lnTo>
                    <a:pt x="1453087" y="952972"/>
                  </a:lnTo>
                  <a:lnTo>
                    <a:pt x="1454159" y="952395"/>
                  </a:lnTo>
                  <a:lnTo>
                    <a:pt x="1455231" y="951816"/>
                  </a:lnTo>
                  <a:lnTo>
                    <a:pt x="1456302" y="951237"/>
                  </a:lnTo>
                  <a:lnTo>
                    <a:pt x="1457374" y="950657"/>
                  </a:lnTo>
                  <a:lnTo>
                    <a:pt x="1458445" y="950076"/>
                  </a:lnTo>
                  <a:lnTo>
                    <a:pt x="1459517" y="949495"/>
                  </a:lnTo>
                  <a:lnTo>
                    <a:pt x="1460589" y="948912"/>
                  </a:lnTo>
                  <a:lnTo>
                    <a:pt x="1461660" y="948329"/>
                  </a:lnTo>
                  <a:lnTo>
                    <a:pt x="1462732" y="947745"/>
                  </a:lnTo>
                  <a:lnTo>
                    <a:pt x="1463803" y="947160"/>
                  </a:lnTo>
                  <a:lnTo>
                    <a:pt x="1464875" y="946574"/>
                  </a:lnTo>
                  <a:lnTo>
                    <a:pt x="1465947" y="945987"/>
                  </a:lnTo>
                  <a:lnTo>
                    <a:pt x="1467018" y="945400"/>
                  </a:lnTo>
                  <a:lnTo>
                    <a:pt x="1468090" y="944811"/>
                  </a:lnTo>
                  <a:lnTo>
                    <a:pt x="1469161" y="944222"/>
                  </a:lnTo>
                  <a:lnTo>
                    <a:pt x="1470233" y="943632"/>
                  </a:lnTo>
                  <a:lnTo>
                    <a:pt x="1471305" y="943041"/>
                  </a:lnTo>
                  <a:lnTo>
                    <a:pt x="1472376" y="942449"/>
                  </a:lnTo>
                  <a:lnTo>
                    <a:pt x="1473448" y="941856"/>
                  </a:lnTo>
                  <a:lnTo>
                    <a:pt x="1474519" y="941262"/>
                  </a:lnTo>
                  <a:lnTo>
                    <a:pt x="1475591" y="940668"/>
                  </a:lnTo>
                  <a:lnTo>
                    <a:pt x="1476663" y="940072"/>
                  </a:lnTo>
                  <a:lnTo>
                    <a:pt x="1477734" y="939476"/>
                  </a:lnTo>
                  <a:lnTo>
                    <a:pt x="1478806" y="938878"/>
                  </a:lnTo>
                  <a:lnTo>
                    <a:pt x="1479877" y="938280"/>
                  </a:lnTo>
                  <a:lnTo>
                    <a:pt x="1480949" y="937681"/>
                  </a:lnTo>
                  <a:lnTo>
                    <a:pt x="1482021" y="937081"/>
                  </a:lnTo>
                  <a:lnTo>
                    <a:pt x="1483092" y="936480"/>
                  </a:lnTo>
                  <a:lnTo>
                    <a:pt x="1484164" y="935878"/>
                  </a:lnTo>
                  <a:lnTo>
                    <a:pt x="1485235" y="935275"/>
                  </a:lnTo>
                  <a:lnTo>
                    <a:pt x="1486307" y="934671"/>
                  </a:lnTo>
                  <a:lnTo>
                    <a:pt x="1487379" y="934066"/>
                  </a:lnTo>
                  <a:lnTo>
                    <a:pt x="1488450" y="933460"/>
                  </a:lnTo>
                  <a:lnTo>
                    <a:pt x="1489522" y="932853"/>
                  </a:lnTo>
                  <a:lnTo>
                    <a:pt x="1490593" y="932246"/>
                  </a:lnTo>
                  <a:lnTo>
                    <a:pt x="1491665" y="931637"/>
                  </a:lnTo>
                  <a:lnTo>
                    <a:pt x="1492737" y="931027"/>
                  </a:lnTo>
                  <a:lnTo>
                    <a:pt x="1493808" y="930417"/>
                  </a:lnTo>
                  <a:lnTo>
                    <a:pt x="1494880" y="929805"/>
                  </a:lnTo>
                  <a:lnTo>
                    <a:pt x="1495951" y="929193"/>
                  </a:lnTo>
                  <a:lnTo>
                    <a:pt x="1497023" y="928579"/>
                  </a:lnTo>
                  <a:lnTo>
                    <a:pt x="1498095" y="927964"/>
                  </a:lnTo>
                  <a:lnTo>
                    <a:pt x="1499166" y="927349"/>
                  </a:lnTo>
                  <a:lnTo>
                    <a:pt x="1500238" y="926732"/>
                  </a:lnTo>
                  <a:lnTo>
                    <a:pt x="1501309" y="926115"/>
                  </a:lnTo>
                  <a:lnTo>
                    <a:pt x="1502381" y="925496"/>
                  </a:lnTo>
                  <a:lnTo>
                    <a:pt x="1503453" y="924877"/>
                  </a:lnTo>
                  <a:lnTo>
                    <a:pt x="1504524" y="924256"/>
                  </a:lnTo>
                  <a:lnTo>
                    <a:pt x="1505596" y="923634"/>
                  </a:lnTo>
                  <a:lnTo>
                    <a:pt x="1506667" y="923012"/>
                  </a:lnTo>
                  <a:lnTo>
                    <a:pt x="1507739" y="922388"/>
                  </a:lnTo>
                  <a:lnTo>
                    <a:pt x="1508811" y="921763"/>
                  </a:lnTo>
                  <a:lnTo>
                    <a:pt x="1509882" y="921137"/>
                  </a:lnTo>
                  <a:lnTo>
                    <a:pt x="1510954" y="920511"/>
                  </a:lnTo>
                  <a:lnTo>
                    <a:pt x="1512025" y="919883"/>
                  </a:lnTo>
                  <a:lnTo>
                    <a:pt x="1513097" y="919254"/>
                  </a:lnTo>
                  <a:lnTo>
                    <a:pt x="1514169" y="918624"/>
                  </a:lnTo>
                  <a:lnTo>
                    <a:pt x="1515240" y="917992"/>
                  </a:lnTo>
                  <a:lnTo>
                    <a:pt x="1516312" y="917360"/>
                  </a:lnTo>
                  <a:lnTo>
                    <a:pt x="1517383" y="916727"/>
                  </a:lnTo>
                  <a:lnTo>
                    <a:pt x="1518455" y="916093"/>
                  </a:lnTo>
                  <a:lnTo>
                    <a:pt x="1519527" y="915457"/>
                  </a:lnTo>
                  <a:lnTo>
                    <a:pt x="1520598" y="914821"/>
                  </a:lnTo>
                  <a:lnTo>
                    <a:pt x="1521670" y="914183"/>
                  </a:lnTo>
                  <a:lnTo>
                    <a:pt x="1522741" y="913544"/>
                  </a:lnTo>
                  <a:lnTo>
                    <a:pt x="1523813" y="912905"/>
                  </a:lnTo>
                  <a:lnTo>
                    <a:pt x="1524885" y="912264"/>
                  </a:lnTo>
                  <a:lnTo>
                    <a:pt x="1525956" y="911621"/>
                  </a:lnTo>
                  <a:lnTo>
                    <a:pt x="1527028" y="910978"/>
                  </a:lnTo>
                  <a:lnTo>
                    <a:pt x="1528099" y="910334"/>
                  </a:lnTo>
                  <a:lnTo>
                    <a:pt x="1529171" y="909688"/>
                  </a:lnTo>
                  <a:lnTo>
                    <a:pt x="1530243" y="909042"/>
                  </a:lnTo>
                  <a:lnTo>
                    <a:pt x="1531314" y="908394"/>
                  </a:lnTo>
                  <a:lnTo>
                    <a:pt x="1532386" y="907745"/>
                  </a:lnTo>
                  <a:lnTo>
                    <a:pt x="1533457" y="907095"/>
                  </a:lnTo>
                  <a:lnTo>
                    <a:pt x="1534529" y="906444"/>
                  </a:lnTo>
                  <a:lnTo>
                    <a:pt x="1535601" y="905792"/>
                  </a:lnTo>
                  <a:lnTo>
                    <a:pt x="1536672" y="905138"/>
                  </a:lnTo>
                  <a:lnTo>
                    <a:pt x="1537744" y="904483"/>
                  </a:lnTo>
                  <a:lnTo>
                    <a:pt x="1538815" y="903827"/>
                  </a:lnTo>
                  <a:lnTo>
                    <a:pt x="1539887" y="903170"/>
                  </a:lnTo>
                  <a:lnTo>
                    <a:pt x="1540959" y="902512"/>
                  </a:lnTo>
                  <a:lnTo>
                    <a:pt x="1542030" y="901853"/>
                  </a:lnTo>
                  <a:lnTo>
                    <a:pt x="1543102" y="901192"/>
                  </a:lnTo>
                  <a:lnTo>
                    <a:pt x="1544173" y="900530"/>
                  </a:lnTo>
                  <a:lnTo>
                    <a:pt x="1545245" y="899867"/>
                  </a:lnTo>
                  <a:lnTo>
                    <a:pt x="1546317" y="899203"/>
                  </a:lnTo>
                  <a:lnTo>
                    <a:pt x="1547388" y="898537"/>
                  </a:lnTo>
                  <a:lnTo>
                    <a:pt x="1548460" y="897871"/>
                  </a:lnTo>
                  <a:lnTo>
                    <a:pt x="1549531" y="897203"/>
                  </a:lnTo>
                  <a:lnTo>
                    <a:pt x="1550603" y="896534"/>
                  </a:lnTo>
                  <a:lnTo>
                    <a:pt x="1551675" y="895864"/>
                  </a:lnTo>
                  <a:lnTo>
                    <a:pt x="1552746" y="895192"/>
                  </a:lnTo>
                  <a:lnTo>
                    <a:pt x="1553818" y="894520"/>
                  </a:lnTo>
                  <a:lnTo>
                    <a:pt x="1554889" y="893846"/>
                  </a:lnTo>
                  <a:lnTo>
                    <a:pt x="1555961" y="893171"/>
                  </a:lnTo>
                  <a:lnTo>
                    <a:pt x="1557033" y="892495"/>
                  </a:lnTo>
                  <a:lnTo>
                    <a:pt x="1558104" y="891818"/>
                  </a:lnTo>
                  <a:lnTo>
                    <a:pt x="1559176" y="891140"/>
                  </a:lnTo>
                  <a:lnTo>
                    <a:pt x="1560247" y="890460"/>
                  </a:lnTo>
                  <a:lnTo>
                    <a:pt x="1561319" y="889779"/>
                  </a:lnTo>
                  <a:lnTo>
                    <a:pt x="1562391" y="889097"/>
                  </a:lnTo>
                  <a:lnTo>
                    <a:pt x="1563462" y="888414"/>
                  </a:lnTo>
                  <a:lnTo>
                    <a:pt x="1564534" y="887730"/>
                  </a:lnTo>
                  <a:lnTo>
                    <a:pt x="1565605" y="887045"/>
                  </a:lnTo>
                  <a:lnTo>
                    <a:pt x="1566677" y="886358"/>
                  </a:lnTo>
                  <a:lnTo>
                    <a:pt x="1567749" y="885671"/>
                  </a:lnTo>
                  <a:lnTo>
                    <a:pt x="1568820" y="884982"/>
                  </a:lnTo>
                  <a:lnTo>
                    <a:pt x="1569892" y="884292"/>
                  </a:lnTo>
                  <a:lnTo>
                    <a:pt x="1570963" y="883601"/>
                  </a:lnTo>
                  <a:lnTo>
                    <a:pt x="1572035" y="882909"/>
                  </a:lnTo>
                  <a:lnTo>
                    <a:pt x="1573107" y="882215"/>
                  </a:lnTo>
                  <a:lnTo>
                    <a:pt x="1574178" y="881521"/>
                  </a:lnTo>
                  <a:lnTo>
                    <a:pt x="1575250" y="880825"/>
                  </a:lnTo>
                  <a:lnTo>
                    <a:pt x="1576321" y="880128"/>
                  </a:lnTo>
                  <a:lnTo>
                    <a:pt x="1577393" y="879430"/>
                  </a:lnTo>
                  <a:lnTo>
                    <a:pt x="1578465" y="878731"/>
                  </a:lnTo>
                  <a:lnTo>
                    <a:pt x="1579536" y="878031"/>
                  </a:lnTo>
                  <a:lnTo>
                    <a:pt x="1580608" y="877330"/>
                  </a:lnTo>
                  <a:lnTo>
                    <a:pt x="1581679" y="876628"/>
                  </a:lnTo>
                  <a:lnTo>
                    <a:pt x="1582751" y="875924"/>
                  </a:lnTo>
                  <a:lnTo>
                    <a:pt x="1583823" y="875220"/>
                  </a:lnTo>
                  <a:lnTo>
                    <a:pt x="1584894" y="874514"/>
                  </a:lnTo>
                  <a:lnTo>
                    <a:pt x="1585966" y="873807"/>
                  </a:lnTo>
                  <a:lnTo>
                    <a:pt x="1587037" y="873099"/>
                  </a:lnTo>
                  <a:lnTo>
                    <a:pt x="1588109" y="872390"/>
                  </a:lnTo>
                  <a:lnTo>
                    <a:pt x="1589181" y="871680"/>
                  </a:lnTo>
                  <a:lnTo>
                    <a:pt x="1590252" y="870969"/>
                  </a:lnTo>
                  <a:lnTo>
                    <a:pt x="1591324" y="870257"/>
                  </a:lnTo>
                  <a:lnTo>
                    <a:pt x="1592395" y="869543"/>
                  </a:lnTo>
                  <a:lnTo>
                    <a:pt x="1593467" y="868829"/>
                  </a:lnTo>
                  <a:lnTo>
                    <a:pt x="1594539" y="868113"/>
                  </a:lnTo>
                  <a:lnTo>
                    <a:pt x="1595610" y="867397"/>
                  </a:lnTo>
                  <a:lnTo>
                    <a:pt x="1596682" y="866679"/>
                  </a:lnTo>
                  <a:lnTo>
                    <a:pt x="1597753" y="865960"/>
                  </a:lnTo>
                  <a:lnTo>
                    <a:pt x="1598825" y="865241"/>
                  </a:lnTo>
                  <a:lnTo>
                    <a:pt x="1599896" y="864520"/>
                  </a:lnTo>
                  <a:lnTo>
                    <a:pt x="1600968" y="863798"/>
                  </a:lnTo>
                  <a:lnTo>
                    <a:pt x="1602040" y="863075"/>
                  </a:lnTo>
                  <a:lnTo>
                    <a:pt x="1603111" y="862350"/>
                  </a:lnTo>
                  <a:lnTo>
                    <a:pt x="1604183" y="861625"/>
                  </a:lnTo>
                  <a:lnTo>
                    <a:pt x="1605254" y="860899"/>
                  </a:lnTo>
                  <a:lnTo>
                    <a:pt x="1606326" y="860172"/>
                  </a:lnTo>
                  <a:lnTo>
                    <a:pt x="1607398" y="859443"/>
                  </a:lnTo>
                  <a:lnTo>
                    <a:pt x="1608469" y="858714"/>
                  </a:lnTo>
                  <a:lnTo>
                    <a:pt x="1609541" y="857984"/>
                  </a:lnTo>
                  <a:lnTo>
                    <a:pt x="1610612" y="857252"/>
                  </a:lnTo>
                  <a:lnTo>
                    <a:pt x="1611684" y="856520"/>
                  </a:lnTo>
                  <a:lnTo>
                    <a:pt x="1612756" y="855786"/>
                  </a:lnTo>
                  <a:lnTo>
                    <a:pt x="1613827" y="855051"/>
                  </a:lnTo>
                  <a:lnTo>
                    <a:pt x="1614899" y="854316"/>
                  </a:lnTo>
                  <a:lnTo>
                    <a:pt x="1615970" y="853579"/>
                  </a:lnTo>
                  <a:lnTo>
                    <a:pt x="1617042" y="852842"/>
                  </a:lnTo>
                  <a:lnTo>
                    <a:pt x="1618114" y="852103"/>
                  </a:lnTo>
                  <a:lnTo>
                    <a:pt x="1619185" y="851363"/>
                  </a:lnTo>
                  <a:lnTo>
                    <a:pt x="1620257" y="850622"/>
                  </a:lnTo>
                  <a:lnTo>
                    <a:pt x="1621328" y="849881"/>
                  </a:lnTo>
                  <a:lnTo>
                    <a:pt x="1622400" y="849138"/>
                  </a:lnTo>
                  <a:lnTo>
                    <a:pt x="1623472" y="848394"/>
                  </a:lnTo>
                  <a:lnTo>
                    <a:pt x="1624543" y="847649"/>
                  </a:lnTo>
                  <a:lnTo>
                    <a:pt x="1625615" y="846903"/>
                  </a:lnTo>
                  <a:lnTo>
                    <a:pt x="1626686" y="846157"/>
                  </a:lnTo>
                  <a:lnTo>
                    <a:pt x="1627758" y="845409"/>
                  </a:lnTo>
                  <a:lnTo>
                    <a:pt x="1628830" y="844660"/>
                  </a:lnTo>
                  <a:lnTo>
                    <a:pt x="1629901" y="843910"/>
                  </a:lnTo>
                  <a:lnTo>
                    <a:pt x="1630973" y="843159"/>
                  </a:lnTo>
                  <a:lnTo>
                    <a:pt x="1632044" y="842408"/>
                  </a:lnTo>
                  <a:lnTo>
                    <a:pt x="1633116" y="841655"/>
                  </a:lnTo>
                  <a:lnTo>
                    <a:pt x="1634188" y="840901"/>
                  </a:lnTo>
                  <a:lnTo>
                    <a:pt x="1635259" y="840146"/>
                  </a:lnTo>
                  <a:lnTo>
                    <a:pt x="1636331" y="839391"/>
                  </a:lnTo>
                  <a:lnTo>
                    <a:pt x="1637402" y="838634"/>
                  </a:lnTo>
                  <a:lnTo>
                    <a:pt x="1638474" y="837876"/>
                  </a:lnTo>
                  <a:lnTo>
                    <a:pt x="1639546" y="837118"/>
                  </a:lnTo>
                  <a:lnTo>
                    <a:pt x="1640617" y="836358"/>
                  </a:lnTo>
                  <a:lnTo>
                    <a:pt x="1641689" y="835598"/>
                  </a:lnTo>
                  <a:lnTo>
                    <a:pt x="1642760" y="834836"/>
                  </a:lnTo>
                  <a:lnTo>
                    <a:pt x="1643832" y="834074"/>
                  </a:lnTo>
                  <a:lnTo>
                    <a:pt x="1644904" y="833310"/>
                  </a:lnTo>
                  <a:lnTo>
                    <a:pt x="1645975" y="832546"/>
                  </a:lnTo>
                  <a:lnTo>
                    <a:pt x="1647047" y="831781"/>
                  </a:lnTo>
                  <a:lnTo>
                    <a:pt x="1648118" y="831014"/>
                  </a:lnTo>
                  <a:lnTo>
                    <a:pt x="1649190" y="830247"/>
                  </a:lnTo>
                  <a:lnTo>
                    <a:pt x="1650262" y="829479"/>
                  </a:lnTo>
                  <a:lnTo>
                    <a:pt x="1651333" y="828710"/>
                  </a:lnTo>
                  <a:lnTo>
                    <a:pt x="1652405" y="827940"/>
                  </a:lnTo>
                  <a:lnTo>
                    <a:pt x="1653476" y="827169"/>
                  </a:lnTo>
                  <a:lnTo>
                    <a:pt x="1654548" y="826397"/>
                  </a:lnTo>
                  <a:lnTo>
                    <a:pt x="1655620" y="825625"/>
                  </a:lnTo>
                  <a:lnTo>
                    <a:pt x="1656691" y="824851"/>
                  </a:lnTo>
                  <a:lnTo>
                    <a:pt x="1657763" y="824076"/>
                  </a:lnTo>
                  <a:lnTo>
                    <a:pt x="1658834" y="823301"/>
                  </a:lnTo>
                  <a:lnTo>
                    <a:pt x="1659906" y="822525"/>
                  </a:lnTo>
                  <a:lnTo>
                    <a:pt x="1660978" y="821747"/>
                  </a:lnTo>
                  <a:lnTo>
                    <a:pt x="1662049" y="820969"/>
                  </a:lnTo>
                  <a:lnTo>
                    <a:pt x="1663121" y="820190"/>
                  </a:lnTo>
                  <a:lnTo>
                    <a:pt x="1664192" y="819410"/>
                  </a:lnTo>
                  <a:lnTo>
                    <a:pt x="1665264" y="818629"/>
                  </a:lnTo>
                  <a:lnTo>
                    <a:pt x="1666336" y="817847"/>
                  </a:lnTo>
                  <a:lnTo>
                    <a:pt x="1667407" y="817065"/>
                  </a:lnTo>
                  <a:lnTo>
                    <a:pt x="1668479" y="816281"/>
                  </a:lnTo>
                  <a:lnTo>
                    <a:pt x="1669550" y="815497"/>
                  </a:lnTo>
                  <a:lnTo>
                    <a:pt x="1670622" y="814711"/>
                  </a:lnTo>
                  <a:lnTo>
                    <a:pt x="1671694" y="813925"/>
                  </a:lnTo>
                  <a:lnTo>
                    <a:pt x="1672765" y="813138"/>
                  </a:lnTo>
                  <a:lnTo>
                    <a:pt x="1673837" y="812350"/>
                  </a:lnTo>
                  <a:lnTo>
                    <a:pt x="1674908" y="811561"/>
                  </a:lnTo>
                  <a:lnTo>
                    <a:pt x="1675980" y="810772"/>
                  </a:lnTo>
                  <a:lnTo>
                    <a:pt x="1677052" y="809981"/>
                  </a:lnTo>
                  <a:lnTo>
                    <a:pt x="1678123" y="809190"/>
                  </a:lnTo>
                  <a:lnTo>
                    <a:pt x="1679195" y="808398"/>
                  </a:lnTo>
                  <a:lnTo>
                    <a:pt x="1680266" y="807605"/>
                  </a:lnTo>
                  <a:lnTo>
                    <a:pt x="1681338" y="806811"/>
                  </a:lnTo>
                  <a:lnTo>
                    <a:pt x="1682410" y="806016"/>
                  </a:lnTo>
                  <a:lnTo>
                    <a:pt x="1683481" y="805220"/>
                  </a:lnTo>
                  <a:lnTo>
                    <a:pt x="1684553" y="804424"/>
                  </a:lnTo>
                  <a:lnTo>
                    <a:pt x="1685624" y="803627"/>
                  </a:lnTo>
                  <a:lnTo>
                    <a:pt x="1686696" y="802829"/>
                  </a:lnTo>
                  <a:lnTo>
                    <a:pt x="1687768" y="802030"/>
                  </a:lnTo>
                  <a:lnTo>
                    <a:pt x="1688839" y="801230"/>
                  </a:lnTo>
                  <a:lnTo>
                    <a:pt x="1689911" y="800430"/>
                  </a:lnTo>
                  <a:lnTo>
                    <a:pt x="1690982" y="799628"/>
                  </a:lnTo>
                  <a:lnTo>
                    <a:pt x="1692054" y="798826"/>
                  </a:lnTo>
                  <a:lnTo>
                    <a:pt x="1693126" y="798023"/>
                  </a:lnTo>
                  <a:lnTo>
                    <a:pt x="1694197" y="797220"/>
                  </a:lnTo>
                  <a:lnTo>
                    <a:pt x="1695269" y="796415"/>
                  </a:lnTo>
                  <a:lnTo>
                    <a:pt x="1696340" y="795610"/>
                  </a:lnTo>
                  <a:lnTo>
                    <a:pt x="1697412" y="794804"/>
                  </a:lnTo>
                  <a:lnTo>
                    <a:pt x="1698484" y="793997"/>
                  </a:lnTo>
                  <a:lnTo>
                    <a:pt x="1699555" y="793189"/>
                  </a:lnTo>
                  <a:lnTo>
                    <a:pt x="1700627" y="792380"/>
                  </a:lnTo>
                  <a:lnTo>
                    <a:pt x="1701698" y="791571"/>
                  </a:lnTo>
                  <a:lnTo>
                    <a:pt x="1702770" y="790761"/>
                  </a:lnTo>
                  <a:lnTo>
                    <a:pt x="1703842" y="789950"/>
                  </a:lnTo>
                  <a:lnTo>
                    <a:pt x="1704913" y="789139"/>
                  </a:lnTo>
                  <a:lnTo>
                    <a:pt x="1705985" y="788326"/>
                  </a:lnTo>
                  <a:lnTo>
                    <a:pt x="1707056" y="787513"/>
                  </a:lnTo>
                  <a:lnTo>
                    <a:pt x="1708128" y="786700"/>
                  </a:lnTo>
                  <a:lnTo>
                    <a:pt x="1709200" y="785885"/>
                  </a:lnTo>
                  <a:lnTo>
                    <a:pt x="1710271" y="785070"/>
                  </a:lnTo>
                  <a:lnTo>
                    <a:pt x="1711343" y="784254"/>
                  </a:lnTo>
                  <a:lnTo>
                    <a:pt x="1712414" y="783437"/>
                  </a:lnTo>
                  <a:lnTo>
                    <a:pt x="1713486" y="782619"/>
                  </a:lnTo>
                  <a:lnTo>
                    <a:pt x="1714558" y="781801"/>
                  </a:lnTo>
                  <a:lnTo>
                    <a:pt x="1715629" y="780982"/>
                  </a:lnTo>
                  <a:lnTo>
                    <a:pt x="1716701" y="780162"/>
                  </a:lnTo>
                  <a:lnTo>
                    <a:pt x="1717772" y="779342"/>
                  </a:lnTo>
                  <a:lnTo>
                    <a:pt x="1718844" y="778520"/>
                  </a:lnTo>
                  <a:lnTo>
                    <a:pt x="1719916" y="777698"/>
                  </a:lnTo>
                  <a:lnTo>
                    <a:pt x="1720987" y="776876"/>
                  </a:lnTo>
                  <a:lnTo>
                    <a:pt x="1722059" y="776053"/>
                  </a:lnTo>
                  <a:lnTo>
                    <a:pt x="1723130" y="775229"/>
                  </a:lnTo>
                  <a:lnTo>
                    <a:pt x="1724202" y="774404"/>
                  </a:lnTo>
                  <a:lnTo>
                    <a:pt x="1725274" y="773578"/>
                  </a:lnTo>
                  <a:lnTo>
                    <a:pt x="1726345" y="772752"/>
                  </a:lnTo>
                  <a:lnTo>
                    <a:pt x="1727417" y="771925"/>
                  </a:lnTo>
                  <a:lnTo>
                    <a:pt x="1728488" y="771098"/>
                  </a:lnTo>
                  <a:lnTo>
                    <a:pt x="1729560" y="770270"/>
                  </a:lnTo>
                  <a:lnTo>
                    <a:pt x="1730632" y="769441"/>
                  </a:lnTo>
                  <a:lnTo>
                    <a:pt x="1731703" y="768611"/>
                  </a:lnTo>
                  <a:lnTo>
                    <a:pt x="1732775" y="767781"/>
                  </a:lnTo>
                  <a:lnTo>
                    <a:pt x="1733846" y="766950"/>
                  </a:lnTo>
                  <a:lnTo>
                    <a:pt x="1734918" y="766119"/>
                  </a:lnTo>
                  <a:lnTo>
                    <a:pt x="1735990" y="765287"/>
                  </a:lnTo>
                  <a:lnTo>
                    <a:pt x="1737061" y="764454"/>
                  </a:lnTo>
                  <a:lnTo>
                    <a:pt x="1738133" y="763620"/>
                  </a:lnTo>
                  <a:lnTo>
                    <a:pt x="1739204" y="762786"/>
                  </a:lnTo>
                  <a:lnTo>
                    <a:pt x="1740276" y="761952"/>
                  </a:lnTo>
                  <a:lnTo>
                    <a:pt x="1741348" y="761116"/>
                  </a:lnTo>
                  <a:lnTo>
                    <a:pt x="1742419" y="760280"/>
                  </a:lnTo>
                  <a:lnTo>
                    <a:pt x="1743491" y="759443"/>
                  </a:lnTo>
                  <a:lnTo>
                    <a:pt x="1744562" y="758606"/>
                  </a:lnTo>
                  <a:lnTo>
                    <a:pt x="1745634" y="757768"/>
                  </a:lnTo>
                  <a:lnTo>
                    <a:pt x="1746706" y="756930"/>
                  </a:lnTo>
                  <a:lnTo>
                    <a:pt x="1747777" y="756091"/>
                  </a:lnTo>
                  <a:lnTo>
                    <a:pt x="1748849" y="755251"/>
                  </a:lnTo>
                  <a:lnTo>
                    <a:pt x="1749920" y="754411"/>
                  </a:lnTo>
                  <a:lnTo>
                    <a:pt x="1750992" y="753570"/>
                  </a:lnTo>
                  <a:lnTo>
                    <a:pt x="1752064" y="752728"/>
                  </a:lnTo>
                  <a:lnTo>
                    <a:pt x="1753135" y="751886"/>
                  </a:lnTo>
                  <a:lnTo>
                    <a:pt x="1754207" y="751043"/>
                  </a:lnTo>
                  <a:lnTo>
                    <a:pt x="1755278" y="750200"/>
                  </a:lnTo>
                  <a:lnTo>
                    <a:pt x="1756350" y="749356"/>
                  </a:lnTo>
                  <a:lnTo>
                    <a:pt x="1757422" y="748512"/>
                  </a:lnTo>
                  <a:lnTo>
                    <a:pt x="1758493" y="747667"/>
                  </a:lnTo>
                  <a:lnTo>
                    <a:pt x="1759565" y="746821"/>
                  </a:lnTo>
                  <a:lnTo>
                    <a:pt x="1760636" y="745975"/>
                  </a:lnTo>
                  <a:lnTo>
                    <a:pt x="1761708" y="745128"/>
                  </a:lnTo>
                  <a:lnTo>
                    <a:pt x="1762780" y="744281"/>
                  </a:lnTo>
                  <a:lnTo>
                    <a:pt x="1763851" y="743433"/>
                  </a:lnTo>
                  <a:lnTo>
                    <a:pt x="1764923" y="742585"/>
                  </a:lnTo>
                  <a:lnTo>
                    <a:pt x="1765994" y="741736"/>
                  </a:lnTo>
                  <a:lnTo>
                    <a:pt x="1767066" y="740886"/>
                  </a:lnTo>
                  <a:lnTo>
                    <a:pt x="1768138" y="740036"/>
                  </a:lnTo>
                  <a:lnTo>
                    <a:pt x="1769209" y="739186"/>
                  </a:lnTo>
                  <a:lnTo>
                    <a:pt x="1770281" y="738335"/>
                  </a:lnTo>
                  <a:lnTo>
                    <a:pt x="1771352" y="737483"/>
                  </a:lnTo>
                  <a:lnTo>
                    <a:pt x="1772424" y="736631"/>
                  </a:lnTo>
                  <a:lnTo>
                    <a:pt x="1773496" y="735779"/>
                  </a:lnTo>
                  <a:lnTo>
                    <a:pt x="1774567" y="734926"/>
                  </a:lnTo>
                  <a:lnTo>
                    <a:pt x="1775639" y="734072"/>
                  </a:lnTo>
                  <a:lnTo>
                    <a:pt x="1776710" y="733218"/>
                  </a:lnTo>
                  <a:lnTo>
                    <a:pt x="1777782" y="732363"/>
                  </a:lnTo>
                  <a:lnTo>
                    <a:pt x="1778853" y="731508"/>
                  </a:lnTo>
                  <a:lnTo>
                    <a:pt x="1779925" y="730653"/>
                  </a:lnTo>
                  <a:lnTo>
                    <a:pt x="1780997" y="729797"/>
                  </a:lnTo>
                  <a:lnTo>
                    <a:pt x="1782068" y="728940"/>
                  </a:lnTo>
                  <a:lnTo>
                    <a:pt x="1783140" y="728083"/>
                  </a:lnTo>
                  <a:lnTo>
                    <a:pt x="1784211" y="727226"/>
                  </a:lnTo>
                  <a:lnTo>
                    <a:pt x="1785283" y="726368"/>
                  </a:lnTo>
                  <a:lnTo>
                    <a:pt x="1786355" y="725510"/>
                  </a:lnTo>
                  <a:lnTo>
                    <a:pt x="1787426" y="724651"/>
                  </a:lnTo>
                  <a:lnTo>
                    <a:pt x="1788498" y="723792"/>
                  </a:lnTo>
                  <a:lnTo>
                    <a:pt x="1789569" y="722932"/>
                  </a:lnTo>
                  <a:lnTo>
                    <a:pt x="1790641" y="722072"/>
                  </a:lnTo>
                  <a:lnTo>
                    <a:pt x="1791713" y="721211"/>
                  </a:lnTo>
                  <a:lnTo>
                    <a:pt x="1792784" y="720350"/>
                  </a:lnTo>
                  <a:lnTo>
                    <a:pt x="1793856" y="719489"/>
                  </a:lnTo>
                  <a:lnTo>
                    <a:pt x="1794927" y="718627"/>
                  </a:lnTo>
                  <a:lnTo>
                    <a:pt x="1795999" y="717765"/>
                  </a:lnTo>
                  <a:lnTo>
                    <a:pt x="1797071" y="716902"/>
                  </a:lnTo>
                  <a:lnTo>
                    <a:pt x="1798142" y="716039"/>
                  </a:lnTo>
                  <a:lnTo>
                    <a:pt x="1799214" y="715175"/>
                  </a:lnTo>
                  <a:lnTo>
                    <a:pt x="1800285" y="714311"/>
                  </a:lnTo>
                  <a:lnTo>
                    <a:pt x="1801357" y="713447"/>
                  </a:lnTo>
                  <a:lnTo>
                    <a:pt x="1802429" y="712582"/>
                  </a:lnTo>
                  <a:lnTo>
                    <a:pt x="1803500" y="711717"/>
                  </a:lnTo>
                  <a:lnTo>
                    <a:pt x="1804572" y="710852"/>
                  </a:lnTo>
                  <a:lnTo>
                    <a:pt x="1805643" y="709986"/>
                  </a:lnTo>
                  <a:lnTo>
                    <a:pt x="1806715" y="709120"/>
                  </a:lnTo>
                  <a:lnTo>
                    <a:pt x="1807787" y="708253"/>
                  </a:lnTo>
                  <a:lnTo>
                    <a:pt x="1808858" y="707387"/>
                  </a:lnTo>
                  <a:lnTo>
                    <a:pt x="1809930" y="706519"/>
                  </a:lnTo>
                  <a:lnTo>
                    <a:pt x="1811001" y="705652"/>
                  </a:lnTo>
                  <a:lnTo>
                    <a:pt x="1812073" y="704784"/>
                  </a:lnTo>
                  <a:lnTo>
                    <a:pt x="1813145" y="703915"/>
                  </a:lnTo>
                  <a:lnTo>
                    <a:pt x="1814216" y="703047"/>
                  </a:lnTo>
                  <a:lnTo>
                    <a:pt x="1815288" y="702178"/>
                  </a:lnTo>
                  <a:lnTo>
                    <a:pt x="1816359" y="701309"/>
                  </a:lnTo>
                  <a:lnTo>
                    <a:pt x="1817431" y="700439"/>
                  </a:lnTo>
                  <a:lnTo>
                    <a:pt x="1818503" y="699569"/>
                  </a:lnTo>
                  <a:lnTo>
                    <a:pt x="1819574" y="698699"/>
                  </a:lnTo>
                  <a:lnTo>
                    <a:pt x="1820646" y="697828"/>
                  </a:lnTo>
                  <a:lnTo>
                    <a:pt x="1821717" y="696957"/>
                  </a:lnTo>
                  <a:lnTo>
                    <a:pt x="1822789" y="696086"/>
                  </a:lnTo>
                  <a:lnTo>
                    <a:pt x="1823861" y="695215"/>
                  </a:lnTo>
                  <a:lnTo>
                    <a:pt x="1824932" y="694343"/>
                  </a:lnTo>
                  <a:lnTo>
                    <a:pt x="1826004" y="693471"/>
                  </a:lnTo>
                  <a:lnTo>
                    <a:pt x="1827075" y="692599"/>
                  </a:lnTo>
                  <a:lnTo>
                    <a:pt x="1828147" y="691726"/>
                  </a:lnTo>
                  <a:lnTo>
                    <a:pt x="1829219" y="690854"/>
                  </a:lnTo>
                  <a:lnTo>
                    <a:pt x="1830290" y="689981"/>
                  </a:lnTo>
                  <a:lnTo>
                    <a:pt x="1831362" y="689107"/>
                  </a:lnTo>
                  <a:lnTo>
                    <a:pt x="1832433" y="688234"/>
                  </a:lnTo>
                  <a:lnTo>
                    <a:pt x="1833505" y="687360"/>
                  </a:lnTo>
                  <a:lnTo>
                    <a:pt x="1834577" y="686486"/>
                  </a:lnTo>
                  <a:lnTo>
                    <a:pt x="1835648" y="685612"/>
                  </a:lnTo>
                  <a:lnTo>
                    <a:pt x="1836720" y="684737"/>
                  </a:lnTo>
                  <a:lnTo>
                    <a:pt x="1837791" y="683862"/>
                  </a:lnTo>
                  <a:lnTo>
                    <a:pt x="1838863" y="682987"/>
                  </a:lnTo>
                  <a:lnTo>
                    <a:pt x="1839935" y="682112"/>
                  </a:lnTo>
                  <a:lnTo>
                    <a:pt x="1841006" y="681237"/>
                  </a:lnTo>
                  <a:lnTo>
                    <a:pt x="1842078" y="680361"/>
                  </a:lnTo>
                  <a:lnTo>
                    <a:pt x="1843149" y="679485"/>
                  </a:lnTo>
                  <a:lnTo>
                    <a:pt x="1844221" y="678610"/>
                  </a:lnTo>
                  <a:lnTo>
                    <a:pt x="1845293" y="677733"/>
                  </a:lnTo>
                  <a:lnTo>
                    <a:pt x="1846364" y="676857"/>
                  </a:lnTo>
                  <a:lnTo>
                    <a:pt x="1847436" y="675980"/>
                  </a:lnTo>
                  <a:lnTo>
                    <a:pt x="1848507" y="675104"/>
                  </a:lnTo>
                  <a:lnTo>
                    <a:pt x="1849579" y="674227"/>
                  </a:lnTo>
                  <a:lnTo>
                    <a:pt x="1850651" y="673350"/>
                  </a:lnTo>
                  <a:lnTo>
                    <a:pt x="1851722" y="672473"/>
                  </a:lnTo>
                  <a:lnTo>
                    <a:pt x="1852794" y="671595"/>
                  </a:lnTo>
                  <a:lnTo>
                    <a:pt x="1853865" y="670718"/>
                  </a:lnTo>
                  <a:lnTo>
                    <a:pt x="1854937" y="669840"/>
                  </a:lnTo>
                  <a:lnTo>
                    <a:pt x="1856009" y="668963"/>
                  </a:lnTo>
                  <a:lnTo>
                    <a:pt x="1857080" y="668085"/>
                  </a:lnTo>
                  <a:lnTo>
                    <a:pt x="1858152" y="667207"/>
                  </a:lnTo>
                  <a:lnTo>
                    <a:pt x="1859223" y="666329"/>
                  </a:lnTo>
                  <a:lnTo>
                    <a:pt x="1860295" y="665450"/>
                  </a:lnTo>
                  <a:lnTo>
                    <a:pt x="1861367" y="664572"/>
                  </a:lnTo>
                  <a:lnTo>
                    <a:pt x="1862438" y="663694"/>
                  </a:lnTo>
                  <a:lnTo>
                    <a:pt x="1863510" y="662815"/>
                  </a:lnTo>
                  <a:lnTo>
                    <a:pt x="1864581" y="661936"/>
                  </a:lnTo>
                  <a:lnTo>
                    <a:pt x="1865653" y="661058"/>
                  </a:lnTo>
                  <a:lnTo>
                    <a:pt x="1866725" y="660179"/>
                  </a:lnTo>
                  <a:lnTo>
                    <a:pt x="1867796" y="659300"/>
                  </a:lnTo>
                  <a:lnTo>
                    <a:pt x="1868868" y="658421"/>
                  </a:lnTo>
                  <a:lnTo>
                    <a:pt x="1869939" y="657542"/>
                  </a:lnTo>
                  <a:lnTo>
                    <a:pt x="1871011" y="656663"/>
                  </a:lnTo>
                  <a:lnTo>
                    <a:pt x="1872083" y="655784"/>
                  </a:lnTo>
                  <a:lnTo>
                    <a:pt x="1873154" y="654905"/>
                  </a:lnTo>
                  <a:lnTo>
                    <a:pt x="1874226" y="654025"/>
                  </a:lnTo>
                  <a:lnTo>
                    <a:pt x="1875297" y="653146"/>
                  </a:lnTo>
                  <a:lnTo>
                    <a:pt x="1876369" y="652267"/>
                  </a:lnTo>
                  <a:lnTo>
                    <a:pt x="1877441" y="651388"/>
                  </a:lnTo>
                  <a:lnTo>
                    <a:pt x="1878512" y="650508"/>
                  </a:lnTo>
                  <a:lnTo>
                    <a:pt x="1879584" y="649629"/>
                  </a:lnTo>
                  <a:lnTo>
                    <a:pt x="1880655" y="648750"/>
                  </a:lnTo>
                  <a:lnTo>
                    <a:pt x="1881727" y="647870"/>
                  </a:lnTo>
                  <a:lnTo>
                    <a:pt x="1882799" y="646991"/>
                  </a:lnTo>
                  <a:lnTo>
                    <a:pt x="1883870" y="646112"/>
                  </a:lnTo>
                  <a:lnTo>
                    <a:pt x="1884942" y="645232"/>
                  </a:lnTo>
                  <a:lnTo>
                    <a:pt x="1886013" y="644353"/>
                  </a:lnTo>
                  <a:lnTo>
                    <a:pt x="1887085" y="643474"/>
                  </a:lnTo>
                  <a:lnTo>
                    <a:pt x="1888157" y="642595"/>
                  </a:lnTo>
                  <a:lnTo>
                    <a:pt x="1889228" y="641715"/>
                  </a:lnTo>
                  <a:lnTo>
                    <a:pt x="1890300" y="640836"/>
                  </a:lnTo>
                  <a:lnTo>
                    <a:pt x="1891371" y="639957"/>
                  </a:lnTo>
                  <a:lnTo>
                    <a:pt x="1892443" y="639078"/>
                  </a:lnTo>
                  <a:lnTo>
                    <a:pt x="1893515" y="638199"/>
                  </a:lnTo>
                  <a:lnTo>
                    <a:pt x="1894586" y="637320"/>
                  </a:lnTo>
                  <a:lnTo>
                    <a:pt x="1895658" y="636442"/>
                  </a:lnTo>
                  <a:lnTo>
                    <a:pt x="1896729" y="635563"/>
                  </a:lnTo>
                  <a:lnTo>
                    <a:pt x="1897801" y="634684"/>
                  </a:lnTo>
                  <a:lnTo>
                    <a:pt x="1898873" y="633806"/>
                  </a:lnTo>
                  <a:lnTo>
                    <a:pt x="1899944" y="632927"/>
                  </a:lnTo>
                  <a:lnTo>
                    <a:pt x="1901016" y="632049"/>
                  </a:lnTo>
                  <a:lnTo>
                    <a:pt x="1902087" y="631171"/>
                  </a:lnTo>
                  <a:lnTo>
                    <a:pt x="1903159" y="630292"/>
                  </a:lnTo>
                  <a:lnTo>
                    <a:pt x="1904231" y="629414"/>
                  </a:lnTo>
                  <a:lnTo>
                    <a:pt x="1905302" y="628537"/>
                  </a:lnTo>
                  <a:lnTo>
                    <a:pt x="1906374" y="627659"/>
                  </a:lnTo>
                  <a:lnTo>
                    <a:pt x="1907445" y="626781"/>
                  </a:lnTo>
                  <a:lnTo>
                    <a:pt x="1908517" y="625904"/>
                  </a:lnTo>
                  <a:lnTo>
                    <a:pt x="1909589" y="625026"/>
                  </a:lnTo>
                  <a:lnTo>
                    <a:pt x="1910660" y="624149"/>
                  </a:lnTo>
                  <a:lnTo>
                    <a:pt x="1911732" y="623272"/>
                  </a:lnTo>
                  <a:lnTo>
                    <a:pt x="1912803" y="622395"/>
                  </a:lnTo>
                  <a:lnTo>
                    <a:pt x="1913875" y="621519"/>
                  </a:lnTo>
                  <a:lnTo>
                    <a:pt x="1914947" y="620642"/>
                  </a:lnTo>
                  <a:lnTo>
                    <a:pt x="1916018" y="619766"/>
                  </a:lnTo>
                  <a:lnTo>
                    <a:pt x="1917090" y="618890"/>
                  </a:lnTo>
                  <a:lnTo>
                    <a:pt x="1918161" y="618014"/>
                  </a:lnTo>
                  <a:lnTo>
                    <a:pt x="1919233" y="617139"/>
                  </a:lnTo>
                  <a:lnTo>
                    <a:pt x="1920305" y="616263"/>
                  </a:lnTo>
                  <a:lnTo>
                    <a:pt x="1921376" y="615388"/>
                  </a:lnTo>
                  <a:lnTo>
                    <a:pt x="1922448" y="614513"/>
                  </a:lnTo>
                  <a:lnTo>
                    <a:pt x="1923519" y="613638"/>
                  </a:lnTo>
                  <a:lnTo>
                    <a:pt x="1924591" y="612764"/>
                  </a:lnTo>
                  <a:lnTo>
                    <a:pt x="1925663" y="611889"/>
                  </a:lnTo>
                  <a:lnTo>
                    <a:pt x="1926734" y="611015"/>
                  </a:lnTo>
                  <a:lnTo>
                    <a:pt x="1927806" y="610142"/>
                  </a:lnTo>
                  <a:lnTo>
                    <a:pt x="1928877" y="609268"/>
                  </a:lnTo>
                  <a:lnTo>
                    <a:pt x="1929949" y="608395"/>
                  </a:lnTo>
                  <a:lnTo>
                    <a:pt x="1931021" y="607522"/>
                  </a:lnTo>
                  <a:lnTo>
                    <a:pt x="1932092" y="606649"/>
                  </a:lnTo>
                  <a:lnTo>
                    <a:pt x="1933164" y="605777"/>
                  </a:lnTo>
                  <a:lnTo>
                    <a:pt x="1934235" y="604905"/>
                  </a:lnTo>
                  <a:lnTo>
                    <a:pt x="1935307" y="604033"/>
                  </a:lnTo>
                  <a:lnTo>
                    <a:pt x="1936379" y="603161"/>
                  </a:lnTo>
                  <a:lnTo>
                    <a:pt x="1937450" y="602290"/>
                  </a:lnTo>
                  <a:lnTo>
                    <a:pt x="1938522" y="601419"/>
                  </a:lnTo>
                  <a:lnTo>
                    <a:pt x="1939593" y="600549"/>
                  </a:lnTo>
                  <a:lnTo>
                    <a:pt x="1940665" y="599679"/>
                  </a:lnTo>
                  <a:lnTo>
                    <a:pt x="1941737" y="598809"/>
                  </a:lnTo>
                  <a:lnTo>
                    <a:pt x="1942808" y="597939"/>
                  </a:lnTo>
                  <a:lnTo>
                    <a:pt x="1943880" y="597070"/>
                  </a:lnTo>
                  <a:lnTo>
                    <a:pt x="1944951" y="596202"/>
                  </a:lnTo>
                  <a:lnTo>
                    <a:pt x="1946023" y="595333"/>
                  </a:lnTo>
                  <a:lnTo>
                    <a:pt x="1947095" y="594465"/>
                  </a:lnTo>
                  <a:lnTo>
                    <a:pt x="1948166" y="593597"/>
                  </a:lnTo>
                  <a:lnTo>
                    <a:pt x="1949238" y="592730"/>
                  </a:lnTo>
                  <a:lnTo>
                    <a:pt x="1950309" y="591863"/>
                  </a:lnTo>
                  <a:lnTo>
                    <a:pt x="1951381" y="590997"/>
                  </a:lnTo>
                  <a:lnTo>
                    <a:pt x="1952453" y="590131"/>
                  </a:lnTo>
                  <a:lnTo>
                    <a:pt x="1953524" y="589265"/>
                  </a:lnTo>
                  <a:lnTo>
                    <a:pt x="1954596" y="588400"/>
                  </a:lnTo>
                  <a:lnTo>
                    <a:pt x="1955667" y="587535"/>
                  </a:lnTo>
                  <a:lnTo>
                    <a:pt x="1956739" y="586671"/>
                  </a:lnTo>
                  <a:lnTo>
                    <a:pt x="1957810" y="585807"/>
                  </a:lnTo>
                  <a:lnTo>
                    <a:pt x="1958882" y="584943"/>
                  </a:lnTo>
                  <a:lnTo>
                    <a:pt x="1959954" y="584080"/>
                  </a:lnTo>
                  <a:lnTo>
                    <a:pt x="1961025" y="583218"/>
                  </a:lnTo>
                  <a:lnTo>
                    <a:pt x="1962097" y="582356"/>
                  </a:lnTo>
                  <a:lnTo>
                    <a:pt x="1963168" y="581494"/>
                  </a:lnTo>
                  <a:lnTo>
                    <a:pt x="1964240" y="580633"/>
                  </a:lnTo>
                  <a:lnTo>
                    <a:pt x="1965312" y="579772"/>
                  </a:lnTo>
                  <a:lnTo>
                    <a:pt x="1966383" y="578912"/>
                  </a:lnTo>
                  <a:lnTo>
                    <a:pt x="1967455" y="578052"/>
                  </a:lnTo>
                  <a:lnTo>
                    <a:pt x="1968526" y="577193"/>
                  </a:lnTo>
                  <a:lnTo>
                    <a:pt x="1969598" y="576335"/>
                  </a:lnTo>
                  <a:lnTo>
                    <a:pt x="1970670" y="575477"/>
                  </a:lnTo>
                  <a:lnTo>
                    <a:pt x="1971741" y="574619"/>
                  </a:lnTo>
                  <a:lnTo>
                    <a:pt x="1972813" y="573762"/>
                  </a:lnTo>
                  <a:lnTo>
                    <a:pt x="1973884" y="572905"/>
                  </a:lnTo>
                  <a:lnTo>
                    <a:pt x="1974956" y="572049"/>
                  </a:lnTo>
                  <a:lnTo>
                    <a:pt x="1976028" y="571194"/>
                  </a:lnTo>
                  <a:lnTo>
                    <a:pt x="1977099" y="570339"/>
                  </a:lnTo>
                  <a:lnTo>
                    <a:pt x="1978171" y="569485"/>
                  </a:lnTo>
                  <a:lnTo>
                    <a:pt x="1979242" y="568631"/>
                  </a:lnTo>
                  <a:lnTo>
                    <a:pt x="1980314" y="567778"/>
                  </a:lnTo>
                  <a:lnTo>
                    <a:pt x="1981386" y="566926"/>
                  </a:lnTo>
                  <a:lnTo>
                    <a:pt x="1982457" y="566074"/>
                  </a:lnTo>
                  <a:lnTo>
                    <a:pt x="1983529" y="565222"/>
                  </a:lnTo>
                  <a:lnTo>
                    <a:pt x="1984600" y="564372"/>
                  </a:lnTo>
                  <a:lnTo>
                    <a:pt x="1985672" y="563521"/>
                  </a:lnTo>
                  <a:lnTo>
                    <a:pt x="1986744" y="562672"/>
                  </a:lnTo>
                  <a:lnTo>
                    <a:pt x="1987815" y="561823"/>
                  </a:lnTo>
                  <a:lnTo>
                    <a:pt x="1988887" y="560975"/>
                  </a:lnTo>
                  <a:lnTo>
                    <a:pt x="1989958" y="560127"/>
                  </a:lnTo>
                  <a:lnTo>
                    <a:pt x="1991030" y="559280"/>
                  </a:lnTo>
                  <a:lnTo>
                    <a:pt x="1992102" y="558434"/>
                  </a:lnTo>
                  <a:lnTo>
                    <a:pt x="1993173" y="557589"/>
                  </a:lnTo>
                  <a:lnTo>
                    <a:pt x="1994245" y="556744"/>
                  </a:lnTo>
                  <a:lnTo>
                    <a:pt x="1995316" y="555900"/>
                  </a:lnTo>
                  <a:lnTo>
                    <a:pt x="1996388" y="555056"/>
                  </a:lnTo>
                  <a:lnTo>
                    <a:pt x="1997460" y="554213"/>
                  </a:lnTo>
                  <a:lnTo>
                    <a:pt x="1998531" y="553371"/>
                  </a:lnTo>
                  <a:lnTo>
                    <a:pt x="1999603" y="552530"/>
                  </a:lnTo>
                  <a:lnTo>
                    <a:pt x="2000674" y="551689"/>
                  </a:lnTo>
                  <a:lnTo>
                    <a:pt x="2001746" y="550849"/>
                  </a:lnTo>
                  <a:lnTo>
                    <a:pt x="2002818" y="550010"/>
                  </a:lnTo>
                  <a:lnTo>
                    <a:pt x="2003889" y="549171"/>
                  </a:lnTo>
                  <a:lnTo>
                    <a:pt x="2004961" y="548334"/>
                  </a:lnTo>
                  <a:lnTo>
                    <a:pt x="2006032" y="547497"/>
                  </a:lnTo>
                  <a:lnTo>
                    <a:pt x="2007104" y="546660"/>
                  </a:lnTo>
                  <a:lnTo>
                    <a:pt x="2008176" y="545825"/>
                  </a:lnTo>
                  <a:lnTo>
                    <a:pt x="2009247" y="544990"/>
                  </a:lnTo>
                  <a:lnTo>
                    <a:pt x="2010319" y="544156"/>
                  </a:lnTo>
                  <a:lnTo>
                    <a:pt x="2011390" y="543323"/>
                  </a:lnTo>
                  <a:lnTo>
                    <a:pt x="2012462" y="542491"/>
                  </a:lnTo>
                  <a:lnTo>
                    <a:pt x="2013534" y="541659"/>
                  </a:lnTo>
                  <a:lnTo>
                    <a:pt x="2014605" y="540829"/>
                  </a:lnTo>
                  <a:lnTo>
                    <a:pt x="2015677" y="539999"/>
                  </a:lnTo>
                  <a:lnTo>
                    <a:pt x="2016748" y="539170"/>
                  </a:lnTo>
                  <a:lnTo>
                    <a:pt x="2017820" y="538341"/>
                  </a:lnTo>
                  <a:lnTo>
                    <a:pt x="2018892" y="537514"/>
                  </a:lnTo>
                  <a:lnTo>
                    <a:pt x="2019963" y="536687"/>
                  </a:lnTo>
                  <a:lnTo>
                    <a:pt x="2021035" y="535862"/>
                  </a:lnTo>
                  <a:lnTo>
                    <a:pt x="2022106" y="535037"/>
                  </a:lnTo>
                  <a:lnTo>
                    <a:pt x="2023178" y="534213"/>
                  </a:lnTo>
                  <a:lnTo>
                    <a:pt x="2024250" y="533390"/>
                  </a:lnTo>
                  <a:lnTo>
                    <a:pt x="2025321" y="532568"/>
                  </a:lnTo>
                  <a:lnTo>
                    <a:pt x="2026393" y="531747"/>
                  </a:lnTo>
                  <a:lnTo>
                    <a:pt x="2027464" y="530926"/>
                  </a:lnTo>
                  <a:lnTo>
                    <a:pt x="2028536" y="530107"/>
                  </a:lnTo>
                  <a:lnTo>
                    <a:pt x="2029608" y="529288"/>
                  </a:lnTo>
                  <a:lnTo>
                    <a:pt x="2030679" y="528470"/>
                  </a:lnTo>
                  <a:lnTo>
                    <a:pt x="2031751" y="527654"/>
                  </a:lnTo>
                  <a:lnTo>
                    <a:pt x="2032822" y="526838"/>
                  </a:lnTo>
                  <a:lnTo>
                    <a:pt x="2033894" y="526023"/>
                  </a:lnTo>
                  <a:lnTo>
                    <a:pt x="2034966" y="525209"/>
                  </a:lnTo>
                  <a:lnTo>
                    <a:pt x="2036037" y="524396"/>
                  </a:lnTo>
                  <a:lnTo>
                    <a:pt x="2037109" y="523584"/>
                  </a:lnTo>
                  <a:lnTo>
                    <a:pt x="2038180" y="522774"/>
                  </a:lnTo>
                  <a:lnTo>
                    <a:pt x="2039252" y="521964"/>
                  </a:lnTo>
                  <a:lnTo>
                    <a:pt x="2040324" y="521155"/>
                  </a:lnTo>
                  <a:lnTo>
                    <a:pt x="2041395" y="520347"/>
                  </a:lnTo>
                  <a:lnTo>
                    <a:pt x="2042467" y="519540"/>
                  </a:lnTo>
                  <a:lnTo>
                    <a:pt x="2043538" y="518734"/>
                  </a:lnTo>
                  <a:lnTo>
                    <a:pt x="2044610" y="517929"/>
                  </a:lnTo>
                  <a:lnTo>
                    <a:pt x="2045682" y="517125"/>
                  </a:lnTo>
                  <a:lnTo>
                    <a:pt x="2046753" y="516322"/>
                  </a:lnTo>
                  <a:lnTo>
                    <a:pt x="2047825" y="515520"/>
                  </a:lnTo>
                  <a:lnTo>
                    <a:pt x="2048896" y="514719"/>
                  </a:lnTo>
                  <a:lnTo>
                    <a:pt x="2049968" y="513919"/>
                  </a:lnTo>
                  <a:lnTo>
                    <a:pt x="2051040" y="513120"/>
                  </a:lnTo>
                  <a:lnTo>
                    <a:pt x="2052111" y="512322"/>
                  </a:lnTo>
                  <a:lnTo>
                    <a:pt x="2053183" y="511525"/>
                  </a:lnTo>
                  <a:lnTo>
                    <a:pt x="2054254" y="510730"/>
                  </a:lnTo>
                  <a:lnTo>
                    <a:pt x="2055326" y="509935"/>
                  </a:lnTo>
                  <a:lnTo>
                    <a:pt x="2056398" y="509141"/>
                  </a:lnTo>
                  <a:lnTo>
                    <a:pt x="2057469" y="508348"/>
                  </a:lnTo>
                  <a:lnTo>
                    <a:pt x="2058541" y="507556"/>
                  </a:lnTo>
                  <a:lnTo>
                    <a:pt x="2059612" y="506766"/>
                  </a:lnTo>
                  <a:lnTo>
                    <a:pt x="2060684" y="505976"/>
                  </a:lnTo>
                  <a:lnTo>
                    <a:pt x="2061756" y="505187"/>
                  </a:lnTo>
                  <a:lnTo>
                    <a:pt x="2062827" y="504400"/>
                  </a:lnTo>
                  <a:lnTo>
                    <a:pt x="2063899" y="503613"/>
                  </a:lnTo>
                  <a:lnTo>
                    <a:pt x="2064970" y="502827"/>
                  </a:lnTo>
                  <a:lnTo>
                    <a:pt x="2066042" y="502043"/>
                  </a:lnTo>
                  <a:lnTo>
                    <a:pt x="2067114" y="501259"/>
                  </a:lnTo>
                  <a:lnTo>
                    <a:pt x="2068185" y="500476"/>
                  </a:lnTo>
                  <a:lnTo>
                    <a:pt x="2069257" y="499695"/>
                  </a:lnTo>
                  <a:lnTo>
                    <a:pt x="2070328" y="498914"/>
                  </a:lnTo>
                  <a:lnTo>
                    <a:pt x="2071400" y="498135"/>
                  </a:lnTo>
                  <a:lnTo>
                    <a:pt x="2072472" y="497356"/>
                  </a:lnTo>
                  <a:lnTo>
                    <a:pt x="2073543" y="496579"/>
                  </a:lnTo>
                  <a:lnTo>
                    <a:pt x="2074615" y="495802"/>
                  </a:lnTo>
                  <a:lnTo>
                    <a:pt x="2075686" y="495027"/>
                  </a:lnTo>
                  <a:lnTo>
                    <a:pt x="2076758" y="494253"/>
                  </a:lnTo>
                  <a:lnTo>
                    <a:pt x="2077830" y="493479"/>
                  </a:lnTo>
                  <a:lnTo>
                    <a:pt x="2078901" y="492707"/>
                  </a:lnTo>
                  <a:lnTo>
                    <a:pt x="2079973" y="491935"/>
                  </a:lnTo>
                  <a:lnTo>
                    <a:pt x="2081044" y="491165"/>
                  </a:lnTo>
                  <a:lnTo>
                    <a:pt x="2082116" y="490396"/>
                  </a:lnTo>
                  <a:lnTo>
                    <a:pt x="2083188" y="489628"/>
                  </a:lnTo>
                  <a:lnTo>
                    <a:pt x="2084259" y="488860"/>
                  </a:lnTo>
                  <a:lnTo>
                    <a:pt x="2085331" y="488094"/>
                  </a:lnTo>
                  <a:lnTo>
                    <a:pt x="2086402" y="487329"/>
                  </a:lnTo>
                  <a:lnTo>
                    <a:pt x="2087474" y="486565"/>
                  </a:lnTo>
                  <a:lnTo>
                    <a:pt x="2088546" y="485802"/>
                  </a:lnTo>
                  <a:lnTo>
                    <a:pt x="2089617" y="485040"/>
                  </a:lnTo>
                  <a:lnTo>
                    <a:pt x="2090689" y="484279"/>
                  </a:lnTo>
                  <a:lnTo>
                    <a:pt x="2091760" y="483519"/>
                  </a:lnTo>
                  <a:lnTo>
                    <a:pt x="2092832" y="482760"/>
                  </a:lnTo>
                  <a:lnTo>
                    <a:pt x="2093904" y="482002"/>
                  </a:lnTo>
                  <a:lnTo>
                    <a:pt x="2094975" y="481245"/>
                  </a:lnTo>
                  <a:lnTo>
                    <a:pt x="2096047" y="480489"/>
                  </a:lnTo>
                  <a:lnTo>
                    <a:pt x="2097118" y="479734"/>
                  </a:lnTo>
                  <a:lnTo>
                    <a:pt x="2098190" y="478980"/>
                  </a:lnTo>
                  <a:lnTo>
                    <a:pt x="2099262" y="478228"/>
                  </a:lnTo>
                  <a:lnTo>
                    <a:pt x="2100333" y="477476"/>
                  </a:lnTo>
                  <a:lnTo>
                    <a:pt x="2101405" y="476725"/>
                  </a:lnTo>
                  <a:lnTo>
                    <a:pt x="2102476" y="475976"/>
                  </a:lnTo>
                  <a:lnTo>
                    <a:pt x="2103548" y="475227"/>
                  </a:lnTo>
                  <a:lnTo>
                    <a:pt x="2104620" y="474479"/>
                  </a:lnTo>
                  <a:lnTo>
                    <a:pt x="2105691" y="473733"/>
                  </a:lnTo>
                  <a:lnTo>
                    <a:pt x="2106763" y="472987"/>
                  </a:lnTo>
                  <a:lnTo>
                    <a:pt x="2107834" y="472243"/>
                  </a:lnTo>
                  <a:lnTo>
                    <a:pt x="2108906" y="471499"/>
                  </a:lnTo>
                  <a:lnTo>
                    <a:pt x="2109978" y="470757"/>
                  </a:lnTo>
                  <a:lnTo>
                    <a:pt x="2111049" y="470015"/>
                  </a:lnTo>
                  <a:lnTo>
                    <a:pt x="2112121" y="469275"/>
                  </a:lnTo>
                  <a:lnTo>
                    <a:pt x="2113192" y="468536"/>
                  </a:lnTo>
                  <a:lnTo>
                    <a:pt x="2114264" y="467797"/>
                  </a:lnTo>
                  <a:lnTo>
                    <a:pt x="2115336" y="467060"/>
                  </a:lnTo>
                  <a:lnTo>
                    <a:pt x="2116407" y="466324"/>
                  </a:lnTo>
                  <a:lnTo>
                    <a:pt x="2117479" y="465589"/>
                  </a:lnTo>
                  <a:lnTo>
                    <a:pt x="2118550" y="464855"/>
                  </a:lnTo>
                  <a:lnTo>
                    <a:pt x="2119622" y="464121"/>
                  </a:lnTo>
                  <a:lnTo>
                    <a:pt x="2120694" y="463389"/>
                  </a:lnTo>
                  <a:lnTo>
                    <a:pt x="2121765" y="462658"/>
                  </a:lnTo>
                  <a:lnTo>
                    <a:pt x="2122837" y="461928"/>
                  </a:lnTo>
                  <a:lnTo>
                    <a:pt x="2123908" y="461199"/>
                  </a:lnTo>
                  <a:lnTo>
                    <a:pt x="2124980" y="460471"/>
                  </a:lnTo>
                  <a:lnTo>
                    <a:pt x="2126052" y="459745"/>
                  </a:lnTo>
                  <a:lnTo>
                    <a:pt x="2127123" y="459019"/>
                  </a:lnTo>
                  <a:lnTo>
                    <a:pt x="2128195" y="458294"/>
                  </a:lnTo>
                  <a:lnTo>
                    <a:pt x="2129266" y="457570"/>
                  </a:lnTo>
                  <a:lnTo>
                    <a:pt x="2130338" y="456848"/>
                  </a:lnTo>
                  <a:lnTo>
                    <a:pt x="2131409" y="456126"/>
                  </a:lnTo>
                  <a:lnTo>
                    <a:pt x="2132481" y="455405"/>
                  </a:lnTo>
                  <a:lnTo>
                    <a:pt x="2133553" y="454686"/>
                  </a:lnTo>
                  <a:lnTo>
                    <a:pt x="2134624" y="453967"/>
                  </a:lnTo>
                  <a:lnTo>
                    <a:pt x="2135696" y="453249"/>
                  </a:lnTo>
                  <a:lnTo>
                    <a:pt x="2136767" y="452533"/>
                  </a:lnTo>
                  <a:lnTo>
                    <a:pt x="2137839" y="451818"/>
                  </a:lnTo>
                  <a:lnTo>
                    <a:pt x="2138911" y="451103"/>
                  </a:lnTo>
                  <a:lnTo>
                    <a:pt x="2139982" y="450390"/>
                  </a:lnTo>
                  <a:lnTo>
                    <a:pt x="2141054" y="449677"/>
                  </a:lnTo>
                  <a:lnTo>
                    <a:pt x="2142125" y="448966"/>
                  </a:lnTo>
                  <a:lnTo>
                    <a:pt x="2143197" y="448256"/>
                  </a:lnTo>
                  <a:lnTo>
                    <a:pt x="2144269" y="447547"/>
                  </a:lnTo>
                  <a:lnTo>
                    <a:pt x="2145340" y="446839"/>
                  </a:lnTo>
                  <a:lnTo>
                    <a:pt x="2146412" y="446132"/>
                  </a:lnTo>
                  <a:lnTo>
                    <a:pt x="2147483" y="445425"/>
                  </a:lnTo>
                  <a:lnTo>
                    <a:pt x="2148555" y="444720"/>
                  </a:lnTo>
                  <a:lnTo>
                    <a:pt x="2149627" y="444016"/>
                  </a:lnTo>
                  <a:lnTo>
                    <a:pt x="2150698" y="443313"/>
                  </a:lnTo>
                  <a:lnTo>
                    <a:pt x="2151770" y="442612"/>
                  </a:lnTo>
                  <a:lnTo>
                    <a:pt x="2152841" y="441911"/>
                  </a:lnTo>
                  <a:lnTo>
                    <a:pt x="2153913" y="441211"/>
                  </a:lnTo>
                  <a:lnTo>
                    <a:pt x="2154985" y="440512"/>
                  </a:lnTo>
                  <a:lnTo>
                    <a:pt x="2156056" y="439814"/>
                  </a:lnTo>
                  <a:lnTo>
                    <a:pt x="2157128" y="439118"/>
                  </a:lnTo>
                  <a:lnTo>
                    <a:pt x="2158199" y="438422"/>
                  </a:lnTo>
                  <a:lnTo>
                    <a:pt x="2159271" y="437727"/>
                  </a:lnTo>
                  <a:lnTo>
                    <a:pt x="2160343" y="437034"/>
                  </a:lnTo>
                  <a:lnTo>
                    <a:pt x="2161414" y="436341"/>
                  </a:lnTo>
                  <a:lnTo>
                    <a:pt x="2162486" y="435650"/>
                  </a:lnTo>
                  <a:lnTo>
                    <a:pt x="2163557" y="434959"/>
                  </a:lnTo>
                  <a:lnTo>
                    <a:pt x="2164629" y="434270"/>
                  </a:lnTo>
                  <a:lnTo>
                    <a:pt x="2165701" y="433581"/>
                  </a:lnTo>
                  <a:lnTo>
                    <a:pt x="2166772" y="432894"/>
                  </a:lnTo>
                  <a:lnTo>
                    <a:pt x="2167844" y="432208"/>
                  </a:lnTo>
                  <a:lnTo>
                    <a:pt x="2168915" y="431523"/>
                  </a:lnTo>
                  <a:lnTo>
                    <a:pt x="2169987" y="430838"/>
                  </a:lnTo>
                  <a:lnTo>
                    <a:pt x="2171059" y="430155"/>
                  </a:lnTo>
                  <a:lnTo>
                    <a:pt x="2172130" y="429473"/>
                  </a:lnTo>
                  <a:lnTo>
                    <a:pt x="2173202" y="428792"/>
                  </a:lnTo>
                  <a:lnTo>
                    <a:pt x="2174273" y="428112"/>
                  </a:lnTo>
                  <a:lnTo>
                    <a:pt x="2175345" y="427433"/>
                  </a:lnTo>
                  <a:lnTo>
                    <a:pt x="2176417" y="426755"/>
                  </a:lnTo>
                  <a:lnTo>
                    <a:pt x="2177488" y="426078"/>
                  </a:lnTo>
                  <a:lnTo>
                    <a:pt x="2178560" y="425402"/>
                  </a:lnTo>
                  <a:lnTo>
                    <a:pt x="2179631" y="424727"/>
                  </a:lnTo>
                  <a:lnTo>
                    <a:pt x="2180703" y="424054"/>
                  </a:lnTo>
                  <a:lnTo>
                    <a:pt x="2181775" y="423381"/>
                  </a:lnTo>
                  <a:lnTo>
                    <a:pt x="2182846" y="422709"/>
                  </a:lnTo>
                  <a:lnTo>
                    <a:pt x="2183918" y="422038"/>
                  </a:lnTo>
                  <a:lnTo>
                    <a:pt x="2184989" y="421369"/>
                  </a:lnTo>
                  <a:lnTo>
                    <a:pt x="2186061" y="420700"/>
                  </a:lnTo>
                  <a:lnTo>
                    <a:pt x="2187133" y="420033"/>
                  </a:lnTo>
                  <a:lnTo>
                    <a:pt x="2188204" y="419366"/>
                  </a:lnTo>
                  <a:lnTo>
                    <a:pt x="2189276" y="418701"/>
                  </a:lnTo>
                  <a:lnTo>
                    <a:pt x="2190347" y="418036"/>
                  </a:lnTo>
                  <a:lnTo>
                    <a:pt x="2191419" y="417373"/>
                  </a:lnTo>
                  <a:lnTo>
                    <a:pt x="2192491" y="416711"/>
                  </a:lnTo>
                  <a:lnTo>
                    <a:pt x="2193562" y="416049"/>
                  </a:lnTo>
                  <a:lnTo>
                    <a:pt x="2194634" y="415389"/>
                  </a:lnTo>
                  <a:lnTo>
                    <a:pt x="2195705" y="414730"/>
                  </a:lnTo>
                  <a:lnTo>
                    <a:pt x="2196777" y="414072"/>
                  </a:lnTo>
                  <a:lnTo>
                    <a:pt x="2197849" y="413414"/>
                  </a:lnTo>
                  <a:lnTo>
                    <a:pt x="2198920" y="412758"/>
                  </a:lnTo>
                  <a:lnTo>
                    <a:pt x="2199992" y="412103"/>
                  </a:lnTo>
                  <a:lnTo>
                    <a:pt x="2201063" y="411449"/>
                  </a:lnTo>
                  <a:lnTo>
                    <a:pt x="2202135" y="410796"/>
                  </a:lnTo>
                  <a:lnTo>
                    <a:pt x="2203207" y="410144"/>
                  </a:lnTo>
                  <a:lnTo>
                    <a:pt x="2204278" y="409493"/>
                  </a:lnTo>
                  <a:lnTo>
                    <a:pt x="2205350" y="408843"/>
                  </a:lnTo>
                  <a:lnTo>
                    <a:pt x="2206421" y="408194"/>
                  </a:lnTo>
                  <a:lnTo>
                    <a:pt x="2207493" y="407547"/>
                  </a:lnTo>
                  <a:lnTo>
                    <a:pt x="2208565" y="406900"/>
                  </a:lnTo>
                  <a:lnTo>
                    <a:pt x="2209636" y="406254"/>
                  </a:lnTo>
                  <a:lnTo>
                    <a:pt x="2210708" y="405609"/>
                  </a:lnTo>
                  <a:lnTo>
                    <a:pt x="2211779" y="404966"/>
                  </a:lnTo>
                  <a:lnTo>
                    <a:pt x="2212851" y="404323"/>
                  </a:lnTo>
                  <a:lnTo>
                    <a:pt x="2213923" y="403681"/>
                  </a:lnTo>
                  <a:lnTo>
                    <a:pt x="2214994" y="403041"/>
                  </a:lnTo>
                  <a:lnTo>
                    <a:pt x="2216066" y="402401"/>
                  </a:lnTo>
                  <a:lnTo>
                    <a:pt x="2217137" y="401763"/>
                  </a:lnTo>
                  <a:lnTo>
                    <a:pt x="2218209" y="401125"/>
                  </a:lnTo>
                  <a:lnTo>
                    <a:pt x="2219281" y="400489"/>
                  </a:lnTo>
                  <a:lnTo>
                    <a:pt x="2220352" y="399854"/>
                  </a:lnTo>
                  <a:lnTo>
                    <a:pt x="2221424" y="399219"/>
                  </a:lnTo>
                  <a:lnTo>
                    <a:pt x="2222495" y="398586"/>
                  </a:lnTo>
                  <a:lnTo>
                    <a:pt x="2223567" y="397954"/>
                  </a:lnTo>
                  <a:lnTo>
                    <a:pt x="2224639" y="397322"/>
                  </a:lnTo>
                  <a:lnTo>
                    <a:pt x="2225710" y="396692"/>
                  </a:lnTo>
                  <a:lnTo>
                    <a:pt x="2226782" y="396063"/>
                  </a:lnTo>
                  <a:lnTo>
                    <a:pt x="2227853" y="395435"/>
                  </a:lnTo>
                  <a:lnTo>
                    <a:pt x="2228925" y="394808"/>
                  </a:lnTo>
                  <a:lnTo>
                    <a:pt x="2229997" y="394181"/>
                  </a:lnTo>
                  <a:lnTo>
                    <a:pt x="2231068" y="393556"/>
                  </a:lnTo>
                  <a:lnTo>
                    <a:pt x="2232140" y="392932"/>
                  </a:lnTo>
                  <a:lnTo>
                    <a:pt x="2233211" y="392309"/>
                  </a:lnTo>
                  <a:lnTo>
                    <a:pt x="2234283" y="391687"/>
                  </a:lnTo>
                  <a:lnTo>
                    <a:pt x="2235355" y="391066"/>
                  </a:lnTo>
                  <a:lnTo>
                    <a:pt x="2236426" y="390446"/>
                  </a:lnTo>
                  <a:lnTo>
                    <a:pt x="2237498" y="389828"/>
                  </a:lnTo>
                  <a:lnTo>
                    <a:pt x="2238569" y="389210"/>
                  </a:lnTo>
                  <a:lnTo>
                    <a:pt x="2239641" y="388593"/>
                  </a:lnTo>
                  <a:lnTo>
                    <a:pt x="2240713" y="387977"/>
                  </a:lnTo>
                  <a:lnTo>
                    <a:pt x="2241784" y="387362"/>
                  </a:lnTo>
                  <a:lnTo>
                    <a:pt x="2242856" y="386749"/>
                  </a:lnTo>
                  <a:lnTo>
                    <a:pt x="2243927" y="386136"/>
                  </a:lnTo>
                  <a:lnTo>
                    <a:pt x="2244999" y="385524"/>
                  </a:lnTo>
                  <a:lnTo>
                    <a:pt x="2246071" y="384913"/>
                  </a:lnTo>
                  <a:lnTo>
                    <a:pt x="2247142" y="384304"/>
                  </a:lnTo>
                  <a:lnTo>
                    <a:pt x="2248214" y="383695"/>
                  </a:lnTo>
                  <a:lnTo>
                    <a:pt x="2249285" y="383088"/>
                  </a:lnTo>
                  <a:lnTo>
                    <a:pt x="2250357" y="382481"/>
                  </a:lnTo>
                  <a:lnTo>
                    <a:pt x="2251429" y="381875"/>
                  </a:lnTo>
                  <a:lnTo>
                    <a:pt x="2252500" y="381271"/>
                  </a:lnTo>
                  <a:lnTo>
                    <a:pt x="2253572" y="380667"/>
                  </a:lnTo>
                  <a:lnTo>
                    <a:pt x="2254643" y="380065"/>
                  </a:lnTo>
                  <a:lnTo>
                    <a:pt x="2255715" y="379463"/>
                  </a:lnTo>
                  <a:lnTo>
                    <a:pt x="2256787" y="378863"/>
                  </a:lnTo>
                  <a:lnTo>
                    <a:pt x="2257858" y="378264"/>
                  </a:lnTo>
                  <a:lnTo>
                    <a:pt x="2258930" y="377665"/>
                  </a:lnTo>
                  <a:lnTo>
                    <a:pt x="2260001" y="377068"/>
                  </a:lnTo>
                  <a:lnTo>
                    <a:pt x="2261073" y="376471"/>
                  </a:lnTo>
                  <a:lnTo>
                    <a:pt x="2262145" y="375876"/>
                  </a:lnTo>
                  <a:lnTo>
                    <a:pt x="2263216" y="375282"/>
                  </a:lnTo>
                  <a:lnTo>
                    <a:pt x="2264288" y="374689"/>
                  </a:lnTo>
                  <a:lnTo>
                    <a:pt x="2265359" y="374096"/>
                  </a:lnTo>
                  <a:lnTo>
                    <a:pt x="2266431" y="373505"/>
                  </a:lnTo>
                  <a:lnTo>
                    <a:pt x="2267503" y="372915"/>
                  </a:lnTo>
                  <a:lnTo>
                    <a:pt x="2268574" y="372326"/>
                  </a:lnTo>
                  <a:lnTo>
                    <a:pt x="2269646" y="371737"/>
                  </a:lnTo>
                  <a:lnTo>
                    <a:pt x="2270717" y="371150"/>
                  </a:lnTo>
                  <a:lnTo>
                    <a:pt x="2271789" y="370564"/>
                  </a:lnTo>
                  <a:lnTo>
                    <a:pt x="2272861" y="369979"/>
                  </a:lnTo>
                  <a:lnTo>
                    <a:pt x="2273932" y="369395"/>
                  </a:lnTo>
                  <a:lnTo>
                    <a:pt x="2275004" y="368812"/>
                  </a:lnTo>
                  <a:lnTo>
                    <a:pt x="2276075" y="368229"/>
                  </a:lnTo>
                  <a:lnTo>
                    <a:pt x="2277147" y="367648"/>
                  </a:lnTo>
                  <a:lnTo>
                    <a:pt x="2278219" y="367068"/>
                  </a:lnTo>
                  <a:lnTo>
                    <a:pt x="2279290" y="366489"/>
                  </a:lnTo>
                  <a:lnTo>
                    <a:pt x="2280362" y="365911"/>
                  </a:lnTo>
                  <a:lnTo>
                    <a:pt x="2281433" y="365334"/>
                  </a:lnTo>
                  <a:lnTo>
                    <a:pt x="2282505" y="364758"/>
                  </a:lnTo>
                  <a:lnTo>
                    <a:pt x="2283577" y="364183"/>
                  </a:lnTo>
                  <a:lnTo>
                    <a:pt x="2284648" y="363609"/>
                  </a:lnTo>
                  <a:lnTo>
                    <a:pt x="2285720" y="363036"/>
                  </a:lnTo>
                  <a:lnTo>
                    <a:pt x="2286791" y="362464"/>
                  </a:lnTo>
                  <a:lnTo>
                    <a:pt x="2287863" y="361893"/>
                  </a:lnTo>
                  <a:lnTo>
                    <a:pt x="2288935" y="361323"/>
                  </a:lnTo>
                  <a:lnTo>
                    <a:pt x="2290006" y="360754"/>
                  </a:lnTo>
                  <a:lnTo>
                    <a:pt x="2291078" y="360186"/>
                  </a:lnTo>
                  <a:lnTo>
                    <a:pt x="2292149" y="359619"/>
                  </a:lnTo>
                  <a:lnTo>
                    <a:pt x="2293221" y="359053"/>
                  </a:lnTo>
                  <a:lnTo>
                    <a:pt x="2294293" y="358488"/>
                  </a:lnTo>
                  <a:lnTo>
                    <a:pt x="2295364" y="357924"/>
                  </a:lnTo>
                  <a:lnTo>
                    <a:pt x="2296436" y="357361"/>
                  </a:lnTo>
                  <a:lnTo>
                    <a:pt x="2297507" y="356799"/>
                  </a:lnTo>
                  <a:lnTo>
                    <a:pt x="2298579" y="356238"/>
                  </a:lnTo>
                  <a:lnTo>
                    <a:pt x="2299651" y="355678"/>
                  </a:lnTo>
                  <a:lnTo>
                    <a:pt x="2300722" y="355119"/>
                  </a:lnTo>
                  <a:lnTo>
                    <a:pt x="2301794" y="354561"/>
                  </a:lnTo>
                  <a:lnTo>
                    <a:pt x="2302865" y="354004"/>
                  </a:lnTo>
                  <a:lnTo>
                    <a:pt x="2303937" y="353448"/>
                  </a:lnTo>
                  <a:lnTo>
                    <a:pt x="2305009" y="352893"/>
                  </a:lnTo>
                  <a:lnTo>
                    <a:pt x="2306080" y="352339"/>
                  </a:lnTo>
                  <a:lnTo>
                    <a:pt x="2307152" y="351786"/>
                  </a:lnTo>
                  <a:lnTo>
                    <a:pt x="2308223" y="351234"/>
                  </a:lnTo>
                  <a:lnTo>
                    <a:pt x="2309295" y="350684"/>
                  </a:lnTo>
                  <a:lnTo>
                    <a:pt x="2310366" y="350134"/>
                  </a:lnTo>
                  <a:lnTo>
                    <a:pt x="2311438" y="349585"/>
                  </a:lnTo>
                  <a:lnTo>
                    <a:pt x="2312510" y="349037"/>
                  </a:lnTo>
                  <a:lnTo>
                    <a:pt x="2313581" y="348490"/>
                  </a:lnTo>
                  <a:lnTo>
                    <a:pt x="2314653" y="347944"/>
                  </a:lnTo>
                  <a:lnTo>
                    <a:pt x="2315724" y="347399"/>
                  </a:lnTo>
                  <a:lnTo>
                    <a:pt x="2316796" y="346855"/>
                  </a:lnTo>
                  <a:lnTo>
                    <a:pt x="2317868" y="346312"/>
                  </a:lnTo>
                  <a:lnTo>
                    <a:pt x="2318939" y="345769"/>
                  </a:lnTo>
                  <a:lnTo>
                    <a:pt x="2320011" y="345228"/>
                  </a:lnTo>
                  <a:lnTo>
                    <a:pt x="2321082" y="344688"/>
                  </a:lnTo>
                  <a:lnTo>
                    <a:pt x="2322154" y="344149"/>
                  </a:lnTo>
                  <a:lnTo>
                    <a:pt x="2323226" y="343611"/>
                  </a:lnTo>
                  <a:lnTo>
                    <a:pt x="2324297" y="343074"/>
                  </a:lnTo>
                  <a:lnTo>
                    <a:pt x="2325369" y="342538"/>
                  </a:lnTo>
                  <a:lnTo>
                    <a:pt x="2326440" y="342003"/>
                  </a:lnTo>
                  <a:lnTo>
                    <a:pt x="2327512" y="341469"/>
                  </a:lnTo>
                  <a:lnTo>
                    <a:pt x="2328584" y="340936"/>
                  </a:lnTo>
                  <a:lnTo>
                    <a:pt x="2329655" y="340403"/>
                  </a:lnTo>
                  <a:lnTo>
                    <a:pt x="2330727" y="339872"/>
                  </a:lnTo>
                  <a:lnTo>
                    <a:pt x="2331798" y="339342"/>
                  </a:lnTo>
                  <a:lnTo>
                    <a:pt x="2332870" y="338813"/>
                  </a:lnTo>
                  <a:lnTo>
                    <a:pt x="2333942" y="338284"/>
                  </a:lnTo>
                  <a:lnTo>
                    <a:pt x="2335013" y="337757"/>
                  </a:lnTo>
                  <a:lnTo>
                    <a:pt x="2336085" y="337231"/>
                  </a:lnTo>
                  <a:lnTo>
                    <a:pt x="2337156" y="336706"/>
                  </a:lnTo>
                  <a:lnTo>
                    <a:pt x="2338228" y="336181"/>
                  </a:lnTo>
                  <a:lnTo>
                    <a:pt x="2339300" y="335658"/>
                  </a:lnTo>
                  <a:lnTo>
                    <a:pt x="2340371" y="335135"/>
                  </a:lnTo>
                  <a:lnTo>
                    <a:pt x="2341443" y="334614"/>
                  </a:lnTo>
                  <a:lnTo>
                    <a:pt x="2342514" y="334094"/>
                  </a:lnTo>
                  <a:lnTo>
                    <a:pt x="2343586" y="333574"/>
                  </a:lnTo>
                  <a:lnTo>
                    <a:pt x="2344658" y="333056"/>
                  </a:lnTo>
                  <a:lnTo>
                    <a:pt x="2345729" y="332538"/>
                  </a:lnTo>
                  <a:lnTo>
                    <a:pt x="2346801" y="332021"/>
                  </a:lnTo>
                  <a:lnTo>
                    <a:pt x="2347872" y="331506"/>
                  </a:lnTo>
                  <a:lnTo>
                    <a:pt x="2348944" y="330991"/>
                  </a:lnTo>
                  <a:lnTo>
                    <a:pt x="2350016" y="330478"/>
                  </a:lnTo>
                  <a:lnTo>
                    <a:pt x="2351087" y="329965"/>
                  </a:lnTo>
                  <a:lnTo>
                    <a:pt x="2352159" y="329453"/>
                  </a:lnTo>
                  <a:lnTo>
                    <a:pt x="2353230" y="328942"/>
                  </a:lnTo>
                  <a:lnTo>
                    <a:pt x="2354302" y="328433"/>
                  </a:lnTo>
                  <a:lnTo>
                    <a:pt x="2355374" y="327924"/>
                  </a:lnTo>
                  <a:lnTo>
                    <a:pt x="2356445" y="327416"/>
                  </a:lnTo>
                  <a:lnTo>
                    <a:pt x="2357517" y="326909"/>
                  </a:lnTo>
                  <a:lnTo>
                    <a:pt x="2358588" y="326403"/>
                  </a:lnTo>
                  <a:lnTo>
                    <a:pt x="2359660" y="325898"/>
                  </a:lnTo>
                  <a:lnTo>
                    <a:pt x="2360732" y="325394"/>
                  </a:lnTo>
                  <a:lnTo>
                    <a:pt x="2361803" y="324891"/>
                  </a:lnTo>
                  <a:lnTo>
                    <a:pt x="2362875" y="324389"/>
                  </a:lnTo>
                  <a:lnTo>
                    <a:pt x="2363946" y="323888"/>
                  </a:lnTo>
                  <a:lnTo>
                    <a:pt x="2365018" y="323388"/>
                  </a:lnTo>
                  <a:lnTo>
                    <a:pt x="2366090" y="322888"/>
                  </a:lnTo>
                  <a:lnTo>
                    <a:pt x="2367161" y="322390"/>
                  </a:lnTo>
                  <a:lnTo>
                    <a:pt x="2368233" y="321893"/>
                  </a:lnTo>
                  <a:lnTo>
                    <a:pt x="2369304" y="321396"/>
                  </a:lnTo>
                  <a:lnTo>
                    <a:pt x="2370376" y="320901"/>
                  </a:lnTo>
                  <a:lnTo>
                    <a:pt x="2371448" y="320406"/>
                  </a:lnTo>
                  <a:lnTo>
                    <a:pt x="2372519" y="319913"/>
                  </a:lnTo>
                  <a:lnTo>
                    <a:pt x="2373591" y="319420"/>
                  </a:lnTo>
                  <a:lnTo>
                    <a:pt x="2374662" y="318929"/>
                  </a:lnTo>
                  <a:lnTo>
                    <a:pt x="2375734" y="318438"/>
                  </a:lnTo>
                  <a:lnTo>
                    <a:pt x="2376806" y="317948"/>
                  </a:lnTo>
                  <a:lnTo>
                    <a:pt x="2377877" y="317460"/>
                  </a:lnTo>
                  <a:lnTo>
                    <a:pt x="2378949" y="316972"/>
                  </a:lnTo>
                  <a:lnTo>
                    <a:pt x="2380020" y="316485"/>
                  </a:lnTo>
                  <a:lnTo>
                    <a:pt x="2381092" y="315999"/>
                  </a:lnTo>
                  <a:lnTo>
                    <a:pt x="2382164" y="315514"/>
                  </a:lnTo>
                  <a:lnTo>
                    <a:pt x="2383235" y="315030"/>
                  </a:lnTo>
                  <a:lnTo>
                    <a:pt x="2384307" y="314547"/>
                  </a:lnTo>
                  <a:lnTo>
                    <a:pt x="2385378" y="314065"/>
                  </a:lnTo>
                  <a:lnTo>
                    <a:pt x="2386450" y="313583"/>
                  </a:lnTo>
                  <a:lnTo>
                    <a:pt x="2387522" y="313103"/>
                  </a:lnTo>
                  <a:lnTo>
                    <a:pt x="2388593" y="312624"/>
                  </a:lnTo>
                  <a:lnTo>
                    <a:pt x="2389665" y="312145"/>
                  </a:lnTo>
                  <a:lnTo>
                    <a:pt x="2390736" y="311668"/>
                  </a:lnTo>
                  <a:lnTo>
                    <a:pt x="2391808" y="311191"/>
                  </a:lnTo>
                  <a:lnTo>
                    <a:pt x="2392880" y="310716"/>
                  </a:lnTo>
                  <a:lnTo>
                    <a:pt x="2393951" y="310241"/>
                  </a:lnTo>
                  <a:lnTo>
                    <a:pt x="2395023" y="309767"/>
                  </a:lnTo>
                  <a:lnTo>
                    <a:pt x="2396094" y="309294"/>
                  </a:lnTo>
                  <a:lnTo>
                    <a:pt x="2397166" y="308822"/>
                  </a:lnTo>
                  <a:lnTo>
                    <a:pt x="2398238" y="308351"/>
                  </a:lnTo>
                  <a:lnTo>
                    <a:pt x="2399309" y="307881"/>
                  </a:lnTo>
                  <a:lnTo>
                    <a:pt x="2400381" y="307412"/>
                  </a:lnTo>
                  <a:lnTo>
                    <a:pt x="2401452" y="306944"/>
                  </a:lnTo>
                  <a:lnTo>
                    <a:pt x="2402524" y="306477"/>
                  </a:lnTo>
                  <a:lnTo>
                    <a:pt x="2403596" y="306010"/>
                  </a:lnTo>
                  <a:lnTo>
                    <a:pt x="2404667" y="305545"/>
                  </a:lnTo>
                  <a:lnTo>
                    <a:pt x="2405739" y="305080"/>
                  </a:lnTo>
                  <a:lnTo>
                    <a:pt x="2406810" y="304617"/>
                  </a:lnTo>
                  <a:lnTo>
                    <a:pt x="2407882" y="304154"/>
                  </a:lnTo>
                  <a:lnTo>
                    <a:pt x="2408954" y="303692"/>
                  </a:lnTo>
                  <a:lnTo>
                    <a:pt x="2410025" y="303232"/>
                  </a:lnTo>
                  <a:lnTo>
                    <a:pt x="2411097" y="302772"/>
                  </a:lnTo>
                  <a:lnTo>
                    <a:pt x="2412168" y="302313"/>
                  </a:lnTo>
                  <a:lnTo>
                    <a:pt x="2413240" y="301855"/>
                  </a:lnTo>
                  <a:lnTo>
                    <a:pt x="2414312" y="301397"/>
                  </a:lnTo>
                  <a:lnTo>
                    <a:pt x="2415383" y="300941"/>
                  </a:lnTo>
                  <a:lnTo>
                    <a:pt x="2416455" y="300486"/>
                  </a:lnTo>
                  <a:lnTo>
                    <a:pt x="2417526" y="300031"/>
                  </a:lnTo>
                  <a:lnTo>
                    <a:pt x="2418598" y="299578"/>
                  </a:lnTo>
                  <a:lnTo>
                    <a:pt x="2419670" y="299125"/>
                  </a:lnTo>
                  <a:lnTo>
                    <a:pt x="2420741" y="298673"/>
                  </a:lnTo>
                  <a:lnTo>
                    <a:pt x="2421813" y="298223"/>
                  </a:lnTo>
                  <a:lnTo>
                    <a:pt x="2422884" y="297773"/>
                  </a:lnTo>
                  <a:lnTo>
                    <a:pt x="2423956" y="297324"/>
                  </a:lnTo>
                  <a:lnTo>
                    <a:pt x="2425028" y="296876"/>
                  </a:lnTo>
                  <a:lnTo>
                    <a:pt x="2426099" y="296428"/>
                  </a:lnTo>
                  <a:lnTo>
                    <a:pt x="2427171" y="295982"/>
                  </a:lnTo>
                  <a:lnTo>
                    <a:pt x="2428242" y="295537"/>
                  </a:lnTo>
                  <a:lnTo>
                    <a:pt x="2429314" y="295092"/>
                  </a:lnTo>
                  <a:lnTo>
                    <a:pt x="2430386" y="294649"/>
                  </a:lnTo>
                  <a:lnTo>
                    <a:pt x="2431457" y="294206"/>
                  </a:lnTo>
                  <a:lnTo>
                    <a:pt x="2432529" y="293764"/>
                  </a:lnTo>
                  <a:lnTo>
                    <a:pt x="2433600" y="293323"/>
                  </a:lnTo>
                  <a:lnTo>
                    <a:pt x="2434672" y="292883"/>
                  </a:lnTo>
                  <a:lnTo>
                    <a:pt x="2435744" y="292444"/>
                  </a:lnTo>
                  <a:lnTo>
                    <a:pt x="2436815" y="292006"/>
                  </a:lnTo>
                  <a:lnTo>
                    <a:pt x="2437887" y="291569"/>
                  </a:lnTo>
                  <a:lnTo>
                    <a:pt x="2438958" y="291132"/>
                  </a:lnTo>
                  <a:lnTo>
                    <a:pt x="2440030" y="290696"/>
                  </a:lnTo>
                  <a:lnTo>
                    <a:pt x="2441102" y="290262"/>
                  </a:lnTo>
                  <a:lnTo>
                    <a:pt x="2442173" y="289828"/>
                  </a:lnTo>
                  <a:lnTo>
                    <a:pt x="2443245" y="289395"/>
                  </a:lnTo>
                  <a:lnTo>
                    <a:pt x="2444316" y="288963"/>
                  </a:lnTo>
                  <a:lnTo>
                    <a:pt x="2445388" y="288532"/>
                  </a:lnTo>
                  <a:lnTo>
                    <a:pt x="2446460" y="288102"/>
                  </a:lnTo>
                  <a:lnTo>
                    <a:pt x="2447531" y="287672"/>
                  </a:lnTo>
                  <a:lnTo>
                    <a:pt x="2448603" y="287244"/>
                  </a:lnTo>
                  <a:lnTo>
                    <a:pt x="2449674" y="286816"/>
                  </a:lnTo>
                  <a:lnTo>
                    <a:pt x="2450746" y="286389"/>
                  </a:lnTo>
                  <a:lnTo>
                    <a:pt x="2451818" y="285963"/>
                  </a:lnTo>
                  <a:lnTo>
                    <a:pt x="2452889" y="285538"/>
                  </a:lnTo>
                  <a:lnTo>
                    <a:pt x="2453961" y="285114"/>
                  </a:lnTo>
                  <a:lnTo>
                    <a:pt x="2455032" y="284691"/>
                  </a:lnTo>
                  <a:lnTo>
                    <a:pt x="2456104" y="284269"/>
                  </a:lnTo>
                  <a:lnTo>
                    <a:pt x="2457176" y="283847"/>
                  </a:lnTo>
                  <a:lnTo>
                    <a:pt x="2458247" y="283426"/>
                  </a:lnTo>
                  <a:lnTo>
                    <a:pt x="2459319" y="283007"/>
                  </a:lnTo>
                  <a:lnTo>
                    <a:pt x="2460390" y="282588"/>
                  </a:lnTo>
                  <a:lnTo>
                    <a:pt x="2461462" y="282170"/>
                  </a:lnTo>
                  <a:lnTo>
                    <a:pt x="2462534" y="281753"/>
                  </a:lnTo>
                  <a:lnTo>
                    <a:pt x="2463605" y="281336"/>
                  </a:lnTo>
                  <a:lnTo>
                    <a:pt x="2464677" y="280921"/>
                  </a:lnTo>
                  <a:lnTo>
                    <a:pt x="2465748" y="280506"/>
                  </a:lnTo>
                  <a:lnTo>
                    <a:pt x="2466820" y="280092"/>
                  </a:lnTo>
                  <a:lnTo>
                    <a:pt x="2467892" y="279679"/>
                  </a:lnTo>
                  <a:lnTo>
                    <a:pt x="2468963" y="279267"/>
                  </a:lnTo>
                  <a:lnTo>
                    <a:pt x="2470035" y="278856"/>
                  </a:lnTo>
                  <a:lnTo>
                    <a:pt x="2471106" y="278446"/>
                  </a:lnTo>
                  <a:lnTo>
                    <a:pt x="2472178" y="278036"/>
                  </a:lnTo>
                  <a:lnTo>
                    <a:pt x="2473250" y="277628"/>
                  </a:lnTo>
                  <a:lnTo>
                    <a:pt x="2474321" y="277220"/>
                  </a:lnTo>
                  <a:lnTo>
                    <a:pt x="2475393" y="276813"/>
                  </a:lnTo>
                  <a:lnTo>
                    <a:pt x="2476464" y="276407"/>
                  </a:lnTo>
                  <a:lnTo>
                    <a:pt x="2477536" y="276002"/>
                  </a:lnTo>
                  <a:lnTo>
                    <a:pt x="2478608" y="275597"/>
                  </a:lnTo>
                  <a:lnTo>
                    <a:pt x="2479679" y="275194"/>
                  </a:lnTo>
                  <a:lnTo>
                    <a:pt x="2480751" y="274791"/>
                  </a:lnTo>
                  <a:lnTo>
                    <a:pt x="2481822" y="274389"/>
                  </a:lnTo>
                  <a:lnTo>
                    <a:pt x="2482894" y="273988"/>
                  </a:lnTo>
                  <a:lnTo>
                    <a:pt x="2483966" y="273588"/>
                  </a:lnTo>
                  <a:lnTo>
                    <a:pt x="2485037" y="273189"/>
                  </a:lnTo>
                  <a:lnTo>
                    <a:pt x="2486109" y="272790"/>
                  </a:lnTo>
                  <a:lnTo>
                    <a:pt x="2487180" y="272393"/>
                  </a:lnTo>
                  <a:lnTo>
                    <a:pt x="2488252" y="271996"/>
                  </a:lnTo>
                  <a:lnTo>
                    <a:pt x="2489323" y="271600"/>
                  </a:lnTo>
                  <a:lnTo>
                    <a:pt x="2490395" y="271205"/>
                  </a:lnTo>
                  <a:lnTo>
                    <a:pt x="2491467" y="270810"/>
                  </a:lnTo>
                  <a:lnTo>
                    <a:pt x="2492538" y="270417"/>
                  </a:lnTo>
                  <a:lnTo>
                    <a:pt x="2493610" y="270024"/>
                  </a:lnTo>
                  <a:lnTo>
                    <a:pt x="2494681" y="269632"/>
                  </a:lnTo>
                  <a:lnTo>
                    <a:pt x="2495753" y="269241"/>
                  </a:lnTo>
                  <a:lnTo>
                    <a:pt x="2496825" y="268851"/>
                  </a:lnTo>
                  <a:lnTo>
                    <a:pt x="2497896" y="268462"/>
                  </a:lnTo>
                  <a:lnTo>
                    <a:pt x="2498968" y="268073"/>
                  </a:lnTo>
                  <a:lnTo>
                    <a:pt x="2500039" y="267686"/>
                  </a:lnTo>
                  <a:lnTo>
                    <a:pt x="2501111" y="267299"/>
                  </a:lnTo>
                  <a:lnTo>
                    <a:pt x="2502183" y="266913"/>
                  </a:lnTo>
                  <a:lnTo>
                    <a:pt x="2503254" y="266527"/>
                  </a:lnTo>
                  <a:lnTo>
                    <a:pt x="2504326" y="266143"/>
                  </a:lnTo>
                  <a:lnTo>
                    <a:pt x="2505397" y="265759"/>
                  </a:lnTo>
                  <a:lnTo>
                    <a:pt x="2506469" y="265376"/>
                  </a:lnTo>
                  <a:lnTo>
                    <a:pt x="2507541" y="264994"/>
                  </a:lnTo>
                  <a:lnTo>
                    <a:pt x="2508612" y="264613"/>
                  </a:lnTo>
                  <a:lnTo>
                    <a:pt x="2509684" y="264233"/>
                  </a:lnTo>
                  <a:lnTo>
                    <a:pt x="2510755" y="263853"/>
                  </a:lnTo>
                  <a:lnTo>
                    <a:pt x="2511827" y="263474"/>
                  </a:lnTo>
                  <a:lnTo>
                    <a:pt x="2512899" y="263096"/>
                  </a:lnTo>
                  <a:lnTo>
                    <a:pt x="2513970" y="262719"/>
                  </a:lnTo>
                  <a:lnTo>
                    <a:pt x="2515042" y="262343"/>
                  </a:lnTo>
                  <a:lnTo>
                    <a:pt x="2516113" y="261967"/>
                  </a:lnTo>
                  <a:lnTo>
                    <a:pt x="2517185" y="261592"/>
                  </a:lnTo>
                  <a:lnTo>
                    <a:pt x="2518257" y="261218"/>
                  </a:lnTo>
                  <a:lnTo>
                    <a:pt x="2519328" y="260845"/>
                  </a:lnTo>
                  <a:lnTo>
                    <a:pt x="2520400" y="260473"/>
                  </a:lnTo>
                  <a:lnTo>
                    <a:pt x="2521471" y="260101"/>
                  </a:lnTo>
                  <a:lnTo>
                    <a:pt x="2522543" y="259731"/>
                  </a:lnTo>
                  <a:lnTo>
                    <a:pt x="2523615" y="259361"/>
                  </a:lnTo>
                  <a:lnTo>
                    <a:pt x="2524686" y="258991"/>
                  </a:lnTo>
                  <a:lnTo>
                    <a:pt x="2525758" y="258623"/>
                  </a:lnTo>
                  <a:lnTo>
                    <a:pt x="2526829" y="258255"/>
                  </a:lnTo>
                  <a:lnTo>
                    <a:pt x="2527901" y="257888"/>
                  </a:lnTo>
                  <a:lnTo>
                    <a:pt x="2528973" y="257522"/>
                  </a:lnTo>
                  <a:lnTo>
                    <a:pt x="2530044" y="257157"/>
                  </a:lnTo>
                  <a:lnTo>
                    <a:pt x="2531116" y="256793"/>
                  </a:lnTo>
                  <a:lnTo>
                    <a:pt x="2532187" y="256429"/>
                  </a:lnTo>
                  <a:lnTo>
                    <a:pt x="2533259" y="256066"/>
                  </a:lnTo>
                  <a:lnTo>
                    <a:pt x="2534331" y="255704"/>
                  </a:lnTo>
                  <a:lnTo>
                    <a:pt x="2535402" y="255342"/>
                  </a:lnTo>
                  <a:lnTo>
                    <a:pt x="2536474" y="254982"/>
                  </a:lnTo>
                  <a:lnTo>
                    <a:pt x="2537545" y="254622"/>
                  </a:lnTo>
                  <a:lnTo>
                    <a:pt x="2538617" y="254263"/>
                  </a:lnTo>
                  <a:lnTo>
                    <a:pt x="2539689" y="253905"/>
                  </a:lnTo>
                  <a:lnTo>
                    <a:pt x="2540760" y="253547"/>
                  </a:lnTo>
                  <a:lnTo>
                    <a:pt x="2541832" y="253190"/>
                  </a:lnTo>
                  <a:lnTo>
                    <a:pt x="2542903" y="252834"/>
                  </a:lnTo>
                  <a:lnTo>
                    <a:pt x="2543975" y="252479"/>
                  </a:lnTo>
                  <a:lnTo>
                    <a:pt x="2545047" y="252125"/>
                  </a:lnTo>
                  <a:lnTo>
                    <a:pt x="2546118" y="251771"/>
                  </a:lnTo>
                  <a:lnTo>
                    <a:pt x="2547190" y="251418"/>
                  </a:lnTo>
                  <a:lnTo>
                    <a:pt x="2548261" y="251066"/>
                  </a:lnTo>
                  <a:lnTo>
                    <a:pt x="2549333" y="250715"/>
                  </a:lnTo>
                  <a:lnTo>
                    <a:pt x="2550405" y="250364"/>
                  </a:lnTo>
                  <a:lnTo>
                    <a:pt x="2551476" y="250014"/>
                  </a:lnTo>
                  <a:lnTo>
                    <a:pt x="2552548" y="249665"/>
                  </a:lnTo>
                  <a:lnTo>
                    <a:pt x="2553619" y="249316"/>
                  </a:lnTo>
                  <a:lnTo>
                    <a:pt x="2554691" y="248969"/>
                  </a:lnTo>
                  <a:lnTo>
                    <a:pt x="2555763" y="248622"/>
                  </a:lnTo>
                  <a:lnTo>
                    <a:pt x="2556834" y="248276"/>
                  </a:lnTo>
                  <a:lnTo>
                    <a:pt x="2557906" y="247930"/>
                  </a:lnTo>
                  <a:lnTo>
                    <a:pt x="2558977" y="247586"/>
                  </a:lnTo>
                  <a:lnTo>
                    <a:pt x="2560049" y="247242"/>
                  </a:lnTo>
                  <a:lnTo>
                    <a:pt x="2561121" y="246899"/>
                  </a:lnTo>
                  <a:lnTo>
                    <a:pt x="2562192" y="246556"/>
                  </a:lnTo>
                  <a:lnTo>
                    <a:pt x="2563264" y="246215"/>
                  </a:lnTo>
                  <a:lnTo>
                    <a:pt x="2564335" y="245874"/>
                  </a:lnTo>
                  <a:lnTo>
                    <a:pt x="2565407" y="245534"/>
                  </a:lnTo>
                  <a:lnTo>
                    <a:pt x="2566479" y="245194"/>
                  </a:lnTo>
                  <a:lnTo>
                    <a:pt x="2567550" y="244855"/>
                  </a:lnTo>
                  <a:lnTo>
                    <a:pt x="2568622" y="244517"/>
                  </a:lnTo>
                  <a:lnTo>
                    <a:pt x="2569693" y="244180"/>
                  </a:lnTo>
                  <a:lnTo>
                    <a:pt x="2570765" y="243844"/>
                  </a:lnTo>
                  <a:lnTo>
                    <a:pt x="2571837" y="243508"/>
                  </a:lnTo>
                  <a:lnTo>
                    <a:pt x="2572908" y="243173"/>
                  </a:lnTo>
                  <a:lnTo>
                    <a:pt x="2573980" y="242838"/>
                  </a:lnTo>
                  <a:lnTo>
                    <a:pt x="2575051" y="242505"/>
                  </a:lnTo>
                  <a:lnTo>
                    <a:pt x="2576123" y="242172"/>
                  </a:lnTo>
                  <a:lnTo>
                    <a:pt x="2577195" y="241840"/>
                  </a:lnTo>
                  <a:lnTo>
                    <a:pt x="2578266" y="241508"/>
                  </a:lnTo>
                  <a:lnTo>
                    <a:pt x="2579338" y="241177"/>
                  </a:lnTo>
                  <a:lnTo>
                    <a:pt x="2580409" y="240847"/>
                  </a:lnTo>
                  <a:lnTo>
                    <a:pt x="2581481" y="240518"/>
                  </a:lnTo>
                  <a:lnTo>
                    <a:pt x="2582553" y="240190"/>
                  </a:lnTo>
                  <a:lnTo>
                    <a:pt x="2583624" y="239862"/>
                  </a:lnTo>
                  <a:lnTo>
                    <a:pt x="2584696" y="239534"/>
                  </a:lnTo>
                  <a:lnTo>
                    <a:pt x="2585767" y="239208"/>
                  </a:lnTo>
                  <a:lnTo>
                    <a:pt x="2586839" y="238882"/>
                  </a:lnTo>
                  <a:lnTo>
                    <a:pt x="2587911" y="238557"/>
                  </a:lnTo>
                  <a:lnTo>
                    <a:pt x="2588982" y="238233"/>
                  </a:lnTo>
                  <a:lnTo>
                    <a:pt x="2590054" y="237909"/>
                  </a:lnTo>
                  <a:lnTo>
                    <a:pt x="2591125" y="237586"/>
                  </a:lnTo>
                  <a:lnTo>
                    <a:pt x="2592197" y="237264"/>
                  </a:lnTo>
                  <a:lnTo>
                    <a:pt x="2593269" y="236943"/>
                  </a:lnTo>
                  <a:lnTo>
                    <a:pt x="2594340" y="236622"/>
                  </a:lnTo>
                  <a:lnTo>
                    <a:pt x="2595412" y="236302"/>
                  </a:lnTo>
                  <a:lnTo>
                    <a:pt x="2596483" y="235982"/>
                  </a:lnTo>
                  <a:lnTo>
                    <a:pt x="2597555" y="235663"/>
                  </a:lnTo>
                  <a:lnTo>
                    <a:pt x="2598627" y="235345"/>
                  </a:lnTo>
                  <a:lnTo>
                    <a:pt x="2599698" y="235028"/>
                  </a:lnTo>
                  <a:lnTo>
                    <a:pt x="2600770" y="234711"/>
                  </a:lnTo>
                  <a:lnTo>
                    <a:pt x="2601841" y="234395"/>
                  </a:lnTo>
                  <a:lnTo>
                    <a:pt x="2602913" y="234080"/>
                  </a:lnTo>
                  <a:lnTo>
                    <a:pt x="2603985" y="233765"/>
                  </a:lnTo>
                  <a:lnTo>
                    <a:pt x="2605056" y="233451"/>
                  </a:lnTo>
                  <a:lnTo>
                    <a:pt x="2606128" y="233138"/>
                  </a:lnTo>
                  <a:lnTo>
                    <a:pt x="2607199" y="232825"/>
                  </a:lnTo>
                  <a:lnTo>
                    <a:pt x="2608271" y="232514"/>
                  </a:lnTo>
                  <a:lnTo>
                    <a:pt x="2609343" y="232202"/>
                  </a:lnTo>
                  <a:lnTo>
                    <a:pt x="2610414" y="231892"/>
                  </a:lnTo>
                  <a:lnTo>
                    <a:pt x="2611486" y="231582"/>
                  </a:lnTo>
                  <a:lnTo>
                    <a:pt x="2612557" y="231273"/>
                  </a:lnTo>
                  <a:lnTo>
                    <a:pt x="2613629" y="230964"/>
                  </a:lnTo>
                  <a:lnTo>
                    <a:pt x="2614701" y="230656"/>
                  </a:lnTo>
                  <a:lnTo>
                    <a:pt x="2615772" y="230349"/>
                  </a:lnTo>
                  <a:lnTo>
                    <a:pt x="2616844" y="230043"/>
                  </a:lnTo>
                  <a:lnTo>
                    <a:pt x="2617915" y="229737"/>
                  </a:lnTo>
                  <a:lnTo>
                    <a:pt x="2618987" y="229431"/>
                  </a:lnTo>
                  <a:lnTo>
                    <a:pt x="2620059" y="229127"/>
                  </a:lnTo>
                  <a:lnTo>
                    <a:pt x="2621130" y="228823"/>
                  </a:lnTo>
                  <a:lnTo>
                    <a:pt x="2622202" y="228520"/>
                  </a:lnTo>
                  <a:lnTo>
                    <a:pt x="2623273" y="228217"/>
                  </a:lnTo>
                  <a:lnTo>
                    <a:pt x="2624345" y="227915"/>
                  </a:lnTo>
                  <a:lnTo>
                    <a:pt x="2625417" y="227614"/>
                  </a:lnTo>
                  <a:lnTo>
                    <a:pt x="2626488" y="227313"/>
                  </a:lnTo>
                  <a:lnTo>
                    <a:pt x="2627560" y="227013"/>
                  </a:lnTo>
                  <a:lnTo>
                    <a:pt x="2628631" y="226714"/>
                  </a:lnTo>
                  <a:lnTo>
                    <a:pt x="2629703" y="226415"/>
                  </a:lnTo>
                  <a:lnTo>
                    <a:pt x="2630775" y="226117"/>
                  </a:lnTo>
                  <a:lnTo>
                    <a:pt x="2631846" y="225820"/>
                  </a:lnTo>
                  <a:lnTo>
                    <a:pt x="2632918" y="225523"/>
                  </a:lnTo>
                  <a:lnTo>
                    <a:pt x="2633989" y="225227"/>
                  </a:lnTo>
                  <a:lnTo>
                    <a:pt x="2635061" y="224932"/>
                  </a:lnTo>
                  <a:lnTo>
                    <a:pt x="2636133" y="224637"/>
                  </a:lnTo>
                  <a:lnTo>
                    <a:pt x="2637204" y="224343"/>
                  </a:lnTo>
                  <a:lnTo>
                    <a:pt x="2638276" y="224049"/>
                  </a:lnTo>
                  <a:lnTo>
                    <a:pt x="2639347" y="223756"/>
                  </a:lnTo>
                  <a:lnTo>
                    <a:pt x="2640419" y="223464"/>
                  </a:lnTo>
                  <a:lnTo>
                    <a:pt x="2641491" y="223172"/>
                  </a:lnTo>
                  <a:lnTo>
                    <a:pt x="2642562" y="222881"/>
                  </a:lnTo>
                  <a:lnTo>
                    <a:pt x="2643634" y="222591"/>
                  </a:lnTo>
                  <a:lnTo>
                    <a:pt x="2644705" y="222301"/>
                  </a:lnTo>
                  <a:lnTo>
                    <a:pt x="2645777" y="222012"/>
                  </a:lnTo>
                  <a:lnTo>
                    <a:pt x="2646849" y="221723"/>
                  </a:lnTo>
                  <a:lnTo>
                    <a:pt x="2647920" y="221435"/>
                  </a:lnTo>
                  <a:lnTo>
                    <a:pt x="2648992" y="221148"/>
                  </a:lnTo>
                  <a:lnTo>
                    <a:pt x="2650063" y="220861"/>
                  </a:lnTo>
                  <a:lnTo>
                    <a:pt x="2651135" y="220575"/>
                  </a:lnTo>
                  <a:lnTo>
                    <a:pt x="2652207" y="220290"/>
                  </a:lnTo>
                  <a:lnTo>
                    <a:pt x="2653278" y="220005"/>
                  </a:lnTo>
                  <a:lnTo>
                    <a:pt x="2654350" y="219721"/>
                  </a:lnTo>
                  <a:lnTo>
                    <a:pt x="2655421" y="219437"/>
                  </a:lnTo>
                  <a:lnTo>
                    <a:pt x="2656493" y="219154"/>
                  </a:lnTo>
                  <a:lnTo>
                    <a:pt x="2657565" y="218872"/>
                  </a:lnTo>
                  <a:lnTo>
                    <a:pt x="2658636" y="218590"/>
                  </a:lnTo>
                  <a:lnTo>
                    <a:pt x="2659708" y="218309"/>
                  </a:lnTo>
                  <a:lnTo>
                    <a:pt x="2660779" y="218028"/>
                  </a:lnTo>
                  <a:lnTo>
                    <a:pt x="2661851" y="217748"/>
                  </a:lnTo>
                  <a:lnTo>
                    <a:pt x="2662922" y="217469"/>
                  </a:lnTo>
                  <a:lnTo>
                    <a:pt x="2663994" y="217190"/>
                  </a:lnTo>
                  <a:lnTo>
                    <a:pt x="2665066" y="216911"/>
                  </a:lnTo>
                  <a:lnTo>
                    <a:pt x="2666137" y="216634"/>
                  </a:lnTo>
                  <a:lnTo>
                    <a:pt x="2667209" y="216357"/>
                  </a:lnTo>
                  <a:lnTo>
                    <a:pt x="2668280" y="216080"/>
                  </a:lnTo>
                  <a:lnTo>
                    <a:pt x="2669352" y="215804"/>
                  </a:lnTo>
                  <a:lnTo>
                    <a:pt x="2670424" y="215529"/>
                  </a:lnTo>
                  <a:lnTo>
                    <a:pt x="2671495" y="215254"/>
                  </a:lnTo>
                  <a:lnTo>
                    <a:pt x="2672567" y="214980"/>
                  </a:lnTo>
                  <a:lnTo>
                    <a:pt x="2673638" y="214707"/>
                  </a:lnTo>
                  <a:lnTo>
                    <a:pt x="2674710" y="214434"/>
                  </a:lnTo>
                  <a:lnTo>
                    <a:pt x="2675782" y="214161"/>
                  </a:lnTo>
                  <a:lnTo>
                    <a:pt x="2676853" y="213890"/>
                  </a:lnTo>
                  <a:lnTo>
                    <a:pt x="2677925" y="213618"/>
                  </a:lnTo>
                  <a:lnTo>
                    <a:pt x="2678996" y="213348"/>
                  </a:lnTo>
                  <a:lnTo>
                    <a:pt x="2680068" y="213078"/>
                  </a:lnTo>
                  <a:lnTo>
                    <a:pt x="2681140" y="212808"/>
                  </a:lnTo>
                  <a:lnTo>
                    <a:pt x="2682211" y="212539"/>
                  </a:lnTo>
                  <a:lnTo>
                    <a:pt x="2683283" y="212271"/>
                  </a:lnTo>
                  <a:lnTo>
                    <a:pt x="2684354" y="212003"/>
                  </a:lnTo>
                  <a:lnTo>
                    <a:pt x="2685426" y="211736"/>
                  </a:lnTo>
                  <a:lnTo>
                    <a:pt x="2686498" y="211469"/>
                  </a:lnTo>
                  <a:lnTo>
                    <a:pt x="2687569" y="211203"/>
                  </a:lnTo>
                  <a:lnTo>
                    <a:pt x="2688641" y="210937"/>
                  </a:lnTo>
                  <a:lnTo>
                    <a:pt x="2689712" y="210672"/>
                  </a:lnTo>
                  <a:lnTo>
                    <a:pt x="2690784" y="210408"/>
                  </a:lnTo>
                  <a:lnTo>
                    <a:pt x="2691856" y="210144"/>
                  </a:lnTo>
                  <a:lnTo>
                    <a:pt x="2692927" y="209880"/>
                  </a:lnTo>
                  <a:lnTo>
                    <a:pt x="2693999" y="209617"/>
                  </a:lnTo>
                  <a:lnTo>
                    <a:pt x="2695070" y="209355"/>
                  </a:lnTo>
                  <a:lnTo>
                    <a:pt x="2696142" y="209093"/>
                  </a:lnTo>
                  <a:lnTo>
                    <a:pt x="2697214" y="208832"/>
                  </a:lnTo>
                  <a:lnTo>
                    <a:pt x="2698285" y="208572"/>
                  </a:lnTo>
                  <a:lnTo>
                    <a:pt x="2699357" y="208311"/>
                  </a:lnTo>
                  <a:lnTo>
                    <a:pt x="2700428" y="208052"/>
                  </a:lnTo>
                  <a:lnTo>
                    <a:pt x="2701500" y="207793"/>
                  </a:lnTo>
                  <a:lnTo>
                    <a:pt x="2702572" y="207534"/>
                  </a:lnTo>
                  <a:lnTo>
                    <a:pt x="2703643" y="207276"/>
                  </a:lnTo>
                  <a:lnTo>
                    <a:pt x="2704715" y="207019"/>
                  </a:lnTo>
                  <a:lnTo>
                    <a:pt x="2705786" y="206762"/>
                  </a:lnTo>
                  <a:lnTo>
                    <a:pt x="2706858" y="206506"/>
                  </a:lnTo>
                  <a:lnTo>
                    <a:pt x="2707930" y="206250"/>
                  </a:lnTo>
                  <a:lnTo>
                    <a:pt x="2709001" y="205994"/>
                  </a:lnTo>
                  <a:lnTo>
                    <a:pt x="2710073" y="205740"/>
                  </a:lnTo>
                  <a:lnTo>
                    <a:pt x="2711144" y="205485"/>
                  </a:lnTo>
                  <a:lnTo>
                    <a:pt x="2712216" y="205232"/>
                  </a:lnTo>
                  <a:lnTo>
                    <a:pt x="2713288" y="204978"/>
                  </a:lnTo>
                  <a:lnTo>
                    <a:pt x="2714359" y="204726"/>
                  </a:lnTo>
                  <a:lnTo>
                    <a:pt x="2715431" y="204473"/>
                  </a:lnTo>
                  <a:lnTo>
                    <a:pt x="2716502" y="204222"/>
                  </a:lnTo>
                  <a:lnTo>
                    <a:pt x="2717574" y="203970"/>
                  </a:lnTo>
                  <a:lnTo>
                    <a:pt x="2718646" y="203720"/>
                  </a:lnTo>
                  <a:lnTo>
                    <a:pt x="2719717" y="203470"/>
                  </a:lnTo>
                  <a:lnTo>
                    <a:pt x="2720789" y="203220"/>
                  </a:lnTo>
                  <a:lnTo>
                    <a:pt x="2721860" y="202971"/>
                  </a:lnTo>
                  <a:lnTo>
                    <a:pt x="2722932" y="202722"/>
                  </a:lnTo>
                  <a:lnTo>
                    <a:pt x="2724004" y="202474"/>
                  </a:lnTo>
                  <a:lnTo>
                    <a:pt x="2725075" y="202226"/>
                  </a:lnTo>
                  <a:lnTo>
                    <a:pt x="2726147" y="201979"/>
                  </a:lnTo>
                  <a:lnTo>
                    <a:pt x="2727218" y="201732"/>
                  </a:lnTo>
                  <a:lnTo>
                    <a:pt x="2728290" y="201486"/>
                  </a:lnTo>
                  <a:lnTo>
                    <a:pt x="2729362" y="201241"/>
                  </a:lnTo>
                  <a:lnTo>
                    <a:pt x="2730433" y="200995"/>
                  </a:lnTo>
                  <a:lnTo>
                    <a:pt x="2731505" y="200751"/>
                  </a:lnTo>
                  <a:lnTo>
                    <a:pt x="2732576" y="200506"/>
                  </a:lnTo>
                  <a:lnTo>
                    <a:pt x="2733648" y="200263"/>
                  </a:lnTo>
                  <a:lnTo>
                    <a:pt x="2734720" y="200019"/>
                  </a:lnTo>
                  <a:lnTo>
                    <a:pt x="2735791" y="199777"/>
                  </a:lnTo>
                  <a:lnTo>
                    <a:pt x="2736863" y="199534"/>
                  </a:lnTo>
                  <a:lnTo>
                    <a:pt x="2737934" y="199293"/>
                  </a:lnTo>
                  <a:lnTo>
                    <a:pt x="2739006" y="199051"/>
                  </a:lnTo>
                  <a:lnTo>
                    <a:pt x="2740078" y="198810"/>
                  </a:lnTo>
                  <a:lnTo>
                    <a:pt x="2741149" y="198570"/>
                  </a:lnTo>
                  <a:lnTo>
                    <a:pt x="2742221" y="198330"/>
                  </a:lnTo>
                  <a:lnTo>
                    <a:pt x="2743292" y="198091"/>
                  </a:lnTo>
                  <a:lnTo>
                    <a:pt x="2744364" y="197852"/>
                  </a:lnTo>
                  <a:lnTo>
                    <a:pt x="2745436" y="197613"/>
                  </a:lnTo>
                  <a:lnTo>
                    <a:pt x="2746507" y="197375"/>
                  </a:lnTo>
                  <a:lnTo>
                    <a:pt x="2747579" y="197137"/>
                  </a:lnTo>
                  <a:lnTo>
                    <a:pt x="2748650" y="196900"/>
                  </a:lnTo>
                  <a:lnTo>
                    <a:pt x="2749722" y="196664"/>
                  </a:lnTo>
                  <a:lnTo>
                    <a:pt x="2750794" y="196427"/>
                  </a:lnTo>
                  <a:lnTo>
                    <a:pt x="2751865" y="196192"/>
                  </a:lnTo>
                  <a:lnTo>
                    <a:pt x="2752937" y="195956"/>
                  </a:lnTo>
                  <a:lnTo>
                    <a:pt x="2754008" y="195721"/>
                  </a:lnTo>
                  <a:lnTo>
                    <a:pt x="2755080" y="195487"/>
                  </a:lnTo>
                  <a:lnTo>
                    <a:pt x="2756152" y="195253"/>
                  </a:lnTo>
                  <a:lnTo>
                    <a:pt x="2757223" y="195020"/>
                  </a:lnTo>
                  <a:lnTo>
                    <a:pt x="2758295" y="194786"/>
                  </a:lnTo>
                  <a:lnTo>
                    <a:pt x="2759366" y="194554"/>
                  </a:lnTo>
                  <a:lnTo>
                    <a:pt x="2760438" y="194322"/>
                  </a:lnTo>
                  <a:lnTo>
                    <a:pt x="2761510" y="194090"/>
                  </a:lnTo>
                  <a:lnTo>
                    <a:pt x="2762581" y="193859"/>
                  </a:lnTo>
                  <a:lnTo>
                    <a:pt x="2763653" y="193628"/>
                  </a:lnTo>
                  <a:lnTo>
                    <a:pt x="2764724" y="193397"/>
                  </a:lnTo>
                  <a:lnTo>
                    <a:pt x="2765796" y="193167"/>
                  </a:lnTo>
                  <a:lnTo>
                    <a:pt x="2766868" y="192938"/>
                  </a:lnTo>
                  <a:lnTo>
                    <a:pt x="2767939" y="192709"/>
                  </a:lnTo>
                  <a:lnTo>
                    <a:pt x="2769011" y="192480"/>
                  </a:lnTo>
                  <a:lnTo>
                    <a:pt x="2770082" y="192251"/>
                  </a:lnTo>
                  <a:lnTo>
                    <a:pt x="2771154" y="192024"/>
                  </a:lnTo>
                  <a:lnTo>
                    <a:pt x="2772226" y="191796"/>
                  </a:lnTo>
                  <a:lnTo>
                    <a:pt x="2773297" y="191569"/>
                  </a:lnTo>
                  <a:lnTo>
                    <a:pt x="2774369" y="191342"/>
                  </a:lnTo>
                  <a:lnTo>
                    <a:pt x="2775440" y="191116"/>
                  </a:lnTo>
                  <a:lnTo>
                    <a:pt x="2776512" y="190890"/>
                  </a:lnTo>
                  <a:lnTo>
                    <a:pt x="2777584" y="190665"/>
                  </a:lnTo>
                  <a:lnTo>
                    <a:pt x="2778655" y="190440"/>
                  </a:lnTo>
                  <a:lnTo>
                    <a:pt x="2779727" y="190216"/>
                  </a:lnTo>
                  <a:lnTo>
                    <a:pt x="2780798" y="189991"/>
                  </a:lnTo>
                  <a:lnTo>
                    <a:pt x="2781870" y="189768"/>
                  </a:lnTo>
                  <a:lnTo>
                    <a:pt x="2782942" y="189544"/>
                  </a:lnTo>
                  <a:lnTo>
                    <a:pt x="2784013" y="189321"/>
                  </a:lnTo>
                  <a:lnTo>
                    <a:pt x="2785085" y="189099"/>
                  </a:lnTo>
                  <a:lnTo>
                    <a:pt x="2786156" y="188877"/>
                  </a:lnTo>
                  <a:lnTo>
                    <a:pt x="2787228" y="188655"/>
                  </a:lnTo>
                  <a:lnTo>
                    <a:pt x="2788300" y="188434"/>
                  </a:lnTo>
                  <a:lnTo>
                    <a:pt x="2789371" y="188213"/>
                  </a:lnTo>
                  <a:lnTo>
                    <a:pt x="2790443" y="187992"/>
                  </a:lnTo>
                  <a:lnTo>
                    <a:pt x="2791514" y="187772"/>
                  </a:lnTo>
                  <a:lnTo>
                    <a:pt x="2792586" y="187552"/>
                  </a:lnTo>
                  <a:lnTo>
                    <a:pt x="2793658" y="187333"/>
                  </a:lnTo>
                  <a:lnTo>
                    <a:pt x="2794729" y="187114"/>
                  </a:lnTo>
                  <a:lnTo>
                    <a:pt x="2795801" y="186895"/>
                  </a:lnTo>
                  <a:lnTo>
                    <a:pt x="2796872" y="186677"/>
                  </a:lnTo>
                  <a:lnTo>
                    <a:pt x="2797944" y="186459"/>
                  </a:lnTo>
                  <a:lnTo>
                    <a:pt x="2799016" y="186241"/>
                  </a:lnTo>
                  <a:lnTo>
                    <a:pt x="2800087" y="186024"/>
                  </a:lnTo>
                  <a:lnTo>
                    <a:pt x="2801159" y="185807"/>
                  </a:lnTo>
                  <a:lnTo>
                    <a:pt x="2802230" y="185591"/>
                  </a:lnTo>
                  <a:lnTo>
                    <a:pt x="2803302" y="185375"/>
                  </a:lnTo>
                  <a:lnTo>
                    <a:pt x="2804374" y="185159"/>
                  </a:lnTo>
                  <a:lnTo>
                    <a:pt x="2805445" y="184944"/>
                  </a:lnTo>
                  <a:lnTo>
                    <a:pt x="2806517" y="184729"/>
                  </a:lnTo>
                  <a:lnTo>
                    <a:pt x="2807588" y="184514"/>
                  </a:lnTo>
                  <a:lnTo>
                    <a:pt x="2808660" y="184300"/>
                  </a:lnTo>
                  <a:lnTo>
                    <a:pt x="2809732" y="184086"/>
                  </a:lnTo>
                  <a:lnTo>
                    <a:pt x="2810803" y="183873"/>
                  </a:lnTo>
                  <a:lnTo>
                    <a:pt x="2811875" y="183660"/>
                  </a:lnTo>
                  <a:lnTo>
                    <a:pt x="2812946" y="183447"/>
                  </a:lnTo>
                  <a:lnTo>
                    <a:pt x="2814018" y="183235"/>
                  </a:lnTo>
                  <a:lnTo>
                    <a:pt x="2815090" y="183022"/>
                  </a:lnTo>
                  <a:lnTo>
                    <a:pt x="2816161" y="182811"/>
                  </a:lnTo>
                  <a:lnTo>
                    <a:pt x="2817233" y="182599"/>
                  </a:lnTo>
                  <a:lnTo>
                    <a:pt x="2818304" y="182388"/>
                  </a:lnTo>
                  <a:lnTo>
                    <a:pt x="2819376" y="182177"/>
                  </a:lnTo>
                  <a:lnTo>
                    <a:pt x="2820448" y="181967"/>
                  </a:lnTo>
                  <a:lnTo>
                    <a:pt x="2821519" y="181757"/>
                  </a:lnTo>
                  <a:lnTo>
                    <a:pt x="2822591" y="181547"/>
                  </a:lnTo>
                  <a:lnTo>
                    <a:pt x="2823662" y="181338"/>
                  </a:lnTo>
                  <a:lnTo>
                    <a:pt x="2824734" y="181129"/>
                  </a:lnTo>
                  <a:lnTo>
                    <a:pt x="2825806" y="180920"/>
                  </a:lnTo>
                  <a:lnTo>
                    <a:pt x="2826877" y="180712"/>
                  </a:lnTo>
                  <a:lnTo>
                    <a:pt x="2827949" y="180504"/>
                  </a:lnTo>
                  <a:lnTo>
                    <a:pt x="2829020" y="180296"/>
                  </a:lnTo>
                  <a:lnTo>
                    <a:pt x="2830092" y="180089"/>
                  </a:lnTo>
                  <a:lnTo>
                    <a:pt x="2831164" y="179881"/>
                  </a:lnTo>
                  <a:lnTo>
                    <a:pt x="2832235" y="179675"/>
                  </a:lnTo>
                  <a:lnTo>
                    <a:pt x="2833307" y="179468"/>
                  </a:lnTo>
                  <a:lnTo>
                    <a:pt x="2834378" y="179262"/>
                  </a:lnTo>
                  <a:lnTo>
                    <a:pt x="2835450" y="179056"/>
                  </a:lnTo>
                  <a:lnTo>
                    <a:pt x="2836522" y="178851"/>
                  </a:lnTo>
                  <a:lnTo>
                    <a:pt x="2837593" y="178645"/>
                  </a:lnTo>
                  <a:lnTo>
                    <a:pt x="2838665" y="178441"/>
                  </a:lnTo>
                  <a:lnTo>
                    <a:pt x="2839736" y="178236"/>
                  </a:lnTo>
                  <a:lnTo>
                    <a:pt x="2840808" y="178032"/>
                  </a:lnTo>
                  <a:lnTo>
                    <a:pt x="2841879" y="177828"/>
                  </a:lnTo>
                  <a:lnTo>
                    <a:pt x="2842951" y="177624"/>
                  </a:lnTo>
                  <a:lnTo>
                    <a:pt x="2844023" y="177421"/>
                  </a:lnTo>
                  <a:lnTo>
                    <a:pt x="2845094" y="177217"/>
                  </a:lnTo>
                  <a:lnTo>
                    <a:pt x="2846166" y="177015"/>
                  </a:lnTo>
                  <a:lnTo>
                    <a:pt x="2847237" y="176812"/>
                  </a:lnTo>
                  <a:lnTo>
                    <a:pt x="2848309" y="176610"/>
                  </a:lnTo>
                  <a:lnTo>
                    <a:pt x="2849381" y="176408"/>
                  </a:lnTo>
                  <a:lnTo>
                    <a:pt x="2850452" y="176206"/>
                  </a:lnTo>
                  <a:lnTo>
                    <a:pt x="2851524" y="176005"/>
                  </a:lnTo>
                  <a:lnTo>
                    <a:pt x="2852595" y="175804"/>
                  </a:lnTo>
                  <a:lnTo>
                    <a:pt x="2853667" y="175603"/>
                  </a:lnTo>
                  <a:lnTo>
                    <a:pt x="2854739" y="175403"/>
                  </a:lnTo>
                  <a:lnTo>
                    <a:pt x="2855810" y="175202"/>
                  </a:lnTo>
                  <a:lnTo>
                    <a:pt x="2856882" y="175002"/>
                  </a:lnTo>
                  <a:lnTo>
                    <a:pt x="2857953" y="174803"/>
                  </a:lnTo>
                  <a:lnTo>
                    <a:pt x="2859025" y="174603"/>
                  </a:lnTo>
                  <a:lnTo>
                    <a:pt x="2860097" y="174404"/>
                  </a:lnTo>
                  <a:lnTo>
                    <a:pt x="2861168" y="174205"/>
                  </a:lnTo>
                  <a:lnTo>
                    <a:pt x="2862240" y="174007"/>
                  </a:lnTo>
                  <a:lnTo>
                    <a:pt x="2863311" y="173808"/>
                  </a:lnTo>
                  <a:lnTo>
                    <a:pt x="2864383" y="173610"/>
                  </a:lnTo>
                  <a:lnTo>
                    <a:pt x="2865455" y="173412"/>
                  </a:lnTo>
                  <a:lnTo>
                    <a:pt x="2866526" y="173215"/>
                  </a:lnTo>
                  <a:lnTo>
                    <a:pt x="2867598" y="173017"/>
                  </a:lnTo>
                  <a:lnTo>
                    <a:pt x="2868669" y="172820"/>
                  </a:lnTo>
                  <a:lnTo>
                    <a:pt x="2869741" y="172623"/>
                  </a:lnTo>
                  <a:lnTo>
                    <a:pt x="2870813" y="172427"/>
                  </a:lnTo>
                  <a:lnTo>
                    <a:pt x="2871884" y="172231"/>
                  </a:lnTo>
                  <a:lnTo>
                    <a:pt x="2872956" y="172035"/>
                  </a:lnTo>
                  <a:lnTo>
                    <a:pt x="2874027" y="171839"/>
                  </a:lnTo>
                  <a:lnTo>
                    <a:pt x="2875099" y="171643"/>
                  </a:lnTo>
                  <a:lnTo>
                    <a:pt x="2876171" y="171448"/>
                  </a:lnTo>
                  <a:lnTo>
                    <a:pt x="2877242" y="171253"/>
                  </a:lnTo>
                  <a:lnTo>
                    <a:pt x="2878314" y="171058"/>
                  </a:lnTo>
                  <a:lnTo>
                    <a:pt x="2879385" y="170863"/>
                  </a:lnTo>
                  <a:lnTo>
                    <a:pt x="2880457" y="170669"/>
                  </a:lnTo>
                  <a:lnTo>
                    <a:pt x="2881529" y="170475"/>
                  </a:lnTo>
                  <a:lnTo>
                    <a:pt x="2882600" y="170281"/>
                  </a:lnTo>
                  <a:lnTo>
                    <a:pt x="2883672" y="170087"/>
                  </a:lnTo>
                  <a:lnTo>
                    <a:pt x="2884743" y="169894"/>
                  </a:lnTo>
                  <a:lnTo>
                    <a:pt x="2885815" y="169700"/>
                  </a:lnTo>
                  <a:lnTo>
                    <a:pt x="2886887" y="169507"/>
                  </a:lnTo>
                  <a:lnTo>
                    <a:pt x="2887958" y="169314"/>
                  </a:lnTo>
                  <a:lnTo>
                    <a:pt x="2889030" y="169122"/>
                  </a:lnTo>
                  <a:lnTo>
                    <a:pt x="2890101" y="168929"/>
                  </a:lnTo>
                  <a:lnTo>
                    <a:pt x="2891173" y="168737"/>
                  </a:lnTo>
                  <a:lnTo>
                    <a:pt x="2892245" y="168545"/>
                  </a:lnTo>
                  <a:lnTo>
                    <a:pt x="2893316" y="168354"/>
                  </a:lnTo>
                  <a:lnTo>
                    <a:pt x="2894388" y="168162"/>
                  </a:lnTo>
                  <a:lnTo>
                    <a:pt x="2895459" y="167971"/>
                  </a:lnTo>
                  <a:lnTo>
                    <a:pt x="2896531" y="167780"/>
                  </a:lnTo>
                  <a:lnTo>
                    <a:pt x="2897603" y="167589"/>
                  </a:lnTo>
                  <a:lnTo>
                    <a:pt x="2898674" y="167398"/>
                  </a:lnTo>
                  <a:lnTo>
                    <a:pt x="2899746" y="167208"/>
                  </a:lnTo>
                  <a:lnTo>
                    <a:pt x="2900817" y="167017"/>
                  </a:lnTo>
                  <a:lnTo>
                    <a:pt x="2901889" y="166827"/>
                  </a:lnTo>
                  <a:lnTo>
                    <a:pt x="2902961" y="166637"/>
                  </a:lnTo>
                  <a:lnTo>
                    <a:pt x="2904032" y="166447"/>
                  </a:lnTo>
                  <a:lnTo>
                    <a:pt x="2905104" y="166258"/>
                  </a:lnTo>
                  <a:lnTo>
                    <a:pt x="2906175" y="166069"/>
                  </a:lnTo>
                  <a:lnTo>
                    <a:pt x="2907247" y="165879"/>
                  </a:lnTo>
                  <a:lnTo>
                    <a:pt x="2908319" y="165690"/>
                  </a:lnTo>
                  <a:lnTo>
                    <a:pt x="2909390" y="165502"/>
                  </a:lnTo>
                  <a:lnTo>
                    <a:pt x="2910462" y="165313"/>
                  </a:lnTo>
                  <a:lnTo>
                    <a:pt x="2911533" y="165124"/>
                  </a:lnTo>
                  <a:lnTo>
                    <a:pt x="2912605" y="164936"/>
                  </a:lnTo>
                  <a:lnTo>
                    <a:pt x="2913677" y="164748"/>
                  </a:lnTo>
                  <a:lnTo>
                    <a:pt x="2914748" y="164560"/>
                  </a:lnTo>
                  <a:lnTo>
                    <a:pt x="2915820" y="164372"/>
                  </a:lnTo>
                  <a:lnTo>
                    <a:pt x="2916891" y="164185"/>
                  </a:lnTo>
                  <a:lnTo>
                    <a:pt x="2917963" y="163997"/>
                  </a:lnTo>
                  <a:lnTo>
                    <a:pt x="2919035" y="163810"/>
                  </a:lnTo>
                  <a:lnTo>
                    <a:pt x="2920106" y="163623"/>
                  </a:lnTo>
                  <a:lnTo>
                    <a:pt x="2921178" y="163436"/>
                  </a:lnTo>
                  <a:lnTo>
                    <a:pt x="2922249" y="163249"/>
                  </a:lnTo>
                  <a:lnTo>
                    <a:pt x="2923321" y="163063"/>
                  </a:lnTo>
                  <a:lnTo>
                    <a:pt x="2924393" y="162876"/>
                  </a:lnTo>
                  <a:lnTo>
                    <a:pt x="2925464" y="162690"/>
                  </a:lnTo>
                  <a:lnTo>
                    <a:pt x="2926536" y="162504"/>
                  </a:lnTo>
                  <a:lnTo>
                    <a:pt x="2927607" y="162318"/>
                  </a:lnTo>
                  <a:lnTo>
                    <a:pt x="2928679" y="162132"/>
                  </a:lnTo>
                  <a:lnTo>
                    <a:pt x="2929751" y="161946"/>
                  </a:lnTo>
                  <a:lnTo>
                    <a:pt x="2930822" y="161761"/>
                  </a:lnTo>
                  <a:lnTo>
                    <a:pt x="2931894" y="161575"/>
                  </a:lnTo>
                  <a:lnTo>
                    <a:pt x="2932965" y="161390"/>
                  </a:lnTo>
                  <a:lnTo>
                    <a:pt x="2934037" y="161205"/>
                  </a:lnTo>
                  <a:lnTo>
                    <a:pt x="2935109" y="161020"/>
                  </a:lnTo>
                  <a:lnTo>
                    <a:pt x="2936180" y="160835"/>
                  </a:lnTo>
                  <a:lnTo>
                    <a:pt x="2937252" y="160650"/>
                  </a:lnTo>
                  <a:lnTo>
                    <a:pt x="2938323" y="160465"/>
                  </a:lnTo>
                  <a:lnTo>
                    <a:pt x="2939395" y="160281"/>
                  </a:lnTo>
                  <a:lnTo>
                    <a:pt x="2940467" y="160096"/>
                  </a:lnTo>
                  <a:lnTo>
                    <a:pt x="2941538" y="159912"/>
                  </a:lnTo>
                  <a:lnTo>
                    <a:pt x="2942610" y="159728"/>
                  </a:lnTo>
                  <a:lnTo>
                    <a:pt x="2943681" y="159544"/>
                  </a:lnTo>
                  <a:lnTo>
                    <a:pt x="2944753" y="159360"/>
                  </a:lnTo>
                  <a:lnTo>
                    <a:pt x="2945825" y="159176"/>
                  </a:lnTo>
                  <a:lnTo>
                    <a:pt x="2946896" y="158993"/>
                  </a:lnTo>
                  <a:lnTo>
                    <a:pt x="2947968" y="158809"/>
                  </a:lnTo>
                  <a:lnTo>
                    <a:pt x="2949039" y="158626"/>
                  </a:lnTo>
                  <a:lnTo>
                    <a:pt x="2950111" y="158442"/>
                  </a:lnTo>
                  <a:lnTo>
                    <a:pt x="2951183" y="158259"/>
                  </a:lnTo>
                  <a:lnTo>
                    <a:pt x="2952254" y="158076"/>
                  </a:lnTo>
                  <a:lnTo>
                    <a:pt x="2953326" y="157893"/>
                  </a:lnTo>
                  <a:lnTo>
                    <a:pt x="2954397" y="157710"/>
                  </a:lnTo>
                  <a:lnTo>
                    <a:pt x="2955469" y="157527"/>
                  </a:lnTo>
                  <a:lnTo>
                    <a:pt x="2956541" y="157344"/>
                  </a:lnTo>
                  <a:lnTo>
                    <a:pt x="2957612" y="157162"/>
                  </a:lnTo>
                  <a:lnTo>
                    <a:pt x="2958684" y="156979"/>
                  </a:lnTo>
                  <a:lnTo>
                    <a:pt x="2959755" y="156797"/>
                  </a:lnTo>
                  <a:lnTo>
                    <a:pt x="2960827" y="156614"/>
                  </a:lnTo>
                  <a:lnTo>
                    <a:pt x="2961899" y="156432"/>
                  </a:lnTo>
                  <a:lnTo>
                    <a:pt x="2962970" y="156250"/>
                  </a:lnTo>
                  <a:lnTo>
                    <a:pt x="2964042" y="156068"/>
                  </a:lnTo>
                  <a:lnTo>
                    <a:pt x="2965113" y="155886"/>
                  </a:lnTo>
                  <a:lnTo>
                    <a:pt x="2966185" y="155704"/>
                  </a:lnTo>
                  <a:lnTo>
                    <a:pt x="2967257" y="155522"/>
                  </a:lnTo>
                  <a:lnTo>
                    <a:pt x="2968328" y="155340"/>
                  </a:lnTo>
                  <a:lnTo>
                    <a:pt x="2969400" y="155158"/>
                  </a:lnTo>
                  <a:lnTo>
                    <a:pt x="2970471" y="154976"/>
                  </a:lnTo>
                  <a:lnTo>
                    <a:pt x="2971543" y="154795"/>
                  </a:lnTo>
                  <a:lnTo>
                    <a:pt x="2972615" y="154613"/>
                  </a:lnTo>
                  <a:lnTo>
                    <a:pt x="2973686" y="154432"/>
                  </a:lnTo>
                  <a:lnTo>
                    <a:pt x="2974758" y="154250"/>
                  </a:lnTo>
                  <a:lnTo>
                    <a:pt x="2975829" y="154069"/>
                  </a:lnTo>
                  <a:lnTo>
                    <a:pt x="2976901" y="153888"/>
                  </a:lnTo>
                  <a:lnTo>
                    <a:pt x="2977973" y="153706"/>
                  </a:lnTo>
                  <a:lnTo>
                    <a:pt x="2979044" y="153525"/>
                  </a:lnTo>
                  <a:lnTo>
                    <a:pt x="2980116" y="153344"/>
                  </a:lnTo>
                  <a:lnTo>
                    <a:pt x="2981187" y="153163"/>
                  </a:lnTo>
                  <a:lnTo>
                    <a:pt x="2982259" y="152982"/>
                  </a:lnTo>
                  <a:lnTo>
                    <a:pt x="2983331" y="152801"/>
                  </a:lnTo>
                  <a:lnTo>
                    <a:pt x="2984402" y="152620"/>
                  </a:lnTo>
                  <a:lnTo>
                    <a:pt x="2985474" y="152439"/>
                  </a:lnTo>
                  <a:lnTo>
                    <a:pt x="2986545" y="152258"/>
                  </a:lnTo>
                  <a:lnTo>
                    <a:pt x="2987617" y="152077"/>
                  </a:lnTo>
                  <a:lnTo>
                    <a:pt x="2988689" y="151897"/>
                  </a:lnTo>
                  <a:lnTo>
                    <a:pt x="2989760" y="151716"/>
                  </a:lnTo>
                  <a:lnTo>
                    <a:pt x="2990832" y="151535"/>
                  </a:lnTo>
                  <a:lnTo>
                    <a:pt x="2991903" y="151355"/>
                  </a:lnTo>
                  <a:lnTo>
                    <a:pt x="2992975" y="151174"/>
                  </a:lnTo>
                  <a:lnTo>
                    <a:pt x="2994047" y="150993"/>
                  </a:lnTo>
                  <a:lnTo>
                    <a:pt x="2995118" y="150813"/>
                  </a:lnTo>
                  <a:lnTo>
                    <a:pt x="2996190" y="150632"/>
                  </a:lnTo>
                  <a:lnTo>
                    <a:pt x="2997261" y="150451"/>
                  </a:lnTo>
                  <a:lnTo>
                    <a:pt x="2998333" y="150271"/>
                  </a:lnTo>
                  <a:lnTo>
                    <a:pt x="2999405" y="150090"/>
                  </a:lnTo>
                  <a:lnTo>
                    <a:pt x="3000476" y="149910"/>
                  </a:lnTo>
                  <a:lnTo>
                    <a:pt x="3001548" y="149729"/>
                  </a:lnTo>
                  <a:lnTo>
                    <a:pt x="3002619" y="149549"/>
                  </a:lnTo>
                  <a:lnTo>
                    <a:pt x="3003691" y="149368"/>
                  </a:lnTo>
                  <a:lnTo>
                    <a:pt x="3004763" y="149188"/>
                  </a:lnTo>
                  <a:lnTo>
                    <a:pt x="3005834" y="149007"/>
                  </a:lnTo>
                  <a:lnTo>
                    <a:pt x="3006906" y="148827"/>
                  </a:lnTo>
                  <a:lnTo>
                    <a:pt x="3007977" y="148646"/>
                  </a:lnTo>
                  <a:lnTo>
                    <a:pt x="3009049" y="148466"/>
                  </a:lnTo>
                  <a:lnTo>
                    <a:pt x="3010121" y="148285"/>
                  </a:lnTo>
                  <a:lnTo>
                    <a:pt x="3011192" y="148105"/>
                  </a:lnTo>
                  <a:lnTo>
                    <a:pt x="3012264" y="147924"/>
                  </a:lnTo>
                  <a:lnTo>
                    <a:pt x="3013335" y="147744"/>
                  </a:lnTo>
                  <a:lnTo>
                    <a:pt x="3014407" y="147563"/>
                  </a:lnTo>
                  <a:lnTo>
                    <a:pt x="3015479" y="147383"/>
                  </a:lnTo>
                  <a:lnTo>
                    <a:pt x="3016550" y="147202"/>
                  </a:lnTo>
                  <a:lnTo>
                    <a:pt x="3017622" y="147022"/>
                  </a:lnTo>
                  <a:lnTo>
                    <a:pt x="3018693" y="146841"/>
                  </a:lnTo>
                  <a:lnTo>
                    <a:pt x="3019765" y="146660"/>
                  </a:lnTo>
                  <a:lnTo>
                    <a:pt x="3020836" y="146480"/>
                  </a:lnTo>
                  <a:lnTo>
                    <a:pt x="3021908" y="146299"/>
                  </a:lnTo>
                  <a:lnTo>
                    <a:pt x="3022980" y="146119"/>
                  </a:lnTo>
                  <a:lnTo>
                    <a:pt x="3024051" y="145938"/>
                  </a:lnTo>
                  <a:lnTo>
                    <a:pt x="3025123" y="145757"/>
                  </a:lnTo>
                  <a:lnTo>
                    <a:pt x="3026194" y="145576"/>
                  </a:lnTo>
                  <a:lnTo>
                    <a:pt x="3027266" y="145396"/>
                  </a:lnTo>
                  <a:lnTo>
                    <a:pt x="3028338" y="145215"/>
                  </a:lnTo>
                  <a:lnTo>
                    <a:pt x="3029409" y="145034"/>
                  </a:lnTo>
                  <a:lnTo>
                    <a:pt x="3030481" y="144853"/>
                  </a:lnTo>
                  <a:lnTo>
                    <a:pt x="3031552" y="144673"/>
                  </a:lnTo>
                  <a:lnTo>
                    <a:pt x="3032624" y="144492"/>
                  </a:lnTo>
                  <a:lnTo>
                    <a:pt x="3033696" y="144311"/>
                  </a:lnTo>
                  <a:lnTo>
                    <a:pt x="3034767" y="144130"/>
                  </a:lnTo>
                  <a:lnTo>
                    <a:pt x="3035839" y="143949"/>
                  </a:lnTo>
                  <a:lnTo>
                    <a:pt x="3036910" y="143768"/>
                  </a:lnTo>
                  <a:lnTo>
                    <a:pt x="3037982" y="143587"/>
                  </a:lnTo>
                  <a:lnTo>
                    <a:pt x="3039054" y="143406"/>
                  </a:lnTo>
                  <a:lnTo>
                    <a:pt x="3040125" y="143226"/>
                  </a:lnTo>
                  <a:lnTo>
                    <a:pt x="3041197" y="143045"/>
                  </a:lnTo>
                  <a:lnTo>
                    <a:pt x="3042268" y="142864"/>
                  </a:lnTo>
                  <a:lnTo>
                    <a:pt x="3043340" y="142683"/>
                  </a:lnTo>
                  <a:lnTo>
                    <a:pt x="3044412" y="142502"/>
                  </a:lnTo>
                  <a:lnTo>
                    <a:pt x="3045483" y="142321"/>
                  </a:lnTo>
                  <a:lnTo>
                    <a:pt x="3046555" y="142139"/>
                  </a:lnTo>
                  <a:lnTo>
                    <a:pt x="3047626" y="141958"/>
                  </a:lnTo>
                  <a:lnTo>
                    <a:pt x="3048698" y="141777"/>
                  </a:lnTo>
                  <a:lnTo>
                    <a:pt x="3049770" y="141596"/>
                  </a:lnTo>
                  <a:lnTo>
                    <a:pt x="3050841" y="141415"/>
                  </a:lnTo>
                  <a:lnTo>
                    <a:pt x="3051913" y="141234"/>
                  </a:lnTo>
                  <a:lnTo>
                    <a:pt x="3052984" y="141053"/>
                  </a:lnTo>
                  <a:lnTo>
                    <a:pt x="3054056" y="140872"/>
                  </a:lnTo>
                  <a:lnTo>
                    <a:pt x="3055128" y="140690"/>
                  </a:lnTo>
                  <a:lnTo>
                    <a:pt x="3056199" y="140509"/>
                  </a:lnTo>
                  <a:lnTo>
                    <a:pt x="3057271" y="140328"/>
                  </a:lnTo>
                  <a:lnTo>
                    <a:pt x="3058342" y="140147"/>
                  </a:lnTo>
                  <a:lnTo>
                    <a:pt x="3059414" y="139965"/>
                  </a:lnTo>
                  <a:lnTo>
                    <a:pt x="3060486" y="139784"/>
                  </a:lnTo>
                  <a:lnTo>
                    <a:pt x="3061557" y="139603"/>
                  </a:lnTo>
                  <a:lnTo>
                    <a:pt x="3062629" y="139422"/>
                  </a:lnTo>
                  <a:lnTo>
                    <a:pt x="3063700" y="139240"/>
                  </a:lnTo>
                  <a:lnTo>
                    <a:pt x="3064772" y="139059"/>
                  </a:lnTo>
                  <a:lnTo>
                    <a:pt x="3065844" y="138877"/>
                  </a:lnTo>
                  <a:lnTo>
                    <a:pt x="3066915" y="138696"/>
                  </a:lnTo>
                  <a:lnTo>
                    <a:pt x="3067987" y="138515"/>
                  </a:lnTo>
                  <a:lnTo>
                    <a:pt x="3069058" y="138333"/>
                  </a:lnTo>
                  <a:lnTo>
                    <a:pt x="3070130" y="138152"/>
                  </a:lnTo>
                  <a:lnTo>
                    <a:pt x="3071202" y="137970"/>
                  </a:lnTo>
                  <a:lnTo>
                    <a:pt x="3072273" y="137789"/>
                  </a:lnTo>
                  <a:lnTo>
                    <a:pt x="3073345" y="137607"/>
                  </a:lnTo>
                  <a:lnTo>
                    <a:pt x="3074416" y="137426"/>
                  </a:lnTo>
                  <a:lnTo>
                    <a:pt x="3075488" y="137244"/>
                  </a:lnTo>
                  <a:lnTo>
                    <a:pt x="3076560" y="137063"/>
                  </a:lnTo>
                  <a:lnTo>
                    <a:pt x="3077631" y="136881"/>
                  </a:lnTo>
                  <a:lnTo>
                    <a:pt x="3078703" y="136699"/>
                  </a:lnTo>
                  <a:lnTo>
                    <a:pt x="3079774" y="136518"/>
                  </a:lnTo>
                  <a:lnTo>
                    <a:pt x="3080846" y="136336"/>
                  </a:lnTo>
                  <a:lnTo>
                    <a:pt x="3081918" y="136155"/>
                  </a:lnTo>
                  <a:lnTo>
                    <a:pt x="3082989" y="135973"/>
                  </a:lnTo>
                  <a:lnTo>
                    <a:pt x="3084061" y="135791"/>
                  </a:lnTo>
                  <a:lnTo>
                    <a:pt x="3085132" y="135610"/>
                  </a:lnTo>
                  <a:lnTo>
                    <a:pt x="3086204" y="135428"/>
                  </a:lnTo>
                  <a:lnTo>
                    <a:pt x="3087276" y="135246"/>
                  </a:lnTo>
                  <a:lnTo>
                    <a:pt x="3088347" y="135064"/>
                  </a:lnTo>
                  <a:lnTo>
                    <a:pt x="3089419" y="134883"/>
                  </a:lnTo>
                  <a:lnTo>
                    <a:pt x="3090490" y="134701"/>
                  </a:lnTo>
                  <a:lnTo>
                    <a:pt x="3091562" y="134519"/>
                  </a:lnTo>
                  <a:lnTo>
                    <a:pt x="3092634" y="134337"/>
                  </a:lnTo>
                  <a:lnTo>
                    <a:pt x="3093705" y="134155"/>
                  </a:lnTo>
                  <a:lnTo>
                    <a:pt x="3094777" y="133973"/>
                  </a:lnTo>
                  <a:lnTo>
                    <a:pt x="3095848" y="133792"/>
                  </a:lnTo>
                  <a:lnTo>
                    <a:pt x="3096920" y="133610"/>
                  </a:lnTo>
                  <a:lnTo>
                    <a:pt x="3097992" y="133428"/>
                  </a:lnTo>
                  <a:lnTo>
                    <a:pt x="3099063" y="133246"/>
                  </a:lnTo>
                  <a:lnTo>
                    <a:pt x="3100135" y="133064"/>
                  </a:lnTo>
                  <a:lnTo>
                    <a:pt x="3101206" y="132882"/>
                  </a:lnTo>
                  <a:lnTo>
                    <a:pt x="3102278" y="132700"/>
                  </a:lnTo>
                  <a:lnTo>
                    <a:pt x="3103350" y="132518"/>
                  </a:lnTo>
                  <a:lnTo>
                    <a:pt x="3104421" y="132336"/>
                  </a:lnTo>
                  <a:lnTo>
                    <a:pt x="3105493" y="132154"/>
                  </a:lnTo>
                  <a:lnTo>
                    <a:pt x="3106564" y="131972"/>
                  </a:lnTo>
                  <a:lnTo>
                    <a:pt x="3107636" y="131790"/>
                  </a:lnTo>
                  <a:lnTo>
                    <a:pt x="3108708" y="131608"/>
                  </a:lnTo>
                  <a:lnTo>
                    <a:pt x="3109779" y="131425"/>
                  </a:lnTo>
                  <a:lnTo>
                    <a:pt x="3110851" y="131243"/>
                  </a:lnTo>
                  <a:lnTo>
                    <a:pt x="3111922" y="131061"/>
                  </a:lnTo>
                  <a:lnTo>
                    <a:pt x="3112994" y="130879"/>
                  </a:lnTo>
                  <a:lnTo>
                    <a:pt x="3114066" y="130697"/>
                  </a:lnTo>
                  <a:lnTo>
                    <a:pt x="3115137" y="130515"/>
                  </a:lnTo>
                  <a:lnTo>
                    <a:pt x="3116209" y="130332"/>
                  </a:lnTo>
                  <a:lnTo>
                    <a:pt x="3117280" y="130150"/>
                  </a:lnTo>
                  <a:lnTo>
                    <a:pt x="3118352" y="129968"/>
                  </a:lnTo>
                  <a:lnTo>
                    <a:pt x="3119424" y="129786"/>
                  </a:lnTo>
                  <a:lnTo>
                    <a:pt x="3120495" y="129603"/>
                  </a:lnTo>
                  <a:lnTo>
                    <a:pt x="3121567" y="129421"/>
                  </a:lnTo>
                  <a:lnTo>
                    <a:pt x="3122638" y="129239"/>
                  </a:lnTo>
                  <a:lnTo>
                    <a:pt x="3123710" y="129056"/>
                  </a:lnTo>
                  <a:lnTo>
                    <a:pt x="3124782" y="128874"/>
                  </a:lnTo>
                  <a:lnTo>
                    <a:pt x="3125853" y="128692"/>
                  </a:lnTo>
                  <a:lnTo>
                    <a:pt x="3126925" y="128509"/>
                  </a:lnTo>
                  <a:lnTo>
                    <a:pt x="3127996" y="128327"/>
                  </a:lnTo>
                  <a:lnTo>
                    <a:pt x="3129068" y="128144"/>
                  </a:lnTo>
                  <a:lnTo>
                    <a:pt x="3130140" y="127962"/>
                  </a:lnTo>
                  <a:lnTo>
                    <a:pt x="3131211" y="127779"/>
                  </a:lnTo>
                  <a:lnTo>
                    <a:pt x="3132283" y="127597"/>
                  </a:lnTo>
                  <a:lnTo>
                    <a:pt x="3133354" y="127414"/>
                  </a:lnTo>
                  <a:lnTo>
                    <a:pt x="3134426" y="127232"/>
                  </a:lnTo>
                  <a:lnTo>
                    <a:pt x="3135498" y="127049"/>
                  </a:lnTo>
                  <a:lnTo>
                    <a:pt x="3136569" y="126867"/>
                  </a:lnTo>
                  <a:lnTo>
                    <a:pt x="3137641" y="126684"/>
                  </a:lnTo>
                  <a:lnTo>
                    <a:pt x="3138712" y="126501"/>
                  </a:lnTo>
                  <a:lnTo>
                    <a:pt x="3139784" y="126319"/>
                  </a:lnTo>
                  <a:lnTo>
                    <a:pt x="3140856" y="126136"/>
                  </a:lnTo>
                  <a:lnTo>
                    <a:pt x="3141927" y="125954"/>
                  </a:lnTo>
                  <a:lnTo>
                    <a:pt x="3142999" y="125771"/>
                  </a:lnTo>
                  <a:lnTo>
                    <a:pt x="3144070" y="125588"/>
                  </a:lnTo>
                  <a:lnTo>
                    <a:pt x="3145142" y="125405"/>
                  </a:lnTo>
                  <a:lnTo>
                    <a:pt x="3146214" y="125223"/>
                  </a:lnTo>
                  <a:lnTo>
                    <a:pt x="3147285" y="125040"/>
                  </a:lnTo>
                  <a:lnTo>
                    <a:pt x="3148357" y="124857"/>
                  </a:lnTo>
                  <a:lnTo>
                    <a:pt x="3149428" y="124674"/>
                  </a:lnTo>
                  <a:lnTo>
                    <a:pt x="3150500" y="124492"/>
                  </a:lnTo>
                  <a:lnTo>
                    <a:pt x="3151572" y="124309"/>
                  </a:lnTo>
                  <a:lnTo>
                    <a:pt x="3152643" y="124126"/>
                  </a:lnTo>
                  <a:lnTo>
                    <a:pt x="3153715" y="123943"/>
                  </a:lnTo>
                  <a:lnTo>
                    <a:pt x="3154786" y="123760"/>
                  </a:lnTo>
                  <a:lnTo>
                    <a:pt x="3155858" y="123577"/>
                  </a:lnTo>
                  <a:lnTo>
                    <a:pt x="3156930" y="123394"/>
                  </a:lnTo>
                  <a:lnTo>
                    <a:pt x="3158001" y="123212"/>
                  </a:lnTo>
                  <a:lnTo>
                    <a:pt x="3159073" y="123029"/>
                  </a:lnTo>
                  <a:lnTo>
                    <a:pt x="3160144" y="122846"/>
                  </a:lnTo>
                  <a:lnTo>
                    <a:pt x="3161216" y="122663"/>
                  </a:lnTo>
                  <a:lnTo>
                    <a:pt x="3162288" y="122480"/>
                  </a:lnTo>
                  <a:lnTo>
                    <a:pt x="3163359" y="122297"/>
                  </a:lnTo>
                  <a:lnTo>
                    <a:pt x="3164431" y="122114"/>
                  </a:lnTo>
                  <a:lnTo>
                    <a:pt x="3165502" y="121930"/>
                  </a:lnTo>
                  <a:lnTo>
                    <a:pt x="3166574" y="121747"/>
                  </a:lnTo>
                  <a:lnTo>
                    <a:pt x="3167646" y="121564"/>
                  </a:lnTo>
                  <a:lnTo>
                    <a:pt x="3168717" y="121381"/>
                  </a:lnTo>
                  <a:lnTo>
                    <a:pt x="3169789" y="121198"/>
                  </a:lnTo>
                  <a:lnTo>
                    <a:pt x="3170860" y="121015"/>
                  </a:lnTo>
                  <a:lnTo>
                    <a:pt x="3171932" y="120832"/>
                  </a:lnTo>
                  <a:lnTo>
                    <a:pt x="3173004" y="120649"/>
                  </a:lnTo>
                  <a:lnTo>
                    <a:pt x="3174075" y="120465"/>
                  </a:lnTo>
                  <a:lnTo>
                    <a:pt x="3175147" y="120282"/>
                  </a:lnTo>
                  <a:lnTo>
                    <a:pt x="3176218" y="120099"/>
                  </a:lnTo>
                  <a:lnTo>
                    <a:pt x="3177290" y="119916"/>
                  </a:lnTo>
                  <a:lnTo>
                    <a:pt x="3178362" y="119732"/>
                  </a:lnTo>
                  <a:lnTo>
                    <a:pt x="3179433" y="119549"/>
                  </a:lnTo>
                  <a:lnTo>
                    <a:pt x="3180505" y="119366"/>
                  </a:lnTo>
                  <a:lnTo>
                    <a:pt x="3181576" y="119182"/>
                  </a:lnTo>
                  <a:lnTo>
                    <a:pt x="3182648" y="118999"/>
                  </a:lnTo>
                  <a:lnTo>
                    <a:pt x="3183720" y="118816"/>
                  </a:lnTo>
                  <a:lnTo>
                    <a:pt x="3184791" y="118632"/>
                  </a:lnTo>
                  <a:lnTo>
                    <a:pt x="3185863" y="118449"/>
                  </a:lnTo>
                  <a:lnTo>
                    <a:pt x="3186934" y="118266"/>
                  </a:lnTo>
                  <a:lnTo>
                    <a:pt x="3188006" y="118082"/>
                  </a:lnTo>
                  <a:lnTo>
                    <a:pt x="3189078" y="117899"/>
                  </a:lnTo>
                  <a:lnTo>
                    <a:pt x="3190149" y="117715"/>
                  </a:lnTo>
                  <a:lnTo>
                    <a:pt x="3191221" y="117532"/>
                  </a:lnTo>
                  <a:lnTo>
                    <a:pt x="3192292" y="117348"/>
                  </a:lnTo>
                  <a:lnTo>
                    <a:pt x="3193364" y="117165"/>
                  </a:lnTo>
                  <a:lnTo>
                    <a:pt x="3194436" y="116981"/>
                  </a:lnTo>
                  <a:lnTo>
                    <a:pt x="3195507" y="116798"/>
                  </a:lnTo>
                  <a:lnTo>
                    <a:pt x="3196579" y="116614"/>
                  </a:lnTo>
                  <a:lnTo>
                    <a:pt x="3197650" y="116430"/>
                  </a:lnTo>
                  <a:lnTo>
                    <a:pt x="3198722" y="116247"/>
                  </a:lnTo>
                  <a:lnTo>
                    <a:pt x="3199793" y="116063"/>
                  </a:lnTo>
                  <a:lnTo>
                    <a:pt x="3200865" y="115879"/>
                  </a:lnTo>
                  <a:lnTo>
                    <a:pt x="3201937" y="115696"/>
                  </a:lnTo>
                  <a:lnTo>
                    <a:pt x="3203008" y="115512"/>
                  </a:lnTo>
                  <a:lnTo>
                    <a:pt x="3204080" y="115328"/>
                  </a:lnTo>
                  <a:lnTo>
                    <a:pt x="3205151" y="115145"/>
                  </a:lnTo>
                  <a:lnTo>
                    <a:pt x="3206223" y="114961"/>
                  </a:lnTo>
                  <a:lnTo>
                    <a:pt x="3207295" y="114777"/>
                  </a:lnTo>
                  <a:lnTo>
                    <a:pt x="3208366" y="114593"/>
                  </a:lnTo>
                  <a:lnTo>
                    <a:pt x="3209438" y="114410"/>
                  </a:lnTo>
                  <a:lnTo>
                    <a:pt x="3210509" y="114226"/>
                  </a:lnTo>
                  <a:lnTo>
                    <a:pt x="3211581" y="114042"/>
                  </a:lnTo>
                  <a:lnTo>
                    <a:pt x="3212653" y="113858"/>
                  </a:lnTo>
                  <a:lnTo>
                    <a:pt x="3213724" y="113674"/>
                  </a:lnTo>
                  <a:lnTo>
                    <a:pt x="3214796" y="113490"/>
                  </a:lnTo>
                  <a:lnTo>
                    <a:pt x="3215867" y="113306"/>
                  </a:lnTo>
                  <a:lnTo>
                    <a:pt x="3216939" y="113122"/>
                  </a:lnTo>
                  <a:lnTo>
                    <a:pt x="3218011" y="112938"/>
                  </a:lnTo>
                  <a:lnTo>
                    <a:pt x="3219082" y="112754"/>
                  </a:lnTo>
                  <a:lnTo>
                    <a:pt x="3220154" y="112571"/>
                  </a:lnTo>
                  <a:lnTo>
                    <a:pt x="3221225" y="112387"/>
                  </a:lnTo>
                  <a:lnTo>
                    <a:pt x="3222297" y="112202"/>
                  </a:lnTo>
                  <a:lnTo>
                    <a:pt x="3223369" y="112018"/>
                  </a:lnTo>
                  <a:lnTo>
                    <a:pt x="3224440" y="111834"/>
                  </a:lnTo>
                  <a:lnTo>
                    <a:pt x="3225512" y="111650"/>
                  </a:lnTo>
                  <a:lnTo>
                    <a:pt x="3226583" y="111466"/>
                  </a:lnTo>
                  <a:lnTo>
                    <a:pt x="3227655" y="111282"/>
                  </a:lnTo>
                  <a:lnTo>
                    <a:pt x="3228727" y="111098"/>
                  </a:lnTo>
                  <a:lnTo>
                    <a:pt x="3229798" y="110914"/>
                  </a:lnTo>
                  <a:lnTo>
                    <a:pt x="3230870" y="110730"/>
                  </a:lnTo>
                  <a:lnTo>
                    <a:pt x="3231941" y="110545"/>
                  </a:lnTo>
                  <a:lnTo>
                    <a:pt x="3233013" y="110361"/>
                  </a:lnTo>
                  <a:lnTo>
                    <a:pt x="3234085" y="110177"/>
                  </a:lnTo>
                  <a:lnTo>
                    <a:pt x="3235156" y="109993"/>
                  </a:lnTo>
                  <a:lnTo>
                    <a:pt x="3236228" y="109809"/>
                  </a:lnTo>
                  <a:lnTo>
                    <a:pt x="3237299" y="109624"/>
                  </a:lnTo>
                  <a:lnTo>
                    <a:pt x="3238371" y="109440"/>
                  </a:lnTo>
                  <a:lnTo>
                    <a:pt x="3239443" y="109256"/>
                  </a:lnTo>
                  <a:lnTo>
                    <a:pt x="3240514" y="109071"/>
                  </a:lnTo>
                  <a:lnTo>
                    <a:pt x="3241586" y="108887"/>
                  </a:lnTo>
                  <a:lnTo>
                    <a:pt x="3242657" y="108703"/>
                  </a:lnTo>
                  <a:lnTo>
                    <a:pt x="3243729" y="108518"/>
                  </a:lnTo>
                  <a:lnTo>
                    <a:pt x="3244801" y="108334"/>
                  </a:lnTo>
                  <a:lnTo>
                    <a:pt x="3245872" y="108149"/>
                  </a:lnTo>
                  <a:lnTo>
                    <a:pt x="3246944" y="107965"/>
                  </a:lnTo>
                  <a:lnTo>
                    <a:pt x="3248015" y="107781"/>
                  </a:lnTo>
                  <a:lnTo>
                    <a:pt x="3249087" y="107596"/>
                  </a:lnTo>
                  <a:lnTo>
                    <a:pt x="3250159" y="107412"/>
                  </a:lnTo>
                  <a:lnTo>
                    <a:pt x="3251230" y="107227"/>
                  </a:lnTo>
                  <a:lnTo>
                    <a:pt x="3252302" y="107043"/>
                  </a:lnTo>
                  <a:lnTo>
                    <a:pt x="3253373" y="106858"/>
                  </a:lnTo>
                  <a:lnTo>
                    <a:pt x="3254445" y="106673"/>
                  </a:lnTo>
                  <a:lnTo>
                    <a:pt x="3255517" y="106489"/>
                  </a:lnTo>
                  <a:lnTo>
                    <a:pt x="3256588" y="106304"/>
                  </a:lnTo>
                  <a:lnTo>
                    <a:pt x="3257660" y="106120"/>
                  </a:lnTo>
                  <a:lnTo>
                    <a:pt x="3258731" y="105935"/>
                  </a:lnTo>
                  <a:lnTo>
                    <a:pt x="3259803" y="105750"/>
                  </a:lnTo>
                  <a:lnTo>
                    <a:pt x="3260875" y="105566"/>
                  </a:lnTo>
                  <a:lnTo>
                    <a:pt x="3261946" y="105381"/>
                  </a:lnTo>
                  <a:lnTo>
                    <a:pt x="3263018" y="105196"/>
                  </a:lnTo>
                  <a:lnTo>
                    <a:pt x="3264089" y="105011"/>
                  </a:lnTo>
                  <a:lnTo>
                    <a:pt x="3265161" y="104827"/>
                  </a:lnTo>
                  <a:lnTo>
                    <a:pt x="3266233" y="104642"/>
                  </a:lnTo>
                  <a:lnTo>
                    <a:pt x="3267304" y="104457"/>
                  </a:lnTo>
                  <a:lnTo>
                    <a:pt x="3268376" y="104272"/>
                  </a:lnTo>
                  <a:lnTo>
                    <a:pt x="3269447" y="104088"/>
                  </a:lnTo>
                  <a:lnTo>
                    <a:pt x="3270519" y="103903"/>
                  </a:lnTo>
                  <a:lnTo>
                    <a:pt x="3271591" y="103718"/>
                  </a:lnTo>
                  <a:lnTo>
                    <a:pt x="3272662" y="103533"/>
                  </a:lnTo>
                  <a:lnTo>
                    <a:pt x="3273734" y="103348"/>
                  </a:lnTo>
                  <a:lnTo>
                    <a:pt x="3274805" y="103163"/>
                  </a:lnTo>
                  <a:lnTo>
                    <a:pt x="3275877" y="102978"/>
                  </a:lnTo>
                  <a:lnTo>
                    <a:pt x="3276949" y="102793"/>
                  </a:lnTo>
                  <a:lnTo>
                    <a:pt x="3278020" y="102608"/>
                  </a:lnTo>
                  <a:lnTo>
                    <a:pt x="3279092" y="102423"/>
                  </a:lnTo>
                  <a:lnTo>
                    <a:pt x="3280163" y="102238"/>
                  </a:lnTo>
                  <a:lnTo>
                    <a:pt x="3281235" y="102053"/>
                  </a:lnTo>
                  <a:lnTo>
                    <a:pt x="3282307" y="101868"/>
                  </a:lnTo>
                  <a:lnTo>
                    <a:pt x="3283378" y="101683"/>
                  </a:lnTo>
                  <a:lnTo>
                    <a:pt x="3284450" y="101498"/>
                  </a:lnTo>
                  <a:lnTo>
                    <a:pt x="3285521" y="101313"/>
                  </a:lnTo>
                  <a:lnTo>
                    <a:pt x="3286593" y="101128"/>
                  </a:lnTo>
                  <a:lnTo>
                    <a:pt x="3287665" y="100943"/>
                  </a:lnTo>
                  <a:lnTo>
                    <a:pt x="3288736" y="100758"/>
                  </a:lnTo>
                  <a:lnTo>
                    <a:pt x="3289808" y="100572"/>
                  </a:lnTo>
                  <a:lnTo>
                    <a:pt x="3290879" y="100387"/>
                  </a:lnTo>
                  <a:lnTo>
                    <a:pt x="3291951" y="100202"/>
                  </a:lnTo>
                  <a:lnTo>
                    <a:pt x="3293023" y="100017"/>
                  </a:lnTo>
                  <a:lnTo>
                    <a:pt x="3294094" y="99832"/>
                  </a:lnTo>
                  <a:lnTo>
                    <a:pt x="3295166" y="99646"/>
                  </a:lnTo>
                  <a:lnTo>
                    <a:pt x="3296237" y="99461"/>
                  </a:lnTo>
                  <a:lnTo>
                    <a:pt x="3297309" y="99276"/>
                  </a:lnTo>
                  <a:lnTo>
                    <a:pt x="3298381" y="99090"/>
                  </a:lnTo>
                  <a:lnTo>
                    <a:pt x="3299452" y="98905"/>
                  </a:lnTo>
                  <a:lnTo>
                    <a:pt x="3300524" y="98720"/>
                  </a:lnTo>
                  <a:lnTo>
                    <a:pt x="3301595" y="98534"/>
                  </a:lnTo>
                  <a:lnTo>
                    <a:pt x="3302667" y="98349"/>
                  </a:lnTo>
                  <a:lnTo>
                    <a:pt x="3303739" y="98163"/>
                  </a:lnTo>
                  <a:lnTo>
                    <a:pt x="3304810" y="97978"/>
                  </a:lnTo>
                  <a:lnTo>
                    <a:pt x="3305882" y="97793"/>
                  </a:lnTo>
                  <a:lnTo>
                    <a:pt x="3306953" y="97607"/>
                  </a:lnTo>
                  <a:lnTo>
                    <a:pt x="3308025" y="97422"/>
                  </a:lnTo>
                  <a:lnTo>
                    <a:pt x="3309097" y="97236"/>
                  </a:lnTo>
                  <a:lnTo>
                    <a:pt x="3310168" y="97051"/>
                  </a:lnTo>
                  <a:lnTo>
                    <a:pt x="3311240" y="96865"/>
                  </a:lnTo>
                  <a:lnTo>
                    <a:pt x="3312311" y="96680"/>
                  </a:lnTo>
                  <a:lnTo>
                    <a:pt x="3313383" y="96494"/>
                  </a:lnTo>
                  <a:lnTo>
                    <a:pt x="3314455" y="96308"/>
                  </a:lnTo>
                  <a:lnTo>
                    <a:pt x="3315526" y="96123"/>
                  </a:lnTo>
                  <a:lnTo>
                    <a:pt x="3316598" y="95937"/>
                  </a:lnTo>
                  <a:lnTo>
                    <a:pt x="3317669" y="95751"/>
                  </a:lnTo>
                  <a:lnTo>
                    <a:pt x="3318741" y="95566"/>
                  </a:lnTo>
                  <a:lnTo>
                    <a:pt x="3319813" y="95380"/>
                  </a:lnTo>
                  <a:lnTo>
                    <a:pt x="3320884" y="95194"/>
                  </a:lnTo>
                  <a:lnTo>
                    <a:pt x="3321956" y="95009"/>
                  </a:lnTo>
                  <a:lnTo>
                    <a:pt x="3323027" y="94823"/>
                  </a:lnTo>
                  <a:lnTo>
                    <a:pt x="3324099" y="94637"/>
                  </a:lnTo>
                  <a:lnTo>
                    <a:pt x="3325171" y="94451"/>
                  </a:lnTo>
                  <a:lnTo>
                    <a:pt x="3326242" y="94266"/>
                  </a:lnTo>
                  <a:lnTo>
                    <a:pt x="3327314" y="94080"/>
                  </a:lnTo>
                  <a:lnTo>
                    <a:pt x="3328385" y="93894"/>
                  </a:lnTo>
                  <a:lnTo>
                    <a:pt x="3329457" y="93708"/>
                  </a:lnTo>
                  <a:lnTo>
                    <a:pt x="3330529" y="93522"/>
                  </a:lnTo>
                  <a:lnTo>
                    <a:pt x="3331600" y="93336"/>
                  </a:lnTo>
                  <a:lnTo>
                    <a:pt x="3332672" y="93150"/>
                  </a:lnTo>
                  <a:lnTo>
                    <a:pt x="3333743" y="92965"/>
                  </a:lnTo>
                  <a:lnTo>
                    <a:pt x="3334815" y="92779"/>
                  </a:lnTo>
                  <a:lnTo>
                    <a:pt x="3335887" y="92593"/>
                  </a:lnTo>
                  <a:lnTo>
                    <a:pt x="3336958" y="92407"/>
                  </a:lnTo>
                  <a:lnTo>
                    <a:pt x="3338030" y="92221"/>
                  </a:lnTo>
                  <a:lnTo>
                    <a:pt x="3339101" y="92035"/>
                  </a:lnTo>
                  <a:lnTo>
                    <a:pt x="3340173" y="91849"/>
                  </a:lnTo>
                  <a:lnTo>
                    <a:pt x="3341245" y="91663"/>
                  </a:lnTo>
                  <a:lnTo>
                    <a:pt x="3342316" y="91476"/>
                  </a:lnTo>
                  <a:lnTo>
                    <a:pt x="3343388" y="91290"/>
                  </a:lnTo>
                  <a:lnTo>
                    <a:pt x="3344459" y="91104"/>
                  </a:lnTo>
                  <a:lnTo>
                    <a:pt x="3345531" y="90918"/>
                  </a:lnTo>
                  <a:lnTo>
                    <a:pt x="3346603" y="90732"/>
                  </a:lnTo>
                  <a:lnTo>
                    <a:pt x="3347674" y="90546"/>
                  </a:lnTo>
                  <a:lnTo>
                    <a:pt x="3348746" y="90360"/>
                  </a:lnTo>
                  <a:lnTo>
                    <a:pt x="3349817" y="90173"/>
                  </a:lnTo>
                  <a:lnTo>
                    <a:pt x="3350889" y="89987"/>
                  </a:lnTo>
                  <a:lnTo>
                    <a:pt x="3351961" y="89801"/>
                  </a:lnTo>
                  <a:lnTo>
                    <a:pt x="3353032" y="89615"/>
                  </a:lnTo>
                  <a:lnTo>
                    <a:pt x="3354104" y="89428"/>
                  </a:lnTo>
                  <a:lnTo>
                    <a:pt x="3355175" y="89242"/>
                  </a:lnTo>
                  <a:lnTo>
                    <a:pt x="3356247" y="89056"/>
                  </a:lnTo>
                  <a:lnTo>
                    <a:pt x="3357319" y="88869"/>
                  </a:lnTo>
                  <a:lnTo>
                    <a:pt x="3358390" y="88683"/>
                  </a:lnTo>
                  <a:lnTo>
                    <a:pt x="3359462" y="88497"/>
                  </a:lnTo>
                  <a:lnTo>
                    <a:pt x="3360533" y="88310"/>
                  </a:lnTo>
                  <a:lnTo>
                    <a:pt x="3361605" y="88124"/>
                  </a:lnTo>
                  <a:lnTo>
                    <a:pt x="3362677" y="87938"/>
                  </a:lnTo>
                  <a:lnTo>
                    <a:pt x="3363748" y="87751"/>
                  </a:lnTo>
                  <a:lnTo>
                    <a:pt x="3364820" y="87565"/>
                  </a:lnTo>
                  <a:lnTo>
                    <a:pt x="3365891" y="87378"/>
                  </a:lnTo>
                  <a:lnTo>
                    <a:pt x="3366963" y="87192"/>
                  </a:lnTo>
                  <a:lnTo>
                    <a:pt x="3368035" y="87005"/>
                  </a:lnTo>
                  <a:lnTo>
                    <a:pt x="3369106" y="86819"/>
                  </a:lnTo>
                  <a:lnTo>
                    <a:pt x="3370178" y="86632"/>
                  </a:lnTo>
                  <a:lnTo>
                    <a:pt x="3371249" y="86445"/>
                  </a:lnTo>
                  <a:lnTo>
                    <a:pt x="3372321" y="86259"/>
                  </a:lnTo>
                  <a:lnTo>
                    <a:pt x="3373392" y="86072"/>
                  </a:lnTo>
                  <a:lnTo>
                    <a:pt x="3374464" y="85886"/>
                  </a:lnTo>
                  <a:lnTo>
                    <a:pt x="3375536" y="85699"/>
                  </a:lnTo>
                  <a:lnTo>
                    <a:pt x="3376607" y="85512"/>
                  </a:lnTo>
                  <a:lnTo>
                    <a:pt x="3377679" y="85326"/>
                  </a:lnTo>
                  <a:lnTo>
                    <a:pt x="3378750" y="85139"/>
                  </a:lnTo>
                  <a:lnTo>
                    <a:pt x="3379822" y="84952"/>
                  </a:lnTo>
                  <a:lnTo>
                    <a:pt x="3380894" y="84766"/>
                  </a:lnTo>
                  <a:lnTo>
                    <a:pt x="3381965" y="84579"/>
                  </a:lnTo>
                  <a:lnTo>
                    <a:pt x="3383037" y="84392"/>
                  </a:lnTo>
                  <a:lnTo>
                    <a:pt x="3384108" y="84205"/>
                  </a:lnTo>
                  <a:lnTo>
                    <a:pt x="3385180" y="84018"/>
                  </a:lnTo>
                  <a:lnTo>
                    <a:pt x="3386252" y="83832"/>
                  </a:lnTo>
                  <a:lnTo>
                    <a:pt x="3387323" y="83645"/>
                  </a:lnTo>
                  <a:lnTo>
                    <a:pt x="3388395" y="83458"/>
                  </a:lnTo>
                  <a:lnTo>
                    <a:pt x="3389466" y="83271"/>
                  </a:lnTo>
                  <a:lnTo>
                    <a:pt x="3390538" y="83084"/>
                  </a:lnTo>
                  <a:lnTo>
                    <a:pt x="3391610" y="82897"/>
                  </a:lnTo>
                  <a:lnTo>
                    <a:pt x="3392681" y="82710"/>
                  </a:lnTo>
                  <a:lnTo>
                    <a:pt x="3393753" y="82523"/>
                  </a:lnTo>
                  <a:lnTo>
                    <a:pt x="3394824" y="82336"/>
                  </a:lnTo>
                  <a:lnTo>
                    <a:pt x="3395896" y="82149"/>
                  </a:lnTo>
                  <a:lnTo>
                    <a:pt x="3396968" y="81962"/>
                  </a:lnTo>
                  <a:lnTo>
                    <a:pt x="3398039" y="81775"/>
                  </a:lnTo>
                  <a:lnTo>
                    <a:pt x="3399111" y="81588"/>
                  </a:lnTo>
                  <a:lnTo>
                    <a:pt x="3400182" y="81401"/>
                  </a:lnTo>
                  <a:lnTo>
                    <a:pt x="3401254" y="81214"/>
                  </a:lnTo>
                  <a:lnTo>
                    <a:pt x="3402326" y="81027"/>
                  </a:lnTo>
                  <a:lnTo>
                    <a:pt x="3403397" y="80840"/>
                  </a:lnTo>
                  <a:lnTo>
                    <a:pt x="3404469" y="80653"/>
                  </a:lnTo>
                  <a:lnTo>
                    <a:pt x="3405540" y="80465"/>
                  </a:lnTo>
                  <a:lnTo>
                    <a:pt x="3406612" y="80278"/>
                  </a:lnTo>
                  <a:lnTo>
                    <a:pt x="3407684" y="80091"/>
                  </a:lnTo>
                  <a:lnTo>
                    <a:pt x="3408755" y="79904"/>
                  </a:lnTo>
                  <a:lnTo>
                    <a:pt x="3409827" y="79717"/>
                  </a:lnTo>
                  <a:lnTo>
                    <a:pt x="3410898" y="79529"/>
                  </a:lnTo>
                  <a:lnTo>
                    <a:pt x="3411970" y="79342"/>
                  </a:lnTo>
                  <a:lnTo>
                    <a:pt x="3413042" y="79155"/>
                  </a:lnTo>
                  <a:lnTo>
                    <a:pt x="3414113" y="78967"/>
                  </a:lnTo>
                  <a:lnTo>
                    <a:pt x="3415185" y="78780"/>
                  </a:lnTo>
                  <a:lnTo>
                    <a:pt x="3416256" y="78593"/>
                  </a:lnTo>
                  <a:lnTo>
                    <a:pt x="3417328" y="78405"/>
                  </a:lnTo>
                  <a:lnTo>
                    <a:pt x="3418400" y="78218"/>
                  </a:lnTo>
                  <a:lnTo>
                    <a:pt x="3419471" y="78031"/>
                  </a:lnTo>
                  <a:lnTo>
                    <a:pt x="3420543" y="77843"/>
                  </a:lnTo>
                  <a:lnTo>
                    <a:pt x="3421614" y="77656"/>
                  </a:lnTo>
                  <a:lnTo>
                    <a:pt x="3422686" y="77468"/>
                  </a:lnTo>
                  <a:lnTo>
                    <a:pt x="3423758" y="77281"/>
                  </a:lnTo>
                  <a:lnTo>
                    <a:pt x="3424829" y="77093"/>
                  </a:lnTo>
                  <a:lnTo>
                    <a:pt x="3425901" y="76906"/>
                  </a:lnTo>
                  <a:lnTo>
                    <a:pt x="3426972" y="76718"/>
                  </a:lnTo>
                  <a:lnTo>
                    <a:pt x="3428044" y="76531"/>
                  </a:lnTo>
                  <a:lnTo>
                    <a:pt x="3429116" y="76343"/>
                  </a:lnTo>
                  <a:lnTo>
                    <a:pt x="3430187" y="76156"/>
                  </a:lnTo>
                  <a:lnTo>
                    <a:pt x="3431259" y="75968"/>
                  </a:lnTo>
                  <a:lnTo>
                    <a:pt x="3432330" y="75780"/>
                  </a:lnTo>
                  <a:lnTo>
                    <a:pt x="3433402" y="75593"/>
                  </a:lnTo>
                  <a:lnTo>
                    <a:pt x="3434474" y="75405"/>
                  </a:lnTo>
                  <a:lnTo>
                    <a:pt x="3435545" y="75217"/>
                  </a:lnTo>
                  <a:lnTo>
                    <a:pt x="3436617" y="75030"/>
                  </a:lnTo>
                  <a:lnTo>
                    <a:pt x="3437688" y="74842"/>
                  </a:lnTo>
                  <a:lnTo>
                    <a:pt x="3438760" y="74654"/>
                  </a:lnTo>
                  <a:lnTo>
                    <a:pt x="3439832" y="74466"/>
                  </a:lnTo>
                  <a:lnTo>
                    <a:pt x="3440903" y="74279"/>
                  </a:lnTo>
                  <a:lnTo>
                    <a:pt x="3441975" y="74091"/>
                  </a:lnTo>
                  <a:lnTo>
                    <a:pt x="3443046" y="73903"/>
                  </a:lnTo>
                  <a:lnTo>
                    <a:pt x="3444118" y="73715"/>
                  </a:lnTo>
                  <a:lnTo>
                    <a:pt x="3445190" y="73527"/>
                  </a:lnTo>
                  <a:lnTo>
                    <a:pt x="3446261" y="73339"/>
                  </a:lnTo>
                  <a:lnTo>
                    <a:pt x="3447333" y="73152"/>
                  </a:lnTo>
                  <a:lnTo>
                    <a:pt x="3448404" y="72964"/>
                  </a:lnTo>
                  <a:lnTo>
                    <a:pt x="3449476" y="72776"/>
                  </a:lnTo>
                  <a:lnTo>
                    <a:pt x="3450548" y="72588"/>
                  </a:lnTo>
                  <a:lnTo>
                    <a:pt x="3451619" y="72400"/>
                  </a:lnTo>
                  <a:lnTo>
                    <a:pt x="3452691" y="72212"/>
                  </a:lnTo>
                  <a:lnTo>
                    <a:pt x="3453762" y="72024"/>
                  </a:lnTo>
                  <a:lnTo>
                    <a:pt x="3454834" y="71836"/>
                  </a:lnTo>
                  <a:lnTo>
                    <a:pt x="3455906" y="71648"/>
                  </a:lnTo>
                  <a:lnTo>
                    <a:pt x="3456977" y="71460"/>
                  </a:lnTo>
                  <a:lnTo>
                    <a:pt x="3458049" y="71272"/>
                  </a:lnTo>
                  <a:lnTo>
                    <a:pt x="3459120" y="71084"/>
                  </a:lnTo>
                  <a:lnTo>
                    <a:pt x="3460192" y="70895"/>
                  </a:lnTo>
                  <a:lnTo>
                    <a:pt x="3461264" y="70707"/>
                  </a:lnTo>
                  <a:lnTo>
                    <a:pt x="3462335" y="70519"/>
                  </a:lnTo>
                  <a:lnTo>
                    <a:pt x="3463407" y="70331"/>
                  </a:lnTo>
                  <a:lnTo>
                    <a:pt x="3464478" y="70143"/>
                  </a:lnTo>
                  <a:lnTo>
                    <a:pt x="3465550" y="69955"/>
                  </a:lnTo>
                  <a:lnTo>
                    <a:pt x="3466622" y="69766"/>
                  </a:lnTo>
                  <a:lnTo>
                    <a:pt x="3467693" y="69578"/>
                  </a:lnTo>
                  <a:lnTo>
                    <a:pt x="3468765" y="69390"/>
                  </a:lnTo>
                  <a:lnTo>
                    <a:pt x="3469836" y="69202"/>
                  </a:lnTo>
                  <a:lnTo>
                    <a:pt x="3470908" y="69013"/>
                  </a:lnTo>
                  <a:lnTo>
                    <a:pt x="3471980" y="68825"/>
                  </a:lnTo>
                  <a:lnTo>
                    <a:pt x="3473051" y="68637"/>
                  </a:lnTo>
                  <a:lnTo>
                    <a:pt x="3474123" y="68448"/>
                  </a:lnTo>
                  <a:lnTo>
                    <a:pt x="3475194" y="68260"/>
                  </a:lnTo>
                  <a:lnTo>
                    <a:pt x="3476266" y="68072"/>
                  </a:lnTo>
                  <a:lnTo>
                    <a:pt x="3477338" y="67883"/>
                  </a:lnTo>
                  <a:lnTo>
                    <a:pt x="3478409" y="67695"/>
                  </a:lnTo>
                  <a:lnTo>
                    <a:pt x="3479481" y="67506"/>
                  </a:lnTo>
                  <a:lnTo>
                    <a:pt x="3480552" y="67318"/>
                  </a:lnTo>
                  <a:lnTo>
                    <a:pt x="3481624" y="67129"/>
                  </a:lnTo>
                  <a:lnTo>
                    <a:pt x="3482696" y="66941"/>
                  </a:lnTo>
                  <a:lnTo>
                    <a:pt x="3483767" y="66752"/>
                  </a:lnTo>
                  <a:lnTo>
                    <a:pt x="3484839" y="66564"/>
                  </a:lnTo>
                  <a:lnTo>
                    <a:pt x="3485910" y="66375"/>
                  </a:lnTo>
                  <a:lnTo>
                    <a:pt x="3486982" y="66187"/>
                  </a:lnTo>
                  <a:lnTo>
                    <a:pt x="3488054" y="65998"/>
                  </a:lnTo>
                  <a:lnTo>
                    <a:pt x="3489125" y="65809"/>
                  </a:lnTo>
                  <a:lnTo>
                    <a:pt x="3490197" y="65621"/>
                  </a:lnTo>
                  <a:lnTo>
                    <a:pt x="3491268" y="65432"/>
                  </a:lnTo>
                  <a:lnTo>
                    <a:pt x="3492340" y="65243"/>
                  </a:lnTo>
                  <a:lnTo>
                    <a:pt x="3493412" y="65055"/>
                  </a:lnTo>
                  <a:lnTo>
                    <a:pt x="3494483" y="64866"/>
                  </a:lnTo>
                  <a:lnTo>
                    <a:pt x="3495555" y="64677"/>
                  </a:lnTo>
                  <a:lnTo>
                    <a:pt x="3496626" y="64489"/>
                  </a:lnTo>
                  <a:lnTo>
                    <a:pt x="3497698" y="64300"/>
                  </a:lnTo>
                  <a:lnTo>
                    <a:pt x="3498770" y="64111"/>
                  </a:lnTo>
                  <a:lnTo>
                    <a:pt x="3499841" y="63922"/>
                  </a:lnTo>
                  <a:lnTo>
                    <a:pt x="3500913" y="63733"/>
                  </a:lnTo>
                  <a:lnTo>
                    <a:pt x="3501984" y="63545"/>
                  </a:lnTo>
                  <a:lnTo>
                    <a:pt x="3503056" y="63356"/>
                  </a:lnTo>
                  <a:lnTo>
                    <a:pt x="3504128" y="63167"/>
                  </a:lnTo>
                  <a:lnTo>
                    <a:pt x="3505199" y="62978"/>
                  </a:lnTo>
                  <a:lnTo>
                    <a:pt x="3506271" y="62789"/>
                  </a:lnTo>
                  <a:lnTo>
                    <a:pt x="3507342" y="62600"/>
                  </a:lnTo>
                  <a:lnTo>
                    <a:pt x="3508414" y="62411"/>
                  </a:lnTo>
                  <a:lnTo>
                    <a:pt x="3509486" y="62222"/>
                  </a:lnTo>
                  <a:lnTo>
                    <a:pt x="3510557" y="62033"/>
                  </a:lnTo>
                  <a:lnTo>
                    <a:pt x="3511629" y="61844"/>
                  </a:lnTo>
                  <a:lnTo>
                    <a:pt x="3512700" y="61655"/>
                  </a:lnTo>
                  <a:lnTo>
                    <a:pt x="3513772" y="61466"/>
                  </a:lnTo>
                  <a:lnTo>
                    <a:pt x="3514844" y="61277"/>
                  </a:lnTo>
                  <a:lnTo>
                    <a:pt x="3515915" y="61088"/>
                  </a:lnTo>
                  <a:lnTo>
                    <a:pt x="3516987" y="60899"/>
                  </a:lnTo>
                  <a:lnTo>
                    <a:pt x="3518058" y="60710"/>
                  </a:lnTo>
                  <a:lnTo>
                    <a:pt x="3519130" y="60521"/>
                  </a:lnTo>
                  <a:lnTo>
                    <a:pt x="3520202" y="60331"/>
                  </a:lnTo>
                  <a:lnTo>
                    <a:pt x="3521273" y="60142"/>
                  </a:lnTo>
                  <a:lnTo>
                    <a:pt x="3522345" y="59953"/>
                  </a:lnTo>
                  <a:lnTo>
                    <a:pt x="3523416" y="59764"/>
                  </a:lnTo>
                  <a:lnTo>
                    <a:pt x="3524488" y="59575"/>
                  </a:lnTo>
                  <a:lnTo>
                    <a:pt x="3525560" y="59385"/>
                  </a:lnTo>
                  <a:lnTo>
                    <a:pt x="3526631" y="59196"/>
                  </a:lnTo>
                  <a:lnTo>
                    <a:pt x="3527703" y="59007"/>
                  </a:lnTo>
                  <a:lnTo>
                    <a:pt x="3528774" y="58817"/>
                  </a:lnTo>
                  <a:lnTo>
                    <a:pt x="3529846" y="58628"/>
                  </a:lnTo>
                  <a:lnTo>
                    <a:pt x="3530918" y="58439"/>
                  </a:lnTo>
                  <a:lnTo>
                    <a:pt x="3531989" y="58249"/>
                  </a:lnTo>
                  <a:lnTo>
                    <a:pt x="3533061" y="58060"/>
                  </a:lnTo>
                  <a:lnTo>
                    <a:pt x="3534132" y="57871"/>
                  </a:lnTo>
                  <a:lnTo>
                    <a:pt x="3535204" y="57681"/>
                  </a:lnTo>
                  <a:lnTo>
                    <a:pt x="3536276" y="57492"/>
                  </a:lnTo>
                  <a:lnTo>
                    <a:pt x="3537347" y="57302"/>
                  </a:lnTo>
                  <a:lnTo>
                    <a:pt x="3538419" y="57113"/>
                  </a:lnTo>
                  <a:lnTo>
                    <a:pt x="3539490" y="56923"/>
                  </a:lnTo>
                  <a:lnTo>
                    <a:pt x="3540562" y="56734"/>
                  </a:lnTo>
                  <a:lnTo>
                    <a:pt x="3541634" y="56544"/>
                  </a:lnTo>
                  <a:lnTo>
                    <a:pt x="3542705" y="56355"/>
                  </a:lnTo>
                  <a:lnTo>
                    <a:pt x="3543777" y="56165"/>
                  </a:lnTo>
                  <a:lnTo>
                    <a:pt x="3544848" y="55976"/>
                  </a:lnTo>
                  <a:lnTo>
                    <a:pt x="3545920" y="55786"/>
                  </a:lnTo>
                  <a:lnTo>
                    <a:pt x="3546992" y="55596"/>
                  </a:lnTo>
                  <a:lnTo>
                    <a:pt x="3548063" y="55407"/>
                  </a:lnTo>
                  <a:lnTo>
                    <a:pt x="3549135" y="55217"/>
                  </a:lnTo>
                  <a:lnTo>
                    <a:pt x="3550206" y="55027"/>
                  </a:lnTo>
                  <a:lnTo>
                    <a:pt x="3551278" y="54838"/>
                  </a:lnTo>
                  <a:lnTo>
                    <a:pt x="3552349" y="54648"/>
                  </a:lnTo>
                  <a:lnTo>
                    <a:pt x="3553421" y="54458"/>
                  </a:lnTo>
                  <a:lnTo>
                    <a:pt x="3554493" y="54268"/>
                  </a:lnTo>
                  <a:lnTo>
                    <a:pt x="3555564" y="54079"/>
                  </a:lnTo>
                  <a:lnTo>
                    <a:pt x="3556636" y="53889"/>
                  </a:lnTo>
                  <a:lnTo>
                    <a:pt x="3557707" y="53699"/>
                  </a:lnTo>
                  <a:lnTo>
                    <a:pt x="3558779" y="53509"/>
                  </a:lnTo>
                  <a:lnTo>
                    <a:pt x="3559851" y="53319"/>
                  </a:lnTo>
                  <a:lnTo>
                    <a:pt x="3560922" y="53130"/>
                  </a:lnTo>
                  <a:lnTo>
                    <a:pt x="3561994" y="52940"/>
                  </a:lnTo>
                  <a:lnTo>
                    <a:pt x="3563065" y="52750"/>
                  </a:lnTo>
                  <a:lnTo>
                    <a:pt x="3564137" y="52560"/>
                  </a:lnTo>
                  <a:lnTo>
                    <a:pt x="3565209" y="52370"/>
                  </a:lnTo>
                  <a:lnTo>
                    <a:pt x="3566280" y="52180"/>
                  </a:lnTo>
                  <a:lnTo>
                    <a:pt x="3567352" y="51990"/>
                  </a:lnTo>
                  <a:lnTo>
                    <a:pt x="3568423" y="51800"/>
                  </a:lnTo>
                  <a:lnTo>
                    <a:pt x="3569495" y="51610"/>
                  </a:lnTo>
                  <a:lnTo>
                    <a:pt x="3570567" y="51420"/>
                  </a:lnTo>
                  <a:lnTo>
                    <a:pt x="3571638" y="51230"/>
                  </a:lnTo>
                  <a:lnTo>
                    <a:pt x="3572710" y="51040"/>
                  </a:lnTo>
                  <a:lnTo>
                    <a:pt x="3573781" y="50850"/>
                  </a:lnTo>
                  <a:lnTo>
                    <a:pt x="3574853" y="50659"/>
                  </a:lnTo>
                  <a:lnTo>
                    <a:pt x="3575925" y="50469"/>
                  </a:lnTo>
                  <a:lnTo>
                    <a:pt x="3576996" y="50279"/>
                  </a:lnTo>
                  <a:lnTo>
                    <a:pt x="3578068" y="50089"/>
                  </a:lnTo>
                  <a:lnTo>
                    <a:pt x="3579139" y="49899"/>
                  </a:lnTo>
                  <a:lnTo>
                    <a:pt x="3580211" y="49709"/>
                  </a:lnTo>
                  <a:lnTo>
                    <a:pt x="3581283" y="49518"/>
                  </a:lnTo>
                  <a:lnTo>
                    <a:pt x="3582354" y="49328"/>
                  </a:lnTo>
                  <a:lnTo>
                    <a:pt x="3583426" y="49138"/>
                  </a:lnTo>
                  <a:lnTo>
                    <a:pt x="3584497" y="48948"/>
                  </a:lnTo>
                  <a:lnTo>
                    <a:pt x="3585569" y="48757"/>
                  </a:lnTo>
                  <a:lnTo>
                    <a:pt x="3586641" y="48567"/>
                  </a:lnTo>
                  <a:lnTo>
                    <a:pt x="3587712" y="48377"/>
                  </a:lnTo>
                  <a:lnTo>
                    <a:pt x="3588784" y="48186"/>
                  </a:lnTo>
                  <a:lnTo>
                    <a:pt x="3589855" y="47996"/>
                  </a:lnTo>
                  <a:lnTo>
                    <a:pt x="3590927" y="47805"/>
                  </a:lnTo>
                  <a:lnTo>
                    <a:pt x="3591999" y="47615"/>
                  </a:lnTo>
                  <a:lnTo>
                    <a:pt x="3593070" y="47425"/>
                  </a:lnTo>
                  <a:lnTo>
                    <a:pt x="3594142" y="47234"/>
                  </a:lnTo>
                  <a:lnTo>
                    <a:pt x="3595213" y="47044"/>
                  </a:lnTo>
                  <a:lnTo>
                    <a:pt x="3596285" y="46853"/>
                  </a:lnTo>
                  <a:lnTo>
                    <a:pt x="3597357" y="46663"/>
                  </a:lnTo>
                  <a:lnTo>
                    <a:pt x="3598428" y="46472"/>
                  </a:lnTo>
                  <a:lnTo>
                    <a:pt x="3599500" y="46282"/>
                  </a:lnTo>
                  <a:lnTo>
                    <a:pt x="3600571" y="46091"/>
                  </a:lnTo>
                  <a:lnTo>
                    <a:pt x="3601643" y="45900"/>
                  </a:lnTo>
                  <a:lnTo>
                    <a:pt x="3602715" y="45710"/>
                  </a:lnTo>
                  <a:lnTo>
                    <a:pt x="3603786" y="45519"/>
                  </a:lnTo>
                  <a:lnTo>
                    <a:pt x="3604858" y="45329"/>
                  </a:lnTo>
                  <a:lnTo>
                    <a:pt x="3605929" y="45138"/>
                  </a:lnTo>
                  <a:lnTo>
                    <a:pt x="3607001" y="44947"/>
                  </a:lnTo>
                  <a:lnTo>
                    <a:pt x="3608073" y="44757"/>
                  </a:lnTo>
                  <a:lnTo>
                    <a:pt x="3609144" y="44566"/>
                  </a:lnTo>
                  <a:lnTo>
                    <a:pt x="3610216" y="44375"/>
                  </a:lnTo>
                  <a:lnTo>
                    <a:pt x="3611287" y="44184"/>
                  </a:lnTo>
                  <a:lnTo>
                    <a:pt x="3612359" y="43994"/>
                  </a:lnTo>
                  <a:lnTo>
                    <a:pt x="3613431" y="43803"/>
                  </a:lnTo>
                  <a:lnTo>
                    <a:pt x="3614502" y="43612"/>
                  </a:lnTo>
                  <a:lnTo>
                    <a:pt x="3615574" y="43421"/>
                  </a:lnTo>
                  <a:lnTo>
                    <a:pt x="3616645" y="43230"/>
                  </a:lnTo>
                  <a:lnTo>
                    <a:pt x="3617717" y="43039"/>
                  </a:lnTo>
                  <a:lnTo>
                    <a:pt x="3618789" y="42848"/>
                  </a:lnTo>
                  <a:lnTo>
                    <a:pt x="3619860" y="42658"/>
                  </a:lnTo>
                  <a:lnTo>
                    <a:pt x="3620932" y="42467"/>
                  </a:lnTo>
                  <a:lnTo>
                    <a:pt x="3622003" y="42276"/>
                  </a:lnTo>
                  <a:lnTo>
                    <a:pt x="3623075" y="42085"/>
                  </a:lnTo>
                  <a:lnTo>
                    <a:pt x="3624147" y="41894"/>
                  </a:lnTo>
                  <a:lnTo>
                    <a:pt x="3625218" y="41703"/>
                  </a:lnTo>
                  <a:lnTo>
                    <a:pt x="3626290" y="41512"/>
                  </a:lnTo>
                  <a:lnTo>
                    <a:pt x="3627361" y="41321"/>
                  </a:lnTo>
                  <a:lnTo>
                    <a:pt x="3628433" y="41130"/>
                  </a:lnTo>
                  <a:lnTo>
                    <a:pt x="3629505" y="40939"/>
                  </a:lnTo>
                  <a:lnTo>
                    <a:pt x="3630576" y="40747"/>
                  </a:lnTo>
                  <a:lnTo>
                    <a:pt x="3631648" y="40556"/>
                  </a:lnTo>
                  <a:lnTo>
                    <a:pt x="3632719" y="40365"/>
                  </a:lnTo>
                  <a:lnTo>
                    <a:pt x="3633791" y="40174"/>
                  </a:lnTo>
                  <a:lnTo>
                    <a:pt x="3634863" y="39983"/>
                  </a:lnTo>
                  <a:lnTo>
                    <a:pt x="3635934" y="39792"/>
                  </a:lnTo>
                  <a:lnTo>
                    <a:pt x="3637006" y="39600"/>
                  </a:lnTo>
                  <a:lnTo>
                    <a:pt x="3638077" y="39409"/>
                  </a:lnTo>
                  <a:lnTo>
                    <a:pt x="3639149" y="39218"/>
                  </a:lnTo>
                  <a:lnTo>
                    <a:pt x="3640221" y="39027"/>
                  </a:lnTo>
                  <a:lnTo>
                    <a:pt x="3641292" y="38835"/>
                  </a:lnTo>
                  <a:lnTo>
                    <a:pt x="3642364" y="38644"/>
                  </a:lnTo>
                  <a:lnTo>
                    <a:pt x="3643435" y="38453"/>
                  </a:lnTo>
                  <a:lnTo>
                    <a:pt x="3644507" y="38261"/>
                  </a:lnTo>
                  <a:lnTo>
                    <a:pt x="3645579" y="38070"/>
                  </a:lnTo>
                  <a:lnTo>
                    <a:pt x="3646650" y="37879"/>
                  </a:lnTo>
                  <a:lnTo>
                    <a:pt x="3647722" y="37687"/>
                  </a:lnTo>
                  <a:lnTo>
                    <a:pt x="3648793" y="37496"/>
                  </a:lnTo>
                  <a:lnTo>
                    <a:pt x="3649865" y="37304"/>
                  </a:lnTo>
                  <a:lnTo>
                    <a:pt x="3650937" y="37113"/>
                  </a:lnTo>
                  <a:lnTo>
                    <a:pt x="3652008" y="36922"/>
                  </a:lnTo>
                  <a:lnTo>
                    <a:pt x="3653080" y="36730"/>
                  </a:lnTo>
                  <a:lnTo>
                    <a:pt x="3654151" y="36539"/>
                  </a:lnTo>
                  <a:lnTo>
                    <a:pt x="3655223" y="36347"/>
                  </a:lnTo>
                  <a:lnTo>
                    <a:pt x="3656295" y="36155"/>
                  </a:lnTo>
                  <a:lnTo>
                    <a:pt x="3657366" y="35964"/>
                  </a:lnTo>
                  <a:lnTo>
                    <a:pt x="3658438" y="35772"/>
                  </a:lnTo>
                  <a:lnTo>
                    <a:pt x="3659509" y="35581"/>
                  </a:lnTo>
                  <a:lnTo>
                    <a:pt x="3660581" y="35389"/>
                  </a:lnTo>
                  <a:lnTo>
                    <a:pt x="3661653" y="35197"/>
                  </a:lnTo>
                  <a:lnTo>
                    <a:pt x="3662724" y="35006"/>
                  </a:lnTo>
                  <a:lnTo>
                    <a:pt x="3663796" y="34814"/>
                  </a:lnTo>
                  <a:lnTo>
                    <a:pt x="3664867" y="34622"/>
                  </a:lnTo>
                  <a:lnTo>
                    <a:pt x="3665939" y="34431"/>
                  </a:lnTo>
                  <a:lnTo>
                    <a:pt x="3667011" y="34239"/>
                  </a:lnTo>
                  <a:lnTo>
                    <a:pt x="3668082" y="34047"/>
                  </a:lnTo>
                  <a:lnTo>
                    <a:pt x="3669154" y="33855"/>
                  </a:lnTo>
                  <a:lnTo>
                    <a:pt x="3670225" y="33664"/>
                  </a:lnTo>
                  <a:lnTo>
                    <a:pt x="3671297" y="33472"/>
                  </a:lnTo>
                  <a:lnTo>
                    <a:pt x="3672369" y="33280"/>
                  </a:lnTo>
                  <a:lnTo>
                    <a:pt x="3673440" y="33088"/>
                  </a:lnTo>
                  <a:lnTo>
                    <a:pt x="3674512" y="32896"/>
                  </a:lnTo>
                  <a:lnTo>
                    <a:pt x="3675583" y="32704"/>
                  </a:lnTo>
                  <a:lnTo>
                    <a:pt x="3676655" y="32512"/>
                  </a:lnTo>
                  <a:lnTo>
                    <a:pt x="3677727" y="32320"/>
                  </a:lnTo>
                  <a:lnTo>
                    <a:pt x="3678798" y="32128"/>
                  </a:lnTo>
                  <a:lnTo>
                    <a:pt x="3679870" y="31936"/>
                  </a:lnTo>
                  <a:lnTo>
                    <a:pt x="3680941" y="31744"/>
                  </a:lnTo>
                  <a:lnTo>
                    <a:pt x="3682013" y="31552"/>
                  </a:lnTo>
                  <a:lnTo>
                    <a:pt x="3683085" y="31360"/>
                  </a:lnTo>
                  <a:lnTo>
                    <a:pt x="3684156" y="31168"/>
                  </a:lnTo>
                  <a:lnTo>
                    <a:pt x="3685228" y="30976"/>
                  </a:lnTo>
                  <a:lnTo>
                    <a:pt x="3686299" y="30784"/>
                  </a:lnTo>
                  <a:lnTo>
                    <a:pt x="3687371" y="30592"/>
                  </a:lnTo>
                  <a:lnTo>
                    <a:pt x="3688443" y="30400"/>
                  </a:lnTo>
                  <a:lnTo>
                    <a:pt x="3689514" y="30208"/>
                  </a:lnTo>
                  <a:lnTo>
                    <a:pt x="3690586" y="30016"/>
                  </a:lnTo>
                  <a:lnTo>
                    <a:pt x="3691657" y="29824"/>
                  </a:lnTo>
                  <a:lnTo>
                    <a:pt x="3692729" y="29631"/>
                  </a:lnTo>
                  <a:lnTo>
                    <a:pt x="3693801" y="29439"/>
                  </a:lnTo>
                  <a:lnTo>
                    <a:pt x="3694872" y="29247"/>
                  </a:lnTo>
                  <a:lnTo>
                    <a:pt x="3695944" y="29055"/>
                  </a:lnTo>
                  <a:lnTo>
                    <a:pt x="3697015" y="28862"/>
                  </a:lnTo>
                  <a:lnTo>
                    <a:pt x="3698087" y="28670"/>
                  </a:lnTo>
                  <a:lnTo>
                    <a:pt x="3699159" y="28478"/>
                  </a:lnTo>
                  <a:lnTo>
                    <a:pt x="3700230" y="28285"/>
                  </a:lnTo>
                  <a:lnTo>
                    <a:pt x="3701302" y="28093"/>
                  </a:lnTo>
                  <a:lnTo>
                    <a:pt x="3702373" y="27901"/>
                  </a:lnTo>
                  <a:lnTo>
                    <a:pt x="3703445" y="27708"/>
                  </a:lnTo>
                  <a:lnTo>
                    <a:pt x="3704517" y="27516"/>
                  </a:lnTo>
                  <a:lnTo>
                    <a:pt x="3705588" y="27323"/>
                  </a:lnTo>
                  <a:lnTo>
                    <a:pt x="3706660" y="27131"/>
                  </a:lnTo>
                  <a:lnTo>
                    <a:pt x="3707731" y="26939"/>
                  </a:lnTo>
                  <a:lnTo>
                    <a:pt x="3708803" y="26746"/>
                  </a:lnTo>
                  <a:lnTo>
                    <a:pt x="3709875" y="26554"/>
                  </a:lnTo>
                  <a:lnTo>
                    <a:pt x="3710946" y="26361"/>
                  </a:lnTo>
                  <a:lnTo>
                    <a:pt x="3712018" y="26168"/>
                  </a:lnTo>
                  <a:lnTo>
                    <a:pt x="3713089" y="25976"/>
                  </a:lnTo>
                  <a:lnTo>
                    <a:pt x="3714161" y="25783"/>
                  </a:lnTo>
                  <a:lnTo>
                    <a:pt x="3715233" y="25591"/>
                  </a:lnTo>
                  <a:lnTo>
                    <a:pt x="3716304" y="25398"/>
                  </a:lnTo>
                  <a:lnTo>
                    <a:pt x="3717376" y="25206"/>
                  </a:lnTo>
                  <a:lnTo>
                    <a:pt x="3718447" y="25013"/>
                  </a:lnTo>
                  <a:lnTo>
                    <a:pt x="3719519" y="24820"/>
                  </a:lnTo>
                  <a:lnTo>
                    <a:pt x="3720591" y="24627"/>
                  </a:lnTo>
                  <a:lnTo>
                    <a:pt x="3721662" y="24435"/>
                  </a:lnTo>
                  <a:lnTo>
                    <a:pt x="3722734" y="24242"/>
                  </a:lnTo>
                  <a:lnTo>
                    <a:pt x="3723805" y="24049"/>
                  </a:lnTo>
                  <a:lnTo>
                    <a:pt x="3724877" y="23857"/>
                  </a:lnTo>
                  <a:lnTo>
                    <a:pt x="3725949" y="23664"/>
                  </a:lnTo>
                  <a:lnTo>
                    <a:pt x="3727020" y="23471"/>
                  </a:lnTo>
                  <a:lnTo>
                    <a:pt x="3728092" y="23278"/>
                  </a:lnTo>
                  <a:lnTo>
                    <a:pt x="3729163" y="23085"/>
                  </a:lnTo>
                  <a:lnTo>
                    <a:pt x="3730235" y="22892"/>
                  </a:lnTo>
                  <a:lnTo>
                    <a:pt x="3731306" y="22699"/>
                  </a:lnTo>
                  <a:lnTo>
                    <a:pt x="3732378" y="22507"/>
                  </a:lnTo>
                  <a:lnTo>
                    <a:pt x="3733450" y="22314"/>
                  </a:lnTo>
                  <a:lnTo>
                    <a:pt x="3734521" y="22121"/>
                  </a:lnTo>
                  <a:lnTo>
                    <a:pt x="3735593" y="21928"/>
                  </a:lnTo>
                  <a:lnTo>
                    <a:pt x="3736664" y="21735"/>
                  </a:lnTo>
                  <a:lnTo>
                    <a:pt x="3737736" y="21542"/>
                  </a:lnTo>
                  <a:lnTo>
                    <a:pt x="3738808" y="21349"/>
                  </a:lnTo>
                  <a:lnTo>
                    <a:pt x="3739879" y="21156"/>
                  </a:lnTo>
                  <a:lnTo>
                    <a:pt x="3740951" y="20963"/>
                  </a:lnTo>
                  <a:lnTo>
                    <a:pt x="3742022" y="20770"/>
                  </a:lnTo>
                  <a:lnTo>
                    <a:pt x="3743094" y="20576"/>
                  </a:lnTo>
                  <a:lnTo>
                    <a:pt x="3744166" y="20383"/>
                  </a:lnTo>
                  <a:lnTo>
                    <a:pt x="3745237" y="20190"/>
                  </a:lnTo>
                  <a:lnTo>
                    <a:pt x="3746309" y="19997"/>
                  </a:lnTo>
                  <a:lnTo>
                    <a:pt x="3747380" y="19804"/>
                  </a:lnTo>
                  <a:lnTo>
                    <a:pt x="3748452" y="19611"/>
                  </a:lnTo>
                  <a:lnTo>
                    <a:pt x="3749524" y="19418"/>
                  </a:lnTo>
                  <a:lnTo>
                    <a:pt x="3750595" y="19224"/>
                  </a:lnTo>
                  <a:lnTo>
                    <a:pt x="3751667" y="19031"/>
                  </a:lnTo>
                  <a:lnTo>
                    <a:pt x="3752738" y="18838"/>
                  </a:lnTo>
                  <a:lnTo>
                    <a:pt x="3753810" y="18644"/>
                  </a:lnTo>
                  <a:lnTo>
                    <a:pt x="3754882" y="18451"/>
                  </a:lnTo>
                  <a:lnTo>
                    <a:pt x="3755953" y="18258"/>
                  </a:lnTo>
                  <a:lnTo>
                    <a:pt x="3757025" y="18065"/>
                  </a:lnTo>
                  <a:lnTo>
                    <a:pt x="3758096" y="17871"/>
                  </a:lnTo>
                  <a:lnTo>
                    <a:pt x="3759168" y="17678"/>
                  </a:lnTo>
                  <a:lnTo>
                    <a:pt x="3760240" y="17484"/>
                  </a:lnTo>
                  <a:lnTo>
                    <a:pt x="3761311" y="17291"/>
                  </a:lnTo>
                  <a:lnTo>
                    <a:pt x="3762383" y="17097"/>
                  </a:lnTo>
                  <a:lnTo>
                    <a:pt x="3763454" y="16904"/>
                  </a:lnTo>
                  <a:lnTo>
                    <a:pt x="3764526" y="16711"/>
                  </a:lnTo>
                  <a:lnTo>
                    <a:pt x="3765598" y="16517"/>
                  </a:lnTo>
                  <a:lnTo>
                    <a:pt x="3766669" y="16324"/>
                  </a:lnTo>
                  <a:lnTo>
                    <a:pt x="3767741" y="16130"/>
                  </a:lnTo>
                  <a:lnTo>
                    <a:pt x="3768812" y="15936"/>
                  </a:lnTo>
                  <a:lnTo>
                    <a:pt x="3769884" y="15743"/>
                  </a:lnTo>
                  <a:lnTo>
                    <a:pt x="3770956" y="15549"/>
                  </a:lnTo>
                  <a:lnTo>
                    <a:pt x="3772027" y="15356"/>
                  </a:lnTo>
                  <a:lnTo>
                    <a:pt x="3773099" y="15162"/>
                  </a:lnTo>
                  <a:lnTo>
                    <a:pt x="3774170" y="14968"/>
                  </a:lnTo>
                  <a:lnTo>
                    <a:pt x="3775242" y="14775"/>
                  </a:lnTo>
                  <a:lnTo>
                    <a:pt x="3776314" y="14581"/>
                  </a:lnTo>
                  <a:lnTo>
                    <a:pt x="3777385" y="14387"/>
                  </a:lnTo>
                  <a:lnTo>
                    <a:pt x="3778457" y="14194"/>
                  </a:lnTo>
                  <a:lnTo>
                    <a:pt x="3779528" y="14000"/>
                  </a:lnTo>
                  <a:lnTo>
                    <a:pt x="3780600" y="13806"/>
                  </a:lnTo>
                  <a:lnTo>
                    <a:pt x="3781672" y="13612"/>
                  </a:lnTo>
                  <a:lnTo>
                    <a:pt x="3782743" y="13418"/>
                  </a:lnTo>
                  <a:lnTo>
                    <a:pt x="3783815" y="13225"/>
                  </a:lnTo>
                  <a:lnTo>
                    <a:pt x="3784886" y="13031"/>
                  </a:lnTo>
                  <a:lnTo>
                    <a:pt x="3785958" y="12837"/>
                  </a:lnTo>
                  <a:lnTo>
                    <a:pt x="3787030" y="12643"/>
                  </a:lnTo>
                  <a:lnTo>
                    <a:pt x="3788101" y="12449"/>
                  </a:lnTo>
                  <a:lnTo>
                    <a:pt x="3789173" y="12255"/>
                  </a:lnTo>
                  <a:lnTo>
                    <a:pt x="3790244" y="12061"/>
                  </a:lnTo>
                  <a:lnTo>
                    <a:pt x="3791316" y="11867"/>
                  </a:lnTo>
                  <a:lnTo>
                    <a:pt x="3792388" y="11673"/>
                  </a:lnTo>
                  <a:lnTo>
                    <a:pt x="3793459" y="11479"/>
                  </a:lnTo>
                  <a:lnTo>
                    <a:pt x="3794531" y="11285"/>
                  </a:lnTo>
                  <a:lnTo>
                    <a:pt x="3795602" y="11091"/>
                  </a:lnTo>
                  <a:lnTo>
                    <a:pt x="3796674" y="10897"/>
                  </a:lnTo>
                  <a:lnTo>
                    <a:pt x="3797746" y="10703"/>
                  </a:lnTo>
                  <a:lnTo>
                    <a:pt x="3798817" y="10509"/>
                  </a:lnTo>
                  <a:lnTo>
                    <a:pt x="3799889" y="10315"/>
                  </a:lnTo>
                  <a:lnTo>
                    <a:pt x="3800960" y="10121"/>
                  </a:lnTo>
                  <a:lnTo>
                    <a:pt x="3802032" y="9927"/>
                  </a:lnTo>
                  <a:lnTo>
                    <a:pt x="3803104" y="9733"/>
                  </a:lnTo>
                  <a:lnTo>
                    <a:pt x="3804175" y="9538"/>
                  </a:lnTo>
                  <a:lnTo>
                    <a:pt x="3805247" y="9344"/>
                  </a:lnTo>
                  <a:lnTo>
                    <a:pt x="3806318" y="9150"/>
                  </a:lnTo>
                  <a:lnTo>
                    <a:pt x="3807390" y="8956"/>
                  </a:lnTo>
                  <a:lnTo>
                    <a:pt x="3808462" y="8761"/>
                  </a:lnTo>
                  <a:lnTo>
                    <a:pt x="3809533" y="8567"/>
                  </a:lnTo>
                  <a:lnTo>
                    <a:pt x="3810605" y="8373"/>
                  </a:lnTo>
                  <a:lnTo>
                    <a:pt x="3811676" y="8178"/>
                  </a:lnTo>
                  <a:lnTo>
                    <a:pt x="3812748" y="7984"/>
                  </a:lnTo>
                  <a:lnTo>
                    <a:pt x="3813820" y="7790"/>
                  </a:lnTo>
                  <a:lnTo>
                    <a:pt x="3814891" y="7595"/>
                  </a:lnTo>
                  <a:lnTo>
                    <a:pt x="3815963" y="7401"/>
                  </a:lnTo>
                  <a:lnTo>
                    <a:pt x="3817034" y="7207"/>
                  </a:lnTo>
                  <a:lnTo>
                    <a:pt x="3818106" y="7012"/>
                  </a:lnTo>
                  <a:lnTo>
                    <a:pt x="3819178" y="6818"/>
                  </a:lnTo>
                  <a:lnTo>
                    <a:pt x="3820249" y="6623"/>
                  </a:lnTo>
                  <a:lnTo>
                    <a:pt x="3821321" y="6429"/>
                  </a:lnTo>
                  <a:lnTo>
                    <a:pt x="3822392" y="6234"/>
                  </a:lnTo>
                  <a:lnTo>
                    <a:pt x="3823464" y="6040"/>
                  </a:lnTo>
                  <a:lnTo>
                    <a:pt x="3824536" y="5845"/>
                  </a:lnTo>
                  <a:lnTo>
                    <a:pt x="3825607" y="5651"/>
                  </a:lnTo>
                  <a:lnTo>
                    <a:pt x="3826679" y="5456"/>
                  </a:lnTo>
                  <a:lnTo>
                    <a:pt x="3827750" y="5261"/>
                  </a:lnTo>
                  <a:lnTo>
                    <a:pt x="3828822" y="5067"/>
                  </a:lnTo>
                  <a:lnTo>
                    <a:pt x="3829894" y="4872"/>
                  </a:lnTo>
                  <a:lnTo>
                    <a:pt x="3830965" y="4677"/>
                  </a:lnTo>
                  <a:lnTo>
                    <a:pt x="3832037" y="4483"/>
                  </a:lnTo>
                  <a:lnTo>
                    <a:pt x="3833108" y="4288"/>
                  </a:lnTo>
                  <a:lnTo>
                    <a:pt x="3834180" y="4093"/>
                  </a:lnTo>
                  <a:lnTo>
                    <a:pt x="3835252" y="3899"/>
                  </a:lnTo>
                  <a:lnTo>
                    <a:pt x="3836323" y="3704"/>
                  </a:lnTo>
                  <a:lnTo>
                    <a:pt x="3837395" y="3509"/>
                  </a:lnTo>
                  <a:lnTo>
                    <a:pt x="3838466" y="3314"/>
                  </a:lnTo>
                  <a:lnTo>
                    <a:pt x="3839538" y="3119"/>
                  </a:lnTo>
                  <a:lnTo>
                    <a:pt x="3840610" y="2924"/>
                  </a:lnTo>
                  <a:lnTo>
                    <a:pt x="3841681" y="2730"/>
                  </a:lnTo>
                  <a:lnTo>
                    <a:pt x="3842753" y="2535"/>
                  </a:lnTo>
                  <a:lnTo>
                    <a:pt x="3843824" y="2340"/>
                  </a:lnTo>
                  <a:lnTo>
                    <a:pt x="3844896" y="2145"/>
                  </a:lnTo>
                  <a:lnTo>
                    <a:pt x="3845968" y="1950"/>
                  </a:lnTo>
                  <a:lnTo>
                    <a:pt x="3847039" y="1755"/>
                  </a:lnTo>
                  <a:lnTo>
                    <a:pt x="3848111" y="1560"/>
                  </a:lnTo>
                  <a:lnTo>
                    <a:pt x="3849182" y="1365"/>
                  </a:lnTo>
                  <a:lnTo>
                    <a:pt x="3850254" y="1170"/>
                  </a:lnTo>
                  <a:lnTo>
                    <a:pt x="3851326" y="975"/>
                  </a:lnTo>
                  <a:lnTo>
                    <a:pt x="3852397" y="780"/>
                  </a:lnTo>
                  <a:lnTo>
                    <a:pt x="3853469" y="585"/>
                  </a:lnTo>
                  <a:lnTo>
                    <a:pt x="3854540" y="390"/>
                  </a:lnTo>
                  <a:lnTo>
                    <a:pt x="3855612" y="19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684231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x32"/>
            <p:cNvSpPr/>
            <p:nvPr/>
          </p:nvSpPr>
          <p:spPr>
            <a:xfrm>
              <a:off x="877065" y="386610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77065" y="646782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x35"/>
            <p:cNvSpPr/>
            <p:nvPr/>
          </p:nvSpPr>
          <p:spPr>
            <a:xfrm>
              <a:off x="443933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43933" y="2342954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43933" y="180871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43933" y="1274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43933" y="7402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43933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2.5</a:t>
              </a:r>
            </a:p>
          </p:txBody>
        </p:sp>
        <p:sp>
          <p:nvSpPr>
            <p:cNvPr id="41" name="pl41"/>
            <p:cNvSpPr/>
            <p:nvPr/>
          </p:nvSpPr>
          <p:spPr>
            <a:xfrm>
              <a:off x="649437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649437" y="23900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649437" y="18557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649437" y="1321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649437" y="7872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649437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15796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27922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40048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tx50"/>
            <p:cNvSpPr/>
            <p:nvPr/>
          </p:nvSpPr>
          <p:spPr>
            <a:xfrm>
              <a:off x="15441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8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567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9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933795" y="2986867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455891" y="3239309"/>
              <a:ext cx="31336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4" name="rc54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034264" y="2657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5034264" y="212288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5034264" y="105440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5034264" y="52016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542570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6572412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7719115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886581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5034264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5034264" y="239000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5034264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5034264" y="1321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5034264" y="78728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5034264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5999061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714576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8292467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5034264" y="439829"/>
              <a:ext cx="3856684" cy="2278245"/>
            </a:xfrm>
            <a:custGeom>
              <a:avLst/>
              <a:gdLst/>
              <a:ahLst/>
              <a:cxnLst/>
              <a:rect l="0" t="0" r="0" b="0"/>
              <a:pathLst>
                <a:path w="3856684" h="2278245">
                  <a:moveTo>
                    <a:pt x="0" y="2105484"/>
                  </a:moveTo>
                  <a:lnTo>
                    <a:pt x="1071" y="2105287"/>
                  </a:lnTo>
                  <a:lnTo>
                    <a:pt x="2143" y="2105089"/>
                  </a:lnTo>
                  <a:lnTo>
                    <a:pt x="3214" y="2104891"/>
                  </a:lnTo>
                  <a:lnTo>
                    <a:pt x="4286" y="2104694"/>
                  </a:lnTo>
                  <a:lnTo>
                    <a:pt x="5357" y="2104496"/>
                  </a:lnTo>
                  <a:lnTo>
                    <a:pt x="6429" y="2104298"/>
                  </a:lnTo>
                  <a:lnTo>
                    <a:pt x="7501" y="2104099"/>
                  </a:lnTo>
                  <a:lnTo>
                    <a:pt x="8572" y="2103901"/>
                  </a:lnTo>
                  <a:lnTo>
                    <a:pt x="9644" y="2103703"/>
                  </a:lnTo>
                  <a:lnTo>
                    <a:pt x="10715" y="2103504"/>
                  </a:lnTo>
                  <a:lnTo>
                    <a:pt x="11787" y="2103305"/>
                  </a:lnTo>
                  <a:lnTo>
                    <a:pt x="12859" y="2103107"/>
                  </a:lnTo>
                  <a:lnTo>
                    <a:pt x="13930" y="2102908"/>
                  </a:lnTo>
                  <a:lnTo>
                    <a:pt x="15002" y="2102709"/>
                  </a:lnTo>
                  <a:lnTo>
                    <a:pt x="16073" y="2102509"/>
                  </a:lnTo>
                  <a:lnTo>
                    <a:pt x="17145" y="2102310"/>
                  </a:lnTo>
                  <a:lnTo>
                    <a:pt x="18217" y="2102111"/>
                  </a:lnTo>
                  <a:lnTo>
                    <a:pt x="19288" y="2101911"/>
                  </a:lnTo>
                  <a:lnTo>
                    <a:pt x="20360" y="2101711"/>
                  </a:lnTo>
                  <a:lnTo>
                    <a:pt x="21431" y="2101511"/>
                  </a:lnTo>
                  <a:lnTo>
                    <a:pt x="22503" y="2101311"/>
                  </a:lnTo>
                  <a:lnTo>
                    <a:pt x="23575" y="2101111"/>
                  </a:lnTo>
                  <a:lnTo>
                    <a:pt x="24646" y="2100911"/>
                  </a:lnTo>
                  <a:lnTo>
                    <a:pt x="25718" y="2100711"/>
                  </a:lnTo>
                  <a:lnTo>
                    <a:pt x="26789" y="2100510"/>
                  </a:lnTo>
                  <a:lnTo>
                    <a:pt x="27861" y="2100310"/>
                  </a:lnTo>
                  <a:lnTo>
                    <a:pt x="28933" y="2100109"/>
                  </a:lnTo>
                  <a:lnTo>
                    <a:pt x="30004" y="2099908"/>
                  </a:lnTo>
                  <a:lnTo>
                    <a:pt x="31076" y="2099707"/>
                  </a:lnTo>
                  <a:lnTo>
                    <a:pt x="32147" y="2099506"/>
                  </a:lnTo>
                  <a:lnTo>
                    <a:pt x="33219" y="2099305"/>
                  </a:lnTo>
                  <a:lnTo>
                    <a:pt x="34291" y="2099103"/>
                  </a:lnTo>
                  <a:lnTo>
                    <a:pt x="35362" y="2098902"/>
                  </a:lnTo>
                  <a:lnTo>
                    <a:pt x="36434" y="2098700"/>
                  </a:lnTo>
                  <a:lnTo>
                    <a:pt x="37505" y="2098498"/>
                  </a:lnTo>
                  <a:lnTo>
                    <a:pt x="38577" y="2098296"/>
                  </a:lnTo>
                  <a:lnTo>
                    <a:pt x="39649" y="2098094"/>
                  </a:lnTo>
                  <a:lnTo>
                    <a:pt x="40720" y="2097892"/>
                  </a:lnTo>
                  <a:lnTo>
                    <a:pt x="41792" y="2097690"/>
                  </a:lnTo>
                  <a:lnTo>
                    <a:pt x="42863" y="2097487"/>
                  </a:lnTo>
                  <a:lnTo>
                    <a:pt x="43935" y="2097285"/>
                  </a:lnTo>
                  <a:lnTo>
                    <a:pt x="45007" y="2097082"/>
                  </a:lnTo>
                  <a:lnTo>
                    <a:pt x="46078" y="2096879"/>
                  </a:lnTo>
                  <a:lnTo>
                    <a:pt x="47150" y="2096676"/>
                  </a:lnTo>
                  <a:lnTo>
                    <a:pt x="48221" y="2096473"/>
                  </a:lnTo>
                  <a:lnTo>
                    <a:pt x="49293" y="2096270"/>
                  </a:lnTo>
                  <a:lnTo>
                    <a:pt x="50365" y="2096066"/>
                  </a:lnTo>
                  <a:lnTo>
                    <a:pt x="51436" y="2095863"/>
                  </a:lnTo>
                  <a:lnTo>
                    <a:pt x="52508" y="2095659"/>
                  </a:lnTo>
                  <a:lnTo>
                    <a:pt x="53579" y="2095455"/>
                  </a:lnTo>
                  <a:lnTo>
                    <a:pt x="54651" y="2095251"/>
                  </a:lnTo>
                  <a:lnTo>
                    <a:pt x="55723" y="2095047"/>
                  </a:lnTo>
                  <a:lnTo>
                    <a:pt x="56794" y="2094843"/>
                  </a:lnTo>
                  <a:lnTo>
                    <a:pt x="57866" y="2094639"/>
                  </a:lnTo>
                  <a:lnTo>
                    <a:pt x="58937" y="2094434"/>
                  </a:lnTo>
                  <a:lnTo>
                    <a:pt x="60009" y="2094230"/>
                  </a:lnTo>
                  <a:lnTo>
                    <a:pt x="61081" y="2094025"/>
                  </a:lnTo>
                  <a:lnTo>
                    <a:pt x="62152" y="2093820"/>
                  </a:lnTo>
                  <a:lnTo>
                    <a:pt x="63224" y="2093615"/>
                  </a:lnTo>
                  <a:lnTo>
                    <a:pt x="64295" y="2093410"/>
                  </a:lnTo>
                  <a:lnTo>
                    <a:pt x="65367" y="2093205"/>
                  </a:lnTo>
                  <a:lnTo>
                    <a:pt x="66439" y="2092999"/>
                  </a:lnTo>
                  <a:lnTo>
                    <a:pt x="67510" y="2092794"/>
                  </a:lnTo>
                  <a:lnTo>
                    <a:pt x="68582" y="2092588"/>
                  </a:lnTo>
                  <a:lnTo>
                    <a:pt x="69653" y="2092382"/>
                  </a:lnTo>
                  <a:lnTo>
                    <a:pt x="70725" y="2092176"/>
                  </a:lnTo>
                  <a:lnTo>
                    <a:pt x="71797" y="2091970"/>
                  </a:lnTo>
                  <a:lnTo>
                    <a:pt x="72868" y="2091764"/>
                  </a:lnTo>
                  <a:lnTo>
                    <a:pt x="73940" y="2091558"/>
                  </a:lnTo>
                  <a:lnTo>
                    <a:pt x="75011" y="2091351"/>
                  </a:lnTo>
                  <a:lnTo>
                    <a:pt x="76083" y="2091144"/>
                  </a:lnTo>
                  <a:lnTo>
                    <a:pt x="77155" y="2090938"/>
                  </a:lnTo>
                  <a:lnTo>
                    <a:pt x="78226" y="2090731"/>
                  </a:lnTo>
                  <a:lnTo>
                    <a:pt x="79298" y="2090524"/>
                  </a:lnTo>
                  <a:lnTo>
                    <a:pt x="80369" y="2090316"/>
                  </a:lnTo>
                  <a:lnTo>
                    <a:pt x="81441" y="2090109"/>
                  </a:lnTo>
                  <a:lnTo>
                    <a:pt x="82513" y="2089902"/>
                  </a:lnTo>
                  <a:lnTo>
                    <a:pt x="83584" y="2089694"/>
                  </a:lnTo>
                  <a:lnTo>
                    <a:pt x="84656" y="2089486"/>
                  </a:lnTo>
                  <a:lnTo>
                    <a:pt x="85727" y="2089278"/>
                  </a:lnTo>
                  <a:lnTo>
                    <a:pt x="86799" y="2089070"/>
                  </a:lnTo>
                  <a:lnTo>
                    <a:pt x="87871" y="2088862"/>
                  </a:lnTo>
                  <a:lnTo>
                    <a:pt x="88942" y="2088654"/>
                  </a:lnTo>
                  <a:lnTo>
                    <a:pt x="90014" y="2088445"/>
                  </a:lnTo>
                  <a:lnTo>
                    <a:pt x="91085" y="2088237"/>
                  </a:lnTo>
                  <a:lnTo>
                    <a:pt x="92157" y="2088028"/>
                  </a:lnTo>
                  <a:lnTo>
                    <a:pt x="93229" y="2087819"/>
                  </a:lnTo>
                  <a:lnTo>
                    <a:pt x="94300" y="2087610"/>
                  </a:lnTo>
                  <a:lnTo>
                    <a:pt x="95372" y="2087401"/>
                  </a:lnTo>
                  <a:lnTo>
                    <a:pt x="96443" y="2087191"/>
                  </a:lnTo>
                  <a:lnTo>
                    <a:pt x="97515" y="2086982"/>
                  </a:lnTo>
                  <a:lnTo>
                    <a:pt x="98587" y="2086772"/>
                  </a:lnTo>
                  <a:lnTo>
                    <a:pt x="99658" y="2086562"/>
                  </a:lnTo>
                  <a:lnTo>
                    <a:pt x="100730" y="2086353"/>
                  </a:lnTo>
                  <a:lnTo>
                    <a:pt x="101801" y="2086143"/>
                  </a:lnTo>
                  <a:lnTo>
                    <a:pt x="102873" y="2085932"/>
                  </a:lnTo>
                  <a:lnTo>
                    <a:pt x="103945" y="2085722"/>
                  </a:lnTo>
                  <a:lnTo>
                    <a:pt x="105016" y="2085511"/>
                  </a:lnTo>
                  <a:lnTo>
                    <a:pt x="106088" y="2085301"/>
                  </a:lnTo>
                  <a:lnTo>
                    <a:pt x="107159" y="2085090"/>
                  </a:lnTo>
                  <a:lnTo>
                    <a:pt x="108231" y="2084879"/>
                  </a:lnTo>
                  <a:lnTo>
                    <a:pt x="109303" y="2084668"/>
                  </a:lnTo>
                  <a:lnTo>
                    <a:pt x="110374" y="2084457"/>
                  </a:lnTo>
                  <a:lnTo>
                    <a:pt x="111446" y="2084245"/>
                  </a:lnTo>
                  <a:lnTo>
                    <a:pt x="112517" y="2084034"/>
                  </a:lnTo>
                  <a:lnTo>
                    <a:pt x="113589" y="2083822"/>
                  </a:lnTo>
                  <a:lnTo>
                    <a:pt x="114661" y="2083611"/>
                  </a:lnTo>
                  <a:lnTo>
                    <a:pt x="115732" y="2083399"/>
                  </a:lnTo>
                  <a:lnTo>
                    <a:pt x="116804" y="2083186"/>
                  </a:lnTo>
                  <a:lnTo>
                    <a:pt x="117875" y="2082974"/>
                  </a:lnTo>
                  <a:lnTo>
                    <a:pt x="118947" y="2082762"/>
                  </a:lnTo>
                  <a:lnTo>
                    <a:pt x="120019" y="2082549"/>
                  </a:lnTo>
                  <a:lnTo>
                    <a:pt x="121090" y="2082337"/>
                  </a:lnTo>
                  <a:lnTo>
                    <a:pt x="122162" y="2082124"/>
                  </a:lnTo>
                  <a:lnTo>
                    <a:pt x="123233" y="2081911"/>
                  </a:lnTo>
                  <a:lnTo>
                    <a:pt x="124305" y="2081698"/>
                  </a:lnTo>
                  <a:lnTo>
                    <a:pt x="125377" y="2081484"/>
                  </a:lnTo>
                  <a:lnTo>
                    <a:pt x="126448" y="2081271"/>
                  </a:lnTo>
                  <a:lnTo>
                    <a:pt x="127520" y="2081057"/>
                  </a:lnTo>
                  <a:lnTo>
                    <a:pt x="128591" y="2080844"/>
                  </a:lnTo>
                  <a:lnTo>
                    <a:pt x="129663" y="2080630"/>
                  </a:lnTo>
                  <a:lnTo>
                    <a:pt x="130735" y="2080416"/>
                  </a:lnTo>
                  <a:lnTo>
                    <a:pt x="131806" y="2080201"/>
                  </a:lnTo>
                  <a:lnTo>
                    <a:pt x="132878" y="2079987"/>
                  </a:lnTo>
                  <a:lnTo>
                    <a:pt x="133949" y="2079773"/>
                  </a:lnTo>
                  <a:lnTo>
                    <a:pt x="135021" y="2079558"/>
                  </a:lnTo>
                  <a:lnTo>
                    <a:pt x="136093" y="2079343"/>
                  </a:lnTo>
                  <a:lnTo>
                    <a:pt x="137164" y="2079128"/>
                  </a:lnTo>
                  <a:lnTo>
                    <a:pt x="138236" y="2078913"/>
                  </a:lnTo>
                  <a:lnTo>
                    <a:pt x="139307" y="2078698"/>
                  </a:lnTo>
                  <a:lnTo>
                    <a:pt x="140379" y="2078482"/>
                  </a:lnTo>
                  <a:lnTo>
                    <a:pt x="141451" y="2078267"/>
                  </a:lnTo>
                  <a:lnTo>
                    <a:pt x="142522" y="2078051"/>
                  </a:lnTo>
                  <a:lnTo>
                    <a:pt x="143594" y="2077835"/>
                  </a:lnTo>
                  <a:lnTo>
                    <a:pt x="144665" y="2077619"/>
                  </a:lnTo>
                  <a:lnTo>
                    <a:pt x="145737" y="2077403"/>
                  </a:lnTo>
                  <a:lnTo>
                    <a:pt x="146809" y="2077187"/>
                  </a:lnTo>
                  <a:lnTo>
                    <a:pt x="147880" y="2076970"/>
                  </a:lnTo>
                  <a:lnTo>
                    <a:pt x="148952" y="2076753"/>
                  </a:lnTo>
                  <a:lnTo>
                    <a:pt x="150023" y="2076537"/>
                  </a:lnTo>
                  <a:lnTo>
                    <a:pt x="151095" y="2076320"/>
                  </a:lnTo>
                  <a:lnTo>
                    <a:pt x="152167" y="2076102"/>
                  </a:lnTo>
                  <a:lnTo>
                    <a:pt x="153238" y="2075885"/>
                  </a:lnTo>
                  <a:lnTo>
                    <a:pt x="154310" y="2075668"/>
                  </a:lnTo>
                  <a:lnTo>
                    <a:pt x="155381" y="2075450"/>
                  </a:lnTo>
                  <a:lnTo>
                    <a:pt x="156453" y="2075232"/>
                  </a:lnTo>
                  <a:lnTo>
                    <a:pt x="157525" y="2075014"/>
                  </a:lnTo>
                  <a:lnTo>
                    <a:pt x="158596" y="2074796"/>
                  </a:lnTo>
                  <a:lnTo>
                    <a:pt x="159668" y="2074578"/>
                  </a:lnTo>
                  <a:lnTo>
                    <a:pt x="160739" y="2074360"/>
                  </a:lnTo>
                  <a:lnTo>
                    <a:pt x="161811" y="2074141"/>
                  </a:lnTo>
                  <a:lnTo>
                    <a:pt x="162883" y="2073923"/>
                  </a:lnTo>
                  <a:lnTo>
                    <a:pt x="163954" y="2073704"/>
                  </a:lnTo>
                  <a:lnTo>
                    <a:pt x="165026" y="2073485"/>
                  </a:lnTo>
                  <a:lnTo>
                    <a:pt x="166097" y="2073265"/>
                  </a:lnTo>
                  <a:lnTo>
                    <a:pt x="167169" y="2073046"/>
                  </a:lnTo>
                  <a:lnTo>
                    <a:pt x="168241" y="2072827"/>
                  </a:lnTo>
                  <a:lnTo>
                    <a:pt x="169312" y="2072607"/>
                  </a:lnTo>
                  <a:lnTo>
                    <a:pt x="170384" y="2072387"/>
                  </a:lnTo>
                  <a:lnTo>
                    <a:pt x="171455" y="2072167"/>
                  </a:lnTo>
                  <a:lnTo>
                    <a:pt x="172527" y="2071947"/>
                  </a:lnTo>
                  <a:lnTo>
                    <a:pt x="173599" y="2071726"/>
                  </a:lnTo>
                  <a:lnTo>
                    <a:pt x="174670" y="2071506"/>
                  </a:lnTo>
                  <a:lnTo>
                    <a:pt x="175742" y="2071285"/>
                  </a:lnTo>
                  <a:lnTo>
                    <a:pt x="176813" y="2071065"/>
                  </a:lnTo>
                  <a:lnTo>
                    <a:pt x="177885" y="2070844"/>
                  </a:lnTo>
                  <a:lnTo>
                    <a:pt x="178956" y="2070622"/>
                  </a:lnTo>
                  <a:lnTo>
                    <a:pt x="180028" y="2070401"/>
                  </a:lnTo>
                  <a:lnTo>
                    <a:pt x="181100" y="2070180"/>
                  </a:lnTo>
                  <a:lnTo>
                    <a:pt x="182171" y="2069958"/>
                  </a:lnTo>
                  <a:lnTo>
                    <a:pt x="183243" y="2069736"/>
                  </a:lnTo>
                  <a:lnTo>
                    <a:pt x="184314" y="2069514"/>
                  </a:lnTo>
                  <a:lnTo>
                    <a:pt x="185386" y="2069292"/>
                  </a:lnTo>
                  <a:lnTo>
                    <a:pt x="186458" y="2069070"/>
                  </a:lnTo>
                  <a:lnTo>
                    <a:pt x="187529" y="2068847"/>
                  </a:lnTo>
                  <a:lnTo>
                    <a:pt x="188601" y="2068625"/>
                  </a:lnTo>
                  <a:lnTo>
                    <a:pt x="189672" y="2068402"/>
                  </a:lnTo>
                  <a:lnTo>
                    <a:pt x="190744" y="2068179"/>
                  </a:lnTo>
                  <a:lnTo>
                    <a:pt x="191816" y="2067956"/>
                  </a:lnTo>
                  <a:lnTo>
                    <a:pt x="192887" y="2067732"/>
                  </a:lnTo>
                  <a:lnTo>
                    <a:pt x="193959" y="2067509"/>
                  </a:lnTo>
                  <a:lnTo>
                    <a:pt x="195030" y="2067285"/>
                  </a:lnTo>
                  <a:lnTo>
                    <a:pt x="196102" y="2067061"/>
                  </a:lnTo>
                  <a:lnTo>
                    <a:pt x="197174" y="2066837"/>
                  </a:lnTo>
                  <a:lnTo>
                    <a:pt x="198245" y="2066613"/>
                  </a:lnTo>
                  <a:lnTo>
                    <a:pt x="199317" y="2066389"/>
                  </a:lnTo>
                  <a:lnTo>
                    <a:pt x="200388" y="2066164"/>
                  </a:lnTo>
                  <a:lnTo>
                    <a:pt x="201460" y="2065939"/>
                  </a:lnTo>
                  <a:lnTo>
                    <a:pt x="202532" y="2065715"/>
                  </a:lnTo>
                  <a:lnTo>
                    <a:pt x="203603" y="2065490"/>
                  </a:lnTo>
                  <a:lnTo>
                    <a:pt x="204675" y="2065264"/>
                  </a:lnTo>
                  <a:lnTo>
                    <a:pt x="205746" y="2065039"/>
                  </a:lnTo>
                  <a:lnTo>
                    <a:pt x="206818" y="2064813"/>
                  </a:lnTo>
                  <a:lnTo>
                    <a:pt x="207890" y="2064588"/>
                  </a:lnTo>
                  <a:lnTo>
                    <a:pt x="208961" y="2064362"/>
                  </a:lnTo>
                  <a:lnTo>
                    <a:pt x="210033" y="2064136"/>
                  </a:lnTo>
                  <a:lnTo>
                    <a:pt x="211104" y="2063909"/>
                  </a:lnTo>
                  <a:lnTo>
                    <a:pt x="212176" y="2063683"/>
                  </a:lnTo>
                  <a:lnTo>
                    <a:pt x="213248" y="2063456"/>
                  </a:lnTo>
                  <a:lnTo>
                    <a:pt x="214319" y="2063230"/>
                  </a:lnTo>
                  <a:lnTo>
                    <a:pt x="215391" y="2063003"/>
                  </a:lnTo>
                  <a:lnTo>
                    <a:pt x="216462" y="2062775"/>
                  </a:lnTo>
                  <a:lnTo>
                    <a:pt x="217534" y="2062548"/>
                  </a:lnTo>
                  <a:lnTo>
                    <a:pt x="218606" y="2062321"/>
                  </a:lnTo>
                  <a:lnTo>
                    <a:pt x="219677" y="2062093"/>
                  </a:lnTo>
                  <a:lnTo>
                    <a:pt x="220749" y="2061865"/>
                  </a:lnTo>
                  <a:lnTo>
                    <a:pt x="221820" y="2061637"/>
                  </a:lnTo>
                  <a:lnTo>
                    <a:pt x="222892" y="2061409"/>
                  </a:lnTo>
                  <a:lnTo>
                    <a:pt x="223964" y="2061180"/>
                  </a:lnTo>
                  <a:lnTo>
                    <a:pt x="225035" y="2060952"/>
                  </a:lnTo>
                  <a:lnTo>
                    <a:pt x="226107" y="2060723"/>
                  </a:lnTo>
                  <a:lnTo>
                    <a:pt x="227178" y="2060494"/>
                  </a:lnTo>
                  <a:lnTo>
                    <a:pt x="228250" y="2060265"/>
                  </a:lnTo>
                  <a:lnTo>
                    <a:pt x="229322" y="2060036"/>
                  </a:lnTo>
                  <a:lnTo>
                    <a:pt x="230393" y="2059806"/>
                  </a:lnTo>
                  <a:lnTo>
                    <a:pt x="231465" y="2059576"/>
                  </a:lnTo>
                  <a:lnTo>
                    <a:pt x="232536" y="2059347"/>
                  </a:lnTo>
                  <a:lnTo>
                    <a:pt x="233608" y="2059117"/>
                  </a:lnTo>
                  <a:lnTo>
                    <a:pt x="234680" y="2058886"/>
                  </a:lnTo>
                  <a:lnTo>
                    <a:pt x="235751" y="2058656"/>
                  </a:lnTo>
                  <a:lnTo>
                    <a:pt x="236823" y="2058425"/>
                  </a:lnTo>
                  <a:lnTo>
                    <a:pt x="237894" y="2058195"/>
                  </a:lnTo>
                  <a:lnTo>
                    <a:pt x="238966" y="2057964"/>
                  </a:lnTo>
                  <a:lnTo>
                    <a:pt x="240038" y="2057732"/>
                  </a:lnTo>
                  <a:lnTo>
                    <a:pt x="241109" y="2057501"/>
                  </a:lnTo>
                  <a:lnTo>
                    <a:pt x="242181" y="2057269"/>
                  </a:lnTo>
                  <a:lnTo>
                    <a:pt x="243252" y="2057038"/>
                  </a:lnTo>
                  <a:lnTo>
                    <a:pt x="244324" y="2056806"/>
                  </a:lnTo>
                  <a:lnTo>
                    <a:pt x="245396" y="2056574"/>
                  </a:lnTo>
                  <a:lnTo>
                    <a:pt x="246467" y="2056341"/>
                  </a:lnTo>
                  <a:lnTo>
                    <a:pt x="247539" y="2056109"/>
                  </a:lnTo>
                  <a:lnTo>
                    <a:pt x="248610" y="2055876"/>
                  </a:lnTo>
                  <a:lnTo>
                    <a:pt x="249682" y="2055643"/>
                  </a:lnTo>
                  <a:lnTo>
                    <a:pt x="250754" y="2055410"/>
                  </a:lnTo>
                  <a:lnTo>
                    <a:pt x="251825" y="2055177"/>
                  </a:lnTo>
                  <a:lnTo>
                    <a:pt x="252897" y="2054944"/>
                  </a:lnTo>
                  <a:lnTo>
                    <a:pt x="253968" y="2054710"/>
                  </a:lnTo>
                  <a:lnTo>
                    <a:pt x="255040" y="2054476"/>
                  </a:lnTo>
                  <a:lnTo>
                    <a:pt x="256112" y="2054242"/>
                  </a:lnTo>
                  <a:lnTo>
                    <a:pt x="257183" y="2054008"/>
                  </a:lnTo>
                  <a:lnTo>
                    <a:pt x="258255" y="2053774"/>
                  </a:lnTo>
                  <a:lnTo>
                    <a:pt x="259326" y="2053539"/>
                  </a:lnTo>
                  <a:lnTo>
                    <a:pt x="260398" y="2053304"/>
                  </a:lnTo>
                  <a:lnTo>
                    <a:pt x="261470" y="2053069"/>
                  </a:lnTo>
                  <a:lnTo>
                    <a:pt x="262541" y="2052834"/>
                  </a:lnTo>
                  <a:lnTo>
                    <a:pt x="263613" y="2052599"/>
                  </a:lnTo>
                  <a:lnTo>
                    <a:pt x="264684" y="2052363"/>
                  </a:lnTo>
                  <a:lnTo>
                    <a:pt x="265756" y="2052127"/>
                  </a:lnTo>
                  <a:lnTo>
                    <a:pt x="266828" y="2051891"/>
                  </a:lnTo>
                  <a:lnTo>
                    <a:pt x="267899" y="2051655"/>
                  </a:lnTo>
                  <a:lnTo>
                    <a:pt x="268971" y="2051419"/>
                  </a:lnTo>
                  <a:lnTo>
                    <a:pt x="270042" y="2051182"/>
                  </a:lnTo>
                  <a:lnTo>
                    <a:pt x="271114" y="2050945"/>
                  </a:lnTo>
                  <a:lnTo>
                    <a:pt x="272186" y="2050708"/>
                  </a:lnTo>
                  <a:lnTo>
                    <a:pt x="273257" y="2050471"/>
                  </a:lnTo>
                  <a:lnTo>
                    <a:pt x="274329" y="2050234"/>
                  </a:lnTo>
                  <a:lnTo>
                    <a:pt x="275400" y="2049996"/>
                  </a:lnTo>
                  <a:lnTo>
                    <a:pt x="276472" y="2049758"/>
                  </a:lnTo>
                  <a:lnTo>
                    <a:pt x="277544" y="2049520"/>
                  </a:lnTo>
                  <a:lnTo>
                    <a:pt x="278615" y="2049282"/>
                  </a:lnTo>
                  <a:lnTo>
                    <a:pt x="279687" y="2049044"/>
                  </a:lnTo>
                  <a:lnTo>
                    <a:pt x="280758" y="2048805"/>
                  </a:lnTo>
                  <a:lnTo>
                    <a:pt x="281830" y="2048566"/>
                  </a:lnTo>
                  <a:lnTo>
                    <a:pt x="282902" y="2048327"/>
                  </a:lnTo>
                  <a:lnTo>
                    <a:pt x="283973" y="2048088"/>
                  </a:lnTo>
                  <a:lnTo>
                    <a:pt x="285045" y="2047848"/>
                  </a:lnTo>
                  <a:lnTo>
                    <a:pt x="286116" y="2047609"/>
                  </a:lnTo>
                  <a:lnTo>
                    <a:pt x="287188" y="2047369"/>
                  </a:lnTo>
                  <a:lnTo>
                    <a:pt x="288260" y="2047129"/>
                  </a:lnTo>
                  <a:lnTo>
                    <a:pt x="289331" y="2046889"/>
                  </a:lnTo>
                  <a:lnTo>
                    <a:pt x="290403" y="2046648"/>
                  </a:lnTo>
                  <a:lnTo>
                    <a:pt x="291474" y="2046407"/>
                  </a:lnTo>
                  <a:lnTo>
                    <a:pt x="292546" y="2046166"/>
                  </a:lnTo>
                  <a:lnTo>
                    <a:pt x="293618" y="2045925"/>
                  </a:lnTo>
                  <a:lnTo>
                    <a:pt x="294689" y="2045684"/>
                  </a:lnTo>
                  <a:lnTo>
                    <a:pt x="295761" y="2045442"/>
                  </a:lnTo>
                  <a:lnTo>
                    <a:pt x="296832" y="2045201"/>
                  </a:lnTo>
                  <a:lnTo>
                    <a:pt x="297904" y="2044959"/>
                  </a:lnTo>
                  <a:lnTo>
                    <a:pt x="298976" y="2044716"/>
                  </a:lnTo>
                  <a:lnTo>
                    <a:pt x="300047" y="2044474"/>
                  </a:lnTo>
                  <a:lnTo>
                    <a:pt x="301119" y="2044231"/>
                  </a:lnTo>
                  <a:lnTo>
                    <a:pt x="302190" y="2043988"/>
                  </a:lnTo>
                  <a:lnTo>
                    <a:pt x="303262" y="2043745"/>
                  </a:lnTo>
                  <a:lnTo>
                    <a:pt x="304334" y="2043502"/>
                  </a:lnTo>
                  <a:lnTo>
                    <a:pt x="305405" y="2043259"/>
                  </a:lnTo>
                  <a:lnTo>
                    <a:pt x="306477" y="2043015"/>
                  </a:lnTo>
                  <a:lnTo>
                    <a:pt x="307548" y="2042771"/>
                  </a:lnTo>
                  <a:lnTo>
                    <a:pt x="308620" y="2042527"/>
                  </a:lnTo>
                  <a:lnTo>
                    <a:pt x="309692" y="2042282"/>
                  </a:lnTo>
                  <a:lnTo>
                    <a:pt x="310763" y="2042038"/>
                  </a:lnTo>
                  <a:lnTo>
                    <a:pt x="311835" y="2041793"/>
                  </a:lnTo>
                  <a:lnTo>
                    <a:pt x="312906" y="2041548"/>
                  </a:lnTo>
                  <a:lnTo>
                    <a:pt x="313978" y="2041303"/>
                  </a:lnTo>
                  <a:lnTo>
                    <a:pt x="315050" y="2041057"/>
                  </a:lnTo>
                  <a:lnTo>
                    <a:pt x="316121" y="2040811"/>
                  </a:lnTo>
                  <a:lnTo>
                    <a:pt x="317193" y="2040565"/>
                  </a:lnTo>
                  <a:lnTo>
                    <a:pt x="318264" y="2040319"/>
                  </a:lnTo>
                  <a:lnTo>
                    <a:pt x="319336" y="2040073"/>
                  </a:lnTo>
                  <a:lnTo>
                    <a:pt x="320408" y="2039826"/>
                  </a:lnTo>
                  <a:lnTo>
                    <a:pt x="321479" y="2039579"/>
                  </a:lnTo>
                  <a:lnTo>
                    <a:pt x="322551" y="2039332"/>
                  </a:lnTo>
                  <a:lnTo>
                    <a:pt x="323622" y="2039085"/>
                  </a:lnTo>
                  <a:lnTo>
                    <a:pt x="324694" y="2038837"/>
                  </a:lnTo>
                  <a:lnTo>
                    <a:pt x="325766" y="2038589"/>
                  </a:lnTo>
                  <a:lnTo>
                    <a:pt x="326837" y="2038341"/>
                  </a:lnTo>
                  <a:lnTo>
                    <a:pt x="327909" y="2038093"/>
                  </a:lnTo>
                  <a:lnTo>
                    <a:pt x="328980" y="2037845"/>
                  </a:lnTo>
                  <a:lnTo>
                    <a:pt x="330052" y="2037596"/>
                  </a:lnTo>
                  <a:lnTo>
                    <a:pt x="331124" y="2037347"/>
                  </a:lnTo>
                  <a:lnTo>
                    <a:pt x="332195" y="2037098"/>
                  </a:lnTo>
                  <a:lnTo>
                    <a:pt x="333267" y="2036848"/>
                  </a:lnTo>
                  <a:lnTo>
                    <a:pt x="334338" y="2036598"/>
                  </a:lnTo>
                  <a:lnTo>
                    <a:pt x="335410" y="2036349"/>
                  </a:lnTo>
                  <a:lnTo>
                    <a:pt x="336482" y="2036098"/>
                  </a:lnTo>
                  <a:lnTo>
                    <a:pt x="337553" y="2035848"/>
                  </a:lnTo>
                  <a:lnTo>
                    <a:pt x="338625" y="2035597"/>
                  </a:lnTo>
                  <a:lnTo>
                    <a:pt x="339696" y="2035346"/>
                  </a:lnTo>
                  <a:lnTo>
                    <a:pt x="340768" y="2035095"/>
                  </a:lnTo>
                  <a:lnTo>
                    <a:pt x="341840" y="2034844"/>
                  </a:lnTo>
                  <a:lnTo>
                    <a:pt x="342911" y="2034592"/>
                  </a:lnTo>
                  <a:lnTo>
                    <a:pt x="343983" y="2034341"/>
                  </a:lnTo>
                  <a:lnTo>
                    <a:pt x="345054" y="2034088"/>
                  </a:lnTo>
                  <a:lnTo>
                    <a:pt x="346126" y="2033836"/>
                  </a:lnTo>
                  <a:lnTo>
                    <a:pt x="347198" y="2033583"/>
                  </a:lnTo>
                  <a:lnTo>
                    <a:pt x="348269" y="2033331"/>
                  </a:lnTo>
                  <a:lnTo>
                    <a:pt x="349341" y="2033078"/>
                  </a:lnTo>
                  <a:lnTo>
                    <a:pt x="350412" y="2032824"/>
                  </a:lnTo>
                  <a:lnTo>
                    <a:pt x="351484" y="2032571"/>
                  </a:lnTo>
                  <a:lnTo>
                    <a:pt x="352556" y="2032317"/>
                  </a:lnTo>
                  <a:lnTo>
                    <a:pt x="353627" y="2032063"/>
                  </a:lnTo>
                  <a:lnTo>
                    <a:pt x="354699" y="2031808"/>
                  </a:lnTo>
                  <a:lnTo>
                    <a:pt x="355770" y="2031554"/>
                  </a:lnTo>
                  <a:lnTo>
                    <a:pt x="356842" y="2031299"/>
                  </a:lnTo>
                  <a:lnTo>
                    <a:pt x="357913" y="2031044"/>
                  </a:lnTo>
                  <a:lnTo>
                    <a:pt x="358985" y="2030788"/>
                  </a:lnTo>
                  <a:lnTo>
                    <a:pt x="360057" y="2030533"/>
                  </a:lnTo>
                  <a:lnTo>
                    <a:pt x="361128" y="2030277"/>
                  </a:lnTo>
                  <a:lnTo>
                    <a:pt x="362200" y="2030021"/>
                  </a:lnTo>
                  <a:lnTo>
                    <a:pt x="363271" y="2029765"/>
                  </a:lnTo>
                  <a:lnTo>
                    <a:pt x="364343" y="2029508"/>
                  </a:lnTo>
                  <a:lnTo>
                    <a:pt x="365415" y="2029251"/>
                  </a:lnTo>
                  <a:lnTo>
                    <a:pt x="366486" y="2028994"/>
                  </a:lnTo>
                  <a:lnTo>
                    <a:pt x="367558" y="2028736"/>
                  </a:lnTo>
                  <a:lnTo>
                    <a:pt x="368629" y="2028479"/>
                  </a:lnTo>
                  <a:lnTo>
                    <a:pt x="369701" y="2028221"/>
                  </a:lnTo>
                  <a:lnTo>
                    <a:pt x="370773" y="2027962"/>
                  </a:lnTo>
                  <a:lnTo>
                    <a:pt x="371844" y="2027704"/>
                  </a:lnTo>
                  <a:lnTo>
                    <a:pt x="372916" y="2027445"/>
                  </a:lnTo>
                  <a:lnTo>
                    <a:pt x="373987" y="2027186"/>
                  </a:lnTo>
                  <a:lnTo>
                    <a:pt x="375059" y="2026927"/>
                  </a:lnTo>
                  <a:lnTo>
                    <a:pt x="376131" y="2026667"/>
                  </a:lnTo>
                  <a:lnTo>
                    <a:pt x="377202" y="2026408"/>
                  </a:lnTo>
                  <a:lnTo>
                    <a:pt x="378274" y="2026147"/>
                  </a:lnTo>
                  <a:lnTo>
                    <a:pt x="379345" y="2025887"/>
                  </a:lnTo>
                  <a:lnTo>
                    <a:pt x="380417" y="2025626"/>
                  </a:lnTo>
                  <a:lnTo>
                    <a:pt x="381489" y="2025366"/>
                  </a:lnTo>
                  <a:lnTo>
                    <a:pt x="382560" y="2025104"/>
                  </a:lnTo>
                  <a:lnTo>
                    <a:pt x="383632" y="2024843"/>
                  </a:lnTo>
                  <a:lnTo>
                    <a:pt x="384703" y="2024581"/>
                  </a:lnTo>
                  <a:lnTo>
                    <a:pt x="385775" y="2024319"/>
                  </a:lnTo>
                  <a:lnTo>
                    <a:pt x="386847" y="2024057"/>
                  </a:lnTo>
                  <a:lnTo>
                    <a:pt x="387918" y="2023794"/>
                  </a:lnTo>
                  <a:lnTo>
                    <a:pt x="388990" y="2023531"/>
                  </a:lnTo>
                  <a:lnTo>
                    <a:pt x="390061" y="2023268"/>
                  </a:lnTo>
                  <a:lnTo>
                    <a:pt x="391133" y="2023005"/>
                  </a:lnTo>
                  <a:lnTo>
                    <a:pt x="392205" y="2022741"/>
                  </a:lnTo>
                  <a:lnTo>
                    <a:pt x="393276" y="2022477"/>
                  </a:lnTo>
                  <a:lnTo>
                    <a:pt x="394348" y="2022213"/>
                  </a:lnTo>
                  <a:lnTo>
                    <a:pt x="395419" y="2021948"/>
                  </a:lnTo>
                  <a:lnTo>
                    <a:pt x="396491" y="2021683"/>
                  </a:lnTo>
                  <a:lnTo>
                    <a:pt x="397563" y="2021418"/>
                  </a:lnTo>
                  <a:lnTo>
                    <a:pt x="398634" y="2021153"/>
                  </a:lnTo>
                  <a:lnTo>
                    <a:pt x="399706" y="2020887"/>
                  </a:lnTo>
                  <a:lnTo>
                    <a:pt x="400777" y="2020621"/>
                  </a:lnTo>
                  <a:lnTo>
                    <a:pt x="401849" y="2020355"/>
                  </a:lnTo>
                  <a:lnTo>
                    <a:pt x="402921" y="2020088"/>
                  </a:lnTo>
                  <a:lnTo>
                    <a:pt x="403992" y="2019821"/>
                  </a:lnTo>
                  <a:lnTo>
                    <a:pt x="405064" y="2019554"/>
                  </a:lnTo>
                  <a:lnTo>
                    <a:pt x="406135" y="2019287"/>
                  </a:lnTo>
                  <a:lnTo>
                    <a:pt x="407207" y="2019019"/>
                  </a:lnTo>
                  <a:lnTo>
                    <a:pt x="408279" y="2018751"/>
                  </a:lnTo>
                  <a:lnTo>
                    <a:pt x="409350" y="2018482"/>
                  </a:lnTo>
                  <a:lnTo>
                    <a:pt x="410422" y="2018214"/>
                  </a:lnTo>
                  <a:lnTo>
                    <a:pt x="411493" y="2017945"/>
                  </a:lnTo>
                  <a:lnTo>
                    <a:pt x="412565" y="2017675"/>
                  </a:lnTo>
                  <a:lnTo>
                    <a:pt x="413637" y="2017406"/>
                  </a:lnTo>
                  <a:lnTo>
                    <a:pt x="414708" y="2017136"/>
                  </a:lnTo>
                  <a:lnTo>
                    <a:pt x="415780" y="2016865"/>
                  </a:lnTo>
                  <a:lnTo>
                    <a:pt x="416851" y="2016595"/>
                  </a:lnTo>
                  <a:lnTo>
                    <a:pt x="417923" y="2016324"/>
                  </a:lnTo>
                  <a:lnTo>
                    <a:pt x="418995" y="2016053"/>
                  </a:lnTo>
                  <a:lnTo>
                    <a:pt x="420066" y="2015781"/>
                  </a:lnTo>
                  <a:lnTo>
                    <a:pt x="421138" y="2015510"/>
                  </a:lnTo>
                  <a:lnTo>
                    <a:pt x="422209" y="2015237"/>
                  </a:lnTo>
                  <a:lnTo>
                    <a:pt x="423281" y="2014965"/>
                  </a:lnTo>
                  <a:lnTo>
                    <a:pt x="424353" y="2014692"/>
                  </a:lnTo>
                  <a:lnTo>
                    <a:pt x="425424" y="2014419"/>
                  </a:lnTo>
                  <a:lnTo>
                    <a:pt x="426496" y="2014146"/>
                  </a:lnTo>
                  <a:lnTo>
                    <a:pt x="427567" y="2013872"/>
                  </a:lnTo>
                  <a:lnTo>
                    <a:pt x="428639" y="2013598"/>
                  </a:lnTo>
                  <a:lnTo>
                    <a:pt x="429711" y="2013323"/>
                  </a:lnTo>
                  <a:lnTo>
                    <a:pt x="430782" y="2013049"/>
                  </a:lnTo>
                  <a:lnTo>
                    <a:pt x="431854" y="2012774"/>
                  </a:lnTo>
                  <a:lnTo>
                    <a:pt x="432925" y="2012498"/>
                  </a:lnTo>
                  <a:lnTo>
                    <a:pt x="433997" y="2012222"/>
                  </a:lnTo>
                  <a:lnTo>
                    <a:pt x="435069" y="2011946"/>
                  </a:lnTo>
                  <a:lnTo>
                    <a:pt x="436140" y="2011670"/>
                  </a:lnTo>
                  <a:lnTo>
                    <a:pt x="437212" y="2011393"/>
                  </a:lnTo>
                  <a:lnTo>
                    <a:pt x="438283" y="2011116"/>
                  </a:lnTo>
                  <a:lnTo>
                    <a:pt x="439355" y="2010839"/>
                  </a:lnTo>
                  <a:lnTo>
                    <a:pt x="440427" y="2010561"/>
                  </a:lnTo>
                  <a:lnTo>
                    <a:pt x="441498" y="2010283"/>
                  </a:lnTo>
                  <a:lnTo>
                    <a:pt x="442570" y="2010004"/>
                  </a:lnTo>
                  <a:lnTo>
                    <a:pt x="443641" y="2009725"/>
                  </a:lnTo>
                  <a:lnTo>
                    <a:pt x="444713" y="2009446"/>
                  </a:lnTo>
                  <a:lnTo>
                    <a:pt x="445785" y="2009167"/>
                  </a:lnTo>
                  <a:lnTo>
                    <a:pt x="446856" y="2008887"/>
                  </a:lnTo>
                  <a:lnTo>
                    <a:pt x="447928" y="2008607"/>
                  </a:lnTo>
                  <a:lnTo>
                    <a:pt x="448999" y="2008326"/>
                  </a:lnTo>
                  <a:lnTo>
                    <a:pt x="450071" y="2008045"/>
                  </a:lnTo>
                  <a:lnTo>
                    <a:pt x="451143" y="2007764"/>
                  </a:lnTo>
                  <a:lnTo>
                    <a:pt x="452214" y="2007482"/>
                  </a:lnTo>
                  <a:lnTo>
                    <a:pt x="453286" y="2007200"/>
                  </a:lnTo>
                  <a:lnTo>
                    <a:pt x="454357" y="2006917"/>
                  </a:lnTo>
                  <a:lnTo>
                    <a:pt x="455429" y="2006635"/>
                  </a:lnTo>
                  <a:lnTo>
                    <a:pt x="456501" y="2006352"/>
                  </a:lnTo>
                  <a:lnTo>
                    <a:pt x="457572" y="2006068"/>
                  </a:lnTo>
                  <a:lnTo>
                    <a:pt x="458644" y="2005784"/>
                  </a:lnTo>
                  <a:lnTo>
                    <a:pt x="459715" y="2005500"/>
                  </a:lnTo>
                  <a:lnTo>
                    <a:pt x="460787" y="2005215"/>
                  </a:lnTo>
                  <a:lnTo>
                    <a:pt x="461859" y="2004930"/>
                  </a:lnTo>
                  <a:lnTo>
                    <a:pt x="462930" y="2004645"/>
                  </a:lnTo>
                  <a:lnTo>
                    <a:pt x="464002" y="2004359"/>
                  </a:lnTo>
                  <a:lnTo>
                    <a:pt x="465073" y="2004073"/>
                  </a:lnTo>
                  <a:lnTo>
                    <a:pt x="466145" y="2003786"/>
                  </a:lnTo>
                  <a:lnTo>
                    <a:pt x="467217" y="2003499"/>
                  </a:lnTo>
                  <a:lnTo>
                    <a:pt x="468288" y="2003212"/>
                  </a:lnTo>
                  <a:lnTo>
                    <a:pt x="469360" y="2002924"/>
                  </a:lnTo>
                  <a:lnTo>
                    <a:pt x="470431" y="2002636"/>
                  </a:lnTo>
                  <a:lnTo>
                    <a:pt x="471503" y="2002348"/>
                  </a:lnTo>
                  <a:lnTo>
                    <a:pt x="472575" y="2002059"/>
                  </a:lnTo>
                  <a:lnTo>
                    <a:pt x="473646" y="2001770"/>
                  </a:lnTo>
                  <a:lnTo>
                    <a:pt x="474718" y="2001480"/>
                  </a:lnTo>
                  <a:lnTo>
                    <a:pt x="475789" y="2001190"/>
                  </a:lnTo>
                  <a:lnTo>
                    <a:pt x="476861" y="2000899"/>
                  </a:lnTo>
                  <a:lnTo>
                    <a:pt x="477933" y="2000609"/>
                  </a:lnTo>
                  <a:lnTo>
                    <a:pt x="479004" y="2000317"/>
                  </a:lnTo>
                  <a:lnTo>
                    <a:pt x="480076" y="2000026"/>
                  </a:lnTo>
                  <a:lnTo>
                    <a:pt x="481147" y="1999734"/>
                  </a:lnTo>
                  <a:lnTo>
                    <a:pt x="482219" y="1999441"/>
                  </a:lnTo>
                  <a:lnTo>
                    <a:pt x="483291" y="1999148"/>
                  </a:lnTo>
                  <a:lnTo>
                    <a:pt x="484362" y="1998855"/>
                  </a:lnTo>
                  <a:lnTo>
                    <a:pt x="485434" y="1998561"/>
                  </a:lnTo>
                  <a:lnTo>
                    <a:pt x="486505" y="1998267"/>
                  </a:lnTo>
                  <a:lnTo>
                    <a:pt x="487577" y="1997973"/>
                  </a:lnTo>
                  <a:lnTo>
                    <a:pt x="488649" y="1997678"/>
                  </a:lnTo>
                  <a:lnTo>
                    <a:pt x="489720" y="1997382"/>
                  </a:lnTo>
                  <a:lnTo>
                    <a:pt x="490792" y="1997086"/>
                  </a:lnTo>
                  <a:lnTo>
                    <a:pt x="491863" y="1996790"/>
                  </a:lnTo>
                  <a:lnTo>
                    <a:pt x="492935" y="1996494"/>
                  </a:lnTo>
                  <a:lnTo>
                    <a:pt x="494007" y="1996196"/>
                  </a:lnTo>
                  <a:lnTo>
                    <a:pt x="495078" y="1995899"/>
                  </a:lnTo>
                  <a:lnTo>
                    <a:pt x="496150" y="1995601"/>
                  </a:lnTo>
                  <a:lnTo>
                    <a:pt x="497221" y="1995303"/>
                  </a:lnTo>
                  <a:lnTo>
                    <a:pt x="498293" y="1995004"/>
                  </a:lnTo>
                  <a:lnTo>
                    <a:pt x="499365" y="1994705"/>
                  </a:lnTo>
                  <a:lnTo>
                    <a:pt x="500436" y="1994405"/>
                  </a:lnTo>
                  <a:lnTo>
                    <a:pt x="501508" y="1994105"/>
                  </a:lnTo>
                  <a:lnTo>
                    <a:pt x="502579" y="1993804"/>
                  </a:lnTo>
                  <a:lnTo>
                    <a:pt x="503651" y="1993503"/>
                  </a:lnTo>
                  <a:lnTo>
                    <a:pt x="504723" y="1993202"/>
                  </a:lnTo>
                  <a:lnTo>
                    <a:pt x="505794" y="1992900"/>
                  </a:lnTo>
                  <a:lnTo>
                    <a:pt x="506866" y="1992598"/>
                  </a:lnTo>
                  <a:lnTo>
                    <a:pt x="507937" y="1992295"/>
                  </a:lnTo>
                  <a:lnTo>
                    <a:pt x="509009" y="1991992"/>
                  </a:lnTo>
                  <a:lnTo>
                    <a:pt x="510081" y="1991688"/>
                  </a:lnTo>
                  <a:lnTo>
                    <a:pt x="511152" y="1991384"/>
                  </a:lnTo>
                  <a:lnTo>
                    <a:pt x="512224" y="1991079"/>
                  </a:lnTo>
                  <a:lnTo>
                    <a:pt x="513295" y="1990774"/>
                  </a:lnTo>
                  <a:lnTo>
                    <a:pt x="514367" y="1990469"/>
                  </a:lnTo>
                  <a:lnTo>
                    <a:pt x="515439" y="1990163"/>
                  </a:lnTo>
                  <a:lnTo>
                    <a:pt x="516510" y="1989856"/>
                  </a:lnTo>
                  <a:lnTo>
                    <a:pt x="517582" y="1989549"/>
                  </a:lnTo>
                  <a:lnTo>
                    <a:pt x="518653" y="1989242"/>
                  </a:lnTo>
                  <a:lnTo>
                    <a:pt x="519725" y="1988934"/>
                  </a:lnTo>
                  <a:lnTo>
                    <a:pt x="520797" y="1988626"/>
                  </a:lnTo>
                  <a:lnTo>
                    <a:pt x="521868" y="1988317"/>
                  </a:lnTo>
                  <a:lnTo>
                    <a:pt x="522940" y="1988008"/>
                  </a:lnTo>
                  <a:lnTo>
                    <a:pt x="524011" y="1987698"/>
                  </a:lnTo>
                  <a:lnTo>
                    <a:pt x="525083" y="1987388"/>
                  </a:lnTo>
                  <a:lnTo>
                    <a:pt x="526155" y="1987077"/>
                  </a:lnTo>
                  <a:lnTo>
                    <a:pt x="527226" y="1986766"/>
                  </a:lnTo>
                  <a:lnTo>
                    <a:pt x="528298" y="1986454"/>
                  </a:lnTo>
                  <a:lnTo>
                    <a:pt x="529369" y="1986142"/>
                  </a:lnTo>
                  <a:lnTo>
                    <a:pt x="530441" y="1985830"/>
                  </a:lnTo>
                  <a:lnTo>
                    <a:pt x="531513" y="1985516"/>
                  </a:lnTo>
                  <a:lnTo>
                    <a:pt x="532584" y="1985203"/>
                  </a:lnTo>
                  <a:lnTo>
                    <a:pt x="533656" y="1984889"/>
                  </a:lnTo>
                  <a:lnTo>
                    <a:pt x="534727" y="1984574"/>
                  </a:lnTo>
                  <a:lnTo>
                    <a:pt x="535799" y="1984259"/>
                  </a:lnTo>
                  <a:lnTo>
                    <a:pt x="536870" y="1983944"/>
                  </a:lnTo>
                  <a:lnTo>
                    <a:pt x="537942" y="1983627"/>
                  </a:lnTo>
                  <a:lnTo>
                    <a:pt x="539014" y="1983311"/>
                  </a:lnTo>
                  <a:lnTo>
                    <a:pt x="540085" y="1982994"/>
                  </a:lnTo>
                  <a:lnTo>
                    <a:pt x="541157" y="1982676"/>
                  </a:lnTo>
                  <a:lnTo>
                    <a:pt x="542228" y="1982358"/>
                  </a:lnTo>
                  <a:lnTo>
                    <a:pt x="543300" y="1982040"/>
                  </a:lnTo>
                  <a:lnTo>
                    <a:pt x="544372" y="1981720"/>
                  </a:lnTo>
                  <a:lnTo>
                    <a:pt x="545443" y="1981401"/>
                  </a:lnTo>
                  <a:lnTo>
                    <a:pt x="546515" y="1981081"/>
                  </a:lnTo>
                  <a:lnTo>
                    <a:pt x="547586" y="1980760"/>
                  </a:lnTo>
                  <a:lnTo>
                    <a:pt x="548658" y="1980439"/>
                  </a:lnTo>
                  <a:lnTo>
                    <a:pt x="549730" y="1980117"/>
                  </a:lnTo>
                  <a:lnTo>
                    <a:pt x="550801" y="1979795"/>
                  </a:lnTo>
                  <a:lnTo>
                    <a:pt x="551873" y="1979472"/>
                  </a:lnTo>
                  <a:lnTo>
                    <a:pt x="552944" y="1979149"/>
                  </a:lnTo>
                  <a:lnTo>
                    <a:pt x="554016" y="1978825"/>
                  </a:lnTo>
                  <a:lnTo>
                    <a:pt x="555088" y="1978501"/>
                  </a:lnTo>
                  <a:lnTo>
                    <a:pt x="556159" y="1978176"/>
                  </a:lnTo>
                  <a:lnTo>
                    <a:pt x="557231" y="1977851"/>
                  </a:lnTo>
                  <a:lnTo>
                    <a:pt x="558302" y="1977525"/>
                  </a:lnTo>
                  <a:lnTo>
                    <a:pt x="559374" y="1977199"/>
                  </a:lnTo>
                  <a:lnTo>
                    <a:pt x="560446" y="1976872"/>
                  </a:lnTo>
                  <a:lnTo>
                    <a:pt x="561517" y="1976544"/>
                  </a:lnTo>
                  <a:lnTo>
                    <a:pt x="562589" y="1976216"/>
                  </a:lnTo>
                  <a:lnTo>
                    <a:pt x="563660" y="1975887"/>
                  </a:lnTo>
                  <a:lnTo>
                    <a:pt x="564732" y="1975558"/>
                  </a:lnTo>
                  <a:lnTo>
                    <a:pt x="565804" y="1975229"/>
                  </a:lnTo>
                  <a:lnTo>
                    <a:pt x="566875" y="1974898"/>
                  </a:lnTo>
                  <a:lnTo>
                    <a:pt x="567947" y="1974568"/>
                  </a:lnTo>
                  <a:lnTo>
                    <a:pt x="569018" y="1974236"/>
                  </a:lnTo>
                  <a:lnTo>
                    <a:pt x="570090" y="1973905"/>
                  </a:lnTo>
                  <a:lnTo>
                    <a:pt x="571162" y="1973572"/>
                  </a:lnTo>
                  <a:lnTo>
                    <a:pt x="572233" y="1973239"/>
                  </a:lnTo>
                  <a:lnTo>
                    <a:pt x="573305" y="1972906"/>
                  </a:lnTo>
                  <a:lnTo>
                    <a:pt x="574376" y="1972572"/>
                  </a:lnTo>
                  <a:lnTo>
                    <a:pt x="575448" y="1972237"/>
                  </a:lnTo>
                  <a:lnTo>
                    <a:pt x="576520" y="1971902"/>
                  </a:lnTo>
                  <a:lnTo>
                    <a:pt x="577591" y="1971566"/>
                  </a:lnTo>
                  <a:lnTo>
                    <a:pt x="578663" y="1971230"/>
                  </a:lnTo>
                  <a:lnTo>
                    <a:pt x="579734" y="1970893"/>
                  </a:lnTo>
                  <a:lnTo>
                    <a:pt x="580806" y="1970555"/>
                  </a:lnTo>
                  <a:lnTo>
                    <a:pt x="581878" y="1970217"/>
                  </a:lnTo>
                  <a:lnTo>
                    <a:pt x="582949" y="1969878"/>
                  </a:lnTo>
                  <a:lnTo>
                    <a:pt x="584021" y="1969539"/>
                  </a:lnTo>
                  <a:lnTo>
                    <a:pt x="585092" y="1969199"/>
                  </a:lnTo>
                  <a:lnTo>
                    <a:pt x="586164" y="1968859"/>
                  </a:lnTo>
                  <a:lnTo>
                    <a:pt x="587236" y="1968518"/>
                  </a:lnTo>
                  <a:lnTo>
                    <a:pt x="588307" y="1968177"/>
                  </a:lnTo>
                  <a:lnTo>
                    <a:pt x="589379" y="1967834"/>
                  </a:lnTo>
                  <a:lnTo>
                    <a:pt x="590450" y="1967492"/>
                  </a:lnTo>
                  <a:lnTo>
                    <a:pt x="591522" y="1967148"/>
                  </a:lnTo>
                  <a:lnTo>
                    <a:pt x="592594" y="1966805"/>
                  </a:lnTo>
                  <a:lnTo>
                    <a:pt x="593665" y="1966460"/>
                  </a:lnTo>
                  <a:lnTo>
                    <a:pt x="594737" y="1966115"/>
                  </a:lnTo>
                  <a:lnTo>
                    <a:pt x="595808" y="1965769"/>
                  </a:lnTo>
                  <a:lnTo>
                    <a:pt x="596880" y="1965423"/>
                  </a:lnTo>
                  <a:lnTo>
                    <a:pt x="597952" y="1965076"/>
                  </a:lnTo>
                  <a:lnTo>
                    <a:pt x="599023" y="1964729"/>
                  </a:lnTo>
                  <a:lnTo>
                    <a:pt x="600095" y="1964381"/>
                  </a:lnTo>
                  <a:lnTo>
                    <a:pt x="601166" y="1964032"/>
                  </a:lnTo>
                  <a:lnTo>
                    <a:pt x="602238" y="1963683"/>
                  </a:lnTo>
                  <a:lnTo>
                    <a:pt x="603310" y="1963333"/>
                  </a:lnTo>
                  <a:lnTo>
                    <a:pt x="604381" y="1962983"/>
                  </a:lnTo>
                  <a:lnTo>
                    <a:pt x="605453" y="1962631"/>
                  </a:lnTo>
                  <a:lnTo>
                    <a:pt x="606524" y="1962280"/>
                  </a:lnTo>
                  <a:lnTo>
                    <a:pt x="607596" y="1961927"/>
                  </a:lnTo>
                  <a:lnTo>
                    <a:pt x="608668" y="1961575"/>
                  </a:lnTo>
                  <a:lnTo>
                    <a:pt x="609739" y="1961221"/>
                  </a:lnTo>
                  <a:lnTo>
                    <a:pt x="610811" y="1960867"/>
                  </a:lnTo>
                  <a:lnTo>
                    <a:pt x="611882" y="1960512"/>
                  </a:lnTo>
                  <a:lnTo>
                    <a:pt x="612954" y="1960157"/>
                  </a:lnTo>
                  <a:lnTo>
                    <a:pt x="614026" y="1959801"/>
                  </a:lnTo>
                  <a:lnTo>
                    <a:pt x="615097" y="1959444"/>
                  </a:lnTo>
                  <a:lnTo>
                    <a:pt x="616169" y="1959087"/>
                  </a:lnTo>
                  <a:lnTo>
                    <a:pt x="617240" y="1958729"/>
                  </a:lnTo>
                  <a:lnTo>
                    <a:pt x="618312" y="1958370"/>
                  </a:lnTo>
                  <a:lnTo>
                    <a:pt x="619384" y="1958011"/>
                  </a:lnTo>
                  <a:lnTo>
                    <a:pt x="620455" y="1957651"/>
                  </a:lnTo>
                  <a:lnTo>
                    <a:pt x="621527" y="1957291"/>
                  </a:lnTo>
                  <a:lnTo>
                    <a:pt x="622598" y="1956930"/>
                  </a:lnTo>
                  <a:lnTo>
                    <a:pt x="623670" y="1956568"/>
                  </a:lnTo>
                  <a:lnTo>
                    <a:pt x="624742" y="1956206"/>
                  </a:lnTo>
                  <a:lnTo>
                    <a:pt x="625813" y="1955843"/>
                  </a:lnTo>
                  <a:lnTo>
                    <a:pt x="626885" y="1955479"/>
                  </a:lnTo>
                  <a:lnTo>
                    <a:pt x="627956" y="1955115"/>
                  </a:lnTo>
                  <a:lnTo>
                    <a:pt x="629028" y="1954750"/>
                  </a:lnTo>
                  <a:lnTo>
                    <a:pt x="630100" y="1954384"/>
                  </a:lnTo>
                  <a:lnTo>
                    <a:pt x="631171" y="1954018"/>
                  </a:lnTo>
                  <a:lnTo>
                    <a:pt x="632243" y="1953651"/>
                  </a:lnTo>
                  <a:lnTo>
                    <a:pt x="633314" y="1953284"/>
                  </a:lnTo>
                  <a:lnTo>
                    <a:pt x="634386" y="1952916"/>
                  </a:lnTo>
                  <a:lnTo>
                    <a:pt x="635458" y="1952547"/>
                  </a:lnTo>
                  <a:lnTo>
                    <a:pt x="636529" y="1952177"/>
                  </a:lnTo>
                  <a:lnTo>
                    <a:pt x="637601" y="1951807"/>
                  </a:lnTo>
                  <a:lnTo>
                    <a:pt x="638672" y="1951436"/>
                  </a:lnTo>
                  <a:lnTo>
                    <a:pt x="639744" y="1951065"/>
                  </a:lnTo>
                  <a:lnTo>
                    <a:pt x="640816" y="1950693"/>
                  </a:lnTo>
                  <a:lnTo>
                    <a:pt x="641887" y="1950320"/>
                  </a:lnTo>
                  <a:lnTo>
                    <a:pt x="642959" y="1949947"/>
                  </a:lnTo>
                  <a:lnTo>
                    <a:pt x="644030" y="1949573"/>
                  </a:lnTo>
                  <a:lnTo>
                    <a:pt x="645102" y="1949198"/>
                  </a:lnTo>
                  <a:lnTo>
                    <a:pt x="646174" y="1948822"/>
                  </a:lnTo>
                  <a:lnTo>
                    <a:pt x="647245" y="1948446"/>
                  </a:lnTo>
                  <a:lnTo>
                    <a:pt x="648317" y="1948069"/>
                  </a:lnTo>
                  <a:lnTo>
                    <a:pt x="649388" y="1947692"/>
                  </a:lnTo>
                  <a:lnTo>
                    <a:pt x="650460" y="1947314"/>
                  </a:lnTo>
                  <a:lnTo>
                    <a:pt x="651532" y="1946935"/>
                  </a:lnTo>
                  <a:lnTo>
                    <a:pt x="652603" y="1946555"/>
                  </a:lnTo>
                  <a:lnTo>
                    <a:pt x="653675" y="1946175"/>
                  </a:lnTo>
                  <a:lnTo>
                    <a:pt x="654746" y="1945794"/>
                  </a:lnTo>
                  <a:lnTo>
                    <a:pt x="655818" y="1945413"/>
                  </a:lnTo>
                  <a:lnTo>
                    <a:pt x="656890" y="1945031"/>
                  </a:lnTo>
                  <a:lnTo>
                    <a:pt x="657961" y="1944648"/>
                  </a:lnTo>
                  <a:lnTo>
                    <a:pt x="659033" y="1944264"/>
                  </a:lnTo>
                  <a:lnTo>
                    <a:pt x="660104" y="1943880"/>
                  </a:lnTo>
                  <a:lnTo>
                    <a:pt x="661176" y="1943495"/>
                  </a:lnTo>
                  <a:lnTo>
                    <a:pt x="662248" y="1943109"/>
                  </a:lnTo>
                  <a:lnTo>
                    <a:pt x="663319" y="1942723"/>
                  </a:lnTo>
                  <a:lnTo>
                    <a:pt x="664391" y="1942336"/>
                  </a:lnTo>
                  <a:lnTo>
                    <a:pt x="665462" y="1941948"/>
                  </a:lnTo>
                  <a:lnTo>
                    <a:pt x="666534" y="1941560"/>
                  </a:lnTo>
                  <a:lnTo>
                    <a:pt x="667606" y="1941171"/>
                  </a:lnTo>
                  <a:lnTo>
                    <a:pt x="668677" y="1940781"/>
                  </a:lnTo>
                  <a:lnTo>
                    <a:pt x="669749" y="1940390"/>
                  </a:lnTo>
                  <a:lnTo>
                    <a:pt x="670820" y="1939999"/>
                  </a:lnTo>
                  <a:lnTo>
                    <a:pt x="671892" y="1939607"/>
                  </a:lnTo>
                  <a:lnTo>
                    <a:pt x="672964" y="1939215"/>
                  </a:lnTo>
                  <a:lnTo>
                    <a:pt x="674035" y="1938821"/>
                  </a:lnTo>
                  <a:lnTo>
                    <a:pt x="675107" y="1938427"/>
                  </a:lnTo>
                  <a:lnTo>
                    <a:pt x="676178" y="1938033"/>
                  </a:lnTo>
                  <a:lnTo>
                    <a:pt x="677250" y="1937637"/>
                  </a:lnTo>
                  <a:lnTo>
                    <a:pt x="678322" y="1937241"/>
                  </a:lnTo>
                  <a:lnTo>
                    <a:pt x="679393" y="1936844"/>
                  </a:lnTo>
                  <a:lnTo>
                    <a:pt x="680465" y="1936447"/>
                  </a:lnTo>
                  <a:lnTo>
                    <a:pt x="681536" y="1936049"/>
                  </a:lnTo>
                  <a:lnTo>
                    <a:pt x="682608" y="1935650"/>
                  </a:lnTo>
                  <a:lnTo>
                    <a:pt x="683680" y="1935250"/>
                  </a:lnTo>
                  <a:lnTo>
                    <a:pt x="684751" y="1934850"/>
                  </a:lnTo>
                  <a:lnTo>
                    <a:pt x="685823" y="1934449"/>
                  </a:lnTo>
                  <a:lnTo>
                    <a:pt x="686894" y="1934047"/>
                  </a:lnTo>
                  <a:lnTo>
                    <a:pt x="687966" y="1933644"/>
                  </a:lnTo>
                  <a:lnTo>
                    <a:pt x="689038" y="1933241"/>
                  </a:lnTo>
                  <a:lnTo>
                    <a:pt x="690109" y="1932837"/>
                  </a:lnTo>
                  <a:lnTo>
                    <a:pt x="691181" y="1932432"/>
                  </a:lnTo>
                  <a:lnTo>
                    <a:pt x="692252" y="1932027"/>
                  </a:lnTo>
                  <a:lnTo>
                    <a:pt x="693324" y="1931621"/>
                  </a:lnTo>
                  <a:lnTo>
                    <a:pt x="694396" y="1931214"/>
                  </a:lnTo>
                  <a:lnTo>
                    <a:pt x="695467" y="1930807"/>
                  </a:lnTo>
                  <a:lnTo>
                    <a:pt x="696539" y="1930398"/>
                  </a:lnTo>
                  <a:lnTo>
                    <a:pt x="697610" y="1929989"/>
                  </a:lnTo>
                  <a:lnTo>
                    <a:pt x="698682" y="1929580"/>
                  </a:lnTo>
                  <a:lnTo>
                    <a:pt x="699754" y="1929169"/>
                  </a:lnTo>
                  <a:lnTo>
                    <a:pt x="700825" y="1928758"/>
                  </a:lnTo>
                  <a:lnTo>
                    <a:pt x="701897" y="1928346"/>
                  </a:lnTo>
                  <a:lnTo>
                    <a:pt x="702968" y="1927934"/>
                  </a:lnTo>
                  <a:lnTo>
                    <a:pt x="704040" y="1927520"/>
                  </a:lnTo>
                  <a:lnTo>
                    <a:pt x="705112" y="1927106"/>
                  </a:lnTo>
                  <a:lnTo>
                    <a:pt x="706183" y="1926691"/>
                  </a:lnTo>
                  <a:lnTo>
                    <a:pt x="707255" y="1926276"/>
                  </a:lnTo>
                  <a:lnTo>
                    <a:pt x="708326" y="1925860"/>
                  </a:lnTo>
                  <a:lnTo>
                    <a:pt x="709398" y="1925443"/>
                  </a:lnTo>
                  <a:lnTo>
                    <a:pt x="710469" y="1925025"/>
                  </a:lnTo>
                  <a:lnTo>
                    <a:pt x="711541" y="1924606"/>
                  </a:lnTo>
                  <a:lnTo>
                    <a:pt x="712613" y="1924187"/>
                  </a:lnTo>
                  <a:lnTo>
                    <a:pt x="713684" y="1923767"/>
                  </a:lnTo>
                  <a:lnTo>
                    <a:pt x="714756" y="1923347"/>
                  </a:lnTo>
                  <a:lnTo>
                    <a:pt x="715827" y="1922925"/>
                  </a:lnTo>
                  <a:lnTo>
                    <a:pt x="716899" y="1922503"/>
                  </a:lnTo>
                  <a:lnTo>
                    <a:pt x="717971" y="1922080"/>
                  </a:lnTo>
                  <a:lnTo>
                    <a:pt x="719042" y="1921657"/>
                  </a:lnTo>
                  <a:lnTo>
                    <a:pt x="720114" y="1921233"/>
                  </a:lnTo>
                  <a:lnTo>
                    <a:pt x="721185" y="1920808"/>
                  </a:lnTo>
                  <a:lnTo>
                    <a:pt x="722257" y="1920382"/>
                  </a:lnTo>
                  <a:lnTo>
                    <a:pt x="723329" y="1919955"/>
                  </a:lnTo>
                  <a:lnTo>
                    <a:pt x="724400" y="1919528"/>
                  </a:lnTo>
                  <a:lnTo>
                    <a:pt x="725472" y="1919100"/>
                  </a:lnTo>
                  <a:lnTo>
                    <a:pt x="726543" y="1918671"/>
                  </a:lnTo>
                  <a:lnTo>
                    <a:pt x="727615" y="1918242"/>
                  </a:lnTo>
                  <a:lnTo>
                    <a:pt x="728687" y="1917812"/>
                  </a:lnTo>
                  <a:lnTo>
                    <a:pt x="729758" y="1917381"/>
                  </a:lnTo>
                  <a:lnTo>
                    <a:pt x="730830" y="1916949"/>
                  </a:lnTo>
                  <a:lnTo>
                    <a:pt x="731901" y="1916517"/>
                  </a:lnTo>
                  <a:lnTo>
                    <a:pt x="732973" y="1916084"/>
                  </a:lnTo>
                  <a:lnTo>
                    <a:pt x="734045" y="1915650"/>
                  </a:lnTo>
                  <a:lnTo>
                    <a:pt x="735116" y="1915215"/>
                  </a:lnTo>
                  <a:lnTo>
                    <a:pt x="736188" y="1914780"/>
                  </a:lnTo>
                  <a:lnTo>
                    <a:pt x="737259" y="1914344"/>
                  </a:lnTo>
                  <a:lnTo>
                    <a:pt x="738331" y="1913907"/>
                  </a:lnTo>
                  <a:lnTo>
                    <a:pt x="739403" y="1913469"/>
                  </a:lnTo>
                  <a:lnTo>
                    <a:pt x="740474" y="1913031"/>
                  </a:lnTo>
                  <a:lnTo>
                    <a:pt x="741546" y="1912592"/>
                  </a:lnTo>
                  <a:lnTo>
                    <a:pt x="742617" y="1912152"/>
                  </a:lnTo>
                  <a:lnTo>
                    <a:pt x="743689" y="1911711"/>
                  </a:lnTo>
                  <a:lnTo>
                    <a:pt x="744761" y="1911270"/>
                  </a:lnTo>
                  <a:lnTo>
                    <a:pt x="745832" y="1910828"/>
                  </a:lnTo>
                  <a:lnTo>
                    <a:pt x="746904" y="1910385"/>
                  </a:lnTo>
                  <a:lnTo>
                    <a:pt x="747975" y="1909942"/>
                  </a:lnTo>
                  <a:lnTo>
                    <a:pt x="749047" y="1909498"/>
                  </a:lnTo>
                  <a:lnTo>
                    <a:pt x="750119" y="1909053"/>
                  </a:lnTo>
                  <a:lnTo>
                    <a:pt x="751190" y="1908607"/>
                  </a:lnTo>
                  <a:lnTo>
                    <a:pt x="752262" y="1908161"/>
                  </a:lnTo>
                  <a:lnTo>
                    <a:pt x="753333" y="1907713"/>
                  </a:lnTo>
                  <a:lnTo>
                    <a:pt x="754405" y="1907266"/>
                  </a:lnTo>
                  <a:lnTo>
                    <a:pt x="755477" y="1906817"/>
                  </a:lnTo>
                  <a:lnTo>
                    <a:pt x="756548" y="1906368"/>
                  </a:lnTo>
                  <a:lnTo>
                    <a:pt x="757620" y="1905917"/>
                  </a:lnTo>
                  <a:lnTo>
                    <a:pt x="758691" y="1905467"/>
                  </a:lnTo>
                  <a:lnTo>
                    <a:pt x="759763" y="1905015"/>
                  </a:lnTo>
                  <a:lnTo>
                    <a:pt x="760835" y="1904563"/>
                  </a:lnTo>
                  <a:lnTo>
                    <a:pt x="761906" y="1904110"/>
                  </a:lnTo>
                  <a:lnTo>
                    <a:pt x="762978" y="1903656"/>
                  </a:lnTo>
                  <a:lnTo>
                    <a:pt x="764049" y="1903201"/>
                  </a:lnTo>
                  <a:lnTo>
                    <a:pt x="765121" y="1902746"/>
                  </a:lnTo>
                  <a:lnTo>
                    <a:pt x="766193" y="1902290"/>
                  </a:lnTo>
                  <a:lnTo>
                    <a:pt x="767264" y="1901833"/>
                  </a:lnTo>
                  <a:lnTo>
                    <a:pt x="768336" y="1901376"/>
                  </a:lnTo>
                  <a:lnTo>
                    <a:pt x="769407" y="1900917"/>
                  </a:lnTo>
                  <a:lnTo>
                    <a:pt x="770479" y="1900459"/>
                  </a:lnTo>
                  <a:lnTo>
                    <a:pt x="771551" y="1899999"/>
                  </a:lnTo>
                  <a:lnTo>
                    <a:pt x="772622" y="1899538"/>
                  </a:lnTo>
                  <a:lnTo>
                    <a:pt x="773694" y="1899077"/>
                  </a:lnTo>
                  <a:lnTo>
                    <a:pt x="774765" y="1898615"/>
                  </a:lnTo>
                  <a:lnTo>
                    <a:pt x="775837" y="1898153"/>
                  </a:lnTo>
                  <a:lnTo>
                    <a:pt x="776909" y="1897690"/>
                  </a:lnTo>
                  <a:lnTo>
                    <a:pt x="777980" y="1897226"/>
                  </a:lnTo>
                  <a:lnTo>
                    <a:pt x="779052" y="1896761"/>
                  </a:lnTo>
                  <a:lnTo>
                    <a:pt x="780123" y="1896295"/>
                  </a:lnTo>
                  <a:lnTo>
                    <a:pt x="781195" y="1895829"/>
                  </a:lnTo>
                  <a:lnTo>
                    <a:pt x="782267" y="1895362"/>
                  </a:lnTo>
                  <a:lnTo>
                    <a:pt x="783338" y="1894894"/>
                  </a:lnTo>
                  <a:lnTo>
                    <a:pt x="784410" y="1894426"/>
                  </a:lnTo>
                  <a:lnTo>
                    <a:pt x="785481" y="1893957"/>
                  </a:lnTo>
                  <a:lnTo>
                    <a:pt x="786553" y="1893487"/>
                  </a:lnTo>
                  <a:lnTo>
                    <a:pt x="787625" y="1893017"/>
                  </a:lnTo>
                  <a:lnTo>
                    <a:pt x="788696" y="1892545"/>
                  </a:lnTo>
                  <a:lnTo>
                    <a:pt x="789768" y="1892073"/>
                  </a:lnTo>
                  <a:lnTo>
                    <a:pt x="790839" y="1891601"/>
                  </a:lnTo>
                  <a:lnTo>
                    <a:pt x="791911" y="1891127"/>
                  </a:lnTo>
                  <a:lnTo>
                    <a:pt x="792983" y="1890653"/>
                  </a:lnTo>
                  <a:lnTo>
                    <a:pt x="794054" y="1890178"/>
                  </a:lnTo>
                  <a:lnTo>
                    <a:pt x="795126" y="1889702"/>
                  </a:lnTo>
                  <a:lnTo>
                    <a:pt x="796197" y="1889226"/>
                  </a:lnTo>
                  <a:lnTo>
                    <a:pt x="797269" y="1888749"/>
                  </a:lnTo>
                  <a:lnTo>
                    <a:pt x="798341" y="1888271"/>
                  </a:lnTo>
                  <a:lnTo>
                    <a:pt x="799412" y="1887793"/>
                  </a:lnTo>
                  <a:lnTo>
                    <a:pt x="800484" y="1887314"/>
                  </a:lnTo>
                  <a:lnTo>
                    <a:pt x="801555" y="1886834"/>
                  </a:lnTo>
                  <a:lnTo>
                    <a:pt x="802627" y="1886353"/>
                  </a:lnTo>
                  <a:lnTo>
                    <a:pt x="803699" y="1885872"/>
                  </a:lnTo>
                  <a:lnTo>
                    <a:pt x="804770" y="1885390"/>
                  </a:lnTo>
                  <a:lnTo>
                    <a:pt x="805842" y="1884908"/>
                  </a:lnTo>
                  <a:lnTo>
                    <a:pt x="806913" y="1884424"/>
                  </a:lnTo>
                  <a:lnTo>
                    <a:pt x="807985" y="1883940"/>
                  </a:lnTo>
                  <a:lnTo>
                    <a:pt x="809057" y="1883455"/>
                  </a:lnTo>
                  <a:lnTo>
                    <a:pt x="810128" y="1882970"/>
                  </a:lnTo>
                  <a:lnTo>
                    <a:pt x="811200" y="1882484"/>
                  </a:lnTo>
                  <a:lnTo>
                    <a:pt x="812271" y="1881997"/>
                  </a:lnTo>
                  <a:lnTo>
                    <a:pt x="813343" y="1881509"/>
                  </a:lnTo>
                  <a:lnTo>
                    <a:pt x="814415" y="1881021"/>
                  </a:lnTo>
                  <a:lnTo>
                    <a:pt x="815486" y="1880532"/>
                  </a:lnTo>
                  <a:lnTo>
                    <a:pt x="816558" y="1880043"/>
                  </a:lnTo>
                  <a:lnTo>
                    <a:pt x="817629" y="1879552"/>
                  </a:lnTo>
                  <a:lnTo>
                    <a:pt x="818701" y="1879061"/>
                  </a:lnTo>
                  <a:lnTo>
                    <a:pt x="819773" y="1878570"/>
                  </a:lnTo>
                  <a:lnTo>
                    <a:pt x="820844" y="1878077"/>
                  </a:lnTo>
                  <a:lnTo>
                    <a:pt x="821916" y="1877584"/>
                  </a:lnTo>
                  <a:lnTo>
                    <a:pt x="822987" y="1877090"/>
                  </a:lnTo>
                  <a:lnTo>
                    <a:pt x="824059" y="1876596"/>
                  </a:lnTo>
                  <a:lnTo>
                    <a:pt x="825131" y="1876101"/>
                  </a:lnTo>
                  <a:lnTo>
                    <a:pt x="826202" y="1875605"/>
                  </a:lnTo>
                  <a:lnTo>
                    <a:pt x="827274" y="1875109"/>
                  </a:lnTo>
                  <a:lnTo>
                    <a:pt x="828345" y="1874612"/>
                  </a:lnTo>
                  <a:lnTo>
                    <a:pt x="829417" y="1874114"/>
                  </a:lnTo>
                  <a:lnTo>
                    <a:pt x="830489" y="1873615"/>
                  </a:lnTo>
                  <a:lnTo>
                    <a:pt x="831560" y="1873116"/>
                  </a:lnTo>
                  <a:lnTo>
                    <a:pt x="832632" y="1872616"/>
                  </a:lnTo>
                  <a:lnTo>
                    <a:pt x="833703" y="1872116"/>
                  </a:lnTo>
                  <a:lnTo>
                    <a:pt x="834775" y="1871615"/>
                  </a:lnTo>
                  <a:lnTo>
                    <a:pt x="835847" y="1871113"/>
                  </a:lnTo>
                  <a:lnTo>
                    <a:pt x="836918" y="1870611"/>
                  </a:lnTo>
                  <a:lnTo>
                    <a:pt x="837990" y="1870107"/>
                  </a:lnTo>
                  <a:lnTo>
                    <a:pt x="839061" y="1869604"/>
                  </a:lnTo>
                  <a:lnTo>
                    <a:pt x="840133" y="1869099"/>
                  </a:lnTo>
                  <a:lnTo>
                    <a:pt x="841205" y="1868594"/>
                  </a:lnTo>
                  <a:lnTo>
                    <a:pt x="842276" y="1868088"/>
                  </a:lnTo>
                  <a:lnTo>
                    <a:pt x="843348" y="1867582"/>
                  </a:lnTo>
                  <a:lnTo>
                    <a:pt x="844419" y="1867075"/>
                  </a:lnTo>
                  <a:lnTo>
                    <a:pt x="845491" y="1866567"/>
                  </a:lnTo>
                  <a:lnTo>
                    <a:pt x="846563" y="1866059"/>
                  </a:lnTo>
                  <a:lnTo>
                    <a:pt x="847634" y="1865550"/>
                  </a:lnTo>
                  <a:lnTo>
                    <a:pt x="848706" y="1865041"/>
                  </a:lnTo>
                  <a:lnTo>
                    <a:pt x="849777" y="1864530"/>
                  </a:lnTo>
                  <a:lnTo>
                    <a:pt x="850849" y="1864019"/>
                  </a:lnTo>
                  <a:lnTo>
                    <a:pt x="851921" y="1863508"/>
                  </a:lnTo>
                  <a:lnTo>
                    <a:pt x="852992" y="1862996"/>
                  </a:lnTo>
                  <a:lnTo>
                    <a:pt x="854064" y="1862483"/>
                  </a:lnTo>
                  <a:lnTo>
                    <a:pt x="855135" y="1861970"/>
                  </a:lnTo>
                  <a:lnTo>
                    <a:pt x="856207" y="1861456"/>
                  </a:lnTo>
                  <a:lnTo>
                    <a:pt x="857279" y="1860941"/>
                  </a:lnTo>
                  <a:lnTo>
                    <a:pt x="858350" y="1860426"/>
                  </a:lnTo>
                  <a:lnTo>
                    <a:pt x="859422" y="1859910"/>
                  </a:lnTo>
                  <a:lnTo>
                    <a:pt x="860493" y="1859393"/>
                  </a:lnTo>
                  <a:lnTo>
                    <a:pt x="861565" y="1858876"/>
                  </a:lnTo>
                  <a:lnTo>
                    <a:pt x="862637" y="1858359"/>
                  </a:lnTo>
                  <a:lnTo>
                    <a:pt x="863708" y="1857840"/>
                  </a:lnTo>
                  <a:lnTo>
                    <a:pt x="864780" y="1857321"/>
                  </a:lnTo>
                  <a:lnTo>
                    <a:pt x="865851" y="1856802"/>
                  </a:lnTo>
                  <a:lnTo>
                    <a:pt x="866923" y="1856282"/>
                  </a:lnTo>
                  <a:lnTo>
                    <a:pt x="867995" y="1855761"/>
                  </a:lnTo>
                  <a:lnTo>
                    <a:pt x="869066" y="1855239"/>
                  </a:lnTo>
                  <a:lnTo>
                    <a:pt x="870138" y="1854718"/>
                  </a:lnTo>
                  <a:lnTo>
                    <a:pt x="871209" y="1854195"/>
                  </a:lnTo>
                  <a:lnTo>
                    <a:pt x="872281" y="1853672"/>
                  </a:lnTo>
                  <a:lnTo>
                    <a:pt x="873353" y="1853148"/>
                  </a:lnTo>
                  <a:lnTo>
                    <a:pt x="874424" y="1852624"/>
                  </a:lnTo>
                  <a:lnTo>
                    <a:pt x="875496" y="1852099"/>
                  </a:lnTo>
                  <a:lnTo>
                    <a:pt x="876567" y="1851573"/>
                  </a:lnTo>
                  <a:lnTo>
                    <a:pt x="877639" y="1851047"/>
                  </a:lnTo>
                  <a:lnTo>
                    <a:pt x="878711" y="1850521"/>
                  </a:lnTo>
                  <a:lnTo>
                    <a:pt x="879782" y="1849993"/>
                  </a:lnTo>
                  <a:lnTo>
                    <a:pt x="880854" y="1849466"/>
                  </a:lnTo>
                  <a:lnTo>
                    <a:pt x="881925" y="1848937"/>
                  </a:lnTo>
                  <a:lnTo>
                    <a:pt x="882997" y="1848408"/>
                  </a:lnTo>
                  <a:lnTo>
                    <a:pt x="884069" y="1847879"/>
                  </a:lnTo>
                  <a:lnTo>
                    <a:pt x="885140" y="1847349"/>
                  </a:lnTo>
                  <a:lnTo>
                    <a:pt x="886212" y="1846818"/>
                  </a:lnTo>
                  <a:lnTo>
                    <a:pt x="887283" y="1846287"/>
                  </a:lnTo>
                  <a:lnTo>
                    <a:pt x="888355" y="1845755"/>
                  </a:lnTo>
                  <a:lnTo>
                    <a:pt x="889426" y="1845223"/>
                  </a:lnTo>
                  <a:lnTo>
                    <a:pt x="890498" y="1844690"/>
                  </a:lnTo>
                  <a:lnTo>
                    <a:pt x="891570" y="1844157"/>
                  </a:lnTo>
                  <a:lnTo>
                    <a:pt x="892641" y="1843623"/>
                  </a:lnTo>
                  <a:lnTo>
                    <a:pt x="893713" y="1843088"/>
                  </a:lnTo>
                  <a:lnTo>
                    <a:pt x="894784" y="1842553"/>
                  </a:lnTo>
                  <a:lnTo>
                    <a:pt x="895856" y="1842017"/>
                  </a:lnTo>
                  <a:lnTo>
                    <a:pt x="896928" y="1841481"/>
                  </a:lnTo>
                  <a:lnTo>
                    <a:pt x="897999" y="1840945"/>
                  </a:lnTo>
                  <a:lnTo>
                    <a:pt x="899071" y="1840408"/>
                  </a:lnTo>
                  <a:lnTo>
                    <a:pt x="900142" y="1839870"/>
                  </a:lnTo>
                  <a:lnTo>
                    <a:pt x="901214" y="1839332"/>
                  </a:lnTo>
                  <a:lnTo>
                    <a:pt x="902286" y="1838793"/>
                  </a:lnTo>
                  <a:lnTo>
                    <a:pt x="903357" y="1838254"/>
                  </a:lnTo>
                  <a:lnTo>
                    <a:pt x="904429" y="1837714"/>
                  </a:lnTo>
                  <a:lnTo>
                    <a:pt x="905500" y="1837173"/>
                  </a:lnTo>
                  <a:lnTo>
                    <a:pt x="906572" y="1836633"/>
                  </a:lnTo>
                  <a:lnTo>
                    <a:pt x="907644" y="1836091"/>
                  </a:lnTo>
                  <a:lnTo>
                    <a:pt x="908715" y="1835549"/>
                  </a:lnTo>
                  <a:lnTo>
                    <a:pt x="909787" y="1835007"/>
                  </a:lnTo>
                  <a:lnTo>
                    <a:pt x="910858" y="1834464"/>
                  </a:lnTo>
                  <a:lnTo>
                    <a:pt x="911930" y="1833921"/>
                  </a:lnTo>
                  <a:lnTo>
                    <a:pt x="913002" y="1833377"/>
                  </a:lnTo>
                  <a:lnTo>
                    <a:pt x="914073" y="1832833"/>
                  </a:lnTo>
                  <a:lnTo>
                    <a:pt x="915145" y="1832288"/>
                  </a:lnTo>
                  <a:lnTo>
                    <a:pt x="916216" y="1831742"/>
                  </a:lnTo>
                  <a:lnTo>
                    <a:pt x="917288" y="1831197"/>
                  </a:lnTo>
                  <a:lnTo>
                    <a:pt x="918360" y="1830650"/>
                  </a:lnTo>
                  <a:lnTo>
                    <a:pt x="919431" y="1830104"/>
                  </a:lnTo>
                  <a:lnTo>
                    <a:pt x="920503" y="1829556"/>
                  </a:lnTo>
                  <a:lnTo>
                    <a:pt x="921574" y="1829009"/>
                  </a:lnTo>
                  <a:lnTo>
                    <a:pt x="922646" y="1828460"/>
                  </a:lnTo>
                  <a:lnTo>
                    <a:pt x="923718" y="1827912"/>
                  </a:lnTo>
                  <a:lnTo>
                    <a:pt x="924789" y="1827363"/>
                  </a:lnTo>
                  <a:lnTo>
                    <a:pt x="925861" y="1826813"/>
                  </a:lnTo>
                  <a:lnTo>
                    <a:pt x="926932" y="1826263"/>
                  </a:lnTo>
                  <a:lnTo>
                    <a:pt x="928004" y="1825712"/>
                  </a:lnTo>
                  <a:lnTo>
                    <a:pt x="929076" y="1825162"/>
                  </a:lnTo>
                  <a:lnTo>
                    <a:pt x="930147" y="1824610"/>
                  </a:lnTo>
                  <a:lnTo>
                    <a:pt x="931219" y="1824058"/>
                  </a:lnTo>
                  <a:lnTo>
                    <a:pt x="932290" y="1823506"/>
                  </a:lnTo>
                  <a:lnTo>
                    <a:pt x="933362" y="1822953"/>
                  </a:lnTo>
                  <a:lnTo>
                    <a:pt x="934434" y="1822400"/>
                  </a:lnTo>
                  <a:lnTo>
                    <a:pt x="935505" y="1821846"/>
                  </a:lnTo>
                  <a:lnTo>
                    <a:pt x="936577" y="1821292"/>
                  </a:lnTo>
                  <a:lnTo>
                    <a:pt x="937648" y="1820738"/>
                  </a:lnTo>
                  <a:lnTo>
                    <a:pt x="938720" y="1820183"/>
                  </a:lnTo>
                  <a:lnTo>
                    <a:pt x="939792" y="1819628"/>
                  </a:lnTo>
                  <a:lnTo>
                    <a:pt x="940863" y="1819072"/>
                  </a:lnTo>
                  <a:lnTo>
                    <a:pt x="941935" y="1818516"/>
                  </a:lnTo>
                  <a:lnTo>
                    <a:pt x="943006" y="1817959"/>
                  </a:lnTo>
                  <a:lnTo>
                    <a:pt x="944078" y="1817402"/>
                  </a:lnTo>
                  <a:lnTo>
                    <a:pt x="945150" y="1816845"/>
                  </a:lnTo>
                  <a:lnTo>
                    <a:pt x="946221" y="1816287"/>
                  </a:lnTo>
                  <a:lnTo>
                    <a:pt x="947293" y="1815729"/>
                  </a:lnTo>
                  <a:lnTo>
                    <a:pt x="948364" y="1815170"/>
                  </a:lnTo>
                  <a:lnTo>
                    <a:pt x="949436" y="1814611"/>
                  </a:lnTo>
                  <a:lnTo>
                    <a:pt x="950508" y="1814052"/>
                  </a:lnTo>
                  <a:lnTo>
                    <a:pt x="951579" y="1813492"/>
                  </a:lnTo>
                  <a:lnTo>
                    <a:pt x="952651" y="1812932"/>
                  </a:lnTo>
                  <a:lnTo>
                    <a:pt x="953722" y="1812371"/>
                  </a:lnTo>
                  <a:lnTo>
                    <a:pt x="954794" y="1811810"/>
                  </a:lnTo>
                  <a:lnTo>
                    <a:pt x="955866" y="1811249"/>
                  </a:lnTo>
                  <a:lnTo>
                    <a:pt x="956937" y="1810687"/>
                  </a:lnTo>
                  <a:lnTo>
                    <a:pt x="958009" y="1810125"/>
                  </a:lnTo>
                  <a:lnTo>
                    <a:pt x="959080" y="1809562"/>
                  </a:lnTo>
                  <a:lnTo>
                    <a:pt x="960152" y="1809000"/>
                  </a:lnTo>
                  <a:lnTo>
                    <a:pt x="961224" y="1808436"/>
                  </a:lnTo>
                  <a:lnTo>
                    <a:pt x="962295" y="1807873"/>
                  </a:lnTo>
                  <a:lnTo>
                    <a:pt x="963367" y="1807309"/>
                  </a:lnTo>
                  <a:lnTo>
                    <a:pt x="964438" y="1806745"/>
                  </a:lnTo>
                  <a:lnTo>
                    <a:pt x="965510" y="1806180"/>
                  </a:lnTo>
                  <a:lnTo>
                    <a:pt x="966582" y="1805615"/>
                  </a:lnTo>
                  <a:lnTo>
                    <a:pt x="967653" y="1805050"/>
                  </a:lnTo>
                  <a:lnTo>
                    <a:pt x="968725" y="1804484"/>
                  </a:lnTo>
                  <a:lnTo>
                    <a:pt x="969796" y="1803918"/>
                  </a:lnTo>
                  <a:lnTo>
                    <a:pt x="970868" y="1803352"/>
                  </a:lnTo>
                  <a:lnTo>
                    <a:pt x="971940" y="1802785"/>
                  </a:lnTo>
                  <a:lnTo>
                    <a:pt x="973011" y="1802219"/>
                  </a:lnTo>
                  <a:lnTo>
                    <a:pt x="974083" y="1801651"/>
                  </a:lnTo>
                  <a:lnTo>
                    <a:pt x="975154" y="1801084"/>
                  </a:lnTo>
                  <a:lnTo>
                    <a:pt x="976226" y="1800516"/>
                  </a:lnTo>
                  <a:lnTo>
                    <a:pt x="977298" y="1799947"/>
                  </a:lnTo>
                  <a:lnTo>
                    <a:pt x="978369" y="1799379"/>
                  </a:lnTo>
                  <a:lnTo>
                    <a:pt x="979441" y="1798810"/>
                  </a:lnTo>
                  <a:lnTo>
                    <a:pt x="980512" y="1798241"/>
                  </a:lnTo>
                  <a:lnTo>
                    <a:pt x="981584" y="1797671"/>
                  </a:lnTo>
                  <a:lnTo>
                    <a:pt x="982656" y="1797102"/>
                  </a:lnTo>
                  <a:lnTo>
                    <a:pt x="983727" y="1796532"/>
                  </a:lnTo>
                  <a:lnTo>
                    <a:pt x="984799" y="1795961"/>
                  </a:lnTo>
                  <a:lnTo>
                    <a:pt x="985870" y="1795391"/>
                  </a:lnTo>
                  <a:lnTo>
                    <a:pt x="986942" y="1794820"/>
                  </a:lnTo>
                  <a:lnTo>
                    <a:pt x="988014" y="1794249"/>
                  </a:lnTo>
                  <a:lnTo>
                    <a:pt x="989085" y="1793677"/>
                  </a:lnTo>
                  <a:lnTo>
                    <a:pt x="990157" y="1793105"/>
                  </a:lnTo>
                  <a:lnTo>
                    <a:pt x="991228" y="1792533"/>
                  </a:lnTo>
                  <a:lnTo>
                    <a:pt x="992300" y="1791961"/>
                  </a:lnTo>
                  <a:lnTo>
                    <a:pt x="993372" y="1791388"/>
                  </a:lnTo>
                  <a:lnTo>
                    <a:pt x="994443" y="1790816"/>
                  </a:lnTo>
                  <a:lnTo>
                    <a:pt x="995515" y="1790243"/>
                  </a:lnTo>
                  <a:lnTo>
                    <a:pt x="996586" y="1789669"/>
                  </a:lnTo>
                  <a:lnTo>
                    <a:pt x="997658" y="1789096"/>
                  </a:lnTo>
                  <a:lnTo>
                    <a:pt x="998730" y="1788522"/>
                  </a:lnTo>
                  <a:lnTo>
                    <a:pt x="999801" y="1787948"/>
                  </a:lnTo>
                  <a:lnTo>
                    <a:pt x="1000873" y="1787373"/>
                  </a:lnTo>
                  <a:lnTo>
                    <a:pt x="1001944" y="1786799"/>
                  </a:lnTo>
                  <a:lnTo>
                    <a:pt x="1003016" y="1786224"/>
                  </a:lnTo>
                  <a:lnTo>
                    <a:pt x="1004088" y="1785649"/>
                  </a:lnTo>
                  <a:lnTo>
                    <a:pt x="1005159" y="1785074"/>
                  </a:lnTo>
                  <a:lnTo>
                    <a:pt x="1006231" y="1784498"/>
                  </a:lnTo>
                  <a:lnTo>
                    <a:pt x="1007302" y="1783923"/>
                  </a:lnTo>
                  <a:lnTo>
                    <a:pt x="1008374" y="1783347"/>
                  </a:lnTo>
                  <a:lnTo>
                    <a:pt x="1009446" y="1782770"/>
                  </a:lnTo>
                  <a:lnTo>
                    <a:pt x="1010517" y="1782194"/>
                  </a:lnTo>
                  <a:lnTo>
                    <a:pt x="1011589" y="1781618"/>
                  </a:lnTo>
                  <a:lnTo>
                    <a:pt x="1012660" y="1781041"/>
                  </a:lnTo>
                  <a:lnTo>
                    <a:pt x="1013732" y="1780464"/>
                  </a:lnTo>
                  <a:lnTo>
                    <a:pt x="1014804" y="1779887"/>
                  </a:lnTo>
                  <a:lnTo>
                    <a:pt x="1015875" y="1779309"/>
                  </a:lnTo>
                  <a:lnTo>
                    <a:pt x="1016947" y="1778732"/>
                  </a:lnTo>
                  <a:lnTo>
                    <a:pt x="1018018" y="1778154"/>
                  </a:lnTo>
                  <a:lnTo>
                    <a:pt x="1019090" y="1777576"/>
                  </a:lnTo>
                  <a:lnTo>
                    <a:pt x="1020162" y="1776998"/>
                  </a:lnTo>
                  <a:lnTo>
                    <a:pt x="1021233" y="1776420"/>
                  </a:lnTo>
                  <a:lnTo>
                    <a:pt x="1022305" y="1775841"/>
                  </a:lnTo>
                  <a:lnTo>
                    <a:pt x="1023376" y="1775263"/>
                  </a:lnTo>
                  <a:lnTo>
                    <a:pt x="1024448" y="1774684"/>
                  </a:lnTo>
                  <a:lnTo>
                    <a:pt x="1025520" y="1774105"/>
                  </a:lnTo>
                  <a:lnTo>
                    <a:pt x="1026591" y="1773526"/>
                  </a:lnTo>
                  <a:lnTo>
                    <a:pt x="1027663" y="1772947"/>
                  </a:lnTo>
                  <a:lnTo>
                    <a:pt x="1028734" y="1772367"/>
                  </a:lnTo>
                  <a:lnTo>
                    <a:pt x="1029806" y="1771788"/>
                  </a:lnTo>
                  <a:lnTo>
                    <a:pt x="1030878" y="1771208"/>
                  </a:lnTo>
                  <a:lnTo>
                    <a:pt x="1031949" y="1770628"/>
                  </a:lnTo>
                  <a:lnTo>
                    <a:pt x="1033021" y="1770048"/>
                  </a:lnTo>
                  <a:lnTo>
                    <a:pt x="1034092" y="1769468"/>
                  </a:lnTo>
                  <a:lnTo>
                    <a:pt x="1035164" y="1768888"/>
                  </a:lnTo>
                  <a:lnTo>
                    <a:pt x="1036236" y="1768307"/>
                  </a:lnTo>
                  <a:lnTo>
                    <a:pt x="1037307" y="1767727"/>
                  </a:lnTo>
                  <a:lnTo>
                    <a:pt x="1038379" y="1767146"/>
                  </a:lnTo>
                  <a:lnTo>
                    <a:pt x="1039450" y="1766565"/>
                  </a:lnTo>
                  <a:lnTo>
                    <a:pt x="1040522" y="1765984"/>
                  </a:lnTo>
                  <a:lnTo>
                    <a:pt x="1041594" y="1765403"/>
                  </a:lnTo>
                  <a:lnTo>
                    <a:pt x="1042665" y="1764822"/>
                  </a:lnTo>
                  <a:lnTo>
                    <a:pt x="1043737" y="1764241"/>
                  </a:lnTo>
                  <a:lnTo>
                    <a:pt x="1044808" y="1763660"/>
                  </a:lnTo>
                  <a:lnTo>
                    <a:pt x="1045880" y="1763078"/>
                  </a:lnTo>
                  <a:lnTo>
                    <a:pt x="1046952" y="1762497"/>
                  </a:lnTo>
                  <a:lnTo>
                    <a:pt x="1048023" y="1761915"/>
                  </a:lnTo>
                  <a:lnTo>
                    <a:pt x="1049095" y="1761334"/>
                  </a:lnTo>
                  <a:lnTo>
                    <a:pt x="1050166" y="1760752"/>
                  </a:lnTo>
                  <a:lnTo>
                    <a:pt x="1051238" y="1760170"/>
                  </a:lnTo>
                  <a:lnTo>
                    <a:pt x="1052310" y="1759588"/>
                  </a:lnTo>
                  <a:lnTo>
                    <a:pt x="1053381" y="1759006"/>
                  </a:lnTo>
                  <a:lnTo>
                    <a:pt x="1054453" y="1758424"/>
                  </a:lnTo>
                  <a:lnTo>
                    <a:pt x="1055524" y="1757842"/>
                  </a:lnTo>
                  <a:lnTo>
                    <a:pt x="1056596" y="1757260"/>
                  </a:lnTo>
                  <a:lnTo>
                    <a:pt x="1057668" y="1756677"/>
                  </a:lnTo>
                  <a:lnTo>
                    <a:pt x="1058739" y="1756095"/>
                  </a:lnTo>
                  <a:lnTo>
                    <a:pt x="1059811" y="1755513"/>
                  </a:lnTo>
                  <a:lnTo>
                    <a:pt x="1060882" y="1754930"/>
                  </a:lnTo>
                  <a:lnTo>
                    <a:pt x="1061954" y="1754348"/>
                  </a:lnTo>
                  <a:lnTo>
                    <a:pt x="1063026" y="1753766"/>
                  </a:lnTo>
                  <a:lnTo>
                    <a:pt x="1064097" y="1753183"/>
                  </a:lnTo>
                  <a:lnTo>
                    <a:pt x="1065169" y="1752600"/>
                  </a:lnTo>
                  <a:lnTo>
                    <a:pt x="1066240" y="1752018"/>
                  </a:lnTo>
                  <a:lnTo>
                    <a:pt x="1067312" y="1751435"/>
                  </a:lnTo>
                  <a:lnTo>
                    <a:pt x="1068383" y="1750853"/>
                  </a:lnTo>
                  <a:lnTo>
                    <a:pt x="1069455" y="1750270"/>
                  </a:lnTo>
                  <a:lnTo>
                    <a:pt x="1070527" y="1749687"/>
                  </a:lnTo>
                  <a:lnTo>
                    <a:pt x="1071598" y="1749105"/>
                  </a:lnTo>
                  <a:lnTo>
                    <a:pt x="1072670" y="1748522"/>
                  </a:lnTo>
                  <a:lnTo>
                    <a:pt x="1073741" y="1747939"/>
                  </a:lnTo>
                  <a:lnTo>
                    <a:pt x="1074813" y="1747357"/>
                  </a:lnTo>
                  <a:lnTo>
                    <a:pt x="1075885" y="1746774"/>
                  </a:lnTo>
                  <a:lnTo>
                    <a:pt x="1076956" y="1746191"/>
                  </a:lnTo>
                  <a:lnTo>
                    <a:pt x="1078028" y="1745608"/>
                  </a:lnTo>
                  <a:lnTo>
                    <a:pt x="1079099" y="1745026"/>
                  </a:lnTo>
                  <a:lnTo>
                    <a:pt x="1080171" y="1744443"/>
                  </a:lnTo>
                  <a:lnTo>
                    <a:pt x="1081243" y="1743861"/>
                  </a:lnTo>
                  <a:lnTo>
                    <a:pt x="1082314" y="1743278"/>
                  </a:lnTo>
                  <a:lnTo>
                    <a:pt x="1083386" y="1742695"/>
                  </a:lnTo>
                  <a:lnTo>
                    <a:pt x="1084457" y="1742113"/>
                  </a:lnTo>
                  <a:lnTo>
                    <a:pt x="1085529" y="1741530"/>
                  </a:lnTo>
                  <a:lnTo>
                    <a:pt x="1086601" y="1740948"/>
                  </a:lnTo>
                  <a:lnTo>
                    <a:pt x="1087672" y="1740365"/>
                  </a:lnTo>
                  <a:lnTo>
                    <a:pt x="1088744" y="1739783"/>
                  </a:lnTo>
                  <a:lnTo>
                    <a:pt x="1089815" y="1739201"/>
                  </a:lnTo>
                  <a:lnTo>
                    <a:pt x="1090887" y="1738618"/>
                  </a:lnTo>
                  <a:lnTo>
                    <a:pt x="1091959" y="1738036"/>
                  </a:lnTo>
                  <a:lnTo>
                    <a:pt x="1093030" y="1737454"/>
                  </a:lnTo>
                  <a:lnTo>
                    <a:pt x="1094102" y="1736872"/>
                  </a:lnTo>
                  <a:lnTo>
                    <a:pt x="1095173" y="1736290"/>
                  </a:lnTo>
                  <a:lnTo>
                    <a:pt x="1096245" y="1735708"/>
                  </a:lnTo>
                  <a:lnTo>
                    <a:pt x="1097317" y="1735126"/>
                  </a:lnTo>
                  <a:lnTo>
                    <a:pt x="1098388" y="1734544"/>
                  </a:lnTo>
                  <a:lnTo>
                    <a:pt x="1099460" y="1733962"/>
                  </a:lnTo>
                  <a:lnTo>
                    <a:pt x="1100531" y="1733381"/>
                  </a:lnTo>
                  <a:lnTo>
                    <a:pt x="1101603" y="1732799"/>
                  </a:lnTo>
                  <a:lnTo>
                    <a:pt x="1102675" y="1732218"/>
                  </a:lnTo>
                  <a:lnTo>
                    <a:pt x="1103746" y="1731636"/>
                  </a:lnTo>
                  <a:lnTo>
                    <a:pt x="1104818" y="1731055"/>
                  </a:lnTo>
                  <a:lnTo>
                    <a:pt x="1105889" y="1730474"/>
                  </a:lnTo>
                  <a:lnTo>
                    <a:pt x="1106961" y="1729893"/>
                  </a:lnTo>
                  <a:lnTo>
                    <a:pt x="1108033" y="1729312"/>
                  </a:lnTo>
                  <a:lnTo>
                    <a:pt x="1109104" y="1728731"/>
                  </a:lnTo>
                  <a:lnTo>
                    <a:pt x="1110176" y="1728150"/>
                  </a:lnTo>
                  <a:lnTo>
                    <a:pt x="1111247" y="1727569"/>
                  </a:lnTo>
                  <a:lnTo>
                    <a:pt x="1112319" y="1726989"/>
                  </a:lnTo>
                  <a:lnTo>
                    <a:pt x="1113391" y="1726409"/>
                  </a:lnTo>
                  <a:lnTo>
                    <a:pt x="1114462" y="1725828"/>
                  </a:lnTo>
                  <a:lnTo>
                    <a:pt x="1115534" y="1725248"/>
                  </a:lnTo>
                  <a:lnTo>
                    <a:pt x="1116605" y="1724668"/>
                  </a:lnTo>
                  <a:lnTo>
                    <a:pt x="1117677" y="1724088"/>
                  </a:lnTo>
                  <a:lnTo>
                    <a:pt x="1118749" y="1723509"/>
                  </a:lnTo>
                  <a:lnTo>
                    <a:pt x="1119820" y="1722929"/>
                  </a:lnTo>
                  <a:lnTo>
                    <a:pt x="1120892" y="1722350"/>
                  </a:lnTo>
                  <a:lnTo>
                    <a:pt x="1121963" y="1721771"/>
                  </a:lnTo>
                  <a:lnTo>
                    <a:pt x="1123035" y="1721192"/>
                  </a:lnTo>
                  <a:lnTo>
                    <a:pt x="1124107" y="1720613"/>
                  </a:lnTo>
                  <a:lnTo>
                    <a:pt x="1125178" y="1720034"/>
                  </a:lnTo>
                  <a:lnTo>
                    <a:pt x="1126250" y="1719455"/>
                  </a:lnTo>
                  <a:lnTo>
                    <a:pt x="1127321" y="1718877"/>
                  </a:lnTo>
                  <a:lnTo>
                    <a:pt x="1128393" y="1718299"/>
                  </a:lnTo>
                  <a:lnTo>
                    <a:pt x="1129465" y="1717721"/>
                  </a:lnTo>
                  <a:lnTo>
                    <a:pt x="1130536" y="1717143"/>
                  </a:lnTo>
                  <a:lnTo>
                    <a:pt x="1131608" y="1716565"/>
                  </a:lnTo>
                  <a:lnTo>
                    <a:pt x="1132679" y="1715988"/>
                  </a:lnTo>
                  <a:lnTo>
                    <a:pt x="1133751" y="1715411"/>
                  </a:lnTo>
                  <a:lnTo>
                    <a:pt x="1134823" y="1714834"/>
                  </a:lnTo>
                  <a:lnTo>
                    <a:pt x="1135894" y="1714257"/>
                  </a:lnTo>
                  <a:lnTo>
                    <a:pt x="1136966" y="1713680"/>
                  </a:lnTo>
                  <a:lnTo>
                    <a:pt x="1138037" y="1713104"/>
                  </a:lnTo>
                  <a:lnTo>
                    <a:pt x="1139109" y="1712528"/>
                  </a:lnTo>
                  <a:lnTo>
                    <a:pt x="1140181" y="1711952"/>
                  </a:lnTo>
                  <a:lnTo>
                    <a:pt x="1141252" y="1711376"/>
                  </a:lnTo>
                  <a:lnTo>
                    <a:pt x="1142324" y="1710800"/>
                  </a:lnTo>
                  <a:lnTo>
                    <a:pt x="1143395" y="1710225"/>
                  </a:lnTo>
                  <a:lnTo>
                    <a:pt x="1144467" y="1709650"/>
                  </a:lnTo>
                  <a:lnTo>
                    <a:pt x="1145539" y="1709075"/>
                  </a:lnTo>
                  <a:lnTo>
                    <a:pt x="1146610" y="1708501"/>
                  </a:lnTo>
                  <a:lnTo>
                    <a:pt x="1147682" y="1707926"/>
                  </a:lnTo>
                  <a:lnTo>
                    <a:pt x="1148753" y="1707352"/>
                  </a:lnTo>
                  <a:lnTo>
                    <a:pt x="1149825" y="1706778"/>
                  </a:lnTo>
                  <a:lnTo>
                    <a:pt x="1150897" y="1706205"/>
                  </a:lnTo>
                  <a:lnTo>
                    <a:pt x="1151968" y="1705631"/>
                  </a:lnTo>
                  <a:lnTo>
                    <a:pt x="1153040" y="1705058"/>
                  </a:lnTo>
                  <a:lnTo>
                    <a:pt x="1154111" y="1704485"/>
                  </a:lnTo>
                  <a:lnTo>
                    <a:pt x="1155183" y="1703912"/>
                  </a:lnTo>
                  <a:lnTo>
                    <a:pt x="1156255" y="1703340"/>
                  </a:lnTo>
                  <a:lnTo>
                    <a:pt x="1157326" y="1702768"/>
                  </a:lnTo>
                  <a:lnTo>
                    <a:pt x="1158398" y="1702196"/>
                  </a:lnTo>
                  <a:lnTo>
                    <a:pt x="1159469" y="1701624"/>
                  </a:lnTo>
                  <a:lnTo>
                    <a:pt x="1160541" y="1701052"/>
                  </a:lnTo>
                  <a:lnTo>
                    <a:pt x="1161613" y="1700481"/>
                  </a:lnTo>
                  <a:lnTo>
                    <a:pt x="1162684" y="1699910"/>
                  </a:lnTo>
                  <a:lnTo>
                    <a:pt x="1163756" y="1699339"/>
                  </a:lnTo>
                  <a:lnTo>
                    <a:pt x="1164827" y="1698768"/>
                  </a:lnTo>
                  <a:lnTo>
                    <a:pt x="1165899" y="1698198"/>
                  </a:lnTo>
                  <a:lnTo>
                    <a:pt x="1166971" y="1697628"/>
                  </a:lnTo>
                  <a:lnTo>
                    <a:pt x="1168042" y="1697058"/>
                  </a:lnTo>
                  <a:lnTo>
                    <a:pt x="1169114" y="1696488"/>
                  </a:lnTo>
                  <a:lnTo>
                    <a:pt x="1170185" y="1695919"/>
                  </a:lnTo>
                  <a:lnTo>
                    <a:pt x="1171257" y="1695349"/>
                  </a:lnTo>
                  <a:lnTo>
                    <a:pt x="1172329" y="1694780"/>
                  </a:lnTo>
                  <a:lnTo>
                    <a:pt x="1173400" y="1694211"/>
                  </a:lnTo>
                  <a:lnTo>
                    <a:pt x="1174472" y="1693643"/>
                  </a:lnTo>
                  <a:lnTo>
                    <a:pt x="1175543" y="1693074"/>
                  </a:lnTo>
                  <a:lnTo>
                    <a:pt x="1176615" y="1692506"/>
                  </a:lnTo>
                  <a:lnTo>
                    <a:pt x="1177687" y="1691938"/>
                  </a:lnTo>
                  <a:lnTo>
                    <a:pt x="1178758" y="1691370"/>
                  </a:lnTo>
                  <a:lnTo>
                    <a:pt x="1179830" y="1690802"/>
                  </a:lnTo>
                  <a:lnTo>
                    <a:pt x="1180901" y="1690235"/>
                  </a:lnTo>
                  <a:lnTo>
                    <a:pt x="1181973" y="1689668"/>
                  </a:lnTo>
                  <a:lnTo>
                    <a:pt x="1183045" y="1689101"/>
                  </a:lnTo>
                  <a:lnTo>
                    <a:pt x="1184116" y="1688534"/>
                  </a:lnTo>
                  <a:lnTo>
                    <a:pt x="1185188" y="1687967"/>
                  </a:lnTo>
                  <a:lnTo>
                    <a:pt x="1186259" y="1687401"/>
                  </a:lnTo>
                  <a:lnTo>
                    <a:pt x="1187331" y="1686834"/>
                  </a:lnTo>
                  <a:lnTo>
                    <a:pt x="1188403" y="1686268"/>
                  </a:lnTo>
                  <a:lnTo>
                    <a:pt x="1189474" y="1685703"/>
                  </a:lnTo>
                  <a:lnTo>
                    <a:pt x="1190546" y="1685137"/>
                  </a:lnTo>
                  <a:lnTo>
                    <a:pt x="1191617" y="1684571"/>
                  </a:lnTo>
                  <a:lnTo>
                    <a:pt x="1192689" y="1684006"/>
                  </a:lnTo>
                  <a:lnTo>
                    <a:pt x="1193761" y="1683441"/>
                  </a:lnTo>
                  <a:lnTo>
                    <a:pt x="1194832" y="1682876"/>
                  </a:lnTo>
                  <a:lnTo>
                    <a:pt x="1195904" y="1682311"/>
                  </a:lnTo>
                  <a:lnTo>
                    <a:pt x="1196975" y="1681747"/>
                  </a:lnTo>
                  <a:lnTo>
                    <a:pt x="1198047" y="1681183"/>
                  </a:lnTo>
                  <a:lnTo>
                    <a:pt x="1199119" y="1680618"/>
                  </a:lnTo>
                  <a:lnTo>
                    <a:pt x="1200190" y="1680054"/>
                  </a:lnTo>
                  <a:lnTo>
                    <a:pt x="1201262" y="1679491"/>
                  </a:lnTo>
                  <a:lnTo>
                    <a:pt x="1202333" y="1678927"/>
                  </a:lnTo>
                  <a:lnTo>
                    <a:pt x="1203405" y="1678363"/>
                  </a:lnTo>
                  <a:lnTo>
                    <a:pt x="1204477" y="1677800"/>
                  </a:lnTo>
                  <a:lnTo>
                    <a:pt x="1205548" y="1677237"/>
                  </a:lnTo>
                  <a:lnTo>
                    <a:pt x="1206620" y="1676674"/>
                  </a:lnTo>
                  <a:lnTo>
                    <a:pt x="1207691" y="1676111"/>
                  </a:lnTo>
                  <a:lnTo>
                    <a:pt x="1208763" y="1675549"/>
                  </a:lnTo>
                  <a:lnTo>
                    <a:pt x="1209835" y="1674986"/>
                  </a:lnTo>
                  <a:lnTo>
                    <a:pt x="1210906" y="1674424"/>
                  </a:lnTo>
                  <a:lnTo>
                    <a:pt x="1211978" y="1673862"/>
                  </a:lnTo>
                  <a:lnTo>
                    <a:pt x="1213049" y="1673299"/>
                  </a:lnTo>
                  <a:lnTo>
                    <a:pt x="1214121" y="1672738"/>
                  </a:lnTo>
                  <a:lnTo>
                    <a:pt x="1215193" y="1672176"/>
                  </a:lnTo>
                  <a:lnTo>
                    <a:pt x="1216264" y="1671614"/>
                  </a:lnTo>
                  <a:lnTo>
                    <a:pt x="1217336" y="1671053"/>
                  </a:lnTo>
                  <a:lnTo>
                    <a:pt x="1218407" y="1670492"/>
                  </a:lnTo>
                  <a:lnTo>
                    <a:pt x="1219479" y="1669930"/>
                  </a:lnTo>
                  <a:lnTo>
                    <a:pt x="1220551" y="1669369"/>
                  </a:lnTo>
                  <a:lnTo>
                    <a:pt x="1221622" y="1668809"/>
                  </a:lnTo>
                  <a:lnTo>
                    <a:pt x="1222694" y="1668248"/>
                  </a:lnTo>
                  <a:lnTo>
                    <a:pt x="1223765" y="1667687"/>
                  </a:lnTo>
                  <a:lnTo>
                    <a:pt x="1224837" y="1667127"/>
                  </a:lnTo>
                  <a:lnTo>
                    <a:pt x="1225909" y="1666566"/>
                  </a:lnTo>
                  <a:lnTo>
                    <a:pt x="1226980" y="1666006"/>
                  </a:lnTo>
                  <a:lnTo>
                    <a:pt x="1228052" y="1665446"/>
                  </a:lnTo>
                  <a:lnTo>
                    <a:pt x="1229123" y="1664886"/>
                  </a:lnTo>
                  <a:lnTo>
                    <a:pt x="1230195" y="1664326"/>
                  </a:lnTo>
                  <a:lnTo>
                    <a:pt x="1231267" y="1663767"/>
                  </a:lnTo>
                  <a:lnTo>
                    <a:pt x="1232338" y="1663207"/>
                  </a:lnTo>
                  <a:lnTo>
                    <a:pt x="1233410" y="1662648"/>
                  </a:lnTo>
                  <a:lnTo>
                    <a:pt x="1234481" y="1662088"/>
                  </a:lnTo>
                  <a:lnTo>
                    <a:pt x="1235553" y="1661529"/>
                  </a:lnTo>
                  <a:lnTo>
                    <a:pt x="1236625" y="1660970"/>
                  </a:lnTo>
                  <a:lnTo>
                    <a:pt x="1237696" y="1660411"/>
                  </a:lnTo>
                  <a:lnTo>
                    <a:pt x="1238768" y="1659852"/>
                  </a:lnTo>
                  <a:lnTo>
                    <a:pt x="1239839" y="1659293"/>
                  </a:lnTo>
                  <a:lnTo>
                    <a:pt x="1240911" y="1658734"/>
                  </a:lnTo>
                  <a:lnTo>
                    <a:pt x="1241983" y="1658176"/>
                  </a:lnTo>
                  <a:lnTo>
                    <a:pt x="1243054" y="1657617"/>
                  </a:lnTo>
                  <a:lnTo>
                    <a:pt x="1244126" y="1657059"/>
                  </a:lnTo>
                  <a:lnTo>
                    <a:pt x="1245197" y="1656500"/>
                  </a:lnTo>
                  <a:lnTo>
                    <a:pt x="1246269" y="1655942"/>
                  </a:lnTo>
                  <a:lnTo>
                    <a:pt x="1247340" y="1655384"/>
                  </a:lnTo>
                  <a:lnTo>
                    <a:pt x="1248412" y="1654826"/>
                  </a:lnTo>
                  <a:lnTo>
                    <a:pt x="1249484" y="1654268"/>
                  </a:lnTo>
                  <a:lnTo>
                    <a:pt x="1250555" y="1653710"/>
                  </a:lnTo>
                  <a:lnTo>
                    <a:pt x="1251627" y="1653152"/>
                  </a:lnTo>
                  <a:lnTo>
                    <a:pt x="1252698" y="1652594"/>
                  </a:lnTo>
                  <a:lnTo>
                    <a:pt x="1253770" y="1652036"/>
                  </a:lnTo>
                  <a:lnTo>
                    <a:pt x="1254842" y="1651479"/>
                  </a:lnTo>
                  <a:lnTo>
                    <a:pt x="1255913" y="1650921"/>
                  </a:lnTo>
                  <a:lnTo>
                    <a:pt x="1256985" y="1650364"/>
                  </a:lnTo>
                  <a:lnTo>
                    <a:pt x="1258056" y="1649806"/>
                  </a:lnTo>
                  <a:lnTo>
                    <a:pt x="1259128" y="1649249"/>
                  </a:lnTo>
                  <a:lnTo>
                    <a:pt x="1260200" y="1648691"/>
                  </a:lnTo>
                  <a:lnTo>
                    <a:pt x="1261271" y="1648134"/>
                  </a:lnTo>
                  <a:lnTo>
                    <a:pt x="1262343" y="1647577"/>
                  </a:lnTo>
                  <a:lnTo>
                    <a:pt x="1263414" y="1647020"/>
                  </a:lnTo>
                  <a:lnTo>
                    <a:pt x="1264486" y="1646463"/>
                  </a:lnTo>
                  <a:lnTo>
                    <a:pt x="1265558" y="1645905"/>
                  </a:lnTo>
                  <a:lnTo>
                    <a:pt x="1266629" y="1645348"/>
                  </a:lnTo>
                  <a:lnTo>
                    <a:pt x="1267701" y="1644791"/>
                  </a:lnTo>
                  <a:lnTo>
                    <a:pt x="1268772" y="1644234"/>
                  </a:lnTo>
                  <a:lnTo>
                    <a:pt x="1269844" y="1643677"/>
                  </a:lnTo>
                  <a:lnTo>
                    <a:pt x="1270916" y="1643120"/>
                  </a:lnTo>
                  <a:lnTo>
                    <a:pt x="1271987" y="1642563"/>
                  </a:lnTo>
                  <a:lnTo>
                    <a:pt x="1273059" y="1642007"/>
                  </a:lnTo>
                  <a:lnTo>
                    <a:pt x="1274130" y="1641450"/>
                  </a:lnTo>
                  <a:lnTo>
                    <a:pt x="1275202" y="1640893"/>
                  </a:lnTo>
                  <a:lnTo>
                    <a:pt x="1276274" y="1640336"/>
                  </a:lnTo>
                  <a:lnTo>
                    <a:pt x="1277345" y="1639779"/>
                  </a:lnTo>
                  <a:lnTo>
                    <a:pt x="1278417" y="1639222"/>
                  </a:lnTo>
                  <a:lnTo>
                    <a:pt x="1279488" y="1638665"/>
                  </a:lnTo>
                  <a:lnTo>
                    <a:pt x="1280560" y="1638109"/>
                  </a:lnTo>
                  <a:lnTo>
                    <a:pt x="1281632" y="1637552"/>
                  </a:lnTo>
                  <a:lnTo>
                    <a:pt x="1282703" y="1636995"/>
                  </a:lnTo>
                  <a:lnTo>
                    <a:pt x="1283775" y="1636438"/>
                  </a:lnTo>
                  <a:lnTo>
                    <a:pt x="1284846" y="1635881"/>
                  </a:lnTo>
                  <a:lnTo>
                    <a:pt x="1285918" y="1635325"/>
                  </a:lnTo>
                  <a:lnTo>
                    <a:pt x="1286990" y="1634768"/>
                  </a:lnTo>
                  <a:lnTo>
                    <a:pt x="1288061" y="1634211"/>
                  </a:lnTo>
                  <a:lnTo>
                    <a:pt x="1289133" y="1633654"/>
                  </a:lnTo>
                  <a:lnTo>
                    <a:pt x="1290204" y="1633097"/>
                  </a:lnTo>
                  <a:lnTo>
                    <a:pt x="1291276" y="1632540"/>
                  </a:lnTo>
                  <a:lnTo>
                    <a:pt x="1292348" y="1631983"/>
                  </a:lnTo>
                  <a:lnTo>
                    <a:pt x="1293419" y="1631426"/>
                  </a:lnTo>
                  <a:lnTo>
                    <a:pt x="1294491" y="1630869"/>
                  </a:lnTo>
                  <a:lnTo>
                    <a:pt x="1295562" y="1630312"/>
                  </a:lnTo>
                  <a:lnTo>
                    <a:pt x="1296634" y="1629755"/>
                  </a:lnTo>
                  <a:lnTo>
                    <a:pt x="1297706" y="1629198"/>
                  </a:lnTo>
                  <a:lnTo>
                    <a:pt x="1298777" y="1628641"/>
                  </a:lnTo>
                  <a:lnTo>
                    <a:pt x="1299849" y="1628084"/>
                  </a:lnTo>
                  <a:lnTo>
                    <a:pt x="1300920" y="1627526"/>
                  </a:lnTo>
                  <a:lnTo>
                    <a:pt x="1301992" y="1626969"/>
                  </a:lnTo>
                  <a:lnTo>
                    <a:pt x="1303064" y="1626412"/>
                  </a:lnTo>
                  <a:lnTo>
                    <a:pt x="1304135" y="1625854"/>
                  </a:lnTo>
                  <a:lnTo>
                    <a:pt x="1305207" y="1625297"/>
                  </a:lnTo>
                  <a:lnTo>
                    <a:pt x="1306278" y="1624739"/>
                  </a:lnTo>
                  <a:lnTo>
                    <a:pt x="1307350" y="1624181"/>
                  </a:lnTo>
                  <a:lnTo>
                    <a:pt x="1308422" y="1623624"/>
                  </a:lnTo>
                  <a:lnTo>
                    <a:pt x="1309493" y="1623066"/>
                  </a:lnTo>
                  <a:lnTo>
                    <a:pt x="1310565" y="1622508"/>
                  </a:lnTo>
                  <a:lnTo>
                    <a:pt x="1311636" y="1621950"/>
                  </a:lnTo>
                  <a:lnTo>
                    <a:pt x="1312708" y="1621392"/>
                  </a:lnTo>
                  <a:lnTo>
                    <a:pt x="1313780" y="1620834"/>
                  </a:lnTo>
                  <a:lnTo>
                    <a:pt x="1314851" y="1620275"/>
                  </a:lnTo>
                  <a:lnTo>
                    <a:pt x="1315923" y="1619717"/>
                  </a:lnTo>
                  <a:lnTo>
                    <a:pt x="1316994" y="1619159"/>
                  </a:lnTo>
                  <a:lnTo>
                    <a:pt x="1318066" y="1618600"/>
                  </a:lnTo>
                  <a:lnTo>
                    <a:pt x="1319138" y="1618042"/>
                  </a:lnTo>
                  <a:lnTo>
                    <a:pt x="1320209" y="1617483"/>
                  </a:lnTo>
                  <a:lnTo>
                    <a:pt x="1321281" y="1616924"/>
                  </a:lnTo>
                  <a:lnTo>
                    <a:pt x="1322352" y="1616365"/>
                  </a:lnTo>
                  <a:lnTo>
                    <a:pt x="1323424" y="1615806"/>
                  </a:lnTo>
                  <a:lnTo>
                    <a:pt x="1324496" y="1615247"/>
                  </a:lnTo>
                  <a:lnTo>
                    <a:pt x="1325567" y="1614687"/>
                  </a:lnTo>
                  <a:lnTo>
                    <a:pt x="1326639" y="1614128"/>
                  </a:lnTo>
                  <a:lnTo>
                    <a:pt x="1327710" y="1613568"/>
                  </a:lnTo>
                  <a:lnTo>
                    <a:pt x="1328782" y="1613009"/>
                  </a:lnTo>
                  <a:lnTo>
                    <a:pt x="1329854" y="1612449"/>
                  </a:lnTo>
                  <a:lnTo>
                    <a:pt x="1330925" y="1611889"/>
                  </a:lnTo>
                  <a:lnTo>
                    <a:pt x="1331997" y="1611328"/>
                  </a:lnTo>
                  <a:lnTo>
                    <a:pt x="1333068" y="1610768"/>
                  </a:lnTo>
                  <a:lnTo>
                    <a:pt x="1334140" y="1610208"/>
                  </a:lnTo>
                  <a:lnTo>
                    <a:pt x="1335212" y="1609647"/>
                  </a:lnTo>
                  <a:lnTo>
                    <a:pt x="1336283" y="1609086"/>
                  </a:lnTo>
                  <a:lnTo>
                    <a:pt x="1337355" y="1608525"/>
                  </a:lnTo>
                  <a:lnTo>
                    <a:pt x="1338426" y="1607964"/>
                  </a:lnTo>
                  <a:lnTo>
                    <a:pt x="1339498" y="1607403"/>
                  </a:lnTo>
                  <a:lnTo>
                    <a:pt x="1340570" y="1606842"/>
                  </a:lnTo>
                  <a:lnTo>
                    <a:pt x="1341641" y="1606280"/>
                  </a:lnTo>
                  <a:lnTo>
                    <a:pt x="1342713" y="1605718"/>
                  </a:lnTo>
                  <a:lnTo>
                    <a:pt x="1343784" y="1605156"/>
                  </a:lnTo>
                  <a:lnTo>
                    <a:pt x="1344856" y="1604594"/>
                  </a:lnTo>
                  <a:lnTo>
                    <a:pt x="1345928" y="1604032"/>
                  </a:lnTo>
                  <a:lnTo>
                    <a:pt x="1346999" y="1603469"/>
                  </a:lnTo>
                  <a:lnTo>
                    <a:pt x="1348071" y="1602906"/>
                  </a:lnTo>
                  <a:lnTo>
                    <a:pt x="1349142" y="1602343"/>
                  </a:lnTo>
                  <a:lnTo>
                    <a:pt x="1350214" y="1601780"/>
                  </a:lnTo>
                  <a:lnTo>
                    <a:pt x="1351286" y="1601217"/>
                  </a:lnTo>
                  <a:lnTo>
                    <a:pt x="1352357" y="1600653"/>
                  </a:lnTo>
                  <a:lnTo>
                    <a:pt x="1353429" y="1600090"/>
                  </a:lnTo>
                  <a:lnTo>
                    <a:pt x="1354500" y="1599526"/>
                  </a:lnTo>
                  <a:lnTo>
                    <a:pt x="1355572" y="1598961"/>
                  </a:lnTo>
                  <a:lnTo>
                    <a:pt x="1356644" y="1598397"/>
                  </a:lnTo>
                  <a:lnTo>
                    <a:pt x="1357715" y="1597832"/>
                  </a:lnTo>
                  <a:lnTo>
                    <a:pt x="1358787" y="1597267"/>
                  </a:lnTo>
                  <a:lnTo>
                    <a:pt x="1359858" y="1596702"/>
                  </a:lnTo>
                  <a:lnTo>
                    <a:pt x="1360930" y="1596137"/>
                  </a:lnTo>
                  <a:lnTo>
                    <a:pt x="1362002" y="1595571"/>
                  </a:lnTo>
                  <a:lnTo>
                    <a:pt x="1363073" y="1595005"/>
                  </a:lnTo>
                  <a:lnTo>
                    <a:pt x="1364145" y="1594439"/>
                  </a:lnTo>
                  <a:lnTo>
                    <a:pt x="1365216" y="1593873"/>
                  </a:lnTo>
                  <a:lnTo>
                    <a:pt x="1366288" y="1593306"/>
                  </a:lnTo>
                  <a:lnTo>
                    <a:pt x="1367360" y="1592739"/>
                  </a:lnTo>
                  <a:lnTo>
                    <a:pt x="1368431" y="1592172"/>
                  </a:lnTo>
                  <a:lnTo>
                    <a:pt x="1369503" y="1591605"/>
                  </a:lnTo>
                  <a:lnTo>
                    <a:pt x="1370574" y="1591037"/>
                  </a:lnTo>
                  <a:lnTo>
                    <a:pt x="1371646" y="1590469"/>
                  </a:lnTo>
                  <a:lnTo>
                    <a:pt x="1372718" y="1589901"/>
                  </a:lnTo>
                  <a:lnTo>
                    <a:pt x="1373789" y="1589332"/>
                  </a:lnTo>
                  <a:lnTo>
                    <a:pt x="1374861" y="1588763"/>
                  </a:lnTo>
                  <a:lnTo>
                    <a:pt x="1375932" y="1588194"/>
                  </a:lnTo>
                  <a:lnTo>
                    <a:pt x="1377004" y="1587625"/>
                  </a:lnTo>
                  <a:lnTo>
                    <a:pt x="1378076" y="1587055"/>
                  </a:lnTo>
                  <a:lnTo>
                    <a:pt x="1379147" y="1586485"/>
                  </a:lnTo>
                  <a:lnTo>
                    <a:pt x="1380219" y="1585914"/>
                  </a:lnTo>
                  <a:lnTo>
                    <a:pt x="1381290" y="1585344"/>
                  </a:lnTo>
                  <a:lnTo>
                    <a:pt x="1382362" y="1584773"/>
                  </a:lnTo>
                  <a:lnTo>
                    <a:pt x="1383434" y="1584201"/>
                  </a:lnTo>
                  <a:lnTo>
                    <a:pt x="1384505" y="1583630"/>
                  </a:lnTo>
                  <a:lnTo>
                    <a:pt x="1385577" y="1583058"/>
                  </a:lnTo>
                  <a:lnTo>
                    <a:pt x="1386648" y="1582486"/>
                  </a:lnTo>
                  <a:lnTo>
                    <a:pt x="1387720" y="1581913"/>
                  </a:lnTo>
                  <a:lnTo>
                    <a:pt x="1388792" y="1581340"/>
                  </a:lnTo>
                  <a:lnTo>
                    <a:pt x="1389863" y="1580767"/>
                  </a:lnTo>
                  <a:lnTo>
                    <a:pt x="1390935" y="1580193"/>
                  </a:lnTo>
                  <a:lnTo>
                    <a:pt x="1392006" y="1579619"/>
                  </a:lnTo>
                  <a:lnTo>
                    <a:pt x="1393078" y="1579045"/>
                  </a:lnTo>
                  <a:lnTo>
                    <a:pt x="1394150" y="1578470"/>
                  </a:lnTo>
                  <a:lnTo>
                    <a:pt x="1395221" y="1577895"/>
                  </a:lnTo>
                  <a:lnTo>
                    <a:pt x="1396293" y="1577319"/>
                  </a:lnTo>
                  <a:lnTo>
                    <a:pt x="1397364" y="1576744"/>
                  </a:lnTo>
                  <a:lnTo>
                    <a:pt x="1398436" y="1576167"/>
                  </a:lnTo>
                  <a:lnTo>
                    <a:pt x="1399508" y="1575591"/>
                  </a:lnTo>
                  <a:lnTo>
                    <a:pt x="1400579" y="1575014"/>
                  </a:lnTo>
                  <a:lnTo>
                    <a:pt x="1401651" y="1574437"/>
                  </a:lnTo>
                  <a:lnTo>
                    <a:pt x="1402722" y="1573859"/>
                  </a:lnTo>
                  <a:lnTo>
                    <a:pt x="1403794" y="1573281"/>
                  </a:lnTo>
                  <a:lnTo>
                    <a:pt x="1404866" y="1572702"/>
                  </a:lnTo>
                  <a:lnTo>
                    <a:pt x="1405937" y="1572123"/>
                  </a:lnTo>
                  <a:lnTo>
                    <a:pt x="1407009" y="1571544"/>
                  </a:lnTo>
                  <a:lnTo>
                    <a:pt x="1408080" y="1570964"/>
                  </a:lnTo>
                  <a:lnTo>
                    <a:pt x="1409152" y="1570384"/>
                  </a:lnTo>
                  <a:lnTo>
                    <a:pt x="1410224" y="1569803"/>
                  </a:lnTo>
                  <a:lnTo>
                    <a:pt x="1411295" y="1569222"/>
                  </a:lnTo>
                  <a:lnTo>
                    <a:pt x="1412367" y="1568641"/>
                  </a:lnTo>
                  <a:lnTo>
                    <a:pt x="1413438" y="1568059"/>
                  </a:lnTo>
                  <a:lnTo>
                    <a:pt x="1414510" y="1567477"/>
                  </a:lnTo>
                  <a:lnTo>
                    <a:pt x="1415582" y="1566894"/>
                  </a:lnTo>
                  <a:lnTo>
                    <a:pt x="1416653" y="1566311"/>
                  </a:lnTo>
                  <a:lnTo>
                    <a:pt x="1417725" y="1565727"/>
                  </a:lnTo>
                  <a:lnTo>
                    <a:pt x="1418796" y="1565143"/>
                  </a:lnTo>
                  <a:lnTo>
                    <a:pt x="1419868" y="1564559"/>
                  </a:lnTo>
                  <a:lnTo>
                    <a:pt x="1420939" y="1563974"/>
                  </a:lnTo>
                  <a:lnTo>
                    <a:pt x="1422011" y="1563388"/>
                  </a:lnTo>
                  <a:lnTo>
                    <a:pt x="1423083" y="1562802"/>
                  </a:lnTo>
                  <a:lnTo>
                    <a:pt x="1424154" y="1562216"/>
                  </a:lnTo>
                  <a:lnTo>
                    <a:pt x="1425226" y="1561629"/>
                  </a:lnTo>
                  <a:lnTo>
                    <a:pt x="1426297" y="1561041"/>
                  </a:lnTo>
                  <a:lnTo>
                    <a:pt x="1427369" y="1560453"/>
                  </a:lnTo>
                  <a:lnTo>
                    <a:pt x="1428441" y="1559865"/>
                  </a:lnTo>
                  <a:lnTo>
                    <a:pt x="1429512" y="1559276"/>
                  </a:lnTo>
                  <a:lnTo>
                    <a:pt x="1430584" y="1558687"/>
                  </a:lnTo>
                  <a:lnTo>
                    <a:pt x="1431655" y="1558097"/>
                  </a:lnTo>
                  <a:lnTo>
                    <a:pt x="1432727" y="1557507"/>
                  </a:lnTo>
                  <a:lnTo>
                    <a:pt x="1433799" y="1556916"/>
                  </a:lnTo>
                  <a:lnTo>
                    <a:pt x="1434870" y="1556324"/>
                  </a:lnTo>
                  <a:lnTo>
                    <a:pt x="1435942" y="1555732"/>
                  </a:lnTo>
                  <a:lnTo>
                    <a:pt x="1437013" y="1555140"/>
                  </a:lnTo>
                  <a:lnTo>
                    <a:pt x="1438085" y="1554547"/>
                  </a:lnTo>
                  <a:lnTo>
                    <a:pt x="1439157" y="1553953"/>
                  </a:lnTo>
                  <a:lnTo>
                    <a:pt x="1440228" y="1553359"/>
                  </a:lnTo>
                  <a:lnTo>
                    <a:pt x="1441300" y="1552765"/>
                  </a:lnTo>
                  <a:lnTo>
                    <a:pt x="1442371" y="1552170"/>
                  </a:lnTo>
                  <a:lnTo>
                    <a:pt x="1443443" y="1551574"/>
                  </a:lnTo>
                  <a:lnTo>
                    <a:pt x="1444515" y="1550978"/>
                  </a:lnTo>
                  <a:lnTo>
                    <a:pt x="1445586" y="1550381"/>
                  </a:lnTo>
                  <a:lnTo>
                    <a:pt x="1446658" y="1549784"/>
                  </a:lnTo>
                  <a:lnTo>
                    <a:pt x="1447729" y="1549186"/>
                  </a:lnTo>
                  <a:lnTo>
                    <a:pt x="1448801" y="1548587"/>
                  </a:lnTo>
                  <a:lnTo>
                    <a:pt x="1449873" y="1547988"/>
                  </a:lnTo>
                  <a:lnTo>
                    <a:pt x="1450944" y="1547388"/>
                  </a:lnTo>
                  <a:lnTo>
                    <a:pt x="1452016" y="1546788"/>
                  </a:lnTo>
                  <a:lnTo>
                    <a:pt x="1453087" y="1546187"/>
                  </a:lnTo>
                  <a:lnTo>
                    <a:pt x="1454159" y="1545586"/>
                  </a:lnTo>
                  <a:lnTo>
                    <a:pt x="1455231" y="1544984"/>
                  </a:lnTo>
                  <a:lnTo>
                    <a:pt x="1456302" y="1544381"/>
                  </a:lnTo>
                  <a:lnTo>
                    <a:pt x="1457374" y="1543778"/>
                  </a:lnTo>
                  <a:lnTo>
                    <a:pt x="1458445" y="1543174"/>
                  </a:lnTo>
                  <a:lnTo>
                    <a:pt x="1459517" y="1542569"/>
                  </a:lnTo>
                  <a:lnTo>
                    <a:pt x="1460589" y="1541964"/>
                  </a:lnTo>
                  <a:lnTo>
                    <a:pt x="1461660" y="1541358"/>
                  </a:lnTo>
                  <a:lnTo>
                    <a:pt x="1462732" y="1540752"/>
                  </a:lnTo>
                  <a:lnTo>
                    <a:pt x="1463803" y="1540145"/>
                  </a:lnTo>
                  <a:lnTo>
                    <a:pt x="1464875" y="1539537"/>
                  </a:lnTo>
                  <a:lnTo>
                    <a:pt x="1465947" y="1538929"/>
                  </a:lnTo>
                  <a:lnTo>
                    <a:pt x="1467018" y="1538320"/>
                  </a:lnTo>
                  <a:lnTo>
                    <a:pt x="1468090" y="1537710"/>
                  </a:lnTo>
                  <a:lnTo>
                    <a:pt x="1469161" y="1537100"/>
                  </a:lnTo>
                  <a:lnTo>
                    <a:pt x="1470233" y="1536489"/>
                  </a:lnTo>
                  <a:lnTo>
                    <a:pt x="1471305" y="1535878"/>
                  </a:lnTo>
                  <a:lnTo>
                    <a:pt x="1472376" y="1535265"/>
                  </a:lnTo>
                  <a:lnTo>
                    <a:pt x="1473448" y="1534652"/>
                  </a:lnTo>
                  <a:lnTo>
                    <a:pt x="1474519" y="1534039"/>
                  </a:lnTo>
                  <a:lnTo>
                    <a:pt x="1475591" y="1533424"/>
                  </a:lnTo>
                  <a:lnTo>
                    <a:pt x="1476663" y="1532809"/>
                  </a:lnTo>
                  <a:lnTo>
                    <a:pt x="1477734" y="1532194"/>
                  </a:lnTo>
                  <a:lnTo>
                    <a:pt x="1478806" y="1531577"/>
                  </a:lnTo>
                  <a:lnTo>
                    <a:pt x="1479877" y="1530960"/>
                  </a:lnTo>
                  <a:lnTo>
                    <a:pt x="1480949" y="1530342"/>
                  </a:lnTo>
                  <a:lnTo>
                    <a:pt x="1482021" y="1529724"/>
                  </a:lnTo>
                  <a:lnTo>
                    <a:pt x="1483092" y="1529105"/>
                  </a:lnTo>
                  <a:lnTo>
                    <a:pt x="1484164" y="1528485"/>
                  </a:lnTo>
                  <a:lnTo>
                    <a:pt x="1485235" y="1527864"/>
                  </a:lnTo>
                  <a:lnTo>
                    <a:pt x="1486307" y="1527242"/>
                  </a:lnTo>
                  <a:lnTo>
                    <a:pt x="1487379" y="1526620"/>
                  </a:lnTo>
                  <a:lnTo>
                    <a:pt x="1488450" y="1525997"/>
                  </a:lnTo>
                  <a:lnTo>
                    <a:pt x="1489522" y="1525374"/>
                  </a:lnTo>
                  <a:lnTo>
                    <a:pt x="1490593" y="1524749"/>
                  </a:lnTo>
                  <a:lnTo>
                    <a:pt x="1491665" y="1524124"/>
                  </a:lnTo>
                  <a:lnTo>
                    <a:pt x="1492737" y="1523498"/>
                  </a:lnTo>
                  <a:lnTo>
                    <a:pt x="1493808" y="1522871"/>
                  </a:lnTo>
                  <a:lnTo>
                    <a:pt x="1494880" y="1522244"/>
                  </a:lnTo>
                  <a:lnTo>
                    <a:pt x="1495951" y="1521616"/>
                  </a:lnTo>
                  <a:lnTo>
                    <a:pt x="1497023" y="1520987"/>
                  </a:lnTo>
                  <a:lnTo>
                    <a:pt x="1498095" y="1520357"/>
                  </a:lnTo>
                  <a:lnTo>
                    <a:pt x="1499166" y="1519726"/>
                  </a:lnTo>
                  <a:lnTo>
                    <a:pt x="1500238" y="1519095"/>
                  </a:lnTo>
                  <a:lnTo>
                    <a:pt x="1501309" y="1518463"/>
                  </a:lnTo>
                  <a:lnTo>
                    <a:pt x="1502381" y="1517830"/>
                  </a:lnTo>
                  <a:lnTo>
                    <a:pt x="1503453" y="1517196"/>
                  </a:lnTo>
                  <a:lnTo>
                    <a:pt x="1504524" y="1516561"/>
                  </a:lnTo>
                  <a:lnTo>
                    <a:pt x="1505596" y="1515926"/>
                  </a:lnTo>
                  <a:lnTo>
                    <a:pt x="1506667" y="1515290"/>
                  </a:lnTo>
                  <a:lnTo>
                    <a:pt x="1507739" y="1514652"/>
                  </a:lnTo>
                  <a:lnTo>
                    <a:pt x="1508811" y="1514015"/>
                  </a:lnTo>
                  <a:lnTo>
                    <a:pt x="1509882" y="1513376"/>
                  </a:lnTo>
                  <a:lnTo>
                    <a:pt x="1510954" y="1512736"/>
                  </a:lnTo>
                  <a:lnTo>
                    <a:pt x="1512025" y="1512096"/>
                  </a:lnTo>
                  <a:lnTo>
                    <a:pt x="1513097" y="1511454"/>
                  </a:lnTo>
                  <a:lnTo>
                    <a:pt x="1514169" y="1510812"/>
                  </a:lnTo>
                  <a:lnTo>
                    <a:pt x="1515240" y="1510169"/>
                  </a:lnTo>
                  <a:lnTo>
                    <a:pt x="1516312" y="1509525"/>
                  </a:lnTo>
                  <a:lnTo>
                    <a:pt x="1517383" y="1508881"/>
                  </a:lnTo>
                  <a:lnTo>
                    <a:pt x="1518455" y="1508235"/>
                  </a:lnTo>
                  <a:lnTo>
                    <a:pt x="1519527" y="1507589"/>
                  </a:lnTo>
                  <a:lnTo>
                    <a:pt x="1520598" y="1506941"/>
                  </a:lnTo>
                  <a:lnTo>
                    <a:pt x="1521670" y="1506293"/>
                  </a:lnTo>
                  <a:lnTo>
                    <a:pt x="1522741" y="1505644"/>
                  </a:lnTo>
                  <a:lnTo>
                    <a:pt x="1523813" y="1504994"/>
                  </a:lnTo>
                  <a:lnTo>
                    <a:pt x="1524885" y="1504343"/>
                  </a:lnTo>
                  <a:lnTo>
                    <a:pt x="1525956" y="1503691"/>
                  </a:lnTo>
                  <a:lnTo>
                    <a:pt x="1527028" y="1503038"/>
                  </a:lnTo>
                  <a:lnTo>
                    <a:pt x="1528099" y="1502385"/>
                  </a:lnTo>
                  <a:lnTo>
                    <a:pt x="1529171" y="1501730"/>
                  </a:lnTo>
                  <a:lnTo>
                    <a:pt x="1530243" y="1501075"/>
                  </a:lnTo>
                  <a:lnTo>
                    <a:pt x="1531314" y="1500418"/>
                  </a:lnTo>
                  <a:lnTo>
                    <a:pt x="1532386" y="1499761"/>
                  </a:lnTo>
                  <a:lnTo>
                    <a:pt x="1533457" y="1499102"/>
                  </a:lnTo>
                  <a:lnTo>
                    <a:pt x="1534529" y="1498443"/>
                  </a:lnTo>
                  <a:lnTo>
                    <a:pt x="1535601" y="1497783"/>
                  </a:lnTo>
                  <a:lnTo>
                    <a:pt x="1536672" y="1497122"/>
                  </a:lnTo>
                  <a:lnTo>
                    <a:pt x="1537744" y="1496460"/>
                  </a:lnTo>
                  <a:lnTo>
                    <a:pt x="1538815" y="1495797"/>
                  </a:lnTo>
                  <a:lnTo>
                    <a:pt x="1539887" y="1495133"/>
                  </a:lnTo>
                  <a:lnTo>
                    <a:pt x="1540959" y="1494468"/>
                  </a:lnTo>
                  <a:lnTo>
                    <a:pt x="1542030" y="1493801"/>
                  </a:lnTo>
                  <a:lnTo>
                    <a:pt x="1543102" y="1493135"/>
                  </a:lnTo>
                  <a:lnTo>
                    <a:pt x="1544173" y="1492467"/>
                  </a:lnTo>
                  <a:lnTo>
                    <a:pt x="1545245" y="1491798"/>
                  </a:lnTo>
                  <a:lnTo>
                    <a:pt x="1546317" y="1491128"/>
                  </a:lnTo>
                  <a:lnTo>
                    <a:pt x="1547388" y="1490457"/>
                  </a:lnTo>
                  <a:lnTo>
                    <a:pt x="1548460" y="1489785"/>
                  </a:lnTo>
                  <a:lnTo>
                    <a:pt x="1549531" y="1489112"/>
                  </a:lnTo>
                  <a:lnTo>
                    <a:pt x="1550603" y="1488438"/>
                  </a:lnTo>
                  <a:lnTo>
                    <a:pt x="1551675" y="1487763"/>
                  </a:lnTo>
                  <a:lnTo>
                    <a:pt x="1552746" y="1487087"/>
                  </a:lnTo>
                  <a:lnTo>
                    <a:pt x="1553818" y="1486410"/>
                  </a:lnTo>
                  <a:lnTo>
                    <a:pt x="1554889" y="1485732"/>
                  </a:lnTo>
                  <a:lnTo>
                    <a:pt x="1555961" y="1485052"/>
                  </a:lnTo>
                  <a:lnTo>
                    <a:pt x="1557033" y="1484372"/>
                  </a:lnTo>
                  <a:lnTo>
                    <a:pt x="1558104" y="1483691"/>
                  </a:lnTo>
                  <a:lnTo>
                    <a:pt x="1559176" y="1483009"/>
                  </a:lnTo>
                  <a:lnTo>
                    <a:pt x="1560247" y="1482325"/>
                  </a:lnTo>
                  <a:lnTo>
                    <a:pt x="1561319" y="1481641"/>
                  </a:lnTo>
                  <a:lnTo>
                    <a:pt x="1562391" y="1480956"/>
                  </a:lnTo>
                  <a:lnTo>
                    <a:pt x="1563462" y="1480269"/>
                  </a:lnTo>
                  <a:lnTo>
                    <a:pt x="1564534" y="1479581"/>
                  </a:lnTo>
                  <a:lnTo>
                    <a:pt x="1565605" y="1478893"/>
                  </a:lnTo>
                  <a:lnTo>
                    <a:pt x="1566677" y="1478203"/>
                  </a:lnTo>
                  <a:lnTo>
                    <a:pt x="1567749" y="1477512"/>
                  </a:lnTo>
                  <a:lnTo>
                    <a:pt x="1568820" y="1476820"/>
                  </a:lnTo>
                  <a:lnTo>
                    <a:pt x="1569892" y="1476127"/>
                  </a:lnTo>
                  <a:lnTo>
                    <a:pt x="1570963" y="1475433"/>
                  </a:lnTo>
                  <a:lnTo>
                    <a:pt x="1572035" y="1474738"/>
                  </a:lnTo>
                  <a:lnTo>
                    <a:pt x="1573107" y="1474042"/>
                  </a:lnTo>
                  <a:lnTo>
                    <a:pt x="1574178" y="1473344"/>
                  </a:lnTo>
                  <a:lnTo>
                    <a:pt x="1575250" y="1472646"/>
                  </a:lnTo>
                  <a:lnTo>
                    <a:pt x="1576321" y="1471946"/>
                  </a:lnTo>
                  <a:lnTo>
                    <a:pt x="1577393" y="1471245"/>
                  </a:lnTo>
                  <a:lnTo>
                    <a:pt x="1578465" y="1470543"/>
                  </a:lnTo>
                  <a:lnTo>
                    <a:pt x="1579536" y="1469840"/>
                  </a:lnTo>
                  <a:lnTo>
                    <a:pt x="1580608" y="1469136"/>
                  </a:lnTo>
                  <a:lnTo>
                    <a:pt x="1581679" y="1468430"/>
                  </a:lnTo>
                  <a:lnTo>
                    <a:pt x="1582751" y="1467724"/>
                  </a:lnTo>
                  <a:lnTo>
                    <a:pt x="1583823" y="1467016"/>
                  </a:lnTo>
                  <a:lnTo>
                    <a:pt x="1584894" y="1466307"/>
                  </a:lnTo>
                  <a:lnTo>
                    <a:pt x="1585966" y="1465597"/>
                  </a:lnTo>
                  <a:lnTo>
                    <a:pt x="1587037" y="1464886"/>
                  </a:lnTo>
                  <a:lnTo>
                    <a:pt x="1588109" y="1464174"/>
                  </a:lnTo>
                  <a:lnTo>
                    <a:pt x="1589181" y="1463460"/>
                  </a:lnTo>
                  <a:lnTo>
                    <a:pt x="1590252" y="1462746"/>
                  </a:lnTo>
                  <a:lnTo>
                    <a:pt x="1591324" y="1462030"/>
                  </a:lnTo>
                  <a:lnTo>
                    <a:pt x="1592395" y="1461313"/>
                  </a:lnTo>
                  <a:lnTo>
                    <a:pt x="1593467" y="1460595"/>
                  </a:lnTo>
                  <a:lnTo>
                    <a:pt x="1594539" y="1459875"/>
                  </a:lnTo>
                  <a:lnTo>
                    <a:pt x="1595610" y="1459154"/>
                  </a:lnTo>
                  <a:lnTo>
                    <a:pt x="1596682" y="1458433"/>
                  </a:lnTo>
                  <a:lnTo>
                    <a:pt x="1597753" y="1457710"/>
                  </a:lnTo>
                  <a:lnTo>
                    <a:pt x="1598825" y="1456985"/>
                  </a:lnTo>
                  <a:lnTo>
                    <a:pt x="1599896" y="1456260"/>
                  </a:lnTo>
                  <a:lnTo>
                    <a:pt x="1600968" y="1455533"/>
                  </a:lnTo>
                  <a:lnTo>
                    <a:pt x="1602040" y="1454805"/>
                  </a:lnTo>
                  <a:lnTo>
                    <a:pt x="1603111" y="1454076"/>
                  </a:lnTo>
                  <a:lnTo>
                    <a:pt x="1604183" y="1453346"/>
                  </a:lnTo>
                  <a:lnTo>
                    <a:pt x="1605254" y="1452614"/>
                  </a:lnTo>
                  <a:lnTo>
                    <a:pt x="1606326" y="1451881"/>
                  </a:lnTo>
                  <a:lnTo>
                    <a:pt x="1607398" y="1451147"/>
                  </a:lnTo>
                  <a:lnTo>
                    <a:pt x="1608469" y="1450412"/>
                  </a:lnTo>
                  <a:lnTo>
                    <a:pt x="1609541" y="1449675"/>
                  </a:lnTo>
                  <a:lnTo>
                    <a:pt x="1610612" y="1448938"/>
                  </a:lnTo>
                  <a:lnTo>
                    <a:pt x="1611684" y="1448199"/>
                  </a:lnTo>
                  <a:lnTo>
                    <a:pt x="1612756" y="1447458"/>
                  </a:lnTo>
                  <a:lnTo>
                    <a:pt x="1613827" y="1446717"/>
                  </a:lnTo>
                  <a:lnTo>
                    <a:pt x="1614899" y="1445974"/>
                  </a:lnTo>
                  <a:lnTo>
                    <a:pt x="1615970" y="1445230"/>
                  </a:lnTo>
                  <a:lnTo>
                    <a:pt x="1617042" y="1444484"/>
                  </a:lnTo>
                  <a:lnTo>
                    <a:pt x="1618114" y="1443738"/>
                  </a:lnTo>
                  <a:lnTo>
                    <a:pt x="1619185" y="1442990"/>
                  </a:lnTo>
                  <a:lnTo>
                    <a:pt x="1620257" y="1442241"/>
                  </a:lnTo>
                  <a:lnTo>
                    <a:pt x="1621328" y="1441490"/>
                  </a:lnTo>
                  <a:lnTo>
                    <a:pt x="1622400" y="1440738"/>
                  </a:lnTo>
                  <a:lnTo>
                    <a:pt x="1623472" y="1439985"/>
                  </a:lnTo>
                  <a:lnTo>
                    <a:pt x="1624543" y="1439231"/>
                  </a:lnTo>
                  <a:lnTo>
                    <a:pt x="1625615" y="1438475"/>
                  </a:lnTo>
                  <a:lnTo>
                    <a:pt x="1626686" y="1437718"/>
                  </a:lnTo>
                  <a:lnTo>
                    <a:pt x="1627758" y="1436960"/>
                  </a:lnTo>
                  <a:lnTo>
                    <a:pt x="1628830" y="1436200"/>
                  </a:lnTo>
                  <a:lnTo>
                    <a:pt x="1629901" y="1435440"/>
                  </a:lnTo>
                  <a:lnTo>
                    <a:pt x="1630973" y="1434677"/>
                  </a:lnTo>
                  <a:lnTo>
                    <a:pt x="1632044" y="1433914"/>
                  </a:lnTo>
                  <a:lnTo>
                    <a:pt x="1633116" y="1433149"/>
                  </a:lnTo>
                  <a:lnTo>
                    <a:pt x="1634188" y="1432383"/>
                  </a:lnTo>
                  <a:lnTo>
                    <a:pt x="1635259" y="1431616"/>
                  </a:lnTo>
                  <a:lnTo>
                    <a:pt x="1636331" y="1430847"/>
                  </a:lnTo>
                  <a:lnTo>
                    <a:pt x="1637402" y="1430077"/>
                  </a:lnTo>
                  <a:lnTo>
                    <a:pt x="1638474" y="1429305"/>
                  </a:lnTo>
                  <a:lnTo>
                    <a:pt x="1639546" y="1428532"/>
                  </a:lnTo>
                  <a:lnTo>
                    <a:pt x="1640617" y="1427758"/>
                  </a:lnTo>
                  <a:lnTo>
                    <a:pt x="1641689" y="1426983"/>
                  </a:lnTo>
                  <a:lnTo>
                    <a:pt x="1642760" y="1426206"/>
                  </a:lnTo>
                  <a:lnTo>
                    <a:pt x="1643832" y="1425428"/>
                  </a:lnTo>
                  <a:lnTo>
                    <a:pt x="1644904" y="1424649"/>
                  </a:lnTo>
                  <a:lnTo>
                    <a:pt x="1645975" y="1423868"/>
                  </a:lnTo>
                  <a:lnTo>
                    <a:pt x="1647047" y="1423086"/>
                  </a:lnTo>
                  <a:lnTo>
                    <a:pt x="1648118" y="1422303"/>
                  </a:lnTo>
                  <a:lnTo>
                    <a:pt x="1649190" y="1421518"/>
                  </a:lnTo>
                  <a:lnTo>
                    <a:pt x="1650262" y="1420732"/>
                  </a:lnTo>
                  <a:lnTo>
                    <a:pt x="1651333" y="1419944"/>
                  </a:lnTo>
                  <a:lnTo>
                    <a:pt x="1652405" y="1419155"/>
                  </a:lnTo>
                  <a:lnTo>
                    <a:pt x="1653476" y="1418365"/>
                  </a:lnTo>
                  <a:lnTo>
                    <a:pt x="1654548" y="1417574"/>
                  </a:lnTo>
                  <a:lnTo>
                    <a:pt x="1655620" y="1416781"/>
                  </a:lnTo>
                  <a:lnTo>
                    <a:pt x="1656691" y="1415987"/>
                  </a:lnTo>
                  <a:lnTo>
                    <a:pt x="1657763" y="1414953"/>
                  </a:lnTo>
                  <a:lnTo>
                    <a:pt x="1658834" y="1413901"/>
                  </a:lnTo>
                  <a:lnTo>
                    <a:pt x="1659906" y="1412849"/>
                  </a:lnTo>
                  <a:lnTo>
                    <a:pt x="1660978" y="1411796"/>
                  </a:lnTo>
                  <a:lnTo>
                    <a:pt x="1662049" y="1410743"/>
                  </a:lnTo>
                  <a:lnTo>
                    <a:pt x="1663121" y="1409689"/>
                  </a:lnTo>
                  <a:lnTo>
                    <a:pt x="1664192" y="1408634"/>
                  </a:lnTo>
                  <a:lnTo>
                    <a:pt x="1665264" y="1407579"/>
                  </a:lnTo>
                  <a:lnTo>
                    <a:pt x="1666336" y="1406524"/>
                  </a:lnTo>
                  <a:lnTo>
                    <a:pt x="1667407" y="1405468"/>
                  </a:lnTo>
                  <a:lnTo>
                    <a:pt x="1668479" y="1404411"/>
                  </a:lnTo>
                  <a:lnTo>
                    <a:pt x="1669550" y="1403353"/>
                  </a:lnTo>
                  <a:lnTo>
                    <a:pt x="1670622" y="1402295"/>
                  </a:lnTo>
                  <a:lnTo>
                    <a:pt x="1671694" y="1401237"/>
                  </a:lnTo>
                  <a:lnTo>
                    <a:pt x="1672765" y="1400178"/>
                  </a:lnTo>
                  <a:lnTo>
                    <a:pt x="1673837" y="1399118"/>
                  </a:lnTo>
                  <a:lnTo>
                    <a:pt x="1674908" y="1398057"/>
                  </a:lnTo>
                  <a:lnTo>
                    <a:pt x="1675980" y="1396996"/>
                  </a:lnTo>
                  <a:lnTo>
                    <a:pt x="1677052" y="1395935"/>
                  </a:lnTo>
                  <a:lnTo>
                    <a:pt x="1678123" y="1394873"/>
                  </a:lnTo>
                  <a:lnTo>
                    <a:pt x="1679195" y="1393810"/>
                  </a:lnTo>
                  <a:lnTo>
                    <a:pt x="1680266" y="1392746"/>
                  </a:lnTo>
                  <a:lnTo>
                    <a:pt x="1681338" y="1391682"/>
                  </a:lnTo>
                  <a:lnTo>
                    <a:pt x="1682410" y="1390617"/>
                  </a:lnTo>
                  <a:lnTo>
                    <a:pt x="1683481" y="1389552"/>
                  </a:lnTo>
                  <a:lnTo>
                    <a:pt x="1684553" y="1388486"/>
                  </a:lnTo>
                  <a:lnTo>
                    <a:pt x="1685624" y="1387419"/>
                  </a:lnTo>
                  <a:lnTo>
                    <a:pt x="1686696" y="1386352"/>
                  </a:lnTo>
                  <a:lnTo>
                    <a:pt x="1687768" y="1385284"/>
                  </a:lnTo>
                  <a:lnTo>
                    <a:pt x="1688839" y="1384215"/>
                  </a:lnTo>
                  <a:lnTo>
                    <a:pt x="1689911" y="1383146"/>
                  </a:lnTo>
                  <a:lnTo>
                    <a:pt x="1690982" y="1382076"/>
                  </a:lnTo>
                  <a:lnTo>
                    <a:pt x="1692054" y="1381005"/>
                  </a:lnTo>
                  <a:lnTo>
                    <a:pt x="1693126" y="1379934"/>
                  </a:lnTo>
                  <a:lnTo>
                    <a:pt x="1694197" y="1378862"/>
                  </a:lnTo>
                  <a:lnTo>
                    <a:pt x="1695269" y="1377789"/>
                  </a:lnTo>
                  <a:lnTo>
                    <a:pt x="1696340" y="1376716"/>
                  </a:lnTo>
                  <a:lnTo>
                    <a:pt x="1697412" y="1375641"/>
                  </a:lnTo>
                  <a:lnTo>
                    <a:pt x="1698484" y="1374567"/>
                  </a:lnTo>
                  <a:lnTo>
                    <a:pt x="1699555" y="1373491"/>
                  </a:lnTo>
                  <a:lnTo>
                    <a:pt x="1700627" y="1372415"/>
                  </a:lnTo>
                  <a:lnTo>
                    <a:pt x="1701698" y="1371338"/>
                  </a:lnTo>
                  <a:lnTo>
                    <a:pt x="1702770" y="1370260"/>
                  </a:lnTo>
                  <a:lnTo>
                    <a:pt x="1703842" y="1369182"/>
                  </a:lnTo>
                  <a:lnTo>
                    <a:pt x="1704913" y="1368103"/>
                  </a:lnTo>
                  <a:lnTo>
                    <a:pt x="1705985" y="1367023"/>
                  </a:lnTo>
                  <a:lnTo>
                    <a:pt x="1707056" y="1365943"/>
                  </a:lnTo>
                  <a:lnTo>
                    <a:pt x="1708128" y="1364862"/>
                  </a:lnTo>
                  <a:lnTo>
                    <a:pt x="1709200" y="1363780"/>
                  </a:lnTo>
                  <a:lnTo>
                    <a:pt x="1710271" y="1362697"/>
                  </a:lnTo>
                  <a:lnTo>
                    <a:pt x="1711343" y="1361614"/>
                  </a:lnTo>
                  <a:lnTo>
                    <a:pt x="1712414" y="1360529"/>
                  </a:lnTo>
                  <a:lnTo>
                    <a:pt x="1713486" y="1359444"/>
                  </a:lnTo>
                  <a:lnTo>
                    <a:pt x="1714558" y="1358359"/>
                  </a:lnTo>
                  <a:lnTo>
                    <a:pt x="1715629" y="1357272"/>
                  </a:lnTo>
                  <a:lnTo>
                    <a:pt x="1716701" y="1356185"/>
                  </a:lnTo>
                  <a:lnTo>
                    <a:pt x="1717772" y="1355097"/>
                  </a:lnTo>
                  <a:lnTo>
                    <a:pt x="1718844" y="1354008"/>
                  </a:lnTo>
                  <a:lnTo>
                    <a:pt x="1719916" y="1352919"/>
                  </a:lnTo>
                  <a:lnTo>
                    <a:pt x="1720987" y="1351829"/>
                  </a:lnTo>
                  <a:lnTo>
                    <a:pt x="1722059" y="1350738"/>
                  </a:lnTo>
                  <a:lnTo>
                    <a:pt x="1723130" y="1349646"/>
                  </a:lnTo>
                  <a:lnTo>
                    <a:pt x="1724202" y="1348553"/>
                  </a:lnTo>
                  <a:lnTo>
                    <a:pt x="1725274" y="1347460"/>
                  </a:lnTo>
                  <a:lnTo>
                    <a:pt x="1726345" y="1346365"/>
                  </a:lnTo>
                  <a:lnTo>
                    <a:pt x="1727417" y="1345270"/>
                  </a:lnTo>
                  <a:lnTo>
                    <a:pt x="1728488" y="1344174"/>
                  </a:lnTo>
                  <a:lnTo>
                    <a:pt x="1729560" y="1343078"/>
                  </a:lnTo>
                  <a:lnTo>
                    <a:pt x="1730632" y="1341980"/>
                  </a:lnTo>
                  <a:lnTo>
                    <a:pt x="1731703" y="1340882"/>
                  </a:lnTo>
                  <a:lnTo>
                    <a:pt x="1732775" y="1339783"/>
                  </a:lnTo>
                  <a:lnTo>
                    <a:pt x="1733846" y="1338683"/>
                  </a:lnTo>
                  <a:lnTo>
                    <a:pt x="1734918" y="1337582"/>
                  </a:lnTo>
                  <a:lnTo>
                    <a:pt x="1735990" y="1336480"/>
                  </a:lnTo>
                  <a:lnTo>
                    <a:pt x="1737061" y="1335378"/>
                  </a:lnTo>
                  <a:lnTo>
                    <a:pt x="1738133" y="1334275"/>
                  </a:lnTo>
                  <a:lnTo>
                    <a:pt x="1739204" y="1333170"/>
                  </a:lnTo>
                  <a:lnTo>
                    <a:pt x="1740276" y="1332065"/>
                  </a:lnTo>
                  <a:lnTo>
                    <a:pt x="1741348" y="1330960"/>
                  </a:lnTo>
                  <a:lnTo>
                    <a:pt x="1742419" y="1329853"/>
                  </a:lnTo>
                  <a:lnTo>
                    <a:pt x="1743491" y="1328745"/>
                  </a:lnTo>
                  <a:lnTo>
                    <a:pt x="1744562" y="1327637"/>
                  </a:lnTo>
                  <a:lnTo>
                    <a:pt x="1745634" y="1326528"/>
                  </a:lnTo>
                  <a:lnTo>
                    <a:pt x="1746706" y="1325417"/>
                  </a:lnTo>
                  <a:lnTo>
                    <a:pt x="1747777" y="1324306"/>
                  </a:lnTo>
                  <a:lnTo>
                    <a:pt x="1748849" y="1323194"/>
                  </a:lnTo>
                  <a:lnTo>
                    <a:pt x="1749920" y="1322082"/>
                  </a:lnTo>
                  <a:lnTo>
                    <a:pt x="1750992" y="1320968"/>
                  </a:lnTo>
                  <a:lnTo>
                    <a:pt x="1752064" y="1319853"/>
                  </a:lnTo>
                  <a:lnTo>
                    <a:pt x="1753135" y="1318738"/>
                  </a:lnTo>
                  <a:lnTo>
                    <a:pt x="1754207" y="1317621"/>
                  </a:lnTo>
                  <a:lnTo>
                    <a:pt x="1755278" y="1316504"/>
                  </a:lnTo>
                  <a:lnTo>
                    <a:pt x="1756350" y="1315386"/>
                  </a:lnTo>
                  <a:lnTo>
                    <a:pt x="1757422" y="1314267"/>
                  </a:lnTo>
                  <a:lnTo>
                    <a:pt x="1758493" y="1313147"/>
                  </a:lnTo>
                  <a:lnTo>
                    <a:pt x="1759565" y="1312026"/>
                  </a:lnTo>
                  <a:lnTo>
                    <a:pt x="1760636" y="1310904"/>
                  </a:lnTo>
                  <a:lnTo>
                    <a:pt x="1761708" y="1309781"/>
                  </a:lnTo>
                  <a:lnTo>
                    <a:pt x="1762780" y="1308658"/>
                  </a:lnTo>
                  <a:lnTo>
                    <a:pt x="1763851" y="1307533"/>
                  </a:lnTo>
                  <a:lnTo>
                    <a:pt x="1764923" y="1306408"/>
                  </a:lnTo>
                  <a:lnTo>
                    <a:pt x="1765994" y="1305281"/>
                  </a:lnTo>
                  <a:lnTo>
                    <a:pt x="1767066" y="1304154"/>
                  </a:lnTo>
                  <a:lnTo>
                    <a:pt x="1768138" y="1303025"/>
                  </a:lnTo>
                  <a:lnTo>
                    <a:pt x="1769209" y="1301896"/>
                  </a:lnTo>
                  <a:lnTo>
                    <a:pt x="1770281" y="1300766"/>
                  </a:lnTo>
                  <a:lnTo>
                    <a:pt x="1771352" y="1299635"/>
                  </a:lnTo>
                  <a:lnTo>
                    <a:pt x="1772424" y="1298503"/>
                  </a:lnTo>
                  <a:lnTo>
                    <a:pt x="1773496" y="1297369"/>
                  </a:lnTo>
                  <a:lnTo>
                    <a:pt x="1774567" y="1296235"/>
                  </a:lnTo>
                  <a:lnTo>
                    <a:pt x="1775639" y="1295100"/>
                  </a:lnTo>
                  <a:lnTo>
                    <a:pt x="1776710" y="1293964"/>
                  </a:lnTo>
                  <a:lnTo>
                    <a:pt x="1777782" y="1292828"/>
                  </a:lnTo>
                  <a:lnTo>
                    <a:pt x="1778853" y="1291690"/>
                  </a:lnTo>
                  <a:lnTo>
                    <a:pt x="1779925" y="1290551"/>
                  </a:lnTo>
                  <a:lnTo>
                    <a:pt x="1780997" y="1289411"/>
                  </a:lnTo>
                  <a:lnTo>
                    <a:pt x="1782068" y="1288270"/>
                  </a:lnTo>
                  <a:lnTo>
                    <a:pt x="1783140" y="1287128"/>
                  </a:lnTo>
                  <a:lnTo>
                    <a:pt x="1784211" y="1285986"/>
                  </a:lnTo>
                  <a:lnTo>
                    <a:pt x="1785283" y="1284842"/>
                  </a:lnTo>
                  <a:lnTo>
                    <a:pt x="1786355" y="1283697"/>
                  </a:lnTo>
                  <a:lnTo>
                    <a:pt x="1787426" y="1282551"/>
                  </a:lnTo>
                  <a:lnTo>
                    <a:pt x="1788498" y="1281405"/>
                  </a:lnTo>
                  <a:lnTo>
                    <a:pt x="1789569" y="1280257"/>
                  </a:lnTo>
                  <a:lnTo>
                    <a:pt x="1790641" y="1279108"/>
                  </a:lnTo>
                  <a:lnTo>
                    <a:pt x="1791713" y="1277959"/>
                  </a:lnTo>
                  <a:lnTo>
                    <a:pt x="1792784" y="1276808"/>
                  </a:lnTo>
                  <a:lnTo>
                    <a:pt x="1793856" y="1275656"/>
                  </a:lnTo>
                  <a:lnTo>
                    <a:pt x="1794927" y="1274503"/>
                  </a:lnTo>
                  <a:lnTo>
                    <a:pt x="1795999" y="1273350"/>
                  </a:lnTo>
                  <a:lnTo>
                    <a:pt x="1797071" y="1272195"/>
                  </a:lnTo>
                  <a:lnTo>
                    <a:pt x="1798142" y="1271039"/>
                  </a:lnTo>
                  <a:lnTo>
                    <a:pt x="1799214" y="1269883"/>
                  </a:lnTo>
                  <a:lnTo>
                    <a:pt x="1800285" y="1268725"/>
                  </a:lnTo>
                  <a:lnTo>
                    <a:pt x="1801357" y="1267566"/>
                  </a:lnTo>
                  <a:lnTo>
                    <a:pt x="1802429" y="1266406"/>
                  </a:lnTo>
                  <a:lnTo>
                    <a:pt x="1803500" y="1265246"/>
                  </a:lnTo>
                  <a:lnTo>
                    <a:pt x="1804572" y="1264084"/>
                  </a:lnTo>
                  <a:lnTo>
                    <a:pt x="1805643" y="1262921"/>
                  </a:lnTo>
                  <a:lnTo>
                    <a:pt x="1806715" y="1261757"/>
                  </a:lnTo>
                  <a:lnTo>
                    <a:pt x="1807787" y="1260592"/>
                  </a:lnTo>
                  <a:lnTo>
                    <a:pt x="1808858" y="1259426"/>
                  </a:lnTo>
                  <a:lnTo>
                    <a:pt x="1809930" y="1258260"/>
                  </a:lnTo>
                  <a:lnTo>
                    <a:pt x="1811001" y="1257092"/>
                  </a:lnTo>
                  <a:lnTo>
                    <a:pt x="1812073" y="1255923"/>
                  </a:lnTo>
                  <a:lnTo>
                    <a:pt x="1813145" y="1254753"/>
                  </a:lnTo>
                  <a:lnTo>
                    <a:pt x="1814216" y="1253582"/>
                  </a:lnTo>
                  <a:lnTo>
                    <a:pt x="1815288" y="1252410"/>
                  </a:lnTo>
                  <a:lnTo>
                    <a:pt x="1816359" y="1251237"/>
                  </a:lnTo>
                  <a:lnTo>
                    <a:pt x="1817431" y="1250062"/>
                  </a:lnTo>
                  <a:lnTo>
                    <a:pt x="1818503" y="1248887"/>
                  </a:lnTo>
                  <a:lnTo>
                    <a:pt x="1819574" y="1247711"/>
                  </a:lnTo>
                  <a:lnTo>
                    <a:pt x="1820646" y="1246534"/>
                  </a:lnTo>
                  <a:lnTo>
                    <a:pt x="1821717" y="1245356"/>
                  </a:lnTo>
                  <a:lnTo>
                    <a:pt x="1822789" y="1244177"/>
                  </a:lnTo>
                  <a:lnTo>
                    <a:pt x="1823861" y="1242996"/>
                  </a:lnTo>
                  <a:lnTo>
                    <a:pt x="1824932" y="1241815"/>
                  </a:lnTo>
                  <a:lnTo>
                    <a:pt x="1826004" y="1240633"/>
                  </a:lnTo>
                  <a:lnTo>
                    <a:pt x="1827075" y="1239449"/>
                  </a:lnTo>
                  <a:lnTo>
                    <a:pt x="1828147" y="1238265"/>
                  </a:lnTo>
                  <a:lnTo>
                    <a:pt x="1829219" y="1237079"/>
                  </a:lnTo>
                  <a:lnTo>
                    <a:pt x="1830290" y="1235893"/>
                  </a:lnTo>
                  <a:lnTo>
                    <a:pt x="1831362" y="1234705"/>
                  </a:lnTo>
                  <a:lnTo>
                    <a:pt x="1832433" y="1233517"/>
                  </a:lnTo>
                  <a:lnTo>
                    <a:pt x="1833505" y="1232327"/>
                  </a:lnTo>
                  <a:lnTo>
                    <a:pt x="1834577" y="1231136"/>
                  </a:lnTo>
                  <a:lnTo>
                    <a:pt x="1835648" y="1229945"/>
                  </a:lnTo>
                  <a:lnTo>
                    <a:pt x="1836720" y="1228752"/>
                  </a:lnTo>
                  <a:lnTo>
                    <a:pt x="1837791" y="1227558"/>
                  </a:lnTo>
                  <a:lnTo>
                    <a:pt x="1838863" y="1226363"/>
                  </a:lnTo>
                  <a:lnTo>
                    <a:pt x="1839935" y="1225167"/>
                  </a:lnTo>
                  <a:lnTo>
                    <a:pt x="1841006" y="1223971"/>
                  </a:lnTo>
                  <a:lnTo>
                    <a:pt x="1842078" y="1222773"/>
                  </a:lnTo>
                  <a:lnTo>
                    <a:pt x="1843149" y="1221574"/>
                  </a:lnTo>
                  <a:lnTo>
                    <a:pt x="1844221" y="1220374"/>
                  </a:lnTo>
                  <a:lnTo>
                    <a:pt x="1845293" y="1219173"/>
                  </a:lnTo>
                  <a:lnTo>
                    <a:pt x="1846364" y="1217971"/>
                  </a:lnTo>
                  <a:lnTo>
                    <a:pt x="1847436" y="1216768"/>
                  </a:lnTo>
                  <a:lnTo>
                    <a:pt x="1848507" y="1215564"/>
                  </a:lnTo>
                  <a:lnTo>
                    <a:pt x="1849579" y="1214358"/>
                  </a:lnTo>
                  <a:lnTo>
                    <a:pt x="1850651" y="1213152"/>
                  </a:lnTo>
                  <a:lnTo>
                    <a:pt x="1851722" y="1211945"/>
                  </a:lnTo>
                  <a:lnTo>
                    <a:pt x="1852794" y="1210737"/>
                  </a:lnTo>
                  <a:lnTo>
                    <a:pt x="1853865" y="1209528"/>
                  </a:lnTo>
                  <a:lnTo>
                    <a:pt x="1854937" y="1208317"/>
                  </a:lnTo>
                  <a:lnTo>
                    <a:pt x="1856009" y="1207106"/>
                  </a:lnTo>
                  <a:lnTo>
                    <a:pt x="1857080" y="1205894"/>
                  </a:lnTo>
                  <a:lnTo>
                    <a:pt x="1858152" y="1204681"/>
                  </a:lnTo>
                  <a:lnTo>
                    <a:pt x="1859223" y="1203466"/>
                  </a:lnTo>
                  <a:lnTo>
                    <a:pt x="1860295" y="1202251"/>
                  </a:lnTo>
                  <a:lnTo>
                    <a:pt x="1861367" y="1201035"/>
                  </a:lnTo>
                  <a:lnTo>
                    <a:pt x="1862438" y="1199817"/>
                  </a:lnTo>
                  <a:lnTo>
                    <a:pt x="1863510" y="1198599"/>
                  </a:lnTo>
                  <a:lnTo>
                    <a:pt x="1864581" y="1197379"/>
                  </a:lnTo>
                  <a:lnTo>
                    <a:pt x="1865653" y="1196159"/>
                  </a:lnTo>
                  <a:lnTo>
                    <a:pt x="1866725" y="1194938"/>
                  </a:lnTo>
                  <a:lnTo>
                    <a:pt x="1867796" y="1193715"/>
                  </a:lnTo>
                  <a:lnTo>
                    <a:pt x="1868868" y="1192492"/>
                  </a:lnTo>
                  <a:lnTo>
                    <a:pt x="1869939" y="1191268"/>
                  </a:lnTo>
                  <a:lnTo>
                    <a:pt x="1871011" y="1190042"/>
                  </a:lnTo>
                  <a:lnTo>
                    <a:pt x="1872083" y="1188816"/>
                  </a:lnTo>
                  <a:lnTo>
                    <a:pt x="1873154" y="1187588"/>
                  </a:lnTo>
                  <a:lnTo>
                    <a:pt x="1874226" y="1186360"/>
                  </a:lnTo>
                  <a:lnTo>
                    <a:pt x="1875297" y="1185131"/>
                  </a:lnTo>
                  <a:lnTo>
                    <a:pt x="1876369" y="1183900"/>
                  </a:lnTo>
                  <a:lnTo>
                    <a:pt x="1877441" y="1182669"/>
                  </a:lnTo>
                  <a:lnTo>
                    <a:pt x="1878512" y="1181437"/>
                  </a:lnTo>
                  <a:lnTo>
                    <a:pt x="1879584" y="1180203"/>
                  </a:lnTo>
                  <a:lnTo>
                    <a:pt x="1880655" y="1178969"/>
                  </a:lnTo>
                  <a:lnTo>
                    <a:pt x="1881727" y="1177734"/>
                  </a:lnTo>
                  <a:lnTo>
                    <a:pt x="1882799" y="1176498"/>
                  </a:lnTo>
                  <a:lnTo>
                    <a:pt x="1883870" y="1175261"/>
                  </a:lnTo>
                  <a:lnTo>
                    <a:pt x="1884942" y="1174022"/>
                  </a:lnTo>
                  <a:lnTo>
                    <a:pt x="1886013" y="1172783"/>
                  </a:lnTo>
                  <a:lnTo>
                    <a:pt x="1887085" y="1171543"/>
                  </a:lnTo>
                  <a:lnTo>
                    <a:pt x="1888157" y="1170302"/>
                  </a:lnTo>
                  <a:lnTo>
                    <a:pt x="1889228" y="1169060"/>
                  </a:lnTo>
                  <a:lnTo>
                    <a:pt x="1890300" y="1167817"/>
                  </a:lnTo>
                  <a:lnTo>
                    <a:pt x="1891371" y="1166574"/>
                  </a:lnTo>
                  <a:lnTo>
                    <a:pt x="1892443" y="1165329"/>
                  </a:lnTo>
                  <a:lnTo>
                    <a:pt x="1893515" y="1164083"/>
                  </a:lnTo>
                  <a:lnTo>
                    <a:pt x="1894586" y="1162836"/>
                  </a:lnTo>
                  <a:lnTo>
                    <a:pt x="1895658" y="1161589"/>
                  </a:lnTo>
                  <a:lnTo>
                    <a:pt x="1896729" y="1160340"/>
                  </a:lnTo>
                  <a:lnTo>
                    <a:pt x="1897801" y="1159091"/>
                  </a:lnTo>
                  <a:lnTo>
                    <a:pt x="1898873" y="1157841"/>
                  </a:lnTo>
                  <a:lnTo>
                    <a:pt x="1899944" y="1156589"/>
                  </a:lnTo>
                  <a:lnTo>
                    <a:pt x="1901016" y="1155337"/>
                  </a:lnTo>
                  <a:lnTo>
                    <a:pt x="1902087" y="1154084"/>
                  </a:lnTo>
                  <a:lnTo>
                    <a:pt x="1903159" y="1152830"/>
                  </a:lnTo>
                  <a:lnTo>
                    <a:pt x="1904231" y="1151575"/>
                  </a:lnTo>
                  <a:lnTo>
                    <a:pt x="1905302" y="1150319"/>
                  </a:lnTo>
                  <a:lnTo>
                    <a:pt x="1906374" y="1149063"/>
                  </a:lnTo>
                  <a:lnTo>
                    <a:pt x="1907445" y="1147805"/>
                  </a:lnTo>
                  <a:lnTo>
                    <a:pt x="1908517" y="1146546"/>
                  </a:lnTo>
                  <a:lnTo>
                    <a:pt x="1909589" y="1145287"/>
                  </a:lnTo>
                  <a:lnTo>
                    <a:pt x="1910660" y="1144027"/>
                  </a:lnTo>
                  <a:lnTo>
                    <a:pt x="1911732" y="1142766"/>
                  </a:lnTo>
                  <a:lnTo>
                    <a:pt x="1912803" y="1141504"/>
                  </a:lnTo>
                  <a:lnTo>
                    <a:pt x="1913875" y="1140241"/>
                  </a:lnTo>
                  <a:lnTo>
                    <a:pt x="1914947" y="1138977"/>
                  </a:lnTo>
                  <a:lnTo>
                    <a:pt x="1916018" y="1137713"/>
                  </a:lnTo>
                  <a:lnTo>
                    <a:pt x="1917090" y="1136447"/>
                  </a:lnTo>
                  <a:lnTo>
                    <a:pt x="1918161" y="1135181"/>
                  </a:lnTo>
                  <a:lnTo>
                    <a:pt x="1919233" y="1133914"/>
                  </a:lnTo>
                  <a:lnTo>
                    <a:pt x="1920305" y="1132646"/>
                  </a:lnTo>
                  <a:lnTo>
                    <a:pt x="1921376" y="1131377"/>
                  </a:lnTo>
                  <a:lnTo>
                    <a:pt x="1922448" y="1130108"/>
                  </a:lnTo>
                  <a:lnTo>
                    <a:pt x="1923519" y="1128837"/>
                  </a:lnTo>
                  <a:lnTo>
                    <a:pt x="1924591" y="1127566"/>
                  </a:lnTo>
                  <a:lnTo>
                    <a:pt x="1925663" y="1126294"/>
                  </a:lnTo>
                  <a:lnTo>
                    <a:pt x="1926734" y="1125021"/>
                  </a:lnTo>
                  <a:lnTo>
                    <a:pt x="1927806" y="1123748"/>
                  </a:lnTo>
                  <a:lnTo>
                    <a:pt x="1928877" y="1122473"/>
                  </a:lnTo>
                  <a:lnTo>
                    <a:pt x="1929949" y="1121198"/>
                  </a:lnTo>
                  <a:lnTo>
                    <a:pt x="1931021" y="1119922"/>
                  </a:lnTo>
                  <a:lnTo>
                    <a:pt x="1932092" y="1118645"/>
                  </a:lnTo>
                  <a:lnTo>
                    <a:pt x="1933164" y="1117367"/>
                  </a:lnTo>
                  <a:lnTo>
                    <a:pt x="1934235" y="1116089"/>
                  </a:lnTo>
                  <a:lnTo>
                    <a:pt x="1935307" y="1114810"/>
                  </a:lnTo>
                  <a:lnTo>
                    <a:pt x="1936379" y="1113530"/>
                  </a:lnTo>
                  <a:lnTo>
                    <a:pt x="1937450" y="1112249"/>
                  </a:lnTo>
                  <a:lnTo>
                    <a:pt x="1938522" y="1110968"/>
                  </a:lnTo>
                  <a:lnTo>
                    <a:pt x="1939593" y="1109686"/>
                  </a:lnTo>
                  <a:lnTo>
                    <a:pt x="1940665" y="1108403"/>
                  </a:lnTo>
                  <a:lnTo>
                    <a:pt x="1941737" y="1107119"/>
                  </a:lnTo>
                  <a:lnTo>
                    <a:pt x="1942808" y="1105835"/>
                  </a:lnTo>
                  <a:lnTo>
                    <a:pt x="1943880" y="1104550"/>
                  </a:lnTo>
                  <a:lnTo>
                    <a:pt x="1944951" y="1103264"/>
                  </a:lnTo>
                  <a:lnTo>
                    <a:pt x="1946023" y="1101978"/>
                  </a:lnTo>
                  <a:lnTo>
                    <a:pt x="1947095" y="1100690"/>
                  </a:lnTo>
                  <a:lnTo>
                    <a:pt x="1948166" y="1099403"/>
                  </a:lnTo>
                  <a:lnTo>
                    <a:pt x="1949238" y="1098114"/>
                  </a:lnTo>
                  <a:lnTo>
                    <a:pt x="1950309" y="1096825"/>
                  </a:lnTo>
                  <a:lnTo>
                    <a:pt x="1951381" y="1095535"/>
                  </a:lnTo>
                  <a:lnTo>
                    <a:pt x="1952453" y="1094244"/>
                  </a:lnTo>
                  <a:lnTo>
                    <a:pt x="1953524" y="1092953"/>
                  </a:lnTo>
                  <a:lnTo>
                    <a:pt x="1954596" y="1091661"/>
                  </a:lnTo>
                  <a:lnTo>
                    <a:pt x="1955667" y="1090368"/>
                  </a:lnTo>
                  <a:lnTo>
                    <a:pt x="1956739" y="1089075"/>
                  </a:lnTo>
                  <a:lnTo>
                    <a:pt x="1957810" y="1087781"/>
                  </a:lnTo>
                  <a:lnTo>
                    <a:pt x="1958882" y="1086487"/>
                  </a:lnTo>
                  <a:lnTo>
                    <a:pt x="1959954" y="1085191"/>
                  </a:lnTo>
                  <a:lnTo>
                    <a:pt x="1961025" y="1083896"/>
                  </a:lnTo>
                  <a:lnTo>
                    <a:pt x="1962097" y="1082599"/>
                  </a:lnTo>
                  <a:lnTo>
                    <a:pt x="1963168" y="1081302"/>
                  </a:lnTo>
                  <a:lnTo>
                    <a:pt x="1964240" y="1080005"/>
                  </a:lnTo>
                  <a:lnTo>
                    <a:pt x="1965312" y="1078706"/>
                  </a:lnTo>
                  <a:lnTo>
                    <a:pt x="1966383" y="1077408"/>
                  </a:lnTo>
                  <a:lnTo>
                    <a:pt x="1967455" y="1076108"/>
                  </a:lnTo>
                  <a:lnTo>
                    <a:pt x="1968526" y="1074808"/>
                  </a:lnTo>
                  <a:lnTo>
                    <a:pt x="1969598" y="1073508"/>
                  </a:lnTo>
                  <a:lnTo>
                    <a:pt x="1970670" y="1072207"/>
                  </a:lnTo>
                  <a:lnTo>
                    <a:pt x="1971741" y="1070905"/>
                  </a:lnTo>
                  <a:lnTo>
                    <a:pt x="1972813" y="1069603"/>
                  </a:lnTo>
                  <a:lnTo>
                    <a:pt x="1973884" y="1068300"/>
                  </a:lnTo>
                  <a:lnTo>
                    <a:pt x="1974956" y="1066997"/>
                  </a:lnTo>
                  <a:lnTo>
                    <a:pt x="1976028" y="1065693"/>
                  </a:lnTo>
                  <a:lnTo>
                    <a:pt x="1977099" y="1064389"/>
                  </a:lnTo>
                  <a:lnTo>
                    <a:pt x="1978171" y="1063084"/>
                  </a:lnTo>
                  <a:lnTo>
                    <a:pt x="1979242" y="1061778"/>
                  </a:lnTo>
                  <a:lnTo>
                    <a:pt x="1980314" y="1060472"/>
                  </a:lnTo>
                  <a:lnTo>
                    <a:pt x="1981386" y="1059166"/>
                  </a:lnTo>
                  <a:lnTo>
                    <a:pt x="1982457" y="1057859"/>
                  </a:lnTo>
                  <a:lnTo>
                    <a:pt x="1983529" y="1056552"/>
                  </a:lnTo>
                  <a:lnTo>
                    <a:pt x="1984600" y="1055244"/>
                  </a:lnTo>
                  <a:lnTo>
                    <a:pt x="1985672" y="1053936"/>
                  </a:lnTo>
                  <a:lnTo>
                    <a:pt x="1986744" y="1052627"/>
                  </a:lnTo>
                  <a:lnTo>
                    <a:pt x="1987815" y="1051318"/>
                  </a:lnTo>
                  <a:lnTo>
                    <a:pt x="1988887" y="1050009"/>
                  </a:lnTo>
                  <a:lnTo>
                    <a:pt x="1989958" y="1048699"/>
                  </a:lnTo>
                  <a:lnTo>
                    <a:pt x="1991030" y="1047388"/>
                  </a:lnTo>
                  <a:lnTo>
                    <a:pt x="1992102" y="1046077"/>
                  </a:lnTo>
                  <a:lnTo>
                    <a:pt x="1993173" y="1044766"/>
                  </a:lnTo>
                  <a:lnTo>
                    <a:pt x="1994245" y="1043454"/>
                  </a:lnTo>
                  <a:lnTo>
                    <a:pt x="1995316" y="1042142"/>
                  </a:lnTo>
                  <a:lnTo>
                    <a:pt x="1996388" y="1040830"/>
                  </a:lnTo>
                  <a:lnTo>
                    <a:pt x="1997460" y="1039517"/>
                  </a:lnTo>
                  <a:lnTo>
                    <a:pt x="1998531" y="1038204"/>
                  </a:lnTo>
                  <a:lnTo>
                    <a:pt x="1999603" y="1036890"/>
                  </a:lnTo>
                  <a:lnTo>
                    <a:pt x="2000674" y="1035576"/>
                  </a:lnTo>
                  <a:lnTo>
                    <a:pt x="2001746" y="1034262"/>
                  </a:lnTo>
                  <a:lnTo>
                    <a:pt x="2002818" y="1032947"/>
                  </a:lnTo>
                  <a:lnTo>
                    <a:pt x="2003889" y="1031633"/>
                  </a:lnTo>
                  <a:lnTo>
                    <a:pt x="2004961" y="1030317"/>
                  </a:lnTo>
                  <a:lnTo>
                    <a:pt x="2006032" y="1029002"/>
                  </a:lnTo>
                  <a:lnTo>
                    <a:pt x="2007104" y="1027686"/>
                  </a:lnTo>
                  <a:lnTo>
                    <a:pt x="2008176" y="1026370"/>
                  </a:lnTo>
                  <a:lnTo>
                    <a:pt x="2009247" y="1025053"/>
                  </a:lnTo>
                  <a:lnTo>
                    <a:pt x="2010319" y="1023736"/>
                  </a:lnTo>
                  <a:lnTo>
                    <a:pt x="2011390" y="1022419"/>
                  </a:lnTo>
                  <a:lnTo>
                    <a:pt x="2012462" y="1021102"/>
                  </a:lnTo>
                  <a:lnTo>
                    <a:pt x="2013534" y="1019785"/>
                  </a:lnTo>
                  <a:lnTo>
                    <a:pt x="2014605" y="1018467"/>
                  </a:lnTo>
                  <a:lnTo>
                    <a:pt x="2015677" y="1017149"/>
                  </a:lnTo>
                  <a:lnTo>
                    <a:pt x="2016748" y="1015831"/>
                  </a:lnTo>
                  <a:lnTo>
                    <a:pt x="2017820" y="1014512"/>
                  </a:lnTo>
                  <a:lnTo>
                    <a:pt x="2018892" y="1013194"/>
                  </a:lnTo>
                  <a:lnTo>
                    <a:pt x="2019963" y="1011875"/>
                  </a:lnTo>
                  <a:lnTo>
                    <a:pt x="2021035" y="1010556"/>
                  </a:lnTo>
                  <a:lnTo>
                    <a:pt x="2022106" y="1009236"/>
                  </a:lnTo>
                  <a:lnTo>
                    <a:pt x="2023178" y="1007917"/>
                  </a:lnTo>
                  <a:lnTo>
                    <a:pt x="2024250" y="1006597"/>
                  </a:lnTo>
                  <a:lnTo>
                    <a:pt x="2025321" y="1005278"/>
                  </a:lnTo>
                  <a:lnTo>
                    <a:pt x="2026393" y="1003958"/>
                  </a:lnTo>
                  <a:lnTo>
                    <a:pt x="2027464" y="1002638"/>
                  </a:lnTo>
                  <a:lnTo>
                    <a:pt x="2028536" y="1001317"/>
                  </a:lnTo>
                  <a:lnTo>
                    <a:pt x="2029608" y="999997"/>
                  </a:lnTo>
                  <a:lnTo>
                    <a:pt x="2030679" y="998677"/>
                  </a:lnTo>
                  <a:lnTo>
                    <a:pt x="2031751" y="997356"/>
                  </a:lnTo>
                  <a:lnTo>
                    <a:pt x="2032822" y="996036"/>
                  </a:lnTo>
                  <a:lnTo>
                    <a:pt x="2033894" y="994715"/>
                  </a:lnTo>
                  <a:lnTo>
                    <a:pt x="2034966" y="993394"/>
                  </a:lnTo>
                  <a:lnTo>
                    <a:pt x="2036037" y="992073"/>
                  </a:lnTo>
                  <a:lnTo>
                    <a:pt x="2037109" y="990752"/>
                  </a:lnTo>
                  <a:lnTo>
                    <a:pt x="2038180" y="989431"/>
                  </a:lnTo>
                  <a:lnTo>
                    <a:pt x="2039252" y="988110"/>
                  </a:lnTo>
                  <a:lnTo>
                    <a:pt x="2040324" y="986789"/>
                  </a:lnTo>
                  <a:lnTo>
                    <a:pt x="2041395" y="985468"/>
                  </a:lnTo>
                  <a:lnTo>
                    <a:pt x="2042467" y="984147"/>
                  </a:lnTo>
                  <a:lnTo>
                    <a:pt x="2043538" y="982826"/>
                  </a:lnTo>
                  <a:lnTo>
                    <a:pt x="2044610" y="981505"/>
                  </a:lnTo>
                  <a:lnTo>
                    <a:pt x="2045682" y="980184"/>
                  </a:lnTo>
                  <a:lnTo>
                    <a:pt x="2046753" y="978863"/>
                  </a:lnTo>
                  <a:lnTo>
                    <a:pt x="2047825" y="977542"/>
                  </a:lnTo>
                  <a:lnTo>
                    <a:pt x="2048896" y="976221"/>
                  </a:lnTo>
                  <a:lnTo>
                    <a:pt x="2049968" y="974900"/>
                  </a:lnTo>
                  <a:lnTo>
                    <a:pt x="2051040" y="973579"/>
                  </a:lnTo>
                  <a:lnTo>
                    <a:pt x="2052111" y="972258"/>
                  </a:lnTo>
                  <a:lnTo>
                    <a:pt x="2053183" y="970938"/>
                  </a:lnTo>
                  <a:lnTo>
                    <a:pt x="2054254" y="969617"/>
                  </a:lnTo>
                  <a:lnTo>
                    <a:pt x="2055326" y="968297"/>
                  </a:lnTo>
                  <a:lnTo>
                    <a:pt x="2056398" y="966976"/>
                  </a:lnTo>
                  <a:lnTo>
                    <a:pt x="2057469" y="965656"/>
                  </a:lnTo>
                  <a:lnTo>
                    <a:pt x="2058541" y="964336"/>
                  </a:lnTo>
                  <a:lnTo>
                    <a:pt x="2059612" y="963016"/>
                  </a:lnTo>
                  <a:lnTo>
                    <a:pt x="2060684" y="961696"/>
                  </a:lnTo>
                  <a:lnTo>
                    <a:pt x="2061756" y="960377"/>
                  </a:lnTo>
                  <a:lnTo>
                    <a:pt x="2062827" y="959057"/>
                  </a:lnTo>
                  <a:lnTo>
                    <a:pt x="2063899" y="957738"/>
                  </a:lnTo>
                  <a:lnTo>
                    <a:pt x="2064970" y="956419"/>
                  </a:lnTo>
                  <a:lnTo>
                    <a:pt x="2066042" y="955100"/>
                  </a:lnTo>
                  <a:lnTo>
                    <a:pt x="2067114" y="953781"/>
                  </a:lnTo>
                  <a:lnTo>
                    <a:pt x="2068185" y="952463"/>
                  </a:lnTo>
                  <a:lnTo>
                    <a:pt x="2069257" y="951145"/>
                  </a:lnTo>
                  <a:lnTo>
                    <a:pt x="2070328" y="949827"/>
                  </a:lnTo>
                  <a:lnTo>
                    <a:pt x="2071400" y="948509"/>
                  </a:lnTo>
                  <a:lnTo>
                    <a:pt x="2072472" y="947192"/>
                  </a:lnTo>
                  <a:lnTo>
                    <a:pt x="2073543" y="945874"/>
                  </a:lnTo>
                  <a:lnTo>
                    <a:pt x="2074615" y="944558"/>
                  </a:lnTo>
                  <a:lnTo>
                    <a:pt x="2075686" y="943241"/>
                  </a:lnTo>
                  <a:lnTo>
                    <a:pt x="2076758" y="941925"/>
                  </a:lnTo>
                  <a:lnTo>
                    <a:pt x="2077830" y="940609"/>
                  </a:lnTo>
                  <a:lnTo>
                    <a:pt x="2078901" y="939293"/>
                  </a:lnTo>
                  <a:lnTo>
                    <a:pt x="2079973" y="937978"/>
                  </a:lnTo>
                  <a:lnTo>
                    <a:pt x="2081044" y="936663"/>
                  </a:lnTo>
                  <a:lnTo>
                    <a:pt x="2082116" y="935348"/>
                  </a:lnTo>
                  <a:lnTo>
                    <a:pt x="2083188" y="934034"/>
                  </a:lnTo>
                  <a:lnTo>
                    <a:pt x="2084259" y="932720"/>
                  </a:lnTo>
                  <a:lnTo>
                    <a:pt x="2085331" y="931407"/>
                  </a:lnTo>
                  <a:lnTo>
                    <a:pt x="2086402" y="930094"/>
                  </a:lnTo>
                  <a:lnTo>
                    <a:pt x="2087474" y="928781"/>
                  </a:lnTo>
                  <a:lnTo>
                    <a:pt x="2088546" y="927469"/>
                  </a:lnTo>
                  <a:lnTo>
                    <a:pt x="2089617" y="926157"/>
                  </a:lnTo>
                  <a:lnTo>
                    <a:pt x="2090689" y="924846"/>
                  </a:lnTo>
                  <a:lnTo>
                    <a:pt x="2091760" y="923535"/>
                  </a:lnTo>
                  <a:lnTo>
                    <a:pt x="2092832" y="922225"/>
                  </a:lnTo>
                  <a:lnTo>
                    <a:pt x="2093904" y="920915"/>
                  </a:lnTo>
                  <a:lnTo>
                    <a:pt x="2094975" y="919606"/>
                  </a:lnTo>
                  <a:lnTo>
                    <a:pt x="2096047" y="918297"/>
                  </a:lnTo>
                  <a:lnTo>
                    <a:pt x="2097118" y="916988"/>
                  </a:lnTo>
                  <a:lnTo>
                    <a:pt x="2098190" y="915681"/>
                  </a:lnTo>
                  <a:lnTo>
                    <a:pt x="2099262" y="914373"/>
                  </a:lnTo>
                  <a:lnTo>
                    <a:pt x="2100333" y="913067"/>
                  </a:lnTo>
                  <a:lnTo>
                    <a:pt x="2101405" y="911760"/>
                  </a:lnTo>
                  <a:lnTo>
                    <a:pt x="2102476" y="910455"/>
                  </a:lnTo>
                  <a:lnTo>
                    <a:pt x="2103548" y="909150"/>
                  </a:lnTo>
                  <a:lnTo>
                    <a:pt x="2104620" y="907845"/>
                  </a:lnTo>
                  <a:lnTo>
                    <a:pt x="2105691" y="906541"/>
                  </a:lnTo>
                  <a:lnTo>
                    <a:pt x="2106763" y="905238"/>
                  </a:lnTo>
                  <a:lnTo>
                    <a:pt x="2107834" y="903936"/>
                  </a:lnTo>
                  <a:lnTo>
                    <a:pt x="2108906" y="902634"/>
                  </a:lnTo>
                  <a:lnTo>
                    <a:pt x="2109978" y="901332"/>
                  </a:lnTo>
                  <a:lnTo>
                    <a:pt x="2111049" y="900032"/>
                  </a:lnTo>
                  <a:lnTo>
                    <a:pt x="2112121" y="898732"/>
                  </a:lnTo>
                  <a:lnTo>
                    <a:pt x="2113192" y="897432"/>
                  </a:lnTo>
                  <a:lnTo>
                    <a:pt x="2114264" y="896134"/>
                  </a:lnTo>
                  <a:lnTo>
                    <a:pt x="2115336" y="894836"/>
                  </a:lnTo>
                  <a:lnTo>
                    <a:pt x="2116407" y="893539"/>
                  </a:lnTo>
                  <a:lnTo>
                    <a:pt x="2117479" y="892242"/>
                  </a:lnTo>
                  <a:lnTo>
                    <a:pt x="2118550" y="890947"/>
                  </a:lnTo>
                  <a:lnTo>
                    <a:pt x="2119622" y="889652"/>
                  </a:lnTo>
                  <a:lnTo>
                    <a:pt x="2120694" y="888357"/>
                  </a:lnTo>
                  <a:lnTo>
                    <a:pt x="2121765" y="887064"/>
                  </a:lnTo>
                  <a:lnTo>
                    <a:pt x="2122837" y="885771"/>
                  </a:lnTo>
                  <a:lnTo>
                    <a:pt x="2123908" y="884480"/>
                  </a:lnTo>
                  <a:lnTo>
                    <a:pt x="2124980" y="883189"/>
                  </a:lnTo>
                  <a:lnTo>
                    <a:pt x="2126052" y="881898"/>
                  </a:lnTo>
                  <a:lnTo>
                    <a:pt x="2127123" y="880609"/>
                  </a:lnTo>
                  <a:lnTo>
                    <a:pt x="2128195" y="879321"/>
                  </a:lnTo>
                  <a:lnTo>
                    <a:pt x="2129266" y="878033"/>
                  </a:lnTo>
                  <a:lnTo>
                    <a:pt x="2130338" y="876746"/>
                  </a:lnTo>
                  <a:lnTo>
                    <a:pt x="2131409" y="875460"/>
                  </a:lnTo>
                  <a:lnTo>
                    <a:pt x="2132481" y="874175"/>
                  </a:lnTo>
                  <a:lnTo>
                    <a:pt x="2133553" y="872891"/>
                  </a:lnTo>
                  <a:lnTo>
                    <a:pt x="2134624" y="871608"/>
                  </a:lnTo>
                  <a:lnTo>
                    <a:pt x="2135696" y="870326"/>
                  </a:lnTo>
                  <a:lnTo>
                    <a:pt x="2136767" y="869045"/>
                  </a:lnTo>
                  <a:lnTo>
                    <a:pt x="2137839" y="867765"/>
                  </a:lnTo>
                  <a:lnTo>
                    <a:pt x="2138911" y="866485"/>
                  </a:lnTo>
                  <a:lnTo>
                    <a:pt x="2139982" y="865207"/>
                  </a:lnTo>
                  <a:lnTo>
                    <a:pt x="2141054" y="863930"/>
                  </a:lnTo>
                  <a:lnTo>
                    <a:pt x="2142125" y="862653"/>
                  </a:lnTo>
                  <a:lnTo>
                    <a:pt x="2143197" y="861378"/>
                  </a:lnTo>
                  <a:lnTo>
                    <a:pt x="2144269" y="860104"/>
                  </a:lnTo>
                  <a:lnTo>
                    <a:pt x="2145340" y="858831"/>
                  </a:lnTo>
                  <a:lnTo>
                    <a:pt x="2146412" y="857558"/>
                  </a:lnTo>
                  <a:lnTo>
                    <a:pt x="2147483" y="856287"/>
                  </a:lnTo>
                  <a:lnTo>
                    <a:pt x="2148555" y="855017"/>
                  </a:lnTo>
                  <a:lnTo>
                    <a:pt x="2149627" y="853748"/>
                  </a:lnTo>
                  <a:lnTo>
                    <a:pt x="2150698" y="852480"/>
                  </a:lnTo>
                  <a:lnTo>
                    <a:pt x="2151770" y="851214"/>
                  </a:lnTo>
                  <a:lnTo>
                    <a:pt x="2152841" y="849948"/>
                  </a:lnTo>
                  <a:lnTo>
                    <a:pt x="2153913" y="848684"/>
                  </a:lnTo>
                  <a:lnTo>
                    <a:pt x="2154985" y="847421"/>
                  </a:lnTo>
                  <a:lnTo>
                    <a:pt x="2156056" y="846158"/>
                  </a:lnTo>
                  <a:lnTo>
                    <a:pt x="2157128" y="844898"/>
                  </a:lnTo>
                  <a:lnTo>
                    <a:pt x="2158199" y="843638"/>
                  </a:lnTo>
                  <a:lnTo>
                    <a:pt x="2159271" y="842379"/>
                  </a:lnTo>
                  <a:lnTo>
                    <a:pt x="2160343" y="841122"/>
                  </a:lnTo>
                  <a:lnTo>
                    <a:pt x="2161414" y="839866"/>
                  </a:lnTo>
                  <a:lnTo>
                    <a:pt x="2162486" y="838611"/>
                  </a:lnTo>
                  <a:lnTo>
                    <a:pt x="2163557" y="837358"/>
                  </a:lnTo>
                  <a:lnTo>
                    <a:pt x="2164629" y="836105"/>
                  </a:lnTo>
                  <a:lnTo>
                    <a:pt x="2165701" y="834854"/>
                  </a:lnTo>
                  <a:lnTo>
                    <a:pt x="2166772" y="833605"/>
                  </a:lnTo>
                  <a:lnTo>
                    <a:pt x="2167844" y="832356"/>
                  </a:lnTo>
                  <a:lnTo>
                    <a:pt x="2168915" y="831109"/>
                  </a:lnTo>
                  <a:lnTo>
                    <a:pt x="2169987" y="829864"/>
                  </a:lnTo>
                  <a:lnTo>
                    <a:pt x="2171059" y="828619"/>
                  </a:lnTo>
                  <a:lnTo>
                    <a:pt x="2172130" y="827376"/>
                  </a:lnTo>
                  <a:lnTo>
                    <a:pt x="2173202" y="826135"/>
                  </a:lnTo>
                  <a:lnTo>
                    <a:pt x="2174273" y="824894"/>
                  </a:lnTo>
                  <a:lnTo>
                    <a:pt x="2175345" y="823656"/>
                  </a:lnTo>
                  <a:lnTo>
                    <a:pt x="2176417" y="822418"/>
                  </a:lnTo>
                  <a:lnTo>
                    <a:pt x="2177488" y="821182"/>
                  </a:lnTo>
                  <a:lnTo>
                    <a:pt x="2178560" y="819948"/>
                  </a:lnTo>
                  <a:lnTo>
                    <a:pt x="2179631" y="818715"/>
                  </a:lnTo>
                  <a:lnTo>
                    <a:pt x="2180703" y="817483"/>
                  </a:lnTo>
                  <a:lnTo>
                    <a:pt x="2181775" y="816253"/>
                  </a:lnTo>
                  <a:lnTo>
                    <a:pt x="2182846" y="815024"/>
                  </a:lnTo>
                  <a:lnTo>
                    <a:pt x="2183918" y="813797"/>
                  </a:lnTo>
                  <a:lnTo>
                    <a:pt x="2184989" y="812571"/>
                  </a:lnTo>
                  <a:lnTo>
                    <a:pt x="2186061" y="811347"/>
                  </a:lnTo>
                  <a:lnTo>
                    <a:pt x="2187133" y="810125"/>
                  </a:lnTo>
                  <a:lnTo>
                    <a:pt x="2188204" y="808904"/>
                  </a:lnTo>
                  <a:lnTo>
                    <a:pt x="2189276" y="807684"/>
                  </a:lnTo>
                  <a:lnTo>
                    <a:pt x="2190347" y="806467"/>
                  </a:lnTo>
                  <a:lnTo>
                    <a:pt x="2191419" y="805250"/>
                  </a:lnTo>
                  <a:lnTo>
                    <a:pt x="2192491" y="804036"/>
                  </a:lnTo>
                  <a:lnTo>
                    <a:pt x="2193562" y="802822"/>
                  </a:lnTo>
                  <a:lnTo>
                    <a:pt x="2194634" y="801611"/>
                  </a:lnTo>
                  <a:lnTo>
                    <a:pt x="2195705" y="800401"/>
                  </a:lnTo>
                  <a:lnTo>
                    <a:pt x="2196777" y="799193"/>
                  </a:lnTo>
                  <a:lnTo>
                    <a:pt x="2197849" y="797986"/>
                  </a:lnTo>
                  <a:lnTo>
                    <a:pt x="2198920" y="796780"/>
                  </a:lnTo>
                  <a:lnTo>
                    <a:pt x="2199992" y="795577"/>
                  </a:lnTo>
                  <a:lnTo>
                    <a:pt x="2201063" y="794375"/>
                  </a:lnTo>
                  <a:lnTo>
                    <a:pt x="2202135" y="793174"/>
                  </a:lnTo>
                  <a:lnTo>
                    <a:pt x="2203207" y="791976"/>
                  </a:lnTo>
                  <a:lnTo>
                    <a:pt x="2204278" y="790778"/>
                  </a:lnTo>
                  <a:lnTo>
                    <a:pt x="2205350" y="789583"/>
                  </a:lnTo>
                  <a:lnTo>
                    <a:pt x="2206421" y="788389"/>
                  </a:lnTo>
                  <a:lnTo>
                    <a:pt x="2207493" y="787196"/>
                  </a:lnTo>
                  <a:lnTo>
                    <a:pt x="2208565" y="786005"/>
                  </a:lnTo>
                  <a:lnTo>
                    <a:pt x="2209636" y="784816"/>
                  </a:lnTo>
                  <a:lnTo>
                    <a:pt x="2210708" y="783628"/>
                  </a:lnTo>
                  <a:lnTo>
                    <a:pt x="2211779" y="782442"/>
                  </a:lnTo>
                  <a:lnTo>
                    <a:pt x="2212851" y="781258"/>
                  </a:lnTo>
                  <a:lnTo>
                    <a:pt x="2213923" y="780075"/>
                  </a:lnTo>
                  <a:lnTo>
                    <a:pt x="2214994" y="778894"/>
                  </a:lnTo>
                  <a:lnTo>
                    <a:pt x="2216066" y="777714"/>
                  </a:lnTo>
                  <a:lnTo>
                    <a:pt x="2217137" y="776536"/>
                  </a:lnTo>
                  <a:lnTo>
                    <a:pt x="2218209" y="775360"/>
                  </a:lnTo>
                  <a:lnTo>
                    <a:pt x="2219281" y="774185"/>
                  </a:lnTo>
                  <a:lnTo>
                    <a:pt x="2220352" y="773012"/>
                  </a:lnTo>
                  <a:lnTo>
                    <a:pt x="2221424" y="771841"/>
                  </a:lnTo>
                  <a:lnTo>
                    <a:pt x="2222495" y="770671"/>
                  </a:lnTo>
                  <a:lnTo>
                    <a:pt x="2223567" y="769503"/>
                  </a:lnTo>
                  <a:lnTo>
                    <a:pt x="2224639" y="768336"/>
                  </a:lnTo>
                  <a:lnTo>
                    <a:pt x="2225710" y="767172"/>
                  </a:lnTo>
                  <a:lnTo>
                    <a:pt x="2226782" y="766008"/>
                  </a:lnTo>
                  <a:lnTo>
                    <a:pt x="2227853" y="764847"/>
                  </a:lnTo>
                  <a:lnTo>
                    <a:pt x="2228925" y="763687"/>
                  </a:lnTo>
                  <a:lnTo>
                    <a:pt x="2229997" y="762528"/>
                  </a:lnTo>
                  <a:lnTo>
                    <a:pt x="2231068" y="761372"/>
                  </a:lnTo>
                  <a:lnTo>
                    <a:pt x="2232140" y="760217"/>
                  </a:lnTo>
                  <a:lnTo>
                    <a:pt x="2233211" y="759063"/>
                  </a:lnTo>
                  <a:lnTo>
                    <a:pt x="2234283" y="757911"/>
                  </a:lnTo>
                  <a:lnTo>
                    <a:pt x="2235355" y="756761"/>
                  </a:lnTo>
                  <a:lnTo>
                    <a:pt x="2236426" y="755613"/>
                  </a:lnTo>
                  <a:lnTo>
                    <a:pt x="2237498" y="754466"/>
                  </a:lnTo>
                  <a:lnTo>
                    <a:pt x="2238569" y="753321"/>
                  </a:lnTo>
                  <a:lnTo>
                    <a:pt x="2239641" y="752178"/>
                  </a:lnTo>
                  <a:lnTo>
                    <a:pt x="2240713" y="751036"/>
                  </a:lnTo>
                  <a:lnTo>
                    <a:pt x="2241784" y="749896"/>
                  </a:lnTo>
                  <a:lnTo>
                    <a:pt x="2242856" y="748757"/>
                  </a:lnTo>
                  <a:lnTo>
                    <a:pt x="2243927" y="747620"/>
                  </a:lnTo>
                  <a:lnTo>
                    <a:pt x="2244999" y="746485"/>
                  </a:lnTo>
                  <a:lnTo>
                    <a:pt x="2246071" y="745352"/>
                  </a:lnTo>
                  <a:lnTo>
                    <a:pt x="2247142" y="744220"/>
                  </a:lnTo>
                  <a:lnTo>
                    <a:pt x="2248214" y="743090"/>
                  </a:lnTo>
                  <a:lnTo>
                    <a:pt x="2249285" y="741961"/>
                  </a:lnTo>
                  <a:lnTo>
                    <a:pt x="2250357" y="740834"/>
                  </a:lnTo>
                  <a:lnTo>
                    <a:pt x="2251429" y="739709"/>
                  </a:lnTo>
                  <a:lnTo>
                    <a:pt x="2252500" y="738586"/>
                  </a:lnTo>
                  <a:lnTo>
                    <a:pt x="2253572" y="737464"/>
                  </a:lnTo>
                  <a:lnTo>
                    <a:pt x="2254643" y="736344"/>
                  </a:lnTo>
                  <a:lnTo>
                    <a:pt x="2255715" y="735226"/>
                  </a:lnTo>
                  <a:lnTo>
                    <a:pt x="2256787" y="734109"/>
                  </a:lnTo>
                  <a:lnTo>
                    <a:pt x="2257858" y="732994"/>
                  </a:lnTo>
                  <a:lnTo>
                    <a:pt x="2258930" y="731880"/>
                  </a:lnTo>
                  <a:lnTo>
                    <a:pt x="2260001" y="730769"/>
                  </a:lnTo>
                  <a:lnTo>
                    <a:pt x="2261073" y="729659"/>
                  </a:lnTo>
                  <a:lnTo>
                    <a:pt x="2262145" y="728550"/>
                  </a:lnTo>
                  <a:lnTo>
                    <a:pt x="2263216" y="727444"/>
                  </a:lnTo>
                  <a:lnTo>
                    <a:pt x="2264288" y="726339"/>
                  </a:lnTo>
                  <a:lnTo>
                    <a:pt x="2265359" y="725236"/>
                  </a:lnTo>
                  <a:lnTo>
                    <a:pt x="2266431" y="724134"/>
                  </a:lnTo>
                  <a:lnTo>
                    <a:pt x="2267503" y="723034"/>
                  </a:lnTo>
                  <a:lnTo>
                    <a:pt x="2268574" y="721936"/>
                  </a:lnTo>
                  <a:lnTo>
                    <a:pt x="2269646" y="720840"/>
                  </a:lnTo>
                  <a:lnTo>
                    <a:pt x="2270717" y="719745"/>
                  </a:lnTo>
                  <a:lnTo>
                    <a:pt x="2271789" y="718652"/>
                  </a:lnTo>
                  <a:lnTo>
                    <a:pt x="2272861" y="717560"/>
                  </a:lnTo>
                  <a:lnTo>
                    <a:pt x="2273932" y="716471"/>
                  </a:lnTo>
                  <a:lnTo>
                    <a:pt x="2275004" y="715383"/>
                  </a:lnTo>
                  <a:lnTo>
                    <a:pt x="2276075" y="714296"/>
                  </a:lnTo>
                  <a:lnTo>
                    <a:pt x="2277147" y="713212"/>
                  </a:lnTo>
                  <a:lnTo>
                    <a:pt x="2278219" y="712129"/>
                  </a:lnTo>
                  <a:lnTo>
                    <a:pt x="2279290" y="711048"/>
                  </a:lnTo>
                  <a:lnTo>
                    <a:pt x="2280362" y="709968"/>
                  </a:lnTo>
                  <a:lnTo>
                    <a:pt x="2281433" y="708891"/>
                  </a:lnTo>
                  <a:lnTo>
                    <a:pt x="2282505" y="707815"/>
                  </a:lnTo>
                  <a:lnTo>
                    <a:pt x="2283577" y="706740"/>
                  </a:lnTo>
                  <a:lnTo>
                    <a:pt x="2284648" y="705668"/>
                  </a:lnTo>
                  <a:lnTo>
                    <a:pt x="2285720" y="704597"/>
                  </a:lnTo>
                  <a:lnTo>
                    <a:pt x="2286791" y="703528"/>
                  </a:lnTo>
                  <a:lnTo>
                    <a:pt x="2287863" y="702460"/>
                  </a:lnTo>
                  <a:lnTo>
                    <a:pt x="2288935" y="701394"/>
                  </a:lnTo>
                  <a:lnTo>
                    <a:pt x="2290006" y="700330"/>
                  </a:lnTo>
                  <a:lnTo>
                    <a:pt x="2291078" y="699268"/>
                  </a:lnTo>
                  <a:lnTo>
                    <a:pt x="2292149" y="698207"/>
                  </a:lnTo>
                  <a:lnTo>
                    <a:pt x="2293221" y="697148"/>
                  </a:lnTo>
                  <a:lnTo>
                    <a:pt x="2294293" y="696091"/>
                  </a:lnTo>
                  <a:lnTo>
                    <a:pt x="2295364" y="695036"/>
                  </a:lnTo>
                  <a:lnTo>
                    <a:pt x="2296436" y="693982"/>
                  </a:lnTo>
                  <a:lnTo>
                    <a:pt x="2297507" y="692930"/>
                  </a:lnTo>
                  <a:lnTo>
                    <a:pt x="2298579" y="691880"/>
                  </a:lnTo>
                  <a:lnTo>
                    <a:pt x="2299651" y="690831"/>
                  </a:lnTo>
                  <a:lnTo>
                    <a:pt x="2300722" y="689784"/>
                  </a:lnTo>
                  <a:lnTo>
                    <a:pt x="2301794" y="688739"/>
                  </a:lnTo>
                  <a:lnTo>
                    <a:pt x="2302865" y="687696"/>
                  </a:lnTo>
                  <a:lnTo>
                    <a:pt x="2303937" y="686654"/>
                  </a:lnTo>
                  <a:lnTo>
                    <a:pt x="2305009" y="685614"/>
                  </a:lnTo>
                  <a:lnTo>
                    <a:pt x="2306080" y="684576"/>
                  </a:lnTo>
                  <a:lnTo>
                    <a:pt x="2307152" y="683539"/>
                  </a:lnTo>
                  <a:lnTo>
                    <a:pt x="2308223" y="682504"/>
                  </a:lnTo>
                  <a:lnTo>
                    <a:pt x="2309295" y="681471"/>
                  </a:lnTo>
                  <a:lnTo>
                    <a:pt x="2310366" y="680440"/>
                  </a:lnTo>
                  <a:lnTo>
                    <a:pt x="2311438" y="679410"/>
                  </a:lnTo>
                  <a:lnTo>
                    <a:pt x="2312510" y="678382"/>
                  </a:lnTo>
                  <a:lnTo>
                    <a:pt x="2313581" y="677356"/>
                  </a:lnTo>
                  <a:lnTo>
                    <a:pt x="2314653" y="676332"/>
                  </a:lnTo>
                  <a:lnTo>
                    <a:pt x="2315724" y="675309"/>
                  </a:lnTo>
                  <a:lnTo>
                    <a:pt x="2316796" y="674288"/>
                  </a:lnTo>
                  <a:lnTo>
                    <a:pt x="2317868" y="673269"/>
                  </a:lnTo>
                  <a:lnTo>
                    <a:pt x="2318939" y="672251"/>
                  </a:lnTo>
                  <a:lnTo>
                    <a:pt x="2320011" y="671235"/>
                  </a:lnTo>
                  <a:lnTo>
                    <a:pt x="2321082" y="670221"/>
                  </a:lnTo>
                  <a:lnTo>
                    <a:pt x="2322154" y="669209"/>
                  </a:lnTo>
                  <a:lnTo>
                    <a:pt x="2323226" y="668198"/>
                  </a:lnTo>
                  <a:lnTo>
                    <a:pt x="2324297" y="667190"/>
                  </a:lnTo>
                  <a:lnTo>
                    <a:pt x="2325369" y="666182"/>
                  </a:lnTo>
                  <a:lnTo>
                    <a:pt x="2326440" y="665177"/>
                  </a:lnTo>
                  <a:lnTo>
                    <a:pt x="2327512" y="664173"/>
                  </a:lnTo>
                  <a:lnTo>
                    <a:pt x="2328584" y="663171"/>
                  </a:lnTo>
                  <a:lnTo>
                    <a:pt x="2329655" y="662171"/>
                  </a:lnTo>
                  <a:lnTo>
                    <a:pt x="2330727" y="661173"/>
                  </a:lnTo>
                  <a:lnTo>
                    <a:pt x="2331798" y="660176"/>
                  </a:lnTo>
                  <a:lnTo>
                    <a:pt x="2332870" y="659181"/>
                  </a:lnTo>
                  <a:lnTo>
                    <a:pt x="2333942" y="658188"/>
                  </a:lnTo>
                  <a:lnTo>
                    <a:pt x="2335013" y="657196"/>
                  </a:lnTo>
                  <a:lnTo>
                    <a:pt x="2336085" y="656207"/>
                  </a:lnTo>
                  <a:lnTo>
                    <a:pt x="2337156" y="655218"/>
                  </a:lnTo>
                  <a:lnTo>
                    <a:pt x="2338228" y="654232"/>
                  </a:lnTo>
                  <a:lnTo>
                    <a:pt x="2339300" y="653248"/>
                  </a:lnTo>
                  <a:lnTo>
                    <a:pt x="2340371" y="652265"/>
                  </a:lnTo>
                  <a:lnTo>
                    <a:pt x="2341443" y="651284"/>
                  </a:lnTo>
                  <a:lnTo>
                    <a:pt x="2342514" y="650304"/>
                  </a:lnTo>
                  <a:lnTo>
                    <a:pt x="2343586" y="649327"/>
                  </a:lnTo>
                  <a:lnTo>
                    <a:pt x="2344658" y="648351"/>
                  </a:lnTo>
                  <a:lnTo>
                    <a:pt x="2345729" y="647377"/>
                  </a:lnTo>
                  <a:lnTo>
                    <a:pt x="2346801" y="646404"/>
                  </a:lnTo>
                  <a:lnTo>
                    <a:pt x="2347872" y="645433"/>
                  </a:lnTo>
                  <a:lnTo>
                    <a:pt x="2348944" y="644464"/>
                  </a:lnTo>
                  <a:lnTo>
                    <a:pt x="2350016" y="643497"/>
                  </a:lnTo>
                  <a:lnTo>
                    <a:pt x="2351087" y="642532"/>
                  </a:lnTo>
                  <a:lnTo>
                    <a:pt x="2352159" y="641568"/>
                  </a:lnTo>
                  <a:lnTo>
                    <a:pt x="2353230" y="640606"/>
                  </a:lnTo>
                  <a:lnTo>
                    <a:pt x="2354302" y="639646"/>
                  </a:lnTo>
                  <a:lnTo>
                    <a:pt x="2355374" y="638687"/>
                  </a:lnTo>
                  <a:lnTo>
                    <a:pt x="2356445" y="637730"/>
                  </a:lnTo>
                  <a:lnTo>
                    <a:pt x="2357517" y="636775"/>
                  </a:lnTo>
                  <a:lnTo>
                    <a:pt x="2358588" y="635822"/>
                  </a:lnTo>
                  <a:lnTo>
                    <a:pt x="2359660" y="634870"/>
                  </a:lnTo>
                  <a:lnTo>
                    <a:pt x="2360732" y="633921"/>
                  </a:lnTo>
                  <a:lnTo>
                    <a:pt x="2361803" y="632972"/>
                  </a:lnTo>
                  <a:lnTo>
                    <a:pt x="2362875" y="632026"/>
                  </a:lnTo>
                  <a:lnTo>
                    <a:pt x="2363946" y="631081"/>
                  </a:lnTo>
                  <a:lnTo>
                    <a:pt x="2365018" y="630138"/>
                  </a:lnTo>
                  <a:lnTo>
                    <a:pt x="2366090" y="629197"/>
                  </a:lnTo>
                  <a:lnTo>
                    <a:pt x="2367161" y="628258"/>
                  </a:lnTo>
                  <a:lnTo>
                    <a:pt x="2368233" y="627320"/>
                  </a:lnTo>
                  <a:lnTo>
                    <a:pt x="2369304" y="626384"/>
                  </a:lnTo>
                  <a:lnTo>
                    <a:pt x="2370376" y="625450"/>
                  </a:lnTo>
                  <a:lnTo>
                    <a:pt x="2371448" y="624517"/>
                  </a:lnTo>
                  <a:lnTo>
                    <a:pt x="2372519" y="623587"/>
                  </a:lnTo>
                  <a:lnTo>
                    <a:pt x="2373591" y="622658"/>
                  </a:lnTo>
                  <a:lnTo>
                    <a:pt x="2374662" y="621730"/>
                  </a:lnTo>
                  <a:lnTo>
                    <a:pt x="2375734" y="620805"/>
                  </a:lnTo>
                  <a:lnTo>
                    <a:pt x="2376806" y="619881"/>
                  </a:lnTo>
                  <a:lnTo>
                    <a:pt x="2377877" y="618959"/>
                  </a:lnTo>
                  <a:lnTo>
                    <a:pt x="2378949" y="618038"/>
                  </a:lnTo>
                  <a:lnTo>
                    <a:pt x="2380020" y="617120"/>
                  </a:lnTo>
                  <a:lnTo>
                    <a:pt x="2381092" y="616203"/>
                  </a:lnTo>
                  <a:lnTo>
                    <a:pt x="2382164" y="615288"/>
                  </a:lnTo>
                  <a:lnTo>
                    <a:pt x="2383235" y="614374"/>
                  </a:lnTo>
                  <a:lnTo>
                    <a:pt x="2384307" y="613463"/>
                  </a:lnTo>
                  <a:lnTo>
                    <a:pt x="2385378" y="612553"/>
                  </a:lnTo>
                  <a:lnTo>
                    <a:pt x="2386450" y="611644"/>
                  </a:lnTo>
                  <a:lnTo>
                    <a:pt x="2387522" y="610738"/>
                  </a:lnTo>
                  <a:lnTo>
                    <a:pt x="2388593" y="609833"/>
                  </a:lnTo>
                  <a:lnTo>
                    <a:pt x="2389665" y="608930"/>
                  </a:lnTo>
                  <a:lnTo>
                    <a:pt x="2390736" y="608029"/>
                  </a:lnTo>
                  <a:lnTo>
                    <a:pt x="2391808" y="607129"/>
                  </a:lnTo>
                  <a:lnTo>
                    <a:pt x="2392880" y="606231"/>
                  </a:lnTo>
                  <a:lnTo>
                    <a:pt x="2393951" y="605335"/>
                  </a:lnTo>
                  <a:lnTo>
                    <a:pt x="2395023" y="604440"/>
                  </a:lnTo>
                  <a:lnTo>
                    <a:pt x="2396094" y="603548"/>
                  </a:lnTo>
                  <a:lnTo>
                    <a:pt x="2397166" y="602657"/>
                  </a:lnTo>
                  <a:lnTo>
                    <a:pt x="2398238" y="601767"/>
                  </a:lnTo>
                  <a:lnTo>
                    <a:pt x="2399309" y="600880"/>
                  </a:lnTo>
                  <a:lnTo>
                    <a:pt x="2400381" y="599994"/>
                  </a:lnTo>
                  <a:lnTo>
                    <a:pt x="2401452" y="599110"/>
                  </a:lnTo>
                  <a:lnTo>
                    <a:pt x="2402524" y="598227"/>
                  </a:lnTo>
                  <a:lnTo>
                    <a:pt x="2403596" y="597347"/>
                  </a:lnTo>
                  <a:lnTo>
                    <a:pt x="2404667" y="596468"/>
                  </a:lnTo>
                  <a:lnTo>
                    <a:pt x="2405739" y="595591"/>
                  </a:lnTo>
                  <a:lnTo>
                    <a:pt x="2406810" y="594715"/>
                  </a:lnTo>
                  <a:lnTo>
                    <a:pt x="2407882" y="593841"/>
                  </a:lnTo>
                  <a:lnTo>
                    <a:pt x="2408954" y="592969"/>
                  </a:lnTo>
                  <a:lnTo>
                    <a:pt x="2410025" y="592099"/>
                  </a:lnTo>
                  <a:lnTo>
                    <a:pt x="2411097" y="591230"/>
                  </a:lnTo>
                  <a:lnTo>
                    <a:pt x="2412168" y="590363"/>
                  </a:lnTo>
                  <a:lnTo>
                    <a:pt x="2413240" y="589498"/>
                  </a:lnTo>
                  <a:lnTo>
                    <a:pt x="2414312" y="588635"/>
                  </a:lnTo>
                  <a:lnTo>
                    <a:pt x="2415383" y="587773"/>
                  </a:lnTo>
                  <a:lnTo>
                    <a:pt x="2416455" y="586913"/>
                  </a:lnTo>
                  <a:lnTo>
                    <a:pt x="2417526" y="586054"/>
                  </a:lnTo>
                  <a:lnTo>
                    <a:pt x="2418598" y="585198"/>
                  </a:lnTo>
                  <a:lnTo>
                    <a:pt x="2419670" y="584343"/>
                  </a:lnTo>
                  <a:lnTo>
                    <a:pt x="2420741" y="583490"/>
                  </a:lnTo>
                  <a:lnTo>
                    <a:pt x="2421813" y="582638"/>
                  </a:lnTo>
                  <a:lnTo>
                    <a:pt x="2422884" y="581788"/>
                  </a:lnTo>
                  <a:lnTo>
                    <a:pt x="2423956" y="580940"/>
                  </a:lnTo>
                  <a:lnTo>
                    <a:pt x="2425028" y="580094"/>
                  </a:lnTo>
                  <a:lnTo>
                    <a:pt x="2426099" y="579249"/>
                  </a:lnTo>
                  <a:lnTo>
                    <a:pt x="2427171" y="578406"/>
                  </a:lnTo>
                  <a:lnTo>
                    <a:pt x="2428242" y="577565"/>
                  </a:lnTo>
                  <a:lnTo>
                    <a:pt x="2429314" y="576725"/>
                  </a:lnTo>
                  <a:lnTo>
                    <a:pt x="2430386" y="575887"/>
                  </a:lnTo>
                  <a:lnTo>
                    <a:pt x="2431457" y="575051"/>
                  </a:lnTo>
                  <a:lnTo>
                    <a:pt x="2432529" y="574216"/>
                  </a:lnTo>
                  <a:lnTo>
                    <a:pt x="2433600" y="573384"/>
                  </a:lnTo>
                  <a:lnTo>
                    <a:pt x="2434672" y="572552"/>
                  </a:lnTo>
                  <a:lnTo>
                    <a:pt x="2435744" y="571723"/>
                  </a:lnTo>
                  <a:lnTo>
                    <a:pt x="2436815" y="570895"/>
                  </a:lnTo>
                  <a:lnTo>
                    <a:pt x="2437887" y="570069"/>
                  </a:lnTo>
                  <a:lnTo>
                    <a:pt x="2438958" y="569245"/>
                  </a:lnTo>
                  <a:lnTo>
                    <a:pt x="2440030" y="568422"/>
                  </a:lnTo>
                  <a:lnTo>
                    <a:pt x="2441102" y="567601"/>
                  </a:lnTo>
                  <a:lnTo>
                    <a:pt x="2442173" y="566782"/>
                  </a:lnTo>
                  <a:lnTo>
                    <a:pt x="2443245" y="565964"/>
                  </a:lnTo>
                  <a:lnTo>
                    <a:pt x="2444316" y="565148"/>
                  </a:lnTo>
                  <a:lnTo>
                    <a:pt x="2445388" y="564334"/>
                  </a:lnTo>
                  <a:lnTo>
                    <a:pt x="2446460" y="563522"/>
                  </a:lnTo>
                  <a:lnTo>
                    <a:pt x="2447531" y="562711"/>
                  </a:lnTo>
                  <a:lnTo>
                    <a:pt x="2448603" y="561902"/>
                  </a:lnTo>
                  <a:lnTo>
                    <a:pt x="2449674" y="561094"/>
                  </a:lnTo>
                  <a:lnTo>
                    <a:pt x="2450746" y="560288"/>
                  </a:lnTo>
                  <a:lnTo>
                    <a:pt x="2451818" y="559484"/>
                  </a:lnTo>
                  <a:lnTo>
                    <a:pt x="2452889" y="558682"/>
                  </a:lnTo>
                  <a:lnTo>
                    <a:pt x="2453961" y="557881"/>
                  </a:lnTo>
                  <a:lnTo>
                    <a:pt x="2455032" y="557082"/>
                  </a:lnTo>
                  <a:lnTo>
                    <a:pt x="2456104" y="556285"/>
                  </a:lnTo>
                  <a:lnTo>
                    <a:pt x="2457176" y="555489"/>
                  </a:lnTo>
                  <a:lnTo>
                    <a:pt x="2458247" y="554695"/>
                  </a:lnTo>
                  <a:lnTo>
                    <a:pt x="2459319" y="553902"/>
                  </a:lnTo>
                  <a:lnTo>
                    <a:pt x="2460390" y="553112"/>
                  </a:lnTo>
                  <a:lnTo>
                    <a:pt x="2461462" y="552322"/>
                  </a:lnTo>
                  <a:lnTo>
                    <a:pt x="2462534" y="551535"/>
                  </a:lnTo>
                  <a:lnTo>
                    <a:pt x="2463605" y="550749"/>
                  </a:lnTo>
                  <a:lnTo>
                    <a:pt x="2464677" y="549965"/>
                  </a:lnTo>
                  <a:lnTo>
                    <a:pt x="2465748" y="549183"/>
                  </a:lnTo>
                  <a:lnTo>
                    <a:pt x="2466820" y="548402"/>
                  </a:lnTo>
                  <a:lnTo>
                    <a:pt x="2467892" y="547623"/>
                  </a:lnTo>
                  <a:lnTo>
                    <a:pt x="2468963" y="546846"/>
                  </a:lnTo>
                  <a:lnTo>
                    <a:pt x="2470035" y="546070"/>
                  </a:lnTo>
                  <a:lnTo>
                    <a:pt x="2471106" y="545296"/>
                  </a:lnTo>
                  <a:lnTo>
                    <a:pt x="2472178" y="544523"/>
                  </a:lnTo>
                  <a:lnTo>
                    <a:pt x="2473250" y="543752"/>
                  </a:lnTo>
                  <a:lnTo>
                    <a:pt x="2474321" y="542983"/>
                  </a:lnTo>
                  <a:lnTo>
                    <a:pt x="2475393" y="542216"/>
                  </a:lnTo>
                  <a:lnTo>
                    <a:pt x="2476464" y="541450"/>
                  </a:lnTo>
                  <a:lnTo>
                    <a:pt x="2477536" y="540685"/>
                  </a:lnTo>
                  <a:lnTo>
                    <a:pt x="2478608" y="539923"/>
                  </a:lnTo>
                  <a:lnTo>
                    <a:pt x="2479679" y="539162"/>
                  </a:lnTo>
                  <a:lnTo>
                    <a:pt x="2480751" y="538403"/>
                  </a:lnTo>
                  <a:lnTo>
                    <a:pt x="2481822" y="537645"/>
                  </a:lnTo>
                  <a:lnTo>
                    <a:pt x="2482894" y="536889"/>
                  </a:lnTo>
                  <a:lnTo>
                    <a:pt x="2483966" y="536135"/>
                  </a:lnTo>
                  <a:lnTo>
                    <a:pt x="2485037" y="535382"/>
                  </a:lnTo>
                  <a:lnTo>
                    <a:pt x="2486109" y="534631"/>
                  </a:lnTo>
                  <a:lnTo>
                    <a:pt x="2487180" y="533881"/>
                  </a:lnTo>
                  <a:lnTo>
                    <a:pt x="2488252" y="533133"/>
                  </a:lnTo>
                  <a:lnTo>
                    <a:pt x="2489323" y="532387"/>
                  </a:lnTo>
                  <a:lnTo>
                    <a:pt x="2490395" y="531643"/>
                  </a:lnTo>
                  <a:lnTo>
                    <a:pt x="2491467" y="530900"/>
                  </a:lnTo>
                  <a:lnTo>
                    <a:pt x="2492538" y="530158"/>
                  </a:lnTo>
                  <a:lnTo>
                    <a:pt x="2493610" y="529418"/>
                  </a:lnTo>
                  <a:lnTo>
                    <a:pt x="2494681" y="528680"/>
                  </a:lnTo>
                  <a:lnTo>
                    <a:pt x="2495753" y="527944"/>
                  </a:lnTo>
                  <a:lnTo>
                    <a:pt x="2496825" y="527209"/>
                  </a:lnTo>
                  <a:lnTo>
                    <a:pt x="2497896" y="526476"/>
                  </a:lnTo>
                  <a:lnTo>
                    <a:pt x="2498968" y="525744"/>
                  </a:lnTo>
                  <a:lnTo>
                    <a:pt x="2500039" y="525014"/>
                  </a:lnTo>
                  <a:lnTo>
                    <a:pt x="2501111" y="524286"/>
                  </a:lnTo>
                  <a:lnTo>
                    <a:pt x="2502183" y="523559"/>
                  </a:lnTo>
                  <a:lnTo>
                    <a:pt x="2503254" y="522834"/>
                  </a:lnTo>
                  <a:lnTo>
                    <a:pt x="2504326" y="522110"/>
                  </a:lnTo>
                  <a:lnTo>
                    <a:pt x="2505397" y="521388"/>
                  </a:lnTo>
                  <a:lnTo>
                    <a:pt x="2506469" y="520668"/>
                  </a:lnTo>
                  <a:lnTo>
                    <a:pt x="2507541" y="519949"/>
                  </a:lnTo>
                  <a:lnTo>
                    <a:pt x="2508612" y="519232"/>
                  </a:lnTo>
                  <a:lnTo>
                    <a:pt x="2509684" y="518516"/>
                  </a:lnTo>
                  <a:lnTo>
                    <a:pt x="2510755" y="517802"/>
                  </a:lnTo>
                  <a:lnTo>
                    <a:pt x="2511827" y="517090"/>
                  </a:lnTo>
                  <a:lnTo>
                    <a:pt x="2512899" y="516379"/>
                  </a:lnTo>
                  <a:lnTo>
                    <a:pt x="2513970" y="515670"/>
                  </a:lnTo>
                  <a:lnTo>
                    <a:pt x="2515042" y="514962"/>
                  </a:lnTo>
                  <a:lnTo>
                    <a:pt x="2516113" y="514256"/>
                  </a:lnTo>
                  <a:lnTo>
                    <a:pt x="2517185" y="513552"/>
                  </a:lnTo>
                  <a:lnTo>
                    <a:pt x="2518257" y="512849"/>
                  </a:lnTo>
                  <a:lnTo>
                    <a:pt x="2519328" y="512147"/>
                  </a:lnTo>
                  <a:lnTo>
                    <a:pt x="2520400" y="511448"/>
                  </a:lnTo>
                  <a:lnTo>
                    <a:pt x="2521471" y="510750"/>
                  </a:lnTo>
                  <a:lnTo>
                    <a:pt x="2522543" y="510053"/>
                  </a:lnTo>
                  <a:lnTo>
                    <a:pt x="2523615" y="509358"/>
                  </a:lnTo>
                  <a:lnTo>
                    <a:pt x="2524686" y="508665"/>
                  </a:lnTo>
                  <a:lnTo>
                    <a:pt x="2525758" y="507973"/>
                  </a:lnTo>
                  <a:lnTo>
                    <a:pt x="2526829" y="507283"/>
                  </a:lnTo>
                  <a:lnTo>
                    <a:pt x="2527901" y="506594"/>
                  </a:lnTo>
                  <a:lnTo>
                    <a:pt x="2528973" y="505907"/>
                  </a:lnTo>
                  <a:lnTo>
                    <a:pt x="2530044" y="505221"/>
                  </a:lnTo>
                  <a:lnTo>
                    <a:pt x="2531116" y="504537"/>
                  </a:lnTo>
                  <a:lnTo>
                    <a:pt x="2532187" y="503855"/>
                  </a:lnTo>
                  <a:lnTo>
                    <a:pt x="2533259" y="503174"/>
                  </a:lnTo>
                  <a:lnTo>
                    <a:pt x="2534331" y="502494"/>
                  </a:lnTo>
                  <a:lnTo>
                    <a:pt x="2535402" y="501816"/>
                  </a:lnTo>
                  <a:lnTo>
                    <a:pt x="2536474" y="501140"/>
                  </a:lnTo>
                  <a:lnTo>
                    <a:pt x="2537545" y="500465"/>
                  </a:lnTo>
                  <a:lnTo>
                    <a:pt x="2538617" y="499792"/>
                  </a:lnTo>
                  <a:lnTo>
                    <a:pt x="2539689" y="499121"/>
                  </a:lnTo>
                  <a:lnTo>
                    <a:pt x="2540760" y="498450"/>
                  </a:lnTo>
                  <a:lnTo>
                    <a:pt x="2541832" y="497782"/>
                  </a:lnTo>
                  <a:lnTo>
                    <a:pt x="2542903" y="497115"/>
                  </a:lnTo>
                  <a:lnTo>
                    <a:pt x="2543975" y="496449"/>
                  </a:lnTo>
                  <a:lnTo>
                    <a:pt x="2545047" y="495785"/>
                  </a:lnTo>
                  <a:lnTo>
                    <a:pt x="2546118" y="495123"/>
                  </a:lnTo>
                  <a:lnTo>
                    <a:pt x="2547190" y="494462"/>
                  </a:lnTo>
                  <a:lnTo>
                    <a:pt x="2548261" y="493803"/>
                  </a:lnTo>
                  <a:lnTo>
                    <a:pt x="2549333" y="493145"/>
                  </a:lnTo>
                  <a:lnTo>
                    <a:pt x="2550405" y="492489"/>
                  </a:lnTo>
                  <a:lnTo>
                    <a:pt x="2551476" y="491834"/>
                  </a:lnTo>
                  <a:lnTo>
                    <a:pt x="2552548" y="491180"/>
                  </a:lnTo>
                  <a:lnTo>
                    <a:pt x="2553619" y="490529"/>
                  </a:lnTo>
                  <a:lnTo>
                    <a:pt x="2554691" y="489878"/>
                  </a:lnTo>
                  <a:lnTo>
                    <a:pt x="2555763" y="489230"/>
                  </a:lnTo>
                  <a:lnTo>
                    <a:pt x="2556834" y="488582"/>
                  </a:lnTo>
                  <a:lnTo>
                    <a:pt x="2557906" y="487937"/>
                  </a:lnTo>
                  <a:lnTo>
                    <a:pt x="2558977" y="487292"/>
                  </a:lnTo>
                  <a:lnTo>
                    <a:pt x="2560049" y="486650"/>
                  </a:lnTo>
                  <a:lnTo>
                    <a:pt x="2561121" y="486008"/>
                  </a:lnTo>
                  <a:lnTo>
                    <a:pt x="2562192" y="485369"/>
                  </a:lnTo>
                  <a:lnTo>
                    <a:pt x="2563264" y="484730"/>
                  </a:lnTo>
                  <a:lnTo>
                    <a:pt x="2564335" y="484094"/>
                  </a:lnTo>
                  <a:lnTo>
                    <a:pt x="2565407" y="483458"/>
                  </a:lnTo>
                  <a:lnTo>
                    <a:pt x="2566479" y="482825"/>
                  </a:lnTo>
                  <a:lnTo>
                    <a:pt x="2567550" y="482192"/>
                  </a:lnTo>
                  <a:lnTo>
                    <a:pt x="2568622" y="481561"/>
                  </a:lnTo>
                  <a:lnTo>
                    <a:pt x="2569693" y="480932"/>
                  </a:lnTo>
                  <a:lnTo>
                    <a:pt x="2570765" y="480304"/>
                  </a:lnTo>
                  <a:lnTo>
                    <a:pt x="2571837" y="479678"/>
                  </a:lnTo>
                  <a:lnTo>
                    <a:pt x="2572908" y="479053"/>
                  </a:lnTo>
                  <a:lnTo>
                    <a:pt x="2573980" y="478430"/>
                  </a:lnTo>
                  <a:lnTo>
                    <a:pt x="2575051" y="477808"/>
                  </a:lnTo>
                  <a:lnTo>
                    <a:pt x="2576123" y="477187"/>
                  </a:lnTo>
                  <a:lnTo>
                    <a:pt x="2577195" y="476568"/>
                  </a:lnTo>
                  <a:lnTo>
                    <a:pt x="2578266" y="475950"/>
                  </a:lnTo>
                  <a:lnTo>
                    <a:pt x="2579338" y="475334"/>
                  </a:lnTo>
                  <a:lnTo>
                    <a:pt x="2580409" y="474720"/>
                  </a:lnTo>
                  <a:lnTo>
                    <a:pt x="2581481" y="474107"/>
                  </a:lnTo>
                  <a:lnTo>
                    <a:pt x="2582553" y="473495"/>
                  </a:lnTo>
                  <a:lnTo>
                    <a:pt x="2583624" y="472884"/>
                  </a:lnTo>
                  <a:lnTo>
                    <a:pt x="2584696" y="472276"/>
                  </a:lnTo>
                  <a:lnTo>
                    <a:pt x="2585767" y="471668"/>
                  </a:lnTo>
                  <a:lnTo>
                    <a:pt x="2586839" y="471062"/>
                  </a:lnTo>
                  <a:lnTo>
                    <a:pt x="2587911" y="470458"/>
                  </a:lnTo>
                  <a:lnTo>
                    <a:pt x="2588982" y="469855"/>
                  </a:lnTo>
                  <a:lnTo>
                    <a:pt x="2590054" y="469253"/>
                  </a:lnTo>
                  <a:lnTo>
                    <a:pt x="2591125" y="468653"/>
                  </a:lnTo>
                  <a:lnTo>
                    <a:pt x="2592197" y="468054"/>
                  </a:lnTo>
                  <a:lnTo>
                    <a:pt x="2593269" y="467456"/>
                  </a:lnTo>
                  <a:lnTo>
                    <a:pt x="2594340" y="466861"/>
                  </a:lnTo>
                  <a:lnTo>
                    <a:pt x="2595412" y="466266"/>
                  </a:lnTo>
                  <a:lnTo>
                    <a:pt x="2596483" y="465673"/>
                  </a:lnTo>
                  <a:lnTo>
                    <a:pt x="2597555" y="465081"/>
                  </a:lnTo>
                  <a:lnTo>
                    <a:pt x="2598627" y="464491"/>
                  </a:lnTo>
                  <a:lnTo>
                    <a:pt x="2599698" y="463902"/>
                  </a:lnTo>
                  <a:lnTo>
                    <a:pt x="2600770" y="463315"/>
                  </a:lnTo>
                  <a:lnTo>
                    <a:pt x="2601841" y="462729"/>
                  </a:lnTo>
                  <a:lnTo>
                    <a:pt x="2602913" y="462144"/>
                  </a:lnTo>
                  <a:lnTo>
                    <a:pt x="2603985" y="461561"/>
                  </a:lnTo>
                  <a:lnTo>
                    <a:pt x="2605056" y="460979"/>
                  </a:lnTo>
                  <a:lnTo>
                    <a:pt x="2606128" y="460398"/>
                  </a:lnTo>
                  <a:lnTo>
                    <a:pt x="2607199" y="459819"/>
                  </a:lnTo>
                  <a:lnTo>
                    <a:pt x="2608271" y="459242"/>
                  </a:lnTo>
                  <a:lnTo>
                    <a:pt x="2609343" y="458665"/>
                  </a:lnTo>
                  <a:lnTo>
                    <a:pt x="2610414" y="458090"/>
                  </a:lnTo>
                  <a:lnTo>
                    <a:pt x="2611486" y="457517"/>
                  </a:lnTo>
                  <a:lnTo>
                    <a:pt x="2612557" y="456945"/>
                  </a:lnTo>
                  <a:lnTo>
                    <a:pt x="2613629" y="456374"/>
                  </a:lnTo>
                  <a:lnTo>
                    <a:pt x="2614701" y="455805"/>
                  </a:lnTo>
                  <a:lnTo>
                    <a:pt x="2615772" y="455236"/>
                  </a:lnTo>
                  <a:lnTo>
                    <a:pt x="2616844" y="454670"/>
                  </a:lnTo>
                  <a:lnTo>
                    <a:pt x="2617915" y="454105"/>
                  </a:lnTo>
                  <a:lnTo>
                    <a:pt x="2618987" y="453541"/>
                  </a:lnTo>
                  <a:lnTo>
                    <a:pt x="2620059" y="452978"/>
                  </a:lnTo>
                  <a:lnTo>
                    <a:pt x="2621130" y="452417"/>
                  </a:lnTo>
                  <a:lnTo>
                    <a:pt x="2622202" y="451857"/>
                  </a:lnTo>
                  <a:lnTo>
                    <a:pt x="2623273" y="451298"/>
                  </a:lnTo>
                  <a:lnTo>
                    <a:pt x="2624345" y="450741"/>
                  </a:lnTo>
                  <a:lnTo>
                    <a:pt x="2625417" y="450186"/>
                  </a:lnTo>
                  <a:lnTo>
                    <a:pt x="2626488" y="449631"/>
                  </a:lnTo>
                  <a:lnTo>
                    <a:pt x="2627560" y="449078"/>
                  </a:lnTo>
                  <a:lnTo>
                    <a:pt x="2628631" y="448526"/>
                  </a:lnTo>
                  <a:lnTo>
                    <a:pt x="2629703" y="447976"/>
                  </a:lnTo>
                  <a:lnTo>
                    <a:pt x="2630775" y="447427"/>
                  </a:lnTo>
                  <a:lnTo>
                    <a:pt x="2631846" y="446879"/>
                  </a:lnTo>
                  <a:lnTo>
                    <a:pt x="2632918" y="446332"/>
                  </a:lnTo>
                  <a:lnTo>
                    <a:pt x="2633989" y="445787"/>
                  </a:lnTo>
                  <a:lnTo>
                    <a:pt x="2635061" y="445243"/>
                  </a:lnTo>
                  <a:lnTo>
                    <a:pt x="2636133" y="444701"/>
                  </a:lnTo>
                  <a:lnTo>
                    <a:pt x="2637204" y="444160"/>
                  </a:lnTo>
                  <a:lnTo>
                    <a:pt x="2638276" y="443620"/>
                  </a:lnTo>
                  <a:lnTo>
                    <a:pt x="2639347" y="443081"/>
                  </a:lnTo>
                  <a:lnTo>
                    <a:pt x="2640419" y="442544"/>
                  </a:lnTo>
                  <a:lnTo>
                    <a:pt x="2641491" y="442008"/>
                  </a:lnTo>
                  <a:lnTo>
                    <a:pt x="2642562" y="441473"/>
                  </a:lnTo>
                  <a:lnTo>
                    <a:pt x="2643634" y="440940"/>
                  </a:lnTo>
                  <a:lnTo>
                    <a:pt x="2644705" y="440408"/>
                  </a:lnTo>
                  <a:lnTo>
                    <a:pt x="2645777" y="439877"/>
                  </a:lnTo>
                  <a:lnTo>
                    <a:pt x="2646849" y="439348"/>
                  </a:lnTo>
                  <a:lnTo>
                    <a:pt x="2647920" y="438819"/>
                  </a:lnTo>
                  <a:lnTo>
                    <a:pt x="2648992" y="438293"/>
                  </a:lnTo>
                  <a:lnTo>
                    <a:pt x="2650063" y="437767"/>
                  </a:lnTo>
                  <a:lnTo>
                    <a:pt x="2651135" y="437243"/>
                  </a:lnTo>
                  <a:lnTo>
                    <a:pt x="2652207" y="436719"/>
                  </a:lnTo>
                  <a:lnTo>
                    <a:pt x="2653278" y="436198"/>
                  </a:lnTo>
                  <a:lnTo>
                    <a:pt x="2654350" y="435677"/>
                  </a:lnTo>
                  <a:lnTo>
                    <a:pt x="2655421" y="435158"/>
                  </a:lnTo>
                  <a:lnTo>
                    <a:pt x="2656493" y="434640"/>
                  </a:lnTo>
                  <a:lnTo>
                    <a:pt x="2657565" y="434123"/>
                  </a:lnTo>
                  <a:lnTo>
                    <a:pt x="2658636" y="433608"/>
                  </a:lnTo>
                  <a:lnTo>
                    <a:pt x="2659708" y="433093"/>
                  </a:lnTo>
                  <a:lnTo>
                    <a:pt x="2660779" y="432580"/>
                  </a:lnTo>
                  <a:lnTo>
                    <a:pt x="2661851" y="432069"/>
                  </a:lnTo>
                  <a:lnTo>
                    <a:pt x="2662922" y="431558"/>
                  </a:lnTo>
                  <a:lnTo>
                    <a:pt x="2663994" y="431049"/>
                  </a:lnTo>
                  <a:lnTo>
                    <a:pt x="2665066" y="430541"/>
                  </a:lnTo>
                  <a:lnTo>
                    <a:pt x="2666137" y="430034"/>
                  </a:lnTo>
                  <a:lnTo>
                    <a:pt x="2667209" y="429528"/>
                  </a:lnTo>
                  <a:lnTo>
                    <a:pt x="2668280" y="429024"/>
                  </a:lnTo>
                  <a:lnTo>
                    <a:pt x="2669352" y="428521"/>
                  </a:lnTo>
                  <a:lnTo>
                    <a:pt x="2670424" y="428019"/>
                  </a:lnTo>
                  <a:lnTo>
                    <a:pt x="2671495" y="427518"/>
                  </a:lnTo>
                  <a:lnTo>
                    <a:pt x="2672567" y="427019"/>
                  </a:lnTo>
                  <a:lnTo>
                    <a:pt x="2673638" y="426521"/>
                  </a:lnTo>
                  <a:lnTo>
                    <a:pt x="2674710" y="426024"/>
                  </a:lnTo>
                  <a:lnTo>
                    <a:pt x="2675782" y="425528"/>
                  </a:lnTo>
                  <a:lnTo>
                    <a:pt x="2676853" y="425033"/>
                  </a:lnTo>
                  <a:lnTo>
                    <a:pt x="2677925" y="424540"/>
                  </a:lnTo>
                  <a:lnTo>
                    <a:pt x="2678996" y="424048"/>
                  </a:lnTo>
                  <a:lnTo>
                    <a:pt x="2680068" y="423557"/>
                  </a:lnTo>
                  <a:lnTo>
                    <a:pt x="2681140" y="423067"/>
                  </a:lnTo>
                  <a:lnTo>
                    <a:pt x="2682211" y="422578"/>
                  </a:lnTo>
                  <a:lnTo>
                    <a:pt x="2683283" y="422091"/>
                  </a:lnTo>
                  <a:lnTo>
                    <a:pt x="2684354" y="421604"/>
                  </a:lnTo>
                  <a:lnTo>
                    <a:pt x="2685426" y="421119"/>
                  </a:lnTo>
                  <a:lnTo>
                    <a:pt x="2686498" y="420635"/>
                  </a:lnTo>
                  <a:lnTo>
                    <a:pt x="2687569" y="420153"/>
                  </a:lnTo>
                  <a:lnTo>
                    <a:pt x="2688641" y="419671"/>
                  </a:lnTo>
                  <a:lnTo>
                    <a:pt x="2689712" y="419190"/>
                  </a:lnTo>
                  <a:lnTo>
                    <a:pt x="2690784" y="418711"/>
                  </a:lnTo>
                  <a:lnTo>
                    <a:pt x="2691856" y="418233"/>
                  </a:lnTo>
                  <a:lnTo>
                    <a:pt x="2692927" y="417756"/>
                  </a:lnTo>
                  <a:lnTo>
                    <a:pt x="2693999" y="417280"/>
                  </a:lnTo>
                  <a:lnTo>
                    <a:pt x="2695070" y="416806"/>
                  </a:lnTo>
                  <a:lnTo>
                    <a:pt x="2696142" y="416332"/>
                  </a:lnTo>
                  <a:lnTo>
                    <a:pt x="2697214" y="415860"/>
                  </a:lnTo>
                  <a:lnTo>
                    <a:pt x="2698285" y="415389"/>
                  </a:lnTo>
                  <a:lnTo>
                    <a:pt x="2699357" y="414919"/>
                  </a:lnTo>
                  <a:lnTo>
                    <a:pt x="2700428" y="414450"/>
                  </a:lnTo>
                  <a:lnTo>
                    <a:pt x="2701500" y="413982"/>
                  </a:lnTo>
                  <a:lnTo>
                    <a:pt x="2702572" y="413515"/>
                  </a:lnTo>
                  <a:lnTo>
                    <a:pt x="2703643" y="413050"/>
                  </a:lnTo>
                  <a:lnTo>
                    <a:pt x="2704715" y="412585"/>
                  </a:lnTo>
                  <a:lnTo>
                    <a:pt x="2705786" y="412122"/>
                  </a:lnTo>
                  <a:lnTo>
                    <a:pt x="2706858" y="411660"/>
                  </a:lnTo>
                  <a:lnTo>
                    <a:pt x="2707930" y="411198"/>
                  </a:lnTo>
                  <a:lnTo>
                    <a:pt x="2709001" y="410738"/>
                  </a:lnTo>
                  <a:lnTo>
                    <a:pt x="2710073" y="410279"/>
                  </a:lnTo>
                  <a:lnTo>
                    <a:pt x="2711144" y="409822"/>
                  </a:lnTo>
                  <a:lnTo>
                    <a:pt x="2712216" y="409365"/>
                  </a:lnTo>
                  <a:lnTo>
                    <a:pt x="2713288" y="408909"/>
                  </a:lnTo>
                  <a:lnTo>
                    <a:pt x="2714359" y="408455"/>
                  </a:lnTo>
                  <a:lnTo>
                    <a:pt x="2715431" y="408001"/>
                  </a:lnTo>
                  <a:lnTo>
                    <a:pt x="2716502" y="407549"/>
                  </a:lnTo>
                  <a:lnTo>
                    <a:pt x="2717574" y="407098"/>
                  </a:lnTo>
                  <a:lnTo>
                    <a:pt x="2718646" y="406648"/>
                  </a:lnTo>
                  <a:lnTo>
                    <a:pt x="2719717" y="406198"/>
                  </a:lnTo>
                  <a:lnTo>
                    <a:pt x="2720789" y="405750"/>
                  </a:lnTo>
                  <a:lnTo>
                    <a:pt x="2721860" y="405303"/>
                  </a:lnTo>
                  <a:lnTo>
                    <a:pt x="2722932" y="404857"/>
                  </a:lnTo>
                  <a:lnTo>
                    <a:pt x="2724004" y="404413"/>
                  </a:lnTo>
                  <a:lnTo>
                    <a:pt x="2725075" y="403969"/>
                  </a:lnTo>
                  <a:lnTo>
                    <a:pt x="2726147" y="403526"/>
                  </a:lnTo>
                  <a:lnTo>
                    <a:pt x="2727218" y="403084"/>
                  </a:lnTo>
                  <a:lnTo>
                    <a:pt x="2728290" y="402644"/>
                  </a:lnTo>
                  <a:lnTo>
                    <a:pt x="2729362" y="402204"/>
                  </a:lnTo>
                  <a:lnTo>
                    <a:pt x="2730433" y="401765"/>
                  </a:lnTo>
                  <a:lnTo>
                    <a:pt x="2731505" y="401328"/>
                  </a:lnTo>
                  <a:lnTo>
                    <a:pt x="2732576" y="400891"/>
                  </a:lnTo>
                  <a:lnTo>
                    <a:pt x="2733648" y="400456"/>
                  </a:lnTo>
                  <a:lnTo>
                    <a:pt x="2734720" y="400021"/>
                  </a:lnTo>
                  <a:lnTo>
                    <a:pt x="2735791" y="399588"/>
                  </a:lnTo>
                  <a:lnTo>
                    <a:pt x="2736863" y="399156"/>
                  </a:lnTo>
                  <a:lnTo>
                    <a:pt x="2737934" y="398724"/>
                  </a:lnTo>
                  <a:lnTo>
                    <a:pt x="2739006" y="398294"/>
                  </a:lnTo>
                  <a:lnTo>
                    <a:pt x="2740078" y="397864"/>
                  </a:lnTo>
                  <a:lnTo>
                    <a:pt x="2741149" y="397436"/>
                  </a:lnTo>
                  <a:lnTo>
                    <a:pt x="2742221" y="397009"/>
                  </a:lnTo>
                  <a:lnTo>
                    <a:pt x="2743292" y="396582"/>
                  </a:lnTo>
                  <a:lnTo>
                    <a:pt x="2744364" y="396157"/>
                  </a:lnTo>
                  <a:lnTo>
                    <a:pt x="2745436" y="395732"/>
                  </a:lnTo>
                  <a:lnTo>
                    <a:pt x="2746507" y="395309"/>
                  </a:lnTo>
                  <a:lnTo>
                    <a:pt x="2747579" y="394886"/>
                  </a:lnTo>
                  <a:lnTo>
                    <a:pt x="2748650" y="394465"/>
                  </a:lnTo>
                  <a:lnTo>
                    <a:pt x="2749722" y="394045"/>
                  </a:lnTo>
                  <a:lnTo>
                    <a:pt x="2750794" y="393625"/>
                  </a:lnTo>
                  <a:lnTo>
                    <a:pt x="2751865" y="393206"/>
                  </a:lnTo>
                  <a:lnTo>
                    <a:pt x="2752937" y="392789"/>
                  </a:lnTo>
                  <a:lnTo>
                    <a:pt x="2754008" y="392372"/>
                  </a:lnTo>
                  <a:lnTo>
                    <a:pt x="2755080" y="391957"/>
                  </a:lnTo>
                  <a:lnTo>
                    <a:pt x="2756152" y="391542"/>
                  </a:lnTo>
                  <a:lnTo>
                    <a:pt x="2757223" y="391128"/>
                  </a:lnTo>
                  <a:lnTo>
                    <a:pt x="2758295" y="390715"/>
                  </a:lnTo>
                  <a:lnTo>
                    <a:pt x="2759366" y="390304"/>
                  </a:lnTo>
                  <a:lnTo>
                    <a:pt x="2760438" y="389893"/>
                  </a:lnTo>
                  <a:lnTo>
                    <a:pt x="2761510" y="389483"/>
                  </a:lnTo>
                  <a:lnTo>
                    <a:pt x="2762581" y="389074"/>
                  </a:lnTo>
                  <a:lnTo>
                    <a:pt x="2763653" y="388666"/>
                  </a:lnTo>
                  <a:lnTo>
                    <a:pt x="2764724" y="388258"/>
                  </a:lnTo>
                  <a:lnTo>
                    <a:pt x="2765796" y="387852"/>
                  </a:lnTo>
                  <a:lnTo>
                    <a:pt x="2766868" y="387447"/>
                  </a:lnTo>
                  <a:lnTo>
                    <a:pt x="2767939" y="387042"/>
                  </a:lnTo>
                  <a:lnTo>
                    <a:pt x="2769011" y="386639"/>
                  </a:lnTo>
                  <a:lnTo>
                    <a:pt x="2770082" y="386236"/>
                  </a:lnTo>
                  <a:lnTo>
                    <a:pt x="2771154" y="385834"/>
                  </a:lnTo>
                  <a:lnTo>
                    <a:pt x="2772226" y="385434"/>
                  </a:lnTo>
                  <a:lnTo>
                    <a:pt x="2773297" y="385034"/>
                  </a:lnTo>
                  <a:lnTo>
                    <a:pt x="2774369" y="384635"/>
                  </a:lnTo>
                  <a:lnTo>
                    <a:pt x="2775440" y="384237"/>
                  </a:lnTo>
                  <a:lnTo>
                    <a:pt x="2776512" y="383839"/>
                  </a:lnTo>
                  <a:lnTo>
                    <a:pt x="2777584" y="383443"/>
                  </a:lnTo>
                  <a:lnTo>
                    <a:pt x="2778655" y="383048"/>
                  </a:lnTo>
                  <a:lnTo>
                    <a:pt x="2779727" y="382653"/>
                  </a:lnTo>
                  <a:lnTo>
                    <a:pt x="2780798" y="382259"/>
                  </a:lnTo>
                  <a:lnTo>
                    <a:pt x="2781870" y="381866"/>
                  </a:lnTo>
                  <a:lnTo>
                    <a:pt x="2782942" y="381474"/>
                  </a:lnTo>
                  <a:lnTo>
                    <a:pt x="2784013" y="381083"/>
                  </a:lnTo>
                  <a:lnTo>
                    <a:pt x="2785085" y="380693"/>
                  </a:lnTo>
                  <a:lnTo>
                    <a:pt x="2786156" y="380304"/>
                  </a:lnTo>
                  <a:lnTo>
                    <a:pt x="2787228" y="379915"/>
                  </a:lnTo>
                  <a:lnTo>
                    <a:pt x="2788300" y="379527"/>
                  </a:lnTo>
                  <a:lnTo>
                    <a:pt x="2789371" y="379140"/>
                  </a:lnTo>
                  <a:lnTo>
                    <a:pt x="2790443" y="378754"/>
                  </a:lnTo>
                  <a:lnTo>
                    <a:pt x="2791514" y="378369"/>
                  </a:lnTo>
                  <a:lnTo>
                    <a:pt x="2792586" y="377985"/>
                  </a:lnTo>
                  <a:lnTo>
                    <a:pt x="2793658" y="377601"/>
                  </a:lnTo>
                  <a:lnTo>
                    <a:pt x="2794729" y="377219"/>
                  </a:lnTo>
                  <a:lnTo>
                    <a:pt x="2795801" y="376837"/>
                  </a:lnTo>
                  <a:lnTo>
                    <a:pt x="2796872" y="376456"/>
                  </a:lnTo>
                  <a:lnTo>
                    <a:pt x="2797944" y="376075"/>
                  </a:lnTo>
                  <a:lnTo>
                    <a:pt x="2799016" y="375696"/>
                  </a:lnTo>
                  <a:lnTo>
                    <a:pt x="2800087" y="375317"/>
                  </a:lnTo>
                  <a:lnTo>
                    <a:pt x="2801159" y="374939"/>
                  </a:lnTo>
                  <a:lnTo>
                    <a:pt x="2802230" y="374562"/>
                  </a:lnTo>
                  <a:lnTo>
                    <a:pt x="2803302" y="374186"/>
                  </a:lnTo>
                  <a:lnTo>
                    <a:pt x="2804374" y="373811"/>
                  </a:lnTo>
                  <a:lnTo>
                    <a:pt x="2805445" y="373436"/>
                  </a:lnTo>
                  <a:lnTo>
                    <a:pt x="2806517" y="373062"/>
                  </a:lnTo>
                  <a:lnTo>
                    <a:pt x="2807588" y="372689"/>
                  </a:lnTo>
                  <a:lnTo>
                    <a:pt x="2808660" y="372317"/>
                  </a:lnTo>
                  <a:lnTo>
                    <a:pt x="2809732" y="371945"/>
                  </a:lnTo>
                  <a:lnTo>
                    <a:pt x="2810803" y="371574"/>
                  </a:lnTo>
                  <a:lnTo>
                    <a:pt x="2811875" y="371204"/>
                  </a:lnTo>
                  <a:lnTo>
                    <a:pt x="2812946" y="370835"/>
                  </a:lnTo>
                  <a:lnTo>
                    <a:pt x="2814018" y="370466"/>
                  </a:lnTo>
                  <a:lnTo>
                    <a:pt x="2815090" y="370099"/>
                  </a:lnTo>
                  <a:lnTo>
                    <a:pt x="2816161" y="369732"/>
                  </a:lnTo>
                  <a:lnTo>
                    <a:pt x="2817233" y="369365"/>
                  </a:lnTo>
                  <a:lnTo>
                    <a:pt x="2818304" y="369000"/>
                  </a:lnTo>
                  <a:lnTo>
                    <a:pt x="2819376" y="368635"/>
                  </a:lnTo>
                  <a:lnTo>
                    <a:pt x="2820448" y="368271"/>
                  </a:lnTo>
                  <a:lnTo>
                    <a:pt x="2821519" y="367908"/>
                  </a:lnTo>
                  <a:lnTo>
                    <a:pt x="2822591" y="367545"/>
                  </a:lnTo>
                  <a:lnTo>
                    <a:pt x="2823662" y="367183"/>
                  </a:lnTo>
                  <a:lnTo>
                    <a:pt x="2824734" y="366822"/>
                  </a:lnTo>
                  <a:lnTo>
                    <a:pt x="2825806" y="366462"/>
                  </a:lnTo>
                  <a:lnTo>
                    <a:pt x="2826877" y="366102"/>
                  </a:lnTo>
                  <a:lnTo>
                    <a:pt x="2827949" y="365743"/>
                  </a:lnTo>
                  <a:lnTo>
                    <a:pt x="2829020" y="365385"/>
                  </a:lnTo>
                  <a:lnTo>
                    <a:pt x="2830092" y="365027"/>
                  </a:lnTo>
                  <a:lnTo>
                    <a:pt x="2831164" y="364670"/>
                  </a:lnTo>
                  <a:lnTo>
                    <a:pt x="2832235" y="364314"/>
                  </a:lnTo>
                  <a:lnTo>
                    <a:pt x="2833307" y="363959"/>
                  </a:lnTo>
                  <a:lnTo>
                    <a:pt x="2834378" y="363604"/>
                  </a:lnTo>
                  <a:lnTo>
                    <a:pt x="2835450" y="363250"/>
                  </a:lnTo>
                  <a:lnTo>
                    <a:pt x="2836522" y="362896"/>
                  </a:lnTo>
                  <a:lnTo>
                    <a:pt x="2837593" y="362543"/>
                  </a:lnTo>
                  <a:lnTo>
                    <a:pt x="2838665" y="362191"/>
                  </a:lnTo>
                  <a:lnTo>
                    <a:pt x="2839736" y="361840"/>
                  </a:lnTo>
                  <a:lnTo>
                    <a:pt x="2840808" y="361489"/>
                  </a:lnTo>
                  <a:lnTo>
                    <a:pt x="2841879" y="361139"/>
                  </a:lnTo>
                  <a:lnTo>
                    <a:pt x="2842951" y="360789"/>
                  </a:lnTo>
                  <a:lnTo>
                    <a:pt x="2844023" y="360441"/>
                  </a:lnTo>
                  <a:lnTo>
                    <a:pt x="2845094" y="360092"/>
                  </a:lnTo>
                  <a:lnTo>
                    <a:pt x="2846166" y="359745"/>
                  </a:lnTo>
                  <a:lnTo>
                    <a:pt x="2847237" y="359398"/>
                  </a:lnTo>
                  <a:lnTo>
                    <a:pt x="2848309" y="359052"/>
                  </a:lnTo>
                  <a:lnTo>
                    <a:pt x="2849381" y="358706"/>
                  </a:lnTo>
                  <a:lnTo>
                    <a:pt x="2850452" y="358361"/>
                  </a:lnTo>
                  <a:lnTo>
                    <a:pt x="2851524" y="358017"/>
                  </a:lnTo>
                  <a:lnTo>
                    <a:pt x="2852595" y="357673"/>
                  </a:lnTo>
                  <a:lnTo>
                    <a:pt x="2853667" y="357330"/>
                  </a:lnTo>
                  <a:lnTo>
                    <a:pt x="2854739" y="356987"/>
                  </a:lnTo>
                  <a:lnTo>
                    <a:pt x="2855810" y="356646"/>
                  </a:lnTo>
                  <a:lnTo>
                    <a:pt x="2856882" y="356304"/>
                  </a:lnTo>
                  <a:lnTo>
                    <a:pt x="2857953" y="355964"/>
                  </a:lnTo>
                  <a:lnTo>
                    <a:pt x="2859025" y="355624"/>
                  </a:lnTo>
                  <a:lnTo>
                    <a:pt x="2860097" y="355284"/>
                  </a:lnTo>
                  <a:lnTo>
                    <a:pt x="2861168" y="354945"/>
                  </a:lnTo>
                  <a:lnTo>
                    <a:pt x="2862240" y="354607"/>
                  </a:lnTo>
                  <a:lnTo>
                    <a:pt x="2863311" y="354269"/>
                  </a:lnTo>
                  <a:lnTo>
                    <a:pt x="2864383" y="353932"/>
                  </a:lnTo>
                  <a:lnTo>
                    <a:pt x="2865455" y="353595"/>
                  </a:lnTo>
                  <a:lnTo>
                    <a:pt x="2866526" y="353259"/>
                  </a:lnTo>
                  <a:lnTo>
                    <a:pt x="2867598" y="352924"/>
                  </a:lnTo>
                  <a:lnTo>
                    <a:pt x="2868669" y="352589"/>
                  </a:lnTo>
                  <a:lnTo>
                    <a:pt x="2869741" y="352255"/>
                  </a:lnTo>
                  <a:lnTo>
                    <a:pt x="2870813" y="351921"/>
                  </a:lnTo>
                  <a:lnTo>
                    <a:pt x="2871884" y="351588"/>
                  </a:lnTo>
                  <a:lnTo>
                    <a:pt x="2872956" y="351255"/>
                  </a:lnTo>
                  <a:lnTo>
                    <a:pt x="2874027" y="350923"/>
                  </a:lnTo>
                  <a:lnTo>
                    <a:pt x="2875099" y="350591"/>
                  </a:lnTo>
                  <a:lnTo>
                    <a:pt x="2876171" y="350260"/>
                  </a:lnTo>
                  <a:lnTo>
                    <a:pt x="2877242" y="349930"/>
                  </a:lnTo>
                  <a:lnTo>
                    <a:pt x="2878314" y="349600"/>
                  </a:lnTo>
                  <a:lnTo>
                    <a:pt x="2879385" y="349271"/>
                  </a:lnTo>
                  <a:lnTo>
                    <a:pt x="2880457" y="348942"/>
                  </a:lnTo>
                  <a:lnTo>
                    <a:pt x="2881529" y="348613"/>
                  </a:lnTo>
                  <a:lnTo>
                    <a:pt x="2882600" y="348285"/>
                  </a:lnTo>
                  <a:lnTo>
                    <a:pt x="2883672" y="347958"/>
                  </a:lnTo>
                  <a:lnTo>
                    <a:pt x="2884743" y="347631"/>
                  </a:lnTo>
                  <a:lnTo>
                    <a:pt x="2885815" y="347305"/>
                  </a:lnTo>
                  <a:lnTo>
                    <a:pt x="2886887" y="346979"/>
                  </a:lnTo>
                  <a:lnTo>
                    <a:pt x="2887958" y="346653"/>
                  </a:lnTo>
                  <a:lnTo>
                    <a:pt x="2889030" y="346329"/>
                  </a:lnTo>
                  <a:lnTo>
                    <a:pt x="2890101" y="346004"/>
                  </a:lnTo>
                  <a:lnTo>
                    <a:pt x="2891173" y="345680"/>
                  </a:lnTo>
                  <a:lnTo>
                    <a:pt x="2892245" y="345357"/>
                  </a:lnTo>
                  <a:lnTo>
                    <a:pt x="2893316" y="345034"/>
                  </a:lnTo>
                  <a:lnTo>
                    <a:pt x="2894388" y="344711"/>
                  </a:lnTo>
                  <a:lnTo>
                    <a:pt x="2895459" y="344389"/>
                  </a:lnTo>
                  <a:lnTo>
                    <a:pt x="2896531" y="344068"/>
                  </a:lnTo>
                  <a:lnTo>
                    <a:pt x="2897603" y="343747"/>
                  </a:lnTo>
                  <a:lnTo>
                    <a:pt x="2898674" y="343426"/>
                  </a:lnTo>
                  <a:lnTo>
                    <a:pt x="2899746" y="343106"/>
                  </a:lnTo>
                  <a:lnTo>
                    <a:pt x="2900817" y="342786"/>
                  </a:lnTo>
                  <a:lnTo>
                    <a:pt x="2901889" y="342467"/>
                  </a:lnTo>
                  <a:lnTo>
                    <a:pt x="2902961" y="342148"/>
                  </a:lnTo>
                  <a:lnTo>
                    <a:pt x="2904032" y="341830"/>
                  </a:lnTo>
                  <a:lnTo>
                    <a:pt x="2905104" y="341512"/>
                  </a:lnTo>
                  <a:lnTo>
                    <a:pt x="2906175" y="341194"/>
                  </a:lnTo>
                  <a:lnTo>
                    <a:pt x="2907247" y="340877"/>
                  </a:lnTo>
                  <a:lnTo>
                    <a:pt x="2908319" y="340560"/>
                  </a:lnTo>
                  <a:lnTo>
                    <a:pt x="2909390" y="340244"/>
                  </a:lnTo>
                  <a:lnTo>
                    <a:pt x="2910462" y="339928"/>
                  </a:lnTo>
                  <a:lnTo>
                    <a:pt x="2911533" y="339613"/>
                  </a:lnTo>
                  <a:lnTo>
                    <a:pt x="2912605" y="339298"/>
                  </a:lnTo>
                  <a:lnTo>
                    <a:pt x="2913677" y="338983"/>
                  </a:lnTo>
                  <a:lnTo>
                    <a:pt x="2914748" y="338669"/>
                  </a:lnTo>
                  <a:lnTo>
                    <a:pt x="2915820" y="338355"/>
                  </a:lnTo>
                  <a:lnTo>
                    <a:pt x="2916891" y="338042"/>
                  </a:lnTo>
                  <a:lnTo>
                    <a:pt x="2917963" y="337729"/>
                  </a:lnTo>
                  <a:lnTo>
                    <a:pt x="2919035" y="337416"/>
                  </a:lnTo>
                  <a:lnTo>
                    <a:pt x="2920106" y="337104"/>
                  </a:lnTo>
                  <a:lnTo>
                    <a:pt x="2921178" y="336792"/>
                  </a:lnTo>
                  <a:lnTo>
                    <a:pt x="2922249" y="336480"/>
                  </a:lnTo>
                  <a:lnTo>
                    <a:pt x="2923321" y="336169"/>
                  </a:lnTo>
                  <a:lnTo>
                    <a:pt x="2924393" y="335858"/>
                  </a:lnTo>
                  <a:lnTo>
                    <a:pt x="2925464" y="335548"/>
                  </a:lnTo>
                  <a:lnTo>
                    <a:pt x="2926536" y="335238"/>
                  </a:lnTo>
                  <a:lnTo>
                    <a:pt x="2927607" y="334928"/>
                  </a:lnTo>
                  <a:lnTo>
                    <a:pt x="2928679" y="334618"/>
                  </a:lnTo>
                  <a:lnTo>
                    <a:pt x="2929751" y="334309"/>
                  </a:lnTo>
                  <a:lnTo>
                    <a:pt x="2930822" y="334001"/>
                  </a:lnTo>
                  <a:lnTo>
                    <a:pt x="2931894" y="333692"/>
                  </a:lnTo>
                  <a:lnTo>
                    <a:pt x="2932965" y="333384"/>
                  </a:lnTo>
                  <a:lnTo>
                    <a:pt x="2934037" y="333077"/>
                  </a:lnTo>
                  <a:lnTo>
                    <a:pt x="2935109" y="332769"/>
                  </a:lnTo>
                  <a:lnTo>
                    <a:pt x="2936180" y="332462"/>
                  </a:lnTo>
                  <a:lnTo>
                    <a:pt x="2937252" y="332155"/>
                  </a:lnTo>
                  <a:lnTo>
                    <a:pt x="2938323" y="331849"/>
                  </a:lnTo>
                  <a:lnTo>
                    <a:pt x="2939395" y="331543"/>
                  </a:lnTo>
                  <a:lnTo>
                    <a:pt x="2940467" y="331237"/>
                  </a:lnTo>
                  <a:lnTo>
                    <a:pt x="2941538" y="330931"/>
                  </a:lnTo>
                  <a:lnTo>
                    <a:pt x="2942610" y="330626"/>
                  </a:lnTo>
                  <a:lnTo>
                    <a:pt x="2943681" y="330321"/>
                  </a:lnTo>
                  <a:lnTo>
                    <a:pt x="2944753" y="330017"/>
                  </a:lnTo>
                  <a:lnTo>
                    <a:pt x="2945825" y="329712"/>
                  </a:lnTo>
                  <a:lnTo>
                    <a:pt x="2946896" y="329408"/>
                  </a:lnTo>
                  <a:lnTo>
                    <a:pt x="2947968" y="329105"/>
                  </a:lnTo>
                  <a:lnTo>
                    <a:pt x="2949039" y="328801"/>
                  </a:lnTo>
                  <a:lnTo>
                    <a:pt x="2950111" y="328498"/>
                  </a:lnTo>
                  <a:lnTo>
                    <a:pt x="2951183" y="328195"/>
                  </a:lnTo>
                  <a:lnTo>
                    <a:pt x="2952254" y="327892"/>
                  </a:lnTo>
                  <a:lnTo>
                    <a:pt x="2953326" y="327590"/>
                  </a:lnTo>
                  <a:lnTo>
                    <a:pt x="2954397" y="327288"/>
                  </a:lnTo>
                  <a:lnTo>
                    <a:pt x="2955469" y="326986"/>
                  </a:lnTo>
                  <a:lnTo>
                    <a:pt x="2956541" y="326684"/>
                  </a:lnTo>
                  <a:lnTo>
                    <a:pt x="2957612" y="326383"/>
                  </a:lnTo>
                  <a:lnTo>
                    <a:pt x="2958684" y="326081"/>
                  </a:lnTo>
                  <a:lnTo>
                    <a:pt x="2959755" y="325781"/>
                  </a:lnTo>
                  <a:lnTo>
                    <a:pt x="2960827" y="325480"/>
                  </a:lnTo>
                  <a:lnTo>
                    <a:pt x="2961899" y="325179"/>
                  </a:lnTo>
                  <a:lnTo>
                    <a:pt x="2962970" y="324879"/>
                  </a:lnTo>
                  <a:lnTo>
                    <a:pt x="2964042" y="324579"/>
                  </a:lnTo>
                  <a:lnTo>
                    <a:pt x="2965113" y="324279"/>
                  </a:lnTo>
                  <a:lnTo>
                    <a:pt x="2966185" y="323980"/>
                  </a:lnTo>
                  <a:lnTo>
                    <a:pt x="2967257" y="323680"/>
                  </a:lnTo>
                  <a:lnTo>
                    <a:pt x="2968328" y="323381"/>
                  </a:lnTo>
                  <a:lnTo>
                    <a:pt x="2969400" y="323082"/>
                  </a:lnTo>
                  <a:lnTo>
                    <a:pt x="2970471" y="322783"/>
                  </a:lnTo>
                  <a:lnTo>
                    <a:pt x="2971543" y="322485"/>
                  </a:lnTo>
                  <a:lnTo>
                    <a:pt x="2972615" y="322187"/>
                  </a:lnTo>
                  <a:lnTo>
                    <a:pt x="2973686" y="321888"/>
                  </a:lnTo>
                  <a:lnTo>
                    <a:pt x="2974758" y="321590"/>
                  </a:lnTo>
                  <a:lnTo>
                    <a:pt x="2975829" y="321293"/>
                  </a:lnTo>
                  <a:lnTo>
                    <a:pt x="2976901" y="320995"/>
                  </a:lnTo>
                  <a:lnTo>
                    <a:pt x="2977973" y="320697"/>
                  </a:lnTo>
                  <a:lnTo>
                    <a:pt x="2979044" y="320400"/>
                  </a:lnTo>
                  <a:lnTo>
                    <a:pt x="2980116" y="320103"/>
                  </a:lnTo>
                  <a:lnTo>
                    <a:pt x="2981187" y="319806"/>
                  </a:lnTo>
                  <a:lnTo>
                    <a:pt x="2982259" y="319509"/>
                  </a:lnTo>
                  <a:lnTo>
                    <a:pt x="2983331" y="319213"/>
                  </a:lnTo>
                  <a:lnTo>
                    <a:pt x="2984402" y="318916"/>
                  </a:lnTo>
                  <a:lnTo>
                    <a:pt x="2985474" y="318620"/>
                  </a:lnTo>
                  <a:lnTo>
                    <a:pt x="2986545" y="318324"/>
                  </a:lnTo>
                  <a:lnTo>
                    <a:pt x="2987617" y="318028"/>
                  </a:lnTo>
                  <a:lnTo>
                    <a:pt x="2988689" y="317732"/>
                  </a:lnTo>
                  <a:lnTo>
                    <a:pt x="2989760" y="317436"/>
                  </a:lnTo>
                  <a:lnTo>
                    <a:pt x="2990832" y="317140"/>
                  </a:lnTo>
                  <a:lnTo>
                    <a:pt x="2991903" y="316845"/>
                  </a:lnTo>
                  <a:lnTo>
                    <a:pt x="2992975" y="316549"/>
                  </a:lnTo>
                  <a:lnTo>
                    <a:pt x="2994047" y="316254"/>
                  </a:lnTo>
                  <a:lnTo>
                    <a:pt x="2995118" y="315959"/>
                  </a:lnTo>
                  <a:lnTo>
                    <a:pt x="2996190" y="315664"/>
                  </a:lnTo>
                  <a:lnTo>
                    <a:pt x="2997261" y="315369"/>
                  </a:lnTo>
                  <a:lnTo>
                    <a:pt x="2998333" y="315074"/>
                  </a:lnTo>
                  <a:lnTo>
                    <a:pt x="2999405" y="314779"/>
                  </a:lnTo>
                  <a:lnTo>
                    <a:pt x="3000476" y="314484"/>
                  </a:lnTo>
                  <a:lnTo>
                    <a:pt x="3001548" y="314190"/>
                  </a:lnTo>
                  <a:lnTo>
                    <a:pt x="3002619" y="313895"/>
                  </a:lnTo>
                  <a:lnTo>
                    <a:pt x="3003691" y="313601"/>
                  </a:lnTo>
                  <a:lnTo>
                    <a:pt x="3004763" y="313307"/>
                  </a:lnTo>
                  <a:lnTo>
                    <a:pt x="3005834" y="313012"/>
                  </a:lnTo>
                  <a:lnTo>
                    <a:pt x="3006906" y="312718"/>
                  </a:lnTo>
                  <a:lnTo>
                    <a:pt x="3007977" y="312424"/>
                  </a:lnTo>
                  <a:lnTo>
                    <a:pt x="3009049" y="312130"/>
                  </a:lnTo>
                  <a:lnTo>
                    <a:pt x="3010121" y="311836"/>
                  </a:lnTo>
                  <a:lnTo>
                    <a:pt x="3011192" y="311542"/>
                  </a:lnTo>
                  <a:lnTo>
                    <a:pt x="3012264" y="311248"/>
                  </a:lnTo>
                  <a:lnTo>
                    <a:pt x="3013335" y="310955"/>
                  </a:lnTo>
                  <a:lnTo>
                    <a:pt x="3014407" y="310661"/>
                  </a:lnTo>
                  <a:lnTo>
                    <a:pt x="3015479" y="310367"/>
                  </a:lnTo>
                  <a:lnTo>
                    <a:pt x="3016550" y="310074"/>
                  </a:lnTo>
                  <a:lnTo>
                    <a:pt x="3017622" y="309780"/>
                  </a:lnTo>
                  <a:lnTo>
                    <a:pt x="3018693" y="309486"/>
                  </a:lnTo>
                  <a:lnTo>
                    <a:pt x="3019765" y="309193"/>
                  </a:lnTo>
                  <a:lnTo>
                    <a:pt x="3020836" y="308899"/>
                  </a:lnTo>
                  <a:lnTo>
                    <a:pt x="3021908" y="308606"/>
                  </a:lnTo>
                  <a:lnTo>
                    <a:pt x="3022980" y="308312"/>
                  </a:lnTo>
                  <a:lnTo>
                    <a:pt x="3024051" y="308019"/>
                  </a:lnTo>
                  <a:lnTo>
                    <a:pt x="3025123" y="307725"/>
                  </a:lnTo>
                  <a:lnTo>
                    <a:pt x="3026194" y="307432"/>
                  </a:lnTo>
                  <a:lnTo>
                    <a:pt x="3027266" y="307138"/>
                  </a:lnTo>
                  <a:lnTo>
                    <a:pt x="3028338" y="306845"/>
                  </a:lnTo>
                  <a:lnTo>
                    <a:pt x="3029409" y="306551"/>
                  </a:lnTo>
                  <a:lnTo>
                    <a:pt x="3030481" y="306258"/>
                  </a:lnTo>
                  <a:lnTo>
                    <a:pt x="3031552" y="305964"/>
                  </a:lnTo>
                  <a:lnTo>
                    <a:pt x="3032624" y="305671"/>
                  </a:lnTo>
                  <a:lnTo>
                    <a:pt x="3033696" y="305377"/>
                  </a:lnTo>
                  <a:lnTo>
                    <a:pt x="3034767" y="305084"/>
                  </a:lnTo>
                  <a:lnTo>
                    <a:pt x="3035839" y="304790"/>
                  </a:lnTo>
                  <a:lnTo>
                    <a:pt x="3036910" y="304497"/>
                  </a:lnTo>
                  <a:lnTo>
                    <a:pt x="3037982" y="304203"/>
                  </a:lnTo>
                  <a:lnTo>
                    <a:pt x="3039054" y="303910"/>
                  </a:lnTo>
                  <a:lnTo>
                    <a:pt x="3040125" y="303616"/>
                  </a:lnTo>
                  <a:lnTo>
                    <a:pt x="3041197" y="303322"/>
                  </a:lnTo>
                  <a:lnTo>
                    <a:pt x="3042268" y="303028"/>
                  </a:lnTo>
                  <a:lnTo>
                    <a:pt x="3043340" y="302735"/>
                  </a:lnTo>
                  <a:lnTo>
                    <a:pt x="3044412" y="302441"/>
                  </a:lnTo>
                  <a:lnTo>
                    <a:pt x="3045483" y="302147"/>
                  </a:lnTo>
                  <a:lnTo>
                    <a:pt x="3046555" y="301853"/>
                  </a:lnTo>
                  <a:lnTo>
                    <a:pt x="3047626" y="301559"/>
                  </a:lnTo>
                  <a:lnTo>
                    <a:pt x="3048698" y="301265"/>
                  </a:lnTo>
                  <a:lnTo>
                    <a:pt x="3049770" y="300970"/>
                  </a:lnTo>
                  <a:lnTo>
                    <a:pt x="3050841" y="300676"/>
                  </a:lnTo>
                  <a:lnTo>
                    <a:pt x="3051913" y="300382"/>
                  </a:lnTo>
                  <a:lnTo>
                    <a:pt x="3052984" y="300087"/>
                  </a:lnTo>
                  <a:lnTo>
                    <a:pt x="3054056" y="299793"/>
                  </a:lnTo>
                  <a:lnTo>
                    <a:pt x="3055128" y="299498"/>
                  </a:lnTo>
                  <a:lnTo>
                    <a:pt x="3056199" y="299203"/>
                  </a:lnTo>
                  <a:lnTo>
                    <a:pt x="3057271" y="298909"/>
                  </a:lnTo>
                  <a:lnTo>
                    <a:pt x="3058342" y="298614"/>
                  </a:lnTo>
                  <a:lnTo>
                    <a:pt x="3059414" y="298319"/>
                  </a:lnTo>
                  <a:lnTo>
                    <a:pt x="3060486" y="298024"/>
                  </a:lnTo>
                  <a:lnTo>
                    <a:pt x="3061557" y="297728"/>
                  </a:lnTo>
                  <a:lnTo>
                    <a:pt x="3062629" y="297433"/>
                  </a:lnTo>
                  <a:lnTo>
                    <a:pt x="3063700" y="297138"/>
                  </a:lnTo>
                  <a:lnTo>
                    <a:pt x="3064772" y="296842"/>
                  </a:lnTo>
                  <a:lnTo>
                    <a:pt x="3065844" y="296546"/>
                  </a:lnTo>
                  <a:lnTo>
                    <a:pt x="3066915" y="296251"/>
                  </a:lnTo>
                  <a:lnTo>
                    <a:pt x="3067987" y="295955"/>
                  </a:lnTo>
                  <a:lnTo>
                    <a:pt x="3069058" y="295659"/>
                  </a:lnTo>
                  <a:lnTo>
                    <a:pt x="3070130" y="295362"/>
                  </a:lnTo>
                  <a:lnTo>
                    <a:pt x="3071202" y="295066"/>
                  </a:lnTo>
                  <a:lnTo>
                    <a:pt x="3072273" y="294770"/>
                  </a:lnTo>
                  <a:lnTo>
                    <a:pt x="3073345" y="294473"/>
                  </a:lnTo>
                  <a:lnTo>
                    <a:pt x="3074416" y="294176"/>
                  </a:lnTo>
                  <a:lnTo>
                    <a:pt x="3075488" y="293879"/>
                  </a:lnTo>
                  <a:lnTo>
                    <a:pt x="3076560" y="293582"/>
                  </a:lnTo>
                  <a:lnTo>
                    <a:pt x="3077631" y="293285"/>
                  </a:lnTo>
                  <a:lnTo>
                    <a:pt x="3078703" y="292987"/>
                  </a:lnTo>
                  <a:lnTo>
                    <a:pt x="3079774" y="292690"/>
                  </a:lnTo>
                  <a:lnTo>
                    <a:pt x="3080846" y="292392"/>
                  </a:lnTo>
                  <a:lnTo>
                    <a:pt x="3081918" y="292094"/>
                  </a:lnTo>
                  <a:lnTo>
                    <a:pt x="3082989" y="291796"/>
                  </a:lnTo>
                  <a:lnTo>
                    <a:pt x="3084061" y="291498"/>
                  </a:lnTo>
                  <a:lnTo>
                    <a:pt x="3085132" y="291199"/>
                  </a:lnTo>
                  <a:lnTo>
                    <a:pt x="3086204" y="290900"/>
                  </a:lnTo>
                  <a:lnTo>
                    <a:pt x="3087276" y="290601"/>
                  </a:lnTo>
                  <a:lnTo>
                    <a:pt x="3088347" y="290302"/>
                  </a:lnTo>
                  <a:lnTo>
                    <a:pt x="3089419" y="290003"/>
                  </a:lnTo>
                  <a:lnTo>
                    <a:pt x="3090490" y="289704"/>
                  </a:lnTo>
                  <a:lnTo>
                    <a:pt x="3091562" y="289404"/>
                  </a:lnTo>
                  <a:lnTo>
                    <a:pt x="3092634" y="289104"/>
                  </a:lnTo>
                  <a:lnTo>
                    <a:pt x="3093705" y="288804"/>
                  </a:lnTo>
                  <a:lnTo>
                    <a:pt x="3094777" y="288504"/>
                  </a:lnTo>
                  <a:lnTo>
                    <a:pt x="3095848" y="288203"/>
                  </a:lnTo>
                  <a:lnTo>
                    <a:pt x="3096920" y="287902"/>
                  </a:lnTo>
                  <a:lnTo>
                    <a:pt x="3097992" y="287601"/>
                  </a:lnTo>
                  <a:lnTo>
                    <a:pt x="3099063" y="287300"/>
                  </a:lnTo>
                  <a:lnTo>
                    <a:pt x="3100135" y="286999"/>
                  </a:lnTo>
                  <a:lnTo>
                    <a:pt x="3101206" y="286697"/>
                  </a:lnTo>
                  <a:lnTo>
                    <a:pt x="3102278" y="286395"/>
                  </a:lnTo>
                  <a:lnTo>
                    <a:pt x="3103350" y="286093"/>
                  </a:lnTo>
                  <a:lnTo>
                    <a:pt x="3104421" y="285790"/>
                  </a:lnTo>
                  <a:lnTo>
                    <a:pt x="3105493" y="285488"/>
                  </a:lnTo>
                  <a:lnTo>
                    <a:pt x="3106564" y="285185"/>
                  </a:lnTo>
                  <a:lnTo>
                    <a:pt x="3107636" y="284881"/>
                  </a:lnTo>
                  <a:lnTo>
                    <a:pt x="3108708" y="284578"/>
                  </a:lnTo>
                  <a:lnTo>
                    <a:pt x="3109779" y="284274"/>
                  </a:lnTo>
                  <a:lnTo>
                    <a:pt x="3110851" y="283970"/>
                  </a:lnTo>
                  <a:lnTo>
                    <a:pt x="3111922" y="283666"/>
                  </a:lnTo>
                  <a:lnTo>
                    <a:pt x="3112994" y="283362"/>
                  </a:lnTo>
                  <a:lnTo>
                    <a:pt x="3114066" y="283057"/>
                  </a:lnTo>
                  <a:lnTo>
                    <a:pt x="3115137" y="282752"/>
                  </a:lnTo>
                  <a:lnTo>
                    <a:pt x="3116209" y="282446"/>
                  </a:lnTo>
                  <a:lnTo>
                    <a:pt x="3117280" y="282141"/>
                  </a:lnTo>
                  <a:lnTo>
                    <a:pt x="3118352" y="281835"/>
                  </a:lnTo>
                  <a:lnTo>
                    <a:pt x="3119424" y="281528"/>
                  </a:lnTo>
                  <a:lnTo>
                    <a:pt x="3120495" y="281222"/>
                  </a:lnTo>
                  <a:lnTo>
                    <a:pt x="3121567" y="280915"/>
                  </a:lnTo>
                  <a:lnTo>
                    <a:pt x="3122638" y="280608"/>
                  </a:lnTo>
                  <a:lnTo>
                    <a:pt x="3123710" y="280301"/>
                  </a:lnTo>
                  <a:lnTo>
                    <a:pt x="3124782" y="279993"/>
                  </a:lnTo>
                  <a:lnTo>
                    <a:pt x="3125853" y="279685"/>
                  </a:lnTo>
                  <a:lnTo>
                    <a:pt x="3126925" y="279376"/>
                  </a:lnTo>
                  <a:lnTo>
                    <a:pt x="3127996" y="279068"/>
                  </a:lnTo>
                  <a:lnTo>
                    <a:pt x="3129068" y="278759"/>
                  </a:lnTo>
                  <a:lnTo>
                    <a:pt x="3130140" y="278449"/>
                  </a:lnTo>
                  <a:lnTo>
                    <a:pt x="3131211" y="278140"/>
                  </a:lnTo>
                  <a:lnTo>
                    <a:pt x="3132283" y="277830"/>
                  </a:lnTo>
                  <a:lnTo>
                    <a:pt x="3133354" y="277519"/>
                  </a:lnTo>
                  <a:lnTo>
                    <a:pt x="3134426" y="277209"/>
                  </a:lnTo>
                  <a:lnTo>
                    <a:pt x="3135498" y="276898"/>
                  </a:lnTo>
                  <a:lnTo>
                    <a:pt x="3136569" y="276586"/>
                  </a:lnTo>
                  <a:lnTo>
                    <a:pt x="3137641" y="276275"/>
                  </a:lnTo>
                  <a:lnTo>
                    <a:pt x="3138712" y="275963"/>
                  </a:lnTo>
                  <a:lnTo>
                    <a:pt x="3139784" y="275650"/>
                  </a:lnTo>
                  <a:lnTo>
                    <a:pt x="3140856" y="275338"/>
                  </a:lnTo>
                  <a:lnTo>
                    <a:pt x="3141927" y="275025"/>
                  </a:lnTo>
                  <a:lnTo>
                    <a:pt x="3142999" y="274711"/>
                  </a:lnTo>
                  <a:lnTo>
                    <a:pt x="3144070" y="274397"/>
                  </a:lnTo>
                  <a:lnTo>
                    <a:pt x="3145142" y="274083"/>
                  </a:lnTo>
                  <a:lnTo>
                    <a:pt x="3146214" y="273769"/>
                  </a:lnTo>
                  <a:lnTo>
                    <a:pt x="3147285" y="273454"/>
                  </a:lnTo>
                  <a:lnTo>
                    <a:pt x="3148357" y="273139"/>
                  </a:lnTo>
                  <a:lnTo>
                    <a:pt x="3149428" y="272824"/>
                  </a:lnTo>
                  <a:lnTo>
                    <a:pt x="3150500" y="272508"/>
                  </a:lnTo>
                  <a:lnTo>
                    <a:pt x="3151572" y="272192"/>
                  </a:lnTo>
                  <a:lnTo>
                    <a:pt x="3152643" y="271876"/>
                  </a:lnTo>
                  <a:lnTo>
                    <a:pt x="3153715" y="271559"/>
                  </a:lnTo>
                  <a:lnTo>
                    <a:pt x="3154786" y="271242"/>
                  </a:lnTo>
                  <a:lnTo>
                    <a:pt x="3155858" y="270925"/>
                  </a:lnTo>
                  <a:lnTo>
                    <a:pt x="3156930" y="270607"/>
                  </a:lnTo>
                  <a:lnTo>
                    <a:pt x="3158001" y="270289"/>
                  </a:lnTo>
                  <a:lnTo>
                    <a:pt x="3159073" y="269970"/>
                  </a:lnTo>
                  <a:lnTo>
                    <a:pt x="3160144" y="269652"/>
                  </a:lnTo>
                  <a:lnTo>
                    <a:pt x="3161216" y="269332"/>
                  </a:lnTo>
                  <a:lnTo>
                    <a:pt x="3162288" y="269013"/>
                  </a:lnTo>
                  <a:lnTo>
                    <a:pt x="3163359" y="268693"/>
                  </a:lnTo>
                  <a:lnTo>
                    <a:pt x="3164431" y="268373"/>
                  </a:lnTo>
                  <a:lnTo>
                    <a:pt x="3165502" y="268053"/>
                  </a:lnTo>
                  <a:lnTo>
                    <a:pt x="3166574" y="267732"/>
                  </a:lnTo>
                  <a:lnTo>
                    <a:pt x="3167646" y="267411"/>
                  </a:lnTo>
                  <a:lnTo>
                    <a:pt x="3168717" y="267089"/>
                  </a:lnTo>
                  <a:lnTo>
                    <a:pt x="3169789" y="266768"/>
                  </a:lnTo>
                  <a:lnTo>
                    <a:pt x="3170860" y="266446"/>
                  </a:lnTo>
                  <a:lnTo>
                    <a:pt x="3171932" y="266123"/>
                  </a:lnTo>
                  <a:lnTo>
                    <a:pt x="3173004" y="265800"/>
                  </a:lnTo>
                  <a:lnTo>
                    <a:pt x="3174075" y="265477"/>
                  </a:lnTo>
                  <a:lnTo>
                    <a:pt x="3175147" y="265154"/>
                  </a:lnTo>
                  <a:lnTo>
                    <a:pt x="3176218" y="264830"/>
                  </a:lnTo>
                  <a:lnTo>
                    <a:pt x="3177290" y="264506"/>
                  </a:lnTo>
                  <a:lnTo>
                    <a:pt x="3178362" y="264181"/>
                  </a:lnTo>
                  <a:lnTo>
                    <a:pt x="3179433" y="263857"/>
                  </a:lnTo>
                  <a:lnTo>
                    <a:pt x="3180505" y="263531"/>
                  </a:lnTo>
                  <a:lnTo>
                    <a:pt x="3181576" y="263206"/>
                  </a:lnTo>
                  <a:lnTo>
                    <a:pt x="3182648" y="262880"/>
                  </a:lnTo>
                  <a:lnTo>
                    <a:pt x="3183720" y="262554"/>
                  </a:lnTo>
                  <a:lnTo>
                    <a:pt x="3184791" y="262228"/>
                  </a:lnTo>
                  <a:lnTo>
                    <a:pt x="3185863" y="261901"/>
                  </a:lnTo>
                  <a:lnTo>
                    <a:pt x="3186934" y="261574"/>
                  </a:lnTo>
                  <a:lnTo>
                    <a:pt x="3188006" y="261246"/>
                  </a:lnTo>
                  <a:lnTo>
                    <a:pt x="3189078" y="260919"/>
                  </a:lnTo>
                  <a:lnTo>
                    <a:pt x="3190149" y="260590"/>
                  </a:lnTo>
                  <a:lnTo>
                    <a:pt x="3191221" y="260262"/>
                  </a:lnTo>
                  <a:lnTo>
                    <a:pt x="3192292" y="259933"/>
                  </a:lnTo>
                  <a:lnTo>
                    <a:pt x="3193364" y="259604"/>
                  </a:lnTo>
                  <a:lnTo>
                    <a:pt x="3194436" y="259275"/>
                  </a:lnTo>
                  <a:lnTo>
                    <a:pt x="3195507" y="258945"/>
                  </a:lnTo>
                  <a:lnTo>
                    <a:pt x="3196579" y="258615"/>
                  </a:lnTo>
                  <a:lnTo>
                    <a:pt x="3197650" y="258284"/>
                  </a:lnTo>
                  <a:lnTo>
                    <a:pt x="3198722" y="257953"/>
                  </a:lnTo>
                  <a:lnTo>
                    <a:pt x="3199793" y="257622"/>
                  </a:lnTo>
                  <a:lnTo>
                    <a:pt x="3200865" y="257291"/>
                  </a:lnTo>
                  <a:lnTo>
                    <a:pt x="3201937" y="256959"/>
                  </a:lnTo>
                  <a:lnTo>
                    <a:pt x="3203008" y="256627"/>
                  </a:lnTo>
                  <a:lnTo>
                    <a:pt x="3204080" y="256295"/>
                  </a:lnTo>
                  <a:lnTo>
                    <a:pt x="3205151" y="255962"/>
                  </a:lnTo>
                  <a:lnTo>
                    <a:pt x="3206223" y="255629"/>
                  </a:lnTo>
                  <a:lnTo>
                    <a:pt x="3207295" y="255295"/>
                  </a:lnTo>
                  <a:lnTo>
                    <a:pt x="3208366" y="254961"/>
                  </a:lnTo>
                  <a:lnTo>
                    <a:pt x="3209438" y="254627"/>
                  </a:lnTo>
                  <a:lnTo>
                    <a:pt x="3210509" y="254293"/>
                  </a:lnTo>
                  <a:lnTo>
                    <a:pt x="3211581" y="253958"/>
                  </a:lnTo>
                  <a:lnTo>
                    <a:pt x="3212653" y="253623"/>
                  </a:lnTo>
                  <a:lnTo>
                    <a:pt x="3213724" y="253288"/>
                  </a:lnTo>
                  <a:lnTo>
                    <a:pt x="3214796" y="252952"/>
                  </a:lnTo>
                  <a:lnTo>
                    <a:pt x="3215867" y="252616"/>
                  </a:lnTo>
                  <a:lnTo>
                    <a:pt x="3216939" y="252279"/>
                  </a:lnTo>
                  <a:lnTo>
                    <a:pt x="3218011" y="251943"/>
                  </a:lnTo>
                  <a:lnTo>
                    <a:pt x="3219082" y="251606"/>
                  </a:lnTo>
                  <a:lnTo>
                    <a:pt x="3220154" y="251268"/>
                  </a:lnTo>
                  <a:lnTo>
                    <a:pt x="3221225" y="250930"/>
                  </a:lnTo>
                  <a:lnTo>
                    <a:pt x="3222297" y="250592"/>
                  </a:lnTo>
                  <a:lnTo>
                    <a:pt x="3223369" y="250254"/>
                  </a:lnTo>
                  <a:lnTo>
                    <a:pt x="3224440" y="249915"/>
                  </a:lnTo>
                  <a:lnTo>
                    <a:pt x="3225512" y="249576"/>
                  </a:lnTo>
                  <a:lnTo>
                    <a:pt x="3226583" y="249237"/>
                  </a:lnTo>
                  <a:lnTo>
                    <a:pt x="3227655" y="248897"/>
                  </a:lnTo>
                  <a:lnTo>
                    <a:pt x="3228727" y="248557"/>
                  </a:lnTo>
                  <a:lnTo>
                    <a:pt x="3229798" y="248217"/>
                  </a:lnTo>
                  <a:lnTo>
                    <a:pt x="3230870" y="247876"/>
                  </a:lnTo>
                  <a:lnTo>
                    <a:pt x="3231941" y="247535"/>
                  </a:lnTo>
                  <a:lnTo>
                    <a:pt x="3233013" y="247194"/>
                  </a:lnTo>
                  <a:lnTo>
                    <a:pt x="3234085" y="246852"/>
                  </a:lnTo>
                  <a:lnTo>
                    <a:pt x="3235156" y="246510"/>
                  </a:lnTo>
                  <a:lnTo>
                    <a:pt x="3236228" y="246168"/>
                  </a:lnTo>
                  <a:lnTo>
                    <a:pt x="3237299" y="245825"/>
                  </a:lnTo>
                  <a:lnTo>
                    <a:pt x="3238371" y="245482"/>
                  </a:lnTo>
                  <a:lnTo>
                    <a:pt x="3239443" y="245139"/>
                  </a:lnTo>
                  <a:lnTo>
                    <a:pt x="3240514" y="244795"/>
                  </a:lnTo>
                  <a:lnTo>
                    <a:pt x="3241586" y="244451"/>
                  </a:lnTo>
                  <a:lnTo>
                    <a:pt x="3242657" y="244107"/>
                  </a:lnTo>
                  <a:lnTo>
                    <a:pt x="3243729" y="243762"/>
                  </a:lnTo>
                  <a:lnTo>
                    <a:pt x="3244801" y="243417"/>
                  </a:lnTo>
                  <a:lnTo>
                    <a:pt x="3245872" y="243072"/>
                  </a:lnTo>
                  <a:lnTo>
                    <a:pt x="3246944" y="242727"/>
                  </a:lnTo>
                  <a:lnTo>
                    <a:pt x="3248015" y="242381"/>
                  </a:lnTo>
                  <a:lnTo>
                    <a:pt x="3249087" y="242034"/>
                  </a:lnTo>
                  <a:lnTo>
                    <a:pt x="3250159" y="241688"/>
                  </a:lnTo>
                  <a:lnTo>
                    <a:pt x="3251230" y="241341"/>
                  </a:lnTo>
                  <a:lnTo>
                    <a:pt x="3252302" y="240994"/>
                  </a:lnTo>
                  <a:lnTo>
                    <a:pt x="3253373" y="240646"/>
                  </a:lnTo>
                  <a:lnTo>
                    <a:pt x="3254445" y="240298"/>
                  </a:lnTo>
                  <a:lnTo>
                    <a:pt x="3255517" y="239950"/>
                  </a:lnTo>
                  <a:lnTo>
                    <a:pt x="3256588" y="239602"/>
                  </a:lnTo>
                  <a:lnTo>
                    <a:pt x="3257660" y="239253"/>
                  </a:lnTo>
                  <a:lnTo>
                    <a:pt x="3258731" y="238904"/>
                  </a:lnTo>
                  <a:lnTo>
                    <a:pt x="3259803" y="238554"/>
                  </a:lnTo>
                  <a:lnTo>
                    <a:pt x="3260875" y="238204"/>
                  </a:lnTo>
                  <a:lnTo>
                    <a:pt x="3261946" y="237854"/>
                  </a:lnTo>
                  <a:lnTo>
                    <a:pt x="3263018" y="237504"/>
                  </a:lnTo>
                  <a:lnTo>
                    <a:pt x="3264089" y="237153"/>
                  </a:lnTo>
                  <a:lnTo>
                    <a:pt x="3265161" y="236802"/>
                  </a:lnTo>
                  <a:lnTo>
                    <a:pt x="3266233" y="236450"/>
                  </a:lnTo>
                  <a:lnTo>
                    <a:pt x="3267304" y="236099"/>
                  </a:lnTo>
                  <a:lnTo>
                    <a:pt x="3268376" y="235747"/>
                  </a:lnTo>
                  <a:lnTo>
                    <a:pt x="3269447" y="235394"/>
                  </a:lnTo>
                  <a:lnTo>
                    <a:pt x="3270519" y="235042"/>
                  </a:lnTo>
                  <a:lnTo>
                    <a:pt x="3271591" y="234689"/>
                  </a:lnTo>
                  <a:lnTo>
                    <a:pt x="3272662" y="234335"/>
                  </a:lnTo>
                  <a:lnTo>
                    <a:pt x="3273734" y="233982"/>
                  </a:lnTo>
                  <a:lnTo>
                    <a:pt x="3274805" y="233628"/>
                  </a:lnTo>
                  <a:lnTo>
                    <a:pt x="3275877" y="233273"/>
                  </a:lnTo>
                  <a:lnTo>
                    <a:pt x="3276949" y="232919"/>
                  </a:lnTo>
                  <a:lnTo>
                    <a:pt x="3278020" y="232564"/>
                  </a:lnTo>
                  <a:lnTo>
                    <a:pt x="3279092" y="232208"/>
                  </a:lnTo>
                  <a:lnTo>
                    <a:pt x="3280163" y="231853"/>
                  </a:lnTo>
                  <a:lnTo>
                    <a:pt x="3281235" y="231497"/>
                  </a:lnTo>
                  <a:lnTo>
                    <a:pt x="3282307" y="231141"/>
                  </a:lnTo>
                  <a:lnTo>
                    <a:pt x="3283378" y="230784"/>
                  </a:lnTo>
                  <a:lnTo>
                    <a:pt x="3284450" y="230427"/>
                  </a:lnTo>
                  <a:lnTo>
                    <a:pt x="3285521" y="230070"/>
                  </a:lnTo>
                  <a:lnTo>
                    <a:pt x="3286593" y="229712"/>
                  </a:lnTo>
                  <a:lnTo>
                    <a:pt x="3287665" y="229355"/>
                  </a:lnTo>
                  <a:lnTo>
                    <a:pt x="3288736" y="228996"/>
                  </a:lnTo>
                  <a:lnTo>
                    <a:pt x="3289808" y="228638"/>
                  </a:lnTo>
                  <a:lnTo>
                    <a:pt x="3290879" y="228279"/>
                  </a:lnTo>
                  <a:lnTo>
                    <a:pt x="3291951" y="227920"/>
                  </a:lnTo>
                  <a:lnTo>
                    <a:pt x="3293023" y="227561"/>
                  </a:lnTo>
                  <a:lnTo>
                    <a:pt x="3294094" y="227201"/>
                  </a:lnTo>
                  <a:lnTo>
                    <a:pt x="3295166" y="226841"/>
                  </a:lnTo>
                  <a:lnTo>
                    <a:pt x="3296237" y="226481"/>
                  </a:lnTo>
                  <a:lnTo>
                    <a:pt x="3297309" y="226120"/>
                  </a:lnTo>
                  <a:lnTo>
                    <a:pt x="3298381" y="225759"/>
                  </a:lnTo>
                  <a:lnTo>
                    <a:pt x="3299452" y="225398"/>
                  </a:lnTo>
                  <a:lnTo>
                    <a:pt x="3300524" y="225036"/>
                  </a:lnTo>
                  <a:lnTo>
                    <a:pt x="3301595" y="224674"/>
                  </a:lnTo>
                  <a:lnTo>
                    <a:pt x="3302667" y="224312"/>
                  </a:lnTo>
                  <a:lnTo>
                    <a:pt x="3303739" y="223949"/>
                  </a:lnTo>
                  <a:lnTo>
                    <a:pt x="3304810" y="223586"/>
                  </a:lnTo>
                  <a:lnTo>
                    <a:pt x="3305882" y="223223"/>
                  </a:lnTo>
                  <a:lnTo>
                    <a:pt x="3306953" y="222859"/>
                  </a:lnTo>
                  <a:lnTo>
                    <a:pt x="3308025" y="222496"/>
                  </a:lnTo>
                  <a:lnTo>
                    <a:pt x="3309097" y="222131"/>
                  </a:lnTo>
                  <a:lnTo>
                    <a:pt x="3310168" y="221767"/>
                  </a:lnTo>
                  <a:lnTo>
                    <a:pt x="3311240" y="221402"/>
                  </a:lnTo>
                  <a:lnTo>
                    <a:pt x="3312311" y="221037"/>
                  </a:lnTo>
                  <a:lnTo>
                    <a:pt x="3313383" y="220672"/>
                  </a:lnTo>
                  <a:lnTo>
                    <a:pt x="3314455" y="220306"/>
                  </a:lnTo>
                  <a:lnTo>
                    <a:pt x="3315526" y="219940"/>
                  </a:lnTo>
                  <a:lnTo>
                    <a:pt x="3316598" y="219574"/>
                  </a:lnTo>
                  <a:lnTo>
                    <a:pt x="3317669" y="219207"/>
                  </a:lnTo>
                  <a:lnTo>
                    <a:pt x="3318741" y="218840"/>
                  </a:lnTo>
                  <a:lnTo>
                    <a:pt x="3319813" y="218473"/>
                  </a:lnTo>
                  <a:lnTo>
                    <a:pt x="3320884" y="218105"/>
                  </a:lnTo>
                  <a:lnTo>
                    <a:pt x="3321956" y="217737"/>
                  </a:lnTo>
                  <a:lnTo>
                    <a:pt x="3323027" y="217369"/>
                  </a:lnTo>
                  <a:lnTo>
                    <a:pt x="3324099" y="217000"/>
                  </a:lnTo>
                  <a:lnTo>
                    <a:pt x="3325171" y="216631"/>
                  </a:lnTo>
                  <a:lnTo>
                    <a:pt x="3326242" y="216262"/>
                  </a:lnTo>
                  <a:lnTo>
                    <a:pt x="3327314" y="215893"/>
                  </a:lnTo>
                  <a:lnTo>
                    <a:pt x="3328385" y="215523"/>
                  </a:lnTo>
                  <a:lnTo>
                    <a:pt x="3329457" y="215153"/>
                  </a:lnTo>
                  <a:lnTo>
                    <a:pt x="3330529" y="214783"/>
                  </a:lnTo>
                  <a:lnTo>
                    <a:pt x="3331600" y="214412"/>
                  </a:lnTo>
                  <a:lnTo>
                    <a:pt x="3332672" y="214041"/>
                  </a:lnTo>
                  <a:lnTo>
                    <a:pt x="3333743" y="213669"/>
                  </a:lnTo>
                  <a:lnTo>
                    <a:pt x="3334815" y="213298"/>
                  </a:lnTo>
                  <a:lnTo>
                    <a:pt x="3335887" y="212926"/>
                  </a:lnTo>
                  <a:lnTo>
                    <a:pt x="3336958" y="212554"/>
                  </a:lnTo>
                  <a:lnTo>
                    <a:pt x="3338030" y="212181"/>
                  </a:lnTo>
                  <a:lnTo>
                    <a:pt x="3339101" y="211808"/>
                  </a:lnTo>
                  <a:lnTo>
                    <a:pt x="3340173" y="211435"/>
                  </a:lnTo>
                  <a:lnTo>
                    <a:pt x="3341245" y="211061"/>
                  </a:lnTo>
                  <a:lnTo>
                    <a:pt x="3342316" y="210688"/>
                  </a:lnTo>
                  <a:lnTo>
                    <a:pt x="3343388" y="210314"/>
                  </a:lnTo>
                  <a:lnTo>
                    <a:pt x="3344459" y="209939"/>
                  </a:lnTo>
                  <a:lnTo>
                    <a:pt x="3345531" y="209564"/>
                  </a:lnTo>
                  <a:lnTo>
                    <a:pt x="3346603" y="209189"/>
                  </a:lnTo>
                  <a:lnTo>
                    <a:pt x="3347674" y="208814"/>
                  </a:lnTo>
                  <a:lnTo>
                    <a:pt x="3348746" y="208438"/>
                  </a:lnTo>
                  <a:lnTo>
                    <a:pt x="3349817" y="208062"/>
                  </a:lnTo>
                  <a:lnTo>
                    <a:pt x="3350889" y="207686"/>
                  </a:lnTo>
                  <a:lnTo>
                    <a:pt x="3351961" y="207310"/>
                  </a:lnTo>
                  <a:lnTo>
                    <a:pt x="3353032" y="206933"/>
                  </a:lnTo>
                  <a:lnTo>
                    <a:pt x="3354104" y="206556"/>
                  </a:lnTo>
                  <a:lnTo>
                    <a:pt x="3355175" y="206178"/>
                  </a:lnTo>
                  <a:lnTo>
                    <a:pt x="3356247" y="205800"/>
                  </a:lnTo>
                  <a:lnTo>
                    <a:pt x="3357319" y="205422"/>
                  </a:lnTo>
                  <a:lnTo>
                    <a:pt x="3358390" y="205044"/>
                  </a:lnTo>
                  <a:lnTo>
                    <a:pt x="3359462" y="204665"/>
                  </a:lnTo>
                  <a:lnTo>
                    <a:pt x="3360533" y="204286"/>
                  </a:lnTo>
                  <a:lnTo>
                    <a:pt x="3361605" y="203907"/>
                  </a:lnTo>
                  <a:lnTo>
                    <a:pt x="3362677" y="203527"/>
                  </a:lnTo>
                  <a:lnTo>
                    <a:pt x="3363748" y="203147"/>
                  </a:lnTo>
                  <a:lnTo>
                    <a:pt x="3364820" y="202767"/>
                  </a:lnTo>
                  <a:lnTo>
                    <a:pt x="3365891" y="202387"/>
                  </a:lnTo>
                  <a:lnTo>
                    <a:pt x="3366963" y="202006"/>
                  </a:lnTo>
                  <a:lnTo>
                    <a:pt x="3368035" y="201625"/>
                  </a:lnTo>
                  <a:lnTo>
                    <a:pt x="3369106" y="201243"/>
                  </a:lnTo>
                  <a:lnTo>
                    <a:pt x="3370178" y="200861"/>
                  </a:lnTo>
                  <a:lnTo>
                    <a:pt x="3371249" y="200479"/>
                  </a:lnTo>
                  <a:lnTo>
                    <a:pt x="3372321" y="200097"/>
                  </a:lnTo>
                  <a:lnTo>
                    <a:pt x="3373392" y="199714"/>
                  </a:lnTo>
                  <a:lnTo>
                    <a:pt x="3374464" y="199332"/>
                  </a:lnTo>
                  <a:lnTo>
                    <a:pt x="3375536" y="198948"/>
                  </a:lnTo>
                  <a:lnTo>
                    <a:pt x="3376607" y="198565"/>
                  </a:lnTo>
                  <a:lnTo>
                    <a:pt x="3377679" y="198181"/>
                  </a:lnTo>
                  <a:lnTo>
                    <a:pt x="3378750" y="197797"/>
                  </a:lnTo>
                  <a:lnTo>
                    <a:pt x="3379822" y="197412"/>
                  </a:lnTo>
                  <a:lnTo>
                    <a:pt x="3380894" y="197028"/>
                  </a:lnTo>
                  <a:lnTo>
                    <a:pt x="3381965" y="196643"/>
                  </a:lnTo>
                  <a:lnTo>
                    <a:pt x="3383037" y="196257"/>
                  </a:lnTo>
                  <a:lnTo>
                    <a:pt x="3384108" y="195872"/>
                  </a:lnTo>
                  <a:lnTo>
                    <a:pt x="3385180" y="195486"/>
                  </a:lnTo>
                  <a:lnTo>
                    <a:pt x="3386252" y="195099"/>
                  </a:lnTo>
                  <a:lnTo>
                    <a:pt x="3387323" y="194713"/>
                  </a:lnTo>
                  <a:lnTo>
                    <a:pt x="3388395" y="194326"/>
                  </a:lnTo>
                  <a:lnTo>
                    <a:pt x="3389466" y="193939"/>
                  </a:lnTo>
                  <a:lnTo>
                    <a:pt x="3390538" y="193552"/>
                  </a:lnTo>
                  <a:lnTo>
                    <a:pt x="3391610" y="193164"/>
                  </a:lnTo>
                  <a:lnTo>
                    <a:pt x="3392681" y="192776"/>
                  </a:lnTo>
                  <a:lnTo>
                    <a:pt x="3393753" y="192387"/>
                  </a:lnTo>
                  <a:lnTo>
                    <a:pt x="3394824" y="191999"/>
                  </a:lnTo>
                  <a:lnTo>
                    <a:pt x="3395896" y="191610"/>
                  </a:lnTo>
                  <a:lnTo>
                    <a:pt x="3396968" y="191221"/>
                  </a:lnTo>
                  <a:lnTo>
                    <a:pt x="3398039" y="190831"/>
                  </a:lnTo>
                  <a:lnTo>
                    <a:pt x="3399111" y="190441"/>
                  </a:lnTo>
                  <a:lnTo>
                    <a:pt x="3400182" y="190051"/>
                  </a:lnTo>
                  <a:lnTo>
                    <a:pt x="3401254" y="189661"/>
                  </a:lnTo>
                  <a:lnTo>
                    <a:pt x="3402326" y="189270"/>
                  </a:lnTo>
                  <a:lnTo>
                    <a:pt x="3403397" y="188879"/>
                  </a:lnTo>
                  <a:lnTo>
                    <a:pt x="3404469" y="188488"/>
                  </a:lnTo>
                  <a:lnTo>
                    <a:pt x="3405540" y="188097"/>
                  </a:lnTo>
                  <a:lnTo>
                    <a:pt x="3406612" y="187705"/>
                  </a:lnTo>
                  <a:lnTo>
                    <a:pt x="3407684" y="187313"/>
                  </a:lnTo>
                  <a:lnTo>
                    <a:pt x="3408755" y="186920"/>
                  </a:lnTo>
                  <a:lnTo>
                    <a:pt x="3409827" y="186527"/>
                  </a:lnTo>
                  <a:lnTo>
                    <a:pt x="3410898" y="186134"/>
                  </a:lnTo>
                  <a:lnTo>
                    <a:pt x="3411970" y="185741"/>
                  </a:lnTo>
                  <a:lnTo>
                    <a:pt x="3413042" y="185347"/>
                  </a:lnTo>
                  <a:lnTo>
                    <a:pt x="3414113" y="184953"/>
                  </a:lnTo>
                  <a:lnTo>
                    <a:pt x="3415185" y="184559"/>
                  </a:lnTo>
                  <a:lnTo>
                    <a:pt x="3416256" y="184165"/>
                  </a:lnTo>
                  <a:lnTo>
                    <a:pt x="3417328" y="183770"/>
                  </a:lnTo>
                  <a:lnTo>
                    <a:pt x="3418400" y="183375"/>
                  </a:lnTo>
                  <a:lnTo>
                    <a:pt x="3419471" y="182980"/>
                  </a:lnTo>
                  <a:lnTo>
                    <a:pt x="3420543" y="182584"/>
                  </a:lnTo>
                  <a:lnTo>
                    <a:pt x="3421614" y="182188"/>
                  </a:lnTo>
                  <a:lnTo>
                    <a:pt x="3422686" y="181792"/>
                  </a:lnTo>
                  <a:lnTo>
                    <a:pt x="3423758" y="181395"/>
                  </a:lnTo>
                  <a:lnTo>
                    <a:pt x="3424829" y="180998"/>
                  </a:lnTo>
                  <a:lnTo>
                    <a:pt x="3425901" y="180601"/>
                  </a:lnTo>
                  <a:lnTo>
                    <a:pt x="3426972" y="180204"/>
                  </a:lnTo>
                  <a:lnTo>
                    <a:pt x="3428044" y="179806"/>
                  </a:lnTo>
                  <a:lnTo>
                    <a:pt x="3429116" y="179408"/>
                  </a:lnTo>
                  <a:lnTo>
                    <a:pt x="3430187" y="179010"/>
                  </a:lnTo>
                  <a:lnTo>
                    <a:pt x="3431259" y="178611"/>
                  </a:lnTo>
                  <a:lnTo>
                    <a:pt x="3432330" y="178213"/>
                  </a:lnTo>
                  <a:lnTo>
                    <a:pt x="3433402" y="177813"/>
                  </a:lnTo>
                  <a:lnTo>
                    <a:pt x="3434474" y="177414"/>
                  </a:lnTo>
                  <a:lnTo>
                    <a:pt x="3435545" y="177014"/>
                  </a:lnTo>
                  <a:lnTo>
                    <a:pt x="3436617" y="176614"/>
                  </a:lnTo>
                  <a:lnTo>
                    <a:pt x="3437688" y="176214"/>
                  </a:lnTo>
                  <a:lnTo>
                    <a:pt x="3438760" y="175814"/>
                  </a:lnTo>
                  <a:lnTo>
                    <a:pt x="3439832" y="175413"/>
                  </a:lnTo>
                  <a:lnTo>
                    <a:pt x="3440903" y="175012"/>
                  </a:lnTo>
                  <a:lnTo>
                    <a:pt x="3441975" y="174610"/>
                  </a:lnTo>
                  <a:lnTo>
                    <a:pt x="3443046" y="174208"/>
                  </a:lnTo>
                  <a:lnTo>
                    <a:pt x="3444118" y="173806"/>
                  </a:lnTo>
                  <a:lnTo>
                    <a:pt x="3445190" y="173404"/>
                  </a:lnTo>
                  <a:lnTo>
                    <a:pt x="3446261" y="173002"/>
                  </a:lnTo>
                  <a:lnTo>
                    <a:pt x="3447333" y="172599"/>
                  </a:lnTo>
                  <a:lnTo>
                    <a:pt x="3448404" y="172196"/>
                  </a:lnTo>
                  <a:lnTo>
                    <a:pt x="3449476" y="171792"/>
                  </a:lnTo>
                  <a:lnTo>
                    <a:pt x="3450548" y="171389"/>
                  </a:lnTo>
                  <a:lnTo>
                    <a:pt x="3451619" y="170985"/>
                  </a:lnTo>
                  <a:lnTo>
                    <a:pt x="3452691" y="170580"/>
                  </a:lnTo>
                  <a:lnTo>
                    <a:pt x="3453762" y="170176"/>
                  </a:lnTo>
                  <a:lnTo>
                    <a:pt x="3454834" y="169771"/>
                  </a:lnTo>
                  <a:lnTo>
                    <a:pt x="3455906" y="169366"/>
                  </a:lnTo>
                  <a:lnTo>
                    <a:pt x="3456977" y="168960"/>
                  </a:lnTo>
                  <a:lnTo>
                    <a:pt x="3458049" y="168555"/>
                  </a:lnTo>
                  <a:lnTo>
                    <a:pt x="3459120" y="168149"/>
                  </a:lnTo>
                  <a:lnTo>
                    <a:pt x="3460192" y="167742"/>
                  </a:lnTo>
                  <a:lnTo>
                    <a:pt x="3461264" y="167336"/>
                  </a:lnTo>
                  <a:lnTo>
                    <a:pt x="3462335" y="166929"/>
                  </a:lnTo>
                  <a:lnTo>
                    <a:pt x="3463407" y="166522"/>
                  </a:lnTo>
                  <a:lnTo>
                    <a:pt x="3464478" y="166115"/>
                  </a:lnTo>
                  <a:lnTo>
                    <a:pt x="3465550" y="165707"/>
                  </a:lnTo>
                  <a:lnTo>
                    <a:pt x="3466622" y="165299"/>
                  </a:lnTo>
                  <a:lnTo>
                    <a:pt x="3467693" y="164891"/>
                  </a:lnTo>
                  <a:lnTo>
                    <a:pt x="3468765" y="164482"/>
                  </a:lnTo>
                  <a:lnTo>
                    <a:pt x="3469836" y="164074"/>
                  </a:lnTo>
                  <a:lnTo>
                    <a:pt x="3470908" y="163665"/>
                  </a:lnTo>
                  <a:lnTo>
                    <a:pt x="3471980" y="163255"/>
                  </a:lnTo>
                  <a:lnTo>
                    <a:pt x="3473051" y="162846"/>
                  </a:lnTo>
                  <a:lnTo>
                    <a:pt x="3474123" y="162436"/>
                  </a:lnTo>
                  <a:lnTo>
                    <a:pt x="3475194" y="162026"/>
                  </a:lnTo>
                  <a:lnTo>
                    <a:pt x="3476266" y="161615"/>
                  </a:lnTo>
                  <a:lnTo>
                    <a:pt x="3477338" y="161204"/>
                  </a:lnTo>
                  <a:lnTo>
                    <a:pt x="3478409" y="160793"/>
                  </a:lnTo>
                  <a:lnTo>
                    <a:pt x="3479481" y="160382"/>
                  </a:lnTo>
                  <a:lnTo>
                    <a:pt x="3480552" y="159971"/>
                  </a:lnTo>
                  <a:lnTo>
                    <a:pt x="3481624" y="159559"/>
                  </a:lnTo>
                  <a:lnTo>
                    <a:pt x="3482696" y="159147"/>
                  </a:lnTo>
                  <a:lnTo>
                    <a:pt x="3483767" y="158734"/>
                  </a:lnTo>
                  <a:lnTo>
                    <a:pt x="3484839" y="158322"/>
                  </a:lnTo>
                  <a:lnTo>
                    <a:pt x="3485910" y="157909"/>
                  </a:lnTo>
                  <a:lnTo>
                    <a:pt x="3486982" y="157495"/>
                  </a:lnTo>
                  <a:lnTo>
                    <a:pt x="3488054" y="157082"/>
                  </a:lnTo>
                  <a:lnTo>
                    <a:pt x="3489125" y="156668"/>
                  </a:lnTo>
                  <a:lnTo>
                    <a:pt x="3490197" y="156254"/>
                  </a:lnTo>
                  <a:lnTo>
                    <a:pt x="3491268" y="155840"/>
                  </a:lnTo>
                  <a:lnTo>
                    <a:pt x="3492340" y="155425"/>
                  </a:lnTo>
                  <a:lnTo>
                    <a:pt x="3493412" y="155010"/>
                  </a:lnTo>
                  <a:lnTo>
                    <a:pt x="3494483" y="154595"/>
                  </a:lnTo>
                  <a:lnTo>
                    <a:pt x="3495555" y="154180"/>
                  </a:lnTo>
                  <a:lnTo>
                    <a:pt x="3496626" y="153764"/>
                  </a:lnTo>
                  <a:lnTo>
                    <a:pt x="3497698" y="153348"/>
                  </a:lnTo>
                  <a:lnTo>
                    <a:pt x="3498770" y="152932"/>
                  </a:lnTo>
                  <a:lnTo>
                    <a:pt x="3499841" y="152516"/>
                  </a:lnTo>
                  <a:lnTo>
                    <a:pt x="3500913" y="152099"/>
                  </a:lnTo>
                  <a:lnTo>
                    <a:pt x="3501984" y="151682"/>
                  </a:lnTo>
                  <a:lnTo>
                    <a:pt x="3503056" y="151264"/>
                  </a:lnTo>
                  <a:lnTo>
                    <a:pt x="3504128" y="150847"/>
                  </a:lnTo>
                  <a:lnTo>
                    <a:pt x="3505199" y="150429"/>
                  </a:lnTo>
                  <a:lnTo>
                    <a:pt x="3506271" y="150011"/>
                  </a:lnTo>
                  <a:lnTo>
                    <a:pt x="3507342" y="149592"/>
                  </a:lnTo>
                  <a:lnTo>
                    <a:pt x="3508414" y="149174"/>
                  </a:lnTo>
                  <a:lnTo>
                    <a:pt x="3509486" y="148755"/>
                  </a:lnTo>
                  <a:lnTo>
                    <a:pt x="3510557" y="148336"/>
                  </a:lnTo>
                  <a:lnTo>
                    <a:pt x="3511629" y="147916"/>
                  </a:lnTo>
                  <a:lnTo>
                    <a:pt x="3512700" y="147496"/>
                  </a:lnTo>
                  <a:lnTo>
                    <a:pt x="3513772" y="147076"/>
                  </a:lnTo>
                  <a:lnTo>
                    <a:pt x="3514844" y="146656"/>
                  </a:lnTo>
                  <a:lnTo>
                    <a:pt x="3515915" y="146235"/>
                  </a:lnTo>
                  <a:lnTo>
                    <a:pt x="3516987" y="145815"/>
                  </a:lnTo>
                  <a:lnTo>
                    <a:pt x="3518058" y="145393"/>
                  </a:lnTo>
                  <a:lnTo>
                    <a:pt x="3519130" y="144972"/>
                  </a:lnTo>
                  <a:lnTo>
                    <a:pt x="3520202" y="144550"/>
                  </a:lnTo>
                  <a:lnTo>
                    <a:pt x="3521273" y="144129"/>
                  </a:lnTo>
                  <a:lnTo>
                    <a:pt x="3522345" y="143706"/>
                  </a:lnTo>
                  <a:lnTo>
                    <a:pt x="3523416" y="143284"/>
                  </a:lnTo>
                  <a:lnTo>
                    <a:pt x="3524488" y="142861"/>
                  </a:lnTo>
                  <a:lnTo>
                    <a:pt x="3525560" y="142438"/>
                  </a:lnTo>
                  <a:lnTo>
                    <a:pt x="3526631" y="142015"/>
                  </a:lnTo>
                  <a:lnTo>
                    <a:pt x="3527703" y="141591"/>
                  </a:lnTo>
                  <a:lnTo>
                    <a:pt x="3528774" y="141168"/>
                  </a:lnTo>
                  <a:lnTo>
                    <a:pt x="3529846" y="140744"/>
                  </a:lnTo>
                  <a:lnTo>
                    <a:pt x="3530918" y="140319"/>
                  </a:lnTo>
                  <a:lnTo>
                    <a:pt x="3531989" y="139895"/>
                  </a:lnTo>
                  <a:lnTo>
                    <a:pt x="3533061" y="139470"/>
                  </a:lnTo>
                  <a:lnTo>
                    <a:pt x="3534132" y="139045"/>
                  </a:lnTo>
                  <a:lnTo>
                    <a:pt x="3535204" y="138619"/>
                  </a:lnTo>
                  <a:lnTo>
                    <a:pt x="3536276" y="138194"/>
                  </a:lnTo>
                  <a:lnTo>
                    <a:pt x="3537347" y="137768"/>
                  </a:lnTo>
                  <a:lnTo>
                    <a:pt x="3538419" y="137342"/>
                  </a:lnTo>
                  <a:lnTo>
                    <a:pt x="3539490" y="136915"/>
                  </a:lnTo>
                  <a:lnTo>
                    <a:pt x="3540562" y="136489"/>
                  </a:lnTo>
                  <a:lnTo>
                    <a:pt x="3541634" y="136062"/>
                  </a:lnTo>
                  <a:lnTo>
                    <a:pt x="3542705" y="135634"/>
                  </a:lnTo>
                  <a:lnTo>
                    <a:pt x="3543777" y="135207"/>
                  </a:lnTo>
                  <a:lnTo>
                    <a:pt x="3544848" y="134779"/>
                  </a:lnTo>
                  <a:lnTo>
                    <a:pt x="3545920" y="134351"/>
                  </a:lnTo>
                  <a:lnTo>
                    <a:pt x="3546992" y="133923"/>
                  </a:lnTo>
                  <a:lnTo>
                    <a:pt x="3548063" y="133494"/>
                  </a:lnTo>
                  <a:lnTo>
                    <a:pt x="3549135" y="133065"/>
                  </a:lnTo>
                  <a:lnTo>
                    <a:pt x="3550206" y="132636"/>
                  </a:lnTo>
                  <a:lnTo>
                    <a:pt x="3551278" y="132207"/>
                  </a:lnTo>
                  <a:lnTo>
                    <a:pt x="3552349" y="131777"/>
                  </a:lnTo>
                  <a:lnTo>
                    <a:pt x="3553421" y="131348"/>
                  </a:lnTo>
                  <a:lnTo>
                    <a:pt x="3554493" y="130918"/>
                  </a:lnTo>
                  <a:lnTo>
                    <a:pt x="3555564" y="130487"/>
                  </a:lnTo>
                  <a:lnTo>
                    <a:pt x="3556636" y="130057"/>
                  </a:lnTo>
                  <a:lnTo>
                    <a:pt x="3557707" y="129626"/>
                  </a:lnTo>
                  <a:lnTo>
                    <a:pt x="3558779" y="129194"/>
                  </a:lnTo>
                  <a:lnTo>
                    <a:pt x="3559851" y="128763"/>
                  </a:lnTo>
                  <a:lnTo>
                    <a:pt x="3560922" y="128331"/>
                  </a:lnTo>
                  <a:lnTo>
                    <a:pt x="3561994" y="127899"/>
                  </a:lnTo>
                  <a:lnTo>
                    <a:pt x="3563065" y="127467"/>
                  </a:lnTo>
                  <a:lnTo>
                    <a:pt x="3564137" y="127035"/>
                  </a:lnTo>
                  <a:lnTo>
                    <a:pt x="3565209" y="126602"/>
                  </a:lnTo>
                  <a:lnTo>
                    <a:pt x="3566280" y="126169"/>
                  </a:lnTo>
                  <a:lnTo>
                    <a:pt x="3567352" y="125736"/>
                  </a:lnTo>
                  <a:lnTo>
                    <a:pt x="3568423" y="125302"/>
                  </a:lnTo>
                  <a:lnTo>
                    <a:pt x="3569495" y="124869"/>
                  </a:lnTo>
                  <a:lnTo>
                    <a:pt x="3570567" y="124435"/>
                  </a:lnTo>
                  <a:lnTo>
                    <a:pt x="3571638" y="124000"/>
                  </a:lnTo>
                  <a:lnTo>
                    <a:pt x="3572710" y="123566"/>
                  </a:lnTo>
                  <a:lnTo>
                    <a:pt x="3573781" y="123131"/>
                  </a:lnTo>
                  <a:lnTo>
                    <a:pt x="3574853" y="122696"/>
                  </a:lnTo>
                  <a:lnTo>
                    <a:pt x="3575925" y="122261"/>
                  </a:lnTo>
                  <a:lnTo>
                    <a:pt x="3576996" y="121825"/>
                  </a:lnTo>
                  <a:lnTo>
                    <a:pt x="3578068" y="121390"/>
                  </a:lnTo>
                  <a:lnTo>
                    <a:pt x="3579139" y="120954"/>
                  </a:lnTo>
                  <a:lnTo>
                    <a:pt x="3580211" y="120517"/>
                  </a:lnTo>
                  <a:lnTo>
                    <a:pt x="3581283" y="120081"/>
                  </a:lnTo>
                  <a:lnTo>
                    <a:pt x="3582354" y="119644"/>
                  </a:lnTo>
                  <a:lnTo>
                    <a:pt x="3583426" y="119207"/>
                  </a:lnTo>
                  <a:lnTo>
                    <a:pt x="3584497" y="118769"/>
                  </a:lnTo>
                  <a:lnTo>
                    <a:pt x="3585569" y="118332"/>
                  </a:lnTo>
                  <a:lnTo>
                    <a:pt x="3586641" y="117894"/>
                  </a:lnTo>
                  <a:lnTo>
                    <a:pt x="3587712" y="117456"/>
                  </a:lnTo>
                  <a:lnTo>
                    <a:pt x="3588784" y="117018"/>
                  </a:lnTo>
                  <a:lnTo>
                    <a:pt x="3589855" y="116579"/>
                  </a:lnTo>
                  <a:lnTo>
                    <a:pt x="3590927" y="116140"/>
                  </a:lnTo>
                  <a:lnTo>
                    <a:pt x="3591999" y="115701"/>
                  </a:lnTo>
                  <a:lnTo>
                    <a:pt x="3593070" y="115262"/>
                  </a:lnTo>
                  <a:lnTo>
                    <a:pt x="3594142" y="114822"/>
                  </a:lnTo>
                  <a:lnTo>
                    <a:pt x="3595213" y="114382"/>
                  </a:lnTo>
                  <a:lnTo>
                    <a:pt x="3596285" y="113942"/>
                  </a:lnTo>
                  <a:lnTo>
                    <a:pt x="3597357" y="113502"/>
                  </a:lnTo>
                  <a:lnTo>
                    <a:pt x="3598428" y="113061"/>
                  </a:lnTo>
                  <a:lnTo>
                    <a:pt x="3599500" y="112620"/>
                  </a:lnTo>
                  <a:lnTo>
                    <a:pt x="3600571" y="112179"/>
                  </a:lnTo>
                  <a:lnTo>
                    <a:pt x="3601643" y="111738"/>
                  </a:lnTo>
                  <a:lnTo>
                    <a:pt x="3602715" y="111296"/>
                  </a:lnTo>
                  <a:lnTo>
                    <a:pt x="3603786" y="110854"/>
                  </a:lnTo>
                  <a:lnTo>
                    <a:pt x="3604858" y="110412"/>
                  </a:lnTo>
                  <a:lnTo>
                    <a:pt x="3605929" y="109970"/>
                  </a:lnTo>
                  <a:lnTo>
                    <a:pt x="3607001" y="109527"/>
                  </a:lnTo>
                  <a:lnTo>
                    <a:pt x="3608073" y="109084"/>
                  </a:lnTo>
                  <a:lnTo>
                    <a:pt x="3609144" y="108641"/>
                  </a:lnTo>
                  <a:lnTo>
                    <a:pt x="3610216" y="108198"/>
                  </a:lnTo>
                  <a:lnTo>
                    <a:pt x="3611287" y="107754"/>
                  </a:lnTo>
                  <a:lnTo>
                    <a:pt x="3612359" y="107310"/>
                  </a:lnTo>
                  <a:lnTo>
                    <a:pt x="3613431" y="106866"/>
                  </a:lnTo>
                  <a:lnTo>
                    <a:pt x="3614502" y="106422"/>
                  </a:lnTo>
                  <a:lnTo>
                    <a:pt x="3615574" y="105977"/>
                  </a:lnTo>
                  <a:lnTo>
                    <a:pt x="3616645" y="105532"/>
                  </a:lnTo>
                  <a:lnTo>
                    <a:pt x="3617717" y="105087"/>
                  </a:lnTo>
                  <a:lnTo>
                    <a:pt x="3618789" y="104642"/>
                  </a:lnTo>
                  <a:lnTo>
                    <a:pt x="3619860" y="104196"/>
                  </a:lnTo>
                  <a:lnTo>
                    <a:pt x="3620932" y="103750"/>
                  </a:lnTo>
                  <a:lnTo>
                    <a:pt x="3622003" y="103304"/>
                  </a:lnTo>
                  <a:lnTo>
                    <a:pt x="3623075" y="102858"/>
                  </a:lnTo>
                  <a:lnTo>
                    <a:pt x="3624147" y="102411"/>
                  </a:lnTo>
                  <a:lnTo>
                    <a:pt x="3625218" y="101965"/>
                  </a:lnTo>
                  <a:lnTo>
                    <a:pt x="3626290" y="101517"/>
                  </a:lnTo>
                  <a:lnTo>
                    <a:pt x="3627361" y="101070"/>
                  </a:lnTo>
                  <a:lnTo>
                    <a:pt x="3628433" y="100623"/>
                  </a:lnTo>
                  <a:lnTo>
                    <a:pt x="3629505" y="100175"/>
                  </a:lnTo>
                  <a:lnTo>
                    <a:pt x="3630576" y="99727"/>
                  </a:lnTo>
                  <a:lnTo>
                    <a:pt x="3631648" y="99278"/>
                  </a:lnTo>
                  <a:lnTo>
                    <a:pt x="3632719" y="98830"/>
                  </a:lnTo>
                  <a:lnTo>
                    <a:pt x="3633791" y="98381"/>
                  </a:lnTo>
                  <a:lnTo>
                    <a:pt x="3634863" y="97932"/>
                  </a:lnTo>
                  <a:lnTo>
                    <a:pt x="3635934" y="97483"/>
                  </a:lnTo>
                  <a:lnTo>
                    <a:pt x="3637006" y="97033"/>
                  </a:lnTo>
                  <a:lnTo>
                    <a:pt x="3638077" y="96583"/>
                  </a:lnTo>
                  <a:lnTo>
                    <a:pt x="3639149" y="96133"/>
                  </a:lnTo>
                  <a:lnTo>
                    <a:pt x="3640221" y="95683"/>
                  </a:lnTo>
                  <a:lnTo>
                    <a:pt x="3641292" y="95233"/>
                  </a:lnTo>
                  <a:lnTo>
                    <a:pt x="3642364" y="94782"/>
                  </a:lnTo>
                  <a:lnTo>
                    <a:pt x="3643435" y="94331"/>
                  </a:lnTo>
                  <a:lnTo>
                    <a:pt x="3644507" y="93880"/>
                  </a:lnTo>
                  <a:lnTo>
                    <a:pt x="3645579" y="93428"/>
                  </a:lnTo>
                  <a:lnTo>
                    <a:pt x="3646650" y="92976"/>
                  </a:lnTo>
                  <a:lnTo>
                    <a:pt x="3647722" y="92524"/>
                  </a:lnTo>
                  <a:lnTo>
                    <a:pt x="3648793" y="92072"/>
                  </a:lnTo>
                  <a:lnTo>
                    <a:pt x="3649865" y="91620"/>
                  </a:lnTo>
                  <a:lnTo>
                    <a:pt x="3650937" y="91167"/>
                  </a:lnTo>
                  <a:lnTo>
                    <a:pt x="3652008" y="90714"/>
                  </a:lnTo>
                  <a:lnTo>
                    <a:pt x="3653080" y="90261"/>
                  </a:lnTo>
                  <a:lnTo>
                    <a:pt x="3654151" y="89807"/>
                  </a:lnTo>
                  <a:lnTo>
                    <a:pt x="3655223" y="89354"/>
                  </a:lnTo>
                  <a:lnTo>
                    <a:pt x="3656295" y="88900"/>
                  </a:lnTo>
                  <a:lnTo>
                    <a:pt x="3657366" y="88446"/>
                  </a:lnTo>
                  <a:lnTo>
                    <a:pt x="3658438" y="87991"/>
                  </a:lnTo>
                  <a:lnTo>
                    <a:pt x="3659509" y="87537"/>
                  </a:lnTo>
                  <a:lnTo>
                    <a:pt x="3660581" y="87082"/>
                  </a:lnTo>
                  <a:lnTo>
                    <a:pt x="3661653" y="86627"/>
                  </a:lnTo>
                  <a:lnTo>
                    <a:pt x="3662724" y="86172"/>
                  </a:lnTo>
                  <a:lnTo>
                    <a:pt x="3663796" y="85716"/>
                  </a:lnTo>
                  <a:lnTo>
                    <a:pt x="3664867" y="85260"/>
                  </a:lnTo>
                  <a:lnTo>
                    <a:pt x="3665939" y="84804"/>
                  </a:lnTo>
                  <a:lnTo>
                    <a:pt x="3667011" y="84348"/>
                  </a:lnTo>
                  <a:lnTo>
                    <a:pt x="3668082" y="83891"/>
                  </a:lnTo>
                  <a:lnTo>
                    <a:pt x="3669154" y="83434"/>
                  </a:lnTo>
                  <a:lnTo>
                    <a:pt x="3670225" y="82977"/>
                  </a:lnTo>
                  <a:lnTo>
                    <a:pt x="3671297" y="82520"/>
                  </a:lnTo>
                  <a:lnTo>
                    <a:pt x="3672369" y="82063"/>
                  </a:lnTo>
                  <a:lnTo>
                    <a:pt x="3673440" y="81605"/>
                  </a:lnTo>
                  <a:lnTo>
                    <a:pt x="3674512" y="81147"/>
                  </a:lnTo>
                  <a:lnTo>
                    <a:pt x="3675583" y="80689"/>
                  </a:lnTo>
                  <a:lnTo>
                    <a:pt x="3676655" y="80230"/>
                  </a:lnTo>
                  <a:lnTo>
                    <a:pt x="3677727" y="79772"/>
                  </a:lnTo>
                  <a:lnTo>
                    <a:pt x="3678798" y="79313"/>
                  </a:lnTo>
                  <a:lnTo>
                    <a:pt x="3679870" y="78854"/>
                  </a:lnTo>
                  <a:lnTo>
                    <a:pt x="3680941" y="78394"/>
                  </a:lnTo>
                  <a:lnTo>
                    <a:pt x="3682013" y="77935"/>
                  </a:lnTo>
                  <a:lnTo>
                    <a:pt x="3683085" y="77475"/>
                  </a:lnTo>
                  <a:lnTo>
                    <a:pt x="3684156" y="77015"/>
                  </a:lnTo>
                  <a:lnTo>
                    <a:pt x="3685228" y="76555"/>
                  </a:lnTo>
                  <a:lnTo>
                    <a:pt x="3686299" y="76094"/>
                  </a:lnTo>
                  <a:lnTo>
                    <a:pt x="3687371" y="75633"/>
                  </a:lnTo>
                  <a:lnTo>
                    <a:pt x="3688443" y="75172"/>
                  </a:lnTo>
                  <a:lnTo>
                    <a:pt x="3689514" y="74711"/>
                  </a:lnTo>
                  <a:lnTo>
                    <a:pt x="3690586" y="74249"/>
                  </a:lnTo>
                  <a:lnTo>
                    <a:pt x="3691657" y="73788"/>
                  </a:lnTo>
                  <a:lnTo>
                    <a:pt x="3692729" y="73326"/>
                  </a:lnTo>
                  <a:lnTo>
                    <a:pt x="3693801" y="72864"/>
                  </a:lnTo>
                  <a:lnTo>
                    <a:pt x="3694872" y="72401"/>
                  </a:lnTo>
                  <a:lnTo>
                    <a:pt x="3695944" y="71939"/>
                  </a:lnTo>
                  <a:lnTo>
                    <a:pt x="3697015" y="71476"/>
                  </a:lnTo>
                  <a:lnTo>
                    <a:pt x="3698087" y="71013"/>
                  </a:lnTo>
                  <a:lnTo>
                    <a:pt x="3699159" y="70549"/>
                  </a:lnTo>
                  <a:lnTo>
                    <a:pt x="3700230" y="70086"/>
                  </a:lnTo>
                  <a:lnTo>
                    <a:pt x="3701302" y="69622"/>
                  </a:lnTo>
                  <a:lnTo>
                    <a:pt x="3702373" y="69158"/>
                  </a:lnTo>
                  <a:lnTo>
                    <a:pt x="3703445" y="68693"/>
                  </a:lnTo>
                  <a:lnTo>
                    <a:pt x="3704517" y="68229"/>
                  </a:lnTo>
                  <a:lnTo>
                    <a:pt x="3705588" y="67764"/>
                  </a:lnTo>
                  <a:lnTo>
                    <a:pt x="3706660" y="67299"/>
                  </a:lnTo>
                  <a:lnTo>
                    <a:pt x="3707731" y="66834"/>
                  </a:lnTo>
                  <a:lnTo>
                    <a:pt x="3708803" y="66369"/>
                  </a:lnTo>
                  <a:lnTo>
                    <a:pt x="3709875" y="65903"/>
                  </a:lnTo>
                  <a:lnTo>
                    <a:pt x="3710946" y="65437"/>
                  </a:lnTo>
                  <a:lnTo>
                    <a:pt x="3712018" y="64971"/>
                  </a:lnTo>
                  <a:lnTo>
                    <a:pt x="3713089" y="64505"/>
                  </a:lnTo>
                  <a:lnTo>
                    <a:pt x="3714161" y="64038"/>
                  </a:lnTo>
                  <a:lnTo>
                    <a:pt x="3715233" y="63571"/>
                  </a:lnTo>
                  <a:lnTo>
                    <a:pt x="3716304" y="63104"/>
                  </a:lnTo>
                  <a:lnTo>
                    <a:pt x="3717376" y="62637"/>
                  </a:lnTo>
                  <a:lnTo>
                    <a:pt x="3718447" y="62169"/>
                  </a:lnTo>
                  <a:lnTo>
                    <a:pt x="3719519" y="61702"/>
                  </a:lnTo>
                  <a:lnTo>
                    <a:pt x="3720591" y="61234"/>
                  </a:lnTo>
                  <a:lnTo>
                    <a:pt x="3721662" y="60765"/>
                  </a:lnTo>
                  <a:lnTo>
                    <a:pt x="3722734" y="60297"/>
                  </a:lnTo>
                  <a:lnTo>
                    <a:pt x="3723805" y="59828"/>
                  </a:lnTo>
                  <a:lnTo>
                    <a:pt x="3724877" y="59359"/>
                  </a:lnTo>
                  <a:lnTo>
                    <a:pt x="3725949" y="58890"/>
                  </a:lnTo>
                  <a:lnTo>
                    <a:pt x="3727020" y="58421"/>
                  </a:lnTo>
                  <a:lnTo>
                    <a:pt x="3728092" y="57951"/>
                  </a:lnTo>
                  <a:lnTo>
                    <a:pt x="3729163" y="57482"/>
                  </a:lnTo>
                  <a:lnTo>
                    <a:pt x="3730235" y="57012"/>
                  </a:lnTo>
                  <a:lnTo>
                    <a:pt x="3731306" y="56541"/>
                  </a:lnTo>
                  <a:lnTo>
                    <a:pt x="3732378" y="56071"/>
                  </a:lnTo>
                  <a:lnTo>
                    <a:pt x="3733450" y="55600"/>
                  </a:lnTo>
                  <a:lnTo>
                    <a:pt x="3734521" y="55129"/>
                  </a:lnTo>
                  <a:lnTo>
                    <a:pt x="3735593" y="54658"/>
                  </a:lnTo>
                  <a:lnTo>
                    <a:pt x="3736664" y="54187"/>
                  </a:lnTo>
                  <a:lnTo>
                    <a:pt x="3737736" y="53715"/>
                  </a:lnTo>
                  <a:lnTo>
                    <a:pt x="3738808" y="53243"/>
                  </a:lnTo>
                  <a:lnTo>
                    <a:pt x="3739879" y="52771"/>
                  </a:lnTo>
                  <a:lnTo>
                    <a:pt x="3740951" y="52299"/>
                  </a:lnTo>
                  <a:lnTo>
                    <a:pt x="3742022" y="51826"/>
                  </a:lnTo>
                  <a:lnTo>
                    <a:pt x="3743094" y="51354"/>
                  </a:lnTo>
                  <a:lnTo>
                    <a:pt x="3744166" y="50881"/>
                  </a:lnTo>
                  <a:lnTo>
                    <a:pt x="3745237" y="50407"/>
                  </a:lnTo>
                  <a:lnTo>
                    <a:pt x="3746309" y="49934"/>
                  </a:lnTo>
                  <a:lnTo>
                    <a:pt x="3747380" y="49460"/>
                  </a:lnTo>
                  <a:lnTo>
                    <a:pt x="3748452" y="48987"/>
                  </a:lnTo>
                  <a:lnTo>
                    <a:pt x="3749524" y="48513"/>
                  </a:lnTo>
                  <a:lnTo>
                    <a:pt x="3750595" y="48038"/>
                  </a:lnTo>
                  <a:lnTo>
                    <a:pt x="3751667" y="47564"/>
                  </a:lnTo>
                  <a:lnTo>
                    <a:pt x="3752738" y="47089"/>
                  </a:lnTo>
                  <a:lnTo>
                    <a:pt x="3753810" y="46614"/>
                  </a:lnTo>
                  <a:lnTo>
                    <a:pt x="3754882" y="46139"/>
                  </a:lnTo>
                  <a:lnTo>
                    <a:pt x="3755953" y="45663"/>
                  </a:lnTo>
                  <a:lnTo>
                    <a:pt x="3757025" y="45188"/>
                  </a:lnTo>
                  <a:lnTo>
                    <a:pt x="3758096" y="44712"/>
                  </a:lnTo>
                  <a:lnTo>
                    <a:pt x="3759168" y="44236"/>
                  </a:lnTo>
                  <a:lnTo>
                    <a:pt x="3760240" y="43759"/>
                  </a:lnTo>
                  <a:lnTo>
                    <a:pt x="3761311" y="43283"/>
                  </a:lnTo>
                  <a:lnTo>
                    <a:pt x="3762383" y="42806"/>
                  </a:lnTo>
                  <a:lnTo>
                    <a:pt x="3763454" y="42329"/>
                  </a:lnTo>
                  <a:lnTo>
                    <a:pt x="3764526" y="41852"/>
                  </a:lnTo>
                  <a:lnTo>
                    <a:pt x="3765598" y="41374"/>
                  </a:lnTo>
                  <a:lnTo>
                    <a:pt x="3766669" y="40897"/>
                  </a:lnTo>
                  <a:lnTo>
                    <a:pt x="3767741" y="40419"/>
                  </a:lnTo>
                  <a:lnTo>
                    <a:pt x="3768812" y="39941"/>
                  </a:lnTo>
                  <a:lnTo>
                    <a:pt x="3769884" y="39463"/>
                  </a:lnTo>
                  <a:lnTo>
                    <a:pt x="3770956" y="38984"/>
                  </a:lnTo>
                  <a:lnTo>
                    <a:pt x="3772027" y="38505"/>
                  </a:lnTo>
                  <a:lnTo>
                    <a:pt x="3773099" y="38026"/>
                  </a:lnTo>
                  <a:lnTo>
                    <a:pt x="3774170" y="37547"/>
                  </a:lnTo>
                  <a:lnTo>
                    <a:pt x="3775242" y="37068"/>
                  </a:lnTo>
                  <a:lnTo>
                    <a:pt x="3776314" y="36588"/>
                  </a:lnTo>
                  <a:lnTo>
                    <a:pt x="3777385" y="36108"/>
                  </a:lnTo>
                  <a:lnTo>
                    <a:pt x="3778457" y="35628"/>
                  </a:lnTo>
                  <a:lnTo>
                    <a:pt x="3779528" y="35148"/>
                  </a:lnTo>
                  <a:lnTo>
                    <a:pt x="3780600" y="34667"/>
                  </a:lnTo>
                  <a:lnTo>
                    <a:pt x="3781672" y="34187"/>
                  </a:lnTo>
                  <a:lnTo>
                    <a:pt x="3782743" y="33706"/>
                  </a:lnTo>
                  <a:lnTo>
                    <a:pt x="3783815" y="33224"/>
                  </a:lnTo>
                  <a:lnTo>
                    <a:pt x="3784886" y="32743"/>
                  </a:lnTo>
                  <a:lnTo>
                    <a:pt x="3785958" y="32261"/>
                  </a:lnTo>
                  <a:lnTo>
                    <a:pt x="3787030" y="31780"/>
                  </a:lnTo>
                  <a:lnTo>
                    <a:pt x="3788101" y="31298"/>
                  </a:lnTo>
                  <a:lnTo>
                    <a:pt x="3789173" y="30815"/>
                  </a:lnTo>
                  <a:lnTo>
                    <a:pt x="3790244" y="30333"/>
                  </a:lnTo>
                  <a:lnTo>
                    <a:pt x="3791316" y="29850"/>
                  </a:lnTo>
                  <a:lnTo>
                    <a:pt x="3792388" y="29367"/>
                  </a:lnTo>
                  <a:lnTo>
                    <a:pt x="3793459" y="28884"/>
                  </a:lnTo>
                  <a:lnTo>
                    <a:pt x="3794531" y="28401"/>
                  </a:lnTo>
                  <a:lnTo>
                    <a:pt x="3795602" y="27917"/>
                  </a:lnTo>
                  <a:lnTo>
                    <a:pt x="3796674" y="27433"/>
                  </a:lnTo>
                  <a:lnTo>
                    <a:pt x="3797746" y="26949"/>
                  </a:lnTo>
                  <a:lnTo>
                    <a:pt x="3798817" y="26465"/>
                  </a:lnTo>
                  <a:lnTo>
                    <a:pt x="3799889" y="25981"/>
                  </a:lnTo>
                  <a:lnTo>
                    <a:pt x="3800960" y="25496"/>
                  </a:lnTo>
                  <a:lnTo>
                    <a:pt x="3802032" y="25011"/>
                  </a:lnTo>
                  <a:lnTo>
                    <a:pt x="3803104" y="24526"/>
                  </a:lnTo>
                  <a:lnTo>
                    <a:pt x="3804175" y="24041"/>
                  </a:lnTo>
                  <a:lnTo>
                    <a:pt x="3805247" y="23555"/>
                  </a:lnTo>
                  <a:lnTo>
                    <a:pt x="3806318" y="23070"/>
                  </a:lnTo>
                  <a:lnTo>
                    <a:pt x="3807390" y="22584"/>
                  </a:lnTo>
                  <a:lnTo>
                    <a:pt x="3808462" y="22097"/>
                  </a:lnTo>
                  <a:lnTo>
                    <a:pt x="3809533" y="21611"/>
                  </a:lnTo>
                  <a:lnTo>
                    <a:pt x="3810605" y="21124"/>
                  </a:lnTo>
                  <a:lnTo>
                    <a:pt x="3811676" y="20638"/>
                  </a:lnTo>
                  <a:lnTo>
                    <a:pt x="3812748" y="20151"/>
                  </a:lnTo>
                  <a:lnTo>
                    <a:pt x="3813820" y="19663"/>
                  </a:lnTo>
                  <a:lnTo>
                    <a:pt x="3814891" y="19176"/>
                  </a:lnTo>
                  <a:lnTo>
                    <a:pt x="3815963" y="18688"/>
                  </a:lnTo>
                  <a:lnTo>
                    <a:pt x="3817034" y="18200"/>
                  </a:lnTo>
                  <a:lnTo>
                    <a:pt x="3818106" y="17712"/>
                  </a:lnTo>
                  <a:lnTo>
                    <a:pt x="3819178" y="17224"/>
                  </a:lnTo>
                  <a:lnTo>
                    <a:pt x="3820249" y="16735"/>
                  </a:lnTo>
                  <a:lnTo>
                    <a:pt x="3821321" y="16247"/>
                  </a:lnTo>
                  <a:lnTo>
                    <a:pt x="3822392" y="15758"/>
                  </a:lnTo>
                  <a:lnTo>
                    <a:pt x="3823464" y="15269"/>
                  </a:lnTo>
                  <a:lnTo>
                    <a:pt x="3824536" y="14779"/>
                  </a:lnTo>
                  <a:lnTo>
                    <a:pt x="3825607" y="14290"/>
                  </a:lnTo>
                  <a:lnTo>
                    <a:pt x="3826679" y="13800"/>
                  </a:lnTo>
                  <a:lnTo>
                    <a:pt x="3827750" y="13310"/>
                  </a:lnTo>
                  <a:lnTo>
                    <a:pt x="3828822" y="12820"/>
                  </a:lnTo>
                  <a:lnTo>
                    <a:pt x="3829894" y="12329"/>
                  </a:lnTo>
                  <a:lnTo>
                    <a:pt x="3830965" y="11838"/>
                  </a:lnTo>
                  <a:lnTo>
                    <a:pt x="3832037" y="11348"/>
                  </a:lnTo>
                  <a:lnTo>
                    <a:pt x="3833108" y="10857"/>
                  </a:lnTo>
                  <a:lnTo>
                    <a:pt x="3834180" y="10365"/>
                  </a:lnTo>
                  <a:lnTo>
                    <a:pt x="3835252" y="9874"/>
                  </a:lnTo>
                  <a:lnTo>
                    <a:pt x="3836323" y="9382"/>
                  </a:lnTo>
                  <a:lnTo>
                    <a:pt x="3837395" y="8890"/>
                  </a:lnTo>
                  <a:lnTo>
                    <a:pt x="3838466" y="8398"/>
                  </a:lnTo>
                  <a:lnTo>
                    <a:pt x="3839538" y="7906"/>
                  </a:lnTo>
                  <a:lnTo>
                    <a:pt x="3840610" y="7413"/>
                  </a:lnTo>
                  <a:lnTo>
                    <a:pt x="3841681" y="6920"/>
                  </a:lnTo>
                  <a:lnTo>
                    <a:pt x="3842753" y="6427"/>
                  </a:lnTo>
                  <a:lnTo>
                    <a:pt x="3843824" y="5934"/>
                  </a:lnTo>
                  <a:lnTo>
                    <a:pt x="3844896" y="5441"/>
                  </a:lnTo>
                  <a:lnTo>
                    <a:pt x="3845968" y="4947"/>
                  </a:lnTo>
                  <a:lnTo>
                    <a:pt x="3847039" y="4453"/>
                  </a:lnTo>
                  <a:lnTo>
                    <a:pt x="3848111" y="3959"/>
                  </a:lnTo>
                  <a:lnTo>
                    <a:pt x="3849182" y="3465"/>
                  </a:lnTo>
                  <a:lnTo>
                    <a:pt x="3850254" y="2971"/>
                  </a:lnTo>
                  <a:lnTo>
                    <a:pt x="3851326" y="2476"/>
                  </a:lnTo>
                  <a:lnTo>
                    <a:pt x="3852397" y="1981"/>
                  </a:lnTo>
                  <a:lnTo>
                    <a:pt x="3853469" y="1486"/>
                  </a:lnTo>
                  <a:lnTo>
                    <a:pt x="3854540" y="991"/>
                  </a:lnTo>
                  <a:lnTo>
                    <a:pt x="3855612" y="495"/>
                  </a:lnTo>
                  <a:lnTo>
                    <a:pt x="3856684" y="0"/>
                  </a:lnTo>
                  <a:lnTo>
                    <a:pt x="3856684" y="496716"/>
                  </a:lnTo>
                  <a:lnTo>
                    <a:pt x="3855612" y="496815"/>
                  </a:lnTo>
                  <a:lnTo>
                    <a:pt x="3854540" y="496914"/>
                  </a:lnTo>
                  <a:lnTo>
                    <a:pt x="3853469" y="497013"/>
                  </a:lnTo>
                  <a:lnTo>
                    <a:pt x="3852397" y="497112"/>
                  </a:lnTo>
                  <a:lnTo>
                    <a:pt x="3851326" y="497211"/>
                  </a:lnTo>
                  <a:lnTo>
                    <a:pt x="3850254" y="497310"/>
                  </a:lnTo>
                  <a:lnTo>
                    <a:pt x="3849182" y="497410"/>
                  </a:lnTo>
                  <a:lnTo>
                    <a:pt x="3848111" y="497509"/>
                  </a:lnTo>
                  <a:lnTo>
                    <a:pt x="3847039" y="497609"/>
                  </a:lnTo>
                  <a:lnTo>
                    <a:pt x="3845968" y="497708"/>
                  </a:lnTo>
                  <a:lnTo>
                    <a:pt x="3844896" y="497808"/>
                  </a:lnTo>
                  <a:lnTo>
                    <a:pt x="3843824" y="497908"/>
                  </a:lnTo>
                  <a:lnTo>
                    <a:pt x="3842753" y="498008"/>
                  </a:lnTo>
                  <a:lnTo>
                    <a:pt x="3841681" y="498108"/>
                  </a:lnTo>
                  <a:lnTo>
                    <a:pt x="3840610" y="498208"/>
                  </a:lnTo>
                  <a:lnTo>
                    <a:pt x="3839538" y="498308"/>
                  </a:lnTo>
                  <a:lnTo>
                    <a:pt x="3838466" y="498408"/>
                  </a:lnTo>
                  <a:lnTo>
                    <a:pt x="3837395" y="498509"/>
                  </a:lnTo>
                  <a:lnTo>
                    <a:pt x="3836323" y="498609"/>
                  </a:lnTo>
                  <a:lnTo>
                    <a:pt x="3835252" y="498710"/>
                  </a:lnTo>
                  <a:lnTo>
                    <a:pt x="3834180" y="498810"/>
                  </a:lnTo>
                  <a:lnTo>
                    <a:pt x="3833108" y="498911"/>
                  </a:lnTo>
                  <a:lnTo>
                    <a:pt x="3832037" y="499012"/>
                  </a:lnTo>
                  <a:lnTo>
                    <a:pt x="3830965" y="499113"/>
                  </a:lnTo>
                  <a:lnTo>
                    <a:pt x="3829894" y="499214"/>
                  </a:lnTo>
                  <a:lnTo>
                    <a:pt x="3828822" y="499315"/>
                  </a:lnTo>
                  <a:lnTo>
                    <a:pt x="3827750" y="499416"/>
                  </a:lnTo>
                  <a:lnTo>
                    <a:pt x="3826679" y="499517"/>
                  </a:lnTo>
                  <a:lnTo>
                    <a:pt x="3825607" y="499618"/>
                  </a:lnTo>
                  <a:lnTo>
                    <a:pt x="3824536" y="499720"/>
                  </a:lnTo>
                  <a:lnTo>
                    <a:pt x="3823464" y="499821"/>
                  </a:lnTo>
                  <a:lnTo>
                    <a:pt x="3822392" y="499923"/>
                  </a:lnTo>
                  <a:lnTo>
                    <a:pt x="3821321" y="500024"/>
                  </a:lnTo>
                  <a:lnTo>
                    <a:pt x="3820249" y="500126"/>
                  </a:lnTo>
                  <a:lnTo>
                    <a:pt x="3819178" y="500228"/>
                  </a:lnTo>
                  <a:lnTo>
                    <a:pt x="3818106" y="500330"/>
                  </a:lnTo>
                  <a:lnTo>
                    <a:pt x="3817034" y="500432"/>
                  </a:lnTo>
                  <a:lnTo>
                    <a:pt x="3815963" y="500534"/>
                  </a:lnTo>
                  <a:lnTo>
                    <a:pt x="3814891" y="500636"/>
                  </a:lnTo>
                  <a:lnTo>
                    <a:pt x="3813820" y="500738"/>
                  </a:lnTo>
                  <a:lnTo>
                    <a:pt x="3812748" y="500841"/>
                  </a:lnTo>
                  <a:lnTo>
                    <a:pt x="3811676" y="500943"/>
                  </a:lnTo>
                  <a:lnTo>
                    <a:pt x="3810605" y="501046"/>
                  </a:lnTo>
                  <a:lnTo>
                    <a:pt x="3809533" y="501148"/>
                  </a:lnTo>
                  <a:lnTo>
                    <a:pt x="3808462" y="501251"/>
                  </a:lnTo>
                  <a:lnTo>
                    <a:pt x="3807390" y="501354"/>
                  </a:lnTo>
                  <a:lnTo>
                    <a:pt x="3806318" y="501457"/>
                  </a:lnTo>
                  <a:lnTo>
                    <a:pt x="3805247" y="501560"/>
                  </a:lnTo>
                  <a:lnTo>
                    <a:pt x="3804175" y="501663"/>
                  </a:lnTo>
                  <a:lnTo>
                    <a:pt x="3803104" y="501766"/>
                  </a:lnTo>
                  <a:lnTo>
                    <a:pt x="3802032" y="501869"/>
                  </a:lnTo>
                  <a:lnTo>
                    <a:pt x="3800960" y="501973"/>
                  </a:lnTo>
                  <a:lnTo>
                    <a:pt x="3799889" y="502076"/>
                  </a:lnTo>
                  <a:lnTo>
                    <a:pt x="3798817" y="502180"/>
                  </a:lnTo>
                  <a:lnTo>
                    <a:pt x="3797746" y="502284"/>
                  </a:lnTo>
                  <a:lnTo>
                    <a:pt x="3796674" y="502387"/>
                  </a:lnTo>
                  <a:lnTo>
                    <a:pt x="3795602" y="502491"/>
                  </a:lnTo>
                  <a:lnTo>
                    <a:pt x="3794531" y="502595"/>
                  </a:lnTo>
                  <a:lnTo>
                    <a:pt x="3793459" y="502699"/>
                  </a:lnTo>
                  <a:lnTo>
                    <a:pt x="3792388" y="502803"/>
                  </a:lnTo>
                  <a:lnTo>
                    <a:pt x="3791316" y="502907"/>
                  </a:lnTo>
                  <a:lnTo>
                    <a:pt x="3790244" y="503012"/>
                  </a:lnTo>
                  <a:lnTo>
                    <a:pt x="3789173" y="503116"/>
                  </a:lnTo>
                  <a:lnTo>
                    <a:pt x="3788101" y="503220"/>
                  </a:lnTo>
                  <a:lnTo>
                    <a:pt x="3787030" y="503325"/>
                  </a:lnTo>
                  <a:lnTo>
                    <a:pt x="3785958" y="503430"/>
                  </a:lnTo>
                  <a:lnTo>
                    <a:pt x="3784886" y="503534"/>
                  </a:lnTo>
                  <a:lnTo>
                    <a:pt x="3783815" y="503639"/>
                  </a:lnTo>
                  <a:lnTo>
                    <a:pt x="3782743" y="503744"/>
                  </a:lnTo>
                  <a:lnTo>
                    <a:pt x="3781672" y="503849"/>
                  </a:lnTo>
                  <a:lnTo>
                    <a:pt x="3780600" y="503954"/>
                  </a:lnTo>
                  <a:lnTo>
                    <a:pt x="3779528" y="504060"/>
                  </a:lnTo>
                  <a:lnTo>
                    <a:pt x="3778457" y="504165"/>
                  </a:lnTo>
                  <a:lnTo>
                    <a:pt x="3777385" y="504271"/>
                  </a:lnTo>
                  <a:lnTo>
                    <a:pt x="3776314" y="504376"/>
                  </a:lnTo>
                  <a:lnTo>
                    <a:pt x="3775242" y="504482"/>
                  </a:lnTo>
                  <a:lnTo>
                    <a:pt x="3774170" y="504587"/>
                  </a:lnTo>
                  <a:lnTo>
                    <a:pt x="3773099" y="504693"/>
                  </a:lnTo>
                  <a:lnTo>
                    <a:pt x="3772027" y="504799"/>
                  </a:lnTo>
                  <a:lnTo>
                    <a:pt x="3770956" y="504905"/>
                  </a:lnTo>
                  <a:lnTo>
                    <a:pt x="3769884" y="505011"/>
                  </a:lnTo>
                  <a:lnTo>
                    <a:pt x="3768812" y="505117"/>
                  </a:lnTo>
                  <a:lnTo>
                    <a:pt x="3767741" y="505224"/>
                  </a:lnTo>
                  <a:lnTo>
                    <a:pt x="3766669" y="505330"/>
                  </a:lnTo>
                  <a:lnTo>
                    <a:pt x="3765598" y="505437"/>
                  </a:lnTo>
                  <a:lnTo>
                    <a:pt x="3764526" y="505543"/>
                  </a:lnTo>
                  <a:lnTo>
                    <a:pt x="3763454" y="505650"/>
                  </a:lnTo>
                  <a:lnTo>
                    <a:pt x="3762383" y="505757"/>
                  </a:lnTo>
                  <a:lnTo>
                    <a:pt x="3761311" y="505864"/>
                  </a:lnTo>
                  <a:lnTo>
                    <a:pt x="3760240" y="505971"/>
                  </a:lnTo>
                  <a:lnTo>
                    <a:pt x="3759168" y="506078"/>
                  </a:lnTo>
                  <a:lnTo>
                    <a:pt x="3758096" y="506185"/>
                  </a:lnTo>
                  <a:lnTo>
                    <a:pt x="3757025" y="506292"/>
                  </a:lnTo>
                  <a:lnTo>
                    <a:pt x="3755953" y="506400"/>
                  </a:lnTo>
                  <a:lnTo>
                    <a:pt x="3754882" y="506507"/>
                  </a:lnTo>
                  <a:lnTo>
                    <a:pt x="3753810" y="506615"/>
                  </a:lnTo>
                  <a:lnTo>
                    <a:pt x="3752738" y="506722"/>
                  </a:lnTo>
                  <a:lnTo>
                    <a:pt x="3751667" y="506830"/>
                  </a:lnTo>
                  <a:lnTo>
                    <a:pt x="3750595" y="506938"/>
                  </a:lnTo>
                  <a:lnTo>
                    <a:pt x="3749524" y="507046"/>
                  </a:lnTo>
                  <a:lnTo>
                    <a:pt x="3748452" y="507154"/>
                  </a:lnTo>
                  <a:lnTo>
                    <a:pt x="3747380" y="507262"/>
                  </a:lnTo>
                  <a:lnTo>
                    <a:pt x="3746309" y="507371"/>
                  </a:lnTo>
                  <a:lnTo>
                    <a:pt x="3745237" y="507479"/>
                  </a:lnTo>
                  <a:lnTo>
                    <a:pt x="3744166" y="507587"/>
                  </a:lnTo>
                  <a:lnTo>
                    <a:pt x="3743094" y="507696"/>
                  </a:lnTo>
                  <a:lnTo>
                    <a:pt x="3742022" y="507805"/>
                  </a:lnTo>
                  <a:lnTo>
                    <a:pt x="3740951" y="507914"/>
                  </a:lnTo>
                  <a:lnTo>
                    <a:pt x="3739879" y="508022"/>
                  </a:lnTo>
                  <a:lnTo>
                    <a:pt x="3738808" y="508131"/>
                  </a:lnTo>
                  <a:lnTo>
                    <a:pt x="3737736" y="508241"/>
                  </a:lnTo>
                  <a:lnTo>
                    <a:pt x="3736664" y="508350"/>
                  </a:lnTo>
                  <a:lnTo>
                    <a:pt x="3735593" y="508459"/>
                  </a:lnTo>
                  <a:lnTo>
                    <a:pt x="3734521" y="508569"/>
                  </a:lnTo>
                  <a:lnTo>
                    <a:pt x="3733450" y="508678"/>
                  </a:lnTo>
                  <a:lnTo>
                    <a:pt x="3732378" y="508788"/>
                  </a:lnTo>
                  <a:lnTo>
                    <a:pt x="3731306" y="508897"/>
                  </a:lnTo>
                  <a:lnTo>
                    <a:pt x="3730235" y="509007"/>
                  </a:lnTo>
                  <a:lnTo>
                    <a:pt x="3729163" y="509117"/>
                  </a:lnTo>
                  <a:lnTo>
                    <a:pt x="3728092" y="509227"/>
                  </a:lnTo>
                  <a:lnTo>
                    <a:pt x="3727020" y="509337"/>
                  </a:lnTo>
                  <a:lnTo>
                    <a:pt x="3725949" y="509448"/>
                  </a:lnTo>
                  <a:lnTo>
                    <a:pt x="3724877" y="509558"/>
                  </a:lnTo>
                  <a:lnTo>
                    <a:pt x="3723805" y="509669"/>
                  </a:lnTo>
                  <a:lnTo>
                    <a:pt x="3722734" y="509779"/>
                  </a:lnTo>
                  <a:lnTo>
                    <a:pt x="3721662" y="509890"/>
                  </a:lnTo>
                  <a:lnTo>
                    <a:pt x="3720591" y="510001"/>
                  </a:lnTo>
                  <a:lnTo>
                    <a:pt x="3719519" y="510111"/>
                  </a:lnTo>
                  <a:lnTo>
                    <a:pt x="3718447" y="510222"/>
                  </a:lnTo>
                  <a:lnTo>
                    <a:pt x="3717376" y="510334"/>
                  </a:lnTo>
                  <a:lnTo>
                    <a:pt x="3716304" y="510445"/>
                  </a:lnTo>
                  <a:lnTo>
                    <a:pt x="3715233" y="510556"/>
                  </a:lnTo>
                  <a:lnTo>
                    <a:pt x="3714161" y="510668"/>
                  </a:lnTo>
                  <a:lnTo>
                    <a:pt x="3713089" y="510779"/>
                  </a:lnTo>
                  <a:lnTo>
                    <a:pt x="3712018" y="510891"/>
                  </a:lnTo>
                  <a:lnTo>
                    <a:pt x="3710946" y="511003"/>
                  </a:lnTo>
                  <a:lnTo>
                    <a:pt x="3709875" y="511114"/>
                  </a:lnTo>
                  <a:lnTo>
                    <a:pt x="3708803" y="511226"/>
                  </a:lnTo>
                  <a:lnTo>
                    <a:pt x="3707731" y="511338"/>
                  </a:lnTo>
                  <a:lnTo>
                    <a:pt x="3706660" y="511451"/>
                  </a:lnTo>
                  <a:lnTo>
                    <a:pt x="3705588" y="511563"/>
                  </a:lnTo>
                  <a:lnTo>
                    <a:pt x="3704517" y="511675"/>
                  </a:lnTo>
                  <a:lnTo>
                    <a:pt x="3703445" y="511788"/>
                  </a:lnTo>
                  <a:lnTo>
                    <a:pt x="3702373" y="511900"/>
                  </a:lnTo>
                  <a:lnTo>
                    <a:pt x="3701302" y="512013"/>
                  </a:lnTo>
                  <a:lnTo>
                    <a:pt x="3700230" y="512126"/>
                  </a:lnTo>
                  <a:lnTo>
                    <a:pt x="3699159" y="512239"/>
                  </a:lnTo>
                  <a:lnTo>
                    <a:pt x="3698087" y="512352"/>
                  </a:lnTo>
                  <a:lnTo>
                    <a:pt x="3697015" y="512465"/>
                  </a:lnTo>
                  <a:lnTo>
                    <a:pt x="3695944" y="512579"/>
                  </a:lnTo>
                  <a:lnTo>
                    <a:pt x="3694872" y="512692"/>
                  </a:lnTo>
                  <a:lnTo>
                    <a:pt x="3693801" y="512805"/>
                  </a:lnTo>
                  <a:lnTo>
                    <a:pt x="3692729" y="512919"/>
                  </a:lnTo>
                  <a:lnTo>
                    <a:pt x="3691657" y="513033"/>
                  </a:lnTo>
                  <a:lnTo>
                    <a:pt x="3690586" y="513147"/>
                  </a:lnTo>
                  <a:lnTo>
                    <a:pt x="3689514" y="513261"/>
                  </a:lnTo>
                  <a:lnTo>
                    <a:pt x="3688443" y="513375"/>
                  </a:lnTo>
                  <a:lnTo>
                    <a:pt x="3687371" y="513489"/>
                  </a:lnTo>
                  <a:lnTo>
                    <a:pt x="3686299" y="513603"/>
                  </a:lnTo>
                  <a:lnTo>
                    <a:pt x="3685228" y="513718"/>
                  </a:lnTo>
                  <a:lnTo>
                    <a:pt x="3684156" y="513832"/>
                  </a:lnTo>
                  <a:lnTo>
                    <a:pt x="3683085" y="513947"/>
                  </a:lnTo>
                  <a:lnTo>
                    <a:pt x="3682013" y="514062"/>
                  </a:lnTo>
                  <a:lnTo>
                    <a:pt x="3680941" y="514176"/>
                  </a:lnTo>
                  <a:lnTo>
                    <a:pt x="3679870" y="514291"/>
                  </a:lnTo>
                  <a:lnTo>
                    <a:pt x="3678798" y="514407"/>
                  </a:lnTo>
                  <a:lnTo>
                    <a:pt x="3677727" y="514522"/>
                  </a:lnTo>
                  <a:lnTo>
                    <a:pt x="3676655" y="514637"/>
                  </a:lnTo>
                  <a:lnTo>
                    <a:pt x="3675583" y="514753"/>
                  </a:lnTo>
                  <a:lnTo>
                    <a:pt x="3674512" y="514868"/>
                  </a:lnTo>
                  <a:lnTo>
                    <a:pt x="3673440" y="514984"/>
                  </a:lnTo>
                  <a:lnTo>
                    <a:pt x="3672369" y="515100"/>
                  </a:lnTo>
                  <a:lnTo>
                    <a:pt x="3671297" y="515216"/>
                  </a:lnTo>
                  <a:lnTo>
                    <a:pt x="3670225" y="515332"/>
                  </a:lnTo>
                  <a:lnTo>
                    <a:pt x="3669154" y="515448"/>
                  </a:lnTo>
                  <a:lnTo>
                    <a:pt x="3668082" y="515564"/>
                  </a:lnTo>
                  <a:lnTo>
                    <a:pt x="3667011" y="515680"/>
                  </a:lnTo>
                  <a:lnTo>
                    <a:pt x="3665939" y="515797"/>
                  </a:lnTo>
                  <a:lnTo>
                    <a:pt x="3664867" y="515913"/>
                  </a:lnTo>
                  <a:lnTo>
                    <a:pt x="3663796" y="516030"/>
                  </a:lnTo>
                  <a:lnTo>
                    <a:pt x="3662724" y="516147"/>
                  </a:lnTo>
                  <a:lnTo>
                    <a:pt x="3661653" y="516264"/>
                  </a:lnTo>
                  <a:lnTo>
                    <a:pt x="3660581" y="516381"/>
                  </a:lnTo>
                  <a:lnTo>
                    <a:pt x="3659509" y="516498"/>
                  </a:lnTo>
                  <a:lnTo>
                    <a:pt x="3658438" y="516616"/>
                  </a:lnTo>
                  <a:lnTo>
                    <a:pt x="3657366" y="516733"/>
                  </a:lnTo>
                  <a:lnTo>
                    <a:pt x="3656295" y="516851"/>
                  </a:lnTo>
                  <a:lnTo>
                    <a:pt x="3655223" y="516968"/>
                  </a:lnTo>
                  <a:lnTo>
                    <a:pt x="3654151" y="517086"/>
                  </a:lnTo>
                  <a:lnTo>
                    <a:pt x="3653080" y="517204"/>
                  </a:lnTo>
                  <a:lnTo>
                    <a:pt x="3652008" y="517322"/>
                  </a:lnTo>
                  <a:lnTo>
                    <a:pt x="3650937" y="517440"/>
                  </a:lnTo>
                  <a:lnTo>
                    <a:pt x="3649865" y="517558"/>
                  </a:lnTo>
                  <a:lnTo>
                    <a:pt x="3648793" y="517677"/>
                  </a:lnTo>
                  <a:lnTo>
                    <a:pt x="3647722" y="517795"/>
                  </a:lnTo>
                  <a:lnTo>
                    <a:pt x="3646650" y="517914"/>
                  </a:lnTo>
                  <a:lnTo>
                    <a:pt x="3645579" y="518033"/>
                  </a:lnTo>
                  <a:lnTo>
                    <a:pt x="3644507" y="518152"/>
                  </a:lnTo>
                  <a:lnTo>
                    <a:pt x="3643435" y="518271"/>
                  </a:lnTo>
                  <a:lnTo>
                    <a:pt x="3642364" y="518390"/>
                  </a:lnTo>
                  <a:lnTo>
                    <a:pt x="3641292" y="518509"/>
                  </a:lnTo>
                  <a:lnTo>
                    <a:pt x="3640221" y="518628"/>
                  </a:lnTo>
                  <a:lnTo>
                    <a:pt x="3639149" y="518748"/>
                  </a:lnTo>
                  <a:lnTo>
                    <a:pt x="3638077" y="518868"/>
                  </a:lnTo>
                  <a:lnTo>
                    <a:pt x="3637006" y="518987"/>
                  </a:lnTo>
                  <a:lnTo>
                    <a:pt x="3635934" y="519107"/>
                  </a:lnTo>
                  <a:lnTo>
                    <a:pt x="3634863" y="519227"/>
                  </a:lnTo>
                  <a:lnTo>
                    <a:pt x="3633791" y="519347"/>
                  </a:lnTo>
                  <a:lnTo>
                    <a:pt x="3632719" y="519468"/>
                  </a:lnTo>
                  <a:lnTo>
                    <a:pt x="3631648" y="519588"/>
                  </a:lnTo>
                  <a:lnTo>
                    <a:pt x="3630576" y="519708"/>
                  </a:lnTo>
                  <a:lnTo>
                    <a:pt x="3629505" y="519829"/>
                  </a:lnTo>
                  <a:lnTo>
                    <a:pt x="3628433" y="519950"/>
                  </a:lnTo>
                  <a:lnTo>
                    <a:pt x="3627361" y="520071"/>
                  </a:lnTo>
                  <a:lnTo>
                    <a:pt x="3626290" y="520192"/>
                  </a:lnTo>
                  <a:lnTo>
                    <a:pt x="3625218" y="520313"/>
                  </a:lnTo>
                  <a:lnTo>
                    <a:pt x="3624147" y="520434"/>
                  </a:lnTo>
                  <a:lnTo>
                    <a:pt x="3623075" y="520555"/>
                  </a:lnTo>
                  <a:lnTo>
                    <a:pt x="3622003" y="520677"/>
                  </a:lnTo>
                  <a:lnTo>
                    <a:pt x="3620932" y="520799"/>
                  </a:lnTo>
                  <a:lnTo>
                    <a:pt x="3619860" y="520920"/>
                  </a:lnTo>
                  <a:lnTo>
                    <a:pt x="3618789" y="521042"/>
                  </a:lnTo>
                  <a:lnTo>
                    <a:pt x="3617717" y="521164"/>
                  </a:lnTo>
                  <a:lnTo>
                    <a:pt x="3616645" y="521286"/>
                  </a:lnTo>
                  <a:lnTo>
                    <a:pt x="3615574" y="521409"/>
                  </a:lnTo>
                  <a:lnTo>
                    <a:pt x="3614502" y="521531"/>
                  </a:lnTo>
                  <a:lnTo>
                    <a:pt x="3613431" y="521654"/>
                  </a:lnTo>
                  <a:lnTo>
                    <a:pt x="3612359" y="521776"/>
                  </a:lnTo>
                  <a:lnTo>
                    <a:pt x="3611287" y="521899"/>
                  </a:lnTo>
                  <a:lnTo>
                    <a:pt x="3610216" y="522022"/>
                  </a:lnTo>
                  <a:lnTo>
                    <a:pt x="3609144" y="522145"/>
                  </a:lnTo>
                  <a:lnTo>
                    <a:pt x="3608073" y="522268"/>
                  </a:lnTo>
                  <a:lnTo>
                    <a:pt x="3607001" y="522392"/>
                  </a:lnTo>
                  <a:lnTo>
                    <a:pt x="3605929" y="522515"/>
                  </a:lnTo>
                  <a:lnTo>
                    <a:pt x="3604858" y="522639"/>
                  </a:lnTo>
                  <a:lnTo>
                    <a:pt x="3603786" y="522762"/>
                  </a:lnTo>
                  <a:lnTo>
                    <a:pt x="3602715" y="522886"/>
                  </a:lnTo>
                  <a:lnTo>
                    <a:pt x="3601643" y="523010"/>
                  </a:lnTo>
                  <a:lnTo>
                    <a:pt x="3600571" y="523134"/>
                  </a:lnTo>
                  <a:lnTo>
                    <a:pt x="3599500" y="523258"/>
                  </a:lnTo>
                  <a:lnTo>
                    <a:pt x="3598428" y="523383"/>
                  </a:lnTo>
                  <a:lnTo>
                    <a:pt x="3597357" y="523507"/>
                  </a:lnTo>
                  <a:lnTo>
                    <a:pt x="3596285" y="523632"/>
                  </a:lnTo>
                  <a:lnTo>
                    <a:pt x="3595213" y="523757"/>
                  </a:lnTo>
                  <a:lnTo>
                    <a:pt x="3594142" y="523881"/>
                  </a:lnTo>
                  <a:lnTo>
                    <a:pt x="3593070" y="524006"/>
                  </a:lnTo>
                  <a:lnTo>
                    <a:pt x="3591999" y="524132"/>
                  </a:lnTo>
                  <a:lnTo>
                    <a:pt x="3590927" y="524257"/>
                  </a:lnTo>
                  <a:lnTo>
                    <a:pt x="3589855" y="524382"/>
                  </a:lnTo>
                  <a:lnTo>
                    <a:pt x="3588784" y="524508"/>
                  </a:lnTo>
                  <a:lnTo>
                    <a:pt x="3587712" y="524634"/>
                  </a:lnTo>
                  <a:lnTo>
                    <a:pt x="3586641" y="524759"/>
                  </a:lnTo>
                  <a:lnTo>
                    <a:pt x="3585569" y="524885"/>
                  </a:lnTo>
                  <a:lnTo>
                    <a:pt x="3584497" y="525011"/>
                  </a:lnTo>
                  <a:lnTo>
                    <a:pt x="3583426" y="525138"/>
                  </a:lnTo>
                  <a:lnTo>
                    <a:pt x="3582354" y="525264"/>
                  </a:lnTo>
                  <a:lnTo>
                    <a:pt x="3581283" y="525391"/>
                  </a:lnTo>
                  <a:lnTo>
                    <a:pt x="3580211" y="525517"/>
                  </a:lnTo>
                  <a:lnTo>
                    <a:pt x="3579139" y="525644"/>
                  </a:lnTo>
                  <a:lnTo>
                    <a:pt x="3578068" y="525771"/>
                  </a:lnTo>
                  <a:lnTo>
                    <a:pt x="3576996" y="525898"/>
                  </a:lnTo>
                  <a:lnTo>
                    <a:pt x="3575925" y="526025"/>
                  </a:lnTo>
                  <a:lnTo>
                    <a:pt x="3574853" y="526152"/>
                  </a:lnTo>
                  <a:lnTo>
                    <a:pt x="3573781" y="526280"/>
                  </a:lnTo>
                  <a:lnTo>
                    <a:pt x="3572710" y="526408"/>
                  </a:lnTo>
                  <a:lnTo>
                    <a:pt x="3571638" y="526535"/>
                  </a:lnTo>
                  <a:lnTo>
                    <a:pt x="3570567" y="526663"/>
                  </a:lnTo>
                  <a:lnTo>
                    <a:pt x="3569495" y="526791"/>
                  </a:lnTo>
                  <a:lnTo>
                    <a:pt x="3568423" y="526919"/>
                  </a:lnTo>
                  <a:lnTo>
                    <a:pt x="3567352" y="527048"/>
                  </a:lnTo>
                  <a:lnTo>
                    <a:pt x="3566280" y="527176"/>
                  </a:lnTo>
                  <a:lnTo>
                    <a:pt x="3565209" y="527305"/>
                  </a:lnTo>
                  <a:lnTo>
                    <a:pt x="3564137" y="527433"/>
                  </a:lnTo>
                  <a:lnTo>
                    <a:pt x="3563065" y="527562"/>
                  </a:lnTo>
                  <a:lnTo>
                    <a:pt x="3561994" y="527691"/>
                  </a:lnTo>
                  <a:lnTo>
                    <a:pt x="3560922" y="527820"/>
                  </a:lnTo>
                  <a:lnTo>
                    <a:pt x="3559851" y="527950"/>
                  </a:lnTo>
                  <a:lnTo>
                    <a:pt x="3558779" y="528079"/>
                  </a:lnTo>
                  <a:lnTo>
                    <a:pt x="3557707" y="528209"/>
                  </a:lnTo>
                  <a:lnTo>
                    <a:pt x="3556636" y="528338"/>
                  </a:lnTo>
                  <a:lnTo>
                    <a:pt x="3555564" y="528468"/>
                  </a:lnTo>
                  <a:lnTo>
                    <a:pt x="3554493" y="528598"/>
                  </a:lnTo>
                  <a:lnTo>
                    <a:pt x="3553421" y="528728"/>
                  </a:lnTo>
                  <a:lnTo>
                    <a:pt x="3552349" y="528859"/>
                  </a:lnTo>
                  <a:lnTo>
                    <a:pt x="3551278" y="528989"/>
                  </a:lnTo>
                  <a:lnTo>
                    <a:pt x="3550206" y="529120"/>
                  </a:lnTo>
                  <a:lnTo>
                    <a:pt x="3549135" y="529250"/>
                  </a:lnTo>
                  <a:lnTo>
                    <a:pt x="3548063" y="529381"/>
                  </a:lnTo>
                  <a:lnTo>
                    <a:pt x="3546992" y="529512"/>
                  </a:lnTo>
                  <a:lnTo>
                    <a:pt x="3545920" y="529643"/>
                  </a:lnTo>
                  <a:lnTo>
                    <a:pt x="3544848" y="529774"/>
                  </a:lnTo>
                  <a:lnTo>
                    <a:pt x="3543777" y="529906"/>
                  </a:lnTo>
                  <a:lnTo>
                    <a:pt x="3542705" y="530037"/>
                  </a:lnTo>
                  <a:lnTo>
                    <a:pt x="3541634" y="530169"/>
                  </a:lnTo>
                  <a:lnTo>
                    <a:pt x="3540562" y="530301"/>
                  </a:lnTo>
                  <a:lnTo>
                    <a:pt x="3539490" y="530433"/>
                  </a:lnTo>
                  <a:lnTo>
                    <a:pt x="3538419" y="530565"/>
                  </a:lnTo>
                  <a:lnTo>
                    <a:pt x="3537347" y="530698"/>
                  </a:lnTo>
                  <a:lnTo>
                    <a:pt x="3536276" y="530830"/>
                  </a:lnTo>
                  <a:lnTo>
                    <a:pt x="3535204" y="530963"/>
                  </a:lnTo>
                  <a:lnTo>
                    <a:pt x="3534132" y="531095"/>
                  </a:lnTo>
                  <a:lnTo>
                    <a:pt x="3533061" y="531228"/>
                  </a:lnTo>
                  <a:lnTo>
                    <a:pt x="3531989" y="531361"/>
                  </a:lnTo>
                  <a:lnTo>
                    <a:pt x="3530918" y="531494"/>
                  </a:lnTo>
                  <a:lnTo>
                    <a:pt x="3529846" y="531628"/>
                  </a:lnTo>
                  <a:lnTo>
                    <a:pt x="3528774" y="531761"/>
                  </a:lnTo>
                  <a:lnTo>
                    <a:pt x="3527703" y="531895"/>
                  </a:lnTo>
                  <a:lnTo>
                    <a:pt x="3526631" y="532029"/>
                  </a:lnTo>
                  <a:lnTo>
                    <a:pt x="3525560" y="532163"/>
                  </a:lnTo>
                  <a:lnTo>
                    <a:pt x="3524488" y="532297"/>
                  </a:lnTo>
                  <a:lnTo>
                    <a:pt x="3523416" y="532431"/>
                  </a:lnTo>
                  <a:lnTo>
                    <a:pt x="3522345" y="532565"/>
                  </a:lnTo>
                  <a:lnTo>
                    <a:pt x="3521273" y="532700"/>
                  </a:lnTo>
                  <a:lnTo>
                    <a:pt x="3520202" y="532835"/>
                  </a:lnTo>
                  <a:lnTo>
                    <a:pt x="3519130" y="532969"/>
                  </a:lnTo>
                  <a:lnTo>
                    <a:pt x="3518058" y="533104"/>
                  </a:lnTo>
                  <a:lnTo>
                    <a:pt x="3516987" y="533239"/>
                  </a:lnTo>
                  <a:lnTo>
                    <a:pt x="3515915" y="533375"/>
                  </a:lnTo>
                  <a:lnTo>
                    <a:pt x="3514844" y="533510"/>
                  </a:lnTo>
                  <a:lnTo>
                    <a:pt x="3513772" y="533646"/>
                  </a:lnTo>
                  <a:lnTo>
                    <a:pt x="3512700" y="533782"/>
                  </a:lnTo>
                  <a:lnTo>
                    <a:pt x="3511629" y="533917"/>
                  </a:lnTo>
                  <a:lnTo>
                    <a:pt x="3510557" y="534053"/>
                  </a:lnTo>
                  <a:lnTo>
                    <a:pt x="3509486" y="534190"/>
                  </a:lnTo>
                  <a:lnTo>
                    <a:pt x="3508414" y="534326"/>
                  </a:lnTo>
                  <a:lnTo>
                    <a:pt x="3507342" y="534463"/>
                  </a:lnTo>
                  <a:lnTo>
                    <a:pt x="3506271" y="534599"/>
                  </a:lnTo>
                  <a:lnTo>
                    <a:pt x="3505199" y="534736"/>
                  </a:lnTo>
                  <a:lnTo>
                    <a:pt x="3504128" y="534873"/>
                  </a:lnTo>
                  <a:lnTo>
                    <a:pt x="3503056" y="535010"/>
                  </a:lnTo>
                  <a:lnTo>
                    <a:pt x="3501984" y="535147"/>
                  </a:lnTo>
                  <a:lnTo>
                    <a:pt x="3500913" y="535285"/>
                  </a:lnTo>
                  <a:lnTo>
                    <a:pt x="3499841" y="535422"/>
                  </a:lnTo>
                  <a:lnTo>
                    <a:pt x="3498770" y="535560"/>
                  </a:lnTo>
                  <a:lnTo>
                    <a:pt x="3497698" y="535698"/>
                  </a:lnTo>
                  <a:lnTo>
                    <a:pt x="3496626" y="535836"/>
                  </a:lnTo>
                  <a:lnTo>
                    <a:pt x="3495555" y="535974"/>
                  </a:lnTo>
                  <a:lnTo>
                    <a:pt x="3494483" y="536113"/>
                  </a:lnTo>
                  <a:lnTo>
                    <a:pt x="3493412" y="536251"/>
                  </a:lnTo>
                  <a:lnTo>
                    <a:pt x="3492340" y="536390"/>
                  </a:lnTo>
                  <a:lnTo>
                    <a:pt x="3491268" y="536529"/>
                  </a:lnTo>
                  <a:lnTo>
                    <a:pt x="3490197" y="536668"/>
                  </a:lnTo>
                  <a:lnTo>
                    <a:pt x="3489125" y="536807"/>
                  </a:lnTo>
                  <a:lnTo>
                    <a:pt x="3488054" y="536946"/>
                  </a:lnTo>
                  <a:lnTo>
                    <a:pt x="3486982" y="537086"/>
                  </a:lnTo>
                  <a:lnTo>
                    <a:pt x="3485910" y="537226"/>
                  </a:lnTo>
                  <a:lnTo>
                    <a:pt x="3484839" y="537365"/>
                  </a:lnTo>
                  <a:lnTo>
                    <a:pt x="3483767" y="537505"/>
                  </a:lnTo>
                  <a:lnTo>
                    <a:pt x="3482696" y="537645"/>
                  </a:lnTo>
                  <a:lnTo>
                    <a:pt x="3481624" y="537786"/>
                  </a:lnTo>
                  <a:lnTo>
                    <a:pt x="3480552" y="537926"/>
                  </a:lnTo>
                  <a:lnTo>
                    <a:pt x="3479481" y="538067"/>
                  </a:lnTo>
                  <a:lnTo>
                    <a:pt x="3478409" y="538208"/>
                  </a:lnTo>
                  <a:lnTo>
                    <a:pt x="3477338" y="538348"/>
                  </a:lnTo>
                  <a:lnTo>
                    <a:pt x="3476266" y="538490"/>
                  </a:lnTo>
                  <a:lnTo>
                    <a:pt x="3475194" y="538631"/>
                  </a:lnTo>
                  <a:lnTo>
                    <a:pt x="3474123" y="538772"/>
                  </a:lnTo>
                  <a:lnTo>
                    <a:pt x="3473051" y="538914"/>
                  </a:lnTo>
                  <a:lnTo>
                    <a:pt x="3471980" y="539056"/>
                  </a:lnTo>
                  <a:lnTo>
                    <a:pt x="3470908" y="539197"/>
                  </a:lnTo>
                  <a:lnTo>
                    <a:pt x="3469836" y="539339"/>
                  </a:lnTo>
                  <a:lnTo>
                    <a:pt x="3468765" y="539482"/>
                  </a:lnTo>
                  <a:lnTo>
                    <a:pt x="3467693" y="539624"/>
                  </a:lnTo>
                  <a:lnTo>
                    <a:pt x="3466622" y="539767"/>
                  </a:lnTo>
                  <a:lnTo>
                    <a:pt x="3465550" y="539909"/>
                  </a:lnTo>
                  <a:lnTo>
                    <a:pt x="3464478" y="540052"/>
                  </a:lnTo>
                  <a:lnTo>
                    <a:pt x="3463407" y="540195"/>
                  </a:lnTo>
                  <a:lnTo>
                    <a:pt x="3462335" y="540339"/>
                  </a:lnTo>
                  <a:lnTo>
                    <a:pt x="3461264" y="540482"/>
                  </a:lnTo>
                  <a:lnTo>
                    <a:pt x="3460192" y="540625"/>
                  </a:lnTo>
                  <a:lnTo>
                    <a:pt x="3459120" y="540769"/>
                  </a:lnTo>
                  <a:lnTo>
                    <a:pt x="3458049" y="540913"/>
                  </a:lnTo>
                  <a:lnTo>
                    <a:pt x="3456977" y="541057"/>
                  </a:lnTo>
                  <a:lnTo>
                    <a:pt x="3455906" y="541201"/>
                  </a:lnTo>
                  <a:lnTo>
                    <a:pt x="3454834" y="541346"/>
                  </a:lnTo>
                  <a:lnTo>
                    <a:pt x="3453762" y="541490"/>
                  </a:lnTo>
                  <a:lnTo>
                    <a:pt x="3452691" y="541635"/>
                  </a:lnTo>
                  <a:lnTo>
                    <a:pt x="3451619" y="541780"/>
                  </a:lnTo>
                  <a:lnTo>
                    <a:pt x="3450548" y="541925"/>
                  </a:lnTo>
                  <a:lnTo>
                    <a:pt x="3449476" y="542070"/>
                  </a:lnTo>
                  <a:lnTo>
                    <a:pt x="3448404" y="542215"/>
                  </a:lnTo>
                  <a:lnTo>
                    <a:pt x="3447333" y="542361"/>
                  </a:lnTo>
                  <a:lnTo>
                    <a:pt x="3446261" y="542507"/>
                  </a:lnTo>
                  <a:lnTo>
                    <a:pt x="3445190" y="542653"/>
                  </a:lnTo>
                  <a:lnTo>
                    <a:pt x="3444118" y="542799"/>
                  </a:lnTo>
                  <a:lnTo>
                    <a:pt x="3443046" y="542945"/>
                  </a:lnTo>
                  <a:lnTo>
                    <a:pt x="3441975" y="543091"/>
                  </a:lnTo>
                  <a:lnTo>
                    <a:pt x="3440903" y="543238"/>
                  </a:lnTo>
                  <a:lnTo>
                    <a:pt x="3439832" y="543385"/>
                  </a:lnTo>
                  <a:lnTo>
                    <a:pt x="3438760" y="543532"/>
                  </a:lnTo>
                  <a:lnTo>
                    <a:pt x="3437688" y="543679"/>
                  </a:lnTo>
                  <a:lnTo>
                    <a:pt x="3436617" y="543826"/>
                  </a:lnTo>
                  <a:lnTo>
                    <a:pt x="3435545" y="543973"/>
                  </a:lnTo>
                  <a:lnTo>
                    <a:pt x="3434474" y="544121"/>
                  </a:lnTo>
                  <a:lnTo>
                    <a:pt x="3433402" y="544269"/>
                  </a:lnTo>
                  <a:lnTo>
                    <a:pt x="3432330" y="544417"/>
                  </a:lnTo>
                  <a:lnTo>
                    <a:pt x="3431259" y="544565"/>
                  </a:lnTo>
                  <a:lnTo>
                    <a:pt x="3430187" y="544713"/>
                  </a:lnTo>
                  <a:lnTo>
                    <a:pt x="3429116" y="544861"/>
                  </a:lnTo>
                  <a:lnTo>
                    <a:pt x="3428044" y="545010"/>
                  </a:lnTo>
                  <a:lnTo>
                    <a:pt x="3426972" y="545159"/>
                  </a:lnTo>
                  <a:lnTo>
                    <a:pt x="3425901" y="545308"/>
                  </a:lnTo>
                  <a:lnTo>
                    <a:pt x="3424829" y="545457"/>
                  </a:lnTo>
                  <a:lnTo>
                    <a:pt x="3423758" y="545606"/>
                  </a:lnTo>
                  <a:lnTo>
                    <a:pt x="3422686" y="545756"/>
                  </a:lnTo>
                  <a:lnTo>
                    <a:pt x="3421614" y="545906"/>
                  </a:lnTo>
                  <a:lnTo>
                    <a:pt x="3420543" y="546055"/>
                  </a:lnTo>
                  <a:lnTo>
                    <a:pt x="3419471" y="546205"/>
                  </a:lnTo>
                  <a:lnTo>
                    <a:pt x="3418400" y="546356"/>
                  </a:lnTo>
                  <a:lnTo>
                    <a:pt x="3417328" y="546506"/>
                  </a:lnTo>
                  <a:lnTo>
                    <a:pt x="3416256" y="546657"/>
                  </a:lnTo>
                  <a:lnTo>
                    <a:pt x="3415185" y="546807"/>
                  </a:lnTo>
                  <a:lnTo>
                    <a:pt x="3414113" y="546958"/>
                  </a:lnTo>
                  <a:lnTo>
                    <a:pt x="3413042" y="547109"/>
                  </a:lnTo>
                  <a:lnTo>
                    <a:pt x="3411970" y="547261"/>
                  </a:lnTo>
                  <a:lnTo>
                    <a:pt x="3410898" y="547412"/>
                  </a:lnTo>
                  <a:lnTo>
                    <a:pt x="3409827" y="547564"/>
                  </a:lnTo>
                  <a:lnTo>
                    <a:pt x="3408755" y="547716"/>
                  </a:lnTo>
                  <a:lnTo>
                    <a:pt x="3407684" y="547868"/>
                  </a:lnTo>
                  <a:lnTo>
                    <a:pt x="3406612" y="548020"/>
                  </a:lnTo>
                  <a:lnTo>
                    <a:pt x="3405540" y="548172"/>
                  </a:lnTo>
                  <a:lnTo>
                    <a:pt x="3404469" y="548325"/>
                  </a:lnTo>
                  <a:lnTo>
                    <a:pt x="3403397" y="548477"/>
                  </a:lnTo>
                  <a:lnTo>
                    <a:pt x="3402326" y="548630"/>
                  </a:lnTo>
                  <a:lnTo>
                    <a:pt x="3401254" y="548783"/>
                  </a:lnTo>
                  <a:lnTo>
                    <a:pt x="3400182" y="548936"/>
                  </a:lnTo>
                  <a:lnTo>
                    <a:pt x="3399111" y="549090"/>
                  </a:lnTo>
                  <a:lnTo>
                    <a:pt x="3398039" y="549244"/>
                  </a:lnTo>
                  <a:lnTo>
                    <a:pt x="3396968" y="549397"/>
                  </a:lnTo>
                  <a:lnTo>
                    <a:pt x="3395896" y="549551"/>
                  </a:lnTo>
                  <a:lnTo>
                    <a:pt x="3394824" y="549705"/>
                  </a:lnTo>
                  <a:lnTo>
                    <a:pt x="3393753" y="549860"/>
                  </a:lnTo>
                  <a:lnTo>
                    <a:pt x="3392681" y="550014"/>
                  </a:lnTo>
                  <a:lnTo>
                    <a:pt x="3391610" y="550169"/>
                  </a:lnTo>
                  <a:lnTo>
                    <a:pt x="3390538" y="550324"/>
                  </a:lnTo>
                  <a:lnTo>
                    <a:pt x="3389466" y="550479"/>
                  </a:lnTo>
                  <a:lnTo>
                    <a:pt x="3388395" y="550634"/>
                  </a:lnTo>
                  <a:lnTo>
                    <a:pt x="3387323" y="550790"/>
                  </a:lnTo>
                  <a:lnTo>
                    <a:pt x="3386252" y="550945"/>
                  </a:lnTo>
                  <a:lnTo>
                    <a:pt x="3385180" y="551101"/>
                  </a:lnTo>
                  <a:lnTo>
                    <a:pt x="3384108" y="551257"/>
                  </a:lnTo>
                  <a:lnTo>
                    <a:pt x="3383037" y="551413"/>
                  </a:lnTo>
                  <a:lnTo>
                    <a:pt x="3381965" y="551570"/>
                  </a:lnTo>
                  <a:lnTo>
                    <a:pt x="3380894" y="551726"/>
                  </a:lnTo>
                  <a:lnTo>
                    <a:pt x="3379822" y="551883"/>
                  </a:lnTo>
                  <a:lnTo>
                    <a:pt x="3378750" y="552040"/>
                  </a:lnTo>
                  <a:lnTo>
                    <a:pt x="3377679" y="552197"/>
                  </a:lnTo>
                  <a:lnTo>
                    <a:pt x="3376607" y="552354"/>
                  </a:lnTo>
                  <a:lnTo>
                    <a:pt x="3375536" y="552512"/>
                  </a:lnTo>
                  <a:lnTo>
                    <a:pt x="3374464" y="552669"/>
                  </a:lnTo>
                  <a:lnTo>
                    <a:pt x="3373392" y="552827"/>
                  </a:lnTo>
                  <a:lnTo>
                    <a:pt x="3372321" y="552985"/>
                  </a:lnTo>
                  <a:lnTo>
                    <a:pt x="3371249" y="553143"/>
                  </a:lnTo>
                  <a:lnTo>
                    <a:pt x="3370178" y="553302"/>
                  </a:lnTo>
                  <a:lnTo>
                    <a:pt x="3369106" y="553460"/>
                  </a:lnTo>
                  <a:lnTo>
                    <a:pt x="3368035" y="553619"/>
                  </a:lnTo>
                  <a:lnTo>
                    <a:pt x="3366963" y="553778"/>
                  </a:lnTo>
                  <a:lnTo>
                    <a:pt x="3365891" y="553937"/>
                  </a:lnTo>
                  <a:lnTo>
                    <a:pt x="3364820" y="554097"/>
                  </a:lnTo>
                  <a:lnTo>
                    <a:pt x="3363748" y="554256"/>
                  </a:lnTo>
                  <a:lnTo>
                    <a:pt x="3362677" y="554416"/>
                  </a:lnTo>
                  <a:lnTo>
                    <a:pt x="3361605" y="554576"/>
                  </a:lnTo>
                  <a:lnTo>
                    <a:pt x="3360533" y="554736"/>
                  </a:lnTo>
                  <a:lnTo>
                    <a:pt x="3359462" y="554896"/>
                  </a:lnTo>
                  <a:lnTo>
                    <a:pt x="3358390" y="555057"/>
                  </a:lnTo>
                  <a:lnTo>
                    <a:pt x="3357319" y="555217"/>
                  </a:lnTo>
                  <a:lnTo>
                    <a:pt x="3356247" y="555378"/>
                  </a:lnTo>
                  <a:lnTo>
                    <a:pt x="3355175" y="555539"/>
                  </a:lnTo>
                  <a:lnTo>
                    <a:pt x="3354104" y="555701"/>
                  </a:lnTo>
                  <a:lnTo>
                    <a:pt x="3353032" y="555862"/>
                  </a:lnTo>
                  <a:lnTo>
                    <a:pt x="3351961" y="556024"/>
                  </a:lnTo>
                  <a:lnTo>
                    <a:pt x="3350889" y="556185"/>
                  </a:lnTo>
                  <a:lnTo>
                    <a:pt x="3349817" y="556347"/>
                  </a:lnTo>
                  <a:lnTo>
                    <a:pt x="3348746" y="556510"/>
                  </a:lnTo>
                  <a:lnTo>
                    <a:pt x="3347674" y="556672"/>
                  </a:lnTo>
                  <a:lnTo>
                    <a:pt x="3346603" y="556835"/>
                  </a:lnTo>
                  <a:lnTo>
                    <a:pt x="3345531" y="556998"/>
                  </a:lnTo>
                  <a:lnTo>
                    <a:pt x="3344459" y="557160"/>
                  </a:lnTo>
                  <a:lnTo>
                    <a:pt x="3343388" y="557324"/>
                  </a:lnTo>
                  <a:lnTo>
                    <a:pt x="3342316" y="557487"/>
                  </a:lnTo>
                  <a:lnTo>
                    <a:pt x="3341245" y="557651"/>
                  </a:lnTo>
                  <a:lnTo>
                    <a:pt x="3340173" y="557814"/>
                  </a:lnTo>
                  <a:lnTo>
                    <a:pt x="3339101" y="557978"/>
                  </a:lnTo>
                  <a:lnTo>
                    <a:pt x="3338030" y="558143"/>
                  </a:lnTo>
                  <a:lnTo>
                    <a:pt x="3336958" y="558307"/>
                  </a:lnTo>
                  <a:lnTo>
                    <a:pt x="3335887" y="558471"/>
                  </a:lnTo>
                  <a:lnTo>
                    <a:pt x="3334815" y="558636"/>
                  </a:lnTo>
                  <a:lnTo>
                    <a:pt x="3333743" y="558801"/>
                  </a:lnTo>
                  <a:lnTo>
                    <a:pt x="3332672" y="558966"/>
                  </a:lnTo>
                  <a:lnTo>
                    <a:pt x="3331600" y="559132"/>
                  </a:lnTo>
                  <a:lnTo>
                    <a:pt x="3330529" y="559297"/>
                  </a:lnTo>
                  <a:lnTo>
                    <a:pt x="3329457" y="559463"/>
                  </a:lnTo>
                  <a:lnTo>
                    <a:pt x="3328385" y="559629"/>
                  </a:lnTo>
                  <a:lnTo>
                    <a:pt x="3327314" y="559795"/>
                  </a:lnTo>
                  <a:lnTo>
                    <a:pt x="3326242" y="559961"/>
                  </a:lnTo>
                  <a:lnTo>
                    <a:pt x="3325171" y="560128"/>
                  </a:lnTo>
                  <a:lnTo>
                    <a:pt x="3324099" y="560295"/>
                  </a:lnTo>
                  <a:lnTo>
                    <a:pt x="3323027" y="560461"/>
                  </a:lnTo>
                  <a:lnTo>
                    <a:pt x="3321956" y="560629"/>
                  </a:lnTo>
                  <a:lnTo>
                    <a:pt x="3320884" y="560796"/>
                  </a:lnTo>
                  <a:lnTo>
                    <a:pt x="3319813" y="560963"/>
                  </a:lnTo>
                  <a:lnTo>
                    <a:pt x="3318741" y="561131"/>
                  </a:lnTo>
                  <a:lnTo>
                    <a:pt x="3317669" y="561299"/>
                  </a:lnTo>
                  <a:lnTo>
                    <a:pt x="3316598" y="561467"/>
                  </a:lnTo>
                  <a:lnTo>
                    <a:pt x="3315526" y="561636"/>
                  </a:lnTo>
                  <a:lnTo>
                    <a:pt x="3314455" y="561804"/>
                  </a:lnTo>
                  <a:lnTo>
                    <a:pt x="3313383" y="561973"/>
                  </a:lnTo>
                  <a:lnTo>
                    <a:pt x="3312311" y="562142"/>
                  </a:lnTo>
                  <a:lnTo>
                    <a:pt x="3311240" y="562311"/>
                  </a:lnTo>
                  <a:lnTo>
                    <a:pt x="3310168" y="562480"/>
                  </a:lnTo>
                  <a:lnTo>
                    <a:pt x="3309097" y="562650"/>
                  </a:lnTo>
                  <a:lnTo>
                    <a:pt x="3308025" y="562819"/>
                  </a:lnTo>
                  <a:lnTo>
                    <a:pt x="3306953" y="562989"/>
                  </a:lnTo>
                  <a:lnTo>
                    <a:pt x="3305882" y="563159"/>
                  </a:lnTo>
                  <a:lnTo>
                    <a:pt x="3304810" y="563330"/>
                  </a:lnTo>
                  <a:lnTo>
                    <a:pt x="3303739" y="563500"/>
                  </a:lnTo>
                  <a:lnTo>
                    <a:pt x="3302667" y="563671"/>
                  </a:lnTo>
                  <a:lnTo>
                    <a:pt x="3301595" y="563842"/>
                  </a:lnTo>
                  <a:lnTo>
                    <a:pt x="3300524" y="564013"/>
                  </a:lnTo>
                  <a:lnTo>
                    <a:pt x="3299452" y="564185"/>
                  </a:lnTo>
                  <a:lnTo>
                    <a:pt x="3298381" y="564356"/>
                  </a:lnTo>
                  <a:lnTo>
                    <a:pt x="3297309" y="564528"/>
                  </a:lnTo>
                  <a:lnTo>
                    <a:pt x="3296237" y="564700"/>
                  </a:lnTo>
                  <a:lnTo>
                    <a:pt x="3295166" y="564872"/>
                  </a:lnTo>
                  <a:lnTo>
                    <a:pt x="3294094" y="565044"/>
                  </a:lnTo>
                  <a:lnTo>
                    <a:pt x="3293023" y="565217"/>
                  </a:lnTo>
                  <a:lnTo>
                    <a:pt x="3291951" y="565390"/>
                  </a:lnTo>
                  <a:lnTo>
                    <a:pt x="3290879" y="565563"/>
                  </a:lnTo>
                  <a:lnTo>
                    <a:pt x="3289808" y="565736"/>
                  </a:lnTo>
                  <a:lnTo>
                    <a:pt x="3288736" y="565909"/>
                  </a:lnTo>
                  <a:lnTo>
                    <a:pt x="3287665" y="566083"/>
                  </a:lnTo>
                  <a:lnTo>
                    <a:pt x="3286593" y="566257"/>
                  </a:lnTo>
                  <a:lnTo>
                    <a:pt x="3285521" y="566431"/>
                  </a:lnTo>
                  <a:lnTo>
                    <a:pt x="3284450" y="566605"/>
                  </a:lnTo>
                  <a:lnTo>
                    <a:pt x="3283378" y="566780"/>
                  </a:lnTo>
                  <a:lnTo>
                    <a:pt x="3282307" y="566954"/>
                  </a:lnTo>
                  <a:lnTo>
                    <a:pt x="3281235" y="567129"/>
                  </a:lnTo>
                  <a:lnTo>
                    <a:pt x="3280163" y="567304"/>
                  </a:lnTo>
                  <a:lnTo>
                    <a:pt x="3279092" y="567479"/>
                  </a:lnTo>
                  <a:lnTo>
                    <a:pt x="3278020" y="567655"/>
                  </a:lnTo>
                  <a:lnTo>
                    <a:pt x="3276949" y="567831"/>
                  </a:lnTo>
                  <a:lnTo>
                    <a:pt x="3275877" y="568007"/>
                  </a:lnTo>
                  <a:lnTo>
                    <a:pt x="3274805" y="568183"/>
                  </a:lnTo>
                  <a:lnTo>
                    <a:pt x="3273734" y="568359"/>
                  </a:lnTo>
                  <a:lnTo>
                    <a:pt x="3272662" y="568536"/>
                  </a:lnTo>
                  <a:lnTo>
                    <a:pt x="3271591" y="568712"/>
                  </a:lnTo>
                  <a:lnTo>
                    <a:pt x="3270519" y="568889"/>
                  </a:lnTo>
                  <a:lnTo>
                    <a:pt x="3269447" y="569066"/>
                  </a:lnTo>
                  <a:lnTo>
                    <a:pt x="3268376" y="569244"/>
                  </a:lnTo>
                  <a:lnTo>
                    <a:pt x="3267304" y="569421"/>
                  </a:lnTo>
                  <a:lnTo>
                    <a:pt x="3266233" y="569599"/>
                  </a:lnTo>
                  <a:lnTo>
                    <a:pt x="3265161" y="569777"/>
                  </a:lnTo>
                  <a:lnTo>
                    <a:pt x="3264089" y="569955"/>
                  </a:lnTo>
                  <a:lnTo>
                    <a:pt x="3263018" y="570134"/>
                  </a:lnTo>
                  <a:lnTo>
                    <a:pt x="3261946" y="570312"/>
                  </a:lnTo>
                  <a:lnTo>
                    <a:pt x="3260875" y="570491"/>
                  </a:lnTo>
                  <a:lnTo>
                    <a:pt x="3259803" y="570670"/>
                  </a:lnTo>
                  <a:lnTo>
                    <a:pt x="3258731" y="570850"/>
                  </a:lnTo>
                  <a:lnTo>
                    <a:pt x="3257660" y="571029"/>
                  </a:lnTo>
                  <a:lnTo>
                    <a:pt x="3256588" y="571209"/>
                  </a:lnTo>
                  <a:lnTo>
                    <a:pt x="3255517" y="571389"/>
                  </a:lnTo>
                  <a:lnTo>
                    <a:pt x="3254445" y="571569"/>
                  </a:lnTo>
                  <a:lnTo>
                    <a:pt x="3253373" y="571749"/>
                  </a:lnTo>
                  <a:lnTo>
                    <a:pt x="3252302" y="571930"/>
                  </a:lnTo>
                  <a:lnTo>
                    <a:pt x="3251230" y="572111"/>
                  </a:lnTo>
                  <a:lnTo>
                    <a:pt x="3250159" y="572292"/>
                  </a:lnTo>
                  <a:lnTo>
                    <a:pt x="3249087" y="572473"/>
                  </a:lnTo>
                  <a:lnTo>
                    <a:pt x="3248015" y="572654"/>
                  </a:lnTo>
                  <a:lnTo>
                    <a:pt x="3246944" y="572836"/>
                  </a:lnTo>
                  <a:lnTo>
                    <a:pt x="3245872" y="573018"/>
                  </a:lnTo>
                  <a:lnTo>
                    <a:pt x="3244801" y="573200"/>
                  </a:lnTo>
                  <a:lnTo>
                    <a:pt x="3243729" y="573382"/>
                  </a:lnTo>
                  <a:lnTo>
                    <a:pt x="3242657" y="573564"/>
                  </a:lnTo>
                  <a:lnTo>
                    <a:pt x="3241586" y="573747"/>
                  </a:lnTo>
                  <a:lnTo>
                    <a:pt x="3240514" y="573930"/>
                  </a:lnTo>
                  <a:lnTo>
                    <a:pt x="3239443" y="574113"/>
                  </a:lnTo>
                  <a:lnTo>
                    <a:pt x="3238371" y="574297"/>
                  </a:lnTo>
                  <a:lnTo>
                    <a:pt x="3237299" y="574480"/>
                  </a:lnTo>
                  <a:lnTo>
                    <a:pt x="3236228" y="574664"/>
                  </a:lnTo>
                  <a:lnTo>
                    <a:pt x="3235156" y="574848"/>
                  </a:lnTo>
                  <a:lnTo>
                    <a:pt x="3234085" y="575032"/>
                  </a:lnTo>
                  <a:lnTo>
                    <a:pt x="3233013" y="575217"/>
                  </a:lnTo>
                  <a:lnTo>
                    <a:pt x="3231941" y="575401"/>
                  </a:lnTo>
                  <a:lnTo>
                    <a:pt x="3230870" y="575586"/>
                  </a:lnTo>
                  <a:lnTo>
                    <a:pt x="3229798" y="575771"/>
                  </a:lnTo>
                  <a:lnTo>
                    <a:pt x="3228727" y="575957"/>
                  </a:lnTo>
                  <a:lnTo>
                    <a:pt x="3227655" y="576142"/>
                  </a:lnTo>
                  <a:lnTo>
                    <a:pt x="3226583" y="576328"/>
                  </a:lnTo>
                  <a:lnTo>
                    <a:pt x="3225512" y="576514"/>
                  </a:lnTo>
                  <a:lnTo>
                    <a:pt x="3224440" y="576700"/>
                  </a:lnTo>
                  <a:lnTo>
                    <a:pt x="3223369" y="576886"/>
                  </a:lnTo>
                  <a:lnTo>
                    <a:pt x="3222297" y="577073"/>
                  </a:lnTo>
                  <a:lnTo>
                    <a:pt x="3221225" y="577260"/>
                  </a:lnTo>
                  <a:lnTo>
                    <a:pt x="3220154" y="577447"/>
                  </a:lnTo>
                  <a:lnTo>
                    <a:pt x="3219082" y="577634"/>
                  </a:lnTo>
                  <a:lnTo>
                    <a:pt x="3218011" y="577822"/>
                  </a:lnTo>
                  <a:lnTo>
                    <a:pt x="3216939" y="578009"/>
                  </a:lnTo>
                  <a:lnTo>
                    <a:pt x="3215867" y="578197"/>
                  </a:lnTo>
                  <a:lnTo>
                    <a:pt x="3214796" y="578385"/>
                  </a:lnTo>
                  <a:lnTo>
                    <a:pt x="3213724" y="578574"/>
                  </a:lnTo>
                  <a:lnTo>
                    <a:pt x="3212653" y="578762"/>
                  </a:lnTo>
                  <a:lnTo>
                    <a:pt x="3211581" y="578951"/>
                  </a:lnTo>
                  <a:lnTo>
                    <a:pt x="3210509" y="579140"/>
                  </a:lnTo>
                  <a:lnTo>
                    <a:pt x="3209438" y="579329"/>
                  </a:lnTo>
                  <a:lnTo>
                    <a:pt x="3208366" y="579519"/>
                  </a:lnTo>
                  <a:lnTo>
                    <a:pt x="3207295" y="579709"/>
                  </a:lnTo>
                  <a:lnTo>
                    <a:pt x="3206223" y="579899"/>
                  </a:lnTo>
                  <a:lnTo>
                    <a:pt x="3205151" y="580089"/>
                  </a:lnTo>
                  <a:lnTo>
                    <a:pt x="3204080" y="580279"/>
                  </a:lnTo>
                  <a:lnTo>
                    <a:pt x="3203008" y="580470"/>
                  </a:lnTo>
                  <a:lnTo>
                    <a:pt x="3201937" y="580660"/>
                  </a:lnTo>
                  <a:lnTo>
                    <a:pt x="3200865" y="580851"/>
                  </a:lnTo>
                  <a:lnTo>
                    <a:pt x="3199793" y="581043"/>
                  </a:lnTo>
                  <a:lnTo>
                    <a:pt x="3198722" y="581234"/>
                  </a:lnTo>
                  <a:lnTo>
                    <a:pt x="3197650" y="581426"/>
                  </a:lnTo>
                  <a:lnTo>
                    <a:pt x="3196579" y="581618"/>
                  </a:lnTo>
                  <a:lnTo>
                    <a:pt x="3195507" y="581810"/>
                  </a:lnTo>
                  <a:lnTo>
                    <a:pt x="3194436" y="582002"/>
                  </a:lnTo>
                  <a:lnTo>
                    <a:pt x="3193364" y="582195"/>
                  </a:lnTo>
                  <a:lnTo>
                    <a:pt x="3192292" y="582388"/>
                  </a:lnTo>
                  <a:lnTo>
                    <a:pt x="3191221" y="582581"/>
                  </a:lnTo>
                  <a:lnTo>
                    <a:pt x="3190149" y="582774"/>
                  </a:lnTo>
                  <a:lnTo>
                    <a:pt x="3189078" y="582967"/>
                  </a:lnTo>
                  <a:lnTo>
                    <a:pt x="3188006" y="583161"/>
                  </a:lnTo>
                  <a:lnTo>
                    <a:pt x="3186934" y="583355"/>
                  </a:lnTo>
                  <a:lnTo>
                    <a:pt x="3185863" y="583549"/>
                  </a:lnTo>
                  <a:lnTo>
                    <a:pt x="3184791" y="583744"/>
                  </a:lnTo>
                  <a:lnTo>
                    <a:pt x="3183720" y="583938"/>
                  </a:lnTo>
                  <a:lnTo>
                    <a:pt x="3182648" y="584133"/>
                  </a:lnTo>
                  <a:lnTo>
                    <a:pt x="3181576" y="584328"/>
                  </a:lnTo>
                  <a:lnTo>
                    <a:pt x="3180505" y="584523"/>
                  </a:lnTo>
                  <a:lnTo>
                    <a:pt x="3179433" y="584719"/>
                  </a:lnTo>
                  <a:lnTo>
                    <a:pt x="3178362" y="584915"/>
                  </a:lnTo>
                  <a:lnTo>
                    <a:pt x="3177290" y="585110"/>
                  </a:lnTo>
                  <a:lnTo>
                    <a:pt x="3176218" y="585307"/>
                  </a:lnTo>
                  <a:lnTo>
                    <a:pt x="3175147" y="585503"/>
                  </a:lnTo>
                  <a:lnTo>
                    <a:pt x="3174075" y="585700"/>
                  </a:lnTo>
                  <a:lnTo>
                    <a:pt x="3173004" y="585897"/>
                  </a:lnTo>
                  <a:lnTo>
                    <a:pt x="3171932" y="586094"/>
                  </a:lnTo>
                  <a:lnTo>
                    <a:pt x="3170860" y="586291"/>
                  </a:lnTo>
                  <a:lnTo>
                    <a:pt x="3169789" y="586488"/>
                  </a:lnTo>
                  <a:lnTo>
                    <a:pt x="3168717" y="586686"/>
                  </a:lnTo>
                  <a:lnTo>
                    <a:pt x="3167646" y="586884"/>
                  </a:lnTo>
                  <a:lnTo>
                    <a:pt x="3166574" y="587082"/>
                  </a:lnTo>
                  <a:lnTo>
                    <a:pt x="3165502" y="587281"/>
                  </a:lnTo>
                  <a:lnTo>
                    <a:pt x="3164431" y="587479"/>
                  </a:lnTo>
                  <a:lnTo>
                    <a:pt x="3163359" y="587678"/>
                  </a:lnTo>
                  <a:lnTo>
                    <a:pt x="3162288" y="587877"/>
                  </a:lnTo>
                  <a:lnTo>
                    <a:pt x="3161216" y="588077"/>
                  </a:lnTo>
                  <a:lnTo>
                    <a:pt x="3160144" y="588276"/>
                  </a:lnTo>
                  <a:lnTo>
                    <a:pt x="3159073" y="588476"/>
                  </a:lnTo>
                  <a:lnTo>
                    <a:pt x="3158001" y="588676"/>
                  </a:lnTo>
                  <a:lnTo>
                    <a:pt x="3156930" y="588876"/>
                  </a:lnTo>
                  <a:lnTo>
                    <a:pt x="3155858" y="589077"/>
                  </a:lnTo>
                  <a:lnTo>
                    <a:pt x="3154786" y="589278"/>
                  </a:lnTo>
                  <a:lnTo>
                    <a:pt x="3153715" y="589479"/>
                  </a:lnTo>
                  <a:lnTo>
                    <a:pt x="3152643" y="589680"/>
                  </a:lnTo>
                  <a:lnTo>
                    <a:pt x="3151572" y="589881"/>
                  </a:lnTo>
                  <a:lnTo>
                    <a:pt x="3150500" y="590083"/>
                  </a:lnTo>
                  <a:lnTo>
                    <a:pt x="3149428" y="590285"/>
                  </a:lnTo>
                  <a:lnTo>
                    <a:pt x="3148357" y="590487"/>
                  </a:lnTo>
                  <a:lnTo>
                    <a:pt x="3147285" y="590689"/>
                  </a:lnTo>
                  <a:lnTo>
                    <a:pt x="3146214" y="590892"/>
                  </a:lnTo>
                  <a:lnTo>
                    <a:pt x="3145142" y="591094"/>
                  </a:lnTo>
                  <a:lnTo>
                    <a:pt x="3144070" y="591297"/>
                  </a:lnTo>
                  <a:lnTo>
                    <a:pt x="3142999" y="591500"/>
                  </a:lnTo>
                  <a:lnTo>
                    <a:pt x="3141927" y="591704"/>
                  </a:lnTo>
                  <a:lnTo>
                    <a:pt x="3140856" y="591908"/>
                  </a:lnTo>
                  <a:lnTo>
                    <a:pt x="3139784" y="592112"/>
                  </a:lnTo>
                  <a:lnTo>
                    <a:pt x="3138712" y="592316"/>
                  </a:lnTo>
                  <a:lnTo>
                    <a:pt x="3137641" y="592520"/>
                  </a:lnTo>
                  <a:lnTo>
                    <a:pt x="3136569" y="592725"/>
                  </a:lnTo>
                  <a:lnTo>
                    <a:pt x="3135498" y="592929"/>
                  </a:lnTo>
                  <a:lnTo>
                    <a:pt x="3134426" y="593134"/>
                  </a:lnTo>
                  <a:lnTo>
                    <a:pt x="3133354" y="593340"/>
                  </a:lnTo>
                  <a:lnTo>
                    <a:pt x="3132283" y="593545"/>
                  </a:lnTo>
                  <a:lnTo>
                    <a:pt x="3131211" y="593751"/>
                  </a:lnTo>
                  <a:lnTo>
                    <a:pt x="3130140" y="593957"/>
                  </a:lnTo>
                  <a:lnTo>
                    <a:pt x="3129068" y="594163"/>
                  </a:lnTo>
                  <a:lnTo>
                    <a:pt x="3127996" y="594370"/>
                  </a:lnTo>
                  <a:lnTo>
                    <a:pt x="3126925" y="594576"/>
                  </a:lnTo>
                  <a:lnTo>
                    <a:pt x="3125853" y="594783"/>
                  </a:lnTo>
                  <a:lnTo>
                    <a:pt x="3124782" y="594990"/>
                  </a:lnTo>
                  <a:lnTo>
                    <a:pt x="3123710" y="595198"/>
                  </a:lnTo>
                  <a:lnTo>
                    <a:pt x="3122638" y="595405"/>
                  </a:lnTo>
                  <a:lnTo>
                    <a:pt x="3121567" y="595613"/>
                  </a:lnTo>
                  <a:lnTo>
                    <a:pt x="3120495" y="595822"/>
                  </a:lnTo>
                  <a:lnTo>
                    <a:pt x="3119424" y="596030"/>
                  </a:lnTo>
                  <a:lnTo>
                    <a:pt x="3118352" y="596239"/>
                  </a:lnTo>
                  <a:lnTo>
                    <a:pt x="3117280" y="596448"/>
                  </a:lnTo>
                  <a:lnTo>
                    <a:pt x="3116209" y="596657"/>
                  </a:lnTo>
                  <a:lnTo>
                    <a:pt x="3115137" y="596866"/>
                  </a:lnTo>
                  <a:lnTo>
                    <a:pt x="3114066" y="597076"/>
                  </a:lnTo>
                  <a:lnTo>
                    <a:pt x="3112994" y="597286"/>
                  </a:lnTo>
                  <a:lnTo>
                    <a:pt x="3111922" y="597496"/>
                  </a:lnTo>
                  <a:lnTo>
                    <a:pt x="3110851" y="597707"/>
                  </a:lnTo>
                  <a:lnTo>
                    <a:pt x="3109779" y="597918"/>
                  </a:lnTo>
                  <a:lnTo>
                    <a:pt x="3108708" y="598129"/>
                  </a:lnTo>
                  <a:lnTo>
                    <a:pt x="3107636" y="598340"/>
                  </a:lnTo>
                  <a:lnTo>
                    <a:pt x="3106564" y="598552"/>
                  </a:lnTo>
                  <a:lnTo>
                    <a:pt x="3105493" y="598763"/>
                  </a:lnTo>
                  <a:lnTo>
                    <a:pt x="3104421" y="598976"/>
                  </a:lnTo>
                  <a:lnTo>
                    <a:pt x="3103350" y="599188"/>
                  </a:lnTo>
                  <a:lnTo>
                    <a:pt x="3102278" y="599401"/>
                  </a:lnTo>
                  <a:lnTo>
                    <a:pt x="3101206" y="599614"/>
                  </a:lnTo>
                  <a:lnTo>
                    <a:pt x="3100135" y="599827"/>
                  </a:lnTo>
                  <a:lnTo>
                    <a:pt x="3099063" y="600041"/>
                  </a:lnTo>
                  <a:lnTo>
                    <a:pt x="3097992" y="600255"/>
                  </a:lnTo>
                  <a:lnTo>
                    <a:pt x="3096920" y="600469"/>
                  </a:lnTo>
                  <a:lnTo>
                    <a:pt x="3095848" y="600683"/>
                  </a:lnTo>
                  <a:lnTo>
                    <a:pt x="3094777" y="600898"/>
                  </a:lnTo>
                  <a:lnTo>
                    <a:pt x="3093705" y="601113"/>
                  </a:lnTo>
                  <a:lnTo>
                    <a:pt x="3092634" y="601329"/>
                  </a:lnTo>
                  <a:lnTo>
                    <a:pt x="3091562" y="601544"/>
                  </a:lnTo>
                  <a:lnTo>
                    <a:pt x="3090490" y="601760"/>
                  </a:lnTo>
                  <a:lnTo>
                    <a:pt x="3089419" y="601977"/>
                  </a:lnTo>
                  <a:lnTo>
                    <a:pt x="3088347" y="602193"/>
                  </a:lnTo>
                  <a:lnTo>
                    <a:pt x="3087276" y="602410"/>
                  </a:lnTo>
                  <a:lnTo>
                    <a:pt x="3086204" y="602628"/>
                  </a:lnTo>
                  <a:lnTo>
                    <a:pt x="3085132" y="602845"/>
                  </a:lnTo>
                  <a:lnTo>
                    <a:pt x="3084061" y="603063"/>
                  </a:lnTo>
                  <a:lnTo>
                    <a:pt x="3082989" y="603281"/>
                  </a:lnTo>
                  <a:lnTo>
                    <a:pt x="3081918" y="603500"/>
                  </a:lnTo>
                  <a:lnTo>
                    <a:pt x="3080846" y="603719"/>
                  </a:lnTo>
                  <a:lnTo>
                    <a:pt x="3079774" y="603938"/>
                  </a:lnTo>
                  <a:lnTo>
                    <a:pt x="3078703" y="604157"/>
                  </a:lnTo>
                  <a:lnTo>
                    <a:pt x="3077631" y="604377"/>
                  </a:lnTo>
                  <a:lnTo>
                    <a:pt x="3076560" y="604597"/>
                  </a:lnTo>
                  <a:lnTo>
                    <a:pt x="3075488" y="604818"/>
                  </a:lnTo>
                  <a:lnTo>
                    <a:pt x="3074416" y="605038"/>
                  </a:lnTo>
                  <a:lnTo>
                    <a:pt x="3073345" y="605260"/>
                  </a:lnTo>
                  <a:lnTo>
                    <a:pt x="3072273" y="605481"/>
                  </a:lnTo>
                  <a:lnTo>
                    <a:pt x="3071202" y="605703"/>
                  </a:lnTo>
                  <a:lnTo>
                    <a:pt x="3070130" y="605925"/>
                  </a:lnTo>
                  <a:lnTo>
                    <a:pt x="3069058" y="606148"/>
                  </a:lnTo>
                  <a:lnTo>
                    <a:pt x="3067987" y="606370"/>
                  </a:lnTo>
                  <a:lnTo>
                    <a:pt x="3066915" y="606594"/>
                  </a:lnTo>
                  <a:lnTo>
                    <a:pt x="3065844" y="606817"/>
                  </a:lnTo>
                  <a:lnTo>
                    <a:pt x="3064772" y="607041"/>
                  </a:lnTo>
                  <a:lnTo>
                    <a:pt x="3063700" y="607265"/>
                  </a:lnTo>
                  <a:lnTo>
                    <a:pt x="3062629" y="607490"/>
                  </a:lnTo>
                  <a:lnTo>
                    <a:pt x="3061557" y="607715"/>
                  </a:lnTo>
                  <a:lnTo>
                    <a:pt x="3060486" y="607940"/>
                  </a:lnTo>
                  <a:lnTo>
                    <a:pt x="3059414" y="608166"/>
                  </a:lnTo>
                  <a:lnTo>
                    <a:pt x="3058342" y="608392"/>
                  </a:lnTo>
                  <a:lnTo>
                    <a:pt x="3057271" y="608618"/>
                  </a:lnTo>
                  <a:lnTo>
                    <a:pt x="3056199" y="608845"/>
                  </a:lnTo>
                  <a:lnTo>
                    <a:pt x="3055128" y="609072"/>
                  </a:lnTo>
                  <a:lnTo>
                    <a:pt x="3054056" y="609299"/>
                  </a:lnTo>
                  <a:lnTo>
                    <a:pt x="3052984" y="609527"/>
                  </a:lnTo>
                  <a:lnTo>
                    <a:pt x="3051913" y="609755"/>
                  </a:lnTo>
                  <a:lnTo>
                    <a:pt x="3050841" y="609984"/>
                  </a:lnTo>
                  <a:lnTo>
                    <a:pt x="3049770" y="610213"/>
                  </a:lnTo>
                  <a:lnTo>
                    <a:pt x="3048698" y="610442"/>
                  </a:lnTo>
                  <a:lnTo>
                    <a:pt x="3047626" y="610672"/>
                  </a:lnTo>
                  <a:lnTo>
                    <a:pt x="3046555" y="610902"/>
                  </a:lnTo>
                  <a:lnTo>
                    <a:pt x="3045483" y="611132"/>
                  </a:lnTo>
                  <a:lnTo>
                    <a:pt x="3044412" y="611363"/>
                  </a:lnTo>
                  <a:lnTo>
                    <a:pt x="3043340" y="611594"/>
                  </a:lnTo>
                  <a:lnTo>
                    <a:pt x="3042268" y="611826"/>
                  </a:lnTo>
                  <a:lnTo>
                    <a:pt x="3041197" y="612058"/>
                  </a:lnTo>
                  <a:lnTo>
                    <a:pt x="3040125" y="612290"/>
                  </a:lnTo>
                  <a:lnTo>
                    <a:pt x="3039054" y="612523"/>
                  </a:lnTo>
                  <a:lnTo>
                    <a:pt x="3037982" y="612756"/>
                  </a:lnTo>
                  <a:lnTo>
                    <a:pt x="3036910" y="612989"/>
                  </a:lnTo>
                  <a:lnTo>
                    <a:pt x="3035839" y="613223"/>
                  </a:lnTo>
                  <a:lnTo>
                    <a:pt x="3034767" y="613457"/>
                  </a:lnTo>
                  <a:lnTo>
                    <a:pt x="3033696" y="613692"/>
                  </a:lnTo>
                  <a:lnTo>
                    <a:pt x="3032624" y="613927"/>
                  </a:lnTo>
                  <a:lnTo>
                    <a:pt x="3031552" y="614163"/>
                  </a:lnTo>
                  <a:lnTo>
                    <a:pt x="3030481" y="614398"/>
                  </a:lnTo>
                  <a:lnTo>
                    <a:pt x="3029409" y="614635"/>
                  </a:lnTo>
                  <a:lnTo>
                    <a:pt x="3028338" y="614871"/>
                  </a:lnTo>
                  <a:lnTo>
                    <a:pt x="3027266" y="615108"/>
                  </a:lnTo>
                  <a:lnTo>
                    <a:pt x="3026194" y="615346"/>
                  </a:lnTo>
                  <a:lnTo>
                    <a:pt x="3025123" y="615584"/>
                  </a:lnTo>
                  <a:lnTo>
                    <a:pt x="3024051" y="615822"/>
                  </a:lnTo>
                  <a:lnTo>
                    <a:pt x="3022980" y="616061"/>
                  </a:lnTo>
                  <a:lnTo>
                    <a:pt x="3021908" y="616300"/>
                  </a:lnTo>
                  <a:lnTo>
                    <a:pt x="3020836" y="616539"/>
                  </a:lnTo>
                  <a:lnTo>
                    <a:pt x="3019765" y="616779"/>
                  </a:lnTo>
                  <a:lnTo>
                    <a:pt x="3018693" y="617020"/>
                  </a:lnTo>
                  <a:lnTo>
                    <a:pt x="3017622" y="617260"/>
                  </a:lnTo>
                  <a:lnTo>
                    <a:pt x="3016550" y="617501"/>
                  </a:lnTo>
                  <a:lnTo>
                    <a:pt x="3015479" y="617743"/>
                  </a:lnTo>
                  <a:lnTo>
                    <a:pt x="3014407" y="617985"/>
                  </a:lnTo>
                  <a:lnTo>
                    <a:pt x="3013335" y="618227"/>
                  </a:lnTo>
                  <a:lnTo>
                    <a:pt x="3012264" y="618470"/>
                  </a:lnTo>
                  <a:lnTo>
                    <a:pt x="3011192" y="618714"/>
                  </a:lnTo>
                  <a:lnTo>
                    <a:pt x="3010121" y="618957"/>
                  </a:lnTo>
                  <a:lnTo>
                    <a:pt x="3009049" y="619201"/>
                  </a:lnTo>
                  <a:lnTo>
                    <a:pt x="3007977" y="619446"/>
                  </a:lnTo>
                  <a:lnTo>
                    <a:pt x="3006906" y="619691"/>
                  </a:lnTo>
                  <a:lnTo>
                    <a:pt x="3005834" y="619936"/>
                  </a:lnTo>
                  <a:lnTo>
                    <a:pt x="3004763" y="620182"/>
                  </a:lnTo>
                  <a:lnTo>
                    <a:pt x="3003691" y="620428"/>
                  </a:lnTo>
                  <a:lnTo>
                    <a:pt x="3002619" y="620675"/>
                  </a:lnTo>
                  <a:lnTo>
                    <a:pt x="3001548" y="620922"/>
                  </a:lnTo>
                  <a:lnTo>
                    <a:pt x="3000476" y="621170"/>
                  </a:lnTo>
                  <a:lnTo>
                    <a:pt x="2999405" y="621418"/>
                  </a:lnTo>
                  <a:lnTo>
                    <a:pt x="2998333" y="621666"/>
                  </a:lnTo>
                  <a:lnTo>
                    <a:pt x="2997261" y="621915"/>
                  </a:lnTo>
                  <a:lnTo>
                    <a:pt x="2996190" y="622165"/>
                  </a:lnTo>
                  <a:lnTo>
                    <a:pt x="2995118" y="622415"/>
                  </a:lnTo>
                  <a:lnTo>
                    <a:pt x="2994047" y="622665"/>
                  </a:lnTo>
                  <a:lnTo>
                    <a:pt x="2992975" y="622915"/>
                  </a:lnTo>
                  <a:lnTo>
                    <a:pt x="2991903" y="623167"/>
                  </a:lnTo>
                  <a:lnTo>
                    <a:pt x="2990832" y="623418"/>
                  </a:lnTo>
                  <a:lnTo>
                    <a:pt x="2989760" y="623670"/>
                  </a:lnTo>
                  <a:lnTo>
                    <a:pt x="2988689" y="623923"/>
                  </a:lnTo>
                  <a:lnTo>
                    <a:pt x="2987617" y="624176"/>
                  </a:lnTo>
                  <a:lnTo>
                    <a:pt x="2986545" y="624429"/>
                  </a:lnTo>
                  <a:lnTo>
                    <a:pt x="2985474" y="624683"/>
                  </a:lnTo>
                  <a:lnTo>
                    <a:pt x="2984402" y="624937"/>
                  </a:lnTo>
                  <a:lnTo>
                    <a:pt x="2983331" y="625192"/>
                  </a:lnTo>
                  <a:lnTo>
                    <a:pt x="2982259" y="625447"/>
                  </a:lnTo>
                  <a:lnTo>
                    <a:pt x="2981187" y="625703"/>
                  </a:lnTo>
                  <a:lnTo>
                    <a:pt x="2980116" y="625959"/>
                  </a:lnTo>
                  <a:lnTo>
                    <a:pt x="2979044" y="626216"/>
                  </a:lnTo>
                  <a:lnTo>
                    <a:pt x="2977973" y="626473"/>
                  </a:lnTo>
                  <a:lnTo>
                    <a:pt x="2976901" y="626730"/>
                  </a:lnTo>
                  <a:lnTo>
                    <a:pt x="2975829" y="626988"/>
                  </a:lnTo>
                  <a:lnTo>
                    <a:pt x="2974758" y="627247"/>
                  </a:lnTo>
                  <a:lnTo>
                    <a:pt x="2973686" y="627506"/>
                  </a:lnTo>
                  <a:lnTo>
                    <a:pt x="2972615" y="627765"/>
                  </a:lnTo>
                  <a:lnTo>
                    <a:pt x="2971543" y="628025"/>
                  </a:lnTo>
                  <a:lnTo>
                    <a:pt x="2970471" y="628285"/>
                  </a:lnTo>
                  <a:lnTo>
                    <a:pt x="2969400" y="628546"/>
                  </a:lnTo>
                  <a:lnTo>
                    <a:pt x="2968328" y="628808"/>
                  </a:lnTo>
                  <a:lnTo>
                    <a:pt x="2967257" y="629069"/>
                  </a:lnTo>
                  <a:lnTo>
                    <a:pt x="2966185" y="629332"/>
                  </a:lnTo>
                  <a:lnTo>
                    <a:pt x="2965113" y="629594"/>
                  </a:lnTo>
                  <a:lnTo>
                    <a:pt x="2964042" y="629858"/>
                  </a:lnTo>
                  <a:lnTo>
                    <a:pt x="2962970" y="630121"/>
                  </a:lnTo>
                  <a:lnTo>
                    <a:pt x="2961899" y="630386"/>
                  </a:lnTo>
                  <a:lnTo>
                    <a:pt x="2960827" y="630650"/>
                  </a:lnTo>
                  <a:lnTo>
                    <a:pt x="2959755" y="630915"/>
                  </a:lnTo>
                  <a:lnTo>
                    <a:pt x="2958684" y="631181"/>
                  </a:lnTo>
                  <a:lnTo>
                    <a:pt x="2957612" y="631447"/>
                  </a:lnTo>
                  <a:lnTo>
                    <a:pt x="2956541" y="631714"/>
                  </a:lnTo>
                  <a:lnTo>
                    <a:pt x="2955469" y="631981"/>
                  </a:lnTo>
                  <a:lnTo>
                    <a:pt x="2954397" y="632249"/>
                  </a:lnTo>
                  <a:lnTo>
                    <a:pt x="2953326" y="632517"/>
                  </a:lnTo>
                  <a:lnTo>
                    <a:pt x="2952254" y="632785"/>
                  </a:lnTo>
                  <a:lnTo>
                    <a:pt x="2951183" y="633054"/>
                  </a:lnTo>
                  <a:lnTo>
                    <a:pt x="2950111" y="633324"/>
                  </a:lnTo>
                  <a:lnTo>
                    <a:pt x="2949039" y="633594"/>
                  </a:lnTo>
                  <a:lnTo>
                    <a:pt x="2947968" y="633865"/>
                  </a:lnTo>
                  <a:lnTo>
                    <a:pt x="2946896" y="634136"/>
                  </a:lnTo>
                  <a:lnTo>
                    <a:pt x="2945825" y="634407"/>
                  </a:lnTo>
                  <a:lnTo>
                    <a:pt x="2944753" y="634679"/>
                  </a:lnTo>
                  <a:lnTo>
                    <a:pt x="2943681" y="634952"/>
                  </a:lnTo>
                  <a:lnTo>
                    <a:pt x="2942610" y="635225"/>
                  </a:lnTo>
                  <a:lnTo>
                    <a:pt x="2941538" y="635498"/>
                  </a:lnTo>
                  <a:lnTo>
                    <a:pt x="2940467" y="635773"/>
                  </a:lnTo>
                  <a:lnTo>
                    <a:pt x="2939395" y="636047"/>
                  </a:lnTo>
                  <a:lnTo>
                    <a:pt x="2938323" y="636322"/>
                  </a:lnTo>
                  <a:lnTo>
                    <a:pt x="2937252" y="636598"/>
                  </a:lnTo>
                  <a:lnTo>
                    <a:pt x="2936180" y="636874"/>
                  </a:lnTo>
                  <a:lnTo>
                    <a:pt x="2935109" y="637151"/>
                  </a:lnTo>
                  <a:lnTo>
                    <a:pt x="2934037" y="637428"/>
                  </a:lnTo>
                  <a:lnTo>
                    <a:pt x="2932965" y="637705"/>
                  </a:lnTo>
                  <a:lnTo>
                    <a:pt x="2931894" y="637983"/>
                  </a:lnTo>
                  <a:lnTo>
                    <a:pt x="2930822" y="638262"/>
                  </a:lnTo>
                  <a:lnTo>
                    <a:pt x="2929751" y="638541"/>
                  </a:lnTo>
                  <a:lnTo>
                    <a:pt x="2928679" y="638821"/>
                  </a:lnTo>
                  <a:lnTo>
                    <a:pt x="2927607" y="639101"/>
                  </a:lnTo>
                  <a:lnTo>
                    <a:pt x="2926536" y="639382"/>
                  </a:lnTo>
                  <a:lnTo>
                    <a:pt x="2925464" y="639663"/>
                  </a:lnTo>
                  <a:lnTo>
                    <a:pt x="2924393" y="639945"/>
                  </a:lnTo>
                  <a:lnTo>
                    <a:pt x="2923321" y="640227"/>
                  </a:lnTo>
                  <a:lnTo>
                    <a:pt x="2922249" y="640510"/>
                  </a:lnTo>
                  <a:lnTo>
                    <a:pt x="2921178" y="640793"/>
                  </a:lnTo>
                  <a:lnTo>
                    <a:pt x="2920106" y="641077"/>
                  </a:lnTo>
                  <a:lnTo>
                    <a:pt x="2919035" y="641362"/>
                  </a:lnTo>
                  <a:lnTo>
                    <a:pt x="2917963" y="641647"/>
                  </a:lnTo>
                  <a:lnTo>
                    <a:pt x="2916891" y="641932"/>
                  </a:lnTo>
                  <a:lnTo>
                    <a:pt x="2915820" y="642218"/>
                  </a:lnTo>
                  <a:lnTo>
                    <a:pt x="2914748" y="642504"/>
                  </a:lnTo>
                  <a:lnTo>
                    <a:pt x="2913677" y="642791"/>
                  </a:lnTo>
                  <a:lnTo>
                    <a:pt x="2912605" y="643079"/>
                  </a:lnTo>
                  <a:lnTo>
                    <a:pt x="2911533" y="643367"/>
                  </a:lnTo>
                  <a:lnTo>
                    <a:pt x="2910462" y="643656"/>
                  </a:lnTo>
                  <a:lnTo>
                    <a:pt x="2909390" y="643945"/>
                  </a:lnTo>
                  <a:lnTo>
                    <a:pt x="2908319" y="644235"/>
                  </a:lnTo>
                  <a:lnTo>
                    <a:pt x="2907247" y="644525"/>
                  </a:lnTo>
                  <a:lnTo>
                    <a:pt x="2906175" y="644815"/>
                  </a:lnTo>
                  <a:lnTo>
                    <a:pt x="2905104" y="645107"/>
                  </a:lnTo>
                  <a:lnTo>
                    <a:pt x="2904032" y="645399"/>
                  </a:lnTo>
                  <a:lnTo>
                    <a:pt x="2902961" y="645691"/>
                  </a:lnTo>
                  <a:lnTo>
                    <a:pt x="2901889" y="645984"/>
                  </a:lnTo>
                  <a:lnTo>
                    <a:pt x="2900817" y="646277"/>
                  </a:lnTo>
                  <a:lnTo>
                    <a:pt x="2899746" y="646571"/>
                  </a:lnTo>
                  <a:lnTo>
                    <a:pt x="2898674" y="646866"/>
                  </a:lnTo>
                  <a:lnTo>
                    <a:pt x="2897603" y="647161"/>
                  </a:lnTo>
                  <a:lnTo>
                    <a:pt x="2896531" y="647457"/>
                  </a:lnTo>
                  <a:lnTo>
                    <a:pt x="2895459" y="647753"/>
                  </a:lnTo>
                  <a:lnTo>
                    <a:pt x="2894388" y="648049"/>
                  </a:lnTo>
                  <a:lnTo>
                    <a:pt x="2893316" y="648347"/>
                  </a:lnTo>
                  <a:lnTo>
                    <a:pt x="2892245" y="648644"/>
                  </a:lnTo>
                  <a:lnTo>
                    <a:pt x="2891173" y="648943"/>
                  </a:lnTo>
                  <a:lnTo>
                    <a:pt x="2890101" y="649242"/>
                  </a:lnTo>
                  <a:lnTo>
                    <a:pt x="2889030" y="649541"/>
                  </a:lnTo>
                  <a:lnTo>
                    <a:pt x="2887958" y="649841"/>
                  </a:lnTo>
                  <a:lnTo>
                    <a:pt x="2886887" y="650142"/>
                  </a:lnTo>
                  <a:lnTo>
                    <a:pt x="2885815" y="650443"/>
                  </a:lnTo>
                  <a:lnTo>
                    <a:pt x="2884743" y="650745"/>
                  </a:lnTo>
                  <a:lnTo>
                    <a:pt x="2883672" y="651047"/>
                  </a:lnTo>
                  <a:lnTo>
                    <a:pt x="2882600" y="651350"/>
                  </a:lnTo>
                  <a:lnTo>
                    <a:pt x="2881529" y="651653"/>
                  </a:lnTo>
                  <a:lnTo>
                    <a:pt x="2880457" y="651957"/>
                  </a:lnTo>
                  <a:lnTo>
                    <a:pt x="2879385" y="652261"/>
                  </a:lnTo>
                  <a:lnTo>
                    <a:pt x="2878314" y="652566"/>
                  </a:lnTo>
                  <a:lnTo>
                    <a:pt x="2877242" y="652872"/>
                  </a:lnTo>
                  <a:lnTo>
                    <a:pt x="2876171" y="653178"/>
                  </a:lnTo>
                  <a:lnTo>
                    <a:pt x="2875099" y="653485"/>
                  </a:lnTo>
                  <a:lnTo>
                    <a:pt x="2874027" y="653792"/>
                  </a:lnTo>
                  <a:lnTo>
                    <a:pt x="2872956" y="654100"/>
                  </a:lnTo>
                  <a:lnTo>
                    <a:pt x="2871884" y="654408"/>
                  </a:lnTo>
                  <a:lnTo>
                    <a:pt x="2870813" y="654717"/>
                  </a:lnTo>
                  <a:lnTo>
                    <a:pt x="2869741" y="655027"/>
                  </a:lnTo>
                  <a:lnTo>
                    <a:pt x="2868669" y="655337"/>
                  </a:lnTo>
                  <a:lnTo>
                    <a:pt x="2867598" y="655647"/>
                  </a:lnTo>
                  <a:lnTo>
                    <a:pt x="2866526" y="655958"/>
                  </a:lnTo>
                  <a:lnTo>
                    <a:pt x="2865455" y="656270"/>
                  </a:lnTo>
                  <a:lnTo>
                    <a:pt x="2864383" y="656583"/>
                  </a:lnTo>
                  <a:lnTo>
                    <a:pt x="2863311" y="656895"/>
                  </a:lnTo>
                  <a:lnTo>
                    <a:pt x="2862240" y="657209"/>
                  </a:lnTo>
                  <a:lnTo>
                    <a:pt x="2861168" y="657523"/>
                  </a:lnTo>
                  <a:lnTo>
                    <a:pt x="2860097" y="657838"/>
                  </a:lnTo>
                  <a:lnTo>
                    <a:pt x="2859025" y="658153"/>
                  </a:lnTo>
                  <a:lnTo>
                    <a:pt x="2857953" y="658469"/>
                  </a:lnTo>
                  <a:lnTo>
                    <a:pt x="2856882" y="658785"/>
                  </a:lnTo>
                  <a:lnTo>
                    <a:pt x="2855810" y="659102"/>
                  </a:lnTo>
                  <a:lnTo>
                    <a:pt x="2854739" y="659419"/>
                  </a:lnTo>
                  <a:lnTo>
                    <a:pt x="2853667" y="659738"/>
                  </a:lnTo>
                  <a:lnTo>
                    <a:pt x="2852595" y="660056"/>
                  </a:lnTo>
                  <a:lnTo>
                    <a:pt x="2851524" y="660376"/>
                  </a:lnTo>
                  <a:lnTo>
                    <a:pt x="2850452" y="660695"/>
                  </a:lnTo>
                  <a:lnTo>
                    <a:pt x="2849381" y="661016"/>
                  </a:lnTo>
                  <a:lnTo>
                    <a:pt x="2848309" y="661337"/>
                  </a:lnTo>
                  <a:lnTo>
                    <a:pt x="2847237" y="661658"/>
                  </a:lnTo>
                  <a:lnTo>
                    <a:pt x="2846166" y="661980"/>
                  </a:lnTo>
                  <a:lnTo>
                    <a:pt x="2845094" y="662303"/>
                  </a:lnTo>
                  <a:lnTo>
                    <a:pt x="2844023" y="662627"/>
                  </a:lnTo>
                  <a:lnTo>
                    <a:pt x="2842951" y="662950"/>
                  </a:lnTo>
                  <a:lnTo>
                    <a:pt x="2841879" y="663275"/>
                  </a:lnTo>
                  <a:lnTo>
                    <a:pt x="2840808" y="663600"/>
                  </a:lnTo>
                  <a:lnTo>
                    <a:pt x="2839736" y="663926"/>
                  </a:lnTo>
                  <a:lnTo>
                    <a:pt x="2838665" y="664252"/>
                  </a:lnTo>
                  <a:lnTo>
                    <a:pt x="2837593" y="664579"/>
                  </a:lnTo>
                  <a:lnTo>
                    <a:pt x="2836522" y="664906"/>
                  </a:lnTo>
                  <a:lnTo>
                    <a:pt x="2835450" y="665234"/>
                  </a:lnTo>
                  <a:lnTo>
                    <a:pt x="2834378" y="665563"/>
                  </a:lnTo>
                  <a:lnTo>
                    <a:pt x="2833307" y="665892"/>
                  </a:lnTo>
                  <a:lnTo>
                    <a:pt x="2832235" y="666222"/>
                  </a:lnTo>
                  <a:lnTo>
                    <a:pt x="2831164" y="666552"/>
                  </a:lnTo>
                  <a:lnTo>
                    <a:pt x="2830092" y="666883"/>
                  </a:lnTo>
                  <a:lnTo>
                    <a:pt x="2829020" y="667215"/>
                  </a:lnTo>
                  <a:lnTo>
                    <a:pt x="2827949" y="667547"/>
                  </a:lnTo>
                  <a:lnTo>
                    <a:pt x="2826877" y="667880"/>
                  </a:lnTo>
                  <a:lnTo>
                    <a:pt x="2825806" y="668213"/>
                  </a:lnTo>
                  <a:lnTo>
                    <a:pt x="2824734" y="668547"/>
                  </a:lnTo>
                  <a:lnTo>
                    <a:pt x="2823662" y="668882"/>
                  </a:lnTo>
                  <a:lnTo>
                    <a:pt x="2822591" y="669217"/>
                  </a:lnTo>
                  <a:lnTo>
                    <a:pt x="2821519" y="669553"/>
                  </a:lnTo>
                  <a:lnTo>
                    <a:pt x="2820448" y="669889"/>
                  </a:lnTo>
                  <a:lnTo>
                    <a:pt x="2819376" y="670226"/>
                  </a:lnTo>
                  <a:lnTo>
                    <a:pt x="2818304" y="670563"/>
                  </a:lnTo>
                  <a:lnTo>
                    <a:pt x="2817233" y="670902"/>
                  </a:lnTo>
                  <a:lnTo>
                    <a:pt x="2816161" y="671240"/>
                  </a:lnTo>
                  <a:lnTo>
                    <a:pt x="2815090" y="671580"/>
                  </a:lnTo>
                  <a:lnTo>
                    <a:pt x="2814018" y="671920"/>
                  </a:lnTo>
                  <a:lnTo>
                    <a:pt x="2812946" y="672260"/>
                  </a:lnTo>
                  <a:lnTo>
                    <a:pt x="2811875" y="672601"/>
                  </a:lnTo>
                  <a:lnTo>
                    <a:pt x="2810803" y="672943"/>
                  </a:lnTo>
                  <a:lnTo>
                    <a:pt x="2809732" y="673286"/>
                  </a:lnTo>
                  <a:lnTo>
                    <a:pt x="2808660" y="673629"/>
                  </a:lnTo>
                  <a:lnTo>
                    <a:pt x="2807588" y="673972"/>
                  </a:lnTo>
                  <a:lnTo>
                    <a:pt x="2806517" y="674317"/>
                  </a:lnTo>
                  <a:lnTo>
                    <a:pt x="2805445" y="674661"/>
                  </a:lnTo>
                  <a:lnTo>
                    <a:pt x="2804374" y="675007"/>
                  </a:lnTo>
                  <a:lnTo>
                    <a:pt x="2803302" y="675353"/>
                  </a:lnTo>
                  <a:lnTo>
                    <a:pt x="2802230" y="675700"/>
                  </a:lnTo>
                  <a:lnTo>
                    <a:pt x="2801159" y="676047"/>
                  </a:lnTo>
                  <a:lnTo>
                    <a:pt x="2800087" y="676395"/>
                  </a:lnTo>
                  <a:lnTo>
                    <a:pt x="2799016" y="676743"/>
                  </a:lnTo>
                  <a:lnTo>
                    <a:pt x="2797944" y="677092"/>
                  </a:lnTo>
                  <a:lnTo>
                    <a:pt x="2796872" y="677442"/>
                  </a:lnTo>
                  <a:lnTo>
                    <a:pt x="2795801" y="677792"/>
                  </a:lnTo>
                  <a:lnTo>
                    <a:pt x="2794729" y="678143"/>
                  </a:lnTo>
                  <a:lnTo>
                    <a:pt x="2793658" y="678495"/>
                  </a:lnTo>
                  <a:lnTo>
                    <a:pt x="2792586" y="678847"/>
                  </a:lnTo>
                  <a:lnTo>
                    <a:pt x="2791514" y="679200"/>
                  </a:lnTo>
                  <a:lnTo>
                    <a:pt x="2790443" y="679553"/>
                  </a:lnTo>
                  <a:lnTo>
                    <a:pt x="2789371" y="679907"/>
                  </a:lnTo>
                  <a:lnTo>
                    <a:pt x="2788300" y="680262"/>
                  </a:lnTo>
                  <a:lnTo>
                    <a:pt x="2787228" y="680617"/>
                  </a:lnTo>
                  <a:lnTo>
                    <a:pt x="2786156" y="680973"/>
                  </a:lnTo>
                  <a:lnTo>
                    <a:pt x="2785085" y="681330"/>
                  </a:lnTo>
                  <a:lnTo>
                    <a:pt x="2784013" y="681687"/>
                  </a:lnTo>
                  <a:lnTo>
                    <a:pt x="2782942" y="682045"/>
                  </a:lnTo>
                  <a:lnTo>
                    <a:pt x="2781870" y="682403"/>
                  </a:lnTo>
                  <a:lnTo>
                    <a:pt x="2780798" y="682762"/>
                  </a:lnTo>
                  <a:lnTo>
                    <a:pt x="2779727" y="683122"/>
                  </a:lnTo>
                  <a:lnTo>
                    <a:pt x="2778655" y="683482"/>
                  </a:lnTo>
                  <a:lnTo>
                    <a:pt x="2777584" y="683843"/>
                  </a:lnTo>
                  <a:lnTo>
                    <a:pt x="2776512" y="684205"/>
                  </a:lnTo>
                  <a:lnTo>
                    <a:pt x="2775440" y="684567"/>
                  </a:lnTo>
                  <a:lnTo>
                    <a:pt x="2774369" y="684929"/>
                  </a:lnTo>
                  <a:lnTo>
                    <a:pt x="2773297" y="685293"/>
                  </a:lnTo>
                  <a:lnTo>
                    <a:pt x="2772226" y="685657"/>
                  </a:lnTo>
                  <a:lnTo>
                    <a:pt x="2771154" y="686022"/>
                  </a:lnTo>
                  <a:lnTo>
                    <a:pt x="2770082" y="686387"/>
                  </a:lnTo>
                  <a:lnTo>
                    <a:pt x="2769011" y="686753"/>
                  </a:lnTo>
                  <a:lnTo>
                    <a:pt x="2767939" y="687119"/>
                  </a:lnTo>
                  <a:lnTo>
                    <a:pt x="2766868" y="687487"/>
                  </a:lnTo>
                  <a:lnTo>
                    <a:pt x="2765796" y="687854"/>
                  </a:lnTo>
                  <a:lnTo>
                    <a:pt x="2764724" y="688223"/>
                  </a:lnTo>
                  <a:lnTo>
                    <a:pt x="2763653" y="688592"/>
                  </a:lnTo>
                  <a:lnTo>
                    <a:pt x="2762581" y="688962"/>
                  </a:lnTo>
                  <a:lnTo>
                    <a:pt x="2761510" y="689332"/>
                  </a:lnTo>
                  <a:lnTo>
                    <a:pt x="2760438" y="689703"/>
                  </a:lnTo>
                  <a:lnTo>
                    <a:pt x="2759366" y="690075"/>
                  </a:lnTo>
                  <a:lnTo>
                    <a:pt x="2758295" y="690447"/>
                  </a:lnTo>
                  <a:lnTo>
                    <a:pt x="2757223" y="690820"/>
                  </a:lnTo>
                  <a:lnTo>
                    <a:pt x="2756152" y="691193"/>
                  </a:lnTo>
                  <a:lnTo>
                    <a:pt x="2755080" y="691568"/>
                  </a:lnTo>
                  <a:lnTo>
                    <a:pt x="2754008" y="691942"/>
                  </a:lnTo>
                  <a:lnTo>
                    <a:pt x="2752937" y="692318"/>
                  </a:lnTo>
                  <a:lnTo>
                    <a:pt x="2751865" y="692694"/>
                  </a:lnTo>
                  <a:lnTo>
                    <a:pt x="2750794" y="693071"/>
                  </a:lnTo>
                  <a:lnTo>
                    <a:pt x="2749722" y="693448"/>
                  </a:lnTo>
                  <a:lnTo>
                    <a:pt x="2748650" y="693826"/>
                  </a:lnTo>
                  <a:lnTo>
                    <a:pt x="2747579" y="694205"/>
                  </a:lnTo>
                  <a:lnTo>
                    <a:pt x="2746507" y="694584"/>
                  </a:lnTo>
                  <a:lnTo>
                    <a:pt x="2745436" y="694964"/>
                  </a:lnTo>
                  <a:lnTo>
                    <a:pt x="2744364" y="695344"/>
                  </a:lnTo>
                  <a:lnTo>
                    <a:pt x="2743292" y="695726"/>
                  </a:lnTo>
                  <a:lnTo>
                    <a:pt x="2742221" y="696108"/>
                  </a:lnTo>
                  <a:lnTo>
                    <a:pt x="2741149" y="696490"/>
                  </a:lnTo>
                  <a:lnTo>
                    <a:pt x="2740078" y="696873"/>
                  </a:lnTo>
                  <a:lnTo>
                    <a:pt x="2739006" y="697257"/>
                  </a:lnTo>
                  <a:lnTo>
                    <a:pt x="2737934" y="697642"/>
                  </a:lnTo>
                  <a:lnTo>
                    <a:pt x="2736863" y="698027"/>
                  </a:lnTo>
                  <a:lnTo>
                    <a:pt x="2735791" y="698412"/>
                  </a:lnTo>
                  <a:lnTo>
                    <a:pt x="2734720" y="698799"/>
                  </a:lnTo>
                  <a:lnTo>
                    <a:pt x="2733648" y="699186"/>
                  </a:lnTo>
                  <a:lnTo>
                    <a:pt x="2732576" y="699574"/>
                  </a:lnTo>
                  <a:lnTo>
                    <a:pt x="2731505" y="699962"/>
                  </a:lnTo>
                  <a:lnTo>
                    <a:pt x="2730433" y="700351"/>
                  </a:lnTo>
                  <a:lnTo>
                    <a:pt x="2729362" y="700741"/>
                  </a:lnTo>
                  <a:lnTo>
                    <a:pt x="2728290" y="701131"/>
                  </a:lnTo>
                  <a:lnTo>
                    <a:pt x="2727218" y="701522"/>
                  </a:lnTo>
                  <a:lnTo>
                    <a:pt x="2726147" y="701913"/>
                  </a:lnTo>
                  <a:lnTo>
                    <a:pt x="2725075" y="702306"/>
                  </a:lnTo>
                  <a:lnTo>
                    <a:pt x="2724004" y="702699"/>
                  </a:lnTo>
                  <a:lnTo>
                    <a:pt x="2722932" y="703092"/>
                  </a:lnTo>
                  <a:lnTo>
                    <a:pt x="2721860" y="703486"/>
                  </a:lnTo>
                  <a:lnTo>
                    <a:pt x="2720789" y="703881"/>
                  </a:lnTo>
                  <a:lnTo>
                    <a:pt x="2719717" y="704277"/>
                  </a:lnTo>
                  <a:lnTo>
                    <a:pt x="2718646" y="704673"/>
                  </a:lnTo>
                  <a:lnTo>
                    <a:pt x="2717574" y="705070"/>
                  </a:lnTo>
                  <a:lnTo>
                    <a:pt x="2716502" y="705467"/>
                  </a:lnTo>
                  <a:lnTo>
                    <a:pt x="2715431" y="705866"/>
                  </a:lnTo>
                  <a:lnTo>
                    <a:pt x="2714359" y="706264"/>
                  </a:lnTo>
                  <a:lnTo>
                    <a:pt x="2713288" y="706664"/>
                  </a:lnTo>
                  <a:lnTo>
                    <a:pt x="2712216" y="707064"/>
                  </a:lnTo>
                  <a:lnTo>
                    <a:pt x="2711144" y="707465"/>
                  </a:lnTo>
                  <a:lnTo>
                    <a:pt x="2710073" y="707866"/>
                  </a:lnTo>
                  <a:lnTo>
                    <a:pt x="2709001" y="708268"/>
                  </a:lnTo>
                  <a:lnTo>
                    <a:pt x="2707930" y="708671"/>
                  </a:lnTo>
                  <a:lnTo>
                    <a:pt x="2706858" y="709075"/>
                  </a:lnTo>
                  <a:lnTo>
                    <a:pt x="2705786" y="709479"/>
                  </a:lnTo>
                  <a:lnTo>
                    <a:pt x="2704715" y="709883"/>
                  </a:lnTo>
                  <a:lnTo>
                    <a:pt x="2703643" y="710289"/>
                  </a:lnTo>
                  <a:lnTo>
                    <a:pt x="2702572" y="710695"/>
                  </a:lnTo>
                  <a:lnTo>
                    <a:pt x="2701500" y="711102"/>
                  </a:lnTo>
                  <a:lnTo>
                    <a:pt x="2700428" y="711509"/>
                  </a:lnTo>
                  <a:lnTo>
                    <a:pt x="2699357" y="711917"/>
                  </a:lnTo>
                  <a:lnTo>
                    <a:pt x="2698285" y="712326"/>
                  </a:lnTo>
                  <a:lnTo>
                    <a:pt x="2697214" y="712735"/>
                  </a:lnTo>
                  <a:lnTo>
                    <a:pt x="2696142" y="713146"/>
                  </a:lnTo>
                  <a:lnTo>
                    <a:pt x="2695070" y="713556"/>
                  </a:lnTo>
                  <a:lnTo>
                    <a:pt x="2693999" y="713968"/>
                  </a:lnTo>
                  <a:lnTo>
                    <a:pt x="2692927" y="714380"/>
                  </a:lnTo>
                  <a:lnTo>
                    <a:pt x="2691856" y="714793"/>
                  </a:lnTo>
                  <a:lnTo>
                    <a:pt x="2690784" y="715206"/>
                  </a:lnTo>
                  <a:lnTo>
                    <a:pt x="2689712" y="715620"/>
                  </a:lnTo>
                  <a:lnTo>
                    <a:pt x="2688641" y="716035"/>
                  </a:lnTo>
                  <a:lnTo>
                    <a:pt x="2687569" y="716450"/>
                  </a:lnTo>
                  <a:lnTo>
                    <a:pt x="2686498" y="716866"/>
                  </a:lnTo>
                  <a:lnTo>
                    <a:pt x="2685426" y="717283"/>
                  </a:lnTo>
                  <a:lnTo>
                    <a:pt x="2684354" y="717701"/>
                  </a:lnTo>
                  <a:lnTo>
                    <a:pt x="2683283" y="718119"/>
                  </a:lnTo>
                  <a:lnTo>
                    <a:pt x="2682211" y="718538"/>
                  </a:lnTo>
                  <a:lnTo>
                    <a:pt x="2681140" y="718957"/>
                  </a:lnTo>
                  <a:lnTo>
                    <a:pt x="2680068" y="719377"/>
                  </a:lnTo>
                  <a:lnTo>
                    <a:pt x="2678996" y="719798"/>
                  </a:lnTo>
                  <a:lnTo>
                    <a:pt x="2677925" y="720220"/>
                  </a:lnTo>
                  <a:lnTo>
                    <a:pt x="2676853" y="720642"/>
                  </a:lnTo>
                  <a:lnTo>
                    <a:pt x="2675782" y="721065"/>
                  </a:lnTo>
                  <a:lnTo>
                    <a:pt x="2674710" y="721488"/>
                  </a:lnTo>
                  <a:lnTo>
                    <a:pt x="2673638" y="721912"/>
                  </a:lnTo>
                  <a:lnTo>
                    <a:pt x="2672567" y="722337"/>
                  </a:lnTo>
                  <a:lnTo>
                    <a:pt x="2671495" y="722763"/>
                  </a:lnTo>
                  <a:lnTo>
                    <a:pt x="2670424" y="723189"/>
                  </a:lnTo>
                  <a:lnTo>
                    <a:pt x="2669352" y="723616"/>
                  </a:lnTo>
                  <a:lnTo>
                    <a:pt x="2668280" y="724043"/>
                  </a:lnTo>
                  <a:lnTo>
                    <a:pt x="2667209" y="724472"/>
                  </a:lnTo>
                  <a:lnTo>
                    <a:pt x="2666137" y="724901"/>
                  </a:lnTo>
                  <a:lnTo>
                    <a:pt x="2665066" y="725330"/>
                  </a:lnTo>
                  <a:lnTo>
                    <a:pt x="2663994" y="725761"/>
                  </a:lnTo>
                  <a:lnTo>
                    <a:pt x="2662922" y="726192"/>
                  </a:lnTo>
                  <a:lnTo>
                    <a:pt x="2661851" y="726623"/>
                  </a:lnTo>
                  <a:lnTo>
                    <a:pt x="2660779" y="727056"/>
                  </a:lnTo>
                  <a:lnTo>
                    <a:pt x="2659708" y="727489"/>
                  </a:lnTo>
                  <a:lnTo>
                    <a:pt x="2658636" y="727922"/>
                  </a:lnTo>
                  <a:lnTo>
                    <a:pt x="2657565" y="728357"/>
                  </a:lnTo>
                  <a:lnTo>
                    <a:pt x="2656493" y="728792"/>
                  </a:lnTo>
                  <a:lnTo>
                    <a:pt x="2655421" y="729228"/>
                  </a:lnTo>
                  <a:lnTo>
                    <a:pt x="2654350" y="729664"/>
                  </a:lnTo>
                  <a:lnTo>
                    <a:pt x="2653278" y="730101"/>
                  </a:lnTo>
                  <a:lnTo>
                    <a:pt x="2652207" y="730539"/>
                  </a:lnTo>
                  <a:lnTo>
                    <a:pt x="2651135" y="730977"/>
                  </a:lnTo>
                  <a:lnTo>
                    <a:pt x="2650063" y="731417"/>
                  </a:lnTo>
                  <a:lnTo>
                    <a:pt x="2648992" y="731857"/>
                  </a:lnTo>
                  <a:lnTo>
                    <a:pt x="2647920" y="732297"/>
                  </a:lnTo>
                  <a:lnTo>
                    <a:pt x="2646849" y="732738"/>
                  </a:lnTo>
                  <a:lnTo>
                    <a:pt x="2645777" y="733180"/>
                  </a:lnTo>
                  <a:lnTo>
                    <a:pt x="2644705" y="733623"/>
                  </a:lnTo>
                  <a:lnTo>
                    <a:pt x="2643634" y="734066"/>
                  </a:lnTo>
                  <a:lnTo>
                    <a:pt x="2642562" y="734510"/>
                  </a:lnTo>
                  <a:lnTo>
                    <a:pt x="2641491" y="734955"/>
                  </a:lnTo>
                  <a:lnTo>
                    <a:pt x="2640419" y="735400"/>
                  </a:lnTo>
                  <a:lnTo>
                    <a:pt x="2639347" y="735846"/>
                  </a:lnTo>
                  <a:lnTo>
                    <a:pt x="2638276" y="736293"/>
                  </a:lnTo>
                  <a:lnTo>
                    <a:pt x="2637204" y="736741"/>
                  </a:lnTo>
                  <a:lnTo>
                    <a:pt x="2636133" y="737189"/>
                  </a:lnTo>
                  <a:lnTo>
                    <a:pt x="2635061" y="737638"/>
                  </a:lnTo>
                  <a:lnTo>
                    <a:pt x="2633989" y="738087"/>
                  </a:lnTo>
                  <a:lnTo>
                    <a:pt x="2632918" y="738537"/>
                  </a:lnTo>
                  <a:lnTo>
                    <a:pt x="2631846" y="738988"/>
                  </a:lnTo>
                  <a:lnTo>
                    <a:pt x="2630775" y="739440"/>
                  </a:lnTo>
                  <a:lnTo>
                    <a:pt x="2629703" y="739892"/>
                  </a:lnTo>
                  <a:lnTo>
                    <a:pt x="2628631" y="740345"/>
                  </a:lnTo>
                  <a:lnTo>
                    <a:pt x="2627560" y="740799"/>
                  </a:lnTo>
                  <a:lnTo>
                    <a:pt x="2626488" y="741253"/>
                  </a:lnTo>
                  <a:lnTo>
                    <a:pt x="2625417" y="741708"/>
                  </a:lnTo>
                  <a:lnTo>
                    <a:pt x="2624345" y="742164"/>
                  </a:lnTo>
                  <a:lnTo>
                    <a:pt x="2623273" y="742621"/>
                  </a:lnTo>
                  <a:lnTo>
                    <a:pt x="2622202" y="743078"/>
                  </a:lnTo>
                  <a:lnTo>
                    <a:pt x="2621130" y="743536"/>
                  </a:lnTo>
                  <a:lnTo>
                    <a:pt x="2620059" y="743994"/>
                  </a:lnTo>
                  <a:lnTo>
                    <a:pt x="2618987" y="744454"/>
                  </a:lnTo>
                  <a:lnTo>
                    <a:pt x="2617915" y="744914"/>
                  </a:lnTo>
                  <a:lnTo>
                    <a:pt x="2616844" y="745374"/>
                  </a:lnTo>
                  <a:lnTo>
                    <a:pt x="2615772" y="745836"/>
                  </a:lnTo>
                  <a:lnTo>
                    <a:pt x="2614701" y="746298"/>
                  </a:lnTo>
                  <a:lnTo>
                    <a:pt x="2613629" y="746760"/>
                  </a:lnTo>
                  <a:lnTo>
                    <a:pt x="2612557" y="747224"/>
                  </a:lnTo>
                  <a:lnTo>
                    <a:pt x="2611486" y="747688"/>
                  </a:lnTo>
                  <a:lnTo>
                    <a:pt x="2610414" y="748153"/>
                  </a:lnTo>
                  <a:lnTo>
                    <a:pt x="2609343" y="748619"/>
                  </a:lnTo>
                  <a:lnTo>
                    <a:pt x="2608271" y="749085"/>
                  </a:lnTo>
                  <a:lnTo>
                    <a:pt x="2607199" y="749552"/>
                  </a:lnTo>
                  <a:lnTo>
                    <a:pt x="2606128" y="750019"/>
                  </a:lnTo>
                  <a:lnTo>
                    <a:pt x="2605056" y="750488"/>
                  </a:lnTo>
                  <a:lnTo>
                    <a:pt x="2603985" y="750957"/>
                  </a:lnTo>
                  <a:lnTo>
                    <a:pt x="2602913" y="751427"/>
                  </a:lnTo>
                  <a:lnTo>
                    <a:pt x="2601841" y="751897"/>
                  </a:lnTo>
                  <a:lnTo>
                    <a:pt x="2600770" y="752368"/>
                  </a:lnTo>
                  <a:lnTo>
                    <a:pt x="2599698" y="752840"/>
                  </a:lnTo>
                  <a:lnTo>
                    <a:pt x="2598627" y="753313"/>
                  </a:lnTo>
                  <a:lnTo>
                    <a:pt x="2597555" y="753786"/>
                  </a:lnTo>
                  <a:lnTo>
                    <a:pt x="2596483" y="754260"/>
                  </a:lnTo>
                  <a:lnTo>
                    <a:pt x="2595412" y="754735"/>
                  </a:lnTo>
                  <a:lnTo>
                    <a:pt x="2594340" y="755210"/>
                  </a:lnTo>
                  <a:lnTo>
                    <a:pt x="2593269" y="755687"/>
                  </a:lnTo>
                  <a:lnTo>
                    <a:pt x="2592197" y="756163"/>
                  </a:lnTo>
                  <a:lnTo>
                    <a:pt x="2591125" y="756641"/>
                  </a:lnTo>
                  <a:lnTo>
                    <a:pt x="2590054" y="757119"/>
                  </a:lnTo>
                  <a:lnTo>
                    <a:pt x="2588982" y="757598"/>
                  </a:lnTo>
                  <a:lnTo>
                    <a:pt x="2587911" y="758078"/>
                  </a:lnTo>
                  <a:lnTo>
                    <a:pt x="2586839" y="758558"/>
                  </a:lnTo>
                  <a:lnTo>
                    <a:pt x="2585767" y="759039"/>
                  </a:lnTo>
                  <a:lnTo>
                    <a:pt x="2584696" y="759521"/>
                  </a:lnTo>
                  <a:lnTo>
                    <a:pt x="2583624" y="760004"/>
                  </a:lnTo>
                  <a:lnTo>
                    <a:pt x="2582553" y="760487"/>
                  </a:lnTo>
                  <a:lnTo>
                    <a:pt x="2581481" y="760971"/>
                  </a:lnTo>
                  <a:lnTo>
                    <a:pt x="2580409" y="761456"/>
                  </a:lnTo>
                  <a:lnTo>
                    <a:pt x="2579338" y="761941"/>
                  </a:lnTo>
                  <a:lnTo>
                    <a:pt x="2578266" y="762427"/>
                  </a:lnTo>
                  <a:lnTo>
                    <a:pt x="2577195" y="762914"/>
                  </a:lnTo>
                  <a:lnTo>
                    <a:pt x="2576123" y="763401"/>
                  </a:lnTo>
                  <a:lnTo>
                    <a:pt x="2575051" y="763890"/>
                  </a:lnTo>
                  <a:lnTo>
                    <a:pt x="2573980" y="764379"/>
                  </a:lnTo>
                  <a:lnTo>
                    <a:pt x="2572908" y="764868"/>
                  </a:lnTo>
                  <a:lnTo>
                    <a:pt x="2571837" y="765359"/>
                  </a:lnTo>
                  <a:lnTo>
                    <a:pt x="2570765" y="765850"/>
                  </a:lnTo>
                  <a:lnTo>
                    <a:pt x="2569693" y="766341"/>
                  </a:lnTo>
                  <a:lnTo>
                    <a:pt x="2568622" y="766834"/>
                  </a:lnTo>
                  <a:lnTo>
                    <a:pt x="2567550" y="767327"/>
                  </a:lnTo>
                  <a:lnTo>
                    <a:pt x="2566479" y="767821"/>
                  </a:lnTo>
                  <a:lnTo>
                    <a:pt x="2565407" y="768316"/>
                  </a:lnTo>
                  <a:lnTo>
                    <a:pt x="2564335" y="768811"/>
                  </a:lnTo>
                  <a:lnTo>
                    <a:pt x="2563264" y="769307"/>
                  </a:lnTo>
                  <a:lnTo>
                    <a:pt x="2562192" y="769804"/>
                  </a:lnTo>
                  <a:lnTo>
                    <a:pt x="2561121" y="770302"/>
                  </a:lnTo>
                  <a:lnTo>
                    <a:pt x="2560049" y="770800"/>
                  </a:lnTo>
                  <a:lnTo>
                    <a:pt x="2558977" y="771299"/>
                  </a:lnTo>
                  <a:lnTo>
                    <a:pt x="2557906" y="771798"/>
                  </a:lnTo>
                  <a:lnTo>
                    <a:pt x="2556834" y="772299"/>
                  </a:lnTo>
                  <a:lnTo>
                    <a:pt x="2555763" y="772800"/>
                  </a:lnTo>
                  <a:lnTo>
                    <a:pt x="2554691" y="773302"/>
                  </a:lnTo>
                  <a:lnTo>
                    <a:pt x="2553619" y="773804"/>
                  </a:lnTo>
                  <a:lnTo>
                    <a:pt x="2552548" y="774308"/>
                  </a:lnTo>
                  <a:lnTo>
                    <a:pt x="2551476" y="774812"/>
                  </a:lnTo>
                  <a:lnTo>
                    <a:pt x="2550405" y="775316"/>
                  </a:lnTo>
                  <a:lnTo>
                    <a:pt x="2549333" y="775822"/>
                  </a:lnTo>
                  <a:lnTo>
                    <a:pt x="2548261" y="776328"/>
                  </a:lnTo>
                  <a:lnTo>
                    <a:pt x="2547190" y="776835"/>
                  </a:lnTo>
                  <a:lnTo>
                    <a:pt x="2546118" y="777342"/>
                  </a:lnTo>
                  <a:lnTo>
                    <a:pt x="2545047" y="777851"/>
                  </a:lnTo>
                  <a:lnTo>
                    <a:pt x="2543975" y="778360"/>
                  </a:lnTo>
                  <a:lnTo>
                    <a:pt x="2542903" y="778870"/>
                  </a:lnTo>
                  <a:lnTo>
                    <a:pt x="2541832" y="779380"/>
                  </a:lnTo>
                  <a:lnTo>
                    <a:pt x="2540760" y="779891"/>
                  </a:lnTo>
                  <a:lnTo>
                    <a:pt x="2539689" y="780403"/>
                  </a:lnTo>
                  <a:lnTo>
                    <a:pt x="2538617" y="780916"/>
                  </a:lnTo>
                  <a:lnTo>
                    <a:pt x="2537545" y="781429"/>
                  </a:lnTo>
                  <a:lnTo>
                    <a:pt x="2536474" y="781943"/>
                  </a:lnTo>
                  <a:lnTo>
                    <a:pt x="2535402" y="782458"/>
                  </a:lnTo>
                  <a:lnTo>
                    <a:pt x="2534331" y="782974"/>
                  </a:lnTo>
                  <a:lnTo>
                    <a:pt x="2533259" y="783490"/>
                  </a:lnTo>
                  <a:lnTo>
                    <a:pt x="2532187" y="784007"/>
                  </a:lnTo>
                  <a:lnTo>
                    <a:pt x="2531116" y="784525"/>
                  </a:lnTo>
                  <a:lnTo>
                    <a:pt x="2530044" y="785043"/>
                  </a:lnTo>
                  <a:lnTo>
                    <a:pt x="2528973" y="785563"/>
                  </a:lnTo>
                  <a:lnTo>
                    <a:pt x="2527901" y="786083"/>
                  </a:lnTo>
                  <a:lnTo>
                    <a:pt x="2526829" y="786603"/>
                  </a:lnTo>
                  <a:lnTo>
                    <a:pt x="2525758" y="787125"/>
                  </a:lnTo>
                  <a:lnTo>
                    <a:pt x="2524686" y="787647"/>
                  </a:lnTo>
                  <a:lnTo>
                    <a:pt x="2523615" y="788170"/>
                  </a:lnTo>
                  <a:lnTo>
                    <a:pt x="2522543" y="788693"/>
                  </a:lnTo>
                  <a:lnTo>
                    <a:pt x="2521471" y="789217"/>
                  </a:lnTo>
                  <a:lnTo>
                    <a:pt x="2520400" y="789743"/>
                  </a:lnTo>
                  <a:lnTo>
                    <a:pt x="2519328" y="790268"/>
                  </a:lnTo>
                  <a:lnTo>
                    <a:pt x="2518257" y="790795"/>
                  </a:lnTo>
                  <a:lnTo>
                    <a:pt x="2517185" y="791322"/>
                  </a:lnTo>
                  <a:lnTo>
                    <a:pt x="2516113" y="791850"/>
                  </a:lnTo>
                  <a:lnTo>
                    <a:pt x="2515042" y="792379"/>
                  </a:lnTo>
                  <a:lnTo>
                    <a:pt x="2513970" y="792908"/>
                  </a:lnTo>
                  <a:lnTo>
                    <a:pt x="2512899" y="793438"/>
                  </a:lnTo>
                  <a:lnTo>
                    <a:pt x="2511827" y="793969"/>
                  </a:lnTo>
                  <a:lnTo>
                    <a:pt x="2510755" y="794501"/>
                  </a:lnTo>
                  <a:lnTo>
                    <a:pt x="2509684" y="795033"/>
                  </a:lnTo>
                  <a:lnTo>
                    <a:pt x="2508612" y="795566"/>
                  </a:lnTo>
                  <a:lnTo>
                    <a:pt x="2507541" y="796100"/>
                  </a:lnTo>
                  <a:lnTo>
                    <a:pt x="2506469" y="796634"/>
                  </a:lnTo>
                  <a:lnTo>
                    <a:pt x="2505397" y="797170"/>
                  </a:lnTo>
                  <a:lnTo>
                    <a:pt x="2504326" y="797706"/>
                  </a:lnTo>
                  <a:lnTo>
                    <a:pt x="2503254" y="798243"/>
                  </a:lnTo>
                  <a:lnTo>
                    <a:pt x="2502183" y="798780"/>
                  </a:lnTo>
                  <a:lnTo>
                    <a:pt x="2501111" y="799318"/>
                  </a:lnTo>
                  <a:lnTo>
                    <a:pt x="2500039" y="799857"/>
                  </a:lnTo>
                  <a:lnTo>
                    <a:pt x="2498968" y="800397"/>
                  </a:lnTo>
                  <a:lnTo>
                    <a:pt x="2497896" y="800937"/>
                  </a:lnTo>
                  <a:lnTo>
                    <a:pt x="2496825" y="801478"/>
                  </a:lnTo>
                  <a:lnTo>
                    <a:pt x="2495753" y="802020"/>
                  </a:lnTo>
                  <a:lnTo>
                    <a:pt x="2494681" y="802563"/>
                  </a:lnTo>
                  <a:lnTo>
                    <a:pt x="2493610" y="803106"/>
                  </a:lnTo>
                  <a:lnTo>
                    <a:pt x="2492538" y="803650"/>
                  </a:lnTo>
                  <a:lnTo>
                    <a:pt x="2491467" y="804195"/>
                  </a:lnTo>
                  <a:lnTo>
                    <a:pt x="2490395" y="804741"/>
                  </a:lnTo>
                  <a:lnTo>
                    <a:pt x="2489323" y="805287"/>
                  </a:lnTo>
                  <a:lnTo>
                    <a:pt x="2488252" y="805834"/>
                  </a:lnTo>
                  <a:lnTo>
                    <a:pt x="2487180" y="806382"/>
                  </a:lnTo>
                  <a:lnTo>
                    <a:pt x="2486109" y="806930"/>
                  </a:lnTo>
                  <a:lnTo>
                    <a:pt x="2485037" y="807480"/>
                  </a:lnTo>
                  <a:lnTo>
                    <a:pt x="2483966" y="808030"/>
                  </a:lnTo>
                  <a:lnTo>
                    <a:pt x="2482894" y="808580"/>
                  </a:lnTo>
                  <a:lnTo>
                    <a:pt x="2481822" y="809132"/>
                  </a:lnTo>
                  <a:lnTo>
                    <a:pt x="2480751" y="809684"/>
                  </a:lnTo>
                  <a:lnTo>
                    <a:pt x="2479679" y="810237"/>
                  </a:lnTo>
                  <a:lnTo>
                    <a:pt x="2478608" y="810791"/>
                  </a:lnTo>
                  <a:lnTo>
                    <a:pt x="2477536" y="811345"/>
                  </a:lnTo>
                  <a:lnTo>
                    <a:pt x="2476464" y="811900"/>
                  </a:lnTo>
                  <a:lnTo>
                    <a:pt x="2475393" y="812456"/>
                  </a:lnTo>
                  <a:lnTo>
                    <a:pt x="2474321" y="813013"/>
                  </a:lnTo>
                  <a:lnTo>
                    <a:pt x="2473250" y="813570"/>
                  </a:lnTo>
                  <a:lnTo>
                    <a:pt x="2472178" y="814129"/>
                  </a:lnTo>
                  <a:lnTo>
                    <a:pt x="2471106" y="814687"/>
                  </a:lnTo>
                  <a:lnTo>
                    <a:pt x="2470035" y="815247"/>
                  </a:lnTo>
                  <a:lnTo>
                    <a:pt x="2468963" y="815807"/>
                  </a:lnTo>
                  <a:lnTo>
                    <a:pt x="2467892" y="816369"/>
                  </a:lnTo>
                  <a:lnTo>
                    <a:pt x="2466820" y="816930"/>
                  </a:lnTo>
                  <a:lnTo>
                    <a:pt x="2465748" y="817493"/>
                  </a:lnTo>
                  <a:lnTo>
                    <a:pt x="2464677" y="818056"/>
                  </a:lnTo>
                  <a:lnTo>
                    <a:pt x="2463605" y="818620"/>
                  </a:lnTo>
                  <a:lnTo>
                    <a:pt x="2462534" y="819185"/>
                  </a:lnTo>
                  <a:lnTo>
                    <a:pt x="2461462" y="819751"/>
                  </a:lnTo>
                  <a:lnTo>
                    <a:pt x="2460390" y="820317"/>
                  </a:lnTo>
                  <a:lnTo>
                    <a:pt x="2459319" y="820884"/>
                  </a:lnTo>
                  <a:lnTo>
                    <a:pt x="2458247" y="821452"/>
                  </a:lnTo>
                  <a:lnTo>
                    <a:pt x="2457176" y="822021"/>
                  </a:lnTo>
                  <a:lnTo>
                    <a:pt x="2456104" y="822590"/>
                  </a:lnTo>
                  <a:lnTo>
                    <a:pt x="2455032" y="823160"/>
                  </a:lnTo>
                  <a:lnTo>
                    <a:pt x="2453961" y="823731"/>
                  </a:lnTo>
                  <a:lnTo>
                    <a:pt x="2452889" y="824302"/>
                  </a:lnTo>
                  <a:lnTo>
                    <a:pt x="2451818" y="824874"/>
                  </a:lnTo>
                  <a:lnTo>
                    <a:pt x="2450746" y="825447"/>
                  </a:lnTo>
                  <a:lnTo>
                    <a:pt x="2449674" y="826021"/>
                  </a:lnTo>
                  <a:lnTo>
                    <a:pt x="2448603" y="826596"/>
                  </a:lnTo>
                  <a:lnTo>
                    <a:pt x="2447531" y="827171"/>
                  </a:lnTo>
                  <a:lnTo>
                    <a:pt x="2446460" y="827747"/>
                  </a:lnTo>
                  <a:lnTo>
                    <a:pt x="2445388" y="828324"/>
                  </a:lnTo>
                  <a:lnTo>
                    <a:pt x="2444316" y="828901"/>
                  </a:lnTo>
                  <a:lnTo>
                    <a:pt x="2443245" y="829479"/>
                  </a:lnTo>
                  <a:lnTo>
                    <a:pt x="2442173" y="830058"/>
                  </a:lnTo>
                  <a:lnTo>
                    <a:pt x="2441102" y="830638"/>
                  </a:lnTo>
                  <a:lnTo>
                    <a:pt x="2440030" y="831219"/>
                  </a:lnTo>
                  <a:lnTo>
                    <a:pt x="2438958" y="831800"/>
                  </a:lnTo>
                  <a:lnTo>
                    <a:pt x="2437887" y="832382"/>
                  </a:lnTo>
                  <a:lnTo>
                    <a:pt x="2436815" y="832965"/>
                  </a:lnTo>
                  <a:lnTo>
                    <a:pt x="2435744" y="833548"/>
                  </a:lnTo>
                  <a:lnTo>
                    <a:pt x="2434672" y="834132"/>
                  </a:lnTo>
                  <a:lnTo>
                    <a:pt x="2433600" y="834717"/>
                  </a:lnTo>
                  <a:lnTo>
                    <a:pt x="2432529" y="835303"/>
                  </a:lnTo>
                  <a:lnTo>
                    <a:pt x="2431457" y="835889"/>
                  </a:lnTo>
                  <a:lnTo>
                    <a:pt x="2430386" y="836477"/>
                  </a:lnTo>
                  <a:lnTo>
                    <a:pt x="2429314" y="837065"/>
                  </a:lnTo>
                  <a:lnTo>
                    <a:pt x="2428242" y="837653"/>
                  </a:lnTo>
                  <a:lnTo>
                    <a:pt x="2427171" y="838243"/>
                  </a:lnTo>
                  <a:lnTo>
                    <a:pt x="2426099" y="838833"/>
                  </a:lnTo>
                  <a:lnTo>
                    <a:pt x="2425028" y="839424"/>
                  </a:lnTo>
                  <a:lnTo>
                    <a:pt x="2423956" y="840016"/>
                  </a:lnTo>
                  <a:lnTo>
                    <a:pt x="2422884" y="840608"/>
                  </a:lnTo>
                  <a:lnTo>
                    <a:pt x="2421813" y="841201"/>
                  </a:lnTo>
                  <a:lnTo>
                    <a:pt x="2420741" y="841795"/>
                  </a:lnTo>
                  <a:lnTo>
                    <a:pt x="2419670" y="842390"/>
                  </a:lnTo>
                  <a:lnTo>
                    <a:pt x="2418598" y="842986"/>
                  </a:lnTo>
                  <a:lnTo>
                    <a:pt x="2417526" y="843582"/>
                  </a:lnTo>
                  <a:lnTo>
                    <a:pt x="2416455" y="844179"/>
                  </a:lnTo>
                  <a:lnTo>
                    <a:pt x="2415383" y="844776"/>
                  </a:lnTo>
                  <a:lnTo>
                    <a:pt x="2414312" y="845375"/>
                  </a:lnTo>
                  <a:lnTo>
                    <a:pt x="2413240" y="845974"/>
                  </a:lnTo>
                  <a:lnTo>
                    <a:pt x="2412168" y="846574"/>
                  </a:lnTo>
                  <a:lnTo>
                    <a:pt x="2411097" y="847175"/>
                  </a:lnTo>
                  <a:lnTo>
                    <a:pt x="2410025" y="847776"/>
                  </a:lnTo>
                  <a:lnTo>
                    <a:pt x="2408954" y="848379"/>
                  </a:lnTo>
                  <a:lnTo>
                    <a:pt x="2407882" y="848982"/>
                  </a:lnTo>
                  <a:lnTo>
                    <a:pt x="2406810" y="849585"/>
                  </a:lnTo>
                  <a:lnTo>
                    <a:pt x="2405739" y="850190"/>
                  </a:lnTo>
                  <a:lnTo>
                    <a:pt x="2404667" y="850795"/>
                  </a:lnTo>
                  <a:lnTo>
                    <a:pt x="2403596" y="851401"/>
                  </a:lnTo>
                  <a:lnTo>
                    <a:pt x="2402524" y="852008"/>
                  </a:lnTo>
                  <a:lnTo>
                    <a:pt x="2401452" y="852615"/>
                  </a:lnTo>
                  <a:lnTo>
                    <a:pt x="2400381" y="853224"/>
                  </a:lnTo>
                  <a:lnTo>
                    <a:pt x="2399309" y="853833"/>
                  </a:lnTo>
                  <a:lnTo>
                    <a:pt x="2398238" y="854442"/>
                  </a:lnTo>
                  <a:lnTo>
                    <a:pt x="2397166" y="855053"/>
                  </a:lnTo>
                  <a:lnTo>
                    <a:pt x="2396094" y="855664"/>
                  </a:lnTo>
                  <a:lnTo>
                    <a:pt x="2395023" y="856276"/>
                  </a:lnTo>
                  <a:lnTo>
                    <a:pt x="2393951" y="856889"/>
                  </a:lnTo>
                  <a:lnTo>
                    <a:pt x="2392880" y="857503"/>
                  </a:lnTo>
                  <a:lnTo>
                    <a:pt x="2391808" y="858117"/>
                  </a:lnTo>
                  <a:lnTo>
                    <a:pt x="2390736" y="858732"/>
                  </a:lnTo>
                  <a:lnTo>
                    <a:pt x="2389665" y="859348"/>
                  </a:lnTo>
                  <a:lnTo>
                    <a:pt x="2388593" y="859964"/>
                  </a:lnTo>
                  <a:lnTo>
                    <a:pt x="2387522" y="860582"/>
                  </a:lnTo>
                  <a:lnTo>
                    <a:pt x="2386450" y="861200"/>
                  </a:lnTo>
                  <a:lnTo>
                    <a:pt x="2385378" y="861819"/>
                  </a:lnTo>
                  <a:lnTo>
                    <a:pt x="2384307" y="862438"/>
                  </a:lnTo>
                  <a:lnTo>
                    <a:pt x="2383235" y="863059"/>
                  </a:lnTo>
                  <a:lnTo>
                    <a:pt x="2382164" y="863680"/>
                  </a:lnTo>
                  <a:lnTo>
                    <a:pt x="2381092" y="864302"/>
                  </a:lnTo>
                  <a:lnTo>
                    <a:pt x="2380020" y="864924"/>
                  </a:lnTo>
                  <a:lnTo>
                    <a:pt x="2378949" y="865548"/>
                  </a:lnTo>
                  <a:lnTo>
                    <a:pt x="2377877" y="866172"/>
                  </a:lnTo>
                  <a:lnTo>
                    <a:pt x="2376806" y="866797"/>
                  </a:lnTo>
                  <a:lnTo>
                    <a:pt x="2375734" y="867422"/>
                  </a:lnTo>
                  <a:lnTo>
                    <a:pt x="2374662" y="868049"/>
                  </a:lnTo>
                  <a:lnTo>
                    <a:pt x="2373591" y="868676"/>
                  </a:lnTo>
                  <a:lnTo>
                    <a:pt x="2372519" y="869304"/>
                  </a:lnTo>
                  <a:lnTo>
                    <a:pt x="2371448" y="869932"/>
                  </a:lnTo>
                  <a:lnTo>
                    <a:pt x="2370376" y="870562"/>
                  </a:lnTo>
                  <a:lnTo>
                    <a:pt x="2369304" y="871192"/>
                  </a:lnTo>
                  <a:lnTo>
                    <a:pt x="2368233" y="871823"/>
                  </a:lnTo>
                  <a:lnTo>
                    <a:pt x="2367161" y="872455"/>
                  </a:lnTo>
                  <a:lnTo>
                    <a:pt x="2366090" y="873087"/>
                  </a:lnTo>
                  <a:lnTo>
                    <a:pt x="2365018" y="873720"/>
                  </a:lnTo>
                  <a:lnTo>
                    <a:pt x="2363946" y="874354"/>
                  </a:lnTo>
                  <a:lnTo>
                    <a:pt x="2362875" y="874989"/>
                  </a:lnTo>
                  <a:lnTo>
                    <a:pt x="2361803" y="875625"/>
                  </a:lnTo>
                  <a:lnTo>
                    <a:pt x="2360732" y="876261"/>
                  </a:lnTo>
                  <a:lnTo>
                    <a:pt x="2359660" y="876898"/>
                  </a:lnTo>
                  <a:lnTo>
                    <a:pt x="2358588" y="877536"/>
                  </a:lnTo>
                  <a:lnTo>
                    <a:pt x="2357517" y="878174"/>
                  </a:lnTo>
                  <a:lnTo>
                    <a:pt x="2356445" y="878813"/>
                  </a:lnTo>
                  <a:lnTo>
                    <a:pt x="2355374" y="879453"/>
                  </a:lnTo>
                  <a:lnTo>
                    <a:pt x="2354302" y="880094"/>
                  </a:lnTo>
                  <a:lnTo>
                    <a:pt x="2353230" y="880736"/>
                  </a:lnTo>
                  <a:lnTo>
                    <a:pt x="2352159" y="881378"/>
                  </a:lnTo>
                  <a:lnTo>
                    <a:pt x="2351087" y="882021"/>
                  </a:lnTo>
                  <a:lnTo>
                    <a:pt x="2350016" y="882665"/>
                  </a:lnTo>
                  <a:lnTo>
                    <a:pt x="2348944" y="883310"/>
                  </a:lnTo>
                  <a:lnTo>
                    <a:pt x="2347872" y="883955"/>
                  </a:lnTo>
                  <a:lnTo>
                    <a:pt x="2346801" y="884601"/>
                  </a:lnTo>
                  <a:lnTo>
                    <a:pt x="2345729" y="885248"/>
                  </a:lnTo>
                  <a:lnTo>
                    <a:pt x="2344658" y="885896"/>
                  </a:lnTo>
                  <a:lnTo>
                    <a:pt x="2343586" y="886544"/>
                  </a:lnTo>
                  <a:lnTo>
                    <a:pt x="2342514" y="887193"/>
                  </a:lnTo>
                  <a:lnTo>
                    <a:pt x="2341443" y="887843"/>
                  </a:lnTo>
                  <a:lnTo>
                    <a:pt x="2340371" y="888494"/>
                  </a:lnTo>
                  <a:lnTo>
                    <a:pt x="2339300" y="889145"/>
                  </a:lnTo>
                  <a:lnTo>
                    <a:pt x="2338228" y="889798"/>
                  </a:lnTo>
                  <a:lnTo>
                    <a:pt x="2337156" y="890451"/>
                  </a:lnTo>
                  <a:lnTo>
                    <a:pt x="2336085" y="891104"/>
                  </a:lnTo>
                  <a:lnTo>
                    <a:pt x="2335013" y="891759"/>
                  </a:lnTo>
                  <a:lnTo>
                    <a:pt x="2333942" y="892414"/>
                  </a:lnTo>
                  <a:lnTo>
                    <a:pt x="2332870" y="893070"/>
                  </a:lnTo>
                  <a:lnTo>
                    <a:pt x="2331798" y="893727"/>
                  </a:lnTo>
                  <a:lnTo>
                    <a:pt x="2330727" y="894384"/>
                  </a:lnTo>
                  <a:lnTo>
                    <a:pt x="2329655" y="895043"/>
                  </a:lnTo>
                  <a:lnTo>
                    <a:pt x="2328584" y="895702"/>
                  </a:lnTo>
                  <a:lnTo>
                    <a:pt x="2327512" y="896361"/>
                  </a:lnTo>
                  <a:lnTo>
                    <a:pt x="2326440" y="897022"/>
                  </a:lnTo>
                  <a:lnTo>
                    <a:pt x="2325369" y="897683"/>
                  </a:lnTo>
                  <a:lnTo>
                    <a:pt x="2324297" y="898345"/>
                  </a:lnTo>
                  <a:lnTo>
                    <a:pt x="2323226" y="899008"/>
                  </a:lnTo>
                  <a:lnTo>
                    <a:pt x="2322154" y="899672"/>
                  </a:lnTo>
                  <a:lnTo>
                    <a:pt x="2321082" y="900336"/>
                  </a:lnTo>
                  <a:lnTo>
                    <a:pt x="2320011" y="901001"/>
                  </a:lnTo>
                  <a:lnTo>
                    <a:pt x="2318939" y="901667"/>
                  </a:lnTo>
                  <a:lnTo>
                    <a:pt x="2317868" y="902334"/>
                  </a:lnTo>
                  <a:lnTo>
                    <a:pt x="2316796" y="903002"/>
                  </a:lnTo>
                  <a:lnTo>
                    <a:pt x="2315724" y="903670"/>
                  </a:lnTo>
                  <a:lnTo>
                    <a:pt x="2314653" y="904339"/>
                  </a:lnTo>
                  <a:lnTo>
                    <a:pt x="2313581" y="905008"/>
                  </a:lnTo>
                  <a:lnTo>
                    <a:pt x="2312510" y="905679"/>
                  </a:lnTo>
                  <a:lnTo>
                    <a:pt x="2311438" y="906350"/>
                  </a:lnTo>
                  <a:lnTo>
                    <a:pt x="2310366" y="907022"/>
                  </a:lnTo>
                  <a:lnTo>
                    <a:pt x="2309295" y="907695"/>
                  </a:lnTo>
                  <a:lnTo>
                    <a:pt x="2308223" y="908368"/>
                  </a:lnTo>
                  <a:lnTo>
                    <a:pt x="2307152" y="909043"/>
                  </a:lnTo>
                  <a:lnTo>
                    <a:pt x="2306080" y="909718"/>
                  </a:lnTo>
                  <a:lnTo>
                    <a:pt x="2305009" y="910394"/>
                  </a:lnTo>
                  <a:lnTo>
                    <a:pt x="2303937" y="911070"/>
                  </a:lnTo>
                  <a:lnTo>
                    <a:pt x="2302865" y="911748"/>
                  </a:lnTo>
                  <a:lnTo>
                    <a:pt x="2301794" y="912426"/>
                  </a:lnTo>
                  <a:lnTo>
                    <a:pt x="2300722" y="913104"/>
                  </a:lnTo>
                  <a:lnTo>
                    <a:pt x="2299651" y="913784"/>
                  </a:lnTo>
                  <a:lnTo>
                    <a:pt x="2298579" y="914465"/>
                  </a:lnTo>
                  <a:lnTo>
                    <a:pt x="2297507" y="915146"/>
                  </a:lnTo>
                  <a:lnTo>
                    <a:pt x="2296436" y="915828"/>
                  </a:lnTo>
                  <a:lnTo>
                    <a:pt x="2295364" y="916510"/>
                  </a:lnTo>
                  <a:lnTo>
                    <a:pt x="2294293" y="917194"/>
                  </a:lnTo>
                  <a:lnTo>
                    <a:pt x="2293221" y="917878"/>
                  </a:lnTo>
                  <a:lnTo>
                    <a:pt x="2292149" y="918563"/>
                  </a:lnTo>
                  <a:lnTo>
                    <a:pt x="2291078" y="919249"/>
                  </a:lnTo>
                  <a:lnTo>
                    <a:pt x="2290006" y="919935"/>
                  </a:lnTo>
                  <a:lnTo>
                    <a:pt x="2288935" y="920622"/>
                  </a:lnTo>
                  <a:lnTo>
                    <a:pt x="2287863" y="921310"/>
                  </a:lnTo>
                  <a:lnTo>
                    <a:pt x="2286791" y="921999"/>
                  </a:lnTo>
                  <a:lnTo>
                    <a:pt x="2285720" y="922689"/>
                  </a:lnTo>
                  <a:lnTo>
                    <a:pt x="2284648" y="923379"/>
                  </a:lnTo>
                  <a:lnTo>
                    <a:pt x="2283577" y="924070"/>
                  </a:lnTo>
                  <a:lnTo>
                    <a:pt x="2282505" y="924762"/>
                  </a:lnTo>
                  <a:lnTo>
                    <a:pt x="2281433" y="925455"/>
                  </a:lnTo>
                  <a:lnTo>
                    <a:pt x="2280362" y="926148"/>
                  </a:lnTo>
                  <a:lnTo>
                    <a:pt x="2279290" y="926842"/>
                  </a:lnTo>
                  <a:lnTo>
                    <a:pt x="2278219" y="927537"/>
                  </a:lnTo>
                  <a:lnTo>
                    <a:pt x="2277147" y="928233"/>
                  </a:lnTo>
                  <a:lnTo>
                    <a:pt x="2276075" y="928929"/>
                  </a:lnTo>
                  <a:lnTo>
                    <a:pt x="2275004" y="929626"/>
                  </a:lnTo>
                  <a:lnTo>
                    <a:pt x="2273932" y="930324"/>
                  </a:lnTo>
                  <a:lnTo>
                    <a:pt x="2272861" y="931023"/>
                  </a:lnTo>
                  <a:lnTo>
                    <a:pt x="2271789" y="931723"/>
                  </a:lnTo>
                  <a:lnTo>
                    <a:pt x="2270717" y="932423"/>
                  </a:lnTo>
                  <a:lnTo>
                    <a:pt x="2269646" y="933124"/>
                  </a:lnTo>
                  <a:lnTo>
                    <a:pt x="2268574" y="933826"/>
                  </a:lnTo>
                  <a:lnTo>
                    <a:pt x="2267503" y="934528"/>
                  </a:lnTo>
                  <a:lnTo>
                    <a:pt x="2266431" y="935231"/>
                  </a:lnTo>
                  <a:lnTo>
                    <a:pt x="2265359" y="935936"/>
                  </a:lnTo>
                  <a:lnTo>
                    <a:pt x="2264288" y="936640"/>
                  </a:lnTo>
                  <a:lnTo>
                    <a:pt x="2263216" y="937346"/>
                  </a:lnTo>
                  <a:lnTo>
                    <a:pt x="2262145" y="938052"/>
                  </a:lnTo>
                  <a:lnTo>
                    <a:pt x="2261073" y="938759"/>
                  </a:lnTo>
                  <a:lnTo>
                    <a:pt x="2260001" y="939467"/>
                  </a:lnTo>
                  <a:lnTo>
                    <a:pt x="2258930" y="940176"/>
                  </a:lnTo>
                  <a:lnTo>
                    <a:pt x="2257858" y="940885"/>
                  </a:lnTo>
                  <a:lnTo>
                    <a:pt x="2256787" y="941596"/>
                  </a:lnTo>
                  <a:lnTo>
                    <a:pt x="2255715" y="942307"/>
                  </a:lnTo>
                  <a:lnTo>
                    <a:pt x="2254643" y="943018"/>
                  </a:lnTo>
                  <a:lnTo>
                    <a:pt x="2253572" y="943731"/>
                  </a:lnTo>
                  <a:lnTo>
                    <a:pt x="2252500" y="944444"/>
                  </a:lnTo>
                  <a:lnTo>
                    <a:pt x="2251429" y="945158"/>
                  </a:lnTo>
                  <a:lnTo>
                    <a:pt x="2250357" y="945873"/>
                  </a:lnTo>
                  <a:lnTo>
                    <a:pt x="2249285" y="946588"/>
                  </a:lnTo>
                  <a:lnTo>
                    <a:pt x="2248214" y="947305"/>
                  </a:lnTo>
                  <a:lnTo>
                    <a:pt x="2247142" y="948022"/>
                  </a:lnTo>
                  <a:lnTo>
                    <a:pt x="2246071" y="948740"/>
                  </a:lnTo>
                  <a:lnTo>
                    <a:pt x="2244999" y="949458"/>
                  </a:lnTo>
                  <a:lnTo>
                    <a:pt x="2243927" y="950178"/>
                  </a:lnTo>
                  <a:lnTo>
                    <a:pt x="2242856" y="950898"/>
                  </a:lnTo>
                  <a:lnTo>
                    <a:pt x="2241784" y="951619"/>
                  </a:lnTo>
                  <a:lnTo>
                    <a:pt x="2240713" y="952340"/>
                  </a:lnTo>
                  <a:lnTo>
                    <a:pt x="2239641" y="953063"/>
                  </a:lnTo>
                  <a:lnTo>
                    <a:pt x="2238569" y="953786"/>
                  </a:lnTo>
                  <a:lnTo>
                    <a:pt x="2237498" y="954510"/>
                  </a:lnTo>
                  <a:lnTo>
                    <a:pt x="2236426" y="955235"/>
                  </a:lnTo>
                  <a:lnTo>
                    <a:pt x="2235355" y="955960"/>
                  </a:lnTo>
                  <a:lnTo>
                    <a:pt x="2234283" y="956687"/>
                  </a:lnTo>
                  <a:lnTo>
                    <a:pt x="2233211" y="957414"/>
                  </a:lnTo>
                  <a:lnTo>
                    <a:pt x="2232140" y="958141"/>
                  </a:lnTo>
                  <a:lnTo>
                    <a:pt x="2231068" y="958870"/>
                  </a:lnTo>
                  <a:lnTo>
                    <a:pt x="2229997" y="959599"/>
                  </a:lnTo>
                  <a:lnTo>
                    <a:pt x="2228925" y="960329"/>
                  </a:lnTo>
                  <a:lnTo>
                    <a:pt x="2227853" y="961060"/>
                  </a:lnTo>
                  <a:lnTo>
                    <a:pt x="2226782" y="961792"/>
                  </a:lnTo>
                  <a:lnTo>
                    <a:pt x="2225710" y="962524"/>
                  </a:lnTo>
                  <a:lnTo>
                    <a:pt x="2224639" y="963257"/>
                  </a:lnTo>
                  <a:lnTo>
                    <a:pt x="2223567" y="963991"/>
                  </a:lnTo>
                  <a:lnTo>
                    <a:pt x="2222495" y="964726"/>
                  </a:lnTo>
                  <a:lnTo>
                    <a:pt x="2221424" y="965462"/>
                  </a:lnTo>
                  <a:lnTo>
                    <a:pt x="2220352" y="966198"/>
                  </a:lnTo>
                  <a:lnTo>
                    <a:pt x="2219281" y="966935"/>
                  </a:lnTo>
                  <a:lnTo>
                    <a:pt x="2218209" y="967673"/>
                  </a:lnTo>
                  <a:lnTo>
                    <a:pt x="2217137" y="968411"/>
                  </a:lnTo>
                  <a:lnTo>
                    <a:pt x="2216066" y="969150"/>
                  </a:lnTo>
                  <a:lnTo>
                    <a:pt x="2214994" y="969891"/>
                  </a:lnTo>
                  <a:lnTo>
                    <a:pt x="2213923" y="970631"/>
                  </a:lnTo>
                  <a:lnTo>
                    <a:pt x="2212851" y="971373"/>
                  </a:lnTo>
                  <a:lnTo>
                    <a:pt x="2211779" y="972115"/>
                  </a:lnTo>
                  <a:lnTo>
                    <a:pt x="2210708" y="972859"/>
                  </a:lnTo>
                  <a:lnTo>
                    <a:pt x="2209636" y="973602"/>
                  </a:lnTo>
                  <a:lnTo>
                    <a:pt x="2208565" y="974347"/>
                  </a:lnTo>
                  <a:lnTo>
                    <a:pt x="2207493" y="975093"/>
                  </a:lnTo>
                  <a:lnTo>
                    <a:pt x="2206421" y="975839"/>
                  </a:lnTo>
                  <a:lnTo>
                    <a:pt x="2205350" y="976586"/>
                  </a:lnTo>
                  <a:lnTo>
                    <a:pt x="2204278" y="977334"/>
                  </a:lnTo>
                  <a:lnTo>
                    <a:pt x="2203207" y="978082"/>
                  </a:lnTo>
                  <a:lnTo>
                    <a:pt x="2202135" y="978831"/>
                  </a:lnTo>
                  <a:lnTo>
                    <a:pt x="2201063" y="979582"/>
                  </a:lnTo>
                  <a:lnTo>
                    <a:pt x="2199992" y="980332"/>
                  </a:lnTo>
                  <a:lnTo>
                    <a:pt x="2198920" y="981084"/>
                  </a:lnTo>
                  <a:lnTo>
                    <a:pt x="2197849" y="981836"/>
                  </a:lnTo>
                  <a:lnTo>
                    <a:pt x="2196777" y="982590"/>
                  </a:lnTo>
                  <a:lnTo>
                    <a:pt x="2195705" y="983343"/>
                  </a:lnTo>
                  <a:lnTo>
                    <a:pt x="2194634" y="984098"/>
                  </a:lnTo>
                  <a:lnTo>
                    <a:pt x="2193562" y="984854"/>
                  </a:lnTo>
                  <a:lnTo>
                    <a:pt x="2192491" y="985610"/>
                  </a:lnTo>
                  <a:lnTo>
                    <a:pt x="2191419" y="986367"/>
                  </a:lnTo>
                  <a:lnTo>
                    <a:pt x="2190347" y="987125"/>
                  </a:lnTo>
                  <a:lnTo>
                    <a:pt x="2189276" y="987883"/>
                  </a:lnTo>
                  <a:lnTo>
                    <a:pt x="2188204" y="988642"/>
                  </a:lnTo>
                  <a:lnTo>
                    <a:pt x="2187133" y="989403"/>
                  </a:lnTo>
                  <a:lnTo>
                    <a:pt x="2186061" y="990163"/>
                  </a:lnTo>
                  <a:lnTo>
                    <a:pt x="2184989" y="990925"/>
                  </a:lnTo>
                  <a:lnTo>
                    <a:pt x="2183918" y="991687"/>
                  </a:lnTo>
                  <a:lnTo>
                    <a:pt x="2182846" y="992451"/>
                  </a:lnTo>
                  <a:lnTo>
                    <a:pt x="2181775" y="993215"/>
                  </a:lnTo>
                  <a:lnTo>
                    <a:pt x="2180703" y="993979"/>
                  </a:lnTo>
                  <a:lnTo>
                    <a:pt x="2179631" y="994745"/>
                  </a:lnTo>
                  <a:lnTo>
                    <a:pt x="2178560" y="995511"/>
                  </a:lnTo>
                  <a:lnTo>
                    <a:pt x="2177488" y="996278"/>
                  </a:lnTo>
                  <a:lnTo>
                    <a:pt x="2176417" y="997046"/>
                  </a:lnTo>
                  <a:lnTo>
                    <a:pt x="2175345" y="997814"/>
                  </a:lnTo>
                  <a:lnTo>
                    <a:pt x="2174273" y="998583"/>
                  </a:lnTo>
                  <a:lnTo>
                    <a:pt x="2173202" y="999353"/>
                  </a:lnTo>
                  <a:lnTo>
                    <a:pt x="2172130" y="1000124"/>
                  </a:lnTo>
                  <a:lnTo>
                    <a:pt x="2171059" y="1000896"/>
                  </a:lnTo>
                  <a:lnTo>
                    <a:pt x="2169987" y="1001668"/>
                  </a:lnTo>
                  <a:lnTo>
                    <a:pt x="2168915" y="1002441"/>
                  </a:lnTo>
                  <a:lnTo>
                    <a:pt x="2167844" y="1003215"/>
                  </a:lnTo>
                  <a:lnTo>
                    <a:pt x="2166772" y="1003989"/>
                  </a:lnTo>
                  <a:lnTo>
                    <a:pt x="2165701" y="1004765"/>
                  </a:lnTo>
                  <a:lnTo>
                    <a:pt x="2164629" y="1005541"/>
                  </a:lnTo>
                  <a:lnTo>
                    <a:pt x="2163557" y="1006317"/>
                  </a:lnTo>
                  <a:lnTo>
                    <a:pt x="2162486" y="1007095"/>
                  </a:lnTo>
                  <a:lnTo>
                    <a:pt x="2161414" y="1007873"/>
                  </a:lnTo>
                  <a:lnTo>
                    <a:pt x="2160343" y="1008652"/>
                  </a:lnTo>
                  <a:lnTo>
                    <a:pt x="2159271" y="1009432"/>
                  </a:lnTo>
                  <a:lnTo>
                    <a:pt x="2158199" y="1010212"/>
                  </a:lnTo>
                  <a:lnTo>
                    <a:pt x="2157128" y="1010993"/>
                  </a:lnTo>
                  <a:lnTo>
                    <a:pt x="2156056" y="1011775"/>
                  </a:lnTo>
                  <a:lnTo>
                    <a:pt x="2154985" y="1012558"/>
                  </a:lnTo>
                  <a:lnTo>
                    <a:pt x="2153913" y="1013341"/>
                  </a:lnTo>
                  <a:lnTo>
                    <a:pt x="2152841" y="1014125"/>
                  </a:lnTo>
                  <a:lnTo>
                    <a:pt x="2151770" y="1014910"/>
                  </a:lnTo>
                  <a:lnTo>
                    <a:pt x="2150698" y="1015695"/>
                  </a:lnTo>
                  <a:lnTo>
                    <a:pt x="2149627" y="1016482"/>
                  </a:lnTo>
                  <a:lnTo>
                    <a:pt x="2148555" y="1017269"/>
                  </a:lnTo>
                  <a:lnTo>
                    <a:pt x="2147483" y="1018056"/>
                  </a:lnTo>
                  <a:lnTo>
                    <a:pt x="2146412" y="1018845"/>
                  </a:lnTo>
                  <a:lnTo>
                    <a:pt x="2145340" y="1019634"/>
                  </a:lnTo>
                  <a:lnTo>
                    <a:pt x="2144269" y="1020424"/>
                  </a:lnTo>
                  <a:lnTo>
                    <a:pt x="2143197" y="1021214"/>
                  </a:lnTo>
                  <a:lnTo>
                    <a:pt x="2142125" y="1022005"/>
                  </a:lnTo>
                  <a:lnTo>
                    <a:pt x="2141054" y="1022797"/>
                  </a:lnTo>
                  <a:lnTo>
                    <a:pt x="2139982" y="1023590"/>
                  </a:lnTo>
                  <a:lnTo>
                    <a:pt x="2138911" y="1024384"/>
                  </a:lnTo>
                  <a:lnTo>
                    <a:pt x="2137839" y="1025178"/>
                  </a:lnTo>
                  <a:lnTo>
                    <a:pt x="2136767" y="1025972"/>
                  </a:lnTo>
                  <a:lnTo>
                    <a:pt x="2135696" y="1026768"/>
                  </a:lnTo>
                  <a:lnTo>
                    <a:pt x="2134624" y="1027564"/>
                  </a:lnTo>
                  <a:lnTo>
                    <a:pt x="2133553" y="1028361"/>
                  </a:lnTo>
                  <a:lnTo>
                    <a:pt x="2132481" y="1029159"/>
                  </a:lnTo>
                  <a:lnTo>
                    <a:pt x="2131409" y="1029957"/>
                  </a:lnTo>
                  <a:lnTo>
                    <a:pt x="2130338" y="1030756"/>
                  </a:lnTo>
                  <a:lnTo>
                    <a:pt x="2129266" y="1031556"/>
                  </a:lnTo>
                  <a:lnTo>
                    <a:pt x="2128195" y="1032356"/>
                  </a:lnTo>
                  <a:lnTo>
                    <a:pt x="2127123" y="1033157"/>
                  </a:lnTo>
                  <a:lnTo>
                    <a:pt x="2126052" y="1033959"/>
                  </a:lnTo>
                  <a:lnTo>
                    <a:pt x="2124980" y="1034761"/>
                  </a:lnTo>
                  <a:lnTo>
                    <a:pt x="2123908" y="1035564"/>
                  </a:lnTo>
                  <a:lnTo>
                    <a:pt x="2122837" y="1036368"/>
                  </a:lnTo>
                  <a:lnTo>
                    <a:pt x="2121765" y="1037173"/>
                  </a:lnTo>
                  <a:lnTo>
                    <a:pt x="2120694" y="1037978"/>
                  </a:lnTo>
                  <a:lnTo>
                    <a:pt x="2119622" y="1038784"/>
                  </a:lnTo>
                  <a:lnTo>
                    <a:pt x="2118550" y="1039590"/>
                  </a:lnTo>
                  <a:lnTo>
                    <a:pt x="2117479" y="1040398"/>
                  </a:lnTo>
                  <a:lnTo>
                    <a:pt x="2116407" y="1041206"/>
                  </a:lnTo>
                  <a:lnTo>
                    <a:pt x="2115336" y="1042014"/>
                  </a:lnTo>
                  <a:lnTo>
                    <a:pt x="2114264" y="1042823"/>
                  </a:lnTo>
                  <a:lnTo>
                    <a:pt x="2113192" y="1043633"/>
                  </a:lnTo>
                  <a:lnTo>
                    <a:pt x="2112121" y="1044444"/>
                  </a:lnTo>
                  <a:lnTo>
                    <a:pt x="2111049" y="1045255"/>
                  </a:lnTo>
                  <a:lnTo>
                    <a:pt x="2109978" y="1046067"/>
                  </a:lnTo>
                  <a:lnTo>
                    <a:pt x="2108906" y="1046880"/>
                  </a:lnTo>
                  <a:lnTo>
                    <a:pt x="2107834" y="1047693"/>
                  </a:lnTo>
                  <a:lnTo>
                    <a:pt x="2106763" y="1048507"/>
                  </a:lnTo>
                  <a:lnTo>
                    <a:pt x="2105691" y="1049322"/>
                  </a:lnTo>
                  <a:lnTo>
                    <a:pt x="2104620" y="1050137"/>
                  </a:lnTo>
                  <a:lnTo>
                    <a:pt x="2103548" y="1050953"/>
                  </a:lnTo>
                  <a:lnTo>
                    <a:pt x="2102476" y="1051769"/>
                  </a:lnTo>
                  <a:lnTo>
                    <a:pt x="2101405" y="1052587"/>
                  </a:lnTo>
                  <a:lnTo>
                    <a:pt x="2100333" y="1053404"/>
                  </a:lnTo>
                  <a:lnTo>
                    <a:pt x="2099262" y="1054223"/>
                  </a:lnTo>
                  <a:lnTo>
                    <a:pt x="2098190" y="1055042"/>
                  </a:lnTo>
                  <a:lnTo>
                    <a:pt x="2097118" y="1055862"/>
                  </a:lnTo>
                  <a:lnTo>
                    <a:pt x="2096047" y="1056682"/>
                  </a:lnTo>
                  <a:lnTo>
                    <a:pt x="2094975" y="1057504"/>
                  </a:lnTo>
                  <a:lnTo>
                    <a:pt x="2093904" y="1058325"/>
                  </a:lnTo>
                  <a:lnTo>
                    <a:pt x="2092832" y="1059148"/>
                  </a:lnTo>
                  <a:lnTo>
                    <a:pt x="2091760" y="1059971"/>
                  </a:lnTo>
                  <a:lnTo>
                    <a:pt x="2090689" y="1060795"/>
                  </a:lnTo>
                  <a:lnTo>
                    <a:pt x="2089617" y="1061619"/>
                  </a:lnTo>
                  <a:lnTo>
                    <a:pt x="2088546" y="1062444"/>
                  </a:lnTo>
                  <a:lnTo>
                    <a:pt x="2087474" y="1063269"/>
                  </a:lnTo>
                  <a:lnTo>
                    <a:pt x="2086402" y="1064096"/>
                  </a:lnTo>
                  <a:lnTo>
                    <a:pt x="2085331" y="1064923"/>
                  </a:lnTo>
                  <a:lnTo>
                    <a:pt x="2084259" y="1065750"/>
                  </a:lnTo>
                  <a:lnTo>
                    <a:pt x="2083188" y="1066578"/>
                  </a:lnTo>
                  <a:lnTo>
                    <a:pt x="2082116" y="1067407"/>
                  </a:lnTo>
                  <a:lnTo>
                    <a:pt x="2081044" y="1068236"/>
                  </a:lnTo>
                  <a:lnTo>
                    <a:pt x="2079973" y="1069066"/>
                  </a:lnTo>
                  <a:lnTo>
                    <a:pt x="2078901" y="1069897"/>
                  </a:lnTo>
                  <a:lnTo>
                    <a:pt x="2077830" y="1070728"/>
                  </a:lnTo>
                  <a:lnTo>
                    <a:pt x="2076758" y="1071560"/>
                  </a:lnTo>
                  <a:lnTo>
                    <a:pt x="2075686" y="1072393"/>
                  </a:lnTo>
                  <a:lnTo>
                    <a:pt x="2074615" y="1073226"/>
                  </a:lnTo>
                  <a:lnTo>
                    <a:pt x="2073543" y="1074059"/>
                  </a:lnTo>
                  <a:lnTo>
                    <a:pt x="2072472" y="1074894"/>
                  </a:lnTo>
                  <a:lnTo>
                    <a:pt x="2071400" y="1075729"/>
                  </a:lnTo>
                  <a:lnTo>
                    <a:pt x="2070328" y="1076564"/>
                  </a:lnTo>
                  <a:lnTo>
                    <a:pt x="2069257" y="1077400"/>
                  </a:lnTo>
                  <a:lnTo>
                    <a:pt x="2068185" y="1078237"/>
                  </a:lnTo>
                  <a:lnTo>
                    <a:pt x="2067114" y="1079074"/>
                  </a:lnTo>
                  <a:lnTo>
                    <a:pt x="2066042" y="1079912"/>
                  </a:lnTo>
                  <a:lnTo>
                    <a:pt x="2064970" y="1080751"/>
                  </a:lnTo>
                  <a:lnTo>
                    <a:pt x="2063899" y="1081590"/>
                  </a:lnTo>
                  <a:lnTo>
                    <a:pt x="2062827" y="1082430"/>
                  </a:lnTo>
                  <a:lnTo>
                    <a:pt x="2061756" y="1083270"/>
                  </a:lnTo>
                  <a:lnTo>
                    <a:pt x="2060684" y="1084111"/>
                  </a:lnTo>
                  <a:lnTo>
                    <a:pt x="2059612" y="1084953"/>
                  </a:lnTo>
                  <a:lnTo>
                    <a:pt x="2058541" y="1085795"/>
                  </a:lnTo>
                  <a:lnTo>
                    <a:pt x="2057469" y="1086638"/>
                  </a:lnTo>
                  <a:lnTo>
                    <a:pt x="2056398" y="1087481"/>
                  </a:lnTo>
                  <a:lnTo>
                    <a:pt x="2055326" y="1088325"/>
                  </a:lnTo>
                  <a:lnTo>
                    <a:pt x="2054254" y="1089169"/>
                  </a:lnTo>
                  <a:lnTo>
                    <a:pt x="2053183" y="1090015"/>
                  </a:lnTo>
                  <a:lnTo>
                    <a:pt x="2052111" y="1090860"/>
                  </a:lnTo>
                  <a:lnTo>
                    <a:pt x="2051040" y="1091706"/>
                  </a:lnTo>
                  <a:lnTo>
                    <a:pt x="2049968" y="1092553"/>
                  </a:lnTo>
                  <a:lnTo>
                    <a:pt x="2048896" y="1093401"/>
                  </a:lnTo>
                  <a:lnTo>
                    <a:pt x="2047825" y="1094249"/>
                  </a:lnTo>
                  <a:lnTo>
                    <a:pt x="2046753" y="1095097"/>
                  </a:lnTo>
                  <a:lnTo>
                    <a:pt x="2045682" y="1095946"/>
                  </a:lnTo>
                  <a:lnTo>
                    <a:pt x="2044610" y="1096796"/>
                  </a:lnTo>
                  <a:lnTo>
                    <a:pt x="2043538" y="1097646"/>
                  </a:lnTo>
                  <a:lnTo>
                    <a:pt x="2042467" y="1098497"/>
                  </a:lnTo>
                  <a:lnTo>
                    <a:pt x="2041395" y="1099348"/>
                  </a:lnTo>
                  <a:lnTo>
                    <a:pt x="2040324" y="1100200"/>
                  </a:lnTo>
                  <a:lnTo>
                    <a:pt x="2039252" y="1101053"/>
                  </a:lnTo>
                  <a:lnTo>
                    <a:pt x="2038180" y="1101906"/>
                  </a:lnTo>
                  <a:lnTo>
                    <a:pt x="2037109" y="1102759"/>
                  </a:lnTo>
                  <a:lnTo>
                    <a:pt x="2036037" y="1103613"/>
                  </a:lnTo>
                  <a:lnTo>
                    <a:pt x="2034966" y="1104468"/>
                  </a:lnTo>
                  <a:lnTo>
                    <a:pt x="2033894" y="1105323"/>
                  </a:lnTo>
                  <a:lnTo>
                    <a:pt x="2032822" y="1106179"/>
                  </a:lnTo>
                  <a:lnTo>
                    <a:pt x="2031751" y="1107036"/>
                  </a:lnTo>
                  <a:lnTo>
                    <a:pt x="2030679" y="1107892"/>
                  </a:lnTo>
                  <a:lnTo>
                    <a:pt x="2029608" y="1108750"/>
                  </a:lnTo>
                  <a:lnTo>
                    <a:pt x="2028536" y="1109608"/>
                  </a:lnTo>
                  <a:lnTo>
                    <a:pt x="2027464" y="1110466"/>
                  </a:lnTo>
                  <a:lnTo>
                    <a:pt x="2026393" y="1111325"/>
                  </a:lnTo>
                  <a:lnTo>
                    <a:pt x="2025321" y="1112185"/>
                  </a:lnTo>
                  <a:lnTo>
                    <a:pt x="2024250" y="1113045"/>
                  </a:lnTo>
                  <a:lnTo>
                    <a:pt x="2023178" y="1113906"/>
                  </a:lnTo>
                  <a:lnTo>
                    <a:pt x="2022106" y="1114767"/>
                  </a:lnTo>
                  <a:lnTo>
                    <a:pt x="2021035" y="1115629"/>
                  </a:lnTo>
                  <a:lnTo>
                    <a:pt x="2019963" y="1116491"/>
                  </a:lnTo>
                  <a:lnTo>
                    <a:pt x="2018892" y="1117354"/>
                  </a:lnTo>
                  <a:lnTo>
                    <a:pt x="2017820" y="1118217"/>
                  </a:lnTo>
                  <a:lnTo>
                    <a:pt x="2016748" y="1119081"/>
                  </a:lnTo>
                  <a:lnTo>
                    <a:pt x="2015677" y="1119945"/>
                  </a:lnTo>
                  <a:lnTo>
                    <a:pt x="2014605" y="1120810"/>
                  </a:lnTo>
                  <a:lnTo>
                    <a:pt x="2013534" y="1121675"/>
                  </a:lnTo>
                  <a:lnTo>
                    <a:pt x="2012462" y="1122541"/>
                  </a:lnTo>
                  <a:lnTo>
                    <a:pt x="2011390" y="1123408"/>
                  </a:lnTo>
                  <a:lnTo>
                    <a:pt x="2010319" y="1124274"/>
                  </a:lnTo>
                  <a:lnTo>
                    <a:pt x="2009247" y="1125142"/>
                  </a:lnTo>
                  <a:lnTo>
                    <a:pt x="2008176" y="1126010"/>
                  </a:lnTo>
                  <a:lnTo>
                    <a:pt x="2007104" y="1126878"/>
                  </a:lnTo>
                  <a:lnTo>
                    <a:pt x="2006032" y="1127747"/>
                  </a:lnTo>
                  <a:lnTo>
                    <a:pt x="2004961" y="1128616"/>
                  </a:lnTo>
                  <a:lnTo>
                    <a:pt x="2003889" y="1129486"/>
                  </a:lnTo>
                  <a:lnTo>
                    <a:pt x="2002818" y="1130357"/>
                  </a:lnTo>
                  <a:lnTo>
                    <a:pt x="2001746" y="1131228"/>
                  </a:lnTo>
                  <a:lnTo>
                    <a:pt x="2000674" y="1132099"/>
                  </a:lnTo>
                  <a:lnTo>
                    <a:pt x="1999603" y="1132971"/>
                  </a:lnTo>
                  <a:lnTo>
                    <a:pt x="1998531" y="1133843"/>
                  </a:lnTo>
                  <a:lnTo>
                    <a:pt x="1997460" y="1134716"/>
                  </a:lnTo>
                  <a:lnTo>
                    <a:pt x="1996388" y="1135589"/>
                  </a:lnTo>
                  <a:lnTo>
                    <a:pt x="1995316" y="1136463"/>
                  </a:lnTo>
                  <a:lnTo>
                    <a:pt x="1994245" y="1137337"/>
                  </a:lnTo>
                  <a:lnTo>
                    <a:pt x="1993173" y="1138212"/>
                  </a:lnTo>
                  <a:lnTo>
                    <a:pt x="1992102" y="1139087"/>
                  </a:lnTo>
                  <a:lnTo>
                    <a:pt x="1991030" y="1139963"/>
                  </a:lnTo>
                  <a:lnTo>
                    <a:pt x="1989958" y="1140839"/>
                  </a:lnTo>
                  <a:lnTo>
                    <a:pt x="1988887" y="1141716"/>
                  </a:lnTo>
                  <a:lnTo>
                    <a:pt x="1987815" y="1142593"/>
                  </a:lnTo>
                  <a:lnTo>
                    <a:pt x="1986744" y="1143470"/>
                  </a:lnTo>
                  <a:lnTo>
                    <a:pt x="1985672" y="1144348"/>
                  </a:lnTo>
                  <a:lnTo>
                    <a:pt x="1984600" y="1145227"/>
                  </a:lnTo>
                  <a:lnTo>
                    <a:pt x="1983529" y="1146106"/>
                  </a:lnTo>
                  <a:lnTo>
                    <a:pt x="1982457" y="1146985"/>
                  </a:lnTo>
                  <a:lnTo>
                    <a:pt x="1981386" y="1147865"/>
                  </a:lnTo>
                  <a:lnTo>
                    <a:pt x="1980314" y="1148745"/>
                  </a:lnTo>
                  <a:lnTo>
                    <a:pt x="1979242" y="1149626"/>
                  </a:lnTo>
                  <a:lnTo>
                    <a:pt x="1978171" y="1150507"/>
                  </a:lnTo>
                  <a:lnTo>
                    <a:pt x="1977099" y="1151389"/>
                  </a:lnTo>
                  <a:lnTo>
                    <a:pt x="1976028" y="1152271"/>
                  </a:lnTo>
                  <a:lnTo>
                    <a:pt x="1974956" y="1153153"/>
                  </a:lnTo>
                  <a:lnTo>
                    <a:pt x="1973884" y="1154036"/>
                  </a:lnTo>
                  <a:lnTo>
                    <a:pt x="1972813" y="1154919"/>
                  </a:lnTo>
                  <a:lnTo>
                    <a:pt x="1971741" y="1155803"/>
                  </a:lnTo>
                  <a:lnTo>
                    <a:pt x="1970670" y="1156687"/>
                  </a:lnTo>
                  <a:lnTo>
                    <a:pt x="1969598" y="1157572"/>
                  </a:lnTo>
                  <a:lnTo>
                    <a:pt x="1968526" y="1158457"/>
                  </a:lnTo>
                  <a:lnTo>
                    <a:pt x="1967455" y="1159342"/>
                  </a:lnTo>
                  <a:lnTo>
                    <a:pt x="1966383" y="1160228"/>
                  </a:lnTo>
                  <a:lnTo>
                    <a:pt x="1965312" y="1161114"/>
                  </a:lnTo>
                  <a:lnTo>
                    <a:pt x="1964240" y="1162001"/>
                  </a:lnTo>
                  <a:lnTo>
                    <a:pt x="1963168" y="1162888"/>
                  </a:lnTo>
                  <a:lnTo>
                    <a:pt x="1962097" y="1163776"/>
                  </a:lnTo>
                  <a:lnTo>
                    <a:pt x="1961025" y="1164664"/>
                  </a:lnTo>
                  <a:lnTo>
                    <a:pt x="1959954" y="1165552"/>
                  </a:lnTo>
                  <a:lnTo>
                    <a:pt x="1958882" y="1166441"/>
                  </a:lnTo>
                  <a:lnTo>
                    <a:pt x="1957810" y="1167330"/>
                  </a:lnTo>
                  <a:lnTo>
                    <a:pt x="1956739" y="1168219"/>
                  </a:lnTo>
                  <a:lnTo>
                    <a:pt x="1955667" y="1169109"/>
                  </a:lnTo>
                  <a:lnTo>
                    <a:pt x="1954596" y="1169999"/>
                  </a:lnTo>
                  <a:lnTo>
                    <a:pt x="1953524" y="1170890"/>
                  </a:lnTo>
                  <a:lnTo>
                    <a:pt x="1952453" y="1171781"/>
                  </a:lnTo>
                  <a:lnTo>
                    <a:pt x="1951381" y="1172672"/>
                  </a:lnTo>
                  <a:lnTo>
                    <a:pt x="1950309" y="1173564"/>
                  </a:lnTo>
                  <a:lnTo>
                    <a:pt x="1949238" y="1174456"/>
                  </a:lnTo>
                  <a:lnTo>
                    <a:pt x="1948166" y="1175349"/>
                  </a:lnTo>
                  <a:lnTo>
                    <a:pt x="1947095" y="1176242"/>
                  </a:lnTo>
                  <a:lnTo>
                    <a:pt x="1946023" y="1177135"/>
                  </a:lnTo>
                  <a:lnTo>
                    <a:pt x="1944951" y="1178029"/>
                  </a:lnTo>
                  <a:lnTo>
                    <a:pt x="1943880" y="1178923"/>
                  </a:lnTo>
                  <a:lnTo>
                    <a:pt x="1942808" y="1179817"/>
                  </a:lnTo>
                  <a:lnTo>
                    <a:pt x="1941737" y="1180712"/>
                  </a:lnTo>
                  <a:lnTo>
                    <a:pt x="1940665" y="1181607"/>
                  </a:lnTo>
                  <a:lnTo>
                    <a:pt x="1939593" y="1182502"/>
                  </a:lnTo>
                  <a:lnTo>
                    <a:pt x="1938522" y="1183398"/>
                  </a:lnTo>
                  <a:lnTo>
                    <a:pt x="1937450" y="1184294"/>
                  </a:lnTo>
                  <a:lnTo>
                    <a:pt x="1936379" y="1185191"/>
                  </a:lnTo>
                  <a:lnTo>
                    <a:pt x="1935307" y="1186087"/>
                  </a:lnTo>
                  <a:lnTo>
                    <a:pt x="1934235" y="1186984"/>
                  </a:lnTo>
                  <a:lnTo>
                    <a:pt x="1933164" y="1187882"/>
                  </a:lnTo>
                  <a:lnTo>
                    <a:pt x="1932092" y="1188780"/>
                  </a:lnTo>
                  <a:lnTo>
                    <a:pt x="1931021" y="1189678"/>
                  </a:lnTo>
                  <a:lnTo>
                    <a:pt x="1929949" y="1190576"/>
                  </a:lnTo>
                  <a:lnTo>
                    <a:pt x="1928877" y="1191475"/>
                  </a:lnTo>
                  <a:lnTo>
                    <a:pt x="1927806" y="1192374"/>
                  </a:lnTo>
                  <a:lnTo>
                    <a:pt x="1926734" y="1193273"/>
                  </a:lnTo>
                  <a:lnTo>
                    <a:pt x="1925663" y="1194173"/>
                  </a:lnTo>
                  <a:lnTo>
                    <a:pt x="1924591" y="1195073"/>
                  </a:lnTo>
                  <a:lnTo>
                    <a:pt x="1923519" y="1195973"/>
                  </a:lnTo>
                  <a:lnTo>
                    <a:pt x="1922448" y="1196874"/>
                  </a:lnTo>
                  <a:lnTo>
                    <a:pt x="1921376" y="1197775"/>
                  </a:lnTo>
                  <a:lnTo>
                    <a:pt x="1920305" y="1198676"/>
                  </a:lnTo>
                  <a:lnTo>
                    <a:pt x="1919233" y="1199577"/>
                  </a:lnTo>
                  <a:lnTo>
                    <a:pt x="1918161" y="1200479"/>
                  </a:lnTo>
                  <a:lnTo>
                    <a:pt x="1917090" y="1201381"/>
                  </a:lnTo>
                  <a:lnTo>
                    <a:pt x="1916018" y="1202283"/>
                  </a:lnTo>
                  <a:lnTo>
                    <a:pt x="1914947" y="1203186"/>
                  </a:lnTo>
                  <a:lnTo>
                    <a:pt x="1913875" y="1204089"/>
                  </a:lnTo>
                  <a:lnTo>
                    <a:pt x="1912803" y="1204992"/>
                  </a:lnTo>
                  <a:lnTo>
                    <a:pt x="1911732" y="1205895"/>
                  </a:lnTo>
                  <a:lnTo>
                    <a:pt x="1910660" y="1206799"/>
                  </a:lnTo>
                  <a:lnTo>
                    <a:pt x="1909589" y="1207703"/>
                  </a:lnTo>
                  <a:lnTo>
                    <a:pt x="1908517" y="1208607"/>
                  </a:lnTo>
                  <a:lnTo>
                    <a:pt x="1907445" y="1209511"/>
                  </a:lnTo>
                  <a:lnTo>
                    <a:pt x="1906374" y="1210416"/>
                  </a:lnTo>
                  <a:lnTo>
                    <a:pt x="1905302" y="1211321"/>
                  </a:lnTo>
                  <a:lnTo>
                    <a:pt x="1904231" y="1212226"/>
                  </a:lnTo>
                  <a:lnTo>
                    <a:pt x="1903159" y="1213131"/>
                  </a:lnTo>
                  <a:lnTo>
                    <a:pt x="1902087" y="1214037"/>
                  </a:lnTo>
                  <a:lnTo>
                    <a:pt x="1901016" y="1214942"/>
                  </a:lnTo>
                  <a:lnTo>
                    <a:pt x="1899944" y="1215848"/>
                  </a:lnTo>
                  <a:lnTo>
                    <a:pt x="1898873" y="1216755"/>
                  </a:lnTo>
                  <a:lnTo>
                    <a:pt x="1897801" y="1217661"/>
                  </a:lnTo>
                  <a:lnTo>
                    <a:pt x="1896729" y="1218568"/>
                  </a:lnTo>
                  <a:lnTo>
                    <a:pt x="1895658" y="1219475"/>
                  </a:lnTo>
                  <a:lnTo>
                    <a:pt x="1894586" y="1220382"/>
                  </a:lnTo>
                  <a:lnTo>
                    <a:pt x="1893515" y="1221289"/>
                  </a:lnTo>
                  <a:lnTo>
                    <a:pt x="1892443" y="1222197"/>
                  </a:lnTo>
                  <a:lnTo>
                    <a:pt x="1891371" y="1223104"/>
                  </a:lnTo>
                  <a:lnTo>
                    <a:pt x="1890300" y="1224012"/>
                  </a:lnTo>
                  <a:lnTo>
                    <a:pt x="1889228" y="1224920"/>
                  </a:lnTo>
                  <a:lnTo>
                    <a:pt x="1888157" y="1225828"/>
                  </a:lnTo>
                  <a:lnTo>
                    <a:pt x="1887085" y="1226737"/>
                  </a:lnTo>
                  <a:lnTo>
                    <a:pt x="1886013" y="1227645"/>
                  </a:lnTo>
                  <a:lnTo>
                    <a:pt x="1884942" y="1228554"/>
                  </a:lnTo>
                  <a:lnTo>
                    <a:pt x="1883870" y="1229463"/>
                  </a:lnTo>
                  <a:lnTo>
                    <a:pt x="1882799" y="1230372"/>
                  </a:lnTo>
                  <a:lnTo>
                    <a:pt x="1881727" y="1231281"/>
                  </a:lnTo>
                  <a:lnTo>
                    <a:pt x="1880655" y="1232191"/>
                  </a:lnTo>
                  <a:lnTo>
                    <a:pt x="1879584" y="1233100"/>
                  </a:lnTo>
                  <a:lnTo>
                    <a:pt x="1878512" y="1234010"/>
                  </a:lnTo>
                  <a:lnTo>
                    <a:pt x="1877441" y="1234920"/>
                  </a:lnTo>
                  <a:lnTo>
                    <a:pt x="1876369" y="1235830"/>
                  </a:lnTo>
                  <a:lnTo>
                    <a:pt x="1875297" y="1236740"/>
                  </a:lnTo>
                  <a:lnTo>
                    <a:pt x="1874226" y="1237650"/>
                  </a:lnTo>
                  <a:lnTo>
                    <a:pt x="1873154" y="1238560"/>
                  </a:lnTo>
                  <a:lnTo>
                    <a:pt x="1872083" y="1239471"/>
                  </a:lnTo>
                  <a:lnTo>
                    <a:pt x="1871011" y="1240381"/>
                  </a:lnTo>
                  <a:lnTo>
                    <a:pt x="1869939" y="1241292"/>
                  </a:lnTo>
                  <a:lnTo>
                    <a:pt x="1868868" y="1242202"/>
                  </a:lnTo>
                  <a:lnTo>
                    <a:pt x="1867796" y="1243113"/>
                  </a:lnTo>
                  <a:lnTo>
                    <a:pt x="1866725" y="1244024"/>
                  </a:lnTo>
                  <a:lnTo>
                    <a:pt x="1865653" y="1244935"/>
                  </a:lnTo>
                  <a:lnTo>
                    <a:pt x="1864581" y="1245846"/>
                  </a:lnTo>
                  <a:lnTo>
                    <a:pt x="1863510" y="1246757"/>
                  </a:lnTo>
                  <a:lnTo>
                    <a:pt x="1862438" y="1247669"/>
                  </a:lnTo>
                  <a:lnTo>
                    <a:pt x="1861367" y="1248580"/>
                  </a:lnTo>
                  <a:lnTo>
                    <a:pt x="1860295" y="1249491"/>
                  </a:lnTo>
                  <a:lnTo>
                    <a:pt x="1859223" y="1250403"/>
                  </a:lnTo>
                  <a:lnTo>
                    <a:pt x="1858152" y="1251314"/>
                  </a:lnTo>
                  <a:lnTo>
                    <a:pt x="1857080" y="1252225"/>
                  </a:lnTo>
                  <a:lnTo>
                    <a:pt x="1856009" y="1253137"/>
                  </a:lnTo>
                  <a:lnTo>
                    <a:pt x="1854937" y="1254049"/>
                  </a:lnTo>
                  <a:lnTo>
                    <a:pt x="1853865" y="1254960"/>
                  </a:lnTo>
                  <a:lnTo>
                    <a:pt x="1852794" y="1255872"/>
                  </a:lnTo>
                  <a:lnTo>
                    <a:pt x="1851722" y="1256783"/>
                  </a:lnTo>
                  <a:lnTo>
                    <a:pt x="1850651" y="1257695"/>
                  </a:lnTo>
                  <a:lnTo>
                    <a:pt x="1849579" y="1258607"/>
                  </a:lnTo>
                  <a:lnTo>
                    <a:pt x="1848507" y="1259518"/>
                  </a:lnTo>
                  <a:lnTo>
                    <a:pt x="1847436" y="1260430"/>
                  </a:lnTo>
                  <a:lnTo>
                    <a:pt x="1846364" y="1261342"/>
                  </a:lnTo>
                  <a:lnTo>
                    <a:pt x="1845293" y="1262253"/>
                  </a:lnTo>
                  <a:lnTo>
                    <a:pt x="1844221" y="1263165"/>
                  </a:lnTo>
                  <a:lnTo>
                    <a:pt x="1843149" y="1264076"/>
                  </a:lnTo>
                  <a:lnTo>
                    <a:pt x="1842078" y="1264988"/>
                  </a:lnTo>
                  <a:lnTo>
                    <a:pt x="1841006" y="1265899"/>
                  </a:lnTo>
                  <a:lnTo>
                    <a:pt x="1839935" y="1266811"/>
                  </a:lnTo>
                  <a:lnTo>
                    <a:pt x="1838863" y="1267722"/>
                  </a:lnTo>
                  <a:lnTo>
                    <a:pt x="1837791" y="1268634"/>
                  </a:lnTo>
                  <a:lnTo>
                    <a:pt x="1836720" y="1269545"/>
                  </a:lnTo>
                  <a:lnTo>
                    <a:pt x="1835648" y="1270456"/>
                  </a:lnTo>
                  <a:lnTo>
                    <a:pt x="1834577" y="1271367"/>
                  </a:lnTo>
                  <a:lnTo>
                    <a:pt x="1833505" y="1272278"/>
                  </a:lnTo>
                  <a:lnTo>
                    <a:pt x="1832433" y="1273189"/>
                  </a:lnTo>
                  <a:lnTo>
                    <a:pt x="1831362" y="1274100"/>
                  </a:lnTo>
                  <a:lnTo>
                    <a:pt x="1830290" y="1275011"/>
                  </a:lnTo>
                  <a:lnTo>
                    <a:pt x="1829219" y="1275922"/>
                  </a:lnTo>
                  <a:lnTo>
                    <a:pt x="1828147" y="1276832"/>
                  </a:lnTo>
                  <a:lnTo>
                    <a:pt x="1827075" y="1277743"/>
                  </a:lnTo>
                  <a:lnTo>
                    <a:pt x="1826004" y="1278653"/>
                  </a:lnTo>
                  <a:lnTo>
                    <a:pt x="1824932" y="1279563"/>
                  </a:lnTo>
                  <a:lnTo>
                    <a:pt x="1823861" y="1280473"/>
                  </a:lnTo>
                  <a:lnTo>
                    <a:pt x="1822789" y="1281383"/>
                  </a:lnTo>
                  <a:lnTo>
                    <a:pt x="1821717" y="1282293"/>
                  </a:lnTo>
                  <a:lnTo>
                    <a:pt x="1820646" y="1283203"/>
                  </a:lnTo>
                  <a:lnTo>
                    <a:pt x="1819574" y="1284112"/>
                  </a:lnTo>
                  <a:lnTo>
                    <a:pt x="1818503" y="1285022"/>
                  </a:lnTo>
                  <a:lnTo>
                    <a:pt x="1817431" y="1285931"/>
                  </a:lnTo>
                  <a:lnTo>
                    <a:pt x="1816359" y="1286840"/>
                  </a:lnTo>
                  <a:lnTo>
                    <a:pt x="1815288" y="1287749"/>
                  </a:lnTo>
                  <a:lnTo>
                    <a:pt x="1814216" y="1288657"/>
                  </a:lnTo>
                  <a:lnTo>
                    <a:pt x="1813145" y="1289566"/>
                  </a:lnTo>
                  <a:lnTo>
                    <a:pt x="1812073" y="1290474"/>
                  </a:lnTo>
                  <a:lnTo>
                    <a:pt x="1811001" y="1291382"/>
                  </a:lnTo>
                  <a:lnTo>
                    <a:pt x="1809930" y="1292289"/>
                  </a:lnTo>
                  <a:lnTo>
                    <a:pt x="1808858" y="1293197"/>
                  </a:lnTo>
                  <a:lnTo>
                    <a:pt x="1807787" y="1294104"/>
                  </a:lnTo>
                  <a:lnTo>
                    <a:pt x="1806715" y="1295011"/>
                  </a:lnTo>
                  <a:lnTo>
                    <a:pt x="1805643" y="1295918"/>
                  </a:lnTo>
                  <a:lnTo>
                    <a:pt x="1804572" y="1296825"/>
                  </a:lnTo>
                  <a:lnTo>
                    <a:pt x="1803500" y="1297731"/>
                  </a:lnTo>
                  <a:lnTo>
                    <a:pt x="1802429" y="1298637"/>
                  </a:lnTo>
                  <a:lnTo>
                    <a:pt x="1801357" y="1299543"/>
                  </a:lnTo>
                  <a:lnTo>
                    <a:pt x="1800285" y="1300448"/>
                  </a:lnTo>
                  <a:lnTo>
                    <a:pt x="1799214" y="1301353"/>
                  </a:lnTo>
                  <a:lnTo>
                    <a:pt x="1798142" y="1302258"/>
                  </a:lnTo>
                  <a:lnTo>
                    <a:pt x="1797071" y="1303163"/>
                  </a:lnTo>
                  <a:lnTo>
                    <a:pt x="1795999" y="1304067"/>
                  </a:lnTo>
                  <a:lnTo>
                    <a:pt x="1794927" y="1304971"/>
                  </a:lnTo>
                  <a:lnTo>
                    <a:pt x="1793856" y="1305875"/>
                  </a:lnTo>
                  <a:lnTo>
                    <a:pt x="1792784" y="1306778"/>
                  </a:lnTo>
                  <a:lnTo>
                    <a:pt x="1791713" y="1307681"/>
                  </a:lnTo>
                  <a:lnTo>
                    <a:pt x="1790641" y="1308583"/>
                  </a:lnTo>
                  <a:lnTo>
                    <a:pt x="1789569" y="1309486"/>
                  </a:lnTo>
                  <a:lnTo>
                    <a:pt x="1788498" y="1310387"/>
                  </a:lnTo>
                  <a:lnTo>
                    <a:pt x="1787426" y="1311289"/>
                  </a:lnTo>
                  <a:lnTo>
                    <a:pt x="1786355" y="1312190"/>
                  </a:lnTo>
                  <a:lnTo>
                    <a:pt x="1785283" y="1313091"/>
                  </a:lnTo>
                  <a:lnTo>
                    <a:pt x="1784211" y="1313991"/>
                  </a:lnTo>
                  <a:lnTo>
                    <a:pt x="1783140" y="1314891"/>
                  </a:lnTo>
                  <a:lnTo>
                    <a:pt x="1782068" y="1315791"/>
                  </a:lnTo>
                  <a:lnTo>
                    <a:pt x="1780997" y="1316690"/>
                  </a:lnTo>
                  <a:lnTo>
                    <a:pt x="1779925" y="1317588"/>
                  </a:lnTo>
                  <a:lnTo>
                    <a:pt x="1778853" y="1318487"/>
                  </a:lnTo>
                  <a:lnTo>
                    <a:pt x="1777782" y="1319384"/>
                  </a:lnTo>
                  <a:lnTo>
                    <a:pt x="1776710" y="1320282"/>
                  </a:lnTo>
                  <a:lnTo>
                    <a:pt x="1775639" y="1321179"/>
                  </a:lnTo>
                  <a:lnTo>
                    <a:pt x="1774567" y="1322075"/>
                  </a:lnTo>
                  <a:lnTo>
                    <a:pt x="1773496" y="1322971"/>
                  </a:lnTo>
                  <a:lnTo>
                    <a:pt x="1772424" y="1323867"/>
                  </a:lnTo>
                  <a:lnTo>
                    <a:pt x="1771352" y="1324762"/>
                  </a:lnTo>
                  <a:lnTo>
                    <a:pt x="1770281" y="1325656"/>
                  </a:lnTo>
                  <a:lnTo>
                    <a:pt x="1769209" y="1326550"/>
                  </a:lnTo>
                  <a:lnTo>
                    <a:pt x="1768138" y="1327444"/>
                  </a:lnTo>
                  <a:lnTo>
                    <a:pt x="1767066" y="1328337"/>
                  </a:lnTo>
                  <a:lnTo>
                    <a:pt x="1765994" y="1329229"/>
                  </a:lnTo>
                  <a:lnTo>
                    <a:pt x="1764923" y="1330121"/>
                  </a:lnTo>
                  <a:lnTo>
                    <a:pt x="1763851" y="1331012"/>
                  </a:lnTo>
                  <a:lnTo>
                    <a:pt x="1762780" y="1331903"/>
                  </a:lnTo>
                  <a:lnTo>
                    <a:pt x="1761708" y="1332793"/>
                  </a:lnTo>
                  <a:lnTo>
                    <a:pt x="1760636" y="1333683"/>
                  </a:lnTo>
                  <a:lnTo>
                    <a:pt x="1759565" y="1334572"/>
                  </a:lnTo>
                  <a:lnTo>
                    <a:pt x="1758493" y="1335461"/>
                  </a:lnTo>
                  <a:lnTo>
                    <a:pt x="1757422" y="1336349"/>
                  </a:lnTo>
                  <a:lnTo>
                    <a:pt x="1756350" y="1337236"/>
                  </a:lnTo>
                  <a:lnTo>
                    <a:pt x="1755278" y="1338123"/>
                  </a:lnTo>
                  <a:lnTo>
                    <a:pt x="1754207" y="1339009"/>
                  </a:lnTo>
                  <a:lnTo>
                    <a:pt x="1753135" y="1339894"/>
                  </a:lnTo>
                  <a:lnTo>
                    <a:pt x="1752064" y="1340779"/>
                  </a:lnTo>
                  <a:lnTo>
                    <a:pt x="1750992" y="1341663"/>
                  </a:lnTo>
                  <a:lnTo>
                    <a:pt x="1749920" y="1342547"/>
                  </a:lnTo>
                  <a:lnTo>
                    <a:pt x="1748849" y="1343430"/>
                  </a:lnTo>
                  <a:lnTo>
                    <a:pt x="1747777" y="1344312"/>
                  </a:lnTo>
                  <a:lnTo>
                    <a:pt x="1746706" y="1345194"/>
                  </a:lnTo>
                  <a:lnTo>
                    <a:pt x="1745634" y="1346074"/>
                  </a:lnTo>
                  <a:lnTo>
                    <a:pt x="1744562" y="1346955"/>
                  </a:lnTo>
                  <a:lnTo>
                    <a:pt x="1743491" y="1347834"/>
                  </a:lnTo>
                  <a:lnTo>
                    <a:pt x="1742419" y="1348713"/>
                  </a:lnTo>
                  <a:lnTo>
                    <a:pt x="1741348" y="1349591"/>
                  </a:lnTo>
                  <a:lnTo>
                    <a:pt x="1740276" y="1350468"/>
                  </a:lnTo>
                  <a:lnTo>
                    <a:pt x="1739204" y="1351345"/>
                  </a:lnTo>
                  <a:lnTo>
                    <a:pt x="1738133" y="1352221"/>
                  </a:lnTo>
                  <a:lnTo>
                    <a:pt x="1737061" y="1353096"/>
                  </a:lnTo>
                  <a:lnTo>
                    <a:pt x="1735990" y="1353970"/>
                  </a:lnTo>
                  <a:lnTo>
                    <a:pt x="1734918" y="1354844"/>
                  </a:lnTo>
                  <a:lnTo>
                    <a:pt x="1733846" y="1355716"/>
                  </a:lnTo>
                  <a:lnTo>
                    <a:pt x="1732775" y="1356588"/>
                  </a:lnTo>
                  <a:lnTo>
                    <a:pt x="1731703" y="1357460"/>
                  </a:lnTo>
                  <a:lnTo>
                    <a:pt x="1730632" y="1358330"/>
                  </a:lnTo>
                  <a:lnTo>
                    <a:pt x="1729560" y="1359200"/>
                  </a:lnTo>
                  <a:lnTo>
                    <a:pt x="1728488" y="1360069"/>
                  </a:lnTo>
                  <a:lnTo>
                    <a:pt x="1727417" y="1360937"/>
                  </a:lnTo>
                  <a:lnTo>
                    <a:pt x="1726345" y="1361804"/>
                  </a:lnTo>
                  <a:lnTo>
                    <a:pt x="1725274" y="1362670"/>
                  </a:lnTo>
                  <a:lnTo>
                    <a:pt x="1724202" y="1363535"/>
                  </a:lnTo>
                  <a:lnTo>
                    <a:pt x="1723130" y="1364400"/>
                  </a:lnTo>
                  <a:lnTo>
                    <a:pt x="1722059" y="1365264"/>
                  </a:lnTo>
                  <a:lnTo>
                    <a:pt x="1720987" y="1366127"/>
                  </a:lnTo>
                  <a:lnTo>
                    <a:pt x="1719916" y="1366989"/>
                  </a:lnTo>
                  <a:lnTo>
                    <a:pt x="1718844" y="1367850"/>
                  </a:lnTo>
                  <a:lnTo>
                    <a:pt x="1717772" y="1368710"/>
                  </a:lnTo>
                  <a:lnTo>
                    <a:pt x="1716701" y="1369569"/>
                  </a:lnTo>
                  <a:lnTo>
                    <a:pt x="1715629" y="1370427"/>
                  </a:lnTo>
                  <a:lnTo>
                    <a:pt x="1714558" y="1371285"/>
                  </a:lnTo>
                  <a:lnTo>
                    <a:pt x="1713486" y="1372141"/>
                  </a:lnTo>
                  <a:lnTo>
                    <a:pt x="1712414" y="1372997"/>
                  </a:lnTo>
                  <a:lnTo>
                    <a:pt x="1711343" y="1373851"/>
                  </a:lnTo>
                  <a:lnTo>
                    <a:pt x="1710271" y="1374705"/>
                  </a:lnTo>
                  <a:lnTo>
                    <a:pt x="1709200" y="1375558"/>
                  </a:lnTo>
                  <a:lnTo>
                    <a:pt x="1708128" y="1376409"/>
                  </a:lnTo>
                  <a:lnTo>
                    <a:pt x="1707056" y="1377260"/>
                  </a:lnTo>
                  <a:lnTo>
                    <a:pt x="1705985" y="1378110"/>
                  </a:lnTo>
                  <a:lnTo>
                    <a:pt x="1704913" y="1378958"/>
                  </a:lnTo>
                  <a:lnTo>
                    <a:pt x="1703842" y="1379806"/>
                  </a:lnTo>
                  <a:lnTo>
                    <a:pt x="1702770" y="1380653"/>
                  </a:lnTo>
                  <a:lnTo>
                    <a:pt x="1701698" y="1381499"/>
                  </a:lnTo>
                  <a:lnTo>
                    <a:pt x="1700627" y="1382343"/>
                  </a:lnTo>
                  <a:lnTo>
                    <a:pt x="1699555" y="1383187"/>
                  </a:lnTo>
                  <a:lnTo>
                    <a:pt x="1698484" y="1384029"/>
                  </a:lnTo>
                  <a:lnTo>
                    <a:pt x="1697412" y="1384871"/>
                  </a:lnTo>
                  <a:lnTo>
                    <a:pt x="1696340" y="1385711"/>
                  </a:lnTo>
                  <a:lnTo>
                    <a:pt x="1695269" y="1386551"/>
                  </a:lnTo>
                  <a:lnTo>
                    <a:pt x="1694197" y="1387389"/>
                  </a:lnTo>
                  <a:lnTo>
                    <a:pt x="1693126" y="1388226"/>
                  </a:lnTo>
                  <a:lnTo>
                    <a:pt x="1692054" y="1389062"/>
                  </a:lnTo>
                  <a:lnTo>
                    <a:pt x="1690982" y="1389897"/>
                  </a:lnTo>
                  <a:lnTo>
                    <a:pt x="1689911" y="1390731"/>
                  </a:lnTo>
                  <a:lnTo>
                    <a:pt x="1688839" y="1391564"/>
                  </a:lnTo>
                  <a:lnTo>
                    <a:pt x="1687768" y="1392395"/>
                  </a:lnTo>
                  <a:lnTo>
                    <a:pt x="1686696" y="1393226"/>
                  </a:lnTo>
                  <a:lnTo>
                    <a:pt x="1685624" y="1394055"/>
                  </a:lnTo>
                  <a:lnTo>
                    <a:pt x="1684553" y="1394883"/>
                  </a:lnTo>
                  <a:lnTo>
                    <a:pt x="1683481" y="1395710"/>
                  </a:lnTo>
                  <a:lnTo>
                    <a:pt x="1682410" y="1396536"/>
                  </a:lnTo>
                  <a:lnTo>
                    <a:pt x="1681338" y="1397361"/>
                  </a:lnTo>
                  <a:lnTo>
                    <a:pt x="1680266" y="1398184"/>
                  </a:lnTo>
                  <a:lnTo>
                    <a:pt x="1679195" y="1399007"/>
                  </a:lnTo>
                  <a:lnTo>
                    <a:pt x="1678123" y="1399828"/>
                  </a:lnTo>
                  <a:lnTo>
                    <a:pt x="1677052" y="1400648"/>
                  </a:lnTo>
                  <a:lnTo>
                    <a:pt x="1675980" y="1401466"/>
                  </a:lnTo>
                  <a:lnTo>
                    <a:pt x="1674908" y="1402284"/>
                  </a:lnTo>
                  <a:lnTo>
                    <a:pt x="1673837" y="1403100"/>
                  </a:lnTo>
                  <a:lnTo>
                    <a:pt x="1672765" y="1403915"/>
                  </a:lnTo>
                  <a:lnTo>
                    <a:pt x="1671694" y="1404729"/>
                  </a:lnTo>
                  <a:lnTo>
                    <a:pt x="1670622" y="1405541"/>
                  </a:lnTo>
                  <a:lnTo>
                    <a:pt x="1669550" y="1406352"/>
                  </a:lnTo>
                  <a:lnTo>
                    <a:pt x="1668479" y="1407162"/>
                  </a:lnTo>
                  <a:lnTo>
                    <a:pt x="1667407" y="1407971"/>
                  </a:lnTo>
                  <a:lnTo>
                    <a:pt x="1666336" y="1408779"/>
                  </a:lnTo>
                  <a:lnTo>
                    <a:pt x="1665264" y="1409585"/>
                  </a:lnTo>
                  <a:lnTo>
                    <a:pt x="1664192" y="1410390"/>
                  </a:lnTo>
                  <a:lnTo>
                    <a:pt x="1663121" y="1411193"/>
                  </a:lnTo>
                  <a:lnTo>
                    <a:pt x="1662049" y="1411995"/>
                  </a:lnTo>
                  <a:lnTo>
                    <a:pt x="1660978" y="1412796"/>
                  </a:lnTo>
                  <a:lnTo>
                    <a:pt x="1659906" y="1413596"/>
                  </a:lnTo>
                  <a:lnTo>
                    <a:pt x="1658834" y="1414394"/>
                  </a:lnTo>
                  <a:lnTo>
                    <a:pt x="1657763" y="1415191"/>
                  </a:lnTo>
                  <a:lnTo>
                    <a:pt x="1656691" y="1416004"/>
                  </a:lnTo>
                  <a:lnTo>
                    <a:pt x="1655620" y="1417054"/>
                  </a:lnTo>
                  <a:lnTo>
                    <a:pt x="1654548" y="1418104"/>
                  </a:lnTo>
                  <a:lnTo>
                    <a:pt x="1653476" y="1419154"/>
                  </a:lnTo>
                  <a:lnTo>
                    <a:pt x="1652405" y="1420203"/>
                  </a:lnTo>
                  <a:lnTo>
                    <a:pt x="1651333" y="1421251"/>
                  </a:lnTo>
                  <a:lnTo>
                    <a:pt x="1650262" y="1422299"/>
                  </a:lnTo>
                  <a:lnTo>
                    <a:pt x="1649190" y="1423346"/>
                  </a:lnTo>
                  <a:lnTo>
                    <a:pt x="1648118" y="1424393"/>
                  </a:lnTo>
                  <a:lnTo>
                    <a:pt x="1647047" y="1425439"/>
                  </a:lnTo>
                  <a:lnTo>
                    <a:pt x="1645975" y="1426484"/>
                  </a:lnTo>
                  <a:lnTo>
                    <a:pt x="1644904" y="1427529"/>
                  </a:lnTo>
                  <a:lnTo>
                    <a:pt x="1643832" y="1428574"/>
                  </a:lnTo>
                  <a:lnTo>
                    <a:pt x="1642760" y="1429618"/>
                  </a:lnTo>
                  <a:lnTo>
                    <a:pt x="1641689" y="1430661"/>
                  </a:lnTo>
                  <a:lnTo>
                    <a:pt x="1640617" y="1431704"/>
                  </a:lnTo>
                  <a:lnTo>
                    <a:pt x="1639546" y="1432747"/>
                  </a:lnTo>
                  <a:lnTo>
                    <a:pt x="1638474" y="1433789"/>
                  </a:lnTo>
                  <a:lnTo>
                    <a:pt x="1637402" y="1434830"/>
                  </a:lnTo>
                  <a:lnTo>
                    <a:pt x="1636331" y="1435871"/>
                  </a:lnTo>
                  <a:lnTo>
                    <a:pt x="1635259" y="1436911"/>
                  </a:lnTo>
                  <a:lnTo>
                    <a:pt x="1634188" y="1437951"/>
                  </a:lnTo>
                  <a:lnTo>
                    <a:pt x="1633116" y="1438990"/>
                  </a:lnTo>
                  <a:lnTo>
                    <a:pt x="1632044" y="1440029"/>
                  </a:lnTo>
                  <a:lnTo>
                    <a:pt x="1630973" y="1441067"/>
                  </a:lnTo>
                  <a:lnTo>
                    <a:pt x="1629901" y="1442104"/>
                  </a:lnTo>
                  <a:lnTo>
                    <a:pt x="1628830" y="1443141"/>
                  </a:lnTo>
                  <a:lnTo>
                    <a:pt x="1627758" y="1444178"/>
                  </a:lnTo>
                  <a:lnTo>
                    <a:pt x="1626686" y="1445214"/>
                  </a:lnTo>
                  <a:lnTo>
                    <a:pt x="1625615" y="1446249"/>
                  </a:lnTo>
                  <a:lnTo>
                    <a:pt x="1624543" y="1447284"/>
                  </a:lnTo>
                  <a:lnTo>
                    <a:pt x="1623472" y="1448319"/>
                  </a:lnTo>
                  <a:lnTo>
                    <a:pt x="1622400" y="1449353"/>
                  </a:lnTo>
                  <a:lnTo>
                    <a:pt x="1621328" y="1450386"/>
                  </a:lnTo>
                  <a:lnTo>
                    <a:pt x="1620257" y="1451419"/>
                  </a:lnTo>
                  <a:lnTo>
                    <a:pt x="1619185" y="1452451"/>
                  </a:lnTo>
                  <a:lnTo>
                    <a:pt x="1618114" y="1453483"/>
                  </a:lnTo>
                  <a:lnTo>
                    <a:pt x="1617042" y="1454514"/>
                  </a:lnTo>
                  <a:lnTo>
                    <a:pt x="1615970" y="1455545"/>
                  </a:lnTo>
                  <a:lnTo>
                    <a:pt x="1614899" y="1456575"/>
                  </a:lnTo>
                  <a:lnTo>
                    <a:pt x="1613827" y="1457605"/>
                  </a:lnTo>
                  <a:lnTo>
                    <a:pt x="1612756" y="1458634"/>
                  </a:lnTo>
                  <a:lnTo>
                    <a:pt x="1611684" y="1459662"/>
                  </a:lnTo>
                  <a:lnTo>
                    <a:pt x="1610612" y="1460690"/>
                  </a:lnTo>
                  <a:lnTo>
                    <a:pt x="1609541" y="1461718"/>
                  </a:lnTo>
                  <a:lnTo>
                    <a:pt x="1608469" y="1462744"/>
                  </a:lnTo>
                  <a:lnTo>
                    <a:pt x="1607398" y="1463771"/>
                  </a:lnTo>
                  <a:lnTo>
                    <a:pt x="1606326" y="1464797"/>
                  </a:lnTo>
                  <a:lnTo>
                    <a:pt x="1605254" y="1465822"/>
                  </a:lnTo>
                  <a:lnTo>
                    <a:pt x="1604183" y="1466847"/>
                  </a:lnTo>
                  <a:lnTo>
                    <a:pt x="1603111" y="1467871"/>
                  </a:lnTo>
                  <a:lnTo>
                    <a:pt x="1602040" y="1468894"/>
                  </a:lnTo>
                  <a:lnTo>
                    <a:pt x="1600968" y="1469917"/>
                  </a:lnTo>
                  <a:lnTo>
                    <a:pt x="1599896" y="1470940"/>
                  </a:lnTo>
                  <a:lnTo>
                    <a:pt x="1598825" y="1471962"/>
                  </a:lnTo>
                  <a:lnTo>
                    <a:pt x="1597753" y="1472983"/>
                  </a:lnTo>
                  <a:lnTo>
                    <a:pt x="1596682" y="1474004"/>
                  </a:lnTo>
                  <a:lnTo>
                    <a:pt x="1595610" y="1475024"/>
                  </a:lnTo>
                  <a:lnTo>
                    <a:pt x="1594539" y="1476044"/>
                  </a:lnTo>
                  <a:lnTo>
                    <a:pt x="1593467" y="1477063"/>
                  </a:lnTo>
                  <a:lnTo>
                    <a:pt x="1592395" y="1478082"/>
                  </a:lnTo>
                  <a:lnTo>
                    <a:pt x="1591324" y="1479100"/>
                  </a:lnTo>
                  <a:lnTo>
                    <a:pt x="1590252" y="1480117"/>
                  </a:lnTo>
                  <a:lnTo>
                    <a:pt x="1589181" y="1481134"/>
                  </a:lnTo>
                  <a:lnTo>
                    <a:pt x="1588109" y="1482151"/>
                  </a:lnTo>
                  <a:lnTo>
                    <a:pt x="1587037" y="1483166"/>
                  </a:lnTo>
                  <a:lnTo>
                    <a:pt x="1585966" y="1484182"/>
                  </a:lnTo>
                  <a:lnTo>
                    <a:pt x="1584894" y="1485196"/>
                  </a:lnTo>
                  <a:lnTo>
                    <a:pt x="1583823" y="1486210"/>
                  </a:lnTo>
                  <a:lnTo>
                    <a:pt x="1582751" y="1487224"/>
                  </a:lnTo>
                  <a:lnTo>
                    <a:pt x="1581679" y="1488237"/>
                  </a:lnTo>
                  <a:lnTo>
                    <a:pt x="1580608" y="1489249"/>
                  </a:lnTo>
                  <a:lnTo>
                    <a:pt x="1579536" y="1490260"/>
                  </a:lnTo>
                  <a:lnTo>
                    <a:pt x="1578465" y="1491272"/>
                  </a:lnTo>
                  <a:lnTo>
                    <a:pt x="1577393" y="1492282"/>
                  </a:lnTo>
                  <a:lnTo>
                    <a:pt x="1576321" y="1493292"/>
                  </a:lnTo>
                  <a:lnTo>
                    <a:pt x="1575250" y="1494301"/>
                  </a:lnTo>
                  <a:lnTo>
                    <a:pt x="1574178" y="1495310"/>
                  </a:lnTo>
                  <a:lnTo>
                    <a:pt x="1573107" y="1496318"/>
                  </a:lnTo>
                  <a:lnTo>
                    <a:pt x="1572035" y="1497326"/>
                  </a:lnTo>
                  <a:lnTo>
                    <a:pt x="1570963" y="1498333"/>
                  </a:lnTo>
                  <a:lnTo>
                    <a:pt x="1569892" y="1499339"/>
                  </a:lnTo>
                  <a:lnTo>
                    <a:pt x="1568820" y="1500345"/>
                  </a:lnTo>
                  <a:lnTo>
                    <a:pt x="1567749" y="1501350"/>
                  </a:lnTo>
                  <a:lnTo>
                    <a:pt x="1566677" y="1502355"/>
                  </a:lnTo>
                  <a:lnTo>
                    <a:pt x="1565605" y="1503358"/>
                  </a:lnTo>
                  <a:lnTo>
                    <a:pt x="1564534" y="1504362"/>
                  </a:lnTo>
                  <a:lnTo>
                    <a:pt x="1563462" y="1505364"/>
                  </a:lnTo>
                  <a:lnTo>
                    <a:pt x="1562391" y="1506367"/>
                  </a:lnTo>
                  <a:lnTo>
                    <a:pt x="1561319" y="1507368"/>
                  </a:lnTo>
                  <a:lnTo>
                    <a:pt x="1560247" y="1508369"/>
                  </a:lnTo>
                  <a:lnTo>
                    <a:pt x="1559176" y="1509369"/>
                  </a:lnTo>
                  <a:lnTo>
                    <a:pt x="1558104" y="1510369"/>
                  </a:lnTo>
                  <a:lnTo>
                    <a:pt x="1557033" y="1511367"/>
                  </a:lnTo>
                  <a:lnTo>
                    <a:pt x="1555961" y="1512366"/>
                  </a:lnTo>
                  <a:lnTo>
                    <a:pt x="1554889" y="1513363"/>
                  </a:lnTo>
                  <a:lnTo>
                    <a:pt x="1553818" y="1514361"/>
                  </a:lnTo>
                  <a:lnTo>
                    <a:pt x="1552746" y="1515357"/>
                  </a:lnTo>
                  <a:lnTo>
                    <a:pt x="1551675" y="1516353"/>
                  </a:lnTo>
                  <a:lnTo>
                    <a:pt x="1550603" y="1517348"/>
                  </a:lnTo>
                  <a:lnTo>
                    <a:pt x="1549531" y="1518342"/>
                  </a:lnTo>
                  <a:lnTo>
                    <a:pt x="1548460" y="1519336"/>
                  </a:lnTo>
                  <a:lnTo>
                    <a:pt x="1547388" y="1520329"/>
                  </a:lnTo>
                  <a:lnTo>
                    <a:pt x="1546317" y="1521322"/>
                  </a:lnTo>
                  <a:lnTo>
                    <a:pt x="1545245" y="1522314"/>
                  </a:lnTo>
                  <a:lnTo>
                    <a:pt x="1544173" y="1523305"/>
                  </a:lnTo>
                  <a:lnTo>
                    <a:pt x="1543102" y="1524295"/>
                  </a:lnTo>
                  <a:lnTo>
                    <a:pt x="1542030" y="1525285"/>
                  </a:lnTo>
                  <a:lnTo>
                    <a:pt x="1540959" y="1526275"/>
                  </a:lnTo>
                  <a:lnTo>
                    <a:pt x="1539887" y="1527263"/>
                  </a:lnTo>
                  <a:lnTo>
                    <a:pt x="1538815" y="1528251"/>
                  </a:lnTo>
                  <a:lnTo>
                    <a:pt x="1537744" y="1529238"/>
                  </a:lnTo>
                  <a:lnTo>
                    <a:pt x="1536672" y="1530225"/>
                  </a:lnTo>
                  <a:lnTo>
                    <a:pt x="1535601" y="1531211"/>
                  </a:lnTo>
                  <a:lnTo>
                    <a:pt x="1534529" y="1532196"/>
                  </a:lnTo>
                  <a:lnTo>
                    <a:pt x="1533457" y="1533180"/>
                  </a:lnTo>
                  <a:lnTo>
                    <a:pt x="1532386" y="1534164"/>
                  </a:lnTo>
                  <a:lnTo>
                    <a:pt x="1531314" y="1535147"/>
                  </a:lnTo>
                  <a:lnTo>
                    <a:pt x="1530243" y="1536130"/>
                  </a:lnTo>
                  <a:lnTo>
                    <a:pt x="1529171" y="1537112"/>
                  </a:lnTo>
                  <a:lnTo>
                    <a:pt x="1528099" y="1538093"/>
                  </a:lnTo>
                  <a:lnTo>
                    <a:pt x="1527028" y="1539073"/>
                  </a:lnTo>
                  <a:lnTo>
                    <a:pt x="1525956" y="1540053"/>
                  </a:lnTo>
                  <a:lnTo>
                    <a:pt x="1524885" y="1541032"/>
                  </a:lnTo>
                  <a:lnTo>
                    <a:pt x="1523813" y="1542010"/>
                  </a:lnTo>
                  <a:lnTo>
                    <a:pt x="1522741" y="1542987"/>
                  </a:lnTo>
                  <a:lnTo>
                    <a:pt x="1521670" y="1543964"/>
                  </a:lnTo>
                  <a:lnTo>
                    <a:pt x="1520598" y="1544940"/>
                  </a:lnTo>
                  <a:lnTo>
                    <a:pt x="1519527" y="1545916"/>
                  </a:lnTo>
                  <a:lnTo>
                    <a:pt x="1518455" y="1546891"/>
                  </a:lnTo>
                  <a:lnTo>
                    <a:pt x="1517383" y="1547865"/>
                  </a:lnTo>
                  <a:lnTo>
                    <a:pt x="1516312" y="1548838"/>
                  </a:lnTo>
                  <a:lnTo>
                    <a:pt x="1515240" y="1549810"/>
                  </a:lnTo>
                  <a:lnTo>
                    <a:pt x="1514169" y="1550782"/>
                  </a:lnTo>
                  <a:lnTo>
                    <a:pt x="1513097" y="1551753"/>
                  </a:lnTo>
                  <a:lnTo>
                    <a:pt x="1512025" y="1552724"/>
                  </a:lnTo>
                  <a:lnTo>
                    <a:pt x="1510954" y="1553693"/>
                  </a:lnTo>
                  <a:lnTo>
                    <a:pt x="1509882" y="1554662"/>
                  </a:lnTo>
                  <a:lnTo>
                    <a:pt x="1508811" y="1555631"/>
                  </a:lnTo>
                  <a:lnTo>
                    <a:pt x="1507739" y="1556598"/>
                  </a:lnTo>
                  <a:lnTo>
                    <a:pt x="1506667" y="1557565"/>
                  </a:lnTo>
                  <a:lnTo>
                    <a:pt x="1505596" y="1558531"/>
                  </a:lnTo>
                  <a:lnTo>
                    <a:pt x="1504524" y="1559496"/>
                  </a:lnTo>
                  <a:lnTo>
                    <a:pt x="1503453" y="1560460"/>
                  </a:lnTo>
                  <a:lnTo>
                    <a:pt x="1502381" y="1561424"/>
                  </a:lnTo>
                  <a:lnTo>
                    <a:pt x="1501309" y="1562387"/>
                  </a:lnTo>
                  <a:lnTo>
                    <a:pt x="1500238" y="1563349"/>
                  </a:lnTo>
                  <a:lnTo>
                    <a:pt x="1499166" y="1564311"/>
                  </a:lnTo>
                  <a:lnTo>
                    <a:pt x="1498095" y="1565271"/>
                  </a:lnTo>
                  <a:lnTo>
                    <a:pt x="1497023" y="1566231"/>
                  </a:lnTo>
                  <a:lnTo>
                    <a:pt x="1495951" y="1567190"/>
                  </a:lnTo>
                  <a:lnTo>
                    <a:pt x="1494880" y="1568149"/>
                  </a:lnTo>
                  <a:lnTo>
                    <a:pt x="1493808" y="1569106"/>
                  </a:lnTo>
                  <a:lnTo>
                    <a:pt x="1492737" y="1570063"/>
                  </a:lnTo>
                  <a:lnTo>
                    <a:pt x="1491665" y="1571019"/>
                  </a:lnTo>
                  <a:lnTo>
                    <a:pt x="1490593" y="1571975"/>
                  </a:lnTo>
                  <a:lnTo>
                    <a:pt x="1489522" y="1572929"/>
                  </a:lnTo>
                  <a:lnTo>
                    <a:pt x="1488450" y="1573883"/>
                  </a:lnTo>
                  <a:lnTo>
                    <a:pt x="1487379" y="1574836"/>
                  </a:lnTo>
                  <a:lnTo>
                    <a:pt x="1486307" y="1575788"/>
                  </a:lnTo>
                  <a:lnTo>
                    <a:pt x="1485235" y="1576739"/>
                  </a:lnTo>
                  <a:lnTo>
                    <a:pt x="1484164" y="1577690"/>
                  </a:lnTo>
                  <a:lnTo>
                    <a:pt x="1483092" y="1578640"/>
                  </a:lnTo>
                  <a:lnTo>
                    <a:pt x="1482021" y="1579589"/>
                  </a:lnTo>
                  <a:lnTo>
                    <a:pt x="1480949" y="1580537"/>
                  </a:lnTo>
                  <a:lnTo>
                    <a:pt x="1479877" y="1581484"/>
                  </a:lnTo>
                  <a:lnTo>
                    <a:pt x="1478806" y="1582431"/>
                  </a:lnTo>
                  <a:lnTo>
                    <a:pt x="1477734" y="1583377"/>
                  </a:lnTo>
                  <a:lnTo>
                    <a:pt x="1476663" y="1584322"/>
                  </a:lnTo>
                  <a:lnTo>
                    <a:pt x="1475591" y="1585266"/>
                  </a:lnTo>
                  <a:lnTo>
                    <a:pt x="1474519" y="1586209"/>
                  </a:lnTo>
                  <a:lnTo>
                    <a:pt x="1473448" y="1587152"/>
                  </a:lnTo>
                  <a:lnTo>
                    <a:pt x="1472376" y="1588093"/>
                  </a:lnTo>
                  <a:lnTo>
                    <a:pt x="1471305" y="1589034"/>
                  </a:lnTo>
                  <a:lnTo>
                    <a:pt x="1470233" y="1589974"/>
                  </a:lnTo>
                  <a:lnTo>
                    <a:pt x="1469161" y="1590914"/>
                  </a:lnTo>
                  <a:lnTo>
                    <a:pt x="1468090" y="1591852"/>
                  </a:lnTo>
                  <a:lnTo>
                    <a:pt x="1467018" y="1592790"/>
                  </a:lnTo>
                  <a:lnTo>
                    <a:pt x="1465947" y="1593727"/>
                  </a:lnTo>
                  <a:lnTo>
                    <a:pt x="1464875" y="1594663"/>
                  </a:lnTo>
                  <a:lnTo>
                    <a:pt x="1463803" y="1595598"/>
                  </a:lnTo>
                  <a:lnTo>
                    <a:pt x="1462732" y="1596532"/>
                  </a:lnTo>
                  <a:lnTo>
                    <a:pt x="1461660" y="1597465"/>
                  </a:lnTo>
                  <a:lnTo>
                    <a:pt x="1460589" y="1598398"/>
                  </a:lnTo>
                  <a:lnTo>
                    <a:pt x="1459517" y="1599330"/>
                  </a:lnTo>
                  <a:lnTo>
                    <a:pt x="1458445" y="1600261"/>
                  </a:lnTo>
                  <a:lnTo>
                    <a:pt x="1457374" y="1601191"/>
                  </a:lnTo>
                  <a:lnTo>
                    <a:pt x="1456302" y="1602120"/>
                  </a:lnTo>
                  <a:lnTo>
                    <a:pt x="1455231" y="1603048"/>
                  </a:lnTo>
                  <a:lnTo>
                    <a:pt x="1454159" y="1603976"/>
                  </a:lnTo>
                  <a:lnTo>
                    <a:pt x="1453087" y="1604902"/>
                  </a:lnTo>
                  <a:lnTo>
                    <a:pt x="1452016" y="1605828"/>
                  </a:lnTo>
                  <a:lnTo>
                    <a:pt x="1450944" y="1606753"/>
                  </a:lnTo>
                  <a:lnTo>
                    <a:pt x="1449873" y="1607677"/>
                  </a:lnTo>
                  <a:lnTo>
                    <a:pt x="1448801" y="1608600"/>
                  </a:lnTo>
                  <a:lnTo>
                    <a:pt x="1447729" y="1609523"/>
                  </a:lnTo>
                  <a:lnTo>
                    <a:pt x="1446658" y="1610444"/>
                  </a:lnTo>
                  <a:lnTo>
                    <a:pt x="1445586" y="1611365"/>
                  </a:lnTo>
                  <a:lnTo>
                    <a:pt x="1444515" y="1612285"/>
                  </a:lnTo>
                  <a:lnTo>
                    <a:pt x="1443443" y="1613203"/>
                  </a:lnTo>
                  <a:lnTo>
                    <a:pt x="1442371" y="1614121"/>
                  </a:lnTo>
                  <a:lnTo>
                    <a:pt x="1441300" y="1615039"/>
                  </a:lnTo>
                  <a:lnTo>
                    <a:pt x="1440228" y="1615955"/>
                  </a:lnTo>
                  <a:lnTo>
                    <a:pt x="1439157" y="1616870"/>
                  </a:lnTo>
                  <a:lnTo>
                    <a:pt x="1438085" y="1617785"/>
                  </a:lnTo>
                  <a:lnTo>
                    <a:pt x="1437013" y="1618698"/>
                  </a:lnTo>
                  <a:lnTo>
                    <a:pt x="1435942" y="1619611"/>
                  </a:lnTo>
                  <a:lnTo>
                    <a:pt x="1434870" y="1620523"/>
                  </a:lnTo>
                  <a:lnTo>
                    <a:pt x="1433799" y="1621434"/>
                  </a:lnTo>
                  <a:lnTo>
                    <a:pt x="1432727" y="1622344"/>
                  </a:lnTo>
                  <a:lnTo>
                    <a:pt x="1431655" y="1623253"/>
                  </a:lnTo>
                  <a:lnTo>
                    <a:pt x="1430584" y="1624161"/>
                  </a:lnTo>
                  <a:lnTo>
                    <a:pt x="1429512" y="1625068"/>
                  </a:lnTo>
                  <a:lnTo>
                    <a:pt x="1428441" y="1625975"/>
                  </a:lnTo>
                  <a:lnTo>
                    <a:pt x="1427369" y="1626880"/>
                  </a:lnTo>
                  <a:lnTo>
                    <a:pt x="1426297" y="1627785"/>
                  </a:lnTo>
                  <a:lnTo>
                    <a:pt x="1425226" y="1628688"/>
                  </a:lnTo>
                  <a:lnTo>
                    <a:pt x="1424154" y="1629591"/>
                  </a:lnTo>
                  <a:lnTo>
                    <a:pt x="1423083" y="1630493"/>
                  </a:lnTo>
                  <a:lnTo>
                    <a:pt x="1422011" y="1631394"/>
                  </a:lnTo>
                  <a:lnTo>
                    <a:pt x="1420939" y="1632294"/>
                  </a:lnTo>
                  <a:lnTo>
                    <a:pt x="1419868" y="1633193"/>
                  </a:lnTo>
                  <a:lnTo>
                    <a:pt x="1418796" y="1634091"/>
                  </a:lnTo>
                  <a:lnTo>
                    <a:pt x="1417725" y="1634989"/>
                  </a:lnTo>
                  <a:lnTo>
                    <a:pt x="1416653" y="1635885"/>
                  </a:lnTo>
                  <a:lnTo>
                    <a:pt x="1415582" y="1636780"/>
                  </a:lnTo>
                  <a:lnTo>
                    <a:pt x="1414510" y="1637675"/>
                  </a:lnTo>
                  <a:lnTo>
                    <a:pt x="1413438" y="1638568"/>
                  </a:lnTo>
                  <a:lnTo>
                    <a:pt x="1412367" y="1639461"/>
                  </a:lnTo>
                  <a:lnTo>
                    <a:pt x="1411295" y="1640353"/>
                  </a:lnTo>
                  <a:lnTo>
                    <a:pt x="1410224" y="1641244"/>
                  </a:lnTo>
                  <a:lnTo>
                    <a:pt x="1409152" y="1642133"/>
                  </a:lnTo>
                  <a:lnTo>
                    <a:pt x="1408080" y="1643022"/>
                  </a:lnTo>
                  <a:lnTo>
                    <a:pt x="1407009" y="1643910"/>
                  </a:lnTo>
                  <a:lnTo>
                    <a:pt x="1405937" y="1644797"/>
                  </a:lnTo>
                  <a:lnTo>
                    <a:pt x="1404866" y="1645683"/>
                  </a:lnTo>
                  <a:lnTo>
                    <a:pt x="1403794" y="1646568"/>
                  </a:lnTo>
                  <a:lnTo>
                    <a:pt x="1402722" y="1647453"/>
                  </a:lnTo>
                  <a:lnTo>
                    <a:pt x="1401651" y="1648336"/>
                  </a:lnTo>
                  <a:lnTo>
                    <a:pt x="1400579" y="1649218"/>
                  </a:lnTo>
                  <a:lnTo>
                    <a:pt x="1399508" y="1650100"/>
                  </a:lnTo>
                  <a:lnTo>
                    <a:pt x="1398436" y="1650980"/>
                  </a:lnTo>
                  <a:lnTo>
                    <a:pt x="1397364" y="1651859"/>
                  </a:lnTo>
                  <a:lnTo>
                    <a:pt x="1396293" y="1652738"/>
                  </a:lnTo>
                  <a:lnTo>
                    <a:pt x="1395221" y="1653615"/>
                  </a:lnTo>
                  <a:lnTo>
                    <a:pt x="1394150" y="1654492"/>
                  </a:lnTo>
                  <a:lnTo>
                    <a:pt x="1393078" y="1655368"/>
                  </a:lnTo>
                  <a:lnTo>
                    <a:pt x="1392006" y="1656242"/>
                  </a:lnTo>
                  <a:lnTo>
                    <a:pt x="1390935" y="1657116"/>
                  </a:lnTo>
                  <a:lnTo>
                    <a:pt x="1389863" y="1657989"/>
                  </a:lnTo>
                  <a:lnTo>
                    <a:pt x="1388792" y="1658860"/>
                  </a:lnTo>
                  <a:lnTo>
                    <a:pt x="1387720" y="1659731"/>
                  </a:lnTo>
                  <a:lnTo>
                    <a:pt x="1386648" y="1660601"/>
                  </a:lnTo>
                  <a:lnTo>
                    <a:pt x="1385577" y="1661470"/>
                  </a:lnTo>
                  <a:lnTo>
                    <a:pt x="1384505" y="1662338"/>
                  </a:lnTo>
                  <a:lnTo>
                    <a:pt x="1383434" y="1663205"/>
                  </a:lnTo>
                  <a:lnTo>
                    <a:pt x="1382362" y="1664070"/>
                  </a:lnTo>
                  <a:lnTo>
                    <a:pt x="1381290" y="1664935"/>
                  </a:lnTo>
                  <a:lnTo>
                    <a:pt x="1380219" y="1665799"/>
                  </a:lnTo>
                  <a:lnTo>
                    <a:pt x="1379147" y="1666662"/>
                  </a:lnTo>
                  <a:lnTo>
                    <a:pt x="1378076" y="1667524"/>
                  </a:lnTo>
                  <a:lnTo>
                    <a:pt x="1377004" y="1668385"/>
                  </a:lnTo>
                  <a:lnTo>
                    <a:pt x="1375932" y="1669245"/>
                  </a:lnTo>
                  <a:lnTo>
                    <a:pt x="1374861" y="1670104"/>
                  </a:lnTo>
                  <a:lnTo>
                    <a:pt x="1373789" y="1670962"/>
                  </a:lnTo>
                  <a:lnTo>
                    <a:pt x="1372718" y="1671819"/>
                  </a:lnTo>
                  <a:lnTo>
                    <a:pt x="1371646" y="1672675"/>
                  </a:lnTo>
                  <a:lnTo>
                    <a:pt x="1370574" y="1673531"/>
                  </a:lnTo>
                  <a:lnTo>
                    <a:pt x="1369503" y="1674385"/>
                  </a:lnTo>
                  <a:lnTo>
                    <a:pt x="1368431" y="1675238"/>
                  </a:lnTo>
                  <a:lnTo>
                    <a:pt x="1367360" y="1676090"/>
                  </a:lnTo>
                  <a:lnTo>
                    <a:pt x="1366288" y="1676941"/>
                  </a:lnTo>
                  <a:lnTo>
                    <a:pt x="1365216" y="1677791"/>
                  </a:lnTo>
                  <a:lnTo>
                    <a:pt x="1364145" y="1678640"/>
                  </a:lnTo>
                  <a:lnTo>
                    <a:pt x="1363073" y="1679488"/>
                  </a:lnTo>
                  <a:lnTo>
                    <a:pt x="1362002" y="1680335"/>
                  </a:lnTo>
                  <a:lnTo>
                    <a:pt x="1360930" y="1681181"/>
                  </a:lnTo>
                  <a:lnTo>
                    <a:pt x="1359858" y="1682026"/>
                  </a:lnTo>
                  <a:lnTo>
                    <a:pt x="1358787" y="1682870"/>
                  </a:lnTo>
                  <a:lnTo>
                    <a:pt x="1357715" y="1683714"/>
                  </a:lnTo>
                  <a:lnTo>
                    <a:pt x="1356644" y="1684556"/>
                  </a:lnTo>
                  <a:lnTo>
                    <a:pt x="1355572" y="1685397"/>
                  </a:lnTo>
                  <a:lnTo>
                    <a:pt x="1354500" y="1686237"/>
                  </a:lnTo>
                  <a:lnTo>
                    <a:pt x="1353429" y="1687076"/>
                  </a:lnTo>
                  <a:lnTo>
                    <a:pt x="1352357" y="1687914"/>
                  </a:lnTo>
                  <a:lnTo>
                    <a:pt x="1351286" y="1688751"/>
                  </a:lnTo>
                  <a:lnTo>
                    <a:pt x="1350214" y="1689587"/>
                  </a:lnTo>
                  <a:lnTo>
                    <a:pt x="1349142" y="1690422"/>
                  </a:lnTo>
                  <a:lnTo>
                    <a:pt x="1348071" y="1691255"/>
                  </a:lnTo>
                  <a:lnTo>
                    <a:pt x="1346999" y="1692088"/>
                  </a:lnTo>
                  <a:lnTo>
                    <a:pt x="1345928" y="1692920"/>
                  </a:lnTo>
                  <a:lnTo>
                    <a:pt x="1344856" y="1693751"/>
                  </a:lnTo>
                  <a:lnTo>
                    <a:pt x="1343784" y="1694581"/>
                  </a:lnTo>
                  <a:lnTo>
                    <a:pt x="1342713" y="1695410"/>
                  </a:lnTo>
                  <a:lnTo>
                    <a:pt x="1341641" y="1696238"/>
                  </a:lnTo>
                  <a:lnTo>
                    <a:pt x="1340570" y="1697064"/>
                  </a:lnTo>
                  <a:lnTo>
                    <a:pt x="1339498" y="1697890"/>
                  </a:lnTo>
                  <a:lnTo>
                    <a:pt x="1338426" y="1698715"/>
                  </a:lnTo>
                  <a:lnTo>
                    <a:pt x="1337355" y="1699538"/>
                  </a:lnTo>
                  <a:lnTo>
                    <a:pt x="1336283" y="1700361"/>
                  </a:lnTo>
                  <a:lnTo>
                    <a:pt x="1335212" y="1701183"/>
                  </a:lnTo>
                  <a:lnTo>
                    <a:pt x="1334140" y="1702003"/>
                  </a:lnTo>
                  <a:lnTo>
                    <a:pt x="1333068" y="1702823"/>
                  </a:lnTo>
                  <a:lnTo>
                    <a:pt x="1331997" y="1703641"/>
                  </a:lnTo>
                  <a:lnTo>
                    <a:pt x="1330925" y="1704459"/>
                  </a:lnTo>
                  <a:lnTo>
                    <a:pt x="1329854" y="1705275"/>
                  </a:lnTo>
                  <a:lnTo>
                    <a:pt x="1328782" y="1706091"/>
                  </a:lnTo>
                  <a:lnTo>
                    <a:pt x="1327710" y="1706905"/>
                  </a:lnTo>
                  <a:lnTo>
                    <a:pt x="1326639" y="1707718"/>
                  </a:lnTo>
                  <a:lnTo>
                    <a:pt x="1325567" y="1708530"/>
                  </a:lnTo>
                  <a:lnTo>
                    <a:pt x="1324496" y="1709342"/>
                  </a:lnTo>
                  <a:lnTo>
                    <a:pt x="1323424" y="1710152"/>
                  </a:lnTo>
                  <a:lnTo>
                    <a:pt x="1322352" y="1710961"/>
                  </a:lnTo>
                  <a:lnTo>
                    <a:pt x="1321281" y="1711769"/>
                  </a:lnTo>
                  <a:lnTo>
                    <a:pt x="1320209" y="1712576"/>
                  </a:lnTo>
                  <a:lnTo>
                    <a:pt x="1319138" y="1713382"/>
                  </a:lnTo>
                  <a:lnTo>
                    <a:pt x="1318066" y="1714187"/>
                  </a:lnTo>
                  <a:lnTo>
                    <a:pt x="1316994" y="1714991"/>
                  </a:lnTo>
                  <a:lnTo>
                    <a:pt x="1315923" y="1715794"/>
                  </a:lnTo>
                  <a:lnTo>
                    <a:pt x="1314851" y="1716596"/>
                  </a:lnTo>
                  <a:lnTo>
                    <a:pt x="1313780" y="1717396"/>
                  </a:lnTo>
                  <a:lnTo>
                    <a:pt x="1312708" y="1718196"/>
                  </a:lnTo>
                  <a:lnTo>
                    <a:pt x="1311636" y="1718995"/>
                  </a:lnTo>
                  <a:lnTo>
                    <a:pt x="1310565" y="1719792"/>
                  </a:lnTo>
                  <a:lnTo>
                    <a:pt x="1309493" y="1720589"/>
                  </a:lnTo>
                  <a:lnTo>
                    <a:pt x="1308422" y="1721384"/>
                  </a:lnTo>
                  <a:lnTo>
                    <a:pt x="1307350" y="1722179"/>
                  </a:lnTo>
                  <a:lnTo>
                    <a:pt x="1306278" y="1722972"/>
                  </a:lnTo>
                  <a:lnTo>
                    <a:pt x="1305207" y="1723764"/>
                  </a:lnTo>
                  <a:lnTo>
                    <a:pt x="1304135" y="1724555"/>
                  </a:lnTo>
                  <a:lnTo>
                    <a:pt x="1303064" y="1725346"/>
                  </a:lnTo>
                  <a:lnTo>
                    <a:pt x="1301992" y="1726135"/>
                  </a:lnTo>
                  <a:lnTo>
                    <a:pt x="1300920" y="1726923"/>
                  </a:lnTo>
                  <a:lnTo>
                    <a:pt x="1299849" y="1727710"/>
                  </a:lnTo>
                  <a:lnTo>
                    <a:pt x="1298777" y="1728496"/>
                  </a:lnTo>
                  <a:lnTo>
                    <a:pt x="1297706" y="1729280"/>
                  </a:lnTo>
                  <a:lnTo>
                    <a:pt x="1296634" y="1730064"/>
                  </a:lnTo>
                  <a:lnTo>
                    <a:pt x="1295562" y="1730847"/>
                  </a:lnTo>
                  <a:lnTo>
                    <a:pt x="1294491" y="1731629"/>
                  </a:lnTo>
                  <a:lnTo>
                    <a:pt x="1293419" y="1732409"/>
                  </a:lnTo>
                  <a:lnTo>
                    <a:pt x="1292348" y="1733189"/>
                  </a:lnTo>
                  <a:lnTo>
                    <a:pt x="1291276" y="1733967"/>
                  </a:lnTo>
                  <a:lnTo>
                    <a:pt x="1290204" y="1734745"/>
                  </a:lnTo>
                  <a:lnTo>
                    <a:pt x="1289133" y="1735521"/>
                  </a:lnTo>
                  <a:lnTo>
                    <a:pt x="1288061" y="1736296"/>
                  </a:lnTo>
                  <a:lnTo>
                    <a:pt x="1286990" y="1737070"/>
                  </a:lnTo>
                  <a:lnTo>
                    <a:pt x="1285918" y="1737843"/>
                  </a:lnTo>
                  <a:lnTo>
                    <a:pt x="1284846" y="1738615"/>
                  </a:lnTo>
                  <a:lnTo>
                    <a:pt x="1283775" y="1739386"/>
                  </a:lnTo>
                  <a:lnTo>
                    <a:pt x="1282703" y="1740156"/>
                  </a:lnTo>
                  <a:lnTo>
                    <a:pt x="1281632" y="1740925"/>
                  </a:lnTo>
                  <a:lnTo>
                    <a:pt x="1280560" y="1741693"/>
                  </a:lnTo>
                  <a:lnTo>
                    <a:pt x="1279488" y="1742460"/>
                  </a:lnTo>
                  <a:lnTo>
                    <a:pt x="1278417" y="1743225"/>
                  </a:lnTo>
                  <a:lnTo>
                    <a:pt x="1277345" y="1743990"/>
                  </a:lnTo>
                  <a:lnTo>
                    <a:pt x="1276274" y="1744753"/>
                  </a:lnTo>
                  <a:lnTo>
                    <a:pt x="1275202" y="1745515"/>
                  </a:lnTo>
                  <a:lnTo>
                    <a:pt x="1274130" y="1746277"/>
                  </a:lnTo>
                  <a:lnTo>
                    <a:pt x="1273059" y="1747037"/>
                  </a:lnTo>
                  <a:lnTo>
                    <a:pt x="1271987" y="1747796"/>
                  </a:lnTo>
                  <a:lnTo>
                    <a:pt x="1270916" y="1748554"/>
                  </a:lnTo>
                  <a:lnTo>
                    <a:pt x="1269844" y="1749311"/>
                  </a:lnTo>
                  <a:lnTo>
                    <a:pt x="1268772" y="1750067"/>
                  </a:lnTo>
                  <a:lnTo>
                    <a:pt x="1267701" y="1750822"/>
                  </a:lnTo>
                  <a:lnTo>
                    <a:pt x="1266629" y="1751575"/>
                  </a:lnTo>
                  <a:lnTo>
                    <a:pt x="1265558" y="1752328"/>
                  </a:lnTo>
                  <a:lnTo>
                    <a:pt x="1264486" y="1753080"/>
                  </a:lnTo>
                  <a:lnTo>
                    <a:pt x="1263414" y="1753830"/>
                  </a:lnTo>
                  <a:lnTo>
                    <a:pt x="1262343" y="1754580"/>
                  </a:lnTo>
                  <a:lnTo>
                    <a:pt x="1261271" y="1755328"/>
                  </a:lnTo>
                  <a:lnTo>
                    <a:pt x="1260200" y="1756075"/>
                  </a:lnTo>
                  <a:lnTo>
                    <a:pt x="1259128" y="1756821"/>
                  </a:lnTo>
                  <a:lnTo>
                    <a:pt x="1258056" y="1757566"/>
                  </a:lnTo>
                  <a:lnTo>
                    <a:pt x="1256985" y="1758310"/>
                  </a:lnTo>
                  <a:lnTo>
                    <a:pt x="1255913" y="1759053"/>
                  </a:lnTo>
                  <a:lnTo>
                    <a:pt x="1254842" y="1759795"/>
                  </a:lnTo>
                  <a:lnTo>
                    <a:pt x="1253770" y="1760536"/>
                  </a:lnTo>
                  <a:lnTo>
                    <a:pt x="1252698" y="1761275"/>
                  </a:lnTo>
                  <a:lnTo>
                    <a:pt x="1251627" y="1762014"/>
                  </a:lnTo>
                  <a:lnTo>
                    <a:pt x="1250555" y="1762751"/>
                  </a:lnTo>
                  <a:lnTo>
                    <a:pt x="1249484" y="1763488"/>
                  </a:lnTo>
                  <a:lnTo>
                    <a:pt x="1248412" y="1764223"/>
                  </a:lnTo>
                  <a:lnTo>
                    <a:pt x="1247340" y="1764957"/>
                  </a:lnTo>
                  <a:lnTo>
                    <a:pt x="1246269" y="1765690"/>
                  </a:lnTo>
                  <a:lnTo>
                    <a:pt x="1245197" y="1766423"/>
                  </a:lnTo>
                  <a:lnTo>
                    <a:pt x="1244126" y="1767153"/>
                  </a:lnTo>
                  <a:lnTo>
                    <a:pt x="1243054" y="1767883"/>
                  </a:lnTo>
                  <a:lnTo>
                    <a:pt x="1241983" y="1768612"/>
                  </a:lnTo>
                  <a:lnTo>
                    <a:pt x="1240911" y="1769340"/>
                  </a:lnTo>
                  <a:lnTo>
                    <a:pt x="1239839" y="1770066"/>
                  </a:lnTo>
                  <a:lnTo>
                    <a:pt x="1238768" y="1770792"/>
                  </a:lnTo>
                  <a:lnTo>
                    <a:pt x="1237696" y="1771516"/>
                  </a:lnTo>
                  <a:lnTo>
                    <a:pt x="1236625" y="1772240"/>
                  </a:lnTo>
                  <a:lnTo>
                    <a:pt x="1235553" y="1772962"/>
                  </a:lnTo>
                  <a:lnTo>
                    <a:pt x="1234481" y="1773683"/>
                  </a:lnTo>
                  <a:lnTo>
                    <a:pt x="1233410" y="1774403"/>
                  </a:lnTo>
                  <a:lnTo>
                    <a:pt x="1232338" y="1775122"/>
                  </a:lnTo>
                  <a:lnTo>
                    <a:pt x="1231267" y="1775840"/>
                  </a:lnTo>
                  <a:lnTo>
                    <a:pt x="1230195" y="1776557"/>
                  </a:lnTo>
                  <a:lnTo>
                    <a:pt x="1229123" y="1777273"/>
                  </a:lnTo>
                  <a:lnTo>
                    <a:pt x="1228052" y="1777987"/>
                  </a:lnTo>
                  <a:lnTo>
                    <a:pt x="1226980" y="1778701"/>
                  </a:lnTo>
                  <a:lnTo>
                    <a:pt x="1225909" y="1779413"/>
                  </a:lnTo>
                  <a:lnTo>
                    <a:pt x="1224837" y="1780125"/>
                  </a:lnTo>
                  <a:lnTo>
                    <a:pt x="1223765" y="1780835"/>
                  </a:lnTo>
                  <a:lnTo>
                    <a:pt x="1222694" y="1781544"/>
                  </a:lnTo>
                  <a:lnTo>
                    <a:pt x="1221622" y="1782252"/>
                  </a:lnTo>
                  <a:lnTo>
                    <a:pt x="1220551" y="1782959"/>
                  </a:lnTo>
                  <a:lnTo>
                    <a:pt x="1219479" y="1783665"/>
                  </a:lnTo>
                  <a:lnTo>
                    <a:pt x="1218407" y="1784370"/>
                  </a:lnTo>
                  <a:lnTo>
                    <a:pt x="1217336" y="1785074"/>
                  </a:lnTo>
                  <a:lnTo>
                    <a:pt x="1216264" y="1785776"/>
                  </a:lnTo>
                  <a:lnTo>
                    <a:pt x="1215193" y="1786478"/>
                  </a:lnTo>
                  <a:lnTo>
                    <a:pt x="1214121" y="1787178"/>
                  </a:lnTo>
                  <a:lnTo>
                    <a:pt x="1213049" y="1787878"/>
                  </a:lnTo>
                  <a:lnTo>
                    <a:pt x="1211978" y="1788576"/>
                  </a:lnTo>
                  <a:lnTo>
                    <a:pt x="1210906" y="1789273"/>
                  </a:lnTo>
                  <a:lnTo>
                    <a:pt x="1209835" y="1789969"/>
                  </a:lnTo>
                  <a:lnTo>
                    <a:pt x="1208763" y="1790664"/>
                  </a:lnTo>
                  <a:lnTo>
                    <a:pt x="1207691" y="1791358"/>
                  </a:lnTo>
                  <a:lnTo>
                    <a:pt x="1206620" y="1792051"/>
                  </a:lnTo>
                  <a:lnTo>
                    <a:pt x="1205548" y="1792743"/>
                  </a:lnTo>
                  <a:lnTo>
                    <a:pt x="1204477" y="1793433"/>
                  </a:lnTo>
                  <a:lnTo>
                    <a:pt x="1203405" y="1794123"/>
                  </a:lnTo>
                  <a:lnTo>
                    <a:pt x="1202333" y="1794811"/>
                  </a:lnTo>
                  <a:lnTo>
                    <a:pt x="1201262" y="1795499"/>
                  </a:lnTo>
                  <a:lnTo>
                    <a:pt x="1200190" y="1796185"/>
                  </a:lnTo>
                  <a:lnTo>
                    <a:pt x="1199119" y="1796870"/>
                  </a:lnTo>
                  <a:lnTo>
                    <a:pt x="1198047" y="1797555"/>
                  </a:lnTo>
                  <a:lnTo>
                    <a:pt x="1196975" y="1798238"/>
                  </a:lnTo>
                  <a:lnTo>
                    <a:pt x="1195904" y="1798920"/>
                  </a:lnTo>
                  <a:lnTo>
                    <a:pt x="1194832" y="1799600"/>
                  </a:lnTo>
                  <a:lnTo>
                    <a:pt x="1193761" y="1800280"/>
                  </a:lnTo>
                  <a:lnTo>
                    <a:pt x="1192689" y="1800959"/>
                  </a:lnTo>
                  <a:lnTo>
                    <a:pt x="1191617" y="1801637"/>
                  </a:lnTo>
                  <a:lnTo>
                    <a:pt x="1190546" y="1802313"/>
                  </a:lnTo>
                  <a:lnTo>
                    <a:pt x="1189474" y="1802989"/>
                  </a:lnTo>
                  <a:lnTo>
                    <a:pt x="1188403" y="1803663"/>
                  </a:lnTo>
                  <a:lnTo>
                    <a:pt x="1187331" y="1804336"/>
                  </a:lnTo>
                  <a:lnTo>
                    <a:pt x="1186259" y="1805008"/>
                  </a:lnTo>
                  <a:lnTo>
                    <a:pt x="1185188" y="1805680"/>
                  </a:lnTo>
                  <a:lnTo>
                    <a:pt x="1184116" y="1806350"/>
                  </a:lnTo>
                  <a:lnTo>
                    <a:pt x="1183045" y="1807019"/>
                  </a:lnTo>
                  <a:lnTo>
                    <a:pt x="1181973" y="1807686"/>
                  </a:lnTo>
                  <a:lnTo>
                    <a:pt x="1180901" y="1808353"/>
                  </a:lnTo>
                  <a:lnTo>
                    <a:pt x="1179830" y="1809019"/>
                  </a:lnTo>
                  <a:lnTo>
                    <a:pt x="1178758" y="1809684"/>
                  </a:lnTo>
                  <a:lnTo>
                    <a:pt x="1177687" y="1810347"/>
                  </a:lnTo>
                  <a:lnTo>
                    <a:pt x="1176615" y="1811010"/>
                  </a:lnTo>
                  <a:lnTo>
                    <a:pt x="1175543" y="1811671"/>
                  </a:lnTo>
                  <a:lnTo>
                    <a:pt x="1174472" y="1812331"/>
                  </a:lnTo>
                  <a:lnTo>
                    <a:pt x="1173400" y="1812991"/>
                  </a:lnTo>
                  <a:lnTo>
                    <a:pt x="1172329" y="1813649"/>
                  </a:lnTo>
                  <a:lnTo>
                    <a:pt x="1171257" y="1814306"/>
                  </a:lnTo>
                  <a:lnTo>
                    <a:pt x="1170185" y="1814962"/>
                  </a:lnTo>
                  <a:lnTo>
                    <a:pt x="1169114" y="1815617"/>
                  </a:lnTo>
                  <a:lnTo>
                    <a:pt x="1168042" y="1816271"/>
                  </a:lnTo>
                  <a:lnTo>
                    <a:pt x="1166971" y="1816923"/>
                  </a:lnTo>
                  <a:lnTo>
                    <a:pt x="1165899" y="1817575"/>
                  </a:lnTo>
                  <a:lnTo>
                    <a:pt x="1164827" y="1818226"/>
                  </a:lnTo>
                  <a:lnTo>
                    <a:pt x="1163756" y="1818875"/>
                  </a:lnTo>
                  <a:lnTo>
                    <a:pt x="1162684" y="1819524"/>
                  </a:lnTo>
                  <a:lnTo>
                    <a:pt x="1161613" y="1820171"/>
                  </a:lnTo>
                  <a:lnTo>
                    <a:pt x="1160541" y="1820817"/>
                  </a:lnTo>
                  <a:lnTo>
                    <a:pt x="1159469" y="1821463"/>
                  </a:lnTo>
                  <a:lnTo>
                    <a:pt x="1158398" y="1822107"/>
                  </a:lnTo>
                  <a:lnTo>
                    <a:pt x="1157326" y="1822750"/>
                  </a:lnTo>
                  <a:lnTo>
                    <a:pt x="1156255" y="1823392"/>
                  </a:lnTo>
                  <a:lnTo>
                    <a:pt x="1155183" y="1824033"/>
                  </a:lnTo>
                  <a:lnTo>
                    <a:pt x="1154111" y="1824673"/>
                  </a:lnTo>
                  <a:lnTo>
                    <a:pt x="1153040" y="1825312"/>
                  </a:lnTo>
                  <a:lnTo>
                    <a:pt x="1151968" y="1825950"/>
                  </a:lnTo>
                  <a:lnTo>
                    <a:pt x="1150897" y="1826586"/>
                  </a:lnTo>
                  <a:lnTo>
                    <a:pt x="1149825" y="1827222"/>
                  </a:lnTo>
                  <a:lnTo>
                    <a:pt x="1148753" y="1827857"/>
                  </a:lnTo>
                  <a:lnTo>
                    <a:pt x="1147682" y="1828490"/>
                  </a:lnTo>
                  <a:lnTo>
                    <a:pt x="1146610" y="1829123"/>
                  </a:lnTo>
                  <a:lnTo>
                    <a:pt x="1145539" y="1829754"/>
                  </a:lnTo>
                  <a:lnTo>
                    <a:pt x="1144467" y="1830384"/>
                  </a:lnTo>
                  <a:lnTo>
                    <a:pt x="1143395" y="1831014"/>
                  </a:lnTo>
                  <a:lnTo>
                    <a:pt x="1142324" y="1831642"/>
                  </a:lnTo>
                  <a:lnTo>
                    <a:pt x="1141252" y="1832269"/>
                  </a:lnTo>
                  <a:lnTo>
                    <a:pt x="1140181" y="1832895"/>
                  </a:lnTo>
                  <a:lnTo>
                    <a:pt x="1139109" y="1833520"/>
                  </a:lnTo>
                  <a:lnTo>
                    <a:pt x="1138037" y="1834144"/>
                  </a:lnTo>
                  <a:lnTo>
                    <a:pt x="1136966" y="1834767"/>
                  </a:lnTo>
                  <a:lnTo>
                    <a:pt x="1135894" y="1835389"/>
                  </a:lnTo>
                  <a:lnTo>
                    <a:pt x="1134823" y="1836010"/>
                  </a:lnTo>
                  <a:lnTo>
                    <a:pt x="1133751" y="1836630"/>
                  </a:lnTo>
                  <a:lnTo>
                    <a:pt x="1132679" y="1837249"/>
                  </a:lnTo>
                  <a:lnTo>
                    <a:pt x="1131608" y="1837867"/>
                  </a:lnTo>
                  <a:lnTo>
                    <a:pt x="1130536" y="1838484"/>
                  </a:lnTo>
                  <a:lnTo>
                    <a:pt x="1129465" y="1839100"/>
                  </a:lnTo>
                  <a:lnTo>
                    <a:pt x="1128393" y="1839715"/>
                  </a:lnTo>
                  <a:lnTo>
                    <a:pt x="1127321" y="1840329"/>
                  </a:lnTo>
                  <a:lnTo>
                    <a:pt x="1126250" y="1840942"/>
                  </a:lnTo>
                  <a:lnTo>
                    <a:pt x="1125178" y="1841554"/>
                  </a:lnTo>
                  <a:lnTo>
                    <a:pt x="1124107" y="1842164"/>
                  </a:lnTo>
                  <a:lnTo>
                    <a:pt x="1123035" y="1842774"/>
                  </a:lnTo>
                  <a:lnTo>
                    <a:pt x="1121963" y="1843383"/>
                  </a:lnTo>
                  <a:lnTo>
                    <a:pt x="1120892" y="1843991"/>
                  </a:lnTo>
                  <a:lnTo>
                    <a:pt x="1119820" y="1844598"/>
                  </a:lnTo>
                  <a:lnTo>
                    <a:pt x="1118749" y="1845204"/>
                  </a:lnTo>
                  <a:lnTo>
                    <a:pt x="1117677" y="1845809"/>
                  </a:lnTo>
                  <a:lnTo>
                    <a:pt x="1116605" y="1846413"/>
                  </a:lnTo>
                  <a:lnTo>
                    <a:pt x="1115534" y="1847017"/>
                  </a:lnTo>
                  <a:lnTo>
                    <a:pt x="1114462" y="1847619"/>
                  </a:lnTo>
                  <a:lnTo>
                    <a:pt x="1113391" y="1848220"/>
                  </a:lnTo>
                  <a:lnTo>
                    <a:pt x="1112319" y="1848820"/>
                  </a:lnTo>
                  <a:lnTo>
                    <a:pt x="1111247" y="1849420"/>
                  </a:lnTo>
                  <a:lnTo>
                    <a:pt x="1110176" y="1850018"/>
                  </a:lnTo>
                  <a:lnTo>
                    <a:pt x="1109104" y="1850615"/>
                  </a:lnTo>
                  <a:lnTo>
                    <a:pt x="1108033" y="1851212"/>
                  </a:lnTo>
                  <a:lnTo>
                    <a:pt x="1106961" y="1851808"/>
                  </a:lnTo>
                  <a:lnTo>
                    <a:pt x="1105889" y="1852402"/>
                  </a:lnTo>
                  <a:lnTo>
                    <a:pt x="1104818" y="1852996"/>
                  </a:lnTo>
                  <a:lnTo>
                    <a:pt x="1103746" y="1853589"/>
                  </a:lnTo>
                  <a:lnTo>
                    <a:pt x="1102675" y="1854181"/>
                  </a:lnTo>
                  <a:lnTo>
                    <a:pt x="1101603" y="1854772"/>
                  </a:lnTo>
                  <a:lnTo>
                    <a:pt x="1100531" y="1855362"/>
                  </a:lnTo>
                  <a:lnTo>
                    <a:pt x="1099460" y="1855951"/>
                  </a:lnTo>
                  <a:lnTo>
                    <a:pt x="1098388" y="1856539"/>
                  </a:lnTo>
                  <a:lnTo>
                    <a:pt x="1097317" y="1857127"/>
                  </a:lnTo>
                  <a:lnTo>
                    <a:pt x="1096245" y="1857713"/>
                  </a:lnTo>
                  <a:lnTo>
                    <a:pt x="1095173" y="1858299"/>
                  </a:lnTo>
                  <a:lnTo>
                    <a:pt x="1094102" y="1858883"/>
                  </a:lnTo>
                  <a:lnTo>
                    <a:pt x="1093030" y="1859467"/>
                  </a:lnTo>
                  <a:lnTo>
                    <a:pt x="1091959" y="1860050"/>
                  </a:lnTo>
                  <a:lnTo>
                    <a:pt x="1090887" y="1860632"/>
                  </a:lnTo>
                  <a:lnTo>
                    <a:pt x="1089815" y="1861214"/>
                  </a:lnTo>
                  <a:lnTo>
                    <a:pt x="1088744" y="1861794"/>
                  </a:lnTo>
                  <a:lnTo>
                    <a:pt x="1087672" y="1862373"/>
                  </a:lnTo>
                  <a:lnTo>
                    <a:pt x="1086601" y="1862952"/>
                  </a:lnTo>
                  <a:lnTo>
                    <a:pt x="1085529" y="1863530"/>
                  </a:lnTo>
                  <a:lnTo>
                    <a:pt x="1084457" y="1864107"/>
                  </a:lnTo>
                  <a:lnTo>
                    <a:pt x="1083386" y="1864683"/>
                  </a:lnTo>
                  <a:lnTo>
                    <a:pt x="1082314" y="1865258"/>
                  </a:lnTo>
                  <a:lnTo>
                    <a:pt x="1081243" y="1865832"/>
                  </a:lnTo>
                  <a:lnTo>
                    <a:pt x="1080171" y="1866406"/>
                  </a:lnTo>
                  <a:lnTo>
                    <a:pt x="1079099" y="1866979"/>
                  </a:lnTo>
                  <a:lnTo>
                    <a:pt x="1078028" y="1867550"/>
                  </a:lnTo>
                  <a:lnTo>
                    <a:pt x="1076956" y="1868121"/>
                  </a:lnTo>
                  <a:lnTo>
                    <a:pt x="1075885" y="1868692"/>
                  </a:lnTo>
                  <a:lnTo>
                    <a:pt x="1074813" y="1869261"/>
                  </a:lnTo>
                  <a:lnTo>
                    <a:pt x="1073741" y="1869830"/>
                  </a:lnTo>
                  <a:lnTo>
                    <a:pt x="1072670" y="1870397"/>
                  </a:lnTo>
                  <a:lnTo>
                    <a:pt x="1071598" y="1870964"/>
                  </a:lnTo>
                  <a:lnTo>
                    <a:pt x="1070527" y="1871530"/>
                  </a:lnTo>
                  <a:lnTo>
                    <a:pt x="1069455" y="1872096"/>
                  </a:lnTo>
                  <a:lnTo>
                    <a:pt x="1068383" y="1872660"/>
                  </a:lnTo>
                  <a:lnTo>
                    <a:pt x="1067312" y="1873224"/>
                  </a:lnTo>
                  <a:lnTo>
                    <a:pt x="1066240" y="1873787"/>
                  </a:lnTo>
                  <a:lnTo>
                    <a:pt x="1065169" y="1874349"/>
                  </a:lnTo>
                  <a:lnTo>
                    <a:pt x="1064097" y="1874910"/>
                  </a:lnTo>
                  <a:lnTo>
                    <a:pt x="1063026" y="1875471"/>
                  </a:lnTo>
                  <a:lnTo>
                    <a:pt x="1061954" y="1876031"/>
                  </a:lnTo>
                  <a:lnTo>
                    <a:pt x="1060882" y="1876590"/>
                  </a:lnTo>
                  <a:lnTo>
                    <a:pt x="1059811" y="1877148"/>
                  </a:lnTo>
                  <a:lnTo>
                    <a:pt x="1058739" y="1877705"/>
                  </a:lnTo>
                  <a:lnTo>
                    <a:pt x="1057668" y="1878262"/>
                  </a:lnTo>
                  <a:lnTo>
                    <a:pt x="1056596" y="1878818"/>
                  </a:lnTo>
                  <a:lnTo>
                    <a:pt x="1055524" y="1879373"/>
                  </a:lnTo>
                  <a:lnTo>
                    <a:pt x="1054453" y="1879928"/>
                  </a:lnTo>
                  <a:lnTo>
                    <a:pt x="1053381" y="1880481"/>
                  </a:lnTo>
                  <a:lnTo>
                    <a:pt x="1052310" y="1881034"/>
                  </a:lnTo>
                  <a:lnTo>
                    <a:pt x="1051238" y="1881586"/>
                  </a:lnTo>
                  <a:lnTo>
                    <a:pt x="1050166" y="1882138"/>
                  </a:lnTo>
                  <a:lnTo>
                    <a:pt x="1049095" y="1882689"/>
                  </a:lnTo>
                  <a:lnTo>
                    <a:pt x="1048023" y="1883239"/>
                  </a:lnTo>
                  <a:lnTo>
                    <a:pt x="1046952" y="1883788"/>
                  </a:lnTo>
                  <a:lnTo>
                    <a:pt x="1045880" y="1884336"/>
                  </a:lnTo>
                  <a:lnTo>
                    <a:pt x="1044808" y="1884884"/>
                  </a:lnTo>
                  <a:lnTo>
                    <a:pt x="1043737" y="1885431"/>
                  </a:lnTo>
                  <a:lnTo>
                    <a:pt x="1042665" y="1885977"/>
                  </a:lnTo>
                  <a:lnTo>
                    <a:pt x="1041594" y="1886523"/>
                  </a:lnTo>
                  <a:lnTo>
                    <a:pt x="1040522" y="1887068"/>
                  </a:lnTo>
                  <a:lnTo>
                    <a:pt x="1039450" y="1887612"/>
                  </a:lnTo>
                  <a:lnTo>
                    <a:pt x="1038379" y="1888156"/>
                  </a:lnTo>
                  <a:lnTo>
                    <a:pt x="1037307" y="1888698"/>
                  </a:lnTo>
                  <a:lnTo>
                    <a:pt x="1036236" y="1889241"/>
                  </a:lnTo>
                  <a:lnTo>
                    <a:pt x="1035164" y="1889782"/>
                  </a:lnTo>
                  <a:lnTo>
                    <a:pt x="1034092" y="1890323"/>
                  </a:lnTo>
                  <a:lnTo>
                    <a:pt x="1033021" y="1890863"/>
                  </a:lnTo>
                  <a:lnTo>
                    <a:pt x="1031949" y="1891402"/>
                  </a:lnTo>
                  <a:lnTo>
                    <a:pt x="1030878" y="1891941"/>
                  </a:lnTo>
                  <a:lnTo>
                    <a:pt x="1029806" y="1892479"/>
                  </a:lnTo>
                  <a:lnTo>
                    <a:pt x="1028734" y="1893016"/>
                  </a:lnTo>
                  <a:lnTo>
                    <a:pt x="1027663" y="1893553"/>
                  </a:lnTo>
                  <a:lnTo>
                    <a:pt x="1026591" y="1894089"/>
                  </a:lnTo>
                  <a:lnTo>
                    <a:pt x="1025520" y="1894624"/>
                  </a:lnTo>
                  <a:lnTo>
                    <a:pt x="1024448" y="1895159"/>
                  </a:lnTo>
                  <a:lnTo>
                    <a:pt x="1023376" y="1895693"/>
                  </a:lnTo>
                  <a:lnTo>
                    <a:pt x="1022305" y="1896226"/>
                  </a:lnTo>
                  <a:lnTo>
                    <a:pt x="1021233" y="1896759"/>
                  </a:lnTo>
                  <a:lnTo>
                    <a:pt x="1020162" y="1897291"/>
                  </a:lnTo>
                  <a:lnTo>
                    <a:pt x="1019090" y="1897822"/>
                  </a:lnTo>
                  <a:lnTo>
                    <a:pt x="1018018" y="1898353"/>
                  </a:lnTo>
                  <a:lnTo>
                    <a:pt x="1016947" y="1898883"/>
                  </a:lnTo>
                  <a:lnTo>
                    <a:pt x="1015875" y="1899412"/>
                  </a:lnTo>
                  <a:lnTo>
                    <a:pt x="1014804" y="1899941"/>
                  </a:lnTo>
                  <a:lnTo>
                    <a:pt x="1013732" y="1900469"/>
                  </a:lnTo>
                  <a:lnTo>
                    <a:pt x="1012660" y="1900997"/>
                  </a:lnTo>
                  <a:lnTo>
                    <a:pt x="1011589" y="1901524"/>
                  </a:lnTo>
                  <a:lnTo>
                    <a:pt x="1010517" y="1902050"/>
                  </a:lnTo>
                  <a:lnTo>
                    <a:pt x="1009446" y="1902576"/>
                  </a:lnTo>
                  <a:lnTo>
                    <a:pt x="1008374" y="1903101"/>
                  </a:lnTo>
                  <a:lnTo>
                    <a:pt x="1007302" y="1903626"/>
                  </a:lnTo>
                  <a:lnTo>
                    <a:pt x="1006231" y="1904150"/>
                  </a:lnTo>
                  <a:lnTo>
                    <a:pt x="1005159" y="1904673"/>
                  </a:lnTo>
                  <a:lnTo>
                    <a:pt x="1004088" y="1905196"/>
                  </a:lnTo>
                  <a:lnTo>
                    <a:pt x="1003016" y="1905718"/>
                  </a:lnTo>
                  <a:lnTo>
                    <a:pt x="1001944" y="1906239"/>
                  </a:lnTo>
                  <a:lnTo>
                    <a:pt x="1000873" y="1906760"/>
                  </a:lnTo>
                  <a:lnTo>
                    <a:pt x="999801" y="1907281"/>
                  </a:lnTo>
                  <a:lnTo>
                    <a:pt x="998730" y="1907800"/>
                  </a:lnTo>
                  <a:lnTo>
                    <a:pt x="997658" y="1908319"/>
                  </a:lnTo>
                  <a:lnTo>
                    <a:pt x="996586" y="1908838"/>
                  </a:lnTo>
                  <a:lnTo>
                    <a:pt x="995515" y="1909356"/>
                  </a:lnTo>
                  <a:lnTo>
                    <a:pt x="994443" y="1909874"/>
                  </a:lnTo>
                  <a:lnTo>
                    <a:pt x="993372" y="1910390"/>
                  </a:lnTo>
                  <a:lnTo>
                    <a:pt x="992300" y="1910907"/>
                  </a:lnTo>
                  <a:lnTo>
                    <a:pt x="991228" y="1911423"/>
                  </a:lnTo>
                  <a:lnTo>
                    <a:pt x="990157" y="1911938"/>
                  </a:lnTo>
                  <a:lnTo>
                    <a:pt x="989085" y="1912453"/>
                  </a:lnTo>
                  <a:lnTo>
                    <a:pt x="988014" y="1912967"/>
                  </a:lnTo>
                  <a:lnTo>
                    <a:pt x="986942" y="1913480"/>
                  </a:lnTo>
                  <a:lnTo>
                    <a:pt x="985870" y="1913993"/>
                  </a:lnTo>
                  <a:lnTo>
                    <a:pt x="984799" y="1914506"/>
                  </a:lnTo>
                  <a:lnTo>
                    <a:pt x="983727" y="1915018"/>
                  </a:lnTo>
                  <a:lnTo>
                    <a:pt x="982656" y="1915529"/>
                  </a:lnTo>
                  <a:lnTo>
                    <a:pt x="981584" y="1916040"/>
                  </a:lnTo>
                  <a:lnTo>
                    <a:pt x="980512" y="1916550"/>
                  </a:lnTo>
                  <a:lnTo>
                    <a:pt x="979441" y="1917060"/>
                  </a:lnTo>
                  <a:lnTo>
                    <a:pt x="978369" y="1917569"/>
                  </a:lnTo>
                  <a:lnTo>
                    <a:pt x="977298" y="1918078"/>
                  </a:lnTo>
                  <a:lnTo>
                    <a:pt x="976226" y="1918587"/>
                  </a:lnTo>
                  <a:lnTo>
                    <a:pt x="975154" y="1919094"/>
                  </a:lnTo>
                  <a:lnTo>
                    <a:pt x="974083" y="1919602"/>
                  </a:lnTo>
                  <a:lnTo>
                    <a:pt x="973011" y="1920108"/>
                  </a:lnTo>
                  <a:lnTo>
                    <a:pt x="971940" y="1920615"/>
                  </a:lnTo>
                  <a:lnTo>
                    <a:pt x="970868" y="1921120"/>
                  </a:lnTo>
                  <a:lnTo>
                    <a:pt x="969796" y="1921626"/>
                  </a:lnTo>
                  <a:lnTo>
                    <a:pt x="968725" y="1922130"/>
                  </a:lnTo>
                  <a:lnTo>
                    <a:pt x="967653" y="1922635"/>
                  </a:lnTo>
                  <a:lnTo>
                    <a:pt x="966582" y="1923138"/>
                  </a:lnTo>
                  <a:lnTo>
                    <a:pt x="965510" y="1923642"/>
                  </a:lnTo>
                  <a:lnTo>
                    <a:pt x="964438" y="1924144"/>
                  </a:lnTo>
                  <a:lnTo>
                    <a:pt x="963367" y="1924647"/>
                  </a:lnTo>
                  <a:lnTo>
                    <a:pt x="962295" y="1925149"/>
                  </a:lnTo>
                  <a:lnTo>
                    <a:pt x="961224" y="1925650"/>
                  </a:lnTo>
                  <a:lnTo>
                    <a:pt x="960152" y="1926151"/>
                  </a:lnTo>
                  <a:lnTo>
                    <a:pt x="959080" y="1926651"/>
                  </a:lnTo>
                  <a:lnTo>
                    <a:pt x="958009" y="1927151"/>
                  </a:lnTo>
                  <a:lnTo>
                    <a:pt x="956937" y="1927651"/>
                  </a:lnTo>
                  <a:lnTo>
                    <a:pt x="955866" y="1928150"/>
                  </a:lnTo>
                  <a:lnTo>
                    <a:pt x="954794" y="1928648"/>
                  </a:lnTo>
                  <a:lnTo>
                    <a:pt x="953722" y="1929147"/>
                  </a:lnTo>
                  <a:lnTo>
                    <a:pt x="952651" y="1929644"/>
                  </a:lnTo>
                  <a:lnTo>
                    <a:pt x="951579" y="1930142"/>
                  </a:lnTo>
                  <a:lnTo>
                    <a:pt x="950508" y="1930638"/>
                  </a:lnTo>
                  <a:lnTo>
                    <a:pt x="949436" y="1931135"/>
                  </a:lnTo>
                  <a:lnTo>
                    <a:pt x="948364" y="1931631"/>
                  </a:lnTo>
                  <a:lnTo>
                    <a:pt x="947293" y="1932126"/>
                  </a:lnTo>
                  <a:lnTo>
                    <a:pt x="946221" y="1932621"/>
                  </a:lnTo>
                  <a:lnTo>
                    <a:pt x="945150" y="1933116"/>
                  </a:lnTo>
                  <a:lnTo>
                    <a:pt x="944078" y="1933610"/>
                  </a:lnTo>
                  <a:lnTo>
                    <a:pt x="943006" y="1934104"/>
                  </a:lnTo>
                  <a:lnTo>
                    <a:pt x="941935" y="1934597"/>
                  </a:lnTo>
                  <a:lnTo>
                    <a:pt x="940863" y="1935090"/>
                  </a:lnTo>
                  <a:lnTo>
                    <a:pt x="939792" y="1935583"/>
                  </a:lnTo>
                  <a:lnTo>
                    <a:pt x="938720" y="1936075"/>
                  </a:lnTo>
                  <a:lnTo>
                    <a:pt x="937648" y="1936567"/>
                  </a:lnTo>
                  <a:lnTo>
                    <a:pt x="936577" y="1937058"/>
                  </a:lnTo>
                  <a:lnTo>
                    <a:pt x="935505" y="1937549"/>
                  </a:lnTo>
                  <a:lnTo>
                    <a:pt x="934434" y="1938039"/>
                  </a:lnTo>
                  <a:lnTo>
                    <a:pt x="933362" y="1938530"/>
                  </a:lnTo>
                  <a:lnTo>
                    <a:pt x="932290" y="1939019"/>
                  </a:lnTo>
                  <a:lnTo>
                    <a:pt x="931219" y="1939509"/>
                  </a:lnTo>
                  <a:lnTo>
                    <a:pt x="930147" y="1939998"/>
                  </a:lnTo>
                  <a:lnTo>
                    <a:pt x="929076" y="1940486"/>
                  </a:lnTo>
                  <a:lnTo>
                    <a:pt x="928004" y="1940974"/>
                  </a:lnTo>
                  <a:lnTo>
                    <a:pt x="926932" y="1941462"/>
                  </a:lnTo>
                  <a:lnTo>
                    <a:pt x="925861" y="1941950"/>
                  </a:lnTo>
                  <a:lnTo>
                    <a:pt x="924789" y="1942437"/>
                  </a:lnTo>
                  <a:lnTo>
                    <a:pt x="923718" y="1942923"/>
                  </a:lnTo>
                  <a:lnTo>
                    <a:pt x="922646" y="1943410"/>
                  </a:lnTo>
                  <a:lnTo>
                    <a:pt x="921574" y="1943896"/>
                  </a:lnTo>
                  <a:lnTo>
                    <a:pt x="920503" y="1944381"/>
                  </a:lnTo>
                  <a:lnTo>
                    <a:pt x="919431" y="1944867"/>
                  </a:lnTo>
                  <a:lnTo>
                    <a:pt x="918360" y="1945351"/>
                  </a:lnTo>
                  <a:lnTo>
                    <a:pt x="917288" y="1945836"/>
                  </a:lnTo>
                  <a:lnTo>
                    <a:pt x="916216" y="1946320"/>
                  </a:lnTo>
                  <a:lnTo>
                    <a:pt x="915145" y="1946804"/>
                  </a:lnTo>
                  <a:lnTo>
                    <a:pt x="914073" y="1947287"/>
                  </a:lnTo>
                  <a:lnTo>
                    <a:pt x="913002" y="1947771"/>
                  </a:lnTo>
                  <a:lnTo>
                    <a:pt x="911930" y="1948253"/>
                  </a:lnTo>
                  <a:lnTo>
                    <a:pt x="910858" y="1948736"/>
                  </a:lnTo>
                  <a:lnTo>
                    <a:pt x="909787" y="1949218"/>
                  </a:lnTo>
                  <a:lnTo>
                    <a:pt x="908715" y="1949700"/>
                  </a:lnTo>
                  <a:lnTo>
                    <a:pt x="907644" y="1950181"/>
                  </a:lnTo>
                  <a:lnTo>
                    <a:pt x="906572" y="1950662"/>
                  </a:lnTo>
                  <a:lnTo>
                    <a:pt x="905500" y="1951143"/>
                  </a:lnTo>
                  <a:lnTo>
                    <a:pt x="904429" y="1951624"/>
                  </a:lnTo>
                  <a:lnTo>
                    <a:pt x="903357" y="1952104"/>
                  </a:lnTo>
                  <a:lnTo>
                    <a:pt x="902286" y="1952584"/>
                  </a:lnTo>
                  <a:lnTo>
                    <a:pt x="901214" y="1953063"/>
                  </a:lnTo>
                  <a:lnTo>
                    <a:pt x="900142" y="1953542"/>
                  </a:lnTo>
                  <a:lnTo>
                    <a:pt x="899071" y="1954021"/>
                  </a:lnTo>
                  <a:lnTo>
                    <a:pt x="897999" y="1954500"/>
                  </a:lnTo>
                  <a:lnTo>
                    <a:pt x="896928" y="1954978"/>
                  </a:lnTo>
                  <a:lnTo>
                    <a:pt x="895856" y="1955456"/>
                  </a:lnTo>
                  <a:lnTo>
                    <a:pt x="894784" y="1955934"/>
                  </a:lnTo>
                  <a:lnTo>
                    <a:pt x="893713" y="1956411"/>
                  </a:lnTo>
                  <a:lnTo>
                    <a:pt x="892641" y="1956888"/>
                  </a:lnTo>
                  <a:lnTo>
                    <a:pt x="891570" y="1957365"/>
                  </a:lnTo>
                  <a:lnTo>
                    <a:pt x="890498" y="1957842"/>
                  </a:lnTo>
                  <a:lnTo>
                    <a:pt x="889426" y="1958318"/>
                  </a:lnTo>
                  <a:lnTo>
                    <a:pt x="888355" y="1958794"/>
                  </a:lnTo>
                  <a:lnTo>
                    <a:pt x="887283" y="1959270"/>
                  </a:lnTo>
                  <a:lnTo>
                    <a:pt x="886212" y="1959745"/>
                  </a:lnTo>
                  <a:lnTo>
                    <a:pt x="885140" y="1960220"/>
                  </a:lnTo>
                  <a:lnTo>
                    <a:pt x="884069" y="1960695"/>
                  </a:lnTo>
                  <a:lnTo>
                    <a:pt x="882997" y="1961170"/>
                  </a:lnTo>
                  <a:lnTo>
                    <a:pt x="881925" y="1961644"/>
                  </a:lnTo>
                  <a:lnTo>
                    <a:pt x="880854" y="1962118"/>
                  </a:lnTo>
                  <a:lnTo>
                    <a:pt x="879782" y="1962592"/>
                  </a:lnTo>
                  <a:lnTo>
                    <a:pt x="878711" y="1963065"/>
                  </a:lnTo>
                  <a:lnTo>
                    <a:pt x="877639" y="1963539"/>
                  </a:lnTo>
                  <a:lnTo>
                    <a:pt x="876567" y="1964012"/>
                  </a:lnTo>
                  <a:lnTo>
                    <a:pt x="875496" y="1964484"/>
                  </a:lnTo>
                  <a:lnTo>
                    <a:pt x="874424" y="1964957"/>
                  </a:lnTo>
                  <a:lnTo>
                    <a:pt x="873353" y="1965429"/>
                  </a:lnTo>
                  <a:lnTo>
                    <a:pt x="872281" y="1965901"/>
                  </a:lnTo>
                  <a:lnTo>
                    <a:pt x="871209" y="1966373"/>
                  </a:lnTo>
                  <a:lnTo>
                    <a:pt x="870138" y="1966844"/>
                  </a:lnTo>
                  <a:lnTo>
                    <a:pt x="869066" y="1967316"/>
                  </a:lnTo>
                  <a:lnTo>
                    <a:pt x="867995" y="1967787"/>
                  </a:lnTo>
                  <a:lnTo>
                    <a:pt x="866923" y="1968258"/>
                  </a:lnTo>
                  <a:lnTo>
                    <a:pt x="865851" y="1968728"/>
                  </a:lnTo>
                  <a:lnTo>
                    <a:pt x="864780" y="1969198"/>
                  </a:lnTo>
                  <a:lnTo>
                    <a:pt x="863708" y="1969669"/>
                  </a:lnTo>
                  <a:lnTo>
                    <a:pt x="862637" y="1970138"/>
                  </a:lnTo>
                  <a:lnTo>
                    <a:pt x="861565" y="1970608"/>
                  </a:lnTo>
                  <a:lnTo>
                    <a:pt x="860493" y="1971077"/>
                  </a:lnTo>
                  <a:lnTo>
                    <a:pt x="859422" y="1971547"/>
                  </a:lnTo>
                  <a:lnTo>
                    <a:pt x="858350" y="1972016"/>
                  </a:lnTo>
                  <a:lnTo>
                    <a:pt x="857279" y="1972484"/>
                  </a:lnTo>
                  <a:lnTo>
                    <a:pt x="856207" y="1972953"/>
                  </a:lnTo>
                  <a:lnTo>
                    <a:pt x="855135" y="1973421"/>
                  </a:lnTo>
                  <a:lnTo>
                    <a:pt x="854064" y="1973889"/>
                  </a:lnTo>
                  <a:lnTo>
                    <a:pt x="852992" y="1974357"/>
                  </a:lnTo>
                  <a:lnTo>
                    <a:pt x="851921" y="1974825"/>
                  </a:lnTo>
                  <a:lnTo>
                    <a:pt x="850849" y="1975293"/>
                  </a:lnTo>
                  <a:lnTo>
                    <a:pt x="849777" y="1975760"/>
                  </a:lnTo>
                  <a:lnTo>
                    <a:pt x="848706" y="1976227"/>
                  </a:lnTo>
                  <a:lnTo>
                    <a:pt x="847634" y="1976694"/>
                  </a:lnTo>
                  <a:lnTo>
                    <a:pt x="846563" y="1977161"/>
                  </a:lnTo>
                  <a:lnTo>
                    <a:pt x="845491" y="1977627"/>
                  </a:lnTo>
                  <a:lnTo>
                    <a:pt x="844419" y="1978093"/>
                  </a:lnTo>
                  <a:lnTo>
                    <a:pt x="843348" y="1978559"/>
                  </a:lnTo>
                  <a:lnTo>
                    <a:pt x="842276" y="1979025"/>
                  </a:lnTo>
                  <a:lnTo>
                    <a:pt x="841205" y="1979491"/>
                  </a:lnTo>
                  <a:lnTo>
                    <a:pt x="840133" y="1979957"/>
                  </a:lnTo>
                  <a:lnTo>
                    <a:pt x="839061" y="1980422"/>
                  </a:lnTo>
                  <a:lnTo>
                    <a:pt x="837990" y="1980887"/>
                  </a:lnTo>
                  <a:lnTo>
                    <a:pt x="836918" y="1981352"/>
                  </a:lnTo>
                  <a:lnTo>
                    <a:pt x="835847" y="1981817"/>
                  </a:lnTo>
                  <a:lnTo>
                    <a:pt x="834775" y="1982282"/>
                  </a:lnTo>
                  <a:lnTo>
                    <a:pt x="833703" y="1982746"/>
                  </a:lnTo>
                  <a:lnTo>
                    <a:pt x="832632" y="1983211"/>
                  </a:lnTo>
                  <a:lnTo>
                    <a:pt x="831560" y="1983675"/>
                  </a:lnTo>
                  <a:lnTo>
                    <a:pt x="830489" y="1984139"/>
                  </a:lnTo>
                  <a:lnTo>
                    <a:pt x="829417" y="1984602"/>
                  </a:lnTo>
                  <a:lnTo>
                    <a:pt x="828345" y="1985066"/>
                  </a:lnTo>
                  <a:lnTo>
                    <a:pt x="827274" y="1985530"/>
                  </a:lnTo>
                  <a:lnTo>
                    <a:pt x="826202" y="1985993"/>
                  </a:lnTo>
                  <a:lnTo>
                    <a:pt x="825131" y="1986456"/>
                  </a:lnTo>
                  <a:lnTo>
                    <a:pt x="824059" y="1986919"/>
                  </a:lnTo>
                  <a:lnTo>
                    <a:pt x="822987" y="1987382"/>
                  </a:lnTo>
                  <a:lnTo>
                    <a:pt x="821916" y="1987845"/>
                  </a:lnTo>
                  <a:lnTo>
                    <a:pt x="820844" y="1988307"/>
                  </a:lnTo>
                  <a:lnTo>
                    <a:pt x="819773" y="1988769"/>
                  </a:lnTo>
                  <a:lnTo>
                    <a:pt x="818701" y="1989232"/>
                  </a:lnTo>
                  <a:lnTo>
                    <a:pt x="817629" y="1989694"/>
                  </a:lnTo>
                  <a:lnTo>
                    <a:pt x="816558" y="1990156"/>
                  </a:lnTo>
                  <a:lnTo>
                    <a:pt x="815486" y="1990617"/>
                  </a:lnTo>
                  <a:lnTo>
                    <a:pt x="814415" y="1991079"/>
                  </a:lnTo>
                  <a:lnTo>
                    <a:pt x="813343" y="1991541"/>
                  </a:lnTo>
                  <a:lnTo>
                    <a:pt x="812271" y="1992002"/>
                  </a:lnTo>
                  <a:lnTo>
                    <a:pt x="811200" y="1992463"/>
                  </a:lnTo>
                  <a:lnTo>
                    <a:pt x="810128" y="1992924"/>
                  </a:lnTo>
                  <a:lnTo>
                    <a:pt x="809057" y="1993385"/>
                  </a:lnTo>
                  <a:lnTo>
                    <a:pt x="807985" y="1993846"/>
                  </a:lnTo>
                  <a:lnTo>
                    <a:pt x="806913" y="1994306"/>
                  </a:lnTo>
                  <a:lnTo>
                    <a:pt x="805842" y="1994767"/>
                  </a:lnTo>
                  <a:lnTo>
                    <a:pt x="804770" y="1995227"/>
                  </a:lnTo>
                  <a:lnTo>
                    <a:pt x="803699" y="1995688"/>
                  </a:lnTo>
                  <a:lnTo>
                    <a:pt x="802627" y="1996148"/>
                  </a:lnTo>
                  <a:lnTo>
                    <a:pt x="801555" y="1996608"/>
                  </a:lnTo>
                  <a:lnTo>
                    <a:pt x="800484" y="1997068"/>
                  </a:lnTo>
                  <a:lnTo>
                    <a:pt x="799412" y="1997527"/>
                  </a:lnTo>
                  <a:lnTo>
                    <a:pt x="798341" y="1997987"/>
                  </a:lnTo>
                  <a:lnTo>
                    <a:pt x="797269" y="1998446"/>
                  </a:lnTo>
                  <a:lnTo>
                    <a:pt x="796197" y="1998906"/>
                  </a:lnTo>
                  <a:lnTo>
                    <a:pt x="795126" y="1999365"/>
                  </a:lnTo>
                  <a:lnTo>
                    <a:pt x="794054" y="1999824"/>
                  </a:lnTo>
                  <a:lnTo>
                    <a:pt x="792983" y="2000283"/>
                  </a:lnTo>
                  <a:lnTo>
                    <a:pt x="791911" y="2000742"/>
                  </a:lnTo>
                  <a:lnTo>
                    <a:pt x="790839" y="2001201"/>
                  </a:lnTo>
                  <a:lnTo>
                    <a:pt x="789768" y="2001659"/>
                  </a:lnTo>
                  <a:lnTo>
                    <a:pt x="788696" y="2002118"/>
                  </a:lnTo>
                  <a:lnTo>
                    <a:pt x="787625" y="2002576"/>
                  </a:lnTo>
                  <a:lnTo>
                    <a:pt x="786553" y="2003035"/>
                  </a:lnTo>
                  <a:lnTo>
                    <a:pt x="785481" y="2003493"/>
                  </a:lnTo>
                  <a:lnTo>
                    <a:pt x="784410" y="2003951"/>
                  </a:lnTo>
                  <a:lnTo>
                    <a:pt x="783338" y="2004409"/>
                  </a:lnTo>
                  <a:lnTo>
                    <a:pt x="782267" y="2004867"/>
                  </a:lnTo>
                  <a:lnTo>
                    <a:pt x="781195" y="2005325"/>
                  </a:lnTo>
                  <a:lnTo>
                    <a:pt x="780123" y="2005782"/>
                  </a:lnTo>
                  <a:lnTo>
                    <a:pt x="779052" y="2006240"/>
                  </a:lnTo>
                  <a:lnTo>
                    <a:pt x="777980" y="2006697"/>
                  </a:lnTo>
                  <a:lnTo>
                    <a:pt x="776909" y="2007155"/>
                  </a:lnTo>
                  <a:lnTo>
                    <a:pt x="775837" y="2007612"/>
                  </a:lnTo>
                  <a:lnTo>
                    <a:pt x="774765" y="2008069"/>
                  </a:lnTo>
                  <a:lnTo>
                    <a:pt x="773694" y="2008526"/>
                  </a:lnTo>
                  <a:lnTo>
                    <a:pt x="772622" y="2008983"/>
                  </a:lnTo>
                  <a:lnTo>
                    <a:pt x="771551" y="2009440"/>
                  </a:lnTo>
                  <a:lnTo>
                    <a:pt x="770479" y="2009896"/>
                  </a:lnTo>
                  <a:lnTo>
                    <a:pt x="769407" y="2010353"/>
                  </a:lnTo>
                  <a:lnTo>
                    <a:pt x="768336" y="2010810"/>
                  </a:lnTo>
                  <a:lnTo>
                    <a:pt x="767264" y="2011266"/>
                  </a:lnTo>
                  <a:lnTo>
                    <a:pt x="766193" y="2011722"/>
                  </a:lnTo>
                  <a:lnTo>
                    <a:pt x="765121" y="2012179"/>
                  </a:lnTo>
                  <a:lnTo>
                    <a:pt x="764049" y="2012635"/>
                  </a:lnTo>
                  <a:lnTo>
                    <a:pt x="762978" y="2013091"/>
                  </a:lnTo>
                  <a:lnTo>
                    <a:pt x="761906" y="2013547"/>
                  </a:lnTo>
                  <a:lnTo>
                    <a:pt x="760835" y="2014003"/>
                  </a:lnTo>
                  <a:lnTo>
                    <a:pt x="759763" y="2014458"/>
                  </a:lnTo>
                  <a:lnTo>
                    <a:pt x="758691" y="2014914"/>
                  </a:lnTo>
                  <a:lnTo>
                    <a:pt x="757620" y="2015370"/>
                  </a:lnTo>
                  <a:lnTo>
                    <a:pt x="756548" y="2015825"/>
                  </a:lnTo>
                  <a:lnTo>
                    <a:pt x="755477" y="2016280"/>
                  </a:lnTo>
                  <a:lnTo>
                    <a:pt x="754405" y="2016736"/>
                  </a:lnTo>
                  <a:lnTo>
                    <a:pt x="753333" y="2017191"/>
                  </a:lnTo>
                  <a:lnTo>
                    <a:pt x="752262" y="2017646"/>
                  </a:lnTo>
                  <a:lnTo>
                    <a:pt x="751190" y="2018101"/>
                  </a:lnTo>
                  <a:lnTo>
                    <a:pt x="750119" y="2018556"/>
                  </a:lnTo>
                  <a:lnTo>
                    <a:pt x="749047" y="2019011"/>
                  </a:lnTo>
                  <a:lnTo>
                    <a:pt x="747975" y="2019466"/>
                  </a:lnTo>
                  <a:lnTo>
                    <a:pt x="746904" y="2019920"/>
                  </a:lnTo>
                  <a:lnTo>
                    <a:pt x="745832" y="2020375"/>
                  </a:lnTo>
                  <a:lnTo>
                    <a:pt x="744761" y="2020829"/>
                  </a:lnTo>
                  <a:lnTo>
                    <a:pt x="743689" y="2021284"/>
                  </a:lnTo>
                  <a:lnTo>
                    <a:pt x="742617" y="2021738"/>
                  </a:lnTo>
                  <a:lnTo>
                    <a:pt x="741546" y="2022192"/>
                  </a:lnTo>
                  <a:lnTo>
                    <a:pt x="740474" y="2022647"/>
                  </a:lnTo>
                  <a:lnTo>
                    <a:pt x="739403" y="2023101"/>
                  </a:lnTo>
                  <a:lnTo>
                    <a:pt x="738331" y="2023555"/>
                  </a:lnTo>
                  <a:lnTo>
                    <a:pt x="737259" y="2024009"/>
                  </a:lnTo>
                  <a:lnTo>
                    <a:pt x="736188" y="2024462"/>
                  </a:lnTo>
                  <a:lnTo>
                    <a:pt x="735116" y="2024916"/>
                  </a:lnTo>
                  <a:lnTo>
                    <a:pt x="734045" y="2025370"/>
                  </a:lnTo>
                  <a:lnTo>
                    <a:pt x="732973" y="2025823"/>
                  </a:lnTo>
                  <a:lnTo>
                    <a:pt x="731901" y="2026277"/>
                  </a:lnTo>
                  <a:lnTo>
                    <a:pt x="730830" y="2026730"/>
                  </a:lnTo>
                  <a:lnTo>
                    <a:pt x="729758" y="2027183"/>
                  </a:lnTo>
                  <a:lnTo>
                    <a:pt x="728687" y="2027637"/>
                  </a:lnTo>
                  <a:lnTo>
                    <a:pt x="727615" y="2028090"/>
                  </a:lnTo>
                  <a:lnTo>
                    <a:pt x="726543" y="2028543"/>
                  </a:lnTo>
                  <a:lnTo>
                    <a:pt x="725472" y="2028996"/>
                  </a:lnTo>
                  <a:lnTo>
                    <a:pt x="724400" y="2029449"/>
                  </a:lnTo>
                  <a:lnTo>
                    <a:pt x="723329" y="2029901"/>
                  </a:lnTo>
                  <a:lnTo>
                    <a:pt x="722257" y="2030354"/>
                  </a:lnTo>
                  <a:lnTo>
                    <a:pt x="721185" y="2030807"/>
                  </a:lnTo>
                  <a:lnTo>
                    <a:pt x="720114" y="2031259"/>
                  </a:lnTo>
                  <a:lnTo>
                    <a:pt x="719042" y="2031712"/>
                  </a:lnTo>
                  <a:lnTo>
                    <a:pt x="717971" y="2032164"/>
                  </a:lnTo>
                  <a:lnTo>
                    <a:pt x="716899" y="2032616"/>
                  </a:lnTo>
                  <a:lnTo>
                    <a:pt x="715827" y="2033068"/>
                  </a:lnTo>
                  <a:lnTo>
                    <a:pt x="714756" y="2033521"/>
                  </a:lnTo>
                  <a:lnTo>
                    <a:pt x="713684" y="2033973"/>
                  </a:lnTo>
                  <a:lnTo>
                    <a:pt x="712613" y="2034424"/>
                  </a:lnTo>
                  <a:lnTo>
                    <a:pt x="711541" y="2034876"/>
                  </a:lnTo>
                  <a:lnTo>
                    <a:pt x="710469" y="2035328"/>
                  </a:lnTo>
                  <a:lnTo>
                    <a:pt x="709398" y="2035780"/>
                  </a:lnTo>
                  <a:lnTo>
                    <a:pt x="708326" y="2036231"/>
                  </a:lnTo>
                  <a:lnTo>
                    <a:pt x="707255" y="2036683"/>
                  </a:lnTo>
                  <a:lnTo>
                    <a:pt x="706183" y="2037134"/>
                  </a:lnTo>
                  <a:lnTo>
                    <a:pt x="705112" y="2037585"/>
                  </a:lnTo>
                  <a:lnTo>
                    <a:pt x="704040" y="2038037"/>
                  </a:lnTo>
                  <a:lnTo>
                    <a:pt x="702968" y="2038488"/>
                  </a:lnTo>
                  <a:lnTo>
                    <a:pt x="701897" y="2038939"/>
                  </a:lnTo>
                  <a:lnTo>
                    <a:pt x="700825" y="2039390"/>
                  </a:lnTo>
                  <a:lnTo>
                    <a:pt x="699754" y="2039841"/>
                  </a:lnTo>
                  <a:lnTo>
                    <a:pt x="698682" y="2040291"/>
                  </a:lnTo>
                  <a:lnTo>
                    <a:pt x="697610" y="2040742"/>
                  </a:lnTo>
                  <a:lnTo>
                    <a:pt x="696539" y="2041193"/>
                  </a:lnTo>
                  <a:lnTo>
                    <a:pt x="695467" y="2041643"/>
                  </a:lnTo>
                  <a:lnTo>
                    <a:pt x="694396" y="2042094"/>
                  </a:lnTo>
                  <a:lnTo>
                    <a:pt x="693324" y="2042544"/>
                  </a:lnTo>
                  <a:lnTo>
                    <a:pt x="692252" y="2042994"/>
                  </a:lnTo>
                  <a:lnTo>
                    <a:pt x="691181" y="2043444"/>
                  </a:lnTo>
                  <a:lnTo>
                    <a:pt x="690109" y="2043894"/>
                  </a:lnTo>
                  <a:lnTo>
                    <a:pt x="689038" y="2044344"/>
                  </a:lnTo>
                  <a:lnTo>
                    <a:pt x="687966" y="2044794"/>
                  </a:lnTo>
                  <a:lnTo>
                    <a:pt x="686894" y="2045244"/>
                  </a:lnTo>
                  <a:lnTo>
                    <a:pt x="685823" y="2045694"/>
                  </a:lnTo>
                  <a:lnTo>
                    <a:pt x="684751" y="2046143"/>
                  </a:lnTo>
                  <a:lnTo>
                    <a:pt x="683680" y="2046593"/>
                  </a:lnTo>
                  <a:lnTo>
                    <a:pt x="682608" y="2047042"/>
                  </a:lnTo>
                  <a:lnTo>
                    <a:pt x="681536" y="2047491"/>
                  </a:lnTo>
                  <a:lnTo>
                    <a:pt x="680465" y="2047940"/>
                  </a:lnTo>
                  <a:lnTo>
                    <a:pt x="679393" y="2048389"/>
                  </a:lnTo>
                  <a:lnTo>
                    <a:pt x="678322" y="2048838"/>
                  </a:lnTo>
                  <a:lnTo>
                    <a:pt x="677250" y="2049287"/>
                  </a:lnTo>
                  <a:lnTo>
                    <a:pt x="676178" y="2049736"/>
                  </a:lnTo>
                  <a:lnTo>
                    <a:pt x="675107" y="2050185"/>
                  </a:lnTo>
                  <a:lnTo>
                    <a:pt x="674035" y="2050633"/>
                  </a:lnTo>
                  <a:lnTo>
                    <a:pt x="672964" y="2051082"/>
                  </a:lnTo>
                  <a:lnTo>
                    <a:pt x="671892" y="2051530"/>
                  </a:lnTo>
                  <a:lnTo>
                    <a:pt x="670820" y="2051978"/>
                  </a:lnTo>
                  <a:lnTo>
                    <a:pt x="669749" y="2052426"/>
                  </a:lnTo>
                  <a:lnTo>
                    <a:pt x="668677" y="2052874"/>
                  </a:lnTo>
                  <a:lnTo>
                    <a:pt x="667606" y="2053322"/>
                  </a:lnTo>
                  <a:lnTo>
                    <a:pt x="666534" y="2053770"/>
                  </a:lnTo>
                  <a:lnTo>
                    <a:pt x="665462" y="2054218"/>
                  </a:lnTo>
                  <a:lnTo>
                    <a:pt x="664391" y="2054665"/>
                  </a:lnTo>
                  <a:lnTo>
                    <a:pt x="663319" y="2055113"/>
                  </a:lnTo>
                  <a:lnTo>
                    <a:pt x="662248" y="2055560"/>
                  </a:lnTo>
                  <a:lnTo>
                    <a:pt x="661176" y="2056007"/>
                  </a:lnTo>
                  <a:lnTo>
                    <a:pt x="660104" y="2056455"/>
                  </a:lnTo>
                  <a:lnTo>
                    <a:pt x="659033" y="2056902"/>
                  </a:lnTo>
                  <a:lnTo>
                    <a:pt x="657961" y="2057348"/>
                  </a:lnTo>
                  <a:lnTo>
                    <a:pt x="656890" y="2057795"/>
                  </a:lnTo>
                  <a:lnTo>
                    <a:pt x="655818" y="2058242"/>
                  </a:lnTo>
                  <a:lnTo>
                    <a:pt x="654746" y="2058688"/>
                  </a:lnTo>
                  <a:lnTo>
                    <a:pt x="653675" y="2059135"/>
                  </a:lnTo>
                  <a:lnTo>
                    <a:pt x="652603" y="2059581"/>
                  </a:lnTo>
                  <a:lnTo>
                    <a:pt x="651532" y="2060027"/>
                  </a:lnTo>
                  <a:lnTo>
                    <a:pt x="650460" y="2060473"/>
                  </a:lnTo>
                  <a:lnTo>
                    <a:pt x="649388" y="2060919"/>
                  </a:lnTo>
                  <a:lnTo>
                    <a:pt x="648317" y="2061365"/>
                  </a:lnTo>
                  <a:lnTo>
                    <a:pt x="647245" y="2061811"/>
                  </a:lnTo>
                  <a:lnTo>
                    <a:pt x="646174" y="2062256"/>
                  </a:lnTo>
                  <a:lnTo>
                    <a:pt x="645102" y="2062702"/>
                  </a:lnTo>
                  <a:lnTo>
                    <a:pt x="644030" y="2063147"/>
                  </a:lnTo>
                  <a:lnTo>
                    <a:pt x="642959" y="2063592"/>
                  </a:lnTo>
                  <a:lnTo>
                    <a:pt x="641887" y="2064038"/>
                  </a:lnTo>
                  <a:lnTo>
                    <a:pt x="640816" y="2064482"/>
                  </a:lnTo>
                  <a:lnTo>
                    <a:pt x="639744" y="2064927"/>
                  </a:lnTo>
                  <a:lnTo>
                    <a:pt x="638672" y="2065372"/>
                  </a:lnTo>
                  <a:lnTo>
                    <a:pt x="637601" y="2065816"/>
                  </a:lnTo>
                  <a:lnTo>
                    <a:pt x="636529" y="2066261"/>
                  </a:lnTo>
                  <a:lnTo>
                    <a:pt x="635458" y="2066705"/>
                  </a:lnTo>
                  <a:lnTo>
                    <a:pt x="634386" y="2067149"/>
                  </a:lnTo>
                  <a:lnTo>
                    <a:pt x="633314" y="2067593"/>
                  </a:lnTo>
                  <a:lnTo>
                    <a:pt x="632243" y="2068037"/>
                  </a:lnTo>
                  <a:lnTo>
                    <a:pt x="631171" y="2068481"/>
                  </a:lnTo>
                  <a:lnTo>
                    <a:pt x="630100" y="2068924"/>
                  </a:lnTo>
                  <a:lnTo>
                    <a:pt x="629028" y="2069368"/>
                  </a:lnTo>
                  <a:lnTo>
                    <a:pt x="627956" y="2069811"/>
                  </a:lnTo>
                  <a:lnTo>
                    <a:pt x="626885" y="2070254"/>
                  </a:lnTo>
                  <a:lnTo>
                    <a:pt x="625813" y="2070697"/>
                  </a:lnTo>
                  <a:lnTo>
                    <a:pt x="624742" y="2071140"/>
                  </a:lnTo>
                  <a:lnTo>
                    <a:pt x="623670" y="2071583"/>
                  </a:lnTo>
                  <a:lnTo>
                    <a:pt x="622598" y="2072025"/>
                  </a:lnTo>
                  <a:lnTo>
                    <a:pt x="621527" y="2072468"/>
                  </a:lnTo>
                  <a:lnTo>
                    <a:pt x="620455" y="2072910"/>
                  </a:lnTo>
                  <a:lnTo>
                    <a:pt x="619384" y="2073352"/>
                  </a:lnTo>
                  <a:lnTo>
                    <a:pt x="618312" y="2073794"/>
                  </a:lnTo>
                  <a:lnTo>
                    <a:pt x="617240" y="2074236"/>
                  </a:lnTo>
                  <a:lnTo>
                    <a:pt x="616169" y="2074678"/>
                  </a:lnTo>
                  <a:lnTo>
                    <a:pt x="615097" y="2075119"/>
                  </a:lnTo>
                  <a:lnTo>
                    <a:pt x="614026" y="2075560"/>
                  </a:lnTo>
                  <a:lnTo>
                    <a:pt x="612954" y="2076002"/>
                  </a:lnTo>
                  <a:lnTo>
                    <a:pt x="611882" y="2076443"/>
                  </a:lnTo>
                  <a:lnTo>
                    <a:pt x="610811" y="2076883"/>
                  </a:lnTo>
                  <a:lnTo>
                    <a:pt x="609739" y="2077324"/>
                  </a:lnTo>
                  <a:lnTo>
                    <a:pt x="608668" y="2077765"/>
                  </a:lnTo>
                  <a:lnTo>
                    <a:pt x="607596" y="2078205"/>
                  </a:lnTo>
                  <a:lnTo>
                    <a:pt x="606524" y="2078645"/>
                  </a:lnTo>
                  <a:lnTo>
                    <a:pt x="605453" y="2079085"/>
                  </a:lnTo>
                  <a:lnTo>
                    <a:pt x="604381" y="2079525"/>
                  </a:lnTo>
                  <a:lnTo>
                    <a:pt x="603310" y="2079965"/>
                  </a:lnTo>
                  <a:lnTo>
                    <a:pt x="602238" y="2080404"/>
                  </a:lnTo>
                  <a:lnTo>
                    <a:pt x="601166" y="2080844"/>
                  </a:lnTo>
                  <a:lnTo>
                    <a:pt x="600095" y="2081283"/>
                  </a:lnTo>
                  <a:lnTo>
                    <a:pt x="599023" y="2081722"/>
                  </a:lnTo>
                  <a:lnTo>
                    <a:pt x="597952" y="2082161"/>
                  </a:lnTo>
                  <a:lnTo>
                    <a:pt x="596880" y="2082599"/>
                  </a:lnTo>
                  <a:lnTo>
                    <a:pt x="595808" y="2083038"/>
                  </a:lnTo>
                  <a:lnTo>
                    <a:pt x="594737" y="2083476"/>
                  </a:lnTo>
                  <a:lnTo>
                    <a:pt x="593665" y="2083914"/>
                  </a:lnTo>
                  <a:lnTo>
                    <a:pt x="592594" y="2084352"/>
                  </a:lnTo>
                  <a:lnTo>
                    <a:pt x="591522" y="2084790"/>
                  </a:lnTo>
                  <a:lnTo>
                    <a:pt x="590450" y="2085228"/>
                  </a:lnTo>
                  <a:lnTo>
                    <a:pt x="589379" y="2085665"/>
                  </a:lnTo>
                  <a:lnTo>
                    <a:pt x="588307" y="2086102"/>
                  </a:lnTo>
                  <a:lnTo>
                    <a:pt x="587236" y="2086539"/>
                  </a:lnTo>
                  <a:lnTo>
                    <a:pt x="586164" y="2086976"/>
                  </a:lnTo>
                  <a:lnTo>
                    <a:pt x="585092" y="2087413"/>
                  </a:lnTo>
                  <a:lnTo>
                    <a:pt x="584021" y="2087849"/>
                  </a:lnTo>
                  <a:lnTo>
                    <a:pt x="582949" y="2088285"/>
                  </a:lnTo>
                  <a:lnTo>
                    <a:pt x="581878" y="2088721"/>
                  </a:lnTo>
                  <a:lnTo>
                    <a:pt x="580806" y="2089157"/>
                  </a:lnTo>
                  <a:lnTo>
                    <a:pt x="579734" y="2089593"/>
                  </a:lnTo>
                  <a:lnTo>
                    <a:pt x="578663" y="2090029"/>
                  </a:lnTo>
                  <a:lnTo>
                    <a:pt x="577591" y="2090464"/>
                  </a:lnTo>
                  <a:lnTo>
                    <a:pt x="576520" y="2090899"/>
                  </a:lnTo>
                  <a:lnTo>
                    <a:pt x="575448" y="2091334"/>
                  </a:lnTo>
                  <a:lnTo>
                    <a:pt x="574376" y="2091768"/>
                  </a:lnTo>
                  <a:lnTo>
                    <a:pt x="573305" y="2092203"/>
                  </a:lnTo>
                  <a:lnTo>
                    <a:pt x="572233" y="2092637"/>
                  </a:lnTo>
                  <a:lnTo>
                    <a:pt x="571162" y="2093071"/>
                  </a:lnTo>
                  <a:lnTo>
                    <a:pt x="570090" y="2093505"/>
                  </a:lnTo>
                  <a:lnTo>
                    <a:pt x="569018" y="2093939"/>
                  </a:lnTo>
                  <a:lnTo>
                    <a:pt x="567947" y="2094372"/>
                  </a:lnTo>
                  <a:lnTo>
                    <a:pt x="566875" y="2094805"/>
                  </a:lnTo>
                  <a:lnTo>
                    <a:pt x="565804" y="2095239"/>
                  </a:lnTo>
                  <a:lnTo>
                    <a:pt x="564732" y="2095671"/>
                  </a:lnTo>
                  <a:lnTo>
                    <a:pt x="563660" y="2096104"/>
                  </a:lnTo>
                  <a:lnTo>
                    <a:pt x="562589" y="2096536"/>
                  </a:lnTo>
                  <a:lnTo>
                    <a:pt x="561517" y="2096968"/>
                  </a:lnTo>
                  <a:lnTo>
                    <a:pt x="560446" y="2097400"/>
                  </a:lnTo>
                  <a:lnTo>
                    <a:pt x="559374" y="2097832"/>
                  </a:lnTo>
                  <a:lnTo>
                    <a:pt x="558302" y="2098264"/>
                  </a:lnTo>
                  <a:lnTo>
                    <a:pt x="557231" y="2098695"/>
                  </a:lnTo>
                  <a:lnTo>
                    <a:pt x="556159" y="2099126"/>
                  </a:lnTo>
                  <a:lnTo>
                    <a:pt x="555088" y="2099557"/>
                  </a:lnTo>
                  <a:lnTo>
                    <a:pt x="554016" y="2099987"/>
                  </a:lnTo>
                  <a:lnTo>
                    <a:pt x="552944" y="2100418"/>
                  </a:lnTo>
                  <a:lnTo>
                    <a:pt x="551873" y="2100848"/>
                  </a:lnTo>
                  <a:lnTo>
                    <a:pt x="550801" y="2101278"/>
                  </a:lnTo>
                  <a:lnTo>
                    <a:pt x="549730" y="2101708"/>
                  </a:lnTo>
                  <a:lnTo>
                    <a:pt x="548658" y="2102137"/>
                  </a:lnTo>
                  <a:lnTo>
                    <a:pt x="547586" y="2102566"/>
                  </a:lnTo>
                  <a:lnTo>
                    <a:pt x="546515" y="2102995"/>
                  </a:lnTo>
                  <a:lnTo>
                    <a:pt x="545443" y="2103424"/>
                  </a:lnTo>
                  <a:lnTo>
                    <a:pt x="544372" y="2103853"/>
                  </a:lnTo>
                  <a:lnTo>
                    <a:pt x="543300" y="2104281"/>
                  </a:lnTo>
                  <a:lnTo>
                    <a:pt x="542228" y="2104709"/>
                  </a:lnTo>
                  <a:lnTo>
                    <a:pt x="541157" y="2105137"/>
                  </a:lnTo>
                  <a:lnTo>
                    <a:pt x="540085" y="2105565"/>
                  </a:lnTo>
                  <a:lnTo>
                    <a:pt x="539014" y="2105992"/>
                  </a:lnTo>
                  <a:lnTo>
                    <a:pt x="537942" y="2106419"/>
                  </a:lnTo>
                  <a:lnTo>
                    <a:pt x="536870" y="2106846"/>
                  </a:lnTo>
                  <a:lnTo>
                    <a:pt x="535799" y="2107273"/>
                  </a:lnTo>
                  <a:lnTo>
                    <a:pt x="534727" y="2107699"/>
                  </a:lnTo>
                  <a:lnTo>
                    <a:pt x="533656" y="2108125"/>
                  </a:lnTo>
                  <a:lnTo>
                    <a:pt x="532584" y="2108551"/>
                  </a:lnTo>
                  <a:lnTo>
                    <a:pt x="531513" y="2108976"/>
                  </a:lnTo>
                  <a:lnTo>
                    <a:pt x="530441" y="2109402"/>
                  </a:lnTo>
                  <a:lnTo>
                    <a:pt x="529369" y="2109827"/>
                  </a:lnTo>
                  <a:lnTo>
                    <a:pt x="528298" y="2110252"/>
                  </a:lnTo>
                  <a:lnTo>
                    <a:pt x="527226" y="2110676"/>
                  </a:lnTo>
                  <a:lnTo>
                    <a:pt x="526155" y="2111101"/>
                  </a:lnTo>
                  <a:lnTo>
                    <a:pt x="525083" y="2111525"/>
                  </a:lnTo>
                  <a:lnTo>
                    <a:pt x="524011" y="2111949"/>
                  </a:lnTo>
                  <a:lnTo>
                    <a:pt x="522940" y="2112372"/>
                  </a:lnTo>
                  <a:lnTo>
                    <a:pt x="521868" y="2112796"/>
                  </a:lnTo>
                  <a:lnTo>
                    <a:pt x="520797" y="2113219"/>
                  </a:lnTo>
                  <a:lnTo>
                    <a:pt x="519725" y="2113642"/>
                  </a:lnTo>
                  <a:lnTo>
                    <a:pt x="518653" y="2114064"/>
                  </a:lnTo>
                  <a:lnTo>
                    <a:pt x="517582" y="2114486"/>
                  </a:lnTo>
                  <a:lnTo>
                    <a:pt x="516510" y="2114908"/>
                  </a:lnTo>
                  <a:lnTo>
                    <a:pt x="515439" y="2115330"/>
                  </a:lnTo>
                  <a:lnTo>
                    <a:pt x="514367" y="2115752"/>
                  </a:lnTo>
                  <a:lnTo>
                    <a:pt x="513295" y="2116173"/>
                  </a:lnTo>
                  <a:lnTo>
                    <a:pt x="512224" y="2116594"/>
                  </a:lnTo>
                  <a:lnTo>
                    <a:pt x="511152" y="2117014"/>
                  </a:lnTo>
                  <a:lnTo>
                    <a:pt x="510081" y="2117435"/>
                  </a:lnTo>
                  <a:lnTo>
                    <a:pt x="509009" y="2117855"/>
                  </a:lnTo>
                  <a:lnTo>
                    <a:pt x="507937" y="2118275"/>
                  </a:lnTo>
                  <a:lnTo>
                    <a:pt x="506866" y="2118694"/>
                  </a:lnTo>
                  <a:lnTo>
                    <a:pt x="505794" y="2119114"/>
                  </a:lnTo>
                  <a:lnTo>
                    <a:pt x="504723" y="2119533"/>
                  </a:lnTo>
                  <a:lnTo>
                    <a:pt x="503651" y="2119951"/>
                  </a:lnTo>
                  <a:lnTo>
                    <a:pt x="502579" y="2120370"/>
                  </a:lnTo>
                  <a:lnTo>
                    <a:pt x="501508" y="2120788"/>
                  </a:lnTo>
                  <a:lnTo>
                    <a:pt x="500436" y="2121206"/>
                  </a:lnTo>
                  <a:lnTo>
                    <a:pt x="499365" y="2121623"/>
                  </a:lnTo>
                  <a:lnTo>
                    <a:pt x="498293" y="2122041"/>
                  </a:lnTo>
                  <a:lnTo>
                    <a:pt x="497221" y="2122458"/>
                  </a:lnTo>
                  <a:lnTo>
                    <a:pt x="496150" y="2122874"/>
                  </a:lnTo>
                  <a:lnTo>
                    <a:pt x="495078" y="2123291"/>
                  </a:lnTo>
                  <a:lnTo>
                    <a:pt x="494007" y="2123707"/>
                  </a:lnTo>
                  <a:lnTo>
                    <a:pt x="492935" y="2124123"/>
                  </a:lnTo>
                  <a:lnTo>
                    <a:pt x="491863" y="2124539"/>
                  </a:lnTo>
                  <a:lnTo>
                    <a:pt x="490792" y="2124954"/>
                  </a:lnTo>
                  <a:lnTo>
                    <a:pt x="489720" y="2125369"/>
                  </a:lnTo>
                  <a:lnTo>
                    <a:pt x="488649" y="2125784"/>
                  </a:lnTo>
                  <a:lnTo>
                    <a:pt x="487577" y="2126198"/>
                  </a:lnTo>
                  <a:lnTo>
                    <a:pt x="486505" y="2126612"/>
                  </a:lnTo>
                  <a:lnTo>
                    <a:pt x="485434" y="2127026"/>
                  </a:lnTo>
                  <a:lnTo>
                    <a:pt x="484362" y="2127439"/>
                  </a:lnTo>
                  <a:lnTo>
                    <a:pt x="483291" y="2127853"/>
                  </a:lnTo>
                  <a:lnTo>
                    <a:pt x="482219" y="2128266"/>
                  </a:lnTo>
                  <a:lnTo>
                    <a:pt x="481147" y="2128678"/>
                  </a:lnTo>
                  <a:lnTo>
                    <a:pt x="480076" y="2129090"/>
                  </a:lnTo>
                  <a:lnTo>
                    <a:pt x="479004" y="2129503"/>
                  </a:lnTo>
                  <a:lnTo>
                    <a:pt x="477933" y="2129914"/>
                  </a:lnTo>
                  <a:lnTo>
                    <a:pt x="476861" y="2130326"/>
                  </a:lnTo>
                  <a:lnTo>
                    <a:pt x="475789" y="2130737"/>
                  </a:lnTo>
                  <a:lnTo>
                    <a:pt x="474718" y="2131148"/>
                  </a:lnTo>
                  <a:lnTo>
                    <a:pt x="473646" y="2131558"/>
                  </a:lnTo>
                  <a:lnTo>
                    <a:pt x="472575" y="2131968"/>
                  </a:lnTo>
                  <a:lnTo>
                    <a:pt x="471503" y="2132378"/>
                  </a:lnTo>
                  <a:lnTo>
                    <a:pt x="470431" y="2132788"/>
                  </a:lnTo>
                  <a:lnTo>
                    <a:pt x="469360" y="2133197"/>
                  </a:lnTo>
                  <a:lnTo>
                    <a:pt x="468288" y="2133606"/>
                  </a:lnTo>
                  <a:lnTo>
                    <a:pt x="467217" y="2134014"/>
                  </a:lnTo>
                  <a:lnTo>
                    <a:pt x="466145" y="2134423"/>
                  </a:lnTo>
                  <a:lnTo>
                    <a:pt x="465073" y="2134831"/>
                  </a:lnTo>
                  <a:lnTo>
                    <a:pt x="464002" y="2135238"/>
                  </a:lnTo>
                  <a:lnTo>
                    <a:pt x="462930" y="2135646"/>
                  </a:lnTo>
                  <a:lnTo>
                    <a:pt x="461859" y="2136053"/>
                  </a:lnTo>
                  <a:lnTo>
                    <a:pt x="460787" y="2136459"/>
                  </a:lnTo>
                  <a:lnTo>
                    <a:pt x="459715" y="2136866"/>
                  </a:lnTo>
                  <a:lnTo>
                    <a:pt x="458644" y="2137272"/>
                  </a:lnTo>
                  <a:lnTo>
                    <a:pt x="457572" y="2137678"/>
                  </a:lnTo>
                  <a:lnTo>
                    <a:pt x="456501" y="2138083"/>
                  </a:lnTo>
                  <a:lnTo>
                    <a:pt x="455429" y="2138488"/>
                  </a:lnTo>
                  <a:lnTo>
                    <a:pt x="454357" y="2138893"/>
                  </a:lnTo>
                  <a:lnTo>
                    <a:pt x="453286" y="2139297"/>
                  </a:lnTo>
                  <a:lnTo>
                    <a:pt x="452214" y="2139702"/>
                  </a:lnTo>
                  <a:lnTo>
                    <a:pt x="451143" y="2140105"/>
                  </a:lnTo>
                  <a:lnTo>
                    <a:pt x="450071" y="2140509"/>
                  </a:lnTo>
                  <a:lnTo>
                    <a:pt x="448999" y="2140912"/>
                  </a:lnTo>
                  <a:lnTo>
                    <a:pt x="447928" y="2141315"/>
                  </a:lnTo>
                  <a:lnTo>
                    <a:pt x="446856" y="2141717"/>
                  </a:lnTo>
                  <a:lnTo>
                    <a:pt x="445785" y="2142119"/>
                  </a:lnTo>
                  <a:lnTo>
                    <a:pt x="444713" y="2142521"/>
                  </a:lnTo>
                  <a:lnTo>
                    <a:pt x="443641" y="2142923"/>
                  </a:lnTo>
                  <a:lnTo>
                    <a:pt x="442570" y="2143324"/>
                  </a:lnTo>
                  <a:lnTo>
                    <a:pt x="441498" y="2143725"/>
                  </a:lnTo>
                  <a:lnTo>
                    <a:pt x="440427" y="2144125"/>
                  </a:lnTo>
                  <a:lnTo>
                    <a:pt x="439355" y="2144525"/>
                  </a:lnTo>
                  <a:lnTo>
                    <a:pt x="438283" y="2144925"/>
                  </a:lnTo>
                  <a:lnTo>
                    <a:pt x="437212" y="2145325"/>
                  </a:lnTo>
                  <a:lnTo>
                    <a:pt x="436140" y="2145724"/>
                  </a:lnTo>
                  <a:lnTo>
                    <a:pt x="435069" y="2146123"/>
                  </a:lnTo>
                  <a:lnTo>
                    <a:pt x="433997" y="2146521"/>
                  </a:lnTo>
                  <a:lnTo>
                    <a:pt x="432925" y="2146919"/>
                  </a:lnTo>
                  <a:lnTo>
                    <a:pt x="431854" y="2147317"/>
                  </a:lnTo>
                  <a:lnTo>
                    <a:pt x="430782" y="2147714"/>
                  </a:lnTo>
                  <a:lnTo>
                    <a:pt x="429711" y="2148111"/>
                  </a:lnTo>
                  <a:lnTo>
                    <a:pt x="428639" y="2148508"/>
                  </a:lnTo>
                  <a:lnTo>
                    <a:pt x="427567" y="2148905"/>
                  </a:lnTo>
                  <a:lnTo>
                    <a:pt x="426496" y="2149301"/>
                  </a:lnTo>
                  <a:lnTo>
                    <a:pt x="425424" y="2149696"/>
                  </a:lnTo>
                  <a:lnTo>
                    <a:pt x="424353" y="2150092"/>
                  </a:lnTo>
                  <a:lnTo>
                    <a:pt x="423281" y="2150487"/>
                  </a:lnTo>
                  <a:lnTo>
                    <a:pt x="422209" y="2150881"/>
                  </a:lnTo>
                  <a:lnTo>
                    <a:pt x="421138" y="2151276"/>
                  </a:lnTo>
                  <a:lnTo>
                    <a:pt x="420066" y="2151670"/>
                  </a:lnTo>
                  <a:lnTo>
                    <a:pt x="418995" y="2152063"/>
                  </a:lnTo>
                  <a:lnTo>
                    <a:pt x="417923" y="2152456"/>
                  </a:lnTo>
                  <a:lnTo>
                    <a:pt x="416851" y="2152849"/>
                  </a:lnTo>
                  <a:lnTo>
                    <a:pt x="415780" y="2153242"/>
                  </a:lnTo>
                  <a:lnTo>
                    <a:pt x="414708" y="2153634"/>
                  </a:lnTo>
                  <a:lnTo>
                    <a:pt x="413637" y="2154026"/>
                  </a:lnTo>
                  <a:lnTo>
                    <a:pt x="412565" y="2154417"/>
                  </a:lnTo>
                  <a:lnTo>
                    <a:pt x="411493" y="2154809"/>
                  </a:lnTo>
                  <a:lnTo>
                    <a:pt x="410422" y="2155199"/>
                  </a:lnTo>
                  <a:lnTo>
                    <a:pt x="409350" y="2155590"/>
                  </a:lnTo>
                  <a:lnTo>
                    <a:pt x="408279" y="2155980"/>
                  </a:lnTo>
                  <a:lnTo>
                    <a:pt x="407207" y="2156370"/>
                  </a:lnTo>
                  <a:lnTo>
                    <a:pt x="406135" y="2156759"/>
                  </a:lnTo>
                  <a:lnTo>
                    <a:pt x="405064" y="2157148"/>
                  </a:lnTo>
                  <a:lnTo>
                    <a:pt x="403992" y="2157536"/>
                  </a:lnTo>
                  <a:lnTo>
                    <a:pt x="402921" y="2157925"/>
                  </a:lnTo>
                  <a:lnTo>
                    <a:pt x="401849" y="2158313"/>
                  </a:lnTo>
                  <a:lnTo>
                    <a:pt x="400777" y="2158700"/>
                  </a:lnTo>
                  <a:lnTo>
                    <a:pt x="399706" y="2159087"/>
                  </a:lnTo>
                  <a:lnTo>
                    <a:pt x="398634" y="2159474"/>
                  </a:lnTo>
                  <a:lnTo>
                    <a:pt x="397563" y="2159861"/>
                  </a:lnTo>
                  <a:lnTo>
                    <a:pt x="396491" y="2160247"/>
                  </a:lnTo>
                  <a:lnTo>
                    <a:pt x="395419" y="2160632"/>
                  </a:lnTo>
                  <a:lnTo>
                    <a:pt x="394348" y="2161018"/>
                  </a:lnTo>
                  <a:lnTo>
                    <a:pt x="393276" y="2161403"/>
                  </a:lnTo>
                  <a:lnTo>
                    <a:pt x="392205" y="2161787"/>
                  </a:lnTo>
                  <a:lnTo>
                    <a:pt x="391133" y="2162172"/>
                  </a:lnTo>
                  <a:lnTo>
                    <a:pt x="390061" y="2162556"/>
                  </a:lnTo>
                  <a:lnTo>
                    <a:pt x="388990" y="2162939"/>
                  </a:lnTo>
                  <a:lnTo>
                    <a:pt x="387918" y="2163322"/>
                  </a:lnTo>
                  <a:lnTo>
                    <a:pt x="386847" y="2163705"/>
                  </a:lnTo>
                  <a:lnTo>
                    <a:pt x="385775" y="2164088"/>
                  </a:lnTo>
                  <a:lnTo>
                    <a:pt x="384703" y="2164470"/>
                  </a:lnTo>
                  <a:lnTo>
                    <a:pt x="383632" y="2164851"/>
                  </a:lnTo>
                  <a:lnTo>
                    <a:pt x="382560" y="2165233"/>
                  </a:lnTo>
                  <a:lnTo>
                    <a:pt x="381489" y="2165614"/>
                  </a:lnTo>
                  <a:lnTo>
                    <a:pt x="380417" y="2165994"/>
                  </a:lnTo>
                  <a:lnTo>
                    <a:pt x="379345" y="2166374"/>
                  </a:lnTo>
                  <a:lnTo>
                    <a:pt x="378274" y="2166754"/>
                  </a:lnTo>
                  <a:lnTo>
                    <a:pt x="377202" y="2167134"/>
                  </a:lnTo>
                  <a:lnTo>
                    <a:pt x="376131" y="2167513"/>
                  </a:lnTo>
                  <a:lnTo>
                    <a:pt x="375059" y="2167892"/>
                  </a:lnTo>
                  <a:lnTo>
                    <a:pt x="373987" y="2168270"/>
                  </a:lnTo>
                  <a:lnTo>
                    <a:pt x="372916" y="2168648"/>
                  </a:lnTo>
                  <a:lnTo>
                    <a:pt x="371844" y="2169026"/>
                  </a:lnTo>
                  <a:lnTo>
                    <a:pt x="370773" y="2169403"/>
                  </a:lnTo>
                  <a:lnTo>
                    <a:pt x="369701" y="2169780"/>
                  </a:lnTo>
                  <a:lnTo>
                    <a:pt x="368629" y="2170157"/>
                  </a:lnTo>
                  <a:lnTo>
                    <a:pt x="367558" y="2170533"/>
                  </a:lnTo>
                  <a:lnTo>
                    <a:pt x="366486" y="2170909"/>
                  </a:lnTo>
                  <a:lnTo>
                    <a:pt x="365415" y="2171284"/>
                  </a:lnTo>
                  <a:lnTo>
                    <a:pt x="364343" y="2171659"/>
                  </a:lnTo>
                  <a:lnTo>
                    <a:pt x="363271" y="2172034"/>
                  </a:lnTo>
                  <a:lnTo>
                    <a:pt x="362200" y="2172408"/>
                  </a:lnTo>
                  <a:lnTo>
                    <a:pt x="361128" y="2172782"/>
                  </a:lnTo>
                  <a:lnTo>
                    <a:pt x="360057" y="2173156"/>
                  </a:lnTo>
                  <a:lnTo>
                    <a:pt x="358985" y="2173529"/>
                  </a:lnTo>
                  <a:lnTo>
                    <a:pt x="357913" y="2173902"/>
                  </a:lnTo>
                  <a:lnTo>
                    <a:pt x="356842" y="2174274"/>
                  </a:lnTo>
                  <a:lnTo>
                    <a:pt x="355770" y="2174646"/>
                  </a:lnTo>
                  <a:lnTo>
                    <a:pt x="354699" y="2175018"/>
                  </a:lnTo>
                  <a:lnTo>
                    <a:pt x="353627" y="2175390"/>
                  </a:lnTo>
                  <a:lnTo>
                    <a:pt x="352556" y="2175761"/>
                  </a:lnTo>
                  <a:lnTo>
                    <a:pt x="351484" y="2176131"/>
                  </a:lnTo>
                  <a:lnTo>
                    <a:pt x="350412" y="2176502"/>
                  </a:lnTo>
                  <a:lnTo>
                    <a:pt x="349341" y="2176871"/>
                  </a:lnTo>
                  <a:lnTo>
                    <a:pt x="348269" y="2177241"/>
                  </a:lnTo>
                  <a:lnTo>
                    <a:pt x="347198" y="2177610"/>
                  </a:lnTo>
                  <a:lnTo>
                    <a:pt x="346126" y="2177979"/>
                  </a:lnTo>
                  <a:lnTo>
                    <a:pt x="345054" y="2178347"/>
                  </a:lnTo>
                  <a:lnTo>
                    <a:pt x="343983" y="2178715"/>
                  </a:lnTo>
                  <a:lnTo>
                    <a:pt x="342911" y="2179083"/>
                  </a:lnTo>
                  <a:lnTo>
                    <a:pt x="341840" y="2179450"/>
                  </a:lnTo>
                  <a:lnTo>
                    <a:pt x="340768" y="2179817"/>
                  </a:lnTo>
                  <a:lnTo>
                    <a:pt x="339696" y="2180184"/>
                  </a:lnTo>
                  <a:lnTo>
                    <a:pt x="338625" y="2180550"/>
                  </a:lnTo>
                  <a:lnTo>
                    <a:pt x="337553" y="2180916"/>
                  </a:lnTo>
                  <a:lnTo>
                    <a:pt x="336482" y="2181281"/>
                  </a:lnTo>
                  <a:lnTo>
                    <a:pt x="335410" y="2181646"/>
                  </a:lnTo>
                  <a:lnTo>
                    <a:pt x="334338" y="2182011"/>
                  </a:lnTo>
                  <a:lnTo>
                    <a:pt x="333267" y="2182375"/>
                  </a:lnTo>
                  <a:lnTo>
                    <a:pt x="332195" y="2182739"/>
                  </a:lnTo>
                  <a:lnTo>
                    <a:pt x="331124" y="2183103"/>
                  </a:lnTo>
                  <a:lnTo>
                    <a:pt x="330052" y="2183466"/>
                  </a:lnTo>
                  <a:lnTo>
                    <a:pt x="328980" y="2183829"/>
                  </a:lnTo>
                  <a:lnTo>
                    <a:pt x="327909" y="2184191"/>
                  </a:lnTo>
                  <a:lnTo>
                    <a:pt x="326837" y="2184553"/>
                  </a:lnTo>
                  <a:lnTo>
                    <a:pt x="325766" y="2184915"/>
                  </a:lnTo>
                  <a:lnTo>
                    <a:pt x="324694" y="2185276"/>
                  </a:lnTo>
                  <a:lnTo>
                    <a:pt x="323622" y="2185637"/>
                  </a:lnTo>
                  <a:lnTo>
                    <a:pt x="322551" y="2185998"/>
                  </a:lnTo>
                  <a:lnTo>
                    <a:pt x="321479" y="2186358"/>
                  </a:lnTo>
                  <a:lnTo>
                    <a:pt x="320408" y="2186718"/>
                  </a:lnTo>
                  <a:lnTo>
                    <a:pt x="319336" y="2187077"/>
                  </a:lnTo>
                  <a:lnTo>
                    <a:pt x="318264" y="2187436"/>
                  </a:lnTo>
                  <a:lnTo>
                    <a:pt x="317193" y="2187795"/>
                  </a:lnTo>
                  <a:lnTo>
                    <a:pt x="316121" y="2188153"/>
                  </a:lnTo>
                  <a:lnTo>
                    <a:pt x="315050" y="2188511"/>
                  </a:lnTo>
                  <a:lnTo>
                    <a:pt x="313978" y="2188869"/>
                  </a:lnTo>
                  <a:lnTo>
                    <a:pt x="312906" y="2189226"/>
                  </a:lnTo>
                  <a:lnTo>
                    <a:pt x="311835" y="2189583"/>
                  </a:lnTo>
                  <a:lnTo>
                    <a:pt x="310763" y="2189939"/>
                  </a:lnTo>
                  <a:lnTo>
                    <a:pt x="309692" y="2190295"/>
                  </a:lnTo>
                  <a:lnTo>
                    <a:pt x="308620" y="2190651"/>
                  </a:lnTo>
                  <a:lnTo>
                    <a:pt x="307548" y="2191007"/>
                  </a:lnTo>
                  <a:lnTo>
                    <a:pt x="306477" y="2191362"/>
                  </a:lnTo>
                  <a:lnTo>
                    <a:pt x="305405" y="2191716"/>
                  </a:lnTo>
                  <a:lnTo>
                    <a:pt x="304334" y="2192070"/>
                  </a:lnTo>
                  <a:lnTo>
                    <a:pt x="303262" y="2192424"/>
                  </a:lnTo>
                  <a:lnTo>
                    <a:pt x="302190" y="2192778"/>
                  </a:lnTo>
                  <a:lnTo>
                    <a:pt x="301119" y="2193131"/>
                  </a:lnTo>
                  <a:lnTo>
                    <a:pt x="300047" y="2193484"/>
                  </a:lnTo>
                  <a:lnTo>
                    <a:pt x="298976" y="2193836"/>
                  </a:lnTo>
                  <a:lnTo>
                    <a:pt x="297904" y="2194188"/>
                  </a:lnTo>
                  <a:lnTo>
                    <a:pt x="296832" y="2194540"/>
                  </a:lnTo>
                  <a:lnTo>
                    <a:pt x="295761" y="2194891"/>
                  </a:lnTo>
                  <a:lnTo>
                    <a:pt x="294689" y="2195242"/>
                  </a:lnTo>
                  <a:lnTo>
                    <a:pt x="293618" y="2195592"/>
                  </a:lnTo>
                  <a:lnTo>
                    <a:pt x="292546" y="2195942"/>
                  </a:lnTo>
                  <a:lnTo>
                    <a:pt x="291474" y="2196292"/>
                  </a:lnTo>
                  <a:lnTo>
                    <a:pt x="290403" y="2196642"/>
                  </a:lnTo>
                  <a:lnTo>
                    <a:pt x="289331" y="2196991"/>
                  </a:lnTo>
                  <a:lnTo>
                    <a:pt x="288260" y="2197339"/>
                  </a:lnTo>
                  <a:lnTo>
                    <a:pt x="287188" y="2197688"/>
                  </a:lnTo>
                  <a:lnTo>
                    <a:pt x="286116" y="2198036"/>
                  </a:lnTo>
                  <a:lnTo>
                    <a:pt x="285045" y="2198383"/>
                  </a:lnTo>
                  <a:lnTo>
                    <a:pt x="283973" y="2198730"/>
                  </a:lnTo>
                  <a:lnTo>
                    <a:pt x="282902" y="2199077"/>
                  </a:lnTo>
                  <a:lnTo>
                    <a:pt x="281830" y="2199423"/>
                  </a:lnTo>
                  <a:lnTo>
                    <a:pt x="280758" y="2199770"/>
                  </a:lnTo>
                  <a:lnTo>
                    <a:pt x="279687" y="2200115"/>
                  </a:lnTo>
                  <a:lnTo>
                    <a:pt x="278615" y="2200461"/>
                  </a:lnTo>
                  <a:lnTo>
                    <a:pt x="277544" y="2200805"/>
                  </a:lnTo>
                  <a:lnTo>
                    <a:pt x="276472" y="2201150"/>
                  </a:lnTo>
                  <a:lnTo>
                    <a:pt x="275400" y="2201494"/>
                  </a:lnTo>
                  <a:lnTo>
                    <a:pt x="274329" y="2201838"/>
                  </a:lnTo>
                  <a:lnTo>
                    <a:pt x="273257" y="2202182"/>
                  </a:lnTo>
                  <a:lnTo>
                    <a:pt x="272186" y="2202525"/>
                  </a:lnTo>
                  <a:lnTo>
                    <a:pt x="271114" y="2202867"/>
                  </a:lnTo>
                  <a:lnTo>
                    <a:pt x="270042" y="2203210"/>
                  </a:lnTo>
                  <a:lnTo>
                    <a:pt x="268971" y="2203552"/>
                  </a:lnTo>
                  <a:lnTo>
                    <a:pt x="267899" y="2203893"/>
                  </a:lnTo>
                  <a:lnTo>
                    <a:pt x="266828" y="2204235"/>
                  </a:lnTo>
                  <a:lnTo>
                    <a:pt x="265756" y="2204575"/>
                  </a:lnTo>
                  <a:lnTo>
                    <a:pt x="264684" y="2204916"/>
                  </a:lnTo>
                  <a:lnTo>
                    <a:pt x="263613" y="2205256"/>
                  </a:lnTo>
                  <a:lnTo>
                    <a:pt x="262541" y="2205596"/>
                  </a:lnTo>
                  <a:lnTo>
                    <a:pt x="261470" y="2205935"/>
                  </a:lnTo>
                  <a:lnTo>
                    <a:pt x="260398" y="2206274"/>
                  </a:lnTo>
                  <a:lnTo>
                    <a:pt x="259326" y="2206613"/>
                  </a:lnTo>
                  <a:lnTo>
                    <a:pt x="258255" y="2206951"/>
                  </a:lnTo>
                  <a:lnTo>
                    <a:pt x="257183" y="2207289"/>
                  </a:lnTo>
                  <a:lnTo>
                    <a:pt x="256112" y="2207627"/>
                  </a:lnTo>
                  <a:lnTo>
                    <a:pt x="255040" y="2207964"/>
                  </a:lnTo>
                  <a:lnTo>
                    <a:pt x="253968" y="2208301"/>
                  </a:lnTo>
                  <a:lnTo>
                    <a:pt x="252897" y="2208637"/>
                  </a:lnTo>
                  <a:lnTo>
                    <a:pt x="251825" y="2208973"/>
                  </a:lnTo>
                  <a:lnTo>
                    <a:pt x="250754" y="2209309"/>
                  </a:lnTo>
                  <a:lnTo>
                    <a:pt x="249682" y="2209644"/>
                  </a:lnTo>
                  <a:lnTo>
                    <a:pt x="248610" y="2209979"/>
                  </a:lnTo>
                  <a:lnTo>
                    <a:pt x="247539" y="2210314"/>
                  </a:lnTo>
                  <a:lnTo>
                    <a:pt x="246467" y="2210648"/>
                  </a:lnTo>
                  <a:lnTo>
                    <a:pt x="245396" y="2210982"/>
                  </a:lnTo>
                  <a:lnTo>
                    <a:pt x="244324" y="2211316"/>
                  </a:lnTo>
                  <a:lnTo>
                    <a:pt x="243252" y="2211649"/>
                  </a:lnTo>
                  <a:lnTo>
                    <a:pt x="242181" y="2211982"/>
                  </a:lnTo>
                  <a:lnTo>
                    <a:pt x="241109" y="2212314"/>
                  </a:lnTo>
                  <a:lnTo>
                    <a:pt x="240038" y="2212646"/>
                  </a:lnTo>
                  <a:lnTo>
                    <a:pt x="238966" y="2212978"/>
                  </a:lnTo>
                  <a:lnTo>
                    <a:pt x="237894" y="2213309"/>
                  </a:lnTo>
                  <a:lnTo>
                    <a:pt x="236823" y="2213640"/>
                  </a:lnTo>
                  <a:lnTo>
                    <a:pt x="235751" y="2213971"/>
                  </a:lnTo>
                  <a:lnTo>
                    <a:pt x="234680" y="2214301"/>
                  </a:lnTo>
                  <a:lnTo>
                    <a:pt x="233608" y="2214631"/>
                  </a:lnTo>
                  <a:lnTo>
                    <a:pt x="232536" y="2214960"/>
                  </a:lnTo>
                  <a:lnTo>
                    <a:pt x="231465" y="2215289"/>
                  </a:lnTo>
                  <a:lnTo>
                    <a:pt x="230393" y="2215618"/>
                  </a:lnTo>
                  <a:lnTo>
                    <a:pt x="229322" y="2215946"/>
                  </a:lnTo>
                  <a:lnTo>
                    <a:pt x="228250" y="2216275"/>
                  </a:lnTo>
                  <a:lnTo>
                    <a:pt x="227178" y="2216602"/>
                  </a:lnTo>
                  <a:lnTo>
                    <a:pt x="226107" y="2216929"/>
                  </a:lnTo>
                  <a:lnTo>
                    <a:pt x="225035" y="2217256"/>
                  </a:lnTo>
                  <a:lnTo>
                    <a:pt x="223964" y="2217583"/>
                  </a:lnTo>
                  <a:lnTo>
                    <a:pt x="222892" y="2217909"/>
                  </a:lnTo>
                  <a:lnTo>
                    <a:pt x="221820" y="2218235"/>
                  </a:lnTo>
                  <a:lnTo>
                    <a:pt x="220749" y="2218561"/>
                  </a:lnTo>
                  <a:lnTo>
                    <a:pt x="219677" y="2218886"/>
                  </a:lnTo>
                  <a:lnTo>
                    <a:pt x="218606" y="2219211"/>
                  </a:lnTo>
                  <a:lnTo>
                    <a:pt x="217534" y="2219535"/>
                  </a:lnTo>
                  <a:lnTo>
                    <a:pt x="216462" y="2219859"/>
                  </a:lnTo>
                  <a:lnTo>
                    <a:pt x="215391" y="2220183"/>
                  </a:lnTo>
                  <a:lnTo>
                    <a:pt x="214319" y="2220506"/>
                  </a:lnTo>
                  <a:lnTo>
                    <a:pt x="213248" y="2220829"/>
                  </a:lnTo>
                  <a:lnTo>
                    <a:pt x="212176" y="2221152"/>
                  </a:lnTo>
                  <a:lnTo>
                    <a:pt x="211104" y="2221474"/>
                  </a:lnTo>
                  <a:lnTo>
                    <a:pt x="210033" y="2221796"/>
                  </a:lnTo>
                  <a:lnTo>
                    <a:pt x="208961" y="2222117"/>
                  </a:lnTo>
                  <a:lnTo>
                    <a:pt x="207890" y="2222438"/>
                  </a:lnTo>
                  <a:lnTo>
                    <a:pt x="206818" y="2222759"/>
                  </a:lnTo>
                  <a:lnTo>
                    <a:pt x="205746" y="2223080"/>
                  </a:lnTo>
                  <a:lnTo>
                    <a:pt x="204675" y="2223400"/>
                  </a:lnTo>
                  <a:lnTo>
                    <a:pt x="203603" y="2223719"/>
                  </a:lnTo>
                  <a:lnTo>
                    <a:pt x="202532" y="2224039"/>
                  </a:lnTo>
                  <a:lnTo>
                    <a:pt x="201460" y="2224358"/>
                  </a:lnTo>
                  <a:lnTo>
                    <a:pt x="200388" y="2224676"/>
                  </a:lnTo>
                  <a:lnTo>
                    <a:pt x="199317" y="2224995"/>
                  </a:lnTo>
                  <a:lnTo>
                    <a:pt x="198245" y="2225313"/>
                  </a:lnTo>
                  <a:lnTo>
                    <a:pt x="197174" y="2225630"/>
                  </a:lnTo>
                  <a:lnTo>
                    <a:pt x="196102" y="2225947"/>
                  </a:lnTo>
                  <a:lnTo>
                    <a:pt x="195030" y="2226264"/>
                  </a:lnTo>
                  <a:lnTo>
                    <a:pt x="193959" y="2226581"/>
                  </a:lnTo>
                  <a:lnTo>
                    <a:pt x="192887" y="2226897"/>
                  </a:lnTo>
                  <a:lnTo>
                    <a:pt x="191816" y="2227213"/>
                  </a:lnTo>
                  <a:lnTo>
                    <a:pt x="190744" y="2227528"/>
                  </a:lnTo>
                  <a:lnTo>
                    <a:pt x="189672" y="2227843"/>
                  </a:lnTo>
                  <a:lnTo>
                    <a:pt x="188601" y="2228158"/>
                  </a:lnTo>
                  <a:lnTo>
                    <a:pt x="187529" y="2228472"/>
                  </a:lnTo>
                  <a:lnTo>
                    <a:pt x="186458" y="2228786"/>
                  </a:lnTo>
                  <a:lnTo>
                    <a:pt x="185386" y="2229100"/>
                  </a:lnTo>
                  <a:lnTo>
                    <a:pt x="184314" y="2229413"/>
                  </a:lnTo>
                  <a:lnTo>
                    <a:pt x="183243" y="2229726"/>
                  </a:lnTo>
                  <a:lnTo>
                    <a:pt x="182171" y="2230039"/>
                  </a:lnTo>
                  <a:lnTo>
                    <a:pt x="181100" y="2230351"/>
                  </a:lnTo>
                  <a:lnTo>
                    <a:pt x="180028" y="2230663"/>
                  </a:lnTo>
                  <a:lnTo>
                    <a:pt x="178956" y="2230974"/>
                  </a:lnTo>
                  <a:lnTo>
                    <a:pt x="177885" y="2231286"/>
                  </a:lnTo>
                  <a:lnTo>
                    <a:pt x="176813" y="2231596"/>
                  </a:lnTo>
                  <a:lnTo>
                    <a:pt x="175742" y="2231907"/>
                  </a:lnTo>
                  <a:lnTo>
                    <a:pt x="174670" y="2232217"/>
                  </a:lnTo>
                  <a:lnTo>
                    <a:pt x="173599" y="2232527"/>
                  </a:lnTo>
                  <a:lnTo>
                    <a:pt x="172527" y="2232836"/>
                  </a:lnTo>
                  <a:lnTo>
                    <a:pt x="171455" y="2233145"/>
                  </a:lnTo>
                  <a:lnTo>
                    <a:pt x="170384" y="2233454"/>
                  </a:lnTo>
                  <a:lnTo>
                    <a:pt x="169312" y="2233762"/>
                  </a:lnTo>
                  <a:lnTo>
                    <a:pt x="168241" y="2234070"/>
                  </a:lnTo>
                  <a:lnTo>
                    <a:pt x="167169" y="2234378"/>
                  </a:lnTo>
                  <a:lnTo>
                    <a:pt x="166097" y="2234685"/>
                  </a:lnTo>
                  <a:lnTo>
                    <a:pt x="165026" y="2234992"/>
                  </a:lnTo>
                  <a:lnTo>
                    <a:pt x="163954" y="2235299"/>
                  </a:lnTo>
                  <a:lnTo>
                    <a:pt x="162883" y="2235605"/>
                  </a:lnTo>
                  <a:lnTo>
                    <a:pt x="161811" y="2235911"/>
                  </a:lnTo>
                  <a:lnTo>
                    <a:pt x="160739" y="2236216"/>
                  </a:lnTo>
                  <a:lnTo>
                    <a:pt x="159668" y="2236522"/>
                  </a:lnTo>
                  <a:lnTo>
                    <a:pt x="158596" y="2236826"/>
                  </a:lnTo>
                  <a:lnTo>
                    <a:pt x="157525" y="2237131"/>
                  </a:lnTo>
                  <a:lnTo>
                    <a:pt x="156453" y="2237435"/>
                  </a:lnTo>
                  <a:lnTo>
                    <a:pt x="155381" y="2237739"/>
                  </a:lnTo>
                  <a:lnTo>
                    <a:pt x="154310" y="2238042"/>
                  </a:lnTo>
                  <a:lnTo>
                    <a:pt x="153238" y="2238345"/>
                  </a:lnTo>
                  <a:lnTo>
                    <a:pt x="152167" y="2238648"/>
                  </a:lnTo>
                  <a:lnTo>
                    <a:pt x="151095" y="2238950"/>
                  </a:lnTo>
                  <a:lnTo>
                    <a:pt x="150023" y="2239253"/>
                  </a:lnTo>
                  <a:lnTo>
                    <a:pt x="148952" y="2239554"/>
                  </a:lnTo>
                  <a:lnTo>
                    <a:pt x="147880" y="2239856"/>
                  </a:lnTo>
                  <a:lnTo>
                    <a:pt x="146809" y="2240157"/>
                  </a:lnTo>
                  <a:lnTo>
                    <a:pt x="145737" y="2240457"/>
                  </a:lnTo>
                  <a:lnTo>
                    <a:pt x="144665" y="2240758"/>
                  </a:lnTo>
                  <a:lnTo>
                    <a:pt x="143594" y="2241058"/>
                  </a:lnTo>
                  <a:lnTo>
                    <a:pt x="142522" y="2241357"/>
                  </a:lnTo>
                  <a:lnTo>
                    <a:pt x="141451" y="2241657"/>
                  </a:lnTo>
                  <a:lnTo>
                    <a:pt x="140379" y="2241956"/>
                  </a:lnTo>
                  <a:lnTo>
                    <a:pt x="139307" y="2242254"/>
                  </a:lnTo>
                  <a:lnTo>
                    <a:pt x="138236" y="2242552"/>
                  </a:lnTo>
                  <a:lnTo>
                    <a:pt x="137164" y="2242850"/>
                  </a:lnTo>
                  <a:lnTo>
                    <a:pt x="136093" y="2243148"/>
                  </a:lnTo>
                  <a:lnTo>
                    <a:pt x="135021" y="2243445"/>
                  </a:lnTo>
                  <a:lnTo>
                    <a:pt x="133949" y="2243742"/>
                  </a:lnTo>
                  <a:lnTo>
                    <a:pt x="132878" y="2244038"/>
                  </a:lnTo>
                  <a:lnTo>
                    <a:pt x="131806" y="2244335"/>
                  </a:lnTo>
                  <a:lnTo>
                    <a:pt x="130735" y="2244631"/>
                  </a:lnTo>
                  <a:lnTo>
                    <a:pt x="129663" y="2244926"/>
                  </a:lnTo>
                  <a:lnTo>
                    <a:pt x="128591" y="2245221"/>
                  </a:lnTo>
                  <a:lnTo>
                    <a:pt x="127520" y="2245516"/>
                  </a:lnTo>
                  <a:lnTo>
                    <a:pt x="126448" y="2245811"/>
                  </a:lnTo>
                  <a:lnTo>
                    <a:pt x="125377" y="2246105"/>
                  </a:lnTo>
                  <a:lnTo>
                    <a:pt x="124305" y="2246398"/>
                  </a:lnTo>
                  <a:lnTo>
                    <a:pt x="123233" y="2246692"/>
                  </a:lnTo>
                  <a:lnTo>
                    <a:pt x="122162" y="2246985"/>
                  </a:lnTo>
                  <a:lnTo>
                    <a:pt x="121090" y="2247278"/>
                  </a:lnTo>
                  <a:lnTo>
                    <a:pt x="120019" y="2247570"/>
                  </a:lnTo>
                  <a:lnTo>
                    <a:pt x="118947" y="2247862"/>
                  </a:lnTo>
                  <a:lnTo>
                    <a:pt x="117875" y="2248154"/>
                  </a:lnTo>
                  <a:lnTo>
                    <a:pt x="116804" y="2248446"/>
                  </a:lnTo>
                  <a:lnTo>
                    <a:pt x="115732" y="2248737"/>
                  </a:lnTo>
                  <a:lnTo>
                    <a:pt x="114661" y="2249027"/>
                  </a:lnTo>
                  <a:lnTo>
                    <a:pt x="113589" y="2249318"/>
                  </a:lnTo>
                  <a:lnTo>
                    <a:pt x="112517" y="2249608"/>
                  </a:lnTo>
                  <a:lnTo>
                    <a:pt x="111446" y="2249898"/>
                  </a:lnTo>
                  <a:lnTo>
                    <a:pt x="110374" y="2250187"/>
                  </a:lnTo>
                  <a:lnTo>
                    <a:pt x="109303" y="2250476"/>
                  </a:lnTo>
                  <a:lnTo>
                    <a:pt x="108231" y="2250765"/>
                  </a:lnTo>
                  <a:lnTo>
                    <a:pt x="107159" y="2251053"/>
                  </a:lnTo>
                  <a:lnTo>
                    <a:pt x="106088" y="2251341"/>
                  </a:lnTo>
                  <a:lnTo>
                    <a:pt x="105016" y="2251629"/>
                  </a:lnTo>
                  <a:lnTo>
                    <a:pt x="103945" y="2251916"/>
                  </a:lnTo>
                  <a:lnTo>
                    <a:pt x="102873" y="2252204"/>
                  </a:lnTo>
                  <a:lnTo>
                    <a:pt x="101801" y="2252490"/>
                  </a:lnTo>
                  <a:lnTo>
                    <a:pt x="100730" y="2252777"/>
                  </a:lnTo>
                  <a:lnTo>
                    <a:pt x="99658" y="2253063"/>
                  </a:lnTo>
                  <a:lnTo>
                    <a:pt x="98587" y="2253348"/>
                  </a:lnTo>
                  <a:lnTo>
                    <a:pt x="97515" y="2253634"/>
                  </a:lnTo>
                  <a:lnTo>
                    <a:pt x="96443" y="2253919"/>
                  </a:lnTo>
                  <a:lnTo>
                    <a:pt x="95372" y="2254204"/>
                  </a:lnTo>
                  <a:lnTo>
                    <a:pt x="94300" y="2254488"/>
                  </a:lnTo>
                  <a:lnTo>
                    <a:pt x="93229" y="2254772"/>
                  </a:lnTo>
                  <a:lnTo>
                    <a:pt x="92157" y="2255056"/>
                  </a:lnTo>
                  <a:lnTo>
                    <a:pt x="91085" y="2255339"/>
                  </a:lnTo>
                  <a:lnTo>
                    <a:pt x="90014" y="2255622"/>
                  </a:lnTo>
                  <a:lnTo>
                    <a:pt x="88942" y="2255905"/>
                  </a:lnTo>
                  <a:lnTo>
                    <a:pt x="87871" y="2256187"/>
                  </a:lnTo>
                  <a:lnTo>
                    <a:pt x="86799" y="2256469"/>
                  </a:lnTo>
                  <a:lnTo>
                    <a:pt x="85727" y="2256751"/>
                  </a:lnTo>
                  <a:lnTo>
                    <a:pt x="84656" y="2257032"/>
                  </a:lnTo>
                  <a:lnTo>
                    <a:pt x="83584" y="2257313"/>
                  </a:lnTo>
                  <a:lnTo>
                    <a:pt x="82513" y="2257594"/>
                  </a:lnTo>
                  <a:lnTo>
                    <a:pt x="81441" y="2257875"/>
                  </a:lnTo>
                  <a:lnTo>
                    <a:pt x="80369" y="2258155"/>
                  </a:lnTo>
                  <a:lnTo>
                    <a:pt x="79298" y="2258434"/>
                  </a:lnTo>
                  <a:lnTo>
                    <a:pt x="78226" y="2258714"/>
                  </a:lnTo>
                  <a:lnTo>
                    <a:pt x="77155" y="2258993"/>
                  </a:lnTo>
                  <a:lnTo>
                    <a:pt x="76083" y="2259272"/>
                  </a:lnTo>
                  <a:lnTo>
                    <a:pt x="75011" y="2259550"/>
                  </a:lnTo>
                  <a:lnTo>
                    <a:pt x="73940" y="2259828"/>
                  </a:lnTo>
                  <a:lnTo>
                    <a:pt x="72868" y="2260106"/>
                  </a:lnTo>
                  <a:lnTo>
                    <a:pt x="71797" y="2260384"/>
                  </a:lnTo>
                  <a:lnTo>
                    <a:pt x="70725" y="2260661"/>
                  </a:lnTo>
                  <a:lnTo>
                    <a:pt x="69653" y="2260938"/>
                  </a:lnTo>
                  <a:lnTo>
                    <a:pt x="68582" y="2261214"/>
                  </a:lnTo>
                  <a:lnTo>
                    <a:pt x="67510" y="2261490"/>
                  </a:lnTo>
                  <a:lnTo>
                    <a:pt x="66439" y="2261766"/>
                  </a:lnTo>
                  <a:lnTo>
                    <a:pt x="65367" y="2262041"/>
                  </a:lnTo>
                  <a:lnTo>
                    <a:pt x="64295" y="2262317"/>
                  </a:lnTo>
                  <a:lnTo>
                    <a:pt x="63224" y="2262592"/>
                  </a:lnTo>
                  <a:lnTo>
                    <a:pt x="62152" y="2262866"/>
                  </a:lnTo>
                  <a:lnTo>
                    <a:pt x="61081" y="2263140"/>
                  </a:lnTo>
                  <a:lnTo>
                    <a:pt x="60009" y="2263414"/>
                  </a:lnTo>
                  <a:lnTo>
                    <a:pt x="58937" y="2263688"/>
                  </a:lnTo>
                  <a:lnTo>
                    <a:pt x="57866" y="2263961"/>
                  </a:lnTo>
                  <a:lnTo>
                    <a:pt x="56794" y="2264234"/>
                  </a:lnTo>
                  <a:lnTo>
                    <a:pt x="55723" y="2264507"/>
                  </a:lnTo>
                  <a:lnTo>
                    <a:pt x="54651" y="2264779"/>
                  </a:lnTo>
                  <a:lnTo>
                    <a:pt x="53579" y="2265051"/>
                  </a:lnTo>
                  <a:lnTo>
                    <a:pt x="52508" y="2265322"/>
                  </a:lnTo>
                  <a:lnTo>
                    <a:pt x="51436" y="2265594"/>
                  </a:lnTo>
                  <a:lnTo>
                    <a:pt x="50365" y="2265865"/>
                  </a:lnTo>
                  <a:lnTo>
                    <a:pt x="49293" y="2266135"/>
                  </a:lnTo>
                  <a:lnTo>
                    <a:pt x="48221" y="2266406"/>
                  </a:lnTo>
                  <a:lnTo>
                    <a:pt x="47150" y="2266676"/>
                  </a:lnTo>
                  <a:lnTo>
                    <a:pt x="46078" y="2266945"/>
                  </a:lnTo>
                  <a:lnTo>
                    <a:pt x="45007" y="2267215"/>
                  </a:lnTo>
                  <a:lnTo>
                    <a:pt x="43935" y="2267484"/>
                  </a:lnTo>
                  <a:lnTo>
                    <a:pt x="42863" y="2267753"/>
                  </a:lnTo>
                  <a:lnTo>
                    <a:pt x="41792" y="2268021"/>
                  </a:lnTo>
                  <a:lnTo>
                    <a:pt x="40720" y="2268289"/>
                  </a:lnTo>
                  <a:lnTo>
                    <a:pt x="39649" y="2268557"/>
                  </a:lnTo>
                  <a:lnTo>
                    <a:pt x="38577" y="2268825"/>
                  </a:lnTo>
                  <a:lnTo>
                    <a:pt x="37505" y="2269092"/>
                  </a:lnTo>
                  <a:lnTo>
                    <a:pt x="36434" y="2269359"/>
                  </a:lnTo>
                  <a:lnTo>
                    <a:pt x="35362" y="2269625"/>
                  </a:lnTo>
                  <a:lnTo>
                    <a:pt x="34291" y="2269891"/>
                  </a:lnTo>
                  <a:lnTo>
                    <a:pt x="33219" y="2270157"/>
                  </a:lnTo>
                  <a:lnTo>
                    <a:pt x="32147" y="2270423"/>
                  </a:lnTo>
                  <a:lnTo>
                    <a:pt x="31076" y="2270688"/>
                  </a:lnTo>
                  <a:lnTo>
                    <a:pt x="30004" y="2270953"/>
                  </a:lnTo>
                  <a:lnTo>
                    <a:pt x="28933" y="2271218"/>
                  </a:lnTo>
                  <a:lnTo>
                    <a:pt x="27861" y="2271482"/>
                  </a:lnTo>
                  <a:lnTo>
                    <a:pt x="26789" y="2271746"/>
                  </a:lnTo>
                  <a:lnTo>
                    <a:pt x="25718" y="2272010"/>
                  </a:lnTo>
                  <a:lnTo>
                    <a:pt x="24646" y="2272273"/>
                  </a:lnTo>
                  <a:lnTo>
                    <a:pt x="23575" y="2272536"/>
                  </a:lnTo>
                  <a:lnTo>
                    <a:pt x="22503" y="2272799"/>
                  </a:lnTo>
                  <a:lnTo>
                    <a:pt x="21431" y="2273061"/>
                  </a:lnTo>
                  <a:lnTo>
                    <a:pt x="20360" y="2273324"/>
                  </a:lnTo>
                  <a:lnTo>
                    <a:pt x="19288" y="2273585"/>
                  </a:lnTo>
                  <a:lnTo>
                    <a:pt x="18217" y="2273847"/>
                  </a:lnTo>
                  <a:lnTo>
                    <a:pt x="17145" y="2274108"/>
                  </a:lnTo>
                  <a:lnTo>
                    <a:pt x="16073" y="2274369"/>
                  </a:lnTo>
                  <a:lnTo>
                    <a:pt x="15002" y="2274630"/>
                  </a:lnTo>
                  <a:lnTo>
                    <a:pt x="13930" y="2274890"/>
                  </a:lnTo>
                  <a:lnTo>
                    <a:pt x="12859" y="2275150"/>
                  </a:lnTo>
                  <a:lnTo>
                    <a:pt x="11787" y="2275410"/>
                  </a:lnTo>
                  <a:lnTo>
                    <a:pt x="10715" y="2275669"/>
                  </a:lnTo>
                  <a:lnTo>
                    <a:pt x="9644" y="2275928"/>
                  </a:lnTo>
                  <a:lnTo>
                    <a:pt x="8572" y="2276187"/>
                  </a:lnTo>
                  <a:lnTo>
                    <a:pt x="7501" y="2276445"/>
                  </a:lnTo>
                  <a:lnTo>
                    <a:pt x="6429" y="2276703"/>
                  </a:lnTo>
                  <a:lnTo>
                    <a:pt x="5357" y="2276961"/>
                  </a:lnTo>
                  <a:lnTo>
                    <a:pt x="4286" y="2277218"/>
                  </a:lnTo>
                  <a:lnTo>
                    <a:pt x="3214" y="2277476"/>
                  </a:lnTo>
                  <a:lnTo>
                    <a:pt x="2143" y="2277733"/>
                  </a:lnTo>
                  <a:lnTo>
                    <a:pt x="1071" y="2277989"/>
                  </a:lnTo>
                  <a:lnTo>
                    <a:pt x="0" y="2278245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5034264" y="439829"/>
              <a:ext cx="3856684" cy="2105484"/>
            </a:xfrm>
            <a:custGeom>
              <a:avLst/>
              <a:gdLst/>
              <a:ahLst/>
              <a:cxnLst/>
              <a:rect l="0" t="0" r="0" b="0"/>
              <a:pathLst>
                <a:path w="3856684" h="2105484">
                  <a:moveTo>
                    <a:pt x="0" y="2105484"/>
                  </a:moveTo>
                  <a:lnTo>
                    <a:pt x="1071" y="2105287"/>
                  </a:lnTo>
                  <a:lnTo>
                    <a:pt x="2143" y="2105089"/>
                  </a:lnTo>
                  <a:lnTo>
                    <a:pt x="3214" y="2104891"/>
                  </a:lnTo>
                  <a:lnTo>
                    <a:pt x="4286" y="2104694"/>
                  </a:lnTo>
                  <a:lnTo>
                    <a:pt x="5357" y="2104496"/>
                  </a:lnTo>
                  <a:lnTo>
                    <a:pt x="6429" y="2104298"/>
                  </a:lnTo>
                  <a:lnTo>
                    <a:pt x="7501" y="2104099"/>
                  </a:lnTo>
                  <a:lnTo>
                    <a:pt x="8572" y="2103901"/>
                  </a:lnTo>
                  <a:lnTo>
                    <a:pt x="9644" y="2103703"/>
                  </a:lnTo>
                  <a:lnTo>
                    <a:pt x="10715" y="2103504"/>
                  </a:lnTo>
                  <a:lnTo>
                    <a:pt x="11787" y="2103305"/>
                  </a:lnTo>
                  <a:lnTo>
                    <a:pt x="12859" y="2103107"/>
                  </a:lnTo>
                  <a:lnTo>
                    <a:pt x="13930" y="2102908"/>
                  </a:lnTo>
                  <a:lnTo>
                    <a:pt x="15002" y="2102709"/>
                  </a:lnTo>
                  <a:lnTo>
                    <a:pt x="16073" y="2102509"/>
                  </a:lnTo>
                  <a:lnTo>
                    <a:pt x="17145" y="2102310"/>
                  </a:lnTo>
                  <a:lnTo>
                    <a:pt x="18217" y="2102111"/>
                  </a:lnTo>
                  <a:lnTo>
                    <a:pt x="19288" y="2101911"/>
                  </a:lnTo>
                  <a:lnTo>
                    <a:pt x="20360" y="2101711"/>
                  </a:lnTo>
                  <a:lnTo>
                    <a:pt x="21431" y="2101511"/>
                  </a:lnTo>
                  <a:lnTo>
                    <a:pt x="22503" y="2101311"/>
                  </a:lnTo>
                  <a:lnTo>
                    <a:pt x="23575" y="2101111"/>
                  </a:lnTo>
                  <a:lnTo>
                    <a:pt x="24646" y="2100911"/>
                  </a:lnTo>
                  <a:lnTo>
                    <a:pt x="25718" y="2100711"/>
                  </a:lnTo>
                  <a:lnTo>
                    <a:pt x="26789" y="2100510"/>
                  </a:lnTo>
                  <a:lnTo>
                    <a:pt x="27861" y="2100310"/>
                  </a:lnTo>
                  <a:lnTo>
                    <a:pt x="28933" y="2100109"/>
                  </a:lnTo>
                  <a:lnTo>
                    <a:pt x="30004" y="2099908"/>
                  </a:lnTo>
                  <a:lnTo>
                    <a:pt x="31076" y="2099707"/>
                  </a:lnTo>
                  <a:lnTo>
                    <a:pt x="32147" y="2099506"/>
                  </a:lnTo>
                  <a:lnTo>
                    <a:pt x="33219" y="2099305"/>
                  </a:lnTo>
                  <a:lnTo>
                    <a:pt x="34291" y="2099103"/>
                  </a:lnTo>
                  <a:lnTo>
                    <a:pt x="35362" y="2098902"/>
                  </a:lnTo>
                  <a:lnTo>
                    <a:pt x="36434" y="2098700"/>
                  </a:lnTo>
                  <a:lnTo>
                    <a:pt x="37505" y="2098498"/>
                  </a:lnTo>
                  <a:lnTo>
                    <a:pt x="38577" y="2098296"/>
                  </a:lnTo>
                  <a:lnTo>
                    <a:pt x="39649" y="2098094"/>
                  </a:lnTo>
                  <a:lnTo>
                    <a:pt x="40720" y="2097892"/>
                  </a:lnTo>
                  <a:lnTo>
                    <a:pt x="41792" y="2097690"/>
                  </a:lnTo>
                  <a:lnTo>
                    <a:pt x="42863" y="2097487"/>
                  </a:lnTo>
                  <a:lnTo>
                    <a:pt x="43935" y="2097285"/>
                  </a:lnTo>
                  <a:lnTo>
                    <a:pt x="45007" y="2097082"/>
                  </a:lnTo>
                  <a:lnTo>
                    <a:pt x="46078" y="2096879"/>
                  </a:lnTo>
                  <a:lnTo>
                    <a:pt x="47150" y="2096676"/>
                  </a:lnTo>
                  <a:lnTo>
                    <a:pt x="48221" y="2096473"/>
                  </a:lnTo>
                  <a:lnTo>
                    <a:pt x="49293" y="2096270"/>
                  </a:lnTo>
                  <a:lnTo>
                    <a:pt x="50365" y="2096066"/>
                  </a:lnTo>
                  <a:lnTo>
                    <a:pt x="51436" y="2095863"/>
                  </a:lnTo>
                  <a:lnTo>
                    <a:pt x="52508" y="2095659"/>
                  </a:lnTo>
                  <a:lnTo>
                    <a:pt x="53579" y="2095455"/>
                  </a:lnTo>
                  <a:lnTo>
                    <a:pt x="54651" y="2095251"/>
                  </a:lnTo>
                  <a:lnTo>
                    <a:pt x="55723" y="2095047"/>
                  </a:lnTo>
                  <a:lnTo>
                    <a:pt x="56794" y="2094843"/>
                  </a:lnTo>
                  <a:lnTo>
                    <a:pt x="57866" y="2094639"/>
                  </a:lnTo>
                  <a:lnTo>
                    <a:pt x="58937" y="2094434"/>
                  </a:lnTo>
                  <a:lnTo>
                    <a:pt x="60009" y="2094230"/>
                  </a:lnTo>
                  <a:lnTo>
                    <a:pt x="61081" y="2094025"/>
                  </a:lnTo>
                  <a:lnTo>
                    <a:pt x="62152" y="2093820"/>
                  </a:lnTo>
                  <a:lnTo>
                    <a:pt x="63224" y="2093615"/>
                  </a:lnTo>
                  <a:lnTo>
                    <a:pt x="64295" y="2093410"/>
                  </a:lnTo>
                  <a:lnTo>
                    <a:pt x="65367" y="2093205"/>
                  </a:lnTo>
                  <a:lnTo>
                    <a:pt x="66439" y="2092999"/>
                  </a:lnTo>
                  <a:lnTo>
                    <a:pt x="67510" y="2092794"/>
                  </a:lnTo>
                  <a:lnTo>
                    <a:pt x="68582" y="2092588"/>
                  </a:lnTo>
                  <a:lnTo>
                    <a:pt x="69653" y="2092382"/>
                  </a:lnTo>
                  <a:lnTo>
                    <a:pt x="70725" y="2092176"/>
                  </a:lnTo>
                  <a:lnTo>
                    <a:pt x="71797" y="2091970"/>
                  </a:lnTo>
                  <a:lnTo>
                    <a:pt x="72868" y="2091764"/>
                  </a:lnTo>
                  <a:lnTo>
                    <a:pt x="73940" y="2091558"/>
                  </a:lnTo>
                  <a:lnTo>
                    <a:pt x="75011" y="2091351"/>
                  </a:lnTo>
                  <a:lnTo>
                    <a:pt x="76083" y="2091144"/>
                  </a:lnTo>
                  <a:lnTo>
                    <a:pt x="77155" y="2090938"/>
                  </a:lnTo>
                  <a:lnTo>
                    <a:pt x="78226" y="2090731"/>
                  </a:lnTo>
                  <a:lnTo>
                    <a:pt x="79298" y="2090524"/>
                  </a:lnTo>
                  <a:lnTo>
                    <a:pt x="80369" y="2090316"/>
                  </a:lnTo>
                  <a:lnTo>
                    <a:pt x="81441" y="2090109"/>
                  </a:lnTo>
                  <a:lnTo>
                    <a:pt x="82513" y="2089902"/>
                  </a:lnTo>
                  <a:lnTo>
                    <a:pt x="83584" y="2089694"/>
                  </a:lnTo>
                  <a:lnTo>
                    <a:pt x="84656" y="2089486"/>
                  </a:lnTo>
                  <a:lnTo>
                    <a:pt x="85727" y="2089278"/>
                  </a:lnTo>
                  <a:lnTo>
                    <a:pt x="86799" y="2089070"/>
                  </a:lnTo>
                  <a:lnTo>
                    <a:pt x="87871" y="2088862"/>
                  </a:lnTo>
                  <a:lnTo>
                    <a:pt x="88942" y="2088654"/>
                  </a:lnTo>
                  <a:lnTo>
                    <a:pt x="90014" y="2088445"/>
                  </a:lnTo>
                  <a:lnTo>
                    <a:pt x="91085" y="2088237"/>
                  </a:lnTo>
                  <a:lnTo>
                    <a:pt x="92157" y="2088028"/>
                  </a:lnTo>
                  <a:lnTo>
                    <a:pt x="93229" y="2087819"/>
                  </a:lnTo>
                  <a:lnTo>
                    <a:pt x="94300" y="2087610"/>
                  </a:lnTo>
                  <a:lnTo>
                    <a:pt x="95372" y="2087401"/>
                  </a:lnTo>
                  <a:lnTo>
                    <a:pt x="96443" y="2087191"/>
                  </a:lnTo>
                  <a:lnTo>
                    <a:pt x="97515" y="2086982"/>
                  </a:lnTo>
                  <a:lnTo>
                    <a:pt x="98587" y="2086772"/>
                  </a:lnTo>
                  <a:lnTo>
                    <a:pt x="99658" y="2086562"/>
                  </a:lnTo>
                  <a:lnTo>
                    <a:pt x="100730" y="2086353"/>
                  </a:lnTo>
                  <a:lnTo>
                    <a:pt x="101801" y="2086143"/>
                  </a:lnTo>
                  <a:lnTo>
                    <a:pt x="102873" y="2085932"/>
                  </a:lnTo>
                  <a:lnTo>
                    <a:pt x="103945" y="2085722"/>
                  </a:lnTo>
                  <a:lnTo>
                    <a:pt x="105016" y="2085511"/>
                  </a:lnTo>
                  <a:lnTo>
                    <a:pt x="106088" y="2085301"/>
                  </a:lnTo>
                  <a:lnTo>
                    <a:pt x="107159" y="2085090"/>
                  </a:lnTo>
                  <a:lnTo>
                    <a:pt x="108231" y="2084879"/>
                  </a:lnTo>
                  <a:lnTo>
                    <a:pt x="109303" y="2084668"/>
                  </a:lnTo>
                  <a:lnTo>
                    <a:pt x="110374" y="2084457"/>
                  </a:lnTo>
                  <a:lnTo>
                    <a:pt x="111446" y="2084245"/>
                  </a:lnTo>
                  <a:lnTo>
                    <a:pt x="112517" y="2084034"/>
                  </a:lnTo>
                  <a:lnTo>
                    <a:pt x="113589" y="2083822"/>
                  </a:lnTo>
                  <a:lnTo>
                    <a:pt x="114661" y="2083611"/>
                  </a:lnTo>
                  <a:lnTo>
                    <a:pt x="115732" y="2083399"/>
                  </a:lnTo>
                  <a:lnTo>
                    <a:pt x="116804" y="2083186"/>
                  </a:lnTo>
                  <a:lnTo>
                    <a:pt x="117875" y="2082974"/>
                  </a:lnTo>
                  <a:lnTo>
                    <a:pt x="118947" y="2082762"/>
                  </a:lnTo>
                  <a:lnTo>
                    <a:pt x="120019" y="2082549"/>
                  </a:lnTo>
                  <a:lnTo>
                    <a:pt x="121090" y="2082337"/>
                  </a:lnTo>
                  <a:lnTo>
                    <a:pt x="122162" y="2082124"/>
                  </a:lnTo>
                  <a:lnTo>
                    <a:pt x="123233" y="2081911"/>
                  </a:lnTo>
                  <a:lnTo>
                    <a:pt x="124305" y="2081698"/>
                  </a:lnTo>
                  <a:lnTo>
                    <a:pt x="125377" y="2081484"/>
                  </a:lnTo>
                  <a:lnTo>
                    <a:pt x="126448" y="2081271"/>
                  </a:lnTo>
                  <a:lnTo>
                    <a:pt x="127520" y="2081057"/>
                  </a:lnTo>
                  <a:lnTo>
                    <a:pt x="128591" y="2080844"/>
                  </a:lnTo>
                  <a:lnTo>
                    <a:pt x="129663" y="2080630"/>
                  </a:lnTo>
                  <a:lnTo>
                    <a:pt x="130735" y="2080416"/>
                  </a:lnTo>
                  <a:lnTo>
                    <a:pt x="131806" y="2080201"/>
                  </a:lnTo>
                  <a:lnTo>
                    <a:pt x="132878" y="2079987"/>
                  </a:lnTo>
                  <a:lnTo>
                    <a:pt x="133949" y="2079773"/>
                  </a:lnTo>
                  <a:lnTo>
                    <a:pt x="135021" y="2079558"/>
                  </a:lnTo>
                  <a:lnTo>
                    <a:pt x="136093" y="2079343"/>
                  </a:lnTo>
                  <a:lnTo>
                    <a:pt x="137164" y="2079128"/>
                  </a:lnTo>
                  <a:lnTo>
                    <a:pt x="138236" y="2078913"/>
                  </a:lnTo>
                  <a:lnTo>
                    <a:pt x="139307" y="2078698"/>
                  </a:lnTo>
                  <a:lnTo>
                    <a:pt x="140379" y="2078482"/>
                  </a:lnTo>
                  <a:lnTo>
                    <a:pt x="141451" y="2078267"/>
                  </a:lnTo>
                  <a:lnTo>
                    <a:pt x="142522" y="2078051"/>
                  </a:lnTo>
                  <a:lnTo>
                    <a:pt x="143594" y="2077835"/>
                  </a:lnTo>
                  <a:lnTo>
                    <a:pt x="144665" y="2077619"/>
                  </a:lnTo>
                  <a:lnTo>
                    <a:pt x="145737" y="2077403"/>
                  </a:lnTo>
                  <a:lnTo>
                    <a:pt x="146809" y="2077187"/>
                  </a:lnTo>
                  <a:lnTo>
                    <a:pt x="147880" y="2076970"/>
                  </a:lnTo>
                  <a:lnTo>
                    <a:pt x="148952" y="2076753"/>
                  </a:lnTo>
                  <a:lnTo>
                    <a:pt x="150023" y="2076537"/>
                  </a:lnTo>
                  <a:lnTo>
                    <a:pt x="151095" y="2076320"/>
                  </a:lnTo>
                  <a:lnTo>
                    <a:pt x="152167" y="2076102"/>
                  </a:lnTo>
                  <a:lnTo>
                    <a:pt x="153238" y="2075885"/>
                  </a:lnTo>
                  <a:lnTo>
                    <a:pt x="154310" y="2075668"/>
                  </a:lnTo>
                  <a:lnTo>
                    <a:pt x="155381" y="2075450"/>
                  </a:lnTo>
                  <a:lnTo>
                    <a:pt x="156453" y="2075232"/>
                  </a:lnTo>
                  <a:lnTo>
                    <a:pt x="157525" y="2075014"/>
                  </a:lnTo>
                  <a:lnTo>
                    <a:pt x="158596" y="2074796"/>
                  </a:lnTo>
                  <a:lnTo>
                    <a:pt x="159668" y="2074578"/>
                  </a:lnTo>
                  <a:lnTo>
                    <a:pt x="160739" y="2074360"/>
                  </a:lnTo>
                  <a:lnTo>
                    <a:pt x="161811" y="2074141"/>
                  </a:lnTo>
                  <a:lnTo>
                    <a:pt x="162883" y="2073923"/>
                  </a:lnTo>
                  <a:lnTo>
                    <a:pt x="163954" y="2073704"/>
                  </a:lnTo>
                  <a:lnTo>
                    <a:pt x="165026" y="2073485"/>
                  </a:lnTo>
                  <a:lnTo>
                    <a:pt x="166097" y="2073265"/>
                  </a:lnTo>
                  <a:lnTo>
                    <a:pt x="167169" y="2073046"/>
                  </a:lnTo>
                  <a:lnTo>
                    <a:pt x="168241" y="2072827"/>
                  </a:lnTo>
                  <a:lnTo>
                    <a:pt x="169312" y="2072607"/>
                  </a:lnTo>
                  <a:lnTo>
                    <a:pt x="170384" y="2072387"/>
                  </a:lnTo>
                  <a:lnTo>
                    <a:pt x="171455" y="2072167"/>
                  </a:lnTo>
                  <a:lnTo>
                    <a:pt x="172527" y="2071947"/>
                  </a:lnTo>
                  <a:lnTo>
                    <a:pt x="173599" y="2071726"/>
                  </a:lnTo>
                  <a:lnTo>
                    <a:pt x="174670" y="2071506"/>
                  </a:lnTo>
                  <a:lnTo>
                    <a:pt x="175742" y="2071285"/>
                  </a:lnTo>
                  <a:lnTo>
                    <a:pt x="176813" y="2071065"/>
                  </a:lnTo>
                  <a:lnTo>
                    <a:pt x="177885" y="2070844"/>
                  </a:lnTo>
                  <a:lnTo>
                    <a:pt x="178956" y="2070622"/>
                  </a:lnTo>
                  <a:lnTo>
                    <a:pt x="180028" y="2070401"/>
                  </a:lnTo>
                  <a:lnTo>
                    <a:pt x="181100" y="2070180"/>
                  </a:lnTo>
                  <a:lnTo>
                    <a:pt x="182171" y="2069958"/>
                  </a:lnTo>
                  <a:lnTo>
                    <a:pt x="183243" y="2069736"/>
                  </a:lnTo>
                  <a:lnTo>
                    <a:pt x="184314" y="2069514"/>
                  </a:lnTo>
                  <a:lnTo>
                    <a:pt x="185386" y="2069292"/>
                  </a:lnTo>
                  <a:lnTo>
                    <a:pt x="186458" y="2069070"/>
                  </a:lnTo>
                  <a:lnTo>
                    <a:pt x="187529" y="2068847"/>
                  </a:lnTo>
                  <a:lnTo>
                    <a:pt x="188601" y="2068625"/>
                  </a:lnTo>
                  <a:lnTo>
                    <a:pt x="189672" y="2068402"/>
                  </a:lnTo>
                  <a:lnTo>
                    <a:pt x="190744" y="2068179"/>
                  </a:lnTo>
                  <a:lnTo>
                    <a:pt x="191816" y="2067956"/>
                  </a:lnTo>
                  <a:lnTo>
                    <a:pt x="192887" y="2067732"/>
                  </a:lnTo>
                  <a:lnTo>
                    <a:pt x="193959" y="2067509"/>
                  </a:lnTo>
                  <a:lnTo>
                    <a:pt x="195030" y="2067285"/>
                  </a:lnTo>
                  <a:lnTo>
                    <a:pt x="196102" y="2067061"/>
                  </a:lnTo>
                  <a:lnTo>
                    <a:pt x="197174" y="2066837"/>
                  </a:lnTo>
                  <a:lnTo>
                    <a:pt x="198245" y="2066613"/>
                  </a:lnTo>
                  <a:lnTo>
                    <a:pt x="199317" y="2066389"/>
                  </a:lnTo>
                  <a:lnTo>
                    <a:pt x="200388" y="2066164"/>
                  </a:lnTo>
                  <a:lnTo>
                    <a:pt x="201460" y="2065939"/>
                  </a:lnTo>
                  <a:lnTo>
                    <a:pt x="202532" y="2065715"/>
                  </a:lnTo>
                  <a:lnTo>
                    <a:pt x="203603" y="2065490"/>
                  </a:lnTo>
                  <a:lnTo>
                    <a:pt x="204675" y="2065264"/>
                  </a:lnTo>
                  <a:lnTo>
                    <a:pt x="205746" y="2065039"/>
                  </a:lnTo>
                  <a:lnTo>
                    <a:pt x="206818" y="2064813"/>
                  </a:lnTo>
                  <a:lnTo>
                    <a:pt x="207890" y="2064588"/>
                  </a:lnTo>
                  <a:lnTo>
                    <a:pt x="208961" y="2064362"/>
                  </a:lnTo>
                  <a:lnTo>
                    <a:pt x="210033" y="2064136"/>
                  </a:lnTo>
                  <a:lnTo>
                    <a:pt x="211104" y="2063909"/>
                  </a:lnTo>
                  <a:lnTo>
                    <a:pt x="212176" y="2063683"/>
                  </a:lnTo>
                  <a:lnTo>
                    <a:pt x="213248" y="2063456"/>
                  </a:lnTo>
                  <a:lnTo>
                    <a:pt x="214319" y="2063230"/>
                  </a:lnTo>
                  <a:lnTo>
                    <a:pt x="215391" y="2063003"/>
                  </a:lnTo>
                  <a:lnTo>
                    <a:pt x="216462" y="2062775"/>
                  </a:lnTo>
                  <a:lnTo>
                    <a:pt x="217534" y="2062548"/>
                  </a:lnTo>
                  <a:lnTo>
                    <a:pt x="218606" y="2062321"/>
                  </a:lnTo>
                  <a:lnTo>
                    <a:pt x="219677" y="2062093"/>
                  </a:lnTo>
                  <a:lnTo>
                    <a:pt x="220749" y="2061865"/>
                  </a:lnTo>
                  <a:lnTo>
                    <a:pt x="221820" y="2061637"/>
                  </a:lnTo>
                  <a:lnTo>
                    <a:pt x="222892" y="2061409"/>
                  </a:lnTo>
                  <a:lnTo>
                    <a:pt x="223964" y="2061180"/>
                  </a:lnTo>
                  <a:lnTo>
                    <a:pt x="225035" y="2060952"/>
                  </a:lnTo>
                  <a:lnTo>
                    <a:pt x="226107" y="2060723"/>
                  </a:lnTo>
                  <a:lnTo>
                    <a:pt x="227178" y="2060494"/>
                  </a:lnTo>
                  <a:lnTo>
                    <a:pt x="228250" y="2060265"/>
                  </a:lnTo>
                  <a:lnTo>
                    <a:pt x="229322" y="2060036"/>
                  </a:lnTo>
                  <a:lnTo>
                    <a:pt x="230393" y="2059806"/>
                  </a:lnTo>
                  <a:lnTo>
                    <a:pt x="231465" y="2059576"/>
                  </a:lnTo>
                  <a:lnTo>
                    <a:pt x="232536" y="2059347"/>
                  </a:lnTo>
                  <a:lnTo>
                    <a:pt x="233608" y="2059117"/>
                  </a:lnTo>
                  <a:lnTo>
                    <a:pt x="234680" y="2058886"/>
                  </a:lnTo>
                  <a:lnTo>
                    <a:pt x="235751" y="2058656"/>
                  </a:lnTo>
                  <a:lnTo>
                    <a:pt x="236823" y="2058425"/>
                  </a:lnTo>
                  <a:lnTo>
                    <a:pt x="237894" y="2058195"/>
                  </a:lnTo>
                  <a:lnTo>
                    <a:pt x="238966" y="2057964"/>
                  </a:lnTo>
                  <a:lnTo>
                    <a:pt x="240038" y="2057732"/>
                  </a:lnTo>
                  <a:lnTo>
                    <a:pt x="241109" y="2057501"/>
                  </a:lnTo>
                  <a:lnTo>
                    <a:pt x="242181" y="2057269"/>
                  </a:lnTo>
                  <a:lnTo>
                    <a:pt x="243252" y="2057038"/>
                  </a:lnTo>
                  <a:lnTo>
                    <a:pt x="244324" y="2056806"/>
                  </a:lnTo>
                  <a:lnTo>
                    <a:pt x="245396" y="2056574"/>
                  </a:lnTo>
                  <a:lnTo>
                    <a:pt x="246467" y="2056341"/>
                  </a:lnTo>
                  <a:lnTo>
                    <a:pt x="247539" y="2056109"/>
                  </a:lnTo>
                  <a:lnTo>
                    <a:pt x="248610" y="2055876"/>
                  </a:lnTo>
                  <a:lnTo>
                    <a:pt x="249682" y="2055643"/>
                  </a:lnTo>
                  <a:lnTo>
                    <a:pt x="250754" y="2055410"/>
                  </a:lnTo>
                  <a:lnTo>
                    <a:pt x="251825" y="2055177"/>
                  </a:lnTo>
                  <a:lnTo>
                    <a:pt x="252897" y="2054944"/>
                  </a:lnTo>
                  <a:lnTo>
                    <a:pt x="253968" y="2054710"/>
                  </a:lnTo>
                  <a:lnTo>
                    <a:pt x="255040" y="2054476"/>
                  </a:lnTo>
                  <a:lnTo>
                    <a:pt x="256112" y="2054242"/>
                  </a:lnTo>
                  <a:lnTo>
                    <a:pt x="257183" y="2054008"/>
                  </a:lnTo>
                  <a:lnTo>
                    <a:pt x="258255" y="2053774"/>
                  </a:lnTo>
                  <a:lnTo>
                    <a:pt x="259326" y="2053539"/>
                  </a:lnTo>
                  <a:lnTo>
                    <a:pt x="260398" y="2053304"/>
                  </a:lnTo>
                  <a:lnTo>
                    <a:pt x="261470" y="2053069"/>
                  </a:lnTo>
                  <a:lnTo>
                    <a:pt x="262541" y="2052834"/>
                  </a:lnTo>
                  <a:lnTo>
                    <a:pt x="263613" y="2052599"/>
                  </a:lnTo>
                  <a:lnTo>
                    <a:pt x="264684" y="2052363"/>
                  </a:lnTo>
                  <a:lnTo>
                    <a:pt x="265756" y="2052127"/>
                  </a:lnTo>
                  <a:lnTo>
                    <a:pt x="266828" y="2051891"/>
                  </a:lnTo>
                  <a:lnTo>
                    <a:pt x="267899" y="2051655"/>
                  </a:lnTo>
                  <a:lnTo>
                    <a:pt x="268971" y="2051419"/>
                  </a:lnTo>
                  <a:lnTo>
                    <a:pt x="270042" y="2051182"/>
                  </a:lnTo>
                  <a:lnTo>
                    <a:pt x="271114" y="2050945"/>
                  </a:lnTo>
                  <a:lnTo>
                    <a:pt x="272186" y="2050708"/>
                  </a:lnTo>
                  <a:lnTo>
                    <a:pt x="273257" y="2050471"/>
                  </a:lnTo>
                  <a:lnTo>
                    <a:pt x="274329" y="2050234"/>
                  </a:lnTo>
                  <a:lnTo>
                    <a:pt x="275400" y="2049996"/>
                  </a:lnTo>
                  <a:lnTo>
                    <a:pt x="276472" y="2049758"/>
                  </a:lnTo>
                  <a:lnTo>
                    <a:pt x="277544" y="2049520"/>
                  </a:lnTo>
                  <a:lnTo>
                    <a:pt x="278615" y="2049282"/>
                  </a:lnTo>
                  <a:lnTo>
                    <a:pt x="279687" y="2049044"/>
                  </a:lnTo>
                  <a:lnTo>
                    <a:pt x="280758" y="2048805"/>
                  </a:lnTo>
                  <a:lnTo>
                    <a:pt x="281830" y="2048566"/>
                  </a:lnTo>
                  <a:lnTo>
                    <a:pt x="282902" y="2048327"/>
                  </a:lnTo>
                  <a:lnTo>
                    <a:pt x="283973" y="2048088"/>
                  </a:lnTo>
                  <a:lnTo>
                    <a:pt x="285045" y="2047848"/>
                  </a:lnTo>
                  <a:lnTo>
                    <a:pt x="286116" y="2047609"/>
                  </a:lnTo>
                  <a:lnTo>
                    <a:pt x="287188" y="2047369"/>
                  </a:lnTo>
                  <a:lnTo>
                    <a:pt x="288260" y="2047129"/>
                  </a:lnTo>
                  <a:lnTo>
                    <a:pt x="289331" y="2046889"/>
                  </a:lnTo>
                  <a:lnTo>
                    <a:pt x="290403" y="2046648"/>
                  </a:lnTo>
                  <a:lnTo>
                    <a:pt x="291474" y="2046407"/>
                  </a:lnTo>
                  <a:lnTo>
                    <a:pt x="292546" y="2046166"/>
                  </a:lnTo>
                  <a:lnTo>
                    <a:pt x="293618" y="2045925"/>
                  </a:lnTo>
                  <a:lnTo>
                    <a:pt x="294689" y="2045684"/>
                  </a:lnTo>
                  <a:lnTo>
                    <a:pt x="295761" y="2045442"/>
                  </a:lnTo>
                  <a:lnTo>
                    <a:pt x="296832" y="2045201"/>
                  </a:lnTo>
                  <a:lnTo>
                    <a:pt x="297904" y="2044959"/>
                  </a:lnTo>
                  <a:lnTo>
                    <a:pt x="298976" y="2044716"/>
                  </a:lnTo>
                  <a:lnTo>
                    <a:pt x="300047" y="2044474"/>
                  </a:lnTo>
                  <a:lnTo>
                    <a:pt x="301119" y="2044231"/>
                  </a:lnTo>
                  <a:lnTo>
                    <a:pt x="302190" y="2043988"/>
                  </a:lnTo>
                  <a:lnTo>
                    <a:pt x="303262" y="2043745"/>
                  </a:lnTo>
                  <a:lnTo>
                    <a:pt x="304334" y="2043502"/>
                  </a:lnTo>
                  <a:lnTo>
                    <a:pt x="305405" y="2043259"/>
                  </a:lnTo>
                  <a:lnTo>
                    <a:pt x="306477" y="2043015"/>
                  </a:lnTo>
                  <a:lnTo>
                    <a:pt x="307548" y="2042771"/>
                  </a:lnTo>
                  <a:lnTo>
                    <a:pt x="308620" y="2042527"/>
                  </a:lnTo>
                  <a:lnTo>
                    <a:pt x="309692" y="2042282"/>
                  </a:lnTo>
                  <a:lnTo>
                    <a:pt x="310763" y="2042038"/>
                  </a:lnTo>
                  <a:lnTo>
                    <a:pt x="311835" y="2041793"/>
                  </a:lnTo>
                  <a:lnTo>
                    <a:pt x="312906" y="2041548"/>
                  </a:lnTo>
                  <a:lnTo>
                    <a:pt x="313978" y="2041303"/>
                  </a:lnTo>
                  <a:lnTo>
                    <a:pt x="315050" y="2041057"/>
                  </a:lnTo>
                  <a:lnTo>
                    <a:pt x="316121" y="2040811"/>
                  </a:lnTo>
                  <a:lnTo>
                    <a:pt x="317193" y="2040565"/>
                  </a:lnTo>
                  <a:lnTo>
                    <a:pt x="318264" y="2040319"/>
                  </a:lnTo>
                  <a:lnTo>
                    <a:pt x="319336" y="2040073"/>
                  </a:lnTo>
                  <a:lnTo>
                    <a:pt x="320408" y="2039826"/>
                  </a:lnTo>
                  <a:lnTo>
                    <a:pt x="321479" y="2039579"/>
                  </a:lnTo>
                  <a:lnTo>
                    <a:pt x="322551" y="2039332"/>
                  </a:lnTo>
                  <a:lnTo>
                    <a:pt x="323622" y="2039085"/>
                  </a:lnTo>
                  <a:lnTo>
                    <a:pt x="324694" y="2038837"/>
                  </a:lnTo>
                  <a:lnTo>
                    <a:pt x="325766" y="2038589"/>
                  </a:lnTo>
                  <a:lnTo>
                    <a:pt x="326837" y="2038341"/>
                  </a:lnTo>
                  <a:lnTo>
                    <a:pt x="327909" y="2038093"/>
                  </a:lnTo>
                  <a:lnTo>
                    <a:pt x="328980" y="2037845"/>
                  </a:lnTo>
                  <a:lnTo>
                    <a:pt x="330052" y="2037596"/>
                  </a:lnTo>
                  <a:lnTo>
                    <a:pt x="331124" y="2037347"/>
                  </a:lnTo>
                  <a:lnTo>
                    <a:pt x="332195" y="2037098"/>
                  </a:lnTo>
                  <a:lnTo>
                    <a:pt x="333267" y="2036848"/>
                  </a:lnTo>
                  <a:lnTo>
                    <a:pt x="334338" y="2036598"/>
                  </a:lnTo>
                  <a:lnTo>
                    <a:pt x="335410" y="2036349"/>
                  </a:lnTo>
                  <a:lnTo>
                    <a:pt x="336482" y="2036098"/>
                  </a:lnTo>
                  <a:lnTo>
                    <a:pt x="337553" y="2035848"/>
                  </a:lnTo>
                  <a:lnTo>
                    <a:pt x="338625" y="2035597"/>
                  </a:lnTo>
                  <a:lnTo>
                    <a:pt x="339696" y="2035346"/>
                  </a:lnTo>
                  <a:lnTo>
                    <a:pt x="340768" y="2035095"/>
                  </a:lnTo>
                  <a:lnTo>
                    <a:pt x="341840" y="2034844"/>
                  </a:lnTo>
                  <a:lnTo>
                    <a:pt x="342911" y="2034592"/>
                  </a:lnTo>
                  <a:lnTo>
                    <a:pt x="343983" y="2034341"/>
                  </a:lnTo>
                  <a:lnTo>
                    <a:pt x="345054" y="2034088"/>
                  </a:lnTo>
                  <a:lnTo>
                    <a:pt x="346126" y="2033836"/>
                  </a:lnTo>
                  <a:lnTo>
                    <a:pt x="347198" y="2033583"/>
                  </a:lnTo>
                  <a:lnTo>
                    <a:pt x="348269" y="2033331"/>
                  </a:lnTo>
                  <a:lnTo>
                    <a:pt x="349341" y="2033078"/>
                  </a:lnTo>
                  <a:lnTo>
                    <a:pt x="350412" y="2032824"/>
                  </a:lnTo>
                  <a:lnTo>
                    <a:pt x="351484" y="2032571"/>
                  </a:lnTo>
                  <a:lnTo>
                    <a:pt x="352556" y="2032317"/>
                  </a:lnTo>
                  <a:lnTo>
                    <a:pt x="353627" y="2032063"/>
                  </a:lnTo>
                  <a:lnTo>
                    <a:pt x="354699" y="2031808"/>
                  </a:lnTo>
                  <a:lnTo>
                    <a:pt x="355770" y="2031554"/>
                  </a:lnTo>
                  <a:lnTo>
                    <a:pt x="356842" y="2031299"/>
                  </a:lnTo>
                  <a:lnTo>
                    <a:pt x="357913" y="2031044"/>
                  </a:lnTo>
                  <a:lnTo>
                    <a:pt x="358985" y="2030788"/>
                  </a:lnTo>
                  <a:lnTo>
                    <a:pt x="360057" y="2030533"/>
                  </a:lnTo>
                  <a:lnTo>
                    <a:pt x="361128" y="2030277"/>
                  </a:lnTo>
                  <a:lnTo>
                    <a:pt x="362200" y="2030021"/>
                  </a:lnTo>
                  <a:lnTo>
                    <a:pt x="363271" y="2029765"/>
                  </a:lnTo>
                  <a:lnTo>
                    <a:pt x="364343" y="2029508"/>
                  </a:lnTo>
                  <a:lnTo>
                    <a:pt x="365415" y="2029251"/>
                  </a:lnTo>
                  <a:lnTo>
                    <a:pt x="366486" y="2028994"/>
                  </a:lnTo>
                  <a:lnTo>
                    <a:pt x="367558" y="2028736"/>
                  </a:lnTo>
                  <a:lnTo>
                    <a:pt x="368629" y="2028479"/>
                  </a:lnTo>
                  <a:lnTo>
                    <a:pt x="369701" y="2028221"/>
                  </a:lnTo>
                  <a:lnTo>
                    <a:pt x="370773" y="2027962"/>
                  </a:lnTo>
                  <a:lnTo>
                    <a:pt x="371844" y="2027704"/>
                  </a:lnTo>
                  <a:lnTo>
                    <a:pt x="372916" y="2027445"/>
                  </a:lnTo>
                  <a:lnTo>
                    <a:pt x="373987" y="2027186"/>
                  </a:lnTo>
                  <a:lnTo>
                    <a:pt x="375059" y="2026927"/>
                  </a:lnTo>
                  <a:lnTo>
                    <a:pt x="376131" y="2026667"/>
                  </a:lnTo>
                  <a:lnTo>
                    <a:pt x="377202" y="2026408"/>
                  </a:lnTo>
                  <a:lnTo>
                    <a:pt x="378274" y="2026147"/>
                  </a:lnTo>
                  <a:lnTo>
                    <a:pt x="379345" y="2025887"/>
                  </a:lnTo>
                  <a:lnTo>
                    <a:pt x="380417" y="2025626"/>
                  </a:lnTo>
                  <a:lnTo>
                    <a:pt x="381489" y="2025366"/>
                  </a:lnTo>
                  <a:lnTo>
                    <a:pt x="382560" y="2025104"/>
                  </a:lnTo>
                  <a:lnTo>
                    <a:pt x="383632" y="2024843"/>
                  </a:lnTo>
                  <a:lnTo>
                    <a:pt x="384703" y="2024581"/>
                  </a:lnTo>
                  <a:lnTo>
                    <a:pt x="385775" y="2024319"/>
                  </a:lnTo>
                  <a:lnTo>
                    <a:pt x="386847" y="2024057"/>
                  </a:lnTo>
                  <a:lnTo>
                    <a:pt x="387918" y="2023794"/>
                  </a:lnTo>
                  <a:lnTo>
                    <a:pt x="388990" y="2023531"/>
                  </a:lnTo>
                  <a:lnTo>
                    <a:pt x="390061" y="2023268"/>
                  </a:lnTo>
                  <a:lnTo>
                    <a:pt x="391133" y="2023005"/>
                  </a:lnTo>
                  <a:lnTo>
                    <a:pt x="392205" y="2022741"/>
                  </a:lnTo>
                  <a:lnTo>
                    <a:pt x="393276" y="2022477"/>
                  </a:lnTo>
                  <a:lnTo>
                    <a:pt x="394348" y="2022213"/>
                  </a:lnTo>
                  <a:lnTo>
                    <a:pt x="395419" y="2021948"/>
                  </a:lnTo>
                  <a:lnTo>
                    <a:pt x="396491" y="2021683"/>
                  </a:lnTo>
                  <a:lnTo>
                    <a:pt x="397563" y="2021418"/>
                  </a:lnTo>
                  <a:lnTo>
                    <a:pt x="398634" y="2021153"/>
                  </a:lnTo>
                  <a:lnTo>
                    <a:pt x="399706" y="2020887"/>
                  </a:lnTo>
                  <a:lnTo>
                    <a:pt x="400777" y="2020621"/>
                  </a:lnTo>
                  <a:lnTo>
                    <a:pt x="401849" y="2020355"/>
                  </a:lnTo>
                  <a:lnTo>
                    <a:pt x="402921" y="2020088"/>
                  </a:lnTo>
                  <a:lnTo>
                    <a:pt x="403992" y="2019821"/>
                  </a:lnTo>
                  <a:lnTo>
                    <a:pt x="405064" y="2019554"/>
                  </a:lnTo>
                  <a:lnTo>
                    <a:pt x="406135" y="2019287"/>
                  </a:lnTo>
                  <a:lnTo>
                    <a:pt x="407207" y="2019019"/>
                  </a:lnTo>
                  <a:lnTo>
                    <a:pt x="408279" y="2018751"/>
                  </a:lnTo>
                  <a:lnTo>
                    <a:pt x="409350" y="2018482"/>
                  </a:lnTo>
                  <a:lnTo>
                    <a:pt x="410422" y="2018214"/>
                  </a:lnTo>
                  <a:lnTo>
                    <a:pt x="411493" y="2017945"/>
                  </a:lnTo>
                  <a:lnTo>
                    <a:pt x="412565" y="2017675"/>
                  </a:lnTo>
                  <a:lnTo>
                    <a:pt x="413637" y="2017406"/>
                  </a:lnTo>
                  <a:lnTo>
                    <a:pt x="414708" y="2017136"/>
                  </a:lnTo>
                  <a:lnTo>
                    <a:pt x="415780" y="2016865"/>
                  </a:lnTo>
                  <a:lnTo>
                    <a:pt x="416851" y="2016595"/>
                  </a:lnTo>
                  <a:lnTo>
                    <a:pt x="417923" y="2016324"/>
                  </a:lnTo>
                  <a:lnTo>
                    <a:pt x="418995" y="2016053"/>
                  </a:lnTo>
                  <a:lnTo>
                    <a:pt x="420066" y="2015781"/>
                  </a:lnTo>
                  <a:lnTo>
                    <a:pt x="421138" y="2015510"/>
                  </a:lnTo>
                  <a:lnTo>
                    <a:pt x="422209" y="2015237"/>
                  </a:lnTo>
                  <a:lnTo>
                    <a:pt x="423281" y="2014965"/>
                  </a:lnTo>
                  <a:lnTo>
                    <a:pt x="424353" y="2014692"/>
                  </a:lnTo>
                  <a:lnTo>
                    <a:pt x="425424" y="2014419"/>
                  </a:lnTo>
                  <a:lnTo>
                    <a:pt x="426496" y="2014146"/>
                  </a:lnTo>
                  <a:lnTo>
                    <a:pt x="427567" y="2013872"/>
                  </a:lnTo>
                  <a:lnTo>
                    <a:pt x="428639" y="2013598"/>
                  </a:lnTo>
                  <a:lnTo>
                    <a:pt x="429711" y="2013323"/>
                  </a:lnTo>
                  <a:lnTo>
                    <a:pt x="430782" y="2013049"/>
                  </a:lnTo>
                  <a:lnTo>
                    <a:pt x="431854" y="2012774"/>
                  </a:lnTo>
                  <a:lnTo>
                    <a:pt x="432925" y="2012498"/>
                  </a:lnTo>
                  <a:lnTo>
                    <a:pt x="433997" y="2012222"/>
                  </a:lnTo>
                  <a:lnTo>
                    <a:pt x="435069" y="2011946"/>
                  </a:lnTo>
                  <a:lnTo>
                    <a:pt x="436140" y="2011670"/>
                  </a:lnTo>
                  <a:lnTo>
                    <a:pt x="437212" y="2011393"/>
                  </a:lnTo>
                  <a:lnTo>
                    <a:pt x="438283" y="2011116"/>
                  </a:lnTo>
                  <a:lnTo>
                    <a:pt x="439355" y="2010839"/>
                  </a:lnTo>
                  <a:lnTo>
                    <a:pt x="440427" y="2010561"/>
                  </a:lnTo>
                  <a:lnTo>
                    <a:pt x="441498" y="2010283"/>
                  </a:lnTo>
                  <a:lnTo>
                    <a:pt x="442570" y="2010004"/>
                  </a:lnTo>
                  <a:lnTo>
                    <a:pt x="443641" y="2009725"/>
                  </a:lnTo>
                  <a:lnTo>
                    <a:pt x="444713" y="2009446"/>
                  </a:lnTo>
                  <a:lnTo>
                    <a:pt x="445785" y="2009167"/>
                  </a:lnTo>
                  <a:lnTo>
                    <a:pt x="446856" y="2008887"/>
                  </a:lnTo>
                  <a:lnTo>
                    <a:pt x="447928" y="2008607"/>
                  </a:lnTo>
                  <a:lnTo>
                    <a:pt x="448999" y="2008326"/>
                  </a:lnTo>
                  <a:lnTo>
                    <a:pt x="450071" y="2008045"/>
                  </a:lnTo>
                  <a:lnTo>
                    <a:pt x="451143" y="2007764"/>
                  </a:lnTo>
                  <a:lnTo>
                    <a:pt x="452214" y="2007482"/>
                  </a:lnTo>
                  <a:lnTo>
                    <a:pt x="453286" y="2007200"/>
                  </a:lnTo>
                  <a:lnTo>
                    <a:pt x="454357" y="2006917"/>
                  </a:lnTo>
                  <a:lnTo>
                    <a:pt x="455429" y="2006635"/>
                  </a:lnTo>
                  <a:lnTo>
                    <a:pt x="456501" y="2006352"/>
                  </a:lnTo>
                  <a:lnTo>
                    <a:pt x="457572" y="2006068"/>
                  </a:lnTo>
                  <a:lnTo>
                    <a:pt x="458644" y="2005784"/>
                  </a:lnTo>
                  <a:lnTo>
                    <a:pt x="459715" y="2005500"/>
                  </a:lnTo>
                  <a:lnTo>
                    <a:pt x="460787" y="2005215"/>
                  </a:lnTo>
                  <a:lnTo>
                    <a:pt x="461859" y="2004930"/>
                  </a:lnTo>
                  <a:lnTo>
                    <a:pt x="462930" y="2004645"/>
                  </a:lnTo>
                  <a:lnTo>
                    <a:pt x="464002" y="2004359"/>
                  </a:lnTo>
                  <a:lnTo>
                    <a:pt x="465073" y="2004073"/>
                  </a:lnTo>
                  <a:lnTo>
                    <a:pt x="466145" y="2003786"/>
                  </a:lnTo>
                  <a:lnTo>
                    <a:pt x="467217" y="2003499"/>
                  </a:lnTo>
                  <a:lnTo>
                    <a:pt x="468288" y="2003212"/>
                  </a:lnTo>
                  <a:lnTo>
                    <a:pt x="469360" y="2002924"/>
                  </a:lnTo>
                  <a:lnTo>
                    <a:pt x="470431" y="2002636"/>
                  </a:lnTo>
                  <a:lnTo>
                    <a:pt x="471503" y="2002348"/>
                  </a:lnTo>
                  <a:lnTo>
                    <a:pt x="472575" y="2002059"/>
                  </a:lnTo>
                  <a:lnTo>
                    <a:pt x="473646" y="2001770"/>
                  </a:lnTo>
                  <a:lnTo>
                    <a:pt x="474718" y="2001480"/>
                  </a:lnTo>
                  <a:lnTo>
                    <a:pt x="475789" y="2001190"/>
                  </a:lnTo>
                  <a:lnTo>
                    <a:pt x="476861" y="2000899"/>
                  </a:lnTo>
                  <a:lnTo>
                    <a:pt x="477933" y="2000609"/>
                  </a:lnTo>
                  <a:lnTo>
                    <a:pt x="479004" y="2000317"/>
                  </a:lnTo>
                  <a:lnTo>
                    <a:pt x="480076" y="2000026"/>
                  </a:lnTo>
                  <a:lnTo>
                    <a:pt x="481147" y="1999734"/>
                  </a:lnTo>
                  <a:lnTo>
                    <a:pt x="482219" y="1999441"/>
                  </a:lnTo>
                  <a:lnTo>
                    <a:pt x="483291" y="1999148"/>
                  </a:lnTo>
                  <a:lnTo>
                    <a:pt x="484362" y="1998855"/>
                  </a:lnTo>
                  <a:lnTo>
                    <a:pt x="485434" y="1998561"/>
                  </a:lnTo>
                  <a:lnTo>
                    <a:pt x="486505" y="1998267"/>
                  </a:lnTo>
                  <a:lnTo>
                    <a:pt x="487577" y="1997973"/>
                  </a:lnTo>
                  <a:lnTo>
                    <a:pt x="488649" y="1997678"/>
                  </a:lnTo>
                  <a:lnTo>
                    <a:pt x="489720" y="1997382"/>
                  </a:lnTo>
                  <a:lnTo>
                    <a:pt x="490792" y="1997086"/>
                  </a:lnTo>
                  <a:lnTo>
                    <a:pt x="491863" y="1996790"/>
                  </a:lnTo>
                  <a:lnTo>
                    <a:pt x="492935" y="1996494"/>
                  </a:lnTo>
                  <a:lnTo>
                    <a:pt x="494007" y="1996196"/>
                  </a:lnTo>
                  <a:lnTo>
                    <a:pt x="495078" y="1995899"/>
                  </a:lnTo>
                  <a:lnTo>
                    <a:pt x="496150" y="1995601"/>
                  </a:lnTo>
                  <a:lnTo>
                    <a:pt x="497221" y="1995303"/>
                  </a:lnTo>
                  <a:lnTo>
                    <a:pt x="498293" y="1995004"/>
                  </a:lnTo>
                  <a:lnTo>
                    <a:pt x="499365" y="1994705"/>
                  </a:lnTo>
                  <a:lnTo>
                    <a:pt x="500436" y="1994405"/>
                  </a:lnTo>
                  <a:lnTo>
                    <a:pt x="501508" y="1994105"/>
                  </a:lnTo>
                  <a:lnTo>
                    <a:pt x="502579" y="1993804"/>
                  </a:lnTo>
                  <a:lnTo>
                    <a:pt x="503651" y="1993503"/>
                  </a:lnTo>
                  <a:lnTo>
                    <a:pt x="504723" y="1993202"/>
                  </a:lnTo>
                  <a:lnTo>
                    <a:pt x="505794" y="1992900"/>
                  </a:lnTo>
                  <a:lnTo>
                    <a:pt x="506866" y="1992598"/>
                  </a:lnTo>
                  <a:lnTo>
                    <a:pt x="507937" y="1992295"/>
                  </a:lnTo>
                  <a:lnTo>
                    <a:pt x="509009" y="1991992"/>
                  </a:lnTo>
                  <a:lnTo>
                    <a:pt x="510081" y="1991688"/>
                  </a:lnTo>
                  <a:lnTo>
                    <a:pt x="511152" y="1991384"/>
                  </a:lnTo>
                  <a:lnTo>
                    <a:pt x="512224" y="1991079"/>
                  </a:lnTo>
                  <a:lnTo>
                    <a:pt x="513295" y="1990774"/>
                  </a:lnTo>
                  <a:lnTo>
                    <a:pt x="514367" y="1990469"/>
                  </a:lnTo>
                  <a:lnTo>
                    <a:pt x="515439" y="1990163"/>
                  </a:lnTo>
                  <a:lnTo>
                    <a:pt x="516510" y="1989856"/>
                  </a:lnTo>
                  <a:lnTo>
                    <a:pt x="517582" y="1989549"/>
                  </a:lnTo>
                  <a:lnTo>
                    <a:pt x="518653" y="1989242"/>
                  </a:lnTo>
                  <a:lnTo>
                    <a:pt x="519725" y="1988934"/>
                  </a:lnTo>
                  <a:lnTo>
                    <a:pt x="520797" y="1988626"/>
                  </a:lnTo>
                  <a:lnTo>
                    <a:pt x="521868" y="1988317"/>
                  </a:lnTo>
                  <a:lnTo>
                    <a:pt x="522940" y="1988008"/>
                  </a:lnTo>
                  <a:lnTo>
                    <a:pt x="524011" y="1987698"/>
                  </a:lnTo>
                  <a:lnTo>
                    <a:pt x="525083" y="1987388"/>
                  </a:lnTo>
                  <a:lnTo>
                    <a:pt x="526155" y="1987077"/>
                  </a:lnTo>
                  <a:lnTo>
                    <a:pt x="527226" y="1986766"/>
                  </a:lnTo>
                  <a:lnTo>
                    <a:pt x="528298" y="1986454"/>
                  </a:lnTo>
                  <a:lnTo>
                    <a:pt x="529369" y="1986142"/>
                  </a:lnTo>
                  <a:lnTo>
                    <a:pt x="530441" y="1985830"/>
                  </a:lnTo>
                  <a:lnTo>
                    <a:pt x="531513" y="1985516"/>
                  </a:lnTo>
                  <a:lnTo>
                    <a:pt x="532584" y="1985203"/>
                  </a:lnTo>
                  <a:lnTo>
                    <a:pt x="533656" y="1984889"/>
                  </a:lnTo>
                  <a:lnTo>
                    <a:pt x="534727" y="1984574"/>
                  </a:lnTo>
                  <a:lnTo>
                    <a:pt x="535799" y="1984259"/>
                  </a:lnTo>
                  <a:lnTo>
                    <a:pt x="536870" y="1983944"/>
                  </a:lnTo>
                  <a:lnTo>
                    <a:pt x="537942" y="1983627"/>
                  </a:lnTo>
                  <a:lnTo>
                    <a:pt x="539014" y="1983311"/>
                  </a:lnTo>
                  <a:lnTo>
                    <a:pt x="540085" y="1982994"/>
                  </a:lnTo>
                  <a:lnTo>
                    <a:pt x="541157" y="1982676"/>
                  </a:lnTo>
                  <a:lnTo>
                    <a:pt x="542228" y="1982358"/>
                  </a:lnTo>
                  <a:lnTo>
                    <a:pt x="543300" y="1982040"/>
                  </a:lnTo>
                  <a:lnTo>
                    <a:pt x="544372" y="1981720"/>
                  </a:lnTo>
                  <a:lnTo>
                    <a:pt x="545443" y="1981401"/>
                  </a:lnTo>
                  <a:lnTo>
                    <a:pt x="546515" y="1981081"/>
                  </a:lnTo>
                  <a:lnTo>
                    <a:pt x="547586" y="1980760"/>
                  </a:lnTo>
                  <a:lnTo>
                    <a:pt x="548658" y="1980439"/>
                  </a:lnTo>
                  <a:lnTo>
                    <a:pt x="549730" y="1980117"/>
                  </a:lnTo>
                  <a:lnTo>
                    <a:pt x="550801" y="1979795"/>
                  </a:lnTo>
                  <a:lnTo>
                    <a:pt x="551873" y="1979472"/>
                  </a:lnTo>
                  <a:lnTo>
                    <a:pt x="552944" y="1979149"/>
                  </a:lnTo>
                  <a:lnTo>
                    <a:pt x="554016" y="1978825"/>
                  </a:lnTo>
                  <a:lnTo>
                    <a:pt x="555088" y="1978501"/>
                  </a:lnTo>
                  <a:lnTo>
                    <a:pt x="556159" y="1978176"/>
                  </a:lnTo>
                  <a:lnTo>
                    <a:pt x="557231" y="1977851"/>
                  </a:lnTo>
                  <a:lnTo>
                    <a:pt x="558302" y="1977525"/>
                  </a:lnTo>
                  <a:lnTo>
                    <a:pt x="559374" y="1977199"/>
                  </a:lnTo>
                  <a:lnTo>
                    <a:pt x="560446" y="1976872"/>
                  </a:lnTo>
                  <a:lnTo>
                    <a:pt x="561517" y="1976544"/>
                  </a:lnTo>
                  <a:lnTo>
                    <a:pt x="562589" y="1976216"/>
                  </a:lnTo>
                  <a:lnTo>
                    <a:pt x="563660" y="1975887"/>
                  </a:lnTo>
                  <a:lnTo>
                    <a:pt x="564732" y="1975558"/>
                  </a:lnTo>
                  <a:lnTo>
                    <a:pt x="565804" y="1975229"/>
                  </a:lnTo>
                  <a:lnTo>
                    <a:pt x="566875" y="1974898"/>
                  </a:lnTo>
                  <a:lnTo>
                    <a:pt x="567947" y="1974568"/>
                  </a:lnTo>
                  <a:lnTo>
                    <a:pt x="569018" y="1974236"/>
                  </a:lnTo>
                  <a:lnTo>
                    <a:pt x="570090" y="1973905"/>
                  </a:lnTo>
                  <a:lnTo>
                    <a:pt x="571162" y="1973572"/>
                  </a:lnTo>
                  <a:lnTo>
                    <a:pt x="572233" y="1973239"/>
                  </a:lnTo>
                  <a:lnTo>
                    <a:pt x="573305" y="1972906"/>
                  </a:lnTo>
                  <a:lnTo>
                    <a:pt x="574376" y="1972572"/>
                  </a:lnTo>
                  <a:lnTo>
                    <a:pt x="575448" y="1972237"/>
                  </a:lnTo>
                  <a:lnTo>
                    <a:pt x="576520" y="1971902"/>
                  </a:lnTo>
                  <a:lnTo>
                    <a:pt x="577591" y="1971566"/>
                  </a:lnTo>
                  <a:lnTo>
                    <a:pt x="578663" y="1971230"/>
                  </a:lnTo>
                  <a:lnTo>
                    <a:pt x="579734" y="1970893"/>
                  </a:lnTo>
                  <a:lnTo>
                    <a:pt x="580806" y="1970555"/>
                  </a:lnTo>
                  <a:lnTo>
                    <a:pt x="581878" y="1970217"/>
                  </a:lnTo>
                  <a:lnTo>
                    <a:pt x="582949" y="1969878"/>
                  </a:lnTo>
                  <a:lnTo>
                    <a:pt x="584021" y="1969539"/>
                  </a:lnTo>
                  <a:lnTo>
                    <a:pt x="585092" y="1969199"/>
                  </a:lnTo>
                  <a:lnTo>
                    <a:pt x="586164" y="1968859"/>
                  </a:lnTo>
                  <a:lnTo>
                    <a:pt x="587236" y="1968518"/>
                  </a:lnTo>
                  <a:lnTo>
                    <a:pt x="588307" y="1968177"/>
                  </a:lnTo>
                  <a:lnTo>
                    <a:pt x="589379" y="1967834"/>
                  </a:lnTo>
                  <a:lnTo>
                    <a:pt x="590450" y="1967492"/>
                  </a:lnTo>
                  <a:lnTo>
                    <a:pt x="591522" y="1967148"/>
                  </a:lnTo>
                  <a:lnTo>
                    <a:pt x="592594" y="1966805"/>
                  </a:lnTo>
                  <a:lnTo>
                    <a:pt x="593665" y="1966460"/>
                  </a:lnTo>
                  <a:lnTo>
                    <a:pt x="594737" y="1966115"/>
                  </a:lnTo>
                  <a:lnTo>
                    <a:pt x="595808" y="1965769"/>
                  </a:lnTo>
                  <a:lnTo>
                    <a:pt x="596880" y="1965423"/>
                  </a:lnTo>
                  <a:lnTo>
                    <a:pt x="597952" y="1965076"/>
                  </a:lnTo>
                  <a:lnTo>
                    <a:pt x="599023" y="1964729"/>
                  </a:lnTo>
                  <a:lnTo>
                    <a:pt x="600095" y="1964381"/>
                  </a:lnTo>
                  <a:lnTo>
                    <a:pt x="601166" y="1964032"/>
                  </a:lnTo>
                  <a:lnTo>
                    <a:pt x="602238" y="1963683"/>
                  </a:lnTo>
                  <a:lnTo>
                    <a:pt x="603310" y="1963333"/>
                  </a:lnTo>
                  <a:lnTo>
                    <a:pt x="604381" y="1962983"/>
                  </a:lnTo>
                  <a:lnTo>
                    <a:pt x="605453" y="1962631"/>
                  </a:lnTo>
                  <a:lnTo>
                    <a:pt x="606524" y="1962280"/>
                  </a:lnTo>
                  <a:lnTo>
                    <a:pt x="607596" y="1961927"/>
                  </a:lnTo>
                  <a:lnTo>
                    <a:pt x="608668" y="1961575"/>
                  </a:lnTo>
                  <a:lnTo>
                    <a:pt x="609739" y="1961221"/>
                  </a:lnTo>
                  <a:lnTo>
                    <a:pt x="610811" y="1960867"/>
                  </a:lnTo>
                  <a:lnTo>
                    <a:pt x="611882" y="1960512"/>
                  </a:lnTo>
                  <a:lnTo>
                    <a:pt x="612954" y="1960157"/>
                  </a:lnTo>
                  <a:lnTo>
                    <a:pt x="614026" y="1959801"/>
                  </a:lnTo>
                  <a:lnTo>
                    <a:pt x="615097" y="1959444"/>
                  </a:lnTo>
                  <a:lnTo>
                    <a:pt x="616169" y="1959087"/>
                  </a:lnTo>
                  <a:lnTo>
                    <a:pt x="617240" y="1958729"/>
                  </a:lnTo>
                  <a:lnTo>
                    <a:pt x="618312" y="1958370"/>
                  </a:lnTo>
                  <a:lnTo>
                    <a:pt x="619384" y="1958011"/>
                  </a:lnTo>
                  <a:lnTo>
                    <a:pt x="620455" y="1957651"/>
                  </a:lnTo>
                  <a:lnTo>
                    <a:pt x="621527" y="1957291"/>
                  </a:lnTo>
                  <a:lnTo>
                    <a:pt x="622598" y="1956930"/>
                  </a:lnTo>
                  <a:lnTo>
                    <a:pt x="623670" y="1956568"/>
                  </a:lnTo>
                  <a:lnTo>
                    <a:pt x="624742" y="1956206"/>
                  </a:lnTo>
                  <a:lnTo>
                    <a:pt x="625813" y="1955843"/>
                  </a:lnTo>
                  <a:lnTo>
                    <a:pt x="626885" y="1955479"/>
                  </a:lnTo>
                  <a:lnTo>
                    <a:pt x="627956" y="1955115"/>
                  </a:lnTo>
                  <a:lnTo>
                    <a:pt x="629028" y="1954750"/>
                  </a:lnTo>
                  <a:lnTo>
                    <a:pt x="630100" y="1954384"/>
                  </a:lnTo>
                  <a:lnTo>
                    <a:pt x="631171" y="1954018"/>
                  </a:lnTo>
                  <a:lnTo>
                    <a:pt x="632243" y="1953651"/>
                  </a:lnTo>
                  <a:lnTo>
                    <a:pt x="633314" y="1953284"/>
                  </a:lnTo>
                  <a:lnTo>
                    <a:pt x="634386" y="1952916"/>
                  </a:lnTo>
                  <a:lnTo>
                    <a:pt x="635458" y="1952547"/>
                  </a:lnTo>
                  <a:lnTo>
                    <a:pt x="636529" y="1952177"/>
                  </a:lnTo>
                  <a:lnTo>
                    <a:pt x="637601" y="1951807"/>
                  </a:lnTo>
                  <a:lnTo>
                    <a:pt x="638672" y="1951436"/>
                  </a:lnTo>
                  <a:lnTo>
                    <a:pt x="639744" y="1951065"/>
                  </a:lnTo>
                  <a:lnTo>
                    <a:pt x="640816" y="1950693"/>
                  </a:lnTo>
                  <a:lnTo>
                    <a:pt x="641887" y="1950320"/>
                  </a:lnTo>
                  <a:lnTo>
                    <a:pt x="642959" y="1949947"/>
                  </a:lnTo>
                  <a:lnTo>
                    <a:pt x="644030" y="1949573"/>
                  </a:lnTo>
                  <a:lnTo>
                    <a:pt x="645102" y="1949198"/>
                  </a:lnTo>
                  <a:lnTo>
                    <a:pt x="646174" y="1948822"/>
                  </a:lnTo>
                  <a:lnTo>
                    <a:pt x="647245" y="1948446"/>
                  </a:lnTo>
                  <a:lnTo>
                    <a:pt x="648317" y="1948069"/>
                  </a:lnTo>
                  <a:lnTo>
                    <a:pt x="649388" y="1947692"/>
                  </a:lnTo>
                  <a:lnTo>
                    <a:pt x="650460" y="1947314"/>
                  </a:lnTo>
                  <a:lnTo>
                    <a:pt x="651532" y="1946935"/>
                  </a:lnTo>
                  <a:lnTo>
                    <a:pt x="652603" y="1946555"/>
                  </a:lnTo>
                  <a:lnTo>
                    <a:pt x="653675" y="1946175"/>
                  </a:lnTo>
                  <a:lnTo>
                    <a:pt x="654746" y="1945794"/>
                  </a:lnTo>
                  <a:lnTo>
                    <a:pt x="655818" y="1945413"/>
                  </a:lnTo>
                  <a:lnTo>
                    <a:pt x="656890" y="1945031"/>
                  </a:lnTo>
                  <a:lnTo>
                    <a:pt x="657961" y="1944648"/>
                  </a:lnTo>
                  <a:lnTo>
                    <a:pt x="659033" y="1944264"/>
                  </a:lnTo>
                  <a:lnTo>
                    <a:pt x="660104" y="1943880"/>
                  </a:lnTo>
                  <a:lnTo>
                    <a:pt x="661176" y="1943495"/>
                  </a:lnTo>
                  <a:lnTo>
                    <a:pt x="662248" y="1943109"/>
                  </a:lnTo>
                  <a:lnTo>
                    <a:pt x="663319" y="1942723"/>
                  </a:lnTo>
                  <a:lnTo>
                    <a:pt x="664391" y="1942336"/>
                  </a:lnTo>
                  <a:lnTo>
                    <a:pt x="665462" y="1941948"/>
                  </a:lnTo>
                  <a:lnTo>
                    <a:pt x="666534" y="1941560"/>
                  </a:lnTo>
                  <a:lnTo>
                    <a:pt x="667606" y="1941171"/>
                  </a:lnTo>
                  <a:lnTo>
                    <a:pt x="668677" y="1940781"/>
                  </a:lnTo>
                  <a:lnTo>
                    <a:pt x="669749" y="1940390"/>
                  </a:lnTo>
                  <a:lnTo>
                    <a:pt x="670820" y="1939999"/>
                  </a:lnTo>
                  <a:lnTo>
                    <a:pt x="671892" y="1939607"/>
                  </a:lnTo>
                  <a:lnTo>
                    <a:pt x="672964" y="1939215"/>
                  </a:lnTo>
                  <a:lnTo>
                    <a:pt x="674035" y="1938821"/>
                  </a:lnTo>
                  <a:lnTo>
                    <a:pt x="675107" y="1938427"/>
                  </a:lnTo>
                  <a:lnTo>
                    <a:pt x="676178" y="1938033"/>
                  </a:lnTo>
                  <a:lnTo>
                    <a:pt x="677250" y="1937637"/>
                  </a:lnTo>
                  <a:lnTo>
                    <a:pt x="678322" y="1937241"/>
                  </a:lnTo>
                  <a:lnTo>
                    <a:pt x="679393" y="1936844"/>
                  </a:lnTo>
                  <a:lnTo>
                    <a:pt x="680465" y="1936447"/>
                  </a:lnTo>
                  <a:lnTo>
                    <a:pt x="681536" y="1936049"/>
                  </a:lnTo>
                  <a:lnTo>
                    <a:pt x="682608" y="1935650"/>
                  </a:lnTo>
                  <a:lnTo>
                    <a:pt x="683680" y="1935250"/>
                  </a:lnTo>
                  <a:lnTo>
                    <a:pt x="684751" y="1934850"/>
                  </a:lnTo>
                  <a:lnTo>
                    <a:pt x="685823" y="1934449"/>
                  </a:lnTo>
                  <a:lnTo>
                    <a:pt x="686894" y="1934047"/>
                  </a:lnTo>
                  <a:lnTo>
                    <a:pt x="687966" y="1933644"/>
                  </a:lnTo>
                  <a:lnTo>
                    <a:pt x="689038" y="1933241"/>
                  </a:lnTo>
                  <a:lnTo>
                    <a:pt x="690109" y="1932837"/>
                  </a:lnTo>
                  <a:lnTo>
                    <a:pt x="691181" y="1932432"/>
                  </a:lnTo>
                  <a:lnTo>
                    <a:pt x="692252" y="1932027"/>
                  </a:lnTo>
                  <a:lnTo>
                    <a:pt x="693324" y="1931621"/>
                  </a:lnTo>
                  <a:lnTo>
                    <a:pt x="694396" y="1931214"/>
                  </a:lnTo>
                  <a:lnTo>
                    <a:pt x="695467" y="1930807"/>
                  </a:lnTo>
                  <a:lnTo>
                    <a:pt x="696539" y="1930398"/>
                  </a:lnTo>
                  <a:lnTo>
                    <a:pt x="697610" y="1929989"/>
                  </a:lnTo>
                  <a:lnTo>
                    <a:pt x="698682" y="1929580"/>
                  </a:lnTo>
                  <a:lnTo>
                    <a:pt x="699754" y="1929169"/>
                  </a:lnTo>
                  <a:lnTo>
                    <a:pt x="700825" y="1928758"/>
                  </a:lnTo>
                  <a:lnTo>
                    <a:pt x="701897" y="1928346"/>
                  </a:lnTo>
                  <a:lnTo>
                    <a:pt x="702968" y="1927934"/>
                  </a:lnTo>
                  <a:lnTo>
                    <a:pt x="704040" y="1927520"/>
                  </a:lnTo>
                  <a:lnTo>
                    <a:pt x="705112" y="1927106"/>
                  </a:lnTo>
                  <a:lnTo>
                    <a:pt x="706183" y="1926691"/>
                  </a:lnTo>
                  <a:lnTo>
                    <a:pt x="707255" y="1926276"/>
                  </a:lnTo>
                  <a:lnTo>
                    <a:pt x="708326" y="1925860"/>
                  </a:lnTo>
                  <a:lnTo>
                    <a:pt x="709398" y="1925443"/>
                  </a:lnTo>
                  <a:lnTo>
                    <a:pt x="710469" y="1925025"/>
                  </a:lnTo>
                  <a:lnTo>
                    <a:pt x="711541" y="1924606"/>
                  </a:lnTo>
                  <a:lnTo>
                    <a:pt x="712613" y="1924187"/>
                  </a:lnTo>
                  <a:lnTo>
                    <a:pt x="713684" y="1923767"/>
                  </a:lnTo>
                  <a:lnTo>
                    <a:pt x="714756" y="1923347"/>
                  </a:lnTo>
                  <a:lnTo>
                    <a:pt x="715827" y="1922925"/>
                  </a:lnTo>
                  <a:lnTo>
                    <a:pt x="716899" y="1922503"/>
                  </a:lnTo>
                  <a:lnTo>
                    <a:pt x="717971" y="1922080"/>
                  </a:lnTo>
                  <a:lnTo>
                    <a:pt x="719042" y="1921657"/>
                  </a:lnTo>
                  <a:lnTo>
                    <a:pt x="720114" y="1921233"/>
                  </a:lnTo>
                  <a:lnTo>
                    <a:pt x="721185" y="1920808"/>
                  </a:lnTo>
                  <a:lnTo>
                    <a:pt x="722257" y="1920382"/>
                  </a:lnTo>
                  <a:lnTo>
                    <a:pt x="723329" y="1919955"/>
                  </a:lnTo>
                  <a:lnTo>
                    <a:pt x="724400" y="1919528"/>
                  </a:lnTo>
                  <a:lnTo>
                    <a:pt x="725472" y="1919100"/>
                  </a:lnTo>
                  <a:lnTo>
                    <a:pt x="726543" y="1918671"/>
                  </a:lnTo>
                  <a:lnTo>
                    <a:pt x="727615" y="1918242"/>
                  </a:lnTo>
                  <a:lnTo>
                    <a:pt x="728687" y="1917812"/>
                  </a:lnTo>
                  <a:lnTo>
                    <a:pt x="729758" y="1917381"/>
                  </a:lnTo>
                  <a:lnTo>
                    <a:pt x="730830" y="1916949"/>
                  </a:lnTo>
                  <a:lnTo>
                    <a:pt x="731901" y="1916517"/>
                  </a:lnTo>
                  <a:lnTo>
                    <a:pt x="732973" y="1916084"/>
                  </a:lnTo>
                  <a:lnTo>
                    <a:pt x="734045" y="1915650"/>
                  </a:lnTo>
                  <a:lnTo>
                    <a:pt x="735116" y="1915215"/>
                  </a:lnTo>
                  <a:lnTo>
                    <a:pt x="736188" y="1914780"/>
                  </a:lnTo>
                  <a:lnTo>
                    <a:pt x="737259" y="1914344"/>
                  </a:lnTo>
                  <a:lnTo>
                    <a:pt x="738331" y="1913907"/>
                  </a:lnTo>
                  <a:lnTo>
                    <a:pt x="739403" y="1913469"/>
                  </a:lnTo>
                  <a:lnTo>
                    <a:pt x="740474" y="1913031"/>
                  </a:lnTo>
                  <a:lnTo>
                    <a:pt x="741546" y="1912592"/>
                  </a:lnTo>
                  <a:lnTo>
                    <a:pt x="742617" y="1912152"/>
                  </a:lnTo>
                  <a:lnTo>
                    <a:pt x="743689" y="1911711"/>
                  </a:lnTo>
                  <a:lnTo>
                    <a:pt x="744761" y="1911270"/>
                  </a:lnTo>
                  <a:lnTo>
                    <a:pt x="745832" y="1910828"/>
                  </a:lnTo>
                  <a:lnTo>
                    <a:pt x="746904" y="1910385"/>
                  </a:lnTo>
                  <a:lnTo>
                    <a:pt x="747975" y="1909942"/>
                  </a:lnTo>
                  <a:lnTo>
                    <a:pt x="749047" y="1909498"/>
                  </a:lnTo>
                  <a:lnTo>
                    <a:pt x="750119" y="1909053"/>
                  </a:lnTo>
                  <a:lnTo>
                    <a:pt x="751190" y="1908607"/>
                  </a:lnTo>
                  <a:lnTo>
                    <a:pt x="752262" y="1908161"/>
                  </a:lnTo>
                  <a:lnTo>
                    <a:pt x="753333" y="1907713"/>
                  </a:lnTo>
                  <a:lnTo>
                    <a:pt x="754405" y="1907266"/>
                  </a:lnTo>
                  <a:lnTo>
                    <a:pt x="755477" y="1906817"/>
                  </a:lnTo>
                  <a:lnTo>
                    <a:pt x="756548" y="1906368"/>
                  </a:lnTo>
                  <a:lnTo>
                    <a:pt x="757620" y="1905917"/>
                  </a:lnTo>
                  <a:lnTo>
                    <a:pt x="758691" y="1905467"/>
                  </a:lnTo>
                  <a:lnTo>
                    <a:pt x="759763" y="1905015"/>
                  </a:lnTo>
                  <a:lnTo>
                    <a:pt x="760835" y="1904563"/>
                  </a:lnTo>
                  <a:lnTo>
                    <a:pt x="761906" y="1904110"/>
                  </a:lnTo>
                  <a:lnTo>
                    <a:pt x="762978" y="1903656"/>
                  </a:lnTo>
                  <a:lnTo>
                    <a:pt x="764049" y="1903201"/>
                  </a:lnTo>
                  <a:lnTo>
                    <a:pt x="765121" y="1902746"/>
                  </a:lnTo>
                  <a:lnTo>
                    <a:pt x="766193" y="1902290"/>
                  </a:lnTo>
                  <a:lnTo>
                    <a:pt x="767264" y="1901833"/>
                  </a:lnTo>
                  <a:lnTo>
                    <a:pt x="768336" y="1901376"/>
                  </a:lnTo>
                  <a:lnTo>
                    <a:pt x="769407" y="1900917"/>
                  </a:lnTo>
                  <a:lnTo>
                    <a:pt x="770479" y="1900459"/>
                  </a:lnTo>
                  <a:lnTo>
                    <a:pt x="771551" y="1899999"/>
                  </a:lnTo>
                  <a:lnTo>
                    <a:pt x="772622" y="1899538"/>
                  </a:lnTo>
                  <a:lnTo>
                    <a:pt x="773694" y="1899077"/>
                  </a:lnTo>
                  <a:lnTo>
                    <a:pt x="774765" y="1898615"/>
                  </a:lnTo>
                  <a:lnTo>
                    <a:pt x="775837" y="1898153"/>
                  </a:lnTo>
                  <a:lnTo>
                    <a:pt x="776909" y="1897690"/>
                  </a:lnTo>
                  <a:lnTo>
                    <a:pt x="777980" y="1897226"/>
                  </a:lnTo>
                  <a:lnTo>
                    <a:pt x="779052" y="1896761"/>
                  </a:lnTo>
                  <a:lnTo>
                    <a:pt x="780123" y="1896295"/>
                  </a:lnTo>
                  <a:lnTo>
                    <a:pt x="781195" y="1895829"/>
                  </a:lnTo>
                  <a:lnTo>
                    <a:pt x="782267" y="1895362"/>
                  </a:lnTo>
                  <a:lnTo>
                    <a:pt x="783338" y="1894894"/>
                  </a:lnTo>
                  <a:lnTo>
                    <a:pt x="784410" y="1894426"/>
                  </a:lnTo>
                  <a:lnTo>
                    <a:pt x="785481" y="1893957"/>
                  </a:lnTo>
                  <a:lnTo>
                    <a:pt x="786553" y="1893487"/>
                  </a:lnTo>
                  <a:lnTo>
                    <a:pt x="787625" y="1893017"/>
                  </a:lnTo>
                  <a:lnTo>
                    <a:pt x="788696" y="1892545"/>
                  </a:lnTo>
                  <a:lnTo>
                    <a:pt x="789768" y="1892073"/>
                  </a:lnTo>
                  <a:lnTo>
                    <a:pt x="790839" y="1891601"/>
                  </a:lnTo>
                  <a:lnTo>
                    <a:pt x="791911" y="1891127"/>
                  </a:lnTo>
                  <a:lnTo>
                    <a:pt x="792983" y="1890653"/>
                  </a:lnTo>
                  <a:lnTo>
                    <a:pt x="794054" y="1890178"/>
                  </a:lnTo>
                  <a:lnTo>
                    <a:pt x="795126" y="1889702"/>
                  </a:lnTo>
                  <a:lnTo>
                    <a:pt x="796197" y="1889226"/>
                  </a:lnTo>
                  <a:lnTo>
                    <a:pt x="797269" y="1888749"/>
                  </a:lnTo>
                  <a:lnTo>
                    <a:pt x="798341" y="1888271"/>
                  </a:lnTo>
                  <a:lnTo>
                    <a:pt x="799412" y="1887793"/>
                  </a:lnTo>
                  <a:lnTo>
                    <a:pt x="800484" y="1887314"/>
                  </a:lnTo>
                  <a:lnTo>
                    <a:pt x="801555" y="1886834"/>
                  </a:lnTo>
                  <a:lnTo>
                    <a:pt x="802627" y="1886353"/>
                  </a:lnTo>
                  <a:lnTo>
                    <a:pt x="803699" y="1885872"/>
                  </a:lnTo>
                  <a:lnTo>
                    <a:pt x="804770" y="1885390"/>
                  </a:lnTo>
                  <a:lnTo>
                    <a:pt x="805842" y="1884908"/>
                  </a:lnTo>
                  <a:lnTo>
                    <a:pt x="806913" y="1884424"/>
                  </a:lnTo>
                  <a:lnTo>
                    <a:pt x="807985" y="1883940"/>
                  </a:lnTo>
                  <a:lnTo>
                    <a:pt x="809057" y="1883455"/>
                  </a:lnTo>
                  <a:lnTo>
                    <a:pt x="810128" y="1882970"/>
                  </a:lnTo>
                  <a:lnTo>
                    <a:pt x="811200" y="1882484"/>
                  </a:lnTo>
                  <a:lnTo>
                    <a:pt x="812271" y="1881997"/>
                  </a:lnTo>
                  <a:lnTo>
                    <a:pt x="813343" y="1881509"/>
                  </a:lnTo>
                  <a:lnTo>
                    <a:pt x="814415" y="1881021"/>
                  </a:lnTo>
                  <a:lnTo>
                    <a:pt x="815486" y="1880532"/>
                  </a:lnTo>
                  <a:lnTo>
                    <a:pt x="816558" y="1880043"/>
                  </a:lnTo>
                  <a:lnTo>
                    <a:pt x="817629" y="1879552"/>
                  </a:lnTo>
                  <a:lnTo>
                    <a:pt x="818701" y="1879061"/>
                  </a:lnTo>
                  <a:lnTo>
                    <a:pt x="819773" y="1878570"/>
                  </a:lnTo>
                  <a:lnTo>
                    <a:pt x="820844" y="1878077"/>
                  </a:lnTo>
                  <a:lnTo>
                    <a:pt x="821916" y="1877584"/>
                  </a:lnTo>
                  <a:lnTo>
                    <a:pt x="822987" y="1877090"/>
                  </a:lnTo>
                  <a:lnTo>
                    <a:pt x="824059" y="1876596"/>
                  </a:lnTo>
                  <a:lnTo>
                    <a:pt x="825131" y="1876101"/>
                  </a:lnTo>
                  <a:lnTo>
                    <a:pt x="826202" y="1875605"/>
                  </a:lnTo>
                  <a:lnTo>
                    <a:pt x="827274" y="1875109"/>
                  </a:lnTo>
                  <a:lnTo>
                    <a:pt x="828345" y="1874612"/>
                  </a:lnTo>
                  <a:lnTo>
                    <a:pt x="829417" y="1874114"/>
                  </a:lnTo>
                  <a:lnTo>
                    <a:pt x="830489" y="1873615"/>
                  </a:lnTo>
                  <a:lnTo>
                    <a:pt x="831560" y="1873116"/>
                  </a:lnTo>
                  <a:lnTo>
                    <a:pt x="832632" y="1872616"/>
                  </a:lnTo>
                  <a:lnTo>
                    <a:pt x="833703" y="1872116"/>
                  </a:lnTo>
                  <a:lnTo>
                    <a:pt x="834775" y="1871615"/>
                  </a:lnTo>
                  <a:lnTo>
                    <a:pt x="835847" y="1871113"/>
                  </a:lnTo>
                  <a:lnTo>
                    <a:pt x="836918" y="1870611"/>
                  </a:lnTo>
                  <a:lnTo>
                    <a:pt x="837990" y="1870107"/>
                  </a:lnTo>
                  <a:lnTo>
                    <a:pt x="839061" y="1869604"/>
                  </a:lnTo>
                  <a:lnTo>
                    <a:pt x="840133" y="1869099"/>
                  </a:lnTo>
                  <a:lnTo>
                    <a:pt x="841205" y="1868594"/>
                  </a:lnTo>
                  <a:lnTo>
                    <a:pt x="842276" y="1868088"/>
                  </a:lnTo>
                  <a:lnTo>
                    <a:pt x="843348" y="1867582"/>
                  </a:lnTo>
                  <a:lnTo>
                    <a:pt x="844419" y="1867075"/>
                  </a:lnTo>
                  <a:lnTo>
                    <a:pt x="845491" y="1866567"/>
                  </a:lnTo>
                  <a:lnTo>
                    <a:pt x="846563" y="1866059"/>
                  </a:lnTo>
                  <a:lnTo>
                    <a:pt x="847634" y="1865550"/>
                  </a:lnTo>
                  <a:lnTo>
                    <a:pt x="848706" y="1865041"/>
                  </a:lnTo>
                  <a:lnTo>
                    <a:pt x="849777" y="1864530"/>
                  </a:lnTo>
                  <a:lnTo>
                    <a:pt x="850849" y="1864019"/>
                  </a:lnTo>
                  <a:lnTo>
                    <a:pt x="851921" y="1863508"/>
                  </a:lnTo>
                  <a:lnTo>
                    <a:pt x="852992" y="1862996"/>
                  </a:lnTo>
                  <a:lnTo>
                    <a:pt x="854064" y="1862483"/>
                  </a:lnTo>
                  <a:lnTo>
                    <a:pt x="855135" y="1861970"/>
                  </a:lnTo>
                  <a:lnTo>
                    <a:pt x="856207" y="1861456"/>
                  </a:lnTo>
                  <a:lnTo>
                    <a:pt x="857279" y="1860941"/>
                  </a:lnTo>
                  <a:lnTo>
                    <a:pt x="858350" y="1860426"/>
                  </a:lnTo>
                  <a:lnTo>
                    <a:pt x="859422" y="1859910"/>
                  </a:lnTo>
                  <a:lnTo>
                    <a:pt x="860493" y="1859393"/>
                  </a:lnTo>
                  <a:lnTo>
                    <a:pt x="861565" y="1858876"/>
                  </a:lnTo>
                  <a:lnTo>
                    <a:pt x="862637" y="1858359"/>
                  </a:lnTo>
                  <a:lnTo>
                    <a:pt x="863708" y="1857840"/>
                  </a:lnTo>
                  <a:lnTo>
                    <a:pt x="864780" y="1857321"/>
                  </a:lnTo>
                  <a:lnTo>
                    <a:pt x="865851" y="1856802"/>
                  </a:lnTo>
                  <a:lnTo>
                    <a:pt x="866923" y="1856282"/>
                  </a:lnTo>
                  <a:lnTo>
                    <a:pt x="867995" y="1855761"/>
                  </a:lnTo>
                  <a:lnTo>
                    <a:pt x="869066" y="1855239"/>
                  </a:lnTo>
                  <a:lnTo>
                    <a:pt x="870138" y="1854718"/>
                  </a:lnTo>
                  <a:lnTo>
                    <a:pt x="871209" y="1854195"/>
                  </a:lnTo>
                  <a:lnTo>
                    <a:pt x="872281" y="1853672"/>
                  </a:lnTo>
                  <a:lnTo>
                    <a:pt x="873353" y="1853148"/>
                  </a:lnTo>
                  <a:lnTo>
                    <a:pt x="874424" y="1852624"/>
                  </a:lnTo>
                  <a:lnTo>
                    <a:pt x="875496" y="1852099"/>
                  </a:lnTo>
                  <a:lnTo>
                    <a:pt x="876567" y="1851573"/>
                  </a:lnTo>
                  <a:lnTo>
                    <a:pt x="877639" y="1851047"/>
                  </a:lnTo>
                  <a:lnTo>
                    <a:pt x="878711" y="1850521"/>
                  </a:lnTo>
                  <a:lnTo>
                    <a:pt x="879782" y="1849993"/>
                  </a:lnTo>
                  <a:lnTo>
                    <a:pt x="880854" y="1849466"/>
                  </a:lnTo>
                  <a:lnTo>
                    <a:pt x="881925" y="1848937"/>
                  </a:lnTo>
                  <a:lnTo>
                    <a:pt x="882997" y="1848408"/>
                  </a:lnTo>
                  <a:lnTo>
                    <a:pt x="884069" y="1847879"/>
                  </a:lnTo>
                  <a:lnTo>
                    <a:pt x="885140" y="1847349"/>
                  </a:lnTo>
                  <a:lnTo>
                    <a:pt x="886212" y="1846818"/>
                  </a:lnTo>
                  <a:lnTo>
                    <a:pt x="887283" y="1846287"/>
                  </a:lnTo>
                  <a:lnTo>
                    <a:pt x="888355" y="1845755"/>
                  </a:lnTo>
                  <a:lnTo>
                    <a:pt x="889426" y="1845223"/>
                  </a:lnTo>
                  <a:lnTo>
                    <a:pt x="890498" y="1844690"/>
                  </a:lnTo>
                  <a:lnTo>
                    <a:pt x="891570" y="1844157"/>
                  </a:lnTo>
                  <a:lnTo>
                    <a:pt x="892641" y="1843623"/>
                  </a:lnTo>
                  <a:lnTo>
                    <a:pt x="893713" y="1843088"/>
                  </a:lnTo>
                  <a:lnTo>
                    <a:pt x="894784" y="1842553"/>
                  </a:lnTo>
                  <a:lnTo>
                    <a:pt x="895856" y="1842017"/>
                  </a:lnTo>
                  <a:lnTo>
                    <a:pt x="896928" y="1841481"/>
                  </a:lnTo>
                  <a:lnTo>
                    <a:pt x="897999" y="1840945"/>
                  </a:lnTo>
                  <a:lnTo>
                    <a:pt x="899071" y="1840408"/>
                  </a:lnTo>
                  <a:lnTo>
                    <a:pt x="900142" y="1839870"/>
                  </a:lnTo>
                  <a:lnTo>
                    <a:pt x="901214" y="1839332"/>
                  </a:lnTo>
                  <a:lnTo>
                    <a:pt x="902286" y="1838793"/>
                  </a:lnTo>
                  <a:lnTo>
                    <a:pt x="903357" y="1838254"/>
                  </a:lnTo>
                  <a:lnTo>
                    <a:pt x="904429" y="1837714"/>
                  </a:lnTo>
                  <a:lnTo>
                    <a:pt x="905500" y="1837173"/>
                  </a:lnTo>
                  <a:lnTo>
                    <a:pt x="906572" y="1836633"/>
                  </a:lnTo>
                  <a:lnTo>
                    <a:pt x="907644" y="1836091"/>
                  </a:lnTo>
                  <a:lnTo>
                    <a:pt x="908715" y="1835549"/>
                  </a:lnTo>
                  <a:lnTo>
                    <a:pt x="909787" y="1835007"/>
                  </a:lnTo>
                  <a:lnTo>
                    <a:pt x="910858" y="1834464"/>
                  </a:lnTo>
                  <a:lnTo>
                    <a:pt x="911930" y="1833921"/>
                  </a:lnTo>
                  <a:lnTo>
                    <a:pt x="913002" y="1833377"/>
                  </a:lnTo>
                  <a:lnTo>
                    <a:pt x="914073" y="1832833"/>
                  </a:lnTo>
                  <a:lnTo>
                    <a:pt x="915145" y="1832288"/>
                  </a:lnTo>
                  <a:lnTo>
                    <a:pt x="916216" y="1831742"/>
                  </a:lnTo>
                  <a:lnTo>
                    <a:pt x="917288" y="1831197"/>
                  </a:lnTo>
                  <a:lnTo>
                    <a:pt x="918360" y="1830650"/>
                  </a:lnTo>
                  <a:lnTo>
                    <a:pt x="919431" y="1830104"/>
                  </a:lnTo>
                  <a:lnTo>
                    <a:pt x="920503" y="1829556"/>
                  </a:lnTo>
                  <a:lnTo>
                    <a:pt x="921574" y="1829009"/>
                  </a:lnTo>
                  <a:lnTo>
                    <a:pt x="922646" y="1828460"/>
                  </a:lnTo>
                  <a:lnTo>
                    <a:pt x="923718" y="1827912"/>
                  </a:lnTo>
                  <a:lnTo>
                    <a:pt x="924789" y="1827363"/>
                  </a:lnTo>
                  <a:lnTo>
                    <a:pt x="925861" y="1826813"/>
                  </a:lnTo>
                  <a:lnTo>
                    <a:pt x="926932" y="1826263"/>
                  </a:lnTo>
                  <a:lnTo>
                    <a:pt x="928004" y="1825712"/>
                  </a:lnTo>
                  <a:lnTo>
                    <a:pt x="929076" y="1825162"/>
                  </a:lnTo>
                  <a:lnTo>
                    <a:pt x="930147" y="1824610"/>
                  </a:lnTo>
                  <a:lnTo>
                    <a:pt x="931219" y="1824058"/>
                  </a:lnTo>
                  <a:lnTo>
                    <a:pt x="932290" y="1823506"/>
                  </a:lnTo>
                  <a:lnTo>
                    <a:pt x="933362" y="1822953"/>
                  </a:lnTo>
                  <a:lnTo>
                    <a:pt x="934434" y="1822400"/>
                  </a:lnTo>
                  <a:lnTo>
                    <a:pt x="935505" y="1821846"/>
                  </a:lnTo>
                  <a:lnTo>
                    <a:pt x="936577" y="1821292"/>
                  </a:lnTo>
                  <a:lnTo>
                    <a:pt x="937648" y="1820738"/>
                  </a:lnTo>
                  <a:lnTo>
                    <a:pt x="938720" y="1820183"/>
                  </a:lnTo>
                  <a:lnTo>
                    <a:pt x="939792" y="1819628"/>
                  </a:lnTo>
                  <a:lnTo>
                    <a:pt x="940863" y="1819072"/>
                  </a:lnTo>
                  <a:lnTo>
                    <a:pt x="941935" y="1818516"/>
                  </a:lnTo>
                  <a:lnTo>
                    <a:pt x="943006" y="1817959"/>
                  </a:lnTo>
                  <a:lnTo>
                    <a:pt x="944078" y="1817402"/>
                  </a:lnTo>
                  <a:lnTo>
                    <a:pt x="945150" y="1816845"/>
                  </a:lnTo>
                  <a:lnTo>
                    <a:pt x="946221" y="1816287"/>
                  </a:lnTo>
                  <a:lnTo>
                    <a:pt x="947293" y="1815729"/>
                  </a:lnTo>
                  <a:lnTo>
                    <a:pt x="948364" y="1815170"/>
                  </a:lnTo>
                  <a:lnTo>
                    <a:pt x="949436" y="1814611"/>
                  </a:lnTo>
                  <a:lnTo>
                    <a:pt x="950508" y="1814052"/>
                  </a:lnTo>
                  <a:lnTo>
                    <a:pt x="951579" y="1813492"/>
                  </a:lnTo>
                  <a:lnTo>
                    <a:pt x="952651" y="1812932"/>
                  </a:lnTo>
                  <a:lnTo>
                    <a:pt x="953722" y="1812371"/>
                  </a:lnTo>
                  <a:lnTo>
                    <a:pt x="954794" y="1811810"/>
                  </a:lnTo>
                  <a:lnTo>
                    <a:pt x="955866" y="1811249"/>
                  </a:lnTo>
                  <a:lnTo>
                    <a:pt x="956937" y="1810687"/>
                  </a:lnTo>
                  <a:lnTo>
                    <a:pt x="958009" y="1810125"/>
                  </a:lnTo>
                  <a:lnTo>
                    <a:pt x="959080" y="1809562"/>
                  </a:lnTo>
                  <a:lnTo>
                    <a:pt x="960152" y="1809000"/>
                  </a:lnTo>
                  <a:lnTo>
                    <a:pt x="961224" y="1808436"/>
                  </a:lnTo>
                  <a:lnTo>
                    <a:pt x="962295" y="1807873"/>
                  </a:lnTo>
                  <a:lnTo>
                    <a:pt x="963367" y="1807309"/>
                  </a:lnTo>
                  <a:lnTo>
                    <a:pt x="964438" y="1806745"/>
                  </a:lnTo>
                  <a:lnTo>
                    <a:pt x="965510" y="1806180"/>
                  </a:lnTo>
                  <a:lnTo>
                    <a:pt x="966582" y="1805615"/>
                  </a:lnTo>
                  <a:lnTo>
                    <a:pt x="967653" y="1805050"/>
                  </a:lnTo>
                  <a:lnTo>
                    <a:pt x="968725" y="1804484"/>
                  </a:lnTo>
                  <a:lnTo>
                    <a:pt x="969796" y="1803918"/>
                  </a:lnTo>
                  <a:lnTo>
                    <a:pt x="970868" y="1803352"/>
                  </a:lnTo>
                  <a:lnTo>
                    <a:pt x="971940" y="1802785"/>
                  </a:lnTo>
                  <a:lnTo>
                    <a:pt x="973011" y="1802219"/>
                  </a:lnTo>
                  <a:lnTo>
                    <a:pt x="974083" y="1801651"/>
                  </a:lnTo>
                  <a:lnTo>
                    <a:pt x="975154" y="1801084"/>
                  </a:lnTo>
                  <a:lnTo>
                    <a:pt x="976226" y="1800516"/>
                  </a:lnTo>
                  <a:lnTo>
                    <a:pt x="977298" y="1799947"/>
                  </a:lnTo>
                  <a:lnTo>
                    <a:pt x="978369" y="1799379"/>
                  </a:lnTo>
                  <a:lnTo>
                    <a:pt x="979441" y="1798810"/>
                  </a:lnTo>
                  <a:lnTo>
                    <a:pt x="980512" y="1798241"/>
                  </a:lnTo>
                  <a:lnTo>
                    <a:pt x="981584" y="1797671"/>
                  </a:lnTo>
                  <a:lnTo>
                    <a:pt x="982656" y="1797102"/>
                  </a:lnTo>
                  <a:lnTo>
                    <a:pt x="983727" y="1796532"/>
                  </a:lnTo>
                  <a:lnTo>
                    <a:pt x="984799" y="1795961"/>
                  </a:lnTo>
                  <a:lnTo>
                    <a:pt x="985870" y="1795391"/>
                  </a:lnTo>
                  <a:lnTo>
                    <a:pt x="986942" y="1794820"/>
                  </a:lnTo>
                  <a:lnTo>
                    <a:pt x="988014" y="1794249"/>
                  </a:lnTo>
                  <a:lnTo>
                    <a:pt x="989085" y="1793677"/>
                  </a:lnTo>
                  <a:lnTo>
                    <a:pt x="990157" y="1793105"/>
                  </a:lnTo>
                  <a:lnTo>
                    <a:pt x="991228" y="1792533"/>
                  </a:lnTo>
                  <a:lnTo>
                    <a:pt x="992300" y="1791961"/>
                  </a:lnTo>
                  <a:lnTo>
                    <a:pt x="993372" y="1791388"/>
                  </a:lnTo>
                  <a:lnTo>
                    <a:pt x="994443" y="1790816"/>
                  </a:lnTo>
                  <a:lnTo>
                    <a:pt x="995515" y="1790243"/>
                  </a:lnTo>
                  <a:lnTo>
                    <a:pt x="996586" y="1789669"/>
                  </a:lnTo>
                  <a:lnTo>
                    <a:pt x="997658" y="1789096"/>
                  </a:lnTo>
                  <a:lnTo>
                    <a:pt x="998730" y="1788522"/>
                  </a:lnTo>
                  <a:lnTo>
                    <a:pt x="999801" y="1787948"/>
                  </a:lnTo>
                  <a:lnTo>
                    <a:pt x="1000873" y="1787373"/>
                  </a:lnTo>
                  <a:lnTo>
                    <a:pt x="1001944" y="1786799"/>
                  </a:lnTo>
                  <a:lnTo>
                    <a:pt x="1003016" y="1786224"/>
                  </a:lnTo>
                  <a:lnTo>
                    <a:pt x="1004088" y="1785649"/>
                  </a:lnTo>
                  <a:lnTo>
                    <a:pt x="1005159" y="1785074"/>
                  </a:lnTo>
                  <a:lnTo>
                    <a:pt x="1006231" y="1784498"/>
                  </a:lnTo>
                  <a:lnTo>
                    <a:pt x="1007302" y="1783923"/>
                  </a:lnTo>
                  <a:lnTo>
                    <a:pt x="1008374" y="1783347"/>
                  </a:lnTo>
                  <a:lnTo>
                    <a:pt x="1009446" y="1782770"/>
                  </a:lnTo>
                  <a:lnTo>
                    <a:pt x="1010517" y="1782194"/>
                  </a:lnTo>
                  <a:lnTo>
                    <a:pt x="1011589" y="1781618"/>
                  </a:lnTo>
                  <a:lnTo>
                    <a:pt x="1012660" y="1781041"/>
                  </a:lnTo>
                  <a:lnTo>
                    <a:pt x="1013732" y="1780464"/>
                  </a:lnTo>
                  <a:lnTo>
                    <a:pt x="1014804" y="1779887"/>
                  </a:lnTo>
                  <a:lnTo>
                    <a:pt x="1015875" y="1779309"/>
                  </a:lnTo>
                  <a:lnTo>
                    <a:pt x="1016947" y="1778732"/>
                  </a:lnTo>
                  <a:lnTo>
                    <a:pt x="1018018" y="1778154"/>
                  </a:lnTo>
                  <a:lnTo>
                    <a:pt x="1019090" y="1777576"/>
                  </a:lnTo>
                  <a:lnTo>
                    <a:pt x="1020162" y="1776998"/>
                  </a:lnTo>
                  <a:lnTo>
                    <a:pt x="1021233" y="1776420"/>
                  </a:lnTo>
                  <a:lnTo>
                    <a:pt x="1022305" y="1775841"/>
                  </a:lnTo>
                  <a:lnTo>
                    <a:pt x="1023376" y="1775263"/>
                  </a:lnTo>
                  <a:lnTo>
                    <a:pt x="1024448" y="1774684"/>
                  </a:lnTo>
                  <a:lnTo>
                    <a:pt x="1025520" y="1774105"/>
                  </a:lnTo>
                  <a:lnTo>
                    <a:pt x="1026591" y="1773526"/>
                  </a:lnTo>
                  <a:lnTo>
                    <a:pt x="1027663" y="1772947"/>
                  </a:lnTo>
                  <a:lnTo>
                    <a:pt x="1028734" y="1772367"/>
                  </a:lnTo>
                  <a:lnTo>
                    <a:pt x="1029806" y="1771788"/>
                  </a:lnTo>
                  <a:lnTo>
                    <a:pt x="1030878" y="1771208"/>
                  </a:lnTo>
                  <a:lnTo>
                    <a:pt x="1031949" y="1770628"/>
                  </a:lnTo>
                  <a:lnTo>
                    <a:pt x="1033021" y="1770048"/>
                  </a:lnTo>
                  <a:lnTo>
                    <a:pt x="1034092" y="1769468"/>
                  </a:lnTo>
                  <a:lnTo>
                    <a:pt x="1035164" y="1768888"/>
                  </a:lnTo>
                  <a:lnTo>
                    <a:pt x="1036236" y="1768307"/>
                  </a:lnTo>
                  <a:lnTo>
                    <a:pt x="1037307" y="1767727"/>
                  </a:lnTo>
                  <a:lnTo>
                    <a:pt x="1038379" y="1767146"/>
                  </a:lnTo>
                  <a:lnTo>
                    <a:pt x="1039450" y="1766565"/>
                  </a:lnTo>
                  <a:lnTo>
                    <a:pt x="1040522" y="1765984"/>
                  </a:lnTo>
                  <a:lnTo>
                    <a:pt x="1041594" y="1765403"/>
                  </a:lnTo>
                  <a:lnTo>
                    <a:pt x="1042665" y="1764822"/>
                  </a:lnTo>
                  <a:lnTo>
                    <a:pt x="1043737" y="1764241"/>
                  </a:lnTo>
                  <a:lnTo>
                    <a:pt x="1044808" y="1763660"/>
                  </a:lnTo>
                  <a:lnTo>
                    <a:pt x="1045880" y="1763078"/>
                  </a:lnTo>
                  <a:lnTo>
                    <a:pt x="1046952" y="1762497"/>
                  </a:lnTo>
                  <a:lnTo>
                    <a:pt x="1048023" y="1761915"/>
                  </a:lnTo>
                  <a:lnTo>
                    <a:pt x="1049095" y="1761334"/>
                  </a:lnTo>
                  <a:lnTo>
                    <a:pt x="1050166" y="1760752"/>
                  </a:lnTo>
                  <a:lnTo>
                    <a:pt x="1051238" y="1760170"/>
                  </a:lnTo>
                  <a:lnTo>
                    <a:pt x="1052310" y="1759588"/>
                  </a:lnTo>
                  <a:lnTo>
                    <a:pt x="1053381" y="1759006"/>
                  </a:lnTo>
                  <a:lnTo>
                    <a:pt x="1054453" y="1758424"/>
                  </a:lnTo>
                  <a:lnTo>
                    <a:pt x="1055524" y="1757842"/>
                  </a:lnTo>
                  <a:lnTo>
                    <a:pt x="1056596" y="1757260"/>
                  </a:lnTo>
                  <a:lnTo>
                    <a:pt x="1057668" y="1756677"/>
                  </a:lnTo>
                  <a:lnTo>
                    <a:pt x="1058739" y="1756095"/>
                  </a:lnTo>
                  <a:lnTo>
                    <a:pt x="1059811" y="1755513"/>
                  </a:lnTo>
                  <a:lnTo>
                    <a:pt x="1060882" y="1754930"/>
                  </a:lnTo>
                  <a:lnTo>
                    <a:pt x="1061954" y="1754348"/>
                  </a:lnTo>
                  <a:lnTo>
                    <a:pt x="1063026" y="1753766"/>
                  </a:lnTo>
                  <a:lnTo>
                    <a:pt x="1064097" y="1753183"/>
                  </a:lnTo>
                  <a:lnTo>
                    <a:pt x="1065169" y="1752600"/>
                  </a:lnTo>
                  <a:lnTo>
                    <a:pt x="1066240" y="1752018"/>
                  </a:lnTo>
                  <a:lnTo>
                    <a:pt x="1067312" y="1751435"/>
                  </a:lnTo>
                  <a:lnTo>
                    <a:pt x="1068383" y="1750853"/>
                  </a:lnTo>
                  <a:lnTo>
                    <a:pt x="1069455" y="1750270"/>
                  </a:lnTo>
                  <a:lnTo>
                    <a:pt x="1070527" y="1749687"/>
                  </a:lnTo>
                  <a:lnTo>
                    <a:pt x="1071598" y="1749105"/>
                  </a:lnTo>
                  <a:lnTo>
                    <a:pt x="1072670" y="1748522"/>
                  </a:lnTo>
                  <a:lnTo>
                    <a:pt x="1073741" y="1747939"/>
                  </a:lnTo>
                  <a:lnTo>
                    <a:pt x="1074813" y="1747357"/>
                  </a:lnTo>
                  <a:lnTo>
                    <a:pt x="1075885" y="1746774"/>
                  </a:lnTo>
                  <a:lnTo>
                    <a:pt x="1076956" y="1746191"/>
                  </a:lnTo>
                  <a:lnTo>
                    <a:pt x="1078028" y="1745608"/>
                  </a:lnTo>
                  <a:lnTo>
                    <a:pt x="1079099" y="1745026"/>
                  </a:lnTo>
                  <a:lnTo>
                    <a:pt x="1080171" y="1744443"/>
                  </a:lnTo>
                  <a:lnTo>
                    <a:pt x="1081243" y="1743861"/>
                  </a:lnTo>
                  <a:lnTo>
                    <a:pt x="1082314" y="1743278"/>
                  </a:lnTo>
                  <a:lnTo>
                    <a:pt x="1083386" y="1742695"/>
                  </a:lnTo>
                  <a:lnTo>
                    <a:pt x="1084457" y="1742113"/>
                  </a:lnTo>
                  <a:lnTo>
                    <a:pt x="1085529" y="1741530"/>
                  </a:lnTo>
                  <a:lnTo>
                    <a:pt x="1086601" y="1740948"/>
                  </a:lnTo>
                  <a:lnTo>
                    <a:pt x="1087672" y="1740365"/>
                  </a:lnTo>
                  <a:lnTo>
                    <a:pt x="1088744" y="1739783"/>
                  </a:lnTo>
                  <a:lnTo>
                    <a:pt x="1089815" y="1739201"/>
                  </a:lnTo>
                  <a:lnTo>
                    <a:pt x="1090887" y="1738618"/>
                  </a:lnTo>
                  <a:lnTo>
                    <a:pt x="1091959" y="1738036"/>
                  </a:lnTo>
                  <a:lnTo>
                    <a:pt x="1093030" y="1737454"/>
                  </a:lnTo>
                  <a:lnTo>
                    <a:pt x="1094102" y="1736872"/>
                  </a:lnTo>
                  <a:lnTo>
                    <a:pt x="1095173" y="1736290"/>
                  </a:lnTo>
                  <a:lnTo>
                    <a:pt x="1096245" y="1735708"/>
                  </a:lnTo>
                  <a:lnTo>
                    <a:pt x="1097317" y="1735126"/>
                  </a:lnTo>
                  <a:lnTo>
                    <a:pt x="1098388" y="1734544"/>
                  </a:lnTo>
                  <a:lnTo>
                    <a:pt x="1099460" y="1733962"/>
                  </a:lnTo>
                  <a:lnTo>
                    <a:pt x="1100531" y="1733381"/>
                  </a:lnTo>
                  <a:lnTo>
                    <a:pt x="1101603" y="1732799"/>
                  </a:lnTo>
                  <a:lnTo>
                    <a:pt x="1102675" y="1732218"/>
                  </a:lnTo>
                  <a:lnTo>
                    <a:pt x="1103746" y="1731636"/>
                  </a:lnTo>
                  <a:lnTo>
                    <a:pt x="1104818" y="1731055"/>
                  </a:lnTo>
                  <a:lnTo>
                    <a:pt x="1105889" y="1730474"/>
                  </a:lnTo>
                  <a:lnTo>
                    <a:pt x="1106961" y="1729893"/>
                  </a:lnTo>
                  <a:lnTo>
                    <a:pt x="1108033" y="1729312"/>
                  </a:lnTo>
                  <a:lnTo>
                    <a:pt x="1109104" y="1728731"/>
                  </a:lnTo>
                  <a:lnTo>
                    <a:pt x="1110176" y="1728150"/>
                  </a:lnTo>
                  <a:lnTo>
                    <a:pt x="1111247" y="1727569"/>
                  </a:lnTo>
                  <a:lnTo>
                    <a:pt x="1112319" y="1726989"/>
                  </a:lnTo>
                  <a:lnTo>
                    <a:pt x="1113391" y="1726409"/>
                  </a:lnTo>
                  <a:lnTo>
                    <a:pt x="1114462" y="1725828"/>
                  </a:lnTo>
                  <a:lnTo>
                    <a:pt x="1115534" y="1725248"/>
                  </a:lnTo>
                  <a:lnTo>
                    <a:pt x="1116605" y="1724668"/>
                  </a:lnTo>
                  <a:lnTo>
                    <a:pt x="1117677" y="1724088"/>
                  </a:lnTo>
                  <a:lnTo>
                    <a:pt x="1118749" y="1723509"/>
                  </a:lnTo>
                  <a:lnTo>
                    <a:pt x="1119820" y="1722929"/>
                  </a:lnTo>
                  <a:lnTo>
                    <a:pt x="1120892" y="1722350"/>
                  </a:lnTo>
                  <a:lnTo>
                    <a:pt x="1121963" y="1721771"/>
                  </a:lnTo>
                  <a:lnTo>
                    <a:pt x="1123035" y="1721192"/>
                  </a:lnTo>
                  <a:lnTo>
                    <a:pt x="1124107" y="1720613"/>
                  </a:lnTo>
                  <a:lnTo>
                    <a:pt x="1125178" y="1720034"/>
                  </a:lnTo>
                  <a:lnTo>
                    <a:pt x="1126250" y="1719455"/>
                  </a:lnTo>
                  <a:lnTo>
                    <a:pt x="1127321" y="1718877"/>
                  </a:lnTo>
                  <a:lnTo>
                    <a:pt x="1128393" y="1718299"/>
                  </a:lnTo>
                  <a:lnTo>
                    <a:pt x="1129465" y="1717721"/>
                  </a:lnTo>
                  <a:lnTo>
                    <a:pt x="1130536" y="1717143"/>
                  </a:lnTo>
                  <a:lnTo>
                    <a:pt x="1131608" y="1716565"/>
                  </a:lnTo>
                  <a:lnTo>
                    <a:pt x="1132679" y="1715988"/>
                  </a:lnTo>
                  <a:lnTo>
                    <a:pt x="1133751" y="1715411"/>
                  </a:lnTo>
                  <a:lnTo>
                    <a:pt x="1134823" y="1714834"/>
                  </a:lnTo>
                  <a:lnTo>
                    <a:pt x="1135894" y="1714257"/>
                  </a:lnTo>
                  <a:lnTo>
                    <a:pt x="1136966" y="1713680"/>
                  </a:lnTo>
                  <a:lnTo>
                    <a:pt x="1138037" y="1713104"/>
                  </a:lnTo>
                  <a:lnTo>
                    <a:pt x="1139109" y="1712528"/>
                  </a:lnTo>
                  <a:lnTo>
                    <a:pt x="1140181" y="1711952"/>
                  </a:lnTo>
                  <a:lnTo>
                    <a:pt x="1141252" y="1711376"/>
                  </a:lnTo>
                  <a:lnTo>
                    <a:pt x="1142324" y="1710800"/>
                  </a:lnTo>
                  <a:lnTo>
                    <a:pt x="1143395" y="1710225"/>
                  </a:lnTo>
                  <a:lnTo>
                    <a:pt x="1144467" y="1709650"/>
                  </a:lnTo>
                  <a:lnTo>
                    <a:pt x="1145539" y="1709075"/>
                  </a:lnTo>
                  <a:lnTo>
                    <a:pt x="1146610" y="1708501"/>
                  </a:lnTo>
                  <a:lnTo>
                    <a:pt x="1147682" y="1707926"/>
                  </a:lnTo>
                  <a:lnTo>
                    <a:pt x="1148753" y="1707352"/>
                  </a:lnTo>
                  <a:lnTo>
                    <a:pt x="1149825" y="1706778"/>
                  </a:lnTo>
                  <a:lnTo>
                    <a:pt x="1150897" y="1706205"/>
                  </a:lnTo>
                  <a:lnTo>
                    <a:pt x="1151968" y="1705631"/>
                  </a:lnTo>
                  <a:lnTo>
                    <a:pt x="1153040" y="1705058"/>
                  </a:lnTo>
                  <a:lnTo>
                    <a:pt x="1154111" y="1704485"/>
                  </a:lnTo>
                  <a:lnTo>
                    <a:pt x="1155183" y="1703912"/>
                  </a:lnTo>
                  <a:lnTo>
                    <a:pt x="1156255" y="1703340"/>
                  </a:lnTo>
                  <a:lnTo>
                    <a:pt x="1157326" y="1702768"/>
                  </a:lnTo>
                  <a:lnTo>
                    <a:pt x="1158398" y="1702196"/>
                  </a:lnTo>
                  <a:lnTo>
                    <a:pt x="1159469" y="1701624"/>
                  </a:lnTo>
                  <a:lnTo>
                    <a:pt x="1160541" y="1701052"/>
                  </a:lnTo>
                  <a:lnTo>
                    <a:pt x="1161613" y="1700481"/>
                  </a:lnTo>
                  <a:lnTo>
                    <a:pt x="1162684" y="1699910"/>
                  </a:lnTo>
                  <a:lnTo>
                    <a:pt x="1163756" y="1699339"/>
                  </a:lnTo>
                  <a:lnTo>
                    <a:pt x="1164827" y="1698768"/>
                  </a:lnTo>
                  <a:lnTo>
                    <a:pt x="1165899" y="1698198"/>
                  </a:lnTo>
                  <a:lnTo>
                    <a:pt x="1166971" y="1697628"/>
                  </a:lnTo>
                  <a:lnTo>
                    <a:pt x="1168042" y="1697058"/>
                  </a:lnTo>
                  <a:lnTo>
                    <a:pt x="1169114" y="1696488"/>
                  </a:lnTo>
                  <a:lnTo>
                    <a:pt x="1170185" y="1695919"/>
                  </a:lnTo>
                  <a:lnTo>
                    <a:pt x="1171257" y="1695349"/>
                  </a:lnTo>
                  <a:lnTo>
                    <a:pt x="1172329" y="1694780"/>
                  </a:lnTo>
                  <a:lnTo>
                    <a:pt x="1173400" y="1694211"/>
                  </a:lnTo>
                  <a:lnTo>
                    <a:pt x="1174472" y="1693643"/>
                  </a:lnTo>
                  <a:lnTo>
                    <a:pt x="1175543" y="1693074"/>
                  </a:lnTo>
                  <a:lnTo>
                    <a:pt x="1176615" y="1692506"/>
                  </a:lnTo>
                  <a:lnTo>
                    <a:pt x="1177687" y="1691938"/>
                  </a:lnTo>
                  <a:lnTo>
                    <a:pt x="1178758" y="1691370"/>
                  </a:lnTo>
                  <a:lnTo>
                    <a:pt x="1179830" y="1690802"/>
                  </a:lnTo>
                  <a:lnTo>
                    <a:pt x="1180901" y="1690235"/>
                  </a:lnTo>
                  <a:lnTo>
                    <a:pt x="1181973" y="1689668"/>
                  </a:lnTo>
                  <a:lnTo>
                    <a:pt x="1183045" y="1689101"/>
                  </a:lnTo>
                  <a:lnTo>
                    <a:pt x="1184116" y="1688534"/>
                  </a:lnTo>
                  <a:lnTo>
                    <a:pt x="1185188" y="1687967"/>
                  </a:lnTo>
                  <a:lnTo>
                    <a:pt x="1186259" y="1687401"/>
                  </a:lnTo>
                  <a:lnTo>
                    <a:pt x="1187331" y="1686834"/>
                  </a:lnTo>
                  <a:lnTo>
                    <a:pt x="1188403" y="1686268"/>
                  </a:lnTo>
                  <a:lnTo>
                    <a:pt x="1189474" y="1685703"/>
                  </a:lnTo>
                  <a:lnTo>
                    <a:pt x="1190546" y="1685137"/>
                  </a:lnTo>
                  <a:lnTo>
                    <a:pt x="1191617" y="1684571"/>
                  </a:lnTo>
                  <a:lnTo>
                    <a:pt x="1192689" y="1684006"/>
                  </a:lnTo>
                  <a:lnTo>
                    <a:pt x="1193761" y="1683441"/>
                  </a:lnTo>
                  <a:lnTo>
                    <a:pt x="1194832" y="1682876"/>
                  </a:lnTo>
                  <a:lnTo>
                    <a:pt x="1195904" y="1682311"/>
                  </a:lnTo>
                  <a:lnTo>
                    <a:pt x="1196975" y="1681747"/>
                  </a:lnTo>
                  <a:lnTo>
                    <a:pt x="1198047" y="1681183"/>
                  </a:lnTo>
                  <a:lnTo>
                    <a:pt x="1199119" y="1680618"/>
                  </a:lnTo>
                  <a:lnTo>
                    <a:pt x="1200190" y="1680054"/>
                  </a:lnTo>
                  <a:lnTo>
                    <a:pt x="1201262" y="1679491"/>
                  </a:lnTo>
                  <a:lnTo>
                    <a:pt x="1202333" y="1678927"/>
                  </a:lnTo>
                  <a:lnTo>
                    <a:pt x="1203405" y="1678363"/>
                  </a:lnTo>
                  <a:lnTo>
                    <a:pt x="1204477" y="1677800"/>
                  </a:lnTo>
                  <a:lnTo>
                    <a:pt x="1205548" y="1677237"/>
                  </a:lnTo>
                  <a:lnTo>
                    <a:pt x="1206620" y="1676674"/>
                  </a:lnTo>
                  <a:lnTo>
                    <a:pt x="1207691" y="1676111"/>
                  </a:lnTo>
                  <a:lnTo>
                    <a:pt x="1208763" y="1675549"/>
                  </a:lnTo>
                  <a:lnTo>
                    <a:pt x="1209835" y="1674986"/>
                  </a:lnTo>
                  <a:lnTo>
                    <a:pt x="1210906" y="1674424"/>
                  </a:lnTo>
                  <a:lnTo>
                    <a:pt x="1211978" y="1673862"/>
                  </a:lnTo>
                  <a:lnTo>
                    <a:pt x="1213049" y="1673299"/>
                  </a:lnTo>
                  <a:lnTo>
                    <a:pt x="1214121" y="1672738"/>
                  </a:lnTo>
                  <a:lnTo>
                    <a:pt x="1215193" y="1672176"/>
                  </a:lnTo>
                  <a:lnTo>
                    <a:pt x="1216264" y="1671614"/>
                  </a:lnTo>
                  <a:lnTo>
                    <a:pt x="1217336" y="1671053"/>
                  </a:lnTo>
                  <a:lnTo>
                    <a:pt x="1218407" y="1670492"/>
                  </a:lnTo>
                  <a:lnTo>
                    <a:pt x="1219479" y="1669930"/>
                  </a:lnTo>
                  <a:lnTo>
                    <a:pt x="1220551" y="1669369"/>
                  </a:lnTo>
                  <a:lnTo>
                    <a:pt x="1221622" y="1668809"/>
                  </a:lnTo>
                  <a:lnTo>
                    <a:pt x="1222694" y="1668248"/>
                  </a:lnTo>
                  <a:lnTo>
                    <a:pt x="1223765" y="1667687"/>
                  </a:lnTo>
                  <a:lnTo>
                    <a:pt x="1224837" y="1667127"/>
                  </a:lnTo>
                  <a:lnTo>
                    <a:pt x="1225909" y="1666566"/>
                  </a:lnTo>
                  <a:lnTo>
                    <a:pt x="1226980" y="1666006"/>
                  </a:lnTo>
                  <a:lnTo>
                    <a:pt x="1228052" y="1665446"/>
                  </a:lnTo>
                  <a:lnTo>
                    <a:pt x="1229123" y="1664886"/>
                  </a:lnTo>
                  <a:lnTo>
                    <a:pt x="1230195" y="1664326"/>
                  </a:lnTo>
                  <a:lnTo>
                    <a:pt x="1231267" y="1663767"/>
                  </a:lnTo>
                  <a:lnTo>
                    <a:pt x="1232338" y="1663207"/>
                  </a:lnTo>
                  <a:lnTo>
                    <a:pt x="1233410" y="1662648"/>
                  </a:lnTo>
                  <a:lnTo>
                    <a:pt x="1234481" y="1662088"/>
                  </a:lnTo>
                  <a:lnTo>
                    <a:pt x="1235553" y="1661529"/>
                  </a:lnTo>
                  <a:lnTo>
                    <a:pt x="1236625" y="1660970"/>
                  </a:lnTo>
                  <a:lnTo>
                    <a:pt x="1237696" y="1660411"/>
                  </a:lnTo>
                  <a:lnTo>
                    <a:pt x="1238768" y="1659852"/>
                  </a:lnTo>
                  <a:lnTo>
                    <a:pt x="1239839" y="1659293"/>
                  </a:lnTo>
                  <a:lnTo>
                    <a:pt x="1240911" y="1658734"/>
                  </a:lnTo>
                  <a:lnTo>
                    <a:pt x="1241983" y="1658176"/>
                  </a:lnTo>
                  <a:lnTo>
                    <a:pt x="1243054" y="1657617"/>
                  </a:lnTo>
                  <a:lnTo>
                    <a:pt x="1244126" y="1657059"/>
                  </a:lnTo>
                  <a:lnTo>
                    <a:pt x="1245197" y="1656500"/>
                  </a:lnTo>
                  <a:lnTo>
                    <a:pt x="1246269" y="1655942"/>
                  </a:lnTo>
                  <a:lnTo>
                    <a:pt x="1247340" y="1655384"/>
                  </a:lnTo>
                  <a:lnTo>
                    <a:pt x="1248412" y="1654826"/>
                  </a:lnTo>
                  <a:lnTo>
                    <a:pt x="1249484" y="1654268"/>
                  </a:lnTo>
                  <a:lnTo>
                    <a:pt x="1250555" y="1653710"/>
                  </a:lnTo>
                  <a:lnTo>
                    <a:pt x="1251627" y="1653152"/>
                  </a:lnTo>
                  <a:lnTo>
                    <a:pt x="1252698" y="1652594"/>
                  </a:lnTo>
                  <a:lnTo>
                    <a:pt x="1253770" y="1652036"/>
                  </a:lnTo>
                  <a:lnTo>
                    <a:pt x="1254842" y="1651479"/>
                  </a:lnTo>
                  <a:lnTo>
                    <a:pt x="1255913" y="1650921"/>
                  </a:lnTo>
                  <a:lnTo>
                    <a:pt x="1256985" y="1650364"/>
                  </a:lnTo>
                  <a:lnTo>
                    <a:pt x="1258056" y="1649806"/>
                  </a:lnTo>
                  <a:lnTo>
                    <a:pt x="1259128" y="1649249"/>
                  </a:lnTo>
                  <a:lnTo>
                    <a:pt x="1260200" y="1648691"/>
                  </a:lnTo>
                  <a:lnTo>
                    <a:pt x="1261271" y="1648134"/>
                  </a:lnTo>
                  <a:lnTo>
                    <a:pt x="1262343" y="1647577"/>
                  </a:lnTo>
                  <a:lnTo>
                    <a:pt x="1263414" y="1647020"/>
                  </a:lnTo>
                  <a:lnTo>
                    <a:pt x="1264486" y="1646463"/>
                  </a:lnTo>
                  <a:lnTo>
                    <a:pt x="1265558" y="1645905"/>
                  </a:lnTo>
                  <a:lnTo>
                    <a:pt x="1266629" y="1645348"/>
                  </a:lnTo>
                  <a:lnTo>
                    <a:pt x="1267701" y="1644791"/>
                  </a:lnTo>
                  <a:lnTo>
                    <a:pt x="1268772" y="1644234"/>
                  </a:lnTo>
                  <a:lnTo>
                    <a:pt x="1269844" y="1643677"/>
                  </a:lnTo>
                  <a:lnTo>
                    <a:pt x="1270916" y="1643120"/>
                  </a:lnTo>
                  <a:lnTo>
                    <a:pt x="1271987" y="1642563"/>
                  </a:lnTo>
                  <a:lnTo>
                    <a:pt x="1273059" y="1642007"/>
                  </a:lnTo>
                  <a:lnTo>
                    <a:pt x="1274130" y="1641450"/>
                  </a:lnTo>
                  <a:lnTo>
                    <a:pt x="1275202" y="1640893"/>
                  </a:lnTo>
                  <a:lnTo>
                    <a:pt x="1276274" y="1640336"/>
                  </a:lnTo>
                  <a:lnTo>
                    <a:pt x="1277345" y="1639779"/>
                  </a:lnTo>
                  <a:lnTo>
                    <a:pt x="1278417" y="1639222"/>
                  </a:lnTo>
                  <a:lnTo>
                    <a:pt x="1279488" y="1638665"/>
                  </a:lnTo>
                  <a:lnTo>
                    <a:pt x="1280560" y="1638109"/>
                  </a:lnTo>
                  <a:lnTo>
                    <a:pt x="1281632" y="1637552"/>
                  </a:lnTo>
                  <a:lnTo>
                    <a:pt x="1282703" y="1636995"/>
                  </a:lnTo>
                  <a:lnTo>
                    <a:pt x="1283775" y="1636438"/>
                  </a:lnTo>
                  <a:lnTo>
                    <a:pt x="1284846" y="1635881"/>
                  </a:lnTo>
                  <a:lnTo>
                    <a:pt x="1285918" y="1635325"/>
                  </a:lnTo>
                  <a:lnTo>
                    <a:pt x="1286990" y="1634768"/>
                  </a:lnTo>
                  <a:lnTo>
                    <a:pt x="1288061" y="1634211"/>
                  </a:lnTo>
                  <a:lnTo>
                    <a:pt x="1289133" y="1633654"/>
                  </a:lnTo>
                  <a:lnTo>
                    <a:pt x="1290204" y="1633097"/>
                  </a:lnTo>
                  <a:lnTo>
                    <a:pt x="1291276" y="1632540"/>
                  </a:lnTo>
                  <a:lnTo>
                    <a:pt x="1292348" y="1631983"/>
                  </a:lnTo>
                  <a:lnTo>
                    <a:pt x="1293419" y="1631426"/>
                  </a:lnTo>
                  <a:lnTo>
                    <a:pt x="1294491" y="1630869"/>
                  </a:lnTo>
                  <a:lnTo>
                    <a:pt x="1295562" y="1630312"/>
                  </a:lnTo>
                  <a:lnTo>
                    <a:pt x="1296634" y="1629755"/>
                  </a:lnTo>
                  <a:lnTo>
                    <a:pt x="1297706" y="1629198"/>
                  </a:lnTo>
                  <a:lnTo>
                    <a:pt x="1298777" y="1628641"/>
                  </a:lnTo>
                  <a:lnTo>
                    <a:pt x="1299849" y="1628084"/>
                  </a:lnTo>
                  <a:lnTo>
                    <a:pt x="1300920" y="1627526"/>
                  </a:lnTo>
                  <a:lnTo>
                    <a:pt x="1301992" y="1626969"/>
                  </a:lnTo>
                  <a:lnTo>
                    <a:pt x="1303064" y="1626412"/>
                  </a:lnTo>
                  <a:lnTo>
                    <a:pt x="1304135" y="1625854"/>
                  </a:lnTo>
                  <a:lnTo>
                    <a:pt x="1305207" y="1625297"/>
                  </a:lnTo>
                  <a:lnTo>
                    <a:pt x="1306278" y="1624739"/>
                  </a:lnTo>
                  <a:lnTo>
                    <a:pt x="1307350" y="1624181"/>
                  </a:lnTo>
                  <a:lnTo>
                    <a:pt x="1308422" y="1623624"/>
                  </a:lnTo>
                  <a:lnTo>
                    <a:pt x="1309493" y="1623066"/>
                  </a:lnTo>
                  <a:lnTo>
                    <a:pt x="1310565" y="1622508"/>
                  </a:lnTo>
                  <a:lnTo>
                    <a:pt x="1311636" y="1621950"/>
                  </a:lnTo>
                  <a:lnTo>
                    <a:pt x="1312708" y="1621392"/>
                  </a:lnTo>
                  <a:lnTo>
                    <a:pt x="1313780" y="1620834"/>
                  </a:lnTo>
                  <a:lnTo>
                    <a:pt x="1314851" y="1620275"/>
                  </a:lnTo>
                  <a:lnTo>
                    <a:pt x="1315923" y="1619717"/>
                  </a:lnTo>
                  <a:lnTo>
                    <a:pt x="1316994" y="1619159"/>
                  </a:lnTo>
                  <a:lnTo>
                    <a:pt x="1318066" y="1618600"/>
                  </a:lnTo>
                  <a:lnTo>
                    <a:pt x="1319138" y="1618042"/>
                  </a:lnTo>
                  <a:lnTo>
                    <a:pt x="1320209" y="1617483"/>
                  </a:lnTo>
                  <a:lnTo>
                    <a:pt x="1321281" y="1616924"/>
                  </a:lnTo>
                  <a:lnTo>
                    <a:pt x="1322352" y="1616365"/>
                  </a:lnTo>
                  <a:lnTo>
                    <a:pt x="1323424" y="1615806"/>
                  </a:lnTo>
                  <a:lnTo>
                    <a:pt x="1324496" y="1615247"/>
                  </a:lnTo>
                  <a:lnTo>
                    <a:pt x="1325567" y="1614687"/>
                  </a:lnTo>
                  <a:lnTo>
                    <a:pt x="1326639" y="1614128"/>
                  </a:lnTo>
                  <a:lnTo>
                    <a:pt x="1327710" y="1613568"/>
                  </a:lnTo>
                  <a:lnTo>
                    <a:pt x="1328782" y="1613009"/>
                  </a:lnTo>
                  <a:lnTo>
                    <a:pt x="1329854" y="1612449"/>
                  </a:lnTo>
                  <a:lnTo>
                    <a:pt x="1330925" y="1611889"/>
                  </a:lnTo>
                  <a:lnTo>
                    <a:pt x="1331997" y="1611328"/>
                  </a:lnTo>
                  <a:lnTo>
                    <a:pt x="1333068" y="1610768"/>
                  </a:lnTo>
                  <a:lnTo>
                    <a:pt x="1334140" y="1610208"/>
                  </a:lnTo>
                  <a:lnTo>
                    <a:pt x="1335212" y="1609647"/>
                  </a:lnTo>
                  <a:lnTo>
                    <a:pt x="1336283" y="1609086"/>
                  </a:lnTo>
                  <a:lnTo>
                    <a:pt x="1337355" y="1608525"/>
                  </a:lnTo>
                  <a:lnTo>
                    <a:pt x="1338426" y="1607964"/>
                  </a:lnTo>
                  <a:lnTo>
                    <a:pt x="1339498" y="1607403"/>
                  </a:lnTo>
                  <a:lnTo>
                    <a:pt x="1340570" y="1606842"/>
                  </a:lnTo>
                  <a:lnTo>
                    <a:pt x="1341641" y="1606280"/>
                  </a:lnTo>
                  <a:lnTo>
                    <a:pt x="1342713" y="1605718"/>
                  </a:lnTo>
                  <a:lnTo>
                    <a:pt x="1343784" y="1605156"/>
                  </a:lnTo>
                  <a:lnTo>
                    <a:pt x="1344856" y="1604594"/>
                  </a:lnTo>
                  <a:lnTo>
                    <a:pt x="1345928" y="1604032"/>
                  </a:lnTo>
                  <a:lnTo>
                    <a:pt x="1346999" y="1603469"/>
                  </a:lnTo>
                  <a:lnTo>
                    <a:pt x="1348071" y="1602906"/>
                  </a:lnTo>
                  <a:lnTo>
                    <a:pt x="1349142" y="1602343"/>
                  </a:lnTo>
                  <a:lnTo>
                    <a:pt x="1350214" y="1601780"/>
                  </a:lnTo>
                  <a:lnTo>
                    <a:pt x="1351286" y="1601217"/>
                  </a:lnTo>
                  <a:lnTo>
                    <a:pt x="1352357" y="1600653"/>
                  </a:lnTo>
                  <a:lnTo>
                    <a:pt x="1353429" y="1600090"/>
                  </a:lnTo>
                  <a:lnTo>
                    <a:pt x="1354500" y="1599526"/>
                  </a:lnTo>
                  <a:lnTo>
                    <a:pt x="1355572" y="1598961"/>
                  </a:lnTo>
                  <a:lnTo>
                    <a:pt x="1356644" y="1598397"/>
                  </a:lnTo>
                  <a:lnTo>
                    <a:pt x="1357715" y="1597832"/>
                  </a:lnTo>
                  <a:lnTo>
                    <a:pt x="1358787" y="1597267"/>
                  </a:lnTo>
                  <a:lnTo>
                    <a:pt x="1359858" y="1596702"/>
                  </a:lnTo>
                  <a:lnTo>
                    <a:pt x="1360930" y="1596137"/>
                  </a:lnTo>
                  <a:lnTo>
                    <a:pt x="1362002" y="1595571"/>
                  </a:lnTo>
                  <a:lnTo>
                    <a:pt x="1363073" y="1595005"/>
                  </a:lnTo>
                  <a:lnTo>
                    <a:pt x="1364145" y="1594439"/>
                  </a:lnTo>
                  <a:lnTo>
                    <a:pt x="1365216" y="1593873"/>
                  </a:lnTo>
                  <a:lnTo>
                    <a:pt x="1366288" y="1593306"/>
                  </a:lnTo>
                  <a:lnTo>
                    <a:pt x="1367360" y="1592739"/>
                  </a:lnTo>
                  <a:lnTo>
                    <a:pt x="1368431" y="1592172"/>
                  </a:lnTo>
                  <a:lnTo>
                    <a:pt x="1369503" y="1591605"/>
                  </a:lnTo>
                  <a:lnTo>
                    <a:pt x="1370574" y="1591037"/>
                  </a:lnTo>
                  <a:lnTo>
                    <a:pt x="1371646" y="1590469"/>
                  </a:lnTo>
                  <a:lnTo>
                    <a:pt x="1372718" y="1589901"/>
                  </a:lnTo>
                  <a:lnTo>
                    <a:pt x="1373789" y="1589332"/>
                  </a:lnTo>
                  <a:lnTo>
                    <a:pt x="1374861" y="1588763"/>
                  </a:lnTo>
                  <a:lnTo>
                    <a:pt x="1375932" y="1588194"/>
                  </a:lnTo>
                  <a:lnTo>
                    <a:pt x="1377004" y="1587625"/>
                  </a:lnTo>
                  <a:lnTo>
                    <a:pt x="1378076" y="1587055"/>
                  </a:lnTo>
                  <a:lnTo>
                    <a:pt x="1379147" y="1586485"/>
                  </a:lnTo>
                  <a:lnTo>
                    <a:pt x="1380219" y="1585914"/>
                  </a:lnTo>
                  <a:lnTo>
                    <a:pt x="1381290" y="1585344"/>
                  </a:lnTo>
                  <a:lnTo>
                    <a:pt x="1382362" y="1584773"/>
                  </a:lnTo>
                  <a:lnTo>
                    <a:pt x="1383434" y="1584201"/>
                  </a:lnTo>
                  <a:lnTo>
                    <a:pt x="1384505" y="1583630"/>
                  </a:lnTo>
                  <a:lnTo>
                    <a:pt x="1385577" y="1583058"/>
                  </a:lnTo>
                  <a:lnTo>
                    <a:pt x="1386648" y="1582486"/>
                  </a:lnTo>
                  <a:lnTo>
                    <a:pt x="1387720" y="1581913"/>
                  </a:lnTo>
                  <a:lnTo>
                    <a:pt x="1388792" y="1581340"/>
                  </a:lnTo>
                  <a:lnTo>
                    <a:pt x="1389863" y="1580767"/>
                  </a:lnTo>
                  <a:lnTo>
                    <a:pt x="1390935" y="1580193"/>
                  </a:lnTo>
                  <a:lnTo>
                    <a:pt x="1392006" y="1579619"/>
                  </a:lnTo>
                  <a:lnTo>
                    <a:pt x="1393078" y="1579045"/>
                  </a:lnTo>
                  <a:lnTo>
                    <a:pt x="1394150" y="1578470"/>
                  </a:lnTo>
                  <a:lnTo>
                    <a:pt x="1395221" y="1577895"/>
                  </a:lnTo>
                  <a:lnTo>
                    <a:pt x="1396293" y="1577319"/>
                  </a:lnTo>
                  <a:lnTo>
                    <a:pt x="1397364" y="1576744"/>
                  </a:lnTo>
                  <a:lnTo>
                    <a:pt x="1398436" y="1576167"/>
                  </a:lnTo>
                  <a:lnTo>
                    <a:pt x="1399508" y="1575591"/>
                  </a:lnTo>
                  <a:lnTo>
                    <a:pt x="1400579" y="1575014"/>
                  </a:lnTo>
                  <a:lnTo>
                    <a:pt x="1401651" y="1574437"/>
                  </a:lnTo>
                  <a:lnTo>
                    <a:pt x="1402722" y="1573859"/>
                  </a:lnTo>
                  <a:lnTo>
                    <a:pt x="1403794" y="1573281"/>
                  </a:lnTo>
                  <a:lnTo>
                    <a:pt x="1404866" y="1572702"/>
                  </a:lnTo>
                  <a:lnTo>
                    <a:pt x="1405937" y="1572123"/>
                  </a:lnTo>
                  <a:lnTo>
                    <a:pt x="1407009" y="1571544"/>
                  </a:lnTo>
                  <a:lnTo>
                    <a:pt x="1408080" y="1570964"/>
                  </a:lnTo>
                  <a:lnTo>
                    <a:pt x="1409152" y="1570384"/>
                  </a:lnTo>
                  <a:lnTo>
                    <a:pt x="1410224" y="1569803"/>
                  </a:lnTo>
                  <a:lnTo>
                    <a:pt x="1411295" y="1569222"/>
                  </a:lnTo>
                  <a:lnTo>
                    <a:pt x="1412367" y="1568641"/>
                  </a:lnTo>
                  <a:lnTo>
                    <a:pt x="1413438" y="1568059"/>
                  </a:lnTo>
                  <a:lnTo>
                    <a:pt x="1414510" y="1567477"/>
                  </a:lnTo>
                  <a:lnTo>
                    <a:pt x="1415582" y="1566894"/>
                  </a:lnTo>
                  <a:lnTo>
                    <a:pt x="1416653" y="1566311"/>
                  </a:lnTo>
                  <a:lnTo>
                    <a:pt x="1417725" y="1565727"/>
                  </a:lnTo>
                  <a:lnTo>
                    <a:pt x="1418796" y="1565143"/>
                  </a:lnTo>
                  <a:lnTo>
                    <a:pt x="1419868" y="1564559"/>
                  </a:lnTo>
                  <a:lnTo>
                    <a:pt x="1420939" y="1563974"/>
                  </a:lnTo>
                  <a:lnTo>
                    <a:pt x="1422011" y="1563388"/>
                  </a:lnTo>
                  <a:lnTo>
                    <a:pt x="1423083" y="1562802"/>
                  </a:lnTo>
                  <a:lnTo>
                    <a:pt x="1424154" y="1562216"/>
                  </a:lnTo>
                  <a:lnTo>
                    <a:pt x="1425226" y="1561629"/>
                  </a:lnTo>
                  <a:lnTo>
                    <a:pt x="1426297" y="1561041"/>
                  </a:lnTo>
                  <a:lnTo>
                    <a:pt x="1427369" y="1560453"/>
                  </a:lnTo>
                  <a:lnTo>
                    <a:pt x="1428441" y="1559865"/>
                  </a:lnTo>
                  <a:lnTo>
                    <a:pt x="1429512" y="1559276"/>
                  </a:lnTo>
                  <a:lnTo>
                    <a:pt x="1430584" y="1558687"/>
                  </a:lnTo>
                  <a:lnTo>
                    <a:pt x="1431655" y="1558097"/>
                  </a:lnTo>
                  <a:lnTo>
                    <a:pt x="1432727" y="1557507"/>
                  </a:lnTo>
                  <a:lnTo>
                    <a:pt x="1433799" y="1556916"/>
                  </a:lnTo>
                  <a:lnTo>
                    <a:pt x="1434870" y="1556324"/>
                  </a:lnTo>
                  <a:lnTo>
                    <a:pt x="1435942" y="1555732"/>
                  </a:lnTo>
                  <a:lnTo>
                    <a:pt x="1437013" y="1555140"/>
                  </a:lnTo>
                  <a:lnTo>
                    <a:pt x="1438085" y="1554547"/>
                  </a:lnTo>
                  <a:lnTo>
                    <a:pt x="1439157" y="1553953"/>
                  </a:lnTo>
                  <a:lnTo>
                    <a:pt x="1440228" y="1553359"/>
                  </a:lnTo>
                  <a:lnTo>
                    <a:pt x="1441300" y="1552765"/>
                  </a:lnTo>
                  <a:lnTo>
                    <a:pt x="1442371" y="1552170"/>
                  </a:lnTo>
                  <a:lnTo>
                    <a:pt x="1443443" y="1551574"/>
                  </a:lnTo>
                  <a:lnTo>
                    <a:pt x="1444515" y="1550978"/>
                  </a:lnTo>
                  <a:lnTo>
                    <a:pt x="1445586" y="1550381"/>
                  </a:lnTo>
                  <a:lnTo>
                    <a:pt x="1446658" y="1549784"/>
                  </a:lnTo>
                  <a:lnTo>
                    <a:pt x="1447729" y="1549186"/>
                  </a:lnTo>
                  <a:lnTo>
                    <a:pt x="1448801" y="1548587"/>
                  </a:lnTo>
                  <a:lnTo>
                    <a:pt x="1449873" y="1547988"/>
                  </a:lnTo>
                  <a:lnTo>
                    <a:pt x="1450944" y="1547388"/>
                  </a:lnTo>
                  <a:lnTo>
                    <a:pt x="1452016" y="1546788"/>
                  </a:lnTo>
                  <a:lnTo>
                    <a:pt x="1453087" y="1546187"/>
                  </a:lnTo>
                  <a:lnTo>
                    <a:pt x="1454159" y="1545586"/>
                  </a:lnTo>
                  <a:lnTo>
                    <a:pt x="1455231" y="1544984"/>
                  </a:lnTo>
                  <a:lnTo>
                    <a:pt x="1456302" y="1544381"/>
                  </a:lnTo>
                  <a:lnTo>
                    <a:pt x="1457374" y="1543778"/>
                  </a:lnTo>
                  <a:lnTo>
                    <a:pt x="1458445" y="1543174"/>
                  </a:lnTo>
                  <a:lnTo>
                    <a:pt x="1459517" y="1542569"/>
                  </a:lnTo>
                  <a:lnTo>
                    <a:pt x="1460589" y="1541964"/>
                  </a:lnTo>
                  <a:lnTo>
                    <a:pt x="1461660" y="1541358"/>
                  </a:lnTo>
                  <a:lnTo>
                    <a:pt x="1462732" y="1540752"/>
                  </a:lnTo>
                  <a:lnTo>
                    <a:pt x="1463803" y="1540145"/>
                  </a:lnTo>
                  <a:lnTo>
                    <a:pt x="1464875" y="1539537"/>
                  </a:lnTo>
                  <a:lnTo>
                    <a:pt x="1465947" y="1538929"/>
                  </a:lnTo>
                  <a:lnTo>
                    <a:pt x="1467018" y="1538320"/>
                  </a:lnTo>
                  <a:lnTo>
                    <a:pt x="1468090" y="1537710"/>
                  </a:lnTo>
                  <a:lnTo>
                    <a:pt x="1469161" y="1537100"/>
                  </a:lnTo>
                  <a:lnTo>
                    <a:pt x="1470233" y="1536489"/>
                  </a:lnTo>
                  <a:lnTo>
                    <a:pt x="1471305" y="1535878"/>
                  </a:lnTo>
                  <a:lnTo>
                    <a:pt x="1472376" y="1535265"/>
                  </a:lnTo>
                  <a:lnTo>
                    <a:pt x="1473448" y="1534652"/>
                  </a:lnTo>
                  <a:lnTo>
                    <a:pt x="1474519" y="1534039"/>
                  </a:lnTo>
                  <a:lnTo>
                    <a:pt x="1475591" y="1533424"/>
                  </a:lnTo>
                  <a:lnTo>
                    <a:pt x="1476663" y="1532809"/>
                  </a:lnTo>
                  <a:lnTo>
                    <a:pt x="1477734" y="1532194"/>
                  </a:lnTo>
                  <a:lnTo>
                    <a:pt x="1478806" y="1531577"/>
                  </a:lnTo>
                  <a:lnTo>
                    <a:pt x="1479877" y="1530960"/>
                  </a:lnTo>
                  <a:lnTo>
                    <a:pt x="1480949" y="1530342"/>
                  </a:lnTo>
                  <a:lnTo>
                    <a:pt x="1482021" y="1529724"/>
                  </a:lnTo>
                  <a:lnTo>
                    <a:pt x="1483092" y="1529105"/>
                  </a:lnTo>
                  <a:lnTo>
                    <a:pt x="1484164" y="1528485"/>
                  </a:lnTo>
                  <a:lnTo>
                    <a:pt x="1485235" y="1527864"/>
                  </a:lnTo>
                  <a:lnTo>
                    <a:pt x="1486307" y="1527242"/>
                  </a:lnTo>
                  <a:lnTo>
                    <a:pt x="1487379" y="1526620"/>
                  </a:lnTo>
                  <a:lnTo>
                    <a:pt x="1488450" y="1525997"/>
                  </a:lnTo>
                  <a:lnTo>
                    <a:pt x="1489522" y="1525374"/>
                  </a:lnTo>
                  <a:lnTo>
                    <a:pt x="1490593" y="1524749"/>
                  </a:lnTo>
                  <a:lnTo>
                    <a:pt x="1491665" y="1524124"/>
                  </a:lnTo>
                  <a:lnTo>
                    <a:pt x="1492737" y="1523498"/>
                  </a:lnTo>
                  <a:lnTo>
                    <a:pt x="1493808" y="1522871"/>
                  </a:lnTo>
                  <a:lnTo>
                    <a:pt x="1494880" y="1522244"/>
                  </a:lnTo>
                  <a:lnTo>
                    <a:pt x="1495951" y="1521616"/>
                  </a:lnTo>
                  <a:lnTo>
                    <a:pt x="1497023" y="1520987"/>
                  </a:lnTo>
                  <a:lnTo>
                    <a:pt x="1498095" y="1520357"/>
                  </a:lnTo>
                  <a:lnTo>
                    <a:pt x="1499166" y="1519726"/>
                  </a:lnTo>
                  <a:lnTo>
                    <a:pt x="1500238" y="1519095"/>
                  </a:lnTo>
                  <a:lnTo>
                    <a:pt x="1501309" y="1518463"/>
                  </a:lnTo>
                  <a:lnTo>
                    <a:pt x="1502381" y="1517830"/>
                  </a:lnTo>
                  <a:lnTo>
                    <a:pt x="1503453" y="1517196"/>
                  </a:lnTo>
                  <a:lnTo>
                    <a:pt x="1504524" y="1516561"/>
                  </a:lnTo>
                  <a:lnTo>
                    <a:pt x="1505596" y="1515926"/>
                  </a:lnTo>
                  <a:lnTo>
                    <a:pt x="1506667" y="1515290"/>
                  </a:lnTo>
                  <a:lnTo>
                    <a:pt x="1507739" y="1514652"/>
                  </a:lnTo>
                  <a:lnTo>
                    <a:pt x="1508811" y="1514015"/>
                  </a:lnTo>
                  <a:lnTo>
                    <a:pt x="1509882" y="1513376"/>
                  </a:lnTo>
                  <a:lnTo>
                    <a:pt x="1510954" y="1512736"/>
                  </a:lnTo>
                  <a:lnTo>
                    <a:pt x="1512025" y="1512096"/>
                  </a:lnTo>
                  <a:lnTo>
                    <a:pt x="1513097" y="1511454"/>
                  </a:lnTo>
                  <a:lnTo>
                    <a:pt x="1514169" y="1510812"/>
                  </a:lnTo>
                  <a:lnTo>
                    <a:pt x="1515240" y="1510169"/>
                  </a:lnTo>
                  <a:lnTo>
                    <a:pt x="1516312" y="1509525"/>
                  </a:lnTo>
                  <a:lnTo>
                    <a:pt x="1517383" y="1508881"/>
                  </a:lnTo>
                  <a:lnTo>
                    <a:pt x="1518455" y="1508235"/>
                  </a:lnTo>
                  <a:lnTo>
                    <a:pt x="1519527" y="1507589"/>
                  </a:lnTo>
                  <a:lnTo>
                    <a:pt x="1520598" y="1506941"/>
                  </a:lnTo>
                  <a:lnTo>
                    <a:pt x="1521670" y="1506293"/>
                  </a:lnTo>
                  <a:lnTo>
                    <a:pt x="1522741" y="1505644"/>
                  </a:lnTo>
                  <a:lnTo>
                    <a:pt x="1523813" y="1504994"/>
                  </a:lnTo>
                  <a:lnTo>
                    <a:pt x="1524885" y="1504343"/>
                  </a:lnTo>
                  <a:lnTo>
                    <a:pt x="1525956" y="1503691"/>
                  </a:lnTo>
                  <a:lnTo>
                    <a:pt x="1527028" y="1503038"/>
                  </a:lnTo>
                  <a:lnTo>
                    <a:pt x="1528099" y="1502385"/>
                  </a:lnTo>
                  <a:lnTo>
                    <a:pt x="1529171" y="1501730"/>
                  </a:lnTo>
                  <a:lnTo>
                    <a:pt x="1530243" y="1501075"/>
                  </a:lnTo>
                  <a:lnTo>
                    <a:pt x="1531314" y="1500418"/>
                  </a:lnTo>
                  <a:lnTo>
                    <a:pt x="1532386" y="1499761"/>
                  </a:lnTo>
                  <a:lnTo>
                    <a:pt x="1533457" y="1499102"/>
                  </a:lnTo>
                  <a:lnTo>
                    <a:pt x="1534529" y="1498443"/>
                  </a:lnTo>
                  <a:lnTo>
                    <a:pt x="1535601" y="1497783"/>
                  </a:lnTo>
                  <a:lnTo>
                    <a:pt x="1536672" y="1497122"/>
                  </a:lnTo>
                  <a:lnTo>
                    <a:pt x="1537744" y="1496460"/>
                  </a:lnTo>
                  <a:lnTo>
                    <a:pt x="1538815" y="1495797"/>
                  </a:lnTo>
                  <a:lnTo>
                    <a:pt x="1539887" y="1495133"/>
                  </a:lnTo>
                  <a:lnTo>
                    <a:pt x="1540959" y="1494468"/>
                  </a:lnTo>
                  <a:lnTo>
                    <a:pt x="1542030" y="1493801"/>
                  </a:lnTo>
                  <a:lnTo>
                    <a:pt x="1543102" y="1493135"/>
                  </a:lnTo>
                  <a:lnTo>
                    <a:pt x="1544173" y="1492467"/>
                  </a:lnTo>
                  <a:lnTo>
                    <a:pt x="1545245" y="1491798"/>
                  </a:lnTo>
                  <a:lnTo>
                    <a:pt x="1546317" y="1491128"/>
                  </a:lnTo>
                  <a:lnTo>
                    <a:pt x="1547388" y="1490457"/>
                  </a:lnTo>
                  <a:lnTo>
                    <a:pt x="1548460" y="1489785"/>
                  </a:lnTo>
                  <a:lnTo>
                    <a:pt x="1549531" y="1489112"/>
                  </a:lnTo>
                  <a:lnTo>
                    <a:pt x="1550603" y="1488438"/>
                  </a:lnTo>
                  <a:lnTo>
                    <a:pt x="1551675" y="1487763"/>
                  </a:lnTo>
                  <a:lnTo>
                    <a:pt x="1552746" y="1487087"/>
                  </a:lnTo>
                  <a:lnTo>
                    <a:pt x="1553818" y="1486410"/>
                  </a:lnTo>
                  <a:lnTo>
                    <a:pt x="1554889" y="1485732"/>
                  </a:lnTo>
                  <a:lnTo>
                    <a:pt x="1555961" y="1485052"/>
                  </a:lnTo>
                  <a:lnTo>
                    <a:pt x="1557033" y="1484372"/>
                  </a:lnTo>
                  <a:lnTo>
                    <a:pt x="1558104" y="1483691"/>
                  </a:lnTo>
                  <a:lnTo>
                    <a:pt x="1559176" y="1483009"/>
                  </a:lnTo>
                  <a:lnTo>
                    <a:pt x="1560247" y="1482325"/>
                  </a:lnTo>
                  <a:lnTo>
                    <a:pt x="1561319" y="1481641"/>
                  </a:lnTo>
                  <a:lnTo>
                    <a:pt x="1562391" y="1480956"/>
                  </a:lnTo>
                  <a:lnTo>
                    <a:pt x="1563462" y="1480269"/>
                  </a:lnTo>
                  <a:lnTo>
                    <a:pt x="1564534" y="1479581"/>
                  </a:lnTo>
                  <a:lnTo>
                    <a:pt x="1565605" y="1478893"/>
                  </a:lnTo>
                  <a:lnTo>
                    <a:pt x="1566677" y="1478203"/>
                  </a:lnTo>
                  <a:lnTo>
                    <a:pt x="1567749" y="1477512"/>
                  </a:lnTo>
                  <a:lnTo>
                    <a:pt x="1568820" y="1476820"/>
                  </a:lnTo>
                  <a:lnTo>
                    <a:pt x="1569892" y="1476127"/>
                  </a:lnTo>
                  <a:lnTo>
                    <a:pt x="1570963" y="1475433"/>
                  </a:lnTo>
                  <a:lnTo>
                    <a:pt x="1572035" y="1474738"/>
                  </a:lnTo>
                  <a:lnTo>
                    <a:pt x="1573107" y="1474042"/>
                  </a:lnTo>
                  <a:lnTo>
                    <a:pt x="1574178" y="1473344"/>
                  </a:lnTo>
                  <a:lnTo>
                    <a:pt x="1575250" y="1472646"/>
                  </a:lnTo>
                  <a:lnTo>
                    <a:pt x="1576321" y="1471946"/>
                  </a:lnTo>
                  <a:lnTo>
                    <a:pt x="1577393" y="1471245"/>
                  </a:lnTo>
                  <a:lnTo>
                    <a:pt x="1578465" y="1470543"/>
                  </a:lnTo>
                  <a:lnTo>
                    <a:pt x="1579536" y="1469840"/>
                  </a:lnTo>
                  <a:lnTo>
                    <a:pt x="1580608" y="1469136"/>
                  </a:lnTo>
                  <a:lnTo>
                    <a:pt x="1581679" y="1468430"/>
                  </a:lnTo>
                  <a:lnTo>
                    <a:pt x="1582751" y="1467724"/>
                  </a:lnTo>
                  <a:lnTo>
                    <a:pt x="1583823" y="1467016"/>
                  </a:lnTo>
                  <a:lnTo>
                    <a:pt x="1584894" y="1466307"/>
                  </a:lnTo>
                  <a:lnTo>
                    <a:pt x="1585966" y="1465597"/>
                  </a:lnTo>
                  <a:lnTo>
                    <a:pt x="1587037" y="1464886"/>
                  </a:lnTo>
                  <a:lnTo>
                    <a:pt x="1588109" y="1464174"/>
                  </a:lnTo>
                  <a:lnTo>
                    <a:pt x="1589181" y="1463460"/>
                  </a:lnTo>
                  <a:lnTo>
                    <a:pt x="1590252" y="1462746"/>
                  </a:lnTo>
                  <a:lnTo>
                    <a:pt x="1591324" y="1462030"/>
                  </a:lnTo>
                  <a:lnTo>
                    <a:pt x="1592395" y="1461313"/>
                  </a:lnTo>
                  <a:lnTo>
                    <a:pt x="1593467" y="1460595"/>
                  </a:lnTo>
                  <a:lnTo>
                    <a:pt x="1594539" y="1459875"/>
                  </a:lnTo>
                  <a:lnTo>
                    <a:pt x="1595610" y="1459154"/>
                  </a:lnTo>
                  <a:lnTo>
                    <a:pt x="1596682" y="1458433"/>
                  </a:lnTo>
                  <a:lnTo>
                    <a:pt x="1597753" y="1457710"/>
                  </a:lnTo>
                  <a:lnTo>
                    <a:pt x="1598825" y="1456985"/>
                  </a:lnTo>
                  <a:lnTo>
                    <a:pt x="1599896" y="1456260"/>
                  </a:lnTo>
                  <a:lnTo>
                    <a:pt x="1600968" y="1455533"/>
                  </a:lnTo>
                  <a:lnTo>
                    <a:pt x="1602040" y="1454805"/>
                  </a:lnTo>
                  <a:lnTo>
                    <a:pt x="1603111" y="1454076"/>
                  </a:lnTo>
                  <a:lnTo>
                    <a:pt x="1604183" y="1453346"/>
                  </a:lnTo>
                  <a:lnTo>
                    <a:pt x="1605254" y="1452614"/>
                  </a:lnTo>
                  <a:lnTo>
                    <a:pt x="1606326" y="1451881"/>
                  </a:lnTo>
                  <a:lnTo>
                    <a:pt x="1607398" y="1451147"/>
                  </a:lnTo>
                  <a:lnTo>
                    <a:pt x="1608469" y="1450412"/>
                  </a:lnTo>
                  <a:lnTo>
                    <a:pt x="1609541" y="1449675"/>
                  </a:lnTo>
                  <a:lnTo>
                    <a:pt x="1610612" y="1448938"/>
                  </a:lnTo>
                  <a:lnTo>
                    <a:pt x="1611684" y="1448199"/>
                  </a:lnTo>
                  <a:lnTo>
                    <a:pt x="1612756" y="1447458"/>
                  </a:lnTo>
                  <a:lnTo>
                    <a:pt x="1613827" y="1446717"/>
                  </a:lnTo>
                  <a:lnTo>
                    <a:pt x="1614899" y="1445974"/>
                  </a:lnTo>
                  <a:lnTo>
                    <a:pt x="1615970" y="1445230"/>
                  </a:lnTo>
                  <a:lnTo>
                    <a:pt x="1617042" y="1444484"/>
                  </a:lnTo>
                  <a:lnTo>
                    <a:pt x="1618114" y="1443738"/>
                  </a:lnTo>
                  <a:lnTo>
                    <a:pt x="1619185" y="1442990"/>
                  </a:lnTo>
                  <a:lnTo>
                    <a:pt x="1620257" y="1442241"/>
                  </a:lnTo>
                  <a:lnTo>
                    <a:pt x="1621328" y="1441490"/>
                  </a:lnTo>
                  <a:lnTo>
                    <a:pt x="1622400" y="1440738"/>
                  </a:lnTo>
                  <a:lnTo>
                    <a:pt x="1623472" y="1439985"/>
                  </a:lnTo>
                  <a:lnTo>
                    <a:pt x="1624543" y="1439231"/>
                  </a:lnTo>
                  <a:lnTo>
                    <a:pt x="1625615" y="1438475"/>
                  </a:lnTo>
                  <a:lnTo>
                    <a:pt x="1626686" y="1437718"/>
                  </a:lnTo>
                  <a:lnTo>
                    <a:pt x="1627758" y="1436960"/>
                  </a:lnTo>
                  <a:lnTo>
                    <a:pt x="1628830" y="1436200"/>
                  </a:lnTo>
                  <a:lnTo>
                    <a:pt x="1629901" y="1435440"/>
                  </a:lnTo>
                  <a:lnTo>
                    <a:pt x="1630973" y="1434677"/>
                  </a:lnTo>
                  <a:lnTo>
                    <a:pt x="1632044" y="1433914"/>
                  </a:lnTo>
                  <a:lnTo>
                    <a:pt x="1633116" y="1433149"/>
                  </a:lnTo>
                  <a:lnTo>
                    <a:pt x="1634188" y="1432383"/>
                  </a:lnTo>
                  <a:lnTo>
                    <a:pt x="1635259" y="1431616"/>
                  </a:lnTo>
                  <a:lnTo>
                    <a:pt x="1636331" y="1430847"/>
                  </a:lnTo>
                  <a:lnTo>
                    <a:pt x="1637402" y="1430077"/>
                  </a:lnTo>
                  <a:lnTo>
                    <a:pt x="1638474" y="1429305"/>
                  </a:lnTo>
                  <a:lnTo>
                    <a:pt x="1639546" y="1428532"/>
                  </a:lnTo>
                  <a:lnTo>
                    <a:pt x="1640617" y="1427758"/>
                  </a:lnTo>
                  <a:lnTo>
                    <a:pt x="1641689" y="1426983"/>
                  </a:lnTo>
                  <a:lnTo>
                    <a:pt x="1642760" y="1426206"/>
                  </a:lnTo>
                  <a:lnTo>
                    <a:pt x="1643832" y="1425428"/>
                  </a:lnTo>
                  <a:lnTo>
                    <a:pt x="1644904" y="1424649"/>
                  </a:lnTo>
                  <a:lnTo>
                    <a:pt x="1645975" y="1423868"/>
                  </a:lnTo>
                  <a:lnTo>
                    <a:pt x="1647047" y="1423086"/>
                  </a:lnTo>
                  <a:lnTo>
                    <a:pt x="1648118" y="1422303"/>
                  </a:lnTo>
                  <a:lnTo>
                    <a:pt x="1649190" y="1421518"/>
                  </a:lnTo>
                  <a:lnTo>
                    <a:pt x="1650262" y="1420732"/>
                  </a:lnTo>
                  <a:lnTo>
                    <a:pt x="1651333" y="1419944"/>
                  </a:lnTo>
                  <a:lnTo>
                    <a:pt x="1652405" y="1419155"/>
                  </a:lnTo>
                  <a:lnTo>
                    <a:pt x="1653476" y="1418365"/>
                  </a:lnTo>
                  <a:lnTo>
                    <a:pt x="1654548" y="1417574"/>
                  </a:lnTo>
                  <a:lnTo>
                    <a:pt x="1655620" y="1416781"/>
                  </a:lnTo>
                  <a:lnTo>
                    <a:pt x="1656691" y="1415987"/>
                  </a:lnTo>
                  <a:lnTo>
                    <a:pt x="1657763" y="1414953"/>
                  </a:lnTo>
                  <a:lnTo>
                    <a:pt x="1658834" y="1413901"/>
                  </a:lnTo>
                  <a:lnTo>
                    <a:pt x="1659906" y="1412849"/>
                  </a:lnTo>
                  <a:lnTo>
                    <a:pt x="1660978" y="1411796"/>
                  </a:lnTo>
                  <a:lnTo>
                    <a:pt x="1662049" y="1410743"/>
                  </a:lnTo>
                  <a:lnTo>
                    <a:pt x="1663121" y="1409689"/>
                  </a:lnTo>
                  <a:lnTo>
                    <a:pt x="1664192" y="1408634"/>
                  </a:lnTo>
                  <a:lnTo>
                    <a:pt x="1665264" y="1407579"/>
                  </a:lnTo>
                  <a:lnTo>
                    <a:pt x="1666336" y="1406524"/>
                  </a:lnTo>
                  <a:lnTo>
                    <a:pt x="1667407" y="1405468"/>
                  </a:lnTo>
                  <a:lnTo>
                    <a:pt x="1668479" y="1404411"/>
                  </a:lnTo>
                  <a:lnTo>
                    <a:pt x="1669550" y="1403353"/>
                  </a:lnTo>
                  <a:lnTo>
                    <a:pt x="1670622" y="1402295"/>
                  </a:lnTo>
                  <a:lnTo>
                    <a:pt x="1671694" y="1401237"/>
                  </a:lnTo>
                  <a:lnTo>
                    <a:pt x="1672765" y="1400178"/>
                  </a:lnTo>
                  <a:lnTo>
                    <a:pt x="1673837" y="1399118"/>
                  </a:lnTo>
                  <a:lnTo>
                    <a:pt x="1674908" y="1398057"/>
                  </a:lnTo>
                  <a:lnTo>
                    <a:pt x="1675980" y="1396996"/>
                  </a:lnTo>
                  <a:lnTo>
                    <a:pt x="1677052" y="1395935"/>
                  </a:lnTo>
                  <a:lnTo>
                    <a:pt x="1678123" y="1394873"/>
                  </a:lnTo>
                  <a:lnTo>
                    <a:pt x="1679195" y="1393810"/>
                  </a:lnTo>
                  <a:lnTo>
                    <a:pt x="1680266" y="1392746"/>
                  </a:lnTo>
                  <a:lnTo>
                    <a:pt x="1681338" y="1391682"/>
                  </a:lnTo>
                  <a:lnTo>
                    <a:pt x="1682410" y="1390617"/>
                  </a:lnTo>
                  <a:lnTo>
                    <a:pt x="1683481" y="1389552"/>
                  </a:lnTo>
                  <a:lnTo>
                    <a:pt x="1684553" y="1388486"/>
                  </a:lnTo>
                  <a:lnTo>
                    <a:pt x="1685624" y="1387419"/>
                  </a:lnTo>
                  <a:lnTo>
                    <a:pt x="1686696" y="1386352"/>
                  </a:lnTo>
                  <a:lnTo>
                    <a:pt x="1687768" y="1385284"/>
                  </a:lnTo>
                  <a:lnTo>
                    <a:pt x="1688839" y="1384215"/>
                  </a:lnTo>
                  <a:lnTo>
                    <a:pt x="1689911" y="1383146"/>
                  </a:lnTo>
                  <a:lnTo>
                    <a:pt x="1690982" y="1382076"/>
                  </a:lnTo>
                  <a:lnTo>
                    <a:pt x="1692054" y="1381005"/>
                  </a:lnTo>
                  <a:lnTo>
                    <a:pt x="1693126" y="1379934"/>
                  </a:lnTo>
                  <a:lnTo>
                    <a:pt x="1694197" y="1378862"/>
                  </a:lnTo>
                  <a:lnTo>
                    <a:pt x="1695269" y="1377789"/>
                  </a:lnTo>
                  <a:lnTo>
                    <a:pt x="1696340" y="1376716"/>
                  </a:lnTo>
                  <a:lnTo>
                    <a:pt x="1697412" y="1375641"/>
                  </a:lnTo>
                  <a:lnTo>
                    <a:pt x="1698484" y="1374567"/>
                  </a:lnTo>
                  <a:lnTo>
                    <a:pt x="1699555" y="1373491"/>
                  </a:lnTo>
                  <a:lnTo>
                    <a:pt x="1700627" y="1372415"/>
                  </a:lnTo>
                  <a:lnTo>
                    <a:pt x="1701698" y="1371338"/>
                  </a:lnTo>
                  <a:lnTo>
                    <a:pt x="1702770" y="1370260"/>
                  </a:lnTo>
                  <a:lnTo>
                    <a:pt x="1703842" y="1369182"/>
                  </a:lnTo>
                  <a:lnTo>
                    <a:pt x="1704913" y="1368103"/>
                  </a:lnTo>
                  <a:lnTo>
                    <a:pt x="1705985" y="1367023"/>
                  </a:lnTo>
                  <a:lnTo>
                    <a:pt x="1707056" y="1365943"/>
                  </a:lnTo>
                  <a:lnTo>
                    <a:pt x="1708128" y="1364862"/>
                  </a:lnTo>
                  <a:lnTo>
                    <a:pt x="1709200" y="1363780"/>
                  </a:lnTo>
                  <a:lnTo>
                    <a:pt x="1710271" y="1362697"/>
                  </a:lnTo>
                  <a:lnTo>
                    <a:pt x="1711343" y="1361614"/>
                  </a:lnTo>
                  <a:lnTo>
                    <a:pt x="1712414" y="1360529"/>
                  </a:lnTo>
                  <a:lnTo>
                    <a:pt x="1713486" y="1359444"/>
                  </a:lnTo>
                  <a:lnTo>
                    <a:pt x="1714558" y="1358359"/>
                  </a:lnTo>
                  <a:lnTo>
                    <a:pt x="1715629" y="1357272"/>
                  </a:lnTo>
                  <a:lnTo>
                    <a:pt x="1716701" y="1356185"/>
                  </a:lnTo>
                  <a:lnTo>
                    <a:pt x="1717772" y="1355097"/>
                  </a:lnTo>
                  <a:lnTo>
                    <a:pt x="1718844" y="1354008"/>
                  </a:lnTo>
                  <a:lnTo>
                    <a:pt x="1719916" y="1352919"/>
                  </a:lnTo>
                  <a:lnTo>
                    <a:pt x="1720987" y="1351829"/>
                  </a:lnTo>
                  <a:lnTo>
                    <a:pt x="1722059" y="1350738"/>
                  </a:lnTo>
                  <a:lnTo>
                    <a:pt x="1723130" y="1349646"/>
                  </a:lnTo>
                  <a:lnTo>
                    <a:pt x="1724202" y="1348553"/>
                  </a:lnTo>
                  <a:lnTo>
                    <a:pt x="1725274" y="1347460"/>
                  </a:lnTo>
                  <a:lnTo>
                    <a:pt x="1726345" y="1346365"/>
                  </a:lnTo>
                  <a:lnTo>
                    <a:pt x="1727417" y="1345270"/>
                  </a:lnTo>
                  <a:lnTo>
                    <a:pt x="1728488" y="1344174"/>
                  </a:lnTo>
                  <a:lnTo>
                    <a:pt x="1729560" y="1343078"/>
                  </a:lnTo>
                  <a:lnTo>
                    <a:pt x="1730632" y="1341980"/>
                  </a:lnTo>
                  <a:lnTo>
                    <a:pt x="1731703" y="1340882"/>
                  </a:lnTo>
                  <a:lnTo>
                    <a:pt x="1732775" y="1339783"/>
                  </a:lnTo>
                  <a:lnTo>
                    <a:pt x="1733846" y="1338683"/>
                  </a:lnTo>
                  <a:lnTo>
                    <a:pt x="1734918" y="1337582"/>
                  </a:lnTo>
                  <a:lnTo>
                    <a:pt x="1735990" y="1336480"/>
                  </a:lnTo>
                  <a:lnTo>
                    <a:pt x="1737061" y="1335378"/>
                  </a:lnTo>
                  <a:lnTo>
                    <a:pt x="1738133" y="1334275"/>
                  </a:lnTo>
                  <a:lnTo>
                    <a:pt x="1739204" y="1333170"/>
                  </a:lnTo>
                  <a:lnTo>
                    <a:pt x="1740276" y="1332065"/>
                  </a:lnTo>
                  <a:lnTo>
                    <a:pt x="1741348" y="1330960"/>
                  </a:lnTo>
                  <a:lnTo>
                    <a:pt x="1742419" y="1329853"/>
                  </a:lnTo>
                  <a:lnTo>
                    <a:pt x="1743491" y="1328745"/>
                  </a:lnTo>
                  <a:lnTo>
                    <a:pt x="1744562" y="1327637"/>
                  </a:lnTo>
                  <a:lnTo>
                    <a:pt x="1745634" y="1326528"/>
                  </a:lnTo>
                  <a:lnTo>
                    <a:pt x="1746706" y="1325417"/>
                  </a:lnTo>
                  <a:lnTo>
                    <a:pt x="1747777" y="1324306"/>
                  </a:lnTo>
                  <a:lnTo>
                    <a:pt x="1748849" y="1323194"/>
                  </a:lnTo>
                  <a:lnTo>
                    <a:pt x="1749920" y="1322082"/>
                  </a:lnTo>
                  <a:lnTo>
                    <a:pt x="1750992" y="1320968"/>
                  </a:lnTo>
                  <a:lnTo>
                    <a:pt x="1752064" y="1319853"/>
                  </a:lnTo>
                  <a:lnTo>
                    <a:pt x="1753135" y="1318738"/>
                  </a:lnTo>
                  <a:lnTo>
                    <a:pt x="1754207" y="1317621"/>
                  </a:lnTo>
                  <a:lnTo>
                    <a:pt x="1755278" y="1316504"/>
                  </a:lnTo>
                  <a:lnTo>
                    <a:pt x="1756350" y="1315386"/>
                  </a:lnTo>
                  <a:lnTo>
                    <a:pt x="1757422" y="1314267"/>
                  </a:lnTo>
                  <a:lnTo>
                    <a:pt x="1758493" y="1313147"/>
                  </a:lnTo>
                  <a:lnTo>
                    <a:pt x="1759565" y="1312026"/>
                  </a:lnTo>
                  <a:lnTo>
                    <a:pt x="1760636" y="1310904"/>
                  </a:lnTo>
                  <a:lnTo>
                    <a:pt x="1761708" y="1309781"/>
                  </a:lnTo>
                  <a:lnTo>
                    <a:pt x="1762780" y="1308658"/>
                  </a:lnTo>
                  <a:lnTo>
                    <a:pt x="1763851" y="1307533"/>
                  </a:lnTo>
                  <a:lnTo>
                    <a:pt x="1764923" y="1306408"/>
                  </a:lnTo>
                  <a:lnTo>
                    <a:pt x="1765994" y="1305281"/>
                  </a:lnTo>
                  <a:lnTo>
                    <a:pt x="1767066" y="1304154"/>
                  </a:lnTo>
                  <a:lnTo>
                    <a:pt x="1768138" y="1303025"/>
                  </a:lnTo>
                  <a:lnTo>
                    <a:pt x="1769209" y="1301896"/>
                  </a:lnTo>
                  <a:lnTo>
                    <a:pt x="1770281" y="1300766"/>
                  </a:lnTo>
                  <a:lnTo>
                    <a:pt x="1771352" y="1299635"/>
                  </a:lnTo>
                  <a:lnTo>
                    <a:pt x="1772424" y="1298503"/>
                  </a:lnTo>
                  <a:lnTo>
                    <a:pt x="1773496" y="1297369"/>
                  </a:lnTo>
                  <a:lnTo>
                    <a:pt x="1774567" y="1296235"/>
                  </a:lnTo>
                  <a:lnTo>
                    <a:pt x="1775639" y="1295100"/>
                  </a:lnTo>
                  <a:lnTo>
                    <a:pt x="1776710" y="1293964"/>
                  </a:lnTo>
                  <a:lnTo>
                    <a:pt x="1777782" y="1292828"/>
                  </a:lnTo>
                  <a:lnTo>
                    <a:pt x="1778853" y="1291690"/>
                  </a:lnTo>
                  <a:lnTo>
                    <a:pt x="1779925" y="1290551"/>
                  </a:lnTo>
                  <a:lnTo>
                    <a:pt x="1780997" y="1289411"/>
                  </a:lnTo>
                  <a:lnTo>
                    <a:pt x="1782068" y="1288270"/>
                  </a:lnTo>
                  <a:lnTo>
                    <a:pt x="1783140" y="1287128"/>
                  </a:lnTo>
                  <a:lnTo>
                    <a:pt x="1784211" y="1285986"/>
                  </a:lnTo>
                  <a:lnTo>
                    <a:pt x="1785283" y="1284842"/>
                  </a:lnTo>
                  <a:lnTo>
                    <a:pt x="1786355" y="1283697"/>
                  </a:lnTo>
                  <a:lnTo>
                    <a:pt x="1787426" y="1282551"/>
                  </a:lnTo>
                  <a:lnTo>
                    <a:pt x="1788498" y="1281405"/>
                  </a:lnTo>
                  <a:lnTo>
                    <a:pt x="1789569" y="1280257"/>
                  </a:lnTo>
                  <a:lnTo>
                    <a:pt x="1790641" y="1279108"/>
                  </a:lnTo>
                  <a:lnTo>
                    <a:pt x="1791713" y="1277959"/>
                  </a:lnTo>
                  <a:lnTo>
                    <a:pt x="1792784" y="1276808"/>
                  </a:lnTo>
                  <a:lnTo>
                    <a:pt x="1793856" y="1275656"/>
                  </a:lnTo>
                  <a:lnTo>
                    <a:pt x="1794927" y="1274503"/>
                  </a:lnTo>
                  <a:lnTo>
                    <a:pt x="1795999" y="1273350"/>
                  </a:lnTo>
                  <a:lnTo>
                    <a:pt x="1797071" y="1272195"/>
                  </a:lnTo>
                  <a:lnTo>
                    <a:pt x="1798142" y="1271039"/>
                  </a:lnTo>
                  <a:lnTo>
                    <a:pt x="1799214" y="1269883"/>
                  </a:lnTo>
                  <a:lnTo>
                    <a:pt x="1800285" y="1268725"/>
                  </a:lnTo>
                  <a:lnTo>
                    <a:pt x="1801357" y="1267566"/>
                  </a:lnTo>
                  <a:lnTo>
                    <a:pt x="1802429" y="1266406"/>
                  </a:lnTo>
                  <a:lnTo>
                    <a:pt x="1803500" y="1265246"/>
                  </a:lnTo>
                  <a:lnTo>
                    <a:pt x="1804572" y="1264084"/>
                  </a:lnTo>
                  <a:lnTo>
                    <a:pt x="1805643" y="1262921"/>
                  </a:lnTo>
                  <a:lnTo>
                    <a:pt x="1806715" y="1261757"/>
                  </a:lnTo>
                  <a:lnTo>
                    <a:pt x="1807787" y="1260592"/>
                  </a:lnTo>
                  <a:lnTo>
                    <a:pt x="1808858" y="1259426"/>
                  </a:lnTo>
                  <a:lnTo>
                    <a:pt x="1809930" y="1258260"/>
                  </a:lnTo>
                  <a:lnTo>
                    <a:pt x="1811001" y="1257092"/>
                  </a:lnTo>
                  <a:lnTo>
                    <a:pt x="1812073" y="1255923"/>
                  </a:lnTo>
                  <a:lnTo>
                    <a:pt x="1813145" y="1254753"/>
                  </a:lnTo>
                  <a:lnTo>
                    <a:pt x="1814216" y="1253582"/>
                  </a:lnTo>
                  <a:lnTo>
                    <a:pt x="1815288" y="1252410"/>
                  </a:lnTo>
                  <a:lnTo>
                    <a:pt x="1816359" y="1251237"/>
                  </a:lnTo>
                  <a:lnTo>
                    <a:pt x="1817431" y="1250062"/>
                  </a:lnTo>
                  <a:lnTo>
                    <a:pt x="1818503" y="1248887"/>
                  </a:lnTo>
                  <a:lnTo>
                    <a:pt x="1819574" y="1247711"/>
                  </a:lnTo>
                  <a:lnTo>
                    <a:pt x="1820646" y="1246534"/>
                  </a:lnTo>
                  <a:lnTo>
                    <a:pt x="1821717" y="1245356"/>
                  </a:lnTo>
                  <a:lnTo>
                    <a:pt x="1822789" y="1244177"/>
                  </a:lnTo>
                  <a:lnTo>
                    <a:pt x="1823861" y="1242996"/>
                  </a:lnTo>
                  <a:lnTo>
                    <a:pt x="1824932" y="1241815"/>
                  </a:lnTo>
                  <a:lnTo>
                    <a:pt x="1826004" y="1240633"/>
                  </a:lnTo>
                  <a:lnTo>
                    <a:pt x="1827075" y="1239449"/>
                  </a:lnTo>
                  <a:lnTo>
                    <a:pt x="1828147" y="1238265"/>
                  </a:lnTo>
                  <a:lnTo>
                    <a:pt x="1829219" y="1237079"/>
                  </a:lnTo>
                  <a:lnTo>
                    <a:pt x="1830290" y="1235893"/>
                  </a:lnTo>
                  <a:lnTo>
                    <a:pt x="1831362" y="1234705"/>
                  </a:lnTo>
                  <a:lnTo>
                    <a:pt x="1832433" y="1233517"/>
                  </a:lnTo>
                  <a:lnTo>
                    <a:pt x="1833505" y="1232327"/>
                  </a:lnTo>
                  <a:lnTo>
                    <a:pt x="1834577" y="1231136"/>
                  </a:lnTo>
                  <a:lnTo>
                    <a:pt x="1835648" y="1229945"/>
                  </a:lnTo>
                  <a:lnTo>
                    <a:pt x="1836720" y="1228752"/>
                  </a:lnTo>
                  <a:lnTo>
                    <a:pt x="1837791" y="1227558"/>
                  </a:lnTo>
                  <a:lnTo>
                    <a:pt x="1838863" y="1226363"/>
                  </a:lnTo>
                  <a:lnTo>
                    <a:pt x="1839935" y="1225167"/>
                  </a:lnTo>
                  <a:lnTo>
                    <a:pt x="1841006" y="1223971"/>
                  </a:lnTo>
                  <a:lnTo>
                    <a:pt x="1842078" y="1222773"/>
                  </a:lnTo>
                  <a:lnTo>
                    <a:pt x="1843149" y="1221574"/>
                  </a:lnTo>
                  <a:lnTo>
                    <a:pt x="1844221" y="1220374"/>
                  </a:lnTo>
                  <a:lnTo>
                    <a:pt x="1845293" y="1219173"/>
                  </a:lnTo>
                  <a:lnTo>
                    <a:pt x="1846364" y="1217971"/>
                  </a:lnTo>
                  <a:lnTo>
                    <a:pt x="1847436" y="1216768"/>
                  </a:lnTo>
                  <a:lnTo>
                    <a:pt x="1848507" y="1215564"/>
                  </a:lnTo>
                  <a:lnTo>
                    <a:pt x="1849579" y="1214358"/>
                  </a:lnTo>
                  <a:lnTo>
                    <a:pt x="1850651" y="1213152"/>
                  </a:lnTo>
                  <a:lnTo>
                    <a:pt x="1851722" y="1211945"/>
                  </a:lnTo>
                  <a:lnTo>
                    <a:pt x="1852794" y="1210737"/>
                  </a:lnTo>
                  <a:lnTo>
                    <a:pt x="1853865" y="1209528"/>
                  </a:lnTo>
                  <a:lnTo>
                    <a:pt x="1854937" y="1208317"/>
                  </a:lnTo>
                  <a:lnTo>
                    <a:pt x="1856009" y="1207106"/>
                  </a:lnTo>
                  <a:lnTo>
                    <a:pt x="1857080" y="1205894"/>
                  </a:lnTo>
                  <a:lnTo>
                    <a:pt x="1858152" y="1204681"/>
                  </a:lnTo>
                  <a:lnTo>
                    <a:pt x="1859223" y="1203466"/>
                  </a:lnTo>
                  <a:lnTo>
                    <a:pt x="1860295" y="1202251"/>
                  </a:lnTo>
                  <a:lnTo>
                    <a:pt x="1861367" y="1201035"/>
                  </a:lnTo>
                  <a:lnTo>
                    <a:pt x="1862438" y="1199817"/>
                  </a:lnTo>
                  <a:lnTo>
                    <a:pt x="1863510" y="1198599"/>
                  </a:lnTo>
                  <a:lnTo>
                    <a:pt x="1864581" y="1197379"/>
                  </a:lnTo>
                  <a:lnTo>
                    <a:pt x="1865653" y="1196159"/>
                  </a:lnTo>
                  <a:lnTo>
                    <a:pt x="1866725" y="1194938"/>
                  </a:lnTo>
                  <a:lnTo>
                    <a:pt x="1867796" y="1193715"/>
                  </a:lnTo>
                  <a:lnTo>
                    <a:pt x="1868868" y="1192492"/>
                  </a:lnTo>
                  <a:lnTo>
                    <a:pt x="1869939" y="1191268"/>
                  </a:lnTo>
                  <a:lnTo>
                    <a:pt x="1871011" y="1190042"/>
                  </a:lnTo>
                  <a:lnTo>
                    <a:pt x="1872083" y="1188816"/>
                  </a:lnTo>
                  <a:lnTo>
                    <a:pt x="1873154" y="1187588"/>
                  </a:lnTo>
                  <a:lnTo>
                    <a:pt x="1874226" y="1186360"/>
                  </a:lnTo>
                  <a:lnTo>
                    <a:pt x="1875297" y="1185131"/>
                  </a:lnTo>
                  <a:lnTo>
                    <a:pt x="1876369" y="1183900"/>
                  </a:lnTo>
                  <a:lnTo>
                    <a:pt x="1877441" y="1182669"/>
                  </a:lnTo>
                  <a:lnTo>
                    <a:pt x="1878512" y="1181437"/>
                  </a:lnTo>
                  <a:lnTo>
                    <a:pt x="1879584" y="1180203"/>
                  </a:lnTo>
                  <a:lnTo>
                    <a:pt x="1880655" y="1178969"/>
                  </a:lnTo>
                  <a:lnTo>
                    <a:pt x="1881727" y="1177734"/>
                  </a:lnTo>
                  <a:lnTo>
                    <a:pt x="1882799" y="1176498"/>
                  </a:lnTo>
                  <a:lnTo>
                    <a:pt x="1883870" y="1175261"/>
                  </a:lnTo>
                  <a:lnTo>
                    <a:pt x="1884942" y="1174022"/>
                  </a:lnTo>
                  <a:lnTo>
                    <a:pt x="1886013" y="1172783"/>
                  </a:lnTo>
                  <a:lnTo>
                    <a:pt x="1887085" y="1171543"/>
                  </a:lnTo>
                  <a:lnTo>
                    <a:pt x="1888157" y="1170302"/>
                  </a:lnTo>
                  <a:lnTo>
                    <a:pt x="1889228" y="1169060"/>
                  </a:lnTo>
                  <a:lnTo>
                    <a:pt x="1890300" y="1167817"/>
                  </a:lnTo>
                  <a:lnTo>
                    <a:pt x="1891371" y="1166574"/>
                  </a:lnTo>
                  <a:lnTo>
                    <a:pt x="1892443" y="1165329"/>
                  </a:lnTo>
                  <a:lnTo>
                    <a:pt x="1893515" y="1164083"/>
                  </a:lnTo>
                  <a:lnTo>
                    <a:pt x="1894586" y="1162836"/>
                  </a:lnTo>
                  <a:lnTo>
                    <a:pt x="1895658" y="1161589"/>
                  </a:lnTo>
                  <a:lnTo>
                    <a:pt x="1896729" y="1160340"/>
                  </a:lnTo>
                  <a:lnTo>
                    <a:pt x="1897801" y="1159091"/>
                  </a:lnTo>
                  <a:lnTo>
                    <a:pt x="1898873" y="1157841"/>
                  </a:lnTo>
                  <a:lnTo>
                    <a:pt x="1899944" y="1156589"/>
                  </a:lnTo>
                  <a:lnTo>
                    <a:pt x="1901016" y="1155337"/>
                  </a:lnTo>
                  <a:lnTo>
                    <a:pt x="1902087" y="1154084"/>
                  </a:lnTo>
                  <a:lnTo>
                    <a:pt x="1903159" y="1152830"/>
                  </a:lnTo>
                  <a:lnTo>
                    <a:pt x="1904231" y="1151575"/>
                  </a:lnTo>
                  <a:lnTo>
                    <a:pt x="1905302" y="1150319"/>
                  </a:lnTo>
                  <a:lnTo>
                    <a:pt x="1906374" y="1149063"/>
                  </a:lnTo>
                  <a:lnTo>
                    <a:pt x="1907445" y="1147805"/>
                  </a:lnTo>
                  <a:lnTo>
                    <a:pt x="1908517" y="1146546"/>
                  </a:lnTo>
                  <a:lnTo>
                    <a:pt x="1909589" y="1145287"/>
                  </a:lnTo>
                  <a:lnTo>
                    <a:pt x="1910660" y="1144027"/>
                  </a:lnTo>
                  <a:lnTo>
                    <a:pt x="1911732" y="1142766"/>
                  </a:lnTo>
                  <a:lnTo>
                    <a:pt x="1912803" y="1141504"/>
                  </a:lnTo>
                  <a:lnTo>
                    <a:pt x="1913875" y="1140241"/>
                  </a:lnTo>
                  <a:lnTo>
                    <a:pt x="1914947" y="1138977"/>
                  </a:lnTo>
                  <a:lnTo>
                    <a:pt x="1916018" y="1137713"/>
                  </a:lnTo>
                  <a:lnTo>
                    <a:pt x="1917090" y="1136447"/>
                  </a:lnTo>
                  <a:lnTo>
                    <a:pt x="1918161" y="1135181"/>
                  </a:lnTo>
                  <a:lnTo>
                    <a:pt x="1919233" y="1133914"/>
                  </a:lnTo>
                  <a:lnTo>
                    <a:pt x="1920305" y="1132646"/>
                  </a:lnTo>
                  <a:lnTo>
                    <a:pt x="1921376" y="1131377"/>
                  </a:lnTo>
                  <a:lnTo>
                    <a:pt x="1922448" y="1130108"/>
                  </a:lnTo>
                  <a:lnTo>
                    <a:pt x="1923519" y="1128837"/>
                  </a:lnTo>
                  <a:lnTo>
                    <a:pt x="1924591" y="1127566"/>
                  </a:lnTo>
                  <a:lnTo>
                    <a:pt x="1925663" y="1126294"/>
                  </a:lnTo>
                  <a:lnTo>
                    <a:pt x="1926734" y="1125021"/>
                  </a:lnTo>
                  <a:lnTo>
                    <a:pt x="1927806" y="1123748"/>
                  </a:lnTo>
                  <a:lnTo>
                    <a:pt x="1928877" y="1122473"/>
                  </a:lnTo>
                  <a:lnTo>
                    <a:pt x="1929949" y="1121198"/>
                  </a:lnTo>
                  <a:lnTo>
                    <a:pt x="1931021" y="1119922"/>
                  </a:lnTo>
                  <a:lnTo>
                    <a:pt x="1932092" y="1118645"/>
                  </a:lnTo>
                  <a:lnTo>
                    <a:pt x="1933164" y="1117367"/>
                  </a:lnTo>
                  <a:lnTo>
                    <a:pt x="1934235" y="1116089"/>
                  </a:lnTo>
                  <a:lnTo>
                    <a:pt x="1935307" y="1114810"/>
                  </a:lnTo>
                  <a:lnTo>
                    <a:pt x="1936379" y="1113530"/>
                  </a:lnTo>
                  <a:lnTo>
                    <a:pt x="1937450" y="1112249"/>
                  </a:lnTo>
                  <a:lnTo>
                    <a:pt x="1938522" y="1110968"/>
                  </a:lnTo>
                  <a:lnTo>
                    <a:pt x="1939593" y="1109686"/>
                  </a:lnTo>
                  <a:lnTo>
                    <a:pt x="1940665" y="1108403"/>
                  </a:lnTo>
                  <a:lnTo>
                    <a:pt x="1941737" y="1107119"/>
                  </a:lnTo>
                  <a:lnTo>
                    <a:pt x="1942808" y="1105835"/>
                  </a:lnTo>
                  <a:lnTo>
                    <a:pt x="1943880" y="1104550"/>
                  </a:lnTo>
                  <a:lnTo>
                    <a:pt x="1944951" y="1103264"/>
                  </a:lnTo>
                  <a:lnTo>
                    <a:pt x="1946023" y="1101978"/>
                  </a:lnTo>
                  <a:lnTo>
                    <a:pt x="1947095" y="1100690"/>
                  </a:lnTo>
                  <a:lnTo>
                    <a:pt x="1948166" y="1099403"/>
                  </a:lnTo>
                  <a:lnTo>
                    <a:pt x="1949238" y="1098114"/>
                  </a:lnTo>
                  <a:lnTo>
                    <a:pt x="1950309" y="1096825"/>
                  </a:lnTo>
                  <a:lnTo>
                    <a:pt x="1951381" y="1095535"/>
                  </a:lnTo>
                  <a:lnTo>
                    <a:pt x="1952453" y="1094244"/>
                  </a:lnTo>
                  <a:lnTo>
                    <a:pt x="1953524" y="1092953"/>
                  </a:lnTo>
                  <a:lnTo>
                    <a:pt x="1954596" y="1091661"/>
                  </a:lnTo>
                  <a:lnTo>
                    <a:pt x="1955667" y="1090368"/>
                  </a:lnTo>
                  <a:lnTo>
                    <a:pt x="1956739" y="1089075"/>
                  </a:lnTo>
                  <a:lnTo>
                    <a:pt x="1957810" y="1087781"/>
                  </a:lnTo>
                  <a:lnTo>
                    <a:pt x="1958882" y="1086487"/>
                  </a:lnTo>
                  <a:lnTo>
                    <a:pt x="1959954" y="1085191"/>
                  </a:lnTo>
                  <a:lnTo>
                    <a:pt x="1961025" y="1083896"/>
                  </a:lnTo>
                  <a:lnTo>
                    <a:pt x="1962097" y="1082599"/>
                  </a:lnTo>
                  <a:lnTo>
                    <a:pt x="1963168" y="1081302"/>
                  </a:lnTo>
                  <a:lnTo>
                    <a:pt x="1964240" y="1080005"/>
                  </a:lnTo>
                  <a:lnTo>
                    <a:pt x="1965312" y="1078706"/>
                  </a:lnTo>
                  <a:lnTo>
                    <a:pt x="1966383" y="1077408"/>
                  </a:lnTo>
                  <a:lnTo>
                    <a:pt x="1967455" y="1076108"/>
                  </a:lnTo>
                  <a:lnTo>
                    <a:pt x="1968526" y="1074808"/>
                  </a:lnTo>
                  <a:lnTo>
                    <a:pt x="1969598" y="1073508"/>
                  </a:lnTo>
                  <a:lnTo>
                    <a:pt x="1970670" y="1072207"/>
                  </a:lnTo>
                  <a:lnTo>
                    <a:pt x="1971741" y="1070905"/>
                  </a:lnTo>
                  <a:lnTo>
                    <a:pt x="1972813" y="1069603"/>
                  </a:lnTo>
                  <a:lnTo>
                    <a:pt x="1973884" y="1068300"/>
                  </a:lnTo>
                  <a:lnTo>
                    <a:pt x="1974956" y="1066997"/>
                  </a:lnTo>
                  <a:lnTo>
                    <a:pt x="1976028" y="1065693"/>
                  </a:lnTo>
                  <a:lnTo>
                    <a:pt x="1977099" y="1064389"/>
                  </a:lnTo>
                  <a:lnTo>
                    <a:pt x="1978171" y="1063084"/>
                  </a:lnTo>
                  <a:lnTo>
                    <a:pt x="1979242" y="1061778"/>
                  </a:lnTo>
                  <a:lnTo>
                    <a:pt x="1980314" y="1060472"/>
                  </a:lnTo>
                  <a:lnTo>
                    <a:pt x="1981386" y="1059166"/>
                  </a:lnTo>
                  <a:lnTo>
                    <a:pt x="1982457" y="1057859"/>
                  </a:lnTo>
                  <a:lnTo>
                    <a:pt x="1983529" y="1056552"/>
                  </a:lnTo>
                  <a:lnTo>
                    <a:pt x="1984600" y="1055244"/>
                  </a:lnTo>
                  <a:lnTo>
                    <a:pt x="1985672" y="1053936"/>
                  </a:lnTo>
                  <a:lnTo>
                    <a:pt x="1986744" y="1052627"/>
                  </a:lnTo>
                  <a:lnTo>
                    <a:pt x="1987815" y="1051318"/>
                  </a:lnTo>
                  <a:lnTo>
                    <a:pt x="1988887" y="1050009"/>
                  </a:lnTo>
                  <a:lnTo>
                    <a:pt x="1989958" y="1048699"/>
                  </a:lnTo>
                  <a:lnTo>
                    <a:pt x="1991030" y="1047388"/>
                  </a:lnTo>
                  <a:lnTo>
                    <a:pt x="1992102" y="1046077"/>
                  </a:lnTo>
                  <a:lnTo>
                    <a:pt x="1993173" y="1044766"/>
                  </a:lnTo>
                  <a:lnTo>
                    <a:pt x="1994245" y="1043454"/>
                  </a:lnTo>
                  <a:lnTo>
                    <a:pt x="1995316" y="1042142"/>
                  </a:lnTo>
                  <a:lnTo>
                    <a:pt x="1996388" y="1040830"/>
                  </a:lnTo>
                  <a:lnTo>
                    <a:pt x="1997460" y="1039517"/>
                  </a:lnTo>
                  <a:lnTo>
                    <a:pt x="1998531" y="1038204"/>
                  </a:lnTo>
                  <a:lnTo>
                    <a:pt x="1999603" y="1036890"/>
                  </a:lnTo>
                  <a:lnTo>
                    <a:pt x="2000674" y="1035576"/>
                  </a:lnTo>
                  <a:lnTo>
                    <a:pt x="2001746" y="1034262"/>
                  </a:lnTo>
                  <a:lnTo>
                    <a:pt x="2002818" y="1032947"/>
                  </a:lnTo>
                  <a:lnTo>
                    <a:pt x="2003889" y="1031633"/>
                  </a:lnTo>
                  <a:lnTo>
                    <a:pt x="2004961" y="1030317"/>
                  </a:lnTo>
                  <a:lnTo>
                    <a:pt x="2006032" y="1029002"/>
                  </a:lnTo>
                  <a:lnTo>
                    <a:pt x="2007104" y="1027686"/>
                  </a:lnTo>
                  <a:lnTo>
                    <a:pt x="2008176" y="1026370"/>
                  </a:lnTo>
                  <a:lnTo>
                    <a:pt x="2009247" y="1025053"/>
                  </a:lnTo>
                  <a:lnTo>
                    <a:pt x="2010319" y="1023736"/>
                  </a:lnTo>
                  <a:lnTo>
                    <a:pt x="2011390" y="1022419"/>
                  </a:lnTo>
                  <a:lnTo>
                    <a:pt x="2012462" y="1021102"/>
                  </a:lnTo>
                  <a:lnTo>
                    <a:pt x="2013534" y="1019785"/>
                  </a:lnTo>
                  <a:lnTo>
                    <a:pt x="2014605" y="1018467"/>
                  </a:lnTo>
                  <a:lnTo>
                    <a:pt x="2015677" y="1017149"/>
                  </a:lnTo>
                  <a:lnTo>
                    <a:pt x="2016748" y="1015831"/>
                  </a:lnTo>
                  <a:lnTo>
                    <a:pt x="2017820" y="1014512"/>
                  </a:lnTo>
                  <a:lnTo>
                    <a:pt x="2018892" y="1013194"/>
                  </a:lnTo>
                  <a:lnTo>
                    <a:pt x="2019963" y="1011875"/>
                  </a:lnTo>
                  <a:lnTo>
                    <a:pt x="2021035" y="1010556"/>
                  </a:lnTo>
                  <a:lnTo>
                    <a:pt x="2022106" y="1009236"/>
                  </a:lnTo>
                  <a:lnTo>
                    <a:pt x="2023178" y="1007917"/>
                  </a:lnTo>
                  <a:lnTo>
                    <a:pt x="2024250" y="1006597"/>
                  </a:lnTo>
                  <a:lnTo>
                    <a:pt x="2025321" y="1005278"/>
                  </a:lnTo>
                  <a:lnTo>
                    <a:pt x="2026393" y="1003958"/>
                  </a:lnTo>
                  <a:lnTo>
                    <a:pt x="2027464" y="1002638"/>
                  </a:lnTo>
                  <a:lnTo>
                    <a:pt x="2028536" y="1001317"/>
                  </a:lnTo>
                  <a:lnTo>
                    <a:pt x="2029608" y="999997"/>
                  </a:lnTo>
                  <a:lnTo>
                    <a:pt x="2030679" y="998677"/>
                  </a:lnTo>
                  <a:lnTo>
                    <a:pt x="2031751" y="997356"/>
                  </a:lnTo>
                  <a:lnTo>
                    <a:pt x="2032822" y="996036"/>
                  </a:lnTo>
                  <a:lnTo>
                    <a:pt x="2033894" y="994715"/>
                  </a:lnTo>
                  <a:lnTo>
                    <a:pt x="2034966" y="993394"/>
                  </a:lnTo>
                  <a:lnTo>
                    <a:pt x="2036037" y="992073"/>
                  </a:lnTo>
                  <a:lnTo>
                    <a:pt x="2037109" y="990752"/>
                  </a:lnTo>
                  <a:lnTo>
                    <a:pt x="2038180" y="989431"/>
                  </a:lnTo>
                  <a:lnTo>
                    <a:pt x="2039252" y="988110"/>
                  </a:lnTo>
                  <a:lnTo>
                    <a:pt x="2040324" y="986789"/>
                  </a:lnTo>
                  <a:lnTo>
                    <a:pt x="2041395" y="985468"/>
                  </a:lnTo>
                  <a:lnTo>
                    <a:pt x="2042467" y="984147"/>
                  </a:lnTo>
                  <a:lnTo>
                    <a:pt x="2043538" y="982826"/>
                  </a:lnTo>
                  <a:lnTo>
                    <a:pt x="2044610" y="981505"/>
                  </a:lnTo>
                  <a:lnTo>
                    <a:pt x="2045682" y="980184"/>
                  </a:lnTo>
                  <a:lnTo>
                    <a:pt x="2046753" y="978863"/>
                  </a:lnTo>
                  <a:lnTo>
                    <a:pt x="2047825" y="977542"/>
                  </a:lnTo>
                  <a:lnTo>
                    <a:pt x="2048896" y="976221"/>
                  </a:lnTo>
                  <a:lnTo>
                    <a:pt x="2049968" y="974900"/>
                  </a:lnTo>
                  <a:lnTo>
                    <a:pt x="2051040" y="973579"/>
                  </a:lnTo>
                  <a:lnTo>
                    <a:pt x="2052111" y="972258"/>
                  </a:lnTo>
                  <a:lnTo>
                    <a:pt x="2053183" y="970938"/>
                  </a:lnTo>
                  <a:lnTo>
                    <a:pt x="2054254" y="969617"/>
                  </a:lnTo>
                  <a:lnTo>
                    <a:pt x="2055326" y="968297"/>
                  </a:lnTo>
                  <a:lnTo>
                    <a:pt x="2056398" y="966976"/>
                  </a:lnTo>
                  <a:lnTo>
                    <a:pt x="2057469" y="965656"/>
                  </a:lnTo>
                  <a:lnTo>
                    <a:pt x="2058541" y="964336"/>
                  </a:lnTo>
                  <a:lnTo>
                    <a:pt x="2059612" y="963016"/>
                  </a:lnTo>
                  <a:lnTo>
                    <a:pt x="2060684" y="961696"/>
                  </a:lnTo>
                  <a:lnTo>
                    <a:pt x="2061756" y="960377"/>
                  </a:lnTo>
                  <a:lnTo>
                    <a:pt x="2062827" y="959057"/>
                  </a:lnTo>
                  <a:lnTo>
                    <a:pt x="2063899" y="957738"/>
                  </a:lnTo>
                  <a:lnTo>
                    <a:pt x="2064970" y="956419"/>
                  </a:lnTo>
                  <a:lnTo>
                    <a:pt x="2066042" y="955100"/>
                  </a:lnTo>
                  <a:lnTo>
                    <a:pt x="2067114" y="953781"/>
                  </a:lnTo>
                  <a:lnTo>
                    <a:pt x="2068185" y="952463"/>
                  </a:lnTo>
                  <a:lnTo>
                    <a:pt x="2069257" y="951145"/>
                  </a:lnTo>
                  <a:lnTo>
                    <a:pt x="2070328" y="949827"/>
                  </a:lnTo>
                  <a:lnTo>
                    <a:pt x="2071400" y="948509"/>
                  </a:lnTo>
                  <a:lnTo>
                    <a:pt x="2072472" y="947192"/>
                  </a:lnTo>
                  <a:lnTo>
                    <a:pt x="2073543" y="945874"/>
                  </a:lnTo>
                  <a:lnTo>
                    <a:pt x="2074615" y="944558"/>
                  </a:lnTo>
                  <a:lnTo>
                    <a:pt x="2075686" y="943241"/>
                  </a:lnTo>
                  <a:lnTo>
                    <a:pt x="2076758" y="941925"/>
                  </a:lnTo>
                  <a:lnTo>
                    <a:pt x="2077830" y="940609"/>
                  </a:lnTo>
                  <a:lnTo>
                    <a:pt x="2078901" y="939293"/>
                  </a:lnTo>
                  <a:lnTo>
                    <a:pt x="2079973" y="937978"/>
                  </a:lnTo>
                  <a:lnTo>
                    <a:pt x="2081044" y="936663"/>
                  </a:lnTo>
                  <a:lnTo>
                    <a:pt x="2082116" y="935348"/>
                  </a:lnTo>
                  <a:lnTo>
                    <a:pt x="2083188" y="934034"/>
                  </a:lnTo>
                  <a:lnTo>
                    <a:pt x="2084259" y="932720"/>
                  </a:lnTo>
                  <a:lnTo>
                    <a:pt x="2085331" y="931407"/>
                  </a:lnTo>
                  <a:lnTo>
                    <a:pt x="2086402" y="930094"/>
                  </a:lnTo>
                  <a:lnTo>
                    <a:pt x="2087474" y="928781"/>
                  </a:lnTo>
                  <a:lnTo>
                    <a:pt x="2088546" y="927469"/>
                  </a:lnTo>
                  <a:lnTo>
                    <a:pt x="2089617" y="926157"/>
                  </a:lnTo>
                  <a:lnTo>
                    <a:pt x="2090689" y="924846"/>
                  </a:lnTo>
                  <a:lnTo>
                    <a:pt x="2091760" y="923535"/>
                  </a:lnTo>
                  <a:lnTo>
                    <a:pt x="2092832" y="922225"/>
                  </a:lnTo>
                  <a:lnTo>
                    <a:pt x="2093904" y="920915"/>
                  </a:lnTo>
                  <a:lnTo>
                    <a:pt x="2094975" y="919606"/>
                  </a:lnTo>
                  <a:lnTo>
                    <a:pt x="2096047" y="918297"/>
                  </a:lnTo>
                  <a:lnTo>
                    <a:pt x="2097118" y="916988"/>
                  </a:lnTo>
                  <a:lnTo>
                    <a:pt x="2098190" y="915681"/>
                  </a:lnTo>
                  <a:lnTo>
                    <a:pt x="2099262" y="914373"/>
                  </a:lnTo>
                  <a:lnTo>
                    <a:pt x="2100333" y="913067"/>
                  </a:lnTo>
                  <a:lnTo>
                    <a:pt x="2101405" y="911760"/>
                  </a:lnTo>
                  <a:lnTo>
                    <a:pt x="2102476" y="910455"/>
                  </a:lnTo>
                  <a:lnTo>
                    <a:pt x="2103548" y="909150"/>
                  </a:lnTo>
                  <a:lnTo>
                    <a:pt x="2104620" y="907845"/>
                  </a:lnTo>
                  <a:lnTo>
                    <a:pt x="2105691" y="906541"/>
                  </a:lnTo>
                  <a:lnTo>
                    <a:pt x="2106763" y="905238"/>
                  </a:lnTo>
                  <a:lnTo>
                    <a:pt x="2107834" y="903936"/>
                  </a:lnTo>
                  <a:lnTo>
                    <a:pt x="2108906" y="902634"/>
                  </a:lnTo>
                  <a:lnTo>
                    <a:pt x="2109978" y="901332"/>
                  </a:lnTo>
                  <a:lnTo>
                    <a:pt x="2111049" y="900032"/>
                  </a:lnTo>
                  <a:lnTo>
                    <a:pt x="2112121" y="898732"/>
                  </a:lnTo>
                  <a:lnTo>
                    <a:pt x="2113192" y="897432"/>
                  </a:lnTo>
                  <a:lnTo>
                    <a:pt x="2114264" y="896134"/>
                  </a:lnTo>
                  <a:lnTo>
                    <a:pt x="2115336" y="894836"/>
                  </a:lnTo>
                  <a:lnTo>
                    <a:pt x="2116407" y="893539"/>
                  </a:lnTo>
                  <a:lnTo>
                    <a:pt x="2117479" y="892242"/>
                  </a:lnTo>
                  <a:lnTo>
                    <a:pt x="2118550" y="890947"/>
                  </a:lnTo>
                  <a:lnTo>
                    <a:pt x="2119622" y="889652"/>
                  </a:lnTo>
                  <a:lnTo>
                    <a:pt x="2120694" y="888357"/>
                  </a:lnTo>
                  <a:lnTo>
                    <a:pt x="2121765" y="887064"/>
                  </a:lnTo>
                  <a:lnTo>
                    <a:pt x="2122837" y="885771"/>
                  </a:lnTo>
                  <a:lnTo>
                    <a:pt x="2123908" y="884480"/>
                  </a:lnTo>
                  <a:lnTo>
                    <a:pt x="2124980" y="883189"/>
                  </a:lnTo>
                  <a:lnTo>
                    <a:pt x="2126052" y="881898"/>
                  </a:lnTo>
                  <a:lnTo>
                    <a:pt x="2127123" y="880609"/>
                  </a:lnTo>
                  <a:lnTo>
                    <a:pt x="2128195" y="879321"/>
                  </a:lnTo>
                  <a:lnTo>
                    <a:pt x="2129266" y="878033"/>
                  </a:lnTo>
                  <a:lnTo>
                    <a:pt x="2130338" y="876746"/>
                  </a:lnTo>
                  <a:lnTo>
                    <a:pt x="2131409" y="875460"/>
                  </a:lnTo>
                  <a:lnTo>
                    <a:pt x="2132481" y="874175"/>
                  </a:lnTo>
                  <a:lnTo>
                    <a:pt x="2133553" y="872891"/>
                  </a:lnTo>
                  <a:lnTo>
                    <a:pt x="2134624" y="871608"/>
                  </a:lnTo>
                  <a:lnTo>
                    <a:pt x="2135696" y="870326"/>
                  </a:lnTo>
                  <a:lnTo>
                    <a:pt x="2136767" y="869045"/>
                  </a:lnTo>
                  <a:lnTo>
                    <a:pt x="2137839" y="867765"/>
                  </a:lnTo>
                  <a:lnTo>
                    <a:pt x="2138911" y="866485"/>
                  </a:lnTo>
                  <a:lnTo>
                    <a:pt x="2139982" y="865207"/>
                  </a:lnTo>
                  <a:lnTo>
                    <a:pt x="2141054" y="863930"/>
                  </a:lnTo>
                  <a:lnTo>
                    <a:pt x="2142125" y="862653"/>
                  </a:lnTo>
                  <a:lnTo>
                    <a:pt x="2143197" y="861378"/>
                  </a:lnTo>
                  <a:lnTo>
                    <a:pt x="2144269" y="860104"/>
                  </a:lnTo>
                  <a:lnTo>
                    <a:pt x="2145340" y="858831"/>
                  </a:lnTo>
                  <a:lnTo>
                    <a:pt x="2146412" y="857558"/>
                  </a:lnTo>
                  <a:lnTo>
                    <a:pt x="2147483" y="856287"/>
                  </a:lnTo>
                  <a:lnTo>
                    <a:pt x="2148555" y="855017"/>
                  </a:lnTo>
                  <a:lnTo>
                    <a:pt x="2149627" y="853748"/>
                  </a:lnTo>
                  <a:lnTo>
                    <a:pt x="2150698" y="852480"/>
                  </a:lnTo>
                  <a:lnTo>
                    <a:pt x="2151770" y="851214"/>
                  </a:lnTo>
                  <a:lnTo>
                    <a:pt x="2152841" y="849948"/>
                  </a:lnTo>
                  <a:lnTo>
                    <a:pt x="2153913" y="848684"/>
                  </a:lnTo>
                  <a:lnTo>
                    <a:pt x="2154985" y="847421"/>
                  </a:lnTo>
                  <a:lnTo>
                    <a:pt x="2156056" y="846158"/>
                  </a:lnTo>
                  <a:lnTo>
                    <a:pt x="2157128" y="844898"/>
                  </a:lnTo>
                  <a:lnTo>
                    <a:pt x="2158199" y="843638"/>
                  </a:lnTo>
                  <a:lnTo>
                    <a:pt x="2159271" y="842379"/>
                  </a:lnTo>
                  <a:lnTo>
                    <a:pt x="2160343" y="841122"/>
                  </a:lnTo>
                  <a:lnTo>
                    <a:pt x="2161414" y="839866"/>
                  </a:lnTo>
                  <a:lnTo>
                    <a:pt x="2162486" y="838611"/>
                  </a:lnTo>
                  <a:lnTo>
                    <a:pt x="2163557" y="837358"/>
                  </a:lnTo>
                  <a:lnTo>
                    <a:pt x="2164629" y="836105"/>
                  </a:lnTo>
                  <a:lnTo>
                    <a:pt x="2165701" y="834854"/>
                  </a:lnTo>
                  <a:lnTo>
                    <a:pt x="2166772" y="833605"/>
                  </a:lnTo>
                  <a:lnTo>
                    <a:pt x="2167844" y="832356"/>
                  </a:lnTo>
                  <a:lnTo>
                    <a:pt x="2168915" y="831109"/>
                  </a:lnTo>
                  <a:lnTo>
                    <a:pt x="2169987" y="829864"/>
                  </a:lnTo>
                  <a:lnTo>
                    <a:pt x="2171059" y="828619"/>
                  </a:lnTo>
                  <a:lnTo>
                    <a:pt x="2172130" y="827376"/>
                  </a:lnTo>
                  <a:lnTo>
                    <a:pt x="2173202" y="826135"/>
                  </a:lnTo>
                  <a:lnTo>
                    <a:pt x="2174273" y="824894"/>
                  </a:lnTo>
                  <a:lnTo>
                    <a:pt x="2175345" y="823656"/>
                  </a:lnTo>
                  <a:lnTo>
                    <a:pt x="2176417" y="822418"/>
                  </a:lnTo>
                  <a:lnTo>
                    <a:pt x="2177488" y="821182"/>
                  </a:lnTo>
                  <a:lnTo>
                    <a:pt x="2178560" y="819948"/>
                  </a:lnTo>
                  <a:lnTo>
                    <a:pt x="2179631" y="818715"/>
                  </a:lnTo>
                  <a:lnTo>
                    <a:pt x="2180703" y="817483"/>
                  </a:lnTo>
                  <a:lnTo>
                    <a:pt x="2181775" y="816253"/>
                  </a:lnTo>
                  <a:lnTo>
                    <a:pt x="2182846" y="815024"/>
                  </a:lnTo>
                  <a:lnTo>
                    <a:pt x="2183918" y="813797"/>
                  </a:lnTo>
                  <a:lnTo>
                    <a:pt x="2184989" y="812571"/>
                  </a:lnTo>
                  <a:lnTo>
                    <a:pt x="2186061" y="811347"/>
                  </a:lnTo>
                  <a:lnTo>
                    <a:pt x="2187133" y="810125"/>
                  </a:lnTo>
                  <a:lnTo>
                    <a:pt x="2188204" y="808904"/>
                  </a:lnTo>
                  <a:lnTo>
                    <a:pt x="2189276" y="807684"/>
                  </a:lnTo>
                  <a:lnTo>
                    <a:pt x="2190347" y="806467"/>
                  </a:lnTo>
                  <a:lnTo>
                    <a:pt x="2191419" y="805250"/>
                  </a:lnTo>
                  <a:lnTo>
                    <a:pt x="2192491" y="804036"/>
                  </a:lnTo>
                  <a:lnTo>
                    <a:pt x="2193562" y="802822"/>
                  </a:lnTo>
                  <a:lnTo>
                    <a:pt x="2194634" y="801611"/>
                  </a:lnTo>
                  <a:lnTo>
                    <a:pt x="2195705" y="800401"/>
                  </a:lnTo>
                  <a:lnTo>
                    <a:pt x="2196777" y="799193"/>
                  </a:lnTo>
                  <a:lnTo>
                    <a:pt x="2197849" y="797986"/>
                  </a:lnTo>
                  <a:lnTo>
                    <a:pt x="2198920" y="796780"/>
                  </a:lnTo>
                  <a:lnTo>
                    <a:pt x="2199992" y="795577"/>
                  </a:lnTo>
                  <a:lnTo>
                    <a:pt x="2201063" y="794375"/>
                  </a:lnTo>
                  <a:lnTo>
                    <a:pt x="2202135" y="793174"/>
                  </a:lnTo>
                  <a:lnTo>
                    <a:pt x="2203207" y="791976"/>
                  </a:lnTo>
                  <a:lnTo>
                    <a:pt x="2204278" y="790778"/>
                  </a:lnTo>
                  <a:lnTo>
                    <a:pt x="2205350" y="789583"/>
                  </a:lnTo>
                  <a:lnTo>
                    <a:pt x="2206421" y="788389"/>
                  </a:lnTo>
                  <a:lnTo>
                    <a:pt x="2207493" y="787196"/>
                  </a:lnTo>
                  <a:lnTo>
                    <a:pt x="2208565" y="786005"/>
                  </a:lnTo>
                  <a:lnTo>
                    <a:pt x="2209636" y="784816"/>
                  </a:lnTo>
                  <a:lnTo>
                    <a:pt x="2210708" y="783628"/>
                  </a:lnTo>
                  <a:lnTo>
                    <a:pt x="2211779" y="782442"/>
                  </a:lnTo>
                  <a:lnTo>
                    <a:pt x="2212851" y="781258"/>
                  </a:lnTo>
                  <a:lnTo>
                    <a:pt x="2213923" y="780075"/>
                  </a:lnTo>
                  <a:lnTo>
                    <a:pt x="2214994" y="778894"/>
                  </a:lnTo>
                  <a:lnTo>
                    <a:pt x="2216066" y="777714"/>
                  </a:lnTo>
                  <a:lnTo>
                    <a:pt x="2217137" y="776536"/>
                  </a:lnTo>
                  <a:lnTo>
                    <a:pt x="2218209" y="775360"/>
                  </a:lnTo>
                  <a:lnTo>
                    <a:pt x="2219281" y="774185"/>
                  </a:lnTo>
                  <a:lnTo>
                    <a:pt x="2220352" y="773012"/>
                  </a:lnTo>
                  <a:lnTo>
                    <a:pt x="2221424" y="771841"/>
                  </a:lnTo>
                  <a:lnTo>
                    <a:pt x="2222495" y="770671"/>
                  </a:lnTo>
                  <a:lnTo>
                    <a:pt x="2223567" y="769503"/>
                  </a:lnTo>
                  <a:lnTo>
                    <a:pt x="2224639" y="768336"/>
                  </a:lnTo>
                  <a:lnTo>
                    <a:pt x="2225710" y="767172"/>
                  </a:lnTo>
                  <a:lnTo>
                    <a:pt x="2226782" y="766008"/>
                  </a:lnTo>
                  <a:lnTo>
                    <a:pt x="2227853" y="764847"/>
                  </a:lnTo>
                  <a:lnTo>
                    <a:pt x="2228925" y="763687"/>
                  </a:lnTo>
                  <a:lnTo>
                    <a:pt x="2229997" y="762528"/>
                  </a:lnTo>
                  <a:lnTo>
                    <a:pt x="2231068" y="761372"/>
                  </a:lnTo>
                  <a:lnTo>
                    <a:pt x="2232140" y="760217"/>
                  </a:lnTo>
                  <a:lnTo>
                    <a:pt x="2233211" y="759063"/>
                  </a:lnTo>
                  <a:lnTo>
                    <a:pt x="2234283" y="757911"/>
                  </a:lnTo>
                  <a:lnTo>
                    <a:pt x="2235355" y="756761"/>
                  </a:lnTo>
                  <a:lnTo>
                    <a:pt x="2236426" y="755613"/>
                  </a:lnTo>
                  <a:lnTo>
                    <a:pt x="2237498" y="754466"/>
                  </a:lnTo>
                  <a:lnTo>
                    <a:pt x="2238569" y="753321"/>
                  </a:lnTo>
                  <a:lnTo>
                    <a:pt x="2239641" y="752178"/>
                  </a:lnTo>
                  <a:lnTo>
                    <a:pt x="2240713" y="751036"/>
                  </a:lnTo>
                  <a:lnTo>
                    <a:pt x="2241784" y="749896"/>
                  </a:lnTo>
                  <a:lnTo>
                    <a:pt x="2242856" y="748757"/>
                  </a:lnTo>
                  <a:lnTo>
                    <a:pt x="2243927" y="747620"/>
                  </a:lnTo>
                  <a:lnTo>
                    <a:pt x="2244999" y="746485"/>
                  </a:lnTo>
                  <a:lnTo>
                    <a:pt x="2246071" y="745352"/>
                  </a:lnTo>
                  <a:lnTo>
                    <a:pt x="2247142" y="744220"/>
                  </a:lnTo>
                  <a:lnTo>
                    <a:pt x="2248214" y="743090"/>
                  </a:lnTo>
                  <a:lnTo>
                    <a:pt x="2249285" y="741961"/>
                  </a:lnTo>
                  <a:lnTo>
                    <a:pt x="2250357" y="740834"/>
                  </a:lnTo>
                  <a:lnTo>
                    <a:pt x="2251429" y="739709"/>
                  </a:lnTo>
                  <a:lnTo>
                    <a:pt x="2252500" y="738586"/>
                  </a:lnTo>
                  <a:lnTo>
                    <a:pt x="2253572" y="737464"/>
                  </a:lnTo>
                  <a:lnTo>
                    <a:pt x="2254643" y="736344"/>
                  </a:lnTo>
                  <a:lnTo>
                    <a:pt x="2255715" y="735226"/>
                  </a:lnTo>
                  <a:lnTo>
                    <a:pt x="2256787" y="734109"/>
                  </a:lnTo>
                  <a:lnTo>
                    <a:pt x="2257858" y="732994"/>
                  </a:lnTo>
                  <a:lnTo>
                    <a:pt x="2258930" y="731880"/>
                  </a:lnTo>
                  <a:lnTo>
                    <a:pt x="2260001" y="730769"/>
                  </a:lnTo>
                  <a:lnTo>
                    <a:pt x="2261073" y="729659"/>
                  </a:lnTo>
                  <a:lnTo>
                    <a:pt x="2262145" y="728550"/>
                  </a:lnTo>
                  <a:lnTo>
                    <a:pt x="2263216" y="727444"/>
                  </a:lnTo>
                  <a:lnTo>
                    <a:pt x="2264288" y="726339"/>
                  </a:lnTo>
                  <a:lnTo>
                    <a:pt x="2265359" y="725236"/>
                  </a:lnTo>
                  <a:lnTo>
                    <a:pt x="2266431" y="724134"/>
                  </a:lnTo>
                  <a:lnTo>
                    <a:pt x="2267503" y="723034"/>
                  </a:lnTo>
                  <a:lnTo>
                    <a:pt x="2268574" y="721936"/>
                  </a:lnTo>
                  <a:lnTo>
                    <a:pt x="2269646" y="720840"/>
                  </a:lnTo>
                  <a:lnTo>
                    <a:pt x="2270717" y="719745"/>
                  </a:lnTo>
                  <a:lnTo>
                    <a:pt x="2271789" y="718652"/>
                  </a:lnTo>
                  <a:lnTo>
                    <a:pt x="2272861" y="717560"/>
                  </a:lnTo>
                  <a:lnTo>
                    <a:pt x="2273932" y="716471"/>
                  </a:lnTo>
                  <a:lnTo>
                    <a:pt x="2275004" y="715383"/>
                  </a:lnTo>
                  <a:lnTo>
                    <a:pt x="2276075" y="714296"/>
                  </a:lnTo>
                  <a:lnTo>
                    <a:pt x="2277147" y="713212"/>
                  </a:lnTo>
                  <a:lnTo>
                    <a:pt x="2278219" y="712129"/>
                  </a:lnTo>
                  <a:lnTo>
                    <a:pt x="2279290" y="711048"/>
                  </a:lnTo>
                  <a:lnTo>
                    <a:pt x="2280362" y="709968"/>
                  </a:lnTo>
                  <a:lnTo>
                    <a:pt x="2281433" y="708891"/>
                  </a:lnTo>
                  <a:lnTo>
                    <a:pt x="2282505" y="707815"/>
                  </a:lnTo>
                  <a:lnTo>
                    <a:pt x="2283577" y="706740"/>
                  </a:lnTo>
                  <a:lnTo>
                    <a:pt x="2284648" y="705668"/>
                  </a:lnTo>
                  <a:lnTo>
                    <a:pt x="2285720" y="704597"/>
                  </a:lnTo>
                  <a:lnTo>
                    <a:pt x="2286791" y="703528"/>
                  </a:lnTo>
                  <a:lnTo>
                    <a:pt x="2287863" y="702460"/>
                  </a:lnTo>
                  <a:lnTo>
                    <a:pt x="2288935" y="701394"/>
                  </a:lnTo>
                  <a:lnTo>
                    <a:pt x="2290006" y="700330"/>
                  </a:lnTo>
                  <a:lnTo>
                    <a:pt x="2291078" y="699268"/>
                  </a:lnTo>
                  <a:lnTo>
                    <a:pt x="2292149" y="698207"/>
                  </a:lnTo>
                  <a:lnTo>
                    <a:pt x="2293221" y="697148"/>
                  </a:lnTo>
                  <a:lnTo>
                    <a:pt x="2294293" y="696091"/>
                  </a:lnTo>
                  <a:lnTo>
                    <a:pt x="2295364" y="695036"/>
                  </a:lnTo>
                  <a:lnTo>
                    <a:pt x="2296436" y="693982"/>
                  </a:lnTo>
                  <a:lnTo>
                    <a:pt x="2297507" y="692930"/>
                  </a:lnTo>
                  <a:lnTo>
                    <a:pt x="2298579" y="691880"/>
                  </a:lnTo>
                  <a:lnTo>
                    <a:pt x="2299651" y="690831"/>
                  </a:lnTo>
                  <a:lnTo>
                    <a:pt x="2300722" y="689784"/>
                  </a:lnTo>
                  <a:lnTo>
                    <a:pt x="2301794" y="688739"/>
                  </a:lnTo>
                  <a:lnTo>
                    <a:pt x="2302865" y="687696"/>
                  </a:lnTo>
                  <a:lnTo>
                    <a:pt x="2303937" y="686654"/>
                  </a:lnTo>
                  <a:lnTo>
                    <a:pt x="2305009" y="685614"/>
                  </a:lnTo>
                  <a:lnTo>
                    <a:pt x="2306080" y="684576"/>
                  </a:lnTo>
                  <a:lnTo>
                    <a:pt x="2307152" y="683539"/>
                  </a:lnTo>
                  <a:lnTo>
                    <a:pt x="2308223" y="682504"/>
                  </a:lnTo>
                  <a:lnTo>
                    <a:pt x="2309295" y="681471"/>
                  </a:lnTo>
                  <a:lnTo>
                    <a:pt x="2310366" y="680440"/>
                  </a:lnTo>
                  <a:lnTo>
                    <a:pt x="2311438" y="679410"/>
                  </a:lnTo>
                  <a:lnTo>
                    <a:pt x="2312510" y="678382"/>
                  </a:lnTo>
                  <a:lnTo>
                    <a:pt x="2313581" y="677356"/>
                  </a:lnTo>
                  <a:lnTo>
                    <a:pt x="2314653" y="676332"/>
                  </a:lnTo>
                  <a:lnTo>
                    <a:pt x="2315724" y="675309"/>
                  </a:lnTo>
                  <a:lnTo>
                    <a:pt x="2316796" y="674288"/>
                  </a:lnTo>
                  <a:lnTo>
                    <a:pt x="2317868" y="673269"/>
                  </a:lnTo>
                  <a:lnTo>
                    <a:pt x="2318939" y="672251"/>
                  </a:lnTo>
                  <a:lnTo>
                    <a:pt x="2320011" y="671235"/>
                  </a:lnTo>
                  <a:lnTo>
                    <a:pt x="2321082" y="670221"/>
                  </a:lnTo>
                  <a:lnTo>
                    <a:pt x="2322154" y="669209"/>
                  </a:lnTo>
                  <a:lnTo>
                    <a:pt x="2323226" y="668198"/>
                  </a:lnTo>
                  <a:lnTo>
                    <a:pt x="2324297" y="667190"/>
                  </a:lnTo>
                  <a:lnTo>
                    <a:pt x="2325369" y="666182"/>
                  </a:lnTo>
                  <a:lnTo>
                    <a:pt x="2326440" y="665177"/>
                  </a:lnTo>
                  <a:lnTo>
                    <a:pt x="2327512" y="664173"/>
                  </a:lnTo>
                  <a:lnTo>
                    <a:pt x="2328584" y="663171"/>
                  </a:lnTo>
                  <a:lnTo>
                    <a:pt x="2329655" y="662171"/>
                  </a:lnTo>
                  <a:lnTo>
                    <a:pt x="2330727" y="661173"/>
                  </a:lnTo>
                  <a:lnTo>
                    <a:pt x="2331798" y="660176"/>
                  </a:lnTo>
                  <a:lnTo>
                    <a:pt x="2332870" y="659181"/>
                  </a:lnTo>
                  <a:lnTo>
                    <a:pt x="2333942" y="658188"/>
                  </a:lnTo>
                  <a:lnTo>
                    <a:pt x="2335013" y="657196"/>
                  </a:lnTo>
                  <a:lnTo>
                    <a:pt x="2336085" y="656207"/>
                  </a:lnTo>
                  <a:lnTo>
                    <a:pt x="2337156" y="655218"/>
                  </a:lnTo>
                  <a:lnTo>
                    <a:pt x="2338228" y="654232"/>
                  </a:lnTo>
                  <a:lnTo>
                    <a:pt x="2339300" y="653248"/>
                  </a:lnTo>
                  <a:lnTo>
                    <a:pt x="2340371" y="652265"/>
                  </a:lnTo>
                  <a:lnTo>
                    <a:pt x="2341443" y="651284"/>
                  </a:lnTo>
                  <a:lnTo>
                    <a:pt x="2342514" y="650304"/>
                  </a:lnTo>
                  <a:lnTo>
                    <a:pt x="2343586" y="649327"/>
                  </a:lnTo>
                  <a:lnTo>
                    <a:pt x="2344658" y="648351"/>
                  </a:lnTo>
                  <a:lnTo>
                    <a:pt x="2345729" y="647377"/>
                  </a:lnTo>
                  <a:lnTo>
                    <a:pt x="2346801" y="646404"/>
                  </a:lnTo>
                  <a:lnTo>
                    <a:pt x="2347872" y="645433"/>
                  </a:lnTo>
                  <a:lnTo>
                    <a:pt x="2348944" y="644464"/>
                  </a:lnTo>
                  <a:lnTo>
                    <a:pt x="2350016" y="643497"/>
                  </a:lnTo>
                  <a:lnTo>
                    <a:pt x="2351087" y="642532"/>
                  </a:lnTo>
                  <a:lnTo>
                    <a:pt x="2352159" y="641568"/>
                  </a:lnTo>
                  <a:lnTo>
                    <a:pt x="2353230" y="640606"/>
                  </a:lnTo>
                  <a:lnTo>
                    <a:pt x="2354302" y="639646"/>
                  </a:lnTo>
                  <a:lnTo>
                    <a:pt x="2355374" y="638687"/>
                  </a:lnTo>
                  <a:lnTo>
                    <a:pt x="2356445" y="637730"/>
                  </a:lnTo>
                  <a:lnTo>
                    <a:pt x="2357517" y="636775"/>
                  </a:lnTo>
                  <a:lnTo>
                    <a:pt x="2358588" y="635822"/>
                  </a:lnTo>
                  <a:lnTo>
                    <a:pt x="2359660" y="634870"/>
                  </a:lnTo>
                  <a:lnTo>
                    <a:pt x="2360732" y="633921"/>
                  </a:lnTo>
                  <a:lnTo>
                    <a:pt x="2361803" y="632972"/>
                  </a:lnTo>
                  <a:lnTo>
                    <a:pt x="2362875" y="632026"/>
                  </a:lnTo>
                  <a:lnTo>
                    <a:pt x="2363946" y="631081"/>
                  </a:lnTo>
                  <a:lnTo>
                    <a:pt x="2365018" y="630138"/>
                  </a:lnTo>
                  <a:lnTo>
                    <a:pt x="2366090" y="629197"/>
                  </a:lnTo>
                  <a:lnTo>
                    <a:pt x="2367161" y="628258"/>
                  </a:lnTo>
                  <a:lnTo>
                    <a:pt x="2368233" y="627320"/>
                  </a:lnTo>
                  <a:lnTo>
                    <a:pt x="2369304" y="626384"/>
                  </a:lnTo>
                  <a:lnTo>
                    <a:pt x="2370376" y="625450"/>
                  </a:lnTo>
                  <a:lnTo>
                    <a:pt x="2371448" y="624517"/>
                  </a:lnTo>
                  <a:lnTo>
                    <a:pt x="2372519" y="623587"/>
                  </a:lnTo>
                  <a:lnTo>
                    <a:pt x="2373591" y="622658"/>
                  </a:lnTo>
                  <a:lnTo>
                    <a:pt x="2374662" y="621730"/>
                  </a:lnTo>
                  <a:lnTo>
                    <a:pt x="2375734" y="620805"/>
                  </a:lnTo>
                  <a:lnTo>
                    <a:pt x="2376806" y="619881"/>
                  </a:lnTo>
                  <a:lnTo>
                    <a:pt x="2377877" y="618959"/>
                  </a:lnTo>
                  <a:lnTo>
                    <a:pt x="2378949" y="618038"/>
                  </a:lnTo>
                  <a:lnTo>
                    <a:pt x="2380020" y="617120"/>
                  </a:lnTo>
                  <a:lnTo>
                    <a:pt x="2381092" y="616203"/>
                  </a:lnTo>
                  <a:lnTo>
                    <a:pt x="2382164" y="615288"/>
                  </a:lnTo>
                  <a:lnTo>
                    <a:pt x="2383235" y="614374"/>
                  </a:lnTo>
                  <a:lnTo>
                    <a:pt x="2384307" y="613463"/>
                  </a:lnTo>
                  <a:lnTo>
                    <a:pt x="2385378" y="612553"/>
                  </a:lnTo>
                  <a:lnTo>
                    <a:pt x="2386450" y="611644"/>
                  </a:lnTo>
                  <a:lnTo>
                    <a:pt x="2387522" y="610738"/>
                  </a:lnTo>
                  <a:lnTo>
                    <a:pt x="2388593" y="609833"/>
                  </a:lnTo>
                  <a:lnTo>
                    <a:pt x="2389665" y="608930"/>
                  </a:lnTo>
                  <a:lnTo>
                    <a:pt x="2390736" y="608029"/>
                  </a:lnTo>
                  <a:lnTo>
                    <a:pt x="2391808" y="607129"/>
                  </a:lnTo>
                  <a:lnTo>
                    <a:pt x="2392880" y="606231"/>
                  </a:lnTo>
                  <a:lnTo>
                    <a:pt x="2393951" y="605335"/>
                  </a:lnTo>
                  <a:lnTo>
                    <a:pt x="2395023" y="604440"/>
                  </a:lnTo>
                  <a:lnTo>
                    <a:pt x="2396094" y="603548"/>
                  </a:lnTo>
                  <a:lnTo>
                    <a:pt x="2397166" y="602657"/>
                  </a:lnTo>
                  <a:lnTo>
                    <a:pt x="2398238" y="601767"/>
                  </a:lnTo>
                  <a:lnTo>
                    <a:pt x="2399309" y="600880"/>
                  </a:lnTo>
                  <a:lnTo>
                    <a:pt x="2400381" y="599994"/>
                  </a:lnTo>
                  <a:lnTo>
                    <a:pt x="2401452" y="599110"/>
                  </a:lnTo>
                  <a:lnTo>
                    <a:pt x="2402524" y="598227"/>
                  </a:lnTo>
                  <a:lnTo>
                    <a:pt x="2403596" y="597347"/>
                  </a:lnTo>
                  <a:lnTo>
                    <a:pt x="2404667" y="596468"/>
                  </a:lnTo>
                  <a:lnTo>
                    <a:pt x="2405739" y="595591"/>
                  </a:lnTo>
                  <a:lnTo>
                    <a:pt x="2406810" y="594715"/>
                  </a:lnTo>
                  <a:lnTo>
                    <a:pt x="2407882" y="593841"/>
                  </a:lnTo>
                  <a:lnTo>
                    <a:pt x="2408954" y="592969"/>
                  </a:lnTo>
                  <a:lnTo>
                    <a:pt x="2410025" y="592099"/>
                  </a:lnTo>
                  <a:lnTo>
                    <a:pt x="2411097" y="591230"/>
                  </a:lnTo>
                  <a:lnTo>
                    <a:pt x="2412168" y="590363"/>
                  </a:lnTo>
                  <a:lnTo>
                    <a:pt x="2413240" y="589498"/>
                  </a:lnTo>
                  <a:lnTo>
                    <a:pt x="2414312" y="588635"/>
                  </a:lnTo>
                  <a:lnTo>
                    <a:pt x="2415383" y="587773"/>
                  </a:lnTo>
                  <a:lnTo>
                    <a:pt x="2416455" y="586913"/>
                  </a:lnTo>
                  <a:lnTo>
                    <a:pt x="2417526" y="586054"/>
                  </a:lnTo>
                  <a:lnTo>
                    <a:pt x="2418598" y="585198"/>
                  </a:lnTo>
                  <a:lnTo>
                    <a:pt x="2419670" y="584343"/>
                  </a:lnTo>
                  <a:lnTo>
                    <a:pt x="2420741" y="583490"/>
                  </a:lnTo>
                  <a:lnTo>
                    <a:pt x="2421813" y="582638"/>
                  </a:lnTo>
                  <a:lnTo>
                    <a:pt x="2422884" y="581788"/>
                  </a:lnTo>
                  <a:lnTo>
                    <a:pt x="2423956" y="580940"/>
                  </a:lnTo>
                  <a:lnTo>
                    <a:pt x="2425028" y="580094"/>
                  </a:lnTo>
                  <a:lnTo>
                    <a:pt x="2426099" y="579249"/>
                  </a:lnTo>
                  <a:lnTo>
                    <a:pt x="2427171" y="578406"/>
                  </a:lnTo>
                  <a:lnTo>
                    <a:pt x="2428242" y="577565"/>
                  </a:lnTo>
                  <a:lnTo>
                    <a:pt x="2429314" y="576725"/>
                  </a:lnTo>
                  <a:lnTo>
                    <a:pt x="2430386" y="575887"/>
                  </a:lnTo>
                  <a:lnTo>
                    <a:pt x="2431457" y="575051"/>
                  </a:lnTo>
                  <a:lnTo>
                    <a:pt x="2432529" y="574216"/>
                  </a:lnTo>
                  <a:lnTo>
                    <a:pt x="2433600" y="573384"/>
                  </a:lnTo>
                  <a:lnTo>
                    <a:pt x="2434672" y="572552"/>
                  </a:lnTo>
                  <a:lnTo>
                    <a:pt x="2435744" y="571723"/>
                  </a:lnTo>
                  <a:lnTo>
                    <a:pt x="2436815" y="570895"/>
                  </a:lnTo>
                  <a:lnTo>
                    <a:pt x="2437887" y="570069"/>
                  </a:lnTo>
                  <a:lnTo>
                    <a:pt x="2438958" y="569245"/>
                  </a:lnTo>
                  <a:lnTo>
                    <a:pt x="2440030" y="568422"/>
                  </a:lnTo>
                  <a:lnTo>
                    <a:pt x="2441102" y="567601"/>
                  </a:lnTo>
                  <a:lnTo>
                    <a:pt x="2442173" y="566782"/>
                  </a:lnTo>
                  <a:lnTo>
                    <a:pt x="2443245" y="565964"/>
                  </a:lnTo>
                  <a:lnTo>
                    <a:pt x="2444316" y="565148"/>
                  </a:lnTo>
                  <a:lnTo>
                    <a:pt x="2445388" y="564334"/>
                  </a:lnTo>
                  <a:lnTo>
                    <a:pt x="2446460" y="563522"/>
                  </a:lnTo>
                  <a:lnTo>
                    <a:pt x="2447531" y="562711"/>
                  </a:lnTo>
                  <a:lnTo>
                    <a:pt x="2448603" y="561902"/>
                  </a:lnTo>
                  <a:lnTo>
                    <a:pt x="2449674" y="561094"/>
                  </a:lnTo>
                  <a:lnTo>
                    <a:pt x="2450746" y="560288"/>
                  </a:lnTo>
                  <a:lnTo>
                    <a:pt x="2451818" y="559484"/>
                  </a:lnTo>
                  <a:lnTo>
                    <a:pt x="2452889" y="558682"/>
                  </a:lnTo>
                  <a:lnTo>
                    <a:pt x="2453961" y="557881"/>
                  </a:lnTo>
                  <a:lnTo>
                    <a:pt x="2455032" y="557082"/>
                  </a:lnTo>
                  <a:lnTo>
                    <a:pt x="2456104" y="556285"/>
                  </a:lnTo>
                  <a:lnTo>
                    <a:pt x="2457176" y="555489"/>
                  </a:lnTo>
                  <a:lnTo>
                    <a:pt x="2458247" y="554695"/>
                  </a:lnTo>
                  <a:lnTo>
                    <a:pt x="2459319" y="553902"/>
                  </a:lnTo>
                  <a:lnTo>
                    <a:pt x="2460390" y="553112"/>
                  </a:lnTo>
                  <a:lnTo>
                    <a:pt x="2461462" y="552322"/>
                  </a:lnTo>
                  <a:lnTo>
                    <a:pt x="2462534" y="551535"/>
                  </a:lnTo>
                  <a:lnTo>
                    <a:pt x="2463605" y="550749"/>
                  </a:lnTo>
                  <a:lnTo>
                    <a:pt x="2464677" y="549965"/>
                  </a:lnTo>
                  <a:lnTo>
                    <a:pt x="2465748" y="549183"/>
                  </a:lnTo>
                  <a:lnTo>
                    <a:pt x="2466820" y="548402"/>
                  </a:lnTo>
                  <a:lnTo>
                    <a:pt x="2467892" y="547623"/>
                  </a:lnTo>
                  <a:lnTo>
                    <a:pt x="2468963" y="546846"/>
                  </a:lnTo>
                  <a:lnTo>
                    <a:pt x="2470035" y="546070"/>
                  </a:lnTo>
                  <a:lnTo>
                    <a:pt x="2471106" y="545296"/>
                  </a:lnTo>
                  <a:lnTo>
                    <a:pt x="2472178" y="544523"/>
                  </a:lnTo>
                  <a:lnTo>
                    <a:pt x="2473250" y="543752"/>
                  </a:lnTo>
                  <a:lnTo>
                    <a:pt x="2474321" y="542983"/>
                  </a:lnTo>
                  <a:lnTo>
                    <a:pt x="2475393" y="542216"/>
                  </a:lnTo>
                  <a:lnTo>
                    <a:pt x="2476464" y="541450"/>
                  </a:lnTo>
                  <a:lnTo>
                    <a:pt x="2477536" y="540685"/>
                  </a:lnTo>
                  <a:lnTo>
                    <a:pt x="2478608" y="539923"/>
                  </a:lnTo>
                  <a:lnTo>
                    <a:pt x="2479679" y="539162"/>
                  </a:lnTo>
                  <a:lnTo>
                    <a:pt x="2480751" y="538403"/>
                  </a:lnTo>
                  <a:lnTo>
                    <a:pt x="2481822" y="537645"/>
                  </a:lnTo>
                  <a:lnTo>
                    <a:pt x="2482894" y="536889"/>
                  </a:lnTo>
                  <a:lnTo>
                    <a:pt x="2483966" y="536135"/>
                  </a:lnTo>
                  <a:lnTo>
                    <a:pt x="2485037" y="535382"/>
                  </a:lnTo>
                  <a:lnTo>
                    <a:pt x="2486109" y="534631"/>
                  </a:lnTo>
                  <a:lnTo>
                    <a:pt x="2487180" y="533881"/>
                  </a:lnTo>
                  <a:lnTo>
                    <a:pt x="2488252" y="533133"/>
                  </a:lnTo>
                  <a:lnTo>
                    <a:pt x="2489323" y="532387"/>
                  </a:lnTo>
                  <a:lnTo>
                    <a:pt x="2490395" y="531643"/>
                  </a:lnTo>
                  <a:lnTo>
                    <a:pt x="2491467" y="530900"/>
                  </a:lnTo>
                  <a:lnTo>
                    <a:pt x="2492538" y="530158"/>
                  </a:lnTo>
                  <a:lnTo>
                    <a:pt x="2493610" y="529418"/>
                  </a:lnTo>
                  <a:lnTo>
                    <a:pt x="2494681" y="528680"/>
                  </a:lnTo>
                  <a:lnTo>
                    <a:pt x="2495753" y="527944"/>
                  </a:lnTo>
                  <a:lnTo>
                    <a:pt x="2496825" y="527209"/>
                  </a:lnTo>
                  <a:lnTo>
                    <a:pt x="2497896" y="526476"/>
                  </a:lnTo>
                  <a:lnTo>
                    <a:pt x="2498968" y="525744"/>
                  </a:lnTo>
                  <a:lnTo>
                    <a:pt x="2500039" y="525014"/>
                  </a:lnTo>
                  <a:lnTo>
                    <a:pt x="2501111" y="524286"/>
                  </a:lnTo>
                  <a:lnTo>
                    <a:pt x="2502183" y="523559"/>
                  </a:lnTo>
                  <a:lnTo>
                    <a:pt x="2503254" y="522834"/>
                  </a:lnTo>
                  <a:lnTo>
                    <a:pt x="2504326" y="522110"/>
                  </a:lnTo>
                  <a:lnTo>
                    <a:pt x="2505397" y="521388"/>
                  </a:lnTo>
                  <a:lnTo>
                    <a:pt x="2506469" y="520668"/>
                  </a:lnTo>
                  <a:lnTo>
                    <a:pt x="2507541" y="519949"/>
                  </a:lnTo>
                  <a:lnTo>
                    <a:pt x="2508612" y="519232"/>
                  </a:lnTo>
                  <a:lnTo>
                    <a:pt x="2509684" y="518516"/>
                  </a:lnTo>
                  <a:lnTo>
                    <a:pt x="2510755" y="517802"/>
                  </a:lnTo>
                  <a:lnTo>
                    <a:pt x="2511827" y="517090"/>
                  </a:lnTo>
                  <a:lnTo>
                    <a:pt x="2512899" y="516379"/>
                  </a:lnTo>
                  <a:lnTo>
                    <a:pt x="2513970" y="515670"/>
                  </a:lnTo>
                  <a:lnTo>
                    <a:pt x="2515042" y="514962"/>
                  </a:lnTo>
                  <a:lnTo>
                    <a:pt x="2516113" y="514256"/>
                  </a:lnTo>
                  <a:lnTo>
                    <a:pt x="2517185" y="513552"/>
                  </a:lnTo>
                  <a:lnTo>
                    <a:pt x="2518257" y="512849"/>
                  </a:lnTo>
                  <a:lnTo>
                    <a:pt x="2519328" y="512147"/>
                  </a:lnTo>
                  <a:lnTo>
                    <a:pt x="2520400" y="511448"/>
                  </a:lnTo>
                  <a:lnTo>
                    <a:pt x="2521471" y="510750"/>
                  </a:lnTo>
                  <a:lnTo>
                    <a:pt x="2522543" y="510053"/>
                  </a:lnTo>
                  <a:lnTo>
                    <a:pt x="2523615" y="509358"/>
                  </a:lnTo>
                  <a:lnTo>
                    <a:pt x="2524686" y="508665"/>
                  </a:lnTo>
                  <a:lnTo>
                    <a:pt x="2525758" y="507973"/>
                  </a:lnTo>
                  <a:lnTo>
                    <a:pt x="2526829" y="507283"/>
                  </a:lnTo>
                  <a:lnTo>
                    <a:pt x="2527901" y="506594"/>
                  </a:lnTo>
                  <a:lnTo>
                    <a:pt x="2528973" y="505907"/>
                  </a:lnTo>
                  <a:lnTo>
                    <a:pt x="2530044" y="505221"/>
                  </a:lnTo>
                  <a:lnTo>
                    <a:pt x="2531116" y="504537"/>
                  </a:lnTo>
                  <a:lnTo>
                    <a:pt x="2532187" y="503855"/>
                  </a:lnTo>
                  <a:lnTo>
                    <a:pt x="2533259" y="503174"/>
                  </a:lnTo>
                  <a:lnTo>
                    <a:pt x="2534331" y="502494"/>
                  </a:lnTo>
                  <a:lnTo>
                    <a:pt x="2535402" y="501816"/>
                  </a:lnTo>
                  <a:lnTo>
                    <a:pt x="2536474" y="501140"/>
                  </a:lnTo>
                  <a:lnTo>
                    <a:pt x="2537545" y="500465"/>
                  </a:lnTo>
                  <a:lnTo>
                    <a:pt x="2538617" y="499792"/>
                  </a:lnTo>
                  <a:lnTo>
                    <a:pt x="2539689" y="499121"/>
                  </a:lnTo>
                  <a:lnTo>
                    <a:pt x="2540760" y="498450"/>
                  </a:lnTo>
                  <a:lnTo>
                    <a:pt x="2541832" y="497782"/>
                  </a:lnTo>
                  <a:lnTo>
                    <a:pt x="2542903" y="497115"/>
                  </a:lnTo>
                  <a:lnTo>
                    <a:pt x="2543975" y="496449"/>
                  </a:lnTo>
                  <a:lnTo>
                    <a:pt x="2545047" y="495785"/>
                  </a:lnTo>
                  <a:lnTo>
                    <a:pt x="2546118" y="495123"/>
                  </a:lnTo>
                  <a:lnTo>
                    <a:pt x="2547190" y="494462"/>
                  </a:lnTo>
                  <a:lnTo>
                    <a:pt x="2548261" y="493803"/>
                  </a:lnTo>
                  <a:lnTo>
                    <a:pt x="2549333" y="493145"/>
                  </a:lnTo>
                  <a:lnTo>
                    <a:pt x="2550405" y="492489"/>
                  </a:lnTo>
                  <a:lnTo>
                    <a:pt x="2551476" y="491834"/>
                  </a:lnTo>
                  <a:lnTo>
                    <a:pt x="2552548" y="491180"/>
                  </a:lnTo>
                  <a:lnTo>
                    <a:pt x="2553619" y="490529"/>
                  </a:lnTo>
                  <a:lnTo>
                    <a:pt x="2554691" y="489878"/>
                  </a:lnTo>
                  <a:lnTo>
                    <a:pt x="2555763" y="489230"/>
                  </a:lnTo>
                  <a:lnTo>
                    <a:pt x="2556834" y="488582"/>
                  </a:lnTo>
                  <a:lnTo>
                    <a:pt x="2557906" y="487937"/>
                  </a:lnTo>
                  <a:lnTo>
                    <a:pt x="2558977" y="487292"/>
                  </a:lnTo>
                  <a:lnTo>
                    <a:pt x="2560049" y="486650"/>
                  </a:lnTo>
                  <a:lnTo>
                    <a:pt x="2561121" y="486008"/>
                  </a:lnTo>
                  <a:lnTo>
                    <a:pt x="2562192" y="485369"/>
                  </a:lnTo>
                  <a:lnTo>
                    <a:pt x="2563264" y="484730"/>
                  </a:lnTo>
                  <a:lnTo>
                    <a:pt x="2564335" y="484094"/>
                  </a:lnTo>
                  <a:lnTo>
                    <a:pt x="2565407" y="483458"/>
                  </a:lnTo>
                  <a:lnTo>
                    <a:pt x="2566479" y="482825"/>
                  </a:lnTo>
                  <a:lnTo>
                    <a:pt x="2567550" y="482192"/>
                  </a:lnTo>
                  <a:lnTo>
                    <a:pt x="2568622" y="481561"/>
                  </a:lnTo>
                  <a:lnTo>
                    <a:pt x="2569693" y="480932"/>
                  </a:lnTo>
                  <a:lnTo>
                    <a:pt x="2570765" y="480304"/>
                  </a:lnTo>
                  <a:lnTo>
                    <a:pt x="2571837" y="479678"/>
                  </a:lnTo>
                  <a:lnTo>
                    <a:pt x="2572908" y="479053"/>
                  </a:lnTo>
                  <a:lnTo>
                    <a:pt x="2573980" y="478430"/>
                  </a:lnTo>
                  <a:lnTo>
                    <a:pt x="2575051" y="477808"/>
                  </a:lnTo>
                  <a:lnTo>
                    <a:pt x="2576123" y="477187"/>
                  </a:lnTo>
                  <a:lnTo>
                    <a:pt x="2577195" y="476568"/>
                  </a:lnTo>
                  <a:lnTo>
                    <a:pt x="2578266" y="475950"/>
                  </a:lnTo>
                  <a:lnTo>
                    <a:pt x="2579338" y="475334"/>
                  </a:lnTo>
                  <a:lnTo>
                    <a:pt x="2580409" y="474720"/>
                  </a:lnTo>
                  <a:lnTo>
                    <a:pt x="2581481" y="474107"/>
                  </a:lnTo>
                  <a:lnTo>
                    <a:pt x="2582553" y="473495"/>
                  </a:lnTo>
                  <a:lnTo>
                    <a:pt x="2583624" y="472884"/>
                  </a:lnTo>
                  <a:lnTo>
                    <a:pt x="2584696" y="472276"/>
                  </a:lnTo>
                  <a:lnTo>
                    <a:pt x="2585767" y="471668"/>
                  </a:lnTo>
                  <a:lnTo>
                    <a:pt x="2586839" y="471062"/>
                  </a:lnTo>
                  <a:lnTo>
                    <a:pt x="2587911" y="470458"/>
                  </a:lnTo>
                  <a:lnTo>
                    <a:pt x="2588982" y="469855"/>
                  </a:lnTo>
                  <a:lnTo>
                    <a:pt x="2590054" y="469253"/>
                  </a:lnTo>
                  <a:lnTo>
                    <a:pt x="2591125" y="468653"/>
                  </a:lnTo>
                  <a:lnTo>
                    <a:pt x="2592197" y="468054"/>
                  </a:lnTo>
                  <a:lnTo>
                    <a:pt x="2593269" y="467456"/>
                  </a:lnTo>
                  <a:lnTo>
                    <a:pt x="2594340" y="466861"/>
                  </a:lnTo>
                  <a:lnTo>
                    <a:pt x="2595412" y="466266"/>
                  </a:lnTo>
                  <a:lnTo>
                    <a:pt x="2596483" y="465673"/>
                  </a:lnTo>
                  <a:lnTo>
                    <a:pt x="2597555" y="465081"/>
                  </a:lnTo>
                  <a:lnTo>
                    <a:pt x="2598627" y="464491"/>
                  </a:lnTo>
                  <a:lnTo>
                    <a:pt x="2599698" y="463902"/>
                  </a:lnTo>
                  <a:lnTo>
                    <a:pt x="2600770" y="463315"/>
                  </a:lnTo>
                  <a:lnTo>
                    <a:pt x="2601841" y="462729"/>
                  </a:lnTo>
                  <a:lnTo>
                    <a:pt x="2602913" y="462144"/>
                  </a:lnTo>
                  <a:lnTo>
                    <a:pt x="2603985" y="461561"/>
                  </a:lnTo>
                  <a:lnTo>
                    <a:pt x="2605056" y="460979"/>
                  </a:lnTo>
                  <a:lnTo>
                    <a:pt x="2606128" y="460398"/>
                  </a:lnTo>
                  <a:lnTo>
                    <a:pt x="2607199" y="459819"/>
                  </a:lnTo>
                  <a:lnTo>
                    <a:pt x="2608271" y="459242"/>
                  </a:lnTo>
                  <a:lnTo>
                    <a:pt x="2609343" y="458665"/>
                  </a:lnTo>
                  <a:lnTo>
                    <a:pt x="2610414" y="458090"/>
                  </a:lnTo>
                  <a:lnTo>
                    <a:pt x="2611486" y="457517"/>
                  </a:lnTo>
                  <a:lnTo>
                    <a:pt x="2612557" y="456945"/>
                  </a:lnTo>
                  <a:lnTo>
                    <a:pt x="2613629" y="456374"/>
                  </a:lnTo>
                  <a:lnTo>
                    <a:pt x="2614701" y="455805"/>
                  </a:lnTo>
                  <a:lnTo>
                    <a:pt x="2615772" y="455236"/>
                  </a:lnTo>
                  <a:lnTo>
                    <a:pt x="2616844" y="454670"/>
                  </a:lnTo>
                  <a:lnTo>
                    <a:pt x="2617915" y="454105"/>
                  </a:lnTo>
                  <a:lnTo>
                    <a:pt x="2618987" y="453541"/>
                  </a:lnTo>
                  <a:lnTo>
                    <a:pt x="2620059" y="452978"/>
                  </a:lnTo>
                  <a:lnTo>
                    <a:pt x="2621130" y="452417"/>
                  </a:lnTo>
                  <a:lnTo>
                    <a:pt x="2622202" y="451857"/>
                  </a:lnTo>
                  <a:lnTo>
                    <a:pt x="2623273" y="451298"/>
                  </a:lnTo>
                  <a:lnTo>
                    <a:pt x="2624345" y="450741"/>
                  </a:lnTo>
                  <a:lnTo>
                    <a:pt x="2625417" y="450186"/>
                  </a:lnTo>
                  <a:lnTo>
                    <a:pt x="2626488" y="449631"/>
                  </a:lnTo>
                  <a:lnTo>
                    <a:pt x="2627560" y="449078"/>
                  </a:lnTo>
                  <a:lnTo>
                    <a:pt x="2628631" y="448526"/>
                  </a:lnTo>
                  <a:lnTo>
                    <a:pt x="2629703" y="447976"/>
                  </a:lnTo>
                  <a:lnTo>
                    <a:pt x="2630775" y="447427"/>
                  </a:lnTo>
                  <a:lnTo>
                    <a:pt x="2631846" y="446879"/>
                  </a:lnTo>
                  <a:lnTo>
                    <a:pt x="2632918" y="446332"/>
                  </a:lnTo>
                  <a:lnTo>
                    <a:pt x="2633989" y="445787"/>
                  </a:lnTo>
                  <a:lnTo>
                    <a:pt x="2635061" y="445243"/>
                  </a:lnTo>
                  <a:lnTo>
                    <a:pt x="2636133" y="444701"/>
                  </a:lnTo>
                  <a:lnTo>
                    <a:pt x="2637204" y="444160"/>
                  </a:lnTo>
                  <a:lnTo>
                    <a:pt x="2638276" y="443620"/>
                  </a:lnTo>
                  <a:lnTo>
                    <a:pt x="2639347" y="443081"/>
                  </a:lnTo>
                  <a:lnTo>
                    <a:pt x="2640419" y="442544"/>
                  </a:lnTo>
                  <a:lnTo>
                    <a:pt x="2641491" y="442008"/>
                  </a:lnTo>
                  <a:lnTo>
                    <a:pt x="2642562" y="441473"/>
                  </a:lnTo>
                  <a:lnTo>
                    <a:pt x="2643634" y="440940"/>
                  </a:lnTo>
                  <a:lnTo>
                    <a:pt x="2644705" y="440408"/>
                  </a:lnTo>
                  <a:lnTo>
                    <a:pt x="2645777" y="439877"/>
                  </a:lnTo>
                  <a:lnTo>
                    <a:pt x="2646849" y="439348"/>
                  </a:lnTo>
                  <a:lnTo>
                    <a:pt x="2647920" y="438819"/>
                  </a:lnTo>
                  <a:lnTo>
                    <a:pt x="2648992" y="438293"/>
                  </a:lnTo>
                  <a:lnTo>
                    <a:pt x="2650063" y="437767"/>
                  </a:lnTo>
                  <a:lnTo>
                    <a:pt x="2651135" y="437243"/>
                  </a:lnTo>
                  <a:lnTo>
                    <a:pt x="2652207" y="436719"/>
                  </a:lnTo>
                  <a:lnTo>
                    <a:pt x="2653278" y="436198"/>
                  </a:lnTo>
                  <a:lnTo>
                    <a:pt x="2654350" y="435677"/>
                  </a:lnTo>
                  <a:lnTo>
                    <a:pt x="2655421" y="435158"/>
                  </a:lnTo>
                  <a:lnTo>
                    <a:pt x="2656493" y="434640"/>
                  </a:lnTo>
                  <a:lnTo>
                    <a:pt x="2657565" y="434123"/>
                  </a:lnTo>
                  <a:lnTo>
                    <a:pt x="2658636" y="433608"/>
                  </a:lnTo>
                  <a:lnTo>
                    <a:pt x="2659708" y="433093"/>
                  </a:lnTo>
                  <a:lnTo>
                    <a:pt x="2660779" y="432580"/>
                  </a:lnTo>
                  <a:lnTo>
                    <a:pt x="2661851" y="432069"/>
                  </a:lnTo>
                  <a:lnTo>
                    <a:pt x="2662922" y="431558"/>
                  </a:lnTo>
                  <a:lnTo>
                    <a:pt x="2663994" y="431049"/>
                  </a:lnTo>
                  <a:lnTo>
                    <a:pt x="2665066" y="430541"/>
                  </a:lnTo>
                  <a:lnTo>
                    <a:pt x="2666137" y="430034"/>
                  </a:lnTo>
                  <a:lnTo>
                    <a:pt x="2667209" y="429528"/>
                  </a:lnTo>
                  <a:lnTo>
                    <a:pt x="2668280" y="429024"/>
                  </a:lnTo>
                  <a:lnTo>
                    <a:pt x="2669352" y="428521"/>
                  </a:lnTo>
                  <a:lnTo>
                    <a:pt x="2670424" y="428019"/>
                  </a:lnTo>
                  <a:lnTo>
                    <a:pt x="2671495" y="427518"/>
                  </a:lnTo>
                  <a:lnTo>
                    <a:pt x="2672567" y="427019"/>
                  </a:lnTo>
                  <a:lnTo>
                    <a:pt x="2673638" y="426521"/>
                  </a:lnTo>
                  <a:lnTo>
                    <a:pt x="2674710" y="426024"/>
                  </a:lnTo>
                  <a:lnTo>
                    <a:pt x="2675782" y="425528"/>
                  </a:lnTo>
                  <a:lnTo>
                    <a:pt x="2676853" y="425033"/>
                  </a:lnTo>
                  <a:lnTo>
                    <a:pt x="2677925" y="424540"/>
                  </a:lnTo>
                  <a:lnTo>
                    <a:pt x="2678996" y="424048"/>
                  </a:lnTo>
                  <a:lnTo>
                    <a:pt x="2680068" y="423557"/>
                  </a:lnTo>
                  <a:lnTo>
                    <a:pt x="2681140" y="423067"/>
                  </a:lnTo>
                  <a:lnTo>
                    <a:pt x="2682211" y="422578"/>
                  </a:lnTo>
                  <a:lnTo>
                    <a:pt x="2683283" y="422091"/>
                  </a:lnTo>
                  <a:lnTo>
                    <a:pt x="2684354" y="421604"/>
                  </a:lnTo>
                  <a:lnTo>
                    <a:pt x="2685426" y="421119"/>
                  </a:lnTo>
                  <a:lnTo>
                    <a:pt x="2686498" y="420635"/>
                  </a:lnTo>
                  <a:lnTo>
                    <a:pt x="2687569" y="420153"/>
                  </a:lnTo>
                  <a:lnTo>
                    <a:pt x="2688641" y="419671"/>
                  </a:lnTo>
                  <a:lnTo>
                    <a:pt x="2689712" y="419190"/>
                  </a:lnTo>
                  <a:lnTo>
                    <a:pt x="2690784" y="418711"/>
                  </a:lnTo>
                  <a:lnTo>
                    <a:pt x="2691856" y="418233"/>
                  </a:lnTo>
                  <a:lnTo>
                    <a:pt x="2692927" y="417756"/>
                  </a:lnTo>
                  <a:lnTo>
                    <a:pt x="2693999" y="417280"/>
                  </a:lnTo>
                  <a:lnTo>
                    <a:pt x="2695070" y="416806"/>
                  </a:lnTo>
                  <a:lnTo>
                    <a:pt x="2696142" y="416332"/>
                  </a:lnTo>
                  <a:lnTo>
                    <a:pt x="2697214" y="415860"/>
                  </a:lnTo>
                  <a:lnTo>
                    <a:pt x="2698285" y="415389"/>
                  </a:lnTo>
                  <a:lnTo>
                    <a:pt x="2699357" y="414919"/>
                  </a:lnTo>
                  <a:lnTo>
                    <a:pt x="2700428" y="414450"/>
                  </a:lnTo>
                  <a:lnTo>
                    <a:pt x="2701500" y="413982"/>
                  </a:lnTo>
                  <a:lnTo>
                    <a:pt x="2702572" y="413515"/>
                  </a:lnTo>
                  <a:lnTo>
                    <a:pt x="2703643" y="413050"/>
                  </a:lnTo>
                  <a:lnTo>
                    <a:pt x="2704715" y="412585"/>
                  </a:lnTo>
                  <a:lnTo>
                    <a:pt x="2705786" y="412122"/>
                  </a:lnTo>
                  <a:lnTo>
                    <a:pt x="2706858" y="411660"/>
                  </a:lnTo>
                  <a:lnTo>
                    <a:pt x="2707930" y="411198"/>
                  </a:lnTo>
                  <a:lnTo>
                    <a:pt x="2709001" y="410738"/>
                  </a:lnTo>
                  <a:lnTo>
                    <a:pt x="2710073" y="410279"/>
                  </a:lnTo>
                  <a:lnTo>
                    <a:pt x="2711144" y="409822"/>
                  </a:lnTo>
                  <a:lnTo>
                    <a:pt x="2712216" y="409365"/>
                  </a:lnTo>
                  <a:lnTo>
                    <a:pt x="2713288" y="408909"/>
                  </a:lnTo>
                  <a:lnTo>
                    <a:pt x="2714359" y="408455"/>
                  </a:lnTo>
                  <a:lnTo>
                    <a:pt x="2715431" y="408001"/>
                  </a:lnTo>
                  <a:lnTo>
                    <a:pt x="2716502" y="407549"/>
                  </a:lnTo>
                  <a:lnTo>
                    <a:pt x="2717574" y="407098"/>
                  </a:lnTo>
                  <a:lnTo>
                    <a:pt x="2718646" y="406648"/>
                  </a:lnTo>
                  <a:lnTo>
                    <a:pt x="2719717" y="406198"/>
                  </a:lnTo>
                  <a:lnTo>
                    <a:pt x="2720789" y="405750"/>
                  </a:lnTo>
                  <a:lnTo>
                    <a:pt x="2721860" y="405303"/>
                  </a:lnTo>
                  <a:lnTo>
                    <a:pt x="2722932" y="404857"/>
                  </a:lnTo>
                  <a:lnTo>
                    <a:pt x="2724004" y="404413"/>
                  </a:lnTo>
                  <a:lnTo>
                    <a:pt x="2725075" y="403969"/>
                  </a:lnTo>
                  <a:lnTo>
                    <a:pt x="2726147" y="403526"/>
                  </a:lnTo>
                  <a:lnTo>
                    <a:pt x="2727218" y="403084"/>
                  </a:lnTo>
                  <a:lnTo>
                    <a:pt x="2728290" y="402644"/>
                  </a:lnTo>
                  <a:lnTo>
                    <a:pt x="2729362" y="402204"/>
                  </a:lnTo>
                  <a:lnTo>
                    <a:pt x="2730433" y="401765"/>
                  </a:lnTo>
                  <a:lnTo>
                    <a:pt x="2731505" y="401328"/>
                  </a:lnTo>
                  <a:lnTo>
                    <a:pt x="2732576" y="400891"/>
                  </a:lnTo>
                  <a:lnTo>
                    <a:pt x="2733648" y="400456"/>
                  </a:lnTo>
                  <a:lnTo>
                    <a:pt x="2734720" y="400021"/>
                  </a:lnTo>
                  <a:lnTo>
                    <a:pt x="2735791" y="399588"/>
                  </a:lnTo>
                  <a:lnTo>
                    <a:pt x="2736863" y="399156"/>
                  </a:lnTo>
                  <a:lnTo>
                    <a:pt x="2737934" y="398724"/>
                  </a:lnTo>
                  <a:lnTo>
                    <a:pt x="2739006" y="398294"/>
                  </a:lnTo>
                  <a:lnTo>
                    <a:pt x="2740078" y="397864"/>
                  </a:lnTo>
                  <a:lnTo>
                    <a:pt x="2741149" y="397436"/>
                  </a:lnTo>
                  <a:lnTo>
                    <a:pt x="2742221" y="397009"/>
                  </a:lnTo>
                  <a:lnTo>
                    <a:pt x="2743292" y="396582"/>
                  </a:lnTo>
                  <a:lnTo>
                    <a:pt x="2744364" y="396157"/>
                  </a:lnTo>
                  <a:lnTo>
                    <a:pt x="2745436" y="395732"/>
                  </a:lnTo>
                  <a:lnTo>
                    <a:pt x="2746507" y="395309"/>
                  </a:lnTo>
                  <a:lnTo>
                    <a:pt x="2747579" y="394886"/>
                  </a:lnTo>
                  <a:lnTo>
                    <a:pt x="2748650" y="394465"/>
                  </a:lnTo>
                  <a:lnTo>
                    <a:pt x="2749722" y="394045"/>
                  </a:lnTo>
                  <a:lnTo>
                    <a:pt x="2750794" y="393625"/>
                  </a:lnTo>
                  <a:lnTo>
                    <a:pt x="2751865" y="393206"/>
                  </a:lnTo>
                  <a:lnTo>
                    <a:pt x="2752937" y="392789"/>
                  </a:lnTo>
                  <a:lnTo>
                    <a:pt x="2754008" y="392372"/>
                  </a:lnTo>
                  <a:lnTo>
                    <a:pt x="2755080" y="391957"/>
                  </a:lnTo>
                  <a:lnTo>
                    <a:pt x="2756152" y="391542"/>
                  </a:lnTo>
                  <a:lnTo>
                    <a:pt x="2757223" y="391128"/>
                  </a:lnTo>
                  <a:lnTo>
                    <a:pt x="2758295" y="390715"/>
                  </a:lnTo>
                  <a:lnTo>
                    <a:pt x="2759366" y="390304"/>
                  </a:lnTo>
                  <a:lnTo>
                    <a:pt x="2760438" y="389893"/>
                  </a:lnTo>
                  <a:lnTo>
                    <a:pt x="2761510" y="389483"/>
                  </a:lnTo>
                  <a:lnTo>
                    <a:pt x="2762581" y="389074"/>
                  </a:lnTo>
                  <a:lnTo>
                    <a:pt x="2763653" y="388666"/>
                  </a:lnTo>
                  <a:lnTo>
                    <a:pt x="2764724" y="388258"/>
                  </a:lnTo>
                  <a:lnTo>
                    <a:pt x="2765796" y="387852"/>
                  </a:lnTo>
                  <a:lnTo>
                    <a:pt x="2766868" y="387447"/>
                  </a:lnTo>
                  <a:lnTo>
                    <a:pt x="2767939" y="387042"/>
                  </a:lnTo>
                  <a:lnTo>
                    <a:pt x="2769011" y="386639"/>
                  </a:lnTo>
                  <a:lnTo>
                    <a:pt x="2770082" y="386236"/>
                  </a:lnTo>
                  <a:lnTo>
                    <a:pt x="2771154" y="385834"/>
                  </a:lnTo>
                  <a:lnTo>
                    <a:pt x="2772226" y="385434"/>
                  </a:lnTo>
                  <a:lnTo>
                    <a:pt x="2773297" y="385034"/>
                  </a:lnTo>
                  <a:lnTo>
                    <a:pt x="2774369" y="384635"/>
                  </a:lnTo>
                  <a:lnTo>
                    <a:pt x="2775440" y="384237"/>
                  </a:lnTo>
                  <a:lnTo>
                    <a:pt x="2776512" y="383839"/>
                  </a:lnTo>
                  <a:lnTo>
                    <a:pt x="2777584" y="383443"/>
                  </a:lnTo>
                  <a:lnTo>
                    <a:pt x="2778655" y="383048"/>
                  </a:lnTo>
                  <a:lnTo>
                    <a:pt x="2779727" y="382653"/>
                  </a:lnTo>
                  <a:lnTo>
                    <a:pt x="2780798" y="382259"/>
                  </a:lnTo>
                  <a:lnTo>
                    <a:pt x="2781870" y="381866"/>
                  </a:lnTo>
                  <a:lnTo>
                    <a:pt x="2782942" y="381474"/>
                  </a:lnTo>
                  <a:lnTo>
                    <a:pt x="2784013" y="381083"/>
                  </a:lnTo>
                  <a:lnTo>
                    <a:pt x="2785085" y="380693"/>
                  </a:lnTo>
                  <a:lnTo>
                    <a:pt x="2786156" y="380304"/>
                  </a:lnTo>
                  <a:lnTo>
                    <a:pt x="2787228" y="379915"/>
                  </a:lnTo>
                  <a:lnTo>
                    <a:pt x="2788300" y="379527"/>
                  </a:lnTo>
                  <a:lnTo>
                    <a:pt x="2789371" y="379140"/>
                  </a:lnTo>
                  <a:lnTo>
                    <a:pt x="2790443" y="378754"/>
                  </a:lnTo>
                  <a:lnTo>
                    <a:pt x="2791514" y="378369"/>
                  </a:lnTo>
                  <a:lnTo>
                    <a:pt x="2792586" y="377985"/>
                  </a:lnTo>
                  <a:lnTo>
                    <a:pt x="2793658" y="377601"/>
                  </a:lnTo>
                  <a:lnTo>
                    <a:pt x="2794729" y="377219"/>
                  </a:lnTo>
                  <a:lnTo>
                    <a:pt x="2795801" y="376837"/>
                  </a:lnTo>
                  <a:lnTo>
                    <a:pt x="2796872" y="376456"/>
                  </a:lnTo>
                  <a:lnTo>
                    <a:pt x="2797944" y="376075"/>
                  </a:lnTo>
                  <a:lnTo>
                    <a:pt x="2799016" y="375696"/>
                  </a:lnTo>
                  <a:lnTo>
                    <a:pt x="2800087" y="375317"/>
                  </a:lnTo>
                  <a:lnTo>
                    <a:pt x="2801159" y="374939"/>
                  </a:lnTo>
                  <a:lnTo>
                    <a:pt x="2802230" y="374562"/>
                  </a:lnTo>
                  <a:lnTo>
                    <a:pt x="2803302" y="374186"/>
                  </a:lnTo>
                  <a:lnTo>
                    <a:pt x="2804374" y="373811"/>
                  </a:lnTo>
                  <a:lnTo>
                    <a:pt x="2805445" y="373436"/>
                  </a:lnTo>
                  <a:lnTo>
                    <a:pt x="2806517" y="373062"/>
                  </a:lnTo>
                  <a:lnTo>
                    <a:pt x="2807588" y="372689"/>
                  </a:lnTo>
                  <a:lnTo>
                    <a:pt x="2808660" y="372317"/>
                  </a:lnTo>
                  <a:lnTo>
                    <a:pt x="2809732" y="371945"/>
                  </a:lnTo>
                  <a:lnTo>
                    <a:pt x="2810803" y="371574"/>
                  </a:lnTo>
                  <a:lnTo>
                    <a:pt x="2811875" y="371204"/>
                  </a:lnTo>
                  <a:lnTo>
                    <a:pt x="2812946" y="370835"/>
                  </a:lnTo>
                  <a:lnTo>
                    <a:pt x="2814018" y="370466"/>
                  </a:lnTo>
                  <a:lnTo>
                    <a:pt x="2815090" y="370099"/>
                  </a:lnTo>
                  <a:lnTo>
                    <a:pt x="2816161" y="369732"/>
                  </a:lnTo>
                  <a:lnTo>
                    <a:pt x="2817233" y="369365"/>
                  </a:lnTo>
                  <a:lnTo>
                    <a:pt x="2818304" y="369000"/>
                  </a:lnTo>
                  <a:lnTo>
                    <a:pt x="2819376" y="368635"/>
                  </a:lnTo>
                  <a:lnTo>
                    <a:pt x="2820448" y="368271"/>
                  </a:lnTo>
                  <a:lnTo>
                    <a:pt x="2821519" y="367908"/>
                  </a:lnTo>
                  <a:lnTo>
                    <a:pt x="2822591" y="367545"/>
                  </a:lnTo>
                  <a:lnTo>
                    <a:pt x="2823662" y="367183"/>
                  </a:lnTo>
                  <a:lnTo>
                    <a:pt x="2824734" y="366822"/>
                  </a:lnTo>
                  <a:lnTo>
                    <a:pt x="2825806" y="366462"/>
                  </a:lnTo>
                  <a:lnTo>
                    <a:pt x="2826877" y="366102"/>
                  </a:lnTo>
                  <a:lnTo>
                    <a:pt x="2827949" y="365743"/>
                  </a:lnTo>
                  <a:lnTo>
                    <a:pt x="2829020" y="365385"/>
                  </a:lnTo>
                  <a:lnTo>
                    <a:pt x="2830092" y="365027"/>
                  </a:lnTo>
                  <a:lnTo>
                    <a:pt x="2831164" y="364670"/>
                  </a:lnTo>
                  <a:lnTo>
                    <a:pt x="2832235" y="364314"/>
                  </a:lnTo>
                  <a:lnTo>
                    <a:pt x="2833307" y="363959"/>
                  </a:lnTo>
                  <a:lnTo>
                    <a:pt x="2834378" y="363604"/>
                  </a:lnTo>
                  <a:lnTo>
                    <a:pt x="2835450" y="363250"/>
                  </a:lnTo>
                  <a:lnTo>
                    <a:pt x="2836522" y="362896"/>
                  </a:lnTo>
                  <a:lnTo>
                    <a:pt x="2837593" y="362543"/>
                  </a:lnTo>
                  <a:lnTo>
                    <a:pt x="2838665" y="362191"/>
                  </a:lnTo>
                  <a:lnTo>
                    <a:pt x="2839736" y="361840"/>
                  </a:lnTo>
                  <a:lnTo>
                    <a:pt x="2840808" y="361489"/>
                  </a:lnTo>
                  <a:lnTo>
                    <a:pt x="2841879" y="361139"/>
                  </a:lnTo>
                  <a:lnTo>
                    <a:pt x="2842951" y="360789"/>
                  </a:lnTo>
                  <a:lnTo>
                    <a:pt x="2844023" y="360441"/>
                  </a:lnTo>
                  <a:lnTo>
                    <a:pt x="2845094" y="360092"/>
                  </a:lnTo>
                  <a:lnTo>
                    <a:pt x="2846166" y="359745"/>
                  </a:lnTo>
                  <a:lnTo>
                    <a:pt x="2847237" y="359398"/>
                  </a:lnTo>
                  <a:lnTo>
                    <a:pt x="2848309" y="359052"/>
                  </a:lnTo>
                  <a:lnTo>
                    <a:pt x="2849381" y="358706"/>
                  </a:lnTo>
                  <a:lnTo>
                    <a:pt x="2850452" y="358361"/>
                  </a:lnTo>
                  <a:lnTo>
                    <a:pt x="2851524" y="358017"/>
                  </a:lnTo>
                  <a:lnTo>
                    <a:pt x="2852595" y="357673"/>
                  </a:lnTo>
                  <a:lnTo>
                    <a:pt x="2853667" y="357330"/>
                  </a:lnTo>
                  <a:lnTo>
                    <a:pt x="2854739" y="356987"/>
                  </a:lnTo>
                  <a:lnTo>
                    <a:pt x="2855810" y="356646"/>
                  </a:lnTo>
                  <a:lnTo>
                    <a:pt x="2856882" y="356304"/>
                  </a:lnTo>
                  <a:lnTo>
                    <a:pt x="2857953" y="355964"/>
                  </a:lnTo>
                  <a:lnTo>
                    <a:pt x="2859025" y="355624"/>
                  </a:lnTo>
                  <a:lnTo>
                    <a:pt x="2860097" y="355284"/>
                  </a:lnTo>
                  <a:lnTo>
                    <a:pt x="2861168" y="354945"/>
                  </a:lnTo>
                  <a:lnTo>
                    <a:pt x="2862240" y="354607"/>
                  </a:lnTo>
                  <a:lnTo>
                    <a:pt x="2863311" y="354269"/>
                  </a:lnTo>
                  <a:lnTo>
                    <a:pt x="2864383" y="353932"/>
                  </a:lnTo>
                  <a:lnTo>
                    <a:pt x="2865455" y="353595"/>
                  </a:lnTo>
                  <a:lnTo>
                    <a:pt x="2866526" y="353259"/>
                  </a:lnTo>
                  <a:lnTo>
                    <a:pt x="2867598" y="352924"/>
                  </a:lnTo>
                  <a:lnTo>
                    <a:pt x="2868669" y="352589"/>
                  </a:lnTo>
                  <a:lnTo>
                    <a:pt x="2869741" y="352255"/>
                  </a:lnTo>
                  <a:lnTo>
                    <a:pt x="2870813" y="351921"/>
                  </a:lnTo>
                  <a:lnTo>
                    <a:pt x="2871884" y="351588"/>
                  </a:lnTo>
                  <a:lnTo>
                    <a:pt x="2872956" y="351255"/>
                  </a:lnTo>
                  <a:lnTo>
                    <a:pt x="2874027" y="350923"/>
                  </a:lnTo>
                  <a:lnTo>
                    <a:pt x="2875099" y="350591"/>
                  </a:lnTo>
                  <a:lnTo>
                    <a:pt x="2876171" y="350260"/>
                  </a:lnTo>
                  <a:lnTo>
                    <a:pt x="2877242" y="349930"/>
                  </a:lnTo>
                  <a:lnTo>
                    <a:pt x="2878314" y="349600"/>
                  </a:lnTo>
                  <a:lnTo>
                    <a:pt x="2879385" y="349271"/>
                  </a:lnTo>
                  <a:lnTo>
                    <a:pt x="2880457" y="348942"/>
                  </a:lnTo>
                  <a:lnTo>
                    <a:pt x="2881529" y="348613"/>
                  </a:lnTo>
                  <a:lnTo>
                    <a:pt x="2882600" y="348285"/>
                  </a:lnTo>
                  <a:lnTo>
                    <a:pt x="2883672" y="347958"/>
                  </a:lnTo>
                  <a:lnTo>
                    <a:pt x="2884743" y="347631"/>
                  </a:lnTo>
                  <a:lnTo>
                    <a:pt x="2885815" y="347305"/>
                  </a:lnTo>
                  <a:lnTo>
                    <a:pt x="2886887" y="346979"/>
                  </a:lnTo>
                  <a:lnTo>
                    <a:pt x="2887958" y="346653"/>
                  </a:lnTo>
                  <a:lnTo>
                    <a:pt x="2889030" y="346329"/>
                  </a:lnTo>
                  <a:lnTo>
                    <a:pt x="2890101" y="346004"/>
                  </a:lnTo>
                  <a:lnTo>
                    <a:pt x="2891173" y="345680"/>
                  </a:lnTo>
                  <a:lnTo>
                    <a:pt x="2892245" y="345357"/>
                  </a:lnTo>
                  <a:lnTo>
                    <a:pt x="2893316" y="345034"/>
                  </a:lnTo>
                  <a:lnTo>
                    <a:pt x="2894388" y="344711"/>
                  </a:lnTo>
                  <a:lnTo>
                    <a:pt x="2895459" y="344389"/>
                  </a:lnTo>
                  <a:lnTo>
                    <a:pt x="2896531" y="344068"/>
                  </a:lnTo>
                  <a:lnTo>
                    <a:pt x="2897603" y="343747"/>
                  </a:lnTo>
                  <a:lnTo>
                    <a:pt x="2898674" y="343426"/>
                  </a:lnTo>
                  <a:lnTo>
                    <a:pt x="2899746" y="343106"/>
                  </a:lnTo>
                  <a:lnTo>
                    <a:pt x="2900817" y="342786"/>
                  </a:lnTo>
                  <a:lnTo>
                    <a:pt x="2901889" y="342467"/>
                  </a:lnTo>
                  <a:lnTo>
                    <a:pt x="2902961" y="342148"/>
                  </a:lnTo>
                  <a:lnTo>
                    <a:pt x="2904032" y="341830"/>
                  </a:lnTo>
                  <a:lnTo>
                    <a:pt x="2905104" y="341512"/>
                  </a:lnTo>
                  <a:lnTo>
                    <a:pt x="2906175" y="341194"/>
                  </a:lnTo>
                  <a:lnTo>
                    <a:pt x="2907247" y="340877"/>
                  </a:lnTo>
                  <a:lnTo>
                    <a:pt x="2908319" y="340560"/>
                  </a:lnTo>
                  <a:lnTo>
                    <a:pt x="2909390" y="340244"/>
                  </a:lnTo>
                  <a:lnTo>
                    <a:pt x="2910462" y="339928"/>
                  </a:lnTo>
                  <a:lnTo>
                    <a:pt x="2911533" y="339613"/>
                  </a:lnTo>
                  <a:lnTo>
                    <a:pt x="2912605" y="339298"/>
                  </a:lnTo>
                  <a:lnTo>
                    <a:pt x="2913677" y="338983"/>
                  </a:lnTo>
                  <a:lnTo>
                    <a:pt x="2914748" y="338669"/>
                  </a:lnTo>
                  <a:lnTo>
                    <a:pt x="2915820" y="338355"/>
                  </a:lnTo>
                  <a:lnTo>
                    <a:pt x="2916891" y="338042"/>
                  </a:lnTo>
                  <a:lnTo>
                    <a:pt x="2917963" y="337729"/>
                  </a:lnTo>
                  <a:lnTo>
                    <a:pt x="2919035" y="337416"/>
                  </a:lnTo>
                  <a:lnTo>
                    <a:pt x="2920106" y="337104"/>
                  </a:lnTo>
                  <a:lnTo>
                    <a:pt x="2921178" y="336792"/>
                  </a:lnTo>
                  <a:lnTo>
                    <a:pt x="2922249" y="336480"/>
                  </a:lnTo>
                  <a:lnTo>
                    <a:pt x="2923321" y="336169"/>
                  </a:lnTo>
                  <a:lnTo>
                    <a:pt x="2924393" y="335858"/>
                  </a:lnTo>
                  <a:lnTo>
                    <a:pt x="2925464" y="335548"/>
                  </a:lnTo>
                  <a:lnTo>
                    <a:pt x="2926536" y="335238"/>
                  </a:lnTo>
                  <a:lnTo>
                    <a:pt x="2927607" y="334928"/>
                  </a:lnTo>
                  <a:lnTo>
                    <a:pt x="2928679" y="334618"/>
                  </a:lnTo>
                  <a:lnTo>
                    <a:pt x="2929751" y="334309"/>
                  </a:lnTo>
                  <a:lnTo>
                    <a:pt x="2930822" y="334001"/>
                  </a:lnTo>
                  <a:lnTo>
                    <a:pt x="2931894" y="333692"/>
                  </a:lnTo>
                  <a:lnTo>
                    <a:pt x="2932965" y="333384"/>
                  </a:lnTo>
                  <a:lnTo>
                    <a:pt x="2934037" y="333077"/>
                  </a:lnTo>
                  <a:lnTo>
                    <a:pt x="2935109" y="332769"/>
                  </a:lnTo>
                  <a:lnTo>
                    <a:pt x="2936180" y="332462"/>
                  </a:lnTo>
                  <a:lnTo>
                    <a:pt x="2937252" y="332155"/>
                  </a:lnTo>
                  <a:lnTo>
                    <a:pt x="2938323" y="331849"/>
                  </a:lnTo>
                  <a:lnTo>
                    <a:pt x="2939395" y="331543"/>
                  </a:lnTo>
                  <a:lnTo>
                    <a:pt x="2940467" y="331237"/>
                  </a:lnTo>
                  <a:lnTo>
                    <a:pt x="2941538" y="330931"/>
                  </a:lnTo>
                  <a:lnTo>
                    <a:pt x="2942610" y="330626"/>
                  </a:lnTo>
                  <a:lnTo>
                    <a:pt x="2943681" y="330321"/>
                  </a:lnTo>
                  <a:lnTo>
                    <a:pt x="2944753" y="330017"/>
                  </a:lnTo>
                  <a:lnTo>
                    <a:pt x="2945825" y="329712"/>
                  </a:lnTo>
                  <a:lnTo>
                    <a:pt x="2946896" y="329408"/>
                  </a:lnTo>
                  <a:lnTo>
                    <a:pt x="2947968" y="329105"/>
                  </a:lnTo>
                  <a:lnTo>
                    <a:pt x="2949039" y="328801"/>
                  </a:lnTo>
                  <a:lnTo>
                    <a:pt x="2950111" y="328498"/>
                  </a:lnTo>
                  <a:lnTo>
                    <a:pt x="2951183" y="328195"/>
                  </a:lnTo>
                  <a:lnTo>
                    <a:pt x="2952254" y="327892"/>
                  </a:lnTo>
                  <a:lnTo>
                    <a:pt x="2953326" y="327590"/>
                  </a:lnTo>
                  <a:lnTo>
                    <a:pt x="2954397" y="327288"/>
                  </a:lnTo>
                  <a:lnTo>
                    <a:pt x="2955469" y="326986"/>
                  </a:lnTo>
                  <a:lnTo>
                    <a:pt x="2956541" y="326684"/>
                  </a:lnTo>
                  <a:lnTo>
                    <a:pt x="2957612" y="326383"/>
                  </a:lnTo>
                  <a:lnTo>
                    <a:pt x="2958684" y="326081"/>
                  </a:lnTo>
                  <a:lnTo>
                    <a:pt x="2959755" y="325781"/>
                  </a:lnTo>
                  <a:lnTo>
                    <a:pt x="2960827" y="325480"/>
                  </a:lnTo>
                  <a:lnTo>
                    <a:pt x="2961899" y="325179"/>
                  </a:lnTo>
                  <a:lnTo>
                    <a:pt x="2962970" y="324879"/>
                  </a:lnTo>
                  <a:lnTo>
                    <a:pt x="2964042" y="324579"/>
                  </a:lnTo>
                  <a:lnTo>
                    <a:pt x="2965113" y="324279"/>
                  </a:lnTo>
                  <a:lnTo>
                    <a:pt x="2966185" y="323980"/>
                  </a:lnTo>
                  <a:lnTo>
                    <a:pt x="2967257" y="323680"/>
                  </a:lnTo>
                  <a:lnTo>
                    <a:pt x="2968328" y="323381"/>
                  </a:lnTo>
                  <a:lnTo>
                    <a:pt x="2969400" y="323082"/>
                  </a:lnTo>
                  <a:lnTo>
                    <a:pt x="2970471" y="322783"/>
                  </a:lnTo>
                  <a:lnTo>
                    <a:pt x="2971543" y="322485"/>
                  </a:lnTo>
                  <a:lnTo>
                    <a:pt x="2972615" y="322187"/>
                  </a:lnTo>
                  <a:lnTo>
                    <a:pt x="2973686" y="321888"/>
                  </a:lnTo>
                  <a:lnTo>
                    <a:pt x="2974758" y="321590"/>
                  </a:lnTo>
                  <a:lnTo>
                    <a:pt x="2975829" y="321293"/>
                  </a:lnTo>
                  <a:lnTo>
                    <a:pt x="2976901" y="320995"/>
                  </a:lnTo>
                  <a:lnTo>
                    <a:pt x="2977973" y="320697"/>
                  </a:lnTo>
                  <a:lnTo>
                    <a:pt x="2979044" y="320400"/>
                  </a:lnTo>
                  <a:lnTo>
                    <a:pt x="2980116" y="320103"/>
                  </a:lnTo>
                  <a:lnTo>
                    <a:pt x="2981187" y="319806"/>
                  </a:lnTo>
                  <a:lnTo>
                    <a:pt x="2982259" y="319509"/>
                  </a:lnTo>
                  <a:lnTo>
                    <a:pt x="2983331" y="319213"/>
                  </a:lnTo>
                  <a:lnTo>
                    <a:pt x="2984402" y="318916"/>
                  </a:lnTo>
                  <a:lnTo>
                    <a:pt x="2985474" y="318620"/>
                  </a:lnTo>
                  <a:lnTo>
                    <a:pt x="2986545" y="318324"/>
                  </a:lnTo>
                  <a:lnTo>
                    <a:pt x="2987617" y="318028"/>
                  </a:lnTo>
                  <a:lnTo>
                    <a:pt x="2988689" y="317732"/>
                  </a:lnTo>
                  <a:lnTo>
                    <a:pt x="2989760" y="317436"/>
                  </a:lnTo>
                  <a:lnTo>
                    <a:pt x="2990832" y="317140"/>
                  </a:lnTo>
                  <a:lnTo>
                    <a:pt x="2991903" y="316845"/>
                  </a:lnTo>
                  <a:lnTo>
                    <a:pt x="2992975" y="316549"/>
                  </a:lnTo>
                  <a:lnTo>
                    <a:pt x="2994047" y="316254"/>
                  </a:lnTo>
                  <a:lnTo>
                    <a:pt x="2995118" y="315959"/>
                  </a:lnTo>
                  <a:lnTo>
                    <a:pt x="2996190" y="315664"/>
                  </a:lnTo>
                  <a:lnTo>
                    <a:pt x="2997261" y="315369"/>
                  </a:lnTo>
                  <a:lnTo>
                    <a:pt x="2998333" y="315074"/>
                  </a:lnTo>
                  <a:lnTo>
                    <a:pt x="2999405" y="314779"/>
                  </a:lnTo>
                  <a:lnTo>
                    <a:pt x="3000476" y="314484"/>
                  </a:lnTo>
                  <a:lnTo>
                    <a:pt x="3001548" y="314190"/>
                  </a:lnTo>
                  <a:lnTo>
                    <a:pt x="3002619" y="313895"/>
                  </a:lnTo>
                  <a:lnTo>
                    <a:pt x="3003691" y="313601"/>
                  </a:lnTo>
                  <a:lnTo>
                    <a:pt x="3004763" y="313307"/>
                  </a:lnTo>
                  <a:lnTo>
                    <a:pt x="3005834" y="313012"/>
                  </a:lnTo>
                  <a:lnTo>
                    <a:pt x="3006906" y="312718"/>
                  </a:lnTo>
                  <a:lnTo>
                    <a:pt x="3007977" y="312424"/>
                  </a:lnTo>
                  <a:lnTo>
                    <a:pt x="3009049" y="312130"/>
                  </a:lnTo>
                  <a:lnTo>
                    <a:pt x="3010121" y="311836"/>
                  </a:lnTo>
                  <a:lnTo>
                    <a:pt x="3011192" y="311542"/>
                  </a:lnTo>
                  <a:lnTo>
                    <a:pt x="3012264" y="311248"/>
                  </a:lnTo>
                  <a:lnTo>
                    <a:pt x="3013335" y="310955"/>
                  </a:lnTo>
                  <a:lnTo>
                    <a:pt x="3014407" y="310661"/>
                  </a:lnTo>
                  <a:lnTo>
                    <a:pt x="3015479" y="310367"/>
                  </a:lnTo>
                  <a:lnTo>
                    <a:pt x="3016550" y="310074"/>
                  </a:lnTo>
                  <a:lnTo>
                    <a:pt x="3017622" y="309780"/>
                  </a:lnTo>
                  <a:lnTo>
                    <a:pt x="3018693" y="309486"/>
                  </a:lnTo>
                  <a:lnTo>
                    <a:pt x="3019765" y="309193"/>
                  </a:lnTo>
                  <a:lnTo>
                    <a:pt x="3020836" y="308899"/>
                  </a:lnTo>
                  <a:lnTo>
                    <a:pt x="3021908" y="308606"/>
                  </a:lnTo>
                  <a:lnTo>
                    <a:pt x="3022980" y="308312"/>
                  </a:lnTo>
                  <a:lnTo>
                    <a:pt x="3024051" y="308019"/>
                  </a:lnTo>
                  <a:lnTo>
                    <a:pt x="3025123" y="307725"/>
                  </a:lnTo>
                  <a:lnTo>
                    <a:pt x="3026194" y="307432"/>
                  </a:lnTo>
                  <a:lnTo>
                    <a:pt x="3027266" y="307138"/>
                  </a:lnTo>
                  <a:lnTo>
                    <a:pt x="3028338" y="306845"/>
                  </a:lnTo>
                  <a:lnTo>
                    <a:pt x="3029409" y="306551"/>
                  </a:lnTo>
                  <a:lnTo>
                    <a:pt x="3030481" y="306258"/>
                  </a:lnTo>
                  <a:lnTo>
                    <a:pt x="3031552" y="305964"/>
                  </a:lnTo>
                  <a:lnTo>
                    <a:pt x="3032624" y="305671"/>
                  </a:lnTo>
                  <a:lnTo>
                    <a:pt x="3033696" y="305377"/>
                  </a:lnTo>
                  <a:lnTo>
                    <a:pt x="3034767" y="305084"/>
                  </a:lnTo>
                  <a:lnTo>
                    <a:pt x="3035839" y="304790"/>
                  </a:lnTo>
                  <a:lnTo>
                    <a:pt x="3036910" y="304497"/>
                  </a:lnTo>
                  <a:lnTo>
                    <a:pt x="3037982" y="304203"/>
                  </a:lnTo>
                  <a:lnTo>
                    <a:pt x="3039054" y="303910"/>
                  </a:lnTo>
                  <a:lnTo>
                    <a:pt x="3040125" y="303616"/>
                  </a:lnTo>
                  <a:lnTo>
                    <a:pt x="3041197" y="303322"/>
                  </a:lnTo>
                  <a:lnTo>
                    <a:pt x="3042268" y="303028"/>
                  </a:lnTo>
                  <a:lnTo>
                    <a:pt x="3043340" y="302735"/>
                  </a:lnTo>
                  <a:lnTo>
                    <a:pt x="3044412" y="302441"/>
                  </a:lnTo>
                  <a:lnTo>
                    <a:pt x="3045483" y="302147"/>
                  </a:lnTo>
                  <a:lnTo>
                    <a:pt x="3046555" y="301853"/>
                  </a:lnTo>
                  <a:lnTo>
                    <a:pt x="3047626" y="301559"/>
                  </a:lnTo>
                  <a:lnTo>
                    <a:pt x="3048698" y="301265"/>
                  </a:lnTo>
                  <a:lnTo>
                    <a:pt x="3049770" y="300970"/>
                  </a:lnTo>
                  <a:lnTo>
                    <a:pt x="3050841" y="300676"/>
                  </a:lnTo>
                  <a:lnTo>
                    <a:pt x="3051913" y="300382"/>
                  </a:lnTo>
                  <a:lnTo>
                    <a:pt x="3052984" y="300087"/>
                  </a:lnTo>
                  <a:lnTo>
                    <a:pt x="3054056" y="299793"/>
                  </a:lnTo>
                  <a:lnTo>
                    <a:pt x="3055128" y="299498"/>
                  </a:lnTo>
                  <a:lnTo>
                    <a:pt x="3056199" y="299203"/>
                  </a:lnTo>
                  <a:lnTo>
                    <a:pt x="3057271" y="298909"/>
                  </a:lnTo>
                  <a:lnTo>
                    <a:pt x="3058342" y="298614"/>
                  </a:lnTo>
                  <a:lnTo>
                    <a:pt x="3059414" y="298319"/>
                  </a:lnTo>
                  <a:lnTo>
                    <a:pt x="3060486" y="298024"/>
                  </a:lnTo>
                  <a:lnTo>
                    <a:pt x="3061557" y="297728"/>
                  </a:lnTo>
                  <a:lnTo>
                    <a:pt x="3062629" y="297433"/>
                  </a:lnTo>
                  <a:lnTo>
                    <a:pt x="3063700" y="297138"/>
                  </a:lnTo>
                  <a:lnTo>
                    <a:pt x="3064772" y="296842"/>
                  </a:lnTo>
                  <a:lnTo>
                    <a:pt x="3065844" y="296546"/>
                  </a:lnTo>
                  <a:lnTo>
                    <a:pt x="3066915" y="296251"/>
                  </a:lnTo>
                  <a:lnTo>
                    <a:pt x="3067987" y="295955"/>
                  </a:lnTo>
                  <a:lnTo>
                    <a:pt x="3069058" y="295659"/>
                  </a:lnTo>
                  <a:lnTo>
                    <a:pt x="3070130" y="295362"/>
                  </a:lnTo>
                  <a:lnTo>
                    <a:pt x="3071202" y="295066"/>
                  </a:lnTo>
                  <a:lnTo>
                    <a:pt x="3072273" y="294770"/>
                  </a:lnTo>
                  <a:lnTo>
                    <a:pt x="3073345" y="294473"/>
                  </a:lnTo>
                  <a:lnTo>
                    <a:pt x="3074416" y="294176"/>
                  </a:lnTo>
                  <a:lnTo>
                    <a:pt x="3075488" y="293879"/>
                  </a:lnTo>
                  <a:lnTo>
                    <a:pt x="3076560" y="293582"/>
                  </a:lnTo>
                  <a:lnTo>
                    <a:pt x="3077631" y="293285"/>
                  </a:lnTo>
                  <a:lnTo>
                    <a:pt x="3078703" y="292987"/>
                  </a:lnTo>
                  <a:lnTo>
                    <a:pt x="3079774" y="292690"/>
                  </a:lnTo>
                  <a:lnTo>
                    <a:pt x="3080846" y="292392"/>
                  </a:lnTo>
                  <a:lnTo>
                    <a:pt x="3081918" y="292094"/>
                  </a:lnTo>
                  <a:lnTo>
                    <a:pt x="3082989" y="291796"/>
                  </a:lnTo>
                  <a:lnTo>
                    <a:pt x="3084061" y="291498"/>
                  </a:lnTo>
                  <a:lnTo>
                    <a:pt x="3085132" y="291199"/>
                  </a:lnTo>
                  <a:lnTo>
                    <a:pt x="3086204" y="290900"/>
                  </a:lnTo>
                  <a:lnTo>
                    <a:pt x="3087276" y="290601"/>
                  </a:lnTo>
                  <a:lnTo>
                    <a:pt x="3088347" y="290302"/>
                  </a:lnTo>
                  <a:lnTo>
                    <a:pt x="3089419" y="290003"/>
                  </a:lnTo>
                  <a:lnTo>
                    <a:pt x="3090490" y="289704"/>
                  </a:lnTo>
                  <a:lnTo>
                    <a:pt x="3091562" y="289404"/>
                  </a:lnTo>
                  <a:lnTo>
                    <a:pt x="3092634" y="289104"/>
                  </a:lnTo>
                  <a:lnTo>
                    <a:pt x="3093705" y="288804"/>
                  </a:lnTo>
                  <a:lnTo>
                    <a:pt x="3094777" y="288504"/>
                  </a:lnTo>
                  <a:lnTo>
                    <a:pt x="3095848" y="288203"/>
                  </a:lnTo>
                  <a:lnTo>
                    <a:pt x="3096920" y="287902"/>
                  </a:lnTo>
                  <a:lnTo>
                    <a:pt x="3097992" y="287601"/>
                  </a:lnTo>
                  <a:lnTo>
                    <a:pt x="3099063" y="287300"/>
                  </a:lnTo>
                  <a:lnTo>
                    <a:pt x="3100135" y="286999"/>
                  </a:lnTo>
                  <a:lnTo>
                    <a:pt x="3101206" y="286697"/>
                  </a:lnTo>
                  <a:lnTo>
                    <a:pt x="3102278" y="286395"/>
                  </a:lnTo>
                  <a:lnTo>
                    <a:pt x="3103350" y="286093"/>
                  </a:lnTo>
                  <a:lnTo>
                    <a:pt x="3104421" y="285790"/>
                  </a:lnTo>
                  <a:lnTo>
                    <a:pt x="3105493" y="285488"/>
                  </a:lnTo>
                  <a:lnTo>
                    <a:pt x="3106564" y="285185"/>
                  </a:lnTo>
                  <a:lnTo>
                    <a:pt x="3107636" y="284881"/>
                  </a:lnTo>
                  <a:lnTo>
                    <a:pt x="3108708" y="284578"/>
                  </a:lnTo>
                  <a:lnTo>
                    <a:pt x="3109779" y="284274"/>
                  </a:lnTo>
                  <a:lnTo>
                    <a:pt x="3110851" y="283970"/>
                  </a:lnTo>
                  <a:lnTo>
                    <a:pt x="3111922" y="283666"/>
                  </a:lnTo>
                  <a:lnTo>
                    <a:pt x="3112994" y="283362"/>
                  </a:lnTo>
                  <a:lnTo>
                    <a:pt x="3114066" y="283057"/>
                  </a:lnTo>
                  <a:lnTo>
                    <a:pt x="3115137" y="282752"/>
                  </a:lnTo>
                  <a:lnTo>
                    <a:pt x="3116209" y="282446"/>
                  </a:lnTo>
                  <a:lnTo>
                    <a:pt x="3117280" y="282141"/>
                  </a:lnTo>
                  <a:lnTo>
                    <a:pt x="3118352" y="281835"/>
                  </a:lnTo>
                  <a:lnTo>
                    <a:pt x="3119424" y="281528"/>
                  </a:lnTo>
                  <a:lnTo>
                    <a:pt x="3120495" y="281222"/>
                  </a:lnTo>
                  <a:lnTo>
                    <a:pt x="3121567" y="280915"/>
                  </a:lnTo>
                  <a:lnTo>
                    <a:pt x="3122638" y="280608"/>
                  </a:lnTo>
                  <a:lnTo>
                    <a:pt x="3123710" y="280301"/>
                  </a:lnTo>
                  <a:lnTo>
                    <a:pt x="3124782" y="279993"/>
                  </a:lnTo>
                  <a:lnTo>
                    <a:pt x="3125853" y="279685"/>
                  </a:lnTo>
                  <a:lnTo>
                    <a:pt x="3126925" y="279376"/>
                  </a:lnTo>
                  <a:lnTo>
                    <a:pt x="3127996" y="279068"/>
                  </a:lnTo>
                  <a:lnTo>
                    <a:pt x="3129068" y="278759"/>
                  </a:lnTo>
                  <a:lnTo>
                    <a:pt x="3130140" y="278449"/>
                  </a:lnTo>
                  <a:lnTo>
                    <a:pt x="3131211" y="278140"/>
                  </a:lnTo>
                  <a:lnTo>
                    <a:pt x="3132283" y="277830"/>
                  </a:lnTo>
                  <a:lnTo>
                    <a:pt x="3133354" y="277519"/>
                  </a:lnTo>
                  <a:lnTo>
                    <a:pt x="3134426" y="277209"/>
                  </a:lnTo>
                  <a:lnTo>
                    <a:pt x="3135498" y="276898"/>
                  </a:lnTo>
                  <a:lnTo>
                    <a:pt x="3136569" y="276586"/>
                  </a:lnTo>
                  <a:lnTo>
                    <a:pt x="3137641" y="276275"/>
                  </a:lnTo>
                  <a:lnTo>
                    <a:pt x="3138712" y="275963"/>
                  </a:lnTo>
                  <a:lnTo>
                    <a:pt x="3139784" y="275650"/>
                  </a:lnTo>
                  <a:lnTo>
                    <a:pt x="3140856" y="275338"/>
                  </a:lnTo>
                  <a:lnTo>
                    <a:pt x="3141927" y="275025"/>
                  </a:lnTo>
                  <a:lnTo>
                    <a:pt x="3142999" y="274711"/>
                  </a:lnTo>
                  <a:lnTo>
                    <a:pt x="3144070" y="274397"/>
                  </a:lnTo>
                  <a:lnTo>
                    <a:pt x="3145142" y="274083"/>
                  </a:lnTo>
                  <a:lnTo>
                    <a:pt x="3146214" y="273769"/>
                  </a:lnTo>
                  <a:lnTo>
                    <a:pt x="3147285" y="273454"/>
                  </a:lnTo>
                  <a:lnTo>
                    <a:pt x="3148357" y="273139"/>
                  </a:lnTo>
                  <a:lnTo>
                    <a:pt x="3149428" y="272824"/>
                  </a:lnTo>
                  <a:lnTo>
                    <a:pt x="3150500" y="272508"/>
                  </a:lnTo>
                  <a:lnTo>
                    <a:pt x="3151572" y="272192"/>
                  </a:lnTo>
                  <a:lnTo>
                    <a:pt x="3152643" y="271876"/>
                  </a:lnTo>
                  <a:lnTo>
                    <a:pt x="3153715" y="271559"/>
                  </a:lnTo>
                  <a:lnTo>
                    <a:pt x="3154786" y="271242"/>
                  </a:lnTo>
                  <a:lnTo>
                    <a:pt x="3155858" y="270925"/>
                  </a:lnTo>
                  <a:lnTo>
                    <a:pt x="3156930" y="270607"/>
                  </a:lnTo>
                  <a:lnTo>
                    <a:pt x="3158001" y="270289"/>
                  </a:lnTo>
                  <a:lnTo>
                    <a:pt x="3159073" y="269970"/>
                  </a:lnTo>
                  <a:lnTo>
                    <a:pt x="3160144" y="269652"/>
                  </a:lnTo>
                  <a:lnTo>
                    <a:pt x="3161216" y="269332"/>
                  </a:lnTo>
                  <a:lnTo>
                    <a:pt x="3162288" y="269013"/>
                  </a:lnTo>
                  <a:lnTo>
                    <a:pt x="3163359" y="268693"/>
                  </a:lnTo>
                  <a:lnTo>
                    <a:pt x="3164431" y="268373"/>
                  </a:lnTo>
                  <a:lnTo>
                    <a:pt x="3165502" y="268053"/>
                  </a:lnTo>
                  <a:lnTo>
                    <a:pt x="3166574" y="267732"/>
                  </a:lnTo>
                  <a:lnTo>
                    <a:pt x="3167646" y="267411"/>
                  </a:lnTo>
                  <a:lnTo>
                    <a:pt x="3168717" y="267089"/>
                  </a:lnTo>
                  <a:lnTo>
                    <a:pt x="3169789" y="266768"/>
                  </a:lnTo>
                  <a:lnTo>
                    <a:pt x="3170860" y="266446"/>
                  </a:lnTo>
                  <a:lnTo>
                    <a:pt x="3171932" y="266123"/>
                  </a:lnTo>
                  <a:lnTo>
                    <a:pt x="3173004" y="265800"/>
                  </a:lnTo>
                  <a:lnTo>
                    <a:pt x="3174075" y="265477"/>
                  </a:lnTo>
                  <a:lnTo>
                    <a:pt x="3175147" y="265154"/>
                  </a:lnTo>
                  <a:lnTo>
                    <a:pt x="3176218" y="264830"/>
                  </a:lnTo>
                  <a:lnTo>
                    <a:pt x="3177290" y="264506"/>
                  </a:lnTo>
                  <a:lnTo>
                    <a:pt x="3178362" y="264181"/>
                  </a:lnTo>
                  <a:lnTo>
                    <a:pt x="3179433" y="263857"/>
                  </a:lnTo>
                  <a:lnTo>
                    <a:pt x="3180505" y="263531"/>
                  </a:lnTo>
                  <a:lnTo>
                    <a:pt x="3181576" y="263206"/>
                  </a:lnTo>
                  <a:lnTo>
                    <a:pt x="3182648" y="262880"/>
                  </a:lnTo>
                  <a:lnTo>
                    <a:pt x="3183720" y="262554"/>
                  </a:lnTo>
                  <a:lnTo>
                    <a:pt x="3184791" y="262228"/>
                  </a:lnTo>
                  <a:lnTo>
                    <a:pt x="3185863" y="261901"/>
                  </a:lnTo>
                  <a:lnTo>
                    <a:pt x="3186934" y="261574"/>
                  </a:lnTo>
                  <a:lnTo>
                    <a:pt x="3188006" y="261246"/>
                  </a:lnTo>
                  <a:lnTo>
                    <a:pt x="3189078" y="260919"/>
                  </a:lnTo>
                  <a:lnTo>
                    <a:pt x="3190149" y="260590"/>
                  </a:lnTo>
                  <a:lnTo>
                    <a:pt x="3191221" y="260262"/>
                  </a:lnTo>
                  <a:lnTo>
                    <a:pt x="3192292" y="259933"/>
                  </a:lnTo>
                  <a:lnTo>
                    <a:pt x="3193364" y="259604"/>
                  </a:lnTo>
                  <a:lnTo>
                    <a:pt x="3194436" y="259275"/>
                  </a:lnTo>
                  <a:lnTo>
                    <a:pt x="3195507" y="258945"/>
                  </a:lnTo>
                  <a:lnTo>
                    <a:pt x="3196579" y="258615"/>
                  </a:lnTo>
                  <a:lnTo>
                    <a:pt x="3197650" y="258284"/>
                  </a:lnTo>
                  <a:lnTo>
                    <a:pt x="3198722" y="257953"/>
                  </a:lnTo>
                  <a:lnTo>
                    <a:pt x="3199793" y="257622"/>
                  </a:lnTo>
                  <a:lnTo>
                    <a:pt x="3200865" y="257291"/>
                  </a:lnTo>
                  <a:lnTo>
                    <a:pt x="3201937" y="256959"/>
                  </a:lnTo>
                  <a:lnTo>
                    <a:pt x="3203008" y="256627"/>
                  </a:lnTo>
                  <a:lnTo>
                    <a:pt x="3204080" y="256295"/>
                  </a:lnTo>
                  <a:lnTo>
                    <a:pt x="3205151" y="255962"/>
                  </a:lnTo>
                  <a:lnTo>
                    <a:pt x="3206223" y="255629"/>
                  </a:lnTo>
                  <a:lnTo>
                    <a:pt x="3207295" y="255295"/>
                  </a:lnTo>
                  <a:lnTo>
                    <a:pt x="3208366" y="254961"/>
                  </a:lnTo>
                  <a:lnTo>
                    <a:pt x="3209438" y="254627"/>
                  </a:lnTo>
                  <a:lnTo>
                    <a:pt x="3210509" y="254293"/>
                  </a:lnTo>
                  <a:lnTo>
                    <a:pt x="3211581" y="253958"/>
                  </a:lnTo>
                  <a:lnTo>
                    <a:pt x="3212653" y="253623"/>
                  </a:lnTo>
                  <a:lnTo>
                    <a:pt x="3213724" y="253288"/>
                  </a:lnTo>
                  <a:lnTo>
                    <a:pt x="3214796" y="252952"/>
                  </a:lnTo>
                  <a:lnTo>
                    <a:pt x="3215867" y="252616"/>
                  </a:lnTo>
                  <a:lnTo>
                    <a:pt x="3216939" y="252279"/>
                  </a:lnTo>
                  <a:lnTo>
                    <a:pt x="3218011" y="251943"/>
                  </a:lnTo>
                  <a:lnTo>
                    <a:pt x="3219082" y="251606"/>
                  </a:lnTo>
                  <a:lnTo>
                    <a:pt x="3220154" y="251268"/>
                  </a:lnTo>
                  <a:lnTo>
                    <a:pt x="3221225" y="250930"/>
                  </a:lnTo>
                  <a:lnTo>
                    <a:pt x="3222297" y="250592"/>
                  </a:lnTo>
                  <a:lnTo>
                    <a:pt x="3223369" y="250254"/>
                  </a:lnTo>
                  <a:lnTo>
                    <a:pt x="3224440" y="249915"/>
                  </a:lnTo>
                  <a:lnTo>
                    <a:pt x="3225512" y="249576"/>
                  </a:lnTo>
                  <a:lnTo>
                    <a:pt x="3226583" y="249237"/>
                  </a:lnTo>
                  <a:lnTo>
                    <a:pt x="3227655" y="248897"/>
                  </a:lnTo>
                  <a:lnTo>
                    <a:pt x="3228727" y="248557"/>
                  </a:lnTo>
                  <a:lnTo>
                    <a:pt x="3229798" y="248217"/>
                  </a:lnTo>
                  <a:lnTo>
                    <a:pt x="3230870" y="247876"/>
                  </a:lnTo>
                  <a:lnTo>
                    <a:pt x="3231941" y="247535"/>
                  </a:lnTo>
                  <a:lnTo>
                    <a:pt x="3233013" y="247194"/>
                  </a:lnTo>
                  <a:lnTo>
                    <a:pt x="3234085" y="246852"/>
                  </a:lnTo>
                  <a:lnTo>
                    <a:pt x="3235156" y="246510"/>
                  </a:lnTo>
                  <a:lnTo>
                    <a:pt x="3236228" y="246168"/>
                  </a:lnTo>
                  <a:lnTo>
                    <a:pt x="3237299" y="245825"/>
                  </a:lnTo>
                  <a:lnTo>
                    <a:pt x="3238371" y="245482"/>
                  </a:lnTo>
                  <a:lnTo>
                    <a:pt x="3239443" y="245139"/>
                  </a:lnTo>
                  <a:lnTo>
                    <a:pt x="3240514" y="244795"/>
                  </a:lnTo>
                  <a:lnTo>
                    <a:pt x="3241586" y="244451"/>
                  </a:lnTo>
                  <a:lnTo>
                    <a:pt x="3242657" y="244107"/>
                  </a:lnTo>
                  <a:lnTo>
                    <a:pt x="3243729" y="243762"/>
                  </a:lnTo>
                  <a:lnTo>
                    <a:pt x="3244801" y="243417"/>
                  </a:lnTo>
                  <a:lnTo>
                    <a:pt x="3245872" y="243072"/>
                  </a:lnTo>
                  <a:lnTo>
                    <a:pt x="3246944" y="242727"/>
                  </a:lnTo>
                  <a:lnTo>
                    <a:pt x="3248015" y="242381"/>
                  </a:lnTo>
                  <a:lnTo>
                    <a:pt x="3249087" y="242034"/>
                  </a:lnTo>
                  <a:lnTo>
                    <a:pt x="3250159" y="241688"/>
                  </a:lnTo>
                  <a:lnTo>
                    <a:pt x="3251230" y="241341"/>
                  </a:lnTo>
                  <a:lnTo>
                    <a:pt x="3252302" y="240994"/>
                  </a:lnTo>
                  <a:lnTo>
                    <a:pt x="3253373" y="240646"/>
                  </a:lnTo>
                  <a:lnTo>
                    <a:pt x="3254445" y="240298"/>
                  </a:lnTo>
                  <a:lnTo>
                    <a:pt x="3255517" y="239950"/>
                  </a:lnTo>
                  <a:lnTo>
                    <a:pt x="3256588" y="239602"/>
                  </a:lnTo>
                  <a:lnTo>
                    <a:pt x="3257660" y="239253"/>
                  </a:lnTo>
                  <a:lnTo>
                    <a:pt x="3258731" y="238904"/>
                  </a:lnTo>
                  <a:lnTo>
                    <a:pt x="3259803" y="238554"/>
                  </a:lnTo>
                  <a:lnTo>
                    <a:pt x="3260875" y="238204"/>
                  </a:lnTo>
                  <a:lnTo>
                    <a:pt x="3261946" y="237854"/>
                  </a:lnTo>
                  <a:lnTo>
                    <a:pt x="3263018" y="237504"/>
                  </a:lnTo>
                  <a:lnTo>
                    <a:pt x="3264089" y="237153"/>
                  </a:lnTo>
                  <a:lnTo>
                    <a:pt x="3265161" y="236802"/>
                  </a:lnTo>
                  <a:lnTo>
                    <a:pt x="3266233" y="236450"/>
                  </a:lnTo>
                  <a:lnTo>
                    <a:pt x="3267304" y="236099"/>
                  </a:lnTo>
                  <a:lnTo>
                    <a:pt x="3268376" y="235747"/>
                  </a:lnTo>
                  <a:lnTo>
                    <a:pt x="3269447" y="235394"/>
                  </a:lnTo>
                  <a:lnTo>
                    <a:pt x="3270519" y="235042"/>
                  </a:lnTo>
                  <a:lnTo>
                    <a:pt x="3271591" y="234689"/>
                  </a:lnTo>
                  <a:lnTo>
                    <a:pt x="3272662" y="234335"/>
                  </a:lnTo>
                  <a:lnTo>
                    <a:pt x="3273734" y="233982"/>
                  </a:lnTo>
                  <a:lnTo>
                    <a:pt x="3274805" y="233628"/>
                  </a:lnTo>
                  <a:lnTo>
                    <a:pt x="3275877" y="233273"/>
                  </a:lnTo>
                  <a:lnTo>
                    <a:pt x="3276949" y="232919"/>
                  </a:lnTo>
                  <a:lnTo>
                    <a:pt x="3278020" y="232564"/>
                  </a:lnTo>
                  <a:lnTo>
                    <a:pt x="3279092" y="232208"/>
                  </a:lnTo>
                  <a:lnTo>
                    <a:pt x="3280163" y="231853"/>
                  </a:lnTo>
                  <a:lnTo>
                    <a:pt x="3281235" y="231497"/>
                  </a:lnTo>
                  <a:lnTo>
                    <a:pt x="3282307" y="231141"/>
                  </a:lnTo>
                  <a:lnTo>
                    <a:pt x="3283378" y="230784"/>
                  </a:lnTo>
                  <a:lnTo>
                    <a:pt x="3284450" y="230427"/>
                  </a:lnTo>
                  <a:lnTo>
                    <a:pt x="3285521" y="230070"/>
                  </a:lnTo>
                  <a:lnTo>
                    <a:pt x="3286593" y="229712"/>
                  </a:lnTo>
                  <a:lnTo>
                    <a:pt x="3287665" y="229355"/>
                  </a:lnTo>
                  <a:lnTo>
                    <a:pt x="3288736" y="228996"/>
                  </a:lnTo>
                  <a:lnTo>
                    <a:pt x="3289808" y="228638"/>
                  </a:lnTo>
                  <a:lnTo>
                    <a:pt x="3290879" y="228279"/>
                  </a:lnTo>
                  <a:lnTo>
                    <a:pt x="3291951" y="227920"/>
                  </a:lnTo>
                  <a:lnTo>
                    <a:pt x="3293023" y="227561"/>
                  </a:lnTo>
                  <a:lnTo>
                    <a:pt x="3294094" y="227201"/>
                  </a:lnTo>
                  <a:lnTo>
                    <a:pt x="3295166" y="226841"/>
                  </a:lnTo>
                  <a:lnTo>
                    <a:pt x="3296237" y="226481"/>
                  </a:lnTo>
                  <a:lnTo>
                    <a:pt x="3297309" y="226120"/>
                  </a:lnTo>
                  <a:lnTo>
                    <a:pt x="3298381" y="225759"/>
                  </a:lnTo>
                  <a:lnTo>
                    <a:pt x="3299452" y="225398"/>
                  </a:lnTo>
                  <a:lnTo>
                    <a:pt x="3300524" y="225036"/>
                  </a:lnTo>
                  <a:lnTo>
                    <a:pt x="3301595" y="224674"/>
                  </a:lnTo>
                  <a:lnTo>
                    <a:pt x="3302667" y="224312"/>
                  </a:lnTo>
                  <a:lnTo>
                    <a:pt x="3303739" y="223949"/>
                  </a:lnTo>
                  <a:lnTo>
                    <a:pt x="3304810" y="223586"/>
                  </a:lnTo>
                  <a:lnTo>
                    <a:pt x="3305882" y="223223"/>
                  </a:lnTo>
                  <a:lnTo>
                    <a:pt x="3306953" y="222859"/>
                  </a:lnTo>
                  <a:lnTo>
                    <a:pt x="3308025" y="222496"/>
                  </a:lnTo>
                  <a:lnTo>
                    <a:pt x="3309097" y="222131"/>
                  </a:lnTo>
                  <a:lnTo>
                    <a:pt x="3310168" y="221767"/>
                  </a:lnTo>
                  <a:lnTo>
                    <a:pt x="3311240" y="221402"/>
                  </a:lnTo>
                  <a:lnTo>
                    <a:pt x="3312311" y="221037"/>
                  </a:lnTo>
                  <a:lnTo>
                    <a:pt x="3313383" y="220672"/>
                  </a:lnTo>
                  <a:lnTo>
                    <a:pt x="3314455" y="220306"/>
                  </a:lnTo>
                  <a:lnTo>
                    <a:pt x="3315526" y="219940"/>
                  </a:lnTo>
                  <a:lnTo>
                    <a:pt x="3316598" y="219574"/>
                  </a:lnTo>
                  <a:lnTo>
                    <a:pt x="3317669" y="219207"/>
                  </a:lnTo>
                  <a:lnTo>
                    <a:pt x="3318741" y="218840"/>
                  </a:lnTo>
                  <a:lnTo>
                    <a:pt x="3319813" y="218473"/>
                  </a:lnTo>
                  <a:lnTo>
                    <a:pt x="3320884" y="218105"/>
                  </a:lnTo>
                  <a:lnTo>
                    <a:pt x="3321956" y="217737"/>
                  </a:lnTo>
                  <a:lnTo>
                    <a:pt x="3323027" y="217369"/>
                  </a:lnTo>
                  <a:lnTo>
                    <a:pt x="3324099" y="217000"/>
                  </a:lnTo>
                  <a:lnTo>
                    <a:pt x="3325171" y="216631"/>
                  </a:lnTo>
                  <a:lnTo>
                    <a:pt x="3326242" y="216262"/>
                  </a:lnTo>
                  <a:lnTo>
                    <a:pt x="3327314" y="215893"/>
                  </a:lnTo>
                  <a:lnTo>
                    <a:pt x="3328385" y="215523"/>
                  </a:lnTo>
                  <a:lnTo>
                    <a:pt x="3329457" y="215153"/>
                  </a:lnTo>
                  <a:lnTo>
                    <a:pt x="3330529" y="214783"/>
                  </a:lnTo>
                  <a:lnTo>
                    <a:pt x="3331600" y="214412"/>
                  </a:lnTo>
                  <a:lnTo>
                    <a:pt x="3332672" y="214041"/>
                  </a:lnTo>
                  <a:lnTo>
                    <a:pt x="3333743" y="213669"/>
                  </a:lnTo>
                  <a:lnTo>
                    <a:pt x="3334815" y="213298"/>
                  </a:lnTo>
                  <a:lnTo>
                    <a:pt x="3335887" y="212926"/>
                  </a:lnTo>
                  <a:lnTo>
                    <a:pt x="3336958" y="212554"/>
                  </a:lnTo>
                  <a:lnTo>
                    <a:pt x="3338030" y="212181"/>
                  </a:lnTo>
                  <a:lnTo>
                    <a:pt x="3339101" y="211808"/>
                  </a:lnTo>
                  <a:lnTo>
                    <a:pt x="3340173" y="211435"/>
                  </a:lnTo>
                  <a:lnTo>
                    <a:pt x="3341245" y="211061"/>
                  </a:lnTo>
                  <a:lnTo>
                    <a:pt x="3342316" y="210688"/>
                  </a:lnTo>
                  <a:lnTo>
                    <a:pt x="3343388" y="210314"/>
                  </a:lnTo>
                  <a:lnTo>
                    <a:pt x="3344459" y="209939"/>
                  </a:lnTo>
                  <a:lnTo>
                    <a:pt x="3345531" y="209564"/>
                  </a:lnTo>
                  <a:lnTo>
                    <a:pt x="3346603" y="209189"/>
                  </a:lnTo>
                  <a:lnTo>
                    <a:pt x="3347674" y="208814"/>
                  </a:lnTo>
                  <a:lnTo>
                    <a:pt x="3348746" y="208438"/>
                  </a:lnTo>
                  <a:lnTo>
                    <a:pt x="3349817" y="208062"/>
                  </a:lnTo>
                  <a:lnTo>
                    <a:pt x="3350889" y="207686"/>
                  </a:lnTo>
                  <a:lnTo>
                    <a:pt x="3351961" y="207310"/>
                  </a:lnTo>
                  <a:lnTo>
                    <a:pt x="3353032" y="206933"/>
                  </a:lnTo>
                  <a:lnTo>
                    <a:pt x="3354104" y="206556"/>
                  </a:lnTo>
                  <a:lnTo>
                    <a:pt x="3355175" y="206178"/>
                  </a:lnTo>
                  <a:lnTo>
                    <a:pt x="3356247" y="205800"/>
                  </a:lnTo>
                  <a:lnTo>
                    <a:pt x="3357319" y="205422"/>
                  </a:lnTo>
                  <a:lnTo>
                    <a:pt x="3358390" y="205044"/>
                  </a:lnTo>
                  <a:lnTo>
                    <a:pt x="3359462" y="204665"/>
                  </a:lnTo>
                  <a:lnTo>
                    <a:pt x="3360533" y="204286"/>
                  </a:lnTo>
                  <a:lnTo>
                    <a:pt x="3361605" y="203907"/>
                  </a:lnTo>
                  <a:lnTo>
                    <a:pt x="3362677" y="203527"/>
                  </a:lnTo>
                  <a:lnTo>
                    <a:pt x="3363748" y="203147"/>
                  </a:lnTo>
                  <a:lnTo>
                    <a:pt x="3364820" y="202767"/>
                  </a:lnTo>
                  <a:lnTo>
                    <a:pt x="3365891" y="202387"/>
                  </a:lnTo>
                  <a:lnTo>
                    <a:pt x="3366963" y="202006"/>
                  </a:lnTo>
                  <a:lnTo>
                    <a:pt x="3368035" y="201625"/>
                  </a:lnTo>
                  <a:lnTo>
                    <a:pt x="3369106" y="201243"/>
                  </a:lnTo>
                  <a:lnTo>
                    <a:pt x="3370178" y="200861"/>
                  </a:lnTo>
                  <a:lnTo>
                    <a:pt x="3371249" y="200479"/>
                  </a:lnTo>
                  <a:lnTo>
                    <a:pt x="3372321" y="200097"/>
                  </a:lnTo>
                  <a:lnTo>
                    <a:pt x="3373392" y="199714"/>
                  </a:lnTo>
                  <a:lnTo>
                    <a:pt x="3374464" y="199332"/>
                  </a:lnTo>
                  <a:lnTo>
                    <a:pt x="3375536" y="198948"/>
                  </a:lnTo>
                  <a:lnTo>
                    <a:pt x="3376607" y="198565"/>
                  </a:lnTo>
                  <a:lnTo>
                    <a:pt x="3377679" y="198181"/>
                  </a:lnTo>
                  <a:lnTo>
                    <a:pt x="3378750" y="197797"/>
                  </a:lnTo>
                  <a:lnTo>
                    <a:pt x="3379822" y="197412"/>
                  </a:lnTo>
                  <a:lnTo>
                    <a:pt x="3380894" y="197028"/>
                  </a:lnTo>
                  <a:lnTo>
                    <a:pt x="3381965" y="196643"/>
                  </a:lnTo>
                  <a:lnTo>
                    <a:pt x="3383037" y="196257"/>
                  </a:lnTo>
                  <a:lnTo>
                    <a:pt x="3384108" y="195872"/>
                  </a:lnTo>
                  <a:lnTo>
                    <a:pt x="3385180" y="195486"/>
                  </a:lnTo>
                  <a:lnTo>
                    <a:pt x="3386252" y="195099"/>
                  </a:lnTo>
                  <a:lnTo>
                    <a:pt x="3387323" y="194713"/>
                  </a:lnTo>
                  <a:lnTo>
                    <a:pt x="3388395" y="194326"/>
                  </a:lnTo>
                  <a:lnTo>
                    <a:pt x="3389466" y="193939"/>
                  </a:lnTo>
                  <a:lnTo>
                    <a:pt x="3390538" y="193552"/>
                  </a:lnTo>
                  <a:lnTo>
                    <a:pt x="3391610" y="193164"/>
                  </a:lnTo>
                  <a:lnTo>
                    <a:pt x="3392681" y="192776"/>
                  </a:lnTo>
                  <a:lnTo>
                    <a:pt x="3393753" y="192387"/>
                  </a:lnTo>
                  <a:lnTo>
                    <a:pt x="3394824" y="191999"/>
                  </a:lnTo>
                  <a:lnTo>
                    <a:pt x="3395896" y="191610"/>
                  </a:lnTo>
                  <a:lnTo>
                    <a:pt x="3396968" y="191221"/>
                  </a:lnTo>
                  <a:lnTo>
                    <a:pt x="3398039" y="190831"/>
                  </a:lnTo>
                  <a:lnTo>
                    <a:pt x="3399111" y="190441"/>
                  </a:lnTo>
                  <a:lnTo>
                    <a:pt x="3400182" y="190051"/>
                  </a:lnTo>
                  <a:lnTo>
                    <a:pt x="3401254" y="189661"/>
                  </a:lnTo>
                  <a:lnTo>
                    <a:pt x="3402326" y="189270"/>
                  </a:lnTo>
                  <a:lnTo>
                    <a:pt x="3403397" y="188879"/>
                  </a:lnTo>
                  <a:lnTo>
                    <a:pt x="3404469" y="188488"/>
                  </a:lnTo>
                  <a:lnTo>
                    <a:pt x="3405540" y="188097"/>
                  </a:lnTo>
                  <a:lnTo>
                    <a:pt x="3406612" y="187705"/>
                  </a:lnTo>
                  <a:lnTo>
                    <a:pt x="3407684" y="187313"/>
                  </a:lnTo>
                  <a:lnTo>
                    <a:pt x="3408755" y="186920"/>
                  </a:lnTo>
                  <a:lnTo>
                    <a:pt x="3409827" y="186527"/>
                  </a:lnTo>
                  <a:lnTo>
                    <a:pt x="3410898" y="186134"/>
                  </a:lnTo>
                  <a:lnTo>
                    <a:pt x="3411970" y="185741"/>
                  </a:lnTo>
                  <a:lnTo>
                    <a:pt x="3413042" y="185347"/>
                  </a:lnTo>
                  <a:lnTo>
                    <a:pt x="3414113" y="184953"/>
                  </a:lnTo>
                  <a:lnTo>
                    <a:pt x="3415185" y="184559"/>
                  </a:lnTo>
                  <a:lnTo>
                    <a:pt x="3416256" y="184165"/>
                  </a:lnTo>
                  <a:lnTo>
                    <a:pt x="3417328" y="183770"/>
                  </a:lnTo>
                  <a:lnTo>
                    <a:pt x="3418400" y="183375"/>
                  </a:lnTo>
                  <a:lnTo>
                    <a:pt x="3419471" y="182980"/>
                  </a:lnTo>
                  <a:lnTo>
                    <a:pt x="3420543" y="182584"/>
                  </a:lnTo>
                  <a:lnTo>
                    <a:pt x="3421614" y="182188"/>
                  </a:lnTo>
                  <a:lnTo>
                    <a:pt x="3422686" y="181792"/>
                  </a:lnTo>
                  <a:lnTo>
                    <a:pt x="3423758" y="181395"/>
                  </a:lnTo>
                  <a:lnTo>
                    <a:pt x="3424829" y="180998"/>
                  </a:lnTo>
                  <a:lnTo>
                    <a:pt x="3425901" y="180601"/>
                  </a:lnTo>
                  <a:lnTo>
                    <a:pt x="3426972" y="180204"/>
                  </a:lnTo>
                  <a:lnTo>
                    <a:pt x="3428044" y="179806"/>
                  </a:lnTo>
                  <a:lnTo>
                    <a:pt x="3429116" y="179408"/>
                  </a:lnTo>
                  <a:lnTo>
                    <a:pt x="3430187" y="179010"/>
                  </a:lnTo>
                  <a:lnTo>
                    <a:pt x="3431259" y="178611"/>
                  </a:lnTo>
                  <a:lnTo>
                    <a:pt x="3432330" y="178213"/>
                  </a:lnTo>
                  <a:lnTo>
                    <a:pt x="3433402" y="177813"/>
                  </a:lnTo>
                  <a:lnTo>
                    <a:pt x="3434474" y="177414"/>
                  </a:lnTo>
                  <a:lnTo>
                    <a:pt x="3435545" y="177014"/>
                  </a:lnTo>
                  <a:lnTo>
                    <a:pt x="3436617" y="176614"/>
                  </a:lnTo>
                  <a:lnTo>
                    <a:pt x="3437688" y="176214"/>
                  </a:lnTo>
                  <a:lnTo>
                    <a:pt x="3438760" y="175814"/>
                  </a:lnTo>
                  <a:lnTo>
                    <a:pt x="3439832" y="175413"/>
                  </a:lnTo>
                  <a:lnTo>
                    <a:pt x="3440903" y="175012"/>
                  </a:lnTo>
                  <a:lnTo>
                    <a:pt x="3441975" y="174610"/>
                  </a:lnTo>
                  <a:lnTo>
                    <a:pt x="3443046" y="174208"/>
                  </a:lnTo>
                  <a:lnTo>
                    <a:pt x="3444118" y="173806"/>
                  </a:lnTo>
                  <a:lnTo>
                    <a:pt x="3445190" y="173404"/>
                  </a:lnTo>
                  <a:lnTo>
                    <a:pt x="3446261" y="173002"/>
                  </a:lnTo>
                  <a:lnTo>
                    <a:pt x="3447333" y="172599"/>
                  </a:lnTo>
                  <a:lnTo>
                    <a:pt x="3448404" y="172196"/>
                  </a:lnTo>
                  <a:lnTo>
                    <a:pt x="3449476" y="171792"/>
                  </a:lnTo>
                  <a:lnTo>
                    <a:pt x="3450548" y="171389"/>
                  </a:lnTo>
                  <a:lnTo>
                    <a:pt x="3451619" y="170985"/>
                  </a:lnTo>
                  <a:lnTo>
                    <a:pt x="3452691" y="170580"/>
                  </a:lnTo>
                  <a:lnTo>
                    <a:pt x="3453762" y="170176"/>
                  </a:lnTo>
                  <a:lnTo>
                    <a:pt x="3454834" y="169771"/>
                  </a:lnTo>
                  <a:lnTo>
                    <a:pt x="3455906" y="169366"/>
                  </a:lnTo>
                  <a:lnTo>
                    <a:pt x="3456977" y="168960"/>
                  </a:lnTo>
                  <a:lnTo>
                    <a:pt x="3458049" y="168555"/>
                  </a:lnTo>
                  <a:lnTo>
                    <a:pt x="3459120" y="168149"/>
                  </a:lnTo>
                  <a:lnTo>
                    <a:pt x="3460192" y="167742"/>
                  </a:lnTo>
                  <a:lnTo>
                    <a:pt x="3461264" y="167336"/>
                  </a:lnTo>
                  <a:lnTo>
                    <a:pt x="3462335" y="166929"/>
                  </a:lnTo>
                  <a:lnTo>
                    <a:pt x="3463407" y="166522"/>
                  </a:lnTo>
                  <a:lnTo>
                    <a:pt x="3464478" y="166115"/>
                  </a:lnTo>
                  <a:lnTo>
                    <a:pt x="3465550" y="165707"/>
                  </a:lnTo>
                  <a:lnTo>
                    <a:pt x="3466622" y="165299"/>
                  </a:lnTo>
                  <a:lnTo>
                    <a:pt x="3467693" y="164891"/>
                  </a:lnTo>
                  <a:lnTo>
                    <a:pt x="3468765" y="164482"/>
                  </a:lnTo>
                  <a:lnTo>
                    <a:pt x="3469836" y="164074"/>
                  </a:lnTo>
                  <a:lnTo>
                    <a:pt x="3470908" y="163665"/>
                  </a:lnTo>
                  <a:lnTo>
                    <a:pt x="3471980" y="163255"/>
                  </a:lnTo>
                  <a:lnTo>
                    <a:pt x="3473051" y="162846"/>
                  </a:lnTo>
                  <a:lnTo>
                    <a:pt x="3474123" y="162436"/>
                  </a:lnTo>
                  <a:lnTo>
                    <a:pt x="3475194" y="162026"/>
                  </a:lnTo>
                  <a:lnTo>
                    <a:pt x="3476266" y="161615"/>
                  </a:lnTo>
                  <a:lnTo>
                    <a:pt x="3477338" y="161204"/>
                  </a:lnTo>
                  <a:lnTo>
                    <a:pt x="3478409" y="160793"/>
                  </a:lnTo>
                  <a:lnTo>
                    <a:pt x="3479481" y="160382"/>
                  </a:lnTo>
                  <a:lnTo>
                    <a:pt x="3480552" y="159971"/>
                  </a:lnTo>
                  <a:lnTo>
                    <a:pt x="3481624" y="159559"/>
                  </a:lnTo>
                  <a:lnTo>
                    <a:pt x="3482696" y="159147"/>
                  </a:lnTo>
                  <a:lnTo>
                    <a:pt x="3483767" y="158734"/>
                  </a:lnTo>
                  <a:lnTo>
                    <a:pt x="3484839" y="158322"/>
                  </a:lnTo>
                  <a:lnTo>
                    <a:pt x="3485910" y="157909"/>
                  </a:lnTo>
                  <a:lnTo>
                    <a:pt x="3486982" y="157495"/>
                  </a:lnTo>
                  <a:lnTo>
                    <a:pt x="3488054" y="157082"/>
                  </a:lnTo>
                  <a:lnTo>
                    <a:pt x="3489125" y="156668"/>
                  </a:lnTo>
                  <a:lnTo>
                    <a:pt x="3490197" y="156254"/>
                  </a:lnTo>
                  <a:lnTo>
                    <a:pt x="3491268" y="155840"/>
                  </a:lnTo>
                  <a:lnTo>
                    <a:pt x="3492340" y="155425"/>
                  </a:lnTo>
                  <a:lnTo>
                    <a:pt x="3493412" y="155010"/>
                  </a:lnTo>
                  <a:lnTo>
                    <a:pt x="3494483" y="154595"/>
                  </a:lnTo>
                  <a:lnTo>
                    <a:pt x="3495555" y="154180"/>
                  </a:lnTo>
                  <a:lnTo>
                    <a:pt x="3496626" y="153764"/>
                  </a:lnTo>
                  <a:lnTo>
                    <a:pt x="3497698" y="153348"/>
                  </a:lnTo>
                  <a:lnTo>
                    <a:pt x="3498770" y="152932"/>
                  </a:lnTo>
                  <a:lnTo>
                    <a:pt x="3499841" y="152516"/>
                  </a:lnTo>
                  <a:lnTo>
                    <a:pt x="3500913" y="152099"/>
                  </a:lnTo>
                  <a:lnTo>
                    <a:pt x="3501984" y="151682"/>
                  </a:lnTo>
                  <a:lnTo>
                    <a:pt x="3503056" y="151264"/>
                  </a:lnTo>
                  <a:lnTo>
                    <a:pt x="3504128" y="150847"/>
                  </a:lnTo>
                  <a:lnTo>
                    <a:pt x="3505199" y="150429"/>
                  </a:lnTo>
                  <a:lnTo>
                    <a:pt x="3506271" y="150011"/>
                  </a:lnTo>
                  <a:lnTo>
                    <a:pt x="3507342" y="149592"/>
                  </a:lnTo>
                  <a:lnTo>
                    <a:pt x="3508414" y="149174"/>
                  </a:lnTo>
                  <a:lnTo>
                    <a:pt x="3509486" y="148755"/>
                  </a:lnTo>
                  <a:lnTo>
                    <a:pt x="3510557" y="148336"/>
                  </a:lnTo>
                  <a:lnTo>
                    <a:pt x="3511629" y="147916"/>
                  </a:lnTo>
                  <a:lnTo>
                    <a:pt x="3512700" y="147496"/>
                  </a:lnTo>
                  <a:lnTo>
                    <a:pt x="3513772" y="147076"/>
                  </a:lnTo>
                  <a:lnTo>
                    <a:pt x="3514844" y="146656"/>
                  </a:lnTo>
                  <a:lnTo>
                    <a:pt x="3515915" y="146235"/>
                  </a:lnTo>
                  <a:lnTo>
                    <a:pt x="3516987" y="145815"/>
                  </a:lnTo>
                  <a:lnTo>
                    <a:pt x="3518058" y="145393"/>
                  </a:lnTo>
                  <a:lnTo>
                    <a:pt x="3519130" y="144972"/>
                  </a:lnTo>
                  <a:lnTo>
                    <a:pt x="3520202" y="144550"/>
                  </a:lnTo>
                  <a:lnTo>
                    <a:pt x="3521273" y="144129"/>
                  </a:lnTo>
                  <a:lnTo>
                    <a:pt x="3522345" y="143706"/>
                  </a:lnTo>
                  <a:lnTo>
                    <a:pt x="3523416" y="143284"/>
                  </a:lnTo>
                  <a:lnTo>
                    <a:pt x="3524488" y="142861"/>
                  </a:lnTo>
                  <a:lnTo>
                    <a:pt x="3525560" y="142438"/>
                  </a:lnTo>
                  <a:lnTo>
                    <a:pt x="3526631" y="142015"/>
                  </a:lnTo>
                  <a:lnTo>
                    <a:pt x="3527703" y="141591"/>
                  </a:lnTo>
                  <a:lnTo>
                    <a:pt x="3528774" y="141168"/>
                  </a:lnTo>
                  <a:lnTo>
                    <a:pt x="3529846" y="140744"/>
                  </a:lnTo>
                  <a:lnTo>
                    <a:pt x="3530918" y="140319"/>
                  </a:lnTo>
                  <a:lnTo>
                    <a:pt x="3531989" y="139895"/>
                  </a:lnTo>
                  <a:lnTo>
                    <a:pt x="3533061" y="139470"/>
                  </a:lnTo>
                  <a:lnTo>
                    <a:pt x="3534132" y="139045"/>
                  </a:lnTo>
                  <a:lnTo>
                    <a:pt x="3535204" y="138619"/>
                  </a:lnTo>
                  <a:lnTo>
                    <a:pt x="3536276" y="138194"/>
                  </a:lnTo>
                  <a:lnTo>
                    <a:pt x="3537347" y="137768"/>
                  </a:lnTo>
                  <a:lnTo>
                    <a:pt x="3538419" y="137342"/>
                  </a:lnTo>
                  <a:lnTo>
                    <a:pt x="3539490" y="136915"/>
                  </a:lnTo>
                  <a:lnTo>
                    <a:pt x="3540562" y="136489"/>
                  </a:lnTo>
                  <a:lnTo>
                    <a:pt x="3541634" y="136062"/>
                  </a:lnTo>
                  <a:lnTo>
                    <a:pt x="3542705" y="135634"/>
                  </a:lnTo>
                  <a:lnTo>
                    <a:pt x="3543777" y="135207"/>
                  </a:lnTo>
                  <a:lnTo>
                    <a:pt x="3544848" y="134779"/>
                  </a:lnTo>
                  <a:lnTo>
                    <a:pt x="3545920" y="134351"/>
                  </a:lnTo>
                  <a:lnTo>
                    <a:pt x="3546992" y="133923"/>
                  </a:lnTo>
                  <a:lnTo>
                    <a:pt x="3548063" y="133494"/>
                  </a:lnTo>
                  <a:lnTo>
                    <a:pt x="3549135" y="133065"/>
                  </a:lnTo>
                  <a:lnTo>
                    <a:pt x="3550206" y="132636"/>
                  </a:lnTo>
                  <a:lnTo>
                    <a:pt x="3551278" y="132207"/>
                  </a:lnTo>
                  <a:lnTo>
                    <a:pt x="3552349" y="131777"/>
                  </a:lnTo>
                  <a:lnTo>
                    <a:pt x="3553421" y="131348"/>
                  </a:lnTo>
                  <a:lnTo>
                    <a:pt x="3554493" y="130918"/>
                  </a:lnTo>
                  <a:lnTo>
                    <a:pt x="3555564" y="130487"/>
                  </a:lnTo>
                  <a:lnTo>
                    <a:pt x="3556636" y="130057"/>
                  </a:lnTo>
                  <a:lnTo>
                    <a:pt x="3557707" y="129626"/>
                  </a:lnTo>
                  <a:lnTo>
                    <a:pt x="3558779" y="129194"/>
                  </a:lnTo>
                  <a:lnTo>
                    <a:pt x="3559851" y="128763"/>
                  </a:lnTo>
                  <a:lnTo>
                    <a:pt x="3560922" y="128331"/>
                  </a:lnTo>
                  <a:lnTo>
                    <a:pt x="3561994" y="127899"/>
                  </a:lnTo>
                  <a:lnTo>
                    <a:pt x="3563065" y="127467"/>
                  </a:lnTo>
                  <a:lnTo>
                    <a:pt x="3564137" y="127035"/>
                  </a:lnTo>
                  <a:lnTo>
                    <a:pt x="3565209" y="126602"/>
                  </a:lnTo>
                  <a:lnTo>
                    <a:pt x="3566280" y="126169"/>
                  </a:lnTo>
                  <a:lnTo>
                    <a:pt x="3567352" y="125736"/>
                  </a:lnTo>
                  <a:lnTo>
                    <a:pt x="3568423" y="125302"/>
                  </a:lnTo>
                  <a:lnTo>
                    <a:pt x="3569495" y="124869"/>
                  </a:lnTo>
                  <a:lnTo>
                    <a:pt x="3570567" y="124435"/>
                  </a:lnTo>
                  <a:lnTo>
                    <a:pt x="3571638" y="124000"/>
                  </a:lnTo>
                  <a:lnTo>
                    <a:pt x="3572710" y="123566"/>
                  </a:lnTo>
                  <a:lnTo>
                    <a:pt x="3573781" y="123131"/>
                  </a:lnTo>
                  <a:lnTo>
                    <a:pt x="3574853" y="122696"/>
                  </a:lnTo>
                  <a:lnTo>
                    <a:pt x="3575925" y="122261"/>
                  </a:lnTo>
                  <a:lnTo>
                    <a:pt x="3576996" y="121825"/>
                  </a:lnTo>
                  <a:lnTo>
                    <a:pt x="3578068" y="121390"/>
                  </a:lnTo>
                  <a:lnTo>
                    <a:pt x="3579139" y="120954"/>
                  </a:lnTo>
                  <a:lnTo>
                    <a:pt x="3580211" y="120517"/>
                  </a:lnTo>
                  <a:lnTo>
                    <a:pt x="3581283" y="120081"/>
                  </a:lnTo>
                  <a:lnTo>
                    <a:pt x="3582354" y="119644"/>
                  </a:lnTo>
                  <a:lnTo>
                    <a:pt x="3583426" y="119207"/>
                  </a:lnTo>
                  <a:lnTo>
                    <a:pt x="3584497" y="118769"/>
                  </a:lnTo>
                  <a:lnTo>
                    <a:pt x="3585569" y="118332"/>
                  </a:lnTo>
                  <a:lnTo>
                    <a:pt x="3586641" y="117894"/>
                  </a:lnTo>
                  <a:lnTo>
                    <a:pt x="3587712" y="117456"/>
                  </a:lnTo>
                  <a:lnTo>
                    <a:pt x="3588784" y="117018"/>
                  </a:lnTo>
                  <a:lnTo>
                    <a:pt x="3589855" y="116579"/>
                  </a:lnTo>
                  <a:lnTo>
                    <a:pt x="3590927" y="116140"/>
                  </a:lnTo>
                  <a:lnTo>
                    <a:pt x="3591999" y="115701"/>
                  </a:lnTo>
                  <a:lnTo>
                    <a:pt x="3593070" y="115262"/>
                  </a:lnTo>
                  <a:lnTo>
                    <a:pt x="3594142" y="114822"/>
                  </a:lnTo>
                  <a:lnTo>
                    <a:pt x="3595213" y="114382"/>
                  </a:lnTo>
                  <a:lnTo>
                    <a:pt x="3596285" y="113942"/>
                  </a:lnTo>
                  <a:lnTo>
                    <a:pt x="3597357" y="113502"/>
                  </a:lnTo>
                  <a:lnTo>
                    <a:pt x="3598428" y="113061"/>
                  </a:lnTo>
                  <a:lnTo>
                    <a:pt x="3599500" y="112620"/>
                  </a:lnTo>
                  <a:lnTo>
                    <a:pt x="3600571" y="112179"/>
                  </a:lnTo>
                  <a:lnTo>
                    <a:pt x="3601643" y="111738"/>
                  </a:lnTo>
                  <a:lnTo>
                    <a:pt x="3602715" y="111296"/>
                  </a:lnTo>
                  <a:lnTo>
                    <a:pt x="3603786" y="110854"/>
                  </a:lnTo>
                  <a:lnTo>
                    <a:pt x="3604858" y="110412"/>
                  </a:lnTo>
                  <a:lnTo>
                    <a:pt x="3605929" y="109970"/>
                  </a:lnTo>
                  <a:lnTo>
                    <a:pt x="3607001" y="109527"/>
                  </a:lnTo>
                  <a:lnTo>
                    <a:pt x="3608073" y="109084"/>
                  </a:lnTo>
                  <a:lnTo>
                    <a:pt x="3609144" y="108641"/>
                  </a:lnTo>
                  <a:lnTo>
                    <a:pt x="3610216" y="108198"/>
                  </a:lnTo>
                  <a:lnTo>
                    <a:pt x="3611287" y="107754"/>
                  </a:lnTo>
                  <a:lnTo>
                    <a:pt x="3612359" y="107310"/>
                  </a:lnTo>
                  <a:lnTo>
                    <a:pt x="3613431" y="106866"/>
                  </a:lnTo>
                  <a:lnTo>
                    <a:pt x="3614502" y="106422"/>
                  </a:lnTo>
                  <a:lnTo>
                    <a:pt x="3615574" y="105977"/>
                  </a:lnTo>
                  <a:lnTo>
                    <a:pt x="3616645" y="105532"/>
                  </a:lnTo>
                  <a:lnTo>
                    <a:pt x="3617717" y="105087"/>
                  </a:lnTo>
                  <a:lnTo>
                    <a:pt x="3618789" y="104642"/>
                  </a:lnTo>
                  <a:lnTo>
                    <a:pt x="3619860" y="104196"/>
                  </a:lnTo>
                  <a:lnTo>
                    <a:pt x="3620932" y="103750"/>
                  </a:lnTo>
                  <a:lnTo>
                    <a:pt x="3622003" y="103304"/>
                  </a:lnTo>
                  <a:lnTo>
                    <a:pt x="3623075" y="102858"/>
                  </a:lnTo>
                  <a:lnTo>
                    <a:pt x="3624147" y="102411"/>
                  </a:lnTo>
                  <a:lnTo>
                    <a:pt x="3625218" y="101965"/>
                  </a:lnTo>
                  <a:lnTo>
                    <a:pt x="3626290" y="101517"/>
                  </a:lnTo>
                  <a:lnTo>
                    <a:pt x="3627361" y="101070"/>
                  </a:lnTo>
                  <a:lnTo>
                    <a:pt x="3628433" y="100623"/>
                  </a:lnTo>
                  <a:lnTo>
                    <a:pt x="3629505" y="100175"/>
                  </a:lnTo>
                  <a:lnTo>
                    <a:pt x="3630576" y="99727"/>
                  </a:lnTo>
                  <a:lnTo>
                    <a:pt x="3631648" y="99278"/>
                  </a:lnTo>
                  <a:lnTo>
                    <a:pt x="3632719" y="98830"/>
                  </a:lnTo>
                  <a:lnTo>
                    <a:pt x="3633791" y="98381"/>
                  </a:lnTo>
                  <a:lnTo>
                    <a:pt x="3634863" y="97932"/>
                  </a:lnTo>
                  <a:lnTo>
                    <a:pt x="3635934" y="97483"/>
                  </a:lnTo>
                  <a:lnTo>
                    <a:pt x="3637006" y="97033"/>
                  </a:lnTo>
                  <a:lnTo>
                    <a:pt x="3638077" y="96583"/>
                  </a:lnTo>
                  <a:lnTo>
                    <a:pt x="3639149" y="96133"/>
                  </a:lnTo>
                  <a:lnTo>
                    <a:pt x="3640221" y="95683"/>
                  </a:lnTo>
                  <a:lnTo>
                    <a:pt x="3641292" y="95233"/>
                  </a:lnTo>
                  <a:lnTo>
                    <a:pt x="3642364" y="94782"/>
                  </a:lnTo>
                  <a:lnTo>
                    <a:pt x="3643435" y="94331"/>
                  </a:lnTo>
                  <a:lnTo>
                    <a:pt x="3644507" y="93880"/>
                  </a:lnTo>
                  <a:lnTo>
                    <a:pt x="3645579" y="93428"/>
                  </a:lnTo>
                  <a:lnTo>
                    <a:pt x="3646650" y="92976"/>
                  </a:lnTo>
                  <a:lnTo>
                    <a:pt x="3647722" y="92524"/>
                  </a:lnTo>
                  <a:lnTo>
                    <a:pt x="3648793" y="92072"/>
                  </a:lnTo>
                  <a:lnTo>
                    <a:pt x="3649865" y="91620"/>
                  </a:lnTo>
                  <a:lnTo>
                    <a:pt x="3650937" y="91167"/>
                  </a:lnTo>
                  <a:lnTo>
                    <a:pt x="3652008" y="90714"/>
                  </a:lnTo>
                  <a:lnTo>
                    <a:pt x="3653080" y="90261"/>
                  </a:lnTo>
                  <a:lnTo>
                    <a:pt x="3654151" y="89807"/>
                  </a:lnTo>
                  <a:lnTo>
                    <a:pt x="3655223" y="89354"/>
                  </a:lnTo>
                  <a:lnTo>
                    <a:pt x="3656295" y="88900"/>
                  </a:lnTo>
                  <a:lnTo>
                    <a:pt x="3657366" y="88446"/>
                  </a:lnTo>
                  <a:lnTo>
                    <a:pt x="3658438" y="87991"/>
                  </a:lnTo>
                  <a:lnTo>
                    <a:pt x="3659509" y="87537"/>
                  </a:lnTo>
                  <a:lnTo>
                    <a:pt x="3660581" y="87082"/>
                  </a:lnTo>
                  <a:lnTo>
                    <a:pt x="3661653" y="86627"/>
                  </a:lnTo>
                  <a:lnTo>
                    <a:pt x="3662724" y="86172"/>
                  </a:lnTo>
                  <a:lnTo>
                    <a:pt x="3663796" y="85716"/>
                  </a:lnTo>
                  <a:lnTo>
                    <a:pt x="3664867" y="85260"/>
                  </a:lnTo>
                  <a:lnTo>
                    <a:pt x="3665939" y="84804"/>
                  </a:lnTo>
                  <a:lnTo>
                    <a:pt x="3667011" y="84348"/>
                  </a:lnTo>
                  <a:lnTo>
                    <a:pt x="3668082" y="83891"/>
                  </a:lnTo>
                  <a:lnTo>
                    <a:pt x="3669154" y="83434"/>
                  </a:lnTo>
                  <a:lnTo>
                    <a:pt x="3670225" y="82977"/>
                  </a:lnTo>
                  <a:lnTo>
                    <a:pt x="3671297" y="82520"/>
                  </a:lnTo>
                  <a:lnTo>
                    <a:pt x="3672369" y="82063"/>
                  </a:lnTo>
                  <a:lnTo>
                    <a:pt x="3673440" y="81605"/>
                  </a:lnTo>
                  <a:lnTo>
                    <a:pt x="3674512" y="81147"/>
                  </a:lnTo>
                  <a:lnTo>
                    <a:pt x="3675583" y="80689"/>
                  </a:lnTo>
                  <a:lnTo>
                    <a:pt x="3676655" y="80230"/>
                  </a:lnTo>
                  <a:lnTo>
                    <a:pt x="3677727" y="79772"/>
                  </a:lnTo>
                  <a:lnTo>
                    <a:pt x="3678798" y="79313"/>
                  </a:lnTo>
                  <a:lnTo>
                    <a:pt x="3679870" y="78854"/>
                  </a:lnTo>
                  <a:lnTo>
                    <a:pt x="3680941" y="78394"/>
                  </a:lnTo>
                  <a:lnTo>
                    <a:pt x="3682013" y="77935"/>
                  </a:lnTo>
                  <a:lnTo>
                    <a:pt x="3683085" y="77475"/>
                  </a:lnTo>
                  <a:lnTo>
                    <a:pt x="3684156" y="77015"/>
                  </a:lnTo>
                  <a:lnTo>
                    <a:pt x="3685228" y="76555"/>
                  </a:lnTo>
                  <a:lnTo>
                    <a:pt x="3686299" y="76094"/>
                  </a:lnTo>
                  <a:lnTo>
                    <a:pt x="3687371" y="75633"/>
                  </a:lnTo>
                  <a:lnTo>
                    <a:pt x="3688443" y="75172"/>
                  </a:lnTo>
                  <a:lnTo>
                    <a:pt x="3689514" y="74711"/>
                  </a:lnTo>
                  <a:lnTo>
                    <a:pt x="3690586" y="74249"/>
                  </a:lnTo>
                  <a:lnTo>
                    <a:pt x="3691657" y="73788"/>
                  </a:lnTo>
                  <a:lnTo>
                    <a:pt x="3692729" y="73326"/>
                  </a:lnTo>
                  <a:lnTo>
                    <a:pt x="3693801" y="72864"/>
                  </a:lnTo>
                  <a:lnTo>
                    <a:pt x="3694872" y="72401"/>
                  </a:lnTo>
                  <a:lnTo>
                    <a:pt x="3695944" y="71939"/>
                  </a:lnTo>
                  <a:lnTo>
                    <a:pt x="3697015" y="71476"/>
                  </a:lnTo>
                  <a:lnTo>
                    <a:pt x="3698087" y="71013"/>
                  </a:lnTo>
                  <a:lnTo>
                    <a:pt x="3699159" y="70549"/>
                  </a:lnTo>
                  <a:lnTo>
                    <a:pt x="3700230" y="70086"/>
                  </a:lnTo>
                  <a:lnTo>
                    <a:pt x="3701302" y="69622"/>
                  </a:lnTo>
                  <a:lnTo>
                    <a:pt x="3702373" y="69158"/>
                  </a:lnTo>
                  <a:lnTo>
                    <a:pt x="3703445" y="68693"/>
                  </a:lnTo>
                  <a:lnTo>
                    <a:pt x="3704517" y="68229"/>
                  </a:lnTo>
                  <a:lnTo>
                    <a:pt x="3705588" y="67764"/>
                  </a:lnTo>
                  <a:lnTo>
                    <a:pt x="3706660" y="67299"/>
                  </a:lnTo>
                  <a:lnTo>
                    <a:pt x="3707731" y="66834"/>
                  </a:lnTo>
                  <a:lnTo>
                    <a:pt x="3708803" y="66369"/>
                  </a:lnTo>
                  <a:lnTo>
                    <a:pt x="3709875" y="65903"/>
                  </a:lnTo>
                  <a:lnTo>
                    <a:pt x="3710946" y="65437"/>
                  </a:lnTo>
                  <a:lnTo>
                    <a:pt x="3712018" y="64971"/>
                  </a:lnTo>
                  <a:lnTo>
                    <a:pt x="3713089" y="64505"/>
                  </a:lnTo>
                  <a:lnTo>
                    <a:pt x="3714161" y="64038"/>
                  </a:lnTo>
                  <a:lnTo>
                    <a:pt x="3715233" y="63571"/>
                  </a:lnTo>
                  <a:lnTo>
                    <a:pt x="3716304" y="63104"/>
                  </a:lnTo>
                  <a:lnTo>
                    <a:pt x="3717376" y="62637"/>
                  </a:lnTo>
                  <a:lnTo>
                    <a:pt x="3718447" y="62169"/>
                  </a:lnTo>
                  <a:lnTo>
                    <a:pt x="3719519" y="61702"/>
                  </a:lnTo>
                  <a:lnTo>
                    <a:pt x="3720591" y="61234"/>
                  </a:lnTo>
                  <a:lnTo>
                    <a:pt x="3721662" y="60765"/>
                  </a:lnTo>
                  <a:lnTo>
                    <a:pt x="3722734" y="60297"/>
                  </a:lnTo>
                  <a:lnTo>
                    <a:pt x="3723805" y="59828"/>
                  </a:lnTo>
                  <a:lnTo>
                    <a:pt x="3724877" y="59359"/>
                  </a:lnTo>
                  <a:lnTo>
                    <a:pt x="3725949" y="58890"/>
                  </a:lnTo>
                  <a:lnTo>
                    <a:pt x="3727020" y="58421"/>
                  </a:lnTo>
                  <a:lnTo>
                    <a:pt x="3728092" y="57951"/>
                  </a:lnTo>
                  <a:lnTo>
                    <a:pt x="3729163" y="57482"/>
                  </a:lnTo>
                  <a:lnTo>
                    <a:pt x="3730235" y="57012"/>
                  </a:lnTo>
                  <a:lnTo>
                    <a:pt x="3731306" y="56541"/>
                  </a:lnTo>
                  <a:lnTo>
                    <a:pt x="3732378" y="56071"/>
                  </a:lnTo>
                  <a:lnTo>
                    <a:pt x="3733450" y="55600"/>
                  </a:lnTo>
                  <a:lnTo>
                    <a:pt x="3734521" y="55129"/>
                  </a:lnTo>
                  <a:lnTo>
                    <a:pt x="3735593" y="54658"/>
                  </a:lnTo>
                  <a:lnTo>
                    <a:pt x="3736664" y="54187"/>
                  </a:lnTo>
                  <a:lnTo>
                    <a:pt x="3737736" y="53715"/>
                  </a:lnTo>
                  <a:lnTo>
                    <a:pt x="3738808" y="53243"/>
                  </a:lnTo>
                  <a:lnTo>
                    <a:pt x="3739879" y="52771"/>
                  </a:lnTo>
                  <a:lnTo>
                    <a:pt x="3740951" y="52299"/>
                  </a:lnTo>
                  <a:lnTo>
                    <a:pt x="3742022" y="51826"/>
                  </a:lnTo>
                  <a:lnTo>
                    <a:pt x="3743094" y="51354"/>
                  </a:lnTo>
                  <a:lnTo>
                    <a:pt x="3744166" y="50881"/>
                  </a:lnTo>
                  <a:lnTo>
                    <a:pt x="3745237" y="50407"/>
                  </a:lnTo>
                  <a:lnTo>
                    <a:pt x="3746309" y="49934"/>
                  </a:lnTo>
                  <a:lnTo>
                    <a:pt x="3747380" y="49460"/>
                  </a:lnTo>
                  <a:lnTo>
                    <a:pt x="3748452" y="48987"/>
                  </a:lnTo>
                  <a:lnTo>
                    <a:pt x="3749524" y="48513"/>
                  </a:lnTo>
                  <a:lnTo>
                    <a:pt x="3750595" y="48038"/>
                  </a:lnTo>
                  <a:lnTo>
                    <a:pt x="3751667" y="47564"/>
                  </a:lnTo>
                  <a:lnTo>
                    <a:pt x="3752738" y="47089"/>
                  </a:lnTo>
                  <a:lnTo>
                    <a:pt x="3753810" y="46614"/>
                  </a:lnTo>
                  <a:lnTo>
                    <a:pt x="3754882" y="46139"/>
                  </a:lnTo>
                  <a:lnTo>
                    <a:pt x="3755953" y="45663"/>
                  </a:lnTo>
                  <a:lnTo>
                    <a:pt x="3757025" y="45188"/>
                  </a:lnTo>
                  <a:lnTo>
                    <a:pt x="3758096" y="44712"/>
                  </a:lnTo>
                  <a:lnTo>
                    <a:pt x="3759168" y="44236"/>
                  </a:lnTo>
                  <a:lnTo>
                    <a:pt x="3760240" y="43759"/>
                  </a:lnTo>
                  <a:lnTo>
                    <a:pt x="3761311" y="43283"/>
                  </a:lnTo>
                  <a:lnTo>
                    <a:pt x="3762383" y="42806"/>
                  </a:lnTo>
                  <a:lnTo>
                    <a:pt x="3763454" y="42329"/>
                  </a:lnTo>
                  <a:lnTo>
                    <a:pt x="3764526" y="41852"/>
                  </a:lnTo>
                  <a:lnTo>
                    <a:pt x="3765598" y="41374"/>
                  </a:lnTo>
                  <a:lnTo>
                    <a:pt x="3766669" y="40897"/>
                  </a:lnTo>
                  <a:lnTo>
                    <a:pt x="3767741" y="40419"/>
                  </a:lnTo>
                  <a:lnTo>
                    <a:pt x="3768812" y="39941"/>
                  </a:lnTo>
                  <a:lnTo>
                    <a:pt x="3769884" y="39463"/>
                  </a:lnTo>
                  <a:lnTo>
                    <a:pt x="3770956" y="38984"/>
                  </a:lnTo>
                  <a:lnTo>
                    <a:pt x="3772027" y="38505"/>
                  </a:lnTo>
                  <a:lnTo>
                    <a:pt x="3773099" y="38026"/>
                  </a:lnTo>
                  <a:lnTo>
                    <a:pt x="3774170" y="37547"/>
                  </a:lnTo>
                  <a:lnTo>
                    <a:pt x="3775242" y="37068"/>
                  </a:lnTo>
                  <a:lnTo>
                    <a:pt x="3776314" y="36588"/>
                  </a:lnTo>
                  <a:lnTo>
                    <a:pt x="3777385" y="36108"/>
                  </a:lnTo>
                  <a:lnTo>
                    <a:pt x="3778457" y="35628"/>
                  </a:lnTo>
                  <a:lnTo>
                    <a:pt x="3779528" y="35148"/>
                  </a:lnTo>
                  <a:lnTo>
                    <a:pt x="3780600" y="34667"/>
                  </a:lnTo>
                  <a:lnTo>
                    <a:pt x="3781672" y="34187"/>
                  </a:lnTo>
                  <a:lnTo>
                    <a:pt x="3782743" y="33706"/>
                  </a:lnTo>
                  <a:lnTo>
                    <a:pt x="3783815" y="33224"/>
                  </a:lnTo>
                  <a:lnTo>
                    <a:pt x="3784886" y="32743"/>
                  </a:lnTo>
                  <a:lnTo>
                    <a:pt x="3785958" y="32261"/>
                  </a:lnTo>
                  <a:lnTo>
                    <a:pt x="3787030" y="31780"/>
                  </a:lnTo>
                  <a:lnTo>
                    <a:pt x="3788101" y="31298"/>
                  </a:lnTo>
                  <a:lnTo>
                    <a:pt x="3789173" y="30815"/>
                  </a:lnTo>
                  <a:lnTo>
                    <a:pt x="3790244" y="30333"/>
                  </a:lnTo>
                  <a:lnTo>
                    <a:pt x="3791316" y="29850"/>
                  </a:lnTo>
                  <a:lnTo>
                    <a:pt x="3792388" y="29367"/>
                  </a:lnTo>
                  <a:lnTo>
                    <a:pt x="3793459" y="28884"/>
                  </a:lnTo>
                  <a:lnTo>
                    <a:pt x="3794531" y="28401"/>
                  </a:lnTo>
                  <a:lnTo>
                    <a:pt x="3795602" y="27917"/>
                  </a:lnTo>
                  <a:lnTo>
                    <a:pt x="3796674" y="27433"/>
                  </a:lnTo>
                  <a:lnTo>
                    <a:pt x="3797746" y="26949"/>
                  </a:lnTo>
                  <a:lnTo>
                    <a:pt x="3798817" y="26465"/>
                  </a:lnTo>
                  <a:lnTo>
                    <a:pt x="3799889" y="25981"/>
                  </a:lnTo>
                  <a:lnTo>
                    <a:pt x="3800960" y="25496"/>
                  </a:lnTo>
                  <a:lnTo>
                    <a:pt x="3802032" y="25011"/>
                  </a:lnTo>
                  <a:lnTo>
                    <a:pt x="3803104" y="24526"/>
                  </a:lnTo>
                  <a:lnTo>
                    <a:pt x="3804175" y="24041"/>
                  </a:lnTo>
                  <a:lnTo>
                    <a:pt x="3805247" y="23555"/>
                  </a:lnTo>
                  <a:lnTo>
                    <a:pt x="3806318" y="23070"/>
                  </a:lnTo>
                  <a:lnTo>
                    <a:pt x="3807390" y="22584"/>
                  </a:lnTo>
                  <a:lnTo>
                    <a:pt x="3808462" y="22097"/>
                  </a:lnTo>
                  <a:lnTo>
                    <a:pt x="3809533" y="21611"/>
                  </a:lnTo>
                  <a:lnTo>
                    <a:pt x="3810605" y="21124"/>
                  </a:lnTo>
                  <a:lnTo>
                    <a:pt x="3811676" y="20638"/>
                  </a:lnTo>
                  <a:lnTo>
                    <a:pt x="3812748" y="20151"/>
                  </a:lnTo>
                  <a:lnTo>
                    <a:pt x="3813820" y="19663"/>
                  </a:lnTo>
                  <a:lnTo>
                    <a:pt x="3814891" y="19176"/>
                  </a:lnTo>
                  <a:lnTo>
                    <a:pt x="3815963" y="18688"/>
                  </a:lnTo>
                  <a:lnTo>
                    <a:pt x="3817034" y="18200"/>
                  </a:lnTo>
                  <a:lnTo>
                    <a:pt x="3818106" y="17712"/>
                  </a:lnTo>
                  <a:lnTo>
                    <a:pt x="3819178" y="17224"/>
                  </a:lnTo>
                  <a:lnTo>
                    <a:pt x="3820249" y="16735"/>
                  </a:lnTo>
                  <a:lnTo>
                    <a:pt x="3821321" y="16247"/>
                  </a:lnTo>
                  <a:lnTo>
                    <a:pt x="3822392" y="15758"/>
                  </a:lnTo>
                  <a:lnTo>
                    <a:pt x="3823464" y="15269"/>
                  </a:lnTo>
                  <a:lnTo>
                    <a:pt x="3824536" y="14779"/>
                  </a:lnTo>
                  <a:lnTo>
                    <a:pt x="3825607" y="14290"/>
                  </a:lnTo>
                  <a:lnTo>
                    <a:pt x="3826679" y="13800"/>
                  </a:lnTo>
                  <a:lnTo>
                    <a:pt x="3827750" y="13310"/>
                  </a:lnTo>
                  <a:lnTo>
                    <a:pt x="3828822" y="12820"/>
                  </a:lnTo>
                  <a:lnTo>
                    <a:pt x="3829894" y="12329"/>
                  </a:lnTo>
                  <a:lnTo>
                    <a:pt x="3830965" y="11838"/>
                  </a:lnTo>
                  <a:lnTo>
                    <a:pt x="3832037" y="11348"/>
                  </a:lnTo>
                  <a:lnTo>
                    <a:pt x="3833108" y="10857"/>
                  </a:lnTo>
                  <a:lnTo>
                    <a:pt x="3834180" y="10365"/>
                  </a:lnTo>
                  <a:lnTo>
                    <a:pt x="3835252" y="9874"/>
                  </a:lnTo>
                  <a:lnTo>
                    <a:pt x="3836323" y="9382"/>
                  </a:lnTo>
                  <a:lnTo>
                    <a:pt x="3837395" y="8890"/>
                  </a:lnTo>
                  <a:lnTo>
                    <a:pt x="3838466" y="8398"/>
                  </a:lnTo>
                  <a:lnTo>
                    <a:pt x="3839538" y="7906"/>
                  </a:lnTo>
                  <a:lnTo>
                    <a:pt x="3840610" y="7413"/>
                  </a:lnTo>
                  <a:lnTo>
                    <a:pt x="3841681" y="6920"/>
                  </a:lnTo>
                  <a:lnTo>
                    <a:pt x="3842753" y="6427"/>
                  </a:lnTo>
                  <a:lnTo>
                    <a:pt x="3843824" y="5934"/>
                  </a:lnTo>
                  <a:lnTo>
                    <a:pt x="3844896" y="5441"/>
                  </a:lnTo>
                  <a:lnTo>
                    <a:pt x="3845968" y="4947"/>
                  </a:lnTo>
                  <a:lnTo>
                    <a:pt x="3847039" y="4453"/>
                  </a:lnTo>
                  <a:lnTo>
                    <a:pt x="3848111" y="3959"/>
                  </a:lnTo>
                  <a:lnTo>
                    <a:pt x="3849182" y="3465"/>
                  </a:lnTo>
                  <a:lnTo>
                    <a:pt x="3850254" y="2971"/>
                  </a:lnTo>
                  <a:lnTo>
                    <a:pt x="3851326" y="2476"/>
                  </a:lnTo>
                  <a:lnTo>
                    <a:pt x="3852397" y="1981"/>
                  </a:lnTo>
                  <a:lnTo>
                    <a:pt x="3853469" y="1486"/>
                  </a:lnTo>
                  <a:lnTo>
                    <a:pt x="3854540" y="991"/>
                  </a:lnTo>
                  <a:lnTo>
                    <a:pt x="3855612" y="49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5034264" y="936545"/>
              <a:ext cx="3856684" cy="1781529"/>
            </a:xfrm>
            <a:custGeom>
              <a:avLst/>
              <a:gdLst/>
              <a:ahLst/>
              <a:cxnLst/>
              <a:rect l="0" t="0" r="0" b="0"/>
              <a:pathLst>
                <a:path w="3856684" h="1781529">
                  <a:moveTo>
                    <a:pt x="3856684" y="0"/>
                  </a:moveTo>
                  <a:lnTo>
                    <a:pt x="3855612" y="98"/>
                  </a:lnTo>
                  <a:lnTo>
                    <a:pt x="3854540" y="197"/>
                  </a:lnTo>
                  <a:lnTo>
                    <a:pt x="3853469" y="296"/>
                  </a:lnTo>
                  <a:lnTo>
                    <a:pt x="3852397" y="396"/>
                  </a:lnTo>
                  <a:lnTo>
                    <a:pt x="3851326" y="495"/>
                  </a:lnTo>
                  <a:lnTo>
                    <a:pt x="3850254" y="594"/>
                  </a:lnTo>
                  <a:lnTo>
                    <a:pt x="3849182" y="694"/>
                  </a:lnTo>
                  <a:lnTo>
                    <a:pt x="3848111" y="793"/>
                  </a:lnTo>
                  <a:lnTo>
                    <a:pt x="3847039" y="893"/>
                  </a:lnTo>
                  <a:lnTo>
                    <a:pt x="3845968" y="992"/>
                  </a:lnTo>
                  <a:lnTo>
                    <a:pt x="3844896" y="1092"/>
                  </a:lnTo>
                  <a:lnTo>
                    <a:pt x="3843824" y="1192"/>
                  </a:lnTo>
                  <a:lnTo>
                    <a:pt x="3842753" y="1292"/>
                  </a:lnTo>
                  <a:lnTo>
                    <a:pt x="3841681" y="1392"/>
                  </a:lnTo>
                  <a:lnTo>
                    <a:pt x="3840610" y="1492"/>
                  </a:lnTo>
                  <a:lnTo>
                    <a:pt x="3839538" y="1592"/>
                  </a:lnTo>
                  <a:lnTo>
                    <a:pt x="3838466" y="1692"/>
                  </a:lnTo>
                  <a:lnTo>
                    <a:pt x="3837395" y="1793"/>
                  </a:lnTo>
                  <a:lnTo>
                    <a:pt x="3836323" y="1893"/>
                  </a:lnTo>
                  <a:lnTo>
                    <a:pt x="3835252" y="1994"/>
                  </a:lnTo>
                  <a:lnTo>
                    <a:pt x="3834180" y="2094"/>
                  </a:lnTo>
                  <a:lnTo>
                    <a:pt x="3833108" y="2195"/>
                  </a:lnTo>
                  <a:lnTo>
                    <a:pt x="3832037" y="2296"/>
                  </a:lnTo>
                  <a:lnTo>
                    <a:pt x="3830965" y="2397"/>
                  </a:lnTo>
                  <a:lnTo>
                    <a:pt x="3829894" y="2498"/>
                  </a:lnTo>
                  <a:lnTo>
                    <a:pt x="3828822" y="2599"/>
                  </a:lnTo>
                  <a:lnTo>
                    <a:pt x="3827750" y="2700"/>
                  </a:lnTo>
                  <a:lnTo>
                    <a:pt x="3826679" y="2801"/>
                  </a:lnTo>
                  <a:lnTo>
                    <a:pt x="3825607" y="2902"/>
                  </a:lnTo>
                  <a:lnTo>
                    <a:pt x="3824536" y="3004"/>
                  </a:lnTo>
                  <a:lnTo>
                    <a:pt x="3823464" y="3105"/>
                  </a:lnTo>
                  <a:lnTo>
                    <a:pt x="3822392" y="3207"/>
                  </a:lnTo>
                  <a:lnTo>
                    <a:pt x="3821321" y="3308"/>
                  </a:lnTo>
                  <a:lnTo>
                    <a:pt x="3820249" y="3410"/>
                  </a:lnTo>
                  <a:lnTo>
                    <a:pt x="3819178" y="3512"/>
                  </a:lnTo>
                  <a:lnTo>
                    <a:pt x="3818106" y="3614"/>
                  </a:lnTo>
                  <a:lnTo>
                    <a:pt x="3817034" y="3716"/>
                  </a:lnTo>
                  <a:lnTo>
                    <a:pt x="3815963" y="3818"/>
                  </a:lnTo>
                  <a:lnTo>
                    <a:pt x="3814891" y="3920"/>
                  </a:lnTo>
                  <a:lnTo>
                    <a:pt x="3813820" y="4022"/>
                  </a:lnTo>
                  <a:lnTo>
                    <a:pt x="3812748" y="4125"/>
                  </a:lnTo>
                  <a:lnTo>
                    <a:pt x="3811676" y="4227"/>
                  </a:lnTo>
                  <a:lnTo>
                    <a:pt x="3810605" y="4330"/>
                  </a:lnTo>
                  <a:lnTo>
                    <a:pt x="3809533" y="4432"/>
                  </a:lnTo>
                  <a:lnTo>
                    <a:pt x="3808462" y="4535"/>
                  </a:lnTo>
                  <a:lnTo>
                    <a:pt x="3807390" y="4638"/>
                  </a:lnTo>
                  <a:lnTo>
                    <a:pt x="3806318" y="4741"/>
                  </a:lnTo>
                  <a:lnTo>
                    <a:pt x="3805247" y="4844"/>
                  </a:lnTo>
                  <a:lnTo>
                    <a:pt x="3804175" y="4947"/>
                  </a:lnTo>
                  <a:lnTo>
                    <a:pt x="3803104" y="5050"/>
                  </a:lnTo>
                  <a:lnTo>
                    <a:pt x="3802032" y="5153"/>
                  </a:lnTo>
                  <a:lnTo>
                    <a:pt x="3800960" y="5257"/>
                  </a:lnTo>
                  <a:lnTo>
                    <a:pt x="3799889" y="5360"/>
                  </a:lnTo>
                  <a:lnTo>
                    <a:pt x="3798817" y="5464"/>
                  </a:lnTo>
                  <a:lnTo>
                    <a:pt x="3797746" y="5567"/>
                  </a:lnTo>
                  <a:lnTo>
                    <a:pt x="3796674" y="5671"/>
                  </a:lnTo>
                  <a:lnTo>
                    <a:pt x="3795602" y="5775"/>
                  </a:lnTo>
                  <a:lnTo>
                    <a:pt x="3794531" y="5879"/>
                  </a:lnTo>
                  <a:lnTo>
                    <a:pt x="3793459" y="5983"/>
                  </a:lnTo>
                  <a:lnTo>
                    <a:pt x="3792388" y="6087"/>
                  </a:lnTo>
                  <a:lnTo>
                    <a:pt x="3791316" y="6191"/>
                  </a:lnTo>
                  <a:lnTo>
                    <a:pt x="3790244" y="6296"/>
                  </a:lnTo>
                  <a:lnTo>
                    <a:pt x="3789173" y="6400"/>
                  </a:lnTo>
                  <a:lnTo>
                    <a:pt x="3788101" y="6504"/>
                  </a:lnTo>
                  <a:lnTo>
                    <a:pt x="3787030" y="6609"/>
                  </a:lnTo>
                  <a:lnTo>
                    <a:pt x="3785958" y="6714"/>
                  </a:lnTo>
                  <a:lnTo>
                    <a:pt x="3784886" y="6818"/>
                  </a:lnTo>
                  <a:lnTo>
                    <a:pt x="3783815" y="6923"/>
                  </a:lnTo>
                  <a:lnTo>
                    <a:pt x="3782743" y="7028"/>
                  </a:lnTo>
                  <a:lnTo>
                    <a:pt x="3781672" y="7133"/>
                  </a:lnTo>
                  <a:lnTo>
                    <a:pt x="3780600" y="7238"/>
                  </a:lnTo>
                  <a:lnTo>
                    <a:pt x="3779528" y="7344"/>
                  </a:lnTo>
                  <a:lnTo>
                    <a:pt x="3778457" y="7449"/>
                  </a:lnTo>
                  <a:lnTo>
                    <a:pt x="3777385" y="7554"/>
                  </a:lnTo>
                  <a:lnTo>
                    <a:pt x="3776314" y="7660"/>
                  </a:lnTo>
                  <a:lnTo>
                    <a:pt x="3775242" y="7766"/>
                  </a:lnTo>
                  <a:lnTo>
                    <a:pt x="3774170" y="7871"/>
                  </a:lnTo>
                  <a:lnTo>
                    <a:pt x="3773099" y="7977"/>
                  </a:lnTo>
                  <a:lnTo>
                    <a:pt x="3772027" y="8083"/>
                  </a:lnTo>
                  <a:lnTo>
                    <a:pt x="3770956" y="8189"/>
                  </a:lnTo>
                  <a:lnTo>
                    <a:pt x="3769884" y="8295"/>
                  </a:lnTo>
                  <a:lnTo>
                    <a:pt x="3768812" y="8401"/>
                  </a:lnTo>
                  <a:lnTo>
                    <a:pt x="3767741" y="8508"/>
                  </a:lnTo>
                  <a:lnTo>
                    <a:pt x="3766669" y="8614"/>
                  </a:lnTo>
                  <a:lnTo>
                    <a:pt x="3765598" y="8721"/>
                  </a:lnTo>
                  <a:lnTo>
                    <a:pt x="3764526" y="8827"/>
                  </a:lnTo>
                  <a:lnTo>
                    <a:pt x="3763454" y="8934"/>
                  </a:lnTo>
                  <a:lnTo>
                    <a:pt x="3762383" y="9041"/>
                  </a:lnTo>
                  <a:lnTo>
                    <a:pt x="3761311" y="9147"/>
                  </a:lnTo>
                  <a:lnTo>
                    <a:pt x="3760240" y="9254"/>
                  </a:lnTo>
                  <a:lnTo>
                    <a:pt x="3759168" y="9362"/>
                  </a:lnTo>
                  <a:lnTo>
                    <a:pt x="3758096" y="9469"/>
                  </a:lnTo>
                  <a:lnTo>
                    <a:pt x="3757025" y="9576"/>
                  </a:lnTo>
                  <a:lnTo>
                    <a:pt x="3755953" y="9683"/>
                  </a:lnTo>
                  <a:lnTo>
                    <a:pt x="3754882" y="9791"/>
                  </a:lnTo>
                  <a:lnTo>
                    <a:pt x="3753810" y="9899"/>
                  </a:lnTo>
                  <a:lnTo>
                    <a:pt x="3752738" y="10006"/>
                  </a:lnTo>
                  <a:lnTo>
                    <a:pt x="3751667" y="10114"/>
                  </a:lnTo>
                  <a:lnTo>
                    <a:pt x="3750595" y="10222"/>
                  </a:lnTo>
                  <a:lnTo>
                    <a:pt x="3749524" y="10330"/>
                  </a:lnTo>
                  <a:lnTo>
                    <a:pt x="3748452" y="10438"/>
                  </a:lnTo>
                  <a:lnTo>
                    <a:pt x="3747380" y="10546"/>
                  </a:lnTo>
                  <a:lnTo>
                    <a:pt x="3746309" y="10654"/>
                  </a:lnTo>
                  <a:lnTo>
                    <a:pt x="3745237" y="10763"/>
                  </a:lnTo>
                  <a:lnTo>
                    <a:pt x="3744166" y="10871"/>
                  </a:lnTo>
                  <a:lnTo>
                    <a:pt x="3743094" y="10980"/>
                  </a:lnTo>
                  <a:lnTo>
                    <a:pt x="3742022" y="11089"/>
                  </a:lnTo>
                  <a:lnTo>
                    <a:pt x="3740951" y="11197"/>
                  </a:lnTo>
                  <a:lnTo>
                    <a:pt x="3739879" y="11306"/>
                  </a:lnTo>
                  <a:lnTo>
                    <a:pt x="3738808" y="11415"/>
                  </a:lnTo>
                  <a:lnTo>
                    <a:pt x="3737736" y="11524"/>
                  </a:lnTo>
                  <a:lnTo>
                    <a:pt x="3736664" y="11634"/>
                  </a:lnTo>
                  <a:lnTo>
                    <a:pt x="3735593" y="11743"/>
                  </a:lnTo>
                  <a:lnTo>
                    <a:pt x="3734521" y="11852"/>
                  </a:lnTo>
                  <a:lnTo>
                    <a:pt x="3733450" y="11962"/>
                  </a:lnTo>
                  <a:lnTo>
                    <a:pt x="3732378" y="12072"/>
                  </a:lnTo>
                  <a:lnTo>
                    <a:pt x="3731306" y="12181"/>
                  </a:lnTo>
                  <a:lnTo>
                    <a:pt x="3730235" y="12291"/>
                  </a:lnTo>
                  <a:lnTo>
                    <a:pt x="3729163" y="12401"/>
                  </a:lnTo>
                  <a:lnTo>
                    <a:pt x="3728092" y="12511"/>
                  </a:lnTo>
                  <a:lnTo>
                    <a:pt x="3727020" y="12621"/>
                  </a:lnTo>
                  <a:lnTo>
                    <a:pt x="3725949" y="12732"/>
                  </a:lnTo>
                  <a:lnTo>
                    <a:pt x="3724877" y="12842"/>
                  </a:lnTo>
                  <a:lnTo>
                    <a:pt x="3723805" y="12952"/>
                  </a:lnTo>
                  <a:lnTo>
                    <a:pt x="3722734" y="13063"/>
                  </a:lnTo>
                  <a:lnTo>
                    <a:pt x="3721662" y="13174"/>
                  </a:lnTo>
                  <a:lnTo>
                    <a:pt x="3720591" y="13284"/>
                  </a:lnTo>
                  <a:lnTo>
                    <a:pt x="3719519" y="13395"/>
                  </a:lnTo>
                  <a:lnTo>
                    <a:pt x="3718447" y="13506"/>
                  </a:lnTo>
                  <a:lnTo>
                    <a:pt x="3717376" y="13617"/>
                  </a:lnTo>
                  <a:lnTo>
                    <a:pt x="3716304" y="13729"/>
                  </a:lnTo>
                  <a:lnTo>
                    <a:pt x="3715233" y="13840"/>
                  </a:lnTo>
                  <a:lnTo>
                    <a:pt x="3714161" y="13951"/>
                  </a:lnTo>
                  <a:lnTo>
                    <a:pt x="3713089" y="14063"/>
                  </a:lnTo>
                  <a:lnTo>
                    <a:pt x="3712018" y="14175"/>
                  </a:lnTo>
                  <a:lnTo>
                    <a:pt x="3710946" y="14286"/>
                  </a:lnTo>
                  <a:lnTo>
                    <a:pt x="3709875" y="14398"/>
                  </a:lnTo>
                  <a:lnTo>
                    <a:pt x="3708803" y="14510"/>
                  </a:lnTo>
                  <a:lnTo>
                    <a:pt x="3707731" y="14622"/>
                  </a:lnTo>
                  <a:lnTo>
                    <a:pt x="3706660" y="14735"/>
                  </a:lnTo>
                  <a:lnTo>
                    <a:pt x="3705588" y="14847"/>
                  </a:lnTo>
                  <a:lnTo>
                    <a:pt x="3704517" y="14959"/>
                  </a:lnTo>
                  <a:lnTo>
                    <a:pt x="3703445" y="15072"/>
                  </a:lnTo>
                  <a:lnTo>
                    <a:pt x="3702373" y="15184"/>
                  </a:lnTo>
                  <a:lnTo>
                    <a:pt x="3701302" y="15297"/>
                  </a:lnTo>
                  <a:lnTo>
                    <a:pt x="3700230" y="15410"/>
                  </a:lnTo>
                  <a:lnTo>
                    <a:pt x="3699159" y="15523"/>
                  </a:lnTo>
                  <a:lnTo>
                    <a:pt x="3698087" y="15636"/>
                  </a:lnTo>
                  <a:lnTo>
                    <a:pt x="3697015" y="15749"/>
                  </a:lnTo>
                  <a:lnTo>
                    <a:pt x="3695944" y="15862"/>
                  </a:lnTo>
                  <a:lnTo>
                    <a:pt x="3694872" y="15976"/>
                  </a:lnTo>
                  <a:lnTo>
                    <a:pt x="3693801" y="16089"/>
                  </a:lnTo>
                  <a:lnTo>
                    <a:pt x="3692729" y="16203"/>
                  </a:lnTo>
                  <a:lnTo>
                    <a:pt x="3691657" y="16317"/>
                  </a:lnTo>
                  <a:lnTo>
                    <a:pt x="3690586" y="16431"/>
                  </a:lnTo>
                  <a:lnTo>
                    <a:pt x="3689514" y="16545"/>
                  </a:lnTo>
                  <a:lnTo>
                    <a:pt x="3688443" y="16659"/>
                  </a:lnTo>
                  <a:lnTo>
                    <a:pt x="3687371" y="16773"/>
                  </a:lnTo>
                  <a:lnTo>
                    <a:pt x="3686299" y="16887"/>
                  </a:lnTo>
                  <a:lnTo>
                    <a:pt x="3685228" y="17002"/>
                  </a:lnTo>
                  <a:lnTo>
                    <a:pt x="3684156" y="17116"/>
                  </a:lnTo>
                  <a:lnTo>
                    <a:pt x="3683085" y="17231"/>
                  </a:lnTo>
                  <a:lnTo>
                    <a:pt x="3682013" y="17345"/>
                  </a:lnTo>
                  <a:lnTo>
                    <a:pt x="3680941" y="17460"/>
                  </a:lnTo>
                  <a:lnTo>
                    <a:pt x="3679870" y="17575"/>
                  </a:lnTo>
                  <a:lnTo>
                    <a:pt x="3678798" y="17690"/>
                  </a:lnTo>
                  <a:lnTo>
                    <a:pt x="3677727" y="17806"/>
                  </a:lnTo>
                  <a:lnTo>
                    <a:pt x="3676655" y="17921"/>
                  </a:lnTo>
                  <a:lnTo>
                    <a:pt x="3675583" y="18036"/>
                  </a:lnTo>
                  <a:lnTo>
                    <a:pt x="3674512" y="18152"/>
                  </a:lnTo>
                  <a:lnTo>
                    <a:pt x="3673440" y="18268"/>
                  </a:lnTo>
                  <a:lnTo>
                    <a:pt x="3672369" y="18383"/>
                  </a:lnTo>
                  <a:lnTo>
                    <a:pt x="3671297" y="18499"/>
                  </a:lnTo>
                  <a:lnTo>
                    <a:pt x="3670225" y="18615"/>
                  </a:lnTo>
                  <a:lnTo>
                    <a:pt x="3669154" y="18732"/>
                  </a:lnTo>
                  <a:lnTo>
                    <a:pt x="3668082" y="18848"/>
                  </a:lnTo>
                  <a:lnTo>
                    <a:pt x="3667011" y="18964"/>
                  </a:lnTo>
                  <a:lnTo>
                    <a:pt x="3665939" y="19081"/>
                  </a:lnTo>
                  <a:lnTo>
                    <a:pt x="3664867" y="19197"/>
                  </a:lnTo>
                  <a:lnTo>
                    <a:pt x="3663796" y="19314"/>
                  </a:lnTo>
                  <a:lnTo>
                    <a:pt x="3662724" y="19431"/>
                  </a:lnTo>
                  <a:lnTo>
                    <a:pt x="3661653" y="19548"/>
                  </a:lnTo>
                  <a:lnTo>
                    <a:pt x="3660581" y="19665"/>
                  </a:lnTo>
                  <a:lnTo>
                    <a:pt x="3659509" y="19782"/>
                  </a:lnTo>
                  <a:lnTo>
                    <a:pt x="3658438" y="19899"/>
                  </a:lnTo>
                  <a:lnTo>
                    <a:pt x="3657366" y="20017"/>
                  </a:lnTo>
                  <a:lnTo>
                    <a:pt x="3656295" y="20134"/>
                  </a:lnTo>
                  <a:lnTo>
                    <a:pt x="3655223" y="20252"/>
                  </a:lnTo>
                  <a:lnTo>
                    <a:pt x="3654151" y="20370"/>
                  </a:lnTo>
                  <a:lnTo>
                    <a:pt x="3653080" y="20488"/>
                  </a:lnTo>
                  <a:lnTo>
                    <a:pt x="3652008" y="20606"/>
                  </a:lnTo>
                  <a:lnTo>
                    <a:pt x="3650937" y="20724"/>
                  </a:lnTo>
                  <a:lnTo>
                    <a:pt x="3649865" y="20842"/>
                  </a:lnTo>
                  <a:lnTo>
                    <a:pt x="3648793" y="20961"/>
                  </a:lnTo>
                  <a:lnTo>
                    <a:pt x="3647722" y="21079"/>
                  </a:lnTo>
                  <a:lnTo>
                    <a:pt x="3646650" y="21198"/>
                  </a:lnTo>
                  <a:lnTo>
                    <a:pt x="3645579" y="21317"/>
                  </a:lnTo>
                  <a:lnTo>
                    <a:pt x="3644507" y="21436"/>
                  </a:lnTo>
                  <a:lnTo>
                    <a:pt x="3643435" y="21555"/>
                  </a:lnTo>
                  <a:lnTo>
                    <a:pt x="3642364" y="21674"/>
                  </a:lnTo>
                  <a:lnTo>
                    <a:pt x="3641292" y="21793"/>
                  </a:lnTo>
                  <a:lnTo>
                    <a:pt x="3640221" y="21912"/>
                  </a:lnTo>
                  <a:lnTo>
                    <a:pt x="3639149" y="22032"/>
                  </a:lnTo>
                  <a:lnTo>
                    <a:pt x="3638077" y="22152"/>
                  </a:lnTo>
                  <a:lnTo>
                    <a:pt x="3637006" y="22271"/>
                  </a:lnTo>
                  <a:lnTo>
                    <a:pt x="3635934" y="22391"/>
                  </a:lnTo>
                  <a:lnTo>
                    <a:pt x="3634863" y="22511"/>
                  </a:lnTo>
                  <a:lnTo>
                    <a:pt x="3633791" y="22631"/>
                  </a:lnTo>
                  <a:lnTo>
                    <a:pt x="3632719" y="22752"/>
                  </a:lnTo>
                  <a:lnTo>
                    <a:pt x="3631648" y="22872"/>
                  </a:lnTo>
                  <a:lnTo>
                    <a:pt x="3630576" y="22992"/>
                  </a:lnTo>
                  <a:lnTo>
                    <a:pt x="3629505" y="23113"/>
                  </a:lnTo>
                  <a:lnTo>
                    <a:pt x="3628433" y="23234"/>
                  </a:lnTo>
                  <a:lnTo>
                    <a:pt x="3627361" y="23355"/>
                  </a:lnTo>
                  <a:lnTo>
                    <a:pt x="3626290" y="23476"/>
                  </a:lnTo>
                  <a:lnTo>
                    <a:pt x="3625218" y="23597"/>
                  </a:lnTo>
                  <a:lnTo>
                    <a:pt x="3624147" y="23718"/>
                  </a:lnTo>
                  <a:lnTo>
                    <a:pt x="3623075" y="23839"/>
                  </a:lnTo>
                  <a:lnTo>
                    <a:pt x="3622003" y="23961"/>
                  </a:lnTo>
                  <a:lnTo>
                    <a:pt x="3620932" y="24083"/>
                  </a:lnTo>
                  <a:lnTo>
                    <a:pt x="3619860" y="24204"/>
                  </a:lnTo>
                  <a:lnTo>
                    <a:pt x="3618789" y="24326"/>
                  </a:lnTo>
                  <a:lnTo>
                    <a:pt x="3617717" y="24448"/>
                  </a:lnTo>
                  <a:lnTo>
                    <a:pt x="3616645" y="24570"/>
                  </a:lnTo>
                  <a:lnTo>
                    <a:pt x="3615574" y="24693"/>
                  </a:lnTo>
                  <a:lnTo>
                    <a:pt x="3614502" y="24815"/>
                  </a:lnTo>
                  <a:lnTo>
                    <a:pt x="3613431" y="24938"/>
                  </a:lnTo>
                  <a:lnTo>
                    <a:pt x="3612359" y="25060"/>
                  </a:lnTo>
                  <a:lnTo>
                    <a:pt x="3611287" y="25183"/>
                  </a:lnTo>
                  <a:lnTo>
                    <a:pt x="3610216" y="25306"/>
                  </a:lnTo>
                  <a:lnTo>
                    <a:pt x="3609144" y="25429"/>
                  </a:lnTo>
                  <a:lnTo>
                    <a:pt x="3608073" y="25552"/>
                  </a:lnTo>
                  <a:lnTo>
                    <a:pt x="3607001" y="25675"/>
                  </a:lnTo>
                  <a:lnTo>
                    <a:pt x="3605929" y="25799"/>
                  </a:lnTo>
                  <a:lnTo>
                    <a:pt x="3604858" y="25922"/>
                  </a:lnTo>
                  <a:lnTo>
                    <a:pt x="3603786" y="26046"/>
                  </a:lnTo>
                  <a:lnTo>
                    <a:pt x="3602715" y="26170"/>
                  </a:lnTo>
                  <a:lnTo>
                    <a:pt x="3601643" y="26294"/>
                  </a:lnTo>
                  <a:lnTo>
                    <a:pt x="3600571" y="26418"/>
                  </a:lnTo>
                  <a:lnTo>
                    <a:pt x="3599500" y="26542"/>
                  </a:lnTo>
                  <a:lnTo>
                    <a:pt x="3598428" y="26667"/>
                  </a:lnTo>
                  <a:lnTo>
                    <a:pt x="3597357" y="26791"/>
                  </a:lnTo>
                  <a:lnTo>
                    <a:pt x="3596285" y="26916"/>
                  </a:lnTo>
                  <a:lnTo>
                    <a:pt x="3595213" y="27040"/>
                  </a:lnTo>
                  <a:lnTo>
                    <a:pt x="3594142" y="27165"/>
                  </a:lnTo>
                  <a:lnTo>
                    <a:pt x="3593070" y="27290"/>
                  </a:lnTo>
                  <a:lnTo>
                    <a:pt x="3591999" y="27415"/>
                  </a:lnTo>
                  <a:lnTo>
                    <a:pt x="3590927" y="27541"/>
                  </a:lnTo>
                  <a:lnTo>
                    <a:pt x="3589855" y="27666"/>
                  </a:lnTo>
                  <a:lnTo>
                    <a:pt x="3588784" y="27792"/>
                  </a:lnTo>
                  <a:lnTo>
                    <a:pt x="3587712" y="27917"/>
                  </a:lnTo>
                  <a:lnTo>
                    <a:pt x="3586641" y="28043"/>
                  </a:lnTo>
                  <a:lnTo>
                    <a:pt x="3585569" y="28169"/>
                  </a:lnTo>
                  <a:lnTo>
                    <a:pt x="3584497" y="28295"/>
                  </a:lnTo>
                  <a:lnTo>
                    <a:pt x="3583426" y="28422"/>
                  </a:lnTo>
                  <a:lnTo>
                    <a:pt x="3582354" y="28548"/>
                  </a:lnTo>
                  <a:lnTo>
                    <a:pt x="3581283" y="28674"/>
                  </a:lnTo>
                  <a:lnTo>
                    <a:pt x="3580211" y="28801"/>
                  </a:lnTo>
                  <a:lnTo>
                    <a:pt x="3579139" y="28928"/>
                  </a:lnTo>
                  <a:lnTo>
                    <a:pt x="3578068" y="29055"/>
                  </a:lnTo>
                  <a:lnTo>
                    <a:pt x="3576996" y="29182"/>
                  </a:lnTo>
                  <a:lnTo>
                    <a:pt x="3575925" y="29309"/>
                  </a:lnTo>
                  <a:lnTo>
                    <a:pt x="3574853" y="29436"/>
                  </a:lnTo>
                  <a:lnTo>
                    <a:pt x="3573781" y="29564"/>
                  </a:lnTo>
                  <a:lnTo>
                    <a:pt x="3572710" y="29691"/>
                  </a:lnTo>
                  <a:lnTo>
                    <a:pt x="3571638" y="29819"/>
                  </a:lnTo>
                  <a:lnTo>
                    <a:pt x="3570567" y="29947"/>
                  </a:lnTo>
                  <a:lnTo>
                    <a:pt x="3569495" y="30075"/>
                  </a:lnTo>
                  <a:lnTo>
                    <a:pt x="3568423" y="30203"/>
                  </a:lnTo>
                  <a:lnTo>
                    <a:pt x="3567352" y="30332"/>
                  </a:lnTo>
                  <a:lnTo>
                    <a:pt x="3566280" y="30460"/>
                  </a:lnTo>
                  <a:lnTo>
                    <a:pt x="3565209" y="30589"/>
                  </a:lnTo>
                  <a:lnTo>
                    <a:pt x="3564137" y="30717"/>
                  </a:lnTo>
                  <a:lnTo>
                    <a:pt x="3563065" y="30846"/>
                  </a:lnTo>
                  <a:lnTo>
                    <a:pt x="3561994" y="30975"/>
                  </a:lnTo>
                  <a:lnTo>
                    <a:pt x="3560922" y="31104"/>
                  </a:lnTo>
                  <a:lnTo>
                    <a:pt x="3559851" y="31234"/>
                  </a:lnTo>
                  <a:lnTo>
                    <a:pt x="3558779" y="31363"/>
                  </a:lnTo>
                  <a:lnTo>
                    <a:pt x="3557707" y="31492"/>
                  </a:lnTo>
                  <a:lnTo>
                    <a:pt x="3556636" y="31622"/>
                  </a:lnTo>
                  <a:lnTo>
                    <a:pt x="3555564" y="31752"/>
                  </a:lnTo>
                  <a:lnTo>
                    <a:pt x="3554493" y="31882"/>
                  </a:lnTo>
                  <a:lnTo>
                    <a:pt x="3553421" y="32012"/>
                  </a:lnTo>
                  <a:lnTo>
                    <a:pt x="3552349" y="32142"/>
                  </a:lnTo>
                  <a:lnTo>
                    <a:pt x="3551278" y="32273"/>
                  </a:lnTo>
                  <a:lnTo>
                    <a:pt x="3550206" y="32403"/>
                  </a:lnTo>
                  <a:lnTo>
                    <a:pt x="3549135" y="32534"/>
                  </a:lnTo>
                  <a:lnTo>
                    <a:pt x="3548063" y="32665"/>
                  </a:lnTo>
                  <a:lnTo>
                    <a:pt x="3546992" y="32796"/>
                  </a:lnTo>
                  <a:lnTo>
                    <a:pt x="3545920" y="32927"/>
                  </a:lnTo>
                  <a:lnTo>
                    <a:pt x="3544848" y="33058"/>
                  </a:lnTo>
                  <a:lnTo>
                    <a:pt x="3543777" y="33190"/>
                  </a:lnTo>
                  <a:lnTo>
                    <a:pt x="3542705" y="33321"/>
                  </a:lnTo>
                  <a:lnTo>
                    <a:pt x="3541634" y="33453"/>
                  </a:lnTo>
                  <a:lnTo>
                    <a:pt x="3540562" y="33585"/>
                  </a:lnTo>
                  <a:lnTo>
                    <a:pt x="3539490" y="33717"/>
                  </a:lnTo>
                  <a:lnTo>
                    <a:pt x="3538419" y="33849"/>
                  </a:lnTo>
                  <a:lnTo>
                    <a:pt x="3537347" y="33981"/>
                  </a:lnTo>
                  <a:lnTo>
                    <a:pt x="3536276" y="34114"/>
                  </a:lnTo>
                  <a:lnTo>
                    <a:pt x="3535204" y="34246"/>
                  </a:lnTo>
                  <a:lnTo>
                    <a:pt x="3534132" y="34379"/>
                  </a:lnTo>
                  <a:lnTo>
                    <a:pt x="3533061" y="34512"/>
                  </a:lnTo>
                  <a:lnTo>
                    <a:pt x="3531989" y="34645"/>
                  </a:lnTo>
                  <a:lnTo>
                    <a:pt x="3530918" y="34778"/>
                  </a:lnTo>
                  <a:lnTo>
                    <a:pt x="3529846" y="34912"/>
                  </a:lnTo>
                  <a:lnTo>
                    <a:pt x="3528774" y="35045"/>
                  </a:lnTo>
                  <a:lnTo>
                    <a:pt x="3527703" y="35179"/>
                  </a:lnTo>
                  <a:lnTo>
                    <a:pt x="3526631" y="35313"/>
                  </a:lnTo>
                  <a:lnTo>
                    <a:pt x="3525560" y="35447"/>
                  </a:lnTo>
                  <a:lnTo>
                    <a:pt x="3524488" y="35581"/>
                  </a:lnTo>
                  <a:lnTo>
                    <a:pt x="3523416" y="35715"/>
                  </a:lnTo>
                  <a:lnTo>
                    <a:pt x="3522345" y="35849"/>
                  </a:lnTo>
                  <a:lnTo>
                    <a:pt x="3521273" y="35984"/>
                  </a:lnTo>
                  <a:lnTo>
                    <a:pt x="3520202" y="36118"/>
                  </a:lnTo>
                  <a:lnTo>
                    <a:pt x="3519130" y="36253"/>
                  </a:lnTo>
                  <a:lnTo>
                    <a:pt x="3518058" y="36388"/>
                  </a:lnTo>
                  <a:lnTo>
                    <a:pt x="3516987" y="36523"/>
                  </a:lnTo>
                  <a:lnTo>
                    <a:pt x="3515915" y="36659"/>
                  </a:lnTo>
                  <a:lnTo>
                    <a:pt x="3514844" y="36794"/>
                  </a:lnTo>
                  <a:lnTo>
                    <a:pt x="3513772" y="36930"/>
                  </a:lnTo>
                  <a:lnTo>
                    <a:pt x="3512700" y="37065"/>
                  </a:lnTo>
                  <a:lnTo>
                    <a:pt x="3511629" y="37201"/>
                  </a:lnTo>
                  <a:lnTo>
                    <a:pt x="3510557" y="37337"/>
                  </a:lnTo>
                  <a:lnTo>
                    <a:pt x="3509486" y="37474"/>
                  </a:lnTo>
                  <a:lnTo>
                    <a:pt x="3508414" y="37610"/>
                  </a:lnTo>
                  <a:lnTo>
                    <a:pt x="3507342" y="37746"/>
                  </a:lnTo>
                  <a:lnTo>
                    <a:pt x="3506271" y="37883"/>
                  </a:lnTo>
                  <a:lnTo>
                    <a:pt x="3505199" y="38020"/>
                  </a:lnTo>
                  <a:lnTo>
                    <a:pt x="3504128" y="38157"/>
                  </a:lnTo>
                  <a:lnTo>
                    <a:pt x="3503056" y="38294"/>
                  </a:lnTo>
                  <a:lnTo>
                    <a:pt x="3501984" y="38431"/>
                  </a:lnTo>
                  <a:lnTo>
                    <a:pt x="3500913" y="38569"/>
                  </a:lnTo>
                  <a:lnTo>
                    <a:pt x="3499841" y="38706"/>
                  </a:lnTo>
                  <a:lnTo>
                    <a:pt x="3498770" y="38844"/>
                  </a:lnTo>
                  <a:lnTo>
                    <a:pt x="3497698" y="38982"/>
                  </a:lnTo>
                  <a:lnTo>
                    <a:pt x="3496626" y="39120"/>
                  </a:lnTo>
                  <a:lnTo>
                    <a:pt x="3495555" y="39258"/>
                  </a:lnTo>
                  <a:lnTo>
                    <a:pt x="3494483" y="39397"/>
                  </a:lnTo>
                  <a:lnTo>
                    <a:pt x="3493412" y="39535"/>
                  </a:lnTo>
                  <a:lnTo>
                    <a:pt x="3492340" y="39674"/>
                  </a:lnTo>
                  <a:lnTo>
                    <a:pt x="3491268" y="39813"/>
                  </a:lnTo>
                  <a:lnTo>
                    <a:pt x="3490197" y="39952"/>
                  </a:lnTo>
                  <a:lnTo>
                    <a:pt x="3489125" y="40091"/>
                  </a:lnTo>
                  <a:lnTo>
                    <a:pt x="3488054" y="40230"/>
                  </a:lnTo>
                  <a:lnTo>
                    <a:pt x="3486982" y="40370"/>
                  </a:lnTo>
                  <a:lnTo>
                    <a:pt x="3485910" y="40509"/>
                  </a:lnTo>
                  <a:lnTo>
                    <a:pt x="3484839" y="40649"/>
                  </a:lnTo>
                  <a:lnTo>
                    <a:pt x="3483767" y="40789"/>
                  </a:lnTo>
                  <a:lnTo>
                    <a:pt x="3482696" y="40929"/>
                  </a:lnTo>
                  <a:lnTo>
                    <a:pt x="3481624" y="41070"/>
                  </a:lnTo>
                  <a:lnTo>
                    <a:pt x="3480552" y="41210"/>
                  </a:lnTo>
                  <a:lnTo>
                    <a:pt x="3479481" y="41351"/>
                  </a:lnTo>
                  <a:lnTo>
                    <a:pt x="3478409" y="41491"/>
                  </a:lnTo>
                  <a:lnTo>
                    <a:pt x="3477338" y="41632"/>
                  </a:lnTo>
                  <a:lnTo>
                    <a:pt x="3476266" y="41773"/>
                  </a:lnTo>
                  <a:lnTo>
                    <a:pt x="3475194" y="41915"/>
                  </a:lnTo>
                  <a:lnTo>
                    <a:pt x="3474123" y="42056"/>
                  </a:lnTo>
                  <a:lnTo>
                    <a:pt x="3473051" y="42198"/>
                  </a:lnTo>
                  <a:lnTo>
                    <a:pt x="3471980" y="42339"/>
                  </a:lnTo>
                  <a:lnTo>
                    <a:pt x="3470908" y="42481"/>
                  </a:lnTo>
                  <a:lnTo>
                    <a:pt x="3469836" y="42623"/>
                  </a:lnTo>
                  <a:lnTo>
                    <a:pt x="3468765" y="42766"/>
                  </a:lnTo>
                  <a:lnTo>
                    <a:pt x="3467693" y="42908"/>
                  </a:lnTo>
                  <a:lnTo>
                    <a:pt x="3466622" y="43051"/>
                  </a:lnTo>
                  <a:lnTo>
                    <a:pt x="3465550" y="43193"/>
                  </a:lnTo>
                  <a:lnTo>
                    <a:pt x="3464478" y="43336"/>
                  </a:lnTo>
                  <a:lnTo>
                    <a:pt x="3463407" y="43479"/>
                  </a:lnTo>
                  <a:lnTo>
                    <a:pt x="3462335" y="43622"/>
                  </a:lnTo>
                  <a:lnTo>
                    <a:pt x="3461264" y="43766"/>
                  </a:lnTo>
                  <a:lnTo>
                    <a:pt x="3460192" y="43909"/>
                  </a:lnTo>
                  <a:lnTo>
                    <a:pt x="3459120" y="44053"/>
                  </a:lnTo>
                  <a:lnTo>
                    <a:pt x="3458049" y="44197"/>
                  </a:lnTo>
                  <a:lnTo>
                    <a:pt x="3456977" y="44341"/>
                  </a:lnTo>
                  <a:lnTo>
                    <a:pt x="3455906" y="44485"/>
                  </a:lnTo>
                  <a:lnTo>
                    <a:pt x="3454834" y="44630"/>
                  </a:lnTo>
                  <a:lnTo>
                    <a:pt x="3453762" y="44774"/>
                  </a:lnTo>
                  <a:lnTo>
                    <a:pt x="3452691" y="44919"/>
                  </a:lnTo>
                  <a:lnTo>
                    <a:pt x="3451619" y="45064"/>
                  </a:lnTo>
                  <a:lnTo>
                    <a:pt x="3450548" y="45209"/>
                  </a:lnTo>
                  <a:lnTo>
                    <a:pt x="3449476" y="45354"/>
                  </a:lnTo>
                  <a:lnTo>
                    <a:pt x="3448404" y="45499"/>
                  </a:lnTo>
                  <a:lnTo>
                    <a:pt x="3447333" y="45645"/>
                  </a:lnTo>
                  <a:lnTo>
                    <a:pt x="3446261" y="45791"/>
                  </a:lnTo>
                  <a:lnTo>
                    <a:pt x="3445190" y="45937"/>
                  </a:lnTo>
                  <a:lnTo>
                    <a:pt x="3444118" y="46083"/>
                  </a:lnTo>
                  <a:lnTo>
                    <a:pt x="3443046" y="46229"/>
                  </a:lnTo>
                  <a:lnTo>
                    <a:pt x="3441975" y="46375"/>
                  </a:lnTo>
                  <a:lnTo>
                    <a:pt x="3440903" y="46522"/>
                  </a:lnTo>
                  <a:lnTo>
                    <a:pt x="3439832" y="46669"/>
                  </a:lnTo>
                  <a:lnTo>
                    <a:pt x="3438760" y="46815"/>
                  </a:lnTo>
                  <a:lnTo>
                    <a:pt x="3437688" y="46963"/>
                  </a:lnTo>
                  <a:lnTo>
                    <a:pt x="3436617" y="47110"/>
                  </a:lnTo>
                  <a:lnTo>
                    <a:pt x="3435545" y="47257"/>
                  </a:lnTo>
                  <a:lnTo>
                    <a:pt x="3434474" y="47405"/>
                  </a:lnTo>
                  <a:lnTo>
                    <a:pt x="3433402" y="47553"/>
                  </a:lnTo>
                  <a:lnTo>
                    <a:pt x="3432330" y="47701"/>
                  </a:lnTo>
                  <a:lnTo>
                    <a:pt x="3431259" y="47849"/>
                  </a:lnTo>
                  <a:lnTo>
                    <a:pt x="3430187" y="47997"/>
                  </a:lnTo>
                  <a:lnTo>
                    <a:pt x="3429116" y="48145"/>
                  </a:lnTo>
                  <a:lnTo>
                    <a:pt x="3428044" y="48294"/>
                  </a:lnTo>
                  <a:lnTo>
                    <a:pt x="3426972" y="48443"/>
                  </a:lnTo>
                  <a:lnTo>
                    <a:pt x="3425901" y="48592"/>
                  </a:lnTo>
                  <a:lnTo>
                    <a:pt x="3424829" y="48741"/>
                  </a:lnTo>
                  <a:lnTo>
                    <a:pt x="3423758" y="48890"/>
                  </a:lnTo>
                  <a:lnTo>
                    <a:pt x="3422686" y="49040"/>
                  </a:lnTo>
                  <a:lnTo>
                    <a:pt x="3421614" y="49189"/>
                  </a:lnTo>
                  <a:lnTo>
                    <a:pt x="3420543" y="49339"/>
                  </a:lnTo>
                  <a:lnTo>
                    <a:pt x="3419471" y="49489"/>
                  </a:lnTo>
                  <a:lnTo>
                    <a:pt x="3418400" y="49640"/>
                  </a:lnTo>
                  <a:lnTo>
                    <a:pt x="3417328" y="49790"/>
                  </a:lnTo>
                  <a:lnTo>
                    <a:pt x="3416256" y="49941"/>
                  </a:lnTo>
                  <a:lnTo>
                    <a:pt x="3415185" y="50091"/>
                  </a:lnTo>
                  <a:lnTo>
                    <a:pt x="3414113" y="50242"/>
                  </a:lnTo>
                  <a:lnTo>
                    <a:pt x="3413042" y="50393"/>
                  </a:lnTo>
                  <a:lnTo>
                    <a:pt x="3411970" y="50545"/>
                  </a:lnTo>
                  <a:lnTo>
                    <a:pt x="3410898" y="50696"/>
                  </a:lnTo>
                  <a:lnTo>
                    <a:pt x="3409827" y="50848"/>
                  </a:lnTo>
                  <a:lnTo>
                    <a:pt x="3408755" y="50999"/>
                  </a:lnTo>
                  <a:lnTo>
                    <a:pt x="3407684" y="51151"/>
                  </a:lnTo>
                  <a:lnTo>
                    <a:pt x="3406612" y="51304"/>
                  </a:lnTo>
                  <a:lnTo>
                    <a:pt x="3405540" y="51456"/>
                  </a:lnTo>
                  <a:lnTo>
                    <a:pt x="3404469" y="51608"/>
                  </a:lnTo>
                  <a:lnTo>
                    <a:pt x="3403397" y="51761"/>
                  </a:lnTo>
                  <a:lnTo>
                    <a:pt x="3402326" y="51914"/>
                  </a:lnTo>
                  <a:lnTo>
                    <a:pt x="3401254" y="52067"/>
                  </a:lnTo>
                  <a:lnTo>
                    <a:pt x="3400182" y="52220"/>
                  </a:lnTo>
                  <a:lnTo>
                    <a:pt x="3399111" y="52374"/>
                  </a:lnTo>
                  <a:lnTo>
                    <a:pt x="3398039" y="52527"/>
                  </a:lnTo>
                  <a:lnTo>
                    <a:pt x="3396968" y="52681"/>
                  </a:lnTo>
                  <a:lnTo>
                    <a:pt x="3395896" y="52835"/>
                  </a:lnTo>
                  <a:lnTo>
                    <a:pt x="3394824" y="52989"/>
                  </a:lnTo>
                  <a:lnTo>
                    <a:pt x="3393753" y="53144"/>
                  </a:lnTo>
                  <a:lnTo>
                    <a:pt x="3392681" y="53298"/>
                  </a:lnTo>
                  <a:lnTo>
                    <a:pt x="3391610" y="53453"/>
                  </a:lnTo>
                  <a:lnTo>
                    <a:pt x="3390538" y="53608"/>
                  </a:lnTo>
                  <a:lnTo>
                    <a:pt x="3389466" y="53763"/>
                  </a:lnTo>
                  <a:lnTo>
                    <a:pt x="3388395" y="53918"/>
                  </a:lnTo>
                  <a:lnTo>
                    <a:pt x="3387323" y="54074"/>
                  </a:lnTo>
                  <a:lnTo>
                    <a:pt x="3386252" y="54229"/>
                  </a:lnTo>
                  <a:lnTo>
                    <a:pt x="3385180" y="54385"/>
                  </a:lnTo>
                  <a:lnTo>
                    <a:pt x="3384108" y="54541"/>
                  </a:lnTo>
                  <a:lnTo>
                    <a:pt x="3383037" y="54697"/>
                  </a:lnTo>
                  <a:lnTo>
                    <a:pt x="3381965" y="54853"/>
                  </a:lnTo>
                  <a:lnTo>
                    <a:pt x="3380894" y="55010"/>
                  </a:lnTo>
                  <a:lnTo>
                    <a:pt x="3379822" y="55167"/>
                  </a:lnTo>
                  <a:lnTo>
                    <a:pt x="3378750" y="55324"/>
                  </a:lnTo>
                  <a:lnTo>
                    <a:pt x="3377679" y="55481"/>
                  </a:lnTo>
                  <a:lnTo>
                    <a:pt x="3376607" y="55638"/>
                  </a:lnTo>
                  <a:lnTo>
                    <a:pt x="3375536" y="55795"/>
                  </a:lnTo>
                  <a:lnTo>
                    <a:pt x="3374464" y="55953"/>
                  </a:lnTo>
                  <a:lnTo>
                    <a:pt x="3373392" y="56111"/>
                  </a:lnTo>
                  <a:lnTo>
                    <a:pt x="3372321" y="56269"/>
                  </a:lnTo>
                  <a:lnTo>
                    <a:pt x="3371249" y="56427"/>
                  </a:lnTo>
                  <a:lnTo>
                    <a:pt x="3370178" y="56586"/>
                  </a:lnTo>
                  <a:lnTo>
                    <a:pt x="3369106" y="56744"/>
                  </a:lnTo>
                  <a:lnTo>
                    <a:pt x="3368035" y="56903"/>
                  </a:lnTo>
                  <a:lnTo>
                    <a:pt x="3366963" y="57062"/>
                  </a:lnTo>
                  <a:lnTo>
                    <a:pt x="3365891" y="57221"/>
                  </a:lnTo>
                  <a:lnTo>
                    <a:pt x="3364820" y="57380"/>
                  </a:lnTo>
                  <a:lnTo>
                    <a:pt x="3363748" y="57540"/>
                  </a:lnTo>
                  <a:lnTo>
                    <a:pt x="3362677" y="57700"/>
                  </a:lnTo>
                  <a:lnTo>
                    <a:pt x="3361605" y="57860"/>
                  </a:lnTo>
                  <a:lnTo>
                    <a:pt x="3360533" y="58020"/>
                  </a:lnTo>
                  <a:lnTo>
                    <a:pt x="3359462" y="58180"/>
                  </a:lnTo>
                  <a:lnTo>
                    <a:pt x="3358390" y="58341"/>
                  </a:lnTo>
                  <a:lnTo>
                    <a:pt x="3357319" y="58501"/>
                  </a:lnTo>
                  <a:lnTo>
                    <a:pt x="3356247" y="58662"/>
                  </a:lnTo>
                  <a:lnTo>
                    <a:pt x="3355175" y="58823"/>
                  </a:lnTo>
                  <a:lnTo>
                    <a:pt x="3354104" y="58984"/>
                  </a:lnTo>
                  <a:lnTo>
                    <a:pt x="3353032" y="59146"/>
                  </a:lnTo>
                  <a:lnTo>
                    <a:pt x="3351961" y="59308"/>
                  </a:lnTo>
                  <a:lnTo>
                    <a:pt x="3350889" y="59469"/>
                  </a:lnTo>
                  <a:lnTo>
                    <a:pt x="3349817" y="59631"/>
                  </a:lnTo>
                  <a:lnTo>
                    <a:pt x="3348746" y="59794"/>
                  </a:lnTo>
                  <a:lnTo>
                    <a:pt x="3347674" y="59956"/>
                  </a:lnTo>
                  <a:lnTo>
                    <a:pt x="3346603" y="60119"/>
                  </a:lnTo>
                  <a:lnTo>
                    <a:pt x="3345531" y="60281"/>
                  </a:lnTo>
                  <a:lnTo>
                    <a:pt x="3344459" y="60444"/>
                  </a:lnTo>
                  <a:lnTo>
                    <a:pt x="3343388" y="60608"/>
                  </a:lnTo>
                  <a:lnTo>
                    <a:pt x="3342316" y="60771"/>
                  </a:lnTo>
                  <a:lnTo>
                    <a:pt x="3341245" y="60935"/>
                  </a:lnTo>
                  <a:lnTo>
                    <a:pt x="3340173" y="61098"/>
                  </a:lnTo>
                  <a:lnTo>
                    <a:pt x="3339101" y="61262"/>
                  </a:lnTo>
                  <a:lnTo>
                    <a:pt x="3338030" y="61426"/>
                  </a:lnTo>
                  <a:lnTo>
                    <a:pt x="3336958" y="61591"/>
                  </a:lnTo>
                  <a:lnTo>
                    <a:pt x="3335887" y="61755"/>
                  </a:lnTo>
                  <a:lnTo>
                    <a:pt x="3334815" y="61920"/>
                  </a:lnTo>
                  <a:lnTo>
                    <a:pt x="3333743" y="62085"/>
                  </a:lnTo>
                  <a:lnTo>
                    <a:pt x="3332672" y="62250"/>
                  </a:lnTo>
                  <a:lnTo>
                    <a:pt x="3331600" y="62416"/>
                  </a:lnTo>
                  <a:lnTo>
                    <a:pt x="3330529" y="62581"/>
                  </a:lnTo>
                  <a:lnTo>
                    <a:pt x="3329457" y="62747"/>
                  </a:lnTo>
                  <a:lnTo>
                    <a:pt x="3328385" y="62913"/>
                  </a:lnTo>
                  <a:lnTo>
                    <a:pt x="3327314" y="63079"/>
                  </a:lnTo>
                  <a:lnTo>
                    <a:pt x="3326242" y="63245"/>
                  </a:lnTo>
                  <a:lnTo>
                    <a:pt x="3325171" y="63412"/>
                  </a:lnTo>
                  <a:lnTo>
                    <a:pt x="3324099" y="63578"/>
                  </a:lnTo>
                  <a:lnTo>
                    <a:pt x="3323027" y="63745"/>
                  </a:lnTo>
                  <a:lnTo>
                    <a:pt x="3321956" y="63912"/>
                  </a:lnTo>
                  <a:lnTo>
                    <a:pt x="3320884" y="64080"/>
                  </a:lnTo>
                  <a:lnTo>
                    <a:pt x="3319813" y="64247"/>
                  </a:lnTo>
                  <a:lnTo>
                    <a:pt x="3318741" y="64415"/>
                  </a:lnTo>
                  <a:lnTo>
                    <a:pt x="3317669" y="64583"/>
                  </a:lnTo>
                  <a:lnTo>
                    <a:pt x="3316598" y="64751"/>
                  </a:lnTo>
                  <a:lnTo>
                    <a:pt x="3315526" y="64919"/>
                  </a:lnTo>
                  <a:lnTo>
                    <a:pt x="3314455" y="65088"/>
                  </a:lnTo>
                  <a:lnTo>
                    <a:pt x="3313383" y="65257"/>
                  </a:lnTo>
                  <a:lnTo>
                    <a:pt x="3312311" y="65426"/>
                  </a:lnTo>
                  <a:lnTo>
                    <a:pt x="3311240" y="65595"/>
                  </a:lnTo>
                  <a:lnTo>
                    <a:pt x="3310168" y="65764"/>
                  </a:lnTo>
                  <a:lnTo>
                    <a:pt x="3309097" y="65934"/>
                  </a:lnTo>
                  <a:lnTo>
                    <a:pt x="3308025" y="66103"/>
                  </a:lnTo>
                  <a:lnTo>
                    <a:pt x="3306953" y="66273"/>
                  </a:lnTo>
                  <a:lnTo>
                    <a:pt x="3305882" y="66443"/>
                  </a:lnTo>
                  <a:lnTo>
                    <a:pt x="3304810" y="66614"/>
                  </a:lnTo>
                  <a:lnTo>
                    <a:pt x="3303739" y="66784"/>
                  </a:lnTo>
                  <a:lnTo>
                    <a:pt x="3302667" y="66955"/>
                  </a:lnTo>
                  <a:lnTo>
                    <a:pt x="3301595" y="67126"/>
                  </a:lnTo>
                  <a:lnTo>
                    <a:pt x="3300524" y="67297"/>
                  </a:lnTo>
                  <a:lnTo>
                    <a:pt x="3299452" y="67468"/>
                  </a:lnTo>
                  <a:lnTo>
                    <a:pt x="3298381" y="67640"/>
                  </a:lnTo>
                  <a:lnTo>
                    <a:pt x="3297309" y="67812"/>
                  </a:lnTo>
                  <a:lnTo>
                    <a:pt x="3296237" y="67984"/>
                  </a:lnTo>
                  <a:lnTo>
                    <a:pt x="3295166" y="68156"/>
                  </a:lnTo>
                  <a:lnTo>
                    <a:pt x="3294094" y="68328"/>
                  </a:lnTo>
                  <a:lnTo>
                    <a:pt x="3293023" y="68501"/>
                  </a:lnTo>
                  <a:lnTo>
                    <a:pt x="3291951" y="68674"/>
                  </a:lnTo>
                  <a:lnTo>
                    <a:pt x="3290879" y="68847"/>
                  </a:lnTo>
                  <a:lnTo>
                    <a:pt x="3289808" y="69020"/>
                  </a:lnTo>
                  <a:lnTo>
                    <a:pt x="3288736" y="69193"/>
                  </a:lnTo>
                  <a:lnTo>
                    <a:pt x="3287665" y="69367"/>
                  </a:lnTo>
                  <a:lnTo>
                    <a:pt x="3286593" y="69541"/>
                  </a:lnTo>
                  <a:lnTo>
                    <a:pt x="3285521" y="69715"/>
                  </a:lnTo>
                  <a:lnTo>
                    <a:pt x="3284450" y="69889"/>
                  </a:lnTo>
                  <a:lnTo>
                    <a:pt x="3283378" y="70064"/>
                  </a:lnTo>
                  <a:lnTo>
                    <a:pt x="3282307" y="70238"/>
                  </a:lnTo>
                  <a:lnTo>
                    <a:pt x="3281235" y="70413"/>
                  </a:lnTo>
                  <a:lnTo>
                    <a:pt x="3280163" y="70588"/>
                  </a:lnTo>
                  <a:lnTo>
                    <a:pt x="3279092" y="70763"/>
                  </a:lnTo>
                  <a:lnTo>
                    <a:pt x="3278020" y="70939"/>
                  </a:lnTo>
                  <a:lnTo>
                    <a:pt x="3276949" y="71115"/>
                  </a:lnTo>
                  <a:lnTo>
                    <a:pt x="3275877" y="71290"/>
                  </a:lnTo>
                  <a:lnTo>
                    <a:pt x="3274805" y="71467"/>
                  </a:lnTo>
                  <a:lnTo>
                    <a:pt x="3273734" y="71643"/>
                  </a:lnTo>
                  <a:lnTo>
                    <a:pt x="3272662" y="71819"/>
                  </a:lnTo>
                  <a:lnTo>
                    <a:pt x="3271591" y="71996"/>
                  </a:lnTo>
                  <a:lnTo>
                    <a:pt x="3270519" y="72173"/>
                  </a:lnTo>
                  <a:lnTo>
                    <a:pt x="3269447" y="72350"/>
                  </a:lnTo>
                  <a:lnTo>
                    <a:pt x="3268376" y="72528"/>
                  </a:lnTo>
                  <a:lnTo>
                    <a:pt x="3267304" y="72705"/>
                  </a:lnTo>
                  <a:lnTo>
                    <a:pt x="3266233" y="72883"/>
                  </a:lnTo>
                  <a:lnTo>
                    <a:pt x="3265161" y="73061"/>
                  </a:lnTo>
                  <a:lnTo>
                    <a:pt x="3264089" y="73239"/>
                  </a:lnTo>
                  <a:lnTo>
                    <a:pt x="3263018" y="73418"/>
                  </a:lnTo>
                  <a:lnTo>
                    <a:pt x="3261946" y="73596"/>
                  </a:lnTo>
                  <a:lnTo>
                    <a:pt x="3260875" y="73775"/>
                  </a:lnTo>
                  <a:lnTo>
                    <a:pt x="3259803" y="73954"/>
                  </a:lnTo>
                  <a:lnTo>
                    <a:pt x="3258731" y="74134"/>
                  </a:lnTo>
                  <a:lnTo>
                    <a:pt x="3257660" y="74313"/>
                  </a:lnTo>
                  <a:lnTo>
                    <a:pt x="3256588" y="74493"/>
                  </a:lnTo>
                  <a:lnTo>
                    <a:pt x="3255517" y="74673"/>
                  </a:lnTo>
                  <a:lnTo>
                    <a:pt x="3254445" y="74853"/>
                  </a:lnTo>
                  <a:lnTo>
                    <a:pt x="3253373" y="75033"/>
                  </a:lnTo>
                  <a:lnTo>
                    <a:pt x="3252302" y="75214"/>
                  </a:lnTo>
                  <a:lnTo>
                    <a:pt x="3251230" y="75394"/>
                  </a:lnTo>
                  <a:lnTo>
                    <a:pt x="3250159" y="75575"/>
                  </a:lnTo>
                  <a:lnTo>
                    <a:pt x="3249087" y="75757"/>
                  </a:lnTo>
                  <a:lnTo>
                    <a:pt x="3248015" y="75938"/>
                  </a:lnTo>
                  <a:lnTo>
                    <a:pt x="3246944" y="76120"/>
                  </a:lnTo>
                  <a:lnTo>
                    <a:pt x="3245872" y="76302"/>
                  </a:lnTo>
                  <a:lnTo>
                    <a:pt x="3244801" y="76484"/>
                  </a:lnTo>
                  <a:lnTo>
                    <a:pt x="3243729" y="76666"/>
                  </a:lnTo>
                  <a:lnTo>
                    <a:pt x="3242657" y="76848"/>
                  </a:lnTo>
                  <a:lnTo>
                    <a:pt x="3241586" y="77031"/>
                  </a:lnTo>
                  <a:lnTo>
                    <a:pt x="3240514" y="77214"/>
                  </a:lnTo>
                  <a:lnTo>
                    <a:pt x="3239443" y="77397"/>
                  </a:lnTo>
                  <a:lnTo>
                    <a:pt x="3238371" y="77580"/>
                  </a:lnTo>
                  <a:lnTo>
                    <a:pt x="3237299" y="77764"/>
                  </a:lnTo>
                  <a:lnTo>
                    <a:pt x="3236228" y="77948"/>
                  </a:lnTo>
                  <a:lnTo>
                    <a:pt x="3235156" y="78132"/>
                  </a:lnTo>
                  <a:lnTo>
                    <a:pt x="3234085" y="78316"/>
                  </a:lnTo>
                  <a:lnTo>
                    <a:pt x="3233013" y="78501"/>
                  </a:lnTo>
                  <a:lnTo>
                    <a:pt x="3231941" y="78685"/>
                  </a:lnTo>
                  <a:lnTo>
                    <a:pt x="3230870" y="78870"/>
                  </a:lnTo>
                  <a:lnTo>
                    <a:pt x="3229798" y="79055"/>
                  </a:lnTo>
                  <a:lnTo>
                    <a:pt x="3228727" y="79240"/>
                  </a:lnTo>
                  <a:lnTo>
                    <a:pt x="3227655" y="79426"/>
                  </a:lnTo>
                  <a:lnTo>
                    <a:pt x="3226583" y="79612"/>
                  </a:lnTo>
                  <a:lnTo>
                    <a:pt x="3225512" y="79798"/>
                  </a:lnTo>
                  <a:lnTo>
                    <a:pt x="3224440" y="79984"/>
                  </a:lnTo>
                  <a:lnTo>
                    <a:pt x="3223369" y="80170"/>
                  </a:lnTo>
                  <a:lnTo>
                    <a:pt x="3222297" y="80357"/>
                  </a:lnTo>
                  <a:lnTo>
                    <a:pt x="3221225" y="80544"/>
                  </a:lnTo>
                  <a:lnTo>
                    <a:pt x="3220154" y="80731"/>
                  </a:lnTo>
                  <a:lnTo>
                    <a:pt x="3219082" y="80918"/>
                  </a:lnTo>
                  <a:lnTo>
                    <a:pt x="3218011" y="81105"/>
                  </a:lnTo>
                  <a:lnTo>
                    <a:pt x="3216939" y="81293"/>
                  </a:lnTo>
                  <a:lnTo>
                    <a:pt x="3215867" y="81481"/>
                  </a:lnTo>
                  <a:lnTo>
                    <a:pt x="3214796" y="81669"/>
                  </a:lnTo>
                  <a:lnTo>
                    <a:pt x="3213724" y="81858"/>
                  </a:lnTo>
                  <a:lnTo>
                    <a:pt x="3212653" y="82046"/>
                  </a:lnTo>
                  <a:lnTo>
                    <a:pt x="3211581" y="82235"/>
                  </a:lnTo>
                  <a:lnTo>
                    <a:pt x="3210509" y="82424"/>
                  </a:lnTo>
                  <a:lnTo>
                    <a:pt x="3209438" y="82613"/>
                  </a:lnTo>
                  <a:lnTo>
                    <a:pt x="3208366" y="82803"/>
                  </a:lnTo>
                  <a:lnTo>
                    <a:pt x="3207295" y="82993"/>
                  </a:lnTo>
                  <a:lnTo>
                    <a:pt x="3206223" y="83182"/>
                  </a:lnTo>
                  <a:lnTo>
                    <a:pt x="3205151" y="83373"/>
                  </a:lnTo>
                  <a:lnTo>
                    <a:pt x="3204080" y="83563"/>
                  </a:lnTo>
                  <a:lnTo>
                    <a:pt x="3203008" y="83754"/>
                  </a:lnTo>
                  <a:lnTo>
                    <a:pt x="3201937" y="83944"/>
                  </a:lnTo>
                  <a:lnTo>
                    <a:pt x="3200865" y="84135"/>
                  </a:lnTo>
                  <a:lnTo>
                    <a:pt x="3199793" y="84327"/>
                  </a:lnTo>
                  <a:lnTo>
                    <a:pt x="3198722" y="84518"/>
                  </a:lnTo>
                  <a:lnTo>
                    <a:pt x="3197650" y="84710"/>
                  </a:lnTo>
                  <a:lnTo>
                    <a:pt x="3196579" y="84902"/>
                  </a:lnTo>
                  <a:lnTo>
                    <a:pt x="3195507" y="85094"/>
                  </a:lnTo>
                  <a:lnTo>
                    <a:pt x="3194436" y="85286"/>
                  </a:lnTo>
                  <a:lnTo>
                    <a:pt x="3193364" y="85479"/>
                  </a:lnTo>
                  <a:lnTo>
                    <a:pt x="3192292" y="85672"/>
                  </a:lnTo>
                  <a:lnTo>
                    <a:pt x="3191221" y="85865"/>
                  </a:lnTo>
                  <a:lnTo>
                    <a:pt x="3190149" y="86058"/>
                  </a:lnTo>
                  <a:lnTo>
                    <a:pt x="3189078" y="86251"/>
                  </a:lnTo>
                  <a:lnTo>
                    <a:pt x="3188006" y="86445"/>
                  </a:lnTo>
                  <a:lnTo>
                    <a:pt x="3186934" y="86639"/>
                  </a:lnTo>
                  <a:lnTo>
                    <a:pt x="3185863" y="86833"/>
                  </a:lnTo>
                  <a:lnTo>
                    <a:pt x="3184791" y="87027"/>
                  </a:lnTo>
                  <a:lnTo>
                    <a:pt x="3183720" y="87222"/>
                  </a:lnTo>
                  <a:lnTo>
                    <a:pt x="3182648" y="87417"/>
                  </a:lnTo>
                  <a:lnTo>
                    <a:pt x="3181576" y="87612"/>
                  </a:lnTo>
                  <a:lnTo>
                    <a:pt x="3180505" y="87807"/>
                  </a:lnTo>
                  <a:lnTo>
                    <a:pt x="3179433" y="88003"/>
                  </a:lnTo>
                  <a:lnTo>
                    <a:pt x="3178362" y="88198"/>
                  </a:lnTo>
                  <a:lnTo>
                    <a:pt x="3177290" y="88394"/>
                  </a:lnTo>
                  <a:lnTo>
                    <a:pt x="3176218" y="88591"/>
                  </a:lnTo>
                  <a:lnTo>
                    <a:pt x="3175147" y="88787"/>
                  </a:lnTo>
                  <a:lnTo>
                    <a:pt x="3174075" y="88984"/>
                  </a:lnTo>
                  <a:lnTo>
                    <a:pt x="3173004" y="89180"/>
                  </a:lnTo>
                  <a:lnTo>
                    <a:pt x="3171932" y="89378"/>
                  </a:lnTo>
                  <a:lnTo>
                    <a:pt x="3170860" y="89575"/>
                  </a:lnTo>
                  <a:lnTo>
                    <a:pt x="3169789" y="89772"/>
                  </a:lnTo>
                  <a:lnTo>
                    <a:pt x="3168717" y="89970"/>
                  </a:lnTo>
                  <a:lnTo>
                    <a:pt x="3167646" y="90168"/>
                  </a:lnTo>
                  <a:lnTo>
                    <a:pt x="3166574" y="90366"/>
                  </a:lnTo>
                  <a:lnTo>
                    <a:pt x="3165502" y="90565"/>
                  </a:lnTo>
                  <a:lnTo>
                    <a:pt x="3164431" y="90763"/>
                  </a:lnTo>
                  <a:lnTo>
                    <a:pt x="3163359" y="90962"/>
                  </a:lnTo>
                  <a:lnTo>
                    <a:pt x="3162288" y="91161"/>
                  </a:lnTo>
                  <a:lnTo>
                    <a:pt x="3161216" y="91361"/>
                  </a:lnTo>
                  <a:lnTo>
                    <a:pt x="3160144" y="91560"/>
                  </a:lnTo>
                  <a:lnTo>
                    <a:pt x="3159073" y="91760"/>
                  </a:lnTo>
                  <a:lnTo>
                    <a:pt x="3158001" y="91960"/>
                  </a:lnTo>
                  <a:lnTo>
                    <a:pt x="3156930" y="92160"/>
                  </a:lnTo>
                  <a:lnTo>
                    <a:pt x="3155858" y="92361"/>
                  </a:lnTo>
                  <a:lnTo>
                    <a:pt x="3154786" y="92562"/>
                  </a:lnTo>
                  <a:lnTo>
                    <a:pt x="3153715" y="92762"/>
                  </a:lnTo>
                  <a:lnTo>
                    <a:pt x="3152643" y="92964"/>
                  </a:lnTo>
                  <a:lnTo>
                    <a:pt x="3151572" y="93165"/>
                  </a:lnTo>
                  <a:lnTo>
                    <a:pt x="3150500" y="93367"/>
                  </a:lnTo>
                  <a:lnTo>
                    <a:pt x="3149428" y="93569"/>
                  </a:lnTo>
                  <a:lnTo>
                    <a:pt x="3148357" y="93771"/>
                  </a:lnTo>
                  <a:lnTo>
                    <a:pt x="3147285" y="93973"/>
                  </a:lnTo>
                  <a:lnTo>
                    <a:pt x="3146214" y="94175"/>
                  </a:lnTo>
                  <a:lnTo>
                    <a:pt x="3145142" y="94378"/>
                  </a:lnTo>
                  <a:lnTo>
                    <a:pt x="3144070" y="94581"/>
                  </a:lnTo>
                  <a:lnTo>
                    <a:pt x="3142999" y="94784"/>
                  </a:lnTo>
                  <a:lnTo>
                    <a:pt x="3141927" y="94988"/>
                  </a:lnTo>
                  <a:lnTo>
                    <a:pt x="3140856" y="95192"/>
                  </a:lnTo>
                  <a:lnTo>
                    <a:pt x="3139784" y="95395"/>
                  </a:lnTo>
                  <a:lnTo>
                    <a:pt x="3138712" y="95600"/>
                  </a:lnTo>
                  <a:lnTo>
                    <a:pt x="3137641" y="95804"/>
                  </a:lnTo>
                  <a:lnTo>
                    <a:pt x="3136569" y="96008"/>
                  </a:lnTo>
                  <a:lnTo>
                    <a:pt x="3135498" y="96213"/>
                  </a:lnTo>
                  <a:lnTo>
                    <a:pt x="3134426" y="96418"/>
                  </a:lnTo>
                  <a:lnTo>
                    <a:pt x="3133354" y="96624"/>
                  </a:lnTo>
                  <a:lnTo>
                    <a:pt x="3132283" y="96829"/>
                  </a:lnTo>
                  <a:lnTo>
                    <a:pt x="3131211" y="97035"/>
                  </a:lnTo>
                  <a:lnTo>
                    <a:pt x="3130140" y="97241"/>
                  </a:lnTo>
                  <a:lnTo>
                    <a:pt x="3129068" y="97447"/>
                  </a:lnTo>
                  <a:lnTo>
                    <a:pt x="3127996" y="97654"/>
                  </a:lnTo>
                  <a:lnTo>
                    <a:pt x="3126925" y="97860"/>
                  </a:lnTo>
                  <a:lnTo>
                    <a:pt x="3125853" y="98067"/>
                  </a:lnTo>
                  <a:lnTo>
                    <a:pt x="3124782" y="98274"/>
                  </a:lnTo>
                  <a:lnTo>
                    <a:pt x="3123710" y="98482"/>
                  </a:lnTo>
                  <a:lnTo>
                    <a:pt x="3122638" y="98689"/>
                  </a:lnTo>
                  <a:lnTo>
                    <a:pt x="3121567" y="98897"/>
                  </a:lnTo>
                  <a:lnTo>
                    <a:pt x="3120495" y="99105"/>
                  </a:lnTo>
                  <a:lnTo>
                    <a:pt x="3119424" y="99314"/>
                  </a:lnTo>
                  <a:lnTo>
                    <a:pt x="3118352" y="99523"/>
                  </a:lnTo>
                  <a:lnTo>
                    <a:pt x="3117280" y="99732"/>
                  </a:lnTo>
                  <a:lnTo>
                    <a:pt x="3116209" y="99941"/>
                  </a:lnTo>
                  <a:lnTo>
                    <a:pt x="3115137" y="100150"/>
                  </a:lnTo>
                  <a:lnTo>
                    <a:pt x="3114066" y="100360"/>
                  </a:lnTo>
                  <a:lnTo>
                    <a:pt x="3112994" y="100570"/>
                  </a:lnTo>
                  <a:lnTo>
                    <a:pt x="3111922" y="100780"/>
                  </a:lnTo>
                  <a:lnTo>
                    <a:pt x="3110851" y="100991"/>
                  </a:lnTo>
                  <a:lnTo>
                    <a:pt x="3109779" y="101201"/>
                  </a:lnTo>
                  <a:lnTo>
                    <a:pt x="3108708" y="101412"/>
                  </a:lnTo>
                  <a:lnTo>
                    <a:pt x="3107636" y="101624"/>
                  </a:lnTo>
                  <a:lnTo>
                    <a:pt x="3106564" y="101835"/>
                  </a:lnTo>
                  <a:lnTo>
                    <a:pt x="3105493" y="102047"/>
                  </a:lnTo>
                  <a:lnTo>
                    <a:pt x="3104421" y="102260"/>
                  </a:lnTo>
                  <a:lnTo>
                    <a:pt x="3103350" y="102472"/>
                  </a:lnTo>
                  <a:lnTo>
                    <a:pt x="3102278" y="102685"/>
                  </a:lnTo>
                  <a:lnTo>
                    <a:pt x="3101206" y="102898"/>
                  </a:lnTo>
                  <a:lnTo>
                    <a:pt x="3100135" y="103111"/>
                  </a:lnTo>
                  <a:lnTo>
                    <a:pt x="3099063" y="103325"/>
                  </a:lnTo>
                  <a:lnTo>
                    <a:pt x="3097992" y="103539"/>
                  </a:lnTo>
                  <a:lnTo>
                    <a:pt x="3096920" y="103753"/>
                  </a:lnTo>
                  <a:lnTo>
                    <a:pt x="3095848" y="103967"/>
                  </a:lnTo>
                  <a:lnTo>
                    <a:pt x="3094777" y="104182"/>
                  </a:lnTo>
                  <a:lnTo>
                    <a:pt x="3093705" y="104397"/>
                  </a:lnTo>
                  <a:lnTo>
                    <a:pt x="3092634" y="104613"/>
                  </a:lnTo>
                  <a:lnTo>
                    <a:pt x="3091562" y="104828"/>
                  </a:lnTo>
                  <a:lnTo>
                    <a:pt x="3090490" y="105044"/>
                  </a:lnTo>
                  <a:lnTo>
                    <a:pt x="3089419" y="105261"/>
                  </a:lnTo>
                  <a:lnTo>
                    <a:pt x="3088347" y="105477"/>
                  </a:lnTo>
                  <a:lnTo>
                    <a:pt x="3087276" y="105694"/>
                  </a:lnTo>
                  <a:lnTo>
                    <a:pt x="3086204" y="105911"/>
                  </a:lnTo>
                  <a:lnTo>
                    <a:pt x="3085132" y="106129"/>
                  </a:lnTo>
                  <a:lnTo>
                    <a:pt x="3084061" y="106347"/>
                  </a:lnTo>
                  <a:lnTo>
                    <a:pt x="3082989" y="106565"/>
                  </a:lnTo>
                  <a:lnTo>
                    <a:pt x="3081918" y="106784"/>
                  </a:lnTo>
                  <a:lnTo>
                    <a:pt x="3080846" y="107002"/>
                  </a:lnTo>
                  <a:lnTo>
                    <a:pt x="3079774" y="107222"/>
                  </a:lnTo>
                  <a:lnTo>
                    <a:pt x="3078703" y="107441"/>
                  </a:lnTo>
                  <a:lnTo>
                    <a:pt x="3077631" y="107661"/>
                  </a:lnTo>
                  <a:lnTo>
                    <a:pt x="3076560" y="107881"/>
                  </a:lnTo>
                  <a:lnTo>
                    <a:pt x="3075488" y="108102"/>
                  </a:lnTo>
                  <a:lnTo>
                    <a:pt x="3074416" y="108322"/>
                  </a:lnTo>
                  <a:lnTo>
                    <a:pt x="3073345" y="108544"/>
                  </a:lnTo>
                  <a:lnTo>
                    <a:pt x="3072273" y="108765"/>
                  </a:lnTo>
                  <a:lnTo>
                    <a:pt x="3071202" y="108987"/>
                  </a:lnTo>
                  <a:lnTo>
                    <a:pt x="3070130" y="109209"/>
                  </a:lnTo>
                  <a:lnTo>
                    <a:pt x="3069058" y="109431"/>
                  </a:lnTo>
                  <a:lnTo>
                    <a:pt x="3067987" y="109654"/>
                  </a:lnTo>
                  <a:lnTo>
                    <a:pt x="3066915" y="109877"/>
                  </a:lnTo>
                  <a:lnTo>
                    <a:pt x="3065844" y="110101"/>
                  </a:lnTo>
                  <a:lnTo>
                    <a:pt x="3064772" y="110325"/>
                  </a:lnTo>
                  <a:lnTo>
                    <a:pt x="3063700" y="110549"/>
                  </a:lnTo>
                  <a:lnTo>
                    <a:pt x="3062629" y="110774"/>
                  </a:lnTo>
                  <a:lnTo>
                    <a:pt x="3061557" y="110999"/>
                  </a:lnTo>
                  <a:lnTo>
                    <a:pt x="3060486" y="111224"/>
                  </a:lnTo>
                  <a:lnTo>
                    <a:pt x="3059414" y="111450"/>
                  </a:lnTo>
                  <a:lnTo>
                    <a:pt x="3058342" y="111676"/>
                  </a:lnTo>
                  <a:lnTo>
                    <a:pt x="3057271" y="111902"/>
                  </a:lnTo>
                  <a:lnTo>
                    <a:pt x="3056199" y="112129"/>
                  </a:lnTo>
                  <a:lnTo>
                    <a:pt x="3055128" y="112356"/>
                  </a:lnTo>
                  <a:lnTo>
                    <a:pt x="3054056" y="112583"/>
                  </a:lnTo>
                  <a:lnTo>
                    <a:pt x="3052984" y="112811"/>
                  </a:lnTo>
                  <a:lnTo>
                    <a:pt x="3051913" y="113039"/>
                  </a:lnTo>
                  <a:lnTo>
                    <a:pt x="3050841" y="113268"/>
                  </a:lnTo>
                  <a:lnTo>
                    <a:pt x="3049770" y="113497"/>
                  </a:lnTo>
                  <a:lnTo>
                    <a:pt x="3048698" y="113726"/>
                  </a:lnTo>
                  <a:lnTo>
                    <a:pt x="3047626" y="113956"/>
                  </a:lnTo>
                  <a:lnTo>
                    <a:pt x="3046555" y="114186"/>
                  </a:lnTo>
                  <a:lnTo>
                    <a:pt x="3045483" y="114416"/>
                  </a:lnTo>
                  <a:lnTo>
                    <a:pt x="3044412" y="114647"/>
                  </a:lnTo>
                  <a:lnTo>
                    <a:pt x="3043340" y="114878"/>
                  </a:lnTo>
                  <a:lnTo>
                    <a:pt x="3042268" y="115110"/>
                  </a:lnTo>
                  <a:lnTo>
                    <a:pt x="3041197" y="115341"/>
                  </a:lnTo>
                  <a:lnTo>
                    <a:pt x="3040125" y="115574"/>
                  </a:lnTo>
                  <a:lnTo>
                    <a:pt x="3039054" y="115807"/>
                  </a:lnTo>
                  <a:lnTo>
                    <a:pt x="3037982" y="116040"/>
                  </a:lnTo>
                  <a:lnTo>
                    <a:pt x="3036910" y="116273"/>
                  </a:lnTo>
                  <a:lnTo>
                    <a:pt x="3035839" y="116507"/>
                  </a:lnTo>
                  <a:lnTo>
                    <a:pt x="3034767" y="116741"/>
                  </a:lnTo>
                  <a:lnTo>
                    <a:pt x="3033696" y="116976"/>
                  </a:lnTo>
                  <a:lnTo>
                    <a:pt x="3032624" y="117211"/>
                  </a:lnTo>
                  <a:lnTo>
                    <a:pt x="3031552" y="117446"/>
                  </a:lnTo>
                  <a:lnTo>
                    <a:pt x="3030481" y="117682"/>
                  </a:lnTo>
                  <a:lnTo>
                    <a:pt x="3029409" y="117919"/>
                  </a:lnTo>
                  <a:lnTo>
                    <a:pt x="3028338" y="118155"/>
                  </a:lnTo>
                  <a:lnTo>
                    <a:pt x="3027266" y="118392"/>
                  </a:lnTo>
                  <a:lnTo>
                    <a:pt x="3026194" y="118630"/>
                  </a:lnTo>
                  <a:lnTo>
                    <a:pt x="3025123" y="118868"/>
                  </a:lnTo>
                  <a:lnTo>
                    <a:pt x="3024051" y="119106"/>
                  </a:lnTo>
                  <a:lnTo>
                    <a:pt x="3022980" y="119345"/>
                  </a:lnTo>
                  <a:lnTo>
                    <a:pt x="3021908" y="119584"/>
                  </a:lnTo>
                  <a:lnTo>
                    <a:pt x="3020836" y="119823"/>
                  </a:lnTo>
                  <a:lnTo>
                    <a:pt x="3019765" y="120063"/>
                  </a:lnTo>
                  <a:lnTo>
                    <a:pt x="3018693" y="120303"/>
                  </a:lnTo>
                  <a:lnTo>
                    <a:pt x="3017622" y="120544"/>
                  </a:lnTo>
                  <a:lnTo>
                    <a:pt x="3016550" y="120785"/>
                  </a:lnTo>
                  <a:lnTo>
                    <a:pt x="3015479" y="121027"/>
                  </a:lnTo>
                  <a:lnTo>
                    <a:pt x="3014407" y="121269"/>
                  </a:lnTo>
                  <a:lnTo>
                    <a:pt x="3013335" y="121511"/>
                  </a:lnTo>
                  <a:lnTo>
                    <a:pt x="3012264" y="121754"/>
                  </a:lnTo>
                  <a:lnTo>
                    <a:pt x="3011192" y="121997"/>
                  </a:lnTo>
                  <a:lnTo>
                    <a:pt x="3010121" y="122241"/>
                  </a:lnTo>
                  <a:lnTo>
                    <a:pt x="3009049" y="122485"/>
                  </a:lnTo>
                  <a:lnTo>
                    <a:pt x="3007977" y="122730"/>
                  </a:lnTo>
                  <a:lnTo>
                    <a:pt x="3006906" y="122975"/>
                  </a:lnTo>
                  <a:lnTo>
                    <a:pt x="3005834" y="123220"/>
                  </a:lnTo>
                  <a:lnTo>
                    <a:pt x="3004763" y="123466"/>
                  </a:lnTo>
                  <a:lnTo>
                    <a:pt x="3003691" y="123712"/>
                  </a:lnTo>
                  <a:lnTo>
                    <a:pt x="3002619" y="123959"/>
                  </a:lnTo>
                  <a:lnTo>
                    <a:pt x="3001548" y="124206"/>
                  </a:lnTo>
                  <a:lnTo>
                    <a:pt x="3000476" y="124454"/>
                  </a:lnTo>
                  <a:lnTo>
                    <a:pt x="2999405" y="124702"/>
                  </a:lnTo>
                  <a:lnTo>
                    <a:pt x="2998333" y="124950"/>
                  </a:lnTo>
                  <a:lnTo>
                    <a:pt x="2997261" y="125199"/>
                  </a:lnTo>
                  <a:lnTo>
                    <a:pt x="2996190" y="125449"/>
                  </a:lnTo>
                  <a:lnTo>
                    <a:pt x="2995118" y="125698"/>
                  </a:lnTo>
                  <a:lnTo>
                    <a:pt x="2994047" y="125949"/>
                  </a:lnTo>
                  <a:lnTo>
                    <a:pt x="2992975" y="126199"/>
                  </a:lnTo>
                  <a:lnTo>
                    <a:pt x="2991903" y="126450"/>
                  </a:lnTo>
                  <a:lnTo>
                    <a:pt x="2990832" y="126702"/>
                  </a:lnTo>
                  <a:lnTo>
                    <a:pt x="2989760" y="126954"/>
                  </a:lnTo>
                  <a:lnTo>
                    <a:pt x="2988689" y="127207"/>
                  </a:lnTo>
                  <a:lnTo>
                    <a:pt x="2987617" y="127460"/>
                  </a:lnTo>
                  <a:lnTo>
                    <a:pt x="2986545" y="127713"/>
                  </a:lnTo>
                  <a:lnTo>
                    <a:pt x="2985474" y="127967"/>
                  </a:lnTo>
                  <a:lnTo>
                    <a:pt x="2984402" y="128221"/>
                  </a:lnTo>
                  <a:lnTo>
                    <a:pt x="2983331" y="128476"/>
                  </a:lnTo>
                  <a:lnTo>
                    <a:pt x="2982259" y="128731"/>
                  </a:lnTo>
                  <a:lnTo>
                    <a:pt x="2981187" y="128987"/>
                  </a:lnTo>
                  <a:lnTo>
                    <a:pt x="2980116" y="129243"/>
                  </a:lnTo>
                  <a:lnTo>
                    <a:pt x="2979044" y="129500"/>
                  </a:lnTo>
                  <a:lnTo>
                    <a:pt x="2977973" y="129757"/>
                  </a:lnTo>
                  <a:lnTo>
                    <a:pt x="2976901" y="130014"/>
                  </a:lnTo>
                  <a:lnTo>
                    <a:pt x="2975829" y="130272"/>
                  </a:lnTo>
                  <a:lnTo>
                    <a:pt x="2974758" y="130531"/>
                  </a:lnTo>
                  <a:lnTo>
                    <a:pt x="2973686" y="130790"/>
                  </a:lnTo>
                  <a:lnTo>
                    <a:pt x="2972615" y="131049"/>
                  </a:lnTo>
                  <a:lnTo>
                    <a:pt x="2971543" y="131309"/>
                  </a:lnTo>
                  <a:lnTo>
                    <a:pt x="2970471" y="131569"/>
                  </a:lnTo>
                  <a:lnTo>
                    <a:pt x="2969400" y="131830"/>
                  </a:lnTo>
                  <a:lnTo>
                    <a:pt x="2968328" y="132092"/>
                  </a:lnTo>
                  <a:lnTo>
                    <a:pt x="2967257" y="132353"/>
                  </a:lnTo>
                  <a:lnTo>
                    <a:pt x="2966185" y="132616"/>
                  </a:lnTo>
                  <a:lnTo>
                    <a:pt x="2965113" y="132878"/>
                  </a:lnTo>
                  <a:lnTo>
                    <a:pt x="2964042" y="133142"/>
                  </a:lnTo>
                  <a:lnTo>
                    <a:pt x="2962970" y="133405"/>
                  </a:lnTo>
                  <a:lnTo>
                    <a:pt x="2961899" y="133670"/>
                  </a:lnTo>
                  <a:lnTo>
                    <a:pt x="2960827" y="133934"/>
                  </a:lnTo>
                  <a:lnTo>
                    <a:pt x="2959755" y="134199"/>
                  </a:lnTo>
                  <a:lnTo>
                    <a:pt x="2958684" y="134465"/>
                  </a:lnTo>
                  <a:lnTo>
                    <a:pt x="2957612" y="134731"/>
                  </a:lnTo>
                  <a:lnTo>
                    <a:pt x="2956541" y="134998"/>
                  </a:lnTo>
                  <a:lnTo>
                    <a:pt x="2955469" y="135265"/>
                  </a:lnTo>
                  <a:lnTo>
                    <a:pt x="2954397" y="135532"/>
                  </a:lnTo>
                  <a:lnTo>
                    <a:pt x="2953326" y="135801"/>
                  </a:lnTo>
                  <a:lnTo>
                    <a:pt x="2952254" y="136069"/>
                  </a:lnTo>
                  <a:lnTo>
                    <a:pt x="2951183" y="136338"/>
                  </a:lnTo>
                  <a:lnTo>
                    <a:pt x="2950111" y="136608"/>
                  </a:lnTo>
                  <a:lnTo>
                    <a:pt x="2949039" y="136878"/>
                  </a:lnTo>
                  <a:lnTo>
                    <a:pt x="2947968" y="137148"/>
                  </a:lnTo>
                  <a:lnTo>
                    <a:pt x="2946896" y="137420"/>
                  </a:lnTo>
                  <a:lnTo>
                    <a:pt x="2945825" y="137691"/>
                  </a:lnTo>
                  <a:lnTo>
                    <a:pt x="2944753" y="137963"/>
                  </a:lnTo>
                  <a:lnTo>
                    <a:pt x="2943681" y="138236"/>
                  </a:lnTo>
                  <a:lnTo>
                    <a:pt x="2942610" y="138509"/>
                  </a:lnTo>
                  <a:lnTo>
                    <a:pt x="2941538" y="138782"/>
                  </a:lnTo>
                  <a:lnTo>
                    <a:pt x="2940467" y="139056"/>
                  </a:lnTo>
                  <a:lnTo>
                    <a:pt x="2939395" y="139331"/>
                  </a:lnTo>
                  <a:lnTo>
                    <a:pt x="2938323" y="139606"/>
                  </a:lnTo>
                  <a:lnTo>
                    <a:pt x="2937252" y="139882"/>
                  </a:lnTo>
                  <a:lnTo>
                    <a:pt x="2936180" y="140158"/>
                  </a:lnTo>
                  <a:lnTo>
                    <a:pt x="2935109" y="140434"/>
                  </a:lnTo>
                  <a:lnTo>
                    <a:pt x="2934037" y="140712"/>
                  </a:lnTo>
                  <a:lnTo>
                    <a:pt x="2932965" y="140989"/>
                  </a:lnTo>
                  <a:lnTo>
                    <a:pt x="2931894" y="141267"/>
                  </a:lnTo>
                  <a:lnTo>
                    <a:pt x="2930822" y="141546"/>
                  </a:lnTo>
                  <a:lnTo>
                    <a:pt x="2929751" y="141825"/>
                  </a:lnTo>
                  <a:lnTo>
                    <a:pt x="2928679" y="142105"/>
                  </a:lnTo>
                  <a:lnTo>
                    <a:pt x="2927607" y="142385"/>
                  </a:lnTo>
                  <a:lnTo>
                    <a:pt x="2926536" y="142666"/>
                  </a:lnTo>
                  <a:lnTo>
                    <a:pt x="2925464" y="142947"/>
                  </a:lnTo>
                  <a:lnTo>
                    <a:pt x="2924393" y="143229"/>
                  </a:lnTo>
                  <a:lnTo>
                    <a:pt x="2923321" y="143511"/>
                  </a:lnTo>
                  <a:lnTo>
                    <a:pt x="2922249" y="143794"/>
                  </a:lnTo>
                  <a:lnTo>
                    <a:pt x="2921178" y="144077"/>
                  </a:lnTo>
                  <a:lnTo>
                    <a:pt x="2920106" y="144361"/>
                  </a:lnTo>
                  <a:lnTo>
                    <a:pt x="2919035" y="144646"/>
                  </a:lnTo>
                  <a:lnTo>
                    <a:pt x="2917963" y="144930"/>
                  </a:lnTo>
                  <a:lnTo>
                    <a:pt x="2916891" y="145216"/>
                  </a:lnTo>
                  <a:lnTo>
                    <a:pt x="2915820" y="145502"/>
                  </a:lnTo>
                  <a:lnTo>
                    <a:pt x="2914748" y="145788"/>
                  </a:lnTo>
                  <a:lnTo>
                    <a:pt x="2913677" y="146075"/>
                  </a:lnTo>
                  <a:lnTo>
                    <a:pt x="2912605" y="146363"/>
                  </a:lnTo>
                  <a:lnTo>
                    <a:pt x="2911533" y="146651"/>
                  </a:lnTo>
                  <a:lnTo>
                    <a:pt x="2910462" y="146940"/>
                  </a:lnTo>
                  <a:lnTo>
                    <a:pt x="2909390" y="147229"/>
                  </a:lnTo>
                  <a:lnTo>
                    <a:pt x="2908319" y="147518"/>
                  </a:lnTo>
                  <a:lnTo>
                    <a:pt x="2907247" y="147809"/>
                  </a:lnTo>
                  <a:lnTo>
                    <a:pt x="2906175" y="148099"/>
                  </a:lnTo>
                  <a:lnTo>
                    <a:pt x="2905104" y="148391"/>
                  </a:lnTo>
                  <a:lnTo>
                    <a:pt x="2904032" y="148683"/>
                  </a:lnTo>
                  <a:lnTo>
                    <a:pt x="2902961" y="148975"/>
                  </a:lnTo>
                  <a:lnTo>
                    <a:pt x="2901889" y="149268"/>
                  </a:lnTo>
                  <a:lnTo>
                    <a:pt x="2900817" y="149561"/>
                  </a:lnTo>
                  <a:lnTo>
                    <a:pt x="2899746" y="149855"/>
                  </a:lnTo>
                  <a:lnTo>
                    <a:pt x="2898674" y="150150"/>
                  </a:lnTo>
                  <a:lnTo>
                    <a:pt x="2897603" y="150445"/>
                  </a:lnTo>
                  <a:lnTo>
                    <a:pt x="2896531" y="150740"/>
                  </a:lnTo>
                  <a:lnTo>
                    <a:pt x="2895459" y="151037"/>
                  </a:lnTo>
                  <a:lnTo>
                    <a:pt x="2894388" y="151333"/>
                  </a:lnTo>
                  <a:lnTo>
                    <a:pt x="2893316" y="151631"/>
                  </a:lnTo>
                  <a:lnTo>
                    <a:pt x="2892245" y="151928"/>
                  </a:lnTo>
                  <a:lnTo>
                    <a:pt x="2891173" y="152227"/>
                  </a:lnTo>
                  <a:lnTo>
                    <a:pt x="2890101" y="152526"/>
                  </a:lnTo>
                  <a:lnTo>
                    <a:pt x="2889030" y="152825"/>
                  </a:lnTo>
                  <a:lnTo>
                    <a:pt x="2887958" y="153125"/>
                  </a:lnTo>
                  <a:lnTo>
                    <a:pt x="2886887" y="153426"/>
                  </a:lnTo>
                  <a:lnTo>
                    <a:pt x="2885815" y="153727"/>
                  </a:lnTo>
                  <a:lnTo>
                    <a:pt x="2884743" y="154028"/>
                  </a:lnTo>
                  <a:lnTo>
                    <a:pt x="2883672" y="154331"/>
                  </a:lnTo>
                  <a:lnTo>
                    <a:pt x="2882600" y="154633"/>
                  </a:lnTo>
                  <a:lnTo>
                    <a:pt x="2881529" y="154937"/>
                  </a:lnTo>
                  <a:lnTo>
                    <a:pt x="2880457" y="155241"/>
                  </a:lnTo>
                  <a:lnTo>
                    <a:pt x="2879385" y="155545"/>
                  </a:lnTo>
                  <a:lnTo>
                    <a:pt x="2878314" y="155850"/>
                  </a:lnTo>
                  <a:lnTo>
                    <a:pt x="2877242" y="156156"/>
                  </a:lnTo>
                  <a:lnTo>
                    <a:pt x="2876171" y="156462"/>
                  </a:lnTo>
                  <a:lnTo>
                    <a:pt x="2875099" y="156769"/>
                  </a:lnTo>
                  <a:lnTo>
                    <a:pt x="2874027" y="157076"/>
                  </a:lnTo>
                  <a:lnTo>
                    <a:pt x="2872956" y="157384"/>
                  </a:lnTo>
                  <a:lnTo>
                    <a:pt x="2871884" y="157692"/>
                  </a:lnTo>
                  <a:lnTo>
                    <a:pt x="2870813" y="158001"/>
                  </a:lnTo>
                  <a:lnTo>
                    <a:pt x="2869741" y="158310"/>
                  </a:lnTo>
                  <a:lnTo>
                    <a:pt x="2868669" y="158620"/>
                  </a:lnTo>
                  <a:lnTo>
                    <a:pt x="2867598" y="158931"/>
                  </a:lnTo>
                  <a:lnTo>
                    <a:pt x="2866526" y="159242"/>
                  </a:lnTo>
                  <a:lnTo>
                    <a:pt x="2865455" y="159554"/>
                  </a:lnTo>
                  <a:lnTo>
                    <a:pt x="2864383" y="159866"/>
                  </a:lnTo>
                  <a:lnTo>
                    <a:pt x="2863311" y="160179"/>
                  </a:lnTo>
                  <a:lnTo>
                    <a:pt x="2862240" y="160493"/>
                  </a:lnTo>
                  <a:lnTo>
                    <a:pt x="2861168" y="160807"/>
                  </a:lnTo>
                  <a:lnTo>
                    <a:pt x="2860097" y="161122"/>
                  </a:lnTo>
                  <a:lnTo>
                    <a:pt x="2859025" y="161437"/>
                  </a:lnTo>
                  <a:lnTo>
                    <a:pt x="2857953" y="161753"/>
                  </a:lnTo>
                  <a:lnTo>
                    <a:pt x="2856882" y="162069"/>
                  </a:lnTo>
                  <a:lnTo>
                    <a:pt x="2855810" y="162386"/>
                  </a:lnTo>
                  <a:lnTo>
                    <a:pt x="2854739" y="162703"/>
                  </a:lnTo>
                  <a:lnTo>
                    <a:pt x="2853667" y="163021"/>
                  </a:lnTo>
                  <a:lnTo>
                    <a:pt x="2852595" y="163340"/>
                  </a:lnTo>
                  <a:lnTo>
                    <a:pt x="2851524" y="163659"/>
                  </a:lnTo>
                  <a:lnTo>
                    <a:pt x="2850452" y="163979"/>
                  </a:lnTo>
                  <a:lnTo>
                    <a:pt x="2849381" y="164300"/>
                  </a:lnTo>
                  <a:lnTo>
                    <a:pt x="2848309" y="164621"/>
                  </a:lnTo>
                  <a:lnTo>
                    <a:pt x="2847237" y="164942"/>
                  </a:lnTo>
                  <a:lnTo>
                    <a:pt x="2846166" y="165264"/>
                  </a:lnTo>
                  <a:lnTo>
                    <a:pt x="2845094" y="165587"/>
                  </a:lnTo>
                  <a:lnTo>
                    <a:pt x="2844023" y="165910"/>
                  </a:lnTo>
                  <a:lnTo>
                    <a:pt x="2842951" y="166234"/>
                  </a:lnTo>
                  <a:lnTo>
                    <a:pt x="2841879" y="166559"/>
                  </a:lnTo>
                  <a:lnTo>
                    <a:pt x="2840808" y="166884"/>
                  </a:lnTo>
                  <a:lnTo>
                    <a:pt x="2839736" y="167210"/>
                  </a:lnTo>
                  <a:lnTo>
                    <a:pt x="2838665" y="167536"/>
                  </a:lnTo>
                  <a:lnTo>
                    <a:pt x="2837593" y="167863"/>
                  </a:lnTo>
                  <a:lnTo>
                    <a:pt x="2836522" y="168190"/>
                  </a:lnTo>
                  <a:lnTo>
                    <a:pt x="2835450" y="168518"/>
                  </a:lnTo>
                  <a:lnTo>
                    <a:pt x="2834378" y="168847"/>
                  </a:lnTo>
                  <a:lnTo>
                    <a:pt x="2833307" y="169176"/>
                  </a:lnTo>
                  <a:lnTo>
                    <a:pt x="2832235" y="169506"/>
                  </a:lnTo>
                  <a:lnTo>
                    <a:pt x="2831164" y="169836"/>
                  </a:lnTo>
                  <a:lnTo>
                    <a:pt x="2830092" y="170167"/>
                  </a:lnTo>
                  <a:lnTo>
                    <a:pt x="2829020" y="170499"/>
                  </a:lnTo>
                  <a:lnTo>
                    <a:pt x="2827949" y="170831"/>
                  </a:lnTo>
                  <a:lnTo>
                    <a:pt x="2826877" y="171164"/>
                  </a:lnTo>
                  <a:lnTo>
                    <a:pt x="2825806" y="171497"/>
                  </a:lnTo>
                  <a:lnTo>
                    <a:pt x="2824734" y="171831"/>
                  </a:lnTo>
                  <a:lnTo>
                    <a:pt x="2823662" y="172166"/>
                  </a:lnTo>
                  <a:lnTo>
                    <a:pt x="2822591" y="172501"/>
                  </a:lnTo>
                  <a:lnTo>
                    <a:pt x="2821519" y="172836"/>
                  </a:lnTo>
                  <a:lnTo>
                    <a:pt x="2820448" y="173173"/>
                  </a:lnTo>
                  <a:lnTo>
                    <a:pt x="2819376" y="173510"/>
                  </a:lnTo>
                  <a:lnTo>
                    <a:pt x="2818304" y="173847"/>
                  </a:lnTo>
                  <a:lnTo>
                    <a:pt x="2817233" y="174186"/>
                  </a:lnTo>
                  <a:lnTo>
                    <a:pt x="2816161" y="174524"/>
                  </a:lnTo>
                  <a:lnTo>
                    <a:pt x="2815090" y="174864"/>
                  </a:lnTo>
                  <a:lnTo>
                    <a:pt x="2814018" y="175204"/>
                  </a:lnTo>
                  <a:lnTo>
                    <a:pt x="2812946" y="175544"/>
                  </a:lnTo>
                  <a:lnTo>
                    <a:pt x="2811875" y="175885"/>
                  </a:lnTo>
                  <a:lnTo>
                    <a:pt x="2810803" y="176227"/>
                  </a:lnTo>
                  <a:lnTo>
                    <a:pt x="2809732" y="176570"/>
                  </a:lnTo>
                  <a:lnTo>
                    <a:pt x="2808660" y="176913"/>
                  </a:lnTo>
                  <a:lnTo>
                    <a:pt x="2807588" y="177256"/>
                  </a:lnTo>
                  <a:lnTo>
                    <a:pt x="2806517" y="177600"/>
                  </a:lnTo>
                  <a:lnTo>
                    <a:pt x="2805445" y="177945"/>
                  </a:lnTo>
                  <a:lnTo>
                    <a:pt x="2804374" y="178291"/>
                  </a:lnTo>
                  <a:lnTo>
                    <a:pt x="2803302" y="178637"/>
                  </a:lnTo>
                  <a:lnTo>
                    <a:pt x="2802230" y="178983"/>
                  </a:lnTo>
                  <a:lnTo>
                    <a:pt x="2801159" y="179331"/>
                  </a:lnTo>
                  <a:lnTo>
                    <a:pt x="2800087" y="179679"/>
                  </a:lnTo>
                  <a:lnTo>
                    <a:pt x="2799016" y="180027"/>
                  </a:lnTo>
                  <a:lnTo>
                    <a:pt x="2797944" y="180376"/>
                  </a:lnTo>
                  <a:lnTo>
                    <a:pt x="2796872" y="180726"/>
                  </a:lnTo>
                  <a:lnTo>
                    <a:pt x="2795801" y="181076"/>
                  </a:lnTo>
                  <a:lnTo>
                    <a:pt x="2794729" y="181427"/>
                  </a:lnTo>
                  <a:lnTo>
                    <a:pt x="2793658" y="181779"/>
                  </a:lnTo>
                  <a:lnTo>
                    <a:pt x="2792586" y="182131"/>
                  </a:lnTo>
                  <a:lnTo>
                    <a:pt x="2791514" y="182484"/>
                  </a:lnTo>
                  <a:lnTo>
                    <a:pt x="2790443" y="182837"/>
                  </a:lnTo>
                  <a:lnTo>
                    <a:pt x="2789371" y="183191"/>
                  </a:lnTo>
                  <a:lnTo>
                    <a:pt x="2788300" y="183546"/>
                  </a:lnTo>
                  <a:lnTo>
                    <a:pt x="2787228" y="183901"/>
                  </a:lnTo>
                  <a:lnTo>
                    <a:pt x="2786156" y="184257"/>
                  </a:lnTo>
                  <a:lnTo>
                    <a:pt x="2785085" y="184614"/>
                  </a:lnTo>
                  <a:lnTo>
                    <a:pt x="2784013" y="184971"/>
                  </a:lnTo>
                  <a:lnTo>
                    <a:pt x="2782942" y="185329"/>
                  </a:lnTo>
                  <a:lnTo>
                    <a:pt x="2781870" y="185687"/>
                  </a:lnTo>
                  <a:lnTo>
                    <a:pt x="2780798" y="186046"/>
                  </a:lnTo>
                  <a:lnTo>
                    <a:pt x="2779727" y="186406"/>
                  </a:lnTo>
                  <a:lnTo>
                    <a:pt x="2778655" y="186766"/>
                  </a:lnTo>
                  <a:lnTo>
                    <a:pt x="2777584" y="187127"/>
                  </a:lnTo>
                  <a:lnTo>
                    <a:pt x="2776512" y="187488"/>
                  </a:lnTo>
                  <a:lnTo>
                    <a:pt x="2775440" y="187851"/>
                  </a:lnTo>
                  <a:lnTo>
                    <a:pt x="2774369" y="188213"/>
                  </a:lnTo>
                  <a:lnTo>
                    <a:pt x="2773297" y="188577"/>
                  </a:lnTo>
                  <a:lnTo>
                    <a:pt x="2772226" y="188941"/>
                  </a:lnTo>
                  <a:lnTo>
                    <a:pt x="2771154" y="189305"/>
                  </a:lnTo>
                  <a:lnTo>
                    <a:pt x="2770082" y="189671"/>
                  </a:lnTo>
                  <a:lnTo>
                    <a:pt x="2769011" y="190037"/>
                  </a:lnTo>
                  <a:lnTo>
                    <a:pt x="2767939" y="190403"/>
                  </a:lnTo>
                  <a:lnTo>
                    <a:pt x="2766868" y="190770"/>
                  </a:lnTo>
                  <a:lnTo>
                    <a:pt x="2765796" y="191138"/>
                  </a:lnTo>
                  <a:lnTo>
                    <a:pt x="2764724" y="191507"/>
                  </a:lnTo>
                  <a:lnTo>
                    <a:pt x="2763653" y="191876"/>
                  </a:lnTo>
                  <a:lnTo>
                    <a:pt x="2762581" y="192246"/>
                  </a:lnTo>
                  <a:lnTo>
                    <a:pt x="2761510" y="192616"/>
                  </a:lnTo>
                  <a:lnTo>
                    <a:pt x="2760438" y="192987"/>
                  </a:lnTo>
                  <a:lnTo>
                    <a:pt x="2759366" y="193359"/>
                  </a:lnTo>
                  <a:lnTo>
                    <a:pt x="2758295" y="193731"/>
                  </a:lnTo>
                  <a:lnTo>
                    <a:pt x="2757223" y="194104"/>
                  </a:lnTo>
                  <a:lnTo>
                    <a:pt x="2756152" y="194477"/>
                  </a:lnTo>
                  <a:lnTo>
                    <a:pt x="2755080" y="194851"/>
                  </a:lnTo>
                  <a:lnTo>
                    <a:pt x="2754008" y="195226"/>
                  </a:lnTo>
                  <a:lnTo>
                    <a:pt x="2752937" y="195602"/>
                  </a:lnTo>
                  <a:lnTo>
                    <a:pt x="2751865" y="195978"/>
                  </a:lnTo>
                  <a:lnTo>
                    <a:pt x="2750794" y="196355"/>
                  </a:lnTo>
                  <a:lnTo>
                    <a:pt x="2749722" y="196732"/>
                  </a:lnTo>
                  <a:lnTo>
                    <a:pt x="2748650" y="197110"/>
                  </a:lnTo>
                  <a:lnTo>
                    <a:pt x="2747579" y="197489"/>
                  </a:lnTo>
                  <a:lnTo>
                    <a:pt x="2746507" y="197868"/>
                  </a:lnTo>
                  <a:lnTo>
                    <a:pt x="2745436" y="198248"/>
                  </a:lnTo>
                  <a:lnTo>
                    <a:pt x="2744364" y="198628"/>
                  </a:lnTo>
                  <a:lnTo>
                    <a:pt x="2743292" y="199010"/>
                  </a:lnTo>
                  <a:lnTo>
                    <a:pt x="2742221" y="199392"/>
                  </a:lnTo>
                  <a:lnTo>
                    <a:pt x="2741149" y="199774"/>
                  </a:lnTo>
                  <a:lnTo>
                    <a:pt x="2740078" y="200157"/>
                  </a:lnTo>
                  <a:lnTo>
                    <a:pt x="2739006" y="200541"/>
                  </a:lnTo>
                  <a:lnTo>
                    <a:pt x="2737934" y="200925"/>
                  </a:lnTo>
                  <a:lnTo>
                    <a:pt x="2736863" y="201311"/>
                  </a:lnTo>
                  <a:lnTo>
                    <a:pt x="2735791" y="201696"/>
                  </a:lnTo>
                  <a:lnTo>
                    <a:pt x="2734720" y="202083"/>
                  </a:lnTo>
                  <a:lnTo>
                    <a:pt x="2733648" y="202470"/>
                  </a:lnTo>
                  <a:lnTo>
                    <a:pt x="2732576" y="202857"/>
                  </a:lnTo>
                  <a:lnTo>
                    <a:pt x="2731505" y="203246"/>
                  </a:lnTo>
                  <a:lnTo>
                    <a:pt x="2730433" y="203635"/>
                  </a:lnTo>
                  <a:lnTo>
                    <a:pt x="2729362" y="204024"/>
                  </a:lnTo>
                  <a:lnTo>
                    <a:pt x="2728290" y="204415"/>
                  </a:lnTo>
                  <a:lnTo>
                    <a:pt x="2727218" y="204806"/>
                  </a:lnTo>
                  <a:lnTo>
                    <a:pt x="2726147" y="205197"/>
                  </a:lnTo>
                  <a:lnTo>
                    <a:pt x="2725075" y="205590"/>
                  </a:lnTo>
                  <a:lnTo>
                    <a:pt x="2724004" y="205983"/>
                  </a:lnTo>
                  <a:lnTo>
                    <a:pt x="2722932" y="206376"/>
                  </a:lnTo>
                  <a:lnTo>
                    <a:pt x="2721860" y="206770"/>
                  </a:lnTo>
                  <a:lnTo>
                    <a:pt x="2720789" y="207165"/>
                  </a:lnTo>
                  <a:lnTo>
                    <a:pt x="2719717" y="207561"/>
                  </a:lnTo>
                  <a:lnTo>
                    <a:pt x="2718646" y="207957"/>
                  </a:lnTo>
                  <a:lnTo>
                    <a:pt x="2717574" y="208354"/>
                  </a:lnTo>
                  <a:lnTo>
                    <a:pt x="2716502" y="208751"/>
                  </a:lnTo>
                  <a:lnTo>
                    <a:pt x="2715431" y="209149"/>
                  </a:lnTo>
                  <a:lnTo>
                    <a:pt x="2714359" y="209548"/>
                  </a:lnTo>
                  <a:lnTo>
                    <a:pt x="2713288" y="209948"/>
                  </a:lnTo>
                  <a:lnTo>
                    <a:pt x="2712216" y="210348"/>
                  </a:lnTo>
                  <a:lnTo>
                    <a:pt x="2711144" y="210749"/>
                  </a:lnTo>
                  <a:lnTo>
                    <a:pt x="2710073" y="211150"/>
                  </a:lnTo>
                  <a:lnTo>
                    <a:pt x="2709001" y="211552"/>
                  </a:lnTo>
                  <a:lnTo>
                    <a:pt x="2707930" y="211955"/>
                  </a:lnTo>
                  <a:lnTo>
                    <a:pt x="2706858" y="212359"/>
                  </a:lnTo>
                  <a:lnTo>
                    <a:pt x="2705786" y="212763"/>
                  </a:lnTo>
                  <a:lnTo>
                    <a:pt x="2704715" y="213167"/>
                  </a:lnTo>
                  <a:lnTo>
                    <a:pt x="2703643" y="213573"/>
                  </a:lnTo>
                  <a:lnTo>
                    <a:pt x="2702572" y="213979"/>
                  </a:lnTo>
                  <a:lnTo>
                    <a:pt x="2701500" y="214386"/>
                  </a:lnTo>
                  <a:lnTo>
                    <a:pt x="2700428" y="214793"/>
                  </a:lnTo>
                  <a:lnTo>
                    <a:pt x="2699357" y="215201"/>
                  </a:lnTo>
                  <a:lnTo>
                    <a:pt x="2698285" y="215610"/>
                  </a:lnTo>
                  <a:lnTo>
                    <a:pt x="2697214" y="216019"/>
                  </a:lnTo>
                  <a:lnTo>
                    <a:pt x="2696142" y="216429"/>
                  </a:lnTo>
                  <a:lnTo>
                    <a:pt x="2695070" y="216840"/>
                  </a:lnTo>
                  <a:lnTo>
                    <a:pt x="2693999" y="217252"/>
                  </a:lnTo>
                  <a:lnTo>
                    <a:pt x="2692927" y="217664"/>
                  </a:lnTo>
                  <a:lnTo>
                    <a:pt x="2691856" y="218076"/>
                  </a:lnTo>
                  <a:lnTo>
                    <a:pt x="2690784" y="218490"/>
                  </a:lnTo>
                  <a:lnTo>
                    <a:pt x="2689712" y="218904"/>
                  </a:lnTo>
                  <a:lnTo>
                    <a:pt x="2688641" y="219319"/>
                  </a:lnTo>
                  <a:lnTo>
                    <a:pt x="2687569" y="219734"/>
                  </a:lnTo>
                  <a:lnTo>
                    <a:pt x="2686498" y="220150"/>
                  </a:lnTo>
                  <a:lnTo>
                    <a:pt x="2685426" y="220567"/>
                  </a:lnTo>
                  <a:lnTo>
                    <a:pt x="2684354" y="220985"/>
                  </a:lnTo>
                  <a:lnTo>
                    <a:pt x="2683283" y="221403"/>
                  </a:lnTo>
                  <a:lnTo>
                    <a:pt x="2682211" y="221821"/>
                  </a:lnTo>
                  <a:lnTo>
                    <a:pt x="2681140" y="222241"/>
                  </a:lnTo>
                  <a:lnTo>
                    <a:pt x="2680068" y="222661"/>
                  </a:lnTo>
                  <a:lnTo>
                    <a:pt x="2678996" y="223082"/>
                  </a:lnTo>
                  <a:lnTo>
                    <a:pt x="2677925" y="223503"/>
                  </a:lnTo>
                  <a:lnTo>
                    <a:pt x="2676853" y="223926"/>
                  </a:lnTo>
                  <a:lnTo>
                    <a:pt x="2675782" y="224348"/>
                  </a:lnTo>
                  <a:lnTo>
                    <a:pt x="2674710" y="224772"/>
                  </a:lnTo>
                  <a:lnTo>
                    <a:pt x="2673638" y="225196"/>
                  </a:lnTo>
                  <a:lnTo>
                    <a:pt x="2672567" y="225621"/>
                  </a:lnTo>
                  <a:lnTo>
                    <a:pt x="2671495" y="226047"/>
                  </a:lnTo>
                  <a:lnTo>
                    <a:pt x="2670424" y="226473"/>
                  </a:lnTo>
                  <a:lnTo>
                    <a:pt x="2669352" y="226900"/>
                  </a:lnTo>
                  <a:lnTo>
                    <a:pt x="2668280" y="227327"/>
                  </a:lnTo>
                  <a:lnTo>
                    <a:pt x="2667209" y="227756"/>
                  </a:lnTo>
                  <a:lnTo>
                    <a:pt x="2666137" y="228185"/>
                  </a:lnTo>
                  <a:lnTo>
                    <a:pt x="2665066" y="228614"/>
                  </a:lnTo>
                  <a:lnTo>
                    <a:pt x="2663994" y="229044"/>
                  </a:lnTo>
                  <a:lnTo>
                    <a:pt x="2662922" y="229475"/>
                  </a:lnTo>
                  <a:lnTo>
                    <a:pt x="2661851" y="229907"/>
                  </a:lnTo>
                  <a:lnTo>
                    <a:pt x="2660779" y="230339"/>
                  </a:lnTo>
                  <a:lnTo>
                    <a:pt x="2659708" y="230772"/>
                  </a:lnTo>
                  <a:lnTo>
                    <a:pt x="2658636" y="231206"/>
                  </a:lnTo>
                  <a:lnTo>
                    <a:pt x="2657565" y="231641"/>
                  </a:lnTo>
                  <a:lnTo>
                    <a:pt x="2656493" y="232076"/>
                  </a:lnTo>
                  <a:lnTo>
                    <a:pt x="2655421" y="232511"/>
                  </a:lnTo>
                  <a:lnTo>
                    <a:pt x="2654350" y="232948"/>
                  </a:lnTo>
                  <a:lnTo>
                    <a:pt x="2653278" y="233385"/>
                  </a:lnTo>
                  <a:lnTo>
                    <a:pt x="2652207" y="233823"/>
                  </a:lnTo>
                  <a:lnTo>
                    <a:pt x="2651135" y="234261"/>
                  </a:lnTo>
                  <a:lnTo>
                    <a:pt x="2650063" y="234701"/>
                  </a:lnTo>
                  <a:lnTo>
                    <a:pt x="2648992" y="235140"/>
                  </a:lnTo>
                  <a:lnTo>
                    <a:pt x="2647920" y="235581"/>
                  </a:lnTo>
                  <a:lnTo>
                    <a:pt x="2646849" y="236022"/>
                  </a:lnTo>
                  <a:lnTo>
                    <a:pt x="2645777" y="236464"/>
                  </a:lnTo>
                  <a:lnTo>
                    <a:pt x="2644705" y="236907"/>
                  </a:lnTo>
                  <a:lnTo>
                    <a:pt x="2643634" y="237350"/>
                  </a:lnTo>
                  <a:lnTo>
                    <a:pt x="2642562" y="237794"/>
                  </a:lnTo>
                  <a:lnTo>
                    <a:pt x="2641491" y="238239"/>
                  </a:lnTo>
                  <a:lnTo>
                    <a:pt x="2640419" y="238684"/>
                  </a:lnTo>
                  <a:lnTo>
                    <a:pt x="2639347" y="239130"/>
                  </a:lnTo>
                  <a:lnTo>
                    <a:pt x="2638276" y="239577"/>
                  </a:lnTo>
                  <a:lnTo>
                    <a:pt x="2637204" y="240025"/>
                  </a:lnTo>
                  <a:lnTo>
                    <a:pt x="2636133" y="240473"/>
                  </a:lnTo>
                  <a:lnTo>
                    <a:pt x="2635061" y="240922"/>
                  </a:lnTo>
                  <a:lnTo>
                    <a:pt x="2633989" y="241371"/>
                  </a:lnTo>
                  <a:lnTo>
                    <a:pt x="2632918" y="241821"/>
                  </a:lnTo>
                  <a:lnTo>
                    <a:pt x="2631846" y="242272"/>
                  </a:lnTo>
                  <a:lnTo>
                    <a:pt x="2630775" y="242724"/>
                  </a:lnTo>
                  <a:lnTo>
                    <a:pt x="2629703" y="243176"/>
                  </a:lnTo>
                  <a:lnTo>
                    <a:pt x="2628631" y="243629"/>
                  </a:lnTo>
                  <a:lnTo>
                    <a:pt x="2627560" y="244083"/>
                  </a:lnTo>
                  <a:lnTo>
                    <a:pt x="2626488" y="244537"/>
                  </a:lnTo>
                  <a:lnTo>
                    <a:pt x="2625417" y="244992"/>
                  </a:lnTo>
                  <a:lnTo>
                    <a:pt x="2624345" y="245448"/>
                  </a:lnTo>
                  <a:lnTo>
                    <a:pt x="2623273" y="245905"/>
                  </a:lnTo>
                  <a:lnTo>
                    <a:pt x="2622202" y="246362"/>
                  </a:lnTo>
                  <a:lnTo>
                    <a:pt x="2621130" y="246820"/>
                  </a:lnTo>
                  <a:lnTo>
                    <a:pt x="2620059" y="247278"/>
                  </a:lnTo>
                  <a:lnTo>
                    <a:pt x="2618987" y="247737"/>
                  </a:lnTo>
                  <a:lnTo>
                    <a:pt x="2617915" y="248197"/>
                  </a:lnTo>
                  <a:lnTo>
                    <a:pt x="2616844" y="248658"/>
                  </a:lnTo>
                  <a:lnTo>
                    <a:pt x="2615772" y="249120"/>
                  </a:lnTo>
                  <a:lnTo>
                    <a:pt x="2614701" y="249582"/>
                  </a:lnTo>
                  <a:lnTo>
                    <a:pt x="2613629" y="250044"/>
                  </a:lnTo>
                  <a:lnTo>
                    <a:pt x="2612557" y="250508"/>
                  </a:lnTo>
                  <a:lnTo>
                    <a:pt x="2611486" y="250972"/>
                  </a:lnTo>
                  <a:lnTo>
                    <a:pt x="2610414" y="251437"/>
                  </a:lnTo>
                  <a:lnTo>
                    <a:pt x="2609343" y="251902"/>
                  </a:lnTo>
                  <a:lnTo>
                    <a:pt x="2608271" y="252369"/>
                  </a:lnTo>
                  <a:lnTo>
                    <a:pt x="2607199" y="252836"/>
                  </a:lnTo>
                  <a:lnTo>
                    <a:pt x="2606128" y="253303"/>
                  </a:lnTo>
                  <a:lnTo>
                    <a:pt x="2605056" y="253772"/>
                  </a:lnTo>
                  <a:lnTo>
                    <a:pt x="2603985" y="254241"/>
                  </a:lnTo>
                  <a:lnTo>
                    <a:pt x="2602913" y="254711"/>
                  </a:lnTo>
                  <a:lnTo>
                    <a:pt x="2601841" y="255181"/>
                  </a:lnTo>
                  <a:lnTo>
                    <a:pt x="2600770" y="255652"/>
                  </a:lnTo>
                  <a:lnTo>
                    <a:pt x="2599698" y="256124"/>
                  </a:lnTo>
                  <a:lnTo>
                    <a:pt x="2598627" y="256597"/>
                  </a:lnTo>
                  <a:lnTo>
                    <a:pt x="2597555" y="257070"/>
                  </a:lnTo>
                  <a:lnTo>
                    <a:pt x="2596483" y="257544"/>
                  </a:lnTo>
                  <a:lnTo>
                    <a:pt x="2595412" y="258019"/>
                  </a:lnTo>
                  <a:lnTo>
                    <a:pt x="2594340" y="258494"/>
                  </a:lnTo>
                  <a:lnTo>
                    <a:pt x="2593269" y="258970"/>
                  </a:lnTo>
                  <a:lnTo>
                    <a:pt x="2592197" y="259447"/>
                  </a:lnTo>
                  <a:lnTo>
                    <a:pt x="2591125" y="259925"/>
                  </a:lnTo>
                  <a:lnTo>
                    <a:pt x="2590054" y="260403"/>
                  </a:lnTo>
                  <a:lnTo>
                    <a:pt x="2588982" y="260882"/>
                  </a:lnTo>
                  <a:lnTo>
                    <a:pt x="2587911" y="261362"/>
                  </a:lnTo>
                  <a:lnTo>
                    <a:pt x="2586839" y="261842"/>
                  </a:lnTo>
                  <a:lnTo>
                    <a:pt x="2585767" y="262323"/>
                  </a:lnTo>
                  <a:lnTo>
                    <a:pt x="2584696" y="262805"/>
                  </a:lnTo>
                  <a:lnTo>
                    <a:pt x="2583624" y="263288"/>
                  </a:lnTo>
                  <a:lnTo>
                    <a:pt x="2582553" y="263771"/>
                  </a:lnTo>
                  <a:lnTo>
                    <a:pt x="2581481" y="264255"/>
                  </a:lnTo>
                  <a:lnTo>
                    <a:pt x="2580409" y="264739"/>
                  </a:lnTo>
                  <a:lnTo>
                    <a:pt x="2579338" y="265225"/>
                  </a:lnTo>
                  <a:lnTo>
                    <a:pt x="2578266" y="265711"/>
                  </a:lnTo>
                  <a:lnTo>
                    <a:pt x="2577195" y="266198"/>
                  </a:lnTo>
                  <a:lnTo>
                    <a:pt x="2576123" y="266685"/>
                  </a:lnTo>
                  <a:lnTo>
                    <a:pt x="2575051" y="267173"/>
                  </a:lnTo>
                  <a:lnTo>
                    <a:pt x="2573980" y="267662"/>
                  </a:lnTo>
                  <a:lnTo>
                    <a:pt x="2572908" y="268152"/>
                  </a:lnTo>
                  <a:lnTo>
                    <a:pt x="2571837" y="268642"/>
                  </a:lnTo>
                  <a:lnTo>
                    <a:pt x="2570765" y="269133"/>
                  </a:lnTo>
                  <a:lnTo>
                    <a:pt x="2569693" y="269625"/>
                  </a:lnTo>
                  <a:lnTo>
                    <a:pt x="2568622" y="270118"/>
                  </a:lnTo>
                  <a:lnTo>
                    <a:pt x="2567550" y="270611"/>
                  </a:lnTo>
                  <a:lnTo>
                    <a:pt x="2566479" y="271105"/>
                  </a:lnTo>
                  <a:lnTo>
                    <a:pt x="2565407" y="271600"/>
                  </a:lnTo>
                  <a:lnTo>
                    <a:pt x="2564335" y="272095"/>
                  </a:lnTo>
                  <a:lnTo>
                    <a:pt x="2563264" y="272591"/>
                  </a:lnTo>
                  <a:lnTo>
                    <a:pt x="2562192" y="273088"/>
                  </a:lnTo>
                  <a:lnTo>
                    <a:pt x="2561121" y="273585"/>
                  </a:lnTo>
                  <a:lnTo>
                    <a:pt x="2560049" y="274084"/>
                  </a:lnTo>
                  <a:lnTo>
                    <a:pt x="2558977" y="274583"/>
                  </a:lnTo>
                  <a:lnTo>
                    <a:pt x="2557906" y="275082"/>
                  </a:lnTo>
                  <a:lnTo>
                    <a:pt x="2556834" y="275583"/>
                  </a:lnTo>
                  <a:lnTo>
                    <a:pt x="2555763" y="276084"/>
                  </a:lnTo>
                  <a:lnTo>
                    <a:pt x="2554691" y="276586"/>
                  </a:lnTo>
                  <a:lnTo>
                    <a:pt x="2553619" y="277088"/>
                  </a:lnTo>
                  <a:lnTo>
                    <a:pt x="2552548" y="277591"/>
                  </a:lnTo>
                  <a:lnTo>
                    <a:pt x="2551476" y="278095"/>
                  </a:lnTo>
                  <a:lnTo>
                    <a:pt x="2550405" y="278600"/>
                  </a:lnTo>
                  <a:lnTo>
                    <a:pt x="2549333" y="279106"/>
                  </a:lnTo>
                  <a:lnTo>
                    <a:pt x="2548261" y="279612"/>
                  </a:lnTo>
                  <a:lnTo>
                    <a:pt x="2547190" y="280119"/>
                  </a:lnTo>
                  <a:lnTo>
                    <a:pt x="2546118" y="280626"/>
                  </a:lnTo>
                  <a:lnTo>
                    <a:pt x="2545047" y="281135"/>
                  </a:lnTo>
                  <a:lnTo>
                    <a:pt x="2543975" y="281644"/>
                  </a:lnTo>
                  <a:lnTo>
                    <a:pt x="2542903" y="282153"/>
                  </a:lnTo>
                  <a:lnTo>
                    <a:pt x="2541832" y="282664"/>
                  </a:lnTo>
                  <a:lnTo>
                    <a:pt x="2540760" y="283175"/>
                  </a:lnTo>
                  <a:lnTo>
                    <a:pt x="2539689" y="283687"/>
                  </a:lnTo>
                  <a:lnTo>
                    <a:pt x="2538617" y="284200"/>
                  </a:lnTo>
                  <a:lnTo>
                    <a:pt x="2537545" y="284713"/>
                  </a:lnTo>
                  <a:lnTo>
                    <a:pt x="2536474" y="285227"/>
                  </a:lnTo>
                  <a:lnTo>
                    <a:pt x="2535402" y="285742"/>
                  </a:lnTo>
                  <a:lnTo>
                    <a:pt x="2534331" y="286258"/>
                  </a:lnTo>
                  <a:lnTo>
                    <a:pt x="2533259" y="286774"/>
                  </a:lnTo>
                  <a:lnTo>
                    <a:pt x="2532187" y="287291"/>
                  </a:lnTo>
                  <a:lnTo>
                    <a:pt x="2531116" y="287809"/>
                  </a:lnTo>
                  <a:lnTo>
                    <a:pt x="2530044" y="288327"/>
                  </a:lnTo>
                  <a:lnTo>
                    <a:pt x="2528973" y="288847"/>
                  </a:lnTo>
                  <a:lnTo>
                    <a:pt x="2527901" y="289366"/>
                  </a:lnTo>
                  <a:lnTo>
                    <a:pt x="2526829" y="289887"/>
                  </a:lnTo>
                  <a:lnTo>
                    <a:pt x="2525758" y="290409"/>
                  </a:lnTo>
                  <a:lnTo>
                    <a:pt x="2524686" y="290931"/>
                  </a:lnTo>
                  <a:lnTo>
                    <a:pt x="2523615" y="291453"/>
                  </a:lnTo>
                  <a:lnTo>
                    <a:pt x="2522543" y="291977"/>
                  </a:lnTo>
                  <a:lnTo>
                    <a:pt x="2521471" y="292501"/>
                  </a:lnTo>
                  <a:lnTo>
                    <a:pt x="2520400" y="293026"/>
                  </a:lnTo>
                  <a:lnTo>
                    <a:pt x="2519328" y="293552"/>
                  </a:lnTo>
                  <a:lnTo>
                    <a:pt x="2518257" y="294079"/>
                  </a:lnTo>
                  <a:lnTo>
                    <a:pt x="2517185" y="294606"/>
                  </a:lnTo>
                  <a:lnTo>
                    <a:pt x="2516113" y="295134"/>
                  </a:lnTo>
                  <a:lnTo>
                    <a:pt x="2515042" y="295663"/>
                  </a:lnTo>
                  <a:lnTo>
                    <a:pt x="2513970" y="296192"/>
                  </a:lnTo>
                  <a:lnTo>
                    <a:pt x="2512899" y="296722"/>
                  </a:lnTo>
                  <a:lnTo>
                    <a:pt x="2511827" y="297253"/>
                  </a:lnTo>
                  <a:lnTo>
                    <a:pt x="2510755" y="297785"/>
                  </a:lnTo>
                  <a:lnTo>
                    <a:pt x="2509684" y="298317"/>
                  </a:lnTo>
                  <a:lnTo>
                    <a:pt x="2508612" y="298850"/>
                  </a:lnTo>
                  <a:lnTo>
                    <a:pt x="2507541" y="299384"/>
                  </a:lnTo>
                  <a:lnTo>
                    <a:pt x="2506469" y="299918"/>
                  </a:lnTo>
                  <a:lnTo>
                    <a:pt x="2505397" y="300454"/>
                  </a:lnTo>
                  <a:lnTo>
                    <a:pt x="2504326" y="300990"/>
                  </a:lnTo>
                  <a:lnTo>
                    <a:pt x="2503254" y="301526"/>
                  </a:lnTo>
                  <a:lnTo>
                    <a:pt x="2502183" y="302064"/>
                  </a:lnTo>
                  <a:lnTo>
                    <a:pt x="2501111" y="302602"/>
                  </a:lnTo>
                  <a:lnTo>
                    <a:pt x="2500039" y="303141"/>
                  </a:lnTo>
                  <a:lnTo>
                    <a:pt x="2498968" y="303681"/>
                  </a:lnTo>
                  <a:lnTo>
                    <a:pt x="2497896" y="304221"/>
                  </a:lnTo>
                  <a:lnTo>
                    <a:pt x="2496825" y="304762"/>
                  </a:lnTo>
                  <a:lnTo>
                    <a:pt x="2495753" y="305304"/>
                  </a:lnTo>
                  <a:lnTo>
                    <a:pt x="2494681" y="305847"/>
                  </a:lnTo>
                  <a:lnTo>
                    <a:pt x="2493610" y="306390"/>
                  </a:lnTo>
                  <a:lnTo>
                    <a:pt x="2492538" y="306934"/>
                  </a:lnTo>
                  <a:lnTo>
                    <a:pt x="2491467" y="307479"/>
                  </a:lnTo>
                  <a:lnTo>
                    <a:pt x="2490395" y="308025"/>
                  </a:lnTo>
                  <a:lnTo>
                    <a:pt x="2489323" y="308571"/>
                  </a:lnTo>
                  <a:lnTo>
                    <a:pt x="2488252" y="309118"/>
                  </a:lnTo>
                  <a:lnTo>
                    <a:pt x="2487180" y="309666"/>
                  </a:lnTo>
                  <a:lnTo>
                    <a:pt x="2486109" y="310214"/>
                  </a:lnTo>
                  <a:lnTo>
                    <a:pt x="2485037" y="310764"/>
                  </a:lnTo>
                  <a:lnTo>
                    <a:pt x="2483966" y="311314"/>
                  </a:lnTo>
                  <a:lnTo>
                    <a:pt x="2482894" y="311864"/>
                  </a:lnTo>
                  <a:lnTo>
                    <a:pt x="2481822" y="312416"/>
                  </a:lnTo>
                  <a:lnTo>
                    <a:pt x="2480751" y="312968"/>
                  </a:lnTo>
                  <a:lnTo>
                    <a:pt x="2479679" y="313521"/>
                  </a:lnTo>
                  <a:lnTo>
                    <a:pt x="2478608" y="314075"/>
                  </a:lnTo>
                  <a:lnTo>
                    <a:pt x="2477536" y="314629"/>
                  </a:lnTo>
                  <a:lnTo>
                    <a:pt x="2476464" y="315184"/>
                  </a:lnTo>
                  <a:lnTo>
                    <a:pt x="2475393" y="315740"/>
                  </a:lnTo>
                  <a:lnTo>
                    <a:pt x="2474321" y="316297"/>
                  </a:lnTo>
                  <a:lnTo>
                    <a:pt x="2473250" y="316854"/>
                  </a:lnTo>
                  <a:lnTo>
                    <a:pt x="2472178" y="317412"/>
                  </a:lnTo>
                  <a:lnTo>
                    <a:pt x="2471106" y="317971"/>
                  </a:lnTo>
                  <a:lnTo>
                    <a:pt x="2470035" y="318531"/>
                  </a:lnTo>
                  <a:lnTo>
                    <a:pt x="2468963" y="319091"/>
                  </a:lnTo>
                  <a:lnTo>
                    <a:pt x="2467892" y="319652"/>
                  </a:lnTo>
                  <a:lnTo>
                    <a:pt x="2466820" y="320214"/>
                  </a:lnTo>
                  <a:lnTo>
                    <a:pt x="2465748" y="320777"/>
                  </a:lnTo>
                  <a:lnTo>
                    <a:pt x="2464677" y="321340"/>
                  </a:lnTo>
                  <a:lnTo>
                    <a:pt x="2463605" y="321904"/>
                  </a:lnTo>
                  <a:lnTo>
                    <a:pt x="2462534" y="322469"/>
                  </a:lnTo>
                  <a:lnTo>
                    <a:pt x="2461462" y="323035"/>
                  </a:lnTo>
                  <a:lnTo>
                    <a:pt x="2460390" y="323601"/>
                  </a:lnTo>
                  <a:lnTo>
                    <a:pt x="2459319" y="324168"/>
                  </a:lnTo>
                  <a:lnTo>
                    <a:pt x="2458247" y="324736"/>
                  </a:lnTo>
                  <a:lnTo>
                    <a:pt x="2457176" y="325304"/>
                  </a:lnTo>
                  <a:lnTo>
                    <a:pt x="2456104" y="325874"/>
                  </a:lnTo>
                  <a:lnTo>
                    <a:pt x="2455032" y="326444"/>
                  </a:lnTo>
                  <a:lnTo>
                    <a:pt x="2453961" y="327015"/>
                  </a:lnTo>
                  <a:lnTo>
                    <a:pt x="2452889" y="327586"/>
                  </a:lnTo>
                  <a:lnTo>
                    <a:pt x="2451818" y="328158"/>
                  </a:lnTo>
                  <a:lnTo>
                    <a:pt x="2450746" y="328731"/>
                  </a:lnTo>
                  <a:lnTo>
                    <a:pt x="2449674" y="329305"/>
                  </a:lnTo>
                  <a:lnTo>
                    <a:pt x="2448603" y="329880"/>
                  </a:lnTo>
                  <a:lnTo>
                    <a:pt x="2447531" y="330455"/>
                  </a:lnTo>
                  <a:lnTo>
                    <a:pt x="2446460" y="331031"/>
                  </a:lnTo>
                  <a:lnTo>
                    <a:pt x="2445388" y="331608"/>
                  </a:lnTo>
                  <a:lnTo>
                    <a:pt x="2444316" y="332185"/>
                  </a:lnTo>
                  <a:lnTo>
                    <a:pt x="2443245" y="332763"/>
                  </a:lnTo>
                  <a:lnTo>
                    <a:pt x="2442173" y="333342"/>
                  </a:lnTo>
                  <a:lnTo>
                    <a:pt x="2441102" y="333922"/>
                  </a:lnTo>
                  <a:lnTo>
                    <a:pt x="2440030" y="334502"/>
                  </a:lnTo>
                  <a:lnTo>
                    <a:pt x="2438958" y="335084"/>
                  </a:lnTo>
                  <a:lnTo>
                    <a:pt x="2437887" y="335666"/>
                  </a:lnTo>
                  <a:lnTo>
                    <a:pt x="2436815" y="336248"/>
                  </a:lnTo>
                  <a:lnTo>
                    <a:pt x="2435744" y="336832"/>
                  </a:lnTo>
                  <a:lnTo>
                    <a:pt x="2434672" y="337416"/>
                  </a:lnTo>
                  <a:lnTo>
                    <a:pt x="2433600" y="338001"/>
                  </a:lnTo>
                  <a:lnTo>
                    <a:pt x="2432529" y="338587"/>
                  </a:lnTo>
                  <a:lnTo>
                    <a:pt x="2431457" y="339173"/>
                  </a:lnTo>
                  <a:lnTo>
                    <a:pt x="2430386" y="339760"/>
                  </a:lnTo>
                  <a:lnTo>
                    <a:pt x="2429314" y="340348"/>
                  </a:lnTo>
                  <a:lnTo>
                    <a:pt x="2428242" y="340937"/>
                  </a:lnTo>
                  <a:lnTo>
                    <a:pt x="2427171" y="341527"/>
                  </a:lnTo>
                  <a:lnTo>
                    <a:pt x="2426099" y="342117"/>
                  </a:lnTo>
                  <a:lnTo>
                    <a:pt x="2425028" y="342708"/>
                  </a:lnTo>
                  <a:lnTo>
                    <a:pt x="2423956" y="343300"/>
                  </a:lnTo>
                  <a:lnTo>
                    <a:pt x="2422884" y="343892"/>
                  </a:lnTo>
                  <a:lnTo>
                    <a:pt x="2421813" y="344485"/>
                  </a:lnTo>
                  <a:lnTo>
                    <a:pt x="2420741" y="345079"/>
                  </a:lnTo>
                  <a:lnTo>
                    <a:pt x="2419670" y="345674"/>
                  </a:lnTo>
                  <a:lnTo>
                    <a:pt x="2418598" y="346269"/>
                  </a:lnTo>
                  <a:lnTo>
                    <a:pt x="2417526" y="346866"/>
                  </a:lnTo>
                  <a:lnTo>
                    <a:pt x="2416455" y="347463"/>
                  </a:lnTo>
                  <a:lnTo>
                    <a:pt x="2415383" y="348060"/>
                  </a:lnTo>
                  <a:lnTo>
                    <a:pt x="2414312" y="348659"/>
                  </a:lnTo>
                  <a:lnTo>
                    <a:pt x="2413240" y="349258"/>
                  </a:lnTo>
                  <a:lnTo>
                    <a:pt x="2412168" y="349858"/>
                  </a:lnTo>
                  <a:lnTo>
                    <a:pt x="2411097" y="350459"/>
                  </a:lnTo>
                  <a:lnTo>
                    <a:pt x="2410025" y="351060"/>
                  </a:lnTo>
                  <a:lnTo>
                    <a:pt x="2408954" y="351662"/>
                  </a:lnTo>
                  <a:lnTo>
                    <a:pt x="2407882" y="352265"/>
                  </a:lnTo>
                  <a:lnTo>
                    <a:pt x="2406810" y="352869"/>
                  </a:lnTo>
                  <a:lnTo>
                    <a:pt x="2405739" y="353474"/>
                  </a:lnTo>
                  <a:lnTo>
                    <a:pt x="2404667" y="354079"/>
                  </a:lnTo>
                  <a:lnTo>
                    <a:pt x="2403596" y="354685"/>
                  </a:lnTo>
                  <a:lnTo>
                    <a:pt x="2402524" y="355292"/>
                  </a:lnTo>
                  <a:lnTo>
                    <a:pt x="2401452" y="355899"/>
                  </a:lnTo>
                  <a:lnTo>
                    <a:pt x="2400381" y="356508"/>
                  </a:lnTo>
                  <a:lnTo>
                    <a:pt x="2399309" y="357117"/>
                  </a:lnTo>
                  <a:lnTo>
                    <a:pt x="2398238" y="357726"/>
                  </a:lnTo>
                  <a:lnTo>
                    <a:pt x="2397166" y="358337"/>
                  </a:lnTo>
                  <a:lnTo>
                    <a:pt x="2396094" y="358948"/>
                  </a:lnTo>
                  <a:lnTo>
                    <a:pt x="2395023" y="359560"/>
                  </a:lnTo>
                  <a:lnTo>
                    <a:pt x="2393951" y="360173"/>
                  </a:lnTo>
                  <a:lnTo>
                    <a:pt x="2392880" y="360787"/>
                  </a:lnTo>
                  <a:lnTo>
                    <a:pt x="2391808" y="361401"/>
                  </a:lnTo>
                  <a:lnTo>
                    <a:pt x="2390736" y="362016"/>
                  </a:lnTo>
                  <a:lnTo>
                    <a:pt x="2389665" y="362632"/>
                  </a:lnTo>
                  <a:lnTo>
                    <a:pt x="2388593" y="363248"/>
                  </a:lnTo>
                  <a:lnTo>
                    <a:pt x="2387522" y="363866"/>
                  </a:lnTo>
                  <a:lnTo>
                    <a:pt x="2386450" y="364484"/>
                  </a:lnTo>
                  <a:lnTo>
                    <a:pt x="2385378" y="365103"/>
                  </a:lnTo>
                  <a:lnTo>
                    <a:pt x="2384307" y="365722"/>
                  </a:lnTo>
                  <a:lnTo>
                    <a:pt x="2383235" y="366342"/>
                  </a:lnTo>
                  <a:lnTo>
                    <a:pt x="2382164" y="366964"/>
                  </a:lnTo>
                  <a:lnTo>
                    <a:pt x="2381092" y="367585"/>
                  </a:lnTo>
                  <a:lnTo>
                    <a:pt x="2380020" y="368208"/>
                  </a:lnTo>
                  <a:lnTo>
                    <a:pt x="2378949" y="368831"/>
                  </a:lnTo>
                  <a:lnTo>
                    <a:pt x="2377877" y="369456"/>
                  </a:lnTo>
                  <a:lnTo>
                    <a:pt x="2376806" y="370080"/>
                  </a:lnTo>
                  <a:lnTo>
                    <a:pt x="2375734" y="370706"/>
                  </a:lnTo>
                  <a:lnTo>
                    <a:pt x="2374662" y="371332"/>
                  </a:lnTo>
                  <a:lnTo>
                    <a:pt x="2373591" y="371960"/>
                  </a:lnTo>
                  <a:lnTo>
                    <a:pt x="2372519" y="372588"/>
                  </a:lnTo>
                  <a:lnTo>
                    <a:pt x="2371448" y="373216"/>
                  </a:lnTo>
                  <a:lnTo>
                    <a:pt x="2370376" y="373846"/>
                  </a:lnTo>
                  <a:lnTo>
                    <a:pt x="2369304" y="374476"/>
                  </a:lnTo>
                  <a:lnTo>
                    <a:pt x="2368233" y="375107"/>
                  </a:lnTo>
                  <a:lnTo>
                    <a:pt x="2367161" y="375739"/>
                  </a:lnTo>
                  <a:lnTo>
                    <a:pt x="2366090" y="376371"/>
                  </a:lnTo>
                  <a:lnTo>
                    <a:pt x="2365018" y="377004"/>
                  </a:lnTo>
                  <a:lnTo>
                    <a:pt x="2363946" y="377638"/>
                  </a:lnTo>
                  <a:lnTo>
                    <a:pt x="2362875" y="378273"/>
                  </a:lnTo>
                  <a:lnTo>
                    <a:pt x="2361803" y="378908"/>
                  </a:lnTo>
                  <a:lnTo>
                    <a:pt x="2360732" y="379545"/>
                  </a:lnTo>
                  <a:lnTo>
                    <a:pt x="2359660" y="380182"/>
                  </a:lnTo>
                  <a:lnTo>
                    <a:pt x="2358588" y="380819"/>
                  </a:lnTo>
                  <a:lnTo>
                    <a:pt x="2357517" y="381458"/>
                  </a:lnTo>
                  <a:lnTo>
                    <a:pt x="2356445" y="382097"/>
                  </a:lnTo>
                  <a:lnTo>
                    <a:pt x="2355374" y="382737"/>
                  </a:lnTo>
                  <a:lnTo>
                    <a:pt x="2354302" y="383378"/>
                  </a:lnTo>
                  <a:lnTo>
                    <a:pt x="2353230" y="384020"/>
                  </a:lnTo>
                  <a:lnTo>
                    <a:pt x="2352159" y="384662"/>
                  </a:lnTo>
                  <a:lnTo>
                    <a:pt x="2351087" y="385305"/>
                  </a:lnTo>
                  <a:lnTo>
                    <a:pt x="2350016" y="385949"/>
                  </a:lnTo>
                  <a:lnTo>
                    <a:pt x="2348944" y="386594"/>
                  </a:lnTo>
                  <a:lnTo>
                    <a:pt x="2347872" y="387239"/>
                  </a:lnTo>
                  <a:lnTo>
                    <a:pt x="2346801" y="387885"/>
                  </a:lnTo>
                  <a:lnTo>
                    <a:pt x="2345729" y="388532"/>
                  </a:lnTo>
                  <a:lnTo>
                    <a:pt x="2344658" y="389180"/>
                  </a:lnTo>
                  <a:lnTo>
                    <a:pt x="2343586" y="389828"/>
                  </a:lnTo>
                  <a:lnTo>
                    <a:pt x="2342514" y="390477"/>
                  </a:lnTo>
                  <a:lnTo>
                    <a:pt x="2341443" y="391127"/>
                  </a:lnTo>
                  <a:lnTo>
                    <a:pt x="2340371" y="391778"/>
                  </a:lnTo>
                  <a:lnTo>
                    <a:pt x="2339300" y="392429"/>
                  </a:lnTo>
                  <a:lnTo>
                    <a:pt x="2338228" y="393081"/>
                  </a:lnTo>
                  <a:lnTo>
                    <a:pt x="2337156" y="393734"/>
                  </a:lnTo>
                  <a:lnTo>
                    <a:pt x="2336085" y="394388"/>
                  </a:lnTo>
                  <a:lnTo>
                    <a:pt x="2335013" y="395043"/>
                  </a:lnTo>
                  <a:lnTo>
                    <a:pt x="2333942" y="395698"/>
                  </a:lnTo>
                  <a:lnTo>
                    <a:pt x="2332870" y="396354"/>
                  </a:lnTo>
                  <a:lnTo>
                    <a:pt x="2331798" y="397011"/>
                  </a:lnTo>
                  <a:lnTo>
                    <a:pt x="2330727" y="397668"/>
                  </a:lnTo>
                  <a:lnTo>
                    <a:pt x="2329655" y="398326"/>
                  </a:lnTo>
                  <a:lnTo>
                    <a:pt x="2328584" y="398986"/>
                  </a:lnTo>
                  <a:lnTo>
                    <a:pt x="2327512" y="399645"/>
                  </a:lnTo>
                  <a:lnTo>
                    <a:pt x="2326440" y="400306"/>
                  </a:lnTo>
                  <a:lnTo>
                    <a:pt x="2325369" y="400967"/>
                  </a:lnTo>
                  <a:lnTo>
                    <a:pt x="2324297" y="401629"/>
                  </a:lnTo>
                  <a:lnTo>
                    <a:pt x="2323226" y="402292"/>
                  </a:lnTo>
                  <a:lnTo>
                    <a:pt x="2322154" y="402956"/>
                  </a:lnTo>
                  <a:lnTo>
                    <a:pt x="2321082" y="403620"/>
                  </a:lnTo>
                  <a:lnTo>
                    <a:pt x="2320011" y="404285"/>
                  </a:lnTo>
                  <a:lnTo>
                    <a:pt x="2318939" y="404951"/>
                  </a:lnTo>
                  <a:lnTo>
                    <a:pt x="2317868" y="405618"/>
                  </a:lnTo>
                  <a:lnTo>
                    <a:pt x="2316796" y="406285"/>
                  </a:lnTo>
                  <a:lnTo>
                    <a:pt x="2315724" y="406954"/>
                  </a:lnTo>
                  <a:lnTo>
                    <a:pt x="2314653" y="407623"/>
                  </a:lnTo>
                  <a:lnTo>
                    <a:pt x="2313581" y="408292"/>
                  </a:lnTo>
                  <a:lnTo>
                    <a:pt x="2312510" y="408963"/>
                  </a:lnTo>
                  <a:lnTo>
                    <a:pt x="2311438" y="409634"/>
                  </a:lnTo>
                  <a:lnTo>
                    <a:pt x="2310366" y="410306"/>
                  </a:lnTo>
                  <a:lnTo>
                    <a:pt x="2309295" y="410979"/>
                  </a:lnTo>
                  <a:lnTo>
                    <a:pt x="2308223" y="411652"/>
                  </a:lnTo>
                  <a:lnTo>
                    <a:pt x="2307152" y="412327"/>
                  </a:lnTo>
                  <a:lnTo>
                    <a:pt x="2306080" y="413002"/>
                  </a:lnTo>
                  <a:lnTo>
                    <a:pt x="2305009" y="413677"/>
                  </a:lnTo>
                  <a:lnTo>
                    <a:pt x="2303937" y="414354"/>
                  </a:lnTo>
                  <a:lnTo>
                    <a:pt x="2302865" y="415031"/>
                  </a:lnTo>
                  <a:lnTo>
                    <a:pt x="2301794" y="415710"/>
                  </a:lnTo>
                  <a:lnTo>
                    <a:pt x="2300722" y="416388"/>
                  </a:lnTo>
                  <a:lnTo>
                    <a:pt x="2299651" y="417068"/>
                  </a:lnTo>
                  <a:lnTo>
                    <a:pt x="2298579" y="417748"/>
                  </a:lnTo>
                  <a:lnTo>
                    <a:pt x="2297507" y="418430"/>
                  </a:lnTo>
                  <a:lnTo>
                    <a:pt x="2296436" y="419111"/>
                  </a:lnTo>
                  <a:lnTo>
                    <a:pt x="2295364" y="419794"/>
                  </a:lnTo>
                  <a:lnTo>
                    <a:pt x="2294293" y="420478"/>
                  </a:lnTo>
                  <a:lnTo>
                    <a:pt x="2293221" y="421162"/>
                  </a:lnTo>
                  <a:lnTo>
                    <a:pt x="2292149" y="421847"/>
                  </a:lnTo>
                  <a:lnTo>
                    <a:pt x="2291078" y="422533"/>
                  </a:lnTo>
                  <a:lnTo>
                    <a:pt x="2290006" y="423219"/>
                  </a:lnTo>
                  <a:lnTo>
                    <a:pt x="2288935" y="423906"/>
                  </a:lnTo>
                  <a:lnTo>
                    <a:pt x="2287863" y="424594"/>
                  </a:lnTo>
                  <a:lnTo>
                    <a:pt x="2286791" y="425283"/>
                  </a:lnTo>
                  <a:lnTo>
                    <a:pt x="2285720" y="425973"/>
                  </a:lnTo>
                  <a:lnTo>
                    <a:pt x="2284648" y="426663"/>
                  </a:lnTo>
                  <a:lnTo>
                    <a:pt x="2283577" y="427354"/>
                  </a:lnTo>
                  <a:lnTo>
                    <a:pt x="2282505" y="428046"/>
                  </a:lnTo>
                  <a:lnTo>
                    <a:pt x="2281433" y="428739"/>
                  </a:lnTo>
                  <a:lnTo>
                    <a:pt x="2280362" y="429432"/>
                  </a:lnTo>
                  <a:lnTo>
                    <a:pt x="2279290" y="430126"/>
                  </a:lnTo>
                  <a:lnTo>
                    <a:pt x="2278219" y="430821"/>
                  </a:lnTo>
                  <a:lnTo>
                    <a:pt x="2277147" y="431517"/>
                  </a:lnTo>
                  <a:lnTo>
                    <a:pt x="2276075" y="432213"/>
                  </a:lnTo>
                  <a:lnTo>
                    <a:pt x="2275004" y="432910"/>
                  </a:lnTo>
                  <a:lnTo>
                    <a:pt x="2273932" y="433608"/>
                  </a:lnTo>
                  <a:lnTo>
                    <a:pt x="2272861" y="434307"/>
                  </a:lnTo>
                  <a:lnTo>
                    <a:pt x="2271789" y="435006"/>
                  </a:lnTo>
                  <a:lnTo>
                    <a:pt x="2270717" y="435707"/>
                  </a:lnTo>
                  <a:lnTo>
                    <a:pt x="2269646" y="436408"/>
                  </a:lnTo>
                  <a:lnTo>
                    <a:pt x="2268574" y="437109"/>
                  </a:lnTo>
                  <a:lnTo>
                    <a:pt x="2267503" y="437812"/>
                  </a:lnTo>
                  <a:lnTo>
                    <a:pt x="2266431" y="438515"/>
                  </a:lnTo>
                  <a:lnTo>
                    <a:pt x="2265359" y="439219"/>
                  </a:lnTo>
                  <a:lnTo>
                    <a:pt x="2264288" y="439924"/>
                  </a:lnTo>
                  <a:lnTo>
                    <a:pt x="2263216" y="440630"/>
                  </a:lnTo>
                  <a:lnTo>
                    <a:pt x="2262145" y="441336"/>
                  </a:lnTo>
                  <a:lnTo>
                    <a:pt x="2261073" y="442043"/>
                  </a:lnTo>
                  <a:lnTo>
                    <a:pt x="2260001" y="442751"/>
                  </a:lnTo>
                  <a:lnTo>
                    <a:pt x="2258930" y="443460"/>
                  </a:lnTo>
                  <a:lnTo>
                    <a:pt x="2257858" y="444169"/>
                  </a:lnTo>
                  <a:lnTo>
                    <a:pt x="2256787" y="444880"/>
                  </a:lnTo>
                  <a:lnTo>
                    <a:pt x="2255715" y="445591"/>
                  </a:lnTo>
                  <a:lnTo>
                    <a:pt x="2254643" y="446302"/>
                  </a:lnTo>
                  <a:lnTo>
                    <a:pt x="2253572" y="447015"/>
                  </a:lnTo>
                  <a:lnTo>
                    <a:pt x="2252500" y="447728"/>
                  </a:lnTo>
                  <a:lnTo>
                    <a:pt x="2251429" y="448442"/>
                  </a:lnTo>
                  <a:lnTo>
                    <a:pt x="2250357" y="449157"/>
                  </a:lnTo>
                  <a:lnTo>
                    <a:pt x="2249285" y="449872"/>
                  </a:lnTo>
                  <a:lnTo>
                    <a:pt x="2248214" y="450589"/>
                  </a:lnTo>
                  <a:lnTo>
                    <a:pt x="2247142" y="451306"/>
                  </a:lnTo>
                  <a:lnTo>
                    <a:pt x="2246071" y="452024"/>
                  </a:lnTo>
                  <a:lnTo>
                    <a:pt x="2244999" y="452742"/>
                  </a:lnTo>
                  <a:lnTo>
                    <a:pt x="2243927" y="453462"/>
                  </a:lnTo>
                  <a:lnTo>
                    <a:pt x="2242856" y="454182"/>
                  </a:lnTo>
                  <a:lnTo>
                    <a:pt x="2241784" y="454903"/>
                  </a:lnTo>
                  <a:lnTo>
                    <a:pt x="2240713" y="455624"/>
                  </a:lnTo>
                  <a:lnTo>
                    <a:pt x="2239641" y="456347"/>
                  </a:lnTo>
                  <a:lnTo>
                    <a:pt x="2238569" y="457070"/>
                  </a:lnTo>
                  <a:lnTo>
                    <a:pt x="2237498" y="457794"/>
                  </a:lnTo>
                  <a:lnTo>
                    <a:pt x="2236426" y="458519"/>
                  </a:lnTo>
                  <a:lnTo>
                    <a:pt x="2235355" y="459244"/>
                  </a:lnTo>
                  <a:lnTo>
                    <a:pt x="2234283" y="459970"/>
                  </a:lnTo>
                  <a:lnTo>
                    <a:pt x="2233211" y="460697"/>
                  </a:lnTo>
                  <a:lnTo>
                    <a:pt x="2232140" y="461425"/>
                  </a:lnTo>
                  <a:lnTo>
                    <a:pt x="2231068" y="462154"/>
                  </a:lnTo>
                  <a:lnTo>
                    <a:pt x="2229997" y="462883"/>
                  </a:lnTo>
                  <a:lnTo>
                    <a:pt x="2228925" y="463613"/>
                  </a:lnTo>
                  <a:lnTo>
                    <a:pt x="2227853" y="464344"/>
                  </a:lnTo>
                  <a:lnTo>
                    <a:pt x="2226782" y="465076"/>
                  </a:lnTo>
                  <a:lnTo>
                    <a:pt x="2225710" y="465808"/>
                  </a:lnTo>
                  <a:lnTo>
                    <a:pt x="2224639" y="466541"/>
                  </a:lnTo>
                  <a:lnTo>
                    <a:pt x="2223567" y="467275"/>
                  </a:lnTo>
                  <a:lnTo>
                    <a:pt x="2222495" y="468010"/>
                  </a:lnTo>
                  <a:lnTo>
                    <a:pt x="2221424" y="468745"/>
                  </a:lnTo>
                  <a:lnTo>
                    <a:pt x="2220352" y="469482"/>
                  </a:lnTo>
                  <a:lnTo>
                    <a:pt x="2219281" y="470219"/>
                  </a:lnTo>
                  <a:lnTo>
                    <a:pt x="2218209" y="470957"/>
                  </a:lnTo>
                  <a:lnTo>
                    <a:pt x="2217137" y="471695"/>
                  </a:lnTo>
                  <a:lnTo>
                    <a:pt x="2216066" y="472434"/>
                  </a:lnTo>
                  <a:lnTo>
                    <a:pt x="2214994" y="473174"/>
                  </a:lnTo>
                  <a:lnTo>
                    <a:pt x="2213923" y="473915"/>
                  </a:lnTo>
                  <a:lnTo>
                    <a:pt x="2212851" y="474657"/>
                  </a:lnTo>
                  <a:lnTo>
                    <a:pt x="2211779" y="475399"/>
                  </a:lnTo>
                  <a:lnTo>
                    <a:pt x="2210708" y="476142"/>
                  </a:lnTo>
                  <a:lnTo>
                    <a:pt x="2209636" y="476886"/>
                  </a:lnTo>
                  <a:lnTo>
                    <a:pt x="2208565" y="477631"/>
                  </a:lnTo>
                  <a:lnTo>
                    <a:pt x="2207493" y="478377"/>
                  </a:lnTo>
                  <a:lnTo>
                    <a:pt x="2206421" y="479123"/>
                  </a:lnTo>
                  <a:lnTo>
                    <a:pt x="2205350" y="479870"/>
                  </a:lnTo>
                  <a:lnTo>
                    <a:pt x="2204278" y="480618"/>
                  </a:lnTo>
                  <a:lnTo>
                    <a:pt x="2203207" y="481366"/>
                  </a:lnTo>
                  <a:lnTo>
                    <a:pt x="2202135" y="482115"/>
                  </a:lnTo>
                  <a:lnTo>
                    <a:pt x="2201063" y="482865"/>
                  </a:lnTo>
                  <a:lnTo>
                    <a:pt x="2199992" y="483616"/>
                  </a:lnTo>
                  <a:lnTo>
                    <a:pt x="2198920" y="484368"/>
                  </a:lnTo>
                  <a:lnTo>
                    <a:pt x="2197849" y="485120"/>
                  </a:lnTo>
                  <a:lnTo>
                    <a:pt x="2196777" y="485873"/>
                  </a:lnTo>
                  <a:lnTo>
                    <a:pt x="2195705" y="486627"/>
                  </a:lnTo>
                  <a:lnTo>
                    <a:pt x="2194634" y="487382"/>
                  </a:lnTo>
                  <a:lnTo>
                    <a:pt x="2193562" y="488137"/>
                  </a:lnTo>
                  <a:lnTo>
                    <a:pt x="2192491" y="488894"/>
                  </a:lnTo>
                  <a:lnTo>
                    <a:pt x="2191419" y="489651"/>
                  </a:lnTo>
                  <a:lnTo>
                    <a:pt x="2190347" y="490409"/>
                  </a:lnTo>
                  <a:lnTo>
                    <a:pt x="2189276" y="491167"/>
                  </a:lnTo>
                  <a:lnTo>
                    <a:pt x="2188204" y="491926"/>
                  </a:lnTo>
                  <a:lnTo>
                    <a:pt x="2187133" y="492686"/>
                  </a:lnTo>
                  <a:lnTo>
                    <a:pt x="2186061" y="493447"/>
                  </a:lnTo>
                  <a:lnTo>
                    <a:pt x="2184989" y="494209"/>
                  </a:lnTo>
                  <a:lnTo>
                    <a:pt x="2183918" y="494971"/>
                  </a:lnTo>
                  <a:lnTo>
                    <a:pt x="2182846" y="495735"/>
                  </a:lnTo>
                  <a:lnTo>
                    <a:pt x="2181775" y="496498"/>
                  </a:lnTo>
                  <a:lnTo>
                    <a:pt x="2180703" y="497263"/>
                  </a:lnTo>
                  <a:lnTo>
                    <a:pt x="2179631" y="498029"/>
                  </a:lnTo>
                  <a:lnTo>
                    <a:pt x="2178560" y="498795"/>
                  </a:lnTo>
                  <a:lnTo>
                    <a:pt x="2177488" y="499562"/>
                  </a:lnTo>
                  <a:lnTo>
                    <a:pt x="2176417" y="500330"/>
                  </a:lnTo>
                  <a:lnTo>
                    <a:pt x="2175345" y="501098"/>
                  </a:lnTo>
                  <a:lnTo>
                    <a:pt x="2174273" y="501867"/>
                  </a:lnTo>
                  <a:lnTo>
                    <a:pt x="2173202" y="502637"/>
                  </a:lnTo>
                  <a:lnTo>
                    <a:pt x="2172130" y="503408"/>
                  </a:lnTo>
                  <a:lnTo>
                    <a:pt x="2171059" y="504180"/>
                  </a:lnTo>
                  <a:lnTo>
                    <a:pt x="2169987" y="504952"/>
                  </a:lnTo>
                  <a:lnTo>
                    <a:pt x="2168915" y="505725"/>
                  </a:lnTo>
                  <a:lnTo>
                    <a:pt x="2167844" y="506499"/>
                  </a:lnTo>
                  <a:lnTo>
                    <a:pt x="2166772" y="507273"/>
                  </a:lnTo>
                  <a:lnTo>
                    <a:pt x="2165701" y="508048"/>
                  </a:lnTo>
                  <a:lnTo>
                    <a:pt x="2164629" y="508824"/>
                  </a:lnTo>
                  <a:lnTo>
                    <a:pt x="2163557" y="509601"/>
                  </a:lnTo>
                  <a:lnTo>
                    <a:pt x="2162486" y="510379"/>
                  </a:lnTo>
                  <a:lnTo>
                    <a:pt x="2161414" y="511157"/>
                  </a:lnTo>
                  <a:lnTo>
                    <a:pt x="2160343" y="511936"/>
                  </a:lnTo>
                  <a:lnTo>
                    <a:pt x="2159271" y="512716"/>
                  </a:lnTo>
                  <a:lnTo>
                    <a:pt x="2158199" y="513496"/>
                  </a:lnTo>
                  <a:lnTo>
                    <a:pt x="2157128" y="514277"/>
                  </a:lnTo>
                  <a:lnTo>
                    <a:pt x="2156056" y="515059"/>
                  </a:lnTo>
                  <a:lnTo>
                    <a:pt x="2154985" y="515842"/>
                  </a:lnTo>
                  <a:lnTo>
                    <a:pt x="2153913" y="516625"/>
                  </a:lnTo>
                  <a:lnTo>
                    <a:pt x="2152841" y="517409"/>
                  </a:lnTo>
                  <a:lnTo>
                    <a:pt x="2151770" y="518194"/>
                  </a:lnTo>
                  <a:lnTo>
                    <a:pt x="2150698" y="518979"/>
                  </a:lnTo>
                  <a:lnTo>
                    <a:pt x="2149627" y="519766"/>
                  </a:lnTo>
                  <a:lnTo>
                    <a:pt x="2148555" y="520553"/>
                  </a:lnTo>
                  <a:lnTo>
                    <a:pt x="2147483" y="521340"/>
                  </a:lnTo>
                  <a:lnTo>
                    <a:pt x="2146412" y="522129"/>
                  </a:lnTo>
                  <a:lnTo>
                    <a:pt x="2145340" y="522918"/>
                  </a:lnTo>
                  <a:lnTo>
                    <a:pt x="2144269" y="523708"/>
                  </a:lnTo>
                  <a:lnTo>
                    <a:pt x="2143197" y="524498"/>
                  </a:lnTo>
                  <a:lnTo>
                    <a:pt x="2142125" y="525289"/>
                  </a:lnTo>
                  <a:lnTo>
                    <a:pt x="2141054" y="526081"/>
                  </a:lnTo>
                  <a:lnTo>
                    <a:pt x="2139982" y="526874"/>
                  </a:lnTo>
                  <a:lnTo>
                    <a:pt x="2138911" y="527667"/>
                  </a:lnTo>
                  <a:lnTo>
                    <a:pt x="2137839" y="528462"/>
                  </a:lnTo>
                  <a:lnTo>
                    <a:pt x="2136767" y="529256"/>
                  </a:lnTo>
                  <a:lnTo>
                    <a:pt x="2135696" y="530052"/>
                  </a:lnTo>
                  <a:lnTo>
                    <a:pt x="2134624" y="530848"/>
                  </a:lnTo>
                  <a:lnTo>
                    <a:pt x="2133553" y="531645"/>
                  </a:lnTo>
                  <a:lnTo>
                    <a:pt x="2132481" y="532443"/>
                  </a:lnTo>
                  <a:lnTo>
                    <a:pt x="2131409" y="533241"/>
                  </a:lnTo>
                  <a:lnTo>
                    <a:pt x="2130338" y="534040"/>
                  </a:lnTo>
                  <a:lnTo>
                    <a:pt x="2129266" y="534840"/>
                  </a:lnTo>
                  <a:lnTo>
                    <a:pt x="2128195" y="535640"/>
                  </a:lnTo>
                  <a:lnTo>
                    <a:pt x="2127123" y="536441"/>
                  </a:lnTo>
                  <a:lnTo>
                    <a:pt x="2126052" y="537243"/>
                  </a:lnTo>
                  <a:lnTo>
                    <a:pt x="2124980" y="538045"/>
                  </a:lnTo>
                  <a:lnTo>
                    <a:pt x="2123908" y="538848"/>
                  </a:lnTo>
                  <a:lnTo>
                    <a:pt x="2122837" y="539652"/>
                  </a:lnTo>
                  <a:lnTo>
                    <a:pt x="2121765" y="540457"/>
                  </a:lnTo>
                  <a:lnTo>
                    <a:pt x="2120694" y="541262"/>
                  </a:lnTo>
                  <a:lnTo>
                    <a:pt x="2119622" y="542068"/>
                  </a:lnTo>
                  <a:lnTo>
                    <a:pt x="2118550" y="542874"/>
                  </a:lnTo>
                  <a:lnTo>
                    <a:pt x="2117479" y="543682"/>
                  </a:lnTo>
                  <a:lnTo>
                    <a:pt x="2116407" y="544489"/>
                  </a:lnTo>
                  <a:lnTo>
                    <a:pt x="2115336" y="545298"/>
                  </a:lnTo>
                  <a:lnTo>
                    <a:pt x="2114264" y="546107"/>
                  </a:lnTo>
                  <a:lnTo>
                    <a:pt x="2113192" y="546917"/>
                  </a:lnTo>
                  <a:lnTo>
                    <a:pt x="2112121" y="547728"/>
                  </a:lnTo>
                  <a:lnTo>
                    <a:pt x="2111049" y="548539"/>
                  </a:lnTo>
                  <a:lnTo>
                    <a:pt x="2109978" y="549351"/>
                  </a:lnTo>
                  <a:lnTo>
                    <a:pt x="2108906" y="550164"/>
                  </a:lnTo>
                  <a:lnTo>
                    <a:pt x="2107834" y="550977"/>
                  </a:lnTo>
                  <a:lnTo>
                    <a:pt x="2106763" y="551791"/>
                  </a:lnTo>
                  <a:lnTo>
                    <a:pt x="2105691" y="552605"/>
                  </a:lnTo>
                  <a:lnTo>
                    <a:pt x="2104620" y="553421"/>
                  </a:lnTo>
                  <a:lnTo>
                    <a:pt x="2103548" y="554237"/>
                  </a:lnTo>
                  <a:lnTo>
                    <a:pt x="2102476" y="555053"/>
                  </a:lnTo>
                  <a:lnTo>
                    <a:pt x="2101405" y="555870"/>
                  </a:lnTo>
                  <a:lnTo>
                    <a:pt x="2100333" y="556688"/>
                  </a:lnTo>
                  <a:lnTo>
                    <a:pt x="2099262" y="557507"/>
                  </a:lnTo>
                  <a:lnTo>
                    <a:pt x="2098190" y="558326"/>
                  </a:lnTo>
                  <a:lnTo>
                    <a:pt x="2097118" y="559146"/>
                  </a:lnTo>
                  <a:lnTo>
                    <a:pt x="2096047" y="559966"/>
                  </a:lnTo>
                  <a:lnTo>
                    <a:pt x="2094975" y="560787"/>
                  </a:lnTo>
                  <a:lnTo>
                    <a:pt x="2093904" y="561609"/>
                  </a:lnTo>
                  <a:lnTo>
                    <a:pt x="2092832" y="562432"/>
                  </a:lnTo>
                  <a:lnTo>
                    <a:pt x="2091760" y="563255"/>
                  </a:lnTo>
                  <a:lnTo>
                    <a:pt x="2090689" y="564078"/>
                  </a:lnTo>
                  <a:lnTo>
                    <a:pt x="2089617" y="564903"/>
                  </a:lnTo>
                  <a:lnTo>
                    <a:pt x="2088546" y="565728"/>
                  </a:lnTo>
                  <a:lnTo>
                    <a:pt x="2087474" y="566553"/>
                  </a:lnTo>
                  <a:lnTo>
                    <a:pt x="2086402" y="567380"/>
                  </a:lnTo>
                  <a:lnTo>
                    <a:pt x="2085331" y="568206"/>
                  </a:lnTo>
                  <a:lnTo>
                    <a:pt x="2084259" y="569034"/>
                  </a:lnTo>
                  <a:lnTo>
                    <a:pt x="2083188" y="569862"/>
                  </a:lnTo>
                  <a:lnTo>
                    <a:pt x="2082116" y="570691"/>
                  </a:lnTo>
                  <a:lnTo>
                    <a:pt x="2081044" y="571520"/>
                  </a:lnTo>
                  <a:lnTo>
                    <a:pt x="2079973" y="572350"/>
                  </a:lnTo>
                  <a:lnTo>
                    <a:pt x="2078901" y="573181"/>
                  </a:lnTo>
                  <a:lnTo>
                    <a:pt x="2077830" y="574012"/>
                  </a:lnTo>
                  <a:lnTo>
                    <a:pt x="2076758" y="574844"/>
                  </a:lnTo>
                  <a:lnTo>
                    <a:pt x="2075686" y="575676"/>
                  </a:lnTo>
                  <a:lnTo>
                    <a:pt x="2074615" y="576510"/>
                  </a:lnTo>
                  <a:lnTo>
                    <a:pt x="2073543" y="577343"/>
                  </a:lnTo>
                  <a:lnTo>
                    <a:pt x="2072472" y="578178"/>
                  </a:lnTo>
                  <a:lnTo>
                    <a:pt x="2071400" y="579013"/>
                  </a:lnTo>
                  <a:lnTo>
                    <a:pt x="2070328" y="579848"/>
                  </a:lnTo>
                  <a:lnTo>
                    <a:pt x="2069257" y="580684"/>
                  </a:lnTo>
                  <a:lnTo>
                    <a:pt x="2068185" y="581521"/>
                  </a:lnTo>
                  <a:lnTo>
                    <a:pt x="2067114" y="582358"/>
                  </a:lnTo>
                  <a:lnTo>
                    <a:pt x="2066042" y="583196"/>
                  </a:lnTo>
                  <a:lnTo>
                    <a:pt x="2064970" y="584035"/>
                  </a:lnTo>
                  <a:lnTo>
                    <a:pt x="2063899" y="584874"/>
                  </a:lnTo>
                  <a:lnTo>
                    <a:pt x="2062827" y="585714"/>
                  </a:lnTo>
                  <a:lnTo>
                    <a:pt x="2061756" y="586554"/>
                  </a:lnTo>
                  <a:lnTo>
                    <a:pt x="2060684" y="587395"/>
                  </a:lnTo>
                  <a:lnTo>
                    <a:pt x="2059612" y="588237"/>
                  </a:lnTo>
                  <a:lnTo>
                    <a:pt x="2058541" y="589079"/>
                  </a:lnTo>
                  <a:lnTo>
                    <a:pt x="2057469" y="589922"/>
                  </a:lnTo>
                  <a:lnTo>
                    <a:pt x="2056398" y="590765"/>
                  </a:lnTo>
                  <a:lnTo>
                    <a:pt x="2055326" y="591609"/>
                  </a:lnTo>
                  <a:lnTo>
                    <a:pt x="2054254" y="592453"/>
                  </a:lnTo>
                  <a:lnTo>
                    <a:pt x="2053183" y="593298"/>
                  </a:lnTo>
                  <a:lnTo>
                    <a:pt x="2052111" y="594144"/>
                  </a:lnTo>
                  <a:lnTo>
                    <a:pt x="2051040" y="594990"/>
                  </a:lnTo>
                  <a:lnTo>
                    <a:pt x="2049968" y="595837"/>
                  </a:lnTo>
                  <a:lnTo>
                    <a:pt x="2048896" y="596684"/>
                  </a:lnTo>
                  <a:lnTo>
                    <a:pt x="2047825" y="597532"/>
                  </a:lnTo>
                  <a:lnTo>
                    <a:pt x="2046753" y="598381"/>
                  </a:lnTo>
                  <a:lnTo>
                    <a:pt x="2045682" y="599230"/>
                  </a:lnTo>
                  <a:lnTo>
                    <a:pt x="2044610" y="600080"/>
                  </a:lnTo>
                  <a:lnTo>
                    <a:pt x="2043538" y="600930"/>
                  </a:lnTo>
                  <a:lnTo>
                    <a:pt x="2042467" y="601781"/>
                  </a:lnTo>
                  <a:lnTo>
                    <a:pt x="2041395" y="602632"/>
                  </a:lnTo>
                  <a:lnTo>
                    <a:pt x="2040324" y="603484"/>
                  </a:lnTo>
                  <a:lnTo>
                    <a:pt x="2039252" y="604337"/>
                  </a:lnTo>
                  <a:lnTo>
                    <a:pt x="2038180" y="605190"/>
                  </a:lnTo>
                  <a:lnTo>
                    <a:pt x="2037109" y="606043"/>
                  </a:lnTo>
                  <a:lnTo>
                    <a:pt x="2036037" y="606897"/>
                  </a:lnTo>
                  <a:lnTo>
                    <a:pt x="2034966" y="607752"/>
                  </a:lnTo>
                  <a:lnTo>
                    <a:pt x="2033894" y="608607"/>
                  </a:lnTo>
                  <a:lnTo>
                    <a:pt x="2032822" y="609463"/>
                  </a:lnTo>
                  <a:lnTo>
                    <a:pt x="2031751" y="610319"/>
                  </a:lnTo>
                  <a:lnTo>
                    <a:pt x="2030679" y="611176"/>
                  </a:lnTo>
                  <a:lnTo>
                    <a:pt x="2029608" y="612034"/>
                  </a:lnTo>
                  <a:lnTo>
                    <a:pt x="2028536" y="612892"/>
                  </a:lnTo>
                  <a:lnTo>
                    <a:pt x="2027464" y="613750"/>
                  </a:lnTo>
                  <a:lnTo>
                    <a:pt x="2026393" y="614609"/>
                  </a:lnTo>
                  <a:lnTo>
                    <a:pt x="2025321" y="615469"/>
                  </a:lnTo>
                  <a:lnTo>
                    <a:pt x="2024250" y="616329"/>
                  </a:lnTo>
                  <a:lnTo>
                    <a:pt x="2023178" y="617190"/>
                  </a:lnTo>
                  <a:lnTo>
                    <a:pt x="2022106" y="618051"/>
                  </a:lnTo>
                  <a:lnTo>
                    <a:pt x="2021035" y="618913"/>
                  </a:lnTo>
                  <a:lnTo>
                    <a:pt x="2019963" y="619775"/>
                  </a:lnTo>
                  <a:lnTo>
                    <a:pt x="2018892" y="620638"/>
                  </a:lnTo>
                  <a:lnTo>
                    <a:pt x="2017820" y="621501"/>
                  </a:lnTo>
                  <a:lnTo>
                    <a:pt x="2016748" y="622365"/>
                  </a:lnTo>
                  <a:lnTo>
                    <a:pt x="2015677" y="623229"/>
                  </a:lnTo>
                  <a:lnTo>
                    <a:pt x="2014605" y="624094"/>
                  </a:lnTo>
                  <a:lnTo>
                    <a:pt x="2013534" y="624959"/>
                  </a:lnTo>
                  <a:lnTo>
                    <a:pt x="2012462" y="625825"/>
                  </a:lnTo>
                  <a:lnTo>
                    <a:pt x="2011390" y="626691"/>
                  </a:lnTo>
                  <a:lnTo>
                    <a:pt x="2010319" y="627558"/>
                  </a:lnTo>
                  <a:lnTo>
                    <a:pt x="2009247" y="628426"/>
                  </a:lnTo>
                  <a:lnTo>
                    <a:pt x="2008176" y="629294"/>
                  </a:lnTo>
                  <a:lnTo>
                    <a:pt x="2007104" y="630162"/>
                  </a:lnTo>
                  <a:lnTo>
                    <a:pt x="2006032" y="631031"/>
                  </a:lnTo>
                  <a:lnTo>
                    <a:pt x="2004961" y="631900"/>
                  </a:lnTo>
                  <a:lnTo>
                    <a:pt x="2003889" y="632770"/>
                  </a:lnTo>
                  <a:lnTo>
                    <a:pt x="2002818" y="633641"/>
                  </a:lnTo>
                  <a:lnTo>
                    <a:pt x="2001746" y="634511"/>
                  </a:lnTo>
                  <a:lnTo>
                    <a:pt x="2000674" y="635383"/>
                  </a:lnTo>
                  <a:lnTo>
                    <a:pt x="1999603" y="636255"/>
                  </a:lnTo>
                  <a:lnTo>
                    <a:pt x="1998531" y="637127"/>
                  </a:lnTo>
                  <a:lnTo>
                    <a:pt x="1997460" y="638000"/>
                  </a:lnTo>
                  <a:lnTo>
                    <a:pt x="1996388" y="638873"/>
                  </a:lnTo>
                  <a:lnTo>
                    <a:pt x="1995316" y="639747"/>
                  </a:lnTo>
                  <a:lnTo>
                    <a:pt x="1994245" y="640621"/>
                  </a:lnTo>
                  <a:lnTo>
                    <a:pt x="1993173" y="641496"/>
                  </a:lnTo>
                  <a:lnTo>
                    <a:pt x="1992102" y="642371"/>
                  </a:lnTo>
                  <a:lnTo>
                    <a:pt x="1991030" y="643247"/>
                  </a:lnTo>
                  <a:lnTo>
                    <a:pt x="1989958" y="644123"/>
                  </a:lnTo>
                  <a:lnTo>
                    <a:pt x="1988887" y="645000"/>
                  </a:lnTo>
                  <a:lnTo>
                    <a:pt x="1987815" y="645877"/>
                  </a:lnTo>
                  <a:lnTo>
                    <a:pt x="1986744" y="646754"/>
                  </a:lnTo>
                  <a:lnTo>
                    <a:pt x="1985672" y="647632"/>
                  </a:lnTo>
                  <a:lnTo>
                    <a:pt x="1984600" y="648511"/>
                  </a:lnTo>
                  <a:lnTo>
                    <a:pt x="1983529" y="649390"/>
                  </a:lnTo>
                  <a:lnTo>
                    <a:pt x="1982457" y="650269"/>
                  </a:lnTo>
                  <a:lnTo>
                    <a:pt x="1981386" y="651149"/>
                  </a:lnTo>
                  <a:lnTo>
                    <a:pt x="1980314" y="652029"/>
                  </a:lnTo>
                  <a:lnTo>
                    <a:pt x="1979242" y="652910"/>
                  </a:lnTo>
                  <a:lnTo>
                    <a:pt x="1978171" y="653791"/>
                  </a:lnTo>
                  <a:lnTo>
                    <a:pt x="1977099" y="654672"/>
                  </a:lnTo>
                  <a:lnTo>
                    <a:pt x="1976028" y="655554"/>
                  </a:lnTo>
                  <a:lnTo>
                    <a:pt x="1974956" y="656437"/>
                  </a:lnTo>
                  <a:lnTo>
                    <a:pt x="1973884" y="657320"/>
                  </a:lnTo>
                  <a:lnTo>
                    <a:pt x="1972813" y="658203"/>
                  </a:lnTo>
                  <a:lnTo>
                    <a:pt x="1971741" y="659087"/>
                  </a:lnTo>
                  <a:lnTo>
                    <a:pt x="1970670" y="659971"/>
                  </a:lnTo>
                  <a:lnTo>
                    <a:pt x="1969598" y="660856"/>
                  </a:lnTo>
                  <a:lnTo>
                    <a:pt x="1968526" y="661741"/>
                  </a:lnTo>
                  <a:lnTo>
                    <a:pt x="1967455" y="662626"/>
                  </a:lnTo>
                  <a:lnTo>
                    <a:pt x="1966383" y="663512"/>
                  </a:lnTo>
                  <a:lnTo>
                    <a:pt x="1965312" y="664398"/>
                  </a:lnTo>
                  <a:lnTo>
                    <a:pt x="1964240" y="665285"/>
                  </a:lnTo>
                  <a:lnTo>
                    <a:pt x="1963168" y="666172"/>
                  </a:lnTo>
                  <a:lnTo>
                    <a:pt x="1962097" y="667060"/>
                  </a:lnTo>
                  <a:lnTo>
                    <a:pt x="1961025" y="667947"/>
                  </a:lnTo>
                  <a:lnTo>
                    <a:pt x="1959954" y="668836"/>
                  </a:lnTo>
                  <a:lnTo>
                    <a:pt x="1958882" y="669724"/>
                  </a:lnTo>
                  <a:lnTo>
                    <a:pt x="1957810" y="670614"/>
                  </a:lnTo>
                  <a:lnTo>
                    <a:pt x="1956739" y="671503"/>
                  </a:lnTo>
                  <a:lnTo>
                    <a:pt x="1955667" y="672393"/>
                  </a:lnTo>
                  <a:lnTo>
                    <a:pt x="1954596" y="673283"/>
                  </a:lnTo>
                  <a:lnTo>
                    <a:pt x="1953524" y="674174"/>
                  </a:lnTo>
                  <a:lnTo>
                    <a:pt x="1952453" y="675065"/>
                  </a:lnTo>
                  <a:lnTo>
                    <a:pt x="1951381" y="675956"/>
                  </a:lnTo>
                  <a:lnTo>
                    <a:pt x="1950309" y="676848"/>
                  </a:lnTo>
                  <a:lnTo>
                    <a:pt x="1949238" y="677740"/>
                  </a:lnTo>
                  <a:lnTo>
                    <a:pt x="1948166" y="678633"/>
                  </a:lnTo>
                  <a:lnTo>
                    <a:pt x="1947095" y="679526"/>
                  </a:lnTo>
                  <a:lnTo>
                    <a:pt x="1946023" y="680419"/>
                  </a:lnTo>
                  <a:lnTo>
                    <a:pt x="1944951" y="681313"/>
                  </a:lnTo>
                  <a:lnTo>
                    <a:pt x="1943880" y="682207"/>
                  </a:lnTo>
                  <a:lnTo>
                    <a:pt x="1942808" y="683101"/>
                  </a:lnTo>
                  <a:lnTo>
                    <a:pt x="1941737" y="683996"/>
                  </a:lnTo>
                  <a:lnTo>
                    <a:pt x="1940665" y="684891"/>
                  </a:lnTo>
                  <a:lnTo>
                    <a:pt x="1939593" y="685786"/>
                  </a:lnTo>
                  <a:lnTo>
                    <a:pt x="1938522" y="686682"/>
                  </a:lnTo>
                  <a:lnTo>
                    <a:pt x="1937450" y="687578"/>
                  </a:lnTo>
                  <a:lnTo>
                    <a:pt x="1936379" y="688474"/>
                  </a:lnTo>
                  <a:lnTo>
                    <a:pt x="1935307" y="689371"/>
                  </a:lnTo>
                  <a:lnTo>
                    <a:pt x="1934235" y="690268"/>
                  </a:lnTo>
                  <a:lnTo>
                    <a:pt x="1933164" y="691166"/>
                  </a:lnTo>
                  <a:lnTo>
                    <a:pt x="1932092" y="692064"/>
                  </a:lnTo>
                  <a:lnTo>
                    <a:pt x="1931021" y="692962"/>
                  </a:lnTo>
                  <a:lnTo>
                    <a:pt x="1929949" y="693860"/>
                  </a:lnTo>
                  <a:lnTo>
                    <a:pt x="1928877" y="694759"/>
                  </a:lnTo>
                  <a:lnTo>
                    <a:pt x="1927806" y="695658"/>
                  </a:lnTo>
                  <a:lnTo>
                    <a:pt x="1926734" y="696557"/>
                  </a:lnTo>
                  <a:lnTo>
                    <a:pt x="1925663" y="697457"/>
                  </a:lnTo>
                  <a:lnTo>
                    <a:pt x="1924591" y="698357"/>
                  </a:lnTo>
                  <a:lnTo>
                    <a:pt x="1923519" y="699257"/>
                  </a:lnTo>
                  <a:lnTo>
                    <a:pt x="1922448" y="700158"/>
                  </a:lnTo>
                  <a:lnTo>
                    <a:pt x="1921376" y="701058"/>
                  </a:lnTo>
                  <a:lnTo>
                    <a:pt x="1920305" y="701960"/>
                  </a:lnTo>
                  <a:lnTo>
                    <a:pt x="1919233" y="702861"/>
                  </a:lnTo>
                  <a:lnTo>
                    <a:pt x="1918161" y="703763"/>
                  </a:lnTo>
                  <a:lnTo>
                    <a:pt x="1917090" y="704665"/>
                  </a:lnTo>
                  <a:lnTo>
                    <a:pt x="1916018" y="705567"/>
                  </a:lnTo>
                  <a:lnTo>
                    <a:pt x="1914947" y="706470"/>
                  </a:lnTo>
                  <a:lnTo>
                    <a:pt x="1913875" y="707372"/>
                  </a:lnTo>
                  <a:lnTo>
                    <a:pt x="1912803" y="708276"/>
                  </a:lnTo>
                  <a:lnTo>
                    <a:pt x="1911732" y="709179"/>
                  </a:lnTo>
                  <a:lnTo>
                    <a:pt x="1910660" y="710083"/>
                  </a:lnTo>
                  <a:lnTo>
                    <a:pt x="1909589" y="710986"/>
                  </a:lnTo>
                  <a:lnTo>
                    <a:pt x="1908517" y="711891"/>
                  </a:lnTo>
                  <a:lnTo>
                    <a:pt x="1907445" y="712795"/>
                  </a:lnTo>
                  <a:lnTo>
                    <a:pt x="1906374" y="713700"/>
                  </a:lnTo>
                  <a:lnTo>
                    <a:pt x="1905302" y="714605"/>
                  </a:lnTo>
                  <a:lnTo>
                    <a:pt x="1904231" y="715510"/>
                  </a:lnTo>
                  <a:lnTo>
                    <a:pt x="1903159" y="716415"/>
                  </a:lnTo>
                  <a:lnTo>
                    <a:pt x="1902087" y="717321"/>
                  </a:lnTo>
                  <a:lnTo>
                    <a:pt x="1901016" y="718226"/>
                  </a:lnTo>
                  <a:lnTo>
                    <a:pt x="1899944" y="719132"/>
                  </a:lnTo>
                  <a:lnTo>
                    <a:pt x="1898873" y="720039"/>
                  </a:lnTo>
                  <a:lnTo>
                    <a:pt x="1897801" y="720945"/>
                  </a:lnTo>
                  <a:lnTo>
                    <a:pt x="1896729" y="721852"/>
                  </a:lnTo>
                  <a:lnTo>
                    <a:pt x="1895658" y="722759"/>
                  </a:lnTo>
                  <a:lnTo>
                    <a:pt x="1894586" y="723666"/>
                  </a:lnTo>
                  <a:lnTo>
                    <a:pt x="1893515" y="724573"/>
                  </a:lnTo>
                  <a:lnTo>
                    <a:pt x="1892443" y="725481"/>
                  </a:lnTo>
                  <a:lnTo>
                    <a:pt x="1891371" y="726388"/>
                  </a:lnTo>
                  <a:lnTo>
                    <a:pt x="1890300" y="727296"/>
                  </a:lnTo>
                  <a:lnTo>
                    <a:pt x="1889228" y="728204"/>
                  </a:lnTo>
                  <a:lnTo>
                    <a:pt x="1888157" y="729112"/>
                  </a:lnTo>
                  <a:lnTo>
                    <a:pt x="1887085" y="730021"/>
                  </a:lnTo>
                  <a:lnTo>
                    <a:pt x="1886013" y="730929"/>
                  </a:lnTo>
                  <a:lnTo>
                    <a:pt x="1884942" y="731838"/>
                  </a:lnTo>
                  <a:lnTo>
                    <a:pt x="1883870" y="732747"/>
                  </a:lnTo>
                  <a:lnTo>
                    <a:pt x="1882799" y="733656"/>
                  </a:lnTo>
                  <a:lnTo>
                    <a:pt x="1881727" y="734565"/>
                  </a:lnTo>
                  <a:lnTo>
                    <a:pt x="1880655" y="735475"/>
                  </a:lnTo>
                  <a:lnTo>
                    <a:pt x="1879584" y="736384"/>
                  </a:lnTo>
                  <a:lnTo>
                    <a:pt x="1878512" y="737294"/>
                  </a:lnTo>
                  <a:lnTo>
                    <a:pt x="1877441" y="738204"/>
                  </a:lnTo>
                  <a:lnTo>
                    <a:pt x="1876369" y="739114"/>
                  </a:lnTo>
                  <a:lnTo>
                    <a:pt x="1875297" y="740024"/>
                  </a:lnTo>
                  <a:lnTo>
                    <a:pt x="1874226" y="740934"/>
                  </a:lnTo>
                  <a:lnTo>
                    <a:pt x="1873154" y="741844"/>
                  </a:lnTo>
                  <a:lnTo>
                    <a:pt x="1872083" y="742754"/>
                  </a:lnTo>
                  <a:lnTo>
                    <a:pt x="1871011" y="743665"/>
                  </a:lnTo>
                  <a:lnTo>
                    <a:pt x="1869939" y="744576"/>
                  </a:lnTo>
                  <a:lnTo>
                    <a:pt x="1868868" y="745486"/>
                  </a:lnTo>
                  <a:lnTo>
                    <a:pt x="1867796" y="746397"/>
                  </a:lnTo>
                  <a:lnTo>
                    <a:pt x="1866725" y="747308"/>
                  </a:lnTo>
                  <a:lnTo>
                    <a:pt x="1865653" y="748219"/>
                  </a:lnTo>
                  <a:lnTo>
                    <a:pt x="1864581" y="749130"/>
                  </a:lnTo>
                  <a:lnTo>
                    <a:pt x="1863510" y="750041"/>
                  </a:lnTo>
                  <a:lnTo>
                    <a:pt x="1862438" y="750952"/>
                  </a:lnTo>
                  <a:lnTo>
                    <a:pt x="1861367" y="751864"/>
                  </a:lnTo>
                  <a:lnTo>
                    <a:pt x="1860295" y="752775"/>
                  </a:lnTo>
                  <a:lnTo>
                    <a:pt x="1859223" y="753686"/>
                  </a:lnTo>
                  <a:lnTo>
                    <a:pt x="1858152" y="754598"/>
                  </a:lnTo>
                  <a:lnTo>
                    <a:pt x="1857080" y="755509"/>
                  </a:lnTo>
                  <a:lnTo>
                    <a:pt x="1856009" y="756421"/>
                  </a:lnTo>
                  <a:lnTo>
                    <a:pt x="1854937" y="757332"/>
                  </a:lnTo>
                  <a:lnTo>
                    <a:pt x="1853865" y="758244"/>
                  </a:lnTo>
                  <a:lnTo>
                    <a:pt x="1852794" y="759156"/>
                  </a:lnTo>
                  <a:lnTo>
                    <a:pt x="1851722" y="760067"/>
                  </a:lnTo>
                  <a:lnTo>
                    <a:pt x="1850651" y="760979"/>
                  </a:lnTo>
                  <a:lnTo>
                    <a:pt x="1849579" y="761891"/>
                  </a:lnTo>
                  <a:lnTo>
                    <a:pt x="1848507" y="762802"/>
                  </a:lnTo>
                  <a:lnTo>
                    <a:pt x="1847436" y="763714"/>
                  </a:lnTo>
                  <a:lnTo>
                    <a:pt x="1846364" y="764625"/>
                  </a:lnTo>
                  <a:lnTo>
                    <a:pt x="1845293" y="765537"/>
                  </a:lnTo>
                  <a:lnTo>
                    <a:pt x="1844221" y="766449"/>
                  </a:lnTo>
                  <a:lnTo>
                    <a:pt x="1843149" y="767360"/>
                  </a:lnTo>
                  <a:lnTo>
                    <a:pt x="1842078" y="768272"/>
                  </a:lnTo>
                  <a:lnTo>
                    <a:pt x="1841006" y="769183"/>
                  </a:lnTo>
                  <a:lnTo>
                    <a:pt x="1839935" y="770095"/>
                  </a:lnTo>
                  <a:lnTo>
                    <a:pt x="1838863" y="771006"/>
                  </a:lnTo>
                  <a:lnTo>
                    <a:pt x="1837791" y="771917"/>
                  </a:lnTo>
                  <a:lnTo>
                    <a:pt x="1836720" y="772829"/>
                  </a:lnTo>
                  <a:lnTo>
                    <a:pt x="1835648" y="773740"/>
                  </a:lnTo>
                  <a:lnTo>
                    <a:pt x="1834577" y="774651"/>
                  </a:lnTo>
                  <a:lnTo>
                    <a:pt x="1833505" y="775562"/>
                  </a:lnTo>
                  <a:lnTo>
                    <a:pt x="1832433" y="776473"/>
                  </a:lnTo>
                  <a:lnTo>
                    <a:pt x="1831362" y="777384"/>
                  </a:lnTo>
                  <a:lnTo>
                    <a:pt x="1830290" y="778295"/>
                  </a:lnTo>
                  <a:lnTo>
                    <a:pt x="1829219" y="779206"/>
                  </a:lnTo>
                  <a:lnTo>
                    <a:pt x="1828147" y="780116"/>
                  </a:lnTo>
                  <a:lnTo>
                    <a:pt x="1827075" y="781027"/>
                  </a:lnTo>
                  <a:lnTo>
                    <a:pt x="1826004" y="781937"/>
                  </a:lnTo>
                  <a:lnTo>
                    <a:pt x="1824932" y="782847"/>
                  </a:lnTo>
                  <a:lnTo>
                    <a:pt x="1823861" y="783757"/>
                  </a:lnTo>
                  <a:lnTo>
                    <a:pt x="1822789" y="784667"/>
                  </a:lnTo>
                  <a:lnTo>
                    <a:pt x="1821717" y="785577"/>
                  </a:lnTo>
                  <a:lnTo>
                    <a:pt x="1820646" y="786487"/>
                  </a:lnTo>
                  <a:lnTo>
                    <a:pt x="1819574" y="787396"/>
                  </a:lnTo>
                  <a:lnTo>
                    <a:pt x="1818503" y="788306"/>
                  </a:lnTo>
                  <a:lnTo>
                    <a:pt x="1817431" y="789215"/>
                  </a:lnTo>
                  <a:lnTo>
                    <a:pt x="1816359" y="790124"/>
                  </a:lnTo>
                  <a:lnTo>
                    <a:pt x="1815288" y="791032"/>
                  </a:lnTo>
                  <a:lnTo>
                    <a:pt x="1814216" y="791941"/>
                  </a:lnTo>
                  <a:lnTo>
                    <a:pt x="1813145" y="792849"/>
                  </a:lnTo>
                  <a:lnTo>
                    <a:pt x="1812073" y="793758"/>
                  </a:lnTo>
                  <a:lnTo>
                    <a:pt x="1811001" y="794666"/>
                  </a:lnTo>
                  <a:lnTo>
                    <a:pt x="1809930" y="795573"/>
                  </a:lnTo>
                  <a:lnTo>
                    <a:pt x="1808858" y="796481"/>
                  </a:lnTo>
                  <a:lnTo>
                    <a:pt x="1807787" y="797388"/>
                  </a:lnTo>
                  <a:lnTo>
                    <a:pt x="1806715" y="798295"/>
                  </a:lnTo>
                  <a:lnTo>
                    <a:pt x="1805643" y="799202"/>
                  </a:lnTo>
                  <a:lnTo>
                    <a:pt x="1804572" y="800109"/>
                  </a:lnTo>
                  <a:lnTo>
                    <a:pt x="1803500" y="801015"/>
                  </a:lnTo>
                  <a:lnTo>
                    <a:pt x="1802429" y="801921"/>
                  </a:lnTo>
                  <a:lnTo>
                    <a:pt x="1801357" y="802827"/>
                  </a:lnTo>
                  <a:lnTo>
                    <a:pt x="1800285" y="803732"/>
                  </a:lnTo>
                  <a:lnTo>
                    <a:pt x="1799214" y="804637"/>
                  </a:lnTo>
                  <a:lnTo>
                    <a:pt x="1798142" y="805542"/>
                  </a:lnTo>
                  <a:lnTo>
                    <a:pt x="1797071" y="806447"/>
                  </a:lnTo>
                  <a:lnTo>
                    <a:pt x="1795999" y="807351"/>
                  </a:lnTo>
                  <a:lnTo>
                    <a:pt x="1794927" y="808255"/>
                  </a:lnTo>
                  <a:lnTo>
                    <a:pt x="1793856" y="809158"/>
                  </a:lnTo>
                  <a:lnTo>
                    <a:pt x="1792784" y="810062"/>
                  </a:lnTo>
                  <a:lnTo>
                    <a:pt x="1791713" y="810965"/>
                  </a:lnTo>
                  <a:lnTo>
                    <a:pt x="1790641" y="811867"/>
                  </a:lnTo>
                  <a:lnTo>
                    <a:pt x="1789569" y="812769"/>
                  </a:lnTo>
                  <a:lnTo>
                    <a:pt x="1788498" y="813671"/>
                  </a:lnTo>
                  <a:lnTo>
                    <a:pt x="1787426" y="814573"/>
                  </a:lnTo>
                  <a:lnTo>
                    <a:pt x="1786355" y="815474"/>
                  </a:lnTo>
                  <a:lnTo>
                    <a:pt x="1785283" y="816375"/>
                  </a:lnTo>
                  <a:lnTo>
                    <a:pt x="1784211" y="817275"/>
                  </a:lnTo>
                  <a:lnTo>
                    <a:pt x="1783140" y="818175"/>
                  </a:lnTo>
                  <a:lnTo>
                    <a:pt x="1782068" y="819074"/>
                  </a:lnTo>
                  <a:lnTo>
                    <a:pt x="1780997" y="819974"/>
                  </a:lnTo>
                  <a:lnTo>
                    <a:pt x="1779925" y="820872"/>
                  </a:lnTo>
                  <a:lnTo>
                    <a:pt x="1778853" y="821771"/>
                  </a:lnTo>
                  <a:lnTo>
                    <a:pt x="1777782" y="822668"/>
                  </a:lnTo>
                  <a:lnTo>
                    <a:pt x="1776710" y="823566"/>
                  </a:lnTo>
                  <a:lnTo>
                    <a:pt x="1775639" y="824463"/>
                  </a:lnTo>
                  <a:lnTo>
                    <a:pt x="1774567" y="825359"/>
                  </a:lnTo>
                  <a:lnTo>
                    <a:pt x="1773496" y="826255"/>
                  </a:lnTo>
                  <a:lnTo>
                    <a:pt x="1772424" y="827150"/>
                  </a:lnTo>
                  <a:lnTo>
                    <a:pt x="1771352" y="828045"/>
                  </a:lnTo>
                  <a:lnTo>
                    <a:pt x="1770281" y="828940"/>
                  </a:lnTo>
                  <a:lnTo>
                    <a:pt x="1769209" y="829834"/>
                  </a:lnTo>
                  <a:lnTo>
                    <a:pt x="1768138" y="830727"/>
                  </a:lnTo>
                  <a:lnTo>
                    <a:pt x="1767066" y="831620"/>
                  </a:lnTo>
                  <a:lnTo>
                    <a:pt x="1765994" y="832513"/>
                  </a:lnTo>
                  <a:lnTo>
                    <a:pt x="1764923" y="833405"/>
                  </a:lnTo>
                  <a:lnTo>
                    <a:pt x="1763851" y="834296"/>
                  </a:lnTo>
                  <a:lnTo>
                    <a:pt x="1762780" y="835187"/>
                  </a:lnTo>
                  <a:lnTo>
                    <a:pt x="1761708" y="836077"/>
                  </a:lnTo>
                  <a:lnTo>
                    <a:pt x="1760636" y="836967"/>
                  </a:lnTo>
                  <a:lnTo>
                    <a:pt x="1759565" y="837856"/>
                  </a:lnTo>
                  <a:lnTo>
                    <a:pt x="1758493" y="838745"/>
                  </a:lnTo>
                  <a:lnTo>
                    <a:pt x="1757422" y="839632"/>
                  </a:lnTo>
                  <a:lnTo>
                    <a:pt x="1756350" y="840520"/>
                  </a:lnTo>
                  <a:lnTo>
                    <a:pt x="1755278" y="841407"/>
                  </a:lnTo>
                  <a:lnTo>
                    <a:pt x="1754207" y="842293"/>
                  </a:lnTo>
                  <a:lnTo>
                    <a:pt x="1753135" y="843178"/>
                  </a:lnTo>
                  <a:lnTo>
                    <a:pt x="1752064" y="844063"/>
                  </a:lnTo>
                  <a:lnTo>
                    <a:pt x="1750992" y="844947"/>
                  </a:lnTo>
                  <a:lnTo>
                    <a:pt x="1749920" y="845831"/>
                  </a:lnTo>
                  <a:lnTo>
                    <a:pt x="1748849" y="846714"/>
                  </a:lnTo>
                  <a:lnTo>
                    <a:pt x="1747777" y="847596"/>
                  </a:lnTo>
                  <a:lnTo>
                    <a:pt x="1746706" y="848477"/>
                  </a:lnTo>
                  <a:lnTo>
                    <a:pt x="1745634" y="849358"/>
                  </a:lnTo>
                  <a:lnTo>
                    <a:pt x="1744562" y="850238"/>
                  </a:lnTo>
                  <a:lnTo>
                    <a:pt x="1743491" y="851118"/>
                  </a:lnTo>
                  <a:lnTo>
                    <a:pt x="1742419" y="851997"/>
                  </a:lnTo>
                  <a:lnTo>
                    <a:pt x="1741348" y="852875"/>
                  </a:lnTo>
                  <a:lnTo>
                    <a:pt x="1740276" y="853752"/>
                  </a:lnTo>
                  <a:lnTo>
                    <a:pt x="1739204" y="854629"/>
                  </a:lnTo>
                  <a:lnTo>
                    <a:pt x="1738133" y="855505"/>
                  </a:lnTo>
                  <a:lnTo>
                    <a:pt x="1737061" y="856380"/>
                  </a:lnTo>
                  <a:lnTo>
                    <a:pt x="1735990" y="857254"/>
                  </a:lnTo>
                  <a:lnTo>
                    <a:pt x="1734918" y="858128"/>
                  </a:lnTo>
                  <a:lnTo>
                    <a:pt x="1733846" y="859000"/>
                  </a:lnTo>
                  <a:lnTo>
                    <a:pt x="1732775" y="859872"/>
                  </a:lnTo>
                  <a:lnTo>
                    <a:pt x="1731703" y="860744"/>
                  </a:lnTo>
                  <a:lnTo>
                    <a:pt x="1730632" y="861614"/>
                  </a:lnTo>
                  <a:lnTo>
                    <a:pt x="1729560" y="862484"/>
                  </a:lnTo>
                  <a:lnTo>
                    <a:pt x="1728488" y="863352"/>
                  </a:lnTo>
                  <a:lnTo>
                    <a:pt x="1727417" y="864220"/>
                  </a:lnTo>
                  <a:lnTo>
                    <a:pt x="1726345" y="865088"/>
                  </a:lnTo>
                  <a:lnTo>
                    <a:pt x="1725274" y="865954"/>
                  </a:lnTo>
                  <a:lnTo>
                    <a:pt x="1724202" y="866819"/>
                  </a:lnTo>
                  <a:lnTo>
                    <a:pt x="1723130" y="867684"/>
                  </a:lnTo>
                  <a:lnTo>
                    <a:pt x="1722059" y="868548"/>
                  </a:lnTo>
                  <a:lnTo>
                    <a:pt x="1720987" y="869410"/>
                  </a:lnTo>
                  <a:lnTo>
                    <a:pt x="1719916" y="870272"/>
                  </a:lnTo>
                  <a:lnTo>
                    <a:pt x="1718844" y="871133"/>
                  </a:lnTo>
                  <a:lnTo>
                    <a:pt x="1717772" y="871994"/>
                  </a:lnTo>
                  <a:lnTo>
                    <a:pt x="1716701" y="872853"/>
                  </a:lnTo>
                  <a:lnTo>
                    <a:pt x="1715629" y="873711"/>
                  </a:lnTo>
                  <a:lnTo>
                    <a:pt x="1714558" y="874569"/>
                  </a:lnTo>
                  <a:lnTo>
                    <a:pt x="1713486" y="875425"/>
                  </a:lnTo>
                  <a:lnTo>
                    <a:pt x="1712414" y="876281"/>
                  </a:lnTo>
                  <a:lnTo>
                    <a:pt x="1711343" y="877135"/>
                  </a:lnTo>
                  <a:lnTo>
                    <a:pt x="1710271" y="877989"/>
                  </a:lnTo>
                  <a:lnTo>
                    <a:pt x="1709200" y="878842"/>
                  </a:lnTo>
                  <a:lnTo>
                    <a:pt x="1708128" y="879693"/>
                  </a:lnTo>
                  <a:lnTo>
                    <a:pt x="1707056" y="880544"/>
                  </a:lnTo>
                  <a:lnTo>
                    <a:pt x="1705985" y="881394"/>
                  </a:lnTo>
                  <a:lnTo>
                    <a:pt x="1704913" y="882242"/>
                  </a:lnTo>
                  <a:lnTo>
                    <a:pt x="1703842" y="883090"/>
                  </a:lnTo>
                  <a:lnTo>
                    <a:pt x="1702770" y="883937"/>
                  </a:lnTo>
                  <a:lnTo>
                    <a:pt x="1701698" y="884782"/>
                  </a:lnTo>
                  <a:lnTo>
                    <a:pt x="1700627" y="885627"/>
                  </a:lnTo>
                  <a:lnTo>
                    <a:pt x="1699555" y="886471"/>
                  </a:lnTo>
                  <a:lnTo>
                    <a:pt x="1698484" y="887313"/>
                  </a:lnTo>
                  <a:lnTo>
                    <a:pt x="1697412" y="888155"/>
                  </a:lnTo>
                  <a:lnTo>
                    <a:pt x="1696340" y="888995"/>
                  </a:lnTo>
                  <a:lnTo>
                    <a:pt x="1695269" y="889834"/>
                  </a:lnTo>
                  <a:lnTo>
                    <a:pt x="1694197" y="890673"/>
                  </a:lnTo>
                  <a:lnTo>
                    <a:pt x="1693126" y="891510"/>
                  </a:lnTo>
                  <a:lnTo>
                    <a:pt x="1692054" y="892346"/>
                  </a:lnTo>
                  <a:lnTo>
                    <a:pt x="1690982" y="893181"/>
                  </a:lnTo>
                  <a:lnTo>
                    <a:pt x="1689911" y="894015"/>
                  </a:lnTo>
                  <a:lnTo>
                    <a:pt x="1688839" y="894848"/>
                  </a:lnTo>
                  <a:lnTo>
                    <a:pt x="1687768" y="895679"/>
                  </a:lnTo>
                  <a:lnTo>
                    <a:pt x="1686696" y="896510"/>
                  </a:lnTo>
                  <a:lnTo>
                    <a:pt x="1685624" y="897339"/>
                  </a:lnTo>
                  <a:lnTo>
                    <a:pt x="1684553" y="898167"/>
                  </a:lnTo>
                  <a:lnTo>
                    <a:pt x="1683481" y="898994"/>
                  </a:lnTo>
                  <a:lnTo>
                    <a:pt x="1682410" y="899820"/>
                  </a:lnTo>
                  <a:lnTo>
                    <a:pt x="1681338" y="900645"/>
                  </a:lnTo>
                  <a:lnTo>
                    <a:pt x="1680266" y="901468"/>
                  </a:lnTo>
                  <a:lnTo>
                    <a:pt x="1679195" y="902291"/>
                  </a:lnTo>
                  <a:lnTo>
                    <a:pt x="1678123" y="903112"/>
                  </a:lnTo>
                  <a:lnTo>
                    <a:pt x="1677052" y="903932"/>
                  </a:lnTo>
                  <a:lnTo>
                    <a:pt x="1675980" y="904750"/>
                  </a:lnTo>
                  <a:lnTo>
                    <a:pt x="1674908" y="905568"/>
                  </a:lnTo>
                  <a:lnTo>
                    <a:pt x="1673837" y="906384"/>
                  </a:lnTo>
                  <a:lnTo>
                    <a:pt x="1672765" y="907199"/>
                  </a:lnTo>
                  <a:lnTo>
                    <a:pt x="1671694" y="908013"/>
                  </a:lnTo>
                  <a:lnTo>
                    <a:pt x="1670622" y="908825"/>
                  </a:lnTo>
                  <a:lnTo>
                    <a:pt x="1669550" y="909636"/>
                  </a:lnTo>
                  <a:lnTo>
                    <a:pt x="1668479" y="910446"/>
                  </a:lnTo>
                  <a:lnTo>
                    <a:pt x="1667407" y="911255"/>
                  </a:lnTo>
                  <a:lnTo>
                    <a:pt x="1666336" y="912062"/>
                  </a:lnTo>
                  <a:lnTo>
                    <a:pt x="1665264" y="912869"/>
                  </a:lnTo>
                  <a:lnTo>
                    <a:pt x="1664192" y="913673"/>
                  </a:lnTo>
                  <a:lnTo>
                    <a:pt x="1663121" y="914477"/>
                  </a:lnTo>
                  <a:lnTo>
                    <a:pt x="1662049" y="915279"/>
                  </a:lnTo>
                  <a:lnTo>
                    <a:pt x="1660978" y="916080"/>
                  </a:lnTo>
                  <a:lnTo>
                    <a:pt x="1659906" y="916880"/>
                  </a:lnTo>
                  <a:lnTo>
                    <a:pt x="1658834" y="917678"/>
                  </a:lnTo>
                  <a:lnTo>
                    <a:pt x="1657763" y="918475"/>
                  </a:lnTo>
                  <a:lnTo>
                    <a:pt x="1656691" y="919288"/>
                  </a:lnTo>
                  <a:lnTo>
                    <a:pt x="1655620" y="920338"/>
                  </a:lnTo>
                  <a:lnTo>
                    <a:pt x="1654548" y="921388"/>
                  </a:lnTo>
                  <a:lnTo>
                    <a:pt x="1653476" y="922438"/>
                  </a:lnTo>
                  <a:lnTo>
                    <a:pt x="1652405" y="923486"/>
                  </a:lnTo>
                  <a:lnTo>
                    <a:pt x="1651333" y="924535"/>
                  </a:lnTo>
                  <a:lnTo>
                    <a:pt x="1650262" y="925583"/>
                  </a:lnTo>
                  <a:lnTo>
                    <a:pt x="1649190" y="926630"/>
                  </a:lnTo>
                  <a:lnTo>
                    <a:pt x="1648118" y="927676"/>
                  </a:lnTo>
                  <a:lnTo>
                    <a:pt x="1647047" y="928723"/>
                  </a:lnTo>
                  <a:lnTo>
                    <a:pt x="1645975" y="929768"/>
                  </a:lnTo>
                  <a:lnTo>
                    <a:pt x="1644904" y="930813"/>
                  </a:lnTo>
                  <a:lnTo>
                    <a:pt x="1643832" y="931858"/>
                  </a:lnTo>
                  <a:lnTo>
                    <a:pt x="1642760" y="932902"/>
                  </a:lnTo>
                  <a:lnTo>
                    <a:pt x="1641689" y="933945"/>
                  </a:lnTo>
                  <a:lnTo>
                    <a:pt x="1640617" y="934988"/>
                  </a:lnTo>
                  <a:lnTo>
                    <a:pt x="1639546" y="936031"/>
                  </a:lnTo>
                  <a:lnTo>
                    <a:pt x="1638474" y="937072"/>
                  </a:lnTo>
                  <a:lnTo>
                    <a:pt x="1637402" y="938114"/>
                  </a:lnTo>
                  <a:lnTo>
                    <a:pt x="1636331" y="939155"/>
                  </a:lnTo>
                  <a:lnTo>
                    <a:pt x="1635259" y="940195"/>
                  </a:lnTo>
                  <a:lnTo>
                    <a:pt x="1634188" y="941235"/>
                  </a:lnTo>
                  <a:lnTo>
                    <a:pt x="1633116" y="942274"/>
                  </a:lnTo>
                  <a:lnTo>
                    <a:pt x="1632044" y="943312"/>
                  </a:lnTo>
                  <a:lnTo>
                    <a:pt x="1630973" y="944351"/>
                  </a:lnTo>
                  <a:lnTo>
                    <a:pt x="1629901" y="945388"/>
                  </a:lnTo>
                  <a:lnTo>
                    <a:pt x="1628830" y="946425"/>
                  </a:lnTo>
                  <a:lnTo>
                    <a:pt x="1627758" y="947462"/>
                  </a:lnTo>
                  <a:lnTo>
                    <a:pt x="1626686" y="948498"/>
                  </a:lnTo>
                  <a:lnTo>
                    <a:pt x="1625615" y="949533"/>
                  </a:lnTo>
                  <a:lnTo>
                    <a:pt x="1624543" y="950568"/>
                  </a:lnTo>
                  <a:lnTo>
                    <a:pt x="1623472" y="951603"/>
                  </a:lnTo>
                  <a:lnTo>
                    <a:pt x="1622400" y="952637"/>
                  </a:lnTo>
                  <a:lnTo>
                    <a:pt x="1621328" y="953670"/>
                  </a:lnTo>
                  <a:lnTo>
                    <a:pt x="1620257" y="954703"/>
                  </a:lnTo>
                  <a:lnTo>
                    <a:pt x="1619185" y="955735"/>
                  </a:lnTo>
                  <a:lnTo>
                    <a:pt x="1618114" y="956767"/>
                  </a:lnTo>
                  <a:lnTo>
                    <a:pt x="1617042" y="957798"/>
                  </a:lnTo>
                  <a:lnTo>
                    <a:pt x="1615970" y="958829"/>
                  </a:lnTo>
                  <a:lnTo>
                    <a:pt x="1614899" y="959859"/>
                  </a:lnTo>
                  <a:lnTo>
                    <a:pt x="1613827" y="960888"/>
                  </a:lnTo>
                  <a:lnTo>
                    <a:pt x="1612756" y="961917"/>
                  </a:lnTo>
                  <a:lnTo>
                    <a:pt x="1611684" y="962946"/>
                  </a:lnTo>
                  <a:lnTo>
                    <a:pt x="1610612" y="963974"/>
                  </a:lnTo>
                  <a:lnTo>
                    <a:pt x="1609541" y="965001"/>
                  </a:lnTo>
                  <a:lnTo>
                    <a:pt x="1608469" y="966028"/>
                  </a:lnTo>
                  <a:lnTo>
                    <a:pt x="1607398" y="967055"/>
                  </a:lnTo>
                  <a:lnTo>
                    <a:pt x="1606326" y="968080"/>
                  </a:lnTo>
                  <a:lnTo>
                    <a:pt x="1605254" y="969106"/>
                  </a:lnTo>
                  <a:lnTo>
                    <a:pt x="1604183" y="970130"/>
                  </a:lnTo>
                  <a:lnTo>
                    <a:pt x="1603111" y="971155"/>
                  </a:lnTo>
                  <a:lnTo>
                    <a:pt x="1602040" y="972178"/>
                  </a:lnTo>
                  <a:lnTo>
                    <a:pt x="1600968" y="973201"/>
                  </a:lnTo>
                  <a:lnTo>
                    <a:pt x="1599896" y="974224"/>
                  </a:lnTo>
                  <a:lnTo>
                    <a:pt x="1598825" y="975246"/>
                  </a:lnTo>
                  <a:lnTo>
                    <a:pt x="1597753" y="976267"/>
                  </a:lnTo>
                  <a:lnTo>
                    <a:pt x="1596682" y="977288"/>
                  </a:lnTo>
                  <a:lnTo>
                    <a:pt x="1595610" y="978308"/>
                  </a:lnTo>
                  <a:lnTo>
                    <a:pt x="1594539" y="979328"/>
                  </a:lnTo>
                  <a:lnTo>
                    <a:pt x="1593467" y="980347"/>
                  </a:lnTo>
                  <a:lnTo>
                    <a:pt x="1592395" y="981366"/>
                  </a:lnTo>
                  <a:lnTo>
                    <a:pt x="1591324" y="982384"/>
                  </a:lnTo>
                  <a:lnTo>
                    <a:pt x="1590252" y="983401"/>
                  </a:lnTo>
                  <a:lnTo>
                    <a:pt x="1589181" y="984418"/>
                  </a:lnTo>
                  <a:lnTo>
                    <a:pt x="1588109" y="985435"/>
                  </a:lnTo>
                  <a:lnTo>
                    <a:pt x="1587037" y="986450"/>
                  </a:lnTo>
                  <a:lnTo>
                    <a:pt x="1585966" y="987465"/>
                  </a:lnTo>
                  <a:lnTo>
                    <a:pt x="1584894" y="988480"/>
                  </a:lnTo>
                  <a:lnTo>
                    <a:pt x="1583823" y="989494"/>
                  </a:lnTo>
                  <a:lnTo>
                    <a:pt x="1582751" y="990508"/>
                  </a:lnTo>
                  <a:lnTo>
                    <a:pt x="1581679" y="991520"/>
                  </a:lnTo>
                  <a:lnTo>
                    <a:pt x="1580608" y="992533"/>
                  </a:lnTo>
                  <a:lnTo>
                    <a:pt x="1579536" y="993544"/>
                  </a:lnTo>
                  <a:lnTo>
                    <a:pt x="1578465" y="994556"/>
                  </a:lnTo>
                  <a:lnTo>
                    <a:pt x="1577393" y="995566"/>
                  </a:lnTo>
                  <a:lnTo>
                    <a:pt x="1576321" y="996576"/>
                  </a:lnTo>
                  <a:lnTo>
                    <a:pt x="1575250" y="997585"/>
                  </a:lnTo>
                  <a:lnTo>
                    <a:pt x="1574178" y="998594"/>
                  </a:lnTo>
                  <a:lnTo>
                    <a:pt x="1573107" y="999602"/>
                  </a:lnTo>
                  <a:lnTo>
                    <a:pt x="1572035" y="1000610"/>
                  </a:lnTo>
                  <a:lnTo>
                    <a:pt x="1570963" y="1001617"/>
                  </a:lnTo>
                  <a:lnTo>
                    <a:pt x="1569892" y="1002623"/>
                  </a:lnTo>
                  <a:lnTo>
                    <a:pt x="1568820" y="1003629"/>
                  </a:lnTo>
                  <a:lnTo>
                    <a:pt x="1567749" y="1004634"/>
                  </a:lnTo>
                  <a:lnTo>
                    <a:pt x="1566677" y="1005638"/>
                  </a:lnTo>
                  <a:lnTo>
                    <a:pt x="1565605" y="1006642"/>
                  </a:lnTo>
                  <a:lnTo>
                    <a:pt x="1564534" y="1007646"/>
                  </a:lnTo>
                  <a:lnTo>
                    <a:pt x="1563462" y="1008648"/>
                  </a:lnTo>
                  <a:lnTo>
                    <a:pt x="1562391" y="1009650"/>
                  </a:lnTo>
                  <a:lnTo>
                    <a:pt x="1561319" y="1010652"/>
                  </a:lnTo>
                  <a:lnTo>
                    <a:pt x="1560247" y="1011653"/>
                  </a:lnTo>
                  <a:lnTo>
                    <a:pt x="1559176" y="1012653"/>
                  </a:lnTo>
                  <a:lnTo>
                    <a:pt x="1558104" y="1013652"/>
                  </a:lnTo>
                  <a:lnTo>
                    <a:pt x="1557033" y="1014651"/>
                  </a:lnTo>
                  <a:lnTo>
                    <a:pt x="1555961" y="1015650"/>
                  </a:lnTo>
                  <a:lnTo>
                    <a:pt x="1554889" y="1016647"/>
                  </a:lnTo>
                  <a:lnTo>
                    <a:pt x="1553818" y="1017644"/>
                  </a:lnTo>
                  <a:lnTo>
                    <a:pt x="1552746" y="1018641"/>
                  </a:lnTo>
                  <a:lnTo>
                    <a:pt x="1551675" y="1019637"/>
                  </a:lnTo>
                  <a:lnTo>
                    <a:pt x="1550603" y="1020632"/>
                  </a:lnTo>
                  <a:lnTo>
                    <a:pt x="1549531" y="1021626"/>
                  </a:lnTo>
                  <a:lnTo>
                    <a:pt x="1548460" y="1022620"/>
                  </a:lnTo>
                  <a:lnTo>
                    <a:pt x="1547388" y="1023613"/>
                  </a:lnTo>
                  <a:lnTo>
                    <a:pt x="1546317" y="1024606"/>
                  </a:lnTo>
                  <a:lnTo>
                    <a:pt x="1545245" y="1025598"/>
                  </a:lnTo>
                  <a:lnTo>
                    <a:pt x="1544173" y="1026589"/>
                  </a:lnTo>
                  <a:lnTo>
                    <a:pt x="1543102" y="1027579"/>
                  </a:lnTo>
                  <a:lnTo>
                    <a:pt x="1542030" y="1028569"/>
                  </a:lnTo>
                  <a:lnTo>
                    <a:pt x="1540959" y="1029558"/>
                  </a:lnTo>
                  <a:lnTo>
                    <a:pt x="1539887" y="1030547"/>
                  </a:lnTo>
                  <a:lnTo>
                    <a:pt x="1538815" y="1031535"/>
                  </a:lnTo>
                  <a:lnTo>
                    <a:pt x="1537744" y="1032522"/>
                  </a:lnTo>
                  <a:lnTo>
                    <a:pt x="1536672" y="1033509"/>
                  </a:lnTo>
                  <a:lnTo>
                    <a:pt x="1535601" y="1034495"/>
                  </a:lnTo>
                  <a:lnTo>
                    <a:pt x="1534529" y="1035480"/>
                  </a:lnTo>
                  <a:lnTo>
                    <a:pt x="1533457" y="1036464"/>
                  </a:lnTo>
                  <a:lnTo>
                    <a:pt x="1532386" y="1037448"/>
                  </a:lnTo>
                  <a:lnTo>
                    <a:pt x="1531314" y="1038431"/>
                  </a:lnTo>
                  <a:lnTo>
                    <a:pt x="1530243" y="1039414"/>
                  </a:lnTo>
                  <a:lnTo>
                    <a:pt x="1529171" y="1040395"/>
                  </a:lnTo>
                  <a:lnTo>
                    <a:pt x="1528099" y="1041376"/>
                  </a:lnTo>
                  <a:lnTo>
                    <a:pt x="1527028" y="1042357"/>
                  </a:lnTo>
                  <a:lnTo>
                    <a:pt x="1525956" y="1043337"/>
                  </a:lnTo>
                  <a:lnTo>
                    <a:pt x="1524885" y="1044316"/>
                  </a:lnTo>
                  <a:lnTo>
                    <a:pt x="1523813" y="1045294"/>
                  </a:lnTo>
                  <a:lnTo>
                    <a:pt x="1522741" y="1046271"/>
                  </a:lnTo>
                  <a:lnTo>
                    <a:pt x="1521670" y="1047248"/>
                  </a:lnTo>
                  <a:lnTo>
                    <a:pt x="1520598" y="1048224"/>
                  </a:lnTo>
                  <a:lnTo>
                    <a:pt x="1519527" y="1049200"/>
                  </a:lnTo>
                  <a:lnTo>
                    <a:pt x="1518455" y="1050175"/>
                  </a:lnTo>
                  <a:lnTo>
                    <a:pt x="1517383" y="1051149"/>
                  </a:lnTo>
                  <a:lnTo>
                    <a:pt x="1516312" y="1052122"/>
                  </a:lnTo>
                  <a:lnTo>
                    <a:pt x="1515240" y="1053094"/>
                  </a:lnTo>
                  <a:lnTo>
                    <a:pt x="1514169" y="1054066"/>
                  </a:lnTo>
                  <a:lnTo>
                    <a:pt x="1513097" y="1055037"/>
                  </a:lnTo>
                  <a:lnTo>
                    <a:pt x="1512025" y="1056008"/>
                  </a:lnTo>
                  <a:lnTo>
                    <a:pt x="1510954" y="1056977"/>
                  </a:lnTo>
                  <a:lnTo>
                    <a:pt x="1509882" y="1057946"/>
                  </a:lnTo>
                  <a:lnTo>
                    <a:pt x="1508811" y="1058914"/>
                  </a:lnTo>
                  <a:lnTo>
                    <a:pt x="1507739" y="1059882"/>
                  </a:lnTo>
                  <a:lnTo>
                    <a:pt x="1506667" y="1060849"/>
                  </a:lnTo>
                  <a:lnTo>
                    <a:pt x="1505596" y="1061815"/>
                  </a:lnTo>
                  <a:lnTo>
                    <a:pt x="1504524" y="1062780"/>
                  </a:lnTo>
                  <a:lnTo>
                    <a:pt x="1503453" y="1063744"/>
                  </a:lnTo>
                  <a:lnTo>
                    <a:pt x="1502381" y="1064708"/>
                  </a:lnTo>
                  <a:lnTo>
                    <a:pt x="1501309" y="1065671"/>
                  </a:lnTo>
                  <a:lnTo>
                    <a:pt x="1500238" y="1066633"/>
                  </a:lnTo>
                  <a:lnTo>
                    <a:pt x="1499166" y="1067595"/>
                  </a:lnTo>
                  <a:lnTo>
                    <a:pt x="1498095" y="1068555"/>
                  </a:lnTo>
                  <a:lnTo>
                    <a:pt x="1497023" y="1069515"/>
                  </a:lnTo>
                  <a:lnTo>
                    <a:pt x="1495951" y="1070474"/>
                  </a:lnTo>
                  <a:lnTo>
                    <a:pt x="1494880" y="1071433"/>
                  </a:lnTo>
                  <a:lnTo>
                    <a:pt x="1493808" y="1072390"/>
                  </a:lnTo>
                  <a:lnTo>
                    <a:pt x="1492737" y="1073347"/>
                  </a:lnTo>
                  <a:lnTo>
                    <a:pt x="1491665" y="1074303"/>
                  </a:lnTo>
                  <a:lnTo>
                    <a:pt x="1490593" y="1075259"/>
                  </a:lnTo>
                  <a:lnTo>
                    <a:pt x="1489522" y="1076213"/>
                  </a:lnTo>
                  <a:lnTo>
                    <a:pt x="1488450" y="1077167"/>
                  </a:lnTo>
                  <a:lnTo>
                    <a:pt x="1487379" y="1078120"/>
                  </a:lnTo>
                  <a:lnTo>
                    <a:pt x="1486307" y="1079072"/>
                  </a:lnTo>
                  <a:lnTo>
                    <a:pt x="1485235" y="1080023"/>
                  </a:lnTo>
                  <a:lnTo>
                    <a:pt x="1484164" y="1080974"/>
                  </a:lnTo>
                  <a:lnTo>
                    <a:pt x="1483092" y="1081924"/>
                  </a:lnTo>
                  <a:lnTo>
                    <a:pt x="1482021" y="1082873"/>
                  </a:lnTo>
                  <a:lnTo>
                    <a:pt x="1480949" y="1083821"/>
                  </a:lnTo>
                  <a:lnTo>
                    <a:pt x="1479877" y="1084768"/>
                  </a:lnTo>
                  <a:lnTo>
                    <a:pt x="1478806" y="1085715"/>
                  </a:lnTo>
                  <a:lnTo>
                    <a:pt x="1477734" y="1086661"/>
                  </a:lnTo>
                  <a:lnTo>
                    <a:pt x="1476663" y="1087606"/>
                  </a:lnTo>
                  <a:lnTo>
                    <a:pt x="1475591" y="1088550"/>
                  </a:lnTo>
                  <a:lnTo>
                    <a:pt x="1474519" y="1089493"/>
                  </a:lnTo>
                  <a:lnTo>
                    <a:pt x="1473448" y="1090436"/>
                  </a:lnTo>
                  <a:lnTo>
                    <a:pt x="1472376" y="1091377"/>
                  </a:lnTo>
                  <a:lnTo>
                    <a:pt x="1471305" y="1092318"/>
                  </a:lnTo>
                  <a:lnTo>
                    <a:pt x="1470233" y="1093258"/>
                  </a:lnTo>
                  <a:lnTo>
                    <a:pt x="1469161" y="1094198"/>
                  </a:lnTo>
                  <a:lnTo>
                    <a:pt x="1468090" y="1095136"/>
                  </a:lnTo>
                  <a:lnTo>
                    <a:pt x="1467018" y="1096074"/>
                  </a:lnTo>
                  <a:lnTo>
                    <a:pt x="1465947" y="1097010"/>
                  </a:lnTo>
                  <a:lnTo>
                    <a:pt x="1464875" y="1097946"/>
                  </a:lnTo>
                  <a:lnTo>
                    <a:pt x="1463803" y="1098882"/>
                  </a:lnTo>
                  <a:lnTo>
                    <a:pt x="1462732" y="1099816"/>
                  </a:lnTo>
                  <a:lnTo>
                    <a:pt x="1461660" y="1100749"/>
                  </a:lnTo>
                  <a:lnTo>
                    <a:pt x="1460589" y="1101682"/>
                  </a:lnTo>
                  <a:lnTo>
                    <a:pt x="1459517" y="1102614"/>
                  </a:lnTo>
                  <a:lnTo>
                    <a:pt x="1458445" y="1103545"/>
                  </a:lnTo>
                  <a:lnTo>
                    <a:pt x="1457374" y="1104475"/>
                  </a:lnTo>
                  <a:lnTo>
                    <a:pt x="1456302" y="1105404"/>
                  </a:lnTo>
                  <a:lnTo>
                    <a:pt x="1455231" y="1106332"/>
                  </a:lnTo>
                  <a:lnTo>
                    <a:pt x="1454159" y="1107260"/>
                  </a:lnTo>
                  <a:lnTo>
                    <a:pt x="1453087" y="1108186"/>
                  </a:lnTo>
                  <a:lnTo>
                    <a:pt x="1452016" y="1109112"/>
                  </a:lnTo>
                  <a:lnTo>
                    <a:pt x="1450944" y="1110037"/>
                  </a:lnTo>
                  <a:lnTo>
                    <a:pt x="1449873" y="1110961"/>
                  </a:lnTo>
                  <a:lnTo>
                    <a:pt x="1448801" y="1111884"/>
                  </a:lnTo>
                  <a:lnTo>
                    <a:pt x="1447729" y="1112807"/>
                  </a:lnTo>
                  <a:lnTo>
                    <a:pt x="1446658" y="1113728"/>
                  </a:lnTo>
                  <a:lnTo>
                    <a:pt x="1445586" y="1114649"/>
                  </a:lnTo>
                  <a:lnTo>
                    <a:pt x="1444515" y="1115569"/>
                  </a:lnTo>
                  <a:lnTo>
                    <a:pt x="1443443" y="1116487"/>
                  </a:lnTo>
                  <a:lnTo>
                    <a:pt x="1442371" y="1117405"/>
                  </a:lnTo>
                  <a:lnTo>
                    <a:pt x="1441300" y="1118322"/>
                  </a:lnTo>
                  <a:lnTo>
                    <a:pt x="1440228" y="1119239"/>
                  </a:lnTo>
                  <a:lnTo>
                    <a:pt x="1439157" y="1120154"/>
                  </a:lnTo>
                  <a:lnTo>
                    <a:pt x="1438085" y="1121068"/>
                  </a:lnTo>
                  <a:lnTo>
                    <a:pt x="1437013" y="1121982"/>
                  </a:lnTo>
                  <a:lnTo>
                    <a:pt x="1435942" y="1122895"/>
                  </a:lnTo>
                  <a:lnTo>
                    <a:pt x="1434870" y="1123807"/>
                  </a:lnTo>
                  <a:lnTo>
                    <a:pt x="1433799" y="1124717"/>
                  </a:lnTo>
                  <a:lnTo>
                    <a:pt x="1432727" y="1125627"/>
                  </a:lnTo>
                  <a:lnTo>
                    <a:pt x="1431655" y="1126537"/>
                  </a:lnTo>
                  <a:lnTo>
                    <a:pt x="1430584" y="1127445"/>
                  </a:lnTo>
                  <a:lnTo>
                    <a:pt x="1429512" y="1128352"/>
                  </a:lnTo>
                  <a:lnTo>
                    <a:pt x="1428441" y="1129258"/>
                  </a:lnTo>
                  <a:lnTo>
                    <a:pt x="1427369" y="1130164"/>
                  </a:lnTo>
                  <a:lnTo>
                    <a:pt x="1426297" y="1131069"/>
                  </a:lnTo>
                  <a:lnTo>
                    <a:pt x="1425226" y="1131972"/>
                  </a:lnTo>
                  <a:lnTo>
                    <a:pt x="1424154" y="1132875"/>
                  </a:lnTo>
                  <a:lnTo>
                    <a:pt x="1423083" y="1133777"/>
                  </a:lnTo>
                  <a:lnTo>
                    <a:pt x="1422011" y="1134678"/>
                  </a:lnTo>
                  <a:lnTo>
                    <a:pt x="1420939" y="1135578"/>
                  </a:lnTo>
                  <a:lnTo>
                    <a:pt x="1419868" y="1136477"/>
                  </a:lnTo>
                  <a:lnTo>
                    <a:pt x="1418796" y="1137375"/>
                  </a:lnTo>
                  <a:lnTo>
                    <a:pt x="1417725" y="1138272"/>
                  </a:lnTo>
                  <a:lnTo>
                    <a:pt x="1416653" y="1139169"/>
                  </a:lnTo>
                  <a:lnTo>
                    <a:pt x="1415582" y="1140064"/>
                  </a:lnTo>
                  <a:lnTo>
                    <a:pt x="1414510" y="1140959"/>
                  </a:lnTo>
                  <a:lnTo>
                    <a:pt x="1413438" y="1141852"/>
                  </a:lnTo>
                  <a:lnTo>
                    <a:pt x="1412367" y="1142745"/>
                  </a:lnTo>
                  <a:lnTo>
                    <a:pt x="1411295" y="1143637"/>
                  </a:lnTo>
                  <a:lnTo>
                    <a:pt x="1410224" y="1144527"/>
                  </a:lnTo>
                  <a:lnTo>
                    <a:pt x="1409152" y="1145417"/>
                  </a:lnTo>
                  <a:lnTo>
                    <a:pt x="1408080" y="1146306"/>
                  </a:lnTo>
                  <a:lnTo>
                    <a:pt x="1407009" y="1147194"/>
                  </a:lnTo>
                  <a:lnTo>
                    <a:pt x="1405937" y="1148081"/>
                  </a:lnTo>
                  <a:lnTo>
                    <a:pt x="1404866" y="1148967"/>
                  </a:lnTo>
                  <a:lnTo>
                    <a:pt x="1403794" y="1149852"/>
                  </a:lnTo>
                  <a:lnTo>
                    <a:pt x="1402722" y="1150737"/>
                  </a:lnTo>
                  <a:lnTo>
                    <a:pt x="1401651" y="1151620"/>
                  </a:lnTo>
                  <a:lnTo>
                    <a:pt x="1400579" y="1152502"/>
                  </a:lnTo>
                  <a:lnTo>
                    <a:pt x="1399508" y="1153383"/>
                  </a:lnTo>
                  <a:lnTo>
                    <a:pt x="1398436" y="1154264"/>
                  </a:lnTo>
                  <a:lnTo>
                    <a:pt x="1397364" y="1155143"/>
                  </a:lnTo>
                  <a:lnTo>
                    <a:pt x="1396293" y="1156022"/>
                  </a:lnTo>
                  <a:lnTo>
                    <a:pt x="1395221" y="1156899"/>
                  </a:lnTo>
                  <a:lnTo>
                    <a:pt x="1394150" y="1157776"/>
                  </a:lnTo>
                  <a:lnTo>
                    <a:pt x="1393078" y="1158651"/>
                  </a:lnTo>
                  <a:lnTo>
                    <a:pt x="1392006" y="1159526"/>
                  </a:lnTo>
                  <a:lnTo>
                    <a:pt x="1390935" y="1160400"/>
                  </a:lnTo>
                  <a:lnTo>
                    <a:pt x="1389863" y="1161272"/>
                  </a:lnTo>
                  <a:lnTo>
                    <a:pt x="1388792" y="1162144"/>
                  </a:lnTo>
                  <a:lnTo>
                    <a:pt x="1387720" y="1163015"/>
                  </a:lnTo>
                  <a:lnTo>
                    <a:pt x="1386648" y="1163885"/>
                  </a:lnTo>
                  <a:lnTo>
                    <a:pt x="1385577" y="1164754"/>
                  </a:lnTo>
                  <a:lnTo>
                    <a:pt x="1384505" y="1165622"/>
                  </a:lnTo>
                  <a:lnTo>
                    <a:pt x="1383434" y="1166488"/>
                  </a:lnTo>
                  <a:lnTo>
                    <a:pt x="1382362" y="1167354"/>
                  </a:lnTo>
                  <a:lnTo>
                    <a:pt x="1381290" y="1168219"/>
                  </a:lnTo>
                  <a:lnTo>
                    <a:pt x="1380219" y="1169083"/>
                  </a:lnTo>
                  <a:lnTo>
                    <a:pt x="1379147" y="1169946"/>
                  </a:lnTo>
                  <a:lnTo>
                    <a:pt x="1378076" y="1170808"/>
                  </a:lnTo>
                  <a:lnTo>
                    <a:pt x="1377004" y="1171669"/>
                  </a:lnTo>
                  <a:lnTo>
                    <a:pt x="1375932" y="1172529"/>
                  </a:lnTo>
                  <a:lnTo>
                    <a:pt x="1374861" y="1173388"/>
                  </a:lnTo>
                  <a:lnTo>
                    <a:pt x="1373789" y="1174246"/>
                  </a:lnTo>
                  <a:lnTo>
                    <a:pt x="1372718" y="1175103"/>
                  </a:lnTo>
                  <a:lnTo>
                    <a:pt x="1371646" y="1175959"/>
                  </a:lnTo>
                  <a:lnTo>
                    <a:pt x="1370574" y="1176814"/>
                  </a:lnTo>
                  <a:lnTo>
                    <a:pt x="1369503" y="1177669"/>
                  </a:lnTo>
                  <a:lnTo>
                    <a:pt x="1368431" y="1178522"/>
                  </a:lnTo>
                  <a:lnTo>
                    <a:pt x="1367360" y="1179374"/>
                  </a:lnTo>
                  <a:lnTo>
                    <a:pt x="1366288" y="1180225"/>
                  </a:lnTo>
                  <a:lnTo>
                    <a:pt x="1365216" y="1181075"/>
                  </a:lnTo>
                  <a:lnTo>
                    <a:pt x="1364145" y="1181924"/>
                  </a:lnTo>
                  <a:lnTo>
                    <a:pt x="1363073" y="1182772"/>
                  </a:lnTo>
                  <a:lnTo>
                    <a:pt x="1362002" y="1183619"/>
                  </a:lnTo>
                  <a:lnTo>
                    <a:pt x="1360930" y="1184465"/>
                  </a:lnTo>
                  <a:lnTo>
                    <a:pt x="1359858" y="1185310"/>
                  </a:lnTo>
                  <a:lnTo>
                    <a:pt x="1358787" y="1186154"/>
                  </a:lnTo>
                  <a:lnTo>
                    <a:pt x="1357715" y="1186997"/>
                  </a:lnTo>
                  <a:lnTo>
                    <a:pt x="1356644" y="1187839"/>
                  </a:lnTo>
                  <a:lnTo>
                    <a:pt x="1355572" y="1188681"/>
                  </a:lnTo>
                  <a:lnTo>
                    <a:pt x="1354500" y="1189521"/>
                  </a:lnTo>
                  <a:lnTo>
                    <a:pt x="1353429" y="1190360"/>
                  </a:lnTo>
                  <a:lnTo>
                    <a:pt x="1352357" y="1191198"/>
                  </a:lnTo>
                  <a:lnTo>
                    <a:pt x="1351286" y="1192035"/>
                  </a:lnTo>
                  <a:lnTo>
                    <a:pt x="1350214" y="1192871"/>
                  </a:lnTo>
                  <a:lnTo>
                    <a:pt x="1349142" y="1193705"/>
                  </a:lnTo>
                  <a:lnTo>
                    <a:pt x="1348071" y="1194539"/>
                  </a:lnTo>
                  <a:lnTo>
                    <a:pt x="1346999" y="1195372"/>
                  </a:lnTo>
                  <a:lnTo>
                    <a:pt x="1345928" y="1196204"/>
                  </a:lnTo>
                  <a:lnTo>
                    <a:pt x="1344856" y="1197035"/>
                  </a:lnTo>
                  <a:lnTo>
                    <a:pt x="1343784" y="1197865"/>
                  </a:lnTo>
                  <a:lnTo>
                    <a:pt x="1342713" y="1198694"/>
                  </a:lnTo>
                  <a:lnTo>
                    <a:pt x="1341641" y="1199521"/>
                  </a:lnTo>
                  <a:lnTo>
                    <a:pt x="1340570" y="1200348"/>
                  </a:lnTo>
                  <a:lnTo>
                    <a:pt x="1339498" y="1201174"/>
                  </a:lnTo>
                  <a:lnTo>
                    <a:pt x="1338426" y="1201999"/>
                  </a:lnTo>
                  <a:lnTo>
                    <a:pt x="1337355" y="1202822"/>
                  </a:lnTo>
                  <a:lnTo>
                    <a:pt x="1336283" y="1203645"/>
                  </a:lnTo>
                  <a:lnTo>
                    <a:pt x="1335212" y="1204467"/>
                  </a:lnTo>
                  <a:lnTo>
                    <a:pt x="1334140" y="1205287"/>
                  </a:lnTo>
                  <a:lnTo>
                    <a:pt x="1333068" y="1206107"/>
                  </a:lnTo>
                  <a:lnTo>
                    <a:pt x="1331997" y="1206925"/>
                  </a:lnTo>
                  <a:lnTo>
                    <a:pt x="1330925" y="1207743"/>
                  </a:lnTo>
                  <a:lnTo>
                    <a:pt x="1329854" y="1208559"/>
                  </a:lnTo>
                  <a:lnTo>
                    <a:pt x="1328782" y="1209374"/>
                  </a:lnTo>
                  <a:lnTo>
                    <a:pt x="1327710" y="1210189"/>
                  </a:lnTo>
                  <a:lnTo>
                    <a:pt x="1326639" y="1211002"/>
                  </a:lnTo>
                  <a:lnTo>
                    <a:pt x="1325567" y="1211814"/>
                  </a:lnTo>
                  <a:lnTo>
                    <a:pt x="1324496" y="1212626"/>
                  </a:lnTo>
                  <a:lnTo>
                    <a:pt x="1323424" y="1213436"/>
                  </a:lnTo>
                  <a:lnTo>
                    <a:pt x="1322352" y="1214245"/>
                  </a:lnTo>
                  <a:lnTo>
                    <a:pt x="1321281" y="1215053"/>
                  </a:lnTo>
                  <a:lnTo>
                    <a:pt x="1320209" y="1215860"/>
                  </a:lnTo>
                  <a:lnTo>
                    <a:pt x="1319138" y="1216666"/>
                  </a:lnTo>
                  <a:lnTo>
                    <a:pt x="1318066" y="1217471"/>
                  </a:lnTo>
                  <a:lnTo>
                    <a:pt x="1316994" y="1218275"/>
                  </a:lnTo>
                  <a:lnTo>
                    <a:pt x="1315923" y="1219078"/>
                  </a:lnTo>
                  <a:lnTo>
                    <a:pt x="1314851" y="1219879"/>
                  </a:lnTo>
                  <a:lnTo>
                    <a:pt x="1313780" y="1220680"/>
                  </a:lnTo>
                  <a:lnTo>
                    <a:pt x="1312708" y="1221480"/>
                  </a:lnTo>
                  <a:lnTo>
                    <a:pt x="1311636" y="1222278"/>
                  </a:lnTo>
                  <a:lnTo>
                    <a:pt x="1310565" y="1223076"/>
                  </a:lnTo>
                  <a:lnTo>
                    <a:pt x="1309493" y="1223873"/>
                  </a:lnTo>
                  <a:lnTo>
                    <a:pt x="1308422" y="1224668"/>
                  </a:lnTo>
                  <a:lnTo>
                    <a:pt x="1307350" y="1225462"/>
                  </a:lnTo>
                  <a:lnTo>
                    <a:pt x="1306278" y="1226256"/>
                  </a:lnTo>
                  <a:lnTo>
                    <a:pt x="1305207" y="1227048"/>
                  </a:lnTo>
                  <a:lnTo>
                    <a:pt x="1304135" y="1227839"/>
                  </a:lnTo>
                  <a:lnTo>
                    <a:pt x="1303064" y="1228629"/>
                  </a:lnTo>
                  <a:lnTo>
                    <a:pt x="1301992" y="1229419"/>
                  </a:lnTo>
                  <a:lnTo>
                    <a:pt x="1300920" y="1230207"/>
                  </a:lnTo>
                  <a:lnTo>
                    <a:pt x="1299849" y="1230994"/>
                  </a:lnTo>
                  <a:lnTo>
                    <a:pt x="1298777" y="1231779"/>
                  </a:lnTo>
                  <a:lnTo>
                    <a:pt x="1297706" y="1232564"/>
                  </a:lnTo>
                  <a:lnTo>
                    <a:pt x="1296634" y="1233348"/>
                  </a:lnTo>
                  <a:lnTo>
                    <a:pt x="1295562" y="1234131"/>
                  </a:lnTo>
                  <a:lnTo>
                    <a:pt x="1294491" y="1234913"/>
                  </a:lnTo>
                  <a:lnTo>
                    <a:pt x="1293419" y="1235693"/>
                  </a:lnTo>
                  <a:lnTo>
                    <a:pt x="1292348" y="1236473"/>
                  </a:lnTo>
                  <a:lnTo>
                    <a:pt x="1291276" y="1237251"/>
                  </a:lnTo>
                  <a:lnTo>
                    <a:pt x="1290204" y="1238028"/>
                  </a:lnTo>
                  <a:lnTo>
                    <a:pt x="1289133" y="1238805"/>
                  </a:lnTo>
                  <a:lnTo>
                    <a:pt x="1288061" y="1239580"/>
                  </a:lnTo>
                  <a:lnTo>
                    <a:pt x="1286990" y="1240354"/>
                  </a:lnTo>
                  <a:lnTo>
                    <a:pt x="1285918" y="1241127"/>
                  </a:lnTo>
                  <a:lnTo>
                    <a:pt x="1284846" y="1241899"/>
                  </a:lnTo>
                  <a:lnTo>
                    <a:pt x="1283775" y="1242670"/>
                  </a:lnTo>
                  <a:lnTo>
                    <a:pt x="1282703" y="1243440"/>
                  </a:lnTo>
                  <a:lnTo>
                    <a:pt x="1281632" y="1244209"/>
                  </a:lnTo>
                  <a:lnTo>
                    <a:pt x="1280560" y="1244977"/>
                  </a:lnTo>
                  <a:lnTo>
                    <a:pt x="1279488" y="1245743"/>
                  </a:lnTo>
                  <a:lnTo>
                    <a:pt x="1278417" y="1246509"/>
                  </a:lnTo>
                  <a:lnTo>
                    <a:pt x="1277345" y="1247274"/>
                  </a:lnTo>
                  <a:lnTo>
                    <a:pt x="1276274" y="1248037"/>
                  </a:lnTo>
                  <a:lnTo>
                    <a:pt x="1275202" y="1248799"/>
                  </a:lnTo>
                  <a:lnTo>
                    <a:pt x="1274130" y="1249561"/>
                  </a:lnTo>
                  <a:lnTo>
                    <a:pt x="1273059" y="1250321"/>
                  </a:lnTo>
                  <a:lnTo>
                    <a:pt x="1271987" y="1251080"/>
                  </a:lnTo>
                  <a:lnTo>
                    <a:pt x="1270916" y="1251838"/>
                  </a:lnTo>
                  <a:lnTo>
                    <a:pt x="1269844" y="1252595"/>
                  </a:lnTo>
                  <a:lnTo>
                    <a:pt x="1268772" y="1253351"/>
                  </a:lnTo>
                  <a:lnTo>
                    <a:pt x="1267701" y="1254106"/>
                  </a:lnTo>
                  <a:lnTo>
                    <a:pt x="1266629" y="1254859"/>
                  </a:lnTo>
                  <a:lnTo>
                    <a:pt x="1265558" y="1255612"/>
                  </a:lnTo>
                  <a:lnTo>
                    <a:pt x="1264486" y="1256364"/>
                  </a:lnTo>
                  <a:lnTo>
                    <a:pt x="1263414" y="1257114"/>
                  </a:lnTo>
                  <a:lnTo>
                    <a:pt x="1262343" y="1257863"/>
                  </a:lnTo>
                  <a:lnTo>
                    <a:pt x="1261271" y="1258612"/>
                  </a:lnTo>
                  <a:lnTo>
                    <a:pt x="1260200" y="1259359"/>
                  </a:lnTo>
                  <a:lnTo>
                    <a:pt x="1259128" y="1260105"/>
                  </a:lnTo>
                  <a:lnTo>
                    <a:pt x="1258056" y="1260850"/>
                  </a:lnTo>
                  <a:lnTo>
                    <a:pt x="1256985" y="1261594"/>
                  </a:lnTo>
                  <a:lnTo>
                    <a:pt x="1255913" y="1262337"/>
                  </a:lnTo>
                  <a:lnTo>
                    <a:pt x="1254842" y="1263079"/>
                  </a:lnTo>
                  <a:lnTo>
                    <a:pt x="1253770" y="1263820"/>
                  </a:lnTo>
                  <a:lnTo>
                    <a:pt x="1252698" y="1264559"/>
                  </a:lnTo>
                  <a:lnTo>
                    <a:pt x="1251627" y="1265298"/>
                  </a:lnTo>
                  <a:lnTo>
                    <a:pt x="1250555" y="1266035"/>
                  </a:lnTo>
                  <a:lnTo>
                    <a:pt x="1249484" y="1266772"/>
                  </a:lnTo>
                  <a:lnTo>
                    <a:pt x="1248412" y="1267507"/>
                  </a:lnTo>
                  <a:lnTo>
                    <a:pt x="1247340" y="1268241"/>
                  </a:lnTo>
                  <a:lnTo>
                    <a:pt x="1246269" y="1268974"/>
                  </a:lnTo>
                  <a:lnTo>
                    <a:pt x="1245197" y="1269706"/>
                  </a:lnTo>
                  <a:lnTo>
                    <a:pt x="1244126" y="1270437"/>
                  </a:lnTo>
                  <a:lnTo>
                    <a:pt x="1243054" y="1271167"/>
                  </a:lnTo>
                  <a:lnTo>
                    <a:pt x="1241983" y="1271896"/>
                  </a:lnTo>
                  <a:lnTo>
                    <a:pt x="1240911" y="1272624"/>
                  </a:lnTo>
                  <a:lnTo>
                    <a:pt x="1239839" y="1273350"/>
                  </a:lnTo>
                  <a:lnTo>
                    <a:pt x="1238768" y="1274076"/>
                  </a:lnTo>
                  <a:lnTo>
                    <a:pt x="1237696" y="1274800"/>
                  </a:lnTo>
                  <a:lnTo>
                    <a:pt x="1236625" y="1275524"/>
                  </a:lnTo>
                  <a:lnTo>
                    <a:pt x="1235553" y="1276246"/>
                  </a:lnTo>
                  <a:lnTo>
                    <a:pt x="1234481" y="1276967"/>
                  </a:lnTo>
                  <a:lnTo>
                    <a:pt x="1233410" y="1277687"/>
                  </a:lnTo>
                  <a:lnTo>
                    <a:pt x="1232338" y="1278406"/>
                  </a:lnTo>
                  <a:lnTo>
                    <a:pt x="1231267" y="1279124"/>
                  </a:lnTo>
                  <a:lnTo>
                    <a:pt x="1230195" y="1279841"/>
                  </a:lnTo>
                  <a:lnTo>
                    <a:pt x="1229123" y="1280556"/>
                  </a:lnTo>
                  <a:lnTo>
                    <a:pt x="1228052" y="1281271"/>
                  </a:lnTo>
                  <a:lnTo>
                    <a:pt x="1226980" y="1281985"/>
                  </a:lnTo>
                  <a:lnTo>
                    <a:pt x="1225909" y="1282697"/>
                  </a:lnTo>
                  <a:lnTo>
                    <a:pt x="1224837" y="1283408"/>
                  </a:lnTo>
                  <a:lnTo>
                    <a:pt x="1223765" y="1284119"/>
                  </a:lnTo>
                  <a:lnTo>
                    <a:pt x="1222694" y="1284828"/>
                  </a:lnTo>
                  <a:lnTo>
                    <a:pt x="1221622" y="1285536"/>
                  </a:lnTo>
                  <a:lnTo>
                    <a:pt x="1220551" y="1286243"/>
                  </a:lnTo>
                  <a:lnTo>
                    <a:pt x="1219479" y="1286949"/>
                  </a:lnTo>
                  <a:lnTo>
                    <a:pt x="1218407" y="1287654"/>
                  </a:lnTo>
                  <a:lnTo>
                    <a:pt x="1217336" y="1288357"/>
                  </a:lnTo>
                  <a:lnTo>
                    <a:pt x="1216264" y="1289060"/>
                  </a:lnTo>
                  <a:lnTo>
                    <a:pt x="1215193" y="1289762"/>
                  </a:lnTo>
                  <a:lnTo>
                    <a:pt x="1214121" y="1290462"/>
                  </a:lnTo>
                  <a:lnTo>
                    <a:pt x="1213049" y="1291161"/>
                  </a:lnTo>
                  <a:lnTo>
                    <a:pt x="1211978" y="1291860"/>
                  </a:lnTo>
                  <a:lnTo>
                    <a:pt x="1210906" y="1292557"/>
                  </a:lnTo>
                  <a:lnTo>
                    <a:pt x="1209835" y="1293253"/>
                  </a:lnTo>
                  <a:lnTo>
                    <a:pt x="1208763" y="1293948"/>
                  </a:lnTo>
                  <a:lnTo>
                    <a:pt x="1207691" y="1294642"/>
                  </a:lnTo>
                  <a:lnTo>
                    <a:pt x="1206620" y="1295335"/>
                  </a:lnTo>
                  <a:lnTo>
                    <a:pt x="1205548" y="1296027"/>
                  </a:lnTo>
                  <a:lnTo>
                    <a:pt x="1204477" y="1296717"/>
                  </a:lnTo>
                  <a:lnTo>
                    <a:pt x="1203405" y="1297407"/>
                  </a:lnTo>
                  <a:lnTo>
                    <a:pt x="1202333" y="1298095"/>
                  </a:lnTo>
                  <a:lnTo>
                    <a:pt x="1201262" y="1298783"/>
                  </a:lnTo>
                  <a:lnTo>
                    <a:pt x="1200190" y="1299469"/>
                  </a:lnTo>
                  <a:lnTo>
                    <a:pt x="1199119" y="1300154"/>
                  </a:lnTo>
                  <a:lnTo>
                    <a:pt x="1198047" y="1300838"/>
                  </a:lnTo>
                  <a:lnTo>
                    <a:pt x="1196975" y="1301522"/>
                  </a:lnTo>
                  <a:lnTo>
                    <a:pt x="1195904" y="1302203"/>
                  </a:lnTo>
                  <a:lnTo>
                    <a:pt x="1194832" y="1302884"/>
                  </a:lnTo>
                  <a:lnTo>
                    <a:pt x="1193761" y="1303564"/>
                  </a:lnTo>
                  <a:lnTo>
                    <a:pt x="1192689" y="1304243"/>
                  </a:lnTo>
                  <a:lnTo>
                    <a:pt x="1191617" y="1304920"/>
                  </a:lnTo>
                  <a:lnTo>
                    <a:pt x="1190546" y="1305597"/>
                  </a:lnTo>
                  <a:lnTo>
                    <a:pt x="1189474" y="1306272"/>
                  </a:lnTo>
                  <a:lnTo>
                    <a:pt x="1188403" y="1306947"/>
                  </a:lnTo>
                  <a:lnTo>
                    <a:pt x="1187331" y="1307620"/>
                  </a:lnTo>
                  <a:lnTo>
                    <a:pt x="1186259" y="1308292"/>
                  </a:lnTo>
                  <a:lnTo>
                    <a:pt x="1185188" y="1308963"/>
                  </a:lnTo>
                  <a:lnTo>
                    <a:pt x="1184116" y="1309634"/>
                  </a:lnTo>
                  <a:lnTo>
                    <a:pt x="1183045" y="1310302"/>
                  </a:lnTo>
                  <a:lnTo>
                    <a:pt x="1181973" y="1310970"/>
                  </a:lnTo>
                  <a:lnTo>
                    <a:pt x="1180901" y="1311637"/>
                  </a:lnTo>
                  <a:lnTo>
                    <a:pt x="1179830" y="1312303"/>
                  </a:lnTo>
                  <a:lnTo>
                    <a:pt x="1178758" y="1312968"/>
                  </a:lnTo>
                  <a:lnTo>
                    <a:pt x="1177687" y="1313631"/>
                  </a:lnTo>
                  <a:lnTo>
                    <a:pt x="1176615" y="1314294"/>
                  </a:lnTo>
                  <a:lnTo>
                    <a:pt x="1175543" y="1314955"/>
                  </a:lnTo>
                  <a:lnTo>
                    <a:pt x="1174472" y="1315615"/>
                  </a:lnTo>
                  <a:lnTo>
                    <a:pt x="1173400" y="1316274"/>
                  </a:lnTo>
                  <a:lnTo>
                    <a:pt x="1172329" y="1316933"/>
                  </a:lnTo>
                  <a:lnTo>
                    <a:pt x="1171257" y="1317590"/>
                  </a:lnTo>
                  <a:lnTo>
                    <a:pt x="1170185" y="1318246"/>
                  </a:lnTo>
                  <a:lnTo>
                    <a:pt x="1169114" y="1318901"/>
                  </a:lnTo>
                  <a:lnTo>
                    <a:pt x="1168042" y="1319554"/>
                  </a:lnTo>
                  <a:lnTo>
                    <a:pt x="1166971" y="1320207"/>
                  </a:lnTo>
                  <a:lnTo>
                    <a:pt x="1165899" y="1320859"/>
                  </a:lnTo>
                  <a:lnTo>
                    <a:pt x="1164827" y="1321510"/>
                  </a:lnTo>
                  <a:lnTo>
                    <a:pt x="1163756" y="1322159"/>
                  </a:lnTo>
                  <a:lnTo>
                    <a:pt x="1162684" y="1322808"/>
                  </a:lnTo>
                  <a:lnTo>
                    <a:pt x="1161613" y="1323455"/>
                  </a:lnTo>
                  <a:lnTo>
                    <a:pt x="1160541" y="1324101"/>
                  </a:lnTo>
                  <a:lnTo>
                    <a:pt x="1159469" y="1324747"/>
                  </a:lnTo>
                  <a:lnTo>
                    <a:pt x="1158398" y="1325391"/>
                  </a:lnTo>
                  <a:lnTo>
                    <a:pt x="1157326" y="1326034"/>
                  </a:lnTo>
                  <a:lnTo>
                    <a:pt x="1156255" y="1326676"/>
                  </a:lnTo>
                  <a:lnTo>
                    <a:pt x="1155183" y="1327317"/>
                  </a:lnTo>
                  <a:lnTo>
                    <a:pt x="1154111" y="1327957"/>
                  </a:lnTo>
                  <a:lnTo>
                    <a:pt x="1153040" y="1328596"/>
                  </a:lnTo>
                  <a:lnTo>
                    <a:pt x="1151968" y="1329234"/>
                  </a:lnTo>
                  <a:lnTo>
                    <a:pt x="1150897" y="1329870"/>
                  </a:lnTo>
                  <a:lnTo>
                    <a:pt x="1149825" y="1330506"/>
                  </a:lnTo>
                  <a:lnTo>
                    <a:pt x="1148753" y="1331141"/>
                  </a:lnTo>
                  <a:lnTo>
                    <a:pt x="1147682" y="1331774"/>
                  </a:lnTo>
                  <a:lnTo>
                    <a:pt x="1146610" y="1332407"/>
                  </a:lnTo>
                  <a:lnTo>
                    <a:pt x="1145539" y="1333038"/>
                  </a:lnTo>
                  <a:lnTo>
                    <a:pt x="1144467" y="1333668"/>
                  </a:lnTo>
                  <a:lnTo>
                    <a:pt x="1143395" y="1334298"/>
                  </a:lnTo>
                  <a:lnTo>
                    <a:pt x="1142324" y="1334926"/>
                  </a:lnTo>
                  <a:lnTo>
                    <a:pt x="1141252" y="1335553"/>
                  </a:lnTo>
                  <a:lnTo>
                    <a:pt x="1140181" y="1336179"/>
                  </a:lnTo>
                  <a:lnTo>
                    <a:pt x="1139109" y="1336804"/>
                  </a:lnTo>
                  <a:lnTo>
                    <a:pt x="1138037" y="1337428"/>
                  </a:lnTo>
                  <a:lnTo>
                    <a:pt x="1136966" y="1338051"/>
                  </a:lnTo>
                  <a:lnTo>
                    <a:pt x="1135894" y="1338673"/>
                  </a:lnTo>
                  <a:lnTo>
                    <a:pt x="1134823" y="1339294"/>
                  </a:lnTo>
                  <a:lnTo>
                    <a:pt x="1133751" y="1339914"/>
                  </a:lnTo>
                  <a:lnTo>
                    <a:pt x="1132679" y="1340533"/>
                  </a:lnTo>
                  <a:lnTo>
                    <a:pt x="1131608" y="1341151"/>
                  </a:lnTo>
                  <a:lnTo>
                    <a:pt x="1130536" y="1341768"/>
                  </a:lnTo>
                  <a:lnTo>
                    <a:pt x="1129465" y="1342384"/>
                  </a:lnTo>
                  <a:lnTo>
                    <a:pt x="1128393" y="1342999"/>
                  </a:lnTo>
                  <a:lnTo>
                    <a:pt x="1127321" y="1343613"/>
                  </a:lnTo>
                  <a:lnTo>
                    <a:pt x="1126250" y="1344226"/>
                  </a:lnTo>
                  <a:lnTo>
                    <a:pt x="1125178" y="1344837"/>
                  </a:lnTo>
                  <a:lnTo>
                    <a:pt x="1124107" y="1345448"/>
                  </a:lnTo>
                  <a:lnTo>
                    <a:pt x="1123035" y="1346058"/>
                  </a:lnTo>
                  <a:lnTo>
                    <a:pt x="1121963" y="1346667"/>
                  </a:lnTo>
                  <a:lnTo>
                    <a:pt x="1120892" y="1347275"/>
                  </a:lnTo>
                  <a:lnTo>
                    <a:pt x="1119820" y="1347882"/>
                  </a:lnTo>
                  <a:lnTo>
                    <a:pt x="1118749" y="1348488"/>
                  </a:lnTo>
                  <a:lnTo>
                    <a:pt x="1117677" y="1349093"/>
                  </a:lnTo>
                  <a:lnTo>
                    <a:pt x="1116605" y="1349697"/>
                  </a:lnTo>
                  <a:lnTo>
                    <a:pt x="1115534" y="1350301"/>
                  </a:lnTo>
                  <a:lnTo>
                    <a:pt x="1114462" y="1350903"/>
                  </a:lnTo>
                  <a:lnTo>
                    <a:pt x="1113391" y="1351504"/>
                  </a:lnTo>
                  <a:lnTo>
                    <a:pt x="1112319" y="1352104"/>
                  </a:lnTo>
                  <a:lnTo>
                    <a:pt x="1111247" y="1352704"/>
                  </a:lnTo>
                  <a:lnTo>
                    <a:pt x="1110176" y="1353302"/>
                  </a:lnTo>
                  <a:lnTo>
                    <a:pt x="1109104" y="1353899"/>
                  </a:lnTo>
                  <a:lnTo>
                    <a:pt x="1108033" y="1354496"/>
                  </a:lnTo>
                  <a:lnTo>
                    <a:pt x="1106961" y="1355091"/>
                  </a:lnTo>
                  <a:lnTo>
                    <a:pt x="1105889" y="1355686"/>
                  </a:lnTo>
                  <a:lnTo>
                    <a:pt x="1104818" y="1356280"/>
                  </a:lnTo>
                  <a:lnTo>
                    <a:pt x="1103746" y="1356873"/>
                  </a:lnTo>
                  <a:lnTo>
                    <a:pt x="1102675" y="1357465"/>
                  </a:lnTo>
                  <a:lnTo>
                    <a:pt x="1101603" y="1358056"/>
                  </a:lnTo>
                  <a:lnTo>
                    <a:pt x="1100531" y="1358646"/>
                  </a:lnTo>
                  <a:lnTo>
                    <a:pt x="1099460" y="1359235"/>
                  </a:lnTo>
                  <a:lnTo>
                    <a:pt x="1098388" y="1359823"/>
                  </a:lnTo>
                  <a:lnTo>
                    <a:pt x="1097317" y="1360411"/>
                  </a:lnTo>
                  <a:lnTo>
                    <a:pt x="1096245" y="1360997"/>
                  </a:lnTo>
                  <a:lnTo>
                    <a:pt x="1095173" y="1361583"/>
                  </a:lnTo>
                  <a:lnTo>
                    <a:pt x="1094102" y="1362167"/>
                  </a:lnTo>
                  <a:lnTo>
                    <a:pt x="1093030" y="1362751"/>
                  </a:lnTo>
                  <a:lnTo>
                    <a:pt x="1091959" y="1363334"/>
                  </a:lnTo>
                  <a:lnTo>
                    <a:pt x="1090887" y="1363916"/>
                  </a:lnTo>
                  <a:lnTo>
                    <a:pt x="1089815" y="1364497"/>
                  </a:lnTo>
                  <a:lnTo>
                    <a:pt x="1088744" y="1365078"/>
                  </a:lnTo>
                  <a:lnTo>
                    <a:pt x="1087672" y="1365657"/>
                  </a:lnTo>
                  <a:lnTo>
                    <a:pt x="1086601" y="1366236"/>
                  </a:lnTo>
                  <a:lnTo>
                    <a:pt x="1085529" y="1366814"/>
                  </a:lnTo>
                  <a:lnTo>
                    <a:pt x="1084457" y="1367391"/>
                  </a:lnTo>
                  <a:lnTo>
                    <a:pt x="1083386" y="1367967"/>
                  </a:lnTo>
                  <a:lnTo>
                    <a:pt x="1082314" y="1368542"/>
                  </a:lnTo>
                  <a:lnTo>
                    <a:pt x="1081243" y="1369116"/>
                  </a:lnTo>
                  <a:lnTo>
                    <a:pt x="1080171" y="1369690"/>
                  </a:lnTo>
                  <a:lnTo>
                    <a:pt x="1079099" y="1370262"/>
                  </a:lnTo>
                  <a:lnTo>
                    <a:pt x="1078028" y="1370834"/>
                  </a:lnTo>
                  <a:lnTo>
                    <a:pt x="1076956" y="1371405"/>
                  </a:lnTo>
                  <a:lnTo>
                    <a:pt x="1075885" y="1371975"/>
                  </a:lnTo>
                  <a:lnTo>
                    <a:pt x="1074813" y="1372545"/>
                  </a:lnTo>
                  <a:lnTo>
                    <a:pt x="1073741" y="1373113"/>
                  </a:lnTo>
                  <a:lnTo>
                    <a:pt x="1072670" y="1373681"/>
                  </a:lnTo>
                  <a:lnTo>
                    <a:pt x="1071598" y="1374248"/>
                  </a:lnTo>
                  <a:lnTo>
                    <a:pt x="1070527" y="1374814"/>
                  </a:lnTo>
                  <a:lnTo>
                    <a:pt x="1069455" y="1375380"/>
                  </a:lnTo>
                  <a:lnTo>
                    <a:pt x="1068383" y="1375944"/>
                  </a:lnTo>
                  <a:lnTo>
                    <a:pt x="1067312" y="1376508"/>
                  </a:lnTo>
                  <a:lnTo>
                    <a:pt x="1066240" y="1377071"/>
                  </a:lnTo>
                  <a:lnTo>
                    <a:pt x="1065169" y="1377633"/>
                  </a:lnTo>
                  <a:lnTo>
                    <a:pt x="1064097" y="1378194"/>
                  </a:lnTo>
                  <a:lnTo>
                    <a:pt x="1063026" y="1378755"/>
                  </a:lnTo>
                  <a:lnTo>
                    <a:pt x="1061954" y="1379315"/>
                  </a:lnTo>
                  <a:lnTo>
                    <a:pt x="1060882" y="1379874"/>
                  </a:lnTo>
                  <a:lnTo>
                    <a:pt x="1059811" y="1380432"/>
                  </a:lnTo>
                  <a:lnTo>
                    <a:pt x="1058739" y="1380989"/>
                  </a:lnTo>
                  <a:lnTo>
                    <a:pt x="1057668" y="1381546"/>
                  </a:lnTo>
                  <a:lnTo>
                    <a:pt x="1056596" y="1382102"/>
                  </a:lnTo>
                  <a:lnTo>
                    <a:pt x="1055524" y="1382657"/>
                  </a:lnTo>
                  <a:lnTo>
                    <a:pt x="1054453" y="1383212"/>
                  </a:lnTo>
                  <a:lnTo>
                    <a:pt x="1053381" y="1383765"/>
                  </a:lnTo>
                  <a:lnTo>
                    <a:pt x="1052310" y="1384318"/>
                  </a:lnTo>
                  <a:lnTo>
                    <a:pt x="1051238" y="1384870"/>
                  </a:lnTo>
                  <a:lnTo>
                    <a:pt x="1050166" y="1385422"/>
                  </a:lnTo>
                  <a:lnTo>
                    <a:pt x="1049095" y="1385972"/>
                  </a:lnTo>
                  <a:lnTo>
                    <a:pt x="1048023" y="1386522"/>
                  </a:lnTo>
                  <a:lnTo>
                    <a:pt x="1046952" y="1387072"/>
                  </a:lnTo>
                  <a:lnTo>
                    <a:pt x="1045880" y="1387620"/>
                  </a:lnTo>
                  <a:lnTo>
                    <a:pt x="1044808" y="1388168"/>
                  </a:lnTo>
                  <a:lnTo>
                    <a:pt x="1043737" y="1388715"/>
                  </a:lnTo>
                  <a:lnTo>
                    <a:pt x="1042665" y="1389261"/>
                  </a:lnTo>
                  <a:lnTo>
                    <a:pt x="1041594" y="1389807"/>
                  </a:lnTo>
                  <a:lnTo>
                    <a:pt x="1040522" y="1390352"/>
                  </a:lnTo>
                  <a:lnTo>
                    <a:pt x="1039450" y="1390896"/>
                  </a:lnTo>
                  <a:lnTo>
                    <a:pt x="1038379" y="1391440"/>
                  </a:lnTo>
                  <a:lnTo>
                    <a:pt x="1037307" y="1391982"/>
                  </a:lnTo>
                  <a:lnTo>
                    <a:pt x="1036236" y="1392524"/>
                  </a:lnTo>
                  <a:lnTo>
                    <a:pt x="1035164" y="1393066"/>
                  </a:lnTo>
                  <a:lnTo>
                    <a:pt x="1034092" y="1393607"/>
                  </a:lnTo>
                  <a:lnTo>
                    <a:pt x="1033021" y="1394147"/>
                  </a:lnTo>
                  <a:lnTo>
                    <a:pt x="1031949" y="1394686"/>
                  </a:lnTo>
                  <a:lnTo>
                    <a:pt x="1030878" y="1395225"/>
                  </a:lnTo>
                  <a:lnTo>
                    <a:pt x="1029806" y="1395763"/>
                  </a:lnTo>
                  <a:lnTo>
                    <a:pt x="1028734" y="1396300"/>
                  </a:lnTo>
                  <a:lnTo>
                    <a:pt x="1027663" y="1396836"/>
                  </a:lnTo>
                  <a:lnTo>
                    <a:pt x="1026591" y="1397372"/>
                  </a:lnTo>
                  <a:lnTo>
                    <a:pt x="1025520" y="1397908"/>
                  </a:lnTo>
                  <a:lnTo>
                    <a:pt x="1024448" y="1398442"/>
                  </a:lnTo>
                  <a:lnTo>
                    <a:pt x="1023376" y="1398976"/>
                  </a:lnTo>
                  <a:lnTo>
                    <a:pt x="1022305" y="1399510"/>
                  </a:lnTo>
                  <a:lnTo>
                    <a:pt x="1021233" y="1400042"/>
                  </a:lnTo>
                  <a:lnTo>
                    <a:pt x="1020162" y="1400574"/>
                  </a:lnTo>
                  <a:lnTo>
                    <a:pt x="1019090" y="1401106"/>
                  </a:lnTo>
                  <a:lnTo>
                    <a:pt x="1018018" y="1401637"/>
                  </a:lnTo>
                  <a:lnTo>
                    <a:pt x="1016947" y="1402167"/>
                  </a:lnTo>
                  <a:lnTo>
                    <a:pt x="1015875" y="1402696"/>
                  </a:lnTo>
                  <a:lnTo>
                    <a:pt x="1014804" y="1403225"/>
                  </a:lnTo>
                  <a:lnTo>
                    <a:pt x="1013732" y="1403753"/>
                  </a:lnTo>
                  <a:lnTo>
                    <a:pt x="1012660" y="1404281"/>
                  </a:lnTo>
                  <a:lnTo>
                    <a:pt x="1011589" y="1404808"/>
                  </a:lnTo>
                  <a:lnTo>
                    <a:pt x="1010517" y="1405334"/>
                  </a:lnTo>
                  <a:lnTo>
                    <a:pt x="1009446" y="1405860"/>
                  </a:lnTo>
                  <a:lnTo>
                    <a:pt x="1008374" y="1406385"/>
                  </a:lnTo>
                  <a:lnTo>
                    <a:pt x="1007302" y="1406910"/>
                  </a:lnTo>
                  <a:lnTo>
                    <a:pt x="1006231" y="1407433"/>
                  </a:lnTo>
                  <a:lnTo>
                    <a:pt x="1005159" y="1407957"/>
                  </a:lnTo>
                  <a:lnTo>
                    <a:pt x="1004088" y="1408479"/>
                  </a:lnTo>
                  <a:lnTo>
                    <a:pt x="1003016" y="1409002"/>
                  </a:lnTo>
                  <a:lnTo>
                    <a:pt x="1001944" y="1409523"/>
                  </a:lnTo>
                  <a:lnTo>
                    <a:pt x="1000873" y="1410044"/>
                  </a:lnTo>
                  <a:lnTo>
                    <a:pt x="999801" y="1410564"/>
                  </a:lnTo>
                  <a:lnTo>
                    <a:pt x="998730" y="1411084"/>
                  </a:lnTo>
                  <a:lnTo>
                    <a:pt x="997658" y="1411603"/>
                  </a:lnTo>
                  <a:lnTo>
                    <a:pt x="996586" y="1412122"/>
                  </a:lnTo>
                  <a:lnTo>
                    <a:pt x="995515" y="1412640"/>
                  </a:lnTo>
                  <a:lnTo>
                    <a:pt x="994443" y="1413157"/>
                  </a:lnTo>
                  <a:lnTo>
                    <a:pt x="993372" y="1413674"/>
                  </a:lnTo>
                  <a:lnTo>
                    <a:pt x="992300" y="1414191"/>
                  </a:lnTo>
                  <a:lnTo>
                    <a:pt x="991228" y="1414707"/>
                  </a:lnTo>
                  <a:lnTo>
                    <a:pt x="990157" y="1415222"/>
                  </a:lnTo>
                  <a:lnTo>
                    <a:pt x="989085" y="1415736"/>
                  </a:lnTo>
                  <a:lnTo>
                    <a:pt x="988014" y="1416251"/>
                  </a:lnTo>
                  <a:lnTo>
                    <a:pt x="986942" y="1416764"/>
                  </a:lnTo>
                  <a:lnTo>
                    <a:pt x="985870" y="1417277"/>
                  </a:lnTo>
                  <a:lnTo>
                    <a:pt x="984799" y="1417790"/>
                  </a:lnTo>
                  <a:lnTo>
                    <a:pt x="983727" y="1418302"/>
                  </a:lnTo>
                  <a:lnTo>
                    <a:pt x="982656" y="1418813"/>
                  </a:lnTo>
                  <a:lnTo>
                    <a:pt x="981584" y="1419324"/>
                  </a:lnTo>
                  <a:lnTo>
                    <a:pt x="980512" y="1419834"/>
                  </a:lnTo>
                  <a:lnTo>
                    <a:pt x="979441" y="1420344"/>
                  </a:lnTo>
                  <a:lnTo>
                    <a:pt x="978369" y="1420853"/>
                  </a:lnTo>
                  <a:lnTo>
                    <a:pt x="977298" y="1421362"/>
                  </a:lnTo>
                  <a:lnTo>
                    <a:pt x="976226" y="1421870"/>
                  </a:lnTo>
                  <a:lnTo>
                    <a:pt x="975154" y="1422378"/>
                  </a:lnTo>
                  <a:lnTo>
                    <a:pt x="974083" y="1422885"/>
                  </a:lnTo>
                  <a:lnTo>
                    <a:pt x="973011" y="1423392"/>
                  </a:lnTo>
                  <a:lnTo>
                    <a:pt x="971940" y="1423898"/>
                  </a:lnTo>
                  <a:lnTo>
                    <a:pt x="970868" y="1424404"/>
                  </a:lnTo>
                  <a:lnTo>
                    <a:pt x="969796" y="1424909"/>
                  </a:lnTo>
                  <a:lnTo>
                    <a:pt x="968725" y="1425414"/>
                  </a:lnTo>
                  <a:lnTo>
                    <a:pt x="967653" y="1425918"/>
                  </a:lnTo>
                  <a:lnTo>
                    <a:pt x="966582" y="1426422"/>
                  </a:lnTo>
                  <a:lnTo>
                    <a:pt x="965510" y="1426925"/>
                  </a:lnTo>
                  <a:lnTo>
                    <a:pt x="964438" y="1427428"/>
                  </a:lnTo>
                  <a:lnTo>
                    <a:pt x="963367" y="1427931"/>
                  </a:lnTo>
                  <a:lnTo>
                    <a:pt x="962295" y="1428432"/>
                  </a:lnTo>
                  <a:lnTo>
                    <a:pt x="961224" y="1428934"/>
                  </a:lnTo>
                  <a:lnTo>
                    <a:pt x="960152" y="1429435"/>
                  </a:lnTo>
                  <a:lnTo>
                    <a:pt x="959080" y="1429935"/>
                  </a:lnTo>
                  <a:lnTo>
                    <a:pt x="958009" y="1430435"/>
                  </a:lnTo>
                  <a:lnTo>
                    <a:pt x="956937" y="1430935"/>
                  </a:lnTo>
                  <a:lnTo>
                    <a:pt x="955866" y="1431434"/>
                  </a:lnTo>
                  <a:lnTo>
                    <a:pt x="954794" y="1431932"/>
                  </a:lnTo>
                  <a:lnTo>
                    <a:pt x="953722" y="1432430"/>
                  </a:lnTo>
                  <a:lnTo>
                    <a:pt x="952651" y="1432928"/>
                  </a:lnTo>
                  <a:lnTo>
                    <a:pt x="951579" y="1433425"/>
                  </a:lnTo>
                  <a:lnTo>
                    <a:pt x="950508" y="1433922"/>
                  </a:lnTo>
                  <a:lnTo>
                    <a:pt x="949436" y="1434419"/>
                  </a:lnTo>
                  <a:lnTo>
                    <a:pt x="948364" y="1434915"/>
                  </a:lnTo>
                  <a:lnTo>
                    <a:pt x="947293" y="1435410"/>
                  </a:lnTo>
                  <a:lnTo>
                    <a:pt x="946221" y="1435905"/>
                  </a:lnTo>
                  <a:lnTo>
                    <a:pt x="945150" y="1436400"/>
                  </a:lnTo>
                  <a:lnTo>
                    <a:pt x="944078" y="1436894"/>
                  </a:lnTo>
                  <a:lnTo>
                    <a:pt x="943006" y="1437388"/>
                  </a:lnTo>
                  <a:lnTo>
                    <a:pt x="941935" y="1437881"/>
                  </a:lnTo>
                  <a:lnTo>
                    <a:pt x="940863" y="1438374"/>
                  </a:lnTo>
                  <a:lnTo>
                    <a:pt x="939792" y="1438867"/>
                  </a:lnTo>
                  <a:lnTo>
                    <a:pt x="938720" y="1439359"/>
                  </a:lnTo>
                  <a:lnTo>
                    <a:pt x="937648" y="1439851"/>
                  </a:lnTo>
                  <a:lnTo>
                    <a:pt x="936577" y="1440342"/>
                  </a:lnTo>
                  <a:lnTo>
                    <a:pt x="935505" y="1440833"/>
                  </a:lnTo>
                  <a:lnTo>
                    <a:pt x="934434" y="1441323"/>
                  </a:lnTo>
                  <a:lnTo>
                    <a:pt x="933362" y="1441813"/>
                  </a:lnTo>
                  <a:lnTo>
                    <a:pt x="932290" y="1442303"/>
                  </a:lnTo>
                  <a:lnTo>
                    <a:pt x="931219" y="1442793"/>
                  </a:lnTo>
                  <a:lnTo>
                    <a:pt x="930147" y="1443282"/>
                  </a:lnTo>
                  <a:lnTo>
                    <a:pt x="929076" y="1443770"/>
                  </a:lnTo>
                  <a:lnTo>
                    <a:pt x="928004" y="1444258"/>
                  </a:lnTo>
                  <a:lnTo>
                    <a:pt x="926932" y="1444746"/>
                  </a:lnTo>
                  <a:lnTo>
                    <a:pt x="925861" y="1445234"/>
                  </a:lnTo>
                  <a:lnTo>
                    <a:pt x="924789" y="1445721"/>
                  </a:lnTo>
                  <a:lnTo>
                    <a:pt x="923718" y="1446207"/>
                  </a:lnTo>
                  <a:lnTo>
                    <a:pt x="922646" y="1446694"/>
                  </a:lnTo>
                  <a:lnTo>
                    <a:pt x="921574" y="1447180"/>
                  </a:lnTo>
                  <a:lnTo>
                    <a:pt x="920503" y="1447665"/>
                  </a:lnTo>
                  <a:lnTo>
                    <a:pt x="919431" y="1448150"/>
                  </a:lnTo>
                  <a:lnTo>
                    <a:pt x="918360" y="1448635"/>
                  </a:lnTo>
                  <a:lnTo>
                    <a:pt x="917288" y="1449120"/>
                  </a:lnTo>
                  <a:lnTo>
                    <a:pt x="916216" y="1449604"/>
                  </a:lnTo>
                  <a:lnTo>
                    <a:pt x="915145" y="1450088"/>
                  </a:lnTo>
                  <a:lnTo>
                    <a:pt x="914073" y="1450571"/>
                  </a:lnTo>
                  <a:lnTo>
                    <a:pt x="913002" y="1451054"/>
                  </a:lnTo>
                  <a:lnTo>
                    <a:pt x="911930" y="1451537"/>
                  </a:lnTo>
                  <a:lnTo>
                    <a:pt x="910858" y="1452020"/>
                  </a:lnTo>
                  <a:lnTo>
                    <a:pt x="909787" y="1452502"/>
                  </a:lnTo>
                  <a:lnTo>
                    <a:pt x="908715" y="1452984"/>
                  </a:lnTo>
                  <a:lnTo>
                    <a:pt x="907644" y="1453465"/>
                  </a:lnTo>
                  <a:lnTo>
                    <a:pt x="906572" y="1453946"/>
                  </a:lnTo>
                  <a:lnTo>
                    <a:pt x="905500" y="1454427"/>
                  </a:lnTo>
                  <a:lnTo>
                    <a:pt x="904429" y="1454908"/>
                  </a:lnTo>
                  <a:lnTo>
                    <a:pt x="903357" y="1455388"/>
                  </a:lnTo>
                  <a:lnTo>
                    <a:pt x="902286" y="1455868"/>
                  </a:lnTo>
                  <a:lnTo>
                    <a:pt x="901214" y="1456347"/>
                  </a:lnTo>
                  <a:lnTo>
                    <a:pt x="900142" y="1456826"/>
                  </a:lnTo>
                  <a:lnTo>
                    <a:pt x="899071" y="1457305"/>
                  </a:lnTo>
                  <a:lnTo>
                    <a:pt x="897999" y="1457784"/>
                  </a:lnTo>
                  <a:lnTo>
                    <a:pt x="896928" y="1458262"/>
                  </a:lnTo>
                  <a:lnTo>
                    <a:pt x="895856" y="1458740"/>
                  </a:lnTo>
                  <a:lnTo>
                    <a:pt x="894784" y="1459218"/>
                  </a:lnTo>
                  <a:lnTo>
                    <a:pt x="893713" y="1459695"/>
                  </a:lnTo>
                  <a:lnTo>
                    <a:pt x="892641" y="1460172"/>
                  </a:lnTo>
                  <a:lnTo>
                    <a:pt x="891570" y="1460649"/>
                  </a:lnTo>
                  <a:lnTo>
                    <a:pt x="890498" y="1461126"/>
                  </a:lnTo>
                  <a:lnTo>
                    <a:pt x="889426" y="1461602"/>
                  </a:lnTo>
                  <a:lnTo>
                    <a:pt x="888355" y="1462078"/>
                  </a:lnTo>
                  <a:lnTo>
                    <a:pt x="887283" y="1462554"/>
                  </a:lnTo>
                  <a:lnTo>
                    <a:pt x="886212" y="1463029"/>
                  </a:lnTo>
                  <a:lnTo>
                    <a:pt x="885140" y="1463504"/>
                  </a:lnTo>
                  <a:lnTo>
                    <a:pt x="884069" y="1463979"/>
                  </a:lnTo>
                  <a:lnTo>
                    <a:pt x="882997" y="1464454"/>
                  </a:lnTo>
                  <a:lnTo>
                    <a:pt x="881925" y="1464928"/>
                  </a:lnTo>
                  <a:lnTo>
                    <a:pt x="880854" y="1465402"/>
                  </a:lnTo>
                  <a:lnTo>
                    <a:pt x="879782" y="1465876"/>
                  </a:lnTo>
                  <a:lnTo>
                    <a:pt x="878711" y="1466349"/>
                  </a:lnTo>
                  <a:lnTo>
                    <a:pt x="877639" y="1466823"/>
                  </a:lnTo>
                  <a:lnTo>
                    <a:pt x="876567" y="1467296"/>
                  </a:lnTo>
                  <a:lnTo>
                    <a:pt x="875496" y="1467768"/>
                  </a:lnTo>
                  <a:lnTo>
                    <a:pt x="874424" y="1468241"/>
                  </a:lnTo>
                  <a:lnTo>
                    <a:pt x="873353" y="1468713"/>
                  </a:lnTo>
                  <a:lnTo>
                    <a:pt x="872281" y="1469185"/>
                  </a:lnTo>
                  <a:lnTo>
                    <a:pt x="871209" y="1469657"/>
                  </a:lnTo>
                  <a:lnTo>
                    <a:pt x="870138" y="1470128"/>
                  </a:lnTo>
                  <a:lnTo>
                    <a:pt x="869066" y="1470600"/>
                  </a:lnTo>
                  <a:lnTo>
                    <a:pt x="867995" y="1471071"/>
                  </a:lnTo>
                  <a:lnTo>
                    <a:pt x="866923" y="1471541"/>
                  </a:lnTo>
                  <a:lnTo>
                    <a:pt x="865851" y="1472012"/>
                  </a:lnTo>
                  <a:lnTo>
                    <a:pt x="864780" y="1472482"/>
                  </a:lnTo>
                  <a:lnTo>
                    <a:pt x="863708" y="1472952"/>
                  </a:lnTo>
                  <a:lnTo>
                    <a:pt x="862637" y="1473422"/>
                  </a:lnTo>
                  <a:lnTo>
                    <a:pt x="861565" y="1473892"/>
                  </a:lnTo>
                  <a:lnTo>
                    <a:pt x="860493" y="1474361"/>
                  </a:lnTo>
                  <a:lnTo>
                    <a:pt x="859422" y="1474831"/>
                  </a:lnTo>
                  <a:lnTo>
                    <a:pt x="858350" y="1475300"/>
                  </a:lnTo>
                  <a:lnTo>
                    <a:pt x="857279" y="1475768"/>
                  </a:lnTo>
                  <a:lnTo>
                    <a:pt x="856207" y="1476237"/>
                  </a:lnTo>
                  <a:lnTo>
                    <a:pt x="855135" y="1476705"/>
                  </a:lnTo>
                  <a:lnTo>
                    <a:pt x="854064" y="1477173"/>
                  </a:lnTo>
                  <a:lnTo>
                    <a:pt x="852992" y="1477641"/>
                  </a:lnTo>
                  <a:lnTo>
                    <a:pt x="851921" y="1478109"/>
                  </a:lnTo>
                  <a:lnTo>
                    <a:pt x="850849" y="1478576"/>
                  </a:lnTo>
                  <a:lnTo>
                    <a:pt x="849777" y="1479044"/>
                  </a:lnTo>
                  <a:lnTo>
                    <a:pt x="848706" y="1479511"/>
                  </a:lnTo>
                  <a:lnTo>
                    <a:pt x="847634" y="1479978"/>
                  </a:lnTo>
                  <a:lnTo>
                    <a:pt x="846563" y="1480444"/>
                  </a:lnTo>
                  <a:lnTo>
                    <a:pt x="845491" y="1480911"/>
                  </a:lnTo>
                  <a:lnTo>
                    <a:pt x="844419" y="1481377"/>
                  </a:lnTo>
                  <a:lnTo>
                    <a:pt x="843348" y="1481843"/>
                  </a:lnTo>
                  <a:lnTo>
                    <a:pt x="842276" y="1482309"/>
                  </a:lnTo>
                  <a:lnTo>
                    <a:pt x="841205" y="1482775"/>
                  </a:lnTo>
                  <a:lnTo>
                    <a:pt x="840133" y="1483241"/>
                  </a:lnTo>
                  <a:lnTo>
                    <a:pt x="839061" y="1483706"/>
                  </a:lnTo>
                  <a:lnTo>
                    <a:pt x="837990" y="1484171"/>
                  </a:lnTo>
                  <a:lnTo>
                    <a:pt x="836918" y="1484636"/>
                  </a:lnTo>
                  <a:lnTo>
                    <a:pt x="835847" y="1485101"/>
                  </a:lnTo>
                  <a:lnTo>
                    <a:pt x="834775" y="1485566"/>
                  </a:lnTo>
                  <a:lnTo>
                    <a:pt x="833703" y="1486030"/>
                  </a:lnTo>
                  <a:lnTo>
                    <a:pt x="832632" y="1486494"/>
                  </a:lnTo>
                  <a:lnTo>
                    <a:pt x="831560" y="1486959"/>
                  </a:lnTo>
                  <a:lnTo>
                    <a:pt x="830489" y="1487423"/>
                  </a:lnTo>
                  <a:lnTo>
                    <a:pt x="829417" y="1487886"/>
                  </a:lnTo>
                  <a:lnTo>
                    <a:pt x="828345" y="1488350"/>
                  </a:lnTo>
                  <a:lnTo>
                    <a:pt x="827274" y="1488813"/>
                  </a:lnTo>
                  <a:lnTo>
                    <a:pt x="826202" y="1489277"/>
                  </a:lnTo>
                  <a:lnTo>
                    <a:pt x="825131" y="1489740"/>
                  </a:lnTo>
                  <a:lnTo>
                    <a:pt x="824059" y="1490203"/>
                  </a:lnTo>
                  <a:lnTo>
                    <a:pt x="822987" y="1490666"/>
                  </a:lnTo>
                  <a:lnTo>
                    <a:pt x="821916" y="1491128"/>
                  </a:lnTo>
                  <a:lnTo>
                    <a:pt x="820844" y="1491591"/>
                  </a:lnTo>
                  <a:lnTo>
                    <a:pt x="819773" y="1492053"/>
                  </a:lnTo>
                  <a:lnTo>
                    <a:pt x="818701" y="1492516"/>
                  </a:lnTo>
                  <a:lnTo>
                    <a:pt x="817629" y="1492978"/>
                  </a:lnTo>
                  <a:lnTo>
                    <a:pt x="816558" y="1493440"/>
                  </a:lnTo>
                  <a:lnTo>
                    <a:pt x="815486" y="1493901"/>
                  </a:lnTo>
                  <a:lnTo>
                    <a:pt x="814415" y="1494363"/>
                  </a:lnTo>
                  <a:lnTo>
                    <a:pt x="813343" y="1494824"/>
                  </a:lnTo>
                  <a:lnTo>
                    <a:pt x="812271" y="1495286"/>
                  </a:lnTo>
                  <a:lnTo>
                    <a:pt x="811200" y="1495747"/>
                  </a:lnTo>
                  <a:lnTo>
                    <a:pt x="810128" y="1496208"/>
                  </a:lnTo>
                  <a:lnTo>
                    <a:pt x="809057" y="1496669"/>
                  </a:lnTo>
                  <a:lnTo>
                    <a:pt x="807985" y="1497130"/>
                  </a:lnTo>
                  <a:lnTo>
                    <a:pt x="806913" y="1497590"/>
                  </a:lnTo>
                  <a:lnTo>
                    <a:pt x="805842" y="1498051"/>
                  </a:lnTo>
                  <a:lnTo>
                    <a:pt x="804770" y="1498511"/>
                  </a:lnTo>
                  <a:lnTo>
                    <a:pt x="803699" y="1498972"/>
                  </a:lnTo>
                  <a:lnTo>
                    <a:pt x="802627" y="1499432"/>
                  </a:lnTo>
                  <a:lnTo>
                    <a:pt x="801555" y="1499892"/>
                  </a:lnTo>
                  <a:lnTo>
                    <a:pt x="800484" y="1500352"/>
                  </a:lnTo>
                  <a:lnTo>
                    <a:pt x="799412" y="1500811"/>
                  </a:lnTo>
                  <a:lnTo>
                    <a:pt x="798341" y="1501271"/>
                  </a:lnTo>
                  <a:lnTo>
                    <a:pt x="797269" y="1501730"/>
                  </a:lnTo>
                  <a:lnTo>
                    <a:pt x="796197" y="1502190"/>
                  </a:lnTo>
                  <a:lnTo>
                    <a:pt x="795126" y="1502649"/>
                  </a:lnTo>
                  <a:lnTo>
                    <a:pt x="794054" y="1503108"/>
                  </a:lnTo>
                  <a:lnTo>
                    <a:pt x="792983" y="1503567"/>
                  </a:lnTo>
                  <a:lnTo>
                    <a:pt x="791911" y="1504026"/>
                  </a:lnTo>
                  <a:lnTo>
                    <a:pt x="790839" y="1504485"/>
                  </a:lnTo>
                  <a:lnTo>
                    <a:pt x="789768" y="1504943"/>
                  </a:lnTo>
                  <a:lnTo>
                    <a:pt x="788696" y="1505402"/>
                  </a:lnTo>
                  <a:lnTo>
                    <a:pt x="787625" y="1505860"/>
                  </a:lnTo>
                  <a:lnTo>
                    <a:pt x="786553" y="1506319"/>
                  </a:lnTo>
                  <a:lnTo>
                    <a:pt x="785481" y="1506777"/>
                  </a:lnTo>
                  <a:lnTo>
                    <a:pt x="784410" y="1507235"/>
                  </a:lnTo>
                  <a:lnTo>
                    <a:pt x="783338" y="1507693"/>
                  </a:lnTo>
                  <a:lnTo>
                    <a:pt x="782267" y="1508151"/>
                  </a:lnTo>
                  <a:lnTo>
                    <a:pt x="781195" y="1508609"/>
                  </a:lnTo>
                  <a:lnTo>
                    <a:pt x="780123" y="1509066"/>
                  </a:lnTo>
                  <a:lnTo>
                    <a:pt x="779052" y="1509524"/>
                  </a:lnTo>
                  <a:lnTo>
                    <a:pt x="777980" y="1509981"/>
                  </a:lnTo>
                  <a:lnTo>
                    <a:pt x="776909" y="1510439"/>
                  </a:lnTo>
                  <a:lnTo>
                    <a:pt x="775837" y="1510896"/>
                  </a:lnTo>
                  <a:lnTo>
                    <a:pt x="774765" y="1511353"/>
                  </a:lnTo>
                  <a:lnTo>
                    <a:pt x="773694" y="1511810"/>
                  </a:lnTo>
                  <a:lnTo>
                    <a:pt x="772622" y="1512267"/>
                  </a:lnTo>
                  <a:lnTo>
                    <a:pt x="771551" y="1512724"/>
                  </a:lnTo>
                  <a:lnTo>
                    <a:pt x="770479" y="1513180"/>
                  </a:lnTo>
                  <a:lnTo>
                    <a:pt x="769407" y="1513637"/>
                  </a:lnTo>
                  <a:lnTo>
                    <a:pt x="768336" y="1514094"/>
                  </a:lnTo>
                  <a:lnTo>
                    <a:pt x="767264" y="1514550"/>
                  </a:lnTo>
                  <a:lnTo>
                    <a:pt x="766193" y="1515006"/>
                  </a:lnTo>
                  <a:lnTo>
                    <a:pt x="765121" y="1515463"/>
                  </a:lnTo>
                  <a:lnTo>
                    <a:pt x="764049" y="1515919"/>
                  </a:lnTo>
                  <a:lnTo>
                    <a:pt x="762978" y="1516375"/>
                  </a:lnTo>
                  <a:lnTo>
                    <a:pt x="761906" y="1516831"/>
                  </a:lnTo>
                  <a:lnTo>
                    <a:pt x="760835" y="1517286"/>
                  </a:lnTo>
                  <a:lnTo>
                    <a:pt x="759763" y="1517742"/>
                  </a:lnTo>
                  <a:lnTo>
                    <a:pt x="758691" y="1518198"/>
                  </a:lnTo>
                  <a:lnTo>
                    <a:pt x="757620" y="1518653"/>
                  </a:lnTo>
                  <a:lnTo>
                    <a:pt x="756548" y="1519109"/>
                  </a:lnTo>
                  <a:lnTo>
                    <a:pt x="755477" y="1519564"/>
                  </a:lnTo>
                  <a:lnTo>
                    <a:pt x="754405" y="1520020"/>
                  </a:lnTo>
                  <a:lnTo>
                    <a:pt x="753333" y="1520475"/>
                  </a:lnTo>
                  <a:lnTo>
                    <a:pt x="752262" y="1520930"/>
                  </a:lnTo>
                  <a:lnTo>
                    <a:pt x="751190" y="1521385"/>
                  </a:lnTo>
                  <a:lnTo>
                    <a:pt x="750119" y="1521840"/>
                  </a:lnTo>
                  <a:lnTo>
                    <a:pt x="749047" y="1522295"/>
                  </a:lnTo>
                  <a:lnTo>
                    <a:pt x="747975" y="1522750"/>
                  </a:lnTo>
                  <a:lnTo>
                    <a:pt x="746904" y="1523204"/>
                  </a:lnTo>
                  <a:lnTo>
                    <a:pt x="745832" y="1523659"/>
                  </a:lnTo>
                  <a:lnTo>
                    <a:pt x="744761" y="1524113"/>
                  </a:lnTo>
                  <a:lnTo>
                    <a:pt x="743689" y="1524568"/>
                  </a:lnTo>
                  <a:lnTo>
                    <a:pt x="742617" y="1525022"/>
                  </a:lnTo>
                  <a:lnTo>
                    <a:pt x="741546" y="1525476"/>
                  </a:lnTo>
                  <a:lnTo>
                    <a:pt x="740474" y="1525930"/>
                  </a:lnTo>
                  <a:lnTo>
                    <a:pt x="739403" y="1526385"/>
                  </a:lnTo>
                  <a:lnTo>
                    <a:pt x="738331" y="1526839"/>
                  </a:lnTo>
                  <a:lnTo>
                    <a:pt x="737259" y="1527292"/>
                  </a:lnTo>
                  <a:lnTo>
                    <a:pt x="736188" y="1527746"/>
                  </a:lnTo>
                  <a:lnTo>
                    <a:pt x="735116" y="1528200"/>
                  </a:lnTo>
                  <a:lnTo>
                    <a:pt x="734045" y="1528654"/>
                  </a:lnTo>
                  <a:lnTo>
                    <a:pt x="732973" y="1529107"/>
                  </a:lnTo>
                  <a:lnTo>
                    <a:pt x="731901" y="1529561"/>
                  </a:lnTo>
                  <a:lnTo>
                    <a:pt x="730830" y="1530014"/>
                  </a:lnTo>
                  <a:lnTo>
                    <a:pt x="729758" y="1530467"/>
                  </a:lnTo>
                  <a:lnTo>
                    <a:pt x="728687" y="1530920"/>
                  </a:lnTo>
                  <a:lnTo>
                    <a:pt x="727615" y="1531374"/>
                  </a:lnTo>
                  <a:lnTo>
                    <a:pt x="726543" y="1531827"/>
                  </a:lnTo>
                  <a:lnTo>
                    <a:pt x="725472" y="1532280"/>
                  </a:lnTo>
                  <a:lnTo>
                    <a:pt x="724400" y="1532732"/>
                  </a:lnTo>
                  <a:lnTo>
                    <a:pt x="723329" y="1533185"/>
                  </a:lnTo>
                  <a:lnTo>
                    <a:pt x="722257" y="1533638"/>
                  </a:lnTo>
                  <a:lnTo>
                    <a:pt x="721185" y="1534091"/>
                  </a:lnTo>
                  <a:lnTo>
                    <a:pt x="720114" y="1534543"/>
                  </a:lnTo>
                  <a:lnTo>
                    <a:pt x="719042" y="1534996"/>
                  </a:lnTo>
                  <a:lnTo>
                    <a:pt x="717971" y="1535448"/>
                  </a:lnTo>
                  <a:lnTo>
                    <a:pt x="716899" y="1535900"/>
                  </a:lnTo>
                  <a:lnTo>
                    <a:pt x="715827" y="1536352"/>
                  </a:lnTo>
                  <a:lnTo>
                    <a:pt x="714756" y="1536804"/>
                  </a:lnTo>
                  <a:lnTo>
                    <a:pt x="713684" y="1537256"/>
                  </a:lnTo>
                  <a:lnTo>
                    <a:pt x="712613" y="1537708"/>
                  </a:lnTo>
                  <a:lnTo>
                    <a:pt x="711541" y="1538160"/>
                  </a:lnTo>
                  <a:lnTo>
                    <a:pt x="710469" y="1538612"/>
                  </a:lnTo>
                  <a:lnTo>
                    <a:pt x="709398" y="1539064"/>
                  </a:lnTo>
                  <a:lnTo>
                    <a:pt x="708326" y="1539515"/>
                  </a:lnTo>
                  <a:lnTo>
                    <a:pt x="707255" y="1539967"/>
                  </a:lnTo>
                  <a:lnTo>
                    <a:pt x="706183" y="1540418"/>
                  </a:lnTo>
                  <a:lnTo>
                    <a:pt x="705112" y="1540869"/>
                  </a:lnTo>
                  <a:lnTo>
                    <a:pt x="704040" y="1541321"/>
                  </a:lnTo>
                  <a:lnTo>
                    <a:pt x="702968" y="1541772"/>
                  </a:lnTo>
                  <a:lnTo>
                    <a:pt x="701897" y="1542223"/>
                  </a:lnTo>
                  <a:lnTo>
                    <a:pt x="700825" y="1542674"/>
                  </a:lnTo>
                  <a:lnTo>
                    <a:pt x="699754" y="1543125"/>
                  </a:lnTo>
                  <a:lnTo>
                    <a:pt x="698682" y="1543575"/>
                  </a:lnTo>
                  <a:lnTo>
                    <a:pt x="697610" y="1544026"/>
                  </a:lnTo>
                  <a:lnTo>
                    <a:pt x="696539" y="1544477"/>
                  </a:lnTo>
                  <a:lnTo>
                    <a:pt x="695467" y="1544927"/>
                  </a:lnTo>
                  <a:lnTo>
                    <a:pt x="694396" y="1545378"/>
                  </a:lnTo>
                  <a:lnTo>
                    <a:pt x="693324" y="1545828"/>
                  </a:lnTo>
                  <a:lnTo>
                    <a:pt x="692252" y="1546278"/>
                  </a:lnTo>
                  <a:lnTo>
                    <a:pt x="691181" y="1546728"/>
                  </a:lnTo>
                  <a:lnTo>
                    <a:pt x="690109" y="1547178"/>
                  </a:lnTo>
                  <a:lnTo>
                    <a:pt x="689038" y="1547628"/>
                  </a:lnTo>
                  <a:lnTo>
                    <a:pt x="687966" y="1548078"/>
                  </a:lnTo>
                  <a:lnTo>
                    <a:pt x="686894" y="1548528"/>
                  </a:lnTo>
                  <a:lnTo>
                    <a:pt x="685823" y="1548977"/>
                  </a:lnTo>
                  <a:lnTo>
                    <a:pt x="684751" y="1549427"/>
                  </a:lnTo>
                  <a:lnTo>
                    <a:pt x="683680" y="1549876"/>
                  </a:lnTo>
                  <a:lnTo>
                    <a:pt x="682608" y="1550326"/>
                  </a:lnTo>
                  <a:lnTo>
                    <a:pt x="681536" y="1550775"/>
                  </a:lnTo>
                  <a:lnTo>
                    <a:pt x="680465" y="1551224"/>
                  </a:lnTo>
                  <a:lnTo>
                    <a:pt x="679393" y="1551673"/>
                  </a:lnTo>
                  <a:lnTo>
                    <a:pt x="678322" y="1552122"/>
                  </a:lnTo>
                  <a:lnTo>
                    <a:pt x="677250" y="1552571"/>
                  </a:lnTo>
                  <a:lnTo>
                    <a:pt x="676178" y="1553020"/>
                  </a:lnTo>
                  <a:lnTo>
                    <a:pt x="675107" y="1553468"/>
                  </a:lnTo>
                  <a:lnTo>
                    <a:pt x="674035" y="1553917"/>
                  </a:lnTo>
                  <a:lnTo>
                    <a:pt x="672964" y="1554365"/>
                  </a:lnTo>
                  <a:lnTo>
                    <a:pt x="671892" y="1554814"/>
                  </a:lnTo>
                  <a:lnTo>
                    <a:pt x="670820" y="1555262"/>
                  </a:lnTo>
                  <a:lnTo>
                    <a:pt x="669749" y="1555710"/>
                  </a:lnTo>
                  <a:lnTo>
                    <a:pt x="668677" y="1556158"/>
                  </a:lnTo>
                  <a:lnTo>
                    <a:pt x="667606" y="1556606"/>
                  </a:lnTo>
                  <a:lnTo>
                    <a:pt x="666534" y="1557054"/>
                  </a:lnTo>
                  <a:lnTo>
                    <a:pt x="665462" y="1557502"/>
                  </a:lnTo>
                  <a:lnTo>
                    <a:pt x="664391" y="1557949"/>
                  </a:lnTo>
                  <a:lnTo>
                    <a:pt x="663319" y="1558397"/>
                  </a:lnTo>
                  <a:lnTo>
                    <a:pt x="662248" y="1558844"/>
                  </a:lnTo>
                  <a:lnTo>
                    <a:pt x="661176" y="1559291"/>
                  </a:lnTo>
                  <a:lnTo>
                    <a:pt x="660104" y="1559738"/>
                  </a:lnTo>
                  <a:lnTo>
                    <a:pt x="659033" y="1560185"/>
                  </a:lnTo>
                  <a:lnTo>
                    <a:pt x="657961" y="1560632"/>
                  </a:lnTo>
                  <a:lnTo>
                    <a:pt x="656890" y="1561079"/>
                  </a:lnTo>
                  <a:lnTo>
                    <a:pt x="655818" y="1561526"/>
                  </a:lnTo>
                  <a:lnTo>
                    <a:pt x="654746" y="1561972"/>
                  </a:lnTo>
                  <a:lnTo>
                    <a:pt x="653675" y="1562419"/>
                  </a:lnTo>
                  <a:lnTo>
                    <a:pt x="652603" y="1562865"/>
                  </a:lnTo>
                  <a:lnTo>
                    <a:pt x="651532" y="1563311"/>
                  </a:lnTo>
                  <a:lnTo>
                    <a:pt x="650460" y="1563757"/>
                  </a:lnTo>
                  <a:lnTo>
                    <a:pt x="649388" y="1564203"/>
                  </a:lnTo>
                  <a:lnTo>
                    <a:pt x="648317" y="1564649"/>
                  </a:lnTo>
                  <a:lnTo>
                    <a:pt x="647245" y="1565095"/>
                  </a:lnTo>
                  <a:lnTo>
                    <a:pt x="646174" y="1565540"/>
                  </a:lnTo>
                  <a:lnTo>
                    <a:pt x="645102" y="1565986"/>
                  </a:lnTo>
                  <a:lnTo>
                    <a:pt x="644030" y="1566431"/>
                  </a:lnTo>
                  <a:lnTo>
                    <a:pt x="642959" y="1566876"/>
                  </a:lnTo>
                  <a:lnTo>
                    <a:pt x="641887" y="1567321"/>
                  </a:lnTo>
                  <a:lnTo>
                    <a:pt x="640816" y="1567766"/>
                  </a:lnTo>
                  <a:lnTo>
                    <a:pt x="639744" y="1568211"/>
                  </a:lnTo>
                  <a:lnTo>
                    <a:pt x="638672" y="1568656"/>
                  </a:lnTo>
                  <a:lnTo>
                    <a:pt x="637601" y="1569100"/>
                  </a:lnTo>
                  <a:lnTo>
                    <a:pt x="636529" y="1569545"/>
                  </a:lnTo>
                  <a:lnTo>
                    <a:pt x="635458" y="1569989"/>
                  </a:lnTo>
                  <a:lnTo>
                    <a:pt x="634386" y="1570433"/>
                  </a:lnTo>
                  <a:lnTo>
                    <a:pt x="633314" y="1570877"/>
                  </a:lnTo>
                  <a:lnTo>
                    <a:pt x="632243" y="1571321"/>
                  </a:lnTo>
                  <a:lnTo>
                    <a:pt x="631171" y="1571765"/>
                  </a:lnTo>
                  <a:lnTo>
                    <a:pt x="630100" y="1572208"/>
                  </a:lnTo>
                  <a:lnTo>
                    <a:pt x="629028" y="1572652"/>
                  </a:lnTo>
                  <a:lnTo>
                    <a:pt x="627956" y="1573095"/>
                  </a:lnTo>
                  <a:lnTo>
                    <a:pt x="626885" y="1573538"/>
                  </a:lnTo>
                  <a:lnTo>
                    <a:pt x="625813" y="1573981"/>
                  </a:lnTo>
                  <a:lnTo>
                    <a:pt x="624742" y="1574424"/>
                  </a:lnTo>
                  <a:lnTo>
                    <a:pt x="623670" y="1574867"/>
                  </a:lnTo>
                  <a:lnTo>
                    <a:pt x="622598" y="1575309"/>
                  </a:lnTo>
                  <a:lnTo>
                    <a:pt x="621527" y="1575752"/>
                  </a:lnTo>
                  <a:lnTo>
                    <a:pt x="620455" y="1576194"/>
                  </a:lnTo>
                  <a:lnTo>
                    <a:pt x="619384" y="1576636"/>
                  </a:lnTo>
                  <a:lnTo>
                    <a:pt x="618312" y="1577078"/>
                  </a:lnTo>
                  <a:lnTo>
                    <a:pt x="617240" y="1577520"/>
                  </a:lnTo>
                  <a:lnTo>
                    <a:pt x="616169" y="1577961"/>
                  </a:lnTo>
                  <a:lnTo>
                    <a:pt x="615097" y="1578403"/>
                  </a:lnTo>
                  <a:lnTo>
                    <a:pt x="614026" y="1578844"/>
                  </a:lnTo>
                  <a:lnTo>
                    <a:pt x="612954" y="1579285"/>
                  </a:lnTo>
                  <a:lnTo>
                    <a:pt x="611882" y="1579726"/>
                  </a:lnTo>
                  <a:lnTo>
                    <a:pt x="610811" y="1580167"/>
                  </a:lnTo>
                  <a:lnTo>
                    <a:pt x="609739" y="1580608"/>
                  </a:lnTo>
                  <a:lnTo>
                    <a:pt x="608668" y="1581049"/>
                  </a:lnTo>
                  <a:lnTo>
                    <a:pt x="607596" y="1581489"/>
                  </a:lnTo>
                  <a:lnTo>
                    <a:pt x="606524" y="1581929"/>
                  </a:lnTo>
                  <a:lnTo>
                    <a:pt x="605453" y="1582369"/>
                  </a:lnTo>
                  <a:lnTo>
                    <a:pt x="604381" y="1582809"/>
                  </a:lnTo>
                  <a:lnTo>
                    <a:pt x="603310" y="1583249"/>
                  </a:lnTo>
                  <a:lnTo>
                    <a:pt x="602238" y="1583688"/>
                  </a:lnTo>
                  <a:lnTo>
                    <a:pt x="601166" y="1584128"/>
                  </a:lnTo>
                  <a:lnTo>
                    <a:pt x="600095" y="1584567"/>
                  </a:lnTo>
                  <a:lnTo>
                    <a:pt x="599023" y="1585006"/>
                  </a:lnTo>
                  <a:lnTo>
                    <a:pt x="597952" y="1585445"/>
                  </a:lnTo>
                  <a:lnTo>
                    <a:pt x="596880" y="1585883"/>
                  </a:lnTo>
                  <a:lnTo>
                    <a:pt x="595808" y="1586322"/>
                  </a:lnTo>
                  <a:lnTo>
                    <a:pt x="594737" y="1586760"/>
                  </a:lnTo>
                  <a:lnTo>
                    <a:pt x="593665" y="1587198"/>
                  </a:lnTo>
                  <a:lnTo>
                    <a:pt x="592594" y="1587636"/>
                  </a:lnTo>
                  <a:lnTo>
                    <a:pt x="591522" y="1588074"/>
                  </a:lnTo>
                  <a:lnTo>
                    <a:pt x="590450" y="1588511"/>
                  </a:lnTo>
                  <a:lnTo>
                    <a:pt x="589379" y="1588949"/>
                  </a:lnTo>
                  <a:lnTo>
                    <a:pt x="588307" y="1589386"/>
                  </a:lnTo>
                  <a:lnTo>
                    <a:pt x="587236" y="1589823"/>
                  </a:lnTo>
                  <a:lnTo>
                    <a:pt x="586164" y="1590260"/>
                  </a:lnTo>
                  <a:lnTo>
                    <a:pt x="585092" y="1590697"/>
                  </a:lnTo>
                  <a:lnTo>
                    <a:pt x="584021" y="1591133"/>
                  </a:lnTo>
                  <a:lnTo>
                    <a:pt x="582949" y="1591569"/>
                  </a:lnTo>
                  <a:lnTo>
                    <a:pt x="581878" y="1592005"/>
                  </a:lnTo>
                  <a:lnTo>
                    <a:pt x="580806" y="1592441"/>
                  </a:lnTo>
                  <a:lnTo>
                    <a:pt x="579734" y="1592877"/>
                  </a:lnTo>
                  <a:lnTo>
                    <a:pt x="578663" y="1593312"/>
                  </a:lnTo>
                  <a:lnTo>
                    <a:pt x="577591" y="1593748"/>
                  </a:lnTo>
                  <a:lnTo>
                    <a:pt x="576520" y="1594183"/>
                  </a:lnTo>
                  <a:lnTo>
                    <a:pt x="575448" y="1594618"/>
                  </a:lnTo>
                  <a:lnTo>
                    <a:pt x="574376" y="1595052"/>
                  </a:lnTo>
                  <a:lnTo>
                    <a:pt x="573305" y="1595487"/>
                  </a:lnTo>
                  <a:lnTo>
                    <a:pt x="572233" y="1595921"/>
                  </a:lnTo>
                  <a:lnTo>
                    <a:pt x="571162" y="1596355"/>
                  </a:lnTo>
                  <a:lnTo>
                    <a:pt x="570090" y="1596789"/>
                  </a:lnTo>
                  <a:lnTo>
                    <a:pt x="569018" y="1597223"/>
                  </a:lnTo>
                  <a:lnTo>
                    <a:pt x="567947" y="1597656"/>
                  </a:lnTo>
                  <a:lnTo>
                    <a:pt x="566875" y="1598089"/>
                  </a:lnTo>
                  <a:lnTo>
                    <a:pt x="565804" y="1598522"/>
                  </a:lnTo>
                  <a:lnTo>
                    <a:pt x="564732" y="1598955"/>
                  </a:lnTo>
                  <a:lnTo>
                    <a:pt x="563660" y="1599388"/>
                  </a:lnTo>
                  <a:lnTo>
                    <a:pt x="562589" y="1599820"/>
                  </a:lnTo>
                  <a:lnTo>
                    <a:pt x="561517" y="1600252"/>
                  </a:lnTo>
                  <a:lnTo>
                    <a:pt x="560446" y="1600684"/>
                  </a:lnTo>
                  <a:lnTo>
                    <a:pt x="559374" y="1601116"/>
                  </a:lnTo>
                  <a:lnTo>
                    <a:pt x="558302" y="1601548"/>
                  </a:lnTo>
                  <a:lnTo>
                    <a:pt x="557231" y="1601979"/>
                  </a:lnTo>
                  <a:lnTo>
                    <a:pt x="556159" y="1602410"/>
                  </a:lnTo>
                  <a:lnTo>
                    <a:pt x="555088" y="1602841"/>
                  </a:lnTo>
                  <a:lnTo>
                    <a:pt x="554016" y="1603271"/>
                  </a:lnTo>
                  <a:lnTo>
                    <a:pt x="552944" y="1603702"/>
                  </a:lnTo>
                  <a:lnTo>
                    <a:pt x="551873" y="1604132"/>
                  </a:lnTo>
                  <a:lnTo>
                    <a:pt x="550801" y="1604562"/>
                  </a:lnTo>
                  <a:lnTo>
                    <a:pt x="549730" y="1604992"/>
                  </a:lnTo>
                  <a:lnTo>
                    <a:pt x="548658" y="1605421"/>
                  </a:lnTo>
                  <a:lnTo>
                    <a:pt x="547586" y="1605850"/>
                  </a:lnTo>
                  <a:lnTo>
                    <a:pt x="546515" y="1606279"/>
                  </a:lnTo>
                  <a:lnTo>
                    <a:pt x="545443" y="1606708"/>
                  </a:lnTo>
                  <a:lnTo>
                    <a:pt x="544372" y="1607137"/>
                  </a:lnTo>
                  <a:lnTo>
                    <a:pt x="543300" y="1607565"/>
                  </a:lnTo>
                  <a:lnTo>
                    <a:pt x="542228" y="1607993"/>
                  </a:lnTo>
                  <a:lnTo>
                    <a:pt x="541157" y="1608421"/>
                  </a:lnTo>
                  <a:lnTo>
                    <a:pt x="540085" y="1608848"/>
                  </a:lnTo>
                  <a:lnTo>
                    <a:pt x="539014" y="1609276"/>
                  </a:lnTo>
                  <a:lnTo>
                    <a:pt x="537942" y="1609703"/>
                  </a:lnTo>
                  <a:lnTo>
                    <a:pt x="536870" y="1610130"/>
                  </a:lnTo>
                  <a:lnTo>
                    <a:pt x="535799" y="1610556"/>
                  </a:lnTo>
                  <a:lnTo>
                    <a:pt x="534727" y="1610983"/>
                  </a:lnTo>
                  <a:lnTo>
                    <a:pt x="533656" y="1611409"/>
                  </a:lnTo>
                  <a:lnTo>
                    <a:pt x="532584" y="1611835"/>
                  </a:lnTo>
                  <a:lnTo>
                    <a:pt x="531513" y="1612260"/>
                  </a:lnTo>
                  <a:lnTo>
                    <a:pt x="530441" y="1612686"/>
                  </a:lnTo>
                  <a:lnTo>
                    <a:pt x="529369" y="1613111"/>
                  </a:lnTo>
                  <a:lnTo>
                    <a:pt x="528298" y="1613536"/>
                  </a:lnTo>
                  <a:lnTo>
                    <a:pt x="527226" y="1613960"/>
                  </a:lnTo>
                  <a:lnTo>
                    <a:pt x="526155" y="1614385"/>
                  </a:lnTo>
                  <a:lnTo>
                    <a:pt x="525083" y="1614809"/>
                  </a:lnTo>
                  <a:lnTo>
                    <a:pt x="524011" y="1615233"/>
                  </a:lnTo>
                  <a:lnTo>
                    <a:pt x="522940" y="1615656"/>
                  </a:lnTo>
                  <a:lnTo>
                    <a:pt x="521868" y="1616080"/>
                  </a:lnTo>
                  <a:lnTo>
                    <a:pt x="520797" y="1616503"/>
                  </a:lnTo>
                  <a:lnTo>
                    <a:pt x="519725" y="1616925"/>
                  </a:lnTo>
                  <a:lnTo>
                    <a:pt x="518653" y="1617348"/>
                  </a:lnTo>
                  <a:lnTo>
                    <a:pt x="517582" y="1617770"/>
                  </a:lnTo>
                  <a:lnTo>
                    <a:pt x="516510" y="1618192"/>
                  </a:lnTo>
                  <a:lnTo>
                    <a:pt x="515439" y="1618614"/>
                  </a:lnTo>
                  <a:lnTo>
                    <a:pt x="514367" y="1619035"/>
                  </a:lnTo>
                  <a:lnTo>
                    <a:pt x="513295" y="1619457"/>
                  </a:lnTo>
                  <a:lnTo>
                    <a:pt x="512224" y="1619878"/>
                  </a:lnTo>
                  <a:lnTo>
                    <a:pt x="511152" y="1620298"/>
                  </a:lnTo>
                  <a:lnTo>
                    <a:pt x="510081" y="1620719"/>
                  </a:lnTo>
                  <a:lnTo>
                    <a:pt x="509009" y="1621139"/>
                  </a:lnTo>
                  <a:lnTo>
                    <a:pt x="507937" y="1621559"/>
                  </a:lnTo>
                  <a:lnTo>
                    <a:pt x="506866" y="1621978"/>
                  </a:lnTo>
                  <a:lnTo>
                    <a:pt x="505794" y="1622397"/>
                  </a:lnTo>
                  <a:lnTo>
                    <a:pt x="504723" y="1622816"/>
                  </a:lnTo>
                  <a:lnTo>
                    <a:pt x="503651" y="1623235"/>
                  </a:lnTo>
                  <a:lnTo>
                    <a:pt x="502579" y="1623654"/>
                  </a:lnTo>
                  <a:lnTo>
                    <a:pt x="501508" y="1624072"/>
                  </a:lnTo>
                  <a:lnTo>
                    <a:pt x="500436" y="1624490"/>
                  </a:lnTo>
                  <a:lnTo>
                    <a:pt x="499365" y="1624907"/>
                  </a:lnTo>
                  <a:lnTo>
                    <a:pt x="498293" y="1625325"/>
                  </a:lnTo>
                  <a:lnTo>
                    <a:pt x="497221" y="1625742"/>
                  </a:lnTo>
                  <a:lnTo>
                    <a:pt x="496150" y="1626158"/>
                  </a:lnTo>
                  <a:lnTo>
                    <a:pt x="495078" y="1626575"/>
                  </a:lnTo>
                  <a:lnTo>
                    <a:pt x="494007" y="1626991"/>
                  </a:lnTo>
                  <a:lnTo>
                    <a:pt x="492935" y="1627407"/>
                  </a:lnTo>
                  <a:lnTo>
                    <a:pt x="491863" y="1627822"/>
                  </a:lnTo>
                  <a:lnTo>
                    <a:pt x="490792" y="1628238"/>
                  </a:lnTo>
                  <a:lnTo>
                    <a:pt x="489720" y="1628653"/>
                  </a:lnTo>
                  <a:lnTo>
                    <a:pt x="488649" y="1629067"/>
                  </a:lnTo>
                  <a:lnTo>
                    <a:pt x="487577" y="1629482"/>
                  </a:lnTo>
                  <a:lnTo>
                    <a:pt x="486505" y="1629896"/>
                  </a:lnTo>
                  <a:lnTo>
                    <a:pt x="485434" y="1630310"/>
                  </a:lnTo>
                  <a:lnTo>
                    <a:pt x="484362" y="1630723"/>
                  </a:lnTo>
                  <a:lnTo>
                    <a:pt x="483291" y="1631137"/>
                  </a:lnTo>
                  <a:lnTo>
                    <a:pt x="482219" y="1631549"/>
                  </a:lnTo>
                  <a:lnTo>
                    <a:pt x="481147" y="1631962"/>
                  </a:lnTo>
                  <a:lnTo>
                    <a:pt x="480076" y="1632374"/>
                  </a:lnTo>
                  <a:lnTo>
                    <a:pt x="479004" y="1632786"/>
                  </a:lnTo>
                  <a:lnTo>
                    <a:pt x="477933" y="1633198"/>
                  </a:lnTo>
                  <a:lnTo>
                    <a:pt x="476861" y="1633610"/>
                  </a:lnTo>
                  <a:lnTo>
                    <a:pt x="475789" y="1634021"/>
                  </a:lnTo>
                  <a:lnTo>
                    <a:pt x="474718" y="1634431"/>
                  </a:lnTo>
                  <a:lnTo>
                    <a:pt x="473646" y="1634842"/>
                  </a:lnTo>
                  <a:lnTo>
                    <a:pt x="472575" y="1635252"/>
                  </a:lnTo>
                  <a:lnTo>
                    <a:pt x="471503" y="1635662"/>
                  </a:lnTo>
                  <a:lnTo>
                    <a:pt x="470431" y="1636072"/>
                  </a:lnTo>
                  <a:lnTo>
                    <a:pt x="469360" y="1636481"/>
                  </a:lnTo>
                  <a:lnTo>
                    <a:pt x="468288" y="1636890"/>
                  </a:lnTo>
                  <a:lnTo>
                    <a:pt x="467217" y="1637298"/>
                  </a:lnTo>
                  <a:lnTo>
                    <a:pt x="466145" y="1637707"/>
                  </a:lnTo>
                  <a:lnTo>
                    <a:pt x="465073" y="1638115"/>
                  </a:lnTo>
                  <a:lnTo>
                    <a:pt x="464002" y="1638522"/>
                  </a:lnTo>
                  <a:lnTo>
                    <a:pt x="462930" y="1638930"/>
                  </a:lnTo>
                  <a:lnTo>
                    <a:pt x="461859" y="1639337"/>
                  </a:lnTo>
                  <a:lnTo>
                    <a:pt x="460787" y="1639743"/>
                  </a:lnTo>
                  <a:lnTo>
                    <a:pt x="459715" y="1640150"/>
                  </a:lnTo>
                  <a:lnTo>
                    <a:pt x="458644" y="1640556"/>
                  </a:lnTo>
                  <a:lnTo>
                    <a:pt x="457572" y="1640962"/>
                  </a:lnTo>
                  <a:lnTo>
                    <a:pt x="456501" y="1641367"/>
                  </a:lnTo>
                  <a:lnTo>
                    <a:pt x="455429" y="1641772"/>
                  </a:lnTo>
                  <a:lnTo>
                    <a:pt x="454357" y="1642177"/>
                  </a:lnTo>
                  <a:lnTo>
                    <a:pt x="453286" y="1642581"/>
                  </a:lnTo>
                  <a:lnTo>
                    <a:pt x="452214" y="1642985"/>
                  </a:lnTo>
                  <a:lnTo>
                    <a:pt x="451143" y="1643389"/>
                  </a:lnTo>
                  <a:lnTo>
                    <a:pt x="450071" y="1643793"/>
                  </a:lnTo>
                  <a:lnTo>
                    <a:pt x="448999" y="1644196"/>
                  </a:lnTo>
                  <a:lnTo>
                    <a:pt x="447928" y="1644599"/>
                  </a:lnTo>
                  <a:lnTo>
                    <a:pt x="446856" y="1645001"/>
                  </a:lnTo>
                  <a:lnTo>
                    <a:pt x="445785" y="1645403"/>
                  </a:lnTo>
                  <a:lnTo>
                    <a:pt x="444713" y="1645805"/>
                  </a:lnTo>
                  <a:lnTo>
                    <a:pt x="443641" y="1646207"/>
                  </a:lnTo>
                  <a:lnTo>
                    <a:pt x="442570" y="1646608"/>
                  </a:lnTo>
                  <a:lnTo>
                    <a:pt x="441498" y="1647009"/>
                  </a:lnTo>
                  <a:lnTo>
                    <a:pt x="440427" y="1647409"/>
                  </a:lnTo>
                  <a:lnTo>
                    <a:pt x="439355" y="1647809"/>
                  </a:lnTo>
                  <a:lnTo>
                    <a:pt x="438283" y="1648209"/>
                  </a:lnTo>
                  <a:lnTo>
                    <a:pt x="437212" y="1648609"/>
                  </a:lnTo>
                  <a:lnTo>
                    <a:pt x="436140" y="1649008"/>
                  </a:lnTo>
                  <a:lnTo>
                    <a:pt x="435069" y="1649406"/>
                  </a:lnTo>
                  <a:lnTo>
                    <a:pt x="433997" y="1649805"/>
                  </a:lnTo>
                  <a:lnTo>
                    <a:pt x="432925" y="1650203"/>
                  </a:lnTo>
                  <a:lnTo>
                    <a:pt x="431854" y="1650601"/>
                  </a:lnTo>
                  <a:lnTo>
                    <a:pt x="430782" y="1650998"/>
                  </a:lnTo>
                  <a:lnTo>
                    <a:pt x="429711" y="1651395"/>
                  </a:lnTo>
                  <a:lnTo>
                    <a:pt x="428639" y="1651792"/>
                  </a:lnTo>
                  <a:lnTo>
                    <a:pt x="427567" y="1652188"/>
                  </a:lnTo>
                  <a:lnTo>
                    <a:pt x="426496" y="1652585"/>
                  </a:lnTo>
                  <a:lnTo>
                    <a:pt x="425424" y="1652980"/>
                  </a:lnTo>
                  <a:lnTo>
                    <a:pt x="424353" y="1653376"/>
                  </a:lnTo>
                  <a:lnTo>
                    <a:pt x="423281" y="1653771"/>
                  </a:lnTo>
                  <a:lnTo>
                    <a:pt x="422209" y="1654165"/>
                  </a:lnTo>
                  <a:lnTo>
                    <a:pt x="421138" y="1654560"/>
                  </a:lnTo>
                  <a:lnTo>
                    <a:pt x="420066" y="1654954"/>
                  </a:lnTo>
                  <a:lnTo>
                    <a:pt x="418995" y="1655347"/>
                  </a:lnTo>
                  <a:lnTo>
                    <a:pt x="417923" y="1655740"/>
                  </a:lnTo>
                  <a:lnTo>
                    <a:pt x="416851" y="1656133"/>
                  </a:lnTo>
                  <a:lnTo>
                    <a:pt x="415780" y="1656526"/>
                  </a:lnTo>
                  <a:lnTo>
                    <a:pt x="414708" y="1656918"/>
                  </a:lnTo>
                  <a:lnTo>
                    <a:pt x="413637" y="1657310"/>
                  </a:lnTo>
                  <a:lnTo>
                    <a:pt x="412565" y="1657701"/>
                  </a:lnTo>
                  <a:lnTo>
                    <a:pt x="411493" y="1658092"/>
                  </a:lnTo>
                  <a:lnTo>
                    <a:pt x="410422" y="1658483"/>
                  </a:lnTo>
                  <a:lnTo>
                    <a:pt x="409350" y="1658874"/>
                  </a:lnTo>
                  <a:lnTo>
                    <a:pt x="408279" y="1659264"/>
                  </a:lnTo>
                  <a:lnTo>
                    <a:pt x="407207" y="1659653"/>
                  </a:lnTo>
                  <a:lnTo>
                    <a:pt x="406135" y="1660043"/>
                  </a:lnTo>
                  <a:lnTo>
                    <a:pt x="405064" y="1660432"/>
                  </a:lnTo>
                  <a:lnTo>
                    <a:pt x="403992" y="1660820"/>
                  </a:lnTo>
                  <a:lnTo>
                    <a:pt x="402921" y="1661209"/>
                  </a:lnTo>
                  <a:lnTo>
                    <a:pt x="401849" y="1661597"/>
                  </a:lnTo>
                  <a:lnTo>
                    <a:pt x="400777" y="1661984"/>
                  </a:lnTo>
                  <a:lnTo>
                    <a:pt x="399706" y="1662371"/>
                  </a:lnTo>
                  <a:lnTo>
                    <a:pt x="398634" y="1662758"/>
                  </a:lnTo>
                  <a:lnTo>
                    <a:pt x="397563" y="1663145"/>
                  </a:lnTo>
                  <a:lnTo>
                    <a:pt x="396491" y="1663531"/>
                  </a:lnTo>
                  <a:lnTo>
                    <a:pt x="395419" y="1663916"/>
                  </a:lnTo>
                  <a:lnTo>
                    <a:pt x="394348" y="1664302"/>
                  </a:lnTo>
                  <a:lnTo>
                    <a:pt x="393276" y="1664687"/>
                  </a:lnTo>
                  <a:lnTo>
                    <a:pt x="392205" y="1665071"/>
                  </a:lnTo>
                  <a:lnTo>
                    <a:pt x="391133" y="1665456"/>
                  </a:lnTo>
                  <a:lnTo>
                    <a:pt x="390061" y="1665839"/>
                  </a:lnTo>
                  <a:lnTo>
                    <a:pt x="388990" y="1666223"/>
                  </a:lnTo>
                  <a:lnTo>
                    <a:pt x="387918" y="1666606"/>
                  </a:lnTo>
                  <a:lnTo>
                    <a:pt x="386847" y="1666989"/>
                  </a:lnTo>
                  <a:lnTo>
                    <a:pt x="385775" y="1667371"/>
                  </a:lnTo>
                  <a:lnTo>
                    <a:pt x="384703" y="1667754"/>
                  </a:lnTo>
                  <a:lnTo>
                    <a:pt x="383632" y="1668135"/>
                  </a:lnTo>
                  <a:lnTo>
                    <a:pt x="382560" y="1668517"/>
                  </a:lnTo>
                  <a:lnTo>
                    <a:pt x="381489" y="1668898"/>
                  </a:lnTo>
                  <a:lnTo>
                    <a:pt x="380417" y="1669278"/>
                  </a:lnTo>
                  <a:lnTo>
                    <a:pt x="379345" y="1669658"/>
                  </a:lnTo>
                  <a:lnTo>
                    <a:pt x="378274" y="1670038"/>
                  </a:lnTo>
                  <a:lnTo>
                    <a:pt x="377202" y="1670418"/>
                  </a:lnTo>
                  <a:lnTo>
                    <a:pt x="376131" y="1670797"/>
                  </a:lnTo>
                  <a:lnTo>
                    <a:pt x="375059" y="1671176"/>
                  </a:lnTo>
                  <a:lnTo>
                    <a:pt x="373987" y="1671554"/>
                  </a:lnTo>
                  <a:lnTo>
                    <a:pt x="372916" y="1671932"/>
                  </a:lnTo>
                  <a:lnTo>
                    <a:pt x="371844" y="1672310"/>
                  </a:lnTo>
                  <a:lnTo>
                    <a:pt x="370773" y="1672687"/>
                  </a:lnTo>
                  <a:lnTo>
                    <a:pt x="369701" y="1673064"/>
                  </a:lnTo>
                  <a:lnTo>
                    <a:pt x="368629" y="1673441"/>
                  </a:lnTo>
                  <a:lnTo>
                    <a:pt x="367558" y="1673817"/>
                  </a:lnTo>
                  <a:lnTo>
                    <a:pt x="366486" y="1674193"/>
                  </a:lnTo>
                  <a:lnTo>
                    <a:pt x="365415" y="1674568"/>
                  </a:lnTo>
                  <a:lnTo>
                    <a:pt x="364343" y="1674943"/>
                  </a:lnTo>
                  <a:lnTo>
                    <a:pt x="363271" y="1675318"/>
                  </a:lnTo>
                  <a:lnTo>
                    <a:pt x="362200" y="1675692"/>
                  </a:lnTo>
                  <a:lnTo>
                    <a:pt x="361128" y="1676066"/>
                  </a:lnTo>
                  <a:lnTo>
                    <a:pt x="360057" y="1676440"/>
                  </a:lnTo>
                  <a:lnTo>
                    <a:pt x="358985" y="1676813"/>
                  </a:lnTo>
                  <a:lnTo>
                    <a:pt x="357913" y="1677186"/>
                  </a:lnTo>
                  <a:lnTo>
                    <a:pt x="356842" y="1677558"/>
                  </a:lnTo>
                  <a:lnTo>
                    <a:pt x="355770" y="1677930"/>
                  </a:lnTo>
                  <a:lnTo>
                    <a:pt x="354699" y="1678302"/>
                  </a:lnTo>
                  <a:lnTo>
                    <a:pt x="353627" y="1678674"/>
                  </a:lnTo>
                  <a:lnTo>
                    <a:pt x="352556" y="1679045"/>
                  </a:lnTo>
                  <a:lnTo>
                    <a:pt x="351484" y="1679415"/>
                  </a:lnTo>
                  <a:lnTo>
                    <a:pt x="350412" y="1679785"/>
                  </a:lnTo>
                  <a:lnTo>
                    <a:pt x="349341" y="1680155"/>
                  </a:lnTo>
                  <a:lnTo>
                    <a:pt x="348269" y="1680525"/>
                  </a:lnTo>
                  <a:lnTo>
                    <a:pt x="347198" y="1680894"/>
                  </a:lnTo>
                  <a:lnTo>
                    <a:pt x="346126" y="1681263"/>
                  </a:lnTo>
                  <a:lnTo>
                    <a:pt x="345054" y="1681631"/>
                  </a:lnTo>
                  <a:lnTo>
                    <a:pt x="343983" y="1681999"/>
                  </a:lnTo>
                  <a:lnTo>
                    <a:pt x="342911" y="1682367"/>
                  </a:lnTo>
                  <a:lnTo>
                    <a:pt x="341840" y="1682734"/>
                  </a:lnTo>
                  <a:lnTo>
                    <a:pt x="340768" y="1683101"/>
                  </a:lnTo>
                  <a:lnTo>
                    <a:pt x="339696" y="1683468"/>
                  </a:lnTo>
                  <a:lnTo>
                    <a:pt x="338625" y="1683834"/>
                  </a:lnTo>
                  <a:lnTo>
                    <a:pt x="337553" y="1684200"/>
                  </a:lnTo>
                  <a:lnTo>
                    <a:pt x="336482" y="1684565"/>
                  </a:lnTo>
                  <a:lnTo>
                    <a:pt x="335410" y="1684930"/>
                  </a:lnTo>
                  <a:lnTo>
                    <a:pt x="334338" y="1685295"/>
                  </a:lnTo>
                  <a:lnTo>
                    <a:pt x="333267" y="1685659"/>
                  </a:lnTo>
                  <a:lnTo>
                    <a:pt x="332195" y="1686023"/>
                  </a:lnTo>
                  <a:lnTo>
                    <a:pt x="331124" y="1686386"/>
                  </a:lnTo>
                  <a:lnTo>
                    <a:pt x="330052" y="1686750"/>
                  </a:lnTo>
                  <a:lnTo>
                    <a:pt x="328980" y="1687112"/>
                  </a:lnTo>
                  <a:lnTo>
                    <a:pt x="327909" y="1687475"/>
                  </a:lnTo>
                  <a:lnTo>
                    <a:pt x="326837" y="1687837"/>
                  </a:lnTo>
                  <a:lnTo>
                    <a:pt x="325766" y="1688199"/>
                  </a:lnTo>
                  <a:lnTo>
                    <a:pt x="324694" y="1688560"/>
                  </a:lnTo>
                  <a:lnTo>
                    <a:pt x="323622" y="1688921"/>
                  </a:lnTo>
                  <a:lnTo>
                    <a:pt x="322551" y="1689282"/>
                  </a:lnTo>
                  <a:lnTo>
                    <a:pt x="321479" y="1689642"/>
                  </a:lnTo>
                  <a:lnTo>
                    <a:pt x="320408" y="1690002"/>
                  </a:lnTo>
                  <a:lnTo>
                    <a:pt x="319336" y="1690361"/>
                  </a:lnTo>
                  <a:lnTo>
                    <a:pt x="318264" y="1690720"/>
                  </a:lnTo>
                  <a:lnTo>
                    <a:pt x="317193" y="1691079"/>
                  </a:lnTo>
                  <a:lnTo>
                    <a:pt x="316121" y="1691437"/>
                  </a:lnTo>
                  <a:lnTo>
                    <a:pt x="315050" y="1691795"/>
                  </a:lnTo>
                  <a:lnTo>
                    <a:pt x="313978" y="1692153"/>
                  </a:lnTo>
                  <a:lnTo>
                    <a:pt x="312906" y="1692510"/>
                  </a:lnTo>
                  <a:lnTo>
                    <a:pt x="311835" y="1692867"/>
                  </a:lnTo>
                  <a:lnTo>
                    <a:pt x="310763" y="1693223"/>
                  </a:lnTo>
                  <a:lnTo>
                    <a:pt x="309692" y="1693579"/>
                  </a:lnTo>
                  <a:lnTo>
                    <a:pt x="308620" y="1693935"/>
                  </a:lnTo>
                  <a:lnTo>
                    <a:pt x="307548" y="1694290"/>
                  </a:lnTo>
                  <a:lnTo>
                    <a:pt x="306477" y="1694645"/>
                  </a:lnTo>
                  <a:lnTo>
                    <a:pt x="305405" y="1695000"/>
                  </a:lnTo>
                  <a:lnTo>
                    <a:pt x="304334" y="1695354"/>
                  </a:lnTo>
                  <a:lnTo>
                    <a:pt x="303262" y="1695708"/>
                  </a:lnTo>
                  <a:lnTo>
                    <a:pt x="302190" y="1696062"/>
                  </a:lnTo>
                  <a:lnTo>
                    <a:pt x="301119" y="1696415"/>
                  </a:lnTo>
                  <a:lnTo>
                    <a:pt x="300047" y="1696768"/>
                  </a:lnTo>
                  <a:lnTo>
                    <a:pt x="298976" y="1697120"/>
                  </a:lnTo>
                  <a:lnTo>
                    <a:pt x="297904" y="1697472"/>
                  </a:lnTo>
                  <a:lnTo>
                    <a:pt x="296832" y="1697824"/>
                  </a:lnTo>
                  <a:lnTo>
                    <a:pt x="295761" y="1698175"/>
                  </a:lnTo>
                  <a:lnTo>
                    <a:pt x="294689" y="1698526"/>
                  </a:lnTo>
                  <a:lnTo>
                    <a:pt x="293618" y="1698876"/>
                  </a:lnTo>
                  <a:lnTo>
                    <a:pt x="292546" y="1699226"/>
                  </a:lnTo>
                  <a:lnTo>
                    <a:pt x="291474" y="1699576"/>
                  </a:lnTo>
                  <a:lnTo>
                    <a:pt x="290403" y="1699926"/>
                  </a:lnTo>
                  <a:lnTo>
                    <a:pt x="289331" y="1700275"/>
                  </a:lnTo>
                  <a:lnTo>
                    <a:pt x="288260" y="1700623"/>
                  </a:lnTo>
                  <a:lnTo>
                    <a:pt x="287188" y="1700972"/>
                  </a:lnTo>
                  <a:lnTo>
                    <a:pt x="286116" y="1701319"/>
                  </a:lnTo>
                  <a:lnTo>
                    <a:pt x="285045" y="1701667"/>
                  </a:lnTo>
                  <a:lnTo>
                    <a:pt x="283973" y="1702014"/>
                  </a:lnTo>
                  <a:lnTo>
                    <a:pt x="282902" y="1702361"/>
                  </a:lnTo>
                  <a:lnTo>
                    <a:pt x="281830" y="1702707"/>
                  </a:lnTo>
                  <a:lnTo>
                    <a:pt x="280758" y="1703053"/>
                  </a:lnTo>
                  <a:lnTo>
                    <a:pt x="279687" y="1703399"/>
                  </a:lnTo>
                  <a:lnTo>
                    <a:pt x="278615" y="1703744"/>
                  </a:lnTo>
                  <a:lnTo>
                    <a:pt x="277544" y="1704089"/>
                  </a:lnTo>
                  <a:lnTo>
                    <a:pt x="276472" y="1704434"/>
                  </a:lnTo>
                  <a:lnTo>
                    <a:pt x="275400" y="1704778"/>
                  </a:lnTo>
                  <a:lnTo>
                    <a:pt x="274329" y="1705122"/>
                  </a:lnTo>
                  <a:lnTo>
                    <a:pt x="273257" y="1705465"/>
                  </a:lnTo>
                  <a:lnTo>
                    <a:pt x="272186" y="1705809"/>
                  </a:lnTo>
                  <a:lnTo>
                    <a:pt x="271114" y="1706151"/>
                  </a:lnTo>
                  <a:lnTo>
                    <a:pt x="270042" y="1706494"/>
                  </a:lnTo>
                  <a:lnTo>
                    <a:pt x="268971" y="1706836"/>
                  </a:lnTo>
                  <a:lnTo>
                    <a:pt x="267899" y="1707177"/>
                  </a:lnTo>
                  <a:lnTo>
                    <a:pt x="266828" y="1707518"/>
                  </a:lnTo>
                  <a:lnTo>
                    <a:pt x="265756" y="1707859"/>
                  </a:lnTo>
                  <a:lnTo>
                    <a:pt x="264684" y="1708200"/>
                  </a:lnTo>
                  <a:lnTo>
                    <a:pt x="263613" y="1708540"/>
                  </a:lnTo>
                  <a:lnTo>
                    <a:pt x="262541" y="1708880"/>
                  </a:lnTo>
                  <a:lnTo>
                    <a:pt x="261470" y="1709219"/>
                  </a:lnTo>
                  <a:lnTo>
                    <a:pt x="260398" y="1709558"/>
                  </a:lnTo>
                  <a:lnTo>
                    <a:pt x="259326" y="1709897"/>
                  </a:lnTo>
                  <a:lnTo>
                    <a:pt x="258255" y="1710235"/>
                  </a:lnTo>
                  <a:lnTo>
                    <a:pt x="257183" y="1710573"/>
                  </a:lnTo>
                  <a:lnTo>
                    <a:pt x="256112" y="1710911"/>
                  </a:lnTo>
                  <a:lnTo>
                    <a:pt x="255040" y="1711248"/>
                  </a:lnTo>
                  <a:lnTo>
                    <a:pt x="253968" y="1711585"/>
                  </a:lnTo>
                  <a:lnTo>
                    <a:pt x="252897" y="1711921"/>
                  </a:lnTo>
                  <a:lnTo>
                    <a:pt x="251825" y="1712257"/>
                  </a:lnTo>
                  <a:lnTo>
                    <a:pt x="250754" y="1712593"/>
                  </a:lnTo>
                  <a:lnTo>
                    <a:pt x="249682" y="1712928"/>
                  </a:lnTo>
                  <a:lnTo>
                    <a:pt x="248610" y="1713263"/>
                  </a:lnTo>
                  <a:lnTo>
                    <a:pt x="247539" y="1713598"/>
                  </a:lnTo>
                  <a:lnTo>
                    <a:pt x="246467" y="1713932"/>
                  </a:lnTo>
                  <a:lnTo>
                    <a:pt x="245396" y="1714266"/>
                  </a:lnTo>
                  <a:lnTo>
                    <a:pt x="244324" y="1714600"/>
                  </a:lnTo>
                  <a:lnTo>
                    <a:pt x="243252" y="1714933"/>
                  </a:lnTo>
                  <a:lnTo>
                    <a:pt x="242181" y="1715265"/>
                  </a:lnTo>
                  <a:lnTo>
                    <a:pt x="241109" y="1715598"/>
                  </a:lnTo>
                  <a:lnTo>
                    <a:pt x="240038" y="1715930"/>
                  </a:lnTo>
                  <a:lnTo>
                    <a:pt x="238966" y="1716262"/>
                  </a:lnTo>
                  <a:lnTo>
                    <a:pt x="237894" y="1716593"/>
                  </a:lnTo>
                  <a:lnTo>
                    <a:pt x="236823" y="1716924"/>
                  </a:lnTo>
                  <a:lnTo>
                    <a:pt x="235751" y="1717254"/>
                  </a:lnTo>
                  <a:lnTo>
                    <a:pt x="234680" y="1717585"/>
                  </a:lnTo>
                  <a:lnTo>
                    <a:pt x="233608" y="1717915"/>
                  </a:lnTo>
                  <a:lnTo>
                    <a:pt x="232536" y="1718244"/>
                  </a:lnTo>
                  <a:lnTo>
                    <a:pt x="231465" y="1718573"/>
                  </a:lnTo>
                  <a:lnTo>
                    <a:pt x="230393" y="1718902"/>
                  </a:lnTo>
                  <a:lnTo>
                    <a:pt x="229322" y="1719230"/>
                  </a:lnTo>
                  <a:lnTo>
                    <a:pt x="228250" y="1719558"/>
                  </a:lnTo>
                  <a:lnTo>
                    <a:pt x="227178" y="1719886"/>
                  </a:lnTo>
                  <a:lnTo>
                    <a:pt x="226107" y="1720213"/>
                  </a:lnTo>
                  <a:lnTo>
                    <a:pt x="225035" y="1720540"/>
                  </a:lnTo>
                  <a:lnTo>
                    <a:pt x="223964" y="1720867"/>
                  </a:lnTo>
                  <a:lnTo>
                    <a:pt x="222892" y="1721193"/>
                  </a:lnTo>
                  <a:lnTo>
                    <a:pt x="221820" y="1721519"/>
                  </a:lnTo>
                  <a:lnTo>
                    <a:pt x="220749" y="1721844"/>
                  </a:lnTo>
                  <a:lnTo>
                    <a:pt x="219677" y="1722170"/>
                  </a:lnTo>
                  <a:lnTo>
                    <a:pt x="218606" y="1722494"/>
                  </a:lnTo>
                  <a:lnTo>
                    <a:pt x="217534" y="1722819"/>
                  </a:lnTo>
                  <a:lnTo>
                    <a:pt x="216462" y="1723143"/>
                  </a:lnTo>
                  <a:lnTo>
                    <a:pt x="215391" y="1723467"/>
                  </a:lnTo>
                  <a:lnTo>
                    <a:pt x="214319" y="1723790"/>
                  </a:lnTo>
                  <a:lnTo>
                    <a:pt x="213248" y="1724113"/>
                  </a:lnTo>
                  <a:lnTo>
                    <a:pt x="212176" y="1724435"/>
                  </a:lnTo>
                  <a:lnTo>
                    <a:pt x="211104" y="1724758"/>
                  </a:lnTo>
                  <a:lnTo>
                    <a:pt x="210033" y="1725080"/>
                  </a:lnTo>
                  <a:lnTo>
                    <a:pt x="208961" y="1725401"/>
                  </a:lnTo>
                  <a:lnTo>
                    <a:pt x="207890" y="1725722"/>
                  </a:lnTo>
                  <a:lnTo>
                    <a:pt x="206818" y="1726043"/>
                  </a:lnTo>
                  <a:lnTo>
                    <a:pt x="205746" y="1726363"/>
                  </a:lnTo>
                  <a:lnTo>
                    <a:pt x="204675" y="1726684"/>
                  </a:lnTo>
                  <a:lnTo>
                    <a:pt x="203603" y="1727003"/>
                  </a:lnTo>
                  <a:lnTo>
                    <a:pt x="202532" y="1727323"/>
                  </a:lnTo>
                  <a:lnTo>
                    <a:pt x="201460" y="1727642"/>
                  </a:lnTo>
                  <a:lnTo>
                    <a:pt x="200388" y="1727960"/>
                  </a:lnTo>
                  <a:lnTo>
                    <a:pt x="199317" y="1728279"/>
                  </a:lnTo>
                  <a:lnTo>
                    <a:pt x="198245" y="1728597"/>
                  </a:lnTo>
                  <a:lnTo>
                    <a:pt x="197174" y="1728914"/>
                  </a:lnTo>
                  <a:lnTo>
                    <a:pt x="196102" y="1729231"/>
                  </a:lnTo>
                  <a:lnTo>
                    <a:pt x="195030" y="1729548"/>
                  </a:lnTo>
                  <a:lnTo>
                    <a:pt x="193959" y="1729865"/>
                  </a:lnTo>
                  <a:lnTo>
                    <a:pt x="192887" y="1730181"/>
                  </a:lnTo>
                  <a:lnTo>
                    <a:pt x="191816" y="1730497"/>
                  </a:lnTo>
                  <a:lnTo>
                    <a:pt x="190744" y="1730812"/>
                  </a:lnTo>
                  <a:lnTo>
                    <a:pt x="189672" y="1731127"/>
                  </a:lnTo>
                  <a:lnTo>
                    <a:pt x="188601" y="1731442"/>
                  </a:lnTo>
                  <a:lnTo>
                    <a:pt x="187529" y="1731756"/>
                  </a:lnTo>
                  <a:lnTo>
                    <a:pt x="186458" y="1732070"/>
                  </a:lnTo>
                  <a:lnTo>
                    <a:pt x="185386" y="1732384"/>
                  </a:lnTo>
                  <a:lnTo>
                    <a:pt x="184314" y="1732697"/>
                  </a:lnTo>
                  <a:lnTo>
                    <a:pt x="183243" y="1733010"/>
                  </a:lnTo>
                  <a:lnTo>
                    <a:pt x="182171" y="1733323"/>
                  </a:lnTo>
                  <a:lnTo>
                    <a:pt x="181100" y="1733635"/>
                  </a:lnTo>
                  <a:lnTo>
                    <a:pt x="180028" y="1733947"/>
                  </a:lnTo>
                  <a:lnTo>
                    <a:pt x="178956" y="1734258"/>
                  </a:lnTo>
                  <a:lnTo>
                    <a:pt x="177885" y="1734569"/>
                  </a:lnTo>
                  <a:lnTo>
                    <a:pt x="176813" y="1734880"/>
                  </a:lnTo>
                  <a:lnTo>
                    <a:pt x="175742" y="1735191"/>
                  </a:lnTo>
                  <a:lnTo>
                    <a:pt x="174670" y="1735501"/>
                  </a:lnTo>
                  <a:lnTo>
                    <a:pt x="173599" y="1735811"/>
                  </a:lnTo>
                  <a:lnTo>
                    <a:pt x="172527" y="1736120"/>
                  </a:lnTo>
                  <a:lnTo>
                    <a:pt x="171455" y="1736429"/>
                  </a:lnTo>
                  <a:lnTo>
                    <a:pt x="170384" y="1736738"/>
                  </a:lnTo>
                  <a:lnTo>
                    <a:pt x="169312" y="1737046"/>
                  </a:lnTo>
                  <a:lnTo>
                    <a:pt x="168241" y="1737354"/>
                  </a:lnTo>
                  <a:lnTo>
                    <a:pt x="167169" y="1737662"/>
                  </a:lnTo>
                  <a:lnTo>
                    <a:pt x="166097" y="1737969"/>
                  </a:lnTo>
                  <a:lnTo>
                    <a:pt x="165026" y="1738276"/>
                  </a:lnTo>
                  <a:lnTo>
                    <a:pt x="163954" y="1738583"/>
                  </a:lnTo>
                  <a:lnTo>
                    <a:pt x="162883" y="1738889"/>
                  </a:lnTo>
                  <a:lnTo>
                    <a:pt x="161811" y="1739195"/>
                  </a:lnTo>
                  <a:lnTo>
                    <a:pt x="160739" y="1739500"/>
                  </a:lnTo>
                  <a:lnTo>
                    <a:pt x="159668" y="1739805"/>
                  </a:lnTo>
                  <a:lnTo>
                    <a:pt x="158596" y="1740110"/>
                  </a:lnTo>
                  <a:lnTo>
                    <a:pt x="157525" y="1740415"/>
                  </a:lnTo>
                  <a:lnTo>
                    <a:pt x="156453" y="1740719"/>
                  </a:lnTo>
                  <a:lnTo>
                    <a:pt x="155381" y="1741023"/>
                  </a:lnTo>
                  <a:lnTo>
                    <a:pt x="154310" y="1741326"/>
                  </a:lnTo>
                  <a:lnTo>
                    <a:pt x="153238" y="1741629"/>
                  </a:lnTo>
                  <a:lnTo>
                    <a:pt x="152167" y="1741932"/>
                  </a:lnTo>
                  <a:lnTo>
                    <a:pt x="151095" y="1742234"/>
                  </a:lnTo>
                  <a:lnTo>
                    <a:pt x="150023" y="1742536"/>
                  </a:lnTo>
                  <a:lnTo>
                    <a:pt x="148952" y="1742838"/>
                  </a:lnTo>
                  <a:lnTo>
                    <a:pt x="147880" y="1743140"/>
                  </a:lnTo>
                  <a:lnTo>
                    <a:pt x="146809" y="1743441"/>
                  </a:lnTo>
                  <a:lnTo>
                    <a:pt x="145737" y="1743741"/>
                  </a:lnTo>
                  <a:lnTo>
                    <a:pt x="144665" y="1744042"/>
                  </a:lnTo>
                  <a:lnTo>
                    <a:pt x="143594" y="1744342"/>
                  </a:lnTo>
                  <a:lnTo>
                    <a:pt x="142522" y="1744641"/>
                  </a:lnTo>
                  <a:lnTo>
                    <a:pt x="141451" y="1744940"/>
                  </a:lnTo>
                  <a:lnTo>
                    <a:pt x="140379" y="1745239"/>
                  </a:lnTo>
                  <a:lnTo>
                    <a:pt x="139307" y="1745538"/>
                  </a:lnTo>
                  <a:lnTo>
                    <a:pt x="138236" y="1745836"/>
                  </a:lnTo>
                  <a:lnTo>
                    <a:pt x="137164" y="1746134"/>
                  </a:lnTo>
                  <a:lnTo>
                    <a:pt x="136093" y="1746432"/>
                  </a:lnTo>
                  <a:lnTo>
                    <a:pt x="135021" y="1746729"/>
                  </a:lnTo>
                  <a:lnTo>
                    <a:pt x="133949" y="1747026"/>
                  </a:lnTo>
                  <a:lnTo>
                    <a:pt x="132878" y="1747322"/>
                  </a:lnTo>
                  <a:lnTo>
                    <a:pt x="131806" y="1747619"/>
                  </a:lnTo>
                  <a:lnTo>
                    <a:pt x="130735" y="1747914"/>
                  </a:lnTo>
                  <a:lnTo>
                    <a:pt x="129663" y="1748210"/>
                  </a:lnTo>
                  <a:lnTo>
                    <a:pt x="128591" y="1748505"/>
                  </a:lnTo>
                  <a:lnTo>
                    <a:pt x="127520" y="1748800"/>
                  </a:lnTo>
                  <a:lnTo>
                    <a:pt x="126448" y="1749094"/>
                  </a:lnTo>
                  <a:lnTo>
                    <a:pt x="125377" y="1749389"/>
                  </a:lnTo>
                  <a:lnTo>
                    <a:pt x="124305" y="1749682"/>
                  </a:lnTo>
                  <a:lnTo>
                    <a:pt x="123233" y="1749976"/>
                  </a:lnTo>
                  <a:lnTo>
                    <a:pt x="122162" y="1750269"/>
                  </a:lnTo>
                  <a:lnTo>
                    <a:pt x="121090" y="1750562"/>
                  </a:lnTo>
                  <a:lnTo>
                    <a:pt x="120019" y="1750854"/>
                  </a:lnTo>
                  <a:lnTo>
                    <a:pt x="118947" y="1751146"/>
                  </a:lnTo>
                  <a:lnTo>
                    <a:pt x="117875" y="1751438"/>
                  </a:lnTo>
                  <a:lnTo>
                    <a:pt x="116804" y="1751730"/>
                  </a:lnTo>
                  <a:lnTo>
                    <a:pt x="115732" y="1752021"/>
                  </a:lnTo>
                  <a:lnTo>
                    <a:pt x="114661" y="1752311"/>
                  </a:lnTo>
                  <a:lnTo>
                    <a:pt x="113589" y="1752602"/>
                  </a:lnTo>
                  <a:lnTo>
                    <a:pt x="112517" y="1752892"/>
                  </a:lnTo>
                  <a:lnTo>
                    <a:pt x="111446" y="1753182"/>
                  </a:lnTo>
                  <a:lnTo>
                    <a:pt x="110374" y="1753471"/>
                  </a:lnTo>
                  <a:lnTo>
                    <a:pt x="109303" y="1753760"/>
                  </a:lnTo>
                  <a:lnTo>
                    <a:pt x="108231" y="1754049"/>
                  </a:lnTo>
                  <a:lnTo>
                    <a:pt x="107159" y="1754337"/>
                  </a:lnTo>
                  <a:lnTo>
                    <a:pt x="106088" y="1754625"/>
                  </a:lnTo>
                  <a:lnTo>
                    <a:pt x="105016" y="1754913"/>
                  </a:lnTo>
                  <a:lnTo>
                    <a:pt x="103945" y="1755200"/>
                  </a:lnTo>
                  <a:lnTo>
                    <a:pt x="102873" y="1755487"/>
                  </a:lnTo>
                  <a:lnTo>
                    <a:pt x="101801" y="1755774"/>
                  </a:lnTo>
                  <a:lnTo>
                    <a:pt x="100730" y="1756060"/>
                  </a:lnTo>
                  <a:lnTo>
                    <a:pt x="99658" y="1756347"/>
                  </a:lnTo>
                  <a:lnTo>
                    <a:pt x="98587" y="1756632"/>
                  </a:lnTo>
                  <a:lnTo>
                    <a:pt x="97515" y="1756918"/>
                  </a:lnTo>
                  <a:lnTo>
                    <a:pt x="96443" y="1757203"/>
                  </a:lnTo>
                  <a:lnTo>
                    <a:pt x="95372" y="1757487"/>
                  </a:lnTo>
                  <a:lnTo>
                    <a:pt x="94300" y="1757772"/>
                  </a:lnTo>
                  <a:lnTo>
                    <a:pt x="93229" y="1758056"/>
                  </a:lnTo>
                  <a:lnTo>
                    <a:pt x="92157" y="1758340"/>
                  </a:lnTo>
                  <a:lnTo>
                    <a:pt x="91085" y="1758623"/>
                  </a:lnTo>
                  <a:lnTo>
                    <a:pt x="90014" y="1758906"/>
                  </a:lnTo>
                  <a:lnTo>
                    <a:pt x="88942" y="1759189"/>
                  </a:lnTo>
                  <a:lnTo>
                    <a:pt x="87871" y="1759471"/>
                  </a:lnTo>
                  <a:lnTo>
                    <a:pt x="86799" y="1759753"/>
                  </a:lnTo>
                  <a:lnTo>
                    <a:pt x="85727" y="1760035"/>
                  </a:lnTo>
                  <a:lnTo>
                    <a:pt x="84656" y="1760316"/>
                  </a:lnTo>
                  <a:lnTo>
                    <a:pt x="83584" y="1760597"/>
                  </a:lnTo>
                  <a:lnTo>
                    <a:pt x="82513" y="1760878"/>
                  </a:lnTo>
                  <a:lnTo>
                    <a:pt x="81441" y="1761159"/>
                  </a:lnTo>
                  <a:lnTo>
                    <a:pt x="80369" y="1761439"/>
                  </a:lnTo>
                  <a:lnTo>
                    <a:pt x="79298" y="1761718"/>
                  </a:lnTo>
                  <a:lnTo>
                    <a:pt x="78226" y="1761998"/>
                  </a:lnTo>
                  <a:lnTo>
                    <a:pt x="77155" y="1762277"/>
                  </a:lnTo>
                  <a:lnTo>
                    <a:pt x="76083" y="1762556"/>
                  </a:lnTo>
                  <a:lnTo>
                    <a:pt x="75011" y="1762834"/>
                  </a:lnTo>
                  <a:lnTo>
                    <a:pt x="73940" y="1763112"/>
                  </a:lnTo>
                  <a:lnTo>
                    <a:pt x="72868" y="1763390"/>
                  </a:lnTo>
                  <a:lnTo>
                    <a:pt x="71797" y="1763667"/>
                  </a:lnTo>
                  <a:lnTo>
                    <a:pt x="70725" y="1763945"/>
                  </a:lnTo>
                  <a:lnTo>
                    <a:pt x="69653" y="1764221"/>
                  </a:lnTo>
                  <a:lnTo>
                    <a:pt x="68582" y="1764498"/>
                  </a:lnTo>
                  <a:lnTo>
                    <a:pt x="67510" y="1764774"/>
                  </a:lnTo>
                  <a:lnTo>
                    <a:pt x="66439" y="1765050"/>
                  </a:lnTo>
                  <a:lnTo>
                    <a:pt x="65367" y="1765325"/>
                  </a:lnTo>
                  <a:lnTo>
                    <a:pt x="64295" y="1765601"/>
                  </a:lnTo>
                  <a:lnTo>
                    <a:pt x="63224" y="1765875"/>
                  </a:lnTo>
                  <a:lnTo>
                    <a:pt x="62152" y="1766150"/>
                  </a:lnTo>
                  <a:lnTo>
                    <a:pt x="61081" y="1766424"/>
                  </a:lnTo>
                  <a:lnTo>
                    <a:pt x="60009" y="1766698"/>
                  </a:lnTo>
                  <a:lnTo>
                    <a:pt x="58937" y="1766972"/>
                  </a:lnTo>
                  <a:lnTo>
                    <a:pt x="57866" y="1767245"/>
                  </a:lnTo>
                  <a:lnTo>
                    <a:pt x="56794" y="1767518"/>
                  </a:lnTo>
                  <a:lnTo>
                    <a:pt x="55723" y="1767790"/>
                  </a:lnTo>
                  <a:lnTo>
                    <a:pt x="54651" y="1768063"/>
                  </a:lnTo>
                  <a:lnTo>
                    <a:pt x="53579" y="1768335"/>
                  </a:lnTo>
                  <a:lnTo>
                    <a:pt x="52508" y="1768606"/>
                  </a:lnTo>
                  <a:lnTo>
                    <a:pt x="51436" y="1768878"/>
                  </a:lnTo>
                  <a:lnTo>
                    <a:pt x="50365" y="1769149"/>
                  </a:lnTo>
                  <a:lnTo>
                    <a:pt x="49293" y="1769419"/>
                  </a:lnTo>
                  <a:lnTo>
                    <a:pt x="48221" y="1769690"/>
                  </a:lnTo>
                  <a:lnTo>
                    <a:pt x="47150" y="1769960"/>
                  </a:lnTo>
                  <a:lnTo>
                    <a:pt x="46078" y="1770229"/>
                  </a:lnTo>
                  <a:lnTo>
                    <a:pt x="45007" y="1770499"/>
                  </a:lnTo>
                  <a:lnTo>
                    <a:pt x="43935" y="1770768"/>
                  </a:lnTo>
                  <a:lnTo>
                    <a:pt x="42863" y="1771037"/>
                  </a:lnTo>
                  <a:lnTo>
                    <a:pt x="41792" y="1771305"/>
                  </a:lnTo>
                  <a:lnTo>
                    <a:pt x="40720" y="1771573"/>
                  </a:lnTo>
                  <a:lnTo>
                    <a:pt x="39649" y="1771841"/>
                  </a:lnTo>
                  <a:lnTo>
                    <a:pt x="38577" y="1772108"/>
                  </a:lnTo>
                  <a:lnTo>
                    <a:pt x="37505" y="1772376"/>
                  </a:lnTo>
                  <a:lnTo>
                    <a:pt x="36434" y="1772642"/>
                  </a:lnTo>
                  <a:lnTo>
                    <a:pt x="35362" y="1772909"/>
                  </a:lnTo>
                  <a:lnTo>
                    <a:pt x="34291" y="1773175"/>
                  </a:lnTo>
                  <a:lnTo>
                    <a:pt x="33219" y="1773441"/>
                  </a:lnTo>
                  <a:lnTo>
                    <a:pt x="32147" y="1773707"/>
                  </a:lnTo>
                  <a:lnTo>
                    <a:pt x="31076" y="1773972"/>
                  </a:lnTo>
                  <a:lnTo>
                    <a:pt x="30004" y="1774237"/>
                  </a:lnTo>
                  <a:lnTo>
                    <a:pt x="28933" y="1774502"/>
                  </a:lnTo>
                  <a:lnTo>
                    <a:pt x="27861" y="1774766"/>
                  </a:lnTo>
                  <a:lnTo>
                    <a:pt x="26789" y="1775030"/>
                  </a:lnTo>
                  <a:lnTo>
                    <a:pt x="25718" y="1775294"/>
                  </a:lnTo>
                  <a:lnTo>
                    <a:pt x="24646" y="1775557"/>
                  </a:lnTo>
                  <a:lnTo>
                    <a:pt x="23575" y="1775820"/>
                  </a:lnTo>
                  <a:lnTo>
                    <a:pt x="22503" y="1776083"/>
                  </a:lnTo>
                  <a:lnTo>
                    <a:pt x="21431" y="1776345"/>
                  </a:lnTo>
                  <a:lnTo>
                    <a:pt x="20360" y="1776607"/>
                  </a:lnTo>
                  <a:lnTo>
                    <a:pt x="19288" y="1776869"/>
                  </a:lnTo>
                  <a:lnTo>
                    <a:pt x="18217" y="1777131"/>
                  </a:lnTo>
                  <a:lnTo>
                    <a:pt x="17145" y="1777392"/>
                  </a:lnTo>
                  <a:lnTo>
                    <a:pt x="16073" y="1777653"/>
                  </a:lnTo>
                  <a:lnTo>
                    <a:pt x="15002" y="1777914"/>
                  </a:lnTo>
                  <a:lnTo>
                    <a:pt x="13930" y="1778174"/>
                  </a:lnTo>
                  <a:lnTo>
                    <a:pt x="12859" y="1778434"/>
                  </a:lnTo>
                  <a:lnTo>
                    <a:pt x="11787" y="1778693"/>
                  </a:lnTo>
                  <a:lnTo>
                    <a:pt x="10715" y="1778953"/>
                  </a:lnTo>
                  <a:lnTo>
                    <a:pt x="9644" y="1779212"/>
                  </a:lnTo>
                  <a:lnTo>
                    <a:pt x="8572" y="1779471"/>
                  </a:lnTo>
                  <a:lnTo>
                    <a:pt x="7501" y="1779729"/>
                  </a:lnTo>
                  <a:lnTo>
                    <a:pt x="6429" y="1779987"/>
                  </a:lnTo>
                  <a:lnTo>
                    <a:pt x="5357" y="1780245"/>
                  </a:lnTo>
                  <a:lnTo>
                    <a:pt x="4286" y="1780502"/>
                  </a:lnTo>
                  <a:lnTo>
                    <a:pt x="3214" y="1780760"/>
                  </a:lnTo>
                  <a:lnTo>
                    <a:pt x="2143" y="1781016"/>
                  </a:lnTo>
                  <a:lnTo>
                    <a:pt x="1071" y="1781273"/>
                  </a:lnTo>
                  <a:lnTo>
                    <a:pt x="0" y="1781529"/>
                  </a:lnTo>
                  <a:lnTo>
                    <a:pt x="0" y="178152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5034264" y="702022"/>
              <a:ext cx="3856684" cy="1942715"/>
            </a:xfrm>
            <a:custGeom>
              <a:avLst/>
              <a:gdLst/>
              <a:ahLst/>
              <a:cxnLst/>
              <a:rect l="0" t="0" r="0" b="0"/>
              <a:pathLst>
                <a:path w="3856684" h="1942715">
                  <a:moveTo>
                    <a:pt x="0" y="1942715"/>
                  </a:moveTo>
                  <a:lnTo>
                    <a:pt x="1071" y="1942469"/>
                  </a:lnTo>
                  <a:lnTo>
                    <a:pt x="2143" y="1942222"/>
                  </a:lnTo>
                  <a:lnTo>
                    <a:pt x="3214" y="1941975"/>
                  </a:lnTo>
                  <a:lnTo>
                    <a:pt x="4286" y="1941728"/>
                  </a:lnTo>
                  <a:lnTo>
                    <a:pt x="5357" y="1941480"/>
                  </a:lnTo>
                  <a:lnTo>
                    <a:pt x="6429" y="1941233"/>
                  </a:lnTo>
                  <a:lnTo>
                    <a:pt x="7501" y="1940985"/>
                  </a:lnTo>
                  <a:lnTo>
                    <a:pt x="8572" y="1940737"/>
                  </a:lnTo>
                  <a:lnTo>
                    <a:pt x="9644" y="1940489"/>
                  </a:lnTo>
                  <a:lnTo>
                    <a:pt x="10715" y="1940240"/>
                  </a:lnTo>
                  <a:lnTo>
                    <a:pt x="11787" y="1939992"/>
                  </a:lnTo>
                  <a:lnTo>
                    <a:pt x="12859" y="1939743"/>
                  </a:lnTo>
                  <a:lnTo>
                    <a:pt x="13930" y="1939493"/>
                  </a:lnTo>
                  <a:lnTo>
                    <a:pt x="15002" y="1939244"/>
                  </a:lnTo>
                  <a:lnTo>
                    <a:pt x="16073" y="1938995"/>
                  </a:lnTo>
                  <a:lnTo>
                    <a:pt x="17145" y="1938745"/>
                  </a:lnTo>
                  <a:lnTo>
                    <a:pt x="18217" y="1938495"/>
                  </a:lnTo>
                  <a:lnTo>
                    <a:pt x="19288" y="1938245"/>
                  </a:lnTo>
                  <a:lnTo>
                    <a:pt x="20360" y="1937994"/>
                  </a:lnTo>
                  <a:lnTo>
                    <a:pt x="21431" y="1937743"/>
                  </a:lnTo>
                  <a:lnTo>
                    <a:pt x="22503" y="1937492"/>
                  </a:lnTo>
                  <a:lnTo>
                    <a:pt x="23575" y="1937241"/>
                  </a:lnTo>
                  <a:lnTo>
                    <a:pt x="24646" y="1936990"/>
                  </a:lnTo>
                  <a:lnTo>
                    <a:pt x="25718" y="1936738"/>
                  </a:lnTo>
                  <a:lnTo>
                    <a:pt x="26789" y="1936487"/>
                  </a:lnTo>
                  <a:lnTo>
                    <a:pt x="27861" y="1936235"/>
                  </a:lnTo>
                  <a:lnTo>
                    <a:pt x="28933" y="1935982"/>
                  </a:lnTo>
                  <a:lnTo>
                    <a:pt x="30004" y="1935730"/>
                  </a:lnTo>
                  <a:lnTo>
                    <a:pt x="31076" y="1935477"/>
                  </a:lnTo>
                  <a:lnTo>
                    <a:pt x="32147" y="1935224"/>
                  </a:lnTo>
                  <a:lnTo>
                    <a:pt x="33219" y="1934971"/>
                  </a:lnTo>
                  <a:lnTo>
                    <a:pt x="34291" y="1934718"/>
                  </a:lnTo>
                  <a:lnTo>
                    <a:pt x="35362" y="1934464"/>
                  </a:lnTo>
                  <a:lnTo>
                    <a:pt x="36434" y="1934211"/>
                  </a:lnTo>
                  <a:lnTo>
                    <a:pt x="37505" y="1933957"/>
                  </a:lnTo>
                  <a:lnTo>
                    <a:pt x="38577" y="1933702"/>
                  </a:lnTo>
                  <a:lnTo>
                    <a:pt x="39649" y="1933448"/>
                  </a:lnTo>
                  <a:lnTo>
                    <a:pt x="40720" y="1933193"/>
                  </a:lnTo>
                  <a:lnTo>
                    <a:pt x="41792" y="1932938"/>
                  </a:lnTo>
                  <a:lnTo>
                    <a:pt x="42863" y="1932683"/>
                  </a:lnTo>
                  <a:lnTo>
                    <a:pt x="43935" y="1932428"/>
                  </a:lnTo>
                  <a:lnTo>
                    <a:pt x="45007" y="1932172"/>
                  </a:lnTo>
                  <a:lnTo>
                    <a:pt x="46078" y="1931916"/>
                  </a:lnTo>
                  <a:lnTo>
                    <a:pt x="47150" y="1931660"/>
                  </a:lnTo>
                  <a:lnTo>
                    <a:pt x="48221" y="1931404"/>
                  </a:lnTo>
                  <a:lnTo>
                    <a:pt x="49293" y="1931148"/>
                  </a:lnTo>
                  <a:lnTo>
                    <a:pt x="50365" y="1930891"/>
                  </a:lnTo>
                  <a:lnTo>
                    <a:pt x="51436" y="1930634"/>
                  </a:lnTo>
                  <a:lnTo>
                    <a:pt x="52508" y="1930377"/>
                  </a:lnTo>
                  <a:lnTo>
                    <a:pt x="53579" y="1930119"/>
                  </a:lnTo>
                  <a:lnTo>
                    <a:pt x="54651" y="1929862"/>
                  </a:lnTo>
                  <a:lnTo>
                    <a:pt x="55723" y="1929604"/>
                  </a:lnTo>
                  <a:lnTo>
                    <a:pt x="56794" y="1929346"/>
                  </a:lnTo>
                  <a:lnTo>
                    <a:pt x="57866" y="1929088"/>
                  </a:lnTo>
                  <a:lnTo>
                    <a:pt x="58937" y="1928829"/>
                  </a:lnTo>
                  <a:lnTo>
                    <a:pt x="60009" y="1928570"/>
                  </a:lnTo>
                  <a:lnTo>
                    <a:pt x="61081" y="1928311"/>
                  </a:lnTo>
                  <a:lnTo>
                    <a:pt x="62152" y="1928052"/>
                  </a:lnTo>
                  <a:lnTo>
                    <a:pt x="63224" y="1927793"/>
                  </a:lnTo>
                  <a:lnTo>
                    <a:pt x="64295" y="1927533"/>
                  </a:lnTo>
                  <a:lnTo>
                    <a:pt x="65367" y="1927273"/>
                  </a:lnTo>
                  <a:lnTo>
                    <a:pt x="66439" y="1927013"/>
                  </a:lnTo>
                  <a:lnTo>
                    <a:pt x="67510" y="1926753"/>
                  </a:lnTo>
                  <a:lnTo>
                    <a:pt x="68582" y="1926492"/>
                  </a:lnTo>
                  <a:lnTo>
                    <a:pt x="69653" y="1926231"/>
                  </a:lnTo>
                  <a:lnTo>
                    <a:pt x="70725" y="1925970"/>
                  </a:lnTo>
                  <a:lnTo>
                    <a:pt x="71797" y="1925709"/>
                  </a:lnTo>
                  <a:lnTo>
                    <a:pt x="72868" y="1925447"/>
                  </a:lnTo>
                  <a:lnTo>
                    <a:pt x="73940" y="1925186"/>
                  </a:lnTo>
                  <a:lnTo>
                    <a:pt x="75011" y="1924924"/>
                  </a:lnTo>
                  <a:lnTo>
                    <a:pt x="76083" y="1924661"/>
                  </a:lnTo>
                  <a:lnTo>
                    <a:pt x="77155" y="1924399"/>
                  </a:lnTo>
                  <a:lnTo>
                    <a:pt x="78226" y="1924136"/>
                  </a:lnTo>
                  <a:lnTo>
                    <a:pt x="79298" y="1923873"/>
                  </a:lnTo>
                  <a:lnTo>
                    <a:pt x="80369" y="1923610"/>
                  </a:lnTo>
                  <a:lnTo>
                    <a:pt x="81441" y="1923347"/>
                  </a:lnTo>
                  <a:lnTo>
                    <a:pt x="82513" y="1923083"/>
                  </a:lnTo>
                  <a:lnTo>
                    <a:pt x="83584" y="1922820"/>
                  </a:lnTo>
                  <a:lnTo>
                    <a:pt x="84656" y="1922555"/>
                  </a:lnTo>
                  <a:lnTo>
                    <a:pt x="85727" y="1922291"/>
                  </a:lnTo>
                  <a:lnTo>
                    <a:pt x="86799" y="1922027"/>
                  </a:lnTo>
                  <a:lnTo>
                    <a:pt x="87871" y="1921762"/>
                  </a:lnTo>
                  <a:lnTo>
                    <a:pt x="88942" y="1921497"/>
                  </a:lnTo>
                  <a:lnTo>
                    <a:pt x="90014" y="1921232"/>
                  </a:lnTo>
                  <a:lnTo>
                    <a:pt x="91085" y="1920966"/>
                  </a:lnTo>
                  <a:lnTo>
                    <a:pt x="92157" y="1920701"/>
                  </a:lnTo>
                  <a:lnTo>
                    <a:pt x="93229" y="1920435"/>
                  </a:lnTo>
                  <a:lnTo>
                    <a:pt x="94300" y="1920168"/>
                  </a:lnTo>
                  <a:lnTo>
                    <a:pt x="95372" y="1919902"/>
                  </a:lnTo>
                  <a:lnTo>
                    <a:pt x="96443" y="1919635"/>
                  </a:lnTo>
                  <a:lnTo>
                    <a:pt x="97515" y="1919369"/>
                  </a:lnTo>
                  <a:lnTo>
                    <a:pt x="98587" y="1919101"/>
                  </a:lnTo>
                  <a:lnTo>
                    <a:pt x="99658" y="1918834"/>
                  </a:lnTo>
                  <a:lnTo>
                    <a:pt x="100730" y="1918567"/>
                  </a:lnTo>
                  <a:lnTo>
                    <a:pt x="101801" y="1918299"/>
                  </a:lnTo>
                  <a:lnTo>
                    <a:pt x="102873" y="1918031"/>
                  </a:lnTo>
                  <a:lnTo>
                    <a:pt x="103945" y="1917762"/>
                  </a:lnTo>
                  <a:lnTo>
                    <a:pt x="105016" y="1917494"/>
                  </a:lnTo>
                  <a:lnTo>
                    <a:pt x="106088" y="1917225"/>
                  </a:lnTo>
                  <a:lnTo>
                    <a:pt x="107159" y="1916956"/>
                  </a:lnTo>
                  <a:lnTo>
                    <a:pt x="108231" y="1916687"/>
                  </a:lnTo>
                  <a:lnTo>
                    <a:pt x="109303" y="1916417"/>
                  </a:lnTo>
                  <a:lnTo>
                    <a:pt x="110374" y="1916148"/>
                  </a:lnTo>
                  <a:lnTo>
                    <a:pt x="111446" y="1915878"/>
                  </a:lnTo>
                  <a:lnTo>
                    <a:pt x="112517" y="1915608"/>
                  </a:lnTo>
                  <a:lnTo>
                    <a:pt x="113589" y="1915337"/>
                  </a:lnTo>
                  <a:lnTo>
                    <a:pt x="114661" y="1915067"/>
                  </a:lnTo>
                  <a:lnTo>
                    <a:pt x="115732" y="1914796"/>
                  </a:lnTo>
                  <a:lnTo>
                    <a:pt x="116804" y="1914525"/>
                  </a:lnTo>
                  <a:lnTo>
                    <a:pt x="117875" y="1914253"/>
                  </a:lnTo>
                  <a:lnTo>
                    <a:pt x="118947" y="1913982"/>
                  </a:lnTo>
                  <a:lnTo>
                    <a:pt x="120019" y="1913710"/>
                  </a:lnTo>
                  <a:lnTo>
                    <a:pt x="121090" y="1913438"/>
                  </a:lnTo>
                  <a:lnTo>
                    <a:pt x="122162" y="1913165"/>
                  </a:lnTo>
                  <a:lnTo>
                    <a:pt x="123233" y="1912893"/>
                  </a:lnTo>
                  <a:lnTo>
                    <a:pt x="124305" y="1912620"/>
                  </a:lnTo>
                  <a:lnTo>
                    <a:pt x="125377" y="1912347"/>
                  </a:lnTo>
                  <a:lnTo>
                    <a:pt x="126448" y="1912073"/>
                  </a:lnTo>
                  <a:lnTo>
                    <a:pt x="127520" y="1911800"/>
                  </a:lnTo>
                  <a:lnTo>
                    <a:pt x="128591" y="1911526"/>
                  </a:lnTo>
                  <a:lnTo>
                    <a:pt x="129663" y="1911252"/>
                  </a:lnTo>
                  <a:lnTo>
                    <a:pt x="130735" y="1910978"/>
                  </a:lnTo>
                  <a:lnTo>
                    <a:pt x="131806" y="1910703"/>
                  </a:lnTo>
                  <a:lnTo>
                    <a:pt x="132878" y="1910429"/>
                  </a:lnTo>
                  <a:lnTo>
                    <a:pt x="133949" y="1910154"/>
                  </a:lnTo>
                  <a:lnTo>
                    <a:pt x="135021" y="1909878"/>
                  </a:lnTo>
                  <a:lnTo>
                    <a:pt x="136093" y="1909603"/>
                  </a:lnTo>
                  <a:lnTo>
                    <a:pt x="137164" y="1909327"/>
                  </a:lnTo>
                  <a:lnTo>
                    <a:pt x="138236" y="1909051"/>
                  </a:lnTo>
                  <a:lnTo>
                    <a:pt x="139307" y="1908775"/>
                  </a:lnTo>
                  <a:lnTo>
                    <a:pt x="140379" y="1908499"/>
                  </a:lnTo>
                  <a:lnTo>
                    <a:pt x="141451" y="1908222"/>
                  </a:lnTo>
                  <a:lnTo>
                    <a:pt x="142522" y="1907945"/>
                  </a:lnTo>
                  <a:lnTo>
                    <a:pt x="143594" y="1907668"/>
                  </a:lnTo>
                  <a:lnTo>
                    <a:pt x="144665" y="1907390"/>
                  </a:lnTo>
                  <a:lnTo>
                    <a:pt x="145737" y="1907113"/>
                  </a:lnTo>
                  <a:lnTo>
                    <a:pt x="146809" y="1906835"/>
                  </a:lnTo>
                  <a:lnTo>
                    <a:pt x="147880" y="1906557"/>
                  </a:lnTo>
                  <a:lnTo>
                    <a:pt x="148952" y="1906278"/>
                  </a:lnTo>
                  <a:lnTo>
                    <a:pt x="150023" y="1906000"/>
                  </a:lnTo>
                  <a:lnTo>
                    <a:pt x="151095" y="1905721"/>
                  </a:lnTo>
                  <a:lnTo>
                    <a:pt x="152167" y="1905442"/>
                  </a:lnTo>
                  <a:lnTo>
                    <a:pt x="153238" y="1905162"/>
                  </a:lnTo>
                  <a:lnTo>
                    <a:pt x="154310" y="1904883"/>
                  </a:lnTo>
                  <a:lnTo>
                    <a:pt x="155381" y="1904603"/>
                  </a:lnTo>
                  <a:lnTo>
                    <a:pt x="156453" y="1904323"/>
                  </a:lnTo>
                  <a:lnTo>
                    <a:pt x="157525" y="1904042"/>
                  </a:lnTo>
                  <a:lnTo>
                    <a:pt x="158596" y="1903762"/>
                  </a:lnTo>
                  <a:lnTo>
                    <a:pt x="159668" y="1903481"/>
                  </a:lnTo>
                  <a:lnTo>
                    <a:pt x="160739" y="1903200"/>
                  </a:lnTo>
                  <a:lnTo>
                    <a:pt x="161811" y="1902918"/>
                  </a:lnTo>
                  <a:lnTo>
                    <a:pt x="162883" y="1902637"/>
                  </a:lnTo>
                  <a:lnTo>
                    <a:pt x="163954" y="1902355"/>
                  </a:lnTo>
                  <a:lnTo>
                    <a:pt x="165026" y="1902073"/>
                  </a:lnTo>
                  <a:lnTo>
                    <a:pt x="166097" y="1901790"/>
                  </a:lnTo>
                  <a:lnTo>
                    <a:pt x="167169" y="1901508"/>
                  </a:lnTo>
                  <a:lnTo>
                    <a:pt x="168241" y="1901225"/>
                  </a:lnTo>
                  <a:lnTo>
                    <a:pt x="169312" y="1900942"/>
                  </a:lnTo>
                  <a:lnTo>
                    <a:pt x="170384" y="1900658"/>
                  </a:lnTo>
                  <a:lnTo>
                    <a:pt x="171455" y="1900375"/>
                  </a:lnTo>
                  <a:lnTo>
                    <a:pt x="172527" y="1900091"/>
                  </a:lnTo>
                  <a:lnTo>
                    <a:pt x="173599" y="1899807"/>
                  </a:lnTo>
                  <a:lnTo>
                    <a:pt x="174670" y="1899522"/>
                  </a:lnTo>
                  <a:lnTo>
                    <a:pt x="175742" y="1899238"/>
                  </a:lnTo>
                  <a:lnTo>
                    <a:pt x="176813" y="1898953"/>
                  </a:lnTo>
                  <a:lnTo>
                    <a:pt x="177885" y="1898668"/>
                  </a:lnTo>
                  <a:lnTo>
                    <a:pt x="178956" y="1898383"/>
                  </a:lnTo>
                  <a:lnTo>
                    <a:pt x="180028" y="1898097"/>
                  </a:lnTo>
                  <a:lnTo>
                    <a:pt x="181100" y="1897811"/>
                  </a:lnTo>
                  <a:lnTo>
                    <a:pt x="182171" y="1897525"/>
                  </a:lnTo>
                  <a:lnTo>
                    <a:pt x="183243" y="1897239"/>
                  </a:lnTo>
                  <a:lnTo>
                    <a:pt x="184314" y="1896952"/>
                  </a:lnTo>
                  <a:lnTo>
                    <a:pt x="185386" y="1896665"/>
                  </a:lnTo>
                  <a:lnTo>
                    <a:pt x="186458" y="1896378"/>
                  </a:lnTo>
                  <a:lnTo>
                    <a:pt x="187529" y="1896091"/>
                  </a:lnTo>
                  <a:lnTo>
                    <a:pt x="188601" y="1895803"/>
                  </a:lnTo>
                  <a:lnTo>
                    <a:pt x="189672" y="1895515"/>
                  </a:lnTo>
                  <a:lnTo>
                    <a:pt x="190744" y="1895227"/>
                  </a:lnTo>
                  <a:lnTo>
                    <a:pt x="191816" y="1894939"/>
                  </a:lnTo>
                  <a:lnTo>
                    <a:pt x="192887" y="1894650"/>
                  </a:lnTo>
                  <a:lnTo>
                    <a:pt x="193959" y="1894361"/>
                  </a:lnTo>
                  <a:lnTo>
                    <a:pt x="195030" y="1894072"/>
                  </a:lnTo>
                  <a:lnTo>
                    <a:pt x="196102" y="1893782"/>
                  </a:lnTo>
                  <a:lnTo>
                    <a:pt x="197174" y="1893493"/>
                  </a:lnTo>
                  <a:lnTo>
                    <a:pt x="198245" y="1893203"/>
                  </a:lnTo>
                  <a:lnTo>
                    <a:pt x="199317" y="1892913"/>
                  </a:lnTo>
                  <a:lnTo>
                    <a:pt x="200388" y="1892622"/>
                  </a:lnTo>
                  <a:lnTo>
                    <a:pt x="201460" y="1892332"/>
                  </a:lnTo>
                  <a:lnTo>
                    <a:pt x="202532" y="1892041"/>
                  </a:lnTo>
                  <a:lnTo>
                    <a:pt x="203603" y="1891749"/>
                  </a:lnTo>
                  <a:lnTo>
                    <a:pt x="204675" y="1891458"/>
                  </a:lnTo>
                  <a:lnTo>
                    <a:pt x="205746" y="1891166"/>
                  </a:lnTo>
                  <a:lnTo>
                    <a:pt x="206818" y="1890874"/>
                  </a:lnTo>
                  <a:lnTo>
                    <a:pt x="207890" y="1890582"/>
                  </a:lnTo>
                  <a:lnTo>
                    <a:pt x="208961" y="1890289"/>
                  </a:lnTo>
                  <a:lnTo>
                    <a:pt x="210033" y="1889997"/>
                  </a:lnTo>
                  <a:lnTo>
                    <a:pt x="211104" y="1889704"/>
                  </a:lnTo>
                  <a:lnTo>
                    <a:pt x="212176" y="1889410"/>
                  </a:lnTo>
                  <a:lnTo>
                    <a:pt x="213248" y="1889117"/>
                  </a:lnTo>
                  <a:lnTo>
                    <a:pt x="214319" y="1888823"/>
                  </a:lnTo>
                  <a:lnTo>
                    <a:pt x="215391" y="1888529"/>
                  </a:lnTo>
                  <a:lnTo>
                    <a:pt x="216462" y="1888235"/>
                  </a:lnTo>
                  <a:lnTo>
                    <a:pt x="217534" y="1887940"/>
                  </a:lnTo>
                  <a:lnTo>
                    <a:pt x="218606" y="1887645"/>
                  </a:lnTo>
                  <a:lnTo>
                    <a:pt x="219677" y="1887350"/>
                  </a:lnTo>
                  <a:lnTo>
                    <a:pt x="220749" y="1887055"/>
                  </a:lnTo>
                  <a:lnTo>
                    <a:pt x="221820" y="1886759"/>
                  </a:lnTo>
                  <a:lnTo>
                    <a:pt x="222892" y="1886464"/>
                  </a:lnTo>
                  <a:lnTo>
                    <a:pt x="223964" y="1886167"/>
                  </a:lnTo>
                  <a:lnTo>
                    <a:pt x="225035" y="1885871"/>
                  </a:lnTo>
                  <a:lnTo>
                    <a:pt x="226107" y="1885574"/>
                  </a:lnTo>
                  <a:lnTo>
                    <a:pt x="227178" y="1885277"/>
                  </a:lnTo>
                  <a:lnTo>
                    <a:pt x="228250" y="1884980"/>
                  </a:lnTo>
                  <a:lnTo>
                    <a:pt x="229322" y="1884683"/>
                  </a:lnTo>
                  <a:lnTo>
                    <a:pt x="230393" y="1884385"/>
                  </a:lnTo>
                  <a:lnTo>
                    <a:pt x="231465" y="1884087"/>
                  </a:lnTo>
                  <a:lnTo>
                    <a:pt x="232536" y="1883789"/>
                  </a:lnTo>
                  <a:lnTo>
                    <a:pt x="233608" y="1883491"/>
                  </a:lnTo>
                  <a:lnTo>
                    <a:pt x="234680" y="1883192"/>
                  </a:lnTo>
                  <a:lnTo>
                    <a:pt x="235751" y="1882893"/>
                  </a:lnTo>
                  <a:lnTo>
                    <a:pt x="236823" y="1882593"/>
                  </a:lnTo>
                  <a:lnTo>
                    <a:pt x="237894" y="1882294"/>
                  </a:lnTo>
                  <a:lnTo>
                    <a:pt x="238966" y="1881994"/>
                  </a:lnTo>
                  <a:lnTo>
                    <a:pt x="240038" y="1881694"/>
                  </a:lnTo>
                  <a:lnTo>
                    <a:pt x="241109" y="1881394"/>
                  </a:lnTo>
                  <a:lnTo>
                    <a:pt x="242181" y="1881093"/>
                  </a:lnTo>
                  <a:lnTo>
                    <a:pt x="243252" y="1880792"/>
                  </a:lnTo>
                  <a:lnTo>
                    <a:pt x="244324" y="1880491"/>
                  </a:lnTo>
                  <a:lnTo>
                    <a:pt x="245396" y="1880190"/>
                  </a:lnTo>
                  <a:lnTo>
                    <a:pt x="246467" y="1879888"/>
                  </a:lnTo>
                  <a:lnTo>
                    <a:pt x="247539" y="1879586"/>
                  </a:lnTo>
                  <a:lnTo>
                    <a:pt x="248610" y="1879284"/>
                  </a:lnTo>
                  <a:lnTo>
                    <a:pt x="249682" y="1878982"/>
                  </a:lnTo>
                  <a:lnTo>
                    <a:pt x="250754" y="1878679"/>
                  </a:lnTo>
                  <a:lnTo>
                    <a:pt x="251825" y="1878376"/>
                  </a:lnTo>
                  <a:lnTo>
                    <a:pt x="252897" y="1878073"/>
                  </a:lnTo>
                  <a:lnTo>
                    <a:pt x="253968" y="1877769"/>
                  </a:lnTo>
                  <a:lnTo>
                    <a:pt x="255040" y="1877465"/>
                  </a:lnTo>
                  <a:lnTo>
                    <a:pt x="256112" y="1877161"/>
                  </a:lnTo>
                  <a:lnTo>
                    <a:pt x="257183" y="1876857"/>
                  </a:lnTo>
                  <a:lnTo>
                    <a:pt x="258255" y="1876552"/>
                  </a:lnTo>
                  <a:lnTo>
                    <a:pt x="259326" y="1876247"/>
                  </a:lnTo>
                  <a:lnTo>
                    <a:pt x="260398" y="1875942"/>
                  </a:lnTo>
                  <a:lnTo>
                    <a:pt x="261470" y="1875637"/>
                  </a:lnTo>
                  <a:lnTo>
                    <a:pt x="262541" y="1875331"/>
                  </a:lnTo>
                  <a:lnTo>
                    <a:pt x="263613" y="1875025"/>
                  </a:lnTo>
                  <a:lnTo>
                    <a:pt x="264684" y="1874719"/>
                  </a:lnTo>
                  <a:lnTo>
                    <a:pt x="265756" y="1874413"/>
                  </a:lnTo>
                  <a:lnTo>
                    <a:pt x="266828" y="1874106"/>
                  </a:lnTo>
                  <a:lnTo>
                    <a:pt x="267899" y="1873799"/>
                  </a:lnTo>
                  <a:lnTo>
                    <a:pt x="268971" y="1873492"/>
                  </a:lnTo>
                  <a:lnTo>
                    <a:pt x="270042" y="1873184"/>
                  </a:lnTo>
                  <a:lnTo>
                    <a:pt x="271114" y="1872876"/>
                  </a:lnTo>
                  <a:lnTo>
                    <a:pt x="272186" y="1872568"/>
                  </a:lnTo>
                  <a:lnTo>
                    <a:pt x="273257" y="1872260"/>
                  </a:lnTo>
                  <a:lnTo>
                    <a:pt x="274329" y="1871951"/>
                  </a:lnTo>
                  <a:lnTo>
                    <a:pt x="275400" y="1871642"/>
                  </a:lnTo>
                  <a:lnTo>
                    <a:pt x="276472" y="1871333"/>
                  </a:lnTo>
                  <a:lnTo>
                    <a:pt x="277544" y="1871023"/>
                  </a:lnTo>
                  <a:lnTo>
                    <a:pt x="278615" y="1870714"/>
                  </a:lnTo>
                  <a:lnTo>
                    <a:pt x="279687" y="1870404"/>
                  </a:lnTo>
                  <a:lnTo>
                    <a:pt x="280758" y="1870093"/>
                  </a:lnTo>
                  <a:lnTo>
                    <a:pt x="281830" y="1869783"/>
                  </a:lnTo>
                  <a:lnTo>
                    <a:pt x="282902" y="1869472"/>
                  </a:lnTo>
                  <a:lnTo>
                    <a:pt x="283973" y="1869161"/>
                  </a:lnTo>
                  <a:lnTo>
                    <a:pt x="285045" y="1868849"/>
                  </a:lnTo>
                  <a:lnTo>
                    <a:pt x="286116" y="1868538"/>
                  </a:lnTo>
                  <a:lnTo>
                    <a:pt x="287188" y="1868226"/>
                  </a:lnTo>
                  <a:lnTo>
                    <a:pt x="288260" y="1867914"/>
                  </a:lnTo>
                  <a:lnTo>
                    <a:pt x="289331" y="1867601"/>
                  </a:lnTo>
                  <a:lnTo>
                    <a:pt x="290403" y="1867288"/>
                  </a:lnTo>
                  <a:lnTo>
                    <a:pt x="291474" y="1866975"/>
                  </a:lnTo>
                  <a:lnTo>
                    <a:pt x="292546" y="1866662"/>
                  </a:lnTo>
                  <a:lnTo>
                    <a:pt x="293618" y="1866348"/>
                  </a:lnTo>
                  <a:lnTo>
                    <a:pt x="294689" y="1866035"/>
                  </a:lnTo>
                  <a:lnTo>
                    <a:pt x="295761" y="1865720"/>
                  </a:lnTo>
                  <a:lnTo>
                    <a:pt x="296832" y="1865406"/>
                  </a:lnTo>
                  <a:lnTo>
                    <a:pt x="297904" y="1865091"/>
                  </a:lnTo>
                  <a:lnTo>
                    <a:pt x="298976" y="1864776"/>
                  </a:lnTo>
                  <a:lnTo>
                    <a:pt x="300047" y="1864461"/>
                  </a:lnTo>
                  <a:lnTo>
                    <a:pt x="301119" y="1864146"/>
                  </a:lnTo>
                  <a:lnTo>
                    <a:pt x="302190" y="1863830"/>
                  </a:lnTo>
                  <a:lnTo>
                    <a:pt x="303262" y="1863514"/>
                  </a:lnTo>
                  <a:lnTo>
                    <a:pt x="304334" y="1863197"/>
                  </a:lnTo>
                  <a:lnTo>
                    <a:pt x="305405" y="1862881"/>
                  </a:lnTo>
                  <a:lnTo>
                    <a:pt x="306477" y="1862564"/>
                  </a:lnTo>
                  <a:lnTo>
                    <a:pt x="307548" y="1862247"/>
                  </a:lnTo>
                  <a:lnTo>
                    <a:pt x="308620" y="1861929"/>
                  </a:lnTo>
                  <a:lnTo>
                    <a:pt x="309692" y="1861611"/>
                  </a:lnTo>
                  <a:lnTo>
                    <a:pt x="310763" y="1861293"/>
                  </a:lnTo>
                  <a:lnTo>
                    <a:pt x="311835" y="1860975"/>
                  </a:lnTo>
                  <a:lnTo>
                    <a:pt x="312906" y="1860656"/>
                  </a:lnTo>
                  <a:lnTo>
                    <a:pt x="313978" y="1860337"/>
                  </a:lnTo>
                  <a:lnTo>
                    <a:pt x="315050" y="1860018"/>
                  </a:lnTo>
                  <a:lnTo>
                    <a:pt x="316121" y="1859699"/>
                  </a:lnTo>
                  <a:lnTo>
                    <a:pt x="317193" y="1859379"/>
                  </a:lnTo>
                  <a:lnTo>
                    <a:pt x="318264" y="1859059"/>
                  </a:lnTo>
                  <a:lnTo>
                    <a:pt x="319336" y="1858739"/>
                  </a:lnTo>
                  <a:lnTo>
                    <a:pt x="320408" y="1858418"/>
                  </a:lnTo>
                  <a:lnTo>
                    <a:pt x="321479" y="1858097"/>
                  </a:lnTo>
                  <a:lnTo>
                    <a:pt x="322551" y="1857776"/>
                  </a:lnTo>
                  <a:lnTo>
                    <a:pt x="323622" y="1857455"/>
                  </a:lnTo>
                  <a:lnTo>
                    <a:pt x="324694" y="1857133"/>
                  </a:lnTo>
                  <a:lnTo>
                    <a:pt x="325766" y="1856811"/>
                  </a:lnTo>
                  <a:lnTo>
                    <a:pt x="326837" y="1856489"/>
                  </a:lnTo>
                  <a:lnTo>
                    <a:pt x="327909" y="1856166"/>
                  </a:lnTo>
                  <a:lnTo>
                    <a:pt x="328980" y="1855843"/>
                  </a:lnTo>
                  <a:lnTo>
                    <a:pt x="330052" y="1855520"/>
                  </a:lnTo>
                  <a:lnTo>
                    <a:pt x="331124" y="1855197"/>
                  </a:lnTo>
                  <a:lnTo>
                    <a:pt x="332195" y="1854873"/>
                  </a:lnTo>
                  <a:lnTo>
                    <a:pt x="333267" y="1854549"/>
                  </a:lnTo>
                  <a:lnTo>
                    <a:pt x="334338" y="1854225"/>
                  </a:lnTo>
                  <a:lnTo>
                    <a:pt x="335410" y="1853900"/>
                  </a:lnTo>
                  <a:lnTo>
                    <a:pt x="336482" y="1853576"/>
                  </a:lnTo>
                  <a:lnTo>
                    <a:pt x="337553" y="1853250"/>
                  </a:lnTo>
                  <a:lnTo>
                    <a:pt x="338625" y="1852925"/>
                  </a:lnTo>
                  <a:lnTo>
                    <a:pt x="339696" y="1852599"/>
                  </a:lnTo>
                  <a:lnTo>
                    <a:pt x="340768" y="1852273"/>
                  </a:lnTo>
                  <a:lnTo>
                    <a:pt x="341840" y="1851947"/>
                  </a:lnTo>
                  <a:lnTo>
                    <a:pt x="342911" y="1851620"/>
                  </a:lnTo>
                  <a:lnTo>
                    <a:pt x="343983" y="1851294"/>
                  </a:lnTo>
                  <a:lnTo>
                    <a:pt x="345054" y="1850966"/>
                  </a:lnTo>
                  <a:lnTo>
                    <a:pt x="346126" y="1850639"/>
                  </a:lnTo>
                  <a:lnTo>
                    <a:pt x="347198" y="1850311"/>
                  </a:lnTo>
                  <a:lnTo>
                    <a:pt x="348269" y="1849983"/>
                  </a:lnTo>
                  <a:lnTo>
                    <a:pt x="349341" y="1849655"/>
                  </a:lnTo>
                  <a:lnTo>
                    <a:pt x="350412" y="1849326"/>
                  </a:lnTo>
                  <a:lnTo>
                    <a:pt x="351484" y="1848998"/>
                  </a:lnTo>
                  <a:lnTo>
                    <a:pt x="352556" y="1848668"/>
                  </a:lnTo>
                  <a:lnTo>
                    <a:pt x="353627" y="1848339"/>
                  </a:lnTo>
                  <a:lnTo>
                    <a:pt x="354699" y="1848009"/>
                  </a:lnTo>
                  <a:lnTo>
                    <a:pt x="355770" y="1847679"/>
                  </a:lnTo>
                  <a:lnTo>
                    <a:pt x="356842" y="1847349"/>
                  </a:lnTo>
                  <a:lnTo>
                    <a:pt x="357913" y="1847018"/>
                  </a:lnTo>
                  <a:lnTo>
                    <a:pt x="358985" y="1846687"/>
                  </a:lnTo>
                  <a:lnTo>
                    <a:pt x="360057" y="1846356"/>
                  </a:lnTo>
                  <a:lnTo>
                    <a:pt x="361128" y="1846025"/>
                  </a:lnTo>
                  <a:lnTo>
                    <a:pt x="362200" y="1845693"/>
                  </a:lnTo>
                  <a:lnTo>
                    <a:pt x="363271" y="1845361"/>
                  </a:lnTo>
                  <a:lnTo>
                    <a:pt x="364343" y="1845028"/>
                  </a:lnTo>
                  <a:lnTo>
                    <a:pt x="365415" y="1844696"/>
                  </a:lnTo>
                  <a:lnTo>
                    <a:pt x="366486" y="1844363"/>
                  </a:lnTo>
                  <a:lnTo>
                    <a:pt x="367558" y="1844029"/>
                  </a:lnTo>
                  <a:lnTo>
                    <a:pt x="368629" y="1843696"/>
                  </a:lnTo>
                  <a:lnTo>
                    <a:pt x="369701" y="1843362"/>
                  </a:lnTo>
                  <a:lnTo>
                    <a:pt x="370773" y="1843028"/>
                  </a:lnTo>
                  <a:lnTo>
                    <a:pt x="371844" y="1842693"/>
                  </a:lnTo>
                  <a:lnTo>
                    <a:pt x="372916" y="1842359"/>
                  </a:lnTo>
                  <a:lnTo>
                    <a:pt x="373987" y="1842024"/>
                  </a:lnTo>
                  <a:lnTo>
                    <a:pt x="375059" y="1841688"/>
                  </a:lnTo>
                  <a:lnTo>
                    <a:pt x="376131" y="1841353"/>
                  </a:lnTo>
                  <a:lnTo>
                    <a:pt x="377202" y="1841017"/>
                  </a:lnTo>
                  <a:lnTo>
                    <a:pt x="378274" y="1840681"/>
                  </a:lnTo>
                  <a:lnTo>
                    <a:pt x="379345" y="1840344"/>
                  </a:lnTo>
                  <a:lnTo>
                    <a:pt x="380417" y="1840007"/>
                  </a:lnTo>
                  <a:lnTo>
                    <a:pt x="381489" y="1839670"/>
                  </a:lnTo>
                  <a:lnTo>
                    <a:pt x="382560" y="1839333"/>
                  </a:lnTo>
                  <a:lnTo>
                    <a:pt x="383632" y="1838995"/>
                  </a:lnTo>
                  <a:lnTo>
                    <a:pt x="384703" y="1838657"/>
                  </a:lnTo>
                  <a:lnTo>
                    <a:pt x="385775" y="1838319"/>
                  </a:lnTo>
                  <a:lnTo>
                    <a:pt x="386847" y="1837980"/>
                  </a:lnTo>
                  <a:lnTo>
                    <a:pt x="387918" y="1837641"/>
                  </a:lnTo>
                  <a:lnTo>
                    <a:pt x="388990" y="1837302"/>
                  </a:lnTo>
                  <a:lnTo>
                    <a:pt x="390061" y="1836963"/>
                  </a:lnTo>
                  <a:lnTo>
                    <a:pt x="391133" y="1836623"/>
                  </a:lnTo>
                  <a:lnTo>
                    <a:pt x="392205" y="1836283"/>
                  </a:lnTo>
                  <a:lnTo>
                    <a:pt x="393276" y="1835943"/>
                  </a:lnTo>
                  <a:lnTo>
                    <a:pt x="394348" y="1835602"/>
                  </a:lnTo>
                  <a:lnTo>
                    <a:pt x="395419" y="1835261"/>
                  </a:lnTo>
                  <a:lnTo>
                    <a:pt x="396491" y="1834920"/>
                  </a:lnTo>
                  <a:lnTo>
                    <a:pt x="397563" y="1834578"/>
                  </a:lnTo>
                  <a:lnTo>
                    <a:pt x="398634" y="1834236"/>
                  </a:lnTo>
                  <a:lnTo>
                    <a:pt x="399706" y="1833894"/>
                  </a:lnTo>
                  <a:lnTo>
                    <a:pt x="400777" y="1833551"/>
                  </a:lnTo>
                  <a:lnTo>
                    <a:pt x="401849" y="1833209"/>
                  </a:lnTo>
                  <a:lnTo>
                    <a:pt x="402921" y="1832866"/>
                  </a:lnTo>
                  <a:lnTo>
                    <a:pt x="403992" y="1832522"/>
                  </a:lnTo>
                  <a:lnTo>
                    <a:pt x="405064" y="1832178"/>
                  </a:lnTo>
                  <a:lnTo>
                    <a:pt x="406135" y="1831834"/>
                  </a:lnTo>
                  <a:lnTo>
                    <a:pt x="407207" y="1831490"/>
                  </a:lnTo>
                  <a:lnTo>
                    <a:pt x="408279" y="1831146"/>
                  </a:lnTo>
                  <a:lnTo>
                    <a:pt x="409350" y="1830801"/>
                  </a:lnTo>
                  <a:lnTo>
                    <a:pt x="410422" y="1830455"/>
                  </a:lnTo>
                  <a:lnTo>
                    <a:pt x="411493" y="1830110"/>
                  </a:lnTo>
                  <a:lnTo>
                    <a:pt x="412565" y="1829764"/>
                  </a:lnTo>
                  <a:lnTo>
                    <a:pt x="413637" y="1829418"/>
                  </a:lnTo>
                  <a:lnTo>
                    <a:pt x="414708" y="1829072"/>
                  </a:lnTo>
                  <a:lnTo>
                    <a:pt x="415780" y="1828725"/>
                  </a:lnTo>
                  <a:lnTo>
                    <a:pt x="416851" y="1828378"/>
                  </a:lnTo>
                  <a:lnTo>
                    <a:pt x="417923" y="1828030"/>
                  </a:lnTo>
                  <a:lnTo>
                    <a:pt x="418995" y="1827683"/>
                  </a:lnTo>
                  <a:lnTo>
                    <a:pt x="420066" y="1827335"/>
                  </a:lnTo>
                  <a:lnTo>
                    <a:pt x="421138" y="1826986"/>
                  </a:lnTo>
                  <a:lnTo>
                    <a:pt x="422209" y="1826638"/>
                  </a:lnTo>
                  <a:lnTo>
                    <a:pt x="423281" y="1826289"/>
                  </a:lnTo>
                  <a:lnTo>
                    <a:pt x="424353" y="1825940"/>
                  </a:lnTo>
                  <a:lnTo>
                    <a:pt x="425424" y="1825590"/>
                  </a:lnTo>
                  <a:lnTo>
                    <a:pt x="426496" y="1825241"/>
                  </a:lnTo>
                  <a:lnTo>
                    <a:pt x="427567" y="1824890"/>
                  </a:lnTo>
                  <a:lnTo>
                    <a:pt x="428639" y="1824540"/>
                  </a:lnTo>
                  <a:lnTo>
                    <a:pt x="429711" y="1824189"/>
                  </a:lnTo>
                  <a:lnTo>
                    <a:pt x="430782" y="1823838"/>
                  </a:lnTo>
                  <a:lnTo>
                    <a:pt x="431854" y="1823487"/>
                  </a:lnTo>
                  <a:lnTo>
                    <a:pt x="432925" y="1823135"/>
                  </a:lnTo>
                  <a:lnTo>
                    <a:pt x="433997" y="1822783"/>
                  </a:lnTo>
                  <a:lnTo>
                    <a:pt x="435069" y="1822431"/>
                  </a:lnTo>
                  <a:lnTo>
                    <a:pt x="436140" y="1822078"/>
                  </a:lnTo>
                  <a:lnTo>
                    <a:pt x="437212" y="1821726"/>
                  </a:lnTo>
                  <a:lnTo>
                    <a:pt x="438283" y="1821372"/>
                  </a:lnTo>
                  <a:lnTo>
                    <a:pt x="439355" y="1821019"/>
                  </a:lnTo>
                  <a:lnTo>
                    <a:pt x="440427" y="1820665"/>
                  </a:lnTo>
                  <a:lnTo>
                    <a:pt x="441498" y="1820311"/>
                  </a:lnTo>
                  <a:lnTo>
                    <a:pt x="442570" y="1819956"/>
                  </a:lnTo>
                  <a:lnTo>
                    <a:pt x="443641" y="1819602"/>
                  </a:lnTo>
                  <a:lnTo>
                    <a:pt x="444713" y="1819247"/>
                  </a:lnTo>
                  <a:lnTo>
                    <a:pt x="445785" y="1818891"/>
                  </a:lnTo>
                  <a:lnTo>
                    <a:pt x="446856" y="1818536"/>
                  </a:lnTo>
                  <a:lnTo>
                    <a:pt x="447928" y="1818180"/>
                  </a:lnTo>
                  <a:lnTo>
                    <a:pt x="448999" y="1817823"/>
                  </a:lnTo>
                  <a:lnTo>
                    <a:pt x="450071" y="1817467"/>
                  </a:lnTo>
                  <a:lnTo>
                    <a:pt x="451143" y="1817110"/>
                  </a:lnTo>
                  <a:lnTo>
                    <a:pt x="452214" y="1816753"/>
                  </a:lnTo>
                  <a:lnTo>
                    <a:pt x="453286" y="1816395"/>
                  </a:lnTo>
                  <a:lnTo>
                    <a:pt x="454357" y="1816037"/>
                  </a:lnTo>
                  <a:lnTo>
                    <a:pt x="455429" y="1815679"/>
                  </a:lnTo>
                  <a:lnTo>
                    <a:pt x="456501" y="1815320"/>
                  </a:lnTo>
                  <a:lnTo>
                    <a:pt x="457572" y="1814962"/>
                  </a:lnTo>
                  <a:lnTo>
                    <a:pt x="458644" y="1814603"/>
                  </a:lnTo>
                  <a:lnTo>
                    <a:pt x="459715" y="1814243"/>
                  </a:lnTo>
                  <a:lnTo>
                    <a:pt x="460787" y="1813883"/>
                  </a:lnTo>
                  <a:lnTo>
                    <a:pt x="461859" y="1813523"/>
                  </a:lnTo>
                  <a:lnTo>
                    <a:pt x="462930" y="1813163"/>
                  </a:lnTo>
                  <a:lnTo>
                    <a:pt x="464002" y="1812802"/>
                  </a:lnTo>
                  <a:lnTo>
                    <a:pt x="465073" y="1812441"/>
                  </a:lnTo>
                  <a:lnTo>
                    <a:pt x="466145" y="1812080"/>
                  </a:lnTo>
                  <a:lnTo>
                    <a:pt x="467217" y="1811718"/>
                  </a:lnTo>
                  <a:lnTo>
                    <a:pt x="468288" y="1811356"/>
                  </a:lnTo>
                  <a:lnTo>
                    <a:pt x="469360" y="1810994"/>
                  </a:lnTo>
                  <a:lnTo>
                    <a:pt x="470431" y="1810631"/>
                  </a:lnTo>
                  <a:lnTo>
                    <a:pt x="471503" y="1810268"/>
                  </a:lnTo>
                  <a:lnTo>
                    <a:pt x="472575" y="1809905"/>
                  </a:lnTo>
                  <a:lnTo>
                    <a:pt x="473646" y="1809542"/>
                  </a:lnTo>
                  <a:lnTo>
                    <a:pt x="474718" y="1809178"/>
                  </a:lnTo>
                  <a:lnTo>
                    <a:pt x="475789" y="1808814"/>
                  </a:lnTo>
                  <a:lnTo>
                    <a:pt x="476861" y="1808449"/>
                  </a:lnTo>
                  <a:lnTo>
                    <a:pt x="477933" y="1808084"/>
                  </a:lnTo>
                  <a:lnTo>
                    <a:pt x="479004" y="1807719"/>
                  </a:lnTo>
                  <a:lnTo>
                    <a:pt x="480076" y="1807354"/>
                  </a:lnTo>
                  <a:lnTo>
                    <a:pt x="481147" y="1806988"/>
                  </a:lnTo>
                  <a:lnTo>
                    <a:pt x="482219" y="1806622"/>
                  </a:lnTo>
                  <a:lnTo>
                    <a:pt x="483291" y="1806255"/>
                  </a:lnTo>
                  <a:lnTo>
                    <a:pt x="484362" y="1805889"/>
                  </a:lnTo>
                  <a:lnTo>
                    <a:pt x="485434" y="1805522"/>
                  </a:lnTo>
                  <a:lnTo>
                    <a:pt x="486505" y="1805154"/>
                  </a:lnTo>
                  <a:lnTo>
                    <a:pt x="487577" y="1804787"/>
                  </a:lnTo>
                  <a:lnTo>
                    <a:pt x="488649" y="1804419"/>
                  </a:lnTo>
                  <a:lnTo>
                    <a:pt x="489720" y="1804050"/>
                  </a:lnTo>
                  <a:lnTo>
                    <a:pt x="490792" y="1803682"/>
                  </a:lnTo>
                  <a:lnTo>
                    <a:pt x="491863" y="1803313"/>
                  </a:lnTo>
                  <a:lnTo>
                    <a:pt x="492935" y="1802943"/>
                  </a:lnTo>
                  <a:lnTo>
                    <a:pt x="494007" y="1802574"/>
                  </a:lnTo>
                  <a:lnTo>
                    <a:pt x="495078" y="1802204"/>
                  </a:lnTo>
                  <a:lnTo>
                    <a:pt x="496150" y="1801834"/>
                  </a:lnTo>
                  <a:lnTo>
                    <a:pt x="497221" y="1801463"/>
                  </a:lnTo>
                  <a:lnTo>
                    <a:pt x="498293" y="1801092"/>
                  </a:lnTo>
                  <a:lnTo>
                    <a:pt x="499365" y="1800721"/>
                  </a:lnTo>
                  <a:lnTo>
                    <a:pt x="500436" y="1800349"/>
                  </a:lnTo>
                  <a:lnTo>
                    <a:pt x="501508" y="1799978"/>
                  </a:lnTo>
                  <a:lnTo>
                    <a:pt x="502579" y="1799605"/>
                  </a:lnTo>
                  <a:lnTo>
                    <a:pt x="503651" y="1799233"/>
                  </a:lnTo>
                  <a:lnTo>
                    <a:pt x="504723" y="1798860"/>
                  </a:lnTo>
                  <a:lnTo>
                    <a:pt x="505794" y="1798487"/>
                  </a:lnTo>
                  <a:lnTo>
                    <a:pt x="506866" y="1798113"/>
                  </a:lnTo>
                  <a:lnTo>
                    <a:pt x="507937" y="1797740"/>
                  </a:lnTo>
                  <a:lnTo>
                    <a:pt x="509009" y="1797365"/>
                  </a:lnTo>
                  <a:lnTo>
                    <a:pt x="510081" y="1796991"/>
                  </a:lnTo>
                  <a:lnTo>
                    <a:pt x="511152" y="1796616"/>
                  </a:lnTo>
                  <a:lnTo>
                    <a:pt x="512224" y="1796241"/>
                  </a:lnTo>
                  <a:lnTo>
                    <a:pt x="513295" y="1795866"/>
                  </a:lnTo>
                  <a:lnTo>
                    <a:pt x="514367" y="1795490"/>
                  </a:lnTo>
                  <a:lnTo>
                    <a:pt x="515439" y="1795114"/>
                  </a:lnTo>
                  <a:lnTo>
                    <a:pt x="516510" y="1794737"/>
                  </a:lnTo>
                  <a:lnTo>
                    <a:pt x="517582" y="1794361"/>
                  </a:lnTo>
                  <a:lnTo>
                    <a:pt x="518653" y="1793984"/>
                  </a:lnTo>
                  <a:lnTo>
                    <a:pt x="519725" y="1793606"/>
                  </a:lnTo>
                  <a:lnTo>
                    <a:pt x="520797" y="1793229"/>
                  </a:lnTo>
                  <a:lnTo>
                    <a:pt x="521868" y="1792850"/>
                  </a:lnTo>
                  <a:lnTo>
                    <a:pt x="522940" y="1792472"/>
                  </a:lnTo>
                  <a:lnTo>
                    <a:pt x="524011" y="1792093"/>
                  </a:lnTo>
                  <a:lnTo>
                    <a:pt x="525083" y="1791714"/>
                  </a:lnTo>
                  <a:lnTo>
                    <a:pt x="526155" y="1791335"/>
                  </a:lnTo>
                  <a:lnTo>
                    <a:pt x="527226" y="1790955"/>
                  </a:lnTo>
                  <a:lnTo>
                    <a:pt x="528298" y="1790575"/>
                  </a:lnTo>
                  <a:lnTo>
                    <a:pt x="529369" y="1790195"/>
                  </a:lnTo>
                  <a:lnTo>
                    <a:pt x="530441" y="1789814"/>
                  </a:lnTo>
                  <a:lnTo>
                    <a:pt x="531513" y="1789433"/>
                  </a:lnTo>
                  <a:lnTo>
                    <a:pt x="532584" y="1789052"/>
                  </a:lnTo>
                  <a:lnTo>
                    <a:pt x="533656" y="1788670"/>
                  </a:lnTo>
                  <a:lnTo>
                    <a:pt x="534727" y="1788288"/>
                  </a:lnTo>
                  <a:lnTo>
                    <a:pt x="535799" y="1787906"/>
                  </a:lnTo>
                  <a:lnTo>
                    <a:pt x="536870" y="1787523"/>
                  </a:lnTo>
                  <a:lnTo>
                    <a:pt x="537942" y="1787140"/>
                  </a:lnTo>
                  <a:lnTo>
                    <a:pt x="539014" y="1786757"/>
                  </a:lnTo>
                  <a:lnTo>
                    <a:pt x="540085" y="1786373"/>
                  </a:lnTo>
                  <a:lnTo>
                    <a:pt x="541157" y="1785990"/>
                  </a:lnTo>
                  <a:lnTo>
                    <a:pt x="542228" y="1785605"/>
                  </a:lnTo>
                  <a:lnTo>
                    <a:pt x="543300" y="1785221"/>
                  </a:lnTo>
                  <a:lnTo>
                    <a:pt x="544372" y="1784836"/>
                  </a:lnTo>
                  <a:lnTo>
                    <a:pt x="545443" y="1784450"/>
                  </a:lnTo>
                  <a:lnTo>
                    <a:pt x="546515" y="1784065"/>
                  </a:lnTo>
                  <a:lnTo>
                    <a:pt x="547586" y="1783679"/>
                  </a:lnTo>
                  <a:lnTo>
                    <a:pt x="548658" y="1783292"/>
                  </a:lnTo>
                  <a:lnTo>
                    <a:pt x="549730" y="1782906"/>
                  </a:lnTo>
                  <a:lnTo>
                    <a:pt x="550801" y="1782519"/>
                  </a:lnTo>
                  <a:lnTo>
                    <a:pt x="551873" y="1782132"/>
                  </a:lnTo>
                  <a:lnTo>
                    <a:pt x="552944" y="1781744"/>
                  </a:lnTo>
                  <a:lnTo>
                    <a:pt x="554016" y="1781356"/>
                  </a:lnTo>
                  <a:lnTo>
                    <a:pt x="555088" y="1780968"/>
                  </a:lnTo>
                  <a:lnTo>
                    <a:pt x="556159" y="1780579"/>
                  </a:lnTo>
                  <a:lnTo>
                    <a:pt x="557231" y="1780190"/>
                  </a:lnTo>
                  <a:lnTo>
                    <a:pt x="558302" y="1779801"/>
                  </a:lnTo>
                  <a:lnTo>
                    <a:pt x="559374" y="1779411"/>
                  </a:lnTo>
                  <a:lnTo>
                    <a:pt x="560446" y="1779021"/>
                  </a:lnTo>
                  <a:lnTo>
                    <a:pt x="561517" y="1778631"/>
                  </a:lnTo>
                  <a:lnTo>
                    <a:pt x="562589" y="1778240"/>
                  </a:lnTo>
                  <a:lnTo>
                    <a:pt x="563660" y="1777849"/>
                  </a:lnTo>
                  <a:lnTo>
                    <a:pt x="564732" y="1777458"/>
                  </a:lnTo>
                  <a:lnTo>
                    <a:pt x="565804" y="1777066"/>
                  </a:lnTo>
                  <a:lnTo>
                    <a:pt x="566875" y="1776674"/>
                  </a:lnTo>
                  <a:lnTo>
                    <a:pt x="567947" y="1776282"/>
                  </a:lnTo>
                  <a:lnTo>
                    <a:pt x="569018" y="1775889"/>
                  </a:lnTo>
                  <a:lnTo>
                    <a:pt x="570090" y="1775496"/>
                  </a:lnTo>
                  <a:lnTo>
                    <a:pt x="571162" y="1775103"/>
                  </a:lnTo>
                  <a:lnTo>
                    <a:pt x="572233" y="1774709"/>
                  </a:lnTo>
                  <a:lnTo>
                    <a:pt x="573305" y="1774315"/>
                  </a:lnTo>
                  <a:lnTo>
                    <a:pt x="574376" y="1773921"/>
                  </a:lnTo>
                  <a:lnTo>
                    <a:pt x="575448" y="1773526"/>
                  </a:lnTo>
                  <a:lnTo>
                    <a:pt x="576520" y="1773131"/>
                  </a:lnTo>
                  <a:lnTo>
                    <a:pt x="577591" y="1772736"/>
                  </a:lnTo>
                  <a:lnTo>
                    <a:pt x="578663" y="1772340"/>
                  </a:lnTo>
                  <a:lnTo>
                    <a:pt x="579734" y="1771944"/>
                  </a:lnTo>
                  <a:lnTo>
                    <a:pt x="580806" y="1771548"/>
                  </a:lnTo>
                  <a:lnTo>
                    <a:pt x="581878" y="1771151"/>
                  </a:lnTo>
                  <a:lnTo>
                    <a:pt x="582949" y="1770754"/>
                  </a:lnTo>
                  <a:lnTo>
                    <a:pt x="584021" y="1770356"/>
                  </a:lnTo>
                  <a:lnTo>
                    <a:pt x="585092" y="1769959"/>
                  </a:lnTo>
                  <a:lnTo>
                    <a:pt x="586164" y="1769561"/>
                  </a:lnTo>
                  <a:lnTo>
                    <a:pt x="587236" y="1769162"/>
                  </a:lnTo>
                  <a:lnTo>
                    <a:pt x="588307" y="1768763"/>
                  </a:lnTo>
                  <a:lnTo>
                    <a:pt x="589379" y="1768364"/>
                  </a:lnTo>
                  <a:lnTo>
                    <a:pt x="590450" y="1767965"/>
                  </a:lnTo>
                  <a:lnTo>
                    <a:pt x="591522" y="1767565"/>
                  </a:lnTo>
                  <a:lnTo>
                    <a:pt x="592594" y="1767165"/>
                  </a:lnTo>
                  <a:lnTo>
                    <a:pt x="593665" y="1766764"/>
                  </a:lnTo>
                  <a:lnTo>
                    <a:pt x="594737" y="1766364"/>
                  </a:lnTo>
                  <a:lnTo>
                    <a:pt x="595808" y="1765962"/>
                  </a:lnTo>
                  <a:lnTo>
                    <a:pt x="596880" y="1765561"/>
                  </a:lnTo>
                  <a:lnTo>
                    <a:pt x="597952" y="1765159"/>
                  </a:lnTo>
                  <a:lnTo>
                    <a:pt x="599023" y="1764757"/>
                  </a:lnTo>
                  <a:lnTo>
                    <a:pt x="600095" y="1764354"/>
                  </a:lnTo>
                  <a:lnTo>
                    <a:pt x="601166" y="1763951"/>
                  </a:lnTo>
                  <a:lnTo>
                    <a:pt x="602238" y="1763548"/>
                  </a:lnTo>
                  <a:lnTo>
                    <a:pt x="603310" y="1763145"/>
                  </a:lnTo>
                  <a:lnTo>
                    <a:pt x="604381" y="1762741"/>
                  </a:lnTo>
                  <a:lnTo>
                    <a:pt x="605453" y="1762336"/>
                  </a:lnTo>
                  <a:lnTo>
                    <a:pt x="606524" y="1761932"/>
                  </a:lnTo>
                  <a:lnTo>
                    <a:pt x="607596" y="1761527"/>
                  </a:lnTo>
                  <a:lnTo>
                    <a:pt x="608668" y="1761122"/>
                  </a:lnTo>
                  <a:lnTo>
                    <a:pt x="609739" y="1760716"/>
                  </a:lnTo>
                  <a:lnTo>
                    <a:pt x="610811" y="1760310"/>
                  </a:lnTo>
                  <a:lnTo>
                    <a:pt x="611882" y="1759904"/>
                  </a:lnTo>
                  <a:lnTo>
                    <a:pt x="612954" y="1759497"/>
                  </a:lnTo>
                  <a:lnTo>
                    <a:pt x="614026" y="1759090"/>
                  </a:lnTo>
                  <a:lnTo>
                    <a:pt x="615097" y="1758683"/>
                  </a:lnTo>
                  <a:lnTo>
                    <a:pt x="616169" y="1758275"/>
                  </a:lnTo>
                  <a:lnTo>
                    <a:pt x="617240" y="1757867"/>
                  </a:lnTo>
                  <a:lnTo>
                    <a:pt x="618312" y="1757458"/>
                  </a:lnTo>
                  <a:lnTo>
                    <a:pt x="619384" y="1757050"/>
                  </a:lnTo>
                  <a:lnTo>
                    <a:pt x="620455" y="1756640"/>
                  </a:lnTo>
                  <a:lnTo>
                    <a:pt x="621527" y="1756231"/>
                  </a:lnTo>
                  <a:lnTo>
                    <a:pt x="622598" y="1755821"/>
                  </a:lnTo>
                  <a:lnTo>
                    <a:pt x="623670" y="1755411"/>
                  </a:lnTo>
                  <a:lnTo>
                    <a:pt x="624742" y="1755000"/>
                  </a:lnTo>
                  <a:lnTo>
                    <a:pt x="625813" y="1754590"/>
                  </a:lnTo>
                  <a:lnTo>
                    <a:pt x="626885" y="1754178"/>
                  </a:lnTo>
                  <a:lnTo>
                    <a:pt x="627956" y="1753767"/>
                  </a:lnTo>
                  <a:lnTo>
                    <a:pt x="629028" y="1753355"/>
                  </a:lnTo>
                  <a:lnTo>
                    <a:pt x="630100" y="1752943"/>
                  </a:lnTo>
                  <a:lnTo>
                    <a:pt x="631171" y="1752530"/>
                  </a:lnTo>
                  <a:lnTo>
                    <a:pt x="632243" y="1752117"/>
                  </a:lnTo>
                  <a:lnTo>
                    <a:pt x="633314" y="1751704"/>
                  </a:lnTo>
                  <a:lnTo>
                    <a:pt x="634386" y="1751290"/>
                  </a:lnTo>
                  <a:lnTo>
                    <a:pt x="635458" y="1750876"/>
                  </a:lnTo>
                  <a:lnTo>
                    <a:pt x="636529" y="1750462"/>
                  </a:lnTo>
                  <a:lnTo>
                    <a:pt x="637601" y="1750047"/>
                  </a:lnTo>
                  <a:lnTo>
                    <a:pt x="638672" y="1749632"/>
                  </a:lnTo>
                  <a:lnTo>
                    <a:pt x="639744" y="1749217"/>
                  </a:lnTo>
                  <a:lnTo>
                    <a:pt x="640816" y="1748801"/>
                  </a:lnTo>
                  <a:lnTo>
                    <a:pt x="641887" y="1748385"/>
                  </a:lnTo>
                  <a:lnTo>
                    <a:pt x="642959" y="1747968"/>
                  </a:lnTo>
                  <a:lnTo>
                    <a:pt x="644030" y="1747551"/>
                  </a:lnTo>
                  <a:lnTo>
                    <a:pt x="645102" y="1747134"/>
                  </a:lnTo>
                  <a:lnTo>
                    <a:pt x="646174" y="1746717"/>
                  </a:lnTo>
                  <a:lnTo>
                    <a:pt x="647245" y="1746299"/>
                  </a:lnTo>
                  <a:lnTo>
                    <a:pt x="648317" y="1745880"/>
                  </a:lnTo>
                  <a:lnTo>
                    <a:pt x="649388" y="1745462"/>
                  </a:lnTo>
                  <a:lnTo>
                    <a:pt x="650460" y="1745043"/>
                  </a:lnTo>
                  <a:lnTo>
                    <a:pt x="651532" y="1744624"/>
                  </a:lnTo>
                  <a:lnTo>
                    <a:pt x="652603" y="1744204"/>
                  </a:lnTo>
                  <a:lnTo>
                    <a:pt x="653675" y="1743784"/>
                  </a:lnTo>
                  <a:lnTo>
                    <a:pt x="654746" y="1743364"/>
                  </a:lnTo>
                  <a:lnTo>
                    <a:pt x="655818" y="1742943"/>
                  </a:lnTo>
                  <a:lnTo>
                    <a:pt x="656890" y="1742522"/>
                  </a:lnTo>
                  <a:lnTo>
                    <a:pt x="657961" y="1742100"/>
                  </a:lnTo>
                  <a:lnTo>
                    <a:pt x="659033" y="1741678"/>
                  </a:lnTo>
                  <a:lnTo>
                    <a:pt x="660104" y="1741256"/>
                  </a:lnTo>
                  <a:lnTo>
                    <a:pt x="661176" y="1740834"/>
                  </a:lnTo>
                  <a:lnTo>
                    <a:pt x="662248" y="1740411"/>
                  </a:lnTo>
                  <a:lnTo>
                    <a:pt x="663319" y="1739988"/>
                  </a:lnTo>
                  <a:lnTo>
                    <a:pt x="664391" y="1739564"/>
                  </a:lnTo>
                  <a:lnTo>
                    <a:pt x="665462" y="1739140"/>
                  </a:lnTo>
                  <a:lnTo>
                    <a:pt x="666534" y="1738716"/>
                  </a:lnTo>
                  <a:lnTo>
                    <a:pt x="667606" y="1738291"/>
                  </a:lnTo>
                  <a:lnTo>
                    <a:pt x="668677" y="1737866"/>
                  </a:lnTo>
                  <a:lnTo>
                    <a:pt x="669749" y="1737441"/>
                  </a:lnTo>
                  <a:lnTo>
                    <a:pt x="670820" y="1737015"/>
                  </a:lnTo>
                  <a:lnTo>
                    <a:pt x="671892" y="1736589"/>
                  </a:lnTo>
                  <a:lnTo>
                    <a:pt x="672964" y="1736163"/>
                  </a:lnTo>
                  <a:lnTo>
                    <a:pt x="674035" y="1735736"/>
                  </a:lnTo>
                  <a:lnTo>
                    <a:pt x="675107" y="1735309"/>
                  </a:lnTo>
                  <a:lnTo>
                    <a:pt x="676178" y="1734881"/>
                  </a:lnTo>
                  <a:lnTo>
                    <a:pt x="677250" y="1734453"/>
                  </a:lnTo>
                  <a:lnTo>
                    <a:pt x="678322" y="1734025"/>
                  </a:lnTo>
                  <a:lnTo>
                    <a:pt x="679393" y="1733596"/>
                  </a:lnTo>
                  <a:lnTo>
                    <a:pt x="680465" y="1733167"/>
                  </a:lnTo>
                  <a:lnTo>
                    <a:pt x="681536" y="1732738"/>
                  </a:lnTo>
                  <a:lnTo>
                    <a:pt x="682608" y="1732308"/>
                  </a:lnTo>
                  <a:lnTo>
                    <a:pt x="683680" y="1731878"/>
                  </a:lnTo>
                  <a:lnTo>
                    <a:pt x="684751" y="1731448"/>
                  </a:lnTo>
                  <a:lnTo>
                    <a:pt x="685823" y="1731017"/>
                  </a:lnTo>
                  <a:lnTo>
                    <a:pt x="686894" y="1730586"/>
                  </a:lnTo>
                  <a:lnTo>
                    <a:pt x="687966" y="1730154"/>
                  </a:lnTo>
                  <a:lnTo>
                    <a:pt x="689038" y="1729722"/>
                  </a:lnTo>
                  <a:lnTo>
                    <a:pt x="690109" y="1729290"/>
                  </a:lnTo>
                  <a:lnTo>
                    <a:pt x="691181" y="1728858"/>
                  </a:lnTo>
                  <a:lnTo>
                    <a:pt x="692252" y="1728425"/>
                  </a:lnTo>
                  <a:lnTo>
                    <a:pt x="693324" y="1727991"/>
                  </a:lnTo>
                  <a:lnTo>
                    <a:pt x="694396" y="1727558"/>
                  </a:lnTo>
                  <a:lnTo>
                    <a:pt x="695467" y="1727123"/>
                  </a:lnTo>
                  <a:lnTo>
                    <a:pt x="696539" y="1726689"/>
                  </a:lnTo>
                  <a:lnTo>
                    <a:pt x="697610" y="1726254"/>
                  </a:lnTo>
                  <a:lnTo>
                    <a:pt x="698682" y="1725819"/>
                  </a:lnTo>
                  <a:lnTo>
                    <a:pt x="699754" y="1725384"/>
                  </a:lnTo>
                  <a:lnTo>
                    <a:pt x="700825" y="1724948"/>
                  </a:lnTo>
                  <a:lnTo>
                    <a:pt x="701897" y="1724511"/>
                  </a:lnTo>
                  <a:lnTo>
                    <a:pt x="702968" y="1724075"/>
                  </a:lnTo>
                  <a:lnTo>
                    <a:pt x="704040" y="1723638"/>
                  </a:lnTo>
                  <a:lnTo>
                    <a:pt x="705112" y="1723201"/>
                  </a:lnTo>
                  <a:lnTo>
                    <a:pt x="706183" y="1722763"/>
                  </a:lnTo>
                  <a:lnTo>
                    <a:pt x="707255" y="1722325"/>
                  </a:lnTo>
                  <a:lnTo>
                    <a:pt x="708326" y="1721886"/>
                  </a:lnTo>
                  <a:lnTo>
                    <a:pt x="709398" y="1721447"/>
                  </a:lnTo>
                  <a:lnTo>
                    <a:pt x="710469" y="1721008"/>
                  </a:lnTo>
                  <a:lnTo>
                    <a:pt x="711541" y="1720569"/>
                  </a:lnTo>
                  <a:lnTo>
                    <a:pt x="712613" y="1720129"/>
                  </a:lnTo>
                  <a:lnTo>
                    <a:pt x="713684" y="1719689"/>
                  </a:lnTo>
                  <a:lnTo>
                    <a:pt x="714756" y="1719248"/>
                  </a:lnTo>
                  <a:lnTo>
                    <a:pt x="715827" y="1718807"/>
                  </a:lnTo>
                  <a:lnTo>
                    <a:pt x="716899" y="1718365"/>
                  </a:lnTo>
                  <a:lnTo>
                    <a:pt x="717971" y="1717924"/>
                  </a:lnTo>
                  <a:lnTo>
                    <a:pt x="719042" y="1717482"/>
                  </a:lnTo>
                  <a:lnTo>
                    <a:pt x="720114" y="1717039"/>
                  </a:lnTo>
                  <a:lnTo>
                    <a:pt x="721185" y="1716596"/>
                  </a:lnTo>
                  <a:lnTo>
                    <a:pt x="722257" y="1716153"/>
                  </a:lnTo>
                  <a:lnTo>
                    <a:pt x="723329" y="1715709"/>
                  </a:lnTo>
                  <a:lnTo>
                    <a:pt x="724400" y="1715265"/>
                  </a:lnTo>
                  <a:lnTo>
                    <a:pt x="725472" y="1714821"/>
                  </a:lnTo>
                  <a:lnTo>
                    <a:pt x="726543" y="1714376"/>
                  </a:lnTo>
                  <a:lnTo>
                    <a:pt x="727615" y="1713931"/>
                  </a:lnTo>
                  <a:lnTo>
                    <a:pt x="728687" y="1713486"/>
                  </a:lnTo>
                  <a:lnTo>
                    <a:pt x="729758" y="1713040"/>
                  </a:lnTo>
                  <a:lnTo>
                    <a:pt x="730830" y="1712594"/>
                  </a:lnTo>
                  <a:lnTo>
                    <a:pt x="731901" y="1712147"/>
                  </a:lnTo>
                  <a:lnTo>
                    <a:pt x="732973" y="1711700"/>
                  </a:lnTo>
                  <a:lnTo>
                    <a:pt x="734045" y="1711253"/>
                  </a:lnTo>
                  <a:lnTo>
                    <a:pt x="735116" y="1710805"/>
                  </a:lnTo>
                  <a:lnTo>
                    <a:pt x="736188" y="1710357"/>
                  </a:lnTo>
                  <a:lnTo>
                    <a:pt x="737259" y="1709909"/>
                  </a:lnTo>
                  <a:lnTo>
                    <a:pt x="738331" y="1709460"/>
                  </a:lnTo>
                  <a:lnTo>
                    <a:pt x="739403" y="1709011"/>
                  </a:lnTo>
                  <a:lnTo>
                    <a:pt x="740474" y="1708561"/>
                  </a:lnTo>
                  <a:lnTo>
                    <a:pt x="741546" y="1708111"/>
                  </a:lnTo>
                  <a:lnTo>
                    <a:pt x="742617" y="1707661"/>
                  </a:lnTo>
                  <a:lnTo>
                    <a:pt x="743689" y="1707210"/>
                  </a:lnTo>
                  <a:lnTo>
                    <a:pt x="744761" y="1706759"/>
                  </a:lnTo>
                  <a:lnTo>
                    <a:pt x="745832" y="1706308"/>
                  </a:lnTo>
                  <a:lnTo>
                    <a:pt x="746904" y="1705856"/>
                  </a:lnTo>
                  <a:lnTo>
                    <a:pt x="747975" y="1705404"/>
                  </a:lnTo>
                  <a:lnTo>
                    <a:pt x="749047" y="1704951"/>
                  </a:lnTo>
                  <a:lnTo>
                    <a:pt x="750119" y="1704498"/>
                  </a:lnTo>
                  <a:lnTo>
                    <a:pt x="751190" y="1704045"/>
                  </a:lnTo>
                  <a:lnTo>
                    <a:pt x="752262" y="1703591"/>
                  </a:lnTo>
                  <a:lnTo>
                    <a:pt x="753333" y="1703137"/>
                  </a:lnTo>
                  <a:lnTo>
                    <a:pt x="754405" y="1702683"/>
                  </a:lnTo>
                  <a:lnTo>
                    <a:pt x="755477" y="1702228"/>
                  </a:lnTo>
                  <a:lnTo>
                    <a:pt x="756548" y="1701773"/>
                  </a:lnTo>
                  <a:lnTo>
                    <a:pt x="757620" y="1701317"/>
                  </a:lnTo>
                  <a:lnTo>
                    <a:pt x="758691" y="1700861"/>
                  </a:lnTo>
                  <a:lnTo>
                    <a:pt x="759763" y="1700405"/>
                  </a:lnTo>
                  <a:lnTo>
                    <a:pt x="760835" y="1699948"/>
                  </a:lnTo>
                  <a:lnTo>
                    <a:pt x="761906" y="1699491"/>
                  </a:lnTo>
                  <a:lnTo>
                    <a:pt x="762978" y="1699033"/>
                  </a:lnTo>
                  <a:lnTo>
                    <a:pt x="764049" y="1698576"/>
                  </a:lnTo>
                  <a:lnTo>
                    <a:pt x="765121" y="1698117"/>
                  </a:lnTo>
                  <a:lnTo>
                    <a:pt x="766193" y="1697659"/>
                  </a:lnTo>
                  <a:lnTo>
                    <a:pt x="767264" y="1697200"/>
                  </a:lnTo>
                  <a:lnTo>
                    <a:pt x="768336" y="1696740"/>
                  </a:lnTo>
                  <a:lnTo>
                    <a:pt x="769407" y="1696281"/>
                  </a:lnTo>
                  <a:lnTo>
                    <a:pt x="770479" y="1695820"/>
                  </a:lnTo>
                  <a:lnTo>
                    <a:pt x="771551" y="1695360"/>
                  </a:lnTo>
                  <a:lnTo>
                    <a:pt x="772622" y="1694899"/>
                  </a:lnTo>
                  <a:lnTo>
                    <a:pt x="773694" y="1694438"/>
                  </a:lnTo>
                  <a:lnTo>
                    <a:pt x="774765" y="1693976"/>
                  </a:lnTo>
                  <a:lnTo>
                    <a:pt x="775837" y="1693514"/>
                  </a:lnTo>
                  <a:lnTo>
                    <a:pt x="776909" y="1693052"/>
                  </a:lnTo>
                  <a:lnTo>
                    <a:pt x="777980" y="1692589"/>
                  </a:lnTo>
                  <a:lnTo>
                    <a:pt x="779052" y="1692126"/>
                  </a:lnTo>
                  <a:lnTo>
                    <a:pt x="780123" y="1691662"/>
                  </a:lnTo>
                  <a:lnTo>
                    <a:pt x="781195" y="1691198"/>
                  </a:lnTo>
                  <a:lnTo>
                    <a:pt x="782267" y="1690734"/>
                  </a:lnTo>
                  <a:lnTo>
                    <a:pt x="783338" y="1690269"/>
                  </a:lnTo>
                  <a:lnTo>
                    <a:pt x="784410" y="1689804"/>
                  </a:lnTo>
                  <a:lnTo>
                    <a:pt x="785481" y="1689339"/>
                  </a:lnTo>
                  <a:lnTo>
                    <a:pt x="786553" y="1688873"/>
                  </a:lnTo>
                  <a:lnTo>
                    <a:pt x="787625" y="1688406"/>
                  </a:lnTo>
                  <a:lnTo>
                    <a:pt x="788696" y="1687940"/>
                  </a:lnTo>
                  <a:lnTo>
                    <a:pt x="789768" y="1687473"/>
                  </a:lnTo>
                  <a:lnTo>
                    <a:pt x="790839" y="1687005"/>
                  </a:lnTo>
                  <a:lnTo>
                    <a:pt x="791911" y="1686538"/>
                  </a:lnTo>
                  <a:lnTo>
                    <a:pt x="792983" y="1686069"/>
                  </a:lnTo>
                  <a:lnTo>
                    <a:pt x="794054" y="1685601"/>
                  </a:lnTo>
                  <a:lnTo>
                    <a:pt x="795126" y="1685132"/>
                  </a:lnTo>
                  <a:lnTo>
                    <a:pt x="796197" y="1684663"/>
                  </a:lnTo>
                  <a:lnTo>
                    <a:pt x="797269" y="1684193"/>
                  </a:lnTo>
                  <a:lnTo>
                    <a:pt x="798341" y="1683723"/>
                  </a:lnTo>
                  <a:lnTo>
                    <a:pt x="799412" y="1683252"/>
                  </a:lnTo>
                  <a:lnTo>
                    <a:pt x="800484" y="1682781"/>
                  </a:lnTo>
                  <a:lnTo>
                    <a:pt x="801555" y="1682310"/>
                  </a:lnTo>
                  <a:lnTo>
                    <a:pt x="802627" y="1681839"/>
                  </a:lnTo>
                  <a:lnTo>
                    <a:pt x="803699" y="1681367"/>
                  </a:lnTo>
                  <a:lnTo>
                    <a:pt x="804770" y="1680894"/>
                  </a:lnTo>
                  <a:lnTo>
                    <a:pt x="805842" y="1680421"/>
                  </a:lnTo>
                  <a:lnTo>
                    <a:pt x="806913" y="1679948"/>
                  </a:lnTo>
                  <a:lnTo>
                    <a:pt x="807985" y="1679475"/>
                  </a:lnTo>
                  <a:lnTo>
                    <a:pt x="809057" y="1679001"/>
                  </a:lnTo>
                  <a:lnTo>
                    <a:pt x="810128" y="1678526"/>
                  </a:lnTo>
                  <a:lnTo>
                    <a:pt x="811200" y="1678051"/>
                  </a:lnTo>
                  <a:lnTo>
                    <a:pt x="812271" y="1677576"/>
                  </a:lnTo>
                  <a:lnTo>
                    <a:pt x="813343" y="1677101"/>
                  </a:lnTo>
                  <a:lnTo>
                    <a:pt x="814415" y="1676625"/>
                  </a:lnTo>
                  <a:lnTo>
                    <a:pt x="815486" y="1676148"/>
                  </a:lnTo>
                  <a:lnTo>
                    <a:pt x="816558" y="1675672"/>
                  </a:lnTo>
                  <a:lnTo>
                    <a:pt x="817629" y="1675195"/>
                  </a:lnTo>
                  <a:lnTo>
                    <a:pt x="818701" y="1674717"/>
                  </a:lnTo>
                  <a:lnTo>
                    <a:pt x="819773" y="1674239"/>
                  </a:lnTo>
                  <a:lnTo>
                    <a:pt x="820844" y="1673761"/>
                  </a:lnTo>
                  <a:lnTo>
                    <a:pt x="821916" y="1673282"/>
                  </a:lnTo>
                  <a:lnTo>
                    <a:pt x="822987" y="1672803"/>
                  </a:lnTo>
                  <a:lnTo>
                    <a:pt x="824059" y="1672324"/>
                  </a:lnTo>
                  <a:lnTo>
                    <a:pt x="825131" y="1671844"/>
                  </a:lnTo>
                  <a:lnTo>
                    <a:pt x="826202" y="1671364"/>
                  </a:lnTo>
                  <a:lnTo>
                    <a:pt x="827274" y="1670883"/>
                  </a:lnTo>
                  <a:lnTo>
                    <a:pt x="828345" y="1670402"/>
                  </a:lnTo>
                  <a:lnTo>
                    <a:pt x="829417" y="1669921"/>
                  </a:lnTo>
                  <a:lnTo>
                    <a:pt x="830489" y="1669439"/>
                  </a:lnTo>
                  <a:lnTo>
                    <a:pt x="831560" y="1668957"/>
                  </a:lnTo>
                  <a:lnTo>
                    <a:pt x="832632" y="1668474"/>
                  </a:lnTo>
                  <a:lnTo>
                    <a:pt x="833703" y="1667991"/>
                  </a:lnTo>
                  <a:lnTo>
                    <a:pt x="834775" y="1667508"/>
                  </a:lnTo>
                  <a:lnTo>
                    <a:pt x="835847" y="1667024"/>
                  </a:lnTo>
                  <a:lnTo>
                    <a:pt x="836918" y="1666540"/>
                  </a:lnTo>
                  <a:lnTo>
                    <a:pt x="837990" y="1666055"/>
                  </a:lnTo>
                  <a:lnTo>
                    <a:pt x="839061" y="1665570"/>
                  </a:lnTo>
                  <a:lnTo>
                    <a:pt x="840133" y="1665085"/>
                  </a:lnTo>
                  <a:lnTo>
                    <a:pt x="841205" y="1664599"/>
                  </a:lnTo>
                  <a:lnTo>
                    <a:pt x="842276" y="1664113"/>
                  </a:lnTo>
                  <a:lnTo>
                    <a:pt x="843348" y="1663627"/>
                  </a:lnTo>
                  <a:lnTo>
                    <a:pt x="844419" y="1663140"/>
                  </a:lnTo>
                  <a:lnTo>
                    <a:pt x="845491" y="1662652"/>
                  </a:lnTo>
                  <a:lnTo>
                    <a:pt x="846563" y="1662165"/>
                  </a:lnTo>
                  <a:lnTo>
                    <a:pt x="847634" y="1661677"/>
                  </a:lnTo>
                  <a:lnTo>
                    <a:pt x="848706" y="1661188"/>
                  </a:lnTo>
                  <a:lnTo>
                    <a:pt x="849777" y="1660699"/>
                  </a:lnTo>
                  <a:lnTo>
                    <a:pt x="850849" y="1660210"/>
                  </a:lnTo>
                  <a:lnTo>
                    <a:pt x="851921" y="1659720"/>
                  </a:lnTo>
                  <a:lnTo>
                    <a:pt x="852992" y="1659230"/>
                  </a:lnTo>
                  <a:lnTo>
                    <a:pt x="854064" y="1658739"/>
                  </a:lnTo>
                  <a:lnTo>
                    <a:pt x="855135" y="1658249"/>
                  </a:lnTo>
                  <a:lnTo>
                    <a:pt x="856207" y="1657757"/>
                  </a:lnTo>
                  <a:lnTo>
                    <a:pt x="857279" y="1657266"/>
                  </a:lnTo>
                  <a:lnTo>
                    <a:pt x="858350" y="1656773"/>
                  </a:lnTo>
                  <a:lnTo>
                    <a:pt x="859422" y="1656281"/>
                  </a:lnTo>
                  <a:lnTo>
                    <a:pt x="860493" y="1655788"/>
                  </a:lnTo>
                  <a:lnTo>
                    <a:pt x="861565" y="1655295"/>
                  </a:lnTo>
                  <a:lnTo>
                    <a:pt x="862637" y="1654801"/>
                  </a:lnTo>
                  <a:lnTo>
                    <a:pt x="863708" y="1654307"/>
                  </a:lnTo>
                  <a:lnTo>
                    <a:pt x="864780" y="1653812"/>
                  </a:lnTo>
                  <a:lnTo>
                    <a:pt x="865851" y="1653317"/>
                  </a:lnTo>
                  <a:lnTo>
                    <a:pt x="866923" y="1652822"/>
                  </a:lnTo>
                  <a:lnTo>
                    <a:pt x="867995" y="1652326"/>
                  </a:lnTo>
                  <a:lnTo>
                    <a:pt x="869066" y="1651830"/>
                  </a:lnTo>
                  <a:lnTo>
                    <a:pt x="870138" y="1651334"/>
                  </a:lnTo>
                  <a:lnTo>
                    <a:pt x="871209" y="1650837"/>
                  </a:lnTo>
                  <a:lnTo>
                    <a:pt x="872281" y="1650340"/>
                  </a:lnTo>
                  <a:lnTo>
                    <a:pt x="873353" y="1649842"/>
                  </a:lnTo>
                  <a:lnTo>
                    <a:pt x="874424" y="1649344"/>
                  </a:lnTo>
                  <a:lnTo>
                    <a:pt x="875496" y="1648845"/>
                  </a:lnTo>
                  <a:lnTo>
                    <a:pt x="876567" y="1648346"/>
                  </a:lnTo>
                  <a:lnTo>
                    <a:pt x="877639" y="1647847"/>
                  </a:lnTo>
                  <a:lnTo>
                    <a:pt x="878711" y="1647347"/>
                  </a:lnTo>
                  <a:lnTo>
                    <a:pt x="879782" y="1646847"/>
                  </a:lnTo>
                  <a:lnTo>
                    <a:pt x="880854" y="1646347"/>
                  </a:lnTo>
                  <a:lnTo>
                    <a:pt x="881925" y="1645846"/>
                  </a:lnTo>
                  <a:lnTo>
                    <a:pt x="882997" y="1645344"/>
                  </a:lnTo>
                  <a:lnTo>
                    <a:pt x="884069" y="1644843"/>
                  </a:lnTo>
                  <a:lnTo>
                    <a:pt x="885140" y="1644340"/>
                  </a:lnTo>
                  <a:lnTo>
                    <a:pt x="886212" y="1643838"/>
                  </a:lnTo>
                  <a:lnTo>
                    <a:pt x="887283" y="1643335"/>
                  </a:lnTo>
                  <a:lnTo>
                    <a:pt x="888355" y="1642831"/>
                  </a:lnTo>
                  <a:lnTo>
                    <a:pt x="889426" y="1642328"/>
                  </a:lnTo>
                  <a:lnTo>
                    <a:pt x="890498" y="1641823"/>
                  </a:lnTo>
                  <a:lnTo>
                    <a:pt x="891570" y="1641319"/>
                  </a:lnTo>
                  <a:lnTo>
                    <a:pt x="892641" y="1640814"/>
                  </a:lnTo>
                  <a:lnTo>
                    <a:pt x="893713" y="1640308"/>
                  </a:lnTo>
                  <a:lnTo>
                    <a:pt x="894784" y="1639803"/>
                  </a:lnTo>
                  <a:lnTo>
                    <a:pt x="895856" y="1639296"/>
                  </a:lnTo>
                  <a:lnTo>
                    <a:pt x="896928" y="1638790"/>
                  </a:lnTo>
                  <a:lnTo>
                    <a:pt x="897999" y="1638283"/>
                  </a:lnTo>
                  <a:lnTo>
                    <a:pt x="899071" y="1637775"/>
                  </a:lnTo>
                  <a:lnTo>
                    <a:pt x="900142" y="1637267"/>
                  </a:lnTo>
                  <a:lnTo>
                    <a:pt x="901214" y="1636759"/>
                  </a:lnTo>
                  <a:lnTo>
                    <a:pt x="902286" y="1636251"/>
                  </a:lnTo>
                  <a:lnTo>
                    <a:pt x="903357" y="1635741"/>
                  </a:lnTo>
                  <a:lnTo>
                    <a:pt x="904429" y="1635232"/>
                  </a:lnTo>
                  <a:lnTo>
                    <a:pt x="905500" y="1634722"/>
                  </a:lnTo>
                  <a:lnTo>
                    <a:pt x="906572" y="1634212"/>
                  </a:lnTo>
                  <a:lnTo>
                    <a:pt x="907644" y="1633701"/>
                  </a:lnTo>
                  <a:lnTo>
                    <a:pt x="908715" y="1633190"/>
                  </a:lnTo>
                  <a:lnTo>
                    <a:pt x="909787" y="1632678"/>
                  </a:lnTo>
                  <a:lnTo>
                    <a:pt x="910858" y="1632166"/>
                  </a:lnTo>
                  <a:lnTo>
                    <a:pt x="911930" y="1631654"/>
                  </a:lnTo>
                  <a:lnTo>
                    <a:pt x="913002" y="1631141"/>
                  </a:lnTo>
                  <a:lnTo>
                    <a:pt x="914073" y="1630628"/>
                  </a:lnTo>
                  <a:lnTo>
                    <a:pt x="915145" y="1630115"/>
                  </a:lnTo>
                  <a:lnTo>
                    <a:pt x="916216" y="1629601"/>
                  </a:lnTo>
                  <a:lnTo>
                    <a:pt x="917288" y="1629086"/>
                  </a:lnTo>
                  <a:lnTo>
                    <a:pt x="918360" y="1628571"/>
                  </a:lnTo>
                  <a:lnTo>
                    <a:pt x="919431" y="1628056"/>
                  </a:lnTo>
                  <a:lnTo>
                    <a:pt x="920503" y="1627540"/>
                  </a:lnTo>
                  <a:lnTo>
                    <a:pt x="921574" y="1627024"/>
                  </a:lnTo>
                  <a:lnTo>
                    <a:pt x="922646" y="1626508"/>
                  </a:lnTo>
                  <a:lnTo>
                    <a:pt x="923718" y="1625991"/>
                  </a:lnTo>
                  <a:lnTo>
                    <a:pt x="924789" y="1625474"/>
                  </a:lnTo>
                  <a:lnTo>
                    <a:pt x="925861" y="1624956"/>
                  </a:lnTo>
                  <a:lnTo>
                    <a:pt x="926932" y="1624438"/>
                  </a:lnTo>
                  <a:lnTo>
                    <a:pt x="928004" y="1623919"/>
                  </a:lnTo>
                  <a:lnTo>
                    <a:pt x="929076" y="1623400"/>
                  </a:lnTo>
                  <a:lnTo>
                    <a:pt x="930147" y="1622881"/>
                  </a:lnTo>
                  <a:lnTo>
                    <a:pt x="931219" y="1622361"/>
                  </a:lnTo>
                  <a:lnTo>
                    <a:pt x="932290" y="1621841"/>
                  </a:lnTo>
                  <a:lnTo>
                    <a:pt x="933362" y="1621320"/>
                  </a:lnTo>
                  <a:lnTo>
                    <a:pt x="934434" y="1620799"/>
                  </a:lnTo>
                  <a:lnTo>
                    <a:pt x="935505" y="1620278"/>
                  </a:lnTo>
                  <a:lnTo>
                    <a:pt x="936577" y="1619756"/>
                  </a:lnTo>
                  <a:lnTo>
                    <a:pt x="937648" y="1619234"/>
                  </a:lnTo>
                  <a:lnTo>
                    <a:pt x="938720" y="1618711"/>
                  </a:lnTo>
                  <a:lnTo>
                    <a:pt x="939792" y="1618188"/>
                  </a:lnTo>
                  <a:lnTo>
                    <a:pt x="940863" y="1617664"/>
                  </a:lnTo>
                  <a:lnTo>
                    <a:pt x="941935" y="1617140"/>
                  </a:lnTo>
                  <a:lnTo>
                    <a:pt x="943006" y="1616616"/>
                  </a:lnTo>
                  <a:lnTo>
                    <a:pt x="944078" y="1616091"/>
                  </a:lnTo>
                  <a:lnTo>
                    <a:pt x="945150" y="1615566"/>
                  </a:lnTo>
                  <a:lnTo>
                    <a:pt x="946221" y="1615040"/>
                  </a:lnTo>
                  <a:lnTo>
                    <a:pt x="947293" y="1614514"/>
                  </a:lnTo>
                  <a:lnTo>
                    <a:pt x="948364" y="1613988"/>
                  </a:lnTo>
                  <a:lnTo>
                    <a:pt x="949436" y="1613461"/>
                  </a:lnTo>
                  <a:lnTo>
                    <a:pt x="950508" y="1612934"/>
                  </a:lnTo>
                  <a:lnTo>
                    <a:pt x="951579" y="1612406"/>
                  </a:lnTo>
                  <a:lnTo>
                    <a:pt x="952651" y="1611878"/>
                  </a:lnTo>
                  <a:lnTo>
                    <a:pt x="953722" y="1611349"/>
                  </a:lnTo>
                  <a:lnTo>
                    <a:pt x="954794" y="1610820"/>
                  </a:lnTo>
                  <a:lnTo>
                    <a:pt x="955866" y="1610291"/>
                  </a:lnTo>
                  <a:lnTo>
                    <a:pt x="956937" y="1609761"/>
                  </a:lnTo>
                  <a:lnTo>
                    <a:pt x="958009" y="1609231"/>
                  </a:lnTo>
                  <a:lnTo>
                    <a:pt x="959080" y="1608700"/>
                  </a:lnTo>
                  <a:lnTo>
                    <a:pt x="960152" y="1608169"/>
                  </a:lnTo>
                  <a:lnTo>
                    <a:pt x="961224" y="1607638"/>
                  </a:lnTo>
                  <a:lnTo>
                    <a:pt x="962295" y="1607106"/>
                  </a:lnTo>
                  <a:lnTo>
                    <a:pt x="963367" y="1606574"/>
                  </a:lnTo>
                  <a:lnTo>
                    <a:pt x="964438" y="1606041"/>
                  </a:lnTo>
                  <a:lnTo>
                    <a:pt x="965510" y="1605508"/>
                  </a:lnTo>
                  <a:lnTo>
                    <a:pt x="966582" y="1604974"/>
                  </a:lnTo>
                  <a:lnTo>
                    <a:pt x="967653" y="1604440"/>
                  </a:lnTo>
                  <a:lnTo>
                    <a:pt x="968725" y="1603906"/>
                  </a:lnTo>
                  <a:lnTo>
                    <a:pt x="969796" y="1603371"/>
                  </a:lnTo>
                  <a:lnTo>
                    <a:pt x="970868" y="1602836"/>
                  </a:lnTo>
                  <a:lnTo>
                    <a:pt x="971940" y="1602300"/>
                  </a:lnTo>
                  <a:lnTo>
                    <a:pt x="973011" y="1601764"/>
                  </a:lnTo>
                  <a:lnTo>
                    <a:pt x="974083" y="1601227"/>
                  </a:lnTo>
                  <a:lnTo>
                    <a:pt x="975154" y="1600690"/>
                  </a:lnTo>
                  <a:lnTo>
                    <a:pt x="976226" y="1600153"/>
                  </a:lnTo>
                  <a:lnTo>
                    <a:pt x="977298" y="1599615"/>
                  </a:lnTo>
                  <a:lnTo>
                    <a:pt x="978369" y="1599077"/>
                  </a:lnTo>
                  <a:lnTo>
                    <a:pt x="979441" y="1598538"/>
                  </a:lnTo>
                  <a:lnTo>
                    <a:pt x="980512" y="1597999"/>
                  </a:lnTo>
                  <a:lnTo>
                    <a:pt x="981584" y="1597459"/>
                  </a:lnTo>
                  <a:lnTo>
                    <a:pt x="982656" y="1596919"/>
                  </a:lnTo>
                  <a:lnTo>
                    <a:pt x="983727" y="1596379"/>
                  </a:lnTo>
                  <a:lnTo>
                    <a:pt x="984799" y="1595838"/>
                  </a:lnTo>
                  <a:lnTo>
                    <a:pt x="985870" y="1595297"/>
                  </a:lnTo>
                  <a:lnTo>
                    <a:pt x="986942" y="1594755"/>
                  </a:lnTo>
                  <a:lnTo>
                    <a:pt x="988014" y="1594213"/>
                  </a:lnTo>
                  <a:lnTo>
                    <a:pt x="989085" y="1593671"/>
                  </a:lnTo>
                  <a:lnTo>
                    <a:pt x="990157" y="1593128"/>
                  </a:lnTo>
                  <a:lnTo>
                    <a:pt x="991228" y="1592584"/>
                  </a:lnTo>
                  <a:lnTo>
                    <a:pt x="992300" y="1592041"/>
                  </a:lnTo>
                  <a:lnTo>
                    <a:pt x="993372" y="1591496"/>
                  </a:lnTo>
                  <a:lnTo>
                    <a:pt x="994443" y="1590952"/>
                  </a:lnTo>
                  <a:lnTo>
                    <a:pt x="995515" y="1590407"/>
                  </a:lnTo>
                  <a:lnTo>
                    <a:pt x="996586" y="1589861"/>
                  </a:lnTo>
                  <a:lnTo>
                    <a:pt x="997658" y="1589315"/>
                  </a:lnTo>
                  <a:lnTo>
                    <a:pt x="998730" y="1588769"/>
                  </a:lnTo>
                  <a:lnTo>
                    <a:pt x="999801" y="1588222"/>
                  </a:lnTo>
                  <a:lnTo>
                    <a:pt x="1000873" y="1587675"/>
                  </a:lnTo>
                  <a:lnTo>
                    <a:pt x="1001944" y="1587127"/>
                  </a:lnTo>
                  <a:lnTo>
                    <a:pt x="1003016" y="1586579"/>
                  </a:lnTo>
                  <a:lnTo>
                    <a:pt x="1004088" y="1586031"/>
                  </a:lnTo>
                  <a:lnTo>
                    <a:pt x="1005159" y="1585482"/>
                  </a:lnTo>
                  <a:lnTo>
                    <a:pt x="1006231" y="1584932"/>
                  </a:lnTo>
                  <a:lnTo>
                    <a:pt x="1007302" y="1584383"/>
                  </a:lnTo>
                  <a:lnTo>
                    <a:pt x="1008374" y="1583832"/>
                  </a:lnTo>
                  <a:lnTo>
                    <a:pt x="1009446" y="1583282"/>
                  </a:lnTo>
                  <a:lnTo>
                    <a:pt x="1010517" y="1582731"/>
                  </a:lnTo>
                  <a:lnTo>
                    <a:pt x="1011589" y="1582179"/>
                  </a:lnTo>
                  <a:lnTo>
                    <a:pt x="1012660" y="1581627"/>
                  </a:lnTo>
                  <a:lnTo>
                    <a:pt x="1013732" y="1581075"/>
                  </a:lnTo>
                  <a:lnTo>
                    <a:pt x="1014804" y="1580522"/>
                  </a:lnTo>
                  <a:lnTo>
                    <a:pt x="1015875" y="1579969"/>
                  </a:lnTo>
                  <a:lnTo>
                    <a:pt x="1016947" y="1579415"/>
                  </a:lnTo>
                  <a:lnTo>
                    <a:pt x="1018018" y="1578861"/>
                  </a:lnTo>
                  <a:lnTo>
                    <a:pt x="1019090" y="1578306"/>
                  </a:lnTo>
                  <a:lnTo>
                    <a:pt x="1020162" y="1577751"/>
                  </a:lnTo>
                  <a:lnTo>
                    <a:pt x="1021233" y="1577196"/>
                  </a:lnTo>
                  <a:lnTo>
                    <a:pt x="1022305" y="1576640"/>
                  </a:lnTo>
                  <a:lnTo>
                    <a:pt x="1023376" y="1576084"/>
                  </a:lnTo>
                  <a:lnTo>
                    <a:pt x="1024448" y="1575527"/>
                  </a:lnTo>
                  <a:lnTo>
                    <a:pt x="1025520" y="1574970"/>
                  </a:lnTo>
                  <a:lnTo>
                    <a:pt x="1026591" y="1574412"/>
                  </a:lnTo>
                  <a:lnTo>
                    <a:pt x="1027663" y="1573854"/>
                  </a:lnTo>
                  <a:lnTo>
                    <a:pt x="1028734" y="1573296"/>
                  </a:lnTo>
                  <a:lnTo>
                    <a:pt x="1029806" y="1572737"/>
                  </a:lnTo>
                  <a:lnTo>
                    <a:pt x="1030878" y="1572178"/>
                  </a:lnTo>
                  <a:lnTo>
                    <a:pt x="1031949" y="1571618"/>
                  </a:lnTo>
                  <a:lnTo>
                    <a:pt x="1033021" y="1571058"/>
                  </a:lnTo>
                  <a:lnTo>
                    <a:pt x="1034092" y="1570497"/>
                  </a:lnTo>
                  <a:lnTo>
                    <a:pt x="1035164" y="1569936"/>
                  </a:lnTo>
                  <a:lnTo>
                    <a:pt x="1036236" y="1569375"/>
                  </a:lnTo>
                  <a:lnTo>
                    <a:pt x="1037307" y="1568813"/>
                  </a:lnTo>
                  <a:lnTo>
                    <a:pt x="1038379" y="1568250"/>
                  </a:lnTo>
                  <a:lnTo>
                    <a:pt x="1039450" y="1567688"/>
                  </a:lnTo>
                  <a:lnTo>
                    <a:pt x="1040522" y="1567124"/>
                  </a:lnTo>
                  <a:lnTo>
                    <a:pt x="1041594" y="1566561"/>
                  </a:lnTo>
                  <a:lnTo>
                    <a:pt x="1042665" y="1565997"/>
                  </a:lnTo>
                  <a:lnTo>
                    <a:pt x="1043737" y="1565432"/>
                  </a:lnTo>
                  <a:lnTo>
                    <a:pt x="1044808" y="1564867"/>
                  </a:lnTo>
                  <a:lnTo>
                    <a:pt x="1045880" y="1564302"/>
                  </a:lnTo>
                  <a:lnTo>
                    <a:pt x="1046952" y="1563736"/>
                  </a:lnTo>
                  <a:lnTo>
                    <a:pt x="1048023" y="1563169"/>
                  </a:lnTo>
                  <a:lnTo>
                    <a:pt x="1049095" y="1562603"/>
                  </a:lnTo>
                  <a:lnTo>
                    <a:pt x="1050166" y="1562035"/>
                  </a:lnTo>
                  <a:lnTo>
                    <a:pt x="1051238" y="1561468"/>
                  </a:lnTo>
                  <a:lnTo>
                    <a:pt x="1052310" y="1560900"/>
                  </a:lnTo>
                  <a:lnTo>
                    <a:pt x="1053381" y="1560331"/>
                  </a:lnTo>
                  <a:lnTo>
                    <a:pt x="1054453" y="1559762"/>
                  </a:lnTo>
                  <a:lnTo>
                    <a:pt x="1055524" y="1559193"/>
                  </a:lnTo>
                  <a:lnTo>
                    <a:pt x="1056596" y="1558623"/>
                  </a:lnTo>
                  <a:lnTo>
                    <a:pt x="1057668" y="1558053"/>
                  </a:lnTo>
                  <a:lnTo>
                    <a:pt x="1058739" y="1557482"/>
                  </a:lnTo>
                  <a:lnTo>
                    <a:pt x="1059811" y="1556911"/>
                  </a:lnTo>
                  <a:lnTo>
                    <a:pt x="1060882" y="1556339"/>
                  </a:lnTo>
                  <a:lnTo>
                    <a:pt x="1061954" y="1555767"/>
                  </a:lnTo>
                  <a:lnTo>
                    <a:pt x="1063026" y="1555195"/>
                  </a:lnTo>
                  <a:lnTo>
                    <a:pt x="1064097" y="1554622"/>
                  </a:lnTo>
                  <a:lnTo>
                    <a:pt x="1065169" y="1554049"/>
                  </a:lnTo>
                  <a:lnTo>
                    <a:pt x="1066240" y="1553475"/>
                  </a:lnTo>
                  <a:lnTo>
                    <a:pt x="1067312" y="1552901"/>
                  </a:lnTo>
                  <a:lnTo>
                    <a:pt x="1068383" y="1552326"/>
                  </a:lnTo>
                  <a:lnTo>
                    <a:pt x="1069455" y="1551751"/>
                  </a:lnTo>
                  <a:lnTo>
                    <a:pt x="1070527" y="1551175"/>
                  </a:lnTo>
                  <a:lnTo>
                    <a:pt x="1071598" y="1550599"/>
                  </a:lnTo>
                  <a:lnTo>
                    <a:pt x="1072670" y="1550023"/>
                  </a:lnTo>
                  <a:lnTo>
                    <a:pt x="1073741" y="1549446"/>
                  </a:lnTo>
                  <a:lnTo>
                    <a:pt x="1074813" y="1548868"/>
                  </a:lnTo>
                  <a:lnTo>
                    <a:pt x="1075885" y="1548291"/>
                  </a:lnTo>
                  <a:lnTo>
                    <a:pt x="1076956" y="1547712"/>
                  </a:lnTo>
                  <a:lnTo>
                    <a:pt x="1078028" y="1547134"/>
                  </a:lnTo>
                  <a:lnTo>
                    <a:pt x="1079099" y="1546555"/>
                  </a:lnTo>
                  <a:lnTo>
                    <a:pt x="1080171" y="1545975"/>
                  </a:lnTo>
                  <a:lnTo>
                    <a:pt x="1081243" y="1545395"/>
                  </a:lnTo>
                  <a:lnTo>
                    <a:pt x="1082314" y="1544815"/>
                  </a:lnTo>
                  <a:lnTo>
                    <a:pt x="1083386" y="1544234"/>
                  </a:lnTo>
                  <a:lnTo>
                    <a:pt x="1084457" y="1543652"/>
                  </a:lnTo>
                  <a:lnTo>
                    <a:pt x="1085529" y="1543071"/>
                  </a:lnTo>
                  <a:lnTo>
                    <a:pt x="1086601" y="1542488"/>
                  </a:lnTo>
                  <a:lnTo>
                    <a:pt x="1087672" y="1541906"/>
                  </a:lnTo>
                  <a:lnTo>
                    <a:pt x="1088744" y="1541322"/>
                  </a:lnTo>
                  <a:lnTo>
                    <a:pt x="1089815" y="1540739"/>
                  </a:lnTo>
                  <a:lnTo>
                    <a:pt x="1090887" y="1540155"/>
                  </a:lnTo>
                  <a:lnTo>
                    <a:pt x="1091959" y="1539570"/>
                  </a:lnTo>
                  <a:lnTo>
                    <a:pt x="1093030" y="1538985"/>
                  </a:lnTo>
                  <a:lnTo>
                    <a:pt x="1094102" y="1538400"/>
                  </a:lnTo>
                  <a:lnTo>
                    <a:pt x="1095173" y="1537814"/>
                  </a:lnTo>
                  <a:lnTo>
                    <a:pt x="1096245" y="1537228"/>
                  </a:lnTo>
                  <a:lnTo>
                    <a:pt x="1097317" y="1536641"/>
                  </a:lnTo>
                  <a:lnTo>
                    <a:pt x="1098388" y="1536054"/>
                  </a:lnTo>
                  <a:lnTo>
                    <a:pt x="1099460" y="1535467"/>
                  </a:lnTo>
                  <a:lnTo>
                    <a:pt x="1100531" y="1534878"/>
                  </a:lnTo>
                  <a:lnTo>
                    <a:pt x="1101603" y="1534290"/>
                  </a:lnTo>
                  <a:lnTo>
                    <a:pt x="1102675" y="1533701"/>
                  </a:lnTo>
                  <a:lnTo>
                    <a:pt x="1103746" y="1533112"/>
                  </a:lnTo>
                  <a:lnTo>
                    <a:pt x="1104818" y="1532522"/>
                  </a:lnTo>
                  <a:lnTo>
                    <a:pt x="1105889" y="1531931"/>
                  </a:lnTo>
                  <a:lnTo>
                    <a:pt x="1106961" y="1531341"/>
                  </a:lnTo>
                  <a:lnTo>
                    <a:pt x="1108033" y="1530749"/>
                  </a:lnTo>
                  <a:lnTo>
                    <a:pt x="1109104" y="1530158"/>
                  </a:lnTo>
                  <a:lnTo>
                    <a:pt x="1110176" y="1529566"/>
                  </a:lnTo>
                  <a:lnTo>
                    <a:pt x="1111247" y="1528973"/>
                  </a:lnTo>
                  <a:lnTo>
                    <a:pt x="1112319" y="1528380"/>
                  </a:lnTo>
                  <a:lnTo>
                    <a:pt x="1113391" y="1527787"/>
                  </a:lnTo>
                  <a:lnTo>
                    <a:pt x="1114462" y="1527193"/>
                  </a:lnTo>
                  <a:lnTo>
                    <a:pt x="1115534" y="1526598"/>
                  </a:lnTo>
                  <a:lnTo>
                    <a:pt x="1116605" y="1526004"/>
                  </a:lnTo>
                  <a:lnTo>
                    <a:pt x="1117677" y="1525408"/>
                  </a:lnTo>
                  <a:lnTo>
                    <a:pt x="1118749" y="1524813"/>
                  </a:lnTo>
                  <a:lnTo>
                    <a:pt x="1119820" y="1524216"/>
                  </a:lnTo>
                  <a:lnTo>
                    <a:pt x="1120892" y="1523620"/>
                  </a:lnTo>
                  <a:lnTo>
                    <a:pt x="1121963" y="1523023"/>
                  </a:lnTo>
                  <a:lnTo>
                    <a:pt x="1123035" y="1522425"/>
                  </a:lnTo>
                  <a:lnTo>
                    <a:pt x="1124107" y="1521827"/>
                  </a:lnTo>
                  <a:lnTo>
                    <a:pt x="1125178" y="1521229"/>
                  </a:lnTo>
                  <a:lnTo>
                    <a:pt x="1126250" y="1520630"/>
                  </a:lnTo>
                  <a:lnTo>
                    <a:pt x="1127321" y="1520030"/>
                  </a:lnTo>
                  <a:lnTo>
                    <a:pt x="1128393" y="1519431"/>
                  </a:lnTo>
                  <a:lnTo>
                    <a:pt x="1129465" y="1518830"/>
                  </a:lnTo>
                  <a:lnTo>
                    <a:pt x="1130536" y="1518230"/>
                  </a:lnTo>
                  <a:lnTo>
                    <a:pt x="1131608" y="1517628"/>
                  </a:lnTo>
                  <a:lnTo>
                    <a:pt x="1132679" y="1517027"/>
                  </a:lnTo>
                  <a:lnTo>
                    <a:pt x="1133751" y="1516425"/>
                  </a:lnTo>
                  <a:lnTo>
                    <a:pt x="1134823" y="1515822"/>
                  </a:lnTo>
                  <a:lnTo>
                    <a:pt x="1135894" y="1515219"/>
                  </a:lnTo>
                  <a:lnTo>
                    <a:pt x="1136966" y="1514616"/>
                  </a:lnTo>
                  <a:lnTo>
                    <a:pt x="1138037" y="1514012"/>
                  </a:lnTo>
                  <a:lnTo>
                    <a:pt x="1139109" y="1513408"/>
                  </a:lnTo>
                  <a:lnTo>
                    <a:pt x="1140181" y="1512803"/>
                  </a:lnTo>
                  <a:lnTo>
                    <a:pt x="1141252" y="1512197"/>
                  </a:lnTo>
                  <a:lnTo>
                    <a:pt x="1142324" y="1511592"/>
                  </a:lnTo>
                  <a:lnTo>
                    <a:pt x="1143395" y="1510986"/>
                  </a:lnTo>
                  <a:lnTo>
                    <a:pt x="1144467" y="1510379"/>
                  </a:lnTo>
                  <a:lnTo>
                    <a:pt x="1145539" y="1509772"/>
                  </a:lnTo>
                  <a:lnTo>
                    <a:pt x="1146610" y="1509164"/>
                  </a:lnTo>
                  <a:lnTo>
                    <a:pt x="1147682" y="1508556"/>
                  </a:lnTo>
                  <a:lnTo>
                    <a:pt x="1148753" y="1507948"/>
                  </a:lnTo>
                  <a:lnTo>
                    <a:pt x="1149825" y="1507339"/>
                  </a:lnTo>
                  <a:lnTo>
                    <a:pt x="1150897" y="1506729"/>
                  </a:lnTo>
                  <a:lnTo>
                    <a:pt x="1151968" y="1506120"/>
                  </a:lnTo>
                  <a:lnTo>
                    <a:pt x="1153040" y="1505509"/>
                  </a:lnTo>
                  <a:lnTo>
                    <a:pt x="1154111" y="1504898"/>
                  </a:lnTo>
                  <a:lnTo>
                    <a:pt x="1155183" y="1504287"/>
                  </a:lnTo>
                  <a:lnTo>
                    <a:pt x="1156255" y="1503675"/>
                  </a:lnTo>
                  <a:lnTo>
                    <a:pt x="1157326" y="1503063"/>
                  </a:lnTo>
                  <a:lnTo>
                    <a:pt x="1158398" y="1502451"/>
                  </a:lnTo>
                  <a:lnTo>
                    <a:pt x="1159469" y="1501838"/>
                  </a:lnTo>
                  <a:lnTo>
                    <a:pt x="1160541" y="1501224"/>
                  </a:lnTo>
                  <a:lnTo>
                    <a:pt x="1161613" y="1500610"/>
                  </a:lnTo>
                  <a:lnTo>
                    <a:pt x="1162684" y="1499995"/>
                  </a:lnTo>
                  <a:lnTo>
                    <a:pt x="1163756" y="1499381"/>
                  </a:lnTo>
                  <a:lnTo>
                    <a:pt x="1164827" y="1498765"/>
                  </a:lnTo>
                  <a:lnTo>
                    <a:pt x="1165899" y="1498149"/>
                  </a:lnTo>
                  <a:lnTo>
                    <a:pt x="1166971" y="1497533"/>
                  </a:lnTo>
                  <a:lnTo>
                    <a:pt x="1168042" y="1496916"/>
                  </a:lnTo>
                  <a:lnTo>
                    <a:pt x="1169114" y="1496299"/>
                  </a:lnTo>
                  <a:lnTo>
                    <a:pt x="1170185" y="1495681"/>
                  </a:lnTo>
                  <a:lnTo>
                    <a:pt x="1171257" y="1495063"/>
                  </a:lnTo>
                  <a:lnTo>
                    <a:pt x="1172329" y="1494444"/>
                  </a:lnTo>
                  <a:lnTo>
                    <a:pt x="1173400" y="1493825"/>
                  </a:lnTo>
                  <a:lnTo>
                    <a:pt x="1174472" y="1493205"/>
                  </a:lnTo>
                  <a:lnTo>
                    <a:pt x="1175543" y="1492585"/>
                  </a:lnTo>
                  <a:lnTo>
                    <a:pt x="1176615" y="1491964"/>
                  </a:lnTo>
                  <a:lnTo>
                    <a:pt x="1177687" y="1491343"/>
                  </a:lnTo>
                  <a:lnTo>
                    <a:pt x="1178758" y="1490721"/>
                  </a:lnTo>
                  <a:lnTo>
                    <a:pt x="1179830" y="1490099"/>
                  </a:lnTo>
                  <a:lnTo>
                    <a:pt x="1180901" y="1489477"/>
                  </a:lnTo>
                  <a:lnTo>
                    <a:pt x="1181973" y="1488854"/>
                  </a:lnTo>
                  <a:lnTo>
                    <a:pt x="1183045" y="1488230"/>
                  </a:lnTo>
                  <a:lnTo>
                    <a:pt x="1184116" y="1487606"/>
                  </a:lnTo>
                  <a:lnTo>
                    <a:pt x="1185188" y="1486982"/>
                  </a:lnTo>
                  <a:lnTo>
                    <a:pt x="1186259" y="1486357"/>
                  </a:lnTo>
                  <a:lnTo>
                    <a:pt x="1187331" y="1485732"/>
                  </a:lnTo>
                  <a:lnTo>
                    <a:pt x="1188403" y="1485106"/>
                  </a:lnTo>
                  <a:lnTo>
                    <a:pt x="1189474" y="1484479"/>
                  </a:lnTo>
                  <a:lnTo>
                    <a:pt x="1190546" y="1483852"/>
                  </a:lnTo>
                  <a:lnTo>
                    <a:pt x="1191617" y="1483225"/>
                  </a:lnTo>
                  <a:lnTo>
                    <a:pt x="1192689" y="1482597"/>
                  </a:lnTo>
                  <a:lnTo>
                    <a:pt x="1193761" y="1481969"/>
                  </a:lnTo>
                  <a:lnTo>
                    <a:pt x="1194832" y="1481340"/>
                  </a:lnTo>
                  <a:lnTo>
                    <a:pt x="1195904" y="1480711"/>
                  </a:lnTo>
                  <a:lnTo>
                    <a:pt x="1196975" y="1480081"/>
                  </a:lnTo>
                  <a:lnTo>
                    <a:pt x="1198047" y="1479451"/>
                  </a:lnTo>
                  <a:lnTo>
                    <a:pt x="1199119" y="1478820"/>
                  </a:lnTo>
                  <a:lnTo>
                    <a:pt x="1200190" y="1478189"/>
                  </a:lnTo>
                  <a:lnTo>
                    <a:pt x="1201262" y="1477557"/>
                  </a:lnTo>
                  <a:lnTo>
                    <a:pt x="1202333" y="1476925"/>
                  </a:lnTo>
                  <a:lnTo>
                    <a:pt x="1203405" y="1476292"/>
                  </a:lnTo>
                  <a:lnTo>
                    <a:pt x="1204477" y="1475659"/>
                  </a:lnTo>
                  <a:lnTo>
                    <a:pt x="1205548" y="1475025"/>
                  </a:lnTo>
                  <a:lnTo>
                    <a:pt x="1206620" y="1474391"/>
                  </a:lnTo>
                  <a:lnTo>
                    <a:pt x="1207691" y="1473756"/>
                  </a:lnTo>
                  <a:lnTo>
                    <a:pt x="1208763" y="1473121"/>
                  </a:lnTo>
                  <a:lnTo>
                    <a:pt x="1209835" y="1472485"/>
                  </a:lnTo>
                  <a:lnTo>
                    <a:pt x="1210906" y="1471849"/>
                  </a:lnTo>
                  <a:lnTo>
                    <a:pt x="1211978" y="1471212"/>
                  </a:lnTo>
                  <a:lnTo>
                    <a:pt x="1213049" y="1470575"/>
                  </a:lnTo>
                  <a:lnTo>
                    <a:pt x="1214121" y="1469938"/>
                  </a:lnTo>
                  <a:lnTo>
                    <a:pt x="1215193" y="1469299"/>
                  </a:lnTo>
                  <a:lnTo>
                    <a:pt x="1216264" y="1468661"/>
                  </a:lnTo>
                  <a:lnTo>
                    <a:pt x="1217336" y="1468021"/>
                  </a:lnTo>
                  <a:lnTo>
                    <a:pt x="1218407" y="1467382"/>
                  </a:lnTo>
                  <a:lnTo>
                    <a:pt x="1219479" y="1466742"/>
                  </a:lnTo>
                  <a:lnTo>
                    <a:pt x="1220551" y="1466101"/>
                  </a:lnTo>
                  <a:lnTo>
                    <a:pt x="1221622" y="1465460"/>
                  </a:lnTo>
                  <a:lnTo>
                    <a:pt x="1222694" y="1464818"/>
                  </a:lnTo>
                  <a:lnTo>
                    <a:pt x="1223765" y="1464176"/>
                  </a:lnTo>
                  <a:lnTo>
                    <a:pt x="1224837" y="1463533"/>
                  </a:lnTo>
                  <a:lnTo>
                    <a:pt x="1225909" y="1462890"/>
                  </a:lnTo>
                  <a:lnTo>
                    <a:pt x="1226980" y="1462246"/>
                  </a:lnTo>
                  <a:lnTo>
                    <a:pt x="1228052" y="1461602"/>
                  </a:lnTo>
                  <a:lnTo>
                    <a:pt x="1229123" y="1460957"/>
                  </a:lnTo>
                  <a:lnTo>
                    <a:pt x="1230195" y="1460312"/>
                  </a:lnTo>
                  <a:lnTo>
                    <a:pt x="1231267" y="1459666"/>
                  </a:lnTo>
                  <a:lnTo>
                    <a:pt x="1232338" y="1459020"/>
                  </a:lnTo>
                  <a:lnTo>
                    <a:pt x="1233410" y="1458373"/>
                  </a:lnTo>
                  <a:lnTo>
                    <a:pt x="1234481" y="1457726"/>
                  </a:lnTo>
                  <a:lnTo>
                    <a:pt x="1235553" y="1457078"/>
                  </a:lnTo>
                  <a:lnTo>
                    <a:pt x="1236625" y="1456430"/>
                  </a:lnTo>
                  <a:lnTo>
                    <a:pt x="1237696" y="1455781"/>
                  </a:lnTo>
                  <a:lnTo>
                    <a:pt x="1238768" y="1455131"/>
                  </a:lnTo>
                  <a:lnTo>
                    <a:pt x="1239839" y="1454482"/>
                  </a:lnTo>
                  <a:lnTo>
                    <a:pt x="1240911" y="1453831"/>
                  </a:lnTo>
                  <a:lnTo>
                    <a:pt x="1241983" y="1453180"/>
                  </a:lnTo>
                  <a:lnTo>
                    <a:pt x="1243054" y="1452529"/>
                  </a:lnTo>
                  <a:lnTo>
                    <a:pt x="1244126" y="1451877"/>
                  </a:lnTo>
                  <a:lnTo>
                    <a:pt x="1245197" y="1451225"/>
                  </a:lnTo>
                  <a:lnTo>
                    <a:pt x="1246269" y="1450572"/>
                  </a:lnTo>
                  <a:lnTo>
                    <a:pt x="1247340" y="1449918"/>
                  </a:lnTo>
                  <a:lnTo>
                    <a:pt x="1248412" y="1449264"/>
                  </a:lnTo>
                  <a:lnTo>
                    <a:pt x="1249484" y="1448610"/>
                  </a:lnTo>
                  <a:lnTo>
                    <a:pt x="1250555" y="1447954"/>
                  </a:lnTo>
                  <a:lnTo>
                    <a:pt x="1251627" y="1447299"/>
                  </a:lnTo>
                  <a:lnTo>
                    <a:pt x="1252698" y="1446643"/>
                  </a:lnTo>
                  <a:lnTo>
                    <a:pt x="1253770" y="1445986"/>
                  </a:lnTo>
                  <a:lnTo>
                    <a:pt x="1254842" y="1445329"/>
                  </a:lnTo>
                  <a:lnTo>
                    <a:pt x="1255913" y="1444671"/>
                  </a:lnTo>
                  <a:lnTo>
                    <a:pt x="1256985" y="1444013"/>
                  </a:lnTo>
                  <a:lnTo>
                    <a:pt x="1258056" y="1443354"/>
                  </a:lnTo>
                  <a:lnTo>
                    <a:pt x="1259128" y="1442695"/>
                  </a:lnTo>
                  <a:lnTo>
                    <a:pt x="1260200" y="1442035"/>
                  </a:lnTo>
                  <a:lnTo>
                    <a:pt x="1261271" y="1441375"/>
                  </a:lnTo>
                  <a:lnTo>
                    <a:pt x="1262343" y="1440714"/>
                  </a:lnTo>
                  <a:lnTo>
                    <a:pt x="1263414" y="1440053"/>
                  </a:lnTo>
                  <a:lnTo>
                    <a:pt x="1264486" y="1439391"/>
                  </a:lnTo>
                  <a:lnTo>
                    <a:pt x="1265558" y="1438728"/>
                  </a:lnTo>
                  <a:lnTo>
                    <a:pt x="1266629" y="1438065"/>
                  </a:lnTo>
                  <a:lnTo>
                    <a:pt x="1267701" y="1437402"/>
                  </a:lnTo>
                  <a:lnTo>
                    <a:pt x="1268772" y="1436738"/>
                  </a:lnTo>
                  <a:lnTo>
                    <a:pt x="1269844" y="1436073"/>
                  </a:lnTo>
                  <a:lnTo>
                    <a:pt x="1270916" y="1435408"/>
                  </a:lnTo>
                  <a:lnTo>
                    <a:pt x="1271987" y="1434742"/>
                  </a:lnTo>
                  <a:lnTo>
                    <a:pt x="1273059" y="1434076"/>
                  </a:lnTo>
                  <a:lnTo>
                    <a:pt x="1274130" y="1433409"/>
                  </a:lnTo>
                  <a:lnTo>
                    <a:pt x="1275202" y="1432742"/>
                  </a:lnTo>
                  <a:lnTo>
                    <a:pt x="1276274" y="1432074"/>
                  </a:lnTo>
                  <a:lnTo>
                    <a:pt x="1277345" y="1431406"/>
                  </a:lnTo>
                  <a:lnTo>
                    <a:pt x="1278417" y="1430737"/>
                  </a:lnTo>
                  <a:lnTo>
                    <a:pt x="1279488" y="1430067"/>
                  </a:lnTo>
                  <a:lnTo>
                    <a:pt x="1280560" y="1429397"/>
                  </a:lnTo>
                  <a:lnTo>
                    <a:pt x="1281632" y="1428727"/>
                  </a:lnTo>
                  <a:lnTo>
                    <a:pt x="1282703" y="1428056"/>
                  </a:lnTo>
                  <a:lnTo>
                    <a:pt x="1283775" y="1427384"/>
                  </a:lnTo>
                  <a:lnTo>
                    <a:pt x="1284846" y="1426712"/>
                  </a:lnTo>
                  <a:lnTo>
                    <a:pt x="1285918" y="1426039"/>
                  </a:lnTo>
                  <a:lnTo>
                    <a:pt x="1286990" y="1425366"/>
                  </a:lnTo>
                  <a:lnTo>
                    <a:pt x="1288061" y="1424692"/>
                  </a:lnTo>
                  <a:lnTo>
                    <a:pt x="1289133" y="1424017"/>
                  </a:lnTo>
                  <a:lnTo>
                    <a:pt x="1290204" y="1423342"/>
                  </a:lnTo>
                  <a:lnTo>
                    <a:pt x="1291276" y="1422667"/>
                  </a:lnTo>
                  <a:lnTo>
                    <a:pt x="1292348" y="1421991"/>
                  </a:lnTo>
                  <a:lnTo>
                    <a:pt x="1293419" y="1421314"/>
                  </a:lnTo>
                  <a:lnTo>
                    <a:pt x="1294491" y="1420637"/>
                  </a:lnTo>
                  <a:lnTo>
                    <a:pt x="1295562" y="1419959"/>
                  </a:lnTo>
                  <a:lnTo>
                    <a:pt x="1296634" y="1419281"/>
                  </a:lnTo>
                  <a:lnTo>
                    <a:pt x="1297706" y="1418602"/>
                  </a:lnTo>
                  <a:lnTo>
                    <a:pt x="1298777" y="1417923"/>
                  </a:lnTo>
                  <a:lnTo>
                    <a:pt x="1299849" y="1417243"/>
                  </a:lnTo>
                  <a:lnTo>
                    <a:pt x="1300920" y="1416562"/>
                  </a:lnTo>
                  <a:lnTo>
                    <a:pt x="1301992" y="1415881"/>
                  </a:lnTo>
                  <a:lnTo>
                    <a:pt x="1303064" y="1415200"/>
                  </a:lnTo>
                  <a:lnTo>
                    <a:pt x="1304135" y="1414518"/>
                  </a:lnTo>
                  <a:lnTo>
                    <a:pt x="1305207" y="1413835"/>
                  </a:lnTo>
                  <a:lnTo>
                    <a:pt x="1306278" y="1413151"/>
                  </a:lnTo>
                  <a:lnTo>
                    <a:pt x="1307350" y="1412468"/>
                  </a:lnTo>
                  <a:lnTo>
                    <a:pt x="1308422" y="1411783"/>
                  </a:lnTo>
                  <a:lnTo>
                    <a:pt x="1309493" y="1411098"/>
                  </a:lnTo>
                  <a:lnTo>
                    <a:pt x="1310565" y="1410413"/>
                  </a:lnTo>
                  <a:lnTo>
                    <a:pt x="1311636" y="1409726"/>
                  </a:lnTo>
                  <a:lnTo>
                    <a:pt x="1312708" y="1409040"/>
                  </a:lnTo>
                  <a:lnTo>
                    <a:pt x="1313780" y="1408352"/>
                  </a:lnTo>
                  <a:lnTo>
                    <a:pt x="1314851" y="1407665"/>
                  </a:lnTo>
                  <a:lnTo>
                    <a:pt x="1315923" y="1406976"/>
                  </a:lnTo>
                  <a:lnTo>
                    <a:pt x="1316994" y="1406287"/>
                  </a:lnTo>
                  <a:lnTo>
                    <a:pt x="1318066" y="1405598"/>
                  </a:lnTo>
                  <a:lnTo>
                    <a:pt x="1319138" y="1404907"/>
                  </a:lnTo>
                  <a:lnTo>
                    <a:pt x="1320209" y="1404217"/>
                  </a:lnTo>
                  <a:lnTo>
                    <a:pt x="1321281" y="1403525"/>
                  </a:lnTo>
                  <a:lnTo>
                    <a:pt x="1322352" y="1402834"/>
                  </a:lnTo>
                  <a:lnTo>
                    <a:pt x="1323424" y="1402141"/>
                  </a:lnTo>
                  <a:lnTo>
                    <a:pt x="1324496" y="1401448"/>
                  </a:lnTo>
                  <a:lnTo>
                    <a:pt x="1325567" y="1400754"/>
                  </a:lnTo>
                  <a:lnTo>
                    <a:pt x="1326639" y="1400060"/>
                  </a:lnTo>
                  <a:lnTo>
                    <a:pt x="1327710" y="1399366"/>
                  </a:lnTo>
                  <a:lnTo>
                    <a:pt x="1328782" y="1398670"/>
                  </a:lnTo>
                  <a:lnTo>
                    <a:pt x="1329854" y="1397974"/>
                  </a:lnTo>
                  <a:lnTo>
                    <a:pt x="1330925" y="1397278"/>
                  </a:lnTo>
                  <a:lnTo>
                    <a:pt x="1331997" y="1396581"/>
                  </a:lnTo>
                  <a:lnTo>
                    <a:pt x="1333068" y="1395883"/>
                  </a:lnTo>
                  <a:lnTo>
                    <a:pt x="1334140" y="1395185"/>
                  </a:lnTo>
                  <a:lnTo>
                    <a:pt x="1335212" y="1394486"/>
                  </a:lnTo>
                  <a:lnTo>
                    <a:pt x="1336283" y="1393786"/>
                  </a:lnTo>
                  <a:lnTo>
                    <a:pt x="1337355" y="1393086"/>
                  </a:lnTo>
                  <a:lnTo>
                    <a:pt x="1338426" y="1392386"/>
                  </a:lnTo>
                  <a:lnTo>
                    <a:pt x="1339498" y="1391685"/>
                  </a:lnTo>
                  <a:lnTo>
                    <a:pt x="1340570" y="1390983"/>
                  </a:lnTo>
                  <a:lnTo>
                    <a:pt x="1341641" y="1390280"/>
                  </a:lnTo>
                  <a:lnTo>
                    <a:pt x="1342713" y="1389577"/>
                  </a:lnTo>
                  <a:lnTo>
                    <a:pt x="1343784" y="1388874"/>
                  </a:lnTo>
                  <a:lnTo>
                    <a:pt x="1344856" y="1388170"/>
                  </a:lnTo>
                  <a:lnTo>
                    <a:pt x="1345928" y="1387465"/>
                  </a:lnTo>
                  <a:lnTo>
                    <a:pt x="1346999" y="1386760"/>
                  </a:lnTo>
                  <a:lnTo>
                    <a:pt x="1348071" y="1386054"/>
                  </a:lnTo>
                  <a:lnTo>
                    <a:pt x="1349142" y="1385347"/>
                  </a:lnTo>
                  <a:lnTo>
                    <a:pt x="1350214" y="1384640"/>
                  </a:lnTo>
                  <a:lnTo>
                    <a:pt x="1351286" y="1383932"/>
                  </a:lnTo>
                  <a:lnTo>
                    <a:pt x="1352357" y="1383224"/>
                  </a:lnTo>
                  <a:lnTo>
                    <a:pt x="1353429" y="1382515"/>
                  </a:lnTo>
                  <a:lnTo>
                    <a:pt x="1354500" y="1381805"/>
                  </a:lnTo>
                  <a:lnTo>
                    <a:pt x="1355572" y="1381095"/>
                  </a:lnTo>
                  <a:lnTo>
                    <a:pt x="1356644" y="1380384"/>
                  </a:lnTo>
                  <a:lnTo>
                    <a:pt x="1357715" y="1379673"/>
                  </a:lnTo>
                  <a:lnTo>
                    <a:pt x="1358787" y="1378961"/>
                  </a:lnTo>
                  <a:lnTo>
                    <a:pt x="1359858" y="1378248"/>
                  </a:lnTo>
                  <a:lnTo>
                    <a:pt x="1360930" y="1377535"/>
                  </a:lnTo>
                  <a:lnTo>
                    <a:pt x="1362002" y="1376821"/>
                  </a:lnTo>
                  <a:lnTo>
                    <a:pt x="1363073" y="1376107"/>
                  </a:lnTo>
                  <a:lnTo>
                    <a:pt x="1364145" y="1375392"/>
                  </a:lnTo>
                  <a:lnTo>
                    <a:pt x="1365216" y="1374676"/>
                  </a:lnTo>
                  <a:lnTo>
                    <a:pt x="1366288" y="1373960"/>
                  </a:lnTo>
                  <a:lnTo>
                    <a:pt x="1367360" y="1373243"/>
                  </a:lnTo>
                  <a:lnTo>
                    <a:pt x="1368431" y="1372526"/>
                  </a:lnTo>
                  <a:lnTo>
                    <a:pt x="1369503" y="1371808"/>
                  </a:lnTo>
                  <a:lnTo>
                    <a:pt x="1370574" y="1371089"/>
                  </a:lnTo>
                  <a:lnTo>
                    <a:pt x="1371646" y="1370370"/>
                  </a:lnTo>
                  <a:lnTo>
                    <a:pt x="1372718" y="1369650"/>
                  </a:lnTo>
                  <a:lnTo>
                    <a:pt x="1373789" y="1368929"/>
                  </a:lnTo>
                  <a:lnTo>
                    <a:pt x="1374861" y="1368208"/>
                  </a:lnTo>
                  <a:lnTo>
                    <a:pt x="1375932" y="1367486"/>
                  </a:lnTo>
                  <a:lnTo>
                    <a:pt x="1377004" y="1366764"/>
                  </a:lnTo>
                  <a:lnTo>
                    <a:pt x="1378076" y="1366041"/>
                  </a:lnTo>
                  <a:lnTo>
                    <a:pt x="1379147" y="1365317"/>
                  </a:lnTo>
                  <a:lnTo>
                    <a:pt x="1380219" y="1364593"/>
                  </a:lnTo>
                  <a:lnTo>
                    <a:pt x="1381290" y="1363868"/>
                  </a:lnTo>
                  <a:lnTo>
                    <a:pt x="1382362" y="1363143"/>
                  </a:lnTo>
                  <a:lnTo>
                    <a:pt x="1383434" y="1362417"/>
                  </a:lnTo>
                  <a:lnTo>
                    <a:pt x="1384505" y="1361690"/>
                  </a:lnTo>
                  <a:lnTo>
                    <a:pt x="1385577" y="1360962"/>
                  </a:lnTo>
                  <a:lnTo>
                    <a:pt x="1386648" y="1360234"/>
                  </a:lnTo>
                  <a:lnTo>
                    <a:pt x="1387720" y="1359506"/>
                  </a:lnTo>
                  <a:lnTo>
                    <a:pt x="1388792" y="1358776"/>
                  </a:lnTo>
                  <a:lnTo>
                    <a:pt x="1389863" y="1358046"/>
                  </a:lnTo>
                  <a:lnTo>
                    <a:pt x="1390935" y="1357316"/>
                  </a:lnTo>
                  <a:lnTo>
                    <a:pt x="1392006" y="1356585"/>
                  </a:lnTo>
                  <a:lnTo>
                    <a:pt x="1393078" y="1355853"/>
                  </a:lnTo>
                  <a:lnTo>
                    <a:pt x="1394150" y="1355120"/>
                  </a:lnTo>
                  <a:lnTo>
                    <a:pt x="1395221" y="1354387"/>
                  </a:lnTo>
                  <a:lnTo>
                    <a:pt x="1396293" y="1353653"/>
                  </a:lnTo>
                  <a:lnTo>
                    <a:pt x="1397364" y="1352919"/>
                  </a:lnTo>
                  <a:lnTo>
                    <a:pt x="1398436" y="1352184"/>
                  </a:lnTo>
                  <a:lnTo>
                    <a:pt x="1399508" y="1351448"/>
                  </a:lnTo>
                  <a:lnTo>
                    <a:pt x="1400579" y="1350712"/>
                  </a:lnTo>
                  <a:lnTo>
                    <a:pt x="1401651" y="1349975"/>
                  </a:lnTo>
                  <a:lnTo>
                    <a:pt x="1402722" y="1349238"/>
                  </a:lnTo>
                  <a:lnTo>
                    <a:pt x="1403794" y="1348499"/>
                  </a:lnTo>
                  <a:lnTo>
                    <a:pt x="1404866" y="1347760"/>
                  </a:lnTo>
                  <a:lnTo>
                    <a:pt x="1405937" y="1347021"/>
                  </a:lnTo>
                  <a:lnTo>
                    <a:pt x="1407009" y="1346281"/>
                  </a:lnTo>
                  <a:lnTo>
                    <a:pt x="1408080" y="1345540"/>
                  </a:lnTo>
                  <a:lnTo>
                    <a:pt x="1409152" y="1344798"/>
                  </a:lnTo>
                  <a:lnTo>
                    <a:pt x="1410224" y="1344056"/>
                  </a:lnTo>
                  <a:lnTo>
                    <a:pt x="1411295" y="1343313"/>
                  </a:lnTo>
                  <a:lnTo>
                    <a:pt x="1412367" y="1342570"/>
                  </a:lnTo>
                  <a:lnTo>
                    <a:pt x="1413438" y="1341826"/>
                  </a:lnTo>
                  <a:lnTo>
                    <a:pt x="1414510" y="1341081"/>
                  </a:lnTo>
                  <a:lnTo>
                    <a:pt x="1415582" y="1340336"/>
                  </a:lnTo>
                  <a:lnTo>
                    <a:pt x="1416653" y="1339590"/>
                  </a:lnTo>
                  <a:lnTo>
                    <a:pt x="1417725" y="1338843"/>
                  </a:lnTo>
                  <a:lnTo>
                    <a:pt x="1418796" y="1338096"/>
                  </a:lnTo>
                  <a:lnTo>
                    <a:pt x="1419868" y="1337348"/>
                  </a:lnTo>
                  <a:lnTo>
                    <a:pt x="1420939" y="1336599"/>
                  </a:lnTo>
                  <a:lnTo>
                    <a:pt x="1422011" y="1335850"/>
                  </a:lnTo>
                  <a:lnTo>
                    <a:pt x="1423083" y="1335100"/>
                  </a:lnTo>
                  <a:lnTo>
                    <a:pt x="1424154" y="1334349"/>
                  </a:lnTo>
                  <a:lnTo>
                    <a:pt x="1425226" y="1333597"/>
                  </a:lnTo>
                  <a:lnTo>
                    <a:pt x="1426297" y="1332845"/>
                  </a:lnTo>
                  <a:lnTo>
                    <a:pt x="1427369" y="1332093"/>
                  </a:lnTo>
                  <a:lnTo>
                    <a:pt x="1428441" y="1331339"/>
                  </a:lnTo>
                  <a:lnTo>
                    <a:pt x="1429512" y="1330585"/>
                  </a:lnTo>
                  <a:lnTo>
                    <a:pt x="1430584" y="1329831"/>
                  </a:lnTo>
                  <a:lnTo>
                    <a:pt x="1431655" y="1329075"/>
                  </a:lnTo>
                  <a:lnTo>
                    <a:pt x="1432727" y="1328319"/>
                  </a:lnTo>
                  <a:lnTo>
                    <a:pt x="1433799" y="1327563"/>
                  </a:lnTo>
                  <a:lnTo>
                    <a:pt x="1434870" y="1326805"/>
                  </a:lnTo>
                  <a:lnTo>
                    <a:pt x="1435942" y="1326047"/>
                  </a:lnTo>
                  <a:lnTo>
                    <a:pt x="1437013" y="1325288"/>
                  </a:lnTo>
                  <a:lnTo>
                    <a:pt x="1438085" y="1324529"/>
                  </a:lnTo>
                  <a:lnTo>
                    <a:pt x="1439157" y="1323769"/>
                  </a:lnTo>
                  <a:lnTo>
                    <a:pt x="1440228" y="1323008"/>
                  </a:lnTo>
                  <a:lnTo>
                    <a:pt x="1441300" y="1322247"/>
                  </a:lnTo>
                  <a:lnTo>
                    <a:pt x="1442371" y="1321485"/>
                  </a:lnTo>
                  <a:lnTo>
                    <a:pt x="1443443" y="1320722"/>
                  </a:lnTo>
                  <a:lnTo>
                    <a:pt x="1444515" y="1319958"/>
                  </a:lnTo>
                  <a:lnTo>
                    <a:pt x="1445586" y="1319194"/>
                  </a:lnTo>
                  <a:lnTo>
                    <a:pt x="1446658" y="1318429"/>
                  </a:lnTo>
                  <a:lnTo>
                    <a:pt x="1447729" y="1317664"/>
                  </a:lnTo>
                  <a:lnTo>
                    <a:pt x="1448801" y="1316898"/>
                  </a:lnTo>
                  <a:lnTo>
                    <a:pt x="1449873" y="1316131"/>
                  </a:lnTo>
                  <a:lnTo>
                    <a:pt x="1450944" y="1315363"/>
                  </a:lnTo>
                  <a:lnTo>
                    <a:pt x="1452016" y="1314595"/>
                  </a:lnTo>
                  <a:lnTo>
                    <a:pt x="1453087" y="1313826"/>
                  </a:lnTo>
                  <a:lnTo>
                    <a:pt x="1454159" y="1313056"/>
                  </a:lnTo>
                  <a:lnTo>
                    <a:pt x="1455231" y="1312286"/>
                  </a:lnTo>
                  <a:lnTo>
                    <a:pt x="1456302" y="1311515"/>
                  </a:lnTo>
                  <a:lnTo>
                    <a:pt x="1457374" y="1310743"/>
                  </a:lnTo>
                  <a:lnTo>
                    <a:pt x="1458445" y="1309970"/>
                  </a:lnTo>
                  <a:lnTo>
                    <a:pt x="1459517" y="1309197"/>
                  </a:lnTo>
                  <a:lnTo>
                    <a:pt x="1460589" y="1308423"/>
                  </a:lnTo>
                  <a:lnTo>
                    <a:pt x="1461660" y="1307649"/>
                  </a:lnTo>
                  <a:lnTo>
                    <a:pt x="1462732" y="1306873"/>
                  </a:lnTo>
                  <a:lnTo>
                    <a:pt x="1463803" y="1306097"/>
                  </a:lnTo>
                  <a:lnTo>
                    <a:pt x="1464875" y="1305321"/>
                  </a:lnTo>
                  <a:lnTo>
                    <a:pt x="1465947" y="1304543"/>
                  </a:lnTo>
                  <a:lnTo>
                    <a:pt x="1467018" y="1303765"/>
                  </a:lnTo>
                  <a:lnTo>
                    <a:pt x="1468090" y="1302986"/>
                  </a:lnTo>
                  <a:lnTo>
                    <a:pt x="1469161" y="1302207"/>
                  </a:lnTo>
                  <a:lnTo>
                    <a:pt x="1470233" y="1301427"/>
                  </a:lnTo>
                  <a:lnTo>
                    <a:pt x="1471305" y="1300646"/>
                  </a:lnTo>
                  <a:lnTo>
                    <a:pt x="1472376" y="1299864"/>
                  </a:lnTo>
                  <a:lnTo>
                    <a:pt x="1473448" y="1299082"/>
                  </a:lnTo>
                  <a:lnTo>
                    <a:pt x="1474519" y="1298299"/>
                  </a:lnTo>
                  <a:lnTo>
                    <a:pt x="1475591" y="1297515"/>
                  </a:lnTo>
                  <a:lnTo>
                    <a:pt x="1476663" y="1296730"/>
                  </a:lnTo>
                  <a:lnTo>
                    <a:pt x="1477734" y="1295945"/>
                  </a:lnTo>
                  <a:lnTo>
                    <a:pt x="1478806" y="1295159"/>
                  </a:lnTo>
                  <a:lnTo>
                    <a:pt x="1479877" y="1294373"/>
                  </a:lnTo>
                  <a:lnTo>
                    <a:pt x="1480949" y="1293585"/>
                  </a:lnTo>
                  <a:lnTo>
                    <a:pt x="1482021" y="1292797"/>
                  </a:lnTo>
                  <a:lnTo>
                    <a:pt x="1483092" y="1292008"/>
                  </a:lnTo>
                  <a:lnTo>
                    <a:pt x="1484164" y="1291219"/>
                  </a:lnTo>
                  <a:lnTo>
                    <a:pt x="1485235" y="1290429"/>
                  </a:lnTo>
                  <a:lnTo>
                    <a:pt x="1486307" y="1289638"/>
                  </a:lnTo>
                  <a:lnTo>
                    <a:pt x="1487379" y="1288846"/>
                  </a:lnTo>
                  <a:lnTo>
                    <a:pt x="1488450" y="1288053"/>
                  </a:lnTo>
                  <a:lnTo>
                    <a:pt x="1489522" y="1287260"/>
                  </a:lnTo>
                  <a:lnTo>
                    <a:pt x="1490593" y="1286466"/>
                  </a:lnTo>
                  <a:lnTo>
                    <a:pt x="1491665" y="1285672"/>
                  </a:lnTo>
                  <a:lnTo>
                    <a:pt x="1492737" y="1284876"/>
                  </a:lnTo>
                  <a:lnTo>
                    <a:pt x="1493808" y="1284080"/>
                  </a:lnTo>
                  <a:lnTo>
                    <a:pt x="1494880" y="1283283"/>
                  </a:lnTo>
                  <a:lnTo>
                    <a:pt x="1495951" y="1282486"/>
                  </a:lnTo>
                  <a:lnTo>
                    <a:pt x="1497023" y="1281688"/>
                  </a:lnTo>
                  <a:lnTo>
                    <a:pt x="1498095" y="1280889"/>
                  </a:lnTo>
                  <a:lnTo>
                    <a:pt x="1499166" y="1280089"/>
                  </a:lnTo>
                  <a:lnTo>
                    <a:pt x="1500238" y="1279288"/>
                  </a:lnTo>
                  <a:lnTo>
                    <a:pt x="1501309" y="1278487"/>
                  </a:lnTo>
                  <a:lnTo>
                    <a:pt x="1502381" y="1277685"/>
                  </a:lnTo>
                  <a:lnTo>
                    <a:pt x="1503453" y="1276882"/>
                  </a:lnTo>
                  <a:lnTo>
                    <a:pt x="1504524" y="1276079"/>
                  </a:lnTo>
                  <a:lnTo>
                    <a:pt x="1505596" y="1275274"/>
                  </a:lnTo>
                  <a:lnTo>
                    <a:pt x="1506667" y="1274469"/>
                  </a:lnTo>
                  <a:lnTo>
                    <a:pt x="1507739" y="1273664"/>
                  </a:lnTo>
                  <a:lnTo>
                    <a:pt x="1508811" y="1272857"/>
                  </a:lnTo>
                  <a:lnTo>
                    <a:pt x="1509882" y="1272050"/>
                  </a:lnTo>
                  <a:lnTo>
                    <a:pt x="1510954" y="1271242"/>
                  </a:lnTo>
                  <a:lnTo>
                    <a:pt x="1512025" y="1270433"/>
                  </a:lnTo>
                  <a:lnTo>
                    <a:pt x="1513097" y="1269624"/>
                  </a:lnTo>
                  <a:lnTo>
                    <a:pt x="1514169" y="1268813"/>
                  </a:lnTo>
                  <a:lnTo>
                    <a:pt x="1515240" y="1268002"/>
                  </a:lnTo>
                  <a:lnTo>
                    <a:pt x="1516312" y="1267191"/>
                  </a:lnTo>
                  <a:lnTo>
                    <a:pt x="1517383" y="1266378"/>
                  </a:lnTo>
                  <a:lnTo>
                    <a:pt x="1518455" y="1265565"/>
                  </a:lnTo>
                  <a:lnTo>
                    <a:pt x="1519527" y="1264751"/>
                  </a:lnTo>
                  <a:lnTo>
                    <a:pt x="1520598" y="1263936"/>
                  </a:lnTo>
                  <a:lnTo>
                    <a:pt x="1521670" y="1263120"/>
                  </a:lnTo>
                  <a:lnTo>
                    <a:pt x="1522741" y="1262304"/>
                  </a:lnTo>
                  <a:lnTo>
                    <a:pt x="1523813" y="1261487"/>
                  </a:lnTo>
                  <a:lnTo>
                    <a:pt x="1524885" y="1260669"/>
                  </a:lnTo>
                  <a:lnTo>
                    <a:pt x="1525956" y="1259850"/>
                  </a:lnTo>
                  <a:lnTo>
                    <a:pt x="1527028" y="1259031"/>
                  </a:lnTo>
                  <a:lnTo>
                    <a:pt x="1528099" y="1258211"/>
                  </a:lnTo>
                  <a:lnTo>
                    <a:pt x="1529171" y="1257390"/>
                  </a:lnTo>
                  <a:lnTo>
                    <a:pt x="1530243" y="1256568"/>
                  </a:lnTo>
                  <a:lnTo>
                    <a:pt x="1531314" y="1255745"/>
                  </a:lnTo>
                  <a:lnTo>
                    <a:pt x="1532386" y="1254922"/>
                  </a:lnTo>
                  <a:lnTo>
                    <a:pt x="1533457" y="1254098"/>
                  </a:lnTo>
                  <a:lnTo>
                    <a:pt x="1534529" y="1253273"/>
                  </a:lnTo>
                  <a:lnTo>
                    <a:pt x="1535601" y="1252447"/>
                  </a:lnTo>
                  <a:lnTo>
                    <a:pt x="1536672" y="1251621"/>
                  </a:lnTo>
                  <a:lnTo>
                    <a:pt x="1537744" y="1250794"/>
                  </a:lnTo>
                  <a:lnTo>
                    <a:pt x="1538815" y="1249966"/>
                  </a:lnTo>
                  <a:lnTo>
                    <a:pt x="1539887" y="1249137"/>
                  </a:lnTo>
                  <a:lnTo>
                    <a:pt x="1540959" y="1248307"/>
                  </a:lnTo>
                  <a:lnTo>
                    <a:pt x="1542030" y="1247477"/>
                  </a:lnTo>
                  <a:lnTo>
                    <a:pt x="1543102" y="1246646"/>
                  </a:lnTo>
                  <a:lnTo>
                    <a:pt x="1544173" y="1245814"/>
                  </a:lnTo>
                  <a:lnTo>
                    <a:pt x="1545245" y="1244981"/>
                  </a:lnTo>
                  <a:lnTo>
                    <a:pt x="1546317" y="1244148"/>
                  </a:lnTo>
                  <a:lnTo>
                    <a:pt x="1547388" y="1243313"/>
                  </a:lnTo>
                  <a:lnTo>
                    <a:pt x="1548460" y="1242478"/>
                  </a:lnTo>
                  <a:lnTo>
                    <a:pt x="1549531" y="1241642"/>
                  </a:lnTo>
                  <a:lnTo>
                    <a:pt x="1550603" y="1240806"/>
                  </a:lnTo>
                  <a:lnTo>
                    <a:pt x="1551675" y="1239968"/>
                  </a:lnTo>
                  <a:lnTo>
                    <a:pt x="1552746" y="1239130"/>
                  </a:lnTo>
                  <a:lnTo>
                    <a:pt x="1553818" y="1238291"/>
                  </a:lnTo>
                  <a:lnTo>
                    <a:pt x="1554889" y="1237451"/>
                  </a:lnTo>
                  <a:lnTo>
                    <a:pt x="1555961" y="1236610"/>
                  </a:lnTo>
                  <a:lnTo>
                    <a:pt x="1557033" y="1235769"/>
                  </a:lnTo>
                  <a:lnTo>
                    <a:pt x="1558104" y="1234926"/>
                  </a:lnTo>
                  <a:lnTo>
                    <a:pt x="1559176" y="1234083"/>
                  </a:lnTo>
                  <a:lnTo>
                    <a:pt x="1560247" y="1233239"/>
                  </a:lnTo>
                  <a:lnTo>
                    <a:pt x="1561319" y="1232395"/>
                  </a:lnTo>
                  <a:lnTo>
                    <a:pt x="1562391" y="1231549"/>
                  </a:lnTo>
                  <a:lnTo>
                    <a:pt x="1563462" y="1230703"/>
                  </a:lnTo>
                  <a:lnTo>
                    <a:pt x="1564534" y="1229856"/>
                  </a:lnTo>
                  <a:lnTo>
                    <a:pt x="1565605" y="1229008"/>
                  </a:lnTo>
                  <a:lnTo>
                    <a:pt x="1566677" y="1228159"/>
                  </a:lnTo>
                  <a:lnTo>
                    <a:pt x="1567749" y="1227309"/>
                  </a:lnTo>
                  <a:lnTo>
                    <a:pt x="1568820" y="1226459"/>
                  </a:lnTo>
                  <a:lnTo>
                    <a:pt x="1569892" y="1225607"/>
                  </a:lnTo>
                  <a:lnTo>
                    <a:pt x="1570963" y="1224755"/>
                  </a:lnTo>
                  <a:lnTo>
                    <a:pt x="1572035" y="1223902"/>
                  </a:lnTo>
                  <a:lnTo>
                    <a:pt x="1573107" y="1223049"/>
                  </a:lnTo>
                  <a:lnTo>
                    <a:pt x="1574178" y="1222194"/>
                  </a:lnTo>
                  <a:lnTo>
                    <a:pt x="1575250" y="1221339"/>
                  </a:lnTo>
                  <a:lnTo>
                    <a:pt x="1576321" y="1220482"/>
                  </a:lnTo>
                  <a:lnTo>
                    <a:pt x="1577393" y="1219625"/>
                  </a:lnTo>
                  <a:lnTo>
                    <a:pt x="1578465" y="1218767"/>
                  </a:lnTo>
                  <a:lnTo>
                    <a:pt x="1579536" y="1217909"/>
                  </a:lnTo>
                  <a:lnTo>
                    <a:pt x="1580608" y="1217049"/>
                  </a:lnTo>
                  <a:lnTo>
                    <a:pt x="1581679" y="1216189"/>
                  </a:lnTo>
                  <a:lnTo>
                    <a:pt x="1582751" y="1215328"/>
                  </a:lnTo>
                  <a:lnTo>
                    <a:pt x="1583823" y="1214465"/>
                  </a:lnTo>
                  <a:lnTo>
                    <a:pt x="1584894" y="1213603"/>
                  </a:lnTo>
                  <a:lnTo>
                    <a:pt x="1585966" y="1212739"/>
                  </a:lnTo>
                  <a:lnTo>
                    <a:pt x="1587037" y="1211874"/>
                  </a:lnTo>
                  <a:lnTo>
                    <a:pt x="1588109" y="1211009"/>
                  </a:lnTo>
                  <a:lnTo>
                    <a:pt x="1589181" y="1210142"/>
                  </a:lnTo>
                  <a:lnTo>
                    <a:pt x="1590252" y="1209275"/>
                  </a:lnTo>
                  <a:lnTo>
                    <a:pt x="1591324" y="1208407"/>
                  </a:lnTo>
                  <a:lnTo>
                    <a:pt x="1592395" y="1207539"/>
                  </a:lnTo>
                  <a:lnTo>
                    <a:pt x="1593467" y="1206669"/>
                  </a:lnTo>
                  <a:lnTo>
                    <a:pt x="1594539" y="1205798"/>
                  </a:lnTo>
                  <a:lnTo>
                    <a:pt x="1595610" y="1204927"/>
                  </a:lnTo>
                  <a:lnTo>
                    <a:pt x="1596682" y="1204055"/>
                  </a:lnTo>
                  <a:lnTo>
                    <a:pt x="1597753" y="1203182"/>
                  </a:lnTo>
                  <a:lnTo>
                    <a:pt x="1598825" y="1202308"/>
                  </a:lnTo>
                  <a:lnTo>
                    <a:pt x="1599896" y="1201433"/>
                  </a:lnTo>
                  <a:lnTo>
                    <a:pt x="1600968" y="1200557"/>
                  </a:lnTo>
                  <a:lnTo>
                    <a:pt x="1602040" y="1199681"/>
                  </a:lnTo>
                  <a:lnTo>
                    <a:pt x="1603111" y="1198803"/>
                  </a:lnTo>
                  <a:lnTo>
                    <a:pt x="1604183" y="1197925"/>
                  </a:lnTo>
                  <a:lnTo>
                    <a:pt x="1605254" y="1197046"/>
                  </a:lnTo>
                  <a:lnTo>
                    <a:pt x="1606326" y="1196166"/>
                  </a:lnTo>
                  <a:lnTo>
                    <a:pt x="1607398" y="1195285"/>
                  </a:lnTo>
                  <a:lnTo>
                    <a:pt x="1608469" y="1194403"/>
                  </a:lnTo>
                  <a:lnTo>
                    <a:pt x="1609541" y="1193521"/>
                  </a:lnTo>
                  <a:lnTo>
                    <a:pt x="1610612" y="1192637"/>
                  </a:lnTo>
                  <a:lnTo>
                    <a:pt x="1611684" y="1191753"/>
                  </a:lnTo>
                  <a:lnTo>
                    <a:pt x="1612756" y="1190868"/>
                  </a:lnTo>
                  <a:lnTo>
                    <a:pt x="1613827" y="1189982"/>
                  </a:lnTo>
                  <a:lnTo>
                    <a:pt x="1614899" y="1189095"/>
                  </a:lnTo>
                  <a:lnTo>
                    <a:pt x="1615970" y="1188207"/>
                  </a:lnTo>
                  <a:lnTo>
                    <a:pt x="1617042" y="1187318"/>
                  </a:lnTo>
                  <a:lnTo>
                    <a:pt x="1618114" y="1186428"/>
                  </a:lnTo>
                  <a:lnTo>
                    <a:pt x="1619185" y="1185538"/>
                  </a:lnTo>
                  <a:lnTo>
                    <a:pt x="1620257" y="1184646"/>
                  </a:lnTo>
                  <a:lnTo>
                    <a:pt x="1621328" y="1183754"/>
                  </a:lnTo>
                  <a:lnTo>
                    <a:pt x="1622400" y="1182861"/>
                  </a:lnTo>
                  <a:lnTo>
                    <a:pt x="1623472" y="1181967"/>
                  </a:lnTo>
                  <a:lnTo>
                    <a:pt x="1624543" y="1181072"/>
                  </a:lnTo>
                  <a:lnTo>
                    <a:pt x="1625615" y="1180176"/>
                  </a:lnTo>
                  <a:lnTo>
                    <a:pt x="1626686" y="1179279"/>
                  </a:lnTo>
                  <a:lnTo>
                    <a:pt x="1627758" y="1178382"/>
                  </a:lnTo>
                  <a:lnTo>
                    <a:pt x="1628830" y="1177483"/>
                  </a:lnTo>
                  <a:lnTo>
                    <a:pt x="1629901" y="1176584"/>
                  </a:lnTo>
                  <a:lnTo>
                    <a:pt x="1630973" y="1175684"/>
                  </a:lnTo>
                  <a:lnTo>
                    <a:pt x="1632044" y="1174782"/>
                  </a:lnTo>
                  <a:lnTo>
                    <a:pt x="1633116" y="1173880"/>
                  </a:lnTo>
                  <a:lnTo>
                    <a:pt x="1634188" y="1172977"/>
                  </a:lnTo>
                  <a:lnTo>
                    <a:pt x="1635259" y="1172073"/>
                  </a:lnTo>
                  <a:lnTo>
                    <a:pt x="1636331" y="1171168"/>
                  </a:lnTo>
                  <a:lnTo>
                    <a:pt x="1637402" y="1170263"/>
                  </a:lnTo>
                  <a:lnTo>
                    <a:pt x="1638474" y="1169356"/>
                  </a:lnTo>
                  <a:lnTo>
                    <a:pt x="1639546" y="1168448"/>
                  </a:lnTo>
                  <a:lnTo>
                    <a:pt x="1640617" y="1167540"/>
                  </a:lnTo>
                  <a:lnTo>
                    <a:pt x="1641689" y="1166630"/>
                  </a:lnTo>
                  <a:lnTo>
                    <a:pt x="1642760" y="1165720"/>
                  </a:lnTo>
                  <a:lnTo>
                    <a:pt x="1643832" y="1164809"/>
                  </a:lnTo>
                  <a:lnTo>
                    <a:pt x="1644904" y="1163897"/>
                  </a:lnTo>
                  <a:lnTo>
                    <a:pt x="1645975" y="1162984"/>
                  </a:lnTo>
                  <a:lnTo>
                    <a:pt x="1647047" y="1162070"/>
                  </a:lnTo>
                  <a:lnTo>
                    <a:pt x="1648118" y="1161155"/>
                  </a:lnTo>
                  <a:lnTo>
                    <a:pt x="1649190" y="1160239"/>
                  </a:lnTo>
                  <a:lnTo>
                    <a:pt x="1650262" y="1159322"/>
                  </a:lnTo>
                  <a:lnTo>
                    <a:pt x="1651333" y="1158404"/>
                  </a:lnTo>
                  <a:lnTo>
                    <a:pt x="1652405" y="1157486"/>
                  </a:lnTo>
                  <a:lnTo>
                    <a:pt x="1653476" y="1156566"/>
                  </a:lnTo>
                  <a:lnTo>
                    <a:pt x="1654548" y="1155646"/>
                  </a:lnTo>
                  <a:lnTo>
                    <a:pt x="1655620" y="1154724"/>
                  </a:lnTo>
                  <a:lnTo>
                    <a:pt x="1656691" y="1153802"/>
                  </a:lnTo>
                  <a:lnTo>
                    <a:pt x="1657763" y="1152878"/>
                  </a:lnTo>
                  <a:lnTo>
                    <a:pt x="1658834" y="1151954"/>
                  </a:lnTo>
                  <a:lnTo>
                    <a:pt x="1659906" y="1151029"/>
                  </a:lnTo>
                  <a:lnTo>
                    <a:pt x="1660978" y="1150103"/>
                  </a:lnTo>
                  <a:lnTo>
                    <a:pt x="1662049" y="1149176"/>
                  </a:lnTo>
                  <a:lnTo>
                    <a:pt x="1663121" y="1148248"/>
                  </a:lnTo>
                  <a:lnTo>
                    <a:pt x="1664192" y="1147319"/>
                  </a:lnTo>
                  <a:lnTo>
                    <a:pt x="1665264" y="1146389"/>
                  </a:lnTo>
                  <a:lnTo>
                    <a:pt x="1666336" y="1145458"/>
                  </a:lnTo>
                  <a:lnTo>
                    <a:pt x="1667407" y="1144527"/>
                  </a:lnTo>
                  <a:lnTo>
                    <a:pt x="1668479" y="1143594"/>
                  </a:lnTo>
                  <a:lnTo>
                    <a:pt x="1669550" y="1142661"/>
                  </a:lnTo>
                  <a:lnTo>
                    <a:pt x="1670622" y="1141726"/>
                  </a:lnTo>
                  <a:lnTo>
                    <a:pt x="1671694" y="1140791"/>
                  </a:lnTo>
                  <a:lnTo>
                    <a:pt x="1672765" y="1139855"/>
                  </a:lnTo>
                  <a:lnTo>
                    <a:pt x="1673837" y="1138917"/>
                  </a:lnTo>
                  <a:lnTo>
                    <a:pt x="1674908" y="1137979"/>
                  </a:lnTo>
                  <a:lnTo>
                    <a:pt x="1675980" y="1137040"/>
                  </a:lnTo>
                  <a:lnTo>
                    <a:pt x="1677052" y="1136100"/>
                  </a:lnTo>
                  <a:lnTo>
                    <a:pt x="1678123" y="1135160"/>
                  </a:lnTo>
                  <a:lnTo>
                    <a:pt x="1679195" y="1134218"/>
                  </a:lnTo>
                  <a:lnTo>
                    <a:pt x="1680266" y="1133275"/>
                  </a:lnTo>
                  <a:lnTo>
                    <a:pt x="1681338" y="1132332"/>
                  </a:lnTo>
                  <a:lnTo>
                    <a:pt x="1682410" y="1131387"/>
                  </a:lnTo>
                  <a:lnTo>
                    <a:pt x="1683481" y="1130442"/>
                  </a:lnTo>
                  <a:lnTo>
                    <a:pt x="1684553" y="1129496"/>
                  </a:lnTo>
                  <a:lnTo>
                    <a:pt x="1685624" y="1128549"/>
                  </a:lnTo>
                  <a:lnTo>
                    <a:pt x="1686696" y="1127601"/>
                  </a:lnTo>
                  <a:lnTo>
                    <a:pt x="1687768" y="1126652"/>
                  </a:lnTo>
                  <a:lnTo>
                    <a:pt x="1688839" y="1125702"/>
                  </a:lnTo>
                  <a:lnTo>
                    <a:pt x="1689911" y="1124751"/>
                  </a:lnTo>
                  <a:lnTo>
                    <a:pt x="1690982" y="1123800"/>
                  </a:lnTo>
                  <a:lnTo>
                    <a:pt x="1692054" y="1122848"/>
                  </a:lnTo>
                  <a:lnTo>
                    <a:pt x="1693126" y="1121894"/>
                  </a:lnTo>
                  <a:lnTo>
                    <a:pt x="1694197" y="1120940"/>
                  </a:lnTo>
                  <a:lnTo>
                    <a:pt x="1695269" y="1119985"/>
                  </a:lnTo>
                  <a:lnTo>
                    <a:pt x="1696340" y="1119029"/>
                  </a:lnTo>
                  <a:lnTo>
                    <a:pt x="1697412" y="1118072"/>
                  </a:lnTo>
                  <a:lnTo>
                    <a:pt x="1698484" y="1117115"/>
                  </a:lnTo>
                  <a:lnTo>
                    <a:pt x="1699555" y="1116156"/>
                  </a:lnTo>
                  <a:lnTo>
                    <a:pt x="1700627" y="1115197"/>
                  </a:lnTo>
                  <a:lnTo>
                    <a:pt x="1701698" y="1114237"/>
                  </a:lnTo>
                  <a:lnTo>
                    <a:pt x="1702770" y="1113275"/>
                  </a:lnTo>
                  <a:lnTo>
                    <a:pt x="1703842" y="1112313"/>
                  </a:lnTo>
                  <a:lnTo>
                    <a:pt x="1704913" y="1111351"/>
                  </a:lnTo>
                  <a:lnTo>
                    <a:pt x="1705985" y="1110387"/>
                  </a:lnTo>
                  <a:lnTo>
                    <a:pt x="1707056" y="1109422"/>
                  </a:lnTo>
                  <a:lnTo>
                    <a:pt x="1708128" y="1108457"/>
                  </a:lnTo>
                  <a:lnTo>
                    <a:pt x="1709200" y="1107491"/>
                  </a:lnTo>
                  <a:lnTo>
                    <a:pt x="1710271" y="1106524"/>
                  </a:lnTo>
                  <a:lnTo>
                    <a:pt x="1711343" y="1105556"/>
                  </a:lnTo>
                  <a:lnTo>
                    <a:pt x="1712414" y="1104587"/>
                  </a:lnTo>
                  <a:lnTo>
                    <a:pt x="1713486" y="1103617"/>
                  </a:lnTo>
                  <a:lnTo>
                    <a:pt x="1714558" y="1102647"/>
                  </a:lnTo>
                  <a:lnTo>
                    <a:pt x="1715629" y="1101676"/>
                  </a:lnTo>
                  <a:lnTo>
                    <a:pt x="1716701" y="1100704"/>
                  </a:lnTo>
                  <a:lnTo>
                    <a:pt x="1717772" y="1099731"/>
                  </a:lnTo>
                  <a:lnTo>
                    <a:pt x="1718844" y="1098757"/>
                  </a:lnTo>
                  <a:lnTo>
                    <a:pt x="1719916" y="1097782"/>
                  </a:lnTo>
                  <a:lnTo>
                    <a:pt x="1720987" y="1096807"/>
                  </a:lnTo>
                  <a:lnTo>
                    <a:pt x="1722059" y="1095831"/>
                  </a:lnTo>
                  <a:lnTo>
                    <a:pt x="1723130" y="1094854"/>
                  </a:lnTo>
                  <a:lnTo>
                    <a:pt x="1724202" y="1093876"/>
                  </a:lnTo>
                  <a:lnTo>
                    <a:pt x="1725274" y="1092897"/>
                  </a:lnTo>
                  <a:lnTo>
                    <a:pt x="1726345" y="1091917"/>
                  </a:lnTo>
                  <a:lnTo>
                    <a:pt x="1727417" y="1090937"/>
                  </a:lnTo>
                  <a:lnTo>
                    <a:pt x="1728488" y="1089956"/>
                  </a:lnTo>
                  <a:lnTo>
                    <a:pt x="1729560" y="1088974"/>
                  </a:lnTo>
                  <a:lnTo>
                    <a:pt x="1730632" y="1087991"/>
                  </a:lnTo>
                  <a:lnTo>
                    <a:pt x="1731703" y="1087008"/>
                  </a:lnTo>
                  <a:lnTo>
                    <a:pt x="1732775" y="1086023"/>
                  </a:lnTo>
                  <a:lnTo>
                    <a:pt x="1733846" y="1085038"/>
                  </a:lnTo>
                  <a:lnTo>
                    <a:pt x="1734918" y="1084052"/>
                  </a:lnTo>
                  <a:lnTo>
                    <a:pt x="1735990" y="1083065"/>
                  </a:lnTo>
                  <a:lnTo>
                    <a:pt x="1737061" y="1082078"/>
                  </a:lnTo>
                  <a:lnTo>
                    <a:pt x="1738133" y="1081089"/>
                  </a:lnTo>
                  <a:lnTo>
                    <a:pt x="1739204" y="1080100"/>
                  </a:lnTo>
                  <a:lnTo>
                    <a:pt x="1740276" y="1079110"/>
                  </a:lnTo>
                  <a:lnTo>
                    <a:pt x="1741348" y="1078120"/>
                  </a:lnTo>
                  <a:lnTo>
                    <a:pt x="1742419" y="1077128"/>
                  </a:lnTo>
                  <a:lnTo>
                    <a:pt x="1743491" y="1076136"/>
                  </a:lnTo>
                  <a:lnTo>
                    <a:pt x="1744562" y="1075143"/>
                  </a:lnTo>
                  <a:lnTo>
                    <a:pt x="1745634" y="1074149"/>
                  </a:lnTo>
                  <a:lnTo>
                    <a:pt x="1746706" y="1073155"/>
                  </a:lnTo>
                  <a:lnTo>
                    <a:pt x="1747777" y="1072159"/>
                  </a:lnTo>
                  <a:lnTo>
                    <a:pt x="1748849" y="1071163"/>
                  </a:lnTo>
                  <a:lnTo>
                    <a:pt x="1749920" y="1070166"/>
                  </a:lnTo>
                  <a:lnTo>
                    <a:pt x="1750992" y="1069169"/>
                  </a:lnTo>
                  <a:lnTo>
                    <a:pt x="1752064" y="1068170"/>
                  </a:lnTo>
                  <a:lnTo>
                    <a:pt x="1753135" y="1067171"/>
                  </a:lnTo>
                  <a:lnTo>
                    <a:pt x="1754207" y="1066171"/>
                  </a:lnTo>
                  <a:lnTo>
                    <a:pt x="1755278" y="1065170"/>
                  </a:lnTo>
                  <a:lnTo>
                    <a:pt x="1756350" y="1064169"/>
                  </a:lnTo>
                  <a:lnTo>
                    <a:pt x="1757422" y="1063167"/>
                  </a:lnTo>
                  <a:lnTo>
                    <a:pt x="1758493" y="1062164"/>
                  </a:lnTo>
                  <a:lnTo>
                    <a:pt x="1759565" y="1061160"/>
                  </a:lnTo>
                  <a:lnTo>
                    <a:pt x="1760636" y="1060156"/>
                  </a:lnTo>
                  <a:lnTo>
                    <a:pt x="1761708" y="1059151"/>
                  </a:lnTo>
                  <a:lnTo>
                    <a:pt x="1762780" y="1058145"/>
                  </a:lnTo>
                  <a:lnTo>
                    <a:pt x="1763851" y="1057138"/>
                  </a:lnTo>
                  <a:lnTo>
                    <a:pt x="1764923" y="1056131"/>
                  </a:lnTo>
                  <a:lnTo>
                    <a:pt x="1765994" y="1055123"/>
                  </a:lnTo>
                  <a:lnTo>
                    <a:pt x="1767066" y="1054114"/>
                  </a:lnTo>
                  <a:lnTo>
                    <a:pt x="1768138" y="1053105"/>
                  </a:lnTo>
                  <a:lnTo>
                    <a:pt x="1769209" y="1052095"/>
                  </a:lnTo>
                  <a:lnTo>
                    <a:pt x="1770281" y="1051084"/>
                  </a:lnTo>
                  <a:lnTo>
                    <a:pt x="1771352" y="1050072"/>
                  </a:lnTo>
                  <a:lnTo>
                    <a:pt x="1772424" y="1049060"/>
                  </a:lnTo>
                  <a:lnTo>
                    <a:pt x="1773496" y="1048047"/>
                  </a:lnTo>
                  <a:lnTo>
                    <a:pt x="1774567" y="1047033"/>
                  </a:lnTo>
                  <a:lnTo>
                    <a:pt x="1775639" y="1046018"/>
                  </a:lnTo>
                  <a:lnTo>
                    <a:pt x="1776710" y="1045003"/>
                  </a:lnTo>
                  <a:lnTo>
                    <a:pt x="1777782" y="1043987"/>
                  </a:lnTo>
                  <a:lnTo>
                    <a:pt x="1778853" y="1042971"/>
                  </a:lnTo>
                  <a:lnTo>
                    <a:pt x="1779925" y="1041954"/>
                  </a:lnTo>
                  <a:lnTo>
                    <a:pt x="1780997" y="1040936"/>
                  </a:lnTo>
                  <a:lnTo>
                    <a:pt x="1782068" y="1039917"/>
                  </a:lnTo>
                  <a:lnTo>
                    <a:pt x="1783140" y="1038898"/>
                  </a:lnTo>
                  <a:lnTo>
                    <a:pt x="1784211" y="1037878"/>
                  </a:lnTo>
                  <a:lnTo>
                    <a:pt x="1785283" y="1036857"/>
                  </a:lnTo>
                  <a:lnTo>
                    <a:pt x="1786355" y="1035836"/>
                  </a:lnTo>
                  <a:lnTo>
                    <a:pt x="1787426" y="1034814"/>
                  </a:lnTo>
                  <a:lnTo>
                    <a:pt x="1788498" y="1033791"/>
                  </a:lnTo>
                  <a:lnTo>
                    <a:pt x="1789569" y="1032768"/>
                  </a:lnTo>
                  <a:lnTo>
                    <a:pt x="1790641" y="1031744"/>
                  </a:lnTo>
                  <a:lnTo>
                    <a:pt x="1791713" y="1030719"/>
                  </a:lnTo>
                  <a:lnTo>
                    <a:pt x="1792784" y="1029694"/>
                  </a:lnTo>
                  <a:lnTo>
                    <a:pt x="1793856" y="1028668"/>
                  </a:lnTo>
                  <a:lnTo>
                    <a:pt x="1794927" y="1027641"/>
                  </a:lnTo>
                  <a:lnTo>
                    <a:pt x="1795999" y="1026614"/>
                  </a:lnTo>
                  <a:lnTo>
                    <a:pt x="1797071" y="1025586"/>
                  </a:lnTo>
                  <a:lnTo>
                    <a:pt x="1798142" y="1024557"/>
                  </a:lnTo>
                  <a:lnTo>
                    <a:pt x="1799214" y="1023528"/>
                  </a:lnTo>
                  <a:lnTo>
                    <a:pt x="1800285" y="1022498"/>
                  </a:lnTo>
                  <a:lnTo>
                    <a:pt x="1801357" y="1021467"/>
                  </a:lnTo>
                  <a:lnTo>
                    <a:pt x="1802429" y="1020436"/>
                  </a:lnTo>
                  <a:lnTo>
                    <a:pt x="1803500" y="1019405"/>
                  </a:lnTo>
                  <a:lnTo>
                    <a:pt x="1804572" y="1018372"/>
                  </a:lnTo>
                  <a:lnTo>
                    <a:pt x="1805643" y="1017339"/>
                  </a:lnTo>
                  <a:lnTo>
                    <a:pt x="1806715" y="1016305"/>
                  </a:lnTo>
                  <a:lnTo>
                    <a:pt x="1807787" y="1015271"/>
                  </a:lnTo>
                  <a:lnTo>
                    <a:pt x="1808858" y="1014236"/>
                  </a:lnTo>
                  <a:lnTo>
                    <a:pt x="1809930" y="1013201"/>
                  </a:lnTo>
                  <a:lnTo>
                    <a:pt x="1811001" y="1012165"/>
                  </a:lnTo>
                  <a:lnTo>
                    <a:pt x="1812073" y="1011128"/>
                  </a:lnTo>
                  <a:lnTo>
                    <a:pt x="1813145" y="1010091"/>
                  </a:lnTo>
                  <a:lnTo>
                    <a:pt x="1814216" y="1009053"/>
                  </a:lnTo>
                  <a:lnTo>
                    <a:pt x="1815288" y="1008014"/>
                  </a:lnTo>
                  <a:lnTo>
                    <a:pt x="1816359" y="1006975"/>
                  </a:lnTo>
                  <a:lnTo>
                    <a:pt x="1817431" y="1005935"/>
                  </a:lnTo>
                  <a:lnTo>
                    <a:pt x="1818503" y="1004895"/>
                  </a:lnTo>
                  <a:lnTo>
                    <a:pt x="1819574" y="1003854"/>
                  </a:lnTo>
                  <a:lnTo>
                    <a:pt x="1820646" y="1002813"/>
                  </a:lnTo>
                  <a:lnTo>
                    <a:pt x="1821717" y="1001771"/>
                  </a:lnTo>
                  <a:lnTo>
                    <a:pt x="1822789" y="1000728"/>
                  </a:lnTo>
                  <a:lnTo>
                    <a:pt x="1823861" y="999685"/>
                  </a:lnTo>
                  <a:lnTo>
                    <a:pt x="1824932" y="998641"/>
                  </a:lnTo>
                  <a:lnTo>
                    <a:pt x="1826004" y="997597"/>
                  </a:lnTo>
                  <a:lnTo>
                    <a:pt x="1827075" y="996552"/>
                  </a:lnTo>
                  <a:lnTo>
                    <a:pt x="1828147" y="995507"/>
                  </a:lnTo>
                  <a:lnTo>
                    <a:pt x="1829219" y="994461"/>
                  </a:lnTo>
                  <a:lnTo>
                    <a:pt x="1830290" y="993414"/>
                  </a:lnTo>
                  <a:lnTo>
                    <a:pt x="1831362" y="992367"/>
                  </a:lnTo>
                  <a:lnTo>
                    <a:pt x="1832433" y="991319"/>
                  </a:lnTo>
                  <a:lnTo>
                    <a:pt x="1833505" y="990271"/>
                  </a:lnTo>
                  <a:lnTo>
                    <a:pt x="1834577" y="989222"/>
                  </a:lnTo>
                  <a:lnTo>
                    <a:pt x="1835648" y="988173"/>
                  </a:lnTo>
                  <a:lnTo>
                    <a:pt x="1836720" y="987123"/>
                  </a:lnTo>
                  <a:lnTo>
                    <a:pt x="1837791" y="986073"/>
                  </a:lnTo>
                  <a:lnTo>
                    <a:pt x="1838863" y="985022"/>
                  </a:lnTo>
                  <a:lnTo>
                    <a:pt x="1839935" y="983971"/>
                  </a:lnTo>
                  <a:lnTo>
                    <a:pt x="1841006" y="982919"/>
                  </a:lnTo>
                  <a:lnTo>
                    <a:pt x="1842078" y="981866"/>
                  </a:lnTo>
                  <a:lnTo>
                    <a:pt x="1843149" y="980813"/>
                  </a:lnTo>
                  <a:lnTo>
                    <a:pt x="1844221" y="979760"/>
                  </a:lnTo>
                  <a:lnTo>
                    <a:pt x="1845293" y="978706"/>
                  </a:lnTo>
                  <a:lnTo>
                    <a:pt x="1846364" y="977652"/>
                  </a:lnTo>
                  <a:lnTo>
                    <a:pt x="1847436" y="976597"/>
                  </a:lnTo>
                  <a:lnTo>
                    <a:pt x="1848507" y="975541"/>
                  </a:lnTo>
                  <a:lnTo>
                    <a:pt x="1849579" y="974485"/>
                  </a:lnTo>
                  <a:lnTo>
                    <a:pt x="1850651" y="973429"/>
                  </a:lnTo>
                  <a:lnTo>
                    <a:pt x="1851722" y="972372"/>
                  </a:lnTo>
                  <a:lnTo>
                    <a:pt x="1852794" y="971314"/>
                  </a:lnTo>
                  <a:lnTo>
                    <a:pt x="1853865" y="970257"/>
                  </a:lnTo>
                  <a:lnTo>
                    <a:pt x="1854937" y="969198"/>
                  </a:lnTo>
                  <a:lnTo>
                    <a:pt x="1856009" y="968139"/>
                  </a:lnTo>
                  <a:lnTo>
                    <a:pt x="1857080" y="967080"/>
                  </a:lnTo>
                  <a:lnTo>
                    <a:pt x="1858152" y="966020"/>
                  </a:lnTo>
                  <a:lnTo>
                    <a:pt x="1859223" y="964960"/>
                  </a:lnTo>
                  <a:lnTo>
                    <a:pt x="1860295" y="963899"/>
                  </a:lnTo>
                  <a:lnTo>
                    <a:pt x="1861367" y="962838"/>
                  </a:lnTo>
                  <a:lnTo>
                    <a:pt x="1862438" y="961777"/>
                  </a:lnTo>
                  <a:lnTo>
                    <a:pt x="1863510" y="960714"/>
                  </a:lnTo>
                  <a:lnTo>
                    <a:pt x="1864581" y="959652"/>
                  </a:lnTo>
                  <a:lnTo>
                    <a:pt x="1865653" y="958589"/>
                  </a:lnTo>
                  <a:lnTo>
                    <a:pt x="1866725" y="957526"/>
                  </a:lnTo>
                  <a:lnTo>
                    <a:pt x="1867796" y="956462"/>
                  </a:lnTo>
                  <a:lnTo>
                    <a:pt x="1868868" y="955398"/>
                  </a:lnTo>
                  <a:lnTo>
                    <a:pt x="1869939" y="954333"/>
                  </a:lnTo>
                  <a:lnTo>
                    <a:pt x="1871011" y="953268"/>
                  </a:lnTo>
                  <a:lnTo>
                    <a:pt x="1872083" y="952202"/>
                  </a:lnTo>
                  <a:lnTo>
                    <a:pt x="1873154" y="951136"/>
                  </a:lnTo>
                  <a:lnTo>
                    <a:pt x="1874226" y="950070"/>
                  </a:lnTo>
                  <a:lnTo>
                    <a:pt x="1875297" y="949003"/>
                  </a:lnTo>
                  <a:lnTo>
                    <a:pt x="1876369" y="947936"/>
                  </a:lnTo>
                  <a:lnTo>
                    <a:pt x="1877441" y="946869"/>
                  </a:lnTo>
                  <a:lnTo>
                    <a:pt x="1878512" y="945801"/>
                  </a:lnTo>
                  <a:lnTo>
                    <a:pt x="1879584" y="944732"/>
                  </a:lnTo>
                  <a:lnTo>
                    <a:pt x="1880655" y="943663"/>
                  </a:lnTo>
                  <a:lnTo>
                    <a:pt x="1881727" y="942594"/>
                  </a:lnTo>
                  <a:lnTo>
                    <a:pt x="1882799" y="941525"/>
                  </a:lnTo>
                  <a:lnTo>
                    <a:pt x="1883870" y="940455"/>
                  </a:lnTo>
                  <a:lnTo>
                    <a:pt x="1884942" y="939385"/>
                  </a:lnTo>
                  <a:lnTo>
                    <a:pt x="1886013" y="938314"/>
                  </a:lnTo>
                  <a:lnTo>
                    <a:pt x="1887085" y="937243"/>
                  </a:lnTo>
                  <a:lnTo>
                    <a:pt x="1888157" y="936172"/>
                  </a:lnTo>
                  <a:lnTo>
                    <a:pt x="1889228" y="935100"/>
                  </a:lnTo>
                  <a:lnTo>
                    <a:pt x="1890300" y="934028"/>
                  </a:lnTo>
                  <a:lnTo>
                    <a:pt x="1891371" y="932955"/>
                  </a:lnTo>
                  <a:lnTo>
                    <a:pt x="1892443" y="931883"/>
                  </a:lnTo>
                  <a:lnTo>
                    <a:pt x="1893515" y="930809"/>
                  </a:lnTo>
                  <a:lnTo>
                    <a:pt x="1894586" y="929736"/>
                  </a:lnTo>
                  <a:lnTo>
                    <a:pt x="1895658" y="928662"/>
                  </a:lnTo>
                  <a:lnTo>
                    <a:pt x="1896729" y="927588"/>
                  </a:lnTo>
                  <a:lnTo>
                    <a:pt x="1897801" y="926514"/>
                  </a:lnTo>
                  <a:lnTo>
                    <a:pt x="1898873" y="925439"/>
                  </a:lnTo>
                  <a:lnTo>
                    <a:pt x="1899944" y="924364"/>
                  </a:lnTo>
                  <a:lnTo>
                    <a:pt x="1901016" y="923288"/>
                  </a:lnTo>
                  <a:lnTo>
                    <a:pt x="1902087" y="922212"/>
                  </a:lnTo>
                  <a:lnTo>
                    <a:pt x="1903159" y="921136"/>
                  </a:lnTo>
                  <a:lnTo>
                    <a:pt x="1904231" y="920060"/>
                  </a:lnTo>
                  <a:lnTo>
                    <a:pt x="1905302" y="918983"/>
                  </a:lnTo>
                  <a:lnTo>
                    <a:pt x="1906374" y="917906"/>
                  </a:lnTo>
                  <a:lnTo>
                    <a:pt x="1907445" y="916829"/>
                  </a:lnTo>
                  <a:lnTo>
                    <a:pt x="1908517" y="915752"/>
                  </a:lnTo>
                  <a:lnTo>
                    <a:pt x="1909589" y="914674"/>
                  </a:lnTo>
                  <a:lnTo>
                    <a:pt x="1910660" y="913596"/>
                  </a:lnTo>
                  <a:lnTo>
                    <a:pt x="1911732" y="912517"/>
                  </a:lnTo>
                  <a:lnTo>
                    <a:pt x="1912803" y="911439"/>
                  </a:lnTo>
                  <a:lnTo>
                    <a:pt x="1913875" y="910360"/>
                  </a:lnTo>
                  <a:lnTo>
                    <a:pt x="1914947" y="909281"/>
                  </a:lnTo>
                  <a:lnTo>
                    <a:pt x="1916018" y="908201"/>
                  </a:lnTo>
                  <a:lnTo>
                    <a:pt x="1917090" y="907121"/>
                  </a:lnTo>
                  <a:lnTo>
                    <a:pt x="1918161" y="906041"/>
                  </a:lnTo>
                  <a:lnTo>
                    <a:pt x="1919233" y="904961"/>
                  </a:lnTo>
                  <a:lnTo>
                    <a:pt x="1920305" y="903881"/>
                  </a:lnTo>
                  <a:lnTo>
                    <a:pt x="1921376" y="902800"/>
                  </a:lnTo>
                  <a:lnTo>
                    <a:pt x="1922448" y="901719"/>
                  </a:lnTo>
                  <a:lnTo>
                    <a:pt x="1923519" y="900638"/>
                  </a:lnTo>
                  <a:lnTo>
                    <a:pt x="1924591" y="899557"/>
                  </a:lnTo>
                  <a:lnTo>
                    <a:pt x="1925663" y="898475"/>
                  </a:lnTo>
                  <a:lnTo>
                    <a:pt x="1926734" y="897393"/>
                  </a:lnTo>
                  <a:lnTo>
                    <a:pt x="1927806" y="896311"/>
                  </a:lnTo>
                  <a:lnTo>
                    <a:pt x="1928877" y="895229"/>
                  </a:lnTo>
                  <a:lnTo>
                    <a:pt x="1929949" y="894147"/>
                  </a:lnTo>
                  <a:lnTo>
                    <a:pt x="1931021" y="893064"/>
                  </a:lnTo>
                  <a:lnTo>
                    <a:pt x="1932092" y="891981"/>
                  </a:lnTo>
                  <a:lnTo>
                    <a:pt x="1933164" y="890898"/>
                  </a:lnTo>
                  <a:lnTo>
                    <a:pt x="1934235" y="889815"/>
                  </a:lnTo>
                  <a:lnTo>
                    <a:pt x="1935307" y="888731"/>
                  </a:lnTo>
                  <a:lnTo>
                    <a:pt x="1936379" y="887648"/>
                  </a:lnTo>
                  <a:lnTo>
                    <a:pt x="1937450" y="886564"/>
                  </a:lnTo>
                  <a:lnTo>
                    <a:pt x="1938522" y="885480"/>
                  </a:lnTo>
                  <a:lnTo>
                    <a:pt x="1939593" y="884396"/>
                  </a:lnTo>
                  <a:lnTo>
                    <a:pt x="1940665" y="883312"/>
                  </a:lnTo>
                  <a:lnTo>
                    <a:pt x="1941737" y="882227"/>
                  </a:lnTo>
                  <a:lnTo>
                    <a:pt x="1942808" y="881143"/>
                  </a:lnTo>
                  <a:lnTo>
                    <a:pt x="1943880" y="880058"/>
                  </a:lnTo>
                  <a:lnTo>
                    <a:pt x="1944951" y="878973"/>
                  </a:lnTo>
                  <a:lnTo>
                    <a:pt x="1946023" y="877888"/>
                  </a:lnTo>
                  <a:lnTo>
                    <a:pt x="1947095" y="876803"/>
                  </a:lnTo>
                  <a:lnTo>
                    <a:pt x="1948166" y="875718"/>
                  </a:lnTo>
                  <a:lnTo>
                    <a:pt x="1949238" y="874632"/>
                  </a:lnTo>
                  <a:lnTo>
                    <a:pt x="1950309" y="873547"/>
                  </a:lnTo>
                  <a:lnTo>
                    <a:pt x="1951381" y="872461"/>
                  </a:lnTo>
                  <a:lnTo>
                    <a:pt x="1952453" y="871375"/>
                  </a:lnTo>
                  <a:lnTo>
                    <a:pt x="1953524" y="870289"/>
                  </a:lnTo>
                  <a:lnTo>
                    <a:pt x="1954596" y="869204"/>
                  </a:lnTo>
                  <a:lnTo>
                    <a:pt x="1955667" y="868117"/>
                  </a:lnTo>
                  <a:lnTo>
                    <a:pt x="1956739" y="867031"/>
                  </a:lnTo>
                  <a:lnTo>
                    <a:pt x="1957810" y="865945"/>
                  </a:lnTo>
                  <a:lnTo>
                    <a:pt x="1958882" y="864859"/>
                  </a:lnTo>
                  <a:lnTo>
                    <a:pt x="1959954" y="863772"/>
                  </a:lnTo>
                  <a:lnTo>
                    <a:pt x="1961025" y="862686"/>
                  </a:lnTo>
                  <a:lnTo>
                    <a:pt x="1962097" y="861599"/>
                  </a:lnTo>
                  <a:lnTo>
                    <a:pt x="1963168" y="860513"/>
                  </a:lnTo>
                  <a:lnTo>
                    <a:pt x="1964240" y="859426"/>
                  </a:lnTo>
                  <a:lnTo>
                    <a:pt x="1965312" y="858339"/>
                  </a:lnTo>
                  <a:lnTo>
                    <a:pt x="1966383" y="857252"/>
                  </a:lnTo>
                  <a:lnTo>
                    <a:pt x="1967455" y="856166"/>
                  </a:lnTo>
                  <a:lnTo>
                    <a:pt x="1968526" y="855079"/>
                  </a:lnTo>
                  <a:lnTo>
                    <a:pt x="1969598" y="853992"/>
                  </a:lnTo>
                  <a:lnTo>
                    <a:pt x="1970670" y="852905"/>
                  </a:lnTo>
                  <a:lnTo>
                    <a:pt x="1971741" y="851818"/>
                  </a:lnTo>
                  <a:lnTo>
                    <a:pt x="1972813" y="850731"/>
                  </a:lnTo>
                  <a:lnTo>
                    <a:pt x="1973884" y="849644"/>
                  </a:lnTo>
                  <a:lnTo>
                    <a:pt x="1974956" y="848557"/>
                  </a:lnTo>
                  <a:lnTo>
                    <a:pt x="1976028" y="847470"/>
                  </a:lnTo>
                  <a:lnTo>
                    <a:pt x="1977099" y="846383"/>
                  </a:lnTo>
                  <a:lnTo>
                    <a:pt x="1978171" y="845296"/>
                  </a:lnTo>
                  <a:lnTo>
                    <a:pt x="1979242" y="844209"/>
                  </a:lnTo>
                  <a:lnTo>
                    <a:pt x="1980314" y="843121"/>
                  </a:lnTo>
                  <a:lnTo>
                    <a:pt x="1981386" y="842034"/>
                  </a:lnTo>
                  <a:lnTo>
                    <a:pt x="1982457" y="840947"/>
                  </a:lnTo>
                  <a:lnTo>
                    <a:pt x="1983529" y="839860"/>
                  </a:lnTo>
                  <a:lnTo>
                    <a:pt x="1984600" y="838773"/>
                  </a:lnTo>
                  <a:lnTo>
                    <a:pt x="1985672" y="837687"/>
                  </a:lnTo>
                  <a:lnTo>
                    <a:pt x="1986744" y="836600"/>
                  </a:lnTo>
                  <a:lnTo>
                    <a:pt x="1987815" y="835513"/>
                  </a:lnTo>
                  <a:lnTo>
                    <a:pt x="1988887" y="834426"/>
                  </a:lnTo>
                  <a:lnTo>
                    <a:pt x="1989958" y="833339"/>
                  </a:lnTo>
                  <a:lnTo>
                    <a:pt x="1991030" y="832253"/>
                  </a:lnTo>
                  <a:lnTo>
                    <a:pt x="1992102" y="831166"/>
                  </a:lnTo>
                  <a:lnTo>
                    <a:pt x="1993173" y="830079"/>
                  </a:lnTo>
                  <a:lnTo>
                    <a:pt x="1994245" y="828993"/>
                  </a:lnTo>
                  <a:lnTo>
                    <a:pt x="1995316" y="827907"/>
                  </a:lnTo>
                  <a:lnTo>
                    <a:pt x="1996388" y="826820"/>
                  </a:lnTo>
                  <a:lnTo>
                    <a:pt x="1997460" y="825734"/>
                  </a:lnTo>
                  <a:lnTo>
                    <a:pt x="1998531" y="824648"/>
                  </a:lnTo>
                  <a:lnTo>
                    <a:pt x="1999603" y="823562"/>
                  </a:lnTo>
                  <a:lnTo>
                    <a:pt x="2000674" y="822476"/>
                  </a:lnTo>
                  <a:lnTo>
                    <a:pt x="2001746" y="821390"/>
                  </a:lnTo>
                  <a:lnTo>
                    <a:pt x="2002818" y="820304"/>
                  </a:lnTo>
                  <a:lnTo>
                    <a:pt x="2003889" y="819219"/>
                  </a:lnTo>
                  <a:lnTo>
                    <a:pt x="2004961" y="818133"/>
                  </a:lnTo>
                  <a:lnTo>
                    <a:pt x="2006032" y="817048"/>
                  </a:lnTo>
                  <a:lnTo>
                    <a:pt x="2007104" y="815963"/>
                  </a:lnTo>
                  <a:lnTo>
                    <a:pt x="2008176" y="814878"/>
                  </a:lnTo>
                  <a:lnTo>
                    <a:pt x="2009247" y="813793"/>
                  </a:lnTo>
                  <a:lnTo>
                    <a:pt x="2010319" y="812708"/>
                  </a:lnTo>
                  <a:lnTo>
                    <a:pt x="2011390" y="811624"/>
                  </a:lnTo>
                  <a:lnTo>
                    <a:pt x="2012462" y="810539"/>
                  </a:lnTo>
                  <a:lnTo>
                    <a:pt x="2013534" y="809455"/>
                  </a:lnTo>
                  <a:lnTo>
                    <a:pt x="2014605" y="808371"/>
                  </a:lnTo>
                  <a:lnTo>
                    <a:pt x="2015677" y="807287"/>
                  </a:lnTo>
                  <a:lnTo>
                    <a:pt x="2016748" y="806203"/>
                  </a:lnTo>
                  <a:lnTo>
                    <a:pt x="2017820" y="805120"/>
                  </a:lnTo>
                  <a:lnTo>
                    <a:pt x="2018892" y="804036"/>
                  </a:lnTo>
                  <a:lnTo>
                    <a:pt x="2019963" y="802953"/>
                  </a:lnTo>
                  <a:lnTo>
                    <a:pt x="2021035" y="801870"/>
                  </a:lnTo>
                  <a:lnTo>
                    <a:pt x="2022106" y="800787"/>
                  </a:lnTo>
                  <a:lnTo>
                    <a:pt x="2023178" y="799705"/>
                  </a:lnTo>
                  <a:lnTo>
                    <a:pt x="2024250" y="798622"/>
                  </a:lnTo>
                  <a:lnTo>
                    <a:pt x="2025321" y="797540"/>
                  </a:lnTo>
                  <a:lnTo>
                    <a:pt x="2026393" y="796458"/>
                  </a:lnTo>
                  <a:lnTo>
                    <a:pt x="2027464" y="795377"/>
                  </a:lnTo>
                  <a:lnTo>
                    <a:pt x="2028536" y="794295"/>
                  </a:lnTo>
                  <a:lnTo>
                    <a:pt x="2029608" y="793214"/>
                  </a:lnTo>
                  <a:lnTo>
                    <a:pt x="2030679" y="792133"/>
                  </a:lnTo>
                  <a:lnTo>
                    <a:pt x="2031751" y="791053"/>
                  </a:lnTo>
                  <a:lnTo>
                    <a:pt x="2032822" y="789972"/>
                  </a:lnTo>
                  <a:lnTo>
                    <a:pt x="2033894" y="788892"/>
                  </a:lnTo>
                  <a:lnTo>
                    <a:pt x="2034966" y="787812"/>
                  </a:lnTo>
                  <a:lnTo>
                    <a:pt x="2036037" y="786733"/>
                  </a:lnTo>
                  <a:lnTo>
                    <a:pt x="2037109" y="785654"/>
                  </a:lnTo>
                  <a:lnTo>
                    <a:pt x="2038180" y="784575"/>
                  </a:lnTo>
                  <a:lnTo>
                    <a:pt x="2039252" y="783496"/>
                  </a:lnTo>
                  <a:lnTo>
                    <a:pt x="2040324" y="782418"/>
                  </a:lnTo>
                  <a:lnTo>
                    <a:pt x="2041395" y="781339"/>
                  </a:lnTo>
                  <a:lnTo>
                    <a:pt x="2042467" y="780262"/>
                  </a:lnTo>
                  <a:lnTo>
                    <a:pt x="2043538" y="779184"/>
                  </a:lnTo>
                  <a:lnTo>
                    <a:pt x="2044610" y="778107"/>
                  </a:lnTo>
                  <a:lnTo>
                    <a:pt x="2045682" y="777030"/>
                  </a:lnTo>
                  <a:lnTo>
                    <a:pt x="2046753" y="775954"/>
                  </a:lnTo>
                  <a:lnTo>
                    <a:pt x="2047825" y="774878"/>
                  </a:lnTo>
                  <a:lnTo>
                    <a:pt x="2048896" y="773802"/>
                  </a:lnTo>
                  <a:lnTo>
                    <a:pt x="2049968" y="772726"/>
                  </a:lnTo>
                  <a:lnTo>
                    <a:pt x="2051040" y="771651"/>
                  </a:lnTo>
                  <a:lnTo>
                    <a:pt x="2052111" y="770577"/>
                  </a:lnTo>
                  <a:lnTo>
                    <a:pt x="2053183" y="769502"/>
                  </a:lnTo>
                  <a:lnTo>
                    <a:pt x="2054254" y="768428"/>
                  </a:lnTo>
                  <a:lnTo>
                    <a:pt x="2055326" y="767355"/>
                  </a:lnTo>
                  <a:lnTo>
                    <a:pt x="2056398" y="766282"/>
                  </a:lnTo>
                  <a:lnTo>
                    <a:pt x="2057469" y="765209"/>
                  </a:lnTo>
                  <a:lnTo>
                    <a:pt x="2058541" y="764136"/>
                  </a:lnTo>
                  <a:lnTo>
                    <a:pt x="2059612" y="763064"/>
                  </a:lnTo>
                  <a:lnTo>
                    <a:pt x="2060684" y="761993"/>
                  </a:lnTo>
                  <a:lnTo>
                    <a:pt x="2061756" y="760921"/>
                  </a:lnTo>
                  <a:lnTo>
                    <a:pt x="2062827" y="759851"/>
                  </a:lnTo>
                  <a:lnTo>
                    <a:pt x="2063899" y="758780"/>
                  </a:lnTo>
                  <a:lnTo>
                    <a:pt x="2064970" y="757710"/>
                  </a:lnTo>
                  <a:lnTo>
                    <a:pt x="2066042" y="756641"/>
                  </a:lnTo>
                  <a:lnTo>
                    <a:pt x="2067114" y="755572"/>
                  </a:lnTo>
                  <a:lnTo>
                    <a:pt x="2068185" y="754503"/>
                  </a:lnTo>
                  <a:lnTo>
                    <a:pt x="2069257" y="753435"/>
                  </a:lnTo>
                  <a:lnTo>
                    <a:pt x="2070328" y="752367"/>
                  </a:lnTo>
                  <a:lnTo>
                    <a:pt x="2071400" y="751300"/>
                  </a:lnTo>
                  <a:lnTo>
                    <a:pt x="2072472" y="750233"/>
                  </a:lnTo>
                  <a:lnTo>
                    <a:pt x="2073543" y="749167"/>
                  </a:lnTo>
                  <a:lnTo>
                    <a:pt x="2074615" y="748101"/>
                  </a:lnTo>
                  <a:lnTo>
                    <a:pt x="2075686" y="747036"/>
                  </a:lnTo>
                  <a:lnTo>
                    <a:pt x="2076758" y="745971"/>
                  </a:lnTo>
                  <a:lnTo>
                    <a:pt x="2077830" y="744907"/>
                  </a:lnTo>
                  <a:lnTo>
                    <a:pt x="2078901" y="743843"/>
                  </a:lnTo>
                  <a:lnTo>
                    <a:pt x="2079973" y="742780"/>
                  </a:lnTo>
                  <a:lnTo>
                    <a:pt x="2081044" y="741717"/>
                  </a:lnTo>
                  <a:lnTo>
                    <a:pt x="2082116" y="740655"/>
                  </a:lnTo>
                  <a:lnTo>
                    <a:pt x="2083188" y="739593"/>
                  </a:lnTo>
                  <a:lnTo>
                    <a:pt x="2084259" y="738532"/>
                  </a:lnTo>
                  <a:lnTo>
                    <a:pt x="2085331" y="737471"/>
                  </a:lnTo>
                  <a:lnTo>
                    <a:pt x="2086402" y="736411"/>
                  </a:lnTo>
                  <a:lnTo>
                    <a:pt x="2087474" y="735352"/>
                  </a:lnTo>
                  <a:lnTo>
                    <a:pt x="2088546" y="734293"/>
                  </a:lnTo>
                  <a:lnTo>
                    <a:pt x="2089617" y="733234"/>
                  </a:lnTo>
                  <a:lnTo>
                    <a:pt x="2090689" y="732177"/>
                  </a:lnTo>
                  <a:lnTo>
                    <a:pt x="2091760" y="731119"/>
                  </a:lnTo>
                  <a:lnTo>
                    <a:pt x="2092832" y="730063"/>
                  </a:lnTo>
                  <a:lnTo>
                    <a:pt x="2093904" y="729007"/>
                  </a:lnTo>
                  <a:lnTo>
                    <a:pt x="2094975" y="727951"/>
                  </a:lnTo>
                  <a:lnTo>
                    <a:pt x="2096047" y="726896"/>
                  </a:lnTo>
                  <a:lnTo>
                    <a:pt x="2097118" y="725842"/>
                  </a:lnTo>
                  <a:lnTo>
                    <a:pt x="2098190" y="724788"/>
                  </a:lnTo>
                  <a:lnTo>
                    <a:pt x="2099262" y="723735"/>
                  </a:lnTo>
                  <a:lnTo>
                    <a:pt x="2100333" y="722683"/>
                  </a:lnTo>
                  <a:lnTo>
                    <a:pt x="2101405" y="721631"/>
                  </a:lnTo>
                  <a:lnTo>
                    <a:pt x="2102476" y="720580"/>
                  </a:lnTo>
                  <a:lnTo>
                    <a:pt x="2103548" y="719530"/>
                  </a:lnTo>
                  <a:lnTo>
                    <a:pt x="2104620" y="718480"/>
                  </a:lnTo>
                  <a:lnTo>
                    <a:pt x="2105691" y="717431"/>
                  </a:lnTo>
                  <a:lnTo>
                    <a:pt x="2106763" y="716382"/>
                  </a:lnTo>
                  <a:lnTo>
                    <a:pt x="2107834" y="715334"/>
                  </a:lnTo>
                  <a:lnTo>
                    <a:pt x="2108906" y="714287"/>
                  </a:lnTo>
                  <a:lnTo>
                    <a:pt x="2109978" y="713241"/>
                  </a:lnTo>
                  <a:lnTo>
                    <a:pt x="2111049" y="712195"/>
                  </a:lnTo>
                  <a:lnTo>
                    <a:pt x="2112121" y="711150"/>
                  </a:lnTo>
                  <a:lnTo>
                    <a:pt x="2113192" y="710105"/>
                  </a:lnTo>
                  <a:lnTo>
                    <a:pt x="2114264" y="709062"/>
                  </a:lnTo>
                  <a:lnTo>
                    <a:pt x="2115336" y="708019"/>
                  </a:lnTo>
                  <a:lnTo>
                    <a:pt x="2116407" y="706976"/>
                  </a:lnTo>
                  <a:lnTo>
                    <a:pt x="2117479" y="705935"/>
                  </a:lnTo>
                  <a:lnTo>
                    <a:pt x="2118550" y="704894"/>
                  </a:lnTo>
                  <a:lnTo>
                    <a:pt x="2119622" y="703854"/>
                  </a:lnTo>
                  <a:lnTo>
                    <a:pt x="2120694" y="702815"/>
                  </a:lnTo>
                  <a:lnTo>
                    <a:pt x="2121765" y="701776"/>
                  </a:lnTo>
                  <a:lnTo>
                    <a:pt x="2122837" y="700739"/>
                  </a:lnTo>
                  <a:lnTo>
                    <a:pt x="2123908" y="699702"/>
                  </a:lnTo>
                  <a:lnTo>
                    <a:pt x="2124980" y="698665"/>
                  </a:lnTo>
                  <a:lnTo>
                    <a:pt x="2126052" y="697630"/>
                  </a:lnTo>
                  <a:lnTo>
                    <a:pt x="2127123" y="696595"/>
                  </a:lnTo>
                  <a:lnTo>
                    <a:pt x="2128195" y="695561"/>
                  </a:lnTo>
                  <a:lnTo>
                    <a:pt x="2129266" y="694528"/>
                  </a:lnTo>
                  <a:lnTo>
                    <a:pt x="2130338" y="693496"/>
                  </a:lnTo>
                  <a:lnTo>
                    <a:pt x="2131409" y="692464"/>
                  </a:lnTo>
                  <a:lnTo>
                    <a:pt x="2132481" y="691434"/>
                  </a:lnTo>
                  <a:lnTo>
                    <a:pt x="2133553" y="690404"/>
                  </a:lnTo>
                  <a:lnTo>
                    <a:pt x="2134624" y="689375"/>
                  </a:lnTo>
                  <a:lnTo>
                    <a:pt x="2135696" y="688347"/>
                  </a:lnTo>
                  <a:lnTo>
                    <a:pt x="2136767" y="687319"/>
                  </a:lnTo>
                  <a:lnTo>
                    <a:pt x="2137839" y="686293"/>
                  </a:lnTo>
                  <a:lnTo>
                    <a:pt x="2138911" y="685267"/>
                  </a:lnTo>
                  <a:lnTo>
                    <a:pt x="2139982" y="684243"/>
                  </a:lnTo>
                  <a:lnTo>
                    <a:pt x="2141054" y="683219"/>
                  </a:lnTo>
                  <a:lnTo>
                    <a:pt x="2142125" y="682196"/>
                  </a:lnTo>
                  <a:lnTo>
                    <a:pt x="2143197" y="681174"/>
                  </a:lnTo>
                  <a:lnTo>
                    <a:pt x="2144269" y="680152"/>
                  </a:lnTo>
                  <a:lnTo>
                    <a:pt x="2145340" y="679132"/>
                  </a:lnTo>
                  <a:lnTo>
                    <a:pt x="2146412" y="678113"/>
                  </a:lnTo>
                  <a:lnTo>
                    <a:pt x="2147483" y="677094"/>
                  </a:lnTo>
                  <a:lnTo>
                    <a:pt x="2148555" y="676076"/>
                  </a:lnTo>
                  <a:lnTo>
                    <a:pt x="2149627" y="675060"/>
                  </a:lnTo>
                  <a:lnTo>
                    <a:pt x="2150698" y="674044"/>
                  </a:lnTo>
                  <a:lnTo>
                    <a:pt x="2151770" y="673029"/>
                  </a:lnTo>
                  <a:lnTo>
                    <a:pt x="2152841" y="672015"/>
                  </a:lnTo>
                  <a:lnTo>
                    <a:pt x="2153913" y="671002"/>
                  </a:lnTo>
                  <a:lnTo>
                    <a:pt x="2154985" y="669990"/>
                  </a:lnTo>
                  <a:lnTo>
                    <a:pt x="2156056" y="668979"/>
                  </a:lnTo>
                  <a:lnTo>
                    <a:pt x="2157128" y="667969"/>
                  </a:lnTo>
                  <a:lnTo>
                    <a:pt x="2158199" y="666960"/>
                  </a:lnTo>
                  <a:lnTo>
                    <a:pt x="2159271" y="665952"/>
                  </a:lnTo>
                  <a:lnTo>
                    <a:pt x="2160343" y="664945"/>
                  </a:lnTo>
                  <a:lnTo>
                    <a:pt x="2161414" y="663939"/>
                  </a:lnTo>
                  <a:lnTo>
                    <a:pt x="2162486" y="662934"/>
                  </a:lnTo>
                  <a:lnTo>
                    <a:pt x="2163557" y="661929"/>
                  </a:lnTo>
                  <a:lnTo>
                    <a:pt x="2164629" y="660926"/>
                  </a:lnTo>
                  <a:lnTo>
                    <a:pt x="2165701" y="659924"/>
                  </a:lnTo>
                  <a:lnTo>
                    <a:pt x="2166772" y="658923"/>
                  </a:lnTo>
                  <a:lnTo>
                    <a:pt x="2167844" y="657923"/>
                  </a:lnTo>
                  <a:lnTo>
                    <a:pt x="2168915" y="656924"/>
                  </a:lnTo>
                  <a:lnTo>
                    <a:pt x="2169987" y="655926"/>
                  </a:lnTo>
                  <a:lnTo>
                    <a:pt x="2171059" y="654929"/>
                  </a:lnTo>
                  <a:lnTo>
                    <a:pt x="2172130" y="653934"/>
                  </a:lnTo>
                  <a:lnTo>
                    <a:pt x="2173202" y="652939"/>
                  </a:lnTo>
                  <a:lnTo>
                    <a:pt x="2174273" y="651945"/>
                  </a:lnTo>
                  <a:lnTo>
                    <a:pt x="2175345" y="650953"/>
                  </a:lnTo>
                  <a:lnTo>
                    <a:pt x="2176417" y="649961"/>
                  </a:lnTo>
                  <a:lnTo>
                    <a:pt x="2177488" y="648971"/>
                  </a:lnTo>
                  <a:lnTo>
                    <a:pt x="2178560" y="647981"/>
                  </a:lnTo>
                  <a:lnTo>
                    <a:pt x="2179631" y="646993"/>
                  </a:lnTo>
                  <a:lnTo>
                    <a:pt x="2180703" y="646006"/>
                  </a:lnTo>
                  <a:lnTo>
                    <a:pt x="2181775" y="645020"/>
                  </a:lnTo>
                  <a:lnTo>
                    <a:pt x="2182846" y="644035"/>
                  </a:lnTo>
                  <a:lnTo>
                    <a:pt x="2183918" y="643052"/>
                  </a:lnTo>
                  <a:lnTo>
                    <a:pt x="2184989" y="642069"/>
                  </a:lnTo>
                  <a:lnTo>
                    <a:pt x="2186061" y="641088"/>
                  </a:lnTo>
                  <a:lnTo>
                    <a:pt x="2187133" y="640108"/>
                  </a:lnTo>
                  <a:lnTo>
                    <a:pt x="2188204" y="639129"/>
                  </a:lnTo>
                  <a:lnTo>
                    <a:pt x="2189276" y="638151"/>
                  </a:lnTo>
                  <a:lnTo>
                    <a:pt x="2190347" y="637174"/>
                  </a:lnTo>
                  <a:lnTo>
                    <a:pt x="2191419" y="636198"/>
                  </a:lnTo>
                  <a:lnTo>
                    <a:pt x="2192491" y="635224"/>
                  </a:lnTo>
                  <a:lnTo>
                    <a:pt x="2193562" y="634251"/>
                  </a:lnTo>
                  <a:lnTo>
                    <a:pt x="2194634" y="633279"/>
                  </a:lnTo>
                  <a:lnTo>
                    <a:pt x="2195705" y="632308"/>
                  </a:lnTo>
                  <a:lnTo>
                    <a:pt x="2196777" y="631338"/>
                  </a:lnTo>
                  <a:lnTo>
                    <a:pt x="2197849" y="630370"/>
                  </a:lnTo>
                  <a:lnTo>
                    <a:pt x="2198920" y="629402"/>
                  </a:lnTo>
                  <a:lnTo>
                    <a:pt x="2199992" y="628436"/>
                  </a:lnTo>
                  <a:lnTo>
                    <a:pt x="2201063" y="627471"/>
                  </a:lnTo>
                  <a:lnTo>
                    <a:pt x="2202135" y="626507"/>
                  </a:lnTo>
                  <a:lnTo>
                    <a:pt x="2203207" y="625545"/>
                  </a:lnTo>
                  <a:lnTo>
                    <a:pt x="2204278" y="624583"/>
                  </a:lnTo>
                  <a:lnTo>
                    <a:pt x="2205350" y="623623"/>
                  </a:lnTo>
                  <a:lnTo>
                    <a:pt x="2206421" y="622664"/>
                  </a:lnTo>
                  <a:lnTo>
                    <a:pt x="2207493" y="621706"/>
                  </a:lnTo>
                  <a:lnTo>
                    <a:pt x="2208565" y="620749"/>
                  </a:lnTo>
                  <a:lnTo>
                    <a:pt x="2209636" y="619794"/>
                  </a:lnTo>
                  <a:lnTo>
                    <a:pt x="2210708" y="618839"/>
                  </a:lnTo>
                  <a:lnTo>
                    <a:pt x="2211779" y="617886"/>
                  </a:lnTo>
                  <a:lnTo>
                    <a:pt x="2212851" y="616934"/>
                  </a:lnTo>
                  <a:lnTo>
                    <a:pt x="2213923" y="615983"/>
                  </a:lnTo>
                  <a:lnTo>
                    <a:pt x="2214994" y="615034"/>
                  </a:lnTo>
                  <a:lnTo>
                    <a:pt x="2216066" y="614085"/>
                  </a:lnTo>
                  <a:lnTo>
                    <a:pt x="2217137" y="613138"/>
                  </a:lnTo>
                  <a:lnTo>
                    <a:pt x="2218209" y="612192"/>
                  </a:lnTo>
                  <a:lnTo>
                    <a:pt x="2219281" y="611247"/>
                  </a:lnTo>
                  <a:lnTo>
                    <a:pt x="2220352" y="610303"/>
                  </a:lnTo>
                  <a:lnTo>
                    <a:pt x="2221424" y="609361"/>
                  </a:lnTo>
                  <a:lnTo>
                    <a:pt x="2222495" y="608419"/>
                  </a:lnTo>
                  <a:lnTo>
                    <a:pt x="2223567" y="607479"/>
                  </a:lnTo>
                  <a:lnTo>
                    <a:pt x="2224639" y="606540"/>
                  </a:lnTo>
                  <a:lnTo>
                    <a:pt x="2225710" y="605603"/>
                  </a:lnTo>
                  <a:lnTo>
                    <a:pt x="2226782" y="604666"/>
                  </a:lnTo>
                  <a:lnTo>
                    <a:pt x="2227853" y="603731"/>
                  </a:lnTo>
                  <a:lnTo>
                    <a:pt x="2228925" y="602797"/>
                  </a:lnTo>
                  <a:lnTo>
                    <a:pt x="2229997" y="601864"/>
                  </a:lnTo>
                  <a:lnTo>
                    <a:pt x="2231068" y="600932"/>
                  </a:lnTo>
                  <a:lnTo>
                    <a:pt x="2232140" y="600001"/>
                  </a:lnTo>
                  <a:lnTo>
                    <a:pt x="2233211" y="599072"/>
                  </a:lnTo>
                  <a:lnTo>
                    <a:pt x="2234283" y="598144"/>
                  </a:lnTo>
                  <a:lnTo>
                    <a:pt x="2235355" y="597217"/>
                  </a:lnTo>
                  <a:lnTo>
                    <a:pt x="2236426" y="596291"/>
                  </a:lnTo>
                  <a:lnTo>
                    <a:pt x="2237498" y="595367"/>
                  </a:lnTo>
                  <a:lnTo>
                    <a:pt x="2238569" y="594443"/>
                  </a:lnTo>
                  <a:lnTo>
                    <a:pt x="2239641" y="593521"/>
                  </a:lnTo>
                  <a:lnTo>
                    <a:pt x="2240713" y="592600"/>
                  </a:lnTo>
                  <a:lnTo>
                    <a:pt x="2241784" y="591680"/>
                  </a:lnTo>
                  <a:lnTo>
                    <a:pt x="2242856" y="590762"/>
                  </a:lnTo>
                  <a:lnTo>
                    <a:pt x="2243927" y="589844"/>
                  </a:lnTo>
                  <a:lnTo>
                    <a:pt x="2244999" y="588928"/>
                  </a:lnTo>
                  <a:lnTo>
                    <a:pt x="2246071" y="588013"/>
                  </a:lnTo>
                  <a:lnTo>
                    <a:pt x="2247142" y="587100"/>
                  </a:lnTo>
                  <a:lnTo>
                    <a:pt x="2248214" y="586187"/>
                  </a:lnTo>
                  <a:lnTo>
                    <a:pt x="2249285" y="585276"/>
                  </a:lnTo>
                  <a:lnTo>
                    <a:pt x="2250357" y="584366"/>
                  </a:lnTo>
                  <a:lnTo>
                    <a:pt x="2251429" y="583457"/>
                  </a:lnTo>
                  <a:lnTo>
                    <a:pt x="2252500" y="582549"/>
                  </a:lnTo>
                  <a:lnTo>
                    <a:pt x="2253572" y="581643"/>
                  </a:lnTo>
                  <a:lnTo>
                    <a:pt x="2254643" y="580737"/>
                  </a:lnTo>
                  <a:lnTo>
                    <a:pt x="2255715" y="579833"/>
                  </a:lnTo>
                  <a:lnTo>
                    <a:pt x="2256787" y="578930"/>
                  </a:lnTo>
                  <a:lnTo>
                    <a:pt x="2257858" y="578029"/>
                  </a:lnTo>
                  <a:lnTo>
                    <a:pt x="2258930" y="577128"/>
                  </a:lnTo>
                  <a:lnTo>
                    <a:pt x="2260001" y="576229"/>
                  </a:lnTo>
                  <a:lnTo>
                    <a:pt x="2261073" y="575331"/>
                  </a:lnTo>
                  <a:lnTo>
                    <a:pt x="2262145" y="574434"/>
                  </a:lnTo>
                  <a:lnTo>
                    <a:pt x="2263216" y="573539"/>
                  </a:lnTo>
                  <a:lnTo>
                    <a:pt x="2264288" y="572644"/>
                  </a:lnTo>
                  <a:lnTo>
                    <a:pt x="2265359" y="571751"/>
                  </a:lnTo>
                  <a:lnTo>
                    <a:pt x="2266431" y="570859"/>
                  </a:lnTo>
                  <a:lnTo>
                    <a:pt x="2267503" y="569968"/>
                  </a:lnTo>
                  <a:lnTo>
                    <a:pt x="2268574" y="569079"/>
                  </a:lnTo>
                  <a:lnTo>
                    <a:pt x="2269646" y="568190"/>
                  </a:lnTo>
                  <a:lnTo>
                    <a:pt x="2270717" y="567303"/>
                  </a:lnTo>
                  <a:lnTo>
                    <a:pt x="2271789" y="566417"/>
                  </a:lnTo>
                  <a:lnTo>
                    <a:pt x="2272861" y="565533"/>
                  </a:lnTo>
                  <a:lnTo>
                    <a:pt x="2273932" y="564649"/>
                  </a:lnTo>
                  <a:lnTo>
                    <a:pt x="2275004" y="563767"/>
                  </a:lnTo>
                  <a:lnTo>
                    <a:pt x="2276075" y="562886"/>
                  </a:lnTo>
                  <a:lnTo>
                    <a:pt x="2277147" y="562006"/>
                  </a:lnTo>
                  <a:lnTo>
                    <a:pt x="2278219" y="561128"/>
                  </a:lnTo>
                  <a:lnTo>
                    <a:pt x="2279290" y="560250"/>
                  </a:lnTo>
                  <a:lnTo>
                    <a:pt x="2280362" y="559374"/>
                  </a:lnTo>
                  <a:lnTo>
                    <a:pt x="2281433" y="558499"/>
                  </a:lnTo>
                  <a:lnTo>
                    <a:pt x="2282505" y="557626"/>
                  </a:lnTo>
                  <a:lnTo>
                    <a:pt x="2283577" y="556753"/>
                  </a:lnTo>
                  <a:lnTo>
                    <a:pt x="2284648" y="555882"/>
                  </a:lnTo>
                  <a:lnTo>
                    <a:pt x="2285720" y="555012"/>
                  </a:lnTo>
                  <a:lnTo>
                    <a:pt x="2286791" y="554143"/>
                  </a:lnTo>
                  <a:lnTo>
                    <a:pt x="2287863" y="553275"/>
                  </a:lnTo>
                  <a:lnTo>
                    <a:pt x="2288935" y="552409"/>
                  </a:lnTo>
                  <a:lnTo>
                    <a:pt x="2290006" y="551544"/>
                  </a:lnTo>
                  <a:lnTo>
                    <a:pt x="2291078" y="550680"/>
                  </a:lnTo>
                  <a:lnTo>
                    <a:pt x="2292149" y="549817"/>
                  </a:lnTo>
                  <a:lnTo>
                    <a:pt x="2293221" y="548956"/>
                  </a:lnTo>
                  <a:lnTo>
                    <a:pt x="2294293" y="548095"/>
                  </a:lnTo>
                  <a:lnTo>
                    <a:pt x="2295364" y="547236"/>
                  </a:lnTo>
                  <a:lnTo>
                    <a:pt x="2296436" y="546378"/>
                  </a:lnTo>
                  <a:lnTo>
                    <a:pt x="2297507" y="545522"/>
                  </a:lnTo>
                  <a:lnTo>
                    <a:pt x="2298579" y="544666"/>
                  </a:lnTo>
                  <a:lnTo>
                    <a:pt x="2299651" y="543812"/>
                  </a:lnTo>
                  <a:lnTo>
                    <a:pt x="2300722" y="542959"/>
                  </a:lnTo>
                  <a:lnTo>
                    <a:pt x="2301794" y="542107"/>
                  </a:lnTo>
                  <a:lnTo>
                    <a:pt x="2302865" y="541257"/>
                  </a:lnTo>
                  <a:lnTo>
                    <a:pt x="2303937" y="540408"/>
                  </a:lnTo>
                  <a:lnTo>
                    <a:pt x="2305009" y="539560"/>
                  </a:lnTo>
                  <a:lnTo>
                    <a:pt x="2306080" y="538713"/>
                  </a:lnTo>
                  <a:lnTo>
                    <a:pt x="2307152" y="537867"/>
                  </a:lnTo>
                  <a:lnTo>
                    <a:pt x="2308223" y="537023"/>
                  </a:lnTo>
                  <a:lnTo>
                    <a:pt x="2309295" y="536180"/>
                  </a:lnTo>
                  <a:lnTo>
                    <a:pt x="2310366" y="535338"/>
                  </a:lnTo>
                  <a:lnTo>
                    <a:pt x="2311438" y="534497"/>
                  </a:lnTo>
                  <a:lnTo>
                    <a:pt x="2312510" y="533657"/>
                  </a:lnTo>
                  <a:lnTo>
                    <a:pt x="2313581" y="532819"/>
                  </a:lnTo>
                  <a:lnTo>
                    <a:pt x="2314653" y="531982"/>
                  </a:lnTo>
                  <a:lnTo>
                    <a:pt x="2315724" y="531146"/>
                  </a:lnTo>
                  <a:lnTo>
                    <a:pt x="2316796" y="530312"/>
                  </a:lnTo>
                  <a:lnTo>
                    <a:pt x="2317868" y="529478"/>
                  </a:lnTo>
                  <a:lnTo>
                    <a:pt x="2318939" y="528646"/>
                  </a:lnTo>
                  <a:lnTo>
                    <a:pt x="2320011" y="527815"/>
                  </a:lnTo>
                  <a:lnTo>
                    <a:pt x="2321082" y="526986"/>
                  </a:lnTo>
                  <a:lnTo>
                    <a:pt x="2322154" y="526157"/>
                  </a:lnTo>
                  <a:lnTo>
                    <a:pt x="2323226" y="525330"/>
                  </a:lnTo>
                  <a:lnTo>
                    <a:pt x="2324297" y="524504"/>
                  </a:lnTo>
                  <a:lnTo>
                    <a:pt x="2325369" y="523679"/>
                  </a:lnTo>
                  <a:lnTo>
                    <a:pt x="2326440" y="522855"/>
                  </a:lnTo>
                  <a:lnTo>
                    <a:pt x="2327512" y="522033"/>
                  </a:lnTo>
                  <a:lnTo>
                    <a:pt x="2328584" y="521212"/>
                  </a:lnTo>
                  <a:lnTo>
                    <a:pt x="2329655" y="520392"/>
                  </a:lnTo>
                  <a:lnTo>
                    <a:pt x="2330727" y="519573"/>
                  </a:lnTo>
                  <a:lnTo>
                    <a:pt x="2331798" y="518756"/>
                  </a:lnTo>
                  <a:lnTo>
                    <a:pt x="2332870" y="517940"/>
                  </a:lnTo>
                  <a:lnTo>
                    <a:pt x="2333942" y="517125"/>
                  </a:lnTo>
                  <a:lnTo>
                    <a:pt x="2335013" y="516311"/>
                  </a:lnTo>
                  <a:lnTo>
                    <a:pt x="2336085" y="515498"/>
                  </a:lnTo>
                  <a:lnTo>
                    <a:pt x="2337156" y="514687"/>
                  </a:lnTo>
                  <a:lnTo>
                    <a:pt x="2338228" y="513877"/>
                  </a:lnTo>
                  <a:lnTo>
                    <a:pt x="2339300" y="513068"/>
                  </a:lnTo>
                  <a:lnTo>
                    <a:pt x="2340371" y="512260"/>
                  </a:lnTo>
                  <a:lnTo>
                    <a:pt x="2341443" y="511454"/>
                  </a:lnTo>
                  <a:lnTo>
                    <a:pt x="2342514" y="510649"/>
                  </a:lnTo>
                  <a:lnTo>
                    <a:pt x="2343586" y="509845"/>
                  </a:lnTo>
                  <a:lnTo>
                    <a:pt x="2344658" y="509042"/>
                  </a:lnTo>
                  <a:lnTo>
                    <a:pt x="2345729" y="508240"/>
                  </a:lnTo>
                  <a:lnTo>
                    <a:pt x="2346801" y="507440"/>
                  </a:lnTo>
                  <a:lnTo>
                    <a:pt x="2347872" y="506641"/>
                  </a:lnTo>
                  <a:lnTo>
                    <a:pt x="2348944" y="505843"/>
                  </a:lnTo>
                  <a:lnTo>
                    <a:pt x="2350016" y="505047"/>
                  </a:lnTo>
                  <a:lnTo>
                    <a:pt x="2351087" y="504251"/>
                  </a:lnTo>
                  <a:lnTo>
                    <a:pt x="2352159" y="503457"/>
                  </a:lnTo>
                  <a:lnTo>
                    <a:pt x="2353230" y="502664"/>
                  </a:lnTo>
                  <a:lnTo>
                    <a:pt x="2354302" y="501872"/>
                  </a:lnTo>
                  <a:lnTo>
                    <a:pt x="2355374" y="501082"/>
                  </a:lnTo>
                  <a:lnTo>
                    <a:pt x="2356445" y="500293"/>
                  </a:lnTo>
                  <a:lnTo>
                    <a:pt x="2357517" y="499504"/>
                  </a:lnTo>
                  <a:lnTo>
                    <a:pt x="2358588" y="498718"/>
                  </a:lnTo>
                  <a:lnTo>
                    <a:pt x="2359660" y="497932"/>
                  </a:lnTo>
                  <a:lnTo>
                    <a:pt x="2360732" y="497148"/>
                  </a:lnTo>
                  <a:lnTo>
                    <a:pt x="2361803" y="496364"/>
                  </a:lnTo>
                  <a:lnTo>
                    <a:pt x="2362875" y="495582"/>
                  </a:lnTo>
                  <a:lnTo>
                    <a:pt x="2363946" y="494802"/>
                  </a:lnTo>
                  <a:lnTo>
                    <a:pt x="2365018" y="494022"/>
                  </a:lnTo>
                  <a:lnTo>
                    <a:pt x="2366090" y="493244"/>
                  </a:lnTo>
                  <a:lnTo>
                    <a:pt x="2367161" y="492467"/>
                  </a:lnTo>
                  <a:lnTo>
                    <a:pt x="2368233" y="491691"/>
                  </a:lnTo>
                  <a:lnTo>
                    <a:pt x="2369304" y="490916"/>
                  </a:lnTo>
                  <a:lnTo>
                    <a:pt x="2370376" y="490143"/>
                  </a:lnTo>
                  <a:lnTo>
                    <a:pt x="2371448" y="489371"/>
                  </a:lnTo>
                  <a:lnTo>
                    <a:pt x="2372519" y="488600"/>
                  </a:lnTo>
                  <a:lnTo>
                    <a:pt x="2373591" y="487830"/>
                  </a:lnTo>
                  <a:lnTo>
                    <a:pt x="2374662" y="487061"/>
                  </a:lnTo>
                  <a:lnTo>
                    <a:pt x="2375734" y="486294"/>
                  </a:lnTo>
                  <a:lnTo>
                    <a:pt x="2376806" y="485528"/>
                  </a:lnTo>
                  <a:lnTo>
                    <a:pt x="2377877" y="484763"/>
                  </a:lnTo>
                  <a:lnTo>
                    <a:pt x="2378949" y="483999"/>
                  </a:lnTo>
                  <a:lnTo>
                    <a:pt x="2380020" y="483237"/>
                  </a:lnTo>
                  <a:lnTo>
                    <a:pt x="2381092" y="482476"/>
                  </a:lnTo>
                  <a:lnTo>
                    <a:pt x="2382164" y="481716"/>
                  </a:lnTo>
                  <a:lnTo>
                    <a:pt x="2383235" y="480957"/>
                  </a:lnTo>
                  <a:lnTo>
                    <a:pt x="2384307" y="480199"/>
                  </a:lnTo>
                  <a:lnTo>
                    <a:pt x="2385378" y="479443"/>
                  </a:lnTo>
                  <a:lnTo>
                    <a:pt x="2386450" y="478688"/>
                  </a:lnTo>
                  <a:lnTo>
                    <a:pt x="2387522" y="477934"/>
                  </a:lnTo>
                  <a:lnTo>
                    <a:pt x="2388593" y="477181"/>
                  </a:lnTo>
                  <a:lnTo>
                    <a:pt x="2389665" y="476430"/>
                  </a:lnTo>
                  <a:lnTo>
                    <a:pt x="2390736" y="475679"/>
                  </a:lnTo>
                  <a:lnTo>
                    <a:pt x="2391808" y="474930"/>
                  </a:lnTo>
                  <a:lnTo>
                    <a:pt x="2392880" y="474182"/>
                  </a:lnTo>
                  <a:lnTo>
                    <a:pt x="2393951" y="473436"/>
                  </a:lnTo>
                  <a:lnTo>
                    <a:pt x="2395023" y="472690"/>
                  </a:lnTo>
                  <a:lnTo>
                    <a:pt x="2396094" y="471946"/>
                  </a:lnTo>
                  <a:lnTo>
                    <a:pt x="2397166" y="471203"/>
                  </a:lnTo>
                  <a:lnTo>
                    <a:pt x="2398238" y="470461"/>
                  </a:lnTo>
                  <a:lnTo>
                    <a:pt x="2399309" y="469721"/>
                  </a:lnTo>
                  <a:lnTo>
                    <a:pt x="2400381" y="468981"/>
                  </a:lnTo>
                  <a:lnTo>
                    <a:pt x="2401452" y="468243"/>
                  </a:lnTo>
                  <a:lnTo>
                    <a:pt x="2402524" y="467506"/>
                  </a:lnTo>
                  <a:lnTo>
                    <a:pt x="2403596" y="466770"/>
                  </a:lnTo>
                  <a:lnTo>
                    <a:pt x="2404667" y="466036"/>
                  </a:lnTo>
                  <a:lnTo>
                    <a:pt x="2405739" y="465303"/>
                  </a:lnTo>
                  <a:lnTo>
                    <a:pt x="2406810" y="464570"/>
                  </a:lnTo>
                  <a:lnTo>
                    <a:pt x="2407882" y="463840"/>
                  </a:lnTo>
                  <a:lnTo>
                    <a:pt x="2408954" y="463110"/>
                  </a:lnTo>
                  <a:lnTo>
                    <a:pt x="2410025" y="462381"/>
                  </a:lnTo>
                  <a:lnTo>
                    <a:pt x="2411097" y="461654"/>
                  </a:lnTo>
                  <a:lnTo>
                    <a:pt x="2412168" y="460928"/>
                  </a:lnTo>
                  <a:lnTo>
                    <a:pt x="2413240" y="460203"/>
                  </a:lnTo>
                  <a:lnTo>
                    <a:pt x="2414312" y="459479"/>
                  </a:lnTo>
                  <a:lnTo>
                    <a:pt x="2415383" y="458757"/>
                  </a:lnTo>
                  <a:lnTo>
                    <a:pt x="2416455" y="458036"/>
                  </a:lnTo>
                  <a:lnTo>
                    <a:pt x="2417526" y="457316"/>
                  </a:lnTo>
                  <a:lnTo>
                    <a:pt x="2418598" y="456597"/>
                  </a:lnTo>
                  <a:lnTo>
                    <a:pt x="2419670" y="455879"/>
                  </a:lnTo>
                  <a:lnTo>
                    <a:pt x="2420741" y="455163"/>
                  </a:lnTo>
                  <a:lnTo>
                    <a:pt x="2421813" y="454447"/>
                  </a:lnTo>
                  <a:lnTo>
                    <a:pt x="2422884" y="453733"/>
                  </a:lnTo>
                  <a:lnTo>
                    <a:pt x="2423956" y="453020"/>
                  </a:lnTo>
                  <a:lnTo>
                    <a:pt x="2425028" y="452309"/>
                  </a:lnTo>
                  <a:lnTo>
                    <a:pt x="2426099" y="451598"/>
                  </a:lnTo>
                  <a:lnTo>
                    <a:pt x="2427171" y="450889"/>
                  </a:lnTo>
                  <a:lnTo>
                    <a:pt x="2428242" y="450181"/>
                  </a:lnTo>
                  <a:lnTo>
                    <a:pt x="2429314" y="449474"/>
                  </a:lnTo>
                  <a:lnTo>
                    <a:pt x="2430386" y="448768"/>
                  </a:lnTo>
                  <a:lnTo>
                    <a:pt x="2431457" y="448064"/>
                  </a:lnTo>
                  <a:lnTo>
                    <a:pt x="2432529" y="447361"/>
                  </a:lnTo>
                  <a:lnTo>
                    <a:pt x="2433600" y="446658"/>
                  </a:lnTo>
                  <a:lnTo>
                    <a:pt x="2434672" y="445958"/>
                  </a:lnTo>
                  <a:lnTo>
                    <a:pt x="2435744" y="445258"/>
                  </a:lnTo>
                  <a:lnTo>
                    <a:pt x="2436815" y="444559"/>
                  </a:lnTo>
                  <a:lnTo>
                    <a:pt x="2437887" y="443862"/>
                  </a:lnTo>
                  <a:lnTo>
                    <a:pt x="2438958" y="443166"/>
                  </a:lnTo>
                  <a:lnTo>
                    <a:pt x="2440030" y="442471"/>
                  </a:lnTo>
                  <a:lnTo>
                    <a:pt x="2441102" y="441777"/>
                  </a:lnTo>
                  <a:lnTo>
                    <a:pt x="2442173" y="441085"/>
                  </a:lnTo>
                  <a:lnTo>
                    <a:pt x="2443245" y="440393"/>
                  </a:lnTo>
                  <a:lnTo>
                    <a:pt x="2444316" y="439703"/>
                  </a:lnTo>
                  <a:lnTo>
                    <a:pt x="2445388" y="439014"/>
                  </a:lnTo>
                  <a:lnTo>
                    <a:pt x="2446460" y="438326"/>
                  </a:lnTo>
                  <a:lnTo>
                    <a:pt x="2447531" y="437640"/>
                  </a:lnTo>
                  <a:lnTo>
                    <a:pt x="2448603" y="436954"/>
                  </a:lnTo>
                  <a:lnTo>
                    <a:pt x="2449674" y="436270"/>
                  </a:lnTo>
                  <a:lnTo>
                    <a:pt x="2450746" y="435587"/>
                  </a:lnTo>
                  <a:lnTo>
                    <a:pt x="2451818" y="434905"/>
                  </a:lnTo>
                  <a:lnTo>
                    <a:pt x="2452889" y="434224"/>
                  </a:lnTo>
                  <a:lnTo>
                    <a:pt x="2453961" y="433545"/>
                  </a:lnTo>
                  <a:lnTo>
                    <a:pt x="2455032" y="432866"/>
                  </a:lnTo>
                  <a:lnTo>
                    <a:pt x="2456104" y="432189"/>
                  </a:lnTo>
                  <a:lnTo>
                    <a:pt x="2457176" y="431513"/>
                  </a:lnTo>
                  <a:lnTo>
                    <a:pt x="2458247" y="430838"/>
                  </a:lnTo>
                  <a:lnTo>
                    <a:pt x="2459319" y="430165"/>
                  </a:lnTo>
                  <a:lnTo>
                    <a:pt x="2460390" y="429492"/>
                  </a:lnTo>
                  <a:lnTo>
                    <a:pt x="2461462" y="428821"/>
                  </a:lnTo>
                  <a:lnTo>
                    <a:pt x="2462534" y="428151"/>
                  </a:lnTo>
                  <a:lnTo>
                    <a:pt x="2463605" y="427482"/>
                  </a:lnTo>
                  <a:lnTo>
                    <a:pt x="2464677" y="426814"/>
                  </a:lnTo>
                  <a:lnTo>
                    <a:pt x="2465748" y="426148"/>
                  </a:lnTo>
                  <a:lnTo>
                    <a:pt x="2466820" y="425482"/>
                  </a:lnTo>
                  <a:lnTo>
                    <a:pt x="2467892" y="424818"/>
                  </a:lnTo>
                  <a:lnTo>
                    <a:pt x="2468963" y="424155"/>
                  </a:lnTo>
                  <a:lnTo>
                    <a:pt x="2470035" y="423493"/>
                  </a:lnTo>
                  <a:lnTo>
                    <a:pt x="2471106" y="422833"/>
                  </a:lnTo>
                  <a:lnTo>
                    <a:pt x="2472178" y="422173"/>
                  </a:lnTo>
                  <a:lnTo>
                    <a:pt x="2473250" y="421515"/>
                  </a:lnTo>
                  <a:lnTo>
                    <a:pt x="2474321" y="420857"/>
                  </a:lnTo>
                  <a:lnTo>
                    <a:pt x="2475393" y="420201"/>
                  </a:lnTo>
                  <a:lnTo>
                    <a:pt x="2476464" y="419546"/>
                  </a:lnTo>
                  <a:lnTo>
                    <a:pt x="2477536" y="418893"/>
                  </a:lnTo>
                  <a:lnTo>
                    <a:pt x="2478608" y="418240"/>
                  </a:lnTo>
                  <a:lnTo>
                    <a:pt x="2479679" y="417589"/>
                  </a:lnTo>
                  <a:lnTo>
                    <a:pt x="2480751" y="416939"/>
                  </a:lnTo>
                  <a:lnTo>
                    <a:pt x="2481822" y="416289"/>
                  </a:lnTo>
                  <a:lnTo>
                    <a:pt x="2482894" y="415642"/>
                  </a:lnTo>
                  <a:lnTo>
                    <a:pt x="2483966" y="414995"/>
                  </a:lnTo>
                  <a:lnTo>
                    <a:pt x="2485037" y="414349"/>
                  </a:lnTo>
                  <a:lnTo>
                    <a:pt x="2486109" y="413705"/>
                  </a:lnTo>
                  <a:lnTo>
                    <a:pt x="2487180" y="413062"/>
                  </a:lnTo>
                  <a:lnTo>
                    <a:pt x="2488252" y="412419"/>
                  </a:lnTo>
                  <a:lnTo>
                    <a:pt x="2489323" y="411778"/>
                  </a:lnTo>
                  <a:lnTo>
                    <a:pt x="2490395" y="411139"/>
                  </a:lnTo>
                  <a:lnTo>
                    <a:pt x="2491467" y="410500"/>
                  </a:lnTo>
                  <a:lnTo>
                    <a:pt x="2492538" y="409862"/>
                  </a:lnTo>
                  <a:lnTo>
                    <a:pt x="2493610" y="409226"/>
                  </a:lnTo>
                  <a:lnTo>
                    <a:pt x="2494681" y="408591"/>
                  </a:lnTo>
                  <a:lnTo>
                    <a:pt x="2495753" y="407957"/>
                  </a:lnTo>
                  <a:lnTo>
                    <a:pt x="2496825" y="407324"/>
                  </a:lnTo>
                  <a:lnTo>
                    <a:pt x="2497896" y="406692"/>
                  </a:lnTo>
                  <a:lnTo>
                    <a:pt x="2498968" y="406062"/>
                  </a:lnTo>
                  <a:lnTo>
                    <a:pt x="2500039" y="405432"/>
                  </a:lnTo>
                  <a:lnTo>
                    <a:pt x="2501111" y="404804"/>
                  </a:lnTo>
                  <a:lnTo>
                    <a:pt x="2502183" y="404177"/>
                  </a:lnTo>
                  <a:lnTo>
                    <a:pt x="2503254" y="403551"/>
                  </a:lnTo>
                  <a:lnTo>
                    <a:pt x="2504326" y="402926"/>
                  </a:lnTo>
                  <a:lnTo>
                    <a:pt x="2505397" y="402302"/>
                  </a:lnTo>
                  <a:lnTo>
                    <a:pt x="2506469" y="401679"/>
                  </a:lnTo>
                  <a:lnTo>
                    <a:pt x="2507541" y="401058"/>
                  </a:lnTo>
                  <a:lnTo>
                    <a:pt x="2508612" y="400437"/>
                  </a:lnTo>
                  <a:lnTo>
                    <a:pt x="2509684" y="399818"/>
                  </a:lnTo>
                  <a:lnTo>
                    <a:pt x="2510755" y="399200"/>
                  </a:lnTo>
                  <a:lnTo>
                    <a:pt x="2511827" y="398583"/>
                  </a:lnTo>
                  <a:lnTo>
                    <a:pt x="2512899" y="397967"/>
                  </a:lnTo>
                  <a:lnTo>
                    <a:pt x="2513970" y="397353"/>
                  </a:lnTo>
                  <a:lnTo>
                    <a:pt x="2515042" y="396739"/>
                  </a:lnTo>
                  <a:lnTo>
                    <a:pt x="2516113" y="396127"/>
                  </a:lnTo>
                  <a:lnTo>
                    <a:pt x="2517185" y="395516"/>
                  </a:lnTo>
                  <a:lnTo>
                    <a:pt x="2518257" y="394905"/>
                  </a:lnTo>
                  <a:lnTo>
                    <a:pt x="2519328" y="394296"/>
                  </a:lnTo>
                  <a:lnTo>
                    <a:pt x="2520400" y="393688"/>
                  </a:lnTo>
                  <a:lnTo>
                    <a:pt x="2521471" y="393082"/>
                  </a:lnTo>
                  <a:lnTo>
                    <a:pt x="2522543" y="392476"/>
                  </a:lnTo>
                  <a:lnTo>
                    <a:pt x="2523615" y="391872"/>
                  </a:lnTo>
                  <a:lnTo>
                    <a:pt x="2524686" y="391268"/>
                  </a:lnTo>
                  <a:lnTo>
                    <a:pt x="2525758" y="390666"/>
                  </a:lnTo>
                  <a:lnTo>
                    <a:pt x="2526829" y="390065"/>
                  </a:lnTo>
                  <a:lnTo>
                    <a:pt x="2527901" y="389465"/>
                  </a:lnTo>
                  <a:lnTo>
                    <a:pt x="2528973" y="388866"/>
                  </a:lnTo>
                  <a:lnTo>
                    <a:pt x="2530044" y="388268"/>
                  </a:lnTo>
                  <a:lnTo>
                    <a:pt x="2531116" y="387671"/>
                  </a:lnTo>
                  <a:lnTo>
                    <a:pt x="2532187" y="387076"/>
                  </a:lnTo>
                  <a:lnTo>
                    <a:pt x="2533259" y="386481"/>
                  </a:lnTo>
                  <a:lnTo>
                    <a:pt x="2534331" y="385888"/>
                  </a:lnTo>
                  <a:lnTo>
                    <a:pt x="2535402" y="385296"/>
                  </a:lnTo>
                  <a:lnTo>
                    <a:pt x="2536474" y="384705"/>
                  </a:lnTo>
                  <a:lnTo>
                    <a:pt x="2537545" y="384114"/>
                  </a:lnTo>
                  <a:lnTo>
                    <a:pt x="2538617" y="383526"/>
                  </a:lnTo>
                  <a:lnTo>
                    <a:pt x="2539689" y="382938"/>
                  </a:lnTo>
                  <a:lnTo>
                    <a:pt x="2540760" y="382351"/>
                  </a:lnTo>
                  <a:lnTo>
                    <a:pt x="2541832" y="381765"/>
                  </a:lnTo>
                  <a:lnTo>
                    <a:pt x="2542903" y="381181"/>
                  </a:lnTo>
                  <a:lnTo>
                    <a:pt x="2543975" y="380598"/>
                  </a:lnTo>
                  <a:lnTo>
                    <a:pt x="2545047" y="380015"/>
                  </a:lnTo>
                  <a:lnTo>
                    <a:pt x="2546118" y="379434"/>
                  </a:lnTo>
                  <a:lnTo>
                    <a:pt x="2547190" y="378854"/>
                  </a:lnTo>
                  <a:lnTo>
                    <a:pt x="2548261" y="378275"/>
                  </a:lnTo>
                  <a:lnTo>
                    <a:pt x="2549333" y="377697"/>
                  </a:lnTo>
                  <a:lnTo>
                    <a:pt x="2550405" y="377120"/>
                  </a:lnTo>
                  <a:lnTo>
                    <a:pt x="2551476" y="376545"/>
                  </a:lnTo>
                  <a:lnTo>
                    <a:pt x="2552548" y="375970"/>
                  </a:lnTo>
                  <a:lnTo>
                    <a:pt x="2553619" y="375396"/>
                  </a:lnTo>
                  <a:lnTo>
                    <a:pt x="2554691" y="374824"/>
                  </a:lnTo>
                  <a:lnTo>
                    <a:pt x="2555763" y="374253"/>
                  </a:lnTo>
                  <a:lnTo>
                    <a:pt x="2556834" y="373682"/>
                  </a:lnTo>
                  <a:lnTo>
                    <a:pt x="2557906" y="373113"/>
                  </a:lnTo>
                  <a:lnTo>
                    <a:pt x="2558977" y="372545"/>
                  </a:lnTo>
                  <a:lnTo>
                    <a:pt x="2560049" y="371978"/>
                  </a:lnTo>
                  <a:lnTo>
                    <a:pt x="2561121" y="371412"/>
                  </a:lnTo>
                  <a:lnTo>
                    <a:pt x="2562192" y="370847"/>
                  </a:lnTo>
                  <a:lnTo>
                    <a:pt x="2563264" y="370284"/>
                  </a:lnTo>
                  <a:lnTo>
                    <a:pt x="2564335" y="369721"/>
                  </a:lnTo>
                  <a:lnTo>
                    <a:pt x="2565407" y="369159"/>
                  </a:lnTo>
                  <a:lnTo>
                    <a:pt x="2566479" y="368599"/>
                  </a:lnTo>
                  <a:lnTo>
                    <a:pt x="2567550" y="368039"/>
                  </a:lnTo>
                  <a:lnTo>
                    <a:pt x="2568622" y="367481"/>
                  </a:lnTo>
                  <a:lnTo>
                    <a:pt x="2569693" y="366924"/>
                  </a:lnTo>
                  <a:lnTo>
                    <a:pt x="2570765" y="366367"/>
                  </a:lnTo>
                  <a:lnTo>
                    <a:pt x="2571837" y="365812"/>
                  </a:lnTo>
                  <a:lnTo>
                    <a:pt x="2572908" y="365258"/>
                  </a:lnTo>
                  <a:lnTo>
                    <a:pt x="2573980" y="364705"/>
                  </a:lnTo>
                  <a:lnTo>
                    <a:pt x="2575051" y="364153"/>
                  </a:lnTo>
                  <a:lnTo>
                    <a:pt x="2576123" y="363602"/>
                  </a:lnTo>
                  <a:lnTo>
                    <a:pt x="2577195" y="363052"/>
                  </a:lnTo>
                  <a:lnTo>
                    <a:pt x="2578266" y="362503"/>
                  </a:lnTo>
                  <a:lnTo>
                    <a:pt x="2579338" y="361956"/>
                  </a:lnTo>
                  <a:lnTo>
                    <a:pt x="2580409" y="361409"/>
                  </a:lnTo>
                  <a:lnTo>
                    <a:pt x="2581481" y="360863"/>
                  </a:lnTo>
                  <a:lnTo>
                    <a:pt x="2582553" y="360319"/>
                  </a:lnTo>
                  <a:lnTo>
                    <a:pt x="2583624" y="359775"/>
                  </a:lnTo>
                  <a:lnTo>
                    <a:pt x="2584696" y="359233"/>
                  </a:lnTo>
                  <a:lnTo>
                    <a:pt x="2585767" y="358692"/>
                  </a:lnTo>
                  <a:lnTo>
                    <a:pt x="2586839" y="358151"/>
                  </a:lnTo>
                  <a:lnTo>
                    <a:pt x="2587911" y="357612"/>
                  </a:lnTo>
                  <a:lnTo>
                    <a:pt x="2588982" y="357074"/>
                  </a:lnTo>
                  <a:lnTo>
                    <a:pt x="2590054" y="356537"/>
                  </a:lnTo>
                  <a:lnTo>
                    <a:pt x="2591125" y="356000"/>
                  </a:lnTo>
                  <a:lnTo>
                    <a:pt x="2592197" y="355465"/>
                  </a:lnTo>
                  <a:lnTo>
                    <a:pt x="2593269" y="354931"/>
                  </a:lnTo>
                  <a:lnTo>
                    <a:pt x="2594340" y="354398"/>
                  </a:lnTo>
                  <a:lnTo>
                    <a:pt x="2595412" y="353866"/>
                  </a:lnTo>
                  <a:lnTo>
                    <a:pt x="2596483" y="353335"/>
                  </a:lnTo>
                  <a:lnTo>
                    <a:pt x="2597555" y="352805"/>
                  </a:lnTo>
                  <a:lnTo>
                    <a:pt x="2598627" y="352276"/>
                  </a:lnTo>
                  <a:lnTo>
                    <a:pt x="2599698" y="351749"/>
                  </a:lnTo>
                  <a:lnTo>
                    <a:pt x="2600770" y="351222"/>
                  </a:lnTo>
                  <a:lnTo>
                    <a:pt x="2601841" y="350696"/>
                  </a:lnTo>
                  <a:lnTo>
                    <a:pt x="2602913" y="350171"/>
                  </a:lnTo>
                  <a:lnTo>
                    <a:pt x="2603985" y="349648"/>
                  </a:lnTo>
                  <a:lnTo>
                    <a:pt x="2605056" y="349125"/>
                  </a:lnTo>
                  <a:lnTo>
                    <a:pt x="2606128" y="348603"/>
                  </a:lnTo>
                  <a:lnTo>
                    <a:pt x="2607199" y="348083"/>
                  </a:lnTo>
                  <a:lnTo>
                    <a:pt x="2608271" y="347563"/>
                  </a:lnTo>
                  <a:lnTo>
                    <a:pt x="2609343" y="347044"/>
                  </a:lnTo>
                  <a:lnTo>
                    <a:pt x="2610414" y="346527"/>
                  </a:lnTo>
                  <a:lnTo>
                    <a:pt x="2611486" y="346010"/>
                  </a:lnTo>
                  <a:lnTo>
                    <a:pt x="2612557" y="345495"/>
                  </a:lnTo>
                  <a:lnTo>
                    <a:pt x="2613629" y="344980"/>
                  </a:lnTo>
                  <a:lnTo>
                    <a:pt x="2614701" y="344467"/>
                  </a:lnTo>
                  <a:lnTo>
                    <a:pt x="2615772" y="343954"/>
                  </a:lnTo>
                  <a:lnTo>
                    <a:pt x="2616844" y="343443"/>
                  </a:lnTo>
                  <a:lnTo>
                    <a:pt x="2617915" y="342932"/>
                  </a:lnTo>
                  <a:lnTo>
                    <a:pt x="2618987" y="342423"/>
                  </a:lnTo>
                  <a:lnTo>
                    <a:pt x="2620059" y="341914"/>
                  </a:lnTo>
                  <a:lnTo>
                    <a:pt x="2621130" y="341407"/>
                  </a:lnTo>
                  <a:lnTo>
                    <a:pt x="2622202" y="340901"/>
                  </a:lnTo>
                  <a:lnTo>
                    <a:pt x="2623273" y="340395"/>
                  </a:lnTo>
                  <a:lnTo>
                    <a:pt x="2624345" y="339891"/>
                  </a:lnTo>
                  <a:lnTo>
                    <a:pt x="2625417" y="339387"/>
                  </a:lnTo>
                  <a:lnTo>
                    <a:pt x="2626488" y="338885"/>
                  </a:lnTo>
                  <a:lnTo>
                    <a:pt x="2627560" y="338383"/>
                  </a:lnTo>
                  <a:lnTo>
                    <a:pt x="2628631" y="337883"/>
                  </a:lnTo>
                  <a:lnTo>
                    <a:pt x="2629703" y="337383"/>
                  </a:lnTo>
                  <a:lnTo>
                    <a:pt x="2630775" y="336885"/>
                  </a:lnTo>
                  <a:lnTo>
                    <a:pt x="2631846" y="336388"/>
                  </a:lnTo>
                  <a:lnTo>
                    <a:pt x="2632918" y="335891"/>
                  </a:lnTo>
                  <a:lnTo>
                    <a:pt x="2633989" y="335396"/>
                  </a:lnTo>
                  <a:lnTo>
                    <a:pt x="2635061" y="334901"/>
                  </a:lnTo>
                  <a:lnTo>
                    <a:pt x="2636133" y="334408"/>
                  </a:lnTo>
                  <a:lnTo>
                    <a:pt x="2637204" y="333915"/>
                  </a:lnTo>
                  <a:lnTo>
                    <a:pt x="2638276" y="333423"/>
                  </a:lnTo>
                  <a:lnTo>
                    <a:pt x="2639347" y="332933"/>
                  </a:lnTo>
                  <a:lnTo>
                    <a:pt x="2640419" y="332443"/>
                  </a:lnTo>
                  <a:lnTo>
                    <a:pt x="2641491" y="331955"/>
                  </a:lnTo>
                  <a:lnTo>
                    <a:pt x="2642562" y="331467"/>
                  </a:lnTo>
                  <a:lnTo>
                    <a:pt x="2643634" y="330980"/>
                  </a:lnTo>
                  <a:lnTo>
                    <a:pt x="2644705" y="330495"/>
                  </a:lnTo>
                  <a:lnTo>
                    <a:pt x="2645777" y="330010"/>
                  </a:lnTo>
                  <a:lnTo>
                    <a:pt x="2646849" y="329526"/>
                  </a:lnTo>
                  <a:lnTo>
                    <a:pt x="2647920" y="329043"/>
                  </a:lnTo>
                  <a:lnTo>
                    <a:pt x="2648992" y="328561"/>
                  </a:lnTo>
                  <a:lnTo>
                    <a:pt x="2650063" y="328080"/>
                  </a:lnTo>
                  <a:lnTo>
                    <a:pt x="2651135" y="327601"/>
                  </a:lnTo>
                  <a:lnTo>
                    <a:pt x="2652207" y="327122"/>
                  </a:lnTo>
                  <a:lnTo>
                    <a:pt x="2653278" y="326644"/>
                  </a:lnTo>
                  <a:lnTo>
                    <a:pt x="2654350" y="326167"/>
                  </a:lnTo>
                  <a:lnTo>
                    <a:pt x="2655421" y="325690"/>
                  </a:lnTo>
                  <a:lnTo>
                    <a:pt x="2656493" y="325215"/>
                  </a:lnTo>
                  <a:lnTo>
                    <a:pt x="2657565" y="324741"/>
                  </a:lnTo>
                  <a:lnTo>
                    <a:pt x="2658636" y="324268"/>
                  </a:lnTo>
                  <a:lnTo>
                    <a:pt x="2659708" y="323796"/>
                  </a:lnTo>
                  <a:lnTo>
                    <a:pt x="2660779" y="323324"/>
                  </a:lnTo>
                  <a:lnTo>
                    <a:pt x="2661851" y="322854"/>
                  </a:lnTo>
                  <a:lnTo>
                    <a:pt x="2662922" y="322384"/>
                  </a:lnTo>
                  <a:lnTo>
                    <a:pt x="2663994" y="321916"/>
                  </a:lnTo>
                  <a:lnTo>
                    <a:pt x="2665066" y="321448"/>
                  </a:lnTo>
                  <a:lnTo>
                    <a:pt x="2666137" y="320982"/>
                  </a:lnTo>
                  <a:lnTo>
                    <a:pt x="2667209" y="320516"/>
                  </a:lnTo>
                  <a:lnTo>
                    <a:pt x="2668280" y="320051"/>
                  </a:lnTo>
                  <a:lnTo>
                    <a:pt x="2669352" y="319588"/>
                  </a:lnTo>
                  <a:lnTo>
                    <a:pt x="2670424" y="319125"/>
                  </a:lnTo>
                  <a:lnTo>
                    <a:pt x="2671495" y="318663"/>
                  </a:lnTo>
                  <a:lnTo>
                    <a:pt x="2672567" y="318202"/>
                  </a:lnTo>
                  <a:lnTo>
                    <a:pt x="2673638" y="317742"/>
                  </a:lnTo>
                  <a:lnTo>
                    <a:pt x="2674710" y="317282"/>
                  </a:lnTo>
                  <a:lnTo>
                    <a:pt x="2675782" y="316824"/>
                  </a:lnTo>
                  <a:lnTo>
                    <a:pt x="2676853" y="316367"/>
                  </a:lnTo>
                  <a:lnTo>
                    <a:pt x="2677925" y="315910"/>
                  </a:lnTo>
                  <a:lnTo>
                    <a:pt x="2678996" y="315455"/>
                  </a:lnTo>
                  <a:lnTo>
                    <a:pt x="2680068" y="315000"/>
                  </a:lnTo>
                  <a:lnTo>
                    <a:pt x="2681140" y="314547"/>
                  </a:lnTo>
                  <a:lnTo>
                    <a:pt x="2682211" y="314094"/>
                  </a:lnTo>
                  <a:lnTo>
                    <a:pt x="2683283" y="313642"/>
                  </a:lnTo>
                  <a:lnTo>
                    <a:pt x="2684354" y="313191"/>
                  </a:lnTo>
                  <a:lnTo>
                    <a:pt x="2685426" y="312741"/>
                  </a:lnTo>
                  <a:lnTo>
                    <a:pt x="2686498" y="312292"/>
                  </a:lnTo>
                  <a:lnTo>
                    <a:pt x="2687569" y="311844"/>
                  </a:lnTo>
                  <a:lnTo>
                    <a:pt x="2688641" y="311397"/>
                  </a:lnTo>
                  <a:lnTo>
                    <a:pt x="2689712" y="310950"/>
                  </a:lnTo>
                  <a:lnTo>
                    <a:pt x="2690784" y="310505"/>
                  </a:lnTo>
                  <a:lnTo>
                    <a:pt x="2691856" y="310060"/>
                  </a:lnTo>
                  <a:lnTo>
                    <a:pt x="2692927" y="309616"/>
                  </a:lnTo>
                  <a:lnTo>
                    <a:pt x="2693999" y="309174"/>
                  </a:lnTo>
                  <a:lnTo>
                    <a:pt x="2695070" y="308732"/>
                  </a:lnTo>
                  <a:lnTo>
                    <a:pt x="2696142" y="308291"/>
                  </a:lnTo>
                  <a:lnTo>
                    <a:pt x="2697214" y="307850"/>
                  </a:lnTo>
                  <a:lnTo>
                    <a:pt x="2698285" y="307411"/>
                  </a:lnTo>
                  <a:lnTo>
                    <a:pt x="2699357" y="306973"/>
                  </a:lnTo>
                  <a:lnTo>
                    <a:pt x="2700428" y="306535"/>
                  </a:lnTo>
                  <a:lnTo>
                    <a:pt x="2701500" y="306099"/>
                  </a:lnTo>
                  <a:lnTo>
                    <a:pt x="2702572" y="305663"/>
                  </a:lnTo>
                  <a:lnTo>
                    <a:pt x="2703643" y="305228"/>
                  </a:lnTo>
                  <a:lnTo>
                    <a:pt x="2704715" y="304794"/>
                  </a:lnTo>
                  <a:lnTo>
                    <a:pt x="2705786" y="304361"/>
                  </a:lnTo>
                  <a:lnTo>
                    <a:pt x="2706858" y="303929"/>
                  </a:lnTo>
                  <a:lnTo>
                    <a:pt x="2707930" y="303498"/>
                  </a:lnTo>
                  <a:lnTo>
                    <a:pt x="2709001" y="303067"/>
                  </a:lnTo>
                  <a:lnTo>
                    <a:pt x="2710073" y="302638"/>
                  </a:lnTo>
                  <a:lnTo>
                    <a:pt x="2711144" y="302209"/>
                  </a:lnTo>
                  <a:lnTo>
                    <a:pt x="2712216" y="301781"/>
                  </a:lnTo>
                  <a:lnTo>
                    <a:pt x="2713288" y="301354"/>
                  </a:lnTo>
                  <a:lnTo>
                    <a:pt x="2714359" y="300928"/>
                  </a:lnTo>
                  <a:lnTo>
                    <a:pt x="2715431" y="300503"/>
                  </a:lnTo>
                  <a:lnTo>
                    <a:pt x="2716502" y="300078"/>
                  </a:lnTo>
                  <a:lnTo>
                    <a:pt x="2717574" y="299655"/>
                  </a:lnTo>
                  <a:lnTo>
                    <a:pt x="2718646" y="299232"/>
                  </a:lnTo>
                  <a:lnTo>
                    <a:pt x="2719717" y="298810"/>
                  </a:lnTo>
                  <a:lnTo>
                    <a:pt x="2720789" y="298389"/>
                  </a:lnTo>
                  <a:lnTo>
                    <a:pt x="2721860" y="297969"/>
                  </a:lnTo>
                  <a:lnTo>
                    <a:pt x="2722932" y="297549"/>
                  </a:lnTo>
                  <a:lnTo>
                    <a:pt x="2724004" y="297131"/>
                  </a:lnTo>
                  <a:lnTo>
                    <a:pt x="2725075" y="296713"/>
                  </a:lnTo>
                  <a:lnTo>
                    <a:pt x="2726147" y="296296"/>
                  </a:lnTo>
                  <a:lnTo>
                    <a:pt x="2727218" y="295880"/>
                  </a:lnTo>
                  <a:lnTo>
                    <a:pt x="2728290" y="295465"/>
                  </a:lnTo>
                  <a:lnTo>
                    <a:pt x="2729362" y="295051"/>
                  </a:lnTo>
                  <a:lnTo>
                    <a:pt x="2730433" y="294638"/>
                  </a:lnTo>
                  <a:lnTo>
                    <a:pt x="2731505" y="294225"/>
                  </a:lnTo>
                  <a:lnTo>
                    <a:pt x="2732576" y="293813"/>
                  </a:lnTo>
                  <a:lnTo>
                    <a:pt x="2733648" y="293402"/>
                  </a:lnTo>
                  <a:lnTo>
                    <a:pt x="2734720" y="292992"/>
                  </a:lnTo>
                  <a:lnTo>
                    <a:pt x="2735791" y="292583"/>
                  </a:lnTo>
                  <a:lnTo>
                    <a:pt x="2736863" y="292174"/>
                  </a:lnTo>
                  <a:lnTo>
                    <a:pt x="2737934" y="291766"/>
                  </a:lnTo>
                  <a:lnTo>
                    <a:pt x="2739006" y="291360"/>
                  </a:lnTo>
                  <a:lnTo>
                    <a:pt x="2740078" y="290954"/>
                  </a:lnTo>
                  <a:lnTo>
                    <a:pt x="2741149" y="290548"/>
                  </a:lnTo>
                  <a:lnTo>
                    <a:pt x="2742221" y="290144"/>
                  </a:lnTo>
                  <a:lnTo>
                    <a:pt x="2743292" y="289740"/>
                  </a:lnTo>
                  <a:lnTo>
                    <a:pt x="2744364" y="289337"/>
                  </a:lnTo>
                  <a:lnTo>
                    <a:pt x="2745436" y="288935"/>
                  </a:lnTo>
                  <a:lnTo>
                    <a:pt x="2746507" y="288534"/>
                  </a:lnTo>
                  <a:lnTo>
                    <a:pt x="2747579" y="288134"/>
                  </a:lnTo>
                  <a:lnTo>
                    <a:pt x="2748650" y="287734"/>
                  </a:lnTo>
                  <a:lnTo>
                    <a:pt x="2749722" y="287335"/>
                  </a:lnTo>
                  <a:lnTo>
                    <a:pt x="2750794" y="286937"/>
                  </a:lnTo>
                  <a:lnTo>
                    <a:pt x="2751865" y="286540"/>
                  </a:lnTo>
                  <a:lnTo>
                    <a:pt x="2752937" y="286144"/>
                  </a:lnTo>
                  <a:lnTo>
                    <a:pt x="2754008" y="285748"/>
                  </a:lnTo>
                  <a:lnTo>
                    <a:pt x="2755080" y="285353"/>
                  </a:lnTo>
                  <a:lnTo>
                    <a:pt x="2756152" y="284959"/>
                  </a:lnTo>
                  <a:lnTo>
                    <a:pt x="2757223" y="284566"/>
                  </a:lnTo>
                  <a:lnTo>
                    <a:pt x="2758295" y="284174"/>
                  </a:lnTo>
                  <a:lnTo>
                    <a:pt x="2759366" y="283782"/>
                  </a:lnTo>
                  <a:lnTo>
                    <a:pt x="2760438" y="283391"/>
                  </a:lnTo>
                  <a:lnTo>
                    <a:pt x="2761510" y="283001"/>
                  </a:lnTo>
                  <a:lnTo>
                    <a:pt x="2762581" y="282611"/>
                  </a:lnTo>
                  <a:lnTo>
                    <a:pt x="2763653" y="282223"/>
                  </a:lnTo>
                  <a:lnTo>
                    <a:pt x="2764724" y="281835"/>
                  </a:lnTo>
                  <a:lnTo>
                    <a:pt x="2765796" y="281448"/>
                  </a:lnTo>
                  <a:lnTo>
                    <a:pt x="2766868" y="281062"/>
                  </a:lnTo>
                  <a:lnTo>
                    <a:pt x="2767939" y="280676"/>
                  </a:lnTo>
                  <a:lnTo>
                    <a:pt x="2769011" y="280291"/>
                  </a:lnTo>
                  <a:lnTo>
                    <a:pt x="2770082" y="279907"/>
                  </a:lnTo>
                  <a:lnTo>
                    <a:pt x="2771154" y="279524"/>
                  </a:lnTo>
                  <a:lnTo>
                    <a:pt x="2772226" y="279142"/>
                  </a:lnTo>
                  <a:lnTo>
                    <a:pt x="2773297" y="278760"/>
                  </a:lnTo>
                  <a:lnTo>
                    <a:pt x="2774369" y="278379"/>
                  </a:lnTo>
                  <a:lnTo>
                    <a:pt x="2775440" y="277999"/>
                  </a:lnTo>
                  <a:lnTo>
                    <a:pt x="2776512" y="277619"/>
                  </a:lnTo>
                  <a:lnTo>
                    <a:pt x="2777584" y="277241"/>
                  </a:lnTo>
                  <a:lnTo>
                    <a:pt x="2778655" y="276863"/>
                  </a:lnTo>
                  <a:lnTo>
                    <a:pt x="2779727" y="276485"/>
                  </a:lnTo>
                  <a:lnTo>
                    <a:pt x="2780798" y="276109"/>
                  </a:lnTo>
                  <a:lnTo>
                    <a:pt x="2781870" y="275733"/>
                  </a:lnTo>
                  <a:lnTo>
                    <a:pt x="2782942" y="275358"/>
                  </a:lnTo>
                  <a:lnTo>
                    <a:pt x="2784013" y="274984"/>
                  </a:lnTo>
                  <a:lnTo>
                    <a:pt x="2785085" y="274610"/>
                  </a:lnTo>
                  <a:lnTo>
                    <a:pt x="2786156" y="274237"/>
                  </a:lnTo>
                  <a:lnTo>
                    <a:pt x="2787228" y="273865"/>
                  </a:lnTo>
                  <a:lnTo>
                    <a:pt x="2788300" y="273494"/>
                  </a:lnTo>
                  <a:lnTo>
                    <a:pt x="2789371" y="273123"/>
                  </a:lnTo>
                  <a:lnTo>
                    <a:pt x="2790443" y="272753"/>
                  </a:lnTo>
                  <a:lnTo>
                    <a:pt x="2791514" y="272384"/>
                  </a:lnTo>
                  <a:lnTo>
                    <a:pt x="2792586" y="272016"/>
                  </a:lnTo>
                  <a:lnTo>
                    <a:pt x="2793658" y="271648"/>
                  </a:lnTo>
                  <a:lnTo>
                    <a:pt x="2794729" y="271281"/>
                  </a:lnTo>
                  <a:lnTo>
                    <a:pt x="2795801" y="270915"/>
                  </a:lnTo>
                  <a:lnTo>
                    <a:pt x="2796872" y="270549"/>
                  </a:lnTo>
                  <a:lnTo>
                    <a:pt x="2797944" y="270184"/>
                  </a:lnTo>
                  <a:lnTo>
                    <a:pt x="2799016" y="269820"/>
                  </a:lnTo>
                  <a:lnTo>
                    <a:pt x="2800087" y="269456"/>
                  </a:lnTo>
                  <a:lnTo>
                    <a:pt x="2801159" y="269094"/>
                  </a:lnTo>
                  <a:lnTo>
                    <a:pt x="2802230" y="268732"/>
                  </a:lnTo>
                  <a:lnTo>
                    <a:pt x="2803302" y="268370"/>
                  </a:lnTo>
                  <a:lnTo>
                    <a:pt x="2804374" y="268010"/>
                  </a:lnTo>
                  <a:lnTo>
                    <a:pt x="2805445" y="267650"/>
                  </a:lnTo>
                  <a:lnTo>
                    <a:pt x="2806517" y="267290"/>
                  </a:lnTo>
                  <a:lnTo>
                    <a:pt x="2807588" y="266932"/>
                  </a:lnTo>
                  <a:lnTo>
                    <a:pt x="2808660" y="266574"/>
                  </a:lnTo>
                  <a:lnTo>
                    <a:pt x="2809732" y="266216"/>
                  </a:lnTo>
                  <a:lnTo>
                    <a:pt x="2810803" y="265860"/>
                  </a:lnTo>
                  <a:lnTo>
                    <a:pt x="2811875" y="265504"/>
                  </a:lnTo>
                  <a:lnTo>
                    <a:pt x="2812946" y="265149"/>
                  </a:lnTo>
                  <a:lnTo>
                    <a:pt x="2814018" y="264794"/>
                  </a:lnTo>
                  <a:lnTo>
                    <a:pt x="2815090" y="264440"/>
                  </a:lnTo>
                  <a:lnTo>
                    <a:pt x="2816161" y="264087"/>
                  </a:lnTo>
                  <a:lnTo>
                    <a:pt x="2817233" y="263735"/>
                  </a:lnTo>
                  <a:lnTo>
                    <a:pt x="2818304" y="263383"/>
                  </a:lnTo>
                  <a:lnTo>
                    <a:pt x="2819376" y="263032"/>
                  </a:lnTo>
                  <a:lnTo>
                    <a:pt x="2820448" y="262681"/>
                  </a:lnTo>
                  <a:lnTo>
                    <a:pt x="2821519" y="262331"/>
                  </a:lnTo>
                  <a:lnTo>
                    <a:pt x="2822591" y="261982"/>
                  </a:lnTo>
                  <a:lnTo>
                    <a:pt x="2823662" y="261634"/>
                  </a:lnTo>
                  <a:lnTo>
                    <a:pt x="2824734" y="261286"/>
                  </a:lnTo>
                  <a:lnTo>
                    <a:pt x="2825806" y="260939"/>
                  </a:lnTo>
                  <a:lnTo>
                    <a:pt x="2826877" y="260592"/>
                  </a:lnTo>
                  <a:lnTo>
                    <a:pt x="2827949" y="260246"/>
                  </a:lnTo>
                  <a:lnTo>
                    <a:pt x="2829020" y="259901"/>
                  </a:lnTo>
                  <a:lnTo>
                    <a:pt x="2830092" y="259556"/>
                  </a:lnTo>
                  <a:lnTo>
                    <a:pt x="2831164" y="259212"/>
                  </a:lnTo>
                  <a:lnTo>
                    <a:pt x="2832235" y="258869"/>
                  </a:lnTo>
                  <a:lnTo>
                    <a:pt x="2833307" y="258526"/>
                  </a:lnTo>
                  <a:lnTo>
                    <a:pt x="2834378" y="258184"/>
                  </a:lnTo>
                  <a:lnTo>
                    <a:pt x="2835450" y="257843"/>
                  </a:lnTo>
                  <a:lnTo>
                    <a:pt x="2836522" y="257502"/>
                  </a:lnTo>
                  <a:lnTo>
                    <a:pt x="2837593" y="257162"/>
                  </a:lnTo>
                  <a:lnTo>
                    <a:pt x="2838665" y="256823"/>
                  </a:lnTo>
                  <a:lnTo>
                    <a:pt x="2839736" y="256484"/>
                  </a:lnTo>
                  <a:lnTo>
                    <a:pt x="2840808" y="256145"/>
                  </a:lnTo>
                  <a:lnTo>
                    <a:pt x="2841879" y="255808"/>
                  </a:lnTo>
                  <a:lnTo>
                    <a:pt x="2842951" y="255471"/>
                  </a:lnTo>
                  <a:lnTo>
                    <a:pt x="2844023" y="255134"/>
                  </a:lnTo>
                  <a:lnTo>
                    <a:pt x="2845094" y="254799"/>
                  </a:lnTo>
                  <a:lnTo>
                    <a:pt x="2846166" y="254463"/>
                  </a:lnTo>
                  <a:lnTo>
                    <a:pt x="2847237" y="254129"/>
                  </a:lnTo>
                  <a:lnTo>
                    <a:pt x="2848309" y="253795"/>
                  </a:lnTo>
                  <a:lnTo>
                    <a:pt x="2849381" y="253462"/>
                  </a:lnTo>
                  <a:lnTo>
                    <a:pt x="2850452" y="253129"/>
                  </a:lnTo>
                  <a:lnTo>
                    <a:pt x="2851524" y="252797"/>
                  </a:lnTo>
                  <a:lnTo>
                    <a:pt x="2852595" y="252465"/>
                  </a:lnTo>
                  <a:lnTo>
                    <a:pt x="2853667" y="252134"/>
                  </a:lnTo>
                  <a:lnTo>
                    <a:pt x="2854739" y="251804"/>
                  </a:lnTo>
                  <a:lnTo>
                    <a:pt x="2855810" y="251474"/>
                  </a:lnTo>
                  <a:lnTo>
                    <a:pt x="2856882" y="251145"/>
                  </a:lnTo>
                  <a:lnTo>
                    <a:pt x="2857953" y="250817"/>
                  </a:lnTo>
                  <a:lnTo>
                    <a:pt x="2859025" y="250489"/>
                  </a:lnTo>
                  <a:lnTo>
                    <a:pt x="2860097" y="250161"/>
                  </a:lnTo>
                  <a:lnTo>
                    <a:pt x="2861168" y="249834"/>
                  </a:lnTo>
                  <a:lnTo>
                    <a:pt x="2862240" y="249508"/>
                  </a:lnTo>
                  <a:lnTo>
                    <a:pt x="2863311" y="249183"/>
                  </a:lnTo>
                  <a:lnTo>
                    <a:pt x="2864383" y="248857"/>
                  </a:lnTo>
                  <a:lnTo>
                    <a:pt x="2865455" y="248533"/>
                  </a:lnTo>
                  <a:lnTo>
                    <a:pt x="2866526" y="248209"/>
                  </a:lnTo>
                  <a:lnTo>
                    <a:pt x="2867598" y="247886"/>
                  </a:lnTo>
                  <a:lnTo>
                    <a:pt x="2868669" y="247563"/>
                  </a:lnTo>
                  <a:lnTo>
                    <a:pt x="2869741" y="247241"/>
                  </a:lnTo>
                  <a:lnTo>
                    <a:pt x="2870813" y="246919"/>
                  </a:lnTo>
                  <a:lnTo>
                    <a:pt x="2871884" y="246598"/>
                  </a:lnTo>
                  <a:lnTo>
                    <a:pt x="2872956" y="246277"/>
                  </a:lnTo>
                  <a:lnTo>
                    <a:pt x="2874027" y="245957"/>
                  </a:lnTo>
                  <a:lnTo>
                    <a:pt x="2875099" y="245638"/>
                  </a:lnTo>
                  <a:lnTo>
                    <a:pt x="2876171" y="245319"/>
                  </a:lnTo>
                  <a:lnTo>
                    <a:pt x="2877242" y="245001"/>
                  </a:lnTo>
                  <a:lnTo>
                    <a:pt x="2878314" y="244683"/>
                  </a:lnTo>
                  <a:lnTo>
                    <a:pt x="2879385" y="244366"/>
                  </a:lnTo>
                  <a:lnTo>
                    <a:pt x="2880457" y="244049"/>
                  </a:lnTo>
                  <a:lnTo>
                    <a:pt x="2881529" y="243733"/>
                  </a:lnTo>
                  <a:lnTo>
                    <a:pt x="2882600" y="243418"/>
                  </a:lnTo>
                  <a:lnTo>
                    <a:pt x="2883672" y="243102"/>
                  </a:lnTo>
                  <a:lnTo>
                    <a:pt x="2884743" y="242788"/>
                  </a:lnTo>
                  <a:lnTo>
                    <a:pt x="2885815" y="242474"/>
                  </a:lnTo>
                  <a:lnTo>
                    <a:pt x="2886887" y="242161"/>
                  </a:lnTo>
                  <a:lnTo>
                    <a:pt x="2887958" y="241848"/>
                  </a:lnTo>
                  <a:lnTo>
                    <a:pt x="2889030" y="241535"/>
                  </a:lnTo>
                  <a:lnTo>
                    <a:pt x="2890101" y="241223"/>
                  </a:lnTo>
                  <a:lnTo>
                    <a:pt x="2891173" y="240912"/>
                  </a:lnTo>
                  <a:lnTo>
                    <a:pt x="2892245" y="240601"/>
                  </a:lnTo>
                  <a:lnTo>
                    <a:pt x="2893316" y="240291"/>
                  </a:lnTo>
                  <a:lnTo>
                    <a:pt x="2894388" y="239981"/>
                  </a:lnTo>
                  <a:lnTo>
                    <a:pt x="2895459" y="239672"/>
                  </a:lnTo>
                  <a:lnTo>
                    <a:pt x="2896531" y="239363"/>
                  </a:lnTo>
                  <a:lnTo>
                    <a:pt x="2897603" y="239055"/>
                  </a:lnTo>
                  <a:lnTo>
                    <a:pt x="2898674" y="238747"/>
                  </a:lnTo>
                  <a:lnTo>
                    <a:pt x="2899746" y="238440"/>
                  </a:lnTo>
                  <a:lnTo>
                    <a:pt x="2900817" y="238133"/>
                  </a:lnTo>
                  <a:lnTo>
                    <a:pt x="2901889" y="237827"/>
                  </a:lnTo>
                  <a:lnTo>
                    <a:pt x="2902961" y="237521"/>
                  </a:lnTo>
                  <a:lnTo>
                    <a:pt x="2904032" y="237215"/>
                  </a:lnTo>
                  <a:lnTo>
                    <a:pt x="2905104" y="236911"/>
                  </a:lnTo>
                  <a:lnTo>
                    <a:pt x="2906175" y="236606"/>
                  </a:lnTo>
                  <a:lnTo>
                    <a:pt x="2907247" y="236303"/>
                  </a:lnTo>
                  <a:lnTo>
                    <a:pt x="2908319" y="235999"/>
                  </a:lnTo>
                  <a:lnTo>
                    <a:pt x="2909390" y="235696"/>
                  </a:lnTo>
                  <a:lnTo>
                    <a:pt x="2910462" y="235394"/>
                  </a:lnTo>
                  <a:lnTo>
                    <a:pt x="2911533" y="235092"/>
                  </a:lnTo>
                  <a:lnTo>
                    <a:pt x="2912605" y="234791"/>
                  </a:lnTo>
                  <a:lnTo>
                    <a:pt x="2913677" y="234490"/>
                  </a:lnTo>
                  <a:lnTo>
                    <a:pt x="2914748" y="234189"/>
                  </a:lnTo>
                  <a:lnTo>
                    <a:pt x="2915820" y="233889"/>
                  </a:lnTo>
                  <a:lnTo>
                    <a:pt x="2916891" y="233590"/>
                  </a:lnTo>
                  <a:lnTo>
                    <a:pt x="2917963" y="233291"/>
                  </a:lnTo>
                  <a:lnTo>
                    <a:pt x="2919035" y="232992"/>
                  </a:lnTo>
                  <a:lnTo>
                    <a:pt x="2920106" y="232694"/>
                  </a:lnTo>
                  <a:lnTo>
                    <a:pt x="2921178" y="232396"/>
                  </a:lnTo>
                  <a:lnTo>
                    <a:pt x="2922249" y="232099"/>
                  </a:lnTo>
                  <a:lnTo>
                    <a:pt x="2923321" y="231802"/>
                  </a:lnTo>
                  <a:lnTo>
                    <a:pt x="2924393" y="231506"/>
                  </a:lnTo>
                  <a:lnTo>
                    <a:pt x="2925464" y="231210"/>
                  </a:lnTo>
                  <a:lnTo>
                    <a:pt x="2926536" y="230915"/>
                  </a:lnTo>
                  <a:lnTo>
                    <a:pt x="2927607" y="230620"/>
                  </a:lnTo>
                  <a:lnTo>
                    <a:pt x="2928679" y="230325"/>
                  </a:lnTo>
                  <a:lnTo>
                    <a:pt x="2929751" y="230031"/>
                  </a:lnTo>
                  <a:lnTo>
                    <a:pt x="2930822" y="229737"/>
                  </a:lnTo>
                  <a:lnTo>
                    <a:pt x="2931894" y="229444"/>
                  </a:lnTo>
                  <a:lnTo>
                    <a:pt x="2932965" y="229151"/>
                  </a:lnTo>
                  <a:lnTo>
                    <a:pt x="2934037" y="228859"/>
                  </a:lnTo>
                  <a:lnTo>
                    <a:pt x="2935109" y="228567"/>
                  </a:lnTo>
                  <a:lnTo>
                    <a:pt x="2936180" y="228275"/>
                  </a:lnTo>
                  <a:lnTo>
                    <a:pt x="2937252" y="227984"/>
                  </a:lnTo>
                  <a:lnTo>
                    <a:pt x="2938323" y="227694"/>
                  </a:lnTo>
                  <a:lnTo>
                    <a:pt x="2939395" y="227403"/>
                  </a:lnTo>
                  <a:lnTo>
                    <a:pt x="2940467" y="227114"/>
                  </a:lnTo>
                  <a:lnTo>
                    <a:pt x="2941538" y="226824"/>
                  </a:lnTo>
                  <a:lnTo>
                    <a:pt x="2942610" y="226535"/>
                  </a:lnTo>
                  <a:lnTo>
                    <a:pt x="2943681" y="226246"/>
                  </a:lnTo>
                  <a:lnTo>
                    <a:pt x="2944753" y="225958"/>
                  </a:lnTo>
                  <a:lnTo>
                    <a:pt x="2945825" y="225670"/>
                  </a:lnTo>
                  <a:lnTo>
                    <a:pt x="2946896" y="225383"/>
                  </a:lnTo>
                  <a:lnTo>
                    <a:pt x="2947968" y="225096"/>
                  </a:lnTo>
                  <a:lnTo>
                    <a:pt x="2949039" y="224809"/>
                  </a:lnTo>
                  <a:lnTo>
                    <a:pt x="2950111" y="224523"/>
                  </a:lnTo>
                  <a:lnTo>
                    <a:pt x="2951183" y="224237"/>
                  </a:lnTo>
                  <a:lnTo>
                    <a:pt x="2952254" y="223952"/>
                  </a:lnTo>
                  <a:lnTo>
                    <a:pt x="2953326" y="223667"/>
                  </a:lnTo>
                  <a:lnTo>
                    <a:pt x="2954397" y="223382"/>
                  </a:lnTo>
                  <a:lnTo>
                    <a:pt x="2955469" y="223098"/>
                  </a:lnTo>
                  <a:lnTo>
                    <a:pt x="2956541" y="222814"/>
                  </a:lnTo>
                  <a:lnTo>
                    <a:pt x="2957612" y="222531"/>
                  </a:lnTo>
                  <a:lnTo>
                    <a:pt x="2958684" y="222247"/>
                  </a:lnTo>
                  <a:lnTo>
                    <a:pt x="2959755" y="221965"/>
                  </a:lnTo>
                  <a:lnTo>
                    <a:pt x="2960827" y="221682"/>
                  </a:lnTo>
                  <a:lnTo>
                    <a:pt x="2961899" y="221400"/>
                  </a:lnTo>
                  <a:lnTo>
                    <a:pt x="2962970" y="221119"/>
                  </a:lnTo>
                  <a:lnTo>
                    <a:pt x="2964042" y="220837"/>
                  </a:lnTo>
                  <a:lnTo>
                    <a:pt x="2965113" y="220556"/>
                  </a:lnTo>
                  <a:lnTo>
                    <a:pt x="2966185" y="220276"/>
                  </a:lnTo>
                  <a:lnTo>
                    <a:pt x="2967257" y="219995"/>
                  </a:lnTo>
                  <a:lnTo>
                    <a:pt x="2968328" y="219716"/>
                  </a:lnTo>
                  <a:lnTo>
                    <a:pt x="2969400" y="219436"/>
                  </a:lnTo>
                  <a:lnTo>
                    <a:pt x="2970471" y="219157"/>
                  </a:lnTo>
                  <a:lnTo>
                    <a:pt x="2971543" y="218878"/>
                  </a:lnTo>
                  <a:lnTo>
                    <a:pt x="2972615" y="218600"/>
                  </a:lnTo>
                  <a:lnTo>
                    <a:pt x="2973686" y="218322"/>
                  </a:lnTo>
                  <a:lnTo>
                    <a:pt x="2974758" y="218044"/>
                  </a:lnTo>
                  <a:lnTo>
                    <a:pt x="2975829" y="217766"/>
                  </a:lnTo>
                  <a:lnTo>
                    <a:pt x="2976901" y="217489"/>
                  </a:lnTo>
                  <a:lnTo>
                    <a:pt x="2977973" y="217212"/>
                  </a:lnTo>
                  <a:lnTo>
                    <a:pt x="2979044" y="216936"/>
                  </a:lnTo>
                  <a:lnTo>
                    <a:pt x="2980116" y="216660"/>
                  </a:lnTo>
                  <a:lnTo>
                    <a:pt x="2981187" y="216384"/>
                  </a:lnTo>
                  <a:lnTo>
                    <a:pt x="2982259" y="216108"/>
                  </a:lnTo>
                  <a:lnTo>
                    <a:pt x="2983331" y="215833"/>
                  </a:lnTo>
                  <a:lnTo>
                    <a:pt x="2984402" y="215558"/>
                  </a:lnTo>
                  <a:lnTo>
                    <a:pt x="2985474" y="215284"/>
                  </a:lnTo>
                  <a:lnTo>
                    <a:pt x="2986545" y="215010"/>
                  </a:lnTo>
                  <a:lnTo>
                    <a:pt x="2987617" y="214736"/>
                  </a:lnTo>
                  <a:lnTo>
                    <a:pt x="2988689" y="214462"/>
                  </a:lnTo>
                  <a:lnTo>
                    <a:pt x="2989760" y="214189"/>
                  </a:lnTo>
                  <a:lnTo>
                    <a:pt x="2990832" y="213916"/>
                  </a:lnTo>
                  <a:lnTo>
                    <a:pt x="2991903" y="213643"/>
                  </a:lnTo>
                  <a:lnTo>
                    <a:pt x="2992975" y="213371"/>
                  </a:lnTo>
                  <a:lnTo>
                    <a:pt x="2994047" y="213099"/>
                  </a:lnTo>
                  <a:lnTo>
                    <a:pt x="2995118" y="212827"/>
                  </a:lnTo>
                  <a:lnTo>
                    <a:pt x="2996190" y="212556"/>
                  </a:lnTo>
                  <a:lnTo>
                    <a:pt x="2997261" y="212284"/>
                  </a:lnTo>
                  <a:lnTo>
                    <a:pt x="2998333" y="212013"/>
                  </a:lnTo>
                  <a:lnTo>
                    <a:pt x="2999405" y="211743"/>
                  </a:lnTo>
                  <a:lnTo>
                    <a:pt x="3000476" y="211472"/>
                  </a:lnTo>
                  <a:lnTo>
                    <a:pt x="3001548" y="211202"/>
                  </a:lnTo>
                  <a:lnTo>
                    <a:pt x="3002619" y="210933"/>
                  </a:lnTo>
                  <a:lnTo>
                    <a:pt x="3003691" y="210663"/>
                  </a:lnTo>
                  <a:lnTo>
                    <a:pt x="3004763" y="210394"/>
                  </a:lnTo>
                  <a:lnTo>
                    <a:pt x="3005834" y="210125"/>
                  </a:lnTo>
                  <a:lnTo>
                    <a:pt x="3006906" y="209856"/>
                  </a:lnTo>
                  <a:lnTo>
                    <a:pt x="3007977" y="209588"/>
                  </a:lnTo>
                  <a:lnTo>
                    <a:pt x="3009049" y="209319"/>
                  </a:lnTo>
                  <a:lnTo>
                    <a:pt x="3010121" y="209051"/>
                  </a:lnTo>
                  <a:lnTo>
                    <a:pt x="3011192" y="208784"/>
                  </a:lnTo>
                  <a:lnTo>
                    <a:pt x="3012264" y="208516"/>
                  </a:lnTo>
                  <a:lnTo>
                    <a:pt x="3013335" y="208249"/>
                  </a:lnTo>
                  <a:lnTo>
                    <a:pt x="3014407" y="207982"/>
                  </a:lnTo>
                  <a:lnTo>
                    <a:pt x="3015479" y="207716"/>
                  </a:lnTo>
                  <a:lnTo>
                    <a:pt x="3016550" y="207449"/>
                  </a:lnTo>
                  <a:lnTo>
                    <a:pt x="3017622" y="207183"/>
                  </a:lnTo>
                  <a:lnTo>
                    <a:pt x="3018693" y="206917"/>
                  </a:lnTo>
                  <a:lnTo>
                    <a:pt x="3019765" y="206651"/>
                  </a:lnTo>
                  <a:lnTo>
                    <a:pt x="3020836" y="206386"/>
                  </a:lnTo>
                  <a:lnTo>
                    <a:pt x="3021908" y="206121"/>
                  </a:lnTo>
                  <a:lnTo>
                    <a:pt x="3022980" y="205856"/>
                  </a:lnTo>
                  <a:lnTo>
                    <a:pt x="3024051" y="205591"/>
                  </a:lnTo>
                  <a:lnTo>
                    <a:pt x="3025123" y="205326"/>
                  </a:lnTo>
                  <a:lnTo>
                    <a:pt x="3026194" y="205062"/>
                  </a:lnTo>
                  <a:lnTo>
                    <a:pt x="3027266" y="204798"/>
                  </a:lnTo>
                  <a:lnTo>
                    <a:pt x="3028338" y="204534"/>
                  </a:lnTo>
                  <a:lnTo>
                    <a:pt x="3029409" y="204271"/>
                  </a:lnTo>
                  <a:lnTo>
                    <a:pt x="3030481" y="204007"/>
                  </a:lnTo>
                  <a:lnTo>
                    <a:pt x="3031552" y="203744"/>
                  </a:lnTo>
                  <a:lnTo>
                    <a:pt x="3032624" y="203481"/>
                  </a:lnTo>
                  <a:lnTo>
                    <a:pt x="3033696" y="203218"/>
                  </a:lnTo>
                  <a:lnTo>
                    <a:pt x="3034767" y="202955"/>
                  </a:lnTo>
                  <a:lnTo>
                    <a:pt x="3035839" y="202693"/>
                  </a:lnTo>
                  <a:lnTo>
                    <a:pt x="3036910" y="202431"/>
                  </a:lnTo>
                  <a:lnTo>
                    <a:pt x="3037982" y="202169"/>
                  </a:lnTo>
                  <a:lnTo>
                    <a:pt x="3039054" y="201907"/>
                  </a:lnTo>
                  <a:lnTo>
                    <a:pt x="3040125" y="201645"/>
                  </a:lnTo>
                  <a:lnTo>
                    <a:pt x="3041197" y="201384"/>
                  </a:lnTo>
                  <a:lnTo>
                    <a:pt x="3042268" y="201123"/>
                  </a:lnTo>
                  <a:lnTo>
                    <a:pt x="3043340" y="200861"/>
                  </a:lnTo>
                  <a:lnTo>
                    <a:pt x="3044412" y="200601"/>
                  </a:lnTo>
                  <a:lnTo>
                    <a:pt x="3045483" y="200340"/>
                  </a:lnTo>
                  <a:lnTo>
                    <a:pt x="3046555" y="200079"/>
                  </a:lnTo>
                  <a:lnTo>
                    <a:pt x="3047626" y="199819"/>
                  </a:lnTo>
                  <a:lnTo>
                    <a:pt x="3048698" y="199559"/>
                  </a:lnTo>
                  <a:lnTo>
                    <a:pt x="3049770" y="199299"/>
                  </a:lnTo>
                  <a:lnTo>
                    <a:pt x="3050841" y="199039"/>
                  </a:lnTo>
                  <a:lnTo>
                    <a:pt x="3051913" y="198779"/>
                  </a:lnTo>
                  <a:lnTo>
                    <a:pt x="3052984" y="198520"/>
                  </a:lnTo>
                  <a:lnTo>
                    <a:pt x="3054056" y="198260"/>
                  </a:lnTo>
                  <a:lnTo>
                    <a:pt x="3055128" y="198001"/>
                  </a:lnTo>
                  <a:lnTo>
                    <a:pt x="3056199" y="197742"/>
                  </a:lnTo>
                  <a:lnTo>
                    <a:pt x="3057271" y="197483"/>
                  </a:lnTo>
                  <a:lnTo>
                    <a:pt x="3058342" y="197224"/>
                  </a:lnTo>
                  <a:lnTo>
                    <a:pt x="3059414" y="196966"/>
                  </a:lnTo>
                  <a:lnTo>
                    <a:pt x="3060486" y="196707"/>
                  </a:lnTo>
                  <a:lnTo>
                    <a:pt x="3061557" y="196449"/>
                  </a:lnTo>
                  <a:lnTo>
                    <a:pt x="3062629" y="196191"/>
                  </a:lnTo>
                  <a:lnTo>
                    <a:pt x="3063700" y="195933"/>
                  </a:lnTo>
                  <a:lnTo>
                    <a:pt x="3064772" y="195675"/>
                  </a:lnTo>
                  <a:lnTo>
                    <a:pt x="3065844" y="195417"/>
                  </a:lnTo>
                  <a:lnTo>
                    <a:pt x="3066915" y="195159"/>
                  </a:lnTo>
                  <a:lnTo>
                    <a:pt x="3067987" y="194902"/>
                  </a:lnTo>
                  <a:lnTo>
                    <a:pt x="3069058" y="194644"/>
                  </a:lnTo>
                  <a:lnTo>
                    <a:pt x="3070130" y="194387"/>
                  </a:lnTo>
                  <a:lnTo>
                    <a:pt x="3071202" y="194130"/>
                  </a:lnTo>
                  <a:lnTo>
                    <a:pt x="3072273" y="193873"/>
                  </a:lnTo>
                  <a:lnTo>
                    <a:pt x="3073345" y="193616"/>
                  </a:lnTo>
                  <a:lnTo>
                    <a:pt x="3074416" y="193359"/>
                  </a:lnTo>
                  <a:lnTo>
                    <a:pt x="3075488" y="193102"/>
                  </a:lnTo>
                  <a:lnTo>
                    <a:pt x="3076560" y="192846"/>
                  </a:lnTo>
                  <a:lnTo>
                    <a:pt x="3077631" y="192589"/>
                  </a:lnTo>
                  <a:lnTo>
                    <a:pt x="3078703" y="192333"/>
                  </a:lnTo>
                  <a:lnTo>
                    <a:pt x="3079774" y="192076"/>
                  </a:lnTo>
                  <a:lnTo>
                    <a:pt x="3080846" y="191820"/>
                  </a:lnTo>
                  <a:lnTo>
                    <a:pt x="3081918" y="191564"/>
                  </a:lnTo>
                  <a:lnTo>
                    <a:pt x="3082989" y="191308"/>
                  </a:lnTo>
                  <a:lnTo>
                    <a:pt x="3084061" y="191052"/>
                  </a:lnTo>
                  <a:lnTo>
                    <a:pt x="3085132" y="190796"/>
                  </a:lnTo>
                  <a:lnTo>
                    <a:pt x="3086204" y="190540"/>
                  </a:lnTo>
                  <a:lnTo>
                    <a:pt x="3087276" y="190285"/>
                  </a:lnTo>
                  <a:lnTo>
                    <a:pt x="3088347" y="190029"/>
                  </a:lnTo>
                  <a:lnTo>
                    <a:pt x="3089419" y="189774"/>
                  </a:lnTo>
                  <a:lnTo>
                    <a:pt x="3090490" y="189518"/>
                  </a:lnTo>
                  <a:lnTo>
                    <a:pt x="3091562" y="189263"/>
                  </a:lnTo>
                  <a:lnTo>
                    <a:pt x="3092634" y="189007"/>
                  </a:lnTo>
                  <a:lnTo>
                    <a:pt x="3093705" y="188752"/>
                  </a:lnTo>
                  <a:lnTo>
                    <a:pt x="3094777" y="188497"/>
                  </a:lnTo>
                  <a:lnTo>
                    <a:pt x="3095848" y="188242"/>
                  </a:lnTo>
                  <a:lnTo>
                    <a:pt x="3096920" y="187987"/>
                  </a:lnTo>
                  <a:lnTo>
                    <a:pt x="3097992" y="187732"/>
                  </a:lnTo>
                  <a:lnTo>
                    <a:pt x="3099063" y="187477"/>
                  </a:lnTo>
                  <a:lnTo>
                    <a:pt x="3100135" y="187222"/>
                  </a:lnTo>
                  <a:lnTo>
                    <a:pt x="3101206" y="186967"/>
                  </a:lnTo>
                  <a:lnTo>
                    <a:pt x="3102278" y="186712"/>
                  </a:lnTo>
                  <a:lnTo>
                    <a:pt x="3103350" y="186457"/>
                  </a:lnTo>
                  <a:lnTo>
                    <a:pt x="3104421" y="186203"/>
                  </a:lnTo>
                  <a:lnTo>
                    <a:pt x="3105493" y="185948"/>
                  </a:lnTo>
                  <a:lnTo>
                    <a:pt x="3106564" y="185693"/>
                  </a:lnTo>
                  <a:lnTo>
                    <a:pt x="3107636" y="185439"/>
                  </a:lnTo>
                  <a:lnTo>
                    <a:pt x="3108708" y="185184"/>
                  </a:lnTo>
                  <a:lnTo>
                    <a:pt x="3109779" y="184929"/>
                  </a:lnTo>
                  <a:lnTo>
                    <a:pt x="3110851" y="184675"/>
                  </a:lnTo>
                  <a:lnTo>
                    <a:pt x="3111922" y="184420"/>
                  </a:lnTo>
                  <a:lnTo>
                    <a:pt x="3112994" y="184166"/>
                  </a:lnTo>
                  <a:lnTo>
                    <a:pt x="3114066" y="183911"/>
                  </a:lnTo>
                  <a:lnTo>
                    <a:pt x="3115137" y="183657"/>
                  </a:lnTo>
                  <a:lnTo>
                    <a:pt x="3116209" y="183402"/>
                  </a:lnTo>
                  <a:lnTo>
                    <a:pt x="3117280" y="183148"/>
                  </a:lnTo>
                  <a:lnTo>
                    <a:pt x="3118352" y="182893"/>
                  </a:lnTo>
                  <a:lnTo>
                    <a:pt x="3119424" y="182639"/>
                  </a:lnTo>
                  <a:lnTo>
                    <a:pt x="3120495" y="182384"/>
                  </a:lnTo>
                  <a:lnTo>
                    <a:pt x="3121567" y="182130"/>
                  </a:lnTo>
                  <a:lnTo>
                    <a:pt x="3122638" y="181875"/>
                  </a:lnTo>
                  <a:lnTo>
                    <a:pt x="3123710" y="181621"/>
                  </a:lnTo>
                  <a:lnTo>
                    <a:pt x="3124782" y="181367"/>
                  </a:lnTo>
                  <a:lnTo>
                    <a:pt x="3125853" y="181112"/>
                  </a:lnTo>
                  <a:lnTo>
                    <a:pt x="3126925" y="180858"/>
                  </a:lnTo>
                  <a:lnTo>
                    <a:pt x="3127996" y="180603"/>
                  </a:lnTo>
                  <a:lnTo>
                    <a:pt x="3129068" y="180348"/>
                  </a:lnTo>
                  <a:lnTo>
                    <a:pt x="3130140" y="180094"/>
                  </a:lnTo>
                  <a:lnTo>
                    <a:pt x="3131211" y="179839"/>
                  </a:lnTo>
                  <a:lnTo>
                    <a:pt x="3132283" y="179585"/>
                  </a:lnTo>
                  <a:lnTo>
                    <a:pt x="3133354" y="179330"/>
                  </a:lnTo>
                  <a:lnTo>
                    <a:pt x="3134426" y="179075"/>
                  </a:lnTo>
                  <a:lnTo>
                    <a:pt x="3135498" y="178821"/>
                  </a:lnTo>
                  <a:lnTo>
                    <a:pt x="3136569" y="178566"/>
                  </a:lnTo>
                  <a:lnTo>
                    <a:pt x="3137641" y="178311"/>
                  </a:lnTo>
                  <a:lnTo>
                    <a:pt x="3138712" y="178056"/>
                  </a:lnTo>
                  <a:lnTo>
                    <a:pt x="3139784" y="177802"/>
                  </a:lnTo>
                  <a:lnTo>
                    <a:pt x="3140856" y="177547"/>
                  </a:lnTo>
                  <a:lnTo>
                    <a:pt x="3141927" y="177292"/>
                  </a:lnTo>
                  <a:lnTo>
                    <a:pt x="3142999" y="177037"/>
                  </a:lnTo>
                  <a:lnTo>
                    <a:pt x="3144070" y="176782"/>
                  </a:lnTo>
                  <a:lnTo>
                    <a:pt x="3145142" y="176527"/>
                  </a:lnTo>
                  <a:lnTo>
                    <a:pt x="3146214" y="176272"/>
                  </a:lnTo>
                  <a:lnTo>
                    <a:pt x="3147285" y="176017"/>
                  </a:lnTo>
                  <a:lnTo>
                    <a:pt x="3148357" y="175762"/>
                  </a:lnTo>
                  <a:lnTo>
                    <a:pt x="3149428" y="175507"/>
                  </a:lnTo>
                  <a:lnTo>
                    <a:pt x="3150500" y="175252"/>
                  </a:lnTo>
                  <a:lnTo>
                    <a:pt x="3151572" y="174996"/>
                  </a:lnTo>
                  <a:lnTo>
                    <a:pt x="3152643" y="174741"/>
                  </a:lnTo>
                  <a:lnTo>
                    <a:pt x="3153715" y="174486"/>
                  </a:lnTo>
                  <a:lnTo>
                    <a:pt x="3154786" y="174231"/>
                  </a:lnTo>
                  <a:lnTo>
                    <a:pt x="3155858" y="173975"/>
                  </a:lnTo>
                  <a:lnTo>
                    <a:pt x="3156930" y="173720"/>
                  </a:lnTo>
                  <a:lnTo>
                    <a:pt x="3158001" y="173465"/>
                  </a:lnTo>
                  <a:lnTo>
                    <a:pt x="3159073" y="173209"/>
                  </a:lnTo>
                  <a:lnTo>
                    <a:pt x="3160144" y="172954"/>
                  </a:lnTo>
                  <a:lnTo>
                    <a:pt x="3161216" y="172698"/>
                  </a:lnTo>
                  <a:lnTo>
                    <a:pt x="3162288" y="172443"/>
                  </a:lnTo>
                  <a:lnTo>
                    <a:pt x="3163359" y="172187"/>
                  </a:lnTo>
                  <a:lnTo>
                    <a:pt x="3164431" y="171932"/>
                  </a:lnTo>
                  <a:lnTo>
                    <a:pt x="3165502" y="171676"/>
                  </a:lnTo>
                  <a:lnTo>
                    <a:pt x="3166574" y="171421"/>
                  </a:lnTo>
                  <a:lnTo>
                    <a:pt x="3167646" y="171165"/>
                  </a:lnTo>
                  <a:lnTo>
                    <a:pt x="3168717" y="170909"/>
                  </a:lnTo>
                  <a:lnTo>
                    <a:pt x="3169789" y="170653"/>
                  </a:lnTo>
                  <a:lnTo>
                    <a:pt x="3170860" y="170398"/>
                  </a:lnTo>
                  <a:lnTo>
                    <a:pt x="3171932" y="170142"/>
                  </a:lnTo>
                  <a:lnTo>
                    <a:pt x="3173004" y="169886"/>
                  </a:lnTo>
                  <a:lnTo>
                    <a:pt x="3174075" y="169630"/>
                  </a:lnTo>
                  <a:lnTo>
                    <a:pt x="3175147" y="169374"/>
                  </a:lnTo>
                  <a:lnTo>
                    <a:pt x="3176218" y="169118"/>
                  </a:lnTo>
                  <a:lnTo>
                    <a:pt x="3177290" y="168863"/>
                  </a:lnTo>
                  <a:lnTo>
                    <a:pt x="3178362" y="168607"/>
                  </a:lnTo>
                  <a:lnTo>
                    <a:pt x="3179433" y="168351"/>
                  </a:lnTo>
                  <a:lnTo>
                    <a:pt x="3180505" y="168095"/>
                  </a:lnTo>
                  <a:lnTo>
                    <a:pt x="3181576" y="167838"/>
                  </a:lnTo>
                  <a:lnTo>
                    <a:pt x="3182648" y="167582"/>
                  </a:lnTo>
                  <a:lnTo>
                    <a:pt x="3183720" y="167326"/>
                  </a:lnTo>
                  <a:lnTo>
                    <a:pt x="3184791" y="167070"/>
                  </a:lnTo>
                  <a:lnTo>
                    <a:pt x="3185863" y="166814"/>
                  </a:lnTo>
                  <a:lnTo>
                    <a:pt x="3186934" y="166558"/>
                  </a:lnTo>
                  <a:lnTo>
                    <a:pt x="3188006" y="166301"/>
                  </a:lnTo>
                  <a:lnTo>
                    <a:pt x="3189078" y="166045"/>
                  </a:lnTo>
                  <a:lnTo>
                    <a:pt x="3190149" y="165789"/>
                  </a:lnTo>
                  <a:lnTo>
                    <a:pt x="3191221" y="165532"/>
                  </a:lnTo>
                  <a:lnTo>
                    <a:pt x="3192292" y="165276"/>
                  </a:lnTo>
                  <a:lnTo>
                    <a:pt x="3193364" y="165020"/>
                  </a:lnTo>
                  <a:lnTo>
                    <a:pt x="3194436" y="164763"/>
                  </a:lnTo>
                  <a:lnTo>
                    <a:pt x="3195507" y="164507"/>
                  </a:lnTo>
                  <a:lnTo>
                    <a:pt x="3196579" y="164250"/>
                  </a:lnTo>
                  <a:lnTo>
                    <a:pt x="3197650" y="163994"/>
                  </a:lnTo>
                  <a:lnTo>
                    <a:pt x="3198722" y="163737"/>
                  </a:lnTo>
                  <a:lnTo>
                    <a:pt x="3199793" y="163480"/>
                  </a:lnTo>
                  <a:lnTo>
                    <a:pt x="3200865" y="163224"/>
                  </a:lnTo>
                  <a:lnTo>
                    <a:pt x="3201937" y="162967"/>
                  </a:lnTo>
                  <a:lnTo>
                    <a:pt x="3203008" y="162710"/>
                  </a:lnTo>
                  <a:lnTo>
                    <a:pt x="3204080" y="162454"/>
                  </a:lnTo>
                  <a:lnTo>
                    <a:pt x="3205151" y="162197"/>
                  </a:lnTo>
                  <a:lnTo>
                    <a:pt x="3206223" y="161940"/>
                  </a:lnTo>
                  <a:lnTo>
                    <a:pt x="3207295" y="161683"/>
                  </a:lnTo>
                  <a:lnTo>
                    <a:pt x="3208366" y="161426"/>
                  </a:lnTo>
                  <a:lnTo>
                    <a:pt x="3209438" y="161169"/>
                  </a:lnTo>
                  <a:lnTo>
                    <a:pt x="3210509" y="160912"/>
                  </a:lnTo>
                  <a:lnTo>
                    <a:pt x="3211581" y="160655"/>
                  </a:lnTo>
                  <a:lnTo>
                    <a:pt x="3212653" y="160398"/>
                  </a:lnTo>
                  <a:lnTo>
                    <a:pt x="3213724" y="160141"/>
                  </a:lnTo>
                  <a:lnTo>
                    <a:pt x="3214796" y="159884"/>
                  </a:lnTo>
                  <a:lnTo>
                    <a:pt x="3215867" y="159627"/>
                  </a:lnTo>
                  <a:lnTo>
                    <a:pt x="3216939" y="159370"/>
                  </a:lnTo>
                  <a:lnTo>
                    <a:pt x="3218011" y="159113"/>
                  </a:lnTo>
                  <a:lnTo>
                    <a:pt x="3219082" y="158856"/>
                  </a:lnTo>
                  <a:lnTo>
                    <a:pt x="3220154" y="158599"/>
                  </a:lnTo>
                  <a:lnTo>
                    <a:pt x="3221225" y="158341"/>
                  </a:lnTo>
                  <a:lnTo>
                    <a:pt x="3222297" y="158084"/>
                  </a:lnTo>
                  <a:lnTo>
                    <a:pt x="3223369" y="157827"/>
                  </a:lnTo>
                  <a:lnTo>
                    <a:pt x="3224440" y="157569"/>
                  </a:lnTo>
                  <a:lnTo>
                    <a:pt x="3225512" y="157312"/>
                  </a:lnTo>
                  <a:lnTo>
                    <a:pt x="3226583" y="157055"/>
                  </a:lnTo>
                  <a:lnTo>
                    <a:pt x="3227655" y="156797"/>
                  </a:lnTo>
                  <a:lnTo>
                    <a:pt x="3228727" y="156540"/>
                  </a:lnTo>
                  <a:lnTo>
                    <a:pt x="3229798" y="156282"/>
                  </a:lnTo>
                  <a:lnTo>
                    <a:pt x="3230870" y="156025"/>
                  </a:lnTo>
                  <a:lnTo>
                    <a:pt x="3231941" y="155767"/>
                  </a:lnTo>
                  <a:lnTo>
                    <a:pt x="3233013" y="155509"/>
                  </a:lnTo>
                  <a:lnTo>
                    <a:pt x="3234085" y="155252"/>
                  </a:lnTo>
                  <a:lnTo>
                    <a:pt x="3235156" y="154994"/>
                  </a:lnTo>
                  <a:lnTo>
                    <a:pt x="3236228" y="154736"/>
                  </a:lnTo>
                  <a:lnTo>
                    <a:pt x="3237299" y="154479"/>
                  </a:lnTo>
                  <a:lnTo>
                    <a:pt x="3238371" y="154221"/>
                  </a:lnTo>
                  <a:lnTo>
                    <a:pt x="3239443" y="153963"/>
                  </a:lnTo>
                  <a:lnTo>
                    <a:pt x="3240514" y="153705"/>
                  </a:lnTo>
                  <a:lnTo>
                    <a:pt x="3241586" y="153447"/>
                  </a:lnTo>
                  <a:lnTo>
                    <a:pt x="3242657" y="153190"/>
                  </a:lnTo>
                  <a:lnTo>
                    <a:pt x="3243729" y="152932"/>
                  </a:lnTo>
                  <a:lnTo>
                    <a:pt x="3244801" y="152674"/>
                  </a:lnTo>
                  <a:lnTo>
                    <a:pt x="3245872" y="152416"/>
                  </a:lnTo>
                  <a:lnTo>
                    <a:pt x="3246944" y="152158"/>
                  </a:lnTo>
                  <a:lnTo>
                    <a:pt x="3248015" y="151900"/>
                  </a:lnTo>
                  <a:lnTo>
                    <a:pt x="3249087" y="151641"/>
                  </a:lnTo>
                  <a:lnTo>
                    <a:pt x="3250159" y="151383"/>
                  </a:lnTo>
                  <a:lnTo>
                    <a:pt x="3251230" y="151125"/>
                  </a:lnTo>
                  <a:lnTo>
                    <a:pt x="3252302" y="150867"/>
                  </a:lnTo>
                  <a:lnTo>
                    <a:pt x="3253373" y="150609"/>
                  </a:lnTo>
                  <a:lnTo>
                    <a:pt x="3254445" y="150351"/>
                  </a:lnTo>
                  <a:lnTo>
                    <a:pt x="3255517" y="150092"/>
                  </a:lnTo>
                  <a:lnTo>
                    <a:pt x="3256588" y="149834"/>
                  </a:lnTo>
                  <a:lnTo>
                    <a:pt x="3257660" y="149576"/>
                  </a:lnTo>
                  <a:lnTo>
                    <a:pt x="3258731" y="149317"/>
                  </a:lnTo>
                  <a:lnTo>
                    <a:pt x="3259803" y="149059"/>
                  </a:lnTo>
                  <a:lnTo>
                    <a:pt x="3260875" y="148800"/>
                  </a:lnTo>
                  <a:lnTo>
                    <a:pt x="3261946" y="148542"/>
                  </a:lnTo>
                  <a:lnTo>
                    <a:pt x="3263018" y="148283"/>
                  </a:lnTo>
                  <a:lnTo>
                    <a:pt x="3264089" y="148025"/>
                  </a:lnTo>
                  <a:lnTo>
                    <a:pt x="3265161" y="147766"/>
                  </a:lnTo>
                  <a:lnTo>
                    <a:pt x="3266233" y="147508"/>
                  </a:lnTo>
                  <a:lnTo>
                    <a:pt x="3267304" y="147249"/>
                  </a:lnTo>
                  <a:lnTo>
                    <a:pt x="3268376" y="146990"/>
                  </a:lnTo>
                  <a:lnTo>
                    <a:pt x="3269447" y="146732"/>
                  </a:lnTo>
                  <a:lnTo>
                    <a:pt x="3270519" y="146473"/>
                  </a:lnTo>
                  <a:lnTo>
                    <a:pt x="3271591" y="146214"/>
                  </a:lnTo>
                  <a:lnTo>
                    <a:pt x="3272662" y="145955"/>
                  </a:lnTo>
                  <a:lnTo>
                    <a:pt x="3273734" y="145696"/>
                  </a:lnTo>
                  <a:lnTo>
                    <a:pt x="3274805" y="145438"/>
                  </a:lnTo>
                  <a:lnTo>
                    <a:pt x="3275877" y="145179"/>
                  </a:lnTo>
                  <a:lnTo>
                    <a:pt x="3276949" y="144920"/>
                  </a:lnTo>
                  <a:lnTo>
                    <a:pt x="3278020" y="144661"/>
                  </a:lnTo>
                  <a:lnTo>
                    <a:pt x="3279092" y="144402"/>
                  </a:lnTo>
                  <a:lnTo>
                    <a:pt x="3280163" y="144143"/>
                  </a:lnTo>
                  <a:lnTo>
                    <a:pt x="3281235" y="143884"/>
                  </a:lnTo>
                  <a:lnTo>
                    <a:pt x="3282307" y="143625"/>
                  </a:lnTo>
                  <a:lnTo>
                    <a:pt x="3283378" y="143366"/>
                  </a:lnTo>
                  <a:lnTo>
                    <a:pt x="3284450" y="143106"/>
                  </a:lnTo>
                  <a:lnTo>
                    <a:pt x="3285521" y="142847"/>
                  </a:lnTo>
                  <a:lnTo>
                    <a:pt x="3286593" y="142588"/>
                  </a:lnTo>
                  <a:lnTo>
                    <a:pt x="3287665" y="142329"/>
                  </a:lnTo>
                  <a:lnTo>
                    <a:pt x="3288736" y="142069"/>
                  </a:lnTo>
                  <a:lnTo>
                    <a:pt x="3289808" y="141810"/>
                  </a:lnTo>
                  <a:lnTo>
                    <a:pt x="3290879" y="141551"/>
                  </a:lnTo>
                  <a:lnTo>
                    <a:pt x="3291951" y="141291"/>
                  </a:lnTo>
                  <a:lnTo>
                    <a:pt x="3293023" y="141032"/>
                  </a:lnTo>
                  <a:lnTo>
                    <a:pt x="3294094" y="140773"/>
                  </a:lnTo>
                  <a:lnTo>
                    <a:pt x="3295166" y="140513"/>
                  </a:lnTo>
                  <a:lnTo>
                    <a:pt x="3296237" y="140254"/>
                  </a:lnTo>
                  <a:lnTo>
                    <a:pt x="3297309" y="139994"/>
                  </a:lnTo>
                  <a:lnTo>
                    <a:pt x="3298381" y="139734"/>
                  </a:lnTo>
                  <a:lnTo>
                    <a:pt x="3299452" y="139475"/>
                  </a:lnTo>
                  <a:lnTo>
                    <a:pt x="3300524" y="139215"/>
                  </a:lnTo>
                  <a:lnTo>
                    <a:pt x="3301595" y="138956"/>
                  </a:lnTo>
                  <a:lnTo>
                    <a:pt x="3302667" y="138696"/>
                  </a:lnTo>
                  <a:lnTo>
                    <a:pt x="3303739" y="138436"/>
                  </a:lnTo>
                  <a:lnTo>
                    <a:pt x="3304810" y="138176"/>
                  </a:lnTo>
                  <a:lnTo>
                    <a:pt x="3305882" y="137917"/>
                  </a:lnTo>
                  <a:lnTo>
                    <a:pt x="3306953" y="137657"/>
                  </a:lnTo>
                  <a:lnTo>
                    <a:pt x="3308025" y="137397"/>
                  </a:lnTo>
                  <a:lnTo>
                    <a:pt x="3309097" y="137137"/>
                  </a:lnTo>
                  <a:lnTo>
                    <a:pt x="3310168" y="136877"/>
                  </a:lnTo>
                  <a:lnTo>
                    <a:pt x="3311240" y="136617"/>
                  </a:lnTo>
                  <a:lnTo>
                    <a:pt x="3312311" y="136357"/>
                  </a:lnTo>
                  <a:lnTo>
                    <a:pt x="3313383" y="136097"/>
                  </a:lnTo>
                  <a:lnTo>
                    <a:pt x="3314455" y="135837"/>
                  </a:lnTo>
                  <a:lnTo>
                    <a:pt x="3315526" y="135577"/>
                  </a:lnTo>
                  <a:lnTo>
                    <a:pt x="3316598" y="135317"/>
                  </a:lnTo>
                  <a:lnTo>
                    <a:pt x="3317669" y="135057"/>
                  </a:lnTo>
                  <a:lnTo>
                    <a:pt x="3318741" y="134796"/>
                  </a:lnTo>
                  <a:lnTo>
                    <a:pt x="3319813" y="134536"/>
                  </a:lnTo>
                  <a:lnTo>
                    <a:pt x="3320884" y="134276"/>
                  </a:lnTo>
                  <a:lnTo>
                    <a:pt x="3321956" y="134016"/>
                  </a:lnTo>
                  <a:lnTo>
                    <a:pt x="3323027" y="133755"/>
                  </a:lnTo>
                  <a:lnTo>
                    <a:pt x="3324099" y="133495"/>
                  </a:lnTo>
                  <a:lnTo>
                    <a:pt x="3325171" y="133235"/>
                  </a:lnTo>
                  <a:lnTo>
                    <a:pt x="3326242" y="132974"/>
                  </a:lnTo>
                  <a:lnTo>
                    <a:pt x="3327314" y="132714"/>
                  </a:lnTo>
                  <a:lnTo>
                    <a:pt x="3328385" y="132453"/>
                  </a:lnTo>
                  <a:lnTo>
                    <a:pt x="3329457" y="132193"/>
                  </a:lnTo>
                  <a:lnTo>
                    <a:pt x="3330529" y="131932"/>
                  </a:lnTo>
                  <a:lnTo>
                    <a:pt x="3331600" y="131672"/>
                  </a:lnTo>
                  <a:lnTo>
                    <a:pt x="3332672" y="131411"/>
                  </a:lnTo>
                  <a:lnTo>
                    <a:pt x="3333743" y="131150"/>
                  </a:lnTo>
                  <a:lnTo>
                    <a:pt x="3334815" y="130890"/>
                  </a:lnTo>
                  <a:lnTo>
                    <a:pt x="3335887" y="130629"/>
                  </a:lnTo>
                  <a:lnTo>
                    <a:pt x="3336958" y="130368"/>
                  </a:lnTo>
                  <a:lnTo>
                    <a:pt x="3338030" y="130107"/>
                  </a:lnTo>
                  <a:lnTo>
                    <a:pt x="3339101" y="129847"/>
                  </a:lnTo>
                  <a:lnTo>
                    <a:pt x="3340173" y="129586"/>
                  </a:lnTo>
                  <a:lnTo>
                    <a:pt x="3341245" y="129325"/>
                  </a:lnTo>
                  <a:lnTo>
                    <a:pt x="3342316" y="129064"/>
                  </a:lnTo>
                  <a:lnTo>
                    <a:pt x="3343388" y="128803"/>
                  </a:lnTo>
                  <a:lnTo>
                    <a:pt x="3344459" y="128542"/>
                  </a:lnTo>
                  <a:lnTo>
                    <a:pt x="3345531" y="128281"/>
                  </a:lnTo>
                  <a:lnTo>
                    <a:pt x="3346603" y="128020"/>
                  </a:lnTo>
                  <a:lnTo>
                    <a:pt x="3347674" y="127759"/>
                  </a:lnTo>
                  <a:lnTo>
                    <a:pt x="3348746" y="127498"/>
                  </a:lnTo>
                  <a:lnTo>
                    <a:pt x="3349817" y="127237"/>
                  </a:lnTo>
                  <a:lnTo>
                    <a:pt x="3350889" y="126976"/>
                  </a:lnTo>
                  <a:lnTo>
                    <a:pt x="3351961" y="126714"/>
                  </a:lnTo>
                  <a:lnTo>
                    <a:pt x="3353032" y="126453"/>
                  </a:lnTo>
                  <a:lnTo>
                    <a:pt x="3354104" y="126192"/>
                  </a:lnTo>
                  <a:lnTo>
                    <a:pt x="3355175" y="125931"/>
                  </a:lnTo>
                  <a:lnTo>
                    <a:pt x="3356247" y="125669"/>
                  </a:lnTo>
                  <a:lnTo>
                    <a:pt x="3357319" y="125408"/>
                  </a:lnTo>
                  <a:lnTo>
                    <a:pt x="3358390" y="125147"/>
                  </a:lnTo>
                  <a:lnTo>
                    <a:pt x="3359462" y="124885"/>
                  </a:lnTo>
                  <a:lnTo>
                    <a:pt x="3360533" y="124624"/>
                  </a:lnTo>
                  <a:lnTo>
                    <a:pt x="3361605" y="124362"/>
                  </a:lnTo>
                  <a:lnTo>
                    <a:pt x="3362677" y="124101"/>
                  </a:lnTo>
                  <a:lnTo>
                    <a:pt x="3363748" y="123839"/>
                  </a:lnTo>
                  <a:lnTo>
                    <a:pt x="3364820" y="123578"/>
                  </a:lnTo>
                  <a:lnTo>
                    <a:pt x="3365891" y="123316"/>
                  </a:lnTo>
                  <a:lnTo>
                    <a:pt x="3366963" y="123054"/>
                  </a:lnTo>
                  <a:lnTo>
                    <a:pt x="3368035" y="122793"/>
                  </a:lnTo>
                  <a:lnTo>
                    <a:pt x="3369106" y="122531"/>
                  </a:lnTo>
                  <a:lnTo>
                    <a:pt x="3370178" y="122269"/>
                  </a:lnTo>
                  <a:lnTo>
                    <a:pt x="3371249" y="122007"/>
                  </a:lnTo>
                  <a:lnTo>
                    <a:pt x="3372321" y="121745"/>
                  </a:lnTo>
                  <a:lnTo>
                    <a:pt x="3373392" y="121484"/>
                  </a:lnTo>
                  <a:lnTo>
                    <a:pt x="3374464" y="121222"/>
                  </a:lnTo>
                  <a:lnTo>
                    <a:pt x="3375536" y="120960"/>
                  </a:lnTo>
                  <a:lnTo>
                    <a:pt x="3376607" y="120698"/>
                  </a:lnTo>
                  <a:lnTo>
                    <a:pt x="3377679" y="120436"/>
                  </a:lnTo>
                  <a:lnTo>
                    <a:pt x="3378750" y="120174"/>
                  </a:lnTo>
                  <a:lnTo>
                    <a:pt x="3379822" y="119912"/>
                  </a:lnTo>
                  <a:lnTo>
                    <a:pt x="3380894" y="119650"/>
                  </a:lnTo>
                  <a:lnTo>
                    <a:pt x="3381965" y="119388"/>
                  </a:lnTo>
                  <a:lnTo>
                    <a:pt x="3383037" y="119126"/>
                  </a:lnTo>
                  <a:lnTo>
                    <a:pt x="3384108" y="118863"/>
                  </a:lnTo>
                  <a:lnTo>
                    <a:pt x="3385180" y="118601"/>
                  </a:lnTo>
                  <a:lnTo>
                    <a:pt x="3386252" y="118339"/>
                  </a:lnTo>
                  <a:lnTo>
                    <a:pt x="3387323" y="118077"/>
                  </a:lnTo>
                  <a:lnTo>
                    <a:pt x="3388395" y="117814"/>
                  </a:lnTo>
                  <a:lnTo>
                    <a:pt x="3389466" y="117552"/>
                  </a:lnTo>
                  <a:lnTo>
                    <a:pt x="3390538" y="117290"/>
                  </a:lnTo>
                  <a:lnTo>
                    <a:pt x="3391610" y="117027"/>
                  </a:lnTo>
                  <a:lnTo>
                    <a:pt x="3392681" y="116765"/>
                  </a:lnTo>
                  <a:lnTo>
                    <a:pt x="3393753" y="116502"/>
                  </a:lnTo>
                  <a:lnTo>
                    <a:pt x="3394824" y="116240"/>
                  </a:lnTo>
                  <a:lnTo>
                    <a:pt x="3395896" y="115977"/>
                  </a:lnTo>
                  <a:lnTo>
                    <a:pt x="3396968" y="115715"/>
                  </a:lnTo>
                  <a:lnTo>
                    <a:pt x="3398039" y="115452"/>
                  </a:lnTo>
                  <a:lnTo>
                    <a:pt x="3399111" y="115189"/>
                  </a:lnTo>
                  <a:lnTo>
                    <a:pt x="3400182" y="114927"/>
                  </a:lnTo>
                  <a:lnTo>
                    <a:pt x="3401254" y="114664"/>
                  </a:lnTo>
                  <a:lnTo>
                    <a:pt x="3402326" y="114401"/>
                  </a:lnTo>
                  <a:lnTo>
                    <a:pt x="3403397" y="114139"/>
                  </a:lnTo>
                  <a:lnTo>
                    <a:pt x="3404469" y="113876"/>
                  </a:lnTo>
                  <a:lnTo>
                    <a:pt x="3405540" y="113613"/>
                  </a:lnTo>
                  <a:lnTo>
                    <a:pt x="3406612" y="113350"/>
                  </a:lnTo>
                  <a:lnTo>
                    <a:pt x="3407684" y="113087"/>
                  </a:lnTo>
                  <a:lnTo>
                    <a:pt x="3408755" y="112824"/>
                  </a:lnTo>
                  <a:lnTo>
                    <a:pt x="3409827" y="112561"/>
                  </a:lnTo>
                  <a:lnTo>
                    <a:pt x="3410898" y="112298"/>
                  </a:lnTo>
                  <a:lnTo>
                    <a:pt x="3411970" y="112035"/>
                  </a:lnTo>
                  <a:lnTo>
                    <a:pt x="3413042" y="111772"/>
                  </a:lnTo>
                  <a:lnTo>
                    <a:pt x="3414113" y="111509"/>
                  </a:lnTo>
                  <a:lnTo>
                    <a:pt x="3415185" y="111246"/>
                  </a:lnTo>
                  <a:lnTo>
                    <a:pt x="3416256" y="110983"/>
                  </a:lnTo>
                  <a:lnTo>
                    <a:pt x="3417328" y="110720"/>
                  </a:lnTo>
                  <a:lnTo>
                    <a:pt x="3418400" y="110456"/>
                  </a:lnTo>
                  <a:lnTo>
                    <a:pt x="3419471" y="110193"/>
                  </a:lnTo>
                  <a:lnTo>
                    <a:pt x="3420543" y="109930"/>
                  </a:lnTo>
                  <a:lnTo>
                    <a:pt x="3421614" y="109667"/>
                  </a:lnTo>
                  <a:lnTo>
                    <a:pt x="3422686" y="109403"/>
                  </a:lnTo>
                  <a:lnTo>
                    <a:pt x="3423758" y="109140"/>
                  </a:lnTo>
                  <a:lnTo>
                    <a:pt x="3424829" y="108876"/>
                  </a:lnTo>
                  <a:lnTo>
                    <a:pt x="3425901" y="108613"/>
                  </a:lnTo>
                  <a:lnTo>
                    <a:pt x="3426972" y="108349"/>
                  </a:lnTo>
                  <a:lnTo>
                    <a:pt x="3428044" y="108086"/>
                  </a:lnTo>
                  <a:lnTo>
                    <a:pt x="3429116" y="107822"/>
                  </a:lnTo>
                  <a:lnTo>
                    <a:pt x="3430187" y="107559"/>
                  </a:lnTo>
                  <a:lnTo>
                    <a:pt x="3431259" y="107295"/>
                  </a:lnTo>
                  <a:lnTo>
                    <a:pt x="3432330" y="107032"/>
                  </a:lnTo>
                  <a:lnTo>
                    <a:pt x="3433402" y="106768"/>
                  </a:lnTo>
                  <a:lnTo>
                    <a:pt x="3434474" y="106504"/>
                  </a:lnTo>
                  <a:lnTo>
                    <a:pt x="3435545" y="106240"/>
                  </a:lnTo>
                  <a:lnTo>
                    <a:pt x="3436617" y="105977"/>
                  </a:lnTo>
                  <a:lnTo>
                    <a:pt x="3437688" y="105713"/>
                  </a:lnTo>
                  <a:lnTo>
                    <a:pt x="3438760" y="105449"/>
                  </a:lnTo>
                  <a:lnTo>
                    <a:pt x="3439832" y="105185"/>
                  </a:lnTo>
                  <a:lnTo>
                    <a:pt x="3440903" y="104921"/>
                  </a:lnTo>
                  <a:lnTo>
                    <a:pt x="3441975" y="104657"/>
                  </a:lnTo>
                  <a:lnTo>
                    <a:pt x="3443046" y="104393"/>
                  </a:lnTo>
                  <a:lnTo>
                    <a:pt x="3444118" y="104129"/>
                  </a:lnTo>
                  <a:lnTo>
                    <a:pt x="3445190" y="103865"/>
                  </a:lnTo>
                  <a:lnTo>
                    <a:pt x="3446261" y="103601"/>
                  </a:lnTo>
                  <a:lnTo>
                    <a:pt x="3447333" y="103337"/>
                  </a:lnTo>
                  <a:lnTo>
                    <a:pt x="3448404" y="103073"/>
                  </a:lnTo>
                  <a:lnTo>
                    <a:pt x="3449476" y="102809"/>
                  </a:lnTo>
                  <a:lnTo>
                    <a:pt x="3450548" y="102544"/>
                  </a:lnTo>
                  <a:lnTo>
                    <a:pt x="3451619" y="102280"/>
                  </a:lnTo>
                  <a:lnTo>
                    <a:pt x="3452691" y="102016"/>
                  </a:lnTo>
                  <a:lnTo>
                    <a:pt x="3453762" y="101752"/>
                  </a:lnTo>
                  <a:lnTo>
                    <a:pt x="3454834" y="101487"/>
                  </a:lnTo>
                  <a:lnTo>
                    <a:pt x="3455906" y="101223"/>
                  </a:lnTo>
                  <a:lnTo>
                    <a:pt x="3456977" y="100959"/>
                  </a:lnTo>
                  <a:lnTo>
                    <a:pt x="3458049" y="100694"/>
                  </a:lnTo>
                  <a:lnTo>
                    <a:pt x="3459120" y="100430"/>
                  </a:lnTo>
                  <a:lnTo>
                    <a:pt x="3460192" y="100165"/>
                  </a:lnTo>
                  <a:lnTo>
                    <a:pt x="3461264" y="99901"/>
                  </a:lnTo>
                  <a:lnTo>
                    <a:pt x="3462335" y="99636"/>
                  </a:lnTo>
                  <a:lnTo>
                    <a:pt x="3463407" y="99371"/>
                  </a:lnTo>
                  <a:lnTo>
                    <a:pt x="3464478" y="99107"/>
                  </a:lnTo>
                  <a:lnTo>
                    <a:pt x="3465550" y="98842"/>
                  </a:lnTo>
                  <a:lnTo>
                    <a:pt x="3466622" y="98577"/>
                  </a:lnTo>
                  <a:lnTo>
                    <a:pt x="3467693" y="98313"/>
                  </a:lnTo>
                  <a:lnTo>
                    <a:pt x="3468765" y="98048"/>
                  </a:lnTo>
                  <a:lnTo>
                    <a:pt x="3469836" y="97783"/>
                  </a:lnTo>
                  <a:lnTo>
                    <a:pt x="3470908" y="97518"/>
                  </a:lnTo>
                  <a:lnTo>
                    <a:pt x="3471980" y="97253"/>
                  </a:lnTo>
                  <a:lnTo>
                    <a:pt x="3473051" y="96988"/>
                  </a:lnTo>
                  <a:lnTo>
                    <a:pt x="3474123" y="96724"/>
                  </a:lnTo>
                  <a:lnTo>
                    <a:pt x="3475194" y="96459"/>
                  </a:lnTo>
                  <a:lnTo>
                    <a:pt x="3476266" y="96194"/>
                  </a:lnTo>
                  <a:lnTo>
                    <a:pt x="3477338" y="95929"/>
                  </a:lnTo>
                  <a:lnTo>
                    <a:pt x="3478409" y="95663"/>
                  </a:lnTo>
                  <a:lnTo>
                    <a:pt x="3479481" y="95398"/>
                  </a:lnTo>
                  <a:lnTo>
                    <a:pt x="3480552" y="95133"/>
                  </a:lnTo>
                  <a:lnTo>
                    <a:pt x="3481624" y="94868"/>
                  </a:lnTo>
                  <a:lnTo>
                    <a:pt x="3482696" y="94603"/>
                  </a:lnTo>
                  <a:lnTo>
                    <a:pt x="3483767" y="94338"/>
                  </a:lnTo>
                  <a:lnTo>
                    <a:pt x="3484839" y="94072"/>
                  </a:lnTo>
                  <a:lnTo>
                    <a:pt x="3485910" y="93807"/>
                  </a:lnTo>
                  <a:lnTo>
                    <a:pt x="3486982" y="93542"/>
                  </a:lnTo>
                  <a:lnTo>
                    <a:pt x="3488054" y="93276"/>
                  </a:lnTo>
                  <a:lnTo>
                    <a:pt x="3489125" y="93011"/>
                  </a:lnTo>
                  <a:lnTo>
                    <a:pt x="3490197" y="92746"/>
                  </a:lnTo>
                  <a:lnTo>
                    <a:pt x="3491268" y="92480"/>
                  </a:lnTo>
                  <a:lnTo>
                    <a:pt x="3492340" y="92215"/>
                  </a:lnTo>
                  <a:lnTo>
                    <a:pt x="3493412" y="91949"/>
                  </a:lnTo>
                  <a:lnTo>
                    <a:pt x="3494483" y="91683"/>
                  </a:lnTo>
                  <a:lnTo>
                    <a:pt x="3495555" y="91418"/>
                  </a:lnTo>
                  <a:lnTo>
                    <a:pt x="3496626" y="91152"/>
                  </a:lnTo>
                  <a:lnTo>
                    <a:pt x="3497698" y="90887"/>
                  </a:lnTo>
                  <a:lnTo>
                    <a:pt x="3498770" y="90621"/>
                  </a:lnTo>
                  <a:lnTo>
                    <a:pt x="3499841" y="90355"/>
                  </a:lnTo>
                  <a:lnTo>
                    <a:pt x="3500913" y="90089"/>
                  </a:lnTo>
                  <a:lnTo>
                    <a:pt x="3501984" y="89824"/>
                  </a:lnTo>
                  <a:lnTo>
                    <a:pt x="3503056" y="89558"/>
                  </a:lnTo>
                  <a:lnTo>
                    <a:pt x="3504128" y="89292"/>
                  </a:lnTo>
                  <a:lnTo>
                    <a:pt x="3505199" y="89026"/>
                  </a:lnTo>
                  <a:lnTo>
                    <a:pt x="3506271" y="88760"/>
                  </a:lnTo>
                  <a:lnTo>
                    <a:pt x="3507342" y="88494"/>
                  </a:lnTo>
                  <a:lnTo>
                    <a:pt x="3508414" y="88228"/>
                  </a:lnTo>
                  <a:lnTo>
                    <a:pt x="3509486" y="87962"/>
                  </a:lnTo>
                  <a:lnTo>
                    <a:pt x="3510557" y="87696"/>
                  </a:lnTo>
                  <a:lnTo>
                    <a:pt x="3511629" y="87430"/>
                  </a:lnTo>
                  <a:lnTo>
                    <a:pt x="3512700" y="87164"/>
                  </a:lnTo>
                  <a:lnTo>
                    <a:pt x="3513772" y="86898"/>
                  </a:lnTo>
                  <a:lnTo>
                    <a:pt x="3514844" y="86631"/>
                  </a:lnTo>
                  <a:lnTo>
                    <a:pt x="3515915" y="86365"/>
                  </a:lnTo>
                  <a:lnTo>
                    <a:pt x="3516987" y="86099"/>
                  </a:lnTo>
                  <a:lnTo>
                    <a:pt x="3518058" y="85833"/>
                  </a:lnTo>
                  <a:lnTo>
                    <a:pt x="3519130" y="85566"/>
                  </a:lnTo>
                  <a:lnTo>
                    <a:pt x="3520202" y="85300"/>
                  </a:lnTo>
                  <a:lnTo>
                    <a:pt x="3521273" y="85034"/>
                  </a:lnTo>
                  <a:lnTo>
                    <a:pt x="3522345" y="84767"/>
                  </a:lnTo>
                  <a:lnTo>
                    <a:pt x="3523416" y="84501"/>
                  </a:lnTo>
                  <a:lnTo>
                    <a:pt x="3524488" y="84234"/>
                  </a:lnTo>
                  <a:lnTo>
                    <a:pt x="3525560" y="83968"/>
                  </a:lnTo>
                  <a:lnTo>
                    <a:pt x="3526631" y="83701"/>
                  </a:lnTo>
                  <a:lnTo>
                    <a:pt x="3527703" y="83435"/>
                  </a:lnTo>
                  <a:lnTo>
                    <a:pt x="3528774" y="83168"/>
                  </a:lnTo>
                  <a:lnTo>
                    <a:pt x="3529846" y="82901"/>
                  </a:lnTo>
                  <a:lnTo>
                    <a:pt x="3530918" y="82635"/>
                  </a:lnTo>
                  <a:lnTo>
                    <a:pt x="3531989" y="82368"/>
                  </a:lnTo>
                  <a:lnTo>
                    <a:pt x="3533061" y="82101"/>
                  </a:lnTo>
                  <a:lnTo>
                    <a:pt x="3534132" y="81834"/>
                  </a:lnTo>
                  <a:lnTo>
                    <a:pt x="3535204" y="81567"/>
                  </a:lnTo>
                  <a:lnTo>
                    <a:pt x="3536276" y="81301"/>
                  </a:lnTo>
                  <a:lnTo>
                    <a:pt x="3537347" y="81034"/>
                  </a:lnTo>
                  <a:lnTo>
                    <a:pt x="3538419" y="80767"/>
                  </a:lnTo>
                  <a:lnTo>
                    <a:pt x="3539490" y="80500"/>
                  </a:lnTo>
                  <a:lnTo>
                    <a:pt x="3540562" y="80233"/>
                  </a:lnTo>
                  <a:lnTo>
                    <a:pt x="3541634" y="79966"/>
                  </a:lnTo>
                  <a:lnTo>
                    <a:pt x="3542705" y="79699"/>
                  </a:lnTo>
                  <a:lnTo>
                    <a:pt x="3543777" y="79432"/>
                  </a:lnTo>
                  <a:lnTo>
                    <a:pt x="3544848" y="79165"/>
                  </a:lnTo>
                  <a:lnTo>
                    <a:pt x="3545920" y="78897"/>
                  </a:lnTo>
                  <a:lnTo>
                    <a:pt x="3546992" y="78630"/>
                  </a:lnTo>
                  <a:lnTo>
                    <a:pt x="3548063" y="78363"/>
                  </a:lnTo>
                  <a:lnTo>
                    <a:pt x="3549135" y="78096"/>
                  </a:lnTo>
                  <a:lnTo>
                    <a:pt x="3550206" y="77828"/>
                  </a:lnTo>
                  <a:lnTo>
                    <a:pt x="3551278" y="77561"/>
                  </a:lnTo>
                  <a:lnTo>
                    <a:pt x="3552349" y="77294"/>
                  </a:lnTo>
                  <a:lnTo>
                    <a:pt x="3553421" y="77026"/>
                  </a:lnTo>
                  <a:lnTo>
                    <a:pt x="3554493" y="76759"/>
                  </a:lnTo>
                  <a:lnTo>
                    <a:pt x="3555564" y="76491"/>
                  </a:lnTo>
                  <a:lnTo>
                    <a:pt x="3556636" y="76224"/>
                  </a:lnTo>
                  <a:lnTo>
                    <a:pt x="3557707" y="75956"/>
                  </a:lnTo>
                  <a:lnTo>
                    <a:pt x="3558779" y="75689"/>
                  </a:lnTo>
                  <a:lnTo>
                    <a:pt x="3559851" y="75421"/>
                  </a:lnTo>
                  <a:lnTo>
                    <a:pt x="3560922" y="75154"/>
                  </a:lnTo>
                  <a:lnTo>
                    <a:pt x="3561994" y="74886"/>
                  </a:lnTo>
                  <a:lnTo>
                    <a:pt x="3563065" y="74618"/>
                  </a:lnTo>
                  <a:lnTo>
                    <a:pt x="3564137" y="74351"/>
                  </a:lnTo>
                  <a:lnTo>
                    <a:pt x="3565209" y="74083"/>
                  </a:lnTo>
                  <a:lnTo>
                    <a:pt x="3566280" y="73815"/>
                  </a:lnTo>
                  <a:lnTo>
                    <a:pt x="3567352" y="73547"/>
                  </a:lnTo>
                  <a:lnTo>
                    <a:pt x="3568423" y="73279"/>
                  </a:lnTo>
                  <a:lnTo>
                    <a:pt x="3569495" y="73012"/>
                  </a:lnTo>
                  <a:lnTo>
                    <a:pt x="3570567" y="72744"/>
                  </a:lnTo>
                  <a:lnTo>
                    <a:pt x="3571638" y="72476"/>
                  </a:lnTo>
                  <a:lnTo>
                    <a:pt x="3572710" y="72208"/>
                  </a:lnTo>
                  <a:lnTo>
                    <a:pt x="3573781" y="71940"/>
                  </a:lnTo>
                  <a:lnTo>
                    <a:pt x="3574853" y="71672"/>
                  </a:lnTo>
                  <a:lnTo>
                    <a:pt x="3575925" y="71403"/>
                  </a:lnTo>
                  <a:lnTo>
                    <a:pt x="3576996" y="71135"/>
                  </a:lnTo>
                  <a:lnTo>
                    <a:pt x="3578068" y="70867"/>
                  </a:lnTo>
                  <a:lnTo>
                    <a:pt x="3579139" y="70599"/>
                  </a:lnTo>
                  <a:lnTo>
                    <a:pt x="3580211" y="70331"/>
                  </a:lnTo>
                  <a:lnTo>
                    <a:pt x="3581283" y="70063"/>
                  </a:lnTo>
                  <a:lnTo>
                    <a:pt x="3582354" y="69794"/>
                  </a:lnTo>
                  <a:lnTo>
                    <a:pt x="3583426" y="69526"/>
                  </a:lnTo>
                  <a:lnTo>
                    <a:pt x="3584497" y="69258"/>
                  </a:lnTo>
                  <a:lnTo>
                    <a:pt x="3585569" y="68989"/>
                  </a:lnTo>
                  <a:lnTo>
                    <a:pt x="3586641" y="68721"/>
                  </a:lnTo>
                  <a:lnTo>
                    <a:pt x="3587712" y="68452"/>
                  </a:lnTo>
                  <a:lnTo>
                    <a:pt x="3588784" y="68184"/>
                  </a:lnTo>
                  <a:lnTo>
                    <a:pt x="3589855" y="67915"/>
                  </a:lnTo>
                  <a:lnTo>
                    <a:pt x="3590927" y="67647"/>
                  </a:lnTo>
                  <a:lnTo>
                    <a:pt x="3591999" y="67378"/>
                  </a:lnTo>
                  <a:lnTo>
                    <a:pt x="3593070" y="67109"/>
                  </a:lnTo>
                  <a:lnTo>
                    <a:pt x="3594142" y="66841"/>
                  </a:lnTo>
                  <a:lnTo>
                    <a:pt x="3595213" y="66572"/>
                  </a:lnTo>
                  <a:lnTo>
                    <a:pt x="3596285" y="66303"/>
                  </a:lnTo>
                  <a:lnTo>
                    <a:pt x="3597357" y="66035"/>
                  </a:lnTo>
                  <a:lnTo>
                    <a:pt x="3598428" y="65766"/>
                  </a:lnTo>
                  <a:lnTo>
                    <a:pt x="3599500" y="65497"/>
                  </a:lnTo>
                  <a:lnTo>
                    <a:pt x="3600571" y="65228"/>
                  </a:lnTo>
                  <a:lnTo>
                    <a:pt x="3601643" y="64959"/>
                  </a:lnTo>
                  <a:lnTo>
                    <a:pt x="3602715" y="64690"/>
                  </a:lnTo>
                  <a:lnTo>
                    <a:pt x="3603786" y="64421"/>
                  </a:lnTo>
                  <a:lnTo>
                    <a:pt x="3604858" y="64152"/>
                  </a:lnTo>
                  <a:lnTo>
                    <a:pt x="3605929" y="63883"/>
                  </a:lnTo>
                  <a:lnTo>
                    <a:pt x="3607001" y="63614"/>
                  </a:lnTo>
                  <a:lnTo>
                    <a:pt x="3608073" y="63345"/>
                  </a:lnTo>
                  <a:lnTo>
                    <a:pt x="3609144" y="63076"/>
                  </a:lnTo>
                  <a:lnTo>
                    <a:pt x="3610216" y="62807"/>
                  </a:lnTo>
                  <a:lnTo>
                    <a:pt x="3611287" y="62538"/>
                  </a:lnTo>
                  <a:lnTo>
                    <a:pt x="3612359" y="62268"/>
                  </a:lnTo>
                  <a:lnTo>
                    <a:pt x="3613431" y="61999"/>
                  </a:lnTo>
                  <a:lnTo>
                    <a:pt x="3614502" y="61730"/>
                  </a:lnTo>
                  <a:lnTo>
                    <a:pt x="3615574" y="61461"/>
                  </a:lnTo>
                  <a:lnTo>
                    <a:pt x="3616645" y="61191"/>
                  </a:lnTo>
                  <a:lnTo>
                    <a:pt x="3617717" y="60922"/>
                  </a:lnTo>
                  <a:lnTo>
                    <a:pt x="3618789" y="60652"/>
                  </a:lnTo>
                  <a:lnTo>
                    <a:pt x="3619860" y="60383"/>
                  </a:lnTo>
                  <a:lnTo>
                    <a:pt x="3620932" y="60113"/>
                  </a:lnTo>
                  <a:lnTo>
                    <a:pt x="3622003" y="59844"/>
                  </a:lnTo>
                  <a:lnTo>
                    <a:pt x="3623075" y="59574"/>
                  </a:lnTo>
                  <a:lnTo>
                    <a:pt x="3624147" y="59305"/>
                  </a:lnTo>
                  <a:lnTo>
                    <a:pt x="3625218" y="59035"/>
                  </a:lnTo>
                  <a:lnTo>
                    <a:pt x="3626290" y="58765"/>
                  </a:lnTo>
                  <a:lnTo>
                    <a:pt x="3627361" y="58496"/>
                  </a:lnTo>
                  <a:lnTo>
                    <a:pt x="3628433" y="58226"/>
                  </a:lnTo>
                  <a:lnTo>
                    <a:pt x="3629505" y="57956"/>
                  </a:lnTo>
                  <a:lnTo>
                    <a:pt x="3630576" y="57686"/>
                  </a:lnTo>
                  <a:lnTo>
                    <a:pt x="3631648" y="57417"/>
                  </a:lnTo>
                  <a:lnTo>
                    <a:pt x="3632719" y="57147"/>
                  </a:lnTo>
                  <a:lnTo>
                    <a:pt x="3633791" y="56877"/>
                  </a:lnTo>
                  <a:lnTo>
                    <a:pt x="3634863" y="56607"/>
                  </a:lnTo>
                  <a:lnTo>
                    <a:pt x="3635934" y="56337"/>
                  </a:lnTo>
                  <a:lnTo>
                    <a:pt x="3637006" y="56067"/>
                  </a:lnTo>
                  <a:lnTo>
                    <a:pt x="3638077" y="55797"/>
                  </a:lnTo>
                  <a:lnTo>
                    <a:pt x="3639149" y="55527"/>
                  </a:lnTo>
                  <a:lnTo>
                    <a:pt x="3640221" y="55257"/>
                  </a:lnTo>
                  <a:lnTo>
                    <a:pt x="3641292" y="54987"/>
                  </a:lnTo>
                  <a:lnTo>
                    <a:pt x="3642364" y="54716"/>
                  </a:lnTo>
                  <a:lnTo>
                    <a:pt x="3643435" y="54446"/>
                  </a:lnTo>
                  <a:lnTo>
                    <a:pt x="3644507" y="54176"/>
                  </a:lnTo>
                  <a:lnTo>
                    <a:pt x="3645579" y="53906"/>
                  </a:lnTo>
                  <a:lnTo>
                    <a:pt x="3646650" y="53635"/>
                  </a:lnTo>
                  <a:lnTo>
                    <a:pt x="3647722" y="53365"/>
                  </a:lnTo>
                  <a:lnTo>
                    <a:pt x="3648793" y="53095"/>
                  </a:lnTo>
                  <a:lnTo>
                    <a:pt x="3649865" y="52824"/>
                  </a:lnTo>
                  <a:lnTo>
                    <a:pt x="3650937" y="52554"/>
                  </a:lnTo>
                  <a:lnTo>
                    <a:pt x="3652008" y="52283"/>
                  </a:lnTo>
                  <a:lnTo>
                    <a:pt x="3653080" y="52013"/>
                  </a:lnTo>
                  <a:lnTo>
                    <a:pt x="3654151" y="51742"/>
                  </a:lnTo>
                  <a:lnTo>
                    <a:pt x="3655223" y="51472"/>
                  </a:lnTo>
                  <a:lnTo>
                    <a:pt x="3656295" y="51201"/>
                  </a:lnTo>
                  <a:lnTo>
                    <a:pt x="3657366" y="50930"/>
                  </a:lnTo>
                  <a:lnTo>
                    <a:pt x="3658438" y="50660"/>
                  </a:lnTo>
                  <a:lnTo>
                    <a:pt x="3659509" y="50389"/>
                  </a:lnTo>
                  <a:lnTo>
                    <a:pt x="3660581" y="50118"/>
                  </a:lnTo>
                  <a:lnTo>
                    <a:pt x="3661653" y="49848"/>
                  </a:lnTo>
                  <a:lnTo>
                    <a:pt x="3662724" y="49577"/>
                  </a:lnTo>
                  <a:lnTo>
                    <a:pt x="3663796" y="49306"/>
                  </a:lnTo>
                  <a:lnTo>
                    <a:pt x="3664867" y="49035"/>
                  </a:lnTo>
                  <a:lnTo>
                    <a:pt x="3665939" y="48764"/>
                  </a:lnTo>
                  <a:lnTo>
                    <a:pt x="3667011" y="48493"/>
                  </a:lnTo>
                  <a:lnTo>
                    <a:pt x="3668082" y="48222"/>
                  </a:lnTo>
                  <a:lnTo>
                    <a:pt x="3669154" y="47951"/>
                  </a:lnTo>
                  <a:lnTo>
                    <a:pt x="3670225" y="47680"/>
                  </a:lnTo>
                  <a:lnTo>
                    <a:pt x="3671297" y="47409"/>
                  </a:lnTo>
                  <a:lnTo>
                    <a:pt x="3672369" y="47138"/>
                  </a:lnTo>
                  <a:lnTo>
                    <a:pt x="3673440" y="46867"/>
                  </a:lnTo>
                  <a:lnTo>
                    <a:pt x="3674512" y="46596"/>
                  </a:lnTo>
                  <a:lnTo>
                    <a:pt x="3675583" y="46324"/>
                  </a:lnTo>
                  <a:lnTo>
                    <a:pt x="3676655" y="46053"/>
                  </a:lnTo>
                  <a:lnTo>
                    <a:pt x="3677727" y="45782"/>
                  </a:lnTo>
                  <a:lnTo>
                    <a:pt x="3678798" y="45510"/>
                  </a:lnTo>
                  <a:lnTo>
                    <a:pt x="3679870" y="45239"/>
                  </a:lnTo>
                  <a:lnTo>
                    <a:pt x="3680941" y="44968"/>
                  </a:lnTo>
                  <a:lnTo>
                    <a:pt x="3682013" y="44696"/>
                  </a:lnTo>
                  <a:lnTo>
                    <a:pt x="3683085" y="44425"/>
                  </a:lnTo>
                  <a:lnTo>
                    <a:pt x="3684156" y="44153"/>
                  </a:lnTo>
                  <a:lnTo>
                    <a:pt x="3685228" y="43882"/>
                  </a:lnTo>
                  <a:lnTo>
                    <a:pt x="3686299" y="43610"/>
                  </a:lnTo>
                  <a:lnTo>
                    <a:pt x="3687371" y="43339"/>
                  </a:lnTo>
                  <a:lnTo>
                    <a:pt x="3688443" y="43067"/>
                  </a:lnTo>
                  <a:lnTo>
                    <a:pt x="3689514" y="42795"/>
                  </a:lnTo>
                  <a:lnTo>
                    <a:pt x="3690586" y="42524"/>
                  </a:lnTo>
                  <a:lnTo>
                    <a:pt x="3691657" y="42252"/>
                  </a:lnTo>
                  <a:lnTo>
                    <a:pt x="3692729" y="41980"/>
                  </a:lnTo>
                  <a:lnTo>
                    <a:pt x="3693801" y="41708"/>
                  </a:lnTo>
                  <a:lnTo>
                    <a:pt x="3694872" y="41437"/>
                  </a:lnTo>
                  <a:lnTo>
                    <a:pt x="3695944" y="41165"/>
                  </a:lnTo>
                  <a:lnTo>
                    <a:pt x="3697015" y="40893"/>
                  </a:lnTo>
                  <a:lnTo>
                    <a:pt x="3698087" y="40621"/>
                  </a:lnTo>
                  <a:lnTo>
                    <a:pt x="3699159" y="40349"/>
                  </a:lnTo>
                  <a:lnTo>
                    <a:pt x="3700230" y="40077"/>
                  </a:lnTo>
                  <a:lnTo>
                    <a:pt x="3701302" y="39805"/>
                  </a:lnTo>
                  <a:lnTo>
                    <a:pt x="3702373" y="39533"/>
                  </a:lnTo>
                  <a:lnTo>
                    <a:pt x="3703445" y="39261"/>
                  </a:lnTo>
                  <a:lnTo>
                    <a:pt x="3704517" y="38989"/>
                  </a:lnTo>
                  <a:lnTo>
                    <a:pt x="3705588" y="38717"/>
                  </a:lnTo>
                  <a:lnTo>
                    <a:pt x="3706660" y="38444"/>
                  </a:lnTo>
                  <a:lnTo>
                    <a:pt x="3707731" y="38172"/>
                  </a:lnTo>
                  <a:lnTo>
                    <a:pt x="3708803" y="37900"/>
                  </a:lnTo>
                  <a:lnTo>
                    <a:pt x="3709875" y="37628"/>
                  </a:lnTo>
                  <a:lnTo>
                    <a:pt x="3710946" y="37355"/>
                  </a:lnTo>
                  <a:lnTo>
                    <a:pt x="3712018" y="37083"/>
                  </a:lnTo>
                  <a:lnTo>
                    <a:pt x="3713089" y="36810"/>
                  </a:lnTo>
                  <a:lnTo>
                    <a:pt x="3714161" y="36538"/>
                  </a:lnTo>
                  <a:lnTo>
                    <a:pt x="3715233" y="36265"/>
                  </a:lnTo>
                  <a:lnTo>
                    <a:pt x="3716304" y="35993"/>
                  </a:lnTo>
                  <a:lnTo>
                    <a:pt x="3717376" y="35720"/>
                  </a:lnTo>
                  <a:lnTo>
                    <a:pt x="3718447" y="35448"/>
                  </a:lnTo>
                  <a:lnTo>
                    <a:pt x="3719519" y="35175"/>
                  </a:lnTo>
                  <a:lnTo>
                    <a:pt x="3720591" y="34903"/>
                  </a:lnTo>
                  <a:lnTo>
                    <a:pt x="3721662" y="34630"/>
                  </a:lnTo>
                  <a:lnTo>
                    <a:pt x="3722734" y="34357"/>
                  </a:lnTo>
                  <a:lnTo>
                    <a:pt x="3723805" y="34084"/>
                  </a:lnTo>
                  <a:lnTo>
                    <a:pt x="3724877" y="33812"/>
                  </a:lnTo>
                  <a:lnTo>
                    <a:pt x="3725949" y="33539"/>
                  </a:lnTo>
                  <a:lnTo>
                    <a:pt x="3727020" y="33266"/>
                  </a:lnTo>
                  <a:lnTo>
                    <a:pt x="3728092" y="32993"/>
                  </a:lnTo>
                  <a:lnTo>
                    <a:pt x="3729163" y="32720"/>
                  </a:lnTo>
                  <a:lnTo>
                    <a:pt x="3730235" y="32447"/>
                  </a:lnTo>
                  <a:lnTo>
                    <a:pt x="3731306" y="32174"/>
                  </a:lnTo>
                  <a:lnTo>
                    <a:pt x="3732378" y="31901"/>
                  </a:lnTo>
                  <a:lnTo>
                    <a:pt x="3733450" y="31628"/>
                  </a:lnTo>
                  <a:lnTo>
                    <a:pt x="3734521" y="31355"/>
                  </a:lnTo>
                  <a:lnTo>
                    <a:pt x="3735593" y="31082"/>
                  </a:lnTo>
                  <a:lnTo>
                    <a:pt x="3736664" y="30809"/>
                  </a:lnTo>
                  <a:lnTo>
                    <a:pt x="3737736" y="30536"/>
                  </a:lnTo>
                  <a:lnTo>
                    <a:pt x="3738808" y="30263"/>
                  </a:lnTo>
                  <a:lnTo>
                    <a:pt x="3739879" y="29989"/>
                  </a:lnTo>
                  <a:lnTo>
                    <a:pt x="3740951" y="29716"/>
                  </a:lnTo>
                  <a:lnTo>
                    <a:pt x="3742022" y="29443"/>
                  </a:lnTo>
                  <a:lnTo>
                    <a:pt x="3743094" y="29169"/>
                  </a:lnTo>
                  <a:lnTo>
                    <a:pt x="3744166" y="28896"/>
                  </a:lnTo>
                  <a:lnTo>
                    <a:pt x="3745237" y="28622"/>
                  </a:lnTo>
                  <a:lnTo>
                    <a:pt x="3746309" y="28349"/>
                  </a:lnTo>
                  <a:lnTo>
                    <a:pt x="3747380" y="28076"/>
                  </a:lnTo>
                  <a:lnTo>
                    <a:pt x="3748452" y="27802"/>
                  </a:lnTo>
                  <a:lnTo>
                    <a:pt x="3749524" y="27528"/>
                  </a:lnTo>
                  <a:lnTo>
                    <a:pt x="3750595" y="27255"/>
                  </a:lnTo>
                  <a:lnTo>
                    <a:pt x="3751667" y="26981"/>
                  </a:lnTo>
                  <a:lnTo>
                    <a:pt x="3752738" y="26708"/>
                  </a:lnTo>
                  <a:lnTo>
                    <a:pt x="3753810" y="26434"/>
                  </a:lnTo>
                  <a:lnTo>
                    <a:pt x="3754882" y="26160"/>
                  </a:lnTo>
                  <a:lnTo>
                    <a:pt x="3755953" y="25886"/>
                  </a:lnTo>
                  <a:lnTo>
                    <a:pt x="3757025" y="25613"/>
                  </a:lnTo>
                  <a:lnTo>
                    <a:pt x="3758096" y="25339"/>
                  </a:lnTo>
                  <a:lnTo>
                    <a:pt x="3759168" y="25065"/>
                  </a:lnTo>
                  <a:lnTo>
                    <a:pt x="3760240" y="24791"/>
                  </a:lnTo>
                  <a:lnTo>
                    <a:pt x="3761311" y="24517"/>
                  </a:lnTo>
                  <a:lnTo>
                    <a:pt x="3762383" y="24243"/>
                  </a:lnTo>
                  <a:lnTo>
                    <a:pt x="3763454" y="23969"/>
                  </a:lnTo>
                  <a:lnTo>
                    <a:pt x="3764526" y="23695"/>
                  </a:lnTo>
                  <a:lnTo>
                    <a:pt x="3765598" y="23421"/>
                  </a:lnTo>
                  <a:lnTo>
                    <a:pt x="3766669" y="23147"/>
                  </a:lnTo>
                  <a:lnTo>
                    <a:pt x="3767741" y="22873"/>
                  </a:lnTo>
                  <a:lnTo>
                    <a:pt x="3768812" y="22599"/>
                  </a:lnTo>
                  <a:lnTo>
                    <a:pt x="3769884" y="22324"/>
                  </a:lnTo>
                  <a:lnTo>
                    <a:pt x="3770956" y="22050"/>
                  </a:lnTo>
                  <a:lnTo>
                    <a:pt x="3772027" y="21776"/>
                  </a:lnTo>
                  <a:lnTo>
                    <a:pt x="3773099" y="21501"/>
                  </a:lnTo>
                  <a:lnTo>
                    <a:pt x="3774170" y="21227"/>
                  </a:lnTo>
                  <a:lnTo>
                    <a:pt x="3775242" y="20953"/>
                  </a:lnTo>
                  <a:lnTo>
                    <a:pt x="3776314" y="20678"/>
                  </a:lnTo>
                  <a:lnTo>
                    <a:pt x="3777385" y="20404"/>
                  </a:lnTo>
                  <a:lnTo>
                    <a:pt x="3778457" y="20129"/>
                  </a:lnTo>
                  <a:lnTo>
                    <a:pt x="3779528" y="19855"/>
                  </a:lnTo>
                  <a:lnTo>
                    <a:pt x="3780600" y="19580"/>
                  </a:lnTo>
                  <a:lnTo>
                    <a:pt x="3781672" y="19306"/>
                  </a:lnTo>
                  <a:lnTo>
                    <a:pt x="3782743" y="19031"/>
                  </a:lnTo>
                  <a:lnTo>
                    <a:pt x="3783815" y="18756"/>
                  </a:lnTo>
                  <a:lnTo>
                    <a:pt x="3784886" y="18482"/>
                  </a:lnTo>
                  <a:lnTo>
                    <a:pt x="3785958" y="18207"/>
                  </a:lnTo>
                  <a:lnTo>
                    <a:pt x="3787030" y="17932"/>
                  </a:lnTo>
                  <a:lnTo>
                    <a:pt x="3788101" y="17658"/>
                  </a:lnTo>
                  <a:lnTo>
                    <a:pt x="3789173" y="17383"/>
                  </a:lnTo>
                  <a:lnTo>
                    <a:pt x="3790244" y="17108"/>
                  </a:lnTo>
                  <a:lnTo>
                    <a:pt x="3791316" y="16833"/>
                  </a:lnTo>
                  <a:lnTo>
                    <a:pt x="3792388" y="16558"/>
                  </a:lnTo>
                  <a:lnTo>
                    <a:pt x="3793459" y="16283"/>
                  </a:lnTo>
                  <a:lnTo>
                    <a:pt x="3794531" y="16008"/>
                  </a:lnTo>
                  <a:lnTo>
                    <a:pt x="3795602" y="15733"/>
                  </a:lnTo>
                  <a:lnTo>
                    <a:pt x="3796674" y="15458"/>
                  </a:lnTo>
                  <a:lnTo>
                    <a:pt x="3797746" y="15183"/>
                  </a:lnTo>
                  <a:lnTo>
                    <a:pt x="3798817" y="14908"/>
                  </a:lnTo>
                  <a:lnTo>
                    <a:pt x="3799889" y="14633"/>
                  </a:lnTo>
                  <a:lnTo>
                    <a:pt x="3800960" y="14357"/>
                  </a:lnTo>
                  <a:lnTo>
                    <a:pt x="3802032" y="14082"/>
                  </a:lnTo>
                  <a:lnTo>
                    <a:pt x="3803104" y="13807"/>
                  </a:lnTo>
                  <a:lnTo>
                    <a:pt x="3804175" y="13532"/>
                  </a:lnTo>
                  <a:lnTo>
                    <a:pt x="3805247" y="13256"/>
                  </a:lnTo>
                  <a:lnTo>
                    <a:pt x="3806318" y="12981"/>
                  </a:lnTo>
                  <a:lnTo>
                    <a:pt x="3807390" y="12705"/>
                  </a:lnTo>
                  <a:lnTo>
                    <a:pt x="3808462" y="12430"/>
                  </a:lnTo>
                  <a:lnTo>
                    <a:pt x="3809533" y="12155"/>
                  </a:lnTo>
                  <a:lnTo>
                    <a:pt x="3810605" y="11879"/>
                  </a:lnTo>
                  <a:lnTo>
                    <a:pt x="3811676" y="11603"/>
                  </a:lnTo>
                  <a:lnTo>
                    <a:pt x="3812748" y="11328"/>
                  </a:lnTo>
                  <a:lnTo>
                    <a:pt x="3813820" y="11052"/>
                  </a:lnTo>
                  <a:lnTo>
                    <a:pt x="3814891" y="10777"/>
                  </a:lnTo>
                  <a:lnTo>
                    <a:pt x="3815963" y="10501"/>
                  </a:lnTo>
                  <a:lnTo>
                    <a:pt x="3817034" y="10225"/>
                  </a:lnTo>
                  <a:lnTo>
                    <a:pt x="3818106" y="9949"/>
                  </a:lnTo>
                  <a:lnTo>
                    <a:pt x="3819178" y="9674"/>
                  </a:lnTo>
                  <a:lnTo>
                    <a:pt x="3820249" y="9398"/>
                  </a:lnTo>
                  <a:lnTo>
                    <a:pt x="3821321" y="9122"/>
                  </a:lnTo>
                  <a:lnTo>
                    <a:pt x="3822392" y="8846"/>
                  </a:lnTo>
                  <a:lnTo>
                    <a:pt x="3823464" y="8570"/>
                  </a:lnTo>
                  <a:lnTo>
                    <a:pt x="3824536" y="8294"/>
                  </a:lnTo>
                  <a:lnTo>
                    <a:pt x="3825607" y="8018"/>
                  </a:lnTo>
                  <a:lnTo>
                    <a:pt x="3826679" y="7742"/>
                  </a:lnTo>
                  <a:lnTo>
                    <a:pt x="3827750" y="7466"/>
                  </a:lnTo>
                  <a:lnTo>
                    <a:pt x="3828822" y="7190"/>
                  </a:lnTo>
                  <a:lnTo>
                    <a:pt x="3829894" y="6914"/>
                  </a:lnTo>
                  <a:lnTo>
                    <a:pt x="3830965" y="6638"/>
                  </a:lnTo>
                  <a:lnTo>
                    <a:pt x="3832037" y="6362"/>
                  </a:lnTo>
                  <a:lnTo>
                    <a:pt x="3833108" y="6085"/>
                  </a:lnTo>
                  <a:lnTo>
                    <a:pt x="3834180" y="5809"/>
                  </a:lnTo>
                  <a:lnTo>
                    <a:pt x="3835252" y="5533"/>
                  </a:lnTo>
                  <a:lnTo>
                    <a:pt x="3836323" y="5256"/>
                  </a:lnTo>
                  <a:lnTo>
                    <a:pt x="3837395" y="4980"/>
                  </a:lnTo>
                  <a:lnTo>
                    <a:pt x="3838466" y="4704"/>
                  </a:lnTo>
                  <a:lnTo>
                    <a:pt x="3839538" y="4427"/>
                  </a:lnTo>
                  <a:lnTo>
                    <a:pt x="3840610" y="4151"/>
                  </a:lnTo>
                  <a:lnTo>
                    <a:pt x="3841681" y="3874"/>
                  </a:lnTo>
                  <a:lnTo>
                    <a:pt x="3842753" y="3598"/>
                  </a:lnTo>
                  <a:lnTo>
                    <a:pt x="3843824" y="3321"/>
                  </a:lnTo>
                  <a:lnTo>
                    <a:pt x="3844896" y="3045"/>
                  </a:lnTo>
                  <a:lnTo>
                    <a:pt x="3845968" y="2768"/>
                  </a:lnTo>
                  <a:lnTo>
                    <a:pt x="3847039" y="2491"/>
                  </a:lnTo>
                  <a:lnTo>
                    <a:pt x="3848111" y="2214"/>
                  </a:lnTo>
                  <a:lnTo>
                    <a:pt x="3849182" y="1938"/>
                  </a:lnTo>
                  <a:lnTo>
                    <a:pt x="3850254" y="1661"/>
                  </a:lnTo>
                  <a:lnTo>
                    <a:pt x="3851326" y="1384"/>
                  </a:lnTo>
                  <a:lnTo>
                    <a:pt x="3852397" y="1107"/>
                  </a:lnTo>
                  <a:lnTo>
                    <a:pt x="3853469" y="830"/>
                  </a:lnTo>
                  <a:lnTo>
                    <a:pt x="3854540" y="553"/>
                  </a:lnTo>
                  <a:lnTo>
                    <a:pt x="3855612" y="276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5034264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tx78"/>
            <p:cNvSpPr/>
            <p:nvPr/>
          </p:nvSpPr>
          <p:spPr>
            <a:xfrm>
              <a:off x="5227099" y="386610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227099" y="646782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tx81"/>
            <p:cNvSpPr/>
            <p:nvPr/>
          </p:nvSpPr>
          <p:spPr>
            <a:xfrm>
              <a:off x="4793966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793966" y="2342954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4793966" y="180871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793966" y="1274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793966" y="7402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4793966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2.5</a:t>
              </a:r>
            </a:p>
          </p:txBody>
        </p:sp>
        <p:sp>
          <p:nvSpPr>
            <p:cNvPr id="87" name="pl87"/>
            <p:cNvSpPr/>
            <p:nvPr/>
          </p:nvSpPr>
          <p:spPr>
            <a:xfrm>
              <a:off x="4999470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4999470" y="23900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4999470" y="18557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90"/>
            <p:cNvSpPr/>
            <p:nvPr/>
          </p:nvSpPr>
          <p:spPr>
            <a:xfrm>
              <a:off x="4999470" y="1321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91"/>
            <p:cNvSpPr/>
            <p:nvPr/>
          </p:nvSpPr>
          <p:spPr>
            <a:xfrm>
              <a:off x="4999470" y="7872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92"/>
            <p:cNvSpPr/>
            <p:nvPr/>
          </p:nvSpPr>
          <p:spPr>
            <a:xfrm>
              <a:off x="4999470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5999061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94"/>
            <p:cNvSpPr/>
            <p:nvPr/>
          </p:nvSpPr>
          <p:spPr>
            <a:xfrm>
              <a:off x="714576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8292467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tx96"/>
            <p:cNvSpPr/>
            <p:nvPr/>
          </p:nvSpPr>
          <p:spPr>
            <a:xfrm>
              <a:off x="5910227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0.6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56930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203633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573849" y="3239309"/>
              <a:ext cx="77751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-ABSI</a:t>
              </a:r>
            </a:p>
          </p:txBody>
        </p:sp>
        <p:sp>
          <p:nvSpPr>
            <p:cNvPr id="100" name="rc100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684231" y="589281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102"/>
            <p:cNvSpPr/>
            <p:nvPr/>
          </p:nvSpPr>
          <p:spPr>
            <a:xfrm>
              <a:off x="684231" y="522501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103"/>
            <p:cNvSpPr/>
            <p:nvPr/>
          </p:nvSpPr>
          <p:spPr>
            <a:xfrm>
              <a:off x="684231" y="455722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104"/>
            <p:cNvSpPr/>
            <p:nvPr/>
          </p:nvSpPr>
          <p:spPr>
            <a:xfrm>
              <a:off x="684231" y="388942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958584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98066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300274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402483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109"/>
            <p:cNvSpPr/>
            <p:nvPr/>
          </p:nvSpPr>
          <p:spPr>
            <a:xfrm>
              <a:off x="684231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l110"/>
            <p:cNvSpPr/>
            <p:nvPr/>
          </p:nvSpPr>
          <p:spPr>
            <a:xfrm>
              <a:off x="684231" y="55589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684231" y="422332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684231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469625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249170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351379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453587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684231" y="4194890"/>
              <a:ext cx="3856684" cy="1497196"/>
            </a:xfrm>
            <a:custGeom>
              <a:avLst/>
              <a:gdLst/>
              <a:ahLst/>
              <a:cxnLst/>
              <a:rect l="0" t="0" r="0" b="0"/>
              <a:pathLst>
                <a:path w="3856684" h="1497196">
                  <a:moveTo>
                    <a:pt x="0" y="1275119"/>
                  </a:moveTo>
                  <a:lnTo>
                    <a:pt x="1071" y="1274899"/>
                  </a:lnTo>
                  <a:lnTo>
                    <a:pt x="2143" y="1274678"/>
                  </a:lnTo>
                  <a:lnTo>
                    <a:pt x="3214" y="1274457"/>
                  </a:lnTo>
                  <a:lnTo>
                    <a:pt x="4286" y="1274236"/>
                  </a:lnTo>
                  <a:lnTo>
                    <a:pt x="5357" y="1274015"/>
                  </a:lnTo>
                  <a:lnTo>
                    <a:pt x="6429" y="1273794"/>
                  </a:lnTo>
                  <a:lnTo>
                    <a:pt x="7501" y="1273572"/>
                  </a:lnTo>
                  <a:lnTo>
                    <a:pt x="8572" y="1273351"/>
                  </a:lnTo>
                  <a:lnTo>
                    <a:pt x="9644" y="1273129"/>
                  </a:lnTo>
                  <a:lnTo>
                    <a:pt x="10715" y="1272907"/>
                  </a:lnTo>
                  <a:lnTo>
                    <a:pt x="11787" y="1272685"/>
                  </a:lnTo>
                  <a:lnTo>
                    <a:pt x="12859" y="1272463"/>
                  </a:lnTo>
                  <a:lnTo>
                    <a:pt x="13930" y="1272241"/>
                  </a:lnTo>
                  <a:lnTo>
                    <a:pt x="15002" y="1272019"/>
                  </a:lnTo>
                  <a:lnTo>
                    <a:pt x="16073" y="1271796"/>
                  </a:lnTo>
                  <a:lnTo>
                    <a:pt x="17145" y="1271574"/>
                  </a:lnTo>
                  <a:lnTo>
                    <a:pt x="18217" y="1271351"/>
                  </a:lnTo>
                  <a:lnTo>
                    <a:pt x="19288" y="1271128"/>
                  </a:lnTo>
                  <a:lnTo>
                    <a:pt x="20360" y="1270905"/>
                  </a:lnTo>
                  <a:lnTo>
                    <a:pt x="21431" y="1270682"/>
                  </a:lnTo>
                  <a:lnTo>
                    <a:pt x="22503" y="1270459"/>
                  </a:lnTo>
                  <a:lnTo>
                    <a:pt x="23575" y="1270235"/>
                  </a:lnTo>
                  <a:lnTo>
                    <a:pt x="24646" y="1270012"/>
                  </a:lnTo>
                  <a:lnTo>
                    <a:pt x="25718" y="1269788"/>
                  </a:lnTo>
                  <a:lnTo>
                    <a:pt x="26789" y="1269564"/>
                  </a:lnTo>
                  <a:lnTo>
                    <a:pt x="27861" y="1269341"/>
                  </a:lnTo>
                  <a:lnTo>
                    <a:pt x="28933" y="1269117"/>
                  </a:lnTo>
                  <a:lnTo>
                    <a:pt x="30004" y="1268892"/>
                  </a:lnTo>
                  <a:lnTo>
                    <a:pt x="31076" y="1268668"/>
                  </a:lnTo>
                  <a:lnTo>
                    <a:pt x="32147" y="1268444"/>
                  </a:lnTo>
                  <a:lnTo>
                    <a:pt x="33219" y="1268219"/>
                  </a:lnTo>
                  <a:lnTo>
                    <a:pt x="34291" y="1267994"/>
                  </a:lnTo>
                  <a:lnTo>
                    <a:pt x="35362" y="1267769"/>
                  </a:lnTo>
                  <a:lnTo>
                    <a:pt x="36434" y="1267544"/>
                  </a:lnTo>
                  <a:lnTo>
                    <a:pt x="37505" y="1267319"/>
                  </a:lnTo>
                  <a:lnTo>
                    <a:pt x="38577" y="1267094"/>
                  </a:lnTo>
                  <a:lnTo>
                    <a:pt x="39649" y="1266869"/>
                  </a:lnTo>
                  <a:lnTo>
                    <a:pt x="40720" y="1266643"/>
                  </a:lnTo>
                  <a:lnTo>
                    <a:pt x="41792" y="1266418"/>
                  </a:lnTo>
                  <a:lnTo>
                    <a:pt x="42863" y="1266192"/>
                  </a:lnTo>
                  <a:lnTo>
                    <a:pt x="43935" y="1265966"/>
                  </a:lnTo>
                  <a:lnTo>
                    <a:pt x="45007" y="1265740"/>
                  </a:lnTo>
                  <a:lnTo>
                    <a:pt x="46078" y="1265514"/>
                  </a:lnTo>
                  <a:lnTo>
                    <a:pt x="47150" y="1265287"/>
                  </a:lnTo>
                  <a:lnTo>
                    <a:pt x="48221" y="1265061"/>
                  </a:lnTo>
                  <a:lnTo>
                    <a:pt x="49293" y="1264834"/>
                  </a:lnTo>
                  <a:lnTo>
                    <a:pt x="50365" y="1264607"/>
                  </a:lnTo>
                  <a:lnTo>
                    <a:pt x="51436" y="1264380"/>
                  </a:lnTo>
                  <a:lnTo>
                    <a:pt x="52508" y="1264153"/>
                  </a:lnTo>
                  <a:lnTo>
                    <a:pt x="53579" y="1263926"/>
                  </a:lnTo>
                  <a:lnTo>
                    <a:pt x="54651" y="1263699"/>
                  </a:lnTo>
                  <a:lnTo>
                    <a:pt x="55723" y="1263471"/>
                  </a:lnTo>
                  <a:lnTo>
                    <a:pt x="56794" y="1263244"/>
                  </a:lnTo>
                  <a:lnTo>
                    <a:pt x="57866" y="1263016"/>
                  </a:lnTo>
                  <a:lnTo>
                    <a:pt x="58937" y="1262788"/>
                  </a:lnTo>
                  <a:lnTo>
                    <a:pt x="60009" y="1262560"/>
                  </a:lnTo>
                  <a:lnTo>
                    <a:pt x="61081" y="1262332"/>
                  </a:lnTo>
                  <a:lnTo>
                    <a:pt x="62152" y="1262103"/>
                  </a:lnTo>
                  <a:lnTo>
                    <a:pt x="63224" y="1261875"/>
                  </a:lnTo>
                  <a:lnTo>
                    <a:pt x="64295" y="1261646"/>
                  </a:lnTo>
                  <a:lnTo>
                    <a:pt x="65367" y="1261417"/>
                  </a:lnTo>
                  <a:lnTo>
                    <a:pt x="66439" y="1261188"/>
                  </a:lnTo>
                  <a:lnTo>
                    <a:pt x="67510" y="1260959"/>
                  </a:lnTo>
                  <a:lnTo>
                    <a:pt x="68582" y="1260730"/>
                  </a:lnTo>
                  <a:lnTo>
                    <a:pt x="69653" y="1260501"/>
                  </a:lnTo>
                  <a:lnTo>
                    <a:pt x="70725" y="1260271"/>
                  </a:lnTo>
                  <a:lnTo>
                    <a:pt x="71797" y="1260042"/>
                  </a:lnTo>
                  <a:lnTo>
                    <a:pt x="72868" y="1259812"/>
                  </a:lnTo>
                  <a:lnTo>
                    <a:pt x="73940" y="1259582"/>
                  </a:lnTo>
                  <a:lnTo>
                    <a:pt x="75011" y="1259352"/>
                  </a:lnTo>
                  <a:lnTo>
                    <a:pt x="76083" y="1259121"/>
                  </a:lnTo>
                  <a:lnTo>
                    <a:pt x="77155" y="1258891"/>
                  </a:lnTo>
                  <a:lnTo>
                    <a:pt x="78226" y="1258660"/>
                  </a:lnTo>
                  <a:lnTo>
                    <a:pt x="79298" y="1258430"/>
                  </a:lnTo>
                  <a:lnTo>
                    <a:pt x="80369" y="1258199"/>
                  </a:lnTo>
                  <a:lnTo>
                    <a:pt x="81441" y="1257968"/>
                  </a:lnTo>
                  <a:lnTo>
                    <a:pt x="82513" y="1257737"/>
                  </a:lnTo>
                  <a:lnTo>
                    <a:pt x="83584" y="1257505"/>
                  </a:lnTo>
                  <a:lnTo>
                    <a:pt x="84656" y="1257274"/>
                  </a:lnTo>
                  <a:lnTo>
                    <a:pt x="85727" y="1257042"/>
                  </a:lnTo>
                  <a:lnTo>
                    <a:pt x="86799" y="1256810"/>
                  </a:lnTo>
                  <a:lnTo>
                    <a:pt x="87871" y="1256578"/>
                  </a:lnTo>
                  <a:lnTo>
                    <a:pt x="88942" y="1256346"/>
                  </a:lnTo>
                  <a:lnTo>
                    <a:pt x="90014" y="1256114"/>
                  </a:lnTo>
                  <a:lnTo>
                    <a:pt x="91085" y="1255882"/>
                  </a:lnTo>
                  <a:lnTo>
                    <a:pt x="92157" y="1255649"/>
                  </a:lnTo>
                  <a:lnTo>
                    <a:pt x="93229" y="1255416"/>
                  </a:lnTo>
                  <a:lnTo>
                    <a:pt x="94300" y="1255184"/>
                  </a:lnTo>
                  <a:lnTo>
                    <a:pt x="95372" y="1254951"/>
                  </a:lnTo>
                  <a:lnTo>
                    <a:pt x="96443" y="1254717"/>
                  </a:lnTo>
                  <a:lnTo>
                    <a:pt x="97515" y="1254484"/>
                  </a:lnTo>
                  <a:lnTo>
                    <a:pt x="98587" y="1254251"/>
                  </a:lnTo>
                  <a:lnTo>
                    <a:pt x="99658" y="1254017"/>
                  </a:lnTo>
                  <a:lnTo>
                    <a:pt x="100730" y="1253783"/>
                  </a:lnTo>
                  <a:lnTo>
                    <a:pt x="101801" y="1253549"/>
                  </a:lnTo>
                  <a:lnTo>
                    <a:pt x="102873" y="1253315"/>
                  </a:lnTo>
                  <a:lnTo>
                    <a:pt x="103945" y="1253081"/>
                  </a:lnTo>
                  <a:lnTo>
                    <a:pt x="105016" y="1252846"/>
                  </a:lnTo>
                  <a:lnTo>
                    <a:pt x="106088" y="1252612"/>
                  </a:lnTo>
                  <a:lnTo>
                    <a:pt x="107159" y="1252377"/>
                  </a:lnTo>
                  <a:lnTo>
                    <a:pt x="108231" y="1252142"/>
                  </a:lnTo>
                  <a:lnTo>
                    <a:pt x="109303" y="1251907"/>
                  </a:lnTo>
                  <a:lnTo>
                    <a:pt x="110374" y="1251672"/>
                  </a:lnTo>
                  <a:lnTo>
                    <a:pt x="111446" y="1251436"/>
                  </a:lnTo>
                  <a:lnTo>
                    <a:pt x="112517" y="1251200"/>
                  </a:lnTo>
                  <a:lnTo>
                    <a:pt x="113589" y="1250965"/>
                  </a:lnTo>
                  <a:lnTo>
                    <a:pt x="114661" y="1250729"/>
                  </a:lnTo>
                  <a:lnTo>
                    <a:pt x="115732" y="1250493"/>
                  </a:lnTo>
                  <a:lnTo>
                    <a:pt x="116804" y="1250256"/>
                  </a:lnTo>
                  <a:lnTo>
                    <a:pt x="117875" y="1250020"/>
                  </a:lnTo>
                  <a:lnTo>
                    <a:pt x="118947" y="1249783"/>
                  </a:lnTo>
                  <a:lnTo>
                    <a:pt x="120019" y="1249547"/>
                  </a:lnTo>
                  <a:lnTo>
                    <a:pt x="121090" y="1249310"/>
                  </a:lnTo>
                  <a:lnTo>
                    <a:pt x="122162" y="1249073"/>
                  </a:lnTo>
                  <a:lnTo>
                    <a:pt x="123233" y="1248835"/>
                  </a:lnTo>
                  <a:lnTo>
                    <a:pt x="124305" y="1248598"/>
                  </a:lnTo>
                  <a:lnTo>
                    <a:pt x="125377" y="1248360"/>
                  </a:lnTo>
                  <a:lnTo>
                    <a:pt x="126448" y="1248123"/>
                  </a:lnTo>
                  <a:lnTo>
                    <a:pt x="127520" y="1247885"/>
                  </a:lnTo>
                  <a:lnTo>
                    <a:pt x="128591" y="1247647"/>
                  </a:lnTo>
                  <a:lnTo>
                    <a:pt x="129663" y="1247408"/>
                  </a:lnTo>
                  <a:lnTo>
                    <a:pt x="130735" y="1247170"/>
                  </a:lnTo>
                  <a:lnTo>
                    <a:pt x="131806" y="1246931"/>
                  </a:lnTo>
                  <a:lnTo>
                    <a:pt x="132878" y="1246692"/>
                  </a:lnTo>
                  <a:lnTo>
                    <a:pt x="133949" y="1246453"/>
                  </a:lnTo>
                  <a:lnTo>
                    <a:pt x="135021" y="1246214"/>
                  </a:lnTo>
                  <a:lnTo>
                    <a:pt x="136093" y="1245975"/>
                  </a:lnTo>
                  <a:lnTo>
                    <a:pt x="137164" y="1245735"/>
                  </a:lnTo>
                  <a:lnTo>
                    <a:pt x="138236" y="1245496"/>
                  </a:lnTo>
                  <a:lnTo>
                    <a:pt x="139307" y="1245256"/>
                  </a:lnTo>
                  <a:lnTo>
                    <a:pt x="140379" y="1245016"/>
                  </a:lnTo>
                  <a:lnTo>
                    <a:pt x="141451" y="1244776"/>
                  </a:lnTo>
                  <a:lnTo>
                    <a:pt x="142522" y="1244535"/>
                  </a:lnTo>
                  <a:lnTo>
                    <a:pt x="143594" y="1244295"/>
                  </a:lnTo>
                  <a:lnTo>
                    <a:pt x="144665" y="1244054"/>
                  </a:lnTo>
                  <a:lnTo>
                    <a:pt x="145737" y="1243813"/>
                  </a:lnTo>
                  <a:lnTo>
                    <a:pt x="146809" y="1243572"/>
                  </a:lnTo>
                  <a:lnTo>
                    <a:pt x="147880" y="1243331"/>
                  </a:lnTo>
                  <a:lnTo>
                    <a:pt x="148952" y="1243089"/>
                  </a:lnTo>
                  <a:lnTo>
                    <a:pt x="150023" y="1242848"/>
                  </a:lnTo>
                  <a:lnTo>
                    <a:pt x="151095" y="1242606"/>
                  </a:lnTo>
                  <a:lnTo>
                    <a:pt x="152167" y="1242364"/>
                  </a:lnTo>
                  <a:lnTo>
                    <a:pt x="153238" y="1242121"/>
                  </a:lnTo>
                  <a:lnTo>
                    <a:pt x="154310" y="1241879"/>
                  </a:lnTo>
                  <a:lnTo>
                    <a:pt x="155381" y="1241637"/>
                  </a:lnTo>
                  <a:lnTo>
                    <a:pt x="156453" y="1241394"/>
                  </a:lnTo>
                  <a:lnTo>
                    <a:pt x="157525" y="1241151"/>
                  </a:lnTo>
                  <a:lnTo>
                    <a:pt x="158596" y="1240908"/>
                  </a:lnTo>
                  <a:lnTo>
                    <a:pt x="159668" y="1240664"/>
                  </a:lnTo>
                  <a:lnTo>
                    <a:pt x="160739" y="1240421"/>
                  </a:lnTo>
                  <a:lnTo>
                    <a:pt x="161811" y="1240177"/>
                  </a:lnTo>
                  <a:lnTo>
                    <a:pt x="162883" y="1239933"/>
                  </a:lnTo>
                  <a:lnTo>
                    <a:pt x="163954" y="1239689"/>
                  </a:lnTo>
                  <a:lnTo>
                    <a:pt x="165026" y="1239445"/>
                  </a:lnTo>
                  <a:lnTo>
                    <a:pt x="166097" y="1239201"/>
                  </a:lnTo>
                  <a:lnTo>
                    <a:pt x="167169" y="1238956"/>
                  </a:lnTo>
                  <a:lnTo>
                    <a:pt x="168241" y="1238711"/>
                  </a:lnTo>
                  <a:lnTo>
                    <a:pt x="169312" y="1238466"/>
                  </a:lnTo>
                  <a:lnTo>
                    <a:pt x="170384" y="1238221"/>
                  </a:lnTo>
                  <a:lnTo>
                    <a:pt x="171455" y="1237976"/>
                  </a:lnTo>
                  <a:lnTo>
                    <a:pt x="172527" y="1237730"/>
                  </a:lnTo>
                  <a:lnTo>
                    <a:pt x="173599" y="1237484"/>
                  </a:lnTo>
                  <a:lnTo>
                    <a:pt x="174670" y="1237238"/>
                  </a:lnTo>
                  <a:lnTo>
                    <a:pt x="175742" y="1236992"/>
                  </a:lnTo>
                  <a:lnTo>
                    <a:pt x="176813" y="1236746"/>
                  </a:lnTo>
                  <a:lnTo>
                    <a:pt x="177885" y="1236499"/>
                  </a:lnTo>
                  <a:lnTo>
                    <a:pt x="178956" y="1236252"/>
                  </a:lnTo>
                  <a:lnTo>
                    <a:pt x="180028" y="1236005"/>
                  </a:lnTo>
                  <a:lnTo>
                    <a:pt x="181100" y="1235758"/>
                  </a:lnTo>
                  <a:lnTo>
                    <a:pt x="182171" y="1235511"/>
                  </a:lnTo>
                  <a:lnTo>
                    <a:pt x="183243" y="1235263"/>
                  </a:lnTo>
                  <a:lnTo>
                    <a:pt x="184314" y="1235016"/>
                  </a:lnTo>
                  <a:lnTo>
                    <a:pt x="185386" y="1234768"/>
                  </a:lnTo>
                  <a:lnTo>
                    <a:pt x="186458" y="1234520"/>
                  </a:lnTo>
                  <a:lnTo>
                    <a:pt x="187529" y="1234271"/>
                  </a:lnTo>
                  <a:lnTo>
                    <a:pt x="188601" y="1234023"/>
                  </a:lnTo>
                  <a:lnTo>
                    <a:pt x="189672" y="1233774"/>
                  </a:lnTo>
                  <a:lnTo>
                    <a:pt x="190744" y="1233525"/>
                  </a:lnTo>
                  <a:lnTo>
                    <a:pt x="191816" y="1233276"/>
                  </a:lnTo>
                  <a:lnTo>
                    <a:pt x="192887" y="1233026"/>
                  </a:lnTo>
                  <a:lnTo>
                    <a:pt x="193959" y="1232777"/>
                  </a:lnTo>
                  <a:lnTo>
                    <a:pt x="195030" y="1232527"/>
                  </a:lnTo>
                  <a:lnTo>
                    <a:pt x="196102" y="1232277"/>
                  </a:lnTo>
                  <a:lnTo>
                    <a:pt x="197174" y="1232027"/>
                  </a:lnTo>
                  <a:lnTo>
                    <a:pt x="198245" y="1231776"/>
                  </a:lnTo>
                  <a:lnTo>
                    <a:pt x="199317" y="1231526"/>
                  </a:lnTo>
                  <a:lnTo>
                    <a:pt x="200388" y="1231275"/>
                  </a:lnTo>
                  <a:lnTo>
                    <a:pt x="201460" y="1231024"/>
                  </a:lnTo>
                  <a:lnTo>
                    <a:pt x="202532" y="1230773"/>
                  </a:lnTo>
                  <a:lnTo>
                    <a:pt x="203603" y="1230521"/>
                  </a:lnTo>
                  <a:lnTo>
                    <a:pt x="204675" y="1230269"/>
                  </a:lnTo>
                  <a:lnTo>
                    <a:pt x="205746" y="1230018"/>
                  </a:lnTo>
                  <a:lnTo>
                    <a:pt x="206818" y="1229765"/>
                  </a:lnTo>
                  <a:lnTo>
                    <a:pt x="207890" y="1229513"/>
                  </a:lnTo>
                  <a:lnTo>
                    <a:pt x="208961" y="1229261"/>
                  </a:lnTo>
                  <a:lnTo>
                    <a:pt x="210033" y="1229008"/>
                  </a:lnTo>
                  <a:lnTo>
                    <a:pt x="211104" y="1228755"/>
                  </a:lnTo>
                  <a:lnTo>
                    <a:pt x="212176" y="1228502"/>
                  </a:lnTo>
                  <a:lnTo>
                    <a:pt x="213248" y="1228248"/>
                  </a:lnTo>
                  <a:lnTo>
                    <a:pt x="214319" y="1227995"/>
                  </a:lnTo>
                  <a:lnTo>
                    <a:pt x="215391" y="1227741"/>
                  </a:lnTo>
                  <a:lnTo>
                    <a:pt x="216462" y="1227487"/>
                  </a:lnTo>
                  <a:lnTo>
                    <a:pt x="217534" y="1227232"/>
                  </a:lnTo>
                  <a:lnTo>
                    <a:pt x="218606" y="1226978"/>
                  </a:lnTo>
                  <a:lnTo>
                    <a:pt x="219677" y="1226723"/>
                  </a:lnTo>
                  <a:lnTo>
                    <a:pt x="220749" y="1226468"/>
                  </a:lnTo>
                  <a:lnTo>
                    <a:pt x="221820" y="1226213"/>
                  </a:lnTo>
                  <a:lnTo>
                    <a:pt x="222892" y="1225958"/>
                  </a:lnTo>
                  <a:lnTo>
                    <a:pt x="223964" y="1225702"/>
                  </a:lnTo>
                  <a:lnTo>
                    <a:pt x="225035" y="1225446"/>
                  </a:lnTo>
                  <a:lnTo>
                    <a:pt x="226107" y="1225190"/>
                  </a:lnTo>
                  <a:lnTo>
                    <a:pt x="227178" y="1224934"/>
                  </a:lnTo>
                  <a:lnTo>
                    <a:pt x="228250" y="1224677"/>
                  </a:lnTo>
                  <a:lnTo>
                    <a:pt x="229322" y="1224420"/>
                  </a:lnTo>
                  <a:lnTo>
                    <a:pt x="230393" y="1224163"/>
                  </a:lnTo>
                  <a:lnTo>
                    <a:pt x="231465" y="1223906"/>
                  </a:lnTo>
                  <a:lnTo>
                    <a:pt x="232536" y="1223649"/>
                  </a:lnTo>
                  <a:lnTo>
                    <a:pt x="233608" y="1223391"/>
                  </a:lnTo>
                  <a:lnTo>
                    <a:pt x="234680" y="1223133"/>
                  </a:lnTo>
                  <a:lnTo>
                    <a:pt x="235751" y="1222875"/>
                  </a:lnTo>
                  <a:lnTo>
                    <a:pt x="236823" y="1222617"/>
                  </a:lnTo>
                  <a:lnTo>
                    <a:pt x="237894" y="1222358"/>
                  </a:lnTo>
                  <a:lnTo>
                    <a:pt x="238966" y="1222099"/>
                  </a:lnTo>
                  <a:lnTo>
                    <a:pt x="240038" y="1221840"/>
                  </a:lnTo>
                  <a:lnTo>
                    <a:pt x="241109" y="1221581"/>
                  </a:lnTo>
                  <a:lnTo>
                    <a:pt x="242181" y="1221321"/>
                  </a:lnTo>
                  <a:lnTo>
                    <a:pt x="243252" y="1221061"/>
                  </a:lnTo>
                  <a:lnTo>
                    <a:pt x="244324" y="1220801"/>
                  </a:lnTo>
                  <a:lnTo>
                    <a:pt x="245396" y="1220541"/>
                  </a:lnTo>
                  <a:lnTo>
                    <a:pt x="246467" y="1220280"/>
                  </a:lnTo>
                  <a:lnTo>
                    <a:pt x="247539" y="1220020"/>
                  </a:lnTo>
                  <a:lnTo>
                    <a:pt x="248610" y="1219759"/>
                  </a:lnTo>
                  <a:lnTo>
                    <a:pt x="249682" y="1219497"/>
                  </a:lnTo>
                  <a:lnTo>
                    <a:pt x="250754" y="1219236"/>
                  </a:lnTo>
                  <a:lnTo>
                    <a:pt x="251825" y="1218974"/>
                  </a:lnTo>
                  <a:lnTo>
                    <a:pt x="252897" y="1218712"/>
                  </a:lnTo>
                  <a:lnTo>
                    <a:pt x="253968" y="1218450"/>
                  </a:lnTo>
                  <a:lnTo>
                    <a:pt x="255040" y="1218187"/>
                  </a:lnTo>
                  <a:lnTo>
                    <a:pt x="256112" y="1217924"/>
                  </a:lnTo>
                  <a:lnTo>
                    <a:pt x="257183" y="1217661"/>
                  </a:lnTo>
                  <a:lnTo>
                    <a:pt x="258255" y="1217398"/>
                  </a:lnTo>
                  <a:lnTo>
                    <a:pt x="259326" y="1217135"/>
                  </a:lnTo>
                  <a:lnTo>
                    <a:pt x="260398" y="1216871"/>
                  </a:lnTo>
                  <a:lnTo>
                    <a:pt x="261470" y="1216607"/>
                  </a:lnTo>
                  <a:lnTo>
                    <a:pt x="262541" y="1216343"/>
                  </a:lnTo>
                  <a:lnTo>
                    <a:pt x="263613" y="1216078"/>
                  </a:lnTo>
                  <a:lnTo>
                    <a:pt x="264684" y="1215813"/>
                  </a:lnTo>
                  <a:lnTo>
                    <a:pt x="265756" y="1215548"/>
                  </a:lnTo>
                  <a:lnTo>
                    <a:pt x="266828" y="1215283"/>
                  </a:lnTo>
                  <a:lnTo>
                    <a:pt x="267899" y="1215017"/>
                  </a:lnTo>
                  <a:lnTo>
                    <a:pt x="268971" y="1214752"/>
                  </a:lnTo>
                  <a:lnTo>
                    <a:pt x="270042" y="1214485"/>
                  </a:lnTo>
                  <a:lnTo>
                    <a:pt x="271114" y="1214219"/>
                  </a:lnTo>
                  <a:lnTo>
                    <a:pt x="272186" y="1213952"/>
                  </a:lnTo>
                  <a:lnTo>
                    <a:pt x="273257" y="1213686"/>
                  </a:lnTo>
                  <a:lnTo>
                    <a:pt x="274329" y="1213418"/>
                  </a:lnTo>
                  <a:lnTo>
                    <a:pt x="275400" y="1213151"/>
                  </a:lnTo>
                  <a:lnTo>
                    <a:pt x="276472" y="1212883"/>
                  </a:lnTo>
                  <a:lnTo>
                    <a:pt x="277544" y="1212615"/>
                  </a:lnTo>
                  <a:lnTo>
                    <a:pt x="278615" y="1212347"/>
                  </a:lnTo>
                  <a:lnTo>
                    <a:pt x="279687" y="1212079"/>
                  </a:lnTo>
                  <a:lnTo>
                    <a:pt x="280758" y="1211810"/>
                  </a:lnTo>
                  <a:lnTo>
                    <a:pt x="281830" y="1211541"/>
                  </a:lnTo>
                  <a:lnTo>
                    <a:pt x="282902" y="1211272"/>
                  </a:lnTo>
                  <a:lnTo>
                    <a:pt x="283973" y="1211002"/>
                  </a:lnTo>
                  <a:lnTo>
                    <a:pt x="285045" y="1210732"/>
                  </a:lnTo>
                  <a:lnTo>
                    <a:pt x="286116" y="1210462"/>
                  </a:lnTo>
                  <a:lnTo>
                    <a:pt x="287188" y="1210192"/>
                  </a:lnTo>
                  <a:lnTo>
                    <a:pt x="288260" y="1209921"/>
                  </a:lnTo>
                  <a:lnTo>
                    <a:pt x="289331" y="1209650"/>
                  </a:lnTo>
                  <a:lnTo>
                    <a:pt x="290403" y="1209379"/>
                  </a:lnTo>
                  <a:lnTo>
                    <a:pt x="291474" y="1209108"/>
                  </a:lnTo>
                  <a:lnTo>
                    <a:pt x="292546" y="1208836"/>
                  </a:lnTo>
                  <a:lnTo>
                    <a:pt x="293618" y="1208564"/>
                  </a:lnTo>
                  <a:lnTo>
                    <a:pt x="294689" y="1208291"/>
                  </a:lnTo>
                  <a:lnTo>
                    <a:pt x="295761" y="1208019"/>
                  </a:lnTo>
                  <a:lnTo>
                    <a:pt x="296832" y="1207746"/>
                  </a:lnTo>
                  <a:lnTo>
                    <a:pt x="297904" y="1207473"/>
                  </a:lnTo>
                  <a:lnTo>
                    <a:pt x="298976" y="1207199"/>
                  </a:lnTo>
                  <a:lnTo>
                    <a:pt x="300047" y="1206925"/>
                  </a:lnTo>
                  <a:lnTo>
                    <a:pt x="301119" y="1206651"/>
                  </a:lnTo>
                  <a:lnTo>
                    <a:pt x="302190" y="1206377"/>
                  </a:lnTo>
                  <a:lnTo>
                    <a:pt x="303262" y="1206102"/>
                  </a:lnTo>
                  <a:lnTo>
                    <a:pt x="304334" y="1205827"/>
                  </a:lnTo>
                  <a:lnTo>
                    <a:pt x="305405" y="1205552"/>
                  </a:lnTo>
                  <a:lnTo>
                    <a:pt x="306477" y="1205277"/>
                  </a:lnTo>
                  <a:lnTo>
                    <a:pt x="307548" y="1205001"/>
                  </a:lnTo>
                  <a:lnTo>
                    <a:pt x="308620" y="1204725"/>
                  </a:lnTo>
                  <a:lnTo>
                    <a:pt x="309692" y="1204448"/>
                  </a:lnTo>
                  <a:lnTo>
                    <a:pt x="310763" y="1204172"/>
                  </a:lnTo>
                  <a:lnTo>
                    <a:pt x="311835" y="1203895"/>
                  </a:lnTo>
                  <a:lnTo>
                    <a:pt x="312906" y="1203617"/>
                  </a:lnTo>
                  <a:lnTo>
                    <a:pt x="313978" y="1203340"/>
                  </a:lnTo>
                  <a:lnTo>
                    <a:pt x="315050" y="1203062"/>
                  </a:lnTo>
                  <a:lnTo>
                    <a:pt x="316121" y="1202784"/>
                  </a:lnTo>
                  <a:lnTo>
                    <a:pt x="317193" y="1202505"/>
                  </a:lnTo>
                  <a:lnTo>
                    <a:pt x="318264" y="1202226"/>
                  </a:lnTo>
                  <a:lnTo>
                    <a:pt x="319336" y="1201947"/>
                  </a:lnTo>
                  <a:lnTo>
                    <a:pt x="320408" y="1201668"/>
                  </a:lnTo>
                  <a:lnTo>
                    <a:pt x="321479" y="1201388"/>
                  </a:lnTo>
                  <a:lnTo>
                    <a:pt x="322551" y="1201108"/>
                  </a:lnTo>
                  <a:lnTo>
                    <a:pt x="323622" y="1200827"/>
                  </a:lnTo>
                  <a:lnTo>
                    <a:pt x="324694" y="1200547"/>
                  </a:lnTo>
                  <a:lnTo>
                    <a:pt x="325766" y="1200266"/>
                  </a:lnTo>
                  <a:lnTo>
                    <a:pt x="326837" y="1199984"/>
                  </a:lnTo>
                  <a:lnTo>
                    <a:pt x="327909" y="1199703"/>
                  </a:lnTo>
                  <a:lnTo>
                    <a:pt x="328980" y="1199421"/>
                  </a:lnTo>
                  <a:lnTo>
                    <a:pt x="330052" y="1199139"/>
                  </a:lnTo>
                  <a:lnTo>
                    <a:pt x="331124" y="1198856"/>
                  </a:lnTo>
                  <a:lnTo>
                    <a:pt x="332195" y="1198573"/>
                  </a:lnTo>
                  <a:lnTo>
                    <a:pt x="333267" y="1198290"/>
                  </a:lnTo>
                  <a:lnTo>
                    <a:pt x="334338" y="1198006"/>
                  </a:lnTo>
                  <a:lnTo>
                    <a:pt x="335410" y="1197722"/>
                  </a:lnTo>
                  <a:lnTo>
                    <a:pt x="336482" y="1197438"/>
                  </a:lnTo>
                  <a:lnTo>
                    <a:pt x="337553" y="1197154"/>
                  </a:lnTo>
                  <a:lnTo>
                    <a:pt x="338625" y="1196869"/>
                  </a:lnTo>
                  <a:lnTo>
                    <a:pt x="339696" y="1196584"/>
                  </a:lnTo>
                  <a:lnTo>
                    <a:pt x="340768" y="1196298"/>
                  </a:lnTo>
                  <a:lnTo>
                    <a:pt x="341840" y="1196012"/>
                  </a:lnTo>
                  <a:lnTo>
                    <a:pt x="342911" y="1195726"/>
                  </a:lnTo>
                  <a:lnTo>
                    <a:pt x="343983" y="1195440"/>
                  </a:lnTo>
                  <a:lnTo>
                    <a:pt x="345054" y="1195153"/>
                  </a:lnTo>
                  <a:lnTo>
                    <a:pt x="346126" y="1194865"/>
                  </a:lnTo>
                  <a:lnTo>
                    <a:pt x="347198" y="1194578"/>
                  </a:lnTo>
                  <a:lnTo>
                    <a:pt x="348269" y="1194290"/>
                  </a:lnTo>
                  <a:lnTo>
                    <a:pt x="349341" y="1194002"/>
                  </a:lnTo>
                  <a:lnTo>
                    <a:pt x="350412" y="1193713"/>
                  </a:lnTo>
                  <a:lnTo>
                    <a:pt x="351484" y="1193424"/>
                  </a:lnTo>
                  <a:lnTo>
                    <a:pt x="352556" y="1193135"/>
                  </a:lnTo>
                  <a:lnTo>
                    <a:pt x="353627" y="1192846"/>
                  </a:lnTo>
                  <a:lnTo>
                    <a:pt x="354699" y="1192556"/>
                  </a:lnTo>
                  <a:lnTo>
                    <a:pt x="355770" y="1192265"/>
                  </a:lnTo>
                  <a:lnTo>
                    <a:pt x="356842" y="1191975"/>
                  </a:lnTo>
                  <a:lnTo>
                    <a:pt x="357913" y="1191684"/>
                  </a:lnTo>
                  <a:lnTo>
                    <a:pt x="358985" y="1191392"/>
                  </a:lnTo>
                  <a:lnTo>
                    <a:pt x="360057" y="1191101"/>
                  </a:lnTo>
                  <a:lnTo>
                    <a:pt x="361128" y="1190809"/>
                  </a:lnTo>
                  <a:lnTo>
                    <a:pt x="362200" y="1190516"/>
                  </a:lnTo>
                  <a:lnTo>
                    <a:pt x="363271" y="1190224"/>
                  </a:lnTo>
                  <a:lnTo>
                    <a:pt x="364343" y="1189930"/>
                  </a:lnTo>
                  <a:lnTo>
                    <a:pt x="365415" y="1189637"/>
                  </a:lnTo>
                  <a:lnTo>
                    <a:pt x="366486" y="1189343"/>
                  </a:lnTo>
                  <a:lnTo>
                    <a:pt x="367558" y="1189049"/>
                  </a:lnTo>
                  <a:lnTo>
                    <a:pt x="368629" y="1188754"/>
                  </a:lnTo>
                  <a:lnTo>
                    <a:pt x="369701" y="1188459"/>
                  </a:lnTo>
                  <a:lnTo>
                    <a:pt x="370773" y="1188164"/>
                  </a:lnTo>
                  <a:lnTo>
                    <a:pt x="371844" y="1187869"/>
                  </a:lnTo>
                  <a:lnTo>
                    <a:pt x="372916" y="1187573"/>
                  </a:lnTo>
                  <a:lnTo>
                    <a:pt x="373987" y="1187276"/>
                  </a:lnTo>
                  <a:lnTo>
                    <a:pt x="375059" y="1186979"/>
                  </a:lnTo>
                  <a:lnTo>
                    <a:pt x="376131" y="1186682"/>
                  </a:lnTo>
                  <a:lnTo>
                    <a:pt x="377202" y="1186385"/>
                  </a:lnTo>
                  <a:lnTo>
                    <a:pt x="378274" y="1186087"/>
                  </a:lnTo>
                  <a:lnTo>
                    <a:pt x="379345" y="1185789"/>
                  </a:lnTo>
                  <a:lnTo>
                    <a:pt x="380417" y="1185490"/>
                  </a:lnTo>
                  <a:lnTo>
                    <a:pt x="381489" y="1185191"/>
                  </a:lnTo>
                  <a:lnTo>
                    <a:pt x="382560" y="1184891"/>
                  </a:lnTo>
                  <a:lnTo>
                    <a:pt x="383632" y="1184592"/>
                  </a:lnTo>
                  <a:lnTo>
                    <a:pt x="384703" y="1184291"/>
                  </a:lnTo>
                  <a:lnTo>
                    <a:pt x="385775" y="1183991"/>
                  </a:lnTo>
                  <a:lnTo>
                    <a:pt x="386847" y="1183690"/>
                  </a:lnTo>
                  <a:lnTo>
                    <a:pt x="387918" y="1183389"/>
                  </a:lnTo>
                  <a:lnTo>
                    <a:pt x="388990" y="1183087"/>
                  </a:lnTo>
                  <a:lnTo>
                    <a:pt x="390061" y="1182785"/>
                  </a:lnTo>
                  <a:lnTo>
                    <a:pt x="391133" y="1182482"/>
                  </a:lnTo>
                  <a:lnTo>
                    <a:pt x="392205" y="1182179"/>
                  </a:lnTo>
                  <a:lnTo>
                    <a:pt x="393276" y="1181876"/>
                  </a:lnTo>
                  <a:lnTo>
                    <a:pt x="394348" y="1181572"/>
                  </a:lnTo>
                  <a:lnTo>
                    <a:pt x="395419" y="1181268"/>
                  </a:lnTo>
                  <a:lnTo>
                    <a:pt x="396491" y="1180964"/>
                  </a:lnTo>
                  <a:lnTo>
                    <a:pt x="397563" y="1180659"/>
                  </a:lnTo>
                  <a:lnTo>
                    <a:pt x="398634" y="1180354"/>
                  </a:lnTo>
                  <a:lnTo>
                    <a:pt x="399706" y="1180048"/>
                  </a:lnTo>
                  <a:lnTo>
                    <a:pt x="400777" y="1179742"/>
                  </a:lnTo>
                  <a:lnTo>
                    <a:pt x="401849" y="1179435"/>
                  </a:lnTo>
                  <a:lnTo>
                    <a:pt x="402921" y="1179128"/>
                  </a:lnTo>
                  <a:lnTo>
                    <a:pt x="403992" y="1178821"/>
                  </a:lnTo>
                  <a:lnTo>
                    <a:pt x="405064" y="1178513"/>
                  </a:lnTo>
                  <a:lnTo>
                    <a:pt x="406135" y="1178205"/>
                  </a:lnTo>
                  <a:lnTo>
                    <a:pt x="407207" y="1177896"/>
                  </a:lnTo>
                  <a:lnTo>
                    <a:pt x="408279" y="1177587"/>
                  </a:lnTo>
                  <a:lnTo>
                    <a:pt x="409350" y="1177278"/>
                  </a:lnTo>
                  <a:lnTo>
                    <a:pt x="410422" y="1176968"/>
                  </a:lnTo>
                  <a:lnTo>
                    <a:pt x="411493" y="1176658"/>
                  </a:lnTo>
                  <a:lnTo>
                    <a:pt x="412565" y="1176347"/>
                  </a:lnTo>
                  <a:lnTo>
                    <a:pt x="413637" y="1176036"/>
                  </a:lnTo>
                  <a:lnTo>
                    <a:pt x="414708" y="1175725"/>
                  </a:lnTo>
                  <a:lnTo>
                    <a:pt x="415780" y="1175413"/>
                  </a:lnTo>
                  <a:lnTo>
                    <a:pt x="416851" y="1175100"/>
                  </a:lnTo>
                  <a:lnTo>
                    <a:pt x="417923" y="1174787"/>
                  </a:lnTo>
                  <a:lnTo>
                    <a:pt x="418995" y="1174474"/>
                  </a:lnTo>
                  <a:lnTo>
                    <a:pt x="420066" y="1174160"/>
                  </a:lnTo>
                  <a:lnTo>
                    <a:pt x="421138" y="1173846"/>
                  </a:lnTo>
                  <a:lnTo>
                    <a:pt x="422209" y="1173532"/>
                  </a:lnTo>
                  <a:lnTo>
                    <a:pt x="423281" y="1173217"/>
                  </a:lnTo>
                  <a:lnTo>
                    <a:pt x="424353" y="1172901"/>
                  </a:lnTo>
                  <a:lnTo>
                    <a:pt x="425424" y="1172585"/>
                  </a:lnTo>
                  <a:lnTo>
                    <a:pt x="426496" y="1172269"/>
                  </a:lnTo>
                  <a:lnTo>
                    <a:pt x="427567" y="1171952"/>
                  </a:lnTo>
                  <a:lnTo>
                    <a:pt x="428639" y="1171635"/>
                  </a:lnTo>
                  <a:lnTo>
                    <a:pt x="429711" y="1171317"/>
                  </a:lnTo>
                  <a:lnTo>
                    <a:pt x="430782" y="1170999"/>
                  </a:lnTo>
                  <a:lnTo>
                    <a:pt x="431854" y="1170681"/>
                  </a:lnTo>
                  <a:lnTo>
                    <a:pt x="432925" y="1170362"/>
                  </a:lnTo>
                  <a:lnTo>
                    <a:pt x="433997" y="1170042"/>
                  </a:lnTo>
                  <a:lnTo>
                    <a:pt x="435069" y="1169722"/>
                  </a:lnTo>
                  <a:lnTo>
                    <a:pt x="436140" y="1169402"/>
                  </a:lnTo>
                  <a:lnTo>
                    <a:pt x="437212" y="1169081"/>
                  </a:lnTo>
                  <a:lnTo>
                    <a:pt x="438283" y="1168760"/>
                  </a:lnTo>
                  <a:lnTo>
                    <a:pt x="439355" y="1168438"/>
                  </a:lnTo>
                  <a:lnTo>
                    <a:pt x="440427" y="1168116"/>
                  </a:lnTo>
                  <a:lnTo>
                    <a:pt x="441498" y="1167793"/>
                  </a:lnTo>
                  <a:lnTo>
                    <a:pt x="442570" y="1167470"/>
                  </a:lnTo>
                  <a:lnTo>
                    <a:pt x="443641" y="1167146"/>
                  </a:lnTo>
                  <a:lnTo>
                    <a:pt x="444713" y="1166822"/>
                  </a:lnTo>
                  <a:lnTo>
                    <a:pt x="445785" y="1166497"/>
                  </a:lnTo>
                  <a:lnTo>
                    <a:pt x="446856" y="1166172"/>
                  </a:lnTo>
                  <a:lnTo>
                    <a:pt x="447928" y="1165847"/>
                  </a:lnTo>
                  <a:lnTo>
                    <a:pt x="448999" y="1165521"/>
                  </a:lnTo>
                  <a:lnTo>
                    <a:pt x="450071" y="1165194"/>
                  </a:lnTo>
                  <a:lnTo>
                    <a:pt x="451143" y="1164867"/>
                  </a:lnTo>
                  <a:lnTo>
                    <a:pt x="452214" y="1164540"/>
                  </a:lnTo>
                  <a:lnTo>
                    <a:pt x="453286" y="1164212"/>
                  </a:lnTo>
                  <a:lnTo>
                    <a:pt x="454357" y="1163884"/>
                  </a:lnTo>
                  <a:lnTo>
                    <a:pt x="455429" y="1163555"/>
                  </a:lnTo>
                  <a:lnTo>
                    <a:pt x="456501" y="1163225"/>
                  </a:lnTo>
                  <a:lnTo>
                    <a:pt x="457572" y="1162895"/>
                  </a:lnTo>
                  <a:lnTo>
                    <a:pt x="458644" y="1162565"/>
                  </a:lnTo>
                  <a:lnTo>
                    <a:pt x="459715" y="1162234"/>
                  </a:lnTo>
                  <a:lnTo>
                    <a:pt x="460787" y="1161903"/>
                  </a:lnTo>
                  <a:lnTo>
                    <a:pt x="461859" y="1161571"/>
                  </a:lnTo>
                  <a:lnTo>
                    <a:pt x="462930" y="1161239"/>
                  </a:lnTo>
                  <a:lnTo>
                    <a:pt x="464002" y="1160906"/>
                  </a:lnTo>
                  <a:lnTo>
                    <a:pt x="465073" y="1160573"/>
                  </a:lnTo>
                  <a:lnTo>
                    <a:pt x="466145" y="1160239"/>
                  </a:lnTo>
                  <a:lnTo>
                    <a:pt x="467217" y="1159905"/>
                  </a:lnTo>
                  <a:lnTo>
                    <a:pt x="468288" y="1159570"/>
                  </a:lnTo>
                  <a:lnTo>
                    <a:pt x="469360" y="1159235"/>
                  </a:lnTo>
                  <a:lnTo>
                    <a:pt x="470431" y="1158899"/>
                  </a:lnTo>
                  <a:lnTo>
                    <a:pt x="471503" y="1158563"/>
                  </a:lnTo>
                  <a:lnTo>
                    <a:pt x="472575" y="1158226"/>
                  </a:lnTo>
                  <a:lnTo>
                    <a:pt x="473646" y="1157888"/>
                  </a:lnTo>
                  <a:lnTo>
                    <a:pt x="474718" y="1157551"/>
                  </a:lnTo>
                  <a:lnTo>
                    <a:pt x="475789" y="1157212"/>
                  </a:lnTo>
                  <a:lnTo>
                    <a:pt x="476861" y="1156874"/>
                  </a:lnTo>
                  <a:lnTo>
                    <a:pt x="477933" y="1156534"/>
                  </a:lnTo>
                  <a:lnTo>
                    <a:pt x="479004" y="1156194"/>
                  </a:lnTo>
                  <a:lnTo>
                    <a:pt x="480076" y="1155854"/>
                  </a:lnTo>
                  <a:lnTo>
                    <a:pt x="481147" y="1155513"/>
                  </a:lnTo>
                  <a:lnTo>
                    <a:pt x="482219" y="1155172"/>
                  </a:lnTo>
                  <a:lnTo>
                    <a:pt x="483291" y="1154830"/>
                  </a:lnTo>
                  <a:lnTo>
                    <a:pt x="484362" y="1154487"/>
                  </a:lnTo>
                  <a:lnTo>
                    <a:pt x="485434" y="1154144"/>
                  </a:lnTo>
                  <a:lnTo>
                    <a:pt x="486505" y="1153801"/>
                  </a:lnTo>
                  <a:lnTo>
                    <a:pt x="487577" y="1153457"/>
                  </a:lnTo>
                  <a:lnTo>
                    <a:pt x="488649" y="1153113"/>
                  </a:lnTo>
                  <a:lnTo>
                    <a:pt x="489720" y="1152768"/>
                  </a:lnTo>
                  <a:lnTo>
                    <a:pt x="490792" y="1152422"/>
                  </a:lnTo>
                  <a:lnTo>
                    <a:pt x="491863" y="1152076"/>
                  </a:lnTo>
                  <a:lnTo>
                    <a:pt x="492935" y="1151729"/>
                  </a:lnTo>
                  <a:lnTo>
                    <a:pt x="494007" y="1151382"/>
                  </a:lnTo>
                  <a:lnTo>
                    <a:pt x="495078" y="1151035"/>
                  </a:lnTo>
                  <a:lnTo>
                    <a:pt x="496150" y="1150686"/>
                  </a:lnTo>
                  <a:lnTo>
                    <a:pt x="497221" y="1150338"/>
                  </a:lnTo>
                  <a:lnTo>
                    <a:pt x="498293" y="1149988"/>
                  </a:lnTo>
                  <a:lnTo>
                    <a:pt x="499365" y="1149639"/>
                  </a:lnTo>
                  <a:lnTo>
                    <a:pt x="500436" y="1149288"/>
                  </a:lnTo>
                  <a:lnTo>
                    <a:pt x="501508" y="1148937"/>
                  </a:lnTo>
                  <a:lnTo>
                    <a:pt x="502579" y="1148586"/>
                  </a:lnTo>
                  <a:lnTo>
                    <a:pt x="503651" y="1148234"/>
                  </a:lnTo>
                  <a:lnTo>
                    <a:pt x="504723" y="1147882"/>
                  </a:lnTo>
                  <a:lnTo>
                    <a:pt x="505794" y="1147529"/>
                  </a:lnTo>
                  <a:lnTo>
                    <a:pt x="506866" y="1147175"/>
                  </a:lnTo>
                  <a:lnTo>
                    <a:pt x="507937" y="1146821"/>
                  </a:lnTo>
                  <a:lnTo>
                    <a:pt x="509009" y="1146466"/>
                  </a:lnTo>
                  <a:lnTo>
                    <a:pt x="510081" y="1146111"/>
                  </a:lnTo>
                  <a:lnTo>
                    <a:pt x="511152" y="1145755"/>
                  </a:lnTo>
                  <a:lnTo>
                    <a:pt x="512224" y="1145399"/>
                  </a:lnTo>
                  <a:lnTo>
                    <a:pt x="513295" y="1145042"/>
                  </a:lnTo>
                  <a:lnTo>
                    <a:pt x="514367" y="1144685"/>
                  </a:lnTo>
                  <a:lnTo>
                    <a:pt x="515439" y="1144327"/>
                  </a:lnTo>
                  <a:lnTo>
                    <a:pt x="516510" y="1143969"/>
                  </a:lnTo>
                  <a:lnTo>
                    <a:pt x="517582" y="1143610"/>
                  </a:lnTo>
                  <a:lnTo>
                    <a:pt x="518653" y="1143250"/>
                  </a:lnTo>
                  <a:lnTo>
                    <a:pt x="519725" y="1142890"/>
                  </a:lnTo>
                  <a:lnTo>
                    <a:pt x="520797" y="1142530"/>
                  </a:lnTo>
                  <a:lnTo>
                    <a:pt x="521868" y="1142168"/>
                  </a:lnTo>
                  <a:lnTo>
                    <a:pt x="522940" y="1141807"/>
                  </a:lnTo>
                  <a:lnTo>
                    <a:pt x="524011" y="1141444"/>
                  </a:lnTo>
                  <a:lnTo>
                    <a:pt x="525083" y="1141081"/>
                  </a:lnTo>
                  <a:lnTo>
                    <a:pt x="526155" y="1140718"/>
                  </a:lnTo>
                  <a:lnTo>
                    <a:pt x="527226" y="1140354"/>
                  </a:lnTo>
                  <a:lnTo>
                    <a:pt x="528298" y="1139990"/>
                  </a:lnTo>
                  <a:lnTo>
                    <a:pt x="529369" y="1139624"/>
                  </a:lnTo>
                  <a:lnTo>
                    <a:pt x="530441" y="1139259"/>
                  </a:lnTo>
                  <a:lnTo>
                    <a:pt x="531513" y="1138893"/>
                  </a:lnTo>
                  <a:lnTo>
                    <a:pt x="532584" y="1138526"/>
                  </a:lnTo>
                  <a:lnTo>
                    <a:pt x="533656" y="1138159"/>
                  </a:lnTo>
                  <a:lnTo>
                    <a:pt x="534727" y="1137791"/>
                  </a:lnTo>
                  <a:lnTo>
                    <a:pt x="535799" y="1137422"/>
                  </a:lnTo>
                  <a:lnTo>
                    <a:pt x="536870" y="1137053"/>
                  </a:lnTo>
                  <a:lnTo>
                    <a:pt x="537942" y="1136684"/>
                  </a:lnTo>
                  <a:lnTo>
                    <a:pt x="539014" y="1136314"/>
                  </a:lnTo>
                  <a:lnTo>
                    <a:pt x="540085" y="1135943"/>
                  </a:lnTo>
                  <a:lnTo>
                    <a:pt x="541157" y="1135572"/>
                  </a:lnTo>
                  <a:lnTo>
                    <a:pt x="542228" y="1135200"/>
                  </a:lnTo>
                  <a:lnTo>
                    <a:pt x="543300" y="1134827"/>
                  </a:lnTo>
                  <a:lnTo>
                    <a:pt x="544372" y="1134455"/>
                  </a:lnTo>
                  <a:lnTo>
                    <a:pt x="545443" y="1134081"/>
                  </a:lnTo>
                  <a:lnTo>
                    <a:pt x="546515" y="1133707"/>
                  </a:lnTo>
                  <a:lnTo>
                    <a:pt x="547586" y="1133332"/>
                  </a:lnTo>
                  <a:lnTo>
                    <a:pt x="548658" y="1132957"/>
                  </a:lnTo>
                  <a:lnTo>
                    <a:pt x="549730" y="1132581"/>
                  </a:lnTo>
                  <a:lnTo>
                    <a:pt x="550801" y="1132205"/>
                  </a:lnTo>
                  <a:lnTo>
                    <a:pt x="551873" y="1131828"/>
                  </a:lnTo>
                  <a:lnTo>
                    <a:pt x="552944" y="1131451"/>
                  </a:lnTo>
                  <a:lnTo>
                    <a:pt x="554016" y="1131073"/>
                  </a:lnTo>
                  <a:lnTo>
                    <a:pt x="555088" y="1130694"/>
                  </a:lnTo>
                  <a:lnTo>
                    <a:pt x="556159" y="1130315"/>
                  </a:lnTo>
                  <a:lnTo>
                    <a:pt x="557231" y="1129935"/>
                  </a:lnTo>
                  <a:lnTo>
                    <a:pt x="558302" y="1129555"/>
                  </a:lnTo>
                  <a:lnTo>
                    <a:pt x="559374" y="1129174"/>
                  </a:lnTo>
                  <a:lnTo>
                    <a:pt x="560446" y="1128792"/>
                  </a:lnTo>
                  <a:lnTo>
                    <a:pt x="561517" y="1128410"/>
                  </a:lnTo>
                  <a:lnTo>
                    <a:pt x="562589" y="1128028"/>
                  </a:lnTo>
                  <a:lnTo>
                    <a:pt x="563660" y="1127644"/>
                  </a:lnTo>
                  <a:lnTo>
                    <a:pt x="564732" y="1127261"/>
                  </a:lnTo>
                  <a:lnTo>
                    <a:pt x="565804" y="1126876"/>
                  </a:lnTo>
                  <a:lnTo>
                    <a:pt x="566875" y="1126491"/>
                  </a:lnTo>
                  <a:lnTo>
                    <a:pt x="567947" y="1126106"/>
                  </a:lnTo>
                  <a:lnTo>
                    <a:pt x="569018" y="1125720"/>
                  </a:lnTo>
                  <a:lnTo>
                    <a:pt x="570090" y="1125333"/>
                  </a:lnTo>
                  <a:lnTo>
                    <a:pt x="571162" y="1124946"/>
                  </a:lnTo>
                  <a:lnTo>
                    <a:pt x="572233" y="1124558"/>
                  </a:lnTo>
                  <a:lnTo>
                    <a:pt x="573305" y="1124170"/>
                  </a:lnTo>
                  <a:lnTo>
                    <a:pt x="574376" y="1123781"/>
                  </a:lnTo>
                  <a:lnTo>
                    <a:pt x="575448" y="1123392"/>
                  </a:lnTo>
                  <a:lnTo>
                    <a:pt x="576520" y="1123001"/>
                  </a:lnTo>
                  <a:lnTo>
                    <a:pt x="577591" y="1122611"/>
                  </a:lnTo>
                  <a:lnTo>
                    <a:pt x="578663" y="1122220"/>
                  </a:lnTo>
                  <a:lnTo>
                    <a:pt x="579734" y="1121828"/>
                  </a:lnTo>
                  <a:lnTo>
                    <a:pt x="580806" y="1121435"/>
                  </a:lnTo>
                  <a:lnTo>
                    <a:pt x="581878" y="1121043"/>
                  </a:lnTo>
                  <a:lnTo>
                    <a:pt x="582949" y="1120649"/>
                  </a:lnTo>
                  <a:lnTo>
                    <a:pt x="584021" y="1120255"/>
                  </a:lnTo>
                  <a:lnTo>
                    <a:pt x="585092" y="1119860"/>
                  </a:lnTo>
                  <a:lnTo>
                    <a:pt x="586164" y="1119465"/>
                  </a:lnTo>
                  <a:lnTo>
                    <a:pt x="587236" y="1119069"/>
                  </a:lnTo>
                  <a:lnTo>
                    <a:pt x="588307" y="1118673"/>
                  </a:lnTo>
                  <a:lnTo>
                    <a:pt x="589379" y="1118276"/>
                  </a:lnTo>
                  <a:lnTo>
                    <a:pt x="590450" y="1117878"/>
                  </a:lnTo>
                  <a:lnTo>
                    <a:pt x="591522" y="1117480"/>
                  </a:lnTo>
                  <a:lnTo>
                    <a:pt x="592594" y="1117082"/>
                  </a:lnTo>
                  <a:lnTo>
                    <a:pt x="593665" y="1116682"/>
                  </a:lnTo>
                  <a:lnTo>
                    <a:pt x="594737" y="1116283"/>
                  </a:lnTo>
                  <a:lnTo>
                    <a:pt x="595808" y="1115882"/>
                  </a:lnTo>
                  <a:lnTo>
                    <a:pt x="596880" y="1115481"/>
                  </a:lnTo>
                  <a:lnTo>
                    <a:pt x="597952" y="1115080"/>
                  </a:lnTo>
                  <a:lnTo>
                    <a:pt x="599023" y="1114678"/>
                  </a:lnTo>
                  <a:lnTo>
                    <a:pt x="600095" y="1114275"/>
                  </a:lnTo>
                  <a:lnTo>
                    <a:pt x="601166" y="1113872"/>
                  </a:lnTo>
                  <a:lnTo>
                    <a:pt x="602238" y="1113468"/>
                  </a:lnTo>
                  <a:lnTo>
                    <a:pt x="603310" y="1113064"/>
                  </a:lnTo>
                  <a:lnTo>
                    <a:pt x="604381" y="1112659"/>
                  </a:lnTo>
                  <a:lnTo>
                    <a:pt x="605453" y="1112253"/>
                  </a:lnTo>
                  <a:lnTo>
                    <a:pt x="606524" y="1111847"/>
                  </a:lnTo>
                  <a:lnTo>
                    <a:pt x="607596" y="1111440"/>
                  </a:lnTo>
                  <a:lnTo>
                    <a:pt x="608668" y="1111033"/>
                  </a:lnTo>
                  <a:lnTo>
                    <a:pt x="609739" y="1110626"/>
                  </a:lnTo>
                  <a:lnTo>
                    <a:pt x="610811" y="1110217"/>
                  </a:lnTo>
                  <a:lnTo>
                    <a:pt x="611882" y="1109808"/>
                  </a:lnTo>
                  <a:lnTo>
                    <a:pt x="612954" y="1109399"/>
                  </a:lnTo>
                  <a:lnTo>
                    <a:pt x="614026" y="1108989"/>
                  </a:lnTo>
                  <a:lnTo>
                    <a:pt x="615097" y="1108578"/>
                  </a:lnTo>
                  <a:lnTo>
                    <a:pt x="616169" y="1108167"/>
                  </a:lnTo>
                  <a:lnTo>
                    <a:pt x="617240" y="1107755"/>
                  </a:lnTo>
                  <a:lnTo>
                    <a:pt x="618312" y="1107343"/>
                  </a:lnTo>
                  <a:lnTo>
                    <a:pt x="619384" y="1106930"/>
                  </a:lnTo>
                  <a:lnTo>
                    <a:pt x="620455" y="1106517"/>
                  </a:lnTo>
                  <a:lnTo>
                    <a:pt x="621527" y="1106103"/>
                  </a:lnTo>
                  <a:lnTo>
                    <a:pt x="622598" y="1105688"/>
                  </a:lnTo>
                  <a:lnTo>
                    <a:pt x="623670" y="1105273"/>
                  </a:lnTo>
                  <a:lnTo>
                    <a:pt x="624742" y="1104857"/>
                  </a:lnTo>
                  <a:lnTo>
                    <a:pt x="625813" y="1104441"/>
                  </a:lnTo>
                  <a:lnTo>
                    <a:pt x="626885" y="1104025"/>
                  </a:lnTo>
                  <a:lnTo>
                    <a:pt x="627956" y="1103607"/>
                  </a:lnTo>
                  <a:lnTo>
                    <a:pt x="629028" y="1103189"/>
                  </a:lnTo>
                  <a:lnTo>
                    <a:pt x="630100" y="1102771"/>
                  </a:lnTo>
                  <a:lnTo>
                    <a:pt x="631171" y="1102352"/>
                  </a:lnTo>
                  <a:lnTo>
                    <a:pt x="632243" y="1101932"/>
                  </a:lnTo>
                  <a:lnTo>
                    <a:pt x="633314" y="1101512"/>
                  </a:lnTo>
                  <a:lnTo>
                    <a:pt x="634386" y="1101092"/>
                  </a:lnTo>
                  <a:lnTo>
                    <a:pt x="635458" y="1100670"/>
                  </a:lnTo>
                  <a:lnTo>
                    <a:pt x="636529" y="1100249"/>
                  </a:lnTo>
                  <a:lnTo>
                    <a:pt x="637601" y="1099826"/>
                  </a:lnTo>
                  <a:lnTo>
                    <a:pt x="638672" y="1099404"/>
                  </a:lnTo>
                  <a:lnTo>
                    <a:pt x="639744" y="1098980"/>
                  </a:lnTo>
                  <a:lnTo>
                    <a:pt x="640816" y="1098556"/>
                  </a:lnTo>
                  <a:lnTo>
                    <a:pt x="641887" y="1098132"/>
                  </a:lnTo>
                  <a:lnTo>
                    <a:pt x="642959" y="1097707"/>
                  </a:lnTo>
                  <a:lnTo>
                    <a:pt x="644030" y="1097281"/>
                  </a:lnTo>
                  <a:lnTo>
                    <a:pt x="645102" y="1096855"/>
                  </a:lnTo>
                  <a:lnTo>
                    <a:pt x="646174" y="1096429"/>
                  </a:lnTo>
                  <a:lnTo>
                    <a:pt x="647245" y="1096001"/>
                  </a:lnTo>
                  <a:lnTo>
                    <a:pt x="648317" y="1095574"/>
                  </a:lnTo>
                  <a:lnTo>
                    <a:pt x="649388" y="1095145"/>
                  </a:lnTo>
                  <a:lnTo>
                    <a:pt x="650460" y="1094717"/>
                  </a:lnTo>
                  <a:lnTo>
                    <a:pt x="651532" y="1094287"/>
                  </a:lnTo>
                  <a:lnTo>
                    <a:pt x="652603" y="1093857"/>
                  </a:lnTo>
                  <a:lnTo>
                    <a:pt x="653675" y="1093427"/>
                  </a:lnTo>
                  <a:lnTo>
                    <a:pt x="654746" y="1092996"/>
                  </a:lnTo>
                  <a:lnTo>
                    <a:pt x="655818" y="1092565"/>
                  </a:lnTo>
                  <a:lnTo>
                    <a:pt x="656890" y="1092133"/>
                  </a:lnTo>
                  <a:lnTo>
                    <a:pt x="657961" y="1091700"/>
                  </a:lnTo>
                  <a:lnTo>
                    <a:pt x="659033" y="1091267"/>
                  </a:lnTo>
                  <a:lnTo>
                    <a:pt x="660104" y="1090834"/>
                  </a:lnTo>
                  <a:lnTo>
                    <a:pt x="661176" y="1090400"/>
                  </a:lnTo>
                  <a:lnTo>
                    <a:pt x="662248" y="1089965"/>
                  </a:lnTo>
                  <a:lnTo>
                    <a:pt x="663319" y="1089530"/>
                  </a:lnTo>
                  <a:lnTo>
                    <a:pt x="664391" y="1089094"/>
                  </a:lnTo>
                  <a:lnTo>
                    <a:pt x="665462" y="1088658"/>
                  </a:lnTo>
                  <a:lnTo>
                    <a:pt x="666534" y="1088221"/>
                  </a:lnTo>
                  <a:lnTo>
                    <a:pt x="667606" y="1087784"/>
                  </a:lnTo>
                  <a:lnTo>
                    <a:pt x="668677" y="1087346"/>
                  </a:lnTo>
                  <a:lnTo>
                    <a:pt x="669749" y="1086908"/>
                  </a:lnTo>
                  <a:lnTo>
                    <a:pt x="670820" y="1086470"/>
                  </a:lnTo>
                  <a:lnTo>
                    <a:pt x="671892" y="1086030"/>
                  </a:lnTo>
                  <a:lnTo>
                    <a:pt x="672964" y="1085591"/>
                  </a:lnTo>
                  <a:lnTo>
                    <a:pt x="674035" y="1085150"/>
                  </a:lnTo>
                  <a:lnTo>
                    <a:pt x="675107" y="1084710"/>
                  </a:lnTo>
                  <a:lnTo>
                    <a:pt x="676178" y="1084268"/>
                  </a:lnTo>
                  <a:lnTo>
                    <a:pt x="677250" y="1083826"/>
                  </a:lnTo>
                  <a:lnTo>
                    <a:pt x="678322" y="1083384"/>
                  </a:lnTo>
                  <a:lnTo>
                    <a:pt x="679393" y="1082941"/>
                  </a:lnTo>
                  <a:lnTo>
                    <a:pt x="680465" y="1082498"/>
                  </a:lnTo>
                  <a:lnTo>
                    <a:pt x="681536" y="1082054"/>
                  </a:lnTo>
                  <a:lnTo>
                    <a:pt x="682608" y="1081610"/>
                  </a:lnTo>
                  <a:lnTo>
                    <a:pt x="683680" y="1081165"/>
                  </a:lnTo>
                  <a:lnTo>
                    <a:pt x="684751" y="1080720"/>
                  </a:lnTo>
                  <a:lnTo>
                    <a:pt x="685823" y="1080274"/>
                  </a:lnTo>
                  <a:lnTo>
                    <a:pt x="686894" y="1079828"/>
                  </a:lnTo>
                  <a:lnTo>
                    <a:pt x="687966" y="1079381"/>
                  </a:lnTo>
                  <a:lnTo>
                    <a:pt x="689038" y="1078934"/>
                  </a:lnTo>
                  <a:lnTo>
                    <a:pt x="690109" y="1078487"/>
                  </a:lnTo>
                  <a:lnTo>
                    <a:pt x="691181" y="1078038"/>
                  </a:lnTo>
                  <a:lnTo>
                    <a:pt x="692252" y="1077590"/>
                  </a:lnTo>
                  <a:lnTo>
                    <a:pt x="693324" y="1077141"/>
                  </a:lnTo>
                  <a:lnTo>
                    <a:pt x="694396" y="1076691"/>
                  </a:lnTo>
                  <a:lnTo>
                    <a:pt x="695467" y="1076241"/>
                  </a:lnTo>
                  <a:lnTo>
                    <a:pt x="696539" y="1075790"/>
                  </a:lnTo>
                  <a:lnTo>
                    <a:pt x="697610" y="1075339"/>
                  </a:lnTo>
                  <a:lnTo>
                    <a:pt x="698682" y="1074888"/>
                  </a:lnTo>
                  <a:lnTo>
                    <a:pt x="699754" y="1074436"/>
                  </a:lnTo>
                  <a:lnTo>
                    <a:pt x="700825" y="1073984"/>
                  </a:lnTo>
                  <a:lnTo>
                    <a:pt x="701897" y="1073531"/>
                  </a:lnTo>
                  <a:lnTo>
                    <a:pt x="702968" y="1073077"/>
                  </a:lnTo>
                  <a:lnTo>
                    <a:pt x="704040" y="1072624"/>
                  </a:lnTo>
                  <a:lnTo>
                    <a:pt x="705112" y="1072169"/>
                  </a:lnTo>
                  <a:lnTo>
                    <a:pt x="706183" y="1071715"/>
                  </a:lnTo>
                  <a:lnTo>
                    <a:pt x="707255" y="1071259"/>
                  </a:lnTo>
                  <a:lnTo>
                    <a:pt x="708326" y="1070804"/>
                  </a:lnTo>
                  <a:lnTo>
                    <a:pt x="709398" y="1070348"/>
                  </a:lnTo>
                  <a:lnTo>
                    <a:pt x="710469" y="1069891"/>
                  </a:lnTo>
                  <a:lnTo>
                    <a:pt x="711541" y="1069434"/>
                  </a:lnTo>
                  <a:lnTo>
                    <a:pt x="712613" y="1068977"/>
                  </a:lnTo>
                  <a:lnTo>
                    <a:pt x="713684" y="1068519"/>
                  </a:lnTo>
                  <a:lnTo>
                    <a:pt x="714756" y="1068061"/>
                  </a:lnTo>
                  <a:lnTo>
                    <a:pt x="715827" y="1067602"/>
                  </a:lnTo>
                  <a:lnTo>
                    <a:pt x="716899" y="1067143"/>
                  </a:lnTo>
                  <a:lnTo>
                    <a:pt x="717971" y="1066683"/>
                  </a:lnTo>
                  <a:lnTo>
                    <a:pt x="719042" y="1066223"/>
                  </a:lnTo>
                  <a:lnTo>
                    <a:pt x="720114" y="1065763"/>
                  </a:lnTo>
                  <a:lnTo>
                    <a:pt x="721185" y="1065302"/>
                  </a:lnTo>
                  <a:lnTo>
                    <a:pt x="722257" y="1064841"/>
                  </a:lnTo>
                  <a:lnTo>
                    <a:pt x="723329" y="1064379"/>
                  </a:lnTo>
                  <a:lnTo>
                    <a:pt x="724400" y="1063917"/>
                  </a:lnTo>
                  <a:lnTo>
                    <a:pt x="725472" y="1063454"/>
                  </a:lnTo>
                  <a:lnTo>
                    <a:pt x="726543" y="1062991"/>
                  </a:lnTo>
                  <a:lnTo>
                    <a:pt x="727615" y="1062528"/>
                  </a:lnTo>
                  <a:lnTo>
                    <a:pt x="728687" y="1062064"/>
                  </a:lnTo>
                  <a:lnTo>
                    <a:pt x="729758" y="1061600"/>
                  </a:lnTo>
                  <a:lnTo>
                    <a:pt x="730830" y="1061135"/>
                  </a:lnTo>
                  <a:lnTo>
                    <a:pt x="731901" y="1060670"/>
                  </a:lnTo>
                  <a:lnTo>
                    <a:pt x="732973" y="1060204"/>
                  </a:lnTo>
                  <a:lnTo>
                    <a:pt x="734045" y="1059739"/>
                  </a:lnTo>
                  <a:lnTo>
                    <a:pt x="735116" y="1059272"/>
                  </a:lnTo>
                  <a:lnTo>
                    <a:pt x="736188" y="1058806"/>
                  </a:lnTo>
                  <a:lnTo>
                    <a:pt x="737259" y="1058339"/>
                  </a:lnTo>
                  <a:lnTo>
                    <a:pt x="738331" y="1057871"/>
                  </a:lnTo>
                  <a:lnTo>
                    <a:pt x="739403" y="1057403"/>
                  </a:lnTo>
                  <a:lnTo>
                    <a:pt x="740474" y="1056935"/>
                  </a:lnTo>
                  <a:lnTo>
                    <a:pt x="741546" y="1056467"/>
                  </a:lnTo>
                  <a:lnTo>
                    <a:pt x="742617" y="1055998"/>
                  </a:lnTo>
                  <a:lnTo>
                    <a:pt x="743689" y="1055528"/>
                  </a:lnTo>
                  <a:lnTo>
                    <a:pt x="744761" y="1055058"/>
                  </a:lnTo>
                  <a:lnTo>
                    <a:pt x="745832" y="1054588"/>
                  </a:lnTo>
                  <a:lnTo>
                    <a:pt x="746904" y="1054118"/>
                  </a:lnTo>
                  <a:lnTo>
                    <a:pt x="747975" y="1053647"/>
                  </a:lnTo>
                  <a:lnTo>
                    <a:pt x="749047" y="1053176"/>
                  </a:lnTo>
                  <a:lnTo>
                    <a:pt x="750119" y="1052704"/>
                  </a:lnTo>
                  <a:lnTo>
                    <a:pt x="751190" y="1052232"/>
                  </a:lnTo>
                  <a:lnTo>
                    <a:pt x="752262" y="1051760"/>
                  </a:lnTo>
                  <a:lnTo>
                    <a:pt x="753333" y="1051287"/>
                  </a:lnTo>
                  <a:lnTo>
                    <a:pt x="754405" y="1050814"/>
                  </a:lnTo>
                  <a:lnTo>
                    <a:pt x="755477" y="1050340"/>
                  </a:lnTo>
                  <a:lnTo>
                    <a:pt x="756548" y="1049867"/>
                  </a:lnTo>
                  <a:lnTo>
                    <a:pt x="757620" y="1049393"/>
                  </a:lnTo>
                  <a:lnTo>
                    <a:pt x="758691" y="1048918"/>
                  </a:lnTo>
                  <a:lnTo>
                    <a:pt x="759763" y="1048443"/>
                  </a:lnTo>
                  <a:lnTo>
                    <a:pt x="760835" y="1047968"/>
                  </a:lnTo>
                  <a:lnTo>
                    <a:pt x="761906" y="1047493"/>
                  </a:lnTo>
                  <a:lnTo>
                    <a:pt x="762978" y="1047017"/>
                  </a:lnTo>
                  <a:lnTo>
                    <a:pt x="764049" y="1046541"/>
                  </a:lnTo>
                  <a:lnTo>
                    <a:pt x="765121" y="1046064"/>
                  </a:lnTo>
                  <a:lnTo>
                    <a:pt x="766193" y="1045587"/>
                  </a:lnTo>
                  <a:lnTo>
                    <a:pt x="767264" y="1045110"/>
                  </a:lnTo>
                  <a:lnTo>
                    <a:pt x="768336" y="1044633"/>
                  </a:lnTo>
                  <a:lnTo>
                    <a:pt x="769407" y="1044155"/>
                  </a:lnTo>
                  <a:lnTo>
                    <a:pt x="770479" y="1043677"/>
                  </a:lnTo>
                  <a:lnTo>
                    <a:pt x="771551" y="1043198"/>
                  </a:lnTo>
                  <a:lnTo>
                    <a:pt x="772622" y="1042719"/>
                  </a:lnTo>
                  <a:lnTo>
                    <a:pt x="773694" y="1042240"/>
                  </a:lnTo>
                  <a:lnTo>
                    <a:pt x="774765" y="1041761"/>
                  </a:lnTo>
                  <a:lnTo>
                    <a:pt x="775837" y="1041281"/>
                  </a:lnTo>
                  <a:lnTo>
                    <a:pt x="776909" y="1040801"/>
                  </a:lnTo>
                  <a:lnTo>
                    <a:pt x="777980" y="1040321"/>
                  </a:lnTo>
                  <a:lnTo>
                    <a:pt x="779052" y="1039840"/>
                  </a:lnTo>
                  <a:lnTo>
                    <a:pt x="780123" y="1039359"/>
                  </a:lnTo>
                  <a:lnTo>
                    <a:pt x="781195" y="1038878"/>
                  </a:lnTo>
                  <a:lnTo>
                    <a:pt x="782267" y="1038397"/>
                  </a:lnTo>
                  <a:lnTo>
                    <a:pt x="783338" y="1037915"/>
                  </a:lnTo>
                  <a:lnTo>
                    <a:pt x="784410" y="1037433"/>
                  </a:lnTo>
                  <a:lnTo>
                    <a:pt x="785481" y="1036951"/>
                  </a:lnTo>
                  <a:lnTo>
                    <a:pt x="786553" y="1036468"/>
                  </a:lnTo>
                  <a:lnTo>
                    <a:pt x="787625" y="1035985"/>
                  </a:lnTo>
                  <a:lnTo>
                    <a:pt x="788696" y="1035502"/>
                  </a:lnTo>
                  <a:lnTo>
                    <a:pt x="789768" y="1035018"/>
                  </a:lnTo>
                  <a:lnTo>
                    <a:pt x="790839" y="1034535"/>
                  </a:lnTo>
                  <a:lnTo>
                    <a:pt x="791911" y="1034051"/>
                  </a:lnTo>
                  <a:lnTo>
                    <a:pt x="792983" y="1033566"/>
                  </a:lnTo>
                  <a:lnTo>
                    <a:pt x="794054" y="1033082"/>
                  </a:lnTo>
                  <a:lnTo>
                    <a:pt x="795126" y="1032597"/>
                  </a:lnTo>
                  <a:lnTo>
                    <a:pt x="796197" y="1032112"/>
                  </a:lnTo>
                  <a:lnTo>
                    <a:pt x="797269" y="1031627"/>
                  </a:lnTo>
                  <a:lnTo>
                    <a:pt x="798341" y="1031141"/>
                  </a:lnTo>
                  <a:lnTo>
                    <a:pt x="799412" y="1030656"/>
                  </a:lnTo>
                  <a:lnTo>
                    <a:pt x="800484" y="1030170"/>
                  </a:lnTo>
                  <a:lnTo>
                    <a:pt x="801555" y="1029683"/>
                  </a:lnTo>
                  <a:lnTo>
                    <a:pt x="802627" y="1029197"/>
                  </a:lnTo>
                  <a:lnTo>
                    <a:pt x="803699" y="1028710"/>
                  </a:lnTo>
                  <a:lnTo>
                    <a:pt x="804770" y="1028223"/>
                  </a:lnTo>
                  <a:lnTo>
                    <a:pt x="805842" y="1027736"/>
                  </a:lnTo>
                  <a:lnTo>
                    <a:pt x="806913" y="1027248"/>
                  </a:lnTo>
                  <a:lnTo>
                    <a:pt x="807985" y="1026761"/>
                  </a:lnTo>
                  <a:lnTo>
                    <a:pt x="809057" y="1026273"/>
                  </a:lnTo>
                  <a:lnTo>
                    <a:pt x="810128" y="1025785"/>
                  </a:lnTo>
                  <a:lnTo>
                    <a:pt x="811200" y="1025296"/>
                  </a:lnTo>
                  <a:lnTo>
                    <a:pt x="812271" y="1024808"/>
                  </a:lnTo>
                  <a:lnTo>
                    <a:pt x="813343" y="1024319"/>
                  </a:lnTo>
                  <a:lnTo>
                    <a:pt x="814415" y="1023830"/>
                  </a:lnTo>
                  <a:lnTo>
                    <a:pt x="815486" y="1023341"/>
                  </a:lnTo>
                  <a:lnTo>
                    <a:pt x="816558" y="1022851"/>
                  </a:lnTo>
                  <a:lnTo>
                    <a:pt x="817629" y="1022362"/>
                  </a:lnTo>
                  <a:lnTo>
                    <a:pt x="818701" y="1021872"/>
                  </a:lnTo>
                  <a:lnTo>
                    <a:pt x="819773" y="1021382"/>
                  </a:lnTo>
                  <a:lnTo>
                    <a:pt x="820844" y="1020892"/>
                  </a:lnTo>
                  <a:lnTo>
                    <a:pt x="821916" y="1020402"/>
                  </a:lnTo>
                  <a:lnTo>
                    <a:pt x="822987" y="1019911"/>
                  </a:lnTo>
                  <a:lnTo>
                    <a:pt x="824059" y="1019420"/>
                  </a:lnTo>
                  <a:lnTo>
                    <a:pt x="825131" y="1018929"/>
                  </a:lnTo>
                  <a:lnTo>
                    <a:pt x="826202" y="1018438"/>
                  </a:lnTo>
                  <a:lnTo>
                    <a:pt x="827274" y="1017947"/>
                  </a:lnTo>
                  <a:lnTo>
                    <a:pt x="828345" y="1017456"/>
                  </a:lnTo>
                  <a:lnTo>
                    <a:pt x="829417" y="1016964"/>
                  </a:lnTo>
                  <a:lnTo>
                    <a:pt x="830489" y="1016472"/>
                  </a:lnTo>
                  <a:lnTo>
                    <a:pt x="831560" y="1015980"/>
                  </a:lnTo>
                  <a:lnTo>
                    <a:pt x="832632" y="1015488"/>
                  </a:lnTo>
                  <a:lnTo>
                    <a:pt x="833703" y="1014996"/>
                  </a:lnTo>
                  <a:lnTo>
                    <a:pt x="834775" y="1014503"/>
                  </a:lnTo>
                  <a:lnTo>
                    <a:pt x="835847" y="1014011"/>
                  </a:lnTo>
                  <a:lnTo>
                    <a:pt x="836918" y="1013518"/>
                  </a:lnTo>
                  <a:lnTo>
                    <a:pt x="837990" y="1013025"/>
                  </a:lnTo>
                  <a:lnTo>
                    <a:pt x="839061" y="1012532"/>
                  </a:lnTo>
                  <a:lnTo>
                    <a:pt x="840133" y="1012039"/>
                  </a:lnTo>
                  <a:lnTo>
                    <a:pt x="841205" y="1011546"/>
                  </a:lnTo>
                  <a:lnTo>
                    <a:pt x="842276" y="1011053"/>
                  </a:lnTo>
                  <a:lnTo>
                    <a:pt x="843348" y="1010559"/>
                  </a:lnTo>
                  <a:lnTo>
                    <a:pt x="844419" y="1010065"/>
                  </a:lnTo>
                  <a:lnTo>
                    <a:pt x="845491" y="1009572"/>
                  </a:lnTo>
                  <a:lnTo>
                    <a:pt x="846563" y="1009078"/>
                  </a:lnTo>
                  <a:lnTo>
                    <a:pt x="847634" y="1008584"/>
                  </a:lnTo>
                  <a:lnTo>
                    <a:pt x="848706" y="1008089"/>
                  </a:lnTo>
                  <a:lnTo>
                    <a:pt x="849777" y="1007595"/>
                  </a:lnTo>
                  <a:lnTo>
                    <a:pt x="850849" y="1007101"/>
                  </a:lnTo>
                  <a:lnTo>
                    <a:pt x="851921" y="1006606"/>
                  </a:lnTo>
                  <a:lnTo>
                    <a:pt x="852992" y="1006112"/>
                  </a:lnTo>
                  <a:lnTo>
                    <a:pt x="854064" y="1005617"/>
                  </a:lnTo>
                  <a:lnTo>
                    <a:pt x="855135" y="1005122"/>
                  </a:lnTo>
                  <a:lnTo>
                    <a:pt x="856207" y="1004627"/>
                  </a:lnTo>
                  <a:lnTo>
                    <a:pt x="857279" y="1004132"/>
                  </a:lnTo>
                  <a:lnTo>
                    <a:pt x="858350" y="1003637"/>
                  </a:lnTo>
                  <a:lnTo>
                    <a:pt x="859422" y="1003142"/>
                  </a:lnTo>
                  <a:lnTo>
                    <a:pt x="860493" y="1002647"/>
                  </a:lnTo>
                  <a:lnTo>
                    <a:pt x="861565" y="1002152"/>
                  </a:lnTo>
                  <a:lnTo>
                    <a:pt x="862637" y="1001656"/>
                  </a:lnTo>
                  <a:lnTo>
                    <a:pt x="863708" y="1001161"/>
                  </a:lnTo>
                  <a:lnTo>
                    <a:pt x="864780" y="1000665"/>
                  </a:lnTo>
                  <a:lnTo>
                    <a:pt x="865851" y="1000170"/>
                  </a:lnTo>
                  <a:lnTo>
                    <a:pt x="866923" y="999674"/>
                  </a:lnTo>
                  <a:lnTo>
                    <a:pt x="867995" y="999178"/>
                  </a:lnTo>
                  <a:lnTo>
                    <a:pt x="869066" y="998682"/>
                  </a:lnTo>
                  <a:lnTo>
                    <a:pt x="870138" y="998187"/>
                  </a:lnTo>
                  <a:lnTo>
                    <a:pt x="871209" y="997691"/>
                  </a:lnTo>
                  <a:lnTo>
                    <a:pt x="872281" y="997195"/>
                  </a:lnTo>
                  <a:lnTo>
                    <a:pt x="873353" y="996699"/>
                  </a:lnTo>
                  <a:lnTo>
                    <a:pt x="874424" y="996203"/>
                  </a:lnTo>
                  <a:lnTo>
                    <a:pt x="875496" y="995707"/>
                  </a:lnTo>
                  <a:lnTo>
                    <a:pt x="876567" y="995210"/>
                  </a:lnTo>
                  <a:lnTo>
                    <a:pt x="877639" y="994714"/>
                  </a:lnTo>
                  <a:lnTo>
                    <a:pt x="878711" y="994218"/>
                  </a:lnTo>
                  <a:lnTo>
                    <a:pt x="879782" y="993722"/>
                  </a:lnTo>
                  <a:lnTo>
                    <a:pt x="880854" y="993226"/>
                  </a:lnTo>
                  <a:lnTo>
                    <a:pt x="881925" y="992729"/>
                  </a:lnTo>
                  <a:lnTo>
                    <a:pt x="882997" y="992233"/>
                  </a:lnTo>
                  <a:lnTo>
                    <a:pt x="884069" y="991737"/>
                  </a:lnTo>
                  <a:lnTo>
                    <a:pt x="885140" y="991241"/>
                  </a:lnTo>
                  <a:lnTo>
                    <a:pt x="886212" y="990744"/>
                  </a:lnTo>
                  <a:lnTo>
                    <a:pt x="887283" y="990248"/>
                  </a:lnTo>
                  <a:lnTo>
                    <a:pt x="888355" y="989752"/>
                  </a:lnTo>
                  <a:lnTo>
                    <a:pt x="889426" y="989255"/>
                  </a:lnTo>
                  <a:lnTo>
                    <a:pt x="890498" y="988759"/>
                  </a:lnTo>
                  <a:lnTo>
                    <a:pt x="891570" y="988263"/>
                  </a:lnTo>
                  <a:lnTo>
                    <a:pt x="892641" y="987766"/>
                  </a:lnTo>
                  <a:lnTo>
                    <a:pt x="893713" y="987270"/>
                  </a:lnTo>
                  <a:lnTo>
                    <a:pt x="894784" y="986774"/>
                  </a:lnTo>
                  <a:lnTo>
                    <a:pt x="895856" y="986277"/>
                  </a:lnTo>
                  <a:lnTo>
                    <a:pt x="896928" y="985781"/>
                  </a:lnTo>
                  <a:lnTo>
                    <a:pt x="897999" y="985285"/>
                  </a:lnTo>
                  <a:lnTo>
                    <a:pt x="899071" y="984789"/>
                  </a:lnTo>
                  <a:lnTo>
                    <a:pt x="900142" y="984292"/>
                  </a:lnTo>
                  <a:lnTo>
                    <a:pt x="901214" y="983796"/>
                  </a:lnTo>
                  <a:lnTo>
                    <a:pt x="902286" y="983300"/>
                  </a:lnTo>
                  <a:lnTo>
                    <a:pt x="903357" y="982804"/>
                  </a:lnTo>
                  <a:lnTo>
                    <a:pt x="904429" y="982308"/>
                  </a:lnTo>
                  <a:lnTo>
                    <a:pt x="905500" y="981812"/>
                  </a:lnTo>
                  <a:lnTo>
                    <a:pt x="906572" y="981316"/>
                  </a:lnTo>
                  <a:lnTo>
                    <a:pt x="907644" y="980820"/>
                  </a:lnTo>
                  <a:lnTo>
                    <a:pt x="908715" y="980324"/>
                  </a:lnTo>
                  <a:lnTo>
                    <a:pt x="909787" y="979829"/>
                  </a:lnTo>
                  <a:lnTo>
                    <a:pt x="910858" y="979333"/>
                  </a:lnTo>
                  <a:lnTo>
                    <a:pt x="911930" y="978837"/>
                  </a:lnTo>
                  <a:lnTo>
                    <a:pt x="913002" y="978342"/>
                  </a:lnTo>
                  <a:lnTo>
                    <a:pt x="914073" y="977846"/>
                  </a:lnTo>
                  <a:lnTo>
                    <a:pt x="915145" y="977351"/>
                  </a:lnTo>
                  <a:lnTo>
                    <a:pt x="916216" y="976855"/>
                  </a:lnTo>
                  <a:lnTo>
                    <a:pt x="917288" y="976360"/>
                  </a:lnTo>
                  <a:lnTo>
                    <a:pt x="918360" y="975865"/>
                  </a:lnTo>
                  <a:lnTo>
                    <a:pt x="919431" y="975370"/>
                  </a:lnTo>
                  <a:lnTo>
                    <a:pt x="920503" y="974875"/>
                  </a:lnTo>
                  <a:lnTo>
                    <a:pt x="921574" y="974380"/>
                  </a:lnTo>
                  <a:lnTo>
                    <a:pt x="922646" y="973885"/>
                  </a:lnTo>
                  <a:lnTo>
                    <a:pt x="923718" y="973390"/>
                  </a:lnTo>
                  <a:lnTo>
                    <a:pt x="924789" y="972895"/>
                  </a:lnTo>
                  <a:lnTo>
                    <a:pt x="925861" y="972401"/>
                  </a:lnTo>
                  <a:lnTo>
                    <a:pt x="926932" y="971906"/>
                  </a:lnTo>
                  <a:lnTo>
                    <a:pt x="928004" y="971412"/>
                  </a:lnTo>
                  <a:lnTo>
                    <a:pt x="929076" y="970918"/>
                  </a:lnTo>
                  <a:lnTo>
                    <a:pt x="930147" y="970424"/>
                  </a:lnTo>
                  <a:lnTo>
                    <a:pt x="931219" y="969930"/>
                  </a:lnTo>
                  <a:lnTo>
                    <a:pt x="932290" y="969436"/>
                  </a:lnTo>
                  <a:lnTo>
                    <a:pt x="933362" y="968942"/>
                  </a:lnTo>
                  <a:lnTo>
                    <a:pt x="934434" y="968449"/>
                  </a:lnTo>
                  <a:lnTo>
                    <a:pt x="935505" y="967955"/>
                  </a:lnTo>
                  <a:lnTo>
                    <a:pt x="936577" y="967462"/>
                  </a:lnTo>
                  <a:lnTo>
                    <a:pt x="937648" y="966969"/>
                  </a:lnTo>
                  <a:lnTo>
                    <a:pt x="938720" y="966475"/>
                  </a:lnTo>
                  <a:lnTo>
                    <a:pt x="939792" y="965983"/>
                  </a:lnTo>
                  <a:lnTo>
                    <a:pt x="940863" y="965490"/>
                  </a:lnTo>
                  <a:lnTo>
                    <a:pt x="941935" y="964997"/>
                  </a:lnTo>
                  <a:lnTo>
                    <a:pt x="943006" y="964505"/>
                  </a:lnTo>
                  <a:lnTo>
                    <a:pt x="944078" y="964012"/>
                  </a:lnTo>
                  <a:lnTo>
                    <a:pt x="945150" y="963520"/>
                  </a:lnTo>
                  <a:lnTo>
                    <a:pt x="946221" y="963028"/>
                  </a:lnTo>
                  <a:lnTo>
                    <a:pt x="947293" y="962536"/>
                  </a:lnTo>
                  <a:lnTo>
                    <a:pt x="948364" y="962045"/>
                  </a:lnTo>
                  <a:lnTo>
                    <a:pt x="949436" y="961553"/>
                  </a:lnTo>
                  <a:lnTo>
                    <a:pt x="950508" y="961062"/>
                  </a:lnTo>
                  <a:lnTo>
                    <a:pt x="951579" y="960571"/>
                  </a:lnTo>
                  <a:lnTo>
                    <a:pt x="952651" y="960080"/>
                  </a:lnTo>
                  <a:lnTo>
                    <a:pt x="953722" y="959589"/>
                  </a:lnTo>
                  <a:lnTo>
                    <a:pt x="954794" y="959099"/>
                  </a:lnTo>
                  <a:lnTo>
                    <a:pt x="955866" y="958608"/>
                  </a:lnTo>
                  <a:lnTo>
                    <a:pt x="956937" y="958118"/>
                  </a:lnTo>
                  <a:lnTo>
                    <a:pt x="958009" y="957628"/>
                  </a:lnTo>
                  <a:lnTo>
                    <a:pt x="959080" y="957138"/>
                  </a:lnTo>
                  <a:lnTo>
                    <a:pt x="960152" y="956649"/>
                  </a:lnTo>
                  <a:lnTo>
                    <a:pt x="961224" y="956159"/>
                  </a:lnTo>
                  <a:lnTo>
                    <a:pt x="962295" y="955670"/>
                  </a:lnTo>
                  <a:lnTo>
                    <a:pt x="963367" y="955181"/>
                  </a:lnTo>
                  <a:lnTo>
                    <a:pt x="964438" y="954692"/>
                  </a:lnTo>
                  <a:lnTo>
                    <a:pt x="965510" y="954204"/>
                  </a:lnTo>
                  <a:lnTo>
                    <a:pt x="966582" y="953716"/>
                  </a:lnTo>
                  <a:lnTo>
                    <a:pt x="967653" y="953228"/>
                  </a:lnTo>
                  <a:lnTo>
                    <a:pt x="968725" y="952740"/>
                  </a:lnTo>
                  <a:lnTo>
                    <a:pt x="969796" y="952252"/>
                  </a:lnTo>
                  <a:lnTo>
                    <a:pt x="970868" y="951765"/>
                  </a:lnTo>
                  <a:lnTo>
                    <a:pt x="971940" y="951278"/>
                  </a:lnTo>
                  <a:lnTo>
                    <a:pt x="973011" y="950791"/>
                  </a:lnTo>
                  <a:lnTo>
                    <a:pt x="974083" y="950304"/>
                  </a:lnTo>
                  <a:lnTo>
                    <a:pt x="975154" y="949818"/>
                  </a:lnTo>
                  <a:lnTo>
                    <a:pt x="976226" y="949331"/>
                  </a:lnTo>
                  <a:lnTo>
                    <a:pt x="977298" y="948845"/>
                  </a:lnTo>
                  <a:lnTo>
                    <a:pt x="978369" y="948360"/>
                  </a:lnTo>
                  <a:lnTo>
                    <a:pt x="979441" y="947874"/>
                  </a:lnTo>
                  <a:lnTo>
                    <a:pt x="980512" y="947389"/>
                  </a:lnTo>
                  <a:lnTo>
                    <a:pt x="981584" y="946904"/>
                  </a:lnTo>
                  <a:lnTo>
                    <a:pt x="982656" y="946420"/>
                  </a:lnTo>
                  <a:lnTo>
                    <a:pt x="983727" y="945936"/>
                  </a:lnTo>
                  <a:lnTo>
                    <a:pt x="984799" y="945451"/>
                  </a:lnTo>
                  <a:lnTo>
                    <a:pt x="985870" y="944968"/>
                  </a:lnTo>
                  <a:lnTo>
                    <a:pt x="986942" y="944484"/>
                  </a:lnTo>
                  <a:lnTo>
                    <a:pt x="988014" y="944001"/>
                  </a:lnTo>
                  <a:lnTo>
                    <a:pt x="989085" y="943518"/>
                  </a:lnTo>
                  <a:lnTo>
                    <a:pt x="990157" y="943035"/>
                  </a:lnTo>
                  <a:lnTo>
                    <a:pt x="991228" y="942553"/>
                  </a:lnTo>
                  <a:lnTo>
                    <a:pt x="992300" y="942071"/>
                  </a:lnTo>
                  <a:lnTo>
                    <a:pt x="993372" y="941589"/>
                  </a:lnTo>
                  <a:lnTo>
                    <a:pt x="994443" y="941108"/>
                  </a:lnTo>
                  <a:lnTo>
                    <a:pt x="995515" y="940627"/>
                  </a:lnTo>
                  <a:lnTo>
                    <a:pt x="996586" y="940146"/>
                  </a:lnTo>
                  <a:lnTo>
                    <a:pt x="997658" y="939666"/>
                  </a:lnTo>
                  <a:lnTo>
                    <a:pt x="998730" y="939185"/>
                  </a:lnTo>
                  <a:lnTo>
                    <a:pt x="999801" y="938705"/>
                  </a:lnTo>
                  <a:lnTo>
                    <a:pt x="1000873" y="938226"/>
                  </a:lnTo>
                  <a:lnTo>
                    <a:pt x="1001944" y="937747"/>
                  </a:lnTo>
                  <a:lnTo>
                    <a:pt x="1003016" y="937268"/>
                  </a:lnTo>
                  <a:lnTo>
                    <a:pt x="1004088" y="936789"/>
                  </a:lnTo>
                  <a:lnTo>
                    <a:pt x="1005159" y="936311"/>
                  </a:lnTo>
                  <a:lnTo>
                    <a:pt x="1006231" y="935833"/>
                  </a:lnTo>
                  <a:lnTo>
                    <a:pt x="1007302" y="935356"/>
                  </a:lnTo>
                  <a:lnTo>
                    <a:pt x="1008374" y="934878"/>
                  </a:lnTo>
                  <a:lnTo>
                    <a:pt x="1009446" y="934402"/>
                  </a:lnTo>
                  <a:lnTo>
                    <a:pt x="1010517" y="933925"/>
                  </a:lnTo>
                  <a:lnTo>
                    <a:pt x="1011589" y="933449"/>
                  </a:lnTo>
                  <a:lnTo>
                    <a:pt x="1012660" y="932973"/>
                  </a:lnTo>
                  <a:lnTo>
                    <a:pt x="1013732" y="932498"/>
                  </a:lnTo>
                  <a:lnTo>
                    <a:pt x="1014804" y="932023"/>
                  </a:lnTo>
                  <a:lnTo>
                    <a:pt x="1015875" y="931548"/>
                  </a:lnTo>
                  <a:lnTo>
                    <a:pt x="1016947" y="931073"/>
                  </a:lnTo>
                  <a:lnTo>
                    <a:pt x="1018018" y="930599"/>
                  </a:lnTo>
                  <a:lnTo>
                    <a:pt x="1019090" y="930126"/>
                  </a:lnTo>
                  <a:lnTo>
                    <a:pt x="1020162" y="929653"/>
                  </a:lnTo>
                  <a:lnTo>
                    <a:pt x="1021233" y="929180"/>
                  </a:lnTo>
                  <a:lnTo>
                    <a:pt x="1022305" y="928707"/>
                  </a:lnTo>
                  <a:lnTo>
                    <a:pt x="1023376" y="928235"/>
                  </a:lnTo>
                  <a:lnTo>
                    <a:pt x="1024448" y="927764"/>
                  </a:lnTo>
                  <a:lnTo>
                    <a:pt x="1025520" y="927292"/>
                  </a:lnTo>
                  <a:lnTo>
                    <a:pt x="1026591" y="926821"/>
                  </a:lnTo>
                  <a:lnTo>
                    <a:pt x="1027663" y="926351"/>
                  </a:lnTo>
                  <a:lnTo>
                    <a:pt x="1028734" y="925881"/>
                  </a:lnTo>
                  <a:lnTo>
                    <a:pt x="1029806" y="925411"/>
                  </a:lnTo>
                  <a:lnTo>
                    <a:pt x="1030878" y="924942"/>
                  </a:lnTo>
                  <a:lnTo>
                    <a:pt x="1031949" y="924473"/>
                  </a:lnTo>
                  <a:lnTo>
                    <a:pt x="1033021" y="924005"/>
                  </a:lnTo>
                  <a:lnTo>
                    <a:pt x="1034092" y="923537"/>
                  </a:lnTo>
                  <a:lnTo>
                    <a:pt x="1035164" y="923069"/>
                  </a:lnTo>
                  <a:lnTo>
                    <a:pt x="1036236" y="922602"/>
                  </a:lnTo>
                  <a:lnTo>
                    <a:pt x="1037307" y="922135"/>
                  </a:lnTo>
                  <a:lnTo>
                    <a:pt x="1038379" y="921669"/>
                  </a:lnTo>
                  <a:lnTo>
                    <a:pt x="1039450" y="921203"/>
                  </a:lnTo>
                  <a:lnTo>
                    <a:pt x="1040522" y="920737"/>
                  </a:lnTo>
                  <a:lnTo>
                    <a:pt x="1041594" y="920272"/>
                  </a:lnTo>
                  <a:lnTo>
                    <a:pt x="1042665" y="919808"/>
                  </a:lnTo>
                  <a:lnTo>
                    <a:pt x="1043737" y="919344"/>
                  </a:lnTo>
                  <a:lnTo>
                    <a:pt x="1044808" y="918880"/>
                  </a:lnTo>
                  <a:lnTo>
                    <a:pt x="1045880" y="918417"/>
                  </a:lnTo>
                  <a:lnTo>
                    <a:pt x="1046952" y="917954"/>
                  </a:lnTo>
                  <a:lnTo>
                    <a:pt x="1048023" y="917492"/>
                  </a:lnTo>
                  <a:lnTo>
                    <a:pt x="1049095" y="917030"/>
                  </a:lnTo>
                  <a:lnTo>
                    <a:pt x="1050166" y="916568"/>
                  </a:lnTo>
                  <a:lnTo>
                    <a:pt x="1051238" y="916107"/>
                  </a:lnTo>
                  <a:lnTo>
                    <a:pt x="1052310" y="915647"/>
                  </a:lnTo>
                  <a:lnTo>
                    <a:pt x="1053381" y="915187"/>
                  </a:lnTo>
                  <a:lnTo>
                    <a:pt x="1054453" y="914727"/>
                  </a:lnTo>
                  <a:lnTo>
                    <a:pt x="1055524" y="914268"/>
                  </a:lnTo>
                  <a:lnTo>
                    <a:pt x="1056596" y="913810"/>
                  </a:lnTo>
                  <a:lnTo>
                    <a:pt x="1057668" y="913352"/>
                  </a:lnTo>
                  <a:lnTo>
                    <a:pt x="1058739" y="912894"/>
                  </a:lnTo>
                  <a:lnTo>
                    <a:pt x="1059811" y="912437"/>
                  </a:lnTo>
                  <a:lnTo>
                    <a:pt x="1060882" y="911981"/>
                  </a:lnTo>
                  <a:lnTo>
                    <a:pt x="1061954" y="911525"/>
                  </a:lnTo>
                  <a:lnTo>
                    <a:pt x="1063026" y="911069"/>
                  </a:lnTo>
                  <a:lnTo>
                    <a:pt x="1064097" y="910614"/>
                  </a:lnTo>
                  <a:lnTo>
                    <a:pt x="1065169" y="910159"/>
                  </a:lnTo>
                  <a:lnTo>
                    <a:pt x="1066240" y="909705"/>
                  </a:lnTo>
                  <a:lnTo>
                    <a:pt x="1067312" y="909252"/>
                  </a:lnTo>
                  <a:lnTo>
                    <a:pt x="1068383" y="908799"/>
                  </a:lnTo>
                  <a:lnTo>
                    <a:pt x="1069455" y="908346"/>
                  </a:lnTo>
                  <a:lnTo>
                    <a:pt x="1070527" y="907894"/>
                  </a:lnTo>
                  <a:lnTo>
                    <a:pt x="1071598" y="907443"/>
                  </a:lnTo>
                  <a:lnTo>
                    <a:pt x="1072670" y="906992"/>
                  </a:lnTo>
                  <a:lnTo>
                    <a:pt x="1073741" y="906541"/>
                  </a:lnTo>
                  <a:lnTo>
                    <a:pt x="1074813" y="906091"/>
                  </a:lnTo>
                  <a:lnTo>
                    <a:pt x="1075885" y="905642"/>
                  </a:lnTo>
                  <a:lnTo>
                    <a:pt x="1076956" y="905193"/>
                  </a:lnTo>
                  <a:lnTo>
                    <a:pt x="1078028" y="904745"/>
                  </a:lnTo>
                  <a:lnTo>
                    <a:pt x="1079099" y="904297"/>
                  </a:lnTo>
                  <a:lnTo>
                    <a:pt x="1080171" y="903850"/>
                  </a:lnTo>
                  <a:lnTo>
                    <a:pt x="1081243" y="903404"/>
                  </a:lnTo>
                  <a:lnTo>
                    <a:pt x="1082314" y="902958"/>
                  </a:lnTo>
                  <a:lnTo>
                    <a:pt x="1083386" y="902512"/>
                  </a:lnTo>
                  <a:lnTo>
                    <a:pt x="1084457" y="902067"/>
                  </a:lnTo>
                  <a:lnTo>
                    <a:pt x="1085529" y="901623"/>
                  </a:lnTo>
                  <a:lnTo>
                    <a:pt x="1086601" y="901179"/>
                  </a:lnTo>
                  <a:lnTo>
                    <a:pt x="1087672" y="900736"/>
                  </a:lnTo>
                  <a:lnTo>
                    <a:pt x="1088744" y="900293"/>
                  </a:lnTo>
                  <a:lnTo>
                    <a:pt x="1089815" y="899851"/>
                  </a:lnTo>
                  <a:lnTo>
                    <a:pt x="1090887" y="899409"/>
                  </a:lnTo>
                  <a:lnTo>
                    <a:pt x="1091959" y="898969"/>
                  </a:lnTo>
                  <a:lnTo>
                    <a:pt x="1093030" y="898528"/>
                  </a:lnTo>
                  <a:lnTo>
                    <a:pt x="1094102" y="898089"/>
                  </a:lnTo>
                  <a:lnTo>
                    <a:pt x="1095173" y="897649"/>
                  </a:lnTo>
                  <a:lnTo>
                    <a:pt x="1096245" y="897211"/>
                  </a:lnTo>
                  <a:lnTo>
                    <a:pt x="1097317" y="896773"/>
                  </a:lnTo>
                  <a:lnTo>
                    <a:pt x="1098388" y="896335"/>
                  </a:lnTo>
                  <a:lnTo>
                    <a:pt x="1099460" y="895899"/>
                  </a:lnTo>
                  <a:lnTo>
                    <a:pt x="1100531" y="895463"/>
                  </a:lnTo>
                  <a:lnTo>
                    <a:pt x="1101603" y="895027"/>
                  </a:lnTo>
                  <a:lnTo>
                    <a:pt x="1102675" y="894592"/>
                  </a:lnTo>
                  <a:lnTo>
                    <a:pt x="1103746" y="894158"/>
                  </a:lnTo>
                  <a:lnTo>
                    <a:pt x="1104818" y="893724"/>
                  </a:lnTo>
                  <a:lnTo>
                    <a:pt x="1105889" y="893291"/>
                  </a:lnTo>
                  <a:lnTo>
                    <a:pt x="1106961" y="892859"/>
                  </a:lnTo>
                  <a:lnTo>
                    <a:pt x="1108033" y="892427"/>
                  </a:lnTo>
                  <a:lnTo>
                    <a:pt x="1109104" y="891996"/>
                  </a:lnTo>
                  <a:lnTo>
                    <a:pt x="1110176" y="891565"/>
                  </a:lnTo>
                  <a:lnTo>
                    <a:pt x="1111247" y="891135"/>
                  </a:lnTo>
                  <a:lnTo>
                    <a:pt x="1112319" y="890706"/>
                  </a:lnTo>
                  <a:lnTo>
                    <a:pt x="1113391" y="890277"/>
                  </a:lnTo>
                  <a:lnTo>
                    <a:pt x="1114462" y="889849"/>
                  </a:lnTo>
                  <a:lnTo>
                    <a:pt x="1115534" y="889422"/>
                  </a:lnTo>
                  <a:lnTo>
                    <a:pt x="1116605" y="888995"/>
                  </a:lnTo>
                  <a:lnTo>
                    <a:pt x="1117677" y="888569"/>
                  </a:lnTo>
                  <a:lnTo>
                    <a:pt x="1118749" y="888144"/>
                  </a:lnTo>
                  <a:lnTo>
                    <a:pt x="1119820" y="887719"/>
                  </a:lnTo>
                  <a:lnTo>
                    <a:pt x="1120892" y="887295"/>
                  </a:lnTo>
                  <a:lnTo>
                    <a:pt x="1121963" y="886872"/>
                  </a:lnTo>
                  <a:lnTo>
                    <a:pt x="1123035" y="886449"/>
                  </a:lnTo>
                  <a:lnTo>
                    <a:pt x="1124107" y="886027"/>
                  </a:lnTo>
                  <a:lnTo>
                    <a:pt x="1125178" y="885605"/>
                  </a:lnTo>
                  <a:lnTo>
                    <a:pt x="1126250" y="885185"/>
                  </a:lnTo>
                  <a:lnTo>
                    <a:pt x="1127321" y="884765"/>
                  </a:lnTo>
                  <a:lnTo>
                    <a:pt x="1128393" y="884345"/>
                  </a:lnTo>
                  <a:lnTo>
                    <a:pt x="1129465" y="883927"/>
                  </a:lnTo>
                  <a:lnTo>
                    <a:pt x="1130536" y="883509"/>
                  </a:lnTo>
                  <a:lnTo>
                    <a:pt x="1131608" y="883091"/>
                  </a:lnTo>
                  <a:lnTo>
                    <a:pt x="1132679" y="882675"/>
                  </a:lnTo>
                  <a:lnTo>
                    <a:pt x="1133751" y="882259"/>
                  </a:lnTo>
                  <a:lnTo>
                    <a:pt x="1134823" y="881843"/>
                  </a:lnTo>
                  <a:lnTo>
                    <a:pt x="1135894" y="881429"/>
                  </a:lnTo>
                  <a:lnTo>
                    <a:pt x="1136966" y="881015"/>
                  </a:lnTo>
                  <a:lnTo>
                    <a:pt x="1138037" y="880601"/>
                  </a:lnTo>
                  <a:lnTo>
                    <a:pt x="1139109" y="880189"/>
                  </a:lnTo>
                  <a:lnTo>
                    <a:pt x="1140181" y="879777"/>
                  </a:lnTo>
                  <a:lnTo>
                    <a:pt x="1141252" y="879365"/>
                  </a:lnTo>
                  <a:lnTo>
                    <a:pt x="1142324" y="878954"/>
                  </a:lnTo>
                  <a:lnTo>
                    <a:pt x="1143395" y="878544"/>
                  </a:lnTo>
                  <a:lnTo>
                    <a:pt x="1144467" y="878135"/>
                  </a:lnTo>
                  <a:lnTo>
                    <a:pt x="1145539" y="877726"/>
                  </a:lnTo>
                  <a:lnTo>
                    <a:pt x="1146610" y="877317"/>
                  </a:lnTo>
                  <a:lnTo>
                    <a:pt x="1147682" y="876910"/>
                  </a:lnTo>
                  <a:lnTo>
                    <a:pt x="1148753" y="876503"/>
                  </a:lnTo>
                  <a:lnTo>
                    <a:pt x="1149825" y="876096"/>
                  </a:lnTo>
                  <a:lnTo>
                    <a:pt x="1150897" y="875690"/>
                  </a:lnTo>
                  <a:lnTo>
                    <a:pt x="1151968" y="875285"/>
                  </a:lnTo>
                  <a:lnTo>
                    <a:pt x="1153040" y="874880"/>
                  </a:lnTo>
                  <a:lnTo>
                    <a:pt x="1154111" y="874476"/>
                  </a:lnTo>
                  <a:lnTo>
                    <a:pt x="1155183" y="874073"/>
                  </a:lnTo>
                  <a:lnTo>
                    <a:pt x="1156255" y="873670"/>
                  </a:lnTo>
                  <a:lnTo>
                    <a:pt x="1157326" y="873268"/>
                  </a:lnTo>
                  <a:lnTo>
                    <a:pt x="1158398" y="872866"/>
                  </a:lnTo>
                  <a:lnTo>
                    <a:pt x="1159469" y="872465"/>
                  </a:lnTo>
                  <a:lnTo>
                    <a:pt x="1160541" y="872064"/>
                  </a:lnTo>
                  <a:lnTo>
                    <a:pt x="1161613" y="871665"/>
                  </a:lnTo>
                  <a:lnTo>
                    <a:pt x="1162684" y="871265"/>
                  </a:lnTo>
                  <a:lnTo>
                    <a:pt x="1163756" y="870866"/>
                  </a:lnTo>
                  <a:lnTo>
                    <a:pt x="1164827" y="870468"/>
                  </a:lnTo>
                  <a:lnTo>
                    <a:pt x="1165899" y="870070"/>
                  </a:lnTo>
                  <a:lnTo>
                    <a:pt x="1166971" y="869673"/>
                  </a:lnTo>
                  <a:lnTo>
                    <a:pt x="1168042" y="869277"/>
                  </a:lnTo>
                  <a:lnTo>
                    <a:pt x="1169114" y="868880"/>
                  </a:lnTo>
                  <a:lnTo>
                    <a:pt x="1170185" y="868485"/>
                  </a:lnTo>
                  <a:lnTo>
                    <a:pt x="1171257" y="868090"/>
                  </a:lnTo>
                  <a:lnTo>
                    <a:pt x="1172329" y="867695"/>
                  </a:lnTo>
                  <a:lnTo>
                    <a:pt x="1173400" y="867302"/>
                  </a:lnTo>
                  <a:lnTo>
                    <a:pt x="1174472" y="866908"/>
                  </a:lnTo>
                  <a:lnTo>
                    <a:pt x="1175543" y="866515"/>
                  </a:lnTo>
                  <a:lnTo>
                    <a:pt x="1176615" y="866123"/>
                  </a:lnTo>
                  <a:lnTo>
                    <a:pt x="1177687" y="865731"/>
                  </a:lnTo>
                  <a:lnTo>
                    <a:pt x="1178758" y="865340"/>
                  </a:lnTo>
                  <a:lnTo>
                    <a:pt x="1179830" y="864949"/>
                  </a:lnTo>
                  <a:lnTo>
                    <a:pt x="1180901" y="864559"/>
                  </a:lnTo>
                  <a:lnTo>
                    <a:pt x="1181973" y="864169"/>
                  </a:lnTo>
                  <a:lnTo>
                    <a:pt x="1183045" y="863780"/>
                  </a:lnTo>
                  <a:lnTo>
                    <a:pt x="1184116" y="863391"/>
                  </a:lnTo>
                  <a:lnTo>
                    <a:pt x="1185188" y="863002"/>
                  </a:lnTo>
                  <a:lnTo>
                    <a:pt x="1186259" y="862615"/>
                  </a:lnTo>
                  <a:lnTo>
                    <a:pt x="1187331" y="862227"/>
                  </a:lnTo>
                  <a:lnTo>
                    <a:pt x="1188403" y="861840"/>
                  </a:lnTo>
                  <a:lnTo>
                    <a:pt x="1189474" y="861454"/>
                  </a:lnTo>
                  <a:lnTo>
                    <a:pt x="1190546" y="861068"/>
                  </a:lnTo>
                  <a:lnTo>
                    <a:pt x="1191617" y="860682"/>
                  </a:lnTo>
                  <a:lnTo>
                    <a:pt x="1192689" y="860297"/>
                  </a:lnTo>
                  <a:lnTo>
                    <a:pt x="1193761" y="859913"/>
                  </a:lnTo>
                  <a:lnTo>
                    <a:pt x="1194832" y="859529"/>
                  </a:lnTo>
                  <a:lnTo>
                    <a:pt x="1195904" y="859145"/>
                  </a:lnTo>
                  <a:lnTo>
                    <a:pt x="1196975" y="858762"/>
                  </a:lnTo>
                  <a:lnTo>
                    <a:pt x="1198047" y="858379"/>
                  </a:lnTo>
                  <a:lnTo>
                    <a:pt x="1199119" y="857997"/>
                  </a:lnTo>
                  <a:lnTo>
                    <a:pt x="1200190" y="857615"/>
                  </a:lnTo>
                  <a:lnTo>
                    <a:pt x="1201262" y="857233"/>
                  </a:lnTo>
                  <a:lnTo>
                    <a:pt x="1202333" y="856852"/>
                  </a:lnTo>
                  <a:lnTo>
                    <a:pt x="1203405" y="856471"/>
                  </a:lnTo>
                  <a:lnTo>
                    <a:pt x="1204477" y="856091"/>
                  </a:lnTo>
                  <a:lnTo>
                    <a:pt x="1205548" y="855711"/>
                  </a:lnTo>
                  <a:lnTo>
                    <a:pt x="1206620" y="855332"/>
                  </a:lnTo>
                  <a:lnTo>
                    <a:pt x="1207691" y="854953"/>
                  </a:lnTo>
                  <a:lnTo>
                    <a:pt x="1208763" y="854574"/>
                  </a:lnTo>
                  <a:lnTo>
                    <a:pt x="1209835" y="854196"/>
                  </a:lnTo>
                  <a:lnTo>
                    <a:pt x="1210906" y="853818"/>
                  </a:lnTo>
                  <a:lnTo>
                    <a:pt x="1211978" y="853441"/>
                  </a:lnTo>
                  <a:lnTo>
                    <a:pt x="1213049" y="853064"/>
                  </a:lnTo>
                  <a:lnTo>
                    <a:pt x="1214121" y="852687"/>
                  </a:lnTo>
                  <a:lnTo>
                    <a:pt x="1215193" y="852311"/>
                  </a:lnTo>
                  <a:lnTo>
                    <a:pt x="1216264" y="851935"/>
                  </a:lnTo>
                  <a:lnTo>
                    <a:pt x="1217336" y="851559"/>
                  </a:lnTo>
                  <a:lnTo>
                    <a:pt x="1218407" y="851184"/>
                  </a:lnTo>
                  <a:lnTo>
                    <a:pt x="1219479" y="850809"/>
                  </a:lnTo>
                  <a:lnTo>
                    <a:pt x="1220551" y="850434"/>
                  </a:lnTo>
                  <a:lnTo>
                    <a:pt x="1221622" y="850060"/>
                  </a:lnTo>
                  <a:lnTo>
                    <a:pt x="1222694" y="849686"/>
                  </a:lnTo>
                  <a:lnTo>
                    <a:pt x="1223765" y="849313"/>
                  </a:lnTo>
                  <a:lnTo>
                    <a:pt x="1224837" y="848940"/>
                  </a:lnTo>
                  <a:lnTo>
                    <a:pt x="1225909" y="848567"/>
                  </a:lnTo>
                  <a:lnTo>
                    <a:pt x="1226980" y="848194"/>
                  </a:lnTo>
                  <a:lnTo>
                    <a:pt x="1228052" y="847822"/>
                  </a:lnTo>
                  <a:lnTo>
                    <a:pt x="1229123" y="847450"/>
                  </a:lnTo>
                  <a:lnTo>
                    <a:pt x="1230195" y="847079"/>
                  </a:lnTo>
                  <a:lnTo>
                    <a:pt x="1231267" y="846708"/>
                  </a:lnTo>
                  <a:lnTo>
                    <a:pt x="1232338" y="846337"/>
                  </a:lnTo>
                  <a:lnTo>
                    <a:pt x="1233410" y="845966"/>
                  </a:lnTo>
                  <a:lnTo>
                    <a:pt x="1234481" y="845596"/>
                  </a:lnTo>
                  <a:lnTo>
                    <a:pt x="1235553" y="845226"/>
                  </a:lnTo>
                  <a:lnTo>
                    <a:pt x="1236625" y="844856"/>
                  </a:lnTo>
                  <a:lnTo>
                    <a:pt x="1237696" y="844486"/>
                  </a:lnTo>
                  <a:lnTo>
                    <a:pt x="1238768" y="844117"/>
                  </a:lnTo>
                  <a:lnTo>
                    <a:pt x="1239839" y="843748"/>
                  </a:lnTo>
                  <a:lnTo>
                    <a:pt x="1240911" y="843380"/>
                  </a:lnTo>
                  <a:lnTo>
                    <a:pt x="1241983" y="843011"/>
                  </a:lnTo>
                  <a:lnTo>
                    <a:pt x="1243054" y="842643"/>
                  </a:lnTo>
                  <a:lnTo>
                    <a:pt x="1244126" y="842275"/>
                  </a:lnTo>
                  <a:lnTo>
                    <a:pt x="1245197" y="841908"/>
                  </a:lnTo>
                  <a:lnTo>
                    <a:pt x="1246269" y="841540"/>
                  </a:lnTo>
                  <a:lnTo>
                    <a:pt x="1247340" y="841173"/>
                  </a:lnTo>
                  <a:lnTo>
                    <a:pt x="1248412" y="840806"/>
                  </a:lnTo>
                  <a:lnTo>
                    <a:pt x="1249484" y="840439"/>
                  </a:lnTo>
                  <a:lnTo>
                    <a:pt x="1250555" y="840073"/>
                  </a:lnTo>
                  <a:lnTo>
                    <a:pt x="1251627" y="839707"/>
                  </a:lnTo>
                  <a:lnTo>
                    <a:pt x="1252698" y="839341"/>
                  </a:lnTo>
                  <a:lnTo>
                    <a:pt x="1253770" y="838975"/>
                  </a:lnTo>
                  <a:lnTo>
                    <a:pt x="1254842" y="838609"/>
                  </a:lnTo>
                  <a:lnTo>
                    <a:pt x="1255913" y="838244"/>
                  </a:lnTo>
                  <a:lnTo>
                    <a:pt x="1256985" y="837879"/>
                  </a:lnTo>
                  <a:lnTo>
                    <a:pt x="1258056" y="837514"/>
                  </a:lnTo>
                  <a:lnTo>
                    <a:pt x="1259128" y="837149"/>
                  </a:lnTo>
                  <a:lnTo>
                    <a:pt x="1260200" y="836785"/>
                  </a:lnTo>
                  <a:lnTo>
                    <a:pt x="1261271" y="836420"/>
                  </a:lnTo>
                  <a:lnTo>
                    <a:pt x="1262343" y="836056"/>
                  </a:lnTo>
                  <a:lnTo>
                    <a:pt x="1263414" y="835692"/>
                  </a:lnTo>
                  <a:lnTo>
                    <a:pt x="1264486" y="835328"/>
                  </a:lnTo>
                  <a:lnTo>
                    <a:pt x="1265558" y="834964"/>
                  </a:lnTo>
                  <a:lnTo>
                    <a:pt x="1266629" y="834601"/>
                  </a:lnTo>
                  <a:lnTo>
                    <a:pt x="1267701" y="834237"/>
                  </a:lnTo>
                  <a:lnTo>
                    <a:pt x="1268772" y="833874"/>
                  </a:lnTo>
                  <a:lnTo>
                    <a:pt x="1269844" y="833511"/>
                  </a:lnTo>
                  <a:lnTo>
                    <a:pt x="1270916" y="833148"/>
                  </a:lnTo>
                  <a:lnTo>
                    <a:pt x="1271987" y="832785"/>
                  </a:lnTo>
                  <a:lnTo>
                    <a:pt x="1273059" y="832422"/>
                  </a:lnTo>
                  <a:lnTo>
                    <a:pt x="1274130" y="832060"/>
                  </a:lnTo>
                  <a:lnTo>
                    <a:pt x="1275202" y="831697"/>
                  </a:lnTo>
                  <a:lnTo>
                    <a:pt x="1276274" y="831335"/>
                  </a:lnTo>
                  <a:lnTo>
                    <a:pt x="1277345" y="830973"/>
                  </a:lnTo>
                  <a:lnTo>
                    <a:pt x="1278417" y="830611"/>
                  </a:lnTo>
                  <a:lnTo>
                    <a:pt x="1279488" y="830249"/>
                  </a:lnTo>
                  <a:lnTo>
                    <a:pt x="1280560" y="829887"/>
                  </a:lnTo>
                  <a:lnTo>
                    <a:pt x="1281632" y="829525"/>
                  </a:lnTo>
                  <a:lnTo>
                    <a:pt x="1282703" y="829163"/>
                  </a:lnTo>
                  <a:lnTo>
                    <a:pt x="1283775" y="828801"/>
                  </a:lnTo>
                  <a:lnTo>
                    <a:pt x="1284846" y="828440"/>
                  </a:lnTo>
                  <a:lnTo>
                    <a:pt x="1285918" y="828078"/>
                  </a:lnTo>
                  <a:lnTo>
                    <a:pt x="1286990" y="827717"/>
                  </a:lnTo>
                  <a:lnTo>
                    <a:pt x="1288061" y="827356"/>
                  </a:lnTo>
                  <a:lnTo>
                    <a:pt x="1289133" y="826994"/>
                  </a:lnTo>
                  <a:lnTo>
                    <a:pt x="1290204" y="826633"/>
                  </a:lnTo>
                  <a:lnTo>
                    <a:pt x="1291276" y="826272"/>
                  </a:lnTo>
                  <a:lnTo>
                    <a:pt x="1292348" y="825911"/>
                  </a:lnTo>
                  <a:lnTo>
                    <a:pt x="1293419" y="825550"/>
                  </a:lnTo>
                  <a:lnTo>
                    <a:pt x="1294491" y="825189"/>
                  </a:lnTo>
                  <a:lnTo>
                    <a:pt x="1295562" y="824828"/>
                  </a:lnTo>
                  <a:lnTo>
                    <a:pt x="1296634" y="824467"/>
                  </a:lnTo>
                  <a:lnTo>
                    <a:pt x="1297706" y="824106"/>
                  </a:lnTo>
                  <a:lnTo>
                    <a:pt x="1298777" y="823745"/>
                  </a:lnTo>
                  <a:lnTo>
                    <a:pt x="1299849" y="823384"/>
                  </a:lnTo>
                  <a:lnTo>
                    <a:pt x="1300920" y="823023"/>
                  </a:lnTo>
                  <a:lnTo>
                    <a:pt x="1301992" y="822662"/>
                  </a:lnTo>
                  <a:lnTo>
                    <a:pt x="1303064" y="822301"/>
                  </a:lnTo>
                  <a:lnTo>
                    <a:pt x="1304135" y="821940"/>
                  </a:lnTo>
                  <a:lnTo>
                    <a:pt x="1305207" y="821579"/>
                  </a:lnTo>
                  <a:lnTo>
                    <a:pt x="1306278" y="821218"/>
                  </a:lnTo>
                  <a:lnTo>
                    <a:pt x="1307350" y="820857"/>
                  </a:lnTo>
                  <a:lnTo>
                    <a:pt x="1308422" y="820496"/>
                  </a:lnTo>
                  <a:lnTo>
                    <a:pt x="1309493" y="820135"/>
                  </a:lnTo>
                  <a:lnTo>
                    <a:pt x="1310565" y="819774"/>
                  </a:lnTo>
                  <a:lnTo>
                    <a:pt x="1311636" y="819413"/>
                  </a:lnTo>
                  <a:lnTo>
                    <a:pt x="1312708" y="819051"/>
                  </a:lnTo>
                  <a:lnTo>
                    <a:pt x="1313780" y="818690"/>
                  </a:lnTo>
                  <a:lnTo>
                    <a:pt x="1314851" y="818329"/>
                  </a:lnTo>
                  <a:lnTo>
                    <a:pt x="1315923" y="817968"/>
                  </a:lnTo>
                  <a:lnTo>
                    <a:pt x="1316994" y="817606"/>
                  </a:lnTo>
                  <a:lnTo>
                    <a:pt x="1318066" y="817245"/>
                  </a:lnTo>
                  <a:lnTo>
                    <a:pt x="1319138" y="816883"/>
                  </a:lnTo>
                  <a:lnTo>
                    <a:pt x="1320209" y="816521"/>
                  </a:lnTo>
                  <a:lnTo>
                    <a:pt x="1321281" y="816160"/>
                  </a:lnTo>
                  <a:lnTo>
                    <a:pt x="1322352" y="815798"/>
                  </a:lnTo>
                  <a:lnTo>
                    <a:pt x="1323424" y="815436"/>
                  </a:lnTo>
                  <a:lnTo>
                    <a:pt x="1324496" y="815074"/>
                  </a:lnTo>
                  <a:lnTo>
                    <a:pt x="1325567" y="814712"/>
                  </a:lnTo>
                  <a:lnTo>
                    <a:pt x="1326639" y="814350"/>
                  </a:lnTo>
                  <a:lnTo>
                    <a:pt x="1327710" y="813987"/>
                  </a:lnTo>
                  <a:lnTo>
                    <a:pt x="1328782" y="813625"/>
                  </a:lnTo>
                  <a:lnTo>
                    <a:pt x="1329854" y="813262"/>
                  </a:lnTo>
                  <a:lnTo>
                    <a:pt x="1330925" y="812900"/>
                  </a:lnTo>
                  <a:lnTo>
                    <a:pt x="1331997" y="812537"/>
                  </a:lnTo>
                  <a:lnTo>
                    <a:pt x="1333068" y="812174"/>
                  </a:lnTo>
                  <a:lnTo>
                    <a:pt x="1334140" y="811811"/>
                  </a:lnTo>
                  <a:lnTo>
                    <a:pt x="1335212" y="811447"/>
                  </a:lnTo>
                  <a:lnTo>
                    <a:pt x="1336283" y="811084"/>
                  </a:lnTo>
                  <a:lnTo>
                    <a:pt x="1337355" y="810720"/>
                  </a:lnTo>
                  <a:lnTo>
                    <a:pt x="1338426" y="810357"/>
                  </a:lnTo>
                  <a:lnTo>
                    <a:pt x="1339498" y="809993"/>
                  </a:lnTo>
                  <a:lnTo>
                    <a:pt x="1340570" y="809629"/>
                  </a:lnTo>
                  <a:lnTo>
                    <a:pt x="1341641" y="809264"/>
                  </a:lnTo>
                  <a:lnTo>
                    <a:pt x="1342713" y="808900"/>
                  </a:lnTo>
                  <a:lnTo>
                    <a:pt x="1343784" y="808535"/>
                  </a:lnTo>
                  <a:lnTo>
                    <a:pt x="1344856" y="808170"/>
                  </a:lnTo>
                  <a:lnTo>
                    <a:pt x="1345928" y="807805"/>
                  </a:lnTo>
                  <a:lnTo>
                    <a:pt x="1346999" y="807440"/>
                  </a:lnTo>
                  <a:lnTo>
                    <a:pt x="1348071" y="807075"/>
                  </a:lnTo>
                  <a:lnTo>
                    <a:pt x="1349142" y="806709"/>
                  </a:lnTo>
                  <a:lnTo>
                    <a:pt x="1350214" y="806343"/>
                  </a:lnTo>
                  <a:lnTo>
                    <a:pt x="1351286" y="805977"/>
                  </a:lnTo>
                  <a:lnTo>
                    <a:pt x="1352357" y="805611"/>
                  </a:lnTo>
                  <a:lnTo>
                    <a:pt x="1353429" y="805244"/>
                  </a:lnTo>
                  <a:lnTo>
                    <a:pt x="1354500" y="804877"/>
                  </a:lnTo>
                  <a:lnTo>
                    <a:pt x="1355572" y="804510"/>
                  </a:lnTo>
                  <a:lnTo>
                    <a:pt x="1356644" y="804143"/>
                  </a:lnTo>
                  <a:lnTo>
                    <a:pt x="1357715" y="803775"/>
                  </a:lnTo>
                  <a:lnTo>
                    <a:pt x="1358787" y="803407"/>
                  </a:lnTo>
                  <a:lnTo>
                    <a:pt x="1359858" y="803039"/>
                  </a:lnTo>
                  <a:lnTo>
                    <a:pt x="1360930" y="802671"/>
                  </a:lnTo>
                  <a:lnTo>
                    <a:pt x="1362002" y="802302"/>
                  </a:lnTo>
                  <a:lnTo>
                    <a:pt x="1363073" y="801933"/>
                  </a:lnTo>
                  <a:lnTo>
                    <a:pt x="1364145" y="801564"/>
                  </a:lnTo>
                  <a:lnTo>
                    <a:pt x="1365216" y="801195"/>
                  </a:lnTo>
                  <a:lnTo>
                    <a:pt x="1366288" y="800825"/>
                  </a:lnTo>
                  <a:lnTo>
                    <a:pt x="1367360" y="800455"/>
                  </a:lnTo>
                  <a:lnTo>
                    <a:pt x="1368431" y="800084"/>
                  </a:lnTo>
                  <a:lnTo>
                    <a:pt x="1369503" y="799713"/>
                  </a:lnTo>
                  <a:lnTo>
                    <a:pt x="1370574" y="799342"/>
                  </a:lnTo>
                  <a:lnTo>
                    <a:pt x="1371646" y="798971"/>
                  </a:lnTo>
                  <a:lnTo>
                    <a:pt x="1372718" y="798599"/>
                  </a:lnTo>
                  <a:lnTo>
                    <a:pt x="1373789" y="798227"/>
                  </a:lnTo>
                  <a:lnTo>
                    <a:pt x="1374861" y="797855"/>
                  </a:lnTo>
                  <a:lnTo>
                    <a:pt x="1375932" y="797482"/>
                  </a:lnTo>
                  <a:lnTo>
                    <a:pt x="1377004" y="797109"/>
                  </a:lnTo>
                  <a:lnTo>
                    <a:pt x="1378076" y="796736"/>
                  </a:lnTo>
                  <a:lnTo>
                    <a:pt x="1379147" y="796362"/>
                  </a:lnTo>
                  <a:lnTo>
                    <a:pt x="1380219" y="795988"/>
                  </a:lnTo>
                  <a:lnTo>
                    <a:pt x="1381290" y="795614"/>
                  </a:lnTo>
                  <a:lnTo>
                    <a:pt x="1382362" y="795239"/>
                  </a:lnTo>
                  <a:lnTo>
                    <a:pt x="1383434" y="794863"/>
                  </a:lnTo>
                  <a:lnTo>
                    <a:pt x="1384505" y="794488"/>
                  </a:lnTo>
                  <a:lnTo>
                    <a:pt x="1385577" y="794112"/>
                  </a:lnTo>
                  <a:lnTo>
                    <a:pt x="1386648" y="793735"/>
                  </a:lnTo>
                  <a:lnTo>
                    <a:pt x="1387720" y="793359"/>
                  </a:lnTo>
                  <a:lnTo>
                    <a:pt x="1388792" y="792981"/>
                  </a:lnTo>
                  <a:lnTo>
                    <a:pt x="1389863" y="792604"/>
                  </a:lnTo>
                  <a:lnTo>
                    <a:pt x="1390935" y="792226"/>
                  </a:lnTo>
                  <a:lnTo>
                    <a:pt x="1392006" y="791847"/>
                  </a:lnTo>
                  <a:lnTo>
                    <a:pt x="1393078" y="791468"/>
                  </a:lnTo>
                  <a:lnTo>
                    <a:pt x="1394150" y="791089"/>
                  </a:lnTo>
                  <a:lnTo>
                    <a:pt x="1395221" y="790709"/>
                  </a:lnTo>
                  <a:lnTo>
                    <a:pt x="1396293" y="790329"/>
                  </a:lnTo>
                  <a:lnTo>
                    <a:pt x="1397364" y="789949"/>
                  </a:lnTo>
                  <a:lnTo>
                    <a:pt x="1398436" y="789568"/>
                  </a:lnTo>
                  <a:lnTo>
                    <a:pt x="1399508" y="789186"/>
                  </a:lnTo>
                  <a:lnTo>
                    <a:pt x="1400579" y="788804"/>
                  </a:lnTo>
                  <a:lnTo>
                    <a:pt x="1401651" y="788422"/>
                  </a:lnTo>
                  <a:lnTo>
                    <a:pt x="1402722" y="788039"/>
                  </a:lnTo>
                  <a:lnTo>
                    <a:pt x="1403794" y="787655"/>
                  </a:lnTo>
                  <a:lnTo>
                    <a:pt x="1404866" y="787271"/>
                  </a:lnTo>
                  <a:lnTo>
                    <a:pt x="1405937" y="786887"/>
                  </a:lnTo>
                  <a:lnTo>
                    <a:pt x="1407009" y="786502"/>
                  </a:lnTo>
                  <a:lnTo>
                    <a:pt x="1408080" y="786117"/>
                  </a:lnTo>
                  <a:lnTo>
                    <a:pt x="1409152" y="785731"/>
                  </a:lnTo>
                  <a:lnTo>
                    <a:pt x="1410224" y="785345"/>
                  </a:lnTo>
                  <a:lnTo>
                    <a:pt x="1411295" y="784958"/>
                  </a:lnTo>
                  <a:lnTo>
                    <a:pt x="1412367" y="784571"/>
                  </a:lnTo>
                  <a:lnTo>
                    <a:pt x="1413438" y="784183"/>
                  </a:lnTo>
                  <a:lnTo>
                    <a:pt x="1414510" y="783794"/>
                  </a:lnTo>
                  <a:lnTo>
                    <a:pt x="1415582" y="783405"/>
                  </a:lnTo>
                  <a:lnTo>
                    <a:pt x="1416653" y="783016"/>
                  </a:lnTo>
                  <a:lnTo>
                    <a:pt x="1417725" y="782626"/>
                  </a:lnTo>
                  <a:lnTo>
                    <a:pt x="1418796" y="782235"/>
                  </a:lnTo>
                  <a:lnTo>
                    <a:pt x="1419868" y="781844"/>
                  </a:lnTo>
                  <a:lnTo>
                    <a:pt x="1420939" y="781452"/>
                  </a:lnTo>
                  <a:lnTo>
                    <a:pt x="1422011" y="781060"/>
                  </a:lnTo>
                  <a:lnTo>
                    <a:pt x="1423083" y="780667"/>
                  </a:lnTo>
                  <a:lnTo>
                    <a:pt x="1424154" y="780274"/>
                  </a:lnTo>
                  <a:lnTo>
                    <a:pt x="1425226" y="779880"/>
                  </a:lnTo>
                  <a:lnTo>
                    <a:pt x="1426297" y="779485"/>
                  </a:lnTo>
                  <a:lnTo>
                    <a:pt x="1427369" y="779090"/>
                  </a:lnTo>
                  <a:lnTo>
                    <a:pt x="1428441" y="778694"/>
                  </a:lnTo>
                  <a:lnTo>
                    <a:pt x="1429512" y="778298"/>
                  </a:lnTo>
                  <a:lnTo>
                    <a:pt x="1430584" y="777901"/>
                  </a:lnTo>
                  <a:lnTo>
                    <a:pt x="1431655" y="777504"/>
                  </a:lnTo>
                  <a:lnTo>
                    <a:pt x="1432727" y="777105"/>
                  </a:lnTo>
                  <a:lnTo>
                    <a:pt x="1433799" y="776707"/>
                  </a:lnTo>
                  <a:lnTo>
                    <a:pt x="1434870" y="776307"/>
                  </a:lnTo>
                  <a:lnTo>
                    <a:pt x="1435942" y="775907"/>
                  </a:lnTo>
                  <a:lnTo>
                    <a:pt x="1437013" y="775507"/>
                  </a:lnTo>
                  <a:lnTo>
                    <a:pt x="1438085" y="775105"/>
                  </a:lnTo>
                  <a:lnTo>
                    <a:pt x="1439157" y="774703"/>
                  </a:lnTo>
                  <a:lnTo>
                    <a:pt x="1440228" y="774301"/>
                  </a:lnTo>
                  <a:lnTo>
                    <a:pt x="1441300" y="773897"/>
                  </a:lnTo>
                  <a:lnTo>
                    <a:pt x="1442371" y="773494"/>
                  </a:lnTo>
                  <a:lnTo>
                    <a:pt x="1443443" y="773089"/>
                  </a:lnTo>
                  <a:lnTo>
                    <a:pt x="1444515" y="772684"/>
                  </a:lnTo>
                  <a:lnTo>
                    <a:pt x="1445586" y="772278"/>
                  </a:lnTo>
                  <a:lnTo>
                    <a:pt x="1446658" y="771871"/>
                  </a:lnTo>
                  <a:lnTo>
                    <a:pt x="1447729" y="771464"/>
                  </a:lnTo>
                  <a:lnTo>
                    <a:pt x="1448801" y="771056"/>
                  </a:lnTo>
                  <a:lnTo>
                    <a:pt x="1449873" y="770647"/>
                  </a:lnTo>
                  <a:lnTo>
                    <a:pt x="1450944" y="770238"/>
                  </a:lnTo>
                  <a:lnTo>
                    <a:pt x="1452016" y="769828"/>
                  </a:lnTo>
                  <a:lnTo>
                    <a:pt x="1453087" y="769417"/>
                  </a:lnTo>
                  <a:lnTo>
                    <a:pt x="1454159" y="769006"/>
                  </a:lnTo>
                  <a:lnTo>
                    <a:pt x="1455231" y="768593"/>
                  </a:lnTo>
                  <a:lnTo>
                    <a:pt x="1456302" y="768180"/>
                  </a:lnTo>
                  <a:lnTo>
                    <a:pt x="1457374" y="767767"/>
                  </a:lnTo>
                  <a:lnTo>
                    <a:pt x="1458445" y="767352"/>
                  </a:lnTo>
                  <a:lnTo>
                    <a:pt x="1459517" y="766937"/>
                  </a:lnTo>
                  <a:lnTo>
                    <a:pt x="1460589" y="766521"/>
                  </a:lnTo>
                  <a:lnTo>
                    <a:pt x="1461660" y="766105"/>
                  </a:lnTo>
                  <a:lnTo>
                    <a:pt x="1462732" y="765687"/>
                  </a:lnTo>
                  <a:lnTo>
                    <a:pt x="1463803" y="765269"/>
                  </a:lnTo>
                  <a:lnTo>
                    <a:pt x="1464875" y="764850"/>
                  </a:lnTo>
                  <a:lnTo>
                    <a:pt x="1465947" y="764431"/>
                  </a:lnTo>
                  <a:lnTo>
                    <a:pt x="1467018" y="764010"/>
                  </a:lnTo>
                  <a:lnTo>
                    <a:pt x="1468090" y="763589"/>
                  </a:lnTo>
                  <a:lnTo>
                    <a:pt x="1469161" y="763167"/>
                  </a:lnTo>
                  <a:lnTo>
                    <a:pt x="1470233" y="762744"/>
                  </a:lnTo>
                  <a:lnTo>
                    <a:pt x="1471305" y="762321"/>
                  </a:lnTo>
                  <a:lnTo>
                    <a:pt x="1472376" y="761896"/>
                  </a:lnTo>
                  <a:lnTo>
                    <a:pt x="1473448" y="761471"/>
                  </a:lnTo>
                  <a:lnTo>
                    <a:pt x="1474519" y="761045"/>
                  </a:lnTo>
                  <a:lnTo>
                    <a:pt x="1475591" y="760618"/>
                  </a:lnTo>
                  <a:lnTo>
                    <a:pt x="1476663" y="760191"/>
                  </a:lnTo>
                  <a:lnTo>
                    <a:pt x="1477734" y="759762"/>
                  </a:lnTo>
                  <a:lnTo>
                    <a:pt x="1478806" y="759333"/>
                  </a:lnTo>
                  <a:lnTo>
                    <a:pt x="1479877" y="758903"/>
                  </a:lnTo>
                  <a:lnTo>
                    <a:pt x="1480949" y="758472"/>
                  </a:lnTo>
                  <a:lnTo>
                    <a:pt x="1482021" y="758040"/>
                  </a:lnTo>
                  <a:lnTo>
                    <a:pt x="1483092" y="757607"/>
                  </a:lnTo>
                  <a:lnTo>
                    <a:pt x="1484164" y="757174"/>
                  </a:lnTo>
                  <a:lnTo>
                    <a:pt x="1485235" y="756740"/>
                  </a:lnTo>
                  <a:lnTo>
                    <a:pt x="1486307" y="756304"/>
                  </a:lnTo>
                  <a:lnTo>
                    <a:pt x="1487379" y="755868"/>
                  </a:lnTo>
                  <a:lnTo>
                    <a:pt x="1488450" y="755431"/>
                  </a:lnTo>
                  <a:lnTo>
                    <a:pt x="1489522" y="754994"/>
                  </a:lnTo>
                  <a:lnTo>
                    <a:pt x="1490593" y="754555"/>
                  </a:lnTo>
                  <a:lnTo>
                    <a:pt x="1491665" y="754115"/>
                  </a:lnTo>
                  <a:lnTo>
                    <a:pt x="1492737" y="753675"/>
                  </a:lnTo>
                  <a:lnTo>
                    <a:pt x="1493808" y="753234"/>
                  </a:lnTo>
                  <a:lnTo>
                    <a:pt x="1494880" y="752792"/>
                  </a:lnTo>
                  <a:lnTo>
                    <a:pt x="1495951" y="752348"/>
                  </a:lnTo>
                  <a:lnTo>
                    <a:pt x="1497023" y="751904"/>
                  </a:lnTo>
                  <a:lnTo>
                    <a:pt x="1498095" y="751459"/>
                  </a:lnTo>
                  <a:lnTo>
                    <a:pt x="1499166" y="751014"/>
                  </a:lnTo>
                  <a:lnTo>
                    <a:pt x="1500238" y="750567"/>
                  </a:lnTo>
                  <a:lnTo>
                    <a:pt x="1501309" y="750119"/>
                  </a:lnTo>
                  <a:lnTo>
                    <a:pt x="1502381" y="749671"/>
                  </a:lnTo>
                  <a:lnTo>
                    <a:pt x="1503453" y="749221"/>
                  </a:lnTo>
                  <a:lnTo>
                    <a:pt x="1504524" y="748771"/>
                  </a:lnTo>
                  <a:lnTo>
                    <a:pt x="1505596" y="748319"/>
                  </a:lnTo>
                  <a:lnTo>
                    <a:pt x="1506667" y="747867"/>
                  </a:lnTo>
                  <a:lnTo>
                    <a:pt x="1507739" y="747414"/>
                  </a:lnTo>
                  <a:lnTo>
                    <a:pt x="1508811" y="746959"/>
                  </a:lnTo>
                  <a:lnTo>
                    <a:pt x="1509882" y="746504"/>
                  </a:lnTo>
                  <a:lnTo>
                    <a:pt x="1510954" y="746048"/>
                  </a:lnTo>
                  <a:lnTo>
                    <a:pt x="1512025" y="745591"/>
                  </a:lnTo>
                  <a:lnTo>
                    <a:pt x="1513097" y="745133"/>
                  </a:lnTo>
                  <a:lnTo>
                    <a:pt x="1514169" y="744674"/>
                  </a:lnTo>
                  <a:lnTo>
                    <a:pt x="1515240" y="744214"/>
                  </a:lnTo>
                  <a:lnTo>
                    <a:pt x="1516312" y="743753"/>
                  </a:lnTo>
                  <a:lnTo>
                    <a:pt x="1517383" y="743291"/>
                  </a:lnTo>
                  <a:lnTo>
                    <a:pt x="1518455" y="742828"/>
                  </a:lnTo>
                  <a:lnTo>
                    <a:pt x="1519527" y="742364"/>
                  </a:lnTo>
                  <a:lnTo>
                    <a:pt x="1520598" y="741899"/>
                  </a:lnTo>
                  <a:lnTo>
                    <a:pt x="1521670" y="741433"/>
                  </a:lnTo>
                  <a:lnTo>
                    <a:pt x="1522741" y="740966"/>
                  </a:lnTo>
                  <a:lnTo>
                    <a:pt x="1523813" y="740498"/>
                  </a:lnTo>
                  <a:lnTo>
                    <a:pt x="1524885" y="740029"/>
                  </a:lnTo>
                  <a:lnTo>
                    <a:pt x="1525956" y="739559"/>
                  </a:lnTo>
                  <a:lnTo>
                    <a:pt x="1527028" y="739088"/>
                  </a:lnTo>
                  <a:lnTo>
                    <a:pt x="1528099" y="738616"/>
                  </a:lnTo>
                  <a:lnTo>
                    <a:pt x="1529171" y="738143"/>
                  </a:lnTo>
                  <a:lnTo>
                    <a:pt x="1530243" y="737669"/>
                  </a:lnTo>
                  <a:lnTo>
                    <a:pt x="1531314" y="737193"/>
                  </a:lnTo>
                  <a:lnTo>
                    <a:pt x="1532386" y="736717"/>
                  </a:lnTo>
                  <a:lnTo>
                    <a:pt x="1533457" y="736240"/>
                  </a:lnTo>
                  <a:lnTo>
                    <a:pt x="1534529" y="735762"/>
                  </a:lnTo>
                  <a:lnTo>
                    <a:pt x="1535601" y="735283"/>
                  </a:lnTo>
                  <a:lnTo>
                    <a:pt x="1536672" y="734802"/>
                  </a:lnTo>
                  <a:lnTo>
                    <a:pt x="1537744" y="734321"/>
                  </a:lnTo>
                  <a:lnTo>
                    <a:pt x="1538815" y="733838"/>
                  </a:lnTo>
                  <a:lnTo>
                    <a:pt x="1539887" y="733355"/>
                  </a:lnTo>
                  <a:lnTo>
                    <a:pt x="1540959" y="732870"/>
                  </a:lnTo>
                  <a:lnTo>
                    <a:pt x="1542030" y="732385"/>
                  </a:lnTo>
                  <a:lnTo>
                    <a:pt x="1543102" y="731898"/>
                  </a:lnTo>
                  <a:lnTo>
                    <a:pt x="1544173" y="731410"/>
                  </a:lnTo>
                  <a:lnTo>
                    <a:pt x="1545245" y="730921"/>
                  </a:lnTo>
                  <a:lnTo>
                    <a:pt x="1546317" y="730431"/>
                  </a:lnTo>
                  <a:lnTo>
                    <a:pt x="1547388" y="729940"/>
                  </a:lnTo>
                  <a:lnTo>
                    <a:pt x="1548460" y="729448"/>
                  </a:lnTo>
                  <a:lnTo>
                    <a:pt x="1549531" y="728955"/>
                  </a:lnTo>
                  <a:lnTo>
                    <a:pt x="1550603" y="728461"/>
                  </a:lnTo>
                  <a:lnTo>
                    <a:pt x="1551675" y="727966"/>
                  </a:lnTo>
                  <a:lnTo>
                    <a:pt x="1552746" y="727469"/>
                  </a:lnTo>
                  <a:lnTo>
                    <a:pt x="1553818" y="726972"/>
                  </a:lnTo>
                  <a:lnTo>
                    <a:pt x="1554889" y="726473"/>
                  </a:lnTo>
                  <a:lnTo>
                    <a:pt x="1555961" y="725973"/>
                  </a:lnTo>
                  <a:lnTo>
                    <a:pt x="1557033" y="725473"/>
                  </a:lnTo>
                  <a:lnTo>
                    <a:pt x="1558104" y="724971"/>
                  </a:lnTo>
                  <a:lnTo>
                    <a:pt x="1559176" y="724468"/>
                  </a:lnTo>
                  <a:lnTo>
                    <a:pt x="1560247" y="723964"/>
                  </a:lnTo>
                  <a:lnTo>
                    <a:pt x="1561319" y="723458"/>
                  </a:lnTo>
                  <a:lnTo>
                    <a:pt x="1562391" y="722952"/>
                  </a:lnTo>
                  <a:lnTo>
                    <a:pt x="1563462" y="722444"/>
                  </a:lnTo>
                  <a:lnTo>
                    <a:pt x="1564534" y="721936"/>
                  </a:lnTo>
                  <a:lnTo>
                    <a:pt x="1565605" y="721426"/>
                  </a:lnTo>
                  <a:lnTo>
                    <a:pt x="1566677" y="720915"/>
                  </a:lnTo>
                  <a:lnTo>
                    <a:pt x="1567749" y="720403"/>
                  </a:lnTo>
                  <a:lnTo>
                    <a:pt x="1568820" y="719890"/>
                  </a:lnTo>
                  <a:lnTo>
                    <a:pt x="1569892" y="719376"/>
                  </a:lnTo>
                  <a:lnTo>
                    <a:pt x="1570963" y="718861"/>
                  </a:lnTo>
                  <a:lnTo>
                    <a:pt x="1572035" y="718344"/>
                  </a:lnTo>
                  <a:lnTo>
                    <a:pt x="1573107" y="717827"/>
                  </a:lnTo>
                  <a:lnTo>
                    <a:pt x="1574178" y="717308"/>
                  </a:lnTo>
                  <a:lnTo>
                    <a:pt x="1575250" y="716788"/>
                  </a:lnTo>
                  <a:lnTo>
                    <a:pt x="1576321" y="716267"/>
                  </a:lnTo>
                  <a:lnTo>
                    <a:pt x="1577393" y="715745"/>
                  </a:lnTo>
                  <a:lnTo>
                    <a:pt x="1578465" y="715222"/>
                  </a:lnTo>
                  <a:lnTo>
                    <a:pt x="1579536" y="714698"/>
                  </a:lnTo>
                  <a:lnTo>
                    <a:pt x="1580608" y="714172"/>
                  </a:lnTo>
                  <a:lnTo>
                    <a:pt x="1581679" y="713646"/>
                  </a:lnTo>
                  <a:lnTo>
                    <a:pt x="1582751" y="713118"/>
                  </a:lnTo>
                  <a:lnTo>
                    <a:pt x="1583823" y="712589"/>
                  </a:lnTo>
                  <a:lnTo>
                    <a:pt x="1584894" y="712059"/>
                  </a:lnTo>
                  <a:lnTo>
                    <a:pt x="1585966" y="711528"/>
                  </a:lnTo>
                  <a:lnTo>
                    <a:pt x="1587037" y="710995"/>
                  </a:lnTo>
                  <a:lnTo>
                    <a:pt x="1588109" y="710462"/>
                  </a:lnTo>
                  <a:lnTo>
                    <a:pt x="1589181" y="709927"/>
                  </a:lnTo>
                  <a:lnTo>
                    <a:pt x="1590252" y="709392"/>
                  </a:lnTo>
                  <a:lnTo>
                    <a:pt x="1591324" y="708855"/>
                  </a:lnTo>
                  <a:lnTo>
                    <a:pt x="1592395" y="708317"/>
                  </a:lnTo>
                  <a:lnTo>
                    <a:pt x="1593467" y="707778"/>
                  </a:lnTo>
                  <a:lnTo>
                    <a:pt x="1594539" y="707238"/>
                  </a:lnTo>
                  <a:lnTo>
                    <a:pt x="1595610" y="706696"/>
                  </a:lnTo>
                  <a:lnTo>
                    <a:pt x="1596682" y="706154"/>
                  </a:lnTo>
                  <a:lnTo>
                    <a:pt x="1597753" y="705610"/>
                  </a:lnTo>
                  <a:lnTo>
                    <a:pt x="1598825" y="705065"/>
                  </a:lnTo>
                  <a:lnTo>
                    <a:pt x="1599896" y="704519"/>
                  </a:lnTo>
                  <a:lnTo>
                    <a:pt x="1600968" y="703972"/>
                  </a:lnTo>
                  <a:lnTo>
                    <a:pt x="1602040" y="703424"/>
                  </a:lnTo>
                  <a:lnTo>
                    <a:pt x="1603111" y="702875"/>
                  </a:lnTo>
                  <a:lnTo>
                    <a:pt x="1604183" y="702325"/>
                  </a:lnTo>
                  <a:lnTo>
                    <a:pt x="1605254" y="701773"/>
                  </a:lnTo>
                  <a:lnTo>
                    <a:pt x="1606326" y="701221"/>
                  </a:lnTo>
                  <a:lnTo>
                    <a:pt x="1607398" y="700667"/>
                  </a:lnTo>
                  <a:lnTo>
                    <a:pt x="1608469" y="700112"/>
                  </a:lnTo>
                  <a:lnTo>
                    <a:pt x="1609541" y="699556"/>
                  </a:lnTo>
                  <a:lnTo>
                    <a:pt x="1610612" y="698999"/>
                  </a:lnTo>
                  <a:lnTo>
                    <a:pt x="1611684" y="698441"/>
                  </a:lnTo>
                  <a:lnTo>
                    <a:pt x="1612756" y="697881"/>
                  </a:lnTo>
                  <a:lnTo>
                    <a:pt x="1613827" y="697321"/>
                  </a:lnTo>
                  <a:lnTo>
                    <a:pt x="1614899" y="696760"/>
                  </a:lnTo>
                  <a:lnTo>
                    <a:pt x="1615970" y="696182"/>
                  </a:lnTo>
                  <a:lnTo>
                    <a:pt x="1617042" y="695346"/>
                  </a:lnTo>
                  <a:lnTo>
                    <a:pt x="1618114" y="694510"/>
                  </a:lnTo>
                  <a:lnTo>
                    <a:pt x="1619185" y="693673"/>
                  </a:lnTo>
                  <a:lnTo>
                    <a:pt x="1620257" y="692835"/>
                  </a:lnTo>
                  <a:lnTo>
                    <a:pt x="1621328" y="691998"/>
                  </a:lnTo>
                  <a:lnTo>
                    <a:pt x="1622400" y="691160"/>
                  </a:lnTo>
                  <a:lnTo>
                    <a:pt x="1623472" y="690322"/>
                  </a:lnTo>
                  <a:lnTo>
                    <a:pt x="1624543" y="689483"/>
                  </a:lnTo>
                  <a:lnTo>
                    <a:pt x="1625615" y="688644"/>
                  </a:lnTo>
                  <a:lnTo>
                    <a:pt x="1626686" y="687804"/>
                  </a:lnTo>
                  <a:lnTo>
                    <a:pt x="1627758" y="686965"/>
                  </a:lnTo>
                  <a:lnTo>
                    <a:pt x="1628830" y="686124"/>
                  </a:lnTo>
                  <a:lnTo>
                    <a:pt x="1629901" y="685284"/>
                  </a:lnTo>
                  <a:lnTo>
                    <a:pt x="1630973" y="684443"/>
                  </a:lnTo>
                  <a:lnTo>
                    <a:pt x="1632044" y="683602"/>
                  </a:lnTo>
                  <a:lnTo>
                    <a:pt x="1633116" y="682760"/>
                  </a:lnTo>
                  <a:lnTo>
                    <a:pt x="1634188" y="681918"/>
                  </a:lnTo>
                  <a:lnTo>
                    <a:pt x="1635259" y="681075"/>
                  </a:lnTo>
                  <a:lnTo>
                    <a:pt x="1636331" y="680232"/>
                  </a:lnTo>
                  <a:lnTo>
                    <a:pt x="1637402" y="679388"/>
                  </a:lnTo>
                  <a:lnTo>
                    <a:pt x="1638474" y="678544"/>
                  </a:lnTo>
                  <a:lnTo>
                    <a:pt x="1639546" y="677700"/>
                  </a:lnTo>
                  <a:lnTo>
                    <a:pt x="1640617" y="676855"/>
                  </a:lnTo>
                  <a:lnTo>
                    <a:pt x="1641689" y="676010"/>
                  </a:lnTo>
                  <a:lnTo>
                    <a:pt x="1642760" y="675164"/>
                  </a:lnTo>
                  <a:lnTo>
                    <a:pt x="1643832" y="674318"/>
                  </a:lnTo>
                  <a:lnTo>
                    <a:pt x="1644904" y="673471"/>
                  </a:lnTo>
                  <a:lnTo>
                    <a:pt x="1645975" y="672624"/>
                  </a:lnTo>
                  <a:lnTo>
                    <a:pt x="1647047" y="671776"/>
                  </a:lnTo>
                  <a:lnTo>
                    <a:pt x="1648118" y="670928"/>
                  </a:lnTo>
                  <a:lnTo>
                    <a:pt x="1649190" y="670079"/>
                  </a:lnTo>
                  <a:lnTo>
                    <a:pt x="1650262" y="669230"/>
                  </a:lnTo>
                  <a:lnTo>
                    <a:pt x="1651333" y="668380"/>
                  </a:lnTo>
                  <a:lnTo>
                    <a:pt x="1652405" y="667530"/>
                  </a:lnTo>
                  <a:lnTo>
                    <a:pt x="1653476" y="666679"/>
                  </a:lnTo>
                  <a:lnTo>
                    <a:pt x="1654548" y="665828"/>
                  </a:lnTo>
                  <a:lnTo>
                    <a:pt x="1655620" y="664976"/>
                  </a:lnTo>
                  <a:lnTo>
                    <a:pt x="1656691" y="664124"/>
                  </a:lnTo>
                  <a:lnTo>
                    <a:pt x="1657763" y="663271"/>
                  </a:lnTo>
                  <a:lnTo>
                    <a:pt x="1658834" y="662417"/>
                  </a:lnTo>
                  <a:lnTo>
                    <a:pt x="1659906" y="661563"/>
                  </a:lnTo>
                  <a:lnTo>
                    <a:pt x="1660978" y="660708"/>
                  </a:lnTo>
                  <a:lnTo>
                    <a:pt x="1662049" y="659853"/>
                  </a:lnTo>
                  <a:lnTo>
                    <a:pt x="1663121" y="658997"/>
                  </a:lnTo>
                  <a:lnTo>
                    <a:pt x="1664192" y="658141"/>
                  </a:lnTo>
                  <a:lnTo>
                    <a:pt x="1665264" y="657284"/>
                  </a:lnTo>
                  <a:lnTo>
                    <a:pt x="1666336" y="656426"/>
                  </a:lnTo>
                  <a:lnTo>
                    <a:pt x="1667407" y="655568"/>
                  </a:lnTo>
                  <a:lnTo>
                    <a:pt x="1668479" y="654709"/>
                  </a:lnTo>
                  <a:lnTo>
                    <a:pt x="1669550" y="653850"/>
                  </a:lnTo>
                  <a:lnTo>
                    <a:pt x="1670622" y="652990"/>
                  </a:lnTo>
                  <a:lnTo>
                    <a:pt x="1671694" y="652129"/>
                  </a:lnTo>
                  <a:lnTo>
                    <a:pt x="1672765" y="651268"/>
                  </a:lnTo>
                  <a:lnTo>
                    <a:pt x="1673837" y="650406"/>
                  </a:lnTo>
                  <a:lnTo>
                    <a:pt x="1674908" y="649544"/>
                  </a:lnTo>
                  <a:lnTo>
                    <a:pt x="1675980" y="648680"/>
                  </a:lnTo>
                  <a:lnTo>
                    <a:pt x="1677052" y="647816"/>
                  </a:lnTo>
                  <a:lnTo>
                    <a:pt x="1678123" y="646952"/>
                  </a:lnTo>
                  <a:lnTo>
                    <a:pt x="1679195" y="646087"/>
                  </a:lnTo>
                  <a:lnTo>
                    <a:pt x="1680266" y="645221"/>
                  </a:lnTo>
                  <a:lnTo>
                    <a:pt x="1681338" y="644354"/>
                  </a:lnTo>
                  <a:lnTo>
                    <a:pt x="1682410" y="643487"/>
                  </a:lnTo>
                  <a:lnTo>
                    <a:pt x="1683481" y="642619"/>
                  </a:lnTo>
                  <a:lnTo>
                    <a:pt x="1684553" y="641751"/>
                  </a:lnTo>
                  <a:lnTo>
                    <a:pt x="1685624" y="640881"/>
                  </a:lnTo>
                  <a:lnTo>
                    <a:pt x="1686696" y="640011"/>
                  </a:lnTo>
                  <a:lnTo>
                    <a:pt x="1687768" y="639141"/>
                  </a:lnTo>
                  <a:lnTo>
                    <a:pt x="1688839" y="638269"/>
                  </a:lnTo>
                  <a:lnTo>
                    <a:pt x="1689911" y="637397"/>
                  </a:lnTo>
                  <a:lnTo>
                    <a:pt x="1690982" y="636524"/>
                  </a:lnTo>
                  <a:lnTo>
                    <a:pt x="1692054" y="635651"/>
                  </a:lnTo>
                  <a:lnTo>
                    <a:pt x="1693126" y="634776"/>
                  </a:lnTo>
                  <a:lnTo>
                    <a:pt x="1694197" y="633902"/>
                  </a:lnTo>
                  <a:lnTo>
                    <a:pt x="1695269" y="633026"/>
                  </a:lnTo>
                  <a:lnTo>
                    <a:pt x="1696340" y="632149"/>
                  </a:lnTo>
                  <a:lnTo>
                    <a:pt x="1697412" y="631272"/>
                  </a:lnTo>
                  <a:lnTo>
                    <a:pt x="1698484" y="630394"/>
                  </a:lnTo>
                  <a:lnTo>
                    <a:pt x="1699555" y="629515"/>
                  </a:lnTo>
                  <a:lnTo>
                    <a:pt x="1700627" y="628636"/>
                  </a:lnTo>
                  <a:lnTo>
                    <a:pt x="1701698" y="627756"/>
                  </a:lnTo>
                  <a:lnTo>
                    <a:pt x="1702770" y="626875"/>
                  </a:lnTo>
                  <a:lnTo>
                    <a:pt x="1703842" y="625993"/>
                  </a:lnTo>
                  <a:lnTo>
                    <a:pt x="1704913" y="625110"/>
                  </a:lnTo>
                  <a:lnTo>
                    <a:pt x="1705985" y="624227"/>
                  </a:lnTo>
                  <a:lnTo>
                    <a:pt x="1707056" y="623343"/>
                  </a:lnTo>
                  <a:lnTo>
                    <a:pt x="1708128" y="622458"/>
                  </a:lnTo>
                  <a:lnTo>
                    <a:pt x="1709200" y="621573"/>
                  </a:lnTo>
                  <a:lnTo>
                    <a:pt x="1710271" y="620686"/>
                  </a:lnTo>
                  <a:lnTo>
                    <a:pt x="1711343" y="619799"/>
                  </a:lnTo>
                  <a:lnTo>
                    <a:pt x="1712414" y="618911"/>
                  </a:lnTo>
                  <a:lnTo>
                    <a:pt x="1713486" y="618022"/>
                  </a:lnTo>
                  <a:lnTo>
                    <a:pt x="1714558" y="617133"/>
                  </a:lnTo>
                  <a:lnTo>
                    <a:pt x="1715629" y="616242"/>
                  </a:lnTo>
                  <a:lnTo>
                    <a:pt x="1716701" y="615351"/>
                  </a:lnTo>
                  <a:lnTo>
                    <a:pt x="1717772" y="614459"/>
                  </a:lnTo>
                  <a:lnTo>
                    <a:pt x="1718844" y="613566"/>
                  </a:lnTo>
                  <a:lnTo>
                    <a:pt x="1719916" y="612672"/>
                  </a:lnTo>
                  <a:lnTo>
                    <a:pt x="1720987" y="611778"/>
                  </a:lnTo>
                  <a:lnTo>
                    <a:pt x="1722059" y="610883"/>
                  </a:lnTo>
                  <a:lnTo>
                    <a:pt x="1723130" y="609986"/>
                  </a:lnTo>
                  <a:lnTo>
                    <a:pt x="1724202" y="609089"/>
                  </a:lnTo>
                  <a:lnTo>
                    <a:pt x="1725274" y="608192"/>
                  </a:lnTo>
                  <a:lnTo>
                    <a:pt x="1726345" y="607293"/>
                  </a:lnTo>
                  <a:lnTo>
                    <a:pt x="1727417" y="606394"/>
                  </a:lnTo>
                  <a:lnTo>
                    <a:pt x="1728488" y="605493"/>
                  </a:lnTo>
                  <a:lnTo>
                    <a:pt x="1729560" y="604592"/>
                  </a:lnTo>
                  <a:lnTo>
                    <a:pt x="1730632" y="603690"/>
                  </a:lnTo>
                  <a:lnTo>
                    <a:pt x="1731703" y="602787"/>
                  </a:lnTo>
                  <a:lnTo>
                    <a:pt x="1732775" y="601884"/>
                  </a:lnTo>
                  <a:lnTo>
                    <a:pt x="1733846" y="600979"/>
                  </a:lnTo>
                  <a:lnTo>
                    <a:pt x="1734918" y="600074"/>
                  </a:lnTo>
                  <a:lnTo>
                    <a:pt x="1735990" y="599168"/>
                  </a:lnTo>
                  <a:lnTo>
                    <a:pt x="1737061" y="598261"/>
                  </a:lnTo>
                  <a:lnTo>
                    <a:pt x="1738133" y="597353"/>
                  </a:lnTo>
                  <a:lnTo>
                    <a:pt x="1739204" y="596444"/>
                  </a:lnTo>
                  <a:lnTo>
                    <a:pt x="1740276" y="595534"/>
                  </a:lnTo>
                  <a:lnTo>
                    <a:pt x="1741348" y="594624"/>
                  </a:lnTo>
                  <a:lnTo>
                    <a:pt x="1742419" y="593713"/>
                  </a:lnTo>
                  <a:lnTo>
                    <a:pt x="1743491" y="592800"/>
                  </a:lnTo>
                  <a:lnTo>
                    <a:pt x="1744562" y="591887"/>
                  </a:lnTo>
                  <a:lnTo>
                    <a:pt x="1745634" y="590974"/>
                  </a:lnTo>
                  <a:lnTo>
                    <a:pt x="1746706" y="590059"/>
                  </a:lnTo>
                  <a:lnTo>
                    <a:pt x="1747777" y="589143"/>
                  </a:lnTo>
                  <a:lnTo>
                    <a:pt x="1748849" y="588227"/>
                  </a:lnTo>
                  <a:lnTo>
                    <a:pt x="1749920" y="587309"/>
                  </a:lnTo>
                  <a:lnTo>
                    <a:pt x="1750992" y="586391"/>
                  </a:lnTo>
                  <a:lnTo>
                    <a:pt x="1752064" y="585472"/>
                  </a:lnTo>
                  <a:lnTo>
                    <a:pt x="1753135" y="584552"/>
                  </a:lnTo>
                  <a:lnTo>
                    <a:pt x="1754207" y="583631"/>
                  </a:lnTo>
                  <a:lnTo>
                    <a:pt x="1755278" y="582710"/>
                  </a:lnTo>
                  <a:lnTo>
                    <a:pt x="1756350" y="581787"/>
                  </a:lnTo>
                  <a:lnTo>
                    <a:pt x="1757422" y="580864"/>
                  </a:lnTo>
                  <a:lnTo>
                    <a:pt x="1758493" y="579939"/>
                  </a:lnTo>
                  <a:lnTo>
                    <a:pt x="1759565" y="579014"/>
                  </a:lnTo>
                  <a:lnTo>
                    <a:pt x="1760636" y="578088"/>
                  </a:lnTo>
                  <a:lnTo>
                    <a:pt x="1761708" y="577161"/>
                  </a:lnTo>
                  <a:lnTo>
                    <a:pt x="1762780" y="576234"/>
                  </a:lnTo>
                  <a:lnTo>
                    <a:pt x="1763851" y="575305"/>
                  </a:lnTo>
                  <a:lnTo>
                    <a:pt x="1764923" y="574375"/>
                  </a:lnTo>
                  <a:lnTo>
                    <a:pt x="1765994" y="573445"/>
                  </a:lnTo>
                  <a:lnTo>
                    <a:pt x="1767066" y="572514"/>
                  </a:lnTo>
                  <a:lnTo>
                    <a:pt x="1768138" y="571582"/>
                  </a:lnTo>
                  <a:lnTo>
                    <a:pt x="1769209" y="570649"/>
                  </a:lnTo>
                  <a:lnTo>
                    <a:pt x="1770281" y="569715"/>
                  </a:lnTo>
                  <a:lnTo>
                    <a:pt x="1771352" y="568780"/>
                  </a:lnTo>
                  <a:lnTo>
                    <a:pt x="1772424" y="567845"/>
                  </a:lnTo>
                  <a:lnTo>
                    <a:pt x="1773496" y="566909"/>
                  </a:lnTo>
                  <a:lnTo>
                    <a:pt x="1774567" y="565971"/>
                  </a:lnTo>
                  <a:lnTo>
                    <a:pt x="1775639" y="565033"/>
                  </a:lnTo>
                  <a:lnTo>
                    <a:pt x="1776710" y="564094"/>
                  </a:lnTo>
                  <a:lnTo>
                    <a:pt x="1777782" y="563154"/>
                  </a:lnTo>
                  <a:lnTo>
                    <a:pt x="1778853" y="562214"/>
                  </a:lnTo>
                  <a:lnTo>
                    <a:pt x="1779925" y="561272"/>
                  </a:lnTo>
                  <a:lnTo>
                    <a:pt x="1780997" y="560330"/>
                  </a:lnTo>
                  <a:lnTo>
                    <a:pt x="1782068" y="559387"/>
                  </a:lnTo>
                  <a:lnTo>
                    <a:pt x="1783140" y="558443"/>
                  </a:lnTo>
                  <a:lnTo>
                    <a:pt x="1784211" y="557498"/>
                  </a:lnTo>
                  <a:lnTo>
                    <a:pt x="1785283" y="556552"/>
                  </a:lnTo>
                  <a:lnTo>
                    <a:pt x="1786355" y="555605"/>
                  </a:lnTo>
                  <a:lnTo>
                    <a:pt x="1787426" y="554658"/>
                  </a:lnTo>
                  <a:lnTo>
                    <a:pt x="1788498" y="553710"/>
                  </a:lnTo>
                  <a:lnTo>
                    <a:pt x="1789569" y="552760"/>
                  </a:lnTo>
                  <a:lnTo>
                    <a:pt x="1790641" y="551810"/>
                  </a:lnTo>
                  <a:lnTo>
                    <a:pt x="1791713" y="550860"/>
                  </a:lnTo>
                  <a:lnTo>
                    <a:pt x="1792784" y="549908"/>
                  </a:lnTo>
                  <a:lnTo>
                    <a:pt x="1793856" y="548956"/>
                  </a:lnTo>
                  <a:lnTo>
                    <a:pt x="1794927" y="548002"/>
                  </a:lnTo>
                  <a:lnTo>
                    <a:pt x="1795999" y="547048"/>
                  </a:lnTo>
                  <a:lnTo>
                    <a:pt x="1797071" y="546093"/>
                  </a:lnTo>
                  <a:lnTo>
                    <a:pt x="1798142" y="545137"/>
                  </a:lnTo>
                  <a:lnTo>
                    <a:pt x="1799214" y="544181"/>
                  </a:lnTo>
                  <a:lnTo>
                    <a:pt x="1800285" y="543223"/>
                  </a:lnTo>
                  <a:lnTo>
                    <a:pt x="1801357" y="542265"/>
                  </a:lnTo>
                  <a:lnTo>
                    <a:pt x="1802429" y="541306"/>
                  </a:lnTo>
                  <a:lnTo>
                    <a:pt x="1803500" y="540346"/>
                  </a:lnTo>
                  <a:lnTo>
                    <a:pt x="1804572" y="539386"/>
                  </a:lnTo>
                  <a:lnTo>
                    <a:pt x="1805643" y="538424"/>
                  </a:lnTo>
                  <a:lnTo>
                    <a:pt x="1806715" y="537462"/>
                  </a:lnTo>
                  <a:lnTo>
                    <a:pt x="1807787" y="536499"/>
                  </a:lnTo>
                  <a:lnTo>
                    <a:pt x="1808858" y="535535"/>
                  </a:lnTo>
                  <a:lnTo>
                    <a:pt x="1809930" y="534571"/>
                  </a:lnTo>
                  <a:lnTo>
                    <a:pt x="1811001" y="533605"/>
                  </a:lnTo>
                  <a:lnTo>
                    <a:pt x="1812073" y="532639"/>
                  </a:lnTo>
                  <a:lnTo>
                    <a:pt x="1813145" y="531672"/>
                  </a:lnTo>
                  <a:lnTo>
                    <a:pt x="1814216" y="530705"/>
                  </a:lnTo>
                  <a:lnTo>
                    <a:pt x="1815288" y="529736"/>
                  </a:lnTo>
                  <a:lnTo>
                    <a:pt x="1816359" y="528767"/>
                  </a:lnTo>
                  <a:lnTo>
                    <a:pt x="1817431" y="527797"/>
                  </a:lnTo>
                  <a:lnTo>
                    <a:pt x="1818503" y="526826"/>
                  </a:lnTo>
                  <a:lnTo>
                    <a:pt x="1819574" y="525854"/>
                  </a:lnTo>
                  <a:lnTo>
                    <a:pt x="1820646" y="524882"/>
                  </a:lnTo>
                  <a:lnTo>
                    <a:pt x="1821717" y="523909"/>
                  </a:lnTo>
                  <a:lnTo>
                    <a:pt x="1822789" y="522935"/>
                  </a:lnTo>
                  <a:lnTo>
                    <a:pt x="1823861" y="521961"/>
                  </a:lnTo>
                  <a:lnTo>
                    <a:pt x="1824932" y="520985"/>
                  </a:lnTo>
                  <a:lnTo>
                    <a:pt x="1826004" y="520009"/>
                  </a:lnTo>
                  <a:lnTo>
                    <a:pt x="1827075" y="519033"/>
                  </a:lnTo>
                  <a:lnTo>
                    <a:pt x="1828147" y="518055"/>
                  </a:lnTo>
                  <a:lnTo>
                    <a:pt x="1829219" y="517077"/>
                  </a:lnTo>
                  <a:lnTo>
                    <a:pt x="1830290" y="516098"/>
                  </a:lnTo>
                  <a:lnTo>
                    <a:pt x="1831362" y="515119"/>
                  </a:lnTo>
                  <a:lnTo>
                    <a:pt x="1832433" y="514138"/>
                  </a:lnTo>
                  <a:lnTo>
                    <a:pt x="1833505" y="513157"/>
                  </a:lnTo>
                  <a:lnTo>
                    <a:pt x="1834577" y="512176"/>
                  </a:lnTo>
                  <a:lnTo>
                    <a:pt x="1835648" y="511193"/>
                  </a:lnTo>
                  <a:lnTo>
                    <a:pt x="1836720" y="510210"/>
                  </a:lnTo>
                  <a:lnTo>
                    <a:pt x="1837791" y="509226"/>
                  </a:lnTo>
                  <a:lnTo>
                    <a:pt x="1838863" y="508242"/>
                  </a:lnTo>
                  <a:lnTo>
                    <a:pt x="1839935" y="507257"/>
                  </a:lnTo>
                  <a:lnTo>
                    <a:pt x="1841006" y="506271"/>
                  </a:lnTo>
                  <a:lnTo>
                    <a:pt x="1842078" y="505284"/>
                  </a:lnTo>
                  <a:lnTo>
                    <a:pt x="1843149" y="504297"/>
                  </a:lnTo>
                  <a:lnTo>
                    <a:pt x="1844221" y="503309"/>
                  </a:lnTo>
                  <a:lnTo>
                    <a:pt x="1845293" y="502321"/>
                  </a:lnTo>
                  <a:lnTo>
                    <a:pt x="1846364" y="501332"/>
                  </a:lnTo>
                  <a:lnTo>
                    <a:pt x="1847436" y="500342"/>
                  </a:lnTo>
                  <a:lnTo>
                    <a:pt x="1848507" y="499352"/>
                  </a:lnTo>
                  <a:lnTo>
                    <a:pt x="1849579" y="498360"/>
                  </a:lnTo>
                  <a:lnTo>
                    <a:pt x="1850651" y="497369"/>
                  </a:lnTo>
                  <a:lnTo>
                    <a:pt x="1851722" y="496377"/>
                  </a:lnTo>
                  <a:lnTo>
                    <a:pt x="1852794" y="495384"/>
                  </a:lnTo>
                  <a:lnTo>
                    <a:pt x="1853865" y="494390"/>
                  </a:lnTo>
                  <a:lnTo>
                    <a:pt x="1854937" y="493396"/>
                  </a:lnTo>
                  <a:lnTo>
                    <a:pt x="1856009" y="492401"/>
                  </a:lnTo>
                  <a:lnTo>
                    <a:pt x="1857080" y="491406"/>
                  </a:lnTo>
                  <a:lnTo>
                    <a:pt x="1858152" y="490410"/>
                  </a:lnTo>
                  <a:lnTo>
                    <a:pt x="1859223" y="489414"/>
                  </a:lnTo>
                  <a:lnTo>
                    <a:pt x="1860295" y="488417"/>
                  </a:lnTo>
                  <a:lnTo>
                    <a:pt x="1861367" y="487419"/>
                  </a:lnTo>
                  <a:lnTo>
                    <a:pt x="1862438" y="486421"/>
                  </a:lnTo>
                  <a:lnTo>
                    <a:pt x="1863510" y="485422"/>
                  </a:lnTo>
                  <a:lnTo>
                    <a:pt x="1864581" y="484423"/>
                  </a:lnTo>
                  <a:lnTo>
                    <a:pt x="1865653" y="483423"/>
                  </a:lnTo>
                  <a:lnTo>
                    <a:pt x="1866725" y="482422"/>
                  </a:lnTo>
                  <a:lnTo>
                    <a:pt x="1867796" y="481421"/>
                  </a:lnTo>
                  <a:lnTo>
                    <a:pt x="1868868" y="480420"/>
                  </a:lnTo>
                  <a:lnTo>
                    <a:pt x="1869939" y="479418"/>
                  </a:lnTo>
                  <a:lnTo>
                    <a:pt x="1871011" y="478415"/>
                  </a:lnTo>
                  <a:lnTo>
                    <a:pt x="1872083" y="477412"/>
                  </a:lnTo>
                  <a:lnTo>
                    <a:pt x="1873154" y="476409"/>
                  </a:lnTo>
                  <a:lnTo>
                    <a:pt x="1874226" y="475405"/>
                  </a:lnTo>
                  <a:lnTo>
                    <a:pt x="1875297" y="474400"/>
                  </a:lnTo>
                  <a:lnTo>
                    <a:pt x="1876369" y="473395"/>
                  </a:lnTo>
                  <a:lnTo>
                    <a:pt x="1877441" y="472390"/>
                  </a:lnTo>
                  <a:lnTo>
                    <a:pt x="1878512" y="471384"/>
                  </a:lnTo>
                  <a:lnTo>
                    <a:pt x="1879584" y="470377"/>
                  </a:lnTo>
                  <a:lnTo>
                    <a:pt x="1880655" y="469370"/>
                  </a:lnTo>
                  <a:lnTo>
                    <a:pt x="1881727" y="468363"/>
                  </a:lnTo>
                  <a:lnTo>
                    <a:pt x="1882799" y="467355"/>
                  </a:lnTo>
                  <a:lnTo>
                    <a:pt x="1883870" y="466347"/>
                  </a:lnTo>
                  <a:lnTo>
                    <a:pt x="1884942" y="465338"/>
                  </a:lnTo>
                  <a:lnTo>
                    <a:pt x="1886013" y="464329"/>
                  </a:lnTo>
                  <a:lnTo>
                    <a:pt x="1887085" y="463319"/>
                  </a:lnTo>
                  <a:lnTo>
                    <a:pt x="1888157" y="462309"/>
                  </a:lnTo>
                  <a:lnTo>
                    <a:pt x="1889228" y="461299"/>
                  </a:lnTo>
                  <a:lnTo>
                    <a:pt x="1890300" y="460288"/>
                  </a:lnTo>
                  <a:lnTo>
                    <a:pt x="1891371" y="459277"/>
                  </a:lnTo>
                  <a:lnTo>
                    <a:pt x="1892443" y="458265"/>
                  </a:lnTo>
                  <a:lnTo>
                    <a:pt x="1893515" y="457253"/>
                  </a:lnTo>
                  <a:lnTo>
                    <a:pt x="1894586" y="456241"/>
                  </a:lnTo>
                  <a:lnTo>
                    <a:pt x="1895658" y="455228"/>
                  </a:lnTo>
                  <a:lnTo>
                    <a:pt x="1896729" y="454215"/>
                  </a:lnTo>
                  <a:lnTo>
                    <a:pt x="1897801" y="453201"/>
                  </a:lnTo>
                  <a:lnTo>
                    <a:pt x="1898873" y="452187"/>
                  </a:lnTo>
                  <a:lnTo>
                    <a:pt x="1899944" y="451173"/>
                  </a:lnTo>
                  <a:lnTo>
                    <a:pt x="1901016" y="450159"/>
                  </a:lnTo>
                  <a:lnTo>
                    <a:pt x="1902087" y="449144"/>
                  </a:lnTo>
                  <a:lnTo>
                    <a:pt x="1903159" y="448129"/>
                  </a:lnTo>
                  <a:lnTo>
                    <a:pt x="1904231" y="447113"/>
                  </a:lnTo>
                  <a:lnTo>
                    <a:pt x="1905302" y="446097"/>
                  </a:lnTo>
                  <a:lnTo>
                    <a:pt x="1906374" y="445081"/>
                  </a:lnTo>
                  <a:lnTo>
                    <a:pt x="1907445" y="444065"/>
                  </a:lnTo>
                  <a:lnTo>
                    <a:pt x="1908517" y="443048"/>
                  </a:lnTo>
                  <a:lnTo>
                    <a:pt x="1909589" y="442031"/>
                  </a:lnTo>
                  <a:lnTo>
                    <a:pt x="1910660" y="441014"/>
                  </a:lnTo>
                  <a:lnTo>
                    <a:pt x="1911732" y="439997"/>
                  </a:lnTo>
                  <a:lnTo>
                    <a:pt x="1912803" y="438979"/>
                  </a:lnTo>
                  <a:lnTo>
                    <a:pt x="1913875" y="437961"/>
                  </a:lnTo>
                  <a:lnTo>
                    <a:pt x="1914947" y="436943"/>
                  </a:lnTo>
                  <a:lnTo>
                    <a:pt x="1916018" y="435924"/>
                  </a:lnTo>
                  <a:lnTo>
                    <a:pt x="1917090" y="434906"/>
                  </a:lnTo>
                  <a:lnTo>
                    <a:pt x="1918161" y="433887"/>
                  </a:lnTo>
                  <a:lnTo>
                    <a:pt x="1919233" y="432868"/>
                  </a:lnTo>
                  <a:lnTo>
                    <a:pt x="1920305" y="431848"/>
                  </a:lnTo>
                  <a:lnTo>
                    <a:pt x="1921376" y="430829"/>
                  </a:lnTo>
                  <a:lnTo>
                    <a:pt x="1922448" y="429809"/>
                  </a:lnTo>
                  <a:lnTo>
                    <a:pt x="1923519" y="428789"/>
                  </a:lnTo>
                  <a:lnTo>
                    <a:pt x="1924591" y="427769"/>
                  </a:lnTo>
                  <a:lnTo>
                    <a:pt x="1925663" y="426749"/>
                  </a:lnTo>
                  <a:lnTo>
                    <a:pt x="1926734" y="425729"/>
                  </a:lnTo>
                  <a:lnTo>
                    <a:pt x="1927806" y="424708"/>
                  </a:lnTo>
                  <a:lnTo>
                    <a:pt x="1928877" y="423688"/>
                  </a:lnTo>
                  <a:lnTo>
                    <a:pt x="1929949" y="422667"/>
                  </a:lnTo>
                  <a:lnTo>
                    <a:pt x="1931021" y="421646"/>
                  </a:lnTo>
                  <a:lnTo>
                    <a:pt x="1932092" y="420625"/>
                  </a:lnTo>
                  <a:lnTo>
                    <a:pt x="1933164" y="419604"/>
                  </a:lnTo>
                  <a:lnTo>
                    <a:pt x="1934235" y="418583"/>
                  </a:lnTo>
                  <a:lnTo>
                    <a:pt x="1935307" y="417561"/>
                  </a:lnTo>
                  <a:lnTo>
                    <a:pt x="1936379" y="416540"/>
                  </a:lnTo>
                  <a:lnTo>
                    <a:pt x="1937450" y="415518"/>
                  </a:lnTo>
                  <a:lnTo>
                    <a:pt x="1938522" y="414497"/>
                  </a:lnTo>
                  <a:lnTo>
                    <a:pt x="1939593" y="413475"/>
                  </a:lnTo>
                  <a:lnTo>
                    <a:pt x="1940665" y="412454"/>
                  </a:lnTo>
                  <a:lnTo>
                    <a:pt x="1941737" y="411432"/>
                  </a:lnTo>
                  <a:lnTo>
                    <a:pt x="1942808" y="410410"/>
                  </a:lnTo>
                  <a:lnTo>
                    <a:pt x="1943880" y="409388"/>
                  </a:lnTo>
                  <a:lnTo>
                    <a:pt x="1944951" y="408367"/>
                  </a:lnTo>
                  <a:lnTo>
                    <a:pt x="1946023" y="407345"/>
                  </a:lnTo>
                  <a:lnTo>
                    <a:pt x="1947095" y="406323"/>
                  </a:lnTo>
                  <a:lnTo>
                    <a:pt x="1948166" y="405301"/>
                  </a:lnTo>
                  <a:lnTo>
                    <a:pt x="1949238" y="404279"/>
                  </a:lnTo>
                  <a:lnTo>
                    <a:pt x="1950309" y="403258"/>
                  </a:lnTo>
                  <a:lnTo>
                    <a:pt x="1951381" y="402236"/>
                  </a:lnTo>
                  <a:lnTo>
                    <a:pt x="1952453" y="401214"/>
                  </a:lnTo>
                  <a:lnTo>
                    <a:pt x="1953524" y="400193"/>
                  </a:lnTo>
                  <a:lnTo>
                    <a:pt x="1954596" y="399171"/>
                  </a:lnTo>
                  <a:lnTo>
                    <a:pt x="1955667" y="398150"/>
                  </a:lnTo>
                  <a:lnTo>
                    <a:pt x="1956739" y="397128"/>
                  </a:lnTo>
                  <a:lnTo>
                    <a:pt x="1957810" y="396107"/>
                  </a:lnTo>
                  <a:lnTo>
                    <a:pt x="1958882" y="395086"/>
                  </a:lnTo>
                  <a:lnTo>
                    <a:pt x="1959954" y="394065"/>
                  </a:lnTo>
                  <a:lnTo>
                    <a:pt x="1961025" y="393044"/>
                  </a:lnTo>
                  <a:lnTo>
                    <a:pt x="1962097" y="392023"/>
                  </a:lnTo>
                  <a:lnTo>
                    <a:pt x="1963168" y="391002"/>
                  </a:lnTo>
                  <a:lnTo>
                    <a:pt x="1964240" y="389981"/>
                  </a:lnTo>
                  <a:lnTo>
                    <a:pt x="1965312" y="388961"/>
                  </a:lnTo>
                  <a:lnTo>
                    <a:pt x="1966383" y="387941"/>
                  </a:lnTo>
                  <a:lnTo>
                    <a:pt x="1967455" y="386921"/>
                  </a:lnTo>
                  <a:lnTo>
                    <a:pt x="1968526" y="385901"/>
                  </a:lnTo>
                  <a:lnTo>
                    <a:pt x="1969598" y="384881"/>
                  </a:lnTo>
                  <a:lnTo>
                    <a:pt x="1970670" y="383861"/>
                  </a:lnTo>
                  <a:lnTo>
                    <a:pt x="1971741" y="382842"/>
                  </a:lnTo>
                  <a:lnTo>
                    <a:pt x="1972813" y="381823"/>
                  </a:lnTo>
                  <a:lnTo>
                    <a:pt x="1973884" y="380804"/>
                  </a:lnTo>
                  <a:lnTo>
                    <a:pt x="1974956" y="379785"/>
                  </a:lnTo>
                  <a:lnTo>
                    <a:pt x="1976028" y="378766"/>
                  </a:lnTo>
                  <a:lnTo>
                    <a:pt x="1977099" y="377748"/>
                  </a:lnTo>
                  <a:lnTo>
                    <a:pt x="1978171" y="376730"/>
                  </a:lnTo>
                  <a:lnTo>
                    <a:pt x="1979242" y="375713"/>
                  </a:lnTo>
                  <a:lnTo>
                    <a:pt x="1980314" y="374695"/>
                  </a:lnTo>
                  <a:lnTo>
                    <a:pt x="1981386" y="373678"/>
                  </a:lnTo>
                  <a:lnTo>
                    <a:pt x="1982457" y="372661"/>
                  </a:lnTo>
                  <a:lnTo>
                    <a:pt x="1983529" y="371645"/>
                  </a:lnTo>
                  <a:lnTo>
                    <a:pt x="1984600" y="370628"/>
                  </a:lnTo>
                  <a:lnTo>
                    <a:pt x="1985672" y="369612"/>
                  </a:lnTo>
                  <a:lnTo>
                    <a:pt x="1986744" y="368597"/>
                  </a:lnTo>
                  <a:lnTo>
                    <a:pt x="1987815" y="367582"/>
                  </a:lnTo>
                  <a:lnTo>
                    <a:pt x="1988887" y="366567"/>
                  </a:lnTo>
                  <a:lnTo>
                    <a:pt x="1989958" y="365552"/>
                  </a:lnTo>
                  <a:lnTo>
                    <a:pt x="1991030" y="364538"/>
                  </a:lnTo>
                  <a:lnTo>
                    <a:pt x="1992102" y="363524"/>
                  </a:lnTo>
                  <a:lnTo>
                    <a:pt x="1993173" y="362511"/>
                  </a:lnTo>
                  <a:lnTo>
                    <a:pt x="1994245" y="361498"/>
                  </a:lnTo>
                  <a:lnTo>
                    <a:pt x="1995316" y="360485"/>
                  </a:lnTo>
                  <a:lnTo>
                    <a:pt x="1996388" y="359473"/>
                  </a:lnTo>
                  <a:lnTo>
                    <a:pt x="1997460" y="358461"/>
                  </a:lnTo>
                  <a:lnTo>
                    <a:pt x="1998531" y="357450"/>
                  </a:lnTo>
                  <a:lnTo>
                    <a:pt x="1999603" y="356439"/>
                  </a:lnTo>
                  <a:lnTo>
                    <a:pt x="2000674" y="355429"/>
                  </a:lnTo>
                  <a:lnTo>
                    <a:pt x="2001746" y="354419"/>
                  </a:lnTo>
                  <a:lnTo>
                    <a:pt x="2002818" y="353409"/>
                  </a:lnTo>
                  <a:lnTo>
                    <a:pt x="2003889" y="352400"/>
                  </a:lnTo>
                  <a:lnTo>
                    <a:pt x="2004961" y="351392"/>
                  </a:lnTo>
                  <a:lnTo>
                    <a:pt x="2006032" y="350384"/>
                  </a:lnTo>
                  <a:lnTo>
                    <a:pt x="2007104" y="349376"/>
                  </a:lnTo>
                  <a:lnTo>
                    <a:pt x="2008176" y="348369"/>
                  </a:lnTo>
                  <a:lnTo>
                    <a:pt x="2009247" y="347363"/>
                  </a:lnTo>
                  <a:lnTo>
                    <a:pt x="2010319" y="346357"/>
                  </a:lnTo>
                  <a:lnTo>
                    <a:pt x="2011390" y="345352"/>
                  </a:lnTo>
                  <a:lnTo>
                    <a:pt x="2012462" y="344347"/>
                  </a:lnTo>
                  <a:lnTo>
                    <a:pt x="2013534" y="343343"/>
                  </a:lnTo>
                  <a:lnTo>
                    <a:pt x="2014605" y="342340"/>
                  </a:lnTo>
                  <a:lnTo>
                    <a:pt x="2015677" y="341337"/>
                  </a:lnTo>
                  <a:lnTo>
                    <a:pt x="2016748" y="340334"/>
                  </a:lnTo>
                  <a:lnTo>
                    <a:pt x="2017820" y="339333"/>
                  </a:lnTo>
                  <a:lnTo>
                    <a:pt x="2018892" y="338331"/>
                  </a:lnTo>
                  <a:lnTo>
                    <a:pt x="2019963" y="337331"/>
                  </a:lnTo>
                  <a:lnTo>
                    <a:pt x="2021035" y="336331"/>
                  </a:lnTo>
                  <a:lnTo>
                    <a:pt x="2022106" y="335332"/>
                  </a:lnTo>
                  <a:lnTo>
                    <a:pt x="2023178" y="334333"/>
                  </a:lnTo>
                  <a:lnTo>
                    <a:pt x="2024250" y="333336"/>
                  </a:lnTo>
                  <a:lnTo>
                    <a:pt x="2025321" y="332339"/>
                  </a:lnTo>
                  <a:lnTo>
                    <a:pt x="2026393" y="331342"/>
                  </a:lnTo>
                  <a:lnTo>
                    <a:pt x="2027464" y="330346"/>
                  </a:lnTo>
                  <a:lnTo>
                    <a:pt x="2028536" y="329351"/>
                  </a:lnTo>
                  <a:lnTo>
                    <a:pt x="2029608" y="328357"/>
                  </a:lnTo>
                  <a:lnTo>
                    <a:pt x="2030679" y="327364"/>
                  </a:lnTo>
                  <a:lnTo>
                    <a:pt x="2031751" y="326371"/>
                  </a:lnTo>
                  <a:lnTo>
                    <a:pt x="2032822" y="325379"/>
                  </a:lnTo>
                  <a:lnTo>
                    <a:pt x="2033894" y="324388"/>
                  </a:lnTo>
                  <a:lnTo>
                    <a:pt x="2034966" y="323397"/>
                  </a:lnTo>
                  <a:lnTo>
                    <a:pt x="2036037" y="322407"/>
                  </a:lnTo>
                  <a:lnTo>
                    <a:pt x="2037109" y="321419"/>
                  </a:lnTo>
                  <a:lnTo>
                    <a:pt x="2038180" y="320431"/>
                  </a:lnTo>
                  <a:lnTo>
                    <a:pt x="2039252" y="319443"/>
                  </a:lnTo>
                  <a:lnTo>
                    <a:pt x="2040324" y="318457"/>
                  </a:lnTo>
                  <a:lnTo>
                    <a:pt x="2041395" y="317471"/>
                  </a:lnTo>
                  <a:lnTo>
                    <a:pt x="2042467" y="316487"/>
                  </a:lnTo>
                  <a:lnTo>
                    <a:pt x="2043538" y="315503"/>
                  </a:lnTo>
                  <a:lnTo>
                    <a:pt x="2044610" y="314520"/>
                  </a:lnTo>
                  <a:lnTo>
                    <a:pt x="2045682" y="313538"/>
                  </a:lnTo>
                  <a:lnTo>
                    <a:pt x="2046753" y="312557"/>
                  </a:lnTo>
                  <a:lnTo>
                    <a:pt x="2047825" y="311576"/>
                  </a:lnTo>
                  <a:lnTo>
                    <a:pt x="2048896" y="310597"/>
                  </a:lnTo>
                  <a:lnTo>
                    <a:pt x="2049968" y="309619"/>
                  </a:lnTo>
                  <a:lnTo>
                    <a:pt x="2051040" y="308641"/>
                  </a:lnTo>
                  <a:lnTo>
                    <a:pt x="2052111" y="307665"/>
                  </a:lnTo>
                  <a:lnTo>
                    <a:pt x="2053183" y="306689"/>
                  </a:lnTo>
                  <a:lnTo>
                    <a:pt x="2054254" y="305715"/>
                  </a:lnTo>
                  <a:lnTo>
                    <a:pt x="2055326" y="304741"/>
                  </a:lnTo>
                  <a:lnTo>
                    <a:pt x="2056398" y="303769"/>
                  </a:lnTo>
                  <a:lnTo>
                    <a:pt x="2057469" y="302797"/>
                  </a:lnTo>
                  <a:lnTo>
                    <a:pt x="2058541" y="301826"/>
                  </a:lnTo>
                  <a:lnTo>
                    <a:pt x="2059612" y="300857"/>
                  </a:lnTo>
                  <a:lnTo>
                    <a:pt x="2060684" y="299889"/>
                  </a:lnTo>
                  <a:lnTo>
                    <a:pt x="2061756" y="298921"/>
                  </a:lnTo>
                  <a:lnTo>
                    <a:pt x="2062827" y="297955"/>
                  </a:lnTo>
                  <a:lnTo>
                    <a:pt x="2063899" y="296989"/>
                  </a:lnTo>
                  <a:lnTo>
                    <a:pt x="2064970" y="296025"/>
                  </a:lnTo>
                  <a:lnTo>
                    <a:pt x="2066042" y="295062"/>
                  </a:lnTo>
                  <a:lnTo>
                    <a:pt x="2067114" y="294100"/>
                  </a:lnTo>
                  <a:lnTo>
                    <a:pt x="2068185" y="293139"/>
                  </a:lnTo>
                  <a:lnTo>
                    <a:pt x="2069257" y="292179"/>
                  </a:lnTo>
                  <a:lnTo>
                    <a:pt x="2070328" y="291221"/>
                  </a:lnTo>
                  <a:lnTo>
                    <a:pt x="2071400" y="290263"/>
                  </a:lnTo>
                  <a:lnTo>
                    <a:pt x="2072472" y="289307"/>
                  </a:lnTo>
                  <a:lnTo>
                    <a:pt x="2073543" y="288352"/>
                  </a:lnTo>
                  <a:lnTo>
                    <a:pt x="2074615" y="287398"/>
                  </a:lnTo>
                  <a:lnTo>
                    <a:pt x="2075686" y="286445"/>
                  </a:lnTo>
                  <a:lnTo>
                    <a:pt x="2076758" y="285494"/>
                  </a:lnTo>
                  <a:lnTo>
                    <a:pt x="2077830" y="284543"/>
                  </a:lnTo>
                  <a:lnTo>
                    <a:pt x="2078901" y="283594"/>
                  </a:lnTo>
                  <a:lnTo>
                    <a:pt x="2079973" y="282647"/>
                  </a:lnTo>
                  <a:lnTo>
                    <a:pt x="2081044" y="281700"/>
                  </a:lnTo>
                  <a:lnTo>
                    <a:pt x="2082116" y="280755"/>
                  </a:lnTo>
                  <a:lnTo>
                    <a:pt x="2083188" y="279811"/>
                  </a:lnTo>
                  <a:lnTo>
                    <a:pt x="2084259" y="278868"/>
                  </a:lnTo>
                  <a:lnTo>
                    <a:pt x="2085331" y="277926"/>
                  </a:lnTo>
                  <a:lnTo>
                    <a:pt x="2086402" y="276986"/>
                  </a:lnTo>
                  <a:lnTo>
                    <a:pt x="2087474" y="276047"/>
                  </a:lnTo>
                  <a:lnTo>
                    <a:pt x="2088546" y="275110"/>
                  </a:lnTo>
                  <a:lnTo>
                    <a:pt x="2089617" y="274174"/>
                  </a:lnTo>
                  <a:lnTo>
                    <a:pt x="2090689" y="273239"/>
                  </a:lnTo>
                  <a:lnTo>
                    <a:pt x="2091760" y="272305"/>
                  </a:lnTo>
                  <a:lnTo>
                    <a:pt x="2092832" y="271373"/>
                  </a:lnTo>
                  <a:lnTo>
                    <a:pt x="2093904" y="270443"/>
                  </a:lnTo>
                  <a:lnTo>
                    <a:pt x="2094975" y="269513"/>
                  </a:lnTo>
                  <a:lnTo>
                    <a:pt x="2096047" y="268586"/>
                  </a:lnTo>
                  <a:lnTo>
                    <a:pt x="2097118" y="267659"/>
                  </a:lnTo>
                  <a:lnTo>
                    <a:pt x="2098190" y="266734"/>
                  </a:lnTo>
                  <a:lnTo>
                    <a:pt x="2099262" y="265811"/>
                  </a:lnTo>
                  <a:lnTo>
                    <a:pt x="2100333" y="264889"/>
                  </a:lnTo>
                  <a:lnTo>
                    <a:pt x="2101405" y="263968"/>
                  </a:lnTo>
                  <a:lnTo>
                    <a:pt x="2102476" y="263049"/>
                  </a:lnTo>
                  <a:lnTo>
                    <a:pt x="2103548" y="262131"/>
                  </a:lnTo>
                  <a:lnTo>
                    <a:pt x="2104620" y="261215"/>
                  </a:lnTo>
                  <a:lnTo>
                    <a:pt x="2105691" y="260300"/>
                  </a:lnTo>
                  <a:lnTo>
                    <a:pt x="2106763" y="259387"/>
                  </a:lnTo>
                  <a:lnTo>
                    <a:pt x="2107834" y="258476"/>
                  </a:lnTo>
                  <a:lnTo>
                    <a:pt x="2108906" y="257566"/>
                  </a:lnTo>
                  <a:lnTo>
                    <a:pt x="2109978" y="256657"/>
                  </a:lnTo>
                  <a:lnTo>
                    <a:pt x="2111049" y="255751"/>
                  </a:lnTo>
                  <a:lnTo>
                    <a:pt x="2112121" y="254845"/>
                  </a:lnTo>
                  <a:lnTo>
                    <a:pt x="2113192" y="253942"/>
                  </a:lnTo>
                  <a:lnTo>
                    <a:pt x="2114264" y="253040"/>
                  </a:lnTo>
                  <a:lnTo>
                    <a:pt x="2115336" y="252139"/>
                  </a:lnTo>
                  <a:lnTo>
                    <a:pt x="2116407" y="251240"/>
                  </a:lnTo>
                  <a:lnTo>
                    <a:pt x="2117479" y="250343"/>
                  </a:lnTo>
                  <a:lnTo>
                    <a:pt x="2118550" y="249448"/>
                  </a:lnTo>
                  <a:lnTo>
                    <a:pt x="2119622" y="248554"/>
                  </a:lnTo>
                  <a:lnTo>
                    <a:pt x="2120694" y="247662"/>
                  </a:lnTo>
                  <a:lnTo>
                    <a:pt x="2121765" y="246771"/>
                  </a:lnTo>
                  <a:lnTo>
                    <a:pt x="2122837" y="245883"/>
                  </a:lnTo>
                  <a:lnTo>
                    <a:pt x="2123908" y="244995"/>
                  </a:lnTo>
                  <a:lnTo>
                    <a:pt x="2124980" y="244110"/>
                  </a:lnTo>
                  <a:lnTo>
                    <a:pt x="2126052" y="243227"/>
                  </a:lnTo>
                  <a:lnTo>
                    <a:pt x="2127123" y="242345"/>
                  </a:lnTo>
                  <a:lnTo>
                    <a:pt x="2128195" y="241465"/>
                  </a:lnTo>
                  <a:lnTo>
                    <a:pt x="2129266" y="240587"/>
                  </a:lnTo>
                  <a:lnTo>
                    <a:pt x="2130338" y="239710"/>
                  </a:lnTo>
                  <a:lnTo>
                    <a:pt x="2131409" y="238835"/>
                  </a:lnTo>
                  <a:lnTo>
                    <a:pt x="2132481" y="237963"/>
                  </a:lnTo>
                  <a:lnTo>
                    <a:pt x="2133553" y="237092"/>
                  </a:lnTo>
                  <a:lnTo>
                    <a:pt x="2134624" y="236222"/>
                  </a:lnTo>
                  <a:lnTo>
                    <a:pt x="2135696" y="235355"/>
                  </a:lnTo>
                  <a:lnTo>
                    <a:pt x="2136767" y="234490"/>
                  </a:lnTo>
                  <a:lnTo>
                    <a:pt x="2137839" y="233626"/>
                  </a:lnTo>
                  <a:lnTo>
                    <a:pt x="2138911" y="232764"/>
                  </a:lnTo>
                  <a:lnTo>
                    <a:pt x="2139982" y="231904"/>
                  </a:lnTo>
                  <a:lnTo>
                    <a:pt x="2141054" y="231047"/>
                  </a:lnTo>
                  <a:lnTo>
                    <a:pt x="2142125" y="230191"/>
                  </a:lnTo>
                  <a:lnTo>
                    <a:pt x="2143197" y="229336"/>
                  </a:lnTo>
                  <a:lnTo>
                    <a:pt x="2144269" y="228484"/>
                  </a:lnTo>
                  <a:lnTo>
                    <a:pt x="2145340" y="227634"/>
                  </a:lnTo>
                  <a:lnTo>
                    <a:pt x="2146412" y="226786"/>
                  </a:lnTo>
                  <a:lnTo>
                    <a:pt x="2147483" y="225939"/>
                  </a:lnTo>
                  <a:lnTo>
                    <a:pt x="2148555" y="225095"/>
                  </a:lnTo>
                  <a:lnTo>
                    <a:pt x="2149627" y="224252"/>
                  </a:lnTo>
                  <a:lnTo>
                    <a:pt x="2150698" y="223411"/>
                  </a:lnTo>
                  <a:lnTo>
                    <a:pt x="2151770" y="222573"/>
                  </a:lnTo>
                  <a:lnTo>
                    <a:pt x="2152841" y="221736"/>
                  </a:lnTo>
                  <a:lnTo>
                    <a:pt x="2153913" y="220901"/>
                  </a:lnTo>
                  <a:lnTo>
                    <a:pt x="2154985" y="220068"/>
                  </a:lnTo>
                  <a:lnTo>
                    <a:pt x="2156056" y="219237"/>
                  </a:lnTo>
                  <a:lnTo>
                    <a:pt x="2157128" y="218407"/>
                  </a:lnTo>
                  <a:lnTo>
                    <a:pt x="2158199" y="217580"/>
                  </a:lnTo>
                  <a:lnTo>
                    <a:pt x="2159271" y="216755"/>
                  </a:lnTo>
                  <a:lnTo>
                    <a:pt x="2160343" y="215931"/>
                  </a:lnTo>
                  <a:lnTo>
                    <a:pt x="2161414" y="215110"/>
                  </a:lnTo>
                  <a:lnTo>
                    <a:pt x="2162486" y="214290"/>
                  </a:lnTo>
                  <a:lnTo>
                    <a:pt x="2163557" y="213472"/>
                  </a:lnTo>
                  <a:lnTo>
                    <a:pt x="2164629" y="212657"/>
                  </a:lnTo>
                  <a:lnTo>
                    <a:pt x="2165701" y="211843"/>
                  </a:lnTo>
                  <a:lnTo>
                    <a:pt x="2166772" y="211031"/>
                  </a:lnTo>
                  <a:lnTo>
                    <a:pt x="2167844" y="210221"/>
                  </a:lnTo>
                  <a:lnTo>
                    <a:pt x="2168915" y="209413"/>
                  </a:lnTo>
                  <a:lnTo>
                    <a:pt x="2169987" y="208607"/>
                  </a:lnTo>
                  <a:lnTo>
                    <a:pt x="2171059" y="207803"/>
                  </a:lnTo>
                  <a:lnTo>
                    <a:pt x="2172130" y="207000"/>
                  </a:lnTo>
                  <a:lnTo>
                    <a:pt x="2173202" y="206200"/>
                  </a:lnTo>
                  <a:lnTo>
                    <a:pt x="2174273" y="205401"/>
                  </a:lnTo>
                  <a:lnTo>
                    <a:pt x="2175345" y="204605"/>
                  </a:lnTo>
                  <a:lnTo>
                    <a:pt x="2176417" y="203810"/>
                  </a:lnTo>
                  <a:lnTo>
                    <a:pt x="2177488" y="203018"/>
                  </a:lnTo>
                  <a:lnTo>
                    <a:pt x="2178560" y="202227"/>
                  </a:lnTo>
                  <a:lnTo>
                    <a:pt x="2179631" y="201438"/>
                  </a:lnTo>
                  <a:lnTo>
                    <a:pt x="2180703" y="200651"/>
                  </a:lnTo>
                  <a:lnTo>
                    <a:pt x="2181775" y="199866"/>
                  </a:lnTo>
                  <a:lnTo>
                    <a:pt x="2182846" y="199083"/>
                  </a:lnTo>
                  <a:lnTo>
                    <a:pt x="2183918" y="198302"/>
                  </a:lnTo>
                  <a:lnTo>
                    <a:pt x="2184989" y="197523"/>
                  </a:lnTo>
                  <a:lnTo>
                    <a:pt x="2186061" y="196746"/>
                  </a:lnTo>
                  <a:lnTo>
                    <a:pt x="2187133" y="195970"/>
                  </a:lnTo>
                  <a:lnTo>
                    <a:pt x="2188204" y="195197"/>
                  </a:lnTo>
                  <a:lnTo>
                    <a:pt x="2189276" y="194425"/>
                  </a:lnTo>
                  <a:lnTo>
                    <a:pt x="2190347" y="193656"/>
                  </a:lnTo>
                  <a:lnTo>
                    <a:pt x="2191419" y="192888"/>
                  </a:lnTo>
                  <a:lnTo>
                    <a:pt x="2192491" y="192123"/>
                  </a:lnTo>
                  <a:lnTo>
                    <a:pt x="2193562" y="191359"/>
                  </a:lnTo>
                  <a:lnTo>
                    <a:pt x="2194634" y="190597"/>
                  </a:lnTo>
                  <a:lnTo>
                    <a:pt x="2195705" y="189837"/>
                  </a:lnTo>
                  <a:lnTo>
                    <a:pt x="2196777" y="189079"/>
                  </a:lnTo>
                  <a:lnTo>
                    <a:pt x="2197849" y="188323"/>
                  </a:lnTo>
                  <a:lnTo>
                    <a:pt x="2198920" y="187569"/>
                  </a:lnTo>
                  <a:lnTo>
                    <a:pt x="2199992" y="186817"/>
                  </a:lnTo>
                  <a:lnTo>
                    <a:pt x="2201063" y="186066"/>
                  </a:lnTo>
                  <a:lnTo>
                    <a:pt x="2202135" y="185318"/>
                  </a:lnTo>
                  <a:lnTo>
                    <a:pt x="2203207" y="184572"/>
                  </a:lnTo>
                  <a:lnTo>
                    <a:pt x="2204278" y="183827"/>
                  </a:lnTo>
                  <a:lnTo>
                    <a:pt x="2205350" y="183084"/>
                  </a:lnTo>
                  <a:lnTo>
                    <a:pt x="2206421" y="182344"/>
                  </a:lnTo>
                  <a:lnTo>
                    <a:pt x="2207493" y="181605"/>
                  </a:lnTo>
                  <a:lnTo>
                    <a:pt x="2208565" y="180868"/>
                  </a:lnTo>
                  <a:lnTo>
                    <a:pt x="2209636" y="180133"/>
                  </a:lnTo>
                  <a:lnTo>
                    <a:pt x="2210708" y="179401"/>
                  </a:lnTo>
                  <a:lnTo>
                    <a:pt x="2211779" y="178670"/>
                  </a:lnTo>
                  <a:lnTo>
                    <a:pt x="2212851" y="177940"/>
                  </a:lnTo>
                  <a:lnTo>
                    <a:pt x="2213923" y="177213"/>
                  </a:lnTo>
                  <a:lnTo>
                    <a:pt x="2214994" y="176488"/>
                  </a:lnTo>
                  <a:lnTo>
                    <a:pt x="2216066" y="175765"/>
                  </a:lnTo>
                  <a:lnTo>
                    <a:pt x="2217137" y="175043"/>
                  </a:lnTo>
                  <a:lnTo>
                    <a:pt x="2218209" y="174324"/>
                  </a:lnTo>
                  <a:lnTo>
                    <a:pt x="2219281" y="173606"/>
                  </a:lnTo>
                  <a:lnTo>
                    <a:pt x="2220352" y="172891"/>
                  </a:lnTo>
                  <a:lnTo>
                    <a:pt x="2221424" y="172177"/>
                  </a:lnTo>
                  <a:lnTo>
                    <a:pt x="2222495" y="171465"/>
                  </a:lnTo>
                  <a:lnTo>
                    <a:pt x="2223567" y="170755"/>
                  </a:lnTo>
                  <a:lnTo>
                    <a:pt x="2224639" y="170047"/>
                  </a:lnTo>
                  <a:lnTo>
                    <a:pt x="2225710" y="169341"/>
                  </a:lnTo>
                  <a:lnTo>
                    <a:pt x="2226782" y="168637"/>
                  </a:lnTo>
                  <a:lnTo>
                    <a:pt x="2227853" y="167935"/>
                  </a:lnTo>
                  <a:lnTo>
                    <a:pt x="2228925" y="167235"/>
                  </a:lnTo>
                  <a:lnTo>
                    <a:pt x="2229997" y="166536"/>
                  </a:lnTo>
                  <a:lnTo>
                    <a:pt x="2231068" y="165840"/>
                  </a:lnTo>
                  <a:lnTo>
                    <a:pt x="2232140" y="165146"/>
                  </a:lnTo>
                  <a:lnTo>
                    <a:pt x="2233211" y="164453"/>
                  </a:lnTo>
                  <a:lnTo>
                    <a:pt x="2234283" y="163762"/>
                  </a:lnTo>
                  <a:lnTo>
                    <a:pt x="2235355" y="163074"/>
                  </a:lnTo>
                  <a:lnTo>
                    <a:pt x="2236426" y="162387"/>
                  </a:lnTo>
                  <a:lnTo>
                    <a:pt x="2237498" y="161702"/>
                  </a:lnTo>
                  <a:lnTo>
                    <a:pt x="2238569" y="161019"/>
                  </a:lnTo>
                  <a:lnTo>
                    <a:pt x="2239641" y="160338"/>
                  </a:lnTo>
                  <a:lnTo>
                    <a:pt x="2240713" y="159659"/>
                  </a:lnTo>
                  <a:lnTo>
                    <a:pt x="2241784" y="158981"/>
                  </a:lnTo>
                  <a:lnTo>
                    <a:pt x="2242856" y="158306"/>
                  </a:lnTo>
                  <a:lnTo>
                    <a:pt x="2243927" y="157632"/>
                  </a:lnTo>
                  <a:lnTo>
                    <a:pt x="2244999" y="156961"/>
                  </a:lnTo>
                  <a:lnTo>
                    <a:pt x="2246071" y="156291"/>
                  </a:lnTo>
                  <a:lnTo>
                    <a:pt x="2247142" y="155624"/>
                  </a:lnTo>
                  <a:lnTo>
                    <a:pt x="2248214" y="154958"/>
                  </a:lnTo>
                  <a:lnTo>
                    <a:pt x="2249285" y="154294"/>
                  </a:lnTo>
                  <a:lnTo>
                    <a:pt x="2250357" y="153632"/>
                  </a:lnTo>
                  <a:lnTo>
                    <a:pt x="2251429" y="152972"/>
                  </a:lnTo>
                  <a:lnTo>
                    <a:pt x="2252500" y="152314"/>
                  </a:lnTo>
                  <a:lnTo>
                    <a:pt x="2253572" y="151657"/>
                  </a:lnTo>
                  <a:lnTo>
                    <a:pt x="2254643" y="151003"/>
                  </a:lnTo>
                  <a:lnTo>
                    <a:pt x="2255715" y="150351"/>
                  </a:lnTo>
                  <a:lnTo>
                    <a:pt x="2256787" y="149700"/>
                  </a:lnTo>
                  <a:lnTo>
                    <a:pt x="2257858" y="149051"/>
                  </a:lnTo>
                  <a:lnTo>
                    <a:pt x="2258930" y="148405"/>
                  </a:lnTo>
                  <a:lnTo>
                    <a:pt x="2260001" y="147760"/>
                  </a:lnTo>
                  <a:lnTo>
                    <a:pt x="2261073" y="147117"/>
                  </a:lnTo>
                  <a:lnTo>
                    <a:pt x="2262145" y="146476"/>
                  </a:lnTo>
                  <a:lnTo>
                    <a:pt x="2263216" y="145837"/>
                  </a:lnTo>
                  <a:lnTo>
                    <a:pt x="2264288" y="145199"/>
                  </a:lnTo>
                  <a:lnTo>
                    <a:pt x="2265359" y="144564"/>
                  </a:lnTo>
                  <a:lnTo>
                    <a:pt x="2266431" y="143931"/>
                  </a:lnTo>
                  <a:lnTo>
                    <a:pt x="2267503" y="143299"/>
                  </a:lnTo>
                  <a:lnTo>
                    <a:pt x="2268574" y="142669"/>
                  </a:lnTo>
                  <a:lnTo>
                    <a:pt x="2269646" y="142042"/>
                  </a:lnTo>
                  <a:lnTo>
                    <a:pt x="2270717" y="141416"/>
                  </a:lnTo>
                  <a:lnTo>
                    <a:pt x="2271789" y="140792"/>
                  </a:lnTo>
                  <a:lnTo>
                    <a:pt x="2272861" y="140170"/>
                  </a:lnTo>
                  <a:lnTo>
                    <a:pt x="2273932" y="139549"/>
                  </a:lnTo>
                  <a:lnTo>
                    <a:pt x="2275004" y="138931"/>
                  </a:lnTo>
                  <a:lnTo>
                    <a:pt x="2276075" y="138315"/>
                  </a:lnTo>
                  <a:lnTo>
                    <a:pt x="2277147" y="137700"/>
                  </a:lnTo>
                  <a:lnTo>
                    <a:pt x="2278219" y="137087"/>
                  </a:lnTo>
                  <a:lnTo>
                    <a:pt x="2279290" y="136477"/>
                  </a:lnTo>
                  <a:lnTo>
                    <a:pt x="2280362" y="135868"/>
                  </a:lnTo>
                  <a:lnTo>
                    <a:pt x="2281433" y="135261"/>
                  </a:lnTo>
                  <a:lnTo>
                    <a:pt x="2282505" y="134656"/>
                  </a:lnTo>
                  <a:lnTo>
                    <a:pt x="2283577" y="134052"/>
                  </a:lnTo>
                  <a:lnTo>
                    <a:pt x="2284648" y="133451"/>
                  </a:lnTo>
                  <a:lnTo>
                    <a:pt x="2285720" y="132851"/>
                  </a:lnTo>
                  <a:lnTo>
                    <a:pt x="2286791" y="132254"/>
                  </a:lnTo>
                  <a:lnTo>
                    <a:pt x="2287863" y="131658"/>
                  </a:lnTo>
                  <a:lnTo>
                    <a:pt x="2288935" y="131064"/>
                  </a:lnTo>
                  <a:lnTo>
                    <a:pt x="2290006" y="130472"/>
                  </a:lnTo>
                  <a:lnTo>
                    <a:pt x="2291078" y="129882"/>
                  </a:lnTo>
                  <a:lnTo>
                    <a:pt x="2292149" y="129294"/>
                  </a:lnTo>
                  <a:lnTo>
                    <a:pt x="2293221" y="128707"/>
                  </a:lnTo>
                  <a:lnTo>
                    <a:pt x="2294293" y="128123"/>
                  </a:lnTo>
                  <a:lnTo>
                    <a:pt x="2295364" y="127540"/>
                  </a:lnTo>
                  <a:lnTo>
                    <a:pt x="2296436" y="126959"/>
                  </a:lnTo>
                  <a:lnTo>
                    <a:pt x="2297507" y="126380"/>
                  </a:lnTo>
                  <a:lnTo>
                    <a:pt x="2298579" y="125803"/>
                  </a:lnTo>
                  <a:lnTo>
                    <a:pt x="2299651" y="125228"/>
                  </a:lnTo>
                  <a:lnTo>
                    <a:pt x="2300722" y="124655"/>
                  </a:lnTo>
                  <a:lnTo>
                    <a:pt x="2301794" y="124083"/>
                  </a:lnTo>
                  <a:lnTo>
                    <a:pt x="2302865" y="123514"/>
                  </a:lnTo>
                  <a:lnTo>
                    <a:pt x="2303937" y="122946"/>
                  </a:lnTo>
                  <a:lnTo>
                    <a:pt x="2305009" y="122380"/>
                  </a:lnTo>
                  <a:lnTo>
                    <a:pt x="2306080" y="121816"/>
                  </a:lnTo>
                  <a:lnTo>
                    <a:pt x="2307152" y="121254"/>
                  </a:lnTo>
                  <a:lnTo>
                    <a:pt x="2308223" y="120693"/>
                  </a:lnTo>
                  <a:lnTo>
                    <a:pt x="2309295" y="120135"/>
                  </a:lnTo>
                  <a:lnTo>
                    <a:pt x="2310366" y="119578"/>
                  </a:lnTo>
                  <a:lnTo>
                    <a:pt x="2311438" y="119023"/>
                  </a:lnTo>
                  <a:lnTo>
                    <a:pt x="2312510" y="118470"/>
                  </a:lnTo>
                  <a:lnTo>
                    <a:pt x="2313581" y="117919"/>
                  </a:lnTo>
                  <a:lnTo>
                    <a:pt x="2314653" y="117370"/>
                  </a:lnTo>
                  <a:lnTo>
                    <a:pt x="2315724" y="116823"/>
                  </a:lnTo>
                  <a:lnTo>
                    <a:pt x="2316796" y="116277"/>
                  </a:lnTo>
                  <a:lnTo>
                    <a:pt x="2317868" y="115733"/>
                  </a:lnTo>
                  <a:lnTo>
                    <a:pt x="2318939" y="115191"/>
                  </a:lnTo>
                  <a:lnTo>
                    <a:pt x="2320011" y="114651"/>
                  </a:lnTo>
                  <a:lnTo>
                    <a:pt x="2321082" y="114113"/>
                  </a:lnTo>
                  <a:lnTo>
                    <a:pt x="2322154" y="113577"/>
                  </a:lnTo>
                  <a:lnTo>
                    <a:pt x="2323226" y="113042"/>
                  </a:lnTo>
                  <a:lnTo>
                    <a:pt x="2324297" y="112509"/>
                  </a:lnTo>
                  <a:lnTo>
                    <a:pt x="2325369" y="111978"/>
                  </a:lnTo>
                  <a:lnTo>
                    <a:pt x="2326440" y="111449"/>
                  </a:lnTo>
                  <a:lnTo>
                    <a:pt x="2327512" y="110922"/>
                  </a:lnTo>
                  <a:lnTo>
                    <a:pt x="2328584" y="110397"/>
                  </a:lnTo>
                  <a:lnTo>
                    <a:pt x="2329655" y="109873"/>
                  </a:lnTo>
                  <a:lnTo>
                    <a:pt x="2330727" y="109351"/>
                  </a:lnTo>
                  <a:lnTo>
                    <a:pt x="2331798" y="108831"/>
                  </a:lnTo>
                  <a:lnTo>
                    <a:pt x="2332870" y="108313"/>
                  </a:lnTo>
                  <a:lnTo>
                    <a:pt x="2333942" y="107797"/>
                  </a:lnTo>
                  <a:lnTo>
                    <a:pt x="2335013" y="107282"/>
                  </a:lnTo>
                  <a:lnTo>
                    <a:pt x="2336085" y="106769"/>
                  </a:lnTo>
                  <a:lnTo>
                    <a:pt x="2337156" y="106258"/>
                  </a:lnTo>
                  <a:lnTo>
                    <a:pt x="2338228" y="105749"/>
                  </a:lnTo>
                  <a:lnTo>
                    <a:pt x="2339300" y="105242"/>
                  </a:lnTo>
                  <a:lnTo>
                    <a:pt x="2340371" y="104737"/>
                  </a:lnTo>
                  <a:lnTo>
                    <a:pt x="2341443" y="104233"/>
                  </a:lnTo>
                  <a:lnTo>
                    <a:pt x="2342514" y="103731"/>
                  </a:lnTo>
                  <a:lnTo>
                    <a:pt x="2343586" y="103231"/>
                  </a:lnTo>
                  <a:lnTo>
                    <a:pt x="2344658" y="102733"/>
                  </a:lnTo>
                  <a:lnTo>
                    <a:pt x="2345729" y="102236"/>
                  </a:lnTo>
                  <a:lnTo>
                    <a:pt x="2346801" y="101741"/>
                  </a:lnTo>
                  <a:lnTo>
                    <a:pt x="2347872" y="101249"/>
                  </a:lnTo>
                  <a:lnTo>
                    <a:pt x="2348944" y="100758"/>
                  </a:lnTo>
                  <a:lnTo>
                    <a:pt x="2350016" y="100268"/>
                  </a:lnTo>
                  <a:lnTo>
                    <a:pt x="2351087" y="99781"/>
                  </a:lnTo>
                  <a:lnTo>
                    <a:pt x="2352159" y="99295"/>
                  </a:lnTo>
                  <a:lnTo>
                    <a:pt x="2353230" y="98811"/>
                  </a:lnTo>
                  <a:lnTo>
                    <a:pt x="2354302" y="98329"/>
                  </a:lnTo>
                  <a:lnTo>
                    <a:pt x="2355374" y="97848"/>
                  </a:lnTo>
                  <a:lnTo>
                    <a:pt x="2356445" y="97370"/>
                  </a:lnTo>
                  <a:lnTo>
                    <a:pt x="2357517" y="96893"/>
                  </a:lnTo>
                  <a:lnTo>
                    <a:pt x="2358588" y="96418"/>
                  </a:lnTo>
                  <a:lnTo>
                    <a:pt x="2359660" y="95945"/>
                  </a:lnTo>
                  <a:lnTo>
                    <a:pt x="2360732" y="95473"/>
                  </a:lnTo>
                  <a:lnTo>
                    <a:pt x="2361803" y="95004"/>
                  </a:lnTo>
                  <a:lnTo>
                    <a:pt x="2362875" y="94536"/>
                  </a:lnTo>
                  <a:lnTo>
                    <a:pt x="2363946" y="94069"/>
                  </a:lnTo>
                  <a:lnTo>
                    <a:pt x="2365018" y="93605"/>
                  </a:lnTo>
                  <a:lnTo>
                    <a:pt x="2366090" y="93142"/>
                  </a:lnTo>
                  <a:lnTo>
                    <a:pt x="2367161" y="92681"/>
                  </a:lnTo>
                  <a:lnTo>
                    <a:pt x="2368233" y="92222"/>
                  </a:lnTo>
                  <a:lnTo>
                    <a:pt x="2369304" y="91765"/>
                  </a:lnTo>
                  <a:lnTo>
                    <a:pt x="2370376" y="91309"/>
                  </a:lnTo>
                  <a:lnTo>
                    <a:pt x="2371448" y="90855"/>
                  </a:lnTo>
                  <a:lnTo>
                    <a:pt x="2372519" y="90403"/>
                  </a:lnTo>
                  <a:lnTo>
                    <a:pt x="2373591" y="89953"/>
                  </a:lnTo>
                  <a:lnTo>
                    <a:pt x="2374662" y="89504"/>
                  </a:lnTo>
                  <a:lnTo>
                    <a:pt x="2375734" y="89057"/>
                  </a:lnTo>
                  <a:lnTo>
                    <a:pt x="2376806" y="88612"/>
                  </a:lnTo>
                  <a:lnTo>
                    <a:pt x="2377877" y="88169"/>
                  </a:lnTo>
                  <a:lnTo>
                    <a:pt x="2378949" y="87727"/>
                  </a:lnTo>
                  <a:lnTo>
                    <a:pt x="2380020" y="87287"/>
                  </a:lnTo>
                  <a:lnTo>
                    <a:pt x="2381092" y="86849"/>
                  </a:lnTo>
                  <a:lnTo>
                    <a:pt x="2382164" y="86413"/>
                  </a:lnTo>
                  <a:lnTo>
                    <a:pt x="2383235" y="85978"/>
                  </a:lnTo>
                  <a:lnTo>
                    <a:pt x="2384307" y="85545"/>
                  </a:lnTo>
                  <a:lnTo>
                    <a:pt x="2385378" y="85114"/>
                  </a:lnTo>
                  <a:lnTo>
                    <a:pt x="2386450" y="84684"/>
                  </a:lnTo>
                  <a:lnTo>
                    <a:pt x="2387522" y="84256"/>
                  </a:lnTo>
                  <a:lnTo>
                    <a:pt x="2388593" y="83830"/>
                  </a:lnTo>
                  <a:lnTo>
                    <a:pt x="2389665" y="83406"/>
                  </a:lnTo>
                  <a:lnTo>
                    <a:pt x="2390736" y="82983"/>
                  </a:lnTo>
                  <a:lnTo>
                    <a:pt x="2391808" y="82562"/>
                  </a:lnTo>
                  <a:lnTo>
                    <a:pt x="2392880" y="82143"/>
                  </a:lnTo>
                  <a:lnTo>
                    <a:pt x="2393951" y="81726"/>
                  </a:lnTo>
                  <a:lnTo>
                    <a:pt x="2395023" y="81310"/>
                  </a:lnTo>
                  <a:lnTo>
                    <a:pt x="2396094" y="80896"/>
                  </a:lnTo>
                  <a:lnTo>
                    <a:pt x="2397166" y="80484"/>
                  </a:lnTo>
                  <a:lnTo>
                    <a:pt x="2398238" y="80073"/>
                  </a:lnTo>
                  <a:lnTo>
                    <a:pt x="2399309" y="79664"/>
                  </a:lnTo>
                  <a:lnTo>
                    <a:pt x="2400381" y="79257"/>
                  </a:lnTo>
                  <a:lnTo>
                    <a:pt x="2401452" y="78851"/>
                  </a:lnTo>
                  <a:lnTo>
                    <a:pt x="2402524" y="78447"/>
                  </a:lnTo>
                  <a:lnTo>
                    <a:pt x="2403596" y="78045"/>
                  </a:lnTo>
                  <a:lnTo>
                    <a:pt x="2404667" y="77644"/>
                  </a:lnTo>
                  <a:lnTo>
                    <a:pt x="2405739" y="77246"/>
                  </a:lnTo>
                  <a:lnTo>
                    <a:pt x="2406810" y="76848"/>
                  </a:lnTo>
                  <a:lnTo>
                    <a:pt x="2407882" y="76453"/>
                  </a:lnTo>
                  <a:lnTo>
                    <a:pt x="2408954" y="76059"/>
                  </a:lnTo>
                  <a:lnTo>
                    <a:pt x="2410025" y="75667"/>
                  </a:lnTo>
                  <a:lnTo>
                    <a:pt x="2411097" y="75277"/>
                  </a:lnTo>
                  <a:lnTo>
                    <a:pt x="2412168" y="74888"/>
                  </a:lnTo>
                  <a:lnTo>
                    <a:pt x="2413240" y="74501"/>
                  </a:lnTo>
                  <a:lnTo>
                    <a:pt x="2414312" y="74115"/>
                  </a:lnTo>
                  <a:lnTo>
                    <a:pt x="2415383" y="73732"/>
                  </a:lnTo>
                  <a:lnTo>
                    <a:pt x="2416455" y="73350"/>
                  </a:lnTo>
                  <a:lnTo>
                    <a:pt x="2417526" y="72969"/>
                  </a:lnTo>
                  <a:lnTo>
                    <a:pt x="2418598" y="72590"/>
                  </a:lnTo>
                  <a:lnTo>
                    <a:pt x="2419670" y="72213"/>
                  </a:lnTo>
                  <a:lnTo>
                    <a:pt x="2420741" y="71838"/>
                  </a:lnTo>
                  <a:lnTo>
                    <a:pt x="2421813" y="71464"/>
                  </a:lnTo>
                  <a:lnTo>
                    <a:pt x="2422884" y="71092"/>
                  </a:lnTo>
                  <a:lnTo>
                    <a:pt x="2423956" y="70722"/>
                  </a:lnTo>
                  <a:lnTo>
                    <a:pt x="2425028" y="70353"/>
                  </a:lnTo>
                  <a:lnTo>
                    <a:pt x="2426099" y="69985"/>
                  </a:lnTo>
                  <a:lnTo>
                    <a:pt x="2427171" y="69620"/>
                  </a:lnTo>
                  <a:lnTo>
                    <a:pt x="2428242" y="69256"/>
                  </a:lnTo>
                  <a:lnTo>
                    <a:pt x="2429314" y="68894"/>
                  </a:lnTo>
                  <a:lnTo>
                    <a:pt x="2430386" y="68533"/>
                  </a:lnTo>
                  <a:lnTo>
                    <a:pt x="2431457" y="68174"/>
                  </a:lnTo>
                  <a:lnTo>
                    <a:pt x="2432529" y="67817"/>
                  </a:lnTo>
                  <a:lnTo>
                    <a:pt x="2433600" y="67461"/>
                  </a:lnTo>
                  <a:lnTo>
                    <a:pt x="2434672" y="67107"/>
                  </a:lnTo>
                  <a:lnTo>
                    <a:pt x="2435744" y="66754"/>
                  </a:lnTo>
                  <a:lnTo>
                    <a:pt x="2436815" y="66403"/>
                  </a:lnTo>
                  <a:lnTo>
                    <a:pt x="2437887" y="66054"/>
                  </a:lnTo>
                  <a:lnTo>
                    <a:pt x="2438958" y="65706"/>
                  </a:lnTo>
                  <a:lnTo>
                    <a:pt x="2440030" y="65360"/>
                  </a:lnTo>
                  <a:lnTo>
                    <a:pt x="2441102" y="65016"/>
                  </a:lnTo>
                  <a:lnTo>
                    <a:pt x="2442173" y="64673"/>
                  </a:lnTo>
                  <a:lnTo>
                    <a:pt x="2443245" y="64332"/>
                  </a:lnTo>
                  <a:lnTo>
                    <a:pt x="2444316" y="63992"/>
                  </a:lnTo>
                  <a:lnTo>
                    <a:pt x="2445388" y="63654"/>
                  </a:lnTo>
                  <a:lnTo>
                    <a:pt x="2446460" y="63318"/>
                  </a:lnTo>
                  <a:lnTo>
                    <a:pt x="2447531" y="62983"/>
                  </a:lnTo>
                  <a:lnTo>
                    <a:pt x="2448603" y="62650"/>
                  </a:lnTo>
                  <a:lnTo>
                    <a:pt x="2449674" y="62318"/>
                  </a:lnTo>
                  <a:lnTo>
                    <a:pt x="2450746" y="61988"/>
                  </a:lnTo>
                  <a:lnTo>
                    <a:pt x="2451818" y="61659"/>
                  </a:lnTo>
                  <a:lnTo>
                    <a:pt x="2452889" y="61332"/>
                  </a:lnTo>
                  <a:lnTo>
                    <a:pt x="2453961" y="61007"/>
                  </a:lnTo>
                  <a:lnTo>
                    <a:pt x="2455032" y="60683"/>
                  </a:lnTo>
                  <a:lnTo>
                    <a:pt x="2456104" y="60361"/>
                  </a:lnTo>
                  <a:lnTo>
                    <a:pt x="2457176" y="60040"/>
                  </a:lnTo>
                  <a:lnTo>
                    <a:pt x="2458247" y="59721"/>
                  </a:lnTo>
                  <a:lnTo>
                    <a:pt x="2459319" y="59404"/>
                  </a:lnTo>
                  <a:lnTo>
                    <a:pt x="2460390" y="59088"/>
                  </a:lnTo>
                  <a:lnTo>
                    <a:pt x="2461462" y="58774"/>
                  </a:lnTo>
                  <a:lnTo>
                    <a:pt x="2462534" y="58461"/>
                  </a:lnTo>
                  <a:lnTo>
                    <a:pt x="2463605" y="58150"/>
                  </a:lnTo>
                  <a:lnTo>
                    <a:pt x="2464677" y="57840"/>
                  </a:lnTo>
                  <a:lnTo>
                    <a:pt x="2465748" y="57532"/>
                  </a:lnTo>
                  <a:lnTo>
                    <a:pt x="2466820" y="57225"/>
                  </a:lnTo>
                  <a:lnTo>
                    <a:pt x="2467892" y="56920"/>
                  </a:lnTo>
                  <a:lnTo>
                    <a:pt x="2468963" y="56617"/>
                  </a:lnTo>
                  <a:lnTo>
                    <a:pt x="2470035" y="56315"/>
                  </a:lnTo>
                  <a:lnTo>
                    <a:pt x="2471106" y="56014"/>
                  </a:lnTo>
                  <a:lnTo>
                    <a:pt x="2472178" y="55715"/>
                  </a:lnTo>
                  <a:lnTo>
                    <a:pt x="2473250" y="55418"/>
                  </a:lnTo>
                  <a:lnTo>
                    <a:pt x="2474321" y="55122"/>
                  </a:lnTo>
                  <a:lnTo>
                    <a:pt x="2475393" y="54828"/>
                  </a:lnTo>
                  <a:lnTo>
                    <a:pt x="2476464" y="54535"/>
                  </a:lnTo>
                  <a:lnTo>
                    <a:pt x="2477536" y="54244"/>
                  </a:lnTo>
                  <a:lnTo>
                    <a:pt x="2478608" y="53954"/>
                  </a:lnTo>
                  <a:lnTo>
                    <a:pt x="2479679" y="53666"/>
                  </a:lnTo>
                  <a:lnTo>
                    <a:pt x="2480751" y="53379"/>
                  </a:lnTo>
                  <a:lnTo>
                    <a:pt x="2481822" y="53094"/>
                  </a:lnTo>
                  <a:lnTo>
                    <a:pt x="2482894" y="52810"/>
                  </a:lnTo>
                  <a:lnTo>
                    <a:pt x="2483966" y="52528"/>
                  </a:lnTo>
                  <a:lnTo>
                    <a:pt x="2485037" y="52247"/>
                  </a:lnTo>
                  <a:lnTo>
                    <a:pt x="2486109" y="51968"/>
                  </a:lnTo>
                  <a:lnTo>
                    <a:pt x="2487180" y="51690"/>
                  </a:lnTo>
                  <a:lnTo>
                    <a:pt x="2488252" y="51414"/>
                  </a:lnTo>
                  <a:lnTo>
                    <a:pt x="2489323" y="51139"/>
                  </a:lnTo>
                  <a:lnTo>
                    <a:pt x="2490395" y="50866"/>
                  </a:lnTo>
                  <a:lnTo>
                    <a:pt x="2491467" y="50594"/>
                  </a:lnTo>
                  <a:lnTo>
                    <a:pt x="2492538" y="50324"/>
                  </a:lnTo>
                  <a:lnTo>
                    <a:pt x="2493610" y="50055"/>
                  </a:lnTo>
                  <a:lnTo>
                    <a:pt x="2494681" y="49787"/>
                  </a:lnTo>
                  <a:lnTo>
                    <a:pt x="2495753" y="49522"/>
                  </a:lnTo>
                  <a:lnTo>
                    <a:pt x="2496825" y="49257"/>
                  </a:lnTo>
                  <a:lnTo>
                    <a:pt x="2497896" y="48994"/>
                  </a:lnTo>
                  <a:lnTo>
                    <a:pt x="2498968" y="48733"/>
                  </a:lnTo>
                  <a:lnTo>
                    <a:pt x="2500039" y="48473"/>
                  </a:lnTo>
                  <a:lnTo>
                    <a:pt x="2501111" y="48214"/>
                  </a:lnTo>
                  <a:lnTo>
                    <a:pt x="2502183" y="47957"/>
                  </a:lnTo>
                  <a:lnTo>
                    <a:pt x="2503254" y="47701"/>
                  </a:lnTo>
                  <a:lnTo>
                    <a:pt x="2504326" y="47447"/>
                  </a:lnTo>
                  <a:lnTo>
                    <a:pt x="2505397" y="47194"/>
                  </a:lnTo>
                  <a:lnTo>
                    <a:pt x="2506469" y="46943"/>
                  </a:lnTo>
                  <a:lnTo>
                    <a:pt x="2507541" y="46693"/>
                  </a:lnTo>
                  <a:lnTo>
                    <a:pt x="2508612" y="46445"/>
                  </a:lnTo>
                  <a:lnTo>
                    <a:pt x="2509684" y="46198"/>
                  </a:lnTo>
                  <a:lnTo>
                    <a:pt x="2510755" y="45952"/>
                  </a:lnTo>
                  <a:lnTo>
                    <a:pt x="2511827" y="45708"/>
                  </a:lnTo>
                  <a:lnTo>
                    <a:pt x="2512899" y="45465"/>
                  </a:lnTo>
                  <a:lnTo>
                    <a:pt x="2513970" y="45224"/>
                  </a:lnTo>
                  <a:lnTo>
                    <a:pt x="2515042" y="44984"/>
                  </a:lnTo>
                  <a:lnTo>
                    <a:pt x="2516113" y="44746"/>
                  </a:lnTo>
                  <a:lnTo>
                    <a:pt x="2517185" y="44509"/>
                  </a:lnTo>
                  <a:lnTo>
                    <a:pt x="2518257" y="44273"/>
                  </a:lnTo>
                  <a:lnTo>
                    <a:pt x="2519328" y="44039"/>
                  </a:lnTo>
                  <a:lnTo>
                    <a:pt x="2520400" y="43806"/>
                  </a:lnTo>
                  <a:lnTo>
                    <a:pt x="2521471" y="43575"/>
                  </a:lnTo>
                  <a:lnTo>
                    <a:pt x="2522543" y="43345"/>
                  </a:lnTo>
                  <a:lnTo>
                    <a:pt x="2523615" y="43116"/>
                  </a:lnTo>
                  <a:lnTo>
                    <a:pt x="2524686" y="42889"/>
                  </a:lnTo>
                  <a:lnTo>
                    <a:pt x="2525758" y="42663"/>
                  </a:lnTo>
                  <a:lnTo>
                    <a:pt x="2526829" y="42438"/>
                  </a:lnTo>
                  <a:lnTo>
                    <a:pt x="2527901" y="42215"/>
                  </a:lnTo>
                  <a:lnTo>
                    <a:pt x="2528973" y="41994"/>
                  </a:lnTo>
                  <a:lnTo>
                    <a:pt x="2530044" y="41773"/>
                  </a:lnTo>
                  <a:lnTo>
                    <a:pt x="2531116" y="41554"/>
                  </a:lnTo>
                  <a:lnTo>
                    <a:pt x="2532187" y="41337"/>
                  </a:lnTo>
                  <a:lnTo>
                    <a:pt x="2533259" y="41121"/>
                  </a:lnTo>
                  <a:lnTo>
                    <a:pt x="2534331" y="40906"/>
                  </a:lnTo>
                  <a:lnTo>
                    <a:pt x="2535402" y="40692"/>
                  </a:lnTo>
                  <a:lnTo>
                    <a:pt x="2536474" y="40480"/>
                  </a:lnTo>
                  <a:lnTo>
                    <a:pt x="2537545" y="40269"/>
                  </a:lnTo>
                  <a:lnTo>
                    <a:pt x="2538617" y="40060"/>
                  </a:lnTo>
                  <a:lnTo>
                    <a:pt x="2539689" y="39852"/>
                  </a:lnTo>
                  <a:lnTo>
                    <a:pt x="2540760" y="39645"/>
                  </a:lnTo>
                  <a:lnTo>
                    <a:pt x="2541832" y="39440"/>
                  </a:lnTo>
                  <a:lnTo>
                    <a:pt x="2542903" y="39236"/>
                  </a:lnTo>
                  <a:lnTo>
                    <a:pt x="2543975" y="39033"/>
                  </a:lnTo>
                  <a:lnTo>
                    <a:pt x="2545047" y="38832"/>
                  </a:lnTo>
                  <a:lnTo>
                    <a:pt x="2546118" y="38632"/>
                  </a:lnTo>
                  <a:lnTo>
                    <a:pt x="2547190" y="38433"/>
                  </a:lnTo>
                  <a:lnTo>
                    <a:pt x="2548261" y="38236"/>
                  </a:lnTo>
                  <a:lnTo>
                    <a:pt x="2549333" y="38040"/>
                  </a:lnTo>
                  <a:lnTo>
                    <a:pt x="2550405" y="37845"/>
                  </a:lnTo>
                  <a:lnTo>
                    <a:pt x="2551476" y="37651"/>
                  </a:lnTo>
                  <a:lnTo>
                    <a:pt x="2552548" y="37459"/>
                  </a:lnTo>
                  <a:lnTo>
                    <a:pt x="2553619" y="37268"/>
                  </a:lnTo>
                  <a:lnTo>
                    <a:pt x="2554691" y="37079"/>
                  </a:lnTo>
                  <a:lnTo>
                    <a:pt x="2555763" y="36891"/>
                  </a:lnTo>
                  <a:lnTo>
                    <a:pt x="2556834" y="36704"/>
                  </a:lnTo>
                  <a:lnTo>
                    <a:pt x="2557906" y="36518"/>
                  </a:lnTo>
                  <a:lnTo>
                    <a:pt x="2558977" y="36334"/>
                  </a:lnTo>
                  <a:lnTo>
                    <a:pt x="2560049" y="36151"/>
                  </a:lnTo>
                  <a:lnTo>
                    <a:pt x="2561121" y="35969"/>
                  </a:lnTo>
                  <a:lnTo>
                    <a:pt x="2562192" y="35789"/>
                  </a:lnTo>
                  <a:lnTo>
                    <a:pt x="2563264" y="35610"/>
                  </a:lnTo>
                  <a:lnTo>
                    <a:pt x="2564335" y="35432"/>
                  </a:lnTo>
                  <a:lnTo>
                    <a:pt x="2565407" y="35255"/>
                  </a:lnTo>
                  <a:lnTo>
                    <a:pt x="2566479" y="35080"/>
                  </a:lnTo>
                  <a:lnTo>
                    <a:pt x="2567550" y="34906"/>
                  </a:lnTo>
                  <a:lnTo>
                    <a:pt x="2568622" y="34733"/>
                  </a:lnTo>
                  <a:lnTo>
                    <a:pt x="2569693" y="34561"/>
                  </a:lnTo>
                  <a:lnTo>
                    <a:pt x="2570765" y="34391"/>
                  </a:lnTo>
                  <a:lnTo>
                    <a:pt x="2571837" y="34222"/>
                  </a:lnTo>
                  <a:lnTo>
                    <a:pt x="2572908" y="34054"/>
                  </a:lnTo>
                  <a:lnTo>
                    <a:pt x="2573980" y="33888"/>
                  </a:lnTo>
                  <a:lnTo>
                    <a:pt x="2575051" y="33722"/>
                  </a:lnTo>
                  <a:lnTo>
                    <a:pt x="2576123" y="33558"/>
                  </a:lnTo>
                  <a:lnTo>
                    <a:pt x="2577195" y="33395"/>
                  </a:lnTo>
                  <a:lnTo>
                    <a:pt x="2578266" y="33234"/>
                  </a:lnTo>
                  <a:lnTo>
                    <a:pt x="2579338" y="33073"/>
                  </a:lnTo>
                  <a:lnTo>
                    <a:pt x="2580409" y="32914"/>
                  </a:lnTo>
                  <a:lnTo>
                    <a:pt x="2581481" y="32756"/>
                  </a:lnTo>
                  <a:lnTo>
                    <a:pt x="2582553" y="32600"/>
                  </a:lnTo>
                  <a:lnTo>
                    <a:pt x="2583624" y="32444"/>
                  </a:lnTo>
                  <a:lnTo>
                    <a:pt x="2584696" y="32290"/>
                  </a:lnTo>
                  <a:lnTo>
                    <a:pt x="2585767" y="32137"/>
                  </a:lnTo>
                  <a:lnTo>
                    <a:pt x="2586839" y="31985"/>
                  </a:lnTo>
                  <a:lnTo>
                    <a:pt x="2587911" y="31835"/>
                  </a:lnTo>
                  <a:lnTo>
                    <a:pt x="2588982" y="31685"/>
                  </a:lnTo>
                  <a:lnTo>
                    <a:pt x="2590054" y="31537"/>
                  </a:lnTo>
                  <a:lnTo>
                    <a:pt x="2591125" y="31390"/>
                  </a:lnTo>
                  <a:lnTo>
                    <a:pt x="2592197" y="31244"/>
                  </a:lnTo>
                  <a:lnTo>
                    <a:pt x="2593269" y="31099"/>
                  </a:lnTo>
                  <a:lnTo>
                    <a:pt x="2594340" y="30956"/>
                  </a:lnTo>
                  <a:lnTo>
                    <a:pt x="2595412" y="30814"/>
                  </a:lnTo>
                  <a:lnTo>
                    <a:pt x="2596483" y="30672"/>
                  </a:lnTo>
                  <a:lnTo>
                    <a:pt x="2597555" y="30533"/>
                  </a:lnTo>
                  <a:lnTo>
                    <a:pt x="2598627" y="30394"/>
                  </a:lnTo>
                  <a:lnTo>
                    <a:pt x="2599698" y="30256"/>
                  </a:lnTo>
                  <a:lnTo>
                    <a:pt x="2600770" y="30120"/>
                  </a:lnTo>
                  <a:lnTo>
                    <a:pt x="2601841" y="29985"/>
                  </a:lnTo>
                  <a:lnTo>
                    <a:pt x="2602913" y="29850"/>
                  </a:lnTo>
                  <a:lnTo>
                    <a:pt x="2603985" y="29717"/>
                  </a:lnTo>
                  <a:lnTo>
                    <a:pt x="2605056" y="29586"/>
                  </a:lnTo>
                  <a:lnTo>
                    <a:pt x="2606128" y="29455"/>
                  </a:lnTo>
                  <a:lnTo>
                    <a:pt x="2607199" y="29325"/>
                  </a:lnTo>
                  <a:lnTo>
                    <a:pt x="2608271" y="29197"/>
                  </a:lnTo>
                  <a:lnTo>
                    <a:pt x="2609343" y="29070"/>
                  </a:lnTo>
                  <a:lnTo>
                    <a:pt x="2610414" y="28944"/>
                  </a:lnTo>
                  <a:lnTo>
                    <a:pt x="2611486" y="28819"/>
                  </a:lnTo>
                  <a:lnTo>
                    <a:pt x="2612557" y="28695"/>
                  </a:lnTo>
                  <a:lnTo>
                    <a:pt x="2613629" y="28572"/>
                  </a:lnTo>
                  <a:lnTo>
                    <a:pt x="2614701" y="28451"/>
                  </a:lnTo>
                  <a:lnTo>
                    <a:pt x="2615772" y="28330"/>
                  </a:lnTo>
                  <a:lnTo>
                    <a:pt x="2616844" y="28211"/>
                  </a:lnTo>
                  <a:lnTo>
                    <a:pt x="2617915" y="28093"/>
                  </a:lnTo>
                  <a:lnTo>
                    <a:pt x="2618987" y="27975"/>
                  </a:lnTo>
                  <a:lnTo>
                    <a:pt x="2620059" y="27859"/>
                  </a:lnTo>
                  <a:lnTo>
                    <a:pt x="2621130" y="27744"/>
                  </a:lnTo>
                  <a:lnTo>
                    <a:pt x="2622202" y="27631"/>
                  </a:lnTo>
                  <a:lnTo>
                    <a:pt x="2623273" y="27518"/>
                  </a:lnTo>
                  <a:lnTo>
                    <a:pt x="2624345" y="27406"/>
                  </a:lnTo>
                  <a:lnTo>
                    <a:pt x="2625417" y="27296"/>
                  </a:lnTo>
                  <a:lnTo>
                    <a:pt x="2626488" y="27186"/>
                  </a:lnTo>
                  <a:lnTo>
                    <a:pt x="2627560" y="27078"/>
                  </a:lnTo>
                  <a:lnTo>
                    <a:pt x="2628631" y="26970"/>
                  </a:lnTo>
                  <a:lnTo>
                    <a:pt x="2629703" y="26864"/>
                  </a:lnTo>
                  <a:lnTo>
                    <a:pt x="2630775" y="26759"/>
                  </a:lnTo>
                  <a:lnTo>
                    <a:pt x="2631846" y="26655"/>
                  </a:lnTo>
                  <a:lnTo>
                    <a:pt x="2632918" y="26552"/>
                  </a:lnTo>
                  <a:lnTo>
                    <a:pt x="2633989" y="26450"/>
                  </a:lnTo>
                  <a:lnTo>
                    <a:pt x="2635061" y="26349"/>
                  </a:lnTo>
                  <a:lnTo>
                    <a:pt x="2636133" y="26249"/>
                  </a:lnTo>
                  <a:lnTo>
                    <a:pt x="2637204" y="26150"/>
                  </a:lnTo>
                  <a:lnTo>
                    <a:pt x="2638276" y="26052"/>
                  </a:lnTo>
                  <a:lnTo>
                    <a:pt x="2639347" y="25955"/>
                  </a:lnTo>
                  <a:lnTo>
                    <a:pt x="2640419" y="25859"/>
                  </a:lnTo>
                  <a:lnTo>
                    <a:pt x="2641491" y="25765"/>
                  </a:lnTo>
                  <a:lnTo>
                    <a:pt x="2642562" y="25671"/>
                  </a:lnTo>
                  <a:lnTo>
                    <a:pt x="2643634" y="25578"/>
                  </a:lnTo>
                  <a:lnTo>
                    <a:pt x="2644705" y="25487"/>
                  </a:lnTo>
                  <a:lnTo>
                    <a:pt x="2645777" y="25396"/>
                  </a:lnTo>
                  <a:lnTo>
                    <a:pt x="2646849" y="25307"/>
                  </a:lnTo>
                  <a:lnTo>
                    <a:pt x="2647920" y="25218"/>
                  </a:lnTo>
                  <a:lnTo>
                    <a:pt x="2648992" y="25130"/>
                  </a:lnTo>
                  <a:lnTo>
                    <a:pt x="2650063" y="25044"/>
                  </a:lnTo>
                  <a:lnTo>
                    <a:pt x="2651135" y="24958"/>
                  </a:lnTo>
                  <a:lnTo>
                    <a:pt x="2652207" y="24874"/>
                  </a:lnTo>
                  <a:lnTo>
                    <a:pt x="2653278" y="24790"/>
                  </a:lnTo>
                  <a:lnTo>
                    <a:pt x="2654350" y="24708"/>
                  </a:lnTo>
                  <a:lnTo>
                    <a:pt x="2655421" y="24626"/>
                  </a:lnTo>
                  <a:lnTo>
                    <a:pt x="2656493" y="24545"/>
                  </a:lnTo>
                  <a:lnTo>
                    <a:pt x="2657565" y="24466"/>
                  </a:lnTo>
                  <a:lnTo>
                    <a:pt x="2658636" y="24387"/>
                  </a:lnTo>
                  <a:lnTo>
                    <a:pt x="2659708" y="24309"/>
                  </a:lnTo>
                  <a:lnTo>
                    <a:pt x="2660779" y="24233"/>
                  </a:lnTo>
                  <a:lnTo>
                    <a:pt x="2661851" y="24157"/>
                  </a:lnTo>
                  <a:lnTo>
                    <a:pt x="2662922" y="24082"/>
                  </a:lnTo>
                  <a:lnTo>
                    <a:pt x="2663994" y="24008"/>
                  </a:lnTo>
                  <a:lnTo>
                    <a:pt x="2665066" y="23936"/>
                  </a:lnTo>
                  <a:lnTo>
                    <a:pt x="2666137" y="23864"/>
                  </a:lnTo>
                  <a:lnTo>
                    <a:pt x="2667209" y="23793"/>
                  </a:lnTo>
                  <a:lnTo>
                    <a:pt x="2668280" y="23723"/>
                  </a:lnTo>
                  <a:lnTo>
                    <a:pt x="2669352" y="23654"/>
                  </a:lnTo>
                  <a:lnTo>
                    <a:pt x="2670424" y="23586"/>
                  </a:lnTo>
                  <a:lnTo>
                    <a:pt x="2671495" y="23518"/>
                  </a:lnTo>
                  <a:lnTo>
                    <a:pt x="2672567" y="23452"/>
                  </a:lnTo>
                  <a:lnTo>
                    <a:pt x="2673638" y="23387"/>
                  </a:lnTo>
                  <a:lnTo>
                    <a:pt x="2674710" y="23322"/>
                  </a:lnTo>
                  <a:lnTo>
                    <a:pt x="2675782" y="23259"/>
                  </a:lnTo>
                  <a:lnTo>
                    <a:pt x="2676853" y="23196"/>
                  </a:lnTo>
                  <a:lnTo>
                    <a:pt x="2677925" y="23135"/>
                  </a:lnTo>
                  <a:lnTo>
                    <a:pt x="2678996" y="23074"/>
                  </a:lnTo>
                  <a:lnTo>
                    <a:pt x="2680068" y="23014"/>
                  </a:lnTo>
                  <a:lnTo>
                    <a:pt x="2681140" y="22955"/>
                  </a:lnTo>
                  <a:lnTo>
                    <a:pt x="2682211" y="22897"/>
                  </a:lnTo>
                  <a:lnTo>
                    <a:pt x="2683283" y="22840"/>
                  </a:lnTo>
                  <a:lnTo>
                    <a:pt x="2684354" y="22784"/>
                  </a:lnTo>
                  <a:lnTo>
                    <a:pt x="2685426" y="22728"/>
                  </a:lnTo>
                  <a:lnTo>
                    <a:pt x="2686498" y="22674"/>
                  </a:lnTo>
                  <a:lnTo>
                    <a:pt x="2687569" y="22620"/>
                  </a:lnTo>
                  <a:lnTo>
                    <a:pt x="2688641" y="22568"/>
                  </a:lnTo>
                  <a:lnTo>
                    <a:pt x="2689712" y="22516"/>
                  </a:lnTo>
                  <a:lnTo>
                    <a:pt x="2690784" y="22465"/>
                  </a:lnTo>
                  <a:lnTo>
                    <a:pt x="2691856" y="22415"/>
                  </a:lnTo>
                  <a:lnTo>
                    <a:pt x="2692927" y="22365"/>
                  </a:lnTo>
                  <a:lnTo>
                    <a:pt x="2693999" y="22317"/>
                  </a:lnTo>
                  <a:lnTo>
                    <a:pt x="2695070" y="22269"/>
                  </a:lnTo>
                  <a:lnTo>
                    <a:pt x="2696142" y="22223"/>
                  </a:lnTo>
                  <a:lnTo>
                    <a:pt x="2697214" y="22177"/>
                  </a:lnTo>
                  <a:lnTo>
                    <a:pt x="2698285" y="22132"/>
                  </a:lnTo>
                  <a:lnTo>
                    <a:pt x="2699357" y="22088"/>
                  </a:lnTo>
                  <a:lnTo>
                    <a:pt x="2700428" y="22044"/>
                  </a:lnTo>
                  <a:lnTo>
                    <a:pt x="2701500" y="22002"/>
                  </a:lnTo>
                  <a:lnTo>
                    <a:pt x="2702572" y="21960"/>
                  </a:lnTo>
                  <a:lnTo>
                    <a:pt x="2703643" y="21920"/>
                  </a:lnTo>
                  <a:lnTo>
                    <a:pt x="2704715" y="21880"/>
                  </a:lnTo>
                  <a:lnTo>
                    <a:pt x="2705786" y="21840"/>
                  </a:lnTo>
                  <a:lnTo>
                    <a:pt x="2706858" y="21802"/>
                  </a:lnTo>
                  <a:lnTo>
                    <a:pt x="2707930" y="21764"/>
                  </a:lnTo>
                  <a:lnTo>
                    <a:pt x="2709001" y="21728"/>
                  </a:lnTo>
                  <a:lnTo>
                    <a:pt x="2710073" y="21692"/>
                  </a:lnTo>
                  <a:lnTo>
                    <a:pt x="2711144" y="21657"/>
                  </a:lnTo>
                  <a:lnTo>
                    <a:pt x="2712216" y="21622"/>
                  </a:lnTo>
                  <a:lnTo>
                    <a:pt x="2713288" y="21589"/>
                  </a:lnTo>
                  <a:lnTo>
                    <a:pt x="2714359" y="21556"/>
                  </a:lnTo>
                  <a:lnTo>
                    <a:pt x="2715431" y="21524"/>
                  </a:lnTo>
                  <a:lnTo>
                    <a:pt x="2716502" y="21493"/>
                  </a:lnTo>
                  <a:lnTo>
                    <a:pt x="2717574" y="21463"/>
                  </a:lnTo>
                  <a:lnTo>
                    <a:pt x="2718646" y="21433"/>
                  </a:lnTo>
                  <a:lnTo>
                    <a:pt x="2719717" y="21404"/>
                  </a:lnTo>
                  <a:lnTo>
                    <a:pt x="2720789" y="21376"/>
                  </a:lnTo>
                  <a:lnTo>
                    <a:pt x="2721860" y="21349"/>
                  </a:lnTo>
                  <a:lnTo>
                    <a:pt x="2722932" y="21322"/>
                  </a:lnTo>
                  <a:lnTo>
                    <a:pt x="2724004" y="21296"/>
                  </a:lnTo>
                  <a:lnTo>
                    <a:pt x="2725075" y="21271"/>
                  </a:lnTo>
                  <a:lnTo>
                    <a:pt x="2726147" y="21247"/>
                  </a:lnTo>
                  <a:lnTo>
                    <a:pt x="2727218" y="21224"/>
                  </a:lnTo>
                  <a:lnTo>
                    <a:pt x="2728290" y="21201"/>
                  </a:lnTo>
                  <a:lnTo>
                    <a:pt x="2729362" y="21179"/>
                  </a:lnTo>
                  <a:lnTo>
                    <a:pt x="2730433" y="21157"/>
                  </a:lnTo>
                  <a:lnTo>
                    <a:pt x="2731505" y="21137"/>
                  </a:lnTo>
                  <a:lnTo>
                    <a:pt x="2732576" y="21117"/>
                  </a:lnTo>
                  <a:lnTo>
                    <a:pt x="2733648" y="21098"/>
                  </a:lnTo>
                  <a:lnTo>
                    <a:pt x="2734720" y="21079"/>
                  </a:lnTo>
                  <a:lnTo>
                    <a:pt x="2735791" y="21062"/>
                  </a:lnTo>
                  <a:lnTo>
                    <a:pt x="2736863" y="21045"/>
                  </a:lnTo>
                  <a:lnTo>
                    <a:pt x="2737934" y="21028"/>
                  </a:lnTo>
                  <a:lnTo>
                    <a:pt x="2739006" y="21013"/>
                  </a:lnTo>
                  <a:lnTo>
                    <a:pt x="2740078" y="20998"/>
                  </a:lnTo>
                  <a:lnTo>
                    <a:pt x="2741149" y="20984"/>
                  </a:lnTo>
                  <a:lnTo>
                    <a:pt x="2742221" y="20970"/>
                  </a:lnTo>
                  <a:lnTo>
                    <a:pt x="2743292" y="20958"/>
                  </a:lnTo>
                  <a:lnTo>
                    <a:pt x="2744364" y="20946"/>
                  </a:lnTo>
                  <a:lnTo>
                    <a:pt x="2745436" y="20934"/>
                  </a:lnTo>
                  <a:lnTo>
                    <a:pt x="2746507" y="20924"/>
                  </a:lnTo>
                  <a:lnTo>
                    <a:pt x="2747579" y="20913"/>
                  </a:lnTo>
                  <a:lnTo>
                    <a:pt x="2748650" y="20904"/>
                  </a:lnTo>
                  <a:lnTo>
                    <a:pt x="2749722" y="20895"/>
                  </a:lnTo>
                  <a:lnTo>
                    <a:pt x="2750794" y="20887"/>
                  </a:lnTo>
                  <a:lnTo>
                    <a:pt x="2751865" y="20880"/>
                  </a:lnTo>
                  <a:lnTo>
                    <a:pt x="2752937" y="20873"/>
                  </a:lnTo>
                  <a:lnTo>
                    <a:pt x="2754008" y="20867"/>
                  </a:lnTo>
                  <a:lnTo>
                    <a:pt x="2755080" y="20862"/>
                  </a:lnTo>
                  <a:lnTo>
                    <a:pt x="2756152" y="20857"/>
                  </a:lnTo>
                  <a:lnTo>
                    <a:pt x="2757223" y="20853"/>
                  </a:lnTo>
                  <a:lnTo>
                    <a:pt x="2758295" y="20850"/>
                  </a:lnTo>
                  <a:lnTo>
                    <a:pt x="2759366" y="20847"/>
                  </a:lnTo>
                  <a:lnTo>
                    <a:pt x="2760438" y="20845"/>
                  </a:lnTo>
                  <a:lnTo>
                    <a:pt x="2761510" y="20843"/>
                  </a:lnTo>
                  <a:lnTo>
                    <a:pt x="2762581" y="20842"/>
                  </a:lnTo>
                  <a:lnTo>
                    <a:pt x="2763653" y="20842"/>
                  </a:lnTo>
                  <a:lnTo>
                    <a:pt x="2764724" y="20842"/>
                  </a:lnTo>
                  <a:lnTo>
                    <a:pt x="2765796" y="20843"/>
                  </a:lnTo>
                  <a:lnTo>
                    <a:pt x="2766868" y="20845"/>
                  </a:lnTo>
                  <a:lnTo>
                    <a:pt x="2767939" y="20847"/>
                  </a:lnTo>
                  <a:lnTo>
                    <a:pt x="2769011" y="20850"/>
                  </a:lnTo>
                  <a:lnTo>
                    <a:pt x="2770082" y="20853"/>
                  </a:lnTo>
                  <a:lnTo>
                    <a:pt x="2771154" y="20857"/>
                  </a:lnTo>
                  <a:lnTo>
                    <a:pt x="2772226" y="20862"/>
                  </a:lnTo>
                  <a:lnTo>
                    <a:pt x="2773297" y="20867"/>
                  </a:lnTo>
                  <a:lnTo>
                    <a:pt x="2774369" y="20873"/>
                  </a:lnTo>
                  <a:lnTo>
                    <a:pt x="2775440" y="20879"/>
                  </a:lnTo>
                  <a:lnTo>
                    <a:pt x="2776512" y="20886"/>
                  </a:lnTo>
                  <a:lnTo>
                    <a:pt x="2777584" y="20893"/>
                  </a:lnTo>
                  <a:lnTo>
                    <a:pt x="2778655" y="20901"/>
                  </a:lnTo>
                  <a:lnTo>
                    <a:pt x="2779727" y="20910"/>
                  </a:lnTo>
                  <a:lnTo>
                    <a:pt x="2780798" y="20919"/>
                  </a:lnTo>
                  <a:lnTo>
                    <a:pt x="2781870" y="20929"/>
                  </a:lnTo>
                  <a:lnTo>
                    <a:pt x="2782942" y="20939"/>
                  </a:lnTo>
                  <a:lnTo>
                    <a:pt x="2784013" y="20950"/>
                  </a:lnTo>
                  <a:lnTo>
                    <a:pt x="2785085" y="20961"/>
                  </a:lnTo>
                  <a:lnTo>
                    <a:pt x="2786156" y="20973"/>
                  </a:lnTo>
                  <a:lnTo>
                    <a:pt x="2787228" y="20986"/>
                  </a:lnTo>
                  <a:lnTo>
                    <a:pt x="2788300" y="20999"/>
                  </a:lnTo>
                  <a:lnTo>
                    <a:pt x="2789371" y="21013"/>
                  </a:lnTo>
                  <a:lnTo>
                    <a:pt x="2790443" y="21027"/>
                  </a:lnTo>
                  <a:lnTo>
                    <a:pt x="2791514" y="21041"/>
                  </a:lnTo>
                  <a:lnTo>
                    <a:pt x="2792586" y="21057"/>
                  </a:lnTo>
                  <a:lnTo>
                    <a:pt x="2793658" y="21072"/>
                  </a:lnTo>
                  <a:lnTo>
                    <a:pt x="2794729" y="21088"/>
                  </a:lnTo>
                  <a:lnTo>
                    <a:pt x="2795801" y="21105"/>
                  </a:lnTo>
                  <a:lnTo>
                    <a:pt x="2796872" y="21122"/>
                  </a:lnTo>
                  <a:lnTo>
                    <a:pt x="2797944" y="21140"/>
                  </a:lnTo>
                  <a:lnTo>
                    <a:pt x="2799016" y="21158"/>
                  </a:lnTo>
                  <a:lnTo>
                    <a:pt x="2800087" y="21177"/>
                  </a:lnTo>
                  <a:lnTo>
                    <a:pt x="2801159" y="21196"/>
                  </a:lnTo>
                  <a:lnTo>
                    <a:pt x="2802230" y="21216"/>
                  </a:lnTo>
                  <a:lnTo>
                    <a:pt x="2803302" y="21236"/>
                  </a:lnTo>
                  <a:lnTo>
                    <a:pt x="2804374" y="21257"/>
                  </a:lnTo>
                  <a:lnTo>
                    <a:pt x="2805445" y="21278"/>
                  </a:lnTo>
                  <a:lnTo>
                    <a:pt x="2806517" y="21300"/>
                  </a:lnTo>
                  <a:lnTo>
                    <a:pt x="2807588" y="21322"/>
                  </a:lnTo>
                  <a:lnTo>
                    <a:pt x="2808660" y="21345"/>
                  </a:lnTo>
                  <a:lnTo>
                    <a:pt x="2809732" y="21368"/>
                  </a:lnTo>
                  <a:lnTo>
                    <a:pt x="2810803" y="21392"/>
                  </a:lnTo>
                  <a:lnTo>
                    <a:pt x="2811875" y="21416"/>
                  </a:lnTo>
                  <a:lnTo>
                    <a:pt x="2812946" y="21440"/>
                  </a:lnTo>
                  <a:lnTo>
                    <a:pt x="2814018" y="21465"/>
                  </a:lnTo>
                  <a:lnTo>
                    <a:pt x="2815090" y="21490"/>
                  </a:lnTo>
                  <a:lnTo>
                    <a:pt x="2816161" y="21516"/>
                  </a:lnTo>
                  <a:lnTo>
                    <a:pt x="2817233" y="21543"/>
                  </a:lnTo>
                  <a:lnTo>
                    <a:pt x="2818304" y="21569"/>
                  </a:lnTo>
                  <a:lnTo>
                    <a:pt x="2819376" y="21596"/>
                  </a:lnTo>
                  <a:lnTo>
                    <a:pt x="2820448" y="21624"/>
                  </a:lnTo>
                  <a:lnTo>
                    <a:pt x="2821519" y="21652"/>
                  </a:lnTo>
                  <a:lnTo>
                    <a:pt x="2822591" y="21680"/>
                  </a:lnTo>
                  <a:lnTo>
                    <a:pt x="2823662" y="21709"/>
                  </a:lnTo>
                  <a:lnTo>
                    <a:pt x="2824734" y="21739"/>
                  </a:lnTo>
                  <a:lnTo>
                    <a:pt x="2825806" y="21768"/>
                  </a:lnTo>
                  <a:lnTo>
                    <a:pt x="2826877" y="21798"/>
                  </a:lnTo>
                  <a:lnTo>
                    <a:pt x="2827949" y="21829"/>
                  </a:lnTo>
                  <a:lnTo>
                    <a:pt x="2829020" y="21860"/>
                  </a:lnTo>
                  <a:lnTo>
                    <a:pt x="2830092" y="21891"/>
                  </a:lnTo>
                  <a:lnTo>
                    <a:pt x="2831164" y="21923"/>
                  </a:lnTo>
                  <a:lnTo>
                    <a:pt x="2832235" y="21955"/>
                  </a:lnTo>
                  <a:lnTo>
                    <a:pt x="2833307" y="21988"/>
                  </a:lnTo>
                  <a:lnTo>
                    <a:pt x="2834378" y="22021"/>
                  </a:lnTo>
                  <a:lnTo>
                    <a:pt x="2835450" y="22054"/>
                  </a:lnTo>
                  <a:lnTo>
                    <a:pt x="2836522" y="22088"/>
                  </a:lnTo>
                  <a:lnTo>
                    <a:pt x="2837593" y="22122"/>
                  </a:lnTo>
                  <a:lnTo>
                    <a:pt x="2838665" y="22156"/>
                  </a:lnTo>
                  <a:lnTo>
                    <a:pt x="2839736" y="22191"/>
                  </a:lnTo>
                  <a:lnTo>
                    <a:pt x="2840808" y="22226"/>
                  </a:lnTo>
                  <a:lnTo>
                    <a:pt x="2841879" y="22261"/>
                  </a:lnTo>
                  <a:lnTo>
                    <a:pt x="2842951" y="22297"/>
                  </a:lnTo>
                  <a:lnTo>
                    <a:pt x="2844023" y="22334"/>
                  </a:lnTo>
                  <a:lnTo>
                    <a:pt x="2845094" y="22370"/>
                  </a:lnTo>
                  <a:lnTo>
                    <a:pt x="2846166" y="22407"/>
                  </a:lnTo>
                  <a:lnTo>
                    <a:pt x="2847237" y="22444"/>
                  </a:lnTo>
                  <a:lnTo>
                    <a:pt x="2848309" y="22482"/>
                  </a:lnTo>
                  <a:lnTo>
                    <a:pt x="2849381" y="22520"/>
                  </a:lnTo>
                  <a:lnTo>
                    <a:pt x="2850452" y="22558"/>
                  </a:lnTo>
                  <a:lnTo>
                    <a:pt x="2851524" y="22597"/>
                  </a:lnTo>
                  <a:lnTo>
                    <a:pt x="2852595" y="22636"/>
                  </a:lnTo>
                  <a:lnTo>
                    <a:pt x="2853667" y="22675"/>
                  </a:lnTo>
                  <a:lnTo>
                    <a:pt x="2854739" y="22715"/>
                  </a:lnTo>
                  <a:lnTo>
                    <a:pt x="2855810" y="22755"/>
                  </a:lnTo>
                  <a:lnTo>
                    <a:pt x="2856882" y="22795"/>
                  </a:lnTo>
                  <a:lnTo>
                    <a:pt x="2857953" y="22835"/>
                  </a:lnTo>
                  <a:lnTo>
                    <a:pt x="2859025" y="22876"/>
                  </a:lnTo>
                  <a:lnTo>
                    <a:pt x="2860097" y="22917"/>
                  </a:lnTo>
                  <a:lnTo>
                    <a:pt x="2861168" y="22959"/>
                  </a:lnTo>
                  <a:lnTo>
                    <a:pt x="2862240" y="23001"/>
                  </a:lnTo>
                  <a:lnTo>
                    <a:pt x="2863311" y="23043"/>
                  </a:lnTo>
                  <a:lnTo>
                    <a:pt x="2864383" y="23085"/>
                  </a:lnTo>
                  <a:lnTo>
                    <a:pt x="2865455" y="23128"/>
                  </a:lnTo>
                  <a:lnTo>
                    <a:pt x="2866526" y="23171"/>
                  </a:lnTo>
                  <a:lnTo>
                    <a:pt x="2867598" y="23214"/>
                  </a:lnTo>
                  <a:lnTo>
                    <a:pt x="2868669" y="23257"/>
                  </a:lnTo>
                  <a:lnTo>
                    <a:pt x="2869741" y="23301"/>
                  </a:lnTo>
                  <a:lnTo>
                    <a:pt x="2870813" y="23345"/>
                  </a:lnTo>
                  <a:lnTo>
                    <a:pt x="2871884" y="23389"/>
                  </a:lnTo>
                  <a:lnTo>
                    <a:pt x="2872956" y="23434"/>
                  </a:lnTo>
                  <a:lnTo>
                    <a:pt x="2874027" y="23479"/>
                  </a:lnTo>
                  <a:lnTo>
                    <a:pt x="2875099" y="23524"/>
                  </a:lnTo>
                  <a:lnTo>
                    <a:pt x="2876171" y="23569"/>
                  </a:lnTo>
                  <a:lnTo>
                    <a:pt x="2877242" y="23615"/>
                  </a:lnTo>
                  <a:lnTo>
                    <a:pt x="2878314" y="23660"/>
                  </a:lnTo>
                  <a:lnTo>
                    <a:pt x="2879385" y="23706"/>
                  </a:lnTo>
                  <a:lnTo>
                    <a:pt x="2880457" y="23753"/>
                  </a:lnTo>
                  <a:lnTo>
                    <a:pt x="2881529" y="23799"/>
                  </a:lnTo>
                  <a:lnTo>
                    <a:pt x="2882600" y="23846"/>
                  </a:lnTo>
                  <a:lnTo>
                    <a:pt x="2883672" y="23893"/>
                  </a:lnTo>
                  <a:lnTo>
                    <a:pt x="2884743" y="23940"/>
                  </a:lnTo>
                  <a:lnTo>
                    <a:pt x="2885815" y="23988"/>
                  </a:lnTo>
                  <a:lnTo>
                    <a:pt x="2886887" y="24035"/>
                  </a:lnTo>
                  <a:lnTo>
                    <a:pt x="2887958" y="24083"/>
                  </a:lnTo>
                  <a:lnTo>
                    <a:pt x="2889030" y="24131"/>
                  </a:lnTo>
                  <a:lnTo>
                    <a:pt x="2890101" y="24180"/>
                  </a:lnTo>
                  <a:lnTo>
                    <a:pt x="2891173" y="24228"/>
                  </a:lnTo>
                  <a:lnTo>
                    <a:pt x="2892245" y="24277"/>
                  </a:lnTo>
                  <a:lnTo>
                    <a:pt x="2893316" y="24326"/>
                  </a:lnTo>
                  <a:lnTo>
                    <a:pt x="2894388" y="24375"/>
                  </a:lnTo>
                  <a:lnTo>
                    <a:pt x="2895459" y="24424"/>
                  </a:lnTo>
                  <a:lnTo>
                    <a:pt x="2896531" y="24474"/>
                  </a:lnTo>
                  <a:lnTo>
                    <a:pt x="2897603" y="24523"/>
                  </a:lnTo>
                  <a:lnTo>
                    <a:pt x="2898674" y="24573"/>
                  </a:lnTo>
                  <a:lnTo>
                    <a:pt x="2899746" y="24623"/>
                  </a:lnTo>
                  <a:lnTo>
                    <a:pt x="2900817" y="24673"/>
                  </a:lnTo>
                  <a:lnTo>
                    <a:pt x="2901889" y="24724"/>
                  </a:lnTo>
                  <a:lnTo>
                    <a:pt x="2902961" y="24774"/>
                  </a:lnTo>
                  <a:lnTo>
                    <a:pt x="2904032" y="24825"/>
                  </a:lnTo>
                  <a:lnTo>
                    <a:pt x="2905104" y="24876"/>
                  </a:lnTo>
                  <a:lnTo>
                    <a:pt x="2906175" y="24927"/>
                  </a:lnTo>
                  <a:lnTo>
                    <a:pt x="2907247" y="24978"/>
                  </a:lnTo>
                  <a:lnTo>
                    <a:pt x="2908319" y="25029"/>
                  </a:lnTo>
                  <a:lnTo>
                    <a:pt x="2909390" y="25081"/>
                  </a:lnTo>
                  <a:lnTo>
                    <a:pt x="2910462" y="25133"/>
                  </a:lnTo>
                  <a:lnTo>
                    <a:pt x="2911533" y="25184"/>
                  </a:lnTo>
                  <a:lnTo>
                    <a:pt x="2912605" y="25236"/>
                  </a:lnTo>
                  <a:lnTo>
                    <a:pt x="2913677" y="25288"/>
                  </a:lnTo>
                  <a:lnTo>
                    <a:pt x="2914748" y="25341"/>
                  </a:lnTo>
                  <a:lnTo>
                    <a:pt x="2915820" y="25393"/>
                  </a:lnTo>
                  <a:lnTo>
                    <a:pt x="2916891" y="25446"/>
                  </a:lnTo>
                  <a:lnTo>
                    <a:pt x="2917963" y="25498"/>
                  </a:lnTo>
                  <a:lnTo>
                    <a:pt x="2919035" y="25551"/>
                  </a:lnTo>
                  <a:lnTo>
                    <a:pt x="2920106" y="25604"/>
                  </a:lnTo>
                  <a:lnTo>
                    <a:pt x="2921178" y="25657"/>
                  </a:lnTo>
                  <a:lnTo>
                    <a:pt x="2922249" y="25710"/>
                  </a:lnTo>
                  <a:lnTo>
                    <a:pt x="2923321" y="25763"/>
                  </a:lnTo>
                  <a:lnTo>
                    <a:pt x="2924393" y="25816"/>
                  </a:lnTo>
                  <a:lnTo>
                    <a:pt x="2925464" y="25870"/>
                  </a:lnTo>
                  <a:lnTo>
                    <a:pt x="2926536" y="25923"/>
                  </a:lnTo>
                  <a:lnTo>
                    <a:pt x="2927607" y="25977"/>
                  </a:lnTo>
                  <a:lnTo>
                    <a:pt x="2928679" y="26030"/>
                  </a:lnTo>
                  <a:lnTo>
                    <a:pt x="2929751" y="26084"/>
                  </a:lnTo>
                  <a:lnTo>
                    <a:pt x="2930822" y="26138"/>
                  </a:lnTo>
                  <a:lnTo>
                    <a:pt x="2931894" y="26192"/>
                  </a:lnTo>
                  <a:lnTo>
                    <a:pt x="2932965" y="26246"/>
                  </a:lnTo>
                  <a:lnTo>
                    <a:pt x="2934037" y="26300"/>
                  </a:lnTo>
                  <a:lnTo>
                    <a:pt x="2935109" y="26354"/>
                  </a:lnTo>
                  <a:lnTo>
                    <a:pt x="2936180" y="26409"/>
                  </a:lnTo>
                  <a:lnTo>
                    <a:pt x="2937252" y="26463"/>
                  </a:lnTo>
                  <a:lnTo>
                    <a:pt x="2938323" y="26517"/>
                  </a:lnTo>
                  <a:lnTo>
                    <a:pt x="2939395" y="26572"/>
                  </a:lnTo>
                  <a:lnTo>
                    <a:pt x="2940467" y="26626"/>
                  </a:lnTo>
                  <a:lnTo>
                    <a:pt x="2941538" y="26681"/>
                  </a:lnTo>
                  <a:lnTo>
                    <a:pt x="2942610" y="26735"/>
                  </a:lnTo>
                  <a:lnTo>
                    <a:pt x="2943681" y="26790"/>
                  </a:lnTo>
                  <a:lnTo>
                    <a:pt x="2944753" y="26845"/>
                  </a:lnTo>
                  <a:lnTo>
                    <a:pt x="2945825" y="26900"/>
                  </a:lnTo>
                  <a:lnTo>
                    <a:pt x="2946896" y="26954"/>
                  </a:lnTo>
                  <a:lnTo>
                    <a:pt x="2947968" y="27009"/>
                  </a:lnTo>
                  <a:lnTo>
                    <a:pt x="2949039" y="27064"/>
                  </a:lnTo>
                  <a:lnTo>
                    <a:pt x="2950111" y="27119"/>
                  </a:lnTo>
                  <a:lnTo>
                    <a:pt x="2951183" y="27174"/>
                  </a:lnTo>
                  <a:lnTo>
                    <a:pt x="2952254" y="27229"/>
                  </a:lnTo>
                  <a:lnTo>
                    <a:pt x="2953326" y="27284"/>
                  </a:lnTo>
                  <a:lnTo>
                    <a:pt x="2954397" y="27339"/>
                  </a:lnTo>
                  <a:lnTo>
                    <a:pt x="2955469" y="27394"/>
                  </a:lnTo>
                  <a:lnTo>
                    <a:pt x="2956541" y="27449"/>
                  </a:lnTo>
                  <a:lnTo>
                    <a:pt x="2957612" y="27504"/>
                  </a:lnTo>
                  <a:lnTo>
                    <a:pt x="2958684" y="27559"/>
                  </a:lnTo>
                  <a:lnTo>
                    <a:pt x="2959755" y="27614"/>
                  </a:lnTo>
                  <a:lnTo>
                    <a:pt x="2960827" y="27669"/>
                  </a:lnTo>
                  <a:lnTo>
                    <a:pt x="2961899" y="27724"/>
                  </a:lnTo>
                  <a:lnTo>
                    <a:pt x="2962970" y="27779"/>
                  </a:lnTo>
                  <a:lnTo>
                    <a:pt x="2964042" y="27835"/>
                  </a:lnTo>
                  <a:lnTo>
                    <a:pt x="2965113" y="27890"/>
                  </a:lnTo>
                  <a:lnTo>
                    <a:pt x="2966185" y="27945"/>
                  </a:lnTo>
                  <a:lnTo>
                    <a:pt x="2967257" y="28000"/>
                  </a:lnTo>
                  <a:lnTo>
                    <a:pt x="2968328" y="28055"/>
                  </a:lnTo>
                  <a:lnTo>
                    <a:pt x="2969400" y="28110"/>
                  </a:lnTo>
                  <a:lnTo>
                    <a:pt x="2970471" y="28165"/>
                  </a:lnTo>
                  <a:lnTo>
                    <a:pt x="2971543" y="28220"/>
                  </a:lnTo>
                  <a:lnTo>
                    <a:pt x="2972615" y="28275"/>
                  </a:lnTo>
                  <a:lnTo>
                    <a:pt x="2973686" y="28329"/>
                  </a:lnTo>
                  <a:lnTo>
                    <a:pt x="2974758" y="28384"/>
                  </a:lnTo>
                  <a:lnTo>
                    <a:pt x="2975829" y="28439"/>
                  </a:lnTo>
                  <a:lnTo>
                    <a:pt x="2976901" y="28494"/>
                  </a:lnTo>
                  <a:lnTo>
                    <a:pt x="2977973" y="28549"/>
                  </a:lnTo>
                  <a:lnTo>
                    <a:pt x="2979044" y="28603"/>
                  </a:lnTo>
                  <a:lnTo>
                    <a:pt x="2980116" y="28658"/>
                  </a:lnTo>
                  <a:lnTo>
                    <a:pt x="2981187" y="28712"/>
                  </a:lnTo>
                  <a:lnTo>
                    <a:pt x="2982259" y="28767"/>
                  </a:lnTo>
                  <a:lnTo>
                    <a:pt x="2983331" y="28821"/>
                  </a:lnTo>
                  <a:lnTo>
                    <a:pt x="2984402" y="28876"/>
                  </a:lnTo>
                  <a:lnTo>
                    <a:pt x="2985474" y="28930"/>
                  </a:lnTo>
                  <a:lnTo>
                    <a:pt x="2986545" y="28985"/>
                  </a:lnTo>
                  <a:lnTo>
                    <a:pt x="2987617" y="29039"/>
                  </a:lnTo>
                  <a:lnTo>
                    <a:pt x="2988689" y="29093"/>
                  </a:lnTo>
                  <a:lnTo>
                    <a:pt x="2989760" y="29147"/>
                  </a:lnTo>
                  <a:lnTo>
                    <a:pt x="2990832" y="29201"/>
                  </a:lnTo>
                  <a:lnTo>
                    <a:pt x="2991903" y="29255"/>
                  </a:lnTo>
                  <a:lnTo>
                    <a:pt x="2992975" y="29309"/>
                  </a:lnTo>
                  <a:lnTo>
                    <a:pt x="2994047" y="29362"/>
                  </a:lnTo>
                  <a:lnTo>
                    <a:pt x="2995118" y="29416"/>
                  </a:lnTo>
                  <a:lnTo>
                    <a:pt x="2996190" y="29470"/>
                  </a:lnTo>
                  <a:lnTo>
                    <a:pt x="2997261" y="29523"/>
                  </a:lnTo>
                  <a:lnTo>
                    <a:pt x="2998333" y="29577"/>
                  </a:lnTo>
                  <a:lnTo>
                    <a:pt x="2999405" y="29630"/>
                  </a:lnTo>
                  <a:lnTo>
                    <a:pt x="3000476" y="29683"/>
                  </a:lnTo>
                  <a:lnTo>
                    <a:pt x="3001548" y="29736"/>
                  </a:lnTo>
                  <a:lnTo>
                    <a:pt x="3002619" y="29789"/>
                  </a:lnTo>
                  <a:lnTo>
                    <a:pt x="3003691" y="29842"/>
                  </a:lnTo>
                  <a:lnTo>
                    <a:pt x="3004763" y="29895"/>
                  </a:lnTo>
                  <a:lnTo>
                    <a:pt x="3005834" y="29947"/>
                  </a:lnTo>
                  <a:lnTo>
                    <a:pt x="3006906" y="30000"/>
                  </a:lnTo>
                  <a:lnTo>
                    <a:pt x="3007977" y="30052"/>
                  </a:lnTo>
                  <a:lnTo>
                    <a:pt x="3009049" y="30105"/>
                  </a:lnTo>
                  <a:lnTo>
                    <a:pt x="3010121" y="30157"/>
                  </a:lnTo>
                  <a:lnTo>
                    <a:pt x="3011192" y="30209"/>
                  </a:lnTo>
                  <a:lnTo>
                    <a:pt x="3012264" y="30261"/>
                  </a:lnTo>
                  <a:lnTo>
                    <a:pt x="3013335" y="30312"/>
                  </a:lnTo>
                  <a:lnTo>
                    <a:pt x="3014407" y="30364"/>
                  </a:lnTo>
                  <a:lnTo>
                    <a:pt x="3015479" y="30415"/>
                  </a:lnTo>
                  <a:lnTo>
                    <a:pt x="3016550" y="30467"/>
                  </a:lnTo>
                  <a:lnTo>
                    <a:pt x="3017622" y="30518"/>
                  </a:lnTo>
                  <a:lnTo>
                    <a:pt x="3018693" y="30569"/>
                  </a:lnTo>
                  <a:lnTo>
                    <a:pt x="3019765" y="30620"/>
                  </a:lnTo>
                  <a:lnTo>
                    <a:pt x="3020836" y="30671"/>
                  </a:lnTo>
                  <a:lnTo>
                    <a:pt x="3021908" y="30721"/>
                  </a:lnTo>
                  <a:lnTo>
                    <a:pt x="3022980" y="30772"/>
                  </a:lnTo>
                  <a:lnTo>
                    <a:pt x="3024051" y="30822"/>
                  </a:lnTo>
                  <a:lnTo>
                    <a:pt x="3025123" y="30872"/>
                  </a:lnTo>
                  <a:lnTo>
                    <a:pt x="3026194" y="30922"/>
                  </a:lnTo>
                  <a:lnTo>
                    <a:pt x="3027266" y="30972"/>
                  </a:lnTo>
                  <a:lnTo>
                    <a:pt x="3028338" y="31022"/>
                  </a:lnTo>
                  <a:lnTo>
                    <a:pt x="3029409" y="31071"/>
                  </a:lnTo>
                  <a:lnTo>
                    <a:pt x="3030481" y="31120"/>
                  </a:lnTo>
                  <a:lnTo>
                    <a:pt x="3031552" y="31169"/>
                  </a:lnTo>
                  <a:lnTo>
                    <a:pt x="3032624" y="31218"/>
                  </a:lnTo>
                  <a:lnTo>
                    <a:pt x="3033696" y="31267"/>
                  </a:lnTo>
                  <a:lnTo>
                    <a:pt x="3034767" y="31316"/>
                  </a:lnTo>
                  <a:lnTo>
                    <a:pt x="3035839" y="31364"/>
                  </a:lnTo>
                  <a:lnTo>
                    <a:pt x="3036910" y="31412"/>
                  </a:lnTo>
                  <a:lnTo>
                    <a:pt x="3037982" y="31460"/>
                  </a:lnTo>
                  <a:lnTo>
                    <a:pt x="3039054" y="31508"/>
                  </a:lnTo>
                  <a:lnTo>
                    <a:pt x="3040125" y="31556"/>
                  </a:lnTo>
                  <a:lnTo>
                    <a:pt x="3041197" y="31603"/>
                  </a:lnTo>
                  <a:lnTo>
                    <a:pt x="3042268" y="31650"/>
                  </a:lnTo>
                  <a:lnTo>
                    <a:pt x="3043340" y="31697"/>
                  </a:lnTo>
                  <a:lnTo>
                    <a:pt x="3044412" y="31744"/>
                  </a:lnTo>
                  <a:lnTo>
                    <a:pt x="3045483" y="31791"/>
                  </a:lnTo>
                  <a:lnTo>
                    <a:pt x="3046555" y="31837"/>
                  </a:lnTo>
                  <a:lnTo>
                    <a:pt x="3047626" y="31883"/>
                  </a:lnTo>
                  <a:lnTo>
                    <a:pt x="3048698" y="31929"/>
                  </a:lnTo>
                  <a:lnTo>
                    <a:pt x="3049770" y="31975"/>
                  </a:lnTo>
                  <a:lnTo>
                    <a:pt x="3050841" y="32020"/>
                  </a:lnTo>
                  <a:lnTo>
                    <a:pt x="3051913" y="32066"/>
                  </a:lnTo>
                  <a:lnTo>
                    <a:pt x="3052984" y="32111"/>
                  </a:lnTo>
                  <a:lnTo>
                    <a:pt x="3054056" y="32156"/>
                  </a:lnTo>
                  <a:lnTo>
                    <a:pt x="3055128" y="32200"/>
                  </a:lnTo>
                  <a:lnTo>
                    <a:pt x="3056199" y="32245"/>
                  </a:lnTo>
                  <a:lnTo>
                    <a:pt x="3057271" y="32289"/>
                  </a:lnTo>
                  <a:lnTo>
                    <a:pt x="3058342" y="32333"/>
                  </a:lnTo>
                  <a:lnTo>
                    <a:pt x="3059414" y="32376"/>
                  </a:lnTo>
                  <a:lnTo>
                    <a:pt x="3060486" y="32420"/>
                  </a:lnTo>
                  <a:lnTo>
                    <a:pt x="3061557" y="32463"/>
                  </a:lnTo>
                  <a:lnTo>
                    <a:pt x="3062629" y="32506"/>
                  </a:lnTo>
                  <a:lnTo>
                    <a:pt x="3063700" y="32549"/>
                  </a:lnTo>
                  <a:lnTo>
                    <a:pt x="3064772" y="32591"/>
                  </a:lnTo>
                  <a:lnTo>
                    <a:pt x="3065844" y="32633"/>
                  </a:lnTo>
                  <a:lnTo>
                    <a:pt x="3066915" y="32675"/>
                  </a:lnTo>
                  <a:lnTo>
                    <a:pt x="3067987" y="32717"/>
                  </a:lnTo>
                  <a:lnTo>
                    <a:pt x="3069058" y="32758"/>
                  </a:lnTo>
                  <a:lnTo>
                    <a:pt x="3070130" y="32800"/>
                  </a:lnTo>
                  <a:lnTo>
                    <a:pt x="3071202" y="32840"/>
                  </a:lnTo>
                  <a:lnTo>
                    <a:pt x="3072273" y="32881"/>
                  </a:lnTo>
                  <a:lnTo>
                    <a:pt x="3073345" y="32921"/>
                  </a:lnTo>
                  <a:lnTo>
                    <a:pt x="3074416" y="32962"/>
                  </a:lnTo>
                  <a:lnTo>
                    <a:pt x="3075488" y="33001"/>
                  </a:lnTo>
                  <a:lnTo>
                    <a:pt x="3076560" y="33041"/>
                  </a:lnTo>
                  <a:lnTo>
                    <a:pt x="3077631" y="33080"/>
                  </a:lnTo>
                  <a:lnTo>
                    <a:pt x="3078703" y="33119"/>
                  </a:lnTo>
                  <a:lnTo>
                    <a:pt x="3079774" y="33158"/>
                  </a:lnTo>
                  <a:lnTo>
                    <a:pt x="3080846" y="33196"/>
                  </a:lnTo>
                  <a:lnTo>
                    <a:pt x="3081918" y="33235"/>
                  </a:lnTo>
                  <a:lnTo>
                    <a:pt x="3082989" y="33272"/>
                  </a:lnTo>
                  <a:lnTo>
                    <a:pt x="3084061" y="33310"/>
                  </a:lnTo>
                  <a:lnTo>
                    <a:pt x="3085132" y="33347"/>
                  </a:lnTo>
                  <a:lnTo>
                    <a:pt x="3086204" y="33384"/>
                  </a:lnTo>
                  <a:lnTo>
                    <a:pt x="3087276" y="33421"/>
                  </a:lnTo>
                  <a:lnTo>
                    <a:pt x="3088347" y="33457"/>
                  </a:lnTo>
                  <a:lnTo>
                    <a:pt x="3089419" y="33493"/>
                  </a:lnTo>
                  <a:lnTo>
                    <a:pt x="3090490" y="33529"/>
                  </a:lnTo>
                  <a:lnTo>
                    <a:pt x="3091562" y="33565"/>
                  </a:lnTo>
                  <a:lnTo>
                    <a:pt x="3092634" y="33600"/>
                  </a:lnTo>
                  <a:lnTo>
                    <a:pt x="3093705" y="33635"/>
                  </a:lnTo>
                  <a:lnTo>
                    <a:pt x="3094777" y="33669"/>
                  </a:lnTo>
                  <a:lnTo>
                    <a:pt x="3095848" y="33704"/>
                  </a:lnTo>
                  <a:lnTo>
                    <a:pt x="3096920" y="33738"/>
                  </a:lnTo>
                  <a:lnTo>
                    <a:pt x="3097992" y="33771"/>
                  </a:lnTo>
                  <a:lnTo>
                    <a:pt x="3099063" y="33804"/>
                  </a:lnTo>
                  <a:lnTo>
                    <a:pt x="3100135" y="33837"/>
                  </a:lnTo>
                  <a:lnTo>
                    <a:pt x="3101206" y="33870"/>
                  </a:lnTo>
                  <a:lnTo>
                    <a:pt x="3102278" y="33902"/>
                  </a:lnTo>
                  <a:lnTo>
                    <a:pt x="3103350" y="33934"/>
                  </a:lnTo>
                  <a:lnTo>
                    <a:pt x="3104421" y="33966"/>
                  </a:lnTo>
                  <a:lnTo>
                    <a:pt x="3105493" y="33998"/>
                  </a:lnTo>
                  <a:lnTo>
                    <a:pt x="3106564" y="34029"/>
                  </a:lnTo>
                  <a:lnTo>
                    <a:pt x="3107636" y="34059"/>
                  </a:lnTo>
                  <a:lnTo>
                    <a:pt x="3108708" y="34090"/>
                  </a:lnTo>
                  <a:lnTo>
                    <a:pt x="3109779" y="34120"/>
                  </a:lnTo>
                  <a:lnTo>
                    <a:pt x="3110851" y="34150"/>
                  </a:lnTo>
                  <a:lnTo>
                    <a:pt x="3111922" y="34179"/>
                  </a:lnTo>
                  <a:lnTo>
                    <a:pt x="3112994" y="34208"/>
                  </a:lnTo>
                  <a:lnTo>
                    <a:pt x="3114066" y="34237"/>
                  </a:lnTo>
                  <a:lnTo>
                    <a:pt x="3115137" y="34266"/>
                  </a:lnTo>
                  <a:lnTo>
                    <a:pt x="3116209" y="34294"/>
                  </a:lnTo>
                  <a:lnTo>
                    <a:pt x="3117280" y="34322"/>
                  </a:lnTo>
                  <a:lnTo>
                    <a:pt x="3118352" y="34349"/>
                  </a:lnTo>
                  <a:lnTo>
                    <a:pt x="3119424" y="34377"/>
                  </a:lnTo>
                  <a:lnTo>
                    <a:pt x="3120495" y="34404"/>
                  </a:lnTo>
                  <a:lnTo>
                    <a:pt x="3121567" y="34430"/>
                  </a:lnTo>
                  <a:lnTo>
                    <a:pt x="3122638" y="34456"/>
                  </a:lnTo>
                  <a:lnTo>
                    <a:pt x="3123710" y="34482"/>
                  </a:lnTo>
                  <a:lnTo>
                    <a:pt x="3124782" y="34508"/>
                  </a:lnTo>
                  <a:lnTo>
                    <a:pt x="3125853" y="34534"/>
                  </a:lnTo>
                  <a:lnTo>
                    <a:pt x="3126925" y="34559"/>
                  </a:lnTo>
                  <a:lnTo>
                    <a:pt x="3127996" y="34583"/>
                  </a:lnTo>
                  <a:lnTo>
                    <a:pt x="3129068" y="34608"/>
                  </a:lnTo>
                  <a:lnTo>
                    <a:pt x="3130140" y="34632"/>
                  </a:lnTo>
                  <a:lnTo>
                    <a:pt x="3131211" y="34656"/>
                  </a:lnTo>
                  <a:lnTo>
                    <a:pt x="3132283" y="34679"/>
                  </a:lnTo>
                  <a:lnTo>
                    <a:pt x="3133354" y="34702"/>
                  </a:lnTo>
                  <a:lnTo>
                    <a:pt x="3134426" y="34725"/>
                  </a:lnTo>
                  <a:lnTo>
                    <a:pt x="3135498" y="34748"/>
                  </a:lnTo>
                  <a:lnTo>
                    <a:pt x="3136569" y="34770"/>
                  </a:lnTo>
                  <a:lnTo>
                    <a:pt x="3137641" y="34792"/>
                  </a:lnTo>
                  <a:lnTo>
                    <a:pt x="3138712" y="34814"/>
                  </a:lnTo>
                  <a:lnTo>
                    <a:pt x="3139784" y="34835"/>
                  </a:lnTo>
                  <a:lnTo>
                    <a:pt x="3140856" y="34856"/>
                  </a:lnTo>
                  <a:lnTo>
                    <a:pt x="3141927" y="34877"/>
                  </a:lnTo>
                  <a:lnTo>
                    <a:pt x="3142999" y="34897"/>
                  </a:lnTo>
                  <a:lnTo>
                    <a:pt x="3144070" y="34917"/>
                  </a:lnTo>
                  <a:lnTo>
                    <a:pt x="3145142" y="34937"/>
                  </a:lnTo>
                  <a:lnTo>
                    <a:pt x="3146214" y="34957"/>
                  </a:lnTo>
                  <a:lnTo>
                    <a:pt x="3147285" y="34976"/>
                  </a:lnTo>
                  <a:lnTo>
                    <a:pt x="3148357" y="34995"/>
                  </a:lnTo>
                  <a:lnTo>
                    <a:pt x="3149428" y="35013"/>
                  </a:lnTo>
                  <a:lnTo>
                    <a:pt x="3150500" y="35032"/>
                  </a:lnTo>
                  <a:lnTo>
                    <a:pt x="3151572" y="35050"/>
                  </a:lnTo>
                  <a:lnTo>
                    <a:pt x="3152643" y="35067"/>
                  </a:lnTo>
                  <a:lnTo>
                    <a:pt x="3153715" y="35085"/>
                  </a:lnTo>
                  <a:lnTo>
                    <a:pt x="3154786" y="35102"/>
                  </a:lnTo>
                  <a:lnTo>
                    <a:pt x="3155858" y="35118"/>
                  </a:lnTo>
                  <a:lnTo>
                    <a:pt x="3156930" y="35135"/>
                  </a:lnTo>
                  <a:lnTo>
                    <a:pt x="3158001" y="35151"/>
                  </a:lnTo>
                  <a:lnTo>
                    <a:pt x="3159073" y="35167"/>
                  </a:lnTo>
                  <a:lnTo>
                    <a:pt x="3160144" y="35182"/>
                  </a:lnTo>
                  <a:lnTo>
                    <a:pt x="3161216" y="35198"/>
                  </a:lnTo>
                  <a:lnTo>
                    <a:pt x="3162288" y="35213"/>
                  </a:lnTo>
                  <a:lnTo>
                    <a:pt x="3163359" y="35227"/>
                  </a:lnTo>
                  <a:lnTo>
                    <a:pt x="3164431" y="35242"/>
                  </a:lnTo>
                  <a:lnTo>
                    <a:pt x="3165502" y="35256"/>
                  </a:lnTo>
                  <a:lnTo>
                    <a:pt x="3166574" y="35270"/>
                  </a:lnTo>
                  <a:lnTo>
                    <a:pt x="3167646" y="35283"/>
                  </a:lnTo>
                  <a:lnTo>
                    <a:pt x="3168717" y="35296"/>
                  </a:lnTo>
                  <a:lnTo>
                    <a:pt x="3169789" y="35309"/>
                  </a:lnTo>
                  <a:lnTo>
                    <a:pt x="3170860" y="35322"/>
                  </a:lnTo>
                  <a:lnTo>
                    <a:pt x="3171932" y="35334"/>
                  </a:lnTo>
                  <a:lnTo>
                    <a:pt x="3173004" y="35346"/>
                  </a:lnTo>
                  <a:lnTo>
                    <a:pt x="3174075" y="35357"/>
                  </a:lnTo>
                  <a:lnTo>
                    <a:pt x="3175147" y="35369"/>
                  </a:lnTo>
                  <a:lnTo>
                    <a:pt x="3176218" y="35380"/>
                  </a:lnTo>
                  <a:lnTo>
                    <a:pt x="3177290" y="35391"/>
                  </a:lnTo>
                  <a:lnTo>
                    <a:pt x="3178362" y="35401"/>
                  </a:lnTo>
                  <a:lnTo>
                    <a:pt x="3179433" y="35411"/>
                  </a:lnTo>
                  <a:lnTo>
                    <a:pt x="3180505" y="35421"/>
                  </a:lnTo>
                  <a:lnTo>
                    <a:pt x="3181576" y="35431"/>
                  </a:lnTo>
                  <a:lnTo>
                    <a:pt x="3182648" y="35440"/>
                  </a:lnTo>
                  <a:lnTo>
                    <a:pt x="3183720" y="35449"/>
                  </a:lnTo>
                  <a:lnTo>
                    <a:pt x="3184791" y="35458"/>
                  </a:lnTo>
                  <a:lnTo>
                    <a:pt x="3185863" y="35467"/>
                  </a:lnTo>
                  <a:lnTo>
                    <a:pt x="3186934" y="35475"/>
                  </a:lnTo>
                  <a:lnTo>
                    <a:pt x="3188006" y="35483"/>
                  </a:lnTo>
                  <a:lnTo>
                    <a:pt x="3189078" y="35490"/>
                  </a:lnTo>
                  <a:lnTo>
                    <a:pt x="3190149" y="35497"/>
                  </a:lnTo>
                  <a:lnTo>
                    <a:pt x="3191221" y="35504"/>
                  </a:lnTo>
                  <a:lnTo>
                    <a:pt x="3192292" y="35511"/>
                  </a:lnTo>
                  <a:lnTo>
                    <a:pt x="3193364" y="35518"/>
                  </a:lnTo>
                  <a:lnTo>
                    <a:pt x="3194436" y="35524"/>
                  </a:lnTo>
                  <a:lnTo>
                    <a:pt x="3195507" y="35530"/>
                  </a:lnTo>
                  <a:lnTo>
                    <a:pt x="3196579" y="35535"/>
                  </a:lnTo>
                  <a:lnTo>
                    <a:pt x="3197650" y="35540"/>
                  </a:lnTo>
                  <a:lnTo>
                    <a:pt x="3198722" y="35545"/>
                  </a:lnTo>
                  <a:lnTo>
                    <a:pt x="3199793" y="35550"/>
                  </a:lnTo>
                  <a:lnTo>
                    <a:pt x="3200865" y="35555"/>
                  </a:lnTo>
                  <a:lnTo>
                    <a:pt x="3201937" y="35559"/>
                  </a:lnTo>
                  <a:lnTo>
                    <a:pt x="3203008" y="35563"/>
                  </a:lnTo>
                  <a:lnTo>
                    <a:pt x="3204080" y="35566"/>
                  </a:lnTo>
                  <a:lnTo>
                    <a:pt x="3205151" y="35569"/>
                  </a:lnTo>
                  <a:lnTo>
                    <a:pt x="3206223" y="35572"/>
                  </a:lnTo>
                  <a:lnTo>
                    <a:pt x="3207295" y="35575"/>
                  </a:lnTo>
                  <a:lnTo>
                    <a:pt x="3208366" y="35578"/>
                  </a:lnTo>
                  <a:lnTo>
                    <a:pt x="3209438" y="35580"/>
                  </a:lnTo>
                  <a:lnTo>
                    <a:pt x="3210509" y="35582"/>
                  </a:lnTo>
                  <a:lnTo>
                    <a:pt x="3211581" y="35583"/>
                  </a:lnTo>
                  <a:lnTo>
                    <a:pt x="3212653" y="35584"/>
                  </a:lnTo>
                  <a:lnTo>
                    <a:pt x="3213724" y="35585"/>
                  </a:lnTo>
                  <a:lnTo>
                    <a:pt x="3214796" y="35586"/>
                  </a:lnTo>
                  <a:lnTo>
                    <a:pt x="3215867" y="35587"/>
                  </a:lnTo>
                  <a:lnTo>
                    <a:pt x="3216939" y="35587"/>
                  </a:lnTo>
                  <a:lnTo>
                    <a:pt x="3218011" y="35587"/>
                  </a:lnTo>
                  <a:lnTo>
                    <a:pt x="3219082" y="35586"/>
                  </a:lnTo>
                  <a:lnTo>
                    <a:pt x="3220154" y="35586"/>
                  </a:lnTo>
                  <a:lnTo>
                    <a:pt x="3221225" y="35585"/>
                  </a:lnTo>
                  <a:lnTo>
                    <a:pt x="3222297" y="35584"/>
                  </a:lnTo>
                  <a:lnTo>
                    <a:pt x="3223369" y="35582"/>
                  </a:lnTo>
                  <a:lnTo>
                    <a:pt x="3224440" y="35580"/>
                  </a:lnTo>
                  <a:lnTo>
                    <a:pt x="3225512" y="35578"/>
                  </a:lnTo>
                  <a:lnTo>
                    <a:pt x="3226583" y="35576"/>
                  </a:lnTo>
                  <a:lnTo>
                    <a:pt x="3227655" y="35573"/>
                  </a:lnTo>
                  <a:lnTo>
                    <a:pt x="3228727" y="35571"/>
                  </a:lnTo>
                  <a:lnTo>
                    <a:pt x="3229798" y="35567"/>
                  </a:lnTo>
                  <a:lnTo>
                    <a:pt x="3230870" y="35564"/>
                  </a:lnTo>
                  <a:lnTo>
                    <a:pt x="3231941" y="35560"/>
                  </a:lnTo>
                  <a:lnTo>
                    <a:pt x="3233013" y="35556"/>
                  </a:lnTo>
                  <a:lnTo>
                    <a:pt x="3234085" y="35552"/>
                  </a:lnTo>
                  <a:lnTo>
                    <a:pt x="3235156" y="35548"/>
                  </a:lnTo>
                  <a:lnTo>
                    <a:pt x="3236228" y="35543"/>
                  </a:lnTo>
                  <a:lnTo>
                    <a:pt x="3237299" y="35538"/>
                  </a:lnTo>
                  <a:lnTo>
                    <a:pt x="3238371" y="35533"/>
                  </a:lnTo>
                  <a:lnTo>
                    <a:pt x="3239443" y="35527"/>
                  </a:lnTo>
                  <a:lnTo>
                    <a:pt x="3240514" y="35521"/>
                  </a:lnTo>
                  <a:lnTo>
                    <a:pt x="3241586" y="35515"/>
                  </a:lnTo>
                  <a:lnTo>
                    <a:pt x="3242657" y="35509"/>
                  </a:lnTo>
                  <a:lnTo>
                    <a:pt x="3243729" y="35502"/>
                  </a:lnTo>
                  <a:lnTo>
                    <a:pt x="3244801" y="35495"/>
                  </a:lnTo>
                  <a:lnTo>
                    <a:pt x="3245872" y="35488"/>
                  </a:lnTo>
                  <a:lnTo>
                    <a:pt x="3246944" y="35480"/>
                  </a:lnTo>
                  <a:lnTo>
                    <a:pt x="3248015" y="35473"/>
                  </a:lnTo>
                  <a:lnTo>
                    <a:pt x="3249087" y="35465"/>
                  </a:lnTo>
                  <a:lnTo>
                    <a:pt x="3250159" y="35456"/>
                  </a:lnTo>
                  <a:lnTo>
                    <a:pt x="3251230" y="35448"/>
                  </a:lnTo>
                  <a:lnTo>
                    <a:pt x="3252302" y="35439"/>
                  </a:lnTo>
                  <a:lnTo>
                    <a:pt x="3253373" y="35430"/>
                  </a:lnTo>
                  <a:lnTo>
                    <a:pt x="3254445" y="35421"/>
                  </a:lnTo>
                  <a:lnTo>
                    <a:pt x="3255517" y="35411"/>
                  </a:lnTo>
                  <a:lnTo>
                    <a:pt x="3256588" y="35401"/>
                  </a:lnTo>
                  <a:lnTo>
                    <a:pt x="3257660" y="35391"/>
                  </a:lnTo>
                  <a:lnTo>
                    <a:pt x="3258731" y="35381"/>
                  </a:lnTo>
                  <a:lnTo>
                    <a:pt x="3259803" y="35370"/>
                  </a:lnTo>
                  <a:lnTo>
                    <a:pt x="3260875" y="35359"/>
                  </a:lnTo>
                  <a:lnTo>
                    <a:pt x="3261946" y="35348"/>
                  </a:lnTo>
                  <a:lnTo>
                    <a:pt x="3263018" y="35337"/>
                  </a:lnTo>
                  <a:lnTo>
                    <a:pt x="3264089" y="35325"/>
                  </a:lnTo>
                  <a:lnTo>
                    <a:pt x="3265161" y="35313"/>
                  </a:lnTo>
                  <a:lnTo>
                    <a:pt x="3266233" y="35301"/>
                  </a:lnTo>
                  <a:lnTo>
                    <a:pt x="3267304" y="35288"/>
                  </a:lnTo>
                  <a:lnTo>
                    <a:pt x="3268376" y="35276"/>
                  </a:lnTo>
                  <a:lnTo>
                    <a:pt x="3269447" y="35263"/>
                  </a:lnTo>
                  <a:lnTo>
                    <a:pt x="3270519" y="35250"/>
                  </a:lnTo>
                  <a:lnTo>
                    <a:pt x="3271591" y="35236"/>
                  </a:lnTo>
                  <a:lnTo>
                    <a:pt x="3272662" y="35222"/>
                  </a:lnTo>
                  <a:lnTo>
                    <a:pt x="3273734" y="35208"/>
                  </a:lnTo>
                  <a:lnTo>
                    <a:pt x="3274805" y="35194"/>
                  </a:lnTo>
                  <a:lnTo>
                    <a:pt x="3275877" y="35180"/>
                  </a:lnTo>
                  <a:lnTo>
                    <a:pt x="3276949" y="35165"/>
                  </a:lnTo>
                  <a:lnTo>
                    <a:pt x="3278020" y="35150"/>
                  </a:lnTo>
                  <a:lnTo>
                    <a:pt x="3279092" y="35135"/>
                  </a:lnTo>
                  <a:lnTo>
                    <a:pt x="3280163" y="35119"/>
                  </a:lnTo>
                  <a:lnTo>
                    <a:pt x="3281235" y="35103"/>
                  </a:lnTo>
                  <a:lnTo>
                    <a:pt x="3282307" y="35087"/>
                  </a:lnTo>
                  <a:lnTo>
                    <a:pt x="3283378" y="35071"/>
                  </a:lnTo>
                  <a:lnTo>
                    <a:pt x="3284450" y="35054"/>
                  </a:lnTo>
                  <a:lnTo>
                    <a:pt x="3285521" y="35038"/>
                  </a:lnTo>
                  <a:lnTo>
                    <a:pt x="3286593" y="35021"/>
                  </a:lnTo>
                  <a:lnTo>
                    <a:pt x="3287665" y="35003"/>
                  </a:lnTo>
                  <a:lnTo>
                    <a:pt x="3288736" y="34986"/>
                  </a:lnTo>
                  <a:lnTo>
                    <a:pt x="3289808" y="34968"/>
                  </a:lnTo>
                  <a:lnTo>
                    <a:pt x="3290879" y="34950"/>
                  </a:lnTo>
                  <a:lnTo>
                    <a:pt x="3291951" y="34932"/>
                  </a:lnTo>
                  <a:lnTo>
                    <a:pt x="3293023" y="34913"/>
                  </a:lnTo>
                  <a:lnTo>
                    <a:pt x="3294094" y="34894"/>
                  </a:lnTo>
                  <a:lnTo>
                    <a:pt x="3295166" y="34875"/>
                  </a:lnTo>
                  <a:lnTo>
                    <a:pt x="3296237" y="34856"/>
                  </a:lnTo>
                  <a:lnTo>
                    <a:pt x="3297309" y="34836"/>
                  </a:lnTo>
                  <a:lnTo>
                    <a:pt x="3298381" y="34817"/>
                  </a:lnTo>
                  <a:lnTo>
                    <a:pt x="3299452" y="34797"/>
                  </a:lnTo>
                  <a:lnTo>
                    <a:pt x="3300524" y="34776"/>
                  </a:lnTo>
                  <a:lnTo>
                    <a:pt x="3301595" y="34756"/>
                  </a:lnTo>
                  <a:lnTo>
                    <a:pt x="3302667" y="34735"/>
                  </a:lnTo>
                  <a:lnTo>
                    <a:pt x="3303739" y="34714"/>
                  </a:lnTo>
                  <a:lnTo>
                    <a:pt x="3304810" y="34693"/>
                  </a:lnTo>
                  <a:lnTo>
                    <a:pt x="3305882" y="34671"/>
                  </a:lnTo>
                  <a:lnTo>
                    <a:pt x="3306953" y="34650"/>
                  </a:lnTo>
                  <a:lnTo>
                    <a:pt x="3308025" y="34628"/>
                  </a:lnTo>
                  <a:lnTo>
                    <a:pt x="3309097" y="34606"/>
                  </a:lnTo>
                  <a:lnTo>
                    <a:pt x="3310168" y="34583"/>
                  </a:lnTo>
                  <a:lnTo>
                    <a:pt x="3311240" y="34560"/>
                  </a:lnTo>
                  <a:lnTo>
                    <a:pt x="3312311" y="34537"/>
                  </a:lnTo>
                  <a:lnTo>
                    <a:pt x="3313383" y="34514"/>
                  </a:lnTo>
                  <a:lnTo>
                    <a:pt x="3314455" y="34491"/>
                  </a:lnTo>
                  <a:lnTo>
                    <a:pt x="3315526" y="34467"/>
                  </a:lnTo>
                  <a:lnTo>
                    <a:pt x="3316598" y="34443"/>
                  </a:lnTo>
                  <a:lnTo>
                    <a:pt x="3317669" y="34419"/>
                  </a:lnTo>
                  <a:lnTo>
                    <a:pt x="3318741" y="34395"/>
                  </a:lnTo>
                  <a:lnTo>
                    <a:pt x="3319813" y="34370"/>
                  </a:lnTo>
                  <a:lnTo>
                    <a:pt x="3320884" y="34345"/>
                  </a:lnTo>
                  <a:lnTo>
                    <a:pt x="3321956" y="34320"/>
                  </a:lnTo>
                  <a:lnTo>
                    <a:pt x="3323027" y="34295"/>
                  </a:lnTo>
                  <a:lnTo>
                    <a:pt x="3324099" y="34269"/>
                  </a:lnTo>
                  <a:lnTo>
                    <a:pt x="3325171" y="34244"/>
                  </a:lnTo>
                  <a:lnTo>
                    <a:pt x="3326242" y="34218"/>
                  </a:lnTo>
                  <a:lnTo>
                    <a:pt x="3327314" y="34191"/>
                  </a:lnTo>
                  <a:lnTo>
                    <a:pt x="3328385" y="34165"/>
                  </a:lnTo>
                  <a:lnTo>
                    <a:pt x="3329457" y="34138"/>
                  </a:lnTo>
                  <a:lnTo>
                    <a:pt x="3330529" y="34111"/>
                  </a:lnTo>
                  <a:lnTo>
                    <a:pt x="3331600" y="34084"/>
                  </a:lnTo>
                  <a:lnTo>
                    <a:pt x="3332672" y="34056"/>
                  </a:lnTo>
                  <a:lnTo>
                    <a:pt x="3333743" y="34029"/>
                  </a:lnTo>
                  <a:lnTo>
                    <a:pt x="3334815" y="34001"/>
                  </a:lnTo>
                  <a:lnTo>
                    <a:pt x="3335887" y="33973"/>
                  </a:lnTo>
                  <a:lnTo>
                    <a:pt x="3336958" y="33944"/>
                  </a:lnTo>
                  <a:lnTo>
                    <a:pt x="3338030" y="33916"/>
                  </a:lnTo>
                  <a:lnTo>
                    <a:pt x="3339101" y="33887"/>
                  </a:lnTo>
                  <a:lnTo>
                    <a:pt x="3340173" y="33858"/>
                  </a:lnTo>
                  <a:lnTo>
                    <a:pt x="3341245" y="33829"/>
                  </a:lnTo>
                  <a:lnTo>
                    <a:pt x="3342316" y="33799"/>
                  </a:lnTo>
                  <a:lnTo>
                    <a:pt x="3343388" y="33770"/>
                  </a:lnTo>
                  <a:lnTo>
                    <a:pt x="3344459" y="33740"/>
                  </a:lnTo>
                  <a:lnTo>
                    <a:pt x="3345531" y="33709"/>
                  </a:lnTo>
                  <a:lnTo>
                    <a:pt x="3346603" y="33679"/>
                  </a:lnTo>
                  <a:lnTo>
                    <a:pt x="3347674" y="33648"/>
                  </a:lnTo>
                  <a:lnTo>
                    <a:pt x="3348746" y="33617"/>
                  </a:lnTo>
                  <a:lnTo>
                    <a:pt x="3349817" y="33586"/>
                  </a:lnTo>
                  <a:lnTo>
                    <a:pt x="3350889" y="33555"/>
                  </a:lnTo>
                  <a:lnTo>
                    <a:pt x="3351961" y="33524"/>
                  </a:lnTo>
                  <a:lnTo>
                    <a:pt x="3353032" y="33492"/>
                  </a:lnTo>
                  <a:lnTo>
                    <a:pt x="3354104" y="33460"/>
                  </a:lnTo>
                  <a:lnTo>
                    <a:pt x="3355175" y="33428"/>
                  </a:lnTo>
                  <a:lnTo>
                    <a:pt x="3356247" y="33395"/>
                  </a:lnTo>
                  <a:lnTo>
                    <a:pt x="3357319" y="33363"/>
                  </a:lnTo>
                  <a:lnTo>
                    <a:pt x="3358390" y="33330"/>
                  </a:lnTo>
                  <a:lnTo>
                    <a:pt x="3359462" y="33297"/>
                  </a:lnTo>
                  <a:lnTo>
                    <a:pt x="3360533" y="33263"/>
                  </a:lnTo>
                  <a:lnTo>
                    <a:pt x="3361605" y="33230"/>
                  </a:lnTo>
                  <a:lnTo>
                    <a:pt x="3362677" y="33196"/>
                  </a:lnTo>
                  <a:lnTo>
                    <a:pt x="3363748" y="33162"/>
                  </a:lnTo>
                  <a:lnTo>
                    <a:pt x="3364820" y="33128"/>
                  </a:lnTo>
                  <a:lnTo>
                    <a:pt x="3365891" y="33093"/>
                  </a:lnTo>
                  <a:lnTo>
                    <a:pt x="3366963" y="33059"/>
                  </a:lnTo>
                  <a:lnTo>
                    <a:pt x="3368035" y="33024"/>
                  </a:lnTo>
                  <a:lnTo>
                    <a:pt x="3369106" y="32989"/>
                  </a:lnTo>
                  <a:lnTo>
                    <a:pt x="3370178" y="32953"/>
                  </a:lnTo>
                  <a:lnTo>
                    <a:pt x="3371249" y="32918"/>
                  </a:lnTo>
                  <a:lnTo>
                    <a:pt x="3372321" y="32882"/>
                  </a:lnTo>
                  <a:lnTo>
                    <a:pt x="3373392" y="32846"/>
                  </a:lnTo>
                  <a:lnTo>
                    <a:pt x="3374464" y="32810"/>
                  </a:lnTo>
                  <a:lnTo>
                    <a:pt x="3375536" y="32774"/>
                  </a:lnTo>
                  <a:lnTo>
                    <a:pt x="3376607" y="32737"/>
                  </a:lnTo>
                  <a:lnTo>
                    <a:pt x="3377679" y="32700"/>
                  </a:lnTo>
                  <a:lnTo>
                    <a:pt x="3378750" y="32663"/>
                  </a:lnTo>
                  <a:lnTo>
                    <a:pt x="3379822" y="32626"/>
                  </a:lnTo>
                  <a:lnTo>
                    <a:pt x="3380894" y="32589"/>
                  </a:lnTo>
                  <a:lnTo>
                    <a:pt x="3381965" y="32551"/>
                  </a:lnTo>
                  <a:lnTo>
                    <a:pt x="3383037" y="32513"/>
                  </a:lnTo>
                  <a:lnTo>
                    <a:pt x="3384108" y="32475"/>
                  </a:lnTo>
                  <a:lnTo>
                    <a:pt x="3385180" y="32437"/>
                  </a:lnTo>
                  <a:lnTo>
                    <a:pt x="3386252" y="32398"/>
                  </a:lnTo>
                  <a:lnTo>
                    <a:pt x="3387323" y="32359"/>
                  </a:lnTo>
                  <a:lnTo>
                    <a:pt x="3388395" y="32321"/>
                  </a:lnTo>
                  <a:lnTo>
                    <a:pt x="3389466" y="32281"/>
                  </a:lnTo>
                  <a:lnTo>
                    <a:pt x="3390538" y="32242"/>
                  </a:lnTo>
                  <a:lnTo>
                    <a:pt x="3391610" y="32202"/>
                  </a:lnTo>
                  <a:lnTo>
                    <a:pt x="3392681" y="32163"/>
                  </a:lnTo>
                  <a:lnTo>
                    <a:pt x="3393753" y="32123"/>
                  </a:lnTo>
                  <a:lnTo>
                    <a:pt x="3394824" y="32083"/>
                  </a:lnTo>
                  <a:lnTo>
                    <a:pt x="3395896" y="32042"/>
                  </a:lnTo>
                  <a:lnTo>
                    <a:pt x="3396968" y="32002"/>
                  </a:lnTo>
                  <a:lnTo>
                    <a:pt x="3398039" y="31961"/>
                  </a:lnTo>
                  <a:lnTo>
                    <a:pt x="3399111" y="31920"/>
                  </a:lnTo>
                  <a:lnTo>
                    <a:pt x="3400182" y="31878"/>
                  </a:lnTo>
                  <a:lnTo>
                    <a:pt x="3401254" y="31837"/>
                  </a:lnTo>
                  <a:lnTo>
                    <a:pt x="3402326" y="31795"/>
                  </a:lnTo>
                  <a:lnTo>
                    <a:pt x="3403397" y="31754"/>
                  </a:lnTo>
                  <a:lnTo>
                    <a:pt x="3404469" y="31712"/>
                  </a:lnTo>
                  <a:lnTo>
                    <a:pt x="3405540" y="31669"/>
                  </a:lnTo>
                  <a:lnTo>
                    <a:pt x="3406612" y="31627"/>
                  </a:lnTo>
                  <a:lnTo>
                    <a:pt x="3407684" y="31584"/>
                  </a:lnTo>
                  <a:lnTo>
                    <a:pt x="3408755" y="31541"/>
                  </a:lnTo>
                  <a:lnTo>
                    <a:pt x="3409827" y="31498"/>
                  </a:lnTo>
                  <a:lnTo>
                    <a:pt x="3410898" y="31455"/>
                  </a:lnTo>
                  <a:lnTo>
                    <a:pt x="3411970" y="31412"/>
                  </a:lnTo>
                  <a:lnTo>
                    <a:pt x="3413042" y="31368"/>
                  </a:lnTo>
                  <a:lnTo>
                    <a:pt x="3414113" y="31324"/>
                  </a:lnTo>
                  <a:lnTo>
                    <a:pt x="3415185" y="31280"/>
                  </a:lnTo>
                  <a:lnTo>
                    <a:pt x="3416256" y="31236"/>
                  </a:lnTo>
                  <a:lnTo>
                    <a:pt x="3417328" y="31191"/>
                  </a:lnTo>
                  <a:lnTo>
                    <a:pt x="3418400" y="31147"/>
                  </a:lnTo>
                  <a:lnTo>
                    <a:pt x="3419471" y="31102"/>
                  </a:lnTo>
                  <a:lnTo>
                    <a:pt x="3420543" y="31057"/>
                  </a:lnTo>
                  <a:lnTo>
                    <a:pt x="3421614" y="31011"/>
                  </a:lnTo>
                  <a:lnTo>
                    <a:pt x="3422686" y="30966"/>
                  </a:lnTo>
                  <a:lnTo>
                    <a:pt x="3423758" y="30920"/>
                  </a:lnTo>
                  <a:lnTo>
                    <a:pt x="3424829" y="30874"/>
                  </a:lnTo>
                  <a:lnTo>
                    <a:pt x="3425901" y="30828"/>
                  </a:lnTo>
                  <a:lnTo>
                    <a:pt x="3426972" y="30782"/>
                  </a:lnTo>
                  <a:lnTo>
                    <a:pt x="3428044" y="30736"/>
                  </a:lnTo>
                  <a:lnTo>
                    <a:pt x="3429116" y="30689"/>
                  </a:lnTo>
                  <a:lnTo>
                    <a:pt x="3430187" y="30642"/>
                  </a:lnTo>
                  <a:lnTo>
                    <a:pt x="3431259" y="30595"/>
                  </a:lnTo>
                  <a:lnTo>
                    <a:pt x="3432330" y="30548"/>
                  </a:lnTo>
                  <a:lnTo>
                    <a:pt x="3433402" y="30500"/>
                  </a:lnTo>
                  <a:lnTo>
                    <a:pt x="3434474" y="30453"/>
                  </a:lnTo>
                  <a:lnTo>
                    <a:pt x="3435545" y="30405"/>
                  </a:lnTo>
                  <a:lnTo>
                    <a:pt x="3436617" y="30357"/>
                  </a:lnTo>
                  <a:lnTo>
                    <a:pt x="3437688" y="30309"/>
                  </a:lnTo>
                  <a:lnTo>
                    <a:pt x="3438760" y="30261"/>
                  </a:lnTo>
                  <a:lnTo>
                    <a:pt x="3439832" y="30212"/>
                  </a:lnTo>
                  <a:lnTo>
                    <a:pt x="3440903" y="30163"/>
                  </a:lnTo>
                  <a:lnTo>
                    <a:pt x="3441975" y="30114"/>
                  </a:lnTo>
                  <a:lnTo>
                    <a:pt x="3443046" y="30065"/>
                  </a:lnTo>
                  <a:lnTo>
                    <a:pt x="3444118" y="30016"/>
                  </a:lnTo>
                  <a:lnTo>
                    <a:pt x="3445190" y="29966"/>
                  </a:lnTo>
                  <a:lnTo>
                    <a:pt x="3446261" y="29917"/>
                  </a:lnTo>
                  <a:lnTo>
                    <a:pt x="3447333" y="29867"/>
                  </a:lnTo>
                  <a:lnTo>
                    <a:pt x="3448404" y="29817"/>
                  </a:lnTo>
                  <a:lnTo>
                    <a:pt x="3449476" y="29766"/>
                  </a:lnTo>
                  <a:lnTo>
                    <a:pt x="3450548" y="29716"/>
                  </a:lnTo>
                  <a:lnTo>
                    <a:pt x="3451619" y="29665"/>
                  </a:lnTo>
                  <a:lnTo>
                    <a:pt x="3452691" y="29614"/>
                  </a:lnTo>
                  <a:lnTo>
                    <a:pt x="3453762" y="29563"/>
                  </a:lnTo>
                  <a:lnTo>
                    <a:pt x="3454834" y="29512"/>
                  </a:lnTo>
                  <a:lnTo>
                    <a:pt x="3455906" y="29461"/>
                  </a:lnTo>
                  <a:lnTo>
                    <a:pt x="3456977" y="29409"/>
                  </a:lnTo>
                  <a:lnTo>
                    <a:pt x="3458049" y="29357"/>
                  </a:lnTo>
                  <a:lnTo>
                    <a:pt x="3459120" y="29305"/>
                  </a:lnTo>
                  <a:lnTo>
                    <a:pt x="3460192" y="29253"/>
                  </a:lnTo>
                  <a:lnTo>
                    <a:pt x="3461264" y="29201"/>
                  </a:lnTo>
                  <a:lnTo>
                    <a:pt x="3462335" y="29148"/>
                  </a:lnTo>
                  <a:lnTo>
                    <a:pt x="3463407" y="29096"/>
                  </a:lnTo>
                  <a:lnTo>
                    <a:pt x="3464478" y="29043"/>
                  </a:lnTo>
                  <a:lnTo>
                    <a:pt x="3465550" y="28990"/>
                  </a:lnTo>
                  <a:lnTo>
                    <a:pt x="3466622" y="28937"/>
                  </a:lnTo>
                  <a:lnTo>
                    <a:pt x="3467693" y="28883"/>
                  </a:lnTo>
                  <a:lnTo>
                    <a:pt x="3468765" y="28830"/>
                  </a:lnTo>
                  <a:lnTo>
                    <a:pt x="3469836" y="28776"/>
                  </a:lnTo>
                  <a:lnTo>
                    <a:pt x="3470908" y="28722"/>
                  </a:lnTo>
                  <a:lnTo>
                    <a:pt x="3471980" y="28668"/>
                  </a:lnTo>
                  <a:lnTo>
                    <a:pt x="3473051" y="28613"/>
                  </a:lnTo>
                  <a:lnTo>
                    <a:pt x="3474123" y="28559"/>
                  </a:lnTo>
                  <a:lnTo>
                    <a:pt x="3475194" y="28504"/>
                  </a:lnTo>
                  <a:lnTo>
                    <a:pt x="3476266" y="28449"/>
                  </a:lnTo>
                  <a:lnTo>
                    <a:pt x="3477338" y="28394"/>
                  </a:lnTo>
                  <a:lnTo>
                    <a:pt x="3478409" y="28339"/>
                  </a:lnTo>
                  <a:lnTo>
                    <a:pt x="3479481" y="28284"/>
                  </a:lnTo>
                  <a:lnTo>
                    <a:pt x="3480552" y="28228"/>
                  </a:lnTo>
                  <a:lnTo>
                    <a:pt x="3481624" y="28172"/>
                  </a:lnTo>
                  <a:lnTo>
                    <a:pt x="3482696" y="28116"/>
                  </a:lnTo>
                  <a:lnTo>
                    <a:pt x="3483767" y="28060"/>
                  </a:lnTo>
                  <a:lnTo>
                    <a:pt x="3484839" y="28004"/>
                  </a:lnTo>
                  <a:lnTo>
                    <a:pt x="3485910" y="27948"/>
                  </a:lnTo>
                  <a:lnTo>
                    <a:pt x="3486982" y="27891"/>
                  </a:lnTo>
                  <a:lnTo>
                    <a:pt x="3488054" y="27834"/>
                  </a:lnTo>
                  <a:lnTo>
                    <a:pt x="3489125" y="27777"/>
                  </a:lnTo>
                  <a:lnTo>
                    <a:pt x="3490197" y="27720"/>
                  </a:lnTo>
                  <a:lnTo>
                    <a:pt x="3491268" y="27663"/>
                  </a:lnTo>
                  <a:lnTo>
                    <a:pt x="3492340" y="27605"/>
                  </a:lnTo>
                  <a:lnTo>
                    <a:pt x="3493412" y="27547"/>
                  </a:lnTo>
                  <a:lnTo>
                    <a:pt x="3494483" y="27490"/>
                  </a:lnTo>
                  <a:lnTo>
                    <a:pt x="3495555" y="27432"/>
                  </a:lnTo>
                  <a:lnTo>
                    <a:pt x="3496626" y="27373"/>
                  </a:lnTo>
                  <a:lnTo>
                    <a:pt x="3497698" y="27315"/>
                  </a:lnTo>
                  <a:lnTo>
                    <a:pt x="3498770" y="27257"/>
                  </a:lnTo>
                  <a:lnTo>
                    <a:pt x="3499841" y="27198"/>
                  </a:lnTo>
                  <a:lnTo>
                    <a:pt x="3500913" y="27139"/>
                  </a:lnTo>
                  <a:lnTo>
                    <a:pt x="3501984" y="27080"/>
                  </a:lnTo>
                  <a:lnTo>
                    <a:pt x="3503056" y="27021"/>
                  </a:lnTo>
                  <a:lnTo>
                    <a:pt x="3504128" y="26961"/>
                  </a:lnTo>
                  <a:lnTo>
                    <a:pt x="3505199" y="26902"/>
                  </a:lnTo>
                  <a:lnTo>
                    <a:pt x="3506271" y="26842"/>
                  </a:lnTo>
                  <a:lnTo>
                    <a:pt x="3507342" y="26782"/>
                  </a:lnTo>
                  <a:lnTo>
                    <a:pt x="3508414" y="26722"/>
                  </a:lnTo>
                  <a:lnTo>
                    <a:pt x="3509486" y="26662"/>
                  </a:lnTo>
                  <a:lnTo>
                    <a:pt x="3510557" y="26602"/>
                  </a:lnTo>
                  <a:lnTo>
                    <a:pt x="3511629" y="26541"/>
                  </a:lnTo>
                  <a:lnTo>
                    <a:pt x="3512700" y="26480"/>
                  </a:lnTo>
                  <a:lnTo>
                    <a:pt x="3513772" y="26419"/>
                  </a:lnTo>
                  <a:lnTo>
                    <a:pt x="3514844" y="26358"/>
                  </a:lnTo>
                  <a:lnTo>
                    <a:pt x="3515915" y="26297"/>
                  </a:lnTo>
                  <a:lnTo>
                    <a:pt x="3516987" y="26236"/>
                  </a:lnTo>
                  <a:lnTo>
                    <a:pt x="3518058" y="26174"/>
                  </a:lnTo>
                  <a:lnTo>
                    <a:pt x="3519130" y="26112"/>
                  </a:lnTo>
                  <a:lnTo>
                    <a:pt x="3520202" y="26050"/>
                  </a:lnTo>
                  <a:lnTo>
                    <a:pt x="3521273" y="25988"/>
                  </a:lnTo>
                  <a:lnTo>
                    <a:pt x="3522345" y="25926"/>
                  </a:lnTo>
                  <a:lnTo>
                    <a:pt x="3523416" y="25864"/>
                  </a:lnTo>
                  <a:lnTo>
                    <a:pt x="3524488" y="25801"/>
                  </a:lnTo>
                  <a:lnTo>
                    <a:pt x="3525560" y="25739"/>
                  </a:lnTo>
                  <a:lnTo>
                    <a:pt x="3526631" y="25676"/>
                  </a:lnTo>
                  <a:lnTo>
                    <a:pt x="3527703" y="25613"/>
                  </a:lnTo>
                  <a:lnTo>
                    <a:pt x="3528774" y="25550"/>
                  </a:lnTo>
                  <a:lnTo>
                    <a:pt x="3529846" y="25486"/>
                  </a:lnTo>
                  <a:lnTo>
                    <a:pt x="3530918" y="25423"/>
                  </a:lnTo>
                  <a:lnTo>
                    <a:pt x="3531989" y="25359"/>
                  </a:lnTo>
                  <a:lnTo>
                    <a:pt x="3533061" y="25295"/>
                  </a:lnTo>
                  <a:lnTo>
                    <a:pt x="3534132" y="25231"/>
                  </a:lnTo>
                  <a:lnTo>
                    <a:pt x="3535204" y="25167"/>
                  </a:lnTo>
                  <a:lnTo>
                    <a:pt x="3536276" y="25103"/>
                  </a:lnTo>
                  <a:lnTo>
                    <a:pt x="3537347" y="25038"/>
                  </a:lnTo>
                  <a:lnTo>
                    <a:pt x="3538419" y="24974"/>
                  </a:lnTo>
                  <a:lnTo>
                    <a:pt x="3539490" y="24909"/>
                  </a:lnTo>
                  <a:lnTo>
                    <a:pt x="3540562" y="24844"/>
                  </a:lnTo>
                  <a:lnTo>
                    <a:pt x="3541634" y="24779"/>
                  </a:lnTo>
                  <a:lnTo>
                    <a:pt x="3542705" y="24714"/>
                  </a:lnTo>
                  <a:lnTo>
                    <a:pt x="3543777" y="24648"/>
                  </a:lnTo>
                  <a:lnTo>
                    <a:pt x="3544848" y="24583"/>
                  </a:lnTo>
                  <a:lnTo>
                    <a:pt x="3545920" y="24517"/>
                  </a:lnTo>
                  <a:lnTo>
                    <a:pt x="3546992" y="24451"/>
                  </a:lnTo>
                  <a:lnTo>
                    <a:pt x="3548063" y="24385"/>
                  </a:lnTo>
                  <a:lnTo>
                    <a:pt x="3549135" y="24319"/>
                  </a:lnTo>
                  <a:lnTo>
                    <a:pt x="3550206" y="24252"/>
                  </a:lnTo>
                  <a:lnTo>
                    <a:pt x="3551278" y="24186"/>
                  </a:lnTo>
                  <a:lnTo>
                    <a:pt x="3552349" y="24119"/>
                  </a:lnTo>
                  <a:lnTo>
                    <a:pt x="3553421" y="24052"/>
                  </a:lnTo>
                  <a:lnTo>
                    <a:pt x="3554493" y="23985"/>
                  </a:lnTo>
                  <a:lnTo>
                    <a:pt x="3555564" y="23918"/>
                  </a:lnTo>
                  <a:lnTo>
                    <a:pt x="3556636" y="23851"/>
                  </a:lnTo>
                  <a:lnTo>
                    <a:pt x="3557707" y="23784"/>
                  </a:lnTo>
                  <a:lnTo>
                    <a:pt x="3558779" y="23716"/>
                  </a:lnTo>
                  <a:lnTo>
                    <a:pt x="3559851" y="23648"/>
                  </a:lnTo>
                  <a:lnTo>
                    <a:pt x="3560922" y="23580"/>
                  </a:lnTo>
                  <a:lnTo>
                    <a:pt x="3561994" y="23512"/>
                  </a:lnTo>
                  <a:lnTo>
                    <a:pt x="3563065" y="23444"/>
                  </a:lnTo>
                  <a:lnTo>
                    <a:pt x="3564137" y="23376"/>
                  </a:lnTo>
                  <a:lnTo>
                    <a:pt x="3565209" y="23307"/>
                  </a:lnTo>
                  <a:lnTo>
                    <a:pt x="3566280" y="23239"/>
                  </a:lnTo>
                  <a:lnTo>
                    <a:pt x="3567352" y="23170"/>
                  </a:lnTo>
                  <a:lnTo>
                    <a:pt x="3568423" y="23101"/>
                  </a:lnTo>
                  <a:lnTo>
                    <a:pt x="3569495" y="23032"/>
                  </a:lnTo>
                  <a:lnTo>
                    <a:pt x="3570567" y="22963"/>
                  </a:lnTo>
                  <a:lnTo>
                    <a:pt x="3571638" y="22893"/>
                  </a:lnTo>
                  <a:lnTo>
                    <a:pt x="3572710" y="22824"/>
                  </a:lnTo>
                  <a:lnTo>
                    <a:pt x="3573781" y="22754"/>
                  </a:lnTo>
                  <a:lnTo>
                    <a:pt x="3574853" y="22684"/>
                  </a:lnTo>
                  <a:lnTo>
                    <a:pt x="3575925" y="22614"/>
                  </a:lnTo>
                  <a:lnTo>
                    <a:pt x="3576996" y="22544"/>
                  </a:lnTo>
                  <a:lnTo>
                    <a:pt x="3578068" y="22474"/>
                  </a:lnTo>
                  <a:lnTo>
                    <a:pt x="3579139" y="22403"/>
                  </a:lnTo>
                  <a:lnTo>
                    <a:pt x="3580211" y="22333"/>
                  </a:lnTo>
                  <a:lnTo>
                    <a:pt x="3581283" y="22262"/>
                  </a:lnTo>
                  <a:lnTo>
                    <a:pt x="3582354" y="22191"/>
                  </a:lnTo>
                  <a:lnTo>
                    <a:pt x="3583426" y="22120"/>
                  </a:lnTo>
                  <a:lnTo>
                    <a:pt x="3584497" y="22049"/>
                  </a:lnTo>
                  <a:lnTo>
                    <a:pt x="3585569" y="21978"/>
                  </a:lnTo>
                  <a:lnTo>
                    <a:pt x="3586641" y="21906"/>
                  </a:lnTo>
                  <a:lnTo>
                    <a:pt x="3587712" y="21835"/>
                  </a:lnTo>
                  <a:lnTo>
                    <a:pt x="3588784" y="21763"/>
                  </a:lnTo>
                  <a:lnTo>
                    <a:pt x="3589855" y="21691"/>
                  </a:lnTo>
                  <a:lnTo>
                    <a:pt x="3590927" y="21619"/>
                  </a:lnTo>
                  <a:lnTo>
                    <a:pt x="3591999" y="21547"/>
                  </a:lnTo>
                  <a:lnTo>
                    <a:pt x="3593070" y="21475"/>
                  </a:lnTo>
                  <a:lnTo>
                    <a:pt x="3594142" y="21402"/>
                  </a:lnTo>
                  <a:lnTo>
                    <a:pt x="3595213" y="21330"/>
                  </a:lnTo>
                  <a:lnTo>
                    <a:pt x="3596285" y="21257"/>
                  </a:lnTo>
                  <a:lnTo>
                    <a:pt x="3597357" y="21184"/>
                  </a:lnTo>
                  <a:lnTo>
                    <a:pt x="3598428" y="21111"/>
                  </a:lnTo>
                  <a:lnTo>
                    <a:pt x="3599500" y="21038"/>
                  </a:lnTo>
                  <a:lnTo>
                    <a:pt x="3600571" y="20965"/>
                  </a:lnTo>
                  <a:lnTo>
                    <a:pt x="3601643" y="20891"/>
                  </a:lnTo>
                  <a:lnTo>
                    <a:pt x="3602715" y="20818"/>
                  </a:lnTo>
                  <a:lnTo>
                    <a:pt x="3603786" y="20744"/>
                  </a:lnTo>
                  <a:lnTo>
                    <a:pt x="3604858" y="20670"/>
                  </a:lnTo>
                  <a:lnTo>
                    <a:pt x="3605929" y="20596"/>
                  </a:lnTo>
                  <a:lnTo>
                    <a:pt x="3607001" y="20522"/>
                  </a:lnTo>
                  <a:lnTo>
                    <a:pt x="3608073" y="20448"/>
                  </a:lnTo>
                  <a:lnTo>
                    <a:pt x="3609144" y="20373"/>
                  </a:lnTo>
                  <a:lnTo>
                    <a:pt x="3610216" y="20299"/>
                  </a:lnTo>
                  <a:lnTo>
                    <a:pt x="3611287" y="20224"/>
                  </a:lnTo>
                  <a:lnTo>
                    <a:pt x="3612359" y="20149"/>
                  </a:lnTo>
                  <a:lnTo>
                    <a:pt x="3613431" y="20074"/>
                  </a:lnTo>
                  <a:lnTo>
                    <a:pt x="3614502" y="19999"/>
                  </a:lnTo>
                  <a:lnTo>
                    <a:pt x="3615574" y="19924"/>
                  </a:lnTo>
                  <a:lnTo>
                    <a:pt x="3616645" y="19848"/>
                  </a:lnTo>
                  <a:lnTo>
                    <a:pt x="3617717" y="19773"/>
                  </a:lnTo>
                  <a:lnTo>
                    <a:pt x="3618789" y="19697"/>
                  </a:lnTo>
                  <a:lnTo>
                    <a:pt x="3619860" y="19622"/>
                  </a:lnTo>
                  <a:lnTo>
                    <a:pt x="3620932" y="19546"/>
                  </a:lnTo>
                  <a:lnTo>
                    <a:pt x="3622003" y="19470"/>
                  </a:lnTo>
                  <a:lnTo>
                    <a:pt x="3623075" y="19393"/>
                  </a:lnTo>
                  <a:lnTo>
                    <a:pt x="3624147" y="19317"/>
                  </a:lnTo>
                  <a:lnTo>
                    <a:pt x="3625218" y="19241"/>
                  </a:lnTo>
                  <a:lnTo>
                    <a:pt x="3626290" y="19164"/>
                  </a:lnTo>
                  <a:lnTo>
                    <a:pt x="3627361" y="19087"/>
                  </a:lnTo>
                  <a:lnTo>
                    <a:pt x="3628433" y="19010"/>
                  </a:lnTo>
                  <a:lnTo>
                    <a:pt x="3629505" y="18934"/>
                  </a:lnTo>
                  <a:lnTo>
                    <a:pt x="3630576" y="18856"/>
                  </a:lnTo>
                  <a:lnTo>
                    <a:pt x="3631648" y="18779"/>
                  </a:lnTo>
                  <a:lnTo>
                    <a:pt x="3632719" y="18702"/>
                  </a:lnTo>
                  <a:lnTo>
                    <a:pt x="3633791" y="18624"/>
                  </a:lnTo>
                  <a:lnTo>
                    <a:pt x="3634863" y="18547"/>
                  </a:lnTo>
                  <a:lnTo>
                    <a:pt x="3635934" y="18469"/>
                  </a:lnTo>
                  <a:lnTo>
                    <a:pt x="3637006" y="18391"/>
                  </a:lnTo>
                  <a:lnTo>
                    <a:pt x="3638077" y="18313"/>
                  </a:lnTo>
                  <a:lnTo>
                    <a:pt x="3639149" y="18235"/>
                  </a:lnTo>
                  <a:lnTo>
                    <a:pt x="3640221" y="18156"/>
                  </a:lnTo>
                  <a:lnTo>
                    <a:pt x="3641292" y="18078"/>
                  </a:lnTo>
                  <a:lnTo>
                    <a:pt x="3642364" y="17999"/>
                  </a:lnTo>
                  <a:lnTo>
                    <a:pt x="3643435" y="17921"/>
                  </a:lnTo>
                  <a:lnTo>
                    <a:pt x="3644507" y="17842"/>
                  </a:lnTo>
                  <a:lnTo>
                    <a:pt x="3645579" y="17763"/>
                  </a:lnTo>
                  <a:lnTo>
                    <a:pt x="3646650" y="17684"/>
                  </a:lnTo>
                  <a:lnTo>
                    <a:pt x="3647722" y="17605"/>
                  </a:lnTo>
                  <a:lnTo>
                    <a:pt x="3648793" y="17525"/>
                  </a:lnTo>
                  <a:lnTo>
                    <a:pt x="3649865" y="17446"/>
                  </a:lnTo>
                  <a:lnTo>
                    <a:pt x="3650937" y="17366"/>
                  </a:lnTo>
                  <a:lnTo>
                    <a:pt x="3652008" y="17287"/>
                  </a:lnTo>
                  <a:lnTo>
                    <a:pt x="3653080" y="17207"/>
                  </a:lnTo>
                  <a:lnTo>
                    <a:pt x="3654151" y="17127"/>
                  </a:lnTo>
                  <a:lnTo>
                    <a:pt x="3655223" y="17047"/>
                  </a:lnTo>
                  <a:lnTo>
                    <a:pt x="3656295" y="16966"/>
                  </a:lnTo>
                  <a:lnTo>
                    <a:pt x="3657366" y="16886"/>
                  </a:lnTo>
                  <a:lnTo>
                    <a:pt x="3658438" y="16806"/>
                  </a:lnTo>
                  <a:lnTo>
                    <a:pt x="3659509" y="16725"/>
                  </a:lnTo>
                  <a:lnTo>
                    <a:pt x="3660581" y="16644"/>
                  </a:lnTo>
                  <a:lnTo>
                    <a:pt x="3661653" y="16563"/>
                  </a:lnTo>
                  <a:lnTo>
                    <a:pt x="3662724" y="16482"/>
                  </a:lnTo>
                  <a:lnTo>
                    <a:pt x="3663796" y="16401"/>
                  </a:lnTo>
                  <a:lnTo>
                    <a:pt x="3664867" y="16320"/>
                  </a:lnTo>
                  <a:lnTo>
                    <a:pt x="3665939" y="16239"/>
                  </a:lnTo>
                  <a:lnTo>
                    <a:pt x="3667011" y="16157"/>
                  </a:lnTo>
                  <a:lnTo>
                    <a:pt x="3668082" y="16076"/>
                  </a:lnTo>
                  <a:lnTo>
                    <a:pt x="3669154" y="15994"/>
                  </a:lnTo>
                  <a:lnTo>
                    <a:pt x="3670225" y="15912"/>
                  </a:lnTo>
                  <a:lnTo>
                    <a:pt x="3671297" y="15830"/>
                  </a:lnTo>
                  <a:lnTo>
                    <a:pt x="3672369" y="15748"/>
                  </a:lnTo>
                  <a:lnTo>
                    <a:pt x="3673440" y="15666"/>
                  </a:lnTo>
                  <a:lnTo>
                    <a:pt x="3674512" y="15583"/>
                  </a:lnTo>
                  <a:lnTo>
                    <a:pt x="3675583" y="15501"/>
                  </a:lnTo>
                  <a:lnTo>
                    <a:pt x="3676655" y="15418"/>
                  </a:lnTo>
                  <a:lnTo>
                    <a:pt x="3677727" y="15336"/>
                  </a:lnTo>
                  <a:lnTo>
                    <a:pt x="3678798" y="15253"/>
                  </a:lnTo>
                  <a:lnTo>
                    <a:pt x="3679870" y="15170"/>
                  </a:lnTo>
                  <a:lnTo>
                    <a:pt x="3680941" y="15087"/>
                  </a:lnTo>
                  <a:lnTo>
                    <a:pt x="3682013" y="15004"/>
                  </a:lnTo>
                  <a:lnTo>
                    <a:pt x="3683085" y="14920"/>
                  </a:lnTo>
                  <a:lnTo>
                    <a:pt x="3684156" y="14837"/>
                  </a:lnTo>
                  <a:lnTo>
                    <a:pt x="3685228" y="14753"/>
                  </a:lnTo>
                  <a:lnTo>
                    <a:pt x="3686299" y="14670"/>
                  </a:lnTo>
                  <a:lnTo>
                    <a:pt x="3687371" y="14586"/>
                  </a:lnTo>
                  <a:lnTo>
                    <a:pt x="3688443" y="14502"/>
                  </a:lnTo>
                  <a:lnTo>
                    <a:pt x="3689514" y="14418"/>
                  </a:lnTo>
                  <a:lnTo>
                    <a:pt x="3690586" y="14334"/>
                  </a:lnTo>
                  <a:lnTo>
                    <a:pt x="3691657" y="14250"/>
                  </a:lnTo>
                  <a:lnTo>
                    <a:pt x="3692729" y="14165"/>
                  </a:lnTo>
                  <a:lnTo>
                    <a:pt x="3693801" y="14081"/>
                  </a:lnTo>
                  <a:lnTo>
                    <a:pt x="3694872" y="13996"/>
                  </a:lnTo>
                  <a:lnTo>
                    <a:pt x="3695944" y="13911"/>
                  </a:lnTo>
                  <a:lnTo>
                    <a:pt x="3697015" y="13827"/>
                  </a:lnTo>
                  <a:lnTo>
                    <a:pt x="3698087" y="13742"/>
                  </a:lnTo>
                  <a:lnTo>
                    <a:pt x="3699159" y="13657"/>
                  </a:lnTo>
                  <a:lnTo>
                    <a:pt x="3700230" y="13571"/>
                  </a:lnTo>
                  <a:lnTo>
                    <a:pt x="3701302" y="13486"/>
                  </a:lnTo>
                  <a:lnTo>
                    <a:pt x="3702373" y="13401"/>
                  </a:lnTo>
                  <a:lnTo>
                    <a:pt x="3703445" y="13315"/>
                  </a:lnTo>
                  <a:lnTo>
                    <a:pt x="3704517" y="13229"/>
                  </a:lnTo>
                  <a:lnTo>
                    <a:pt x="3705588" y="13144"/>
                  </a:lnTo>
                  <a:lnTo>
                    <a:pt x="3706660" y="13058"/>
                  </a:lnTo>
                  <a:lnTo>
                    <a:pt x="3707731" y="12972"/>
                  </a:lnTo>
                  <a:lnTo>
                    <a:pt x="3708803" y="12886"/>
                  </a:lnTo>
                  <a:lnTo>
                    <a:pt x="3709875" y="12799"/>
                  </a:lnTo>
                  <a:lnTo>
                    <a:pt x="3710946" y="12713"/>
                  </a:lnTo>
                  <a:lnTo>
                    <a:pt x="3712018" y="12627"/>
                  </a:lnTo>
                  <a:lnTo>
                    <a:pt x="3713089" y="12540"/>
                  </a:lnTo>
                  <a:lnTo>
                    <a:pt x="3714161" y="12453"/>
                  </a:lnTo>
                  <a:lnTo>
                    <a:pt x="3715233" y="12367"/>
                  </a:lnTo>
                  <a:lnTo>
                    <a:pt x="3716304" y="12280"/>
                  </a:lnTo>
                  <a:lnTo>
                    <a:pt x="3717376" y="12193"/>
                  </a:lnTo>
                  <a:lnTo>
                    <a:pt x="3718447" y="12105"/>
                  </a:lnTo>
                  <a:lnTo>
                    <a:pt x="3719519" y="12018"/>
                  </a:lnTo>
                  <a:lnTo>
                    <a:pt x="3720591" y="11931"/>
                  </a:lnTo>
                  <a:lnTo>
                    <a:pt x="3721662" y="11843"/>
                  </a:lnTo>
                  <a:lnTo>
                    <a:pt x="3722734" y="11756"/>
                  </a:lnTo>
                  <a:lnTo>
                    <a:pt x="3723805" y="11668"/>
                  </a:lnTo>
                  <a:lnTo>
                    <a:pt x="3724877" y="11580"/>
                  </a:lnTo>
                  <a:lnTo>
                    <a:pt x="3725949" y="11492"/>
                  </a:lnTo>
                  <a:lnTo>
                    <a:pt x="3727020" y="11404"/>
                  </a:lnTo>
                  <a:lnTo>
                    <a:pt x="3728092" y="11316"/>
                  </a:lnTo>
                  <a:lnTo>
                    <a:pt x="3729163" y="11228"/>
                  </a:lnTo>
                  <a:lnTo>
                    <a:pt x="3730235" y="11140"/>
                  </a:lnTo>
                  <a:lnTo>
                    <a:pt x="3731306" y="11051"/>
                  </a:lnTo>
                  <a:lnTo>
                    <a:pt x="3732378" y="10963"/>
                  </a:lnTo>
                  <a:lnTo>
                    <a:pt x="3733450" y="10874"/>
                  </a:lnTo>
                  <a:lnTo>
                    <a:pt x="3734521" y="10785"/>
                  </a:lnTo>
                  <a:lnTo>
                    <a:pt x="3735593" y="10696"/>
                  </a:lnTo>
                  <a:lnTo>
                    <a:pt x="3736664" y="10607"/>
                  </a:lnTo>
                  <a:lnTo>
                    <a:pt x="3737736" y="10518"/>
                  </a:lnTo>
                  <a:lnTo>
                    <a:pt x="3738808" y="10429"/>
                  </a:lnTo>
                  <a:lnTo>
                    <a:pt x="3739879" y="10340"/>
                  </a:lnTo>
                  <a:lnTo>
                    <a:pt x="3740951" y="10250"/>
                  </a:lnTo>
                  <a:lnTo>
                    <a:pt x="3742022" y="10161"/>
                  </a:lnTo>
                  <a:lnTo>
                    <a:pt x="3743094" y="10071"/>
                  </a:lnTo>
                  <a:lnTo>
                    <a:pt x="3744166" y="9981"/>
                  </a:lnTo>
                  <a:lnTo>
                    <a:pt x="3745237" y="9891"/>
                  </a:lnTo>
                  <a:lnTo>
                    <a:pt x="3746309" y="9801"/>
                  </a:lnTo>
                  <a:lnTo>
                    <a:pt x="3747380" y="9711"/>
                  </a:lnTo>
                  <a:lnTo>
                    <a:pt x="3748452" y="9621"/>
                  </a:lnTo>
                  <a:lnTo>
                    <a:pt x="3749524" y="9531"/>
                  </a:lnTo>
                  <a:lnTo>
                    <a:pt x="3750595" y="9440"/>
                  </a:lnTo>
                  <a:lnTo>
                    <a:pt x="3751667" y="9350"/>
                  </a:lnTo>
                  <a:lnTo>
                    <a:pt x="3752738" y="9259"/>
                  </a:lnTo>
                  <a:lnTo>
                    <a:pt x="3753810" y="9168"/>
                  </a:lnTo>
                  <a:lnTo>
                    <a:pt x="3754882" y="9078"/>
                  </a:lnTo>
                  <a:lnTo>
                    <a:pt x="3755953" y="8987"/>
                  </a:lnTo>
                  <a:lnTo>
                    <a:pt x="3757025" y="8896"/>
                  </a:lnTo>
                  <a:lnTo>
                    <a:pt x="3758096" y="8804"/>
                  </a:lnTo>
                  <a:lnTo>
                    <a:pt x="3759168" y="8713"/>
                  </a:lnTo>
                  <a:lnTo>
                    <a:pt x="3760240" y="8622"/>
                  </a:lnTo>
                  <a:lnTo>
                    <a:pt x="3761311" y="8530"/>
                  </a:lnTo>
                  <a:lnTo>
                    <a:pt x="3762383" y="8439"/>
                  </a:lnTo>
                  <a:lnTo>
                    <a:pt x="3763454" y="8347"/>
                  </a:lnTo>
                  <a:lnTo>
                    <a:pt x="3764526" y="8255"/>
                  </a:lnTo>
                  <a:lnTo>
                    <a:pt x="3765598" y="8164"/>
                  </a:lnTo>
                  <a:lnTo>
                    <a:pt x="3766669" y="8072"/>
                  </a:lnTo>
                  <a:lnTo>
                    <a:pt x="3767741" y="7980"/>
                  </a:lnTo>
                  <a:lnTo>
                    <a:pt x="3768812" y="7887"/>
                  </a:lnTo>
                  <a:lnTo>
                    <a:pt x="3769884" y="7795"/>
                  </a:lnTo>
                  <a:lnTo>
                    <a:pt x="3770956" y="7703"/>
                  </a:lnTo>
                  <a:lnTo>
                    <a:pt x="3772027" y="7610"/>
                  </a:lnTo>
                  <a:lnTo>
                    <a:pt x="3773099" y="7518"/>
                  </a:lnTo>
                  <a:lnTo>
                    <a:pt x="3774170" y="7425"/>
                  </a:lnTo>
                  <a:lnTo>
                    <a:pt x="3775242" y="7332"/>
                  </a:lnTo>
                  <a:lnTo>
                    <a:pt x="3776314" y="7239"/>
                  </a:lnTo>
                  <a:lnTo>
                    <a:pt x="3777385" y="7146"/>
                  </a:lnTo>
                  <a:lnTo>
                    <a:pt x="3778457" y="7053"/>
                  </a:lnTo>
                  <a:lnTo>
                    <a:pt x="3779528" y="6960"/>
                  </a:lnTo>
                  <a:lnTo>
                    <a:pt x="3780600" y="6867"/>
                  </a:lnTo>
                  <a:lnTo>
                    <a:pt x="3781672" y="6773"/>
                  </a:lnTo>
                  <a:lnTo>
                    <a:pt x="3782743" y="6680"/>
                  </a:lnTo>
                  <a:lnTo>
                    <a:pt x="3783815" y="6586"/>
                  </a:lnTo>
                  <a:lnTo>
                    <a:pt x="3784886" y="6493"/>
                  </a:lnTo>
                  <a:lnTo>
                    <a:pt x="3785958" y="6399"/>
                  </a:lnTo>
                  <a:lnTo>
                    <a:pt x="3787030" y="6305"/>
                  </a:lnTo>
                  <a:lnTo>
                    <a:pt x="3788101" y="6211"/>
                  </a:lnTo>
                  <a:lnTo>
                    <a:pt x="3789173" y="6117"/>
                  </a:lnTo>
                  <a:lnTo>
                    <a:pt x="3790244" y="6023"/>
                  </a:lnTo>
                  <a:lnTo>
                    <a:pt x="3791316" y="5928"/>
                  </a:lnTo>
                  <a:lnTo>
                    <a:pt x="3792388" y="5834"/>
                  </a:lnTo>
                  <a:lnTo>
                    <a:pt x="3793459" y="5740"/>
                  </a:lnTo>
                  <a:lnTo>
                    <a:pt x="3794531" y="5645"/>
                  </a:lnTo>
                  <a:lnTo>
                    <a:pt x="3795602" y="5550"/>
                  </a:lnTo>
                  <a:lnTo>
                    <a:pt x="3796674" y="5456"/>
                  </a:lnTo>
                  <a:lnTo>
                    <a:pt x="3797746" y="5361"/>
                  </a:lnTo>
                  <a:lnTo>
                    <a:pt x="3798817" y="5266"/>
                  </a:lnTo>
                  <a:lnTo>
                    <a:pt x="3799889" y="5171"/>
                  </a:lnTo>
                  <a:lnTo>
                    <a:pt x="3800960" y="5076"/>
                  </a:lnTo>
                  <a:lnTo>
                    <a:pt x="3802032" y="4980"/>
                  </a:lnTo>
                  <a:lnTo>
                    <a:pt x="3803104" y="4885"/>
                  </a:lnTo>
                  <a:lnTo>
                    <a:pt x="3804175" y="4790"/>
                  </a:lnTo>
                  <a:lnTo>
                    <a:pt x="3805247" y="4694"/>
                  </a:lnTo>
                  <a:lnTo>
                    <a:pt x="3806318" y="4598"/>
                  </a:lnTo>
                  <a:lnTo>
                    <a:pt x="3807390" y="4503"/>
                  </a:lnTo>
                  <a:lnTo>
                    <a:pt x="3808462" y="4407"/>
                  </a:lnTo>
                  <a:lnTo>
                    <a:pt x="3809533" y="4311"/>
                  </a:lnTo>
                  <a:lnTo>
                    <a:pt x="3810605" y="4215"/>
                  </a:lnTo>
                  <a:lnTo>
                    <a:pt x="3811676" y="4119"/>
                  </a:lnTo>
                  <a:lnTo>
                    <a:pt x="3812748" y="4023"/>
                  </a:lnTo>
                  <a:lnTo>
                    <a:pt x="3813820" y="3926"/>
                  </a:lnTo>
                  <a:lnTo>
                    <a:pt x="3814891" y="3830"/>
                  </a:lnTo>
                  <a:lnTo>
                    <a:pt x="3815963" y="3734"/>
                  </a:lnTo>
                  <a:lnTo>
                    <a:pt x="3817034" y="3637"/>
                  </a:lnTo>
                  <a:lnTo>
                    <a:pt x="3818106" y="3540"/>
                  </a:lnTo>
                  <a:lnTo>
                    <a:pt x="3819178" y="3444"/>
                  </a:lnTo>
                  <a:lnTo>
                    <a:pt x="3820249" y="3347"/>
                  </a:lnTo>
                  <a:lnTo>
                    <a:pt x="3821321" y="3250"/>
                  </a:lnTo>
                  <a:lnTo>
                    <a:pt x="3822392" y="3153"/>
                  </a:lnTo>
                  <a:lnTo>
                    <a:pt x="3823464" y="3056"/>
                  </a:lnTo>
                  <a:lnTo>
                    <a:pt x="3824536" y="2958"/>
                  </a:lnTo>
                  <a:lnTo>
                    <a:pt x="3825607" y="2861"/>
                  </a:lnTo>
                  <a:lnTo>
                    <a:pt x="3826679" y="2764"/>
                  </a:lnTo>
                  <a:lnTo>
                    <a:pt x="3827750" y="2666"/>
                  </a:lnTo>
                  <a:lnTo>
                    <a:pt x="3828822" y="2569"/>
                  </a:lnTo>
                  <a:lnTo>
                    <a:pt x="3829894" y="2471"/>
                  </a:lnTo>
                  <a:lnTo>
                    <a:pt x="3830965" y="2373"/>
                  </a:lnTo>
                  <a:lnTo>
                    <a:pt x="3832037" y="2275"/>
                  </a:lnTo>
                  <a:lnTo>
                    <a:pt x="3833108" y="2177"/>
                  </a:lnTo>
                  <a:lnTo>
                    <a:pt x="3834180" y="2079"/>
                  </a:lnTo>
                  <a:lnTo>
                    <a:pt x="3835252" y="1981"/>
                  </a:lnTo>
                  <a:lnTo>
                    <a:pt x="3836323" y="1883"/>
                  </a:lnTo>
                  <a:lnTo>
                    <a:pt x="3837395" y="1784"/>
                  </a:lnTo>
                  <a:lnTo>
                    <a:pt x="3838466" y="1686"/>
                  </a:lnTo>
                  <a:lnTo>
                    <a:pt x="3839538" y="1588"/>
                  </a:lnTo>
                  <a:lnTo>
                    <a:pt x="3840610" y="1489"/>
                  </a:lnTo>
                  <a:lnTo>
                    <a:pt x="3841681" y="1390"/>
                  </a:lnTo>
                  <a:lnTo>
                    <a:pt x="3842753" y="1292"/>
                  </a:lnTo>
                  <a:lnTo>
                    <a:pt x="3843824" y="1193"/>
                  </a:lnTo>
                  <a:lnTo>
                    <a:pt x="3844896" y="1094"/>
                  </a:lnTo>
                  <a:lnTo>
                    <a:pt x="3845968" y="995"/>
                  </a:lnTo>
                  <a:lnTo>
                    <a:pt x="3847039" y="896"/>
                  </a:lnTo>
                  <a:lnTo>
                    <a:pt x="3848111" y="796"/>
                  </a:lnTo>
                  <a:lnTo>
                    <a:pt x="3849182" y="697"/>
                  </a:lnTo>
                  <a:lnTo>
                    <a:pt x="3850254" y="598"/>
                  </a:lnTo>
                  <a:lnTo>
                    <a:pt x="3851326" y="498"/>
                  </a:lnTo>
                  <a:lnTo>
                    <a:pt x="3852397" y="399"/>
                  </a:lnTo>
                  <a:lnTo>
                    <a:pt x="3853469" y="299"/>
                  </a:lnTo>
                  <a:lnTo>
                    <a:pt x="3854540" y="199"/>
                  </a:lnTo>
                  <a:lnTo>
                    <a:pt x="3855612" y="99"/>
                  </a:lnTo>
                  <a:lnTo>
                    <a:pt x="3856684" y="0"/>
                  </a:lnTo>
                  <a:lnTo>
                    <a:pt x="3856684" y="460130"/>
                  </a:lnTo>
                  <a:lnTo>
                    <a:pt x="3855612" y="459917"/>
                  </a:lnTo>
                  <a:lnTo>
                    <a:pt x="3854540" y="459704"/>
                  </a:lnTo>
                  <a:lnTo>
                    <a:pt x="3853469" y="459491"/>
                  </a:lnTo>
                  <a:lnTo>
                    <a:pt x="3852397" y="459278"/>
                  </a:lnTo>
                  <a:lnTo>
                    <a:pt x="3851326" y="459065"/>
                  </a:lnTo>
                  <a:lnTo>
                    <a:pt x="3850254" y="458853"/>
                  </a:lnTo>
                  <a:lnTo>
                    <a:pt x="3849182" y="458640"/>
                  </a:lnTo>
                  <a:lnTo>
                    <a:pt x="3848111" y="458427"/>
                  </a:lnTo>
                  <a:lnTo>
                    <a:pt x="3847039" y="458214"/>
                  </a:lnTo>
                  <a:lnTo>
                    <a:pt x="3845968" y="458002"/>
                  </a:lnTo>
                  <a:lnTo>
                    <a:pt x="3844896" y="457789"/>
                  </a:lnTo>
                  <a:lnTo>
                    <a:pt x="3843824" y="457576"/>
                  </a:lnTo>
                  <a:lnTo>
                    <a:pt x="3842753" y="457364"/>
                  </a:lnTo>
                  <a:lnTo>
                    <a:pt x="3841681" y="457151"/>
                  </a:lnTo>
                  <a:lnTo>
                    <a:pt x="3840610" y="456939"/>
                  </a:lnTo>
                  <a:lnTo>
                    <a:pt x="3839538" y="456726"/>
                  </a:lnTo>
                  <a:lnTo>
                    <a:pt x="3838466" y="456514"/>
                  </a:lnTo>
                  <a:lnTo>
                    <a:pt x="3837395" y="456301"/>
                  </a:lnTo>
                  <a:lnTo>
                    <a:pt x="3836323" y="456089"/>
                  </a:lnTo>
                  <a:lnTo>
                    <a:pt x="3835252" y="455877"/>
                  </a:lnTo>
                  <a:lnTo>
                    <a:pt x="3834180" y="455665"/>
                  </a:lnTo>
                  <a:lnTo>
                    <a:pt x="3833108" y="455452"/>
                  </a:lnTo>
                  <a:lnTo>
                    <a:pt x="3832037" y="455240"/>
                  </a:lnTo>
                  <a:lnTo>
                    <a:pt x="3830965" y="455028"/>
                  </a:lnTo>
                  <a:lnTo>
                    <a:pt x="3829894" y="454816"/>
                  </a:lnTo>
                  <a:lnTo>
                    <a:pt x="3828822" y="454604"/>
                  </a:lnTo>
                  <a:lnTo>
                    <a:pt x="3827750" y="454392"/>
                  </a:lnTo>
                  <a:lnTo>
                    <a:pt x="3826679" y="454180"/>
                  </a:lnTo>
                  <a:lnTo>
                    <a:pt x="3825607" y="453968"/>
                  </a:lnTo>
                  <a:lnTo>
                    <a:pt x="3824536" y="453756"/>
                  </a:lnTo>
                  <a:lnTo>
                    <a:pt x="3823464" y="453544"/>
                  </a:lnTo>
                  <a:lnTo>
                    <a:pt x="3822392" y="453332"/>
                  </a:lnTo>
                  <a:lnTo>
                    <a:pt x="3821321" y="453120"/>
                  </a:lnTo>
                  <a:lnTo>
                    <a:pt x="3820249" y="452909"/>
                  </a:lnTo>
                  <a:lnTo>
                    <a:pt x="3819178" y="452697"/>
                  </a:lnTo>
                  <a:lnTo>
                    <a:pt x="3818106" y="452485"/>
                  </a:lnTo>
                  <a:lnTo>
                    <a:pt x="3817034" y="452273"/>
                  </a:lnTo>
                  <a:lnTo>
                    <a:pt x="3815963" y="452062"/>
                  </a:lnTo>
                  <a:lnTo>
                    <a:pt x="3814891" y="451850"/>
                  </a:lnTo>
                  <a:lnTo>
                    <a:pt x="3813820" y="451639"/>
                  </a:lnTo>
                  <a:lnTo>
                    <a:pt x="3812748" y="451427"/>
                  </a:lnTo>
                  <a:lnTo>
                    <a:pt x="3811676" y="451216"/>
                  </a:lnTo>
                  <a:lnTo>
                    <a:pt x="3810605" y="451005"/>
                  </a:lnTo>
                  <a:lnTo>
                    <a:pt x="3809533" y="450793"/>
                  </a:lnTo>
                  <a:lnTo>
                    <a:pt x="3808462" y="450582"/>
                  </a:lnTo>
                  <a:lnTo>
                    <a:pt x="3807390" y="450371"/>
                  </a:lnTo>
                  <a:lnTo>
                    <a:pt x="3806318" y="450159"/>
                  </a:lnTo>
                  <a:lnTo>
                    <a:pt x="3805247" y="449948"/>
                  </a:lnTo>
                  <a:lnTo>
                    <a:pt x="3804175" y="449737"/>
                  </a:lnTo>
                  <a:lnTo>
                    <a:pt x="3803104" y="449526"/>
                  </a:lnTo>
                  <a:lnTo>
                    <a:pt x="3802032" y="449315"/>
                  </a:lnTo>
                  <a:lnTo>
                    <a:pt x="3800960" y="449104"/>
                  </a:lnTo>
                  <a:lnTo>
                    <a:pt x="3799889" y="448893"/>
                  </a:lnTo>
                  <a:lnTo>
                    <a:pt x="3798817" y="448682"/>
                  </a:lnTo>
                  <a:lnTo>
                    <a:pt x="3797746" y="448471"/>
                  </a:lnTo>
                  <a:lnTo>
                    <a:pt x="3796674" y="448260"/>
                  </a:lnTo>
                  <a:lnTo>
                    <a:pt x="3795602" y="448049"/>
                  </a:lnTo>
                  <a:lnTo>
                    <a:pt x="3794531" y="447839"/>
                  </a:lnTo>
                  <a:lnTo>
                    <a:pt x="3793459" y="447628"/>
                  </a:lnTo>
                  <a:lnTo>
                    <a:pt x="3792388" y="447417"/>
                  </a:lnTo>
                  <a:lnTo>
                    <a:pt x="3791316" y="447207"/>
                  </a:lnTo>
                  <a:lnTo>
                    <a:pt x="3790244" y="446996"/>
                  </a:lnTo>
                  <a:lnTo>
                    <a:pt x="3789173" y="446786"/>
                  </a:lnTo>
                  <a:lnTo>
                    <a:pt x="3788101" y="446575"/>
                  </a:lnTo>
                  <a:lnTo>
                    <a:pt x="3787030" y="446365"/>
                  </a:lnTo>
                  <a:lnTo>
                    <a:pt x="3785958" y="446154"/>
                  </a:lnTo>
                  <a:lnTo>
                    <a:pt x="3784886" y="445944"/>
                  </a:lnTo>
                  <a:lnTo>
                    <a:pt x="3783815" y="445734"/>
                  </a:lnTo>
                  <a:lnTo>
                    <a:pt x="3782743" y="445524"/>
                  </a:lnTo>
                  <a:lnTo>
                    <a:pt x="3781672" y="445313"/>
                  </a:lnTo>
                  <a:lnTo>
                    <a:pt x="3780600" y="445103"/>
                  </a:lnTo>
                  <a:lnTo>
                    <a:pt x="3779528" y="444893"/>
                  </a:lnTo>
                  <a:lnTo>
                    <a:pt x="3778457" y="444683"/>
                  </a:lnTo>
                  <a:lnTo>
                    <a:pt x="3777385" y="444473"/>
                  </a:lnTo>
                  <a:lnTo>
                    <a:pt x="3776314" y="444263"/>
                  </a:lnTo>
                  <a:lnTo>
                    <a:pt x="3775242" y="444053"/>
                  </a:lnTo>
                  <a:lnTo>
                    <a:pt x="3774170" y="443843"/>
                  </a:lnTo>
                  <a:lnTo>
                    <a:pt x="3773099" y="443633"/>
                  </a:lnTo>
                  <a:lnTo>
                    <a:pt x="3772027" y="443424"/>
                  </a:lnTo>
                  <a:lnTo>
                    <a:pt x="3770956" y="443214"/>
                  </a:lnTo>
                  <a:lnTo>
                    <a:pt x="3769884" y="443004"/>
                  </a:lnTo>
                  <a:lnTo>
                    <a:pt x="3768812" y="442795"/>
                  </a:lnTo>
                  <a:lnTo>
                    <a:pt x="3767741" y="442585"/>
                  </a:lnTo>
                  <a:lnTo>
                    <a:pt x="3766669" y="442376"/>
                  </a:lnTo>
                  <a:lnTo>
                    <a:pt x="3765598" y="442166"/>
                  </a:lnTo>
                  <a:lnTo>
                    <a:pt x="3764526" y="441957"/>
                  </a:lnTo>
                  <a:lnTo>
                    <a:pt x="3763454" y="441747"/>
                  </a:lnTo>
                  <a:lnTo>
                    <a:pt x="3762383" y="441538"/>
                  </a:lnTo>
                  <a:lnTo>
                    <a:pt x="3761311" y="441329"/>
                  </a:lnTo>
                  <a:lnTo>
                    <a:pt x="3760240" y="441119"/>
                  </a:lnTo>
                  <a:lnTo>
                    <a:pt x="3759168" y="440910"/>
                  </a:lnTo>
                  <a:lnTo>
                    <a:pt x="3758096" y="440701"/>
                  </a:lnTo>
                  <a:lnTo>
                    <a:pt x="3757025" y="440492"/>
                  </a:lnTo>
                  <a:lnTo>
                    <a:pt x="3755953" y="440283"/>
                  </a:lnTo>
                  <a:lnTo>
                    <a:pt x="3754882" y="440074"/>
                  </a:lnTo>
                  <a:lnTo>
                    <a:pt x="3753810" y="439865"/>
                  </a:lnTo>
                  <a:lnTo>
                    <a:pt x="3752738" y="439656"/>
                  </a:lnTo>
                  <a:lnTo>
                    <a:pt x="3751667" y="439448"/>
                  </a:lnTo>
                  <a:lnTo>
                    <a:pt x="3750595" y="439239"/>
                  </a:lnTo>
                  <a:lnTo>
                    <a:pt x="3749524" y="439030"/>
                  </a:lnTo>
                  <a:lnTo>
                    <a:pt x="3748452" y="438821"/>
                  </a:lnTo>
                  <a:lnTo>
                    <a:pt x="3747380" y="438613"/>
                  </a:lnTo>
                  <a:lnTo>
                    <a:pt x="3746309" y="438404"/>
                  </a:lnTo>
                  <a:lnTo>
                    <a:pt x="3745237" y="438196"/>
                  </a:lnTo>
                  <a:lnTo>
                    <a:pt x="3744166" y="437987"/>
                  </a:lnTo>
                  <a:lnTo>
                    <a:pt x="3743094" y="437779"/>
                  </a:lnTo>
                  <a:lnTo>
                    <a:pt x="3742022" y="437571"/>
                  </a:lnTo>
                  <a:lnTo>
                    <a:pt x="3740951" y="437362"/>
                  </a:lnTo>
                  <a:lnTo>
                    <a:pt x="3739879" y="437154"/>
                  </a:lnTo>
                  <a:lnTo>
                    <a:pt x="3738808" y="436946"/>
                  </a:lnTo>
                  <a:lnTo>
                    <a:pt x="3737736" y="436738"/>
                  </a:lnTo>
                  <a:lnTo>
                    <a:pt x="3736664" y="436530"/>
                  </a:lnTo>
                  <a:lnTo>
                    <a:pt x="3735593" y="436322"/>
                  </a:lnTo>
                  <a:lnTo>
                    <a:pt x="3734521" y="436114"/>
                  </a:lnTo>
                  <a:lnTo>
                    <a:pt x="3733450" y="435906"/>
                  </a:lnTo>
                  <a:lnTo>
                    <a:pt x="3732378" y="435698"/>
                  </a:lnTo>
                  <a:lnTo>
                    <a:pt x="3731306" y="435490"/>
                  </a:lnTo>
                  <a:lnTo>
                    <a:pt x="3730235" y="435283"/>
                  </a:lnTo>
                  <a:lnTo>
                    <a:pt x="3729163" y="435075"/>
                  </a:lnTo>
                  <a:lnTo>
                    <a:pt x="3728092" y="434867"/>
                  </a:lnTo>
                  <a:lnTo>
                    <a:pt x="3727020" y="434660"/>
                  </a:lnTo>
                  <a:lnTo>
                    <a:pt x="3725949" y="434452"/>
                  </a:lnTo>
                  <a:lnTo>
                    <a:pt x="3724877" y="434245"/>
                  </a:lnTo>
                  <a:lnTo>
                    <a:pt x="3723805" y="434037"/>
                  </a:lnTo>
                  <a:lnTo>
                    <a:pt x="3722734" y="433830"/>
                  </a:lnTo>
                  <a:lnTo>
                    <a:pt x="3721662" y="433623"/>
                  </a:lnTo>
                  <a:lnTo>
                    <a:pt x="3720591" y="433416"/>
                  </a:lnTo>
                  <a:lnTo>
                    <a:pt x="3719519" y="433209"/>
                  </a:lnTo>
                  <a:lnTo>
                    <a:pt x="3718447" y="433001"/>
                  </a:lnTo>
                  <a:lnTo>
                    <a:pt x="3717376" y="432794"/>
                  </a:lnTo>
                  <a:lnTo>
                    <a:pt x="3716304" y="432587"/>
                  </a:lnTo>
                  <a:lnTo>
                    <a:pt x="3715233" y="432381"/>
                  </a:lnTo>
                  <a:lnTo>
                    <a:pt x="3714161" y="432174"/>
                  </a:lnTo>
                  <a:lnTo>
                    <a:pt x="3713089" y="431967"/>
                  </a:lnTo>
                  <a:lnTo>
                    <a:pt x="3712018" y="431760"/>
                  </a:lnTo>
                  <a:lnTo>
                    <a:pt x="3710946" y="431553"/>
                  </a:lnTo>
                  <a:lnTo>
                    <a:pt x="3709875" y="431347"/>
                  </a:lnTo>
                  <a:lnTo>
                    <a:pt x="3708803" y="431140"/>
                  </a:lnTo>
                  <a:lnTo>
                    <a:pt x="3707731" y="430934"/>
                  </a:lnTo>
                  <a:lnTo>
                    <a:pt x="3706660" y="430727"/>
                  </a:lnTo>
                  <a:lnTo>
                    <a:pt x="3705588" y="430521"/>
                  </a:lnTo>
                  <a:lnTo>
                    <a:pt x="3704517" y="430315"/>
                  </a:lnTo>
                  <a:lnTo>
                    <a:pt x="3703445" y="430109"/>
                  </a:lnTo>
                  <a:lnTo>
                    <a:pt x="3702373" y="429902"/>
                  </a:lnTo>
                  <a:lnTo>
                    <a:pt x="3701302" y="429696"/>
                  </a:lnTo>
                  <a:lnTo>
                    <a:pt x="3700230" y="429490"/>
                  </a:lnTo>
                  <a:lnTo>
                    <a:pt x="3699159" y="429284"/>
                  </a:lnTo>
                  <a:lnTo>
                    <a:pt x="3698087" y="429078"/>
                  </a:lnTo>
                  <a:lnTo>
                    <a:pt x="3697015" y="428872"/>
                  </a:lnTo>
                  <a:lnTo>
                    <a:pt x="3695944" y="428667"/>
                  </a:lnTo>
                  <a:lnTo>
                    <a:pt x="3694872" y="428461"/>
                  </a:lnTo>
                  <a:lnTo>
                    <a:pt x="3693801" y="428255"/>
                  </a:lnTo>
                  <a:lnTo>
                    <a:pt x="3692729" y="428050"/>
                  </a:lnTo>
                  <a:lnTo>
                    <a:pt x="3691657" y="427844"/>
                  </a:lnTo>
                  <a:lnTo>
                    <a:pt x="3690586" y="427639"/>
                  </a:lnTo>
                  <a:lnTo>
                    <a:pt x="3689514" y="427433"/>
                  </a:lnTo>
                  <a:lnTo>
                    <a:pt x="3688443" y="427228"/>
                  </a:lnTo>
                  <a:lnTo>
                    <a:pt x="3687371" y="427022"/>
                  </a:lnTo>
                  <a:lnTo>
                    <a:pt x="3686299" y="426817"/>
                  </a:lnTo>
                  <a:lnTo>
                    <a:pt x="3685228" y="426612"/>
                  </a:lnTo>
                  <a:lnTo>
                    <a:pt x="3684156" y="426407"/>
                  </a:lnTo>
                  <a:lnTo>
                    <a:pt x="3683085" y="426202"/>
                  </a:lnTo>
                  <a:lnTo>
                    <a:pt x="3682013" y="425997"/>
                  </a:lnTo>
                  <a:lnTo>
                    <a:pt x="3680941" y="425792"/>
                  </a:lnTo>
                  <a:lnTo>
                    <a:pt x="3679870" y="425587"/>
                  </a:lnTo>
                  <a:lnTo>
                    <a:pt x="3678798" y="425383"/>
                  </a:lnTo>
                  <a:lnTo>
                    <a:pt x="3677727" y="425178"/>
                  </a:lnTo>
                  <a:lnTo>
                    <a:pt x="3676655" y="424973"/>
                  </a:lnTo>
                  <a:lnTo>
                    <a:pt x="3675583" y="424769"/>
                  </a:lnTo>
                  <a:lnTo>
                    <a:pt x="3674512" y="424564"/>
                  </a:lnTo>
                  <a:lnTo>
                    <a:pt x="3673440" y="424360"/>
                  </a:lnTo>
                  <a:lnTo>
                    <a:pt x="3672369" y="424155"/>
                  </a:lnTo>
                  <a:lnTo>
                    <a:pt x="3671297" y="423951"/>
                  </a:lnTo>
                  <a:lnTo>
                    <a:pt x="3670225" y="423747"/>
                  </a:lnTo>
                  <a:lnTo>
                    <a:pt x="3669154" y="423543"/>
                  </a:lnTo>
                  <a:lnTo>
                    <a:pt x="3668082" y="423339"/>
                  </a:lnTo>
                  <a:lnTo>
                    <a:pt x="3667011" y="423135"/>
                  </a:lnTo>
                  <a:lnTo>
                    <a:pt x="3665939" y="422931"/>
                  </a:lnTo>
                  <a:lnTo>
                    <a:pt x="3664867" y="422727"/>
                  </a:lnTo>
                  <a:lnTo>
                    <a:pt x="3663796" y="422523"/>
                  </a:lnTo>
                  <a:lnTo>
                    <a:pt x="3662724" y="422319"/>
                  </a:lnTo>
                  <a:lnTo>
                    <a:pt x="3661653" y="422116"/>
                  </a:lnTo>
                  <a:lnTo>
                    <a:pt x="3660581" y="421912"/>
                  </a:lnTo>
                  <a:lnTo>
                    <a:pt x="3659509" y="421709"/>
                  </a:lnTo>
                  <a:lnTo>
                    <a:pt x="3658438" y="421505"/>
                  </a:lnTo>
                  <a:lnTo>
                    <a:pt x="3657366" y="421302"/>
                  </a:lnTo>
                  <a:lnTo>
                    <a:pt x="3656295" y="421099"/>
                  </a:lnTo>
                  <a:lnTo>
                    <a:pt x="3655223" y="420895"/>
                  </a:lnTo>
                  <a:lnTo>
                    <a:pt x="3654151" y="420692"/>
                  </a:lnTo>
                  <a:lnTo>
                    <a:pt x="3653080" y="420489"/>
                  </a:lnTo>
                  <a:lnTo>
                    <a:pt x="3652008" y="420286"/>
                  </a:lnTo>
                  <a:lnTo>
                    <a:pt x="3650937" y="420083"/>
                  </a:lnTo>
                  <a:lnTo>
                    <a:pt x="3649865" y="419880"/>
                  </a:lnTo>
                  <a:lnTo>
                    <a:pt x="3648793" y="419678"/>
                  </a:lnTo>
                  <a:lnTo>
                    <a:pt x="3647722" y="419475"/>
                  </a:lnTo>
                  <a:lnTo>
                    <a:pt x="3646650" y="419272"/>
                  </a:lnTo>
                  <a:lnTo>
                    <a:pt x="3645579" y="419070"/>
                  </a:lnTo>
                  <a:lnTo>
                    <a:pt x="3644507" y="418867"/>
                  </a:lnTo>
                  <a:lnTo>
                    <a:pt x="3643435" y="418665"/>
                  </a:lnTo>
                  <a:lnTo>
                    <a:pt x="3642364" y="418463"/>
                  </a:lnTo>
                  <a:lnTo>
                    <a:pt x="3641292" y="418260"/>
                  </a:lnTo>
                  <a:lnTo>
                    <a:pt x="3640221" y="418058"/>
                  </a:lnTo>
                  <a:lnTo>
                    <a:pt x="3639149" y="417856"/>
                  </a:lnTo>
                  <a:lnTo>
                    <a:pt x="3638077" y="417654"/>
                  </a:lnTo>
                  <a:lnTo>
                    <a:pt x="3637006" y="417452"/>
                  </a:lnTo>
                  <a:lnTo>
                    <a:pt x="3635934" y="417250"/>
                  </a:lnTo>
                  <a:lnTo>
                    <a:pt x="3634863" y="417049"/>
                  </a:lnTo>
                  <a:lnTo>
                    <a:pt x="3633791" y="416847"/>
                  </a:lnTo>
                  <a:lnTo>
                    <a:pt x="3632719" y="416645"/>
                  </a:lnTo>
                  <a:lnTo>
                    <a:pt x="3631648" y="416444"/>
                  </a:lnTo>
                  <a:lnTo>
                    <a:pt x="3630576" y="416242"/>
                  </a:lnTo>
                  <a:lnTo>
                    <a:pt x="3629505" y="416041"/>
                  </a:lnTo>
                  <a:lnTo>
                    <a:pt x="3628433" y="415839"/>
                  </a:lnTo>
                  <a:lnTo>
                    <a:pt x="3627361" y="415638"/>
                  </a:lnTo>
                  <a:lnTo>
                    <a:pt x="3626290" y="415437"/>
                  </a:lnTo>
                  <a:lnTo>
                    <a:pt x="3625218" y="415236"/>
                  </a:lnTo>
                  <a:lnTo>
                    <a:pt x="3624147" y="415035"/>
                  </a:lnTo>
                  <a:lnTo>
                    <a:pt x="3623075" y="414834"/>
                  </a:lnTo>
                  <a:lnTo>
                    <a:pt x="3622003" y="414633"/>
                  </a:lnTo>
                  <a:lnTo>
                    <a:pt x="3620932" y="414433"/>
                  </a:lnTo>
                  <a:lnTo>
                    <a:pt x="3619860" y="414232"/>
                  </a:lnTo>
                  <a:lnTo>
                    <a:pt x="3618789" y="414031"/>
                  </a:lnTo>
                  <a:lnTo>
                    <a:pt x="3617717" y="413831"/>
                  </a:lnTo>
                  <a:lnTo>
                    <a:pt x="3616645" y="413630"/>
                  </a:lnTo>
                  <a:lnTo>
                    <a:pt x="3615574" y="413430"/>
                  </a:lnTo>
                  <a:lnTo>
                    <a:pt x="3614502" y="413230"/>
                  </a:lnTo>
                  <a:lnTo>
                    <a:pt x="3613431" y="413030"/>
                  </a:lnTo>
                  <a:lnTo>
                    <a:pt x="3612359" y="412829"/>
                  </a:lnTo>
                  <a:lnTo>
                    <a:pt x="3611287" y="412629"/>
                  </a:lnTo>
                  <a:lnTo>
                    <a:pt x="3610216" y="412430"/>
                  </a:lnTo>
                  <a:lnTo>
                    <a:pt x="3609144" y="412230"/>
                  </a:lnTo>
                  <a:lnTo>
                    <a:pt x="3608073" y="412030"/>
                  </a:lnTo>
                  <a:lnTo>
                    <a:pt x="3607001" y="411830"/>
                  </a:lnTo>
                  <a:lnTo>
                    <a:pt x="3605929" y="411631"/>
                  </a:lnTo>
                  <a:lnTo>
                    <a:pt x="3604858" y="411431"/>
                  </a:lnTo>
                  <a:lnTo>
                    <a:pt x="3603786" y="411232"/>
                  </a:lnTo>
                  <a:lnTo>
                    <a:pt x="3602715" y="411032"/>
                  </a:lnTo>
                  <a:lnTo>
                    <a:pt x="3601643" y="410833"/>
                  </a:lnTo>
                  <a:lnTo>
                    <a:pt x="3600571" y="410634"/>
                  </a:lnTo>
                  <a:lnTo>
                    <a:pt x="3599500" y="410435"/>
                  </a:lnTo>
                  <a:lnTo>
                    <a:pt x="3598428" y="410236"/>
                  </a:lnTo>
                  <a:lnTo>
                    <a:pt x="3597357" y="410037"/>
                  </a:lnTo>
                  <a:lnTo>
                    <a:pt x="3596285" y="409838"/>
                  </a:lnTo>
                  <a:lnTo>
                    <a:pt x="3595213" y="409640"/>
                  </a:lnTo>
                  <a:lnTo>
                    <a:pt x="3594142" y="409441"/>
                  </a:lnTo>
                  <a:lnTo>
                    <a:pt x="3593070" y="409242"/>
                  </a:lnTo>
                  <a:lnTo>
                    <a:pt x="3591999" y="409044"/>
                  </a:lnTo>
                  <a:lnTo>
                    <a:pt x="3590927" y="408846"/>
                  </a:lnTo>
                  <a:lnTo>
                    <a:pt x="3589855" y="408647"/>
                  </a:lnTo>
                  <a:lnTo>
                    <a:pt x="3588784" y="408449"/>
                  </a:lnTo>
                  <a:lnTo>
                    <a:pt x="3587712" y="408251"/>
                  </a:lnTo>
                  <a:lnTo>
                    <a:pt x="3586641" y="408053"/>
                  </a:lnTo>
                  <a:lnTo>
                    <a:pt x="3585569" y="407855"/>
                  </a:lnTo>
                  <a:lnTo>
                    <a:pt x="3584497" y="407657"/>
                  </a:lnTo>
                  <a:lnTo>
                    <a:pt x="3583426" y="407459"/>
                  </a:lnTo>
                  <a:lnTo>
                    <a:pt x="3582354" y="407262"/>
                  </a:lnTo>
                  <a:lnTo>
                    <a:pt x="3581283" y="407064"/>
                  </a:lnTo>
                  <a:lnTo>
                    <a:pt x="3580211" y="406867"/>
                  </a:lnTo>
                  <a:lnTo>
                    <a:pt x="3579139" y="406669"/>
                  </a:lnTo>
                  <a:lnTo>
                    <a:pt x="3578068" y="406472"/>
                  </a:lnTo>
                  <a:lnTo>
                    <a:pt x="3576996" y="406275"/>
                  </a:lnTo>
                  <a:lnTo>
                    <a:pt x="3575925" y="406078"/>
                  </a:lnTo>
                  <a:lnTo>
                    <a:pt x="3574853" y="405881"/>
                  </a:lnTo>
                  <a:lnTo>
                    <a:pt x="3573781" y="405684"/>
                  </a:lnTo>
                  <a:lnTo>
                    <a:pt x="3572710" y="405487"/>
                  </a:lnTo>
                  <a:lnTo>
                    <a:pt x="3571638" y="405290"/>
                  </a:lnTo>
                  <a:lnTo>
                    <a:pt x="3570567" y="405094"/>
                  </a:lnTo>
                  <a:lnTo>
                    <a:pt x="3569495" y="404897"/>
                  </a:lnTo>
                  <a:lnTo>
                    <a:pt x="3568423" y="404701"/>
                  </a:lnTo>
                  <a:lnTo>
                    <a:pt x="3567352" y="404505"/>
                  </a:lnTo>
                  <a:lnTo>
                    <a:pt x="3566280" y="404308"/>
                  </a:lnTo>
                  <a:lnTo>
                    <a:pt x="3565209" y="404112"/>
                  </a:lnTo>
                  <a:lnTo>
                    <a:pt x="3564137" y="403916"/>
                  </a:lnTo>
                  <a:lnTo>
                    <a:pt x="3563065" y="403720"/>
                  </a:lnTo>
                  <a:lnTo>
                    <a:pt x="3561994" y="403524"/>
                  </a:lnTo>
                  <a:lnTo>
                    <a:pt x="3560922" y="403329"/>
                  </a:lnTo>
                  <a:lnTo>
                    <a:pt x="3559851" y="403133"/>
                  </a:lnTo>
                  <a:lnTo>
                    <a:pt x="3558779" y="402937"/>
                  </a:lnTo>
                  <a:lnTo>
                    <a:pt x="3557707" y="402742"/>
                  </a:lnTo>
                  <a:lnTo>
                    <a:pt x="3556636" y="402546"/>
                  </a:lnTo>
                  <a:lnTo>
                    <a:pt x="3555564" y="402351"/>
                  </a:lnTo>
                  <a:lnTo>
                    <a:pt x="3554493" y="402156"/>
                  </a:lnTo>
                  <a:lnTo>
                    <a:pt x="3553421" y="401961"/>
                  </a:lnTo>
                  <a:lnTo>
                    <a:pt x="3552349" y="401766"/>
                  </a:lnTo>
                  <a:lnTo>
                    <a:pt x="3551278" y="401571"/>
                  </a:lnTo>
                  <a:lnTo>
                    <a:pt x="3550206" y="401376"/>
                  </a:lnTo>
                  <a:lnTo>
                    <a:pt x="3549135" y="401182"/>
                  </a:lnTo>
                  <a:lnTo>
                    <a:pt x="3548063" y="400987"/>
                  </a:lnTo>
                  <a:lnTo>
                    <a:pt x="3546992" y="400793"/>
                  </a:lnTo>
                  <a:lnTo>
                    <a:pt x="3545920" y="400598"/>
                  </a:lnTo>
                  <a:lnTo>
                    <a:pt x="3544848" y="400404"/>
                  </a:lnTo>
                  <a:lnTo>
                    <a:pt x="3543777" y="400210"/>
                  </a:lnTo>
                  <a:lnTo>
                    <a:pt x="3542705" y="400016"/>
                  </a:lnTo>
                  <a:lnTo>
                    <a:pt x="3541634" y="399822"/>
                  </a:lnTo>
                  <a:lnTo>
                    <a:pt x="3540562" y="399628"/>
                  </a:lnTo>
                  <a:lnTo>
                    <a:pt x="3539490" y="399434"/>
                  </a:lnTo>
                  <a:lnTo>
                    <a:pt x="3538419" y="399241"/>
                  </a:lnTo>
                  <a:lnTo>
                    <a:pt x="3537347" y="399047"/>
                  </a:lnTo>
                  <a:lnTo>
                    <a:pt x="3536276" y="398854"/>
                  </a:lnTo>
                  <a:lnTo>
                    <a:pt x="3535204" y="398660"/>
                  </a:lnTo>
                  <a:lnTo>
                    <a:pt x="3534132" y="398467"/>
                  </a:lnTo>
                  <a:lnTo>
                    <a:pt x="3533061" y="398274"/>
                  </a:lnTo>
                  <a:lnTo>
                    <a:pt x="3531989" y="398081"/>
                  </a:lnTo>
                  <a:lnTo>
                    <a:pt x="3530918" y="397888"/>
                  </a:lnTo>
                  <a:lnTo>
                    <a:pt x="3529846" y="397695"/>
                  </a:lnTo>
                  <a:lnTo>
                    <a:pt x="3528774" y="397503"/>
                  </a:lnTo>
                  <a:lnTo>
                    <a:pt x="3527703" y="397310"/>
                  </a:lnTo>
                  <a:lnTo>
                    <a:pt x="3526631" y="397117"/>
                  </a:lnTo>
                  <a:lnTo>
                    <a:pt x="3525560" y="396925"/>
                  </a:lnTo>
                  <a:lnTo>
                    <a:pt x="3524488" y="396733"/>
                  </a:lnTo>
                  <a:lnTo>
                    <a:pt x="3523416" y="396541"/>
                  </a:lnTo>
                  <a:lnTo>
                    <a:pt x="3522345" y="396349"/>
                  </a:lnTo>
                  <a:lnTo>
                    <a:pt x="3521273" y="396157"/>
                  </a:lnTo>
                  <a:lnTo>
                    <a:pt x="3520202" y="395965"/>
                  </a:lnTo>
                  <a:lnTo>
                    <a:pt x="3519130" y="395773"/>
                  </a:lnTo>
                  <a:lnTo>
                    <a:pt x="3518058" y="395582"/>
                  </a:lnTo>
                  <a:lnTo>
                    <a:pt x="3516987" y="395390"/>
                  </a:lnTo>
                  <a:lnTo>
                    <a:pt x="3515915" y="395199"/>
                  </a:lnTo>
                  <a:lnTo>
                    <a:pt x="3514844" y="395007"/>
                  </a:lnTo>
                  <a:lnTo>
                    <a:pt x="3513772" y="394816"/>
                  </a:lnTo>
                  <a:lnTo>
                    <a:pt x="3512700" y="394625"/>
                  </a:lnTo>
                  <a:lnTo>
                    <a:pt x="3511629" y="394434"/>
                  </a:lnTo>
                  <a:lnTo>
                    <a:pt x="3510557" y="394243"/>
                  </a:lnTo>
                  <a:lnTo>
                    <a:pt x="3509486" y="394053"/>
                  </a:lnTo>
                  <a:lnTo>
                    <a:pt x="3508414" y="393862"/>
                  </a:lnTo>
                  <a:lnTo>
                    <a:pt x="3507342" y="393672"/>
                  </a:lnTo>
                  <a:lnTo>
                    <a:pt x="3506271" y="393481"/>
                  </a:lnTo>
                  <a:lnTo>
                    <a:pt x="3505199" y="393291"/>
                  </a:lnTo>
                  <a:lnTo>
                    <a:pt x="3504128" y="393101"/>
                  </a:lnTo>
                  <a:lnTo>
                    <a:pt x="3503056" y="392911"/>
                  </a:lnTo>
                  <a:lnTo>
                    <a:pt x="3501984" y="392721"/>
                  </a:lnTo>
                  <a:lnTo>
                    <a:pt x="3500913" y="392531"/>
                  </a:lnTo>
                  <a:lnTo>
                    <a:pt x="3499841" y="392341"/>
                  </a:lnTo>
                  <a:lnTo>
                    <a:pt x="3498770" y="392152"/>
                  </a:lnTo>
                  <a:lnTo>
                    <a:pt x="3497698" y="391962"/>
                  </a:lnTo>
                  <a:lnTo>
                    <a:pt x="3496626" y="391773"/>
                  </a:lnTo>
                  <a:lnTo>
                    <a:pt x="3495555" y="391584"/>
                  </a:lnTo>
                  <a:lnTo>
                    <a:pt x="3494483" y="391395"/>
                  </a:lnTo>
                  <a:lnTo>
                    <a:pt x="3493412" y="391206"/>
                  </a:lnTo>
                  <a:lnTo>
                    <a:pt x="3492340" y="391017"/>
                  </a:lnTo>
                  <a:lnTo>
                    <a:pt x="3491268" y="390828"/>
                  </a:lnTo>
                  <a:lnTo>
                    <a:pt x="3490197" y="390639"/>
                  </a:lnTo>
                  <a:lnTo>
                    <a:pt x="3489125" y="390451"/>
                  </a:lnTo>
                  <a:lnTo>
                    <a:pt x="3488054" y="390263"/>
                  </a:lnTo>
                  <a:lnTo>
                    <a:pt x="3486982" y="390074"/>
                  </a:lnTo>
                  <a:lnTo>
                    <a:pt x="3485910" y="389886"/>
                  </a:lnTo>
                  <a:lnTo>
                    <a:pt x="3484839" y="389698"/>
                  </a:lnTo>
                  <a:lnTo>
                    <a:pt x="3483767" y="389510"/>
                  </a:lnTo>
                  <a:lnTo>
                    <a:pt x="3482696" y="389322"/>
                  </a:lnTo>
                  <a:lnTo>
                    <a:pt x="3481624" y="389135"/>
                  </a:lnTo>
                  <a:lnTo>
                    <a:pt x="3480552" y="388947"/>
                  </a:lnTo>
                  <a:lnTo>
                    <a:pt x="3479481" y="388760"/>
                  </a:lnTo>
                  <a:lnTo>
                    <a:pt x="3478409" y="388573"/>
                  </a:lnTo>
                  <a:lnTo>
                    <a:pt x="3477338" y="388385"/>
                  </a:lnTo>
                  <a:lnTo>
                    <a:pt x="3476266" y="388198"/>
                  </a:lnTo>
                  <a:lnTo>
                    <a:pt x="3475194" y="388011"/>
                  </a:lnTo>
                  <a:lnTo>
                    <a:pt x="3474123" y="387825"/>
                  </a:lnTo>
                  <a:lnTo>
                    <a:pt x="3473051" y="387638"/>
                  </a:lnTo>
                  <a:lnTo>
                    <a:pt x="3471980" y="387451"/>
                  </a:lnTo>
                  <a:lnTo>
                    <a:pt x="3470908" y="387265"/>
                  </a:lnTo>
                  <a:lnTo>
                    <a:pt x="3469836" y="387079"/>
                  </a:lnTo>
                  <a:lnTo>
                    <a:pt x="3468765" y="386892"/>
                  </a:lnTo>
                  <a:lnTo>
                    <a:pt x="3467693" y="386706"/>
                  </a:lnTo>
                  <a:lnTo>
                    <a:pt x="3466622" y="386521"/>
                  </a:lnTo>
                  <a:lnTo>
                    <a:pt x="3465550" y="386335"/>
                  </a:lnTo>
                  <a:lnTo>
                    <a:pt x="3464478" y="386149"/>
                  </a:lnTo>
                  <a:lnTo>
                    <a:pt x="3463407" y="385964"/>
                  </a:lnTo>
                  <a:lnTo>
                    <a:pt x="3462335" y="385778"/>
                  </a:lnTo>
                  <a:lnTo>
                    <a:pt x="3461264" y="385593"/>
                  </a:lnTo>
                  <a:lnTo>
                    <a:pt x="3460192" y="385408"/>
                  </a:lnTo>
                  <a:lnTo>
                    <a:pt x="3459120" y="385223"/>
                  </a:lnTo>
                  <a:lnTo>
                    <a:pt x="3458049" y="385038"/>
                  </a:lnTo>
                  <a:lnTo>
                    <a:pt x="3456977" y="384853"/>
                  </a:lnTo>
                  <a:lnTo>
                    <a:pt x="3455906" y="384668"/>
                  </a:lnTo>
                  <a:lnTo>
                    <a:pt x="3454834" y="384484"/>
                  </a:lnTo>
                  <a:lnTo>
                    <a:pt x="3453762" y="384299"/>
                  </a:lnTo>
                  <a:lnTo>
                    <a:pt x="3452691" y="384115"/>
                  </a:lnTo>
                  <a:lnTo>
                    <a:pt x="3451619" y="383931"/>
                  </a:lnTo>
                  <a:lnTo>
                    <a:pt x="3450548" y="383747"/>
                  </a:lnTo>
                  <a:lnTo>
                    <a:pt x="3449476" y="383563"/>
                  </a:lnTo>
                  <a:lnTo>
                    <a:pt x="3448404" y="383380"/>
                  </a:lnTo>
                  <a:lnTo>
                    <a:pt x="3447333" y="383196"/>
                  </a:lnTo>
                  <a:lnTo>
                    <a:pt x="3446261" y="383013"/>
                  </a:lnTo>
                  <a:lnTo>
                    <a:pt x="3445190" y="382829"/>
                  </a:lnTo>
                  <a:lnTo>
                    <a:pt x="3444118" y="382646"/>
                  </a:lnTo>
                  <a:lnTo>
                    <a:pt x="3443046" y="382463"/>
                  </a:lnTo>
                  <a:lnTo>
                    <a:pt x="3441975" y="382280"/>
                  </a:lnTo>
                  <a:lnTo>
                    <a:pt x="3440903" y="382097"/>
                  </a:lnTo>
                  <a:lnTo>
                    <a:pt x="3439832" y="381915"/>
                  </a:lnTo>
                  <a:lnTo>
                    <a:pt x="3438760" y="381732"/>
                  </a:lnTo>
                  <a:lnTo>
                    <a:pt x="3437688" y="381550"/>
                  </a:lnTo>
                  <a:lnTo>
                    <a:pt x="3436617" y="381368"/>
                  </a:lnTo>
                  <a:lnTo>
                    <a:pt x="3435545" y="381186"/>
                  </a:lnTo>
                  <a:lnTo>
                    <a:pt x="3434474" y="381004"/>
                  </a:lnTo>
                  <a:lnTo>
                    <a:pt x="3433402" y="380822"/>
                  </a:lnTo>
                  <a:lnTo>
                    <a:pt x="3432330" y="380640"/>
                  </a:lnTo>
                  <a:lnTo>
                    <a:pt x="3431259" y="380459"/>
                  </a:lnTo>
                  <a:lnTo>
                    <a:pt x="3430187" y="380277"/>
                  </a:lnTo>
                  <a:lnTo>
                    <a:pt x="3429116" y="380096"/>
                  </a:lnTo>
                  <a:lnTo>
                    <a:pt x="3428044" y="379915"/>
                  </a:lnTo>
                  <a:lnTo>
                    <a:pt x="3426972" y="379734"/>
                  </a:lnTo>
                  <a:lnTo>
                    <a:pt x="3425901" y="379553"/>
                  </a:lnTo>
                  <a:lnTo>
                    <a:pt x="3424829" y="379372"/>
                  </a:lnTo>
                  <a:lnTo>
                    <a:pt x="3423758" y="379192"/>
                  </a:lnTo>
                  <a:lnTo>
                    <a:pt x="3422686" y="379011"/>
                  </a:lnTo>
                  <a:lnTo>
                    <a:pt x="3421614" y="378831"/>
                  </a:lnTo>
                  <a:lnTo>
                    <a:pt x="3420543" y="378651"/>
                  </a:lnTo>
                  <a:lnTo>
                    <a:pt x="3419471" y="378471"/>
                  </a:lnTo>
                  <a:lnTo>
                    <a:pt x="3418400" y="378291"/>
                  </a:lnTo>
                  <a:lnTo>
                    <a:pt x="3417328" y="378112"/>
                  </a:lnTo>
                  <a:lnTo>
                    <a:pt x="3416256" y="377932"/>
                  </a:lnTo>
                  <a:lnTo>
                    <a:pt x="3415185" y="377753"/>
                  </a:lnTo>
                  <a:lnTo>
                    <a:pt x="3414113" y="377573"/>
                  </a:lnTo>
                  <a:lnTo>
                    <a:pt x="3413042" y="377394"/>
                  </a:lnTo>
                  <a:lnTo>
                    <a:pt x="3411970" y="377215"/>
                  </a:lnTo>
                  <a:lnTo>
                    <a:pt x="3410898" y="377037"/>
                  </a:lnTo>
                  <a:lnTo>
                    <a:pt x="3409827" y="376858"/>
                  </a:lnTo>
                  <a:lnTo>
                    <a:pt x="3408755" y="376679"/>
                  </a:lnTo>
                  <a:lnTo>
                    <a:pt x="3407684" y="376501"/>
                  </a:lnTo>
                  <a:lnTo>
                    <a:pt x="3406612" y="376323"/>
                  </a:lnTo>
                  <a:lnTo>
                    <a:pt x="3405540" y="376145"/>
                  </a:lnTo>
                  <a:lnTo>
                    <a:pt x="3404469" y="375967"/>
                  </a:lnTo>
                  <a:lnTo>
                    <a:pt x="3403397" y="375789"/>
                  </a:lnTo>
                  <a:lnTo>
                    <a:pt x="3402326" y="375611"/>
                  </a:lnTo>
                  <a:lnTo>
                    <a:pt x="3401254" y="375434"/>
                  </a:lnTo>
                  <a:lnTo>
                    <a:pt x="3400182" y="375257"/>
                  </a:lnTo>
                  <a:lnTo>
                    <a:pt x="3399111" y="375079"/>
                  </a:lnTo>
                  <a:lnTo>
                    <a:pt x="3398039" y="374902"/>
                  </a:lnTo>
                  <a:lnTo>
                    <a:pt x="3396968" y="374725"/>
                  </a:lnTo>
                  <a:lnTo>
                    <a:pt x="3395896" y="374549"/>
                  </a:lnTo>
                  <a:lnTo>
                    <a:pt x="3394824" y="374372"/>
                  </a:lnTo>
                  <a:lnTo>
                    <a:pt x="3393753" y="374196"/>
                  </a:lnTo>
                  <a:lnTo>
                    <a:pt x="3392681" y="374019"/>
                  </a:lnTo>
                  <a:lnTo>
                    <a:pt x="3391610" y="373843"/>
                  </a:lnTo>
                  <a:lnTo>
                    <a:pt x="3390538" y="373667"/>
                  </a:lnTo>
                  <a:lnTo>
                    <a:pt x="3389466" y="373492"/>
                  </a:lnTo>
                  <a:lnTo>
                    <a:pt x="3388395" y="373316"/>
                  </a:lnTo>
                  <a:lnTo>
                    <a:pt x="3387323" y="373140"/>
                  </a:lnTo>
                  <a:lnTo>
                    <a:pt x="3386252" y="372965"/>
                  </a:lnTo>
                  <a:lnTo>
                    <a:pt x="3385180" y="372790"/>
                  </a:lnTo>
                  <a:lnTo>
                    <a:pt x="3384108" y="372615"/>
                  </a:lnTo>
                  <a:lnTo>
                    <a:pt x="3383037" y="372440"/>
                  </a:lnTo>
                  <a:lnTo>
                    <a:pt x="3381965" y="372265"/>
                  </a:lnTo>
                  <a:lnTo>
                    <a:pt x="3380894" y="372091"/>
                  </a:lnTo>
                  <a:lnTo>
                    <a:pt x="3379822" y="371916"/>
                  </a:lnTo>
                  <a:lnTo>
                    <a:pt x="3378750" y="371742"/>
                  </a:lnTo>
                  <a:lnTo>
                    <a:pt x="3377679" y="371568"/>
                  </a:lnTo>
                  <a:lnTo>
                    <a:pt x="3376607" y="371394"/>
                  </a:lnTo>
                  <a:lnTo>
                    <a:pt x="3375536" y="371220"/>
                  </a:lnTo>
                  <a:lnTo>
                    <a:pt x="3374464" y="371047"/>
                  </a:lnTo>
                  <a:lnTo>
                    <a:pt x="3373392" y="370873"/>
                  </a:lnTo>
                  <a:lnTo>
                    <a:pt x="3372321" y="370700"/>
                  </a:lnTo>
                  <a:lnTo>
                    <a:pt x="3371249" y="370527"/>
                  </a:lnTo>
                  <a:lnTo>
                    <a:pt x="3370178" y="370354"/>
                  </a:lnTo>
                  <a:lnTo>
                    <a:pt x="3369106" y="370181"/>
                  </a:lnTo>
                  <a:lnTo>
                    <a:pt x="3368035" y="370009"/>
                  </a:lnTo>
                  <a:lnTo>
                    <a:pt x="3366963" y="369836"/>
                  </a:lnTo>
                  <a:lnTo>
                    <a:pt x="3365891" y="369664"/>
                  </a:lnTo>
                  <a:lnTo>
                    <a:pt x="3364820" y="369492"/>
                  </a:lnTo>
                  <a:lnTo>
                    <a:pt x="3363748" y="369320"/>
                  </a:lnTo>
                  <a:lnTo>
                    <a:pt x="3362677" y="369148"/>
                  </a:lnTo>
                  <a:lnTo>
                    <a:pt x="3361605" y="368976"/>
                  </a:lnTo>
                  <a:lnTo>
                    <a:pt x="3360533" y="368805"/>
                  </a:lnTo>
                  <a:lnTo>
                    <a:pt x="3359462" y="368633"/>
                  </a:lnTo>
                  <a:lnTo>
                    <a:pt x="3358390" y="368462"/>
                  </a:lnTo>
                  <a:lnTo>
                    <a:pt x="3357319" y="368291"/>
                  </a:lnTo>
                  <a:lnTo>
                    <a:pt x="3356247" y="368121"/>
                  </a:lnTo>
                  <a:lnTo>
                    <a:pt x="3355175" y="367950"/>
                  </a:lnTo>
                  <a:lnTo>
                    <a:pt x="3354104" y="367779"/>
                  </a:lnTo>
                  <a:lnTo>
                    <a:pt x="3353032" y="367609"/>
                  </a:lnTo>
                  <a:lnTo>
                    <a:pt x="3351961" y="367439"/>
                  </a:lnTo>
                  <a:lnTo>
                    <a:pt x="3350889" y="367269"/>
                  </a:lnTo>
                  <a:lnTo>
                    <a:pt x="3349817" y="367099"/>
                  </a:lnTo>
                  <a:lnTo>
                    <a:pt x="3348746" y="366930"/>
                  </a:lnTo>
                  <a:lnTo>
                    <a:pt x="3347674" y="366760"/>
                  </a:lnTo>
                  <a:lnTo>
                    <a:pt x="3346603" y="366591"/>
                  </a:lnTo>
                  <a:lnTo>
                    <a:pt x="3345531" y="366422"/>
                  </a:lnTo>
                  <a:lnTo>
                    <a:pt x="3344459" y="366253"/>
                  </a:lnTo>
                  <a:lnTo>
                    <a:pt x="3343388" y="366084"/>
                  </a:lnTo>
                  <a:lnTo>
                    <a:pt x="3342316" y="365915"/>
                  </a:lnTo>
                  <a:lnTo>
                    <a:pt x="3341245" y="365747"/>
                  </a:lnTo>
                  <a:lnTo>
                    <a:pt x="3340173" y="365579"/>
                  </a:lnTo>
                  <a:lnTo>
                    <a:pt x="3339101" y="365411"/>
                  </a:lnTo>
                  <a:lnTo>
                    <a:pt x="3338030" y="365243"/>
                  </a:lnTo>
                  <a:lnTo>
                    <a:pt x="3336958" y="365075"/>
                  </a:lnTo>
                  <a:lnTo>
                    <a:pt x="3335887" y="364907"/>
                  </a:lnTo>
                  <a:lnTo>
                    <a:pt x="3334815" y="364740"/>
                  </a:lnTo>
                  <a:lnTo>
                    <a:pt x="3333743" y="364573"/>
                  </a:lnTo>
                  <a:lnTo>
                    <a:pt x="3332672" y="364406"/>
                  </a:lnTo>
                  <a:lnTo>
                    <a:pt x="3331600" y="364239"/>
                  </a:lnTo>
                  <a:lnTo>
                    <a:pt x="3330529" y="364072"/>
                  </a:lnTo>
                  <a:lnTo>
                    <a:pt x="3329457" y="363906"/>
                  </a:lnTo>
                  <a:lnTo>
                    <a:pt x="3328385" y="363739"/>
                  </a:lnTo>
                  <a:lnTo>
                    <a:pt x="3327314" y="363573"/>
                  </a:lnTo>
                  <a:lnTo>
                    <a:pt x="3326242" y="363407"/>
                  </a:lnTo>
                  <a:lnTo>
                    <a:pt x="3325171" y="363241"/>
                  </a:lnTo>
                  <a:lnTo>
                    <a:pt x="3324099" y="363076"/>
                  </a:lnTo>
                  <a:lnTo>
                    <a:pt x="3323027" y="362910"/>
                  </a:lnTo>
                  <a:lnTo>
                    <a:pt x="3321956" y="362745"/>
                  </a:lnTo>
                  <a:lnTo>
                    <a:pt x="3320884" y="362580"/>
                  </a:lnTo>
                  <a:lnTo>
                    <a:pt x="3319813" y="362415"/>
                  </a:lnTo>
                  <a:lnTo>
                    <a:pt x="3318741" y="362250"/>
                  </a:lnTo>
                  <a:lnTo>
                    <a:pt x="3317669" y="362086"/>
                  </a:lnTo>
                  <a:lnTo>
                    <a:pt x="3316598" y="361922"/>
                  </a:lnTo>
                  <a:lnTo>
                    <a:pt x="3315526" y="361757"/>
                  </a:lnTo>
                  <a:lnTo>
                    <a:pt x="3314455" y="361593"/>
                  </a:lnTo>
                  <a:lnTo>
                    <a:pt x="3313383" y="361430"/>
                  </a:lnTo>
                  <a:lnTo>
                    <a:pt x="3312311" y="361266"/>
                  </a:lnTo>
                  <a:lnTo>
                    <a:pt x="3311240" y="361103"/>
                  </a:lnTo>
                  <a:lnTo>
                    <a:pt x="3310168" y="360939"/>
                  </a:lnTo>
                  <a:lnTo>
                    <a:pt x="3309097" y="360776"/>
                  </a:lnTo>
                  <a:lnTo>
                    <a:pt x="3308025" y="360613"/>
                  </a:lnTo>
                  <a:lnTo>
                    <a:pt x="3306953" y="360451"/>
                  </a:lnTo>
                  <a:lnTo>
                    <a:pt x="3305882" y="360288"/>
                  </a:lnTo>
                  <a:lnTo>
                    <a:pt x="3304810" y="360126"/>
                  </a:lnTo>
                  <a:lnTo>
                    <a:pt x="3303739" y="359964"/>
                  </a:lnTo>
                  <a:lnTo>
                    <a:pt x="3302667" y="359802"/>
                  </a:lnTo>
                  <a:lnTo>
                    <a:pt x="3301595" y="359640"/>
                  </a:lnTo>
                  <a:lnTo>
                    <a:pt x="3300524" y="359479"/>
                  </a:lnTo>
                  <a:lnTo>
                    <a:pt x="3299452" y="359317"/>
                  </a:lnTo>
                  <a:lnTo>
                    <a:pt x="3298381" y="359156"/>
                  </a:lnTo>
                  <a:lnTo>
                    <a:pt x="3297309" y="358995"/>
                  </a:lnTo>
                  <a:lnTo>
                    <a:pt x="3296237" y="358834"/>
                  </a:lnTo>
                  <a:lnTo>
                    <a:pt x="3295166" y="358674"/>
                  </a:lnTo>
                  <a:lnTo>
                    <a:pt x="3294094" y="358513"/>
                  </a:lnTo>
                  <a:lnTo>
                    <a:pt x="3293023" y="358353"/>
                  </a:lnTo>
                  <a:lnTo>
                    <a:pt x="3291951" y="358193"/>
                  </a:lnTo>
                  <a:lnTo>
                    <a:pt x="3290879" y="358033"/>
                  </a:lnTo>
                  <a:lnTo>
                    <a:pt x="3289808" y="357874"/>
                  </a:lnTo>
                  <a:lnTo>
                    <a:pt x="3288736" y="357714"/>
                  </a:lnTo>
                  <a:lnTo>
                    <a:pt x="3287665" y="357555"/>
                  </a:lnTo>
                  <a:lnTo>
                    <a:pt x="3286593" y="357396"/>
                  </a:lnTo>
                  <a:lnTo>
                    <a:pt x="3285521" y="357237"/>
                  </a:lnTo>
                  <a:lnTo>
                    <a:pt x="3284450" y="357078"/>
                  </a:lnTo>
                  <a:lnTo>
                    <a:pt x="3283378" y="356920"/>
                  </a:lnTo>
                  <a:lnTo>
                    <a:pt x="3282307" y="356762"/>
                  </a:lnTo>
                  <a:lnTo>
                    <a:pt x="3281235" y="356604"/>
                  </a:lnTo>
                  <a:lnTo>
                    <a:pt x="3280163" y="356446"/>
                  </a:lnTo>
                  <a:lnTo>
                    <a:pt x="3279092" y="356288"/>
                  </a:lnTo>
                  <a:lnTo>
                    <a:pt x="3278020" y="356130"/>
                  </a:lnTo>
                  <a:lnTo>
                    <a:pt x="3276949" y="355973"/>
                  </a:lnTo>
                  <a:lnTo>
                    <a:pt x="3275877" y="355816"/>
                  </a:lnTo>
                  <a:lnTo>
                    <a:pt x="3274805" y="355659"/>
                  </a:lnTo>
                  <a:lnTo>
                    <a:pt x="3273734" y="355503"/>
                  </a:lnTo>
                  <a:lnTo>
                    <a:pt x="3272662" y="355346"/>
                  </a:lnTo>
                  <a:lnTo>
                    <a:pt x="3271591" y="355190"/>
                  </a:lnTo>
                  <a:lnTo>
                    <a:pt x="3270519" y="355034"/>
                  </a:lnTo>
                  <a:lnTo>
                    <a:pt x="3269447" y="354878"/>
                  </a:lnTo>
                  <a:lnTo>
                    <a:pt x="3268376" y="354722"/>
                  </a:lnTo>
                  <a:lnTo>
                    <a:pt x="3267304" y="354567"/>
                  </a:lnTo>
                  <a:lnTo>
                    <a:pt x="3266233" y="354411"/>
                  </a:lnTo>
                  <a:lnTo>
                    <a:pt x="3265161" y="354256"/>
                  </a:lnTo>
                  <a:lnTo>
                    <a:pt x="3264089" y="354101"/>
                  </a:lnTo>
                  <a:lnTo>
                    <a:pt x="3263018" y="353947"/>
                  </a:lnTo>
                  <a:lnTo>
                    <a:pt x="3261946" y="353792"/>
                  </a:lnTo>
                  <a:lnTo>
                    <a:pt x="3260875" y="353638"/>
                  </a:lnTo>
                  <a:lnTo>
                    <a:pt x="3259803" y="353484"/>
                  </a:lnTo>
                  <a:lnTo>
                    <a:pt x="3258731" y="353330"/>
                  </a:lnTo>
                  <a:lnTo>
                    <a:pt x="3257660" y="353176"/>
                  </a:lnTo>
                  <a:lnTo>
                    <a:pt x="3256588" y="353023"/>
                  </a:lnTo>
                  <a:lnTo>
                    <a:pt x="3255517" y="352870"/>
                  </a:lnTo>
                  <a:lnTo>
                    <a:pt x="3254445" y="352717"/>
                  </a:lnTo>
                  <a:lnTo>
                    <a:pt x="3253373" y="352564"/>
                  </a:lnTo>
                  <a:lnTo>
                    <a:pt x="3252302" y="352411"/>
                  </a:lnTo>
                  <a:lnTo>
                    <a:pt x="3251230" y="352259"/>
                  </a:lnTo>
                  <a:lnTo>
                    <a:pt x="3250159" y="352107"/>
                  </a:lnTo>
                  <a:lnTo>
                    <a:pt x="3249087" y="351955"/>
                  </a:lnTo>
                  <a:lnTo>
                    <a:pt x="3248015" y="351803"/>
                  </a:lnTo>
                  <a:lnTo>
                    <a:pt x="3246944" y="351652"/>
                  </a:lnTo>
                  <a:lnTo>
                    <a:pt x="3245872" y="351500"/>
                  </a:lnTo>
                  <a:lnTo>
                    <a:pt x="3244801" y="351349"/>
                  </a:lnTo>
                  <a:lnTo>
                    <a:pt x="3243729" y="351198"/>
                  </a:lnTo>
                  <a:lnTo>
                    <a:pt x="3242657" y="351047"/>
                  </a:lnTo>
                  <a:lnTo>
                    <a:pt x="3241586" y="350897"/>
                  </a:lnTo>
                  <a:lnTo>
                    <a:pt x="3240514" y="350747"/>
                  </a:lnTo>
                  <a:lnTo>
                    <a:pt x="3239443" y="350597"/>
                  </a:lnTo>
                  <a:lnTo>
                    <a:pt x="3238371" y="350447"/>
                  </a:lnTo>
                  <a:lnTo>
                    <a:pt x="3237299" y="350297"/>
                  </a:lnTo>
                  <a:lnTo>
                    <a:pt x="3236228" y="350148"/>
                  </a:lnTo>
                  <a:lnTo>
                    <a:pt x="3235156" y="349998"/>
                  </a:lnTo>
                  <a:lnTo>
                    <a:pt x="3234085" y="349849"/>
                  </a:lnTo>
                  <a:lnTo>
                    <a:pt x="3233013" y="349701"/>
                  </a:lnTo>
                  <a:lnTo>
                    <a:pt x="3231941" y="349552"/>
                  </a:lnTo>
                  <a:lnTo>
                    <a:pt x="3230870" y="349404"/>
                  </a:lnTo>
                  <a:lnTo>
                    <a:pt x="3229798" y="349256"/>
                  </a:lnTo>
                  <a:lnTo>
                    <a:pt x="3228727" y="349108"/>
                  </a:lnTo>
                  <a:lnTo>
                    <a:pt x="3227655" y="348960"/>
                  </a:lnTo>
                  <a:lnTo>
                    <a:pt x="3226583" y="348812"/>
                  </a:lnTo>
                  <a:lnTo>
                    <a:pt x="3225512" y="348665"/>
                  </a:lnTo>
                  <a:lnTo>
                    <a:pt x="3224440" y="348518"/>
                  </a:lnTo>
                  <a:lnTo>
                    <a:pt x="3223369" y="348371"/>
                  </a:lnTo>
                  <a:lnTo>
                    <a:pt x="3222297" y="348225"/>
                  </a:lnTo>
                  <a:lnTo>
                    <a:pt x="3221225" y="348078"/>
                  </a:lnTo>
                  <a:lnTo>
                    <a:pt x="3220154" y="347932"/>
                  </a:lnTo>
                  <a:lnTo>
                    <a:pt x="3219082" y="347786"/>
                  </a:lnTo>
                  <a:lnTo>
                    <a:pt x="3218011" y="347641"/>
                  </a:lnTo>
                  <a:lnTo>
                    <a:pt x="3216939" y="347495"/>
                  </a:lnTo>
                  <a:lnTo>
                    <a:pt x="3215867" y="347350"/>
                  </a:lnTo>
                  <a:lnTo>
                    <a:pt x="3214796" y="347205"/>
                  </a:lnTo>
                  <a:lnTo>
                    <a:pt x="3213724" y="347060"/>
                  </a:lnTo>
                  <a:lnTo>
                    <a:pt x="3212653" y="346915"/>
                  </a:lnTo>
                  <a:lnTo>
                    <a:pt x="3211581" y="346771"/>
                  </a:lnTo>
                  <a:lnTo>
                    <a:pt x="3210509" y="346627"/>
                  </a:lnTo>
                  <a:lnTo>
                    <a:pt x="3209438" y="346483"/>
                  </a:lnTo>
                  <a:lnTo>
                    <a:pt x="3208366" y="346339"/>
                  </a:lnTo>
                  <a:lnTo>
                    <a:pt x="3207295" y="346196"/>
                  </a:lnTo>
                  <a:lnTo>
                    <a:pt x="3206223" y="346052"/>
                  </a:lnTo>
                  <a:lnTo>
                    <a:pt x="3205151" y="345909"/>
                  </a:lnTo>
                  <a:lnTo>
                    <a:pt x="3204080" y="345767"/>
                  </a:lnTo>
                  <a:lnTo>
                    <a:pt x="3203008" y="345624"/>
                  </a:lnTo>
                  <a:lnTo>
                    <a:pt x="3201937" y="345482"/>
                  </a:lnTo>
                  <a:lnTo>
                    <a:pt x="3200865" y="345340"/>
                  </a:lnTo>
                  <a:lnTo>
                    <a:pt x="3199793" y="345198"/>
                  </a:lnTo>
                  <a:lnTo>
                    <a:pt x="3198722" y="345056"/>
                  </a:lnTo>
                  <a:lnTo>
                    <a:pt x="3197650" y="344915"/>
                  </a:lnTo>
                  <a:lnTo>
                    <a:pt x="3196579" y="344774"/>
                  </a:lnTo>
                  <a:lnTo>
                    <a:pt x="3195507" y="344633"/>
                  </a:lnTo>
                  <a:lnTo>
                    <a:pt x="3194436" y="344492"/>
                  </a:lnTo>
                  <a:lnTo>
                    <a:pt x="3193364" y="344351"/>
                  </a:lnTo>
                  <a:lnTo>
                    <a:pt x="3192292" y="344211"/>
                  </a:lnTo>
                  <a:lnTo>
                    <a:pt x="3191221" y="344071"/>
                  </a:lnTo>
                  <a:lnTo>
                    <a:pt x="3190149" y="343931"/>
                  </a:lnTo>
                  <a:lnTo>
                    <a:pt x="3189078" y="343792"/>
                  </a:lnTo>
                  <a:lnTo>
                    <a:pt x="3188006" y="343652"/>
                  </a:lnTo>
                  <a:lnTo>
                    <a:pt x="3186934" y="343513"/>
                  </a:lnTo>
                  <a:lnTo>
                    <a:pt x="3185863" y="343374"/>
                  </a:lnTo>
                  <a:lnTo>
                    <a:pt x="3184791" y="343236"/>
                  </a:lnTo>
                  <a:lnTo>
                    <a:pt x="3183720" y="343097"/>
                  </a:lnTo>
                  <a:lnTo>
                    <a:pt x="3182648" y="342959"/>
                  </a:lnTo>
                  <a:lnTo>
                    <a:pt x="3181576" y="342821"/>
                  </a:lnTo>
                  <a:lnTo>
                    <a:pt x="3180505" y="342684"/>
                  </a:lnTo>
                  <a:lnTo>
                    <a:pt x="3179433" y="342546"/>
                  </a:lnTo>
                  <a:lnTo>
                    <a:pt x="3178362" y="342409"/>
                  </a:lnTo>
                  <a:lnTo>
                    <a:pt x="3177290" y="342272"/>
                  </a:lnTo>
                  <a:lnTo>
                    <a:pt x="3176218" y="342135"/>
                  </a:lnTo>
                  <a:lnTo>
                    <a:pt x="3175147" y="341999"/>
                  </a:lnTo>
                  <a:lnTo>
                    <a:pt x="3174075" y="341862"/>
                  </a:lnTo>
                  <a:lnTo>
                    <a:pt x="3173004" y="341726"/>
                  </a:lnTo>
                  <a:lnTo>
                    <a:pt x="3171932" y="341591"/>
                  </a:lnTo>
                  <a:lnTo>
                    <a:pt x="3170860" y="341455"/>
                  </a:lnTo>
                  <a:lnTo>
                    <a:pt x="3169789" y="341320"/>
                  </a:lnTo>
                  <a:lnTo>
                    <a:pt x="3168717" y="341185"/>
                  </a:lnTo>
                  <a:lnTo>
                    <a:pt x="3167646" y="341050"/>
                  </a:lnTo>
                  <a:lnTo>
                    <a:pt x="3166574" y="340915"/>
                  </a:lnTo>
                  <a:lnTo>
                    <a:pt x="3165502" y="340781"/>
                  </a:lnTo>
                  <a:lnTo>
                    <a:pt x="3164431" y="340647"/>
                  </a:lnTo>
                  <a:lnTo>
                    <a:pt x="3163359" y="340513"/>
                  </a:lnTo>
                  <a:lnTo>
                    <a:pt x="3162288" y="340379"/>
                  </a:lnTo>
                  <a:lnTo>
                    <a:pt x="3161216" y="340246"/>
                  </a:lnTo>
                  <a:lnTo>
                    <a:pt x="3160144" y="340113"/>
                  </a:lnTo>
                  <a:lnTo>
                    <a:pt x="3159073" y="339980"/>
                  </a:lnTo>
                  <a:lnTo>
                    <a:pt x="3158001" y="339847"/>
                  </a:lnTo>
                  <a:lnTo>
                    <a:pt x="3156930" y="339715"/>
                  </a:lnTo>
                  <a:lnTo>
                    <a:pt x="3155858" y="339583"/>
                  </a:lnTo>
                  <a:lnTo>
                    <a:pt x="3154786" y="339451"/>
                  </a:lnTo>
                  <a:lnTo>
                    <a:pt x="3153715" y="339319"/>
                  </a:lnTo>
                  <a:lnTo>
                    <a:pt x="3152643" y="339188"/>
                  </a:lnTo>
                  <a:lnTo>
                    <a:pt x="3151572" y="339057"/>
                  </a:lnTo>
                  <a:lnTo>
                    <a:pt x="3150500" y="338926"/>
                  </a:lnTo>
                  <a:lnTo>
                    <a:pt x="3149428" y="338795"/>
                  </a:lnTo>
                  <a:lnTo>
                    <a:pt x="3148357" y="338665"/>
                  </a:lnTo>
                  <a:lnTo>
                    <a:pt x="3147285" y="338535"/>
                  </a:lnTo>
                  <a:lnTo>
                    <a:pt x="3146214" y="338405"/>
                  </a:lnTo>
                  <a:lnTo>
                    <a:pt x="3145142" y="338275"/>
                  </a:lnTo>
                  <a:lnTo>
                    <a:pt x="3144070" y="338145"/>
                  </a:lnTo>
                  <a:lnTo>
                    <a:pt x="3142999" y="338016"/>
                  </a:lnTo>
                  <a:lnTo>
                    <a:pt x="3141927" y="337887"/>
                  </a:lnTo>
                  <a:lnTo>
                    <a:pt x="3140856" y="337759"/>
                  </a:lnTo>
                  <a:lnTo>
                    <a:pt x="3139784" y="337630"/>
                  </a:lnTo>
                  <a:lnTo>
                    <a:pt x="3138712" y="337502"/>
                  </a:lnTo>
                  <a:lnTo>
                    <a:pt x="3137641" y="337374"/>
                  </a:lnTo>
                  <a:lnTo>
                    <a:pt x="3136569" y="337247"/>
                  </a:lnTo>
                  <a:lnTo>
                    <a:pt x="3135498" y="337119"/>
                  </a:lnTo>
                  <a:lnTo>
                    <a:pt x="3134426" y="336992"/>
                  </a:lnTo>
                  <a:lnTo>
                    <a:pt x="3133354" y="336865"/>
                  </a:lnTo>
                  <a:lnTo>
                    <a:pt x="3132283" y="336738"/>
                  </a:lnTo>
                  <a:lnTo>
                    <a:pt x="3131211" y="336612"/>
                  </a:lnTo>
                  <a:lnTo>
                    <a:pt x="3130140" y="336486"/>
                  </a:lnTo>
                  <a:lnTo>
                    <a:pt x="3129068" y="336360"/>
                  </a:lnTo>
                  <a:lnTo>
                    <a:pt x="3127996" y="336234"/>
                  </a:lnTo>
                  <a:lnTo>
                    <a:pt x="3126925" y="336109"/>
                  </a:lnTo>
                  <a:lnTo>
                    <a:pt x="3125853" y="335984"/>
                  </a:lnTo>
                  <a:lnTo>
                    <a:pt x="3124782" y="335859"/>
                  </a:lnTo>
                  <a:lnTo>
                    <a:pt x="3123710" y="335734"/>
                  </a:lnTo>
                  <a:lnTo>
                    <a:pt x="3122638" y="335610"/>
                  </a:lnTo>
                  <a:lnTo>
                    <a:pt x="3121567" y="335486"/>
                  </a:lnTo>
                  <a:lnTo>
                    <a:pt x="3120495" y="335362"/>
                  </a:lnTo>
                  <a:lnTo>
                    <a:pt x="3119424" y="335238"/>
                  </a:lnTo>
                  <a:lnTo>
                    <a:pt x="3118352" y="335115"/>
                  </a:lnTo>
                  <a:lnTo>
                    <a:pt x="3117280" y="334992"/>
                  </a:lnTo>
                  <a:lnTo>
                    <a:pt x="3116209" y="334869"/>
                  </a:lnTo>
                  <a:lnTo>
                    <a:pt x="3115137" y="334747"/>
                  </a:lnTo>
                  <a:lnTo>
                    <a:pt x="3114066" y="334624"/>
                  </a:lnTo>
                  <a:lnTo>
                    <a:pt x="3112994" y="334502"/>
                  </a:lnTo>
                  <a:lnTo>
                    <a:pt x="3111922" y="334381"/>
                  </a:lnTo>
                  <a:lnTo>
                    <a:pt x="3110851" y="334259"/>
                  </a:lnTo>
                  <a:lnTo>
                    <a:pt x="3109779" y="334138"/>
                  </a:lnTo>
                  <a:lnTo>
                    <a:pt x="3108708" y="334017"/>
                  </a:lnTo>
                  <a:lnTo>
                    <a:pt x="3107636" y="333896"/>
                  </a:lnTo>
                  <a:lnTo>
                    <a:pt x="3106564" y="333776"/>
                  </a:lnTo>
                  <a:lnTo>
                    <a:pt x="3105493" y="333655"/>
                  </a:lnTo>
                  <a:lnTo>
                    <a:pt x="3104421" y="333535"/>
                  </a:lnTo>
                  <a:lnTo>
                    <a:pt x="3103350" y="333416"/>
                  </a:lnTo>
                  <a:lnTo>
                    <a:pt x="3102278" y="333296"/>
                  </a:lnTo>
                  <a:lnTo>
                    <a:pt x="3101206" y="333177"/>
                  </a:lnTo>
                  <a:lnTo>
                    <a:pt x="3100135" y="333058"/>
                  </a:lnTo>
                  <a:lnTo>
                    <a:pt x="3099063" y="332940"/>
                  </a:lnTo>
                  <a:lnTo>
                    <a:pt x="3097992" y="332821"/>
                  </a:lnTo>
                  <a:lnTo>
                    <a:pt x="3096920" y="332703"/>
                  </a:lnTo>
                  <a:lnTo>
                    <a:pt x="3095848" y="332585"/>
                  </a:lnTo>
                  <a:lnTo>
                    <a:pt x="3094777" y="332468"/>
                  </a:lnTo>
                  <a:lnTo>
                    <a:pt x="3093705" y="332351"/>
                  </a:lnTo>
                  <a:lnTo>
                    <a:pt x="3092634" y="332234"/>
                  </a:lnTo>
                  <a:lnTo>
                    <a:pt x="3091562" y="332117"/>
                  </a:lnTo>
                  <a:lnTo>
                    <a:pt x="3090490" y="332000"/>
                  </a:lnTo>
                  <a:lnTo>
                    <a:pt x="3089419" y="331884"/>
                  </a:lnTo>
                  <a:lnTo>
                    <a:pt x="3088347" y="331768"/>
                  </a:lnTo>
                  <a:lnTo>
                    <a:pt x="3087276" y="331653"/>
                  </a:lnTo>
                  <a:lnTo>
                    <a:pt x="3086204" y="331537"/>
                  </a:lnTo>
                  <a:lnTo>
                    <a:pt x="3085132" y="331422"/>
                  </a:lnTo>
                  <a:lnTo>
                    <a:pt x="3084061" y="331308"/>
                  </a:lnTo>
                  <a:lnTo>
                    <a:pt x="3082989" y="331193"/>
                  </a:lnTo>
                  <a:lnTo>
                    <a:pt x="3081918" y="331079"/>
                  </a:lnTo>
                  <a:lnTo>
                    <a:pt x="3080846" y="330965"/>
                  </a:lnTo>
                  <a:lnTo>
                    <a:pt x="3079774" y="330851"/>
                  </a:lnTo>
                  <a:lnTo>
                    <a:pt x="3078703" y="330738"/>
                  </a:lnTo>
                  <a:lnTo>
                    <a:pt x="3077631" y="330625"/>
                  </a:lnTo>
                  <a:lnTo>
                    <a:pt x="3076560" y="330512"/>
                  </a:lnTo>
                  <a:lnTo>
                    <a:pt x="3075488" y="330400"/>
                  </a:lnTo>
                  <a:lnTo>
                    <a:pt x="3074416" y="330288"/>
                  </a:lnTo>
                  <a:lnTo>
                    <a:pt x="3073345" y="330176"/>
                  </a:lnTo>
                  <a:lnTo>
                    <a:pt x="3072273" y="330065"/>
                  </a:lnTo>
                  <a:lnTo>
                    <a:pt x="3071202" y="329953"/>
                  </a:lnTo>
                  <a:lnTo>
                    <a:pt x="3070130" y="329843"/>
                  </a:lnTo>
                  <a:lnTo>
                    <a:pt x="3069058" y="329732"/>
                  </a:lnTo>
                  <a:lnTo>
                    <a:pt x="3067987" y="329622"/>
                  </a:lnTo>
                  <a:lnTo>
                    <a:pt x="3066915" y="329512"/>
                  </a:lnTo>
                  <a:lnTo>
                    <a:pt x="3065844" y="329402"/>
                  </a:lnTo>
                  <a:lnTo>
                    <a:pt x="3064772" y="329293"/>
                  </a:lnTo>
                  <a:lnTo>
                    <a:pt x="3063700" y="329184"/>
                  </a:lnTo>
                  <a:lnTo>
                    <a:pt x="3062629" y="329075"/>
                  </a:lnTo>
                  <a:lnTo>
                    <a:pt x="3061557" y="328967"/>
                  </a:lnTo>
                  <a:lnTo>
                    <a:pt x="3060486" y="328859"/>
                  </a:lnTo>
                  <a:lnTo>
                    <a:pt x="3059414" y="328751"/>
                  </a:lnTo>
                  <a:lnTo>
                    <a:pt x="3058342" y="328644"/>
                  </a:lnTo>
                  <a:lnTo>
                    <a:pt x="3057271" y="328537"/>
                  </a:lnTo>
                  <a:lnTo>
                    <a:pt x="3056199" y="328430"/>
                  </a:lnTo>
                  <a:lnTo>
                    <a:pt x="3055128" y="328324"/>
                  </a:lnTo>
                  <a:lnTo>
                    <a:pt x="3054056" y="328217"/>
                  </a:lnTo>
                  <a:lnTo>
                    <a:pt x="3052984" y="328112"/>
                  </a:lnTo>
                  <a:lnTo>
                    <a:pt x="3051913" y="328006"/>
                  </a:lnTo>
                  <a:lnTo>
                    <a:pt x="3050841" y="327901"/>
                  </a:lnTo>
                  <a:lnTo>
                    <a:pt x="3049770" y="327797"/>
                  </a:lnTo>
                  <a:lnTo>
                    <a:pt x="3048698" y="327692"/>
                  </a:lnTo>
                  <a:lnTo>
                    <a:pt x="3047626" y="327588"/>
                  </a:lnTo>
                  <a:lnTo>
                    <a:pt x="3046555" y="327484"/>
                  </a:lnTo>
                  <a:lnTo>
                    <a:pt x="3045483" y="327381"/>
                  </a:lnTo>
                  <a:lnTo>
                    <a:pt x="3044412" y="327278"/>
                  </a:lnTo>
                  <a:lnTo>
                    <a:pt x="3043340" y="327175"/>
                  </a:lnTo>
                  <a:lnTo>
                    <a:pt x="3042268" y="327073"/>
                  </a:lnTo>
                  <a:lnTo>
                    <a:pt x="3041197" y="326971"/>
                  </a:lnTo>
                  <a:lnTo>
                    <a:pt x="3040125" y="326870"/>
                  </a:lnTo>
                  <a:lnTo>
                    <a:pt x="3039054" y="326768"/>
                  </a:lnTo>
                  <a:lnTo>
                    <a:pt x="3037982" y="326667"/>
                  </a:lnTo>
                  <a:lnTo>
                    <a:pt x="3036910" y="326567"/>
                  </a:lnTo>
                  <a:lnTo>
                    <a:pt x="3035839" y="326467"/>
                  </a:lnTo>
                  <a:lnTo>
                    <a:pt x="3034767" y="326367"/>
                  </a:lnTo>
                  <a:lnTo>
                    <a:pt x="3033696" y="326267"/>
                  </a:lnTo>
                  <a:lnTo>
                    <a:pt x="3032624" y="326168"/>
                  </a:lnTo>
                  <a:lnTo>
                    <a:pt x="3031552" y="326070"/>
                  </a:lnTo>
                  <a:lnTo>
                    <a:pt x="3030481" y="325971"/>
                  </a:lnTo>
                  <a:lnTo>
                    <a:pt x="3029409" y="325873"/>
                  </a:lnTo>
                  <a:lnTo>
                    <a:pt x="3028338" y="325776"/>
                  </a:lnTo>
                  <a:lnTo>
                    <a:pt x="3027266" y="325678"/>
                  </a:lnTo>
                  <a:lnTo>
                    <a:pt x="3026194" y="325581"/>
                  </a:lnTo>
                  <a:lnTo>
                    <a:pt x="3025123" y="325485"/>
                  </a:lnTo>
                  <a:lnTo>
                    <a:pt x="3024051" y="325389"/>
                  </a:lnTo>
                  <a:lnTo>
                    <a:pt x="3022980" y="325293"/>
                  </a:lnTo>
                  <a:lnTo>
                    <a:pt x="3021908" y="325197"/>
                  </a:lnTo>
                  <a:lnTo>
                    <a:pt x="3020836" y="325102"/>
                  </a:lnTo>
                  <a:lnTo>
                    <a:pt x="3019765" y="325008"/>
                  </a:lnTo>
                  <a:lnTo>
                    <a:pt x="3018693" y="324913"/>
                  </a:lnTo>
                  <a:lnTo>
                    <a:pt x="3017622" y="324819"/>
                  </a:lnTo>
                  <a:lnTo>
                    <a:pt x="3016550" y="324726"/>
                  </a:lnTo>
                  <a:lnTo>
                    <a:pt x="3015479" y="324633"/>
                  </a:lnTo>
                  <a:lnTo>
                    <a:pt x="3014407" y="324540"/>
                  </a:lnTo>
                  <a:lnTo>
                    <a:pt x="3013335" y="324448"/>
                  </a:lnTo>
                  <a:lnTo>
                    <a:pt x="3012264" y="324356"/>
                  </a:lnTo>
                  <a:lnTo>
                    <a:pt x="3011192" y="324264"/>
                  </a:lnTo>
                  <a:lnTo>
                    <a:pt x="3010121" y="324173"/>
                  </a:lnTo>
                  <a:lnTo>
                    <a:pt x="3009049" y="324082"/>
                  </a:lnTo>
                  <a:lnTo>
                    <a:pt x="3007977" y="323992"/>
                  </a:lnTo>
                  <a:lnTo>
                    <a:pt x="3006906" y="323902"/>
                  </a:lnTo>
                  <a:lnTo>
                    <a:pt x="3005834" y="323812"/>
                  </a:lnTo>
                  <a:lnTo>
                    <a:pt x="3004763" y="323723"/>
                  </a:lnTo>
                  <a:lnTo>
                    <a:pt x="3003691" y="323634"/>
                  </a:lnTo>
                  <a:lnTo>
                    <a:pt x="3002619" y="323545"/>
                  </a:lnTo>
                  <a:lnTo>
                    <a:pt x="3001548" y="323457"/>
                  </a:lnTo>
                  <a:lnTo>
                    <a:pt x="3000476" y="323370"/>
                  </a:lnTo>
                  <a:lnTo>
                    <a:pt x="2999405" y="323282"/>
                  </a:lnTo>
                  <a:lnTo>
                    <a:pt x="2998333" y="323196"/>
                  </a:lnTo>
                  <a:lnTo>
                    <a:pt x="2997261" y="323109"/>
                  </a:lnTo>
                  <a:lnTo>
                    <a:pt x="2996190" y="323023"/>
                  </a:lnTo>
                  <a:lnTo>
                    <a:pt x="2995118" y="322937"/>
                  </a:lnTo>
                  <a:lnTo>
                    <a:pt x="2994047" y="322852"/>
                  </a:lnTo>
                  <a:lnTo>
                    <a:pt x="2992975" y="322767"/>
                  </a:lnTo>
                  <a:lnTo>
                    <a:pt x="2991903" y="322683"/>
                  </a:lnTo>
                  <a:lnTo>
                    <a:pt x="2990832" y="322599"/>
                  </a:lnTo>
                  <a:lnTo>
                    <a:pt x="2989760" y="322515"/>
                  </a:lnTo>
                  <a:lnTo>
                    <a:pt x="2988689" y="322432"/>
                  </a:lnTo>
                  <a:lnTo>
                    <a:pt x="2987617" y="322350"/>
                  </a:lnTo>
                  <a:lnTo>
                    <a:pt x="2986545" y="322267"/>
                  </a:lnTo>
                  <a:lnTo>
                    <a:pt x="2985474" y="322185"/>
                  </a:lnTo>
                  <a:lnTo>
                    <a:pt x="2984402" y="322104"/>
                  </a:lnTo>
                  <a:lnTo>
                    <a:pt x="2983331" y="322023"/>
                  </a:lnTo>
                  <a:lnTo>
                    <a:pt x="2982259" y="321942"/>
                  </a:lnTo>
                  <a:lnTo>
                    <a:pt x="2981187" y="321862"/>
                  </a:lnTo>
                  <a:lnTo>
                    <a:pt x="2980116" y="321782"/>
                  </a:lnTo>
                  <a:lnTo>
                    <a:pt x="2979044" y="321703"/>
                  </a:lnTo>
                  <a:lnTo>
                    <a:pt x="2977973" y="321624"/>
                  </a:lnTo>
                  <a:lnTo>
                    <a:pt x="2976901" y="321545"/>
                  </a:lnTo>
                  <a:lnTo>
                    <a:pt x="2975829" y="321467"/>
                  </a:lnTo>
                  <a:lnTo>
                    <a:pt x="2974758" y="321389"/>
                  </a:lnTo>
                  <a:lnTo>
                    <a:pt x="2973686" y="321312"/>
                  </a:lnTo>
                  <a:lnTo>
                    <a:pt x="2972615" y="321235"/>
                  </a:lnTo>
                  <a:lnTo>
                    <a:pt x="2971543" y="321159"/>
                  </a:lnTo>
                  <a:lnTo>
                    <a:pt x="2970471" y="321083"/>
                  </a:lnTo>
                  <a:lnTo>
                    <a:pt x="2969400" y="321007"/>
                  </a:lnTo>
                  <a:lnTo>
                    <a:pt x="2968328" y="320932"/>
                  </a:lnTo>
                  <a:lnTo>
                    <a:pt x="2967257" y="320858"/>
                  </a:lnTo>
                  <a:lnTo>
                    <a:pt x="2966185" y="320783"/>
                  </a:lnTo>
                  <a:lnTo>
                    <a:pt x="2965113" y="320710"/>
                  </a:lnTo>
                  <a:lnTo>
                    <a:pt x="2964042" y="320636"/>
                  </a:lnTo>
                  <a:lnTo>
                    <a:pt x="2962970" y="320563"/>
                  </a:lnTo>
                  <a:lnTo>
                    <a:pt x="2961899" y="320491"/>
                  </a:lnTo>
                  <a:lnTo>
                    <a:pt x="2960827" y="320419"/>
                  </a:lnTo>
                  <a:lnTo>
                    <a:pt x="2959755" y="320347"/>
                  </a:lnTo>
                  <a:lnTo>
                    <a:pt x="2958684" y="320276"/>
                  </a:lnTo>
                  <a:lnTo>
                    <a:pt x="2957612" y="320205"/>
                  </a:lnTo>
                  <a:lnTo>
                    <a:pt x="2956541" y="320135"/>
                  </a:lnTo>
                  <a:lnTo>
                    <a:pt x="2955469" y="320065"/>
                  </a:lnTo>
                  <a:lnTo>
                    <a:pt x="2954397" y="319996"/>
                  </a:lnTo>
                  <a:lnTo>
                    <a:pt x="2953326" y="319927"/>
                  </a:lnTo>
                  <a:lnTo>
                    <a:pt x="2952254" y="319859"/>
                  </a:lnTo>
                  <a:lnTo>
                    <a:pt x="2951183" y="319791"/>
                  </a:lnTo>
                  <a:lnTo>
                    <a:pt x="2950111" y="319723"/>
                  </a:lnTo>
                  <a:lnTo>
                    <a:pt x="2949039" y="319656"/>
                  </a:lnTo>
                  <a:lnTo>
                    <a:pt x="2947968" y="319589"/>
                  </a:lnTo>
                  <a:lnTo>
                    <a:pt x="2946896" y="319523"/>
                  </a:lnTo>
                  <a:lnTo>
                    <a:pt x="2945825" y="319457"/>
                  </a:lnTo>
                  <a:lnTo>
                    <a:pt x="2944753" y="319392"/>
                  </a:lnTo>
                  <a:lnTo>
                    <a:pt x="2943681" y="319327"/>
                  </a:lnTo>
                  <a:lnTo>
                    <a:pt x="2942610" y="319263"/>
                  </a:lnTo>
                  <a:lnTo>
                    <a:pt x="2941538" y="319199"/>
                  </a:lnTo>
                  <a:lnTo>
                    <a:pt x="2940467" y="319136"/>
                  </a:lnTo>
                  <a:lnTo>
                    <a:pt x="2939395" y="319073"/>
                  </a:lnTo>
                  <a:lnTo>
                    <a:pt x="2938323" y="319010"/>
                  </a:lnTo>
                  <a:lnTo>
                    <a:pt x="2937252" y="318948"/>
                  </a:lnTo>
                  <a:lnTo>
                    <a:pt x="2936180" y="318887"/>
                  </a:lnTo>
                  <a:lnTo>
                    <a:pt x="2935109" y="318825"/>
                  </a:lnTo>
                  <a:lnTo>
                    <a:pt x="2934037" y="318765"/>
                  </a:lnTo>
                  <a:lnTo>
                    <a:pt x="2932965" y="318705"/>
                  </a:lnTo>
                  <a:lnTo>
                    <a:pt x="2931894" y="318645"/>
                  </a:lnTo>
                  <a:lnTo>
                    <a:pt x="2930822" y="318586"/>
                  </a:lnTo>
                  <a:lnTo>
                    <a:pt x="2929751" y="318527"/>
                  </a:lnTo>
                  <a:lnTo>
                    <a:pt x="2928679" y="318469"/>
                  </a:lnTo>
                  <a:lnTo>
                    <a:pt x="2927607" y="318411"/>
                  </a:lnTo>
                  <a:lnTo>
                    <a:pt x="2926536" y="318353"/>
                  </a:lnTo>
                  <a:lnTo>
                    <a:pt x="2925464" y="318296"/>
                  </a:lnTo>
                  <a:lnTo>
                    <a:pt x="2924393" y="318240"/>
                  </a:lnTo>
                  <a:lnTo>
                    <a:pt x="2923321" y="318184"/>
                  </a:lnTo>
                  <a:lnTo>
                    <a:pt x="2922249" y="318129"/>
                  </a:lnTo>
                  <a:lnTo>
                    <a:pt x="2921178" y="318074"/>
                  </a:lnTo>
                  <a:lnTo>
                    <a:pt x="2920106" y="318019"/>
                  </a:lnTo>
                  <a:lnTo>
                    <a:pt x="2919035" y="317965"/>
                  </a:lnTo>
                  <a:lnTo>
                    <a:pt x="2917963" y="317911"/>
                  </a:lnTo>
                  <a:lnTo>
                    <a:pt x="2916891" y="317858"/>
                  </a:lnTo>
                  <a:lnTo>
                    <a:pt x="2915820" y="317806"/>
                  </a:lnTo>
                  <a:lnTo>
                    <a:pt x="2914748" y="317754"/>
                  </a:lnTo>
                  <a:lnTo>
                    <a:pt x="2913677" y="317702"/>
                  </a:lnTo>
                  <a:lnTo>
                    <a:pt x="2912605" y="317651"/>
                  </a:lnTo>
                  <a:lnTo>
                    <a:pt x="2911533" y="317600"/>
                  </a:lnTo>
                  <a:lnTo>
                    <a:pt x="2910462" y="317550"/>
                  </a:lnTo>
                  <a:lnTo>
                    <a:pt x="2909390" y="317500"/>
                  </a:lnTo>
                  <a:lnTo>
                    <a:pt x="2908319" y="317451"/>
                  </a:lnTo>
                  <a:lnTo>
                    <a:pt x="2907247" y="317402"/>
                  </a:lnTo>
                  <a:lnTo>
                    <a:pt x="2906175" y="317354"/>
                  </a:lnTo>
                  <a:lnTo>
                    <a:pt x="2905104" y="317306"/>
                  </a:lnTo>
                  <a:lnTo>
                    <a:pt x="2904032" y="317259"/>
                  </a:lnTo>
                  <a:lnTo>
                    <a:pt x="2902961" y="317212"/>
                  </a:lnTo>
                  <a:lnTo>
                    <a:pt x="2901889" y="317166"/>
                  </a:lnTo>
                  <a:lnTo>
                    <a:pt x="2900817" y="317120"/>
                  </a:lnTo>
                  <a:lnTo>
                    <a:pt x="2899746" y="317075"/>
                  </a:lnTo>
                  <a:lnTo>
                    <a:pt x="2898674" y="317030"/>
                  </a:lnTo>
                  <a:lnTo>
                    <a:pt x="2897603" y="316986"/>
                  </a:lnTo>
                  <a:lnTo>
                    <a:pt x="2896531" y="316942"/>
                  </a:lnTo>
                  <a:lnTo>
                    <a:pt x="2895459" y="316898"/>
                  </a:lnTo>
                  <a:lnTo>
                    <a:pt x="2894388" y="316856"/>
                  </a:lnTo>
                  <a:lnTo>
                    <a:pt x="2893316" y="316813"/>
                  </a:lnTo>
                  <a:lnTo>
                    <a:pt x="2892245" y="316771"/>
                  </a:lnTo>
                  <a:lnTo>
                    <a:pt x="2891173" y="316730"/>
                  </a:lnTo>
                  <a:lnTo>
                    <a:pt x="2890101" y="316689"/>
                  </a:lnTo>
                  <a:lnTo>
                    <a:pt x="2889030" y="316649"/>
                  </a:lnTo>
                  <a:lnTo>
                    <a:pt x="2887958" y="316609"/>
                  </a:lnTo>
                  <a:lnTo>
                    <a:pt x="2886887" y="316570"/>
                  </a:lnTo>
                  <a:lnTo>
                    <a:pt x="2885815" y="316531"/>
                  </a:lnTo>
                  <a:lnTo>
                    <a:pt x="2884743" y="316492"/>
                  </a:lnTo>
                  <a:lnTo>
                    <a:pt x="2883672" y="316455"/>
                  </a:lnTo>
                  <a:lnTo>
                    <a:pt x="2882600" y="316417"/>
                  </a:lnTo>
                  <a:lnTo>
                    <a:pt x="2881529" y="316380"/>
                  </a:lnTo>
                  <a:lnTo>
                    <a:pt x="2880457" y="316344"/>
                  </a:lnTo>
                  <a:lnTo>
                    <a:pt x="2879385" y="316308"/>
                  </a:lnTo>
                  <a:lnTo>
                    <a:pt x="2878314" y="316273"/>
                  </a:lnTo>
                  <a:lnTo>
                    <a:pt x="2877242" y="316238"/>
                  </a:lnTo>
                  <a:lnTo>
                    <a:pt x="2876171" y="316204"/>
                  </a:lnTo>
                  <a:lnTo>
                    <a:pt x="2875099" y="316170"/>
                  </a:lnTo>
                  <a:lnTo>
                    <a:pt x="2874027" y="316137"/>
                  </a:lnTo>
                  <a:lnTo>
                    <a:pt x="2872956" y="316104"/>
                  </a:lnTo>
                  <a:lnTo>
                    <a:pt x="2871884" y="316071"/>
                  </a:lnTo>
                  <a:lnTo>
                    <a:pt x="2870813" y="316040"/>
                  </a:lnTo>
                  <a:lnTo>
                    <a:pt x="2869741" y="316008"/>
                  </a:lnTo>
                  <a:lnTo>
                    <a:pt x="2868669" y="315978"/>
                  </a:lnTo>
                  <a:lnTo>
                    <a:pt x="2867598" y="315947"/>
                  </a:lnTo>
                  <a:lnTo>
                    <a:pt x="2866526" y="315918"/>
                  </a:lnTo>
                  <a:lnTo>
                    <a:pt x="2865455" y="315888"/>
                  </a:lnTo>
                  <a:lnTo>
                    <a:pt x="2864383" y="315860"/>
                  </a:lnTo>
                  <a:lnTo>
                    <a:pt x="2863311" y="315832"/>
                  </a:lnTo>
                  <a:lnTo>
                    <a:pt x="2862240" y="315804"/>
                  </a:lnTo>
                  <a:lnTo>
                    <a:pt x="2861168" y="315777"/>
                  </a:lnTo>
                  <a:lnTo>
                    <a:pt x="2860097" y="315750"/>
                  </a:lnTo>
                  <a:lnTo>
                    <a:pt x="2859025" y="315724"/>
                  </a:lnTo>
                  <a:lnTo>
                    <a:pt x="2857953" y="315698"/>
                  </a:lnTo>
                  <a:lnTo>
                    <a:pt x="2856882" y="315673"/>
                  </a:lnTo>
                  <a:lnTo>
                    <a:pt x="2855810" y="315649"/>
                  </a:lnTo>
                  <a:lnTo>
                    <a:pt x="2854739" y="315625"/>
                  </a:lnTo>
                  <a:lnTo>
                    <a:pt x="2853667" y="315601"/>
                  </a:lnTo>
                  <a:lnTo>
                    <a:pt x="2852595" y="315578"/>
                  </a:lnTo>
                  <a:lnTo>
                    <a:pt x="2851524" y="315556"/>
                  </a:lnTo>
                  <a:lnTo>
                    <a:pt x="2850452" y="315534"/>
                  </a:lnTo>
                  <a:lnTo>
                    <a:pt x="2849381" y="315512"/>
                  </a:lnTo>
                  <a:lnTo>
                    <a:pt x="2848309" y="315491"/>
                  </a:lnTo>
                  <a:lnTo>
                    <a:pt x="2847237" y="315471"/>
                  </a:lnTo>
                  <a:lnTo>
                    <a:pt x="2846166" y="315451"/>
                  </a:lnTo>
                  <a:lnTo>
                    <a:pt x="2845094" y="315432"/>
                  </a:lnTo>
                  <a:lnTo>
                    <a:pt x="2844023" y="315413"/>
                  </a:lnTo>
                  <a:lnTo>
                    <a:pt x="2842951" y="315394"/>
                  </a:lnTo>
                  <a:lnTo>
                    <a:pt x="2841879" y="315377"/>
                  </a:lnTo>
                  <a:lnTo>
                    <a:pt x="2840808" y="315359"/>
                  </a:lnTo>
                  <a:lnTo>
                    <a:pt x="2839736" y="315343"/>
                  </a:lnTo>
                  <a:lnTo>
                    <a:pt x="2838665" y="315326"/>
                  </a:lnTo>
                  <a:lnTo>
                    <a:pt x="2837593" y="315311"/>
                  </a:lnTo>
                  <a:lnTo>
                    <a:pt x="2836522" y="315296"/>
                  </a:lnTo>
                  <a:lnTo>
                    <a:pt x="2835450" y="315281"/>
                  </a:lnTo>
                  <a:lnTo>
                    <a:pt x="2834378" y="315267"/>
                  </a:lnTo>
                  <a:lnTo>
                    <a:pt x="2833307" y="315253"/>
                  </a:lnTo>
                  <a:lnTo>
                    <a:pt x="2832235" y="315240"/>
                  </a:lnTo>
                  <a:lnTo>
                    <a:pt x="2831164" y="315228"/>
                  </a:lnTo>
                  <a:lnTo>
                    <a:pt x="2830092" y="315216"/>
                  </a:lnTo>
                  <a:lnTo>
                    <a:pt x="2829020" y="315204"/>
                  </a:lnTo>
                  <a:lnTo>
                    <a:pt x="2827949" y="315194"/>
                  </a:lnTo>
                  <a:lnTo>
                    <a:pt x="2826877" y="315183"/>
                  </a:lnTo>
                  <a:lnTo>
                    <a:pt x="2825806" y="315173"/>
                  </a:lnTo>
                  <a:lnTo>
                    <a:pt x="2824734" y="315164"/>
                  </a:lnTo>
                  <a:lnTo>
                    <a:pt x="2823662" y="315155"/>
                  </a:lnTo>
                  <a:lnTo>
                    <a:pt x="2822591" y="315147"/>
                  </a:lnTo>
                  <a:lnTo>
                    <a:pt x="2821519" y="315139"/>
                  </a:lnTo>
                  <a:lnTo>
                    <a:pt x="2820448" y="315132"/>
                  </a:lnTo>
                  <a:lnTo>
                    <a:pt x="2819376" y="315125"/>
                  </a:lnTo>
                  <a:lnTo>
                    <a:pt x="2818304" y="315119"/>
                  </a:lnTo>
                  <a:lnTo>
                    <a:pt x="2817233" y="315114"/>
                  </a:lnTo>
                  <a:lnTo>
                    <a:pt x="2816161" y="315109"/>
                  </a:lnTo>
                  <a:lnTo>
                    <a:pt x="2815090" y="315104"/>
                  </a:lnTo>
                  <a:lnTo>
                    <a:pt x="2814018" y="315100"/>
                  </a:lnTo>
                  <a:lnTo>
                    <a:pt x="2812946" y="315097"/>
                  </a:lnTo>
                  <a:lnTo>
                    <a:pt x="2811875" y="315094"/>
                  </a:lnTo>
                  <a:lnTo>
                    <a:pt x="2810803" y="315092"/>
                  </a:lnTo>
                  <a:lnTo>
                    <a:pt x="2809732" y="315090"/>
                  </a:lnTo>
                  <a:lnTo>
                    <a:pt x="2808660" y="315089"/>
                  </a:lnTo>
                  <a:lnTo>
                    <a:pt x="2807588" y="315088"/>
                  </a:lnTo>
                  <a:lnTo>
                    <a:pt x="2806517" y="315088"/>
                  </a:lnTo>
                  <a:lnTo>
                    <a:pt x="2805445" y="315088"/>
                  </a:lnTo>
                  <a:lnTo>
                    <a:pt x="2804374" y="315089"/>
                  </a:lnTo>
                  <a:lnTo>
                    <a:pt x="2803302" y="315091"/>
                  </a:lnTo>
                  <a:lnTo>
                    <a:pt x="2802230" y="315093"/>
                  </a:lnTo>
                  <a:lnTo>
                    <a:pt x="2801159" y="315095"/>
                  </a:lnTo>
                  <a:lnTo>
                    <a:pt x="2800087" y="315098"/>
                  </a:lnTo>
                  <a:lnTo>
                    <a:pt x="2799016" y="315102"/>
                  </a:lnTo>
                  <a:lnTo>
                    <a:pt x="2797944" y="315106"/>
                  </a:lnTo>
                  <a:lnTo>
                    <a:pt x="2796872" y="315111"/>
                  </a:lnTo>
                  <a:lnTo>
                    <a:pt x="2795801" y="315116"/>
                  </a:lnTo>
                  <a:lnTo>
                    <a:pt x="2794729" y="315122"/>
                  </a:lnTo>
                  <a:lnTo>
                    <a:pt x="2793658" y="315128"/>
                  </a:lnTo>
                  <a:lnTo>
                    <a:pt x="2792586" y="315135"/>
                  </a:lnTo>
                  <a:lnTo>
                    <a:pt x="2791514" y="315143"/>
                  </a:lnTo>
                  <a:lnTo>
                    <a:pt x="2790443" y="315151"/>
                  </a:lnTo>
                  <a:lnTo>
                    <a:pt x="2789371" y="315159"/>
                  </a:lnTo>
                  <a:lnTo>
                    <a:pt x="2788300" y="315168"/>
                  </a:lnTo>
                  <a:lnTo>
                    <a:pt x="2787228" y="315178"/>
                  </a:lnTo>
                  <a:lnTo>
                    <a:pt x="2786156" y="315188"/>
                  </a:lnTo>
                  <a:lnTo>
                    <a:pt x="2785085" y="315199"/>
                  </a:lnTo>
                  <a:lnTo>
                    <a:pt x="2784013" y="315210"/>
                  </a:lnTo>
                  <a:lnTo>
                    <a:pt x="2782942" y="315222"/>
                  </a:lnTo>
                  <a:lnTo>
                    <a:pt x="2781870" y="315235"/>
                  </a:lnTo>
                  <a:lnTo>
                    <a:pt x="2780798" y="315247"/>
                  </a:lnTo>
                  <a:lnTo>
                    <a:pt x="2779727" y="315261"/>
                  </a:lnTo>
                  <a:lnTo>
                    <a:pt x="2778655" y="315275"/>
                  </a:lnTo>
                  <a:lnTo>
                    <a:pt x="2777584" y="315290"/>
                  </a:lnTo>
                  <a:lnTo>
                    <a:pt x="2776512" y="315305"/>
                  </a:lnTo>
                  <a:lnTo>
                    <a:pt x="2775440" y="315321"/>
                  </a:lnTo>
                  <a:lnTo>
                    <a:pt x="2774369" y="315337"/>
                  </a:lnTo>
                  <a:lnTo>
                    <a:pt x="2773297" y="315354"/>
                  </a:lnTo>
                  <a:lnTo>
                    <a:pt x="2772226" y="315371"/>
                  </a:lnTo>
                  <a:lnTo>
                    <a:pt x="2771154" y="315389"/>
                  </a:lnTo>
                  <a:lnTo>
                    <a:pt x="2770082" y="315407"/>
                  </a:lnTo>
                  <a:lnTo>
                    <a:pt x="2769011" y="315426"/>
                  </a:lnTo>
                  <a:lnTo>
                    <a:pt x="2767939" y="315446"/>
                  </a:lnTo>
                  <a:lnTo>
                    <a:pt x="2766868" y="315466"/>
                  </a:lnTo>
                  <a:lnTo>
                    <a:pt x="2765796" y="315487"/>
                  </a:lnTo>
                  <a:lnTo>
                    <a:pt x="2764724" y="315508"/>
                  </a:lnTo>
                  <a:lnTo>
                    <a:pt x="2763653" y="315530"/>
                  </a:lnTo>
                  <a:lnTo>
                    <a:pt x="2762581" y="315552"/>
                  </a:lnTo>
                  <a:lnTo>
                    <a:pt x="2761510" y="315575"/>
                  </a:lnTo>
                  <a:lnTo>
                    <a:pt x="2760438" y="315599"/>
                  </a:lnTo>
                  <a:lnTo>
                    <a:pt x="2759366" y="315623"/>
                  </a:lnTo>
                  <a:lnTo>
                    <a:pt x="2758295" y="315647"/>
                  </a:lnTo>
                  <a:lnTo>
                    <a:pt x="2757223" y="315673"/>
                  </a:lnTo>
                  <a:lnTo>
                    <a:pt x="2756152" y="315698"/>
                  </a:lnTo>
                  <a:lnTo>
                    <a:pt x="2755080" y="315725"/>
                  </a:lnTo>
                  <a:lnTo>
                    <a:pt x="2754008" y="315752"/>
                  </a:lnTo>
                  <a:lnTo>
                    <a:pt x="2752937" y="315779"/>
                  </a:lnTo>
                  <a:lnTo>
                    <a:pt x="2751865" y="315807"/>
                  </a:lnTo>
                  <a:lnTo>
                    <a:pt x="2750794" y="315835"/>
                  </a:lnTo>
                  <a:lnTo>
                    <a:pt x="2749722" y="315865"/>
                  </a:lnTo>
                  <a:lnTo>
                    <a:pt x="2748650" y="315894"/>
                  </a:lnTo>
                  <a:lnTo>
                    <a:pt x="2747579" y="315924"/>
                  </a:lnTo>
                  <a:lnTo>
                    <a:pt x="2746507" y="315955"/>
                  </a:lnTo>
                  <a:lnTo>
                    <a:pt x="2745436" y="315987"/>
                  </a:lnTo>
                  <a:lnTo>
                    <a:pt x="2744364" y="316018"/>
                  </a:lnTo>
                  <a:lnTo>
                    <a:pt x="2743292" y="316051"/>
                  </a:lnTo>
                  <a:lnTo>
                    <a:pt x="2742221" y="316084"/>
                  </a:lnTo>
                  <a:lnTo>
                    <a:pt x="2741149" y="316118"/>
                  </a:lnTo>
                  <a:lnTo>
                    <a:pt x="2740078" y="316152"/>
                  </a:lnTo>
                  <a:lnTo>
                    <a:pt x="2739006" y="316186"/>
                  </a:lnTo>
                  <a:lnTo>
                    <a:pt x="2737934" y="316222"/>
                  </a:lnTo>
                  <a:lnTo>
                    <a:pt x="2736863" y="316258"/>
                  </a:lnTo>
                  <a:lnTo>
                    <a:pt x="2735791" y="316294"/>
                  </a:lnTo>
                  <a:lnTo>
                    <a:pt x="2734720" y="316331"/>
                  </a:lnTo>
                  <a:lnTo>
                    <a:pt x="2733648" y="316369"/>
                  </a:lnTo>
                  <a:lnTo>
                    <a:pt x="2732576" y="316407"/>
                  </a:lnTo>
                  <a:lnTo>
                    <a:pt x="2731505" y="316445"/>
                  </a:lnTo>
                  <a:lnTo>
                    <a:pt x="2730433" y="316485"/>
                  </a:lnTo>
                  <a:lnTo>
                    <a:pt x="2729362" y="316525"/>
                  </a:lnTo>
                  <a:lnTo>
                    <a:pt x="2728290" y="316565"/>
                  </a:lnTo>
                  <a:lnTo>
                    <a:pt x="2727218" y="316606"/>
                  </a:lnTo>
                  <a:lnTo>
                    <a:pt x="2726147" y="316647"/>
                  </a:lnTo>
                  <a:lnTo>
                    <a:pt x="2725075" y="316690"/>
                  </a:lnTo>
                  <a:lnTo>
                    <a:pt x="2724004" y="316732"/>
                  </a:lnTo>
                  <a:lnTo>
                    <a:pt x="2722932" y="316775"/>
                  </a:lnTo>
                  <a:lnTo>
                    <a:pt x="2721860" y="316819"/>
                  </a:lnTo>
                  <a:lnTo>
                    <a:pt x="2720789" y="316864"/>
                  </a:lnTo>
                  <a:lnTo>
                    <a:pt x="2719717" y="316909"/>
                  </a:lnTo>
                  <a:lnTo>
                    <a:pt x="2718646" y="316954"/>
                  </a:lnTo>
                  <a:lnTo>
                    <a:pt x="2717574" y="317000"/>
                  </a:lnTo>
                  <a:lnTo>
                    <a:pt x="2716502" y="317047"/>
                  </a:lnTo>
                  <a:lnTo>
                    <a:pt x="2715431" y="317094"/>
                  </a:lnTo>
                  <a:lnTo>
                    <a:pt x="2714359" y="317142"/>
                  </a:lnTo>
                  <a:lnTo>
                    <a:pt x="2713288" y="317190"/>
                  </a:lnTo>
                  <a:lnTo>
                    <a:pt x="2712216" y="317239"/>
                  </a:lnTo>
                  <a:lnTo>
                    <a:pt x="2711144" y="317289"/>
                  </a:lnTo>
                  <a:lnTo>
                    <a:pt x="2710073" y="317339"/>
                  </a:lnTo>
                  <a:lnTo>
                    <a:pt x="2709001" y="317389"/>
                  </a:lnTo>
                  <a:lnTo>
                    <a:pt x="2707930" y="317441"/>
                  </a:lnTo>
                  <a:lnTo>
                    <a:pt x="2706858" y="317493"/>
                  </a:lnTo>
                  <a:lnTo>
                    <a:pt x="2705786" y="317545"/>
                  </a:lnTo>
                  <a:lnTo>
                    <a:pt x="2704715" y="317598"/>
                  </a:lnTo>
                  <a:lnTo>
                    <a:pt x="2703643" y="317651"/>
                  </a:lnTo>
                  <a:lnTo>
                    <a:pt x="2702572" y="317706"/>
                  </a:lnTo>
                  <a:lnTo>
                    <a:pt x="2701500" y="317760"/>
                  </a:lnTo>
                  <a:lnTo>
                    <a:pt x="2700428" y="317815"/>
                  </a:lnTo>
                  <a:lnTo>
                    <a:pt x="2699357" y="317871"/>
                  </a:lnTo>
                  <a:lnTo>
                    <a:pt x="2698285" y="317928"/>
                  </a:lnTo>
                  <a:lnTo>
                    <a:pt x="2697214" y="317985"/>
                  </a:lnTo>
                  <a:lnTo>
                    <a:pt x="2696142" y="318042"/>
                  </a:lnTo>
                  <a:lnTo>
                    <a:pt x="2695070" y="318100"/>
                  </a:lnTo>
                  <a:lnTo>
                    <a:pt x="2693999" y="318159"/>
                  </a:lnTo>
                  <a:lnTo>
                    <a:pt x="2692927" y="318218"/>
                  </a:lnTo>
                  <a:lnTo>
                    <a:pt x="2691856" y="318278"/>
                  </a:lnTo>
                  <a:lnTo>
                    <a:pt x="2690784" y="318339"/>
                  </a:lnTo>
                  <a:lnTo>
                    <a:pt x="2689712" y="318400"/>
                  </a:lnTo>
                  <a:lnTo>
                    <a:pt x="2688641" y="318461"/>
                  </a:lnTo>
                  <a:lnTo>
                    <a:pt x="2687569" y="318524"/>
                  </a:lnTo>
                  <a:lnTo>
                    <a:pt x="2686498" y="318586"/>
                  </a:lnTo>
                  <a:lnTo>
                    <a:pt x="2685426" y="318650"/>
                  </a:lnTo>
                  <a:lnTo>
                    <a:pt x="2684354" y="318714"/>
                  </a:lnTo>
                  <a:lnTo>
                    <a:pt x="2683283" y="318778"/>
                  </a:lnTo>
                  <a:lnTo>
                    <a:pt x="2682211" y="318843"/>
                  </a:lnTo>
                  <a:lnTo>
                    <a:pt x="2681140" y="318909"/>
                  </a:lnTo>
                  <a:lnTo>
                    <a:pt x="2680068" y="318975"/>
                  </a:lnTo>
                  <a:lnTo>
                    <a:pt x="2678996" y="319042"/>
                  </a:lnTo>
                  <a:lnTo>
                    <a:pt x="2677925" y="319109"/>
                  </a:lnTo>
                  <a:lnTo>
                    <a:pt x="2676853" y="319177"/>
                  </a:lnTo>
                  <a:lnTo>
                    <a:pt x="2675782" y="319246"/>
                  </a:lnTo>
                  <a:lnTo>
                    <a:pt x="2674710" y="319315"/>
                  </a:lnTo>
                  <a:lnTo>
                    <a:pt x="2673638" y="319385"/>
                  </a:lnTo>
                  <a:lnTo>
                    <a:pt x="2672567" y="319455"/>
                  </a:lnTo>
                  <a:lnTo>
                    <a:pt x="2671495" y="319526"/>
                  </a:lnTo>
                  <a:lnTo>
                    <a:pt x="2670424" y="319598"/>
                  </a:lnTo>
                  <a:lnTo>
                    <a:pt x="2669352" y="319670"/>
                  </a:lnTo>
                  <a:lnTo>
                    <a:pt x="2668280" y="319742"/>
                  </a:lnTo>
                  <a:lnTo>
                    <a:pt x="2667209" y="319816"/>
                  </a:lnTo>
                  <a:lnTo>
                    <a:pt x="2666137" y="319889"/>
                  </a:lnTo>
                  <a:lnTo>
                    <a:pt x="2665066" y="319964"/>
                  </a:lnTo>
                  <a:lnTo>
                    <a:pt x="2663994" y="320039"/>
                  </a:lnTo>
                  <a:lnTo>
                    <a:pt x="2662922" y="320114"/>
                  </a:lnTo>
                  <a:lnTo>
                    <a:pt x="2661851" y="320190"/>
                  </a:lnTo>
                  <a:lnTo>
                    <a:pt x="2660779" y="320267"/>
                  </a:lnTo>
                  <a:lnTo>
                    <a:pt x="2659708" y="320345"/>
                  </a:lnTo>
                  <a:lnTo>
                    <a:pt x="2658636" y="320422"/>
                  </a:lnTo>
                  <a:lnTo>
                    <a:pt x="2657565" y="320501"/>
                  </a:lnTo>
                  <a:lnTo>
                    <a:pt x="2656493" y="320580"/>
                  </a:lnTo>
                  <a:lnTo>
                    <a:pt x="2655421" y="320660"/>
                  </a:lnTo>
                  <a:lnTo>
                    <a:pt x="2654350" y="320740"/>
                  </a:lnTo>
                  <a:lnTo>
                    <a:pt x="2653278" y="320821"/>
                  </a:lnTo>
                  <a:lnTo>
                    <a:pt x="2652207" y="320902"/>
                  </a:lnTo>
                  <a:lnTo>
                    <a:pt x="2651135" y="320984"/>
                  </a:lnTo>
                  <a:lnTo>
                    <a:pt x="2650063" y="321067"/>
                  </a:lnTo>
                  <a:lnTo>
                    <a:pt x="2648992" y="321150"/>
                  </a:lnTo>
                  <a:lnTo>
                    <a:pt x="2647920" y="321234"/>
                  </a:lnTo>
                  <a:lnTo>
                    <a:pt x="2646849" y="321318"/>
                  </a:lnTo>
                  <a:lnTo>
                    <a:pt x="2645777" y="321403"/>
                  </a:lnTo>
                  <a:lnTo>
                    <a:pt x="2644705" y="321489"/>
                  </a:lnTo>
                  <a:lnTo>
                    <a:pt x="2643634" y="321575"/>
                  </a:lnTo>
                  <a:lnTo>
                    <a:pt x="2642562" y="321662"/>
                  </a:lnTo>
                  <a:lnTo>
                    <a:pt x="2641491" y="321749"/>
                  </a:lnTo>
                  <a:lnTo>
                    <a:pt x="2640419" y="321837"/>
                  </a:lnTo>
                  <a:lnTo>
                    <a:pt x="2639347" y="321926"/>
                  </a:lnTo>
                  <a:lnTo>
                    <a:pt x="2638276" y="322015"/>
                  </a:lnTo>
                  <a:lnTo>
                    <a:pt x="2637204" y="322104"/>
                  </a:lnTo>
                  <a:lnTo>
                    <a:pt x="2636133" y="322195"/>
                  </a:lnTo>
                  <a:lnTo>
                    <a:pt x="2635061" y="322285"/>
                  </a:lnTo>
                  <a:lnTo>
                    <a:pt x="2633989" y="322377"/>
                  </a:lnTo>
                  <a:lnTo>
                    <a:pt x="2632918" y="322469"/>
                  </a:lnTo>
                  <a:lnTo>
                    <a:pt x="2631846" y="322562"/>
                  </a:lnTo>
                  <a:lnTo>
                    <a:pt x="2630775" y="322655"/>
                  </a:lnTo>
                  <a:lnTo>
                    <a:pt x="2629703" y="322749"/>
                  </a:lnTo>
                  <a:lnTo>
                    <a:pt x="2628631" y="322843"/>
                  </a:lnTo>
                  <a:lnTo>
                    <a:pt x="2627560" y="322938"/>
                  </a:lnTo>
                  <a:lnTo>
                    <a:pt x="2626488" y="323034"/>
                  </a:lnTo>
                  <a:lnTo>
                    <a:pt x="2625417" y="323130"/>
                  </a:lnTo>
                  <a:lnTo>
                    <a:pt x="2624345" y="323227"/>
                  </a:lnTo>
                  <a:lnTo>
                    <a:pt x="2623273" y="323324"/>
                  </a:lnTo>
                  <a:lnTo>
                    <a:pt x="2622202" y="323422"/>
                  </a:lnTo>
                  <a:lnTo>
                    <a:pt x="2621130" y="323521"/>
                  </a:lnTo>
                  <a:lnTo>
                    <a:pt x="2620059" y="323620"/>
                  </a:lnTo>
                  <a:lnTo>
                    <a:pt x="2618987" y="323720"/>
                  </a:lnTo>
                  <a:lnTo>
                    <a:pt x="2617915" y="323820"/>
                  </a:lnTo>
                  <a:lnTo>
                    <a:pt x="2616844" y="323921"/>
                  </a:lnTo>
                  <a:lnTo>
                    <a:pt x="2615772" y="324023"/>
                  </a:lnTo>
                  <a:lnTo>
                    <a:pt x="2614701" y="324125"/>
                  </a:lnTo>
                  <a:lnTo>
                    <a:pt x="2613629" y="324228"/>
                  </a:lnTo>
                  <a:lnTo>
                    <a:pt x="2612557" y="324331"/>
                  </a:lnTo>
                  <a:lnTo>
                    <a:pt x="2611486" y="324435"/>
                  </a:lnTo>
                  <a:lnTo>
                    <a:pt x="2610414" y="324539"/>
                  </a:lnTo>
                  <a:lnTo>
                    <a:pt x="2609343" y="324645"/>
                  </a:lnTo>
                  <a:lnTo>
                    <a:pt x="2608271" y="324750"/>
                  </a:lnTo>
                  <a:lnTo>
                    <a:pt x="2607199" y="324857"/>
                  </a:lnTo>
                  <a:lnTo>
                    <a:pt x="2606128" y="324964"/>
                  </a:lnTo>
                  <a:lnTo>
                    <a:pt x="2605056" y="325071"/>
                  </a:lnTo>
                  <a:lnTo>
                    <a:pt x="2603985" y="325179"/>
                  </a:lnTo>
                  <a:lnTo>
                    <a:pt x="2602913" y="325288"/>
                  </a:lnTo>
                  <a:lnTo>
                    <a:pt x="2601841" y="325397"/>
                  </a:lnTo>
                  <a:lnTo>
                    <a:pt x="2600770" y="325507"/>
                  </a:lnTo>
                  <a:lnTo>
                    <a:pt x="2599698" y="325618"/>
                  </a:lnTo>
                  <a:lnTo>
                    <a:pt x="2598627" y="325729"/>
                  </a:lnTo>
                  <a:lnTo>
                    <a:pt x="2597555" y="325841"/>
                  </a:lnTo>
                  <a:lnTo>
                    <a:pt x="2596483" y="325953"/>
                  </a:lnTo>
                  <a:lnTo>
                    <a:pt x="2595412" y="326066"/>
                  </a:lnTo>
                  <a:lnTo>
                    <a:pt x="2594340" y="326180"/>
                  </a:lnTo>
                  <a:lnTo>
                    <a:pt x="2593269" y="326294"/>
                  </a:lnTo>
                  <a:lnTo>
                    <a:pt x="2592197" y="326408"/>
                  </a:lnTo>
                  <a:lnTo>
                    <a:pt x="2591125" y="326524"/>
                  </a:lnTo>
                  <a:lnTo>
                    <a:pt x="2590054" y="326640"/>
                  </a:lnTo>
                  <a:lnTo>
                    <a:pt x="2588982" y="326756"/>
                  </a:lnTo>
                  <a:lnTo>
                    <a:pt x="2587911" y="326873"/>
                  </a:lnTo>
                  <a:lnTo>
                    <a:pt x="2586839" y="326991"/>
                  </a:lnTo>
                  <a:lnTo>
                    <a:pt x="2585767" y="327110"/>
                  </a:lnTo>
                  <a:lnTo>
                    <a:pt x="2584696" y="327229"/>
                  </a:lnTo>
                  <a:lnTo>
                    <a:pt x="2583624" y="327348"/>
                  </a:lnTo>
                  <a:lnTo>
                    <a:pt x="2582553" y="327468"/>
                  </a:lnTo>
                  <a:lnTo>
                    <a:pt x="2581481" y="327589"/>
                  </a:lnTo>
                  <a:lnTo>
                    <a:pt x="2580409" y="327710"/>
                  </a:lnTo>
                  <a:lnTo>
                    <a:pt x="2579338" y="327832"/>
                  </a:lnTo>
                  <a:lnTo>
                    <a:pt x="2578266" y="327955"/>
                  </a:lnTo>
                  <a:lnTo>
                    <a:pt x="2577195" y="328078"/>
                  </a:lnTo>
                  <a:lnTo>
                    <a:pt x="2576123" y="328202"/>
                  </a:lnTo>
                  <a:lnTo>
                    <a:pt x="2575051" y="328326"/>
                  </a:lnTo>
                  <a:lnTo>
                    <a:pt x="2573980" y="328451"/>
                  </a:lnTo>
                  <a:lnTo>
                    <a:pt x="2572908" y="328577"/>
                  </a:lnTo>
                  <a:lnTo>
                    <a:pt x="2571837" y="328703"/>
                  </a:lnTo>
                  <a:lnTo>
                    <a:pt x="2570765" y="328830"/>
                  </a:lnTo>
                  <a:lnTo>
                    <a:pt x="2569693" y="328958"/>
                  </a:lnTo>
                  <a:lnTo>
                    <a:pt x="2568622" y="329086"/>
                  </a:lnTo>
                  <a:lnTo>
                    <a:pt x="2567550" y="329214"/>
                  </a:lnTo>
                  <a:lnTo>
                    <a:pt x="2566479" y="329343"/>
                  </a:lnTo>
                  <a:lnTo>
                    <a:pt x="2565407" y="329473"/>
                  </a:lnTo>
                  <a:lnTo>
                    <a:pt x="2564335" y="329604"/>
                  </a:lnTo>
                  <a:lnTo>
                    <a:pt x="2563264" y="329735"/>
                  </a:lnTo>
                  <a:lnTo>
                    <a:pt x="2562192" y="329867"/>
                  </a:lnTo>
                  <a:lnTo>
                    <a:pt x="2561121" y="329999"/>
                  </a:lnTo>
                  <a:lnTo>
                    <a:pt x="2560049" y="330132"/>
                  </a:lnTo>
                  <a:lnTo>
                    <a:pt x="2558977" y="330265"/>
                  </a:lnTo>
                  <a:lnTo>
                    <a:pt x="2557906" y="330399"/>
                  </a:lnTo>
                  <a:lnTo>
                    <a:pt x="2556834" y="330534"/>
                  </a:lnTo>
                  <a:lnTo>
                    <a:pt x="2555763" y="330670"/>
                  </a:lnTo>
                  <a:lnTo>
                    <a:pt x="2554691" y="330806"/>
                  </a:lnTo>
                  <a:lnTo>
                    <a:pt x="2553619" y="330942"/>
                  </a:lnTo>
                  <a:lnTo>
                    <a:pt x="2552548" y="331079"/>
                  </a:lnTo>
                  <a:lnTo>
                    <a:pt x="2551476" y="331217"/>
                  </a:lnTo>
                  <a:lnTo>
                    <a:pt x="2550405" y="331355"/>
                  </a:lnTo>
                  <a:lnTo>
                    <a:pt x="2549333" y="331495"/>
                  </a:lnTo>
                  <a:lnTo>
                    <a:pt x="2548261" y="331634"/>
                  </a:lnTo>
                  <a:lnTo>
                    <a:pt x="2547190" y="331774"/>
                  </a:lnTo>
                  <a:lnTo>
                    <a:pt x="2546118" y="331915"/>
                  </a:lnTo>
                  <a:lnTo>
                    <a:pt x="2545047" y="332057"/>
                  </a:lnTo>
                  <a:lnTo>
                    <a:pt x="2543975" y="332199"/>
                  </a:lnTo>
                  <a:lnTo>
                    <a:pt x="2542903" y="332341"/>
                  </a:lnTo>
                  <a:lnTo>
                    <a:pt x="2541832" y="332485"/>
                  </a:lnTo>
                  <a:lnTo>
                    <a:pt x="2540760" y="332629"/>
                  </a:lnTo>
                  <a:lnTo>
                    <a:pt x="2539689" y="332773"/>
                  </a:lnTo>
                  <a:lnTo>
                    <a:pt x="2538617" y="332918"/>
                  </a:lnTo>
                  <a:lnTo>
                    <a:pt x="2537545" y="333064"/>
                  </a:lnTo>
                  <a:lnTo>
                    <a:pt x="2536474" y="333211"/>
                  </a:lnTo>
                  <a:lnTo>
                    <a:pt x="2535402" y="333358"/>
                  </a:lnTo>
                  <a:lnTo>
                    <a:pt x="2534331" y="333505"/>
                  </a:lnTo>
                  <a:lnTo>
                    <a:pt x="2533259" y="333653"/>
                  </a:lnTo>
                  <a:lnTo>
                    <a:pt x="2532187" y="333802"/>
                  </a:lnTo>
                  <a:lnTo>
                    <a:pt x="2531116" y="333952"/>
                  </a:lnTo>
                  <a:lnTo>
                    <a:pt x="2530044" y="334102"/>
                  </a:lnTo>
                  <a:lnTo>
                    <a:pt x="2528973" y="334252"/>
                  </a:lnTo>
                  <a:lnTo>
                    <a:pt x="2527901" y="334404"/>
                  </a:lnTo>
                  <a:lnTo>
                    <a:pt x="2526829" y="334556"/>
                  </a:lnTo>
                  <a:lnTo>
                    <a:pt x="2525758" y="334708"/>
                  </a:lnTo>
                  <a:lnTo>
                    <a:pt x="2524686" y="334861"/>
                  </a:lnTo>
                  <a:lnTo>
                    <a:pt x="2523615" y="335015"/>
                  </a:lnTo>
                  <a:lnTo>
                    <a:pt x="2522543" y="335170"/>
                  </a:lnTo>
                  <a:lnTo>
                    <a:pt x="2521471" y="335325"/>
                  </a:lnTo>
                  <a:lnTo>
                    <a:pt x="2520400" y="335480"/>
                  </a:lnTo>
                  <a:lnTo>
                    <a:pt x="2519328" y="335637"/>
                  </a:lnTo>
                  <a:lnTo>
                    <a:pt x="2518257" y="335793"/>
                  </a:lnTo>
                  <a:lnTo>
                    <a:pt x="2517185" y="335951"/>
                  </a:lnTo>
                  <a:lnTo>
                    <a:pt x="2516113" y="336109"/>
                  </a:lnTo>
                  <a:lnTo>
                    <a:pt x="2515042" y="336268"/>
                  </a:lnTo>
                  <a:lnTo>
                    <a:pt x="2513970" y="336427"/>
                  </a:lnTo>
                  <a:lnTo>
                    <a:pt x="2512899" y="336587"/>
                  </a:lnTo>
                  <a:lnTo>
                    <a:pt x="2511827" y="336748"/>
                  </a:lnTo>
                  <a:lnTo>
                    <a:pt x="2510755" y="336909"/>
                  </a:lnTo>
                  <a:lnTo>
                    <a:pt x="2509684" y="337071"/>
                  </a:lnTo>
                  <a:lnTo>
                    <a:pt x="2508612" y="337233"/>
                  </a:lnTo>
                  <a:lnTo>
                    <a:pt x="2507541" y="337396"/>
                  </a:lnTo>
                  <a:lnTo>
                    <a:pt x="2506469" y="337560"/>
                  </a:lnTo>
                  <a:lnTo>
                    <a:pt x="2505397" y="337724"/>
                  </a:lnTo>
                  <a:lnTo>
                    <a:pt x="2504326" y="337889"/>
                  </a:lnTo>
                  <a:lnTo>
                    <a:pt x="2503254" y="338055"/>
                  </a:lnTo>
                  <a:lnTo>
                    <a:pt x="2502183" y="338221"/>
                  </a:lnTo>
                  <a:lnTo>
                    <a:pt x="2501111" y="338388"/>
                  </a:lnTo>
                  <a:lnTo>
                    <a:pt x="2500039" y="338555"/>
                  </a:lnTo>
                  <a:lnTo>
                    <a:pt x="2498968" y="338723"/>
                  </a:lnTo>
                  <a:lnTo>
                    <a:pt x="2497896" y="338892"/>
                  </a:lnTo>
                  <a:lnTo>
                    <a:pt x="2496825" y="339061"/>
                  </a:lnTo>
                  <a:lnTo>
                    <a:pt x="2495753" y="339231"/>
                  </a:lnTo>
                  <a:lnTo>
                    <a:pt x="2494681" y="339402"/>
                  </a:lnTo>
                  <a:lnTo>
                    <a:pt x="2493610" y="339573"/>
                  </a:lnTo>
                  <a:lnTo>
                    <a:pt x="2492538" y="339745"/>
                  </a:lnTo>
                  <a:lnTo>
                    <a:pt x="2491467" y="339917"/>
                  </a:lnTo>
                  <a:lnTo>
                    <a:pt x="2490395" y="340090"/>
                  </a:lnTo>
                  <a:lnTo>
                    <a:pt x="2489323" y="340264"/>
                  </a:lnTo>
                  <a:lnTo>
                    <a:pt x="2488252" y="340438"/>
                  </a:lnTo>
                  <a:lnTo>
                    <a:pt x="2487180" y="340613"/>
                  </a:lnTo>
                  <a:lnTo>
                    <a:pt x="2486109" y="340789"/>
                  </a:lnTo>
                  <a:lnTo>
                    <a:pt x="2485037" y="340965"/>
                  </a:lnTo>
                  <a:lnTo>
                    <a:pt x="2483966" y="341142"/>
                  </a:lnTo>
                  <a:lnTo>
                    <a:pt x="2482894" y="341319"/>
                  </a:lnTo>
                  <a:lnTo>
                    <a:pt x="2481822" y="341498"/>
                  </a:lnTo>
                  <a:lnTo>
                    <a:pt x="2480751" y="341676"/>
                  </a:lnTo>
                  <a:lnTo>
                    <a:pt x="2479679" y="341856"/>
                  </a:lnTo>
                  <a:lnTo>
                    <a:pt x="2478608" y="342036"/>
                  </a:lnTo>
                  <a:lnTo>
                    <a:pt x="2477536" y="342216"/>
                  </a:lnTo>
                  <a:lnTo>
                    <a:pt x="2476464" y="342397"/>
                  </a:lnTo>
                  <a:lnTo>
                    <a:pt x="2475393" y="342579"/>
                  </a:lnTo>
                  <a:lnTo>
                    <a:pt x="2474321" y="342762"/>
                  </a:lnTo>
                  <a:lnTo>
                    <a:pt x="2473250" y="342945"/>
                  </a:lnTo>
                  <a:lnTo>
                    <a:pt x="2472178" y="343129"/>
                  </a:lnTo>
                  <a:lnTo>
                    <a:pt x="2471106" y="343313"/>
                  </a:lnTo>
                  <a:lnTo>
                    <a:pt x="2470035" y="343498"/>
                  </a:lnTo>
                  <a:lnTo>
                    <a:pt x="2468963" y="343684"/>
                  </a:lnTo>
                  <a:lnTo>
                    <a:pt x="2467892" y="343870"/>
                  </a:lnTo>
                  <a:lnTo>
                    <a:pt x="2466820" y="344057"/>
                  </a:lnTo>
                  <a:lnTo>
                    <a:pt x="2465748" y="344245"/>
                  </a:lnTo>
                  <a:lnTo>
                    <a:pt x="2464677" y="344433"/>
                  </a:lnTo>
                  <a:lnTo>
                    <a:pt x="2463605" y="344622"/>
                  </a:lnTo>
                  <a:lnTo>
                    <a:pt x="2462534" y="344811"/>
                  </a:lnTo>
                  <a:lnTo>
                    <a:pt x="2461462" y="345001"/>
                  </a:lnTo>
                  <a:lnTo>
                    <a:pt x="2460390" y="345192"/>
                  </a:lnTo>
                  <a:lnTo>
                    <a:pt x="2459319" y="345383"/>
                  </a:lnTo>
                  <a:lnTo>
                    <a:pt x="2458247" y="345575"/>
                  </a:lnTo>
                  <a:lnTo>
                    <a:pt x="2457176" y="345768"/>
                  </a:lnTo>
                  <a:lnTo>
                    <a:pt x="2456104" y="345961"/>
                  </a:lnTo>
                  <a:lnTo>
                    <a:pt x="2455032" y="346155"/>
                  </a:lnTo>
                  <a:lnTo>
                    <a:pt x="2453961" y="346349"/>
                  </a:lnTo>
                  <a:lnTo>
                    <a:pt x="2452889" y="346545"/>
                  </a:lnTo>
                  <a:lnTo>
                    <a:pt x="2451818" y="346740"/>
                  </a:lnTo>
                  <a:lnTo>
                    <a:pt x="2450746" y="346937"/>
                  </a:lnTo>
                  <a:lnTo>
                    <a:pt x="2449674" y="347134"/>
                  </a:lnTo>
                  <a:lnTo>
                    <a:pt x="2448603" y="347332"/>
                  </a:lnTo>
                  <a:lnTo>
                    <a:pt x="2447531" y="347530"/>
                  </a:lnTo>
                  <a:lnTo>
                    <a:pt x="2446460" y="347729"/>
                  </a:lnTo>
                  <a:lnTo>
                    <a:pt x="2445388" y="347929"/>
                  </a:lnTo>
                  <a:lnTo>
                    <a:pt x="2444316" y="348129"/>
                  </a:lnTo>
                  <a:lnTo>
                    <a:pt x="2443245" y="348330"/>
                  </a:lnTo>
                  <a:lnTo>
                    <a:pt x="2442173" y="348531"/>
                  </a:lnTo>
                  <a:lnTo>
                    <a:pt x="2441102" y="348734"/>
                  </a:lnTo>
                  <a:lnTo>
                    <a:pt x="2440030" y="348936"/>
                  </a:lnTo>
                  <a:lnTo>
                    <a:pt x="2438958" y="349140"/>
                  </a:lnTo>
                  <a:lnTo>
                    <a:pt x="2437887" y="349344"/>
                  </a:lnTo>
                  <a:lnTo>
                    <a:pt x="2436815" y="349549"/>
                  </a:lnTo>
                  <a:lnTo>
                    <a:pt x="2435744" y="349754"/>
                  </a:lnTo>
                  <a:lnTo>
                    <a:pt x="2434672" y="349960"/>
                  </a:lnTo>
                  <a:lnTo>
                    <a:pt x="2433600" y="350167"/>
                  </a:lnTo>
                  <a:lnTo>
                    <a:pt x="2432529" y="350374"/>
                  </a:lnTo>
                  <a:lnTo>
                    <a:pt x="2431457" y="350582"/>
                  </a:lnTo>
                  <a:lnTo>
                    <a:pt x="2430386" y="350791"/>
                  </a:lnTo>
                  <a:lnTo>
                    <a:pt x="2429314" y="351000"/>
                  </a:lnTo>
                  <a:lnTo>
                    <a:pt x="2428242" y="351210"/>
                  </a:lnTo>
                  <a:lnTo>
                    <a:pt x="2427171" y="351420"/>
                  </a:lnTo>
                  <a:lnTo>
                    <a:pt x="2426099" y="351631"/>
                  </a:lnTo>
                  <a:lnTo>
                    <a:pt x="2425028" y="351843"/>
                  </a:lnTo>
                  <a:lnTo>
                    <a:pt x="2423956" y="352056"/>
                  </a:lnTo>
                  <a:lnTo>
                    <a:pt x="2422884" y="352269"/>
                  </a:lnTo>
                  <a:lnTo>
                    <a:pt x="2421813" y="352482"/>
                  </a:lnTo>
                  <a:lnTo>
                    <a:pt x="2420741" y="352697"/>
                  </a:lnTo>
                  <a:lnTo>
                    <a:pt x="2419670" y="352912"/>
                  </a:lnTo>
                  <a:lnTo>
                    <a:pt x="2418598" y="353127"/>
                  </a:lnTo>
                  <a:lnTo>
                    <a:pt x="2417526" y="353344"/>
                  </a:lnTo>
                  <a:lnTo>
                    <a:pt x="2416455" y="353561"/>
                  </a:lnTo>
                  <a:lnTo>
                    <a:pt x="2415383" y="353778"/>
                  </a:lnTo>
                  <a:lnTo>
                    <a:pt x="2414312" y="353997"/>
                  </a:lnTo>
                  <a:lnTo>
                    <a:pt x="2413240" y="354215"/>
                  </a:lnTo>
                  <a:lnTo>
                    <a:pt x="2412168" y="354435"/>
                  </a:lnTo>
                  <a:lnTo>
                    <a:pt x="2411097" y="354655"/>
                  </a:lnTo>
                  <a:lnTo>
                    <a:pt x="2410025" y="354876"/>
                  </a:lnTo>
                  <a:lnTo>
                    <a:pt x="2408954" y="355097"/>
                  </a:lnTo>
                  <a:lnTo>
                    <a:pt x="2407882" y="355320"/>
                  </a:lnTo>
                  <a:lnTo>
                    <a:pt x="2406810" y="355542"/>
                  </a:lnTo>
                  <a:lnTo>
                    <a:pt x="2405739" y="355766"/>
                  </a:lnTo>
                  <a:lnTo>
                    <a:pt x="2404667" y="355990"/>
                  </a:lnTo>
                  <a:lnTo>
                    <a:pt x="2403596" y="356215"/>
                  </a:lnTo>
                  <a:lnTo>
                    <a:pt x="2402524" y="356440"/>
                  </a:lnTo>
                  <a:lnTo>
                    <a:pt x="2401452" y="356666"/>
                  </a:lnTo>
                  <a:lnTo>
                    <a:pt x="2400381" y="356893"/>
                  </a:lnTo>
                  <a:lnTo>
                    <a:pt x="2399309" y="357120"/>
                  </a:lnTo>
                  <a:lnTo>
                    <a:pt x="2398238" y="357348"/>
                  </a:lnTo>
                  <a:lnTo>
                    <a:pt x="2397166" y="357577"/>
                  </a:lnTo>
                  <a:lnTo>
                    <a:pt x="2396094" y="357806"/>
                  </a:lnTo>
                  <a:lnTo>
                    <a:pt x="2395023" y="358036"/>
                  </a:lnTo>
                  <a:lnTo>
                    <a:pt x="2393951" y="358266"/>
                  </a:lnTo>
                  <a:lnTo>
                    <a:pt x="2392880" y="358498"/>
                  </a:lnTo>
                  <a:lnTo>
                    <a:pt x="2391808" y="358729"/>
                  </a:lnTo>
                  <a:lnTo>
                    <a:pt x="2390736" y="358962"/>
                  </a:lnTo>
                  <a:lnTo>
                    <a:pt x="2389665" y="359195"/>
                  </a:lnTo>
                  <a:lnTo>
                    <a:pt x="2388593" y="359429"/>
                  </a:lnTo>
                  <a:lnTo>
                    <a:pt x="2387522" y="359663"/>
                  </a:lnTo>
                  <a:lnTo>
                    <a:pt x="2386450" y="359899"/>
                  </a:lnTo>
                  <a:lnTo>
                    <a:pt x="2385378" y="360134"/>
                  </a:lnTo>
                  <a:lnTo>
                    <a:pt x="2384307" y="360371"/>
                  </a:lnTo>
                  <a:lnTo>
                    <a:pt x="2383235" y="360608"/>
                  </a:lnTo>
                  <a:lnTo>
                    <a:pt x="2382164" y="360846"/>
                  </a:lnTo>
                  <a:lnTo>
                    <a:pt x="2381092" y="361084"/>
                  </a:lnTo>
                  <a:lnTo>
                    <a:pt x="2380020" y="361323"/>
                  </a:lnTo>
                  <a:lnTo>
                    <a:pt x="2378949" y="361563"/>
                  </a:lnTo>
                  <a:lnTo>
                    <a:pt x="2377877" y="361803"/>
                  </a:lnTo>
                  <a:lnTo>
                    <a:pt x="2376806" y="362044"/>
                  </a:lnTo>
                  <a:lnTo>
                    <a:pt x="2375734" y="362286"/>
                  </a:lnTo>
                  <a:lnTo>
                    <a:pt x="2374662" y="362528"/>
                  </a:lnTo>
                  <a:lnTo>
                    <a:pt x="2373591" y="362771"/>
                  </a:lnTo>
                  <a:lnTo>
                    <a:pt x="2372519" y="363015"/>
                  </a:lnTo>
                  <a:lnTo>
                    <a:pt x="2371448" y="363259"/>
                  </a:lnTo>
                  <a:lnTo>
                    <a:pt x="2370376" y="363504"/>
                  </a:lnTo>
                  <a:lnTo>
                    <a:pt x="2369304" y="363750"/>
                  </a:lnTo>
                  <a:lnTo>
                    <a:pt x="2368233" y="363996"/>
                  </a:lnTo>
                  <a:lnTo>
                    <a:pt x="2367161" y="364243"/>
                  </a:lnTo>
                  <a:lnTo>
                    <a:pt x="2366090" y="364491"/>
                  </a:lnTo>
                  <a:lnTo>
                    <a:pt x="2365018" y="364739"/>
                  </a:lnTo>
                  <a:lnTo>
                    <a:pt x="2363946" y="364988"/>
                  </a:lnTo>
                  <a:lnTo>
                    <a:pt x="2362875" y="365238"/>
                  </a:lnTo>
                  <a:lnTo>
                    <a:pt x="2361803" y="365488"/>
                  </a:lnTo>
                  <a:lnTo>
                    <a:pt x="2360732" y="365739"/>
                  </a:lnTo>
                  <a:lnTo>
                    <a:pt x="2359660" y="365991"/>
                  </a:lnTo>
                  <a:lnTo>
                    <a:pt x="2358588" y="366243"/>
                  </a:lnTo>
                  <a:lnTo>
                    <a:pt x="2357517" y="366496"/>
                  </a:lnTo>
                  <a:lnTo>
                    <a:pt x="2356445" y="366749"/>
                  </a:lnTo>
                  <a:lnTo>
                    <a:pt x="2355374" y="367003"/>
                  </a:lnTo>
                  <a:lnTo>
                    <a:pt x="2354302" y="367258"/>
                  </a:lnTo>
                  <a:lnTo>
                    <a:pt x="2353230" y="367514"/>
                  </a:lnTo>
                  <a:lnTo>
                    <a:pt x="2352159" y="367770"/>
                  </a:lnTo>
                  <a:lnTo>
                    <a:pt x="2351087" y="368027"/>
                  </a:lnTo>
                  <a:lnTo>
                    <a:pt x="2350016" y="368285"/>
                  </a:lnTo>
                  <a:lnTo>
                    <a:pt x="2348944" y="368543"/>
                  </a:lnTo>
                  <a:lnTo>
                    <a:pt x="2347872" y="368802"/>
                  </a:lnTo>
                  <a:lnTo>
                    <a:pt x="2346801" y="369061"/>
                  </a:lnTo>
                  <a:lnTo>
                    <a:pt x="2345729" y="369321"/>
                  </a:lnTo>
                  <a:lnTo>
                    <a:pt x="2344658" y="369582"/>
                  </a:lnTo>
                  <a:lnTo>
                    <a:pt x="2343586" y="369844"/>
                  </a:lnTo>
                  <a:lnTo>
                    <a:pt x="2342514" y="370106"/>
                  </a:lnTo>
                  <a:lnTo>
                    <a:pt x="2341443" y="370369"/>
                  </a:lnTo>
                  <a:lnTo>
                    <a:pt x="2340371" y="370632"/>
                  </a:lnTo>
                  <a:lnTo>
                    <a:pt x="2339300" y="370897"/>
                  </a:lnTo>
                  <a:lnTo>
                    <a:pt x="2338228" y="371161"/>
                  </a:lnTo>
                  <a:lnTo>
                    <a:pt x="2337156" y="371427"/>
                  </a:lnTo>
                  <a:lnTo>
                    <a:pt x="2336085" y="371693"/>
                  </a:lnTo>
                  <a:lnTo>
                    <a:pt x="2335013" y="371960"/>
                  </a:lnTo>
                  <a:lnTo>
                    <a:pt x="2333942" y="372228"/>
                  </a:lnTo>
                  <a:lnTo>
                    <a:pt x="2332870" y="372496"/>
                  </a:lnTo>
                  <a:lnTo>
                    <a:pt x="2331798" y="372765"/>
                  </a:lnTo>
                  <a:lnTo>
                    <a:pt x="2330727" y="373034"/>
                  </a:lnTo>
                  <a:lnTo>
                    <a:pt x="2329655" y="373304"/>
                  </a:lnTo>
                  <a:lnTo>
                    <a:pt x="2328584" y="373575"/>
                  </a:lnTo>
                  <a:lnTo>
                    <a:pt x="2327512" y="373847"/>
                  </a:lnTo>
                  <a:lnTo>
                    <a:pt x="2326440" y="374119"/>
                  </a:lnTo>
                  <a:lnTo>
                    <a:pt x="2325369" y="374392"/>
                  </a:lnTo>
                  <a:lnTo>
                    <a:pt x="2324297" y="374666"/>
                  </a:lnTo>
                  <a:lnTo>
                    <a:pt x="2323226" y="374940"/>
                  </a:lnTo>
                  <a:lnTo>
                    <a:pt x="2322154" y="375215"/>
                  </a:lnTo>
                  <a:lnTo>
                    <a:pt x="2321082" y="375490"/>
                  </a:lnTo>
                  <a:lnTo>
                    <a:pt x="2320011" y="375766"/>
                  </a:lnTo>
                  <a:lnTo>
                    <a:pt x="2318939" y="376043"/>
                  </a:lnTo>
                  <a:lnTo>
                    <a:pt x="2317868" y="376321"/>
                  </a:lnTo>
                  <a:lnTo>
                    <a:pt x="2316796" y="376599"/>
                  </a:lnTo>
                  <a:lnTo>
                    <a:pt x="2315724" y="376878"/>
                  </a:lnTo>
                  <a:lnTo>
                    <a:pt x="2314653" y="377158"/>
                  </a:lnTo>
                  <a:lnTo>
                    <a:pt x="2313581" y="377438"/>
                  </a:lnTo>
                  <a:lnTo>
                    <a:pt x="2312510" y="377719"/>
                  </a:lnTo>
                  <a:lnTo>
                    <a:pt x="2311438" y="378001"/>
                  </a:lnTo>
                  <a:lnTo>
                    <a:pt x="2310366" y="378283"/>
                  </a:lnTo>
                  <a:lnTo>
                    <a:pt x="2309295" y="378566"/>
                  </a:lnTo>
                  <a:lnTo>
                    <a:pt x="2308223" y="378850"/>
                  </a:lnTo>
                  <a:lnTo>
                    <a:pt x="2307152" y="379134"/>
                  </a:lnTo>
                  <a:lnTo>
                    <a:pt x="2306080" y="379419"/>
                  </a:lnTo>
                  <a:lnTo>
                    <a:pt x="2305009" y="379705"/>
                  </a:lnTo>
                  <a:lnTo>
                    <a:pt x="2303937" y="379991"/>
                  </a:lnTo>
                  <a:lnTo>
                    <a:pt x="2302865" y="380278"/>
                  </a:lnTo>
                  <a:lnTo>
                    <a:pt x="2301794" y="380566"/>
                  </a:lnTo>
                  <a:lnTo>
                    <a:pt x="2300722" y="380854"/>
                  </a:lnTo>
                  <a:lnTo>
                    <a:pt x="2299651" y="381143"/>
                  </a:lnTo>
                  <a:lnTo>
                    <a:pt x="2298579" y="381433"/>
                  </a:lnTo>
                  <a:lnTo>
                    <a:pt x="2297507" y="381724"/>
                  </a:lnTo>
                  <a:lnTo>
                    <a:pt x="2296436" y="382015"/>
                  </a:lnTo>
                  <a:lnTo>
                    <a:pt x="2295364" y="382306"/>
                  </a:lnTo>
                  <a:lnTo>
                    <a:pt x="2294293" y="382599"/>
                  </a:lnTo>
                  <a:lnTo>
                    <a:pt x="2293221" y="382892"/>
                  </a:lnTo>
                  <a:lnTo>
                    <a:pt x="2292149" y="383186"/>
                  </a:lnTo>
                  <a:lnTo>
                    <a:pt x="2291078" y="383480"/>
                  </a:lnTo>
                  <a:lnTo>
                    <a:pt x="2290006" y="383776"/>
                  </a:lnTo>
                  <a:lnTo>
                    <a:pt x="2288935" y="384072"/>
                  </a:lnTo>
                  <a:lnTo>
                    <a:pt x="2287863" y="384368"/>
                  </a:lnTo>
                  <a:lnTo>
                    <a:pt x="2286791" y="384665"/>
                  </a:lnTo>
                  <a:lnTo>
                    <a:pt x="2285720" y="384963"/>
                  </a:lnTo>
                  <a:lnTo>
                    <a:pt x="2284648" y="385262"/>
                  </a:lnTo>
                  <a:lnTo>
                    <a:pt x="2283577" y="385561"/>
                  </a:lnTo>
                  <a:lnTo>
                    <a:pt x="2282505" y="385861"/>
                  </a:lnTo>
                  <a:lnTo>
                    <a:pt x="2281433" y="386162"/>
                  </a:lnTo>
                  <a:lnTo>
                    <a:pt x="2280362" y="386463"/>
                  </a:lnTo>
                  <a:lnTo>
                    <a:pt x="2279290" y="386765"/>
                  </a:lnTo>
                  <a:lnTo>
                    <a:pt x="2278219" y="387068"/>
                  </a:lnTo>
                  <a:lnTo>
                    <a:pt x="2277147" y="387371"/>
                  </a:lnTo>
                  <a:lnTo>
                    <a:pt x="2276075" y="387675"/>
                  </a:lnTo>
                  <a:lnTo>
                    <a:pt x="2275004" y="387980"/>
                  </a:lnTo>
                  <a:lnTo>
                    <a:pt x="2273932" y="388286"/>
                  </a:lnTo>
                  <a:lnTo>
                    <a:pt x="2272861" y="388592"/>
                  </a:lnTo>
                  <a:lnTo>
                    <a:pt x="2271789" y="388898"/>
                  </a:lnTo>
                  <a:lnTo>
                    <a:pt x="2270717" y="389206"/>
                  </a:lnTo>
                  <a:lnTo>
                    <a:pt x="2269646" y="389514"/>
                  </a:lnTo>
                  <a:lnTo>
                    <a:pt x="2268574" y="389823"/>
                  </a:lnTo>
                  <a:lnTo>
                    <a:pt x="2267503" y="390133"/>
                  </a:lnTo>
                  <a:lnTo>
                    <a:pt x="2266431" y="390443"/>
                  </a:lnTo>
                  <a:lnTo>
                    <a:pt x="2265359" y="390754"/>
                  </a:lnTo>
                  <a:lnTo>
                    <a:pt x="2264288" y="391065"/>
                  </a:lnTo>
                  <a:lnTo>
                    <a:pt x="2263216" y="391378"/>
                  </a:lnTo>
                  <a:lnTo>
                    <a:pt x="2262145" y="391691"/>
                  </a:lnTo>
                  <a:lnTo>
                    <a:pt x="2261073" y="392005"/>
                  </a:lnTo>
                  <a:lnTo>
                    <a:pt x="2260001" y="392319"/>
                  </a:lnTo>
                  <a:lnTo>
                    <a:pt x="2258930" y="392634"/>
                  </a:lnTo>
                  <a:lnTo>
                    <a:pt x="2257858" y="392950"/>
                  </a:lnTo>
                  <a:lnTo>
                    <a:pt x="2256787" y="393266"/>
                  </a:lnTo>
                  <a:lnTo>
                    <a:pt x="2255715" y="393583"/>
                  </a:lnTo>
                  <a:lnTo>
                    <a:pt x="2254643" y="393901"/>
                  </a:lnTo>
                  <a:lnTo>
                    <a:pt x="2253572" y="394220"/>
                  </a:lnTo>
                  <a:lnTo>
                    <a:pt x="2252500" y="394539"/>
                  </a:lnTo>
                  <a:lnTo>
                    <a:pt x="2251429" y="394859"/>
                  </a:lnTo>
                  <a:lnTo>
                    <a:pt x="2250357" y="395180"/>
                  </a:lnTo>
                  <a:lnTo>
                    <a:pt x="2249285" y="395501"/>
                  </a:lnTo>
                  <a:lnTo>
                    <a:pt x="2248214" y="395823"/>
                  </a:lnTo>
                  <a:lnTo>
                    <a:pt x="2247142" y="396146"/>
                  </a:lnTo>
                  <a:lnTo>
                    <a:pt x="2246071" y="396469"/>
                  </a:lnTo>
                  <a:lnTo>
                    <a:pt x="2244999" y="396793"/>
                  </a:lnTo>
                  <a:lnTo>
                    <a:pt x="2243927" y="397118"/>
                  </a:lnTo>
                  <a:lnTo>
                    <a:pt x="2242856" y="397443"/>
                  </a:lnTo>
                  <a:lnTo>
                    <a:pt x="2241784" y="397770"/>
                  </a:lnTo>
                  <a:lnTo>
                    <a:pt x="2240713" y="398096"/>
                  </a:lnTo>
                  <a:lnTo>
                    <a:pt x="2239641" y="398424"/>
                  </a:lnTo>
                  <a:lnTo>
                    <a:pt x="2238569" y="398752"/>
                  </a:lnTo>
                  <a:lnTo>
                    <a:pt x="2237498" y="399081"/>
                  </a:lnTo>
                  <a:lnTo>
                    <a:pt x="2236426" y="399411"/>
                  </a:lnTo>
                  <a:lnTo>
                    <a:pt x="2235355" y="399741"/>
                  </a:lnTo>
                  <a:lnTo>
                    <a:pt x="2234283" y="400072"/>
                  </a:lnTo>
                  <a:lnTo>
                    <a:pt x="2233211" y="400404"/>
                  </a:lnTo>
                  <a:lnTo>
                    <a:pt x="2232140" y="400737"/>
                  </a:lnTo>
                  <a:lnTo>
                    <a:pt x="2231068" y="401070"/>
                  </a:lnTo>
                  <a:lnTo>
                    <a:pt x="2229997" y="401404"/>
                  </a:lnTo>
                  <a:lnTo>
                    <a:pt x="2228925" y="401738"/>
                  </a:lnTo>
                  <a:lnTo>
                    <a:pt x="2227853" y="402073"/>
                  </a:lnTo>
                  <a:lnTo>
                    <a:pt x="2226782" y="402409"/>
                  </a:lnTo>
                  <a:lnTo>
                    <a:pt x="2225710" y="402746"/>
                  </a:lnTo>
                  <a:lnTo>
                    <a:pt x="2224639" y="403083"/>
                  </a:lnTo>
                  <a:lnTo>
                    <a:pt x="2223567" y="403421"/>
                  </a:lnTo>
                  <a:lnTo>
                    <a:pt x="2222495" y="403760"/>
                  </a:lnTo>
                  <a:lnTo>
                    <a:pt x="2221424" y="404100"/>
                  </a:lnTo>
                  <a:lnTo>
                    <a:pt x="2220352" y="404440"/>
                  </a:lnTo>
                  <a:lnTo>
                    <a:pt x="2219281" y="404781"/>
                  </a:lnTo>
                  <a:lnTo>
                    <a:pt x="2218209" y="405122"/>
                  </a:lnTo>
                  <a:lnTo>
                    <a:pt x="2217137" y="405465"/>
                  </a:lnTo>
                  <a:lnTo>
                    <a:pt x="2216066" y="405808"/>
                  </a:lnTo>
                  <a:lnTo>
                    <a:pt x="2214994" y="406151"/>
                  </a:lnTo>
                  <a:lnTo>
                    <a:pt x="2213923" y="406496"/>
                  </a:lnTo>
                  <a:lnTo>
                    <a:pt x="2212851" y="406841"/>
                  </a:lnTo>
                  <a:lnTo>
                    <a:pt x="2211779" y="407187"/>
                  </a:lnTo>
                  <a:lnTo>
                    <a:pt x="2210708" y="407533"/>
                  </a:lnTo>
                  <a:lnTo>
                    <a:pt x="2209636" y="407880"/>
                  </a:lnTo>
                  <a:lnTo>
                    <a:pt x="2208565" y="408228"/>
                  </a:lnTo>
                  <a:lnTo>
                    <a:pt x="2207493" y="408577"/>
                  </a:lnTo>
                  <a:lnTo>
                    <a:pt x="2206421" y="408926"/>
                  </a:lnTo>
                  <a:lnTo>
                    <a:pt x="2205350" y="409276"/>
                  </a:lnTo>
                  <a:lnTo>
                    <a:pt x="2204278" y="409627"/>
                  </a:lnTo>
                  <a:lnTo>
                    <a:pt x="2203207" y="409978"/>
                  </a:lnTo>
                  <a:lnTo>
                    <a:pt x="2202135" y="410331"/>
                  </a:lnTo>
                  <a:lnTo>
                    <a:pt x="2201063" y="410683"/>
                  </a:lnTo>
                  <a:lnTo>
                    <a:pt x="2199992" y="411037"/>
                  </a:lnTo>
                  <a:lnTo>
                    <a:pt x="2198920" y="411391"/>
                  </a:lnTo>
                  <a:lnTo>
                    <a:pt x="2197849" y="411746"/>
                  </a:lnTo>
                  <a:lnTo>
                    <a:pt x="2196777" y="412102"/>
                  </a:lnTo>
                  <a:lnTo>
                    <a:pt x="2195705" y="412459"/>
                  </a:lnTo>
                  <a:lnTo>
                    <a:pt x="2194634" y="412816"/>
                  </a:lnTo>
                  <a:lnTo>
                    <a:pt x="2193562" y="413174"/>
                  </a:lnTo>
                  <a:lnTo>
                    <a:pt x="2192491" y="413532"/>
                  </a:lnTo>
                  <a:lnTo>
                    <a:pt x="2191419" y="413891"/>
                  </a:lnTo>
                  <a:lnTo>
                    <a:pt x="2190347" y="414251"/>
                  </a:lnTo>
                  <a:lnTo>
                    <a:pt x="2189276" y="414612"/>
                  </a:lnTo>
                  <a:lnTo>
                    <a:pt x="2188204" y="414974"/>
                  </a:lnTo>
                  <a:lnTo>
                    <a:pt x="2187133" y="415336"/>
                  </a:lnTo>
                  <a:lnTo>
                    <a:pt x="2186061" y="415699"/>
                  </a:lnTo>
                  <a:lnTo>
                    <a:pt x="2184989" y="416062"/>
                  </a:lnTo>
                  <a:lnTo>
                    <a:pt x="2183918" y="416427"/>
                  </a:lnTo>
                  <a:lnTo>
                    <a:pt x="2182846" y="416792"/>
                  </a:lnTo>
                  <a:lnTo>
                    <a:pt x="2181775" y="417157"/>
                  </a:lnTo>
                  <a:lnTo>
                    <a:pt x="2180703" y="417524"/>
                  </a:lnTo>
                  <a:lnTo>
                    <a:pt x="2179631" y="417891"/>
                  </a:lnTo>
                  <a:lnTo>
                    <a:pt x="2178560" y="418259"/>
                  </a:lnTo>
                  <a:lnTo>
                    <a:pt x="2177488" y="418627"/>
                  </a:lnTo>
                  <a:lnTo>
                    <a:pt x="2176417" y="418997"/>
                  </a:lnTo>
                  <a:lnTo>
                    <a:pt x="2175345" y="419367"/>
                  </a:lnTo>
                  <a:lnTo>
                    <a:pt x="2174273" y="419738"/>
                  </a:lnTo>
                  <a:lnTo>
                    <a:pt x="2173202" y="420109"/>
                  </a:lnTo>
                  <a:lnTo>
                    <a:pt x="2172130" y="420481"/>
                  </a:lnTo>
                  <a:lnTo>
                    <a:pt x="2171059" y="420854"/>
                  </a:lnTo>
                  <a:lnTo>
                    <a:pt x="2169987" y="421228"/>
                  </a:lnTo>
                  <a:lnTo>
                    <a:pt x="2168915" y="421602"/>
                  </a:lnTo>
                  <a:lnTo>
                    <a:pt x="2167844" y="421977"/>
                  </a:lnTo>
                  <a:lnTo>
                    <a:pt x="2166772" y="422353"/>
                  </a:lnTo>
                  <a:lnTo>
                    <a:pt x="2165701" y="422730"/>
                  </a:lnTo>
                  <a:lnTo>
                    <a:pt x="2164629" y="423107"/>
                  </a:lnTo>
                  <a:lnTo>
                    <a:pt x="2163557" y="423485"/>
                  </a:lnTo>
                  <a:lnTo>
                    <a:pt x="2162486" y="423864"/>
                  </a:lnTo>
                  <a:lnTo>
                    <a:pt x="2161414" y="424243"/>
                  </a:lnTo>
                  <a:lnTo>
                    <a:pt x="2160343" y="424623"/>
                  </a:lnTo>
                  <a:lnTo>
                    <a:pt x="2159271" y="425004"/>
                  </a:lnTo>
                  <a:lnTo>
                    <a:pt x="2158199" y="425386"/>
                  </a:lnTo>
                  <a:lnTo>
                    <a:pt x="2157128" y="425768"/>
                  </a:lnTo>
                  <a:lnTo>
                    <a:pt x="2156056" y="426151"/>
                  </a:lnTo>
                  <a:lnTo>
                    <a:pt x="2154985" y="426535"/>
                  </a:lnTo>
                  <a:lnTo>
                    <a:pt x="2153913" y="426920"/>
                  </a:lnTo>
                  <a:lnTo>
                    <a:pt x="2152841" y="427305"/>
                  </a:lnTo>
                  <a:lnTo>
                    <a:pt x="2151770" y="427691"/>
                  </a:lnTo>
                  <a:lnTo>
                    <a:pt x="2150698" y="428078"/>
                  </a:lnTo>
                  <a:lnTo>
                    <a:pt x="2149627" y="428465"/>
                  </a:lnTo>
                  <a:lnTo>
                    <a:pt x="2148555" y="428853"/>
                  </a:lnTo>
                  <a:lnTo>
                    <a:pt x="2147483" y="429242"/>
                  </a:lnTo>
                  <a:lnTo>
                    <a:pt x="2146412" y="429632"/>
                  </a:lnTo>
                  <a:lnTo>
                    <a:pt x="2145340" y="430022"/>
                  </a:lnTo>
                  <a:lnTo>
                    <a:pt x="2144269" y="430414"/>
                  </a:lnTo>
                  <a:lnTo>
                    <a:pt x="2143197" y="430805"/>
                  </a:lnTo>
                  <a:lnTo>
                    <a:pt x="2142125" y="431198"/>
                  </a:lnTo>
                  <a:lnTo>
                    <a:pt x="2141054" y="431591"/>
                  </a:lnTo>
                  <a:lnTo>
                    <a:pt x="2139982" y="431985"/>
                  </a:lnTo>
                  <a:lnTo>
                    <a:pt x="2138911" y="432380"/>
                  </a:lnTo>
                  <a:lnTo>
                    <a:pt x="2137839" y="432776"/>
                  </a:lnTo>
                  <a:lnTo>
                    <a:pt x="2136767" y="433172"/>
                  </a:lnTo>
                  <a:lnTo>
                    <a:pt x="2135696" y="433569"/>
                  </a:lnTo>
                  <a:lnTo>
                    <a:pt x="2134624" y="433967"/>
                  </a:lnTo>
                  <a:lnTo>
                    <a:pt x="2133553" y="434365"/>
                  </a:lnTo>
                  <a:lnTo>
                    <a:pt x="2132481" y="434765"/>
                  </a:lnTo>
                  <a:lnTo>
                    <a:pt x="2131409" y="435165"/>
                  </a:lnTo>
                  <a:lnTo>
                    <a:pt x="2130338" y="435565"/>
                  </a:lnTo>
                  <a:lnTo>
                    <a:pt x="2129266" y="435967"/>
                  </a:lnTo>
                  <a:lnTo>
                    <a:pt x="2128195" y="436369"/>
                  </a:lnTo>
                  <a:lnTo>
                    <a:pt x="2127123" y="436772"/>
                  </a:lnTo>
                  <a:lnTo>
                    <a:pt x="2126052" y="437175"/>
                  </a:lnTo>
                  <a:lnTo>
                    <a:pt x="2124980" y="437580"/>
                  </a:lnTo>
                  <a:lnTo>
                    <a:pt x="2123908" y="437985"/>
                  </a:lnTo>
                  <a:lnTo>
                    <a:pt x="2122837" y="438391"/>
                  </a:lnTo>
                  <a:lnTo>
                    <a:pt x="2121765" y="438797"/>
                  </a:lnTo>
                  <a:lnTo>
                    <a:pt x="2120694" y="439205"/>
                  </a:lnTo>
                  <a:lnTo>
                    <a:pt x="2119622" y="439613"/>
                  </a:lnTo>
                  <a:lnTo>
                    <a:pt x="2118550" y="440022"/>
                  </a:lnTo>
                  <a:lnTo>
                    <a:pt x="2117479" y="440431"/>
                  </a:lnTo>
                  <a:lnTo>
                    <a:pt x="2116407" y="440841"/>
                  </a:lnTo>
                  <a:lnTo>
                    <a:pt x="2115336" y="441252"/>
                  </a:lnTo>
                  <a:lnTo>
                    <a:pt x="2114264" y="441664"/>
                  </a:lnTo>
                  <a:lnTo>
                    <a:pt x="2113192" y="442077"/>
                  </a:lnTo>
                  <a:lnTo>
                    <a:pt x="2112121" y="442490"/>
                  </a:lnTo>
                  <a:lnTo>
                    <a:pt x="2111049" y="442904"/>
                  </a:lnTo>
                  <a:lnTo>
                    <a:pt x="2109978" y="443318"/>
                  </a:lnTo>
                  <a:lnTo>
                    <a:pt x="2108906" y="443734"/>
                  </a:lnTo>
                  <a:lnTo>
                    <a:pt x="2107834" y="444150"/>
                  </a:lnTo>
                  <a:lnTo>
                    <a:pt x="2106763" y="444567"/>
                  </a:lnTo>
                  <a:lnTo>
                    <a:pt x="2105691" y="444984"/>
                  </a:lnTo>
                  <a:lnTo>
                    <a:pt x="2104620" y="445403"/>
                  </a:lnTo>
                  <a:lnTo>
                    <a:pt x="2103548" y="445822"/>
                  </a:lnTo>
                  <a:lnTo>
                    <a:pt x="2102476" y="446241"/>
                  </a:lnTo>
                  <a:lnTo>
                    <a:pt x="2101405" y="446662"/>
                  </a:lnTo>
                  <a:lnTo>
                    <a:pt x="2100333" y="447083"/>
                  </a:lnTo>
                  <a:lnTo>
                    <a:pt x="2099262" y="447505"/>
                  </a:lnTo>
                  <a:lnTo>
                    <a:pt x="2098190" y="447928"/>
                  </a:lnTo>
                  <a:lnTo>
                    <a:pt x="2097118" y="448351"/>
                  </a:lnTo>
                  <a:lnTo>
                    <a:pt x="2096047" y="448776"/>
                  </a:lnTo>
                  <a:lnTo>
                    <a:pt x="2094975" y="449200"/>
                  </a:lnTo>
                  <a:lnTo>
                    <a:pt x="2093904" y="449626"/>
                  </a:lnTo>
                  <a:lnTo>
                    <a:pt x="2092832" y="450052"/>
                  </a:lnTo>
                  <a:lnTo>
                    <a:pt x="2091760" y="450480"/>
                  </a:lnTo>
                  <a:lnTo>
                    <a:pt x="2090689" y="450907"/>
                  </a:lnTo>
                  <a:lnTo>
                    <a:pt x="2089617" y="451336"/>
                  </a:lnTo>
                  <a:lnTo>
                    <a:pt x="2088546" y="451765"/>
                  </a:lnTo>
                  <a:lnTo>
                    <a:pt x="2087474" y="452195"/>
                  </a:lnTo>
                  <a:lnTo>
                    <a:pt x="2086402" y="452626"/>
                  </a:lnTo>
                  <a:lnTo>
                    <a:pt x="2085331" y="453057"/>
                  </a:lnTo>
                  <a:lnTo>
                    <a:pt x="2084259" y="453490"/>
                  </a:lnTo>
                  <a:lnTo>
                    <a:pt x="2083188" y="453922"/>
                  </a:lnTo>
                  <a:lnTo>
                    <a:pt x="2082116" y="454356"/>
                  </a:lnTo>
                  <a:lnTo>
                    <a:pt x="2081044" y="454791"/>
                  </a:lnTo>
                  <a:lnTo>
                    <a:pt x="2079973" y="455226"/>
                  </a:lnTo>
                  <a:lnTo>
                    <a:pt x="2078901" y="455661"/>
                  </a:lnTo>
                  <a:lnTo>
                    <a:pt x="2077830" y="456098"/>
                  </a:lnTo>
                  <a:lnTo>
                    <a:pt x="2076758" y="456535"/>
                  </a:lnTo>
                  <a:lnTo>
                    <a:pt x="2075686" y="456973"/>
                  </a:lnTo>
                  <a:lnTo>
                    <a:pt x="2074615" y="457412"/>
                  </a:lnTo>
                  <a:lnTo>
                    <a:pt x="2073543" y="457852"/>
                  </a:lnTo>
                  <a:lnTo>
                    <a:pt x="2072472" y="458292"/>
                  </a:lnTo>
                  <a:lnTo>
                    <a:pt x="2071400" y="458733"/>
                  </a:lnTo>
                  <a:lnTo>
                    <a:pt x="2070328" y="459174"/>
                  </a:lnTo>
                  <a:lnTo>
                    <a:pt x="2069257" y="459617"/>
                  </a:lnTo>
                  <a:lnTo>
                    <a:pt x="2068185" y="460060"/>
                  </a:lnTo>
                  <a:lnTo>
                    <a:pt x="2067114" y="460504"/>
                  </a:lnTo>
                  <a:lnTo>
                    <a:pt x="2066042" y="460948"/>
                  </a:lnTo>
                  <a:lnTo>
                    <a:pt x="2064970" y="461393"/>
                  </a:lnTo>
                  <a:lnTo>
                    <a:pt x="2063899" y="461839"/>
                  </a:lnTo>
                  <a:lnTo>
                    <a:pt x="2062827" y="462286"/>
                  </a:lnTo>
                  <a:lnTo>
                    <a:pt x="2061756" y="462734"/>
                  </a:lnTo>
                  <a:lnTo>
                    <a:pt x="2060684" y="463182"/>
                  </a:lnTo>
                  <a:lnTo>
                    <a:pt x="2059612" y="463631"/>
                  </a:lnTo>
                  <a:lnTo>
                    <a:pt x="2058541" y="464080"/>
                  </a:lnTo>
                  <a:lnTo>
                    <a:pt x="2057469" y="464531"/>
                  </a:lnTo>
                  <a:lnTo>
                    <a:pt x="2056398" y="464982"/>
                  </a:lnTo>
                  <a:lnTo>
                    <a:pt x="2055326" y="465433"/>
                  </a:lnTo>
                  <a:lnTo>
                    <a:pt x="2054254" y="465886"/>
                  </a:lnTo>
                  <a:lnTo>
                    <a:pt x="2053183" y="466339"/>
                  </a:lnTo>
                  <a:lnTo>
                    <a:pt x="2052111" y="466793"/>
                  </a:lnTo>
                  <a:lnTo>
                    <a:pt x="2051040" y="467248"/>
                  </a:lnTo>
                  <a:lnTo>
                    <a:pt x="2049968" y="467703"/>
                  </a:lnTo>
                  <a:lnTo>
                    <a:pt x="2048896" y="468159"/>
                  </a:lnTo>
                  <a:lnTo>
                    <a:pt x="2047825" y="468616"/>
                  </a:lnTo>
                  <a:lnTo>
                    <a:pt x="2046753" y="469074"/>
                  </a:lnTo>
                  <a:lnTo>
                    <a:pt x="2045682" y="469532"/>
                  </a:lnTo>
                  <a:lnTo>
                    <a:pt x="2044610" y="469991"/>
                  </a:lnTo>
                  <a:lnTo>
                    <a:pt x="2043538" y="470451"/>
                  </a:lnTo>
                  <a:lnTo>
                    <a:pt x="2042467" y="470911"/>
                  </a:lnTo>
                  <a:lnTo>
                    <a:pt x="2041395" y="471372"/>
                  </a:lnTo>
                  <a:lnTo>
                    <a:pt x="2040324" y="471834"/>
                  </a:lnTo>
                  <a:lnTo>
                    <a:pt x="2039252" y="472297"/>
                  </a:lnTo>
                  <a:lnTo>
                    <a:pt x="2038180" y="472760"/>
                  </a:lnTo>
                  <a:lnTo>
                    <a:pt x="2037109" y="473224"/>
                  </a:lnTo>
                  <a:lnTo>
                    <a:pt x="2036037" y="473689"/>
                  </a:lnTo>
                  <a:lnTo>
                    <a:pt x="2034966" y="474154"/>
                  </a:lnTo>
                  <a:lnTo>
                    <a:pt x="2033894" y="474621"/>
                  </a:lnTo>
                  <a:lnTo>
                    <a:pt x="2032822" y="475088"/>
                  </a:lnTo>
                  <a:lnTo>
                    <a:pt x="2031751" y="475555"/>
                  </a:lnTo>
                  <a:lnTo>
                    <a:pt x="2030679" y="476024"/>
                  </a:lnTo>
                  <a:lnTo>
                    <a:pt x="2029608" y="476493"/>
                  </a:lnTo>
                  <a:lnTo>
                    <a:pt x="2028536" y="476962"/>
                  </a:lnTo>
                  <a:lnTo>
                    <a:pt x="2027464" y="477433"/>
                  </a:lnTo>
                  <a:lnTo>
                    <a:pt x="2026393" y="477904"/>
                  </a:lnTo>
                  <a:lnTo>
                    <a:pt x="2025321" y="478376"/>
                  </a:lnTo>
                  <a:lnTo>
                    <a:pt x="2024250" y="478849"/>
                  </a:lnTo>
                  <a:lnTo>
                    <a:pt x="2023178" y="479322"/>
                  </a:lnTo>
                  <a:lnTo>
                    <a:pt x="2022106" y="479796"/>
                  </a:lnTo>
                  <a:lnTo>
                    <a:pt x="2021035" y="480271"/>
                  </a:lnTo>
                  <a:lnTo>
                    <a:pt x="2019963" y="480746"/>
                  </a:lnTo>
                  <a:lnTo>
                    <a:pt x="2018892" y="481222"/>
                  </a:lnTo>
                  <a:lnTo>
                    <a:pt x="2017820" y="481699"/>
                  </a:lnTo>
                  <a:lnTo>
                    <a:pt x="2016748" y="482177"/>
                  </a:lnTo>
                  <a:lnTo>
                    <a:pt x="2015677" y="482655"/>
                  </a:lnTo>
                  <a:lnTo>
                    <a:pt x="2014605" y="483134"/>
                  </a:lnTo>
                  <a:lnTo>
                    <a:pt x="2013534" y="483614"/>
                  </a:lnTo>
                  <a:lnTo>
                    <a:pt x="2012462" y="484095"/>
                  </a:lnTo>
                  <a:lnTo>
                    <a:pt x="2011390" y="484576"/>
                  </a:lnTo>
                  <a:lnTo>
                    <a:pt x="2010319" y="485058"/>
                  </a:lnTo>
                  <a:lnTo>
                    <a:pt x="2009247" y="485540"/>
                  </a:lnTo>
                  <a:lnTo>
                    <a:pt x="2008176" y="486024"/>
                  </a:lnTo>
                  <a:lnTo>
                    <a:pt x="2007104" y="486508"/>
                  </a:lnTo>
                  <a:lnTo>
                    <a:pt x="2006032" y="486992"/>
                  </a:lnTo>
                  <a:lnTo>
                    <a:pt x="2004961" y="487478"/>
                  </a:lnTo>
                  <a:lnTo>
                    <a:pt x="2003889" y="487964"/>
                  </a:lnTo>
                  <a:lnTo>
                    <a:pt x="2002818" y="488451"/>
                  </a:lnTo>
                  <a:lnTo>
                    <a:pt x="2001746" y="488938"/>
                  </a:lnTo>
                  <a:lnTo>
                    <a:pt x="2000674" y="489427"/>
                  </a:lnTo>
                  <a:lnTo>
                    <a:pt x="1999603" y="489916"/>
                  </a:lnTo>
                  <a:lnTo>
                    <a:pt x="1998531" y="490405"/>
                  </a:lnTo>
                  <a:lnTo>
                    <a:pt x="1997460" y="490896"/>
                  </a:lnTo>
                  <a:lnTo>
                    <a:pt x="1996388" y="491387"/>
                  </a:lnTo>
                  <a:lnTo>
                    <a:pt x="1995316" y="491878"/>
                  </a:lnTo>
                  <a:lnTo>
                    <a:pt x="1994245" y="492371"/>
                  </a:lnTo>
                  <a:lnTo>
                    <a:pt x="1993173" y="492864"/>
                  </a:lnTo>
                  <a:lnTo>
                    <a:pt x="1992102" y="493358"/>
                  </a:lnTo>
                  <a:lnTo>
                    <a:pt x="1991030" y="493853"/>
                  </a:lnTo>
                  <a:lnTo>
                    <a:pt x="1989958" y="494348"/>
                  </a:lnTo>
                  <a:lnTo>
                    <a:pt x="1988887" y="494844"/>
                  </a:lnTo>
                  <a:lnTo>
                    <a:pt x="1987815" y="495341"/>
                  </a:lnTo>
                  <a:lnTo>
                    <a:pt x="1986744" y="495838"/>
                  </a:lnTo>
                  <a:lnTo>
                    <a:pt x="1985672" y="496336"/>
                  </a:lnTo>
                  <a:lnTo>
                    <a:pt x="1984600" y="496835"/>
                  </a:lnTo>
                  <a:lnTo>
                    <a:pt x="1983529" y="497334"/>
                  </a:lnTo>
                  <a:lnTo>
                    <a:pt x="1982457" y="497835"/>
                  </a:lnTo>
                  <a:lnTo>
                    <a:pt x="1981386" y="498336"/>
                  </a:lnTo>
                  <a:lnTo>
                    <a:pt x="1980314" y="498837"/>
                  </a:lnTo>
                  <a:lnTo>
                    <a:pt x="1979242" y="499339"/>
                  </a:lnTo>
                  <a:lnTo>
                    <a:pt x="1978171" y="499842"/>
                  </a:lnTo>
                  <a:lnTo>
                    <a:pt x="1977099" y="500346"/>
                  </a:lnTo>
                  <a:lnTo>
                    <a:pt x="1976028" y="500851"/>
                  </a:lnTo>
                  <a:lnTo>
                    <a:pt x="1974956" y="501356"/>
                  </a:lnTo>
                  <a:lnTo>
                    <a:pt x="1973884" y="501861"/>
                  </a:lnTo>
                  <a:lnTo>
                    <a:pt x="1972813" y="502368"/>
                  </a:lnTo>
                  <a:lnTo>
                    <a:pt x="1971741" y="502875"/>
                  </a:lnTo>
                  <a:lnTo>
                    <a:pt x="1970670" y="503383"/>
                  </a:lnTo>
                  <a:lnTo>
                    <a:pt x="1969598" y="503891"/>
                  </a:lnTo>
                  <a:lnTo>
                    <a:pt x="1968526" y="504401"/>
                  </a:lnTo>
                  <a:lnTo>
                    <a:pt x="1967455" y="504911"/>
                  </a:lnTo>
                  <a:lnTo>
                    <a:pt x="1966383" y="505421"/>
                  </a:lnTo>
                  <a:lnTo>
                    <a:pt x="1965312" y="505932"/>
                  </a:lnTo>
                  <a:lnTo>
                    <a:pt x="1964240" y="506444"/>
                  </a:lnTo>
                  <a:lnTo>
                    <a:pt x="1963168" y="506957"/>
                  </a:lnTo>
                  <a:lnTo>
                    <a:pt x="1962097" y="507470"/>
                  </a:lnTo>
                  <a:lnTo>
                    <a:pt x="1961025" y="507985"/>
                  </a:lnTo>
                  <a:lnTo>
                    <a:pt x="1959954" y="508499"/>
                  </a:lnTo>
                  <a:lnTo>
                    <a:pt x="1958882" y="509015"/>
                  </a:lnTo>
                  <a:lnTo>
                    <a:pt x="1957810" y="509531"/>
                  </a:lnTo>
                  <a:lnTo>
                    <a:pt x="1956739" y="510048"/>
                  </a:lnTo>
                  <a:lnTo>
                    <a:pt x="1955667" y="510565"/>
                  </a:lnTo>
                  <a:lnTo>
                    <a:pt x="1954596" y="511083"/>
                  </a:lnTo>
                  <a:lnTo>
                    <a:pt x="1953524" y="511602"/>
                  </a:lnTo>
                  <a:lnTo>
                    <a:pt x="1952453" y="512122"/>
                  </a:lnTo>
                  <a:lnTo>
                    <a:pt x="1951381" y="512642"/>
                  </a:lnTo>
                  <a:lnTo>
                    <a:pt x="1950309" y="513163"/>
                  </a:lnTo>
                  <a:lnTo>
                    <a:pt x="1949238" y="513684"/>
                  </a:lnTo>
                  <a:lnTo>
                    <a:pt x="1948166" y="514206"/>
                  </a:lnTo>
                  <a:lnTo>
                    <a:pt x="1947095" y="514729"/>
                  </a:lnTo>
                  <a:lnTo>
                    <a:pt x="1946023" y="515253"/>
                  </a:lnTo>
                  <a:lnTo>
                    <a:pt x="1944951" y="515777"/>
                  </a:lnTo>
                  <a:lnTo>
                    <a:pt x="1943880" y="516302"/>
                  </a:lnTo>
                  <a:lnTo>
                    <a:pt x="1942808" y="516828"/>
                  </a:lnTo>
                  <a:lnTo>
                    <a:pt x="1941737" y="517354"/>
                  </a:lnTo>
                  <a:lnTo>
                    <a:pt x="1940665" y="517881"/>
                  </a:lnTo>
                  <a:lnTo>
                    <a:pt x="1939593" y="518409"/>
                  </a:lnTo>
                  <a:lnTo>
                    <a:pt x="1938522" y="518937"/>
                  </a:lnTo>
                  <a:lnTo>
                    <a:pt x="1937450" y="519466"/>
                  </a:lnTo>
                  <a:lnTo>
                    <a:pt x="1936379" y="519996"/>
                  </a:lnTo>
                  <a:lnTo>
                    <a:pt x="1935307" y="520526"/>
                  </a:lnTo>
                  <a:lnTo>
                    <a:pt x="1934235" y="521057"/>
                  </a:lnTo>
                  <a:lnTo>
                    <a:pt x="1933164" y="521588"/>
                  </a:lnTo>
                  <a:lnTo>
                    <a:pt x="1932092" y="522121"/>
                  </a:lnTo>
                  <a:lnTo>
                    <a:pt x="1931021" y="522654"/>
                  </a:lnTo>
                  <a:lnTo>
                    <a:pt x="1929949" y="523187"/>
                  </a:lnTo>
                  <a:lnTo>
                    <a:pt x="1928877" y="523722"/>
                  </a:lnTo>
                  <a:lnTo>
                    <a:pt x="1927806" y="524257"/>
                  </a:lnTo>
                  <a:lnTo>
                    <a:pt x="1926734" y="524792"/>
                  </a:lnTo>
                  <a:lnTo>
                    <a:pt x="1925663" y="525329"/>
                  </a:lnTo>
                  <a:lnTo>
                    <a:pt x="1924591" y="525866"/>
                  </a:lnTo>
                  <a:lnTo>
                    <a:pt x="1923519" y="526403"/>
                  </a:lnTo>
                  <a:lnTo>
                    <a:pt x="1922448" y="526941"/>
                  </a:lnTo>
                  <a:lnTo>
                    <a:pt x="1921376" y="527480"/>
                  </a:lnTo>
                  <a:lnTo>
                    <a:pt x="1920305" y="528020"/>
                  </a:lnTo>
                  <a:lnTo>
                    <a:pt x="1919233" y="528560"/>
                  </a:lnTo>
                  <a:lnTo>
                    <a:pt x="1918161" y="529101"/>
                  </a:lnTo>
                  <a:lnTo>
                    <a:pt x="1917090" y="529643"/>
                  </a:lnTo>
                  <a:lnTo>
                    <a:pt x="1916018" y="530185"/>
                  </a:lnTo>
                  <a:lnTo>
                    <a:pt x="1914947" y="530728"/>
                  </a:lnTo>
                  <a:lnTo>
                    <a:pt x="1913875" y="531271"/>
                  </a:lnTo>
                  <a:lnTo>
                    <a:pt x="1912803" y="531815"/>
                  </a:lnTo>
                  <a:lnTo>
                    <a:pt x="1911732" y="532360"/>
                  </a:lnTo>
                  <a:lnTo>
                    <a:pt x="1910660" y="532905"/>
                  </a:lnTo>
                  <a:lnTo>
                    <a:pt x="1909589" y="533451"/>
                  </a:lnTo>
                  <a:lnTo>
                    <a:pt x="1908517" y="533998"/>
                  </a:lnTo>
                  <a:lnTo>
                    <a:pt x="1907445" y="534545"/>
                  </a:lnTo>
                  <a:lnTo>
                    <a:pt x="1906374" y="535093"/>
                  </a:lnTo>
                  <a:lnTo>
                    <a:pt x="1905302" y="535642"/>
                  </a:lnTo>
                  <a:lnTo>
                    <a:pt x="1904231" y="536191"/>
                  </a:lnTo>
                  <a:lnTo>
                    <a:pt x="1903159" y="536741"/>
                  </a:lnTo>
                  <a:lnTo>
                    <a:pt x="1902087" y="537292"/>
                  </a:lnTo>
                  <a:lnTo>
                    <a:pt x="1901016" y="537843"/>
                  </a:lnTo>
                  <a:lnTo>
                    <a:pt x="1899944" y="538395"/>
                  </a:lnTo>
                  <a:lnTo>
                    <a:pt x="1898873" y="538947"/>
                  </a:lnTo>
                  <a:lnTo>
                    <a:pt x="1897801" y="539500"/>
                  </a:lnTo>
                  <a:lnTo>
                    <a:pt x="1896729" y="540054"/>
                  </a:lnTo>
                  <a:lnTo>
                    <a:pt x="1895658" y="540608"/>
                  </a:lnTo>
                  <a:lnTo>
                    <a:pt x="1894586" y="541163"/>
                  </a:lnTo>
                  <a:lnTo>
                    <a:pt x="1893515" y="541719"/>
                  </a:lnTo>
                  <a:lnTo>
                    <a:pt x="1892443" y="542275"/>
                  </a:lnTo>
                  <a:lnTo>
                    <a:pt x="1891371" y="542832"/>
                  </a:lnTo>
                  <a:lnTo>
                    <a:pt x="1890300" y="543389"/>
                  </a:lnTo>
                  <a:lnTo>
                    <a:pt x="1889228" y="543947"/>
                  </a:lnTo>
                  <a:lnTo>
                    <a:pt x="1888157" y="544506"/>
                  </a:lnTo>
                  <a:lnTo>
                    <a:pt x="1887085" y="545065"/>
                  </a:lnTo>
                  <a:lnTo>
                    <a:pt x="1886013" y="545625"/>
                  </a:lnTo>
                  <a:lnTo>
                    <a:pt x="1884942" y="546185"/>
                  </a:lnTo>
                  <a:lnTo>
                    <a:pt x="1883870" y="546747"/>
                  </a:lnTo>
                  <a:lnTo>
                    <a:pt x="1882799" y="547308"/>
                  </a:lnTo>
                  <a:lnTo>
                    <a:pt x="1881727" y="547871"/>
                  </a:lnTo>
                  <a:lnTo>
                    <a:pt x="1880655" y="548434"/>
                  </a:lnTo>
                  <a:lnTo>
                    <a:pt x="1879584" y="548997"/>
                  </a:lnTo>
                  <a:lnTo>
                    <a:pt x="1878512" y="549561"/>
                  </a:lnTo>
                  <a:lnTo>
                    <a:pt x="1877441" y="550126"/>
                  </a:lnTo>
                  <a:lnTo>
                    <a:pt x="1876369" y="550691"/>
                  </a:lnTo>
                  <a:lnTo>
                    <a:pt x="1875297" y="551257"/>
                  </a:lnTo>
                  <a:lnTo>
                    <a:pt x="1874226" y="551824"/>
                  </a:lnTo>
                  <a:lnTo>
                    <a:pt x="1873154" y="552391"/>
                  </a:lnTo>
                  <a:lnTo>
                    <a:pt x="1872083" y="552959"/>
                  </a:lnTo>
                  <a:lnTo>
                    <a:pt x="1871011" y="553527"/>
                  </a:lnTo>
                  <a:lnTo>
                    <a:pt x="1869939" y="554096"/>
                  </a:lnTo>
                  <a:lnTo>
                    <a:pt x="1868868" y="554666"/>
                  </a:lnTo>
                  <a:lnTo>
                    <a:pt x="1867796" y="555236"/>
                  </a:lnTo>
                  <a:lnTo>
                    <a:pt x="1866725" y="555806"/>
                  </a:lnTo>
                  <a:lnTo>
                    <a:pt x="1865653" y="556378"/>
                  </a:lnTo>
                  <a:lnTo>
                    <a:pt x="1864581" y="556949"/>
                  </a:lnTo>
                  <a:lnTo>
                    <a:pt x="1863510" y="557522"/>
                  </a:lnTo>
                  <a:lnTo>
                    <a:pt x="1862438" y="558095"/>
                  </a:lnTo>
                  <a:lnTo>
                    <a:pt x="1861367" y="558668"/>
                  </a:lnTo>
                  <a:lnTo>
                    <a:pt x="1860295" y="559242"/>
                  </a:lnTo>
                  <a:lnTo>
                    <a:pt x="1859223" y="559817"/>
                  </a:lnTo>
                  <a:lnTo>
                    <a:pt x="1858152" y="560392"/>
                  </a:lnTo>
                  <a:lnTo>
                    <a:pt x="1857080" y="560968"/>
                  </a:lnTo>
                  <a:lnTo>
                    <a:pt x="1856009" y="561545"/>
                  </a:lnTo>
                  <a:lnTo>
                    <a:pt x="1854937" y="562122"/>
                  </a:lnTo>
                  <a:lnTo>
                    <a:pt x="1853865" y="562699"/>
                  </a:lnTo>
                  <a:lnTo>
                    <a:pt x="1852794" y="563277"/>
                  </a:lnTo>
                  <a:lnTo>
                    <a:pt x="1851722" y="563856"/>
                  </a:lnTo>
                  <a:lnTo>
                    <a:pt x="1850651" y="564435"/>
                  </a:lnTo>
                  <a:lnTo>
                    <a:pt x="1849579" y="565015"/>
                  </a:lnTo>
                  <a:lnTo>
                    <a:pt x="1848507" y="565595"/>
                  </a:lnTo>
                  <a:lnTo>
                    <a:pt x="1847436" y="566176"/>
                  </a:lnTo>
                  <a:lnTo>
                    <a:pt x="1846364" y="566757"/>
                  </a:lnTo>
                  <a:lnTo>
                    <a:pt x="1845293" y="567339"/>
                  </a:lnTo>
                  <a:lnTo>
                    <a:pt x="1844221" y="567921"/>
                  </a:lnTo>
                  <a:lnTo>
                    <a:pt x="1843149" y="568504"/>
                  </a:lnTo>
                  <a:lnTo>
                    <a:pt x="1842078" y="569088"/>
                  </a:lnTo>
                  <a:lnTo>
                    <a:pt x="1841006" y="569672"/>
                  </a:lnTo>
                  <a:lnTo>
                    <a:pt x="1839935" y="570256"/>
                  </a:lnTo>
                  <a:lnTo>
                    <a:pt x="1838863" y="570841"/>
                  </a:lnTo>
                  <a:lnTo>
                    <a:pt x="1837791" y="571427"/>
                  </a:lnTo>
                  <a:lnTo>
                    <a:pt x="1836720" y="572013"/>
                  </a:lnTo>
                  <a:lnTo>
                    <a:pt x="1835648" y="572600"/>
                  </a:lnTo>
                  <a:lnTo>
                    <a:pt x="1834577" y="573187"/>
                  </a:lnTo>
                  <a:lnTo>
                    <a:pt x="1833505" y="573775"/>
                  </a:lnTo>
                  <a:lnTo>
                    <a:pt x="1832433" y="574363"/>
                  </a:lnTo>
                  <a:lnTo>
                    <a:pt x="1831362" y="574951"/>
                  </a:lnTo>
                  <a:lnTo>
                    <a:pt x="1830290" y="575541"/>
                  </a:lnTo>
                  <a:lnTo>
                    <a:pt x="1829219" y="576130"/>
                  </a:lnTo>
                  <a:lnTo>
                    <a:pt x="1828147" y="576720"/>
                  </a:lnTo>
                  <a:lnTo>
                    <a:pt x="1827075" y="577311"/>
                  </a:lnTo>
                  <a:lnTo>
                    <a:pt x="1826004" y="577902"/>
                  </a:lnTo>
                  <a:lnTo>
                    <a:pt x="1824932" y="578494"/>
                  </a:lnTo>
                  <a:lnTo>
                    <a:pt x="1823861" y="579086"/>
                  </a:lnTo>
                  <a:lnTo>
                    <a:pt x="1822789" y="579679"/>
                  </a:lnTo>
                  <a:lnTo>
                    <a:pt x="1821717" y="580272"/>
                  </a:lnTo>
                  <a:lnTo>
                    <a:pt x="1820646" y="580865"/>
                  </a:lnTo>
                  <a:lnTo>
                    <a:pt x="1819574" y="581459"/>
                  </a:lnTo>
                  <a:lnTo>
                    <a:pt x="1818503" y="582054"/>
                  </a:lnTo>
                  <a:lnTo>
                    <a:pt x="1817431" y="582649"/>
                  </a:lnTo>
                  <a:lnTo>
                    <a:pt x="1816359" y="583244"/>
                  </a:lnTo>
                  <a:lnTo>
                    <a:pt x="1815288" y="583840"/>
                  </a:lnTo>
                  <a:lnTo>
                    <a:pt x="1814216" y="584436"/>
                  </a:lnTo>
                  <a:lnTo>
                    <a:pt x="1813145" y="585033"/>
                  </a:lnTo>
                  <a:lnTo>
                    <a:pt x="1812073" y="585630"/>
                  </a:lnTo>
                  <a:lnTo>
                    <a:pt x="1811001" y="586228"/>
                  </a:lnTo>
                  <a:lnTo>
                    <a:pt x="1809930" y="586826"/>
                  </a:lnTo>
                  <a:lnTo>
                    <a:pt x="1808858" y="587425"/>
                  </a:lnTo>
                  <a:lnTo>
                    <a:pt x="1807787" y="588023"/>
                  </a:lnTo>
                  <a:lnTo>
                    <a:pt x="1806715" y="588623"/>
                  </a:lnTo>
                  <a:lnTo>
                    <a:pt x="1805643" y="589223"/>
                  </a:lnTo>
                  <a:lnTo>
                    <a:pt x="1804572" y="589823"/>
                  </a:lnTo>
                  <a:lnTo>
                    <a:pt x="1803500" y="590424"/>
                  </a:lnTo>
                  <a:lnTo>
                    <a:pt x="1802429" y="591025"/>
                  </a:lnTo>
                  <a:lnTo>
                    <a:pt x="1801357" y="591626"/>
                  </a:lnTo>
                  <a:lnTo>
                    <a:pt x="1800285" y="592228"/>
                  </a:lnTo>
                  <a:lnTo>
                    <a:pt x="1799214" y="592830"/>
                  </a:lnTo>
                  <a:lnTo>
                    <a:pt x="1798142" y="593433"/>
                  </a:lnTo>
                  <a:lnTo>
                    <a:pt x="1797071" y="594036"/>
                  </a:lnTo>
                  <a:lnTo>
                    <a:pt x="1795999" y="594640"/>
                  </a:lnTo>
                  <a:lnTo>
                    <a:pt x="1794927" y="595244"/>
                  </a:lnTo>
                  <a:lnTo>
                    <a:pt x="1793856" y="595848"/>
                  </a:lnTo>
                  <a:lnTo>
                    <a:pt x="1792784" y="596452"/>
                  </a:lnTo>
                  <a:lnTo>
                    <a:pt x="1791713" y="597057"/>
                  </a:lnTo>
                  <a:lnTo>
                    <a:pt x="1790641" y="597663"/>
                  </a:lnTo>
                  <a:lnTo>
                    <a:pt x="1789569" y="598268"/>
                  </a:lnTo>
                  <a:lnTo>
                    <a:pt x="1788498" y="598874"/>
                  </a:lnTo>
                  <a:lnTo>
                    <a:pt x="1787426" y="599481"/>
                  </a:lnTo>
                  <a:lnTo>
                    <a:pt x="1786355" y="600088"/>
                  </a:lnTo>
                  <a:lnTo>
                    <a:pt x="1785283" y="600695"/>
                  </a:lnTo>
                  <a:lnTo>
                    <a:pt x="1784211" y="601302"/>
                  </a:lnTo>
                  <a:lnTo>
                    <a:pt x="1783140" y="601910"/>
                  </a:lnTo>
                  <a:lnTo>
                    <a:pt x="1782068" y="602518"/>
                  </a:lnTo>
                  <a:lnTo>
                    <a:pt x="1780997" y="603127"/>
                  </a:lnTo>
                  <a:lnTo>
                    <a:pt x="1779925" y="603735"/>
                  </a:lnTo>
                  <a:lnTo>
                    <a:pt x="1778853" y="604344"/>
                  </a:lnTo>
                  <a:lnTo>
                    <a:pt x="1777782" y="604954"/>
                  </a:lnTo>
                  <a:lnTo>
                    <a:pt x="1776710" y="605564"/>
                  </a:lnTo>
                  <a:lnTo>
                    <a:pt x="1775639" y="606174"/>
                  </a:lnTo>
                  <a:lnTo>
                    <a:pt x="1774567" y="606784"/>
                  </a:lnTo>
                  <a:lnTo>
                    <a:pt x="1773496" y="607394"/>
                  </a:lnTo>
                  <a:lnTo>
                    <a:pt x="1772424" y="608005"/>
                  </a:lnTo>
                  <a:lnTo>
                    <a:pt x="1771352" y="608616"/>
                  </a:lnTo>
                  <a:lnTo>
                    <a:pt x="1770281" y="609228"/>
                  </a:lnTo>
                  <a:lnTo>
                    <a:pt x="1769209" y="609839"/>
                  </a:lnTo>
                  <a:lnTo>
                    <a:pt x="1768138" y="610451"/>
                  </a:lnTo>
                  <a:lnTo>
                    <a:pt x="1767066" y="611064"/>
                  </a:lnTo>
                  <a:lnTo>
                    <a:pt x="1765994" y="611676"/>
                  </a:lnTo>
                  <a:lnTo>
                    <a:pt x="1764923" y="612289"/>
                  </a:lnTo>
                  <a:lnTo>
                    <a:pt x="1763851" y="612902"/>
                  </a:lnTo>
                  <a:lnTo>
                    <a:pt x="1762780" y="613515"/>
                  </a:lnTo>
                  <a:lnTo>
                    <a:pt x="1761708" y="614128"/>
                  </a:lnTo>
                  <a:lnTo>
                    <a:pt x="1760636" y="614742"/>
                  </a:lnTo>
                  <a:lnTo>
                    <a:pt x="1759565" y="615355"/>
                  </a:lnTo>
                  <a:lnTo>
                    <a:pt x="1758493" y="615969"/>
                  </a:lnTo>
                  <a:lnTo>
                    <a:pt x="1757422" y="616584"/>
                  </a:lnTo>
                  <a:lnTo>
                    <a:pt x="1756350" y="617198"/>
                  </a:lnTo>
                  <a:lnTo>
                    <a:pt x="1755278" y="617813"/>
                  </a:lnTo>
                  <a:lnTo>
                    <a:pt x="1754207" y="618427"/>
                  </a:lnTo>
                  <a:lnTo>
                    <a:pt x="1753135" y="619042"/>
                  </a:lnTo>
                  <a:lnTo>
                    <a:pt x="1752064" y="619658"/>
                  </a:lnTo>
                  <a:lnTo>
                    <a:pt x="1750992" y="620273"/>
                  </a:lnTo>
                  <a:lnTo>
                    <a:pt x="1749920" y="620888"/>
                  </a:lnTo>
                  <a:lnTo>
                    <a:pt x="1748849" y="621504"/>
                  </a:lnTo>
                  <a:lnTo>
                    <a:pt x="1747777" y="622120"/>
                  </a:lnTo>
                  <a:lnTo>
                    <a:pt x="1746706" y="622735"/>
                  </a:lnTo>
                  <a:lnTo>
                    <a:pt x="1745634" y="623352"/>
                  </a:lnTo>
                  <a:lnTo>
                    <a:pt x="1744562" y="623968"/>
                  </a:lnTo>
                  <a:lnTo>
                    <a:pt x="1743491" y="624584"/>
                  </a:lnTo>
                  <a:lnTo>
                    <a:pt x="1742419" y="625200"/>
                  </a:lnTo>
                  <a:lnTo>
                    <a:pt x="1741348" y="625817"/>
                  </a:lnTo>
                  <a:lnTo>
                    <a:pt x="1740276" y="626433"/>
                  </a:lnTo>
                  <a:lnTo>
                    <a:pt x="1739204" y="627050"/>
                  </a:lnTo>
                  <a:lnTo>
                    <a:pt x="1738133" y="627667"/>
                  </a:lnTo>
                  <a:lnTo>
                    <a:pt x="1737061" y="628283"/>
                  </a:lnTo>
                  <a:lnTo>
                    <a:pt x="1735990" y="628900"/>
                  </a:lnTo>
                  <a:lnTo>
                    <a:pt x="1734918" y="629517"/>
                  </a:lnTo>
                  <a:lnTo>
                    <a:pt x="1733846" y="630134"/>
                  </a:lnTo>
                  <a:lnTo>
                    <a:pt x="1732775" y="630751"/>
                  </a:lnTo>
                  <a:lnTo>
                    <a:pt x="1731703" y="631368"/>
                  </a:lnTo>
                  <a:lnTo>
                    <a:pt x="1730632" y="631985"/>
                  </a:lnTo>
                  <a:lnTo>
                    <a:pt x="1729560" y="632602"/>
                  </a:lnTo>
                  <a:lnTo>
                    <a:pt x="1728488" y="633219"/>
                  </a:lnTo>
                  <a:lnTo>
                    <a:pt x="1727417" y="633836"/>
                  </a:lnTo>
                  <a:lnTo>
                    <a:pt x="1726345" y="634453"/>
                  </a:lnTo>
                  <a:lnTo>
                    <a:pt x="1725274" y="635070"/>
                  </a:lnTo>
                  <a:lnTo>
                    <a:pt x="1724202" y="635687"/>
                  </a:lnTo>
                  <a:lnTo>
                    <a:pt x="1723130" y="636304"/>
                  </a:lnTo>
                  <a:lnTo>
                    <a:pt x="1722059" y="636921"/>
                  </a:lnTo>
                  <a:lnTo>
                    <a:pt x="1720987" y="637538"/>
                  </a:lnTo>
                  <a:lnTo>
                    <a:pt x="1719916" y="638155"/>
                  </a:lnTo>
                  <a:lnTo>
                    <a:pt x="1718844" y="638772"/>
                  </a:lnTo>
                  <a:lnTo>
                    <a:pt x="1717772" y="639389"/>
                  </a:lnTo>
                  <a:lnTo>
                    <a:pt x="1716701" y="640005"/>
                  </a:lnTo>
                  <a:lnTo>
                    <a:pt x="1715629" y="640622"/>
                  </a:lnTo>
                  <a:lnTo>
                    <a:pt x="1714558" y="641238"/>
                  </a:lnTo>
                  <a:lnTo>
                    <a:pt x="1713486" y="641855"/>
                  </a:lnTo>
                  <a:lnTo>
                    <a:pt x="1712414" y="642471"/>
                  </a:lnTo>
                  <a:lnTo>
                    <a:pt x="1711343" y="643087"/>
                  </a:lnTo>
                  <a:lnTo>
                    <a:pt x="1710271" y="643703"/>
                  </a:lnTo>
                  <a:lnTo>
                    <a:pt x="1709200" y="644319"/>
                  </a:lnTo>
                  <a:lnTo>
                    <a:pt x="1708128" y="644934"/>
                  </a:lnTo>
                  <a:lnTo>
                    <a:pt x="1707056" y="645550"/>
                  </a:lnTo>
                  <a:lnTo>
                    <a:pt x="1705985" y="646165"/>
                  </a:lnTo>
                  <a:lnTo>
                    <a:pt x="1704913" y="646781"/>
                  </a:lnTo>
                  <a:lnTo>
                    <a:pt x="1703842" y="647395"/>
                  </a:lnTo>
                  <a:lnTo>
                    <a:pt x="1702770" y="648010"/>
                  </a:lnTo>
                  <a:lnTo>
                    <a:pt x="1701698" y="648625"/>
                  </a:lnTo>
                  <a:lnTo>
                    <a:pt x="1700627" y="649239"/>
                  </a:lnTo>
                  <a:lnTo>
                    <a:pt x="1699555" y="649853"/>
                  </a:lnTo>
                  <a:lnTo>
                    <a:pt x="1698484" y="650467"/>
                  </a:lnTo>
                  <a:lnTo>
                    <a:pt x="1697412" y="651081"/>
                  </a:lnTo>
                  <a:lnTo>
                    <a:pt x="1696340" y="651694"/>
                  </a:lnTo>
                  <a:lnTo>
                    <a:pt x="1695269" y="652307"/>
                  </a:lnTo>
                  <a:lnTo>
                    <a:pt x="1694197" y="652920"/>
                  </a:lnTo>
                  <a:lnTo>
                    <a:pt x="1693126" y="653533"/>
                  </a:lnTo>
                  <a:lnTo>
                    <a:pt x="1692054" y="654145"/>
                  </a:lnTo>
                  <a:lnTo>
                    <a:pt x="1690982" y="654757"/>
                  </a:lnTo>
                  <a:lnTo>
                    <a:pt x="1689911" y="655369"/>
                  </a:lnTo>
                  <a:lnTo>
                    <a:pt x="1688839" y="655980"/>
                  </a:lnTo>
                  <a:lnTo>
                    <a:pt x="1687768" y="656591"/>
                  </a:lnTo>
                  <a:lnTo>
                    <a:pt x="1686696" y="657201"/>
                  </a:lnTo>
                  <a:lnTo>
                    <a:pt x="1685624" y="657812"/>
                  </a:lnTo>
                  <a:lnTo>
                    <a:pt x="1684553" y="658422"/>
                  </a:lnTo>
                  <a:lnTo>
                    <a:pt x="1683481" y="659031"/>
                  </a:lnTo>
                  <a:lnTo>
                    <a:pt x="1682410" y="659640"/>
                  </a:lnTo>
                  <a:lnTo>
                    <a:pt x="1681338" y="660249"/>
                  </a:lnTo>
                  <a:lnTo>
                    <a:pt x="1680266" y="660857"/>
                  </a:lnTo>
                  <a:lnTo>
                    <a:pt x="1679195" y="661465"/>
                  </a:lnTo>
                  <a:lnTo>
                    <a:pt x="1678123" y="662073"/>
                  </a:lnTo>
                  <a:lnTo>
                    <a:pt x="1677052" y="662680"/>
                  </a:lnTo>
                  <a:lnTo>
                    <a:pt x="1675980" y="663286"/>
                  </a:lnTo>
                  <a:lnTo>
                    <a:pt x="1674908" y="663893"/>
                  </a:lnTo>
                  <a:lnTo>
                    <a:pt x="1673837" y="664498"/>
                  </a:lnTo>
                  <a:lnTo>
                    <a:pt x="1672765" y="665103"/>
                  </a:lnTo>
                  <a:lnTo>
                    <a:pt x="1671694" y="665708"/>
                  </a:lnTo>
                  <a:lnTo>
                    <a:pt x="1670622" y="666312"/>
                  </a:lnTo>
                  <a:lnTo>
                    <a:pt x="1669550" y="666916"/>
                  </a:lnTo>
                  <a:lnTo>
                    <a:pt x="1668479" y="667519"/>
                  </a:lnTo>
                  <a:lnTo>
                    <a:pt x="1667407" y="668122"/>
                  </a:lnTo>
                  <a:lnTo>
                    <a:pt x="1666336" y="668724"/>
                  </a:lnTo>
                  <a:lnTo>
                    <a:pt x="1665264" y="669325"/>
                  </a:lnTo>
                  <a:lnTo>
                    <a:pt x="1664192" y="669926"/>
                  </a:lnTo>
                  <a:lnTo>
                    <a:pt x="1663121" y="670527"/>
                  </a:lnTo>
                  <a:lnTo>
                    <a:pt x="1662049" y="671126"/>
                  </a:lnTo>
                  <a:lnTo>
                    <a:pt x="1660978" y="671726"/>
                  </a:lnTo>
                  <a:lnTo>
                    <a:pt x="1659906" y="672324"/>
                  </a:lnTo>
                  <a:lnTo>
                    <a:pt x="1658834" y="672922"/>
                  </a:lnTo>
                  <a:lnTo>
                    <a:pt x="1657763" y="673519"/>
                  </a:lnTo>
                  <a:lnTo>
                    <a:pt x="1656691" y="674116"/>
                  </a:lnTo>
                  <a:lnTo>
                    <a:pt x="1655620" y="674712"/>
                  </a:lnTo>
                  <a:lnTo>
                    <a:pt x="1654548" y="675307"/>
                  </a:lnTo>
                  <a:lnTo>
                    <a:pt x="1653476" y="675902"/>
                  </a:lnTo>
                  <a:lnTo>
                    <a:pt x="1652405" y="676496"/>
                  </a:lnTo>
                  <a:lnTo>
                    <a:pt x="1651333" y="677089"/>
                  </a:lnTo>
                  <a:lnTo>
                    <a:pt x="1650262" y="677682"/>
                  </a:lnTo>
                  <a:lnTo>
                    <a:pt x="1649190" y="678273"/>
                  </a:lnTo>
                  <a:lnTo>
                    <a:pt x="1648118" y="678864"/>
                  </a:lnTo>
                  <a:lnTo>
                    <a:pt x="1647047" y="679455"/>
                  </a:lnTo>
                  <a:lnTo>
                    <a:pt x="1645975" y="680044"/>
                  </a:lnTo>
                  <a:lnTo>
                    <a:pt x="1644904" y="680633"/>
                  </a:lnTo>
                  <a:lnTo>
                    <a:pt x="1643832" y="681221"/>
                  </a:lnTo>
                  <a:lnTo>
                    <a:pt x="1642760" y="681808"/>
                  </a:lnTo>
                  <a:lnTo>
                    <a:pt x="1641689" y="682395"/>
                  </a:lnTo>
                  <a:lnTo>
                    <a:pt x="1640617" y="682980"/>
                  </a:lnTo>
                  <a:lnTo>
                    <a:pt x="1639546" y="683565"/>
                  </a:lnTo>
                  <a:lnTo>
                    <a:pt x="1638474" y="684149"/>
                  </a:lnTo>
                  <a:lnTo>
                    <a:pt x="1637402" y="684732"/>
                  </a:lnTo>
                  <a:lnTo>
                    <a:pt x="1636331" y="685314"/>
                  </a:lnTo>
                  <a:lnTo>
                    <a:pt x="1635259" y="685896"/>
                  </a:lnTo>
                  <a:lnTo>
                    <a:pt x="1634188" y="686476"/>
                  </a:lnTo>
                  <a:lnTo>
                    <a:pt x="1633116" y="687056"/>
                  </a:lnTo>
                  <a:lnTo>
                    <a:pt x="1632044" y="687634"/>
                  </a:lnTo>
                  <a:lnTo>
                    <a:pt x="1630973" y="688212"/>
                  </a:lnTo>
                  <a:lnTo>
                    <a:pt x="1629901" y="688789"/>
                  </a:lnTo>
                  <a:lnTo>
                    <a:pt x="1628830" y="689365"/>
                  </a:lnTo>
                  <a:lnTo>
                    <a:pt x="1627758" y="689939"/>
                  </a:lnTo>
                  <a:lnTo>
                    <a:pt x="1626686" y="690513"/>
                  </a:lnTo>
                  <a:lnTo>
                    <a:pt x="1625615" y="691086"/>
                  </a:lnTo>
                  <a:lnTo>
                    <a:pt x="1624543" y="691658"/>
                  </a:lnTo>
                  <a:lnTo>
                    <a:pt x="1623472" y="692229"/>
                  </a:lnTo>
                  <a:lnTo>
                    <a:pt x="1622400" y="692799"/>
                  </a:lnTo>
                  <a:lnTo>
                    <a:pt x="1621328" y="693368"/>
                  </a:lnTo>
                  <a:lnTo>
                    <a:pt x="1620257" y="693936"/>
                  </a:lnTo>
                  <a:lnTo>
                    <a:pt x="1619185" y="694503"/>
                  </a:lnTo>
                  <a:lnTo>
                    <a:pt x="1618114" y="695069"/>
                  </a:lnTo>
                  <a:lnTo>
                    <a:pt x="1617042" y="695633"/>
                  </a:lnTo>
                  <a:lnTo>
                    <a:pt x="1615970" y="696197"/>
                  </a:lnTo>
                  <a:lnTo>
                    <a:pt x="1614899" y="697018"/>
                  </a:lnTo>
                  <a:lnTo>
                    <a:pt x="1613827" y="697854"/>
                  </a:lnTo>
                  <a:lnTo>
                    <a:pt x="1612756" y="698689"/>
                  </a:lnTo>
                  <a:lnTo>
                    <a:pt x="1611684" y="699524"/>
                  </a:lnTo>
                  <a:lnTo>
                    <a:pt x="1610612" y="700359"/>
                  </a:lnTo>
                  <a:lnTo>
                    <a:pt x="1609541" y="701193"/>
                  </a:lnTo>
                  <a:lnTo>
                    <a:pt x="1608469" y="702027"/>
                  </a:lnTo>
                  <a:lnTo>
                    <a:pt x="1607398" y="702861"/>
                  </a:lnTo>
                  <a:lnTo>
                    <a:pt x="1606326" y="703695"/>
                  </a:lnTo>
                  <a:lnTo>
                    <a:pt x="1605254" y="704528"/>
                  </a:lnTo>
                  <a:lnTo>
                    <a:pt x="1604183" y="705361"/>
                  </a:lnTo>
                  <a:lnTo>
                    <a:pt x="1603111" y="706194"/>
                  </a:lnTo>
                  <a:lnTo>
                    <a:pt x="1602040" y="707027"/>
                  </a:lnTo>
                  <a:lnTo>
                    <a:pt x="1600968" y="707859"/>
                  </a:lnTo>
                  <a:lnTo>
                    <a:pt x="1599896" y="708691"/>
                  </a:lnTo>
                  <a:lnTo>
                    <a:pt x="1598825" y="709523"/>
                  </a:lnTo>
                  <a:lnTo>
                    <a:pt x="1597753" y="710354"/>
                  </a:lnTo>
                  <a:lnTo>
                    <a:pt x="1596682" y="711186"/>
                  </a:lnTo>
                  <a:lnTo>
                    <a:pt x="1595610" y="712017"/>
                  </a:lnTo>
                  <a:lnTo>
                    <a:pt x="1594539" y="712848"/>
                  </a:lnTo>
                  <a:lnTo>
                    <a:pt x="1593467" y="713678"/>
                  </a:lnTo>
                  <a:lnTo>
                    <a:pt x="1592395" y="714509"/>
                  </a:lnTo>
                  <a:lnTo>
                    <a:pt x="1591324" y="715339"/>
                  </a:lnTo>
                  <a:lnTo>
                    <a:pt x="1590252" y="716169"/>
                  </a:lnTo>
                  <a:lnTo>
                    <a:pt x="1589181" y="716999"/>
                  </a:lnTo>
                  <a:lnTo>
                    <a:pt x="1588109" y="717828"/>
                  </a:lnTo>
                  <a:lnTo>
                    <a:pt x="1587037" y="718658"/>
                  </a:lnTo>
                  <a:lnTo>
                    <a:pt x="1585966" y="719487"/>
                  </a:lnTo>
                  <a:lnTo>
                    <a:pt x="1584894" y="720316"/>
                  </a:lnTo>
                  <a:lnTo>
                    <a:pt x="1583823" y="721145"/>
                  </a:lnTo>
                  <a:lnTo>
                    <a:pt x="1582751" y="721973"/>
                  </a:lnTo>
                  <a:lnTo>
                    <a:pt x="1581679" y="722802"/>
                  </a:lnTo>
                  <a:lnTo>
                    <a:pt x="1580608" y="723630"/>
                  </a:lnTo>
                  <a:lnTo>
                    <a:pt x="1579536" y="724458"/>
                  </a:lnTo>
                  <a:lnTo>
                    <a:pt x="1578465" y="725286"/>
                  </a:lnTo>
                  <a:lnTo>
                    <a:pt x="1577393" y="726113"/>
                  </a:lnTo>
                  <a:lnTo>
                    <a:pt x="1576321" y="726941"/>
                  </a:lnTo>
                  <a:lnTo>
                    <a:pt x="1575250" y="727768"/>
                  </a:lnTo>
                  <a:lnTo>
                    <a:pt x="1574178" y="728595"/>
                  </a:lnTo>
                  <a:lnTo>
                    <a:pt x="1573107" y="729422"/>
                  </a:lnTo>
                  <a:lnTo>
                    <a:pt x="1572035" y="730249"/>
                  </a:lnTo>
                  <a:lnTo>
                    <a:pt x="1570963" y="731075"/>
                  </a:lnTo>
                  <a:lnTo>
                    <a:pt x="1569892" y="731902"/>
                  </a:lnTo>
                  <a:lnTo>
                    <a:pt x="1568820" y="732728"/>
                  </a:lnTo>
                  <a:lnTo>
                    <a:pt x="1567749" y="733554"/>
                  </a:lnTo>
                  <a:lnTo>
                    <a:pt x="1566677" y="734380"/>
                  </a:lnTo>
                  <a:lnTo>
                    <a:pt x="1565605" y="735206"/>
                  </a:lnTo>
                  <a:lnTo>
                    <a:pt x="1564534" y="736031"/>
                  </a:lnTo>
                  <a:lnTo>
                    <a:pt x="1563462" y="736857"/>
                  </a:lnTo>
                  <a:lnTo>
                    <a:pt x="1562391" y="737682"/>
                  </a:lnTo>
                  <a:lnTo>
                    <a:pt x="1561319" y="738507"/>
                  </a:lnTo>
                  <a:lnTo>
                    <a:pt x="1560247" y="739332"/>
                  </a:lnTo>
                  <a:lnTo>
                    <a:pt x="1559176" y="740157"/>
                  </a:lnTo>
                  <a:lnTo>
                    <a:pt x="1558104" y="740981"/>
                  </a:lnTo>
                  <a:lnTo>
                    <a:pt x="1557033" y="741806"/>
                  </a:lnTo>
                  <a:lnTo>
                    <a:pt x="1555961" y="742630"/>
                  </a:lnTo>
                  <a:lnTo>
                    <a:pt x="1554889" y="743454"/>
                  </a:lnTo>
                  <a:lnTo>
                    <a:pt x="1553818" y="744278"/>
                  </a:lnTo>
                  <a:lnTo>
                    <a:pt x="1552746" y="745102"/>
                  </a:lnTo>
                  <a:lnTo>
                    <a:pt x="1551675" y="745925"/>
                  </a:lnTo>
                  <a:lnTo>
                    <a:pt x="1550603" y="746749"/>
                  </a:lnTo>
                  <a:lnTo>
                    <a:pt x="1549531" y="747572"/>
                  </a:lnTo>
                  <a:lnTo>
                    <a:pt x="1548460" y="748395"/>
                  </a:lnTo>
                  <a:lnTo>
                    <a:pt x="1547388" y="749218"/>
                  </a:lnTo>
                  <a:lnTo>
                    <a:pt x="1546317" y="750041"/>
                  </a:lnTo>
                  <a:lnTo>
                    <a:pt x="1545245" y="750863"/>
                  </a:lnTo>
                  <a:lnTo>
                    <a:pt x="1544173" y="751686"/>
                  </a:lnTo>
                  <a:lnTo>
                    <a:pt x="1543102" y="752508"/>
                  </a:lnTo>
                  <a:lnTo>
                    <a:pt x="1542030" y="753330"/>
                  </a:lnTo>
                  <a:lnTo>
                    <a:pt x="1540959" y="754152"/>
                  </a:lnTo>
                  <a:lnTo>
                    <a:pt x="1539887" y="754974"/>
                  </a:lnTo>
                  <a:lnTo>
                    <a:pt x="1538815" y="755796"/>
                  </a:lnTo>
                  <a:lnTo>
                    <a:pt x="1537744" y="756617"/>
                  </a:lnTo>
                  <a:lnTo>
                    <a:pt x="1536672" y="757438"/>
                  </a:lnTo>
                  <a:lnTo>
                    <a:pt x="1535601" y="758260"/>
                  </a:lnTo>
                  <a:lnTo>
                    <a:pt x="1534529" y="759081"/>
                  </a:lnTo>
                  <a:lnTo>
                    <a:pt x="1533457" y="759901"/>
                  </a:lnTo>
                  <a:lnTo>
                    <a:pt x="1532386" y="760722"/>
                  </a:lnTo>
                  <a:lnTo>
                    <a:pt x="1531314" y="761542"/>
                  </a:lnTo>
                  <a:lnTo>
                    <a:pt x="1530243" y="762363"/>
                  </a:lnTo>
                  <a:lnTo>
                    <a:pt x="1529171" y="763183"/>
                  </a:lnTo>
                  <a:lnTo>
                    <a:pt x="1528099" y="764003"/>
                  </a:lnTo>
                  <a:lnTo>
                    <a:pt x="1527028" y="764822"/>
                  </a:lnTo>
                  <a:lnTo>
                    <a:pt x="1525956" y="765642"/>
                  </a:lnTo>
                  <a:lnTo>
                    <a:pt x="1524885" y="766461"/>
                  </a:lnTo>
                  <a:lnTo>
                    <a:pt x="1523813" y="767280"/>
                  </a:lnTo>
                  <a:lnTo>
                    <a:pt x="1522741" y="768099"/>
                  </a:lnTo>
                  <a:lnTo>
                    <a:pt x="1521670" y="768918"/>
                  </a:lnTo>
                  <a:lnTo>
                    <a:pt x="1520598" y="769737"/>
                  </a:lnTo>
                  <a:lnTo>
                    <a:pt x="1519527" y="770555"/>
                  </a:lnTo>
                  <a:lnTo>
                    <a:pt x="1518455" y="771374"/>
                  </a:lnTo>
                  <a:lnTo>
                    <a:pt x="1517383" y="772192"/>
                  </a:lnTo>
                  <a:lnTo>
                    <a:pt x="1516312" y="773010"/>
                  </a:lnTo>
                  <a:lnTo>
                    <a:pt x="1515240" y="773827"/>
                  </a:lnTo>
                  <a:lnTo>
                    <a:pt x="1514169" y="774645"/>
                  </a:lnTo>
                  <a:lnTo>
                    <a:pt x="1513097" y="775462"/>
                  </a:lnTo>
                  <a:lnTo>
                    <a:pt x="1512025" y="776279"/>
                  </a:lnTo>
                  <a:lnTo>
                    <a:pt x="1510954" y="777096"/>
                  </a:lnTo>
                  <a:lnTo>
                    <a:pt x="1509882" y="777913"/>
                  </a:lnTo>
                  <a:lnTo>
                    <a:pt x="1508811" y="778729"/>
                  </a:lnTo>
                  <a:lnTo>
                    <a:pt x="1507739" y="779546"/>
                  </a:lnTo>
                  <a:lnTo>
                    <a:pt x="1506667" y="780362"/>
                  </a:lnTo>
                  <a:lnTo>
                    <a:pt x="1505596" y="781177"/>
                  </a:lnTo>
                  <a:lnTo>
                    <a:pt x="1504524" y="781993"/>
                  </a:lnTo>
                  <a:lnTo>
                    <a:pt x="1503453" y="782809"/>
                  </a:lnTo>
                  <a:lnTo>
                    <a:pt x="1502381" y="783624"/>
                  </a:lnTo>
                  <a:lnTo>
                    <a:pt x="1501309" y="784439"/>
                  </a:lnTo>
                  <a:lnTo>
                    <a:pt x="1500238" y="785254"/>
                  </a:lnTo>
                  <a:lnTo>
                    <a:pt x="1499166" y="786068"/>
                  </a:lnTo>
                  <a:lnTo>
                    <a:pt x="1498095" y="786882"/>
                  </a:lnTo>
                  <a:lnTo>
                    <a:pt x="1497023" y="787697"/>
                  </a:lnTo>
                  <a:lnTo>
                    <a:pt x="1495951" y="788510"/>
                  </a:lnTo>
                  <a:lnTo>
                    <a:pt x="1494880" y="789324"/>
                  </a:lnTo>
                  <a:lnTo>
                    <a:pt x="1493808" y="790138"/>
                  </a:lnTo>
                  <a:lnTo>
                    <a:pt x="1492737" y="790951"/>
                  </a:lnTo>
                  <a:lnTo>
                    <a:pt x="1491665" y="791764"/>
                  </a:lnTo>
                  <a:lnTo>
                    <a:pt x="1490593" y="792576"/>
                  </a:lnTo>
                  <a:lnTo>
                    <a:pt x="1489522" y="793389"/>
                  </a:lnTo>
                  <a:lnTo>
                    <a:pt x="1488450" y="794201"/>
                  </a:lnTo>
                  <a:lnTo>
                    <a:pt x="1487379" y="795013"/>
                  </a:lnTo>
                  <a:lnTo>
                    <a:pt x="1486307" y="795825"/>
                  </a:lnTo>
                  <a:lnTo>
                    <a:pt x="1485235" y="796636"/>
                  </a:lnTo>
                  <a:lnTo>
                    <a:pt x="1484164" y="797448"/>
                  </a:lnTo>
                  <a:lnTo>
                    <a:pt x="1483092" y="798259"/>
                  </a:lnTo>
                  <a:lnTo>
                    <a:pt x="1482021" y="799069"/>
                  </a:lnTo>
                  <a:lnTo>
                    <a:pt x="1480949" y="799880"/>
                  </a:lnTo>
                  <a:lnTo>
                    <a:pt x="1479877" y="800690"/>
                  </a:lnTo>
                  <a:lnTo>
                    <a:pt x="1478806" y="801500"/>
                  </a:lnTo>
                  <a:lnTo>
                    <a:pt x="1477734" y="802310"/>
                  </a:lnTo>
                  <a:lnTo>
                    <a:pt x="1476663" y="803119"/>
                  </a:lnTo>
                  <a:lnTo>
                    <a:pt x="1475591" y="803928"/>
                  </a:lnTo>
                  <a:lnTo>
                    <a:pt x="1474519" y="804737"/>
                  </a:lnTo>
                  <a:lnTo>
                    <a:pt x="1473448" y="805545"/>
                  </a:lnTo>
                  <a:lnTo>
                    <a:pt x="1472376" y="806354"/>
                  </a:lnTo>
                  <a:lnTo>
                    <a:pt x="1471305" y="807162"/>
                  </a:lnTo>
                  <a:lnTo>
                    <a:pt x="1470233" y="807970"/>
                  </a:lnTo>
                  <a:lnTo>
                    <a:pt x="1469161" y="808777"/>
                  </a:lnTo>
                  <a:lnTo>
                    <a:pt x="1468090" y="809584"/>
                  </a:lnTo>
                  <a:lnTo>
                    <a:pt x="1467018" y="810391"/>
                  </a:lnTo>
                  <a:lnTo>
                    <a:pt x="1465947" y="811198"/>
                  </a:lnTo>
                  <a:lnTo>
                    <a:pt x="1464875" y="812004"/>
                  </a:lnTo>
                  <a:lnTo>
                    <a:pt x="1463803" y="812810"/>
                  </a:lnTo>
                  <a:lnTo>
                    <a:pt x="1462732" y="813616"/>
                  </a:lnTo>
                  <a:lnTo>
                    <a:pt x="1461660" y="814421"/>
                  </a:lnTo>
                  <a:lnTo>
                    <a:pt x="1460589" y="815226"/>
                  </a:lnTo>
                  <a:lnTo>
                    <a:pt x="1459517" y="816031"/>
                  </a:lnTo>
                  <a:lnTo>
                    <a:pt x="1458445" y="816835"/>
                  </a:lnTo>
                  <a:lnTo>
                    <a:pt x="1457374" y="817639"/>
                  </a:lnTo>
                  <a:lnTo>
                    <a:pt x="1456302" y="818443"/>
                  </a:lnTo>
                  <a:lnTo>
                    <a:pt x="1455231" y="819247"/>
                  </a:lnTo>
                  <a:lnTo>
                    <a:pt x="1454159" y="820050"/>
                  </a:lnTo>
                  <a:lnTo>
                    <a:pt x="1453087" y="820853"/>
                  </a:lnTo>
                  <a:lnTo>
                    <a:pt x="1452016" y="821655"/>
                  </a:lnTo>
                  <a:lnTo>
                    <a:pt x="1450944" y="822457"/>
                  </a:lnTo>
                  <a:lnTo>
                    <a:pt x="1449873" y="823259"/>
                  </a:lnTo>
                  <a:lnTo>
                    <a:pt x="1448801" y="824061"/>
                  </a:lnTo>
                  <a:lnTo>
                    <a:pt x="1447729" y="824862"/>
                  </a:lnTo>
                  <a:lnTo>
                    <a:pt x="1446658" y="825663"/>
                  </a:lnTo>
                  <a:lnTo>
                    <a:pt x="1445586" y="826463"/>
                  </a:lnTo>
                  <a:lnTo>
                    <a:pt x="1444515" y="827263"/>
                  </a:lnTo>
                  <a:lnTo>
                    <a:pt x="1443443" y="828063"/>
                  </a:lnTo>
                  <a:lnTo>
                    <a:pt x="1442371" y="828862"/>
                  </a:lnTo>
                  <a:lnTo>
                    <a:pt x="1441300" y="829662"/>
                  </a:lnTo>
                  <a:lnTo>
                    <a:pt x="1440228" y="830460"/>
                  </a:lnTo>
                  <a:lnTo>
                    <a:pt x="1439157" y="831259"/>
                  </a:lnTo>
                  <a:lnTo>
                    <a:pt x="1438085" y="832057"/>
                  </a:lnTo>
                  <a:lnTo>
                    <a:pt x="1437013" y="832854"/>
                  </a:lnTo>
                  <a:lnTo>
                    <a:pt x="1435942" y="833652"/>
                  </a:lnTo>
                  <a:lnTo>
                    <a:pt x="1434870" y="834448"/>
                  </a:lnTo>
                  <a:lnTo>
                    <a:pt x="1433799" y="835245"/>
                  </a:lnTo>
                  <a:lnTo>
                    <a:pt x="1432727" y="836041"/>
                  </a:lnTo>
                  <a:lnTo>
                    <a:pt x="1431655" y="836837"/>
                  </a:lnTo>
                  <a:lnTo>
                    <a:pt x="1430584" y="837632"/>
                  </a:lnTo>
                  <a:lnTo>
                    <a:pt x="1429512" y="838427"/>
                  </a:lnTo>
                  <a:lnTo>
                    <a:pt x="1428441" y="839222"/>
                  </a:lnTo>
                  <a:lnTo>
                    <a:pt x="1427369" y="840016"/>
                  </a:lnTo>
                  <a:lnTo>
                    <a:pt x="1426297" y="840810"/>
                  </a:lnTo>
                  <a:lnTo>
                    <a:pt x="1425226" y="841603"/>
                  </a:lnTo>
                  <a:lnTo>
                    <a:pt x="1424154" y="842396"/>
                  </a:lnTo>
                  <a:lnTo>
                    <a:pt x="1423083" y="843189"/>
                  </a:lnTo>
                  <a:lnTo>
                    <a:pt x="1422011" y="843981"/>
                  </a:lnTo>
                  <a:lnTo>
                    <a:pt x="1420939" y="844773"/>
                  </a:lnTo>
                  <a:lnTo>
                    <a:pt x="1419868" y="845564"/>
                  </a:lnTo>
                  <a:lnTo>
                    <a:pt x="1418796" y="846355"/>
                  </a:lnTo>
                  <a:lnTo>
                    <a:pt x="1417725" y="847146"/>
                  </a:lnTo>
                  <a:lnTo>
                    <a:pt x="1416653" y="847936"/>
                  </a:lnTo>
                  <a:lnTo>
                    <a:pt x="1415582" y="848726"/>
                  </a:lnTo>
                  <a:lnTo>
                    <a:pt x="1414510" y="849515"/>
                  </a:lnTo>
                  <a:lnTo>
                    <a:pt x="1413438" y="850304"/>
                  </a:lnTo>
                  <a:lnTo>
                    <a:pt x="1412367" y="851092"/>
                  </a:lnTo>
                  <a:lnTo>
                    <a:pt x="1411295" y="851880"/>
                  </a:lnTo>
                  <a:lnTo>
                    <a:pt x="1410224" y="852668"/>
                  </a:lnTo>
                  <a:lnTo>
                    <a:pt x="1409152" y="853455"/>
                  </a:lnTo>
                  <a:lnTo>
                    <a:pt x="1408080" y="854242"/>
                  </a:lnTo>
                  <a:lnTo>
                    <a:pt x="1407009" y="855028"/>
                  </a:lnTo>
                  <a:lnTo>
                    <a:pt x="1405937" y="855814"/>
                  </a:lnTo>
                  <a:lnTo>
                    <a:pt x="1404866" y="856599"/>
                  </a:lnTo>
                  <a:lnTo>
                    <a:pt x="1403794" y="857384"/>
                  </a:lnTo>
                  <a:lnTo>
                    <a:pt x="1402722" y="858168"/>
                  </a:lnTo>
                  <a:lnTo>
                    <a:pt x="1401651" y="858952"/>
                  </a:lnTo>
                  <a:lnTo>
                    <a:pt x="1400579" y="859736"/>
                  </a:lnTo>
                  <a:lnTo>
                    <a:pt x="1399508" y="860519"/>
                  </a:lnTo>
                  <a:lnTo>
                    <a:pt x="1398436" y="861301"/>
                  </a:lnTo>
                  <a:lnTo>
                    <a:pt x="1397364" y="862084"/>
                  </a:lnTo>
                  <a:lnTo>
                    <a:pt x="1396293" y="862865"/>
                  </a:lnTo>
                  <a:lnTo>
                    <a:pt x="1395221" y="863646"/>
                  </a:lnTo>
                  <a:lnTo>
                    <a:pt x="1394150" y="864427"/>
                  </a:lnTo>
                  <a:lnTo>
                    <a:pt x="1393078" y="865207"/>
                  </a:lnTo>
                  <a:lnTo>
                    <a:pt x="1392006" y="865987"/>
                  </a:lnTo>
                  <a:lnTo>
                    <a:pt x="1390935" y="866766"/>
                  </a:lnTo>
                  <a:lnTo>
                    <a:pt x="1389863" y="867545"/>
                  </a:lnTo>
                  <a:lnTo>
                    <a:pt x="1388792" y="868323"/>
                  </a:lnTo>
                  <a:lnTo>
                    <a:pt x="1387720" y="869101"/>
                  </a:lnTo>
                  <a:lnTo>
                    <a:pt x="1386648" y="869878"/>
                  </a:lnTo>
                  <a:lnTo>
                    <a:pt x="1385577" y="870655"/>
                  </a:lnTo>
                  <a:lnTo>
                    <a:pt x="1384505" y="871431"/>
                  </a:lnTo>
                  <a:lnTo>
                    <a:pt x="1383434" y="872207"/>
                  </a:lnTo>
                  <a:lnTo>
                    <a:pt x="1382362" y="872982"/>
                  </a:lnTo>
                  <a:lnTo>
                    <a:pt x="1381290" y="873757"/>
                  </a:lnTo>
                  <a:lnTo>
                    <a:pt x="1380219" y="874531"/>
                  </a:lnTo>
                  <a:lnTo>
                    <a:pt x="1379147" y="875305"/>
                  </a:lnTo>
                  <a:lnTo>
                    <a:pt x="1378076" y="876078"/>
                  </a:lnTo>
                  <a:lnTo>
                    <a:pt x="1377004" y="876851"/>
                  </a:lnTo>
                  <a:lnTo>
                    <a:pt x="1375932" y="877623"/>
                  </a:lnTo>
                  <a:lnTo>
                    <a:pt x="1374861" y="878395"/>
                  </a:lnTo>
                  <a:lnTo>
                    <a:pt x="1373789" y="879166"/>
                  </a:lnTo>
                  <a:lnTo>
                    <a:pt x="1372718" y="879936"/>
                  </a:lnTo>
                  <a:lnTo>
                    <a:pt x="1371646" y="880706"/>
                  </a:lnTo>
                  <a:lnTo>
                    <a:pt x="1370574" y="881476"/>
                  </a:lnTo>
                  <a:lnTo>
                    <a:pt x="1369503" y="882245"/>
                  </a:lnTo>
                  <a:lnTo>
                    <a:pt x="1368431" y="883013"/>
                  </a:lnTo>
                  <a:lnTo>
                    <a:pt x="1367360" y="883781"/>
                  </a:lnTo>
                  <a:lnTo>
                    <a:pt x="1366288" y="884548"/>
                  </a:lnTo>
                  <a:lnTo>
                    <a:pt x="1365216" y="885315"/>
                  </a:lnTo>
                  <a:lnTo>
                    <a:pt x="1364145" y="886081"/>
                  </a:lnTo>
                  <a:lnTo>
                    <a:pt x="1363073" y="886847"/>
                  </a:lnTo>
                  <a:lnTo>
                    <a:pt x="1362002" y="887612"/>
                  </a:lnTo>
                  <a:lnTo>
                    <a:pt x="1360930" y="888376"/>
                  </a:lnTo>
                  <a:lnTo>
                    <a:pt x="1359858" y="889140"/>
                  </a:lnTo>
                  <a:lnTo>
                    <a:pt x="1358787" y="889904"/>
                  </a:lnTo>
                  <a:lnTo>
                    <a:pt x="1357715" y="890667"/>
                  </a:lnTo>
                  <a:lnTo>
                    <a:pt x="1356644" y="891429"/>
                  </a:lnTo>
                  <a:lnTo>
                    <a:pt x="1355572" y="892190"/>
                  </a:lnTo>
                  <a:lnTo>
                    <a:pt x="1354500" y="892952"/>
                  </a:lnTo>
                  <a:lnTo>
                    <a:pt x="1353429" y="893712"/>
                  </a:lnTo>
                  <a:lnTo>
                    <a:pt x="1352357" y="894472"/>
                  </a:lnTo>
                  <a:lnTo>
                    <a:pt x="1351286" y="895231"/>
                  </a:lnTo>
                  <a:lnTo>
                    <a:pt x="1350214" y="895990"/>
                  </a:lnTo>
                  <a:lnTo>
                    <a:pt x="1349142" y="896748"/>
                  </a:lnTo>
                  <a:lnTo>
                    <a:pt x="1348071" y="897506"/>
                  </a:lnTo>
                  <a:lnTo>
                    <a:pt x="1346999" y="898263"/>
                  </a:lnTo>
                  <a:lnTo>
                    <a:pt x="1345928" y="899019"/>
                  </a:lnTo>
                  <a:lnTo>
                    <a:pt x="1344856" y="899775"/>
                  </a:lnTo>
                  <a:lnTo>
                    <a:pt x="1343784" y="900530"/>
                  </a:lnTo>
                  <a:lnTo>
                    <a:pt x="1342713" y="901285"/>
                  </a:lnTo>
                  <a:lnTo>
                    <a:pt x="1341641" y="902039"/>
                  </a:lnTo>
                  <a:lnTo>
                    <a:pt x="1340570" y="902792"/>
                  </a:lnTo>
                  <a:lnTo>
                    <a:pt x="1339498" y="903545"/>
                  </a:lnTo>
                  <a:lnTo>
                    <a:pt x="1338426" y="904297"/>
                  </a:lnTo>
                  <a:lnTo>
                    <a:pt x="1337355" y="905048"/>
                  </a:lnTo>
                  <a:lnTo>
                    <a:pt x="1336283" y="905799"/>
                  </a:lnTo>
                  <a:lnTo>
                    <a:pt x="1335212" y="906549"/>
                  </a:lnTo>
                  <a:lnTo>
                    <a:pt x="1334140" y="907299"/>
                  </a:lnTo>
                  <a:lnTo>
                    <a:pt x="1333068" y="908048"/>
                  </a:lnTo>
                  <a:lnTo>
                    <a:pt x="1331997" y="908796"/>
                  </a:lnTo>
                  <a:lnTo>
                    <a:pt x="1330925" y="909544"/>
                  </a:lnTo>
                  <a:lnTo>
                    <a:pt x="1329854" y="910291"/>
                  </a:lnTo>
                  <a:lnTo>
                    <a:pt x="1328782" y="911038"/>
                  </a:lnTo>
                  <a:lnTo>
                    <a:pt x="1327710" y="911783"/>
                  </a:lnTo>
                  <a:lnTo>
                    <a:pt x="1326639" y="912529"/>
                  </a:lnTo>
                  <a:lnTo>
                    <a:pt x="1325567" y="913273"/>
                  </a:lnTo>
                  <a:lnTo>
                    <a:pt x="1324496" y="914017"/>
                  </a:lnTo>
                  <a:lnTo>
                    <a:pt x="1323424" y="914760"/>
                  </a:lnTo>
                  <a:lnTo>
                    <a:pt x="1322352" y="915503"/>
                  </a:lnTo>
                  <a:lnTo>
                    <a:pt x="1321281" y="916245"/>
                  </a:lnTo>
                  <a:lnTo>
                    <a:pt x="1320209" y="916986"/>
                  </a:lnTo>
                  <a:lnTo>
                    <a:pt x="1319138" y="917727"/>
                  </a:lnTo>
                  <a:lnTo>
                    <a:pt x="1318066" y="918466"/>
                  </a:lnTo>
                  <a:lnTo>
                    <a:pt x="1316994" y="919206"/>
                  </a:lnTo>
                  <a:lnTo>
                    <a:pt x="1315923" y="919944"/>
                  </a:lnTo>
                  <a:lnTo>
                    <a:pt x="1314851" y="920682"/>
                  </a:lnTo>
                  <a:lnTo>
                    <a:pt x="1313780" y="921419"/>
                  </a:lnTo>
                  <a:lnTo>
                    <a:pt x="1312708" y="922156"/>
                  </a:lnTo>
                  <a:lnTo>
                    <a:pt x="1311636" y="922892"/>
                  </a:lnTo>
                  <a:lnTo>
                    <a:pt x="1310565" y="923627"/>
                  </a:lnTo>
                  <a:lnTo>
                    <a:pt x="1309493" y="924362"/>
                  </a:lnTo>
                  <a:lnTo>
                    <a:pt x="1308422" y="925095"/>
                  </a:lnTo>
                  <a:lnTo>
                    <a:pt x="1307350" y="925829"/>
                  </a:lnTo>
                  <a:lnTo>
                    <a:pt x="1306278" y="926561"/>
                  </a:lnTo>
                  <a:lnTo>
                    <a:pt x="1305207" y="927293"/>
                  </a:lnTo>
                  <a:lnTo>
                    <a:pt x="1304135" y="928024"/>
                  </a:lnTo>
                  <a:lnTo>
                    <a:pt x="1303064" y="928754"/>
                  </a:lnTo>
                  <a:lnTo>
                    <a:pt x="1301992" y="929484"/>
                  </a:lnTo>
                  <a:lnTo>
                    <a:pt x="1300920" y="930213"/>
                  </a:lnTo>
                  <a:lnTo>
                    <a:pt x="1299849" y="930941"/>
                  </a:lnTo>
                  <a:lnTo>
                    <a:pt x="1298777" y="931669"/>
                  </a:lnTo>
                  <a:lnTo>
                    <a:pt x="1297706" y="932396"/>
                  </a:lnTo>
                  <a:lnTo>
                    <a:pt x="1296634" y="933122"/>
                  </a:lnTo>
                  <a:lnTo>
                    <a:pt x="1295562" y="933847"/>
                  </a:lnTo>
                  <a:lnTo>
                    <a:pt x="1294491" y="934572"/>
                  </a:lnTo>
                  <a:lnTo>
                    <a:pt x="1293419" y="935296"/>
                  </a:lnTo>
                  <a:lnTo>
                    <a:pt x="1292348" y="936019"/>
                  </a:lnTo>
                  <a:lnTo>
                    <a:pt x="1291276" y="936742"/>
                  </a:lnTo>
                  <a:lnTo>
                    <a:pt x="1290204" y="937464"/>
                  </a:lnTo>
                  <a:lnTo>
                    <a:pt x="1289133" y="938185"/>
                  </a:lnTo>
                  <a:lnTo>
                    <a:pt x="1288061" y="938905"/>
                  </a:lnTo>
                  <a:lnTo>
                    <a:pt x="1286990" y="939625"/>
                  </a:lnTo>
                  <a:lnTo>
                    <a:pt x="1285918" y="940344"/>
                  </a:lnTo>
                  <a:lnTo>
                    <a:pt x="1284846" y="941062"/>
                  </a:lnTo>
                  <a:lnTo>
                    <a:pt x="1283775" y="941779"/>
                  </a:lnTo>
                  <a:lnTo>
                    <a:pt x="1282703" y="942496"/>
                  </a:lnTo>
                  <a:lnTo>
                    <a:pt x="1281632" y="943212"/>
                  </a:lnTo>
                  <a:lnTo>
                    <a:pt x="1280560" y="943927"/>
                  </a:lnTo>
                  <a:lnTo>
                    <a:pt x="1279488" y="944642"/>
                  </a:lnTo>
                  <a:lnTo>
                    <a:pt x="1278417" y="945355"/>
                  </a:lnTo>
                  <a:lnTo>
                    <a:pt x="1277345" y="946068"/>
                  </a:lnTo>
                  <a:lnTo>
                    <a:pt x="1276274" y="946781"/>
                  </a:lnTo>
                  <a:lnTo>
                    <a:pt x="1275202" y="947492"/>
                  </a:lnTo>
                  <a:lnTo>
                    <a:pt x="1274130" y="948203"/>
                  </a:lnTo>
                  <a:lnTo>
                    <a:pt x="1273059" y="948913"/>
                  </a:lnTo>
                  <a:lnTo>
                    <a:pt x="1271987" y="949622"/>
                  </a:lnTo>
                  <a:lnTo>
                    <a:pt x="1270916" y="950330"/>
                  </a:lnTo>
                  <a:lnTo>
                    <a:pt x="1269844" y="951038"/>
                  </a:lnTo>
                  <a:lnTo>
                    <a:pt x="1268772" y="951745"/>
                  </a:lnTo>
                  <a:lnTo>
                    <a:pt x="1267701" y="952451"/>
                  </a:lnTo>
                  <a:lnTo>
                    <a:pt x="1266629" y="953156"/>
                  </a:lnTo>
                  <a:lnTo>
                    <a:pt x="1265558" y="953861"/>
                  </a:lnTo>
                  <a:lnTo>
                    <a:pt x="1264486" y="954565"/>
                  </a:lnTo>
                  <a:lnTo>
                    <a:pt x="1263414" y="955268"/>
                  </a:lnTo>
                  <a:lnTo>
                    <a:pt x="1262343" y="955970"/>
                  </a:lnTo>
                  <a:lnTo>
                    <a:pt x="1261271" y="956671"/>
                  </a:lnTo>
                  <a:lnTo>
                    <a:pt x="1260200" y="957372"/>
                  </a:lnTo>
                  <a:lnTo>
                    <a:pt x="1259128" y="958072"/>
                  </a:lnTo>
                  <a:lnTo>
                    <a:pt x="1258056" y="958771"/>
                  </a:lnTo>
                  <a:lnTo>
                    <a:pt x="1256985" y="959469"/>
                  </a:lnTo>
                  <a:lnTo>
                    <a:pt x="1255913" y="960167"/>
                  </a:lnTo>
                  <a:lnTo>
                    <a:pt x="1254842" y="960863"/>
                  </a:lnTo>
                  <a:lnTo>
                    <a:pt x="1253770" y="961559"/>
                  </a:lnTo>
                  <a:lnTo>
                    <a:pt x="1252698" y="962254"/>
                  </a:lnTo>
                  <a:lnTo>
                    <a:pt x="1251627" y="962949"/>
                  </a:lnTo>
                  <a:lnTo>
                    <a:pt x="1250555" y="963642"/>
                  </a:lnTo>
                  <a:lnTo>
                    <a:pt x="1249484" y="964335"/>
                  </a:lnTo>
                  <a:lnTo>
                    <a:pt x="1248412" y="965027"/>
                  </a:lnTo>
                  <a:lnTo>
                    <a:pt x="1247340" y="965718"/>
                  </a:lnTo>
                  <a:lnTo>
                    <a:pt x="1246269" y="966408"/>
                  </a:lnTo>
                  <a:lnTo>
                    <a:pt x="1245197" y="967098"/>
                  </a:lnTo>
                  <a:lnTo>
                    <a:pt x="1244126" y="967786"/>
                  </a:lnTo>
                  <a:lnTo>
                    <a:pt x="1243054" y="968474"/>
                  </a:lnTo>
                  <a:lnTo>
                    <a:pt x="1241983" y="969161"/>
                  </a:lnTo>
                  <a:lnTo>
                    <a:pt x="1240911" y="969847"/>
                  </a:lnTo>
                  <a:lnTo>
                    <a:pt x="1239839" y="970533"/>
                  </a:lnTo>
                  <a:lnTo>
                    <a:pt x="1238768" y="971217"/>
                  </a:lnTo>
                  <a:lnTo>
                    <a:pt x="1237696" y="971901"/>
                  </a:lnTo>
                  <a:lnTo>
                    <a:pt x="1236625" y="972584"/>
                  </a:lnTo>
                  <a:lnTo>
                    <a:pt x="1235553" y="973266"/>
                  </a:lnTo>
                  <a:lnTo>
                    <a:pt x="1234481" y="973947"/>
                  </a:lnTo>
                  <a:lnTo>
                    <a:pt x="1233410" y="974628"/>
                  </a:lnTo>
                  <a:lnTo>
                    <a:pt x="1232338" y="975307"/>
                  </a:lnTo>
                  <a:lnTo>
                    <a:pt x="1231267" y="975986"/>
                  </a:lnTo>
                  <a:lnTo>
                    <a:pt x="1230195" y="976664"/>
                  </a:lnTo>
                  <a:lnTo>
                    <a:pt x="1229123" y="977341"/>
                  </a:lnTo>
                  <a:lnTo>
                    <a:pt x="1228052" y="978017"/>
                  </a:lnTo>
                  <a:lnTo>
                    <a:pt x="1226980" y="978693"/>
                  </a:lnTo>
                  <a:lnTo>
                    <a:pt x="1225909" y="979367"/>
                  </a:lnTo>
                  <a:lnTo>
                    <a:pt x="1224837" y="980041"/>
                  </a:lnTo>
                  <a:lnTo>
                    <a:pt x="1223765" y="980714"/>
                  </a:lnTo>
                  <a:lnTo>
                    <a:pt x="1222694" y="981386"/>
                  </a:lnTo>
                  <a:lnTo>
                    <a:pt x="1221622" y="982057"/>
                  </a:lnTo>
                  <a:lnTo>
                    <a:pt x="1220551" y="982727"/>
                  </a:lnTo>
                  <a:lnTo>
                    <a:pt x="1219479" y="983396"/>
                  </a:lnTo>
                  <a:lnTo>
                    <a:pt x="1218407" y="984065"/>
                  </a:lnTo>
                  <a:lnTo>
                    <a:pt x="1217336" y="984733"/>
                  </a:lnTo>
                  <a:lnTo>
                    <a:pt x="1216264" y="985399"/>
                  </a:lnTo>
                  <a:lnTo>
                    <a:pt x="1215193" y="986065"/>
                  </a:lnTo>
                  <a:lnTo>
                    <a:pt x="1214121" y="986731"/>
                  </a:lnTo>
                  <a:lnTo>
                    <a:pt x="1213049" y="987395"/>
                  </a:lnTo>
                  <a:lnTo>
                    <a:pt x="1211978" y="988058"/>
                  </a:lnTo>
                  <a:lnTo>
                    <a:pt x="1210906" y="988721"/>
                  </a:lnTo>
                  <a:lnTo>
                    <a:pt x="1209835" y="989382"/>
                  </a:lnTo>
                  <a:lnTo>
                    <a:pt x="1208763" y="990043"/>
                  </a:lnTo>
                  <a:lnTo>
                    <a:pt x="1207691" y="990703"/>
                  </a:lnTo>
                  <a:lnTo>
                    <a:pt x="1206620" y="991362"/>
                  </a:lnTo>
                  <a:lnTo>
                    <a:pt x="1205548" y="992020"/>
                  </a:lnTo>
                  <a:lnTo>
                    <a:pt x="1204477" y="992677"/>
                  </a:lnTo>
                  <a:lnTo>
                    <a:pt x="1203405" y="993334"/>
                  </a:lnTo>
                  <a:lnTo>
                    <a:pt x="1202333" y="993989"/>
                  </a:lnTo>
                  <a:lnTo>
                    <a:pt x="1201262" y="994644"/>
                  </a:lnTo>
                  <a:lnTo>
                    <a:pt x="1200190" y="995297"/>
                  </a:lnTo>
                  <a:lnTo>
                    <a:pt x="1199119" y="995950"/>
                  </a:lnTo>
                  <a:lnTo>
                    <a:pt x="1198047" y="996602"/>
                  </a:lnTo>
                  <a:lnTo>
                    <a:pt x="1196975" y="997253"/>
                  </a:lnTo>
                  <a:lnTo>
                    <a:pt x="1195904" y="997903"/>
                  </a:lnTo>
                  <a:lnTo>
                    <a:pt x="1194832" y="998553"/>
                  </a:lnTo>
                  <a:lnTo>
                    <a:pt x="1193761" y="999201"/>
                  </a:lnTo>
                  <a:lnTo>
                    <a:pt x="1192689" y="999849"/>
                  </a:lnTo>
                  <a:lnTo>
                    <a:pt x="1191617" y="1000495"/>
                  </a:lnTo>
                  <a:lnTo>
                    <a:pt x="1190546" y="1001141"/>
                  </a:lnTo>
                  <a:lnTo>
                    <a:pt x="1189474" y="1001786"/>
                  </a:lnTo>
                  <a:lnTo>
                    <a:pt x="1188403" y="1002429"/>
                  </a:lnTo>
                  <a:lnTo>
                    <a:pt x="1187331" y="1003072"/>
                  </a:lnTo>
                  <a:lnTo>
                    <a:pt x="1186259" y="1003714"/>
                  </a:lnTo>
                  <a:lnTo>
                    <a:pt x="1185188" y="1004356"/>
                  </a:lnTo>
                  <a:lnTo>
                    <a:pt x="1184116" y="1004996"/>
                  </a:lnTo>
                  <a:lnTo>
                    <a:pt x="1183045" y="1005635"/>
                  </a:lnTo>
                  <a:lnTo>
                    <a:pt x="1181973" y="1006274"/>
                  </a:lnTo>
                  <a:lnTo>
                    <a:pt x="1180901" y="1006911"/>
                  </a:lnTo>
                  <a:lnTo>
                    <a:pt x="1179830" y="1007548"/>
                  </a:lnTo>
                  <a:lnTo>
                    <a:pt x="1178758" y="1008183"/>
                  </a:lnTo>
                  <a:lnTo>
                    <a:pt x="1177687" y="1008818"/>
                  </a:lnTo>
                  <a:lnTo>
                    <a:pt x="1176615" y="1009452"/>
                  </a:lnTo>
                  <a:lnTo>
                    <a:pt x="1175543" y="1010085"/>
                  </a:lnTo>
                  <a:lnTo>
                    <a:pt x="1174472" y="1010717"/>
                  </a:lnTo>
                  <a:lnTo>
                    <a:pt x="1173400" y="1011348"/>
                  </a:lnTo>
                  <a:lnTo>
                    <a:pt x="1172329" y="1011978"/>
                  </a:lnTo>
                  <a:lnTo>
                    <a:pt x="1171257" y="1012607"/>
                  </a:lnTo>
                  <a:lnTo>
                    <a:pt x="1170185" y="1013235"/>
                  </a:lnTo>
                  <a:lnTo>
                    <a:pt x="1169114" y="1013863"/>
                  </a:lnTo>
                  <a:lnTo>
                    <a:pt x="1168042" y="1014489"/>
                  </a:lnTo>
                  <a:lnTo>
                    <a:pt x="1166971" y="1015115"/>
                  </a:lnTo>
                  <a:lnTo>
                    <a:pt x="1165899" y="1015739"/>
                  </a:lnTo>
                  <a:lnTo>
                    <a:pt x="1164827" y="1016363"/>
                  </a:lnTo>
                  <a:lnTo>
                    <a:pt x="1163756" y="1016986"/>
                  </a:lnTo>
                  <a:lnTo>
                    <a:pt x="1162684" y="1017607"/>
                  </a:lnTo>
                  <a:lnTo>
                    <a:pt x="1161613" y="1018228"/>
                  </a:lnTo>
                  <a:lnTo>
                    <a:pt x="1160541" y="1018848"/>
                  </a:lnTo>
                  <a:lnTo>
                    <a:pt x="1159469" y="1019467"/>
                  </a:lnTo>
                  <a:lnTo>
                    <a:pt x="1158398" y="1020085"/>
                  </a:lnTo>
                  <a:lnTo>
                    <a:pt x="1157326" y="1020702"/>
                  </a:lnTo>
                  <a:lnTo>
                    <a:pt x="1156255" y="1021318"/>
                  </a:lnTo>
                  <a:lnTo>
                    <a:pt x="1155183" y="1021933"/>
                  </a:lnTo>
                  <a:lnTo>
                    <a:pt x="1154111" y="1022547"/>
                  </a:lnTo>
                  <a:lnTo>
                    <a:pt x="1153040" y="1023161"/>
                  </a:lnTo>
                  <a:lnTo>
                    <a:pt x="1151968" y="1023773"/>
                  </a:lnTo>
                  <a:lnTo>
                    <a:pt x="1150897" y="1024384"/>
                  </a:lnTo>
                  <a:lnTo>
                    <a:pt x="1149825" y="1024995"/>
                  </a:lnTo>
                  <a:lnTo>
                    <a:pt x="1148753" y="1025604"/>
                  </a:lnTo>
                  <a:lnTo>
                    <a:pt x="1147682" y="1026213"/>
                  </a:lnTo>
                  <a:lnTo>
                    <a:pt x="1146610" y="1026820"/>
                  </a:lnTo>
                  <a:lnTo>
                    <a:pt x="1145539" y="1027427"/>
                  </a:lnTo>
                  <a:lnTo>
                    <a:pt x="1144467" y="1028033"/>
                  </a:lnTo>
                  <a:lnTo>
                    <a:pt x="1143395" y="1028637"/>
                  </a:lnTo>
                  <a:lnTo>
                    <a:pt x="1142324" y="1029241"/>
                  </a:lnTo>
                  <a:lnTo>
                    <a:pt x="1141252" y="1029844"/>
                  </a:lnTo>
                  <a:lnTo>
                    <a:pt x="1140181" y="1030446"/>
                  </a:lnTo>
                  <a:lnTo>
                    <a:pt x="1139109" y="1031046"/>
                  </a:lnTo>
                  <a:lnTo>
                    <a:pt x="1138037" y="1031646"/>
                  </a:lnTo>
                  <a:lnTo>
                    <a:pt x="1136966" y="1032245"/>
                  </a:lnTo>
                  <a:lnTo>
                    <a:pt x="1135894" y="1032843"/>
                  </a:lnTo>
                  <a:lnTo>
                    <a:pt x="1134823" y="1033440"/>
                  </a:lnTo>
                  <a:lnTo>
                    <a:pt x="1133751" y="1034036"/>
                  </a:lnTo>
                  <a:lnTo>
                    <a:pt x="1132679" y="1034631"/>
                  </a:lnTo>
                  <a:lnTo>
                    <a:pt x="1131608" y="1035225"/>
                  </a:lnTo>
                  <a:lnTo>
                    <a:pt x="1130536" y="1035818"/>
                  </a:lnTo>
                  <a:lnTo>
                    <a:pt x="1129465" y="1036410"/>
                  </a:lnTo>
                  <a:lnTo>
                    <a:pt x="1128393" y="1037002"/>
                  </a:lnTo>
                  <a:lnTo>
                    <a:pt x="1127321" y="1037592"/>
                  </a:lnTo>
                  <a:lnTo>
                    <a:pt x="1126250" y="1038181"/>
                  </a:lnTo>
                  <a:lnTo>
                    <a:pt x="1125178" y="1038769"/>
                  </a:lnTo>
                  <a:lnTo>
                    <a:pt x="1124107" y="1039357"/>
                  </a:lnTo>
                  <a:lnTo>
                    <a:pt x="1123035" y="1039943"/>
                  </a:lnTo>
                  <a:lnTo>
                    <a:pt x="1121963" y="1040528"/>
                  </a:lnTo>
                  <a:lnTo>
                    <a:pt x="1120892" y="1041112"/>
                  </a:lnTo>
                  <a:lnTo>
                    <a:pt x="1119820" y="1041696"/>
                  </a:lnTo>
                  <a:lnTo>
                    <a:pt x="1118749" y="1042278"/>
                  </a:lnTo>
                  <a:lnTo>
                    <a:pt x="1117677" y="1042860"/>
                  </a:lnTo>
                  <a:lnTo>
                    <a:pt x="1116605" y="1043440"/>
                  </a:lnTo>
                  <a:lnTo>
                    <a:pt x="1115534" y="1044020"/>
                  </a:lnTo>
                  <a:lnTo>
                    <a:pt x="1114462" y="1044599"/>
                  </a:lnTo>
                  <a:lnTo>
                    <a:pt x="1113391" y="1045176"/>
                  </a:lnTo>
                  <a:lnTo>
                    <a:pt x="1112319" y="1045753"/>
                  </a:lnTo>
                  <a:lnTo>
                    <a:pt x="1111247" y="1046329"/>
                  </a:lnTo>
                  <a:lnTo>
                    <a:pt x="1110176" y="1046904"/>
                  </a:lnTo>
                  <a:lnTo>
                    <a:pt x="1109104" y="1047478"/>
                  </a:lnTo>
                  <a:lnTo>
                    <a:pt x="1108033" y="1048051"/>
                  </a:lnTo>
                  <a:lnTo>
                    <a:pt x="1106961" y="1048623"/>
                  </a:lnTo>
                  <a:lnTo>
                    <a:pt x="1105889" y="1049194"/>
                  </a:lnTo>
                  <a:lnTo>
                    <a:pt x="1104818" y="1049764"/>
                  </a:lnTo>
                  <a:lnTo>
                    <a:pt x="1103746" y="1050334"/>
                  </a:lnTo>
                  <a:lnTo>
                    <a:pt x="1102675" y="1050902"/>
                  </a:lnTo>
                  <a:lnTo>
                    <a:pt x="1101603" y="1051470"/>
                  </a:lnTo>
                  <a:lnTo>
                    <a:pt x="1100531" y="1052036"/>
                  </a:lnTo>
                  <a:lnTo>
                    <a:pt x="1099460" y="1052602"/>
                  </a:lnTo>
                  <a:lnTo>
                    <a:pt x="1098388" y="1053167"/>
                  </a:lnTo>
                  <a:lnTo>
                    <a:pt x="1097317" y="1053731"/>
                  </a:lnTo>
                  <a:lnTo>
                    <a:pt x="1096245" y="1054294"/>
                  </a:lnTo>
                  <a:lnTo>
                    <a:pt x="1095173" y="1054856"/>
                  </a:lnTo>
                  <a:lnTo>
                    <a:pt x="1094102" y="1055417"/>
                  </a:lnTo>
                  <a:lnTo>
                    <a:pt x="1093030" y="1055978"/>
                  </a:lnTo>
                  <a:lnTo>
                    <a:pt x="1091959" y="1056537"/>
                  </a:lnTo>
                  <a:lnTo>
                    <a:pt x="1090887" y="1057096"/>
                  </a:lnTo>
                  <a:lnTo>
                    <a:pt x="1089815" y="1057653"/>
                  </a:lnTo>
                  <a:lnTo>
                    <a:pt x="1088744" y="1058210"/>
                  </a:lnTo>
                  <a:lnTo>
                    <a:pt x="1087672" y="1058766"/>
                  </a:lnTo>
                  <a:lnTo>
                    <a:pt x="1086601" y="1059321"/>
                  </a:lnTo>
                  <a:lnTo>
                    <a:pt x="1085529" y="1059875"/>
                  </a:lnTo>
                  <a:lnTo>
                    <a:pt x="1084457" y="1060429"/>
                  </a:lnTo>
                  <a:lnTo>
                    <a:pt x="1083386" y="1060981"/>
                  </a:lnTo>
                  <a:lnTo>
                    <a:pt x="1082314" y="1061533"/>
                  </a:lnTo>
                  <a:lnTo>
                    <a:pt x="1081243" y="1062084"/>
                  </a:lnTo>
                  <a:lnTo>
                    <a:pt x="1080171" y="1062634"/>
                  </a:lnTo>
                  <a:lnTo>
                    <a:pt x="1079099" y="1063183"/>
                  </a:lnTo>
                  <a:lnTo>
                    <a:pt x="1078028" y="1063731"/>
                  </a:lnTo>
                  <a:lnTo>
                    <a:pt x="1076956" y="1064278"/>
                  </a:lnTo>
                  <a:lnTo>
                    <a:pt x="1075885" y="1064825"/>
                  </a:lnTo>
                  <a:lnTo>
                    <a:pt x="1074813" y="1065371"/>
                  </a:lnTo>
                  <a:lnTo>
                    <a:pt x="1073741" y="1065916"/>
                  </a:lnTo>
                  <a:lnTo>
                    <a:pt x="1072670" y="1066460"/>
                  </a:lnTo>
                  <a:lnTo>
                    <a:pt x="1071598" y="1067003"/>
                  </a:lnTo>
                  <a:lnTo>
                    <a:pt x="1070527" y="1067545"/>
                  </a:lnTo>
                  <a:lnTo>
                    <a:pt x="1069455" y="1068087"/>
                  </a:lnTo>
                  <a:lnTo>
                    <a:pt x="1068383" y="1068628"/>
                  </a:lnTo>
                  <a:lnTo>
                    <a:pt x="1067312" y="1069168"/>
                  </a:lnTo>
                  <a:lnTo>
                    <a:pt x="1066240" y="1069707"/>
                  </a:lnTo>
                  <a:lnTo>
                    <a:pt x="1065169" y="1070245"/>
                  </a:lnTo>
                  <a:lnTo>
                    <a:pt x="1064097" y="1070783"/>
                  </a:lnTo>
                  <a:lnTo>
                    <a:pt x="1063026" y="1071319"/>
                  </a:lnTo>
                  <a:lnTo>
                    <a:pt x="1061954" y="1071855"/>
                  </a:lnTo>
                  <a:lnTo>
                    <a:pt x="1060882" y="1072390"/>
                  </a:lnTo>
                  <a:lnTo>
                    <a:pt x="1059811" y="1072925"/>
                  </a:lnTo>
                  <a:lnTo>
                    <a:pt x="1058739" y="1073458"/>
                  </a:lnTo>
                  <a:lnTo>
                    <a:pt x="1057668" y="1073991"/>
                  </a:lnTo>
                  <a:lnTo>
                    <a:pt x="1056596" y="1074523"/>
                  </a:lnTo>
                  <a:lnTo>
                    <a:pt x="1055524" y="1075054"/>
                  </a:lnTo>
                  <a:lnTo>
                    <a:pt x="1054453" y="1075584"/>
                  </a:lnTo>
                  <a:lnTo>
                    <a:pt x="1053381" y="1076114"/>
                  </a:lnTo>
                  <a:lnTo>
                    <a:pt x="1052310" y="1076642"/>
                  </a:lnTo>
                  <a:lnTo>
                    <a:pt x="1051238" y="1077170"/>
                  </a:lnTo>
                  <a:lnTo>
                    <a:pt x="1050166" y="1077698"/>
                  </a:lnTo>
                  <a:lnTo>
                    <a:pt x="1049095" y="1078224"/>
                  </a:lnTo>
                  <a:lnTo>
                    <a:pt x="1048023" y="1078750"/>
                  </a:lnTo>
                  <a:lnTo>
                    <a:pt x="1046952" y="1079275"/>
                  </a:lnTo>
                  <a:lnTo>
                    <a:pt x="1045880" y="1079799"/>
                  </a:lnTo>
                  <a:lnTo>
                    <a:pt x="1044808" y="1080322"/>
                  </a:lnTo>
                  <a:lnTo>
                    <a:pt x="1043737" y="1080845"/>
                  </a:lnTo>
                  <a:lnTo>
                    <a:pt x="1042665" y="1081367"/>
                  </a:lnTo>
                  <a:lnTo>
                    <a:pt x="1041594" y="1081888"/>
                  </a:lnTo>
                  <a:lnTo>
                    <a:pt x="1040522" y="1082408"/>
                  </a:lnTo>
                  <a:lnTo>
                    <a:pt x="1039450" y="1082928"/>
                  </a:lnTo>
                  <a:lnTo>
                    <a:pt x="1038379" y="1083447"/>
                  </a:lnTo>
                  <a:lnTo>
                    <a:pt x="1037307" y="1083965"/>
                  </a:lnTo>
                  <a:lnTo>
                    <a:pt x="1036236" y="1084483"/>
                  </a:lnTo>
                  <a:lnTo>
                    <a:pt x="1035164" y="1084999"/>
                  </a:lnTo>
                  <a:lnTo>
                    <a:pt x="1034092" y="1085515"/>
                  </a:lnTo>
                  <a:lnTo>
                    <a:pt x="1033021" y="1086031"/>
                  </a:lnTo>
                  <a:lnTo>
                    <a:pt x="1031949" y="1086545"/>
                  </a:lnTo>
                  <a:lnTo>
                    <a:pt x="1030878" y="1087059"/>
                  </a:lnTo>
                  <a:lnTo>
                    <a:pt x="1029806" y="1087572"/>
                  </a:lnTo>
                  <a:lnTo>
                    <a:pt x="1028734" y="1088084"/>
                  </a:lnTo>
                  <a:lnTo>
                    <a:pt x="1027663" y="1088596"/>
                  </a:lnTo>
                  <a:lnTo>
                    <a:pt x="1026591" y="1089107"/>
                  </a:lnTo>
                  <a:lnTo>
                    <a:pt x="1025520" y="1089617"/>
                  </a:lnTo>
                  <a:lnTo>
                    <a:pt x="1024448" y="1090127"/>
                  </a:lnTo>
                  <a:lnTo>
                    <a:pt x="1023376" y="1090636"/>
                  </a:lnTo>
                  <a:lnTo>
                    <a:pt x="1022305" y="1091144"/>
                  </a:lnTo>
                  <a:lnTo>
                    <a:pt x="1021233" y="1091651"/>
                  </a:lnTo>
                  <a:lnTo>
                    <a:pt x="1020162" y="1092158"/>
                  </a:lnTo>
                  <a:lnTo>
                    <a:pt x="1019090" y="1092664"/>
                  </a:lnTo>
                  <a:lnTo>
                    <a:pt x="1018018" y="1093169"/>
                  </a:lnTo>
                  <a:lnTo>
                    <a:pt x="1016947" y="1093674"/>
                  </a:lnTo>
                  <a:lnTo>
                    <a:pt x="1015875" y="1094178"/>
                  </a:lnTo>
                  <a:lnTo>
                    <a:pt x="1014804" y="1094681"/>
                  </a:lnTo>
                  <a:lnTo>
                    <a:pt x="1013732" y="1095184"/>
                  </a:lnTo>
                  <a:lnTo>
                    <a:pt x="1012660" y="1095686"/>
                  </a:lnTo>
                  <a:lnTo>
                    <a:pt x="1011589" y="1096187"/>
                  </a:lnTo>
                  <a:lnTo>
                    <a:pt x="1010517" y="1096688"/>
                  </a:lnTo>
                  <a:lnTo>
                    <a:pt x="1009446" y="1097188"/>
                  </a:lnTo>
                  <a:lnTo>
                    <a:pt x="1008374" y="1097687"/>
                  </a:lnTo>
                  <a:lnTo>
                    <a:pt x="1007302" y="1098186"/>
                  </a:lnTo>
                  <a:lnTo>
                    <a:pt x="1006231" y="1098683"/>
                  </a:lnTo>
                  <a:lnTo>
                    <a:pt x="1005159" y="1099181"/>
                  </a:lnTo>
                  <a:lnTo>
                    <a:pt x="1004088" y="1099677"/>
                  </a:lnTo>
                  <a:lnTo>
                    <a:pt x="1003016" y="1100173"/>
                  </a:lnTo>
                  <a:lnTo>
                    <a:pt x="1001944" y="1100669"/>
                  </a:lnTo>
                  <a:lnTo>
                    <a:pt x="1000873" y="1101163"/>
                  </a:lnTo>
                  <a:lnTo>
                    <a:pt x="999801" y="1101658"/>
                  </a:lnTo>
                  <a:lnTo>
                    <a:pt x="998730" y="1102151"/>
                  </a:lnTo>
                  <a:lnTo>
                    <a:pt x="997658" y="1102644"/>
                  </a:lnTo>
                  <a:lnTo>
                    <a:pt x="996586" y="1103136"/>
                  </a:lnTo>
                  <a:lnTo>
                    <a:pt x="995515" y="1103627"/>
                  </a:lnTo>
                  <a:lnTo>
                    <a:pt x="994443" y="1104118"/>
                  </a:lnTo>
                  <a:lnTo>
                    <a:pt x="993372" y="1104609"/>
                  </a:lnTo>
                  <a:lnTo>
                    <a:pt x="992300" y="1105098"/>
                  </a:lnTo>
                  <a:lnTo>
                    <a:pt x="991228" y="1105587"/>
                  </a:lnTo>
                  <a:lnTo>
                    <a:pt x="990157" y="1106076"/>
                  </a:lnTo>
                  <a:lnTo>
                    <a:pt x="989085" y="1106563"/>
                  </a:lnTo>
                  <a:lnTo>
                    <a:pt x="988014" y="1107051"/>
                  </a:lnTo>
                  <a:lnTo>
                    <a:pt x="986942" y="1107537"/>
                  </a:lnTo>
                  <a:lnTo>
                    <a:pt x="985870" y="1108023"/>
                  </a:lnTo>
                  <a:lnTo>
                    <a:pt x="984799" y="1108508"/>
                  </a:lnTo>
                  <a:lnTo>
                    <a:pt x="983727" y="1108993"/>
                  </a:lnTo>
                  <a:lnTo>
                    <a:pt x="982656" y="1109477"/>
                  </a:lnTo>
                  <a:lnTo>
                    <a:pt x="981584" y="1109961"/>
                  </a:lnTo>
                  <a:lnTo>
                    <a:pt x="980512" y="1110444"/>
                  </a:lnTo>
                  <a:lnTo>
                    <a:pt x="979441" y="1110926"/>
                  </a:lnTo>
                  <a:lnTo>
                    <a:pt x="978369" y="1111408"/>
                  </a:lnTo>
                  <a:lnTo>
                    <a:pt x="977298" y="1111889"/>
                  </a:lnTo>
                  <a:lnTo>
                    <a:pt x="976226" y="1112370"/>
                  </a:lnTo>
                  <a:lnTo>
                    <a:pt x="975154" y="1112850"/>
                  </a:lnTo>
                  <a:lnTo>
                    <a:pt x="974083" y="1113329"/>
                  </a:lnTo>
                  <a:lnTo>
                    <a:pt x="973011" y="1113808"/>
                  </a:lnTo>
                  <a:lnTo>
                    <a:pt x="971940" y="1114286"/>
                  </a:lnTo>
                  <a:lnTo>
                    <a:pt x="970868" y="1114764"/>
                  </a:lnTo>
                  <a:lnTo>
                    <a:pt x="969796" y="1115241"/>
                  </a:lnTo>
                  <a:lnTo>
                    <a:pt x="968725" y="1115718"/>
                  </a:lnTo>
                  <a:lnTo>
                    <a:pt x="967653" y="1116194"/>
                  </a:lnTo>
                  <a:lnTo>
                    <a:pt x="966582" y="1116669"/>
                  </a:lnTo>
                  <a:lnTo>
                    <a:pt x="965510" y="1117144"/>
                  </a:lnTo>
                  <a:lnTo>
                    <a:pt x="964438" y="1117619"/>
                  </a:lnTo>
                  <a:lnTo>
                    <a:pt x="963367" y="1118093"/>
                  </a:lnTo>
                  <a:lnTo>
                    <a:pt x="962295" y="1118566"/>
                  </a:lnTo>
                  <a:lnTo>
                    <a:pt x="961224" y="1119039"/>
                  </a:lnTo>
                  <a:lnTo>
                    <a:pt x="960152" y="1119511"/>
                  </a:lnTo>
                  <a:lnTo>
                    <a:pt x="959080" y="1119982"/>
                  </a:lnTo>
                  <a:lnTo>
                    <a:pt x="958009" y="1120454"/>
                  </a:lnTo>
                  <a:lnTo>
                    <a:pt x="956937" y="1120924"/>
                  </a:lnTo>
                  <a:lnTo>
                    <a:pt x="955866" y="1121394"/>
                  </a:lnTo>
                  <a:lnTo>
                    <a:pt x="954794" y="1121864"/>
                  </a:lnTo>
                  <a:lnTo>
                    <a:pt x="953722" y="1122333"/>
                  </a:lnTo>
                  <a:lnTo>
                    <a:pt x="952651" y="1122801"/>
                  </a:lnTo>
                  <a:lnTo>
                    <a:pt x="951579" y="1123269"/>
                  </a:lnTo>
                  <a:lnTo>
                    <a:pt x="950508" y="1123737"/>
                  </a:lnTo>
                  <a:lnTo>
                    <a:pt x="949436" y="1124204"/>
                  </a:lnTo>
                  <a:lnTo>
                    <a:pt x="948364" y="1124670"/>
                  </a:lnTo>
                  <a:lnTo>
                    <a:pt x="947293" y="1125136"/>
                  </a:lnTo>
                  <a:lnTo>
                    <a:pt x="946221" y="1125601"/>
                  </a:lnTo>
                  <a:lnTo>
                    <a:pt x="945150" y="1126066"/>
                  </a:lnTo>
                  <a:lnTo>
                    <a:pt x="944078" y="1126531"/>
                  </a:lnTo>
                  <a:lnTo>
                    <a:pt x="943006" y="1126994"/>
                  </a:lnTo>
                  <a:lnTo>
                    <a:pt x="941935" y="1127458"/>
                  </a:lnTo>
                  <a:lnTo>
                    <a:pt x="940863" y="1127921"/>
                  </a:lnTo>
                  <a:lnTo>
                    <a:pt x="939792" y="1128383"/>
                  </a:lnTo>
                  <a:lnTo>
                    <a:pt x="938720" y="1128845"/>
                  </a:lnTo>
                  <a:lnTo>
                    <a:pt x="937648" y="1129306"/>
                  </a:lnTo>
                  <a:lnTo>
                    <a:pt x="936577" y="1129767"/>
                  </a:lnTo>
                  <a:lnTo>
                    <a:pt x="935505" y="1130228"/>
                  </a:lnTo>
                  <a:lnTo>
                    <a:pt x="934434" y="1130688"/>
                  </a:lnTo>
                  <a:lnTo>
                    <a:pt x="933362" y="1131147"/>
                  </a:lnTo>
                  <a:lnTo>
                    <a:pt x="932290" y="1131606"/>
                  </a:lnTo>
                  <a:lnTo>
                    <a:pt x="931219" y="1132065"/>
                  </a:lnTo>
                  <a:lnTo>
                    <a:pt x="930147" y="1132523"/>
                  </a:lnTo>
                  <a:lnTo>
                    <a:pt x="929076" y="1132981"/>
                  </a:lnTo>
                  <a:lnTo>
                    <a:pt x="928004" y="1133438"/>
                  </a:lnTo>
                  <a:lnTo>
                    <a:pt x="926932" y="1133895"/>
                  </a:lnTo>
                  <a:lnTo>
                    <a:pt x="925861" y="1134351"/>
                  </a:lnTo>
                  <a:lnTo>
                    <a:pt x="924789" y="1134807"/>
                  </a:lnTo>
                  <a:lnTo>
                    <a:pt x="923718" y="1135262"/>
                  </a:lnTo>
                  <a:lnTo>
                    <a:pt x="922646" y="1135717"/>
                  </a:lnTo>
                  <a:lnTo>
                    <a:pt x="921574" y="1136171"/>
                  </a:lnTo>
                  <a:lnTo>
                    <a:pt x="920503" y="1136625"/>
                  </a:lnTo>
                  <a:lnTo>
                    <a:pt x="919431" y="1137079"/>
                  </a:lnTo>
                  <a:lnTo>
                    <a:pt x="918360" y="1137532"/>
                  </a:lnTo>
                  <a:lnTo>
                    <a:pt x="917288" y="1137985"/>
                  </a:lnTo>
                  <a:lnTo>
                    <a:pt x="916216" y="1138437"/>
                  </a:lnTo>
                  <a:lnTo>
                    <a:pt x="915145" y="1138889"/>
                  </a:lnTo>
                  <a:lnTo>
                    <a:pt x="914073" y="1139340"/>
                  </a:lnTo>
                  <a:lnTo>
                    <a:pt x="913002" y="1139791"/>
                  </a:lnTo>
                  <a:lnTo>
                    <a:pt x="911930" y="1140242"/>
                  </a:lnTo>
                  <a:lnTo>
                    <a:pt x="910858" y="1140692"/>
                  </a:lnTo>
                  <a:lnTo>
                    <a:pt x="909787" y="1141142"/>
                  </a:lnTo>
                  <a:lnTo>
                    <a:pt x="908715" y="1141591"/>
                  </a:lnTo>
                  <a:lnTo>
                    <a:pt x="907644" y="1142040"/>
                  </a:lnTo>
                  <a:lnTo>
                    <a:pt x="906572" y="1142489"/>
                  </a:lnTo>
                  <a:lnTo>
                    <a:pt x="905500" y="1142937"/>
                  </a:lnTo>
                  <a:lnTo>
                    <a:pt x="904429" y="1143384"/>
                  </a:lnTo>
                  <a:lnTo>
                    <a:pt x="903357" y="1143832"/>
                  </a:lnTo>
                  <a:lnTo>
                    <a:pt x="902286" y="1144278"/>
                  </a:lnTo>
                  <a:lnTo>
                    <a:pt x="901214" y="1144725"/>
                  </a:lnTo>
                  <a:lnTo>
                    <a:pt x="900142" y="1145171"/>
                  </a:lnTo>
                  <a:lnTo>
                    <a:pt x="899071" y="1145617"/>
                  </a:lnTo>
                  <a:lnTo>
                    <a:pt x="897999" y="1146062"/>
                  </a:lnTo>
                  <a:lnTo>
                    <a:pt x="896928" y="1146507"/>
                  </a:lnTo>
                  <a:lnTo>
                    <a:pt x="895856" y="1146952"/>
                  </a:lnTo>
                  <a:lnTo>
                    <a:pt x="894784" y="1147396"/>
                  </a:lnTo>
                  <a:lnTo>
                    <a:pt x="893713" y="1147839"/>
                  </a:lnTo>
                  <a:lnTo>
                    <a:pt x="892641" y="1148283"/>
                  </a:lnTo>
                  <a:lnTo>
                    <a:pt x="891570" y="1148726"/>
                  </a:lnTo>
                  <a:lnTo>
                    <a:pt x="890498" y="1149169"/>
                  </a:lnTo>
                  <a:lnTo>
                    <a:pt x="889426" y="1149611"/>
                  </a:lnTo>
                  <a:lnTo>
                    <a:pt x="888355" y="1150053"/>
                  </a:lnTo>
                  <a:lnTo>
                    <a:pt x="887283" y="1150494"/>
                  </a:lnTo>
                  <a:lnTo>
                    <a:pt x="886212" y="1150936"/>
                  </a:lnTo>
                  <a:lnTo>
                    <a:pt x="885140" y="1151377"/>
                  </a:lnTo>
                  <a:lnTo>
                    <a:pt x="884069" y="1151817"/>
                  </a:lnTo>
                  <a:lnTo>
                    <a:pt x="882997" y="1152257"/>
                  </a:lnTo>
                  <a:lnTo>
                    <a:pt x="881925" y="1152697"/>
                  </a:lnTo>
                  <a:lnTo>
                    <a:pt x="880854" y="1153136"/>
                  </a:lnTo>
                  <a:lnTo>
                    <a:pt x="879782" y="1153576"/>
                  </a:lnTo>
                  <a:lnTo>
                    <a:pt x="878711" y="1154014"/>
                  </a:lnTo>
                  <a:lnTo>
                    <a:pt x="877639" y="1154453"/>
                  </a:lnTo>
                  <a:lnTo>
                    <a:pt x="876567" y="1154891"/>
                  </a:lnTo>
                  <a:lnTo>
                    <a:pt x="875496" y="1155329"/>
                  </a:lnTo>
                  <a:lnTo>
                    <a:pt x="874424" y="1155766"/>
                  </a:lnTo>
                  <a:lnTo>
                    <a:pt x="873353" y="1156203"/>
                  </a:lnTo>
                  <a:lnTo>
                    <a:pt x="872281" y="1156640"/>
                  </a:lnTo>
                  <a:lnTo>
                    <a:pt x="871209" y="1157076"/>
                  </a:lnTo>
                  <a:lnTo>
                    <a:pt x="870138" y="1157513"/>
                  </a:lnTo>
                  <a:lnTo>
                    <a:pt x="869066" y="1157948"/>
                  </a:lnTo>
                  <a:lnTo>
                    <a:pt x="867995" y="1158384"/>
                  </a:lnTo>
                  <a:lnTo>
                    <a:pt x="866923" y="1158819"/>
                  </a:lnTo>
                  <a:lnTo>
                    <a:pt x="865851" y="1159254"/>
                  </a:lnTo>
                  <a:lnTo>
                    <a:pt x="864780" y="1159689"/>
                  </a:lnTo>
                  <a:lnTo>
                    <a:pt x="863708" y="1160123"/>
                  </a:lnTo>
                  <a:lnTo>
                    <a:pt x="862637" y="1160557"/>
                  </a:lnTo>
                  <a:lnTo>
                    <a:pt x="861565" y="1160990"/>
                  </a:lnTo>
                  <a:lnTo>
                    <a:pt x="860493" y="1161424"/>
                  </a:lnTo>
                  <a:lnTo>
                    <a:pt x="859422" y="1161857"/>
                  </a:lnTo>
                  <a:lnTo>
                    <a:pt x="858350" y="1162290"/>
                  </a:lnTo>
                  <a:lnTo>
                    <a:pt x="857279" y="1162722"/>
                  </a:lnTo>
                  <a:lnTo>
                    <a:pt x="856207" y="1163154"/>
                  </a:lnTo>
                  <a:lnTo>
                    <a:pt x="855135" y="1163586"/>
                  </a:lnTo>
                  <a:lnTo>
                    <a:pt x="854064" y="1164018"/>
                  </a:lnTo>
                  <a:lnTo>
                    <a:pt x="852992" y="1164449"/>
                  </a:lnTo>
                  <a:lnTo>
                    <a:pt x="851921" y="1164880"/>
                  </a:lnTo>
                  <a:lnTo>
                    <a:pt x="850849" y="1165311"/>
                  </a:lnTo>
                  <a:lnTo>
                    <a:pt x="849777" y="1165742"/>
                  </a:lnTo>
                  <a:lnTo>
                    <a:pt x="848706" y="1166172"/>
                  </a:lnTo>
                  <a:lnTo>
                    <a:pt x="847634" y="1166602"/>
                  </a:lnTo>
                  <a:lnTo>
                    <a:pt x="846563" y="1167032"/>
                  </a:lnTo>
                  <a:lnTo>
                    <a:pt x="845491" y="1167461"/>
                  </a:lnTo>
                  <a:lnTo>
                    <a:pt x="844419" y="1167890"/>
                  </a:lnTo>
                  <a:lnTo>
                    <a:pt x="843348" y="1168319"/>
                  </a:lnTo>
                  <a:lnTo>
                    <a:pt x="842276" y="1168748"/>
                  </a:lnTo>
                  <a:lnTo>
                    <a:pt x="841205" y="1169176"/>
                  </a:lnTo>
                  <a:lnTo>
                    <a:pt x="840133" y="1169605"/>
                  </a:lnTo>
                  <a:lnTo>
                    <a:pt x="839061" y="1170032"/>
                  </a:lnTo>
                  <a:lnTo>
                    <a:pt x="837990" y="1170460"/>
                  </a:lnTo>
                  <a:lnTo>
                    <a:pt x="836918" y="1170888"/>
                  </a:lnTo>
                  <a:lnTo>
                    <a:pt x="835847" y="1171315"/>
                  </a:lnTo>
                  <a:lnTo>
                    <a:pt x="834775" y="1171742"/>
                  </a:lnTo>
                  <a:lnTo>
                    <a:pt x="833703" y="1172169"/>
                  </a:lnTo>
                  <a:lnTo>
                    <a:pt x="832632" y="1172595"/>
                  </a:lnTo>
                  <a:lnTo>
                    <a:pt x="831560" y="1173021"/>
                  </a:lnTo>
                  <a:lnTo>
                    <a:pt x="830489" y="1173447"/>
                  </a:lnTo>
                  <a:lnTo>
                    <a:pt x="829417" y="1173873"/>
                  </a:lnTo>
                  <a:lnTo>
                    <a:pt x="828345" y="1174299"/>
                  </a:lnTo>
                  <a:lnTo>
                    <a:pt x="827274" y="1174724"/>
                  </a:lnTo>
                  <a:lnTo>
                    <a:pt x="826202" y="1175149"/>
                  </a:lnTo>
                  <a:lnTo>
                    <a:pt x="825131" y="1175574"/>
                  </a:lnTo>
                  <a:lnTo>
                    <a:pt x="824059" y="1175999"/>
                  </a:lnTo>
                  <a:lnTo>
                    <a:pt x="822987" y="1176424"/>
                  </a:lnTo>
                  <a:lnTo>
                    <a:pt x="821916" y="1176848"/>
                  </a:lnTo>
                  <a:lnTo>
                    <a:pt x="820844" y="1177272"/>
                  </a:lnTo>
                  <a:lnTo>
                    <a:pt x="819773" y="1177696"/>
                  </a:lnTo>
                  <a:lnTo>
                    <a:pt x="818701" y="1178120"/>
                  </a:lnTo>
                  <a:lnTo>
                    <a:pt x="817629" y="1178543"/>
                  </a:lnTo>
                  <a:lnTo>
                    <a:pt x="816558" y="1178967"/>
                  </a:lnTo>
                  <a:lnTo>
                    <a:pt x="815486" y="1179390"/>
                  </a:lnTo>
                  <a:lnTo>
                    <a:pt x="814415" y="1179813"/>
                  </a:lnTo>
                  <a:lnTo>
                    <a:pt x="813343" y="1180235"/>
                  </a:lnTo>
                  <a:lnTo>
                    <a:pt x="812271" y="1180658"/>
                  </a:lnTo>
                  <a:lnTo>
                    <a:pt x="811200" y="1181080"/>
                  </a:lnTo>
                  <a:lnTo>
                    <a:pt x="810128" y="1181503"/>
                  </a:lnTo>
                  <a:lnTo>
                    <a:pt x="809057" y="1181925"/>
                  </a:lnTo>
                  <a:lnTo>
                    <a:pt x="807985" y="1182346"/>
                  </a:lnTo>
                  <a:lnTo>
                    <a:pt x="806913" y="1182768"/>
                  </a:lnTo>
                  <a:lnTo>
                    <a:pt x="805842" y="1183190"/>
                  </a:lnTo>
                  <a:lnTo>
                    <a:pt x="804770" y="1183611"/>
                  </a:lnTo>
                  <a:lnTo>
                    <a:pt x="803699" y="1184032"/>
                  </a:lnTo>
                  <a:lnTo>
                    <a:pt x="802627" y="1184453"/>
                  </a:lnTo>
                  <a:lnTo>
                    <a:pt x="801555" y="1184874"/>
                  </a:lnTo>
                  <a:lnTo>
                    <a:pt x="800484" y="1185295"/>
                  </a:lnTo>
                  <a:lnTo>
                    <a:pt x="799412" y="1185715"/>
                  </a:lnTo>
                  <a:lnTo>
                    <a:pt x="798341" y="1186136"/>
                  </a:lnTo>
                  <a:lnTo>
                    <a:pt x="797269" y="1186556"/>
                  </a:lnTo>
                  <a:lnTo>
                    <a:pt x="796197" y="1186976"/>
                  </a:lnTo>
                  <a:lnTo>
                    <a:pt x="795126" y="1187396"/>
                  </a:lnTo>
                  <a:lnTo>
                    <a:pt x="794054" y="1187816"/>
                  </a:lnTo>
                  <a:lnTo>
                    <a:pt x="792983" y="1188235"/>
                  </a:lnTo>
                  <a:lnTo>
                    <a:pt x="791911" y="1188655"/>
                  </a:lnTo>
                  <a:lnTo>
                    <a:pt x="790839" y="1189074"/>
                  </a:lnTo>
                  <a:lnTo>
                    <a:pt x="789768" y="1189493"/>
                  </a:lnTo>
                  <a:lnTo>
                    <a:pt x="788696" y="1189912"/>
                  </a:lnTo>
                  <a:lnTo>
                    <a:pt x="787625" y="1190331"/>
                  </a:lnTo>
                  <a:lnTo>
                    <a:pt x="786553" y="1190750"/>
                  </a:lnTo>
                  <a:lnTo>
                    <a:pt x="785481" y="1191169"/>
                  </a:lnTo>
                  <a:lnTo>
                    <a:pt x="784410" y="1191587"/>
                  </a:lnTo>
                  <a:lnTo>
                    <a:pt x="783338" y="1192006"/>
                  </a:lnTo>
                  <a:lnTo>
                    <a:pt x="782267" y="1192424"/>
                  </a:lnTo>
                  <a:lnTo>
                    <a:pt x="781195" y="1192842"/>
                  </a:lnTo>
                  <a:lnTo>
                    <a:pt x="780123" y="1193260"/>
                  </a:lnTo>
                  <a:lnTo>
                    <a:pt x="779052" y="1193678"/>
                  </a:lnTo>
                  <a:lnTo>
                    <a:pt x="777980" y="1194096"/>
                  </a:lnTo>
                  <a:lnTo>
                    <a:pt x="776909" y="1194514"/>
                  </a:lnTo>
                  <a:lnTo>
                    <a:pt x="775837" y="1194932"/>
                  </a:lnTo>
                  <a:lnTo>
                    <a:pt x="774765" y="1195349"/>
                  </a:lnTo>
                  <a:lnTo>
                    <a:pt x="773694" y="1195767"/>
                  </a:lnTo>
                  <a:lnTo>
                    <a:pt x="772622" y="1196184"/>
                  </a:lnTo>
                  <a:lnTo>
                    <a:pt x="771551" y="1196601"/>
                  </a:lnTo>
                  <a:lnTo>
                    <a:pt x="770479" y="1197018"/>
                  </a:lnTo>
                  <a:lnTo>
                    <a:pt x="769407" y="1197435"/>
                  </a:lnTo>
                  <a:lnTo>
                    <a:pt x="768336" y="1197852"/>
                  </a:lnTo>
                  <a:lnTo>
                    <a:pt x="767264" y="1198269"/>
                  </a:lnTo>
                  <a:lnTo>
                    <a:pt x="766193" y="1198686"/>
                  </a:lnTo>
                  <a:lnTo>
                    <a:pt x="765121" y="1199103"/>
                  </a:lnTo>
                  <a:lnTo>
                    <a:pt x="764049" y="1199519"/>
                  </a:lnTo>
                  <a:lnTo>
                    <a:pt x="762978" y="1199936"/>
                  </a:lnTo>
                  <a:lnTo>
                    <a:pt x="761906" y="1200352"/>
                  </a:lnTo>
                  <a:lnTo>
                    <a:pt x="760835" y="1200769"/>
                  </a:lnTo>
                  <a:lnTo>
                    <a:pt x="759763" y="1201185"/>
                  </a:lnTo>
                  <a:lnTo>
                    <a:pt x="758691" y="1201601"/>
                  </a:lnTo>
                  <a:lnTo>
                    <a:pt x="757620" y="1202017"/>
                  </a:lnTo>
                  <a:lnTo>
                    <a:pt x="756548" y="1202434"/>
                  </a:lnTo>
                  <a:lnTo>
                    <a:pt x="755477" y="1202850"/>
                  </a:lnTo>
                  <a:lnTo>
                    <a:pt x="754405" y="1203266"/>
                  </a:lnTo>
                  <a:lnTo>
                    <a:pt x="753333" y="1203681"/>
                  </a:lnTo>
                  <a:lnTo>
                    <a:pt x="752262" y="1204097"/>
                  </a:lnTo>
                  <a:lnTo>
                    <a:pt x="751190" y="1204513"/>
                  </a:lnTo>
                  <a:lnTo>
                    <a:pt x="750119" y="1204929"/>
                  </a:lnTo>
                  <a:lnTo>
                    <a:pt x="749047" y="1205345"/>
                  </a:lnTo>
                  <a:lnTo>
                    <a:pt x="747975" y="1205760"/>
                  </a:lnTo>
                  <a:lnTo>
                    <a:pt x="746904" y="1206176"/>
                  </a:lnTo>
                  <a:lnTo>
                    <a:pt x="745832" y="1206591"/>
                  </a:lnTo>
                  <a:lnTo>
                    <a:pt x="744761" y="1207007"/>
                  </a:lnTo>
                  <a:lnTo>
                    <a:pt x="743689" y="1207422"/>
                  </a:lnTo>
                  <a:lnTo>
                    <a:pt x="742617" y="1207838"/>
                  </a:lnTo>
                  <a:lnTo>
                    <a:pt x="741546" y="1208253"/>
                  </a:lnTo>
                  <a:lnTo>
                    <a:pt x="740474" y="1208668"/>
                  </a:lnTo>
                  <a:lnTo>
                    <a:pt x="739403" y="1209084"/>
                  </a:lnTo>
                  <a:lnTo>
                    <a:pt x="738331" y="1209499"/>
                  </a:lnTo>
                  <a:lnTo>
                    <a:pt x="737259" y="1209914"/>
                  </a:lnTo>
                  <a:lnTo>
                    <a:pt x="736188" y="1210329"/>
                  </a:lnTo>
                  <a:lnTo>
                    <a:pt x="735116" y="1210744"/>
                  </a:lnTo>
                  <a:lnTo>
                    <a:pt x="734045" y="1211160"/>
                  </a:lnTo>
                  <a:lnTo>
                    <a:pt x="732973" y="1211575"/>
                  </a:lnTo>
                  <a:lnTo>
                    <a:pt x="731901" y="1211990"/>
                  </a:lnTo>
                  <a:lnTo>
                    <a:pt x="730830" y="1212405"/>
                  </a:lnTo>
                  <a:lnTo>
                    <a:pt x="729758" y="1212820"/>
                  </a:lnTo>
                  <a:lnTo>
                    <a:pt x="728687" y="1213235"/>
                  </a:lnTo>
                  <a:lnTo>
                    <a:pt x="727615" y="1213650"/>
                  </a:lnTo>
                  <a:lnTo>
                    <a:pt x="726543" y="1214065"/>
                  </a:lnTo>
                  <a:lnTo>
                    <a:pt x="725472" y="1214480"/>
                  </a:lnTo>
                  <a:lnTo>
                    <a:pt x="724400" y="1214895"/>
                  </a:lnTo>
                  <a:lnTo>
                    <a:pt x="723329" y="1215310"/>
                  </a:lnTo>
                  <a:lnTo>
                    <a:pt x="722257" y="1215725"/>
                  </a:lnTo>
                  <a:lnTo>
                    <a:pt x="721185" y="1216140"/>
                  </a:lnTo>
                  <a:lnTo>
                    <a:pt x="720114" y="1216555"/>
                  </a:lnTo>
                  <a:lnTo>
                    <a:pt x="719042" y="1216970"/>
                  </a:lnTo>
                  <a:lnTo>
                    <a:pt x="717971" y="1217385"/>
                  </a:lnTo>
                  <a:lnTo>
                    <a:pt x="716899" y="1217800"/>
                  </a:lnTo>
                  <a:lnTo>
                    <a:pt x="715827" y="1218215"/>
                  </a:lnTo>
                  <a:lnTo>
                    <a:pt x="714756" y="1218630"/>
                  </a:lnTo>
                  <a:lnTo>
                    <a:pt x="713684" y="1219045"/>
                  </a:lnTo>
                  <a:lnTo>
                    <a:pt x="712613" y="1219460"/>
                  </a:lnTo>
                  <a:lnTo>
                    <a:pt x="711541" y="1219875"/>
                  </a:lnTo>
                  <a:lnTo>
                    <a:pt x="710469" y="1220290"/>
                  </a:lnTo>
                  <a:lnTo>
                    <a:pt x="709398" y="1220705"/>
                  </a:lnTo>
                  <a:lnTo>
                    <a:pt x="708326" y="1221120"/>
                  </a:lnTo>
                  <a:lnTo>
                    <a:pt x="707255" y="1221535"/>
                  </a:lnTo>
                  <a:lnTo>
                    <a:pt x="706183" y="1221950"/>
                  </a:lnTo>
                  <a:lnTo>
                    <a:pt x="705112" y="1222365"/>
                  </a:lnTo>
                  <a:lnTo>
                    <a:pt x="704040" y="1222780"/>
                  </a:lnTo>
                  <a:lnTo>
                    <a:pt x="702968" y="1223196"/>
                  </a:lnTo>
                  <a:lnTo>
                    <a:pt x="701897" y="1223611"/>
                  </a:lnTo>
                  <a:lnTo>
                    <a:pt x="700825" y="1224026"/>
                  </a:lnTo>
                  <a:lnTo>
                    <a:pt x="699754" y="1224441"/>
                  </a:lnTo>
                  <a:lnTo>
                    <a:pt x="698682" y="1224857"/>
                  </a:lnTo>
                  <a:lnTo>
                    <a:pt x="697610" y="1225272"/>
                  </a:lnTo>
                  <a:lnTo>
                    <a:pt x="696539" y="1225687"/>
                  </a:lnTo>
                  <a:lnTo>
                    <a:pt x="695467" y="1226103"/>
                  </a:lnTo>
                  <a:lnTo>
                    <a:pt x="694396" y="1226518"/>
                  </a:lnTo>
                  <a:lnTo>
                    <a:pt x="693324" y="1226934"/>
                  </a:lnTo>
                  <a:lnTo>
                    <a:pt x="692252" y="1227349"/>
                  </a:lnTo>
                  <a:lnTo>
                    <a:pt x="691181" y="1227765"/>
                  </a:lnTo>
                  <a:lnTo>
                    <a:pt x="690109" y="1228180"/>
                  </a:lnTo>
                  <a:lnTo>
                    <a:pt x="689038" y="1228596"/>
                  </a:lnTo>
                  <a:lnTo>
                    <a:pt x="687966" y="1229012"/>
                  </a:lnTo>
                  <a:lnTo>
                    <a:pt x="686894" y="1229427"/>
                  </a:lnTo>
                  <a:lnTo>
                    <a:pt x="685823" y="1229843"/>
                  </a:lnTo>
                  <a:lnTo>
                    <a:pt x="684751" y="1230259"/>
                  </a:lnTo>
                  <a:lnTo>
                    <a:pt x="683680" y="1230675"/>
                  </a:lnTo>
                  <a:lnTo>
                    <a:pt x="682608" y="1231091"/>
                  </a:lnTo>
                  <a:lnTo>
                    <a:pt x="681536" y="1231507"/>
                  </a:lnTo>
                  <a:lnTo>
                    <a:pt x="680465" y="1231923"/>
                  </a:lnTo>
                  <a:lnTo>
                    <a:pt x="679393" y="1232339"/>
                  </a:lnTo>
                  <a:lnTo>
                    <a:pt x="678322" y="1232755"/>
                  </a:lnTo>
                  <a:lnTo>
                    <a:pt x="677250" y="1233171"/>
                  </a:lnTo>
                  <a:lnTo>
                    <a:pt x="676178" y="1233588"/>
                  </a:lnTo>
                  <a:lnTo>
                    <a:pt x="675107" y="1234004"/>
                  </a:lnTo>
                  <a:lnTo>
                    <a:pt x="674035" y="1234420"/>
                  </a:lnTo>
                  <a:lnTo>
                    <a:pt x="672964" y="1234837"/>
                  </a:lnTo>
                  <a:lnTo>
                    <a:pt x="671892" y="1235253"/>
                  </a:lnTo>
                  <a:lnTo>
                    <a:pt x="670820" y="1235670"/>
                  </a:lnTo>
                  <a:lnTo>
                    <a:pt x="669749" y="1236087"/>
                  </a:lnTo>
                  <a:lnTo>
                    <a:pt x="668677" y="1236504"/>
                  </a:lnTo>
                  <a:lnTo>
                    <a:pt x="667606" y="1236920"/>
                  </a:lnTo>
                  <a:lnTo>
                    <a:pt x="666534" y="1237337"/>
                  </a:lnTo>
                  <a:lnTo>
                    <a:pt x="665462" y="1237754"/>
                  </a:lnTo>
                  <a:lnTo>
                    <a:pt x="664391" y="1238171"/>
                  </a:lnTo>
                  <a:lnTo>
                    <a:pt x="663319" y="1238588"/>
                  </a:lnTo>
                  <a:lnTo>
                    <a:pt x="662248" y="1239006"/>
                  </a:lnTo>
                  <a:lnTo>
                    <a:pt x="661176" y="1239423"/>
                  </a:lnTo>
                  <a:lnTo>
                    <a:pt x="660104" y="1239840"/>
                  </a:lnTo>
                  <a:lnTo>
                    <a:pt x="659033" y="1240258"/>
                  </a:lnTo>
                  <a:lnTo>
                    <a:pt x="657961" y="1240675"/>
                  </a:lnTo>
                  <a:lnTo>
                    <a:pt x="656890" y="1241093"/>
                  </a:lnTo>
                  <a:lnTo>
                    <a:pt x="655818" y="1241511"/>
                  </a:lnTo>
                  <a:lnTo>
                    <a:pt x="654746" y="1241928"/>
                  </a:lnTo>
                  <a:lnTo>
                    <a:pt x="653675" y="1242346"/>
                  </a:lnTo>
                  <a:lnTo>
                    <a:pt x="652603" y="1242764"/>
                  </a:lnTo>
                  <a:lnTo>
                    <a:pt x="651532" y="1243182"/>
                  </a:lnTo>
                  <a:lnTo>
                    <a:pt x="650460" y="1243600"/>
                  </a:lnTo>
                  <a:lnTo>
                    <a:pt x="649388" y="1244019"/>
                  </a:lnTo>
                  <a:lnTo>
                    <a:pt x="648317" y="1244437"/>
                  </a:lnTo>
                  <a:lnTo>
                    <a:pt x="647245" y="1244855"/>
                  </a:lnTo>
                  <a:lnTo>
                    <a:pt x="646174" y="1245274"/>
                  </a:lnTo>
                  <a:lnTo>
                    <a:pt x="645102" y="1245692"/>
                  </a:lnTo>
                  <a:lnTo>
                    <a:pt x="644030" y="1246111"/>
                  </a:lnTo>
                  <a:lnTo>
                    <a:pt x="642959" y="1246530"/>
                  </a:lnTo>
                  <a:lnTo>
                    <a:pt x="641887" y="1246949"/>
                  </a:lnTo>
                  <a:lnTo>
                    <a:pt x="640816" y="1247368"/>
                  </a:lnTo>
                  <a:lnTo>
                    <a:pt x="639744" y="1247787"/>
                  </a:lnTo>
                  <a:lnTo>
                    <a:pt x="638672" y="1248206"/>
                  </a:lnTo>
                  <a:lnTo>
                    <a:pt x="637601" y="1248625"/>
                  </a:lnTo>
                  <a:lnTo>
                    <a:pt x="636529" y="1249044"/>
                  </a:lnTo>
                  <a:lnTo>
                    <a:pt x="635458" y="1249464"/>
                  </a:lnTo>
                  <a:lnTo>
                    <a:pt x="634386" y="1249883"/>
                  </a:lnTo>
                  <a:lnTo>
                    <a:pt x="633314" y="1250303"/>
                  </a:lnTo>
                  <a:lnTo>
                    <a:pt x="632243" y="1250723"/>
                  </a:lnTo>
                  <a:lnTo>
                    <a:pt x="631171" y="1251143"/>
                  </a:lnTo>
                  <a:lnTo>
                    <a:pt x="630100" y="1251563"/>
                  </a:lnTo>
                  <a:lnTo>
                    <a:pt x="629028" y="1251983"/>
                  </a:lnTo>
                  <a:lnTo>
                    <a:pt x="627956" y="1252403"/>
                  </a:lnTo>
                  <a:lnTo>
                    <a:pt x="626885" y="1252823"/>
                  </a:lnTo>
                  <a:lnTo>
                    <a:pt x="625813" y="1253244"/>
                  </a:lnTo>
                  <a:lnTo>
                    <a:pt x="624742" y="1253664"/>
                  </a:lnTo>
                  <a:lnTo>
                    <a:pt x="623670" y="1254085"/>
                  </a:lnTo>
                  <a:lnTo>
                    <a:pt x="622598" y="1254505"/>
                  </a:lnTo>
                  <a:lnTo>
                    <a:pt x="621527" y="1254926"/>
                  </a:lnTo>
                  <a:lnTo>
                    <a:pt x="620455" y="1255347"/>
                  </a:lnTo>
                  <a:lnTo>
                    <a:pt x="619384" y="1255768"/>
                  </a:lnTo>
                  <a:lnTo>
                    <a:pt x="618312" y="1256189"/>
                  </a:lnTo>
                  <a:lnTo>
                    <a:pt x="617240" y="1256611"/>
                  </a:lnTo>
                  <a:lnTo>
                    <a:pt x="616169" y="1257032"/>
                  </a:lnTo>
                  <a:lnTo>
                    <a:pt x="615097" y="1257453"/>
                  </a:lnTo>
                  <a:lnTo>
                    <a:pt x="614026" y="1257875"/>
                  </a:lnTo>
                  <a:lnTo>
                    <a:pt x="612954" y="1258297"/>
                  </a:lnTo>
                  <a:lnTo>
                    <a:pt x="611882" y="1258719"/>
                  </a:lnTo>
                  <a:lnTo>
                    <a:pt x="610811" y="1259140"/>
                  </a:lnTo>
                  <a:lnTo>
                    <a:pt x="609739" y="1259563"/>
                  </a:lnTo>
                  <a:lnTo>
                    <a:pt x="608668" y="1259985"/>
                  </a:lnTo>
                  <a:lnTo>
                    <a:pt x="607596" y="1260407"/>
                  </a:lnTo>
                  <a:lnTo>
                    <a:pt x="606524" y="1260829"/>
                  </a:lnTo>
                  <a:lnTo>
                    <a:pt x="605453" y="1261252"/>
                  </a:lnTo>
                  <a:lnTo>
                    <a:pt x="604381" y="1261674"/>
                  </a:lnTo>
                  <a:lnTo>
                    <a:pt x="603310" y="1262097"/>
                  </a:lnTo>
                  <a:lnTo>
                    <a:pt x="602238" y="1262520"/>
                  </a:lnTo>
                  <a:lnTo>
                    <a:pt x="601166" y="1262943"/>
                  </a:lnTo>
                  <a:lnTo>
                    <a:pt x="600095" y="1263366"/>
                  </a:lnTo>
                  <a:lnTo>
                    <a:pt x="599023" y="1263789"/>
                  </a:lnTo>
                  <a:lnTo>
                    <a:pt x="597952" y="1264213"/>
                  </a:lnTo>
                  <a:lnTo>
                    <a:pt x="596880" y="1264636"/>
                  </a:lnTo>
                  <a:lnTo>
                    <a:pt x="595808" y="1265060"/>
                  </a:lnTo>
                  <a:lnTo>
                    <a:pt x="594737" y="1265483"/>
                  </a:lnTo>
                  <a:lnTo>
                    <a:pt x="593665" y="1265907"/>
                  </a:lnTo>
                  <a:lnTo>
                    <a:pt x="592594" y="1266331"/>
                  </a:lnTo>
                  <a:lnTo>
                    <a:pt x="591522" y="1266755"/>
                  </a:lnTo>
                  <a:lnTo>
                    <a:pt x="590450" y="1267179"/>
                  </a:lnTo>
                  <a:lnTo>
                    <a:pt x="589379" y="1267603"/>
                  </a:lnTo>
                  <a:lnTo>
                    <a:pt x="588307" y="1268028"/>
                  </a:lnTo>
                  <a:lnTo>
                    <a:pt x="587236" y="1268452"/>
                  </a:lnTo>
                  <a:lnTo>
                    <a:pt x="586164" y="1268877"/>
                  </a:lnTo>
                  <a:lnTo>
                    <a:pt x="585092" y="1269302"/>
                  </a:lnTo>
                  <a:lnTo>
                    <a:pt x="584021" y="1269727"/>
                  </a:lnTo>
                  <a:lnTo>
                    <a:pt x="582949" y="1270152"/>
                  </a:lnTo>
                  <a:lnTo>
                    <a:pt x="581878" y="1270577"/>
                  </a:lnTo>
                  <a:lnTo>
                    <a:pt x="580806" y="1271002"/>
                  </a:lnTo>
                  <a:lnTo>
                    <a:pt x="579734" y="1271427"/>
                  </a:lnTo>
                  <a:lnTo>
                    <a:pt x="578663" y="1271853"/>
                  </a:lnTo>
                  <a:lnTo>
                    <a:pt x="577591" y="1272278"/>
                  </a:lnTo>
                  <a:lnTo>
                    <a:pt x="576520" y="1272704"/>
                  </a:lnTo>
                  <a:lnTo>
                    <a:pt x="575448" y="1273130"/>
                  </a:lnTo>
                  <a:lnTo>
                    <a:pt x="574376" y="1273556"/>
                  </a:lnTo>
                  <a:lnTo>
                    <a:pt x="573305" y="1273982"/>
                  </a:lnTo>
                  <a:lnTo>
                    <a:pt x="572233" y="1274408"/>
                  </a:lnTo>
                  <a:lnTo>
                    <a:pt x="571162" y="1274834"/>
                  </a:lnTo>
                  <a:lnTo>
                    <a:pt x="570090" y="1275261"/>
                  </a:lnTo>
                  <a:lnTo>
                    <a:pt x="569018" y="1275687"/>
                  </a:lnTo>
                  <a:lnTo>
                    <a:pt x="567947" y="1276114"/>
                  </a:lnTo>
                  <a:lnTo>
                    <a:pt x="566875" y="1276540"/>
                  </a:lnTo>
                  <a:lnTo>
                    <a:pt x="565804" y="1276967"/>
                  </a:lnTo>
                  <a:lnTo>
                    <a:pt x="564732" y="1277394"/>
                  </a:lnTo>
                  <a:lnTo>
                    <a:pt x="563660" y="1277821"/>
                  </a:lnTo>
                  <a:lnTo>
                    <a:pt x="562589" y="1278249"/>
                  </a:lnTo>
                  <a:lnTo>
                    <a:pt x="561517" y="1278676"/>
                  </a:lnTo>
                  <a:lnTo>
                    <a:pt x="560446" y="1279103"/>
                  </a:lnTo>
                  <a:lnTo>
                    <a:pt x="559374" y="1279531"/>
                  </a:lnTo>
                  <a:lnTo>
                    <a:pt x="558302" y="1279959"/>
                  </a:lnTo>
                  <a:lnTo>
                    <a:pt x="557231" y="1280386"/>
                  </a:lnTo>
                  <a:lnTo>
                    <a:pt x="556159" y="1280814"/>
                  </a:lnTo>
                  <a:lnTo>
                    <a:pt x="555088" y="1281242"/>
                  </a:lnTo>
                  <a:lnTo>
                    <a:pt x="554016" y="1281671"/>
                  </a:lnTo>
                  <a:lnTo>
                    <a:pt x="552944" y="1282099"/>
                  </a:lnTo>
                  <a:lnTo>
                    <a:pt x="551873" y="1282527"/>
                  </a:lnTo>
                  <a:lnTo>
                    <a:pt x="550801" y="1282956"/>
                  </a:lnTo>
                  <a:lnTo>
                    <a:pt x="549730" y="1283384"/>
                  </a:lnTo>
                  <a:lnTo>
                    <a:pt x="548658" y="1283813"/>
                  </a:lnTo>
                  <a:lnTo>
                    <a:pt x="547586" y="1284242"/>
                  </a:lnTo>
                  <a:lnTo>
                    <a:pt x="546515" y="1284671"/>
                  </a:lnTo>
                  <a:lnTo>
                    <a:pt x="545443" y="1285100"/>
                  </a:lnTo>
                  <a:lnTo>
                    <a:pt x="544372" y="1285529"/>
                  </a:lnTo>
                  <a:lnTo>
                    <a:pt x="543300" y="1285958"/>
                  </a:lnTo>
                  <a:lnTo>
                    <a:pt x="542228" y="1286387"/>
                  </a:lnTo>
                  <a:lnTo>
                    <a:pt x="541157" y="1286817"/>
                  </a:lnTo>
                  <a:lnTo>
                    <a:pt x="540085" y="1287246"/>
                  </a:lnTo>
                  <a:lnTo>
                    <a:pt x="539014" y="1287676"/>
                  </a:lnTo>
                  <a:lnTo>
                    <a:pt x="537942" y="1288106"/>
                  </a:lnTo>
                  <a:lnTo>
                    <a:pt x="536870" y="1288536"/>
                  </a:lnTo>
                  <a:lnTo>
                    <a:pt x="535799" y="1288966"/>
                  </a:lnTo>
                  <a:lnTo>
                    <a:pt x="534727" y="1289396"/>
                  </a:lnTo>
                  <a:lnTo>
                    <a:pt x="533656" y="1289826"/>
                  </a:lnTo>
                  <a:lnTo>
                    <a:pt x="532584" y="1290256"/>
                  </a:lnTo>
                  <a:lnTo>
                    <a:pt x="531513" y="1290687"/>
                  </a:lnTo>
                  <a:lnTo>
                    <a:pt x="530441" y="1291117"/>
                  </a:lnTo>
                  <a:lnTo>
                    <a:pt x="529369" y="1291548"/>
                  </a:lnTo>
                  <a:lnTo>
                    <a:pt x="528298" y="1291979"/>
                  </a:lnTo>
                  <a:lnTo>
                    <a:pt x="527226" y="1292410"/>
                  </a:lnTo>
                  <a:lnTo>
                    <a:pt x="526155" y="1292840"/>
                  </a:lnTo>
                  <a:lnTo>
                    <a:pt x="525083" y="1293271"/>
                  </a:lnTo>
                  <a:lnTo>
                    <a:pt x="524011" y="1293703"/>
                  </a:lnTo>
                  <a:lnTo>
                    <a:pt x="522940" y="1294134"/>
                  </a:lnTo>
                  <a:lnTo>
                    <a:pt x="521868" y="1294565"/>
                  </a:lnTo>
                  <a:lnTo>
                    <a:pt x="520797" y="1294997"/>
                  </a:lnTo>
                  <a:lnTo>
                    <a:pt x="519725" y="1295428"/>
                  </a:lnTo>
                  <a:lnTo>
                    <a:pt x="518653" y="1295860"/>
                  </a:lnTo>
                  <a:lnTo>
                    <a:pt x="517582" y="1296291"/>
                  </a:lnTo>
                  <a:lnTo>
                    <a:pt x="516510" y="1296723"/>
                  </a:lnTo>
                  <a:lnTo>
                    <a:pt x="515439" y="1297155"/>
                  </a:lnTo>
                  <a:lnTo>
                    <a:pt x="514367" y="1297587"/>
                  </a:lnTo>
                  <a:lnTo>
                    <a:pt x="513295" y="1298019"/>
                  </a:lnTo>
                  <a:lnTo>
                    <a:pt x="512224" y="1298451"/>
                  </a:lnTo>
                  <a:lnTo>
                    <a:pt x="511152" y="1298883"/>
                  </a:lnTo>
                  <a:lnTo>
                    <a:pt x="510081" y="1299316"/>
                  </a:lnTo>
                  <a:lnTo>
                    <a:pt x="509009" y="1299748"/>
                  </a:lnTo>
                  <a:lnTo>
                    <a:pt x="507937" y="1300181"/>
                  </a:lnTo>
                  <a:lnTo>
                    <a:pt x="506866" y="1300613"/>
                  </a:lnTo>
                  <a:lnTo>
                    <a:pt x="505794" y="1301046"/>
                  </a:lnTo>
                  <a:lnTo>
                    <a:pt x="504723" y="1301479"/>
                  </a:lnTo>
                  <a:lnTo>
                    <a:pt x="503651" y="1301911"/>
                  </a:lnTo>
                  <a:lnTo>
                    <a:pt x="502579" y="1302344"/>
                  </a:lnTo>
                  <a:lnTo>
                    <a:pt x="501508" y="1302777"/>
                  </a:lnTo>
                  <a:lnTo>
                    <a:pt x="500436" y="1303210"/>
                  </a:lnTo>
                  <a:lnTo>
                    <a:pt x="499365" y="1303644"/>
                  </a:lnTo>
                  <a:lnTo>
                    <a:pt x="498293" y="1304077"/>
                  </a:lnTo>
                  <a:lnTo>
                    <a:pt x="497221" y="1304510"/>
                  </a:lnTo>
                  <a:lnTo>
                    <a:pt x="496150" y="1304944"/>
                  </a:lnTo>
                  <a:lnTo>
                    <a:pt x="495078" y="1305377"/>
                  </a:lnTo>
                  <a:lnTo>
                    <a:pt x="494007" y="1305811"/>
                  </a:lnTo>
                  <a:lnTo>
                    <a:pt x="492935" y="1306244"/>
                  </a:lnTo>
                  <a:lnTo>
                    <a:pt x="491863" y="1306678"/>
                  </a:lnTo>
                  <a:lnTo>
                    <a:pt x="490792" y="1307112"/>
                  </a:lnTo>
                  <a:lnTo>
                    <a:pt x="489720" y="1307545"/>
                  </a:lnTo>
                  <a:lnTo>
                    <a:pt x="488649" y="1307979"/>
                  </a:lnTo>
                  <a:lnTo>
                    <a:pt x="487577" y="1308413"/>
                  </a:lnTo>
                  <a:lnTo>
                    <a:pt x="486505" y="1308847"/>
                  </a:lnTo>
                  <a:lnTo>
                    <a:pt x="485434" y="1309281"/>
                  </a:lnTo>
                  <a:lnTo>
                    <a:pt x="484362" y="1309716"/>
                  </a:lnTo>
                  <a:lnTo>
                    <a:pt x="483291" y="1310150"/>
                  </a:lnTo>
                  <a:lnTo>
                    <a:pt x="482219" y="1310584"/>
                  </a:lnTo>
                  <a:lnTo>
                    <a:pt x="481147" y="1311018"/>
                  </a:lnTo>
                  <a:lnTo>
                    <a:pt x="480076" y="1311453"/>
                  </a:lnTo>
                  <a:lnTo>
                    <a:pt x="479004" y="1311887"/>
                  </a:lnTo>
                  <a:lnTo>
                    <a:pt x="477933" y="1312322"/>
                  </a:lnTo>
                  <a:lnTo>
                    <a:pt x="476861" y="1312756"/>
                  </a:lnTo>
                  <a:lnTo>
                    <a:pt x="475789" y="1313191"/>
                  </a:lnTo>
                  <a:lnTo>
                    <a:pt x="474718" y="1313626"/>
                  </a:lnTo>
                  <a:lnTo>
                    <a:pt x="473646" y="1314061"/>
                  </a:lnTo>
                  <a:lnTo>
                    <a:pt x="472575" y="1314495"/>
                  </a:lnTo>
                  <a:lnTo>
                    <a:pt x="471503" y="1314930"/>
                  </a:lnTo>
                  <a:lnTo>
                    <a:pt x="470431" y="1315365"/>
                  </a:lnTo>
                  <a:lnTo>
                    <a:pt x="469360" y="1315800"/>
                  </a:lnTo>
                  <a:lnTo>
                    <a:pt x="468288" y="1316235"/>
                  </a:lnTo>
                  <a:lnTo>
                    <a:pt x="467217" y="1316670"/>
                  </a:lnTo>
                  <a:lnTo>
                    <a:pt x="466145" y="1317105"/>
                  </a:lnTo>
                  <a:lnTo>
                    <a:pt x="465073" y="1317540"/>
                  </a:lnTo>
                  <a:lnTo>
                    <a:pt x="464002" y="1317976"/>
                  </a:lnTo>
                  <a:lnTo>
                    <a:pt x="462930" y="1318411"/>
                  </a:lnTo>
                  <a:lnTo>
                    <a:pt x="461859" y="1318846"/>
                  </a:lnTo>
                  <a:lnTo>
                    <a:pt x="460787" y="1319281"/>
                  </a:lnTo>
                  <a:lnTo>
                    <a:pt x="459715" y="1319717"/>
                  </a:lnTo>
                  <a:lnTo>
                    <a:pt x="458644" y="1320152"/>
                  </a:lnTo>
                  <a:lnTo>
                    <a:pt x="457572" y="1320588"/>
                  </a:lnTo>
                  <a:lnTo>
                    <a:pt x="456501" y="1321023"/>
                  </a:lnTo>
                  <a:lnTo>
                    <a:pt x="455429" y="1321459"/>
                  </a:lnTo>
                  <a:lnTo>
                    <a:pt x="454357" y="1321894"/>
                  </a:lnTo>
                  <a:lnTo>
                    <a:pt x="453286" y="1322330"/>
                  </a:lnTo>
                  <a:lnTo>
                    <a:pt x="452214" y="1322765"/>
                  </a:lnTo>
                  <a:lnTo>
                    <a:pt x="451143" y="1323201"/>
                  </a:lnTo>
                  <a:lnTo>
                    <a:pt x="450071" y="1323636"/>
                  </a:lnTo>
                  <a:lnTo>
                    <a:pt x="448999" y="1324072"/>
                  </a:lnTo>
                  <a:lnTo>
                    <a:pt x="447928" y="1324508"/>
                  </a:lnTo>
                  <a:lnTo>
                    <a:pt x="446856" y="1324944"/>
                  </a:lnTo>
                  <a:lnTo>
                    <a:pt x="445785" y="1325379"/>
                  </a:lnTo>
                  <a:lnTo>
                    <a:pt x="444713" y="1325815"/>
                  </a:lnTo>
                  <a:lnTo>
                    <a:pt x="443641" y="1326251"/>
                  </a:lnTo>
                  <a:lnTo>
                    <a:pt x="442570" y="1326687"/>
                  </a:lnTo>
                  <a:lnTo>
                    <a:pt x="441498" y="1327122"/>
                  </a:lnTo>
                  <a:lnTo>
                    <a:pt x="440427" y="1327558"/>
                  </a:lnTo>
                  <a:lnTo>
                    <a:pt x="439355" y="1327994"/>
                  </a:lnTo>
                  <a:lnTo>
                    <a:pt x="438283" y="1328430"/>
                  </a:lnTo>
                  <a:lnTo>
                    <a:pt x="437212" y="1328866"/>
                  </a:lnTo>
                  <a:lnTo>
                    <a:pt x="436140" y="1329302"/>
                  </a:lnTo>
                  <a:lnTo>
                    <a:pt x="435069" y="1329738"/>
                  </a:lnTo>
                  <a:lnTo>
                    <a:pt x="433997" y="1330174"/>
                  </a:lnTo>
                  <a:lnTo>
                    <a:pt x="432925" y="1330610"/>
                  </a:lnTo>
                  <a:lnTo>
                    <a:pt x="431854" y="1331045"/>
                  </a:lnTo>
                  <a:lnTo>
                    <a:pt x="430782" y="1331481"/>
                  </a:lnTo>
                  <a:lnTo>
                    <a:pt x="429711" y="1331917"/>
                  </a:lnTo>
                  <a:lnTo>
                    <a:pt x="428639" y="1332353"/>
                  </a:lnTo>
                  <a:lnTo>
                    <a:pt x="427567" y="1332789"/>
                  </a:lnTo>
                  <a:lnTo>
                    <a:pt x="426496" y="1333225"/>
                  </a:lnTo>
                  <a:lnTo>
                    <a:pt x="425424" y="1333661"/>
                  </a:lnTo>
                  <a:lnTo>
                    <a:pt x="424353" y="1334097"/>
                  </a:lnTo>
                  <a:lnTo>
                    <a:pt x="423281" y="1334533"/>
                  </a:lnTo>
                  <a:lnTo>
                    <a:pt x="422209" y="1334969"/>
                  </a:lnTo>
                  <a:lnTo>
                    <a:pt x="421138" y="1335405"/>
                  </a:lnTo>
                  <a:lnTo>
                    <a:pt x="420066" y="1335841"/>
                  </a:lnTo>
                  <a:lnTo>
                    <a:pt x="418995" y="1336276"/>
                  </a:lnTo>
                  <a:lnTo>
                    <a:pt x="417923" y="1336712"/>
                  </a:lnTo>
                  <a:lnTo>
                    <a:pt x="416851" y="1337148"/>
                  </a:lnTo>
                  <a:lnTo>
                    <a:pt x="415780" y="1337584"/>
                  </a:lnTo>
                  <a:lnTo>
                    <a:pt x="414708" y="1338020"/>
                  </a:lnTo>
                  <a:lnTo>
                    <a:pt x="413637" y="1338456"/>
                  </a:lnTo>
                  <a:lnTo>
                    <a:pt x="412565" y="1338891"/>
                  </a:lnTo>
                  <a:lnTo>
                    <a:pt x="411493" y="1339327"/>
                  </a:lnTo>
                  <a:lnTo>
                    <a:pt x="410422" y="1339763"/>
                  </a:lnTo>
                  <a:lnTo>
                    <a:pt x="409350" y="1340199"/>
                  </a:lnTo>
                  <a:lnTo>
                    <a:pt x="408279" y="1340634"/>
                  </a:lnTo>
                  <a:lnTo>
                    <a:pt x="407207" y="1341070"/>
                  </a:lnTo>
                  <a:lnTo>
                    <a:pt x="406135" y="1341506"/>
                  </a:lnTo>
                  <a:lnTo>
                    <a:pt x="405064" y="1341941"/>
                  </a:lnTo>
                  <a:lnTo>
                    <a:pt x="403992" y="1342377"/>
                  </a:lnTo>
                  <a:lnTo>
                    <a:pt x="402921" y="1342813"/>
                  </a:lnTo>
                  <a:lnTo>
                    <a:pt x="401849" y="1343248"/>
                  </a:lnTo>
                  <a:lnTo>
                    <a:pt x="400777" y="1343684"/>
                  </a:lnTo>
                  <a:lnTo>
                    <a:pt x="399706" y="1344119"/>
                  </a:lnTo>
                  <a:lnTo>
                    <a:pt x="398634" y="1344554"/>
                  </a:lnTo>
                  <a:lnTo>
                    <a:pt x="397563" y="1344990"/>
                  </a:lnTo>
                  <a:lnTo>
                    <a:pt x="396491" y="1345425"/>
                  </a:lnTo>
                  <a:lnTo>
                    <a:pt x="395419" y="1345860"/>
                  </a:lnTo>
                  <a:lnTo>
                    <a:pt x="394348" y="1346296"/>
                  </a:lnTo>
                  <a:lnTo>
                    <a:pt x="393276" y="1346731"/>
                  </a:lnTo>
                  <a:lnTo>
                    <a:pt x="392205" y="1347166"/>
                  </a:lnTo>
                  <a:lnTo>
                    <a:pt x="391133" y="1347601"/>
                  </a:lnTo>
                  <a:lnTo>
                    <a:pt x="390061" y="1348036"/>
                  </a:lnTo>
                  <a:lnTo>
                    <a:pt x="388990" y="1348471"/>
                  </a:lnTo>
                  <a:lnTo>
                    <a:pt x="387918" y="1348906"/>
                  </a:lnTo>
                  <a:lnTo>
                    <a:pt x="386847" y="1349341"/>
                  </a:lnTo>
                  <a:lnTo>
                    <a:pt x="385775" y="1349776"/>
                  </a:lnTo>
                  <a:lnTo>
                    <a:pt x="384703" y="1350211"/>
                  </a:lnTo>
                  <a:lnTo>
                    <a:pt x="383632" y="1350646"/>
                  </a:lnTo>
                  <a:lnTo>
                    <a:pt x="382560" y="1351081"/>
                  </a:lnTo>
                  <a:lnTo>
                    <a:pt x="381489" y="1351515"/>
                  </a:lnTo>
                  <a:lnTo>
                    <a:pt x="380417" y="1351950"/>
                  </a:lnTo>
                  <a:lnTo>
                    <a:pt x="379345" y="1352385"/>
                  </a:lnTo>
                  <a:lnTo>
                    <a:pt x="378274" y="1352819"/>
                  </a:lnTo>
                  <a:lnTo>
                    <a:pt x="377202" y="1353254"/>
                  </a:lnTo>
                  <a:lnTo>
                    <a:pt x="376131" y="1353688"/>
                  </a:lnTo>
                  <a:lnTo>
                    <a:pt x="375059" y="1354122"/>
                  </a:lnTo>
                  <a:lnTo>
                    <a:pt x="373987" y="1354557"/>
                  </a:lnTo>
                  <a:lnTo>
                    <a:pt x="372916" y="1354991"/>
                  </a:lnTo>
                  <a:lnTo>
                    <a:pt x="371844" y="1355425"/>
                  </a:lnTo>
                  <a:lnTo>
                    <a:pt x="370773" y="1355859"/>
                  </a:lnTo>
                  <a:lnTo>
                    <a:pt x="369701" y="1356293"/>
                  </a:lnTo>
                  <a:lnTo>
                    <a:pt x="368629" y="1356727"/>
                  </a:lnTo>
                  <a:lnTo>
                    <a:pt x="367558" y="1357161"/>
                  </a:lnTo>
                  <a:lnTo>
                    <a:pt x="366486" y="1357595"/>
                  </a:lnTo>
                  <a:lnTo>
                    <a:pt x="365415" y="1358028"/>
                  </a:lnTo>
                  <a:lnTo>
                    <a:pt x="364343" y="1358462"/>
                  </a:lnTo>
                  <a:lnTo>
                    <a:pt x="363271" y="1358896"/>
                  </a:lnTo>
                  <a:lnTo>
                    <a:pt x="362200" y="1359329"/>
                  </a:lnTo>
                  <a:lnTo>
                    <a:pt x="361128" y="1359762"/>
                  </a:lnTo>
                  <a:lnTo>
                    <a:pt x="360057" y="1360196"/>
                  </a:lnTo>
                  <a:lnTo>
                    <a:pt x="358985" y="1360629"/>
                  </a:lnTo>
                  <a:lnTo>
                    <a:pt x="357913" y="1361062"/>
                  </a:lnTo>
                  <a:lnTo>
                    <a:pt x="356842" y="1361495"/>
                  </a:lnTo>
                  <a:lnTo>
                    <a:pt x="355770" y="1361928"/>
                  </a:lnTo>
                  <a:lnTo>
                    <a:pt x="354699" y="1362361"/>
                  </a:lnTo>
                  <a:lnTo>
                    <a:pt x="353627" y="1362794"/>
                  </a:lnTo>
                  <a:lnTo>
                    <a:pt x="352556" y="1363227"/>
                  </a:lnTo>
                  <a:lnTo>
                    <a:pt x="351484" y="1363660"/>
                  </a:lnTo>
                  <a:lnTo>
                    <a:pt x="350412" y="1364092"/>
                  </a:lnTo>
                  <a:lnTo>
                    <a:pt x="349341" y="1364525"/>
                  </a:lnTo>
                  <a:lnTo>
                    <a:pt x="348269" y="1364957"/>
                  </a:lnTo>
                  <a:lnTo>
                    <a:pt x="347198" y="1365390"/>
                  </a:lnTo>
                  <a:lnTo>
                    <a:pt x="346126" y="1365822"/>
                  </a:lnTo>
                  <a:lnTo>
                    <a:pt x="345054" y="1366254"/>
                  </a:lnTo>
                  <a:lnTo>
                    <a:pt x="343983" y="1366686"/>
                  </a:lnTo>
                  <a:lnTo>
                    <a:pt x="342911" y="1367118"/>
                  </a:lnTo>
                  <a:lnTo>
                    <a:pt x="341840" y="1367550"/>
                  </a:lnTo>
                  <a:lnTo>
                    <a:pt x="340768" y="1367982"/>
                  </a:lnTo>
                  <a:lnTo>
                    <a:pt x="339696" y="1368414"/>
                  </a:lnTo>
                  <a:lnTo>
                    <a:pt x="338625" y="1368845"/>
                  </a:lnTo>
                  <a:lnTo>
                    <a:pt x="337553" y="1369277"/>
                  </a:lnTo>
                  <a:lnTo>
                    <a:pt x="336482" y="1369708"/>
                  </a:lnTo>
                  <a:lnTo>
                    <a:pt x="335410" y="1370140"/>
                  </a:lnTo>
                  <a:lnTo>
                    <a:pt x="334338" y="1370571"/>
                  </a:lnTo>
                  <a:lnTo>
                    <a:pt x="333267" y="1371002"/>
                  </a:lnTo>
                  <a:lnTo>
                    <a:pt x="332195" y="1371433"/>
                  </a:lnTo>
                  <a:lnTo>
                    <a:pt x="331124" y="1371864"/>
                  </a:lnTo>
                  <a:lnTo>
                    <a:pt x="330052" y="1372295"/>
                  </a:lnTo>
                  <a:lnTo>
                    <a:pt x="328980" y="1372726"/>
                  </a:lnTo>
                  <a:lnTo>
                    <a:pt x="327909" y="1373156"/>
                  </a:lnTo>
                  <a:lnTo>
                    <a:pt x="326837" y="1373587"/>
                  </a:lnTo>
                  <a:lnTo>
                    <a:pt x="325766" y="1374017"/>
                  </a:lnTo>
                  <a:lnTo>
                    <a:pt x="324694" y="1374447"/>
                  </a:lnTo>
                  <a:lnTo>
                    <a:pt x="323622" y="1374878"/>
                  </a:lnTo>
                  <a:lnTo>
                    <a:pt x="322551" y="1375308"/>
                  </a:lnTo>
                  <a:lnTo>
                    <a:pt x="321479" y="1375738"/>
                  </a:lnTo>
                  <a:lnTo>
                    <a:pt x="320408" y="1376167"/>
                  </a:lnTo>
                  <a:lnTo>
                    <a:pt x="319336" y="1376597"/>
                  </a:lnTo>
                  <a:lnTo>
                    <a:pt x="318264" y="1377027"/>
                  </a:lnTo>
                  <a:lnTo>
                    <a:pt x="317193" y="1377456"/>
                  </a:lnTo>
                  <a:lnTo>
                    <a:pt x="316121" y="1377886"/>
                  </a:lnTo>
                  <a:lnTo>
                    <a:pt x="315050" y="1378315"/>
                  </a:lnTo>
                  <a:lnTo>
                    <a:pt x="313978" y="1378744"/>
                  </a:lnTo>
                  <a:lnTo>
                    <a:pt x="312906" y="1379173"/>
                  </a:lnTo>
                  <a:lnTo>
                    <a:pt x="311835" y="1379602"/>
                  </a:lnTo>
                  <a:lnTo>
                    <a:pt x="310763" y="1380031"/>
                  </a:lnTo>
                  <a:lnTo>
                    <a:pt x="309692" y="1380460"/>
                  </a:lnTo>
                  <a:lnTo>
                    <a:pt x="308620" y="1380888"/>
                  </a:lnTo>
                  <a:lnTo>
                    <a:pt x="307548" y="1381317"/>
                  </a:lnTo>
                  <a:lnTo>
                    <a:pt x="306477" y="1381745"/>
                  </a:lnTo>
                  <a:lnTo>
                    <a:pt x="305405" y="1382173"/>
                  </a:lnTo>
                  <a:lnTo>
                    <a:pt x="304334" y="1382601"/>
                  </a:lnTo>
                  <a:lnTo>
                    <a:pt x="303262" y="1383029"/>
                  </a:lnTo>
                  <a:lnTo>
                    <a:pt x="302190" y="1383457"/>
                  </a:lnTo>
                  <a:lnTo>
                    <a:pt x="301119" y="1383885"/>
                  </a:lnTo>
                  <a:lnTo>
                    <a:pt x="300047" y="1384313"/>
                  </a:lnTo>
                  <a:lnTo>
                    <a:pt x="298976" y="1384740"/>
                  </a:lnTo>
                  <a:lnTo>
                    <a:pt x="297904" y="1385167"/>
                  </a:lnTo>
                  <a:lnTo>
                    <a:pt x="296832" y="1385595"/>
                  </a:lnTo>
                  <a:lnTo>
                    <a:pt x="295761" y="1386022"/>
                  </a:lnTo>
                  <a:lnTo>
                    <a:pt x="294689" y="1386449"/>
                  </a:lnTo>
                  <a:lnTo>
                    <a:pt x="293618" y="1386875"/>
                  </a:lnTo>
                  <a:lnTo>
                    <a:pt x="292546" y="1387302"/>
                  </a:lnTo>
                  <a:lnTo>
                    <a:pt x="291474" y="1387729"/>
                  </a:lnTo>
                  <a:lnTo>
                    <a:pt x="290403" y="1388155"/>
                  </a:lnTo>
                  <a:lnTo>
                    <a:pt x="289331" y="1388581"/>
                  </a:lnTo>
                  <a:lnTo>
                    <a:pt x="288260" y="1389008"/>
                  </a:lnTo>
                  <a:lnTo>
                    <a:pt x="287188" y="1389434"/>
                  </a:lnTo>
                  <a:lnTo>
                    <a:pt x="286116" y="1389860"/>
                  </a:lnTo>
                  <a:lnTo>
                    <a:pt x="285045" y="1390285"/>
                  </a:lnTo>
                  <a:lnTo>
                    <a:pt x="283973" y="1390711"/>
                  </a:lnTo>
                  <a:lnTo>
                    <a:pt x="282902" y="1391136"/>
                  </a:lnTo>
                  <a:lnTo>
                    <a:pt x="281830" y="1391562"/>
                  </a:lnTo>
                  <a:lnTo>
                    <a:pt x="280758" y="1391987"/>
                  </a:lnTo>
                  <a:lnTo>
                    <a:pt x="279687" y="1392412"/>
                  </a:lnTo>
                  <a:lnTo>
                    <a:pt x="278615" y="1392837"/>
                  </a:lnTo>
                  <a:lnTo>
                    <a:pt x="277544" y="1393262"/>
                  </a:lnTo>
                  <a:lnTo>
                    <a:pt x="276472" y="1393686"/>
                  </a:lnTo>
                  <a:lnTo>
                    <a:pt x="275400" y="1394111"/>
                  </a:lnTo>
                  <a:lnTo>
                    <a:pt x="274329" y="1394535"/>
                  </a:lnTo>
                  <a:lnTo>
                    <a:pt x="273257" y="1394959"/>
                  </a:lnTo>
                  <a:lnTo>
                    <a:pt x="272186" y="1395383"/>
                  </a:lnTo>
                  <a:lnTo>
                    <a:pt x="271114" y="1395807"/>
                  </a:lnTo>
                  <a:lnTo>
                    <a:pt x="270042" y="1396231"/>
                  </a:lnTo>
                  <a:lnTo>
                    <a:pt x="268971" y="1396655"/>
                  </a:lnTo>
                  <a:lnTo>
                    <a:pt x="267899" y="1397078"/>
                  </a:lnTo>
                  <a:lnTo>
                    <a:pt x="266828" y="1397502"/>
                  </a:lnTo>
                  <a:lnTo>
                    <a:pt x="265756" y="1397925"/>
                  </a:lnTo>
                  <a:lnTo>
                    <a:pt x="264684" y="1398348"/>
                  </a:lnTo>
                  <a:lnTo>
                    <a:pt x="263613" y="1398771"/>
                  </a:lnTo>
                  <a:lnTo>
                    <a:pt x="262541" y="1399193"/>
                  </a:lnTo>
                  <a:lnTo>
                    <a:pt x="261470" y="1399616"/>
                  </a:lnTo>
                  <a:lnTo>
                    <a:pt x="260398" y="1400038"/>
                  </a:lnTo>
                  <a:lnTo>
                    <a:pt x="259326" y="1400461"/>
                  </a:lnTo>
                  <a:lnTo>
                    <a:pt x="258255" y="1400883"/>
                  </a:lnTo>
                  <a:lnTo>
                    <a:pt x="257183" y="1401305"/>
                  </a:lnTo>
                  <a:lnTo>
                    <a:pt x="256112" y="1401727"/>
                  </a:lnTo>
                  <a:lnTo>
                    <a:pt x="255040" y="1402148"/>
                  </a:lnTo>
                  <a:lnTo>
                    <a:pt x="253968" y="1402570"/>
                  </a:lnTo>
                  <a:lnTo>
                    <a:pt x="252897" y="1402991"/>
                  </a:lnTo>
                  <a:lnTo>
                    <a:pt x="251825" y="1403412"/>
                  </a:lnTo>
                  <a:lnTo>
                    <a:pt x="250754" y="1403833"/>
                  </a:lnTo>
                  <a:lnTo>
                    <a:pt x="249682" y="1404254"/>
                  </a:lnTo>
                  <a:lnTo>
                    <a:pt x="248610" y="1404675"/>
                  </a:lnTo>
                  <a:lnTo>
                    <a:pt x="247539" y="1405096"/>
                  </a:lnTo>
                  <a:lnTo>
                    <a:pt x="246467" y="1405516"/>
                  </a:lnTo>
                  <a:lnTo>
                    <a:pt x="245396" y="1405936"/>
                  </a:lnTo>
                  <a:lnTo>
                    <a:pt x="244324" y="1406356"/>
                  </a:lnTo>
                  <a:lnTo>
                    <a:pt x="243252" y="1406776"/>
                  </a:lnTo>
                  <a:lnTo>
                    <a:pt x="242181" y="1407196"/>
                  </a:lnTo>
                  <a:lnTo>
                    <a:pt x="241109" y="1407616"/>
                  </a:lnTo>
                  <a:lnTo>
                    <a:pt x="240038" y="1408035"/>
                  </a:lnTo>
                  <a:lnTo>
                    <a:pt x="238966" y="1408455"/>
                  </a:lnTo>
                  <a:lnTo>
                    <a:pt x="237894" y="1408874"/>
                  </a:lnTo>
                  <a:lnTo>
                    <a:pt x="236823" y="1409293"/>
                  </a:lnTo>
                  <a:lnTo>
                    <a:pt x="235751" y="1409711"/>
                  </a:lnTo>
                  <a:lnTo>
                    <a:pt x="234680" y="1410130"/>
                  </a:lnTo>
                  <a:lnTo>
                    <a:pt x="233608" y="1410549"/>
                  </a:lnTo>
                  <a:lnTo>
                    <a:pt x="232536" y="1410967"/>
                  </a:lnTo>
                  <a:lnTo>
                    <a:pt x="231465" y="1411385"/>
                  </a:lnTo>
                  <a:lnTo>
                    <a:pt x="230393" y="1411803"/>
                  </a:lnTo>
                  <a:lnTo>
                    <a:pt x="229322" y="1412221"/>
                  </a:lnTo>
                  <a:lnTo>
                    <a:pt x="228250" y="1412638"/>
                  </a:lnTo>
                  <a:lnTo>
                    <a:pt x="227178" y="1413056"/>
                  </a:lnTo>
                  <a:lnTo>
                    <a:pt x="226107" y="1413473"/>
                  </a:lnTo>
                  <a:lnTo>
                    <a:pt x="225035" y="1413890"/>
                  </a:lnTo>
                  <a:lnTo>
                    <a:pt x="223964" y="1414307"/>
                  </a:lnTo>
                  <a:lnTo>
                    <a:pt x="222892" y="1414724"/>
                  </a:lnTo>
                  <a:lnTo>
                    <a:pt x="221820" y="1415141"/>
                  </a:lnTo>
                  <a:lnTo>
                    <a:pt x="220749" y="1415557"/>
                  </a:lnTo>
                  <a:lnTo>
                    <a:pt x="219677" y="1415973"/>
                  </a:lnTo>
                  <a:lnTo>
                    <a:pt x="218606" y="1416389"/>
                  </a:lnTo>
                  <a:lnTo>
                    <a:pt x="217534" y="1416805"/>
                  </a:lnTo>
                  <a:lnTo>
                    <a:pt x="216462" y="1417221"/>
                  </a:lnTo>
                  <a:lnTo>
                    <a:pt x="215391" y="1417637"/>
                  </a:lnTo>
                  <a:lnTo>
                    <a:pt x="214319" y="1418052"/>
                  </a:lnTo>
                  <a:lnTo>
                    <a:pt x="213248" y="1418467"/>
                  </a:lnTo>
                  <a:lnTo>
                    <a:pt x="212176" y="1418882"/>
                  </a:lnTo>
                  <a:lnTo>
                    <a:pt x="211104" y="1419297"/>
                  </a:lnTo>
                  <a:lnTo>
                    <a:pt x="210033" y="1419712"/>
                  </a:lnTo>
                  <a:lnTo>
                    <a:pt x="208961" y="1420127"/>
                  </a:lnTo>
                  <a:lnTo>
                    <a:pt x="207890" y="1420541"/>
                  </a:lnTo>
                  <a:lnTo>
                    <a:pt x="206818" y="1420955"/>
                  </a:lnTo>
                  <a:lnTo>
                    <a:pt x="205746" y="1421369"/>
                  </a:lnTo>
                  <a:lnTo>
                    <a:pt x="204675" y="1421783"/>
                  </a:lnTo>
                  <a:lnTo>
                    <a:pt x="203603" y="1422197"/>
                  </a:lnTo>
                  <a:lnTo>
                    <a:pt x="202532" y="1422610"/>
                  </a:lnTo>
                  <a:lnTo>
                    <a:pt x="201460" y="1423023"/>
                  </a:lnTo>
                  <a:lnTo>
                    <a:pt x="200388" y="1423436"/>
                  </a:lnTo>
                  <a:lnTo>
                    <a:pt x="199317" y="1423849"/>
                  </a:lnTo>
                  <a:lnTo>
                    <a:pt x="198245" y="1424262"/>
                  </a:lnTo>
                  <a:lnTo>
                    <a:pt x="197174" y="1424675"/>
                  </a:lnTo>
                  <a:lnTo>
                    <a:pt x="196102" y="1425087"/>
                  </a:lnTo>
                  <a:lnTo>
                    <a:pt x="195030" y="1425499"/>
                  </a:lnTo>
                  <a:lnTo>
                    <a:pt x="193959" y="1425911"/>
                  </a:lnTo>
                  <a:lnTo>
                    <a:pt x="192887" y="1426323"/>
                  </a:lnTo>
                  <a:lnTo>
                    <a:pt x="191816" y="1426735"/>
                  </a:lnTo>
                  <a:lnTo>
                    <a:pt x="190744" y="1427146"/>
                  </a:lnTo>
                  <a:lnTo>
                    <a:pt x="189672" y="1427557"/>
                  </a:lnTo>
                  <a:lnTo>
                    <a:pt x="188601" y="1427969"/>
                  </a:lnTo>
                  <a:lnTo>
                    <a:pt x="187529" y="1428380"/>
                  </a:lnTo>
                  <a:lnTo>
                    <a:pt x="186458" y="1428790"/>
                  </a:lnTo>
                  <a:lnTo>
                    <a:pt x="185386" y="1429201"/>
                  </a:lnTo>
                  <a:lnTo>
                    <a:pt x="184314" y="1429611"/>
                  </a:lnTo>
                  <a:lnTo>
                    <a:pt x="183243" y="1430021"/>
                  </a:lnTo>
                  <a:lnTo>
                    <a:pt x="182171" y="1430431"/>
                  </a:lnTo>
                  <a:lnTo>
                    <a:pt x="181100" y="1430841"/>
                  </a:lnTo>
                  <a:lnTo>
                    <a:pt x="180028" y="1431251"/>
                  </a:lnTo>
                  <a:lnTo>
                    <a:pt x="178956" y="1431660"/>
                  </a:lnTo>
                  <a:lnTo>
                    <a:pt x="177885" y="1432069"/>
                  </a:lnTo>
                  <a:lnTo>
                    <a:pt x="176813" y="1432478"/>
                  </a:lnTo>
                  <a:lnTo>
                    <a:pt x="175742" y="1432887"/>
                  </a:lnTo>
                  <a:lnTo>
                    <a:pt x="174670" y="1433296"/>
                  </a:lnTo>
                  <a:lnTo>
                    <a:pt x="173599" y="1433705"/>
                  </a:lnTo>
                  <a:lnTo>
                    <a:pt x="172527" y="1434113"/>
                  </a:lnTo>
                  <a:lnTo>
                    <a:pt x="171455" y="1434521"/>
                  </a:lnTo>
                  <a:lnTo>
                    <a:pt x="170384" y="1434929"/>
                  </a:lnTo>
                  <a:lnTo>
                    <a:pt x="169312" y="1435337"/>
                  </a:lnTo>
                  <a:lnTo>
                    <a:pt x="168241" y="1435744"/>
                  </a:lnTo>
                  <a:lnTo>
                    <a:pt x="167169" y="1436151"/>
                  </a:lnTo>
                  <a:lnTo>
                    <a:pt x="166097" y="1436559"/>
                  </a:lnTo>
                  <a:lnTo>
                    <a:pt x="165026" y="1436966"/>
                  </a:lnTo>
                  <a:lnTo>
                    <a:pt x="163954" y="1437372"/>
                  </a:lnTo>
                  <a:lnTo>
                    <a:pt x="162883" y="1437779"/>
                  </a:lnTo>
                  <a:lnTo>
                    <a:pt x="161811" y="1438185"/>
                  </a:lnTo>
                  <a:lnTo>
                    <a:pt x="160739" y="1438591"/>
                  </a:lnTo>
                  <a:lnTo>
                    <a:pt x="159668" y="1438997"/>
                  </a:lnTo>
                  <a:lnTo>
                    <a:pt x="158596" y="1439403"/>
                  </a:lnTo>
                  <a:lnTo>
                    <a:pt x="157525" y="1439809"/>
                  </a:lnTo>
                  <a:lnTo>
                    <a:pt x="156453" y="1440214"/>
                  </a:lnTo>
                  <a:lnTo>
                    <a:pt x="155381" y="1440620"/>
                  </a:lnTo>
                  <a:lnTo>
                    <a:pt x="154310" y="1441025"/>
                  </a:lnTo>
                  <a:lnTo>
                    <a:pt x="153238" y="1441429"/>
                  </a:lnTo>
                  <a:lnTo>
                    <a:pt x="152167" y="1441834"/>
                  </a:lnTo>
                  <a:lnTo>
                    <a:pt x="151095" y="1442238"/>
                  </a:lnTo>
                  <a:lnTo>
                    <a:pt x="150023" y="1442643"/>
                  </a:lnTo>
                  <a:lnTo>
                    <a:pt x="148952" y="1443047"/>
                  </a:lnTo>
                  <a:lnTo>
                    <a:pt x="147880" y="1443451"/>
                  </a:lnTo>
                  <a:lnTo>
                    <a:pt x="146809" y="1443854"/>
                  </a:lnTo>
                  <a:lnTo>
                    <a:pt x="145737" y="1444258"/>
                  </a:lnTo>
                  <a:lnTo>
                    <a:pt x="144665" y="1444661"/>
                  </a:lnTo>
                  <a:lnTo>
                    <a:pt x="143594" y="1445064"/>
                  </a:lnTo>
                  <a:lnTo>
                    <a:pt x="142522" y="1445467"/>
                  </a:lnTo>
                  <a:lnTo>
                    <a:pt x="141451" y="1445869"/>
                  </a:lnTo>
                  <a:lnTo>
                    <a:pt x="140379" y="1446272"/>
                  </a:lnTo>
                  <a:lnTo>
                    <a:pt x="139307" y="1446674"/>
                  </a:lnTo>
                  <a:lnTo>
                    <a:pt x="138236" y="1447076"/>
                  </a:lnTo>
                  <a:lnTo>
                    <a:pt x="137164" y="1447478"/>
                  </a:lnTo>
                  <a:lnTo>
                    <a:pt x="136093" y="1447880"/>
                  </a:lnTo>
                  <a:lnTo>
                    <a:pt x="135021" y="1448281"/>
                  </a:lnTo>
                  <a:lnTo>
                    <a:pt x="133949" y="1448683"/>
                  </a:lnTo>
                  <a:lnTo>
                    <a:pt x="132878" y="1449084"/>
                  </a:lnTo>
                  <a:lnTo>
                    <a:pt x="131806" y="1449484"/>
                  </a:lnTo>
                  <a:lnTo>
                    <a:pt x="130735" y="1449885"/>
                  </a:lnTo>
                  <a:lnTo>
                    <a:pt x="129663" y="1450286"/>
                  </a:lnTo>
                  <a:lnTo>
                    <a:pt x="128591" y="1450686"/>
                  </a:lnTo>
                  <a:lnTo>
                    <a:pt x="127520" y="1451086"/>
                  </a:lnTo>
                  <a:lnTo>
                    <a:pt x="126448" y="1451486"/>
                  </a:lnTo>
                  <a:lnTo>
                    <a:pt x="125377" y="1451885"/>
                  </a:lnTo>
                  <a:lnTo>
                    <a:pt x="124305" y="1452285"/>
                  </a:lnTo>
                  <a:lnTo>
                    <a:pt x="123233" y="1452684"/>
                  </a:lnTo>
                  <a:lnTo>
                    <a:pt x="122162" y="1453083"/>
                  </a:lnTo>
                  <a:lnTo>
                    <a:pt x="121090" y="1453482"/>
                  </a:lnTo>
                  <a:lnTo>
                    <a:pt x="120019" y="1453881"/>
                  </a:lnTo>
                  <a:lnTo>
                    <a:pt x="118947" y="1454279"/>
                  </a:lnTo>
                  <a:lnTo>
                    <a:pt x="117875" y="1454677"/>
                  </a:lnTo>
                  <a:lnTo>
                    <a:pt x="116804" y="1455075"/>
                  </a:lnTo>
                  <a:lnTo>
                    <a:pt x="115732" y="1455473"/>
                  </a:lnTo>
                  <a:lnTo>
                    <a:pt x="114661" y="1455871"/>
                  </a:lnTo>
                  <a:lnTo>
                    <a:pt x="113589" y="1456268"/>
                  </a:lnTo>
                  <a:lnTo>
                    <a:pt x="112517" y="1456665"/>
                  </a:lnTo>
                  <a:lnTo>
                    <a:pt x="111446" y="1457062"/>
                  </a:lnTo>
                  <a:lnTo>
                    <a:pt x="110374" y="1457459"/>
                  </a:lnTo>
                  <a:lnTo>
                    <a:pt x="109303" y="1457856"/>
                  </a:lnTo>
                  <a:lnTo>
                    <a:pt x="108231" y="1458252"/>
                  </a:lnTo>
                  <a:lnTo>
                    <a:pt x="107159" y="1458648"/>
                  </a:lnTo>
                  <a:lnTo>
                    <a:pt x="106088" y="1459044"/>
                  </a:lnTo>
                  <a:lnTo>
                    <a:pt x="105016" y="1459440"/>
                  </a:lnTo>
                  <a:lnTo>
                    <a:pt x="103945" y="1459836"/>
                  </a:lnTo>
                  <a:lnTo>
                    <a:pt x="102873" y="1460231"/>
                  </a:lnTo>
                  <a:lnTo>
                    <a:pt x="101801" y="1460626"/>
                  </a:lnTo>
                  <a:lnTo>
                    <a:pt x="100730" y="1461021"/>
                  </a:lnTo>
                  <a:lnTo>
                    <a:pt x="99658" y="1461416"/>
                  </a:lnTo>
                  <a:lnTo>
                    <a:pt x="98587" y="1461810"/>
                  </a:lnTo>
                  <a:lnTo>
                    <a:pt x="97515" y="1462205"/>
                  </a:lnTo>
                  <a:lnTo>
                    <a:pt x="96443" y="1462599"/>
                  </a:lnTo>
                  <a:lnTo>
                    <a:pt x="95372" y="1462993"/>
                  </a:lnTo>
                  <a:lnTo>
                    <a:pt x="94300" y="1463386"/>
                  </a:lnTo>
                  <a:lnTo>
                    <a:pt x="93229" y="1463780"/>
                  </a:lnTo>
                  <a:lnTo>
                    <a:pt x="92157" y="1464173"/>
                  </a:lnTo>
                  <a:lnTo>
                    <a:pt x="91085" y="1464566"/>
                  </a:lnTo>
                  <a:lnTo>
                    <a:pt x="90014" y="1464959"/>
                  </a:lnTo>
                  <a:lnTo>
                    <a:pt x="88942" y="1465351"/>
                  </a:lnTo>
                  <a:lnTo>
                    <a:pt x="87871" y="1465744"/>
                  </a:lnTo>
                  <a:lnTo>
                    <a:pt x="86799" y="1466136"/>
                  </a:lnTo>
                  <a:lnTo>
                    <a:pt x="85727" y="1466528"/>
                  </a:lnTo>
                  <a:lnTo>
                    <a:pt x="84656" y="1466920"/>
                  </a:lnTo>
                  <a:lnTo>
                    <a:pt x="83584" y="1467312"/>
                  </a:lnTo>
                  <a:lnTo>
                    <a:pt x="82513" y="1467703"/>
                  </a:lnTo>
                  <a:lnTo>
                    <a:pt x="81441" y="1468094"/>
                  </a:lnTo>
                  <a:lnTo>
                    <a:pt x="80369" y="1468485"/>
                  </a:lnTo>
                  <a:lnTo>
                    <a:pt x="79298" y="1468876"/>
                  </a:lnTo>
                  <a:lnTo>
                    <a:pt x="78226" y="1469266"/>
                  </a:lnTo>
                  <a:lnTo>
                    <a:pt x="77155" y="1469657"/>
                  </a:lnTo>
                  <a:lnTo>
                    <a:pt x="76083" y="1470047"/>
                  </a:lnTo>
                  <a:lnTo>
                    <a:pt x="75011" y="1470437"/>
                  </a:lnTo>
                  <a:lnTo>
                    <a:pt x="73940" y="1470826"/>
                  </a:lnTo>
                  <a:lnTo>
                    <a:pt x="72868" y="1471216"/>
                  </a:lnTo>
                  <a:lnTo>
                    <a:pt x="71797" y="1471605"/>
                  </a:lnTo>
                  <a:lnTo>
                    <a:pt x="70725" y="1471994"/>
                  </a:lnTo>
                  <a:lnTo>
                    <a:pt x="69653" y="1472383"/>
                  </a:lnTo>
                  <a:lnTo>
                    <a:pt x="68582" y="1472772"/>
                  </a:lnTo>
                  <a:lnTo>
                    <a:pt x="67510" y="1473160"/>
                  </a:lnTo>
                  <a:lnTo>
                    <a:pt x="66439" y="1473548"/>
                  </a:lnTo>
                  <a:lnTo>
                    <a:pt x="65367" y="1473936"/>
                  </a:lnTo>
                  <a:lnTo>
                    <a:pt x="64295" y="1474324"/>
                  </a:lnTo>
                  <a:lnTo>
                    <a:pt x="63224" y="1474712"/>
                  </a:lnTo>
                  <a:lnTo>
                    <a:pt x="62152" y="1475099"/>
                  </a:lnTo>
                  <a:lnTo>
                    <a:pt x="61081" y="1475486"/>
                  </a:lnTo>
                  <a:lnTo>
                    <a:pt x="60009" y="1475873"/>
                  </a:lnTo>
                  <a:lnTo>
                    <a:pt x="58937" y="1476260"/>
                  </a:lnTo>
                  <a:lnTo>
                    <a:pt x="57866" y="1476646"/>
                  </a:lnTo>
                  <a:lnTo>
                    <a:pt x="56794" y="1477032"/>
                  </a:lnTo>
                  <a:lnTo>
                    <a:pt x="55723" y="1477418"/>
                  </a:lnTo>
                  <a:lnTo>
                    <a:pt x="54651" y="1477804"/>
                  </a:lnTo>
                  <a:lnTo>
                    <a:pt x="53579" y="1478190"/>
                  </a:lnTo>
                  <a:lnTo>
                    <a:pt x="52508" y="1478575"/>
                  </a:lnTo>
                  <a:lnTo>
                    <a:pt x="51436" y="1478961"/>
                  </a:lnTo>
                  <a:lnTo>
                    <a:pt x="50365" y="1479346"/>
                  </a:lnTo>
                  <a:lnTo>
                    <a:pt x="49293" y="1479730"/>
                  </a:lnTo>
                  <a:lnTo>
                    <a:pt x="48221" y="1480115"/>
                  </a:lnTo>
                  <a:lnTo>
                    <a:pt x="47150" y="1480499"/>
                  </a:lnTo>
                  <a:lnTo>
                    <a:pt x="46078" y="1480883"/>
                  </a:lnTo>
                  <a:lnTo>
                    <a:pt x="45007" y="1481267"/>
                  </a:lnTo>
                  <a:lnTo>
                    <a:pt x="43935" y="1481651"/>
                  </a:lnTo>
                  <a:lnTo>
                    <a:pt x="42863" y="1482034"/>
                  </a:lnTo>
                  <a:lnTo>
                    <a:pt x="41792" y="1482418"/>
                  </a:lnTo>
                  <a:lnTo>
                    <a:pt x="40720" y="1482801"/>
                  </a:lnTo>
                  <a:lnTo>
                    <a:pt x="39649" y="1483184"/>
                  </a:lnTo>
                  <a:lnTo>
                    <a:pt x="38577" y="1483566"/>
                  </a:lnTo>
                  <a:lnTo>
                    <a:pt x="37505" y="1483949"/>
                  </a:lnTo>
                  <a:lnTo>
                    <a:pt x="36434" y="1484331"/>
                  </a:lnTo>
                  <a:lnTo>
                    <a:pt x="35362" y="1484713"/>
                  </a:lnTo>
                  <a:lnTo>
                    <a:pt x="34291" y="1485095"/>
                  </a:lnTo>
                  <a:lnTo>
                    <a:pt x="33219" y="1485476"/>
                  </a:lnTo>
                  <a:lnTo>
                    <a:pt x="32147" y="1485857"/>
                  </a:lnTo>
                  <a:lnTo>
                    <a:pt x="31076" y="1486239"/>
                  </a:lnTo>
                  <a:lnTo>
                    <a:pt x="30004" y="1486619"/>
                  </a:lnTo>
                  <a:lnTo>
                    <a:pt x="28933" y="1487000"/>
                  </a:lnTo>
                  <a:lnTo>
                    <a:pt x="27861" y="1487381"/>
                  </a:lnTo>
                  <a:lnTo>
                    <a:pt x="26789" y="1487761"/>
                  </a:lnTo>
                  <a:lnTo>
                    <a:pt x="25718" y="1488141"/>
                  </a:lnTo>
                  <a:lnTo>
                    <a:pt x="24646" y="1488521"/>
                  </a:lnTo>
                  <a:lnTo>
                    <a:pt x="23575" y="1488900"/>
                  </a:lnTo>
                  <a:lnTo>
                    <a:pt x="22503" y="1489280"/>
                  </a:lnTo>
                  <a:lnTo>
                    <a:pt x="21431" y="1489659"/>
                  </a:lnTo>
                  <a:lnTo>
                    <a:pt x="20360" y="1490038"/>
                  </a:lnTo>
                  <a:lnTo>
                    <a:pt x="19288" y="1490416"/>
                  </a:lnTo>
                  <a:lnTo>
                    <a:pt x="18217" y="1490795"/>
                  </a:lnTo>
                  <a:lnTo>
                    <a:pt x="17145" y="1491173"/>
                  </a:lnTo>
                  <a:lnTo>
                    <a:pt x="16073" y="1491551"/>
                  </a:lnTo>
                  <a:lnTo>
                    <a:pt x="15002" y="1491929"/>
                  </a:lnTo>
                  <a:lnTo>
                    <a:pt x="13930" y="1492307"/>
                  </a:lnTo>
                  <a:lnTo>
                    <a:pt x="12859" y="1492684"/>
                  </a:lnTo>
                  <a:lnTo>
                    <a:pt x="11787" y="1493061"/>
                  </a:lnTo>
                  <a:lnTo>
                    <a:pt x="10715" y="1493438"/>
                  </a:lnTo>
                  <a:lnTo>
                    <a:pt x="9644" y="1493815"/>
                  </a:lnTo>
                  <a:lnTo>
                    <a:pt x="8572" y="1494192"/>
                  </a:lnTo>
                  <a:lnTo>
                    <a:pt x="7501" y="1494568"/>
                  </a:lnTo>
                  <a:lnTo>
                    <a:pt x="6429" y="1494944"/>
                  </a:lnTo>
                  <a:lnTo>
                    <a:pt x="5357" y="1495320"/>
                  </a:lnTo>
                  <a:lnTo>
                    <a:pt x="4286" y="1495696"/>
                  </a:lnTo>
                  <a:lnTo>
                    <a:pt x="3214" y="1496071"/>
                  </a:lnTo>
                  <a:lnTo>
                    <a:pt x="2143" y="1496446"/>
                  </a:lnTo>
                  <a:lnTo>
                    <a:pt x="1071" y="1496821"/>
                  </a:lnTo>
                  <a:lnTo>
                    <a:pt x="0" y="1497196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684231" y="4194890"/>
              <a:ext cx="3856684" cy="1275119"/>
            </a:xfrm>
            <a:custGeom>
              <a:avLst/>
              <a:gdLst/>
              <a:ahLst/>
              <a:cxnLst/>
              <a:rect l="0" t="0" r="0" b="0"/>
              <a:pathLst>
                <a:path w="3856684" h="1275119">
                  <a:moveTo>
                    <a:pt x="0" y="1275119"/>
                  </a:moveTo>
                  <a:lnTo>
                    <a:pt x="1071" y="1274899"/>
                  </a:lnTo>
                  <a:lnTo>
                    <a:pt x="2143" y="1274678"/>
                  </a:lnTo>
                  <a:lnTo>
                    <a:pt x="3214" y="1274457"/>
                  </a:lnTo>
                  <a:lnTo>
                    <a:pt x="4286" y="1274236"/>
                  </a:lnTo>
                  <a:lnTo>
                    <a:pt x="5357" y="1274015"/>
                  </a:lnTo>
                  <a:lnTo>
                    <a:pt x="6429" y="1273794"/>
                  </a:lnTo>
                  <a:lnTo>
                    <a:pt x="7501" y="1273572"/>
                  </a:lnTo>
                  <a:lnTo>
                    <a:pt x="8572" y="1273351"/>
                  </a:lnTo>
                  <a:lnTo>
                    <a:pt x="9644" y="1273129"/>
                  </a:lnTo>
                  <a:lnTo>
                    <a:pt x="10715" y="1272907"/>
                  </a:lnTo>
                  <a:lnTo>
                    <a:pt x="11787" y="1272685"/>
                  </a:lnTo>
                  <a:lnTo>
                    <a:pt x="12859" y="1272463"/>
                  </a:lnTo>
                  <a:lnTo>
                    <a:pt x="13930" y="1272241"/>
                  </a:lnTo>
                  <a:lnTo>
                    <a:pt x="15002" y="1272019"/>
                  </a:lnTo>
                  <a:lnTo>
                    <a:pt x="16073" y="1271796"/>
                  </a:lnTo>
                  <a:lnTo>
                    <a:pt x="17145" y="1271574"/>
                  </a:lnTo>
                  <a:lnTo>
                    <a:pt x="18217" y="1271351"/>
                  </a:lnTo>
                  <a:lnTo>
                    <a:pt x="19288" y="1271128"/>
                  </a:lnTo>
                  <a:lnTo>
                    <a:pt x="20360" y="1270905"/>
                  </a:lnTo>
                  <a:lnTo>
                    <a:pt x="21431" y="1270682"/>
                  </a:lnTo>
                  <a:lnTo>
                    <a:pt x="22503" y="1270459"/>
                  </a:lnTo>
                  <a:lnTo>
                    <a:pt x="23575" y="1270235"/>
                  </a:lnTo>
                  <a:lnTo>
                    <a:pt x="24646" y="1270012"/>
                  </a:lnTo>
                  <a:lnTo>
                    <a:pt x="25718" y="1269788"/>
                  </a:lnTo>
                  <a:lnTo>
                    <a:pt x="26789" y="1269564"/>
                  </a:lnTo>
                  <a:lnTo>
                    <a:pt x="27861" y="1269341"/>
                  </a:lnTo>
                  <a:lnTo>
                    <a:pt x="28933" y="1269117"/>
                  </a:lnTo>
                  <a:lnTo>
                    <a:pt x="30004" y="1268892"/>
                  </a:lnTo>
                  <a:lnTo>
                    <a:pt x="31076" y="1268668"/>
                  </a:lnTo>
                  <a:lnTo>
                    <a:pt x="32147" y="1268444"/>
                  </a:lnTo>
                  <a:lnTo>
                    <a:pt x="33219" y="1268219"/>
                  </a:lnTo>
                  <a:lnTo>
                    <a:pt x="34291" y="1267994"/>
                  </a:lnTo>
                  <a:lnTo>
                    <a:pt x="35362" y="1267769"/>
                  </a:lnTo>
                  <a:lnTo>
                    <a:pt x="36434" y="1267544"/>
                  </a:lnTo>
                  <a:lnTo>
                    <a:pt x="37505" y="1267319"/>
                  </a:lnTo>
                  <a:lnTo>
                    <a:pt x="38577" y="1267094"/>
                  </a:lnTo>
                  <a:lnTo>
                    <a:pt x="39649" y="1266869"/>
                  </a:lnTo>
                  <a:lnTo>
                    <a:pt x="40720" y="1266643"/>
                  </a:lnTo>
                  <a:lnTo>
                    <a:pt x="41792" y="1266418"/>
                  </a:lnTo>
                  <a:lnTo>
                    <a:pt x="42863" y="1266192"/>
                  </a:lnTo>
                  <a:lnTo>
                    <a:pt x="43935" y="1265966"/>
                  </a:lnTo>
                  <a:lnTo>
                    <a:pt x="45007" y="1265740"/>
                  </a:lnTo>
                  <a:lnTo>
                    <a:pt x="46078" y="1265514"/>
                  </a:lnTo>
                  <a:lnTo>
                    <a:pt x="47150" y="1265287"/>
                  </a:lnTo>
                  <a:lnTo>
                    <a:pt x="48221" y="1265061"/>
                  </a:lnTo>
                  <a:lnTo>
                    <a:pt x="49293" y="1264834"/>
                  </a:lnTo>
                  <a:lnTo>
                    <a:pt x="50365" y="1264607"/>
                  </a:lnTo>
                  <a:lnTo>
                    <a:pt x="51436" y="1264380"/>
                  </a:lnTo>
                  <a:lnTo>
                    <a:pt x="52508" y="1264153"/>
                  </a:lnTo>
                  <a:lnTo>
                    <a:pt x="53579" y="1263926"/>
                  </a:lnTo>
                  <a:lnTo>
                    <a:pt x="54651" y="1263699"/>
                  </a:lnTo>
                  <a:lnTo>
                    <a:pt x="55723" y="1263471"/>
                  </a:lnTo>
                  <a:lnTo>
                    <a:pt x="56794" y="1263244"/>
                  </a:lnTo>
                  <a:lnTo>
                    <a:pt x="57866" y="1263016"/>
                  </a:lnTo>
                  <a:lnTo>
                    <a:pt x="58937" y="1262788"/>
                  </a:lnTo>
                  <a:lnTo>
                    <a:pt x="60009" y="1262560"/>
                  </a:lnTo>
                  <a:lnTo>
                    <a:pt x="61081" y="1262332"/>
                  </a:lnTo>
                  <a:lnTo>
                    <a:pt x="62152" y="1262103"/>
                  </a:lnTo>
                  <a:lnTo>
                    <a:pt x="63224" y="1261875"/>
                  </a:lnTo>
                  <a:lnTo>
                    <a:pt x="64295" y="1261646"/>
                  </a:lnTo>
                  <a:lnTo>
                    <a:pt x="65367" y="1261417"/>
                  </a:lnTo>
                  <a:lnTo>
                    <a:pt x="66439" y="1261188"/>
                  </a:lnTo>
                  <a:lnTo>
                    <a:pt x="67510" y="1260959"/>
                  </a:lnTo>
                  <a:lnTo>
                    <a:pt x="68582" y="1260730"/>
                  </a:lnTo>
                  <a:lnTo>
                    <a:pt x="69653" y="1260501"/>
                  </a:lnTo>
                  <a:lnTo>
                    <a:pt x="70725" y="1260271"/>
                  </a:lnTo>
                  <a:lnTo>
                    <a:pt x="71797" y="1260042"/>
                  </a:lnTo>
                  <a:lnTo>
                    <a:pt x="72868" y="1259812"/>
                  </a:lnTo>
                  <a:lnTo>
                    <a:pt x="73940" y="1259582"/>
                  </a:lnTo>
                  <a:lnTo>
                    <a:pt x="75011" y="1259352"/>
                  </a:lnTo>
                  <a:lnTo>
                    <a:pt x="76083" y="1259121"/>
                  </a:lnTo>
                  <a:lnTo>
                    <a:pt x="77155" y="1258891"/>
                  </a:lnTo>
                  <a:lnTo>
                    <a:pt x="78226" y="1258660"/>
                  </a:lnTo>
                  <a:lnTo>
                    <a:pt x="79298" y="1258430"/>
                  </a:lnTo>
                  <a:lnTo>
                    <a:pt x="80369" y="1258199"/>
                  </a:lnTo>
                  <a:lnTo>
                    <a:pt x="81441" y="1257968"/>
                  </a:lnTo>
                  <a:lnTo>
                    <a:pt x="82513" y="1257737"/>
                  </a:lnTo>
                  <a:lnTo>
                    <a:pt x="83584" y="1257505"/>
                  </a:lnTo>
                  <a:lnTo>
                    <a:pt x="84656" y="1257274"/>
                  </a:lnTo>
                  <a:lnTo>
                    <a:pt x="85727" y="1257042"/>
                  </a:lnTo>
                  <a:lnTo>
                    <a:pt x="86799" y="1256810"/>
                  </a:lnTo>
                  <a:lnTo>
                    <a:pt x="87871" y="1256578"/>
                  </a:lnTo>
                  <a:lnTo>
                    <a:pt x="88942" y="1256346"/>
                  </a:lnTo>
                  <a:lnTo>
                    <a:pt x="90014" y="1256114"/>
                  </a:lnTo>
                  <a:lnTo>
                    <a:pt x="91085" y="1255882"/>
                  </a:lnTo>
                  <a:lnTo>
                    <a:pt x="92157" y="1255649"/>
                  </a:lnTo>
                  <a:lnTo>
                    <a:pt x="93229" y="1255416"/>
                  </a:lnTo>
                  <a:lnTo>
                    <a:pt x="94300" y="1255184"/>
                  </a:lnTo>
                  <a:lnTo>
                    <a:pt x="95372" y="1254951"/>
                  </a:lnTo>
                  <a:lnTo>
                    <a:pt x="96443" y="1254717"/>
                  </a:lnTo>
                  <a:lnTo>
                    <a:pt x="97515" y="1254484"/>
                  </a:lnTo>
                  <a:lnTo>
                    <a:pt x="98587" y="1254251"/>
                  </a:lnTo>
                  <a:lnTo>
                    <a:pt x="99658" y="1254017"/>
                  </a:lnTo>
                  <a:lnTo>
                    <a:pt x="100730" y="1253783"/>
                  </a:lnTo>
                  <a:lnTo>
                    <a:pt x="101801" y="1253549"/>
                  </a:lnTo>
                  <a:lnTo>
                    <a:pt x="102873" y="1253315"/>
                  </a:lnTo>
                  <a:lnTo>
                    <a:pt x="103945" y="1253081"/>
                  </a:lnTo>
                  <a:lnTo>
                    <a:pt x="105016" y="1252846"/>
                  </a:lnTo>
                  <a:lnTo>
                    <a:pt x="106088" y="1252612"/>
                  </a:lnTo>
                  <a:lnTo>
                    <a:pt x="107159" y="1252377"/>
                  </a:lnTo>
                  <a:lnTo>
                    <a:pt x="108231" y="1252142"/>
                  </a:lnTo>
                  <a:lnTo>
                    <a:pt x="109303" y="1251907"/>
                  </a:lnTo>
                  <a:lnTo>
                    <a:pt x="110374" y="1251672"/>
                  </a:lnTo>
                  <a:lnTo>
                    <a:pt x="111446" y="1251436"/>
                  </a:lnTo>
                  <a:lnTo>
                    <a:pt x="112517" y="1251200"/>
                  </a:lnTo>
                  <a:lnTo>
                    <a:pt x="113589" y="1250965"/>
                  </a:lnTo>
                  <a:lnTo>
                    <a:pt x="114661" y="1250729"/>
                  </a:lnTo>
                  <a:lnTo>
                    <a:pt x="115732" y="1250493"/>
                  </a:lnTo>
                  <a:lnTo>
                    <a:pt x="116804" y="1250256"/>
                  </a:lnTo>
                  <a:lnTo>
                    <a:pt x="117875" y="1250020"/>
                  </a:lnTo>
                  <a:lnTo>
                    <a:pt x="118947" y="1249783"/>
                  </a:lnTo>
                  <a:lnTo>
                    <a:pt x="120019" y="1249547"/>
                  </a:lnTo>
                  <a:lnTo>
                    <a:pt x="121090" y="1249310"/>
                  </a:lnTo>
                  <a:lnTo>
                    <a:pt x="122162" y="1249073"/>
                  </a:lnTo>
                  <a:lnTo>
                    <a:pt x="123233" y="1248835"/>
                  </a:lnTo>
                  <a:lnTo>
                    <a:pt x="124305" y="1248598"/>
                  </a:lnTo>
                  <a:lnTo>
                    <a:pt x="125377" y="1248360"/>
                  </a:lnTo>
                  <a:lnTo>
                    <a:pt x="126448" y="1248123"/>
                  </a:lnTo>
                  <a:lnTo>
                    <a:pt x="127520" y="1247885"/>
                  </a:lnTo>
                  <a:lnTo>
                    <a:pt x="128591" y="1247647"/>
                  </a:lnTo>
                  <a:lnTo>
                    <a:pt x="129663" y="1247408"/>
                  </a:lnTo>
                  <a:lnTo>
                    <a:pt x="130735" y="1247170"/>
                  </a:lnTo>
                  <a:lnTo>
                    <a:pt x="131806" y="1246931"/>
                  </a:lnTo>
                  <a:lnTo>
                    <a:pt x="132878" y="1246692"/>
                  </a:lnTo>
                  <a:lnTo>
                    <a:pt x="133949" y="1246453"/>
                  </a:lnTo>
                  <a:lnTo>
                    <a:pt x="135021" y="1246214"/>
                  </a:lnTo>
                  <a:lnTo>
                    <a:pt x="136093" y="1245975"/>
                  </a:lnTo>
                  <a:lnTo>
                    <a:pt x="137164" y="1245735"/>
                  </a:lnTo>
                  <a:lnTo>
                    <a:pt x="138236" y="1245496"/>
                  </a:lnTo>
                  <a:lnTo>
                    <a:pt x="139307" y="1245256"/>
                  </a:lnTo>
                  <a:lnTo>
                    <a:pt x="140379" y="1245016"/>
                  </a:lnTo>
                  <a:lnTo>
                    <a:pt x="141451" y="1244776"/>
                  </a:lnTo>
                  <a:lnTo>
                    <a:pt x="142522" y="1244535"/>
                  </a:lnTo>
                  <a:lnTo>
                    <a:pt x="143594" y="1244295"/>
                  </a:lnTo>
                  <a:lnTo>
                    <a:pt x="144665" y="1244054"/>
                  </a:lnTo>
                  <a:lnTo>
                    <a:pt x="145737" y="1243813"/>
                  </a:lnTo>
                  <a:lnTo>
                    <a:pt x="146809" y="1243572"/>
                  </a:lnTo>
                  <a:lnTo>
                    <a:pt x="147880" y="1243331"/>
                  </a:lnTo>
                  <a:lnTo>
                    <a:pt x="148952" y="1243089"/>
                  </a:lnTo>
                  <a:lnTo>
                    <a:pt x="150023" y="1242848"/>
                  </a:lnTo>
                  <a:lnTo>
                    <a:pt x="151095" y="1242606"/>
                  </a:lnTo>
                  <a:lnTo>
                    <a:pt x="152167" y="1242364"/>
                  </a:lnTo>
                  <a:lnTo>
                    <a:pt x="153238" y="1242121"/>
                  </a:lnTo>
                  <a:lnTo>
                    <a:pt x="154310" y="1241879"/>
                  </a:lnTo>
                  <a:lnTo>
                    <a:pt x="155381" y="1241637"/>
                  </a:lnTo>
                  <a:lnTo>
                    <a:pt x="156453" y="1241394"/>
                  </a:lnTo>
                  <a:lnTo>
                    <a:pt x="157525" y="1241151"/>
                  </a:lnTo>
                  <a:lnTo>
                    <a:pt x="158596" y="1240908"/>
                  </a:lnTo>
                  <a:lnTo>
                    <a:pt x="159668" y="1240664"/>
                  </a:lnTo>
                  <a:lnTo>
                    <a:pt x="160739" y="1240421"/>
                  </a:lnTo>
                  <a:lnTo>
                    <a:pt x="161811" y="1240177"/>
                  </a:lnTo>
                  <a:lnTo>
                    <a:pt x="162883" y="1239933"/>
                  </a:lnTo>
                  <a:lnTo>
                    <a:pt x="163954" y="1239689"/>
                  </a:lnTo>
                  <a:lnTo>
                    <a:pt x="165026" y="1239445"/>
                  </a:lnTo>
                  <a:lnTo>
                    <a:pt x="166097" y="1239201"/>
                  </a:lnTo>
                  <a:lnTo>
                    <a:pt x="167169" y="1238956"/>
                  </a:lnTo>
                  <a:lnTo>
                    <a:pt x="168241" y="1238711"/>
                  </a:lnTo>
                  <a:lnTo>
                    <a:pt x="169312" y="1238466"/>
                  </a:lnTo>
                  <a:lnTo>
                    <a:pt x="170384" y="1238221"/>
                  </a:lnTo>
                  <a:lnTo>
                    <a:pt x="171455" y="1237976"/>
                  </a:lnTo>
                  <a:lnTo>
                    <a:pt x="172527" y="1237730"/>
                  </a:lnTo>
                  <a:lnTo>
                    <a:pt x="173599" y="1237484"/>
                  </a:lnTo>
                  <a:lnTo>
                    <a:pt x="174670" y="1237238"/>
                  </a:lnTo>
                  <a:lnTo>
                    <a:pt x="175742" y="1236992"/>
                  </a:lnTo>
                  <a:lnTo>
                    <a:pt x="176813" y="1236746"/>
                  </a:lnTo>
                  <a:lnTo>
                    <a:pt x="177885" y="1236499"/>
                  </a:lnTo>
                  <a:lnTo>
                    <a:pt x="178956" y="1236252"/>
                  </a:lnTo>
                  <a:lnTo>
                    <a:pt x="180028" y="1236005"/>
                  </a:lnTo>
                  <a:lnTo>
                    <a:pt x="181100" y="1235758"/>
                  </a:lnTo>
                  <a:lnTo>
                    <a:pt x="182171" y="1235511"/>
                  </a:lnTo>
                  <a:lnTo>
                    <a:pt x="183243" y="1235263"/>
                  </a:lnTo>
                  <a:lnTo>
                    <a:pt x="184314" y="1235016"/>
                  </a:lnTo>
                  <a:lnTo>
                    <a:pt x="185386" y="1234768"/>
                  </a:lnTo>
                  <a:lnTo>
                    <a:pt x="186458" y="1234520"/>
                  </a:lnTo>
                  <a:lnTo>
                    <a:pt x="187529" y="1234271"/>
                  </a:lnTo>
                  <a:lnTo>
                    <a:pt x="188601" y="1234023"/>
                  </a:lnTo>
                  <a:lnTo>
                    <a:pt x="189672" y="1233774"/>
                  </a:lnTo>
                  <a:lnTo>
                    <a:pt x="190744" y="1233525"/>
                  </a:lnTo>
                  <a:lnTo>
                    <a:pt x="191816" y="1233276"/>
                  </a:lnTo>
                  <a:lnTo>
                    <a:pt x="192887" y="1233026"/>
                  </a:lnTo>
                  <a:lnTo>
                    <a:pt x="193959" y="1232777"/>
                  </a:lnTo>
                  <a:lnTo>
                    <a:pt x="195030" y="1232527"/>
                  </a:lnTo>
                  <a:lnTo>
                    <a:pt x="196102" y="1232277"/>
                  </a:lnTo>
                  <a:lnTo>
                    <a:pt x="197174" y="1232027"/>
                  </a:lnTo>
                  <a:lnTo>
                    <a:pt x="198245" y="1231776"/>
                  </a:lnTo>
                  <a:lnTo>
                    <a:pt x="199317" y="1231526"/>
                  </a:lnTo>
                  <a:lnTo>
                    <a:pt x="200388" y="1231275"/>
                  </a:lnTo>
                  <a:lnTo>
                    <a:pt x="201460" y="1231024"/>
                  </a:lnTo>
                  <a:lnTo>
                    <a:pt x="202532" y="1230773"/>
                  </a:lnTo>
                  <a:lnTo>
                    <a:pt x="203603" y="1230521"/>
                  </a:lnTo>
                  <a:lnTo>
                    <a:pt x="204675" y="1230269"/>
                  </a:lnTo>
                  <a:lnTo>
                    <a:pt x="205746" y="1230018"/>
                  </a:lnTo>
                  <a:lnTo>
                    <a:pt x="206818" y="1229765"/>
                  </a:lnTo>
                  <a:lnTo>
                    <a:pt x="207890" y="1229513"/>
                  </a:lnTo>
                  <a:lnTo>
                    <a:pt x="208961" y="1229261"/>
                  </a:lnTo>
                  <a:lnTo>
                    <a:pt x="210033" y="1229008"/>
                  </a:lnTo>
                  <a:lnTo>
                    <a:pt x="211104" y="1228755"/>
                  </a:lnTo>
                  <a:lnTo>
                    <a:pt x="212176" y="1228502"/>
                  </a:lnTo>
                  <a:lnTo>
                    <a:pt x="213248" y="1228248"/>
                  </a:lnTo>
                  <a:lnTo>
                    <a:pt x="214319" y="1227995"/>
                  </a:lnTo>
                  <a:lnTo>
                    <a:pt x="215391" y="1227741"/>
                  </a:lnTo>
                  <a:lnTo>
                    <a:pt x="216462" y="1227487"/>
                  </a:lnTo>
                  <a:lnTo>
                    <a:pt x="217534" y="1227232"/>
                  </a:lnTo>
                  <a:lnTo>
                    <a:pt x="218606" y="1226978"/>
                  </a:lnTo>
                  <a:lnTo>
                    <a:pt x="219677" y="1226723"/>
                  </a:lnTo>
                  <a:lnTo>
                    <a:pt x="220749" y="1226468"/>
                  </a:lnTo>
                  <a:lnTo>
                    <a:pt x="221820" y="1226213"/>
                  </a:lnTo>
                  <a:lnTo>
                    <a:pt x="222892" y="1225958"/>
                  </a:lnTo>
                  <a:lnTo>
                    <a:pt x="223964" y="1225702"/>
                  </a:lnTo>
                  <a:lnTo>
                    <a:pt x="225035" y="1225446"/>
                  </a:lnTo>
                  <a:lnTo>
                    <a:pt x="226107" y="1225190"/>
                  </a:lnTo>
                  <a:lnTo>
                    <a:pt x="227178" y="1224934"/>
                  </a:lnTo>
                  <a:lnTo>
                    <a:pt x="228250" y="1224677"/>
                  </a:lnTo>
                  <a:lnTo>
                    <a:pt x="229322" y="1224420"/>
                  </a:lnTo>
                  <a:lnTo>
                    <a:pt x="230393" y="1224163"/>
                  </a:lnTo>
                  <a:lnTo>
                    <a:pt x="231465" y="1223906"/>
                  </a:lnTo>
                  <a:lnTo>
                    <a:pt x="232536" y="1223649"/>
                  </a:lnTo>
                  <a:lnTo>
                    <a:pt x="233608" y="1223391"/>
                  </a:lnTo>
                  <a:lnTo>
                    <a:pt x="234680" y="1223133"/>
                  </a:lnTo>
                  <a:lnTo>
                    <a:pt x="235751" y="1222875"/>
                  </a:lnTo>
                  <a:lnTo>
                    <a:pt x="236823" y="1222617"/>
                  </a:lnTo>
                  <a:lnTo>
                    <a:pt x="237894" y="1222358"/>
                  </a:lnTo>
                  <a:lnTo>
                    <a:pt x="238966" y="1222099"/>
                  </a:lnTo>
                  <a:lnTo>
                    <a:pt x="240038" y="1221840"/>
                  </a:lnTo>
                  <a:lnTo>
                    <a:pt x="241109" y="1221581"/>
                  </a:lnTo>
                  <a:lnTo>
                    <a:pt x="242181" y="1221321"/>
                  </a:lnTo>
                  <a:lnTo>
                    <a:pt x="243252" y="1221061"/>
                  </a:lnTo>
                  <a:lnTo>
                    <a:pt x="244324" y="1220801"/>
                  </a:lnTo>
                  <a:lnTo>
                    <a:pt x="245396" y="1220541"/>
                  </a:lnTo>
                  <a:lnTo>
                    <a:pt x="246467" y="1220280"/>
                  </a:lnTo>
                  <a:lnTo>
                    <a:pt x="247539" y="1220020"/>
                  </a:lnTo>
                  <a:lnTo>
                    <a:pt x="248610" y="1219759"/>
                  </a:lnTo>
                  <a:lnTo>
                    <a:pt x="249682" y="1219497"/>
                  </a:lnTo>
                  <a:lnTo>
                    <a:pt x="250754" y="1219236"/>
                  </a:lnTo>
                  <a:lnTo>
                    <a:pt x="251825" y="1218974"/>
                  </a:lnTo>
                  <a:lnTo>
                    <a:pt x="252897" y="1218712"/>
                  </a:lnTo>
                  <a:lnTo>
                    <a:pt x="253968" y="1218450"/>
                  </a:lnTo>
                  <a:lnTo>
                    <a:pt x="255040" y="1218187"/>
                  </a:lnTo>
                  <a:lnTo>
                    <a:pt x="256112" y="1217924"/>
                  </a:lnTo>
                  <a:lnTo>
                    <a:pt x="257183" y="1217661"/>
                  </a:lnTo>
                  <a:lnTo>
                    <a:pt x="258255" y="1217398"/>
                  </a:lnTo>
                  <a:lnTo>
                    <a:pt x="259326" y="1217135"/>
                  </a:lnTo>
                  <a:lnTo>
                    <a:pt x="260398" y="1216871"/>
                  </a:lnTo>
                  <a:lnTo>
                    <a:pt x="261470" y="1216607"/>
                  </a:lnTo>
                  <a:lnTo>
                    <a:pt x="262541" y="1216343"/>
                  </a:lnTo>
                  <a:lnTo>
                    <a:pt x="263613" y="1216078"/>
                  </a:lnTo>
                  <a:lnTo>
                    <a:pt x="264684" y="1215813"/>
                  </a:lnTo>
                  <a:lnTo>
                    <a:pt x="265756" y="1215548"/>
                  </a:lnTo>
                  <a:lnTo>
                    <a:pt x="266828" y="1215283"/>
                  </a:lnTo>
                  <a:lnTo>
                    <a:pt x="267899" y="1215017"/>
                  </a:lnTo>
                  <a:lnTo>
                    <a:pt x="268971" y="1214752"/>
                  </a:lnTo>
                  <a:lnTo>
                    <a:pt x="270042" y="1214485"/>
                  </a:lnTo>
                  <a:lnTo>
                    <a:pt x="271114" y="1214219"/>
                  </a:lnTo>
                  <a:lnTo>
                    <a:pt x="272186" y="1213952"/>
                  </a:lnTo>
                  <a:lnTo>
                    <a:pt x="273257" y="1213686"/>
                  </a:lnTo>
                  <a:lnTo>
                    <a:pt x="274329" y="1213418"/>
                  </a:lnTo>
                  <a:lnTo>
                    <a:pt x="275400" y="1213151"/>
                  </a:lnTo>
                  <a:lnTo>
                    <a:pt x="276472" y="1212883"/>
                  </a:lnTo>
                  <a:lnTo>
                    <a:pt x="277544" y="1212615"/>
                  </a:lnTo>
                  <a:lnTo>
                    <a:pt x="278615" y="1212347"/>
                  </a:lnTo>
                  <a:lnTo>
                    <a:pt x="279687" y="1212079"/>
                  </a:lnTo>
                  <a:lnTo>
                    <a:pt x="280758" y="1211810"/>
                  </a:lnTo>
                  <a:lnTo>
                    <a:pt x="281830" y="1211541"/>
                  </a:lnTo>
                  <a:lnTo>
                    <a:pt x="282902" y="1211272"/>
                  </a:lnTo>
                  <a:lnTo>
                    <a:pt x="283973" y="1211002"/>
                  </a:lnTo>
                  <a:lnTo>
                    <a:pt x="285045" y="1210732"/>
                  </a:lnTo>
                  <a:lnTo>
                    <a:pt x="286116" y="1210462"/>
                  </a:lnTo>
                  <a:lnTo>
                    <a:pt x="287188" y="1210192"/>
                  </a:lnTo>
                  <a:lnTo>
                    <a:pt x="288260" y="1209921"/>
                  </a:lnTo>
                  <a:lnTo>
                    <a:pt x="289331" y="1209650"/>
                  </a:lnTo>
                  <a:lnTo>
                    <a:pt x="290403" y="1209379"/>
                  </a:lnTo>
                  <a:lnTo>
                    <a:pt x="291474" y="1209108"/>
                  </a:lnTo>
                  <a:lnTo>
                    <a:pt x="292546" y="1208836"/>
                  </a:lnTo>
                  <a:lnTo>
                    <a:pt x="293618" y="1208564"/>
                  </a:lnTo>
                  <a:lnTo>
                    <a:pt x="294689" y="1208291"/>
                  </a:lnTo>
                  <a:lnTo>
                    <a:pt x="295761" y="1208019"/>
                  </a:lnTo>
                  <a:lnTo>
                    <a:pt x="296832" y="1207746"/>
                  </a:lnTo>
                  <a:lnTo>
                    <a:pt x="297904" y="1207473"/>
                  </a:lnTo>
                  <a:lnTo>
                    <a:pt x="298976" y="1207199"/>
                  </a:lnTo>
                  <a:lnTo>
                    <a:pt x="300047" y="1206925"/>
                  </a:lnTo>
                  <a:lnTo>
                    <a:pt x="301119" y="1206651"/>
                  </a:lnTo>
                  <a:lnTo>
                    <a:pt x="302190" y="1206377"/>
                  </a:lnTo>
                  <a:lnTo>
                    <a:pt x="303262" y="1206102"/>
                  </a:lnTo>
                  <a:lnTo>
                    <a:pt x="304334" y="1205827"/>
                  </a:lnTo>
                  <a:lnTo>
                    <a:pt x="305405" y="1205552"/>
                  </a:lnTo>
                  <a:lnTo>
                    <a:pt x="306477" y="1205277"/>
                  </a:lnTo>
                  <a:lnTo>
                    <a:pt x="307548" y="1205001"/>
                  </a:lnTo>
                  <a:lnTo>
                    <a:pt x="308620" y="1204725"/>
                  </a:lnTo>
                  <a:lnTo>
                    <a:pt x="309692" y="1204448"/>
                  </a:lnTo>
                  <a:lnTo>
                    <a:pt x="310763" y="1204172"/>
                  </a:lnTo>
                  <a:lnTo>
                    <a:pt x="311835" y="1203895"/>
                  </a:lnTo>
                  <a:lnTo>
                    <a:pt x="312906" y="1203617"/>
                  </a:lnTo>
                  <a:lnTo>
                    <a:pt x="313978" y="1203340"/>
                  </a:lnTo>
                  <a:lnTo>
                    <a:pt x="315050" y="1203062"/>
                  </a:lnTo>
                  <a:lnTo>
                    <a:pt x="316121" y="1202784"/>
                  </a:lnTo>
                  <a:lnTo>
                    <a:pt x="317193" y="1202505"/>
                  </a:lnTo>
                  <a:lnTo>
                    <a:pt x="318264" y="1202226"/>
                  </a:lnTo>
                  <a:lnTo>
                    <a:pt x="319336" y="1201947"/>
                  </a:lnTo>
                  <a:lnTo>
                    <a:pt x="320408" y="1201668"/>
                  </a:lnTo>
                  <a:lnTo>
                    <a:pt x="321479" y="1201388"/>
                  </a:lnTo>
                  <a:lnTo>
                    <a:pt x="322551" y="1201108"/>
                  </a:lnTo>
                  <a:lnTo>
                    <a:pt x="323622" y="1200827"/>
                  </a:lnTo>
                  <a:lnTo>
                    <a:pt x="324694" y="1200547"/>
                  </a:lnTo>
                  <a:lnTo>
                    <a:pt x="325766" y="1200266"/>
                  </a:lnTo>
                  <a:lnTo>
                    <a:pt x="326837" y="1199984"/>
                  </a:lnTo>
                  <a:lnTo>
                    <a:pt x="327909" y="1199703"/>
                  </a:lnTo>
                  <a:lnTo>
                    <a:pt x="328980" y="1199421"/>
                  </a:lnTo>
                  <a:lnTo>
                    <a:pt x="330052" y="1199139"/>
                  </a:lnTo>
                  <a:lnTo>
                    <a:pt x="331124" y="1198856"/>
                  </a:lnTo>
                  <a:lnTo>
                    <a:pt x="332195" y="1198573"/>
                  </a:lnTo>
                  <a:lnTo>
                    <a:pt x="333267" y="1198290"/>
                  </a:lnTo>
                  <a:lnTo>
                    <a:pt x="334338" y="1198006"/>
                  </a:lnTo>
                  <a:lnTo>
                    <a:pt x="335410" y="1197722"/>
                  </a:lnTo>
                  <a:lnTo>
                    <a:pt x="336482" y="1197438"/>
                  </a:lnTo>
                  <a:lnTo>
                    <a:pt x="337553" y="1197154"/>
                  </a:lnTo>
                  <a:lnTo>
                    <a:pt x="338625" y="1196869"/>
                  </a:lnTo>
                  <a:lnTo>
                    <a:pt x="339696" y="1196584"/>
                  </a:lnTo>
                  <a:lnTo>
                    <a:pt x="340768" y="1196298"/>
                  </a:lnTo>
                  <a:lnTo>
                    <a:pt x="341840" y="1196012"/>
                  </a:lnTo>
                  <a:lnTo>
                    <a:pt x="342911" y="1195726"/>
                  </a:lnTo>
                  <a:lnTo>
                    <a:pt x="343983" y="1195440"/>
                  </a:lnTo>
                  <a:lnTo>
                    <a:pt x="345054" y="1195153"/>
                  </a:lnTo>
                  <a:lnTo>
                    <a:pt x="346126" y="1194865"/>
                  </a:lnTo>
                  <a:lnTo>
                    <a:pt x="347198" y="1194578"/>
                  </a:lnTo>
                  <a:lnTo>
                    <a:pt x="348269" y="1194290"/>
                  </a:lnTo>
                  <a:lnTo>
                    <a:pt x="349341" y="1194002"/>
                  </a:lnTo>
                  <a:lnTo>
                    <a:pt x="350412" y="1193713"/>
                  </a:lnTo>
                  <a:lnTo>
                    <a:pt x="351484" y="1193424"/>
                  </a:lnTo>
                  <a:lnTo>
                    <a:pt x="352556" y="1193135"/>
                  </a:lnTo>
                  <a:lnTo>
                    <a:pt x="353627" y="1192846"/>
                  </a:lnTo>
                  <a:lnTo>
                    <a:pt x="354699" y="1192556"/>
                  </a:lnTo>
                  <a:lnTo>
                    <a:pt x="355770" y="1192265"/>
                  </a:lnTo>
                  <a:lnTo>
                    <a:pt x="356842" y="1191975"/>
                  </a:lnTo>
                  <a:lnTo>
                    <a:pt x="357913" y="1191684"/>
                  </a:lnTo>
                  <a:lnTo>
                    <a:pt x="358985" y="1191392"/>
                  </a:lnTo>
                  <a:lnTo>
                    <a:pt x="360057" y="1191101"/>
                  </a:lnTo>
                  <a:lnTo>
                    <a:pt x="361128" y="1190809"/>
                  </a:lnTo>
                  <a:lnTo>
                    <a:pt x="362200" y="1190516"/>
                  </a:lnTo>
                  <a:lnTo>
                    <a:pt x="363271" y="1190224"/>
                  </a:lnTo>
                  <a:lnTo>
                    <a:pt x="364343" y="1189930"/>
                  </a:lnTo>
                  <a:lnTo>
                    <a:pt x="365415" y="1189637"/>
                  </a:lnTo>
                  <a:lnTo>
                    <a:pt x="366486" y="1189343"/>
                  </a:lnTo>
                  <a:lnTo>
                    <a:pt x="367558" y="1189049"/>
                  </a:lnTo>
                  <a:lnTo>
                    <a:pt x="368629" y="1188754"/>
                  </a:lnTo>
                  <a:lnTo>
                    <a:pt x="369701" y="1188459"/>
                  </a:lnTo>
                  <a:lnTo>
                    <a:pt x="370773" y="1188164"/>
                  </a:lnTo>
                  <a:lnTo>
                    <a:pt x="371844" y="1187869"/>
                  </a:lnTo>
                  <a:lnTo>
                    <a:pt x="372916" y="1187573"/>
                  </a:lnTo>
                  <a:lnTo>
                    <a:pt x="373987" y="1187276"/>
                  </a:lnTo>
                  <a:lnTo>
                    <a:pt x="375059" y="1186979"/>
                  </a:lnTo>
                  <a:lnTo>
                    <a:pt x="376131" y="1186682"/>
                  </a:lnTo>
                  <a:lnTo>
                    <a:pt x="377202" y="1186385"/>
                  </a:lnTo>
                  <a:lnTo>
                    <a:pt x="378274" y="1186087"/>
                  </a:lnTo>
                  <a:lnTo>
                    <a:pt x="379345" y="1185789"/>
                  </a:lnTo>
                  <a:lnTo>
                    <a:pt x="380417" y="1185490"/>
                  </a:lnTo>
                  <a:lnTo>
                    <a:pt x="381489" y="1185191"/>
                  </a:lnTo>
                  <a:lnTo>
                    <a:pt x="382560" y="1184891"/>
                  </a:lnTo>
                  <a:lnTo>
                    <a:pt x="383632" y="1184592"/>
                  </a:lnTo>
                  <a:lnTo>
                    <a:pt x="384703" y="1184291"/>
                  </a:lnTo>
                  <a:lnTo>
                    <a:pt x="385775" y="1183991"/>
                  </a:lnTo>
                  <a:lnTo>
                    <a:pt x="386847" y="1183690"/>
                  </a:lnTo>
                  <a:lnTo>
                    <a:pt x="387918" y="1183389"/>
                  </a:lnTo>
                  <a:lnTo>
                    <a:pt x="388990" y="1183087"/>
                  </a:lnTo>
                  <a:lnTo>
                    <a:pt x="390061" y="1182785"/>
                  </a:lnTo>
                  <a:lnTo>
                    <a:pt x="391133" y="1182482"/>
                  </a:lnTo>
                  <a:lnTo>
                    <a:pt x="392205" y="1182179"/>
                  </a:lnTo>
                  <a:lnTo>
                    <a:pt x="393276" y="1181876"/>
                  </a:lnTo>
                  <a:lnTo>
                    <a:pt x="394348" y="1181572"/>
                  </a:lnTo>
                  <a:lnTo>
                    <a:pt x="395419" y="1181268"/>
                  </a:lnTo>
                  <a:lnTo>
                    <a:pt x="396491" y="1180964"/>
                  </a:lnTo>
                  <a:lnTo>
                    <a:pt x="397563" y="1180659"/>
                  </a:lnTo>
                  <a:lnTo>
                    <a:pt x="398634" y="1180354"/>
                  </a:lnTo>
                  <a:lnTo>
                    <a:pt x="399706" y="1180048"/>
                  </a:lnTo>
                  <a:lnTo>
                    <a:pt x="400777" y="1179742"/>
                  </a:lnTo>
                  <a:lnTo>
                    <a:pt x="401849" y="1179435"/>
                  </a:lnTo>
                  <a:lnTo>
                    <a:pt x="402921" y="1179128"/>
                  </a:lnTo>
                  <a:lnTo>
                    <a:pt x="403992" y="1178821"/>
                  </a:lnTo>
                  <a:lnTo>
                    <a:pt x="405064" y="1178513"/>
                  </a:lnTo>
                  <a:lnTo>
                    <a:pt x="406135" y="1178205"/>
                  </a:lnTo>
                  <a:lnTo>
                    <a:pt x="407207" y="1177896"/>
                  </a:lnTo>
                  <a:lnTo>
                    <a:pt x="408279" y="1177587"/>
                  </a:lnTo>
                  <a:lnTo>
                    <a:pt x="409350" y="1177278"/>
                  </a:lnTo>
                  <a:lnTo>
                    <a:pt x="410422" y="1176968"/>
                  </a:lnTo>
                  <a:lnTo>
                    <a:pt x="411493" y="1176658"/>
                  </a:lnTo>
                  <a:lnTo>
                    <a:pt x="412565" y="1176347"/>
                  </a:lnTo>
                  <a:lnTo>
                    <a:pt x="413637" y="1176036"/>
                  </a:lnTo>
                  <a:lnTo>
                    <a:pt x="414708" y="1175725"/>
                  </a:lnTo>
                  <a:lnTo>
                    <a:pt x="415780" y="1175413"/>
                  </a:lnTo>
                  <a:lnTo>
                    <a:pt x="416851" y="1175100"/>
                  </a:lnTo>
                  <a:lnTo>
                    <a:pt x="417923" y="1174787"/>
                  </a:lnTo>
                  <a:lnTo>
                    <a:pt x="418995" y="1174474"/>
                  </a:lnTo>
                  <a:lnTo>
                    <a:pt x="420066" y="1174160"/>
                  </a:lnTo>
                  <a:lnTo>
                    <a:pt x="421138" y="1173846"/>
                  </a:lnTo>
                  <a:lnTo>
                    <a:pt x="422209" y="1173532"/>
                  </a:lnTo>
                  <a:lnTo>
                    <a:pt x="423281" y="1173217"/>
                  </a:lnTo>
                  <a:lnTo>
                    <a:pt x="424353" y="1172901"/>
                  </a:lnTo>
                  <a:lnTo>
                    <a:pt x="425424" y="1172585"/>
                  </a:lnTo>
                  <a:lnTo>
                    <a:pt x="426496" y="1172269"/>
                  </a:lnTo>
                  <a:lnTo>
                    <a:pt x="427567" y="1171952"/>
                  </a:lnTo>
                  <a:lnTo>
                    <a:pt x="428639" y="1171635"/>
                  </a:lnTo>
                  <a:lnTo>
                    <a:pt x="429711" y="1171317"/>
                  </a:lnTo>
                  <a:lnTo>
                    <a:pt x="430782" y="1170999"/>
                  </a:lnTo>
                  <a:lnTo>
                    <a:pt x="431854" y="1170681"/>
                  </a:lnTo>
                  <a:lnTo>
                    <a:pt x="432925" y="1170362"/>
                  </a:lnTo>
                  <a:lnTo>
                    <a:pt x="433997" y="1170042"/>
                  </a:lnTo>
                  <a:lnTo>
                    <a:pt x="435069" y="1169722"/>
                  </a:lnTo>
                  <a:lnTo>
                    <a:pt x="436140" y="1169402"/>
                  </a:lnTo>
                  <a:lnTo>
                    <a:pt x="437212" y="1169081"/>
                  </a:lnTo>
                  <a:lnTo>
                    <a:pt x="438283" y="1168760"/>
                  </a:lnTo>
                  <a:lnTo>
                    <a:pt x="439355" y="1168438"/>
                  </a:lnTo>
                  <a:lnTo>
                    <a:pt x="440427" y="1168116"/>
                  </a:lnTo>
                  <a:lnTo>
                    <a:pt x="441498" y="1167793"/>
                  </a:lnTo>
                  <a:lnTo>
                    <a:pt x="442570" y="1167470"/>
                  </a:lnTo>
                  <a:lnTo>
                    <a:pt x="443641" y="1167146"/>
                  </a:lnTo>
                  <a:lnTo>
                    <a:pt x="444713" y="1166822"/>
                  </a:lnTo>
                  <a:lnTo>
                    <a:pt x="445785" y="1166497"/>
                  </a:lnTo>
                  <a:lnTo>
                    <a:pt x="446856" y="1166172"/>
                  </a:lnTo>
                  <a:lnTo>
                    <a:pt x="447928" y="1165847"/>
                  </a:lnTo>
                  <a:lnTo>
                    <a:pt x="448999" y="1165521"/>
                  </a:lnTo>
                  <a:lnTo>
                    <a:pt x="450071" y="1165194"/>
                  </a:lnTo>
                  <a:lnTo>
                    <a:pt x="451143" y="1164867"/>
                  </a:lnTo>
                  <a:lnTo>
                    <a:pt x="452214" y="1164540"/>
                  </a:lnTo>
                  <a:lnTo>
                    <a:pt x="453286" y="1164212"/>
                  </a:lnTo>
                  <a:lnTo>
                    <a:pt x="454357" y="1163884"/>
                  </a:lnTo>
                  <a:lnTo>
                    <a:pt x="455429" y="1163555"/>
                  </a:lnTo>
                  <a:lnTo>
                    <a:pt x="456501" y="1163225"/>
                  </a:lnTo>
                  <a:lnTo>
                    <a:pt x="457572" y="1162895"/>
                  </a:lnTo>
                  <a:lnTo>
                    <a:pt x="458644" y="1162565"/>
                  </a:lnTo>
                  <a:lnTo>
                    <a:pt x="459715" y="1162234"/>
                  </a:lnTo>
                  <a:lnTo>
                    <a:pt x="460787" y="1161903"/>
                  </a:lnTo>
                  <a:lnTo>
                    <a:pt x="461859" y="1161571"/>
                  </a:lnTo>
                  <a:lnTo>
                    <a:pt x="462930" y="1161239"/>
                  </a:lnTo>
                  <a:lnTo>
                    <a:pt x="464002" y="1160906"/>
                  </a:lnTo>
                  <a:lnTo>
                    <a:pt x="465073" y="1160573"/>
                  </a:lnTo>
                  <a:lnTo>
                    <a:pt x="466145" y="1160239"/>
                  </a:lnTo>
                  <a:lnTo>
                    <a:pt x="467217" y="1159905"/>
                  </a:lnTo>
                  <a:lnTo>
                    <a:pt x="468288" y="1159570"/>
                  </a:lnTo>
                  <a:lnTo>
                    <a:pt x="469360" y="1159235"/>
                  </a:lnTo>
                  <a:lnTo>
                    <a:pt x="470431" y="1158899"/>
                  </a:lnTo>
                  <a:lnTo>
                    <a:pt x="471503" y="1158563"/>
                  </a:lnTo>
                  <a:lnTo>
                    <a:pt x="472575" y="1158226"/>
                  </a:lnTo>
                  <a:lnTo>
                    <a:pt x="473646" y="1157888"/>
                  </a:lnTo>
                  <a:lnTo>
                    <a:pt x="474718" y="1157551"/>
                  </a:lnTo>
                  <a:lnTo>
                    <a:pt x="475789" y="1157212"/>
                  </a:lnTo>
                  <a:lnTo>
                    <a:pt x="476861" y="1156874"/>
                  </a:lnTo>
                  <a:lnTo>
                    <a:pt x="477933" y="1156534"/>
                  </a:lnTo>
                  <a:lnTo>
                    <a:pt x="479004" y="1156194"/>
                  </a:lnTo>
                  <a:lnTo>
                    <a:pt x="480076" y="1155854"/>
                  </a:lnTo>
                  <a:lnTo>
                    <a:pt x="481147" y="1155513"/>
                  </a:lnTo>
                  <a:lnTo>
                    <a:pt x="482219" y="1155172"/>
                  </a:lnTo>
                  <a:lnTo>
                    <a:pt x="483291" y="1154830"/>
                  </a:lnTo>
                  <a:lnTo>
                    <a:pt x="484362" y="1154487"/>
                  </a:lnTo>
                  <a:lnTo>
                    <a:pt x="485434" y="1154144"/>
                  </a:lnTo>
                  <a:lnTo>
                    <a:pt x="486505" y="1153801"/>
                  </a:lnTo>
                  <a:lnTo>
                    <a:pt x="487577" y="1153457"/>
                  </a:lnTo>
                  <a:lnTo>
                    <a:pt x="488649" y="1153113"/>
                  </a:lnTo>
                  <a:lnTo>
                    <a:pt x="489720" y="1152768"/>
                  </a:lnTo>
                  <a:lnTo>
                    <a:pt x="490792" y="1152422"/>
                  </a:lnTo>
                  <a:lnTo>
                    <a:pt x="491863" y="1152076"/>
                  </a:lnTo>
                  <a:lnTo>
                    <a:pt x="492935" y="1151729"/>
                  </a:lnTo>
                  <a:lnTo>
                    <a:pt x="494007" y="1151382"/>
                  </a:lnTo>
                  <a:lnTo>
                    <a:pt x="495078" y="1151035"/>
                  </a:lnTo>
                  <a:lnTo>
                    <a:pt x="496150" y="1150686"/>
                  </a:lnTo>
                  <a:lnTo>
                    <a:pt x="497221" y="1150338"/>
                  </a:lnTo>
                  <a:lnTo>
                    <a:pt x="498293" y="1149988"/>
                  </a:lnTo>
                  <a:lnTo>
                    <a:pt x="499365" y="1149639"/>
                  </a:lnTo>
                  <a:lnTo>
                    <a:pt x="500436" y="1149288"/>
                  </a:lnTo>
                  <a:lnTo>
                    <a:pt x="501508" y="1148937"/>
                  </a:lnTo>
                  <a:lnTo>
                    <a:pt x="502579" y="1148586"/>
                  </a:lnTo>
                  <a:lnTo>
                    <a:pt x="503651" y="1148234"/>
                  </a:lnTo>
                  <a:lnTo>
                    <a:pt x="504723" y="1147882"/>
                  </a:lnTo>
                  <a:lnTo>
                    <a:pt x="505794" y="1147529"/>
                  </a:lnTo>
                  <a:lnTo>
                    <a:pt x="506866" y="1147175"/>
                  </a:lnTo>
                  <a:lnTo>
                    <a:pt x="507937" y="1146821"/>
                  </a:lnTo>
                  <a:lnTo>
                    <a:pt x="509009" y="1146466"/>
                  </a:lnTo>
                  <a:lnTo>
                    <a:pt x="510081" y="1146111"/>
                  </a:lnTo>
                  <a:lnTo>
                    <a:pt x="511152" y="1145755"/>
                  </a:lnTo>
                  <a:lnTo>
                    <a:pt x="512224" y="1145399"/>
                  </a:lnTo>
                  <a:lnTo>
                    <a:pt x="513295" y="1145042"/>
                  </a:lnTo>
                  <a:lnTo>
                    <a:pt x="514367" y="1144685"/>
                  </a:lnTo>
                  <a:lnTo>
                    <a:pt x="515439" y="1144327"/>
                  </a:lnTo>
                  <a:lnTo>
                    <a:pt x="516510" y="1143969"/>
                  </a:lnTo>
                  <a:lnTo>
                    <a:pt x="517582" y="1143610"/>
                  </a:lnTo>
                  <a:lnTo>
                    <a:pt x="518653" y="1143250"/>
                  </a:lnTo>
                  <a:lnTo>
                    <a:pt x="519725" y="1142890"/>
                  </a:lnTo>
                  <a:lnTo>
                    <a:pt x="520797" y="1142530"/>
                  </a:lnTo>
                  <a:lnTo>
                    <a:pt x="521868" y="1142168"/>
                  </a:lnTo>
                  <a:lnTo>
                    <a:pt x="522940" y="1141807"/>
                  </a:lnTo>
                  <a:lnTo>
                    <a:pt x="524011" y="1141444"/>
                  </a:lnTo>
                  <a:lnTo>
                    <a:pt x="525083" y="1141081"/>
                  </a:lnTo>
                  <a:lnTo>
                    <a:pt x="526155" y="1140718"/>
                  </a:lnTo>
                  <a:lnTo>
                    <a:pt x="527226" y="1140354"/>
                  </a:lnTo>
                  <a:lnTo>
                    <a:pt x="528298" y="1139990"/>
                  </a:lnTo>
                  <a:lnTo>
                    <a:pt x="529369" y="1139624"/>
                  </a:lnTo>
                  <a:lnTo>
                    <a:pt x="530441" y="1139259"/>
                  </a:lnTo>
                  <a:lnTo>
                    <a:pt x="531513" y="1138893"/>
                  </a:lnTo>
                  <a:lnTo>
                    <a:pt x="532584" y="1138526"/>
                  </a:lnTo>
                  <a:lnTo>
                    <a:pt x="533656" y="1138159"/>
                  </a:lnTo>
                  <a:lnTo>
                    <a:pt x="534727" y="1137791"/>
                  </a:lnTo>
                  <a:lnTo>
                    <a:pt x="535799" y="1137422"/>
                  </a:lnTo>
                  <a:lnTo>
                    <a:pt x="536870" y="1137053"/>
                  </a:lnTo>
                  <a:lnTo>
                    <a:pt x="537942" y="1136684"/>
                  </a:lnTo>
                  <a:lnTo>
                    <a:pt x="539014" y="1136314"/>
                  </a:lnTo>
                  <a:lnTo>
                    <a:pt x="540085" y="1135943"/>
                  </a:lnTo>
                  <a:lnTo>
                    <a:pt x="541157" y="1135572"/>
                  </a:lnTo>
                  <a:lnTo>
                    <a:pt x="542228" y="1135200"/>
                  </a:lnTo>
                  <a:lnTo>
                    <a:pt x="543300" y="1134827"/>
                  </a:lnTo>
                  <a:lnTo>
                    <a:pt x="544372" y="1134455"/>
                  </a:lnTo>
                  <a:lnTo>
                    <a:pt x="545443" y="1134081"/>
                  </a:lnTo>
                  <a:lnTo>
                    <a:pt x="546515" y="1133707"/>
                  </a:lnTo>
                  <a:lnTo>
                    <a:pt x="547586" y="1133332"/>
                  </a:lnTo>
                  <a:lnTo>
                    <a:pt x="548658" y="1132957"/>
                  </a:lnTo>
                  <a:lnTo>
                    <a:pt x="549730" y="1132581"/>
                  </a:lnTo>
                  <a:lnTo>
                    <a:pt x="550801" y="1132205"/>
                  </a:lnTo>
                  <a:lnTo>
                    <a:pt x="551873" y="1131828"/>
                  </a:lnTo>
                  <a:lnTo>
                    <a:pt x="552944" y="1131451"/>
                  </a:lnTo>
                  <a:lnTo>
                    <a:pt x="554016" y="1131073"/>
                  </a:lnTo>
                  <a:lnTo>
                    <a:pt x="555088" y="1130694"/>
                  </a:lnTo>
                  <a:lnTo>
                    <a:pt x="556159" y="1130315"/>
                  </a:lnTo>
                  <a:lnTo>
                    <a:pt x="557231" y="1129935"/>
                  </a:lnTo>
                  <a:lnTo>
                    <a:pt x="558302" y="1129555"/>
                  </a:lnTo>
                  <a:lnTo>
                    <a:pt x="559374" y="1129174"/>
                  </a:lnTo>
                  <a:lnTo>
                    <a:pt x="560446" y="1128792"/>
                  </a:lnTo>
                  <a:lnTo>
                    <a:pt x="561517" y="1128410"/>
                  </a:lnTo>
                  <a:lnTo>
                    <a:pt x="562589" y="1128028"/>
                  </a:lnTo>
                  <a:lnTo>
                    <a:pt x="563660" y="1127644"/>
                  </a:lnTo>
                  <a:lnTo>
                    <a:pt x="564732" y="1127261"/>
                  </a:lnTo>
                  <a:lnTo>
                    <a:pt x="565804" y="1126876"/>
                  </a:lnTo>
                  <a:lnTo>
                    <a:pt x="566875" y="1126491"/>
                  </a:lnTo>
                  <a:lnTo>
                    <a:pt x="567947" y="1126106"/>
                  </a:lnTo>
                  <a:lnTo>
                    <a:pt x="569018" y="1125720"/>
                  </a:lnTo>
                  <a:lnTo>
                    <a:pt x="570090" y="1125333"/>
                  </a:lnTo>
                  <a:lnTo>
                    <a:pt x="571162" y="1124946"/>
                  </a:lnTo>
                  <a:lnTo>
                    <a:pt x="572233" y="1124558"/>
                  </a:lnTo>
                  <a:lnTo>
                    <a:pt x="573305" y="1124170"/>
                  </a:lnTo>
                  <a:lnTo>
                    <a:pt x="574376" y="1123781"/>
                  </a:lnTo>
                  <a:lnTo>
                    <a:pt x="575448" y="1123392"/>
                  </a:lnTo>
                  <a:lnTo>
                    <a:pt x="576520" y="1123001"/>
                  </a:lnTo>
                  <a:lnTo>
                    <a:pt x="577591" y="1122611"/>
                  </a:lnTo>
                  <a:lnTo>
                    <a:pt x="578663" y="1122220"/>
                  </a:lnTo>
                  <a:lnTo>
                    <a:pt x="579734" y="1121828"/>
                  </a:lnTo>
                  <a:lnTo>
                    <a:pt x="580806" y="1121435"/>
                  </a:lnTo>
                  <a:lnTo>
                    <a:pt x="581878" y="1121043"/>
                  </a:lnTo>
                  <a:lnTo>
                    <a:pt x="582949" y="1120649"/>
                  </a:lnTo>
                  <a:lnTo>
                    <a:pt x="584021" y="1120255"/>
                  </a:lnTo>
                  <a:lnTo>
                    <a:pt x="585092" y="1119860"/>
                  </a:lnTo>
                  <a:lnTo>
                    <a:pt x="586164" y="1119465"/>
                  </a:lnTo>
                  <a:lnTo>
                    <a:pt x="587236" y="1119069"/>
                  </a:lnTo>
                  <a:lnTo>
                    <a:pt x="588307" y="1118673"/>
                  </a:lnTo>
                  <a:lnTo>
                    <a:pt x="589379" y="1118276"/>
                  </a:lnTo>
                  <a:lnTo>
                    <a:pt x="590450" y="1117878"/>
                  </a:lnTo>
                  <a:lnTo>
                    <a:pt x="591522" y="1117480"/>
                  </a:lnTo>
                  <a:lnTo>
                    <a:pt x="592594" y="1117082"/>
                  </a:lnTo>
                  <a:lnTo>
                    <a:pt x="593665" y="1116682"/>
                  </a:lnTo>
                  <a:lnTo>
                    <a:pt x="594737" y="1116283"/>
                  </a:lnTo>
                  <a:lnTo>
                    <a:pt x="595808" y="1115882"/>
                  </a:lnTo>
                  <a:lnTo>
                    <a:pt x="596880" y="1115481"/>
                  </a:lnTo>
                  <a:lnTo>
                    <a:pt x="597952" y="1115080"/>
                  </a:lnTo>
                  <a:lnTo>
                    <a:pt x="599023" y="1114678"/>
                  </a:lnTo>
                  <a:lnTo>
                    <a:pt x="600095" y="1114275"/>
                  </a:lnTo>
                  <a:lnTo>
                    <a:pt x="601166" y="1113872"/>
                  </a:lnTo>
                  <a:lnTo>
                    <a:pt x="602238" y="1113468"/>
                  </a:lnTo>
                  <a:lnTo>
                    <a:pt x="603310" y="1113064"/>
                  </a:lnTo>
                  <a:lnTo>
                    <a:pt x="604381" y="1112659"/>
                  </a:lnTo>
                  <a:lnTo>
                    <a:pt x="605453" y="1112253"/>
                  </a:lnTo>
                  <a:lnTo>
                    <a:pt x="606524" y="1111847"/>
                  </a:lnTo>
                  <a:lnTo>
                    <a:pt x="607596" y="1111440"/>
                  </a:lnTo>
                  <a:lnTo>
                    <a:pt x="608668" y="1111033"/>
                  </a:lnTo>
                  <a:lnTo>
                    <a:pt x="609739" y="1110626"/>
                  </a:lnTo>
                  <a:lnTo>
                    <a:pt x="610811" y="1110217"/>
                  </a:lnTo>
                  <a:lnTo>
                    <a:pt x="611882" y="1109808"/>
                  </a:lnTo>
                  <a:lnTo>
                    <a:pt x="612954" y="1109399"/>
                  </a:lnTo>
                  <a:lnTo>
                    <a:pt x="614026" y="1108989"/>
                  </a:lnTo>
                  <a:lnTo>
                    <a:pt x="615097" y="1108578"/>
                  </a:lnTo>
                  <a:lnTo>
                    <a:pt x="616169" y="1108167"/>
                  </a:lnTo>
                  <a:lnTo>
                    <a:pt x="617240" y="1107755"/>
                  </a:lnTo>
                  <a:lnTo>
                    <a:pt x="618312" y="1107343"/>
                  </a:lnTo>
                  <a:lnTo>
                    <a:pt x="619384" y="1106930"/>
                  </a:lnTo>
                  <a:lnTo>
                    <a:pt x="620455" y="1106517"/>
                  </a:lnTo>
                  <a:lnTo>
                    <a:pt x="621527" y="1106103"/>
                  </a:lnTo>
                  <a:lnTo>
                    <a:pt x="622598" y="1105688"/>
                  </a:lnTo>
                  <a:lnTo>
                    <a:pt x="623670" y="1105273"/>
                  </a:lnTo>
                  <a:lnTo>
                    <a:pt x="624742" y="1104857"/>
                  </a:lnTo>
                  <a:lnTo>
                    <a:pt x="625813" y="1104441"/>
                  </a:lnTo>
                  <a:lnTo>
                    <a:pt x="626885" y="1104025"/>
                  </a:lnTo>
                  <a:lnTo>
                    <a:pt x="627956" y="1103607"/>
                  </a:lnTo>
                  <a:lnTo>
                    <a:pt x="629028" y="1103189"/>
                  </a:lnTo>
                  <a:lnTo>
                    <a:pt x="630100" y="1102771"/>
                  </a:lnTo>
                  <a:lnTo>
                    <a:pt x="631171" y="1102352"/>
                  </a:lnTo>
                  <a:lnTo>
                    <a:pt x="632243" y="1101932"/>
                  </a:lnTo>
                  <a:lnTo>
                    <a:pt x="633314" y="1101512"/>
                  </a:lnTo>
                  <a:lnTo>
                    <a:pt x="634386" y="1101092"/>
                  </a:lnTo>
                  <a:lnTo>
                    <a:pt x="635458" y="1100670"/>
                  </a:lnTo>
                  <a:lnTo>
                    <a:pt x="636529" y="1100249"/>
                  </a:lnTo>
                  <a:lnTo>
                    <a:pt x="637601" y="1099826"/>
                  </a:lnTo>
                  <a:lnTo>
                    <a:pt x="638672" y="1099404"/>
                  </a:lnTo>
                  <a:lnTo>
                    <a:pt x="639744" y="1098980"/>
                  </a:lnTo>
                  <a:lnTo>
                    <a:pt x="640816" y="1098556"/>
                  </a:lnTo>
                  <a:lnTo>
                    <a:pt x="641887" y="1098132"/>
                  </a:lnTo>
                  <a:lnTo>
                    <a:pt x="642959" y="1097707"/>
                  </a:lnTo>
                  <a:lnTo>
                    <a:pt x="644030" y="1097281"/>
                  </a:lnTo>
                  <a:lnTo>
                    <a:pt x="645102" y="1096855"/>
                  </a:lnTo>
                  <a:lnTo>
                    <a:pt x="646174" y="1096429"/>
                  </a:lnTo>
                  <a:lnTo>
                    <a:pt x="647245" y="1096001"/>
                  </a:lnTo>
                  <a:lnTo>
                    <a:pt x="648317" y="1095574"/>
                  </a:lnTo>
                  <a:lnTo>
                    <a:pt x="649388" y="1095145"/>
                  </a:lnTo>
                  <a:lnTo>
                    <a:pt x="650460" y="1094717"/>
                  </a:lnTo>
                  <a:lnTo>
                    <a:pt x="651532" y="1094287"/>
                  </a:lnTo>
                  <a:lnTo>
                    <a:pt x="652603" y="1093857"/>
                  </a:lnTo>
                  <a:lnTo>
                    <a:pt x="653675" y="1093427"/>
                  </a:lnTo>
                  <a:lnTo>
                    <a:pt x="654746" y="1092996"/>
                  </a:lnTo>
                  <a:lnTo>
                    <a:pt x="655818" y="1092565"/>
                  </a:lnTo>
                  <a:lnTo>
                    <a:pt x="656890" y="1092133"/>
                  </a:lnTo>
                  <a:lnTo>
                    <a:pt x="657961" y="1091700"/>
                  </a:lnTo>
                  <a:lnTo>
                    <a:pt x="659033" y="1091267"/>
                  </a:lnTo>
                  <a:lnTo>
                    <a:pt x="660104" y="1090834"/>
                  </a:lnTo>
                  <a:lnTo>
                    <a:pt x="661176" y="1090400"/>
                  </a:lnTo>
                  <a:lnTo>
                    <a:pt x="662248" y="1089965"/>
                  </a:lnTo>
                  <a:lnTo>
                    <a:pt x="663319" y="1089530"/>
                  </a:lnTo>
                  <a:lnTo>
                    <a:pt x="664391" y="1089094"/>
                  </a:lnTo>
                  <a:lnTo>
                    <a:pt x="665462" y="1088658"/>
                  </a:lnTo>
                  <a:lnTo>
                    <a:pt x="666534" y="1088221"/>
                  </a:lnTo>
                  <a:lnTo>
                    <a:pt x="667606" y="1087784"/>
                  </a:lnTo>
                  <a:lnTo>
                    <a:pt x="668677" y="1087346"/>
                  </a:lnTo>
                  <a:lnTo>
                    <a:pt x="669749" y="1086908"/>
                  </a:lnTo>
                  <a:lnTo>
                    <a:pt x="670820" y="1086470"/>
                  </a:lnTo>
                  <a:lnTo>
                    <a:pt x="671892" y="1086030"/>
                  </a:lnTo>
                  <a:lnTo>
                    <a:pt x="672964" y="1085591"/>
                  </a:lnTo>
                  <a:lnTo>
                    <a:pt x="674035" y="1085150"/>
                  </a:lnTo>
                  <a:lnTo>
                    <a:pt x="675107" y="1084710"/>
                  </a:lnTo>
                  <a:lnTo>
                    <a:pt x="676178" y="1084268"/>
                  </a:lnTo>
                  <a:lnTo>
                    <a:pt x="677250" y="1083826"/>
                  </a:lnTo>
                  <a:lnTo>
                    <a:pt x="678322" y="1083384"/>
                  </a:lnTo>
                  <a:lnTo>
                    <a:pt x="679393" y="1082941"/>
                  </a:lnTo>
                  <a:lnTo>
                    <a:pt x="680465" y="1082498"/>
                  </a:lnTo>
                  <a:lnTo>
                    <a:pt x="681536" y="1082054"/>
                  </a:lnTo>
                  <a:lnTo>
                    <a:pt x="682608" y="1081610"/>
                  </a:lnTo>
                  <a:lnTo>
                    <a:pt x="683680" y="1081165"/>
                  </a:lnTo>
                  <a:lnTo>
                    <a:pt x="684751" y="1080720"/>
                  </a:lnTo>
                  <a:lnTo>
                    <a:pt x="685823" y="1080274"/>
                  </a:lnTo>
                  <a:lnTo>
                    <a:pt x="686894" y="1079828"/>
                  </a:lnTo>
                  <a:lnTo>
                    <a:pt x="687966" y="1079381"/>
                  </a:lnTo>
                  <a:lnTo>
                    <a:pt x="689038" y="1078934"/>
                  </a:lnTo>
                  <a:lnTo>
                    <a:pt x="690109" y="1078487"/>
                  </a:lnTo>
                  <a:lnTo>
                    <a:pt x="691181" y="1078038"/>
                  </a:lnTo>
                  <a:lnTo>
                    <a:pt x="692252" y="1077590"/>
                  </a:lnTo>
                  <a:lnTo>
                    <a:pt x="693324" y="1077141"/>
                  </a:lnTo>
                  <a:lnTo>
                    <a:pt x="694396" y="1076691"/>
                  </a:lnTo>
                  <a:lnTo>
                    <a:pt x="695467" y="1076241"/>
                  </a:lnTo>
                  <a:lnTo>
                    <a:pt x="696539" y="1075790"/>
                  </a:lnTo>
                  <a:lnTo>
                    <a:pt x="697610" y="1075339"/>
                  </a:lnTo>
                  <a:lnTo>
                    <a:pt x="698682" y="1074888"/>
                  </a:lnTo>
                  <a:lnTo>
                    <a:pt x="699754" y="1074436"/>
                  </a:lnTo>
                  <a:lnTo>
                    <a:pt x="700825" y="1073984"/>
                  </a:lnTo>
                  <a:lnTo>
                    <a:pt x="701897" y="1073531"/>
                  </a:lnTo>
                  <a:lnTo>
                    <a:pt x="702968" y="1073077"/>
                  </a:lnTo>
                  <a:lnTo>
                    <a:pt x="704040" y="1072624"/>
                  </a:lnTo>
                  <a:lnTo>
                    <a:pt x="705112" y="1072169"/>
                  </a:lnTo>
                  <a:lnTo>
                    <a:pt x="706183" y="1071715"/>
                  </a:lnTo>
                  <a:lnTo>
                    <a:pt x="707255" y="1071259"/>
                  </a:lnTo>
                  <a:lnTo>
                    <a:pt x="708326" y="1070804"/>
                  </a:lnTo>
                  <a:lnTo>
                    <a:pt x="709398" y="1070348"/>
                  </a:lnTo>
                  <a:lnTo>
                    <a:pt x="710469" y="1069891"/>
                  </a:lnTo>
                  <a:lnTo>
                    <a:pt x="711541" y="1069434"/>
                  </a:lnTo>
                  <a:lnTo>
                    <a:pt x="712613" y="1068977"/>
                  </a:lnTo>
                  <a:lnTo>
                    <a:pt x="713684" y="1068519"/>
                  </a:lnTo>
                  <a:lnTo>
                    <a:pt x="714756" y="1068061"/>
                  </a:lnTo>
                  <a:lnTo>
                    <a:pt x="715827" y="1067602"/>
                  </a:lnTo>
                  <a:lnTo>
                    <a:pt x="716899" y="1067143"/>
                  </a:lnTo>
                  <a:lnTo>
                    <a:pt x="717971" y="1066683"/>
                  </a:lnTo>
                  <a:lnTo>
                    <a:pt x="719042" y="1066223"/>
                  </a:lnTo>
                  <a:lnTo>
                    <a:pt x="720114" y="1065763"/>
                  </a:lnTo>
                  <a:lnTo>
                    <a:pt x="721185" y="1065302"/>
                  </a:lnTo>
                  <a:lnTo>
                    <a:pt x="722257" y="1064841"/>
                  </a:lnTo>
                  <a:lnTo>
                    <a:pt x="723329" y="1064379"/>
                  </a:lnTo>
                  <a:lnTo>
                    <a:pt x="724400" y="1063917"/>
                  </a:lnTo>
                  <a:lnTo>
                    <a:pt x="725472" y="1063454"/>
                  </a:lnTo>
                  <a:lnTo>
                    <a:pt x="726543" y="1062991"/>
                  </a:lnTo>
                  <a:lnTo>
                    <a:pt x="727615" y="1062528"/>
                  </a:lnTo>
                  <a:lnTo>
                    <a:pt x="728687" y="1062064"/>
                  </a:lnTo>
                  <a:lnTo>
                    <a:pt x="729758" y="1061600"/>
                  </a:lnTo>
                  <a:lnTo>
                    <a:pt x="730830" y="1061135"/>
                  </a:lnTo>
                  <a:lnTo>
                    <a:pt x="731901" y="1060670"/>
                  </a:lnTo>
                  <a:lnTo>
                    <a:pt x="732973" y="1060204"/>
                  </a:lnTo>
                  <a:lnTo>
                    <a:pt x="734045" y="1059739"/>
                  </a:lnTo>
                  <a:lnTo>
                    <a:pt x="735116" y="1059272"/>
                  </a:lnTo>
                  <a:lnTo>
                    <a:pt x="736188" y="1058806"/>
                  </a:lnTo>
                  <a:lnTo>
                    <a:pt x="737259" y="1058339"/>
                  </a:lnTo>
                  <a:lnTo>
                    <a:pt x="738331" y="1057871"/>
                  </a:lnTo>
                  <a:lnTo>
                    <a:pt x="739403" y="1057403"/>
                  </a:lnTo>
                  <a:lnTo>
                    <a:pt x="740474" y="1056935"/>
                  </a:lnTo>
                  <a:lnTo>
                    <a:pt x="741546" y="1056467"/>
                  </a:lnTo>
                  <a:lnTo>
                    <a:pt x="742617" y="1055998"/>
                  </a:lnTo>
                  <a:lnTo>
                    <a:pt x="743689" y="1055528"/>
                  </a:lnTo>
                  <a:lnTo>
                    <a:pt x="744761" y="1055058"/>
                  </a:lnTo>
                  <a:lnTo>
                    <a:pt x="745832" y="1054588"/>
                  </a:lnTo>
                  <a:lnTo>
                    <a:pt x="746904" y="1054118"/>
                  </a:lnTo>
                  <a:lnTo>
                    <a:pt x="747975" y="1053647"/>
                  </a:lnTo>
                  <a:lnTo>
                    <a:pt x="749047" y="1053176"/>
                  </a:lnTo>
                  <a:lnTo>
                    <a:pt x="750119" y="1052704"/>
                  </a:lnTo>
                  <a:lnTo>
                    <a:pt x="751190" y="1052232"/>
                  </a:lnTo>
                  <a:lnTo>
                    <a:pt x="752262" y="1051760"/>
                  </a:lnTo>
                  <a:lnTo>
                    <a:pt x="753333" y="1051287"/>
                  </a:lnTo>
                  <a:lnTo>
                    <a:pt x="754405" y="1050814"/>
                  </a:lnTo>
                  <a:lnTo>
                    <a:pt x="755477" y="1050340"/>
                  </a:lnTo>
                  <a:lnTo>
                    <a:pt x="756548" y="1049867"/>
                  </a:lnTo>
                  <a:lnTo>
                    <a:pt x="757620" y="1049393"/>
                  </a:lnTo>
                  <a:lnTo>
                    <a:pt x="758691" y="1048918"/>
                  </a:lnTo>
                  <a:lnTo>
                    <a:pt x="759763" y="1048443"/>
                  </a:lnTo>
                  <a:lnTo>
                    <a:pt x="760835" y="1047968"/>
                  </a:lnTo>
                  <a:lnTo>
                    <a:pt x="761906" y="1047493"/>
                  </a:lnTo>
                  <a:lnTo>
                    <a:pt x="762978" y="1047017"/>
                  </a:lnTo>
                  <a:lnTo>
                    <a:pt x="764049" y="1046541"/>
                  </a:lnTo>
                  <a:lnTo>
                    <a:pt x="765121" y="1046064"/>
                  </a:lnTo>
                  <a:lnTo>
                    <a:pt x="766193" y="1045587"/>
                  </a:lnTo>
                  <a:lnTo>
                    <a:pt x="767264" y="1045110"/>
                  </a:lnTo>
                  <a:lnTo>
                    <a:pt x="768336" y="1044633"/>
                  </a:lnTo>
                  <a:lnTo>
                    <a:pt x="769407" y="1044155"/>
                  </a:lnTo>
                  <a:lnTo>
                    <a:pt x="770479" y="1043677"/>
                  </a:lnTo>
                  <a:lnTo>
                    <a:pt x="771551" y="1043198"/>
                  </a:lnTo>
                  <a:lnTo>
                    <a:pt x="772622" y="1042719"/>
                  </a:lnTo>
                  <a:lnTo>
                    <a:pt x="773694" y="1042240"/>
                  </a:lnTo>
                  <a:lnTo>
                    <a:pt x="774765" y="1041761"/>
                  </a:lnTo>
                  <a:lnTo>
                    <a:pt x="775837" y="1041281"/>
                  </a:lnTo>
                  <a:lnTo>
                    <a:pt x="776909" y="1040801"/>
                  </a:lnTo>
                  <a:lnTo>
                    <a:pt x="777980" y="1040321"/>
                  </a:lnTo>
                  <a:lnTo>
                    <a:pt x="779052" y="1039840"/>
                  </a:lnTo>
                  <a:lnTo>
                    <a:pt x="780123" y="1039359"/>
                  </a:lnTo>
                  <a:lnTo>
                    <a:pt x="781195" y="1038878"/>
                  </a:lnTo>
                  <a:lnTo>
                    <a:pt x="782267" y="1038397"/>
                  </a:lnTo>
                  <a:lnTo>
                    <a:pt x="783338" y="1037915"/>
                  </a:lnTo>
                  <a:lnTo>
                    <a:pt x="784410" y="1037433"/>
                  </a:lnTo>
                  <a:lnTo>
                    <a:pt x="785481" y="1036951"/>
                  </a:lnTo>
                  <a:lnTo>
                    <a:pt x="786553" y="1036468"/>
                  </a:lnTo>
                  <a:lnTo>
                    <a:pt x="787625" y="1035985"/>
                  </a:lnTo>
                  <a:lnTo>
                    <a:pt x="788696" y="1035502"/>
                  </a:lnTo>
                  <a:lnTo>
                    <a:pt x="789768" y="1035018"/>
                  </a:lnTo>
                  <a:lnTo>
                    <a:pt x="790839" y="1034535"/>
                  </a:lnTo>
                  <a:lnTo>
                    <a:pt x="791911" y="1034051"/>
                  </a:lnTo>
                  <a:lnTo>
                    <a:pt x="792983" y="1033566"/>
                  </a:lnTo>
                  <a:lnTo>
                    <a:pt x="794054" y="1033082"/>
                  </a:lnTo>
                  <a:lnTo>
                    <a:pt x="795126" y="1032597"/>
                  </a:lnTo>
                  <a:lnTo>
                    <a:pt x="796197" y="1032112"/>
                  </a:lnTo>
                  <a:lnTo>
                    <a:pt x="797269" y="1031627"/>
                  </a:lnTo>
                  <a:lnTo>
                    <a:pt x="798341" y="1031141"/>
                  </a:lnTo>
                  <a:lnTo>
                    <a:pt x="799412" y="1030656"/>
                  </a:lnTo>
                  <a:lnTo>
                    <a:pt x="800484" y="1030170"/>
                  </a:lnTo>
                  <a:lnTo>
                    <a:pt x="801555" y="1029683"/>
                  </a:lnTo>
                  <a:lnTo>
                    <a:pt x="802627" y="1029197"/>
                  </a:lnTo>
                  <a:lnTo>
                    <a:pt x="803699" y="1028710"/>
                  </a:lnTo>
                  <a:lnTo>
                    <a:pt x="804770" y="1028223"/>
                  </a:lnTo>
                  <a:lnTo>
                    <a:pt x="805842" y="1027736"/>
                  </a:lnTo>
                  <a:lnTo>
                    <a:pt x="806913" y="1027248"/>
                  </a:lnTo>
                  <a:lnTo>
                    <a:pt x="807985" y="1026761"/>
                  </a:lnTo>
                  <a:lnTo>
                    <a:pt x="809057" y="1026273"/>
                  </a:lnTo>
                  <a:lnTo>
                    <a:pt x="810128" y="1025785"/>
                  </a:lnTo>
                  <a:lnTo>
                    <a:pt x="811200" y="1025296"/>
                  </a:lnTo>
                  <a:lnTo>
                    <a:pt x="812271" y="1024808"/>
                  </a:lnTo>
                  <a:lnTo>
                    <a:pt x="813343" y="1024319"/>
                  </a:lnTo>
                  <a:lnTo>
                    <a:pt x="814415" y="1023830"/>
                  </a:lnTo>
                  <a:lnTo>
                    <a:pt x="815486" y="1023341"/>
                  </a:lnTo>
                  <a:lnTo>
                    <a:pt x="816558" y="1022851"/>
                  </a:lnTo>
                  <a:lnTo>
                    <a:pt x="817629" y="1022362"/>
                  </a:lnTo>
                  <a:lnTo>
                    <a:pt x="818701" y="1021872"/>
                  </a:lnTo>
                  <a:lnTo>
                    <a:pt x="819773" y="1021382"/>
                  </a:lnTo>
                  <a:lnTo>
                    <a:pt x="820844" y="1020892"/>
                  </a:lnTo>
                  <a:lnTo>
                    <a:pt x="821916" y="1020402"/>
                  </a:lnTo>
                  <a:lnTo>
                    <a:pt x="822987" y="1019911"/>
                  </a:lnTo>
                  <a:lnTo>
                    <a:pt x="824059" y="1019420"/>
                  </a:lnTo>
                  <a:lnTo>
                    <a:pt x="825131" y="1018929"/>
                  </a:lnTo>
                  <a:lnTo>
                    <a:pt x="826202" y="1018438"/>
                  </a:lnTo>
                  <a:lnTo>
                    <a:pt x="827274" y="1017947"/>
                  </a:lnTo>
                  <a:lnTo>
                    <a:pt x="828345" y="1017456"/>
                  </a:lnTo>
                  <a:lnTo>
                    <a:pt x="829417" y="1016964"/>
                  </a:lnTo>
                  <a:lnTo>
                    <a:pt x="830489" y="1016472"/>
                  </a:lnTo>
                  <a:lnTo>
                    <a:pt x="831560" y="1015980"/>
                  </a:lnTo>
                  <a:lnTo>
                    <a:pt x="832632" y="1015488"/>
                  </a:lnTo>
                  <a:lnTo>
                    <a:pt x="833703" y="1014996"/>
                  </a:lnTo>
                  <a:lnTo>
                    <a:pt x="834775" y="1014503"/>
                  </a:lnTo>
                  <a:lnTo>
                    <a:pt x="835847" y="1014011"/>
                  </a:lnTo>
                  <a:lnTo>
                    <a:pt x="836918" y="1013518"/>
                  </a:lnTo>
                  <a:lnTo>
                    <a:pt x="837990" y="1013025"/>
                  </a:lnTo>
                  <a:lnTo>
                    <a:pt x="839061" y="1012532"/>
                  </a:lnTo>
                  <a:lnTo>
                    <a:pt x="840133" y="1012039"/>
                  </a:lnTo>
                  <a:lnTo>
                    <a:pt x="841205" y="1011546"/>
                  </a:lnTo>
                  <a:lnTo>
                    <a:pt x="842276" y="1011053"/>
                  </a:lnTo>
                  <a:lnTo>
                    <a:pt x="843348" y="1010559"/>
                  </a:lnTo>
                  <a:lnTo>
                    <a:pt x="844419" y="1010065"/>
                  </a:lnTo>
                  <a:lnTo>
                    <a:pt x="845491" y="1009572"/>
                  </a:lnTo>
                  <a:lnTo>
                    <a:pt x="846563" y="1009078"/>
                  </a:lnTo>
                  <a:lnTo>
                    <a:pt x="847634" y="1008584"/>
                  </a:lnTo>
                  <a:lnTo>
                    <a:pt x="848706" y="1008089"/>
                  </a:lnTo>
                  <a:lnTo>
                    <a:pt x="849777" y="1007595"/>
                  </a:lnTo>
                  <a:lnTo>
                    <a:pt x="850849" y="1007101"/>
                  </a:lnTo>
                  <a:lnTo>
                    <a:pt x="851921" y="1006606"/>
                  </a:lnTo>
                  <a:lnTo>
                    <a:pt x="852992" y="1006112"/>
                  </a:lnTo>
                  <a:lnTo>
                    <a:pt x="854064" y="1005617"/>
                  </a:lnTo>
                  <a:lnTo>
                    <a:pt x="855135" y="1005122"/>
                  </a:lnTo>
                  <a:lnTo>
                    <a:pt x="856207" y="1004627"/>
                  </a:lnTo>
                  <a:lnTo>
                    <a:pt x="857279" y="1004132"/>
                  </a:lnTo>
                  <a:lnTo>
                    <a:pt x="858350" y="1003637"/>
                  </a:lnTo>
                  <a:lnTo>
                    <a:pt x="859422" y="1003142"/>
                  </a:lnTo>
                  <a:lnTo>
                    <a:pt x="860493" y="1002647"/>
                  </a:lnTo>
                  <a:lnTo>
                    <a:pt x="861565" y="1002152"/>
                  </a:lnTo>
                  <a:lnTo>
                    <a:pt x="862637" y="1001656"/>
                  </a:lnTo>
                  <a:lnTo>
                    <a:pt x="863708" y="1001161"/>
                  </a:lnTo>
                  <a:lnTo>
                    <a:pt x="864780" y="1000665"/>
                  </a:lnTo>
                  <a:lnTo>
                    <a:pt x="865851" y="1000170"/>
                  </a:lnTo>
                  <a:lnTo>
                    <a:pt x="866923" y="999674"/>
                  </a:lnTo>
                  <a:lnTo>
                    <a:pt x="867995" y="999178"/>
                  </a:lnTo>
                  <a:lnTo>
                    <a:pt x="869066" y="998682"/>
                  </a:lnTo>
                  <a:lnTo>
                    <a:pt x="870138" y="998187"/>
                  </a:lnTo>
                  <a:lnTo>
                    <a:pt x="871209" y="997691"/>
                  </a:lnTo>
                  <a:lnTo>
                    <a:pt x="872281" y="997195"/>
                  </a:lnTo>
                  <a:lnTo>
                    <a:pt x="873353" y="996699"/>
                  </a:lnTo>
                  <a:lnTo>
                    <a:pt x="874424" y="996203"/>
                  </a:lnTo>
                  <a:lnTo>
                    <a:pt x="875496" y="995707"/>
                  </a:lnTo>
                  <a:lnTo>
                    <a:pt x="876567" y="995210"/>
                  </a:lnTo>
                  <a:lnTo>
                    <a:pt x="877639" y="994714"/>
                  </a:lnTo>
                  <a:lnTo>
                    <a:pt x="878711" y="994218"/>
                  </a:lnTo>
                  <a:lnTo>
                    <a:pt x="879782" y="993722"/>
                  </a:lnTo>
                  <a:lnTo>
                    <a:pt x="880854" y="993226"/>
                  </a:lnTo>
                  <a:lnTo>
                    <a:pt x="881925" y="992729"/>
                  </a:lnTo>
                  <a:lnTo>
                    <a:pt x="882997" y="992233"/>
                  </a:lnTo>
                  <a:lnTo>
                    <a:pt x="884069" y="991737"/>
                  </a:lnTo>
                  <a:lnTo>
                    <a:pt x="885140" y="991241"/>
                  </a:lnTo>
                  <a:lnTo>
                    <a:pt x="886212" y="990744"/>
                  </a:lnTo>
                  <a:lnTo>
                    <a:pt x="887283" y="990248"/>
                  </a:lnTo>
                  <a:lnTo>
                    <a:pt x="888355" y="989752"/>
                  </a:lnTo>
                  <a:lnTo>
                    <a:pt x="889426" y="989255"/>
                  </a:lnTo>
                  <a:lnTo>
                    <a:pt x="890498" y="988759"/>
                  </a:lnTo>
                  <a:lnTo>
                    <a:pt x="891570" y="988263"/>
                  </a:lnTo>
                  <a:lnTo>
                    <a:pt x="892641" y="987766"/>
                  </a:lnTo>
                  <a:lnTo>
                    <a:pt x="893713" y="987270"/>
                  </a:lnTo>
                  <a:lnTo>
                    <a:pt x="894784" y="986774"/>
                  </a:lnTo>
                  <a:lnTo>
                    <a:pt x="895856" y="986277"/>
                  </a:lnTo>
                  <a:lnTo>
                    <a:pt x="896928" y="985781"/>
                  </a:lnTo>
                  <a:lnTo>
                    <a:pt x="897999" y="985285"/>
                  </a:lnTo>
                  <a:lnTo>
                    <a:pt x="899071" y="984789"/>
                  </a:lnTo>
                  <a:lnTo>
                    <a:pt x="900142" y="984292"/>
                  </a:lnTo>
                  <a:lnTo>
                    <a:pt x="901214" y="983796"/>
                  </a:lnTo>
                  <a:lnTo>
                    <a:pt x="902286" y="983300"/>
                  </a:lnTo>
                  <a:lnTo>
                    <a:pt x="903357" y="982804"/>
                  </a:lnTo>
                  <a:lnTo>
                    <a:pt x="904429" y="982308"/>
                  </a:lnTo>
                  <a:lnTo>
                    <a:pt x="905500" y="981812"/>
                  </a:lnTo>
                  <a:lnTo>
                    <a:pt x="906572" y="981316"/>
                  </a:lnTo>
                  <a:lnTo>
                    <a:pt x="907644" y="980820"/>
                  </a:lnTo>
                  <a:lnTo>
                    <a:pt x="908715" y="980324"/>
                  </a:lnTo>
                  <a:lnTo>
                    <a:pt x="909787" y="979829"/>
                  </a:lnTo>
                  <a:lnTo>
                    <a:pt x="910858" y="979333"/>
                  </a:lnTo>
                  <a:lnTo>
                    <a:pt x="911930" y="978837"/>
                  </a:lnTo>
                  <a:lnTo>
                    <a:pt x="913002" y="978342"/>
                  </a:lnTo>
                  <a:lnTo>
                    <a:pt x="914073" y="977846"/>
                  </a:lnTo>
                  <a:lnTo>
                    <a:pt x="915145" y="977351"/>
                  </a:lnTo>
                  <a:lnTo>
                    <a:pt x="916216" y="976855"/>
                  </a:lnTo>
                  <a:lnTo>
                    <a:pt x="917288" y="976360"/>
                  </a:lnTo>
                  <a:lnTo>
                    <a:pt x="918360" y="975865"/>
                  </a:lnTo>
                  <a:lnTo>
                    <a:pt x="919431" y="975370"/>
                  </a:lnTo>
                  <a:lnTo>
                    <a:pt x="920503" y="974875"/>
                  </a:lnTo>
                  <a:lnTo>
                    <a:pt x="921574" y="974380"/>
                  </a:lnTo>
                  <a:lnTo>
                    <a:pt x="922646" y="973885"/>
                  </a:lnTo>
                  <a:lnTo>
                    <a:pt x="923718" y="973390"/>
                  </a:lnTo>
                  <a:lnTo>
                    <a:pt x="924789" y="972895"/>
                  </a:lnTo>
                  <a:lnTo>
                    <a:pt x="925861" y="972401"/>
                  </a:lnTo>
                  <a:lnTo>
                    <a:pt x="926932" y="971906"/>
                  </a:lnTo>
                  <a:lnTo>
                    <a:pt x="928004" y="971412"/>
                  </a:lnTo>
                  <a:lnTo>
                    <a:pt x="929076" y="970918"/>
                  </a:lnTo>
                  <a:lnTo>
                    <a:pt x="930147" y="970424"/>
                  </a:lnTo>
                  <a:lnTo>
                    <a:pt x="931219" y="969930"/>
                  </a:lnTo>
                  <a:lnTo>
                    <a:pt x="932290" y="969436"/>
                  </a:lnTo>
                  <a:lnTo>
                    <a:pt x="933362" y="968942"/>
                  </a:lnTo>
                  <a:lnTo>
                    <a:pt x="934434" y="968449"/>
                  </a:lnTo>
                  <a:lnTo>
                    <a:pt x="935505" y="967955"/>
                  </a:lnTo>
                  <a:lnTo>
                    <a:pt x="936577" y="967462"/>
                  </a:lnTo>
                  <a:lnTo>
                    <a:pt x="937648" y="966969"/>
                  </a:lnTo>
                  <a:lnTo>
                    <a:pt x="938720" y="966475"/>
                  </a:lnTo>
                  <a:lnTo>
                    <a:pt x="939792" y="965983"/>
                  </a:lnTo>
                  <a:lnTo>
                    <a:pt x="940863" y="965490"/>
                  </a:lnTo>
                  <a:lnTo>
                    <a:pt x="941935" y="964997"/>
                  </a:lnTo>
                  <a:lnTo>
                    <a:pt x="943006" y="964505"/>
                  </a:lnTo>
                  <a:lnTo>
                    <a:pt x="944078" y="964012"/>
                  </a:lnTo>
                  <a:lnTo>
                    <a:pt x="945150" y="963520"/>
                  </a:lnTo>
                  <a:lnTo>
                    <a:pt x="946221" y="963028"/>
                  </a:lnTo>
                  <a:lnTo>
                    <a:pt x="947293" y="962536"/>
                  </a:lnTo>
                  <a:lnTo>
                    <a:pt x="948364" y="962045"/>
                  </a:lnTo>
                  <a:lnTo>
                    <a:pt x="949436" y="961553"/>
                  </a:lnTo>
                  <a:lnTo>
                    <a:pt x="950508" y="961062"/>
                  </a:lnTo>
                  <a:lnTo>
                    <a:pt x="951579" y="960571"/>
                  </a:lnTo>
                  <a:lnTo>
                    <a:pt x="952651" y="960080"/>
                  </a:lnTo>
                  <a:lnTo>
                    <a:pt x="953722" y="959589"/>
                  </a:lnTo>
                  <a:lnTo>
                    <a:pt x="954794" y="959099"/>
                  </a:lnTo>
                  <a:lnTo>
                    <a:pt x="955866" y="958608"/>
                  </a:lnTo>
                  <a:lnTo>
                    <a:pt x="956937" y="958118"/>
                  </a:lnTo>
                  <a:lnTo>
                    <a:pt x="958009" y="957628"/>
                  </a:lnTo>
                  <a:lnTo>
                    <a:pt x="959080" y="957138"/>
                  </a:lnTo>
                  <a:lnTo>
                    <a:pt x="960152" y="956649"/>
                  </a:lnTo>
                  <a:lnTo>
                    <a:pt x="961224" y="956159"/>
                  </a:lnTo>
                  <a:lnTo>
                    <a:pt x="962295" y="955670"/>
                  </a:lnTo>
                  <a:lnTo>
                    <a:pt x="963367" y="955181"/>
                  </a:lnTo>
                  <a:lnTo>
                    <a:pt x="964438" y="954692"/>
                  </a:lnTo>
                  <a:lnTo>
                    <a:pt x="965510" y="954204"/>
                  </a:lnTo>
                  <a:lnTo>
                    <a:pt x="966582" y="953716"/>
                  </a:lnTo>
                  <a:lnTo>
                    <a:pt x="967653" y="953228"/>
                  </a:lnTo>
                  <a:lnTo>
                    <a:pt x="968725" y="952740"/>
                  </a:lnTo>
                  <a:lnTo>
                    <a:pt x="969796" y="952252"/>
                  </a:lnTo>
                  <a:lnTo>
                    <a:pt x="970868" y="951765"/>
                  </a:lnTo>
                  <a:lnTo>
                    <a:pt x="971940" y="951278"/>
                  </a:lnTo>
                  <a:lnTo>
                    <a:pt x="973011" y="950791"/>
                  </a:lnTo>
                  <a:lnTo>
                    <a:pt x="974083" y="950304"/>
                  </a:lnTo>
                  <a:lnTo>
                    <a:pt x="975154" y="949818"/>
                  </a:lnTo>
                  <a:lnTo>
                    <a:pt x="976226" y="949331"/>
                  </a:lnTo>
                  <a:lnTo>
                    <a:pt x="977298" y="948845"/>
                  </a:lnTo>
                  <a:lnTo>
                    <a:pt x="978369" y="948360"/>
                  </a:lnTo>
                  <a:lnTo>
                    <a:pt x="979441" y="947874"/>
                  </a:lnTo>
                  <a:lnTo>
                    <a:pt x="980512" y="947389"/>
                  </a:lnTo>
                  <a:lnTo>
                    <a:pt x="981584" y="946904"/>
                  </a:lnTo>
                  <a:lnTo>
                    <a:pt x="982656" y="946420"/>
                  </a:lnTo>
                  <a:lnTo>
                    <a:pt x="983727" y="945936"/>
                  </a:lnTo>
                  <a:lnTo>
                    <a:pt x="984799" y="945451"/>
                  </a:lnTo>
                  <a:lnTo>
                    <a:pt x="985870" y="944968"/>
                  </a:lnTo>
                  <a:lnTo>
                    <a:pt x="986942" y="944484"/>
                  </a:lnTo>
                  <a:lnTo>
                    <a:pt x="988014" y="944001"/>
                  </a:lnTo>
                  <a:lnTo>
                    <a:pt x="989085" y="943518"/>
                  </a:lnTo>
                  <a:lnTo>
                    <a:pt x="990157" y="943035"/>
                  </a:lnTo>
                  <a:lnTo>
                    <a:pt x="991228" y="942553"/>
                  </a:lnTo>
                  <a:lnTo>
                    <a:pt x="992300" y="942071"/>
                  </a:lnTo>
                  <a:lnTo>
                    <a:pt x="993372" y="941589"/>
                  </a:lnTo>
                  <a:lnTo>
                    <a:pt x="994443" y="941108"/>
                  </a:lnTo>
                  <a:lnTo>
                    <a:pt x="995515" y="940627"/>
                  </a:lnTo>
                  <a:lnTo>
                    <a:pt x="996586" y="940146"/>
                  </a:lnTo>
                  <a:lnTo>
                    <a:pt x="997658" y="939666"/>
                  </a:lnTo>
                  <a:lnTo>
                    <a:pt x="998730" y="939185"/>
                  </a:lnTo>
                  <a:lnTo>
                    <a:pt x="999801" y="938705"/>
                  </a:lnTo>
                  <a:lnTo>
                    <a:pt x="1000873" y="938226"/>
                  </a:lnTo>
                  <a:lnTo>
                    <a:pt x="1001944" y="937747"/>
                  </a:lnTo>
                  <a:lnTo>
                    <a:pt x="1003016" y="937268"/>
                  </a:lnTo>
                  <a:lnTo>
                    <a:pt x="1004088" y="936789"/>
                  </a:lnTo>
                  <a:lnTo>
                    <a:pt x="1005159" y="936311"/>
                  </a:lnTo>
                  <a:lnTo>
                    <a:pt x="1006231" y="935833"/>
                  </a:lnTo>
                  <a:lnTo>
                    <a:pt x="1007302" y="935356"/>
                  </a:lnTo>
                  <a:lnTo>
                    <a:pt x="1008374" y="934878"/>
                  </a:lnTo>
                  <a:lnTo>
                    <a:pt x="1009446" y="934402"/>
                  </a:lnTo>
                  <a:lnTo>
                    <a:pt x="1010517" y="933925"/>
                  </a:lnTo>
                  <a:lnTo>
                    <a:pt x="1011589" y="933449"/>
                  </a:lnTo>
                  <a:lnTo>
                    <a:pt x="1012660" y="932973"/>
                  </a:lnTo>
                  <a:lnTo>
                    <a:pt x="1013732" y="932498"/>
                  </a:lnTo>
                  <a:lnTo>
                    <a:pt x="1014804" y="932023"/>
                  </a:lnTo>
                  <a:lnTo>
                    <a:pt x="1015875" y="931548"/>
                  </a:lnTo>
                  <a:lnTo>
                    <a:pt x="1016947" y="931073"/>
                  </a:lnTo>
                  <a:lnTo>
                    <a:pt x="1018018" y="930599"/>
                  </a:lnTo>
                  <a:lnTo>
                    <a:pt x="1019090" y="930126"/>
                  </a:lnTo>
                  <a:lnTo>
                    <a:pt x="1020162" y="929653"/>
                  </a:lnTo>
                  <a:lnTo>
                    <a:pt x="1021233" y="929180"/>
                  </a:lnTo>
                  <a:lnTo>
                    <a:pt x="1022305" y="928707"/>
                  </a:lnTo>
                  <a:lnTo>
                    <a:pt x="1023376" y="928235"/>
                  </a:lnTo>
                  <a:lnTo>
                    <a:pt x="1024448" y="927764"/>
                  </a:lnTo>
                  <a:lnTo>
                    <a:pt x="1025520" y="927292"/>
                  </a:lnTo>
                  <a:lnTo>
                    <a:pt x="1026591" y="926821"/>
                  </a:lnTo>
                  <a:lnTo>
                    <a:pt x="1027663" y="926351"/>
                  </a:lnTo>
                  <a:lnTo>
                    <a:pt x="1028734" y="925881"/>
                  </a:lnTo>
                  <a:lnTo>
                    <a:pt x="1029806" y="925411"/>
                  </a:lnTo>
                  <a:lnTo>
                    <a:pt x="1030878" y="924942"/>
                  </a:lnTo>
                  <a:lnTo>
                    <a:pt x="1031949" y="924473"/>
                  </a:lnTo>
                  <a:lnTo>
                    <a:pt x="1033021" y="924005"/>
                  </a:lnTo>
                  <a:lnTo>
                    <a:pt x="1034092" y="923537"/>
                  </a:lnTo>
                  <a:lnTo>
                    <a:pt x="1035164" y="923069"/>
                  </a:lnTo>
                  <a:lnTo>
                    <a:pt x="1036236" y="922602"/>
                  </a:lnTo>
                  <a:lnTo>
                    <a:pt x="1037307" y="922135"/>
                  </a:lnTo>
                  <a:lnTo>
                    <a:pt x="1038379" y="921669"/>
                  </a:lnTo>
                  <a:lnTo>
                    <a:pt x="1039450" y="921203"/>
                  </a:lnTo>
                  <a:lnTo>
                    <a:pt x="1040522" y="920737"/>
                  </a:lnTo>
                  <a:lnTo>
                    <a:pt x="1041594" y="920272"/>
                  </a:lnTo>
                  <a:lnTo>
                    <a:pt x="1042665" y="919808"/>
                  </a:lnTo>
                  <a:lnTo>
                    <a:pt x="1043737" y="919344"/>
                  </a:lnTo>
                  <a:lnTo>
                    <a:pt x="1044808" y="918880"/>
                  </a:lnTo>
                  <a:lnTo>
                    <a:pt x="1045880" y="918417"/>
                  </a:lnTo>
                  <a:lnTo>
                    <a:pt x="1046952" y="917954"/>
                  </a:lnTo>
                  <a:lnTo>
                    <a:pt x="1048023" y="917492"/>
                  </a:lnTo>
                  <a:lnTo>
                    <a:pt x="1049095" y="917030"/>
                  </a:lnTo>
                  <a:lnTo>
                    <a:pt x="1050166" y="916568"/>
                  </a:lnTo>
                  <a:lnTo>
                    <a:pt x="1051238" y="916107"/>
                  </a:lnTo>
                  <a:lnTo>
                    <a:pt x="1052310" y="915647"/>
                  </a:lnTo>
                  <a:lnTo>
                    <a:pt x="1053381" y="915187"/>
                  </a:lnTo>
                  <a:lnTo>
                    <a:pt x="1054453" y="914727"/>
                  </a:lnTo>
                  <a:lnTo>
                    <a:pt x="1055524" y="914268"/>
                  </a:lnTo>
                  <a:lnTo>
                    <a:pt x="1056596" y="913810"/>
                  </a:lnTo>
                  <a:lnTo>
                    <a:pt x="1057668" y="913352"/>
                  </a:lnTo>
                  <a:lnTo>
                    <a:pt x="1058739" y="912894"/>
                  </a:lnTo>
                  <a:lnTo>
                    <a:pt x="1059811" y="912437"/>
                  </a:lnTo>
                  <a:lnTo>
                    <a:pt x="1060882" y="911981"/>
                  </a:lnTo>
                  <a:lnTo>
                    <a:pt x="1061954" y="911525"/>
                  </a:lnTo>
                  <a:lnTo>
                    <a:pt x="1063026" y="911069"/>
                  </a:lnTo>
                  <a:lnTo>
                    <a:pt x="1064097" y="910614"/>
                  </a:lnTo>
                  <a:lnTo>
                    <a:pt x="1065169" y="910159"/>
                  </a:lnTo>
                  <a:lnTo>
                    <a:pt x="1066240" y="909705"/>
                  </a:lnTo>
                  <a:lnTo>
                    <a:pt x="1067312" y="909252"/>
                  </a:lnTo>
                  <a:lnTo>
                    <a:pt x="1068383" y="908799"/>
                  </a:lnTo>
                  <a:lnTo>
                    <a:pt x="1069455" y="908346"/>
                  </a:lnTo>
                  <a:lnTo>
                    <a:pt x="1070527" y="907894"/>
                  </a:lnTo>
                  <a:lnTo>
                    <a:pt x="1071598" y="907443"/>
                  </a:lnTo>
                  <a:lnTo>
                    <a:pt x="1072670" y="906992"/>
                  </a:lnTo>
                  <a:lnTo>
                    <a:pt x="1073741" y="906541"/>
                  </a:lnTo>
                  <a:lnTo>
                    <a:pt x="1074813" y="906091"/>
                  </a:lnTo>
                  <a:lnTo>
                    <a:pt x="1075885" y="905642"/>
                  </a:lnTo>
                  <a:lnTo>
                    <a:pt x="1076956" y="905193"/>
                  </a:lnTo>
                  <a:lnTo>
                    <a:pt x="1078028" y="904745"/>
                  </a:lnTo>
                  <a:lnTo>
                    <a:pt x="1079099" y="904297"/>
                  </a:lnTo>
                  <a:lnTo>
                    <a:pt x="1080171" y="903850"/>
                  </a:lnTo>
                  <a:lnTo>
                    <a:pt x="1081243" y="903404"/>
                  </a:lnTo>
                  <a:lnTo>
                    <a:pt x="1082314" y="902958"/>
                  </a:lnTo>
                  <a:lnTo>
                    <a:pt x="1083386" y="902512"/>
                  </a:lnTo>
                  <a:lnTo>
                    <a:pt x="1084457" y="902067"/>
                  </a:lnTo>
                  <a:lnTo>
                    <a:pt x="1085529" y="901623"/>
                  </a:lnTo>
                  <a:lnTo>
                    <a:pt x="1086601" y="901179"/>
                  </a:lnTo>
                  <a:lnTo>
                    <a:pt x="1087672" y="900736"/>
                  </a:lnTo>
                  <a:lnTo>
                    <a:pt x="1088744" y="900293"/>
                  </a:lnTo>
                  <a:lnTo>
                    <a:pt x="1089815" y="899851"/>
                  </a:lnTo>
                  <a:lnTo>
                    <a:pt x="1090887" y="899409"/>
                  </a:lnTo>
                  <a:lnTo>
                    <a:pt x="1091959" y="898969"/>
                  </a:lnTo>
                  <a:lnTo>
                    <a:pt x="1093030" y="898528"/>
                  </a:lnTo>
                  <a:lnTo>
                    <a:pt x="1094102" y="898089"/>
                  </a:lnTo>
                  <a:lnTo>
                    <a:pt x="1095173" y="897649"/>
                  </a:lnTo>
                  <a:lnTo>
                    <a:pt x="1096245" y="897211"/>
                  </a:lnTo>
                  <a:lnTo>
                    <a:pt x="1097317" y="896773"/>
                  </a:lnTo>
                  <a:lnTo>
                    <a:pt x="1098388" y="896335"/>
                  </a:lnTo>
                  <a:lnTo>
                    <a:pt x="1099460" y="895899"/>
                  </a:lnTo>
                  <a:lnTo>
                    <a:pt x="1100531" y="895463"/>
                  </a:lnTo>
                  <a:lnTo>
                    <a:pt x="1101603" y="895027"/>
                  </a:lnTo>
                  <a:lnTo>
                    <a:pt x="1102675" y="894592"/>
                  </a:lnTo>
                  <a:lnTo>
                    <a:pt x="1103746" y="894158"/>
                  </a:lnTo>
                  <a:lnTo>
                    <a:pt x="1104818" y="893724"/>
                  </a:lnTo>
                  <a:lnTo>
                    <a:pt x="1105889" y="893291"/>
                  </a:lnTo>
                  <a:lnTo>
                    <a:pt x="1106961" y="892859"/>
                  </a:lnTo>
                  <a:lnTo>
                    <a:pt x="1108033" y="892427"/>
                  </a:lnTo>
                  <a:lnTo>
                    <a:pt x="1109104" y="891996"/>
                  </a:lnTo>
                  <a:lnTo>
                    <a:pt x="1110176" y="891565"/>
                  </a:lnTo>
                  <a:lnTo>
                    <a:pt x="1111247" y="891135"/>
                  </a:lnTo>
                  <a:lnTo>
                    <a:pt x="1112319" y="890706"/>
                  </a:lnTo>
                  <a:lnTo>
                    <a:pt x="1113391" y="890277"/>
                  </a:lnTo>
                  <a:lnTo>
                    <a:pt x="1114462" y="889849"/>
                  </a:lnTo>
                  <a:lnTo>
                    <a:pt x="1115534" y="889422"/>
                  </a:lnTo>
                  <a:lnTo>
                    <a:pt x="1116605" y="888995"/>
                  </a:lnTo>
                  <a:lnTo>
                    <a:pt x="1117677" y="888569"/>
                  </a:lnTo>
                  <a:lnTo>
                    <a:pt x="1118749" y="888144"/>
                  </a:lnTo>
                  <a:lnTo>
                    <a:pt x="1119820" y="887719"/>
                  </a:lnTo>
                  <a:lnTo>
                    <a:pt x="1120892" y="887295"/>
                  </a:lnTo>
                  <a:lnTo>
                    <a:pt x="1121963" y="886872"/>
                  </a:lnTo>
                  <a:lnTo>
                    <a:pt x="1123035" y="886449"/>
                  </a:lnTo>
                  <a:lnTo>
                    <a:pt x="1124107" y="886027"/>
                  </a:lnTo>
                  <a:lnTo>
                    <a:pt x="1125178" y="885605"/>
                  </a:lnTo>
                  <a:lnTo>
                    <a:pt x="1126250" y="885185"/>
                  </a:lnTo>
                  <a:lnTo>
                    <a:pt x="1127321" y="884765"/>
                  </a:lnTo>
                  <a:lnTo>
                    <a:pt x="1128393" y="884345"/>
                  </a:lnTo>
                  <a:lnTo>
                    <a:pt x="1129465" y="883927"/>
                  </a:lnTo>
                  <a:lnTo>
                    <a:pt x="1130536" y="883509"/>
                  </a:lnTo>
                  <a:lnTo>
                    <a:pt x="1131608" y="883091"/>
                  </a:lnTo>
                  <a:lnTo>
                    <a:pt x="1132679" y="882675"/>
                  </a:lnTo>
                  <a:lnTo>
                    <a:pt x="1133751" y="882259"/>
                  </a:lnTo>
                  <a:lnTo>
                    <a:pt x="1134823" y="881843"/>
                  </a:lnTo>
                  <a:lnTo>
                    <a:pt x="1135894" y="881429"/>
                  </a:lnTo>
                  <a:lnTo>
                    <a:pt x="1136966" y="881015"/>
                  </a:lnTo>
                  <a:lnTo>
                    <a:pt x="1138037" y="880601"/>
                  </a:lnTo>
                  <a:lnTo>
                    <a:pt x="1139109" y="880189"/>
                  </a:lnTo>
                  <a:lnTo>
                    <a:pt x="1140181" y="879777"/>
                  </a:lnTo>
                  <a:lnTo>
                    <a:pt x="1141252" y="879365"/>
                  </a:lnTo>
                  <a:lnTo>
                    <a:pt x="1142324" y="878954"/>
                  </a:lnTo>
                  <a:lnTo>
                    <a:pt x="1143395" y="878544"/>
                  </a:lnTo>
                  <a:lnTo>
                    <a:pt x="1144467" y="878135"/>
                  </a:lnTo>
                  <a:lnTo>
                    <a:pt x="1145539" y="877726"/>
                  </a:lnTo>
                  <a:lnTo>
                    <a:pt x="1146610" y="877317"/>
                  </a:lnTo>
                  <a:lnTo>
                    <a:pt x="1147682" y="876910"/>
                  </a:lnTo>
                  <a:lnTo>
                    <a:pt x="1148753" y="876503"/>
                  </a:lnTo>
                  <a:lnTo>
                    <a:pt x="1149825" y="876096"/>
                  </a:lnTo>
                  <a:lnTo>
                    <a:pt x="1150897" y="875690"/>
                  </a:lnTo>
                  <a:lnTo>
                    <a:pt x="1151968" y="875285"/>
                  </a:lnTo>
                  <a:lnTo>
                    <a:pt x="1153040" y="874880"/>
                  </a:lnTo>
                  <a:lnTo>
                    <a:pt x="1154111" y="874476"/>
                  </a:lnTo>
                  <a:lnTo>
                    <a:pt x="1155183" y="874073"/>
                  </a:lnTo>
                  <a:lnTo>
                    <a:pt x="1156255" y="873670"/>
                  </a:lnTo>
                  <a:lnTo>
                    <a:pt x="1157326" y="873268"/>
                  </a:lnTo>
                  <a:lnTo>
                    <a:pt x="1158398" y="872866"/>
                  </a:lnTo>
                  <a:lnTo>
                    <a:pt x="1159469" y="872465"/>
                  </a:lnTo>
                  <a:lnTo>
                    <a:pt x="1160541" y="872064"/>
                  </a:lnTo>
                  <a:lnTo>
                    <a:pt x="1161613" y="871665"/>
                  </a:lnTo>
                  <a:lnTo>
                    <a:pt x="1162684" y="871265"/>
                  </a:lnTo>
                  <a:lnTo>
                    <a:pt x="1163756" y="870866"/>
                  </a:lnTo>
                  <a:lnTo>
                    <a:pt x="1164827" y="870468"/>
                  </a:lnTo>
                  <a:lnTo>
                    <a:pt x="1165899" y="870070"/>
                  </a:lnTo>
                  <a:lnTo>
                    <a:pt x="1166971" y="869673"/>
                  </a:lnTo>
                  <a:lnTo>
                    <a:pt x="1168042" y="869277"/>
                  </a:lnTo>
                  <a:lnTo>
                    <a:pt x="1169114" y="868880"/>
                  </a:lnTo>
                  <a:lnTo>
                    <a:pt x="1170185" y="868485"/>
                  </a:lnTo>
                  <a:lnTo>
                    <a:pt x="1171257" y="868090"/>
                  </a:lnTo>
                  <a:lnTo>
                    <a:pt x="1172329" y="867695"/>
                  </a:lnTo>
                  <a:lnTo>
                    <a:pt x="1173400" y="867302"/>
                  </a:lnTo>
                  <a:lnTo>
                    <a:pt x="1174472" y="866908"/>
                  </a:lnTo>
                  <a:lnTo>
                    <a:pt x="1175543" y="866515"/>
                  </a:lnTo>
                  <a:lnTo>
                    <a:pt x="1176615" y="866123"/>
                  </a:lnTo>
                  <a:lnTo>
                    <a:pt x="1177687" y="865731"/>
                  </a:lnTo>
                  <a:lnTo>
                    <a:pt x="1178758" y="865340"/>
                  </a:lnTo>
                  <a:lnTo>
                    <a:pt x="1179830" y="864949"/>
                  </a:lnTo>
                  <a:lnTo>
                    <a:pt x="1180901" y="864559"/>
                  </a:lnTo>
                  <a:lnTo>
                    <a:pt x="1181973" y="864169"/>
                  </a:lnTo>
                  <a:lnTo>
                    <a:pt x="1183045" y="863780"/>
                  </a:lnTo>
                  <a:lnTo>
                    <a:pt x="1184116" y="863391"/>
                  </a:lnTo>
                  <a:lnTo>
                    <a:pt x="1185188" y="863002"/>
                  </a:lnTo>
                  <a:lnTo>
                    <a:pt x="1186259" y="862615"/>
                  </a:lnTo>
                  <a:lnTo>
                    <a:pt x="1187331" y="862227"/>
                  </a:lnTo>
                  <a:lnTo>
                    <a:pt x="1188403" y="861840"/>
                  </a:lnTo>
                  <a:lnTo>
                    <a:pt x="1189474" y="861454"/>
                  </a:lnTo>
                  <a:lnTo>
                    <a:pt x="1190546" y="861068"/>
                  </a:lnTo>
                  <a:lnTo>
                    <a:pt x="1191617" y="860682"/>
                  </a:lnTo>
                  <a:lnTo>
                    <a:pt x="1192689" y="860297"/>
                  </a:lnTo>
                  <a:lnTo>
                    <a:pt x="1193761" y="859913"/>
                  </a:lnTo>
                  <a:lnTo>
                    <a:pt x="1194832" y="859529"/>
                  </a:lnTo>
                  <a:lnTo>
                    <a:pt x="1195904" y="859145"/>
                  </a:lnTo>
                  <a:lnTo>
                    <a:pt x="1196975" y="858762"/>
                  </a:lnTo>
                  <a:lnTo>
                    <a:pt x="1198047" y="858379"/>
                  </a:lnTo>
                  <a:lnTo>
                    <a:pt x="1199119" y="857997"/>
                  </a:lnTo>
                  <a:lnTo>
                    <a:pt x="1200190" y="857615"/>
                  </a:lnTo>
                  <a:lnTo>
                    <a:pt x="1201262" y="857233"/>
                  </a:lnTo>
                  <a:lnTo>
                    <a:pt x="1202333" y="856852"/>
                  </a:lnTo>
                  <a:lnTo>
                    <a:pt x="1203405" y="856471"/>
                  </a:lnTo>
                  <a:lnTo>
                    <a:pt x="1204477" y="856091"/>
                  </a:lnTo>
                  <a:lnTo>
                    <a:pt x="1205548" y="855711"/>
                  </a:lnTo>
                  <a:lnTo>
                    <a:pt x="1206620" y="855332"/>
                  </a:lnTo>
                  <a:lnTo>
                    <a:pt x="1207691" y="854953"/>
                  </a:lnTo>
                  <a:lnTo>
                    <a:pt x="1208763" y="854574"/>
                  </a:lnTo>
                  <a:lnTo>
                    <a:pt x="1209835" y="854196"/>
                  </a:lnTo>
                  <a:lnTo>
                    <a:pt x="1210906" y="853818"/>
                  </a:lnTo>
                  <a:lnTo>
                    <a:pt x="1211978" y="853441"/>
                  </a:lnTo>
                  <a:lnTo>
                    <a:pt x="1213049" y="853064"/>
                  </a:lnTo>
                  <a:lnTo>
                    <a:pt x="1214121" y="852687"/>
                  </a:lnTo>
                  <a:lnTo>
                    <a:pt x="1215193" y="852311"/>
                  </a:lnTo>
                  <a:lnTo>
                    <a:pt x="1216264" y="851935"/>
                  </a:lnTo>
                  <a:lnTo>
                    <a:pt x="1217336" y="851559"/>
                  </a:lnTo>
                  <a:lnTo>
                    <a:pt x="1218407" y="851184"/>
                  </a:lnTo>
                  <a:lnTo>
                    <a:pt x="1219479" y="850809"/>
                  </a:lnTo>
                  <a:lnTo>
                    <a:pt x="1220551" y="850434"/>
                  </a:lnTo>
                  <a:lnTo>
                    <a:pt x="1221622" y="850060"/>
                  </a:lnTo>
                  <a:lnTo>
                    <a:pt x="1222694" y="849686"/>
                  </a:lnTo>
                  <a:lnTo>
                    <a:pt x="1223765" y="849313"/>
                  </a:lnTo>
                  <a:lnTo>
                    <a:pt x="1224837" y="848940"/>
                  </a:lnTo>
                  <a:lnTo>
                    <a:pt x="1225909" y="848567"/>
                  </a:lnTo>
                  <a:lnTo>
                    <a:pt x="1226980" y="848194"/>
                  </a:lnTo>
                  <a:lnTo>
                    <a:pt x="1228052" y="847822"/>
                  </a:lnTo>
                  <a:lnTo>
                    <a:pt x="1229123" y="847450"/>
                  </a:lnTo>
                  <a:lnTo>
                    <a:pt x="1230195" y="847079"/>
                  </a:lnTo>
                  <a:lnTo>
                    <a:pt x="1231267" y="846708"/>
                  </a:lnTo>
                  <a:lnTo>
                    <a:pt x="1232338" y="846337"/>
                  </a:lnTo>
                  <a:lnTo>
                    <a:pt x="1233410" y="845966"/>
                  </a:lnTo>
                  <a:lnTo>
                    <a:pt x="1234481" y="845596"/>
                  </a:lnTo>
                  <a:lnTo>
                    <a:pt x="1235553" y="845226"/>
                  </a:lnTo>
                  <a:lnTo>
                    <a:pt x="1236625" y="844856"/>
                  </a:lnTo>
                  <a:lnTo>
                    <a:pt x="1237696" y="844486"/>
                  </a:lnTo>
                  <a:lnTo>
                    <a:pt x="1238768" y="844117"/>
                  </a:lnTo>
                  <a:lnTo>
                    <a:pt x="1239839" y="843748"/>
                  </a:lnTo>
                  <a:lnTo>
                    <a:pt x="1240911" y="843380"/>
                  </a:lnTo>
                  <a:lnTo>
                    <a:pt x="1241983" y="843011"/>
                  </a:lnTo>
                  <a:lnTo>
                    <a:pt x="1243054" y="842643"/>
                  </a:lnTo>
                  <a:lnTo>
                    <a:pt x="1244126" y="842275"/>
                  </a:lnTo>
                  <a:lnTo>
                    <a:pt x="1245197" y="841908"/>
                  </a:lnTo>
                  <a:lnTo>
                    <a:pt x="1246269" y="841540"/>
                  </a:lnTo>
                  <a:lnTo>
                    <a:pt x="1247340" y="841173"/>
                  </a:lnTo>
                  <a:lnTo>
                    <a:pt x="1248412" y="840806"/>
                  </a:lnTo>
                  <a:lnTo>
                    <a:pt x="1249484" y="840439"/>
                  </a:lnTo>
                  <a:lnTo>
                    <a:pt x="1250555" y="840073"/>
                  </a:lnTo>
                  <a:lnTo>
                    <a:pt x="1251627" y="839707"/>
                  </a:lnTo>
                  <a:lnTo>
                    <a:pt x="1252698" y="839341"/>
                  </a:lnTo>
                  <a:lnTo>
                    <a:pt x="1253770" y="838975"/>
                  </a:lnTo>
                  <a:lnTo>
                    <a:pt x="1254842" y="838609"/>
                  </a:lnTo>
                  <a:lnTo>
                    <a:pt x="1255913" y="838244"/>
                  </a:lnTo>
                  <a:lnTo>
                    <a:pt x="1256985" y="837879"/>
                  </a:lnTo>
                  <a:lnTo>
                    <a:pt x="1258056" y="837514"/>
                  </a:lnTo>
                  <a:lnTo>
                    <a:pt x="1259128" y="837149"/>
                  </a:lnTo>
                  <a:lnTo>
                    <a:pt x="1260200" y="836785"/>
                  </a:lnTo>
                  <a:lnTo>
                    <a:pt x="1261271" y="836420"/>
                  </a:lnTo>
                  <a:lnTo>
                    <a:pt x="1262343" y="836056"/>
                  </a:lnTo>
                  <a:lnTo>
                    <a:pt x="1263414" y="835692"/>
                  </a:lnTo>
                  <a:lnTo>
                    <a:pt x="1264486" y="835328"/>
                  </a:lnTo>
                  <a:lnTo>
                    <a:pt x="1265558" y="834964"/>
                  </a:lnTo>
                  <a:lnTo>
                    <a:pt x="1266629" y="834601"/>
                  </a:lnTo>
                  <a:lnTo>
                    <a:pt x="1267701" y="834237"/>
                  </a:lnTo>
                  <a:lnTo>
                    <a:pt x="1268772" y="833874"/>
                  </a:lnTo>
                  <a:lnTo>
                    <a:pt x="1269844" y="833511"/>
                  </a:lnTo>
                  <a:lnTo>
                    <a:pt x="1270916" y="833148"/>
                  </a:lnTo>
                  <a:lnTo>
                    <a:pt x="1271987" y="832785"/>
                  </a:lnTo>
                  <a:lnTo>
                    <a:pt x="1273059" y="832422"/>
                  </a:lnTo>
                  <a:lnTo>
                    <a:pt x="1274130" y="832060"/>
                  </a:lnTo>
                  <a:lnTo>
                    <a:pt x="1275202" y="831697"/>
                  </a:lnTo>
                  <a:lnTo>
                    <a:pt x="1276274" y="831335"/>
                  </a:lnTo>
                  <a:lnTo>
                    <a:pt x="1277345" y="830973"/>
                  </a:lnTo>
                  <a:lnTo>
                    <a:pt x="1278417" y="830611"/>
                  </a:lnTo>
                  <a:lnTo>
                    <a:pt x="1279488" y="830249"/>
                  </a:lnTo>
                  <a:lnTo>
                    <a:pt x="1280560" y="829887"/>
                  </a:lnTo>
                  <a:lnTo>
                    <a:pt x="1281632" y="829525"/>
                  </a:lnTo>
                  <a:lnTo>
                    <a:pt x="1282703" y="829163"/>
                  </a:lnTo>
                  <a:lnTo>
                    <a:pt x="1283775" y="828801"/>
                  </a:lnTo>
                  <a:lnTo>
                    <a:pt x="1284846" y="828440"/>
                  </a:lnTo>
                  <a:lnTo>
                    <a:pt x="1285918" y="828078"/>
                  </a:lnTo>
                  <a:lnTo>
                    <a:pt x="1286990" y="827717"/>
                  </a:lnTo>
                  <a:lnTo>
                    <a:pt x="1288061" y="827356"/>
                  </a:lnTo>
                  <a:lnTo>
                    <a:pt x="1289133" y="826994"/>
                  </a:lnTo>
                  <a:lnTo>
                    <a:pt x="1290204" y="826633"/>
                  </a:lnTo>
                  <a:lnTo>
                    <a:pt x="1291276" y="826272"/>
                  </a:lnTo>
                  <a:lnTo>
                    <a:pt x="1292348" y="825911"/>
                  </a:lnTo>
                  <a:lnTo>
                    <a:pt x="1293419" y="825550"/>
                  </a:lnTo>
                  <a:lnTo>
                    <a:pt x="1294491" y="825189"/>
                  </a:lnTo>
                  <a:lnTo>
                    <a:pt x="1295562" y="824828"/>
                  </a:lnTo>
                  <a:lnTo>
                    <a:pt x="1296634" y="824467"/>
                  </a:lnTo>
                  <a:lnTo>
                    <a:pt x="1297706" y="824106"/>
                  </a:lnTo>
                  <a:lnTo>
                    <a:pt x="1298777" y="823745"/>
                  </a:lnTo>
                  <a:lnTo>
                    <a:pt x="1299849" y="823384"/>
                  </a:lnTo>
                  <a:lnTo>
                    <a:pt x="1300920" y="823023"/>
                  </a:lnTo>
                  <a:lnTo>
                    <a:pt x="1301992" y="822662"/>
                  </a:lnTo>
                  <a:lnTo>
                    <a:pt x="1303064" y="822301"/>
                  </a:lnTo>
                  <a:lnTo>
                    <a:pt x="1304135" y="821940"/>
                  </a:lnTo>
                  <a:lnTo>
                    <a:pt x="1305207" y="821579"/>
                  </a:lnTo>
                  <a:lnTo>
                    <a:pt x="1306278" y="821218"/>
                  </a:lnTo>
                  <a:lnTo>
                    <a:pt x="1307350" y="820857"/>
                  </a:lnTo>
                  <a:lnTo>
                    <a:pt x="1308422" y="820496"/>
                  </a:lnTo>
                  <a:lnTo>
                    <a:pt x="1309493" y="820135"/>
                  </a:lnTo>
                  <a:lnTo>
                    <a:pt x="1310565" y="819774"/>
                  </a:lnTo>
                  <a:lnTo>
                    <a:pt x="1311636" y="819413"/>
                  </a:lnTo>
                  <a:lnTo>
                    <a:pt x="1312708" y="819051"/>
                  </a:lnTo>
                  <a:lnTo>
                    <a:pt x="1313780" y="818690"/>
                  </a:lnTo>
                  <a:lnTo>
                    <a:pt x="1314851" y="818329"/>
                  </a:lnTo>
                  <a:lnTo>
                    <a:pt x="1315923" y="817968"/>
                  </a:lnTo>
                  <a:lnTo>
                    <a:pt x="1316994" y="817606"/>
                  </a:lnTo>
                  <a:lnTo>
                    <a:pt x="1318066" y="817245"/>
                  </a:lnTo>
                  <a:lnTo>
                    <a:pt x="1319138" y="816883"/>
                  </a:lnTo>
                  <a:lnTo>
                    <a:pt x="1320209" y="816521"/>
                  </a:lnTo>
                  <a:lnTo>
                    <a:pt x="1321281" y="816160"/>
                  </a:lnTo>
                  <a:lnTo>
                    <a:pt x="1322352" y="815798"/>
                  </a:lnTo>
                  <a:lnTo>
                    <a:pt x="1323424" y="815436"/>
                  </a:lnTo>
                  <a:lnTo>
                    <a:pt x="1324496" y="815074"/>
                  </a:lnTo>
                  <a:lnTo>
                    <a:pt x="1325567" y="814712"/>
                  </a:lnTo>
                  <a:lnTo>
                    <a:pt x="1326639" y="814350"/>
                  </a:lnTo>
                  <a:lnTo>
                    <a:pt x="1327710" y="813987"/>
                  </a:lnTo>
                  <a:lnTo>
                    <a:pt x="1328782" y="813625"/>
                  </a:lnTo>
                  <a:lnTo>
                    <a:pt x="1329854" y="813262"/>
                  </a:lnTo>
                  <a:lnTo>
                    <a:pt x="1330925" y="812900"/>
                  </a:lnTo>
                  <a:lnTo>
                    <a:pt x="1331997" y="812537"/>
                  </a:lnTo>
                  <a:lnTo>
                    <a:pt x="1333068" y="812174"/>
                  </a:lnTo>
                  <a:lnTo>
                    <a:pt x="1334140" y="811811"/>
                  </a:lnTo>
                  <a:lnTo>
                    <a:pt x="1335212" y="811447"/>
                  </a:lnTo>
                  <a:lnTo>
                    <a:pt x="1336283" y="811084"/>
                  </a:lnTo>
                  <a:lnTo>
                    <a:pt x="1337355" y="810720"/>
                  </a:lnTo>
                  <a:lnTo>
                    <a:pt x="1338426" y="810357"/>
                  </a:lnTo>
                  <a:lnTo>
                    <a:pt x="1339498" y="809993"/>
                  </a:lnTo>
                  <a:lnTo>
                    <a:pt x="1340570" y="809629"/>
                  </a:lnTo>
                  <a:lnTo>
                    <a:pt x="1341641" y="809264"/>
                  </a:lnTo>
                  <a:lnTo>
                    <a:pt x="1342713" y="808900"/>
                  </a:lnTo>
                  <a:lnTo>
                    <a:pt x="1343784" y="808535"/>
                  </a:lnTo>
                  <a:lnTo>
                    <a:pt x="1344856" y="808170"/>
                  </a:lnTo>
                  <a:lnTo>
                    <a:pt x="1345928" y="807805"/>
                  </a:lnTo>
                  <a:lnTo>
                    <a:pt x="1346999" y="807440"/>
                  </a:lnTo>
                  <a:lnTo>
                    <a:pt x="1348071" y="807075"/>
                  </a:lnTo>
                  <a:lnTo>
                    <a:pt x="1349142" y="806709"/>
                  </a:lnTo>
                  <a:lnTo>
                    <a:pt x="1350214" y="806343"/>
                  </a:lnTo>
                  <a:lnTo>
                    <a:pt x="1351286" y="805977"/>
                  </a:lnTo>
                  <a:lnTo>
                    <a:pt x="1352357" y="805611"/>
                  </a:lnTo>
                  <a:lnTo>
                    <a:pt x="1353429" y="805244"/>
                  </a:lnTo>
                  <a:lnTo>
                    <a:pt x="1354500" y="804877"/>
                  </a:lnTo>
                  <a:lnTo>
                    <a:pt x="1355572" y="804510"/>
                  </a:lnTo>
                  <a:lnTo>
                    <a:pt x="1356644" y="804143"/>
                  </a:lnTo>
                  <a:lnTo>
                    <a:pt x="1357715" y="803775"/>
                  </a:lnTo>
                  <a:lnTo>
                    <a:pt x="1358787" y="803407"/>
                  </a:lnTo>
                  <a:lnTo>
                    <a:pt x="1359858" y="803039"/>
                  </a:lnTo>
                  <a:lnTo>
                    <a:pt x="1360930" y="802671"/>
                  </a:lnTo>
                  <a:lnTo>
                    <a:pt x="1362002" y="802302"/>
                  </a:lnTo>
                  <a:lnTo>
                    <a:pt x="1363073" y="801933"/>
                  </a:lnTo>
                  <a:lnTo>
                    <a:pt x="1364145" y="801564"/>
                  </a:lnTo>
                  <a:lnTo>
                    <a:pt x="1365216" y="801195"/>
                  </a:lnTo>
                  <a:lnTo>
                    <a:pt x="1366288" y="800825"/>
                  </a:lnTo>
                  <a:lnTo>
                    <a:pt x="1367360" y="800455"/>
                  </a:lnTo>
                  <a:lnTo>
                    <a:pt x="1368431" y="800084"/>
                  </a:lnTo>
                  <a:lnTo>
                    <a:pt x="1369503" y="799713"/>
                  </a:lnTo>
                  <a:lnTo>
                    <a:pt x="1370574" y="799342"/>
                  </a:lnTo>
                  <a:lnTo>
                    <a:pt x="1371646" y="798971"/>
                  </a:lnTo>
                  <a:lnTo>
                    <a:pt x="1372718" y="798599"/>
                  </a:lnTo>
                  <a:lnTo>
                    <a:pt x="1373789" y="798227"/>
                  </a:lnTo>
                  <a:lnTo>
                    <a:pt x="1374861" y="797855"/>
                  </a:lnTo>
                  <a:lnTo>
                    <a:pt x="1375932" y="797482"/>
                  </a:lnTo>
                  <a:lnTo>
                    <a:pt x="1377004" y="797109"/>
                  </a:lnTo>
                  <a:lnTo>
                    <a:pt x="1378076" y="796736"/>
                  </a:lnTo>
                  <a:lnTo>
                    <a:pt x="1379147" y="796362"/>
                  </a:lnTo>
                  <a:lnTo>
                    <a:pt x="1380219" y="795988"/>
                  </a:lnTo>
                  <a:lnTo>
                    <a:pt x="1381290" y="795614"/>
                  </a:lnTo>
                  <a:lnTo>
                    <a:pt x="1382362" y="795239"/>
                  </a:lnTo>
                  <a:lnTo>
                    <a:pt x="1383434" y="794863"/>
                  </a:lnTo>
                  <a:lnTo>
                    <a:pt x="1384505" y="794488"/>
                  </a:lnTo>
                  <a:lnTo>
                    <a:pt x="1385577" y="794112"/>
                  </a:lnTo>
                  <a:lnTo>
                    <a:pt x="1386648" y="793735"/>
                  </a:lnTo>
                  <a:lnTo>
                    <a:pt x="1387720" y="793359"/>
                  </a:lnTo>
                  <a:lnTo>
                    <a:pt x="1388792" y="792981"/>
                  </a:lnTo>
                  <a:lnTo>
                    <a:pt x="1389863" y="792604"/>
                  </a:lnTo>
                  <a:lnTo>
                    <a:pt x="1390935" y="792226"/>
                  </a:lnTo>
                  <a:lnTo>
                    <a:pt x="1392006" y="791847"/>
                  </a:lnTo>
                  <a:lnTo>
                    <a:pt x="1393078" y="791468"/>
                  </a:lnTo>
                  <a:lnTo>
                    <a:pt x="1394150" y="791089"/>
                  </a:lnTo>
                  <a:lnTo>
                    <a:pt x="1395221" y="790709"/>
                  </a:lnTo>
                  <a:lnTo>
                    <a:pt x="1396293" y="790329"/>
                  </a:lnTo>
                  <a:lnTo>
                    <a:pt x="1397364" y="789949"/>
                  </a:lnTo>
                  <a:lnTo>
                    <a:pt x="1398436" y="789568"/>
                  </a:lnTo>
                  <a:lnTo>
                    <a:pt x="1399508" y="789186"/>
                  </a:lnTo>
                  <a:lnTo>
                    <a:pt x="1400579" y="788804"/>
                  </a:lnTo>
                  <a:lnTo>
                    <a:pt x="1401651" y="788422"/>
                  </a:lnTo>
                  <a:lnTo>
                    <a:pt x="1402722" y="788039"/>
                  </a:lnTo>
                  <a:lnTo>
                    <a:pt x="1403794" y="787655"/>
                  </a:lnTo>
                  <a:lnTo>
                    <a:pt x="1404866" y="787271"/>
                  </a:lnTo>
                  <a:lnTo>
                    <a:pt x="1405937" y="786887"/>
                  </a:lnTo>
                  <a:lnTo>
                    <a:pt x="1407009" y="786502"/>
                  </a:lnTo>
                  <a:lnTo>
                    <a:pt x="1408080" y="786117"/>
                  </a:lnTo>
                  <a:lnTo>
                    <a:pt x="1409152" y="785731"/>
                  </a:lnTo>
                  <a:lnTo>
                    <a:pt x="1410224" y="785345"/>
                  </a:lnTo>
                  <a:lnTo>
                    <a:pt x="1411295" y="784958"/>
                  </a:lnTo>
                  <a:lnTo>
                    <a:pt x="1412367" y="784571"/>
                  </a:lnTo>
                  <a:lnTo>
                    <a:pt x="1413438" y="784183"/>
                  </a:lnTo>
                  <a:lnTo>
                    <a:pt x="1414510" y="783794"/>
                  </a:lnTo>
                  <a:lnTo>
                    <a:pt x="1415582" y="783405"/>
                  </a:lnTo>
                  <a:lnTo>
                    <a:pt x="1416653" y="783016"/>
                  </a:lnTo>
                  <a:lnTo>
                    <a:pt x="1417725" y="782626"/>
                  </a:lnTo>
                  <a:lnTo>
                    <a:pt x="1418796" y="782235"/>
                  </a:lnTo>
                  <a:lnTo>
                    <a:pt x="1419868" y="781844"/>
                  </a:lnTo>
                  <a:lnTo>
                    <a:pt x="1420939" y="781452"/>
                  </a:lnTo>
                  <a:lnTo>
                    <a:pt x="1422011" y="781060"/>
                  </a:lnTo>
                  <a:lnTo>
                    <a:pt x="1423083" y="780667"/>
                  </a:lnTo>
                  <a:lnTo>
                    <a:pt x="1424154" y="780274"/>
                  </a:lnTo>
                  <a:lnTo>
                    <a:pt x="1425226" y="779880"/>
                  </a:lnTo>
                  <a:lnTo>
                    <a:pt x="1426297" y="779485"/>
                  </a:lnTo>
                  <a:lnTo>
                    <a:pt x="1427369" y="779090"/>
                  </a:lnTo>
                  <a:lnTo>
                    <a:pt x="1428441" y="778694"/>
                  </a:lnTo>
                  <a:lnTo>
                    <a:pt x="1429512" y="778298"/>
                  </a:lnTo>
                  <a:lnTo>
                    <a:pt x="1430584" y="777901"/>
                  </a:lnTo>
                  <a:lnTo>
                    <a:pt x="1431655" y="777504"/>
                  </a:lnTo>
                  <a:lnTo>
                    <a:pt x="1432727" y="777105"/>
                  </a:lnTo>
                  <a:lnTo>
                    <a:pt x="1433799" y="776707"/>
                  </a:lnTo>
                  <a:lnTo>
                    <a:pt x="1434870" y="776307"/>
                  </a:lnTo>
                  <a:lnTo>
                    <a:pt x="1435942" y="775907"/>
                  </a:lnTo>
                  <a:lnTo>
                    <a:pt x="1437013" y="775507"/>
                  </a:lnTo>
                  <a:lnTo>
                    <a:pt x="1438085" y="775105"/>
                  </a:lnTo>
                  <a:lnTo>
                    <a:pt x="1439157" y="774703"/>
                  </a:lnTo>
                  <a:lnTo>
                    <a:pt x="1440228" y="774301"/>
                  </a:lnTo>
                  <a:lnTo>
                    <a:pt x="1441300" y="773897"/>
                  </a:lnTo>
                  <a:lnTo>
                    <a:pt x="1442371" y="773494"/>
                  </a:lnTo>
                  <a:lnTo>
                    <a:pt x="1443443" y="773089"/>
                  </a:lnTo>
                  <a:lnTo>
                    <a:pt x="1444515" y="772684"/>
                  </a:lnTo>
                  <a:lnTo>
                    <a:pt x="1445586" y="772278"/>
                  </a:lnTo>
                  <a:lnTo>
                    <a:pt x="1446658" y="771871"/>
                  </a:lnTo>
                  <a:lnTo>
                    <a:pt x="1447729" y="771464"/>
                  </a:lnTo>
                  <a:lnTo>
                    <a:pt x="1448801" y="771056"/>
                  </a:lnTo>
                  <a:lnTo>
                    <a:pt x="1449873" y="770647"/>
                  </a:lnTo>
                  <a:lnTo>
                    <a:pt x="1450944" y="770238"/>
                  </a:lnTo>
                  <a:lnTo>
                    <a:pt x="1452016" y="769828"/>
                  </a:lnTo>
                  <a:lnTo>
                    <a:pt x="1453087" y="769417"/>
                  </a:lnTo>
                  <a:lnTo>
                    <a:pt x="1454159" y="769006"/>
                  </a:lnTo>
                  <a:lnTo>
                    <a:pt x="1455231" y="768593"/>
                  </a:lnTo>
                  <a:lnTo>
                    <a:pt x="1456302" y="768180"/>
                  </a:lnTo>
                  <a:lnTo>
                    <a:pt x="1457374" y="767767"/>
                  </a:lnTo>
                  <a:lnTo>
                    <a:pt x="1458445" y="767352"/>
                  </a:lnTo>
                  <a:lnTo>
                    <a:pt x="1459517" y="766937"/>
                  </a:lnTo>
                  <a:lnTo>
                    <a:pt x="1460589" y="766521"/>
                  </a:lnTo>
                  <a:lnTo>
                    <a:pt x="1461660" y="766105"/>
                  </a:lnTo>
                  <a:lnTo>
                    <a:pt x="1462732" y="765687"/>
                  </a:lnTo>
                  <a:lnTo>
                    <a:pt x="1463803" y="765269"/>
                  </a:lnTo>
                  <a:lnTo>
                    <a:pt x="1464875" y="764850"/>
                  </a:lnTo>
                  <a:lnTo>
                    <a:pt x="1465947" y="764431"/>
                  </a:lnTo>
                  <a:lnTo>
                    <a:pt x="1467018" y="764010"/>
                  </a:lnTo>
                  <a:lnTo>
                    <a:pt x="1468090" y="763589"/>
                  </a:lnTo>
                  <a:lnTo>
                    <a:pt x="1469161" y="763167"/>
                  </a:lnTo>
                  <a:lnTo>
                    <a:pt x="1470233" y="762744"/>
                  </a:lnTo>
                  <a:lnTo>
                    <a:pt x="1471305" y="762321"/>
                  </a:lnTo>
                  <a:lnTo>
                    <a:pt x="1472376" y="761896"/>
                  </a:lnTo>
                  <a:lnTo>
                    <a:pt x="1473448" y="761471"/>
                  </a:lnTo>
                  <a:lnTo>
                    <a:pt x="1474519" y="761045"/>
                  </a:lnTo>
                  <a:lnTo>
                    <a:pt x="1475591" y="760618"/>
                  </a:lnTo>
                  <a:lnTo>
                    <a:pt x="1476663" y="760191"/>
                  </a:lnTo>
                  <a:lnTo>
                    <a:pt x="1477734" y="759762"/>
                  </a:lnTo>
                  <a:lnTo>
                    <a:pt x="1478806" y="759333"/>
                  </a:lnTo>
                  <a:lnTo>
                    <a:pt x="1479877" y="758903"/>
                  </a:lnTo>
                  <a:lnTo>
                    <a:pt x="1480949" y="758472"/>
                  </a:lnTo>
                  <a:lnTo>
                    <a:pt x="1482021" y="758040"/>
                  </a:lnTo>
                  <a:lnTo>
                    <a:pt x="1483092" y="757607"/>
                  </a:lnTo>
                  <a:lnTo>
                    <a:pt x="1484164" y="757174"/>
                  </a:lnTo>
                  <a:lnTo>
                    <a:pt x="1485235" y="756740"/>
                  </a:lnTo>
                  <a:lnTo>
                    <a:pt x="1486307" y="756304"/>
                  </a:lnTo>
                  <a:lnTo>
                    <a:pt x="1487379" y="755868"/>
                  </a:lnTo>
                  <a:lnTo>
                    <a:pt x="1488450" y="755431"/>
                  </a:lnTo>
                  <a:lnTo>
                    <a:pt x="1489522" y="754994"/>
                  </a:lnTo>
                  <a:lnTo>
                    <a:pt x="1490593" y="754555"/>
                  </a:lnTo>
                  <a:lnTo>
                    <a:pt x="1491665" y="754115"/>
                  </a:lnTo>
                  <a:lnTo>
                    <a:pt x="1492737" y="753675"/>
                  </a:lnTo>
                  <a:lnTo>
                    <a:pt x="1493808" y="753234"/>
                  </a:lnTo>
                  <a:lnTo>
                    <a:pt x="1494880" y="752792"/>
                  </a:lnTo>
                  <a:lnTo>
                    <a:pt x="1495951" y="752348"/>
                  </a:lnTo>
                  <a:lnTo>
                    <a:pt x="1497023" y="751904"/>
                  </a:lnTo>
                  <a:lnTo>
                    <a:pt x="1498095" y="751459"/>
                  </a:lnTo>
                  <a:lnTo>
                    <a:pt x="1499166" y="751014"/>
                  </a:lnTo>
                  <a:lnTo>
                    <a:pt x="1500238" y="750567"/>
                  </a:lnTo>
                  <a:lnTo>
                    <a:pt x="1501309" y="750119"/>
                  </a:lnTo>
                  <a:lnTo>
                    <a:pt x="1502381" y="749671"/>
                  </a:lnTo>
                  <a:lnTo>
                    <a:pt x="1503453" y="749221"/>
                  </a:lnTo>
                  <a:lnTo>
                    <a:pt x="1504524" y="748771"/>
                  </a:lnTo>
                  <a:lnTo>
                    <a:pt x="1505596" y="748319"/>
                  </a:lnTo>
                  <a:lnTo>
                    <a:pt x="1506667" y="747867"/>
                  </a:lnTo>
                  <a:lnTo>
                    <a:pt x="1507739" y="747414"/>
                  </a:lnTo>
                  <a:lnTo>
                    <a:pt x="1508811" y="746959"/>
                  </a:lnTo>
                  <a:lnTo>
                    <a:pt x="1509882" y="746504"/>
                  </a:lnTo>
                  <a:lnTo>
                    <a:pt x="1510954" y="746048"/>
                  </a:lnTo>
                  <a:lnTo>
                    <a:pt x="1512025" y="745591"/>
                  </a:lnTo>
                  <a:lnTo>
                    <a:pt x="1513097" y="745133"/>
                  </a:lnTo>
                  <a:lnTo>
                    <a:pt x="1514169" y="744674"/>
                  </a:lnTo>
                  <a:lnTo>
                    <a:pt x="1515240" y="744214"/>
                  </a:lnTo>
                  <a:lnTo>
                    <a:pt x="1516312" y="743753"/>
                  </a:lnTo>
                  <a:lnTo>
                    <a:pt x="1517383" y="743291"/>
                  </a:lnTo>
                  <a:lnTo>
                    <a:pt x="1518455" y="742828"/>
                  </a:lnTo>
                  <a:lnTo>
                    <a:pt x="1519527" y="742364"/>
                  </a:lnTo>
                  <a:lnTo>
                    <a:pt x="1520598" y="741899"/>
                  </a:lnTo>
                  <a:lnTo>
                    <a:pt x="1521670" y="741433"/>
                  </a:lnTo>
                  <a:lnTo>
                    <a:pt x="1522741" y="740966"/>
                  </a:lnTo>
                  <a:lnTo>
                    <a:pt x="1523813" y="740498"/>
                  </a:lnTo>
                  <a:lnTo>
                    <a:pt x="1524885" y="740029"/>
                  </a:lnTo>
                  <a:lnTo>
                    <a:pt x="1525956" y="739559"/>
                  </a:lnTo>
                  <a:lnTo>
                    <a:pt x="1527028" y="739088"/>
                  </a:lnTo>
                  <a:lnTo>
                    <a:pt x="1528099" y="738616"/>
                  </a:lnTo>
                  <a:lnTo>
                    <a:pt x="1529171" y="738143"/>
                  </a:lnTo>
                  <a:lnTo>
                    <a:pt x="1530243" y="737669"/>
                  </a:lnTo>
                  <a:lnTo>
                    <a:pt x="1531314" y="737193"/>
                  </a:lnTo>
                  <a:lnTo>
                    <a:pt x="1532386" y="736717"/>
                  </a:lnTo>
                  <a:lnTo>
                    <a:pt x="1533457" y="736240"/>
                  </a:lnTo>
                  <a:lnTo>
                    <a:pt x="1534529" y="735762"/>
                  </a:lnTo>
                  <a:lnTo>
                    <a:pt x="1535601" y="735283"/>
                  </a:lnTo>
                  <a:lnTo>
                    <a:pt x="1536672" y="734802"/>
                  </a:lnTo>
                  <a:lnTo>
                    <a:pt x="1537744" y="734321"/>
                  </a:lnTo>
                  <a:lnTo>
                    <a:pt x="1538815" y="733838"/>
                  </a:lnTo>
                  <a:lnTo>
                    <a:pt x="1539887" y="733355"/>
                  </a:lnTo>
                  <a:lnTo>
                    <a:pt x="1540959" y="732870"/>
                  </a:lnTo>
                  <a:lnTo>
                    <a:pt x="1542030" y="732385"/>
                  </a:lnTo>
                  <a:lnTo>
                    <a:pt x="1543102" y="731898"/>
                  </a:lnTo>
                  <a:lnTo>
                    <a:pt x="1544173" y="731410"/>
                  </a:lnTo>
                  <a:lnTo>
                    <a:pt x="1545245" y="730921"/>
                  </a:lnTo>
                  <a:lnTo>
                    <a:pt x="1546317" y="730431"/>
                  </a:lnTo>
                  <a:lnTo>
                    <a:pt x="1547388" y="729940"/>
                  </a:lnTo>
                  <a:lnTo>
                    <a:pt x="1548460" y="729448"/>
                  </a:lnTo>
                  <a:lnTo>
                    <a:pt x="1549531" y="728955"/>
                  </a:lnTo>
                  <a:lnTo>
                    <a:pt x="1550603" y="728461"/>
                  </a:lnTo>
                  <a:lnTo>
                    <a:pt x="1551675" y="727966"/>
                  </a:lnTo>
                  <a:lnTo>
                    <a:pt x="1552746" y="727469"/>
                  </a:lnTo>
                  <a:lnTo>
                    <a:pt x="1553818" y="726972"/>
                  </a:lnTo>
                  <a:lnTo>
                    <a:pt x="1554889" y="726473"/>
                  </a:lnTo>
                  <a:lnTo>
                    <a:pt x="1555961" y="725973"/>
                  </a:lnTo>
                  <a:lnTo>
                    <a:pt x="1557033" y="725473"/>
                  </a:lnTo>
                  <a:lnTo>
                    <a:pt x="1558104" y="724971"/>
                  </a:lnTo>
                  <a:lnTo>
                    <a:pt x="1559176" y="724468"/>
                  </a:lnTo>
                  <a:lnTo>
                    <a:pt x="1560247" y="723964"/>
                  </a:lnTo>
                  <a:lnTo>
                    <a:pt x="1561319" y="723458"/>
                  </a:lnTo>
                  <a:lnTo>
                    <a:pt x="1562391" y="722952"/>
                  </a:lnTo>
                  <a:lnTo>
                    <a:pt x="1563462" y="722444"/>
                  </a:lnTo>
                  <a:lnTo>
                    <a:pt x="1564534" y="721936"/>
                  </a:lnTo>
                  <a:lnTo>
                    <a:pt x="1565605" y="721426"/>
                  </a:lnTo>
                  <a:lnTo>
                    <a:pt x="1566677" y="720915"/>
                  </a:lnTo>
                  <a:lnTo>
                    <a:pt x="1567749" y="720403"/>
                  </a:lnTo>
                  <a:lnTo>
                    <a:pt x="1568820" y="719890"/>
                  </a:lnTo>
                  <a:lnTo>
                    <a:pt x="1569892" y="719376"/>
                  </a:lnTo>
                  <a:lnTo>
                    <a:pt x="1570963" y="718861"/>
                  </a:lnTo>
                  <a:lnTo>
                    <a:pt x="1572035" y="718344"/>
                  </a:lnTo>
                  <a:lnTo>
                    <a:pt x="1573107" y="717827"/>
                  </a:lnTo>
                  <a:lnTo>
                    <a:pt x="1574178" y="717308"/>
                  </a:lnTo>
                  <a:lnTo>
                    <a:pt x="1575250" y="716788"/>
                  </a:lnTo>
                  <a:lnTo>
                    <a:pt x="1576321" y="716267"/>
                  </a:lnTo>
                  <a:lnTo>
                    <a:pt x="1577393" y="715745"/>
                  </a:lnTo>
                  <a:lnTo>
                    <a:pt x="1578465" y="715222"/>
                  </a:lnTo>
                  <a:lnTo>
                    <a:pt x="1579536" y="714698"/>
                  </a:lnTo>
                  <a:lnTo>
                    <a:pt x="1580608" y="714172"/>
                  </a:lnTo>
                  <a:lnTo>
                    <a:pt x="1581679" y="713646"/>
                  </a:lnTo>
                  <a:lnTo>
                    <a:pt x="1582751" y="713118"/>
                  </a:lnTo>
                  <a:lnTo>
                    <a:pt x="1583823" y="712589"/>
                  </a:lnTo>
                  <a:lnTo>
                    <a:pt x="1584894" y="712059"/>
                  </a:lnTo>
                  <a:lnTo>
                    <a:pt x="1585966" y="711528"/>
                  </a:lnTo>
                  <a:lnTo>
                    <a:pt x="1587037" y="710995"/>
                  </a:lnTo>
                  <a:lnTo>
                    <a:pt x="1588109" y="710462"/>
                  </a:lnTo>
                  <a:lnTo>
                    <a:pt x="1589181" y="709927"/>
                  </a:lnTo>
                  <a:lnTo>
                    <a:pt x="1590252" y="709392"/>
                  </a:lnTo>
                  <a:lnTo>
                    <a:pt x="1591324" y="708855"/>
                  </a:lnTo>
                  <a:lnTo>
                    <a:pt x="1592395" y="708317"/>
                  </a:lnTo>
                  <a:lnTo>
                    <a:pt x="1593467" y="707778"/>
                  </a:lnTo>
                  <a:lnTo>
                    <a:pt x="1594539" y="707238"/>
                  </a:lnTo>
                  <a:lnTo>
                    <a:pt x="1595610" y="706696"/>
                  </a:lnTo>
                  <a:lnTo>
                    <a:pt x="1596682" y="706154"/>
                  </a:lnTo>
                  <a:lnTo>
                    <a:pt x="1597753" y="705610"/>
                  </a:lnTo>
                  <a:lnTo>
                    <a:pt x="1598825" y="705065"/>
                  </a:lnTo>
                  <a:lnTo>
                    <a:pt x="1599896" y="704519"/>
                  </a:lnTo>
                  <a:lnTo>
                    <a:pt x="1600968" y="703972"/>
                  </a:lnTo>
                  <a:lnTo>
                    <a:pt x="1602040" y="703424"/>
                  </a:lnTo>
                  <a:lnTo>
                    <a:pt x="1603111" y="702875"/>
                  </a:lnTo>
                  <a:lnTo>
                    <a:pt x="1604183" y="702325"/>
                  </a:lnTo>
                  <a:lnTo>
                    <a:pt x="1605254" y="701773"/>
                  </a:lnTo>
                  <a:lnTo>
                    <a:pt x="1606326" y="701221"/>
                  </a:lnTo>
                  <a:lnTo>
                    <a:pt x="1607398" y="700667"/>
                  </a:lnTo>
                  <a:lnTo>
                    <a:pt x="1608469" y="700112"/>
                  </a:lnTo>
                  <a:lnTo>
                    <a:pt x="1609541" y="699556"/>
                  </a:lnTo>
                  <a:lnTo>
                    <a:pt x="1610612" y="698999"/>
                  </a:lnTo>
                  <a:lnTo>
                    <a:pt x="1611684" y="698441"/>
                  </a:lnTo>
                  <a:lnTo>
                    <a:pt x="1612756" y="697881"/>
                  </a:lnTo>
                  <a:lnTo>
                    <a:pt x="1613827" y="697321"/>
                  </a:lnTo>
                  <a:lnTo>
                    <a:pt x="1614899" y="696760"/>
                  </a:lnTo>
                  <a:lnTo>
                    <a:pt x="1615970" y="696182"/>
                  </a:lnTo>
                  <a:lnTo>
                    <a:pt x="1617042" y="695346"/>
                  </a:lnTo>
                  <a:lnTo>
                    <a:pt x="1618114" y="694510"/>
                  </a:lnTo>
                  <a:lnTo>
                    <a:pt x="1619185" y="693673"/>
                  </a:lnTo>
                  <a:lnTo>
                    <a:pt x="1620257" y="692835"/>
                  </a:lnTo>
                  <a:lnTo>
                    <a:pt x="1621328" y="691998"/>
                  </a:lnTo>
                  <a:lnTo>
                    <a:pt x="1622400" y="691160"/>
                  </a:lnTo>
                  <a:lnTo>
                    <a:pt x="1623472" y="690322"/>
                  </a:lnTo>
                  <a:lnTo>
                    <a:pt x="1624543" y="689483"/>
                  </a:lnTo>
                  <a:lnTo>
                    <a:pt x="1625615" y="688644"/>
                  </a:lnTo>
                  <a:lnTo>
                    <a:pt x="1626686" y="687804"/>
                  </a:lnTo>
                  <a:lnTo>
                    <a:pt x="1627758" y="686965"/>
                  </a:lnTo>
                  <a:lnTo>
                    <a:pt x="1628830" y="686124"/>
                  </a:lnTo>
                  <a:lnTo>
                    <a:pt x="1629901" y="685284"/>
                  </a:lnTo>
                  <a:lnTo>
                    <a:pt x="1630973" y="684443"/>
                  </a:lnTo>
                  <a:lnTo>
                    <a:pt x="1632044" y="683602"/>
                  </a:lnTo>
                  <a:lnTo>
                    <a:pt x="1633116" y="682760"/>
                  </a:lnTo>
                  <a:lnTo>
                    <a:pt x="1634188" y="681918"/>
                  </a:lnTo>
                  <a:lnTo>
                    <a:pt x="1635259" y="681075"/>
                  </a:lnTo>
                  <a:lnTo>
                    <a:pt x="1636331" y="680232"/>
                  </a:lnTo>
                  <a:lnTo>
                    <a:pt x="1637402" y="679388"/>
                  </a:lnTo>
                  <a:lnTo>
                    <a:pt x="1638474" y="678544"/>
                  </a:lnTo>
                  <a:lnTo>
                    <a:pt x="1639546" y="677700"/>
                  </a:lnTo>
                  <a:lnTo>
                    <a:pt x="1640617" y="676855"/>
                  </a:lnTo>
                  <a:lnTo>
                    <a:pt x="1641689" y="676010"/>
                  </a:lnTo>
                  <a:lnTo>
                    <a:pt x="1642760" y="675164"/>
                  </a:lnTo>
                  <a:lnTo>
                    <a:pt x="1643832" y="674318"/>
                  </a:lnTo>
                  <a:lnTo>
                    <a:pt x="1644904" y="673471"/>
                  </a:lnTo>
                  <a:lnTo>
                    <a:pt x="1645975" y="672624"/>
                  </a:lnTo>
                  <a:lnTo>
                    <a:pt x="1647047" y="671776"/>
                  </a:lnTo>
                  <a:lnTo>
                    <a:pt x="1648118" y="670928"/>
                  </a:lnTo>
                  <a:lnTo>
                    <a:pt x="1649190" y="670079"/>
                  </a:lnTo>
                  <a:lnTo>
                    <a:pt x="1650262" y="669230"/>
                  </a:lnTo>
                  <a:lnTo>
                    <a:pt x="1651333" y="668380"/>
                  </a:lnTo>
                  <a:lnTo>
                    <a:pt x="1652405" y="667530"/>
                  </a:lnTo>
                  <a:lnTo>
                    <a:pt x="1653476" y="666679"/>
                  </a:lnTo>
                  <a:lnTo>
                    <a:pt x="1654548" y="665828"/>
                  </a:lnTo>
                  <a:lnTo>
                    <a:pt x="1655620" y="664976"/>
                  </a:lnTo>
                  <a:lnTo>
                    <a:pt x="1656691" y="664124"/>
                  </a:lnTo>
                  <a:lnTo>
                    <a:pt x="1657763" y="663271"/>
                  </a:lnTo>
                  <a:lnTo>
                    <a:pt x="1658834" y="662417"/>
                  </a:lnTo>
                  <a:lnTo>
                    <a:pt x="1659906" y="661563"/>
                  </a:lnTo>
                  <a:lnTo>
                    <a:pt x="1660978" y="660708"/>
                  </a:lnTo>
                  <a:lnTo>
                    <a:pt x="1662049" y="659853"/>
                  </a:lnTo>
                  <a:lnTo>
                    <a:pt x="1663121" y="658997"/>
                  </a:lnTo>
                  <a:lnTo>
                    <a:pt x="1664192" y="658141"/>
                  </a:lnTo>
                  <a:lnTo>
                    <a:pt x="1665264" y="657284"/>
                  </a:lnTo>
                  <a:lnTo>
                    <a:pt x="1666336" y="656426"/>
                  </a:lnTo>
                  <a:lnTo>
                    <a:pt x="1667407" y="655568"/>
                  </a:lnTo>
                  <a:lnTo>
                    <a:pt x="1668479" y="654709"/>
                  </a:lnTo>
                  <a:lnTo>
                    <a:pt x="1669550" y="653850"/>
                  </a:lnTo>
                  <a:lnTo>
                    <a:pt x="1670622" y="652990"/>
                  </a:lnTo>
                  <a:lnTo>
                    <a:pt x="1671694" y="652129"/>
                  </a:lnTo>
                  <a:lnTo>
                    <a:pt x="1672765" y="651268"/>
                  </a:lnTo>
                  <a:lnTo>
                    <a:pt x="1673837" y="650406"/>
                  </a:lnTo>
                  <a:lnTo>
                    <a:pt x="1674908" y="649544"/>
                  </a:lnTo>
                  <a:lnTo>
                    <a:pt x="1675980" y="648680"/>
                  </a:lnTo>
                  <a:lnTo>
                    <a:pt x="1677052" y="647816"/>
                  </a:lnTo>
                  <a:lnTo>
                    <a:pt x="1678123" y="646952"/>
                  </a:lnTo>
                  <a:lnTo>
                    <a:pt x="1679195" y="646087"/>
                  </a:lnTo>
                  <a:lnTo>
                    <a:pt x="1680266" y="645221"/>
                  </a:lnTo>
                  <a:lnTo>
                    <a:pt x="1681338" y="644354"/>
                  </a:lnTo>
                  <a:lnTo>
                    <a:pt x="1682410" y="643487"/>
                  </a:lnTo>
                  <a:lnTo>
                    <a:pt x="1683481" y="642619"/>
                  </a:lnTo>
                  <a:lnTo>
                    <a:pt x="1684553" y="641751"/>
                  </a:lnTo>
                  <a:lnTo>
                    <a:pt x="1685624" y="640881"/>
                  </a:lnTo>
                  <a:lnTo>
                    <a:pt x="1686696" y="640011"/>
                  </a:lnTo>
                  <a:lnTo>
                    <a:pt x="1687768" y="639141"/>
                  </a:lnTo>
                  <a:lnTo>
                    <a:pt x="1688839" y="638269"/>
                  </a:lnTo>
                  <a:lnTo>
                    <a:pt x="1689911" y="637397"/>
                  </a:lnTo>
                  <a:lnTo>
                    <a:pt x="1690982" y="636524"/>
                  </a:lnTo>
                  <a:lnTo>
                    <a:pt x="1692054" y="635651"/>
                  </a:lnTo>
                  <a:lnTo>
                    <a:pt x="1693126" y="634776"/>
                  </a:lnTo>
                  <a:lnTo>
                    <a:pt x="1694197" y="633902"/>
                  </a:lnTo>
                  <a:lnTo>
                    <a:pt x="1695269" y="633026"/>
                  </a:lnTo>
                  <a:lnTo>
                    <a:pt x="1696340" y="632149"/>
                  </a:lnTo>
                  <a:lnTo>
                    <a:pt x="1697412" y="631272"/>
                  </a:lnTo>
                  <a:lnTo>
                    <a:pt x="1698484" y="630394"/>
                  </a:lnTo>
                  <a:lnTo>
                    <a:pt x="1699555" y="629515"/>
                  </a:lnTo>
                  <a:lnTo>
                    <a:pt x="1700627" y="628636"/>
                  </a:lnTo>
                  <a:lnTo>
                    <a:pt x="1701698" y="627756"/>
                  </a:lnTo>
                  <a:lnTo>
                    <a:pt x="1702770" y="626875"/>
                  </a:lnTo>
                  <a:lnTo>
                    <a:pt x="1703842" y="625993"/>
                  </a:lnTo>
                  <a:lnTo>
                    <a:pt x="1704913" y="625110"/>
                  </a:lnTo>
                  <a:lnTo>
                    <a:pt x="1705985" y="624227"/>
                  </a:lnTo>
                  <a:lnTo>
                    <a:pt x="1707056" y="623343"/>
                  </a:lnTo>
                  <a:lnTo>
                    <a:pt x="1708128" y="622458"/>
                  </a:lnTo>
                  <a:lnTo>
                    <a:pt x="1709200" y="621573"/>
                  </a:lnTo>
                  <a:lnTo>
                    <a:pt x="1710271" y="620686"/>
                  </a:lnTo>
                  <a:lnTo>
                    <a:pt x="1711343" y="619799"/>
                  </a:lnTo>
                  <a:lnTo>
                    <a:pt x="1712414" y="618911"/>
                  </a:lnTo>
                  <a:lnTo>
                    <a:pt x="1713486" y="618022"/>
                  </a:lnTo>
                  <a:lnTo>
                    <a:pt x="1714558" y="617133"/>
                  </a:lnTo>
                  <a:lnTo>
                    <a:pt x="1715629" y="616242"/>
                  </a:lnTo>
                  <a:lnTo>
                    <a:pt x="1716701" y="615351"/>
                  </a:lnTo>
                  <a:lnTo>
                    <a:pt x="1717772" y="614459"/>
                  </a:lnTo>
                  <a:lnTo>
                    <a:pt x="1718844" y="613566"/>
                  </a:lnTo>
                  <a:lnTo>
                    <a:pt x="1719916" y="612672"/>
                  </a:lnTo>
                  <a:lnTo>
                    <a:pt x="1720987" y="611778"/>
                  </a:lnTo>
                  <a:lnTo>
                    <a:pt x="1722059" y="610883"/>
                  </a:lnTo>
                  <a:lnTo>
                    <a:pt x="1723130" y="609986"/>
                  </a:lnTo>
                  <a:lnTo>
                    <a:pt x="1724202" y="609089"/>
                  </a:lnTo>
                  <a:lnTo>
                    <a:pt x="1725274" y="608192"/>
                  </a:lnTo>
                  <a:lnTo>
                    <a:pt x="1726345" y="607293"/>
                  </a:lnTo>
                  <a:lnTo>
                    <a:pt x="1727417" y="606394"/>
                  </a:lnTo>
                  <a:lnTo>
                    <a:pt x="1728488" y="605493"/>
                  </a:lnTo>
                  <a:lnTo>
                    <a:pt x="1729560" y="604592"/>
                  </a:lnTo>
                  <a:lnTo>
                    <a:pt x="1730632" y="603690"/>
                  </a:lnTo>
                  <a:lnTo>
                    <a:pt x="1731703" y="602787"/>
                  </a:lnTo>
                  <a:lnTo>
                    <a:pt x="1732775" y="601884"/>
                  </a:lnTo>
                  <a:lnTo>
                    <a:pt x="1733846" y="600979"/>
                  </a:lnTo>
                  <a:lnTo>
                    <a:pt x="1734918" y="600074"/>
                  </a:lnTo>
                  <a:lnTo>
                    <a:pt x="1735990" y="599168"/>
                  </a:lnTo>
                  <a:lnTo>
                    <a:pt x="1737061" y="598261"/>
                  </a:lnTo>
                  <a:lnTo>
                    <a:pt x="1738133" y="597353"/>
                  </a:lnTo>
                  <a:lnTo>
                    <a:pt x="1739204" y="596444"/>
                  </a:lnTo>
                  <a:lnTo>
                    <a:pt x="1740276" y="595534"/>
                  </a:lnTo>
                  <a:lnTo>
                    <a:pt x="1741348" y="594624"/>
                  </a:lnTo>
                  <a:lnTo>
                    <a:pt x="1742419" y="593713"/>
                  </a:lnTo>
                  <a:lnTo>
                    <a:pt x="1743491" y="592800"/>
                  </a:lnTo>
                  <a:lnTo>
                    <a:pt x="1744562" y="591887"/>
                  </a:lnTo>
                  <a:lnTo>
                    <a:pt x="1745634" y="590974"/>
                  </a:lnTo>
                  <a:lnTo>
                    <a:pt x="1746706" y="590059"/>
                  </a:lnTo>
                  <a:lnTo>
                    <a:pt x="1747777" y="589143"/>
                  </a:lnTo>
                  <a:lnTo>
                    <a:pt x="1748849" y="588227"/>
                  </a:lnTo>
                  <a:lnTo>
                    <a:pt x="1749920" y="587309"/>
                  </a:lnTo>
                  <a:lnTo>
                    <a:pt x="1750992" y="586391"/>
                  </a:lnTo>
                  <a:lnTo>
                    <a:pt x="1752064" y="585472"/>
                  </a:lnTo>
                  <a:lnTo>
                    <a:pt x="1753135" y="584552"/>
                  </a:lnTo>
                  <a:lnTo>
                    <a:pt x="1754207" y="583631"/>
                  </a:lnTo>
                  <a:lnTo>
                    <a:pt x="1755278" y="582710"/>
                  </a:lnTo>
                  <a:lnTo>
                    <a:pt x="1756350" y="581787"/>
                  </a:lnTo>
                  <a:lnTo>
                    <a:pt x="1757422" y="580864"/>
                  </a:lnTo>
                  <a:lnTo>
                    <a:pt x="1758493" y="579939"/>
                  </a:lnTo>
                  <a:lnTo>
                    <a:pt x="1759565" y="579014"/>
                  </a:lnTo>
                  <a:lnTo>
                    <a:pt x="1760636" y="578088"/>
                  </a:lnTo>
                  <a:lnTo>
                    <a:pt x="1761708" y="577161"/>
                  </a:lnTo>
                  <a:lnTo>
                    <a:pt x="1762780" y="576234"/>
                  </a:lnTo>
                  <a:lnTo>
                    <a:pt x="1763851" y="575305"/>
                  </a:lnTo>
                  <a:lnTo>
                    <a:pt x="1764923" y="574375"/>
                  </a:lnTo>
                  <a:lnTo>
                    <a:pt x="1765994" y="573445"/>
                  </a:lnTo>
                  <a:lnTo>
                    <a:pt x="1767066" y="572514"/>
                  </a:lnTo>
                  <a:lnTo>
                    <a:pt x="1768138" y="571582"/>
                  </a:lnTo>
                  <a:lnTo>
                    <a:pt x="1769209" y="570649"/>
                  </a:lnTo>
                  <a:lnTo>
                    <a:pt x="1770281" y="569715"/>
                  </a:lnTo>
                  <a:lnTo>
                    <a:pt x="1771352" y="568780"/>
                  </a:lnTo>
                  <a:lnTo>
                    <a:pt x="1772424" y="567845"/>
                  </a:lnTo>
                  <a:lnTo>
                    <a:pt x="1773496" y="566909"/>
                  </a:lnTo>
                  <a:lnTo>
                    <a:pt x="1774567" y="565971"/>
                  </a:lnTo>
                  <a:lnTo>
                    <a:pt x="1775639" y="565033"/>
                  </a:lnTo>
                  <a:lnTo>
                    <a:pt x="1776710" y="564094"/>
                  </a:lnTo>
                  <a:lnTo>
                    <a:pt x="1777782" y="563154"/>
                  </a:lnTo>
                  <a:lnTo>
                    <a:pt x="1778853" y="562214"/>
                  </a:lnTo>
                  <a:lnTo>
                    <a:pt x="1779925" y="561272"/>
                  </a:lnTo>
                  <a:lnTo>
                    <a:pt x="1780997" y="560330"/>
                  </a:lnTo>
                  <a:lnTo>
                    <a:pt x="1782068" y="559387"/>
                  </a:lnTo>
                  <a:lnTo>
                    <a:pt x="1783140" y="558443"/>
                  </a:lnTo>
                  <a:lnTo>
                    <a:pt x="1784211" y="557498"/>
                  </a:lnTo>
                  <a:lnTo>
                    <a:pt x="1785283" y="556552"/>
                  </a:lnTo>
                  <a:lnTo>
                    <a:pt x="1786355" y="555605"/>
                  </a:lnTo>
                  <a:lnTo>
                    <a:pt x="1787426" y="554658"/>
                  </a:lnTo>
                  <a:lnTo>
                    <a:pt x="1788498" y="553710"/>
                  </a:lnTo>
                  <a:lnTo>
                    <a:pt x="1789569" y="552760"/>
                  </a:lnTo>
                  <a:lnTo>
                    <a:pt x="1790641" y="551810"/>
                  </a:lnTo>
                  <a:lnTo>
                    <a:pt x="1791713" y="550860"/>
                  </a:lnTo>
                  <a:lnTo>
                    <a:pt x="1792784" y="549908"/>
                  </a:lnTo>
                  <a:lnTo>
                    <a:pt x="1793856" y="548956"/>
                  </a:lnTo>
                  <a:lnTo>
                    <a:pt x="1794927" y="548002"/>
                  </a:lnTo>
                  <a:lnTo>
                    <a:pt x="1795999" y="547048"/>
                  </a:lnTo>
                  <a:lnTo>
                    <a:pt x="1797071" y="546093"/>
                  </a:lnTo>
                  <a:lnTo>
                    <a:pt x="1798142" y="545137"/>
                  </a:lnTo>
                  <a:lnTo>
                    <a:pt x="1799214" y="544181"/>
                  </a:lnTo>
                  <a:lnTo>
                    <a:pt x="1800285" y="543223"/>
                  </a:lnTo>
                  <a:lnTo>
                    <a:pt x="1801357" y="542265"/>
                  </a:lnTo>
                  <a:lnTo>
                    <a:pt x="1802429" y="541306"/>
                  </a:lnTo>
                  <a:lnTo>
                    <a:pt x="1803500" y="540346"/>
                  </a:lnTo>
                  <a:lnTo>
                    <a:pt x="1804572" y="539386"/>
                  </a:lnTo>
                  <a:lnTo>
                    <a:pt x="1805643" y="538424"/>
                  </a:lnTo>
                  <a:lnTo>
                    <a:pt x="1806715" y="537462"/>
                  </a:lnTo>
                  <a:lnTo>
                    <a:pt x="1807787" y="536499"/>
                  </a:lnTo>
                  <a:lnTo>
                    <a:pt x="1808858" y="535535"/>
                  </a:lnTo>
                  <a:lnTo>
                    <a:pt x="1809930" y="534571"/>
                  </a:lnTo>
                  <a:lnTo>
                    <a:pt x="1811001" y="533605"/>
                  </a:lnTo>
                  <a:lnTo>
                    <a:pt x="1812073" y="532639"/>
                  </a:lnTo>
                  <a:lnTo>
                    <a:pt x="1813145" y="531672"/>
                  </a:lnTo>
                  <a:lnTo>
                    <a:pt x="1814216" y="530705"/>
                  </a:lnTo>
                  <a:lnTo>
                    <a:pt x="1815288" y="529736"/>
                  </a:lnTo>
                  <a:lnTo>
                    <a:pt x="1816359" y="528767"/>
                  </a:lnTo>
                  <a:lnTo>
                    <a:pt x="1817431" y="527797"/>
                  </a:lnTo>
                  <a:lnTo>
                    <a:pt x="1818503" y="526826"/>
                  </a:lnTo>
                  <a:lnTo>
                    <a:pt x="1819574" y="525854"/>
                  </a:lnTo>
                  <a:lnTo>
                    <a:pt x="1820646" y="524882"/>
                  </a:lnTo>
                  <a:lnTo>
                    <a:pt x="1821717" y="523909"/>
                  </a:lnTo>
                  <a:lnTo>
                    <a:pt x="1822789" y="522935"/>
                  </a:lnTo>
                  <a:lnTo>
                    <a:pt x="1823861" y="521961"/>
                  </a:lnTo>
                  <a:lnTo>
                    <a:pt x="1824932" y="520985"/>
                  </a:lnTo>
                  <a:lnTo>
                    <a:pt x="1826004" y="520009"/>
                  </a:lnTo>
                  <a:lnTo>
                    <a:pt x="1827075" y="519033"/>
                  </a:lnTo>
                  <a:lnTo>
                    <a:pt x="1828147" y="518055"/>
                  </a:lnTo>
                  <a:lnTo>
                    <a:pt x="1829219" y="517077"/>
                  </a:lnTo>
                  <a:lnTo>
                    <a:pt x="1830290" y="516098"/>
                  </a:lnTo>
                  <a:lnTo>
                    <a:pt x="1831362" y="515119"/>
                  </a:lnTo>
                  <a:lnTo>
                    <a:pt x="1832433" y="514138"/>
                  </a:lnTo>
                  <a:lnTo>
                    <a:pt x="1833505" y="513157"/>
                  </a:lnTo>
                  <a:lnTo>
                    <a:pt x="1834577" y="512176"/>
                  </a:lnTo>
                  <a:lnTo>
                    <a:pt x="1835648" y="511193"/>
                  </a:lnTo>
                  <a:lnTo>
                    <a:pt x="1836720" y="510210"/>
                  </a:lnTo>
                  <a:lnTo>
                    <a:pt x="1837791" y="509226"/>
                  </a:lnTo>
                  <a:lnTo>
                    <a:pt x="1838863" y="508242"/>
                  </a:lnTo>
                  <a:lnTo>
                    <a:pt x="1839935" y="507257"/>
                  </a:lnTo>
                  <a:lnTo>
                    <a:pt x="1841006" y="506271"/>
                  </a:lnTo>
                  <a:lnTo>
                    <a:pt x="1842078" y="505284"/>
                  </a:lnTo>
                  <a:lnTo>
                    <a:pt x="1843149" y="504297"/>
                  </a:lnTo>
                  <a:lnTo>
                    <a:pt x="1844221" y="503309"/>
                  </a:lnTo>
                  <a:lnTo>
                    <a:pt x="1845293" y="502321"/>
                  </a:lnTo>
                  <a:lnTo>
                    <a:pt x="1846364" y="501332"/>
                  </a:lnTo>
                  <a:lnTo>
                    <a:pt x="1847436" y="500342"/>
                  </a:lnTo>
                  <a:lnTo>
                    <a:pt x="1848507" y="499352"/>
                  </a:lnTo>
                  <a:lnTo>
                    <a:pt x="1849579" y="498360"/>
                  </a:lnTo>
                  <a:lnTo>
                    <a:pt x="1850651" y="497369"/>
                  </a:lnTo>
                  <a:lnTo>
                    <a:pt x="1851722" y="496377"/>
                  </a:lnTo>
                  <a:lnTo>
                    <a:pt x="1852794" y="495384"/>
                  </a:lnTo>
                  <a:lnTo>
                    <a:pt x="1853865" y="494390"/>
                  </a:lnTo>
                  <a:lnTo>
                    <a:pt x="1854937" y="493396"/>
                  </a:lnTo>
                  <a:lnTo>
                    <a:pt x="1856009" y="492401"/>
                  </a:lnTo>
                  <a:lnTo>
                    <a:pt x="1857080" y="491406"/>
                  </a:lnTo>
                  <a:lnTo>
                    <a:pt x="1858152" y="490410"/>
                  </a:lnTo>
                  <a:lnTo>
                    <a:pt x="1859223" y="489414"/>
                  </a:lnTo>
                  <a:lnTo>
                    <a:pt x="1860295" y="488417"/>
                  </a:lnTo>
                  <a:lnTo>
                    <a:pt x="1861367" y="487419"/>
                  </a:lnTo>
                  <a:lnTo>
                    <a:pt x="1862438" y="486421"/>
                  </a:lnTo>
                  <a:lnTo>
                    <a:pt x="1863510" y="485422"/>
                  </a:lnTo>
                  <a:lnTo>
                    <a:pt x="1864581" y="484423"/>
                  </a:lnTo>
                  <a:lnTo>
                    <a:pt x="1865653" y="483423"/>
                  </a:lnTo>
                  <a:lnTo>
                    <a:pt x="1866725" y="482422"/>
                  </a:lnTo>
                  <a:lnTo>
                    <a:pt x="1867796" y="481421"/>
                  </a:lnTo>
                  <a:lnTo>
                    <a:pt x="1868868" y="480420"/>
                  </a:lnTo>
                  <a:lnTo>
                    <a:pt x="1869939" y="479418"/>
                  </a:lnTo>
                  <a:lnTo>
                    <a:pt x="1871011" y="478415"/>
                  </a:lnTo>
                  <a:lnTo>
                    <a:pt x="1872083" y="477412"/>
                  </a:lnTo>
                  <a:lnTo>
                    <a:pt x="1873154" y="476409"/>
                  </a:lnTo>
                  <a:lnTo>
                    <a:pt x="1874226" y="475405"/>
                  </a:lnTo>
                  <a:lnTo>
                    <a:pt x="1875297" y="474400"/>
                  </a:lnTo>
                  <a:lnTo>
                    <a:pt x="1876369" y="473395"/>
                  </a:lnTo>
                  <a:lnTo>
                    <a:pt x="1877441" y="472390"/>
                  </a:lnTo>
                  <a:lnTo>
                    <a:pt x="1878512" y="471384"/>
                  </a:lnTo>
                  <a:lnTo>
                    <a:pt x="1879584" y="470377"/>
                  </a:lnTo>
                  <a:lnTo>
                    <a:pt x="1880655" y="469370"/>
                  </a:lnTo>
                  <a:lnTo>
                    <a:pt x="1881727" y="468363"/>
                  </a:lnTo>
                  <a:lnTo>
                    <a:pt x="1882799" y="467355"/>
                  </a:lnTo>
                  <a:lnTo>
                    <a:pt x="1883870" y="466347"/>
                  </a:lnTo>
                  <a:lnTo>
                    <a:pt x="1884942" y="465338"/>
                  </a:lnTo>
                  <a:lnTo>
                    <a:pt x="1886013" y="464329"/>
                  </a:lnTo>
                  <a:lnTo>
                    <a:pt x="1887085" y="463319"/>
                  </a:lnTo>
                  <a:lnTo>
                    <a:pt x="1888157" y="462309"/>
                  </a:lnTo>
                  <a:lnTo>
                    <a:pt x="1889228" y="461299"/>
                  </a:lnTo>
                  <a:lnTo>
                    <a:pt x="1890300" y="460288"/>
                  </a:lnTo>
                  <a:lnTo>
                    <a:pt x="1891371" y="459277"/>
                  </a:lnTo>
                  <a:lnTo>
                    <a:pt x="1892443" y="458265"/>
                  </a:lnTo>
                  <a:lnTo>
                    <a:pt x="1893515" y="457253"/>
                  </a:lnTo>
                  <a:lnTo>
                    <a:pt x="1894586" y="456241"/>
                  </a:lnTo>
                  <a:lnTo>
                    <a:pt x="1895658" y="455228"/>
                  </a:lnTo>
                  <a:lnTo>
                    <a:pt x="1896729" y="454215"/>
                  </a:lnTo>
                  <a:lnTo>
                    <a:pt x="1897801" y="453201"/>
                  </a:lnTo>
                  <a:lnTo>
                    <a:pt x="1898873" y="452187"/>
                  </a:lnTo>
                  <a:lnTo>
                    <a:pt x="1899944" y="451173"/>
                  </a:lnTo>
                  <a:lnTo>
                    <a:pt x="1901016" y="450159"/>
                  </a:lnTo>
                  <a:lnTo>
                    <a:pt x="1902087" y="449144"/>
                  </a:lnTo>
                  <a:lnTo>
                    <a:pt x="1903159" y="448129"/>
                  </a:lnTo>
                  <a:lnTo>
                    <a:pt x="1904231" y="447113"/>
                  </a:lnTo>
                  <a:lnTo>
                    <a:pt x="1905302" y="446097"/>
                  </a:lnTo>
                  <a:lnTo>
                    <a:pt x="1906374" y="445081"/>
                  </a:lnTo>
                  <a:lnTo>
                    <a:pt x="1907445" y="444065"/>
                  </a:lnTo>
                  <a:lnTo>
                    <a:pt x="1908517" y="443048"/>
                  </a:lnTo>
                  <a:lnTo>
                    <a:pt x="1909589" y="442031"/>
                  </a:lnTo>
                  <a:lnTo>
                    <a:pt x="1910660" y="441014"/>
                  </a:lnTo>
                  <a:lnTo>
                    <a:pt x="1911732" y="439997"/>
                  </a:lnTo>
                  <a:lnTo>
                    <a:pt x="1912803" y="438979"/>
                  </a:lnTo>
                  <a:lnTo>
                    <a:pt x="1913875" y="437961"/>
                  </a:lnTo>
                  <a:lnTo>
                    <a:pt x="1914947" y="436943"/>
                  </a:lnTo>
                  <a:lnTo>
                    <a:pt x="1916018" y="435924"/>
                  </a:lnTo>
                  <a:lnTo>
                    <a:pt x="1917090" y="434906"/>
                  </a:lnTo>
                  <a:lnTo>
                    <a:pt x="1918161" y="433887"/>
                  </a:lnTo>
                  <a:lnTo>
                    <a:pt x="1919233" y="432868"/>
                  </a:lnTo>
                  <a:lnTo>
                    <a:pt x="1920305" y="431848"/>
                  </a:lnTo>
                  <a:lnTo>
                    <a:pt x="1921376" y="430829"/>
                  </a:lnTo>
                  <a:lnTo>
                    <a:pt x="1922448" y="429809"/>
                  </a:lnTo>
                  <a:lnTo>
                    <a:pt x="1923519" y="428789"/>
                  </a:lnTo>
                  <a:lnTo>
                    <a:pt x="1924591" y="427769"/>
                  </a:lnTo>
                  <a:lnTo>
                    <a:pt x="1925663" y="426749"/>
                  </a:lnTo>
                  <a:lnTo>
                    <a:pt x="1926734" y="425729"/>
                  </a:lnTo>
                  <a:lnTo>
                    <a:pt x="1927806" y="424708"/>
                  </a:lnTo>
                  <a:lnTo>
                    <a:pt x="1928877" y="423688"/>
                  </a:lnTo>
                  <a:lnTo>
                    <a:pt x="1929949" y="422667"/>
                  </a:lnTo>
                  <a:lnTo>
                    <a:pt x="1931021" y="421646"/>
                  </a:lnTo>
                  <a:lnTo>
                    <a:pt x="1932092" y="420625"/>
                  </a:lnTo>
                  <a:lnTo>
                    <a:pt x="1933164" y="419604"/>
                  </a:lnTo>
                  <a:lnTo>
                    <a:pt x="1934235" y="418583"/>
                  </a:lnTo>
                  <a:lnTo>
                    <a:pt x="1935307" y="417561"/>
                  </a:lnTo>
                  <a:lnTo>
                    <a:pt x="1936379" y="416540"/>
                  </a:lnTo>
                  <a:lnTo>
                    <a:pt x="1937450" y="415518"/>
                  </a:lnTo>
                  <a:lnTo>
                    <a:pt x="1938522" y="414497"/>
                  </a:lnTo>
                  <a:lnTo>
                    <a:pt x="1939593" y="413475"/>
                  </a:lnTo>
                  <a:lnTo>
                    <a:pt x="1940665" y="412454"/>
                  </a:lnTo>
                  <a:lnTo>
                    <a:pt x="1941737" y="411432"/>
                  </a:lnTo>
                  <a:lnTo>
                    <a:pt x="1942808" y="410410"/>
                  </a:lnTo>
                  <a:lnTo>
                    <a:pt x="1943880" y="409388"/>
                  </a:lnTo>
                  <a:lnTo>
                    <a:pt x="1944951" y="408367"/>
                  </a:lnTo>
                  <a:lnTo>
                    <a:pt x="1946023" y="407345"/>
                  </a:lnTo>
                  <a:lnTo>
                    <a:pt x="1947095" y="406323"/>
                  </a:lnTo>
                  <a:lnTo>
                    <a:pt x="1948166" y="405301"/>
                  </a:lnTo>
                  <a:lnTo>
                    <a:pt x="1949238" y="404279"/>
                  </a:lnTo>
                  <a:lnTo>
                    <a:pt x="1950309" y="403258"/>
                  </a:lnTo>
                  <a:lnTo>
                    <a:pt x="1951381" y="402236"/>
                  </a:lnTo>
                  <a:lnTo>
                    <a:pt x="1952453" y="401214"/>
                  </a:lnTo>
                  <a:lnTo>
                    <a:pt x="1953524" y="400193"/>
                  </a:lnTo>
                  <a:lnTo>
                    <a:pt x="1954596" y="399171"/>
                  </a:lnTo>
                  <a:lnTo>
                    <a:pt x="1955667" y="398150"/>
                  </a:lnTo>
                  <a:lnTo>
                    <a:pt x="1956739" y="397128"/>
                  </a:lnTo>
                  <a:lnTo>
                    <a:pt x="1957810" y="396107"/>
                  </a:lnTo>
                  <a:lnTo>
                    <a:pt x="1958882" y="395086"/>
                  </a:lnTo>
                  <a:lnTo>
                    <a:pt x="1959954" y="394065"/>
                  </a:lnTo>
                  <a:lnTo>
                    <a:pt x="1961025" y="393044"/>
                  </a:lnTo>
                  <a:lnTo>
                    <a:pt x="1962097" y="392023"/>
                  </a:lnTo>
                  <a:lnTo>
                    <a:pt x="1963168" y="391002"/>
                  </a:lnTo>
                  <a:lnTo>
                    <a:pt x="1964240" y="389981"/>
                  </a:lnTo>
                  <a:lnTo>
                    <a:pt x="1965312" y="388961"/>
                  </a:lnTo>
                  <a:lnTo>
                    <a:pt x="1966383" y="387941"/>
                  </a:lnTo>
                  <a:lnTo>
                    <a:pt x="1967455" y="386921"/>
                  </a:lnTo>
                  <a:lnTo>
                    <a:pt x="1968526" y="385901"/>
                  </a:lnTo>
                  <a:lnTo>
                    <a:pt x="1969598" y="384881"/>
                  </a:lnTo>
                  <a:lnTo>
                    <a:pt x="1970670" y="383861"/>
                  </a:lnTo>
                  <a:lnTo>
                    <a:pt x="1971741" y="382842"/>
                  </a:lnTo>
                  <a:lnTo>
                    <a:pt x="1972813" y="381823"/>
                  </a:lnTo>
                  <a:lnTo>
                    <a:pt x="1973884" y="380804"/>
                  </a:lnTo>
                  <a:lnTo>
                    <a:pt x="1974956" y="379785"/>
                  </a:lnTo>
                  <a:lnTo>
                    <a:pt x="1976028" y="378766"/>
                  </a:lnTo>
                  <a:lnTo>
                    <a:pt x="1977099" y="377748"/>
                  </a:lnTo>
                  <a:lnTo>
                    <a:pt x="1978171" y="376730"/>
                  </a:lnTo>
                  <a:lnTo>
                    <a:pt x="1979242" y="375713"/>
                  </a:lnTo>
                  <a:lnTo>
                    <a:pt x="1980314" y="374695"/>
                  </a:lnTo>
                  <a:lnTo>
                    <a:pt x="1981386" y="373678"/>
                  </a:lnTo>
                  <a:lnTo>
                    <a:pt x="1982457" y="372661"/>
                  </a:lnTo>
                  <a:lnTo>
                    <a:pt x="1983529" y="371645"/>
                  </a:lnTo>
                  <a:lnTo>
                    <a:pt x="1984600" y="370628"/>
                  </a:lnTo>
                  <a:lnTo>
                    <a:pt x="1985672" y="369612"/>
                  </a:lnTo>
                  <a:lnTo>
                    <a:pt x="1986744" y="368597"/>
                  </a:lnTo>
                  <a:lnTo>
                    <a:pt x="1987815" y="367582"/>
                  </a:lnTo>
                  <a:lnTo>
                    <a:pt x="1988887" y="366567"/>
                  </a:lnTo>
                  <a:lnTo>
                    <a:pt x="1989958" y="365552"/>
                  </a:lnTo>
                  <a:lnTo>
                    <a:pt x="1991030" y="364538"/>
                  </a:lnTo>
                  <a:lnTo>
                    <a:pt x="1992102" y="363524"/>
                  </a:lnTo>
                  <a:lnTo>
                    <a:pt x="1993173" y="362511"/>
                  </a:lnTo>
                  <a:lnTo>
                    <a:pt x="1994245" y="361498"/>
                  </a:lnTo>
                  <a:lnTo>
                    <a:pt x="1995316" y="360485"/>
                  </a:lnTo>
                  <a:lnTo>
                    <a:pt x="1996388" y="359473"/>
                  </a:lnTo>
                  <a:lnTo>
                    <a:pt x="1997460" y="358461"/>
                  </a:lnTo>
                  <a:lnTo>
                    <a:pt x="1998531" y="357450"/>
                  </a:lnTo>
                  <a:lnTo>
                    <a:pt x="1999603" y="356439"/>
                  </a:lnTo>
                  <a:lnTo>
                    <a:pt x="2000674" y="355429"/>
                  </a:lnTo>
                  <a:lnTo>
                    <a:pt x="2001746" y="354419"/>
                  </a:lnTo>
                  <a:lnTo>
                    <a:pt x="2002818" y="353409"/>
                  </a:lnTo>
                  <a:lnTo>
                    <a:pt x="2003889" y="352400"/>
                  </a:lnTo>
                  <a:lnTo>
                    <a:pt x="2004961" y="351392"/>
                  </a:lnTo>
                  <a:lnTo>
                    <a:pt x="2006032" y="350384"/>
                  </a:lnTo>
                  <a:lnTo>
                    <a:pt x="2007104" y="349376"/>
                  </a:lnTo>
                  <a:lnTo>
                    <a:pt x="2008176" y="348369"/>
                  </a:lnTo>
                  <a:lnTo>
                    <a:pt x="2009247" y="347363"/>
                  </a:lnTo>
                  <a:lnTo>
                    <a:pt x="2010319" y="346357"/>
                  </a:lnTo>
                  <a:lnTo>
                    <a:pt x="2011390" y="345352"/>
                  </a:lnTo>
                  <a:lnTo>
                    <a:pt x="2012462" y="344347"/>
                  </a:lnTo>
                  <a:lnTo>
                    <a:pt x="2013534" y="343343"/>
                  </a:lnTo>
                  <a:lnTo>
                    <a:pt x="2014605" y="342340"/>
                  </a:lnTo>
                  <a:lnTo>
                    <a:pt x="2015677" y="341337"/>
                  </a:lnTo>
                  <a:lnTo>
                    <a:pt x="2016748" y="340334"/>
                  </a:lnTo>
                  <a:lnTo>
                    <a:pt x="2017820" y="339333"/>
                  </a:lnTo>
                  <a:lnTo>
                    <a:pt x="2018892" y="338331"/>
                  </a:lnTo>
                  <a:lnTo>
                    <a:pt x="2019963" y="337331"/>
                  </a:lnTo>
                  <a:lnTo>
                    <a:pt x="2021035" y="336331"/>
                  </a:lnTo>
                  <a:lnTo>
                    <a:pt x="2022106" y="335332"/>
                  </a:lnTo>
                  <a:lnTo>
                    <a:pt x="2023178" y="334333"/>
                  </a:lnTo>
                  <a:lnTo>
                    <a:pt x="2024250" y="333336"/>
                  </a:lnTo>
                  <a:lnTo>
                    <a:pt x="2025321" y="332339"/>
                  </a:lnTo>
                  <a:lnTo>
                    <a:pt x="2026393" y="331342"/>
                  </a:lnTo>
                  <a:lnTo>
                    <a:pt x="2027464" y="330346"/>
                  </a:lnTo>
                  <a:lnTo>
                    <a:pt x="2028536" y="329351"/>
                  </a:lnTo>
                  <a:lnTo>
                    <a:pt x="2029608" y="328357"/>
                  </a:lnTo>
                  <a:lnTo>
                    <a:pt x="2030679" y="327364"/>
                  </a:lnTo>
                  <a:lnTo>
                    <a:pt x="2031751" y="326371"/>
                  </a:lnTo>
                  <a:lnTo>
                    <a:pt x="2032822" y="325379"/>
                  </a:lnTo>
                  <a:lnTo>
                    <a:pt x="2033894" y="324388"/>
                  </a:lnTo>
                  <a:lnTo>
                    <a:pt x="2034966" y="323397"/>
                  </a:lnTo>
                  <a:lnTo>
                    <a:pt x="2036037" y="322407"/>
                  </a:lnTo>
                  <a:lnTo>
                    <a:pt x="2037109" y="321419"/>
                  </a:lnTo>
                  <a:lnTo>
                    <a:pt x="2038180" y="320431"/>
                  </a:lnTo>
                  <a:lnTo>
                    <a:pt x="2039252" y="319443"/>
                  </a:lnTo>
                  <a:lnTo>
                    <a:pt x="2040324" y="318457"/>
                  </a:lnTo>
                  <a:lnTo>
                    <a:pt x="2041395" y="317471"/>
                  </a:lnTo>
                  <a:lnTo>
                    <a:pt x="2042467" y="316487"/>
                  </a:lnTo>
                  <a:lnTo>
                    <a:pt x="2043538" y="315503"/>
                  </a:lnTo>
                  <a:lnTo>
                    <a:pt x="2044610" y="314520"/>
                  </a:lnTo>
                  <a:lnTo>
                    <a:pt x="2045682" y="313538"/>
                  </a:lnTo>
                  <a:lnTo>
                    <a:pt x="2046753" y="312557"/>
                  </a:lnTo>
                  <a:lnTo>
                    <a:pt x="2047825" y="311576"/>
                  </a:lnTo>
                  <a:lnTo>
                    <a:pt x="2048896" y="310597"/>
                  </a:lnTo>
                  <a:lnTo>
                    <a:pt x="2049968" y="309619"/>
                  </a:lnTo>
                  <a:lnTo>
                    <a:pt x="2051040" y="308641"/>
                  </a:lnTo>
                  <a:lnTo>
                    <a:pt x="2052111" y="307665"/>
                  </a:lnTo>
                  <a:lnTo>
                    <a:pt x="2053183" y="306689"/>
                  </a:lnTo>
                  <a:lnTo>
                    <a:pt x="2054254" y="305715"/>
                  </a:lnTo>
                  <a:lnTo>
                    <a:pt x="2055326" y="304741"/>
                  </a:lnTo>
                  <a:lnTo>
                    <a:pt x="2056398" y="303769"/>
                  </a:lnTo>
                  <a:lnTo>
                    <a:pt x="2057469" y="302797"/>
                  </a:lnTo>
                  <a:lnTo>
                    <a:pt x="2058541" y="301826"/>
                  </a:lnTo>
                  <a:lnTo>
                    <a:pt x="2059612" y="300857"/>
                  </a:lnTo>
                  <a:lnTo>
                    <a:pt x="2060684" y="299889"/>
                  </a:lnTo>
                  <a:lnTo>
                    <a:pt x="2061756" y="298921"/>
                  </a:lnTo>
                  <a:lnTo>
                    <a:pt x="2062827" y="297955"/>
                  </a:lnTo>
                  <a:lnTo>
                    <a:pt x="2063899" y="296989"/>
                  </a:lnTo>
                  <a:lnTo>
                    <a:pt x="2064970" y="296025"/>
                  </a:lnTo>
                  <a:lnTo>
                    <a:pt x="2066042" y="295062"/>
                  </a:lnTo>
                  <a:lnTo>
                    <a:pt x="2067114" y="294100"/>
                  </a:lnTo>
                  <a:lnTo>
                    <a:pt x="2068185" y="293139"/>
                  </a:lnTo>
                  <a:lnTo>
                    <a:pt x="2069257" y="292179"/>
                  </a:lnTo>
                  <a:lnTo>
                    <a:pt x="2070328" y="291221"/>
                  </a:lnTo>
                  <a:lnTo>
                    <a:pt x="2071400" y="290263"/>
                  </a:lnTo>
                  <a:lnTo>
                    <a:pt x="2072472" y="289307"/>
                  </a:lnTo>
                  <a:lnTo>
                    <a:pt x="2073543" y="288352"/>
                  </a:lnTo>
                  <a:lnTo>
                    <a:pt x="2074615" y="287398"/>
                  </a:lnTo>
                  <a:lnTo>
                    <a:pt x="2075686" y="286445"/>
                  </a:lnTo>
                  <a:lnTo>
                    <a:pt x="2076758" y="285494"/>
                  </a:lnTo>
                  <a:lnTo>
                    <a:pt x="2077830" y="284543"/>
                  </a:lnTo>
                  <a:lnTo>
                    <a:pt x="2078901" y="283594"/>
                  </a:lnTo>
                  <a:lnTo>
                    <a:pt x="2079973" y="282647"/>
                  </a:lnTo>
                  <a:lnTo>
                    <a:pt x="2081044" y="281700"/>
                  </a:lnTo>
                  <a:lnTo>
                    <a:pt x="2082116" y="280755"/>
                  </a:lnTo>
                  <a:lnTo>
                    <a:pt x="2083188" y="279811"/>
                  </a:lnTo>
                  <a:lnTo>
                    <a:pt x="2084259" y="278868"/>
                  </a:lnTo>
                  <a:lnTo>
                    <a:pt x="2085331" y="277926"/>
                  </a:lnTo>
                  <a:lnTo>
                    <a:pt x="2086402" y="276986"/>
                  </a:lnTo>
                  <a:lnTo>
                    <a:pt x="2087474" y="276047"/>
                  </a:lnTo>
                  <a:lnTo>
                    <a:pt x="2088546" y="275110"/>
                  </a:lnTo>
                  <a:lnTo>
                    <a:pt x="2089617" y="274174"/>
                  </a:lnTo>
                  <a:lnTo>
                    <a:pt x="2090689" y="273239"/>
                  </a:lnTo>
                  <a:lnTo>
                    <a:pt x="2091760" y="272305"/>
                  </a:lnTo>
                  <a:lnTo>
                    <a:pt x="2092832" y="271373"/>
                  </a:lnTo>
                  <a:lnTo>
                    <a:pt x="2093904" y="270443"/>
                  </a:lnTo>
                  <a:lnTo>
                    <a:pt x="2094975" y="269513"/>
                  </a:lnTo>
                  <a:lnTo>
                    <a:pt x="2096047" y="268586"/>
                  </a:lnTo>
                  <a:lnTo>
                    <a:pt x="2097118" y="267659"/>
                  </a:lnTo>
                  <a:lnTo>
                    <a:pt x="2098190" y="266734"/>
                  </a:lnTo>
                  <a:lnTo>
                    <a:pt x="2099262" y="265811"/>
                  </a:lnTo>
                  <a:lnTo>
                    <a:pt x="2100333" y="264889"/>
                  </a:lnTo>
                  <a:lnTo>
                    <a:pt x="2101405" y="263968"/>
                  </a:lnTo>
                  <a:lnTo>
                    <a:pt x="2102476" y="263049"/>
                  </a:lnTo>
                  <a:lnTo>
                    <a:pt x="2103548" y="262131"/>
                  </a:lnTo>
                  <a:lnTo>
                    <a:pt x="2104620" y="261215"/>
                  </a:lnTo>
                  <a:lnTo>
                    <a:pt x="2105691" y="260300"/>
                  </a:lnTo>
                  <a:lnTo>
                    <a:pt x="2106763" y="259387"/>
                  </a:lnTo>
                  <a:lnTo>
                    <a:pt x="2107834" y="258476"/>
                  </a:lnTo>
                  <a:lnTo>
                    <a:pt x="2108906" y="257566"/>
                  </a:lnTo>
                  <a:lnTo>
                    <a:pt x="2109978" y="256657"/>
                  </a:lnTo>
                  <a:lnTo>
                    <a:pt x="2111049" y="255751"/>
                  </a:lnTo>
                  <a:lnTo>
                    <a:pt x="2112121" y="254845"/>
                  </a:lnTo>
                  <a:lnTo>
                    <a:pt x="2113192" y="253942"/>
                  </a:lnTo>
                  <a:lnTo>
                    <a:pt x="2114264" y="253040"/>
                  </a:lnTo>
                  <a:lnTo>
                    <a:pt x="2115336" y="252139"/>
                  </a:lnTo>
                  <a:lnTo>
                    <a:pt x="2116407" y="251240"/>
                  </a:lnTo>
                  <a:lnTo>
                    <a:pt x="2117479" y="250343"/>
                  </a:lnTo>
                  <a:lnTo>
                    <a:pt x="2118550" y="249448"/>
                  </a:lnTo>
                  <a:lnTo>
                    <a:pt x="2119622" y="248554"/>
                  </a:lnTo>
                  <a:lnTo>
                    <a:pt x="2120694" y="247662"/>
                  </a:lnTo>
                  <a:lnTo>
                    <a:pt x="2121765" y="246771"/>
                  </a:lnTo>
                  <a:lnTo>
                    <a:pt x="2122837" y="245883"/>
                  </a:lnTo>
                  <a:lnTo>
                    <a:pt x="2123908" y="244995"/>
                  </a:lnTo>
                  <a:lnTo>
                    <a:pt x="2124980" y="244110"/>
                  </a:lnTo>
                  <a:lnTo>
                    <a:pt x="2126052" y="243227"/>
                  </a:lnTo>
                  <a:lnTo>
                    <a:pt x="2127123" y="242345"/>
                  </a:lnTo>
                  <a:lnTo>
                    <a:pt x="2128195" y="241465"/>
                  </a:lnTo>
                  <a:lnTo>
                    <a:pt x="2129266" y="240587"/>
                  </a:lnTo>
                  <a:lnTo>
                    <a:pt x="2130338" y="239710"/>
                  </a:lnTo>
                  <a:lnTo>
                    <a:pt x="2131409" y="238835"/>
                  </a:lnTo>
                  <a:lnTo>
                    <a:pt x="2132481" y="237963"/>
                  </a:lnTo>
                  <a:lnTo>
                    <a:pt x="2133553" y="237092"/>
                  </a:lnTo>
                  <a:lnTo>
                    <a:pt x="2134624" y="236222"/>
                  </a:lnTo>
                  <a:lnTo>
                    <a:pt x="2135696" y="235355"/>
                  </a:lnTo>
                  <a:lnTo>
                    <a:pt x="2136767" y="234490"/>
                  </a:lnTo>
                  <a:lnTo>
                    <a:pt x="2137839" y="233626"/>
                  </a:lnTo>
                  <a:lnTo>
                    <a:pt x="2138911" y="232764"/>
                  </a:lnTo>
                  <a:lnTo>
                    <a:pt x="2139982" y="231904"/>
                  </a:lnTo>
                  <a:lnTo>
                    <a:pt x="2141054" y="231047"/>
                  </a:lnTo>
                  <a:lnTo>
                    <a:pt x="2142125" y="230191"/>
                  </a:lnTo>
                  <a:lnTo>
                    <a:pt x="2143197" y="229336"/>
                  </a:lnTo>
                  <a:lnTo>
                    <a:pt x="2144269" y="228484"/>
                  </a:lnTo>
                  <a:lnTo>
                    <a:pt x="2145340" y="227634"/>
                  </a:lnTo>
                  <a:lnTo>
                    <a:pt x="2146412" y="226786"/>
                  </a:lnTo>
                  <a:lnTo>
                    <a:pt x="2147483" y="225939"/>
                  </a:lnTo>
                  <a:lnTo>
                    <a:pt x="2148555" y="225095"/>
                  </a:lnTo>
                  <a:lnTo>
                    <a:pt x="2149627" y="224252"/>
                  </a:lnTo>
                  <a:lnTo>
                    <a:pt x="2150698" y="223411"/>
                  </a:lnTo>
                  <a:lnTo>
                    <a:pt x="2151770" y="222573"/>
                  </a:lnTo>
                  <a:lnTo>
                    <a:pt x="2152841" y="221736"/>
                  </a:lnTo>
                  <a:lnTo>
                    <a:pt x="2153913" y="220901"/>
                  </a:lnTo>
                  <a:lnTo>
                    <a:pt x="2154985" y="220068"/>
                  </a:lnTo>
                  <a:lnTo>
                    <a:pt x="2156056" y="219237"/>
                  </a:lnTo>
                  <a:lnTo>
                    <a:pt x="2157128" y="218407"/>
                  </a:lnTo>
                  <a:lnTo>
                    <a:pt x="2158199" y="217580"/>
                  </a:lnTo>
                  <a:lnTo>
                    <a:pt x="2159271" y="216755"/>
                  </a:lnTo>
                  <a:lnTo>
                    <a:pt x="2160343" y="215931"/>
                  </a:lnTo>
                  <a:lnTo>
                    <a:pt x="2161414" y="215110"/>
                  </a:lnTo>
                  <a:lnTo>
                    <a:pt x="2162486" y="214290"/>
                  </a:lnTo>
                  <a:lnTo>
                    <a:pt x="2163557" y="213472"/>
                  </a:lnTo>
                  <a:lnTo>
                    <a:pt x="2164629" y="212657"/>
                  </a:lnTo>
                  <a:lnTo>
                    <a:pt x="2165701" y="211843"/>
                  </a:lnTo>
                  <a:lnTo>
                    <a:pt x="2166772" y="211031"/>
                  </a:lnTo>
                  <a:lnTo>
                    <a:pt x="2167844" y="210221"/>
                  </a:lnTo>
                  <a:lnTo>
                    <a:pt x="2168915" y="209413"/>
                  </a:lnTo>
                  <a:lnTo>
                    <a:pt x="2169987" y="208607"/>
                  </a:lnTo>
                  <a:lnTo>
                    <a:pt x="2171059" y="207803"/>
                  </a:lnTo>
                  <a:lnTo>
                    <a:pt x="2172130" y="207000"/>
                  </a:lnTo>
                  <a:lnTo>
                    <a:pt x="2173202" y="206200"/>
                  </a:lnTo>
                  <a:lnTo>
                    <a:pt x="2174273" y="205401"/>
                  </a:lnTo>
                  <a:lnTo>
                    <a:pt x="2175345" y="204605"/>
                  </a:lnTo>
                  <a:lnTo>
                    <a:pt x="2176417" y="203810"/>
                  </a:lnTo>
                  <a:lnTo>
                    <a:pt x="2177488" y="203018"/>
                  </a:lnTo>
                  <a:lnTo>
                    <a:pt x="2178560" y="202227"/>
                  </a:lnTo>
                  <a:lnTo>
                    <a:pt x="2179631" y="201438"/>
                  </a:lnTo>
                  <a:lnTo>
                    <a:pt x="2180703" y="200651"/>
                  </a:lnTo>
                  <a:lnTo>
                    <a:pt x="2181775" y="199866"/>
                  </a:lnTo>
                  <a:lnTo>
                    <a:pt x="2182846" y="199083"/>
                  </a:lnTo>
                  <a:lnTo>
                    <a:pt x="2183918" y="198302"/>
                  </a:lnTo>
                  <a:lnTo>
                    <a:pt x="2184989" y="197523"/>
                  </a:lnTo>
                  <a:lnTo>
                    <a:pt x="2186061" y="196746"/>
                  </a:lnTo>
                  <a:lnTo>
                    <a:pt x="2187133" y="195970"/>
                  </a:lnTo>
                  <a:lnTo>
                    <a:pt x="2188204" y="195197"/>
                  </a:lnTo>
                  <a:lnTo>
                    <a:pt x="2189276" y="194425"/>
                  </a:lnTo>
                  <a:lnTo>
                    <a:pt x="2190347" y="193656"/>
                  </a:lnTo>
                  <a:lnTo>
                    <a:pt x="2191419" y="192888"/>
                  </a:lnTo>
                  <a:lnTo>
                    <a:pt x="2192491" y="192123"/>
                  </a:lnTo>
                  <a:lnTo>
                    <a:pt x="2193562" y="191359"/>
                  </a:lnTo>
                  <a:lnTo>
                    <a:pt x="2194634" y="190597"/>
                  </a:lnTo>
                  <a:lnTo>
                    <a:pt x="2195705" y="189837"/>
                  </a:lnTo>
                  <a:lnTo>
                    <a:pt x="2196777" y="189079"/>
                  </a:lnTo>
                  <a:lnTo>
                    <a:pt x="2197849" y="188323"/>
                  </a:lnTo>
                  <a:lnTo>
                    <a:pt x="2198920" y="187569"/>
                  </a:lnTo>
                  <a:lnTo>
                    <a:pt x="2199992" y="186817"/>
                  </a:lnTo>
                  <a:lnTo>
                    <a:pt x="2201063" y="186066"/>
                  </a:lnTo>
                  <a:lnTo>
                    <a:pt x="2202135" y="185318"/>
                  </a:lnTo>
                  <a:lnTo>
                    <a:pt x="2203207" y="184572"/>
                  </a:lnTo>
                  <a:lnTo>
                    <a:pt x="2204278" y="183827"/>
                  </a:lnTo>
                  <a:lnTo>
                    <a:pt x="2205350" y="183084"/>
                  </a:lnTo>
                  <a:lnTo>
                    <a:pt x="2206421" y="182344"/>
                  </a:lnTo>
                  <a:lnTo>
                    <a:pt x="2207493" y="181605"/>
                  </a:lnTo>
                  <a:lnTo>
                    <a:pt x="2208565" y="180868"/>
                  </a:lnTo>
                  <a:lnTo>
                    <a:pt x="2209636" y="180133"/>
                  </a:lnTo>
                  <a:lnTo>
                    <a:pt x="2210708" y="179401"/>
                  </a:lnTo>
                  <a:lnTo>
                    <a:pt x="2211779" y="178670"/>
                  </a:lnTo>
                  <a:lnTo>
                    <a:pt x="2212851" y="177940"/>
                  </a:lnTo>
                  <a:lnTo>
                    <a:pt x="2213923" y="177213"/>
                  </a:lnTo>
                  <a:lnTo>
                    <a:pt x="2214994" y="176488"/>
                  </a:lnTo>
                  <a:lnTo>
                    <a:pt x="2216066" y="175765"/>
                  </a:lnTo>
                  <a:lnTo>
                    <a:pt x="2217137" y="175043"/>
                  </a:lnTo>
                  <a:lnTo>
                    <a:pt x="2218209" y="174324"/>
                  </a:lnTo>
                  <a:lnTo>
                    <a:pt x="2219281" y="173606"/>
                  </a:lnTo>
                  <a:lnTo>
                    <a:pt x="2220352" y="172891"/>
                  </a:lnTo>
                  <a:lnTo>
                    <a:pt x="2221424" y="172177"/>
                  </a:lnTo>
                  <a:lnTo>
                    <a:pt x="2222495" y="171465"/>
                  </a:lnTo>
                  <a:lnTo>
                    <a:pt x="2223567" y="170755"/>
                  </a:lnTo>
                  <a:lnTo>
                    <a:pt x="2224639" y="170047"/>
                  </a:lnTo>
                  <a:lnTo>
                    <a:pt x="2225710" y="169341"/>
                  </a:lnTo>
                  <a:lnTo>
                    <a:pt x="2226782" y="168637"/>
                  </a:lnTo>
                  <a:lnTo>
                    <a:pt x="2227853" y="167935"/>
                  </a:lnTo>
                  <a:lnTo>
                    <a:pt x="2228925" y="167235"/>
                  </a:lnTo>
                  <a:lnTo>
                    <a:pt x="2229997" y="166536"/>
                  </a:lnTo>
                  <a:lnTo>
                    <a:pt x="2231068" y="165840"/>
                  </a:lnTo>
                  <a:lnTo>
                    <a:pt x="2232140" y="165146"/>
                  </a:lnTo>
                  <a:lnTo>
                    <a:pt x="2233211" y="164453"/>
                  </a:lnTo>
                  <a:lnTo>
                    <a:pt x="2234283" y="163762"/>
                  </a:lnTo>
                  <a:lnTo>
                    <a:pt x="2235355" y="163074"/>
                  </a:lnTo>
                  <a:lnTo>
                    <a:pt x="2236426" y="162387"/>
                  </a:lnTo>
                  <a:lnTo>
                    <a:pt x="2237498" y="161702"/>
                  </a:lnTo>
                  <a:lnTo>
                    <a:pt x="2238569" y="161019"/>
                  </a:lnTo>
                  <a:lnTo>
                    <a:pt x="2239641" y="160338"/>
                  </a:lnTo>
                  <a:lnTo>
                    <a:pt x="2240713" y="159659"/>
                  </a:lnTo>
                  <a:lnTo>
                    <a:pt x="2241784" y="158981"/>
                  </a:lnTo>
                  <a:lnTo>
                    <a:pt x="2242856" y="158306"/>
                  </a:lnTo>
                  <a:lnTo>
                    <a:pt x="2243927" y="157632"/>
                  </a:lnTo>
                  <a:lnTo>
                    <a:pt x="2244999" y="156961"/>
                  </a:lnTo>
                  <a:lnTo>
                    <a:pt x="2246071" y="156291"/>
                  </a:lnTo>
                  <a:lnTo>
                    <a:pt x="2247142" y="155624"/>
                  </a:lnTo>
                  <a:lnTo>
                    <a:pt x="2248214" y="154958"/>
                  </a:lnTo>
                  <a:lnTo>
                    <a:pt x="2249285" y="154294"/>
                  </a:lnTo>
                  <a:lnTo>
                    <a:pt x="2250357" y="153632"/>
                  </a:lnTo>
                  <a:lnTo>
                    <a:pt x="2251429" y="152972"/>
                  </a:lnTo>
                  <a:lnTo>
                    <a:pt x="2252500" y="152314"/>
                  </a:lnTo>
                  <a:lnTo>
                    <a:pt x="2253572" y="151657"/>
                  </a:lnTo>
                  <a:lnTo>
                    <a:pt x="2254643" y="151003"/>
                  </a:lnTo>
                  <a:lnTo>
                    <a:pt x="2255715" y="150351"/>
                  </a:lnTo>
                  <a:lnTo>
                    <a:pt x="2256787" y="149700"/>
                  </a:lnTo>
                  <a:lnTo>
                    <a:pt x="2257858" y="149051"/>
                  </a:lnTo>
                  <a:lnTo>
                    <a:pt x="2258930" y="148405"/>
                  </a:lnTo>
                  <a:lnTo>
                    <a:pt x="2260001" y="147760"/>
                  </a:lnTo>
                  <a:lnTo>
                    <a:pt x="2261073" y="147117"/>
                  </a:lnTo>
                  <a:lnTo>
                    <a:pt x="2262145" y="146476"/>
                  </a:lnTo>
                  <a:lnTo>
                    <a:pt x="2263216" y="145837"/>
                  </a:lnTo>
                  <a:lnTo>
                    <a:pt x="2264288" y="145199"/>
                  </a:lnTo>
                  <a:lnTo>
                    <a:pt x="2265359" y="144564"/>
                  </a:lnTo>
                  <a:lnTo>
                    <a:pt x="2266431" y="143931"/>
                  </a:lnTo>
                  <a:lnTo>
                    <a:pt x="2267503" y="143299"/>
                  </a:lnTo>
                  <a:lnTo>
                    <a:pt x="2268574" y="142669"/>
                  </a:lnTo>
                  <a:lnTo>
                    <a:pt x="2269646" y="142042"/>
                  </a:lnTo>
                  <a:lnTo>
                    <a:pt x="2270717" y="141416"/>
                  </a:lnTo>
                  <a:lnTo>
                    <a:pt x="2271789" y="140792"/>
                  </a:lnTo>
                  <a:lnTo>
                    <a:pt x="2272861" y="140170"/>
                  </a:lnTo>
                  <a:lnTo>
                    <a:pt x="2273932" y="139549"/>
                  </a:lnTo>
                  <a:lnTo>
                    <a:pt x="2275004" y="138931"/>
                  </a:lnTo>
                  <a:lnTo>
                    <a:pt x="2276075" y="138315"/>
                  </a:lnTo>
                  <a:lnTo>
                    <a:pt x="2277147" y="137700"/>
                  </a:lnTo>
                  <a:lnTo>
                    <a:pt x="2278219" y="137087"/>
                  </a:lnTo>
                  <a:lnTo>
                    <a:pt x="2279290" y="136477"/>
                  </a:lnTo>
                  <a:lnTo>
                    <a:pt x="2280362" y="135868"/>
                  </a:lnTo>
                  <a:lnTo>
                    <a:pt x="2281433" y="135261"/>
                  </a:lnTo>
                  <a:lnTo>
                    <a:pt x="2282505" y="134656"/>
                  </a:lnTo>
                  <a:lnTo>
                    <a:pt x="2283577" y="134052"/>
                  </a:lnTo>
                  <a:lnTo>
                    <a:pt x="2284648" y="133451"/>
                  </a:lnTo>
                  <a:lnTo>
                    <a:pt x="2285720" y="132851"/>
                  </a:lnTo>
                  <a:lnTo>
                    <a:pt x="2286791" y="132254"/>
                  </a:lnTo>
                  <a:lnTo>
                    <a:pt x="2287863" y="131658"/>
                  </a:lnTo>
                  <a:lnTo>
                    <a:pt x="2288935" y="131064"/>
                  </a:lnTo>
                  <a:lnTo>
                    <a:pt x="2290006" y="130472"/>
                  </a:lnTo>
                  <a:lnTo>
                    <a:pt x="2291078" y="129882"/>
                  </a:lnTo>
                  <a:lnTo>
                    <a:pt x="2292149" y="129294"/>
                  </a:lnTo>
                  <a:lnTo>
                    <a:pt x="2293221" y="128707"/>
                  </a:lnTo>
                  <a:lnTo>
                    <a:pt x="2294293" y="128123"/>
                  </a:lnTo>
                  <a:lnTo>
                    <a:pt x="2295364" y="127540"/>
                  </a:lnTo>
                  <a:lnTo>
                    <a:pt x="2296436" y="126959"/>
                  </a:lnTo>
                  <a:lnTo>
                    <a:pt x="2297507" y="126380"/>
                  </a:lnTo>
                  <a:lnTo>
                    <a:pt x="2298579" y="125803"/>
                  </a:lnTo>
                  <a:lnTo>
                    <a:pt x="2299651" y="125228"/>
                  </a:lnTo>
                  <a:lnTo>
                    <a:pt x="2300722" y="124655"/>
                  </a:lnTo>
                  <a:lnTo>
                    <a:pt x="2301794" y="124083"/>
                  </a:lnTo>
                  <a:lnTo>
                    <a:pt x="2302865" y="123514"/>
                  </a:lnTo>
                  <a:lnTo>
                    <a:pt x="2303937" y="122946"/>
                  </a:lnTo>
                  <a:lnTo>
                    <a:pt x="2305009" y="122380"/>
                  </a:lnTo>
                  <a:lnTo>
                    <a:pt x="2306080" y="121816"/>
                  </a:lnTo>
                  <a:lnTo>
                    <a:pt x="2307152" y="121254"/>
                  </a:lnTo>
                  <a:lnTo>
                    <a:pt x="2308223" y="120693"/>
                  </a:lnTo>
                  <a:lnTo>
                    <a:pt x="2309295" y="120135"/>
                  </a:lnTo>
                  <a:lnTo>
                    <a:pt x="2310366" y="119578"/>
                  </a:lnTo>
                  <a:lnTo>
                    <a:pt x="2311438" y="119023"/>
                  </a:lnTo>
                  <a:lnTo>
                    <a:pt x="2312510" y="118470"/>
                  </a:lnTo>
                  <a:lnTo>
                    <a:pt x="2313581" y="117919"/>
                  </a:lnTo>
                  <a:lnTo>
                    <a:pt x="2314653" y="117370"/>
                  </a:lnTo>
                  <a:lnTo>
                    <a:pt x="2315724" y="116823"/>
                  </a:lnTo>
                  <a:lnTo>
                    <a:pt x="2316796" y="116277"/>
                  </a:lnTo>
                  <a:lnTo>
                    <a:pt x="2317868" y="115733"/>
                  </a:lnTo>
                  <a:lnTo>
                    <a:pt x="2318939" y="115191"/>
                  </a:lnTo>
                  <a:lnTo>
                    <a:pt x="2320011" y="114651"/>
                  </a:lnTo>
                  <a:lnTo>
                    <a:pt x="2321082" y="114113"/>
                  </a:lnTo>
                  <a:lnTo>
                    <a:pt x="2322154" y="113577"/>
                  </a:lnTo>
                  <a:lnTo>
                    <a:pt x="2323226" y="113042"/>
                  </a:lnTo>
                  <a:lnTo>
                    <a:pt x="2324297" y="112509"/>
                  </a:lnTo>
                  <a:lnTo>
                    <a:pt x="2325369" y="111978"/>
                  </a:lnTo>
                  <a:lnTo>
                    <a:pt x="2326440" y="111449"/>
                  </a:lnTo>
                  <a:lnTo>
                    <a:pt x="2327512" y="110922"/>
                  </a:lnTo>
                  <a:lnTo>
                    <a:pt x="2328584" y="110397"/>
                  </a:lnTo>
                  <a:lnTo>
                    <a:pt x="2329655" y="109873"/>
                  </a:lnTo>
                  <a:lnTo>
                    <a:pt x="2330727" y="109351"/>
                  </a:lnTo>
                  <a:lnTo>
                    <a:pt x="2331798" y="108831"/>
                  </a:lnTo>
                  <a:lnTo>
                    <a:pt x="2332870" y="108313"/>
                  </a:lnTo>
                  <a:lnTo>
                    <a:pt x="2333942" y="107797"/>
                  </a:lnTo>
                  <a:lnTo>
                    <a:pt x="2335013" y="107282"/>
                  </a:lnTo>
                  <a:lnTo>
                    <a:pt x="2336085" y="106769"/>
                  </a:lnTo>
                  <a:lnTo>
                    <a:pt x="2337156" y="106258"/>
                  </a:lnTo>
                  <a:lnTo>
                    <a:pt x="2338228" y="105749"/>
                  </a:lnTo>
                  <a:lnTo>
                    <a:pt x="2339300" y="105242"/>
                  </a:lnTo>
                  <a:lnTo>
                    <a:pt x="2340371" y="104737"/>
                  </a:lnTo>
                  <a:lnTo>
                    <a:pt x="2341443" y="104233"/>
                  </a:lnTo>
                  <a:lnTo>
                    <a:pt x="2342514" y="103731"/>
                  </a:lnTo>
                  <a:lnTo>
                    <a:pt x="2343586" y="103231"/>
                  </a:lnTo>
                  <a:lnTo>
                    <a:pt x="2344658" y="102733"/>
                  </a:lnTo>
                  <a:lnTo>
                    <a:pt x="2345729" y="102236"/>
                  </a:lnTo>
                  <a:lnTo>
                    <a:pt x="2346801" y="101741"/>
                  </a:lnTo>
                  <a:lnTo>
                    <a:pt x="2347872" y="101249"/>
                  </a:lnTo>
                  <a:lnTo>
                    <a:pt x="2348944" y="100758"/>
                  </a:lnTo>
                  <a:lnTo>
                    <a:pt x="2350016" y="100268"/>
                  </a:lnTo>
                  <a:lnTo>
                    <a:pt x="2351087" y="99781"/>
                  </a:lnTo>
                  <a:lnTo>
                    <a:pt x="2352159" y="99295"/>
                  </a:lnTo>
                  <a:lnTo>
                    <a:pt x="2353230" y="98811"/>
                  </a:lnTo>
                  <a:lnTo>
                    <a:pt x="2354302" y="98329"/>
                  </a:lnTo>
                  <a:lnTo>
                    <a:pt x="2355374" y="97848"/>
                  </a:lnTo>
                  <a:lnTo>
                    <a:pt x="2356445" y="97370"/>
                  </a:lnTo>
                  <a:lnTo>
                    <a:pt x="2357517" y="96893"/>
                  </a:lnTo>
                  <a:lnTo>
                    <a:pt x="2358588" y="96418"/>
                  </a:lnTo>
                  <a:lnTo>
                    <a:pt x="2359660" y="95945"/>
                  </a:lnTo>
                  <a:lnTo>
                    <a:pt x="2360732" y="95473"/>
                  </a:lnTo>
                  <a:lnTo>
                    <a:pt x="2361803" y="95004"/>
                  </a:lnTo>
                  <a:lnTo>
                    <a:pt x="2362875" y="94536"/>
                  </a:lnTo>
                  <a:lnTo>
                    <a:pt x="2363946" y="94069"/>
                  </a:lnTo>
                  <a:lnTo>
                    <a:pt x="2365018" y="93605"/>
                  </a:lnTo>
                  <a:lnTo>
                    <a:pt x="2366090" y="93142"/>
                  </a:lnTo>
                  <a:lnTo>
                    <a:pt x="2367161" y="92681"/>
                  </a:lnTo>
                  <a:lnTo>
                    <a:pt x="2368233" y="92222"/>
                  </a:lnTo>
                  <a:lnTo>
                    <a:pt x="2369304" y="91765"/>
                  </a:lnTo>
                  <a:lnTo>
                    <a:pt x="2370376" y="91309"/>
                  </a:lnTo>
                  <a:lnTo>
                    <a:pt x="2371448" y="90855"/>
                  </a:lnTo>
                  <a:lnTo>
                    <a:pt x="2372519" y="90403"/>
                  </a:lnTo>
                  <a:lnTo>
                    <a:pt x="2373591" y="89953"/>
                  </a:lnTo>
                  <a:lnTo>
                    <a:pt x="2374662" y="89504"/>
                  </a:lnTo>
                  <a:lnTo>
                    <a:pt x="2375734" y="89057"/>
                  </a:lnTo>
                  <a:lnTo>
                    <a:pt x="2376806" y="88612"/>
                  </a:lnTo>
                  <a:lnTo>
                    <a:pt x="2377877" y="88169"/>
                  </a:lnTo>
                  <a:lnTo>
                    <a:pt x="2378949" y="87727"/>
                  </a:lnTo>
                  <a:lnTo>
                    <a:pt x="2380020" y="87287"/>
                  </a:lnTo>
                  <a:lnTo>
                    <a:pt x="2381092" y="86849"/>
                  </a:lnTo>
                  <a:lnTo>
                    <a:pt x="2382164" y="86413"/>
                  </a:lnTo>
                  <a:lnTo>
                    <a:pt x="2383235" y="85978"/>
                  </a:lnTo>
                  <a:lnTo>
                    <a:pt x="2384307" y="85545"/>
                  </a:lnTo>
                  <a:lnTo>
                    <a:pt x="2385378" y="85114"/>
                  </a:lnTo>
                  <a:lnTo>
                    <a:pt x="2386450" y="84684"/>
                  </a:lnTo>
                  <a:lnTo>
                    <a:pt x="2387522" y="84256"/>
                  </a:lnTo>
                  <a:lnTo>
                    <a:pt x="2388593" y="83830"/>
                  </a:lnTo>
                  <a:lnTo>
                    <a:pt x="2389665" y="83406"/>
                  </a:lnTo>
                  <a:lnTo>
                    <a:pt x="2390736" y="82983"/>
                  </a:lnTo>
                  <a:lnTo>
                    <a:pt x="2391808" y="82562"/>
                  </a:lnTo>
                  <a:lnTo>
                    <a:pt x="2392880" y="82143"/>
                  </a:lnTo>
                  <a:lnTo>
                    <a:pt x="2393951" y="81726"/>
                  </a:lnTo>
                  <a:lnTo>
                    <a:pt x="2395023" y="81310"/>
                  </a:lnTo>
                  <a:lnTo>
                    <a:pt x="2396094" y="80896"/>
                  </a:lnTo>
                  <a:lnTo>
                    <a:pt x="2397166" y="80484"/>
                  </a:lnTo>
                  <a:lnTo>
                    <a:pt x="2398238" y="80073"/>
                  </a:lnTo>
                  <a:lnTo>
                    <a:pt x="2399309" y="79664"/>
                  </a:lnTo>
                  <a:lnTo>
                    <a:pt x="2400381" y="79257"/>
                  </a:lnTo>
                  <a:lnTo>
                    <a:pt x="2401452" y="78851"/>
                  </a:lnTo>
                  <a:lnTo>
                    <a:pt x="2402524" y="78447"/>
                  </a:lnTo>
                  <a:lnTo>
                    <a:pt x="2403596" y="78045"/>
                  </a:lnTo>
                  <a:lnTo>
                    <a:pt x="2404667" y="77644"/>
                  </a:lnTo>
                  <a:lnTo>
                    <a:pt x="2405739" y="77246"/>
                  </a:lnTo>
                  <a:lnTo>
                    <a:pt x="2406810" y="76848"/>
                  </a:lnTo>
                  <a:lnTo>
                    <a:pt x="2407882" y="76453"/>
                  </a:lnTo>
                  <a:lnTo>
                    <a:pt x="2408954" y="76059"/>
                  </a:lnTo>
                  <a:lnTo>
                    <a:pt x="2410025" y="75667"/>
                  </a:lnTo>
                  <a:lnTo>
                    <a:pt x="2411097" y="75277"/>
                  </a:lnTo>
                  <a:lnTo>
                    <a:pt x="2412168" y="74888"/>
                  </a:lnTo>
                  <a:lnTo>
                    <a:pt x="2413240" y="74501"/>
                  </a:lnTo>
                  <a:lnTo>
                    <a:pt x="2414312" y="74115"/>
                  </a:lnTo>
                  <a:lnTo>
                    <a:pt x="2415383" y="73732"/>
                  </a:lnTo>
                  <a:lnTo>
                    <a:pt x="2416455" y="73350"/>
                  </a:lnTo>
                  <a:lnTo>
                    <a:pt x="2417526" y="72969"/>
                  </a:lnTo>
                  <a:lnTo>
                    <a:pt x="2418598" y="72590"/>
                  </a:lnTo>
                  <a:lnTo>
                    <a:pt x="2419670" y="72213"/>
                  </a:lnTo>
                  <a:lnTo>
                    <a:pt x="2420741" y="71838"/>
                  </a:lnTo>
                  <a:lnTo>
                    <a:pt x="2421813" y="71464"/>
                  </a:lnTo>
                  <a:lnTo>
                    <a:pt x="2422884" y="71092"/>
                  </a:lnTo>
                  <a:lnTo>
                    <a:pt x="2423956" y="70722"/>
                  </a:lnTo>
                  <a:lnTo>
                    <a:pt x="2425028" y="70353"/>
                  </a:lnTo>
                  <a:lnTo>
                    <a:pt x="2426099" y="69985"/>
                  </a:lnTo>
                  <a:lnTo>
                    <a:pt x="2427171" y="69620"/>
                  </a:lnTo>
                  <a:lnTo>
                    <a:pt x="2428242" y="69256"/>
                  </a:lnTo>
                  <a:lnTo>
                    <a:pt x="2429314" y="68894"/>
                  </a:lnTo>
                  <a:lnTo>
                    <a:pt x="2430386" y="68533"/>
                  </a:lnTo>
                  <a:lnTo>
                    <a:pt x="2431457" y="68174"/>
                  </a:lnTo>
                  <a:lnTo>
                    <a:pt x="2432529" y="67817"/>
                  </a:lnTo>
                  <a:lnTo>
                    <a:pt x="2433600" y="67461"/>
                  </a:lnTo>
                  <a:lnTo>
                    <a:pt x="2434672" y="67107"/>
                  </a:lnTo>
                  <a:lnTo>
                    <a:pt x="2435744" y="66754"/>
                  </a:lnTo>
                  <a:lnTo>
                    <a:pt x="2436815" y="66403"/>
                  </a:lnTo>
                  <a:lnTo>
                    <a:pt x="2437887" y="66054"/>
                  </a:lnTo>
                  <a:lnTo>
                    <a:pt x="2438958" y="65706"/>
                  </a:lnTo>
                  <a:lnTo>
                    <a:pt x="2440030" y="65360"/>
                  </a:lnTo>
                  <a:lnTo>
                    <a:pt x="2441102" y="65016"/>
                  </a:lnTo>
                  <a:lnTo>
                    <a:pt x="2442173" y="64673"/>
                  </a:lnTo>
                  <a:lnTo>
                    <a:pt x="2443245" y="64332"/>
                  </a:lnTo>
                  <a:lnTo>
                    <a:pt x="2444316" y="63992"/>
                  </a:lnTo>
                  <a:lnTo>
                    <a:pt x="2445388" y="63654"/>
                  </a:lnTo>
                  <a:lnTo>
                    <a:pt x="2446460" y="63318"/>
                  </a:lnTo>
                  <a:lnTo>
                    <a:pt x="2447531" y="62983"/>
                  </a:lnTo>
                  <a:lnTo>
                    <a:pt x="2448603" y="62650"/>
                  </a:lnTo>
                  <a:lnTo>
                    <a:pt x="2449674" y="62318"/>
                  </a:lnTo>
                  <a:lnTo>
                    <a:pt x="2450746" y="61988"/>
                  </a:lnTo>
                  <a:lnTo>
                    <a:pt x="2451818" y="61659"/>
                  </a:lnTo>
                  <a:lnTo>
                    <a:pt x="2452889" y="61332"/>
                  </a:lnTo>
                  <a:lnTo>
                    <a:pt x="2453961" y="61007"/>
                  </a:lnTo>
                  <a:lnTo>
                    <a:pt x="2455032" y="60683"/>
                  </a:lnTo>
                  <a:lnTo>
                    <a:pt x="2456104" y="60361"/>
                  </a:lnTo>
                  <a:lnTo>
                    <a:pt x="2457176" y="60040"/>
                  </a:lnTo>
                  <a:lnTo>
                    <a:pt x="2458247" y="59721"/>
                  </a:lnTo>
                  <a:lnTo>
                    <a:pt x="2459319" y="59404"/>
                  </a:lnTo>
                  <a:lnTo>
                    <a:pt x="2460390" y="59088"/>
                  </a:lnTo>
                  <a:lnTo>
                    <a:pt x="2461462" y="58774"/>
                  </a:lnTo>
                  <a:lnTo>
                    <a:pt x="2462534" y="58461"/>
                  </a:lnTo>
                  <a:lnTo>
                    <a:pt x="2463605" y="58150"/>
                  </a:lnTo>
                  <a:lnTo>
                    <a:pt x="2464677" y="57840"/>
                  </a:lnTo>
                  <a:lnTo>
                    <a:pt x="2465748" y="57532"/>
                  </a:lnTo>
                  <a:lnTo>
                    <a:pt x="2466820" y="57225"/>
                  </a:lnTo>
                  <a:lnTo>
                    <a:pt x="2467892" y="56920"/>
                  </a:lnTo>
                  <a:lnTo>
                    <a:pt x="2468963" y="56617"/>
                  </a:lnTo>
                  <a:lnTo>
                    <a:pt x="2470035" y="56315"/>
                  </a:lnTo>
                  <a:lnTo>
                    <a:pt x="2471106" y="56014"/>
                  </a:lnTo>
                  <a:lnTo>
                    <a:pt x="2472178" y="55715"/>
                  </a:lnTo>
                  <a:lnTo>
                    <a:pt x="2473250" y="55418"/>
                  </a:lnTo>
                  <a:lnTo>
                    <a:pt x="2474321" y="55122"/>
                  </a:lnTo>
                  <a:lnTo>
                    <a:pt x="2475393" y="54828"/>
                  </a:lnTo>
                  <a:lnTo>
                    <a:pt x="2476464" y="54535"/>
                  </a:lnTo>
                  <a:lnTo>
                    <a:pt x="2477536" y="54244"/>
                  </a:lnTo>
                  <a:lnTo>
                    <a:pt x="2478608" y="53954"/>
                  </a:lnTo>
                  <a:lnTo>
                    <a:pt x="2479679" y="53666"/>
                  </a:lnTo>
                  <a:lnTo>
                    <a:pt x="2480751" y="53379"/>
                  </a:lnTo>
                  <a:lnTo>
                    <a:pt x="2481822" y="53094"/>
                  </a:lnTo>
                  <a:lnTo>
                    <a:pt x="2482894" y="52810"/>
                  </a:lnTo>
                  <a:lnTo>
                    <a:pt x="2483966" y="52528"/>
                  </a:lnTo>
                  <a:lnTo>
                    <a:pt x="2485037" y="52247"/>
                  </a:lnTo>
                  <a:lnTo>
                    <a:pt x="2486109" y="51968"/>
                  </a:lnTo>
                  <a:lnTo>
                    <a:pt x="2487180" y="51690"/>
                  </a:lnTo>
                  <a:lnTo>
                    <a:pt x="2488252" y="51414"/>
                  </a:lnTo>
                  <a:lnTo>
                    <a:pt x="2489323" y="51139"/>
                  </a:lnTo>
                  <a:lnTo>
                    <a:pt x="2490395" y="50866"/>
                  </a:lnTo>
                  <a:lnTo>
                    <a:pt x="2491467" y="50594"/>
                  </a:lnTo>
                  <a:lnTo>
                    <a:pt x="2492538" y="50324"/>
                  </a:lnTo>
                  <a:lnTo>
                    <a:pt x="2493610" y="50055"/>
                  </a:lnTo>
                  <a:lnTo>
                    <a:pt x="2494681" y="49787"/>
                  </a:lnTo>
                  <a:lnTo>
                    <a:pt x="2495753" y="49522"/>
                  </a:lnTo>
                  <a:lnTo>
                    <a:pt x="2496825" y="49257"/>
                  </a:lnTo>
                  <a:lnTo>
                    <a:pt x="2497896" y="48994"/>
                  </a:lnTo>
                  <a:lnTo>
                    <a:pt x="2498968" y="48733"/>
                  </a:lnTo>
                  <a:lnTo>
                    <a:pt x="2500039" y="48473"/>
                  </a:lnTo>
                  <a:lnTo>
                    <a:pt x="2501111" y="48214"/>
                  </a:lnTo>
                  <a:lnTo>
                    <a:pt x="2502183" y="47957"/>
                  </a:lnTo>
                  <a:lnTo>
                    <a:pt x="2503254" y="47701"/>
                  </a:lnTo>
                  <a:lnTo>
                    <a:pt x="2504326" y="47447"/>
                  </a:lnTo>
                  <a:lnTo>
                    <a:pt x="2505397" y="47194"/>
                  </a:lnTo>
                  <a:lnTo>
                    <a:pt x="2506469" y="46943"/>
                  </a:lnTo>
                  <a:lnTo>
                    <a:pt x="2507541" y="46693"/>
                  </a:lnTo>
                  <a:lnTo>
                    <a:pt x="2508612" y="46445"/>
                  </a:lnTo>
                  <a:lnTo>
                    <a:pt x="2509684" y="46198"/>
                  </a:lnTo>
                  <a:lnTo>
                    <a:pt x="2510755" y="45952"/>
                  </a:lnTo>
                  <a:lnTo>
                    <a:pt x="2511827" y="45708"/>
                  </a:lnTo>
                  <a:lnTo>
                    <a:pt x="2512899" y="45465"/>
                  </a:lnTo>
                  <a:lnTo>
                    <a:pt x="2513970" y="45224"/>
                  </a:lnTo>
                  <a:lnTo>
                    <a:pt x="2515042" y="44984"/>
                  </a:lnTo>
                  <a:lnTo>
                    <a:pt x="2516113" y="44746"/>
                  </a:lnTo>
                  <a:lnTo>
                    <a:pt x="2517185" y="44509"/>
                  </a:lnTo>
                  <a:lnTo>
                    <a:pt x="2518257" y="44273"/>
                  </a:lnTo>
                  <a:lnTo>
                    <a:pt x="2519328" y="44039"/>
                  </a:lnTo>
                  <a:lnTo>
                    <a:pt x="2520400" y="43806"/>
                  </a:lnTo>
                  <a:lnTo>
                    <a:pt x="2521471" y="43575"/>
                  </a:lnTo>
                  <a:lnTo>
                    <a:pt x="2522543" y="43345"/>
                  </a:lnTo>
                  <a:lnTo>
                    <a:pt x="2523615" y="43116"/>
                  </a:lnTo>
                  <a:lnTo>
                    <a:pt x="2524686" y="42889"/>
                  </a:lnTo>
                  <a:lnTo>
                    <a:pt x="2525758" y="42663"/>
                  </a:lnTo>
                  <a:lnTo>
                    <a:pt x="2526829" y="42438"/>
                  </a:lnTo>
                  <a:lnTo>
                    <a:pt x="2527901" y="42215"/>
                  </a:lnTo>
                  <a:lnTo>
                    <a:pt x="2528973" y="41994"/>
                  </a:lnTo>
                  <a:lnTo>
                    <a:pt x="2530044" y="41773"/>
                  </a:lnTo>
                  <a:lnTo>
                    <a:pt x="2531116" y="41554"/>
                  </a:lnTo>
                  <a:lnTo>
                    <a:pt x="2532187" y="41337"/>
                  </a:lnTo>
                  <a:lnTo>
                    <a:pt x="2533259" y="41121"/>
                  </a:lnTo>
                  <a:lnTo>
                    <a:pt x="2534331" y="40906"/>
                  </a:lnTo>
                  <a:lnTo>
                    <a:pt x="2535402" y="40692"/>
                  </a:lnTo>
                  <a:lnTo>
                    <a:pt x="2536474" y="40480"/>
                  </a:lnTo>
                  <a:lnTo>
                    <a:pt x="2537545" y="40269"/>
                  </a:lnTo>
                  <a:lnTo>
                    <a:pt x="2538617" y="40060"/>
                  </a:lnTo>
                  <a:lnTo>
                    <a:pt x="2539689" y="39852"/>
                  </a:lnTo>
                  <a:lnTo>
                    <a:pt x="2540760" y="39645"/>
                  </a:lnTo>
                  <a:lnTo>
                    <a:pt x="2541832" y="39440"/>
                  </a:lnTo>
                  <a:lnTo>
                    <a:pt x="2542903" y="39236"/>
                  </a:lnTo>
                  <a:lnTo>
                    <a:pt x="2543975" y="39033"/>
                  </a:lnTo>
                  <a:lnTo>
                    <a:pt x="2545047" y="38832"/>
                  </a:lnTo>
                  <a:lnTo>
                    <a:pt x="2546118" y="38632"/>
                  </a:lnTo>
                  <a:lnTo>
                    <a:pt x="2547190" y="38433"/>
                  </a:lnTo>
                  <a:lnTo>
                    <a:pt x="2548261" y="38236"/>
                  </a:lnTo>
                  <a:lnTo>
                    <a:pt x="2549333" y="38040"/>
                  </a:lnTo>
                  <a:lnTo>
                    <a:pt x="2550405" y="37845"/>
                  </a:lnTo>
                  <a:lnTo>
                    <a:pt x="2551476" y="37651"/>
                  </a:lnTo>
                  <a:lnTo>
                    <a:pt x="2552548" y="37459"/>
                  </a:lnTo>
                  <a:lnTo>
                    <a:pt x="2553619" y="37268"/>
                  </a:lnTo>
                  <a:lnTo>
                    <a:pt x="2554691" y="37079"/>
                  </a:lnTo>
                  <a:lnTo>
                    <a:pt x="2555763" y="36891"/>
                  </a:lnTo>
                  <a:lnTo>
                    <a:pt x="2556834" y="36704"/>
                  </a:lnTo>
                  <a:lnTo>
                    <a:pt x="2557906" y="36518"/>
                  </a:lnTo>
                  <a:lnTo>
                    <a:pt x="2558977" y="36334"/>
                  </a:lnTo>
                  <a:lnTo>
                    <a:pt x="2560049" y="36151"/>
                  </a:lnTo>
                  <a:lnTo>
                    <a:pt x="2561121" y="35969"/>
                  </a:lnTo>
                  <a:lnTo>
                    <a:pt x="2562192" y="35789"/>
                  </a:lnTo>
                  <a:lnTo>
                    <a:pt x="2563264" y="35610"/>
                  </a:lnTo>
                  <a:lnTo>
                    <a:pt x="2564335" y="35432"/>
                  </a:lnTo>
                  <a:lnTo>
                    <a:pt x="2565407" y="35255"/>
                  </a:lnTo>
                  <a:lnTo>
                    <a:pt x="2566479" y="35080"/>
                  </a:lnTo>
                  <a:lnTo>
                    <a:pt x="2567550" y="34906"/>
                  </a:lnTo>
                  <a:lnTo>
                    <a:pt x="2568622" y="34733"/>
                  </a:lnTo>
                  <a:lnTo>
                    <a:pt x="2569693" y="34561"/>
                  </a:lnTo>
                  <a:lnTo>
                    <a:pt x="2570765" y="34391"/>
                  </a:lnTo>
                  <a:lnTo>
                    <a:pt x="2571837" y="34222"/>
                  </a:lnTo>
                  <a:lnTo>
                    <a:pt x="2572908" y="34054"/>
                  </a:lnTo>
                  <a:lnTo>
                    <a:pt x="2573980" y="33888"/>
                  </a:lnTo>
                  <a:lnTo>
                    <a:pt x="2575051" y="33722"/>
                  </a:lnTo>
                  <a:lnTo>
                    <a:pt x="2576123" y="33558"/>
                  </a:lnTo>
                  <a:lnTo>
                    <a:pt x="2577195" y="33395"/>
                  </a:lnTo>
                  <a:lnTo>
                    <a:pt x="2578266" y="33234"/>
                  </a:lnTo>
                  <a:lnTo>
                    <a:pt x="2579338" y="33073"/>
                  </a:lnTo>
                  <a:lnTo>
                    <a:pt x="2580409" y="32914"/>
                  </a:lnTo>
                  <a:lnTo>
                    <a:pt x="2581481" y="32756"/>
                  </a:lnTo>
                  <a:lnTo>
                    <a:pt x="2582553" y="32600"/>
                  </a:lnTo>
                  <a:lnTo>
                    <a:pt x="2583624" y="32444"/>
                  </a:lnTo>
                  <a:lnTo>
                    <a:pt x="2584696" y="32290"/>
                  </a:lnTo>
                  <a:lnTo>
                    <a:pt x="2585767" y="32137"/>
                  </a:lnTo>
                  <a:lnTo>
                    <a:pt x="2586839" y="31985"/>
                  </a:lnTo>
                  <a:lnTo>
                    <a:pt x="2587911" y="31835"/>
                  </a:lnTo>
                  <a:lnTo>
                    <a:pt x="2588982" y="31685"/>
                  </a:lnTo>
                  <a:lnTo>
                    <a:pt x="2590054" y="31537"/>
                  </a:lnTo>
                  <a:lnTo>
                    <a:pt x="2591125" y="31390"/>
                  </a:lnTo>
                  <a:lnTo>
                    <a:pt x="2592197" y="31244"/>
                  </a:lnTo>
                  <a:lnTo>
                    <a:pt x="2593269" y="31099"/>
                  </a:lnTo>
                  <a:lnTo>
                    <a:pt x="2594340" y="30956"/>
                  </a:lnTo>
                  <a:lnTo>
                    <a:pt x="2595412" y="30814"/>
                  </a:lnTo>
                  <a:lnTo>
                    <a:pt x="2596483" y="30672"/>
                  </a:lnTo>
                  <a:lnTo>
                    <a:pt x="2597555" y="30533"/>
                  </a:lnTo>
                  <a:lnTo>
                    <a:pt x="2598627" y="30394"/>
                  </a:lnTo>
                  <a:lnTo>
                    <a:pt x="2599698" y="30256"/>
                  </a:lnTo>
                  <a:lnTo>
                    <a:pt x="2600770" y="30120"/>
                  </a:lnTo>
                  <a:lnTo>
                    <a:pt x="2601841" y="29985"/>
                  </a:lnTo>
                  <a:lnTo>
                    <a:pt x="2602913" y="29850"/>
                  </a:lnTo>
                  <a:lnTo>
                    <a:pt x="2603985" y="29717"/>
                  </a:lnTo>
                  <a:lnTo>
                    <a:pt x="2605056" y="29586"/>
                  </a:lnTo>
                  <a:lnTo>
                    <a:pt x="2606128" y="29455"/>
                  </a:lnTo>
                  <a:lnTo>
                    <a:pt x="2607199" y="29325"/>
                  </a:lnTo>
                  <a:lnTo>
                    <a:pt x="2608271" y="29197"/>
                  </a:lnTo>
                  <a:lnTo>
                    <a:pt x="2609343" y="29070"/>
                  </a:lnTo>
                  <a:lnTo>
                    <a:pt x="2610414" y="28944"/>
                  </a:lnTo>
                  <a:lnTo>
                    <a:pt x="2611486" y="28819"/>
                  </a:lnTo>
                  <a:lnTo>
                    <a:pt x="2612557" y="28695"/>
                  </a:lnTo>
                  <a:lnTo>
                    <a:pt x="2613629" y="28572"/>
                  </a:lnTo>
                  <a:lnTo>
                    <a:pt x="2614701" y="28451"/>
                  </a:lnTo>
                  <a:lnTo>
                    <a:pt x="2615772" y="28330"/>
                  </a:lnTo>
                  <a:lnTo>
                    <a:pt x="2616844" y="28211"/>
                  </a:lnTo>
                  <a:lnTo>
                    <a:pt x="2617915" y="28093"/>
                  </a:lnTo>
                  <a:lnTo>
                    <a:pt x="2618987" y="27975"/>
                  </a:lnTo>
                  <a:lnTo>
                    <a:pt x="2620059" y="27859"/>
                  </a:lnTo>
                  <a:lnTo>
                    <a:pt x="2621130" y="27744"/>
                  </a:lnTo>
                  <a:lnTo>
                    <a:pt x="2622202" y="27631"/>
                  </a:lnTo>
                  <a:lnTo>
                    <a:pt x="2623273" y="27518"/>
                  </a:lnTo>
                  <a:lnTo>
                    <a:pt x="2624345" y="27406"/>
                  </a:lnTo>
                  <a:lnTo>
                    <a:pt x="2625417" y="27296"/>
                  </a:lnTo>
                  <a:lnTo>
                    <a:pt x="2626488" y="27186"/>
                  </a:lnTo>
                  <a:lnTo>
                    <a:pt x="2627560" y="27078"/>
                  </a:lnTo>
                  <a:lnTo>
                    <a:pt x="2628631" y="26970"/>
                  </a:lnTo>
                  <a:lnTo>
                    <a:pt x="2629703" y="26864"/>
                  </a:lnTo>
                  <a:lnTo>
                    <a:pt x="2630775" y="26759"/>
                  </a:lnTo>
                  <a:lnTo>
                    <a:pt x="2631846" y="26655"/>
                  </a:lnTo>
                  <a:lnTo>
                    <a:pt x="2632918" y="26552"/>
                  </a:lnTo>
                  <a:lnTo>
                    <a:pt x="2633989" y="26450"/>
                  </a:lnTo>
                  <a:lnTo>
                    <a:pt x="2635061" y="26349"/>
                  </a:lnTo>
                  <a:lnTo>
                    <a:pt x="2636133" y="26249"/>
                  </a:lnTo>
                  <a:lnTo>
                    <a:pt x="2637204" y="26150"/>
                  </a:lnTo>
                  <a:lnTo>
                    <a:pt x="2638276" y="26052"/>
                  </a:lnTo>
                  <a:lnTo>
                    <a:pt x="2639347" y="25955"/>
                  </a:lnTo>
                  <a:lnTo>
                    <a:pt x="2640419" y="25859"/>
                  </a:lnTo>
                  <a:lnTo>
                    <a:pt x="2641491" y="25765"/>
                  </a:lnTo>
                  <a:lnTo>
                    <a:pt x="2642562" y="25671"/>
                  </a:lnTo>
                  <a:lnTo>
                    <a:pt x="2643634" y="25578"/>
                  </a:lnTo>
                  <a:lnTo>
                    <a:pt x="2644705" y="25487"/>
                  </a:lnTo>
                  <a:lnTo>
                    <a:pt x="2645777" y="25396"/>
                  </a:lnTo>
                  <a:lnTo>
                    <a:pt x="2646849" y="25307"/>
                  </a:lnTo>
                  <a:lnTo>
                    <a:pt x="2647920" y="25218"/>
                  </a:lnTo>
                  <a:lnTo>
                    <a:pt x="2648992" y="25130"/>
                  </a:lnTo>
                  <a:lnTo>
                    <a:pt x="2650063" y="25044"/>
                  </a:lnTo>
                  <a:lnTo>
                    <a:pt x="2651135" y="24958"/>
                  </a:lnTo>
                  <a:lnTo>
                    <a:pt x="2652207" y="24874"/>
                  </a:lnTo>
                  <a:lnTo>
                    <a:pt x="2653278" y="24790"/>
                  </a:lnTo>
                  <a:lnTo>
                    <a:pt x="2654350" y="24708"/>
                  </a:lnTo>
                  <a:lnTo>
                    <a:pt x="2655421" y="24626"/>
                  </a:lnTo>
                  <a:lnTo>
                    <a:pt x="2656493" y="24545"/>
                  </a:lnTo>
                  <a:lnTo>
                    <a:pt x="2657565" y="24466"/>
                  </a:lnTo>
                  <a:lnTo>
                    <a:pt x="2658636" y="24387"/>
                  </a:lnTo>
                  <a:lnTo>
                    <a:pt x="2659708" y="24309"/>
                  </a:lnTo>
                  <a:lnTo>
                    <a:pt x="2660779" y="24233"/>
                  </a:lnTo>
                  <a:lnTo>
                    <a:pt x="2661851" y="24157"/>
                  </a:lnTo>
                  <a:lnTo>
                    <a:pt x="2662922" y="24082"/>
                  </a:lnTo>
                  <a:lnTo>
                    <a:pt x="2663994" y="24008"/>
                  </a:lnTo>
                  <a:lnTo>
                    <a:pt x="2665066" y="23936"/>
                  </a:lnTo>
                  <a:lnTo>
                    <a:pt x="2666137" y="23864"/>
                  </a:lnTo>
                  <a:lnTo>
                    <a:pt x="2667209" y="23793"/>
                  </a:lnTo>
                  <a:lnTo>
                    <a:pt x="2668280" y="23723"/>
                  </a:lnTo>
                  <a:lnTo>
                    <a:pt x="2669352" y="23654"/>
                  </a:lnTo>
                  <a:lnTo>
                    <a:pt x="2670424" y="23586"/>
                  </a:lnTo>
                  <a:lnTo>
                    <a:pt x="2671495" y="23518"/>
                  </a:lnTo>
                  <a:lnTo>
                    <a:pt x="2672567" y="23452"/>
                  </a:lnTo>
                  <a:lnTo>
                    <a:pt x="2673638" y="23387"/>
                  </a:lnTo>
                  <a:lnTo>
                    <a:pt x="2674710" y="23322"/>
                  </a:lnTo>
                  <a:lnTo>
                    <a:pt x="2675782" y="23259"/>
                  </a:lnTo>
                  <a:lnTo>
                    <a:pt x="2676853" y="23196"/>
                  </a:lnTo>
                  <a:lnTo>
                    <a:pt x="2677925" y="23135"/>
                  </a:lnTo>
                  <a:lnTo>
                    <a:pt x="2678996" y="23074"/>
                  </a:lnTo>
                  <a:lnTo>
                    <a:pt x="2680068" y="23014"/>
                  </a:lnTo>
                  <a:lnTo>
                    <a:pt x="2681140" y="22955"/>
                  </a:lnTo>
                  <a:lnTo>
                    <a:pt x="2682211" y="22897"/>
                  </a:lnTo>
                  <a:lnTo>
                    <a:pt x="2683283" y="22840"/>
                  </a:lnTo>
                  <a:lnTo>
                    <a:pt x="2684354" y="22784"/>
                  </a:lnTo>
                  <a:lnTo>
                    <a:pt x="2685426" y="22728"/>
                  </a:lnTo>
                  <a:lnTo>
                    <a:pt x="2686498" y="22674"/>
                  </a:lnTo>
                  <a:lnTo>
                    <a:pt x="2687569" y="22620"/>
                  </a:lnTo>
                  <a:lnTo>
                    <a:pt x="2688641" y="22568"/>
                  </a:lnTo>
                  <a:lnTo>
                    <a:pt x="2689712" y="22516"/>
                  </a:lnTo>
                  <a:lnTo>
                    <a:pt x="2690784" y="22465"/>
                  </a:lnTo>
                  <a:lnTo>
                    <a:pt x="2691856" y="22415"/>
                  </a:lnTo>
                  <a:lnTo>
                    <a:pt x="2692927" y="22365"/>
                  </a:lnTo>
                  <a:lnTo>
                    <a:pt x="2693999" y="22317"/>
                  </a:lnTo>
                  <a:lnTo>
                    <a:pt x="2695070" y="22269"/>
                  </a:lnTo>
                  <a:lnTo>
                    <a:pt x="2696142" y="22223"/>
                  </a:lnTo>
                  <a:lnTo>
                    <a:pt x="2697214" y="22177"/>
                  </a:lnTo>
                  <a:lnTo>
                    <a:pt x="2698285" y="22132"/>
                  </a:lnTo>
                  <a:lnTo>
                    <a:pt x="2699357" y="22088"/>
                  </a:lnTo>
                  <a:lnTo>
                    <a:pt x="2700428" y="22044"/>
                  </a:lnTo>
                  <a:lnTo>
                    <a:pt x="2701500" y="22002"/>
                  </a:lnTo>
                  <a:lnTo>
                    <a:pt x="2702572" y="21960"/>
                  </a:lnTo>
                  <a:lnTo>
                    <a:pt x="2703643" y="21920"/>
                  </a:lnTo>
                  <a:lnTo>
                    <a:pt x="2704715" y="21880"/>
                  </a:lnTo>
                  <a:lnTo>
                    <a:pt x="2705786" y="21840"/>
                  </a:lnTo>
                  <a:lnTo>
                    <a:pt x="2706858" y="21802"/>
                  </a:lnTo>
                  <a:lnTo>
                    <a:pt x="2707930" y="21764"/>
                  </a:lnTo>
                  <a:lnTo>
                    <a:pt x="2709001" y="21728"/>
                  </a:lnTo>
                  <a:lnTo>
                    <a:pt x="2710073" y="21692"/>
                  </a:lnTo>
                  <a:lnTo>
                    <a:pt x="2711144" y="21657"/>
                  </a:lnTo>
                  <a:lnTo>
                    <a:pt x="2712216" y="21622"/>
                  </a:lnTo>
                  <a:lnTo>
                    <a:pt x="2713288" y="21589"/>
                  </a:lnTo>
                  <a:lnTo>
                    <a:pt x="2714359" y="21556"/>
                  </a:lnTo>
                  <a:lnTo>
                    <a:pt x="2715431" y="21524"/>
                  </a:lnTo>
                  <a:lnTo>
                    <a:pt x="2716502" y="21493"/>
                  </a:lnTo>
                  <a:lnTo>
                    <a:pt x="2717574" y="21463"/>
                  </a:lnTo>
                  <a:lnTo>
                    <a:pt x="2718646" y="21433"/>
                  </a:lnTo>
                  <a:lnTo>
                    <a:pt x="2719717" y="21404"/>
                  </a:lnTo>
                  <a:lnTo>
                    <a:pt x="2720789" y="21376"/>
                  </a:lnTo>
                  <a:lnTo>
                    <a:pt x="2721860" y="21349"/>
                  </a:lnTo>
                  <a:lnTo>
                    <a:pt x="2722932" y="21322"/>
                  </a:lnTo>
                  <a:lnTo>
                    <a:pt x="2724004" y="21296"/>
                  </a:lnTo>
                  <a:lnTo>
                    <a:pt x="2725075" y="21271"/>
                  </a:lnTo>
                  <a:lnTo>
                    <a:pt x="2726147" y="21247"/>
                  </a:lnTo>
                  <a:lnTo>
                    <a:pt x="2727218" y="21224"/>
                  </a:lnTo>
                  <a:lnTo>
                    <a:pt x="2728290" y="21201"/>
                  </a:lnTo>
                  <a:lnTo>
                    <a:pt x="2729362" y="21179"/>
                  </a:lnTo>
                  <a:lnTo>
                    <a:pt x="2730433" y="21157"/>
                  </a:lnTo>
                  <a:lnTo>
                    <a:pt x="2731505" y="21137"/>
                  </a:lnTo>
                  <a:lnTo>
                    <a:pt x="2732576" y="21117"/>
                  </a:lnTo>
                  <a:lnTo>
                    <a:pt x="2733648" y="21098"/>
                  </a:lnTo>
                  <a:lnTo>
                    <a:pt x="2734720" y="21079"/>
                  </a:lnTo>
                  <a:lnTo>
                    <a:pt x="2735791" y="21062"/>
                  </a:lnTo>
                  <a:lnTo>
                    <a:pt x="2736863" y="21045"/>
                  </a:lnTo>
                  <a:lnTo>
                    <a:pt x="2737934" y="21028"/>
                  </a:lnTo>
                  <a:lnTo>
                    <a:pt x="2739006" y="21013"/>
                  </a:lnTo>
                  <a:lnTo>
                    <a:pt x="2740078" y="20998"/>
                  </a:lnTo>
                  <a:lnTo>
                    <a:pt x="2741149" y="20984"/>
                  </a:lnTo>
                  <a:lnTo>
                    <a:pt x="2742221" y="20970"/>
                  </a:lnTo>
                  <a:lnTo>
                    <a:pt x="2743292" y="20958"/>
                  </a:lnTo>
                  <a:lnTo>
                    <a:pt x="2744364" y="20946"/>
                  </a:lnTo>
                  <a:lnTo>
                    <a:pt x="2745436" y="20934"/>
                  </a:lnTo>
                  <a:lnTo>
                    <a:pt x="2746507" y="20924"/>
                  </a:lnTo>
                  <a:lnTo>
                    <a:pt x="2747579" y="20913"/>
                  </a:lnTo>
                  <a:lnTo>
                    <a:pt x="2748650" y="20904"/>
                  </a:lnTo>
                  <a:lnTo>
                    <a:pt x="2749722" y="20895"/>
                  </a:lnTo>
                  <a:lnTo>
                    <a:pt x="2750794" y="20887"/>
                  </a:lnTo>
                  <a:lnTo>
                    <a:pt x="2751865" y="20880"/>
                  </a:lnTo>
                  <a:lnTo>
                    <a:pt x="2752937" y="20873"/>
                  </a:lnTo>
                  <a:lnTo>
                    <a:pt x="2754008" y="20867"/>
                  </a:lnTo>
                  <a:lnTo>
                    <a:pt x="2755080" y="20862"/>
                  </a:lnTo>
                  <a:lnTo>
                    <a:pt x="2756152" y="20857"/>
                  </a:lnTo>
                  <a:lnTo>
                    <a:pt x="2757223" y="20853"/>
                  </a:lnTo>
                  <a:lnTo>
                    <a:pt x="2758295" y="20850"/>
                  </a:lnTo>
                  <a:lnTo>
                    <a:pt x="2759366" y="20847"/>
                  </a:lnTo>
                  <a:lnTo>
                    <a:pt x="2760438" y="20845"/>
                  </a:lnTo>
                  <a:lnTo>
                    <a:pt x="2761510" y="20843"/>
                  </a:lnTo>
                  <a:lnTo>
                    <a:pt x="2762581" y="20842"/>
                  </a:lnTo>
                  <a:lnTo>
                    <a:pt x="2763653" y="20842"/>
                  </a:lnTo>
                  <a:lnTo>
                    <a:pt x="2764724" y="20842"/>
                  </a:lnTo>
                  <a:lnTo>
                    <a:pt x="2765796" y="20843"/>
                  </a:lnTo>
                  <a:lnTo>
                    <a:pt x="2766868" y="20845"/>
                  </a:lnTo>
                  <a:lnTo>
                    <a:pt x="2767939" y="20847"/>
                  </a:lnTo>
                  <a:lnTo>
                    <a:pt x="2769011" y="20850"/>
                  </a:lnTo>
                  <a:lnTo>
                    <a:pt x="2770082" y="20853"/>
                  </a:lnTo>
                  <a:lnTo>
                    <a:pt x="2771154" y="20857"/>
                  </a:lnTo>
                  <a:lnTo>
                    <a:pt x="2772226" y="20862"/>
                  </a:lnTo>
                  <a:lnTo>
                    <a:pt x="2773297" y="20867"/>
                  </a:lnTo>
                  <a:lnTo>
                    <a:pt x="2774369" y="20873"/>
                  </a:lnTo>
                  <a:lnTo>
                    <a:pt x="2775440" y="20879"/>
                  </a:lnTo>
                  <a:lnTo>
                    <a:pt x="2776512" y="20886"/>
                  </a:lnTo>
                  <a:lnTo>
                    <a:pt x="2777584" y="20893"/>
                  </a:lnTo>
                  <a:lnTo>
                    <a:pt x="2778655" y="20901"/>
                  </a:lnTo>
                  <a:lnTo>
                    <a:pt x="2779727" y="20910"/>
                  </a:lnTo>
                  <a:lnTo>
                    <a:pt x="2780798" y="20919"/>
                  </a:lnTo>
                  <a:lnTo>
                    <a:pt x="2781870" y="20929"/>
                  </a:lnTo>
                  <a:lnTo>
                    <a:pt x="2782942" y="20939"/>
                  </a:lnTo>
                  <a:lnTo>
                    <a:pt x="2784013" y="20950"/>
                  </a:lnTo>
                  <a:lnTo>
                    <a:pt x="2785085" y="20961"/>
                  </a:lnTo>
                  <a:lnTo>
                    <a:pt x="2786156" y="20973"/>
                  </a:lnTo>
                  <a:lnTo>
                    <a:pt x="2787228" y="20986"/>
                  </a:lnTo>
                  <a:lnTo>
                    <a:pt x="2788300" y="20999"/>
                  </a:lnTo>
                  <a:lnTo>
                    <a:pt x="2789371" y="21013"/>
                  </a:lnTo>
                  <a:lnTo>
                    <a:pt x="2790443" y="21027"/>
                  </a:lnTo>
                  <a:lnTo>
                    <a:pt x="2791514" y="21041"/>
                  </a:lnTo>
                  <a:lnTo>
                    <a:pt x="2792586" y="21057"/>
                  </a:lnTo>
                  <a:lnTo>
                    <a:pt x="2793658" y="21072"/>
                  </a:lnTo>
                  <a:lnTo>
                    <a:pt x="2794729" y="21088"/>
                  </a:lnTo>
                  <a:lnTo>
                    <a:pt x="2795801" y="21105"/>
                  </a:lnTo>
                  <a:lnTo>
                    <a:pt x="2796872" y="21122"/>
                  </a:lnTo>
                  <a:lnTo>
                    <a:pt x="2797944" y="21140"/>
                  </a:lnTo>
                  <a:lnTo>
                    <a:pt x="2799016" y="21158"/>
                  </a:lnTo>
                  <a:lnTo>
                    <a:pt x="2800087" y="21177"/>
                  </a:lnTo>
                  <a:lnTo>
                    <a:pt x="2801159" y="21196"/>
                  </a:lnTo>
                  <a:lnTo>
                    <a:pt x="2802230" y="21216"/>
                  </a:lnTo>
                  <a:lnTo>
                    <a:pt x="2803302" y="21236"/>
                  </a:lnTo>
                  <a:lnTo>
                    <a:pt x="2804374" y="21257"/>
                  </a:lnTo>
                  <a:lnTo>
                    <a:pt x="2805445" y="21278"/>
                  </a:lnTo>
                  <a:lnTo>
                    <a:pt x="2806517" y="21300"/>
                  </a:lnTo>
                  <a:lnTo>
                    <a:pt x="2807588" y="21322"/>
                  </a:lnTo>
                  <a:lnTo>
                    <a:pt x="2808660" y="21345"/>
                  </a:lnTo>
                  <a:lnTo>
                    <a:pt x="2809732" y="21368"/>
                  </a:lnTo>
                  <a:lnTo>
                    <a:pt x="2810803" y="21392"/>
                  </a:lnTo>
                  <a:lnTo>
                    <a:pt x="2811875" y="21416"/>
                  </a:lnTo>
                  <a:lnTo>
                    <a:pt x="2812946" y="21440"/>
                  </a:lnTo>
                  <a:lnTo>
                    <a:pt x="2814018" y="21465"/>
                  </a:lnTo>
                  <a:lnTo>
                    <a:pt x="2815090" y="21490"/>
                  </a:lnTo>
                  <a:lnTo>
                    <a:pt x="2816161" y="21516"/>
                  </a:lnTo>
                  <a:lnTo>
                    <a:pt x="2817233" y="21543"/>
                  </a:lnTo>
                  <a:lnTo>
                    <a:pt x="2818304" y="21569"/>
                  </a:lnTo>
                  <a:lnTo>
                    <a:pt x="2819376" y="21596"/>
                  </a:lnTo>
                  <a:lnTo>
                    <a:pt x="2820448" y="21624"/>
                  </a:lnTo>
                  <a:lnTo>
                    <a:pt x="2821519" y="21652"/>
                  </a:lnTo>
                  <a:lnTo>
                    <a:pt x="2822591" y="21680"/>
                  </a:lnTo>
                  <a:lnTo>
                    <a:pt x="2823662" y="21709"/>
                  </a:lnTo>
                  <a:lnTo>
                    <a:pt x="2824734" y="21739"/>
                  </a:lnTo>
                  <a:lnTo>
                    <a:pt x="2825806" y="21768"/>
                  </a:lnTo>
                  <a:lnTo>
                    <a:pt x="2826877" y="21798"/>
                  </a:lnTo>
                  <a:lnTo>
                    <a:pt x="2827949" y="21829"/>
                  </a:lnTo>
                  <a:lnTo>
                    <a:pt x="2829020" y="21860"/>
                  </a:lnTo>
                  <a:lnTo>
                    <a:pt x="2830092" y="21891"/>
                  </a:lnTo>
                  <a:lnTo>
                    <a:pt x="2831164" y="21923"/>
                  </a:lnTo>
                  <a:lnTo>
                    <a:pt x="2832235" y="21955"/>
                  </a:lnTo>
                  <a:lnTo>
                    <a:pt x="2833307" y="21988"/>
                  </a:lnTo>
                  <a:lnTo>
                    <a:pt x="2834378" y="22021"/>
                  </a:lnTo>
                  <a:lnTo>
                    <a:pt x="2835450" y="22054"/>
                  </a:lnTo>
                  <a:lnTo>
                    <a:pt x="2836522" y="22088"/>
                  </a:lnTo>
                  <a:lnTo>
                    <a:pt x="2837593" y="22122"/>
                  </a:lnTo>
                  <a:lnTo>
                    <a:pt x="2838665" y="22156"/>
                  </a:lnTo>
                  <a:lnTo>
                    <a:pt x="2839736" y="22191"/>
                  </a:lnTo>
                  <a:lnTo>
                    <a:pt x="2840808" y="22226"/>
                  </a:lnTo>
                  <a:lnTo>
                    <a:pt x="2841879" y="22261"/>
                  </a:lnTo>
                  <a:lnTo>
                    <a:pt x="2842951" y="22297"/>
                  </a:lnTo>
                  <a:lnTo>
                    <a:pt x="2844023" y="22334"/>
                  </a:lnTo>
                  <a:lnTo>
                    <a:pt x="2845094" y="22370"/>
                  </a:lnTo>
                  <a:lnTo>
                    <a:pt x="2846166" y="22407"/>
                  </a:lnTo>
                  <a:lnTo>
                    <a:pt x="2847237" y="22444"/>
                  </a:lnTo>
                  <a:lnTo>
                    <a:pt x="2848309" y="22482"/>
                  </a:lnTo>
                  <a:lnTo>
                    <a:pt x="2849381" y="22520"/>
                  </a:lnTo>
                  <a:lnTo>
                    <a:pt x="2850452" y="22558"/>
                  </a:lnTo>
                  <a:lnTo>
                    <a:pt x="2851524" y="22597"/>
                  </a:lnTo>
                  <a:lnTo>
                    <a:pt x="2852595" y="22636"/>
                  </a:lnTo>
                  <a:lnTo>
                    <a:pt x="2853667" y="22675"/>
                  </a:lnTo>
                  <a:lnTo>
                    <a:pt x="2854739" y="22715"/>
                  </a:lnTo>
                  <a:lnTo>
                    <a:pt x="2855810" y="22755"/>
                  </a:lnTo>
                  <a:lnTo>
                    <a:pt x="2856882" y="22795"/>
                  </a:lnTo>
                  <a:lnTo>
                    <a:pt x="2857953" y="22835"/>
                  </a:lnTo>
                  <a:lnTo>
                    <a:pt x="2859025" y="22876"/>
                  </a:lnTo>
                  <a:lnTo>
                    <a:pt x="2860097" y="22917"/>
                  </a:lnTo>
                  <a:lnTo>
                    <a:pt x="2861168" y="22959"/>
                  </a:lnTo>
                  <a:lnTo>
                    <a:pt x="2862240" y="23001"/>
                  </a:lnTo>
                  <a:lnTo>
                    <a:pt x="2863311" y="23043"/>
                  </a:lnTo>
                  <a:lnTo>
                    <a:pt x="2864383" y="23085"/>
                  </a:lnTo>
                  <a:lnTo>
                    <a:pt x="2865455" y="23128"/>
                  </a:lnTo>
                  <a:lnTo>
                    <a:pt x="2866526" y="23171"/>
                  </a:lnTo>
                  <a:lnTo>
                    <a:pt x="2867598" y="23214"/>
                  </a:lnTo>
                  <a:lnTo>
                    <a:pt x="2868669" y="23257"/>
                  </a:lnTo>
                  <a:lnTo>
                    <a:pt x="2869741" y="23301"/>
                  </a:lnTo>
                  <a:lnTo>
                    <a:pt x="2870813" y="23345"/>
                  </a:lnTo>
                  <a:lnTo>
                    <a:pt x="2871884" y="23389"/>
                  </a:lnTo>
                  <a:lnTo>
                    <a:pt x="2872956" y="23434"/>
                  </a:lnTo>
                  <a:lnTo>
                    <a:pt x="2874027" y="23479"/>
                  </a:lnTo>
                  <a:lnTo>
                    <a:pt x="2875099" y="23524"/>
                  </a:lnTo>
                  <a:lnTo>
                    <a:pt x="2876171" y="23569"/>
                  </a:lnTo>
                  <a:lnTo>
                    <a:pt x="2877242" y="23615"/>
                  </a:lnTo>
                  <a:lnTo>
                    <a:pt x="2878314" y="23660"/>
                  </a:lnTo>
                  <a:lnTo>
                    <a:pt x="2879385" y="23706"/>
                  </a:lnTo>
                  <a:lnTo>
                    <a:pt x="2880457" y="23753"/>
                  </a:lnTo>
                  <a:lnTo>
                    <a:pt x="2881529" y="23799"/>
                  </a:lnTo>
                  <a:lnTo>
                    <a:pt x="2882600" y="23846"/>
                  </a:lnTo>
                  <a:lnTo>
                    <a:pt x="2883672" y="23893"/>
                  </a:lnTo>
                  <a:lnTo>
                    <a:pt x="2884743" y="23940"/>
                  </a:lnTo>
                  <a:lnTo>
                    <a:pt x="2885815" y="23988"/>
                  </a:lnTo>
                  <a:lnTo>
                    <a:pt x="2886887" y="24035"/>
                  </a:lnTo>
                  <a:lnTo>
                    <a:pt x="2887958" y="24083"/>
                  </a:lnTo>
                  <a:lnTo>
                    <a:pt x="2889030" y="24131"/>
                  </a:lnTo>
                  <a:lnTo>
                    <a:pt x="2890101" y="24180"/>
                  </a:lnTo>
                  <a:lnTo>
                    <a:pt x="2891173" y="24228"/>
                  </a:lnTo>
                  <a:lnTo>
                    <a:pt x="2892245" y="24277"/>
                  </a:lnTo>
                  <a:lnTo>
                    <a:pt x="2893316" y="24326"/>
                  </a:lnTo>
                  <a:lnTo>
                    <a:pt x="2894388" y="24375"/>
                  </a:lnTo>
                  <a:lnTo>
                    <a:pt x="2895459" y="24424"/>
                  </a:lnTo>
                  <a:lnTo>
                    <a:pt x="2896531" y="24474"/>
                  </a:lnTo>
                  <a:lnTo>
                    <a:pt x="2897603" y="24523"/>
                  </a:lnTo>
                  <a:lnTo>
                    <a:pt x="2898674" y="24573"/>
                  </a:lnTo>
                  <a:lnTo>
                    <a:pt x="2899746" y="24623"/>
                  </a:lnTo>
                  <a:lnTo>
                    <a:pt x="2900817" y="24673"/>
                  </a:lnTo>
                  <a:lnTo>
                    <a:pt x="2901889" y="24724"/>
                  </a:lnTo>
                  <a:lnTo>
                    <a:pt x="2902961" y="24774"/>
                  </a:lnTo>
                  <a:lnTo>
                    <a:pt x="2904032" y="24825"/>
                  </a:lnTo>
                  <a:lnTo>
                    <a:pt x="2905104" y="24876"/>
                  </a:lnTo>
                  <a:lnTo>
                    <a:pt x="2906175" y="24927"/>
                  </a:lnTo>
                  <a:lnTo>
                    <a:pt x="2907247" y="24978"/>
                  </a:lnTo>
                  <a:lnTo>
                    <a:pt x="2908319" y="25029"/>
                  </a:lnTo>
                  <a:lnTo>
                    <a:pt x="2909390" y="25081"/>
                  </a:lnTo>
                  <a:lnTo>
                    <a:pt x="2910462" y="25133"/>
                  </a:lnTo>
                  <a:lnTo>
                    <a:pt x="2911533" y="25184"/>
                  </a:lnTo>
                  <a:lnTo>
                    <a:pt x="2912605" y="25236"/>
                  </a:lnTo>
                  <a:lnTo>
                    <a:pt x="2913677" y="25288"/>
                  </a:lnTo>
                  <a:lnTo>
                    <a:pt x="2914748" y="25341"/>
                  </a:lnTo>
                  <a:lnTo>
                    <a:pt x="2915820" y="25393"/>
                  </a:lnTo>
                  <a:lnTo>
                    <a:pt x="2916891" y="25446"/>
                  </a:lnTo>
                  <a:lnTo>
                    <a:pt x="2917963" y="25498"/>
                  </a:lnTo>
                  <a:lnTo>
                    <a:pt x="2919035" y="25551"/>
                  </a:lnTo>
                  <a:lnTo>
                    <a:pt x="2920106" y="25604"/>
                  </a:lnTo>
                  <a:lnTo>
                    <a:pt x="2921178" y="25657"/>
                  </a:lnTo>
                  <a:lnTo>
                    <a:pt x="2922249" y="25710"/>
                  </a:lnTo>
                  <a:lnTo>
                    <a:pt x="2923321" y="25763"/>
                  </a:lnTo>
                  <a:lnTo>
                    <a:pt x="2924393" y="25816"/>
                  </a:lnTo>
                  <a:lnTo>
                    <a:pt x="2925464" y="25870"/>
                  </a:lnTo>
                  <a:lnTo>
                    <a:pt x="2926536" y="25923"/>
                  </a:lnTo>
                  <a:lnTo>
                    <a:pt x="2927607" y="25977"/>
                  </a:lnTo>
                  <a:lnTo>
                    <a:pt x="2928679" y="26030"/>
                  </a:lnTo>
                  <a:lnTo>
                    <a:pt x="2929751" y="26084"/>
                  </a:lnTo>
                  <a:lnTo>
                    <a:pt x="2930822" y="26138"/>
                  </a:lnTo>
                  <a:lnTo>
                    <a:pt x="2931894" y="26192"/>
                  </a:lnTo>
                  <a:lnTo>
                    <a:pt x="2932965" y="26246"/>
                  </a:lnTo>
                  <a:lnTo>
                    <a:pt x="2934037" y="26300"/>
                  </a:lnTo>
                  <a:lnTo>
                    <a:pt x="2935109" y="26354"/>
                  </a:lnTo>
                  <a:lnTo>
                    <a:pt x="2936180" y="26409"/>
                  </a:lnTo>
                  <a:lnTo>
                    <a:pt x="2937252" y="26463"/>
                  </a:lnTo>
                  <a:lnTo>
                    <a:pt x="2938323" y="26517"/>
                  </a:lnTo>
                  <a:lnTo>
                    <a:pt x="2939395" y="26572"/>
                  </a:lnTo>
                  <a:lnTo>
                    <a:pt x="2940467" y="26626"/>
                  </a:lnTo>
                  <a:lnTo>
                    <a:pt x="2941538" y="26681"/>
                  </a:lnTo>
                  <a:lnTo>
                    <a:pt x="2942610" y="26735"/>
                  </a:lnTo>
                  <a:lnTo>
                    <a:pt x="2943681" y="26790"/>
                  </a:lnTo>
                  <a:lnTo>
                    <a:pt x="2944753" y="26845"/>
                  </a:lnTo>
                  <a:lnTo>
                    <a:pt x="2945825" y="26900"/>
                  </a:lnTo>
                  <a:lnTo>
                    <a:pt x="2946896" y="26954"/>
                  </a:lnTo>
                  <a:lnTo>
                    <a:pt x="2947968" y="27009"/>
                  </a:lnTo>
                  <a:lnTo>
                    <a:pt x="2949039" y="27064"/>
                  </a:lnTo>
                  <a:lnTo>
                    <a:pt x="2950111" y="27119"/>
                  </a:lnTo>
                  <a:lnTo>
                    <a:pt x="2951183" y="27174"/>
                  </a:lnTo>
                  <a:lnTo>
                    <a:pt x="2952254" y="27229"/>
                  </a:lnTo>
                  <a:lnTo>
                    <a:pt x="2953326" y="27284"/>
                  </a:lnTo>
                  <a:lnTo>
                    <a:pt x="2954397" y="27339"/>
                  </a:lnTo>
                  <a:lnTo>
                    <a:pt x="2955469" y="27394"/>
                  </a:lnTo>
                  <a:lnTo>
                    <a:pt x="2956541" y="27449"/>
                  </a:lnTo>
                  <a:lnTo>
                    <a:pt x="2957612" y="27504"/>
                  </a:lnTo>
                  <a:lnTo>
                    <a:pt x="2958684" y="27559"/>
                  </a:lnTo>
                  <a:lnTo>
                    <a:pt x="2959755" y="27614"/>
                  </a:lnTo>
                  <a:lnTo>
                    <a:pt x="2960827" y="27669"/>
                  </a:lnTo>
                  <a:lnTo>
                    <a:pt x="2961899" y="27724"/>
                  </a:lnTo>
                  <a:lnTo>
                    <a:pt x="2962970" y="27779"/>
                  </a:lnTo>
                  <a:lnTo>
                    <a:pt x="2964042" y="27835"/>
                  </a:lnTo>
                  <a:lnTo>
                    <a:pt x="2965113" y="27890"/>
                  </a:lnTo>
                  <a:lnTo>
                    <a:pt x="2966185" y="27945"/>
                  </a:lnTo>
                  <a:lnTo>
                    <a:pt x="2967257" y="28000"/>
                  </a:lnTo>
                  <a:lnTo>
                    <a:pt x="2968328" y="28055"/>
                  </a:lnTo>
                  <a:lnTo>
                    <a:pt x="2969400" y="28110"/>
                  </a:lnTo>
                  <a:lnTo>
                    <a:pt x="2970471" y="28165"/>
                  </a:lnTo>
                  <a:lnTo>
                    <a:pt x="2971543" y="28220"/>
                  </a:lnTo>
                  <a:lnTo>
                    <a:pt x="2972615" y="28275"/>
                  </a:lnTo>
                  <a:lnTo>
                    <a:pt x="2973686" y="28329"/>
                  </a:lnTo>
                  <a:lnTo>
                    <a:pt x="2974758" y="28384"/>
                  </a:lnTo>
                  <a:lnTo>
                    <a:pt x="2975829" y="28439"/>
                  </a:lnTo>
                  <a:lnTo>
                    <a:pt x="2976901" y="28494"/>
                  </a:lnTo>
                  <a:lnTo>
                    <a:pt x="2977973" y="28549"/>
                  </a:lnTo>
                  <a:lnTo>
                    <a:pt x="2979044" y="28603"/>
                  </a:lnTo>
                  <a:lnTo>
                    <a:pt x="2980116" y="28658"/>
                  </a:lnTo>
                  <a:lnTo>
                    <a:pt x="2981187" y="28712"/>
                  </a:lnTo>
                  <a:lnTo>
                    <a:pt x="2982259" y="28767"/>
                  </a:lnTo>
                  <a:lnTo>
                    <a:pt x="2983331" y="28821"/>
                  </a:lnTo>
                  <a:lnTo>
                    <a:pt x="2984402" y="28876"/>
                  </a:lnTo>
                  <a:lnTo>
                    <a:pt x="2985474" y="28930"/>
                  </a:lnTo>
                  <a:lnTo>
                    <a:pt x="2986545" y="28985"/>
                  </a:lnTo>
                  <a:lnTo>
                    <a:pt x="2987617" y="29039"/>
                  </a:lnTo>
                  <a:lnTo>
                    <a:pt x="2988689" y="29093"/>
                  </a:lnTo>
                  <a:lnTo>
                    <a:pt x="2989760" y="29147"/>
                  </a:lnTo>
                  <a:lnTo>
                    <a:pt x="2990832" y="29201"/>
                  </a:lnTo>
                  <a:lnTo>
                    <a:pt x="2991903" y="29255"/>
                  </a:lnTo>
                  <a:lnTo>
                    <a:pt x="2992975" y="29309"/>
                  </a:lnTo>
                  <a:lnTo>
                    <a:pt x="2994047" y="29362"/>
                  </a:lnTo>
                  <a:lnTo>
                    <a:pt x="2995118" y="29416"/>
                  </a:lnTo>
                  <a:lnTo>
                    <a:pt x="2996190" y="29470"/>
                  </a:lnTo>
                  <a:lnTo>
                    <a:pt x="2997261" y="29523"/>
                  </a:lnTo>
                  <a:lnTo>
                    <a:pt x="2998333" y="29577"/>
                  </a:lnTo>
                  <a:lnTo>
                    <a:pt x="2999405" y="29630"/>
                  </a:lnTo>
                  <a:lnTo>
                    <a:pt x="3000476" y="29683"/>
                  </a:lnTo>
                  <a:lnTo>
                    <a:pt x="3001548" y="29736"/>
                  </a:lnTo>
                  <a:lnTo>
                    <a:pt x="3002619" y="29789"/>
                  </a:lnTo>
                  <a:lnTo>
                    <a:pt x="3003691" y="29842"/>
                  </a:lnTo>
                  <a:lnTo>
                    <a:pt x="3004763" y="29895"/>
                  </a:lnTo>
                  <a:lnTo>
                    <a:pt x="3005834" y="29947"/>
                  </a:lnTo>
                  <a:lnTo>
                    <a:pt x="3006906" y="30000"/>
                  </a:lnTo>
                  <a:lnTo>
                    <a:pt x="3007977" y="30052"/>
                  </a:lnTo>
                  <a:lnTo>
                    <a:pt x="3009049" y="30105"/>
                  </a:lnTo>
                  <a:lnTo>
                    <a:pt x="3010121" y="30157"/>
                  </a:lnTo>
                  <a:lnTo>
                    <a:pt x="3011192" y="30209"/>
                  </a:lnTo>
                  <a:lnTo>
                    <a:pt x="3012264" y="30261"/>
                  </a:lnTo>
                  <a:lnTo>
                    <a:pt x="3013335" y="30312"/>
                  </a:lnTo>
                  <a:lnTo>
                    <a:pt x="3014407" y="30364"/>
                  </a:lnTo>
                  <a:lnTo>
                    <a:pt x="3015479" y="30415"/>
                  </a:lnTo>
                  <a:lnTo>
                    <a:pt x="3016550" y="30467"/>
                  </a:lnTo>
                  <a:lnTo>
                    <a:pt x="3017622" y="30518"/>
                  </a:lnTo>
                  <a:lnTo>
                    <a:pt x="3018693" y="30569"/>
                  </a:lnTo>
                  <a:lnTo>
                    <a:pt x="3019765" y="30620"/>
                  </a:lnTo>
                  <a:lnTo>
                    <a:pt x="3020836" y="30671"/>
                  </a:lnTo>
                  <a:lnTo>
                    <a:pt x="3021908" y="30721"/>
                  </a:lnTo>
                  <a:lnTo>
                    <a:pt x="3022980" y="30772"/>
                  </a:lnTo>
                  <a:lnTo>
                    <a:pt x="3024051" y="30822"/>
                  </a:lnTo>
                  <a:lnTo>
                    <a:pt x="3025123" y="30872"/>
                  </a:lnTo>
                  <a:lnTo>
                    <a:pt x="3026194" y="30922"/>
                  </a:lnTo>
                  <a:lnTo>
                    <a:pt x="3027266" y="30972"/>
                  </a:lnTo>
                  <a:lnTo>
                    <a:pt x="3028338" y="31022"/>
                  </a:lnTo>
                  <a:lnTo>
                    <a:pt x="3029409" y="31071"/>
                  </a:lnTo>
                  <a:lnTo>
                    <a:pt x="3030481" y="31120"/>
                  </a:lnTo>
                  <a:lnTo>
                    <a:pt x="3031552" y="31169"/>
                  </a:lnTo>
                  <a:lnTo>
                    <a:pt x="3032624" y="31218"/>
                  </a:lnTo>
                  <a:lnTo>
                    <a:pt x="3033696" y="31267"/>
                  </a:lnTo>
                  <a:lnTo>
                    <a:pt x="3034767" y="31316"/>
                  </a:lnTo>
                  <a:lnTo>
                    <a:pt x="3035839" y="31364"/>
                  </a:lnTo>
                  <a:lnTo>
                    <a:pt x="3036910" y="31412"/>
                  </a:lnTo>
                  <a:lnTo>
                    <a:pt x="3037982" y="31460"/>
                  </a:lnTo>
                  <a:lnTo>
                    <a:pt x="3039054" y="31508"/>
                  </a:lnTo>
                  <a:lnTo>
                    <a:pt x="3040125" y="31556"/>
                  </a:lnTo>
                  <a:lnTo>
                    <a:pt x="3041197" y="31603"/>
                  </a:lnTo>
                  <a:lnTo>
                    <a:pt x="3042268" y="31650"/>
                  </a:lnTo>
                  <a:lnTo>
                    <a:pt x="3043340" y="31697"/>
                  </a:lnTo>
                  <a:lnTo>
                    <a:pt x="3044412" y="31744"/>
                  </a:lnTo>
                  <a:lnTo>
                    <a:pt x="3045483" y="31791"/>
                  </a:lnTo>
                  <a:lnTo>
                    <a:pt x="3046555" y="31837"/>
                  </a:lnTo>
                  <a:lnTo>
                    <a:pt x="3047626" y="31883"/>
                  </a:lnTo>
                  <a:lnTo>
                    <a:pt x="3048698" y="31929"/>
                  </a:lnTo>
                  <a:lnTo>
                    <a:pt x="3049770" y="31975"/>
                  </a:lnTo>
                  <a:lnTo>
                    <a:pt x="3050841" y="32020"/>
                  </a:lnTo>
                  <a:lnTo>
                    <a:pt x="3051913" y="32066"/>
                  </a:lnTo>
                  <a:lnTo>
                    <a:pt x="3052984" y="32111"/>
                  </a:lnTo>
                  <a:lnTo>
                    <a:pt x="3054056" y="32156"/>
                  </a:lnTo>
                  <a:lnTo>
                    <a:pt x="3055128" y="32200"/>
                  </a:lnTo>
                  <a:lnTo>
                    <a:pt x="3056199" y="32245"/>
                  </a:lnTo>
                  <a:lnTo>
                    <a:pt x="3057271" y="32289"/>
                  </a:lnTo>
                  <a:lnTo>
                    <a:pt x="3058342" y="32333"/>
                  </a:lnTo>
                  <a:lnTo>
                    <a:pt x="3059414" y="32376"/>
                  </a:lnTo>
                  <a:lnTo>
                    <a:pt x="3060486" y="32420"/>
                  </a:lnTo>
                  <a:lnTo>
                    <a:pt x="3061557" y="32463"/>
                  </a:lnTo>
                  <a:lnTo>
                    <a:pt x="3062629" y="32506"/>
                  </a:lnTo>
                  <a:lnTo>
                    <a:pt x="3063700" y="32549"/>
                  </a:lnTo>
                  <a:lnTo>
                    <a:pt x="3064772" y="32591"/>
                  </a:lnTo>
                  <a:lnTo>
                    <a:pt x="3065844" y="32633"/>
                  </a:lnTo>
                  <a:lnTo>
                    <a:pt x="3066915" y="32675"/>
                  </a:lnTo>
                  <a:lnTo>
                    <a:pt x="3067987" y="32717"/>
                  </a:lnTo>
                  <a:lnTo>
                    <a:pt x="3069058" y="32758"/>
                  </a:lnTo>
                  <a:lnTo>
                    <a:pt x="3070130" y="32800"/>
                  </a:lnTo>
                  <a:lnTo>
                    <a:pt x="3071202" y="32840"/>
                  </a:lnTo>
                  <a:lnTo>
                    <a:pt x="3072273" y="32881"/>
                  </a:lnTo>
                  <a:lnTo>
                    <a:pt x="3073345" y="32921"/>
                  </a:lnTo>
                  <a:lnTo>
                    <a:pt x="3074416" y="32962"/>
                  </a:lnTo>
                  <a:lnTo>
                    <a:pt x="3075488" y="33001"/>
                  </a:lnTo>
                  <a:lnTo>
                    <a:pt x="3076560" y="33041"/>
                  </a:lnTo>
                  <a:lnTo>
                    <a:pt x="3077631" y="33080"/>
                  </a:lnTo>
                  <a:lnTo>
                    <a:pt x="3078703" y="33119"/>
                  </a:lnTo>
                  <a:lnTo>
                    <a:pt x="3079774" y="33158"/>
                  </a:lnTo>
                  <a:lnTo>
                    <a:pt x="3080846" y="33196"/>
                  </a:lnTo>
                  <a:lnTo>
                    <a:pt x="3081918" y="33235"/>
                  </a:lnTo>
                  <a:lnTo>
                    <a:pt x="3082989" y="33272"/>
                  </a:lnTo>
                  <a:lnTo>
                    <a:pt x="3084061" y="33310"/>
                  </a:lnTo>
                  <a:lnTo>
                    <a:pt x="3085132" y="33347"/>
                  </a:lnTo>
                  <a:lnTo>
                    <a:pt x="3086204" y="33384"/>
                  </a:lnTo>
                  <a:lnTo>
                    <a:pt x="3087276" y="33421"/>
                  </a:lnTo>
                  <a:lnTo>
                    <a:pt x="3088347" y="33457"/>
                  </a:lnTo>
                  <a:lnTo>
                    <a:pt x="3089419" y="33493"/>
                  </a:lnTo>
                  <a:lnTo>
                    <a:pt x="3090490" y="33529"/>
                  </a:lnTo>
                  <a:lnTo>
                    <a:pt x="3091562" y="33565"/>
                  </a:lnTo>
                  <a:lnTo>
                    <a:pt x="3092634" y="33600"/>
                  </a:lnTo>
                  <a:lnTo>
                    <a:pt x="3093705" y="33635"/>
                  </a:lnTo>
                  <a:lnTo>
                    <a:pt x="3094777" y="33669"/>
                  </a:lnTo>
                  <a:lnTo>
                    <a:pt x="3095848" y="33704"/>
                  </a:lnTo>
                  <a:lnTo>
                    <a:pt x="3096920" y="33738"/>
                  </a:lnTo>
                  <a:lnTo>
                    <a:pt x="3097992" y="33771"/>
                  </a:lnTo>
                  <a:lnTo>
                    <a:pt x="3099063" y="33804"/>
                  </a:lnTo>
                  <a:lnTo>
                    <a:pt x="3100135" y="33837"/>
                  </a:lnTo>
                  <a:lnTo>
                    <a:pt x="3101206" y="33870"/>
                  </a:lnTo>
                  <a:lnTo>
                    <a:pt x="3102278" y="33902"/>
                  </a:lnTo>
                  <a:lnTo>
                    <a:pt x="3103350" y="33934"/>
                  </a:lnTo>
                  <a:lnTo>
                    <a:pt x="3104421" y="33966"/>
                  </a:lnTo>
                  <a:lnTo>
                    <a:pt x="3105493" y="33998"/>
                  </a:lnTo>
                  <a:lnTo>
                    <a:pt x="3106564" y="34029"/>
                  </a:lnTo>
                  <a:lnTo>
                    <a:pt x="3107636" y="34059"/>
                  </a:lnTo>
                  <a:lnTo>
                    <a:pt x="3108708" y="34090"/>
                  </a:lnTo>
                  <a:lnTo>
                    <a:pt x="3109779" y="34120"/>
                  </a:lnTo>
                  <a:lnTo>
                    <a:pt x="3110851" y="34150"/>
                  </a:lnTo>
                  <a:lnTo>
                    <a:pt x="3111922" y="34179"/>
                  </a:lnTo>
                  <a:lnTo>
                    <a:pt x="3112994" y="34208"/>
                  </a:lnTo>
                  <a:lnTo>
                    <a:pt x="3114066" y="34237"/>
                  </a:lnTo>
                  <a:lnTo>
                    <a:pt x="3115137" y="34266"/>
                  </a:lnTo>
                  <a:lnTo>
                    <a:pt x="3116209" y="34294"/>
                  </a:lnTo>
                  <a:lnTo>
                    <a:pt x="3117280" y="34322"/>
                  </a:lnTo>
                  <a:lnTo>
                    <a:pt x="3118352" y="34349"/>
                  </a:lnTo>
                  <a:lnTo>
                    <a:pt x="3119424" y="34377"/>
                  </a:lnTo>
                  <a:lnTo>
                    <a:pt x="3120495" y="34404"/>
                  </a:lnTo>
                  <a:lnTo>
                    <a:pt x="3121567" y="34430"/>
                  </a:lnTo>
                  <a:lnTo>
                    <a:pt x="3122638" y="34456"/>
                  </a:lnTo>
                  <a:lnTo>
                    <a:pt x="3123710" y="34482"/>
                  </a:lnTo>
                  <a:lnTo>
                    <a:pt x="3124782" y="34508"/>
                  </a:lnTo>
                  <a:lnTo>
                    <a:pt x="3125853" y="34534"/>
                  </a:lnTo>
                  <a:lnTo>
                    <a:pt x="3126925" y="34559"/>
                  </a:lnTo>
                  <a:lnTo>
                    <a:pt x="3127996" y="34583"/>
                  </a:lnTo>
                  <a:lnTo>
                    <a:pt x="3129068" y="34608"/>
                  </a:lnTo>
                  <a:lnTo>
                    <a:pt x="3130140" y="34632"/>
                  </a:lnTo>
                  <a:lnTo>
                    <a:pt x="3131211" y="34656"/>
                  </a:lnTo>
                  <a:lnTo>
                    <a:pt x="3132283" y="34679"/>
                  </a:lnTo>
                  <a:lnTo>
                    <a:pt x="3133354" y="34702"/>
                  </a:lnTo>
                  <a:lnTo>
                    <a:pt x="3134426" y="34725"/>
                  </a:lnTo>
                  <a:lnTo>
                    <a:pt x="3135498" y="34748"/>
                  </a:lnTo>
                  <a:lnTo>
                    <a:pt x="3136569" y="34770"/>
                  </a:lnTo>
                  <a:lnTo>
                    <a:pt x="3137641" y="34792"/>
                  </a:lnTo>
                  <a:lnTo>
                    <a:pt x="3138712" y="34814"/>
                  </a:lnTo>
                  <a:lnTo>
                    <a:pt x="3139784" y="34835"/>
                  </a:lnTo>
                  <a:lnTo>
                    <a:pt x="3140856" y="34856"/>
                  </a:lnTo>
                  <a:lnTo>
                    <a:pt x="3141927" y="34877"/>
                  </a:lnTo>
                  <a:lnTo>
                    <a:pt x="3142999" y="34897"/>
                  </a:lnTo>
                  <a:lnTo>
                    <a:pt x="3144070" y="34917"/>
                  </a:lnTo>
                  <a:lnTo>
                    <a:pt x="3145142" y="34937"/>
                  </a:lnTo>
                  <a:lnTo>
                    <a:pt x="3146214" y="34957"/>
                  </a:lnTo>
                  <a:lnTo>
                    <a:pt x="3147285" y="34976"/>
                  </a:lnTo>
                  <a:lnTo>
                    <a:pt x="3148357" y="34995"/>
                  </a:lnTo>
                  <a:lnTo>
                    <a:pt x="3149428" y="35013"/>
                  </a:lnTo>
                  <a:lnTo>
                    <a:pt x="3150500" y="35032"/>
                  </a:lnTo>
                  <a:lnTo>
                    <a:pt x="3151572" y="35050"/>
                  </a:lnTo>
                  <a:lnTo>
                    <a:pt x="3152643" y="35067"/>
                  </a:lnTo>
                  <a:lnTo>
                    <a:pt x="3153715" y="35085"/>
                  </a:lnTo>
                  <a:lnTo>
                    <a:pt x="3154786" y="35102"/>
                  </a:lnTo>
                  <a:lnTo>
                    <a:pt x="3155858" y="35118"/>
                  </a:lnTo>
                  <a:lnTo>
                    <a:pt x="3156930" y="35135"/>
                  </a:lnTo>
                  <a:lnTo>
                    <a:pt x="3158001" y="35151"/>
                  </a:lnTo>
                  <a:lnTo>
                    <a:pt x="3159073" y="35167"/>
                  </a:lnTo>
                  <a:lnTo>
                    <a:pt x="3160144" y="35182"/>
                  </a:lnTo>
                  <a:lnTo>
                    <a:pt x="3161216" y="35198"/>
                  </a:lnTo>
                  <a:lnTo>
                    <a:pt x="3162288" y="35213"/>
                  </a:lnTo>
                  <a:lnTo>
                    <a:pt x="3163359" y="35227"/>
                  </a:lnTo>
                  <a:lnTo>
                    <a:pt x="3164431" y="35242"/>
                  </a:lnTo>
                  <a:lnTo>
                    <a:pt x="3165502" y="35256"/>
                  </a:lnTo>
                  <a:lnTo>
                    <a:pt x="3166574" y="35270"/>
                  </a:lnTo>
                  <a:lnTo>
                    <a:pt x="3167646" y="35283"/>
                  </a:lnTo>
                  <a:lnTo>
                    <a:pt x="3168717" y="35296"/>
                  </a:lnTo>
                  <a:lnTo>
                    <a:pt x="3169789" y="35309"/>
                  </a:lnTo>
                  <a:lnTo>
                    <a:pt x="3170860" y="35322"/>
                  </a:lnTo>
                  <a:lnTo>
                    <a:pt x="3171932" y="35334"/>
                  </a:lnTo>
                  <a:lnTo>
                    <a:pt x="3173004" y="35346"/>
                  </a:lnTo>
                  <a:lnTo>
                    <a:pt x="3174075" y="35357"/>
                  </a:lnTo>
                  <a:lnTo>
                    <a:pt x="3175147" y="35369"/>
                  </a:lnTo>
                  <a:lnTo>
                    <a:pt x="3176218" y="35380"/>
                  </a:lnTo>
                  <a:lnTo>
                    <a:pt x="3177290" y="35391"/>
                  </a:lnTo>
                  <a:lnTo>
                    <a:pt x="3178362" y="35401"/>
                  </a:lnTo>
                  <a:lnTo>
                    <a:pt x="3179433" y="35411"/>
                  </a:lnTo>
                  <a:lnTo>
                    <a:pt x="3180505" y="35421"/>
                  </a:lnTo>
                  <a:lnTo>
                    <a:pt x="3181576" y="35431"/>
                  </a:lnTo>
                  <a:lnTo>
                    <a:pt x="3182648" y="35440"/>
                  </a:lnTo>
                  <a:lnTo>
                    <a:pt x="3183720" y="35449"/>
                  </a:lnTo>
                  <a:lnTo>
                    <a:pt x="3184791" y="35458"/>
                  </a:lnTo>
                  <a:lnTo>
                    <a:pt x="3185863" y="35467"/>
                  </a:lnTo>
                  <a:lnTo>
                    <a:pt x="3186934" y="35475"/>
                  </a:lnTo>
                  <a:lnTo>
                    <a:pt x="3188006" y="35483"/>
                  </a:lnTo>
                  <a:lnTo>
                    <a:pt x="3189078" y="35490"/>
                  </a:lnTo>
                  <a:lnTo>
                    <a:pt x="3190149" y="35497"/>
                  </a:lnTo>
                  <a:lnTo>
                    <a:pt x="3191221" y="35504"/>
                  </a:lnTo>
                  <a:lnTo>
                    <a:pt x="3192292" y="35511"/>
                  </a:lnTo>
                  <a:lnTo>
                    <a:pt x="3193364" y="35518"/>
                  </a:lnTo>
                  <a:lnTo>
                    <a:pt x="3194436" y="35524"/>
                  </a:lnTo>
                  <a:lnTo>
                    <a:pt x="3195507" y="35530"/>
                  </a:lnTo>
                  <a:lnTo>
                    <a:pt x="3196579" y="35535"/>
                  </a:lnTo>
                  <a:lnTo>
                    <a:pt x="3197650" y="35540"/>
                  </a:lnTo>
                  <a:lnTo>
                    <a:pt x="3198722" y="35545"/>
                  </a:lnTo>
                  <a:lnTo>
                    <a:pt x="3199793" y="35550"/>
                  </a:lnTo>
                  <a:lnTo>
                    <a:pt x="3200865" y="35555"/>
                  </a:lnTo>
                  <a:lnTo>
                    <a:pt x="3201937" y="35559"/>
                  </a:lnTo>
                  <a:lnTo>
                    <a:pt x="3203008" y="35563"/>
                  </a:lnTo>
                  <a:lnTo>
                    <a:pt x="3204080" y="35566"/>
                  </a:lnTo>
                  <a:lnTo>
                    <a:pt x="3205151" y="35569"/>
                  </a:lnTo>
                  <a:lnTo>
                    <a:pt x="3206223" y="35572"/>
                  </a:lnTo>
                  <a:lnTo>
                    <a:pt x="3207295" y="35575"/>
                  </a:lnTo>
                  <a:lnTo>
                    <a:pt x="3208366" y="35578"/>
                  </a:lnTo>
                  <a:lnTo>
                    <a:pt x="3209438" y="35580"/>
                  </a:lnTo>
                  <a:lnTo>
                    <a:pt x="3210509" y="35582"/>
                  </a:lnTo>
                  <a:lnTo>
                    <a:pt x="3211581" y="35583"/>
                  </a:lnTo>
                  <a:lnTo>
                    <a:pt x="3212653" y="35584"/>
                  </a:lnTo>
                  <a:lnTo>
                    <a:pt x="3213724" y="35585"/>
                  </a:lnTo>
                  <a:lnTo>
                    <a:pt x="3214796" y="35586"/>
                  </a:lnTo>
                  <a:lnTo>
                    <a:pt x="3215867" y="35587"/>
                  </a:lnTo>
                  <a:lnTo>
                    <a:pt x="3216939" y="35587"/>
                  </a:lnTo>
                  <a:lnTo>
                    <a:pt x="3218011" y="35587"/>
                  </a:lnTo>
                  <a:lnTo>
                    <a:pt x="3219082" y="35586"/>
                  </a:lnTo>
                  <a:lnTo>
                    <a:pt x="3220154" y="35586"/>
                  </a:lnTo>
                  <a:lnTo>
                    <a:pt x="3221225" y="35585"/>
                  </a:lnTo>
                  <a:lnTo>
                    <a:pt x="3222297" y="35584"/>
                  </a:lnTo>
                  <a:lnTo>
                    <a:pt x="3223369" y="35582"/>
                  </a:lnTo>
                  <a:lnTo>
                    <a:pt x="3224440" y="35580"/>
                  </a:lnTo>
                  <a:lnTo>
                    <a:pt x="3225512" y="35578"/>
                  </a:lnTo>
                  <a:lnTo>
                    <a:pt x="3226583" y="35576"/>
                  </a:lnTo>
                  <a:lnTo>
                    <a:pt x="3227655" y="35573"/>
                  </a:lnTo>
                  <a:lnTo>
                    <a:pt x="3228727" y="35571"/>
                  </a:lnTo>
                  <a:lnTo>
                    <a:pt x="3229798" y="35567"/>
                  </a:lnTo>
                  <a:lnTo>
                    <a:pt x="3230870" y="35564"/>
                  </a:lnTo>
                  <a:lnTo>
                    <a:pt x="3231941" y="35560"/>
                  </a:lnTo>
                  <a:lnTo>
                    <a:pt x="3233013" y="35556"/>
                  </a:lnTo>
                  <a:lnTo>
                    <a:pt x="3234085" y="35552"/>
                  </a:lnTo>
                  <a:lnTo>
                    <a:pt x="3235156" y="35548"/>
                  </a:lnTo>
                  <a:lnTo>
                    <a:pt x="3236228" y="35543"/>
                  </a:lnTo>
                  <a:lnTo>
                    <a:pt x="3237299" y="35538"/>
                  </a:lnTo>
                  <a:lnTo>
                    <a:pt x="3238371" y="35533"/>
                  </a:lnTo>
                  <a:lnTo>
                    <a:pt x="3239443" y="35527"/>
                  </a:lnTo>
                  <a:lnTo>
                    <a:pt x="3240514" y="35521"/>
                  </a:lnTo>
                  <a:lnTo>
                    <a:pt x="3241586" y="35515"/>
                  </a:lnTo>
                  <a:lnTo>
                    <a:pt x="3242657" y="35509"/>
                  </a:lnTo>
                  <a:lnTo>
                    <a:pt x="3243729" y="35502"/>
                  </a:lnTo>
                  <a:lnTo>
                    <a:pt x="3244801" y="35495"/>
                  </a:lnTo>
                  <a:lnTo>
                    <a:pt x="3245872" y="35488"/>
                  </a:lnTo>
                  <a:lnTo>
                    <a:pt x="3246944" y="35480"/>
                  </a:lnTo>
                  <a:lnTo>
                    <a:pt x="3248015" y="35473"/>
                  </a:lnTo>
                  <a:lnTo>
                    <a:pt x="3249087" y="35465"/>
                  </a:lnTo>
                  <a:lnTo>
                    <a:pt x="3250159" y="35456"/>
                  </a:lnTo>
                  <a:lnTo>
                    <a:pt x="3251230" y="35448"/>
                  </a:lnTo>
                  <a:lnTo>
                    <a:pt x="3252302" y="35439"/>
                  </a:lnTo>
                  <a:lnTo>
                    <a:pt x="3253373" y="35430"/>
                  </a:lnTo>
                  <a:lnTo>
                    <a:pt x="3254445" y="35421"/>
                  </a:lnTo>
                  <a:lnTo>
                    <a:pt x="3255517" y="35411"/>
                  </a:lnTo>
                  <a:lnTo>
                    <a:pt x="3256588" y="35401"/>
                  </a:lnTo>
                  <a:lnTo>
                    <a:pt x="3257660" y="35391"/>
                  </a:lnTo>
                  <a:lnTo>
                    <a:pt x="3258731" y="35381"/>
                  </a:lnTo>
                  <a:lnTo>
                    <a:pt x="3259803" y="35370"/>
                  </a:lnTo>
                  <a:lnTo>
                    <a:pt x="3260875" y="35359"/>
                  </a:lnTo>
                  <a:lnTo>
                    <a:pt x="3261946" y="35348"/>
                  </a:lnTo>
                  <a:lnTo>
                    <a:pt x="3263018" y="35337"/>
                  </a:lnTo>
                  <a:lnTo>
                    <a:pt x="3264089" y="35325"/>
                  </a:lnTo>
                  <a:lnTo>
                    <a:pt x="3265161" y="35313"/>
                  </a:lnTo>
                  <a:lnTo>
                    <a:pt x="3266233" y="35301"/>
                  </a:lnTo>
                  <a:lnTo>
                    <a:pt x="3267304" y="35288"/>
                  </a:lnTo>
                  <a:lnTo>
                    <a:pt x="3268376" y="35276"/>
                  </a:lnTo>
                  <a:lnTo>
                    <a:pt x="3269447" y="35263"/>
                  </a:lnTo>
                  <a:lnTo>
                    <a:pt x="3270519" y="35250"/>
                  </a:lnTo>
                  <a:lnTo>
                    <a:pt x="3271591" y="35236"/>
                  </a:lnTo>
                  <a:lnTo>
                    <a:pt x="3272662" y="35222"/>
                  </a:lnTo>
                  <a:lnTo>
                    <a:pt x="3273734" y="35208"/>
                  </a:lnTo>
                  <a:lnTo>
                    <a:pt x="3274805" y="35194"/>
                  </a:lnTo>
                  <a:lnTo>
                    <a:pt x="3275877" y="35180"/>
                  </a:lnTo>
                  <a:lnTo>
                    <a:pt x="3276949" y="35165"/>
                  </a:lnTo>
                  <a:lnTo>
                    <a:pt x="3278020" y="35150"/>
                  </a:lnTo>
                  <a:lnTo>
                    <a:pt x="3279092" y="35135"/>
                  </a:lnTo>
                  <a:lnTo>
                    <a:pt x="3280163" y="35119"/>
                  </a:lnTo>
                  <a:lnTo>
                    <a:pt x="3281235" y="35103"/>
                  </a:lnTo>
                  <a:lnTo>
                    <a:pt x="3282307" y="35087"/>
                  </a:lnTo>
                  <a:lnTo>
                    <a:pt x="3283378" y="35071"/>
                  </a:lnTo>
                  <a:lnTo>
                    <a:pt x="3284450" y="35054"/>
                  </a:lnTo>
                  <a:lnTo>
                    <a:pt x="3285521" y="35038"/>
                  </a:lnTo>
                  <a:lnTo>
                    <a:pt x="3286593" y="35021"/>
                  </a:lnTo>
                  <a:lnTo>
                    <a:pt x="3287665" y="35003"/>
                  </a:lnTo>
                  <a:lnTo>
                    <a:pt x="3288736" y="34986"/>
                  </a:lnTo>
                  <a:lnTo>
                    <a:pt x="3289808" y="34968"/>
                  </a:lnTo>
                  <a:lnTo>
                    <a:pt x="3290879" y="34950"/>
                  </a:lnTo>
                  <a:lnTo>
                    <a:pt x="3291951" y="34932"/>
                  </a:lnTo>
                  <a:lnTo>
                    <a:pt x="3293023" y="34913"/>
                  </a:lnTo>
                  <a:lnTo>
                    <a:pt x="3294094" y="34894"/>
                  </a:lnTo>
                  <a:lnTo>
                    <a:pt x="3295166" y="34875"/>
                  </a:lnTo>
                  <a:lnTo>
                    <a:pt x="3296237" y="34856"/>
                  </a:lnTo>
                  <a:lnTo>
                    <a:pt x="3297309" y="34836"/>
                  </a:lnTo>
                  <a:lnTo>
                    <a:pt x="3298381" y="34817"/>
                  </a:lnTo>
                  <a:lnTo>
                    <a:pt x="3299452" y="34797"/>
                  </a:lnTo>
                  <a:lnTo>
                    <a:pt x="3300524" y="34776"/>
                  </a:lnTo>
                  <a:lnTo>
                    <a:pt x="3301595" y="34756"/>
                  </a:lnTo>
                  <a:lnTo>
                    <a:pt x="3302667" y="34735"/>
                  </a:lnTo>
                  <a:lnTo>
                    <a:pt x="3303739" y="34714"/>
                  </a:lnTo>
                  <a:lnTo>
                    <a:pt x="3304810" y="34693"/>
                  </a:lnTo>
                  <a:lnTo>
                    <a:pt x="3305882" y="34671"/>
                  </a:lnTo>
                  <a:lnTo>
                    <a:pt x="3306953" y="34650"/>
                  </a:lnTo>
                  <a:lnTo>
                    <a:pt x="3308025" y="34628"/>
                  </a:lnTo>
                  <a:lnTo>
                    <a:pt x="3309097" y="34606"/>
                  </a:lnTo>
                  <a:lnTo>
                    <a:pt x="3310168" y="34583"/>
                  </a:lnTo>
                  <a:lnTo>
                    <a:pt x="3311240" y="34560"/>
                  </a:lnTo>
                  <a:lnTo>
                    <a:pt x="3312311" y="34537"/>
                  </a:lnTo>
                  <a:lnTo>
                    <a:pt x="3313383" y="34514"/>
                  </a:lnTo>
                  <a:lnTo>
                    <a:pt x="3314455" y="34491"/>
                  </a:lnTo>
                  <a:lnTo>
                    <a:pt x="3315526" y="34467"/>
                  </a:lnTo>
                  <a:lnTo>
                    <a:pt x="3316598" y="34443"/>
                  </a:lnTo>
                  <a:lnTo>
                    <a:pt x="3317669" y="34419"/>
                  </a:lnTo>
                  <a:lnTo>
                    <a:pt x="3318741" y="34395"/>
                  </a:lnTo>
                  <a:lnTo>
                    <a:pt x="3319813" y="34370"/>
                  </a:lnTo>
                  <a:lnTo>
                    <a:pt x="3320884" y="34345"/>
                  </a:lnTo>
                  <a:lnTo>
                    <a:pt x="3321956" y="34320"/>
                  </a:lnTo>
                  <a:lnTo>
                    <a:pt x="3323027" y="34295"/>
                  </a:lnTo>
                  <a:lnTo>
                    <a:pt x="3324099" y="34269"/>
                  </a:lnTo>
                  <a:lnTo>
                    <a:pt x="3325171" y="34244"/>
                  </a:lnTo>
                  <a:lnTo>
                    <a:pt x="3326242" y="34218"/>
                  </a:lnTo>
                  <a:lnTo>
                    <a:pt x="3327314" y="34191"/>
                  </a:lnTo>
                  <a:lnTo>
                    <a:pt x="3328385" y="34165"/>
                  </a:lnTo>
                  <a:lnTo>
                    <a:pt x="3329457" y="34138"/>
                  </a:lnTo>
                  <a:lnTo>
                    <a:pt x="3330529" y="34111"/>
                  </a:lnTo>
                  <a:lnTo>
                    <a:pt x="3331600" y="34084"/>
                  </a:lnTo>
                  <a:lnTo>
                    <a:pt x="3332672" y="34056"/>
                  </a:lnTo>
                  <a:lnTo>
                    <a:pt x="3333743" y="34029"/>
                  </a:lnTo>
                  <a:lnTo>
                    <a:pt x="3334815" y="34001"/>
                  </a:lnTo>
                  <a:lnTo>
                    <a:pt x="3335887" y="33973"/>
                  </a:lnTo>
                  <a:lnTo>
                    <a:pt x="3336958" y="33944"/>
                  </a:lnTo>
                  <a:lnTo>
                    <a:pt x="3338030" y="33916"/>
                  </a:lnTo>
                  <a:lnTo>
                    <a:pt x="3339101" y="33887"/>
                  </a:lnTo>
                  <a:lnTo>
                    <a:pt x="3340173" y="33858"/>
                  </a:lnTo>
                  <a:lnTo>
                    <a:pt x="3341245" y="33829"/>
                  </a:lnTo>
                  <a:lnTo>
                    <a:pt x="3342316" y="33799"/>
                  </a:lnTo>
                  <a:lnTo>
                    <a:pt x="3343388" y="33770"/>
                  </a:lnTo>
                  <a:lnTo>
                    <a:pt x="3344459" y="33740"/>
                  </a:lnTo>
                  <a:lnTo>
                    <a:pt x="3345531" y="33709"/>
                  </a:lnTo>
                  <a:lnTo>
                    <a:pt x="3346603" y="33679"/>
                  </a:lnTo>
                  <a:lnTo>
                    <a:pt x="3347674" y="33648"/>
                  </a:lnTo>
                  <a:lnTo>
                    <a:pt x="3348746" y="33617"/>
                  </a:lnTo>
                  <a:lnTo>
                    <a:pt x="3349817" y="33586"/>
                  </a:lnTo>
                  <a:lnTo>
                    <a:pt x="3350889" y="33555"/>
                  </a:lnTo>
                  <a:lnTo>
                    <a:pt x="3351961" y="33524"/>
                  </a:lnTo>
                  <a:lnTo>
                    <a:pt x="3353032" y="33492"/>
                  </a:lnTo>
                  <a:lnTo>
                    <a:pt x="3354104" y="33460"/>
                  </a:lnTo>
                  <a:lnTo>
                    <a:pt x="3355175" y="33428"/>
                  </a:lnTo>
                  <a:lnTo>
                    <a:pt x="3356247" y="33395"/>
                  </a:lnTo>
                  <a:lnTo>
                    <a:pt x="3357319" y="33363"/>
                  </a:lnTo>
                  <a:lnTo>
                    <a:pt x="3358390" y="33330"/>
                  </a:lnTo>
                  <a:lnTo>
                    <a:pt x="3359462" y="33297"/>
                  </a:lnTo>
                  <a:lnTo>
                    <a:pt x="3360533" y="33263"/>
                  </a:lnTo>
                  <a:lnTo>
                    <a:pt x="3361605" y="33230"/>
                  </a:lnTo>
                  <a:lnTo>
                    <a:pt x="3362677" y="33196"/>
                  </a:lnTo>
                  <a:lnTo>
                    <a:pt x="3363748" y="33162"/>
                  </a:lnTo>
                  <a:lnTo>
                    <a:pt x="3364820" y="33128"/>
                  </a:lnTo>
                  <a:lnTo>
                    <a:pt x="3365891" y="33093"/>
                  </a:lnTo>
                  <a:lnTo>
                    <a:pt x="3366963" y="33059"/>
                  </a:lnTo>
                  <a:lnTo>
                    <a:pt x="3368035" y="33024"/>
                  </a:lnTo>
                  <a:lnTo>
                    <a:pt x="3369106" y="32989"/>
                  </a:lnTo>
                  <a:lnTo>
                    <a:pt x="3370178" y="32953"/>
                  </a:lnTo>
                  <a:lnTo>
                    <a:pt x="3371249" y="32918"/>
                  </a:lnTo>
                  <a:lnTo>
                    <a:pt x="3372321" y="32882"/>
                  </a:lnTo>
                  <a:lnTo>
                    <a:pt x="3373392" y="32846"/>
                  </a:lnTo>
                  <a:lnTo>
                    <a:pt x="3374464" y="32810"/>
                  </a:lnTo>
                  <a:lnTo>
                    <a:pt x="3375536" y="32774"/>
                  </a:lnTo>
                  <a:lnTo>
                    <a:pt x="3376607" y="32737"/>
                  </a:lnTo>
                  <a:lnTo>
                    <a:pt x="3377679" y="32700"/>
                  </a:lnTo>
                  <a:lnTo>
                    <a:pt x="3378750" y="32663"/>
                  </a:lnTo>
                  <a:lnTo>
                    <a:pt x="3379822" y="32626"/>
                  </a:lnTo>
                  <a:lnTo>
                    <a:pt x="3380894" y="32589"/>
                  </a:lnTo>
                  <a:lnTo>
                    <a:pt x="3381965" y="32551"/>
                  </a:lnTo>
                  <a:lnTo>
                    <a:pt x="3383037" y="32513"/>
                  </a:lnTo>
                  <a:lnTo>
                    <a:pt x="3384108" y="32475"/>
                  </a:lnTo>
                  <a:lnTo>
                    <a:pt x="3385180" y="32437"/>
                  </a:lnTo>
                  <a:lnTo>
                    <a:pt x="3386252" y="32398"/>
                  </a:lnTo>
                  <a:lnTo>
                    <a:pt x="3387323" y="32359"/>
                  </a:lnTo>
                  <a:lnTo>
                    <a:pt x="3388395" y="32321"/>
                  </a:lnTo>
                  <a:lnTo>
                    <a:pt x="3389466" y="32281"/>
                  </a:lnTo>
                  <a:lnTo>
                    <a:pt x="3390538" y="32242"/>
                  </a:lnTo>
                  <a:lnTo>
                    <a:pt x="3391610" y="32202"/>
                  </a:lnTo>
                  <a:lnTo>
                    <a:pt x="3392681" y="32163"/>
                  </a:lnTo>
                  <a:lnTo>
                    <a:pt x="3393753" y="32123"/>
                  </a:lnTo>
                  <a:lnTo>
                    <a:pt x="3394824" y="32083"/>
                  </a:lnTo>
                  <a:lnTo>
                    <a:pt x="3395896" y="32042"/>
                  </a:lnTo>
                  <a:lnTo>
                    <a:pt x="3396968" y="32002"/>
                  </a:lnTo>
                  <a:lnTo>
                    <a:pt x="3398039" y="31961"/>
                  </a:lnTo>
                  <a:lnTo>
                    <a:pt x="3399111" y="31920"/>
                  </a:lnTo>
                  <a:lnTo>
                    <a:pt x="3400182" y="31878"/>
                  </a:lnTo>
                  <a:lnTo>
                    <a:pt x="3401254" y="31837"/>
                  </a:lnTo>
                  <a:lnTo>
                    <a:pt x="3402326" y="31795"/>
                  </a:lnTo>
                  <a:lnTo>
                    <a:pt x="3403397" y="31754"/>
                  </a:lnTo>
                  <a:lnTo>
                    <a:pt x="3404469" y="31712"/>
                  </a:lnTo>
                  <a:lnTo>
                    <a:pt x="3405540" y="31669"/>
                  </a:lnTo>
                  <a:lnTo>
                    <a:pt x="3406612" y="31627"/>
                  </a:lnTo>
                  <a:lnTo>
                    <a:pt x="3407684" y="31584"/>
                  </a:lnTo>
                  <a:lnTo>
                    <a:pt x="3408755" y="31541"/>
                  </a:lnTo>
                  <a:lnTo>
                    <a:pt x="3409827" y="31498"/>
                  </a:lnTo>
                  <a:lnTo>
                    <a:pt x="3410898" y="31455"/>
                  </a:lnTo>
                  <a:lnTo>
                    <a:pt x="3411970" y="31412"/>
                  </a:lnTo>
                  <a:lnTo>
                    <a:pt x="3413042" y="31368"/>
                  </a:lnTo>
                  <a:lnTo>
                    <a:pt x="3414113" y="31324"/>
                  </a:lnTo>
                  <a:lnTo>
                    <a:pt x="3415185" y="31280"/>
                  </a:lnTo>
                  <a:lnTo>
                    <a:pt x="3416256" y="31236"/>
                  </a:lnTo>
                  <a:lnTo>
                    <a:pt x="3417328" y="31191"/>
                  </a:lnTo>
                  <a:lnTo>
                    <a:pt x="3418400" y="31147"/>
                  </a:lnTo>
                  <a:lnTo>
                    <a:pt x="3419471" y="31102"/>
                  </a:lnTo>
                  <a:lnTo>
                    <a:pt x="3420543" y="31057"/>
                  </a:lnTo>
                  <a:lnTo>
                    <a:pt x="3421614" y="31011"/>
                  </a:lnTo>
                  <a:lnTo>
                    <a:pt x="3422686" y="30966"/>
                  </a:lnTo>
                  <a:lnTo>
                    <a:pt x="3423758" y="30920"/>
                  </a:lnTo>
                  <a:lnTo>
                    <a:pt x="3424829" y="30874"/>
                  </a:lnTo>
                  <a:lnTo>
                    <a:pt x="3425901" y="30828"/>
                  </a:lnTo>
                  <a:lnTo>
                    <a:pt x="3426972" y="30782"/>
                  </a:lnTo>
                  <a:lnTo>
                    <a:pt x="3428044" y="30736"/>
                  </a:lnTo>
                  <a:lnTo>
                    <a:pt x="3429116" y="30689"/>
                  </a:lnTo>
                  <a:lnTo>
                    <a:pt x="3430187" y="30642"/>
                  </a:lnTo>
                  <a:lnTo>
                    <a:pt x="3431259" y="30595"/>
                  </a:lnTo>
                  <a:lnTo>
                    <a:pt x="3432330" y="30548"/>
                  </a:lnTo>
                  <a:lnTo>
                    <a:pt x="3433402" y="30500"/>
                  </a:lnTo>
                  <a:lnTo>
                    <a:pt x="3434474" y="30453"/>
                  </a:lnTo>
                  <a:lnTo>
                    <a:pt x="3435545" y="30405"/>
                  </a:lnTo>
                  <a:lnTo>
                    <a:pt x="3436617" y="30357"/>
                  </a:lnTo>
                  <a:lnTo>
                    <a:pt x="3437688" y="30309"/>
                  </a:lnTo>
                  <a:lnTo>
                    <a:pt x="3438760" y="30261"/>
                  </a:lnTo>
                  <a:lnTo>
                    <a:pt x="3439832" y="30212"/>
                  </a:lnTo>
                  <a:lnTo>
                    <a:pt x="3440903" y="30163"/>
                  </a:lnTo>
                  <a:lnTo>
                    <a:pt x="3441975" y="30114"/>
                  </a:lnTo>
                  <a:lnTo>
                    <a:pt x="3443046" y="30065"/>
                  </a:lnTo>
                  <a:lnTo>
                    <a:pt x="3444118" y="30016"/>
                  </a:lnTo>
                  <a:lnTo>
                    <a:pt x="3445190" y="29966"/>
                  </a:lnTo>
                  <a:lnTo>
                    <a:pt x="3446261" y="29917"/>
                  </a:lnTo>
                  <a:lnTo>
                    <a:pt x="3447333" y="29867"/>
                  </a:lnTo>
                  <a:lnTo>
                    <a:pt x="3448404" y="29817"/>
                  </a:lnTo>
                  <a:lnTo>
                    <a:pt x="3449476" y="29766"/>
                  </a:lnTo>
                  <a:lnTo>
                    <a:pt x="3450548" y="29716"/>
                  </a:lnTo>
                  <a:lnTo>
                    <a:pt x="3451619" y="29665"/>
                  </a:lnTo>
                  <a:lnTo>
                    <a:pt x="3452691" y="29614"/>
                  </a:lnTo>
                  <a:lnTo>
                    <a:pt x="3453762" y="29563"/>
                  </a:lnTo>
                  <a:lnTo>
                    <a:pt x="3454834" y="29512"/>
                  </a:lnTo>
                  <a:lnTo>
                    <a:pt x="3455906" y="29461"/>
                  </a:lnTo>
                  <a:lnTo>
                    <a:pt x="3456977" y="29409"/>
                  </a:lnTo>
                  <a:lnTo>
                    <a:pt x="3458049" y="29357"/>
                  </a:lnTo>
                  <a:lnTo>
                    <a:pt x="3459120" y="29305"/>
                  </a:lnTo>
                  <a:lnTo>
                    <a:pt x="3460192" y="29253"/>
                  </a:lnTo>
                  <a:lnTo>
                    <a:pt x="3461264" y="29201"/>
                  </a:lnTo>
                  <a:lnTo>
                    <a:pt x="3462335" y="29148"/>
                  </a:lnTo>
                  <a:lnTo>
                    <a:pt x="3463407" y="29096"/>
                  </a:lnTo>
                  <a:lnTo>
                    <a:pt x="3464478" y="29043"/>
                  </a:lnTo>
                  <a:lnTo>
                    <a:pt x="3465550" y="28990"/>
                  </a:lnTo>
                  <a:lnTo>
                    <a:pt x="3466622" y="28937"/>
                  </a:lnTo>
                  <a:lnTo>
                    <a:pt x="3467693" y="28883"/>
                  </a:lnTo>
                  <a:lnTo>
                    <a:pt x="3468765" y="28830"/>
                  </a:lnTo>
                  <a:lnTo>
                    <a:pt x="3469836" y="28776"/>
                  </a:lnTo>
                  <a:lnTo>
                    <a:pt x="3470908" y="28722"/>
                  </a:lnTo>
                  <a:lnTo>
                    <a:pt x="3471980" y="28668"/>
                  </a:lnTo>
                  <a:lnTo>
                    <a:pt x="3473051" y="28613"/>
                  </a:lnTo>
                  <a:lnTo>
                    <a:pt x="3474123" y="28559"/>
                  </a:lnTo>
                  <a:lnTo>
                    <a:pt x="3475194" y="28504"/>
                  </a:lnTo>
                  <a:lnTo>
                    <a:pt x="3476266" y="28449"/>
                  </a:lnTo>
                  <a:lnTo>
                    <a:pt x="3477338" y="28394"/>
                  </a:lnTo>
                  <a:lnTo>
                    <a:pt x="3478409" y="28339"/>
                  </a:lnTo>
                  <a:lnTo>
                    <a:pt x="3479481" y="28284"/>
                  </a:lnTo>
                  <a:lnTo>
                    <a:pt x="3480552" y="28228"/>
                  </a:lnTo>
                  <a:lnTo>
                    <a:pt x="3481624" y="28172"/>
                  </a:lnTo>
                  <a:lnTo>
                    <a:pt x="3482696" y="28116"/>
                  </a:lnTo>
                  <a:lnTo>
                    <a:pt x="3483767" y="28060"/>
                  </a:lnTo>
                  <a:lnTo>
                    <a:pt x="3484839" y="28004"/>
                  </a:lnTo>
                  <a:lnTo>
                    <a:pt x="3485910" y="27948"/>
                  </a:lnTo>
                  <a:lnTo>
                    <a:pt x="3486982" y="27891"/>
                  </a:lnTo>
                  <a:lnTo>
                    <a:pt x="3488054" y="27834"/>
                  </a:lnTo>
                  <a:lnTo>
                    <a:pt x="3489125" y="27777"/>
                  </a:lnTo>
                  <a:lnTo>
                    <a:pt x="3490197" y="27720"/>
                  </a:lnTo>
                  <a:lnTo>
                    <a:pt x="3491268" y="27663"/>
                  </a:lnTo>
                  <a:lnTo>
                    <a:pt x="3492340" y="27605"/>
                  </a:lnTo>
                  <a:lnTo>
                    <a:pt x="3493412" y="27547"/>
                  </a:lnTo>
                  <a:lnTo>
                    <a:pt x="3494483" y="27490"/>
                  </a:lnTo>
                  <a:lnTo>
                    <a:pt x="3495555" y="27432"/>
                  </a:lnTo>
                  <a:lnTo>
                    <a:pt x="3496626" y="27373"/>
                  </a:lnTo>
                  <a:lnTo>
                    <a:pt x="3497698" y="27315"/>
                  </a:lnTo>
                  <a:lnTo>
                    <a:pt x="3498770" y="27257"/>
                  </a:lnTo>
                  <a:lnTo>
                    <a:pt x="3499841" y="27198"/>
                  </a:lnTo>
                  <a:lnTo>
                    <a:pt x="3500913" y="27139"/>
                  </a:lnTo>
                  <a:lnTo>
                    <a:pt x="3501984" y="27080"/>
                  </a:lnTo>
                  <a:lnTo>
                    <a:pt x="3503056" y="27021"/>
                  </a:lnTo>
                  <a:lnTo>
                    <a:pt x="3504128" y="26961"/>
                  </a:lnTo>
                  <a:lnTo>
                    <a:pt x="3505199" y="26902"/>
                  </a:lnTo>
                  <a:lnTo>
                    <a:pt x="3506271" y="26842"/>
                  </a:lnTo>
                  <a:lnTo>
                    <a:pt x="3507342" y="26782"/>
                  </a:lnTo>
                  <a:lnTo>
                    <a:pt x="3508414" y="26722"/>
                  </a:lnTo>
                  <a:lnTo>
                    <a:pt x="3509486" y="26662"/>
                  </a:lnTo>
                  <a:lnTo>
                    <a:pt x="3510557" y="26602"/>
                  </a:lnTo>
                  <a:lnTo>
                    <a:pt x="3511629" y="26541"/>
                  </a:lnTo>
                  <a:lnTo>
                    <a:pt x="3512700" y="26480"/>
                  </a:lnTo>
                  <a:lnTo>
                    <a:pt x="3513772" y="26419"/>
                  </a:lnTo>
                  <a:lnTo>
                    <a:pt x="3514844" y="26358"/>
                  </a:lnTo>
                  <a:lnTo>
                    <a:pt x="3515915" y="26297"/>
                  </a:lnTo>
                  <a:lnTo>
                    <a:pt x="3516987" y="26236"/>
                  </a:lnTo>
                  <a:lnTo>
                    <a:pt x="3518058" y="26174"/>
                  </a:lnTo>
                  <a:lnTo>
                    <a:pt x="3519130" y="26112"/>
                  </a:lnTo>
                  <a:lnTo>
                    <a:pt x="3520202" y="26050"/>
                  </a:lnTo>
                  <a:lnTo>
                    <a:pt x="3521273" y="25988"/>
                  </a:lnTo>
                  <a:lnTo>
                    <a:pt x="3522345" y="25926"/>
                  </a:lnTo>
                  <a:lnTo>
                    <a:pt x="3523416" y="25864"/>
                  </a:lnTo>
                  <a:lnTo>
                    <a:pt x="3524488" y="25801"/>
                  </a:lnTo>
                  <a:lnTo>
                    <a:pt x="3525560" y="25739"/>
                  </a:lnTo>
                  <a:lnTo>
                    <a:pt x="3526631" y="25676"/>
                  </a:lnTo>
                  <a:lnTo>
                    <a:pt x="3527703" y="25613"/>
                  </a:lnTo>
                  <a:lnTo>
                    <a:pt x="3528774" y="25550"/>
                  </a:lnTo>
                  <a:lnTo>
                    <a:pt x="3529846" y="25486"/>
                  </a:lnTo>
                  <a:lnTo>
                    <a:pt x="3530918" y="25423"/>
                  </a:lnTo>
                  <a:lnTo>
                    <a:pt x="3531989" y="25359"/>
                  </a:lnTo>
                  <a:lnTo>
                    <a:pt x="3533061" y="25295"/>
                  </a:lnTo>
                  <a:lnTo>
                    <a:pt x="3534132" y="25231"/>
                  </a:lnTo>
                  <a:lnTo>
                    <a:pt x="3535204" y="25167"/>
                  </a:lnTo>
                  <a:lnTo>
                    <a:pt x="3536276" y="25103"/>
                  </a:lnTo>
                  <a:lnTo>
                    <a:pt x="3537347" y="25038"/>
                  </a:lnTo>
                  <a:lnTo>
                    <a:pt x="3538419" y="24974"/>
                  </a:lnTo>
                  <a:lnTo>
                    <a:pt x="3539490" y="24909"/>
                  </a:lnTo>
                  <a:lnTo>
                    <a:pt x="3540562" y="24844"/>
                  </a:lnTo>
                  <a:lnTo>
                    <a:pt x="3541634" y="24779"/>
                  </a:lnTo>
                  <a:lnTo>
                    <a:pt x="3542705" y="24714"/>
                  </a:lnTo>
                  <a:lnTo>
                    <a:pt x="3543777" y="24648"/>
                  </a:lnTo>
                  <a:lnTo>
                    <a:pt x="3544848" y="24583"/>
                  </a:lnTo>
                  <a:lnTo>
                    <a:pt x="3545920" y="24517"/>
                  </a:lnTo>
                  <a:lnTo>
                    <a:pt x="3546992" y="24451"/>
                  </a:lnTo>
                  <a:lnTo>
                    <a:pt x="3548063" y="24385"/>
                  </a:lnTo>
                  <a:lnTo>
                    <a:pt x="3549135" y="24319"/>
                  </a:lnTo>
                  <a:lnTo>
                    <a:pt x="3550206" y="24252"/>
                  </a:lnTo>
                  <a:lnTo>
                    <a:pt x="3551278" y="24186"/>
                  </a:lnTo>
                  <a:lnTo>
                    <a:pt x="3552349" y="24119"/>
                  </a:lnTo>
                  <a:lnTo>
                    <a:pt x="3553421" y="24052"/>
                  </a:lnTo>
                  <a:lnTo>
                    <a:pt x="3554493" y="23985"/>
                  </a:lnTo>
                  <a:lnTo>
                    <a:pt x="3555564" y="23918"/>
                  </a:lnTo>
                  <a:lnTo>
                    <a:pt x="3556636" y="23851"/>
                  </a:lnTo>
                  <a:lnTo>
                    <a:pt x="3557707" y="23784"/>
                  </a:lnTo>
                  <a:lnTo>
                    <a:pt x="3558779" y="23716"/>
                  </a:lnTo>
                  <a:lnTo>
                    <a:pt x="3559851" y="23648"/>
                  </a:lnTo>
                  <a:lnTo>
                    <a:pt x="3560922" y="23580"/>
                  </a:lnTo>
                  <a:lnTo>
                    <a:pt x="3561994" y="23512"/>
                  </a:lnTo>
                  <a:lnTo>
                    <a:pt x="3563065" y="23444"/>
                  </a:lnTo>
                  <a:lnTo>
                    <a:pt x="3564137" y="23376"/>
                  </a:lnTo>
                  <a:lnTo>
                    <a:pt x="3565209" y="23307"/>
                  </a:lnTo>
                  <a:lnTo>
                    <a:pt x="3566280" y="23239"/>
                  </a:lnTo>
                  <a:lnTo>
                    <a:pt x="3567352" y="23170"/>
                  </a:lnTo>
                  <a:lnTo>
                    <a:pt x="3568423" y="23101"/>
                  </a:lnTo>
                  <a:lnTo>
                    <a:pt x="3569495" y="23032"/>
                  </a:lnTo>
                  <a:lnTo>
                    <a:pt x="3570567" y="22963"/>
                  </a:lnTo>
                  <a:lnTo>
                    <a:pt x="3571638" y="22893"/>
                  </a:lnTo>
                  <a:lnTo>
                    <a:pt x="3572710" y="22824"/>
                  </a:lnTo>
                  <a:lnTo>
                    <a:pt x="3573781" y="22754"/>
                  </a:lnTo>
                  <a:lnTo>
                    <a:pt x="3574853" y="22684"/>
                  </a:lnTo>
                  <a:lnTo>
                    <a:pt x="3575925" y="22614"/>
                  </a:lnTo>
                  <a:lnTo>
                    <a:pt x="3576996" y="22544"/>
                  </a:lnTo>
                  <a:lnTo>
                    <a:pt x="3578068" y="22474"/>
                  </a:lnTo>
                  <a:lnTo>
                    <a:pt x="3579139" y="22403"/>
                  </a:lnTo>
                  <a:lnTo>
                    <a:pt x="3580211" y="22333"/>
                  </a:lnTo>
                  <a:lnTo>
                    <a:pt x="3581283" y="22262"/>
                  </a:lnTo>
                  <a:lnTo>
                    <a:pt x="3582354" y="22191"/>
                  </a:lnTo>
                  <a:lnTo>
                    <a:pt x="3583426" y="22120"/>
                  </a:lnTo>
                  <a:lnTo>
                    <a:pt x="3584497" y="22049"/>
                  </a:lnTo>
                  <a:lnTo>
                    <a:pt x="3585569" y="21978"/>
                  </a:lnTo>
                  <a:lnTo>
                    <a:pt x="3586641" y="21906"/>
                  </a:lnTo>
                  <a:lnTo>
                    <a:pt x="3587712" y="21835"/>
                  </a:lnTo>
                  <a:lnTo>
                    <a:pt x="3588784" y="21763"/>
                  </a:lnTo>
                  <a:lnTo>
                    <a:pt x="3589855" y="21691"/>
                  </a:lnTo>
                  <a:lnTo>
                    <a:pt x="3590927" y="21619"/>
                  </a:lnTo>
                  <a:lnTo>
                    <a:pt x="3591999" y="21547"/>
                  </a:lnTo>
                  <a:lnTo>
                    <a:pt x="3593070" y="21475"/>
                  </a:lnTo>
                  <a:lnTo>
                    <a:pt x="3594142" y="21402"/>
                  </a:lnTo>
                  <a:lnTo>
                    <a:pt x="3595213" y="21330"/>
                  </a:lnTo>
                  <a:lnTo>
                    <a:pt x="3596285" y="21257"/>
                  </a:lnTo>
                  <a:lnTo>
                    <a:pt x="3597357" y="21184"/>
                  </a:lnTo>
                  <a:lnTo>
                    <a:pt x="3598428" y="21111"/>
                  </a:lnTo>
                  <a:lnTo>
                    <a:pt x="3599500" y="21038"/>
                  </a:lnTo>
                  <a:lnTo>
                    <a:pt x="3600571" y="20965"/>
                  </a:lnTo>
                  <a:lnTo>
                    <a:pt x="3601643" y="20891"/>
                  </a:lnTo>
                  <a:lnTo>
                    <a:pt x="3602715" y="20818"/>
                  </a:lnTo>
                  <a:lnTo>
                    <a:pt x="3603786" y="20744"/>
                  </a:lnTo>
                  <a:lnTo>
                    <a:pt x="3604858" y="20670"/>
                  </a:lnTo>
                  <a:lnTo>
                    <a:pt x="3605929" y="20596"/>
                  </a:lnTo>
                  <a:lnTo>
                    <a:pt x="3607001" y="20522"/>
                  </a:lnTo>
                  <a:lnTo>
                    <a:pt x="3608073" y="20448"/>
                  </a:lnTo>
                  <a:lnTo>
                    <a:pt x="3609144" y="20373"/>
                  </a:lnTo>
                  <a:lnTo>
                    <a:pt x="3610216" y="20299"/>
                  </a:lnTo>
                  <a:lnTo>
                    <a:pt x="3611287" y="20224"/>
                  </a:lnTo>
                  <a:lnTo>
                    <a:pt x="3612359" y="20149"/>
                  </a:lnTo>
                  <a:lnTo>
                    <a:pt x="3613431" y="20074"/>
                  </a:lnTo>
                  <a:lnTo>
                    <a:pt x="3614502" y="19999"/>
                  </a:lnTo>
                  <a:lnTo>
                    <a:pt x="3615574" y="19924"/>
                  </a:lnTo>
                  <a:lnTo>
                    <a:pt x="3616645" y="19848"/>
                  </a:lnTo>
                  <a:lnTo>
                    <a:pt x="3617717" y="19773"/>
                  </a:lnTo>
                  <a:lnTo>
                    <a:pt x="3618789" y="19697"/>
                  </a:lnTo>
                  <a:lnTo>
                    <a:pt x="3619860" y="19622"/>
                  </a:lnTo>
                  <a:lnTo>
                    <a:pt x="3620932" y="19546"/>
                  </a:lnTo>
                  <a:lnTo>
                    <a:pt x="3622003" y="19470"/>
                  </a:lnTo>
                  <a:lnTo>
                    <a:pt x="3623075" y="19393"/>
                  </a:lnTo>
                  <a:lnTo>
                    <a:pt x="3624147" y="19317"/>
                  </a:lnTo>
                  <a:lnTo>
                    <a:pt x="3625218" y="19241"/>
                  </a:lnTo>
                  <a:lnTo>
                    <a:pt x="3626290" y="19164"/>
                  </a:lnTo>
                  <a:lnTo>
                    <a:pt x="3627361" y="19087"/>
                  </a:lnTo>
                  <a:lnTo>
                    <a:pt x="3628433" y="19010"/>
                  </a:lnTo>
                  <a:lnTo>
                    <a:pt x="3629505" y="18934"/>
                  </a:lnTo>
                  <a:lnTo>
                    <a:pt x="3630576" y="18856"/>
                  </a:lnTo>
                  <a:lnTo>
                    <a:pt x="3631648" y="18779"/>
                  </a:lnTo>
                  <a:lnTo>
                    <a:pt x="3632719" y="18702"/>
                  </a:lnTo>
                  <a:lnTo>
                    <a:pt x="3633791" y="18624"/>
                  </a:lnTo>
                  <a:lnTo>
                    <a:pt x="3634863" y="18547"/>
                  </a:lnTo>
                  <a:lnTo>
                    <a:pt x="3635934" y="18469"/>
                  </a:lnTo>
                  <a:lnTo>
                    <a:pt x="3637006" y="18391"/>
                  </a:lnTo>
                  <a:lnTo>
                    <a:pt x="3638077" y="18313"/>
                  </a:lnTo>
                  <a:lnTo>
                    <a:pt x="3639149" y="18235"/>
                  </a:lnTo>
                  <a:lnTo>
                    <a:pt x="3640221" y="18156"/>
                  </a:lnTo>
                  <a:lnTo>
                    <a:pt x="3641292" y="18078"/>
                  </a:lnTo>
                  <a:lnTo>
                    <a:pt x="3642364" y="17999"/>
                  </a:lnTo>
                  <a:lnTo>
                    <a:pt x="3643435" y="17921"/>
                  </a:lnTo>
                  <a:lnTo>
                    <a:pt x="3644507" y="17842"/>
                  </a:lnTo>
                  <a:lnTo>
                    <a:pt x="3645579" y="17763"/>
                  </a:lnTo>
                  <a:lnTo>
                    <a:pt x="3646650" y="17684"/>
                  </a:lnTo>
                  <a:lnTo>
                    <a:pt x="3647722" y="17605"/>
                  </a:lnTo>
                  <a:lnTo>
                    <a:pt x="3648793" y="17525"/>
                  </a:lnTo>
                  <a:lnTo>
                    <a:pt x="3649865" y="17446"/>
                  </a:lnTo>
                  <a:lnTo>
                    <a:pt x="3650937" y="17366"/>
                  </a:lnTo>
                  <a:lnTo>
                    <a:pt x="3652008" y="17287"/>
                  </a:lnTo>
                  <a:lnTo>
                    <a:pt x="3653080" y="17207"/>
                  </a:lnTo>
                  <a:lnTo>
                    <a:pt x="3654151" y="17127"/>
                  </a:lnTo>
                  <a:lnTo>
                    <a:pt x="3655223" y="17047"/>
                  </a:lnTo>
                  <a:lnTo>
                    <a:pt x="3656295" y="16966"/>
                  </a:lnTo>
                  <a:lnTo>
                    <a:pt x="3657366" y="16886"/>
                  </a:lnTo>
                  <a:lnTo>
                    <a:pt x="3658438" y="16806"/>
                  </a:lnTo>
                  <a:lnTo>
                    <a:pt x="3659509" y="16725"/>
                  </a:lnTo>
                  <a:lnTo>
                    <a:pt x="3660581" y="16644"/>
                  </a:lnTo>
                  <a:lnTo>
                    <a:pt x="3661653" y="16563"/>
                  </a:lnTo>
                  <a:lnTo>
                    <a:pt x="3662724" y="16482"/>
                  </a:lnTo>
                  <a:lnTo>
                    <a:pt x="3663796" y="16401"/>
                  </a:lnTo>
                  <a:lnTo>
                    <a:pt x="3664867" y="16320"/>
                  </a:lnTo>
                  <a:lnTo>
                    <a:pt x="3665939" y="16239"/>
                  </a:lnTo>
                  <a:lnTo>
                    <a:pt x="3667011" y="16157"/>
                  </a:lnTo>
                  <a:lnTo>
                    <a:pt x="3668082" y="16076"/>
                  </a:lnTo>
                  <a:lnTo>
                    <a:pt x="3669154" y="15994"/>
                  </a:lnTo>
                  <a:lnTo>
                    <a:pt x="3670225" y="15912"/>
                  </a:lnTo>
                  <a:lnTo>
                    <a:pt x="3671297" y="15830"/>
                  </a:lnTo>
                  <a:lnTo>
                    <a:pt x="3672369" y="15748"/>
                  </a:lnTo>
                  <a:lnTo>
                    <a:pt x="3673440" y="15666"/>
                  </a:lnTo>
                  <a:lnTo>
                    <a:pt x="3674512" y="15583"/>
                  </a:lnTo>
                  <a:lnTo>
                    <a:pt x="3675583" y="15501"/>
                  </a:lnTo>
                  <a:lnTo>
                    <a:pt x="3676655" y="15418"/>
                  </a:lnTo>
                  <a:lnTo>
                    <a:pt x="3677727" y="15336"/>
                  </a:lnTo>
                  <a:lnTo>
                    <a:pt x="3678798" y="15253"/>
                  </a:lnTo>
                  <a:lnTo>
                    <a:pt x="3679870" y="15170"/>
                  </a:lnTo>
                  <a:lnTo>
                    <a:pt x="3680941" y="15087"/>
                  </a:lnTo>
                  <a:lnTo>
                    <a:pt x="3682013" y="15004"/>
                  </a:lnTo>
                  <a:lnTo>
                    <a:pt x="3683085" y="14920"/>
                  </a:lnTo>
                  <a:lnTo>
                    <a:pt x="3684156" y="14837"/>
                  </a:lnTo>
                  <a:lnTo>
                    <a:pt x="3685228" y="14753"/>
                  </a:lnTo>
                  <a:lnTo>
                    <a:pt x="3686299" y="14670"/>
                  </a:lnTo>
                  <a:lnTo>
                    <a:pt x="3687371" y="14586"/>
                  </a:lnTo>
                  <a:lnTo>
                    <a:pt x="3688443" y="14502"/>
                  </a:lnTo>
                  <a:lnTo>
                    <a:pt x="3689514" y="14418"/>
                  </a:lnTo>
                  <a:lnTo>
                    <a:pt x="3690586" y="14334"/>
                  </a:lnTo>
                  <a:lnTo>
                    <a:pt x="3691657" y="14250"/>
                  </a:lnTo>
                  <a:lnTo>
                    <a:pt x="3692729" y="14165"/>
                  </a:lnTo>
                  <a:lnTo>
                    <a:pt x="3693801" y="14081"/>
                  </a:lnTo>
                  <a:lnTo>
                    <a:pt x="3694872" y="13996"/>
                  </a:lnTo>
                  <a:lnTo>
                    <a:pt x="3695944" y="13911"/>
                  </a:lnTo>
                  <a:lnTo>
                    <a:pt x="3697015" y="13827"/>
                  </a:lnTo>
                  <a:lnTo>
                    <a:pt x="3698087" y="13742"/>
                  </a:lnTo>
                  <a:lnTo>
                    <a:pt x="3699159" y="13657"/>
                  </a:lnTo>
                  <a:lnTo>
                    <a:pt x="3700230" y="13571"/>
                  </a:lnTo>
                  <a:lnTo>
                    <a:pt x="3701302" y="13486"/>
                  </a:lnTo>
                  <a:lnTo>
                    <a:pt x="3702373" y="13401"/>
                  </a:lnTo>
                  <a:lnTo>
                    <a:pt x="3703445" y="13315"/>
                  </a:lnTo>
                  <a:lnTo>
                    <a:pt x="3704517" y="13229"/>
                  </a:lnTo>
                  <a:lnTo>
                    <a:pt x="3705588" y="13144"/>
                  </a:lnTo>
                  <a:lnTo>
                    <a:pt x="3706660" y="13058"/>
                  </a:lnTo>
                  <a:lnTo>
                    <a:pt x="3707731" y="12972"/>
                  </a:lnTo>
                  <a:lnTo>
                    <a:pt x="3708803" y="12886"/>
                  </a:lnTo>
                  <a:lnTo>
                    <a:pt x="3709875" y="12799"/>
                  </a:lnTo>
                  <a:lnTo>
                    <a:pt x="3710946" y="12713"/>
                  </a:lnTo>
                  <a:lnTo>
                    <a:pt x="3712018" y="12627"/>
                  </a:lnTo>
                  <a:lnTo>
                    <a:pt x="3713089" y="12540"/>
                  </a:lnTo>
                  <a:lnTo>
                    <a:pt x="3714161" y="12453"/>
                  </a:lnTo>
                  <a:lnTo>
                    <a:pt x="3715233" y="12367"/>
                  </a:lnTo>
                  <a:lnTo>
                    <a:pt x="3716304" y="12280"/>
                  </a:lnTo>
                  <a:lnTo>
                    <a:pt x="3717376" y="12193"/>
                  </a:lnTo>
                  <a:lnTo>
                    <a:pt x="3718447" y="12105"/>
                  </a:lnTo>
                  <a:lnTo>
                    <a:pt x="3719519" y="12018"/>
                  </a:lnTo>
                  <a:lnTo>
                    <a:pt x="3720591" y="11931"/>
                  </a:lnTo>
                  <a:lnTo>
                    <a:pt x="3721662" y="11843"/>
                  </a:lnTo>
                  <a:lnTo>
                    <a:pt x="3722734" y="11756"/>
                  </a:lnTo>
                  <a:lnTo>
                    <a:pt x="3723805" y="11668"/>
                  </a:lnTo>
                  <a:lnTo>
                    <a:pt x="3724877" y="11580"/>
                  </a:lnTo>
                  <a:lnTo>
                    <a:pt x="3725949" y="11492"/>
                  </a:lnTo>
                  <a:lnTo>
                    <a:pt x="3727020" y="11404"/>
                  </a:lnTo>
                  <a:lnTo>
                    <a:pt x="3728092" y="11316"/>
                  </a:lnTo>
                  <a:lnTo>
                    <a:pt x="3729163" y="11228"/>
                  </a:lnTo>
                  <a:lnTo>
                    <a:pt x="3730235" y="11140"/>
                  </a:lnTo>
                  <a:lnTo>
                    <a:pt x="3731306" y="11051"/>
                  </a:lnTo>
                  <a:lnTo>
                    <a:pt x="3732378" y="10963"/>
                  </a:lnTo>
                  <a:lnTo>
                    <a:pt x="3733450" y="10874"/>
                  </a:lnTo>
                  <a:lnTo>
                    <a:pt x="3734521" y="10785"/>
                  </a:lnTo>
                  <a:lnTo>
                    <a:pt x="3735593" y="10696"/>
                  </a:lnTo>
                  <a:lnTo>
                    <a:pt x="3736664" y="10607"/>
                  </a:lnTo>
                  <a:lnTo>
                    <a:pt x="3737736" y="10518"/>
                  </a:lnTo>
                  <a:lnTo>
                    <a:pt x="3738808" y="10429"/>
                  </a:lnTo>
                  <a:lnTo>
                    <a:pt x="3739879" y="10340"/>
                  </a:lnTo>
                  <a:lnTo>
                    <a:pt x="3740951" y="10250"/>
                  </a:lnTo>
                  <a:lnTo>
                    <a:pt x="3742022" y="10161"/>
                  </a:lnTo>
                  <a:lnTo>
                    <a:pt x="3743094" y="10071"/>
                  </a:lnTo>
                  <a:lnTo>
                    <a:pt x="3744166" y="9981"/>
                  </a:lnTo>
                  <a:lnTo>
                    <a:pt x="3745237" y="9891"/>
                  </a:lnTo>
                  <a:lnTo>
                    <a:pt x="3746309" y="9801"/>
                  </a:lnTo>
                  <a:lnTo>
                    <a:pt x="3747380" y="9711"/>
                  </a:lnTo>
                  <a:lnTo>
                    <a:pt x="3748452" y="9621"/>
                  </a:lnTo>
                  <a:lnTo>
                    <a:pt x="3749524" y="9531"/>
                  </a:lnTo>
                  <a:lnTo>
                    <a:pt x="3750595" y="9440"/>
                  </a:lnTo>
                  <a:lnTo>
                    <a:pt x="3751667" y="9350"/>
                  </a:lnTo>
                  <a:lnTo>
                    <a:pt x="3752738" y="9259"/>
                  </a:lnTo>
                  <a:lnTo>
                    <a:pt x="3753810" y="9168"/>
                  </a:lnTo>
                  <a:lnTo>
                    <a:pt x="3754882" y="9078"/>
                  </a:lnTo>
                  <a:lnTo>
                    <a:pt x="3755953" y="8987"/>
                  </a:lnTo>
                  <a:lnTo>
                    <a:pt x="3757025" y="8896"/>
                  </a:lnTo>
                  <a:lnTo>
                    <a:pt x="3758096" y="8804"/>
                  </a:lnTo>
                  <a:lnTo>
                    <a:pt x="3759168" y="8713"/>
                  </a:lnTo>
                  <a:lnTo>
                    <a:pt x="3760240" y="8622"/>
                  </a:lnTo>
                  <a:lnTo>
                    <a:pt x="3761311" y="8530"/>
                  </a:lnTo>
                  <a:lnTo>
                    <a:pt x="3762383" y="8439"/>
                  </a:lnTo>
                  <a:lnTo>
                    <a:pt x="3763454" y="8347"/>
                  </a:lnTo>
                  <a:lnTo>
                    <a:pt x="3764526" y="8255"/>
                  </a:lnTo>
                  <a:lnTo>
                    <a:pt x="3765598" y="8164"/>
                  </a:lnTo>
                  <a:lnTo>
                    <a:pt x="3766669" y="8072"/>
                  </a:lnTo>
                  <a:lnTo>
                    <a:pt x="3767741" y="7980"/>
                  </a:lnTo>
                  <a:lnTo>
                    <a:pt x="3768812" y="7887"/>
                  </a:lnTo>
                  <a:lnTo>
                    <a:pt x="3769884" y="7795"/>
                  </a:lnTo>
                  <a:lnTo>
                    <a:pt x="3770956" y="7703"/>
                  </a:lnTo>
                  <a:lnTo>
                    <a:pt x="3772027" y="7610"/>
                  </a:lnTo>
                  <a:lnTo>
                    <a:pt x="3773099" y="7518"/>
                  </a:lnTo>
                  <a:lnTo>
                    <a:pt x="3774170" y="7425"/>
                  </a:lnTo>
                  <a:lnTo>
                    <a:pt x="3775242" y="7332"/>
                  </a:lnTo>
                  <a:lnTo>
                    <a:pt x="3776314" y="7239"/>
                  </a:lnTo>
                  <a:lnTo>
                    <a:pt x="3777385" y="7146"/>
                  </a:lnTo>
                  <a:lnTo>
                    <a:pt x="3778457" y="7053"/>
                  </a:lnTo>
                  <a:lnTo>
                    <a:pt x="3779528" y="6960"/>
                  </a:lnTo>
                  <a:lnTo>
                    <a:pt x="3780600" y="6867"/>
                  </a:lnTo>
                  <a:lnTo>
                    <a:pt x="3781672" y="6773"/>
                  </a:lnTo>
                  <a:lnTo>
                    <a:pt x="3782743" y="6680"/>
                  </a:lnTo>
                  <a:lnTo>
                    <a:pt x="3783815" y="6586"/>
                  </a:lnTo>
                  <a:lnTo>
                    <a:pt x="3784886" y="6493"/>
                  </a:lnTo>
                  <a:lnTo>
                    <a:pt x="3785958" y="6399"/>
                  </a:lnTo>
                  <a:lnTo>
                    <a:pt x="3787030" y="6305"/>
                  </a:lnTo>
                  <a:lnTo>
                    <a:pt x="3788101" y="6211"/>
                  </a:lnTo>
                  <a:lnTo>
                    <a:pt x="3789173" y="6117"/>
                  </a:lnTo>
                  <a:lnTo>
                    <a:pt x="3790244" y="6023"/>
                  </a:lnTo>
                  <a:lnTo>
                    <a:pt x="3791316" y="5928"/>
                  </a:lnTo>
                  <a:lnTo>
                    <a:pt x="3792388" y="5834"/>
                  </a:lnTo>
                  <a:lnTo>
                    <a:pt x="3793459" y="5740"/>
                  </a:lnTo>
                  <a:lnTo>
                    <a:pt x="3794531" y="5645"/>
                  </a:lnTo>
                  <a:lnTo>
                    <a:pt x="3795602" y="5550"/>
                  </a:lnTo>
                  <a:lnTo>
                    <a:pt x="3796674" y="5456"/>
                  </a:lnTo>
                  <a:lnTo>
                    <a:pt x="3797746" y="5361"/>
                  </a:lnTo>
                  <a:lnTo>
                    <a:pt x="3798817" y="5266"/>
                  </a:lnTo>
                  <a:lnTo>
                    <a:pt x="3799889" y="5171"/>
                  </a:lnTo>
                  <a:lnTo>
                    <a:pt x="3800960" y="5076"/>
                  </a:lnTo>
                  <a:lnTo>
                    <a:pt x="3802032" y="4980"/>
                  </a:lnTo>
                  <a:lnTo>
                    <a:pt x="3803104" y="4885"/>
                  </a:lnTo>
                  <a:lnTo>
                    <a:pt x="3804175" y="4790"/>
                  </a:lnTo>
                  <a:lnTo>
                    <a:pt x="3805247" y="4694"/>
                  </a:lnTo>
                  <a:lnTo>
                    <a:pt x="3806318" y="4598"/>
                  </a:lnTo>
                  <a:lnTo>
                    <a:pt x="3807390" y="4503"/>
                  </a:lnTo>
                  <a:lnTo>
                    <a:pt x="3808462" y="4407"/>
                  </a:lnTo>
                  <a:lnTo>
                    <a:pt x="3809533" y="4311"/>
                  </a:lnTo>
                  <a:lnTo>
                    <a:pt x="3810605" y="4215"/>
                  </a:lnTo>
                  <a:lnTo>
                    <a:pt x="3811676" y="4119"/>
                  </a:lnTo>
                  <a:lnTo>
                    <a:pt x="3812748" y="4023"/>
                  </a:lnTo>
                  <a:lnTo>
                    <a:pt x="3813820" y="3926"/>
                  </a:lnTo>
                  <a:lnTo>
                    <a:pt x="3814891" y="3830"/>
                  </a:lnTo>
                  <a:lnTo>
                    <a:pt x="3815963" y="3734"/>
                  </a:lnTo>
                  <a:lnTo>
                    <a:pt x="3817034" y="3637"/>
                  </a:lnTo>
                  <a:lnTo>
                    <a:pt x="3818106" y="3540"/>
                  </a:lnTo>
                  <a:lnTo>
                    <a:pt x="3819178" y="3444"/>
                  </a:lnTo>
                  <a:lnTo>
                    <a:pt x="3820249" y="3347"/>
                  </a:lnTo>
                  <a:lnTo>
                    <a:pt x="3821321" y="3250"/>
                  </a:lnTo>
                  <a:lnTo>
                    <a:pt x="3822392" y="3153"/>
                  </a:lnTo>
                  <a:lnTo>
                    <a:pt x="3823464" y="3056"/>
                  </a:lnTo>
                  <a:lnTo>
                    <a:pt x="3824536" y="2958"/>
                  </a:lnTo>
                  <a:lnTo>
                    <a:pt x="3825607" y="2861"/>
                  </a:lnTo>
                  <a:lnTo>
                    <a:pt x="3826679" y="2764"/>
                  </a:lnTo>
                  <a:lnTo>
                    <a:pt x="3827750" y="2666"/>
                  </a:lnTo>
                  <a:lnTo>
                    <a:pt x="3828822" y="2569"/>
                  </a:lnTo>
                  <a:lnTo>
                    <a:pt x="3829894" y="2471"/>
                  </a:lnTo>
                  <a:lnTo>
                    <a:pt x="3830965" y="2373"/>
                  </a:lnTo>
                  <a:lnTo>
                    <a:pt x="3832037" y="2275"/>
                  </a:lnTo>
                  <a:lnTo>
                    <a:pt x="3833108" y="2177"/>
                  </a:lnTo>
                  <a:lnTo>
                    <a:pt x="3834180" y="2079"/>
                  </a:lnTo>
                  <a:lnTo>
                    <a:pt x="3835252" y="1981"/>
                  </a:lnTo>
                  <a:lnTo>
                    <a:pt x="3836323" y="1883"/>
                  </a:lnTo>
                  <a:lnTo>
                    <a:pt x="3837395" y="1784"/>
                  </a:lnTo>
                  <a:lnTo>
                    <a:pt x="3838466" y="1686"/>
                  </a:lnTo>
                  <a:lnTo>
                    <a:pt x="3839538" y="1588"/>
                  </a:lnTo>
                  <a:lnTo>
                    <a:pt x="3840610" y="1489"/>
                  </a:lnTo>
                  <a:lnTo>
                    <a:pt x="3841681" y="1390"/>
                  </a:lnTo>
                  <a:lnTo>
                    <a:pt x="3842753" y="1292"/>
                  </a:lnTo>
                  <a:lnTo>
                    <a:pt x="3843824" y="1193"/>
                  </a:lnTo>
                  <a:lnTo>
                    <a:pt x="3844896" y="1094"/>
                  </a:lnTo>
                  <a:lnTo>
                    <a:pt x="3845968" y="995"/>
                  </a:lnTo>
                  <a:lnTo>
                    <a:pt x="3847039" y="896"/>
                  </a:lnTo>
                  <a:lnTo>
                    <a:pt x="3848111" y="796"/>
                  </a:lnTo>
                  <a:lnTo>
                    <a:pt x="3849182" y="697"/>
                  </a:lnTo>
                  <a:lnTo>
                    <a:pt x="3850254" y="598"/>
                  </a:lnTo>
                  <a:lnTo>
                    <a:pt x="3851326" y="498"/>
                  </a:lnTo>
                  <a:lnTo>
                    <a:pt x="3852397" y="399"/>
                  </a:lnTo>
                  <a:lnTo>
                    <a:pt x="3853469" y="299"/>
                  </a:lnTo>
                  <a:lnTo>
                    <a:pt x="3854540" y="199"/>
                  </a:lnTo>
                  <a:lnTo>
                    <a:pt x="3855612" y="99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684231" y="4509979"/>
              <a:ext cx="3856684" cy="1182108"/>
            </a:xfrm>
            <a:custGeom>
              <a:avLst/>
              <a:gdLst/>
              <a:ahLst/>
              <a:cxnLst/>
              <a:rect l="0" t="0" r="0" b="0"/>
              <a:pathLst>
                <a:path w="3856684" h="1182108">
                  <a:moveTo>
                    <a:pt x="3856684" y="145042"/>
                  </a:moveTo>
                  <a:lnTo>
                    <a:pt x="3855612" y="144829"/>
                  </a:lnTo>
                  <a:lnTo>
                    <a:pt x="3854540" y="144616"/>
                  </a:lnTo>
                  <a:lnTo>
                    <a:pt x="3853469" y="144403"/>
                  </a:lnTo>
                  <a:lnTo>
                    <a:pt x="3852397" y="144190"/>
                  </a:lnTo>
                  <a:lnTo>
                    <a:pt x="3851326" y="143977"/>
                  </a:lnTo>
                  <a:lnTo>
                    <a:pt x="3850254" y="143764"/>
                  </a:lnTo>
                  <a:lnTo>
                    <a:pt x="3849182" y="143551"/>
                  </a:lnTo>
                  <a:lnTo>
                    <a:pt x="3848111" y="143339"/>
                  </a:lnTo>
                  <a:lnTo>
                    <a:pt x="3847039" y="143126"/>
                  </a:lnTo>
                  <a:lnTo>
                    <a:pt x="3845968" y="142913"/>
                  </a:lnTo>
                  <a:lnTo>
                    <a:pt x="3844896" y="142701"/>
                  </a:lnTo>
                  <a:lnTo>
                    <a:pt x="3843824" y="142488"/>
                  </a:lnTo>
                  <a:lnTo>
                    <a:pt x="3842753" y="142275"/>
                  </a:lnTo>
                  <a:lnTo>
                    <a:pt x="3841681" y="142063"/>
                  </a:lnTo>
                  <a:lnTo>
                    <a:pt x="3840610" y="141850"/>
                  </a:lnTo>
                  <a:lnTo>
                    <a:pt x="3839538" y="141638"/>
                  </a:lnTo>
                  <a:lnTo>
                    <a:pt x="3838466" y="141425"/>
                  </a:lnTo>
                  <a:lnTo>
                    <a:pt x="3837395" y="141213"/>
                  </a:lnTo>
                  <a:lnTo>
                    <a:pt x="3836323" y="141001"/>
                  </a:lnTo>
                  <a:lnTo>
                    <a:pt x="3835252" y="140788"/>
                  </a:lnTo>
                  <a:lnTo>
                    <a:pt x="3834180" y="140576"/>
                  </a:lnTo>
                  <a:lnTo>
                    <a:pt x="3833108" y="140364"/>
                  </a:lnTo>
                  <a:lnTo>
                    <a:pt x="3832037" y="140152"/>
                  </a:lnTo>
                  <a:lnTo>
                    <a:pt x="3830965" y="139940"/>
                  </a:lnTo>
                  <a:lnTo>
                    <a:pt x="3829894" y="139727"/>
                  </a:lnTo>
                  <a:lnTo>
                    <a:pt x="3828822" y="139515"/>
                  </a:lnTo>
                  <a:lnTo>
                    <a:pt x="3827750" y="139303"/>
                  </a:lnTo>
                  <a:lnTo>
                    <a:pt x="3826679" y="139091"/>
                  </a:lnTo>
                  <a:lnTo>
                    <a:pt x="3825607" y="138879"/>
                  </a:lnTo>
                  <a:lnTo>
                    <a:pt x="3824536" y="138667"/>
                  </a:lnTo>
                  <a:lnTo>
                    <a:pt x="3823464" y="138456"/>
                  </a:lnTo>
                  <a:lnTo>
                    <a:pt x="3822392" y="138244"/>
                  </a:lnTo>
                  <a:lnTo>
                    <a:pt x="3821321" y="138032"/>
                  </a:lnTo>
                  <a:lnTo>
                    <a:pt x="3820249" y="137820"/>
                  </a:lnTo>
                  <a:lnTo>
                    <a:pt x="3819178" y="137608"/>
                  </a:lnTo>
                  <a:lnTo>
                    <a:pt x="3818106" y="137397"/>
                  </a:lnTo>
                  <a:lnTo>
                    <a:pt x="3817034" y="137185"/>
                  </a:lnTo>
                  <a:lnTo>
                    <a:pt x="3815963" y="136973"/>
                  </a:lnTo>
                  <a:lnTo>
                    <a:pt x="3814891" y="136762"/>
                  </a:lnTo>
                  <a:lnTo>
                    <a:pt x="3813820" y="136550"/>
                  </a:lnTo>
                  <a:lnTo>
                    <a:pt x="3812748" y="136339"/>
                  </a:lnTo>
                  <a:lnTo>
                    <a:pt x="3811676" y="136128"/>
                  </a:lnTo>
                  <a:lnTo>
                    <a:pt x="3810605" y="135916"/>
                  </a:lnTo>
                  <a:lnTo>
                    <a:pt x="3809533" y="135705"/>
                  </a:lnTo>
                  <a:lnTo>
                    <a:pt x="3808462" y="135493"/>
                  </a:lnTo>
                  <a:lnTo>
                    <a:pt x="3807390" y="135282"/>
                  </a:lnTo>
                  <a:lnTo>
                    <a:pt x="3806318" y="135071"/>
                  </a:lnTo>
                  <a:lnTo>
                    <a:pt x="3805247" y="134860"/>
                  </a:lnTo>
                  <a:lnTo>
                    <a:pt x="3804175" y="134649"/>
                  </a:lnTo>
                  <a:lnTo>
                    <a:pt x="3803104" y="134438"/>
                  </a:lnTo>
                  <a:lnTo>
                    <a:pt x="3802032" y="134226"/>
                  </a:lnTo>
                  <a:lnTo>
                    <a:pt x="3800960" y="134015"/>
                  </a:lnTo>
                  <a:lnTo>
                    <a:pt x="3799889" y="133805"/>
                  </a:lnTo>
                  <a:lnTo>
                    <a:pt x="3798817" y="133594"/>
                  </a:lnTo>
                  <a:lnTo>
                    <a:pt x="3797746" y="133383"/>
                  </a:lnTo>
                  <a:lnTo>
                    <a:pt x="3796674" y="133172"/>
                  </a:lnTo>
                  <a:lnTo>
                    <a:pt x="3795602" y="132961"/>
                  </a:lnTo>
                  <a:lnTo>
                    <a:pt x="3794531" y="132750"/>
                  </a:lnTo>
                  <a:lnTo>
                    <a:pt x="3793459" y="132540"/>
                  </a:lnTo>
                  <a:lnTo>
                    <a:pt x="3792388" y="132329"/>
                  </a:lnTo>
                  <a:lnTo>
                    <a:pt x="3791316" y="132118"/>
                  </a:lnTo>
                  <a:lnTo>
                    <a:pt x="3790244" y="131908"/>
                  </a:lnTo>
                  <a:lnTo>
                    <a:pt x="3789173" y="131697"/>
                  </a:lnTo>
                  <a:lnTo>
                    <a:pt x="3788101" y="131487"/>
                  </a:lnTo>
                  <a:lnTo>
                    <a:pt x="3787030" y="131276"/>
                  </a:lnTo>
                  <a:lnTo>
                    <a:pt x="3785958" y="131066"/>
                  </a:lnTo>
                  <a:lnTo>
                    <a:pt x="3784886" y="130856"/>
                  </a:lnTo>
                  <a:lnTo>
                    <a:pt x="3783815" y="130645"/>
                  </a:lnTo>
                  <a:lnTo>
                    <a:pt x="3782743" y="130435"/>
                  </a:lnTo>
                  <a:lnTo>
                    <a:pt x="3781672" y="130225"/>
                  </a:lnTo>
                  <a:lnTo>
                    <a:pt x="3780600" y="130015"/>
                  </a:lnTo>
                  <a:lnTo>
                    <a:pt x="3779528" y="129805"/>
                  </a:lnTo>
                  <a:lnTo>
                    <a:pt x="3778457" y="129595"/>
                  </a:lnTo>
                  <a:lnTo>
                    <a:pt x="3777385" y="129385"/>
                  </a:lnTo>
                  <a:lnTo>
                    <a:pt x="3776314" y="129175"/>
                  </a:lnTo>
                  <a:lnTo>
                    <a:pt x="3775242" y="128965"/>
                  </a:lnTo>
                  <a:lnTo>
                    <a:pt x="3774170" y="128755"/>
                  </a:lnTo>
                  <a:lnTo>
                    <a:pt x="3773099" y="128545"/>
                  </a:lnTo>
                  <a:lnTo>
                    <a:pt x="3772027" y="128335"/>
                  </a:lnTo>
                  <a:lnTo>
                    <a:pt x="3770956" y="128126"/>
                  </a:lnTo>
                  <a:lnTo>
                    <a:pt x="3769884" y="127916"/>
                  </a:lnTo>
                  <a:lnTo>
                    <a:pt x="3768812" y="127706"/>
                  </a:lnTo>
                  <a:lnTo>
                    <a:pt x="3767741" y="127497"/>
                  </a:lnTo>
                  <a:lnTo>
                    <a:pt x="3766669" y="127287"/>
                  </a:lnTo>
                  <a:lnTo>
                    <a:pt x="3765598" y="127078"/>
                  </a:lnTo>
                  <a:lnTo>
                    <a:pt x="3764526" y="126868"/>
                  </a:lnTo>
                  <a:lnTo>
                    <a:pt x="3763454" y="126659"/>
                  </a:lnTo>
                  <a:lnTo>
                    <a:pt x="3762383" y="126450"/>
                  </a:lnTo>
                  <a:lnTo>
                    <a:pt x="3761311" y="126240"/>
                  </a:lnTo>
                  <a:lnTo>
                    <a:pt x="3760240" y="126031"/>
                  </a:lnTo>
                  <a:lnTo>
                    <a:pt x="3759168" y="125822"/>
                  </a:lnTo>
                  <a:lnTo>
                    <a:pt x="3758096" y="125613"/>
                  </a:lnTo>
                  <a:lnTo>
                    <a:pt x="3757025" y="125404"/>
                  </a:lnTo>
                  <a:lnTo>
                    <a:pt x="3755953" y="125195"/>
                  </a:lnTo>
                  <a:lnTo>
                    <a:pt x="3754882" y="124986"/>
                  </a:lnTo>
                  <a:lnTo>
                    <a:pt x="3753810" y="124777"/>
                  </a:lnTo>
                  <a:lnTo>
                    <a:pt x="3752738" y="124568"/>
                  </a:lnTo>
                  <a:lnTo>
                    <a:pt x="3751667" y="124359"/>
                  </a:lnTo>
                  <a:lnTo>
                    <a:pt x="3750595" y="124150"/>
                  </a:lnTo>
                  <a:lnTo>
                    <a:pt x="3749524" y="123942"/>
                  </a:lnTo>
                  <a:lnTo>
                    <a:pt x="3748452" y="123733"/>
                  </a:lnTo>
                  <a:lnTo>
                    <a:pt x="3747380" y="123524"/>
                  </a:lnTo>
                  <a:lnTo>
                    <a:pt x="3746309" y="123316"/>
                  </a:lnTo>
                  <a:lnTo>
                    <a:pt x="3745237" y="123107"/>
                  </a:lnTo>
                  <a:lnTo>
                    <a:pt x="3744166" y="122899"/>
                  </a:lnTo>
                  <a:lnTo>
                    <a:pt x="3743094" y="122691"/>
                  </a:lnTo>
                  <a:lnTo>
                    <a:pt x="3742022" y="122482"/>
                  </a:lnTo>
                  <a:lnTo>
                    <a:pt x="3740951" y="122274"/>
                  </a:lnTo>
                  <a:lnTo>
                    <a:pt x="3739879" y="122066"/>
                  </a:lnTo>
                  <a:lnTo>
                    <a:pt x="3738808" y="121858"/>
                  </a:lnTo>
                  <a:lnTo>
                    <a:pt x="3737736" y="121649"/>
                  </a:lnTo>
                  <a:lnTo>
                    <a:pt x="3736664" y="121441"/>
                  </a:lnTo>
                  <a:lnTo>
                    <a:pt x="3735593" y="121233"/>
                  </a:lnTo>
                  <a:lnTo>
                    <a:pt x="3734521" y="121025"/>
                  </a:lnTo>
                  <a:lnTo>
                    <a:pt x="3733450" y="120818"/>
                  </a:lnTo>
                  <a:lnTo>
                    <a:pt x="3732378" y="120610"/>
                  </a:lnTo>
                  <a:lnTo>
                    <a:pt x="3731306" y="120402"/>
                  </a:lnTo>
                  <a:lnTo>
                    <a:pt x="3730235" y="120194"/>
                  </a:lnTo>
                  <a:lnTo>
                    <a:pt x="3729163" y="119987"/>
                  </a:lnTo>
                  <a:lnTo>
                    <a:pt x="3728092" y="119779"/>
                  </a:lnTo>
                  <a:lnTo>
                    <a:pt x="3727020" y="119571"/>
                  </a:lnTo>
                  <a:lnTo>
                    <a:pt x="3725949" y="119364"/>
                  </a:lnTo>
                  <a:lnTo>
                    <a:pt x="3724877" y="119156"/>
                  </a:lnTo>
                  <a:lnTo>
                    <a:pt x="3723805" y="118949"/>
                  </a:lnTo>
                  <a:lnTo>
                    <a:pt x="3722734" y="118742"/>
                  </a:lnTo>
                  <a:lnTo>
                    <a:pt x="3721662" y="118534"/>
                  </a:lnTo>
                  <a:lnTo>
                    <a:pt x="3720591" y="118327"/>
                  </a:lnTo>
                  <a:lnTo>
                    <a:pt x="3719519" y="118120"/>
                  </a:lnTo>
                  <a:lnTo>
                    <a:pt x="3718447" y="117913"/>
                  </a:lnTo>
                  <a:lnTo>
                    <a:pt x="3717376" y="117706"/>
                  </a:lnTo>
                  <a:lnTo>
                    <a:pt x="3716304" y="117499"/>
                  </a:lnTo>
                  <a:lnTo>
                    <a:pt x="3715233" y="117292"/>
                  </a:lnTo>
                  <a:lnTo>
                    <a:pt x="3714161" y="117085"/>
                  </a:lnTo>
                  <a:lnTo>
                    <a:pt x="3713089" y="116878"/>
                  </a:lnTo>
                  <a:lnTo>
                    <a:pt x="3712018" y="116672"/>
                  </a:lnTo>
                  <a:lnTo>
                    <a:pt x="3710946" y="116465"/>
                  </a:lnTo>
                  <a:lnTo>
                    <a:pt x="3709875" y="116258"/>
                  </a:lnTo>
                  <a:lnTo>
                    <a:pt x="3708803" y="116052"/>
                  </a:lnTo>
                  <a:lnTo>
                    <a:pt x="3707731" y="115845"/>
                  </a:lnTo>
                  <a:lnTo>
                    <a:pt x="3706660" y="115639"/>
                  </a:lnTo>
                  <a:lnTo>
                    <a:pt x="3705588" y="115433"/>
                  </a:lnTo>
                  <a:lnTo>
                    <a:pt x="3704517" y="115226"/>
                  </a:lnTo>
                  <a:lnTo>
                    <a:pt x="3703445" y="115020"/>
                  </a:lnTo>
                  <a:lnTo>
                    <a:pt x="3702373" y="114814"/>
                  </a:lnTo>
                  <a:lnTo>
                    <a:pt x="3701302" y="114608"/>
                  </a:lnTo>
                  <a:lnTo>
                    <a:pt x="3700230" y="114402"/>
                  </a:lnTo>
                  <a:lnTo>
                    <a:pt x="3699159" y="114196"/>
                  </a:lnTo>
                  <a:lnTo>
                    <a:pt x="3698087" y="113990"/>
                  </a:lnTo>
                  <a:lnTo>
                    <a:pt x="3697015" y="113784"/>
                  </a:lnTo>
                  <a:lnTo>
                    <a:pt x="3695944" y="113578"/>
                  </a:lnTo>
                  <a:lnTo>
                    <a:pt x="3694872" y="113372"/>
                  </a:lnTo>
                  <a:lnTo>
                    <a:pt x="3693801" y="113167"/>
                  </a:lnTo>
                  <a:lnTo>
                    <a:pt x="3692729" y="112961"/>
                  </a:lnTo>
                  <a:lnTo>
                    <a:pt x="3691657" y="112756"/>
                  </a:lnTo>
                  <a:lnTo>
                    <a:pt x="3690586" y="112550"/>
                  </a:lnTo>
                  <a:lnTo>
                    <a:pt x="3689514" y="112345"/>
                  </a:lnTo>
                  <a:lnTo>
                    <a:pt x="3688443" y="112139"/>
                  </a:lnTo>
                  <a:lnTo>
                    <a:pt x="3687371" y="111934"/>
                  </a:lnTo>
                  <a:lnTo>
                    <a:pt x="3686299" y="111729"/>
                  </a:lnTo>
                  <a:lnTo>
                    <a:pt x="3685228" y="111524"/>
                  </a:lnTo>
                  <a:lnTo>
                    <a:pt x="3684156" y="111319"/>
                  </a:lnTo>
                  <a:lnTo>
                    <a:pt x="3683085" y="111114"/>
                  </a:lnTo>
                  <a:lnTo>
                    <a:pt x="3682013" y="110909"/>
                  </a:lnTo>
                  <a:lnTo>
                    <a:pt x="3680941" y="110704"/>
                  </a:lnTo>
                  <a:lnTo>
                    <a:pt x="3679870" y="110499"/>
                  </a:lnTo>
                  <a:lnTo>
                    <a:pt x="3678798" y="110294"/>
                  </a:lnTo>
                  <a:lnTo>
                    <a:pt x="3677727" y="110089"/>
                  </a:lnTo>
                  <a:lnTo>
                    <a:pt x="3676655" y="109885"/>
                  </a:lnTo>
                  <a:lnTo>
                    <a:pt x="3675583" y="109680"/>
                  </a:lnTo>
                  <a:lnTo>
                    <a:pt x="3674512" y="109476"/>
                  </a:lnTo>
                  <a:lnTo>
                    <a:pt x="3673440" y="109271"/>
                  </a:lnTo>
                  <a:lnTo>
                    <a:pt x="3672369" y="109067"/>
                  </a:lnTo>
                  <a:lnTo>
                    <a:pt x="3671297" y="108863"/>
                  </a:lnTo>
                  <a:lnTo>
                    <a:pt x="3670225" y="108659"/>
                  </a:lnTo>
                  <a:lnTo>
                    <a:pt x="3669154" y="108454"/>
                  </a:lnTo>
                  <a:lnTo>
                    <a:pt x="3668082" y="108250"/>
                  </a:lnTo>
                  <a:lnTo>
                    <a:pt x="3667011" y="108046"/>
                  </a:lnTo>
                  <a:lnTo>
                    <a:pt x="3665939" y="107842"/>
                  </a:lnTo>
                  <a:lnTo>
                    <a:pt x="3664867" y="107639"/>
                  </a:lnTo>
                  <a:lnTo>
                    <a:pt x="3663796" y="107435"/>
                  </a:lnTo>
                  <a:lnTo>
                    <a:pt x="3662724" y="107231"/>
                  </a:lnTo>
                  <a:lnTo>
                    <a:pt x="3661653" y="107027"/>
                  </a:lnTo>
                  <a:lnTo>
                    <a:pt x="3660581" y="106824"/>
                  </a:lnTo>
                  <a:lnTo>
                    <a:pt x="3659509" y="106620"/>
                  </a:lnTo>
                  <a:lnTo>
                    <a:pt x="3658438" y="106417"/>
                  </a:lnTo>
                  <a:lnTo>
                    <a:pt x="3657366" y="106214"/>
                  </a:lnTo>
                  <a:lnTo>
                    <a:pt x="3656295" y="106010"/>
                  </a:lnTo>
                  <a:lnTo>
                    <a:pt x="3655223" y="105807"/>
                  </a:lnTo>
                  <a:lnTo>
                    <a:pt x="3654151" y="105604"/>
                  </a:lnTo>
                  <a:lnTo>
                    <a:pt x="3653080" y="105401"/>
                  </a:lnTo>
                  <a:lnTo>
                    <a:pt x="3652008" y="105198"/>
                  </a:lnTo>
                  <a:lnTo>
                    <a:pt x="3650937" y="104995"/>
                  </a:lnTo>
                  <a:lnTo>
                    <a:pt x="3649865" y="104792"/>
                  </a:lnTo>
                  <a:lnTo>
                    <a:pt x="3648793" y="104589"/>
                  </a:lnTo>
                  <a:lnTo>
                    <a:pt x="3647722" y="104387"/>
                  </a:lnTo>
                  <a:lnTo>
                    <a:pt x="3646650" y="104184"/>
                  </a:lnTo>
                  <a:lnTo>
                    <a:pt x="3645579" y="103981"/>
                  </a:lnTo>
                  <a:lnTo>
                    <a:pt x="3644507" y="103779"/>
                  </a:lnTo>
                  <a:lnTo>
                    <a:pt x="3643435" y="103577"/>
                  </a:lnTo>
                  <a:lnTo>
                    <a:pt x="3642364" y="103374"/>
                  </a:lnTo>
                  <a:lnTo>
                    <a:pt x="3641292" y="103172"/>
                  </a:lnTo>
                  <a:lnTo>
                    <a:pt x="3640221" y="102970"/>
                  </a:lnTo>
                  <a:lnTo>
                    <a:pt x="3639149" y="102768"/>
                  </a:lnTo>
                  <a:lnTo>
                    <a:pt x="3638077" y="102566"/>
                  </a:lnTo>
                  <a:lnTo>
                    <a:pt x="3637006" y="102364"/>
                  </a:lnTo>
                  <a:lnTo>
                    <a:pt x="3635934" y="102162"/>
                  </a:lnTo>
                  <a:lnTo>
                    <a:pt x="3634863" y="101960"/>
                  </a:lnTo>
                  <a:lnTo>
                    <a:pt x="3633791" y="101758"/>
                  </a:lnTo>
                  <a:lnTo>
                    <a:pt x="3632719" y="101557"/>
                  </a:lnTo>
                  <a:lnTo>
                    <a:pt x="3631648" y="101355"/>
                  </a:lnTo>
                  <a:lnTo>
                    <a:pt x="3630576" y="101154"/>
                  </a:lnTo>
                  <a:lnTo>
                    <a:pt x="3629505" y="100952"/>
                  </a:lnTo>
                  <a:lnTo>
                    <a:pt x="3628433" y="100751"/>
                  </a:lnTo>
                  <a:lnTo>
                    <a:pt x="3627361" y="100550"/>
                  </a:lnTo>
                  <a:lnTo>
                    <a:pt x="3626290" y="100349"/>
                  </a:lnTo>
                  <a:lnTo>
                    <a:pt x="3625218" y="100148"/>
                  </a:lnTo>
                  <a:lnTo>
                    <a:pt x="3624147" y="99947"/>
                  </a:lnTo>
                  <a:lnTo>
                    <a:pt x="3623075" y="99746"/>
                  </a:lnTo>
                  <a:lnTo>
                    <a:pt x="3622003" y="99545"/>
                  </a:lnTo>
                  <a:lnTo>
                    <a:pt x="3620932" y="99344"/>
                  </a:lnTo>
                  <a:lnTo>
                    <a:pt x="3619860" y="99143"/>
                  </a:lnTo>
                  <a:lnTo>
                    <a:pt x="3618789" y="98943"/>
                  </a:lnTo>
                  <a:lnTo>
                    <a:pt x="3617717" y="98742"/>
                  </a:lnTo>
                  <a:lnTo>
                    <a:pt x="3616645" y="98542"/>
                  </a:lnTo>
                  <a:lnTo>
                    <a:pt x="3615574" y="98342"/>
                  </a:lnTo>
                  <a:lnTo>
                    <a:pt x="3614502" y="98141"/>
                  </a:lnTo>
                  <a:lnTo>
                    <a:pt x="3613431" y="97941"/>
                  </a:lnTo>
                  <a:lnTo>
                    <a:pt x="3612359" y="97741"/>
                  </a:lnTo>
                  <a:lnTo>
                    <a:pt x="3611287" y="97541"/>
                  </a:lnTo>
                  <a:lnTo>
                    <a:pt x="3610216" y="97341"/>
                  </a:lnTo>
                  <a:lnTo>
                    <a:pt x="3609144" y="97141"/>
                  </a:lnTo>
                  <a:lnTo>
                    <a:pt x="3608073" y="96942"/>
                  </a:lnTo>
                  <a:lnTo>
                    <a:pt x="3607001" y="96742"/>
                  </a:lnTo>
                  <a:lnTo>
                    <a:pt x="3605929" y="96542"/>
                  </a:lnTo>
                  <a:lnTo>
                    <a:pt x="3604858" y="96343"/>
                  </a:lnTo>
                  <a:lnTo>
                    <a:pt x="3603786" y="96143"/>
                  </a:lnTo>
                  <a:lnTo>
                    <a:pt x="3602715" y="95944"/>
                  </a:lnTo>
                  <a:lnTo>
                    <a:pt x="3601643" y="95745"/>
                  </a:lnTo>
                  <a:lnTo>
                    <a:pt x="3600571" y="95546"/>
                  </a:lnTo>
                  <a:lnTo>
                    <a:pt x="3599500" y="95347"/>
                  </a:lnTo>
                  <a:lnTo>
                    <a:pt x="3598428" y="95148"/>
                  </a:lnTo>
                  <a:lnTo>
                    <a:pt x="3597357" y="94949"/>
                  </a:lnTo>
                  <a:lnTo>
                    <a:pt x="3596285" y="94750"/>
                  </a:lnTo>
                  <a:lnTo>
                    <a:pt x="3595213" y="94551"/>
                  </a:lnTo>
                  <a:lnTo>
                    <a:pt x="3594142" y="94352"/>
                  </a:lnTo>
                  <a:lnTo>
                    <a:pt x="3593070" y="94154"/>
                  </a:lnTo>
                  <a:lnTo>
                    <a:pt x="3591999" y="93955"/>
                  </a:lnTo>
                  <a:lnTo>
                    <a:pt x="3590927" y="93757"/>
                  </a:lnTo>
                  <a:lnTo>
                    <a:pt x="3589855" y="93559"/>
                  </a:lnTo>
                  <a:lnTo>
                    <a:pt x="3588784" y="93361"/>
                  </a:lnTo>
                  <a:lnTo>
                    <a:pt x="3587712" y="93163"/>
                  </a:lnTo>
                  <a:lnTo>
                    <a:pt x="3586641" y="92965"/>
                  </a:lnTo>
                  <a:lnTo>
                    <a:pt x="3585569" y="92767"/>
                  </a:lnTo>
                  <a:lnTo>
                    <a:pt x="3584497" y="92569"/>
                  </a:lnTo>
                  <a:lnTo>
                    <a:pt x="3583426" y="92371"/>
                  </a:lnTo>
                  <a:lnTo>
                    <a:pt x="3582354" y="92173"/>
                  </a:lnTo>
                  <a:lnTo>
                    <a:pt x="3581283" y="91976"/>
                  </a:lnTo>
                  <a:lnTo>
                    <a:pt x="3580211" y="91778"/>
                  </a:lnTo>
                  <a:lnTo>
                    <a:pt x="3579139" y="91581"/>
                  </a:lnTo>
                  <a:lnTo>
                    <a:pt x="3578068" y="91384"/>
                  </a:lnTo>
                  <a:lnTo>
                    <a:pt x="3576996" y="91187"/>
                  </a:lnTo>
                  <a:lnTo>
                    <a:pt x="3575925" y="90989"/>
                  </a:lnTo>
                  <a:lnTo>
                    <a:pt x="3574853" y="90792"/>
                  </a:lnTo>
                  <a:lnTo>
                    <a:pt x="3573781" y="90596"/>
                  </a:lnTo>
                  <a:lnTo>
                    <a:pt x="3572710" y="90399"/>
                  </a:lnTo>
                  <a:lnTo>
                    <a:pt x="3571638" y="90202"/>
                  </a:lnTo>
                  <a:lnTo>
                    <a:pt x="3570567" y="90005"/>
                  </a:lnTo>
                  <a:lnTo>
                    <a:pt x="3569495" y="89809"/>
                  </a:lnTo>
                  <a:lnTo>
                    <a:pt x="3568423" y="89612"/>
                  </a:lnTo>
                  <a:lnTo>
                    <a:pt x="3567352" y="89416"/>
                  </a:lnTo>
                  <a:lnTo>
                    <a:pt x="3566280" y="89220"/>
                  </a:lnTo>
                  <a:lnTo>
                    <a:pt x="3565209" y="89024"/>
                  </a:lnTo>
                  <a:lnTo>
                    <a:pt x="3564137" y="88828"/>
                  </a:lnTo>
                  <a:lnTo>
                    <a:pt x="3563065" y="88632"/>
                  </a:lnTo>
                  <a:lnTo>
                    <a:pt x="3561994" y="88436"/>
                  </a:lnTo>
                  <a:lnTo>
                    <a:pt x="3560922" y="88240"/>
                  </a:lnTo>
                  <a:lnTo>
                    <a:pt x="3559851" y="88044"/>
                  </a:lnTo>
                  <a:lnTo>
                    <a:pt x="3558779" y="87849"/>
                  </a:lnTo>
                  <a:lnTo>
                    <a:pt x="3557707" y="87653"/>
                  </a:lnTo>
                  <a:lnTo>
                    <a:pt x="3556636" y="87458"/>
                  </a:lnTo>
                  <a:lnTo>
                    <a:pt x="3555564" y="87263"/>
                  </a:lnTo>
                  <a:lnTo>
                    <a:pt x="3554493" y="87068"/>
                  </a:lnTo>
                  <a:lnTo>
                    <a:pt x="3553421" y="86873"/>
                  </a:lnTo>
                  <a:lnTo>
                    <a:pt x="3552349" y="86678"/>
                  </a:lnTo>
                  <a:lnTo>
                    <a:pt x="3551278" y="86483"/>
                  </a:lnTo>
                  <a:lnTo>
                    <a:pt x="3550206" y="86288"/>
                  </a:lnTo>
                  <a:lnTo>
                    <a:pt x="3549135" y="86093"/>
                  </a:lnTo>
                  <a:lnTo>
                    <a:pt x="3548063" y="85899"/>
                  </a:lnTo>
                  <a:lnTo>
                    <a:pt x="3546992" y="85704"/>
                  </a:lnTo>
                  <a:lnTo>
                    <a:pt x="3545920" y="85510"/>
                  </a:lnTo>
                  <a:lnTo>
                    <a:pt x="3544848" y="85316"/>
                  </a:lnTo>
                  <a:lnTo>
                    <a:pt x="3543777" y="85121"/>
                  </a:lnTo>
                  <a:lnTo>
                    <a:pt x="3542705" y="84927"/>
                  </a:lnTo>
                  <a:lnTo>
                    <a:pt x="3541634" y="84733"/>
                  </a:lnTo>
                  <a:lnTo>
                    <a:pt x="3540562" y="84540"/>
                  </a:lnTo>
                  <a:lnTo>
                    <a:pt x="3539490" y="84346"/>
                  </a:lnTo>
                  <a:lnTo>
                    <a:pt x="3538419" y="84152"/>
                  </a:lnTo>
                  <a:lnTo>
                    <a:pt x="3537347" y="83959"/>
                  </a:lnTo>
                  <a:lnTo>
                    <a:pt x="3536276" y="83765"/>
                  </a:lnTo>
                  <a:lnTo>
                    <a:pt x="3535204" y="83572"/>
                  </a:lnTo>
                  <a:lnTo>
                    <a:pt x="3534132" y="83379"/>
                  </a:lnTo>
                  <a:lnTo>
                    <a:pt x="3533061" y="83186"/>
                  </a:lnTo>
                  <a:lnTo>
                    <a:pt x="3531989" y="82993"/>
                  </a:lnTo>
                  <a:lnTo>
                    <a:pt x="3530918" y="82800"/>
                  </a:lnTo>
                  <a:lnTo>
                    <a:pt x="3529846" y="82607"/>
                  </a:lnTo>
                  <a:lnTo>
                    <a:pt x="3528774" y="82414"/>
                  </a:lnTo>
                  <a:lnTo>
                    <a:pt x="3527703" y="82222"/>
                  </a:lnTo>
                  <a:lnTo>
                    <a:pt x="3526631" y="82029"/>
                  </a:lnTo>
                  <a:lnTo>
                    <a:pt x="3525560" y="81837"/>
                  </a:lnTo>
                  <a:lnTo>
                    <a:pt x="3524488" y="81644"/>
                  </a:lnTo>
                  <a:lnTo>
                    <a:pt x="3523416" y="81452"/>
                  </a:lnTo>
                  <a:lnTo>
                    <a:pt x="3522345" y="81260"/>
                  </a:lnTo>
                  <a:lnTo>
                    <a:pt x="3521273" y="81068"/>
                  </a:lnTo>
                  <a:lnTo>
                    <a:pt x="3520202" y="80876"/>
                  </a:lnTo>
                  <a:lnTo>
                    <a:pt x="3519130" y="80685"/>
                  </a:lnTo>
                  <a:lnTo>
                    <a:pt x="3518058" y="80493"/>
                  </a:lnTo>
                  <a:lnTo>
                    <a:pt x="3516987" y="80302"/>
                  </a:lnTo>
                  <a:lnTo>
                    <a:pt x="3515915" y="80110"/>
                  </a:lnTo>
                  <a:lnTo>
                    <a:pt x="3514844" y="79919"/>
                  </a:lnTo>
                  <a:lnTo>
                    <a:pt x="3513772" y="79728"/>
                  </a:lnTo>
                  <a:lnTo>
                    <a:pt x="3512700" y="79537"/>
                  </a:lnTo>
                  <a:lnTo>
                    <a:pt x="3511629" y="79346"/>
                  </a:lnTo>
                  <a:lnTo>
                    <a:pt x="3510557" y="79155"/>
                  </a:lnTo>
                  <a:lnTo>
                    <a:pt x="3509486" y="78964"/>
                  </a:lnTo>
                  <a:lnTo>
                    <a:pt x="3508414" y="78774"/>
                  </a:lnTo>
                  <a:lnTo>
                    <a:pt x="3507342" y="78583"/>
                  </a:lnTo>
                  <a:lnTo>
                    <a:pt x="3506271" y="78393"/>
                  </a:lnTo>
                  <a:lnTo>
                    <a:pt x="3505199" y="78203"/>
                  </a:lnTo>
                  <a:lnTo>
                    <a:pt x="3504128" y="78012"/>
                  </a:lnTo>
                  <a:lnTo>
                    <a:pt x="3503056" y="77822"/>
                  </a:lnTo>
                  <a:lnTo>
                    <a:pt x="3501984" y="77632"/>
                  </a:lnTo>
                  <a:lnTo>
                    <a:pt x="3500913" y="77443"/>
                  </a:lnTo>
                  <a:lnTo>
                    <a:pt x="3499841" y="77253"/>
                  </a:lnTo>
                  <a:lnTo>
                    <a:pt x="3498770" y="77063"/>
                  </a:lnTo>
                  <a:lnTo>
                    <a:pt x="3497698" y="76874"/>
                  </a:lnTo>
                  <a:lnTo>
                    <a:pt x="3496626" y="76685"/>
                  </a:lnTo>
                  <a:lnTo>
                    <a:pt x="3495555" y="76495"/>
                  </a:lnTo>
                  <a:lnTo>
                    <a:pt x="3494483" y="76306"/>
                  </a:lnTo>
                  <a:lnTo>
                    <a:pt x="3493412" y="76117"/>
                  </a:lnTo>
                  <a:lnTo>
                    <a:pt x="3492340" y="75928"/>
                  </a:lnTo>
                  <a:lnTo>
                    <a:pt x="3491268" y="75740"/>
                  </a:lnTo>
                  <a:lnTo>
                    <a:pt x="3490197" y="75551"/>
                  </a:lnTo>
                  <a:lnTo>
                    <a:pt x="3489125" y="75363"/>
                  </a:lnTo>
                  <a:lnTo>
                    <a:pt x="3488054" y="75174"/>
                  </a:lnTo>
                  <a:lnTo>
                    <a:pt x="3486982" y="74986"/>
                  </a:lnTo>
                  <a:lnTo>
                    <a:pt x="3485910" y="74798"/>
                  </a:lnTo>
                  <a:lnTo>
                    <a:pt x="3484839" y="74610"/>
                  </a:lnTo>
                  <a:lnTo>
                    <a:pt x="3483767" y="74422"/>
                  </a:lnTo>
                  <a:lnTo>
                    <a:pt x="3482696" y="74234"/>
                  </a:lnTo>
                  <a:lnTo>
                    <a:pt x="3481624" y="74046"/>
                  </a:lnTo>
                  <a:lnTo>
                    <a:pt x="3480552" y="73859"/>
                  </a:lnTo>
                  <a:lnTo>
                    <a:pt x="3479481" y="73671"/>
                  </a:lnTo>
                  <a:lnTo>
                    <a:pt x="3478409" y="73484"/>
                  </a:lnTo>
                  <a:lnTo>
                    <a:pt x="3477338" y="73297"/>
                  </a:lnTo>
                  <a:lnTo>
                    <a:pt x="3476266" y="73110"/>
                  </a:lnTo>
                  <a:lnTo>
                    <a:pt x="3475194" y="72923"/>
                  </a:lnTo>
                  <a:lnTo>
                    <a:pt x="3474123" y="72736"/>
                  </a:lnTo>
                  <a:lnTo>
                    <a:pt x="3473051" y="72550"/>
                  </a:lnTo>
                  <a:lnTo>
                    <a:pt x="3471980" y="72363"/>
                  </a:lnTo>
                  <a:lnTo>
                    <a:pt x="3470908" y="72177"/>
                  </a:lnTo>
                  <a:lnTo>
                    <a:pt x="3469836" y="71990"/>
                  </a:lnTo>
                  <a:lnTo>
                    <a:pt x="3468765" y="71804"/>
                  </a:lnTo>
                  <a:lnTo>
                    <a:pt x="3467693" y="71618"/>
                  </a:lnTo>
                  <a:lnTo>
                    <a:pt x="3466622" y="71432"/>
                  </a:lnTo>
                  <a:lnTo>
                    <a:pt x="3465550" y="71246"/>
                  </a:lnTo>
                  <a:lnTo>
                    <a:pt x="3464478" y="71061"/>
                  </a:lnTo>
                  <a:lnTo>
                    <a:pt x="3463407" y="70875"/>
                  </a:lnTo>
                  <a:lnTo>
                    <a:pt x="3462335" y="70690"/>
                  </a:lnTo>
                  <a:lnTo>
                    <a:pt x="3461264" y="70504"/>
                  </a:lnTo>
                  <a:lnTo>
                    <a:pt x="3460192" y="70319"/>
                  </a:lnTo>
                  <a:lnTo>
                    <a:pt x="3459120" y="70134"/>
                  </a:lnTo>
                  <a:lnTo>
                    <a:pt x="3458049" y="69949"/>
                  </a:lnTo>
                  <a:lnTo>
                    <a:pt x="3456977" y="69765"/>
                  </a:lnTo>
                  <a:lnTo>
                    <a:pt x="3455906" y="69580"/>
                  </a:lnTo>
                  <a:lnTo>
                    <a:pt x="3454834" y="69395"/>
                  </a:lnTo>
                  <a:lnTo>
                    <a:pt x="3453762" y="69211"/>
                  </a:lnTo>
                  <a:lnTo>
                    <a:pt x="3452691" y="69027"/>
                  </a:lnTo>
                  <a:lnTo>
                    <a:pt x="3451619" y="68843"/>
                  </a:lnTo>
                  <a:lnTo>
                    <a:pt x="3450548" y="68659"/>
                  </a:lnTo>
                  <a:lnTo>
                    <a:pt x="3449476" y="68475"/>
                  </a:lnTo>
                  <a:lnTo>
                    <a:pt x="3448404" y="68291"/>
                  </a:lnTo>
                  <a:lnTo>
                    <a:pt x="3447333" y="68108"/>
                  </a:lnTo>
                  <a:lnTo>
                    <a:pt x="3446261" y="67924"/>
                  </a:lnTo>
                  <a:lnTo>
                    <a:pt x="3445190" y="67741"/>
                  </a:lnTo>
                  <a:lnTo>
                    <a:pt x="3444118" y="67558"/>
                  </a:lnTo>
                  <a:lnTo>
                    <a:pt x="3443046" y="67375"/>
                  </a:lnTo>
                  <a:lnTo>
                    <a:pt x="3441975" y="67192"/>
                  </a:lnTo>
                  <a:lnTo>
                    <a:pt x="3440903" y="67009"/>
                  </a:lnTo>
                  <a:lnTo>
                    <a:pt x="3439832" y="66826"/>
                  </a:lnTo>
                  <a:lnTo>
                    <a:pt x="3438760" y="66644"/>
                  </a:lnTo>
                  <a:lnTo>
                    <a:pt x="3437688" y="66462"/>
                  </a:lnTo>
                  <a:lnTo>
                    <a:pt x="3436617" y="66279"/>
                  </a:lnTo>
                  <a:lnTo>
                    <a:pt x="3435545" y="66097"/>
                  </a:lnTo>
                  <a:lnTo>
                    <a:pt x="3434474" y="65915"/>
                  </a:lnTo>
                  <a:lnTo>
                    <a:pt x="3433402" y="65733"/>
                  </a:lnTo>
                  <a:lnTo>
                    <a:pt x="3432330" y="65552"/>
                  </a:lnTo>
                  <a:lnTo>
                    <a:pt x="3431259" y="65370"/>
                  </a:lnTo>
                  <a:lnTo>
                    <a:pt x="3430187" y="65189"/>
                  </a:lnTo>
                  <a:lnTo>
                    <a:pt x="3429116" y="65008"/>
                  </a:lnTo>
                  <a:lnTo>
                    <a:pt x="3428044" y="64827"/>
                  </a:lnTo>
                  <a:lnTo>
                    <a:pt x="3426972" y="64646"/>
                  </a:lnTo>
                  <a:lnTo>
                    <a:pt x="3425901" y="64465"/>
                  </a:lnTo>
                  <a:lnTo>
                    <a:pt x="3424829" y="64284"/>
                  </a:lnTo>
                  <a:lnTo>
                    <a:pt x="3423758" y="64103"/>
                  </a:lnTo>
                  <a:lnTo>
                    <a:pt x="3422686" y="63923"/>
                  </a:lnTo>
                  <a:lnTo>
                    <a:pt x="3421614" y="63743"/>
                  </a:lnTo>
                  <a:lnTo>
                    <a:pt x="3420543" y="63563"/>
                  </a:lnTo>
                  <a:lnTo>
                    <a:pt x="3419471" y="63383"/>
                  </a:lnTo>
                  <a:lnTo>
                    <a:pt x="3418400" y="63203"/>
                  </a:lnTo>
                  <a:lnTo>
                    <a:pt x="3417328" y="63023"/>
                  </a:lnTo>
                  <a:lnTo>
                    <a:pt x="3416256" y="62844"/>
                  </a:lnTo>
                  <a:lnTo>
                    <a:pt x="3415185" y="62664"/>
                  </a:lnTo>
                  <a:lnTo>
                    <a:pt x="3414113" y="62485"/>
                  </a:lnTo>
                  <a:lnTo>
                    <a:pt x="3413042" y="62306"/>
                  </a:lnTo>
                  <a:lnTo>
                    <a:pt x="3411970" y="62127"/>
                  </a:lnTo>
                  <a:lnTo>
                    <a:pt x="3410898" y="61948"/>
                  </a:lnTo>
                  <a:lnTo>
                    <a:pt x="3409827" y="61769"/>
                  </a:lnTo>
                  <a:lnTo>
                    <a:pt x="3408755" y="61591"/>
                  </a:lnTo>
                  <a:lnTo>
                    <a:pt x="3407684" y="61413"/>
                  </a:lnTo>
                  <a:lnTo>
                    <a:pt x="3406612" y="61234"/>
                  </a:lnTo>
                  <a:lnTo>
                    <a:pt x="3405540" y="61056"/>
                  </a:lnTo>
                  <a:lnTo>
                    <a:pt x="3404469" y="60878"/>
                  </a:lnTo>
                  <a:lnTo>
                    <a:pt x="3403397" y="60701"/>
                  </a:lnTo>
                  <a:lnTo>
                    <a:pt x="3402326" y="60523"/>
                  </a:lnTo>
                  <a:lnTo>
                    <a:pt x="3401254" y="60345"/>
                  </a:lnTo>
                  <a:lnTo>
                    <a:pt x="3400182" y="60168"/>
                  </a:lnTo>
                  <a:lnTo>
                    <a:pt x="3399111" y="59991"/>
                  </a:lnTo>
                  <a:lnTo>
                    <a:pt x="3398039" y="59814"/>
                  </a:lnTo>
                  <a:lnTo>
                    <a:pt x="3396968" y="59637"/>
                  </a:lnTo>
                  <a:lnTo>
                    <a:pt x="3395896" y="59460"/>
                  </a:lnTo>
                  <a:lnTo>
                    <a:pt x="3394824" y="59284"/>
                  </a:lnTo>
                  <a:lnTo>
                    <a:pt x="3393753" y="59107"/>
                  </a:lnTo>
                  <a:lnTo>
                    <a:pt x="3392681" y="58931"/>
                  </a:lnTo>
                  <a:lnTo>
                    <a:pt x="3391610" y="58755"/>
                  </a:lnTo>
                  <a:lnTo>
                    <a:pt x="3390538" y="58579"/>
                  </a:lnTo>
                  <a:lnTo>
                    <a:pt x="3389466" y="58403"/>
                  </a:lnTo>
                  <a:lnTo>
                    <a:pt x="3388395" y="58228"/>
                  </a:lnTo>
                  <a:lnTo>
                    <a:pt x="3387323" y="58052"/>
                  </a:lnTo>
                  <a:lnTo>
                    <a:pt x="3386252" y="57877"/>
                  </a:lnTo>
                  <a:lnTo>
                    <a:pt x="3385180" y="57702"/>
                  </a:lnTo>
                  <a:lnTo>
                    <a:pt x="3384108" y="57527"/>
                  </a:lnTo>
                  <a:lnTo>
                    <a:pt x="3383037" y="57352"/>
                  </a:lnTo>
                  <a:lnTo>
                    <a:pt x="3381965" y="57177"/>
                  </a:lnTo>
                  <a:lnTo>
                    <a:pt x="3380894" y="57002"/>
                  </a:lnTo>
                  <a:lnTo>
                    <a:pt x="3379822" y="56828"/>
                  </a:lnTo>
                  <a:lnTo>
                    <a:pt x="3378750" y="56654"/>
                  </a:lnTo>
                  <a:lnTo>
                    <a:pt x="3377679" y="56480"/>
                  </a:lnTo>
                  <a:lnTo>
                    <a:pt x="3376607" y="56306"/>
                  </a:lnTo>
                  <a:lnTo>
                    <a:pt x="3375536" y="56132"/>
                  </a:lnTo>
                  <a:lnTo>
                    <a:pt x="3374464" y="55958"/>
                  </a:lnTo>
                  <a:lnTo>
                    <a:pt x="3373392" y="55785"/>
                  </a:lnTo>
                  <a:lnTo>
                    <a:pt x="3372321" y="55612"/>
                  </a:lnTo>
                  <a:lnTo>
                    <a:pt x="3371249" y="55439"/>
                  </a:lnTo>
                  <a:lnTo>
                    <a:pt x="3370178" y="55266"/>
                  </a:lnTo>
                  <a:lnTo>
                    <a:pt x="3369106" y="55093"/>
                  </a:lnTo>
                  <a:lnTo>
                    <a:pt x="3368035" y="54920"/>
                  </a:lnTo>
                  <a:lnTo>
                    <a:pt x="3366963" y="54748"/>
                  </a:lnTo>
                  <a:lnTo>
                    <a:pt x="3365891" y="54575"/>
                  </a:lnTo>
                  <a:lnTo>
                    <a:pt x="3364820" y="54403"/>
                  </a:lnTo>
                  <a:lnTo>
                    <a:pt x="3363748" y="54231"/>
                  </a:lnTo>
                  <a:lnTo>
                    <a:pt x="3362677" y="54060"/>
                  </a:lnTo>
                  <a:lnTo>
                    <a:pt x="3361605" y="53888"/>
                  </a:lnTo>
                  <a:lnTo>
                    <a:pt x="3360533" y="53716"/>
                  </a:lnTo>
                  <a:lnTo>
                    <a:pt x="3359462" y="53545"/>
                  </a:lnTo>
                  <a:lnTo>
                    <a:pt x="3358390" y="53374"/>
                  </a:lnTo>
                  <a:lnTo>
                    <a:pt x="3357319" y="53203"/>
                  </a:lnTo>
                  <a:lnTo>
                    <a:pt x="3356247" y="53032"/>
                  </a:lnTo>
                  <a:lnTo>
                    <a:pt x="3355175" y="52861"/>
                  </a:lnTo>
                  <a:lnTo>
                    <a:pt x="3354104" y="52691"/>
                  </a:lnTo>
                  <a:lnTo>
                    <a:pt x="3353032" y="52521"/>
                  </a:lnTo>
                  <a:lnTo>
                    <a:pt x="3351961" y="52351"/>
                  </a:lnTo>
                  <a:lnTo>
                    <a:pt x="3350889" y="52181"/>
                  </a:lnTo>
                  <a:lnTo>
                    <a:pt x="3349817" y="52011"/>
                  </a:lnTo>
                  <a:lnTo>
                    <a:pt x="3348746" y="51841"/>
                  </a:lnTo>
                  <a:lnTo>
                    <a:pt x="3347674" y="51672"/>
                  </a:lnTo>
                  <a:lnTo>
                    <a:pt x="3346603" y="51502"/>
                  </a:lnTo>
                  <a:lnTo>
                    <a:pt x="3345531" y="51333"/>
                  </a:lnTo>
                  <a:lnTo>
                    <a:pt x="3344459" y="51164"/>
                  </a:lnTo>
                  <a:lnTo>
                    <a:pt x="3343388" y="50996"/>
                  </a:lnTo>
                  <a:lnTo>
                    <a:pt x="3342316" y="50827"/>
                  </a:lnTo>
                  <a:lnTo>
                    <a:pt x="3341245" y="50658"/>
                  </a:lnTo>
                  <a:lnTo>
                    <a:pt x="3340173" y="50490"/>
                  </a:lnTo>
                  <a:lnTo>
                    <a:pt x="3339101" y="50322"/>
                  </a:lnTo>
                  <a:lnTo>
                    <a:pt x="3338030" y="50154"/>
                  </a:lnTo>
                  <a:lnTo>
                    <a:pt x="3336958" y="49986"/>
                  </a:lnTo>
                  <a:lnTo>
                    <a:pt x="3335887" y="49819"/>
                  </a:lnTo>
                  <a:lnTo>
                    <a:pt x="3334815" y="49652"/>
                  </a:lnTo>
                  <a:lnTo>
                    <a:pt x="3333743" y="49484"/>
                  </a:lnTo>
                  <a:lnTo>
                    <a:pt x="3332672" y="49317"/>
                  </a:lnTo>
                  <a:lnTo>
                    <a:pt x="3331600" y="49150"/>
                  </a:lnTo>
                  <a:lnTo>
                    <a:pt x="3330529" y="48984"/>
                  </a:lnTo>
                  <a:lnTo>
                    <a:pt x="3329457" y="48817"/>
                  </a:lnTo>
                  <a:lnTo>
                    <a:pt x="3328385" y="48651"/>
                  </a:lnTo>
                  <a:lnTo>
                    <a:pt x="3327314" y="48485"/>
                  </a:lnTo>
                  <a:lnTo>
                    <a:pt x="3326242" y="48319"/>
                  </a:lnTo>
                  <a:lnTo>
                    <a:pt x="3325171" y="48153"/>
                  </a:lnTo>
                  <a:lnTo>
                    <a:pt x="3324099" y="47987"/>
                  </a:lnTo>
                  <a:lnTo>
                    <a:pt x="3323027" y="47822"/>
                  </a:lnTo>
                  <a:lnTo>
                    <a:pt x="3321956" y="47657"/>
                  </a:lnTo>
                  <a:lnTo>
                    <a:pt x="3320884" y="47492"/>
                  </a:lnTo>
                  <a:lnTo>
                    <a:pt x="3319813" y="47327"/>
                  </a:lnTo>
                  <a:lnTo>
                    <a:pt x="3318741" y="47162"/>
                  </a:lnTo>
                  <a:lnTo>
                    <a:pt x="3317669" y="46998"/>
                  </a:lnTo>
                  <a:lnTo>
                    <a:pt x="3316598" y="46833"/>
                  </a:lnTo>
                  <a:lnTo>
                    <a:pt x="3315526" y="46669"/>
                  </a:lnTo>
                  <a:lnTo>
                    <a:pt x="3314455" y="46505"/>
                  </a:lnTo>
                  <a:lnTo>
                    <a:pt x="3313383" y="46341"/>
                  </a:lnTo>
                  <a:lnTo>
                    <a:pt x="3312311" y="46178"/>
                  </a:lnTo>
                  <a:lnTo>
                    <a:pt x="3311240" y="46014"/>
                  </a:lnTo>
                  <a:lnTo>
                    <a:pt x="3310168" y="45851"/>
                  </a:lnTo>
                  <a:lnTo>
                    <a:pt x="3309097" y="45688"/>
                  </a:lnTo>
                  <a:lnTo>
                    <a:pt x="3308025" y="45525"/>
                  </a:lnTo>
                  <a:lnTo>
                    <a:pt x="3306953" y="45362"/>
                  </a:lnTo>
                  <a:lnTo>
                    <a:pt x="3305882" y="45200"/>
                  </a:lnTo>
                  <a:lnTo>
                    <a:pt x="3304810" y="45038"/>
                  </a:lnTo>
                  <a:lnTo>
                    <a:pt x="3303739" y="44875"/>
                  </a:lnTo>
                  <a:lnTo>
                    <a:pt x="3302667" y="44714"/>
                  </a:lnTo>
                  <a:lnTo>
                    <a:pt x="3301595" y="44552"/>
                  </a:lnTo>
                  <a:lnTo>
                    <a:pt x="3300524" y="44390"/>
                  </a:lnTo>
                  <a:lnTo>
                    <a:pt x="3299452" y="44229"/>
                  </a:lnTo>
                  <a:lnTo>
                    <a:pt x="3298381" y="44068"/>
                  </a:lnTo>
                  <a:lnTo>
                    <a:pt x="3297309" y="43907"/>
                  </a:lnTo>
                  <a:lnTo>
                    <a:pt x="3296237" y="43746"/>
                  </a:lnTo>
                  <a:lnTo>
                    <a:pt x="3295166" y="43585"/>
                  </a:lnTo>
                  <a:lnTo>
                    <a:pt x="3294094" y="43425"/>
                  </a:lnTo>
                  <a:lnTo>
                    <a:pt x="3293023" y="43265"/>
                  </a:lnTo>
                  <a:lnTo>
                    <a:pt x="3291951" y="43105"/>
                  </a:lnTo>
                  <a:lnTo>
                    <a:pt x="3290879" y="42945"/>
                  </a:lnTo>
                  <a:lnTo>
                    <a:pt x="3289808" y="42785"/>
                  </a:lnTo>
                  <a:lnTo>
                    <a:pt x="3288736" y="42626"/>
                  </a:lnTo>
                  <a:lnTo>
                    <a:pt x="3287665" y="42467"/>
                  </a:lnTo>
                  <a:lnTo>
                    <a:pt x="3286593" y="42307"/>
                  </a:lnTo>
                  <a:lnTo>
                    <a:pt x="3285521" y="42149"/>
                  </a:lnTo>
                  <a:lnTo>
                    <a:pt x="3284450" y="41990"/>
                  </a:lnTo>
                  <a:lnTo>
                    <a:pt x="3283378" y="41831"/>
                  </a:lnTo>
                  <a:lnTo>
                    <a:pt x="3282307" y="41673"/>
                  </a:lnTo>
                  <a:lnTo>
                    <a:pt x="3281235" y="41515"/>
                  </a:lnTo>
                  <a:lnTo>
                    <a:pt x="3280163" y="41357"/>
                  </a:lnTo>
                  <a:lnTo>
                    <a:pt x="3279092" y="41200"/>
                  </a:lnTo>
                  <a:lnTo>
                    <a:pt x="3278020" y="41042"/>
                  </a:lnTo>
                  <a:lnTo>
                    <a:pt x="3276949" y="40885"/>
                  </a:lnTo>
                  <a:lnTo>
                    <a:pt x="3275877" y="40728"/>
                  </a:lnTo>
                  <a:lnTo>
                    <a:pt x="3274805" y="40571"/>
                  </a:lnTo>
                  <a:lnTo>
                    <a:pt x="3273734" y="40414"/>
                  </a:lnTo>
                  <a:lnTo>
                    <a:pt x="3272662" y="40258"/>
                  </a:lnTo>
                  <a:lnTo>
                    <a:pt x="3271591" y="40101"/>
                  </a:lnTo>
                  <a:lnTo>
                    <a:pt x="3270519" y="39945"/>
                  </a:lnTo>
                  <a:lnTo>
                    <a:pt x="3269447" y="39789"/>
                  </a:lnTo>
                  <a:lnTo>
                    <a:pt x="3268376" y="39634"/>
                  </a:lnTo>
                  <a:lnTo>
                    <a:pt x="3267304" y="39478"/>
                  </a:lnTo>
                  <a:lnTo>
                    <a:pt x="3266233" y="39323"/>
                  </a:lnTo>
                  <a:lnTo>
                    <a:pt x="3265161" y="39168"/>
                  </a:lnTo>
                  <a:lnTo>
                    <a:pt x="3264089" y="39013"/>
                  </a:lnTo>
                  <a:lnTo>
                    <a:pt x="3263018" y="38858"/>
                  </a:lnTo>
                  <a:lnTo>
                    <a:pt x="3261946" y="38704"/>
                  </a:lnTo>
                  <a:lnTo>
                    <a:pt x="3260875" y="38550"/>
                  </a:lnTo>
                  <a:lnTo>
                    <a:pt x="3259803" y="38396"/>
                  </a:lnTo>
                  <a:lnTo>
                    <a:pt x="3258731" y="38242"/>
                  </a:lnTo>
                  <a:lnTo>
                    <a:pt x="3257660" y="38088"/>
                  </a:lnTo>
                  <a:lnTo>
                    <a:pt x="3256588" y="37935"/>
                  </a:lnTo>
                  <a:lnTo>
                    <a:pt x="3255517" y="37781"/>
                  </a:lnTo>
                  <a:lnTo>
                    <a:pt x="3254445" y="37628"/>
                  </a:lnTo>
                  <a:lnTo>
                    <a:pt x="3253373" y="37476"/>
                  </a:lnTo>
                  <a:lnTo>
                    <a:pt x="3252302" y="37323"/>
                  </a:lnTo>
                  <a:lnTo>
                    <a:pt x="3251230" y="37171"/>
                  </a:lnTo>
                  <a:lnTo>
                    <a:pt x="3250159" y="37018"/>
                  </a:lnTo>
                  <a:lnTo>
                    <a:pt x="3249087" y="36866"/>
                  </a:lnTo>
                  <a:lnTo>
                    <a:pt x="3248015" y="36715"/>
                  </a:lnTo>
                  <a:lnTo>
                    <a:pt x="3246944" y="36563"/>
                  </a:lnTo>
                  <a:lnTo>
                    <a:pt x="3245872" y="36412"/>
                  </a:lnTo>
                  <a:lnTo>
                    <a:pt x="3244801" y="36261"/>
                  </a:lnTo>
                  <a:lnTo>
                    <a:pt x="3243729" y="36110"/>
                  </a:lnTo>
                  <a:lnTo>
                    <a:pt x="3242657" y="35959"/>
                  </a:lnTo>
                  <a:lnTo>
                    <a:pt x="3241586" y="35809"/>
                  </a:lnTo>
                  <a:lnTo>
                    <a:pt x="3240514" y="35658"/>
                  </a:lnTo>
                  <a:lnTo>
                    <a:pt x="3239443" y="35508"/>
                  </a:lnTo>
                  <a:lnTo>
                    <a:pt x="3238371" y="35358"/>
                  </a:lnTo>
                  <a:lnTo>
                    <a:pt x="3237299" y="35209"/>
                  </a:lnTo>
                  <a:lnTo>
                    <a:pt x="3236228" y="35059"/>
                  </a:lnTo>
                  <a:lnTo>
                    <a:pt x="3235156" y="34910"/>
                  </a:lnTo>
                  <a:lnTo>
                    <a:pt x="3234085" y="34761"/>
                  </a:lnTo>
                  <a:lnTo>
                    <a:pt x="3233013" y="34612"/>
                  </a:lnTo>
                  <a:lnTo>
                    <a:pt x="3231941" y="34464"/>
                  </a:lnTo>
                  <a:lnTo>
                    <a:pt x="3230870" y="34315"/>
                  </a:lnTo>
                  <a:lnTo>
                    <a:pt x="3229798" y="34167"/>
                  </a:lnTo>
                  <a:lnTo>
                    <a:pt x="3228727" y="34019"/>
                  </a:lnTo>
                  <a:lnTo>
                    <a:pt x="3227655" y="33872"/>
                  </a:lnTo>
                  <a:lnTo>
                    <a:pt x="3226583" y="33724"/>
                  </a:lnTo>
                  <a:lnTo>
                    <a:pt x="3225512" y="33577"/>
                  </a:lnTo>
                  <a:lnTo>
                    <a:pt x="3224440" y="33430"/>
                  </a:lnTo>
                  <a:lnTo>
                    <a:pt x="3223369" y="33283"/>
                  </a:lnTo>
                  <a:lnTo>
                    <a:pt x="3222297" y="33136"/>
                  </a:lnTo>
                  <a:lnTo>
                    <a:pt x="3221225" y="32990"/>
                  </a:lnTo>
                  <a:lnTo>
                    <a:pt x="3220154" y="32844"/>
                  </a:lnTo>
                  <a:lnTo>
                    <a:pt x="3219082" y="32698"/>
                  </a:lnTo>
                  <a:lnTo>
                    <a:pt x="3218011" y="32552"/>
                  </a:lnTo>
                  <a:lnTo>
                    <a:pt x="3216939" y="32407"/>
                  </a:lnTo>
                  <a:lnTo>
                    <a:pt x="3215867" y="32261"/>
                  </a:lnTo>
                  <a:lnTo>
                    <a:pt x="3214796" y="32116"/>
                  </a:lnTo>
                  <a:lnTo>
                    <a:pt x="3213724" y="31972"/>
                  </a:lnTo>
                  <a:lnTo>
                    <a:pt x="3212653" y="31827"/>
                  </a:lnTo>
                  <a:lnTo>
                    <a:pt x="3211581" y="31683"/>
                  </a:lnTo>
                  <a:lnTo>
                    <a:pt x="3210509" y="31538"/>
                  </a:lnTo>
                  <a:lnTo>
                    <a:pt x="3209438" y="31395"/>
                  </a:lnTo>
                  <a:lnTo>
                    <a:pt x="3208366" y="31251"/>
                  </a:lnTo>
                  <a:lnTo>
                    <a:pt x="3207295" y="31107"/>
                  </a:lnTo>
                  <a:lnTo>
                    <a:pt x="3206223" y="30964"/>
                  </a:lnTo>
                  <a:lnTo>
                    <a:pt x="3205151" y="30821"/>
                  </a:lnTo>
                  <a:lnTo>
                    <a:pt x="3204080" y="30678"/>
                  </a:lnTo>
                  <a:lnTo>
                    <a:pt x="3203008" y="30536"/>
                  </a:lnTo>
                  <a:lnTo>
                    <a:pt x="3201937" y="30393"/>
                  </a:lnTo>
                  <a:lnTo>
                    <a:pt x="3200865" y="30251"/>
                  </a:lnTo>
                  <a:lnTo>
                    <a:pt x="3199793" y="30109"/>
                  </a:lnTo>
                  <a:lnTo>
                    <a:pt x="3198722" y="29968"/>
                  </a:lnTo>
                  <a:lnTo>
                    <a:pt x="3197650" y="29826"/>
                  </a:lnTo>
                  <a:lnTo>
                    <a:pt x="3196579" y="29685"/>
                  </a:lnTo>
                  <a:lnTo>
                    <a:pt x="3195507" y="29544"/>
                  </a:lnTo>
                  <a:lnTo>
                    <a:pt x="3194436" y="29403"/>
                  </a:lnTo>
                  <a:lnTo>
                    <a:pt x="3193364" y="29263"/>
                  </a:lnTo>
                  <a:lnTo>
                    <a:pt x="3192292" y="29123"/>
                  </a:lnTo>
                  <a:lnTo>
                    <a:pt x="3191221" y="28983"/>
                  </a:lnTo>
                  <a:lnTo>
                    <a:pt x="3190149" y="28843"/>
                  </a:lnTo>
                  <a:lnTo>
                    <a:pt x="3189078" y="28703"/>
                  </a:lnTo>
                  <a:lnTo>
                    <a:pt x="3188006" y="28564"/>
                  </a:lnTo>
                  <a:lnTo>
                    <a:pt x="3186934" y="28425"/>
                  </a:lnTo>
                  <a:lnTo>
                    <a:pt x="3185863" y="28286"/>
                  </a:lnTo>
                  <a:lnTo>
                    <a:pt x="3184791" y="28147"/>
                  </a:lnTo>
                  <a:lnTo>
                    <a:pt x="3183720" y="28009"/>
                  </a:lnTo>
                  <a:lnTo>
                    <a:pt x="3182648" y="27871"/>
                  </a:lnTo>
                  <a:lnTo>
                    <a:pt x="3181576" y="27733"/>
                  </a:lnTo>
                  <a:lnTo>
                    <a:pt x="3180505" y="27595"/>
                  </a:lnTo>
                  <a:lnTo>
                    <a:pt x="3179433" y="27458"/>
                  </a:lnTo>
                  <a:lnTo>
                    <a:pt x="3178362" y="27321"/>
                  </a:lnTo>
                  <a:lnTo>
                    <a:pt x="3177290" y="27184"/>
                  </a:lnTo>
                  <a:lnTo>
                    <a:pt x="3176218" y="27047"/>
                  </a:lnTo>
                  <a:lnTo>
                    <a:pt x="3175147" y="26910"/>
                  </a:lnTo>
                  <a:lnTo>
                    <a:pt x="3174075" y="26774"/>
                  </a:lnTo>
                  <a:lnTo>
                    <a:pt x="3173004" y="26638"/>
                  </a:lnTo>
                  <a:lnTo>
                    <a:pt x="3171932" y="26502"/>
                  </a:lnTo>
                  <a:lnTo>
                    <a:pt x="3170860" y="26367"/>
                  </a:lnTo>
                  <a:lnTo>
                    <a:pt x="3169789" y="26231"/>
                  </a:lnTo>
                  <a:lnTo>
                    <a:pt x="3168717" y="26096"/>
                  </a:lnTo>
                  <a:lnTo>
                    <a:pt x="3167646" y="25961"/>
                  </a:lnTo>
                  <a:lnTo>
                    <a:pt x="3166574" y="25827"/>
                  </a:lnTo>
                  <a:lnTo>
                    <a:pt x="3165502" y="25693"/>
                  </a:lnTo>
                  <a:lnTo>
                    <a:pt x="3164431" y="25558"/>
                  </a:lnTo>
                  <a:lnTo>
                    <a:pt x="3163359" y="25425"/>
                  </a:lnTo>
                  <a:lnTo>
                    <a:pt x="3162288" y="25291"/>
                  </a:lnTo>
                  <a:lnTo>
                    <a:pt x="3161216" y="25158"/>
                  </a:lnTo>
                  <a:lnTo>
                    <a:pt x="3160144" y="25024"/>
                  </a:lnTo>
                  <a:lnTo>
                    <a:pt x="3159073" y="24892"/>
                  </a:lnTo>
                  <a:lnTo>
                    <a:pt x="3158001" y="24759"/>
                  </a:lnTo>
                  <a:lnTo>
                    <a:pt x="3156930" y="24627"/>
                  </a:lnTo>
                  <a:lnTo>
                    <a:pt x="3155858" y="24494"/>
                  </a:lnTo>
                  <a:lnTo>
                    <a:pt x="3154786" y="24363"/>
                  </a:lnTo>
                  <a:lnTo>
                    <a:pt x="3153715" y="24231"/>
                  </a:lnTo>
                  <a:lnTo>
                    <a:pt x="3152643" y="24099"/>
                  </a:lnTo>
                  <a:lnTo>
                    <a:pt x="3151572" y="23968"/>
                  </a:lnTo>
                  <a:lnTo>
                    <a:pt x="3150500" y="23837"/>
                  </a:lnTo>
                  <a:lnTo>
                    <a:pt x="3149428" y="23707"/>
                  </a:lnTo>
                  <a:lnTo>
                    <a:pt x="3148357" y="23576"/>
                  </a:lnTo>
                  <a:lnTo>
                    <a:pt x="3147285" y="23446"/>
                  </a:lnTo>
                  <a:lnTo>
                    <a:pt x="3146214" y="23316"/>
                  </a:lnTo>
                  <a:lnTo>
                    <a:pt x="3145142" y="23187"/>
                  </a:lnTo>
                  <a:lnTo>
                    <a:pt x="3144070" y="23057"/>
                  </a:lnTo>
                  <a:lnTo>
                    <a:pt x="3142999" y="22928"/>
                  </a:lnTo>
                  <a:lnTo>
                    <a:pt x="3141927" y="22799"/>
                  </a:lnTo>
                  <a:lnTo>
                    <a:pt x="3140856" y="22670"/>
                  </a:lnTo>
                  <a:lnTo>
                    <a:pt x="3139784" y="22542"/>
                  </a:lnTo>
                  <a:lnTo>
                    <a:pt x="3138712" y="22414"/>
                  </a:lnTo>
                  <a:lnTo>
                    <a:pt x="3137641" y="22286"/>
                  </a:lnTo>
                  <a:lnTo>
                    <a:pt x="3136569" y="22158"/>
                  </a:lnTo>
                  <a:lnTo>
                    <a:pt x="3135498" y="22031"/>
                  </a:lnTo>
                  <a:lnTo>
                    <a:pt x="3134426" y="21904"/>
                  </a:lnTo>
                  <a:lnTo>
                    <a:pt x="3133354" y="21777"/>
                  </a:lnTo>
                  <a:lnTo>
                    <a:pt x="3132283" y="21650"/>
                  </a:lnTo>
                  <a:lnTo>
                    <a:pt x="3131211" y="21524"/>
                  </a:lnTo>
                  <a:lnTo>
                    <a:pt x="3130140" y="21397"/>
                  </a:lnTo>
                  <a:lnTo>
                    <a:pt x="3129068" y="21272"/>
                  </a:lnTo>
                  <a:lnTo>
                    <a:pt x="3127996" y="21146"/>
                  </a:lnTo>
                  <a:lnTo>
                    <a:pt x="3126925" y="21021"/>
                  </a:lnTo>
                  <a:lnTo>
                    <a:pt x="3125853" y="20895"/>
                  </a:lnTo>
                  <a:lnTo>
                    <a:pt x="3124782" y="20771"/>
                  </a:lnTo>
                  <a:lnTo>
                    <a:pt x="3123710" y="20646"/>
                  </a:lnTo>
                  <a:lnTo>
                    <a:pt x="3122638" y="20522"/>
                  </a:lnTo>
                  <a:lnTo>
                    <a:pt x="3121567" y="20397"/>
                  </a:lnTo>
                  <a:lnTo>
                    <a:pt x="3120495" y="20274"/>
                  </a:lnTo>
                  <a:lnTo>
                    <a:pt x="3119424" y="20150"/>
                  </a:lnTo>
                  <a:lnTo>
                    <a:pt x="3118352" y="20027"/>
                  </a:lnTo>
                  <a:lnTo>
                    <a:pt x="3117280" y="19904"/>
                  </a:lnTo>
                  <a:lnTo>
                    <a:pt x="3116209" y="19781"/>
                  </a:lnTo>
                  <a:lnTo>
                    <a:pt x="3115137" y="19658"/>
                  </a:lnTo>
                  <a:lnTo>
                    <a:pt x="3114066" y="19536"/>
                  </a:lnTo>
                  <a:lnTo>
                    <a:pt x="3112994" y="19414"/>
                  </a:lnTo>
                  <a:lnTo>
                    <a:pt x="3111922" y="19292"/>
                  </a:lnTo>
                  <a:lnTo>
                    <a:pt x="3110851" y="19171"/>
                  </a:lnTo>
                  <a:lnTo>
                    <a:pt x="3109779" y="19049"/>
                  </a:lnTo>
                  <a:lnTo>
                    <a:pt x="3108708" y="18928"/>
                  </a:lnTo>
                  <a:lnTo>
                    <a:pt x="3107636" y="18808"/>
                  </a:lnTo>
                  <a:lnTo>
                    <a:pt x="3106564" y="18687"/>
                  </a:lnTo>
                  <a:lnTo>
                    <a:pt x="3105493" y="18567"/>
                  </a:lnTo>
                  <a:lnTo>
                    <a:pt x="3104421" y="18447"/>
                  </a:lnTo>
                  <a:lnTo>
                    <a:pt x="3103350" y="18327"/>
                  </a:lnTo>
                  <a:lnTo>
                    <a:pt x="3102278" y="18208"/>
                  </a:lnTo>
                  <a:lnTo>
                    <a:pt x="3101206" y="18089"/>
                  </a:lnTo>
                  <a:lnTo>
                    <a:pt x="3100135" y="17970"/>
                  </a:lnTo>
                  <a:lnTo>
                    <a:pt x="3099063" y="17851"/>
                  </a:lnTo>
                  <a:lnTo>
                    <a:pt x="3097992" y="17733"/>
                  </a:lnTo>
                  <a:lnTo>
                    <a:pt x="3096920" y="17615"/>
                  </a:lnTo>
                  <a:lnTo>
                    <a:pt x="3095848" y="17497"/>
                  </a:lnTo>
                  <a:lnTo>
                    <a:pt x="3094777" y="17379"/>
                  </a:lnTo>
                  <a:lnTo>
                    <a:pt x="3093705" y="17262"/>
                  </a:lnTo>
                  <a:lnTo>
                    <a:pt x="3092634" y="17145"/>
                  </a:lnTo>
                  <a:lnTo>
                    <a:pt x="3091562" y="17028"/>
                  </a:lnTo>
                  <a:lnTo>
                    <a:pt x="3090490" y="16912"/>
                  </a:lnTo>
                  <a:lnTo>
                    <a:pt x="3089419" y="16796"/>
                  </a:lnTo>
                  <a:lnTo>
                    <a:pt x="3088347" y="16680"/>
                  </a:lnTo>
                  <a:lnTo>
                    <a:pt x="3087276" y="16564"/>
                  </a:lnTo>
                  <a:lnTo>
                    <a:pt x="3086204" y="16449"/>
                  </a:lnTo>
                  <a:lnTo>
                    <a:pt x="3085132" y="16334"/>
                  </a:lnTo>
                  <a:lnTo>
                    <a:pt x="3084061" y="16219"/>
                  </a:lnTo>
                  <a:lnTo>
                    <a:pt x="3082989" y="16105"/>
                  </a:lnTo>
                  <a:lnTo>
                    <a:pt x="3081918" y="15990"/>
                  </a:lnTo>
                  <a:lnTo>
                    <a:pt x="3080846" y="15877"/>
                  </a:lnTo>
                  <a:lnTo>
                    <a:pt x="3079774" y="15763"/>
                  </a:lnTo>
                  <a:lnTo>
                    <a:pt x="3078703" y="15650"/>
                  </a:lnTo>
                  <a:lnTo>
                    <a:pt x="3077631" y="15537"/>
                  </a:lnTo>
                  <a:lnTo>
                    <a:pt x="3076560" y="15424"/>
                  </a:lnTo>
                  <a:lnTo>
                    <a:pt x="3075488" y="15312"/>
                  </a:lnTo>
                  <a:lnTo>
                    <a:pt x="3074416" y="15199"/>
                  </a:lnTo>
                  <a:lnTo>
                    <a:pt x="3073345" y="15088"/>
                  </a:lnTo>
                  <a:lnTo>
                    <a:pt x="3072273" y="14976"/>
                  </a:lnTo>
                  <a:lnTo>
                    <a:pt x="3071202" y="14865"/>
                  </a:lnTo>
                  <a:lnTo>
                    <a:pt x="3070130" y="14754"/>
                  </a:lnTo>
                  <a:lnTo>
                    <a:pt x="3069058" y="14644"/>
                  </a:lnTo>
                  <a:lnTo>
                    <a:pt x="3067987" y="14533"/>
                  </a:lnTo>
                  <a:lnTo>
                    <a:pt x="3066915" y="14423"/>
                  </a:lnTo>
                  <a:lnTo>
                    <a:pt x="3065844" y="14314"/>
                  </a:lnTo>
                  <a:lnTo>
                    <a:pt x="3064772" y="14204"/>
                  </a:lnTo>
                  <a:lnTo>
                    <a:pt x="3063700" y="14095"/>
                  </a:lnTo>
                  <a:lnTo>
                    <a:pt x="3062629" y="13987"/>
                  </a:lnTo>
                  <a:lnTo>
                    <a:pt x="3061557" y="13878"/>
                  </a:lnTo>
                  <a:lnTo>
                    <a:pt x="3060486" y="13770"/>
                  </a:lnTo>
                  <a:lnTo>
                    <a:pt x="3059414" y="13663"/>
                  </a:lnTo>
                  <a:lnTo>
                    <a:pt x="3058342" y="13555"/>
                  </a:lnTo>
                  <a:lnTo>
                    <a:pt x="3057271" y="13448"/>
                  </a:lnTo>
                  <a:lnTo>
                    <a:pt x="3056199" y="13342"/>
                  </a:lnTo>
                  <a:lnTo>
                    <a:pt x="3055128" y="13235"/>
                  </a:lnTo>
                  <a:lnTo>
                    <a:pt x="3054056" y="13129"/>
                  </a:lnTo>
                  <a:lnTo>
                    <a:pt x="3052984" y="13023"/>
                  </a:lnTo>
                  <a:lnTo>
                    <a:pt x="3051913" y="12918"/>
                  </a:lnTo>
                  <a:lnTo>
                    <a:pt x="3050841" y="12813"/>
                  </a:lnTo>
                  <a:lnTo>
                    <a:pt x="3049770" y="12708"/>
                  </a:lnTo>
                  <a:lnTo>
                    <a:pt x="3048698" y="12604"/>
                  </a:lnTo>
                  <a:lnTo>
                    <a:pt x="3047626" y="12500"/>
                  </a:lnTo>
                  <a:lnTo>
                    <a:pt x="3046555" y="12396"/>
                  </a:lnTo>
                  <a:lnTo>
                    <a:pt x="3045483" y="12293"/>
                  </a:lnTo>
                  <a:lnTo>
                    <a:pt x="3044412" y="12190"/>
                  </a:lnTo>
                  <a:lnTo>
                    <a:pt x="3043340" y="12087"/>
                  </a:lnTo>
                  <a:lnTo>
                    <a:pt x="3042268" y="11985"/>
                  </a:lnTo>
                  <a:lnTo>
                    <a:pt x="3041197" y="11883"/>
                  </a:lnTo>
                  <a:lnTo>
                    <a:pt x="3040125" y="11781"/>
                  </a:lnTo>
                  <a:lnTo>
                    <a:pt x="3039054" y="11680"/>
                  </a:lnTo>
                  <a:lnTo>
                    <a:pt x="3037982" y="11579"/>
                  </a:lnTo>
                  <a:lnTo>
                    <a:pt x="3036910" y="11479"/>
                  </a:lnTo>
                  <a:lnTo>
                    <a:pt x="3035839" y="11378"/>
                  </a:lnTo>
                  <a:lnTo>
                    <a:pt x="3034767" y="11278"/>
                  </a:lnTo>
                  <a:lnTo>
                    <a:pt x="3033696" y="11179"/>
                  </a:lnTo>
                  <a:lnTo>
                    <a:pt x="3032624" y="11080"/>
                  </a:lnTo>
                  <a:lnTo>
                    <a:pt x="3031552" y="10981"/>
                  </a:lnTo>
                  <a:lnTo>
                    <a:pt x="3030481" y="10883"/>
                  </a:lnTo>
                  <a:lnTo>
                    <a:pt x="3029409" y="10785"/>
                  </a:lnTo>
                  <a:lnTo>
                    <a:pt x="3028338" y="10687"/>
                  </a:lnTo>
                  <a:lnTo>
                    <a:pt x="3027266" y="10590"/>
                  </a:lnTo>
                  <a:lnTo>
                    <a:pt x="3026194" y="10493"/>
                  </a:lnTo>
                  <a:lnTo>
                    <a:pt x="3025123" y="10396"/>
                  </a:lnTo>
                  <a:lnTo>
                    <a:pt x="3024051" y="10300"/>
                  </a:lnTo>
                  <a:lnTo>
                    <a:pt x="3022980" y="10204"/>
                  </a:lnTo>
                  <a:lnTo>
                    <a:pt x="3021908" y="10109"/>
                  </a:lnTo>
                  <a:lnTo>
                    <a:pt x="3020836" y="10014"/>
                  </a:lnTo>
                  <a:lnTo>
                    <a:pt x="3019765" y="9919"/>
                  </a:lnTo>
                  <a:lnTo>
                    <a:pt x="3018693" y="9825"/>
                  </a:lnTo>
                  <a:lnTo>
                    <a:pt x="3017622" y="9731"/>
                  </a:lnTo>
                  <a:lnTo>
                    <a:pt x="3016550" y="9638"/>
                  </a:lnTo>
                  <a:lnTo>
                    <a:pt x="3015479" y="9544"/>
                  </a:lnTo>
                  <a:lnTo>
                    <a:pt x="3014407" y="9452"/>
                  </a:lnTo>
                  <a:lnTo>
                    <a:pt x="3013335" y="9359"/>
                  </a:lnTo>
                  <a:lnTo>
                    <a:pt x="3012264" y="9267"/>
                  </a:lnTo>
                  <a:lnTo>
                    <a:pt x="3011192" y="9176"/>
                  </a:lnTo>
                  <a:lnTo>
                    <a:pt x="3010121" y="9084"/>
                  </a:lnTo>
                  <a:lnTo>
                    <a:pt x="3009049" y="8994"/>
                  </a:lnTo>
                  <a:lnTo>
                    <a:pt x="3007977" y="8903"/>
                  </a:lnTo>
                  <a:lnTo>
                    <a:pt x="3006906" y="8813"/>
                  </a:lnTo>
                  <a:lnTo>
                    <a:pt x="3005834" y="8724"/>
                  </a:lnTo>
                  <a:lnTo>
                    <a:pt x="3004763" y="8634"/>
                  </a:lnTo>
                  <a:lnTo>
                    <a:pt x="3003691" y="8545"/>
                  </a:lnTo>
                  <a:lnTo>
                    <a:pt x="3002619" y="8457"/>
                  </a:lnTo>
                  <a:lnTo>
                    <a:pt x="3001548" y="8369"/>
                  </a:lnTo>
                  <a:lnTo>
                    <a:pt x="3000476" y="8281"/>
                  </a:lnTo>
                  <a:lnTo>
                    <a:pt x="2999405" y="8194"/>
                  </a:lnTo>
                  <a:lnTo>
                    <a:pt x="2998333" y="8107"/>
                  </a:lnTo>
                  <a:lnTo>
                    <a:pt x="2997261" y="8021"/>
                  </a:lnTo>
                  <a:lnTo>
                    <a:pt x="2996190" y="7935"/>
                  </a:lnTo>
                  <a:lnTo>
                    <a:pt x="2995118" y="7849"/>
                  </a:lnTo>
                  <a:lnTo>
                    <a:pt x="2994047" y="7764"/>
                  </a:lnTo>
                  <a:lnTo>
                    <a:pt x="2992975" y="7679"/>
                  </a:lnTo>
                  <a:lnTo>
                    <a:pt x="2991903" y="7595"/>
                  </a:lnTo>
                  <a:lnTo>
                    <a:pt x="2990832" y="7511"/>
                  </a:lnTo>
                  <a:lnTo>
                    <a:pt x="2989760" y="7427"/>
                  </a:lnTo>
                  <a:lnTo>
                    <a:pt x="2988689" y="7344"/>
                  </a:lnTo>
                  <a:lnTo>
                    <a:pt x="2987617" y="7261"/>
                  </a:lnTo>
                  <a:lnTo>
                    <a:pt x="2986545" y="7179"/>
                  </a:lnTo>
                  <a:lnTo>
                    <a:pt x="2985474" y="7097"/>
                  </a:lnTo>
                  <a:lnTo>
                    <a:pt x="2984402" y="7015"/>
                  </a:lnTo>
                  <a:lnTo>
                    <a:pt x="2983331" y="6934"/>
                  </a:lnTo>
                  <a:lnTo>
                    <a:pt x="2982259" y="6854"/>
                  </a:lnTo>
                  <a:lnTo>
                    <a:pt x="2981187" y="6773"/>
                  </a:lnTo>
                  <a:lnTo>
                    <a:pt x="2980116" y="6694"/>
                  </a:lnTo>
                  <a:lnTo>
                    <a:pt x="2979044" y="6614"/>
                  </a:lnTo>
                  <a:lnTo>
                    <a:pt x="2977973" y="6535"/>
                  </a:lnTo>
                  <a:lnTo>
                    <a:pt x="2976901" y="6457"/>
                  </a:lnTo>
                  <a:lnTo>
                    <a:pt x="2975829" y="6379"/>
                  </a:lnTo>
                  <a:lnTo>
                    <a:pt x="2974758" y="6301"/>
                  </a:lnTo>
                  <a:lnTo>
                    <a:pt x="2973686" y="6224"/>
                  </a:lnTo>
                  <a:lnTo>
                    <a:pt x="2972615" y="6147"/>
                  </a:lnTo>
                  <a:lnTo>
                    <a:pt x="2971543" y="6070"/>
                  </a:lnTo>
                  <a:lnTo>
                    <a:pt x="2970471" y="5994"/>
                  </a:lnTo>
                  <a:lnTo>
                    <a:pt x="2969400" y="5919"/>
                  </a:lnTo>
                  <a:lnTo>
                    <a:pt x="2968328" y="5844"/>
                  </a:lnTo>
                  <a:lnTo>
                    <a:pt x="2967257" y="5769"/>
                  </a:lnTo>
                  <a:lnTo>
                    <a:pt x="2966185" y="5695"/>
                  </a:lnTo>
                  <a:lnTo>
                    <a:pt x="2965113" y="5621"/>
                  </a:lnTo>
                  <a:lnTo>
                    <a:pt x="2964042" y="5548"/>
                  </a:lnTo>
                  <a:lnTo>
                    <a:pt x="2962970" y="5475"/>
                  </a:lnTo>
                  <a:lnTo>
                    <a:pt x="2961899" y="5402"/>
                  </a:lnTo>
                  <a:lnTo>
                    <a:pt x="2960827" y="5330"/>
                  </a:lnTo>
                  <a:lnTo>
                    <a:pt x="2959755" y="5259"/>
                  </a:lnTo>
                  <a:lnTo>
                    <a:pt x="2958684" y="5188"/>
                  </a:lnTo>
                  <a:lnTo>
                    <a:pt x="2957612" y="5117"/>
                  </a:lnTo>
                  <a:lnTo>
                    <a:pt x="2956541" y="5047"/>
                  </a:lnTo>
                  <a:lnTo>
                    <a:pt x="2955469" y="4977"/>
                  </a:lnTo>
                  <a:lnTo>
                    <a:pt x="2954397" y="4908"/>
                  </a:lnTo>
                  <a:lnTo>
                    <a:pt x="2953326" y="4839"/>
                  </a:lnTo>
                  <a:lnTo>
                    <a:pt x="2952254" y="4770"/>
                  </a:lnTo>
                  <a:lnTo>
                    <a:pt x="2951183" y="4702"/>
                  </a:lnTo>
                  <a:lnTo>
                    <a:pt x="2950111" y="4635"/>
                  </a:lnTo>
                  <a:lnTo>
                    <a:pt x="2949039" y="4568"/>
                  </a:lnTo>
                  <a:lnTo>
                    <a:pt x="2947968" y="4501"/>
                  </a:lnTo>
                  <a:lnTo>
                    <a:pt x="2946896" y="4435"/>
                  </a:lnTo>
                  <a:lnTo>
                    <a:pt x="2945825" y="4369"/>
                  </a:lnTo>
                  <a:lnTo>
                    <a:pt x="2944753" y="4304"/>
                  </a:lnTo>
                  <a:lnTo>
                    <a:pt x="2943681" y="4239"/>
                  </a:lnTo>
                  <a:lnTo>
                    <a:pt x="2942610" y="4175"/>
                  </a:lnTo>
                  <a:lnTo>
                    <a:pt x="2941538" y="4111"/>
                  </a:lnTo>
                  <a:lnTo>
                    <a:pt x="2940467" y="4047"/>
                  </a:lnTo>
                  <a:lnTo>
                    <a:pt x="2939395" y="3984"/>
                  </a:lnTo>
                  <a:lnTo>
                    <a:pt x="2938323" y="3922"/>
                  </a:lnTo>
                  <a:lnTo>
                    <a:pt x="2937252" y="3860"/>
                  </a:lnTo>
                  <a:lnTo>
                    <a:pt x="2936180" y="3798"/>
                  </a:lnTo>
                  <a:lnTo>
                    <a:pt x="2935109" y="3737"/>
                  </a:lnTo>
                  <a:lnTo>
                    <a:pt x="2934037" y="3676"/>
                  </a:lnTo>
                  <a:lnTo>
                    <a:pt x="2932965" y="3616"/>
                  </a:lnTo>
                  <a:lnTo>
                    <a:pt x="2931894" y="3556"/>
                  </a:lnTo>
                  <a:lnTo>
                    <a:pt x="2930822" y="3497"/>
                  </a:lnTo>
                  <a:lnTo>
                    <a:pt x="2929751" y="3438"/>
                  </a:lnTo>
                  <a:lnTo>
                    <a:pt x="2928679" y="3380"/>
                  </a:lnTo>
                  <a:lnTo>
                    <a:pt x="2927607" y="3322"/>
                  </a:lnTo>
                  <a:lnTo>
                    <a:pt x="2926536" y="3265"/>
                  </a:lnTo>
                  <a:lnTo>
                    <a:pt x="2925464" y="3208"/>
                  </a:lnTo>
                  <a:lnTo>
                    <a:pt x="2924393" y="3152"/>
                  </a:lnTo>
                  <a:lnTo>
                    <a:pt x="2923321" y="3096"/>
                  </a:lnTo>
                  <a:lnTo>
                    <a:pt x="2922249" y="3040"/>
                  </a:lnTo>
                  <a:lnTo>
                    <a:pt x="2921178" y="2985"/>
                  </a:lnTo>
                  <a:lnTo>
                    <a:pt x="2920106" y="2931"/>
                  </a:lnTo>
                  <a:lnTo>
                    <a:pt x="2919035" y="2877"/>
                  </a:lnTo>
                  <a:lnTo>
                    <a:pt x="2917963" y="2823"/>
                  </a:lnTo>
                  <a:lnTo>
                    <a:pt x="2916891" y="2770"/>
                  </a:lnTo>
                  <a:lnTo>
                    <a:pt x="2915820" y="2717"/>
                  </a:lnTo>
                  <a:lnTo>
                    <a:pt x="2914748" y="2665"/>
                  </a:lnTo>
                  <a:lnTo>
                    <a:pt x="2913677" y="2614"/>
                  </a:lnTo>
                  <a:lnTo>
                    <a:pt x="2912605" y="2562"/>
                  </a:lnTo>
                  <a:lnTo>
                    <a:pt x="2911533" y="2512"/>
                  </a:lnTo>
                  <a:lnTo>
                    <a:pt x="2910462" y="2462"/>
                  </a:lnTo>
                  <a:lnTo>
                    <a:pt x="2909390" y="2412"/>
                  </a:lnTo>
                  <a:lnTo>
                    <a:pt x="2908319" y="2363"/>
                  </a:lnTo>
                  <a:lnTo>
                    <a:pt x="2907247" y="2314"/>
                  </a:lnTo>
                  <a:lnTo>
                    <a:pt x="2906175" y="2266"/>
                  </a:lnTo>
                  <a:lnTo>
                    <a:pt x="2905104" y="2218"/>
                  </a:lnTo>
                  <a:lnTo>
                    <a:pt x="2904032" y="2171"/>
                  </a:lnTo>
                  <a:lnTo>
                    <a:pt x="2902961" y="2124"/>
                  </a:lnTo>
                  <a:lnTo>
                    <a:pt x="2901889" y="2077"/>
                  </a:lnTo>
                  <a:lnTo>
                    <a:pt x="2900817" y="2032"/>
                  </a:lnTo>
                  <a:lnTo>
                    <a:pt x="2899746" y="1986"/>
                  </a:lnTo>
                  <a:lnTo>
                    <a:pt x="2898674" y="1942"/>
                  </a:lnTo>
                  <a:lnTo>
                    <a:pt x="2897603" y="1897"/>
                  </a:lnTo>
                  <a:lnTo>
                    <a:pt x="2896531" y="1853"/>
                  </a:lnTo>
                  <a:lnTo>
                    <a:pt x="2895459" y="1810"/>
                  </a:lnTo>
                  <a:lnTo>
                    <a:pt x="2894388" y="1767"/>
                  </a:lnTo>
                  <a:lnTo>
                    <a:pt x="2893316" y="1725"/>
                  </a:lnTo>
                  <a:lnTo>
                    <a:pt x="2892245" y="1683"/>
                  </a:lnTo>
                  <a:lnTo>
                    <a:pt x="2891173" y="1642"/>
                  </a:lnTo>
                  <a:lnTo>
                    <a:pt x="2890101" y="1601"/>
                  </a:lnTo>
                  <a:lnTo>
                    <a:pt x="2889030" y="1560"/>
                  </a:lnTo>
                  <a:lnTo>
                    <a:pt x="2887958" y="1521"/>
                  </a:lnTo>
                  <a:lnTo>
                    <a:pt x="2886887" y="1481"/>
                  </a:lnTo>
                  <a:lnTo>
                    <a:pt x="2885815" y="1442"/>
                  </a:lnTo>
                  <a:lnTo>
                    <a:pt x="2884743" y="1404"/>
                  </a:lnTo>
                  <a:lnTo>
                    <a:pt x="2883672" y="1366"/>
                  </a:lnTo>
                  <a:lnTo>
                    <a:pt x="2882600" y="1329"/>
                  </a:lnTo>
                  <a:lnTo>
                    <a:pt x="2881529" y="1292"/>
                  </a:lnTo>
                  <a:lnTo>
                    <a:pt x="2880457" y="1256"/>
                  </a:lnTo>
                  <a:lnTo>
                    <a:pt x="2879385" y="1220"/>
                  </a:lnTo>
                  <a:lnTo>
                    <a:pt x="2878314" y="1184"/>
                  </a:lnTo>
                  <a:lnTo>
                    <a:pt x="2877242" y="1150"/>
                  </a:lnTo>
                  <a:lnTo>
                    <a:pt x="2876171" y="1115"/>
                  </a:lnTo>
                  <a:lnTo>
                    <a:pt x="2875099" y="1081"/>
                  </a:lnTo>
                  <a:lnTo>
                    <a:pt x="2874027" y="1048"/>
                  </a:lnTo>
                  <a:lnTo>
                    <a:pt x="2872956" y="1015"/>
                  </a:lnTo>
                  <a:lnTo>
                    <a:pt x="2871884" y="983"/>
                  </a:lnTo>
                  <a:lnTo>
                    <a:pt x="2870813" y="951"/>
                  </a:lnTo>
                  <a:lnTo>
                    <a:pt x="2869741" y="920"/>
                  </a:lnTo>
                  <a:lnTo>
                    <a:pt x="2868669" y="889"/>
                  </a:lnTo>
                  <a:lnTo>
                    <a:pt x="2867598" y="859"/>
                  </a:lnTo>
                  <a:lnTo>
                    <a:pt x="2866526" y="829"/>
                  </a:lnTo>
                  <a:lnTo>
                    <a:pt x="2865455" y="800"/>
                  </a:lnTo>
                  <a:lnTo>
                    <a:pt x="2864383" y="771"/>
                  </a:lnTo>
                  <a:lnTo>
                    <a:pt x="2863311" y="743"/>
                  </a:lnTo>
                  <a:lnTo>
                    <a:pt x="2862240" y="716"/>
                  </a:lnTo>
                  <a:lnTo>
                    <a:pt x="2861168" y="688"/>
                  </a:lnTo>
                  <a:lnTo>
                    <a:pt x="2860097" y="662"/>
                  </a:lnTo>
                  <a:lnTo>
                    <a:pt x="2859025" y="636"/>
                  </a:lnTo>
                  <a:lnTo>
                    <a:pt x="2857953" y="610"/>
                  </a:lnTo>
                  <a:lnTo>
                    <a:pt x="2856882" y="585"/>
                  </a:lnTo>
                  <a:lnTo>
                    <a:pt x="2855810" y="560"/>
                  </a:lnTo>
                  <a:lnTo>
                    <a:pt x="2854739" y="536"/>
                  </a:lnTo>
                  <a:lnTo>
                    <a:pt x="2853667" y="513"/>
                  </a:lnTo>
                  <a:lnTo>
                    <a:pt x="2852595" y="490"/>
                  </a:lnTo>
                  <a:lnTo>
                    <a:pt x="2851524" y="467"/>
                  </a:lnTo>
                  <a:lnTo>
                    <a:pt x="2850452" y="445"/>
                  </a:lnTo>
                  <a:lnTo>
                    <a:pt x="2849381" y="424"/>
                  </a:lnTo>
                  <a:lnTo>
                    <a:pt x="2848309" y="403"/>
                  </a:lnTo>
                  <a:lnTo>
                    <a:pt x="2847237" y="382"/>
                  </a:lnTo>
                  <a:lnTo>
                    <a:pt x="2846166" y="363"/>
                  </a:lnTo>
                  <a:lnTo>
                    <a:pt x="2845094" y="343"/>
                  </a:lnTo>
                  <a:lnTo>
                    <a:pt x="2844023" y="324"/>
                  </a:lnTo>
                  <a:lnTo>
                    <a:pt x="2842951" y="306"/>
                  </a:lnTo>
                  <a:lnTo>
                    <a:pt x="2841879" y="288"/>
                  </a:lnTo>
                  <a:lnTo>
                    <a:pt x="2840808" y="271"/>
                  </a:lnTo>
                  <a:lnTo>
                    <a:pt x="2839736" y="254"/>
                  </a:lnTo>
                  <a:lnTo>
                    <a:pt x="2838665" y="238"/>
                  </a:lnTo>
                  <a:lnTo>
                    <a:pt x="2837593" y="222"/>
                  </a:lnTo>
                  <a:lnTo>
                    <a:pt x="2836522" y="207"/>
                  </a:lnTo>
                  <a:lnTo>
                    <a:pt x="2835450" y="193"/>
                  </a:lnTo>
                  <a:lnTo>
                    <a:pt x="2834378" y="179"/>
                  </a:lnTo>
                  <a:lnTo>
                    <a:pt x="2833307" y="165"/>
                  </a:lnTo>
                  <a:lnTo>
                    <a:pt x="2832235" y="152"/>
                  </a:lnTo>
                  <a:lnTo>
                    <a:pt x="2831164" y="139"/>
                  </a:lnTo>
                  <a:lnTo>
                    <a:pt x="2830092" y="127"/>
                  </a:lnTo>
                  <a:lnTo>
                    <a:pt x="2829020" y="116"/>
                  </a:lnTo>
                  <a:lnTo>
                    <a:pt x="2827949" y="105"/>
                  </a:lnTo>
                  <a:lnTo>
                    <a:pt x="2826877" y="95"/>
                  </a:lnTo>
                  <a:lnTo>
                    <a:pt x="2825806" y="85"/>
                  </a:lnTo>
                  <a:lnTo>
                    <a:pt x="2824734" y="76"/>
                  </a:lnTo>
                  <a:lnTo>
                    <a:pt x="2823662" y="67"/>
                  </a:lnTo>
                  <a:lnTo>
                    <a:pt x="2822591" y="59"/>
                  </a:lnTo>
                  <a:lnTo>
                    <a:pt x="2821519" y="51"/>
                  </a:lnTo>
                  <a:lnTo>
                    <a:pt x="2820448" y="44"/>
                  </a:lnTo>
                  <a:lnTo>
                    <a:pt x="2819376" y="37"/>
                  </a:lnTo>
                  <a:lnTo>
                    <a:pt x="2818304" y="31"/>
                  </a:lnTo>
                  <a:lnTo>
                    <a:pt x="2817233" y="25"/>
                  </a:lnTo>
                  <a:lnTo>
                    <a:pt x="2816161" y="20"/>
                  </a:lnTo>
                  <a:lnTo>
                    <a:pt x="2815090" y="16"/>
                  </a:lnTo>
                  <a:lnTo>
                    <a:pt x="2814018" y="12"/>
                  </a:lnTo>
                  <a:lnTo>
                    <a:pt x="2812946" y="9"/>
                  </a:lnTo>
                  <a:lnTo>
                    <a:pt x="2811875" y="6"/>
                  </a:lnTo>
                  <a:lnTo>
                    <a:pt x="2810803" y="3"/>
                  </a:lnTo>
                  <a:lnTo>
                    <a:pt x="2809732" y="2"/>
                  </a:lnTo>
                  <a:lnTo>
                    <a:pt x="2808660" y="0"/>
                  </a:lnTo>
                  <a:lnTo>
                    <a:pt x="2807588" y="0"/>
                  </a:lnTo>
                  <a:lnTo>
                    <a:pt x="2806517" y="0"/>
                  </a:lnTo>
                  <a:lnTo>
                    <a:pt x="2805445" y="0"/>
                  </a:lnTo>
                  <a:lnTo>
                    <a:pt x="2804374" y="1"/>
                  </a:lnTo>
                  <a:lnTo>
                    <a:pt x="2803302" y="2"/>
                  </a:lnTo>
                  <a:lnTo>
                    <a:pt x="2802230" y="4"/>
                  </a:lnTo>
                  <a:lnTo>
                    <a:pt x="2801159" y="7"/>
                  </a:lnTo>
                  <a:lnTo>
                    <a:pt x="2800087" y="10"/>
                  </a:lnTo>
                  <a:lnTo>
                    <a:pt x="2799016" y="14"/>
                  </a:lnTo>
                  <a:lnTo>
                    <a:pt x="2797944" y="18"/>
                  </a:lnTo>
                  <a:lnTo>
                    <a:pt x="2796872" y="22"/>
                  </a:lnTo>
                  <a:lnTo>
                    <a:pt x="2795801" y="28"/>
                  </a:lnTo>
                  <a:lnTo>
                    <a:pt x="2794729" y="34"/>
                  </a:lnTo>
                  <a:lnTo>
                    <a:pt x="2793658" y="40"/>
                  </a:lnTo>
                  <a:lnTo>
                    <a:pt x="2792586" y="47"/>
                  </a:lnTo>
                  <a:lnTo>
                    <a:pt x="2791514" y="54"/>
                  </a:lnTo>
                  <a:lnTo>
                    <a:pt x="2790443" y="62"/>
                  </a:lnTo>
                  <a:lnTo>
                    <a:pt x="2789371" y="71"/>
                  </a:lnTo>
                  <a:lnTo>
                    <a:pt x="2788300" y="80"/>
                  </a:lnTo>
                  <a:lnTo>
                    <a:pt x="2787228" y="90"/>
                  </a:lnTo>
                  <a:lnTo>
                    <a:pt x="2786156" y="100"/>
                  </a:lnTo>
                  <a:lnTo>
                    <a:pt x="2785085" y="111"/>
                  </a:lnTo>
                  <a:lnTo>
                    <a:pt x="2784013" y="122"/>
                  </a:lnTo>
                  <a:lnTo>
                    <a:pt x="2782942" y="134"/>
                  </a:lnTo>
                  <a:lnTo>
                    <a:pt x="2781870" y="146"/>
                  </a:lnTo>
                  <a:lnTo>
                    <a:pt x="2780798" y="159"/>
                  </a:lnTo>
                  <a:lnTo>
                    <a:pt x="2779727" y="173"/>
                  </a:lnTo>
                  <a:lnTo>
                    <a:pt x="2778655" y="187"/>
                  </a:lnTo>
                  <a:lnTo>
                    <a:pt x="2777584" y="201"/>
                  </a:lnTo>
                  <a:lnTo>
                    <a:pt x="2776512" y="216"/>
                  </a:lnTo>
                  <a:lnTo>
                    <a:pt x="2775440" y="232"/>
                  </a:lnTo>
                  <a:lnTo>
                    <a:pt x="2774369" y="248"/>
                  </a:lnTo>
                  <a:lnTo>
                    <a:pt x="2773297" y="265"/>
                  </a:lnTo>
                  <a:lnTo>
                    <a:pt x="2772226" y="283"/>
                  </a:lnTo>
                  <a:lnTo>
                    <a:pt x="2771154" y="301"/>
                  </a:lnTo>
                  <a:lnTo>
                    <a:pt x="2770082" y="319"/>
                  </a:lnTo>
                  <a:lnTo>
                    <a:pt x="2769011" y="338"/>
                  </a:lnTo>
                  <a:lnTo>
                    <a:pt x="2767939" y="358"/>
                  </a:lnTo>
                  <a:lnTo>
                    <a:pt x="2766868" y="378"/>
                  </a:lnTo>
                  <a:lnTo>
                    <a:pt x="2765796" y="399"/>
                  </a:lnTo>
                  <a:lnTo>
                    <a:pt x="2764724" y="420"/>
                  </a:lnTo>
                  <a:lnTo>
                    <a:pt x="2763653" y="442"/>
                  </a:lnTo>
                  <a:lnTo>
                    <a:pt x="2762581" y="464"/>
                  </a:lnTo>
                  <a:lnTo>
                    <a:pt x="2761510" y="487"/>
                  </a:lnTo>
                  <a:lnTo>
                    <a:pt x="2760438" y="510"/>
                  </a:lnTo>
                  <a:lnTo>
                    <a:pt x="2759366" y="534"/>
                  </a:lnTo>
                  <a:lnTo>
                    <a:pt x="2758295" y="559"/>
                  </a:lnTo>
                  <a:lnTo>
                    <a:pt x="2757223" y="584"/>
                  </a:lnTo>
                  <a:lnTo>
                    <a:pt x="2756152" y="610"/>
                  </a:lnTo>
                  <a:lnTo>
                    <a:pt x="2755080" y="636"/>
                  </a:lnTo>
                  <a:lnTo>
                    <a:pt x="2754008" y="663"/>
                  </a:lnTo>
                  <a:lnTo>
                    <a:pt x="2752937" y="691"/>
                  </a:lnTo>
                  <a:lnTo>
                    <a:pt x="2751865" y="719"/>
                  </a:lnTo>
                  <a:lnTo>
                    <a:pt x="2750794" y="747"/>
                  </a:lnTo>
                  <a:lnTo>
                    <a:pt x="2749722" y="776"/>
                  </a:lnTo>
                  <a:lnTo>
                    <a:pt x="2748650" y="806"/>
                  </a:lnTo>
                  <a:lnTo>
                    <a:pt x="2747579" y="836"/>
                  </a:lnTo>
                  <a:lnTo>
                    <a:pt x="2746507" y="867"/>
                  </a:lnTo>
                  <a:lnTo>
                    <a:pt x="2745436" y="898"/>
                  </a:lnTo>
                  <a:lnTo>
                    <a:pt x="2744364" y="930"/>
                  </a:lnTo>
                  <a:lnTo>
                    <a:pt x="2743292" y="963"/>
                  </a:lnTo>
                  <a:lnTo>
                    <a:pt x="2742221" y="996"/>
                  </a:lnTo>
                  <a:lnTo>
                    <a:pt x="2741149" y="1029"/>
                  </a:lnTo>
                  <a:lnTo>
                    <a:pt x="2740078" y="1063"/>
                  </a:lnTo>
                  <a:lnTo>
                    <a:pt x="2739006" y="1098"/>
                  </a:lnTo>
                  <a:lnTo>
                    <a:pt x="2737934" y="1133"/>
                  </a:lnTo>
                  <a:lnTo>
                    <a:pt x="2736863" y="1169"/>
                  </a:lnTo>
                  <a:lnTo>
                    <a:pt x="2735791" y="1206"/>
                  </a:lnTo>
                  <a:lnTo>
                    <a:pt x="2734720" y="1243"/>
                  </a:lnTo>
                  <a:lnTo>
                    <a:pt x="2733648" y="1280"/>
                  </a:lnTo>
                  <a:lnTo>
                    <a:pt x="2732576" y="1318"/>
                  </a:lnTo>
                  <a:lnTo>
                    <a:pt x="2731505" y="1357"/>
                  </a:lnTo>
                  <a:lnTo>
                    <a:pt x="2730433" y="1396"/>
                  </a:lnTo>
                  <a:lnTo>
                    <a:pt x="2729362" y="1436"/>
                  </a:lnTo>
                  <a:lnTo>
                    <a:pt x="2728290" y="1477"/>
                  </a:lnTo>
                  <a:lnTo>
                    <a:pt x="2727218" y="1517"/>
                  </a:lnTo>
                  <a:lnTo>
                    <a:pt x="2726147" y="1559"/>
                  </a:lnTo>
                  <a:lnTo>
                    <a:pt x="2725075" y="1601"/>
                  </a:lnTo>
                  <a:lnTo>
                    <a:pt x="2724004" y="1644"/>
                  </a:lnTo>
                  <a:lnTo>
                    <a:pt x="2722932" y="1687"/>
                  </a:lnTo>
                  <a:lnTo>
                    <a:pt x="2721860" y="1731"/>
                  </a:lnTo>
                  <a:lnTo>
                    <a:pt x="2720789" y="1775"/>
                  </a:lnTo>
                  <a:lnTo>
                    <a:pt x="2719717" y="1820"/>
                  </a:lnTo>
                  <a:lnTo>
                    <a:pt x="2718646" y="1866"/>
                  </a:lnTo>
                  <a:lnTo>
                    <a:pt x="2717574" y="1912"/>
                  </a:lnTo>
                  <a:lnTo>
                    <a:pt x="2716502" y="1958"/>
                  </a:lnTo>
                  <a:lnTo>
                    <a:pt x="2715431" y="2006"/>
                  </a:lnTo>
                  <a:lnTo>
                    <a:pt x="2714359" y="2053"/>
                  </a:lnTo>
                  <a:lnTo>
                    <a:pt x="2713288" y="2102"/>
                  </a:lnTo>
                  <a:lnTo>
                    <a:pt x="2712216" y="2151"/>
                  </a:lnTo>
                  <a:lnTo>
                    <a:pt x="2711144" y="2200"/>
                  </a:lnTo>
                  <a:lnTo>
                    <a:pt x="2710073" y="2250"/>
                  </a:lnTo>
                  <a:lnTo>
                    <a:pt x="2709001" y="2301"/>
                  </a:lnTo>
                  <a:lnTo>
                    <a:pt x="2707930" y="2352"/>
                  </a:lnTo>
                  <a:lnTo>
                    <a:pt x="2706858" y="2404"/>
                  </a:lnTo>
                  <a:lnTo>
                    <a:pt x="2705786" y="2456"/>
                  </a:lnTo>
                  <a:lnTo>
                    <a:pt x="2704715" y="2509"/>
                  </a:lnTo>
                  <a:lnTo>
                    <a:pt x="2703643" y="2563"/>
                  </a:lnTo>
                  <a:lnTo>
                    <a:pt x="2702572" y="2617"/>
                  </a:lnTo>
                  <a:lnTo>
                    <a:pt x="2701500" y="2672"/>
                  </a:lnTo>
                  <a:lnTo>
                    <a:pt x="2700428" y="2727"/>
                  </a:lnTo>
                  <a:lnTo>
                    <a:pt x="2699357" y="2783"/>
                  </a:lnTo>
                  <a:lnTo>
                    <a:pt x="2698285" y="2839"/>
                  </a:lnTo>
                  <a:lnTo>
                    <a:pt x="2697214" y="2896"/>
                  </a:lnTo>
                  <a:lnTo>
                    <a:pt x="2696142" y="2954"/>
                  </a:lnTo>
                  <a:lnTo>
                    <a:pt x="2695070" y="3012"/>
                  </a:lnTo>
                  <a:lnTo>
                    <a:pt x="2693999" y="3071"/>
                  </a:lnTo>
                  <a:lnTo>
                    <a:pt x="2692927" y="3130"/>
                  </a:lnTo>
                  <a:lnTo>
                    <a:pt x="2691856" y="3190"/>
                  </a:lnTo>
                  <a:lnTo>
                    <a:pt x="2690784" y="3250"/>
                  </a:lnTo>
                  <a:lnTo>
                    <a:pt x="2689712" y="3311"/>
                  </a:lnTo>
                  <a:lnTo>
                    <a:pt x="2688641" y="3373"/>
                  </a:lnTo>
                  <a:lnTo>
                    <a:pt x="2687569" y="3435"/>
                  </a:lnTo>
                  <a:lnTo>
                    <a:pt x="2686498" y="3498"/>
                  </a:lnTo>
                  <a:lnTo>
                    <a:pt x="2685426" y="3561"/>
                  </a:lnTo>
                  <a:lnTo>
                    <a:pt x="2684354" y="3625"/>
                  </a:lnTo>
                  <a:lnTo>
                    <a:pt x="2683283" y="3690"/>
                  </a:lnTo>
                  <a:lnTo>
                    <a:pt x="2682211" y="3755"/>
                  </a:lnTo>
                  <a:lnTo>
                    <a:pt x="2681140" y="3821"/>
                  </a:lnTo>
                  <a:lnTo>
                    <a:pt x="2680068" y="3887"/>
                  </a:lnTo>
                  <a:lnTo>
                    <a:pt x="2678996" y="3954"/>
                  </a:lnTo>
                  <a:lnTo>
                    <a:pt x="2677925" y="4021"/>
                  </a:lnTo>
                  <a:lnTo>
                    <a:pt x="2676853" y="4089"/>
                  </a:lnTo>
                  <a:lnTo>
                    <a:pt x="2675782" y="4158"/>
                  </a:lnTo>
                  <a:lnTo>
                    <a:pt x="2674710" y="4227"/>
                  </a:lnTo>
                  <a:lnTo>
                    <a:pt x="2673638" y="4296"/>
                  </a:lnTo>
                  <a:lnTo>
                    <a:pt x="2672567" y="4367"/>
                  </a:lnTo>
                  <a:lnTo>
                    <a:pt x="2671495" y="4438"/>
                  </a:lnTo>
                  <a:lnTo>
                    <a:pt x="2670424" y="4509"/>
                  </a:lnTo>
                  <a:lnTo>
                    <a:pt x="2669352" y="4581"/>
                  </a:lnTo>
                  <a:lnTo>
                    <a:pt x="2668280" y="4654"/>
                  </a:lnTo>
                  <a:lnTo>
                    <a:pt x="2667209" y="4727"/>
                  </a:lnTo>
                  <a:lnTo>
                    <a:pt x="2666137" y="4801"/>
                  </a:lnTo>
                  <a:lnTo>
                    <a:pt x="2665066" y="4875"/>
                  </a:lnTo>
                  <a:lnTo>
                    <a:pt x="2663994" y="4950"/>
                  </a:lnTo>
                  <a:lnTo>
                    <a:pt x="2662922" y="5026"/>
                  </a:lnTo>
                  <a:lnTo>
                    <a:pt x="2661851" y="5102"/>
                  </a:lnTo>
                  <a:lnTo>
                    <a:pt x="2660779" y="5179"/>
                  </a:lnTo>
                  <a:lnTo>
                    <a:pt x="2659708" y="5256"/>
                  </a:lnTo>
                  <a:lnTo>
                    <a:pt x="2658636" y="5334"/>
                  </a:lnTo>
                  <a:lnTo>
                    <a:pt x="2657565" y="5413"/>
                  </a:lnTo>
                  <a:lnTo>
                    <a:pt x="2656493" y="5492"/>
                  </a:lnTo>
                  <a:lnTo>
                    <a:pt x="2655421" y="5571"/>
                  </a:lnTo>
                  <a:lnTo>
                    <a:pt x="2654350" y="5652"/>
                  </a:lnTo>
                  <a:lnTo>
                    <a:pt x="2653278" y="5732"/>
                  </a:lnTo>
                  <a:lnTo>
                    <a:pt x="2652207" y="5814"/>
                  </a:lnTo>
                  <a:lnTo>
                    <a:pt x="2651135" y="5896"/>
                  </a:lnTo>
                  <a:lnTo>
                    <a:pt x="2650063" y="5979"/>
                  </a:lnTo>
                  <a:lnTo>
                    <a:pt x="2648992" y="6062"/>
                  </a:lnTo>
                  <a:lnTo>
                    <a:pt x="2647920" y="6146"/>
                  </a:lnTo>
                  <a:lnTo>
                    <a:pt x="2646849" y="6230"/>
                  </a:lnTo>
                  <a:lnTo>
                    <a:pt x="2645777" y="6315"/>
                  </a:lnTo>
                  <a:lnTo>
                    <a:pt x="2644705" y="6400"/>
                  </a:lnTo>
                  <a:lnTo>
                    <a:pt x="2643634" y="6487"/>
                  </a:lnTo>
                  <a:lnTo>
                    <a:pt x="2642562" y="6573"/>
                  </a:lnTo>
                  <a:lnTo>
                    <a:pt x="2641491" y="6661"/>
                  </a:lnTo>
                  <a:lnTo>
                    <a:pt x="2640419" y="6749"/>
                  </a:lnTo>
                  <a:lnTo>
                    <a:pt x="2639347" y="6837"/>
                  </a:lnTo>
                  <a:lnTo>
                    <a:pt x="2638276" y="6926"/>
                  </a:lnTo>
                  <a:lnTo>
                    <a:pt x="2637204" y="7016"/>
                  </a:lnTo>
                  <a:lnTo>
                    <a:pt x="2636133" y="7106"/>
                  </a:lnTo>
                  <a:lnTo>
                    <a:pt x="2635061" y="7197"/>
                  </a:lnTo>
                  <a:lnTo>
                    <a:pt x="2633989" y="7289"/>
                  </a:lnTo>
                  <a:lnTo>
                    <a:pt x="2632918" y="7381"/>
                  </a:lnTo>
                  <a:lnTo>
                    <a:pt x="2631846" y="7473"/>
                  </a:lnTo>
                  <a:lnTo>
                    <a:pt x="2630775" y="7566"/>
                  </a:lnTo>
                  <a:lnTo>
                    <a:pt x="2629703" y="7660"/>
                  </a:lnTo>
                  <a:lnTo>
                    <a:pt x="2628631" y="7755"/>
                  </a:lnTo>
                  <a:lnTo>
                    <a:pt x="2627560" y="7850"/>
                  </a:lnTo>
                  <a:lnTo>
                    <a:pt x="2626488" y="7945"/>
                  </a:lnTo>
                  <a:lnTo>
                    <a:pt x="2625417" y="8042"/>
                  </a:lnTo>
                  <a:lnTo>
                    <a:pt x="2624345" y="8138"/>
                  </a:lnTo>
                  <a:lnTo>
                    <a:pt x="2623273" y="8236"/>
                  </a:lnTo>
                  <a:lnTo>
                    <a:pt x="2622202" y="8334"/>
                  </a:lnTo>
                  <a:lnTo>
                    <a:pt x="2621130" y="8432"/>
                  </a:lnTo>
                  <a:lnTo>
                    <a:pt x="2620059" y="8532"/>
                  </a:lnTo>
                  <a:lnTo>
                    <a:pt x="2618987" y="8631"/>
                  </a:lnTo>
                  <a:lnTo>
                    <a:pt x="2617915" y="8732"/>
                  </a:lnTo>
                  <a:lnTo>
                    <a:pt x="2616844" y="8833"/>
                  </a:lnTo>
                  <a:lnTo>
                    <a:pt x="2615772" y="8934"/>
                  </a:lnTo>
                  <a:lnTo>
                    <a:pt x="2614701" y="9036"/>
                  </a:lnTo>
                  <a:lnTo>
                    <a:pt x="2613629" y="9139"/>
                  </a:lnTo>
                  <a:lnTo>
                    <a:pt x="2612557" y="9243"/>
                  </a:lnTo>
                  <a:lnTo>
                    <a:pt x="2611486" y="9346"/>
                  </a:lnTo>
                  <a:lnTo>
                    <a:pt x="2610414" y="9451"/>
                  </a:lnTo>
                  <a:lnTo>
                    <a:pt x="2609343" y="9556"/>
                  </a:lnTo>
                  <a:lnTo>
                    <a:pt x="2608271" y="9662"/>
                  </a:lnTo>
                  <a:lnTo>
                    <a:pt x="2607199" y="9768"/>
                  </a:lnTo>
                  <a:lnTo>
                    <a:pt x="2606128" y="9875"/>
                  </a:lnTo>
                  <a:lnTo>
                    <a:pt x="2605056" y="9983"/>
                  </a:lnTo>
                  <a:lnTo>
                    <a:pt x="2603985" y="10091"/>
                  </a:lnTo>
                  <a:lnTo>
                    <a:pt x="2602913" y="10200"/>
                  </a:lnTo>
                  <a:lnTo>
                    <a:pt x="2601841" y="10309"/>
                  </a:lnTo>
                  <a:lnTo>
                    <a:pt x="2600770" y="10419"/>
                  </a:lnTo>
                  <a:lnTo>
                    <a:pt x="2599698" y="10529"/>
                  </a:lnTo>
                  <a:lnTo>
                    <a:pt x="2598627" y="10641"/>
                  </a:lnTo>
                  <a:lnTo>
                    <a:pt x="2597555" y="10752"/>
                  </a:lnTo>
                  <a:lnTo>
                    <a:pt x="2596483" y="10865"/>
                  </a:lnTo>
                  <a:lnTo>
                    <a:pt x="2595412" y="10978"/>
                  </a:lnTo>
                  <a:lnTo>
                    <a:pt x="2594340" y="11091"/>
                  </a:lnTo>
                  <a:lnTo>
                    <a:pt x="2593269" y="11205"/>
                  </a:lnTo>
                  <a:lnTo>
                    <a:pt x="2592197" y="11320"/>
                  </a:lnTo>
                  <a:lnTo>
                    <a:pt x="2591125" y="11435"/>
                  </a:lnTo>
                  <a:lnTo>
                    <a:pt x="2590054" y="11551"/>
                  </a:lnTo>
                  <a:lnTo>
                    <a:pt x="2588982" y="11668"/>
                  </a:lnTo>
                  <a:lnTo>
                    <a:pt x="2587911" y="11785"/>
                  </a:lnTo>
                  <a:lnTo>
                    <a:pt x="2586839" y="11903"/>
                  </a:lnTo>
                  <a:lnTo>
                    <a:pt x="2585767" y="12021"/>
                  </a:lnTo>
                  <a:lnTo>
                    <a:pt x="2584696" y="12140"/>
                  </a:lnTo>
                  <a:lnTo>
                    <a:pt x="2583624" y="12260"/>
                  </a:lnTo>
                  <a:lnTo>
                    <a:pt x="2582553" y="12380"/>
                  </a:lnTo>
                  <a:lnTo>
                    <a:pt x="2581481" y="12501"/>
                  </a:lnTo>
                  <a:lnTo>
                    <a:pt x="2580409" y="12622"/>
                  </a:lnTo>
                  <a:lnTo>
                    <a:pt x="2579338" y="12744"/>
                  </a:lnTo>
                  <a:lnTo>
                    <a:pt x="2578266" y="12867"/>
                  </a:lnTo>
                  <a:lnTo>
                    <a:pt x="2577195" y="12990"/>
                  </a:lnTo>
                  <a:lnTo>
                    <a:pt x="2576123" y="13114"/>
                  </a:lnTo>
                  <a:lnTo>
                    <a:pt x="2575051" y="13238"/>
                  </a:lnTo>
                  <a:lnTo>
                    <a:pt x="2573980" y="13363"/>
                  </a:lnTo>
                  <a:lnTo>
                    <a:pt x="2572908" y="13489"/>
                  </a:lnTo>
                  <a:lnTo>
                    <a:pt x="2571837" y="13615"/>
                  </a:lnTo>
                  <a:lnTo>
                    <a:pt x="2570765" y="13742"/>
                  </a:lnTo>
                  <a:lnTo>
                    <a:pt x="2569693" y="13869"/>
                  </a:lnTo>
                  <a:lnTo>
                    <a:pt x="2568622" y="13997"/>
                  </a:lnTo>
                  <a:lnTo>
                    <a:pt x="2567550" y="14126"/>
                  </a:lnTo>
                  <a:lnTo>
                    <a:pt x="2566479" y="14255"/>
                  </a:lnTo>
                  <a:lnTo>
                    <a:pt x="2565407" y="14385"/>
                  </a:lnTo>
                  <a:lnTo>
                    <a:pt x="2564335" y="14515"/>
                  </a:lnTo>
                  <a:lnTo>
                    <a:pt x="2563264" y="14647"/>
                  </a:lnTo>
                  <a:lnTo>
                    <a:pt x="2562192" y="14778"/>
                  </a:lnTo>
                  <a:lnTo>
                    <a:pt x="2561121" y="14911"/>
                  </a:lnTo>
                  <a:lnTo>
                    <a:pt x="2560049" y="15043"/>
                  </a:lnTo>
                  <a:lnTo>
                    <a:pt x="2558977" y="15177"/>
                  </a:lnTo>
                  <a:lnTo>
                    <a:pt x="2557906" y="15311"/>
                  </a:lnTo>
                  <a:lnTo>
                    <a:pt x="2556834" y="15446"/>
                  </a:lnTo>
                  <a:lnTo>
                    <a:pt x="2555763" y="15581"/>
                  </a:lnTo>
                  <a:lnTo>
                    <a:pt x="2554691" y="15717"/>
                  </a:lnTo>
                  <a:lnTo>
                    <a:pt x="2553619" y="15854"/>
                  </a:lnTo>
                  <a:lnTo>
                    <a:pt x="2552548" y="15991"/>
                  </a:lnTo>
                  <a:lnTo>
                    <a:pt x="2551476" y="16129"/>
                  </a:lnTo>
                  <a:lnTo>
                    <a:pt x="2550405" y="16267"/>
                  </a:lnTo>
                  <a:lnTo>
                    <a:pt x="2549333" y="16406"/>
                  </a:lnTo>
                  <a:lnTo>
                    <a:pt x="2548261" y="16546"/>
                  </a:lnTo>
                  <a:lnTo>
                    <a:pt x="2547190" y="16686"/>
                  </a:lnTo>
                  <a:lnTo>
                    <a:pt x="2546118" y="16827"/>
                  </a:lnTo>
                  <a:lnTo>
                    <a:pt x="2545047" y="16968"/>
                  </a:lnTo>
                  <a:lnTo>
                    <a:pt x="2543975" y="17110"/>
                  </a:lnTo>
                  <a:lnTo>
                    <a:pt x="2542903" y="17253"/>
                  </a:lnTo>
                  <a:lnTo>
                    <a:pt x="2541832" y="17396"/>
                  </a:lnTo>
                  <a:lnTo>
                    <a:pt x="2540760" y="17540"/>
                  </a:lnTo>
                  <a:lnTo>
                    <a:pt x="2539689" y="17685"/>
                  </a:lnTo>
                  <a:lnTo>
                    <a:pt x="2538617" y="17830"/>
                  </a:lnTo>
                  <a:lnTo>
                    <a:pt x="2537545" y="17976"/>
                  </a:lnTo>
                  <a:lnTo>
                    <a:pt x="2536474" y="18122"/>
                  </a:lnTo>
                  <a:lnTo>
                    <a:pt x="2535402" y="18269"/>
                  </a:lnTo>
                  <a:lnTo>
                    <a:pt x="2534331" y="18417"/>
                  </a:lnTo>
                  <a:lnTo>
                    <a:pt x="2533259" y="18565"/>
                  </a:lnTo>
                  <a:lnTo>
                    <a:pt x="2532187" y="18714"/>
                  </a:lnTo>
                  <a:lnTo>
                    <a:pt x="2531116" y="18863"/>
                  </a:lnTo>
                  <a:lnTo>
                    <a:pt x="2530044" y="19013"/>
                  </a:lnTo>
                  <a:lnTo>
                    <a:pt x="2528973" y="19164"/>
                  </a:lnTo>
                  <a:lnTo>
                    <a:pt x="2527901" y="19315"/>
                  </a:lnTo>
                  <a:lnTo>
                    <a:pt x="2526829" y="19467"/>
                  </a:lnTo>
                  <a:lnTo>
                    <a:pt x="2525758" y="19620"/>
                  </a:lnTo>
                  <a:lnTo>
                    <a:pt x="2524686" y="19773"/>
                  </a:lnTo>
                  <a:lnTo>
                    <a:pt x="2523615" y="19927"/>
                  </a:lnTo>
                  <a:lnTo>
                    <a:pt x="2522543" y="20081"/>
                  </a:lnTo>
                  <a:lnTo>
                    <a:pt x="2521471" y="20236"/>
                  </a:lnTo>
                  <a:lnTo>
                    <a:pt x="2520400" y="20392"/>
                  </a:lnTo>
                  <a:lnTo>
                    <a:pt x="2519328" y="20548"/>
                  </a:lnTo>
                  <a:lnTo>
                    <a:pt x="2518257" y="20705"/>
                  </a:lnTo>
                  <a:lnTo>
                    <a:pt x="2517185" y="20862"/>
                  </a:lnTo>
                  <a:lnTo>
                    <a:pt x="2516113" y="21021"/>
                  </a:lnTo>
                  <a:lnTo>
                    <a:pt x="2515042" y="21179"/>
                  </a:lnTo>
                  <a:lnTo>
                    <a:pt x="2513970" y="21339"/>
                  </a:lnTo>
                  <a:lnTo>
                    <a:pt x="2512899" y="21499"/>
                  </a:lnTo>
                  <a:lnTo>
                    <a:pt x="2511827" y="21659"/>
                  </a:lnTo>
                  <a:lnTo>
                    <a:pt x="2510755" y="21820"/>
                  </a:lnTo>
                  <a:lnTo>
                    <a:pt x="2509684" y="21982"/>
                  </a:lnTo>
                  <a:lnTo>
                    <a:pt x="2508612" y="22145"/>
                  </a:lnTo>
                  <a:lnTo>
                    <a:pt x="2507541" y="22308"/>
                  </a:lnTo>
                  <a:lnTo>
                    <a:pt x="2506469" y="22472"/>
                  </a:lnTo>
                  <a:lnTo>
                    <a:pt x="2505397" y="22636"/>
                  </a:lnTo>
                  <a:lnTo>
                    <a:pt x="2504326" y="22801"/>
                  </a:lnTo>
                  <a:lnTo>
                    <a:pt x="2503254" y="22966"/>
                  </a:lnTo>
                  <a:lnTo>
                    <a:pt x="2502183" y="23133"/>
                  </a:lnTo>
                  <a:lnTo>
                    <a:pt x="2501111" y="23299"/>
                  </a:lnTo>
                  <a:lnTo>
                    <a:pt x="2500039" y="23467"/>
                  </a:lnTo>
                  <a:lnTo>
                    <a:pt x="2498968" y="23635"/>
                  </a:lnTo>
                  <a:lnTo>
                    <a:pt x="2497896" y="23804"/>
                  </a:lnTo>
                  <a:lnTo>
                    <a:pt x="2496825" y="23973"/>
                  </a:lnTo>
                  <a:lnTo>
                    <a:pt x="2495753" y="24143"/>
                  </a:lnTo>
                  <a:lnTo>
                    <a:pt x="2494681" y="24313"/>
                  </a:lnTo>
                  <a:lnTo>
                    <a:pt x="2493610" y="24485"/>
                  </a:lnTo>
                  <a:lnTo>
                    <a:pt x="2492538" y="24657"/>
                  </a:lnTo>
                  <a:lnTo>
                    <a:pt x="2491467" y="24829"/>
                  </a:lnTo>
                  <a:lnTo>
                    <a:pt x="2490395" y="25002"/>
                  </a:lnTo>
                  <a:lnTo>
                    <a:pt x="2489323" y="25176"/>
                  </a:lnTo>
                  <a:lnTo>
                    <a:pt x="2488252" y="25350"/>
                  </a:lnTo>
                  <a:lnTo>
                    <a:pt x="2487180" y="25525"/>
                  </a:lnTo>
                  <a:lnTo>
                    <a:pt x="2486109" y="25701"/>
                  </a:lnTo>
                  <a:lnTo>
                    <a:pt x="2485037" y="25877"/>
                  </a:lnTo>
                  <a:lnTo>
                    <a:pt x="2483966" y="26054"/>
                  </a:lnTo>
                  <a:lnTo>
                    <a:pt x="2482894" y="26231"/>
                  </a:lnTo>
                  <a:lnTo>
                    <a:pt x="2481822" y="26409"/>
                  </a:lnTo>
                  <a:lnTo>
                    <a:pt x="2480751" y="26588"/>
                  </a:lnTo>
                  <a:lnTo>
                    <a:pt x="2479679" y="26767"/>
                  </a:lnTo>
                  <a:lnTo>
                    <a:pt x="2478608" y="26947"/>
                  </a:lnTo>
                  <a:lnTo>
                    <a:pt x="2477536" y="27128"/>
                  </a:lnTo>
                  <a:lnTo>
                    <a:pt x="2476464" y="27309"/>
                  </a:lnTo>
                  <a:lnTo>
                    <a:pt x="2475393" y="27491"/>
                  </a:lnTo>
                  <a:lnTo>
                    <a:pt x="2474321" y="27673"/>
                  </a:lnTo>
                  <a:lnTo>
                    <a:pt x="2473250" y="27857"/>
                  </a:lnTo>
                  <a:lnTo>
                    <a:pt x="2472178" y="28040"/>
                  </a:lnTo>
                  <a:lnTo>
                    <a:pt x="2471106" y="28225"/>
                  </a:lnTo>
                  <a:lnTo>
                    <a:pt x="2470035" y="28410"/>
                  </a:lnTo>
                  <a:lnTo>
                    <a:pt x="2468963" y="28595"/>
                  </a:lnTo>
                  <a:lnTo>
                    <a:pt x="2467892" y="28782"/>
                  </a:lnTo>
                  <a:lnTo>
                    <a:pt x="2466820" y="28969"/>
                  </a:lnTo>
                  <a:lnTo>
                    <a:pt x="2465748" y="29156"/>
                  </a:lnTo>
                  <a:lnTo>
                    <a:pt x="2464677" y="29344"/>
                  </a:lnTo>
                  <a:lnTo>
                    <a:pt x="2463605" y="29533"/>
                  </a:lnTo>
                  <a:lnTo>
                    <a:pt x="2462534" y="29723"/>
                  </a:lnTo>
                  <a:lnTo>
                    <a:pt x="2461462" y="29913"/>
                  </a:lnTo>
                  <a:lnTo>
                    <a:pt x="2460390" y="30103"/>
                  </a:lnTo>
                  <a:lnTo>
                    <a:pt x="2459319" y="30295"/>
                  </a:lnTo>
                  <a:lnTo>
                    <a:pt x="2458247" y="30487"/>
                  </a:lnTo>
                  <a:lnTo>
                    <a:pt x="2457176" y="30679"/>
                  </a:lnTo>
                  <a:lnTo>
                    <a:pt x="2456104" y="30873"/>
                  </a:lnTo>
                  <a:lnTo>
                    <a:pt x="2455032" y="31067"/>
                  </a:lnTo>
                  <a:lnTo>
                    <a:pt x="2453961" y="31261"/>
                  </a:lnTo>
                  <a:lnTo>
                    <a:pt x="2452889" y="31456"/>
                  </a:lnTo>
                  <a:lnTo>
                    <a:pt x="2451818" y="31652"/>
                  </a:lnTo>
                  <a:lnTo>
                    <a:pt x="2450746" y="31849"/>
                  </a:lnTo>
                  <a:lnTo>
                    <a:pt x="2449674" y="32046"/>
                  </a:lnTo>
                  <a:lnTo>
                    <a:pt x="2448603" y="32243"/>
                  </a:lnTo>
                  <a:lnTo>
                    <a:pt x="2447531" y="32442"/>
                  </a:lnTo>
                  <a:lnTo>
                    <a:pt x="2446460" y="32641"/>
                  </a:lnTo>
                  <a:lnTo>
                    <a:pt x="2445388" y="32840"/>
                  </a:lnTo>
                  <a:lnTo>
                    <a:pt x="2444316" y="33041"/>
                  </a:lnTo>
                  <a:lnTo>
                    <a:pt x="2443245" y="33241"/>
                  </a:lnTo>
                  <a:lnTo>
                    <a:pt x="2442173" y="33443"/>
                  </a:lnTo>
                  <a:lnTo>
                    <a:pt x="2441102" y="33645"/>
                  </a:lnTo>
                  <a:lnTo>
                    <a:pt x="2440030" y="33848"/>
                  </a:lnTo>
                  <a:lnTo>
                    <a:pt x="2438958" y="34051"/>
                  </a:lnTo>
                  <a:lnTo>
                    <a:pt x="2437887" y="34256"/>
                  </a:lnTo>
                  <a:lnTo>
                    <a:pt x="2436815" y="34460"/>
                  </a:lnTo>
                  <a:lnTo>
                    <a:pt x="2435744" y="34666"/>
                  </a:lnTo>
                  <a:lnTo>
                    <a:pt x="2434672" y="34872"/>
                  </a:lnTo>
                  <a:lnTo>
                    <a:pt x="2433600" y="35078"/>
                  </a:lnTo>
                  <a:lnTo>
                    <a:pt x="2432529" y="35286"/>
                  </a:lnTo>
                  <a:lnTo>
                    <a:pt x="2431457" y="35494"/>
                  </a:lnTo>
                  <a:lnTo>
                    <a:pt x="2430386" y="35702"/>
                  </a:lnTo>
                  <a:lnTo>
                    <a:pt x="2429314" y="35911"/>
                  </a:lnTo>
                  <a:lnTo>
                    <a:pt x="2428242" y="36121"/>
                  </a:lnTo>
                  <a:lnTo>
                    <a:pt x="2427171" y="36332"/>
                  </a:lnTo>
                  <a:lnTo>
                    <a:pt x="2426099" y="36543"/>
                  </a:lnTo>
                  <a:lnTo>
                    <a:pt x="2425028" y="36755"/>
                  </a:lnTo>
                  <a:lnTo>
                    <a:pt x="2423956" y="36967"/>
                  </a:lnTo>
                  <a:lnTo>
                    <a:pt x="2422884" y="37180"/>
                  </a:lnTo>
                  <a:lnTo>
                    <a:pt x="2421813" y="37394"/>
                  </a:lnTo>
                  <a:lnTo>
                    <a:pt x="2420741" y="37608"/>
                  </a:lnTo>
                  <a:lnTo>
                    <a:pt x="2419670" y="37823"/>
                  </a:lnTo>
                  <a:lnTo>
                    <a:pt x="2418598" y="38039"/>
                  </a:lnTo>
                  <a:lnTo>
                    <a:pt x="2417526" y="38255"/>
                  </a:lnTo>
                  <a:lnTo>
                    <a:pt x="2416455" y="38472"/>
                  </a:lnTo>
                  <a:lnTo>
                    <a:pt x="2415383" y="38690"/>
                  </a:lnTo>
                  <a:lnTo>
                    <a:pt x="2414312" y="38908"/>
                  </a:lnTo>
                  <a:lnTo>
                    <a:pt x="2413240" y="39127"/>
                  </a:lnTo>
                  <a:lnTo>
                    <a:pt x="2412168" y="39347"/>
                  </a:lnTo>
                  <a:lnTo>
                    <a:pt x="2411097" y="39567"/>
                  </a:lnTo>
                  <a:lnTo>
                    <a:pt x="2410025" y="39788"/>
                  </a:lnTo>
                  <a:lnTo>
                    <a:pt x="2408954" y="40009"/>
                  </a:lnTo>
                  <a:lnTo>
                    <a:pt x="2407882" y="40231"/>
                  </a:lnTo>
                  <a:lnTo>
                    <a:pt x="2406810" y="40454"/>
                  </a:lnTo>
                  <a:lnTo>
                    <a:pt x="2405739" y="40677"/>
                  </a:lnTo>
                  <a:lnTo>
                    <a:pt x="2404667" y="40901"/>
                  </a:lnTo>
                  <a:lnTo>
                    <a:pt x="2403596" y="41126"/>
                  </a:lnTo>
                  <a:lnTo>
                    <a:pt x="2402524" y="41352"/>
                  </a:lnTo>
                  <a:lnTo>
                    <a:pt x="2401452" y="41578"/>
                  </a:lnTo>
                  <a:lnTo>
                    <a:pt x="2400381" y="41804"/>
                  </a:lnTo>
                  <a:lnTo>
                    <a:pt x="2399309" y="42032"/>
                  </a:lnTo>
                  <a:lnTo>
                    <a:pt x="2398238" y="42260"/>
                  </a:lnTo>
                  <a:lnTo>
                    <a:pt x="2397166" y="42488"/>
                  </a:lnTo>
                  <a:lnTo>
                    <a:pt x="2396094" y="42717"/>
                  </a:lnTo>
                  <a:lnTo>
                    <a:pt x="2395023" y="42947"/>
                  </a:lnTo>
                  <a:lnTo>
                    <a:pt x="2393951" y="43178"/>
                  </a:lnTo>
                  <a:lnTo>
                    <a:pt x="2392880" y="43409"/>
                  </a:lnTo>
                  <a:lnTo>
                    <a:pt x="2391808" y="43641"/>
                  </a:lnTo>
                  <a:lnTo>
                    <a:pt x="2390736" y="43874"/>
                  </a:lnTo>
                  <a:lnTo>
                    <a:pt x="2389665" y="44107"/>
                  </a:lnTo>
                  <a:lnTo>
                    <a:pt x="2388593" y="44341"/>
                  </a:lnTo>
                  <a:lnTo>
                    <a:pt x="2387522" y="44575"/>
                  </a:lnTo>
                  <a:lnTo>
                    <a:pt x="2386450" y="44810"/>
                  </a:lnTo>
                  <a:lnTo>
                    <a:pt x="2385378" y="45046"/>
                  </a:lnTo>
                  <a:lnTo>
                    <a:pt x="2384307" y="45282"/>
                  </a:lnTo>
                  <a:lnTo>
                    <a:pt x="2383235" y="45520"/>
                  </a:lnTo>
                  <a:lnTo>
                    <a:pt x="2382164" y="45757"/>
                  </a:lnTo>
                  <a:lnTo>
                    <a:pt x="2381092" y="45996"/>
                  </a:lnTo>
                  <a:lnTo>
                    <a:pt x="2380020" y="46235"/>
                  </a:lnTo>
                  <a:lnTo>
                    <a:pt x="2378949" y="46475"/>
                  </a:lnTo>
                  <a:lnTo>
                    <a:pt x="2377877" y="46715"/>
                  </a:lnTo>
                  <a:lnTo>
                    <a:pt x="2376806" y="46956"/>
                  </a:lnTo>
                  <a:lnTo>
                    <a:pt x="2375734" y="47198"/>
                  </a:lnTo>
                  <a:lnTo>
                    <a:pt x="2374662" y="47440"/>
                  </a:lnTo>
                  <a:lnTo>
                    <a:pt x="2373591" y="47683"/>
                  </a:lnTo>
                  <a:lnTo>
                    <a:pt x="2372519" y="47927"/>
                  </a:lnTo>
                  <a:lnTo>
                    <a:pt x="2371448" y="48171"/>
                  </a:lnTo>
                  <a:lnTo>
                    <a:pt x="2370376" y="48416"/>
                  </a:lnTo>
                  <a:lnTo>
                    <a:pt x="2369304" y="48662"/>
                  </a:lnTo>
                  <a:lnTo>
                    <a:pt x="2368233" y="48908"/>
                  </a:lnTo>
                  <a:lnTo>
                    <a:pt x="2367161" y="49155"/>
                  </a:lnTo>
                  <a:lnTo>
                    <a:pt x="2366090" y="49403"/>
                  </a:lnTo>
                  <a:lnTo>
                    <a:pt x="2365018" y="49651"/>
                  </a:lnTo>
                  <a:lnTo>
                    <a:pt x="2363946" y="49900"/>
                  </a:lnTo>
                  <a:lnTo>
                    <a:pt x="2362875" y="50149"/>
                  </a:lnTo>
                  <a:lnTo>
                    <a:pt x="2361803" y="50400"/>
                  </a:lnTo>
                  <a:lnTo>
                    <a:pt x="2360732" y="50651"/>
                  </a:lnTo>
                  <a:lnTo>
                    <a:pt x="2359660" y="50902"/>
                  </a:lnTo>
                  <a:lnTo>
                    <a:pt x="2358588" y="51154"/>
                  </a:lnTo>
                  <a:lnTo>
                    <a:pt x="2357517" y="51407"/>
                  </a:lnTo>
                  <a:lnTo>
                    <a:pt x="2356445" y="51661"/>
                  </a:lnTo>
                  <a:lnTo>
                    <a:pt x="2355374" y="51915"/>
                  </a:lnTo>
                  <a:lnTo>
                    <a:pt x="2354302" y="52170"/>
                  </a:lnTo>
                  <a:lnTo>
                    <a:pt x="2353230" y="52426"/>
                  </a:lnTo>
                  <a:lnTo>
                    <a:pt x="2352159" y="52682"/>
                  </a:lnTo>
                  <a:lnTo>
                    <a:pt x="2351087" y="52939"/>
                  </a:lnTo>
                  <a:lnTo>
                    <a:pt x="2350016" y="53196"/>
                  </a:lnTo>
                  <a:lnTo>
                    <a:pt x="2348944" y="53454"/>
                  </a:lnTo>
                  <a:lnTo>
                    <a:pt x="2347872" y="53713"/>
                  </a:lnTo>
                  <a:lnTo>
                    <a:pt x="2346801" y="53973"/>
                  </a:lnTo>
                  <a:lnTo>
                    <a:pt x="2345729" y="54233"/>
                  </a:lnTo>
                  <a:lnTo>
                    <a:pt x="2344658" y="54494"/>
                  </a:lnTo>
                  <a:lnTo>
                    <a:pt x="2343586" y="54755"/>
                  </a:lnTo>
                  <a:lnTo>
                    <a:pt x="2342514" y="55018"/>
                  </a:lnTo>
                  <a:lnTo>
                    <a:pt x="2341443" y="55280"/>
                  </a:lnTo>
                  <a:lnTo>
                    <a:pt x="2340371" y="55544"/>
                  </a:lnTo>
                  <a:lnTo>
                    <a:pt x="2339300" y="55808"/>
                  </a:lnTo>
                  <a:lnTo>
                    <a:pt x="2338228" y="56073"/>
                  </a:lnTo>
                  <a:lnTo>
                    <a:pt x="2337156" y="56339"/>
                  </a:lnTo>
                  <a:lnTo>
                    <a:pt x="2336085" y="56605"/>
                  </a:lnTo>
                  <a:lnTo>
                    <a:pt x="2335013" y="56872"/>
                  </a:lnTo>
                  <a:lnTo>
                    <a:pt x="2333942" y="57139"/>
                  </a:lnTo>
                  <a:lnTo>
                    <a:pt x="2332870" y="57407"/>
                  </a:lnTo>
                  <a:lnTo>
                    <a:pt x="2331798" y="57676"/>
                  </a:lnTo>
                  <a:lnTo>
                    <a:pt x="2330727" y="57946"/>
                  </a:lnTo>
                  <a:lnTo>
                    <a:pt x="2329655" y="58216"/>
                  </a:lnTo>
                  <a:lnTo>
                    <a:pt x="2328584" y="58487"/>
                  </a:lnTo>
                  <a:lnTo>
                    <a:pt x="2327512" y="58758"/>
                  </a:lnTo>
                  <a:lnTo>
                    <a:pt x="2326440" y="59031"/>
                  </a:lnTo>
                  <a:lnTo>
                    <a:pt x="2325369" y="59304"/>
                  </a:lnTo>
                  <a:lnTo>
                    <a:pt x="2324297" y="59577"/>
                  </a:lnTo>
                  <a:lnTo>
                    <a:pt x="2323226" y="59851"/>
                  </a:lnTo>
                  <a:lnTo>
                    <a:pt x="2322154" y="60126"/>
                  </a:lnTo>
                  <a:lnTo>
                    <a:pt x="2321082" y="60402"/>
                  </a:lnTo>
                  <a:lnTo>
                    <a:pt x="2320011" y="60678"/>
                  </a:lnTo>
                  <a:lnTo>
                    <a:pt x="2318939" y="60955"/>
                  </a:lnTo>
                  <a:lnTo>
                    <a:pt x="2317868" y="61233"/>
                  </a:lnTo>
                  <a:lnTo>
                    <a:pt x="2316796" y="61511"/>
                  </a:lnTo>
                  <a:lnTo>
                    <a:pt x="2315724" y="61790"/>
                  </a:lnTo>
                  <a:lnTo>
                    <a:pt x="2314653" y="62069"/>
                  </a:lnTo>
                  <a:lnTo>
                    <a:pt x="2313581" y="62350"/>
                  </a:lnTo>
                  <a:lnTo>
                    <a:pt x="2312510" y="62631"/>
                  </a:lnTo>
                  <a:lnTo>
                    <a:pt x="2311438" y="62912"/>
                  </a:lnTo>
                  <a:lnTo>
                    <a:pt x="2310366" y="63195"/>
                  </a:lnTo>
                  <a:lnTo>
                    <a:pt x="2309295" y="63478"/>
                  </a:lnTo>
                  <a:lnTo>
                    <a:pt x="2308223" y="63761"/>
                  </a:lnTo>
                  <a:lnTo>
                    <a:pt x="2307152" y="64046"/>
                  </a:lnTo>
                  <a:lnTo>
                    <a:pt x="2306080" y="64331"/>
                  </a:lnTo>
                  <a:lnTo>
                    <a:pt x="2305009" y="64616"/>
                  </a:lnTo>
                  <a:lnTo>
                    <a:pt x="2303937" y="64903"/>
                  </a:lnTo>
                  <a:lnTo>
                    <a:pt x="2302865" y="65190"/>
                  </a:lnTo>
                  <a:lnTo>
                    <a:pt x="2301794" y="65477"/>
                  </a:lnTo>
                  <a:lnTo>
                    <a:pt x="2300722" y="65766"/>
                  </a:lnTo>
                  <a:lnTo>
                    <a:pt x="2299651" y="66055"/>
                  </a:lnTo>
                  <a:lnTo>
                    <a:pt x="2298579" y="66345"/>
                  </a:lnTo>
                  <a:lnTo>
                    <a:pt x="2297507" y="66635"/>
                  </a:lnTo>
                  <a:lnTo>
                    <a:pt x="2296436" y="66926"/>
                  </a:lnTo>
                  <a:lnTo>
                    <a:pt x="2295364" y="67218"/>
                  </a:lnTo>
                  <a:lnTo>
                    <a:pt x="2294293" y="67511"/>
                  </a:lnTo>
                  <a:lnTo>
                    <a:pt x="2293221" y="67804"/>
                  </a:lnTo>
                  <a:lnTo>
                    <a:pt x="2292149" y="68098"/>
                  </a:lnTo>
                  <a:lnTo>
                    <a:pt x="2291078" y="68392"/>
                  </a:lnTo>
                  <a:lnTo>
                    <a:pt x="2290006" y="68687"/>
                  </a:lnTo>
                  <a:lnTo>
                    <a:pt x="2288935" y="68983"/>
                  </a:lnTo>
                  <a:lnTo>
                    <a:pt x="2287863" y="69280"/>
                  </a:lnTo>
                  <a:lnTo>
                    <a:pt x="2286791" y="69577"/>
                  </a:lnTo>
                  <a:lnTo>
                    <a:pt x="2285720" y="69875"/>
                  </a:lnTo>
                  <a:lnTo>
                    <a:pt x="2284648" y="70173"/>
                  </a:lnTo>
                  <a:lnTo>
                    <a:pt x="2283577" y="70473"/>
                  </a:lnTo>
                  <a:lnTo>
                    <a:pt x="2282505" y="70773"/>
                  </a:lnTo>
                  <a:lnTo>
                    <a:pt x="2281433" y="71073"/>
                  </a:lnTo>
                  <a:lnTo>
                    <a:pt x="2280362" y="71375"/>
                  </a:lnTo>
                  <a:lnTo>
                    <a:pt x="2279290" y="71677"/>
                  </a:lnTo>
                  <a:lnTo>
                    <a:pt x="2278219" y="71979"/>
                  </a:lnTo>
                  <a:lnTo>
                    <a:pt x="2277147" y="72283"/>
                  </a:lnTo>
                  <a:lnTo>
                    <a:pt x="2276075" y="72587"/>
                  </a:lnTo>
                  <a:lnTo>
                    <a:pt x="2275004" y="72892"/>
                  </a:lnTo>
                  <a:lnTo>
                    <a:pt x="2273932" y="73197"/>
                  </a:lnTo>
                  <a:lnTo>
                    <a:pt x="2272861" y="73503"/>
                  </a:lnTo>
                  <a:lnTo>
                    <a:pt x="2271789" y="73810"/>
                  </a:lnTo>
                  <a:lnTo>
                    <a:pt x="2270717" y="74118"/>
                  </a:lnTo>
                  <a:lnTo>
                    <a:pt x="2269646" y="74426"/>
                  </a:lnTo>
                  <a:lnTo>
                    <a:pt x="2268574" y="74735"/>
                  </a:lnTo>
                  <a:lnTo>
                    <a:pt x="2267503" y="75044"/>
                  </a:lnTo>
                  <a:lnTo>
                    <a:pt x="2266431" y="75355"/>
                  </a:lnTo>
                  <a:lnTo>
                    <a:pt x="2265359" y="75665"/>
                  </a:lnTo>
                  <a:lnTo>
                    <a:pt x="2264288" y="75977"/>
                  </a:lnTo>
                  <a:lnTo>
                    <a:pt x="2263216" y="76289"/>
                  </a:lnTo>
                  <a:lnTo>
                    <a:pt x="2262145" y="76602"/>
                  </a:lnTo>
                  <a:lnTo>
                    <a:pt x="2261073" y="76916"/>
                  </a:lnTo>
                  <a:lnTo>
                    <a:pt x="2260001" y="77231"/>
                  </a:lnTo>
                  <a:lnTo>
                    <a:pt x="2258930" y="77546"/>
                  </a:lnTo>
                  <a:lnTo>
                    <a:pt x="2257858" y="77861"/>
                  </a:lnTo>
                  <a:lnTo>
                    <a:pt x="2256787" y="78178"/>
                  </a:lnTo>
                  <a:lnTo>
                    <a:pt x="2255715" y="78495"/>
                  </a:lnTo>
                  <a:lnTo>
                    <a:pt x="2254643" y="78813"/>
                  </a:lnTo>
                  <a:lnTo>
                    <a:pt x="2253572" y="79131"/>
                  </a:lnTo>
                  <a:lnTo>
                    <a:pt x="2252500" y="79451"/>
                  </a:lnTo>
                  <a:lnTo>
                    <a:pt x="2251429" y="79771"/>
                  </a:lnTo>
                  <a:lnTo>
                    <a:pt x="2250357" y="80091"/>
                  </a:lnTo>
                  <a:lnTo>
                    <a:pt x="2249285" y="80413"/>
                  </a:lnTo>
                  <a:lnTo>
                    <a:pt x="2248214" y="80735"/>
                  </a:lnTo>
                  <a:lnTo>
                    <a:pt x="2247142" y="81057"/>
                  </a:lnTo>
                  <a:lnTo>
                    <a:pt x="2246071" y="81381"/>
                  </a:lnTo>
                  <a:lnTo>
                    <a:pt x="2244999" y="81705"/>
                  </a:lnTo>
                  <a:lnTo>
                    <a:pt x="2243927" y="82030"/>
                  </a:lnTo>
                  <a:lnTo>
                    <a:pt x="2242856" y="82355"/>
                  </a:lnTo>
                  <a:lnTo>
                    <a:pt x="2241784" y="82681"/>
                  </a:lnTo>
                  <a:lnTo>
                    <a:pt x="2240713" y="83008"/>
                  </a:lnTo>
                  <a:lnTo>
                    <a:pt x="2239641" y="83336"/>
                  </a:lnTo>
                  <a:lnTo>
                    <a:pt x="2238569" y="83664"/>
                  </a:lnTo>
                  <a:lnTo>
                    <a:pt x="2237498" y="83993"/>
                  </a:lnTo>
                  <a:lnTo>
                    <a:pt x="2236426" y="84323"/>
                  </a:lnTo>
                  <a:lnTo>
                    <a:pt x="2235355" y="84653"/>
                  </a:lnTo>
                  <a:lnTo>
                    <a:pt x="2234283" y="84984"/>
                  </a:lnTo>
                  <a:lnTo>
                    <a:pt x="2233211" y="85316"/>
                  </a:lnTo>
                  <a:lnTo>
                    <a:pt x="2232140" y="85648"/>
                  </a:lnTo>
                  <a:lnTo>
                    <a:pt x="2231068" y="85981"/>
                  </a:lnTo>
                  <a:lnTo>
                    <a:pt x="2229997" y="86315"/>
                  </a:lnTo>
                  <a:lnTo>
                    <a:pt x="2228925" y="86650"/>
                  </a:lnTo>
                  <a:lnTo>
                    <a:pt x="2227853" y="86985"/>
                  </a:lnTo>
                  <a:lnTo>
                    <a:pt x="2226782" y="87321"/>
                  </a:lnTo>
                  <a:lnTo>
                    <a:pt x="2225710" y="87658"/>
                  </a:lnTo>
                  <a:lnTo>
                    <a:pt x="2224639" y="87995"/>
                  </a:lnTo>
                  <a:lnTo>
                    <a:pt x="2223567" y="88333"/>
                  </a:lnTo>
                  <a:lnTo>
                    <a:pt x="2222495" y="88672"/>
                  </a:lnTo>
                  <a:lnTo>
                    <a:pt x="2221424" y="89011"/>
                  </a:lnTo>
                  <a:lnTo>
                    <a:pt x="2220352" y="89351"/>
                  </a:lnTo>
                  <a:lnTo>
                    <a:pt x="2219281" y="89692"/>
                  </a:lnTo>
                  <a:lnTo>
                    <a:pt x="2218209" y="90034"/>
                  </a:lnTo>
                  <a:lnTo>
                    <a:pt x="2217137" y="90376"/>
                  </a:lnTo>
                  <a:lnTo>
                    <a:pt x="2216066" y="90719"/>
                  </a:lnTo>
                  <a:lnTo>
                    <a:pt x="2214994" y="91063"/>
                  </a:lnTo>
                  <a:lnTo>
                    <a:pt x="2213923" y="91407"/>
                  </a:lnTo>
                  <a:lnTo>
                    <a:pt x="2212851" y="91752"/>
                  </a:lnTo>
                  <a:lnTo>
                    <a:pt x="2211779" y="92098"/>
                  </a:lnTo>
                  <a:lnTo>
                    <a:pt x="2210708" y="92445"/>
                  </a:lnTo>
                  <a:lnTo>
                    <a:pt x="2209636" y="92792"/>
                  </a:lnTo>
                  <a:lnTo>
                    <a:pt x="2208565" y="93140"/>
                  </a:lnTo>
                  <a:lnTo>
                    <a:pt x="2207493" y="93488"/>
                  </a:lnTo>
                  <a:lnTo>
                    <a:pt x="2206421" y="93838"/>
                  </a:lnTo>
                  <a:lnTo>
                    <a:pt x="2205350" y="94188"/>
                  </a:lnTo>
                  <a:lnTo>
                    <a:pt x="2204278" y="94539"/>
                  </a:lnTo>
                  <a:lnTo>
                    <a:pt x="2203207" y="94890"/>
                  </a:lnTo>
                  <a:lnTo>
                    <a:pt x="2202135" y="95242"/>
                  </a:lnTo>
                  <a:lnTo>
                    <a:pt x="2201063" y="95595"/>
                  </a:lnTo>
                  <a:lnTo>
                    <a:pt x="2199992" y="95949"/>
                  </a:lnTo>
                  <a:lnTo>
                    <a:pt x="2198920" y="96303"/>
                  </a:lnTo>
                  <a:lnTo>
                    <a:pt x="2197849" y="96658"/>
                  </a:lnTo>
                  <a:lnTo>
                    <a:pt x="2196777" y="97014"/>
                  </a:lnTo>
                  <a:lnTo>
                    <a:pt x="2195705" y="97370"/>
                  </a:lnTo>
                  <a:lnTo>
                    <a:pt x="2194634" y="97727"/>
                  </a:lnTo>
                  <a:lnTo>
                    <a:pt x="2193562" y="98085"/>
                  </a:lnTo>
                  <a:lnTo>
                    <a:pt x="2192491" y="98444"/>
                  </a:lnTo>
                  <a:lnTo>
                    <a:pt x="2191419" y="98803"/>
                  </a:lnTo>
                  <a:lnTo>
                    <a:pt x="2190347" y="99163"/>
                  </a:lnTo>
                  <a:lnTo>
                    <a:pt x="2189276" y="99524"/>
                  </a:lnTo>
                  <a:lnTo>
                    <a:pt x="2188204" y="99885"/>
                  </a:lnTo>
                  <a:lnTo>
                    <a:pt x="2187133" y="100247"/>
                  </a:lnTo>
                  <a:lnTo>
                    <a:pt x="2186061" y="100610"/>
                  </a:lnTo>
                  <a:lnTo>
                    <a:pt x="2184989" y="100974"/>
                  </a:lnTo>
                  <a:lnTo>
                    <a:pt x="2183918" y="101338"/>
                  </a:lnTo>
                  <a:lnTo>
                    <a:pt x="2182846" y="101703"/>
                  </a:lnTo>
                  <a:lnTo>
                    <a:pt x="2181775" y="102069"/>
                  </a:lnTo>
                  <a:lnTo>
                    <a:pt x="2180703" y="102435"/>
                  </a:lnTo>
                  <a:lnTo>
                    <a:pt x="2179631" y="102803"/>
                  </a:lnTo>
                  <a:lnTo>
                    <a:pt x="2178560" y="103170"/>
                  </a:lnTo>
                  <a:lnTo>
                    <a:pt x="2177488" y="103539"/>
                  </a:lnTo>
                  <a:lnTo>
                    <a:pt x="2176417" y="103908"/>
                  </a:lnTo>
                  <a:lnTo>
                    <a:pt x="2175345" y="104278"/>
                  </a:lnTo>
                  <a:lnTo>
                    <a:pt x="2174273" y="104649"/>
                  </a:lnTo>
                  <a:lnTo>
                    <a:pt x="2173202" y="105021"/>
                  </a:lnTo>
                  <a:lnTo>
                    <a:pt x="2172130" y="105393"/>
                  </a:lnTo>
                  <a:lnTo>
                    <a:pt x="2171059" y="105766"/>
                  </a:lnTo>
                  <a:lnTo>
                    <a:pt x="2169987" y="106139"/>
                  </a:lnTo>
                  <a:lnTo>
                    <a:pt x="2168915" y="106514"/>
                  </a:lnTo>
                  <a:lnTo>
                    <a:pt x="2167844" y="106889"/>
                  </a:lnTo>
                  <a:lnTo>
                    <a:pt x="2166772" y="107265"/>
                  </a:lnTo>
                  <a:lnTo>
                    <a:pt x="2165701" y="107641"/>
                  </a:lnTo>
                  <a:lnTo>
                    <a:pt x="2164629" y="108019"/>
                  </a:lnTo>
                  <a:lnTo>
                    <a:pt x="2163557" y="108397"/>
                  </a:lnTo>
                  <a:lnTo>
                    <a:pt x="2162486" y="108775"/>
                  </a:lnTo>
                  <a:lnTo>
                    <a:pt x="2161414" y="109155"/>
                  </a:lnTo>
                  <a:lnTo>
                    <a:pt x="2160343" y="109535"/>
                  </a:lnTo>
                  <a:lnTo>
                    <a:pt x="2159271" y="109916"/>
                  </a:lnTo>
                  <a:lnTo>
                    <a:pt x="2158199" y="110298"/>
                  </a:lnTo>
                  <a:lnTo>
                    <a:pt x="2157128" y="110680"/>
                  </a:lnTo>
                  <a:lnTo>
                    <a:pt x="2156056" y="111063"/>
                  </a:lnTo>
                  <a:lnTo>
                    <a:pt x="2154985" y="111447"/>
                  </a:lnTo>
                  <a:lnTo>
                    <a:pt x="2153913" y="111831"/>
                  </a:lnTo>
                  <a:lnTo>
                    <a:pt x="2152841" y="112217"/>
                  </a:lnTo>
                  <a:lnTo>
                    <a:pt x="2151770" y="112603"/>
                  </a:lnTo>
                  <a:lnTo>
                    <a:pt x="2150698" y="112989"/>
                  </a:lnTo>
                  <a:lnTo>
                    <a:pt x="2149627" y="113377"/>
                  </a:lnTo>
                  <a:lnTo>
                    <a:pt x="2148555" y="113765"/>
                  </a:lnTo>
                  <a:lnTo>
                    <a:pt x="2147483" y="114154"/>
                  </a:lnTo>
                  <a:lnTo>
                    <a:pt x="2146412" y="114544"/>
                  </a:lnTo>
                  <a:lnTo>
                    <a:pt x="2145340" y="114934"/>
                  </a:lnTo>
                  <a:lnTo>
                    <a:pt x="2144269" y="115325"/>
                  </a:lnTo>
                  <a:lnTo>
                    <a:pt x="2143197" y="115717"/>
                  </a:lnTo>
                  <a:lnTo>
                    <a:pt x="2142125" y="116110"/>
                  </a:lnTo>
                  <a:lnTo>
                    <a:pt x="2141054" y="116503"/>
                  </a:lnTo>
                  <a:lnTo>
                    <a:pt x="2139982" y="116897"/>
                  </a:lnTo>
                  <a:lnTo>
                    <a:pt x="2138911" y="117292"/>
                  </a:lnTo>
                  <a:lnTo>
                    <a:pt x="2137839" y="117687"/>
                  </a:lnTo>
                  <a:lnTo>
                    <a:pt x="2136767" y="118084"/>
                  </a:lnTo>
                  <a:lnTo>
                    <a:pt x="2135696" y="118481"/>
                  </a:lnTo>
                  <a:lnTo>
                    <a:pt x="2134624" y="118878"/>
                  </a:lnTo>
                  <a:lnTo>
                    <a:pt x="2133553" y="119277"/>
                  </a:lnTo>
                  <a:lnTo>
                    <a:pt x="2132481" y="119676"/>
                  </a:lnTo>
                  <a:lnTo>
                    <a:pt x="2131409" y="120076"/>
                  </a:lnTo>
                  <a:lnTo>
                    <a:pt x="2130338" y="120477"/>
                  </a:lnTo>
                  <a:lnTo>
                    <a:pt x="2129266" y="120878"/>
                  </a:lnTo>
                  <a:lnTo>
                    <a:pt x="2128195" y="121281"/>
                  </a:lnTo>
                  <a:lnTo>
                    <a:pt x="2127123" y="121683"/>
                  </a:lnTo>
                  <a:lnTo>
                    <a:pt x="2126052" y="122087"/>
                  </a:lnTo>
                  <a:lnTo>
                    <a:pt x="2124980" y="122491"/>
                  </a:lnTo>
                  <a:lnTo>
                    <a:pt x="2123908" y="122897"/>
                  </a:lnTo>
                  <a:lnTo>
                    <a:pt x="2122837" y="123302"/>
                  </a:lnTo>
                  <a:lnTo>
                    <a:pt x="2121765" y="123709"/>
                  </a:lnTo>
                  <a:lnTo>
                    <a:pt x="2120694" y="124116"/>
                  </a:lnTo>
                  <a:lnTo>
                    <a:pt x="2119622" y="124524"/>
                  </a:lnTo>
                  <a:lnTo>
                    <a:pt x="2118550" y="124933"/>
                  </a:lnTo>
                  <a:lnTo>
                    <a:pt x="2117479" y="125343"/>
                  </a:lnTo>
                  <a:lnTo>
                    <a:pt x="2116407" y="125753"/>
                  </a:lnTo>
                  <a:lnTo>
                    <a:pt x="2115336" y="126164"/>
                  </a:lnTo>
                  <a:lnTo>
                    <a:pt x="2114264" y="126576"/>
                  </a:lnTo>
                  <a:lnTo>
                    <a:pt x="2113192" y="126988"/>
                  </a:lnTo>
                  <a:lnTo>
                    <a:pt x="2112121" y="127401"/>
                  </a:lnTo>
                  <a:lnTo>
                    <a:pt x="2111049" y="127815"/>
                  </a:lnTo>
                  <a:lnTo>
                    <a:pt x="2109978" y="128230"/>
                  </a:lnTo>
                  <a:lnTo>
                    <a:pt x="2108906" y="128645"/>
                  </a:lnTo>
                  <a:lnTo>
                    <a:pt x="2107834" y="129061"/>
                  </a:lnTo>
                  <a:lnTo>
                    <a:pt x="2106763" y="129478"/>
                  </a:lnTo>
                  <a:lnTo>
                    <a:pt x="2105691" y="129896"/>
                  </a:lnTo>
                  <a:lnTo>
                    <a:pt x="2104620" y="130314"/>
                  </a:lnTo>
                  <a:lnTo>
                    <a:pt x="2103548" y="130733"/>
                  </a:lnTo>
                  <a:lnTo>
                    <a:pt x="2102476" y="131153"/>
                  </a:lnTo>
                  <a:lnTo>
                    <a:pt x="2101405" y="131574"/>
                  </a:lnTo>
                  <a:lnTo>
                    <a:pt x="2100333" y="131995"/>
                  </a:lnTo>
                  <a:lnTo>
                    <a:pt x="2099262" y="132417"/>
                  </a:lnTo>
                  <a:lnTo>
                    <a:pt x="2098190" y="132840"/>
                  </a:lnTo>
                  <a:lnTo>
                    <a:pt x="2097118" y="133263"/>
                  </a:lnTo>
                  <a:lnTo>
                    <a:pt x="2096047" y="133687"/>
                  </a:lnTo>
                  <a:lnTo>
                    <a:pt x="2094975" y="134112"/>
                  </a:lnTo>
                  <a:lnTo>
                    <a:pt x="2093904" y="134538"/>
                  </a:lnTo>
                  <a:lnTo>
                    <a:pt x="2092832" y="134964"/>
                  </a:lnTo>
                  <a:lnTo>
                    <a:pt x="2091760" y="135391"/>
                  </a:lnTo>
                  <a:lnTo>
                    <a:pt x="2090689" y="135819"/>
                  </a:lnTo>
                  <a:lnTo>
                    <a:pt x="2089617" y="136247"/>
                  </a:lnTo>
                  <a:lnTo>
                    <a:pt x="2088546" y="136677"/>
                  </a:lnTo>
                  <a:lnTo>
                    <a:pt x="2087474" y="137107"/>
                  </a:lnTo>
                  <a:lnTo>
                    <a:pt x="2086402" y="137538"/>
                  </a:lnTo>
                  <a:lnTo>
                    <a:pt x="2085331" y="137969"/>
                  </a:lnTo>
                  <a:lnTo>
                    <a:pt x="2084259" y="138401"/>
                  </a:lnTo>
                  <a:lnTo>
                    <a:pt x="2083188" y="138834"/>
                  </a:lnTo>
                  <a:lnTo>
                    <a:pt x="2082116" y="139268"/>
                  </a:lnTo>
                  <a:lnTo>
                    <a:pt x="2081044" y="139702"/>
                  </a:lnTo>
                  <a:lnTo>
                    <a:pt x="2079973" y="140137"/>
                  </a:lnTo>
                  <a:lnTo>
                    <a:pt x="2078901" y="140573"/>
                  </a:lnTo>
                  <a:lnTo>
                    <a:pt x="2077830" y="141010"/>
                  </a:lnTo>
                  <a:lnTo>
                    <a:pt x="2076758" y="141447"/>
                  </a:lnTo>
                  <a:lnTo>
                    <a:pt x="2075686" y="141885"/>
                  </a:lnTo>
                  <a:lnTo>
                    <a:pt x="2074615" y="142324"/>
                  </a:lnTo>
                  <a:lnTo>
                    <a:pt x="2073543" y="142763"/>
                  </a:lnTo>
                  <a:lnTo>
                    <a:pt x="2072472" y="143203"/>
                  </a:lnTo>
                  <a:lnTo>
                    <a:pt x="2071400" y="143644"/>
                  </a:lnTo>
                  <a:lnTo>
                    <a:pt x="2070328" y="144086"/>
                  </a:lnTo>
                  <a:lnTo>
                    <a:pt x="2069257" y="144528"/>
                  </a:lnTo>
                  <a:lnTo>
                    <a:pt x="2068185" y="144971"/>
                  </a:lnTo>
                  <a:lnTo>
                    <a:pt x="2067114" y="145415"/>
                  </a:lnTo>
                  <a:lnTo>
                    <a:pt x="2066042" y="145860"/>
                  </a:lnTo>
                  <a:lnTo>
                    <a:pt x="2064970" y="146305"/>
                  </a:lnTo>
                  <a:lnTo>
                    <a:pt x="2063899" y="146751"/>
                  </a:lnTo>
                  <a:lnTo>
                    <a:pt x="2062827" y="147198"/>
                  </a:lnTo>
                  <a:lnTo>
                    <a:pt x="2061756" y="147645"/>
                  </a:lnTo>
                  <a:lnTo>
                    <a:pt x="2060684" y="148093"/>
                  </a:lnTo>
                  <a:lnTo>
                    <a:pt x="2059612" y="148542"/>
                  </a:lnTo>
                  <a:lnTo>
                    <a:pt x="2058541" y="148992"/>
                  </a:lnTo>
                  <a:lnTo>
                    <a:pt x="2057469" y="149442"/>
                  </a:lnTo>
                  <a:lnTo>
                    <a:pt x="2056398" y="149893"/>
                  </a:lnTo>
                  <a:lnTo>
                    <a:pt x="2055326" y="150345"/>
                  </a:lnTo>
                  <a:lnTo>
                    <a:pt x="2054254" y="150798"/>
                  </a:lnTo>
                  <a:lnTo>
                    <a:pt x="2053183" y="151251"/>
                  </a:lnTo>
                  <a:lnTo>
                    <a:pt x="2052111" y="151705"/>
                  </a:lnTo>
                  <a:lnTo>
                    <a:pt x="2051040" y="152159"/>
                  </a:lnTo>
                  <a:lnTo>
                    <a:pt x="2049968" y="152615"/>
                  </a:lnTo>
                  <a:lnTo>
                    <a:pt x="2048896" y="153071"/>
                  </a:lnTo>
                  <a:lnTo>
                    <a:pt x="2047825" y="153528"/>
                  </a:lnTo>
                  <a:lnTo>
                    <a:pt x="2046753" y="153985"/>
                  </a:lnTo>
                  <a:lnTo>
                    <a:pt x="2045682" y="154444"/>
                  </a:lnTo>
                  <a:lnTo>
                    <a:pt x="2044610" y="154903"/>
                  </a:lnTo>
                  <a:lnTo>
                    <a:pt x="2043538" y="155362"/>
                  </a:lnTo>
                  <a:lnTo>
                    <a:pt x="2042467" y="155823"/>
                  </a:lnTo>
                  <a:lnTo>
                    <a:pt x="2041395" y="156284"/>
                  </a:lnTo>
                  <a:lnTo>
                    <a:pt x="2040324" y="156746"/>
                  </a:lnTo>
                  <a:lnTo>
                    <a:pt x="2039252" y="157208"/>
                  </a:lnTo>
                  <a:lnTo>
                    <a:pt x="2038180" y="157672"/>
                  </a:lnTo>
                  <a:lnTo>
                    <a:pt x="2037109" y="158136"/>
                  </a:lnTo>
                  <a:lnTo>
                    <a:pt x="2036037" y="158601"/>
                  </a:lnTo>
                  <a:lnTo>
                    <a:pt x="2034966" y="159066"/>
                  </a:lnTo>
                  <a:lnTo>
                    <a:pt x="2033894" y="159532"/>
                  </a:lnTo>
                  <a:lnTo>
                    <a:pt x="2032822" y="159999"/>
                  </a:lnTo>
                  <a:lnTo>
                    <a:pt x="2031751" y="160467"/>
                  </a:lnTo>
                  <a:lnTo>
                    <a:pt x="2030679" y="160935"/>
                  </a:lnTo>
                  <a:lnTo>
                    <a:pt x="2029608" y="161404"/>
                  </a:lnTo>
                  <a:lnTo>
                    <a:pt x="2028536" y="161874"/>
                  </a:lnTo>
                  <a:lnTo>
                    <a:pt x="2027464" y="162344"/>
                  </a:lnTo>
                  <a:lnTo>
                    <a:pt x="2026393" y="162816"/>
                  </a:lnTo>
                  <a:lnTo>
                    <a:pt x="2025321" y="163288"/>
                  </a:lnTo>
                  <a:lnTo>
                    <a:pt x="2024250" y="163760"/>
                  </a:lnTo>
                  <a:lnTo>
                    <a:pt x="2023178" y="164234"/>
                  </a:lnTo>
                  <a:lnTo>
                    <a:pt x="2022106" y="164708"/>
                  </a:lnTo>
                  <a:lnTo>
                    <a:pt x="2021035" y="165182"/>
                  </a:lnTo>
                  <a:lnTo>
                    <a:pt x="2019963" y="165658"/>
                  </a:lnTo>
                  <a:lnTo>
                    <a:pt x="2018892" y="166134"/>
                  </a:lnTo>
                  <a:lnTo>
                    <a:pt x="2017820" y="166611"/>
                  </a:lnTo>
                  <a:lnTo>
                    <a:pt x="2016748" y="167089"/>
                  </a:lnTo>
                  <a:lnTo>
                    <a:pt x="2015677" y="167567"/>
                  </a:lnTo>
                  <a:lnTo>
                    <a:pt x="2014605" y="168046"/>
                  </a:lnTo>
                  <a:lnTo>
                    <a:pt x="2013534" y="168526"/>
                  </a:lnTo>
                  <a:lnTo>
                    <a:pt x="2012462" y="169006"/>
                  </a:lnTo>
                  <a:lnTo>
                    <a:pt x="2011390" y="169487"/>
                  </a:lnTo>
                  <a:lnTo>
                    <a:pt x="2010319" y="169969"/>
                  </a:lnTo>
                  <a:lnTo>
                    <a:pt x="2009247" y="170452"/>
                  </a:lnTo>
                  <a:lnTo>
                    <a:pt x="2008176" y="170935"/>
                  </a:lnTo>
                  <a:lnTo>
                    <a:pt x="2007104" y="171419"/>
                  </a:lnTo>
                  <a:lnTo>
                    <a:pt x="2006032" y="171904"/>
                  </a:lnTo>
                  <a:lnTo>
                    <a:pt x="2004961" y="172389"/>
                  </a:lnTo>
                  <a:lnTo>
                    <a:pt x="2003889" y="172876"/>
                  </a:lnTo>
                  <a:lnTo>
                    <a:pt x="2002818" y="173362"/>
                  </a:lnTo>
                  <a:lnTo>
                    <a:pt x="2001746" y="173850"/>
                  </a:lnTo>
                  <a:lnTo>
                    <a:pt x="2000674" y="174338"/>
                  </a:lnTo>
                  <a:lnTo>
                    <a:pt x="1999603" y="174827"/>
                  </a:lnTo>
                  <a:lnTo>
                    <a:pt x="1998531" y="175317"/>
                  </a:lnTo>
                  <a:lnTo>
                    <a:pt x="1997460" y="175807"/>
                  </a:lnTo>
                  <a:lnTo>
                    <a:pt x="1996388" y="176298"/>
                  </a:lnTo>
                  <a:lnTo>
                    <a:pt x="1995316" y="176790"/>
                  </a:lnTo>
                  <a:lnTo>
                    <a:pt x="1994245" y="177283"/>
                  </a:lnTo>
                  <a:lnTo>
                    <a:pt x="1993173" y="177776"/>
                  </a:lnTo>
                  <a:lnTo>
                    <a:pt x="1992102" y="178270"/>
                  </a:lnTo>
                  <a:lnTo>
                    <a:pt x="1991030" y="178764"/>
                  </a:lnTo>
                  <a:lnTo>
                    <a:pt x="1989958" y="179260"/>
                  </a:lnTo>
                  <a:lnTo>
                    <a:pt x="1988887" y="179756"/>
                  </a:lnTo>
                  <a:lnTo>
                    <a:pt x="1987815" y="180252"/>
                  </a:lnTo>
                  <a:lnTo>
                    <a:pt x="1986744" y="180750"/>
                  </a:lnTo>
                  <a:lnTo>
                    <a:pt x="1985672" y="181248"/>
                  </a:lnTo>
                  <a:lnTo>
                    <a:pt x="1984600" y="181747"/>
                  </a:lnTo>
                  <a:lnTo>
                    <a:pt x="1983529" y="182246"/>
                  </a:lnTo>
                  <a:lnTo>
                    <a:pt x="1982457" y="182746"/>
                  </a:lnTo>
                  <a:lnTo>
                    <a:pt x="1981386" y="183247"/>
                  </a:lnTo>
                  <a:lnTo>
                    <a:pt x="1980314" y="183749"/>
                  </a:lnTo>
                  <a:lnTo>
                    <a:pt x="1979242" y="184251"/>
                  </a:lnTo>
                  <a:lnTo>
                    <a:pt x="1978171" y="184754"/>
                  </a:lnTo>
                  <a:lnTo>
                    <a:pt x="1977099" y="185258"/>
                  </a:lnTo>
                  <a:lnTo>
                    <a:pt x="1976028" y="185762"/>
                  </a:lnTo>
                  <a:lnTo>
                    <a:pt x="1974956" y="186267"/>
                  </a:lnTo>
                  <a:lnTo>
                    <a:pt x="1973884" y="186773"/>
                  </a:lnTo>
                  <a:lnTo>
                    <a:pt x="1972813" y="187279"/>
                  </a:lnTo>
                  <a:lnTo>
                    <a:pt x="1971741" y="187787"/>
                  </a:lnTo>
                  <a:lnTo>
                    <a:pt x="1970670" y="188294"/>
                  </a:lnTo>
                  <a:lnTo>
                    <a:pt x="1969598" y="188803"/>
                  </a:lnTo>
                  <a:lnTo>
                    <a:pt x="1968526" y="189312"/>
                  </a:lnTo>
                  <a:lnTo>
                    <a:pt x="1967455" y="189822"/>
                  </a:lnTo>
                  <a:lnTo>
                    <a:pt x="1966383" y="190333"/>
                  </a:lnTo>
                  <a:lnTo>
                    <a:pt x="1965312" y="190844"/>
                  </a:lnTo>
                  <a:lnTo>
                    <a:pt x="1964240" y="191356"/>
                  </a:lnTo>
                  <a:lnTo>
                    <a:pt x="1963168" y="191869"/>
                  </a:lnTo>
                  <a:lnTo>
                    <a:pt x="1962097" y="192382"/>
                  </a:lnTo>
                  <a:lnTo>
                    <a:pt x="1961025" y="192896"/>
                  </a:lnTo>
                  <a:lnTo>
                    <a:pt x="1959954" y="193411"/>
                  </a:lnTo>
                  <a:lnTo>
                    <a:pt x="1958882" y="193926"/>
                  </a:lnTo>
                  <a:lnTo>
                    <a:pt x="1957810" y="194442"/>
                  </a:lnTo>
                  <a:lnTo>
                    <a:pt x="1956739" y="194959"/>
                  </a:lnTo>
                  <a:lnTo>
                    <a:pt x="1955667" y="195477"/>
                  </a:lnTo>
                  <a:lnTo>
                    <a:pt x="1954596" y="195995"/>
                  </a:lnTo>
                  <a:lnTo>
                    <a:pt x="1953524" y="196514"/>
                  </a:lnTo>
                  <a:lnTo>
                    <a:pt x="1952453" y="197033"/>
                  </a:lnTo>
                  <a:lnTo>
                    <a:pt x="1951381" y="197553"/>
                  </a:lnTo>
                  <a:lnTo>
                    <a:pt x="1950309" y="198074"/>
                  </a:lnTo>
                  <a:lnTo>
                    <a:pt x="1949238" y="198596"/>
                  </a:lnTo>
                  <a:lnTo>
                    <a:pt x="1948166" y="199118"/>
                  </a:lnTo>
                  <a:lnTo>
                    <a:pt x="1947095" y="199641"/>
                  </a:lnTo>
                  <a:lnTo>
                    <a:pt x="1946023" y="200165"/>
                  </a:lnTo>
                  <a:lnTo>
                    <a:pt x="1944951" y="200689"/>
                  </a:lnTo>
                  <a:lnTo>
                    <a:pt x="1943880" y="201214"/>
                  </a:lnTo>
                  <a:lnTo>
                    <a:pt x="1942808" y="201739"/>
                  </a:lnTo>
                  <a:lnTo>
                    <a:pt x="1941737" y="202266"/>
                  </a:lnTo>
                  <a:lnTo>
                    <a:pt x="1940665" y="202793"/>
                  </a:lnTo>
                  <a:lnTo>
                    <a:pt x="1939593" y="203320"/>
                  </a:lnTo>
                  <a:lnTo>
                    <a:pt x="1938522" y="203849"/>
                  </a:lnTo>
                  <a:lnTo>
                    <a:pt x="1937450" y="204378"/>
                  </a:lnTo>
                  <a:lnTo>
                    <a:pt x="1936379" y="204907"/>
                  </a:lnTo>
                  <a:lnTo>
                    <a:pt x="1935307" y="205437"/>
                  </a:lnTo>
                  <a:lnTo>
                    <a:pt x="1934235" y="205968"/>
                  </a:lnTo>
                  <a:lnTo>
                    <a:pt x="1933164" y="206500"/>
                  </a:lnTo>
                  <a:lnTo>
                    <a:pt x="1932092" y="207032"/>
                  </a:lnTo>
                  <a:lnTo>
                    <a:pt x="1931021" y="207565"/>
                  </a:lnTo>
                  <a:lnTo>
                    <a:pt x="1929949" y="208099"/>
                  </a:lnTo>
                  <a:lnTo>
                    <a:pt x="1928877" y="208633"/>
                  </a:lnTo>
                  <a:lnTo>
                    <a:pt x="1927806" y="209168"/>
                  </a:lnTo>
                  <a:lnTo>
                    <a:pt x="1926734" y="209704"/>
                  </a:lnTo>
                  <a:lnTo>
                    <a:pt x="1925663" y="210240"/>
                  </a:lnTo>
                  <a:lnTo>
                    <a:pt x="1924591" y="210777"/>
                  </a:lnTo>
                  <a:lnTo>
                    <a:pt x="1923519" y="211315"/>
                  </a:lnTo>
                  <a:lnTo>
                    <a:pt x="1922448" y="211853"/>
                  </a:lnTo>
                  <a:lnTo>
                    <a:pt x="1921376" y="212392"/>
                  </a:lnTo>
                  <a:lnTo>
                    <a:pt x="1920305" y="212931"/>
                  </a:lnTo>
                  <a:lnTo>
                    <a:pt x="1919233" y="213472"/>
                  </a:lnTo>
                  <a:lnTo>
                    <a:pt x="1918161" y="214013"/>
                  </a:lnTo>
                  <a:lnTo>
                    <a:pt x="1917090" y="214554"/>
                  </a:lnTo>
                  <a:lnTo>
                    <a:pt x="1916018" y="215096"/>
                  </a:lnTo>
                  <a:lnTo>
                    <a:pt x="1914947" y="215639"/>
                  </a:lnTo>
                  <a:lnTo>
                    <a:pt x="1913875" y="216183"/>
                  </a:lnTo>
                  <a:lnTo>
                    <a:pt x="1912803" y="216727"/>
                  </a:lnTo>
                  <a:lnTo>
                    <a:pt x="1911732" y="217271"/>
                  </a:lnTo>
                  <a:lnTo>
                    <a:pt x="1910660" y="217817"/>
                  </a:lnTo>
                  <a:lnTo>
                    <a:pt x="1909589" y="218363"/>
                  </a:lnTo>
                  <a:lnTo>
                    <a:pt x="1908517" y="218910"/>
                  </a:lnTo>
                  <a:lnTo>
                    <a:pt x="1907445" y="219457"/>
                  </a:lnTo>
                  <a:lnTo>
                    <a:pt x="1906374" y="220005"/>
                  </a:lnTo>
                  <a:lnTo>
                    <a:pt x="1905302" y="220554"/>
                  </a:lnTo>
                  <a:lnTo>
                    <a:pt x="1904231" y="221103"/>
                  </a:lnTo>
                  <a:lnTo>
                    <a:pt x="1903159" y="221653"/>
                  </a:lnTo>
                  <a:lnTo>
                    <a:pt x="1902087" y="222203"/>
                  </a:lnTo>
                  <a:lnTo>
                    <a:pt x="1901016" y="222754"/>
                  </a:lnTo>
                  <a:lnTo>
                    <a:pt x="1899944" y="223306"/>
                  </a:lnTo>
                  <a:lnTo>
                    <a:pt x="1898873" y="223859"/>
                  </a:lnTo>
                  <a:lnTo>
                    <a:pt x="1897801" y="224412"/>
                  </a:lnTo>
                  <a:lnTo>
                    <a:pt x="1896729" y="224965"/>
                  </a:lnTo>
                  <a:lnTo>
                    <a:pt x="1895658" y="225520"/>
                  </a:lnTo>
                  <a:lnTo>
                    <a:pt x="1894586" y="226075"/>
                  </a:lnTo>
                  <a:lnTo>
                    <a:pt x="1893515" y="226630"/>
                  </a:lnTo>
                  <a:lnTo>
                    <a:pt x="1892443" y="227186"/>
                  </a:lnTo>
                  <a:lnTo>
                    <a:pt x="1891371" y="227743"/>
                  </a:lnTo>
                  <a:lnTo>
                    <a:pt x="1890300" y="228301"/>
                  </a:lnTo>
                  <a:lnTo>
                    <a:pt x="1889228" y="228859"/>
                  </a:lnTo>
                  <a:lnTo>
                    <a:pt x="1888157" y="229417"/>
                  </a:lnTo>
                  <a:lnTo>
                    <a:pt x="1887085" y="229977"/>
                  </a:lnTo>
                  <a:lnTo>
                    <a:pt x="1886013" y="230537"/>
                  </a:lnTo>
                  <a:lnTo>
                    <a:pt x="1884942" y="231097"/>
                  </a:lnTo>
                  <a:lnTo>
                    <a:pt x="1883870" y="231658"/>
                  </a:lnTo>
                  <a:lnTo>
                    <a:pt x="1882799" y="232220"/>
                  </a:lnTo>
                  <a:lnTo>
                    <a:pt x="1881727" y="232782"/>
                  </a:lnTo>
                  <a:lnTo>
                    <a:pt x="1880655" y="233345"/>
                  </a:lnTo>
                  <a:lnTo>
                    <a:pt x="1879584" y="233909"/>
                  </a:lnTo>
                  <a:lnTo>
                    <a:pt x="1878512" y="234473"/>
                  </a:lnTo>
                  <a:lnTo>
                    <a:pt x="1877441" y="235038"/>
                  </a:lnTo>
                  <a:lnTo>
                    <a:pt x="1876369" y="235603"/>
                  </a:lnTo>
                  <a:lnTo>
                    <a:pt x="1875297" y="236169"/>
                  </a:lnTo>
                  <a:lnTo>
                    <a:pt x="1874226" y="236736"/>
                  </a:lnTo>
                  <a:lnTo>
                    <a:pt x="1873154" y="237303"/>
                  </a:lnTo>
                  <a:lnTo>
                    <a:pt x="1872083" y="237870"/>
                  </a:lnTo>
                  <a:lnTo>
                    <a:pt x="1871011" y="238439"/>
                  </a:lnTo>
                  <a:lnTo>
                    <a:pt x="1869939" y="239008"/>
                  </a:lnTo>
                  <a:lnTo>
                    <a:pt x="1868868" y="239577"/>
                  </a:lnTo>
                  <a:lnTo>
                    <a:pt x="1867796" y="240147"/>
                  </a:lnTo>
                  <a:lnTo>
                    <a:pt x="1866725" y="240718"/>
                  </a:lnTo>
                  <a:lnTo>
                    <a:pt x="1865653" y="241289"/>
                  </a:lnTo>
                  <a:lnTo>
                    <a:pt x="1864581" y="241861"/>
                  </a:lnTo>
                  <a:lnTo>
                    <a:pt x="1863510" y="242433"/>
                  </a:lnTo>
                  <a:lnTo>
                    <a:pt x="1862438" y="243006"/>
                  </a:lnTo>
                  <a:lnTo>
                    <a:pt x="1861367" y="243580"/>
                  </a:lnTo>
                  <a:lnTo>
                    <a:pt x="1860295" y="244154"/>
                  </a:lnTo>
                  <a:lnTo>
                    <a:pt x="1859223" y="244729"/>
                  </a:lnTo>
                  <a:lnTo>
                    <a:pt x="1858152" y="245304"/>
                  </a:lnTo>
                  <a:lnTo>
                    <a:pt x="1857080" y="245880"/>
                  </a:lnTo>
                  <a:lnTo>
                    <a:pt x="1856009" y="246456"/>
                  </a:lnTo>
                  <a:lnTo>
                    <a:pt x="1854937" y="247033"/>
                  </a:lnTo>
                  <a:lnTo>
                    <a:pt x="1853865" y="247611"/>
                  </a:lnTo>
                  <a:lnTo>
                    <a:pt x="1852794" y="248189"/>
                  </a:lnTo>
                  <a:lnTo>
                    <a:pt x="1851722" y="248767"/>
                  </a:lnTo>
                  <a:lnTo>
                    <a:pt x="1850651" y="249346"/>
                  </a:lnTo>
                  <a:lnTo>
                    <a:pt x="1849579" y="249926"/>
                  </a:lnTo>
                  <a:lnTo>
                    <a:pt x="1848507" y="250506"/>
                  </a:lnTo>
                  <a:lnTo>
                    <a:pt x="1847436" y="251087"/>
                  </a:lnTo>
                  <a:lnTo>
                    <a:pt x="1846364" y="251669"/>
                  </a:lnTo>
                  <a:lnTo>
                    <a:pt x="1845293" y="252250"/>
                  </a:lnTo>
                  <a:lnTo>
                    <a:pt x="1844221" y="252833"/>
                  </a:lnTo>
                  <a:lnTo>
                    <a:pt x="1843149" y="253416"/>
                  </a:lnTo>
                  <a:lnTo>
                    <a:pt x="1842078" y="253999"/>
                  </a:lnTo>
                  <a:lnTo>
                    <a:pt x="1841006" y="254583"/>
                  </a:lnTo>
                  <a:lnTo>
                    <a:pt x="1839935" y="255168"/>
                  </a:lnTo>
                  <a:lnTo>
                    <a:pt x="1838863" y="255753"/>
                  </a:lnTo>
                  <a:lnTo>
                    <a:pt x="1837791" y="256339"/>
                  </a:lnTo>
                  <a:lnTo>
                    <a:pt x="1836720" y="256925"/>
                  </a:lnTo>
                  <a:lnTo>
                    <a:pt x="1835648" y="257511"/>
                  </a:lnTo>
                  <a:lnTo>
                    <a:pt x="1834577" y="258098"/>
                  </a:lnTo>
                  <a:lnTo>
                    <a:pt x="1833505" y="258686"/>
                  </a:lnTo>
                  <a:lnTo>
                    <a:pt x="1832433" y="259274"/>
                  </a:lnTo>
                  <a:lnTo>
                    <a:pt x="1831362" y="259863"/>
                  </a:lnTo>
                  <a:lnTo>
                    <a:pt x="1830290" y="260452"/>
                  </a:lnTo>
                  <a:lnTo>
                    <a:pt x="1829219" y="261042"/>
                  </a:lnTo>
                  <a:lnTo>
                    <a:pt x="1828147" y="261632"/>
                  </a:lnTo>
                  <a:lnTo>
                    <a:pt x="1827075" y="262223"/>
                  </a:lnTo>
                  <a:lnTo>
                    <a:pt x="1826004" y="262814"/>
                  </a:lnTo>
                  <a:lnTo>
                    <a:pt x="1824932" y="263405"/>
                  </a:lnTo>
                  <a:lnTo>
                    <a:pt x="1823861" y="263998"/>
                  </a:lnTo>
                  <a:lnTo>
                    <a:pt x="1822789" y="264590"/>
                  </a:lnTo>
                  <a:lnTo>
                    <a:pt x="1821717" y="265183"/>
                  </a:lnTo>
                  <a:lnTo>
                    <a:pt x="1820646" y="265777"/>
                  </a:lnTo>
                  <a:lnTo>
                    <a:pt x="1819574" y="266371"/>
                  </a:lnTo>
                  <a:lnTo>
                    <a:pt x="1818503" y="266965"/>
                  </a:lnTo>
                  <a:lnTo>
                    <a:pt x="1817431" y="267560"/>
                  </a:lnTo>
                  <a:lnTo>
                    <a:pt x="1816359" y="268156"/>
                  </a:lnTo>
                  <a:lnTo>
                    <a:pt x="1815288" y="268751"/>
                  </a:lnTo>
                  <a:lnTo>
                    <a:pt x="1814216" y="269348"/>
                  </a:lnTo>
                  <a:lnTo>
                    <a:pt x="1813145" y="269945"/>
                  </a:lnTo>
                  <a:lnTo>
                    <a:pt x="1812073" y="270542"/>
                  </a:lnTo>
                  <a:lnTo>
                    <a:pt x="1811001" y="271139"/>
                  </a:lnTo>
                  <a:lnTo>
                    <a:pt x="1809930" y="271738"/>
                  </a:lnTo>
                  <a:lnTo>
                    <a:pt x="1808858" y="272336"/>
                  </a:lnTo>
                  <a:lnTo>
                    <a:pt x="1807787" y="272935"/>
                  </a:lnTo>
                  <a:lnTo>
                    <a:pt x="1806715" y="273535"/>
                  </a:lnTo>
                  <a:lnTo>
                    <a:pt x="1805643" y="274134"/>
                  </a:lnTo>
                  <a:lnTo>
                    <a:pt x="1804572" y="274735"/>
                  </a:lnTo>
                  <a:lnTo>
                    <a:pt x="1803500" y="275335"/>
                  </a:lnTo>
                  <a:lnTo>
                    <a:pt x="1802429" y="275936"/>
                  </a:lnTo>
                  <a:lnTo>
                    <a:pt x="1801357" y="276538"/>
                  </a:lnTo>
                  <a:lnTo>
                    <a:pt x="1800285" y="277140"/>
                  </a:lnTo>
                  <a:lnTo>
                    <a:pt x="1799214" y="277742"/>
                  </a:lnTo>
                  <a:lnTo>
                    <a:pt x="1798142" y="278345"/>
                  </a:lnTo>
                  <a:lnTo>
                    <a:pt x="1797071" y="278948"/>
                  </a:lnTo>
                  <a:lnTo>
                    <a:pt x="1795999" y="279551"/>
                  </a:lnTo>
                  <a:lnTo>
                    <a:pt x="1794927" y="280155"/>
                  </a:lnTo>
                  <a:lnTo>
                    <a:pt x="1793856" y="280759"/>
                  </a:lnTo>
                  <a:lnTo>
                    <a:pt x="1792784" y="281364"/>
                  </a:lnTo>
                  <a:lnTo>
                    <a:pt x="1791713" y="281969"/>
                  </a:lnTo>
                  <a:lnTo>
                    <a:pt x="1790641" y="282574"/>
                  </a:lnTo>
                  <a:lnTo>
                    <a:pt x="1789569" y="283180"/>
                  </a:lnTo>
                  <a:lnTo>
                    <a:pt x="1788498" y="283786"/>
                  </a:lnTo>
                  <a:lnTo>
                    <a:pt x="1787426" y="284393"/>
                  </a:lnTo>
                  <a:lnTo>
                    <a:pt x="1786355" y="284999"/>
                  </a:lnTo>
                  <a:lnTo>
                    <a:pt x="1785283" y="285606"/>
                  </a:lnTo>
                  <a:lnTo>
                    <a:pt x="1784211" y="286214"/>
                  </a:lnTo>
                  <a:lnTo>
                    <a:pt x="1783140" y="286822"/>
                  </a:lnTo>
                  <a:lnTo>
                    <a:pt x="1782068" y="287430"/>
                  </a:lnTo>
                  <a:lnTo>
                    <a:pt x="1780997" y="288038"/>
                  </a:lnTo>
                  <a:lnTo>
                    <a:pt x="1779925" y="288647"/>
                  </a:lnTo>
                  <a:lnTo>
                    <a:pt x="1778853" y="289256"/>
                  </a:lnTo>
                  <a:lnTo>
                    <a:pt x="1777782" y="289865"/>
                  </a:lnTo>
                  <a:lnTo>
                    <a:pt x="1776710" y="290475"/>
                  </a:lnTo>
                  <a:lnTo>
                    <a:pt x="1775639" y="291085"/>
                  </a:lnTo>
                  <a:lnTo>
                    <a:pt x="1774567" y="291695"/>
                  </a:lnTo>
                  <a:lnTo>
                    <a:pt x="1773496" y="292306"/>
                  </a:lnTo>
                  <a:lnTo>
                    <a:pt x="1772424" y="292917"/>
                  </a:lnTo>
                  <a:lnTo>
                    <a:pt x="1771352" y="293528"/>
                  </a:lnTo>
                  <a:lnTo>
                    <a:pt x="1770281" y="294139"/>
                  </a:lnTo>
                  <a:lnTo>
                    <a:pt x="1769209" y="294751"/>
                  </a:lnTo>
                  <a:lnTo>
                    <a:pt x="1768138" y="295363"/>
                  </a:lnTo>
                  <a:lnTo>
                    <a:pt x="1767066" y="295975"/>
                  </a:lnTo>
                  <a:lnTo>
                    <a:pt x="1765994" y="296588"/>
                  </a:lnTo>
                  <a:lnTo>
                    <a:pt x="1764923" y="297200"/>
                  </a:lnTo>
                  <a:lnTo>
                    <a:pt x="1763851" y="297813"/>
                  </a:lnTo>
                  <a:lnTo>
                    <a:pt x="1762780" y="298426"/>
                  </a:lnTo>
                  <a:lnTo>
                    <a:pt x="1761708" y="299040"/>
                  </a:lnTo>
                  <a:lnTo>
                    <a:pt x="1760636" y="299653"/>
                  </a:lnTo>
                  <a:lnTo>
                    <a:pt x="1759565" y="300267"/>
                  </a:lnTo>
                  <a:lnTo>
                    <a:pt x="1758493" y="300881"/>
                  </a:lnTo>
                  <a:lnTo>
                    <a:pt x="1757422" y="301495"/>
                  </a:lnTo>
                  <a:lnTo>
                    <a:pt x="1756350" y="302110"/>
                  </a:lnTo>
                  <a:lnTo>
                    <a:pt x="1755278" y="302724"/>
                  </a:lnTo>
                  <a:lnTo>
                    <a:pt x="1754207" y="303339"/>
                  </a:lnTo>
                  <a:lnTo>
                    <a:pt x="1753135" y="303954"/>
                  </a:lnTo>
                  <a:lnTo>
                    <a:pt x="1752064" y="304569"/>
                  </a:lnTo>
                  <a:lnTo>
                    <a:pt x="1750992" y="305184"/>
                  </a:lnTo>
                  <a:lnTo>
                    <a:pt x="1749920" y="305800"/>
                  </a:lnTo>
                  <a:lnTo>
                    <a:pt x="1748849" y="306415"/>
                  </a:lnTo>
                  <a:lnTo>
                    <a:pt x="1747777" y="307031"/>
                  </a:lnTo>
                  <a:lnTo>
                    <a:pt x="1746706" y="307647"/>
                  </a:lnTo>
                  <a:lnTo>
                    <a:pt x="1745634" y="308263"/>
                  </a:lnTo>
                  <a:lnTo>
                    <a:pt x="1744562" y="308879"/>
                  </a:lnTo>
                  <a:lnTo>
                    <a:pt x="1743491" y="309495"/>
                  </a:lnTo>
                  <a:lnTo>
                    <a:pt x="1742419" y="310112"/>
                  </a:lnTo>
                  <a:lnTo>
                    <a:pt x="1741348" y="310728"/>
                  </a:lnTo>
                  <a:lnTo>
                    <a:pt x="1740276" y="311345"/>
                  </a:lnTo>
                  <a:lnTo>
                    <a:pt x="1739204" y="311961"/>
                  </a:lnTo>
                  <a:lnTo>
                    <a:pt x="1738133" y="312578"/>
                  </a:lnTo>
                  <a:lnTo>
                    <a:pt x="1737061" y="313195"/>
                  </a:lnTo>
                  <a:lnTo>
                    <a:pt x="1735990" y="313812"/>
                  </a:lnTo>
                  <a:lnTo>
                    <a:pt x="1734918" y="314429"/>
                  </a:lnTo>
                  <a:lnTo>
                    <a:pt x="1733846" y="315046"/>
                  </a:lnTo>
                  <a:lnTo>
                    <a:pt x="1732775" y="315663"/>
                  </a:lnTo>
                  <a:lnTo>
                    <a:pt x="1731703" y="316280"/>
                  </a:lnTo>
                  <a:lnTo>
                    <a:pt x="1730632" y="316897"/>
                  </a:lnTo>
                  <a:lnTo>
                    <a:pt x="1729560" y="317514"/>
                  </a:lnTo>
                  <a:lnTo>
                    <a:pt x="1728488" y="318131"/>
                  </a:lnTo>
                  <a:lnTo>
                    <a:pt x="1727417" y="318748"/>
                  </a:lnTo>
                  <a:lnTo>
                    <a:pt x="1726345" y="319365"/>
                  </a:lnTo>
                  <a:lnTo>
                    <a:pt x="1725274" y="319982"/>
                  </a:lnTo>
                  <a:lnTo>
                    <a:pt x="1724202" y="320599"/>
                  </a:lnTo>
                  <a:lnTo>
                    <a:pt x="1723130" y="321216"/>
                  </a:lnTo>
                  <a:lnTo>
                    <a:pt x="1722059" y="321833"/>
                  </a:lnTo>
                  <a:lnTo>
                    <a:pt x="1720987" y="322450"/>
                  </a:lnTo>
                  <a:lnTo>
                    <a:pt x="1719916" y="323067"/>
                  </a:lnTo>
                  <a:lnTo>
                    <a:pt x="1718844" y="323684"/>
                  </a:lnTo>
                  <a:lnTo>
                    <a:pt x="1717772" y="324300"/>
                  </a:lnTo>
                  <a:lnTo>
                    <a:pt x="1716701" y="324917"/>
                  </a:lnTo>
                  <a:lnTo>
                    <a:pt x="1715629" y="325533"/>
                  </a:lnTo>
                  <a:lnTo>
                    <a:pt x="1714558" y="326150"/>
                  </a:lnTo>
                  <a:lnTo>
                    <a:pt x="1713486" y="326766"/>
                  </a:lnTo>
                  <a:lnTo>
                    <a:pt x="1712414" y="327383"/>
                  </a:lnTo>
                  <a:lnTo>
                    <a:pt x="1711343" y="327999"/>
                  </a:lnTo>
                  <a:lnTo>
                    <a:pt x="1710271" y="328615"/>
                  </a:lnTo>
                  <a:lnTo>
                    <a:pt x="1709200" y="329230"/>
                  </a:lnTo>
                  <a:lnTo>
                    <a:pt x="1708128" y="329846"/>
                  </a:lnTo>
                  <a:lnTo>
                    <a:pt x="1707056" y="330462"/>
                  </a:lnTo>
                  <a:lnTo>
                    <a:pt x="1705985" y="331077"/>
                  </a:lnTo>
                  <a:lnTo>
                    <a:pt x="1704913" y="331692"/>
                  </a:lnTo>
                  <a:lnTo>
                    <a:pt x="1703842" y="332307"/>
                  </a:lnTo>
                  <a:lnTo>
                    <a:pt x="1702770" y="332922"/>
                  </a:lnTo>
                  <a:lnTo>
                    <a:pt x="1701698" y="333536"/>
                  </a:lnTo>
                  <a:lnTo>
                    <a:pt x="1700627" y="334151"/>
                  </a:lnTo>
                  <a:lnTo>
                    <a:pt x="1699555" y="334765"/>
                  </a:lnTo>
                  <a:lnTo>
                    <a:pt x="1698484" y="335379"/>
                  </a:lnTo>
                  <a:lnTo>
                    <a:pt x="1697412" y="335992"/>
                  </a:lnTo>
                  <a:lnTo>
                    <a:pt x="1696340" y="336606"/>
                  </a:lnTo>
                  <a:lnTo>
                    <a:pt x="1695269" y="337219"/>
                  </a:lnTo>
                  <a:lnTo>
                    <a:pt x="1694197" y="337832"/>
                  </a:lnTo>
                  <a:lnTo>
                    <a:pt x="1693126" y="338444"/>
                  </a:lnTo>
                  <a:lnTo>
                    <a:pt x="1692054" y="339057"/>
                  </a:lnTo>
                  <a:lnTo>
                    <a:pt x="1690982" y="339669"/>
                  </a:lnTo>
                  <a:lnTo>
                    <a:pt x="1689911" y="340280"/>
                  </a:lnTo>
                  <a:lnTo>
                    <a:pt x="1688839" y="340891"/>
                  </a:lnTo>
                  <a:lnTo>
                    <a:pt x="1687768" y="341502"/>
                  </a:lnTo>
                  <a:lnTo>
                    <a:pt x="1686696" y="342113"/>
                  </a:lnTo>
                  <a:lnTo>
                    <a:pt x="1685624" y="342723"/>
                  </a:lnTo>
                  <a:lnTo>
                    <a:pt x="1684553" y="343333"/>
                  </a:lnTo>
                  <a:lnTo>
                    <a:pt x="1683481" y="343943"/>
                  </a:lnTo>
                  <a:lnTo>
                    <a:pt x="1682410" y="344552"/>
                  </a:lnTo>
                  <a:lnTo>
                    <a:pt x="1681338" y="345161"/>
                  </a:lnTo>
                  <a:lnTo>
                    <a:pt x="1680266" y="345769"/>
                  </a:lnTo>
                  <a:lnTo>
                    <a:pt x="1679195" y="346377"/>
                  </a:lnTo>
                  <a:lnTo>
                    <a:pt x="1678123" y="346984"/>
                  </a:lnTo>
                  <a:lnTo>
                    <a:pt x="1677052" y="347591"/>
                  </a:lnTo>
                  <a:lnTo>
                    <a:pt x="1675980" y="348198"/>
                  </a:lnTo>
                  <a:lnTo>
                    <a:pt x="1674908" y="348804"/>
                  </a:lnTo>
                  <a:lnTo>
                    <a:pt x="1673837" y="349410"/>
                  </a:lnTo>
                  <a:lnTo>
                    <a:pt x="1672765" y="350015"/>
                  </a:lnTo>
                  <a:lnTo>
                    <a:pt x="1671694" y="350620"/>
                  </a:lnTo>
                  <a:lnTo>
                    <a:pt x="1670622" y="351224"/>
                  </a:lnTo>
                  <a:lnTo>
                    <a:pt x="1669550" y="351828"/>
                  </a:lnTo>
                  <a:lnTo>
                    <a:pt x="1668479" y="352431"/>
                  </a:lnTo>
                  <a:lnTo>
                    <a:pt x="1667407" y="353033"/>
                  </a:lnTo>
                  <a:lnTo>
                    <a:pt x="1666336" y="353635"/>
                  </a:lnTo>
                  <a:lnTo>
                    <a:pt x="1665264" y="354237"/>
                  </a:lnTo>
                  <a:lnTo>
                    <a:pt x="1664192" y="354838"/>
                  </a:lnTo>
                  <a:lnTo>
                    <a:pt x="1663121" y="355438"/>
                  </a:lnTo>
                  <a:lnTo>
                    <a:pt x="1662049" y="356038"/>
                  </a:lnTo>
                  <a:lnTo>
                    <a:pt x="1660978" y="356637"/>
                  </a:lnTo>
                  <a:lnTo>
                    <a:pt x="1659906" y="357236"/>
                  </a:lnTo>
                  <a:lnTo>
                    <a:pt x="1658834" y="357834"/>
                  </a:lnTo>
                  <a:lnTo>
                    <a:pt x="1657763" y="358431"/>
                  </a:lnTo>
                  <a:lnTo>
                    <a:pt x="1656691" y="359028"/>
                  </a:lnTo>
                  <a:lnTo>
                    <a:pt x="1655620" y="359624"/>
                  </a:lnTo>
                  <a:lnTo>
                    <a:pt x="1654548" y="360219"/>
                  </a:lnTo>
                  <a:lnTo>
                    <a:pt x="1653476" y="360814"/>
                  </a:lnTo>
                  <a:lnTo>
                    <a:pt x="1652405" y="361407"/>
                  </a:lnTo>
                  <a:lnTo>
                    <a:pt x="1651333" y="362001"/>
                  </a:lnTo>
                  <a:lnTo>
                    <a:pt x="1650262" y="362593"/>
                  </a:lnTo>
                  <a:lnTo>
                    <a:pt x="1649190" y="363185"/>
                  </a:lnTo>
                  <a:lnTo>
                    <a:pt x="1648118" y="363776"/>
                  </a:lnTo>
                  <a:lnTo>
                    <a:pt x="1647047" y="364366"/>
                  </a:lnTo>
                  <a:lnTo>
                    <a:pt x="1645975" y="364956"/>
                  </a:lnTo>
                  <a:lnTo>
                    <a:pt x="1644904" y="365545"/>
                  </a:lnTo>
                  <a:lnTo>
                    <a:pt x="1643832" y="366133"/>
                  </a:lnTo>
                  <a:lnTo>
                    <a:pt x="1642760" y="366720"/>
                  </a:lnTo>
                  <a:lnTo>
                    <a:pt x="1641689" y="367306"/>
                  </a:lnTo>
                  <a:lnTo>
                    <a:pt x="1640617" y="367892"/>
                  </a:lnTo>
                  <a:lnTo>
                    <a:pt x="1639546" y="368477"/>
                  </a:lnTo>
                  <a:lnTo>
                    <a:pt x="1638474" y="369061"/>
                  </a:lnTo>
                  <a:lnTo>
                    <a:pt x="1637402" y="369644"/>
                  </a:lnTo>
                  <a:lnTo>
                    <a:pt x="1636331" y="370226"/>
                  </a:lnTo>
                  <a:lnTo>
                    <a:pt x="1635259" y="370807"/>
                  </a:lnTo>
                  <a:lnTo>
                    <a:pt x="1634188" y="371388"/>
                  </a:lnTo>
                  <a:lnTo>
                    <a:pt x="1633116" y="371967"/>
                  </a:lnTo>
                  <a:lnTo>
                    <a:pt x="1632044" y="372546"/>
                  </a:lnTo>
                  <a:lnTo>
                    <a:pt x="1630973" y="373124"/>
                  </a:lnTo>
                  <a:lnTo>
                    <a:pt x="1629901" y="373700"/>
                  </a:lnTo>
                  <a:lnTo>
                    <a:pt x="1628830" y="374276"/>
                  </a:lnTo>
                  <a:lnTo>
                    <a:pt x="1627758" y="374851"/>
                  </a:lnTo>
                  <a:lnTo>
                    <a:pt x="1626686" y="375425"/>
                  </a:lnTo>
                  <a:lnTo>
                    <a:pt x="1625615" y="375998"/>
                  </a:lnTo>
                  <a:lnTo>
                    <a:pt x="1624543" y="376570"/>
                  </a:lnTo>
                  <a:lnTo>
                    <a:pt x="1623472" y="377141"/>
                  </a:lnTo>
                  <a:lnTo>
                    <a:pt x="1622400" y="377711"/>
                  </a:lnTo>
                  <a:lnTo>
                    <a:pt x="1621328" y="378280"/>
                  </a:lnTo>
                  <a:lnTo>
                    <a:pt x="1620257" y="378848"/>
                  </a:lnTo>
                  <a:lnTo>
                    <a:pt x="1619185" y="379415"/>
                  </a:lnTo>
                  <a:lnTo>
                    <a:pt x="1618114" y="379980"/>
                  </a:lnTo>
                  <a:lnTo>
                    <a:pt x="1617042" y="380545"/>
                  </a:lnTo>
                  <a:lnTo>
                    <a:pt x="1615970" y="381109"/>
                  </a:lnTo>
                  <a:lnTo>
                    <a:pt x="1614899" y="381930"/>
                  </a:lnTo>
                  <a:lnTo>
                    <a:pt x="1613827" y="382765"/>
                  </a:lnTo>
                  <a:lnTo>
                    <a:pt x="1612756" y="383601"/>
                  </a:lnTo>
                  <a:lnTo>
                    <a:pt x="1611684" y="384436"/>
                  </a:lnTo>
                  <a:lnTo>
                    <a:pt x="1610612" y="385271"/>
                  </a:lnTo>
                  <a:lnTo>
                    <a:pt x="1609541" y="386105"/>
                  </a:lnTo>
                  <a:lnTo>
                    <a:pt x="1608469" y="386939"/>
                  </a:lnTo>
                  <a:lnTo>
                    <a:pt x="1607398" y="387773"/>
                  </a:lnTo>
                  <a:lnTo>
                    <a:pt x="1606326" y="388607"/>
                  </a:lnTo>
                  <a:lnTo>
                    <a:pt x="1605254" y="389440"/>
                  </a:lnTo>
                  <a:lnTo>
                    <a:pt x="1604183" y="390273"/>
                  </a:lnTo>
                  <a:lnTo>
                    <a:pt x="1603111" y="391106"/>
                  </a:lnTo>
                  <a:lnTo>
                    <a:pt x="1602040" y="391938"/>
                  </a:lnTo>
                  <a:lnTo>
                    <a:pt x="1600968" y="392771"/>
                  </a:lnTo>
                  <a:lnTo>
                    <a:pt x="1599896" y="393603"/>
                  </a:lnTo>
                  <a:lnTo>
                    <a:pt x="1598825" y="394434"/>
                  </a:lnTo>
                  <a:lnTo>
                    <a:pt x="1597753" y="395266"/>
                  </a:lnTo>
                  <a:lnTo>
                    <a:pt x="1596682" y="396097"/>
                  </a:lnTo>
                  <a:lnTo>
                    <a:pt x="1595610" y="396928"/>
                  </a:lnTo>
                  <a:lnTo>
                    <a:pt x="1594539" y="397759"/>
                  </a:lnTo>
                  <a:lnTo>
                    <a:pt x="1593467" y="398590"/>
                  </a:lnTo>
                  <a:lnTo>
                    <a:pt x="1592395" y="399420"/>
                  </a:lnTo>
                  <a:lnTo>
                    <a:pt x="1591324" y="400250"/>
                  </a:lnTo>
                  <a:lnTo>
                    <a:pt x="1590252" y="401080"/>
                  </a:lnTo>
                  <a:lnTo>
                    <a:pt x="1589181" y="401910"/>
                  </a:lnTo>
                  <a:lnTo>
                    <a:pt x="1588109" y="402740"/>
                  </a:lnTo>
                  <a:lnTo>
                    <a:pt x="1587037" y="403569"/>
                  </a:lnTo>
                  <a:lnTo>
                    <a:pt x="1585966" y="404398"/>
                  </a:lnTo>
                  <a:lnTo>
                    <a:pt x="1584894" y="405227"/>
                  </a:lnTo>
                  <a:lnTo>
                    <a:pt x="1583823" y="406056"/>
                  </a:lnTo>
                  <a:lnTo>
                    <a:pt x="1582751" y="406885"/>
                  </a:lnTo>
                  <a:lnTo>
                    <a:pt x="1581679" y="407713"/>
                  </a:lnTo>
                  <a:lnTo>
                    <a:pt x="1580608" y="408541"/>
                  </a:lnTo>
                  <a:lnTo>
                    <a:pt x="1579536" y="409369"/>
                  </a:lnTo>
                  <a:lnTo>
                    <a:pt x="1578465" y="410197"/>
                  </a:lnTo>
                  <a:lnTo>
                    <a:pt x="1577393" y="411025"/>
                  </a:lnTo>
                  <a:lnTo>
                    <a:pt x="1576321" y="411852"/>
                  </a:lnTo>
                  <a:lnTo>
                    <a:pt x="1575250" y="412680"/>
                  </a:lnTo>
                  <a:lnTo>
                    <a:pt x="1574178" y="413507"/>
                  </a:lnTo>
                  <a:lnTo>
                    <a:pt x="1573107" y="414334"/>
                  </a:lnTo>
                  <a:lnTo>
                    <a:pt x="1572035" y="415160"/>
                  </a:lnTo>
                  <a:lnTo>
                    <a:pt x="1570963" y="415987"/>
                  </a:lnTo>
                  <a:lnTo>
                    <a:pt x="1569892" y="416813"/>
                  </a:lnTo>
                  <a:lnTo>
                    <a:pt x="1568820" y="417640"/>
                  </a:lnTo>
                  <a:lnTo>
                    <a:pt x="1567749" y="418466"/>
                  </a:lnTo>
                  <a:lnTo>
                    <a:pt x="1566677" y="419292"/>
                  </a:lnTo>
                  <a:lnTo>
                    <a:pt x="1565605" y="420117"/>
                  </a:lnTo>
                  <a:lnTo>
                    <a:pt x="1564534" y="420943"/>
                  </a:lnTo>
                  <a:lnTo>
                    <a:pt x="1563462" y="421768"/>
                  </a:lnTo>
                  <a:lnTo>
                    <a:pt x="1562391" y="422594"/>
                  </a:lnTo>
                  <a:lnTo>
                    <a:pt x="1561319" y="423419"/>
                  </a:lnTo>
                  <a:lnTo>
                    <a:pt x="1560247" y="424244"/>
                  </a:lnTo>
                  <a:lnTo>
                    <a:pt x="1559176" y="425068"/>
                  </a:lnTo>
                  <a:lnTo>
                    <a:pt x="1558104" y="425893"/>
                  </a:lnTo>
                  <a:lnTo>
                    <a:pt x="1557033" y="426717"/>
                  </a:lnTo>
                  <a:lnTo>
                    <a:pt x="1555961" y="427542"/>
                  </a:lnTo>
                  <a:lnTo>
                    <a:pt x="1554889" y="428366"/>
                  </a:lnTo>
                  <a:lnTo>
                    <a:pt x="1553818" y="429190"/>
                  </a:lnTo>
                  <a:lnTo>
                    <a:pt x="1552746" y="430013"/>
                  </a:lnTo>
                  <a:lnTo>
                    <a:pt x="1551675" y="430837"/>
                  </a:lnTo>
                  <a:lnTo>
                    <a:pt x="1550603" y="431660"/>
                  </a:lnTo>
                  <a:lnTo>
                    <a:pt x="1549531" y="432484"/>
                  </a:lnTo>
                  <a:lnTo>
                    <a:pt x="1548460" y="433307"/>
                  </a:lnTo>
                  <a:lnTo>
                    <a:pt x="1547388" y="434130"/>
                  </a:lnTo>
                  <a:lnTo>
                    <a:pt x="1546317" y="434952"/>
                  </a:lnTo>
                  <a:lnTo>
                    <a:pt x="1545245" y="435775"/>
                  </a:lnTo>
                  <a:lnTo>
                    <a:pt x="1544173" y="436598"/>
                  </a:lnTo>
                  <a:lnTo>
                    <a:pt x="1543102" y="437420"/>
                  </a:lnTo>
                  <a:lnTo>
                    <a:pt x="1542030" y="438242"/>
                  </a:lnTo>
                  <a:lnTo>
                    <a:pt x="1540959" y="439064"/>
                  </a:lnTo>
                  <a:lnTo>
                    <a:pt x="1539887" y="439886"/>
                  </a:lnTo>
                  <a:lnTo>
                    <a:pt x="1538815" y="440707"/>
                  </a:lnTo>
                  <a:lnTo>
                    <a:pt x="1537744" y="441529"/>
                  </a:lnTo>
                  <a:lnTo>
                    <a:pt x="1536672" y="442350"/>
                  </a:lnTo>
                  <a:lnTo>
                    <a:pt x="1535601" y="443171"/>
                  </a:lnTo>
                  <a:lnTo>
                    <a:pt x="1534529" y="443992"/>
                  </a:lnTo>
                  <a:lnTo>
                    <a:pt x="1533457" y="444813"/>
                  </a:lnTo>
                  <a:lnTo>
                    <a:pt x="1532386" y="445634"/>
                  </a:lnTo>
                  <a:lnTo>
                    <a:pt x="1531314" y="446454"/>
                  </a:lnTo>
                  <a:lnTo>
                    <a:pt x="1530243" y="447274"/>
                  </a:lnTo>
                  <a:lnTo>
                    <a:pt x="1529171" y="448094"/>
                  </a:lnTo>
                  <a:lnTo>
                    <a:pt x="1528099" y="448914"/>
                  </a:lnTo>
                  <a:lnTo>
                    <a:pt x="1527028" y="449734"/>
                  </a:lnTo>
                  <a:lnTo>
                    <a:pt x="1525956" y="450554"/>
                  </a:lnTo>
                  <a:lnTo>
                    <a:pt x="1524885" y="451373"/>
                  </a:lnTo>
                  <a:lnTo>
                    <a:pt x="1523813" y="452192"/>
                  </a:lnTo>
                  <a:lnTo>
                    <a:pt x="1522741" y="453011"/>
                  </a:lnTo>
                  <a:lnTo>
                    <a:pt x="1521670" y="453830"/>
                  </a:lnTo>
                  <a:lnTo>
                    <a:pt x="1520598" y="454649"/>
                  </a:lnTo>
                  <a:lnTo>
                    <a:pt x="1519527" y="455467"/>
                  </a:lnTo>
                  <a:lnTo>
                    <a:pt x="1518455" y="456285"/>
                  </a:lnTo>
                  <a:lnTo>
                    <a:pt x="1517383" y="457103"/>
                  </a:lnTo>
                  <a:lnTo>
                    <a:pt x="1516312" y="457921"/>
                  </a:lnTo>
                  <a:lnTo>
                    <a:pt x="1515240" y="458739"/>
                  </a:lnTo>
                  <a:lnTo>
                    <a:pt x="1514169" y="459556"/>
                  </a:lnTo>
                  <a:lnTo>
                    <a:pt x="1513097" y="460374"/>
                  </a:lnTo>
                  <a:lnTo>
                    <a:pt x="1512025" y="461191"/>
                  </a:lnTo>
                  <a:lnTo>
                    <a:pt x="1510954" y="462008"/>
                  </a:lnTo>
                  <a:lnTo>
                    <a:pt x="1509882" y="462824"/>
                  </a:lnTo>
                  <a:lnTo>
                    <a:pt x="1508811" y="463641"/>
                  </a:lnTo>
                  <a:lnTo>
                    <a:pt x="1507739" y="464457"/>
                  </a:lnTo>
                  <a:lnTo>
                    <a:pt x="1506667" y="465273"/>
                  </a:lnTo>
                  <a:lnTo>
                    <a:pt x="1505596" y="466089"/>
                  </a:lnTo>
                  <a:lnTo>
                    <a:pt x="1504524" y="466905"/>
                  </a:lnTo>
                  <a:lnTo>
                    <a:pt x="1503453" y="467720"/>
                  </a:lnTo>
                  <a:lnTo>
                    <a:pt x="1502381" y="468535"/>
                  </a:lnTo>
                  <a:lnTo>
                    <a:pt x="1501309" y="469350"/>
                  </a:lnTo>
                  <a:lnTo>
                    <a:pt x="1500238" y="470165"/>
                  </a:lnTo>
                  <a:lnTo>
                    <a:pt x="1499166" y="470980"/>
                  </a:lnTo>
                  <a:lnTo>
                    <a:pt x="1498095" y="471794"/>
                  </a:lnTo>
                  <a:lnTo>
                    <a:pt x="1497023" y="472608"/>
                  </a:lnTo>
                  <a:lnTo>
                    <a:pt x="1495951" y="473422"/>
                  </a:lnTo>
                  <a:lnTo>
                    <a:pt x="1494880" y="474236"/>
                  </a:lnTo>
                  <a:lnTo>
                    <a:pt x="1493808" y="475049"/>
                  </a:lnTo>
                  <a:lnTo>
                    <a:pt x="1492737" y="475862"/>
                  </a:lnTo>
                  <a:lnTo>
                    <a:pt x="1491665" y="476675"/>
                  </a:lnTo>
                  <a:lnTo>
                    <a:pt x="1490593" y="477488"/>
                  </a:lnTo>
                  <a:lnTo>
                    <a:pt x="1489522" y="478300"/>
                  </a:lnTo>
                  <a:lnTo>
                    <a:pt x="1488450" y="479113"/>
                  </a:lnTo>
                  <a:lnTo>
                    <a:pt x="1487379" y="479925"/>
                  </a:lnTo>
                  <a:lnTo>
                    <a:pt x="1486307" y="480736"/>
                  </a:lnTo>
                  <a:lnTo>
                    <a:pt x="1485235" y="481548"/>
                  </a:lnTo>
                  <a:lnTo>
                    <a:pt x="1484164" y="482359"/>
                  </a:lnTo>
                  <a:lnTo>
                    <a:pt x="1483092" y="483170"/>
                  </a:lnTo>
                  <a:lnTo>
                    <a:pt x="1482021" y="483981"/>
                  </a:lnTo>
                  <a:lnTo>
                    <a:pt x="1480949" y="484791"/>
                  </a:lnTo>
                  <a:lnTo>
                    <a:pt x="1479877" y="485602"/>
                  </a:lnTo>
                  <a:lnTo>
                    <a:pt x="1478806" y="486411"/>
                  </a:lnTo>
                  <a:lnTo>
                    <a:pt x="1477734" y="487221"/>
                  </a:lnTo>
                  <a:lnTo>
                    <a:pt x="1476663" y="488031"/>
                  </a:lnTo>
                  <a:lnTo>
                    <a:pt x="1475591" y="488840"/>
                  </a:lnTo>
                  <a:lnTo>
                    <a:pt x="1474519" y="489649"/>
                  </a:lnTo>
                  <a:lnTo>
                    <a:pt x="1473448" y="490457"/>
                  </a:lnTo>
                  <a:lnTo>
                    <a:pt x="1472376" y="491265"/>
                  </a:lnTo>
                  <a:lnTo>
                    <a:pt x="1471305" y="492073"/>
                  </a:lnTo>
                  <a:lnTo>
                    <a:pt x="1470233" y="492881"/>
                  </a:lnTo>
                  <a:lnTo>
                    <a:pt x="1469161" y="493689"/>
                  </a:lnTo>
                  <a:lnTo>
                    <a:pt x="1468090" y="494496"/>
                  </a:lnTo>
                  <a:lnTo>
                    <a:pt x="1467018" y="495303"/>
                  </a:lnTo>
                  <a:lnTo>
                    <a:pt x="1465947" y="496109"/>
                  </a:lnTo>
                  <a:lnTo>
                    <a:pt x="1464875" y="496915"/>
                  </a:lnTo>
                  <a:lnTo>
                    <a:pt x="1463803" y="497721"/>
                  </a:lnTo>
                  <a:lnTo>
                    <a:pt x="1462732" y="498527"/>
                  </a:lnTo>
                  <a:lnTo>
                    <a:pt x="1461660" y="499333"/>
                  </a:lnTo>
                  <a:lnTo>
                    <a:pt x="1460589" y="500138"/>
                  </a:lnTo>
                  <a:lnTo>
                    <a:pt x="1459517" y="500942"/>
                  </a:lnTo>
                  <a:lnTo>
                    <a:pt x="1458445" y="501747"/>
                  </a:lnTo>
                  <a:lnTo>
                    <a:pt x="1457374" y="502551"/>
                  </a:lnTo>
                  <a:lnTo>
                    <a:pt x="1456302" y="503355"/>
                  </a:lnTo>
                  <a:lnTo>
                    <a:pt x="1455231" y="504158"/>
                  </a:lnTo>
                  <a:lnTo>
                    <a:pt x="1454159" y="504961"/>
                  </a:lnTo>
                  <a:lnTo>
                    <a:pt x="1453087" y="505764"/>
                  </a:lnTo>
                  <a:lnTo>
                    <a:pt x="1452016" y="506567"/>
                  </a:lnTo>
                  <a:lnTo>
                    <a:pt x="1450944" y="507369"/>
                  </a:lnTo>
                  <a:lnTo>
                    <a:pt x="1449873" y="508171"/>
                  </a:lnTo>
                  <a:lnTo>
                    <a:pt x="1448801" y="508972"/>
                  </a:lnTo>
                  <a:lnTo>
                    <a:pt x="1447729" y="509773"/>
                  </a:lnTo>
                  <a:lnTo>
                    <a:pt x="1446658" y="510574"/>
                  </a:lnTo>
                  <a:lnTo>
                    <a:pt x="1445586" y="511375"/>
                  </a:lnTo>
                  <a:lnTo>
                    <a:pt x="1444515" y="512175"/>
                  </a:lnTo>
                  <a:lnTo>
                    <a:pt x="1443443" y="512975"/>
                  </a:lnTo>
                  <a:lnTo>
                    <a:pt x="1442371" y="513774"/>
                  </a:lnTo>
                  <a:lnTo>
                    <a:pt x="1441300" y="514573"/>
                  </a:lnTo>
                  <a:lnTo>
                    <a:pt x="1440228" y="515372"/>
                  </a:lnTo>
                  <a:lnTo>
                    <a:pt x="1439157" y="516170"/>
                  </a:lnTo>
                  <a:lnTo>
                    <a:pt x="1438085" y="516968"/>
                  </a:lnTo>
                  <a:lnTo>
                    <a:pt x="1437013" y="517766"/>
                  </a:lnTo>
                  <a:lnTo>
                    <a:pt x="1435942" y="518563"/>
                  </a:lnTo>
                  <a:lnTo>
                    <a:pt x="1434870" y="519360"/>
                  </a:lnTo>
                  <a:lnTo>
                    <a:pt x="1433799" y="520157"/>
                  </a:lnTo>
                  <a:lnTo>
                    <a:pt x="1432727" y="520953"/>
                  </a:lnTo>
                  <a:lnTo>
                    <a:pt x="1431655" y="521748"/>
                  </a:lnTo>
                  <a:lnTo>
                    <a:pt x="1430584" y="522544"/>
                  </a:lnTo>
                  <a:lnTo>
                    <a:pt x="1429512" y="523339"/>
                  </a:lnTo>
                  <a:lnTo>
                    <a:pt x="1428441" y="524133"/>
                  </a:lnTo>
                  <a:lnTo>
                    <a:pt x="1427369" y="524928"/>
                  </a:lnTo>
                  <a:lnTo>
                    <a:pt x="1426297" y="525721"/>
                  </a:lnTo>
                  <a:lnTo>
                    <a:pt x="1425226" y="526515"/>
                  </a:lnTo>
                  <a:lnTo>
                    <a:pt x="1424154" y="527308"/>
                  </a:lnTo>
                  <a:lnTo>
                    <a:pt x="1423083" y="528100"/>
                  </a:lnTo>
                  <a:lnTo>
                    <a:pt x="1422011" y="528893"/>
                  </a:lnTo>
                  <a:lnTo>
                    <a:pt x="1420939" y="529684"/>
                  </a:lnTo>
                  <a:lnTo>
                    <a:pt x="1419868" y="530476"/>
                  </a:lnTo>
                  <a:lnTo>
                    <a:pt x="1418796" y="531267"/>
                  </a:lnTo>
                  <a:lnTo>
                    <a:pt x="1417725" y="532057"/>
                  </a:lnTo>
                  <a:lnTo>
                    <a:pt x="1416653" y="532848"/>
                  </a:lnTo>
                  <a:lnTo>
                    <a:pt x="1415582" y="533637"/>
                  </a:lnTo>
                  <a:lnTo>
                    <a:pt x="1414510" y="534427"/>
                  </a:lnTo>
                  <a:lnTo>
                    <a:pt x="1413438" y="535215"/>
                  </a:lnTo>
                  <a:lnTo>
                    <a:pt x="1412367" y="536004"/>
                  </a:lnTo>
                  <a:lnTo>
                    <a:pt x="1411295" y="536792"/>
                  </a:lnTo>
                  <a:lnTo>
                    <a:pt x="1410224" y="537579"/>
                  </a:lnTo>
                  <a:lnTo>
                    <a:pt x="1409152" y="538367"/>
                  </a:lnTo>
                  <a:lnTo>
                    <a:pt x="1408080" y="539153"/>
                  </a:lnTo>
                  <a:lnTo>
                    <a:pt x="1407009" y="539939"/>
                  </a:lnTo>
                  <a:lnTo>
                    <a:pt x="1405937" y="540725"/>
                  </a:lnTo>
                  <a:lnTo>
                    <a:pt x="1404866" y="541511"/>
                  </a:lnTo>
                  <a:lnTo>
                    <a:pt x="1403794" y="542295"/>
                  </a:lnTo>
                  <a:lnTo>
                    <a:pt x="1402722" y="543080"/>
                  </a:lnTo>
                  <a:lnTo>
                    <a:pt x="1401651" y="543864"/>
                  </a:lnTo>
                  <a:lnTo>
                    <a:pt x="1400579" y="544647"/>
                  </a:lnTo>
                  <a:lnTo>
                    <a:pt x="1399508" y="545430"/>
                  </a:lnTo>
                  <a:lnTo>
                    <a:pt x="1398436" y="546213"/>
                  </a:lnTo>
                  <a:lnTo>
                    <a:pt x="1397364" y="546995"/>
                  </a:lnTo>
                  <a:lnTo>
                    <a:pt x="1396293" y="547777"/>
                  </a:lnTo>
                  <a:lnTo>
                    <a:pt x="1395221" y="548558"/>
                  </a:lnTo>
                  <a:lnTo>
                    <a:pt x="1394150" y="549339"/>
                  </a:lnTo>
                  <a:lnTo>
                    <a:pt x="1393078" y="550119"/>
                  </a:lnTo>
                  <a:lnTo>
                    <a:pt x="1392006" y="550899"/>
                  </a:lnTo>
                  <a:lnTo>
                    <a:pt x="1390935" y="551678"/>
                  </a:lnTo>
                  <a:lnTo>
                    <a:pt x="1389863" y="552457"/>
                  </a:lnTo>
                  <a:lnTo>
                    <a:pt x="1388792" y="553235"/>
                  </a:lnTo>
                  <a:lnTo>
                    <a:pt x="1387720" y="554013"/>
                  </a:lnTo>
                  <a:lnTo>
                    <a:pt x="1386648" y="554790"/>
                  </a:lnTo>
                  <a:lnTo>
                    <a:pt x="1385577" y="555567"/>
                  </a:lnTo>
                  <a:lnTo>
                    <a:pt x="1384505" y="556343"/>
                  </a:lnTo>
                  <a:lnTo>
                    <a:pt x="1383434" y="557119"/>
                  </a:lnTo>
                  <a:lnTo>
                    <a:pt x="1382362" y="557894"/>
                  </a:lnTo>
                  <a:lnTo>
                    <a:pt x="1381290" y="558669"/>
                  </a:lnTo>
                  <a:lnTo>
                    <a:pt x="1380219" y="559443"/>
                  </a:lnTo>
                  <a:lnTo>
                    <a:pt x="1379147" y="560217"/>
                  </a:lnTo>
                  <a:lnTo>
                    <a:pt x="1378076" y="560990"/>
                  </a:lnTo>
                  <a:lnTo>
                    <a:pt x="1377004" y="561762"/>
                  </a:lnTo>
                  <a:lnTo>
                    <a:pt x="1375932" y="562535"/>
                  </a:lnTo>
                  <a:lnTo>
                    <a:pt x="1374861" y="563306"/>
                  </a:lnTo>
                  <a:lnTo>
                    <a:pt x="1373789" y="564077"/>
                  </a:lnTo>
                  <a:lnTo>
                    <a:pt x="1372718" y="564848"/>
                  </a:lnTo>
                  <a:lnTo>
                    <a:pt x="1371646" y="565618"/>
                  </a:lnTo>
                  <a:lnTo>
                    <a:pt x="1370574" y="566387"/>
                  </a:lnTo>
                  <a:lnTo>
                    <a:pt x="1369503" y="567156"/>
                  </a:lnTo>
                  <a:lnTo>
                    <a:pt x="1368431" y="567925"/>
                  </a:lnTo>
                  <a:lnTo>
                    <a:pt x="1367360" y="568692"/>
                  </a:lnTo>
                  <a:lnTo>
                    <a:pt x="1366288" y="569460"/>
                  </a:lnTo>
                  <a:lnTo>
                    <a:pt x="1365216" y="570227"/>
                  </a:lnTo>
                  <a:lnTo>
                    <a:pt x="1364145" y="570993"/>
                  </a:lnTo>
                  <a:lnTo>
                    <a:pt x="1363073" y="571758"/>
                  </a:lnTo>
                  <a:lnTo>
                    <a:pt x="1362002" y="572523"/>
                  </a:lnTo>
                  <a:lnTo>
                    <a:pt x="1360930" y="573288"/>
                  </a:lnTo>
                  <a:lnTo>
                    <a:pt x="1359858" y="574052"/>
                  </a:lnTo>
                  <a:lnTo>
                    <a:pt x="1358787" y="574815"/>
                  </a:lnTo>
                  <a:lnTo>
                    <a:pt x="1357715" y="575578"/>
                  </a:lnTo>
                  <a:lnTo>
                    <a:pt x="1356644" y="576340"/>
                  </a:lnTo>
                  <a:lnTo>
                    <a:pt x="1355572" y="577102"/>
                  </a:lnTo>
                  <a:lnTo>
                    <a:pt x="1354500" y="577863"/>
                  </a:lnTo>
                  <a:lnTo>
                    <a:pt x="1353429" y="578624"/>
                  </a:lnTo>
                  <a:lnTo>
                    <a:pt x="1352357" y="579384"/>
                  </a:lnTo>
                  <a:lnTo>
                    <a:pt x="1351286" y="580143"/>
                  </a:lnTo>
                  <a:lnTo>
                    <a:pt x="1350214" y="580902"/>
                  </a:lnTo>
                  <a:lnTo>
                    <a:pt x="1349142" y="581660"/>
                  </a:lnTo>
                  <a:lnTo>
                    <a:pt x="1348071" y="582417"/>
                  </a:lnTo>
                  <a:lnTo>
                    <a:pt x="1346999" y="583174"/>
                  </a:lnTo>
                  <a:lnTo>
                    <a:pt x="1345928" y="583931"/>
                  </a:lnTo>
                  <a:lnTo>
                    <a:pt x="1344856" y="584687"/>
                  </a:lnTo>
                  <a:lnTo>
                    <a:pt x="1343784" y="585442"/>
                  </a:lnTo>
                  <a:lnTo>
                    <a:pt x="1342713" y="586196"/>
                  </a:lnTo>
                  <a:lnTo>
                    <a:pt x="1341641" y="586950"/>
                  </a:lnTo>
                  <a:lnTo>
                    <a:pt x="1340570" y="587704"/>
                  </a:lnTo>
                  <a:lnTo>
                    <a:pt x="1339498" y="588456"/>
                  </a:lnTo>
                  <a:lnTo>
                    <a:pt x="1338426" y="589208"/>
                  </a:lnTo>
                  <a:lnTo>
                    <a:pt x="1337355" y="589960"/>
                  </a:lnTo>
                  <a:lnTo>
                    <a:pt x="1336283" y="590711"/>
                  </a:lnTo>
                  <a:lnTo>
                    <a:pt x="1335212" y="591461"/>
                  </a:lnTo>
                  <a:lnTo>
                    <a:pt x="1334140" y="592211"/>
                  </a:lnTo>
                  <a:lnTo>
                    <a:pt x="1333068" y="592960"/>
                  </a:lnTo>
                  <a:lnTo>
                    <a:pt x="1331997" y="593708"/>
                  </a:lnTo>
                  <a:lnTo>
                    <a:pt x="1330925" y="594456"/>
                  </a:lnTo>
                  <a:lnTo>
                    <a:pt x="1329854" y="595203"/>
                  </a:lnTo>
                  <a:lnTo>
                    <a:pt x="1328782" y="595949"/>
                  </a:lnTo>
                  <a:lnTo>
                    <a:pt x="1327710" y="596695"/>
                  </a:lnTo>
                  <a:lnTo>
                    <a:pt x="1326639" y="597440"/>
                  </a:lnTo>
                  <a:lnTo>
                    <a:pt x="1325567" y="598185"/>
                  </a:lnTo>
                  <a:lnTo>
                    <a:pt x="1324496" y="598929"/>
                  </a:lnTo>
                  <a:lnTo>
                    <a:pt x="1323424" y="599672"/>
                  </a:lnTo>
                  <a:lnTo>
                    <a:pt x="1322352" y="600414"/>
                  </a:lnTo>
                  <a:lnTo>
                    <a:pt x="1321281" y="601156"/>
                  </a:lnTo>
                  <a:lnTo>
                    <a:pt x="1320209" y="601898"/>
                  </a:lnTo>
                  <a:lnTo>
                    <a:pt x="1319138" y="602638"/>
                  </a:lnTo>
                  <a:lnTo>
                    <a:pt x="1318066" y="603378"/>
                  </a:lnTo>
                  <a:lnTo>
                    <a:pt x="1316994" y="604117"/>
                  </a:lnTo>
                  <a:lnTo>
                    <a:pt x="1315923" y="604856"/>
                  </a:lnTo>
                  <a:lnTo>
                    <a:pt x="1314851" y="605594"/>
                  </a:lnTo>
                  <a:lnTo>
                    <a:pt x="1313780" y="606331"/>
                  </a:lnTo>
                  <a:lnTo>
                    <a:pt x="1312708" y="607068"/>
                  </a:lnTo>
                  <a:lnTo>
                    <a:pt x="1311636" y="607804"/>
                  </a:lnTo>
                  <a:lnTo>
                    <a:pt x="1310565" y="608539"/>
                  </a:lnTo>
                  <a:lnTo>
                    <a:pt x="1309493" y="609273"/>
                  </a:lnTo>
                  <a:lnTo>
                    <a:pt x="1308422" y="610007"/>
                  </a:lnTo>
                  <a:lnTo>
                    <a:pt x="1307350" y="610740"/>
                  </a:lnTo>
                  <a:lnTo>
                    <a:pt x="1306278" y="611473"/>
                  </a:lnTo>
                  <a:lnTo>
                    <a:pt x="1305207" y="612204"/>
                  </a:lnTo>
                  <a:lnTo>
                    <a:pt x="1304135" y="612936"/>
                  </a:lnTo>
                  <a:lnTo>
                    <a:pt x="1303064" y="613666"/>
                  </a:lnTo>
                  <a:lnTo>
                    <a:pt x="1301992" y="614396"/>
                  </a:lnTo>
                  <a:lnTo>
                    <a:pt x="1300920" y="615125"/>
                  </a:lnTo>
                  <a:lnTo>
                    <a:pt x="1299849" y="615853"/>
                  </a:lnTo>
                  <a:lnTo>
                    <a:pt x="1298777" y="616580"/>
                  </a:lnTo>
                  <a:lnTo>
                    <a:pt x="1297706" y="617307"/>
                  </a:lnTo>
                  <a:lnTo>
                    <a:pt x="1296634" y="618033"/>
                  </a:lnTo>
                  <a:lnTo>
                    <a:pt x="1295562" y="618759"/>
                  </a:lnTo>
                  <a:lnTo>
                    <a:pt x="1294491" y="619484"/>
                  </a:lnTo>
                  <a:lnTo>
                    <a:pt x="1293419" y="620208"/>
                  </a:lnTo>
                  <a:lnTo>
                    <a:pt x="1292348" y="620931"/>
                  </a:lnTo>
                  <a:lnTo>
                    <a:pt x="1291276" y="621653"/>
                  </a:lnTo>
                  <a:lnTo>
                    <a:pt x="1290204" y="622375"/>
                  </a:lnTo>
                  <a:lnTo>
                    <a:pt x="1289133" y="623096"/>
                  </a:lnTo>
                  <a:lnTo>
                    <a:pt x="1288061" y="623817"/>
                  </a:lnTo>
                  <a:lnTo>
                    <a:pt x="1286990" y="624536"/>
                  </a:lnTo>
                  <a:lnTo>
                    <a:pt x="1285918" y="625255"/>
                  </a:lnTo>
                  <a:lnTo>
                    <a:pt x="1284846" y="625973"/>
                  </a:lnTo>
                  <a:lnTo>
                    <a:pt x="1283775" y="626691"/>
                  </a:lnTo>
                  <a:lnTo>
                    <a:pt x="1282703" y="627408"/>
                  </a:lnTo>
                  <a:lnTo>
                    <a:pt x="1281632" y="628124"/>
                  </a:lnTo>
                  <a:lnTo>
                    <a:pt x="1280560" y="628839"/>
                  </a:lnTo>
                  <a:lnTo>
                    <a:pt x="1279488" y="629553"/>
                  </a:lnTo>
                  <a:lnTo>
                    <a:pt x="1278417" y="630267"/>
                  </a:lnTo>
                  <a:lnTo>
                    <a:pt x="1277345" y="630980"/>
                  </a:lnTo>
                  <a:lnTo>
                    <a:pt x="1276274" y="631692"/>
                  </a:lnTo>
                  <a:lnTo>
                    <a:pt x="1275202" y="632404"/>
                  </a:lnTo>
                  <a:lnTo>
                    <a:pt x="1274130" y="633114"/>
                  </a:lnTo>
                  <a:lnTo>
                    <a:pt x="1273059" y="633824"/>
                  </a:lnTo>
                  <a:lnTo>
                    <a:pt x="1271987" y="634533"/>
                  </a:lnTo>
                  <a:lnTo>
                    <a:pt x="1270916" y="635242"/>
                  </a:lnTo>
                  <a:lnTo>
                    <a:pt x="1269844" y="635949"/>
                  </a:lnTo>
                  <a:lnTo>
                    <a:pt x="1268772" y="636656"/>
                  </a:lnTo>
                  <a:lnTo>
                    <a:pt x="1267701" y="637362"/>
                  </a:lnTo>
                  <a:lnTo>
                    <a:pt x="1266629" y="638068"/>
                  </a:lnTo>
                  <a:lnTo>
                    <a:pt x="1265558" y="638772"/>
                  </a:lnTo>
                  <a:lnTo>
                    <a:pt x="1264486" y="639476"/>
                  </a:lnTo>
                  <a:lnTo>
                    <a:pt x="1263414" y="640179"/>
                  </a:lnTo>
                  <a:lnTo>
                    <a:pt x="1262343" y="640881"/>
                  </a:lnTo>
                  <a:lnTo>
                    <a:pt x="1261271" y="641583"/>
                  </a:lnTo>
                  <a:lnTo>
                    <a:pt x="1260200" y="642283"/>
                  </a:lnTo>
                  <a:lnTo>
                    <a:pt x="1259128" y="642983"/>
                  </a:lnTo>
                  <a:lnTo>
                    <a:pt x="1258056" y="643682"/>
                  </a:lnTo>
                  <a:lnTo>
                    <a:pt x="1256985" y="644381"/>
                  </a:lnTo>
                  <a:lnTo>
                    <a:pt x="1255913" y="645078"/>
                  </a:lnTo>
                  <a:lnTo>
                    <a:pt x="1254842" y="645775"/>
                  </a:lnTo>
                  <a:lnTo>
                    <a:pt x="1253770" y="646471"/>
                  </a:lnTo>
                  <a:lnTo>
                    <a:pt x="1252698" y="647166"/>
                  </a:lnTo>
                  <a:lnTo>
                    <a:pt x="1251627" y="647860"/>
                  </a:lnTo>
                  <a:lnTo>
                    <a:pt x="1250555" y="648554"/>
                  </a:lnTo>
                  <a:lnTo>
                    <a:pt x="1249484" y="649247"/>
                  </a:lnTo>
                  <a:lnTo>
                    <a:pt x="1248412" y="649938"/>
                  </a:lnTo>
                  <a:lnTo>
                    <a:pt x="1247340" y="650630"/>
                  </a:lnTo>
                  <a:lnTo>
                    <a:pt x="1246269" y="651320"/>
                  </a:lnTo>
                  <a:lnTo>
                    <a:pt x="1245197" y="652009"/>
                  </a:lnTo>
                  <a:lnTo>
                    <a:pt x="1244126" y="652698"/>
                  </a:lnTo>
                  <a:lnTo>
                    <a:pt x="1243054" y="653386"/>
                  </a:lnTo>
                  <a:lnTo>
                    <a:pt x="1241983" y="654073"/>
                  </a:lnTo>
                  <a:lnTo>
                    <a:pt x="1240911" y="654759"/>
                  </a:lnTo>
                  <a:lnTo>
                    <a:pt x="1239839" y="655444"/>
                  </a:lnTo>
                  <a:lnTo>
                    <a:pt x="1238768" y="656129"/>
                  </a:lnTo>
                  <a:lnTo>
                    <a:pt x="1237696" y="656813"/>
                  </a:lnTo>
                  <a:lnTo>
                    <a:pt x="1236625" y="657496"/>
                  </a:lnTo>
                  <a:lnTo>
                    <a:pt x="1235553" y="658178"/>
                  </a:lnTo>
                  <a:lnTo>
                    <a:pt x="1234481" y="658859"/>
                  </a:lnTo>
                  <a:lnTo>
                    <a:pt x="1233410" y="659539"/>
                  </a:lnTo>
                  <a:lnTo>
                    <a:pt x="1232338" y="660219"/>
                  </a:lnTo>
                  <a:lnTo>
                    <a:pt x="1231267" y="660898"/>
                  </a:lnTo>
                  <a:lnTo>
                    <a:pt x="1230195" y="661576"/>
                  </a:lnTo>
                  <a:lnTo>
                    <a:pt x="1229123" y="662253"/>
                  </a:lnTo>
                  <a:lnTo>
                    <a:pt x="1228052" y="662929"/>
                  </a:lnTo>
                  <a:lnTo>
                    <a:pt x="1226980" y="663604"/>
                  </a:lnTo>
                  <a:lnTo>
                    <a:pt x="1225909" y="664279"/>
                  </a:lnTo>
                  <a:lnTo>
                    <a:pt x="1224837" y="664952"/>
                  </a:lnTo>
                  <a:lnTo>
                    <a:pt x="1223765" y="665625"/>
                  </a:lnTo>
                  <a:lnTo>
                    <a:pt x="1222694" y="666297"/>
                  </a:lnTo>
                  <a:lnTo>
                    <a:pt x="1221622" y="666968"/>
                  </a:lnTo>
                  <a:lnTo>
                    <a:pt x="1220551" y="667639"/>
                  </a:lnTo>
                  <a:lnTo>
                    <a:pt x="1219479" y="668308"/>
                  </a:lnTo>
                  <a:lnTo>
                    <a:pt x="1218407" y="668977"/>
                  </a:lnTo>
                  <a:lnTo>
                    <a:pt x="1217336" y="669644"/>
                  </a:lnTo>
                  <a:lnTo>
                    <a:pt x="1216264" y="670311"/>
                  </a:lnTo>
                  <a:lnTo>
                    <a:pt x="1215193" y="670977"/>
                  </a:lnTo>
                  <a:lnTo>
                    <a:pt x="1214121" y="671642"/>
                  </a:lnTo>
                  <a:lnTo>
                    <a:pt x="1213049" y="672306"/>
                  </a:lnTo>
                  <a:lnTo>
                    <a:pt x="1211978" y="672970"/>
                  </a:lnTo>
                  <a:lnTo>
                    <a:pt x="1210906" y="673632"/>
                  </a:lnTo>
                  <a:lnTo>
                    <a:pt x="1209835" y="674294"/>
                  </a:lnTo>
                  <a:lnTo>
                    <a:pt x="1208763" y="674955"/>
                  </a:lnTo>
                  <a:lnTo>
                    <a:pt x="1207691" y="675615"/>
                  </a:lnTo>
                  <a:lnTo>
                    <a:pt x="1206620" y="676274"/>
                  </a:lnTo>
                  <a:lnTo>
                    <a:pt x="1205548" y="676932"/>
                  </a:lnTo>
                  <a:lnTo>
                    <a:pt x="1204477" y="677589"/>
                  </a:lnTo>
                  <a:lnTo>
                    <a:pt x="1203405" y="678245"/>
                  </a:lnTo>
                  <a:lnTo>
                    <a:pt x="1202333" y="678901"/>
                  </a:lnTo>
                  <a:lnTo>
                    <a:pt x="1201262" y="679555"/>
                  </a:lnTo>
                  <a:lnTo>
                    <a:pt x="1200190" y="680209"/>
                  </a:lnTo>
                  <a:lnTo>
                    <a:pt x="1199119" y="680862"/>
                  </a:lnTo>
                  <a:lnTo>
                    <a:pt x="1198047" y="681514"/>
                  </a:lnTo>
                  <a:lnTo>
                    <a:pt x="1196975" y="682165"/>
                  </a:lnTo>
                  <a:lnTo>
                    <a:pt x="1195904" y="682815"/>
                  </a:lnTo>
                  <a:lnTo>
                    <a:pt x="1194832" y="683464"/>
                  </a:lnTo>
                  <a:lnTo>
                    <a:pt x="1193761" y="684113"/>
                  </a:lnTo>
                  <a:lnTo>
                    <a:pt x="1192689" y="684760"/>
                  </a:lnTo>
                  <a:lnTo>
                    <a:pt x="1191617" y="685407"/>
                  </a:lnTo>
                  <a:lnTo>
                    <a:pt x="1190546" y="686052"/>
                  </a:lnTo>
                  <a:lnTo>
                    <a:pt x="1189474" y="686697"/>
                  </a:lnTo>
                  <a:lnTo>
                    <a:pt x="1188403" y="687341"/>
                  </a:lnTo>
                  <a:lnTo>
                    <a:pt x="1187331" y="687984"/>
                  </a:lnTo>
                  <a:lnTo>
                    <a:pt x="1186259" y="688626"/>
                  </a:lnTo>
                  <a:lnTo>
                    <a:pt x="1185188" y="689267"/>
                  </a:lnTo>
                  <a:lnTo>
                    <a:pt x="1184116" y="689907"/>
                  </a:lnTo>
                  <a:lnTo>
                    <a:pt x="1183045" y="690547"/>
                  </a:lnTo>
                  <a:lnTo>
                    <a:pt x="1181973" y="691185"/>
                  </a:lnTo>
                  <a:lnTo>
                    <a:pt x="1180901" y="691823"/>
                  </a:lnTo>
                  <a:lnTo>
                    <a:pt x="1179830" y="692459"/>
                  </a:lnTo>
                  <a:lnTo>
                    <a:pt x="1178758" y="693095"/>
                  </a:lnTo>
                  <a:lnTo>
                    <a:pt x="1177687" y="693730"/>
                  </a:lnTo>
                  <a:lnTo>
                    <a:pt x="1176615" y="694363"/>
                  </a:lnTo>
                  <a:lnTo>
                    <a:pt x="1175543" y="694996"/>
                  </a:lnTo>
                  <a:lnTo>
                    <a:pt x="1174472" y="695628"/>
                  </a:lnTo>
                  <a:lnTo>
                    <a:pt x="1173400" y="696259"/>
                  </a:lnTo>
                  <a:lnTo>
                    <a:pt x="1172329" y="696890"/>
                  </a:lnTo>
                  <a:lnTo>
                    <a:pt x="1171257" y="697519"/>
                  </a:lnTo>
                  <a:lnTo>
                    <a:pt x="1170185" y="698147"/>
                  </a:lnTo>
                  <a:lnTo>
                    <a:pt x="1169114" y="698774"/>
                  </a:lnTo>
                  <a:lnTo>
                    <a:pt x="1168042" y="699401"/>
                  </a:lnTo>
                  <a:lnTo>
                    <a:pt x="1166971" y="700026"/>
                  </a:lnTo>
                  <a:lnTo>
                    <a:pt x="1165899" y="700651"/>
                  </a:lnTo>
                  <a:lnTo>
                    <a:pt x="1164827" y="701274"/>
                  </a:lnTo>
                  <a:lnTo>
                    <a:pt x="1163756" y="701897"/>
                  </a:lnTo>
                  <a:lnTo>
                    <a:pt x="1162684" y="702519"/>
                  </a:lnTo>
                  <a:lnTo>
                    <a:pt x="1161613" y="703140"/>
                  </a:lnTo>
                  <a:lnTo>
                    <a:pt x="1160541" y="703760"/>
                  </a:lnTo>
                  <a:lnTo>
                    <a:pt x="1159469" y="704379"/>
                  </a:lnTo>
                  <a:lnTo>
                    <a:pt x="1158398" y="704997"/>
                  </a:lnTo>
                  <a:lnTo>
                    <a:pt x="1157326" y="705614"/>
                  </a:lnTo>
                  <a:lnTo>
                    <a:pt x="1156255" y="706230"/>
                  </a:lnTo>
                  <a:lnTo>
                    <a:pt x="1155183" y="706845"/>
                  </a:lnTo>
                  <a:lnTo>
                    <a:pt x="1154111" y="707459"/>
                  </a:lnTo>
                  <a:lnTo>
                    <a:pt x="1153040" y="708072"/>
                  </a:lnTo>
                  <a:lnTo>
                    <a:pt x="1151968" y="708685"/>
                  </a:lnTo>
                  <a:lnTo>
                    <a:pt x="1150897" y="709296"/>
                  </a:lnTo>
                  <a:lnTo>
                    <a:pt x="1149825" y="709906"/>
                  </a:lnTo>
                  <a:lnTo>
                    <a:pt x="1148753" y="710516"/>
                  </a:lnTo>
                  <a:lnTo>
                    <a:pt x="1147682" y="711124"/>
                  </a:lnTo>
                  <a:lnTo>
                    <a:pt x="1146610" y="711732"/>
                  </a:lnTo>
                  <a:lnTo>
                    <a:pt x="1145539" y="712339"/>
                  </a:lnTo>
                  <a:lnTo>
                    <a:pt x="1144467" y="712944"/>
                  </a:lnTo>
                  <a:lnTo>
                    <a:pt x="1143395" y="713549"/>
                  </a:lnTo>
                  <a:lnTo>
                    <a:pt x="1142324" y="714153"/>
                  </a:lnTo>
                  <a:lnTo>
                    <a:pt x="1141252" y="714755"/>
                  </a:lnTo>
                  <a:lnTo>
                    <a:pt x="1140181" y="715357"/>
                  </a:lnTo>
                  <a:lnTo>
                    <a:pt x="1139109" y="715958"/>
                  </a:lnTo>
                  <a:lnTo>
                    <a:pt x="1138037" y="716558"/>
                  </a:lnTo>
                  <a:lnTo>
                    <a:pt x="1136966" y="717157"/>
                  </a:lnTo>
                  <a:lnTo>
                    <a:pt x="1135894" y="717755"/>
                  </a:lnTo>
                  <a:lnTo>
                    <a:pt x="1134823" y="718352"/>
                  </a:lnTo>
                  <a:lnTo>
                    <a:pt x="1133751" y="718948"/>
                  </a:lnTo>
                  <a:lnTo>
                    <a:pt x="1132679" y="719543"/>
                  </a:lnTo>
                  <a:lnTo>
                    <a:pt x="1131608" y="720137"/>
                  </a:lnTo>
                  <a:lnTo>
                    <a:pt x="1130536" y="720730"/>
                  </a:lnTo>
                  <a:lnTo>
                    <a:pt x="1129465" y="721322"/>
                  </a:lnTo>
                  <a:lnTo>
                    <a:pt x="1128393" y="721913"/>
                  </a:lnTo>
                  <a:lnTo>
                    <a:pt x="1127321" y="722503"/>
                  </a:lnTo>
                  <a:lnTo>
                    <a:pt x="1126250" y="723093"/>
                  </a:lnTo>
                  <a:lnTo>
                    <a:pt x="1125178" y="723681"/>
                  </a:lnTo>
                  <a:lnTo>
                    <a:pt x="1124107" y="724268"/>
                  </a:lnTo>
                  <a:lnTo>
                    <a:pt x="1123035" y="724854"/>
                  </a:lnTo>
                  <a:lnTo>
                    <a:pt x="1121963" y="725440"/>
                  </a:lnTo>
                  <a:lnTo>
                    <a:pt x="1120892" y="726024"/>
                  </a:lnTo>
                  <a:lnTo>
                    <a:pt x="1119820" y="726607"/>
                  </a:lnTo>
                  <a:lnTo>
                    <a:pt x="1118749" y="727190"/>
                  </a:lnTo>
                  <a:lnTo>
                    <a:pt x="1117677" y="727771"/>
                  </a:lnTo>
                  <a:lnTo>
                    <a:pt x="1116605" y="728352"/>
                  </a:lnTo>
                  <a:lnTo>
                    <a:pt x="1115534" y="728932"/>
                  </a:lnTo>
                  <a:lnTo>
                    <a:pt x="1114462" y="729510"/>
                  </a:lnTo>
                  <a:lnTo>
                    <a:pt x="1113391" y="730088"/>
                  </a:lnTo>
                  <a:lnTo>
                    <a:pt x="1112319" y="730665"/>
                  </a:lnTo>
                  <a:lnTo>
                    <a:pt x="1111247" y="731240"/>
                  </a:lnTo>
                  <a:lnTo>
                    <a:pt x="1110176" y="731815"/>
                  </a:lnTo>
                  <a:lnTo>
                    <a:pt x="1109104" y="732389"/>
                  </a:lnTo>
                  <a:lnTo>
                    <a:pt x="1108033" y="732962"/>
                  </a:lnTo>
                  <a:lnTo>
                    <a:pt x="1106961" y="733535"/>
                  </a:lnTo>
                  <a:lnTo>
                    <a:pt x="1105889" y="734106"/>
                  </a:lnTo>
                  <a:lnTo>
                    <a:pt x="1104818" y="734676"/>
                  </a:lnTo>
                  <a:lnTo>
                    <a:pt x="1103746" y="735245"/>
                  </a:lnTo>
                  <a:lnTo>
                    <a:pt x="1102675" y="735814"/>
                  </a:lnTo>
                  <a:lnTo>
                    <a:pt x="1101603" y="736381"/>
                  </a:lnTo>
                  <a:lnTo>
                    <a:pt x="1100531" y="736948"/>
                  </a:lnTo>
                  <a:lnTo>
                    <a:pt x="1099460" y="737514"/>
                  </a:lnTo>
                  <a:lnTo>
                    <a:pt x="1098388" y="738078"/>
                  </a:lnTo>
                  <a:lnTo>
                    <a:pt x="1097317" y="738642"/>
                  </a:lnTo>
                  <a:lnTo>
                    <a:pt x="1096245" y="739205"/>
                  </a:lnTo>
                  <a:lnTo>
                    <a:pt x="1095173" y="739768"/>
                  </a:lnTo>
                  <a:lnTo>
                    <a:pt x="1094102" y="740329"/>
                  </a:lnTo>
                  <a:lnTo>
                    <a:pt x="1093030" y="740889"/>
                  </a:lnTo>
                  <a:lnTo>
                    <a:pt x="1091959" y="741449"/>
                  </a:lnTo>
                  <a:lnTo>
                    <a:pt x="1090887" y="742007"/>
                  </a:lnTo>
                  <a:lnTo>
                    <a:pt x="1089815" y="742565"/>
                  </a:lnTo>
                  <a:lnTo>
                    <a:pt x="1088744" y="743122"/>
                  </a:lnTo>
                  <a:lnTo>
                    <a:pt x="1087672" y="743678"/>
                  </a:lnTo>
                  <a:lnTo>
                    <a:pt x="1086601" y="744233"/>
                  </a:lnTo>
                  <a:lnTo>
                    <a:pt x="1085529" y="744787"/>
                  </a:lnTo>
                  <a:lnTo>
                    <a:pt x="1084457" y="745340"/>
                  </a:lnTo>
                  <a:lnTo>
                    <a:pt x="1083386" y="745893"/>
                  </a:lnTo>
                  <a:lnTo>
                    <a:pt x="1082314" y="746445"/>
                  </a:lnTo>
                  <a:lnTo>
                    <a:pt x="1081243" y="746995"/>
                  </a:lnTo>
                  <a:lnTo>
                    <a:pt x="1080171" y="747545"/>
                  </a:lnTo>
                  <a:lnTo>
                    <a:pt x="1079099" y="748094"/>
                  </a:lnTo>
                  <a:lnTo>
                    <a:pt x="1078028" y="748643"/>
                  </a:lnTo>
                  <a:lnTo>
                    <a:pt x="1076956" y="749190"/>
                  </a:lnTo>
                  <a:lnTo>
                    <a:pt x="1075885" y="749737"/>
                  </a:lnTo>
                  <a:lnTo>
                    <a:pt x="1074813" y="750282"/>
                  </a:lnTo>
                  <a:lnTo>
                    <a:pt x="1073741" y="750827"/>
                  </a:lnTo>
                  <a:lnTo>
                    <a:pt x="1072670" y="751371"/>
                  </a:lnTo>
                  <a:lnTo>
                    <a:pt x="1071598" y="751915"/>
                  </a:lnTo>
                  <a:lnTo>
                    <a:pt x="1070527" y="752457"/>
                  </a:lnTo>
                  <a:lnTo>
                    <a:pt x="1069455" y="752999"/>
                  </a:lnTo>
                  <a:lnTo>
                    <a:pt x="1068383" y="753539"/>
                  </a:lnTo>
                  <a:lnTo>
                    <a:pt x="1067312" y="754079"/>
                  </a:lnTo>
                  <a:lnTo>
                    <a:pt x="1066240" y="754618"/>
                  </a:lnTo>
                  <a:lnTo>
                    <a:pt x="1065169" y="755157"/>
                  </a:lnTo>
                  <a:lnTo>
                    <a:pt x="1064097" y="755694"/>
                  </a:lnTo>
                  <a:lnTo>
                    <a:pt x="1063026" y="756231"/>
                  </a:lnTo>
                  <a:lnTo>
                    <a:pt x="1061954" y="756767"/>
                  </a:lnTo>
                  <a:lnTo>
                    <a:pt x="1060882" y="757302"/>
                  </a:lnTo>
                  <a:lnTo>
                    <a:pt x="1059811" y="757836"/>
                  </a:lnTo>
                  <a:lnTo>
                    <a:pt x="1058739" y="758370"/>
                  </a:lnTo>
                  <a:lnTo>
                    <a:pt x="1057668" y="758902"/>
                  </a:lnTo>
                  <a:lnTo>
                    <a:pt x="1056596" y="759434"/>
                  </a:lnTo>
                  <a:lnTo>
                    <a:pt x="1055524" y="759965"/>
                  </a:lnTo>
                  <a:lnTo>
                    <a:pt x="1054453" y="760496"/>
                  </a:lnTo>
                  <a:lnTo>
                    <a:pt x="1053381" y="761025"/>
                  </a:lnTo>
                  <a:lnTo>
                    <a:pt x="1052310" y="761554"/>
                  </a:lnTo>
                  <a:lnTo>
                    <a:pt x="1051238" y="762082"/>
                  </a:lnTo>
                  <a:lnTo>
                    <a:pt x="1050166" y="762609"/>
                  </a:lnTo>
                  <a:lnTo>
                    <a:pt x="1049095" y="763136"/>
                  </a:lnTo>
                  <a:lnTo>
                    <a:pt x="1048023" y="763661"/>
                  </a:lnTo>
                  <a:lnTo>
                    <a:pt x="1046952" y="764186"/>
                  </a:lnTo>
                  <a:lnTo>
                    <a:pt x="1045880" y="764711"/>
                  </a:lnTo>
                  <a:lnTo>
                    <a:pt x="1044808" y="765234"/>
                  </a:lnTo>
                  <a:lnTo>
                    <a:pt x="1043737" y="765757"/>
                  </a:lnTo>
                  <a:lnTo>
                    <a:pt x="1042665" y="766279"/>
                  </a:lnTo>
                  <a:lnTo>
                    <a:pt x="1041594" y="766800"/>
                  </a:lnTo>
                  <a:lnTo>
                    <a:pt x="1040522" y="767320"/>
                  </a:lnTo>
                  <a:lnTo>
                    <a:pt x="1039450" y="767840"/>
                  </a:lnTo>
                  <a:lnTo>
                    <a:pt x="1038379" y="768359"/>
                  </a:lnTo>
                  <a:lnTo>
                    <a:pt x="1037307" y="768877"/>
                  </a:lnTo>
                  <a:lnTo>
                    <a:pt x="1036236" y="769394"/>
                  </a:lnTo>
                  <a:lnTo>
                    <a:pt x="1035164" y="769911"/>
                  </a:lnTo>
                  <a:lnTo>
                    <a:pt x="1034092" y="770427"/>
                  </a:lnTo>
                  <a:lnTo>
                    <a:pt x="1033021" y="770942"/>
                  </a:lnTo>
                  <a:lnTo>
                    <a:pt x="1031949" y="771457"/>
                  </a:lnTo>
                  <a:lnTo>
                    <a:pt x="1030878" y="771971"/>
                  </a:lnTo>
                  <a:lnTo>
                    <a:pt x="1029806" y="772484"/>
                  </a:lnTo>
                  <a:lnTo>
                    <a:pt x="1028734" y="772996"/>
                  </a:lnTo>
                  <a:lnTo>
                    <a:pt x="1027663" y="773508"/>
                  </a:lnTo>
                  <a:lnTo>
                    <a:pt x="1026591" y="774019"/>
                  </a:lnTo>
                  <a:lnTo>
                    <a:pt x="1025520" y="774529"/>
                  </a:lnTo>
                  <a:lnTo>
                    <a:pt x="1024448" y="775038"/>
                  </a:lnTo>
                  <a:lnTo>
                    <a:pt x="1023376" y="775547"/>
                  </a:lnTo>
                  <a:lnTo>
                    <a:pt x="1022305" y="776055"/>
                  </a:lnTo>
                  <a:lnTo>
                    <a:pt x="1021233" y="776563"/>
                  </a:lnTo>
                  <a:lnTo>
                    <a:pt x="1020162" y="777070"/>
                  </a:lnTo>
                  <a:lnTo>
                    <a:pt x="1019090" y="777576"/>
                  </a:lnTo>
                  <a:lnTo>
                    <a:pt x="1018018" y="778081"/>
                  </a:lnTo>
                  <a:lnTo>
                    <a:pt x="1016947" y="778586"/>
                  </a:lnTo>
                  <a:lnTo>
                    <a:pt x="1015875" y="779090"/>
                  </a:lnTo>
                  <a:lnTo>
                    <a:pt x="1014804" y="779593"/>
                  </a:lnTo>
                  <a:lnTo>
                    <a:pt x="1013732" y="780095"/>
                  </a:lnTo>
                  <a:lnTo>
                    <a:pt x="1012660" y="780597"/>
                  </a:lnTo>
                  <a:lnTo>
                    <a:pt x="1011589" y="781099"/>
                  </a:lnTo>
                  <a:lnTo>
                    <a:pt x="1010517" y="781599"/>
                  </a:lnTo>
                  <a:lnTo>
                    <a:pt x="1009446" y="782099"/>
                  </a:lnTo>
                  <a:lnTo>
                    <a:pt x="1008374" y="782599"/>
                  </a:lnTo>
                  <a:lnTo>
                    <a:pt x="1007302" y="783097"/>
                  </a:lnTo>
                  <a:lnTo>
                    <a:pt x="1006231" y="783595"/>
                  </a:lnTo>
                  <a:lnTo>
                    <a:pt x="1005159" y="784092"/>
                  </a:lnTo>
                  <a:lnTo>
                    <a:pt x="1004088" y="784589"/>
                  </a:lnTo>
                  <a:lnTo>
                    <a:pt x="1003016" y="785085"/>
                  </a:lnTo>
                  <a:lnTo>
                    <a:pt x="1001944" y="785580"/>
                  </a:lnTo>
                  <a:lnTo>
                    <a:pt x="1000873" y="786075"/>
                  </a:lnTo>
                  <a:lnTo>
                    <a:pt x="999801" y="786569"/>
                  </a:lnTo>
                  <a:lnTo>
                    <a:pt x="998730" y="787063"/>
                  </a:lnTo>
                  <a:lnTo>
                    <a:pt x="997658" y="787555"/>
                  </a:lnTo>
                  <a:lnTo>
                    <a:pt x="996586" y="788047"/>
                  </a:lnTo>
                  <a:lnTo>
                    <a:pt x="995515" y="788539"/>
                  </a:lnTo>
                  <a:lnTo>
                    <a:pt x="994443" y="789030"/>
                  </a:lnTo>
                  <a:lnTo>
                    <a:pt x="993372" y="789520"/>
                  </a:lnTo>
                  <a:lnTo>
                    <a:pt x="992300" y="790010"/>
                  </a:lnTo>
                  <a:lnTo>
                    <a:pt x="991228" y="790499"/>
                  </a:lnTo>
                  <a:lnTo>
                    <a:pt x="990157" y="790987"/>
                  </a:lnTo>
                  <a:lnTo>
                    <a:pt x="989085" y="791475"/>
                  </a:lnTo>
                  <a:lnTo>
                    <a:pt x="988014" y="791962"/>
                  </a:lnTo>
                  <a:lnTo>
                    <a:pt x="986942" y="792449"/>
                  </a:lnTo>
                  <a:lnTo>
                    <a:pt x="985870" y="792935"/>
                  </a:lnTo>
                  <a:lnTo>
                    <a:pt x="984799" y="793420"/>
                  </a:lnTo>
                  <a:lnTo>
                    <a:pt x="983727" y="793905"/>
                  </a:lnTo>
                  <a:lnTo>
                    <a:pt x="982656" y="794389"/>
                  </a:lnTo>
                  <a:lnTo>
                    <a:pt x="981584" y="794872"/>
                  </a:lnTo>
                  <a:lnTo>
                    <a:pt x="980512" y="795355"/>
                  </a:lnTo>
                  <a:lnTo>
                    <a:pt x="979441" y="795838"/>
                  </a:lnTo>
                  <a:lnTo>
                    <a:pt x="978369" y="796320"/>
                  </a:lnTo>
                  <a:lnTo>
                    <a:pt x="977298" y="796801"/>
                  </a:lnTo>
                  <a:lnTo>
                    <a:pt x="976226" y="797281"/>
                  </a:lnTo>
                  <a:lnTo>
                    <a:pt x="975154" y="797761"/>
                  </a:lnTo>
                  <a:lnTo>
                    <a:pt x="974083" y="798241"/>
                  </a:lnTo>
                  <a:lnTo>
                    <a:pt x="973011" y="798720"/>
                  </a:lnTo>
                  <a:lnTo>
                    <a:pt x="971940" y="799198"/>
                  </a:lnTo>
                  <a:lnTo>
                    <a:pt x="970868" y="799676"/>
                  </a:lnTo>
                  <a:lnTo>
                    <a:pt x="969796" y="800153"/>
                  </a:lnTo>
                  <a:lnTo>
                    <a:pt x="968725" y="800630"/>
                  </a:lnTo>
                  <a:lnTo>
                    <a:pt x="967653" y="801106"/>
                  </a:lnTo>
                  <a:lnTo>
                    <a:pt x="966582" y="801581"/>
                  </a:lnTo>
                  <a:lnTo>
                    <a:pt x="965510" y="802056"/>
                  </a:lnTo>
                  <a:lnTo>
                    <a:pt x="964438" y="802530"/>
                  </a:lnTo>
                  <a:lnTo>
                    <a:pt x="963367" y="803004"/>
                  </a:lnTo>
                  <a:lnTo>
                    <a:pt x="962295" y="803477"/>
                  </a:lnTo>
                  <a:lnTo>
                    <a:pt x="961224" y="803950"/>
                  </a:lnTo>
                  <a:lnTo>
                    <a:pt x="960152" y="804422"/>
                  </a:lnTo>
                  <a:lnTo>
                    <a:pt x="959080" y="804894"/>
                  </a:lnTo>
                  <a:lnTo>
                    <a:pt x="958009" y="805365"/>
                  </a:lnTo>
                  <a:lnTo>
                    <a:pt x="956937" y="805836"/>
                  </a:lnTo>
                  <a:lnTo>
                    <a:pt x="955866" y="806306"/>
                  </a:lnTo>
                  <a:lnTo>
                    <a:pt x="954794" y="806775"/>
                  </a:lnTo>
                  <a:lnTo>
                    <a:pt x="953722" y="807244"/>
                  </a:lnTo>
                  <a:lnTo>
                    <a:pt x="952651" y="807713"/>
                  </a:lnTo>
                  <a:lnTo>
                    <a:pt x="951579" y="808181"/>
                  </a:lnTo>
                  <a:lnTo>
                    <a:pt x="950508" y="808648"/>
                  </a:lnTo>
                  <a:lnTo>
                    <a:pt x="949436" y="809115"/>
                  </a:lnTo>
                  <a:lnTo>
                    <a:pt x="948364" y="809582"/>
                  </a:lnTo>
                  <a:lnTo>
                    <a:pt x="947293" y="810047"/>
                  </a:lnTo>
                  <a:lnTo>
                    <a:pt x="946221" y="810513"/>
                  </a:lnTo>
                  <a:lnTo>
                    <a:pt x="945150" y="810978"/>
                  </a:lnTo>
                  <a:lnTo>
                    <a:pt x="944078" y="811442"/>
                  </a:lnTo>
                  <a:lnTo>
                    <a:pt x="943006" y="811906"/>
                  </a:lnTo>
                  <a:lnTo>
                    <a:pt x="941935" y="812369"/>
                  </a:lnTo>
                  <a:lnTo>
                    <a:pt x="940863" y="812832"/>
                  </a:lnTo>
                  <a:lnTo>
                    <a:pt x="939792" y="813295"/>
                  </a:lnTo>
                  <a:lnTo>
                    <a:pt x="938720" y="813757"/>
                  </a:lnTo>
                  <a:lnTo>
                    <a:pt x="937648" y="814218"/>
                  </a:lnTo>
                  <a:lnTo>
                    <a:pt x="936577" y="814679"/>
                  </a:lnTo>
                  <a:lnTo>
                    <a:pt x="935505" y="815139"/>
                  </a:lnTo>
                  <a:lnTo>
                    <a:pt x="934434" y="815599"/>
                  </a:lnTo>
                  <a:lnTo>
                    <a:pt x="933362" y="816059"/>
                  </a:lnTo>
                  <a:lnTo>
                    <a:pt x="932290" y="816518"/>
                  </a:lnTo>
                  <a:lnTo>
                    <a:pt x="931219" y="816977"/>
                  </a:lnTo>
                  <a:lnTo>
                    <a:pt x="930147" y="817435"/>
                  </a:lnTo>
                  <a:lnTo>
                    <a:pt x="929076" y="817892"/>
                  </a:lnTo>
                  <a:lnTo>
                    <a:pt x="928004" y="818350"/>
                  </a:lnTo>
                  <a:lnTo>
                    <a:pt x="926932" y="818806"/>
                  </a:lnTo>
                  <a:lnTo>
                    <a:pt x="925861" y="819263"/>
                  </a:lnTo>
                  <a:lnTo>
                    <a:pt x="924789" y="819718"/>
                  </a:lnTo>
                  <a:lnTo>
                    <a:pt x="923718" y="820174"/>
                  </a:lnTo>
                  <a:lnTo>
                    <a:pt x="922646" y="820629"/>
                  </a:lnTo>
                  <a:lnTo>
                    <a:pt x="921574" y="821083"/>
                  </a:lnTo>
                  <a:lnTo>
                    <a:pt x="920503" y="821537"/>
                  </a:lnTo>
                  <a:lnTo>
                    <a:pt x="919431" y="821991"/>
                  </a:lnTo>
                  <a:lnTo>
                    <a:pt x="918360" y="822444"/>
                  </a:lnTo>
                  <a:lnTo>
                    <a:pt x="917288" y="822896"/>
                  </a:lnTo>
                  <a:lnTo>
                    <a:pt x="916216" y="823349"/>
                  </a:lnTo>
                  <a:lnTo>
                    <a:pt x="915145" y="823801"/>
                  </a:lnTo>
                  <a:lnTo>
                    <a:pt x="914073" y="824252"/>
                  </a:lnTo>
                  <a:lnTo>
                    <a:pt x="913002" y="824703"/>
                  </a:lnTo>
                  <a:lnTo>
                    <a:pt x="911930" y="825154"/>
                  </a:lnTo>
                  <a:lnTo>
                    <a:pt x="910858" y="825604"/>
                  </a:lnTo>
                  <a:lnTo>
                    <a:pt x="909787" y="826053"/>
                  </a:lnTo>
                  <a:lnTo>
                    <a:pt x="908715" y="826503"/>
                  </a:lnTo>
                  <a:lnTo>
                    <a:pt x="907644" y="826952"/>
                  </a:lnTo>
                  <a:lnTo>
                    <a:pt x="906572" y="827400"/>
                  </a:lnTo>
                  <a:lnTo>
                    <a:pt x="905500" y="827848"/>
                  </a:lnTo>
                  <a:lnTo>
                    <a:pt x="904429" y="828296"/>
                  </a:lnTo>
                  <a:lnTo>
                    <a:pt x="903357" y="828743"/>
                  </a:lnTo>
                  <a:lnTo>
                    <a:pt x="902286" y="829190"/>
                  </a:lnTo>
                  <a:lnTo>
                    <a:pt x="901214" y="829637"/>
                  </a:lnTo>
                  <a:lnTo>
                    <a:pt x="900142" y="830083"/>
                  </a:lnTo>
                  <a:lnTo>
                    <a:pt x="899071" y="830528"/>
                  </a:lnTo>
                  <a:lnTo>
                    <a:pt x="897999" y="830974"/>
                  </a:lnTo>
                  <a:lnTo>
                    <a:pt x="896928" y="831419"/>
                  </a:lnTo>
                  <a:lnTo>
                    <a:pt x="895856" y="831863"/>
                  </a:lnTo>
                  <a:lnTo>
                    <a:pt x="894784" y="832307"/>
                  </a:lnTo>
                  <a:lnTo>
                    <a:pt x="893713" y="832751"/>
                  </a:lnTo>
                  <a:lnTo>
                    <a:pt x="892641" y="833195"/>
                  </a:lnTo>
                  <a:lnTo>
                    <a:pt x="891570" y="833638"/>
                  </a:lnTo>
                  <a:lnTo>
                    <a:pt x="890498" y="834080"/>
                  </a:lnTo>
                  <a:lnTo>
                    <a:pt x="889426" y="834523"/>
                  </a:lnTo>
                  <a:lnTo>
                    <a:pt x="888355" y="834964"/>
                  </a:lnTo>
                  <a:lnTo>
                    <a:pt x="887283" y="835406"/>
                  </a:lnTo>
                  <a:lnTo>
                    <a:pt x="886212" y="835847"/>
                  </a:lnTo>
                  <a:lnTo>
                    <a:pt x="885140" y="836288"/>
                  </a:lnTo>
                  <a:lnTo>
                    <a:pt x="884069" y="836729"/>
                  </a:lnTo>
                  <a:lnTo>
                    <a:pt x="882997" y="837169"/>
                  </a:lnTo>
                  <a:lnTo>
                    <a:pt x="881925" y="837609"/>
                  </a:lnTo>
                  <a:lnTo>
                    <a:pt x="880854" y="838048"/>
                  </a:lnTo>
                  <a:lnTo>
                    <a:pt x="879782" y="838487"/>
                  </a:lnTo>
                  <a:lnTo>
                    <a:pt x="878711" y="838926"/>
                  </a:lnTo>
                  <a:lnTo>
                    <a:pt x="877639" y="839364"/>
                  </a:lnTo>
                  <a:lnTo>
                    <a:pt x="876567" y="839802"/>
                  </a:lnTo>
                  <a:lnTo>
                    <a:pt x="875496" y="840240"/>
                  </a:lnTo>
                  <a:lnTo>
                    <a:pt x="874424" y="840678"/>
                  </a:lnTo>
                  <a:lnTo>
                    <a:pt x="873353" y="841115"/>
                  </a:lnTo>
                  <a:lnTo>
                    <a:pt x="872281" y="841552"/>
                  </a:lnTo>
                  <a:lnTo>
                    <a:pt x="871209" y="841988"/>
                  </a:lnTo>
                  <a:lnTo>
                    <a:pt x="870138" y="842424"/>
                  </a:lnTo>
                  <a:lnTo>
                    <a:pt x="869066" y="842860"/>
                  </a:lnTo>
                  <a:lnTo>
                    <a:pt x="867995" y="843295"/>
                  </a:lnTo>
                  <a:lnTo>
                    <a:pt x="866923" y="843731"/>
                  </a:lnTo>
                  <a:lnTo>
                    <a:pt x="865851" y="844166"/>
                  </a:lnTo>
                  <a:lnTo>
                    <a:pt x="864780" y="844600"/>
                  </a:lnTo>
                  <a:lnTo>
                    <a:pt x="863708" y="845034"/>
                  </a:lnTo>
                  <a:lnTo>
                    <a:pt x="862637" y="845468"/>
                  </a:lnTo>
                  <a:lnTo>
                    <a:pt x="861565" y="845902"/>
                  </a:lnTo>
                  <a:lnTo>
                    <a:pt x="860493" y="846335"/>
                  </a:lnTo>
                  <a:lnTo>
                    <a:pt x="859422" y="846768"/>
                  </a:lnTo>
                  <a:lnTo>
                    <a:pt x="858350" y="847201"/>
                  </a:lnTo>
                  <a:lnTo>
                    <a:pt x="857279" y="847634"/>
                  </a:lnTo>
                  <a:lnTo>
                    <a:pt x="856207" y="848066"/>
                  </a:lnTo>
                  <a:lnTo>
                    <a:pt x="855135" y="848498"/>
                  </a:lnTo>
                  <a:lnTo>
                    <a:pt x="854064" y="848929"/>
                  </a:lnTo>
                  <a:lnTo>
                    <a:pt x="852992" y="849361"/>
                  </a:lnTo>
                  <a:lnTo>
                    <a:pt x="851921" y="849792"/>
                  </a:lnTo>
                  <a:lnTo>
                    <a:pt x="850849" y="850223"/>
                  </a:lnTo>
                  <a:lnTo>
                    <a:pt x="849777" y="850653"/>
                  </a:lnTo>
                  <a:lnTo>
                    <a:pt x="848706" y="851083"/>
                  </a:lnTo>
                  <a:lnTo>
                    <a:pt x="847634" y="851513"/>
                  </a:lnTo>
                  <a:lnTo>
                    <a:pt x="846563" y="851943"/>
                  </a:lnTo>
                  <a:lnTo>
                    <a:pt x="845491" y="852373"/>
                  </a:lnTo>
                  <a:lnTo>
                    <a:pt x="844419" y="852802"/>
                  </a:lnTo>
                  <a:lnTo>
                    <a:pt x="843348" y="853231"/>
                  </a:lnTo>
                  <a:lnTo>
                    <a:pt x="842276" y="853659"/>
                  </a:lnTo>
                  <a:lnTo>
                    <a:pt x="841205" y="854088"/>
                  </a:lnTo>
                  <a:lnTo>
                    <a:pt x="840133" y="854516"/>
                  </a:lnTo>
                  <a:lnTo>
                    <a:pt x="839061" y="854944"/>
                  </a:lnTo>
                  <a:lnTo>
                    <a:pt x="837990" y="855372"/>
                  </a:lnTo>
                  <a:lnTo>
                    <a:pt x="836918" y="855799"/>
                  </a:lnTo>
                  <a:lnTo>
                    <a:pt x="835847" y="856226"/>
                  </a:lnTo>
                  <a:lnTo>
                    <a:pt x="834775" y="856653"/>
                  </a:lnTo>
                  <a:lnTo>
                    <a:pt x="833703" y="857080"/>
                  </a:lnTo>
                  <a:lnTo>
                    <a:pt x="832632" y="857507"/>
                  </a:lnTo>
                  <a:lnTo>
                    <a:pt x="831560" y="857933"/>
                  </a:lnTo>
                  <a:lnTo>
                    <a:pt x="830489" y="858359"/>
                  </a:lnTo>
                  <a:lnTo>
                    <a:pt x="829417" y="858785"/>
                  </a:lnTo>
                  <a:lnTo>
                    <a:pt x="828345" y="859210"/>
                  </a:lnTo>
                  <a:lnTo>
                    <a:pt x="827274" y="859636"/>
                  </a:lnTo>
                  <a:lnTo>
                    <a:pt x="826202" y="860061"/>
                  </a:lnTo>
                  <a:lnTo>
                    <a:pt x="825131" y="860486"/>
                  </a:lnTo>
                  <a:lnTo>
                    <a:pt x="824059" y="860911"/>
                  </a:lnTo>
                  <a:lnTo>
                    <a:pt x="822987" y="861335"/>
                  </a:lnTo>
                  <a:lnTo>
                    <a:pt x="821916" y="861760"/>
                  </a:lnTo>
                  <a:lnTo>
                    <a:pt x="820844" y="862184"/>
                  </a:lnTo>
                  <a:lnTo>
                    <a:pt x="819773" y="862608"/>
                  </a:lnTo>
                  <a:lnTo>
                    <a:pt x="818701" y="863031"/>
                  </a:lnTo>
                  <a:lnTo>
                    <a:pt x="817629" y="863455"/>
                  </a:lnTo>
                  <a:lnTo>
                    <a:pt x="816558" y="863878"/>
                  </a:lnTo>
                  <a:lnTo>
                    <a:pt x="815486" y="864301"/>
                  </a:lnTo>
                  <a:lnTo>
                    <a:pt x="814415" y="864724"/>
                  </a:lnTo>
                  <a:lnTo>
                    <a:pt x="813343" y="865147"/>
                  </a:lnTo>
                  <a:lnTo>
                    <a:pt x="812271" y="865570"/>
                  </a:lnTo>
                  <a:lnTo>
                    <a:pt x="811200" y="865992"/>
                  </a:lnTo>
                  <a:lnTo>
                    <a:pt x="810128" y="866414"/>
                  </a:lnTo>
                  <a:lnTo>
                    <a:pt x="809057" y="866836"/>
                  </a:lnTo>
                  <a:lnTo>
                    <a:pt x="807985" y="867258"/>
                  </a:lnTo>
                  <a:lnTo>
                    <a:pt x="806913" y="867680"/>
                  </a:lnTo>
                  <a:lnTo>
                    <a:pt x="805842" y="868101"/>
                  </a:lnTo>
                  <a:lnTo>
                    <a:pt x="804770" y="868523"/>
                  </a:lnTo>
                  <a:lnTo>
                    <a:pt x="803699" y="868944"/>
                  </a:lnTo>
                  <a:lnTo>
                    <a:pt x="802627" y="869365"/>
                  </a:lnTo>
                  <a:lnTo>
                    <a:pt x="801555" y="869786"/>
                  </a:lnTo>
                  <a:lnTo>
                    <a:pt x="800484" y="870206"/>
                  </a:lnTo>
                  <a:lnTo>
                    <a:pt x="799412" y="870627"/>
                  </a:lnTo>
                  <a:lnTo>
                    <a:pt x="798341" y="871047"/>
                  </a:lnTo>
                  <a:lnTo>
                    <a:pt x="797269" y="871467"/>
                  </a:lnTo>
                  <a:lnTo>
                    <a:pt x="796197" y="871887"/>
                  </a:lnTo>
                  <a:lnTo>
                    <a:pt x="795126" y="872307"/>
                  </a:lnTo>
                  <a:lnTo>
                    <a:pt x="794054" y="872727"/>
                  </a:lnTo>
                  <a:lnTo>
                    <a:pt x="792983" y="873147"/>
                  </a:lnTo>
                  <a:lnTo>
                    <a:pt x="791911" y="873566"/>
                  </a:lnTo>
                  <a:lnTo>
                    <a:pt x="790839" y="873986"/>
                  </a:lnTo>
                  <a:lnTo>
                    <a:pt x="789768" y="874405"/>
                  </a:lnTo>
                  <a:lnTo>
                    <a:pt x="788696" y="874824"/>
                  </a:lnTo>
                  <a:lnTo>
                    <a:pt x="787625" y="875243"/>
                  </a:lnTo>
                  <a:lnTo>
                    <a:pt x="786553" y="875662"/>
                  </a:lnTo>
                  <a:lnTo>
                    <a:pt x="785481" y="876080"/>
                  </a:lnTo>
                  <a:lnTo>
                    <a:pt x="784410" y="876499"/>
                  </a:lnTo>
                  <a:lnTo>
                    <a:pt x="783338" y="876917"/>
                  </a:lnTo>
                  <a:lnTo>
                    <a:pt x="782267" y="877336"/>
                  </a:lnTo>
                  <a:lnTo>
                    <a:pt x="781195" y="877754"/>
                  </a:lnTo>
                  <a:lnTo>
                    <a:pt x="780123" y="878172"/>
                  </a:lnTo>
                  <a:lnTo>
                    <a:pt x="779052" y="878590"/>
                  </a:lnTo>
                  <a:lnTo>
                    <a:pt x="777980" y="879008"/>
                  </a:lnTo>
                  <a:lnTo>
                    <a:pt x="776909" y="879426"/>
                  </a:lnTo>
                  <a:lnTo>
                    <a:pt x="775837" y="879843"/>
                  </a:lnTo>
                  <a:lnTo>
                    <a:pt x="774765" y="880261"/>
                  </a:lnTo>
                  <a:lnTo>
                    <a:pt x="773694" y="880678"/>
                  </a:lnTo>
                  <a:lnTo>
                    <a:pt x="772622" y="881096"/>
                  </a:lnTo>
                  <a:lnTo>
                    <a:pt x="771551" y="881513"/>
                  </a:lnTo>
                  <a:lnTo>
                    <a:pt x="770479" y="881930"/>
                  </a:lnTo>
                  <a:lnTo>
                    <a:pt x="769407" y="882347"/>
                  </a:lnTo>
                  <a:lnTo>
                    <a:pt x="768336" y="882764"/>
                  </a:lnTo>
                  <a:lnTo>
                    <a:pt x="767264" y="883181"/>
                  </a:lnTo>
                  <a:lnTo>
                    <a:pt x="766193" y="883598"/>
                  </a:lnTo>
                  <a:lnTo>
                    <a:pt x="765121" y="884014"/>
                  </a:lnTo>
                  <a:lnTo>
                    <a:pt x="764049" y="884431"/>
                  </a:lnTo>
                  <a:lnTo>
                    <a:pt x="762978" y="884848"/>
                  </a:lnTo>
                  <a:lnTo>
                    <a:pt x="761906" y="885264"/>
                  </a:lnTo>
                  <a:lnTo>
                    <a:pt x="760835" y="885680"/>
                  </a:lnTo>
                  <a:lnTo>
                    <a:pt x="759763" y="886097"/>
                  </a:lnTo>
                  <a:lnTo>
                    <a:pt x="758691" y="886513"/>
                  </a:lnTo>
                  <a:lnTo>
                    <a:pt x="757620" y="886929"/>
                  </a:lnTo>
                  <a:lnTo>
                    <a:pt x="756548" y="887345"/>
                  </a:lnTo>
                  <a:lnTo>
                    <a:pt x="755477" y="887761"/>
                  </a:lnTo>
                  <a:lnTo>
                    <a:pt x="754405" y="888177"/>
                  </a:lnTo>
                  <a:lnTo>
                    <a:pt x="753333" y="888593"/>
                  </a:lnTo>
                  <a:lnTo>
                    <a:pt x="752262" y="889009"/>
                  </a:lnTo>
                  <a:lnTo>
                    <a:pt x="751190" y="889425"/>
                  </a:lnTo>
                  <a:lnTo>
                    <a:pt x="750119" y="889840"/>
                  </a:lnTo>
                  <a:lnTo>
                    <a:pt x="749047" y="890256"/>
                  </a:lnTo>
                  <a:lnTo>
                    <a:pt x="747975" y="890672"/>
                  </a:lnTo>
                  <a:lnTo>
                    <a:pt x="746904" y="891087"/>
                  </a:lnTo>
                  <a:lnTo>
                    <a:pt x="745832" y="891503"/>
                  </a:lnTo>
                  <a:lnTo>
                    <a:pt x="744761" y="891918"/>
                  </a:lnTo>
                  <a:lnTo>
                    <a:pt x="743689" y="892334"/>
                  </a:lnTo>
                  <a:lnTo>
                    <a:pt x="742617" y="892749"/>
                  </a:lnTo>
                  <a:lnTo>
                    <a:pt x="741546" y="893165"/>
                  </a:lnTo>
                  <a:lnTo>
                    <a:pt x="740474" y="893580"/>
                  </a:lnTo>
                  <a:lnTo>
                    <a:pt x="739403" y="893995"/>
                  </a:lnTo>
                  <a:lnTo>
                    <a:pt x="738331" y="894410"/>
                  </a:lnTo>
                  <a:lnTo>
                    <a:pt x="737259" y="894826"/>
                  </a:lnTo>
                  <a:lnTo>
                    <a:pt x="736188" y="895241"/>
                  </a:lnTo>
                  <a:lnTo>
                    <a:pt x="735116" y="895656"/>
                  </a:lnTo>
                  <a:lnTo>
                    <a:pt x="734045" y="896071"/>
                  </a:lnTo>
                  <a:lnTo>
                    <a:pt x="732973" y="896486"/>
                  </a:lnTo>
                  <a:lnTo>
                    <a:pt x="731901" y="896901"/>
                  </a:lnTo>
                  <a:lnTo>
                    <a:pt x="730830" y="897316"/>
                  </a:lnTo>
                  <a:lnTo>
                    <a:pt x="729758" y="897731"/>
                  </a:lnTo>
                  <a:lnTo>
                    <a:pt x="728687" y="898147"/>
                  </a:lnTo>
                  <a:lnTo>
                    <a:pt x="727615" y="898562"/>
                  </a:lnTo>
                  <a:lnTo>
                    <a:pt x="726543" y="898977"/>
                  </a:lnTo>
                  <a:lnTo>
                    <a:pt x="725472" y="899392"/>
                  </a:lnTo>
                  <a:lnTo>
                    <a:pt x="724400" y="899807"/>
                  </a:lnTo>
                  <a:lnTo>
                    <a:pt x="723329" y="900222"/>
                  </a:lnTo>
                  <a:lnTo>
                    <a:pt x="722257" y="900637"/>
                  </a:lnTo>
                  <a:lnTo>
                    <a:pt x="721185" y="901051"/>
                  </a:lnTo>
                  <a:lnTo>
                    <a:pt x="720114" y="901466"/>
                  </a:lnTo>
                  <a:lnTo>
                    <a:pt x="719042" y="901881"/>
                  </a:lnTo>
                  <a:lnTo>
                    <a:pt x="717971" y="902296"/>
                  </a:lnTo>
                  <a:lnTo>
                    <a:pt x="716899" y="902711"/>
                  </a:lnTo>
                  <a:lnTo>
                    <a:pt x="715827" y="903126"/>
                  </a:lnTo>
                  <a:lnTo>
                    <a:pt x="714756" y="903541"/>
                  </a:lnTo>
                  <a:lnTo>
                    <a:pt x="713684" y="903956"/>
                  </a:lnTo>
                  <a:lnTo>
                    <a:pt x="712613" y="904371"/>
                  </a:lnTo>
                  <a:lnTo>
                    <a:pt x="711541" y="904786"/>
                  </a:lnTo>
                  <a:lnTo>
                    <a:pt x="710469" y="905201"/>
                  </a:lnTo>
                  <a:lnTo>
                    <a:pt x="709398" y="905616"/>
                  </a:lnTo>
                  <a:lnTo>
                    <a:pt x="708326" y="906032"/>
                  </a:lnTo>
                  <a:lnTo>
                    <a:pt x="707255" y="906447"/>
                  </a:lnTo>
                  <a:lnTo>
                    <a:pt x="706183" y="906862"/>
                  </a:lnTo>
                  <a:lnTo>
                    <a:pt x="705112" y="907277"/>
                  </a:lnTo>
                  <a:lnTo>
                    <a:pt x="704040" y="907692"/>
                  </a:lnTo>
                  <a:lnTo>
                    <a:pt x="702968" y="908107"/>
                  </a:lnTo>
                  <a:lnTo>
                    <a:pt x="701897" y="908522"/>
                  </a:lnTo>
                  <a:lnTo>
                    <a:pt x="700825" y="908938"/>
                  </a:lnTo>
                  <a:lnTo>
                    <a:pt x="699754" y="909353"/>
                  </a:lnTo>
                  <a:lnTo>
                    <a:pt x="698682" y="909768"/>
                  </a:lnTo>
                  <a:lnTo>
                    <a:pt x="697610" y="910183"/>
                  </a:lnTo>
                  <a:lnTo>
                    <a:pt x="696539" y="910599"/>
                  </a:lnTo>
                  <a:lnTo>
                    <a:pt x="695467" y="911014"/>
                  </a:lnTo>
                  <a:lnTo>
                    <a:pt x="694396" y="911430"/>
                  </a:lnTo>
                  <a:lnTo>
                    <a:pt x="693324" y="911845"/>
                  </a:lnTo>
                  <a:lnTo>
                    <a:pt x="692252" y="912261"/>
                  </a:lnTo>
                  <a:lnTo>
                    <a:pt x="691181" y="912676"/>
                  </a:lnTo>
                  <a:lnTo>
                    <a:pt x="690109" y="913092"/>
                  </a:lnTo>
                  <a:lnTo>
                    <a:pt x="689038" y="913507"/>
                  </a:lnTo>
                  <a:lnTo>
                    <a:pt x="687966" y="913923"/>
                  </a:lnTo>
                  <a:lnTo>
                    <a:pt x="686894" y="914339"/>
                  </a:lnTo>
                  <a:lnTo>
                    <a:pt x="685823" y="914755"/>
                  </a:lnTo>
                  <a:lnTo>
                    <a:pt x="684751" y="915171"/>
                  </a:lnTo>
                  <a:lnTo>
                    <a:pt x="683680" y="915586"/>
                  </a:lnTo>
                  <a:lnTo>
                    <a:pt x="682608" y="916002"/>
                  </a:lnTo>
                  <a:lnTo>
                    <a:pt x="681536" y="916418"/>
                  </a:lnTo>
                  <a:lnTo>
                    <a:pt x="680465" y="916834"/>
                  </a:lnTo>
                  <a:lnTo>
                    <a:pt x="679393" y="917251"/>
                  </a:lnTo>
                  <a:lnTo>
                    <a:pt x="678322" y="917667"/>
                  </a:lnTo>
                  <a:lnTo>
                    <a:pt x="677250" y="918083"/>
                  </a:lnTo>
                  <a:lnTo>
                    <a:pt x="676178" y="918499"/>
                  </a:lnTo>
                  <a:lnTo>
                    <a:pt x="675107" y="918916"/>
                  </a:lnTo>
                  <a:lnTo>
                    <a:pt x="674035" y="919332"/>
                  </a:lnTo>
                  <a:lnTo>
                    <a:pt x="672964" y="919749"/>
                  </a:lnTo>
                  <a:lnTo>
                    <a:pt x="671892" y="920165"/>
                  </a:lnTo>
                  <a:lnTo>
                    <a:pt x="670820" y="920582"/>
                  </a:lnTo>
                  <a:lnTo>
                    <a:pt x="669749" y="920998"/>
                  </a:lnTo>
                  <a:lnTo>
                    <a:pt x="668677" y="921415"/>
                  </a:lnTo>
                  <a:lnTo>
                    <a:pt x="667606" y="921832"/>
                  </a:lnTo>
                  <a:lnTo>
                    <a:pt x="666534" y="922249"/>
                  </a:lnTo>
                  <a:lnTo>
                    <a:pt x="665462" y="922666"/>
                  </a:lnTo>
                  <a:lnTo>
                    <a:pt x="664391" y="923083"/>
                  </a:lnTo>
                  <a:lnTo>
                    <a:pt x="663319" y="923500"/>
                  </a:lnTo>
                  <a:lnTo>
                    <a:pt x="662248" y="923917"/>
                  </a:lnTo>
                  <a:lnTo>
                    <a:pt x="661176" y="924335"/>
                  </a:lnTo>
                  <a:lnTo>
                    <a:pt x="660104" y="924752"/>
                  </a:lnTo>
                  <a:lnTo>
                    <a:pt x="659033" y="925169"/>
                  </a:lnTo>
                  <a:lnTo>
                    <a:pt x="657961" y="925587"/>
                  </a:lnTo>
                  <a:lnTo>
                    <a:pt x="656890" y="926004"/>
                  </a:lnTo>
                  <a:lnTo>
                    <a:pt x="655818" y="926422"/>
                  </a:lnTo>
                  <a:lnTo>
                    <a:pt x="654746" y="926840"/>
                  </a:lnTo>
                  <a:lnTo>
                    <a:pt x="653675" y="927258"/>
                  </a:lnTo>
                  <a:lnTo>
                    <a:pt x="652603" y="927676"/>
                  </a:lnTo>
                  <a:lnTo>
                    <a:pt x="651532" y="928094"/>
                  </a:lnTo>
                  <a:lnTo>
                    <a:pt x="650460" y="928512"/>
                  </a:lnTo>
                  <a:lnTo>
                    <a:pt x="649388" y="928930"/>
                  </a:lnTo>
                  <a:lnTo>
                    <a:pt x="648317" y="929348"/>
                  </a:lnTo>
                  <a:lnTo>
                    <a:pt x="647245" y="929767"/>
                  </a:lnTo>
                  <a:lnTo>
                    <a:pt x="646174" y="930185"/>
                  </a:lnTo>
                  <a:lnTo>
                    <a:pt x="645102" y="930604"/>
                  </a:lnTo>
                  <a:lnTo>
                    <a:pt x="644030" y="931023"/>
                  </a:lnTo>
                  <a:lnTo>
                    <a:pt x="642959" y="931441"/>
                  </a:lnTo>
                  <a:lnTo>
                    <a:pt x="641887" y="931860"/>
                  </a:lnTo>
                  <a:lnTo>
                    <a:pt x="640816" y="932279"/>
                  </a:lnTo>
                  <a:lnTo>
                    <a:pt x="639744" y="932698"/>
                  </a:lnTo>
                  <a:lnTo>
                    <a:pt x="638672" y="933117"/>
                  </a:lnTo>
                  <a:lnTo>
                    <a:pt x="637601" y="933537"/>
                  </a:lnTo>
                  <a:lnTo>
                    <a:pt x="636529" y="933956"/>
                  </a:lnTo>
                  <a:lnTo>
                    <a:pt x="635458" y="934375"/>
                  </a:lnTo>
                  <a:lnTo>
                    <a:pt x="634386" y="934795"/>
                  </a:lnTo>
                  <a:lnTo>
                    <a:pt x="633314" y="935215"/>
                  </a:lnTo>
                  <a:lnTo>
                    <a:pt x="632243" y="935634"/>
                  </a:lnTo>
                  <a:lnTo>
                    <a:pt x="631171" y="936054"/>
                  </a:lnTo>
                  <a:lnTo>
                    <a:pt x="630100" y="936474"/>
                  </a:lnTo>
                  <a:lnTo>
                    <a:pt x="629028" y="936894"/>
                  </a:lnTo>
                  <a:lnTo>
                    <a:pt x="627956" y="937314"/>
                  </a:lnTo>
                  <a:lnTo>
                    <a:pt x="626885" y="937735"/>
                  </a:lnTo>
                  <a:lnTo>
                    <a:pt x="625813" y="938155"/>
                  </a:lnTo>
                  <a:lnTo>
                    <a:pt x="624742" y="938576"/>
                  </a:lnTo>
                  <a:lnTo>
                    <a:pt x="623670" y="938996"/>
                  </a:lnTo>
                  <a:lnTo>
                    <a:pt x="622598" y="939417"/>
                  </a:lnTo>
                  <a:lnTo>
                    <a:pt x="621527" y="939838"/>
                  </a:lnTo>
                  <a:lnTo>
                    <a:pt x="620455" y="940259"/>
                  </a:lnTo>
                  <a:lnTo>
                    <a:pt x="619384" y="940680"/>
                  </a:lnTo>
                  <a:lnTo>
                    <a:pt x="618312" y="941101"/>
                  </a:lnTo>
                  <a:lnTo>
                    <a:pt x="617240" y="941522"/>
                  </a:lnTo>
                  <a:lnTo>
                    <a:pt x="616169" y="941944"/>
                  </a:lnTo>
                  <a:lnTo>
                    <a:pt x="615097" y="942365"/>
                  </a:lnTo>
                  <a:lnTo>
                    <a:pt x="614026" y="942787"/>
                  </a:lnTo>
                  <a:lnTo>
                    <a:pt x="612954" y="943208"/>
                  </a:lnTo>
                  <a:lnTo>
                    <a:pt x="611882" y="943630"/>
                  </a:lnTo>
                  <a:lnTo>
                    <a:pt x="610811" y="944052"/>
                  </a:lnTo>
                  <a:lnTo>
                    <a:pt x="609739" y="944474"/>
                  </a:lnTo>
                  <a:lnTo>
                    <a:pt x="608668" y="944896"/>
                  </a:lnTo>
                  <a:lnTo>
                    <a:pt x="607596" y="945319"/>
                  </a:lnTo>
                  <a:lnTo>
                    <a:pt x="606524" y="945741"/>
                  </a:lnTo>
                  <a:lnTo>
                    <a:pt x="605453" y="946163"/>
                  </a:lnTo>
                  <a:lnTo>
                    <a:pt x="604381" y="946586"/>
                  </a:lnTo>
                  <a:lnTo>
                    <a:pt x="603310" y="947009"/>
                  </a:lnTo>
                  <a:lnTo>
                    <a:pt x="602238" y="947432"/>
                  </a:lnTo>
                  <a:lnTo>
                    <a:pt x="601166" y="947855"/>
                  </a:lnTo>
                  <a:lnTo>
                    <a:pt x="600095" y="948278"/>
                  </a:lnTo>
                  <a:lnTo>
                    <a:pt x="599023" y="948701"/>
                  </a:lnTo>
                  <a:lnTo>
                    <a:pt x="597952" y="949124"/>
                  </a:lnTo>
                  <a:lnTo>
                    <a:pt x="596880" y="949548"/>
                  </a:lnTo>
                  <a:lnTo>
                    <a:pt x="595808" y="949971"/>
                  </a:lnTo>
                  <a:lnTo>
                    <a:pt x="594737" y="950395"/>
                  </a:lnTo>
                  <a:lnTo>
                    <a:pt x="593665" y="950819"/>
                  </a:lnTo>
                  <a:lnTo>
                    <a:pt x="592594" y="951243"/>
                  </a:lnTo>
                  <a:lnTo>
                    <a:pt x="591522" y="951667"/>
                  </a:lnTo>
                  <a:lnTo>
                    <a:pt x="590450" y="952091"/>
                  </a:lnTo>
                  <a:lnTo>
                    <a:pt x="589379" y="952515"/>
                  </a:lnTo>
                  <a:lnTo>
                    <a:pt x="588307" y="952939"/>
                  </a:lnTo>
                  <a:lnTo>
                    <a:pt x="587236" y="953364"/>
                  </a:lnTo>
                  <a:lnTo>
                    <a:pt x="586164" y="953789"/>
                  </a:lnTo>
                  <a:lnTo>
                    <a:pt x="585092" y="954213"/>
                  </a:lnTo>
                  <a:lnTo>
                    <a:pt x="584021" y="954638"/>
                  </a:lnTo>
                  <a:lnTo>
                    <a:pt x="582949" y="955063"/>
                  </a:lnTo>
                  <a:lnTo>
                    <a:pt x="581878" y="955488"/>
                  </a:lnTo>
                  <a:lnTo>
                    <a:pt x="580806" y="955913"/>
                  </a:lnTo>
                  <a:lnTo>
                    <a:pt x="579734" y="956339"/>
                  </a:lnTo>
                  <a:lnTo>
                    <a:pt x="578663" y="956764"/>
                  </a:lnTo>
                  <a:lnTo>
                    <a:pt x="577591" y="957190"/>
                  </a:lnTo>
                  <a:lnTo>
                    <a:pt x="576520" y="957616"/>
                  </a:lnTo>
                  <a:lnTo>
                    <a:pt x="575448" y="958041"/>
                  </a:lnTo>
                  <a:lnTo>
                    <a:pt x="574376" y="958467"/>
                  </a:lnTo>
                  <a:lnTo>
                    <a:pt x="573305" y="958893"/>
                  </a:lnTo>
                  <a:lnTo>
                    <a:pt x="572233" y="959319"/>
                  </a:lnTo>
                  <a:lnTo>
                    <a:pt x="571162" y="959746"/>
                  </a:lnTo>
                  <a:lnTo>
                    <a:pt x="570090" y="960172"/>
                  </a:lnTo>
                  <a:lnTo>
                    <a:pt x="569018" y="960599"/>
                  </a:lnTo>
                  <a:lnTo>
                    <a:pt x="567947" y="961025"/>
                  </a:lnTo>
                  <a:lnTo>
                    <a:pt x="566875" y="961452"/>
                  </a:lnTo>
                  <a:lnTo>
                    <a:pt x="565804" y="961879"/>
                  </a:lnTo>
                  <a:lnTo>
                    <a:pt x="564732" y="962306"/>
                  </a:lnTo>
                  <a:lnTo>
                    <a:pt x="563660" y="962733"/>
                  </a:lnTo>
                  <a:lnTo>
                    <a:pt x="562589" y="963160"/>
                  </a:lnTo>
                  <a:lnTo>
                    <a:pt x="561517" y="963588"/>
                  </a:lnTo>
                  <a:lnTo>
                    <a:pt x="560446" y="964015"/>
                  </a:lnTo>
                  <a:lnTo>
                    <a:pt x="559374" y="964443"/>
                  </a:lnTo>
                  <a:lnTo>
                    <a:pt x="558302" y="964870"/>
                  </a:lnTo>
                  <a:lnTo>
                    <a:pt x="557231" y="965298"/>
                  </a:lnTo>
                  <a:lnTo>
                    <a:pt x="556159" y="965726"/>
                  </a:lnTo>
                  <a:lnTo>
                    <a:pt x="555088" y="966154"/>
                  </a:lnTo>
                  <a:lnTo>
                    <a:pt x="554016" y="966582"/>
                  </a:lnTo>
                  <a:lnTo>
                    <a:pt x="552944" y="967010"/>
                  </a:lnTo>
                  <a:lnTo>
                    <a:pt x="551873" y="967439"/>
                  </a:lnTo>
                  <a:lnTo>
                    <a:pt x="550801" y="967867"/>
                  </a:lnTo>
                  <a:lnTo>
                    <a:pt x="549730" y="968296"/>
                  </a:lnTo>
                  <a:lnTo>
                    <a:pt x="548658" y="968724"/>
                  </a:lnTo>
                  <a:lnTo>
                    <a:pt x="547586" y="969153"/>
                  </a:lnTo>
                  <a:lnTo>
                    <a:pt x="546515" y="969582"/>
                  </a:lnTo>
                  <a:lnTo>
                    <a:pt x="545443" y="970011"/>
                  </a:lnTo>
                  <a:lnTo>
                    <a:pt x="544372" y="970440"/>
                  </a:lnTo>
                  <a:lnTo>
                    <a:pt x="543300" y="970870"/>
                  </a:lnTo>
                  <a:lnTo>
                    <a:pt x="542228" y="971299"/>
                  </a:lnTo>
                  <a:lnTo>
                    <a:pt x="541157" y="971728"/>
                  </a:lnTo>
                  <a:lnTo>
                    <a:pt x="540085" y="972158"/>
                  </a:lnTo>
                  <a:lnTo>
                    <a:pt x="539014" y="972588"/>
                  </a:lnTo>
                  <a:lnTo>
                    <a:pt x="537942" y="973018"/>
                  </a:lnTo>
                  <a:lnTo>
                    <a:pt x="536870" y="973447"/>
                  </a:lnTo>
                  <a:lnTo>
                    <a:pt x="535799" y="973877"/>
                  </a:lnTo>
                  <a:lnTo>
                    <a:pt x="534727" y="974308"/>
                  </a:lnTo>
                  <a:lnTo>
                    <a:pt x="533656" y="974738"/>
                  </a:lnTo>
                  <a:lnTo>
                    <a:pt x="532584" y="975168"/>
                  </a:lnTo>
                  <a:lnTo>
                    <a:pt x="531513" y="975598"/>
                  </a:lnTo>
                  <a:lnTo>
                    <a:pt x="530441" y="976029"/>
                  </a:lnTo>
                  <a:lnTo>
                    <a:pt x="529369" y="976460"/>
                  </a:lnTo>
                  <a:lnTo>
                    <a:pt x="528298" y="976890"/>
                  </a:lnTo>
                  <a:lnTo>
                    <a:pt x="527226" y="977321"/>
                  </a:lnTo>
                  <a:lnTo>
                    <a:pt x="526155" y="977752"/>
                  </a:lnTo>
                  <a:lnTo>
                    <a:pt x="525083" y="978183"/>
                  </a:lnTo>
                  <a:lnTo>
                    <a:pt x="524011" y="978614"/>
                  </a:lnTo>
                  <a:lnTo>
                    <a:pt x="522940" y="979045"/>
                  </a:lnTo>
                  <a:lnTo>
                    <a:pt x="521868" y="979477"/>
                  </a:lnTo>
                  <a:lnTo>
                    <a:pt x="520797" y="979908"/>
                  </a:lnTo>
                  <a:lnTo>
                    <a:pt x="519725" y="980340"/>
                  </a:lnTo>
                  <a:lnTo>
                    <a:pt x="518653" y="980771"/>
                  </a:lnTo>
                  <a:lnTo>
                    <a:pt x="517582" y="981203"/>
                  </a:lnTo>
                  <a:lnTo>
                    <a:pt x="516510" y="981635"/>
                  </a:lnTo>
                  <a:lnTo>
                    <a:pt x="515439" y="982067"/>
                  </a:lnTo>
                  <a:lnTo>
                    <a:pt x="514367" y="982499"/>
                  </a:lnTo>
                  <a:lnTo>
                    <a:pt x="513295" y="982931"/>
                  </a:lnTo>
                  <a:lnTo>
                    <a:pt x="512224" y="983363"/>
                  </a:lnTo>
                  <a:lnTo>
                    <a:pt x="511152" y="983795"/>
                  </a:lnTo>
                  <a:lnTo>
                    <a:pt x="510081" y="984227"/>
                  </a:lnTo>
                  <a:lnTo>
                    <a:pt x="509009" y="984660"/>
                  </a:lnTo>
                  <a:lnTo>
                    <a:pt x="507937" y="985092"/>
                  </a:lnTo>
                  <a:lnTo>
                    <a:pt x="506866" y="985525"/>
                  </a:lnTo>
                  <a:lnTo>
                    <a:pt x="505794" y="985957"/>
                  </a:lnTo>
                  <a:lnTo>
                    <a:pt x="504723" y="986390"/>
                  </a:lnTo>
                  <a:lnTo>
                    <a:pt x="503651" y="986823"/>
                  </a:lnTo>
                  <a:lnTo>
                    <a:pt x="502579" y="987256"/>
                  </a:lnTo>
                  <a:lnTo>
                    <a:pt x="501508" y="987689"/>
                  </a:lnTo>
                  <a:lnTo>
                    <a:pt x="500436" y="988122"/>
                  </a:lnTo>
                  <a:lnTo>
                    <a:pt x="499365" y="988555"/>
                  </a:lnTo>
                  <a:lnTo>
                    <a:pt x="498293" y="988988"/>
                  </a:lnTo>
                  <a:lnTo>
                    <a:pt x="497221" y="989422"/>
                  </a:lnTo>
                  <a:lnTo>
                    <a:pt x="496150" y="989855"/>
                  </a:lnTo>
                  <a:lnTo>
                    <a:pt x="495078" y="990289"/>
                  </a:lnTo>
                  <a:lnTo>
                    <a:pt x="494007" y="990722"/>
                  </a:lnTo>
                  <a:lnTo>
                    <a:pt x="492935" y="991156"/>
                  </a:lnTo>
                  <a:lnTo>
                    <a:pt x="491863" y="991589"/>
                  </a:lnTo>
                  <a:lnTo>
                    <a:pt x="490792" y="992023"/>
                  </a:lnTo>
                  <a:lnTo>
                    <a:pt x="489720" y="992457"/>
                  </a:lnTo>
                  <a:lnTo>
                    <a:pt x="488649" y="992891"/>
                  </a:lnTo>
                  <a:lnTo>
                    <a:pt x="487577" y="993325"/>
                  </a:lnTo>
                  <a:lnTo>
                    <a:pt x="486505" y="993759"/>
                  </a:lnTo>
                  <a:lnTo>
                    <a:pt x="485434" y="994193"/>
                  </a:lnTo>
                  <a:lnTo>
                    <a:pt x="484362" y="994627"/>
                  </a:lnTo>
                  <a:lnTo>
                    <a:pt x="483291" y="995061"/>
                  </a:lnTo>
                  <a:lnTo>
                    <a:pt x="482219" y="995496"/>
                  </a:lnTo>
                  <a:lnTo>
                    <a:pt x="481147" y="995930"/>
                  </a:lnTo>
                  <a:lnTo>
                    <a:pt x="480076" y="996365"/>
                  </a:lnTo>
                  <a:lnTo>
                    <a:pt x="479004" y="996799"/>
                  </a:lnTo>
                  <a:lnTo>
                    <a:pt x="477933" y="997234"/>
                  </a:lnTo>
                  <a:lnTo>
                    <a:pt x="476861" y="997668"/>
                  </a:lnTo>
                  <a:lnTo>
                    <a:pt x="475789" y="998103"/>
                  </a:lnTo>
                  <a:lnTo>
                    <a:pt x="474718" y="998537"/>
                  </a:lnTo>
                  <a:lnTo>
                    <a:pt x="473646" y="998972"/>
                  </a:lnTo>
                  <a:lnTo>
                    <a:pt x="472575" y="999407"/>
                  </a:lnTo>
                  <a:lnTo>
                    <a:pt x="471503" y="999842"/>
                  </a:lnTo>
                  <a:lnTo>
                    <a:pt x="470431" y="1000277"/>
                  </a:lnTo>
                  <a:lnTo>
                    <a:pt x="469360" y="1000712"/>
                  </a:lnTo>
                  <a:lnTo>
                    <a:pt x="468288" y="1001147"/>
                  </a:lnTo>
                  <a:lnTo>
                    <a:pt x="467217" y="1001582"/>
                  </a:lnTo>
                  <a:lnTo>
                    <a:pt x="466145" y="1002017"/>
                  </a:lnTo>
                  <a:lnTo>
                    <a:pt x="465073" y="1002452"/>
                  </a:lnTo>
                  <a:lnTo>
                    <a:pt x="464002" y="1002887"/>
                  </a:lnTo>
                  <a:lnTo>
                    <a:pt x="462930" y="1003322"/>
                  </a:lnTo>
                  <a:lnTo>
                    <a:pt x="461859" y="1003758"/>
                  </a:lnTo>
                  <a:lnTo>
                    <a:pt x="460787" y="1004193"/>
                  </a:lnTo>
                  <a:lnTo>
                    <a:pt x="459715" y="1004628"/>
                  </a:lnTo>
                  <a:lnTo>
                    <a:pt x="458644" y="1005064"/>
                  </a:lnTo>
                  <a:lnTo>
                    <a:pt x="457572" y="1005499"/>
                  </a:lnTo>
                  <a:lnTo>
                    <a:pt x="456501" y="1005935"/>
                  </a:lnTo>
                  <a:lnTo>
                    <a:pt x="455429" y="1006370"/>
                  </a:lnTo>
                  <a:lnTo>
                    <a:pt x="454357" y="1006806"/>
                  </a:lnTo>
                  <a:lnTo>
                    <a:pt x="453286" y="1007241"/>
                  </a:lnTo>
                  <a:lnTo>
                    <a:pt x="452214" y="1007677"/>
                  </a:lnTo>
                  <a:lnTo>
                    <a:pt x="451143" y="1008112"/>
                  </a:lnTo>
                  <a:lnTo>
                    <a:pt x="450071" y="1008548"/>
                  </a:lnTo>
                  <a:lnTo>
                    <a:pt x="448999" y="1008984"/>
                  </a:lnTo>
                  <a:lnTo>
                    <a:pt x="447928" y="1009419"/>
                  </a:lnTo>
                  <a:lnTo>
                    <a:pt x="446856" y="1009855"/>
                  </a:lnTo>
                  <a:lnTo>
                    <a:pt x="445785" y="1010291"/>
                  </a:lnTo>
                  <a:lnTo>
                    <a:pt x="444713" y="1010727"/>
                  </a:lnTo>
                  <a:lnTo>
                    <a:pt x="443641" y="1011162"/>
                  </a:lnTo>
                  <a:lnTo>
                    <a:pt x="442570" y="1011598"/>
                  </a:lnTo>
                  <a:lnTo>
                    <a:pt x="441498" y="1012034"/>
                  </a:lnTo>
                  <a:lnTo>
                    <a:pt x="440427" y="1012470"/>
                  </a:lnTo>
                  <a:lnTo>
                    <a:pt x="439355" y="1012906"/>
                  </a:lnTo>
                  <a:lnTo>
                    <a:pt x="438283" y="1013342"/>
                  </a:lnTo>
                  <a:lnTo>
                    <a:pt x="437212" y="1013778"/>
                  </a:lnTo>
                  <a:lnTo>
                    <a:pt x="436140" y="1014213"/>
                  </a:lnTo>
                  <a:lnTo>
                    <a:pt x="435069" y="1014649"/>
                  </a:lnTo>
                  <a:lnTo>
                    <a:pt x="433997" y="1015085"/>
                  </a:lnTo>
                  <a:lnTo>
                    <a:pt x="432925" y="1015521"/>
                  </a:lnTo>
                  <a:lnTo>
                    <a:pt x="431854" y="1015957"/>
                  </a:lnTo>
                  <a:lnTo>
                    <a:pt x="430782" y="1016393"/>
                  </a:lnTo>
                  <a:lnTo>
                    <a:pt x="429711" y="1016829"/>
                  </a:lnTo>
                  <a:lnTo>
                    <a:pt x="428639" y="1017265"/>
                  </a:lnTo>
                  <a:lnTo>
                    <a:pt x="427567" y="1017701"/>
                  </a:lnTo>
                  <a:lnTo>
                    <a:pt x="426496" y="1018137"/>
                  </a:lnTo>
                  <a:lnTo>
                    <a:pt x="425424" y="1018573"/>
                  </a:lnTo>
                  <a:lnTo>
                    <a:pt x="424353" y="1019009"/>
                  </a:lnTo>
                  <a:lnTo>
                    <a:pt x="423281" y="1019444"/>
                  </a:lnTo>
                  <a:lnTo>
                    <a:pt x="422209" y="1019880"/>
                  </a:lnTo>
                  <a:lnTo>
                    <a:pt x="421138" y="1020316"/>
                  </a:lnTo>
                  <a:lnTo>
                    <a:pt x="420066" y="1020752"/>
                  </a:lnTo>
                  <a:lnTo>
                    <a:pt x="418995" y="1021188"/>
                  </a:lnTo>
                  <a:lnTo>
                    <a:pt x="417923" y="1021624"/>
                  </a:lnTo>
                  <a:lnTo>
                    <a:pt x="416851" y="1022060"/>
                  </a:lnTo>
                  <a:lnTo>
                    <a:pt x="415780" y="1022496"/>
                  </a:lnTo>
                  <a:lnTo>
                    <a:pt x="414708" y="1022931"/>
                  </a:lnTo>
                  <a:lnTo>
                    <a:pt x="413637" y="1023367"/>
                  </a:lnTo>
                  <a:lnTo>
                    <a:pt x="412565" y="1023803"/>
                  </a:lnTo>
                  <a:lnTo>
                    <a:pt x="411493" y="1024239"/>
                  </a:lnTo>
                  <a:lnTo>
                    <a:pt x="410422" y="1024675"/>
                  </a:lnTo>
                  <a:lnTo>
                    <a:pt x="409350" y="1025110"/>
                  </a:lnTo>
                  <a:lnTo>
                    <a:pt x="408279" y="1025546"/>
                  </a:lnTo>
                  <a:lnTo>
                    <a:pt x="407207" y="1025982"/>
                  </a:lnTo>
                  <a:lnTo>
                    <a:pt x="406135" y="1026417"/>
                  </a:lnTo>
                  <a:lnTo>
                    <a:pt x="405064" y="1026853"/>
                  </a:lnTo>
                  <a:lnTo>
                    <a:pt x="403992" y="1027289"/>
                  </a:lnTo>
                  <a:lnTo>
                    <a:pt x="402921" y="1027724"/>
                  </a:lnTo>
                  <a:lnTo>
                    <a:pt x="401849" y="1028160"/>
                  </a:lnTo>
                  <a:lnTo>
                    <a:pt x="400777" y="1028595"/>
                  </a:lnTo>
                  <a:lnTo>
                    <a:pt x="399706" y="1029031"/>
                  </a:lnTo>
                  <a:lnTo>
                    <a:pt x="398634" y="1029466"/>
                  </a:lnTo>
                  <a:lnTo>
                    <a:pt x="397563" y="1029901"/>
                  </a:lnTo>
                  <a:lnTo>
                    <a:pt x="396491" y="1030337"/>
                  </a:lnTo>
                  <a:lnTo>
                    <a:pt x="395419" y="1030772"/>
                  </a:lnTo>
                  <a:lnTo>
                    <a:pt x="394348" y="1031207"/>
                  </a:lnTo>
                  <a:lnTo>
                    <a:pt x="393276" y="1031643"/>
                  </a:lnTo>
                  <a:lnTo>
                    <a:pt x="392205" y="1032078"/>
                  </a:lnTo>
                  <a:lnTo>
                    <a:pt x="391133" y="1032513"/>
                  </a:lnTo>
                  <a:lnTo>
                    <a:pt x="390061" y="1032948"/>
                  </a:lnTo>
                  <a:lnTo>
                    <a:pt x="388990" y="1033383"/>
                  </a:lnTo>
                  <a:lnTo>
                    <a:pt x="387918" y="1033818"/>
                  </a:lnTo>
                  <a:lnTo>
                    <a:pt x="386847" y="1034253"/>
                  </a:lnTo>
                  <a:lnTo>
                    <a:pt x="385775" y="1034688"/>
                  </a:lnTo>
                  <a:lnTo>
                    <a:pt x="384703" y="1035123"/>
                  </a:lnTo>
                  <a:lnTo>
                    <a:pt x="383632" y="1035558"/>
                  </a:lnTo>
                  <a:lnTo>
                    <a:pt x="382560" y="1035992"/>
                  </a:lnTo>
                  <a:lnTo>
                    <a:pt x="381489" y="1036427"/>
                  </a:lnTo>
                  <a:lnTo>
                    <a:pt x="380417" y="1036862"/>
                  </a:lnTo>
                  <a:lnTo>
                    <a:pt x="379345" y="1037296"/>
                  </a:lnTo>
                  <a:lnTo>
                    <a:pt x="378274" y="1037731"/>
                  </a:lnTo>
                  <a:lnTo>
                    <a:pt x="377202" y="1038165"/>
                  </a:lnTo>
                  <a:lnTo>
                    <a:pt x="376131" y="1038600"/>
                  </a:lnTo>
                  <a:lnTo>
                    <a:pt x="375059" y="1039034"/>
                  </a:lnTo>
                  <a:lnTo>
                    <a:pt x="373987" y="1039468"/>
                  </a:lnTo>
                  <a:lnTo>
                    <a:pt x="372916" y="1039902"/>
                  </a:lnTo>
                  <a:lnTo>
                    <a:pt x="371844" y="1040336"/>
                  </a:lnTo>
                  <a:lnTo>
                    <a:pt x="370773" y="1040771"/>
                  </a:lnTo>
                  <a:lnTo>
                    <a:pt x="369701" y="1041205"/>
                  </a:lnTo>
                  <a:lnTo>
                    <a:pt x="368629" y="1041638"/>
                  </a:lnTo>
                  <a:lnTo>
                    <a:pt x="367558" y="1042072"/>
                  </a:lnTo>
                  <a:lnTo>
                    <a:pt x="366486" y="1042506"/>
                  </a:lnTo>
                  <a:lnTo>
                    <a:pt x="365415" y="1042940"/>
                  </a:lnTo>
                  <a:lnTo>
                    <a:pt x="364343" y="1043374"/>
                  </a:lnTo>
                  <a:lnTo>
                    <a:pt x="363271" y="1043807"/>
                  </a:lnTo>
                  <a:lnTo>
                    <a:pt x="362200" y="1044241"/>
                  </a:lnTo>
                  <a:lnTo>
                    <a:pt x="361128" y="1044674"/>
                  </a:lnTo>
                  <a:lnTo>
                    <a:pt x="360057" y="1045107"/>
                  </a:lnTo>
                  <a:lnTo>
                    <a:pt x="358985" y="1045541"/>
                  </a:lnTo>
                  <a:lnTo>
                    <a:pt x="357913" y="1045974"/>
                  </a:lnTo>
                  <a:lnTo>
                    <a:pt x="356842" y="1046407"/>
                  </a:lnTo>
                  <a:lnTo>
                    <a:pt x="355770" y="1046840"/>
                  </a:lnTo>
                  <a:lnTo>
                    <a:pt x="354699" y="1047273"/>
                  </a:lnTo>
                  <a:lnTo>
                    <a:pt x="353627" y="1047706"/>
                  </a:lnTo>
                  <a:lnTo>
                    <a:pt x="352556" y="1048139"/>
                  </a:lnTo>
                  <a:lnTo>
                    <a:pt x="351484" y="1048571"/>
                  </a:lnTo>
                  <a:lnTo>
                    <a:pt x="350412" y="1049004"/>
                  </a:lnTo>
                  <a:lnTo>
                    <a:pt x="349341" y="1049437"/>
                  </a:lnTo>
                  <a:lnTo>
                    <a:pt x="348269" y="1049869"/>
                  </a:lnTo>
                  <a:lnTo>
                    <a:pt x="347198" y="1050301"/>
                  </a:lnTo>
                  <a:lnTo>
                    <a:pt x="346126" y="1050734"/>
                  </a:lnTo>
                  <a:lnTo>
                    <a:pt x="345054" y="1051166"/>
                  </a:lnTo>
                  <a:lnTo>
                    <a:pt x="343983" y="1051598"/>
                  </a:lnTo>
                  <a:lnTo>
                    <a:pt x="342911" y="1052030"/>
                  </a:lnTo>
                  <a:lnTo>
                    <a:pt x="341840" y="1052462"/>
                  </a:lnTo>
                  <a:lnTo>
                    <a:pt x="340768" y="1052894"/>
                  </a:lnTo>
                  <a:lnTo>
                    <a:pt x="339696" y="1053325"/>
                  </a:lnTo>
                  <a:lnTo>
                    <a:pt x="338625" y="1053757"/>
                  </a:lnTo>
                  <a:lnTo>
                    <a:pt x="337553" y="1054189"/>
                  </a:lnTo>
                  <a:lnTo>
                    <a:pt x="336482" y="1054620"/>
                  </a:lnTo>
                  <a:lnTo>
                    <a:pt x="335410" y="1055051"/>
                  </a:lnTo>
                  <a:lnTo>
                    <a:pt x="334338" y="1055483"/>
                  </a:lnTo>
                  <a:lnTo>
                    <a:pt x="333267" y="1055914"/>
                  </a:lnTo>
                  <a:lnTo>
                    <a:pt x="332195" y="1056345"/>
                  </a:lnTo>
                  <a:lnTo>
                    <a:pt x="331124" y="1056776"/>
                  </a:lnTo>
                  <a:lnTo>
                    <a:pt x="330052" y="1057206"/>
                  </a:lnTo>
                  <a:lnTo>
                    <a:pt x="328980" y="1057637"/>
                  </a:lnTo>
                  <a:lnTo>
                    <a:pt x="327909" y="1058068"/>
                  </a:lnTo>
                  <a:lnTo>
                    <a:pt x="326837" y="1058498"/>
                  </a:lnTo>
                  <a:lnTo>
                    <a:pt x="325766" y="1058929"/>
                  </a:lnTo>
                  <a:lnTo>
                    <a:pt x="324694" y="1059359"/>
                  </a:lnTo>
                  <a:lnTo>
                    <a:pt x="323622" y="1059789"/>
                  </a:lnTo>
                  <a:lnTo>
                    <a:pt x="322551" y="1060219"/>
                  </a:lnTo>
                  <a:lnTo>
                    <a:pt x="321479" y="1060649"/>
                  </a:lnTo>
                  <a:lnTo>
                    <a:pt x="320408" y="1061079"/>
                  </a:lnTo>
                  <a:lnTo>
                    <a:pt x="319336" y="1061509"/>
                  </a:lnTo>
                  <a:lnTo>
                    <a:pt x="318264" y="1061938"/>
                  </a:lnTo>
                  <a:lnTo>
                    <a:pt x="317193" y="1062368"/>
                  </a:lnTo>
                  <a:lnTo>
                    <a:pt x="316121" y="1062797"/>
                  </a:lnTo>
                  <a:lnTo>
                    <a:pt x="315050" y="1063227"/>
                  </a:lnTo>
                  <a:lnTo>
                    <a:pt x="313978" y="1063656"/>
                  </a:lnTo>
                  <a:lnTo>
                    <a:pt x="312906" y="1064085"/>
                  </a:lnTo>
                  <a:lnTo>
                    <a:pt x="311835" y="1064514"/>
                  </a:lnTo>
                  <a:lnTo>
                    <a:pt x="310763" y="1064943"/>
                  </a:lnTo>
                  <a:lnTo>
                    <a:pt x="309692" y="1065371"/>
                  </a:lnTo>
                  <a:lnTo>
                    <a:pt x="308620" y="1065800"/>
                  </a:lnTo>
                  <a:lnTo>
                    <a:pt x="307548" y="1066228"/>
                  </a:lnTo>
                  <a:lnTo>
                    <a:pt x="306477" y="1066657"/>
                  </a:lnTo>
                  <a:lnTo>
                    <a:pt x="305405" y="1067085"/>
                  </a:lnTo>
                  <a:lnTo>
                    <a:pt x="304334" y="1067513"/>
                  </a:lnTo>
                  <a:lnTo>
                    <a:pt x="303262" y="1067941"/>
                  </a:lnTo>
                  <a:lnTo>
                    <a:pt x="302190" y="1068369"/>
                  </a:lnTo>
                  <a:lnTo>
                    <a:pt x="301119" y="1068797"/>
                  </a:lnTo>
                  <a:lnTo>
                    <a:pt x="300047" y="1069224"/>
                  </a:lnTo>
                  <a:lnTo>
                    <a:pt x="298976" y="1069652"/>
                  </a:lnTo>
                  <a:lnTo>
                    <a:pt x="297904" y="1070079"/>
                  </a:lnTo>
                  <a:lnTo>
                    <a:pt x="296832" y="1070506"/>
                  </a:lnTo>
                  <a:lnTo>
                    <a:pt x="295761" y="1070933"/>
                  </a:lnTo>
                  <a:lnTo>
                    <a:pt x="294689" y="1071360"/>
                  </a:lnTo>
                  <a:lnTo>
                    <a:pt x="293618" y="1071787"/>
                  </a:lnTo>
                  <a:lnTo>
                    <a:pt x="292546" y="1072214"/>
                  </a:lnTo>
                  <a:lnTo>
                    <a:pt x="291474" y="1072640"/>
                  </a:lnTo>
                  <a:lnTo>
                    <a:pt x="290403" y="1073067"/>
                  </a:lnTo>
                  <a:lnTo>
                    <a:pt x="289331" y="1073493"/>
                  </a:lnTo>
                  <a:lnTo>
                    <a:pt x="288260" y="1073919"/>
                  </a:lnTo>
                  <a:lnTo>
                    <a:pt x="287188" y="1074345"/>
                  </a:lnTo>
                  <a:lnTo>
                    <a:pt x="286116" y="1074771"/>
                  </a:lnTo>
                  <a:lnTo>
                    <a:pt x="285045" y="1075197"/>
                  </a:lnTo>
                  <a:lnTo>
                    <a:pt x="283973" y="1075622"/>
                  </a:lnTo>
                  <a:lnTo>
                    <a:pt x="282902" y="1076048"/>
                  </a:lnTo>
                  <a:lnTo>
                    <a:pt x="281830" y="1076473"/>
                  </a:lnTo>
                  <a:lnTo>
                    <a:pt x="280758" y="1076899"/>
                  </a:lnTo>
                  <a:lnTo>
                    <a:pt x="279687" y="1077324"/>
                  </a:lnTo>
                  <a:lnTo>
                    <a:pt x="278615" y="1077748"/>
                  </a:lnTo>
                  <a:lnTo>
                    <a:pt x="277544" y="1078173"/>
                  </a:lnTo>
                  <a:lnTo>
                    <a:pt x="276472" y="1078598"/>
                  </a:lnTo>
                  <a:lnTo>
                    <a:pt x="275400" y="1079022"/>
                  </a:lnTo>
                  <a:lnTo>
                    <a:pt x="274329" y="1079447"/>
                  </a:lnTo>
                  <a:lnTo>
                    <a:pt x="273257" y="1079871"/>
                  </a:lnTo>
                  <a:lnTo>
                    <a:pt x="272186" y="1080295"/>
                  </a:lnTo>
                  <a:lnTo>
                    <a:pt x="271114" y="1080719"/>
                  </a:lnTo>
                  <a:lnTo>
                    <a:pt x="270042" y="1081143"/>
                  </a:lnTo>
                  <a:lnTo>
                    <a:pt x="268971" y="1081566"/>
                  </a:lnTo>
                  <a:lnTo>
                    <a:pt x="267899" y="1081990"/>
                  </a:lnTo>
                  <a:lnTo>
                    <a:pt x="266828" y="1082413"/>
                  </a:lnTo>
                  <a:lnTo>
                    <a:pt x="265756" y="1082836"/>
                  </a:lnTo>
                  <a:lnTo>
                    <a:pt x="264684" y="1083259"/>
                  </a:lnTo>
                  <a:lnTo>
                    <a:pt x="263613" y="1083682"/>
                  </a:lnTo>
                  <a:lnTo>
                    <a:pt x="262541" y="1084105"/>
                  </a:lnTo>
                  <a:lnTo>
                    <a:pt x="261470" y="1084528"/>
                  </a:lnTo>
                  <a:lnTo>
                    <a:pt x="260398" y="1084950"/>
                  </a:lnTo>
                  <a:lnTo>
                    <a:pt x="259326" y="1085372"/>
                  </a:lnTo>
                  <a:lnTo>
                    <a:pt x="258255" y="1085794"/>
                  </a:lnTo>
                  <a:lnTo>
                    <a:pt x="257183" y="1086216"/>
                  </a:lnTo>
                  <a:lnTo>
                    <a:pt x="256112" y="1086638"/>
                  </a:lnTo>
                  <a:lnTo>
                    <a:pt x="255040" y="1087060"/>
                  </a:lnTo>
                  <a:lnTo>
                    <a:pt x="253968" y="1087481"/>
                  </a:lnTo>
                  <a:lnTo>
                    <a:pt x="252897" y="1087903"/>
                  </a:lnTo>
                  <a:lnTo>
                    <a:pt x="251825" y="1088324"/>
                  </a:lnTo>
                  <a:lnTo>
                    <a:pt x="250754" y="1088745"/>
                  </a:lnTo>
                  <a:lnTo>
                    <a:pt x="249682" y="1089166"/>
                  </a:lnTo>
                  <a:lnTo>
                    <a:pt x="248610" y="1089587"/>
                  </a:lnTo>
                  <a:lnTo>
                    <a:pt x="247539" y="1090007"/>
                  </a:lnTo>
                  <a:lnTo>
                    <a:pt x="246467" y="1090428"/>
                  </a:lnTo>
                  <a:lnTo>
                    <a:pt x="245396" y="1090848"/>
                  </a:lnTo>
                  <a:lnTo>
                    <a:pt x="244324" y="1091268"/>
                  </a:lnTo>
                  <a:lnTo>
                    <a:pt x="243252" y="1091688"/>
                  </a:lnTo>
                  <a:lnTo>
                    <a:pt x="242181" y="1092108"/>
                  </a:lnTo>
                  <a:lnTo>
                    <a:pt x="241109" y="1092527"/>
                  </a:lnTo>
                  <a:lnTo>
                    <a:pt x="240038" y="1092947"/>
                  </a:lnTo>
                  <a:lnTo>
                    <a:pt x="238966" y="1093366"/>
                  </a:lnTo>
                  <a:lnTo>
                    <a:pt x="237894" y="1093785"/>
                  </a:lnTo>
                  <a:lnTo>
                    <a:pt x="236823" y="1094204"/>
                  </a:lnTo>
                  <a:lnTo>
                    <a:pt x="235751" y="1094623"/>
                  </a:lnTo>
                  <a:lnTo>
                    <a:pt x="234680" y="1095042"/>
                  </a:lnTo>
                  <a:lnTo>
                    <a:pt x="233608" y="1095460"/>
                  </a:lnTo>
                  <a:lnTo>
                    <a:pt x="232536" y="1095878"/>
                  </a:lnTo>
                  <a:lnTo>
                    <a:pt x="231465" y="1096297"/>
                  </a:lnTo>
                  <a:lnTo>
                    <a:pt x="230393" y="1096715"/>
                  </a:lnTo>
                  <a:lnTo>
                    <a:pt x="229322" y="1097132"/>
                  </a:lnTo>
                  <a:lnTo>
                    <a:pt x="228250" y="1097550"/>
                  </a:lnTo>
                  <a:lnTo>
                    <a:pt x="227178" y="1097967"/>
                  </a:lnTo>
                  <a:lnTo>
                    <a:pt x="226107" y="1098385"/>
                  </a:lnTo>
                  <a:lnTo>
                    <a:pt x="225035" y="1098802"/>
                  </a:lnTo>
                  <a:lnTo>
                    <a:pt x="223964" y="1099219"/>
                  </a:lnTo>
                  <a:lnTo>
                    <a:pt x="222892" y="1099636"/>
                  </a:lnTo>
                  <a:lnTo>
                    <a:pt x="221820" y="1100052"/>
                  </a:lnTo>
                  <a:lnTo>
                    <a:pt x="220749" y="1100469"/>
                  </a:lnTo>
                  <a:lnTo>
                    <a:pt x="219677" y="1100885"/>
                  </a:lnTo>
                  <a:lnTo>
                    <a:pt x="218606" y="1101301"/>
                  </a:lnTo>
                  <a:lnTo>
                    <a:pt x="217534" y="1101717"/>
                  </a:lnTo>
                  <a:lnTo>
                    <a:pt x="216462" y="1102133"/>
                  </a:lnTo>
                  <a:lnTo>
                    <a:pt x="215391" y="1102548"/>
                  </a:lnTo>
                  <a:lnTo>
                    <a:pt x="214319" y="1102964"/>
                  </a:lnTo>
                  <a:lnTo>
                    <a:pt x="213248" y="1103379"/>
                  </a:lnTo>
                  <a:lnTo>
                    <a:pt x="212176" y="1103794"/>
                  </a:lnTo>
                  <a:lnTo>
                    <a:pt x="211104" y="1104209"/>
                  </a:lnTo>
                  <a:lnTo>
                    <a:pt x="210033" y="1104624"/>
                  </a:lnTo>
                  <a:lnTo>
                    <a:pt x="208961" y="1105038"/>
                  </a:lnTo>
                  <a:lnTo>
                    <a:pt x="207890" y="1105452"/>
                  </a:lnTo>
                  <a:lnTo>
                    <a:pt x="206818" y="1105867"/>
                  </a:lnTo>
                  <a:lnTo>
                    <a:pt x="205746" y="1106281"/>
                  </a:lnTo>
                  <a:lnTo>
                    <a:pt x="204675" y="1106695"/>
                  </a:lnTo>
                  <a:lnTo>
                    <a:pt x="203603" y="1107108"/>
                  </a:lnTo>
                  <a:lnTo>
                    <a:pt x="202532" y="1107522"/>
                  </a:lnTo>
                  <a:lnTo>
                    <a:pt x="201460" y="1107935"/>
                  </a:lnTo>
                  <a:lnTo>
                    <a:pt x="200388" y="1108348"/>
                  </a:lnTo>
                  <a:lnTo>
                    <a:pt x="199317" y="1108761"/>
                  </a:lnTo>
                  <a:lnTo>
                    <a:pt x="198245" y="1109174"/>
                  </a:lnTo>
                  <a:lnTo>
                    <a:pt x="197174" y="1109586"/>
                  </a:lnTo>
                  <a:lnTo>
                    <a:pt x="196102" y="1109999"/>
                  </a:lnTo>
                  <a:lnTo>
                    <a:pt x="195030" y="1110411"/>
                  </a:lnTo>
                  <a:lnTo>
                    <a:pt x="193959" y="1110823"/>
                  </a:lnTo>
                  <a:lnTo>
                    <a:pt x="192887" y="1111235"/>
                  </a:lnTo>
                  <a:lnTo>
                    <a:pt x="191816" y="1111646"/>
                  </a:lnTo>
                  <a:lnTo>
                    <a:pt x="190744" y="1112058"/>
                  </a:lnTo>
                  <a:lnTo>
                    <a:pt x="189672" y="1112469"/>
                  </a:lnTo>
                  <a:lnTo>
                    <a:pt x="188601" y="1112880"/>
                  </a:lnTo>
                  <a:lnTo>
                    <a:pt x="187529" y="1113291"/>
                  </a:lnTo>
                  <a:lnTo>
                    <a:pt x="186458" y="1113702"/>
                  </a:lnTo>
                  <a:lnTo>
                    <a:pt x="185386" y="1114112"/>
                  </a:lnTo>
                  <a:lnTo>
                    <a:pt x="184314" y="1114523"/>
                  </a:lnTo>
                  <a:lnTo>
                    <a:pt x="183243" y="1114933"/>
                  </a:lnTo>
                  <a:lnTo>
                    <a:pt x="182171" y="1115343"/>
                  </a:lnTo>
                  <a:lnTo>
                    <a:pt x="181100" y="1115753"/>
                  </a:lnTo>
                  <a:lnTo>
                    <a:pt x="180028" y="1116162"/>
                  </a:lnTo>
                  <a:lnTo>
                    <a:pt x="178956" y="1116572"/>
                  </a:lnTo>
                  <a:lnTo>
                    <a:pt x="177885" y="1116981"/>
                  </a:lnTo>
                  <a:lnTo>
                    <a:pt x="176813" y="1117390"/>
                  </a:lnTo>
                  <a:lnTo>
                    <a:pt x="175742" y="1117799"/>
                  </a:lnTo>
                  <a:lnTo>
                    <a:pt x="174670" y="1118208"/>
                  </a:lnTo>
                  <a:lnTo>
                    <a:pt x="173599" y="1118616"/>
                  </a:lnTo>
                  <a:lnTo>
                    <a:pt x="172527" y="1119024"/>
                  </a:lnTo>
                  <a:lnTo>
                    <a:pt x="171455" y="1119433"/>
                  </a:lnTo>
                  <a:lnTo>
                    <a:pt x="170384" y="1119840"/>
                  </a:lnTo>
                  <a:lnTo>
                    <a:pt x="169312" y="1120248"/>
                  </a:lnTo>
                  <a:lnTo>
                    <a:pt x="168241" y="1120656"/>
                  </a:lnTo>
                  <a:lnTo>
                    <a:pt x="167169" y="1121063"/>
                  </a:lnTo>
                  <a:lnTo>
                    <a:pt x="166097" y="1121470"/>
                  </a:lnTo>
                  <a:lnTo>
                    <a:pt x="165026" y="1121877"/>
                  </a:lnTo>
                  <a:lnTo>
                    <a:pt x="163954" y="1122284"/>
                  </a:lnTo>
                  <a:lnTo>
                    <a:pt x="162883" y="1122690"/>
                  </a:lnTo>
                  <a:lnTo>
                    <a:pt x="161811" y="1123097"/>
                  </a:lnTo>
                  <a:lnTo>
                    <a:pt x="160739" y="1123503"/>
                  </a:lnTo>
                  <a:lnTo>
                    <a:pt x="159668" y="1123909"/>
                  </a:lnTo>
                  <a:lnTo>
                    <a:pt x="158596" y="1124315"/>
                  </a:lnTo>
                  <a:lnTo>
                    <a:pt x="157525" y="1124720"/>
                  </a:lnTo>
                  <a:lnTo>
                    <a:pt x="156453" y="1125126"/>
                  </a:lnTo>
                  <a:lnTo>
                    <a:pt x="155381" y="1125531"/>
                  </a:lnTo>
                  <a:lnTo>
                    <a:pt x="154310" y="1125936"/>
                  </a:lnTo>
                  <a:lnTo>
                    <a:pt x="153238" y="1126341"/>
                  </a:lnTo>
                  <a:lnTo>
                    <a:pt x="152167" y="1126746"/>
                  </a:lnTo>
                  <a:lnTo>
                    <a:pt x="151095" y="1127150"/>
                  </a:lnTo>
                  <a:lnTo>
                    <a:pt x="150023" y="1127554"/>
                  </a:lnTo>
                  <a:lnTo>
                    <a:pt x="148952" y="1127958"/>
                  </a:lnTo>
                  <a:lnTo>
                    <a:pt x="147880" y="1128362"/>
                  </a:lnTo>
                  <a:lnTo>
                    <a:pt x="146809" y="1128766"/>
                  </a:lnTo>
                  <a:lnTo>
                    <a:pt x="145737" y="1129169"/>
                  </a:lnTo>
                  <a:lnTo>
                    <a:pt x="144665" y="1129573"/>
                  </a:lnTo>
                  <a:lnTo>
                    <a:pt x="143594" y="1129976"/>
                  </a:lnTo>
                  <a:lnTo>
                    <a:pt x="142522" y="1130378"/>
                  </a:lnTo>
                  <a:lnTo>
                    <a:pt x="141451" y="1130781"/>
                  </a:lnTo>
                  <a:lnTo>
                    <a:pt x="140379" y="1131184"/>
                  </a:lnTo>
                  <a:lnTo>
                    <a:pt x="139307" y="1131586"/>
                  </a:lnTo>
                  <a:lnTo>
                    <a:pt x="138236" y="1131988"/>
                  </a:lnTo>
                  <a:lnTo>
                    <a:pt x="137164" y="1132390"/>
                  </a:lnTo>
                  <a:lnTo>
                    <a:pt x="136093" y="1132791"/>
                  </a:lnTo>
                  <a:lnTo>
                    <a:pt x="135021" y="1133193"/>
                  </a:lnTo>
                  <a:lnTo>
                    <a:pt x="133949" y="1133594"/>
                  </a:lnTo>
                  <a:lnTo>
                    <a:pt x="132878" y="1133995"/>
                  </a:lnTo>
                  <a:lnTo>
                    <a:pt x="131806" y="1134396"/>
                  </a:lnTo>
                  <a:lnTo>
                    <a:pt x="130735" y="1134797"/>
                  </a:lnTo>
                  <a:lnTo>
                    <a:pt x="129663" y="1135197"/>
                  </a:lnTo>
                  <a:lnTo>
                    <a:pt x="128591" y="1135597"/>
                  </a:lnTo>
                  <a:lnTo>
                    <a:pt x="127520" y="1135997"/>
                  </a:lnTo>
                  <a:lnTo>
                    <a:pt x="126448" y="1136397"/>
                  </a:lnTo>
                  <a:lnTo>
                    <a:pt x="125377" y="1136797"/>
                  </a:lnTo>
                  <a:lnTo>
                    <a:pt x="124305" y="1137196"/>
                  </a:lnTo>
                  <a:lnTo>
                    <a:pt x="123233" y="1137596"/>
                  </a:lnTo>
                  <a:lnTo>
                    <a:pt x="122162" y="1137995"/>
                  </a:lnTo>
                  <a:lnTo>
                    <a:pt x="121090" y="1138394"/>
                  </a:lnTo>
                  <a:lnTo>
                    <a:pt x="120019" y="1138792"/>
                  </a:lnTo>
                  <a:lnTo>
                    <a:pt x="118947" y="1139191"/>
                  </a:lnTo>
                  <a:lnTo>
                    <a:pt x="117875" y="1139589"/>
                  </a:lnTo>
                  <a:lnTo>
                    <a:pt x="116804" y="1139987"/>
                  </a:lnTo>
                  <a:lnTo>
                    <a:pt x="115732" y="1140385"/>
                  </a:lnTo>
                  <a:lnTo>
                    <a:pt x="114661" y="1140782"/>
                  </a:lnTo>
                  <a:lnTo>
                    <a:pt x="113589" y="1141180"/>
                  </a:lnTo>
                  <a:lnTo>
                    <a:pt x="112517" y="1141577"/>
                  </a:lnTo>
                  <a:lnTo>
                    <a:pt x="111446" y="1141974"/>
                  </a:lnTo>
                  <a:lnTo>
                    <a:pt x="110374" y="1142371"/>
                  </a:lnTo>
                  <a:lnTo>
                    <a:pt x="109303" y="1142767"/>
                  </a:lnTo>
                  <a:lnTo>
                    <a:pt x="108231" y="1143164"/>
                  </a:lnTo>
                  <a:lnTo>
                    <a:pt x="107159" y="1143560"/>
                  </a:lnTo>
                  <a:lnTo>
                    <a:pt x="106088" y="1143956"/>
                  </a:lnTo>
                  <a:lnTo>
                    <a:pt x="105016" y="1144352"/>
                  </a:lnTo>
                  <a:lnTo>
                    <a:pt x="103945" y="1144747"/>
                  </a:lnTo>
                  <a:lnTo>
                    <a:pt x="102873" y="1145142"/>
                  </a:lnTo>
                  <a:lnTo>
                    <a:pt x="101801" y="1145538"/>
                  </a:lnTo>
                  <a:lnTo>
                    <a:pt x="100730" y="1145933"/>
                  </a:lnTo>
                  <a:lnTo>
                    <a:pt x="99658" y="1146327"/>
                  </a:lnTo>
                  <a:lnTo>
                    <a:pt x="98587" y="1146722"/>
                  </a:lnTo>
                  <a:lnTo>
                    <a:pt x="97515" y="1147116"/>
                  </a:lnTo>
                  <a:lnTo>
                    <a:pt x="96443" y="1147510"/>
                  </a:lnTo>
                  <a:lnTo>
                    <a:pt x="95372" y="1147904"/>
                  </a:lnTo>
                  <a:lnTo>
                    <a:pt x="94300" y="1148298"/>
                  </a:lnTo>
                  <a:lnTo>
                    <a:pt x="93229" y="1148691"/>
                  </a:lnTo>
                  <a:lnTo>
                    <a:pt x="92157" y="1149085"/>
                  </a:lnTo>
                  <a:lnTo>
                    <a:pt x="91085" y="1149478"/>
                  </a:lnTo>
                  <a:lnTo>
                    <a:pt x="90014" y="1149870"/>
                  </a:lnTo>
                  <a:lnTo>
                    <a:pt x="88942" y="1150263"/>
                  </a:lnTo>
                  <a:lnTo>
                    <a:pt x="87871" y="1150656"/>
                  </a:lnTo>
                  <a:lnTo>
                    <a:pt x="86799" y="1151048"/>
                  </a:lnTo>
                  <a:lnTo>
                    <a:pt x="85727" y="1151440"/>
                  </a:lnTo>
                  <a:lnTo>
                    <a:pt x="84656" y="1151832"/>
                  </a:lnTo>
                  <a:lnTo>
                    <a:pt x="83584" y="1152223"/>
                  </a:lnTo>
                  <a:lnTo>
                    <a:pt x="82513" y="1152614"/>
                  </a:lnTo>
                  <a:lnTo>
                    <a:pt x="81441" y="1153006"/>
                  </a:lnTo>
                  <a:lnTo>
                    <a:pt x="80369" y="1153397"/>
                  </a:lnTo>
                  <a:lnTo>
                    <a:pt x="79298" y="1153787"/>
                  </a:lnTo>
                  <a:lnTo>
                    <a:pt x="78226" y="1154178"/>
                  </a:lnTo>
                  <a:lnTo>
                    <a:pt x="77155" y="1154568"/>
                  </a:lnTo>
                  <a:lnTo>
                    <a:pt x="76083" y="1154958"/>
                  </a:lnTo>
                  <a:lnTo>
                    <a:pt x="75011" y="1155348"/>
                  </a:lnTo>
                  <a:lnTo>
                    <a:pt x="73940" y="1155738"/>
                  </a:lnTo>
                  <a:lnTo>
                    <a:pt x="72868" y="1156127"/>
                  </a:lnTo>
                  <a:lnTo>
                    <a:pt x="71797" y="1156517"/>
                  </a:lnTo>
                  <a:lnTo>
                    <a:pt x="70725" y="1156906"/>
                  </a:lnTo>
                  <a:lnTo>
                    <a:pt x="69653" y="1157295"/>
                  </a:lnTo>
                  <a:lnTo>
                    <a:pt x="68582" y="1157683"/>
                  </a:lnTo>
                  <a:lnTo>
                    <a:pt x="67510" y="1158072"/>
                  </a:lnTo>
                  <a:lnTo>
                    <a:pt x="66439" y="1158460"/>
                  </a:lnTo>
                  <a:lnTo>
                    <a:pt x="65367" y="1158848"/>
                  </a:lnTo>
                  <a:lnTo>
                    <a:pt x="64295" y="1159236"/>
                  </a:lnTo>
                  <a:lnTo>
                    <a:pt x="63224" y="1159623"/>
                  </a:lnTo>
                  <a:lnTo>
                    <a:pt x="62152" y="1160010"/>
                  </a:lnTo>
                  <a:lnTo>
                    <a:pt x="61081" y="1160398"/>
                  </a:lnTo>
                  <a:lnTo>
                    <a:pt x="60009" y="1160785"/>
                  </a:lnTo>
                  <a:lnTo>
                    <a:pt x="58937" y="1161171"/>
                  </a:lnTo>
                  <a:lnTo>
                    <a:pt x="57866" y="1161558"/>
                  </a:lnTo>
                  <a:lnTo>
                    <a:pt x="56794" y="1161944"/>
                  </a:lnTo>
                  <a:lnTo>
                    <a:pt x="55723" y="1162330"/>
                  </a:lnTo>
                  <a:lnTo>
                    <a:pt x="54651" y="1162716"/>
                  </a:lnTo>
                  <a:lnTo>
                    <a:pt x="53579" y="1163102"/>
                  </a:lnTo>
                  <a:lnTo>
                    <a:pt x="52508" y="1163487"/>
                  </a:lnTo>
                  <a:lnTo>
                    <a:pt x="51436" y="1163872"/>
                  </a:lnTo>
                  <a:lnTo>
                    <a:pt x="50365" y="1164257"/>
                  </a:lnTo>
                  <a:lnTo>
                    <a:pt x="49293" y="1164642"/>
                  </a:lnTo>
                  <a:lnTo>
                    <a:pt x="48221" y="1165027"/>
                  </a:lnTo>
                  <a:lnTo>
                    <a:pt x="47150" y="1165411"/>
                  </a:lnTo>
                  <a:lnTo>
                    <a:pt x="46078" y="1165795"/>
                  </a:lnTo>
                  <a:lnTo>
                    <a:pt x="45007" y="1166179"/>
                  </a:lnTo>
                  <a:lnTo>
                    <a:pt x="43935" y="1166563"/>
                  </a:lnTo>
                  <a:lnTo>
                    <a:pt x="42863" y="1166946"/>
                  </a:lnTo>
                  <a:lnTo>
                    <a:pt x="41792" y="1167329"/>
                  </a:lnTo>
                  <a:lnTo>
                    <a:pt x="40720" y="1167712"/>
                  </a:lnTo>
                  <a:lnTo>
                    <a:pt x="39649" y="1168095"/>
                  </a:lnTo>
                  <a:lnTo>
                    <a:pt x="38577" y="1168478"/>
                  </a:lnTo>
                  <a:lnTo>
                    <a:pt x="37505" y="1168860"/>
                  </a:lnTo>
                  <a:lnTo>
                    <a:pt x="36434" y="1169242"/>
                  </a:lnTo>
                  <a:lnTo>
                    <a:pt x="35362" y="1169624"/>
                  </a:lnTo>
                  <a:lnTo>
                    <a:pt x="34291" y="1170006"/>
                  </a:lnTo>
                  <a:lnTo>
                    <a:pt x="33219" y="1170388"/>
                  </a:lnTo>
                  <a:lnTo>
                    <a:pt x="32147" y="1170769"/>
                  </a:lnTo>
                  <a:lnTo>
                    <a:pt x="31076" y="1171150"/>
                  </a:lnTo>
                  <a:lnTo>
                    <a:pt x="30004" y="1171531"/>
                  </a:lnTo>
                  <a:lnTo>
                    <a:pt x="28933" y="1171912"/>
                  </a:lnTo>
                  <a:lnTo>
                    <a:pt x="27861" y="1172292"/>
                  </a:lnTo>
                  <a:lnTo>
                    <a:pt x="26789" y="1172672"/>
                  </a:lnTo>
                  <a:lnTo>
                    <a:pt x="25718" y="1173052"/>
                  </a:lnTo>
                  <a:lnTo>
                    <a:pt x="24646" y="1173432"/>
                  </a:lnTo>
                  <a:lnTo>
                    <a:pt x="23575" y="1173812"/>
                  </a:lnTo>
                  <a:lnTo>
                    <a:pt x="22503" y="1174191"/>
                  </a:lnTo>
                  <a:lnTo>
                    <a:pt x="21431" y="1174570"/>
                  </a:lnTo>
                  <a:lnTo>
                    <a:pt x="20360" y="1174949"/>
                  </a:lnTo>
                  <a:lnTo>
                    <a:pt x="19288" y="1175328"/>
                  </a:lnTo>
                  <a:lnTo>
                    <a:pt x="18217" y="1175707"/>
                  </a:lnTo>
                  <a:lnTo>
                    <a:pt x="17145" y="1176085"/>
                  </a:lnTo>
                  <a:lnTo>
                    <a:pt x="16073" y="1176463"/>
                  </a:lnTo>
                  <a:lnTo>
                    <a:pt x="15002" y="1176841"/>
                  </a:lnTo>
                  <a:lnTo>
                    <a:pt x="13930" y="1177218"/>
                  </a:lnTo>
                  <a:lnTo>
                    <a:pt x="12859" y="1177596"/>
                  </a:lnTo>
                  <a:lnTo>
                    <a:pt x="11787" y="1177973"/>
                  </a:lnTo>
                  <a:lnTo>
                    <a:pt x="10715" y="1178350"/>
                  </a:lnTo>
                  <a:lnTo>
                    <a:pt x="9644" y="1178727"/>
                  </a:lnTo>
                  <a:lnTo>
                    <a:pt x="8572" y="1179103"/>
                  </a:lnTo>
                  <a:lnTo>
                    <a:pt x="7501" y="1179479"/>
                  </a:lnTo>
                  <a:lnTo>
                    <a:pt x="6429" y="1179856"/>
                  </a:lnTo>
                  <a:lnTo>
                    <a:pt x="5357" y="1180231"/>
                  </a:lnTo>
                  <a:lnTo>
                    <a:pt x="4286" y="1180607"/>
                  </a:lnTo>
                  <a:lnTo>
                    <a:pt x="3214" y="1180983"/>
                  </a:lnTo>
                  <a:lnTo>
                    <a:pt x="2143" y="1181358"/>
                  </a:lnTo>
                  <a:lnTo>
                    <a:pt x="1071" y="1181733"/>
                  </a:lnTo>
                  <a:lnTo>
                    <a:pt x="0" y="1182108"/>
                  </a:lnTo>
                  <a:lnTo>
                    <a:pt x="0" y="118210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684231" y="4368786"/>
              <a:ext cx="3856684" cy="1221881"/>
            </a:xfrm>
            <a:custGeom>
              <a:avLst/>
              <a:gdLst/>
              <a:ahLst/>
              <a:cxnLst/>
              <a:rect l="0" t="0" r="0" b="0"/>
              <a:pathLst>
                <a:path w="3856684" h="1221881">
                  <a:moveTo>
                    <a:pt x="0" y="1221881"/>
                  </a:moveTo>
                  <a:lnTo>
                    <a:pt x="1071" y="1221566"/>
                  </a:lnTo>
                  <a:lnTo>
                    <a:pt x="2143" y="1221250"/>
                  </a:lnTo>
                  <a:lnTo>
                    <a:pt x="3214" y="1220934"/>
                  </a:lnTo>
                  <a:lnTo>
                    <a:pt x="4286" y="1220618"/>
                  </a:lnTo>
                  <a:lnTo>
                    <a:pt x="5357" y="1220301"/>
                  </a:lnTo>
                  <a:lnTo>
                    <a:pt x="6429" y="1219985"/>
                  </a:lnTo>
                  <a:lnTo>
                    <a:pt x="7501" y="1219668"/>
                  </a:lnTo>
                  <a:lnTo>
                    <a:pt x="8572" y="1219352"/>
                  </a:lnTo>
                  <a:lnTo>
                    <a:pt x="9644" y="1219035"/>
                  </a:lnTo>
                  <a:lnTo>
                    <a:pt x="10715" y="1218718"/>
                  </a:lnTo>
                  <a:lnTo>
                    <a:pt x="11787" y="1218400"/>
                  </a:lnTo>
                  <a:lnTo>
                    <a:pt x="12859" y="1218083"/>
                  </a:lnTo>
                  <a:lnTo>
                    <a:pt x="13930" y="1217765"/>
                  </a:lnTo>
                  <a:lnTo>
                    <a:pt x="15002" y="1217448"/>
                  </a:lnTo>
                  <a:lnTo>
                    <a:pt x="16073" y="1217130"/>
                  </a:lnTo>
                  <a:lnTo>
                    <a:pt x="17145" y="1216812"/>
                  </a:lnTo>
                  <a:lnTo>
                    <a:pt x="18217" y="1216494"/>
                  </a:lnTo>
                  <a:lnTo>
                    <a:pt x="19288" y="1216175"/>
                  </a:lnTo>
                  <a:lnTo>
                    <a:pt x="20360" y="1215857"/>
                  </a:lnTo>
                  <a:lnTo>
                    <a:pt x="21431" y="1215538"/>
                  </a:lnTo>
                  <a:lnTo>
                    <a:pt x="22503" y="1215219"/>
                  </a:lnTo>
                  <a:lnTo>
                    <a:pt x="23575" y="1214900"/>
                  </a:lnTo>
                  <a:lnTo>
                    <a:pt x="24646" y="1214581"/>
                  </a:lnTo>
                  <a:lnTo>
                    <a:pt x="25718" y="1214262"/>
                  </a:lnTo>
                  <a:lnTo>
                    <a:pt x="26789" y="1213942"/>
                  </a:lnTo>
                  <a:lnTo>
                    <a:pt x="27861" y="1213623"/>
                  </a:lnTo>
                  <a:lnTo>
                    <a:pt x="28933" y="1213303"/>
                  </a:lnTo>
                  <a:lnTo>
                    <a:pt x="30004" y="1212983"/>
                  </a:lnTo>
                  <a:lnTo>
                    <a:pt x="31076" y="1212663"/>
                  </a:lnTo>
                  <a:lnTo>
                    <a:pt x="32147" y="1212343"/>
                  </a:lnTo>
                  <a:lnTo>
                    <a:pt x="33219" y="1212022"/>
                  </a:lnTo>
                  <a:lnTo>
                    <a:pt x="34291" y="1211702"/>
                  </a:lnTo>
                  <a:lnTo>
                    <a:pt x="35362" y="1211381"/>
                  </a:lnTo>
                  <a:lnTo>
                    <a:pt x="36434" y="1211060"/>
                  </a:lnTo>
                  <a:lnTo>
                    <a:pt x="37505" y="1210739"/>
                  </a:lnTo>
                  <a:lnTo>
                    <a:pt x="38577" y="1210418"/>
                  </a:lnTo>
                  <a:lnTo>
                    <a:pt x="39649" y="1210097"/>
                  </a:lnTo>
                  <a:lnTo>
                    <a:pt x="40720" y="1209775"/>
                  </a:lnTo>
                  <a:lnTo>
                    <a:pt x="41792" y="1209454"/>
                  </a:lnTo>
                  <a:lnTo>
                    <a:pt x="42863" y="1209132"/>
                  </a:lnTo>
                  <a:lnTo>
                    <a:pt x="43935" y="1208810"/>
                  </a:lnTo>
                  <a:lnTo>
                    <a:pt x="45007" y="1208488"/>
                  </a:lnTo>
                  <a:lnTo>
                    <a:pt x="46078" y="1208165"/>
                  </a:lnTo>
                  <a:lnTo>
                    <a:pt x="47150" y="1207843"/>
                  </a:lnTo>
                  <a:lnTo>
                    <a:pt x="48221" y="1207520"/>
                  </a:lnTo>
                  <a:lnTo>
                    <a:pt x="49293" y="1207197"/>
                  </a:lnTo>
                  <a:lnTo>
                    <a:pt x="50365" y="1206874"/>
                  </a:lnTo>
                  <a:lnTo>
                    <a:pt x="51436" y="1206551"/>
                  </a:lnTo>
                  <a:lnTo>
                    <a:pt x="52508" y="1206228"/>
                  </a:lnTo>
                  <a:lnTo>
                    <a:pt x="53579" y="1205905"/>
                  </a:lnTo>
                  <a:lnTo>
                    <a:pt x="54651" y="1205581"/>
                  </a:lnTo>
                  <a:lnTo>
                    <a:pt x="55723" y="1205257"/>
                  </a:lnTo>
                  <a:lnTo>
                    <a:pt x="56794" y="1204933"/>
                  </a:lnTo>
                  <a:lnTo>
                    <a:pt x="57866" y="1204609"/>
                  </a:lnTo>
                  <a:lnTo>
                    <a:pt x="58937" y="1204285"/>
                  </a:lnTo>
                  <a:lnTo>
                    <a:pt x="60009" y="1203961"/>
                  </a:lnTo>
                  <a:lnTo>
                    <a:pt x="61081" y="1203636"/>
                  </a:lnTo>
                  <a:lnTo>
                    <a:pt x="62152" y="1203311"/>
                  </a:lnTo>
                  <a:lnTo>
                    <a:pt x="63224" y="1202987"/>
                  </a:lnTo>
                  <a:lnTo>
                    <a:pt x="64295" y="1202661"/>
                  </a:lnTo>
                  <a:lnTo>
                    <a:pt x="65367" y="1202336"/>
                  </a:lnTo>
                  <a:lnTo>
                    <a:pt x="66439" y="1202011"/>
                  </a:lnTo>
                  <a:lnTo>
                    <a:pt x="67510" y="1201685"/>
                  </a:lnTo>
                  <a:lnTo>
                    <a:pt x="68582" y="1201360"/>
                  </a:lnTo>
                  <a:lnTo>
                    <a:pt x="69653" y="1201034"/>
                  </a:lnTo>
                  <a:lnTo>
                    <a:pt x="70725" y="1200708"/>
                  </a:lnTo>
                  <a:lnTo>
                    <a:pt x="71797" y="1200382"/>
                  </a:lnTo>
                  <a:lnTo>
                    <a:pt x="72868" y="1200055"/>
                  </a:lnTo>
                  <a:lnTo>
                    <a:pt x="73940" y="1199729"/>
                  </a:lnTo>
                  <a:lnTo>
                    <a:pt x="75011" y="1199402"/>
                  </a:lnTo>
                  <a:lnTo>
                    <a:pt x="76083" y="1199075"/>
                  </a:lnTo>
                  <a:lnTo>
                    <a:pt x="77155" y="1198748"/>
                  </a:lnTo>
                  <a:lnTo>
                    <a:pt x="78226" y="1198421"/>
                  </a:lnTo>
                  <a:lnTo>
                    <a:pt x="79298" y="1198094"/>
                  </a:lnTo>
                  <a:lnTo>
                    <a:pt x="80369" y="1197766"/>
                  </a:lnTo>
                  <a:lnTo>
                    <a:pt x="81441" y="1197439"/>
                  </a:lnTo>
                  <a:lnTo>
                    <a:pt x="82513" y="1197111"/>
                  </a:lnTo>
                  <a:lnTo>
                    <a:pt x="83584" y="1196783"/>
                  </a:lnTo>
                  <a:lnTo>
                    <a:pt x="84656" y="1196455"/>
                  </a:lnTo>
                  <a:lnTo>
                    <a:pt x="85727" y="1196127"/>
                  </a:lnTo>
                  <a:lnTo>
                    <a:pt x="86799" y="1195798"/>
                  </a:lnTo>
                  <a:lnTo>
                    <a:pt x="87871" y="1195470"/>
                  </a:lnTo>
                  <a:lnTo>
                    <a:pt x="88942" y="1195141"/>
                  </a:lnTo>
                  <a:lnTo>
                    <a:pt x="90014" y="1194812"/>
                  </a:lnTo>
                  <a:lnTo>
                    <a:pt x="91085" y="1194483"/>
                  </a:lnTo>
                  <a:lnTo>
                    <a:pt x="92157" y="1194154"/>
                  </a:lnTo>
                  <a:lnTo>
                    <a:pt x="93229" y="1193824"/>
                  </a:lnTo>
                  <a:lnTo>
                    <a:pt x="94300" y="1193495"/>
                  </a:lnTo>
                  <a:lnTo>
                    <a:pt x="95372" y="1193165"/>
                  </a:lnTo>
                  <a:lnTo>
                    <a:pt x="96443" y="1192835"/>
                  </a:lnTo>
                  <a:lnTo>
                    <a:pt x="97515" y="1192505"/>
                  </a:lnTo>
                  <a:lnTo>
                    <a:pt x="98587" y="1192175"/>
                  </a:lnTo>
                  <a:lnTo>
                    <a:pt x="99658" y="1191844"/>
                  </a:lnTo>
                  <a:lnTo>
                    <a:pt x="100730" y="1191514"/>
                  </a:lnTo>
                  <a:lnTo>
                    <a:pt x="101801" y="1191183"/>
                  </a:lnTo>
                  <a:lnTo>
                    <a:pt x="102873" y="1190852"/>
                  </a:lnTo>
                  <a:lnTo>
                    <a:pt x="103945" y="1190521"/>
                  </a:lnTo>
                  <a:lnTo>
                    <a:pt x="105016" y="1190190"/>
                  </a:lnTo>
                  <a:lnTo>
                    <a:pt x="106088" y="1189858"/>
                  </a:lnTo>
                  <a:lnTo>
                    <a:pt x="107159" y="1189527"/>
                  </a:lnTo>
                  <a:lnTo>
                    <a:pt x="108231" y="1189195"/>
                  </a:lnTo>
                  <a:lnTo>
                    <a:pt x="109303" y="1188863"/>
                  </a:lnTo>
                  <a:lnTo>
                    <a:pt x="110374" y="1188531"/>
                  </a:lnTo>
                  <a:lnTo>
                    <a:pt x="111446" y="1188199"/>
                  </a:lnTo>
                  <a:lnTo>
                    <a:pt x="112517" y="1187866"/>
                  </a:lnTo>
                  <a:lnTo>
                    <a:pt x="113589" y="1187534"/>
                  </a:lnTo>
                  <a:lnTo>
                    <a:pt x="114661" y="1187201"/>
                  </a:lnTo>
                  <a:lnTo>
                    <a:pt x="115732" y="1186868"/>
                  </a:lnTo>
                  <a:lnTo>
                    <a:pt x="116804" y="1186535"/>
                  </a:lnTo>
                  <a:lnTo>
                    <a:pt x="117875" y="1186202"/>
                  </a:lnTo>
                  <a:lnTo>
                    <a:pt x="118947" y="1185869"/>
                  </a:lnTo>
                  <a:lnTo>
                    <a:pt x="120019" y="1185535"/>
                  </a:lnTo>
                  <a:lnTo>
                    <a:pt x="121090" y="1185202"/>
                  </a:lnTo>
                  <a:lnTo>
                    <a:pt x="122162" y="1184868"/>
                  </a:lnTo>
                  <a:lnTo>
                    <a:pt x="123233" y="1184534"/>
                  </a:lnTo>
                  <a:lnTo>
                    <a:pt x="124305" y="1184199"/>
                  </a:lnTo>
                  <a:lnTo>
                    <a:pt x="125377" y="1183865"/>
                  </a:lnTo>
                  <a:lnTo>
                    <a:pt x="126448" y="1183531"/>
                  </a:lnTo>
                  <a:lnTo>
                    <a:pt x="127520" y="1183196"/>
                  </a:lnTo>
                  <a:lnTo>
                    <a:pt x="128591" y="1182861"/>
                  </a:lnTo>
                  <a:lnTo>
                    <a:pt x="129663" y="1182526"/>
                  </a:lnTo>
                  <a:lnTo>
                    <a:pt x="130735" y="1182191"/>
                  </a:lnTo>
                  <a:lnTo>
                    <a:pt x="131806" y="1181855"/>
                  </a:lnTo>
                  <a:lnTo>
                    <a:pt x="132878" y="1181520"/>
                  </a:lnTo>
                  <a:lnTo>
                    <a:pt x="133949" y="1181184"/>
                  </a:lnTo>
                  <a:lnTo>
                    <a:pt x="135021" y="1180848"/>
                  </a:lnTo>
                  <a:lnTo>
                    <a:pt x="136093" y="1180512"/>
                  </a:lnTo>
                  <a:lnTo>
                    <a:pt x="137164" y="1180176"/>
                  </a:lnTo>
                  <a:lnTo>
                    <a:pt x="138236" y="1179840"/>
                  </a:lnTo>
                  <a:lnTo>
                    <a:pt x="139307" y="1179503"/>
                  </a:lnTo>
                  <a:lnTo>
                    <a:pt x="140379" y="1179166"/>
                  </a:lnTo>
                  <a:lnTo>
                    <a:pt x="141451" y="1178830"/>
                  </a:lnTo>
                  <a:lnTo>
                    <a:pt x="142522" y="1178493"/>
                  </a:lnTo>
                  <a:lnTo>
                    <a:pt x="143594" y="1178155"/>
                  </a:lnTo>
                  <a:lnTo>
                    <a:pt x="144665" y="1177818"/>
                  </a:lnTo>
                  <a:lnTo>
                    <a:pt x="145737" y="1177481"/>
                  </a:lnTo>
                  <a:lnTo>
                    <a:pt x="146809" y="1177143"/>
                  </a:lnTo>
                  <a:lnTo>
                    <a:pt x="147880" y="1176805"/>
                  </a:lnTo>
                  <a:lnTo>
                    <a:pt x="148952" y="1176467"/>
                  </a:lnTo>
                  <a:lnTo>
                    <a:pt x="150023" y="1176129"/>
                  </a:lnTo>
                  <a:lnTo>
                    <a:pt x="151095" y="1175790"/>
                  </a:lnTo>
                  <a:lnTo>
                    <a:pt x="152167" y="1175452"/>
                  </a:lnTo>
                  <a:lnTo>
                    <a:pt x="153238" y="1175113"/>
                  </a:lnTo>
                  <a:lnTo>
                    <a:pt x="154310" y="1174774"/>
                  </a:lnTo>
                  <a:lnTo>
                    <a:pt x="155381" y="1174435"/>
                  </a:lnTo>
                  <a:lnTo>
                    <a:pt x="156453" y="1174096"/>
                  </a:lnTo>
                  <a:lnTo>
                    <a:pt x="157525" y="1173757"/>
                  </a:lnTo>
                  <a:lnTo>
                    <a:pt x="158596" y="1173417"/>
                  </a:lnTo>
                  <a:lnTo>
                    <a:pt x="159668" y="1173077"/>
                  </a:lnTo>
                  <a:lnTo>
                    <a:pt x="160739" y="1172737"/>
                  </a:lnTo>
                  <a:lnTo>
                    <a:pt x="161811" y="1172397"/>
                  </a:lnTo>
                  <a:lnTo>
                    <a:pt x="162883" y="1172057"/>
                  </a:lnTo>
                  <a:lnTo>
                    <a:pt x="163954" y="1171717"/>
                  </a:lnTo>
                  <a:lnTo>
                    <a:pt x="165026" y="1171376"/>
                  </a:lnTo>
                  <a:lnTo>
                    <a:pt x="166097" y="1171035"/>
                  </a:lnTo>
                  <a:lnTo>
                    <a:pt x="167169" y="1170695"/>
                  </a:lnTo>
                  <a:lnTo>
                    <a:pt x="168241" y="1170354"/>
                  </a:lnTo>
                  <a:lnTo>
                    <a:pt x="169312" y="1170012"/>
                  </a:lnTo>
                  <a:lnTo>
                    <a:pt x="170384" y="1169671"/>
                  </a:lnTo>
                  <a:lnTo>
                    <a:pt x="171455" y="1169329"/>
                  </a:lnTo>
                  <a:lnTo>
                    <a:pt x="172527" y="1168988"/>
                  </a:lnTo>
                  <a:lnTo>
                    <a:pt x="173599" y="1168646"/>
                  </a:lnTo>
                  <a:lnTo>
                    <a:pt x="174670" y="1168304"/>
                  </a:lnTo>
                  <a:lnTo>
                    <a:pt x="175742" y="1167961"/>
                  </a:lnTo>
                  <a:lnTo>
                    <a:pt x="176813" y="1167619"/>
                  </a:lnTo>
                  <a:lnTo>
                    <a:pt x="177885" y="1167276"/>
                  </a:lnTo>
                  <a:lnTo>
                    <a:pt x="178956" y="1166934"/>
                  </a:lnTo>
                  <a:lnTo>
                    <a:pt x="180028" y="1166591"/>
                  </a:lnTo>
                  <a:lnTo>
                    <a:pt x="181100" y="1166248"/>
                  </a:lnTo>
                  <a:lnTo>
                    <a:pt x="182171" y="1165904"/>
                  </a:lnTo>
                  <a:lnTo>
                    <a:pt x="183243" y="1165561"/>
                  </a:lnTo>
                  <a:lnTo>
                    <a:pt x="184314" y="1165217"/>
                  </a:lnTo>
                  <a:lnTo>
                    <a:pt x="185386" y="1164873"/>
                  </a:lnTo>
                  <a:lnTo>
                    <a:pt x="186458" y="1164529"/>
                  </a:lnTo>
                  <a:lnTo>
                    <a:pt x="187529" y="1164185"/>
                  </a:lnTo>
                  <a:lnTo>
                    <a:pt x="188601" y="1163841"/>
                  </a:lnTo>
                  <a:lnTo>
                    <a:pt x="189672" y="1163497"/>
                  </a:lnTo>
                  <a:lnTo>
                    <a:pt x="190744" y="1163152"/>
                  </a:lnTo>
                  <a:lnTo>
                    <a:pt x="191816" y="1162807"/>
                  </a:lnTo>
                  <a:lnTo>
                    <a:pt x="192887" y="1162462"/>
                  </a:lnTo>
                  <a:lnTo>
                    <a:pt x="193959" y="1162117"/>
                  </a:lnTo>
                  <a:lnTo>
                    <a:pt x="195030" y="1161772"/>
                  </a:lnTo>
                  <a:lnTo>
                    <a:pt x="196102" y="1161426"/>
                  </a:lnTo>
                  <a:lnTo>
                    <a:pt x="197174" y="1161080"/>
                  </a:lnTo>
                  <a:lnTo>
                    <a:pt x="198245" y="1160735"/>
                  </a:lnTo>
                  <a:lnTo>
                    <a:pt x="199317" y="1160389"/>
                  </a:lnTo>
                  <a:lnTo>
                    <a:pt x="200388" y="1160042"/>
                  </a:lnTo>
                  <a:lnTo>
                    <a:pt x="201460" y="1159696"/>
                  </a:lnTo>
                  <a:lnTo>
                    <a:pt x="202532" y="1159350"/>
                  </a:lnTo>
                  <a:lnTo>
                    <a:pt x="203603" y="1159003"/>
                  </a:lnTo>
                  <a:lnTo>
                    <a:pt x="204675" y="1158656"/>
                  </a:lnTo>
                  <a:lnTo>
                    <a:pt x="205746" y="1158309"/>
                  </a:lnTo>
                  <a:lnTo>
                    <a:pt x="206818" y="1157962"/>
                  </a:lnTo>
                  <a:lnTo>
                    <a:pt x="207890" y="1157614"/>
                  </a:lnTo>
                  <a:lnTo>
                    <a:pt x="208961" y="1157267"/>
                  </a:lnTo>
                  <a:lnTo>
                    <a:pt x="210033" y="1156919"/>
                  </a:lnTo>
                  <a:lnTo>
                    <a:pt x="211104" y="1156571"/>
                  </a:lnTo>
                  <a:lnTo>
                    <a:pt x="212176" y="1156223"/>
                  </a:lnTo>
                  <a:lnTo>
                    <a:pt x="213248" y="1155875"/>
                  </a:lnTo>
                  <a:lnTo>
                    <a:pt x="214319" y="1155526"/>
                  </a:lnTo>
                  <a:lnTo>
                    <a:pt x="215391" y="1155178"/>
                  </a:lnTo>
                  <a:lnTo>
                    <a:pt x="216462" y="1154829"/>
                  </a:lnTo>
                  <a:lnTo>
                    <a:pt x="217534" y="1154480"/>
                  </a:lnTo>
                  <a:lnTo>
                    <a:pt x="218606" y="1154131"/>
                  </a:lnTo>
                  <a:lnTo>
                    <a:pt x="219677" y="1153782"/>
                  </a:lnTo>
                  <a:lnTo>
                    <a:pt x="220749" y="1153432"/>
                  </a:lnTo>
                  <a:lnTo>
                    <a:pt x="221820" y="1153083"/>
                  </a:lnTo>
                  <a:lnTo>
                    <a:pt x="222892" y="1152733"/>
                  </a:lnTo>
                  <a:lnTo>
                    <a:pt x="223964" y="1152383"/>
                  </a:lnTo>
                  <a:lnTo>
                    <a:pt x="225035" y="1152033"/>
                  </a:lnTo>
                  <a:lnTo>
                    <a:pt x="226107" y="1151682"/>
                  </a:lnTo>
                  <a:lnTo>
                    <a:pt x="227178" y="1151332"/>
                  </a:lnTo>
                  <a:lnTo>
                    <a:pt x="228250" y="1150981"/>
                  </a:lnTo>
                  <a:lnTo>
                    <a:pt x="229322" y="1150630"/>
                  </a:lnTo>
                  <a:lnTo>
                    <a:pt x="230393" y="1150279"/>
                  </a:lnTo>
                  <a:lnTo>
                    <a:pt x="231465" y="1149928"/>
                  </a:lnTo>
                  <a:lnTo>
                    <a:pt x="232536" y="1149577"/>
                  </a:lnTo>
                  <a:lnTo>
                    <a:pt x="233608" y="1149225"/>
                  </a:lnTo>
                  <a:lnTo>
                    <a:pt x="234680" y="1148873"/>
                  </a:lnTo>
                  <a:lnTo>
                    <a:pt x="235751" y="1148522"/>
                  </a:lnTo>
                  <a:lnTo>
                    <a:pt x="236823" y="1148170"/>
                  </a:lnTo>
                  <a:lnTo>
                    <a:pt x="237894" y="1147817"/>
                  </a:lnTo>
                  <a:lnTo>
                    <a:pt x="238966" y="1147465"/>
                  </a:lnTo>
                  <a:lnTo>
                    <a:pt x="240038" y="1147112"/>
                  </a:lnTo>
                  <a:lnTo>
                    <a:pt x="241109" y="1146759"/>
                  </a:lnTo>
                  <a:lnTo>
                    <a:pt x="242181" y="1146407"/>
                  </a:lnTo>
                  <a:lnTo>
                    <a:pt x="243252" y="1146053"/>
                  </a:lnTo>
                  <a:lnTo>
                    <a:pt x="244324" y="1145700"/>
                  </a:lnTo>
                  <a:lnTo>
                    <a:pt x="245396" y="1145347"/>
                  </a:lnTo>
                  <a:lnTo>
                    <a:pt x="246467" y="1144993"/>
                  </a:lnTo>
                  <a:lnTo>
                    <a:pt x="247539" y="1144639"/>
                  </a:lnTo>
                  <a:lnTo>
                    <a:pt x="248610" y="1144285"/>
                  </a:lnTo>
                  <a:lnTo>
                    <a:pt x="249682" y="1143931"/>
                  </a:lnTo>
                  <a:lnTo>
                    <a:pt x="250754" y="1143577"/>
                  </a:lnTo>
                  <a:lnTo>
                    <a:pt x="251825" y="1143222"/>
                  </a:lnTo>
                  <a:lnTo>
                    <a:pt x="252897" y="1142867"/>
                  </a:lnTo>
                  <a:lnTo>
                    <a:pt x="253968" y="1142513"/>
                  </a:lnTo>
                  <a:lnTo>
                    <a:pt x="255040" y="1142158"/>
                  </a:lnTo>
                  <a:lnTo>
                    <a:pt x="256112" y="1141802"/>
                  </a:lnTo>
                  <a:lnTo>
                    <a:pt x="257183" y="1141447"/>
                  </a:lnTo>
                  <a:lnTo>
                    <a:pt x="258255" y="1141091"/>
                  </a:lnTo>
                  <a:lnTo>
                    <a:pt x="259326" y="1140736"/>
                  </a:lnTo>
                  <a:lnTo>
                    <a:pt x="260398" y="1140380"/>
                  </a:lnTo>
                  <a:lnTo>
                    <a:pt x="261470" y="1140024"/>
                  </a:lnTo>
                  <a:lnTo>
                    <a:pt x="262541" y="1139667"/>
                  </a:lnTo>
                  <a:lnTo>
                    <a:pt x="263613" y="1139311"/>
                  </a:lnTo>
                  <a:lnTo>
                    <a:pt x="264684" y="1138954"/>
                  </a:lnTo>
                  <a:lnTo>
                    <a:pt x="265756" y="1138597"/>
                  </a:lnTo>
                  <a:lnTo>
                    <a:pt x="266828" y="1138240"/>
                  </a:lnTo>
                  <a:lnTo>
                    <a:pt x="267899" y="1137883"/>
                  </a:lnTo>
                  <a:lnTo>
                    <a:pt x="268971" y="1137526"/>
                  </a:lnTo>
                  <a:lnTo>
                    <a:pt x="270042" y="1137168"/>
                  </a:lnTo>
                  <a:lnTo>
                    <a:pt x="271114" y="1136811"/>
                  </a:lnTo>
                  <a:lnTo>
                    <a:pt x="272186" y="1136453"/>
                  </a:lnTo>
                  <a:lnTo>
                    <a:pt x="273257" y="1136095"/>
                  </a:lnTo>
                  <a:lnTo>
                    <a:pt x="274329" y="1135736"/>
                  </a:lnTo>
                  <a:lnTo>
                    <a:pt x="275400" y="1135378"/>
                  </a:lnTo>
                  <a:lnTo>
                    <a:pt x="276472" y="1135019"/>
                  </a:lnTo>
                  <a:lnTo>
                    <a:pt x="277544" y="1134661"/>
                  </a:lnTo>
                  <a:lnTo>
                    <a:pt x="278615" y="1134302"/>
                  </a:lnTo>
                  <a:lnTo>
                    <a:pt x="279687" y="1133943"/>
                  </a:lnTo>
                  <a:lnTo>
                    <a:pt x="280758" y="1133583"/>
                  </a:lnTo>
                  <a:lnTo>
                    <a:pt x="281830" y="1133224"/>
                  </a:lnTo>
                  <a:lnTo>
                    <a:pt x="282902" y="1132864"/>
                  </a:lnTo>
                  <a:lnTo>
                    <a:pt x="283973" y="1132504"/>
                  </a:lnTo>
                  <a:lnTo>
                    <a:pt x="285045" y="1132144"/>
                  </a:lnTo>
                  <a:lnTo>
                    <a:pt x="286116" y="1131784"/>
                  </a:lnTo>
                  <a:lnTo>
                    <a:pt x="287188" y="1131424"/>
                  </a:lnTo>
                  <a:lnTo>
                    <a:pt x="288260" y="1131063"/>
                  </a:lnTo>
                  <a:lnTo>
                    <a:pt x="289331" y="1130702"/>
                  </a:lnTo>
                  <a:lnTo>
                    <a:pt x="290403" y="1130341"/>
                  </a:lnTo>
                  <a:lnTo>
                    <a:pt x="291474" y="1129980"/>
                  </a:lnTo>
                  <a:lnTo>
                    <a:pt x="292546" y="1129619"/>
                  </a:lnTo>
                  <a:lnTo>
                    <a:pt x="293618" y="1129258"/>
                  </a:lnTo>
                  <a:lnTo>
                    <a:pt x="294689" y="1128896"/>
                  </a:lnTo>
                  <a:lnTo>
                    <a:pt x="295761" y="1128534"/>
                  </a:lnTo>
                  <a:lnTo>
                    <a:pt x="296832" y="1128172"/>
                  </a:lnTo>
                  <a:lnTo>
                    <a:pt x="297904" y="1127810"/>
                  </a:lnTo>
                  <a:lnTo>
                    <a:pt x="298976" y="1127448"/>
                  </a:lnTo>
                  <a:lnTo>
                    <a:pt x="300047" y="1127085"/>
                  </a:lnTo>
                  <a:lnTo>
                    <a:pt x="301119" y="1126722"/>
                  </a:lnTo>
                  <a:lnTo>
                    <a:pt x="302190" y="1126360"/>
                  </a:lnTo>
                  <a:lnTo>
                    <a:pt x="303262" y="1125996"/>
                  </a:lnTo>
                  <a:lnTo>
                    <a:pt x="304334" y="1125633"/>
                  </a:lnTo>
                  <a:lnTo>
                    <a:pt x="305405" y="1125270"/>
                  </a:lnTo>
                  <a:lnTo>
                    <a:pt x="306477" y="1124906"/>
                  </a:lnTo>
                  <a:lnTo>
                    <a:pt x="307548" y="1124542"/>
                  </a:lnTo>
                  <a:lnTo>
                    <a:pt x="308620" y="1124178"/>
                  </a:lnTo>
                  <a:lnTo>
                    <a:pt x="309692" y="1123814"/>
                  </a:lnTo>
                  <a:lnTo>
                    <a:pt x="310763" y="1123450"/>
                  </a:lnTo>
                  <a:lnTo>
                    <a:pt x="311835" y="1123085"/>
                  </a:lnTo>
                  <a:lnTo>
                    <a:pt x="312906" y="1122721"/>
                  </a:lnTo>
                  <a:lnTo>
                    <a:pt x="313978" y="1122356"/>
                  </a:lnTo>
                  <a:lnTo>
                    <a:pt x="315050" y="1121991"/>
                  </a:lnTo>
                  <a:lnTo>
                    <a:pt x="316121" y="1121626"/>
                  </a:lnTo>
                  <a:lnTo>
                    <a:pt x="317193" y="1121260"/>
                  </a:lnTo>
                  <a:lnTo>
                    <a:pt x="318264" y="1120895"/>
                  </a:lnTo>
                  <a:lnTo>
                    <a:pt x="319336" y="1120529"/>
                  </a:lnTo>
                  <a:lnTo>
                    <a:pt x="320408" y="1120163"/>
                  </a:lnTo>
                  <a:lnTo>
                    <a:pt x="321479" y="1119797"/>
                  </a:lnTo>
                  <a:lnTo>
                    <a:pt x="322551" y="1119430"/>
                  </a:lnTo>
                  <a:lnTo>
                    <a:pt x="323622" y="1119064"/>
                  </a:lnTo>
                  <a:lnTo>
                    <a:pt x="324694" y="1118697"/>
                  </a:lnTo>
                  <a:lnTo>
                    <a:pt x="325766" y="1118330"/>
                  </a:lnTo>
                  <a:lnTo>
                    <a:pt x="326837" y="1117963"/>
                  </a:lnTo>
                  <a:lnTo>
                    <a:pt x="327909" y="1117596"/>
                  </a:lnTo>
                  <a:lnTo>
                    <a:pt x="328980" y="1117229"/>
                  </a:lnTo>
                  <a:lnTo>
                    <a:pt x="330052" y="1116861"/>
                  </a:lnTo>
                  <a:lnTo>
                    <a:pt x="331124" y="1116493"/>
                  </a:lnTo>
                  <a:lnTo>
                    <a:pt x="332195" y="1116125"/>
                  </a:lnTo>
                  <a:lnTo>
                    <a:pt x="333267" y="1115757"/>
                  </a:lnTo>
                  <a:lnTo>
                    <a:pt x="334338" y="1115389"/>
                  </a:lnTo>
                  <a:lnTo>
                    <a:pt x="335410" y="1115020"/>
                  </a:lnTo>
                  <a:lnTo>
                    <a:pt x="336482" y="1114651"/>
                  </a:lnTo>
                  <a:lnTo>
                    <a:pt x="337553" y="1114283"/>
                  </a:lnTo>
                  <a:lnTo>
                    <a:pt x="338625" y="1113914"/>
                  </a:lnTo>
                  <a:lnTo>
                    <a:pt x="339696" y="1113544"/>
                  </a:lnTo>
                  <a:lnTo>
                    <a:pt x="340768" y="1113175"/>
                  </a:lnTo>
                  <a:lnTo>
                    <a:pt x="341840" y="1112805"/>
                  </a:lnTo>
                  <a:lnTo>
                    <a:pt x="342911" y="1112435"/>
                  </a:lnTo>
                  <a:lnTo>
                    <a:pt x="343983" y="1112065"/>
                  </a:lnTo>
                  <a:lnTo>
                    <a:pt x="345054" y="1111695"/>
                  </a:lnTo>
                  <a:lnTo>
                    <a:pt x="346126" y="1111325"/>
                  </a:lnTo>
                  <a:lnTo>
                    <a:pt x="347198" y="1110954"/>
                  </a:lnTo>
                  <a:lnTo>
                    <a:pt x="348269" y="1110584"/>
                  </a:lnTo>
                  <a:lnTo>
                    <a:pt x="349341" y="1110213"/>
                  </a:lnTo>
                  <a:lnTo>
                    <a:pt x="350412" y="1109842"/>
                  </a:lnTo>
                  <a:lnTo>
                    <a:pt x="351484" y="1109470"/>
                  </a:lnTo>
                  <a:lnTo>
                    <a:pt x="352556" y="1109099"/>
                  </a:lnTo>
                  <a:lnTo>
                    <a:pt x="353627" y="1108727"/>
                  </a:lnTo>
                  <a:lnTo>
                    <a:pt x="354699" y="1108356"/>
                  </a:lnTo>
                  <a:lnTo>
                    <a:pt x="355770" y="1107984"/>
                  </a:lnTo>
                  <a:lnTo>
                    <a:pt x="356842" y="1107611"/>
                  </a:lnTo>
                  <a:lnTo>
                    <a:pt x="357913" y="1107239"/>
                  </a:lnTo>
                  <a:lnTo>
                    <a:pt x="358985" y="1106866"/>
                  </a:lnTo>
                  <a:lnTo>
                    <a:pt x="360057" y="1106494"/>
                  </a:lnTo>
                  <a:lnTo>
                    <a:pt x="361128" y="1106121"/>
                  </a:lnTo>
                  <a:lnTo>
                    <a:pt x="362200" y="1105748"/>
                  </a:lnTo>
                  <a:lnTo>
                    <a:pt x="363271" y="1105374"/>
                  </a:lnTo>
                  <a:lnTo>
                    <a:pt x="364343" y="1105001"/>
                  </a:lnTo>
                  <a:lnTo>
                    <a:pt x="365415" y="1104627"/>
                  </a:lnTo>
                  <a:lnTo>
                    <a:pt x="366486" y="1104253"/>
                  </a:lnTo>
                  <a:lnTo>
                    <a:pt x="367558" y="1103879"/>
                  </a:lnTo>
                  <a:lnTo>
                    <a:pt x="368629" y="1103505"/>
                  </a:lnTo>
                  <a:lnTo>
                    <a:pt x="369701" y="1103131"/>
                  </a:lnTo>
                  <a:lnTo>
                    <a:pt x="370773" y="1102756"/>
                  </a:lnTo>
                  <a:lnTo>
                    <a:pt x="371844" y="1102381"/>
                  </a:lnTo>
                  <a:lnTo>
                    <a:pt x="372916" y="1102006"/>
                  </a:lnTo>
                  <a:lnTo>
                    <a:pt x="373987" y="1101631"/>
                  </a:lnTo>
                  <a:lnTo>
                    <a:pt x="375059" y="1101256"/>
                  </a:lnTo>
                  <a:lnTo>
                    <a:pt x="376131" y="1100880"/>
                  </a:lnTo>
                  <a:lnTo>
                    <a:pt x="377202" y="1100505"/>
                  </a:lnTo>
                  <a:lnTo>
                    <a:pt x="378274" y="1100129"/>
                  </a:lnTo>
                  <a:lnTo>
                    <a:pt x="379345" y="1099753"/>
                  </a:lnTo>
                  <a:lnTo>
                    <a:pt x="380417" y="1099376"/>
                  </a:lnTo>
                  <a:lnTo>
                    <a:pt x="381489" y="1099000"/>
                  </a:lnTo>
                  <a:lnTo>
                    <a:pt x="382560" y="1098623"/>
                  </a:lnTo>
                  <a:lnTo>
                    <a:pt x="383632" y="1098246"/>
                  </a:lnTo>
                  <a:lnTo>
                    <a:pt x="384703" y="1097869"/>
                  </a:lnTo>
                  <a:lnTo>
                    <a:pt x="385775" y="1097492"/>
                  </a:lnTo>
                  <a:lnTo>
                    <a:pt x="386847" y="1097115"/>
                  </a:lnTo>
                  <a:lnTo>
                    <a:pt x="387918" y="1096737"/>
                  </a:lnTo>
                  <a:lnTo>
                    <a:pt x="388990" y="1096359"/>
                  </a:lnTo>
                  <a:lnTo>
                    <a:pt x="390061" y="1095981"/>
                  </a:lnTo>
                  <a:lnTo>
                    <a:pt x="391133" y="1095603"/>
                  </a:lnTo>
                  <a:lnTo>
                    <a:pt x="392205" y="1095225"/>
                  </a:lnTo>
                  <a:lnTo>
                    <a:pt x="393276" y="1094846"/>
                  </a:lnTo>
                  <a:lnTo>
                    <a:pt x="394348" y="1094468"/>
                  </a:lnTo>
                  <a:lnTo>
                    <a:pt x="395419" y="1094089"/>
                  </a:lnTo>
                  <a:lnTo>
                    <a:pt x="396491" y="1093710"/>
                  </a:lnTo>
                  <a:lnTo>
                    <a:pt x="397563" y="1093330"/>
                  </a:lnTo>
                  <a:lnTo>
                    <a:pt x="398634" y="1092951"/>
                  </a:lnTo>
                  <a:lnTo>
                    <a:pt x="399706" y="1092571"/>
                  </a:lnTo>
                  <a:lnTo>
                    <a:pt x="400777" y="1092192"/>
                  </a:lnTo>
                  <a:lnTo>
                    <a:pt x="401849" y="1091811"/>
                  </a:lnTo>
                  <a:lnTo>
                    <a:pt x="402921" y="1091431"/>
                  </a:lnTo>
                  <a:lnTo>
                    <a:pt x="403992" y="1091051"/>
                  </a:lnTo>
                  <a:lnTo>
                    <a:pt x="405064" y="1090670"/>
                  </a:lnTo>
                  <a:lnTo>
                    <a:pt x="406135" y="1090289"/>
                  </a:lnTo>
                  <a:lnTo>
                    <a:pt x="407207" y="1089909"/>
                  </a:lnTo>
                  <a:lnTo>
                    <a:pt x="408279" y="1089527"/>
                  </a:lnTo>
                  <a:lnTo>
                    <a:pt x="409350" y="1089146"/>
                  </a:lnTo>
                  <a:lnTo>
                    <a:pt x="410422" y="1088764"/>
                  </a:lnTo>
                  <a:lnTo>
                    <a:pt x="411493" y="1088383"/>
                  </a:lnTo>
                  <a:lnTo>
                    <a:pt x="412565" y="1088001"/>
                  </a:lnTo>
                  <a:lnTo>
                    <a:pt x="413637" y="1087619"/>
                  </a:lnTo>
                  <a:lnTo>
                    <a:pt x="414708" y="1087236"/>
                  </a:lnTo>
                  <a:lnTo>
                    <a:pt x="415780" y="1086854"/>
                  </a:lnTo>
                  <a:lnTo>
                    <a:pt x="416851" y="1086471"/>
                  </a:lnTo>
                  <a:lnTo>
                    <a:pt x="417923" y="1086088"/>
                  </a:lnTo>
                  <a:lnTo>
                    <a:pt x="418995" y="1085705"/>
                  </a:lnTo>
                  <a:lnTo>
                    <a:pt x="420066" y="1085322"/>
                  </a:lnTo>
                  <a:lnTo>
                    <a:pt x="421138" y="1084939"/>
                  </a:lnTo>
                  <a:lnTo>
                    <a:pt x="422209" y="1084555"/>
                  </a:lnTo>
                  <a:lnTo>
                    <a:pt x="423281" y="1084171"/>
                  </a:lnTo>
                  <a:lnTo>
                    <a:pt x="424353" y="1083787"/>
                  </a:lnTo>
                  <a:lnTo>
                    <a:pt x="425424" y="1083403"/>
                  </a:lnTo>
                  <a:lnTo>
                    <a:pt x="426496" y="1083019"/>
                  </a:lnTo>
                  <a:lnTo>
                    <a:pt x="427567" y="1082634"/>
                  </a:lnTo>
                  <a:lnTo>
                    <a:pt x="428639" y="1082249"/>
                  </a:lnTo>
                  <a:lnTo>
                    <a:pt x="429711" y="1081865"/>
                  </a:lnTo>
                  <a:lnTo>
                    <a:pt x="430782" y="1081479"/>
                  </a:lnTo>
                  <a:lnTo>
                    <a:pt x="431854" y="1081094"/>
                  </a:lnTo>
                  <a:lnTo>
                    <a:pt x="432925" y="1080709"/>
                  </a:lnTo>
                  <a:lnTo>
                    <a:pt x="433997" y="1080323"/>
                  </a:lnTo>
                  <a:lnTo>
                    <a:pt x="435069" y="1079937"/>
                  </a:lnTo>
                  <a:lnTo>
                    <a:pt x="436140" y="1079551"/>
                  </a:lnTo>
                  <a:lnTo>
                    <a:pt x="437212" y="1079165"/>
                  </a:lnTo>
                  <a:lnTo>
                    <a:pt x="438283" y="1078778"/>
                  </a:lnTo>
                  <a:lnTo>
                    <a:pt x="439355" y="1078392"/>
                  </a:lnTo>
                  <a:lnTo>
                    <a:pt x="440427" y="1078005"/>
                  </a:lnTo>
                  <a:lnTo>
                    <a:pt x="441498" y="1077618"/>
                  </a:lnTo>
                  <a:lnTo>
                    <a:pt x="442570" y="1077230"/>
                  </a:lnTo>
                  <a:lnTo>
                    <a:pt x="443641" y="1076843"/>
                  </a:lnTo>
                  <a:lnTo>
                    <a:pt x="444713" y="1076455"/>
                  </a:lnTo>
                  <a:lnTo>
                    <a:pt x="445785" y="1076068"/>
                  </a:lnTo>
                  <a:lnTo>
                    <a:pt x="446856" y="1075680"/>
                  </a:lnTo>
                  <a:lnTo>
                    <a:pt x="447928" y="1075292"/>
                  </a:lnTo>
                  <a:lnTo>
                    <a:pt x="448999" y="1074903"/>
                  </a:lnTo>
                  <a:lnTo>
                    <a:pt x="450071" y="1074515"/>
                  </a:lnTo>
                  <a:lnTo>
                    <a:pt x="451143" y="1074126"/>
                  </a:lnTo>
                  <a:lnTo>
                    <a:pt x="452214" y="1073737"/>
                  </a:lnTo>
                  <a:lnTo>
                    <a:pt x="453286" y="1073348"/>
                  </a:lnTo>
                  <a:lnTo>
                    <a:pt x="454357" y="1072959"/>
                  </a:lnTo>
                  <a:lnTo>
                    <a:pt x="455429" y="1072569"/>
                  </a:lnTo>
                  <a:lnTo>
                    <a:pt x="456501" y="1072179"/>
                  </a:lnTo>
                  <a:lnTo>
                    <a:pt x="457572" y="1071790"/>
                  </a:lnTo>
                  <a:lnTo>
                    <a:pt x="458644" y="1071399"/>
                  </a:lnTo>
                  <a:lnTo>
                    <a:pt x="459715" y="1071009"/>
                  </a:lnTo>
                  <a:lnTo>
                    <a:pt x="460787" y="1070619"/>
                  </a:lnTo>
                  <a:lnTo>
                    <a:pt x="461859" y="1070228"/>
                  </a:lnTo>
                  <a:lnTo>
                    <a:pt x="462930" y="1069837"/>
                  </a:lnTo>
                  <a:lnTo>
                    <a:pt x="464002" y="1069446"/>
                  </a:lnTo>
                  <a:lnTo>
                    <a:pt x="465073" y="1069055"/>
                  </a:lnTo>
                  <a:lnTo>
                    <a:pt x="466145" y="1068664"/>
                  </a:lnTo>
                  <a:lnTo>
                    <a:pt x="467217" y="1068272"/>
                  </a:lnTo>
                  <a:lnTo>
                    <a:pt x="468288" y="1067880"/>
                  </a:lnTo>
                  <a:lnTo>
                    <a:pt x="469360" y="1067488"/>
                  </a:lnTo>
                  <a:lnTo>
                    <a:pt x="470431" y="1067096"/>
                  </a:lnTo>
                  <a:lnTo>
                    <a:pt x="471503" y="1066704"/>
                  </a:lnTo>
                  <a:lnTo>
                    <a:pt x="472575" y="1066311"/>
                  </a:lnTo>
                  <a:lnTo>
                    <a:pt x="473646" y="1065919"/>
                  </a:lnTo>
                  <a:lnTo>
                    <a:pt x="474718" y="1065526"/>
                  </a:lnTo>
                  <a:lnTo>
                    <a:pt x="475789" y="1065132"/>
                  </a:lnTo>
                  <a:lnTo>
                    <a:pt x="476861" y="1064739"/>
                  </a:lnTo>
                  <a:lnTo>
                    <a:pt x="477933" y="1064346"/>
                  </a:lnTo>
                  <a:lnTo>
                    <a:pt x="479004" y="1063952"/>
                  </a:lnTo>
                  <a:lnTo>
                    <a:pt x="480076" y="1063558"/>
                  </a:lnTo>
                  <a:lnTo>
                    <a:pt x="481147" y="1063164"/>
                  </a:lnTo>
                  <a:lnTo>
                    <a:pt x="482219" y="1062770"/>
                  </a:lnTo>
                  <a:lnTo>
                    <a:pt x="483291" y="1062375"/>
                  </a:lnTo>
                  <a:lnTo>
                    <a:pt x="484362" y="1061981"/>
                  </a:lnTo>
                  <a:lnTo>
                    <a:pt x="485434" y="1061586"/>
                  </a:lnTo>
                  <a:lnTo>
                    <a:pt x="486505" y="1061191"/>
                  </a:lnTo>
                  <a:lnTo>
                    <a:pt x="487577" y="1060796"/>
                  </a:lnTo>
                  <a:lnTo>
                    <a:pt x="488649" y="1060400"/>
                  </a:lnTo>
                  <a:lnTo>
                    <a:pt x="489720" y="1060005"/>
                  </a:lnTo>
                  <a:lnTo>
                    <a:pt x="490792" y="1059609"/>
                  </a:lnTo>
                  <a:lnTo>
                    <a:pt x="491863" y="1059213"/>
                  </a:lnTo>
                  <a:lnTo>
                    <a:pt x="492935" y="1058817"/>
                  </a:lnTo>
                  <a:lnTo>
                    <a:pt x="494007" y="1058420"/>
                  </a:lnTo>
                  <a:lnTo>
                    <a:pt x="495078" y="1058024"/>
                  </a:lnTo>
                  <a:lnTo>
                    <a:pt x="496150" y="1057627"/>
                  </a:lnTo>
                  <a:lnTo>
                    <a:pt x="497221" y="1057230"/>
                  </a:lnTo>
                  <a:lnTo>
                    <a:pt x="498293" y="1056833"/>
                  </a:lnTo>
                  <a:lnTo>
                    <a:pt x="499365" y="1056436"/>
                  </a:lnTo>
                  <a:lnTo>
                    <a:pt x="500436" y="1056038"/>
                  </a:lnTo>
                  <a:lnTo>
                    <a:pt x="501508" y="1055640"/>
                  </a:lnTo>
                  <a:lnTo>
                    <a:pt x="502579" y="1055242"/>
                  </a:lnTo>
                  <a:lnTo>
                    <a:pt x="503651" y="1054844"/>
                  </a:lnTo>
                  <a:lnTo>
                    <a:pt x="504723" y="1054446"/>
                  </a:lnTo>
                  <a:lnTo>
                    <a:pt x="505794" y="1054048"/>
                  </a:lnTo>
                  <a:lnTo>
                    <a:pt x="506866" y="1053649"/>
                  </a:lnTo>
                  <a:lnTo>
                    <a:pt x="507937" y="1053250"/>
                  </a:lnTo>
                  <a:lnTo>
                    <a:pt x="509009" y="1052851"/>
                  </a:lnTo>
                  <a:lnTo>
                    <a:pt x="510081" y="1052452"/>
                  </a:lnTo>
                  <a:lnTo>
                    <a:pt x="511152" y="1052052"/>
                  </a:lnTo>
                  <a:lnTo>
                    <a:pt x="512224" y="1051653"/>
                  </a:lnTo>
                  <a:lnTo>
                    <a:pt x="513295" y="1051253"/>
                  </a:lnTo>
                  <a:lnTo>
                    <a:pt x="514367" y="1050853"/>
                  </a:lnTo>
                  <a:lnTo>
                    <a:pt x="515439" y="1050453"/>
                  </a:lnTo>
                  <a:lnTo>
                    <a:pt x="516510" y="1050052"/>
                  </a:lnTo>
                  <a:lnTo>
                    <a:pt x="517582" y="1049652"/>
                  </a:lnTo>
                  <a:lnTo>
                    <a:pt x="518653" y="1049251"/>
                  </a:lnTo>
                  <a:lnTo>
                    <a:pt x="519725" y="1048850"/>
                  </a:lnTo>
                  <a:lnTo>
                    <a:pt x="520797" y="1048449"/>
                  </a:lnTo>
                  <a:lnTo>
                    <a:pt x="521868" y="1048047"/>
                  </a:lnTo>
                  <a:lnTo>
                    <a:pt x="522940" y="1047646"/>
                  </a:lnTo>
                  <a:lnTo>
                    <a:pt x="524011" y="1047244"/>
                  </a:lnTo>
                  <a:lnTo>
                    <a:pt x="525083" y="1046842"/>
                  </a:lnTo>
                  <a:lnTo>
                    <a:pt x="526155" y="1046440"/>
                  </a:lnTo>
                  <a:lnTo>
                    <a:pt x="527226" y="1046038"/>
                  </a:lnTo>
                  <a:lnTo>
                    <a:pt x="528298" y="1045635"/>
                  </a:lnTo>
                  <a:lnTo>
                    <a:pt x="529369" y="1045232"/>
                  </a:lnTo>
                  <a:lnTo>
                    <a:pt x="530441" y="1044830"/>
                  </a:lnTo>
                  <a:lnTo>
                    <a:pt x="531513" y="1044426"/>
                  </a:lnTo>
                  <a:lnTo>
                    <a:pt x="532584" y="1044023"/>
                  </a:lnTo>
                  <a:lnTo>
                    <a:pt x="533656" y="1043620"/>
                  </a:lnTo>
                  <a:lnTo>
                    <a:pt x="534727" y="1043216"/>
                  </a:lnTo>
                  <a:lnTo>
                    <a:pt x="535799" y="1042812"/>
                  </a:lnTo>
                  <a:lnTo>
                    <a:pt x="536870" y="1042408"/>
                  </a:lnTo>
                  <a:lnTo>
                    <a:pt x="537942" y="1042004"/>
                  </a:lnTo>
                  <a:lnTo>
                    <a:pt x="539014" y="1041599"/>
                  </a:lnTo>
                  <a:lnTo>
                    <a:pt x="540085" y="1041195"/>
                  </a:lnTo>
                  <a:lnTo>
                    <a:pt x="541157" y="1040790"/>
                  </a:lnTo>
                  <a:lnTo>
                    <a:pt x="542228" y="1040385"/>
                  </a:lnTo>
                  <a:lnTo>
                    <a:pt x="543300" y="1039980"/>
                  </a:lnTo>
                  <a:lnTo>
                    <a:pt x="544372" y="1039574"/>
                  </a:lnTo>
                  <a:lnTo>
                    <a:pt x="545443" y="1039169"/>
                  </a:lnTo>
                  <a:lnTo>
                    <a:pt x="546515" y="1038763"/>
                  </a:lnTo>
                  <a:lnTo>
                    <a:pt x="547586" y="1038357"/>
                  </a:lnTo>
                  <a:lnTo>
                    <a:pt x="548658" y="1037951"/>
                  </a:lnTo>
                  <a:lnTo>
                    <a:pt x="549730" y="1037544"/>
                  </a:lnTo>
                  <a:lnTo>
                    <a:pt x="550801" y="1037138"/>
                  </a:lnTo>
                  <a:lnTo>
                    <a:pt x="551873" y="1036731"/>
                  </a:lnTo>
                  <a:lnTo>
                    <a:pt x="552944" y="1036324"/>
                  </a:lnTo>
                  <a:lnTo>
                    <a:pt x="554016" y="1035917"/>
                  </a:lnTo>
                  <a:lnTo>
                    <a:pt x="555088" y="1035510"/>
                  </a:lnTo>
                  <a:lnTo>
                    <a:pt x="556159" y="1035102"/>
                  </a:lnTo>
                  <a:lnTo>
                    <a:pt x="557231" y="1034694"/>
                  </a:lnTo>
                  <a:lnTo>
                    <a:pt x="558302" y="1034287"/>
                  </a:lnTo>
                  <a:lnTo>
                    <a:pt x="559374" y="1033878"/>
                  </a:lnTo>
                  <a:lnTo>
                    <a:pt x="560446" y="1033470"/>
                  </a:lnTo>
                  <a:lnTo>
                    <a:pt x="561517" y="1033062"/>
                  </a:lnTo>
                  <a:lnTo>
                    <a:pt x="562589" y="1032653"/>
                  </a:lnTo>
                  <a:lnTo>
                    <a:pt x="563660" y="1032244"/>
                  </a:lnTo>
                  <a:lnTo>
                    <a:pt x="564732" y="1031835"/>
                  </a:lnTo>
                  <a:lnTo>
                    <a:pt x="565804" y="1031426"/>
                  </a:lnTo>
                  <a:lnTo>
                    <a:pt x="566875" y="1031016"/>
                  </a:lnTo>
                  <a:lnTo>
                    <a:pt x="567947" y="1030607"/>
                  </a:lnTo>
                  <a:lnTo>
                    <a:pt x="569018" y="1030197"/>
                  </a:lnTo>
                  <a:lnTo>
                    <a:pt x="570090" y="1029787"/>
                  </a:lnTo>
                  <a:lnTo>
                    <a:pt x="571162" y="1029377"/>
                  </a:lnTo>
                  <a:lnTo>
                    <a:pt x="572233" y="1028966"/>
                  </a:lnTo>
                  <a:lnTo>
                    <a:pt x="573305" y="1028556"/>
                  </a:lnTo>
                  <a:lnTo>
                    <a:pt x="574376" y="1028145"/>
                  </a:lnTo>
                  <a:lnTo>
                    <a:pt x="575448" y="1027734"/>
                  </a:lnTo>
                  <a:lnTo>
                    <a:pt x="576520" y="1027322"/>
                  </a:lnTo>
                  <a:lnTo>
                    <a:pt x="577591" y="1026911"/>
                  </a:lnTo>
                  <a:lnTo>
                    <a:pt x="578663" y="1026499"/>
                  </a:lnTo>
                  <a:lnTo>
                    <a:pt x="579734" y="1026088"/>
                  </a:lnTo>
                  <a:lnTo>
                    <a:pt x="580806" y="1025676"/>
                  </a:lnTo>
                  <a:lnTo>
                    <a:pt x="581878" y="1025264"/>
                  </a:lnTo>
                  <a:lnTo>
                    <a:pt x="582949" y="1024851"/>
                  </a:lnTo>
                  <a:lnTo>
                    <a:pt x="584021" y="1024439"/>
                  </a:lnTo>
                  <a:lnTo>
                    <a:pt x="585092" y="1024026"/>
                  </a:lnTo>
                  <a:lnTo>
                    <a:pt x="586164" y="1023613"/>
                  </a:lnTo>
                  <a:lnTo>
                    <a:pt x="587236" y="1023200"/>
                  </a:lnTo>
                  <a:lnTo>
                    <a:pt x="588307" y="1022786"/>
                  </a:lnTo>
                  <a:lnTo>
                    <a:pt x="589379" y="1022373"/>
                  </a:lnTo>
                  <a:lnTo>
                    <a:pt x="590450" y="1021959"/>
                  </a:lnTo>
                  <a:lnTo>
                    <a:pt x="591522" y="1021545"/>
                  </a:lnTo>
                  <a:lnTo>
                    <a:pt x="592594" y="1021131"/>
                  </a:lnTo>
                  <a:lnTo>
                    <a:pt x="593665" y="1020717"/>
                  </a:lnTo>
                  <a:lnTo>
                    <a:pt x="594737" y="1020302"/>
                  </a:lnTo>
                  <a:lnTo>
                    <a:pt x="595808" y="1019888"/>
                  </a:lnTo>
                  <a:lnTo>
                    <a:pt x="596880" y="1019473"/>
                  </a:lnTo>
                  <a:lnTo>
                    <a:pt x="597952" y="1019058"/>
                  </a:lnTo>
                  <a:lnTo>
                    <a:pt x="599023" y="1018642"/>
                  </a:lnTo>
                  <a:lnTo>
                    <a:pt x="600095" y="1018227"/>
                  </a:lnTo>
                  <a:lnTo>
                    <a:pt x="601166" y="1017811"/>
                  </a:lnTo>
                  <a:lnTo>
                    <a:pt x="602238" y="1017395"/>
                  </a:lnTo>
                  <a:lnTo>
                    <a:pt x="603310" y="1016979"/>
                  </a:lnTo>
                  <a:lnTo>
                    <a:pt x="604381" y="1016563"/>
                  </a:lnTo>
                  <a:lnTo>
                    <a:pt x="605453" y="1016147"/>
                  </a:lnTo>
                  <a:lnTo>
                    <a:pt x="606524" y="1015730"/>
                  </a:lnTo>
                  <a:lnTo>
                    <a:pt x="607596" y="1015313"/>
                  </a:lnTo>
                  <a:lnTo>
                    <a:pt x="608668" y="1014896"/>
                  </a:lnTo>
                  <a:lnTo>
                    <a:pt x="609739" y="1014479"/>
                  </a:lnTo>
                  <a:lnTo>
                    <a:pt x="610811" y="1014062"/>
                  </a:lnTo>
                  <a:lnTo>
                    <a:pt x="611882" y="1013644"/>
                  </a:lnTo>
                  <a:lnTo>
                    <a:pt x="612954" y="1013226"/>
                  </a:lnTo>
                  <a:lnTo>
                    <a:pt x="614026" y="1012808"/>
                  </a:lnTo>
                  <a:lnTo>
                    <a:pt x="615097" y="1012390"/>
                  </a:lnTo>
                  <a:lnTo>
                    <a:pt x="616169" y="1011972"/>
                  </a:lnTo>
                  <a:lnTo>
                    <a:pt x="617240" y="1011553"/>
                  </a:lnTo>
                  <a:lnTo>
                    <a:pt x="618312" y="1011134"/>
                  </a:lnTo>
                  <a:lnTo>
                    <a:pt x="619384" y="1010715"/>
                  </a:lnTo>
                  <a:lnTo>
                    <a:pt x="620455" y="1010296"/>
                  </a:lnTo>
                  <a:lnTo>
                    <a:pt x="621527" y="1009877"/>
                  </a:lnTo>
                  <a:lnTo>
                    <a:pt x="622598" y="1009457"/>
                  </a:lnTo>
                  <a:lnTo>
                    <a:pt x="623670" y="1009037"/>
                  </a:lnTo>
                  <a:lnTo>
                    <a:pt x="624742" y="1008617"/>
                  </a:lnTo>
                  <a:lnTo>
                    <a:pt x="625813" y="1008197"/>
                  </a:lnTo>
                  <a:lnTo>
                    <a:pt x="626885" y="1007777"/>
                  </a:lnTo>
                  <a:lnTo>
                    <a:pt x="627956" y="1007356"/>
                  </a:lnTo>
                  <a:lnTo>
                    <a:pt x="629028" y="1006936"/>
                  </a:lnTo>
                  <a:lnTo>
                    <a:pt x="630100" y="1006515"/>
                  </a:lnTo>
                  <a:lnTo>
                    <a:pt x="631171" y="1006094"/>
                  </a:lnTo>
                  <a:lnTo>
                    <a:pt x="632243" y="1005672"/>
                  </a:lnTo>
                  <a:lnTo>
                    <a:pt x="633314" y="1005251"/>
                  </a:lnTo>
                  <a:lnTo>
                    <a:pt x="634386" y="1004829"/>
                  </a:lnTo>
                  <a:lnTo>
                    <a:pt x="635458" y="1004407"/>
                  </a:lnTo>
                  <a:lnTo>
                    <a:pt x="636529" y="1003985"/>
                  </a:lnTo>
                  <a:lnTo>
                    <a:pt x="637601" y="1003563"/>
                  </a:lnTo>
                  <a:lnTo>
                    <a:pt x="638672" y="1003140"/>
                  </a:lnTo>
                  <a:lnTo>
                    <a:pt x="639744" y="1002718"/>
                  </a:lnTo>
                  <a:lnTo>
                    <a:pt x="640816" y="1002295"/>
                  </a:lnTo>
                  <a:lnTo>
                    <a:pt x="641887" y="1001872"/>
                  </a:lnTo>
                  <a:lnTo>
                    <a:pt x="642959" y="1001449"/>
                  </a:lnTo>
                  <a:lnTo>
                    <a:pt x="644030" y="1001025"/>
                  </a:lnTo>
                  <a:lnTo>
                    <a:pt x="645102" y="1000601"/>
                  </a:lnTo>
                  <a:lnTo>
                    <a:pt x="646174" y="1000178"/>
                  </a:lnTo>
                  <a:lnTo>
                    <a:pt x="647245" y="999754"/>
                  </a:lnTo>
                  <a:lnTo>
                    <a:pt x="648317" y="999329"/>
                  </a:lnTo>
                  <a:lnTo>
                    <a:pt x="649388" y="998905"/>
                  </a:lnTo>
                  <a:lnTo>
                    <a:pt x="650460" y="998480"/>
                  </a:lnTo>
                  <a:lnTo>
                    <a:pt x="651532" y="998055"/>
                  </a:lnTo>
                  <a:lnTo>
                    <a:pt x="652603" y="997630"/>
                  </a:lnTo>
                  <a:lnTo>
                    <a:pt x="653675" y="997205"/>
                  </a:lnTo>
                  <a:lnTo>
                    <a:pt x="654746" y="996780"/>
                  </a:lnTo>
                  <a:lnTo>
                    <a:pt x="655818" y="996354"/>
                  </a:lnTo>
                  <a:lnTo>
                    <a:pt x="656890" y="995928"/>
                  </a:lnTo>
                  <a:lnTo>
                    <a:pt x="657961" y="995502"/>
                  </a:lnTo>
                  <a:lnTo>
                    <a:pt x="659033" y="995076"/>
                  </a:lnTo>
                  <a:lnTo>
                    <a:pt x="660104" y="994650"/>
                  </a:lnTo>
                  <a:lnTo>
                    <a:pt x="661176" y="994223"/>
                  </a:lnTo>
                  <a:lnTo>
                    <a:pt x="662248" y="993797"/>
                  </a:lnTo>
                  <a:lnTo>
                    <a:pt x="663319" y="993370"/>
                  </a:lnTo>
                  <a:lnTo>
                    <a:pt x="664391" y="992942"/>
                  </a:lnTo>
                  <a:lnTo>
                    <a:pt x="665462" y="992515"/>
                  </a:lnTo>
                  <a:lnTo>
                    <a:pt x="666534" y="992087"/>
                  </a:lnTo>
                  <a:lnTo>
                    <a:pt x="667606" y="991660"/>
                  </a:lnTo>
                  <a:lnTo>
                    <a:pt x="668677" y="991232"/>
                  </a:lnTo>
                  <a:lnTo>
                    <a:pt x="669749" y="990804"/>
                  </a:lnTo>
                  <a:lnTo>
                    <a:pt x="670820" y="990375"/>
                  </a:lnTo>
                  <a:lnTo>
                    <a:pt x="671892" y="989947"/>
                  </a:lnTo>
                  <a:lnTo>
                    <a:pt x="672964" y="989518"/>
                  </a:lnTo>
                  <a:lnTo>
                    <a:pt x="674035" y="989089"/>
                  </a:lnTo>
                  <a:lnTo>
                    <a:pt x="675107" y="988660"/>
                  </a:lnTo>
                  <a:lnTo>
                    <a:pt x="676178" y="988231"/>
                  </a:lnTo>
                  <a:lnTo>
                    <a:pt x="677250" y="987801"/>
                  </a:lnTo>
                  <a:lnTo>
                    <a:pt x="678322" y="987371"/>
                  </a:lnTo>
                  <a:lnTo>
                    <a:pt x="679393" y="986941"/>
                  </a:lnTo>
                  <a:lnTo>
                    <a:pt x="680465" y="986511"/>
                  </a:lnTo>
                  <a:lnTo>
                    <a:pt x="681536" y="986081"/>
                  </a:lnTo>
                  <a:lnTo>
                    <a:pt x="682608" y="985651"/>
                  </a:lnTo>
                  <a:lnTo>
                    <a:pt x="683680" y="985220"/>
                  </a:lnTo>
                  <a:lnTo>
                    <a:pt x="684751" y="984789"/>
                  </a:lnTo>
                  <a:lnTo>
                    <a:pt x="685823" y="984358"/>
                  </a:lnTo>
                  <a:lnTo>
                    <a:pt x="686894" y="983927"/>
                  </a:lnTo>
                  <a:lnTo>
                    <a:pt x="687966" y="983495"/>
                  </a:lnTo>
                  <a:lnTo>
                    <a:pt x="689038" y="983063"/>
                  </a:lnTo>
                  <a:lnTo>
                    <a:pt x="690109" y="982632"/>
                  </a:lnTo>
                  <a:lnTo>
                    <a:pt x="691181" y="982200"/>
                  </a:lnTo>
                  <a:lnTo>
                    <a:pt x="692252" y="981767"/>
                  </a:lnTo>
                  <a:lnTo>
                    <a:pt x="693324" y="981335"/>
                  </a:lnTo>
                  <a:lnTo>
                    <a:pt x="694396" y="980902"/>
                  </a:lnTo>
                  <a:lnTo>
                    <a:pt x="695467" y="980469"/>
                  </a:lnTo>
                  <a:lnTo>
                    <a:pt x="696539" y="980036"/>
                  </a:lnTo>
                  <a:lnTo>
                    <a:pt x="697610" y="979603"/>
                  </a:lnTo>
                  <a:lnTo>
                    <a:pt x="698682" y="979170"/>
                  </a:lnTo>
                  <a:lnTo>
                    <a:pt x="699754" y="978736"/>
                  </a:lnTo>
                  <a:lnTo>
                    <a:pt x="700825" y="978302"/>
                  </a:lnTo>
                  <a:lnTo>
                    <a:pt x="701897" y="977868"/>
                  </a:lnTo>
                  <a:lnTo>
                    <a:pt x="702968" y="977434"/>
                  </a:lnTo>
                  <a:lnTo>
                    <a:pt x="704040" y="976999"/>
                  </a:lnTo>
                  <a:lnTo>
                    <a:pt x="705112" y="976565"/>
                  </a:lnTo>
                  <a:lnTo>
                    <a:pt x="706183" y="976130"/>
                  </a:lnTo>
                  <a:lnTo>
                    <a:pt x="707255" y="975695"/>
                  </a:lnTo>
                  <a:lnTo>
                    <a:pt x="708326" y="975260"/>
                  </a:lnTo>
                  <a:lnTo>
                    <a:pt x="709398" y="974824"/>
                  </a:lnTo>
                  <a:lnTo>
                    <a:pt x="710469" y="974389"/>
                  </a:lnTo>
                  <a:lnTo>
                    <a:pt x="711541" y="973953"/>
                  </a:lnTo>
                  <a:lnTo>
                    <a:pt x="712613" y="973517"/>
                  </a:lnTo>
                  <a:lnTo>
                    <a:pt x="713684" y="973081"/>
                  </a:lnTo>
                  <a:lnTo>
                    <a:pt x="714756" y="972645"/>
                  </a:lnTo>
                  <a:lnTo>
                    <a:pt x="715827" y="972208"/>
                  </a:lnTo>
                  <a:lnTo>
                    <a:pt x="716899" y="971771"/>
                  </a:lnTo>
                  <a:lnTo>
                    <a:pt x="717971" y="971334"/>
                  </a:lnTo>
                  <a:lnTo>
                    <a:pt x="719042" y="970897"/>
                  </a:lnTo>
                  <a:lnTo>
                    <a:pt x="720114" y="970460"/>
                  </a:lnTo>
                  <a:lnTo>
                    <a:pt x="721185" y="970022"/>
                  </a:lnTo>
                  <a:lnTo>
                    <a:pt x="722257" y="969584"/>
                  </a:lnTo>
                  <a:lnTo>
                    <a:pt x="723329" y="969146"/>
                  </a:lnTo>
                  <a:lnTo>
                    <a:pt x="724400" y="968708"/>
                  </a:lnTo>
                  <a:lnTo>
                    <a:pt x="725472" y="968270"/>
                  </a:lnTo>
                  <a:lnTo>
                    <a:pt x="726543" y="967831"/>
                  </a:lnTo>
                  <a:lnTo>
                    <a:pt x="727615" y="967393"/>
                  </a:lnTo>
                  <a:lnTo>
                    <a:pt x="728687" y="966954"/>
                  </a:lnTo>
                  <a:lnTo>
                    <a:pt x="729758" y="966515"/>
                  </a:lnTo>
                  <a:lnTo>
                    <a:pt x="730830" y="966075"/>
                  </a:lnTo>
                  <a:lnTo>
                    <a:pt x="731901" y="965636"/>
                  </a:lnTo>
                  <a:lnTo>
                    <a:pt x="732973" y="965196"/>
                  </a:lnTo>
                  <a:lnTo>
                    <a:pt x="734045" y="964756"/>
                  </a:lnTo>
                  <a:lnTo>
                    <a:pt x="735116" y="964316"/>
                  </a:lnTo>
                  <a:lnTo>
                    <a:pt x="736188" y="963876"/>
                  </a:lnTo>
                  <a:lnTo>
                    <a:pt x="737259" y="963435"/>
                  </a:lnTo>
                  <a:lnTo>
                    <a:pt x="738331" y="962994"/>
                  </a:lnTo>
                  <a:lnTo>
                    <a:pt x="739403" y="962554"/>
                  </a:lnTo>
                  <a:lnTo>
                    <a:pt x="740474" y="962112"/>
                  </a:lnTo>
                  <a:lnTo>
                    <a:pt x="741546" y="961671"/>
                  </a:lnTo>
                  <a:lnTo>
                    <a:pt x="742617" y="961230"/>
                  </a:lnTo>
                  <a:lnTo>
                    <a:pt x="743689" y="960788"/>
                  </a:lnTo>
                  <a:lnTo>
                    <a:pt x="744761" y="960346"/>
                  </a:lnTo>
                  <a:lnTo>
                    <a:pt x="745832" y="959904"/>
                  </a:lnTo>
                  <a:lnTo>
                    <a:pt x="746904" y="959462"/>
                  </a:lnTo>
                  <a:lnTo>
                    <a:pt x="747975" y="959019"/>
                  </a:lnTo>
                  <a:lnTo>
                    <a:pt x="749047" y="958577"/>
                  </a:lnTo>
                  <a:lnTo>
                    <a:pt x="750119" y="958134"/>
                  </a:lnTo>
                  <a:lnTo>
                    <a:pt x="751190" y="957691"/>
                  </a:lnTo>
                  <a:lnTo>
                    <a:pt x="752262" y="957247"/>
                  </a:lnTo>
                  <a:lnTo>
                    <a:pt x="753333" y="956804"/>
                  </a:lnTo>
                  <a:lnTo>
                    <a:pt x="754405" y="956360"/>
                  </a:lnTo>
                  <a:lnTo>
                    <a:pt x="755477" y="955916"/>
                  </a:lnTo>
                  <a:lnTo>
                    <a:pt x="756548" y="955472"/>
                  </a:lnTo>
                  <a:lnTo>
                    <a:pt x="757620" y="955028"/>
                  </a:lnTo>
                  <a:lnTo>
                    <a:pt x="758691" y="954584"/>
                  </a:lnTo>
                  <a:lnTo>
                    <a:pt x="759763" y="954139"/>
                  </a:lnTo>
                  <a:lnTo>
                    <a:pt x="760835" y="953694"/>
                  </a:lnTo>
                  <a:lnTo>
                    <a:pt x="761906" y="953249"/>
                  </a:lnTo>
                  <a:lnTo>
                    <a:pt x="762978" y="952804"/>
                  </a:lnTo>
                  <a:lnTo>
                    <a:pt x="764049" y="952359"/>
                  </a:lnTo>
                  <a:lnTo>
                    <a:pt x="765121" y="951913"/>
                  </a:lnTo>
                  <a:lnTo>
                    <a:pt x="766193" y="951467"/>
                  </a:lnTo>
                  <a:lnTo>
                    <a:pt x="767264" y="951021"/>
                  </a:lnTo>
                  <a:lnTo>
                    <a:pt x="768336" y="950575"/>
                  </a:lnTo>
                  <a:lnTo>
                    <a:pt x="769407" y="950128"/>
                  </a:lnTo>
                  <a:lnTo>
                    <a:pt x="770479" y="949682"/>
                  </a:lnTo>
                  <a:lnTo>
                    <a:pt x="771551" y="949235"/>
                  </a:lnTo>
                  <a:lnTo>
                    <a:pt x="772622" y="948788"/>
                  </a:lnTo>
                  <a:lnTo>
                    <a:pt x="773694" y="948341"/>
                  </a:lnTo>
                  <a:lnTo>
                    <a:pt x="774765" y="947893"/>
                  </a:lnTo>
                  <a:lnTo>
                    <a:pt x="775837" y="947446"/>
                  </a:lnTo>
                  <a:lnTo>
                    <a:pt x="776909" y="946998"/>
                  </a:lnTo>
                  <a:lnTo>
                    <a:pt x="777980" y="946550"/>
                  </a:lnTo>
                  <a:lnTo>
                    <a:pt x="779052" y="946102"/>
                  </a:lnTo>
                  <a:lnTo>
                    <a:pt x="780123" y="945654"/>
                  </a:lnTo>
                  <a:lnTo>
                    <a:pt x="781195" y="945205"/>
                  </a:lnTo>
                  <a:lnTo>
                    <a:pt x="782267" y="944756"/>
                  </a:lnTo>
                  <a:lnTo>
                    <a:pt x="783338" y="944307"/>
                  </a:lnTo>
                  <a:lnTo>
                    <a:pt x="784410" y="943858"/>
                  </a:lnTo>
                  <a:lnTo>
                    <a:pt x="785481" y="943409"/>
                  </a:lnTo>
                  <a:lnTo>
                    <a:pt x="786553" y="942959"/>
                  </a:lnTo>
                  <a:lnTo>
                    <a:pt x="787625" y="942509"/>
                  </a:lnTo>
                  <a:lnTo>
                    <a:pt x="788696" y="942059"/>
                  </a:lnTo>
                  <a:lnTo>
                    <a:pt x="789768" y="941609"/>
                  </a:lnTo>
                  <a:lnTo>
                    <a:pt x="790839" y="941159"/>
                  </a:lnTo>
                  <a:lnTo>
                    <a:pt x="791911" y="940708"/>
                  </a:lnTo>
                  <a:lnTo>
                    <a:pt x="792983" y="940258"/>
                  </a:lnTo>
                  <a:lnTo>
                    <a:pt x="794054" y="939807"/>
                  </a:lnTo>
                  <a:lnTo>
                    <a:pt x="795126" y="939356"/>
                  </a:lnTo>
                  <a:lnTo>
                    <a:pt x="796197" y="938904"/>
                  </a:lnTo>
                  <a:lnTo>
                    <a:pt x="797269" y="938453"/>
                  </a:lnTo>
                  <a:lnTo>
                    <a:pt x="798341" y="938001"/>
                  </a:lnTo>
                  <a:lnTo>
                    <a:pt x="799412" y="937549"/>
                  </a:lnTo>
                  <a:lnTo>
                    <a:pt x="800484" y="937097"/>
                  </a:lnTo>
                  <a:lnTo>
                    <a:pt x="801555" y="936645"/>
                  </a:lnTo>
                  <a:lnTo>
                    <a:pt x="802627" y="936192"/>
                  </a:lnTo>
                  <a:lnTo>
                    <a:pt x="803699" y="935739"/>
                  </a:lnTo>
                  <a:lnTo>
                    <a:pt x="804770" y="935286"/>
                  </a:lnTo>
                  <a:lnTo>
                    <a:pt x="805842" y="934833"/>
                  </a:lnTo>
                  <a:lnTo>
                    <a:pt x="806913" y="934380"/>
                  </a:lnTo>
                  <a:lnTo>
                    <a:pt x="807985" y="933926"/>
                  </a:lnTo>
                  <a:lnTo>
                    <a:pt x="809057" y="933473"/>
                  </a:lnTo>
                  <a:lnTo>
                    <a:pt x="810128" y="933019"/>
                  </a:lnTo>
                  <a:lnTo>
                    <a:pt x="811200" y="932565"/>
                  </a:lnTo>
                  <a:lnTo>
                    <a:pt x="812271" y="932110"/>
                  </a:lnTo>
                  <a:lnTo>
                    <a:pt x="813343" y="931656"/>
                  </a:lnTo>
                  <a:lnTo>
                    <a:pt x="814415" y="931201"/>
                  </a:lnTo>
                  <a:lnTo>
                    <a:pt x="815486" y="930746"/>
                  </a:lnTo>
                  <a:lnTo>
                    <a:pt x="816558" y="930291"/>
                  </a:lnTo>
                  <a:lnTo>
                    <a:pt x="817629" y="929836"/>
                  </a:lnTo>
                  <a:lnTo>
                    <a:pt x="818701" y="929381"/>
                  </a:lnTo>
                  <a:lnTo>
                    <a:pt x="819773" y="928925"/>
                  </a:lnTo>
                  <a:lnTo>
                    <a:pt x="820844" y="928469"/>
                  </a:lnTo>
                  <a:lnTo>
                    <a:pt x="821916" y="928013"/>
                  </a:lnTo>
                  <a:lnTo>
                    <a:pt x="822987" y="927557"/>
                  </a:lnTo>
                  <a:lnTo>
                    <a:pt x="824059" y="927100"/>
                  </a:lnTo>
                  <a:lnTo>
                    <a:pt x="825131" y="926644"/>
                  </a:lnTo>
                  <a:lnTo>
                    <a:pt x="826202" y="926187"/>
                  </a:lnTo>
                  <a:lnTo>
                    <a:pt x="827274" y="925730"/>
                  </a:lnTo>
                  <a:lnTo>
                    <a:pt x="828345" y="925272"/>
                  </a:lnTo>
                  <a:lnTo>
                    <a:pt x="829417" y="924815"/>
                  </a:lnTo>
                  <a:lnTo>
                    <a:pt x="830489" y="924357"/>
                  </a:lnTo>
                  <a:lnTo>
                    <a:pt x="831560" y="923899"/>
                  </a:lnTo>
                  <a:lnTo>
                    <a:pt x="832632" y="923441"/>
                  </a:lnTo>
                  <a:lnTo>
                    <a:pt x="833703" y="922983"/>
                  </a:lnTo>
                  <a:lnTo>
                    <a:pt x="834775" y="922525"/>
                  </a:lnTo>
                  <a:lnTo>
                    <a:pt x="835847" y="922066"/>
                  </a:lnTo>
                  <a:lnTo>
                    <a:pt x="836918" y="921607"/>
                  </a:lnTo>
                  <a:lnTo>
                    <a:pt x="837990" y="921148"/>
                  </a:lnTo>
                  <a:lnTo>
                    <a:pt x="839061" y="920689"/>
                  </a:lnTo>
                  <a:lnTo>
                    <a:pt x="840133" y="920230"/>
                  </a:lnTo>
                  <a:lnTo>
                    <a:pt x="841205" y="919770"/>
                  </a:lnTo>
                  <a:lnTo>
                    <a:pt x="842276" y="919310"/>
                  </a:lnTo>
                  <a:lnTo>
                    <a:pt x="843348" y="918850"/>
                  </a:lnTo>
                  <a:lnTo>
                    <a:pt x="844419" y="918390"/>
                  </a:lnTo>
                  <a:lnTo>
                    <a:pt x="845491" y="917929"/>
                  </a:lnTo>
                  <a:lnTo>
                    <a:pt x="846563" y="917469"/>
                  </a:lnTo>
                  <a:lnTo>
                    <a:pt x="847634" y="917008"/>
                  </a:lnTo>
                  <a:lnTo>
                    <a:pt x="848706" y="916547"/>
                  </a:lnTo>
                  <a:lnTo>
                    <a:pt x="849777" y="916086"/>
                  </a:lnTo>
                  <a:lnTo>
                    <a:pt x="850849" y="915624"/>
                  </a:lnTo>
                  <a:lnTo>
                    <a:pt x="851921" y="915163"/>
                  </a:lnTo>
                  <a:lnTo>
                    <a:pt x="852992" y="914701"/>
                  </a:lnTo>
                  <a:lnTo>
                    <a:pt x="854064" y="914239"/>
                  </a:lnTo>
                  <a:lnTo>
                    <a:pt x="855135" y="913777"/>
                  </a:lnTo>
                  <a:lnTo>
                    <a:pt x="856207" y="913314"/>
                  </a:lnTo>
                  <a:lnTo>
                    <a:pt x="857279" y="912852"/>
                  </a:lnTo>
                  <a:lnTo>
                    <a:pt x="858350" y="912389"/>
                  </a:lnTo>
                  <a:lnTo>
                    <a:pt x="859422" y="911926"/>
                  </a:lnTo>
                  <a:lnTo>
                    <a:pt x="860493" y="911463"/>
                  </a:lnTo>
                  <a:lnTo>
                    <a:pt x="861565" y="911000"/>
                  </a:lnTo>
                  <a:lnTo>
                    <a:pt x="862637" y="910536"/>
                  </a:lnTo>
                  <a:lnTo>
                    <a:pt x="863708" y="910072"/>
                  </a:lnTo>
                  <a:lnTo>
                    <a:pt x="864780" y="909608"/>
                  </a:lnTo>
                  <a:lnTo>
                    <a:pt x="865851" y="909144"/>
                  </a:lnTo>
                  <a:lnTo>
                    <a:pt x="866923" y="908680"/>
                  </a:lnTo>
                  <a:lnTo>
                    <a:pt x="867995" y="908215"/>
                  </a:lnTo>
                  <a:lnTo>
                    <a:pt x="869066" y="907750"/>
                  </a:lnTo>
                  <a:lnTo>
                    <a:pt x="870138" y="907286"/>
                  </a:lnTo>
                  <a:lnTo>
                    <a:pt x="871209" y="906820"/>
                  </a:lnTo>
                  <a:lnTo>
                    <a:pt x="872281" y="906355"/>
                  </a:lnTo>
                  <a:lnTo>
                    <a:pt x="873353" y="905889"/>
                  </a:lnTo>
                  <a:lnTo>
                    <a:pt x="874424" y="905424"/>
                  </a:lnTo>
                  <a:lnTo>
                    <a:pt x="875496" y="904958"/>
                  </a:lnTo>
                  <a:lnTo>
                    <a:pt x="876567" y="904492"/>
                  </a:lnTo>
                  <a:lnTo>
                    <a:pt x="877639" y="904025"/>
                  </a:lnTo>
                  <a:lnTo>
                    <a:pt x="878711" y="903559"/>
                  </a:lnTo>
                  <a:lnTo>
                    <a:pt x="879782" y="903092"/>
                  </a:lnTo>
                  <a:lnTo>
                    <a:pt x="880854" y="902625"/>
                  </a:lnTo>
                  <a:lnTo>
                    <a:pt x="881925" y="902158"/>
                  </a:lnTo>
                  <a:lnTo>
                    <a:pt x="882997" y="901691"/>
                  </a:lnTo>
                  <a:lnTo>
                    <a:pt x="884069" y="901223"/>
                  </a:lnTo>
                  <a:lnTo>
                    <a:pt x="885140" y="900755"/>
                  </a:lnTo>
                  <a:lnTo>
                    <a:pt x="886212" y="900288"/>
                  </a:lnTo>
                  <a:lnTo>
                    <a:pt x="887283" y="899819"/>
                  </a:lnTo>
                  <a:lnTo>
                    <a:pt x="888355" y="899351"/>
                  </a:lnTo>
                  <a:lnTo>
                    <a:pt x="889426" y="898883"/>
                  </a:lnTo>
                  <a:lnTo>
                    <a:pt x="890498" y="898414"/>
                  </a:lnTo>
                  <a:lnTo>
                    <a:pt x="891570" y="897945"/>
                  </a:lnTo>
                  <a:lnTo>
                    <a:pt x="892641" y="897476"/>
                  </a:lnTo>
                  <a:lnTo>
                    <a:pt x="893713" y="897007"/>
                  </a:lnTo>
                  <a:lnTo>
                    <a:pt x="894784" y="896537"/>
                  </a:lnTo>
                  <a:lnTo>
                    <a:pt x="895856" y="896068"/>
                  </a:lnTo>
                  <a:lnTo>
                    <a:pt x="896928" y="895598"/>
                  </a:lnTo>
                  <a:lnTo>
                    <a:pt x="897999" y="895128"/>
                  </a:lnTo>
                  <a:lnTo>
                    <a:pt x="899071" y="894657"/>
                  </a:lnTo>
                  <a:lnTo>
                    <a:pt x="900142" y="894187"/>
                  </a:lnTo>
                  <a:lnTo>
                    <a:pt x="901214" y="893716"/>
                  </a:lnTo>
                  <a:lnTo>
                    <a:pt x="902286" y="893245"/>
                  </a:lnTo>
                  <a:lnTo>
                    <a:pt x="903357" y="892774"/>
                  </a:lnTo>
                  <a:lnTo>
                    <a:pt x="904429" y="892303"/>
                  </a:lnTo>
                  <a:lnTo>
                    <a:pt x="905500" y="891831"/>
                  </a:lnTo>
                  <a:lnTo>
                    <a:pt x="906572" y="891360"/>
                  </a:lnTo>
                  <a:lnTo>
                    <a:pt x="907644" y="890888"/>
                  </a:lnTo>
                  <a:lnTo>
                    <a:pt x="908715" y="890416"/>
                  </a:lnTo>
                  <a:lnTo>
                    <a:pt x="909787" y="889944"/>
                  </a:lnTo>
                  <a:lnTo>
                    <a:pt x="910858" y="889471"/>
                  </a:lnTo>
                  <a:lnTo>
                    <a:pt x="911930" y="888999"/>
                  </a:lnTo>
                  <a:lnTo>
                    <a:pt x="913002" y="888526"/>
                  </a:lnTo>
                  <a:lnTo>
                    <a:pt x="914073" y="888053"/>
                  </a:lnTo>
                  <a:lnTo>
                    <a:pt x="915145" y="887579"/>
                  </a:lnTo>
                  <a:lnTo>
                    <a:pt x="916216" y="887106"/>
                  </a:lnTo>
                  <a:lnTo>
                    <a:pt x="917288" y="886632"/>
                  </a:lnTo>
                  <a:lnTo>
                    <a:pt x="918360" y="886159"/>
                  </a:lnTo>
                  <a:lnTo>
                    <a:pt x="919431" y="885685"/>
                  </a:lnTo>
                  <a:lnTo>
                    <a:pt x="920503" y="885210"/>
                  </a:lnTo>
                  <a:lnTo>
                    <a:pt x="921574" y="884736"/>
                  </a:lnTo>
                  <a:lnTo>
                    <a:pt x="922646" y="884261"/>
                  </a:lnTo>
                  <a:lnTo>
                    <a:pt x="923718" y="883786"/>
                  </a:lnTo>
                  <a:lnTo>
                    <a:pt x="924789" y="883311"/>
                  </a:lnTo>
                  <a:lnTo>
                    <a:pt x="925861" y="882836"/>
                  </a:lnTo>
                  <a:lnTo>
                    <a:pt x="926932" y="882361"/>
                  </a:lnTo>
                  <a:lnTo>
                    <a:pt x="928004" y="881885"/>
                  </a:lnTo>
                  <a:lnTo>
                    <a:pt x="929076" y="881409"/>
                  </a:lnTo>
                  <a:lnTo>
                    <a:pt x="930147" y="880933"/>
                  </a:lnTo>
                  <a:lnTo>
                    <a:pt x="931219" y="880457"/>
                  </a:lnTo>
                  <a:lnTo>
                    <a:pt x="932290" y="879981"/>
                  </a:lnTo>
                  <a:lnTo>
                    <a:pt x="933362" y="879504"/>
                  </a:lnTo>
                  <a:lnTo>
                    <a:pt x="934434" y="879028"/>
                  </a:lnTo>
                  <a:lnTo>
                    <a:pt x="935505" y="878551"/>
                  </a:lnTo>
                  <a:lnTo>
                    <a:pt x="936577" y="878073"/>
                  </a:lnTo>
                  <a:lnTo>
                    <a:pt x="937648" y="877596"/>
                  </a:lnTo>
                  <a:lnTo>
                    <a:pt x="938720" y="877118"/>
                  </a:lnTo>
                  <a:lnTo>
                    <a:pt x="939792" y="876641"/>
                  </a:lnTo>
                  <a:lnTo>
                    <a:pt x="940863" y="876163"/>
                  </a:lnTo>
                  <a:lnTo>
                    <a:pt x="941935" y="875685"/>
                  </a:lnTo>
                  <a:lnTo>
                    <a:pt x="943006" y="875206"/>
                  </a:lnTo>
                  <a:lnTo>
                    <a:pt x="944078" y="874728"/>
                  </a:lnTo>
                  <a:lnTo>
                    <a:pt x="945150" y="874249"/>
                  </a:lnTo>
                  <a:lnTo>
                    <a:pt x="946221" y="873770"/>
                  </a:lnTo>
                  <a:lnTo>
                    <a:pt x="947293" y="873291"/>
                  </a:lnTo>
                  <a:lnTo>
                    <a:pt x="948364" y="872811"/>
                  </a:lnTo>
                  <a:lnTo>
                    <a:pt x="949436" y="872332"/>
                  </a:lnTo>
                  <a:lnTo>
                    <a:pt x="950508" y="871852"/>
                  </a:lnTo>
                  <a:lnTo>
                    <a:pt x="951579" y="871372"/>
                  </a:lnTo>
                  <a:lnTo>
                    <a:pt x="952651" y="870892"/>
                  </a:lnTo>
                  <a:lnTo>
                    <a:pt x="953722" y="870412"/>
                  </a:lnTo>
                  <a:lnTo>
                    <a:pt x="954794" y="869931"/>
                  </a:lnTo>
                  <a:lnTo>
                    <a:pt x="955866" y="869451"/>
                  </a:lnTo>
                  <a:lnTo>
                    <a:pt x="956937" y="868970"/>
                  </a:lnTo>
                  <a:lnTo>
                    <a:pt x="958009" y="868489"/>
                  </a:lnTo>
                  <a:lnTo>
                    <a:pt x="959080" y="868007"/>
                  </a:lnTo>
                  <a:lnTo>
                    <a:pt x="960152" y="867526"/>
                  </a:lnTo>
                  <a:lnTo>
                    <a:pt x="961224" y="867044"/>
                  </a:lnTo>
                  <a:lnTo>
                    <a:pt x="962295" y="866562"/>
                  </a:lnTo>
                  <a:lnTo>
                    <a:pt x="963367" y="866080"/>
                  </a:lnTo>
                  <a:lnTo>
                    <a:pt x="964438" y="865598"/>
                  </a:lnTo>
                  <a:lnTo>
                    <a:pt x="965510" y="865115"/>
                  </a:lnTo>
                  <a:lnTo>
                    <a:pt x="966582" y="864633"/>
                  </a:lnTo>
                  <a:lnTo>
                    <a:pt x="967653" y="864150"/>
                  </a:lnTo>
                  <a:lnTo>
                    <a:pt x="968725" y="863667"/>
                  </a:lnTo>
                  <a:lnTo>
                    <a:pt x="969796" y="863183"/>
                  </a:lnTo>
                  <a:lnTo>
                    <a:pt x="970868" y="862700"/>
                  </a:lnTo>
                  <a:lnTo>
                    <a:pt x="971940" y="862216"/>
                  </a:lnTo>
                  <a:lnTo>
                    <a:pt x="973011" y="861732"/>
                  </a:lnTo>
                  <a:lnTo>
                    <a:pt x="974083" y="861248"/>
                  </a:lnTo>
                  <a:lnTo>
                    <a:pt x="975154" y="860764"/>
                  </a:lnTo>
                  <a:lnTo>
                    <a:pt x="976226" y="860279"/>
                  </a:lnTo>
                  <a:lnTo>
                    <a:pt x="977298" y="859795"/>
                  </a:lnTo>
                  <a:lnTo>
                    <a:pt x="978369" y="859310"/>
                  </a:lnTo>
                  <a:lnTo>
                    <a:pt x="979441" y="858825"/>
                  </a:lnTo>
                  <a:lnTo>
                    <a:pt x="980512" y="858340"/>
                  </a:lnTo>
                  <a:lnTo>
                    <a:pt x="981584" y="857854"/>
                  </a:lnTo>
                  <a:lnTo>
                    <a:pt x="982656" y="857369"/>
                  </a:lnTo>
                  <a:lnTo>
                    <a:pt x="983727" y="856883"/>
                  </a:lnTo>
                  <a:lnTo>
                    <a:pt x="984799" y="856397"/>
                  </a:lnTo>
                  <a:lnTo>
                    <a:pt x="985870" y="855911"/>
                  </a:lnTo>
                  <a:lnTo>
                    <a:pt x="986942" y="855424"/>
                  </a:lnTo>
                  <a:lnTo>
                    <a:pt x="988014" y="854937"/>
                  </a:lnTo>
                  <a:lnTo>
                    <a:pt x="989085" y="854451"/>
                  </a:lnTo>
                  <a:lnTo>
                    <a:pt x="990157" y="853964"/>
                  </a:lnTo>
                  <a:lnTo>
                    <a:pt x="991228" y="853476"/>
                  </a:lnTo>
                  <a:lnTo>
                    <a:pt x="992300" y="852989"/>
                  </a:lnTo>
                  <a:lnTo>
                    <a:pt x="993372" y="852501"/>
                  </a:lnTo>
                  <a:lnTo>
                    <a:pt x="994443" y="852014"/>
                  </a:lnTo>
                  <a:lnTo>
                    <a:pt x="995515" y="851526"/>
                  </a:lnTo>
                  <a:lnTo>
                    <a:pt x="996586" y="851037"/>
                  </a:lnTo>
                  <a:lnTo>
                    <a:pt x="997658" y="850549"/>
                  </a:lnTo>
                  <a:lnTo>
                    <a:pt x="998730" y="850061"/>
                  </a:lnTo>
                  <a:lnTo>
                    <a:pt x="999801" y="849572"/>
                  </a:lnTo>
                  <a:lnTo>
                    <a:pt x="1000873" y="849083"/>
                  </a:lnTo>
                  <a:lnTo>
                    <a:pt x="1001944" y="848594"/>
                  </a:lnTo>
                  <a:lnTo>
                    <a:pt x="1003016" y="848104"/>
                  </a:lnTo>
                  <a:lnTo>
                    <a:pt x="1004088" y="847615"/>
                  </a:lnTo>
                  <a:lnTo>
                    <a:pt x="1005159" y="847125"/>
                  </a:lnTo>
                  <a:lnTo>
                    <a:pt x="1006231" y="846635"/>
                  </a:lnTo>
                  <a:lnTo>
                    <a:pt x="1007302" y="846145"/>
                  </a:lnTo>
                  <a:lnTo>
                    <a:pt x="1008374" y="845654"/>
                  </a:lnTo>
                  <a:lnTo>
                    <a:pt x="1009446" y="845164"/>
                  </a:lnTo>
                  <a:lnTo>
                    <a:pt x="1010517" y="844673"/>
                  </a:lnTo>
                  <a:lnTo>
                    <a:pt x="1011589" y="844182"/>
                  </a:lnTo>
                  <a:lnTo>
                    <a:pt x="1012660" y="843691"/>
                  </a:lnTo>
                  <a:lnTo>
                    <a:pt x="1013732" y="843200"/>
                  </a:lnTo>
                  <a:lnTo>
                    <a:pt x="1014804" y="842708"/>
                  </a:lnTo>
                  <a:lnTo>
                    <a:pt x="1015875" y="842217"/>
                  </a:lnTo>
                  <a:lnTo>
                    <a:pt x="1016947" y="841725"/>
                  </a:lnTo>
                  <a:lnTo>
                    <a:pt x="1018018" y="841233"/>
                  </a:lnTo>
                  <a:lnTo>
                    <a:pt x="1019090" y="840740"/>
                  </a:lnTo>
                  <a:lnTo>
                    <a:pt x="1020162" y="840248"/>
                  </a:lnTo>
                  <a:lnTo>
                    <a:pt x="1021233" y="839755"/>
                  </a:lnTo>
                  <a:lnTo>
                    <a:pt x="1022305" y="839262"/>
                  </a:lnTo>
                  <a:lnTo>
                    <a:pt x="1023376" y="838769"/>
                  </a:lnTo>
                  <a:lnTo>
                    <a:pt x="1024448" y="838276"/>
                  </a:lnTo>
                  <a:lnTo>
                    <a:pt x="1025520" y="837782"/>
                  </a:lnTo>
                  <a:lnTo>
                    <a:pt x="1026591" y="837289"/>
                  </a:lnTo>
                  <a:lnTo>
                    <a:pt x="1027663" y="836795"/>
                  </a:lnTo>
                  <a:lnTo>
                    <a:pt x="1028734" y="836301"/>
                  </a:lnTo>
                  <a:lnTo>
                    <a:pt x="1029806" y="835806"/>
                  </a:lnTo>
                  <a:lnTo>
                    <a:pt x="1030878" y="835312"/>
                  </a:lnTo>
                  <a:lnTo>
                    <a:pt x="1031949" y="834817"/>
                  </a:lnTo>
                  <a:lnTo>
                    <a:pt x="1033021" y="834322"/>
                  </a:lnTo>
                  <a:lnTo>
                    <a:pt x="1034092" y="833827"/>
                  </a:lnTo>
                  <a:lnTo>
                    <a:pt x="1035164" y="833332"/>
                  </a:lnTo>
                  <a:lnTo>
                    <a:pt x="1036236" y="832837"/>
                  </a:lnTo>
                  <a:lnTo>
                    <a:pt x="1037307" y="832341"/>
                  </a:lnTo>
                  <a:lnTo>
                    <a:pt x="1038379" y="831845"/>
                  </a:lnTo>
                  <a:lnTo>
                    <a:pt x="1039450" y="831349"/>
                  </a:lnTo>
                  <a:lnTo>
                    <a:pt x="1040522" y="830853"/>
                  </a:lnTo>
                  <a:lnTo>
                    <a:pt x="1041594" y="830357"/>
                  </a:lnTo>
                  <a:lnTo>
                    <a:pt x="1042665" y="829860"/>
                  </a:lnTo>
                  <a:lnTo>
                    <a:pt x="1043737" y="829363"/>
                  </a:lnTo>
                  <a:lnTo>
                    <a:pt x="1044808" y="828866"/>
                  </a:lnTo>
                  <a:lnTo>
                    <a:pt x="1045880" y="828369"/>
                  </a:lnTo>
                  <a:lnTo>
                    <a:pt x="1046952" y="827872"/>
                  </a:lnTo>
                  <a:lnTo>
                    <a:pt x="1048023" y="827374"/>
                  </a:lnTo>
                  <a:lnTo>
                    <a:pt x="1049095" y="826876"/>
                  </a:lnTo>
                  <a:lnTo>
                    <a:pt x="1050166" y="826378"/>
                  </a:lnTo>
                  <a:lnTo>
                    <a:pt x="1051238" y="825880"/>
                  </a:lnTo>
                  <a:lnTo>
                    <a:pt x="1052310" y="825382"/>
                  </a:lnTo>
                  <a:lnTo>
                    <a:pt x="1053381" y="824883"/>
                  </a:lnTo>
                  <a:lnTo>
                    <a:pt x="1054453" y="824384"/>
                  </a:lnTo>
                  <a:lnTo>
                    <a:pt x="1055524" y="823885"/>
                  </a:lnTo>
                  <a:lnTo>
                    <a:pt x="1056596" y="823386"/>
                  </a:lnTo>
                  <a:lnTo>
                    <a:pt x="1057668" y="822887"/>
                  </a:lnTo>
                  <a:lnTo>
                    <a:pt x="1058739" y="822387"/>
                  </a:lnTo>
                  <a:lnTo>
                    <a:pt x="1059811" y="821888"/>
                  </a:lnTo>
                  <a:lnTo>
                    <a:pt x="1060882" y="821388"/>
                  </a:lnTo>
                  <a:lnTo>
                    <a:pt x="1061954" y="820888"/>
                  </a:lnTo>
                  <a:lnTo>
                    <a:pt x="1063026" y="820387"/>
                  </a:lnTo>
                  <a:lnTo>
                    <a:pt x="1064097" y="819887"/>
                  </a:lnTo>
                  <a:lnTo>
                    <a:pt x="1065169" y="819386"/>
                  </a:lnTo>
                  <a:lnTo>
                    <a:pt x="1066240" y="818885"/>
                  </a:lnTo>
                  <a:lnTo>
                    <a:pt x="1067312" y="818384"/>
                  </a:lnTo>
                  <a:lnTo>
                    <a:pt x="1068383" y="817883"/>
                  </a:lnTo>
                  <a:lnTo>
                    <a:pt x="1069455" y="817381"/>
                  </a:lnTo>
                  <a:lnTo>
                    <a:pt x="1070527" y="816880"/>
                  </a:lnTo>
                  <a:lnTo>
                    <a:pt x="1071598" y="816378"/>
                  </a:lnTo>
                  <a:lnTo>
                    <a:pt x="1072670" y="815876"/>
                  </a:lnTo>
                  <a:lnTo>
                    <a:pt x="1073741" y="815373"/>
                  </a:lnTo>
                  <a:lnTo>
                    <a:pt x="1074813" y="814871"/>
                  </a:lnTo>
                  <a:lnTo>
                    <a:pt x="1075885" y="814368"/>
                  </a:lnTo>
                  <a:lnTo>
                    <a:pt x="1076956" y="813865"/>
                  </a:lnTo>
                  <a:lnTo>
                    <a:pt x="1078028" y="813362"/>
                  </a:lnTo>
                  <a:lnTo>
                    <a:pt x="1079099" y="812859"/>
                  </a:lnTo>
                  <a:lnTo>
                    <a:pt x="1080171" y="812356"/>
                  </a:lnTo>
                  <a:lnTo>
                    <a:pt x="1081243" y="811852"/>
                  </a:lnTo>
                  <a:lnTo>
                    <a:pt x="1082314" y="811348"/>
                  </a:lnTo>
                  <a:lnTo>
                    <a:pt x="1083386" y="810844"/>
                  </a:lnTo>
                  <a:lnTo>
                    <a:pt x="1084457" y="810340"/>
                  </a:lnTo>
                  <a:lnTo>
                    <a:pt x="1085529" y="809836"/>
                  </a:lnTo>
                  <a:lnTo>
                    <a:pt x="1086601" y="809331"/>
                  </a:lnTo>
                  <a:lnTo>
                    <a:pt x="1087672" y="808826"/>
                  </a:lnTo>
                  <a:lnTo>
                    <a:pt x="1088744" y="808321"/>
                  </a:lnTo>
                  <a:lnTo>
                    <a:pt x="1089815" y="807816"/>
                  </a:lnTo>
                  <a:lnTo>
                    <a:pt x="1090887" y="807311"/>
                  </a:lnTo>
                  <a:lnTo>
                    <a:pt x="1091959" y="806805"/>
                  </a:lnTo>
                  <a:lnTo>
                    <a:pt x="1093030" y="806299"/>
                  </a:lnTo>
                  <a:lnTo>
                    <a:pt x="1094102" y="805793"/>
                  </a:lnTo>
                  <a:lnTo>
                    <a:pt x="1095173" y="805287"/>
                  </a:lnTo>
                  <a:lnTo>
                    <a:pt x="1096245" y="804781"/>
                  </a:lnTo>
                  <a:lnTo>
                    <a:pt x="1097317" y="804274"/>
                  </a:lnTo>
                  <a:lnTo>
                    <a:pt x="1098388" y="803768"/>
                  </a:lnTo>
                  <a:lnTo>
                    <a:pt x="1099460" y="803261"/>
                  </a:lnTo>
                  <a:lnTo>
                    <a:pt x="1100531" y="802754"/>
                  </a:lnTo>
                  <a:lnTo>
                    <a:pt x="1101603" y="802246"/>
                  </a:lnTo>
                  <a:lnTo>
                    <a:pt x="1102675" y="801739"/>
                  </a:lnTo>
                  <a:lnTo>
                    <a:pt x="1103746" y="801231"/>
                  </a:lnTo>
                  <a:lnTo>
                    <a:pt x="1104818" y="800723"/>
                  </a:lnTo>
                  <a:lnTo>
                    <a:pt x="1105889" y="800215"/>
                  </a:lnTo>
                  <a:lnTo>
                    <a:pt x="1106961" y="799707"/>
                  </a:lnTo>
                  <a:lnTo>
                    <a:pt x="1108033" y="799198"/>
                  </a:lnTo>
                  <a:lnTo>
                    <a:pt x="1109104" y="798690"/>
                  </a:lnTo>
                  <a:lnTo>
                    <a:pt x="1110176" y="798181"/>
                  </a:lnTo>
                  <a:lnTo>
                    <a:pt x="1111247" y="797672"/>
                  </a:lnTo>
                  <a:lnTo>
                    <a:pt x="1112319" y="797162"/>
                  </a:lnTo>
                  <a:lnTo>
                    <a:pt x="1113391" y="796653"/>
                  </a:lnTo>
                  <a:lnTo>
                    <a:pt x="1114462" y="796143"/>
                  </a:lnTo>
                  <a:lnTo>
                    <a:pt x="1115534" y="795634"/>
                  </a:lnTo>
                  <a:lnTo>
                    <a:pt x="1116605" y="795123"/>
                  </a:lnTo>
                  <a:lnTo>
                    <a:pt x="1117677" y="794613"/>
                  </a:lnTo>
                  <a:lnTo>
                    <a:pt x="1118749" y="794103"/>
                  </a:lnTo>
                  <a:lnTo>
                    <a:pt x="1119820" y="793592"/>
                  </a:lnTo>
                  <a:lnTo>
                    <a:pt x="1120892" y="793081"/>
                  </a:lnTo>
                  <a:lnTo>
                    <a:pt x="1121963" y="792570"/>
                  </a:lnTo>
                  <a:lnTo>
                    <a:pt x="1123035" y="792059"/>
                  </a:lnTo>
                  <a:lnTo>
                    <a:pt x="1124107" y="791548"/>
                  </a:lnTo>
                  <a:lnTo>
                    <a:pt x="1125178" y="791036"/>
                  </a:lnTo>
                  <a:lnTo>
                    <a:pt x="1126250" y="790525"/>
                  </a:lnTo>
                  <a:lnTo>
                    <a:pt x="1127321" y="790013"/>
                  </a:lnTo>
                  <a:lnTo>
                    <a:pt x="1128393" y="789500"/>
                  </a:lnTo>
                  <a:lnTo>
                    <a:pt x="1129465" y="788988"/>
                  </a:lnTo>
                  <a:lnTo>
                    <a:pt x="1130536" y="788476"/>
                  </a:lnTo>
                  <a:lnTo>
                    <a:pt x="1131608" y="787963"/>
                  </a:lnTo>
                  <a:lnTo>
                    <a:pt x="1132679" y="787450"/>
                  </a:lnTo>
                  <a:lnTo>
                    <a:pt x="1133751" y="786937"/>
                  </a:lnTo>
                  <a:lnTo>
                    <a:pt x="1134823" y="786423"/>
                  </a:lnTo>
                  <a:lnTo>
                    <a:pt x="1135894" y="785910"/>
                  </a:lnTo>
                  <a:lnTo>
                    <a:pt x="1136966" y="785396"/>
                  </a:lnTo>
                  <a:lnTo>
                    <a:pt x="1138037" y="784882"/>
                  </a:lnTo>
                  <a:lnTo>
                    <a:pt x="1139109" y="784368"/>
                  </a:lnTo>
                  <a:lnTo>
                    <a:pt x="1140181" y="783854"/>
                  </a:lnTo>
                  <a:lnTo>
                    <a:pt x="1141252" y="783339"/>
                  </a:lnTo>
                  <a:lnTo>
                    <a:pt x="1142324" y="782824"/>
                  </a:lnTo>
                  <a:lnTo>
                    <a:pt x="1143395" y="782309"/>
                  </a:lnTo>
                  <a:lnTo>
                    <a:pt x="1144467" y="781794"/>
                  </a:lnTo>
                  <a:lnTo>
                    <a:pt x="1145539" y="781279"/>
                  </a:lnTo>
                  <a:lnTo>
                    <a:pt x="1146610" y="780763"/>
                  </a:lnTo>
                  <a:lnTo>
                    <a:pt x="1147682" y="780248"/>
                  </a:lnTo>
                  <a:lnTo>
                    <a:pt x="1148753" y="779732"/>
                  </a:lnTo>
                  <a:lnTo>
                    <a:pt x="1149825" y="779216"/>
                  </a:lnTo>
                  <a:lnTo>
                    <a:pt x="1150897" y="778699"/>
                  </a:lnTo>
                  <a:lnTo>
                    <a:pt x="1151968" y="778183"/>
                  </a:lnTo>
                  <a:lnTo>
                    <a:pt x="1153040" y="777666"/>
                  </a:lnTo>
                  <a:lnTo>
                    <a:pt x="1154111" y="777149"/>
                  </a:lnTo>
                  <a:lnTo>
                    <a:pt x="1155183" y="776631"/>
                  </a:lnTo>
                  <a:lnTo>
                    <a:pt x="1156255" y="776114"/>
                  </a:lnTo>
                  <a:lnTo>
                    <a:pt x="1157326" y="775596"/>
                  </a:lnTo>
                  <a:lnTo>
                    <a:pt x="1158398" y="775078"/>
                  </a:lnTo>
                  <a:lnTo>
                    <a:pt x="1159469" y="774560"/>
                  </a:lnTo>
                  <a:lnTo>
                    <a:pt x="1160541" y="774042"/>
                  </a:lnTo>
                  <a:lnTo>
                    <a:pt x="1161613" y="773524"/>
                  </a:lnTo>
                  <a:lnTo>
                    <a:pt x="1162684" y="773005"/>
                  </a:lnTo>
                  <a:lnTo>
                    <a:pt x="1163756" y="772486"/>
                  </a:lnTo>
                  <a:lnTo>
                    <a:pt x="1164827" y="771967"/>
                  </a:lnTo>
                  <a:lnTo>
                    <a:pt x="1165899" y="771447"/>
                  </a:lnTo>
                  <a:lnTo>
                    <a:pt x="1166971" y="770928"/>
                  </a:lnTo>
                  <a:lnTo>
                    <a:pt x="1168042" y="770408"/>
                  </a:lnTo>
                  <a:lnTo>
                    <a:pt x="1169114" y="769888"/>
                  </a:lnTo>
                  <a:lnTo>
                    <a:pt x="1170185" y="769367"/>
                  </a:lnTo>
                  <a:lnTo>
                    <a:pt x="1171257" y="768847"/>
                  </a:lnTo>
                  <a:lnTo>
                    <a:pt x="1172329" y="768326"/>
                  </a:lnTo>
                  <a:lnTo>
                    <a:pt x="1173400" y="767805"/>
                  </a:lnTo>
                  <a:lnTo>
                    <a:pt x="1174472" y="767284"/>
                  </a:lnTo>
                  <a:lnTo>
                    <a:pt x="1175543" y="766763"/>
                  </a:lnTo>
                  <a:lnTo>
                    <a:pt x="1176615" y="766241"/>
                  </a:lnTo>
                  <a:lnTo>
                    <a:pt x="1177687" y="765719"/>
                  </a:lnTo>
                  <a:lnTo>
                    <a:pt x="1178758" y="765197"/>
                  </a:lnTo>
                  <a:lnTo>
                    <a:pt x="1179830" y="764675"/>
                  </a:lnTo>
                  <a:lnTo>
                    <a:pt x="1180901" y="764152"/>
                  </a:lnTo>
                  <a:lnTo>
                    <a:pt x="1181973" y="763629"/>
                  </a:lnTo>
                  <a:lnTo>
                    <a:pt x="1183045" y="763106"/>
                  </a:lnTo>
                  <a:lnTo>
                    <a:pt x="1184116" y="762583"/>
                  </a:lnTo>
                  <a:lnTo>
                    <a:pt x="1185188" y="762060"/>
                  </a:lnTo>
                  <a:lnTo>
                    <a:pt x="1186259" y="761536"/>
                  </a:lnTo>
                  <a:lnTo>
                    <a:pt x="1187331" y="761012"/>
                  </a:lnTo>
                  <a:lnTo>
                    <a:pt x="1188403" y="760488"/>
                  </a:lnTo>
                  <a:lnTo>
                    <a:pt x="1189474" y="759963"/>
                  </a:lnTo>
                  <a:lnTo>
                    <a:pt x="1190546" y="759439"/>
                  </a:lnTo>
                  <a:lnTo>
                    <a:pt x="1191617" y="758914"/>
                  </a:lnTo>
                  <a:lnTo>
                    <a:pt x="1192689" y="758389"/>
                  </a:lnTo>
                  <a:lnTo>
                    <a:pt x="1193761" y="757863"/>
                  </a:lnTo>
                  <a:lnTo>
                    <a:pt x="1194832" y="757338"/>
                  </a:lnTo>
                  <a:lnTo>
                    <a:pt x="1195904" y="756812"/>
                  </a:lnTo>
                  <a:lnTo>
                    <a:pt x="1196975" y="756286"/>
                  </a:lnTo>
                  <a:lnTo>
                    <a:pt x="1198047" y="755759"/>
                  </a:lnTo>
                  <a:lnTo>
                    <a:pt x="1199119" y="755233"/>
                  </a:lnTo>
                  <a:lnTo>
                    <a:pt x="1200190" y="754706"/>
                  </a:lnTo>
                  <a:lnTo>
                    <a:pt x="1201262" y="754179"/>
                  </a:lnTo>
                  <a:lnTo>
                    <a:pt x="1202333" y="753651"/>
                  </a:lnTo>
                  <a:lnTo>
                    <a:pt x="1203405" y="753124"/>
                  </a:lnTo>
                  <a:lnTo>
                    <a:pt x="1204477" y="752596"/>
                  </a:lnTo>
                  <a:lnTo>
                    <a:pt x="1205548" y="752068"/>
                  </a:lnTo>
                  <a:lnTo>
                    <a:pt x="1206620" y="751539"/>
                  </a:lnTo>
                  <a:lnTo>
                    <a:pt x="1207691" y="751011"/>
                  </a:lnTo>
                  <a:lnTo>
                    <a:pt x="1208763" y="750482"/>
                  </a:lnTo>
                  <a:lnTo>
                    <a:pt x="1209835" y="749953"/>
                  </a:lnTo>
                  <a:lnTo>
                    <a:pt x="1210906" y="749424"/>
                  </a:lnTo>
                  <a:lnTo>
                    <a:pt x="1211978" y="748894"/>
                  </a:lnTo>
                  <a:lnTo>
                    <a:pt x="1213049" y="748364"/>
                  </a:lnTo>
                  <a:lnTo>
                    <a:pt x="1214121" y="747834"/>
                  </a:lnTo>
                  <a:lnTo>
                    <a:pt x="1215193" y="747304"/>
                  </a:lnTo>
                  <a:lnTo>
                    <a:pt x="1216264" y="746773"/>
                  </a:lnTo>
                  <a:lnTo>
                    <a:pt x="1217336" y="746242"/>
                  </a:lnTo>
                  <a:lnTo>
                    <a:pt x="1218407" y="745711"/>
                  </a:lnTo>
                  <a:lnTo>
                    <a:pt x="1219479" y="745180"/>
                  </a:lnTo>
                  <a:lnTo>
                    <a:pt x="1220551" y="744648"/>
                  </a:lnTo>
                  <a:lnTo>
                    <a:pt x="1221622" y="744116"/>
                  </a:lnTo>
                  <a:lnTo>
                    <a:pt x="1222694" y="743584"/>
                  </a:lnTo>
                  <a:lnTo>
                    <a:pt x="1223765" y="743051"/>
                  </a:lnTo>
                  <a:lnTo>
                    <a:pt x="1224837" y="742519"/>
                  </a:lnTo>
                  <a:lnTo>
                    <a:pt x="1225909" y="741986"/>
                  </a:lnTo>
                  <a:lnTo>
                    <a:pt x="1226980" y="741452"/>
                  </a:lnTo>
                  <a:lnTo>
                    <a:pt x="1228052" y="740919"/>
                  </a:lnTo>
                  <a:lnTo>
                    <a:pt x="1229123" y="740385"/>
                  </a:lnTo>
                  <a:lnTo>
                    <a:pt x="1230195" y="739851"/>
                  </a:lnTo>
                  <a:lnTo>
                    <a:pt x="1231267" y="739317"/>
                  </a:lnTo>
                  <a:lnTo>
                    <a:pt x="1232338" y="738782"/>
                  </a:lnTo>
                  <a:lnTo>
                    <a:pt x="1233410" y="738247"/>
                  </a:lnTo>
                  <a:lnTo>
                    <a:pt x="1234481" y="737712"/>
                  </a:lnTo>
                  <a:lnTo>
                    <a:pt x="1235553" y="737177"/>
                  </a:lnTo>
                  <a:lnTo>
                    <a:pt x="1236625" y="736641"/>
                  </a:lnTo>
                  <a:lnTo>
                    <a:pt x="1237696" y="736105"/>
                  </a:lnTo>
                  <a:lnTo>
                    <a:pt x="1238768" y="735569"/>
                  </a:lnTo>
                  <a:lnTo>
                    <a:pt x="1239839" y="735032"/>
                  </a:lnTo>
                  <a:lnTo>
                    <a:pt x="1240911" y="734496"/>
                  </a:lnTo>
                  <a:lnTo>
                    <a:pt x="1241983" y="733959"/>
                  </a:lnTo>
                  <a:lnTo>
                    <a:pt x="1243054" y="733421"/>
                  </a:lnTo>
                  <a:lnTo>
                    <a:pt x="1244126" y="732884"/>
                  </a:lnTo>
                  <a:lnTo>
                    <a:pt x="1245197" y="732346"/>
                  </a:lnTo>
                  <a:lnTo>
                    <a:pt x="1246269" y="731808"/>
                  </a:lnTo>
                  <a:lnTo>
                    <a:pt x="1247340" y="731269"/>
                  </a:lnTo>
                  <a:lnTo>
                    <a:pt x="1248412" y="730730"/>
                  </a:lnTo>
                  <a:lnTo>
                    <a:pt x="1249484" y="730191"/>
                  </a:lnTo>
                  <a:lnTo>
                    <a:pt x="1250555" y="729652"/>
                  </a:lnTo>
                  <a:lnTo>
                    <a:pt x="1251627" y="729112"/>
                  </a:lnTo>
                  <a:lnTo>
                    <a:pt x="1252698" y="728572"/>
                  </a:lnTo>
                  <a:lnTo>
                    <a:pt x="1253770" y="728032"/>
                  </a:lnTo>
                  <a:lnTo>
                    <a:pt x="1254842" y="727492"/>
                  </a:lnTo>
                  <a:lnTo>
                    <a:pt x="1255913" y="726951"/>
                  </a:lnTo>
                  <a:lnTo>
                    <a:pt x="1256985" y="726410"/>
                  </a:lnTo>
                  <a:lnTo>
                    <a:pt x="1258056" y="725869"/>
                  </a:lnTo>
                  <a:lnTo>
                    <a:pt x="1259128" y="725327"/>
                  </a:lnTo>
                  <a:lnTo>
                    <a:pt x="1260200" y="724785"/>
                  </a:lnTo>
                  <a:lnTo>
                    <a:pt x="1261271" y="724243"/>
                  </a:lnTo>
                  <a:lnTo>
                    <a:pt x="1262343" y="723700"/>
                  </a:lnTo>
                  <a:lnTo>
                    <a:pt x="1263414" y="723158"/>
                  </a:lnTo>
                  <a:lnTo>
                    <a:pt x="1264486" y="722614"/>
                  </a:lnTo>
                  <a:lnTo>
                    <a:pt x="1265558" y="722071"/>
                  </a:lnTo>
                  <a:lnTo>
                    <a:pt x="1266629" y="721527"/>
                  </a:lnTo>
                  <a:lnTo>
                    <a:pt x="1267701" y="720983"/>
                  </a:lnTo>
                  <a:lnTo>
                    <a:pt x="1268772" y="720439"/>
                  </a:lnTo>
                  <a:lnTo>
                    <a:pt x="1269844" y="719894"/>
                  </a:lnTo>
                  <a:lnTo>
                    <a:pt x="1270916" y="719350"/>
                  </a:lnTo>
                  <a:lnTo>
                    <a:pt x="1271987" y="718804"/>
                  </a:lnTo>
                  <a:lnTo>
                    <a:pt x="1273059" y="718259"/>
                  </a:lnTo>
                  <a:lnTo>
                    <a:pt x="1274130" y="717713"/>
                  </a:lnTo>
                  <a:lnTo>
                    <a:pt x="1275202" y="717167"/>
                  </a:lnTo>
                  <a:lnTo>
                    <a:pt x="1276274" y="716620"/>
                  </a:lnTo>
                  <a:lnTo>
                    <a:pt x="1277345" y="716074"/>
                  </a:lnTo>
                  <a:lnTo>
                    <a:pt x="1278417" y="715527"/>
                  </a:lnTo>
                  <a:lnTo>
                    <a:pt x="1279488" y="714979"/>
                  </a:lnTo>
                  <a:lnTo>
                    <a:pt x="1280560" y="714432"/>
                  </a:lnTo>
                  <a:lnTo>
                    <a:pt x="1281632" y="713884"/>
                  </a:lnTo>
                  <a:lnTo>
                    <a:pt x="1282703" y="713335"/>
                  </a:lnTo>
                  <a:lnTo>
                    <a:pt x="1283775" y="712787"/>
                  </a:lnTo>
                  <a:lnTo>
                    <a:pt x="1284846" y="712238"/>
                  </a:lnTo>
                  <a:lnTo>
                    <a:pt x="1285918" y="711689"/>
                  </a:lnTo>
                  <a:lnTo>
                    <a:pt x="1286990" y="711139"/>
                  </a:lnTo>
                  <a:lnTo>
                    <a:pt x="1288061" y="710589"/>
                  </a:lnTo>
                  <a:lnTo>
                    <a:pt x="1289133" y="710039"/>
                  </a:lnTo>
                  <a:lnTo>
                    <a:pt x="1290204" y="709488"/>
                  </a:lnTo>
                  <a:lnTo>
                    <a:pt x="1291276" y="708938"/>
                  </a:lnTo>
                  <a:lnTo>
                    <a:pt x="1292348" y="708387"/>
                  </a:lnTo>
                  <a:lnTo>
                    <a:pt x="1293419" y="707835"/>
                  </a:lnTo>
                  <a:lnTo>
                    <a:pt x="1294491" y="707283"/>
                  </a:lnTo>
                  <a:lnTo>
                    <a:pt x="1295562" y="706731"/>
                  </a:lnTo>
                  <a:lnTo>
                    <a:pt x="1296634" y="706179"/>
                  </a:lnTo>
                  <a:lnTo>
                    <a:pt x="1297706" y="705626"/>
                  </a:lnTo>
                  <a:lnTo>
                    <a:pt x="1298777" y="705073"/>
                  </a:lnTo>
                  <a:lnTo>
                    <a:pt x="1299849" y="704519"/>
                  </a:lnTo>
                  <a:lnTo>
                    <a:pt x="1300920" y="703966"/>
                  </a:lnTo>
                  <a:lnTo>
                    <a:pt x="1301992" y="703412"/>
                  </a:lnTo>
                  <a:lnTo>
                    <a:pt x="1303064" y="702857"/>
                  </a:lnTo>
                  <a:lnTo>
                    <a:pt x="1304135" y="702302"/>
                  </a:lnTo>
                  <a:lnTo>
                    <a:pt x="1305207" y="701747"/>
                  </a:lnTo>
                  <a:lnTo>
                    <a:pt x="1306278" y="701192"/>
                  </a:lnTo>
                  <a:lnTo>
                    <a:pt x="1307350" y="700636"/>
                  </a:lnTo>
                  <a:lnTo>
                    <a:pt x="1308422" y="700080"/>
                  </a:lnTo>
                  <a:lnTo>
                    <a:pt x="1309493" y="699524"/>
                  </a:lnTo>
                  <a:lnTo>
                    <a:pt x="1310565" y="698967"/>
                  </a:lnTo>
                  <a:lnTo>
                    <a:pt x="1311636" y="698410"/>
                  </a:lnTo>
                  <a:lnTo>
                    <a:pt x="1312708" y="697853"/>
                  </a:lnTo>
                  <a:lnTo>
                    <a:pt x="1313780" y="697295"/>
                  </a:lnTo>
                  <a:lnTo>
                    <a:pt x="1314851" y="696737"/>
                  </a:lnTo>
                  <a:lnTo>
                    <a:pt x="1315923" y="696178"/>
                  </a:lnTo>
                  <a:lnTo>
                    <a:pt x="1316994" y="695619"/>
                  </a:lnTo>
                  <a:lnTo>
                    <a:pt x="1318066" y="695060"/>
                  </a:lnTo>
                  <a:lnTo>
                    <a:pt x="1319138" y="694501"/>
                  </a:lnTo>
                  <a:lnTo>
                    <a:pt x="1320209" y="693941"/>
                  </a:lnTo>
                  <a:lnTo>
                    <a:pt x="1321281" y="693381"/>
                  </a:lnTo>
                  <a:lnTo>
                    <a:pt x="1322352" y="692820"/>
                  </a:lnTo>
                  <a:lnTo>
                    <a:pt x="1323424" y="692260"/>
                  </a:lnTo>
                  <a:lnTo>
                    <a:pt x="1324496" y="691698"/>
                  </a:lnTo>
                  <a:lnTo>
                    <a:pt x="1325567" y="691137"/>
                  </a:lnTo>
                  <a:lnTo>
                    <a:pt x="1326639" y="690575"/>
                  </a:lnTo>
                  <a:lnTo>
                    <a:pt x="1327710" y="690013"/>
                  </a:lnTo>
                  <a:lnTo>
                    <a:pt x="1328782" y="689450"/>
                  </a:lnTo>
                  <a:lnTo>
                    <a:pt x="1329854" y="688887"/>
                  </a:lnTo>
                  <a:lnTo>
                    <a:pt x="1330925" y="688324"/>
                  </a:lnTo>
                  <a:lnTo>
                    <a:pt x="1331997" y="687760"/>
                  </a:lnTo>
                  <a:lnTo>
                    <a:pt x="1333068" y="687196"/>
                  </a:lnTo>
                  <a:lnTo>
                    <a:pt x="1334140" y="686631"/>
                  </a:lnTo>
                  <a:lnTo>
                    <a:pt x="1335212" y="686067"/>
                  </a:lnTo>
                  <a:lnTo>
                    <a:pt x="1336283" y="685502"/>
                  </a:lnTo>
                  <a:lnTo>
                    <a:pt x="1337355" y="684936"/>
                  </a:lnTo>
                  <a:lnTo>
                    <a:pt x="1338426" y="684370"/>
                  </a:lnTo>
                  <a:lnTo>
                    <a:pt x="1339498" y="683804"/>
                  </a:lnTo>
                  <a:lnTo>
                    <a:pt x="1340570" y="683237"/>
                  </a:lnTo>
                  <a:lnTo>
                    <a:pt x="1341641" y="682671"/>
                  </a:lnTo>
                  <a:lnTo>
                    <a:pt x="1342713" y="682103"/>
                  </a:lnTo>
                  <a:lnTo>
                    <a:pt x="1343784" y="681536"/>
                  </a:lnTo>
                  <a:lnTo>
                    <a:pt x="1344856" y="680967"/>
                  </a:lnTo>
                  <a:lnTo>
                    <a:pt x="1345928" y="680399"/>
                  </a:lnTo>
                  <a:lnTo>
                    <a:pt x="1346999" y="679830"/>
                  </a:lnTo>
                  <a:lnTo>
                    <a:pt x="1348071" y="679261"/>
                  </a:lnTo>
                  <a:lnTo>
                    <a:pt x="1349142" y="678692"/>
                  </a:lnTo>
                  <a:lnTo>
                    <a:pt x="1350214" y="678122"/>
                  </a:lnTo>
                  <a:lnTo>
                    <a:pt x="1351286" y="677551"/>
                  </a:lnTo>
                  <a:lnTo>
                    <a:pt x="1352357" y="676981"/>
                  </a:lnTo>
                  <a:lnTo>
                    <a:pt x="1353429" y="676410"/>
                  </a:lnTo>
                  <a:lnTo>
                    <a:pt x="1354500" y="675838"/>
                  </a:lnTo>
                  <a:lnTo>
                    <a:pt x="1355572" y="675266"/>
                  </a:lnTo>
                  <a:lnTo>
                    <a:pt x="1356644" y="674694"/>
                  </a:lnTo>
                  <a:lnTo>
                    <a:pt x="1357715" y="674122"/>
                  </a:lnTo>
                  <a:lnTo>
                    <a:pt x="1358787" y="673549"/>
                  </a:lnTo>
                  <a:lnTo>
                    <a:pt x="1359858" y="672975"/>
                  </a:lnTo>
                  <a:lnTo>
                    <a:pt x="1360930" y="672402"/>
                  </a:lnTo>
                  <a:lnTo>
                    <a:pt x="1362002" y="671828"/>
                  </a:lnTo>
                  <a:lnTo>
                    <a:pt x="1363073" y="671253"/>
                  </a:lnTo>
                  <a:lnTo>
                    <a:pt x="1364145" y="670678"/>
                  </a:lnTo>
                  <a:lnTo>
                    <a:pt x="1365216" y="670103"/>
                  </a:lnTo>
                  <a:lnTo>
                    <a:pt x="1366288" y="669527"/>
                  </a:lnTo>
                  <a:lnTo>
                    <a:pt x="1367360" y="668951"/>
                  </a:lnTo>
                  <a:lnTo>
                    <a:pt x="1368431" y="668375"/>
                  </a:lnTo>
                  <a:lnTo>
                    <a:pt x="1369503" y="667798"/>
                  </a:lnTo>
                  <a:lnTo>
                    <a:pt x="1370574" y="667221"/>
                  </a:lnTo>
                  <a:lnTo>
                    <a:pt x="1371646" y="666643"/>
                  </a:lnTo>
                  <a:lnTo>
                    <a:pt x="1372718" y="666065"/>
                  </a:lnTo>
                  <a:lnTo>
                    <a:pt x="1373789" y="665487"/>
                  </a:lnTo>
                  <a:lnTo>
                    <a:pt x="1374861" y="664908"/>
                  </a:lnTo>
                  <a:lnTo>
                    <a:pt x="1375932" y="664329"/>
                  </a:lnTo>
                  <a:lnTo>
                    <a:pt x="1377004" y="663749"/>
                  </a:lnTo>
                  <a:lnTo>
                    <a:pt x="1378076" y="663169"/>
                  </a:lnTo>
                  <a:lnTo>
                    <a:pt x="1379147" y="662589"/>
                  </a:lnTo>
                  <a:lnTo>
                    <a:pt x="1380219" y="662008"/>
                  </a:lnTo>
                  <a:lnTo>
                    <a:pt x="1381290" y="661427"/>
                  </a:lnTo>
                  <a:lnTo>
                    <a:pt x="1382362" y="660845"/>
                  </a:lnTo>
                  <a:lnTo>
                    <a:pt x="1383434" y="660263"/>
                  </a:lnTo>
                  <a:lnTo>
                    <a:pt x="1384505" y="659681"/>
                  </a:lnTo>
                  <a:lnTo>
                    <a:pt x="1385577" y="659098"/>
                  </a:lnTo>
                  <a:lnTo>
                    <a:pt x="1386648" y="658515"/>
                  </a:lnTo>
                  <a:lnTo>
                    <a:pt x="1387720" y="657931"/>
                  </a:lnTo>
                  <a:lnTo>
                    <a:pt x="1388792" y="657347"/>
                  </a:lnTo>
                  <a:lnTo>
                    <a:pt x="1389863" y="656763"/>
                  </a:lnTo>
                  <a:lnTo>
                    <a:pt x="1390935" y="656178"/>
                  </a:lnTo>
                  <a:lnTo>
                    <a:pt x="1392006" y="655592"/>
                  </a:lnTo>
                  <a:lnTo>
                    <a:pt x="1393078" y="655007"/>
                  </a:lnTo>
                  <a:lnTo>
                    <a:pt x="1394150" y="654421"/>
                  </a:lnTo>
                  <a:lnTo>
                    <a:pt x="1395221" y="653834"/>
                  </a:lnTo>
                  <a:lnTo>
                    <a:pt x="1396293" y="653247"/>
                  </a:lnTo>
                  <a:lnTo>
                    <a:pt x="1397364" y="652660"/>
                  </a:lnTo>
                  <a:lnTo>
                    <a:pt x="1398436" y="652072"/>
                  </a:lnTo>
                  <a:lnTo>
                    <a:pt x="1399508" y="651483"/>
                  </a:lnTo>
                  <a:lnTo>
                    <a:pt x="1400579" y="650895"/>
                  </a:lnTo>
                  <a:lnTo>
                    <a:pt x="1401651" y="650306"/>
                  </a:lnTo>
                  <a:lnTo>
                    <a:pt x="1402722" y="649716"/>
                  </a:lnTo>
                  <a:lnTo>
                    <a:pt x="1403794" y="649126"/>
                  </a:lnTo>
                  <a:lnTo>
                    <a:pt x="1404866" y="648536"/>
                  </a:lnTo>
                  <a:lnTo>
                    <a:pt x="1405937" y="647945"/>
                  </a:lnTo>
                  <a:lnTo>
                    <a:pt x="1407009" y="647354"/>
                  </a:lnTo>
                  <a:lnTo>
                    <a:pt x="1408080" y="646762"/>
                  </a:lnTo>
                  <a:lnTo>
                    <a:pt x="1409152" y="646170"/>
                  </a:lnTo>
                  <a:lnTo>
                    <a:pt x="1410224" y="645577"/>
                  </a:lnTo>
                  <a:lnTo>
                    <a:pt x="1411295" y="644984"/>
                  </a:lnTo>
                  <a:lnTo>
                    <a:pt x="1412367" y="644391"/>
                  </a:lnTo>
                  <a:lnTo>
                    <a:pt x="1413438" y="643797"/>
                  </a:lnTo>
                  <a:lnTo>
                    <a:pt x="1414510" y="643203"/>
                  </a:lnTo>
                  <a:lnTo>
                    <a:pt x="1415582" y="642608"/>
                  </a:lnTo>
                  <a:lnTo>
                    <a:pt x="1416653" y="642013"/>
                  </a:lnTo>
                  <a:lnTo>
                    <a:pt x="1417725" y="641417"/>
                  </a:lnTo>
                  <a:lnTo>
                    <a:pt x="1418796" y="640821"/>
                  </a:lnTo>
                  <a:lnTo>
                    <a:pt x="1419868" y="640225"/>
                  </a:lnTo>
                  <a:lnTo>
                    <a:pt x="1420939" y="639628"/>
                  </a:lnTo>
                  <a:lnTo>
                    <a:pt x="1422011" y="639030"/>
                  </a:lnTo>
                  <a:lnTo>
                    <a:pt x="1423083" y="638433"/>
                  </a:lnTo>
                  <a:lnTo>
                    <a:pt x="1424154" y="637834"/>
                  </a:lnTo>
                  <a:lnTo>
                    <a:pt x="1425226" y="637236"/>
                  </a:lnTo>
                  <a:lnTo>
                    <a:pt x="1426297" y="636636"/>
                  </a:lnTo>
                  <a:lnTo>
                    <a:pt x="1427369" y="636037"/>
                  </a:lnTo>
                  <a:lnTo>
                    <a:pt x="1428441" y="635437"/>
                  </a:lnTo>
                  <a:lnTo>
                    <a:pt x="1429512" y="634836"/>
                  </a:lnTo>
                  <a:lnTo>
                    <a:pt x="1430584" y="634235"/>
                  </a:lnTo>
                  <a:lnTo>
                    <a:pt x="1431655" y="633634"/>
                  </a:lnTo>
                  <a:lnTo>
                    <a:pt x="1432727" y="633032"/>
                  </a:lnTo>
                  <a:lnTo>
                    <a:pt x="1433799" y="632429"/>
                  </a:lnTo>
                  <a:lnTo>
                    <a:pt x="1434870" y="631826"/>
                  </a:lnTo>
                  <a:lnTo>
                    <a:pt x="1435942" y="631223"/>
                  </a:lnTo>
                  <a:lnTo>
                    <a:pt x="1437013" y="630619"/>
                  </a:lnTo>
                  <a:lnTo>
                    <a:pt x="1438085" y="630015"/>
                  </a:lnTo>
                  <a:lnTo>
                    <a:pt x="1439157" y="629410"/>
                  </a:lnTo>
                  <a:lnTo>
                    <a:pt x="1440228" y="628805"/>
                  </a:lnTo>
                  <a:lnTo>
                    <a:pt x="1441300" y="628199"/>
                  </a:lnTo>
                  <a:lnTo>
                    <a:pt x="1442371" y="627593"/>
                  </a:lnTo>
                  <a:lnTo>
                    <a:pt x="1443443" y="626987"/>
                  </a:lnTo>
                  <a:lnTo>
                    <a:pt x="1444515" y="626380"/>
                  </a:lnTo>
                  <a:lnTo>
                    <a:pt x="1445586" y="625772"/>
                  </a:lnTo>
                  <a:lnTo>
                    <a:pt x="1446658" y="625164"/>
                  </a:lnTo>
                  <a:lnTo>
                    <a:pt x="1447729" y="624556"/>
                  </a:lnTo>
                  <a:lnTo>
                    <a:pt x="1448801" y="623947"/>
                  </a:lnTo>
                  <a:lnTo>
                    <a:pt x="1449873" y="623337"/>
                  </a:lnTo>
                  <a:lnTo>
                    <a:pt x="1450944" y="622727"/>
                  </a:lnTo>
                  <a:lnTo>
                    <a:pt x="1452016" y="622117"/>
                  </a:lnTo>
                  <a:lnTo>
                    <a:pt x="1453087" y="621506"/>
                  </a:lnTo>
                  <a:lnTo>
                    <a:pt x="1454159" y="620895"/>
                  </a:lnTo>
                  <a:lnTo>
                    <a:pt x="1455231" y="620283"/>
                  </a:lnTo>
                  <a:lnTo>
                    <a:pt x="1456302" y="619671"/>
                  </a:lnTo>
                  <a:lnTo>
                    <a:pt x="1457374" y="619058"/>
                  </a:lnTo>
                  <a:lnTo>
                    <a:pt x="1458445" y="618445"/>
                  </a:lnTo>
                  <a:lnTo>
                    <a:pt x="1459517" y="617831"/>
                  </a:lnTo>
                  <a:lnTo>
                    <a:pt x="1460589" y="617217"/>
                  </a:lnTo>
                  <a:lnTo>
                    <a:pt x="1461660" y="616602"/>
                  </a:lnTo>
                  <a:lnTo>
                    <a:pt x="1462732" y="615987"/>
                  </a:lnTo>
                  <a:lnTo>
                    <a:pt x="1463803" y="615371"/>
                  </a:lnTo>
                  <a:lnTo>
                    <a:pt x="1464875" y="614755"/>
                  </a:lnTo>
                  <a:lnTo>
                    <a:pt x="1465947" y="614138"/>
                  </a:lnTo>
                  <a:lnTo>
                    <a:pt x="1467018" y="613521"/>
                  </a:lnTo>
                  <a:lnTo>
                    <a:pt x="1468090" y="612903"/>
                  </a:lnTo>
                  <a:lnTo>
                    <a:pt x="1469161" y="612285"/>
                  </a:lnTo>
                  <a:lnTo>
                    <a:pt x="1470233" y="611666"/>
                  </a:lnTo>
                  <a:lnTo>
                    <a:pt x="1471305" y="611047"/>
                  </a:lnTo>
                  <a:lnTo>
                    <a:pt x="1472376" y="610427"/>
                  </a:lnTo>
                  <a:lnTo>
                    <a:pt x="1473448" y="609807"/>
                  </a:lnTo>
                  <a:lnTo>
                    <a:pt x="1474519" y="609186"/>
                  </a:lnTo>
                  <a:lnTo>
                    <a:pt x="1475591" y="608565"/>
                  </a:lnTo>
                  <a:lnTo>
                    <a:pt x="1476663" y="607943"/>
                  </a:lnTo>
                  <a:lnTo>
                    <a:pt x="1477734" y="607321"/>
                  </a:lnTo>
                  <a:lnTo>
                    <a:pt x="1478806" y="606698"/>
                  </a:lnTo>
                  <a:lnTo>
                    <a:pt x="1479877" y="606075"/>
                  </a:lnTo>
                  <a:lnTo>
                    <a:pt x="1480949" y="605451"/>
                  </a:lnTo>
                  <a:lnTo>
                    <a:pt x="1482021" y="604826"/>
                  </a:lnTo>
                  <a:lnTo>
                    <a:pt x="1483092" y="604202"/>
                  </a:lnTo>
                  <a:lnTo>
                    <a:pt x="1484164" y="603576"/>
                  </a:lnTo>
                  <a:lnTo>
                    <a:pt x="1485235" y="602950"/>
                  </a:lnTo>
                  <a:lnTo>
                    <a:pt x="1486307" y="602324"/>
                  </a:lnTo>
                  <a:lnTo>
                    <a:pt x="1487379" y="601697"/>
                  </a:lnTo>
                  <a:lnTo>
                    <a:pt x="1488450" y="601070"/>
                  </a:lnTo>
                  <a:lnTo>
                    <a:pt x="1489522" y="600442"/>
                  </a:lnTo>
                  <a:lnTo>
                    <a:pt x="1490593" y="599813"/>
                  </a:lnTo>
                  <a:lnTo>
                    <a:pt x="1491665" y="599184"/>
                  </a:lnTo>
                  <a:lnTo>
                    <a:pt x="1492737" y="598555"/>
                  </a:lnTo>
                  <a:lnTo>
                    <a:pt x="1493808" y="597925"/>
                  </a:lnTo>
                  <a:lnTo>
                    <a:pt x="1494880" y="597294"/>
                  </a:lnTo>
                  <a:lnTo>
                    <a:pt x="1495951" y="596663"/>
                  </a:lnTo>
                  <a:lnTo>
                    <a:pt x="1497023" y="596031"/>
                  </a:lnTo>
                  <a:lnTo>
                    <a:pt x="1498095" y="595399"/>
                  </a:lnTo>
                  <a:lnTo>
                    <a:pt x="1499166" y="594766"/>
                  </a:lnTo>
                  <a:lnTo>
                    <a:pt x="1500238" y="594133"/>
                  </a:lnTo>
                  <a:lnTo>
                    <a:pt x="1501309" y="593499"/>
                  </a:lnTo>
                  <a:lnTo>
                    <a:pt x="1502381" y="592865"/>
                  </a:lnTo>
                  <a:lnTo>
                    <a:pt x="1503453" y="592230"/>
                  </a:lnTo>
                  <a:lnTo>
                    <a:pt x="1504524" y="591595"/>
                  </a:lnTo>
                  <a:lnTo>
                    <a:pt x="1505596" y="590959"/>
                  </a:lnTo>
                  <a:lnTo>
                    <a:pt x="1506667" y="590322"/>
                  </a:lnTo>
                  <a:lnTo>
                    <a:pt x="1507739" y="589685"/>
                  </a:lnTo>
                  <a:lnTo>
                    <a:pt x="1508811" y="589048"/>
                  </a:lnTo>
                  <a:lnTo>
                    <a:pt x="1509882" y="588409"/>
                  </a:lnTo>
                  <a:lnTo>
                    <a:pt x="1510954" y="587771"/>
                  </a:lnTo>
                  <a:lnTo>
                    <a:pt x="1512025" y="587132"/>
                  </a:lnTo>
                  <a:lnTo>
                    <a:pt x="1513097" y="586492"/>
                  </a:lnTo>
                  <a:lnTo>
                    <a:pt x="1514169" y="585851"/>
                  </a:lnTo>
                  <a:lnTo>
                    <a:pt x="1515240" y="585211"/>
                  </a:lnTo>
                  <a:lnTo>
                    <a:pt x="1516312" y="584569"/>
                  </a:lnTo>
                  <a:lnTo>
                    <a:pt x="1517383" y="583927"/>
                  </a:lnTo>
                  <a:lnTo>
                    <a:pt x="1518455" y="583285"/>
                  </a:lnTo>
                  <a:lnTo>
                    <a:pt x="1519527" y="582641"/>
                  </a:lnTo>
                  <a:lnTo>
                    <a:pt x="1520598" y="581998"/>
                  </a:lnTo>
                  <a:lnTo>
                    <a:pt x="1521670" y="581353"/>
                  </a:lnTo>
                  <a:lnTo>
                    <a:pt x="1522741" y="580709"/>
                  </a:lnTo>
                  <a:lnTo>
                    <a:pt x="1523813" y="580063"/>
                  </a:lnTo>
                  <a:lnTo>
                    <a:pt x="1524885" y="579417"/>
                  </a:lnTo>
                  <a:lnTo>
                    <a:pt x="1525956" y="578771"/>
                  </a:lnTo>
                  <a:lnTo>
                    <a:pt x="1527028" y="578124"/>
                  </a:lnTo>
                  <a:lnTo>
                    <a:pt x="1528099" y="577476"/>
                  </a:lnTo>
                  <a:lnTo>
                    <a:pt x="1529171" y="576828"/>
                  </a:lnTo>
                  <a:lnTo>
                    <a:pt x="1530243" y="576179"/>
                  </a:lnTo>
                  <a:lnTo>
                    <a:pt x="1531314" y="575530"/>
                  </a:lnTo>
                  <a:lnTo>
                    <a:pt x="1532386" y="574880"/>
                  </a:lnTo>
                  <a:lnTo>
                    <a:pt x="1533457" y="574229"/>
                  </a:lnTo>
                  <a:lnTo>
                    <a:pt x="1534529" y="573578"/>
                  </a:lnTo>
                  <a:lnTo>
                    <a:pt x="1535601" y="572926"/>
                  </a:lnTo>
                  <a:lnTo>
                    <a:pt x="1536672" y="572274"/>
                  </a:lnTo>
                  <a:lnTo>
                    <a:pt x="1537744" y="571621"/>
                  </a:lnTo>
                  <a:lnTo>
                    <a:pt x="1538815" y="570968"/>
                  </a:lnTo>
                  <a:lnTo>
                    <a:pt x="1539887" y="570314"/>
                  </a:lnTo>
                  <a:lnTo>
                    <a:pt x="1540959" y="569659"/>
                  </a:lnTo>
                  <a:lnTo>
                    <a:pt x="1542030" y="569004"/>
                  </a:lnTo>
                  <a:lnTo>
                    <a:pt x="1543102" y="568348"/>
                  </a:lnTo>
                  <a:lnTo>
                    <a:pt x="1544173" y="567692"/>
                  </a:lnTo>
                  <a:lnTo>
                    <a:pt x="1545245" y="567035"/>
                  </a:lnTo>
                  <a:lnTo>
                    <a:pt x="1546317" y="566377"/>
                  </a:lnTo>
                  <a:lnTo>
                    <a:pt x="1547388" y="565719"/>
                  </a:lnTo>
                  <a:lnTo>
                    <a:pt x="1548460" y="565060"/>
                  </a:lnTo>
                  <a:lnTo>
                    <a:pt x="1549531" y="564401"/>
                  </a:lnTo>
                  <a:lnTo>
                    <a:pt x="1550603" y="563741"/>
                  </a:lnTo>
                  <a:lnTo>
                    <a:pt x="1551675" y="563081"/>
                  </a:lnTo>
                  <a:lnTo>
                    <a:pt x="1552746" y="562419"/>
                  </a:lnTo>
                  <a:lnTo>
                    <a:pt x="1553818" y="561758"/>
                  </a:lnTo>
                  <a:lnTo>
                    <a:pt x="1554889" y="561095"/>
                  </a:lnTo>
                  <a:lnTo>
                    <a:pt x="1555961" y="560432"/>
                  </a:lnTo>
                  <a:lnTo>
                    <a:pt x="1557033" y="559769"/>
                  </a:lnTo>
                  <a:lnTo>
                    <a:pt x="1558104" y="559105"/>
                  </a:lnTo>
                  <a:lnTo>
                    <a:pt x="1559176" y="558440"/>
                  </a:lnTo>
                  <a:lnTo>
                    <a:pt x="1560247" y="557774"/>
                  </a:lnTo>
                  <a:lnTo>
                    <a:pt x="1561319" y="557108"/>
                  </a:lnTo>
                  <a:lnTo>
                    <a:pt x="1562391" y="556442"/>
                  </a:lnTo>
                  <a:lnTo>
                    <a:pt x="1563462" y="555774"/>
                  </a:lnTo>
                  <a:lnTo>
                    <a:pt x="1564534" y="555107"/>
                  </a:lnTo>
                  <a:lnTo>
                    <a:pt x="1565605" y="554438"/>
                  </a:lnTo>
                  <a:lnTo>
                    <a:pt x="1566677" y="553769"/>
                  </a:lnTo>
                  <a:lnTo>
                    <a:pt x="1567749" y="553099"/>
                  </a:lnTo>
                  <a:lnTo>
                    <a:pt x="1568820" y="552429"/>
                  </a:lnTo>
                  <a:lnTo>
                    <a:pt x="1569892" y="551758"/>
                  </a:lnTo>
                  <a:lnTo>
                    <a:pt x="1570963" y="551086"/>
                  </a:lnTo>
                  <a:lnTo>
                    <a:pt x="1572035" y="550414"/>
                  </a:lnTo>
                  <a:lnTo>
                    <a:pt x="1573107" y="549741"/>
                  </a:lnTo>
                  <a:lnTo>
                    <a:pt x="1574178" y="549068"/>
                  </a:lnTo>
                  <a:lnTo>
                    <a:pt x="1575250" y="548394"/>
                  </a:lnTo>
                  <a:lnTo>
                    <a:pt x="1576321" y="547719"/>
                  </a:lnTo>
                  <a:lnTo>
                    <a:pt x="1577393" y="547043"/>
                  </a:lnTo>
                  <a:lnTo>
                    <a:pt x="1578465" y="546367"/>
                  </a:lnTo>
                  <a:lnTo>
                    <a:pt x="1579536" y="545691"/>
                  </a:lnTo>
                  <a:lnTo>
                    <a:pt x="1580608" y="545013"/>
                  </a:lnTo>
                  <a:lnTo>
                    <a:pt x="1581679" y="544335"/>
                  </a:lnTo>
                  <a:lnTo>
                    <a:pt x="1582751" y="543657"/>
                  </a:lnTo>
                  <a:lnTo>
                    <a:pt x="1583823" y="542978"/>
                  </a:lnTo>
                  <a:lnTo>
                    <a:pt x="1584894" y="542298"/>
                  </a:lnTo>
                  <a:lnTo>
                    <a:pt x="1585966" y="541617"/>
                  </a:lnTo>
                  <a:lnTo>
                    <a:pt x="1587037" y="540936"/>
                  </a:lnTo>
                  <a:lnTo>
                    <a:pt x="1588109" y="540254"/>
                  </a:lnTo>
                  <a:lnTo>
                    <a:pt x="1589181" y="539572"/>
                  </a:lnTo>
                  <a:lnTo>
                    <a:pt x="1590252" y="538889"/>
                  </a:lnTo>
                  <a:lnTo>
                    <a:pt x="1591324" y="538205"/>
                  </a:lnTo>
                  <a:lnTo>
                    <a:pt x="1592395" y="537520"/>
                  </a:lnTo>
                  <a:lnTo>
                    <a:pt x="1593467" y="536835"/>
                  </a:lnTo>
                  <a:lnTo>
                    <a:pt x="1594539" y="536149"/>
                  </a:lnTo>
                  <a:lnTo>
                    <a:pt x="1595610" y="535463"/>
                  </a:lnTo>
                  <a:lnTo>
                    <a:pt x="1596682" y="534776"/>
                  </a:lnTo>
                  <a:lnTo>
                    <a:pt x="1597753" y="534088"/>
                  </a:lnTo>
                  <a:lnTo>
                    <a:pt x="1598825" y="533400"/>
                  </a:lnTo>
                  <a:lnTo>
                    <a:pt x="1599896" y="532711"/>
                  </a:lnTo>
                  <a:lnTo>
                    <a:pt x="1600968" y="532021"/>
                  </a:lnTo>
                  <a:lnTo>
                    <a:pt x="1602040" y="531331"/>
                  </a:lnTo>
                  <a:lnTo>
                    <a:pt x="1603111" y="530640"/>
                  </a:lnTo>
                  <a:lnTo>
                    <a:pt x="1604183" y="529948"/>
                  </a:lnTo>
                  <a:lnTo>
                    <a:pt x="1605254" y="529255"/>
                  </a:lnTo>
                  <a:lnTo>
                    <a:pt x="1606326" y="528562"/>
                  </a:lnTo>
                  <a:lnTo>
                    <a:pt x="1607398" y="527868"/>
                  </a:lnTo>
                  <a:lnTo>
                    <a:pt x="1608469" y="527174"/>
                  </a:lnTo>
                  <a:lnTo>
                    <a:pt x="1609541" y="526479"/>
                  </a:lnTo>
                  <a:lnTo>
                    <a:pt x="1610612" y="525783"/>
                  </a:lnTo>
                  <a:lnTo>
                    <a:pt x="1611684" y="525087"/>
                  </a:lnTo>
                  <a:lnTo>
                    <a:pt x="1612756" y="524389"/>
                  </a:lnTo>
                  <a:lnTo>
                    <a:pt x="1613827" y="523691"/>
                  </a:lnTo>
                  <a:lnTo>
                    <a:pt x="1614899" y="522993"/>
                  </a:lnTo>
                  <a:lnTo>
                    <a:pt x="1615970" y="522294"/>
                  </a:lnTo>
                  <a:lnTo>
                    <a:pt x="1617042" y="521594"/>
                  </a:lnTo>
                  <a:lnTo>
                    <a:pt x="1618114" y="520893"/>
                  </a:lnTo>
                  <a:lnTo>
                    <a:pt x="1619185" y="520192"/>
                  </a:lnTo>
                  <a:lnTo>
                    <a:pt x="1620257" y="519490"/>
                  </a:lnTo>
                  <a:lnTo>
                    <a:pt x="1621328" y="518787"/>
                  </a:lnTo>
                  <a:lnTo>
                    <a:pt x="1622400" y="518084"/>
                  </a:lnTo>
                  <a:lnTo>
                    <a:pt x="1623472" y="517380"/>
                  </a:lnTo>
                  <a:lnTo>
                    <a:pt x="1624543" y="516675"/>
                  </a:lnTo>
                  <a:lnTo>
                    <a:pt x="1625615" y="515970"/>
                  </a:lnTo>
                  <a:lnTo>
                    <a:pt x="1626686" y="515264"/>
                  </a:lnTo>
                  <a:lnTo>
                    <a:pt x="1627758" y="514557"/>
                  </a:lnTo>
                  <a:lnTo>
                    <a:pt x="1628830" y="513849"/>
                  </a:lnTo>
                  <a:lnTo>
                    <a:pt x="1629901" y="513141"/>
                  </a:lnTo>
                  <a:lnTo>
                    <a:pt x="1630973" y="512433"/>
                  </a:lnTo>
                  <a:lnTo>
                    <a:pt x="1632044" y="511723"/>
                  </a:lnTo>
                  <a:lnTo>
                    <a:pt x="1633116" y="511013"/>
                  </a:lnTo>
                  <a:lnTo>
                    <a:pt x="1634188" y="510303"/>
                  </a:lnTo>
                  <a:lnTo>
                    <a:pt x="1635259" y="509591"/>
                  </a:lnTo>
                  <a:lnTo>
                    <a:pt x="1636331" y="508879"/>
                  </a:lnTo>
                  <a:lnTo>
                    <a:pt x="1637402" y="508167"/>
                  </a:lnTo>
                  <a:lnTo>
                    <a:pt x="1638474" y="507454"/>
                  </a:lnTo>
                  <a:lnTo>
                    <a:pt x="1639546" y="506740"/>
                  </a:lnTo>
                  <a:lnTo>
                    <a:pt x="1640617" y="506025"/>
                  </a:lnTo>
                  <a:lnTo>
                    <a:pt x="1641689" y="505310"/>
                  </a:lnTo>
                  <a:lnTo>
                    <a:pt x="1642760" y="504594"/>
                  </a:lnTo>
                  <a:lnTo>
                    <a:pt x="1643832" y="503878"/>
                  </a:lnTo>
                  <a:lnTo>
                    <a:pt x="1644904" y="503161"/>
                  </a:lnTo>
                  <a:lnTo>
                    <a:pt x="1645975" y="502443"/>
                  </a:lnTo>
                  <a:lnTo>
                    <a:pt x="1647047" y="501725"/>
                  </a:lnTo>
                  <a:lnTo>
                    <a:pt x="1648118" y="501006"/>
                  </a:lnTo>
                  <a:lnTo>
                    <a:pt x="1649190" y="500286"/>
                  </a:lnTo>
                  <a:lnTo>
                    <a:pt x="1650262" y="499566"/>
                  </a:lnTo>
                  <a:lnTo>
                    <a:pt x="1651333" y="498846"/>
                  </a:lnTo>
                  <a:lnTo>
                    <a:pt x="1652405" y="498124"/>
                  </a:lnTo>
                  <a:lnTo>
                    <a:pt x="1653476" y="497402"/>
                  </a:lnTo>
                  <a:lnTo>
                    <a:pt x="1654548" y="496680"/>
                  </a:lnTo>
                  <a:lnTo>
                    <a:pt x="1655620" y="495957"/>
                  </a:lnTo>
                  <a:lnTo>
                    <a:pt x="1656691" y="495233"/>
                  </a:lnTo>
                  <a:lnTo>
                    <a:pt x="1657763" y="494509"/>
                  </a:lnTo>
                  <a:lnTo>
                    <a:pt x="1658834" y="493784"/>
                  </a:lnTo>
                  <a:lnTo>
                    <a:pt x="1659906" y="493058"/>
                  </a:lnTo>
                  <a:lnTo>
                    <a:pt x="1660978" y="492332"/>
                  </a:lnTo>
                  <a:lnTo>
                    <a:pt x="1662049" y="491605"/>
                  </a:lnTo>
                  <a:lnTo>
                    <a:pt x="1663121" y="490878"/>
                  </a:lnTo>
                  <a:lnTo>
                    <a:pt x="1664192" y="490150"/>
                  </a:lnTo>
                  <a:lnTo>
                    <a:pt x="1665264" y="489422"/>
                  </a:lnTo>
                  <a:lnTo>
                    <a:pt x="1666336" y="488693"/>
                  </a:lnTo>
                  <a:lnTo>
                    <a:pt x="1667407" y="487963"/>
                  </a:lnTo>
                  <a:lnTo>
                    <a:pt x="1668479" y="487233"/>
                  </a:lnTo>
                  <a:lnTo>
                    <a:pt x="1669550" y="486503"/>
                  </a:lnTo>
                  <a:lnTo>
                    <a:pt x="1670622" y="485771"/>
                  </a:lnTo>
                  <a:lnTo>
                    <a:pt x="1671694" y="485039"/>
                  </a:lnTo>
                  <a:lnTo>
                    <a:pt x="1672765" y="484307"/>
                  </a:lnTo>
                  <a:lnTo>
                    <a:pt x="1673837" y="483574"/>
                  </a:lnTo>
                  <a:lnTo>
                    <a:pt x="1674908" y="482841"/>
                  </a:lnTo>
                  <a:lnTo>
                    <a:pt x="1675980" y="482107"/>
                  </a:lnTo>
                  <a:lnTo>
                    <a:pt x="1677052" y="481372"/>
                  </a:lnTo>
                  <a:lnTo>
                    <a:pt x="1678123" y="480637"/>
                  </a:lnTo>
                  <a:lnTo>
                    <a:pt x="1679195" y="479901"/>
                  </a:lnTo>
                  <a:lnTo>
                    <a:pt x="1680266" y="479165"/>
                  </a:lnTo>
                  <a:lnTo>
                    <a:pt x="1681338" y="478429"/>
                  </a:lnTo>
                  <a:lnTo>
                    <a:pt x="1682410" y="477691"/>
                  </a:lnTo>
                  <a:lnTo>
                    <a:pt x="1683481" y="476953"/>
                  </a:lnTo>
                  <a:lnTo>
                    <a:pt x="1684553" y="476215"/>
                  </a:lnTo>
                  <a:lnTo>
                    <a:pt x="1685624" y="475476"/>
                  </a:lnTo>
                  <a:lnTo>
                    <a:pt x="1686696" y="474737"/>
                  </a:lnTo>
                  <a:lnTo>
                    <a:pt x="1687768" y="473997"/>
                  </a:lnTo>
                  <a:lnTo>
                    <a:pt x="1688839" y="473257"/>
                  </a:lnTo>
                  <a:lnTo>
                    <a:pt x="1689911" y="472516"/>
                  </a:lnTo>
                  <a:lnTo>
                    <a:pt x="1690982" y="471775"/>
                  </a:lnTo>
                  <a:lnTo>
                    <a:pt x="1692054" y="471033"/>
                  </a:lnTo>
                  <a:lnTo>
                    <a:pt x="1693126" y="470290"/>
                  </a:lnTo>
                  <a:lnTo>
                    <a:pt x="1694197" y="469547"/>
                  </a:lnTo>
                  <a:lnTo>
                    <a:pt x="1695269" y="468804"/>
                  </a:lnTo>
                  <a:lnTo>
                    <a:pt x="1696340" y="468060"/>
                  </a:lnTo>
                  <a:lnTo>
                    <a:pt x="1697412" y="467316"/>
                  </a:lnTo>
                  <a:lnTo>
                    <a:pt x="1698484" y="466571"/>
                  </a:lnTo>
                  <a:lnTo>
                    <a:pt x="1699555" y="465825"/>
                  </a:lnTo>
                  <a:lnTo>
                    <a:pt x="1700627" y="465080"/>
                  </a:lnTo>
                  <a:lnTo>
                    <a:pt x="1701698" y="464333"/>
                  </a:lnTo>
                  <a:lnTo>
                    <a:pt x="1702770" y="463586"/>
                  </a:lnTo>
                  <a:lnTo>
                    <a:pt x="1703842" y="462839"/>
                  </a:lnTo>
                  <a:lnTo>
                    <a:pt x="1704913" y="462091"/>
                  </a:lnTo>
                  <a:lnTo>
                    <a:pt x="1705985" y="461343"/>
                  </a:lnTo>
                  <a:lnTo>
                    <a:pt x="1707056" y="460595"/>
                  </a:lnTo>
                  <a:lnTo>
                    <a:pt x="1708128" y="459845"/>
                  </a:lnTo>
                  <a:lnTo>
                    <a:pt x="1709200" y="459096"/>
                  </a:lnTo>
                  <a:lnTo>
                    <a:pt x="1710271" y="458346"/>
                  </a:lnTo>
                  <a:lnTo>
                    <a:pt x="1711343" y="457595"/>
                  </a:lnTo>
                  <a:lnTo>
                    <a:pt x="1712414" y="456844"/>
                  </a:lnTo>
                  <a:lnTo>
                    <a:pt x="1713486" y="456093"/>
                  </a:lnTo>
                  <a:lnTo>
                    <a:pt x="1714558" y="455341"/>
                  </a:lnTo>
                  <a:lnTo>
                    <a:pt x="1715629" y="454589"/>
                  </a:lnTo>
                  <a:lnTo>
                    <a:pt x="1716701" y="453836"/>
                  </a:lnTo>
                  <a:lnTo>
                    <a:pt x="1717772" y="453083"/>
                  </a:lnTo>
                  <a:lnTo>
                    <a:pt x="1718844" y="452329"/>
                  </a:lnTo>
                  <a:lnTo>
                    <a:pt x="1719916" y="451575"/>
                  </a:lnTo>
                  <a:lnTo>
                    <a:pt x="1720987" y="450821"/>
                  </a:lnTo>
                  <a:lnTo>
                    <a:pt x="1722059" y="450066"/>
                  </a:lnTo>
                  <a:lnTo>
                    <a:pt x="1723130" y="449311"/>
                  </a:lnTo>
                  <a:lnTo>
                    <a:pt x="1724202" y="448555"/>
                  </a:lnTo>
                  <a:lnTo>
                    <a:pt x="1725274" y="447799"/>
                  </a:lnTo>
                  <a:lnTo>
                    <a:pt x="1726345" y="447042"/>
                  </a:lnTo>
                  <a:lnTo>
                    <a:pt x="1727417" y="446286"/>
                  </a:lnTo>
                  <a:lnTo>
                    <a:pt x="1728488" y="445528"/>
                  </a:lnTo>
                  <a:lnTo>
                    <a:pt x="1729560" y="444770"/>
                  </a:lnTo>
                  <a:lnTo>
                    <a:pt x="1730632" y="444012"/>
                  </a:lnTo>
                  <a:lnTo>
                    <a:pt x="1731703" y="443254"/>
                  </a:lnTo>
                  <a:lnTo>
                    <a:pt x="1732775" y="442495"/>
                  </a:lnTo>
                  <a:lnTo>
                    <a:pt x="1733846" y="441736"/>
                  </a:lnTo>
                  <a:lnTo>
                    <a:pt x="1734918" y="440976"/>
                  </a:lnTo>
                  <a:lnTo>
                    <a:pt x="1735990" y="440216"/>
                  </a:lnTo>
                  <a:lnTo>
                    <a:pt x="1737061" y="439455"/>
                  </a:lnTo>
                  <a:lnTo>
                    <a:pt x="1738133" y="438695"/>
                  </a:lnTo>
                  <a:lnTo>
                    <a:pt x="1739204" y="437933"/>
                  </a:lnTo>
                  <a:lnTo>
                    <a:pt x="1740276" y="437172"/>
                  </a:lnTo>
                  <a:lnTo>
                    <a:pt x="1741348" y="436410"/>
                  </a:lnTo>
                  <a:lnTo>
                    <a:pt x="1742419" y="435647"/>
                  </a:lnTo>
                  <a:lnTo>
                    <a:pt x="1743491" y="434885"/>
                  </a:lnTo>
                  <a:lnTo>
                    <a:pt x="1744562" y="434122"/>
                  </a:lnTo>
                  <a:lnTo>
                    <a:pt x="1745634" y="433358"/>
                  </a:lnTo>
                  <a:lnTo>
                    <a:pt x="1746706" y="432595"/>
                  </a:lnTo>
                  <a:lnTo>
                    <a:pt x="1747777" y="431831"/>
                  </a:lnTo>
                  <a:lnTo>
                    <a:pt x="1748849" y="431066"/>
                  </a:lnTo>
                  <a:lnTo>
                    <a:pt x="1749920" y="430301"/>
                  </a:lnTo>
                  <a:lnTo>
                    <a:pt x="1750992" y="429536"/>
                  </a:lnTo>
                  <a:lnTo>
                    <a:pt x="1752064" y="428771"/>
                  </a:lnTo>
                  <a:lnTo>
                    <a:pt x="1753135" y="428005"/>
                  </a:lnTo>
                  <a:lnTo>
                    <a:pt x="1754207" y="427239"/>
                  </a:lnTo>
                  <a:lnTo>
                    <a:pt x="1755278" y="426473"/>
                  </a:lnTo>
                  <a:lnTo>
                    <a:pt x="1756350" y="425706"/>
                  </a:lnTo>
                  <a:lnTo>
                    <a:pt x="1757422" y="424939"/>
                  </a:lnTo>
                  <a:lnTo>
                    <a:pt x="1758493" y="424172"/>
                  </a:lnTo>
                  <a:lnTo>
                    <a:pt x="1759565" y="423404"/>
                  </a:lnTo>
                  <a:lnTo>
                    <a:pt x="1760636" y="422636"/>
                  </a:lnTo>
                  <a:lnTo>
                    <a:pt x="1761708" y="421868"/>
                  </a:lnTo>
                  <a:lnTo>
                    <a:pt x="1762780" y="421099"/>
                  </a:lnTo>
                  <a:lnTo>
                    <a:pt x="1763851" y="420330"/>
                  </a:lnTo>
                  <a:lnTo>
                    <a:pt x="1764923" y="419561"/>
                  </a:lnTo>
                  <a:lnTo>
                    <a:pt x="1765994" y="418791"/>
                  </a:lnTo>
                  <a:lnTo>
                    <a:pt x="1767066" y="418022"/>
                  </a:lnTo>
                  <a:lnTo>
                    <a:pt x="1768138" y="417252"/>
                  </a:lnTo>
                  <a:lnTo>
                    <a:pt x="1769209" y="416481"/>
                  </a:lnTo>
                  <a:lnTo>
                    <a:pt x="1770281" y="415711"/>
                  </a:lnTo>
                  <a:lnTo>
                    <a:pt x="1771352" y="414940"/>
                  </a:lnTo>
                  <a:lnTo>
                    <a:pt x="1772424" y="414169"/>
                  </a:lnTo>
                  <a:lnTo>
                    <a:pt x="1773496" y="413397"/>
                  </a:lnTo>
                  <a:lnTo>
                    <a:pt x="1774567" y="412626"/>
                  </a:lnTo>
                  <a:lnTo>
                    <a:pt x="1775639" y="411854"/>
                  </a:lnTo>
                  <a:lnTo>
                    <a:pt x="1776710" y="411081"/>
                  </a:lnTo>
                  <a:lnTo>
                    <a:pt x="1777782" y="410309"/>
                  </a:lnTo>
                  <a:lnTo>
                    <a:pt x="1778853" y="409536"/>
                  </a:lnTo>
                  <a:lnTo>
                    <a:pt x="1779925" y="408763"/>
                  </a:lnTo>
                  <a:lnTo>
                    <a:pt x="1780997" y="407990"/>
                  </a:lnTo>
                  <a:lnTo>
                    <a:pt x="1782068" y="407217"/>
                  </a:lnTo>
                  <a:lnTo>
                    <a:pt x="1783140" y="406443"/>
                  </a:lnTo>
                  <a:lnTo>
                    <a:pt x="1784211" y="405669"/>
                  </a:lnTo>
                  <a:lnTo>
                    <a:pt x="1785283" y="404895"/>
                  </a:lnTo>
                  <a:lnTo>
                    <a:pt x="1786355" y="404121"/>
                  </a:lnTo>
                  <a:lnTo>
                    <a:pt x="1787426" y="403346"/>
                  </a:lnTo>
                  <a:lnTo>
                    <a:pt x="1788498" y="402571"/>
                  </a:lnTo>
                  <a:lnTo>
                    <a:pt x="1789569" y="401796"/>
                  </a:lnTo>
                  <a:lnTo>
                    <a:pt x="1790641" y="401021"/>
                  </a:lnTo>
                  <a:lnTo>
                    <a:pt x="1791713" y="400245"/>
                  </a:lnTo>
                  <a:lnTo>
                    <a:pt x="1792784" y="399470"/>
                  </a:lnTo>
                  <a:lnTo>
                    <a:pt x="1793856" y="398694"/>
                  </a:lnTo>
                  <a:lnTo>
                    <a:pt x="1794927" y="397918"/>
                  </a:lnTo>
                  <a:lnTo>
                    <a:pt x="1795999" y="397142"/>
                  </a:lnTo>
                  <a:lnTo>
                    <a:pt x="1797071" y="396365"/>
                  </a:lnTo>
                  <a:lnTo>
                    <a:pt x="1798142" y="395589"/>
                  </a:lnTo>
                  <a:lnTo>
                    <a:pt x="1799214" y="394812"/>
                  </a:lnTo>
                  <a:lnTo>
                    <a:pt x="1800285" y="394035"/>
                  </a:lnTo>
                  <a:lnTo>
                    <a:pt x="1801357" y="393258"/>
                  </a:lnTo>
                  <a:lnTo>
                    <a:pt x="1802429" y="392480"/>
                  </a:lnTo>
                  <a:lnTo>
                    <a:pt x="1803500" y="391703"/>
                  </a:lnTo>
                  <a:lnTo>
                    <a:pt x="1804572" y="390925"/>
                  </a:lnTo>
                  <a:lnTo>
                    <a:pt x="1805643" y="390147"/>
                  </a:lnTo>
                  <a:lnTo>
                    <a:pt x="1806715" y="389369"/>
                  </a:lnTo>
                  <a:lnTo>
                    <a:pt x="1807787" y="388591"/>
                  </a:lnTo>
                  <a:lnTo>
                    <a:pt x="1808858" y="387813"/>
                  </a:lnTo>
                  <a:lnTo>
                    <a:pt x="1809930" y="387034"/>
                  </a:lnTo>
                  <a:lnTo>
                    <a:pt x="1811001" y="386256"/>
                  </a:lnTo>
                  <a:lnTo>
                    <a:pt x="1812073" y="385477"/>
                  </a:lnTo>
                  <a:lnTo>
                    <a:pt x="1813145" y="384698"/>
                  </a:lnTo>
                  <a:lnTo>
                    <a:pt x="1814216" y="383919"/>
                  </a:lnTo>
                  <a:lnTo>
                    <a:pt x="1815288" y="383140"/>
                  </a:lnTo>
                  <a:lnTo>
                    <a:pt x="1816359" y="382361"/>
                  </a:lnTo>
                  <a:lnTo>
                    <a:pt x="1817431" y="381581"/>
                  </a:lnTo>
                  <a:lnTo>
                    <a:pt x="1818503" y="380802"/>
                  </a:lnTo>
                  <a:lnTo>
                    <a:pt x="1819574" y="380022"/>
                  </a:lnTo>
                  <a:lnTo>
                    <a:pt x="1820646" y="379242"/>
                  </a:lnTo>
                  <a:lnTo>
                    <a:pt x="1821717" y="378463"/>
                  </a:lnTo>
                  <a:lnTo>
                    <a:pt x="1822789" y="377683"/>
                  </a:lnTo>
                  <a:lnTo>
                    <a:pt x="1823861" y="376903"/>
                  </a:lnTo>
                  <a:lnTo>
                    <a:pt x="1824932" y="376123"/>
                  </a:lnTo>
                  <a:lnTo>
                    <a:pt x="1826004" y="375342"/>
                  </a:lnTo>
                  <a:lnTo>
                    <a:pt x="1827075" y="374562"/>
                  </a:lnTo>
                  <a:lnTo>
                    <a:pt x="1828147" y="373782"/>
                  </a:lnTo>
                  <a:lnTo>
                    <a:pt x="1829219" y="373001"/>
                  </a:lnTo>
                  <a:lnTo>
                    <a:pt x="1830290" y="372221"/>
                  </a:lnTo>
                  <a:lnTo>
                    <a:pt x="1831362" y="371440"/>
                  </a:lnTo>
                  <a:lnTo>
                    <a:pt x="1832433" y="370659"/>
                  </a:lnTo>
                  <a:lnTo>
                    <a:pt x="1833505" y="369878"/>
                  </a:lnTo>
                  <a:lnTo>
                    <a:pt x="1834577" y="369098"/>
                  </a:lnTo>
                  <a:lnTo>
                    <a:pt x="1835648" y="368317"/>
                  </a:lnTo>
                  <a:lnTo>
                    <a:pt x="1836720" y="367536"/>
                  </a:lnTo>
                  <a:lnTo>
                    <a:pt x="1837791" y="366755"/>
                  </a:lnTo>
                  <a:lnTo>
                    <a:pt x="1838863" y="365974"/>
                  </a:lnTo>
                  <a:lnTo>
                    <a:pt x="1839935" y="365193"/>
                  </a:lnTo>
                  <a:lnTo>
                    <a:pt x="1841006" y="364412"/>
                  </a:lnTo>
                  <a:lnTo>
                    <a:pt x="1842078" y="363630"/>
                  </a:lnTo>
                  <a:lnTo>
                    <a:pt x="1843149" y="362849"/>
                  </a:lnTo>
                  <a:lnTo>
                    <a:pt x="1844221" y="362068"/>
                  </a:lnTo>
                  <a:lnTo>
                    <a:pt x="1845293" y="361287"/>
                  </a:lnTo>
                  <a:lnTo>
                    <a:pt x="1846364" y="360506"/>
                  </a:lnTo>
                  <a:lnTo>
                    <a:pt x="1847436" y="359724"/>
                  </a:lnTo>
                  <a:lnTo>
                    <a:pt x="1848507" y="358943"/>
                  </a:lnTo>
                  <a:lnTo>
                    <a:pt x="1849579" y="358162"/>
                  </a:lnTo>
                  <a:lnTo>
                    <a:pt x="1850651" y="357380"/>
                  </a:lnTo>
                  <a:lnTo>
                    <a:pt x="1851722" y="356599"/>
                  </a:lnTo>
                  <a:lnTo>
                    <a:pt x="1852794" y="355818"/>
                  </a:lnTo>
                  <a:lnTo>
                    <a:pt x="1853865" y="355037"/>
                  </a:lnTo>
                  <a:lnTo>
                    <a:pt x="1854937" y="354255"/>
                  </a:lnTo>
                  <a:lnTo>
                    <a:pt x="1856009" y="353474"/>
                  </a:lnTo>
                  <a:lnTo>
                    <a:pt x="1857080" y="352693"/>
                  </a:lnTo>
                  <a:lnTo>
                    <a:pt x="1858152" y="351912"/>
                  </a:lnTo>
                  <a:lnTo>
                    <a:pt x="1859223" y="351130"/>
                  </a:lnTo>
                  <a:lnTo>
                    <a:pt x="1860295" y="350349"/>
                  </a:lnTo>
                  <a:lnTo>
                    <a:pt x="1861367" y="349568"/>
                  </a:lnTo>
                  <a:lnTo>
                    <a:pt x="1862438" y="348787"/>
                  </a:lnTo>
                  <a:lnTo>
                    <a:pt x="1863510" y="348006"/>
                  </a:lnTo>
                  <a:lnTo>
                    <a:pt x="1864581" y="347225"/>
                  </a:lnTo>
                  <a:lnTo>
                    <a:pt x="1865653" y="346444"/>
                  </a:lnTo>
                  <a:lnTo>
                    <a:pt x="1866725" y="345663"/>
                  </a:lnTo>
                  <a:lnTo>
                    <a:pt x="1867796" y="344882"/>
                  </a:lnTo>
                  <a:lnTo>
                    <a:pt x="1868868" y="344102"/>
                  </a:lnTo>
                  <a:lnTo>
                    <a:pt x="1869939" y="343321"/>
                  </a:lnTo>
                  <a:lnTo>
                    <a:pt x="1871011" y="342540"/>
                  </a:lnTo>
                  <a:lnTo>
                    <a:pt x="1872083" y="341760"/>
                  </a:lnTo>
                  <a:lnTo>
                    <a:pt x="1873154" y="340979"/>
                  </a:lnTo>
                  <a:lnTo>
                    <a:pt x="1874226" y="340199"/>
                  </a:lnTo>
                  <a:lnTo>
                    <a:pt x="1875297" y="339419"/>
                  </a:lnTo>
                  <a:lnTo>
                    <a:pt x="1876369" y="338639"/>
                  </a:lnTo>
                  <a:lnTo>
                    <a:pt x="1877441" y="337859"/>
                  </a:lnTo>
                  <a:lnTo>
                    <a:pt x="1878512" y="337079"/>
                  </a:lnTo>
                  <a:lnTo>
                    <a:pt x="1879584" y="336299"/>
                  </a:lnTo>
                  <a:lnTo>
                    <a:pt x="1880655" y="335519"/>
                  </a:lnTo>
                  <a:lnTo>
                    <a:pt x="1881727" y="334739"/>
                  </a:lnTo>
                  <a:lnTo>
                    <a:pt x="1882799" y="333960"/>
                  </a:lnTo>
                  <a:lnTo>
                    <a:pt x="1883870" y="333180"/>
                  </a:lnTo>
                  <a:lnTo>
                    <a:pt x="1884942" y="332401"/>
                  </a:lnTo>
                  <a:lnTo>
                    <a:pt x="1886013" y="331622"/>
                  </a:lnTo>
                  <a:lnTo>
                    <a:pt x="1887085" y="330843"/>
                  </a:lnTo>
                  <a:lnTo>
                    <a:pt x="1888157" y="330064"/>
                  </a:lnTo>
                  <a:lnTo>
                    <a:pt x="1889228" y="329285"/>
                  </a:lnTo>
                  <a:lnTo>
                    <a:pt x="1890300" y="328507"/>
                  </a:lnTo>
                  <a:lnTo>
                    <a:pt x="1891371" y="327728"/>
                  </a:lnTo>
                  <a:lnTo>
                    <a:pt x="1892443" y="326950"/>
                  </a:lnTo>
                  <a:lnTo>
                    <a:pt x="1893515" y="326172"/>
                  </a:lnTo>
                  <a:lnTo>
                    <a:pt x="1894586" y="325394"/>
                  </a:lnTo>
                  <a:lnTo>
                    <a:pt x="1895658" y="324616"/>
                  </a:lnTo>
                  <a:lnTo>
                    <a:pt x="1896729" y="323838"/>
                  </a:lnTo>
                  <a:lnTo>
                    <a:pt x="1897801" y="323061"/>
                  </a:lnTo>
                  <a:lnTo>
                    <a:pt x="1898873" y="322284"/>
                  </a:lnTo>
                  <a:lnTo>
                    <a:pt x="1899944" y="321507"/>
                  </a:lnTo>
                  <a:lnTo>
                    <a:pt x="1901016" y="320730"/>
                  </a:lnTo>
                  <a:lnTo>
                    <a:pt x="1902087" y="319953"/>
                  </a:lnTo>
                  <a:lnTo>
                    <a:pt x="1903159" y="319177"/>
                  </a:lnTo>
                  <a:lnTo>
                    <a:pt x="1904231" y="318400"/>
                  </a:lnTo>
                  <a:lnTo>
                    <a:pt x="1905302" y="317624"/>
                  </a:lnTo>
                  <a:lnTo>
                    <a:pt x="1906374" y="316848"/>
                  </a:lnTo>
                  <a:lnTo>
                    <a:pt x="1907445" y="316073"/>
                  </a:lnTo>
                  <a:lnTo>
                    <a:pt x="1908517" y="315297"/>
                  </a:lnTo>
                  <a:lnTo>
                    <a:pt x="1909589" y="314522"/>
                  </a:lnTo>
                  <a:lnTo>
                    <a:pt x="1910660" y="313747"/>
                  </a:lnTo>
                  <a:lnTo>
                    <a:pt x="1911732" y="312972"/>
                  </a:lnTo>
                  <a:lnTo>
                    <a:pt x="1912803" y="312198"/>
                  </a:lnTo>
                  <a:lnTo>
                    <a:pt x="1913875" y="311424"/>
                  </a:lnTo>
                  <a:lnTo>
                    <a:pt x="1914947" y="310650"/>
                  </a:lnTo>
                  <a:lnTo>
                    <a:pt x="1916018" y="309876"/>
                  </a:lnTo>
                  <a:lnTo>
                    <a:pt x="1917090" y="309102"/>
                  </a:lnTo>
                  <a:lnTo>
                    <a:pt x="1918161" y="308329"/>
                  </a:lnTo>
                  <a:lnTo>
                    <a:pt x="1919233" y="307556"/>
                  </a:lnTo>
                  <a:lnTo>
                    <a:pt x="1920305" y="306783"/>
                  </a:lnTo>
                  <a:lnTo>
                    <a:pt x="1921376" y="306011"/>
                  </a:lnTo>
                  <a:lnTo>
                    <a:pt x="1922448" y="305239"/>
                  </a:lnTo>
                  <a:lnTo>
                    <a:pt x="1923519" y="304467"/>
                  </a:lnTo>
                  <a:lnTo>
                    <a:pt x="1924591" y="303695"/>
                  </a:lnTo>
                  <a:lnTo>
                    <a:pt x="1925663" y="302924"/>
                  </a:lnTo>
                  <a:lnTo>
                    <a:pt x="1926734" y="302153"/>
                  </a:lnTo>
                  <a:lnTo>
                    <a:pt x="1927806" y="301382"/>
                  </a:lnTo>
                  <a:lnTo>
                    <a:pt x="1928877" y="300612"/>
                  </a:lnTo>
                  <a:lnTo>
                    <a:pt x="1929949" y="299841"/>
                  </a:lnTo>
                  <a:lnTo>
                    <a:pt x="1931021" y="299072"/>
                  </a:lnTo>
                  <a:lnTo>
                    <a:pt x="1932092" y="298302"/>
                  </a:lnTo>
                  <a:lnTo>
                    <a:pt x="1933164" y="297533"/>
                  </a:lnTo>
                  <a:lnTo>
                    <a:pt x="1934235" y="296764"/>
                  </a:lnTo>
                  <a:lnTo>
                    <a:pt x="1935307" y="295996"/>
                  </a:lnTo>
                  <a:lnTo>
                    <a:pt x="1936379" y="295228"/>
                  </a:lnTo>
                  <a:lnTo>
                    <a:pt x="1937450" y="294460"/>
                  </a:lnTo>
                  <a:lnTo>
                    <a:pt x="1938522" y="293692"/>
                  </a:lnTo>
                  <a:lnTo>
                    <a:pt x="1939593" y="292925"/>
                  </a:lnTo>
                  <a:lnTo>
                    <a:pt x="1940665" y="292158"/>
                  </a:lnTo>
                  <a:lnTo>
                    <a:pt x="1941737" y="291392"/>
                  </a:lnTo>
                  <a:lnTo>
                    <a:pt x="1942808" y="290626"/>
                  </a:lnTo>
                  <a:lnTo>
                    <a:pt x="1943880" y="289860"/>
                  </a:lnTo>
                  <a:lnTo>
                    <a:pt x="1944951" y="289095"/>
                  </a:lnTo>
                  <a:lnTo>
                    <a:pt x="1946023" y="288330"/>
                  </a:lnTo>
                  <a:lnTo>
                    <a:pt x="1947095" y="287565"/>
                  </a:lnTo>
                  <a:lnTo>
                    <a:pt x="1948166" y="286801"/>
                  </a:lnTo>
                  <a:lnTo>
                    <a:pt x="1949238" y="286037"/>
                  </a:lnTo>
                  <a:lnTo>
                    <a:pt x="1950309" y="285274"/>
                  </a:lnTo>
                  <a:lnTo>
                    <a:pt x="1951381" y="284511"/>
                  </a:lnTo>
                  <a:lnTo>
                    <a:pt x="1952453" y="283748"/>
                  </a:lnTo>
                  <a:lnTo>
                    <a:pt x="1953524" y="282986"/>
                  </a:lnTo>
                  <a:lnTo>
                    <a:pt x="1954596" y="282224"/>
                  </a:lnTo>
                  <a:lnTo>
                    <a:pt x="1955667" y="281463"/>
                  </a:lnTo>
                  <a:lnTo>
                    <a:pt x="1956739" y="280702"/>
                  </a:lnTo>
                  <a:lnTo>
                    <a:pt x="1957810" y="279942"/>
                  </a:lnTo>
                  <a:lnTo>
                    <a:pt x="1958882" y="279182"/>
                  </a:lnTo>
                  <a:lnTo>
                    <a:pt x="1959954" y="278422"/>
                  </a:lnTo>
                  <a:lnTo>
                    <a:pt x="1961025" y="277663"/>
                  </a:lnTo>
                  <a:lnTo>
                    <a:pt x="1962097" y="276904"/>
                  </a:lnTo>
                  <a:lnTo>
                    <a:pt x="1963168" y="276146"/>
                  </a:lnTo>
                  <a:lnTo>
                    <a:pt x="1964240" y="275388"/>
                  </a:lnTo>
                  <a:lnTo>
                    <a:pt x="1965312" y="274630"/>
                  </a:lnTo>
                  <a:lnTo>
                    <a:pt x="1966383" y="273874"/>
                  </a:lnTo>
                  <a:lnTo>
                    <a:pt x="1967455" y="273117"/>
                  </a:lnTo>
                  <a:lnTo>
                    <a:pt x="1968526" y="272361"/>
                  </a:lnTo>
                  <a:lnTo>
                    <a:pt x="1969598" y="271606"/>
                  </a:lnTo>
                  <a:lnTo>
                    <a:pt x="1970670" y="270851"/>
                  </a:lnTo>
                  <a:lnTo>
                    <a:pt x="1971741" y="270096"/>
                  </a:lnTo>
                  <a:lnTo>
                    <a:pt x="1972813" y="269342"/>
                  </a:lnTo>
                  <a:lnTo>
                    <a:pt x="1973884" y="268589"/>
                  </a:lnTo>
                  <a:lnTo>
                    <a:pt x="1974956" y="267836"/>
                  </a:lnTo>
                  <a:lnTo>
                    <a:pt x="1976028" y="267083"/>
                  </a:lnTo>
                  <a:lnTo>
                    <a:pt x="1977099" y="266331"/>
                  </a:lnTo>
                  <a:lnTo>
                    <a:pt x="1978171" y="265580"/>
                  </a:lnTo>
                  <a:lnTo>
                    <a:pt x="1979242" y="264829"/>
                  </a:lnTo>
                  <a:lnTo>
                    <a:pt x="1980314" y="264078"/>
                  </a:lnTo>
                  <a:lnTo>
                    <a:pt x="1981386" y="263328"/>
                  </a:lnTo>
                  <a:lnTo>
                    <a:pt x="1982457" y="262579"/>
                  </a:lnTo>
                  <a:lnTo>
                    <a:pt x="1983529" y="261830"/>
                  </a:lnTo>
                  <a:lnTo>
                    <a:pt x="1984600" y="261082"/>
                  </a:lnTo>
                  <a:lnTo>
                    <a:pt x="1985672" y="260334"/>
                  </a:lnTo>
                  <a:lnTo>
                    <a:pt x="1986744" y="259587"/>
                  </a:lnTo>
                  <a:lnTo>
                    <a:pt x="1987815" y="258840"/>
                  </a:lnTo>
                  <a:lnTo>
                    <a:pt x="1988887" y="258094"/>
                  </a:lnTo>
                  <a:lnTo>
                    <a:pt x="1989958" y="257349"/>
                  </a:lnTo>
                  <a:lnTo>
                    <a:pt x="1991030" y="256604"/>
                  </a:lnTo>
                  <a:lnTo>
                    <a:pt x="1992102" y="255860"/>
                  </a:lnTo>
                  <a:lnTo>
                    <a:pt x="1993173" y="255116"/>
                  </a:lnTo>
                  <a:lnTo>
                    <a:pt x="1994245" y="254373"/>
                  </a:lnTo>
                  <a:lnTo>
                    <a:pt x="1995316" y="253630"/>
                  </a:lnTo>
                  <a:lnTo>
                    <a:pt x="1996388" y="252888"/>
                  </a:lnTo>
                  <a:lnTo>
                    <a:pt x="1997460" y="252147"/>
                  </a:lnTo>
                  <a:lnTo>
                    <a:pt x="1998531" y="251406"/>
                  </a:lnTo>
                  <a:lnTo>
                    <a:pt x="1999603" y="250666"/>
                  </a:lnTo>
                  <a:lnTo>
                    <a:pt x="2000674" y="249927"/>
                  </a:lnTo>
                  <a:lnTo>
                    <a:pt x="2001746" y="249188"/>
                  </a:lnTo>
                  <a:lnTo>
                    <a:pt x="2002818" y="248450"/>
                  </a:lnTo>
                  <a:lnTo>
                    <a:pt x="2003889" y="247712"/>
                  </a:lnTo>
                  <a:lnTo>
                    <a:pt x="2004961" y="246975"/>
                  </a:lnTo>
                  <a:lnTo>
                    <a:pt x="2006032" y="246239"/>
                  </a:lnTo>
                  <a:lnTo>
                    <a:pt x="2007104" y="245503"/>
                  </a:lnTo>
                  <a:lnTo>
                    <a:pt x="2008176" y="244768"/>
                  </a:lnTo>
                  <a:lnTo>
                    <a:pt x="2009247" y="244034"/>
                  </a:lnTo>
                  <a:lnTo>
                    <a:pt x="2010319" y="243300"/>
                  </a:lnTo>
                  <a:lnTo>
                    <a:pt x="2011390" y="242567"/>
                  </a:lnTo>
                  <a:lnTo>
                    <a:pt x="2012462" y="241835"/>
                  </a:lnTo>
                  <a:lnTo>
                    <a:pt x="2013534" y="241103"/>
                  </a:lnTo>
                  <a:lnTo>
                    <a:pt x="2014605" y="240372"/>
                  </a:lnTo>
                  <a:lnTo>
                    <a:pt x="2015677" y="239642"/>
                  </a:lnTo>
                  <a:lnTo>
                    <a:pt x="2016748" y="238912"/>
                  </a:lnTo>
                  <a:lnTo>
                    <a:pt x="2017820" y="238183"/>
                  </a:lnTo>
                  <a:lnTo>
                    <a:pt x="2018892" y="237455"/>
                  </a:lnTo>
                  <a:lnTo>
                    <a:pt x="2019963" y="236728"/>
                  </a:lnTo>
                  <a:lnTo>
                    <a:pt x="2021035" y="236001"/>
                  </a:lnTo>
                  <a:lnTo>
                    <a:pt x="2022106" y="235275"/>
                  </a:lnTo>
                  <a:lnTo>
                    <a:pt x="2023178" y="234549"/>
                  </a:lnTo>
                  <a:lnTo>
                    <a:pt x="2024250" y="233825"/>
                  </a:lnTo>
                  <a:lnTo>
                    <a:pt x="2025321" y="233101"/>
                  </a:lnTo>
                  <a:lnTo>
                    <a:pt x="2026393" y="232378"/>
                  </a:lnTo>
                  <a:lnTo>
                    <a:pt x="2027464" y="231656"/>
                  </a:lnTo>
                  <a:lnTo>
                    <a:pt x="2028536" y="230934"/>
                  </a:lnTo>
                  <a:lnTo>
                    <a:pt x="2029608" y="230213"/>
                  </a:lnTo>
                  <a:lnTo>
                    <a:pt x="2030679" y="229493"/>
                  </a:lnTo>
                  <a:lnTo>
                    <a:pt x="2031751" y="228774"/>
                  </a:lnTo>
                  <a:lnTo>
                    <a:pt x="2032822" y="228055"/>
                  </a:lnTo>
                  <a:lnTo>
                    <a:pt x="2033894" y="227337"/>
                  </a:lnTo>
                  <a:lnTo>
                    <a:pt x="2034966" y="226620"/>
                  </a:lnTo>
                  <a:lnTo>
                    <a:pt x="2036037" y="225904"/>
                  </a:lnTo>
                  <a:lnTo>
                    <a:pt x="2037109" y="225189"/>
                  </a:lnTo>
                  <a:lnTo>
                    <a:pt x="2038180" y="224474"/>
                  </a:lnTo>
                  <a:lnTo>
                    <a:pt x="2039252" y="223760"/>
                  </a:lnTo>
                  <a:lnTo>
                    <a:pt x="2040324" y="223047"/>
                  </a:lnTo>
                  <a:lnTo>
                    <a:pt x="2041395" y="222335"/>
                  </a:lnTo>
                  <a:lnTo>
                    <a:pt x="2042467" y="221624"/>
                  </a:lnTo>
                  <a:lnTo>
                    <a:pt x="2043538" y="220913"/>
                  </a:lnTo>
                  <a:lnTo>
                    <a:pt x="2044610" y="220203"/>
                  </a:lnTo>
                  <a:lnTo>
                    <a:pt x="2045682" y="219494"/>
                  </a:lnTo>
                  <a:lnTo>
                    <a:pt x="2046753" y="218786"/>
                  </a:lnTo>
                  <a:lnTo>
                    <a:pt x="2047825" y="218079"/>
                  </a:lnTo>
                  <a:lnTo>
                    <a:pt x="2048896" y="217373"/>
                  </a:lnTo>
                  <a:lnTo>
                    <a:pt x="2049968" y="216667"/>
                  </a:lnTo>
                  <a:lnTo>
                    <a:pt x="2051040" y="215962"/>
                  </a:lnTo>
                  <a:lnTo>
                    <a:pt x="2052111" y="215259"/>
                  </a:lnTo>
                  <a:lnTo>
                    <a:pt x="2053183" y="214556"/>
                  </a:lnTo>
                  <a:lnTo>
                    <a:pt x="2054254" y="213854"/>
                  </a:lnTo>
                  <a:lnTo>
                    <a:pt x="2055326" y="213153"/>
                  </a:lnTo>
                  <a:lnTo>
                    <a:pt x="2056398" y="212452"/>
                  </a:lnTo>
                  <a:lnTo>
                    <a:pt x="2057469" y="211753"/>
                  </a:lnTo>
                  <a:lnTo>
                    <a:pt x="2058541" y="211054"/>
                  </a:lnTo>
                  <a:lnTo>
                    <a:pt x="2059612" y="210357"/>
                  </a:lnTo>
                  <a:lnTo>
                    <a:pt x="2060684" y="209660"/>
                  </a:lnTo>
                  <a:lnTo>
                    <a:pt x="2061756" y="208964"/>
                  </a:lnTo>
                  <a:lnTo>
                    <a:pt x="2062827" y="208269"/>
                  </a:lnTo>
                  <a:lnTo>
                    <a:pt x="2063899" y="207575"/>
                  </a:lnTo>
                  <a:lnTo>
                    <a:pt x="2064970" y="206882"/>
                  </a:lnTo>
                  <a:lnTo>
                    <a:pt x="2066042" y="206190"/>
                  </a:lnTo>
                  <a:lnTo>
                    <a:pt x="2067114" y="205499"/>
                  </a:lnTo>
                  <a:lnTo>
                    <a:pt x="2068185" y="204809"/>
                  </a:lnTo>
                  <a:lnTo>
                    <a:pt x="2069257" y="204120"/>
                  </a:lnTo>
                  <a:lnTo>
                    <a:pt x="2070328" y="203431"/>
                  </a:lnTo>
                  <a:lnTo>
                    <a:pt x="2071400" y="202744"/>
                  </a:lnTo>
                  <a:lnTo>
                    <a:pt x="2072472" y="202058"/>
                  </a:lnTo>
                  <a:lnTo>
                    <a:pt x="2073543" y="201372"/>
                  </a:lnTo>
                  <a:lnTo>
                    <a:pt x="2074615" y="200688"/>
                  </a:lnTo>
                  <a:lnTo>
                    <a:pt x="2075686" y="200004"/>
                  </a:lnTo>
                  <a:lnTo>
                    <a:pt x="2076758" y="199322"/>
                  </a:lnTo>
                  <a:lnTo>
                    <a:pt x="2077830" y="198640"/>
                  </a:lnTo>
                  <a:lnTo>
                    <a:pt x="2078901" y="197960"/>
                  </a:lnTo>
                  <a:lnTo>
                    <a:pt x="2079973" y="197280"/>
                  </a:lnTo>
                  <a:lnTo>
                    <a:pt x="2081044" y="196602"/>
                  </a:lnTo>
                  <a:lnTo>
                    <a:pt x="2082116" y="195924"/>
                  </a:lnTo>
                  <a:lnTo>
                    <a:pt x="2083188" y="195248"/>
                  </a:lnTo>
                  <a:lnTo>
                    <a:pt x="2084259" y="194573"/>
                  </a:lnTo>
                  <a:lnTo>
                    <a:pt x="2085331" y="193898"/>
                  </a:lnTo>
                  <a:lnTo>
                    <a:pt x="2086402" y="193225"/>
                  </a:lnTo>
                  <a:lnTo>
                    <a:pt x="2087474" y="192552"/>
                  </a:lnTo>
                  <a:lnTo>
                    <a:pt x="2088546" y="191881"/>
                  </a:lnTo>
                  <a:lnTo>
                    <a:pt x="2089617" y="191211"/>
                  </a:lnTo>
                  <a:lnTo>
                    <a:pt x="2090689" y="190542"/>
                  </a:lnTo>
                  <a:lnTo>
                    <a:pt x="2091760" y="189874"/>
                  </a:lnTo>
                  <a:lnTo>
                    <a:pt x="2092832" y="189207"/>
                  </a:lnTo>
                  <a:lnTo>
                    <a:pt x="2093904" y="188541"/>
                  </a:lnTo>
                  <a:lnTo>
                    <a:pt x="2094975" y="187876"/>
                  </a:lnTo>
                  <a:lnTo>
                    <a:pt x="2096047" y="187212"/>
                  </a:lnTo>
                  <a:lnTo>
                    <a:pt x="2097118" y="186549"/>
                  </a:lnTo>
                  <a:lnTo>
                    <a:pt x="2098190" y="185888"/>
                  </a:lnTo>
                  <a:lnTo>
                    <a:pt x="2099262" y="185227"/>
                  </a:lnTo>
                  <a:lnTo>
                    <a:pt x="2100333" y="184568"/>
                  </a:lnTo>
                  <a:lnTo>
                    <a:pt x="2101405" y="183909"/>
                  </a:lnTo>
                  <a:lnTo>
                    <a:pt x="2102476" y="183252"/>
                  </a:lnTo>
                  <a:lnTo>
                    <a:pt x="2103548" y="182596"/>
                  </a:lnTo>
                  <a:lnTo>
                    <a:pt x="2104620" y="181941"/>
                  </a:lnTo>
                  <a:lnTo>
                    <a:pt x="2105691" y="181287"/>
                  </a:lnTo>
                  <a:lnTo>
                    <a:pt x="2106763" y="180635"/>
                  </a:lnTo>
                  <a:lnTo>
                    <a:pt x="2107834" y="179983"/>
                  </a:lnTo>
                  <a:lnTo>
                    <a:pt x="2108906" y="179333"/>
                  </a:lnTo>
                  <a:lnTo>
                    <a:pt x="2109978" y="178683"/>
                  </a:lnTo>
                  <a:lnTo>
                    <a:pt x="2111049" y="178035"/>
                  </a:lnTo>
                  <a:lnTo>
                    <a:pt x="2112121" y="177388"/>
                  </a:lnTo>
                  <a:lnTo>
                    <a:pt x="2113192" y="176743"/>
                  </a:lnTo>
                  <a:lnTo>
                    <a:pt x="2114264" y="176098"/>
                  </a:lnTo>
                  <a:lnTo>
                    <a:pt x="2115336" y="175455"/>
                  </a:lnTo>
                  <a:lnTo>
                    <a:pt x="2116407" y="174812"/>
                  </a:lnTo>
                  <a:lnTo>
                    <a:pt x="2117479" y="174171"/>
                  </a:lnTo>
                  <a:lnTo>
                    <a:pt x="2118550" y="173532"/>
                  </a:lnTo>
                  <a:lnTo>
                    <a:pt x="2119622" y="172893"/>
                  </a:lnTo>
                  <a:lnTo>
                    <a:pt x="2120694" y="172256"/>
                  </a:lnTo>
                  <a:lnTo>
                    <a:pt x="2121765" y="171619"/>
                  </a:lnTo>
                  <a:lnTo>
                    <a:pt x="2122837" y="170984"/>
                  </a:lnTo>
                  <a:lnTo>
                    <a:pt x="2123908" y="170351"/>
                  </a:lnTo>
                  <a:lnTo>
                    <a:pt x="2124980" y="169718"/>
                  </a:lnTo>
                  <a:lnTo>
                    <a:pt x="2126052" y="169087"/>
                  </a:lnTo>
                  <a:lnTo>
                    <a:pt x="2127123" y="168457"/>
                  </a:lnTo>
                  <a:lnTo>
                    <a:pt x="2128195" y="167828"/>
                  </a:lnTo>
                  <a:lnTo>
                    <a:pt x="2129266" y="167200"/>
                  </a:lnTo>
                  <a:lnTo>
                    <a:pt x="2130338" y="166574"/>
                  </a:lnTo>
                  <a:lnTo>
                    <a:pt x="2131409" y="165949"/>
                  </a:lnTo>
                  <a:lnTo>
                    <a:pt x="2132481" y="165325"/>
                  </a:lnTo>
                  <a:lnTo>
                    <a:pt x="2133553" y="164703"/>
                  </a:lnTo>
                  <a:lnTo>
                    <a:pt x="2134624" y="164082"/>
                  </a:lnTo>
                  <a:lnTo>
                    <a:pt x="2135696" y="163462"/>
                  </a:lnTo>
                  <a:lnTo>
                    <a:pt x="2136767" y="162843"/>
                  </a:lnTo>
                  <a:lnTo>
                    <a:pt x="2137839" y="162226"/>
                  </a:lnTo>
                  <a:lnTo>
                    <a:pt x="2138911" y="161610"/>
                  </a:lnTo>
                  <a:lnTo>
                    <a:pt x="2139982" y="160995"/>
                  </a:lnTo>
                  <a:lnTo>
                    <a:pt x="2141054" y="160382"/>
                  </a:lnTo>
                  <a:lnTo>
                    <a:pt x="2142125" y="159770"/>
                  </a:lnTo>
                  <a:lnTo>
                    <a:pt x="2143197" y="159159"/>
                  </a:lnTo>
                  <a:lnTo>
                    <a:pt x="2144269" y="158549"/>
                  </a:lnTo>
                  <a:lnTo>
                    <a:pt x="2145340" y="157941"/>
                  </a:lnTo>
                  <a:lnTo>
                    <a:pt x="2146412" y="157334"/>
                  </a:lnTo>
                  <a:lnTo>
                    <a:pt x="2147483" y="156729"/>
                  </a:lnTo>
                  <a:lnTo>
                    <a:pt x="2148555" y="156125"/>
                  </a:lnTo>
                  <a:lnTo>
                    <a:pt x="2149627" y="155522"/>
                  </a:lnTo>
                  <a:lnTo>
                    <a:pt x="2150698" y="154920"/>
                  </a:lnTo>
                  <a:lnTo>
                    <a:pt x="2151770" y="154320"/>
                  </a:lnTo>
                  <a:lnTo>
                    <a:pt x="2152841" y="153721"/>
                  </a:lnTo>
                  <a:lnTo>
                    <a:pt x="2153913" y="153123"/>
                  </a:lnTo>
                  <a:lnTo>
                    <a:pt x="2154985" y="152527"/>
                  </a:lnTo>
                  <a:lnTo>
                    <a:pt x="2156056" y="151932"/>
                  </a:lnTo>
                  <a:lnTo>
                    <a:pt x="2157128" y="151338"/>
                  </a:lnTo>
                  <a:lnTo>
                    <a:pt x="2158199" y="150746"/>
                  </a:lnTo>
                  <a:lnTo>
                    <a:pt x="2159271" y="150155"/>
                  </a:lnTo>
                  <a:lnTo>
                    <a:pt x="2160343" y="149565"/>
                  </a:lnTo>
                  <a:lnTo>
                    <a:pt x="2161414" y="148976"/>
                  </a:lnTo>
                  <a:lnTo>
                    <a:pt x="2162486" y="148389"/>
                  </a:lnTo>
                  <a:lnTo>
                    <a:pt x="2163557" y="147803"/>
                  </a:lnTo>
                  <a:lnTo>
                    <a:pt x="2164629" y="147219"/>
                  </a:lnTo>
                  <a:lnTo>
                    <a:pt x="2165701" y="146636"/>
                  </a:lnTo>
                  <a:lnTo>
                    <a:pt x="2166772" y="146054"/>
                  </a:lnTo>
                  <a:lnTo>
                    <a:pt x="2167844" y="145473"/>
                  </a:lnTo>
                  <a:lnTo>
                    <a:pt x="2168915" y="144894"/>
                  </a:lnTo>
                  <a:lnTo>
                    <a:pt x="2169987" y="144316"/>
                  </a:lnTo>
                  <a:lnTo>
                    <a:pt x="2171059" y="143739"/>
                  </a:lnTo>
                  <a:lnTo>
                    <a:pt x="2172130" y="143164"/>
                  </a:lnTo>
                  <a:lnTo>
                    <a:pt x="2173202" y="142590"/>
                  </a:lnTo>
                  <a:lnTo>
                    <a:pt x="2174273" y="142017"/>
                  </a:lnTo>
                  <a:lnTo>
                    <a:pt x="2175345" y="141445"/>
                  </a:lnTo>
                  <a:lnTo>
                    <a:pt x="2176417" y="140875"/>
                  </a:lnTo>
                  <a:lnTo>
                    <a:pt x="2177488" y="140306"/>
                  </a:lnTo>
                  <a:lnTo>
                    <a:pt x="2178560" y="139739"/>
                  </a:lnTo>
                  <a:lnTo>
                    <a:pt x="2179631" y="139172"/>
                  </a:lnTo>
                  <a:lnTo>
                    <a:pt x="2180703" y="138608"/>
                  </a:lnTo>
                  <a:lnTo>
                    <a:pt x="2181775" y="138044"/>
                  </a:lnTo>
                  <a:lnTo>
                    <a:pt x="2182846" y="137482"/>
                  </a:lnTo>
                  <a:lnTo>
                    <a:pt x="2183918" y="136920"/>
                  </a:lnTo>
                  <a:lnTo>
                    <a:pt x="2184989" y="136361"/>
                  </a:lnTo>
                  <a:lnTo>
                    <a:pt x="2186061" y="135802"/>
                  </a:lnTo>
                  <a:lnTo>
                    <a:pt x="2187133" y="135245"/>
                  </a:lnTo>
                  <a:lnTo>
                    <a:pt x="2188204" y="134689"/>
                  </a:lnTo>
                  <a:lnTo>
                    <a:pt x="2189276" y="134135"/>
                  </a:lnTo>
                  <a:lnTo>
                    <a:pt x="2190347" y="133582"/>
                  </a:lnTo>
                  <a:lnTo>
                    <a:pt x="2191419" y="133030"/>
                  </a:lnTo>
                  <a:lnTo>
                    <a:pt x="2192491" y="132479"/>
                  </a:lnTo>
                  <a:lnTo>
                    <a:pt x="2193562" y="131930"/>
                  </a:lnTo>
                  <a:lnTo>
                    <a:pt x="2194634" y="131382"/>
                  </a:lnTo>
                  <a:lnTo>
                    <a:pt x="2195705" y="130835"/>
                  </a:lnTo>
                  <a:lnTo>
                    <a:pt x="2196777" y="130290"/>
                  </a:lnTo>
                  <a:lnTo>
                    <a:pt x="2197849" y="129745"/>
                  </a:lnTo>
                  <a:lnTo>
                    <a:pt x="2198920" y="129203"/>
                  </a:lnTo>
                  <a:lnTo>
                    <a:pt x="2199992" y="128661"/>
                  </a:lnTo>
                  <a:lnTo>
                    <a:pt x="2201063" y="128121"/>
                  </a:lnTo>
                  <a:lnTo>
                    <a:pt x="2202135" y="127582"/>
                  </a:lnTo>
                  <a:lnTo>
                    <a:pt x="2203207" y="127044"/>
                  </a:lnTo>
                  <a:lnTo>
                    <a:pt x="2204278" y="126508"/>
                  </a:lnTo>
                  <a:lnTo>
                    <a:pt x="2205350" y="125973"/>
                  </a:lnTo>
                  <a:lnTo>
                    <a:pt x="2206421" y="125439"/>
                  </a:lnTo>
                  <a:lnTo>
                    <a:pt x="2207493" y="124907"/>
                  </a:lnTo>
                  <a:lnTo>
                    <a:pt x="2208565" y="124376"/>
                  </a:lnTo>
                  <a:lnTo>
                    <a:pt x="2209636" y="123846"/>
                  </a:lnTo>
                  <a:lnTo>
                    <a:pt x="2210708" y="123317"/>
                  </a:lnTo>
                  <a:lnTo>
                    <a:pt x="2211779" y="122790"/>
                  </a:lnTo>
                  <a:lnTo>
                    <a:pt x="2212851" y="122264"/>
                  </a:lnTo>
                  <a:lnTo>
                    <a:pt x="2213923" y="121739"/>
                  </a:lnTo>
                  <a:lnTo>
                    <a:pt x="2214994" y="121216"/>
                  </a:lnTo>
                  <a:lnTo>
                    <a:pt x="2216066" y="120694"/>
                  </a:lnTo>
                  <a:lnTo>
                    <a:pt x="2217137" y="120173"/>
                  </a:lnTo>
                  <a:lnTo>
                    <a:pt x="2218209" y="119653"/>
                  </a:lnTo>
                  <a:lnTo>
                    <a:pt x="2219281" y="119135"/>
                  </a:lnTo>
                  <a:lnTo>
                    <a:pt x="2220352" y="118618"/>
                  </a:lnTo>
                  <a:lnTo>
                    <a:pt x="2221424" y="118102"/>
                  </a:lnTo>
                  <a:lnTo>
                    <a:pt x="2222495" y="117588"/>
                  </a:lnTo>
                  <a:lnTo>
                    <a:pt x="2223567" y="117075"/>
                  </a:lnTo>
                  <a:lnTo>
                    <a:pt x="2224639" y="116563"/>
                  </a:lnTo>
                  <a:lnTo>
                    <a:pt x="2225710" y="116053"/>
                  </a:lnTo>
                  <a:lnTo>
                    <a:pt x="2226782" y="115543"/>
                  </a:lnTo>
                  <a:lnTo>
                    <a:pt x="2227853" y="115035"/>
                  </a:lnTo>
                  <a:lnTo>
                    <a:pt x="2228925" y="114529"/>
                  </a:lnTo>
                  <a:lnTo>
                    <a:pt x="2229997" y="114023"/>
                  </a:lnTo>
                  <a:lnTo>
                    <a:pt x="2231068" y="113519"/>
                  </a:lnTo>
                  <a:lnTo>
                    <a:pt x="2232140" y="113017"/>
                  </a:lnTo>
                  <a:lnTo>
                    <a:pt x="2233211" y="112515"/>
                  </a:lnTo>
                  <a:lnTo>
                    <a:pt x="2234283" y="112015"/>
                  </a:lnTo>
                  <a:lnTo>
                    <a:pt x="2235355" y="111516"/>
                  </a:lnTo>
                  <a:lnTo>
                    <a:pt x="2236426" y="111018"/>
                  </a:lnTo>
                  <a:lnTo>
                    <a:pt x="2237498" y="110522"/>
                  </a:lnTo>
                  <a:lnTo>
                    <a:pt x="2238569" y="110027"/>
                  </a:lnTo>
                  <a:lnTo>
                    <a:pt x="2239641" y="109533"/>
                  </a:lnTo>
                  <a:lnTo>
                    <a:pt x="2240713" y="109040"/>
                  </a:lnTo>
                  <a:lnTo>
                    <a:pt x="2241784" y="108549"/>
                  </a:lnTo>
                  <a:lnTo>
                    <a:pt x="2242856" y="108059"/>
                  </a:lnTo>
                  <a:lnTo>
                    <a:pt x="2243927" y="107570"/>
                  </a:lnTo>
                  <a:lnTo>
                    <a:pt x="2244999" y="107083"/>
                  </a:lnTo>
                  <a:lnTo>
                    <a:pt x="2246071" y="106597"/>
                  </a:lnTo>
                  <a:lnTo>
                    <a:pt x="2247142" y="106112"/>
                  </a:lnTo>
                  <a:lnTo>
                    <a:pt x="2248214" y="105628"/>
                  </a:lnTo>
                  <a:lnTo>
                    <a:pt x="2249285" y="105146"/>
                  </a:lnTo>
                  <a:lnTo>
                    <a:pt x="2250357" y="104665"/>
                  </a:lnTo>
                  <a:lnTo>
                    <a:pt x="2251429" y="104185"/>
                  </a:lnTo>
                  <a:lnTo>
                    <a:pt x="2252500" y="103706"/>
                  </a:lnTo>
                  <a:lnTo>
                    <a:pt x="2253572" y="103229"/>
                  </a:lnTo>
                  <a:lnTo>
                    <a:pt x="2254643" y="102753"/>
                  </a:lnTo>
                  <a:lnTo>
                    <a:pt x="2255715" y="102278"/>
                  </a:lnTo>
                  <a:lnTo>
                    <a:pt x="2256787" y="101805"/>
                  </a:lnTo>
                  <a:lnTo>
                    <a:pt x="2257858" y="101333"/>
                  </a:lnTo>
                  <a:lnTo>
                    <a:pt x="2258930" y="100862"/>
                  </a:lnTo>
                  <a:lnTo>
                    <a:pt x="2260001" y="100392"/>
                  </a:lnTo>
                  <a:lnTo>
                    <a:pt x="2261073" y="99924"/>
                  </a:lnTo>
                  <a:lnTo>
                    <a:pt x="2262145" y="99456"/>
                  </a:lnTo>
                  <a:lnTo>
                    <a:pt x="2263216" y="98991"/>
                  </a:lnTo>
                  <a:lnTo>
                    <a:pt x="2264288" y="98526"/>
                  </a:lnTo>
                  <a:lnTo>
                    <a:pt x="2265359" y="98063"/>
                  </a:lnTo>
                  <a:lnTo>
                    <a:pt x="2266431" y="97601"/>
                  </a:lnTo>
                  <a:lnTo>
                    <a:pt x="2267503" y="97140"/>
                  </a:lnTo>
                  <a:lnTo>
                    <a:pt x="2268574" y="96680"/>
                  </a:lnTo>
                  <a:lnTo>
                    <a:pt x="2269646" y="96222"/>
                  </a:lnTo>
                  <a:lnTo>
                    <a:pt x="2270717" y="95765"/>
                  </a:lnTo>
                  <a:lnTo>
                    <a:pt x="2271789" y="95309"/>
                  </a:lnTo>
                  <a:lnTo>
                    <a:pt x="2272861" y="94855"/>
                  </a:lnTo>
                  <a:lnTo>
                    <a:pt x="2273932" y="94401"/>
                  </a:lnTo>
                  <a:lnTo>
                    <a:pt x="2275004" y="93949"/>
                  </a:lnTo>
                  <a:lnTo>
                    <a:pt x="2276075" y="93499"/>
                  </a:lnTo>
                  <a:lnTo>
                    <a:pt x="2277147" y="93049"/>
                  </a:lnTo>
                  <a:lnTo>
                    <a:pt x="2278219" y="92601"/>
                  </a:lnTo>
                  <a:lnTo>
                    <a:pt x="2279290" y="92154"/>
                  </a:lnTo>
                  <a:lnTo>
                    <a:pt x="2280362" y="91708"/>
                  </a:lnTo>
                  <a:lnTo>
                    <a:pt x="2281433" y="91264"/>
                  </a:lnTo>
                  <a:lnTo>
                    <a:pt x="2282505" y="90820"/>
                  </a:lnTo>
                  <a:lnTo>
                    <a:pt x="2283577" y="90378"/>
                  </a:lnTo>
                  <a:lnTo>
                    <a:pt x="2284648" y="89938"/>
                  </a:lnTo>
                  <a:lnTo>
                    <a:pt x="2285720" y="89498"/>
                  </a:lnTo>
                  <a:lnTo>
                    <a:pt x="2286791" y="89060"/>
                  </a:lnTo>
                  <a:lnTo>
                    <a:pt x="2287863" y="88623"/>
                  </a:lnTo>
                  <a:lnTo>
                    <a:pt x="2288935" y="88187"/>
                  </a:lnTo>
                  <a:lnTo>
                    <a:pt x="2290006" y="87753"/>
                  </a:lnTo>
                  <a:lnTo>
                    <a:pt x="2291078" y="87320"/>
                  </a:lnTo>
                  <a:lnTo>
                    <a:pt x="2292149" y="86888"/>
                  </a:lnTo>
                  <a:lnTo>
                    <a:pt x="2293221" y="86457"/>
                  </a:lnTo>
                  <a:lnTo>
                    <a:pt x="2294293" y="86027"/>
                  </a:lnTo>
                  <a:lnTo>
                    <a:pt x="2295364" y="85599"/>
                  </a:lnTo>
                  <a:lnTo>
                    <a:pt x="2296436" y="85172"/>
                  </a:lnTo>
                  <a:lnTo>
                    <a:pt x="2297507" y="84746"/>
                  </a:lnTo>
                  <a:lnTo>
                    <a:pt x="2298579" y="84322"/>
                  </a:lnTo>
                  <a:lnTo>
                    <a:pt x="2299651" y="83898"/>
                  </a:lnTo>
                  <a:lnTo>
                    <a:pt x="2300722" y="83476"/>
                  </a:lnTo>
                  <a:lnTo>
                    <a:pt x="2301794" y="83055"/>
                  </a:lnTo>
                  <a:lnTo>
                    <a:pt x="2302865" y="82636"/>
                  </a:lnTo>
                  <a:lnTo>
                    <a:pt x="2303937" y="82217"/>
                  </a:lnTo>
                  <a:lnTo>
                    <a:pt x="2305009" y="81800"/>
                  </a:lnTo>
                  <a:lnTo>
                    <a:pt x="2306080" y="81384"/>
                  </a:lnTo>
                  <a:lnTo>
                    <a:pt x="2307152" y="80970"/>
                  </a:lnTo>
                  <a:lnTo>
                    <a:pt x="2308223" y="80556"/>
                  </a:lnTo>
                  <a:lnTo>
                    <a:pt x="2309295" y="80144"/>
                  </a:lnTo>
                  <a:lnTo>
                    <a:pt x="2310366" y="79733"/>
                  </a:lnTo>
                  <a:lnTo>
                    <a:pt x="2311438" y="79323"/>
                  </a:lnTo>
                  <a:lnTo>
                    <a:pt x="2312510" y="78915"/>
                  </a:lnTo>
                  <a:lnTo>
                    <a:pt x="2313581" y="78508"/>
                  </a:lnTo>
                  <a:lnTo>
                    <a:pt x="2314653" y="78101"/>
                  </a:lnTo>
                  <a:lnTo>
                    <a:pt x="2315724" y="77697"/>
                  </a:lnTo>
                  <a:lnTo>
                    <a:pt x="2316796" y="77293"/>
                  </a:lnTo>
                  <a:lnTo>
                    <a:pt x="2317868" y="76891"/>
                  </a:lnTo>
                  <a:lnTo>
                    <a:pt x="2318939" y="76489"/>
                  </a:lnTo>
                  <a:lnTo>
                    <a:pt x="2320011" y="76089"/>
                  </a:lnTo>
                  <a:lnTo>
                    <a:pt x="2321082" y="75691"/>
                  </a:lnTo>
                  <a:lnTo>
                    <a:pt x="2322154" y="75293"/>
                  </a:lnTo>
                  <a:lnTo>
                    <a:pt x="2323226" y="74897"/>
                  </a:lnTo>
                  <a:lnTo>
                    <a:pt x="2324297" y="74502"/>
                  </a:lnTo>
                  <a:lnTo>
                    <a:pt x="2325369" y="74108"/>
                  </a:lnTo>
                  <a:lnTo>
                    <a:pt x="2326440" y="73715"/>
                  </a:lnTo>
                  <a:lnTo>
                    <a:pt x="2327512" y="73324"/>
                  </a:lnTo>
                  <a:lnTo>
                    <a:pt x="2328584" y="72934"/>
                  </a:lnTo>
                  <a:lnTo>
                    <a:pt x="2329655" y="72545"/>
                  </a:lnTo>
                  <a:lnTo>
                    <a:pt x="2330727" y="72157"/>
                  </a:lnTo>
                  <a:lnTo>
                    <a:pt x="2331798" y="71770"/>
                  </a:lnTo>
                  <a:lnTo>
                    <a:pt x="2332870" y="71385"/>
                  </a:lnTo>
                  <a:lnTo>
                    <a:pt x="2333942" y="71001"/>
                  </a:lnTo>
                  <a:lnTo>
                    <a:pt x="2335013" y="70618"/>
                  </a:lnTo>
                  <a:lnTo>
                    <a:pt x="2336085" y="70236"/>
                  </a:lnTo>
                  <a:lnTo>
                    <a:pt x="2337156" y="69855"/>
                  </a:lnTo>
                  <a:lnTo>
                    <a:pt x="2338228" y="69476"/>
                  </a:lnTo>
                  <a:lnTo>
                    <a:pt x="2339300" y="69098"/>
                  </a:lnTo>
                  <a:lnTo>
                    <a:pt x="2340371" y="68721"/>
                  </a:lnTo>
                  <a:lnTo>
                    <a:pt x="2341443" y="68345"/>
                  </a:lnTo>
                  <a:lnTo>
                    <a:pt x="2342514" y="67971"/>
                  </a:lnTo>
                  <a:lnTo>
                    <a:pt x="2343586" y="67597"/>
                  </a:lnTo>
                  <a:lnTo>
                    <a:pt x="2344658" y="67225"/>
                  </a:lnTo>
                  <a:lnTo>
                    <a:pt x="2345729" y="66854"/>
                  </a:lnTo>
                  <a:lnTo>
                    <a:pt x="2346801" y="66485"/>
                  </a:lnTo>
                  <a:lnTo>
                    <a:pt x="2347872" y="66116"/>
                  </a:lnTo>
                  <a:lnTo>
                    <a:pt x="2348944" y="65749"/>
                  </a:lnTo>
                  <a:lnTo>
                    <a:pt x="2350016" y="65382"/>
                  </a:lnTo>
                  <a:lnTo>
                    <a:pt x="2351087" y="65017"/>
                  </a:lnTo>
                  <a:lnTo>
                    <a:pt x="2352159" y="64654"/>
                  </a:lnTo>
                  <a:lnTo>
                    <a:pt x="2353230" y="64291"/>
                  </a:lnTo>
                  <a:lnTo>
                    <a:pt x="2354302" y="63930"/>
                  </a:lnTo>
                  <a:lnTo>
                    <a:pt x="2355374" y="63570"/>
                  </a:lnTo>
                  <a:lnTo>
                    <a:pt x="2356445" y="63210"/>
                  </a:lnTo>
                  <a:lnTo>
                    <a:pt x="2357517" y="62853"/>
                  </a:lnTo>
                  <a:lnTo>
                    <a:pt x="2358588" y="62496"/>
                  </a:lnTo>
                  <a:lnTo>
                    <a:pt x="2359660" y="62141"/>
                  </a:lnTo>
                  <a:lnTo>
                    <a:pt x="2360732" y="61786"/>
                  </a:lnTo>
                  <a:lnTo>
                    <a:pt x="2361803" y="61433"/>
                  </a:lnTo>
                  <a:lnTo>
                    <a:pt x="2362875" y="61081"/>
                  </a:lnTo>
                  <a:lnTo>
                    <a:pt x="2363946" y="60730"/>
                  </a:lnTo>
                  <a:lnTo>
                    <a:pt x="2365018" y="60381"/>
                  </a:lnTo>
                  <a:lnTo>
                    <a:pt x="2366090" y="60032"/>
                  </a:lnTo>
                  <a:lnTo>
                    <a:pt x="2367161" y="59685"/>
                  </a:lnTo>
                  <a:lnTo>
                    <a:pt x="2368233" y="59339"/>
                  </a:lnTo>
                  <a:lnTo>
                    <a:pt x="2369304" y="58994"/>
                  </a:lnTo>
                  <a:lnTo>
                    <a:pt x="2370376" y="58651"/>
                  </a:lnTo>
                  <a:lnTo>
                    <a:pt x="2371448" y="58308"/>
                  </a:lnTo>
                  <a:lnTo>
                    <a:pt x="2372519" y="57967"/>
                  </a:lnTo>
                  <a:lnTo>
                    <a:pt x="2373591" y="57627"/>
                  </a:lnTo>
                  <a:lnTo>
                    <a:pt x="2374662" y="57288"/>
                  </a:lnTo>
                  <a:lnTo>
                    <a:pt x="2375734" y="56950"/>
                  </a:lnTo>
                  <a:lnTo>
                    <a:pt x="2376806" y="56613"/>
                  </a:lnTo>
                  <a:lnTo>
                    <a:pt x="2377877" y="56278"/>
                  </a:lnTo>
                  <a:lnTo>
                    <a:pt x="2378949" y="55943"/>
                  </a:lnTo>
                  <a:lnTo>
                    <a:pt x="2380020" y="55610"/>
                  </a:lnTo>
                  <a:lnTo>
                    <a:pt x="2381092" y="55278"/>
                  </a:lnTo>
                  <a:lnTo>
                    <a:pt x="2382164" y="54947"/>
                  </a:lnTo>
                  <a:lnTo>
                    <a:pt x="2383235" y="54617"/>
                  </a:lnTo>
                  <a:lnTo>
                    <a:pt x="2384307" y="54289"/>
                  </a:lnTo>
                  <a:lnTo>
                    <a:pt x="2385378" y="53961"/>
                  </a:lnTo>
                  <a:lnTo>
                    <a:pt x="2386450" y="53635"/>
                  </a:lnTo>
                  <a:lnTo>
                    <a:pt x="2387522" y="53310"/>
                  </a:lnTo>
                  <a:lnTo>
                    <a:pt x="2388593" y="52986"/>
                  </a:lnTo>
                  <a:lnTo>
                    <a:pt x="2389665" y="52663"/>
                  </a:lnTo>
                  <a:lnTo>
                    <a:pt x="2390736" y="52342"/>
                  </a:lnTo>
                  <a:lnTo>
                    <a:pt x="2391808" y="52021"/>
                  </a:lnTo>
                  <a:lnTo>
                    <a:pt x="2392880" y="51702"/>
                  </a:lnTo>
                  <a:lnTo>
                    <a:pt x="2393951" y="51384"/>
                  </a:lnTo>
                  <a:lnTo>
                    <a:pt x="2395023" y="51067"/>
                  </a:lnTo>
                  <a:lnTo>
                    <a:pt x="2396094" y="50751"/>
                  </a:lnTo>
                  <a:lnTo>
                    <a:pt x="2397166" y="50436"/>
                  </a:lnTo>
                  <a:lnTo>
                    <a:pt x="2398238" y="50122"/>
                  </a:lnTo>
                  <a:lnTo>
                    <a:pt x="2399309" y="49810"/>
                  </a:lnTo>
                  <a:lnTo>
                    <a:pt x="2400381" y="49499"/>
                  </a:lnTo>
                  <a:lnTo>
                    <a:pt x="2401452" y="49188"/>
                  </a:lnTo>
                  <a:lnTo>
                    <a:pt x="2402524" y="48879"/>
                  </a:lnTo>
                  <a:lnTo>
                    <a:pt x="2403596" y="48572"/>
                  </a:lnTo>
                  <a:lnTo>
                    <a:pt x="2404667" y="48265"/>
                  </a:lnTo>
                  <a:lnTo>
                    <a:pt x="2405739" y="47959"/>
                  </a:lnTo>
                  <a:lnTo>
                    <a:pt x="2406810" y="47655"/>
                  </a:lnTo>
                  <a:lnTo>
                    <a:pt x="2407882" y="47351"/>
                  </a:lnTo>
                  <a:lnTo>
                    <a:pt x="2408954" y="47049"/>
                  </a:lnTo>
                  <a:lnTo>
                    <a:pt x="2410025" y="46748"/>
                  </a:lnTo>
                  <a:lnTo>
                    <a:pt x="2411097" y="46448"/>
                  </a:lnTo>
                  <a:lnTo>
                    <a:pt x="2412168" y="46149"/>
                  </a:lnTo>
                  <a:lnTo>
                    <a:pt x="2413240" y="45851"/>
                  </a:lnTo>
                  <a:lnTo>
                    <a:pt x="2414312" y="45555"/>
                  </a:lnTo>
                  <a:lnTo>
                    <a:pt x="2415383" y="45259"/>
                  </a:lnTo>
                  <a:lnTo>
                    <a:pt x="2416455" y="44965"/>
                  </a:lnTo>
                  <a:lnTo>
                    <a:pt x="2417526" y="44671"/>
                  </a:lnTo>
                  <a:lnTo>
                    <a:pt x="2418598" y="44379"/>
                  </a:lnTo>
                  <a:lnTo>
                    <a:pt x="2419670" y="44088"/>
                  </a:lnTo>
                  <a:lnTo>
                    <a:pt x="2420741" y="43798"/>
                  </a:lnTo>
                  <a:lnTo>
                    <a:pt x="2421813" y="43510"/>
                  </a:lnTo>
                  <a:lnTo>
                    <a:pt x="2422884" y="43222"/>
                  </a:lnTo>
                  <a:lnTo>
                    <a:pt x="2423956" y="42935"/>
                  </a:lnTo>
                  <a:lnTo>
                    <a:pt x="2425028" y="42650"/>
                  </a:lnTo>
                  <a:lnTo>
                    <a:pt x="2426099" y="42366"/>
                  </a:lnTo>
                  <a:lnTo>
                    <a:pt x="2427171" y="42082"/>
                  </a:lnTo>
                  <a:lnTo>
                    <a:pt x="2428242" y="41800"/>
                  </a:lnTo>
                  <a:lnTo>
                    <a:pt x="2429314" y="41519"/>
                  </a:lnTo>
                  <a:lnTo>
                    <a:pt x="2430386" y="41239"/>
                  </a:lnTo>
                  <a:lnTo>
                    <a:pt x="2431457" y="40960"/>
                  </a:lnTo>
                  <a:lnTo>
                    <a:pt x="2432529" y="40683"/>
                  </a:lnTo>
                  <a:lnTo>
                    <a:pt x="2433600" y="40406"/>
                  </a:lnTo>
                  <a:lnTo>
                    <a:pt x="2434672" y="40131"/>
                  </a:lnTo>
                  <a:lnTo>
                    <a:pt x="2435744" y="39856"/>
                  </a:lnTo>
                  <a:lnTo>
                    <a:pt x="2436815" y="39583"/>
                  </a:lnTo>
                  <a:lnTo>
                    <a:pt x="2437887" y="39311"/>
                  </a:lnTo>
                  <a:lnTo>
                    <a:pt x="2438958" y="39040"/>
                  </a:lnTo>
                  <a:lnTo>
                    <a:pt x="2440030" y="38769"/>
                  </a:lnTo>
                  <a:lnTo>
                    <a:pt x="2441102" y="38501"/>
                  </a:lnTo>
                  <a:lnTo>
                    <a:pt x="2442173" y="38233"/>
                  </a:lnTo>
                  <a:lnTo>
                    <a:pt x="2443245" y="37966"/>
                  </a:lnTo>
                  <a:lnTo>
                    <a:pt x="2444316" y="37700"/>
                  </a:lnTo>
                  <a:lnTo>
                    <a:pt x="2445388" y="37436"/>
                  </a:lnTo>
                  <a:lnTo>
                    <a:pt x="2446460" y="37172"/>
                  </a:lnTo>
                  <a:lnTo>
                    <a:pt x="2447531" y="36910"/>
                  </a:lnTo>
                  <a:lnTo>
                    <a:pt x="2448603" y="36648"/>
                  </a:lnTo>
                  <a:lnTo>
                    <a:pt x="2449674" y="36388"/>
                  </a:lnTo>
                  <a:lnTo>
                    <a:pt x="2450746" y="36129"/>
                  </a:lnTo>
                  <a:lnTo>
                    <a:pt x="2451818" y="35871"/>
                  </a:lnTo>
                  <a:lnTo>
                    <a:pt x="2452889" y="35614"/>
                  </a:lnTo>
                  <a:lnTo>
                    <a:pt x="2453961" y="35358"/>
                  </a:lnTo>
                  <a:lnTo>
                    <a:pt x="2455032" y="35103"/>
                  </a:lnTo>
                  <a:lnTo>
                    <a:pt x="2456104" y="34849"/>
                  </a:lnTo>
                  <a:lnTo>
                    <a:pt x="2457176" y="34596"/>
                  </a:lnTo>
                  <a:lnTo>
                    <a:pt x="2458247" y="34345"/>
                  </a:lnTo>
                  <a:lnTo>
                    <a:pt x="2459319" y="34094"/>
                  </a:lnTo>
                  <a:lnTo>
                    <a:pt x="2460390" y="33845"/>
                  </a:lnTo>
                  <a:lnTo>
                    <a:pt x="2461462" y="33596"/>
                  </a:lnTo>
                  <a:lnTo>
                    <a:pt x="2462534" y="33349"/>
                  </a:lnTo>
                  <a:lnTo>
                    <a:pt x="2463605" y="33102"/>
                  </a:lnTo>
                  <a:lnTo>
                    <a:pt x="2464677" y="32857"/>
                  </a:lnTo>
                  <a:lnTo>
                    <a:pt x="2465748" y="32613"/>
                  </a:lnTo>
                  <a:lnTo>
                    <a:pt x="2466820" y="32370"/>
                  </a:lnTo>
                  <a:lnTo>
                    <a:pt x="2467892" y="32128"/>
                  </a:lnTo>
                  <a:lnTo>
                    <a:pt x="2468963" y="31887"/>
                  </a:lnTo>
                  <a:lnTo>
                    <a:pt x="2470035" y="31647"/>
                  </a:lnTo>
                  <a:lnTo>
                    <a:pt x="2471106" y="31408"/>
                  </a:lnTo>
                  <a:lnTo>
                    <a:pt x="2472178" y="31170"/>
                  </a:lnTo>
                  <a:lnTo>
                    <a:pt x="2473250" y="30933"/>
                  </a:lnTo>
                  <a:lnTo>
                    <a:pt x="2474321" y="30697"/>
                  </a:lnTo>
                  <a:lnTo>
                    <a:pt x="2475393" y="30462"/>
                  </a:lnTo>
                  <a:lnTo>
                    <a:pt x="2476464" y="30229"/>
                  </a:lnTo>
                  <a:lnTo>
                    <a:pt x="2477536" y="29996"/>
                  </a:lnTo>
                  <a:lnTo>
                    <a:pt x="2478608" y="29764"/>
                  </a:lnTo>
                  <a:lnTo>
                    <a:pt x="2479679" y="29534"/>
                  </a:lnTo>
                  <a:lnTo>
                    <a:pt x="2480751" y="29304"/>
                  </a:lnTo>
                  <a:lnTo>
                    <a:pt x="2481822" y="29076"/>
                  </a:lnTo>
                  <a:lnTo>
                    <a:pt x="2482894" y="28848"/>
                  </a:lnTo>
                  <a:lnTo>
                    <a:pt x="2483966" y="28622"/>
                  </a:lnTo>
                  <a:lnTo>
                    <a:pt x="2485037" y="28396"/>
                  </a:lnTo>
                  <a:lnTo>
                    <a:pt x="2486109" y="28172"/>
                  </a:lnTo>
                  <a:lnTo>
                    <a:pt x="2487180" y="27949"/>
                  </a:lnTo>
                  <a:lnTo>
                    <a:pt x="2488252" y="27726"/>
                  </a:lnTo>
                  <a:lnTo>
                    <a:pt x="2489323" y="27505"/>
                  </a:lnTo>
                  <a:lnTo>
                    <a:pt x="2490395" y="27285"/>
                  </a:lnTo>
                  <a:lnTo>
                    <a:pt x="2491467" y="27066"/>
                  </a:lnTo>
                  <a:lnTo>
                    <a:pt x="2492538" y="26848"/>
                  </a:lnTo>
                  <a:lnTo>
                    <a:pt x="2493610" y="26630"/>
                  </a:lnTo>
                  <a:lnTo>
                    <a:pt x="2494681" y="26414"/>
                  </a:lnTo>
                  <a:lnTo>
                    <a:pt x="2495753" y="26199"/>
                  </a:lnTo>
                  <a:lnTo>
                    <a:pt x="2496825" y="25985"/>
                  </a:lnTo>
                  <a:lnTo>
                    <a:pt x="2497896" y="25772"/>
                  </a:lnTo>
                  <a:lnTo>
                    <a:pt x="2498968" y="25560"/>
                  </a:lnTo>
                  <a:lnTo>
                    <a:pt x="2500039" y="25349"/>
                  </a:lnTo>
                  <a:lnTo>
                    <a:pt x="2501111" y="25139"/>
                  </a:lnTo>
                  <a:lnTo>
                    <a:pt x="2502183" y="24930"/>
                  </a:lnTo>
                  <a:lnTo>
                    <a:pt x="2503254" y="24722"/>
                  </a:lnTo>
                  <a:lnTo>
                    <a:pt x="2504326" y="24514"/>
                  </a:lnTo>
                  <a:lnTo>
                    <a:pt x="2505397" y="24308"/>
                  </a:lnTo>
                  <a:lnTo>
                    <a:pt x="2506469" y="24103"/>
                  </a:lnTo>
                  <a:lnTo>
                    <a:pt x="2507541" y="23899"/>
                  </a:lnTo>
                  <a:lnTo>
                    <a:pt x="2508612" y="23696"/>
                  </a:lnTo>
                  <a:lnTo>
                    <a:pt x="2509684" y="23494"/>
                  </a:lnTo>
                  <a:lnTo>
                    <a:pt x="2510755" y="23293"/>
                  </a:lnTo>
                  <a:lnTo>
                    <a:pt x="2511827" y="23093"/>
                  </a:lnTo>
                  <a:lnTo>
                    <a:pt x="2512899" y="22894"/>
                  </a:lnTo>
                  <a:lnTo>
                    <a:pt x="2513970" y="22696"/>
                  </a:lnTo>
                  <a:lnTo>
                    <a:pt x="2515042" y="22499"/>
                  </a:lnTo>
                  <a:lnTo>
                    <a:pt x="2516113" y="22303"/>
                  </a:lnTo>
                  <a:lnTo>
                    <a:pt x="2517185" y="22108"/>
                  </a:lnTo>
                  <a:lnTo>
                    <a:pt x="2518257" y="21914"/>
                  </a:lnTo>
                  <a:lnTo>
                    <a:pt x="2519328" y="21721"/>
                  </a:lnTo>
                  <a:lnTo>
                    <a:pt x="2520400" y="21529"/>
                  </a:lnTo>
                  <a:lnTo>
                    <a:pt x="2521471" y="21338"/>
                  </a:lnTo>
                  <a:lnTo>
                    <a:pt x="2522543" y="21147"/>
                  </a:lnTo>
                  <a:lnTo>
                    <a:pt x="2523615" y="20958"/>
                  </a:lnTo>
                  <a:lnTo>
                    <a:pt x="2524686" y="20770"/>
                  </a:lnTo>
                  <a:lnTo>
                    <a:pt x="2525758" y="20583"/>
                  </a:lnTo>
                  <a:lnTo>
                    <a:pt x="2526829" y="20397"/>
                  </a:lnTo>
                  <a:lnTo>
                    <a:pt x="2527901" y="20211"/>
                  </a:lnTo>
                  <a:lnTo>
                    <a:pt x="2528973" y="20027"/>
                  </a:lnTo>
                  <a:lnTo>
                    <a:pt x="2530044" y="19844"/>
                  </a:lnTo>
                  <a:lnTo>
                    <a:pt x="2531116" y="19661"/>
                  </a:lnTo>
                  <a:lnTo>
                    <a:pt x="2532187" y="19480"/>
                  </a:lnTo>
                  <a:lnTo>
                    <a:pt x="2533259" y="19300"/>
                  </a:lnTo>
                  <a:lnTo>
                    <a:pt x="2534331" y="19120"/>
                  </a:lnTo>
                  <a:lnTo>
                    <a:pt x="2535402" y="18942"/>
                  </a:lnTo>
                  <a:lnTo>
                    <a:pt x="2536474" y="18764"/>
                  </a:lnTo>
                  <a:lnTo>
                    <a:pt x="2537545" y="18588"/>
                  </a:lnTo>
                  <a:lnTo>
                    <a:pt x="2538617" y="18412"/>
                  </a:lnTo>
                  <a:lnTo>
                    <a:pt x="2539689" y="18237"/>
                  </a:lnTo>
                  <a:lnTo>
                    <a:pt x="2540760" y="18064"/>
                  </a:lnTo>
                  <a:lnTo>
                    <a:pt x="2541832" y="17891"/>
                  </a:lnTo>
                  <a:lnTo>
                    <a:pt x="2542903" y="17719"/>
                  </a:lnTo>
                  <a:lnTo>
                    <a:pt x="2543975" y="17548"/>
                  </a:lnTo>
                  <a:lnTo>
                    <a:pt x="2545047" y="17378"/>
                  </a:lnTo>
                  <a:lnTo>
                    <a:pt x="2546118" y="17209"/>
                  </a:lnTo>
                  <a:lnTo>
                    <a:pt x="2547190" y="17041"/>
                  </a:lnTo>
                  <a:lnTo>
                    <a:pt x="2548261" y="16874"/>
                  </a:lnTo>
                  <a:lnTo>
                    <a:pt x="2549333" y="16708"/>
                  </a:lnTo>
                  <a:lnTo>
                    <a:pt x="2550405" y="16543"/>
                  </a:lnTo>
                  <a:lnTo>
                    <a:pt x="2551476" y="16379"/>
                  </a:lnTo>
                  <a:lnTo>
                    <a:pt x="2552548" y="16215"/>
                  </a:lnTo>
                  <a:lnTo>
                    <a:pt x="2553619" y="16053"/>
                  </a:lnTo>
                  <a:lnTo>
                    <a:pt x="2554691" y="15892"/>
                  </a:lnTo>
                  <a:lnTo>
                    <a:pt x="2555763" y="15731"/>
                  </a:lnTo>
                  <a:lnTo>
                    <a:pt x="2556834" y="15571"/>
                  </a:lnTo>
                  <a:lnTo>
                    <a:pt x="2557906" y="15413"/>
                  </a:lnTo>
                  <a:lnTo>
                    <a:pt x="2558977" y="15255"/>
                  </a:lnTo>
                  <a:lnTo>
                    <a:pt x="2560049" y="15098"/>
                  </a:lnTo>
                  <a:lnTo>
                    <a:pt x="2561121" y="14942"/>
                  </a:lnTo>
                  <a:lnTo>
                    <a:pt x="2562192" y="14787"/>
                  </a:lnTo>
                  <a:lnTo>
                    <a:pt x="2563264" y="14633"/>
                  </a:lnTo>
                  <a:lnTo>
                    <a:pt x="2564335" y="14480"/>
                  </a:lnTo>
                  <a:lnTo>
                    <a:pt x="2565407" y="14328"/>
                  </a:lnTo>
                  <a:lnTo>
                    <a:pt x="2566479" y="14177"/>
                  </a:lnTo>
                  <a:lnTo>
                    <a:pt x="2567550" y="14026"/>
                  </a:lnTo>
                  <a:lnTo>
                    <a:pt x="2568622" y="13877"/>
                  </a:lnTo>
                  <a:lnTo>
                    <a:pt x="2569693" y="13728"/>
                  </a:lnTo>
                  <a:lnTo>
                    <a:pt x="2570765" y="13581"/>
                  </a:lnTo>
                  <a:lnTo>
                    <a:pt x="2571837" y="13434"/>
                  </a:lnTo>
                  <a:lnTo>
                    <a:pt x="2572908" y="13288"/>
                  </a:lnTo>
                  <a:lnTo>
                    <a:pt x="2573980" y="13143"/>
                  </a:lnTo>
                  <a:lnTo>
                    <a:pt x="2575051" y="12999"/>
                  </a:lnTo>
                  <a:lnTo>
                    <a:pt x="2576123" y="12856"/>
                  </a:lnTo>
                  <a:lnTo>
                    <a:pt x="2577195" y="12714"/>
                  </a:lnTo>
                  <a:lnTo>
                    <a:pt x="2578266" y="12573"/>
                  </a:lnTo>
                  <a:lnTo>
                    <a:pt x="2579338" y="12432"/>
                  </a:lnTo>
                  <a:lnTo>
                    <a:pt x="2580409" y="12293"/>
                  </a:lnTo>
                  <a:lnTo>
                    <a:pt x="2581481" y="12154"/>
                  </a:lnTo>
                  <a:lnTo>
                    <a:pt x="2582553" y="12016"/>
                  </a:lnTo>
                  <a:lnTo>
                    <a:pt x="2583624" y="11880"/>
                  </a:lnTo>
                  <a:lnTo>
                    <a:pt x="2584696" y="11744"/>
                  </a:lnTo>
                  <a:lnTo>
                    <a:pt x="2585767" y="11609"/>
                  </a:lnTo>
                  <a:lnTo>
                    <a:pt x="2586839" y="11474"/>
                  </a:lnTo>
                  <a:lnTo>
                    <a:pt x="2587911" y="11341"/>
                  </a:lnTo>
                  <a:lnTo>
                    <a:pt x="2588982" y="11209"/>
                  </a:lnTo>
                  <a:lnTo>
                    <a:pt x="2590054" y="11077"/>
                  </a:lnTo>
                  <a:lnTo>
                    <a:pt x="2591125" y="10946"/>
                  </a:lnTo>
                  <a:lnTo>
                    <a:pt x="2592197" y="10817"/>
                  </a:lnTo>
                  <a:lnTo>
                    <a:pt x="2593269" y="10688"/>
                  </a:lnTo>
                  <a:lnTo>
                    <a:pt x="2594340" y="10560"/>
                  </a:lnTo>
                  <a:lnTo>
                    <a:pt x="2595412" y="10432"/>
                  </a:lnTo>
                  <a:lnTo>
                    <a:pt x="2596483" y="10306"/>
                  </a:lnTo>
                  <a:lnTo>
                    <a:pt x="2597555" y="10181"/>
                  </a:lnTo>
                  <a:lnTo>
                    <a:pt x="2598627" y="10056"/>
                  </a:lnTo>
                  <a:lnTo>
                    <a:pt x="2599698" y="9932"/>
                  </a:lnTo>
                  <a:lnTo>
                    <a:pt x="2600770" y="9810"/>
                  </a:lnTo>
                  <a:lnTo>
                    <a:pt x="2601841" y="9688"/>
                  </a:lnTo>
                  <a:lnTo>
                    <a:pt x="2602913" y="9567"/>
                  </a:lnTo>
                  <a:lnTo>
                    <a:pt x="2603985" y="9446"/>
                  </a:lnTo>
                  <a:lnTo>
                    <a:pt x="2605056" y="9327"/>
                  </a:lnTo>
                  <a:lnTo>
                    <a:pt x="2606128" y="9208"/>
                  </a:lnTo>
                  <a:lnTo>
                    <a:pt x="2607199" y="9091"/>
                  </a:lnTo>
                  <a:lnTo>
                    <a:pt x="2608271" y="8974"/>
                  </a:lnTo>
                  <a:lnTo>
                    <a:pt x="2609343" y="8858"/>
                  </a:lnTo>
                  <a:lnTo>
                    <a:pt x="2610414" y="8743"/>
                  </a:lnTo>
                  <a:lnTo>
                    <a:pt x="2611486" y="8628"/>
                  </a:lnTo>
                  <a:lnTo>
                    <a:pt x="2612557" y="8515"/>
                  </a:lnTo>
                  <a:lnTo>
                    <a:pt x="2613629" y="8402"/>
                  </a:lnTo>
                  <a:lnTo>
                    <a:pt x="2614701" y="8290"/>
                  </a:lnTo>
                  <a:lnTo>
                    <a:pt x="2615772" y="8179"/>
                  </a:lnTo>
                  <a:lnTo>
                    <a:pt x="2616844" y="8069"/>
                  </a:lnTo>
                  <a:lnTo>
                    <a:pt x="2617915" y="7960"/>
                  </a:lnTo>
                  <a:lnTo>
                    <a:pt x="2618987" y="7852"/>
                  </a:lnTo>
                  <a:lnTo>
                    <a:pt x="2620059" y="7744"/>
                  </a:lnTo>
                  <a:lnTo>
                    <a:pt x="2621130" y="7637"/>
                  </a:lnTo>
                  <a:lnTo>
                    <a:pt x="2622202" y="7531"/>
                  </a:lnTo>
                  <a:lnTo>
                    <a:pt x="2623273" y="7426"/>
                  </a:lnTo>
                  <a:lnTo>
                    <a:pt x="2624345" y="7322"/>
                  </a:lnTo>
                  <a:lnTo>
                    <a:pt x="2625417" y="7218"/>
                  </a:lnTo>
                  <a:lnTo>
                    <a:pt x="2626488" y="7116"/>
                  </a:lnTo>
                  <a:lnTo>
                    <a:pt x="2627560" y="7014"/>
                  </a:lnTo>
                  <a:lnTo>
                    <a:pt x="2628631" y="6913"/>
                  </a:lnTo>
                  <a:lnTo>
                    <a:pt x="2629703" y="6813"/>
                  </a:lnTo>
                  <a:lnTo>
                    <a:pt x="2630775" y="6713"/>
                  </a:lnTo>
                  <a:lnTo>
                    <a:pt x="2631846" y="6615"/>
                  </a:lnTo>
                  <a:lnTo>
                    <a:pt x="2632918" y="6517"/>
                  </a:lnTo>
                  <a:lnTo>
                    <a:pt x="2633989" y="6420"/>
                  </a:lnTo>
                  <a:lnTo>
                    <a:pt x="2635061" y="6324"/>
                  </a:lnTo>
                  <a:lnTo>
                    <a:pt x="2636133" y="6229"/>
                  </a:lnTo>
                  <a:lnTo>
                    <a:pt x="2637204" y="6134"/>
                  </a:lnTo>
                  <a:lnTo>
                    <a:pt x="2638276" y="6040"/>
                  </a:lnTo>
                  <a:lnTo>
                    <a:pt x="2639347" y="5947"/>
                  </a:lnTo>
                  <a:lnTo>
                    <a:pt x="2640419" y="5855"/>
                  </a:lnTo>
                  <a:lnTo>
                    <a:pt x="2641491" y="5764"/>
                  </a:lnTo>
                  <a:lnTo>
                    <a:pt x="2642562" y="5673"/>
                  </a:lnTo>
                  <a:lnTo>
                    <a:pt x="2643634" y="5584"/>
                  </a:lnTo>
                  <a:lnTo>
                    <a:pt x="2644705" y="5495"/>
                  </a:lnTo>
                  <a:lnTo>
                    <a:pt x="2645777" y="5407"/>
                  </a:lnTo>
                  <a:lnTo>
                    <a:pt x="2646849" y="5319"/>
                  </a:lnTo>
                  <a:lnTo>
                    <a:pt x="2647920" y="5233"/>
                  </a:lnTo>
                  <a:lnTo>
                    <a:pt x="2648992" y="5147"/>
                  </a:lnTo>
                  <a:lnTo>
                    <a:pt x="2650063" y="5062"/>
                  </a:lnTo>
                  <a:lnTo>
                    <a:pt x="2651135" y="4977"/>
                  </a:lnTo>
                  <a:lnTo>
                    <a:pt x="2652207" y="4894"/>
                  </a:lnTo>
                  <a:lnTo>
                    <a:pt x="2653278" y="4811"/>
                  </a:lnTo>
                  <a:lnTo>
                    <a:pt x="2654350" y="4729"/>
                  </a:lnTo>
                  <a:lnTo>
                    <a:pt x="2655421" y="4648"/>
                  </a:lnTo>
                  <a:lnTo>
                    <a:pt x="2656493" y="4568"/>
                  </a:lnTo>
                  <a:lnTo>
                    <a:pt x="2657565" y="4488"/>
                  </a:lnTo>
                  <a:lnTo>
                    <a:pt x="2658636" y="4410"/>
                  </a:lnTo>
                  <a:lnTo>
                    <a:pt x="2659708" y="4331"/>
                  </a:lnTo>
                  <a:lnTo>
                    <a:pt x="2660779" y="4254"/>
                  </a:lnTo>
                  <a:lnTo>
                    <a:pt x="2661851" y="4178"/>
                  </a:lnTo>
                  <a:lnTo>
                    <a:pt x="2662922" y="4102"/>
                  </a:lnTo>
                  <a:lnTo>
                    <a:pt x="2663994" y="4027"/>
                  </a:lnTo>
                  <a:lnTo>
                    <a:pt x="2665066" y="3953"/>
                  </a:lnTo>
                  <a:lnTo>
                    <a:pt x="2666137" y="3879"/>
                  </a:lnTo>
                  <a:lnTo>
                    <a:pt x="2667209" y="3806"/>
                  </a:lnTo>
                  <a:lnTo>
                    <a:pt x="2668280" y="3734"/>
                  </a:lnTo>
                  <a:lnTo>
                    <a:pt x="2669352" y="3663"/>
                  </a:lnTo>
                  <a:lnTo>
                    <a:pt x="2670424" y="3593"/>
                  </a:lnTo>
                  <a:lnTo>
                    <a:pt x="2671495" y="3523"/>
                  </a:lnTo>
                  <a:lnTo>
                    <a:pt x="2672567" y="3454"/>
                  </a:lnTo>
                  <a:lnTo>
                    <a:pt x="2673638" y="3386"/>
                  </a:lnTo>
                  <a:lnTo>
                    <a:pt x="2674710" y="3318"/>
                  </a:lnTo>
                  <a:lnTo>
                    <a:pt x="2675782" y="3252"/>
                  </a:lnTo>
                  <a:lnTo>
                    <a:pt x="2676853" y="3186"/>
                  </a:lnTo>
                  <a:lnTo>
                    <a:pt x="2677925" y="3120"/>
                  </a:lnTo>
                  <a:lnTo>
                    <a:pt x="2678996" y="3056"/>
                  </a:lnTo>
                  <a:lnTo>
                    <a:pt x="2680068" y="2992"/>
                  </a:lnTo>
                  <a:lnTo>
                    <a:pt x="2681140" y="2929"/>
                  </a:lnTo>
                  <a:lnTo>
                    <a:pt x="2682211" y="2866"/>
                  </a:lnTo>
                  <a:lnTo>
                    <a:pt x="2683283" y="2805"/>
                  </a:lnTo>
                  <a:lnTo>
                    <a:pt x="2684354" y="2744"/>
                  </a:lnTo>
                  <a:lnTo>
                    <a:pt x="2685426" y="2684"/>
                  </a:lnTo>
                  <a:lnTo>
                    <a:pt x="2686498" y="2624"/>
                  </a:lnTo>
                  <a:lnTo>
                    <a:pt x="2687569" y="2566"/>
                  </a:lnTo>
                  <a:lnTo>
                    <a:pt x="2688641" y="2508"/>
                  </a:lnTo>
                  <a:lnTo>
                    <a:pt x="2689712" y="2450"/>
                  </a:lnTo>
                  <a:lnTo>
                    <a:pt x="2690784" y="2394"/>
                  </a:lnTo>
                  <a:lnTo>
                    <a:pt x="2691856" y="2338"/>
                  </a:lnTo>
                  <a:lnTo>
                    <a:pt x="2692927" y="2283"/>
                  </a:lnTo>
                  <a:lnTo>
                    <a:pt x="2693999" y="2228"/>
                  </a:lnTo>
                  <a:lnTo>
                    <a:pt x="2695070" y="2174"/>
                  </a:lnTo>
                  <a:lnTo>
                    <a:pt x="2696142" y="2121"/>
                  </a:lnTo>
                  <a:lnTo>
                    <a:pt x="2697214" y="2069"/>
                  </a:lnTo>
                  <a:lnTo>
                    <a:pt x="2698285" y="2017"/>
                  </a:lnTo>
                  <a:lnTo>
                    <a:pt x="2699357" y="1967"/>
                  </a:lnTo>
                  <a:lnTo>
                    <a:pt x="2700428" y="1916"/>
                  </a:lnTo>
                  <a:lnTo>
                    <a:pt x="2701500" y="1867"/>
                  </a:lnTo>
                  <a:lnTo>
                    <a:pt x="2702572" y="1818"/>
                  </a:lnTo>
                  <a:lnTo>
                    <a:pt x="2703643" y="1770"/>
                  </a:lnTo>
                  <a:lnTo>
                    <a:pt x="2704715" y="1722"/>
                  </a:lnTo>
                  <a:lnTo>
                    <a:pt x="2705786" y="1676"/>
                  </a:lnTo>
                  <a:lnTo>
                    <a:pt x="2706858" y="1629"/>
                  </a:lnTo>
                  <a:lnTo>
                    <a:pt x="2707930" y="1584"/>
                  </a:lnTo>
                  <a:lnTo>
                    <a:pt x="2709001" y="1539"/>
                  </a:lnTo>
                  <a:lnTo>
                    <a:pt x="2710073" y="1495"/>
                  </a:lnTo>
                  <a:lnTo>
                    <a:pt x="2711144" y="1452"/>
                  </a:lnTo>
                  <a:lnTo>
                    <a:pt x="2712216" y="1409"/>
                  </a:lnTo>
                  <a:lnTo>
                    <a:pt x="2713288" y="1367"/>
                  </a:lnTo>
                  <a:lnTo>
                    <a:pt x="2714359" y="1326"/>
                  </a:lnTo>
                  <a:lnTo>
                    <a:pt x="2715431" y="1285"/>
                  </a:lnTo>
                  <a:lnTo>
                    <a:pt x="2716502" y="1245"/>
                  </a:lnTo>
                  <a:lnTo>
                    <a:pt x="2717574" y="1206"/>
                  </a:lnTo>
                  <a:lnTo>
                    <a:pt x="2718646" y="1168"/>
                  </a:lnTo>
                  <a:lnTo>
                    <a:pt x="2719717" y="1130"/>
                  </a:lnTo>
                  <a:lnTo>
                    <a:pt x="2720789" y="1092"/>
                  </a:lnTo>
                  <a:lnTo>
                    <a:pt x="2721860" y="1056"/>
                  </a:lnTo>
                  <a:lnTo>
                    <a:pt x="2722932" y="1020"/>
                  </a:lnTo>
                  <a:lnTo>
                    <a:pt x="2724004" y="984"/>
                  </a:lnTo>
                  <a:lnTo>
                    <a:pt x="2725075" y="950"/>
                  </a:lnTo>
                  <a:lnTo>
                    <a:pt x="2726147" y="916"/>
                  </a:lnTo>
                  <a:lnTo>
                    <a:pt x="2727218" y="882"/>
                  </a:lnTo>
                  <a:lnTo>
                    <a:pt x="2728290" y="850"/>
                  </a:lnTo>
                  <a:lnTo>
                    <a:pt x="2729362" y="818"/>
                  </a:lnTo>
                  <a:lnTo>
                    <a:pt x="2730433" y="786"/>
                  </a:lnTo>
                  <a:lnTo>
                    <a:pt x="2731505" y="755"/>
                  </a:lnTo>
                  <a:lnTo>
                    <a:pt x="2732576" y="725"/>
                  </a:lnTo>
                  <a:lnTo>
                    <a:pt x="2733648" y="696"/>
                  </a:lnTo>
                  <a:lnTo>
                    <a:pt x="2734720" y="667"/>
                  </a:lnTo>
                  <a:lnTo>
                    <a:pt x="2735791" y="639"/>
                  </a:lnTo>
                  <a:lnTo>
                    <a:pt x="2736863" y="611"/>
                  </a:lnTo>
                  <a:lnTo>
                    <a:pt x="2737934" y="584"/>
                  </a:lnTo>
                  <a:lnTo>
                    <a:pt x="2739006" y="558"/>
                  </a:lnTo>
                  <a:lnTo>
                    <a:pt x="2740078" y="532"/>
                  </a:lnTo>
                  <a:lnTo>
                    <a:pt x="2741149" y="507"/>
                  </a:lnTo>
                  <a:lnTo>
                    <a:pt x="2742221" y="483"/>
                  </a:lnTo>
                  <a:lnTo>
                    <a:pt x="2743292" y="459"/>
                  </a:lnTo>
                  <a:lnTo>
                    <a:pt x="2744364" y="436"/>
                  </a:lnTo>
                  <a:lnTo>
                    <a:pt x="2745436" y="413"/>
                  </a:lnTo>
                  <a:lnTo>
                    <a:pt x="2746507" y="392"/>
                  </a:lnTo>
                  <a:lnTo>
                    <a:pt x="2747579" y="370"/>
                  </a:lnTo>
                  <a:lnTo>
                    <a:pt x="2748650" y="350"/>
                  </a:lnTo>
                  <a:lnTo>
                    <a:pt x="2749722" y="330"/>
                  </a:lnTo>
                  <a:lnTo>
                    <a:pt x="2750794" y="310"/>
                  </a:lnTo>
                  <a:lnTo>
                    <a:pt x="2751865" y="291"/>
                  </a:lnTo>
                  <a:lnTo>
                    <a:pt x="2752937" y="273"/>
                  </a:lnTo>
                  <a:lnTo>
                    <a:pt x="2754008" y="255"/>
                  </a:lnTo>
                  <a:lnTo>
                    <a:pt x="2755080" y="238"/>
                  </a:lnTo>
                  <a:lnTo>
                    <a:pt x="2756152" y="222"/>
                  </a:lnTo>
                  <a:lnTo>
                    <a:pt x="2757223" y="206"/>
                  </a:lnTo>
                  <a:lnTo>
                    <a:pt x="2758295" y="191"/>
                  </a:lnTo>
                  <a:lnTo>
                    <a:pt x="2759366" y="176"/>
                  </a:lnTo>
                  <a:lnTo>
                    <a:pt x="2760438" y="162"/>
                  </a:lnTo>
                  <a:lnTo>
                    <a:pt x="2761510" y="149"/>
                  </a:lnTo>
                  <a:lnTo>
                    <a:pt x="2762581" y="136"/>
                  </a:lnTo>
                  <a:lnTo>
                    <a:pt x="2763653" y="124"/>
                  </a:lnTo>
                  <a:lnTo>
                    <a:pt x="2764724" y="112"/>
                  </a:lnTo>
                  <a:lnTo>
                    <a:pt x="2765796" y="101"/>
                  </a:lnTo>
                  <a:lnTo>
                    <a:pt x="2766868" y="91"/>
                  </a:lnTo>
                  <a:lnTo>
                    <a:pt x="2767939" y="81"/>
                  </a:lnTo>
                  <a:lnTo>
                    <a:pt x="2769011" y="71"/>
                  </a:lnTo>
                  <a:lnTo>
                    <a:pt x="2770082" y="63"/>
                  </a:lnTo>
                  <a:lnTo>
                    <a:pt x="2771154" y="54"/>
                  </a:lnTo>
                  <a:lnTo>
                    <a:pt x="2772226" y="47"/>
                  </a:lnTo>
                  <a:lnTo>
                    <a:pt x="2773297" y="40"/>
                  </a:lnTo>
                  <a:lnTo>
                    <a:pt x="2774369" y="33"/>
                  </a:lnTo>
                  <a:lnTo>
                    <a:pt x="2775440" y="27"/>
                  </a:lnTo>
                  <a:lnTo>
                    <a:pt x="2776512" y="22"/>
                  </a:lnTo>
                  <a:lnTo>
                    <a:pt x="2777584" y="17"/>
                  </a:lnTo>
                  <a:lnTo>
                    <a:pt x="2778655" y="13"/>
                  </a:lnTo>
                  <a:lnTo>
                    <a:pt x="2779727" y="10"/>
                  </a:lnTo>
                  <a:lnTo>
                    <a:pt x="2780798" y="6"/>
                  </a:lnTo>
                  <a:lnTo>
                    <a:pt x="2781870" y="4"/>
                  </a:lnTo>
                  <a:lnTo>
                    <a:pt x="2782942" y="2"/>
                  </a:lnTo>
                  <a:lnTo>
                    <a:pt x="2784013" y="1"/>
                  </a:lnTo>
                  <a:lnTo>
                    <a:pt x="2785085" y="0"/>
                  </a:lnTo>
                  <a:lnTo>
                    <a:pt x="2786156" y="0"/>
                  </a:lnTo>
                  <a:lnTo>
                    <a:pt x="2787228" y="0"/>
                  </a:lnTo>
                  <a:lnTo>
                    <a:pt x="2788300" y="1"/>
                  </a:lnTo>
                  <a:lnTo>
                    <a:pt x="2789371" y="2"/>
                  </a:lnTo>
                  <a:lnTo>
                    <a:pt x="2790443" y="4"/>
                  </a:lnTo>
                  <a:lnTo>
                    <a:pt x="2791514" y="6"/>
                  </a:lnTo>
                  <a:lnTo>
                    <a:pt x="2792586" y="9"/>
                  </a:lnTo>
                  <a:lnTo>
                    <a:pt x="2793658" y="13"/>
                  </a:lnTo>
                  <a:lnTo>
                    <a:pt x="2794729" y="17"/>
                  </a:lnTo>
                  <a:lnTo>
                    <a:pt x="2795801" y="21"/>
                  </a:lnTo>
                  <a:lnTo>
                    <a:pt x="2796872" y="26"/>
                  </a:lnTo>
                  <a:lnTo>
                    <a:pt x="2797944" y="32"/>
                  </a:lnTo>
                  <a:lnTo>
                    <a:pt x="2799016" y="38"/>
                  </a:lnTo>
                  <a:lnTo>
                    <a:pt x="2800087" y="45"/>
                  </a:lnTo>
                  <a:lnTo>
                    <a:pt x="2801159" y="52"/>
                  </a:lnTo>
                  <a:lnTo>
                    <a:pt x="2802230" y="60"/>
                  </a:lnTo>
                  <a:lnTo>
                    <a:pt x="2803302" y="68"/>
                  </a:lnTo>
                  <a:lnTo>
                    <a:pt x="2804374" y="77"/>
                  </a:lnTo>
                  <a:lnTo>
                    <a:pt x="2805445" y="86"/>
                  </a:lnTo>
                  <a:lnTo>
                    <a:pt x="2806517" y="96"/>
                  </a:lnTo>
                  <a:lnTo>
                    <a:pt x="2807588" y="106"/>
                  </a:lnTo>
                  <a:lnTo>
                    <a:pt x="2808660" y="117"/>
                  </a:lnTo>
                  <a:lnTo>
                    <a:pt x="2809732" y="129"/>
                  </a:lnTo>
                  <a:lnTo>
                    <a:pt x="2810803" y="140"/>
                  </a:lnTo>
                  <a:lnTo>
                    <a:pt x="2811875" y="153"/>
                  </a:lnTo>
                  <a:lnTo>
                    <a:pt x="2812946" y="166"/>
                  </a:lnTo>
                  <a:lnTo>
                    <a:pt x="2814018" y="179"/>
                  </a:lnTo>
                  <a:lnTo>
                    <a:pt x="2815090" y="193"/>
                  </a:lnTo>
                  <a:lnTo>
                    <a:pt x="2816161" y="207"/>
                  </a:lnTo>
                  <a:lnTo>
                    <a:pt x="2817233" y="222"/>
                  </a:lnTo>
                  <a:lnTo>
                    <a:pt x="2818304" y="238"/>
                  </a:lnTo>
                  <a:lnTo>
                    <a:pt x="2819376" y="253"/>
                  </a:lnTo>
                  <a:lnTo>
                    <a:pt x="2820448" y="270"/>
                  </a:lnTo>
                  <a:lnTo>
                    <a:pt x="2821519" y="287"/>
                  </a:lnTo>
                  <a:lnTo>
                    <a:pt x="2822591" y="304"/>
                  </a:lnTo>
                  <a:lnTo>
                    <a:pt x="2823662" y="322"/>
                  </a:lnTo>
                  <a:lnTo>
                    <a:pt x="2824734" y="340"/>
                  </a:lnTo>
                  <a:lnTo>
                    <a:pt x="2825806" y="359"/>
                  </a:lnTo>
                  <a:lnTo>
                    <a:pt x="2826877" y="378"/>
                  </a:lnTo>
                  <a:lnTo>
                    <a:pt x="2827949" y="398"/>
                  </a:lnTo>
                  <a:lnTo>
                    <a:pt x="2829020" y="418"/>
                  </a:lnTo>
                  <a:lnTo>
                    <a:pt x="2830092" y="439"/>
                  </a:lnTo>
                  <a:lnTo>
                    <a:pt x="2831164" y="460"/>
                  </a:lnTo>
                  <a:lnTo>
                    <a:pt x="2832235" y="481"/>
                  </a:lnTo>
                  <a:lnTo>
                    <a:pt x="2833307" y="503"/>
                  </a:lnTo>
                  <a:lnTo>
                    <a:pt x="2834378" y="526"/>
                  </a:lnTo>
                  <a:lnTo>
                    <a:pt x="2835450" y="549"/>
                  </a:lnTo>
                  <a:lnTo>
                    <a:pt x="2836522" y="572"/>
                  </a:lnTo>
                  <a:lnTo>
                    <a:pt x="2837593" y="596"/>
                  </a:lnTo>
                  <a:lnTo>
                    <a:pt x="2838665" y="621"/>
                  </a:lnTo>
                  <a:lnTo>
                    <a:pt x="2839736" y="646"/>
                  </a:lnTo>
                  <a:lnTo>
                    <a:pt x="2840808" y="671"/>
                  </a:lnTo>
                  <a:lnTo>
                    <a:pt x="2841879" y="697"/>
                  </a:lnTo>
                  <a:lnTo>
                    <a:pt x="2842951" y="723"/>
                  </a:lnTo>
                  <a:lnTo>
                    <a:pt x="2844023" y="749"/>
                  </a:lnTo>
                  <a:lnTo>
                    <a:pt x="2845094" y="777"/>
                  </a:lnTo>
                  <a:lnTo>
                    <a:pt x="2846166" y="804"/>
                  </a:lnTo>
                  <a:lnTo>
                    <a:pt x="2847237" y="832"/>
                  </a:lnTo>
                  <a:lnTo>
                    <a:pt x="2848309" y="860"/>
                  </a:lnTo>
                  <a:lnTo>
                    <a:pt x="2849381" y="889"/>
                  </a:lnTo>
                  <a:lnTo>
                    <a:pt x="2850452" y="919"/>
                  </a:lnTo>
                  <a:lnTo>
                    <a:pt x="2851524" y="948"/>
                  </a:lnTo>
                  <a:lnTo>
                    <a:pt x="2852595" y="979"/>
                  </a:lnTo>
                  <a:lnTo>
                    <a:pt x="2853667" y="1009"/>
                  </a:lnTo>
                  <a:lnTo>
                    <a:pt x="2854739" y="1040"/>
                  </a:lnTo>
                  <a:lnTo>
                    <a:pt x="2855810" y="1072"/>
                  </a:lnTo>
                  <a:lnTo>
                    <a:pt x="2856882" y="1104"/>
                  </a:lnTo>
                  <a:lnTo>
                    <a:pt x="2857953" y="1136"/>
                  </a:lnTo>
                  <a:lnTo>
                    <a:pt x="2859025" y="1169"/>
                  </a:lnTo>
                  <a:lnTo>
                    <a:pt x="2860097" y="1202"/>
                  </a:lnTo>
                  <a:lnTo>
                    <a:pt x="2861168" y="1235"/>
                  </a:lnTo>
                  <a:lnTo>
                    <a:pt x="2862240" y="1269"/>
                  </a:lnTo>
                  <a:lnTo>
                    <a:pt x="2863311" y="1304"/>
                  </a:lnTo>
                  <a:lnTo>
                    <a:pt x="2864383" y="1339"/>
                  </a:lnTo>
                  <a:lnTo>
                    <a:pt x="2865455" y="1374"/>
                  </a:lnTo>
                  <a:lnTo>
                    <a:pt x="2866526" y="1409"/>
                  </a:lnTo>
                  <a:lnTo>
                    <a:pt x="2867598" y="1445"/>
                  </a:lnTo>
                  <a:lnTo>
                    <a:pt x="2868669" y="1482"/>
                  </a:lnTo>
                  <a:lnTo>
                    <a:pt x="2869741" y="1519"/>
                  </a:lnTo>
                  <a:lnTo>
                    <a:pt x="2870813" y="1556"/>
                  </a:lnTo>
                  <a:lnTo>
                    <a:pt x="2871884" y="1594"/>
                  </a:lnTo>
                  <a:lnTo>
                    <a:pt x="2872956" y="1632"/>
                  </a:lnTo>
                  <a:lnTo>
                    <a:pt x="2874027" y="1670"/>
                  </a:lnTo>
                  <a:lnTo>
                    <a:pt x="2875099" y="1709"/>
                  </a:lnTo>
                  <a:lnTo>
                    <a:pt x="2876171" y="1748"/>
                  </a:lnTo>
                  <a:lnTo>
                    <a:pt x="2877242" y="1788"/>
                  </a:lnTo>
                  <a:lnTo>
                    <a:pt x="2878314" y="1828"/>
                  </a:lnTo>
                  <a:lnTo>
                    <a:pt x="2879385" y="1868"/>
                  </a:lnTo>
                  <a:lnTo>
                    <a:pt x="2880457" y="1909"/>
                  </a:lnTo>
                  <a:lnTo>
                    <a:pt x="2881529" y="1950"/>
                  </a:lnTo>
                  <a:lnTo>
                    <a:pt x="2882600" y="1992"/>
                  </a:lnTo>
                  <a:lnTo>
                    <a:pt x="2883672" y="2034"/>
                  </a:lnTo>
                  <a:lnTo>
                    <a:pt x="2884743" y="2076"/>
                  </a:lnTo>
                  <a:lnTo>
                    <a:pt x="2885815" y="2119"/>
                  </a:lnTo>
                  <a:lnTo>
                    <a:pt x="2886887" y="2162"/>
                  </a:lnTo>
                  <a:lnTo>
                    <a:pt x="2887958" y="2205"/>
                  </a:lnTo>
                  <a:lnTo>
                    <a:pt x="2889030" y="2249"/>
                  </a:lnTo>
                  <a:lnTo>
                    <a:pt x="2890101" y="2293"/>
                  </a:lnTo>
                  <a:lnTo>
                    <a:pt x="2891173" y="2338"/>
                  </a:lnTo>
                  <a:lnTo>
                    <a:pt x="2892245" y="2382"/>
                  </a:lnTo>
                  <a:lnTo>
                    <a:pt x="2893316" y="2428"/>
                  </a:lnTo>
                  <a:lnTo>
                    <a:pt x="2894388" y="2473"/>
                  </a:lnTo>
                  <a:lnTo>
                    <a:pt x="2895459" y="2519"/>
                  </a:lnTo>
                  <a:lnTo>
                    <a:pt x="2896531" y="2566"/>
                  </a:lnTo>
                  <a:lnTo>
                    <a:pt x="2897603" y="2612"/>
                  </a:lnTo>
                  <a:lnTo>
                    <a:pt x="2898674" y="2659"/>
                  </a:lnTo>
                  <a:lnTo>
                    <a:pt x="2899746" y="2707"/>
                  </a:lnTo>
                  <a:lnTo>
                    <a:pt x="2900817" y="2754"/>
                  </a:lnTo>
                  <a:lnTo>
                    <a:pt x="2901889" y="2802"/>
                  </a:lnTo>
                  <a:lnTo>
                    <a:pt x="2902961" y="2851"/>
                  </a:lnTo>
                  <a:lnTo>
                    <a:pt x="2904032" y="2900"/>
                  </a:lnTo>
                  <a:lnTo>
                    <a:pt x="2905104" y="2949"/>
                  </a:lnTo>
                  <a:lnTo>
                    <a:pt x="2906175" y="2998"/>
                  </a:lnTo>
                  <a:lnTo>
                    <a:pt x="2907247" y="3048"/>
                  </a:lnTo>
                  <a:lnTo>
                    <a:pt x="2908319" y="3098"/>
                  </a:lnTo>
                  <a:lnTo>
                    <a:pt x="2909390" y="3148"/>
                  </a:lnTo>
                  <a:lnTo>
                    <a:pt x="2910462" y="3199"/>
                  </a:lnTo>
                  <a:lnTo>
                    <a:pt x="2911533" y="3250"/>
                  </a:lnTo>
                  <a:lnTo>
                    <a:pt x="2912605" y="3302"/>
                  </a:lnTo>
                  <a:lnTo>
                    <a:pt x="2913677" y="3353"/>
                  </a:lnTo>
                  <a:lnTo>
                    <a:pt x="2914748" y="3405"/>
                  </a:lnTo>
                  <a:lnTo>
                    <a:pt x="2915820" y="3458"/>
                  </a:lnTo>
                  <a:lnTo>
                    <a:pt x="2916891" y="3511"/>
                  </a:lnTo>
                  <a:lnTo>
                    <a:pt x="2917963" y="3564"/>
                  </a:lnTo>
                  <a:lnTo>
                    <a:pt x="2919035" y="3617"/>
                  </a:lnTo>
                  <a:lnTo>
                    <a:pt x="2920106" y="3671"/>
                  </a:lnTo>
                  <a:lnTo>
                    <a:pt x="2921178" y="3725"/>
                  </a:lnTo>
                  <a:lnTo>
                    <a:pt x="2922249" y="3779"/>
                  </a:lnTo>
                  <a:lnTo>
                    <a:pt x="2923321" y="3833"/>
                  </a:lnTo>
                  <a:lnTo>
                    <a:pt x="2924393" y="3888"/>
                  </a:lnTo>
                  <a:lnTo>
                    <a:pt x="2925464" y="3944"/>
                  </a:lnTo>
                  <a:lnTo>
                    <a:pt x="2926536" y="3999"/>
                  </a:lnTo>
                  <a:lnTo>
                    <a:pt x="2927607" y="4055"/>
                  </a:lnTo>
                  <a:lnTo>
                    <a:pt x="2928679" y="4111"/>
                  </a:lnTo>
                  <a:lnTo>
                    <a:pt x="2929751" y="4167"/>
                  </a:lnTo>
                  <a:lnTo>
                    <a:pt x="2930822" y="4224"/>
                  </a:lnTo>
                  <a:lnTo>
                    <a:pt x="2931894" y="4281"/>
                  </a:lnTo>
                  <a:lnTo>
                    <a:pt x="2932965" y="4338"/>
                  </a:lnTo>
                  <a:lnTo>
                    <a:pt x="2934037" y="4396"/>
                  </a:lnTo>
                  <a:lnTo>
                    <a:pt x="2935109" y="4454"/>
                  </a:lnTo>
                  <a:lnTo>
                    <a:pt x="2936180" y="4512"/>
                  </a:lnTo>
                  <a:lnTo>
                    <a:pt x="2937252" y="4570"/>
                  </a:lnTo>
                  <a:lnTo>
                    <a:pt x="2938323" y="4629"/>
                  </a:lnTo>
                  <a:lnTo>
                    <a:pt x="2939395" y="4688"/>
                  </a:lnTo>
                  <a:lnTo>
                    <a:pt x="2940467" y="4747"/>
                  </a:lnTo>
                  <a:lnTo>
                    <a:pt x="2941538" y="4807"/>
                  </a:lnTo>
                  <a:lnTo>
                    <a:pt x="2942610" y="4867"/>
                  </a:lnTo>
                  <a:lnTo>
                    <a:pt x="2943681" y="4927"/>
                  </a:lnTo>
                  <a:lnTo>
                    <a:pt x="2944753" y="4987"/>
                  </a:lnTo>
                  <a:lnTo>
                    <a:pt x="2945825" y="5048"/>
                  </a:lnTo>
                  <a:lnTo>
                    <a:pt x="2946896" y="5109"/>
                  </a:lnTo>
                  <a:lnTo>
                    <a:pt x="2947968" y="5170"/>
                  </a:lnTo>
                  <a:lnTo>
                    <a:pt x="2949039" y="5231"/>
                  </a:lnTo>
                  <a:lnTo>
                    <a:pt x="2950111" y="5293"/>
                  </a:lnTo>
                  <a:lnTo>
                    <a:pt x="2951183" y="5355"/>
                  </a:lnTo>
                  <a:lnTo>
                    <a:pt x="2952254" y="5417"/>
                  </a:lnTo>
                  <a:lnTo>
                    <a:pt x="2953326" y="5479"/>
                  </a:lnTo>
                  <a:lnTo>
                    <a:pt x="2954397" y="5542"/>
                  </a:lnTo>
                  <a:lnTo>
                    <a:pt x="2955469" y="5605"/>
                  </a:lnTo>
                  <a:lnTo>
                    <a:pt x="2956541" y="5668"/>
                  </a:lnTo>
                  <a:lnTo>
                    <a:pt x="2957612" y="5732"/>
                  </a:lnTo>
                  <a:lnTo>
                    <a:pt x="2958684" y="5795"/>
                  </a:lnTo>
                  <a:lnTo>
                    <a:pt x="2959755" y="5859"/>
                  </a:lnTo>
                  <a:lnTo>
                    <a:pt x="2960827" y="5923"/>
                  </a:lnTo>
                  <a:lnTo>
                    <a:pt x="2961899" y="5988"/>
                  </a:lnTo>
                  <a:lnTo>
                    <a:pt x="2962970" y="6052"/>
                  </a:lnTo>
                  <a:lnTo>
                    <a:pt x="2964042" y="6117"/>
                  </a:lnTo>
                  <a:lnTo>
                    <a:pt x="2965113" y="6183"/>
                  </a:lnTo>
                  <a:lnTo>
                    <a:pt x="2966185" y="6248"/>
                  </a:lnTo>
                  <a:lnTo>
                    <a:pt x="2967257" y="6313"/>
                  </a:lnTo>
                  <a:lnTo>
                    <a:pt x="2968328" y="6379"/>
                  </a:lnTo>
                  <a:lnTo>
                    <a:pt x="2969400" y="6445"/>
                  </a:lnTo>
                  <a:lnTo>
                    <a:pt x="2970471" y="6512"/>
                  </a:lnTo>
                  <a:lnTo>
                    <a:pt x="2971543" y="6578"/>
                  </a:lnTo>
                  <a:lnTo>
                    <a:pt x="2972615" y="6645"/>
                  </a:lnTo>
                  <a:lnTo>
                    <a:pt x="2973686" y="6712"/>
                  </a:lnTo>
                  <a:lnTo>
                    <a:pt x="2974758" y="6779"/>
                  </a:lnTo>
                  <a:lnTo>
                    <a:pt x="2975829" y="6846"/>
                  </a:lnTo>
                  <a:lnTo>
                    <a:pt x="2976901" y="6914"/>
                  </a:lnTo>
                  <a:lnTo>
                    <a:pt x="2977973" y="6982"/>
                  </a:lnTo>
                  <a:lnTo>
                    <a:pt x="2979044" y="7050"/>
                  </a:lnTo>
                  <a:lnTo>
                    <a:pt x="2980116" y="7118"/>
                  </a:lnTo>
                  <a:lnTo>
                    <a:pt x="2981187" y="7186"/>
                  </a:lnTo>
                  <a:lnTo>
                    <a:pt x="2982259" y="7255"/>
                  </a:lnTo>
                  <a:lnTo>
                    <a:pt x="2983331" y="7324"/>
                  </a:lnTo>
                  <a:lnTo>
                    <a:pt x="2984402" y="7393"/>
                  </a:lnTo>
                  <a:lnTo>
                    <a:pt x="2985474" y="7462"/>
                  </a:lnTo>
                  <a:lnTo>
                    <a:pt x="2986545" y="7531"/>
                  </a:lnTo>
                  <a:lnTo>
                    <a:pt x="2987617" y="7601"/>
                  </a:lnTo>
                  <a:lnTo>
                    <a:pt x="2988689" y="7671"/>
                  </a:lnTo>
                  <a:lnTo>
                    <a:pt x="2989760" y="7741"/>
                  </a:lnTo>
                  <a:lnTo>
                    <a:pt x="2990832" y="7811"/>
                  </a:lnTo>
                  <a:lnTo>
                    <a:pt x="2991903" y="7881"/>
                  </a:lnTo>
                  <a:lnTo>
                    <a:pt x="2992975" y="7952"/>
                  </a:lnTo>
                  <a:lnTo>
                    <a:pt x="2994047" y="8022"/>
                  </a:lnTo>
                  <a:lnTo>
                    <a:pt x="2995118" y="8093"/>
                  </a:lnTo>
                  <a:lnTo>
                    <a:pt x="2996190" y="8164"/>
                  </a:lnTo>
                  <a:lnTo>
                    <a:pt x="2997261" y="8236"/>
                  </a:lnTo>
                  <a:lnTo>
                    <a:pt x="2998333" y="8307"/>
                  </a:lnTo>
                  <a:lnTo>
                    <a:pt x="2999405" y="8379"/>
                  </a:lnTo>
                  <a:lnTo>
                    <a:pt x="3000476" y="8451"/>
                  </a:lnTo>
                  <a:lnTo>
                    <a:pt x="3001548" y="8523"/>
                  </a:lnTo>
                  <a:lnTo>
                    <a:pt x="3002619" y="8595"/>
                  </a:lnTo>
                  <a:lnTo>
                    <a:pt x="3003691" y="8667"/>
                  </a:lnTo>
                  <a:lnTo>
                    <a:pt x="3004763" y="8739"/>
                  </a:lnTo>
                  <a:lnTo>
                    <a:pt x="3005834" y="8812"/>
                  </a:lnTo>
                  <a:lnTo>
                    <a:pt x="3006906" y="8885"/>
                  </a:lnTo>
                  <a:lnTo>
                    <a:pt x="3007977" y="8958"/>
                  </a:lnTo>
                  <a:lnTo>
                    <a:pt x="3009049" y="9031"/>
                  </a:lnTo>
                  <a:lnTo>
                    <a:pt x="3010121" y="9104"/>
                  </a:lnTo>
                  <a:lnTo>
                    <a:pt x="3011192" y="9178"/>
                  </a:lnTo>
                  <a:lnTo>
                    <a:pt x="3012264" y="9251"/>
                  </a:lnTo>
                  <a:lnTo>
                    <a:pt x="3013335" y="9325"/>
                  </a:lnTo>
                  <a:lnTo>
                    <a:pt x="3014407" y="9399"/>
                  </a:lnTo>
                  <a:lnTo>
                    <a:pt x="3015479" y="9473"/>
                  </a:lnTo>
                  <a:lnTo>
                    <a:pt x="3016550" y="9547"/>
                  </a:lnTo>
                  <a:lnTo>
                    <a:pt x="3017622" y="9621"/>
                  </a:lnTo>
                  <a:lnTo>
                    <a:pt x="3018693" y="9695"/>
                  </a:lnTo>
                  <a:lnTo>
                    <a:pt x="3019765" y="9770"/>
                  </a:lnTo>
                  <a:lnTo>
                    <a:pt x="3020836" y="9845"/>
                  </a:lnTo>
                  <a:lnTo>
                    <a:pt x="3021908" y="9920"/>
                  </a:lnTo>
                  <a:lnTo>
                    <a:pt x="3022980" y="9994"/>
                  </a:lnTo>
                  <a:lnTo>
                    <a:pt x="3024051" y="10070"/>
                  </a:lnTo>
                  <a:lnTo>
                    <a:pt x="3025123" y="10145"/>
                  </a:lnTo>
                  <a:lnTo>
                    <a:pt x="3026194" y="10220"/>
                  </a:lnTo>
                  <a:lnTo>
                    <a:pt x="3027266" y="10296"/>
                  </a:lnTo>
                  <a:lnTo>
                    <a:pt x="3028338" y="10371"/>
                  </a:lnTo>
                  <a:lnTo>
                    <a:pt x="3029409" y="10447"/>
                  </a:lnTo>
                  <a:lnTo>
                    <a:pt x="3030481" y="10523"/>
                  </a:lnTo>
                  <a:lnTo>
                    <a:pt x="3031552" y="10599"/>
                  </a:lnTo>
                  <a:lnTo>
                    <a:pt x="3032624" y="10675"/>
                  </a:lnTo>
                  <a:lnTo>
                    <a:pt x="3033696" y="10751"/>
                  </a:lnTo>
                  <a:lnTo>
                    <a:pt x="3034767" y="10827"/>
                  </a:lnTo>
                  <a:lnTo>
                    <a:pt x="3035839" y="10904"/>
                  </a:lnTo>
                  <a:lnTo>
                    <a:pt x="3036910" y="10980"/>
                  </a:lnTo>
                  <a:lnTo>
                    <a:pt x="3037982" y="11057"/>
                  </a:lnTo>
                  <a:lnTo>
                    <a:pt x="3039054" y="11133"/>
                  </a:lnTo>
                  <a:lnTo>
                    <a:pt x="3040125" y="11210"/>
                  </a:lnTo>
                  <a:lnTo>
                    <a:pt x="3041197" y="11287"/>
                  </a:lnTo>
                  <a:lnTo>
                    <a:pt x="3042268" y="11364"/>
                  </a:lnTo>
                  <a:lnTo>
                    <a:pt x="3043340" y="11441"/>
                  </a:lnTo>
                  <a:lnTo>
                    <a:pt x="3044412" y="11518"/>
                  </a:lnTo>
                  <a:lnTo>
                    <a:pt x="3045483" y="11596"/>
                  </a:lnTo>
                  <a:lnTo>
                    <a:pt x="3046555" y="11673"/>
                  </a:lnTo>
                  <a:lnTo>
                    <a:pt x="3047626" y="11751"/>
                  </a:lnTo>
                  <a:lnTo>
                    <a:pt x="3048698" y="11828"/>
                  </a:lnTo>
                  <a:lnTo>
                    <a:pt x="3049770" y="11906"/>
                  </a:lnTo>
                  <a:lnTo>
                    <a:pt x="3050841" y="11984"/>
                  </a:lnTo>
                  <a:lnTo>
                    <a:pt x="3051913" y="12061"/>
                  </a:lnTo>
                  <a:lnTo>
                    <a:pt x="3052984" y="12139"/>
                  </a:lnTo>
                  <a:lnTo>
                    <a:pt x="3054056" y="12217"/>
                  </a:lnTo>
                  <a:lnTo>
                    <a:pt x="3055128" y="12295"/>
                  </a:lnTo>
                  <a:lnTo>
                    <a:pt x="3056199" y="12373"/>
                  </a:lnTo>
                  <a:lnTo>
                    <a:pt x="3057271" y="12452"/>
                  </a:lnTo>
                  <a:lnTo>
                    <a:pt x="3058342" y="12530"/>
                  </a:lnTo>
                  <a:lnTo>
                    <a:pt x="3059414" y="12608"/>
                  </a:lnTo>
                  <a:lnTo>
                    <a:pt x="3060486" y="12687"/>
                  </a:lnTo>
                  <a:lnTo>
                    <a:pt x="3061557" y="12765"/>
                  </a:lnTo>
                  <a:lnTo>
                    <a:pt x="3062629" y="12844"/>
                  </a:lnTo>
                  <a:lnTo>
                    <a:pt x="3063700" y="12922"/>
                  </a:lnTo>
                  <a:lnTo>
                    <a:pt x="3064772" y="13001"/>
                  </a:lnTo>
                  <a:lnTo>
                    <a:pt x="3065844" y="13079"/>
                  </a:lnTo>
                  <a:lnTo>
                    <a:pt x="3066915" y="13158"/>
                  </a:lnTo>
                  <a:lnTo>
                    <a:pt x="3067987" y="13237"/>
                  </a:lnTo>
                  <a:lnTo>
                    <a:pt x="3069058" y="13316"/>
                  </a:lnTo>
                  <a:lnTo>
                    <a:pt x="3070130" y="13395"/>
                  </a:lnTo>
                  <a:lnTo>
                    <a:pt x="3071202" y="13474"/>
                  </a:lnTo>
                  <a:lnTo>
                    <a:pt x="3072273" y="13553"/>
                  </a:lnTo>
                  <a:lnTo>
                    <a:pt x="3073345" y="13632"/>
                  </a:lnTo>
                  <a:lnTo>
                    <a:pt x="3074416" y="13711"/>
                  </a:lnTo>
                  <a:lnTo>
                    <a:pt x="3075488" y="13790"/>
                  </a:lnTo>
                  <a:lnTo>
                    <a:pt x="3076560" y="13869"/>
                  </a:lnTo>
                  <a:lnTo>
                    <a:pt x="3077631" y="13948"/>
                  </a:lnTo>
                  <a:lnTo>
                    <a:pt x="3078703" y="14028"/>
                  </a:lnTo>
                  <a:lnTo>
                    <a:pt x="3079774" y="14107"/>
                  </a:lnTo>
                  <a:lnTo>
                    <a:pt x="3080846" y="14186"/>
                  </a:lnTo>
                  <a:lnTo>
                    <a:pt x="3081918" y="14265"/>
                  </a:lnTo>
                  <a:lnTo>
                    <a:pt x="3082989" y="14345"/>
                  </a:lnTo>
                  <a:lnTo>
                    <a:pt x="3084061" y="14424"/>
                  </a:lnTo>
                  <a:lnTo>
                    <a:pt x="3085132" y="14504"/>
                  </a:lnTo>
                  <a:lnTo>
                    <a:pt x="3086204" y="14583"/>
                  </a:lnTo>
                  <a:lnTo>
                    <a:pt x="3087276" y="14662"/>
                  </a:lnTo>
                  <a:lnTo>
                    <a:pt x="3088347" y="14742"/>
                  </a:lnTo>
                  <a:lnTo>
                    <a:pt x="3089419" y="14821"/>
                  </a:lnTo>
                  <a:lnTo>
                    <a:pt x="3090490" y="14901"/>
                  </a:lnTo>
                  <a:lnTo>
                    <a:pt x="3091562" y="14980"/>
                  </a:lnTo>
                  <a:lnTo>
                    <a:pt x="3092634" y="15060"/>
                  </a:lnTo>
                  <a:lnTo>
                    <a:pt x="3093705" y="15139"/>
                  </a:lnTo>
                  <a:lnTo>
                    <a:pt x="3094777" y="15219"/>
                  </a:lnTo>
                  <a:lnTo>
                    <a:pt x="3095848" y="15298"/>
                  </a:lnTo>
                  <a:lnTo>
                    <a:pt x="3096920" y="15378"/>
                  </a:lnTo>
                  <a:lnTo>
                    <a:pt x="3097992" y="15458"/>
                  </a:lnTo>
                  <a:lnTo>
                    <a:pt x="3099063" y="15537"/>
                  </a:lnTo>
                  <a:lnTo>
                    <a:pt x="3100135" y="15617"/>
                  </a:lnTo>
                  <a:lnTo>
                    <a:pt x="3101206" y="15696"/>
                  </a:lnTo>
                  <a:lnTo>
                    <a:pt x="3102278" y="15776"/>
                  </a:lnTo>
                  <a:lnTo>
                    <a:pt x="3103350" y="15855"/>
                  </a:lnTo>
                  <a:lnTo>
                    <a:pt x="3104421" y="15935"/>
                  </a:lnTo>
                  <a:lnTo>
                    <a:pt x="3105493" y="16014"/>
                  </a:lnTo>
                  <a:lnTo>
                    <a:pt x="3106564" y="16094"/>
                  </a:lnTo>
                  <a:lnTo>
                    <a:pt x="3107636" y="16173"/>
                  </a:lnTo>
                  <a:lnTo>
                    <a:pt x="3108708" y="16253"/>
                  </a:lnTo>
                  <a:lnTo>
                    <a:pt x="3109779" y="16332"/>
                  </a:lnTo>
                  <a:lnTo>
                    <a:pt x="3110851" y="16412"/>
                  </a:lnTo>
                  <a:lnTo>
                    <a:pt x="3111922" y="16491"/>
                  </a:lnTo>
                  <a:lnTo>
                    <a:pt x="3112994" y="16571"/>
                  </a:lnTo>
                  <a:lnTo>
                    <a:pt x="3114066" y="16650"/>
                  </a:lnTo>
                  <a:lnTo>
                    <a:pt x="3115137" y="16730"/>
                  </a:lnTo>
                  <a:lnTo>
                    <a:pt x="3116209" y="16809"/>
                  </a:lnTo>
                  <a:lnTo>
                    <a:pt x="3117280" y="16889"/>
                  </a:lnTo>
                  <a:lnTo>
                    <a:pt x="3118352" y="16968"/>
                  </a:lnTo>
                  <a:lnTo>
                    <a:pt x="3119424" y="17048"/>
                  </a:lnTo>
                  <a:lnTo>
                    <a:pt x="3120495" y="17127"/>
                  </a:lnTo>
                  <a:lnTo>
                    <a:pt x="3121567" y="17206"/>
                  </a:lnTo>
                  <a:lnTo>
                    <a:pt x="3122638" y="17286"/>
                  </a:lnTo>
                  <a:lnTo>
                    <a:pt x="3123710" y="17365"/>
                  </a:lnTo>
                  <a:lnTo>
                    <a:pt x="3124782" y="17445"/>
                  </a:lnTo>
                  <a:lnTo>
                    <a:pt x="3125853" y="17524"/>
                  </a:lnTo>
                  <a:lnTo>
                    <a:pt x="3126925" y="17604"/>
                  </a:lnTo>
                  <a:lnTo>
                    <a:pt x="3127996" y="17683"/>
                  </a:lnTo>
                  <a:lnTo>
                    <a:pt x="3129068" y="17763"/>
                  </a:lnTo>
                  <a:lnTo>
                    <a:pt x="3130140" y="17842"/>
                  </a:lnTo>
                  <a:lnTo>
                    <a:pt x="3131211" y="17922"/>
                  </a:lnTo>
                  <a:lnTo>
                    <a:pt x="3132283" y="18001"/>
                  </a:lnTo>
                  <a:lnTo>
                    <a:pt x="3133354" y="18080"/>
                  </a:lnTo>
                  <a:lnTo>
                    <a:pt x="3134426" y="18160"/>
                  </a:lnTo>
                  <a:lnTo>
                    <a:pt x="3135498" y="18239"/>
                  </a:lnTo>
                  <a:lnTo>
                    <a:pt x="3136569" y="18319"/>
                  </a:lnTo>
                  <a:lnTo>
                    <a:pt x="3137641" y="18398"/>
                  </a:lnTo>
                  <a:lnTo>
                    <a:pt x="3138712" y="18477"/>
                  </a:lnTo>
                  <a:lnTo>
                    <a:pt x="3139784" y="18557"/>
                  </a:lnTo>
                  <a:lnTo>
                    <a:pt x="3140856" y="18636"/>
                  </a:lnTo>
                  <a:lnTo>
                    <a:pt x="3141927" y="18716"/>
                  </a:lnTo>
                  <a:lnTo>
                    <a:pt x="3142999" y="18795"/>
                  </a:lnTo>
                  <a:lnTo>
                    <a:pt x="3144070" y="18874"/>
                  </a:lnTo>
                  <a:lnTo>
                    <a:pt x="3145142" y="18954"/>
                  </a:lnTo>
                  <a:lnTo>
                    <a:pt x="3146214" y="19033"/>
                  </a:lnTo>
                  <a:lnTo>
                    <a:pt x="3147285" y="19113"/>
                  </a:lnTo>
                  <a:lnTo>
                    <a:pt x="3148357" y="19192"/>
                  </a:lnTo>
                  <a:lnTo>
                    <a:pt x="3149428" y="19271"/>
                  </a:lnTo>
                  <a:lnTo>
                    <a:pt x="3150500" y="19351"/>
                  </a:lnTo>
                  <a:lnTo>
                    <a:pt x="3151572" y="19430"/>
                  </a:lnTo>
                  <a:lnTo>
                    <a:pt x="3152643" y="19509"/>
                  </a:lnTo>
                  <a:lnTo>
                    <a:pt x="3153715" y="19589"/>
                  </a:lnTo>
                  <a:lnTo>
                    <a:pt x="3154786" y="19668"/>
                  </a:lnTo>
                  <a:lnTo>
                    <a:pt x="3155858" y="19747"/>
                  </a:lnTo>
                  <a:lnTo>
                    <a:pt x="3156930" y="19827"/>
                  </a:lnTo>
                  <a:lnTo>
                    <a:pt x="3158001" y="19906"/>
                  </a:lnTo>
                  <a:lnTo>
                    <a:pt x="3159073" y="19986"/>
                  </a:lnTo>
                  <a:lnTo>
                    <a:pt x="3160144" y="20065"/>
                  </a:lnTo>
                  <a:lnTo>
                    <a:pt x="3161216" y="20144"/>
                  </a:lnTo>
                  <a:lnTo>
                    <a:pt x="3162288" y="20224"/>
                  </a:lnTo>
                  <a:lnTo>
                    <a:pt x="3163359" y="20303"/>
                  </a:lnTo>
                  <a:lnTo>
                    <a:pt x="3164431" y="20382"/>
                  </a:lnTo>
                  <a:lnTo>
                    <a:pt x="3165502" y="20462"/>
                  </a:lnTo>
                  <a:lnTo>
                    <a:pt x="3166574" y="20541"/>
                  </a:lnTo>
                  <a:lnTo>
                    <a:pt x="3167646" y="20620"/>
                  </a:lnTo>
                  <a:lnTo>
                    <a:pt x="3168717" y="20699"/>
                  </a:lnTo>
                  <a:lnTo>
                    <a:pt x="3169789" y="20779"/>
                  </a:lnTo>
                  <a:lnTo>
                    <a:pt x="3170860" y="20858"/>
                  </a:lnTo>
                  <a:lnTo>
                    <a:pt x="3171932" y="20937"/>
                  </a:lnTo>
                  <a:lnTo>
                    <a:pt x="3173004" y="21017"/>
                  </a:lnTo>
                  <a:lnTo>
                    <a:pt x="3174075" y="21096"/>
                  </a:lnTo>
                  <a:lnTo>
                    <a:pt x="3175147" y="21175"/>
                  </a:lnTo>
                  <a:lnTo>
                    <a:pt x="3176218" y="21255"/>
                  </a:lnTo>
                  <a:lnTo>
                    <a:pt x="3177290" y="21334"/>
                  </a:lnTo>
                  <a:lnTo>
                    <a:pt x="3178362" y="21413"/>
                  </a:lnTo>
                  <a:lnTo>
                    <a:pt x="3179433" y="21492"/>
                  </a:lnTo>
                  <a:lnTo>
                    <a:pt x="3180505" y="21572"/>
                  </a:lnTo>
                  <a:lnTo>
                    <a:pt x="3181576" y="21651"/>
                  </a:lnTo>
                  <a:lnTo>
                    <a:pt x="3182648" y="21730"/>
                  </a:lnTo>
                  <a:lnTo>
                    <a:pt x="3183720" y="21809"/>
                  </a:lnTo>
                  <a:lnTo>
                    <a:pt x="3184791" y="21889"/>
                  </a:lnTo>
                  <a:lnTo>
                    <a:pt x="3185863" y="21968"/>
                  </a:lnTo>
                  <a:lnTo>
                    <a:pt x="3186934" y="22047"/>
                  </a:lnTo>
                  <a:lnTo>
                    <a:pt x="3188006" y="22126"/>
                  </a:lnTo>
                  <a:lnTo>
                    <a:pt x="3189078" y="22206"/>
                  </a:lnTo>
                  <a:lnTo>
                    <a:pt x="3190149" y="22285"/>
                  </a:lnTo>
                  <a:lnTo>
                    <a:pt x="3191221" y="22364"/>
                  </a:lnTo>
                  <a:lnTo>
                    <a:pt x="3192292" y="22443"/>
                  </a:lnTo>
                  <a:lnTo>
                    <a:pt x="3193364" y="22523"/>
                  </a:lnTo>
                  <a:lnTo>
                    <a:pt x="3194436" y="22602"/>
                  </a:lnTo>
                  <a:lnTo>
                    <a:pt x="3195507" y="22681"/>
                  </a:lnTo>
                  <a:lnTo>
                    <a:pt x="3196579" y="22760"/>
                  </a:lnTo>
                  <a:lnTo>
                    <a:pt x="3197650" y="22840"/>
                  </a:lnTo>
                  <a:lnTo>
                    <a:pt x="3198722" y="22919"/>
                  </a:lnTo>
                  <a:lnTo>
                    <a:pt x="3199793" y="22998"/>
                  </a:lnTo>
                  <a:lnTo>
                    <a:pt x="3200865" y="23077"/>
                  </a:lnTo>
                  <a:lnTo>
                    <a:pt x="3201937" y="23156"/>
                  </a:lnTo>
                  <a:lnTo>
                    <a:pt x="3203008" y="23236"/>
                  </a:lnTo>
                  <a:lnTo>
                    <a:pt x="3204080" y="23315"/>
                  </a:lnTo>
                  <a:lnTo>
                    <a:pt x="3205151" y="23394"/>
                  </a:lnTo>
                  <a:lnTo>
                    <a:pt x="3206223" y="23473"/>
                  </a:lnTo>
                  <a:lnTo>
                    <a:pt x="3207295" y="23552"/>
                  </a:lnTo>
                  <a:lnTo>
                    <a:pt x="3208366" y="23632"/>
                  </a:lnTo>
                  <a:lnTo>
                    <a:pt x="3209438" y="23711"/>
                  </a:lnTo>
                  <a:lnTo>
                    <a:pt x="3210509" y="23790"/>
                  </a:lnTo>
                  <a:lnTo>
                    <a:pt x="3211581" y="23869"/>
                  </a:lnTo>
                  <a:lnTo>
                    <a:pt x="3212653" y="23948"/>
                  </a:lnTo>
                  <a:lnTo>
                    <a:pt x="3213724" y="24027"/>
                  </a:lnTo>
                  <a:lnTo>
                    <a:pt x="3214796" y="24107"/>
                  </a:lnTo>
                  <a:lnTo>
                    <a:pt x="3215867" y="24186"/>
                  </a:lnTo>
                  <a:lnTo>
                    <a:pt x="3216939" y="24265"/>
                  </a:lnTo>
                  <a:lnTo>
                    <a:pt x="3218011" y="24344"/>
                  </a:lnTo>
                  <a:lnTo>
                    <a:pt x="3219082" y="24423"/>
                  </a:lnTo>
                  <a:lnTo>
                    <a:pt x="3220154" y="24502"/>
                  </a:lnTo>
                  <a:lnTo>
                    <a:pt x="3221225" y="24582"/>
                  </a:lnTo>
                  <a:lnTo>
                    <a:pt x="3222297" y="24661"/>
                  </a:lnTo>
                  <a:lnTo>
                    <a:pt x="3223369" y="24740"/>
                  </a:lnTo>
                  <a:lnTo>
                    <a:pt x="3224440" y="24819"/>
                  </a:lnTo>
                  <a:lnTo>
                    <a:pt x="3225512" y="24898"/>
                  </a:lnTo>
                  <a:lnTo>
                    <a:pt x="3226583" y="24977"/>
                  </a:lnTo>
                  <a:lnTo>
                    <a:pt x="3227655" y="25056"/>
                  </a:lnTo>
                  <a:lnTo>
                    <a:pt x="3228727" y="25135"/>
                  </a:lnTo>
                  <a:lnTo>
                    <a:pt x="3229798" y="25215"/>
                  </a:lnTo>
                  <a:lnTo>
                    <a:pt x="3230870" y="25294"/>
                  </a:lnTo>
                  <a:lnTo>
                    <a:pt x="3231941" y="25373"/>
                  </a:lnTo>
                  <a:lnTo>
                    <a:pt x="3233013" y="25452"/>
                  </a:lnTo>
                  <a:lnTo>
                    <a:pt x="3234085" y="25531"/>
                  </a:lnTo>
                  <a:lnTo>
                    <a:pt x="3235156" y="25610"/>
                  </a:lnTo>
                  <a:lnTo>
                    <a:pt x="3236228" y="25689"/>
                  </a:lnTo>
                  <a:lnTo>
                    <a:pt x="3237299" y="25768"/>
                  </a:lnTo>
                  <a:lnTo>
                    <a:pt x="3238371" y="25847"/>
                  </a:lnTo>
                  <a:lnTo>
                    <a:pt x="3239443" y="25926"/>
                  </a:lnTo>
                  <a:lnTo>
                    <a:pt x="3240514" y="26006"/>
                  </a:lnTo>
                  <a:lnTo>
                    <a:pt x="3241586" y="26085"/>
                  </a:lnTo>
                  <a:lnTo>
                    <a:pt x="3242657" y="26164"/>
                  </a:lnTo>
                  <a:lnTo>
                    <a:pt x="3243729" y="26243"/>
                  </a:lnTo>
                  <a:lnTo>
                    <a:pt x="3244801" y="26322"/>
                  </a:lnTo>
                  <a:lnTo>
                    <a:pt x="3245872" y="26401"/>
                  </a:lnTo>
                  <a:lnTo>
                    <a:pt x="3246944" y="26480"/>
                  </a:lnTo>
                  <a:lnTo>
                    <a:pt x="3248015" y="26559"/>
                  </a:lnTo>
                  <a:lnTo>
                    <a:pt x="3249087" y="26638"/>
                  </a:lnTo>
                  <a:lnTo>
                    <a:pt x="3250159" y="26717"/>
                  </a:lnTo>
                  <a:lnTo>
                    <a:pt x="3251230" y="26796"/>
                  </a:lnTo>
                  <a:lnTo>
                    <a:pt x="3252302" y="26875"/>
                  </a:lnTo>
                  <a:lnTo>
                    <a:pt x="3253373" y="26954"/>
                  </a:lnTo>
                  <a:lnTo>
                    <a:pt x="3254445" y="27033"/>
                  </a:lnTo>
                  <a:lnTo>
                    <a:pt x="3255517" y="27112"/>
                  </a:lnTo>
                  <a:lnTo>
                    <a:pt x="3256588" y="27191"/>
                  </a:lnTo>
                  <a:lnTo>
                    <a:pt x="3257660" y="27270"/>
                  </a:lnTo>
                  <a:lnTo>
                    <a:pt x="3258731" y="27349"/>
                  </a:lnTo>
                  <a:lnTo>
                    <a:pt x="3259803" y="27428"/>
                  </a:lnTo>
                  <a:lnTo>
                    <a:pt x="3260875" y="27507"/>
                  </a:lnTo>
                  <a:lnTo>
                    <a:pt x="3261946" y="27587"/>
                  </a:lnTo>
                  <a:lnTo>
                    <a:pt x="3263018" y="27666"/>
                  </a:lnTo>
                  <a:lnTo>
                    <a:pt x="3264089" y="27745"/>
                  </a:lnTo>
                  <a:lnTo>
                    <a:pt x="3265161" y="27824"/>
                  </a:lnTo>
                  <a:lnTo>
                    <a:pt x="3266233" y="27903"/>
                  </a:lnTo>
                  <a:lnTo>
                    <a:pt x="3267304" y="27982"/>
                  </a:lnTo>
                  <a:lnTo>
                    <a:pt x="3268376" y="28061"/>
                  </a:lnTo>
                  <a:lnTo>
                    <a:pt x="3269447" y="28140"/>
                  </a:lnTo>
                  <a:lnTo>
                    <a:pt x="3270519" y="28218"/>
                  </a:lnTo>
                  <a:lnTo>
                    <a:pt x="3271591" y="28297"/>
                  </a:lnTo>
                  <a:lnTo>
                    <a:pt x="3272662" y="28376"/>
                  </a:lnTo>
                  <a:lnTo>
                    <a:pt x="3273734" y="28455"/>
                  </a:lnTo>
                  <a:lnTo>
                    <a:pt x="3274805" y="28534"/>
                  </a:lnTo>
                  <a:lnTo>
                    <a:pt x="3275877" y="28613"/>
                  </a:lnTo>
                  <a:lnTo>
                    <a:pt x="3276949" y="28692"/>
                  </a:lnTo>
                  <a:lnTo>
                    <a:pt x="3278020" y="28771"/>
                  </a:lnTo>
                  <a:lnTo>
                    <a:pt x="3279092" y="28850"/>
                  </a:lnTo>
                  <a:lnTo>
                    <a:pt x="3280163" y="28929"/>
                  </a:lnTo>
                  <a:lnTo>
                    <a:pt x="3281235" y="29008"/>
                  </a:lnTo>
                  <a:lnTo>
                    <a:pt x="3282307" y="29087"/>
                  </a:lnTo>
                  <a:lnTo>
                    <a:pt x="3283378" y="29166"/>
                  </a:lnTo>
                  <a:lnTo>
                    <a:pt x="3284450" y="29245"/>
                  </a:lnTo>
                  <a:lnTo>
                    <a:pt x="3285521" y="29324"/>
                  </a:lnTo>
                  <a:lnTo>
                    <a:pt x="3286593" y="29403"/>
                  </a:lnTo>
                  <a:lnTo>
                    <a:pt x="3287665" y="29482"/>
                  </a:lnTo>
                  <a:lnTo>
                    <a:pt x="3288736" y="29561"/>
                  </a:lnTo>
                  <a:lnTo>
                    <a:pt x="3289808" y="29640"/>
                  </a:lnTo>
                  <a:lnTo>
                    <a:pt x="3290879" y="29719"/>
                  </a:lnTo>
                  <a:lnTo>
                    <a:pt x="3291951" y="29798"/>
                  </a:lnTo>
                  <a:lnTo>
                    <a:pt x="3293023" y="29876"/>
                  </a:lnTo>
                  <a:lnTo>
                    <a:pt x="3294094" y="29955"/>
                  </a:lnTo>
                  <a:lnTo>
                    <a:pt x="3295166" y="30034"/>
                  </a:lnTo>
                  <a:lnTo>
                    <a:pt x="3296237" y="30113"/>
                  </a:lnTo>
                  <a:lnTo>
                    <a:pt x="3297309" y="30192"/>
                  </a:lnTo>
                  <a:lnTo>
                    <a:pt x="3298381" y="30271"/>
                  </a:lnTo>
                  <a:lnTo>
                    <a:pt x="3299452" y="30350"/>
                  </a:lnTo>
                  <a:lnTo>
                    <a:pt x="3300524" y="30429"/>
                  </a:lnTo>
                  <a:lnTo>
                    <a:pt x="3301595" y="30508"/>
                  </a:lnTo>
                  <a:lnTo>
                    <a:pt x="3302667" y="30587"/>
                  </a:lnTo>
                  <a:lnTo>
                    <a:pt x="3303739" y="30665"/>
                  </a:lnTo>
                  <a:lnTo>
                    <a:pt x="3304810" y="30744"/>
                  </a:lnTo>
                  <a:lnTo>
                    <a:pt x="3305882" y="30823"/>
                  </a:lnTo>
                  <a:lnTo>
                    <a:pt x="3306953" y="30902"/>
                  </a:lnTo>
                  <a:lnTo>
                    <a:pt x="3308025" y="30981"/>
                  </a:lnTo>
                  <a:lnTo>
                    <a:pt x="3309097" y="31060"/>
                  </a:lnTo>
                  <a:lnTo>
                    <a:pt x="3310168" y="31139"/>
                  </a:lnTo>
                  <a:lnTo>
                    <a:pt x="3311240" y="31217"/>
                  </a:lnTo>
                  <a:lnTo>
                    <a:pt x="3312311" y="31296"/>
                  </a:lnTo>
                  <a:lnTo>
                    <a:pt x="3313383" y="31375"/>
                  </a:lnTo>
                  <a:lnTo>
                    <a:pt x="3314455" y="31454"/>
                  </a:lnTo>
                  <a:lnTo>
                    <a:pt x="3315526" y="31533"/>
                  </a:lnTo>
                  <a:lnTo>
                    <a:pt x="3316598" y="31612"/>
                  </a:lnTo>
                  <a:lnTo>
                    <a:pt x="3317669" y="31691"/>
                  </a:lnTo>
                  <a:lnTo>
                    <a:pt x="3318741" y="31769"/>
                  </a:lnTo>
                  <a:lnTo>
                    <a:pt x="3319813" y="31848"/>
                  </a:lnTo>
                  <a:lnTo>
                    <a:pt x="3320884" y="31927"/>
                  </a:lnTo>
                  <a:lnTo>
                    <a:pt x="3321956" y="32006"/>
                  </a:lnTo>
                  <a:lnTo>
                    <a:pt x="3323027" y="32085"/>
                  </a:lnTo>
                  <a:lnTo>
                    <a:pt x="3324099" y="32164"/>
                  </a:lnTo>
                  <a:lnTo>
                    <a:pt x="3325171" y="32242"/>
                  </a:lnTo>
                  <a:lnTo>
                    <a:pt x="3326242" y="32321"/>
                  </a:lnTo>
                  <a:lnTo>
                    <a:pt x="3327314" y="32400"/>
                  </a:lnTo>
                  <a:lnTo>
                    <a:pt x="3328385" y="32479"/>
                  </a:lnTo>
                  <a:lnTo>
                    <a:pt x="3329457" y="32558"/>
                  </a:lnTo>
                  <a:lnTo>
                    <a:pt x="3330529" y="32636"/>
                  </a:lnTo>
                  <a:lnTo>
                    <a:pt x="3331600" y="32715"/>
                  </a:lnTo>
                  <a:lnTo>
                    <a:pt x="3332672" y="32794"/>
                  </a:lnTo>
                  <a:lnTo>
                    <a:pt x="3333743" y="32873"/>
                  </a:lnTo>
                  <a:lnTo>
                    <a:pt x="3334815" y="32952"/>
                  </a:lnTo>
                  <a:lnTo>
                    <a:pt x="3335887" y="33030"/>
                  </a:lnTo>
                  <a:lnTo>
                    <a:pt x="3336958" y="33109"/>
                  </a:lnTo>
                  <a:lnTo>
                    <a:pt x="3338030" y="33188"/>
                  </a:lnTo>
                  <a:lnTo>
                    <a:pt x="3339101" y="33267"/>
                  </a:lnTo>
                  <a:lnTo>
                    <a:pt x="3340173" y="33345"/>
                  </a:lnTo>
                  <a:lnTo>
                    <a:pt x="3341245" y="33424"/>
                  </a:lnTo>
                  <a:lnTo>
                    <a:pt x="3342316" y="33503"/>
                  </a:lnTo>
                  <a:lnTo>
                    <a:pt x="3343388" y="33582"/>
                  </a:lnTo>
                  <a:lnTo>
                    <a:pt x="3344459" y="33660"/>
                  </a:lnTo>
                  <a:lnTo>
                    <a:pt x="3345531" y="33739"/>
                  </a:lnTo>
                  <a:lnTo>
                    <a:pt x="3346603" y="33818"/>
                  </a:lnTo>
                  <a:lnTo>
                    <a:pt x="3347674" y="33897"/>
                  </a:lnTo>
                  <a:lnTo>
                    <a:pt x="3348746" y="33975"/>
                  </a:lnTo>
                  <a:lnTo>
                    <a:pt x="3349817" y="34054"/>
                  </a:lnTo>
                  <a:lnTo>
                    <a:pt x="3350889" y="34133"/>
                  </a:lnTo>
                  <a:lnTo>
                    <a:pt x="3351961" y="34212"/>
                  </a:lnTo>
                  <a:lnTo>
                    <a:pt x="3353032" y="34290"/>
                  </a:lnTo>
                  <a:lnTo>
                    <a:pt x="3354104" y="34369"/>
                  </a:lnTo>
                  <a:lnTo>
                    <a:pt x="3355175" y="34448"/>
                  </a:lnTo>
                  <a:lnTo>
                    <a:pt x="3356247" y="34526"/>
                  </a:lnTo>
                  <a:lnTo>
                    <a:pt x="3357319" y="34605"/>
                  </a:lnTo>
                  <a:lnTo>
                    <a:pt x="3358390" y="34684"/>
                  </a:lnTo>
                  <a:lnTo>
                    <a:pt x="3359462" y="34763"/>
                  </a:lnTo>
                  <a:lnTo>
                    <a:pt x="3360533" y="34841"/>
                  </a:lnTo>
                  <a:lnTo>
                    <a:pt x="3361605" y="34920"/>
                  </a:lnTo>
                  <a:lnTo>
                    <a:pt x="3362677" y="34999"/>
                  </a:lnTo>
                  <a:lnTo>
                    <a:pt x="3363748" y="35077"/>
                  </a:lnTo>
                  <a:lnTo>
                    <a:pt x="3364820" y="35156"/>
                  </a:lnTo>
                  <a:lnTo>
                    <a:pt x="3365891" y="35235"/>
                  </a:lnTo>
                  <a:lnTo>
                    <a:pt x="3366963" y="35313"/>
                  </a:lnTo>
                  <a:lnTo>
                    <a:pt x="3368035" y="35392"/>
                  </a:lnTo>
                  <a:lnTo>
                    <a:pt x="3369106" y="35471"/>
                  </a:lnTo>
                  <a:lnTo>
                    <a:pt x="3370178" y="35549"/>
                  </a:lnTo>
                  <a:lnTo>
                    <a:pt x="3371249" y="35628"/>
                  </a:lnTo>
                  <a:lnTo>
                    <a:pt x="3372321" y="35707"/>
                  </a:lnTo>
                  <a:lnTo>
                    <a:pt x="3373392" y="35785"/>
                  </a:lnTo>
                  <a:lnTo>
                    <a:pt x="3374464" y="35864"/>
                  </a:lnTo>
                  <a:lnTo>
                    <a:pt x="3375536" y="35943"/>
                  </a:lnTo>
                  <a:lnTo>
                    <a:pt x="3376607" y="36021"/>
                  </a:lnTo>
                  <a:lnTo>
                    <a:pt x="3377679" y="36100"/>
                  </a:lnTo>
                  <a:lnTo>
                    <a:pt x="3378750" y="36179"/>
                  </a:lnTo>
                  <a:lnTo>
                    <a:pt x="3379822" y="36257"/>
                  </a:lnTo>
                  <a:lnTo>
                    <a:pt x="3380894" y="36336"/>
                  </a:lnTo>
                  <a:lnTo>
                    <a:pt x="3381965" y="36415"/>
                  </a:lnTo>
                  <a:lnTo>
                    <a:pt x="3383037" y="36493"/>
                  </a:lnTo>
                  <a:lnTo>
                    <a:pt x="3384108" y="36572"/>
                  </a:lnTo>
                  <a:lnTo>
                    <a:pt x="3385180" y="36650"/>
                  </a:lnTo>
                  <a:lnTo>
                    <a:pt x="3386252" y="36729"/>
                  </a:lnTo>
                  <a:lnTo>
                    <a:pt x="3387323" y="36808"/>
                  </a:lnTo>
                  <a:lnTo>
                    <a:pt x="3388395" y="36886"/>
                  </a:lnTo>
                  <a:lnTo>
                    <a:pt x="3389466" y="36965"/>
                  </a:lnTo>
                  <a:lnTo>
                    <a:pt x="3390538" y="37044"/>
                  </a:lnTo>
                  <a:lnTo>
                    <a:pt x="3391610" y="37122"/>
                  </a:lnTo>
                  <a:lnTo>
                    <a:pt x="3392681" y="37201"/>
                  </a:lnTo>
                  <a:lnTo>
                    <a:pt x="3393753" y="37279"/>
                  </a:lnTo>
                  <a:lnTo>
                    <a:pt x="3394824" y="37358"/>
                  </a:lnTo>
                  <a:lnTo>
                    <a:pt x="3395896" y="37437"/>
                  </a:lnTo>
                  <a:lnTo>
                    <a:pt x="3396968" y="37515"/>
                  </a:lnTo>
                  <a:lnTo>
                    <a:pt x="3398039" y="37594"/>
                  </a:lnTo>
                  <a:lnTo>
                    <a:pt x="3399111" y="37672"/>
                  </a:lnTo>
                  <a:lnTo>
                    <a:pt x="3400182" y="37751"/>
                  </a:lnTo>
                  <a:lnTo>
                    <a:pt x="3401254" y="37829"/>
                  </a:lnTo>
                  <a:lnTo>
                    <a:pt x="3402326" y="37908"/>
                  </a:lnTo>
                  <a:lnTo>
                    <a:pt x="3403397" y="37987"/>
                  </a:lnTo>
                  <a:lnTo>
                    <a:pt x="3404469" y="38065"/>
                  </a:lnTo>
                  <a:lnTo>
                    <a:pt x="3405540" y="38144"/>
                  </a:lnTo>
                  <a:lnTo>
                    <a:pt x="3406612" y="38222"/>
                  </a:lnTo>
                  <a:lnTo>
                    <a:pt x="3407684" y="38301"/>
                  </a:lnTo>
                  <a:lnTo>
                    <a:pt x="3408755" y="38379"/>
                  </a:lnTo>
                  <a:lnTo>
                    <a:pt x="3409827" y="38458"/>
                  </a:lnTo>
                  <a:lnTo>
                    <a:pt x="3410898" y="38536"/>
                  </a:lnTo>
                  <a:lnTo>
                    <a:pt x="3411970" y="38615"/>
                  </a:lnTo>
                  <a:lnTo>
                    <a:pt x="3413042" y="38693"/>
                  </a:lnTo>
                  <a:lnTo>
                    <a:pt x="3414113" y="38772"/>
                  </a:lnTo>
                  <a:lnTo>
                    <a:pt x="3415185" y="38851"/>
                  </a:lnTo>
                  <a:lnTo>
                    <a:pt x="3416256" y="38929"/>
                  </a:lnTo>
                  <a:lnTo>
                    <a:pt x="3417328" y="39008"/>
                  </a:lnTo>
                  <a:lnTo>
                    <a:pt x="3418400" y="39086"/>
                  </a:lnTo>
                  <a:lnTo>
                    <a:pt x="3419471" y="39165"/>
                  </a:lnTo>
                  <a:lnTo>
                    <a:pt x="3420543" y="39243"/>
                  </a:lnTo>
                  <a:lnTo>
                    <a:pt x="3421614" y="39322"/>
                  </a:lnTo>
                  <a:lnTo>
                    <a:pt x="3422686" y="39400"/>
                  </a:lnTo>
                  <a:lnTo>
                    <a:pt x="3423758" y="39479"/>
                  </a:lnTo>
                  <a:lnTo>
                    <a:pt x="3424829" y="39557"/>
                  </a:lnTo>
                  <a:lnTo>
                    <a:pt x="3425901" y="39636"/>
                  </a:lnTo>
                  <a:lnTo>
                    <a:pt x="3426972" y="39714"/>
                  </a:lnTo>
                  <a:lnTo>
                    <a:pt x="3428044" y="39793"/>
                  </a:lnTo>
                  <a:lnTo>
                    <a:pt x="3429116" y="39871"/>
                  </a:lnTo>
                  <a:lnTo>
                    <a:pt x="3430187" y="39950"/>
                  </a:lnTo>
                  <a:lnTo>
                    <a:pt x="3431259" y="40028"/>
                  </a:lnTo>
                  <a:lnTo>
                    <a:pt x="3432330" y="40107"/>
                  </a:lnTo>
                  <a:lnTo>
                    <a:pt x="3433402" y="40185"/>
                  </a:lnTo>
                  <a:lnTo>
                    <a:pt x="3434474" y="40263"/>
                  </a:lnTo>
                  <a:lnTo>
                    <a:pt x="3435545" y="40342"/>
                  </a:lnTo>
                  <a:lnTo>
                    <a:pt x="3436617" y="40420"/>
                  </a:lnTo>
                  <a:lnTo>
                    <a:pt x="3437688" y="40499"/>
                  </a:lnTo>
                  <a:lnTo>
                    <a:pt x="3438760" y="40577"/>
                  </a:lnTo>
                  <a:lnTo>
                    <a:pt x="3439832" y="40656"/>
                  </a:lnTo>
                  <a:lnTo>
                    <a:pt x="3440903" y="40734"/>
                  </a:lnTo>
                  <a:lnTo>
                    <a:pt x="3441975" y="40813"/>
                  </a:lnTo>
                  <a:lnTo>
                    <a:pt x="3443046" y="40891"/>
                  </a:lnTo>
                  <a:lnTo>
                    <a:pt x="3444118" y="40970"/>
                  </a:lnTo>
                  <a:lnTo>
                    <a:pt x="3445190" y="41048"/>
                  </a:lnTo>
                  <a:lnTo>
                    <a:pt x="3446261" y="41126"/>
                  </a:lnTo>
                  <a:lnTo>
                    <a:pt x="3447333" y="41205"/>
                  </a:lnTo>
                  <a:lnTo>
                    <a:pt x="3448404" y="41283"/>
                  </a:lnTo>
                  <a:lnTo>
                    <a:pt x="3449476" y="41362"/>
                  </a:lnTo>
                  <a:lnTo>
                    <a:pt x="3450548" y="41440"/>
                  </a:lnTo>
                  <a:lnTo>
                    <a:pt x="3451619" y="41518"/>
                  </a:lnTo>
                  <a:lnTo>
                    <a:pt x="3452691" y="41597"/>
                  </a:lnTo>
                  <a:lnTo>
                    <a:pt x="3453762" y="41675"/>
                  </a:lnTo>
                  <a:lnTo>
                    <a:pt x="3454834" y="41754"/>
                  </a:lnTo>
                  <a:lnTo>
                    <a:pt x="3455906" y="41832"/>
                  </a:lnTo>
                  <a:lnTo>
                    <a:pt x="3456977" y="41911"/>
                  </a:lnTo>
                  <a:lnTo>
                    <a:pt x="3458049" y="41989"/>
                  </a:lnTo>
                  <a:lnTo>
                    <a:pt x="3459120" y="42067"/>
                  </a:lnTo>
                  <a:lnTo>
                    <a:pt x="3460192" y="42146"/>
                  </a:lnTo>
                  <a:lnTo>
                    <a:pt x="3461264" y="42224"/>
                  </a:lnTo>
                  <a:lnTo>
                    <a:pt x="3462335" y="42302"/>
                  </a:lnTo>
                  <a:lnTo>
                    <a:pt x="3463407" y="42381"/>
                  </a:lnTo>
                  <a:lnTo>
                    <a:pt x="3464478" y="42459"/>
                  </a:lnTo>
                  <a:lnTo>
                    <a:pt x="3465550" y="42538"/>
                  </a:lnTo>
                  <a:lnTo>
                    <a:pt x="3466622" y="42616"/>
                  </a:lnTo>
                  <a:lnTo>
                    <a:pt x="3467693" y="42694"/>
                  </a:lnTo>
                  <a:lnTo>
                    <a:pt x="3468765" y="42773"/>
                  </a:lnTo>
                  <a:lnTo>
                    <a:pt x="3469836" y="42851"/>
                  </a:lnTo>
                  <a:lnTo>
                    <a:pt x="3470908" y="42929"/>
                  </a:lnTo>
                  <a:lnTo>
                    <a:pt x="3471980" y="43008"/>
                  </a:lnTo>
                  <a:lnTo>
                    <a:pt x="3473051" y="43086"/>
                  </a:lnTo>
                  <a:lnTo>
                    <a:pt x="3474123" y="43164"/>
                  </a:lnTo>
                  <a:lnTo>
                    <a:pt x="3475194" y="43243"/>
                  </a:lnTo>
                  <a:lnTo>
                    <a:pt x="3476266" y="43321"/>
                  </a:lnTo>
                  <a:lnTo>
                    <a:pt x="3477338" y="43399"/>
                  </a:lnTo>
                  <a:lnTo>
                    <a:pt x="3478409" y="43478"/>
                  </a:lnTo>
                  <a:lnTo>
                    <a:pt x="3479481" y="43556"/>
                  </a:lnTo>
                  <a:lnTo>
                    <a:pt x="3480552" y="43634"/>
                  </a:lnTo>
                  <a:lnTo>
                    <a:pt x="3481624" y="43713"/>
                  </a:lnTo>
                  <a:lnTo>
                    <a:pt x="3482696" y="43791"/>
                  </a:lnTo>
                  <a:lnTo>
                    <a:pt x="3483767" y="43869"/>
                  </a:lnTo>
                  <a:lnTo>
                    <a:pt x="3484839" y="43948"/>
                  </a:lnTo>
                  <a:lnTo>
                    <a:pt x="3485910" y="44026"/>
                  </a:lnTo>
                  <a:lnTo>
                    <a:pt x="3486982" y="44104"/>
                  </a:lnTo>
                  <a:lnTo>
                    <a:pt x="3488054" y="44183"/>
                  </a:lnTo>
                  <a:lnTo>
                    <a:pt x="3489125" y="44261"/>
                  </a:lnTo>
                  <a:lnTo>
                    <a:pt x="3490197" y="44339"/>
                  </a:lnTo>
                  <a:lnTo>
                    <a:pt x="3491268" y="44417"/>
                  </a:lnTo>
                  <a:lnTo>
                    <a:pt x="3492340" y="44496"/>
                  </a:lnTo>
                  <a:lnTo>
                    <a:pt x="3493412" y="44574"/>
                  </a:lnTo>
                  <a:lnTo>
                    <a:pt x="3494483" y="44652"/>
                  </a:lnTo>
                  <a:lnTo>
                    <a:pt x="3495555" y="44731"/>
                  </a:lnTo>
                  <a:lnTo>
                    <a:pt x="3496626" y="44809"/>
                  </a:lnTo>
                  <a:lnTo>
                    <a:pt x="3497698" y="44887"/>
                  </a:lnTo>
                  <a:lnTo>
                    <a:pt x="3498770" y="44965"/>
                  </a:lnTo>
                  <a:lnTo>
                    <a:pt x="3499841" y="45044"/>
                  </a:lnTo>
                  <a:lnTo>
                    <a:pt x="3500913" y="45122"/>
                  </a:lnTo>
                  <a:lnTo>
                    <a:pt x="3501984" y="45200"/>
                  </a:lnTo>
                  <a:lnTo>
                    <a:pt x="3503056" y="45278"/>
                  </a:lnTo>
                  <a:lnTo>
                    <a:pt x="3504128" y="45357"/>
                  </a:lnTo>
                  <a:lnTo>
                    <a:pt x="3505199" y="45435"/>
                  </a:lnTo>
                  <a:lnTo>
                    <a:pt x="3506271" y="45513"/>
                  </a:lnTo>
                  <a:lnTo>
                    <a:pt x="3507342" y="45591"/>
                  </a:lnTo>
                  <a:lnTo>
                    <a:pt x="3508414" y="45670"/>
                  </a:lnTo>
                  <a:lnTo>
                    <a:pt x="3509486" y="45748"/>
                  </a:lnTo>
                  <a:lnTo>
                    <a:pt x="3510557" y="45826"/>
                  </a:lnTo>
                  <a:lnTo>
                    <a:pt x="3511629" y="45904"/>
                  </a:lnTo>
                  <a:lnTo>
                    <a:pt x="3512700" y="45982"/>
                  </a:lnTo>
                  <a:lnTo>
                    <a:pt x="3513772" y="46061"/>
                  </a:lnTo>
                  <a:lnTo>
                    <a:pt x="3514844" y="46139"/>
                  </a:lnTo>
                  <a:lnTo>
                    <a:pt x="3515915" y="46217"/>
                  </a:lnTo>
                  <a:lnTo>
                    <a:pt x="3516987" y="46295"/>
                  </a:lnTo>
                  <a:lnTo>
                    <a:pt x="3518058" y="46373"/>
                  </a:lnTo>
                  <a:lnTo>
                    <a:pt x="3519130" y="46452"/>
                  </a:lnTo>
                  <a:lnTo>
                    <a:pt x="3520202" y="46530"/>
                  </a:lnTo>
                  <a:lnTo>
                    <a:pt x="3521273" y="46608"/>
                  </a:lnTo>
                  <a:lnTo>
                    <a:pt x="3522345" y="46686"/>
                  </a:lnTo>
                  <a:lnTo>
                    <a:pt x="3523416" y="46764"/>
                  </a:lnTo>
                  <a:lnTo>
                    <a:pt x="3524488" y="46843"/>
                  </a:lnTo>
                  <a:lnTo>
                    <a:pt x="3525560" y="46921"/>
                  </a:lnTo>
                  <a:lnTo>
                    <a:pt x="3526631" y="46999"/>
                  </a:lnTo>
                  <a:lnTo>
                    <a:pt x="3527703" y="47077"/>
                  </a:lnTo>
                  <a:lnTo>
                    <a:pt x="3528774" y="47155"/>
                  </a:lnTo>
                  <a:lnTo>
                    <a:pt x="3529846" y="47234"/>
                  </a:lnTo>
                  <a:lnTo>
                    <a:pt x="3530918" y="47312"/>
                  </a:lnTo>
                  <a:lnTo>
                    <a:pt x="3531989" y="47390"/>
                  </a:lnTo>
                  <a:lnTo>
                    <a:pt x="3533061" y="47468"/>
                  </a:lnTo>
                  <a:lnTo>
                    <a:pt x="3534132" y="47546"/>
                  </a:lnTo>
                  <a:lnTo>
                    <a:pt x="3535204" y="47624"/>
                  </a:lnTo>
                  <a:lnTo>
                    <a:pt x="3536276" y="47702"/>
                  </a:lnTo>
                  <a:lnTo>
                    <a:pt x="3537347" y="47781"/>
                  </a:lnTo>
                  <a:lnTo>
                    <a:pt x="3538419" y="47859"/>
                  </a:lnTo>
                  <a:lnTo>
                    <a:pt x="3539490" y="47937"/>
                  </a:lnTo>
                  <a:lnTo>
                    <a:pt x="3540562" y="48015"/>
                  </a:lnTo>
                  <a:lnTo>
                    <a:pt x="3541634" y="48093"/>
                  </a:lnTo>
                  <a:lnTo>
                    <a:pt x="3542705" y="48171"/>
                  </a:lnTo>
                  <a:lnTo>
                    <a:pt x="3543777" y="48249"/>
                  </a:lnTo>
                  <a:lnTo>
                    <a:pt x="3544848" y="48327"/>
                  </a:lnTo>
                  <a:lnTo>
                    <a:pt x="3545920" y="48406"/>
                  </a:lnTo>
                  <a:lnTo>
                    <a:pt x="3546992" y="48484"/>
                  </a:lnTo>
                  <a:lnTo>
                    <a:pt x="3548063" y="48562"/>
                  </a:lnTo>
                  <a:lnTo>
                    <a:pt x="3549135" y="48640"/>
                  </a:lnTo>
                  <a:lnTo>
                    <a:pt x="3550206" y="48718"/>
                  </a:lnTo>
                  <a:lnTo>
                    <a:pt x="3551278" y="48796"/>
                  </a:lnTo>
                  <a:lnTo>
                    <a:pt x="3552349" y="48874"/>
                  </a:lnTo>
                  <a:lnTo>
                    <a:pt x="3553421" y="48952"/>
                  </a:lnTo>
                  <a:lnTo>
                    <a:pt x="3554493" y="49030"/>
                  </a:lnTo>
                  <a:lnTo>
                    <a:pt x="3555564" y="49108"/>
                  </a:lnTo>
                  <a:lnTo>
                    <a:pt x="3556636" y="49187"/>
                  </a:lnTo>
                  <a:lnTo>
                    <a:pt x="3557707" y="49265"/>
                  </a:lnTo>
                  <a:lnTo>
                    <a:pt x="3558779" y="49343"/>
                  </a:lnTo>
                  <a:lnTo>
                    <a:pt x="3559851" y="49421"/>
                  </a:lnTo>
                  <a:lnTo>
                    <a:pt x="3560922" y="49499"/>
                  </a:lnTo>
                  <a:lnTo>
                    <a:pt x="3561994" y="49577"/>
                  </a:lnTo>
                  <a:lnTo>
                    <a:pt x="3563065" y="49655"/>
                  </a:lnTo>
                  <a:lnTo>
                    <a:pt x="3564137" y="49733"/>
                  </a:lnTo>
                  <a:lnTo>
                    <a:pt x="3565209" y="49811"/>
                  </a:lnTo>
                  <a:lnTo>
                    <a:pt x="3566280" y="49889"/>
                  </a:lnTo>
                  <a:lnTo>
                    <a:pt x="3567352" y="49967"/>
                  </a:lnTo>
                  <a:lnTo>
                    <a:pt x="3568423" y="50045"/>
                  </a:lnTo>
                  <a:lnTo>
                    <a:pt x="3569495" y="50123"/>
                  </a:lnTo>
                  <a:lnTo>
                    <a:pt x="3570567" y="50201"/>
                  </a:lnTo>
                  <a:lnTo>
                    <a:pt x="3571638" y="50279"/>
                  </a:lnTo>
                  <a:lnTo>
                    <a:pt x="3572710" y="50357"/>
                  </a:lnTo>
                  <a:lnTo>
                    <a:pt x="3573781" y="50435"/>
                  </a:lnTo>
                  <a:lnTo>
                    <a:pt x="3574853" y="50513"/>
                  </a:lnTo>
                  <a:lnTo>
                    <a:pt x="3575925" y="50591"/>
                  </a:lnTo>
                  <a:lnTo>
                    <a:pt x="3576996" y="50669"/>
                  </a:lnTo>
                  <a:lnTo>
                    <a:pt x="3578068" y="50748"/>
                  </a:lnTo>
                  <a:lnTo>
                    <a:pt x="3579139" y="50826"/>
                  </a:lnTo>
                  <a:lnTo>
                    <a:pt x="3580211" y="50904"/>
                  </a:lnTo>
                  <a:lnTo>
                    <a:pt x="3581283" y="50982"/>
                  </a:lnTo>
                  <a:lnTo>
                    <a:pt x="3582354" y="51060"/>
                  </a:lnTo>
                  <a:lnTo>
                    <a:pt x="3583426" y="51138"/>
                  </a:lnTo>
                  <a:lnTo>
                    <a:pt x="3584497" y="51216"/>
                  </a:lnTo>
                  <a:lnTo>
                    <a:pt x="3585569" y="51294"/>
                  </a:lnTo>
                  <a:lnTo>
                    <a:pt x="3586641" y="51372"/>
                  </a:lnTo>
                  <a:lnTo>
                    <a:pt x="3587712" y="51449"/>
                  </a:lnTo>
                  <a:lnTo>
                    <a:pt x="3588784" y="51527"/>
                  </a:lnTo>
                  <a:lnTo>
                    <a:pt x="3589855" y="51605"/>
                  </a:lnTo>
                  <a:lnTo>
                    <a:pt x="3590927" y="51683"/>
                  </a:lnTo>
                  <a:lnTo>
                    <a:pt x="3591999" y="51761"/>
                  </a:lnTo>
                  <a:lnTo>
                    <a:pt x="3593070" y="51839"/>
                  </a:lnTo>
                  <a:lnTo>
                    <a:pt x="3594142" y="51917"/>
                  </a:lnTo>
                  <a:lnTo>
                    <a:pt x="3595213" y="51995"/>
                  </a:lnTo>
                  <a:lnTo>
                    <a:pt x="3596285" y="52073"/>
                  </a:lnTo>
                  <a:lnTo>
                    <a:pt x="3597357" y="52151"/>
                  </a:lnTo>
                  <a:lnTo>
                    <a:pt x="3598428" y="52229"/>
                  </a:lnTo>
                  <a:lnTo>
                    <a:pt x="3599500" y="52307"/>
                  </a:lnTo>
                  <a:lnTo>
                    <a:pt x="3600571" y="52385"/>
                  </a:lnTo>
                  <a:lnTo>
                    <a:pt x="3601643" y="52463"/>
                  </a:lnTo>
                  <a:lnTo>
                    <a:pt x="3602715" y="52541"/>
                  </a:lnTo>
                  <a:lnTo>
                    <a:pt x="3603786" y="52619"/>
                  </a:lnTo>
                  <a:lnTo>
                    <a:pt x="3604858" y="52697"/>
                  </a:lnTo>
                  <a:lnTo>
                    <a:pt x="3605929" y="52775"/>
                  </a:lnTo>
                  <a:lnTo>
                    <a:pt x="3607001" y="52853"/>
                  </a:lnTo>
                  <a:lnTo>
                    <a:pt x="3608073" y="52931"/>
                  </a:lnTo>
                  <a:lnTo>
                    <a:pt x="3609144" y="53008"/>
                  </a:lnTo>
                  <a:lnTo>
                    <a:pt x="3610216" y="53086"/>
                  </a:lnTo>
                  <a:lnTo>
                    <a:pt x="3611287" y="53164"/>
                  </a:lnTo>
                  <a:lnTo>
                    <a:pt x="3612359" y="53242"/>
                  </a:lnTo>
                  <a:lnTo>
                    <a:pt x="3613431" y="53320"/>
                  </a:lnTo>
                  <a:lnTo>
                    <a:pt x="3614502" y="53398"/>
                  </a:lnTo>
                  <a:lnTo>
                    <a:pt x="3615574" y="53476"/>
                  </a:lnTo>
                  <a:lnTo>
                    <a:pt x="3616645" y="53554"/>
                  </a:lnTo>
                  <a:lnTo>
                    <a:pt x="3617717" y="53632"/>
                  </a:lnTo>
                  <a:lnTo>
                    <a:pt x="3618789" y="53710"/>
                  </a:lnTo>
                  <a:lnTo>
                    <a:pt x="3619860" y="53787"/>
                  </a:lnTo>
                  <a:lnTo>
                    <a:pt x="3620932" y="53865"/>
                  </a:lnTo>
                  <a:lnTo>
                    <a:pt x="3622003" y="53943"/>
                  </a:lnTo>
                  <a:lnTo>
                    <a:pt x="3623075" y="54021"/>
                  </a:lnTo>
                  <a:lnTo>
                    <a:pt x="3624147" y="54099"/>
                  </a:lnTo>
                  <a:lnTo>
                    <a:pt x="3625218" y="54177"/>
                  </a:lnTo>
                  <a:lnTo>
                    <a:pt x="3626290" y="54255"/>
                  </a:lnTo>
                  <a:lnTo>
                    <a:pt x="3627361" y="54333"/>
                  </a:lnTo>
                  <a:lnTo>
                    <a:pt x="3628433" y="54410"/>
                  </a:lnTo>
                  <a:lnTo>
                    <a:pt x="3629505" y="54488"/>
                  </a:lnTo>
                  <a:lnTo>
                    <a:pt x="3630576" y="54566"/>
                  </a:lnTo>
                  <a:lnTo>
                    <a:pt x="3631648" y="54644"/>
                  </a:lnTo>
                  <a:lnTo>
                    <a:pt x="3632719" y="54722"/>
                  </a:lnTo>
                  <a:lnTo>
                    <a:pt x="3633791" y="54800"/>
                  </a:lnTo>
                  <a:lnTo>
                    <a:pt x="3634863" y="54877"/>
                  </a:lnTo>
                  <a:lnTo>
                    <a:pt x="3635934" y="54955"/>
                  </a:lnTo>
                  <a:lnTo>
                    <a:pt x="3637006" y="55033"/>
                  </a:lnTo>
                  <a:lnTo>
                    <a:pt x="3638077" y="55111"/>
                  </a:lnTo>
                  <a:lnTo>
                    <a:pt x="3639149" y="55189"/>
                  </a:lnTo>
                  <a:lnTo>
                    <a:pt x="3640221" y="55267"/>
                  </a:lnTo>
                  <a:lnTo>
                    <a:pt x="3641292" y="55344"/>
                  </a:lnTo>
                  <a:lnTo>
                    <a:pt x="3642364" y="55422"/>
                  </a:lnTo>
                  <a:lnTo>
                    <a:pt x="3643435" y="55500"/>
                  </a:lnTo>
                  <a:lnTo>
                    <a:pt x="3644507" y="55578"/>
                  </a:lnTo>
                  <a:lnTo>
                    <a:pt x="3645579" y="55656"/>
                  </a:lnTo>
                  <a:lnTo>
                    <a:pt x="3646650" y="55733"/>
                  </a:lnTo>
                  <a:lnTo>
                    <a:pt x="3647722" y="55811"/>
                  </a:lnTo>
                  <a:lnTo>
                    <a:pt x="3648793" y="55889"/>
                  </a:lnTo>
                  <a:lnTo>
                    <a:pt x="3649865" y="55967"/>
                  </a:lnTo>
                  <a:lnTo>
                    <a:pt x="3650937" y="56045"/>
                  </a:lnTo>
                  <a:lnTo>
                    <a:pt x="3652008" y="56122"/>
                  </a:lnTo>
                  <a:lnTo>
                    <a:pt x="3653080" y="56200"/>
                  </a:lnTo>
                  <a:lnTo>
                    <a:pt x="3654151" y="56278"/>
                  </a:lnTo>
                  <a:lnTo>
                    <a:pt x="3655223" y="56356"/>
                  </a:lnTo>
                  <a:lnTo>
                    <a:pt x="3656295" y="56434"/>
                  </a:lnTo>
                  <a:lnTo>
                    <a:pt x="3657366" y="56511"/>
                  </a:lnTo>
                  <a:lnTo>
                    <a:pt x="3658438" y="56589"/>
                  </a:lnTo>
                  <a:lnTo>
                    <a:pt x="3659509" y="56667"/>
                  </a:lnTo>
                  <a:lnTo>
                    <a:pt x="3660581" y="56745"/>
                  </a:lnTo>
                  <a:lnTo>
                    <a:pt x="3661653" y="56822"/>
                  </a:lnTo>
                  <a:lnTo>
                    <a:pt x="3662724" y="56900"/>
                  </a:lnTo>
                  <a:lnTo>
                    <a:pt x="3663796" y="56978"/>
                  </a:lnTo>
                  <a:lnTo>
                    <a:pt x="3664867" y="57056"/>
                  </a:lnTo>
                  <a:lnTo>
                    <a:pt x="3665939" y="57133"/>
                  </a:lnTo>
                  <a:lnTo>
                    <a:pt x="3667011" y="57211"/>
                  </a:lnTo>
                  <a:lnTo>
                    <a:pt x="3668082" y="57289"/>
                  </a:lnTo>
                  <a:lnTo>
                    <a:pt x="3669154" y="57366"/>
                  </a:lnTo>
                  <a:lnTo>
                    <a:pt x="3670225" y="57444"/>
                  </a:lnTo>
                  <a:lnTo>
                    <a:pt x="3671297" y="57522"/>
                  </a:lnTo>
                  <a:lnTo>
                    <a:pt x="3672369" y="57600"/>
                  </a:lnTo>
                  <a:lnTo>
                    <a:pt x="3673440" y="57677"/>
                  </a:lnTo>
                  <a:lnTo>
                    <a:pt x="3674512" y="57755"/>
                  </a:lnTo>
                  <a:lnTo>
                    <a:pt x="3675583" y="57833"/>
                  </a:lnTo>
                  <a:lnTo>
                    <a:pt x="3676655" y="57910"/>
                  </a:lnTo>
                  <a:lnTo>
                    <a:pt x="3677727" y="57988"/>
                  </a:lnTo>
                  <a:lnTo>
                    <a:pt x="3678798" y="58066"/>
                  </a:lnTo>
                  <a:lnTo>
                    <a:pt x="3679870" y="58144"/>
                  </a:lnTo>
                  <a:lnTo>
                    <a:pt x="3680941" y="58221"/>
                  </a:lnTo>
                  <a:lnTo>
                    <a:pt x="3682013" y="58299"/>
                  </a:lnTo>
                  <a:lnTo>
                    <a:pt x="3683085" y="58377"/>
                  </a:lnTo>
                  <a:lnTo>
                    <a:pt x="3684156" y="58454"/>
                  </a:lnTo>
                  <a:lnTo>
                    <a:pt x="3685228" y="58532"/>
                  </a:lnTo>
                  <a:lnTo>
                    <a:pt x="3686299" y="58610"/>
                  </a:lnTo>
                  <a:lnTo>
                    <a:pt x="3687371" y="58687"/>
                  </a:lnTo>
                  <a:lnTo>
                    <a:pt x="3688443" y="58765"/>
                  </a:lnTo>
                  <a:lnTo>
                    <a:pt x="3689514" y="58843"/>
                  </a:lnTo>
                  <a:lnTo>
                    <a:pt x="3690586" y="58920"/>
                  </a:lnTo>
                  <a:lnTo>
                    <a:pt x="3691657" y="58998"/>
                  </a:lnTo>
                  <a:lnTo>
                    <a:pt x="3692729" y="59076"/>
                  </a:lnTo>
                  <a:lnTo>
                    <a:pt x="3693801" y="59153"/>
                  </a:lnTo>
                  <a:lnTo>
                    <a:pt x="3694872" y="59231"/>
                  </a:lnTo>
                  <a:lnTo>
                    <a:pt x="3695944" y="59309"/>
                  </a:lnTo>
                  <a:lnTo>
                    <a:pt x="3697015" y="59386"/>
                  </a:lnTo>
                  <a:lnTo>
                    <a:pt x="3698087" y="59464"/>
                  </a:lnTo>
                  <a:lnTo>
                    <a:pt x="3699159" y="59542"/>
                  </a:lnTo>
                  <a:lnTo>
                    <a:pt x="3700230" y="59619"/>
                  </a:lnTo>
                  <a:lnTo>
                    <a:pt x="3701302" y="59697"/>
                  </a:lnTo>
                  <a:lnTo>
                    <a:pt x="3702373" y="59774"/>
                  </a:lnTo>
                  <a:lnTo>
                    <a:pt x="3703445" y="59852"/>
                  </a:lnTo>
                  <a:lnTo>
                    <a:pt x="3704517" y="59930"/>
                  </a:lnTo>
                  <a:lnTo>
                    <a:pt x="3705588" y="60007"/>
                  </a:lnTo>
                  <a:lnTo>
                    <a:pt x="3706660" y="60085"/>
                  </a:lnTo>
                  <a:lnTo>
                    <a:pt x="3707731" y="60162"/>
                  </a:lnTo>
                  <a:lnTo>
                    <a:pt x="3708803" y="60240"/>
                  </a:lnTo>
                  <a:lnTo>
                    <a:pt x="3709875" y="60318"/>
                  </a:lnTo>
                  <a:lnTo>
                    <a:pt x="3710946" y="60395"/>
                  </a:lnTo>
                  <a:lnTo>
                    <a:pt x="3712018" y="60473"/>
                  </a:lnTo>
                  <a:lnTo>
                    <a:pt x="3713089" y="60550"/>
                  </a:lnTo>
                  <a:lnTo>
                    <a:pt x="3714161" y="60628"/>
                  </a:lnTo>
                  <a:lnTo>
                    <a:pt x="3715233" y="60706"/>
                  </a:lnTo>
                  <a:lnTo>
                    <a:pt x="3716304" y="60783"/>
                  </a:lnTo>
                  <a:lnTo>
                    <a:pt x="3717376" y="60861"/>
                  </a:lnTo>
                  <a:lnTo>
                    <a:pt x="3718447" y="60938"/>
                  </a:lnTo>
                  <a:lnTo>
                    <a:pt x="3719519" y="61016"/>
                  </a:lnTo>
                  <a:lnTo>
                    <a:pt x="3720591" y="61094"/>
                  </a:lnTo>
                  <a:lnTo>
                    <a:pt x="3721662" y="61171"/>
                  </a:lnTo>
                  <a:lnTo>
                    <a:pt x="3722734" y="61249"/>
                  </a:lnTo>
                  <a:lnTo>
                    <a:pt x="3723805" y="61326"/>
                  </a:lnTo>
                  <a:lnTo>
                    <a:pt x="3724877" y="61404"/>
                  </a:lnTo>
                  <a:lnTo>
                    <a:pt x="3725949" y="61481"/>
                  </a:lnTo>
                  <a:lnTo>
                    <a:pt x="3727020" y="61559"/>
                  </a:lnTo>
                  <a:lnTo>
                    <a:pt x="3728092" y="61636"/>
                  </a:lnTo>
                  <a:lnTo>
                    <a:pt x="3729163" y="61714"/>
                  </a:lnTo>
                  <a:lnTo>
                    <a:pt x="3730235" y="61791"/>
                  </a:lnTo>
                  <a:lnTo>
                    <a:pt x="3731306" y="61869"/>
                  </a:lnTo>
                  <a:lnTo>
                    <a:pt x="3732378" y="61947"/>
                  </a:lnTo>
                  <a:lnTo>
                    <a:pt x="3733450" y="62024"/>
                  </a:lnTo>
                  <a:lnTo>
                    <a:pt x="3734521" y="62102"/>
                  </a:lnTo>
                  <a:lnTo>
                    <a:pt x="3735593" y="62179"/>
                  </a:lnTo>
                  <a:lnTo>
                    <a:pt x="3736664" y="62257"/>
                  </a:lnTo>
                  <a:lnTo>
                    <a:pt x="3737736" y="62334"/>
                  </a:lnTo>
                  <a:lnTo>
                    <a:pt x="3738808" y="62412"/>
                  </a:lnTo>
                  <a:lnTo>
                    <a:pt x="3739879" y="62489"/>
                  </a:lnTo>
                  <a:lnTo>
                    <a:pt x="3740951" y="62567"/>
                  </a:lnTo>
                  <a:lnTo>
                    <a:pt x="3742022" y="62644"/>
                  </a:lnTo>
                  <a:lnTo>
                    <a:pt x="3743094" y="62722"/>
                  </a:lnTo>
                  <a:lnTo>
                    <a:pt x="3744166" y="62799"/>
                  </a:lnTo>
                  <a:lnTo>
                    <a:pt x="3745237" y="62877"/>
                  </a:lnTo>
                  <a:lnTo>
                    <a:pt x="3746309" y="62954"/>
                  </a:lnTo>
                  <a:lnTo>
                    <a:pt x="3747380" y="63032"/>
                  </a:lnTo>
                  <a:lnTo>
                    <a:pt x="3748452" y="63109"/>
                  </a:lnTo>
                  <a:lnTo>
                    <a:pt x="3749524" y="63187"/>
                  </a:lnTo>
                  <a:lnTo>
                    <a:pt x="3750595" y="63264"/>
                  </a:lnTo>
                  <a:lnTo>
                    <a:pt x="3751667" y="63342"/>
                  </a:lnTo>
                  <a:lnTo>
                    <a:pt x="3752738" y="63419"/>
                  </a:lnTo>
                  <a:lnTo>
                    <a:pt x="3753810" y="63496"/>
                  </a:lnTo>
                  <a:lnTo>
                    <a:pt x="3754882" y="63574"/>
                  </a:lnTo>
                  <a:lnTo>
                    <a:pt x="3755953" y="63651"/>
                  </a:lnTo>
                  <a:lnTo>
                    <a:pt x="3757025" y="63729"/>
                  </a:lnTo>
                  <a:lnTo>
                    <a:pt x="3758096" y="63806"/>
                  </a:lnTo>
                  <a:lnTo>
                    <a:pt x="3759168" y="63884"/>
                  </a:lnTo>
                  <a:lnTo>
                    <a:pt x="3760240" y="63961"/>
                  </a:lnTo>
                  <a:lnTo>
                    <a:pt x="3761311" y="64039"/>
                  </a:lnTo>
                  <a:lnTo>
                    <a:pt x="3762383" y="64116"/>
                  </a:lnTo>
                  <a:lnTo>
                    <a:pt x="3763454" y="64193"/>
                  </a:lnTo>
                  <a:lnTo>
                    <a:pt x="3764526" y="64271"/>
                  </a:lnTo>
                  <a:lnTo>
                    <a:pt x="3765598" y="64348"/>
                  </a:lnTo>
                  <a:lnTo>
                    <a:pt x="3766669" y="64426"/>
                  </a:lnTo>
                  <a:lnTo>
                    <a:pt x="3767741" y="64503"/>
                  </a:lnTo>
                  <a:lnTo>
                    <a:pt x="3768812" y="64581"/>
                  </a:lnTo>
                  <a:lnTo>
                    <a:pt x="3769884" y="64658"/>
                  </a:lnTo>
                  <a:lnTo>
                    <a:pt x="3770956" y="64735"/>
                  </a:lnTo>
                  <a:lnTo>
                    <a:pt x="3772027" y="64813"/>
                  </a:lnTo>
                  <a:lnTo>
                    <a:pt x="3773099" y="64890"/>
                  </a:lnTo>
                  <a:lnTo>
                    <a:pt x="3774170" y="64968"/>
                  </a:lnTo>
                  <a:lnTo>
                    <a:pt x="3775242" y="65045"/>
                  </a:lnTo>
                  <a:lnTo>
                    <a:pt x="3776314" y="65122"/>
                  </a:lnTo>
                  <a:lnTo>
                    <a:pt x="3777385" y="65200"/>
                  </a:lnTo>
                  <a:lnTo>
                    <a:pt x="3778457" y="65277"/>
                  </a:lnTo>
                  <a:lnTo>
                    <a:pt x="3779528" y="65355"/>
                  </a:lnTo>
                  <a:lnTo>
                    <a:pt x="3780600" y="65432"/>
                  </a:lnTo>
                  <a:lnTo>
                    <a:pt x="3781672" y="65509"/>
                  </a:lnTo>
                  <a:lnTo>
                    <a:pt x="3782743" y="65587"/>
                  </a:lnTo>
                  <a:lnTo>
                    <a:pt x="3783815" y="65664"/>
                  </a:lnTo>
                  <a:lnTo>
                    <a:pt x="3784886" y="65741"/>
                  </a:lnTo>
                  <a:lnTo>
                    <a:pt x="3785958" y="65819"/>
                  </a:lnTo>
                  <a:lnTo>
                    <a:pt x="3787030" y="65896"/>
                  </a:lnTo>
                  <a:lnTo>
                    <a:pt x="3788101" y="65974"/>
                  </a:lnTo>
                  <a:lnTo>
                    <a:pt x="3789173" y="66051"/>
                  </a:lnTo>
                  <a:lnTo>
                    <a:pt x="3790244" y="66128"/>
                  </a:lnTo>
                  <a:lnTo>
                    <a:pt x="3791316" y="66206"/>
                  </a:lnTo>
                  <a:lnTo>
                    <a:pt x="3792388" y="66283"/>
                  </a:lnTo>
                  <a:lnTo>
                    <a:pt x="3793459" y="66360"/>
                  </a:lnTo>
                  <a:lnTo>
                    <a:pt x="3794531" y="66438"/>
                  </a:lnTo>
                  <a:lnTo>
                    <a:pt x="3795602" y="66515"/>
                  </a:lnTo>
                  <a:lnTo>
                    <a:pt x="3796674" y="66592"/>
                  </a:lnTo>
                  <a:lnTo>
                    <a:pt x="3797746" y="66670"/>
                  </a:lnTo>
                  <a:lnTo>
                    <a:pt x="3798817" y="66747"/>
                  </a:lnTo>
                  <a:lnTo>
                    <a:pt x="3799889" y="66824"/>
                  </a:lnTo>
                  <a:lnTo>
                    <a:pt x="3800960" y="66902"/>
                  </a:lnTo>
                  <a:lnTo>
                    <a:pt x="3802032" y="66979"/>
                  </a:lnTo>
                  <a:lnTo>
                    <a:pt x="3803104" y="67056"/>
                  </a:lnTo>
                  <a:lnTo>
                    <a:pt x="3804175" y="67134"/>
                  </a:lnTo>
                  <a:lnTo>
                    <a:pt x="3805247" y="67211"/>
                  </a:lnTo>
                  <a:lnTo>
                    <a:pt x="3806318" y="67288"/>
                  </a:lnTo>
                  <a:lnTo>
                    <a:pt x="3807390" y="67365"/>
                  </a:lnTo>
                  <a:lnTo>
                    <a:pt x="3808462" y="67443"/>
                  </a:lnTo>
                  <a:lnTo>
                    <a:pt x="3809533" y="67520"/>
                  </a:lnTo>
                  <a:lnTo>
                    <a:pt x="3810605" y="67597"/>
                  </a:lnTo>
                  <a:lnTo>
                    <a:pt x="3811676" y="67675"/>
                  </a:lnTo>
                  <a:lnTo>
                    <a:pt x="3812748" y="67752"/>
                  </a:lnTo>
                  <a:lnTo>
                    <a:pt x="3813820" y="67829"/>
                  </a:lnTo>
                  <a:lnTo>
                    <a:pt x="3814891" y="67906"/>
                  </a:lnTo>
                  <a:lnTo>
                    <a:pt x="3815963" y="67984"/>
                  </a:lnTo>
                  <a:lnTo>
                    <a:pt x="3817034" y="68061"/>
                  </a:lnTo>
                  <a:lnTo>
                    <a:pt x="3818106" y="68138"/>
                  </a:lnTo>
                  <a:lnTo>
                    <a:pt x="3819178" y="68215"/>
                  </a:lnTo>
                  <a:lnTo>
                    <a:pt x="3820249" y="68293"/>
                  </a:lnTo>
                  <a:lnTo>
                    <a:pt x="3821321" y="68370"/>
                  </a:lnTo>
                  <a:lnTo>
                    <a:pt x="3822392" y="68447"/>
                  </a:lnTo>
                  <a:lnTo>
                    <a:pt x="3823464" y="68524"/>
                  </a:lnTo>
                  <a:lnTo>
                    <a:pt x="3824536" y="68602"/>
                  </a:lnTo>
                  <a:lnTo>
                    <a:pt x="3825607" y="68679"/>
                  </a:lnTo>
                  <a:lnTo>
                    <a:pt x="3826679" y="68756"/>
                  </a:lnTo>
                  <a:lnTo>
                    <a:pt x="3827750" y="68833"/>
                  </a:lnTo>
                  <a:lnTo>
                    <a:pt x="3828822" y="68911"/>
                  </a:lnTo>
                  <a:lnTo>
                    <a:pt x="3829894" y="68988"/>
                  </a:lnTo>
                  <a:lnTo>
                    <a:pt x="3830965" y="69065"/>
                  </a:lnTo>
                  <a:lnTo>
                    <a:pt x="3832037" y="69142"/>
                  </a:lnTo>
                  <a:lnTo>
                    <a:pt x="3833108" y="69220"/>
                  </a:lnTo>
                  <a:lnTo>
                    <a:pt x="3834180" y="69297"/>
                  </a:lnTo>
                  <a:lnTo>
                    <a:pt x="3835252" y="69374"/>
                  </a:lnTo>
                  <a:lnTo>
                    <a:pt x="3836323" y="69451"/>
                  </a:lnTo>
                  <a:lnTo>
                    <a:pt x="3837395" y="69528"/>
                  </a:lnTo>
                  <a:lnTo>
                    <a:pt x="3838466" y="69606"/>
                  </a:lnTo>
                  <a:lnTo>
                    <a:pt x="3839538" y="69683"/>
                  </a:lnTo>
                  <a:lnTo>
                    <a:pt x="3840610" y="69760"/>
                  </a:lnTo>
                  <a:lnTo>
                    <a:pt x="3841681" y="69837"/>
                  </a:lnTo>
                  <a:lnTo>
                    <a:pt x="3842753" y="69914"/>
                  </a:lnTo>
                  <a:lnTo>
                    <a:pt x="3843824" y="69992"/>
                  </a:lnTo>
                  <a:lnTo>
                    <a:pt x="3844896" y="70069"/>
                  </a:lnTo>
                  <a:lnTo>
                    <a:pt x="3845968" y="70146"/>
                  </a:lnTo>
                  <a:lnTo>
                    <a:pt x="3847039" y="70223"/>
                  </a:lnTo>
                  <a:lnTo>
                    <a:pt x="3848111" y="70300"/>
                  </a:lnTo>
                  <a:lnTo>
                    <a:pt x="3849182" y="70377"/>
                  </a:lnTo>
                  <a:lnTo>
                    <a:pt x="3850254" y="70455"/>
                  </a:lnTo>
                  <a:lnTo>
                    <a:pt x="3851326" y="70532"/>
                  </a:lnTo>
                  <a:lnTo>
                    <a:pt x="3852397" y="70609"/>
                  </a:lnTo>
                  <a:lnTo>
                    <a:pt x="3853469" y="70686"/>
                  </a:lnTo>
                  <a:lnTo>
                    <a:pt x="3854540" y="70763"/>
                  </a:lnTo>
                  <a:lnTo>
                    <a:pt x="3855612" y="70840"/>
                  </a:lnTo>
                  <a:lnTo>
                    <a:pt x="3856684" y="70917"/>
                  </a:lnTo>
                  <a:lnTo>
                    <a:pt x="3856684" y="70917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tx123"/>
            <p:cNvSpPr/>
            <p:nvPr/>
          </p:nvSpPr>
          <p:spPr>
            <a:xfrm>
              <a:off x="877065" y="3689084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877065" y="3949256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125" name="rc125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tx126"/>
            <p:cNvSpPr/>
            <p:nvPr/>
          </p:nvSpPr>
          <p:spPr>
            <a:xfrm>
              <a:off x="443933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43933" y="551186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443933" y="484407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443933" y="417627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443933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31" name="pl131"/>
            <p:cNvSpPr/>
            <p:nvPr/>
          </p:nvSpPr>
          <p:spPr>
            <a:xfrm>
              <a:off x="649437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649437" y="5558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649437" y="48911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649437" y="42233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649437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1469625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249170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3513790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4535872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tx140"/>
            <p:cNvSpPr/>
            <p:nvPr/>
          </p:nvSpPr>
          <p:spPr>
            <a:xfrm>
              <a:off x="1380791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2402873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0.4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424956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47038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1.2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2469378" y="6551677"/>
              <a:ext cx="286390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</a:t>
              </a:r>
            </a:p>
          </p:txBody>
        </p:sp>
        <p:sp>
          <p:nvSpPr>
            <p:cNvPr id="145" name="rc145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6" name="pl146"/>
            <p:cNvSpPr/>
            <p:nvPr/>
          </p:nvSpPr>
          <p:spPr>
            <a:xfrm>
              <a:off x="5034264" y="592991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5034264" y="533631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l148"/>
            <p:cNvSpPr/>
            <p:nvPr/>
          </p:nvSpPr>
          <p:spPr>
            <a:xfrm>
              <a:off x="5034264" y="474271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034264" y="414912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034264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31481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6442218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56962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869702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5034264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5034264" y="56331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5034264" y="50395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5034264" y="444592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5034264" y="385232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587851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700591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813332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034264" y="3620095"/>
              <a:ext cx="3856684" cy="2492598"/>
            </a:xfrm>
            <a:custGeom>
              <a:avLst/>
              <a:gdLst/>
              <a:ahLst/>
              <a:cxnLst/>
              <a:rect l="0" t="0" r="0" b="0"/>
              <a:pathLst>
                <a:path w="3856684" h="2492598">
                  <a:moveTo>
                    <a:pt x="0" y="2435965"/>
                  </a:moveTo>
                  <a:lnTo>
                    <a:pt x="1071" y="2435807"/>
                  </a:lnTo>
                  <a:lnTo>
                    <a:pt x="2143" y="2435650"/>
                  </a:lnTo>
                  <a:lnTo>
                    <a:pt x="3214" y="2435492"/>
                  </a:lnTo>
                  <a:lnTo>
                    <a:pt x="4286" y="2435334"/>
                  </a:lnTo>
                  <a:lnTo>
                    <a:pt x="5357" y="2435175"/>
                  </a:lnTo>
                  <a:lnTo>
                    <a:pt x="6429" y="2435017"/>
                  </a:lnTo>
                  <a:lnTo>
                    <a:pt x="7501" y="2434858"/>
                  </a:lnTo>
                  <a:lnTo>
                    <a:pt x="8572" y="2434700"/>
                  </a:lnTo>
                  <a:lnTo>
                    <a:pt x="9644" y="2434541"/>
                  </a:lnTo>
                  <a:lnTo>
                    <a:pt x="10715" y="2434381"/>
                  </a:lnTo>
                  <a:lnTo>
                    <a:pt x="11787" y="2434222"/>
                  </a:lnTo>
                  <a:lnTo>
                    <a:pt x="12859" y="2434063"/>
                  </a:lnTo>
                  <a:lnTo>
                    <a:pt x="13930" y="2433903"/>
                  </a:lnTo>
                  <a:lnTo>
                    <a:pt x="15002" y="2433743"/>
                  </a:lnTo>
                  <a:lnTo>
                    <a:pt x="16073" y="2433583"/>
                  </a:lnTo>
                  <a:lnTo>
                    <a:pt x="17145" y="2433423"/>
                  </a:lnTo>
                  <a:lnTo>
                    <a:pt x="18217" y="2433263"/>
                  </a:lnTo>
                  <a:lnTo>
                    <a:pt x="19288" y="2433103"/>
                  </a:lnTo>
                  <a:lnTo>
                    <a:pt x="20360" y="2432942"/>
                  </a:lnTo>
                  <a:lnTo>
                    <a:pt x="21431" y="2432781"/>
                  </a:lnTo>
                  <a:lnTo>
                    <a:pt x="22503" y="2432620"/>
                  </a:lnTo>
                  <a:lnTo>
                    <a:pt x="23575" y="2432459"/>
                  </a:lnTo>
                  <a:lnTo>
                    <a:pt x="24646" y="2432298"/>
                  </a:lnTo>
                  <a:lnTo>
                    <a:pt x="25718" y="2432136"/>
                  </a:lnTo>
                  <a:lnTo>
                    <a:pt x="26789" y="2431975"/>
                  </a:lnTo>
                  <a:lnTo>
                    <a:pt x="27861" y="2431813"/>
                  </a:lnTo>
                  <a:lnTo>
                    <a:pt x="28933" y="2431651"/>
                  </a:lnTo>
                  <a:lnTo>
                    <a:pt x="30004" y="2431489"/>
                  </a:lnTo>
                  <a:lnTo>
                    <a:pt x="31076" y="2431326"/>
                  </a:lnTo>
                  <a:lnTo>
                    <a:pt x="32147" y="2431164"/>
                  </a:lnTo>
                  <a:lnTo>
                    <a:pt x="33219" y="2431001"/>
                  </a:lnTo>
                  <a:lnTo>
                    <a:pt x="34291" y="2430838"/>
                  </a:lnTo>
                  <a:lnTo>
                    <a:pt x="35362" y="2430675"/>
                  </a:lnTo>
                  <a:lnTo>
                    <a:pt x="36434" y="2430512"/>
                  </a:lnTo>
                  <a:lnTo>
                    <a:pt x="37505" y="2430349"/>
                  </a:lnTo>
                  <a:lnTo>
                    <a:pt x="38577" y="2430185"/>
                  </a:lnTo>
                  <a:lnTo>
                    <a:pt x="39649" y="2430021"/>
                  </a:lnTo>
                  <a:lnTo>
                    <a:pt x="40720" y="2429857"/>
                  </a:lnTo>
                  <a:lnTo>
                    <a:pt x="41792" y="2429693"/>
                  </a:lnTo>
                  <a:lnTo>
                    <a:pt x="42863" y="2429529"/>
                  </a:lnTo>
                  <a:lnTo>
                    <a:pt x="43935" y="2429365"/>
                  </a:lnTo>
                  <a:lnTo>
                    <a:pt x="45007" y="2429200"/>
                  </a:lnTo>
                  <a:lnTo>
                    <a:pt x="46078" y="2429035"/>
                  </a:lnTo>
                  <a:lnTo>
                    <a:pt x="47150" y="2428870"/>
                  </a:lnTo>
                  <a:lnTo>
                    <a:pt x="48221" y="2428705"/>
                  </a:lnTo>
                  <a:lnTo>
                    <a:pt x="49293" y="2428540"/>
                  </a:lnTo>
                  <a:lnTo>
                    <a:pt x="50365" y="2428374"/>
                  </a:lnTo>
                  <a:lnTo>
                    <a:pt x="51436" y="2428209"/>
                  </a:lnTo>
                  <a:lnTo>
                    <a:pt x="52508" y="2428043"/>
                  </a:lnTo>
                  <a:lnTo>
                    <a:pt x="53579" y="2427877"/>
                  </a:lnTo>
                  <a:lnTo>
                    <a:pt x="54651" y="2427711"/>
                  </a:lnTo>
                  <a:lnTo>
                    <a:pt x="55723" y="2427544"/>
                  </a:lnTo>
                  <a:lnTo>
                    <a:pt x="56794" y="2427378"/>
                  </a:lnTo>
                  <a:lnTo>
                    <a:pt x="57866" y="2427211"/>
                  </a:lnTo>
                  <a:lnTo>
                    <a:pt x="58937" y="2427044"/>
                  </a:lnTo>
                  <a:lnTo>
                    <a:pt x="60009" y="2426877"/>
                  </a:lnTo>
                  <a:lnTo>
                    <a:pt x="61081" y="2426709"/>
                  </a:lnTo>
                  <a:lnTo>
                    <a:pt x="62152" y="2426542"/>
                  </a:lnTo>
                  <a:lnTo>
                    <a:pt x="63224" y="2426374"/>
                  </a:lnTo>
                  <a:lnTo>
                    <a:pt x="64295" y="2426206"/>
                  </a:lnTo>
                  <a:lnTo>
                    <a:pt x="65367" y="2426038"/>
                  </a:lnTo>
                  <a:lnTo>
                    <a:pt x="66439" y="2425870"/>
                  </a:lnTo>
                  <a:lnTo>
                    <a:pt x="67510" y="2425702"/>
                  </a:lnTo>
                  <a:lnTo>
                    <a:pt x="68582" y="2425533"/>
                  </a:lnTo>
                  <a:lnTo>
                    <a:pt x="69653" y="2425364"/>
                  </a:lnTo>
                  <a:lnTo>
                    <a:pt x="70725" y="2425195"/>
                  </a:lnTo>
                  <a:lnTo>
                    <a:pt x="71797" y="2425026"/>
                  </a:lnTo>
                  <a:lnTo>
                    <a:pt x="72868" y="2424857"/>
                  </a:lnTo>
                  <a:lnTo>
                    <a:pt x="73940" y="2424687"/>
                  </a:lnTo>
                  <a:lnTo>
                    <a:pt x="75011" y="2424518"/>
                  </a:lnTo>
                  <a:lnTo>
                    <a:pt x="76083" y="2424348"/>
                  </a:lnTo>
                  <a:lnTo>
                    <a:pt x="77155" y="2424178"/>
                  </a:lnTo>
                  <a:lnTo>
                    <a:pt x="78226" y="2424008"/>
                  </a:lnTo>
                  <a:lnTo>
                    <a:pt x="79298" y="2423837"/>
                  </a:lnTo>
                  <a:lnTo>
                    <a:pt x="80369" y="2423666"/>
                  </a:lnTo>
                  <a:lnTo>
                    <a:pt x="81441" y="2423496"/>
                  </a:lnTo>
                  <a:lnTo>
                    <a:pt x="82513" y="2423325"/>
                  </a:lnTo>
                  <a:lnTo>
                    <a:pt x="83584" y="2423153"/>
                  </a:lnTo>
                  <a:lnTo>
                    <a:pt x="84656" y="2422982"/>
                  </a:lnTo>
                  <a:lnTo>
                    <a:pt x="85727" y="2422810"/>
                  </a:lnTo>
                  <a:lnTo>
                    <a:pt x="86799" y="2422639"/>
                  </a:lnTo>
                  <a:lnTo>
                    <a:pt x="87871" y="2422467"/>
                  </a:lnTo>
                  <a:lnTo>
                    <a:pt x="88942" y="2422295"/>
                  </a:lnTo>
                  <a:lnTo>
                    <a:pt x="90014" y="2422122"/>
                  </a:lnTo>
                  <a:lnTo>
                    <a:pt x="91085" y="2421950"/>
                  </a:lnTo>
                  <a:lnTo>
                    <a:pt x="92157" y="2421777"/>
                  </a:lnTo>
                  <a:lnTo>
                    <a:pt x="93229" y="2421604"/>
                  </a:lnTo>
                  <a:lnTo>
                    <a:pt x="94300" y="2421431"/>
                  </a:lnTo>
                  <a:lnTo>
                    <a:pt x="95372" y="2421258"/>
                  </a:lnTo>
                  <a:lnTo>
                    <a:pt x="96443" y="2421084"/>
                  </a:lnTo>
                  <a:lnTo>
                    <a:pt x="97515" y="2420910"/>
                  </a:lnTo>
                  <a:lnTo>
                    <a:pt x="98587" y="2420736"/>
                  </a:lnTo>
                  <a:lnTo>
                    <a:pt x="99658" y="2420562"/>
                  </a:lnTo>
                  <a:lnTo>
                    <a:pt x="100730" y="2420388"/>
                  </a:lnTo>
                  <a:lnTo>
                    <a:pt x="101801" y="2420214"/>
                  </a:lnTo>
                  <a:lnTo>
                    <a:pt x="102873" y="2420039"/>
                  </a:lnTo>
                  <a:lnTo>
                    <a:pt x="103945" y="2419864"/>
                  </a:lnTo>
                  <a:lnTo>
                    <a:pt x="105016" y="2419689"/>
                  </a:lnTo>
                  <a:lnTo>
                    <a:pt x="106088" y="2419514"/>
                  </a:lnTo>
                  <a:lnTo>
                    <a:pt x="107159" y="2419338"/>
                  </a:lnTo>
                  <a:lnTo>
                    <a:pt x="108231" y="2419162"/>
                  </a:lnTo>
                  <a:lnTo>
                    <a:pt x="109303" y="2418987"/>
                  </a:lnTo>
                  <a:lnTo>
                    <a:pt x="110374" y="2418810"/>
                  </a:lnTo>
                  <a:lnTo>
                    <a:pt x="111446" y="2418634"/>
                  </a:lnTo>
                  <a:lnTo>
                    <a:pt x="112517" y="2418458"/>
                  </a:lnTo>
                  <a:lnTo>
                    <a:pt x="113589" y="2418281"/>
                  </a:lnTo>
                  <a:lnTo>
                    <a:pt x="114661" y="2418104"/>
                  </a:lnTo>
                  <a:lnTo>
                    <a:pt x="115732" y="2417927"/>
                  </a:lnTo>
                  <a:lnTo>
                    <a:pt x="116804" y="2417750"/>
                  </a:lnTo>
                  <a:lnTo>
                    <a:pt x="117875" y="2417572"/>
                  </a:lnTo>
                  <a:lnTo>
                    <a:pt x="118947" y="2417395"/>
                  </a:lnTo>
                  <a:lnTo>
                    <a:pt x="120019" y="2417217"/>
                  </a:lnTo>
                  <a:lnTo>
                    <a:pt x="121090" y="2417039"/>
                  </a:lnTo>
                  <a:lnTo>
                    <a:pt x="122162" y="2416860"/>
                  </a:lnTo>
                  <a:lnTo>
                    <a:pt x="123233" y="2416682"/>
                  </a:lnTo>
                  <a:lnTo>
                    <a:pt x="124305" y="2416503"/>
                  </a:lnTo>
                  <a:lnTo>
                    <a:pt x="125377" y="2416324"/>
                  </a:lnTo>
                  <a:lnTo>
                    <a:pt x="126448" y="2416145"/>
                  </a:lnTo>
                  <a:lnTo>
                    <a:pt x="127520" y="2415966"/>
                  </a:lnTo>
                  <a:lnTo>
                    <a:pt x="128591" y="2415786"/>
                  </a:lnTo>
                  <a:lnTo>
                    <a:pt x="129663" y="2415606"/>
                  </a:lnTo>
                  <a:lnTo>
                    <a:pt x="130735" y="2415427"/>
                  </a:lnTo>
                  <a:lnTo>
                    <a:pt x="131806" y="2415246"/>
                  </a:lnTo>
                  <a:lnTo>
                    <a:pt x="132878" y="2415066"/>
                  </a:lnTo>
                  <a:lnTo>
                    <a:pt x="133949" y="2414885"/>
                  </a:lnTo>
                  <a:lnTo>
                    <a:pt x="135021" y="2414705"/>
                  </a:lnTo>
                  <a:lnTo>
                    <a:pt x="136093" y="2414524"/>
                  </a:lnTo>
                  <a:lnTo>
                    <a:pt x="137164" y="2414342"/>
                  </a:lnTo>
                  <a:lnTo>
                    <a:pt x="138236" y="2414161"/>
                  </a:lnTo>
                  <a:lnTo>
                    <a:pt x="139307" y="2413979"/>
                  </a:lnTo>
                  <a:lnTo>
                    <a:pt x="140379" y="2413797"/>
                  </a:lnTo>
                  <a:lnTo>
                    <a:pt x="141451" y="2413615"/>
                  </a:lnTo>
                  <a:lnTo>
                    <a:pt x="142522" y="2413433"/>
                  </a:lnTo>
                  <a:lnTo>
                    <a:pt x="143594" y="2413251"/>
                  </a:lnTo>
                  <a:lnTo>
                    <a:pt x="144665" y="2413068"/>
                  </a:lnTo>
                  <a:lnTo>
                    <a:pt x="145737" y="2412885"/>
                  </a:lnTo>
                  <a:lnTo>
                    <a:pt x="146809" y="2412702"/>
                  </a:lnTo>
                  <a:lnTo>
                    <a:pt x="147880" y="2412519"/>
                  </a:lnTo>
                  <a:lnTo>
                    <a:pt x="148952" y="2412335"/>
                  </a:lnTo>
                  <a:lnTo>
                    <a:pt x="150023" y="2412151"/>
                  </a:lnTo>
                  <a:lnTo>
                    <a:pt x="151095" y="2411967"/>
                  </a:lnTo>
                  <a:lnTo>
                    <a:pt x="152167" y="2411783"/>
                  </a:lnTo>
                  <a:lnTo>
                    <a:pt x="153238" y="2411599"/>
                  </a:lnTo>
                  <a:lnTo>
                    <a:pt x="154310" y="2411414"/>
                  </a:lnTo>
                  <a:lnTo>
                    <a:pt x="155381" y="2411229"/>
                  </a:lnTo>
                  <a:lnTo>
                    <a:pt x="156453" y="2411044"/>
                  </a:lnTo>
                  <a:lnTo>
                    <a:pt x="157525" y="2410859"/>
                  </a:lnTo>
                  <a:lnTo>
                    <a:pt x="158596" y="2410673"/>
                  </a:lnTo>
                  <a:lnTo>
                    <a:pt x="159668" y="2410487"/>
                  </a:lnTo>
                  <a:lnTo>
                    <a:pt x="160739" y="2410301"/>
                  </a:lnTo>
                  <a:lnTo>
                    <a:pt x="161811" y="2410115"/>
                  </a:lnTo>
                  <a:lnTo>
                    <a:pt x="162883" y="2409929"/>
                  </a:lnTo>
                  <a:lnTo>
                    <a:pt x="163954" y="2409742"/>
                  </a:lnTo>
                  <a:lnTo>
                    <a:pt x="165026" y="2409555"/>
                  </a:lnTo>
                  <a:lnTo>
                    <a:pt x="166097" y="2409368"/>
                  </a:lnTo>
                  <a:lnTo>
                    <a:pt x="167169" y="2409181"/>
                  </a:lnTo>
                  <a:lnTo>
                    <a:pt x="168241" y="2408993"/>
                  </a:lnTo>
                  <a:lnTo>
                    <a:pt x="169312" y="2408805"/>
                  </a:lnTo>
                  <a:lnTo>
                    <a:pt x="170384" y="2408617"/>
                  </a:lnTo>
                  <a:lnTo>
                    <a:pt x="171455" y="2408429"/>
                  </a:lnTo>
                  <a:lnTo>
                    <a:pt x="172527" y="2408241"/>
                  </a:lnTo>
                  <a:lnTo>
                    <a:pt x="173599" y="2408052"/>
                  </a:lnTo>
                  <a:lnTo>
                    <a:pt x="174670" y="2407863"/>
                  </a:lnTo>
                  <a:lnTo>
                    <a:pt x="175742" y="2407674"/>
                  </a:lnTo>
                  <a:lnTo>
                    <a:pt x="176813" y="2407484"/>
                  </a:lnTo>
                  <a:lnTo>
                    <a:pt x="177885" y="2407295"/>
                  </a:lnTo>
                  <a:lnTo>
                    <a:pt x="178956" y="2407105"/>
                  </a:lnTo>
                  <a:lnTo>
                    <a:pt x="180028" y="2406915"/>
                  </a:lnTo>
                  <a:lnTo>
                    <a:pt x="181100" y="2406725"/>
                  </a:lnTo>
                  <a:lnTo>
                    <a:pt x="182171" y="2406534"/>
                  </a:lnTo>
                  <a:lnTo>
                    <a:pt x="183243" y="2406343"/>
                  </a:lnTo>
                  <a:lnTo>
                    <a:pt x="184314" y="2406152"/>
                  </a:lnTo>
                  <a:lnTo>
                    <a:pt x="185386" y="2405961"/>
                  </a:lnTo>
                  <a:lnTo>
                    <a:pt x="186458" y="2405769"/>
                  </a:lnTo>
                  <a:lnTo>
                    <a:pt x="187529" y="2405578"/>
                  </a:lnTo>
                  <a:lnTo>
                    <a:pt x="188601" y="2405386"/>
                  </a:lnTo>
                  <a:lnTo>
                    <a:pt x="189672" y="2405193"/>
                  </a:lnTo>
                  <a:lnTo>
                    <a:pt x="190744" y="2405001"/>
                  </a:lnTo>
                  <a:lnTo>
                    <a:pt x="191816" y="2404808"/>
                  </a:lnTo>
                  <a:lnTo>
                    <a:pt x="192887" y="2404615"/>
                  </a:lnTo>
                  <a:lnTo>
                    <a:pt x="193959" y="2404422"/>
                  </a:lnTo>
                  <a:lnTo>
                    <a:pt x="195030" y="2404229"/>
                  </a:lnTo>
                  <a:lnTo>
                    <a:pt x="196102" y="2404035"/>
                  </a:lnTo>
                  <a:lnTo>
                    <a:pt x="197174" y="2403841"/>
                  </a:lnTo>
                  <a:lnTo>
                    <a:pt x="198245" y="2403647"/>
                  </a:lnTo>
                  <a:lnTo>
                    <a:pt x="199317" y="2403453"/>
                  </a:lnTo>
                  <a:lnTo>
                    <a:pt x="200388" y="2403258"/>
                  </a:lnTo>
                  <a:lnTo>
                    <a:pt x="201460" y="2403063"/>
                  </a:lnTo>
                  <a:lnTo>
                    <a:pt x="202532" y="2402868"/>
                  </a:lnTo>
                  <a:lnTo>
                    <a:pt x="203603" y="2402673"/>
                  </a:lnTo>
                  <a:lnTo>
                    <a:pt x="204675" y="2402477"/>
                  </a:lnTo>
                  <a:lnTo>
                    <a:pt x="205746" y="2402281"/>
                  </a:lnTo>
                  <a:lnTo>
                    <a:pt x="206818" y="2402085"/>
                  </a:lnTo>
                  <a:lnTo>
                    <a:pt x="207890" y="2401889"/>
                  </a:lnTo>
                  <a:lnTo>
                    <a:pt x="208961" y="2401692"/>
                  </a:lnTo>
                  <a:lnTo>
                    <a:pt x="210033" y="2401495"/>
                  </a:lnTo>
                  <a:lnTo>
                    <a:pt x="211104" y="2401298"/>
                  </a:lnTo>
                  <a:lnTo>
                    <a:pt x="212176" y="2401101"/>
                  </a:lnTo>
                  <a:lnTo>
                    <a:pt x="213248" y="2400903"/>
                  </a:lnTo>
                  <a:lnTo>
                    <a:pt x="214319" y="2400705"/>
                  </a:lnTo>
                  <a:lnTo>
                    <a:pt x="215391" y="2400507"/>
                  </a:lnTo>
                  <a:lnTo>
                    <a:pt x="216462" y="2400309"/>
                  </a:lnTo>
                  <a:lnTo>
                    <a:pt x="217534" y="2400110"/>
                  </a:lnTo>
                  <a:lnTo>
                    <a:pt x="218606" y="2399911"/>
                  </a:lnTo>
                  <a:lnTo>
                    <a:pt x="219677" y="2399712"/>
                  </a:lnTo>
                  <a:lnTo>
                    <a:pt x="220749" y="2399513"/>
                  </a:lnTo>
                  <a:lnTo>
                    <a:pt x="221820" y="2399313"/>
                  </a:lnTo>
                  <a:lnTo>
                    <a:pt x="222892" y="2399113"/>
                  </a:lnTo>
                  <a:lnTo>
                    <a:pt x="223964" y="2398913"/>
                  </a:lnTo>
                  <a:lnTo>
                    <a:pt x="225035" y="2398712"/>
                  </a:lnTo>
                  <a:lnTo>
                    <a:pt x="226107" y="2398512"/>
                  </a:lnTo>
                  <a:lnTo>
                    <a:pt x="227178" y="2398311"/>
                  </a:lnTo>
                  <a:lnTo>
                    <a:pt x="228250" y="2398109"/>
                  </a:lnTo>
                  <a:lnTo>
                    <a:pt x="229322" y="2397908"/>
                  </a:lnTo>
                  <a:lnTo>
                    <a:pt x="230393" y="2397706"/>
                  </a:lnTo>
                  <a:lnTo>
                    <a:pt x="231465" y="2397504"/>
                  </a:lnTo>
                  <a:lnTo>
                    <a:pt x="232536" y="2397302"/>
                  </a:lnTo>
                  <a:lnTo>
                    <a:pt x="233608" y="2397099"/>
                  </a:lnTo>
                  <a:lnTo>
                    <a:pt x="234680" y="2396896"/>
                  </a:lnTo>
                  <a:lnTo>
                    <a:pt x="235751" y="2396693"/>
                  </a:lnTo>
                  <a:lnTo>
                    <a:pt x="236823" y="2396490"/>
                  </a:lnTo>
                  <a:lnTo>
                    <a:pt x="237894" y="2396286"/>
                  </a:lnTo>
                  <a:lnTo>
                    <a:pt x="238966" y="2396082"/>
                  </a:lnTo>
                  <a:lnTo>
                    <a:pt x="240038" y="2395878"/>
                  </a:lnTo>
                  <a:lnTo>
                    <a:pt x="241109" y="2395674"/>
                  </a:lnTo>
                  <a:lnTo>
                    <a:pt x="242181" y="2395469"/>
                  </a:lnTo>
                  <a:lnTo>
                    <a:pt x="243252" y="2395264"/>
                  </a:lnTo>
                  <a:lnTo>
                    <a:pt x="244324" y="2395058"/>
                  </a:lnTo>
                  <a:lnTo>
                    <a:pt x="245396" y="2394853"/>
                  </a:lnTo>
                  <a:lnTo>
                    <a:pt x="246467" y="2394647"/>
                  </a:lnTo>
                  <a:lnTo>
                    <a:pt x="247539" y="2394441"/>
                  </a:lnTo>
                  <a:lnTo>
                    <a:pt x="248610" y="2394234"/>
                  </a:lnTo>
                  <a:lnTo>
                    <a:pt x="249682" y="2394028"/>
                  </a:lnTo>
                  <a:lnTo>
                    <a:pt x="250754" y="2393821"/>
                  </a:lnTo>
                  <a:lnTo>
                    <a:pt x="251825" y="2393614"/>
                  </a:lnTo>
                  <a:lnTo>
                    <a:pt x="252897" y="2393406"/>
                  </a:lnTo>
                  <a:lnTo>
                    <a:pt x="253968" y="2393198"/>
                  </a:lnTo>
                  <a:lnTo>
                    <a:pt x="255040" y="2392990"/>
                  </a:lnTo>
                  <a:lnTo>
                    <a:pt x="256112" y="2392782"/>
                  </a:lnTo>
                  <a:lnTo>
                    <a:pt x="257183" y="2392573"/>
                  </a:lnTo>
                  <a:lnTo>
                    <a:pt x="258255" y="2392364"/>
                  </a:lnTo>
                  <a:lnTo>
                    <a:pt x="259326" y="2392155"/>
                  </a:lnTo>
                  <a:lnTo>
                    <a:pt x="260398" y="2391945"/>
                  </a:lnTo>
                  <a:lnTo>
                    <a:pt x="261470" y="2391735"/>
                  </a:lnTo>
                  <a:lnTo>
                    <a:pt x="262541" y="2391525"/>
                  </a:lnTo>
                  <a:lnTo>
                    <a:pt x="263613" y="2391315"/>
                  </a:lnTo>
                  <a:lnTo>
                    <a:pt x="264684" y="2391104"/>
                  </a:lnTo>
                  <a:lnTo>
                    <a:pt x="265756" y="2390893"/>
                  </a:lnTo>
                  <a:lnTo>
                    <a:pt x="266828" y="2390682"/>
                  </a:lnTo>
                  <a:lnTo>
                    <a:pt x="267899" y="2390470"/>
                  </a:lnTo>
                  <a:lnTo>
                    <a:pt x="268971" y="2390258"/>
                  </a:lnTo>
                  <a:lnTo>
                    <a:pt x="270042" y="2390046"/>
                  </a:lnTo>
                  <a:lnTo>
                    <a:pt x="271114" y="2389833"/>
                  </a:lnTo>
                  <a:lnTo>
                    <a:pt x="272186" y="2389621"/>
                  </a:lnTo>
                  <a:lnTo>
                    <a:pt x="273257" y="2389408"/>
                  </a:lnTo>
                  <a:lnTo>
                    <a:pt x="274329" y="2389194"/>
                  </a:lnTo>
                  <a:lnTo>
                    <a:pt x="275400" y="2388980"/>
                  </a:lnTo>
                  <a:lnTo>
                    <a:pt x="276472" y="2388766"/>
                  </a:lnTo>
                  <a:lnTo>
                    <a:pt x="277544" y="2388552"/>
                  </a:lnTo>
                  <a:lnTo>
                    <a:pt x="278615" y="2388337"/>
                  </a:lnTo>
                  <a:lnTo>
                    <a:pt x="279687" y="2388123"/>
                  </a:lnTo>
                  <a:lnTo>
                    <a:pt x="280758" y="2387907"/>
                  </a:lnTo>
                  <a:lnTo>
                    <a:pt x="281830" y="2387692"/>
                  </a:lnTo>
                  <a:lnTo>
                    <a:pt x="282902" y="2387476"/>
                  </a:lnTo>
                  <a:lnTo>
                    <a:pt x="283973" y="2387260"/>
                  </a:lnTo>
                  <a:lnTo>
                    <a:pt x="285045" y="2387043"/>
                  </a:lnTo>
                  <a:lnTo>
                    <a:pt x="286116" y="2386826"/>
                  </a:lnTo>
                  <a:lnTo>
                    <a:pt x="287188" y="2386609"/>
                  </a:lnTo>
                  <a:lnTo>
                    <a:pt x="288260" y="2386392"/>
                  </a:lnTo>
                  <a:lnTo>
                    <a:pt x="289331" y="2386174"/>
                  </a:lnTo>
                  <a:lnTo>
                    <a:pt x="290403" y="2385956"/>
                  </a:lnTo>
                  <a:lnTo>
                    <a:pt x="291474" y="2385738"/>
                  </a:lnTo>
                  <a:lnTo>
                    <a:pt x="292546" y="2385519"/>
                  </a:lnTo>
                  <a:lnTo>
                    <a:pt x="293618" y="2385300"/>
                  </a:lnTo>
                  <a:lnTo>
                    <a:pt x="294689" y="2385081"/>
                  </a:lnTo>
                  <a:lnTo>
                    <a:pt x="295761" y="2384861"/>
                  </a:lnTo>
                  <a:lnTo>
                    <a:pt x="296832" y="2384641"/>
                  </a:lnTo>
                  <a:lnTo>
                    <a:pt x="297904" y="2384421"/>
                  </a:lnTo>
                  <a:lnTo>
                    <a:pt x="298976" y="2384200"/>
                  </a:lnTo>
                  <a:lnTo>
                    <a:pt x="300047" y="2383979"/>
                  </a:lnTo>
                  <a:lnTo>
                    <a:pt x="301119" y="2383758"/>
                  </a:lnTo>
                  <a:lnTo>
                    <a:pt x="302190" y="2383536"/>
                  </a:lnTo>
                  <a:lnTo>
                    <a:pt x="303262" y="2383314"/>
                  </a:lnTo>
                  <a:lnTo>
                    <a:pt x="304334" y="2383092"/>
                  </a:lnTo>
                  <a:lnTo>
                    <a:pt x="305405" y="2382869"/>
                  </a:lnTo>
                  <a:lnTo>
                    <a:pt x="306477" y="2382646"/>
                  </a:lnTo>
                  <a:lnTo>
                    <a:pt x="307548" y="2382423"/>
                  </a:lnTo>
                  <a:lnTo>
                    <a:pt x="308620" y="2382199"/>
                  </a:lnTo>
                  <a:lnTo>
                    <a:pt x="309692" y="2381975"/>
                  </a:lnTo>
                  <a:lnTo>
                    <a:pt x="310763" y="2381751"/>
                  </a:lnTo>
                  <a:lnTo>
                    <a:pt x="311835" y="2381526"/>
                  </a:lnTo>
                  <a:lnTo>
                    <a:pt x="312906" y="2381301"/>
                  </a:lnTo>
                  <a:lnTo>
                    <a:pt x="313978" y="2381076"/>
                  </a:lnTo>
                  <a:lnTo>
                    <a:pt x="315050" y="2380850"/>
                  </a:lnTo>
                  <a:lnTo>
                    <a:pt x="316121" y="2380624"/>
                  </a:lnTo>
                  <a:lnTo>
                    <a:pt x="317193" y="2380398"/>
                  </a:lnTo>
                  <a:lnTo>
                    <a:pt x="318264" y="2380171"/>
                  </a:lnTo>
                  <a:lnTo>
                    <a:pt x="319336" y="2379944"/>
                  </a:lnTo>
                  <a:lnTo>
                    <a:pt x="320408" y="2379717"/>
                  </a:lnTo>
                  <a:lnTo>
                    <a:pt x="321479" y="2379489"/>
                  </a:lnTo>
                  <a:lnTo>
                    <a:pt x="322551" y="2379261"/>
                  </a:lnTo>
                  <a:lnTo>
                    <a:pt x="323622" y="2379032"/>
                  </a:lnTo>
                  <a:lnTo>
                    <a:pt x="324694" y="2378804"/>
                  </a:lnTo>
                  <a:lnTo>
                    <a:pt x="325766" y="2378574"/>
                  </a:lnTo>
                  <a:lnTo>
                    <a:pt x="326837" y="2378345"/>
                  </a:lnTo>
                  <a:lnTo>
                    <a:pt x="327909" y="2378115"/>
                  </a:lnTo>
                  <a:lnTo>
                    <a:pt x="328980" y="2377885"/>
                  </a:lnTo>
                  <a:lnTo>
                    <a:pt x="330052" y="2377654"/>
                  </a:lnTo>
                  <a:lnTo>
                    <a:pt x="331124" y="2377423"/>
                  </a:lnTo>
                  <a:lnTo>
                    <a:pt x="332195" y="2377192"/>
                  </a:lnTo>
                  <a:lnTo>
                    <a:pt x="333267" y="2376960"/>
                  </a:lnTo>
                  <a:lnTo>
                    <a:pt x="334338" y="2376728"/>
                  </a:lnTo>
                  <a:lnTo>
                    <a:pt x="335410" y="2376496"/>
                  </a:lnTo>
                  <a:lnTo>
                    <a:pt x="336482" y="2376263"/>
                  </a:lnTo>
                  <a:lnTo>
                    <a:pt x="337553" y="2376030"/>
                  </a:lnTo>
                  <a:lnTo>
                    <a:pt x="338625" y="2375796"/>
                  </a:lnTo>
                  <a:lnTo>
                    <a:pt x="339696" y="2375562"/>
                  </a:lnTo>
                  <a:lnTo>
                    <a:pt x="340768" y="2375328"/>
                  </a:lnTo>
                  <a:lnTo>
                    <a:pt x="341840" y="2375094"/>
                  </a:lnTo>
                  <a:lnTo>
                    <a:pt x="342911" y="2374859"/>
                  </a:lnTo>
                  <a:lnTo>
                    <a:pt x="343983" y="2374623"/>
                  </a:lnTo>
                  <a:lnTo>
                    <a:pt x="345054" y="2374387"/>
                  </a:lnTo>
                  <a:lnTo>
                    <a:pt x="346126" y="2374151"/>
                  </a:lnTo>
                  <a:lnTo>
                    <a:pt x="347198" y="2373915"/>
                  </a:lnTo>
                  <a:lnTo>
                    <a:pt x="348269" y="2373678"/>
                  </a:lnTo>
                  <a:lnTo>
                    <a:pt x="349341" y="2373441"/>
                  </a:lnTo>
                  <a:lnTo>
                    <a:pt x="350412" y="2373203"/>
                  </a:lnTo>
                  <a:lnTo>
                    <a:pt x="351484" y="2372965"/>
                  </a:lnTo>
                  <a:lnTo>
                    <a:pt x="352556" y="2372727"/>
                  </a:lnTo>
                  <a:lnTo>
                    <a:pt x="353627" y="2372488"/>
                  </a:lnTo>
                  <a:lnTo>
                    <a:pt x="354699" y="2372249"/>
                  </a:lnTo>
                  <a:lnTo>
                    <a:pt x="355770" y="2372009"/>
                  </a:lnTo>
                  <a:lnTo>
                    <a:pt x="356842" y="2371769"/>
                  </a:lnTo>
                  <a:lnTo>
                    <a:pt x="357913" y="2371529"/>
                  </a:lnTo>
                  <a:lnTo>
                    <a:pt x="358985" y="2371288"/>
                  </a:lnTo>
                  <a:lnTo>
                    <a:pt x="360057" y="2371047"/>
                  </a:lnTo>
                  <a:lnTo>
                    <a:pt x="361128" y="2370806"/>
                  </a:lnTo>
                  <a:lnTo>
                    <a:pt x="362200" y="2370564"/>
                  </a:lnTo>
                  <a:lnTo>
                    <a:pt x="363271" y="2370321"/>
                  </a:lnTo>
                  <a:lnTo>
                    <a:pt x="364343" y="2370079"/>
                  </a:lnTo>
                  <a:lnTo>
                    <a:pt x="365415" y="2369836"/>
                  </a:lnTo>
                  <a:lnTo>
                    <a:pt x="366486" y="2369592"/>
                  </a:lnTo>
                  <a:lnTo>
                    <a:pt x="367558" y="2369348"/>
                  </a:lnTo>
                  <a:lnTo>
                    <a:pt x="368629" y="2369104"/>
                  </a:lnTo>
                  <a:lnTo>
                    <a:pt x="369701" y="2368859"/>
                  </a:lnTo>
                  <a:lnTo>
                    <a:pt x="370773" y="2368614"/>
                  </a:lnTo>
                  <a:lnTo>
                    <a:pt x="371844" y="2368369"/>
                  </a:lnTo>
                  <a:lnTo>
                    <a:pt x="372916" y="2368123"/>
                  </a:lnTo>
                  <a:lnTo>
                    <a:pt x="373987" y="2367877"/>
                  </a:lnTo>
                  <a:lnTo>
                    <a:pt x="375059" y="2367630"/>
                  </a:lnTo>
                  <a:lnTo>
                    <a:pt x="376131" y="2367383"/>
                  </a:lnTo>
                  <a:lnTo>
                    <a:pt x="377202" y="2367135"/>
                  </a:lnTo>
                  <a:lnTo>
                    <a:pt x="378274" y="2366887"/>
                  </a:lnTo>
                  <a:lnTo>
                    <a:pt x="379345" y="2366639"/>
                  </a:lnTo>
                  <a:lnTo>
                    <a:pt x="380417" y="2366390"/>
                  </a:lnTo>
                  <a:lnTo>
                    <a:pt x="381489" y="2366141"/>
                  </a:lnTo>
                  <a:lnTo>
                    <a:pt x="382560" y="2365891"/>
                  </a:lnTo>
                  <a:lnTo>
                    <a:pt x="383632" y="2365641"/>
                  </a:lnTo>
                  <a:lnTo>
                    <a:pt x="384703" y="2365391"/>
                  </a:lnTo>
                  <a:lnTo>
                    <a:pt x="385775" y="2365140"/>
                  </a:lnTo>
                  <a:lnTo>
                    <a:pt x="386847" y="2364889"/>
                  </a:lnTo>
                  <a:lnTo>
                    <a:pt x="387918" y="2364637"/>
                  </a:lnTo>
                  <a:lnTo>
                    <a:pt x="388990" y="2364385"/>
                  </a:lnTo>
                  <a:lnTo>
                    <a:pt x="390061" y="2364132"/>
                  </a:lnTo>
                  <a:lnTo>
                    <a:pt x="391133" y="2363879"/>
                  </a:lnTo>
                  <a:lnTo>
                    <a:pt x="392205" y="2363626"/>
                  </a:lnTo>
                  <a:lnTo>
                    <a:pt x="393276" y="2363372"/>
                  </a:lnTo>
                  <a:lnTo>
                    <a:pt x="394348" y="2363118"/>
                  </a:lnTo>
                  <a:lnTo>
                    <a:pt x="395419" y="2362863"/>
                  </a:lnTo>
                  <a:lnTo>
                    <a:pt x="396491" y="2362608"/>
                  </a:lnTo>
                  <a:lnTo>
                    <a:pt x="397563" y="2362352"/>
                  </a:lnTo>
                  <a:lnTo>
                    <a:pt x="398634" y="2362096"/>
                  </a:lnTo>
                  <a:lnTo>
                    <a:pt x="399706" y="2361840"/>
                  </a:lnTo>
                  <a:lnTo>
                    <a:pt x="400777" y="2361583"/>
                  </a:lnTo>
                  <a:lnTo>
                    <a:pt x="401849" y="2361326"/>
                  </a:lnTo>
                  <a:lnTo>
                    <a:pt x="402921" y="2361068"/>
                  </a:lnTo>
                  <a:lnTo>
                    <a:pt x="403992" y="2360810"/>
                  </a:lnTo>
                  <a:lnTo>
                    <a:pt x="405064" y="2360551"/>
                  </a:lnTo>
                  <a:lnTo>
                    <a:pt x="406135" y="2360292"/>
                  </a:lnTo>
                  <a:lnTo>
                    <a:pt x="407207" y="2360033"/>
                  </a:lnTo>
                  <a:lnTo>
                    <a:pt x="408279" y="2359773"/>
                  </a:lnTo>
                  <a:lnTo>
                    <a:pt x="409350" y="2359513"/>
                  </a:lnTo>
                  <a:lnTo>
                    <a:pt x="410422" y="2359252"/>
                  </a:lnTo>
                  <a:lnTo>
                    <a:pt x="411493" y="2358990"/>
                  </a:lnTo>
                  <a:lnTo>
                    <a:pt x="412565" y="2358729"/>
                  </a:lnTo>
                  <a:lnTo>
                    <a:pt x="413637" y="2358466"/>
                  </a:lnTo>
                  <a:lnTo>
                    <a:pt x="414708" y="2358204"/>
                  </a:lnTo>
                  <a:lnTo>
                    <a:pt x="415780" y="2357941"/>
                  </a:lnTo>
                  <a:lnTo>
                    <a:pt x="416851" y="2357677"/>
                  </a:lnTo>
                  <a:lnTo>
                    <a:pt x="417923" y="2357413"/>
                  </a:lnTo>
                  <a:lnTo>
                    <a:pt x="418995" y="2357149"/>
                  </a:lnTo>
                  <a:lnTo>
                    <a:pt x="420066" y="2356884"/>
                  </a:lnTo>
                  <a:lnTo>
                    <a:pt x="421138" y="2356619"/>
                  </a:lnTo>
                  <a:lnTo>
                    <a:pt x="422209" y="2356353"/>
                  </a:lnTo>
                  <a:lnTo>
                    <a:pt x="423281" y="2356086"/>
                  </a:lnTo>
                  <a:lnTo>
                    <a:pt x="424353" y="2355820"/>
                  </a:lnTo>
                  <a:lnTo>
                    <a:pt x="425424" y="2355553"/>
                  </a:lnTo>
                  <a:lnTo>
                    <a:pt x="426496" y="2355285"/>
                  </a:lnTo>
                  <a:lnTo>
                    <a:pt x="427567" y="2355017"/>
                  </a:lnTo>
                  <a:lnTo>
                    <a:pt x="428639" y="2354748"/>
                  </a:lnTo>
                  <a:lnTo>
                    <a:pt x="429711" y="2354479"/>
                  </a:lnTo>
                  <a:lnTo>
                    <a:pt x="430782" y="2354210"/>
                  </a:lnTo>
                  <a:lnTo>
                    <a:pt x="431854" y="2353940"/>
                  </a:lnTo>
                  <a:lnTo>
                    <a:pt x="432925" y="2353669"/>
                  </a:lnTo>
                  <a:lnTo>
                    <a:pt x="433997" y="2353398"/>
                  </a:lnTo>
                  <a:lnTo>
                    <a:pt x="435069" y="2353127"/>
                  </a:lnTo>
                  <a:lnTo>
                    <a:pt x="436140" y="2352855"/>
                  </a:lnTo>
                  <a:lnTo>
                    <a:pt x="437212" y="2352583"/>
                  </a:lnTo>
                  <a:lnTo>
                    <a:pt x="438283" y="2352310"/>
                  </a:lnTo>
                  <a:lnTo>
                    <a:pt x="439355" y="2352037"/>
                  </a:lnTo>
                  <a:lnTo>
                    <a:pt x="440427" y="2351763"/>
                  </a:lnTo>
                  <a:lnTo>
                    <a:pt x="441498" y="2351489"/>
                  </a:lnTo>
                  <a:lnTo>
                    <a:pt x="442570" y="2351214"/>
                  </a:lnTo>
                  <a:lnTo>
                    <a:pt x="443641" y="2350939"/>
                  </a:lnTo>
                  <a:lnTo>
                    <a:pt x="444713" y="2350663"/>
                  </a:lnTo>
                  <a:lnTo>
                    <a:pt x="445785" y="2350387"/>
                  </a:lnTo>
                  <a:lnTo>
                    <a:pt x="446856" y="2350110"/>
                  </a:lnTo>
                  <a:lnTo>
                    <a:pt x="447928" y="2349833"/>
                  </a:lnTo>
                  <a:lnTo>
                    <a:pt x="448999" y="2349556"/>
                  </a:lnTo>
                  <a:lnTo>
                    <a:pt x="450071" y="2349278"/>
                  </a:lnTo>
                  <a:lnTo>
                    <a:pt x="451143" y="2348999"/>
                  </a:lnTo>
                  <a:lnTo>
                    <a:pt x="452214" y="2348720"/>
                  </a:lnTo>
                  <a:lnTo>
                    <a:pt x="453286" y="2348440"/>
                  </a:lnTo>
                  <a:lnTo>
                    <a:pt x="454357" y="2348160"/>
                  </a:lnTo>
                  <a:lnTo>
                    <a:pt x="455429" y="2347880"/>
                  </a:lnTo>
                  <a:lnTo>
                    <a:pt x="456501" y="2347599"/>
                  </a:lnTo>
                  <a:lnTo>
                    <a:pt x="457572" y="2347317"/>
                  </a:lnTo>
                  <a:lnTo>
                    <a:pt x="458644" y="2347035"/>
                  </a:lnTo>
                  <a:lnTo>
                    <a:pt x="459715" y="2346753"/>
                  </a:lnTo>
                  <a:lnTo>
                    <a:pt x="460787" y="2346470"/>
                  </a:lnTo>
                  <a:lnTo>
                    <a:pt x="461859" y="2346187"/>
                  </a:lnTo>
                  <a:lnTo>
                    <a:pt x="462930" y="2345903"/>
                  </a:lnTo>
                  <a:lnTo>
                    <a:pt x="464002" y="2345618"/>
                  </a:lnTo>
                  <a:lnTo>
                    <a:pt x="465073" y="2345333"/>
                  </a:lnTo>
                  <a:lnTo>
                    <a:pt x="466145" y="2345048"/>
                  </a:lnTo>
                  <a:lnTo>
                    <a:pt x="467217" y="2344762"/>
                  </a:lnTo>
                  <a:lnTo>
                    <a:pt x="468288" y="2344475"/>
                  </a:lnTo>
                  <a:lnTo>
                    <a:pt x="469360" y="2344189"/>
                  </a:lnTo>
                  <a:lnTo>
                    <a:pt x="470431" y="2343901"/>
                  </a:lnTo>
                  <a:lnTo>
                    <a:pt x="471503" y="2343613"/>
                  </a:lnTo>
                  <a:lnTo>
                    <a:pt x="472575" y="2343325"/>
                  </a:lnTo>
                  <a:lnTo>
                    <a:pt x="473646" y="2343036"/>
                  </a:lnTo>
                  <a:lnTo>
                    <a:pt x="474718" y="2342746"/>
                  </a:lnTo>
                  <a:lnTo>
                    <a:pt x="475789" y="2342457"/>
                  </a:lnTo>
                  <a:lnTo>
                    <a:pt x="476861" y="2342166"/>
                  </a:lnTo>
                  <a:lnTo>
                    <a:pt x="477933" y="2341875"/>
                  </a:lnTo>
                  <a:lnTo>
                    <a:pt x="479004" y="2341584"/>
                  </a:lnTo>
                  <a:lnTo>
                    <a:pt x="480076" y="2341292"/>
                  </a:lnTo>
                  <a:lnTo>
                    <a:pt x="481147" y="2340999"/>
                  </a:lnTo>
                  <a:lnTo>
                    <a:pt x="482219" y="2340706"/>
                  </a:lnTo>
                  <a:lnTo>
                    <a:pt x="483291" y="2340413"/>
                  </a:lnTo>
                  <a:lnTo>
                    <a:pt x="484362" y="2340119"/>
                  </a:lnTo>
                  <a:lnTo>
                    <a:pt x="485434" y="2339825"/>
                  </a:lnTo>
                  <a:lnTo>
                    <a:pt x="486505" y="2339530"/>
                  </a:lnTo>
                  <a:lnTo>
                    <a:pt x="487577" y="2339234"/>
                  </a:lnTo>
                  <a:lnTo>
                    <a:pt x="488649" y="2338938"/>
                  </a:lnTo>
                  <a:lnTo>
                    <a:pt x="489720" y="2338642"/>
                  </a:lnTo>
                  <a:lnTo>
                    <a:pt x="490792" y="2338345"/>
                  </a:lnTo>
                  <a:lnTo>
                    <a:pt x="491863" y="2338047"/>
                  </a:lnTo>
                  <a:lnTo>
                    <a:pt x="492935" y="2337749"/>
                  </a:lnTo>
                  <a:lnTo>
                    <a:pt x="494007" y="2337451"/>
                  </a:lnTo>
                  <a:lnTo>
                    <a:pt x="495078" y="2337151"/>
                  </a:lnTo>
                  <a:lnTo>
                    <a:pt x="496150" y="2336852"/>
                  </a:lnTo>
                  <a:lnTo>
                    <a:pt x="497221" y="2336552"/>
                  </a:lnTo>
                  <a:lnTo>
                    <a:pt x="498293" y="2336251"/>
                  </a:lnTo>
                  <a:lnTo>
                    <a:pt x="499365" y="2335950"/>
                  </a:lnTo>
                  <a:lnTo>
                    <a:pt x="500436" y="2335649"/>
                  </a:lnTo>
                  <a:lnTo>
                    <a:pt x="501508" y="2335346"/>
                  </a:lnTo>
                  <a:lnTo>
                    <a:pt x="502579" y="2335044"/>
                  </a:lnTo>
                  <a:lnTo>
                    <a:pt x="503651" y="2334741"/>
                  </a:lnTo>
                  <a:lnTo>
                    <a:pt x="504723" y="2334437"/>
                  </a:lnTo>
                  <a:lnTo>
                    <a:pt x="505794" y="2334133"/>
                  </a:lnTo>
                  <a:lnTo>
                    <a:pt x="506866" y="2333828"/>
                  </a:lnTo>
                  <a:lnTo>
                    <a:pt x="507937" y="2333523"/>
                  </a:lnTo>
                  <a:lnTo>
                    <a:pt x="509009" y="2333217"/>
                  </a:lnTo>
                  <a:lnTo>
                    <a:pt x="510081" y="2332911"/>
                  </a:lnTo>
                  <a:lnTo>
                    <a:pt x="511152" y="2332604"/>
                  </a:lnTo>
                  <a:lnTo>
                    <a:pt x="512224" y="2332297"/>
                  </a:lnTo>
                  <a:lnTo>
                    <a:pt x="513295" y="2331989"/>
                  </a:lnTo>
                  <a:lnTo>
                    <a:pt x="514367" y="2331681"/>
                  </a:lnTo>
                  <a:lnTo>
                    <a:pt x="515439" y="2331372"/>
                  </a:lnTo>
                  <a:lnTo>
                    <a:pt x="516510" y="2331062"/>
                  </a:lnTo>
                  <a:lnTo>
                    <a:pt x="517582" y="2330753"/>
                  </a:lnTo>
                  <a:lnTo>
                    <a:pt x="518653" y="2330442"/>
                  </a:lnTo>
                  <a:lnTo>
                    <a:pt x="519725" y="2330131"/>
                  </a:lnTo>
                  <a:lnTo>
                    <a:pt x="520797" y="2329820"/>
                  </a:lnTo>
                  <a:lnTo>
                    <a:pt x="521868" y="2329508"/>
                  </a:lnTo>
                  <a:lnTo>
                    <a:pt x="522940" y="2329196"/>
                  </a:lnTo>
                  <a:lnTo>
                    <a:pt x="524011" y="2328883"/>
                  </a:lnTo>
                  <a:lnTo>
                    <a:pt x="525083" y="2328569"/>
                  </a:lnTo>
                  <a:lnTo>
                    <a:pt x="526155" y="2328255"/>
                  </a:lnTo>
                  <a:lnTo>
                    <a:pt x="527226" y="2327941"/>
                  </a:lnTo>
                  <a:lnTo>
                    <a:pt x="528298" y="2327625"/>
                  </a:lnTo>
                  <a:lnTo>
                    <a:pt x="529369" y="2327310"/>
                  </a:lnTo>
                  <a:lnTo>
                    <a:pt x="530441" y="2326994"/>
                  </a:lnTo>
                  <a:lnTo>
                    <a:pt x="531513" y="2326677"/>
                  </a:lnTo>
                  <a:lnTo>
                    <a:pt x="532584" y="2326360"/>
                  </a:lnTo>
                  <a:lnTo>
                    <a:pt x="533656" y="2326043"/>
                  </a:lnTo>
                  <a:lnTo>
                    <a:pt x="534727" y="2325724"/>
                  </a:lnTo>
                  <a:lnTo>
                    <a:pt x="535799" y="2325406"/>
                  </a:lnTo>
                  <a:lnTo>
                    <a:pt x="536870" y="2325087"/>
                  </a:lnTo>
                  <a:lnTo>
                    <a:pt x="537942" y="2324767"/>
                  </a:lnTo>
                  <a:lnTo>
                    <a:pt x="539014" y="2324447"/>
                  </a:lnTo>
                  <a:lnTo>
                    <a:pt x="540085" y="2324126"/>
                  </a:lnTo>
                  <a:lnTo>
                    <a:pt x="541157" y="2323805"/>
                  </a:lnTo>
                  <a:lnTo>
                    <a:pt x="542228" y="2323483"/>
                  </a:lnTo>
                  <a:lnTo>
                    <a:pt x="543300" y="2323161"/>
                  </a:lnTo>
                  <a:lnTo>
                    <a:pt x="544372" y="2322838"/>
                  </a:lnTo>
                  <a:lnTo>
                    <a:pt x="545443" y="2322515"/>
                  </a:lnTo>
                  <a:lnTo>
                    <a:pt x="546515" y="2322191"/>
                  </a:lnTo>
                  <a:lnTo>
                    <a:pt x="547586" y="2321866"/>
                  </a:lnTo>
                  <a:lnTo>
                    <a:pt x="548658" y="2321542"/>
                  </a:lnTo>
                  <a:lnTo>
                    <a:pt x="549730" y="2321216"/>
                  </a:lnTo>
                  <a:lnTo>
                    <a:pt x="550801" y="2320890"/>
                  </a:lnTo>
                  <a:lnTo>
                    <a:pt x="551873" y="2320564"/>
                  </a:lnTo>
                  <a:lnTo>
                    <a:pt x="552944" y="2320237"/>
                  </a:lnTo>
                  <a:lnTo>
                    <a:pt x="554016" y="2319910"/>
                  </a:lnTo>
                  <a:lnTo>
                    <a:pt x="555088" y="2319582"/>
                  </a:lnTo>
                  <a:lnTo>
                    <a:pt x="556159" y="2319253"/>
                  </a:lnTo>
                  <a:lnTo>
                    <a:pt x="557231" y="2318924"/>
                  </a:lnTo>
                  <a:lnTo>
                    <a:pt x="558302" y="2318595"/>
                  </a:lnTo>
                  <a:lnTo>
                    <a:pt x="559374" y="2318265"/>
                  </a:lnTo>
                  <a:lnTo>
                    <a:pt x="560446" y="2317934"/>
                  </a:lnTo>
                  <a:lnTo>
                    <a:pt x="561517" y="2317603"/>
                  </a:lnTo>
                  <a:lnTo>
                    <a:pt x="562589" y="2317272"/>
                  </a:lnTo>
                  <a:lnTo>
                    <a:pt x="563660" y="2316940"/>
                  </a:lnTo>
                  <a:lnTo>
                    <a:pt x="564732" y="2316607"/>
                  </a:lnTo>
                  <a:lnTo>
                    <a:pt x="565804" y="2316274"/>
                  </a:lnTo>
                  <a:lnTo>
                    <a:pt x="566875" y="2315941"/>
                  </a:lnTo>
                  <a:lnTo>
                    <a:pt x="567947" y="2315607"/>
                  </a:lnTo>
                  <a:lnTo>
                    <a:pt x="569018" y="2315272"/>
                  </a:lnTo>
                  <a:lnTo>
                    <a:pt x="570090" y="2314937"/>
                  </a:lnTo>
                  <a:lnTo>
                    <a:pt x="571162" y="2314602"/>
                  </a:lnTo>
                  <a:lnTo>
                    <a:pt x="572233" y="2314266"/>
                  </a:lnTo>
                  <a:lnTo>
                    <a:pt x="573305" y="2313929"/>
                  </a:lnTo>
                  <a:lnTo>
                    <a:pt x="574376" y="2313592"/>
                  </a:lnTo>
                  <a:lnTo>
                    <a:pt x="575448" y="2313255"/>
                  </a:lnTo>
                  <a:lnTo>
                    <a:pt x="576520" y="2312917"/>
                  </a:lnTo>
                  <a:lnTo>
                    <a:pt x="577591" y="2312578"/>
                  </a:lnTo>
                  <a:lnTo>
                    <a:pt x="578663" y="2312239"/>
                  </a:lnTo>
                  <a:lnTo>
                    <a:pt x="579734" y="2311899"/>
                  </a:lnTo>
                  <a:lnTo>
                    <a:pt x="580806" y="2311559"/>
                  </a:lnTo>
                  <a:lnTo>
                    <a:pt x="581878" y="2311219"/>
                  </a:lnTo>
                  <a:lnTo>
                    <a:pt x="582949" y="2310878"/>
                  </a:lnTo>
                  <a:lnTo>
                    <a:pt x="584021" y="2310536"/>
                  </a:lnTo>
                  <a:lnTo>
                    <a:pt x="585092" y="2310194"/>
                  </a:lnTo>
                  <a:lnTo>
                    <a:pt x="586164" y="2309852"/>
                  </a:lnTo>
                  <a:lnTo>
                    <a:pt x="587236" y="2309509"/>
                  </a:lnTo>
                  <a:lnTo>
                    <a:pt x="588307" y="2309165"/>
                  </a:lnTo>
                  <a:lnTo>
                    <a:pt x="589379" y="2308821"/>
                  </a:lnTo>
                  <a:lnTo>
                    <a:pt x="590450" y="2308477"/>
                  </a:lnTo>
                  <a:lnTo>
                    <a:pt x="591522" y="2308132"/>
                  </a:lnTo>
                  <a:lnTo>
                    <a:pt x="592594" y="2307787"/>
                  </a:lnTo>
                  <a:lnTo>
                    <a:pt x="593665" y="2307441"/>
                  </a:lnTo>
                  <a:lnTo>
                    <a:pt x="594737" y="2307094"/>
                  </a:lnTo>
                  <a:lnTo>
                    <a:pt x="595808" y="2306747"/>
                  </a:lnTo>
                  <a:lnTo>
                    <a:pt x="596880" y="2306400"/>
                  </a:lnTo>
                  <a:lnTo>
                    <a:pt x="597952" y="2306052"/>
                  </a:lnTo>
                  <a:lnTo>
                    <a:pt x="599023" y="2305704"/>
                  </a:lnTo>
                  <a:lnTo>
                    <a:pt x="600095" y="2305355"/>
                  </a:lnTo>
                  <a:lnTo>
                    <a:pt x="601166" y="2305006"/>
                  </a:lnTo>
                  <a:lnTo>
                    <a:pt x="602238" y="2304656"/>
                  </a:lnTo>
                  <a:lnTo>
                    <a:pt x="603310" y="2304306"/>
                  </a:lnTo>
                  <a:lnTo>
                    <a:pt x="604381" y="2303955"/>
                  </a:lnTo>
                  <a:lnTo>
                    <a:pt x="605453" y="2303604"/>
                  </a:lnTo>
                  <a:lnTo>
                    <a:pt x="606524" y="2303252"/>
                  </a:lnTo>
                  <a:lnTo>
                    <a:pt x="607596" y="2302900"/>
                  </a:lnTo>
                  <a:lnTo>
                    <a:pt x="608668" y="2302548"/>
                  </a:lnTo>
                  <a:lnTo>
                    <a:pt x="609739" y="2302195"/>
                  </a:lnTo>
                  <a:lnTo>
                    <a:pt x="610811" y="2301841"/>
                  </a:lnTo>
                  <a:lnTo>
                    <a:pt x="611882" y="2301487"/>
                  </a:lnTo>
                  <a:lnTo>
                    <a:pt x="612954" y="2301133"/>
                  </a:lnTo>
                  <a:lnTo>
                    <a:pt x="614026" y="2300778"/>
                  </a:lnTo>
                  <a:lnTo>
                    <a:pt x="615097" y="2300422"/>
                  </a:lnTo>
                  <a:lnTo>
                    <a:pt x="616169" y="2300067"/>
                  </a:lnTo>
                  <a:lnTo>
                    <a:pt x="617240" y="2299710"/>
                  </a:lnTo>
                  <a:lnTo>
                    <a:pt x="618312" y="2299354"/>
                  </a:lnTo>
                  <a:lnTo>
                    <a:pt x="619384" y="2298996"/>
                  </a:lnTo>
                  <a:lnTo>
                    <a:pt x="620455" y="2298639"/>
                  </a:lnTo>
                  <a:lnTo>
                    <a:pt x="621527" y="2298281"/>
                  </a:lnTo>
                  <a:lnTo>
                    <a:pt x="622598" y="2297922"/>
                  </a:lnTo>
                  <a:lnTo>
                    <a:pt x="623670" y="2297563"/>
                  </a:lnTo>
                  <a:lnTo>
                    <a:pt x="624742" y="2297204"/>
                  </a:lnTo>
                  <a:lnTo>
                    <a:pt x="625813" y="2296844"/>
                  </a:lnTo>
                  <a:lnTo>
                    <a:pt x="626885" y="2296483"/>
                  </a:lnTo>
                  <a:lnTo>
                    <a:pt x="627956" y="2296122"/>
                  </a:lnTo>
                  <a:lnTo>
                    <a:pt x="629028" y="2295761"/>
                  </a:lnTo>
                  <a:lnTo>
                    <a:pt x="630100" y="2295400"/>
                  </a:lnTo>
                  <a:lnTo>
                    <a:pt x="631171" y="2295037"/>
                  </a:lnTo>
                  <a:lnTo>
                    <a:pt x="632243" y="2294675"/>
                  </a:lnTo>
                  <a:lnTo>
                    <a:pt x="633314" y="2294312"/>
                  </a:lnTo>
                  <a:lnTo>
                    <a:pt x="634386" y="2293948"/>
                  </a:lnTo>
                  <a:lnTo>
                    <a:pt x="635458" y="2293585"/>
                  </a:lnTo>
                  <a:lnTo>
                    <a:pt x="636529" y="2293220"/>
                  </a:lnTo>
                  <a:lnTo>
                    <a:pt x="637601" y="2292856"/>
                  </a:lnTo>
                  <a:lnTo>
                    <a:pt x="638672" y="2292490"/>
                  </a:lnTo>
                  <a:lnTo>
                    <a:pt x="639744" y="2292125"/>
                  </a:lnTo>
                  <a:lnTo>
                    <a:pt x="640816" y="2291759"/>
                  </a:lnTo>
                  <a:lnTo>
                    <a:pt x="641887" y="2291392"/>
                  </a:lnTo>
                  <a:lnTo>
                    <a:pt x="642959" y="2291025"/>
                  </a:lnTo>
                  <a:lnTo>
                    <a:pt x="644030" y="2290658"/>
                  </a:lnTo>
                  <a:lnTo>
                    <a:pt x="645102" y="2290290"/>
                  </a:lnTo>
                  <a:lnTo>
                    <a:pt x="646174" y="2289922"/>
                  </a:lnTo>
                  <a:lnTo>
                    <a:pt x="647245" y="2289554"/>
                  </a:lnTo>
                  <a:lnTo>
                    <a:pt x="648317" y="2289185"/>
                  </a:lnTo>
                  <a:lnTo>
                    <a:pt x="649388" y="2288816"/>
                  </a:lnTo>
                  <a:lnTo>
                    <a:pt x="650460" y="2288446"/>
                  </a:lnTo>
                  <a:lnTo>
                    <a:pt x="651532" y="2288076"/>
                  </a:lnTo>
                  <a:lnTo>
                    <a:pt x="652603" y="2287705"/>
                  </a:lnTo>
                  <a:lnTo>
                    <a:pt x="653675" y="2287334"/>
                  </a:lnTo>
                  <a:lnTo>
                    <a:pt x="654746" y="2286963"/>
                  </a:lnTo>
                  <a:lnTo>
                    <a:pt x="655818" y="2286591"/>
                  </a:lnTo>
                  <a:lnTo>
                    <a:pt x="656890" y="2286219"/>
                  </a:lnTo>
                  <a:lnTo>
                    <a:pt x="657961" y="2285846"/>
                  </a:lnTo>
                  <a:lnTo>
                    <a:pt x="659033" y="2285473"/>
                  </a:lnTo>
                  <a:lnTo>
                    <a:pt x="660104" y="2285100"/>
                  </a:lnTo>
                  <a:lnTo>
                    <a:pt x="661176" y="2284726"/>
                  </a:lnTo>
                  <a:lnTo>
                    <a:pt x="662248" y="2284352"/>
                  </a:lnTo>
                  <a:lnTo>
                    <a:pt x="663319" y="2283977"/>
                  </a:lnTo>
                  <a:lnTo>
                    <a:pt x="664391" y="2283602"/>
                  </a:lnTo>
                  <a:lnTo>
                    <a:pt x="665462" y="2283227"/>
                  </a:lnTo>
                  <a:lnTo>
                    <a:pt x="666534" y="2282851"/>
                  </a:lnTo>
                  <a:lnTo>
                    <a:pt x="667606" y="2282475"/>
                  </a:lnTo>
                  <a:lnTo>
                    <a:pt x="668677" y="2282099"/>
                  </a:lnTo>
                  <a:lnTo>
                    <a:pt x="669749" y="2281722"/>
                  </a:lnTo>
                  <a:lnTo>
                    <a:pt x="670820" y="2281345"/>
                  </a:lnTo>
                  <a:lnTo>
                    <a:pt x="671892" y="2280967"/>
                  </a:lnTo>
                  <a:lnTo>
                    <a:pt x="672964" y="2280589"/>
                  </a:lnTo>
                  <a:lnTo>
                    <a:pt x="674035" y="2280211"/>
                  </a:lnTo>
                  <a:lnTo>
                    <a:pt x="675107" y="2279832"/>
                  </a:lnTo>
                  <a:lnTo>
                    <a:pt x="676178" y="2279453"/>
                  </a:lnTo>
                  <a:lnTo>
                    <a:pt x="677250" y="2279074"/>
                  </a:lnTo>
                  <a:lnTo>
                    <a:pt x="678322" y="2278694"/>
                  </a:lnTo>
                  <a:lnTo>
                    <a:pt x="679393" y="2278314"/>
                  </a:lnTo>
                  <a:lnTo>
                    <a:pt x="680465" y="2277933"/>
                  </a:lnTo>
                  <a:lnTo>
                    <a:pt x="681536" y="2277552"/>
                  </a:lnTo>
                  <a:lnTo>
                    <a:pt x="682608" y="2277171"/>
                  </a:lnTo>
                  <a:lnTo>
                    <a:pt x="683680" y="2276790"/>
                  </a:lnTo>
                  <a:lnTo>
                    <a:pt x="684751" y="2276408"/>
                  </a:lnTo>
                  <a:lnTo>
                    <a:pt x="685823" y="2276025"/>
                  </a:lnTo>
                  <a:lnTo>
                    <a:pt x="686894" y="2275643"/>
                  </a:lnTo>
                  <a:lnTo>
                    <a:pt x="687966" y="2275260"/>
                  </a:lnTo>
                  <a:lnTo>
                    <a:pt x="689038" y="2274877"/>
                  </a:lnTo>
                  <a:lnTo>
                    <a:pt x="690109" y="2274493"/>
                  </a:lnTo>
                  <a:lnTo>
                    <a:pt x="691181" y="2274109"/>
                  </a:lnTo>
                  <a:lnTo>
                    <a:pt x="692252" y="2273725"/>
                  </a:lnTo>
                  <a:lnTo>
                    <a:pt x="693324" y="2273340"/>
                  </a:lnTo>
                  <a:lnTo>
                    <a:pt x="694396" y="2272955"/>
                  </a:lnTo>
                  <a:lnTo>
                    <a:pt x="695467" y="2272570"/>
                  </a:lnTo>
                  <a:lnTo>
                    <a:pt x="696539" y="2272184"/>
                  </a:lnTo>
                  <a:lnTo>
                    <a:pt x="697610" y="2271798"/>
                  </a:lnTo>
                  <a:lnTo>
                    <a:pt x="698682" y="2271412"/>
                  </a:lnTo>
                  <a:lnTo>
                    <a:pt x="699754" y="2271026"/>
                  </a:lnTo>
                  <a:lnTo>
                    <a:pt x="700825" y="2270639"/>
                  </a:lnTo>
                  <a:lnTo>
                    <a:pt x="701897" y="2270251"/>
                  </a:lnTo>
                  <a:lnTo>
                    <a:pt x="702968" y="2269864"/>
                  </a:lnTo>
                  <a:lnTo>
                    <a:pt x="704040" y="2269476"/>
                  </a:lnTo>
                  <a:lnTo>
                    <a:pt x="705112" y="2269088"/>
                  </a:lnTo>
                  <a:lnTo>
                    <a:pt x="706183" y="2268700"/>
                  </a:lnTo>
                  <a:lnTo>
                    <a:pt x="707255" y="2268311"/>
                  </a:lnTo>
                  <a:lnTo>
                    <a:pt x="708326" y="2267922"/>
                  </a:lnTo>
                  <a:lnTo>
                    <a:pt x="709398" y="2267533"/>
                  </a:lnTo>
                  <a:lnTo>
                    <a:pt x="710469" y="2267143"/>
                  </a:lnTo>
                  <a:lnTo>
                    <a:pt x="711541" y="2266753"/>
                  </a:lnTo>
                  <a:lnTo>
                    <a:pt x="712613" y="2266363"/>
                  </a:lnTo>
                  <a:lnTo>
                    <a:pt x="713684" y="2265972"/>
                  </a:lnTo>
                  <a:lnTo>
                    <a:pt x="714756" y="2265582"/>
                  </a:lnTo>
                  <a:lnTo>
                    <a:pt x="715827" y="2265190"/>
                  </a:lnTo>
                  <a:lnTo>
                    <a:pt x="716899" y="2264799"/>
                  </a:lnTo>
                  <a:lnTo>
                    <a:pt x="717971" y="2264407"/>
                  </a:lnTo>
                  <a:lnTo>
                    <a:pt x="719042" y="2264016"/>
                  </a:lnTo>
                  <a:lnTo>
                    <a:pt x="720114" y="2263623"/>
                  </a:lnTo>
                  <a:lnTo>
                    <a:pt x="721185" y="2263231"/>
                  </a:lnTo>
                  <a:lnTo>
                    <a:pt x="722257" y="2262838"/>
                  </a:lnTo>
                  <a:lnTo>
                    <a:pt x="723329" y="2262445"/>
                  </a:lnTo>
                  <a:lnTo>
                    <a:pt x="724400" y="2262052"/>
                  </a:lnTo>
                  <a:lnTo>
                    <a:pt x="725472" y="2261658"/>
                  </a:lnTo>
                  <a:lnTo>
                    <a:pt x="726543" y="2261265"/>
                  </a:lnTo>
                  <a:lnTo>
                    <a:pt x="727615" y="2260871"/>
                  </a:lnTo>
                  <a:lnTo>
                    <a:pt x="728687" y="2260476"/>
                  </a:lnTo>
                  <a:lnTo>
                    <a:pt x="729758" y="2260082"/>
                  </a:lnTo>
                  <a:lnTo>
                    <a:pt x="730830" y="2259687"/>
                  </a:lnTo>
                  <a:lnTo>
                    <a:pt x="731901" y="2259292"/>
                  </a:lnTo>
                  <a:lnTo>
                    <a:pt x="732973" y="2258897"/>
                  </a:lnTo>
                  <a:lnTo>
                    <a:pt x="734045" y="2258501"/>
                  </a:lnTo>
                  <a:lnTo>
                    <a:pt x="735116" y="2258105"/>
                  </a:lnTo>
                  <a:lnTo>
                    <a:pt x="736188" y="2257709"/>
                  </a:lnTo>
                  <a:lnTo>
                    <a:pt x="737259" y="2257313"/>
                  </a:lnTo>
                  <a:lnTo>
                    <a:pt x="738331" y="2256917"/>
                  </a:lnTo>
                  <a:lnTo>
                    <a:pt x="739403" y="2256520"/>
                  </a:lnTo>
                  <a:lnTo>
                    <a:pt x="740474" y="2256123"/>
                  </a:lnTo>
                  <a:lnTo>
                    <a:pt x="741546" y="2255726"/>
                  </a:lnTo>
                  <a:lnTo>
                    <a:pt x="742617" y="2255329"/>
                  </a:lnTo>
                  <a:lnTo>
                    <a:pt x="743689" y="2254931"/>
                  </a:lnTo>
                  <a:lnTo>
                    <a:pt x="744761" y="2254533"/>
                  </a:lnTo>
                  <a:lnTo>
                    <a:pt x="745832" y="2254135"/>
                  </a:lnTo>
                  <a:lnTo>
                    <a:pt x="746904" y="2253737"/>
                  </a:lnTo>
                  <a:lnTo>
                    <a:pt x="747975" y="2253339"/>
                  </a:lnTo>
                  <a:lnTo>
                    <a:pt x="749047" y="2252940"/>
                  </a:lnTo>
                  <a:lnTo>
                    <a:pt x="750119" y="2252541"/>
                  </a:lnTo>
                  <a:lnTo>
                    <a:pt x="751190" y="2252142"/>
                  </a:lnTo>
                  <a:lnTo>
                    <a:pt x="752262" y="2251743"/>
                  </a:lnTo>
                  <a:lnTo>
                    <a:pt x="753333" y="2251343"/>
                  </a:lnTo>
                  <a:lnTo>
                    <a:pt x="754405" y="2250944"/>
                  </a:lnTo>
                  <a:lnTo>
                    <a:pt x="755477" y="2250544"/>
                  </a:lnTo>
                  <a:lnTo>
                    <a:pt x="756548" y="2250144"/>
                  </a:lnTo>
                  <a:lnTo>
                    <a:pt x="757620" y="2249743"/>
                  </a:lnTo>
                  <a:lnTo>
                    <a:pt x="758691" y="2249343"/>
                  </a:lnTo>
                  <a:lnTo>
                    <a:pt x="759763" y="2248942"/>
                  </a:lnTo>
                  <a:lnTo>
                    <a:pt x="760835" y="2248542"/>
                  </a:lnTo>
                  <a:lnTo>
                    <a:pt x="761906" y="2248141"/>
                  </a:lnTo>
                  <a:lnTo>
                    <a:pt x="762978" y="2247740"/>
                  </a:lnTo>
                  <a:lnTo>
                    <a:pt x="764049" y="2247338"/>
                  </a:lnTo>
                  <a:lnTo>
                    <a:pt x="765121" y="2246937"/>
                  </a:lnTo>
                  <a:lnTo>
                    <a:pt x="766193" y="2246535"/>
                  </a:lnTo>
                  <a:lnTo>
                    <a:pt x="767264" y="2246133"/>
                  </a:lnTo>
                  <a:lnTo>
                    <a:pt x="768336" y="2245731"/>
                  </a:lnTo>
                  <a:lnTo>
                    <a:pt x="769407" y="2245329"/>
                  </a:lnTo>
                  <a:lnTo>
                    <a:pt x="770479" y="2244927"/>
                  </a:lnTo>
                  <a:lnTo>
                    <a:pt x="771551" y="2244525"/>
                  </a:lnTo>
                  <a:lnTo>
                    <a:pt x="772622" y="2244122"/>
                  </a:lnTo>
                  <a:lnTo>
                    <a:pt x="773694" y="2243719"/>
                  </a:lnTo>
                  <a:lnTo>
                    <a:pt x="774765" y="2243317"/>
                  </a:lnTo>
                  <a:lnTo>
                    <a:pt x="775837" y="2242914"/>
                  </a:lnTo>
                  <a:lnTo>
                    <a:pt x="776909" y="2242510"/>
                  </a:lnTo>
                  <a:lnTo>
                    <a:pt x="777980" y="2242107"/>
                  </a:lnTo>
                  <a:lnTo>
                    <a:pt x="779052" y="2241704"/>
                  </a:lnTo>
                  <a:lnTo>
                    <a:pt x="780123" y="2241300"/>
                  </a:lnTo>
                  <a:lnTo>
                    <a:pt x="781195" y="2240897"/>
                  </a:lnTo>
                  <a:lnTo>
                    <a:pt x="782267" y="2240493"/>
                  </a:lnTo>
                  <a:lnTo>
                    <a:pt x="783338" y="2240089"/>
                  </a:lnTo>
                  <a:lnTo>
                    <a:pt x="784410" y="2239685"/>
                  </a:lnTo>
                  <a:lnTo>
                    <a:pt x="785481" y="2239281"/>
                  </a:lnTo>
                  <a:lnTo>
                    <a:pt x="786553" y="2238876"/>
                  </a:lnTo>
                  <a:lnTo>
                    <a:pt x="787625" y="2238472"/>
                  </a:lnTo>
                  <a:lnTo>
                    <a:pt x="788696" y="2238068"/>
                  </a:lnTo>
                  <a:lnTo>
                    <a:pt x="789768" y="2237663"/>
                  </a:lnTo>
                  <a:lnTo>
                    <a:pt x="790839" y="2237258"/>
                  </a:lnTo>
                  <a:lnTo>
                    <a:pt x="791911" y="2236853"/>
                  </a:lnTo>
                  <a:lnTo>
                    <a:pt x="792983" y="2236449"/>
                  </a:lnTo>
                  <a:lnTo>
                    <a:pt x="794054" y="2236044"/>
                  </a:lnTo>
                  <a:lnTo>
                    <a:pt x="795126" y="2235639"/>
                  </a:lnTo>
                  <a:lnTo>
                    <a:pt x="796197" y="2235233"/>
                  </a:lnTo>
                  <a:lnTo>
                    <a:pt x="797269" y="2234828"/>
                  </a:lnTo>
                  <a:lnTo>
                    <a:pt x="798341" y="2234423"/>
                  </a:lnTo>
                  <a:lnTo>
                    <a:pt x="799412" y="2234017"/>
                  </a:lnTo>
                  <a:lnTo>
                    <a:pt x="800484" y="2233612"/>
                  </a:lnTo>
                  <a:lnTo>
                    <a:pt x="801555" y="2233206"/>
                  </a:lnTo>
                  <a:lnTo>
                    <a:pt x="802627" y="2232801"/>
                  </a:lnTo>
                  <a:lnTo>
                    <a:pt x="803699" y="2232395"/>
                  </a:lnTo>
                  <a:lnTo>
                    <a:pt x="804770" y="2231989"/>
                  </a:lnTo>
                  <a:lnTo>
                    <a:pt x="805842" y="2231583"/>
                  </a:lnTo>
                  <a:lnTo>
                    <a:pt x="806913" y="2231177"/>
                  </a:lnTo>
                  <a:lnTo>
                    <a:pt x="807985" y="2230772"/>
                  </a:lnTo>
                  <a:lnTo>
                    <a:pt x="809057" y="2230366"/>
                  </a:lnTo>
                  <a:lnTo>
                    <a:pt x="810128" y="2229959"/>
                  </a:lnTo>
                  <a:lnTo>
                    <a:pt x="811200" y="2229553"/>
                  </a:lnTo>
                  <a:lnTo>
                    <a:pt x="812271" y="2229147"/>
                  </a:lnTo>
                  <a:lnTo>
                    <a:pt x="813343" y="2228741"/>
                  </a:lnTo>
                  <a:lnTo>
                    <a:pt x="814415" y="2228335"/>
                  </a:lnTo>
                  <a:lnTo>
                    <a:pt x="815486" y="2227929"/>
                  </a:lnTo>
                  <a:lnTo>
                    <a:pt x="816558" y="2227522"/>
                  </a:lnTo>
                  <a:lnTo>
                    <a:pt x="817629" y="2227116"/>
                  </a:lnTo>
                  <a:lnTo>
                    <a:pt x="818701" y="2226710"/>
                  </a:lnTo>
                  <a:lnTo>
                    <a:pt x="819773" y="2226303"/>
                  </a:lnTo>
                  <a:lnTo>
                    <a:pt x="820844" y="2225897"/>
                  </a:lnTo>
                  <a:lnTo>
                    <a:pt x="821916" y="2225490"/>
                  </a:lnTo>
                  <a:lnTo>
                    <a:pt x="822987" y="2225084"/>
                  </a:lnTo>
                  <a:lnTo>
                    <a:pt x="824059" y="2224677"/>
                  </a:lnTo>
                  <a:lnTo>
                    <a:pt x="825131" y="2224271"/>
                  </a:lnTo>
                  <a:lnTo>
                    <a:pt x="826202" y="2223864"/>
                  </a:lnTo>
                  <a:lnTo>
                    <a:pt x="827274" y="2223458"/>
                  </a:lnTo>
                  <a:lnTo>
                    <a:pt x="828345" y="2223051"/>
                  </a:lnTo>
                  <a:lnTo>
                    <a:pt x="829417" y="2222645"/>
                  </a:lnTo>
                  <a:lnTo>
                    <a:pt x="830489" y="2222239"/>
                  </a:lnTo>
                  <a:lnTo>
                    <a:pt x="831560" y="2221832"/>
                  </a:lnTo>
                  <a:lnTo>
                    <a:pt x="832632" y="2221426"/>
                  </a:lnTo>
                  <a:lnTo>
                    <a:pt x="833703" y="2221019"/>
                  </a:lnTo>
                  <a:lnTo>
                    <a:pt x="834775" y="2220613"/>
                  </a:lnTo>
                  <a:lnTo>
                    <a:pt x="835847" y="2220206"/>
                  </a:lnTo>
                  <a:lnTo>
                    <a:pt x="836918" y="2219800"/>
                  </a:lnTo>
                  <a:lnTo>
                    <a:pt x="837990" y="2219394"/>
                  </a:lnTo>
                  <a:lnTo>
                    <a:pt x="839061" y="2218987"/>
                  </a:lnTo>
                  <a:lnTo>
                    <a:pt x="840133" y="2218581"/>
                  </a:lnTo>
                  <a:lnTo>
                    <a:pt x="841205" y="2218175"/>
                  </a:lnTo>
                  <a:lnTo>
                    <a:pt x="842276" y="2217768"/>
                  </a:lnTo>
                  <a:lnTo>
                    <a:pt x="843348" y="2217362"/>
                  </a:lnTo>
                  <a:lnTo>
                    <a:pt x="844419" y="2216956"/>
                  </a:lnTo>
                  <a:lnTo>
                    <a:pt x="845491" y="2216550"/>
                  </a:lnTo>
                  <a:lnTo>
                    <a:pt x="846563" y="2216144"/>
                  </a:lnTo>
                  <a:lnTo>
                    <a:pt x="847634" y="2215738"/>
                  </a:lnTo>
                  <a:lnTo>
                    <a:pt x="848706" y="2215332"/>
                  </a:lnTo>
                  <a:lnTo>
                    <a:pt x="849777" y="2214926"/>
                  </a:lnTo>
                  <a:lnTo>
                    <a:pt x="850849" y="2214520"/>
                  </a:lnTo>
                  <a:lnTo>
                    <a:pt x="851921" y="2214114"/>
                  </a:lnTo>
                  <a:lnTo>
                    <a:pt x="852992" y="2213709"/>
                  </a:lnTo>
                  <a:lnTo>
                    <a:pt x="854064" y="2213303"/>
                  </a:lnTo>
                  <a:lnTo>
                    <a:pt x="855135" y="2212898"/>
                  </a:lnTo>
                  <a:lnTo>
                    <a:pt x="856207" y="2212492"/>
                  </a:lnTo>
                  <a:lnTo>
                    <a:pt x="857279" y="2212087"/>
                  </a:lnTo>
                  <a:lnTo>
                    <a:pt x="858350" y="2211681"/>
                  </a:lnTo>
                  <a:lnTo>
                    <a:pt x="859422" y="2211276"/>
                  </a:lnTo>
                  <a:lnTo>
                    <a:pt x="860493" y="2210871"/>
                  </a:lnTo>
                  <a:lnTo>
                    <a:pt x="861565" y="2210466"/>
                  </a:lnTo>
                  <a:lnTo>
                    <a:pt x="862637" y="2210061"/>
                  </a:lnTo>
                  <a:lnTo>
                    <a:pt x="863708" y="2209656"/>
                  </a:lnTo>
                  <a:lnTo>
                    <a:pt x="864780" y="2209252"/>
                  </a:lnTo>
                  <a:lnTo>
                    <a:pt x="865851" y="2208847"/>
                  </a:lnTo>
                  <a:lnTo>
                    <a:pt x="866923" y="2208442"/>
                  </a:lnTo>
                  <a:lnTo>
                    <a:pt x="867995" y="2208038"/>
                  </a:lnTo>
                  <a:lnTo>
                    <a:pt x="869066" y="2207634"/>
                  </a:lnTo>
                  <a:lnTo>
                    <a:pt x="870138" y="2207229"/>
                  </a:lnTo>
                  <a:lnTo>
                    <a:pt x="871209" y="2206825"/>
                  </a:lnTo>
                  <a:lnTo>
                    <a:pt x="872281" y="2206421"/>
                  </a:lnTo>
                  <a:lnTo>
                    <a:pt x="873353" y="2206018"/>
                  </a:lnTo>
                  <a:lnTo>
                    <a:pt x="874424" y="2205614"/>
                  </a:lnTo>
                  <a:lnTo>
                    <a:pt x="875496" y="2205210"/>
                  </a:lnTo>
                  <a:lnTo>
                    <a:pt x="876567" y="2204807"/>
                  </a:lnTo>
                  <a:lnTo>
                    <a:pt x="877639" y="2204404"/>
                  </a:lnTo>
                  <a:lnTo>
                    <a:pt x="878711" y="2204001"/>
                  </a:lnTo>
                  <a:lnTo>
                    <a:pt x="879782" y="2203598"/>
                  </a:lnTo>
                  <a:lnTo>
                    <a:pt x="880854" y="2203195"/>
                  </a:lnTo>
                  <a:lnTo>
                    <a:pt x="881925" y="2202792"/>
                  </a:lnTo>
                  <a:lnTo>
                    <a:pt x="882997" y="2202390"/>
                  </a:lnTo>
                  <a:lnTo>
                    <a:pt x="884069" y="2201987"/>
                  </a:lnTo>
                  <a:lnTo>
                    <a:pt x="885140" y="2201585"/>
                  </a:lnTo>
                  <a:lnTo>
                    <a:pt x="886212" y="2201183"/>
                  </a:lnTo>
                  <a:lnTo>
                    <a:pt x="887283" y="2200781"/>
                  </a:lnTo>
                  <a:lnTo>
                    <a:pt x="888355" y="2200380"/>
                  </a:lnTo>
                  <a:lnTo>
                    <a:pt x="889426" y="2199978"/>
                  </a:lnTo>
                  <a:lnTo>
                    <a:pt x="890498" y="2199577"/>
                  </a:lnTo>
                  <a:lnTo>
                    <a:pt x="891570" y="2199175"/>
                  </a:lnTo>
                  <a:lnTo>
                    <a:pt x="892641" y="2198775"/>
                  </a:lnTo>
                  <a:lnTo>
                    <a:pt x="893713" y="2198374"/>
                  </a:lnTo>
                  <a:lnTo>
                    <a:pt x="894784" y="2197973"/>
                  </a:lnTo>
                  <a:lnTo>
                    <a:pt x="895856" y="2197573"/>
                  </a:lnTo>
                  <a:lnTo>
                    <a:pt x="896928" y="2197173"/>
                  </a:lnTo>
                  <a:lnTo>
                    <a:pt x="897999" y="2196773"/>
                  </a:lnTo>
                  <a:lnTo>
                    <a:pt x="899071" y="2196373"/>
                  </a:lnTo>
                  <a:lnTo>
                    <a:pt x="900142" y="2195973"/>
                  </a:lnTo>
                  <a:lnTo>
                    <a:pt x="901214" y="2195574"/>
                  </a:lnTo>
                  <a:lnTo>
                    <a:pt x="902286" y="2195175"/>
                  </a:lnTo>
                  <a:lnTo>
                    <a:pt x="903357" y="2194776"/>
                  </a:lnTo>
                  <a:lnTo>
                    <a:pt x="904429" y="2194377"/>
                  </a:lnTo>
                  <a:lnTo>
                    <a:pt x="905500" y="2193978"/>
                  </a:lnTo>
                  <a:lnTo>
                    <a:pt x="906572" y="2193580"/>
                  </a:lnTo>
                  <a:lnTo>
                    <a:pt x="907644" y="2193182"/>
                  </a:lnTo>
                  <a:lnTo>
                    <a:pt x="908715" y="2192784"/>
                  </a:lnTo>
                  <a:lnTo>
                    <a:pt x="909787" y="2192387"/>
                  </a:lnTo>
                  <a:lnTo>
                    <a:pt x="910858" y="2191989"/>
                  </a:lnTo>
                  <a:lnTo>
                    <a:pt x="911930" y="2191592"/>
                  </a:lnTo>
                  <a:lnTo>
                    <a:pt x="913002" y="2191195"/>
                  </a:lnTo>
                  <a:lnTo>
                    <a:pt x="914073" y="2190799"/>
                  </a:lnTo>
                  <a:lnTo>
                    <a:pt x="915145" y="2190402"/>
                  </a:lnTo>
                  <a:lnTo>
                    <a:pt x="916216" y="2190006"/>
                  </a:lnTo>
                  <a:lnTo>
                    <a:pt x="917288" y="2189610"/>
                  </a:lnTo>
                  <a:lnTo>
                    <a:pt x="918360" y="2189215"/>
                  </a:lnTo>
                  <a:lnTo>
                    <a:pt x="919431" y="2188819"/>
                  </a:lnTo>
                  <a:lnTo>
                    <a:pt x="920503" y="2188424"/>
                  </a:lnTo>
                  <a:lnTo>
                    <a:pt x="921574" y="2188029"/>
                  </a:lnTo>
                  <a:lnTo>
                    <a:pt x="922646" y="2187635"/>
                  </a:lnTo>
                  <a:lnTo>
                    <a:pt x="923718" y="2187240"/>
                  </a:lnTo>
                  <a:lnTo>
                    <a:pt x="924789" y="2186846"/>
                  </a:lnTo>
                  <a:lnTo>
                    <a:pt x="925861" y="2186452"/>
                  </a:lnTo>
                  <a:lnTo>
                    <a:pt x="926932" y="2186058"/>
                  </a:lnTo>
                  <a:lnTo>
                    <a:pt x="928004" y="2185665"/>
                  </a:lnTo>
                  <a:lnTo>
                    <a:pt x="929076" y="2185272"/>
                  </a:lnTo>
                  <a:lnTo>
                    <a:pt x="930147" y="2184879"/>
                  </a:lnTo>
                  <a:lnTo>
                    <a:pt x="931219" y="2184486"/>
                  </a:lnTo>
                  <a:lnTo>
                    <a:pt x="932290" y="2184093"/>
                  </a:lnTo>
                  <a:lnTo>
                    <a:pt x="933362" y="2183701"/>
                  </a:lnTo>
                  <a:lnTo>
                    <a:pt x="934434" y="2183309"/>
                  </a:lnTo>
                  <a:lnTo>
                    <a:pt x="935505" y="2182917"/>
                  </a:lnTo>
                  <a:lnTo>
                    <a:pt x="936577" y="2182525"/>
                  </a:lnTo>
                  <a:lnTo>
                    <a:pt x="937648" y="2182134"/>
                  </a:lnTo>
                  <a:lnTo>
                    <a:pt x="938720" y="2181743"/>
                  </a:lnTo>
                  <a:lnTo>
                    <a:pt x="939792" y="2181352"/>
                  </a:lnTo>
                  <a:lnTo>
                    <a:pt x="940863" y="2180961"/>
                  </a:lnTo>
                  <a:lnTo>
                    <a:pt x="941935" y="2180571"/>
                  </a:lnTo>
                  <a:lnTo>
                    <a:pt x="943006" y="2180180"/>
                  </a:lnTo>
                  <a:lnTo>
                    <a:pt x="944078" y="2179790"/>
                  </a:lnTo>
                  <a:lnTo>
                    <a:pt x="945150" y="2179401"/>
                  </a:lnTo>
                  <a:lnTo>
                    <a:pt x="946221" y="2179011"/>
                  </a:lnTo>
                  <a:lnTo>
                    <a:pt x="947293" y="2178622"/>
                  </a:lnTo>
                  <a:lnTo>
                    <a:pt x="948364" y="2178232"/>
                  </a:lnTo>
                  <a:lnTo>
                    <a:pt x="949436" y="2177843"/>
                  </a:lnTo>
                  <a:lnTo>
                    <a:pt x="950508" y="2177455"/>
                  </a:lnTo>
                  <a:lnTo>
                    <a:pt x="951579" y="2177066"/>
                  </a:lnTo>
                  <a:lnTo>
                    <a:pt x="952651" y="2176678"/>
                  </a:lnTo>
                  <a:lnTo>
                    <a:pt x="953722" y="2176290"/>
                  </a:lnTo>
                  <a:lnTo>
                    <a:pt x="954794" y="2175902"/>
                  </a:lnTo>
                  <a:lnTo>
                    <a:pt x="955866" y="2175514"/>
                  </a:lnTo>
                  <a:lnTo>
                    <a:pt x="956937" y="2175127"/>
                  </a:lnTo>
                  <a:lnTo>
                    <a:pt x="958009" y="2174740"/>
                  </a:lnTo>
                  <a:lnTo>
                    <a:pt x="959080" y="2174353"/>
                  </a:lnTo>
                  <a:lnTo>
                    <a:pt x="960152" y="2173966"/>
                  </a:lnTo>
                  <a:lnTo>
                    <a:pt x="961224" y="2173579"/>
                  </a:lnTo>
                  <a:lnTo>
                    <a:pt x="962295" y="2173193"/>
                  </a:lnTo>
                  <a:lnTo>
                    <a:pt x="963367" y="2172807"/>
                  </a:lnTo>
                  <a:lnTo>
                    <a:pt x="964438" y="2172421"/>
                  </a:lnTo>
                  <a:lnTo>
                    <a:pt x="965510" y="2172035"/>
                  </a:lnTo>
                  <a:lnTo>
                    <a:pt x="966582" y="2171649"/>
                  </a:lnTo>
                  <a:lnTo>
                    <a:pt x="967653" y="2171264"/>
                  </a:lnTo>
                  <a:lnTo>
                    <a:pt x="968725" y="2170879"/>
                  </a:lnTo>
                  <a:lnTo>
                    <a:pt x="969796" y="2170494"/>
                  </a:lnTo>
                  <a:lnTo>
                    <a:pt x="970868" y="2170109"/>
                  </a:lnTo>
                  <a:lnTo>
                    <a:pt x="971940" y="2169724"/>
                  </a:lnTo>
                  <a:lnTo>
                    <a:pt x="973011" y="2169340"/>
                  </a:lnTo>
                  <a:lnTo>
                    <a:pt x="974083" y="2168956"/>
                  </a:lnTo>
                  <a:lnTo>
                    <a:pt x="975154" y="2168572"/>
                  </a:lnTo>
                  <a:lnTo>
                    <a:pt x="976226" y="2168188"/>
                  </a:lnTo>
                  <a:lnTo>
                    <a:pt x="977298" y="2167804"/>
                  </a:lnTo>
                  <a:lnTo>
                    <a:pt x="978369" y="2167421"/>
                  </a:lnTo>
                  <a:lnTo>
                    <a:pt x="979441" y="2167037"/>
                  </a:lnTo>
                  <a:lnTo>
                    <a:pt x="980512" y="2166654"/>
                  </a:lnTo>
                  <a:lnTo>
                    <a:pt x="981584" y="2166271"/>
                  </a:lnTo>
                  <a:lnTo>
                    <a:pt x="982656" y="2165889"/>
                  </a:lnTo>
                  <a:lnTo>
                    <a:pt x="983727" y="2165506"/>
                  </a:lnTo>
                  <a:lnTo>
                    <a:pt x="984799" y="2165124"/>
                  </a:lnTo>
                  <a:lnTo>
                    <a:pt x="985870" y="2164741"/>
                  </a:lnTo>
                  <a:lnTo>
                    <a:pt x="986942" y="2164359"/>
                  </a:lnTo>
                  <a:lnTo>
                    <a:pt x="988014" y="2163977"/>
                  </a:lnTo>
                  <a:lnTo>
                    <a:pt x="989085" y="2163596"/>
                  </a:lnTo>
                  <a:lnTo>
                    <a:pt x="990157" y="2163214"/>
                  </a:lnTo>
                  <a:lnTo>
                    <a:pt x="991228" y="2162833"/>
                  </a:lnTo>
                  <a:lnTo>
                    <a:pt x="992300" y="2162452"/>
                  </a:lnTo>
                  <a:lnTo>
                    <a:pt x="993372" y="2162071"/>
                  </a:lnTo>
                  <a:lnTo>
                    <a:pt x="994443" y="2161690"/>
                  </a:lnTo>
                  <a:lnTo>
                    <a:pt x="995515" y="2161309"/>
                  </a:lnTo>
                  <a:lnTo>
                    <a:pt x="996586" y="2160929"/>
                  </a:lnTo>
                  <a:lnTo>
                    <a:pt x="997658" y="2160548"/>
                  </a:lnTo>
                  <a:lnTo>
                    <a:pt x="998730" y="2160168"/>
                  </a:lnTo>
                  <a:lnTo>
                    <a:pt x="999801" y="2159788"/>
                  </a:lnTo>
                  <a:lnTo>
                    <a:pt x="1000873" y="2159408"/>
                  </a:lnTo>
                  <a:lnTo>
                    <a:pt x="1001944" y="2159028"/>
                  </a:lnTo>
                  <a:lnTo>
                    <a:pt x="1003016" y="2158649"/>
                  </a:lnTo>
                  <a:lnTo>
                    <a:pt x="1004088" y="2158269"/>
                  </a:lnTo>
                  <a:lnTo>
                    <a:pt x="1005159" y="2157890"/>
                  </a:lnTo>
                  <a:lnTo>
                    <a:pt x="1006231" y="2157511"/>
                  </a:lnTo>
                  <a:lnTo>
                    <a:pt x="1007302" y="2157132"/>
                  </a:lnTo>
                  <a:lnTo>
                    <a:pt x="1008374" y="2156753"/>
                  </a:lnTo>
                  <a:lnTo>
                    <a:pt x="1009446" y="2156374"/>
                  </a:lnTo>
                  <a:lnTo>
                    <a:pt x="1010517" y="2155996"/>
                  </a:lnTo>
                  <a:lnTo>
                    <a:pt x="1011589" y="2155617"/>
                  </a:lnTo>
                  <a:lnTo>
                    <a:pt x="1012660" y="2155239"/>
                  </a:lnTo>
                  <a:lnTo>
                    <a:pt x="1013732" y="2154861"/>
                  </a:lnTo>
                  <a:lnTo>
                    <a:pt x="1014804" y="2154483"/>
                  </a:lnTo>
                  <a:lnTo>
                    <a:pt x="1015875" y="2154105"/>
                  </a:lnTo>
                  <a:lnTo>
                    <a:pt x="1016947" y="2153727"/>
                  </a:lnTo>
                  <a:lnTo>
                    <a:pt x="1018018" y="2153350"/>
                  </a:lnTo>
                  <a:lnTo>
                    <a:pt x="1019090" y="2152972"/>
                  </a:lnTo>
                  <a:lnTo>
                    <a:pt x="1020162" y="2152595"/>
                  </a:lnTo>
                  <a:lnTo>
                    <a:pt x="1021233" y="2152217"/>
                  </a:lnTo>
                  <a:lnTo>
                    <a:pt x="1022305" y="2151840"/>
                  </a:lnTo>
                  <a:lnTo>
                    <a:pt x="1023376" y="2151463"/>
                  </a:lnTo>
                  <a:lnTo>
                    <a:pt x="1024448" y="2151086"/>
                  </a:lnTo>
                  <a:lnTo>
                    <a:pt x="1025520" y="2150710"/>
                  </a:lnTo>
                  <a:lnTo>
                    <a:pt x="1026591" y="2150333"/>
                  </a:lnTo>
                  <a:lnTo>
                    <a:pt x="1027663" y="2149956"/>
                  </a:lnTo>
                  <a:lnTo>
                    <a:pt x="1028734" y="2149580"/>
                  </a:lnTo>
                  <a:lnTo>
                    <a:pt x="1029806" y="2149203"/>
                  </a:lnTo>
                  <a:lnTo>
                    <a:pt x="1030878" y="2148827"/>
                  </a:lnTo>
                  <a:lnTo>
                    <a:pt x="1031949" y="2148451"/>
                  </a:lnTo>
                  <a:lnTo>
                    <a:pt x="1033021" y="2148075"/>
                  </a:lnTo>
                  <a:lnTo>
                    <a:pt x="1034092" y="2147699"/>
                  </a:lnTo>
                  <a:lnTo>
                    <a:pt x="1035164" y="2147323"/>
                  </a:lnTo>
                  <a:lnTo>
                    <a:pt x="1036236" y="2146947"/>
                  </a:lnTo>
                  <a:lnTo>
                    <a:pt x="1037307" y="2146572"/>
                  </a:lnTo>
                  <a:lnTo>
                    <a:pt x="1038379" y="2146196"/>
                  </a:lnTo>
                  <a:lnTo>
                    <a:pt x="1039450" y="2145821"/>
                  </a:lnTo>
                  <a:lnTo>
                    <a:pt x="1040522" y="2145445"/>
                  </a:lnTo>
                  <a:lnTo>
                    <a:pt x="1041594" y="2145070"/>
                  </a:lnTo>
                  <a:lnTo>
                    <a:pt x="1042665" y="2144695"/>
                  </a:lnTo>
                  <a:lnTo>
                    <a:pt x="1043737" y="2144320"/>
                  </a:lnTo>
                  <a:lnTo>
                    <a:pt x="1044808" y="2143945"/>
                  </a:lnTo>
                  <a:lnTo>
                    <a:pt x="1045880" y="2143570"/>
                  </a:lnTo>
                  <a:lnTo>
                    <a:pt x="1046952" y="2143195"/>
                  </a:lnTo>
                  <a:lnTo>
                    <a:pt x="1048023" y="2142820"/>
                  </a:lnTo>
                  <a:lnTo>
                    <a:pt x="1049095" y="2142445"/>
                  </a:lnTo>
                  <a:lnTo>
                    <a:pt x="1050166" y="2142070"/>
                  </a:lnTo>
                  <a:lnTo>
                    <a:pt x="1051238" y="2141696"/>
                  </a:lnTo>
                  <a:lnTo>
                    <a:pt x="1052310" y="2141321"/>
                  </a:lnTo>
                  <a:lnTo>
                    <a:pt x="1053381" y="2140947"/>
                  </a:lnTo>
                  <a:lnTo>
                    <a:pt x="1054453" y="2140572"/>
                  </a:lnTo>
                  <a:lnTo>
                    <a:pt x="1055524" y="2140198"/>
                  </a:lnTo>
                  <a:lnTo>
                    <a:pt x="1056596" y="2139823"/>
                  </a:lnTo>
                  <a:lnTo>
                    <a:pt x="1057668" y="2139449"/>
                  </a:lnTo>
                  <a:lnTo>
                    <a:pt x="1058739" y="2139075"/>
                  </a:lnTo>
                  <a:lnTo>
                    <a:pt x="1059811" y="2138701"/>
                  </a:lnTo>
                  <a:lnTo>
                    <a:pt x="1060882" y="2138326"/>
                  </a:lnTo>
                  <a:lnTo>
                    <a:pt x="1061954" y="2137952"/>
                  </a:lnTo>
                  <a:lnTo>
                    <a:pt x="1063026" y="2137578"/>
                  </a:lnTo>
                  <a:lnTo>
                    <a:pt x="1064097" y="2137204"/>
                  </a:lnTo>
                  <a:lnTo>
                    <a:pt x="1065169" y="2136830"/>
                  </a:lnTo>
                  <a:lnTo>
                    <a:pt x="1066240" y="2136456"/>
                  </a:lnTo>
                  <a:lnTo>
                    <a:pt x="1067312" y="2136082"/>
                  </a:lnTo>
                  <a:lnTo>
                    <a:pt x="1068383" y="2135709"/>
                  </a:lnTo>
                  <a:lnTo>
                    <a:pt x="1069455" y="2135335"/>
                  </a:lnTo>
                  <a:lnTo>
                    <a:pt x="1070527" y="2134961"/>
                  </a:lnTo>
                  <a:lnTo>
                    <a:pt x="1071598" y="2134587"/>
                  </a:lnTo>
                  <a:lnTo>
                    <a:pt x="1072670" y="2134213"/>
                  </a:lnTo>
                  <a:lnTo>
                    <a:pt x="1073741" y="2133839"/>
                  </a:lnTo>
                  <a:lnTo>
                    <a:pt x="1074813" y="2133466"/>
                  </a:lnTo>
                  <a:lnTo>
                    <a:pt x="1075885" y="2133092"/>
                  </a:lnTo>
                  <a:lnTo>
                    <a:pt x="1076956" y="2132718"/>
                  </a:lnTo>
                  <a:lnTo>
                    <a:pt x="1078028" y="2132344"/>
                  </a:lnTo>
                  <a:lnTo>
                    <a:pt x="1079099" y="2131971"/>
                  </a:lnTo>
                  <a:lnTo>
                    <a:pt x="1080171" y="2131597"/>
                  </a:lnTo>
                  <a:lnTo>
                    <a:pt x="1081243" y="2131223"/>
                  </a:lnTo>
                  <a:lnTo>
                    <a:pt x="1082314" y="2130850"/>
                  </a:lnTo>
                  <a:lnTo>
                    <a:pt x="1083386" y="2130476"/>
                  </a:lnTo>
                  <a:lnTo>
                    <a:pt x="1084457" y="2130102"/>
                  </a:lnTo>
                  <a:lnTo>
                    <a:pt x="1085529" y="2129728"/>
                  </a:lnTo>
                  <a:lnTo>
                    <a:pt x="1086601" y="2129355"/>
                  </a:lnTo>
                  <a:lnTo>
                    <a:pt x="1087672" y="2128981"/>
                  </a:lnTo>
                  <a:lnTo>
                    <a:pt x="1088744" y="2128607"/>
                  </a:lnTo>
                  <a:lnTo>
                    <a:pt x="1089815" y="2128233"/>
                  </a:lnTo>
                  <a:lnTo>
                    <a:pt x="1090887" y="2127860"/>
                  </a:lnTo>
                  <a:lnTo>
                    <a:pt x="1091959" y="2127486"/>
                  </a:lnTo>
                  <a:lnTo>
                    <a:pt x="1093030" y="2127112"/>
                  </a:lnTo>
                  <a:lnTo>
                    <a:pt x="1094102" y="2126738"/>
                  </a:lnTo>
                  <a:lnTo>
                    <a:pt x="1095173" y="2126364"/>
                  </a:lnTo>
                  <a:lnTo>
                    <a:pt x="1096245" y="2125990"/>
                  </a:lnTo>
                  <a:lnTo>
                    <a:pt x="1097317" y="2125616"/>
                  </a:lnTo>
                  <a:lnTo>
                    <a:pt x="1098388" y="2125242"/>
                  </a:lnTo>
                  <a:lnTo>
                    <a:pt x="1099460" y="2124868"/>
                  </a:lnTo>
                  <a:lnTo>
                    <a:pt x="1100531" y="2124494"/>
                  </a:lnTo>
                  <a:lnTo>
                    <a:pt x="1101603" y="2124120"/>
                  </a:lnTo>
                  <a:lnTo>
                    <a:pt x="1102675" y="2123746"/>
                  </a:lnTo>
                  <a:lnTo>
                    <a:pt x="1103746" y="2123371"/>
                  </a:lnTo>
                  <a:lnTo>
                    <a:pt x="1104818" y="2122997"/>
                  </a:lnTo>
                  <a:lnTo>
                    <a:pt x="1105889" y="2122623"/>
                  </a:lnTo>
                  <a:lnTo>
                    <a:pt x="1106961" y="2122248"/>
                  </a:lnTo>
                  <a:lnTo>
                    <a:pt x="1108033" y="2121874"/>
                  </a:lnTo>
                  <a:lnTo>
                    <a:pt x="1109104" y="2121499"/>
                  </a:lnTo>
                  <a:lnTo>
                    <a:pt x="1110176" y="2121125"/>
                  </a:lnTo>
                  <a:lnTo>
                    <a:pt x="1111247" y="2120750"/>
                  </a:lnTo>
                  <a:lnTo>
                    <a:pt x="1112319" y="2120375"/>
                  </a:lnTo>
                  <a:lnTo>
                    <a:pt x="1113391" y="2120000"/>
                  </a:lnTo>
                  <a:lnTo>
                    <a:pt x="1114462" y="2119625"/>
                  </a:lnTo>
                  <a:lnTo>
                    <a:pt x="1115534" y="2119250"/>
                  </a:lnTo>
                  <a:lnTo>
                    <a:pt x="1116605" y="2118875"/>
                  </a:lnTo>
                  <a:lnTo>
                    <a:pt x="1117677" y="2118500"/>
                  </a:lnTo>
                  <a:lnTo>
                    <a:pt x="1118749" y="2118125"/>
                  </a:lnTo>
                  <a:lnTo>
                    <a:pt x="1119820" y="2117749"/>
                  </a:lnTo>
                  <a:lnTo>
                    <a:pt x="1120892" y="2117374"/>
                  </a:lnTo>
                  <a:lnTo>
                    <a:pt x="1121963" y="2116998"/>
                  </a:lnTo>
                  <a:lnTo>
                    <a:pt x="1123035" y="2116623"/>
                  </a:lnTo>
                  <a:lnTo>
                    <a:pt x="1124107" y="2116247"/>
                  </a:lnTo>
                  <a:lnTo>
                    <a:pt x="1125178" y="2115871"/>
                  </a:lnTo>
                  <a:lnTo>
                    <a:pt x="1126250" y="2115495"/>
                  </a:lnTo>
                  <a:lnTo>
                    <a:pt x="1127321" y="2115119"/>
                  </a:lnTo>
                  <a:lnTo>
                    <a:pt x="1128393" y="2114743"/>
                  </a:lnTo>
                  <a:lnTo>
                    <a:pt x="1129465" y="2114367"/>
                  </a:lnTo>
                  <a:lnTo>
                    <a:pt x="1130536" y="2113990"/>
                  </a:lnTo>
                  <a:lnTo>
                    <a:pt x="1131608" y="2113614"/>
                  </a:lnTo>
                  <a:lnTo>
                    <a:pt x="1132679" y="2113237"/>
                  </a:lnTo>
                  <a:lnTo>
                    <a:pt x="1133751" y="2112860"/>
                  </a:lnTo>
                  <a:lnTo>
                    <a:pt x="1134823" y="2112483"/>
                  </a:lnTo>
                  <a:lnTo>
                    <a:pt x="1135894" y="2112106"/>
                  </a:lnTo>
                  <a:lnTo>
                    <a:pt x="1136966" y="2111729"/>
                  </a:lnTo>
                  <a:lnTo>
                    <a:pt x="1138037" y="2111351"/>
                  </a:lnTo>
                  <a:lnTo>
                    <a:pt x="1139109" y="2110974"/>
                  </a:lnTo>
                  <a:lnTo>
                    <a:pt x="1140181" y="2110596"/>
                  </a:lnTo>
                  <a:lnTo>
                    <a:pt x="1141252" y="2110218"/>
                  </a:lnTo>
                  <a:lnTo>
                    <a:pt x="1142324" y="2109840"/>
                  </a:lnTo>
                  <a:lnTo>
                    <a:pt x="1143395" y="2109462"/>
                  </a:lnTo>
                  <a:lnTo>
                    <a:pt x="1144467" y="2109084"/>
                  </a:lnTo>
                  <a:lnTo>
                    <a:pt x="1145539" y="2108706"/>
                  </a:lnTo>
                  <a:lnTo>
                    <a:pt x="1146610" y="2108327"/>
                  </a:lnTo>
                  <a:lnTo>
                    <a:pt x="1147682" y="2107948"/>
                  </a:lnTo>
                  <a:lnTo>
                    <a:pt x="1148753" y="2107569"/>
                  </a:lnTo>
                  <a:lnTo>
                    <a:pt x="1149825" y="2107190"/>
                  </a:lnTo>
                  <a:lnTo>
                    <a:pt x="1150897" y="2106811"/>
                  </a:lnTo>
                  <a:lnTo>
                    <a:pt x="1151968" y="2106431"/>
                  </a:lnTo>
                  <a:lnTo>
                    <a:pt x="1153040" y="2106052"/>
                  </a:lnTo>
                  <a:lnTo>
                    <a:pt x="1154111" y="2105672"/>
                  </a:lnTo>
                  <a:lnTo>
                    <a:pt x="1155183" y="2105292"/>
                  </a:lnTo>
                  <a:lnTo>
                    <a:pt x="1156255" y="2104912"/>
                  </a:lnTo>
                  <a:lnTo>
                    <a:pt x="1157326" y="2104531"/>
                  </a:lnTo>
                  <a:lnTo>
                    <a:pt x="1158398" y="2104150"/>
                  </a:lnTo>
                  <a:lnTo>
                    <a:pt x="1159469" y="2103770"/>
                  </a:lnTo>
                  <a:lnTo>
                    <a:pt x="1160541" y="2103389"/>
                  </a:lnTo>
                  <a:lnTo>
                    <a:pt x="1161613" y="2103007"/>
                  </a:lnTo>
                  <a:lnTo>
                    <a:pt x="1162684" y="2102626"/>
                  </a:lnTo>
                  <a:lnTo>
                    <a:pt x="1163756" y="2102244"/>
                  </a:lnTo>
                  <a:lnTo>
                    <a:pt x="1164827" y="2101862"/>
                  </a:lnTo>
                  <a:lnTo>
                    <a:pt x="1165899" y="2101480"/>
                  </a:lnTo>
                  <a:lnTo>
                    <a:pt x="1166971" y="2101098"/>
                  </a:lnTo>
                  <a:lnTo>
                    <a:pt x="1168042" y="2100715"/>
                  </a:lnTo>
                  <a:lnTo>
                    <a:pt x="1169114" y="2100333"/>
                  </a:lnTo>
                  <a:lnTo>
                    <a:pt x="1170185" y="2099950"/>
                  </a:lnTo>
                  <a:lnTo>
                    <a:pt x="1171257" y="2099566"/>
                  </a:lnTo>
                  <a:lnTo>
                    <a:pt x="1172329" y="2099183"/>
                  </a:lnTo>
                  <a:lnTo>
                    <a:pt x="1173400" y="2098799"/>
                  </a:lnTo>
                  <a:lnTo>
                    <a:pt x="1174472" y="2098415"/>
                  </a:lnTo>
                  <a:lnTo>
                    <a:pt x="1175543" y="2098031"/>
                  </a:lnTo>
                  <a:lnTo>
                    <a:pt x="1176615" y="2097646"/>
                  </a:lnTo>
                  <a:lnTo>
                    <a:pt x="1177687" y="2097261"/>
                  </a:lnTo>
                  <a:lnTo>
                    <a:pt x="1178758" y="2096876"/>
                  </a:lnTo>
                  <a:lnTo>
                    <a:pt x="1179830" y="2096491"/>
                  </a:lnTo>
                  <a:lnTo>
                    <a:pt x="1180901" y="2096106"/>
                  </a:lnTo>
                  <a:lnTo>
                    <a:pt x="1181973" y="2095720"/>
                  </a:lnTo>
                  <a:lnTo>
                    <a:pt x="1183045" y="2095334"/>
                  </a:lnTo>
                  <a:lnTo>
                    <a:pt x="1184116" y="2094947"/>
                  </a:lnTo>
                  <a:lnTo>
                    <a:pt x="1185188" y="2094561"/>
                  </a:lnTo>
                  <a:lnTo>
                    <a:pt x="1186259" y="2094174"/>
                  </a:lnTo>
                  <a:lnTo>
                    <a:pt x="1187331" y="2093787"/>
                  </a:lnTo>
                  <a:lnTo>
                    <a:pt x="1188403" y="2093399"/>
                  </a:lnTo>
                  <a:lnTo>
                    <a:pt x="1189474" y="2093011"/>
                  </a:lnTo>
                  <a:lnTo>
                    <a:pt x="1190546" y="2092623"/>
                  </a:lnTo>
                  <a:lnTo>
                    <a:pt x="1191617" y="2092235"/>
                  </a:lnTo>
                  <a:lnTo>
                    <a:pt x="1192689" y="2091846"/>
                  </a:lnTo>
                  <a:lnTo>
                    <a:pt x="1193761" y="2091457"/>
                  </a:lnTo>
                  <a:lnTo>
                    <a:pt x="1194832" y="2091068"/>
                  </a:lnTo>
                  <a:lnTo>
                    <a:pt x="1195904" y="2090678"/>
                  </a:lnTo>
                  <a:lnTo>
                    <a:pt x="1196975" y="2090288"/>
                  </a:lnTo>
                  <a:lnTo>
                    <a:pt x="1198047" y="2089898"/>
                  </a:lnTo>
                  <a:lnTo>
                    <a:pt x="1199119" y="2089507"/>
                  </a:lnTo>
                  <a:lnTo>
                    <a:pt x="1200190" y="2089116"/>
                  </a:lnTo>
                  <a:lnTo>
                    <a:pt x="1201262" y="2088725"/>
                  </a:lnTo>
                  <a:lnTo>
                    <a:pt x="1202333" y="2088334"/>
                  </a:lnTo>
                  <a:lnTo>
                    <a:pt x="1203405" y="2087942"/>
                  </a:lnTo>
                  <a:lnTo>
                    <a:pt x="1204477" y="2087549"/>
                  </a:lnTo>
                  <a:lnTo>
                    <a:pt x="1205548" y="2087157"/>
                  </a:lnTo>
                  <a:lnTo>
                    <a:pt x="1206620" y="2086764"/>
                  </a:lnTo>
                  <a:lnTo>
                    <a:pt x="1207691" y="2086371"/>
                  </a:lnTo>
                  <a:lnTo>
                    <a:pt x="1208763" y="2085977"/>
                  </a:lnTo>
                  <a:lnTo>
                    <a:pt x="1209835" y="2085583"/>
                  </a:lnTo>
                  <a:lnTo>
                    <a:pt x="1210906" y="2085188"/>
                  </a:lnTo>
                  <a:lnTo>
                    <a:pt x="1211978" y="2084794"/>
                  </a:lnTo>
                  <a:lnTo>
                    <a:pt x="1213049" y="2084399"/>
                  </a:lnTo>
                  <a:lnTo>
                    <a:pt x="1214121" y="2084003"/>
                  </a:lnTo>
                  <a:lnTo>
                    <a:pt x="1215193" y="2083607"/>
                  </a:lnTo>
                  <a:lnTo>
                    <a:pt x="1216264" y="2083211"/>
                  </a:lnTo>
                  <a:lnTo>
                    <a:pt x="1217336" y="2082814"/>
                  </a:lnTo>
                  <a:lnTo>
                    <a:pt x="1218407" y="2082417"/>
                  </a:lnTo>
                  <a:lnTo>
                    <a:pt x="1219479" y="2082020"/>
                  </a:lnTo>
                  <a:lnTo>
                    <a:pt x="1220551" y="2081622"/>
                  </a:lnTo>
                  <a:lnTo>
                    <a:pt x="1221622" y="2081224"/>
                  </a:lnTo>
                  <a:lnTo>
                    <a:pt x="1222694" y="2080825"/>
                  </a:lnTo>
                  <a:lnTo>
                    <a:pt x="1223765" y="2080426"/>
                  </a:lnTo>
                  <a:lnTo>
                    <a:pt x="1224837" y="2080027"/>
                  </a:lnTo>
                  <a:lnTo>
                    <a:pt x="1225909" y="2079627"/>
                  </a:lnTo>
                  <a:lnTo>
                    <a:pt x="1226980" y="2079227"/>
                  </a:lnTo>
                  <a:lnTo>
                    <a:pt x="1228052" y="2078826"/>
                  </a:lnTo>
                  <a:lnTo>
                    <a:pt x="1229123" y="2078425"/>
                  </a:lnTo>
                  <a:lnTo>
                    <a:pt x="1230195" y="2078024"/>
                  </a:lnTo>
                  <a:lnTo>
                    <a:pt x="1231267" y="2077622"/>
                  </a:lnTo>
                  <a:lnTo>
                    <a:pt x="1232338" y="2077219"/>
                  </a:lnTo>
                  <a:lnTo>
                    <a:pt x="1233410" y="2076816"/>
                  </a:lnTo>
                  <a:lnTo>
                    <a:pt x="1234481" y="2076413"/>
                  </a:lnTo>
                  <a:lnTo>
                    <a:pt x="1235553" y="2076010"/>
                  </a:lnTo>
                  <a:lnTo>
                    <a:pt x="1236625" y="2075605"/>
                  </a:lnTo>
                  <a:lnTo>
                    <a:pt x="1237696" y="2075201"/>
                  </a:lnTo>
                  <a:lnTo>
                    <a:pt x="1238768" y="2074796"/>
                  </a:lnTo>
                  <a:lnTo>
                    <a:pt x="1239839" y="2074390"/>
                  </a:lnTo>
                  <a:lnTo>
                    <a:pt x="1240911" y="2073984"/>
                  </a:lnTo>
                  <a:lnTo>
                    <a:pt x="1241983" y="2073578"/>
                  </a:lnTo>
                  <a:lnTo>
                    <a:pt x="1243054" y="2073171"/>
                  </a:lnTo>
                  <a:lnTo>
                    <a:pt x="1244126" y="2072763"/>
                  </a:lnTo>
                  <a:lnTo>
                    <a:pt x="1245197" y="2072356"/>
                  </a:lnTo>
                  <a:lnTo>
                    <a:pt x="1246269" y="2071947"/>
                  </a:lnTo>
                  <a:lnTo>
                    <a:pt x="1247340" y="2071538"/>
                  </a:lnTo>
                  <a:lnTo>
                    <a:pt x="1248412" y="2071129"/>
                  </a:lnTo>
                  <a:lnTo>
                    <a:pt x="1249484" y="2070719"/>
                  </a:lnTo>
                  <a:lnTo>
                    <a:pt x="1250555" y="2070309"/>
                  </a:lnTo>
                  <a:lnTo>
                    <a:pt x="1251627" y="2069898"/>
                  </a:lnTo>
                  <a:lnTo>
                    <a:pt x="1252698" y="2069487"/>
                  </a:lnTo>
                  <a:lnTo>
                    <a:pt x="1253770" y="2069075"/>
                  </a:lnTo>
                  <a:lnTo>
                    <a:pt x="1254842" y="2068663"/>
                  </a:lnTo>
                  <a:lnTo>
                    <a:pt x="1255913" y="2068250"/>
                  </a:lnTo>
                  <a:lnTo>
                    <a:pt x="1256985" y="2067836"/>
                  </a:lnTo>
                  <a:lnTo>
                    <a:pt x="1258056" y="2067422"/>
                  </a:lnTo>
                  <a:lnTo>
                    <a:pt x="1259128" y="2067008"/>
                  </a:lnTo>
                  <a:lnTo>
                    <a:pt x="1260200" y="2066593"/>
                  </a:lnTo>
                  <a:lnTo>
                    <a:pt x="1261271" y="2066177"/>
                  </a:lnTo>
                  <a:lnTo>
                    <a:pt x="1262343" y="2065761"/>
                  </a:lnTo>
                  <a:lnTo>
                    <a:pt x="1263414" y="2065345"/>
                  </a:lnTo>
                  <a:lnTo>
                    <a:pt x="1264486" y="2064928"/>
                  </a:lnTo>
                  <a:lnTo>
                    <a:pt x="1265558" y="2064510"/>
                  </a:lnTo>
                  <a:lnTo>
                    <a:pt x="1266629" y="2064092"/>
                  </a:lnTo>
                  <a:lnTo>
                    <a:pt x="1267701" y="2063673"/>
                  </a:lnTo>
                  <a:lnTo>
                    <a:pt x="1268772" y="2063254"/>
                  </a:lnTo>
                  <a:lnTo>
                    <a:pt x="1269844" y="2062834"/>
                  </a:lnTo>
                  <a:lnTo>
                    <a:pt x="1270916" y="2062413"/>
                  </a:lnTo>
                  <a:lnTo>
                    <a:pt x="1271987" y="2061992"/>
                  </a:lnTo>
                  <a:lnTo>
                    <a:pt x="1273059" y="2061570"/>
                  </a:lnTo>
                  <a:lnTo>
                    <a:pt x="1274130" y="2061148"/>
                  </a:lnTo>
                  <a:lnTo>
                    <a:pt x="1275202" y="2060725"/>
                  </a:lnTo>
                  <a:lnTo>
                    <a:pt x="1276274" y="2060302"/>
                  </a:lnTo>
                  <a:lnTo>
                    <a:pt x="1277345" y="2059878"/>
                  </a:lnTo>
                  <a:lnTo>
                    <a:pt x="1278417" y="2059453"/>
                  </a:lnTo>
                  <a:lnTo>
                    <a:pt x="1279488" y="2059028"/>
                  </a:lnTo>
                  <a:lnTo>
                    <a:pt x="1280560" y="2058602"/>
                  </a:lnTo>
                  <a:lnTo>
                    <a:pt x="1281632" y="2058176"/>
                  </a:lnTo>
                  <a:lnTo>
                    <a:pt x="1282703" y="2057749"/>
                  </a:lnTo>
                  <a:lnTo>
                    <a:pt x="1283775" y="2057321"/>
                  </a:lnTo>
                  <a:lnTo>
                    <a:pt x="1284846" y="2056893"/>
                  </a:lnTo>
                  <a:lnTo>
                    <a:pt x="1285918" y="2056464"/>
                  </a:lnTo>
                  <a:lnTo>
                    <a:pt x="1286990" y="2056034"/>
                  </a:lnTo>
                  <a:lnTo>
                    <a:pt x="1288061" y="2055604"/>
                  </a:lnTo>
                  <a:lnTo>
                    <a:pt x="1289133" y="2055174"/>
                  </a:lnTo>
                  <a:lnTo>
                    <a:pt x="1290204" y="2054742"/>
                  </a:lnTo>
                  <a:lnTo>
                    <a:pt x="1291276" y="2054310"/>
                  </a:lnTo>
                  <a:lnTo>
                    <a:pt x="1292348" y="2053877"/>
                  </a:lnTo>
                  <a:lnTo>
                    <a:pt x="1293419" y="2053444"/>
                  </a:lnTo>
                  <a:lnTo>
                    <a:pt x="1294491" y="2053010"/>
                  </a:lnTo>
                  <a:lnTo>
                    <a:pt x="1295562" y="2052575"/>
                  </a:lnTo>
                  <a:lnTo>
                    <a:pt x="1296634" y="2052140"/>
                  </a:lnTo>
                  <a:lnTo>
                    <a:pt x="1297706" y="2051704"/>
                  </a:lnTo>
                  <a:lnTo>
                    <a:pt x="1298777" y="2051267"/>
                  </a:lnTo>
                  <a:lnTo>
                    <a:pt x="1299849" y="2050830"/>
                  </a:lnTo>
                  <a:lnTo>
                    <a:pt x="1300920" y="2050392"/>
                  </a:lnTo>
                  <a:lnTo>
                    <a:pt x="1301992" y="2049953"/>
                  </a:lnTo>
                  <a:lnTo>
                    <a:pt x="1303064" y="2049514"/>
                  </a:lnTo>
                  <a:lnTo>
                    <a:pt x="1304135" y="2049073"/>
                  </a:lnTo>
                  <a:lnTo>
                    <a:pt x="1305207" y="2048633"/>
                  </a:lnTo>
                  <a:lnTo>
                    <a:pt x="1306278" y="2048191"/>
                  </a:lnTo>
                  <a:lnTo>
                    <a:pt x="1307350" y="2047749"/>
                  </a:lnTo>
                  <a:lnTo>
                    <a:pt x="1308422" y="2047306"/>
                  </a:lnTo>
                  <a:lnTo>
                    <a:pt x="1309493" y="2046862"/>
                  </a:lnTo>
                  <a:lnTo>
                    <a:pt x="1310565" y="2046418"/>
                  </a:lnTo>
                  <a:lnTo>
                    <a:pt x="1311636" y="2045973"/>
                  </a:lnTo>
                  <a:lnTo>
                    <a:pt x="1312708" y="2045527"/>
                  </a:lnTo>
                  <a:lnTo>
                    <a:pt x="1313780" y="2045081"/>
                  </a:lnTo>
                  <a:lnTo>
                    <a:pt x="1314851" y="2044633"/>
                  </a:lnTo>
                  <a:lnTo>
                    <a:pt x="1315923" y="2044185"/>
                  </a:lnTo>
                  <a:lnTo>
                    <a:pt x="1316994" y="2043737"/>
                  </a:lnTo>
                  <a:lnTo>
                    <a:pt x="1318066" y="2043287"/>
                  </a:lnTo>
                  <a:lnTo>
                    <a:pt x="1319138" y="2042837"/>
                  </a:lnTo>
                  <a:lnTo>
                    <a:pt x="1320209" y="2042386"/>
                  </a:lnTo>
                  <a:lnTo>
                    <a:pt x="1321281" y="2041934"/>
                  </a:lnTo>
                  <a:lnTo>
                    <a:pt x="1322352" y="2041482"/>
                  </a:lnTo>
                  <a:lnTo>
                    <a:pt x="1323424" y="2041029"/>
                  </a:lnTo>
                  <a:lnTo>
                    <a:pt x="1324496" y="2040575"/>
                  </a:lnTo>
                  <a:lnTo>
                    <a:pt x="1325567" y="2040120"/>
                  </a:lnTo>
                  <a:lnTo>
                    <a:pt x="1326639" y="2039664"/>
                  </a:lnTo>
                  <a:lnTo>
                    <a:pt x="1327710" y="2039208"/>
                  </a:lnTo>
                  <a:lnTo>
                    <a:pt x="1328782" y="2038751"/>
                  </a:lnTo>
                  <a:lnTo>
                    <a:pt x="1329854" y="2038293"/>
                  </a:lnTo>
                  <a:lnTo>
                    <a:pt x="1330925" y="2037834"/>
                  </a:lnTo>
                  <a:lnTo>
                    <a:pt x="1331997" y="2037375"/>
                  </a:lnTo>
                  <a:lnTo>
                    <a:pt x="1333068" y="2036915"/>
                  </a:lnTo>
                  <a:lnTo>
                    <a:pt x="1334140" y="2036453"/>
                  </a:lnTo>
                  <a:lnTo>
                    <a:pt x="1335212" y="2035992"/>
                  </a:lnTo>
                  <a:lnTo>
                    <a:pt x="1336283" y="2035529"/>
                  </a:lnTo>
                  <a:lnTo>
                    <a:pt x="1337355" y="2035065"/>
                  </a:lnTo>
                  <a:lnTo>
                    <a:pt x="1338426" y="2034601"/>
                  </a:lnTo>
                  <a:lnTo>
                    <a:pt x="1339498" y="2034136"/>
                  </a:lnTo>
                  <a:lnTo>
                    <a:pt x="1340570" y="2033670"/>
                  </a:lnTo>
                  <a:lnTo>
                    <a:pt x="1341641" y="2033203"/>
                  </a:lnTo>
                  <a:lnTo>
                    <a:pt x="1342713" y="2032736"/>
                  </a:lnTo>
                  <a:lnTo>
                    <a:pt x="1343784" y="2032267"/>
                  </a:lnTo>
                  <a:lnTo>
                    <a:pt x="1344856" y="2031798"/>
                  </a:lnTo>
                  <a:lnTo>
                    <a:pt x="1345928" y="2031328"/>
                  </a:lnTo>
                  <a:lnTo>
                    <a:pt x="1346999" y="2030857"/>
                  </a:lnTo>
                  <a:lnTo>
                    <a:pt x="1348071" y="2030385"/>
                  </a:lnTo>
                  <a:lnTo>
                    <a:pt x="1349142" y="2029912"/>
                  </a:lnTo>
                  <a:lnTo>
                    <a:pt x="1350214" y="2029439"/>
                  </a:lnTo>
                  <a:lnTo>
                    <a:pt x="1351286" y="2028965"/>
                  </a:lnTo>
                  <a:lnTo>
                    <a:pt x="1352357" y="2028489"/>
                  </a:lnTo>
                  <a:lnTo>
                    <a:pt x="1353429" y="2028013"/>
                  </a:lnTo>
                  <a:lnTo>
                    <a:pt x="1354500" y="2027536"/>
                  </a:lnTo>
                  <a:lnTo>
                    <a:pt x="1355572" y="2027058"/>
                  </a:lnTo>
                  <a:lnTo>
                    <a:pt x="1356644" y="2026580"/>
                  </a:lnTo>
                  <a:lnTo>
                    <a:pt x="1357715" y="2026100"/>
                  </a:lnTo>
                  <a:lnTo>
                    <a:pt x="1358787" y="2025619"/>
                  </a:lnTo>
                  <a:lnTo>
                    <a:pt x="1359858" y="2025138"/>
                  </a:lnTo>
                  <a:lnTo>
                    <a:pt x="1360930" y="2024656"/>
                  </a:lnTo>
                  <a:lnTo>
                    <a:pt x="1362002" y="2024173"/>
                  </a:lnTo>
                  <a:lnTo>
                    <a:pt x="1363073" y="2023689"/>
                  </a:lnTo>
                  <a:lnTo>
                    <a:pt x="1364145" y="2023204"/>
                  </a:lnTo>
                  <a:lnTo>
                    <a:pt x="1365216" y="2022718"/>
                  </a:lnTo>
                  <a:lnTo>
                    <a:pt x="1366288" y="2022231"/>
                  </a:lnTo>
                  <a:lnTo>
                    <a:pt x="1367360" y="2021743"/>
                  </a:lnTo>
                  <a:lnTo>
                    <a:pt x="1368431" y="2021255"/>
                  </a:lnTo>
                  <a:lnTo>
                    <a:pt x="1369503" y="2020765"/>
                  </a:lnTo>
                  <a:lnTo>
                    <a:pt x="1370574" y="2020275"/>
                  </a:lnTo>
                  <a:lnTo>
                    <a:pt x="1371646" y="2019783"/>
                  </a:lnTo>
                  <a:lnTo>
                    <a:pt x="1372718" y="2019291"/>
                  </a:lnTo>
                  <a:lnTo>
                    <a:pt x="1373789" y="2018798"/>
                  </a:lnTo>
                  <a:lnTo>
                    <a:pt x="1374861" y="2018304"/>
                  </a:lnTo>
                  <a:lnTo>
                    <a:pt x="1375932" y="2017808"/>
                  </a:lnTo>
                  <a:lnTo>
                    <a:pt x="1377004" y="2017312"/>
                  </a:lnTo>
                  <a:lnTo>
                    <a:pt x="1378076" y="2016815"/>
                  </a:lnTo>
                  <a:lnTo>
                    <a:pt x="1379147" y="2016317"/>
                  </a:lnTo>
                  <a:lnTo>
                    <a:pt x="1380219" y="2015819"/>
                  </a:lnTo>
                  <a:lnTo>
                    <a:pt x="1381290" y="2015319"/>
                  </a:lnTo>
                  <a:lnTo>
                    <a:pt x="1382362" y="2014818"/>
                  </a:lnTo>
                  <a:lnTo>
                    <a:pt x="1383434" y="2014316"/>
                  </a:lnTo>
                  <a:lnTo>
                    <a:pt x="1384505" y="2013813"/>
                  </a:lnTo>
                  <a:lnTo>
                    <a:pt x="1385577" y="2013310"/>
                  </a:lnTo>
                  <a:lnTo>
                    <a:pt x="1386648" y="2012742"/>
                  </a:lnTo>
                  <a:lnTo>
                    <a:pt x="1387720" y="2012089"/>
                  </a:lnTo>
                  <a:lnTo>
                    <a:pt x="1388792" y="2011435"/>
                  </a:lnTo>
                  <a:lnTo>
                    <a:pt x="1389863" y="2010780"/>
                  </a:lnTo>
                  <a:lnTo>
                    <a:pt x="1390935" y="2010126"/>
                  </a:lnTo>
                  <a:lnTo>
                    <a:pt x="1392006" y="2009470"/>
                  </a:lnTo>
                  <a:lnTo>
                    <a:pt x="1393078" y="2008814"/>
                  </a:lnTo>
                  <a:lnTo>
                    <a:pt x="1394150" y="2008158"/>
                  </a:lnTo>
                  <a:lnTo>
                    <a:pt x="1395221" y="2007501"/>
                  </a:lnTo>
                  <a:lnTo>
                    <a:pt x="1396293" y="2006844"/>
                  </a:lnTo>
                  <a:lnTo>
                    <a:pt x="1397364" y="2006186"/>
                  </a:lnTo>
                  <a:lnTo>
                    <a:pt x="1398436" y="2005528"/>
                  </a:lnTo>
                  <a:lnTo>
                    <a:pt x="1399508" y="2004870"/>
                  </a:lnTo>
                  <a:lnTo>
                    <a:pt x="1400579" y="2004210"/>
                  </a:lnTo>
                  <a:lnTo>
                    <a:pt x="1401651" y="2003551"/>
                  </a:lnTo>
                  <a:lnTo>
                    <a:pt x="1402722" y="2002891"/>
                  </a:lnTo>
                  <a:lnTo>
                    <a:pt x="1403794" y="2002230"/>
                  </a:lnTo>
                  <a:lnTo>
                    <a:pt x="1404866" y="2001569"/>
                  </a:lnTo>
                  <a:lnTo>
                    <a:pt x="1405937" y="2000907"/>
                  </a:lnTo>
                  <a:lnTo>
                    <a:pt x="1407009" y="2000245"/>
                  </a:lnTo>
                  <a:lnTo>
                    <a:pt x="1408080" y="1999583"/>
                  </a:lnTo>
                  <a:lnTo>
                    <a:pt x="1409152" y="1998919"/>
                  </a:lnTo>
                  <a:lnTo>
                    <a:pt x="1410224" y="1998256"/>
                  </a:lnTo>
                  <a:lnTo>
                    <a:pt x="1411295" y="1997592"/>
                  </a:lnTo>
                  <a:lnTo>
                    <a:pt x="1412367" y="1996927"/>
                  </a:lnTo>
                  <a:lnTo>
                    <a:pt x="1413438" y="1996262"/>
                  </a:lnTo>
                  <a:lnTo>
                    <a:pt x="1414510" y="1995596"/>
                  </a:lnTo>
                  <a:lnTo>
                    <a:pt x="1415582" y="1994930"/>
                  </a:lnTo>
                  <a:lnTo>
                    <a:pt x="1416653" y="1994263"/>
                  </a:lnTo>
                  <a:lnTo>
                    <a:pt x="1417725" y="1993596"/>
                  </a:lnTo>
                  <a:lnTo>
                    <a:pt x="1418796" y="1992928"/>
                  </a:lnTo>
                  <a:lnTo>
                    <a:pt x="1419868" y="1992260"/>
                  </a:lnTo>
                  <a:lnTo>
                    <a:pt x="1420939" y="1991591"/>
                  </a:lnTo>
                  <a:lnTo>
                    <a:pt x="1422011" y="1990922"/>
                  </a:lnTo>
                  <a:lnTo>
                    <a:pt x="1423083" y="1990252"/>
                  </a:lnTo>
                  <a:lnTo>
                    <a:pt x="1424154" y="1989582"/>
                  </a:lnTo>
                  <a:lnTo>
                    <a:pt x="1425226" y="1988911"/>
                  </a:lnTo>
                  <a:lnTo>
                    <a:pt x="1426297" y="1988239"/>
                  </a:lnTo>
                  <a:lnTo>
                    <a:pt x="1427369" y="1987567"/>
                  </a:lnTo>
                  <a:lnTo>
                    <a:pt x="1428441" y="1986895"/>
                  </a:lnTo>
                  <a:lnTo>
                    <a:pt x="1429512" y="1986222"/>
                  </a:lnTo>
                  <a:lnTo>
                    <a:pt x="1430584" y="1985548"/>
                  </a:lnTo>
                  <a:lnTo>
                    <a:pt x="1431655" y="1984874"/>
                  </a:lnTo>
                  <a:lnTo>
                    <a:pt x="1432727" y="1984199"/>
                  </a:lnTo>
                  <a:lnTo>
                    <a:pt x="1433799" y="1983524"/>
                  </a:lnTo>
                  <a:lnTo>
                    <a:pt x="1434870" y="1982848"/>
                  </a:lnTo>
                  <a:lnTo>
                    <a:pt x="1435942" y="1982172"/>
                  </a:lnTo>
                  <a:lnTo>
                    <a:pt x="1437013" y="1981495"/>
                  </a:lnTo>
                  <a:lnTo>
                    <a:pt x="1438085" y="1980817"/>
                  </a:lnTo>
                  <a:lnTo>
                    <a:pt x="1439157" y="1980139"/>
                  </a:lnTo>
                  <a:lnTo>
                    <a:pt x="1440228" y="1979460"/>
                  </a:lnTo>
                  <a:lnTo>
                    <a:pt x="1441300" y="1978781"/>
                  </a:lnTo>
                  <a:lnTo>
                    <a:pt x="1442371" y="1978101"/>
                  </a:lnTo>
                  <a:lnTo>
                    <a:pt x="1443443" y="1977421"/>
                  </a:lnTo>
                  <a:lnTo>
                    <a:pt x="1444515" y="1976739"/>
                  </a:lnTo>
                  <a:lnTo>
                    <a:pt x="1445586" y="1976058"/>
                  </a:lnTo>
                  <a:lnTo>
                    <a:pt x="1446658" y="1975376"/>
                  </a:lnTo>
                  <a:lnTo>
                    <a:pt x="1447729" y="1974693"/>
                  </a:lnTo>
                  <a:lnTo>
                    <a:pt x="1448801" y="1974009"/>
                  </a:lnTo>
                  <a:lnTo>
                    <a:pt x="1449873" y="1973325"/>
                  </a:lnTo>
                  <a:lnTo>
                    <a:pt x="1450944" y="1972641"/>
                  </a:lnTo>
                  <a:lnTo>
                    <a:pt x="1452016" y="1971956"/>
                  </a:lnTo>
                  <a:lnTo>
                    <a:pt x="1453087" y="1971270"/>
                  </a:lnTo>
                  <a:lnTo>
                    <a:pt x="1454159" y="1970584"/>
                  </a:lnTo>
                  <a:lnTo>
                    <a:pt x="1455231" y="1969897"/>
                  </a:lnTo>
                  <a:lnTo>
                    <a:pt x="1456302" y="1969209"/>
                  </a:lnTo>
                  <a:lnTo>
                    <a:pt x="1457374" y="1968521"/>
                  </a:lnTo>
                  <a:lnTo>
                    <a:pt x="1458445" y="1967832"/>
                  </a:lnTo>
                  <a:lnTo>
                    <a:pt x="1459517" y="1967142"/>
                  </a:lnTo>
                  <a:lnTo>
                    <a:pt x="1460589" y="1966452"/>
                  </a:lnTo>
                  <a:lnTo>
                    <a:pt x="1461660" y="1965762"/>
                  </a:lnTo>
                  <a:lnTo>
                    <a:pt x="1462732" y="1965070"/>
                  </a:lnTo>
                  <a:lnTo>
                    <a:pt x="1463803" y="1964378"/>
                  </a:lnTo>
                  <a:lnTo>
                    <a:pt x="1464875" y="1963686"/>
                  </a:lnTo>
                  <a:lnTo>
                    <a:pt x="1465947" y="1962992"/>
                  </a:lnTo>
                  <a:lnTo>
                    <a:pt x="1467018" y="1962298"/>
                  </a:lnTo>
                  <a:lnTo>
                    <a:pt x="1468090" y="1961604"/>
                  </a:lnTo>
                  <a:lnTo>
                    <a:pt x="1469161" y="1960909"/>
                  </a:lnTo>
                  <a:lnTo>
                    <a:pt x="1470233" y="1960213"/>
                  </a:lnTo>
                  <a:lnTo>
                    <a:pt x="1471305" y="1959516"/>
                  </a:lnTo>
                  <a:lnTo>
                    <a:pt x="1472376" y="1958819"/>
                  </a:lnTo>
                  <a:lnTo>
                    <a:pt x="1473448" y="1958121"/>
                  </a:lnTo>
                  <a:lnTo>
                    <a:pt x="1474519" y="1957423"/>
                  </a:lnTo>
                  <a:lnTo>
                    <a:pt x="1475591" y="1956724"/>
                  </a:lnTo>
                  <a:lnTo>
                    <a:pt x="1476663" y="1956024"/>
                  </a:lnTo>
                  <a:lnTo>
                    <a:pt x="1477734" y="1955324"/>
                  </a:lnTo>
                  <a:lnTo>
                    <a:pt x="1478806" y="1954622"/>
                  </a:lnTo>
                  <a:lnTo>
                    <a:pt x="1479877" y="1953921"/>
                  </a:lnTo>
                  <a:lnTo>
                    <a:pt x="1480949" y="1953218"/>
                  </a:lnTo>
                  <a:lnTo>
                    <a:pt x="1482021" y="1952515"/>
                  </a:lnTo>
                  <a:lnTo>
                    <a:pt x="1483092" y="1951811"/>
                  </a:lnTo>
                  <a:lnTo>
                    <a:pt x="1484164" y="1951107"/>
                  </a:lnTo>
                  <a:lnTo>
                    <a:pt x="1485235" y="1950402"/>
                  </a:lnTo>
                  <a:lnTo>
                    <a:pt x="1486307" y="1949696"/>
                  </a:lnTo>
                  <a:lnTo>
                    <a:pt x="1487379" y="1948989"/>
                  </a:lnTo>
                  <a:lnTo>
                    <a:pt x="1488450" y="1948282"/>
                  </a:lnTo>
                  <a:lnTo>
                    <a:pt x="1489522" y="1947574"/>
                  </a:lnTo>
                  <a:lnTo>
                    <a:pt x="1490593" y="1946865"/>
                  </a:lnTo>
                  <a:lnTo>
                    <a:pt x="1491665" y="1946156"/>
                  </a:lnTo>
                  <a:lnTo>
                    <a:pt x="1492737" y="1945446"/>
                  </a:lnTo>
                  <a:lnTo>
                    <a:pt x="1493808" y="1944735"/>
                  </a:lnTo>
                  <a:lnTo>
                    <a:pt x="1494880" y="1944023"/>
                  </a:lnTo>
                  <a:lnTo>
                    <a:pt x="1495951" y="1943311"/>
                  </a:lnTo>
                  <a:lnTo>
                    <a:pt x="1497023" y="1942598"/>
                  </a:lnTo>
                  <a:lnTo>
                    <a:pt x="1498095" y="1941885"/>
                  </a:lnTo>
                  <a:lnTo>
                    <a:pt x="1499166" y="1941170"/>
                  </a:lnTo>
                  <a:lnTo>
                    <a:pt x="1500238" y="1940455"/>
                  </a:lnTo>
                  <a:lnTo>
                    <a:pt x="1501309" y="1939739"/>
                  </a:lnTo>
                  <a:lnTo>
                    <a:pt x="1502381" y="1939023"/>
                  </a:lnTo>
                  <a:lnTo>
                    <a:pt x="1503453" y="1938305"/>
                  </a:lnTo>
                  <a:lnTo>
                    <a:pt x="1504524" y="1937587"/>
                  </a:lnTo>
                  <a:lnTo>
                    <a:pt x="1505596" y="1936869"/>
                  </a:lnTo>
                  <a:lnTo>
                    <a:pt x="1506667" y="1936149"/>
                  </a:lnTo>
                  <a:lnTo>
                    <a:pt x="1507739" y="1935429"/>
                  </a:lnTo>
                  <a:lnTo>
                    <a:pt x="1508811" y="1934708"/>
                  </a:lnTo>
                  <a:lnTo>
                    <a:pt x="1509882" y="1933986"/>
                  </a:lnTo>
                  <a:lnTo>
                    <a:pt x="1510954" y="1933264"/>
                  </a:lnTo>
                  <a:lnTo>
                    <a:pt x="1512025" y="1932541"/>
                  </a:lnTo>
                  <a:lnTo>
                    <a:pt x="1513097" y="1931817"/>
                  </a:lnTo>
                  <a:lnTo>
                    <a:pt x="1514169" y="1931092"/>
                  </a:lnTo>
                  <a:lnTo>
                    <a:pt x="1515240" y="1930366"/>
                  </a:lnTo>
                  <a:lnTo>
                    <a:pt x="1516312" y="1929640"/>
                  </a:lnTo>
                  <a:lnTo>
                    <a:pt x="1517383" y="1928913"/>
                  </a:lnTo>
                  <a:lnTo>
                    <a:pt x="1518455" y="1928185"/>
                  </a:lnTo>
                  <a:lnTo>
                    <a:pt x="1519527" y="1927457"/>
                  </a:lnTo>
                  <a:lnTo>
                    <a:pt x="1520598" y="1926727"/>
                  </a:lnTo>
                  <a:lnTo>
                    <a:pt x="1521670" y="1925997"/>
                  </a:lnTo>
                  <a:lnTo>
                    <a:pt x="1522741" y="1925266"/>
                  </a:lnTo>
                  <a:lnTo>
                    <a:pt x="1523813" y="1924535"/>
                  </a:lnTo>
                  <a:lnTo>
                    <a:pt x="1524885" y="1923802"/>
                  </a:lnTo>
                  <a:lnTo>
                    <a:pt x="1525956" y="1923069"/>
                  </a:lnTo>
                  <a:lnTo>
                    <a:pt x="1527028" y="1922335"/>
                  </a:lnTo>
                  <a:lnTo>
                    <a:pt x="1528099" y="1921600"/>
                  </a:lnTo>
                  <a:lnTo>
                    <a:pt x="1529171" y="1920864"/>
                  </a:lnTo>
                  <a:lnTo>
                    <a:pt x="1530243" y="1920128"/>
                  </a:lnTo>
                  <a:lnTo>
                    <a:pt x="1531314" y="1919391"/>
                  </a:lnTo>
                  <a:lnTo>
                    <a:pt x="1532386" y="1918653"/>
                  </a:lnTo>
                  <a:lnTo>
                    <a:pt x="1533457" y="1917914"/>
                  </a:lnTo>
                  <a:lnTo>
                    <a:pt x="1534529" y="1917175"/>
                  </a:lnTo>
                  <a:lnTo>
                    <a:pt x="1535601" y="1916434"/>
                  </a:lnTo>
                  <a:lnTo>
                    <a:pt x="1536672" y="1915693"/>
                  </a:lnTo>
                  <a:lnTo>
                    <a:pt x="1537744" y="1914951"/>
                  </a:lnTo>
                  <a:lnTo>
                    <a:pt x="1538815" y="1914208"/>
                  </a:lnTo>
                  <a:lnTo>
                    <a:pt x="1539887" y="1913465"/>
                  </a:lnTo>
                  <a:lnTo>
                    <a:pt x="1540959" y="1912720"/>
                  </a:lnTo>
                  <a:lnTo>
                    <a:pt x="1542030" y="1911975"/>
                  </a:lnTo>
                  <a:lnTo>
                    <a:pt x="1543102" y="1911229"/>
                  </a:lnTo>
                  <a:lnTo>
                    <a:pt x="1544173" y="1910482"/>
                  </a:lnTo>
                  <a:lnTo>
                    <a:pt x="1545245" y="1909734"/>
                  </a:lnTo>
                  <a:lnTo>
                    <a:pt x="1546317" y="1908986"/>
                  </a:lnTo>
                  <a:lnTo>
                    <a:pt x="1547388" y="1908236"/>
                  </a:lnTo>
                  <a:lnTo>
                    <a:pt x="1548460" y="1907486"/>
                  </a:lnTo>
                  <a:lnTo>
                    <a:pt x="1549531" y="1906735"/>
                  </a:lnTo>
                  <a:lnTo>
                    <a:pt x="1550603" y="1905984"/>
                  </a:lnTo>
                  <a:lnTo>
                    <a:pt x="1551675" y="1905231"/>
                  </a:lnTo>
                  <a:lnTo>
                    <a:pt x="1552746" y="1904477"/>
                  </a:lnTo>
                  <a:lnTo>
                    <a:pt x="1553818" y="1903723"/>
                  </a:lnTo>
                  <a:lnTo>
                    <a:pt x="1554889" y="1902968"/>
                  </a:lnTo>
                  <a:lnTo>
                    <a:pt x="1555961" y="1902212"/>
                  </a:lnTo>
                  <a:lnTo>
                    <a:pt x="1557033" y="1901455"/>
                  </a:lnTo>
                  <a:lnTo>
                    <a:pt x="1558104" y="1900697"/>
                  </a:lnTo>
                  <a:lnTo>
                    <a:pt x="1559176" y="1899939"/>
                  </a:lnTo>
                  <a:lnTo>
                    <a:pt x="1560247" y="1899180"/>
                  </a:lnTo>
                  <a:lnTo>
                    <a:pt x="1561319" y="1898419"/>
                  </a:lnTo>
                  <a:lnTo>
                    <a:pt x="1562391" y="1897658"/>
                  </a:lnTo>
                  <a:lnTo>
                    <a:pt x="1563462" y="1896896"/>
                  </a:lnTo>
                  <a:lnTo>
                    <a:pt x="1564534" y="1896134"/>
                  </a:lnTo>
                  <a:lnTo>
                    <a:pt x="1565605" y="1895370"/>
                  </a:lnTo>
                  <a:lnTo>
                    <a:pt x="1566677" y="1894606"/>
                  </a:lnTo>
                  <a:lnTo>
                    <a:pt x="1567749" y="1893840"/>
                  </a:lnTo>
                  <a:lnTo>
                    <a:pt x="1568820" y="1893074"/>
                  </a:lnTo>
                  <a:lnTo>
                    <a:pt x="1569892" y="1892307"/>
                  </a:lnTo>
                  <a:lnTo>
                    <a:pt x="1570963" y="1891539"/>
                  </a:lnTo>
                  <a:lnTo>
                    <a:pt x="1572035" y="1890771"/>
                  </a:lnTo>
                  <a:lnTo>
                    <a:pt x="1573107" y="1890001"/>
                  </a:lnTo>
                  <a:lnTo>
                    <a:pt x="1574178" y="1889231"/>
                  </a:lnTo>
                  <a:lnTo>
                    <a:pt x="1575250" y="1888459"/>
                  </a:lnTo>
                  <a:lnTo>
                    <a:pt x="1576321" y="1887687"/>
                  </a:lnTo>
                  <a:lnTo>
                    <a:pt x="1577393" y="1886914"/>
                  </a:lnTo>
                  <a:lnTo>
                    <a:pt x="1578465" y="1886140"/>
                  </a:lnTo>
                  <a:lnTo>
                    <a:pt x="1579536" y="1885365"/>
                  </a:lnTo>
                  <a:lnTo>
                    <a:pt x="1580608" y="1884590"/>
                  </a:lnTo>
                  <a:lnTo>
                    <a:pt x="1581679" y="1883813"/>
                  </a:lnTo>
                  <a:lnTo>
                    <a:pt x="1582751" y="1883036"/>
                  </a:lnTo>
                  <a:lnTo>
                    <a:pt x="1583823" y="1882258"/>
                  </a:lnTo>
                  <a:lnTo>
                    <a:pt x="1584894" y="1881479"/>
                  </a:lnTo>
                  <a:lnTo>
                    <a:pt x="1585966" y="1880699"/>
                  </a:lnTo>
                  <a:lnTo>
                    <a:pt x="1587037" y="1879918"/>
                  </a:lnTo>
                  <a:lnTo>
                    <a:pt x="1588109" y="1879136"/>
                  </a:lnTo>
                  <a:lnTo>
                    <a:pt x="1589181" y="1878354"/>
                  </a:lnTo>
                  <a:lnTo>
                    <a:pt x="1590252" y="1877570"/>
                  </a:lnTo>
                  <a:lnTo>
                    <a:pt x="1591324" y="1876786"/>
                  </a:lnTo>
                  <a:lnTo>
                    <a:pt x="1592395" y="1876001"/>
                  </a:lnTo>
                  <a:lnTo>
                    <a:pt x="1593467" y="1875214"/>
                  </a:lnTo>
                  <a:lnTo>
                    <a:pt x="1594539" y="1874428"/>
                  </a:lnTo>
                  <a:lnTo>
                    <a:pt x="1595610" y="1873640"/>
                  </a:lnTo>
                  <a:lnTo>
                    <a:pt x="1596682" y="1872851"/>
                  </a:lnTo>
                  <a:lnTo>
                    <a:pt x="1597753" y="1872061"/>
                  </a:lnTo>
                  <a:lnTo>
                    <a:pt x="1598825" y="1871271"/>
                  </a:lnTo>
                  <a:lnTo>
                    <a:pt x="1599896" y="1870480"/>
                  </a:lnTo>
                  <a:lnTo>
                    <a:pt x="1600968" y="1869687"/>
                  </a:lnTo>
                  <a:lnTo>
                    <a:pt x="1602040" y="1868894"/>
                  </a:lnTo>
                  <a:lnTo>
                    <a:pt x="1603111" y="1868100"/>
                  </a:lnTo>
                  <a:lnTo>
                    <a:pt x="1604183" y="1867306"/>
                  </a:lnTo>
                  <a:lnTo>
                    <a:pt x="1605254" y="1866510"/>
                  </a:lnTo>
                  <a:lnTo>
                    <a:pt x="1606326" y="1865713"/>
                  </a:lnTo>
                  <a:lnTo>
                    <a:pt x="1607398" y="1864916"/>
                  </a:lnTo>
                  <a:lnTo>
                    <a:pt x="1608469" y="1864117"/>
                  </a:lnTo>
                  <a:lnTo>
                    <a:pt x="1609541" y="1863318"/>
                  </a:lnTo>
                  <a:lnTo>
                    <a:pt x="1610612" y="1862518"/>
                  </a:lnTo>
                  <a:lnTo>
                    <a:pt x="1611684" y="1861717"/>
                  </a:lnTo>
                  <a:lnTo>
                    <a:pt x="1612756" y="1860915"/>
                  </a:lnTo>
                  <a:lnTo>
                    <a:pt x="1613827" y="1860113"/>
                  </a:lnTo>
                  <a:lnTo>
                    <a:pt x="1614899" y="1859309"/>
                  </a:lnTo>
                  <a:lnTo>
                    <a:pt x="1615970" y="1858504"/>
                  </a:lnTo>
                  <a:lnTo>
                    <a:pt x="1617042" y="1857699"/>
                  </a:lnTo>
                  <a:lnTo>
                    <a:pt x="1618114" y="1856893"/>
                  </a:lnTo>
                  <a:lnTo>
                    <a:pt x="1619185" y="1856086"/>
                  </a:lnTo>
                  <a:lnTo>
                    <a:pt x="1620257" y="1855278"/>
                  </a:lnTo>
                  <a:lnTo>
                    <a:pt x="1621328" y="1854469"/>
                  </a:lnTo>
                  <a:lnTo>
                    <a:pt x="1622400" y="1853659"/>
                  </a:lnTo>
                  <a:lnTo>
                    <a:pt x="1623472" y="1852848"/>
                  </a:lnTo>
                  <a:lnTo>
                    <a:pt x="1624543" y="1852037"/>
                  </a:lnTo>
                  <a:lnTo>
                    <a:pt x="1625615" y="1851225"/>
                  </a:lnTo>
                  <a:lnTo>
                    <a:pt x="1626686" y="1850411"/>
                  </a:lnTo>
                  <a:lnTo>
                    <a:pt x="1627758" y="1849597"/>
                  </a:lnTo>
                  <a:lnTo>
                    <a:pt x="1628830" y="1848782"/>
                  </a:lnTo>
                  <a:lnTo>
                    <a:pt x="1629901" y="1847966"/>
                  </a:lnTo>
                  <a:lnTo>
                    <a:pt x="1630973" y="1847150"/>
                  </a:lnTo>
                  <a:lnTo>
                    <a:pt x="1632044" y="1846332"/>
                  </a:lnTo>
                  <a:lnTo>
                    <a:pt x="1633116" y="1845513"/>
                  </a:lnTo>
                  <a:lnTo>
                    <a:pt x="1634188" y="1844694"/>
                  </a:lnTo>
                  <a:lnTo>
                    <a:pt x="1635259" y="1843874"/>
                  </a:lnTo>
                  <a:lnTo>
                    <a:pt x="1636331" y="1843053"/>
                  </a:lnTo>
                  <a:lnTo>
                    <a:pt x="1637402" y="1842231"/>
                  </a:lnTo>
                  <a:lnTo>
                    <a:pt x="1638474" y="1841408"/>
                  </a:lnTo>
                  <a:lnTo>
                    <a:pt x="1639546" y="1840584"/>
                  </a:lnTo>
                  <a:lnTo>
                    <a:pt x="1640617" y="1839760"/>
                  </a:lnTo>
                  <a:lnTo>
                    <a:pt x="1641689" y="1838934"/>
                  </a:lnTo>
                  <a:lnTo>
                    <a:pt x="1642760" y="1838108"/>
                  </a:lnTo>
                  <a:lnTo>
                    <a:pt x="1643832" y="1837281"/>
                  </a:lnTo>
                  <a:lnTo>
                    <a:pt x="1644904" y="1836453"/>
                  </a:lnTo>
                  <a:lnTo>
                    <a:pt x="1645975" y="1835624"/>
                  </a:lnTo>
                  <a:lnTo>
                    <a:pt x="1647047" y="1834794"/>
                  </a:lnTo>
                  <a:lnTo>
                    <a:pt x="1648118" y="1833964"/>
                  </a:lnTo>
                  <a:lnTo>
                    <a:pt x="1649190" y="1833132"/>
                  </a:lnTo>
                  <a:lnTo>
                    <a:pt x="1650262" y="1832300"/>
                  </a:lnTo>
                  <a:lnTo>
                    <a:pt x="1651333" y="1831467"/>
                  </a:lnTo>
                  <a:lnTo>
                    <a:pt x="1652405" y="1830633"/>
                  </a:lnTo>
                  <a:lnTo>
                    <a:pt x="1653476" y="1829798"/>
                  </a:lnTo>
                  <a:lnTo>
                    <a:pt x="1654548" y="1828962"/>
                  </a:lnTo>
                  <a:lnTo>
                    <a:pt x="1655620" y="1828126"/>
                  </a:lnTo>
                  <a:lnTo>
                    <a:pt x="1656691" y="1827289"/>
                  </a:lnTo>
                  <a:lnTo>
                    <a:pt x="1657763" y="1826450"/>
                  </a:lnTo>
                  <a:lnTo>
                    <a:pt x="1658834" y="1825611"/>
                  </a:lnTo>
                  <a:lnTo>
                    <a:pt x="1659906" y="1824771"/>
                  </a:lnTo>
                  <a:lnTo>
                    <a:pt x="1660978" y="1823931"/>
                  </a:lnTo>
                  <a:lnTo>
                    <a:pt x="1662049" y="1823089"/>
                  </a:lnTo>
                  <a:lnTo>
                    <a:pt x="1663121" y="1822247"/>
                  </a:lnTo>
                  <a:lnTo>
                    <a:pt x="1664192" y="1821403"/>
                  </a:lnTo>
                  <a:lnTo>
                    <a:pt x="1665264" y="1820559"/>
                  </a:lnTo>
                  <a:lnTo>
                    <a:pt x="1666336" y="1819714"/>
                  </a:lnTo>
                  <a:lnTo>
                    <a:pt x="1667407" y="1818869"/>
                  </a:lnTo>
                  <a:lnTo>
                    <a:pt x="1668479" y="1818022"/>
                  </a:lnTo>
                  <a:lnTo>
                    <a:pt x="1669550" y="1817175"/>
                  </a:lnTo>
                  <a:lnTo>
                    <a:pt x="1670622" y="1816326"/>
                  </a:lnTo>
                  <a:lnTo>
                    <a:pt x="1671694" y="1815477"/>
                  </a:lnTo>
                  <a:lnTo>
                    <a:pt x="1672765" y="1814627"/>
                  </a:lnTo>
                  <a:lnTo>
                    <a:pt x="1673837" y="1813777"/>
                  </a:lnTo>
                  <a:lnTo>
                    <a:pt x="1674908" y="1812925"/>
                  </a:lnTo>
                  <a:lnTo>
                    <a:pt x="1675980" y="1812073"/>
                  </a:lnTo>
                  <a:lnTo>
                    <a:pt x="1677052" y="1811220"/>
                  </a:lnTo>
                  <a:lnTo>
                    <a:pt x="1678123" y="1810366"/>
                  </a:lnTo>
                  <a:lnTo>
                    <a:pt x="1679195" y="1809511"/>
                  </a:lnTo>
                  <a:lnTo>
                    <a:pt x="1680266" y="1808655"/>
                  </a:lnTo>
                  <a:lnTo>
                    <a:pt x="1681338" y="1807799"/>
                  </a:lnTo>
                  <a:lnTo>
                    <a:pt x="1682410" y="1806942"/>
                  </a:lnTo>
                  <a:lnTo>
                    <a:pt x="1683481" y="1806084"/>
                  </a:lnTo>
                  <a:lnTo>
                    <a:pt x="1684553" y="1805225"/>
                  </a:lnTo>
                  <a:lnTo>
                    <a:pt x="1685624" y="1804365"/>
                  </a:lnTo>
                  <a:lnTo>
                    <a:pt x="1686696" y="1803505"/>
                  </a:lnTo>
                  <a:lnTo>
                    <a:pt x="1687768" y="1802644"/>
                  </a:lnTo>
                  <a:lnTo>
                    <a:pt x="1688839" y="1801782"/>
                  </a:lnTo>
                  <a:lnTo>
                    <a:pt x="1689911" y="1800919"/>
                  </a:lnTo>
                  <a:lnTo>
                    <a:pt x="1690982" y="1800055"/>
                  </a:lnTo>
                  <a:lnTo>
                    <a:pt x="1692054" y="1799191"/>
                  </a:lnTo>
                  <a:lnTo>
                    <a:pt x="1693126" y="1798326"/>
                  </a:lnTo>
                  <a:lnTo>
                    <a:pt x="1694197" y="1797460"/>
                  </a:lnTo>
                  <a:lnTo>
                    <a:pt x="1695269" y="1796593"/>
                  </a:lnTo>
                  <a:lnTo>
                    <a:pt x="1696340" y="1795726"/>
                  </a:lnTo>
                  <a:lnTo>
                    <a:pt x="1697412" y="1794858"/>
                  </a:lnTo>
                  <a:lnTo>
                    <a:pt x="1698484" y="1793989"/>
                  </a:lnTo>
                  <a:lnTo>
                    <a:pt x="1699555" y="1793119"/>
                  </a:lnTo>
                  <a:lnTo>
                    <a:pt x="1700627" y="1792248"/>
                  </a:lnTo>
                  <a:lnTo>
                    <a:pt x="1701698" y="1791377"/>
                  </a:lnTo>
                  <a:lnTo>
                    <a:pt x="1702770" y="1790505"/>
                  </a:lnTo>
                  <a:lnTo>
                    <a:pt x="1703842" y="1789632"/>
                  </a:lnTo>
                  <a:lnTo>
                    <a:pt x="1704913" y="1788759"/>
                  </a:lnTo>
                  <a:lnTo>
                    <a:pt x="1705985" y="1787884"/>
                  </a:lnTo>
                  <a:lnTo>
                    <a:pt x="1707056" y="1787009"/>
                  </a:lnTo>
                  <a:lnTo>
                    <a:pt x="1708128" y="1786134"/>
                  </a:lnTo>
                  <a:lnTo>
                    <a:pt x="1709200" y="1785257"/>
                  </a:lnTo>
                  <a:lnTo>
                    <a:pt x="1710271" y="1784380"/>
                  </a:lnTo>
                  <a:lnTo>
                    <a:pt x="1711343" y="1783502"/>
                  </a:lnTo>
                  <a:lnTo>
                    <a:pt x="1712414" y="1782623"/>
                  </a:lnTo>
                  <a:lnTo>
                    <a:pt x="1713486" y="1781743"/>
                  </a:lnTo>
                  <a:lnTo>
                    <a:pt x="1714558" y="1780863"/>
                  </a:lnTo>
                  <a:lnTo>
                    <a:pt x="1715629" y="1779982"/>
                  </a:lnTo>
                  <a:lnTo>
                    <a:pt x="1716701" y="1779101"/>
                  </a:lnTo>
                  <a:lnTo>
                    <a:pt x="1717772" y="1778218"/>
                  </a:lnTo>
                  <a:lnTo>
                    <a:pt x="1718844" y="1777335"/>
                  </a:lnTo>
                  <a:lnTo>
                    <a:pt x="1719916" y="1776451"/>
                  </a:lnTo>
                  <a:lnTo>
                    <a:pt x="1720987" y="1775567"/>
                  </a:lnTo>
                  <a:lnTo>
                    <a:pt x="1722059" y="1774682"/>
                  </a:lnTo>
                  <a:lnTo>
                    <a:pt x="1723130" y="1773796"/>
                  </a:lnTo>
                  <a:lnTo>
                    <a:pt x="1724202" y="1772909"/>
                  </a:lnTo>
                  <a:lnTo>
                    <a:pt x="1725274" y="1772022"/>
                  </a:lnTo>
                  <a:lnTo>
                    <a:pt x="1726345" y="1771134"/>
                  </a:lnTo>
                  <a:lnTo>
                    <a:pt x="1727417" y="1770245"/>
                  </a:lnTo>
                  <a:lnTo>
                    <a:pt x="1728488" y="1769356"/>
                  </a:lnTo>
                  <a:lnTo>
                    <a:pt x="1729560" y="1768466"/>
                  </a:lnTo>
                  <a:lnTo>
                    <a:pt x="1730632" y="1767575"/>
                  </a:lnTo>
                  <a:lnTo>
                    <a:pt x="1731703" y="1766683"/>
                  </a:lnTo>
                  <a:lnTo>
                    <a:pt x="1732775" y="1765791"/>
                  </a:lnTo>
                  <a:lnTo>
                    <a:pt x="1733846" y="1764899"/>
                  </a:lnTo>
                  <a:lnTo>
                    <a:pt x="1734918" y="1764005"/>
                  </a:lnTo>
                  <a:lnTo>
                    <a:pt x="1735990" y="1763111"/>
                  </a:lnTo>
                  <a:lnTo>
                    <a:pt x="1737061" y="1762216"/>
                  </a:lnTo>
                  <a:lnTo>
                    <a:pt x="1738133" y="1761321"/>
                  </a:lnTo>
                  <a:lnTo>
                    <a:pt x="1739204" y="1760425"/>
                  </a:lnTo>
                  <a:lnTo>
                    <a:pt x="1740276" y="1759528"/>
                  </a:lnTo>
                  <a:lnTo>
                    <a:pt x="1741348" y="1758631"/>
                  </a:lnTo>
                  <a:lnTo>
                    <a:pt x="1742419" y="1757733"/>
                  </a:lnTo>
                  <a:lnTo>
                    <a:pt x="1743491" y="1756834"/>
                  </a:lnTo>
                  <a:lnTo>
                    <a:pt x="1744562" y="1755935"/>
                  </a:lnTo>
                  <a:lnTo>
                    <a:pt x="1745634" y="1755035"/>
                  </a:lnTo>
                  <a:lnTo>
                    <a:pt x="1746706" y="1754134"/>
                  </a:lnTo>
                  <a:lnTo>
                    <a:pt x="1747777" y="1753233"/>
                  </a:lnTo>
                  <a:lnTo>
                    <a:pt x="1748849" y="1752331"/>
                  </a:lnTo>
                  <a:lnTo>
                    <a:pt x="1749920" y="1751429"/>
                  </a:lnTo>
                  <a:lnTo>
                    <a:pt x="1750992" y="1750526"/>
                  </a:lnTo>
                  <a:lnTo>
                    <a:pt x="1752064" y="1749622"/>
                  </a:lnTo>
                  <a:lnTo>
                    <a:pt x="1753135" y="1748718"/>
                  </a:lnTo>
                  <a:lnTo>
                    <a:pt x="1754207" y="1747813"/>
                  </a:lnTo>
                  <a:lnTo>
                    <a:pt x="1755278" y="1746907"/>
                  </a:lnTo>
                  <a:lnTo>
                    <a:pt x="1756350" y="1746001"/>
                  </a:lnTo>
                  <a:lnTo>
                    <a:pt x="1757422" y="1745095"/>
                  </a:lnTo>
                  <a:lnTo>
                    <a:pt x="1758493" y="1744187"/>
                  </a:lnTo>
                  <a:lnTo>
                    <a:pt x="1759565" y="1743280"/>
                  </a:lnTo>
                  <a:lnTo>
                    <a:pt x="1760636" y="1742371"/>
                  </a:lnTo>
                  <a:lnTo>
                    <a:pt x="1761708" y="1741462"/>
                  </a:lnTo>
                  <a:lnTo>
                    <a:pt x="1762780" y="1740553"/>
                  </a:lnTo>
                  <a:lnTo>
                    <a:pt x="1763851" y="1739643"/>
                  </a:lnTo>
                  <a:lnTo>
                    <a:pt x="1764923" y="1738732"/>
                  </a:lnTo>
                  <a:lnTo>
                    <a:pt x="1765994" y="1737821"/>
                  </a:lnTo>
                  <a:lnTo>
                    <a:pt x="1767066" y="1736909"/>
                  </a:lnTo>
                  <a:lnTo>
                    <a:pt x="1768138" y="1735997"/>
                  </a:lnTo>
                  <a:lnTo>
                    <a:pt x="1769209" y="1735084"/>
                  </a:lnTo>
                  <a:lnTo>
                    <a:pt x="1770281" y="1734170"/>
                  </a:lnTo>
                  <a:lnTo>
                    <a:pt x="1771352" y="1733256"/>
                  </a:lnTo>
                  <a:lnTo>
                    <a:pt x="1772424" y="1732342"/>
                  </a:lnTo>
                  <a:lnTo>
                    <a:pt x="1773496" y="1731427"/>
                  </a:lnTo>
                  <a:lnTo>
                    <a:pt x="1774567" y="1730511"/>
                  </a:lnTo>
                  <a:lnTo>
                    <a:pt x="1775639" y="1729595"/>
                  </a:lnTo>
                  <a:lnTo>
                    <a:pt x="1776710" y="1728679"/>
                  </a:lnTo>
                  <a:lnTo>
                    <a:pt x="1777782" y="1727761"/>
                  </a:lnTo>
                  <a:lnTo>
                    <a:pt x="1778853" y="1726844"/>
                  </a:lnTo>
                  <a:lnTo>
                    <a:pt x="1779925" y="1725926"/>
                  </a:lnTo>
                  <a:lnTo>
                    <a:pt x="1780997" y="1725007"/>
                  </a:lnTo>
                  <a:lnTo>
                    <a:pt x="1782068" y="1724088"/>
                  </a:lnTo>
                  <a:lnTo>
                    <a:pt x="1783140" y="1723168"/>
                  </a:lnTo>
                  <a:lnTo>
                    <a:pt x="1784211" y="1722248"/>
                  </a:lnTo>
                  <a:lnTo>
                    <a:pt x="1785283" y="1721328"/>
                  </a:lnTo>
                  <a:lnTo>
                    <a:pt x="1786355" y="1720407"/>
                  </a:lnTo>
                  <a:lnTo>
                    <a:pt x="1787426" y="1719485"/>
                  </a:lnTo>
                  <a:lnTo>
                    <a:pt x="1788498" y="1718563"/>
                  </a:lnTo>
                  <a:lnTo>
                    <a:pt x="1789569" y="1717641"/>
                  </a:lnTo>
                  <a:lnTo>
                    <a:pt x="1790641" y="1716718"/>
                  </a:lnTo>
                  <a:lnTo>
                    <a:pt x="1791713" y="1715795"/>
                  </a:lnTo>
                  <a:lnTo>
                    <a:pt x="1792784" y="1714871"/>
                  </a:lnTo>
                  <a:lnTo>
                    <a:pt x="1793856" y="1713947"/>
                  </a:lnTo>
                  <a:lnTo>
                    <a:pt x="1794927" y="1713022"/>
                  </a:lnTo>
                  <a:lnTo>
                    <a:pt x="1795999" y="1712097"/>
                  </a:lnTo>
                  <a:lnTo>
                    <a:pt x="1797071" y="1711171"/>
                  </a:lnTo>
                  <a:lnTo>
                    <a:pt x="1798142" y="1710245"/>
                  </a:lnTo>
                  <a:lnTo>
                    <a:pt x="1799214" y="1709319"/>
                  </a:lnTo>
                  <a:lnTo>
                    <a:pt x="1800285" y="1708392"/>
                  </a:lnTo>
                  <a:lnTo>
                    <a:pt x="1801357" y="1707465"/>
                  </a:lnTo>
                  <a:lnTo>
                    <a:pt x="1802429" y="1706537"/>
                  </a:lnTo>
                  <a:lnTo>
                    <a:pt x="1803500" y="1705609"/>
                  </a:lnTo>
                  <a:lnTo>
                    <a:pt x="1804572" y="1704681"/>
                  </a:lnTo>
                  <a:lnTo>
                    <a:pt x="1805643" y="1703752"/>
                  </a:lnTo>
                  <a:lnTo>
                    <a:pt x="1806715" y="1702823"/>
                  </a:lnTo>
                  <a:lnTo>
                    <a:pt x="1807787" y="1701893"/>
                  </a:lnTo>
                  <a:lnTo>
                    <a:pt x="1808858" y="1700963"/>
                  </a:lnTo>
                  <a:lnTo>
                    <a:pt x="1809930" y="1700033"/>
                  </a:lnTo>
                  <a:lnTo>
                    <a:pt x="1811001" y="1699102"/>
                  </a:lnTo>
                  <a:lnTo>
                    <a:pt x="1812073" y="1698171"/>
                  </a:lnTo>
                  <a:lnTo>
                    <a:pt x="1813145" y="1697240"/>
                  </a:lnTo>
                  <a:lnTo>
                    <a:pt x="1814216" y="1696308"/>
                  </a:lnTo>
                  <a:lnTo>
                    <a:pt x="1815288" y="1695376"/>
                  </a:lnTo>
                  <a:lnTo>
                    <a:pt x="1816359" y="1694443"/>
                  </a:lnTo>
                  <a:lnTo>
                    <a:pt x="1817431" y="1693510"/>
                  </a:lnTo>
                  <a:lnTo>
                    <a:pt x="1818503" y="1692577"/>
                  </a:lnTo>
                  <a:lnTo>
                    <a:pt x="1819574" y="1691644"/>
                  </a:lnTo>
                  <a:lnTo>
                    <a:pt x="1820646" y="1690710"/>
                  </a:lnTo>
                  <a:lnTo>
                    <a:pt x="1821717" y="1689776"/>
                  </a:lnTo>
                  <a:lnTo>
                    <a:pt x="1822789" y="1688842"/>
                  </a:lnTo>
                  <a:lnTo>
                    <a:pt x="1823861" y="1687907"/>
                  </a:lnTo>
                  <a:lnTo>
                    <a:pt x="1824932" y="1686972"/>
                  </a:lnTo>
                  <a:lnTo>
                    <a:pt x="1826004" y="1686037"/>
                  </a:lnTo>
                  <a:lnTo>
                    <a:pt x="1827075" y="1685101"/>
                  </a:lnTo>
                  <a:lnTo>
                    <a:pt x="1828147" y="1684165"/>
                  </a:lnTo>
                  <a:lnTo>
                    <a:pt x="1829219" y="1683229"/>
                  </a:lnTo>
                  <a:lnTo>
                    <a:pt x="1830290" y="1682293"/>
                  </a:lnTo>
                  <a:lnTo>
                    <a:pt x="1831362" y="1681356"/>
                  </a:lnTo>
                  <a:lnTo>
                    <a:pt x="1832433" y="1680419"/>
                  </a:lnTo>
                  <a:lnTo>
                    <a:pt x="1833505" y="1679482"/>
                  </a:lnTo>
                  <a:lnTo>
                    <a:pt x="1834577" y="1678544"/>
                  </a:lnTo>
                  <a:lnTo>
                    <a:pt x="1835648" y="1677607"/>
                  </a:lnTo>
                  <a:lnTo>
                    <a:pt x="1836720" y="1676669"/>
                  </a:lnTo>
                  <a:lnTo>
                    <a:pt x="1837791" y="1675731"/>
                  </a:lnTo>
                  <a:lnTo>
                    <a:pt x="1838863" y="1674792"/>
                  </a:lnTo>
                  <a:lnTo>
                    <a:pt x="1839935" y="1673853"/>
                  </a:lnTo>
                  <a:lnTo>
                    <a:pt x="1841006" y="1672915"/>
                  </a:lnTo>
                  <a:lnTo>
                    <a:pt x="1842078" y="1671976"/>
                  </a:lnTo>
                  <a:lnTo>
                    <a:pt x="1843149" y="1671036"/>
                  </a:lnTo>
                  <a:lnTo>
                    <a:pt x="1844221" y="1670097"/>
                  </a:lnTo>
                  <a:lnTo>
                    <a:pt x="1845293" y="1669157"/>
                  </a:lnTo>
                  <a:lnTo>
                    <a:pt x="1846364" y="1668217"/>
                  </a:lnTo>
                  <a:lnTo>
                    <a:pt x="1847436" y="1667277"/>
                  </a:lnTo>
                  <a:lnTo>
                    <a:pt x="1848507" y="1666337"/>
                  </a:lnTo>
                  <a:lnTo>
                    <a:pt x="1849579" y="1665397"/>
                  </a:lnTo>
                  <a:lnTo>
                    <a:pt x="1850651" y="1664456"/>
                  </a:lnTo>
                  <a:lnTo>
                    <a:pt x="1851722" y="1663516"/>
                  </a:lnTo>
                  <a:lnTo>
                    <a:pt x="1852794" y="1662575"/>
                  </a:lnTo>
                  <a:lnTo>
                    <a:pt x="1853865" y="1661634"/>
                  </a:lnTo>
                  <a:lnTo>
                    <a:pt x="1854937" y="1660693"/>
                  </a:lnTo>
                  <a:lnTo>
                    <a:pt x="1856009" y="1659751"/>
                  </a:lnTo>
                  <a:lnTo>
                    <a:pt x="1857080" y="1658810"/>
                  </a:lnTo>
                  <a:lnTo>
                    <a:pt x="1858152" y="1657868"/>
                  </a:lnTo>
                  <a:lnTo>
                    <a:pt x="1859223" y="1656927"/>
                  </a:lnTo>
                  <a:lnTo>
                    <a:pt x="1860295" y="1655985"/>
                  </a:lnTo>
                  <a:lnTo>
                    <a:pt x="1861367" y="1655043"/>
                  </a:lnTo>
                  <a:lnTo>
                    <a:pt x="1862438" y="1654101"/>
                  </a:lnTo>
                  <a:lnTo>
                    <a:pt x="1863510" y="1653159"/>
                  </a:lnTo>
                  <a:lnTo>
                    <a:pt x="1864581" y="1652217"/>
                  </a:lnTo>
                  <a:lnTo>
                    <a:pt x="1865653" y="1651275"/>
                  </a:lnTo>
                  <a:lnTo>
                    <a:pt x="1866725" y="1650332"/>
                  </a:lnTo>
                  <a:lnTo>
                    <a:pt x="1867796" y="1649390"/>
                  </a:lnTo>
                  <a:lnTo>
                    <a:pt x="1868868" y="1648448"/>
                  </a:lnTo>
                  <a:lnTo>
                    <a:pt x="1869939" y="1647505"/>
                  </a:lnTo>
                  <a:lnTo>
                    <a:pt x="1871011" y="1646562"/>
                  </a:lnTo>
                  <a:lnTo>
                    <a:pt x="1872083" y="1645620"/>
                  </a:lnTo>
                  <a:lnTo>
                    <a:pt x="1873154" y="1644677"/>
                  </a:lnTo>
                  <a:lnTo>
                    <a:pt x="1874226" y="1643735"/>
                  </a:lnTo>
                  <a:lnTo>
                    <a:pt x="1875297" y="1642792"/>
                  </a:lnTo>
                  <a:lnTo>
                    <a:pt x="1876369" y="1641849"/>
                  </a:lnTo>
                  <a:lnTo>
                    <a:pt x="1877441" y="1640906"/>
                  </a:lnTo>
                  <a:lnTo>
                    <a:pt x="1878512" y="1639964"/>
                  </a:lnTo>
                  <a:lnTo>
                    <a:pt x="1879584" y="1639021"/>
                  </a:lnTo>
                  <a:lnTo>
                    <a:pt x="1880655" y="1638078"/>
                  </a:lnTo>
                  <a:lnTo>
                    <a:pt x="1881727" y="1637135"/>
                  </a:lnTo>
                  <a:lnTo>
                    <a:pt x="1882799" y="1636193"/>
                  </a:lnTo>
                  <a:lnTo>
                    <a:pt x="1883870" y="1635250"/>
                  </a:lnTo>
                  <a:lnTo>
                    <a:pt x="1884942" y="1634307"/>
                  </a:lnTo>
                  <a:lnTo>
                    <a:pt x="1886013" y="1633365"/>
                  </a:lnTo>
                  <a:lnTo>
                    <a:pt x="1887085" y="1632422"/>
                  </a:lnTo>
                  <a:lnTo>
                    <a:pt x="1888157" y="1631480"/>
                  </a:lnTo>
                  <a:lnTo>
                    <a:pt x="1889228" y="1630537"/>
                  </a:lnTo>
                  <a:lnTo>
                    <a:pt x="1890300" y="1629595"/>
                  </a:lnTo>
                  <a:lnTo>
                    <a:pt x="1891371" y="1628653"/>
                  </a:lnTo>
                  <a:lnTo>
                    <a:pt x="1892443" y="1627710"/>
                  </a:lnTo>
                  <a:lnTo>
                    <a:pt x="1893515" y="1626768"/>
                  </a:lnTo>
                  <a:lnTo>
                    <a:pt x="1894586" y="1625826"/>
                  </a:lnTo>
                  <a:lnTo>
                    <a:pt x="1895658" y="1624884"/>
                  </a:lnTo>
                  <a:lnTo>
                    <a:pt x="1896729" y="1623942"/>
                  </a:lnTo>
                  <a:lnTo>
                    <a:pt x="1897801" y="1623000"/>
                  </a:lnTo>
                  <a:lnTo>
                    <a:pt x="1898873" y="1622059"/>
                  </a:lnTo>
                  <a:lnTo>
                    <a:pt x="1899944" y="1621117"/>
                  </a:lnTo>
                  <a:lnTo>
                    <a:pt x="1901016" y="1620176"/>
                  </a:lnTo>
                  <a:lnTo>
                    <a:pt x="1902087" y="1619235"/>
                  </a:lnTo>
                  <a:lnTo>
                    <a:pt x="1903159" y="1618293"/>
                  </a:lnTo>
                  <a:lnTo>
                    <a:pt x="1904231" y="1617352"/>
                  </a:lnTo>
                  <a:lnTo>
                    <a:pt x="1905302" y="1616412"/>
                  </a:lnTo>
                  <a:lnTo>
                    <a:pt x="1906374" y="1615471"/>
                  </a:lnTo>
                  <a:lnTo>
                    <a:pt x="1907445" y="1614530"/>
                  </a:lnTo>
                  <a:lnTo>
                    <a:pt x="1908517" y="1613590"/>
                  </a:lnTo>
                  <a:lnTo>
                    <a:pt x="1909589" y="1612650"/>
                  </a:lnTo>
                  <a:lnTo>
                    <a:pt x="1910660" y="1611710"/>
                  </a:lnTo>
                  <a:lnTo>
                    <a:pt x="1911732" y="1610770"/>
                  </a:lnTo>
                  <a:lnTo>
                    <a:pt x="1912803" y="1609831"/>
                  </a:lnTo>
                  <a:lnTo>
                    <a:pt x="1913875" y="1608892"/>
                  </a:lnTo>
                  <a:lnTo>
                    <a:pt x="1914947" y="1607952"/>
                  </a:lnTo>
                  <a:lnTo>
                    <a:pt x="1916018" y="1607014"/>
                  </a:lnTo>
                  <a:lnTo>
                    <a:pt x="1917090" y="1606075"/>
                  </a:lnTo>
                  <a:lnTo>
                    <a:pt x="1918161" y="1605136"/>
                  </a:lnTo>
                  <a:lnTo>
                    <a:pt x="1919233" y="1604198"/>
                  </a:lnTo>
                  <a:lnTo>
                    <a:pt x="1920305" y="1603260"/>
                  </a:lnTo>
                  <a:lnTo>
                    <a:pt x="1921376" y="1602323"/>
                  </a:lnTo>
                  <a:lnTo>
                    <a:pt x="1922448" y="1601385"/>
                  </a:lnTo>
                  <a:lnTo>
                    <a:pt x="1923519" y="1600448"/>
                  </a:lnTo>
                  <a:lnTo>
                    <a:pt x="1924591" y="1599511"/>
                  </a:lnTo>
                  <a:lnTo>
                    <a:pt x="1925663" y="1598574"/>
                  </a:lnTo>
                  <a:lnTo>
                    <a:pt x="1926734" y="1597637"/>
                  </a:lnTo>
                  <a:lnTo>
                    <a:pt x="1927806" y="1596701"/>
                  </a:lnTo>
                  <a:lnTo>
                    <a:pt x="1928877" y="1595765"/>
                  </a:lnTo>
                  <a:lnTo>
                    <a:pt x="1929949" y="1594829"/>
                  </a:lnTo>
                  <a:lnTo>
                    <a:pt x="1931021" y="1593894"/>
                  </a:lnTo>
                  <a:lnTo>
                    <a:pt x="1932092" y="1592958"/>
                  </a:lnTo>
                  <a:lnTo>
                    <a:pt x="1933164" y="1592023"/>
                  </a:lnTo>
                  <a:lnTo>
                    <a:pt x="1934235" y="1591088"/>
                  </a:lnTo>
                  <a:lnTo>
                    <a:pt x="1935307" y="1590154"/>
                  </a:lnTo>
                  <a:lnTo>
                    <a:pt x="1936379" y="1589220"/>
                  </a:lnTo>
                  <a:lnTo>
                    <a:pt x="1937450" y="1588285"/>
                  </a:lnTo>
                  <a:lnTo>
                    <a:pt x="1938522" y="1587352"/>
                  </a:lnTo>
                  <a:lnTo>
                    <a:pt x="1939593" y="1586418"/>
                  </a:lnTo>
                  <a:lnTo>
                    <a:pt x="1940665" y="1585485"/>
                  </a:lnTo>
                  <a:lnTo>
                    <a:pt x="1941737" y="1584552"/>
                  </a:lnTo>
                  <a:lnTo>
                    <a:pt x="1942808" y="1583619"/>
                  </a:lnTo>
                  <a:lnTo>
                    <a:pt x="1943880" y="1582686"/>
                  </a:lnTo>
                  <a:lnTo>
                    <a:pt x="1944951" y="1581754"/>
                  </a:lnTo>
                  <a:lnTo>
                    <a:pt x="1946023" y="1580822"/>
                  </a:lnTo>
                  <a:lnTo>
                    <a:pt x="1947095" y="1579890"/>
                  </a:lnTo>
                  <a:lnTo>
                    <a:pt x="1948166" y="1578959"/>
                  </a:lnTo>
                  <a:lnTo>
                    <a:pt x="1949238" y="1578028"/>
                  </a:lnTo>
                  <a:lnTo>
                    <a:pt x="1950309" y="1577097"/>
                  </a:lnTo>
                  <a:lnTo>
                    <a:pt x="1951381" y="1576166"/>
                  </a:lnTo>
                  <a:lnTo>
                    <a:pt x="1952453" y="1575236"/>
                  </a:lnTo>
                  <a:lnTo>
                    <a:pt x="1953524" y="1574306"/>
                  </a:lnTo>
                  <a:lnTo>
                    <a:pt x="1954596" y="1573376"/>
                  </a:lnTo>
                  <a:lnTo>
                    <a:pt x="1955667" y="1572447"/>
                  </a:lnTo>
                  <a:lnTo>
                    <a:pt x="1956739" y="1571517"/>
                  </a:lnTo>
                  <a:lnTo>
                    <a:pt x="1957810" y="1570588"/>
                  </a:lnTo>
                  <a:lnTo>
                    <a:pt x="1958882" y="1569660"/>
                  </a:lnTo>
                  <a:lnTo>
                    <a:pt x="1959954" y="1568731"/>
                  </a:lnTo>
                  <a:lnTo>
                    <a:pt x="1961025" y="1567803"/>
                  </a:lnTo>
                  <a:lnTo>
                    <a:pt x="1962097" y="1566875"/>
                  </a:lnTo>
                  <a:lnTo>
                    <a:pt x="1963168" y="1565948"/>
                  </a:lnTo>
                  <a:lnTo>
                    <a:pt x="1964240" y="1565020"/>
                  </a:lnTo>
                  <a:lnTo>
                    <a:pt x="1965312" y="1564094"/>
                  </a:lnTo>
                  <a:lnTo>
                    <a:pt x="1966383" y="1563167"/>
                  </a:lnTo>
                  <a:lnTo>
                    <a:pt x="1967455" y="1562240"/>
                  </a:lnTo>
                  <a:lnTo>
                    <a:pt x="1968526" y="1561314"/>
                  </a:lnTo>
                  <a:lnTo>
                    <a:pt x="1969598" y="1560389"/>
                  </a:lnTo>
                  <a:lnTo>
                    <a:pt x="1970670" y="1559463"/>
                  </a:lnTo>
                  <a:lnTo>
                    <a:pt x="1971741" y="1558538"/>
                  </a:lnTo>
                  <a:lnTo>
                    <a:pt x="1972813" y="1557613"/>
                  </a:lnTo>
                  <a:lnTo>
                    <a:pt x="1973884" y="1556688"/>
                  </a:lnTo>
                  <a:lnTo>
                    <a:pt x="1974956" y="1555764"/>
                  </a:lnTo>
                  <a:lnTo>
                    <a:pt x="1976028" y="1554840"/>
                  </a:lnTo>
                  <a:lnTo>
                    <a:pt x="1977099" y="1553916"/>
                  </a:lnTo>
                  <a:lnTo>
                    <a:pt x="1978171" y="1552993"/>
                  </a:lnTo>
                  <a:lnTo>
                    <a:pt x="1979242" y="1552070"/>
                  </a:lnTo>
                  <a:lnTo>
                    <a:pt x="1980314" y="1551147"/>
                  </a:lnTo>
                  <a:lnTo>
                    <a:pt x="1981386" y="1550225"/>
                  </a:lnTo>
                  <a:lnTo>
                    <a:pt x="1982457" y="1549303"/>
                  </a:lnTo>
                  <a:lnTo>
                    <a:pt x="1983529" y="1548381"/>
                  </a:lnTo>
                  <a:lnTo>
                    <a:pt x="1984600" y="1547459"/>
                  </a:lnTo>
                  <a:lnTo>
                    <a:pt x="1985672" y="1546538"/>
                  </a:lnTo>
                  <a:lnTo>
                    <a:pt x="1986744" y="1545617"/>
                  </a:lnTo>
                  <a:lnTo>
                    <a:pt x="1987815" y="1544697"/>
                  </a:lnTo>
                  <a:lnTo>
                    <a:pt x="1988887" y="1543776"/>
                  </a:lnTo>
                  <a:lnTo>
                    <a:pt x="1989958" y="1542856"/>
                  </a:lnTo>
                  <a:lnTo>
                    <a:pt x="1991030" y="1541937"/>
                  </a:lnTo>
                  <a:lnTo>
                    <a:pt x="1992102" y="1541017"/>
                  </a:lnTo>
                  <a:lnTo>
                    <a:pt x="1993173" y="1540098"/>
                  </a:lnTo>
                  <a:lnTo>
                    <a:pt x="1994245" y="1539180"/>
                  </a:lnTo>
                  <a:lnTo>
                    <a:pt x="1995316" y="1538261"/>
                  </a:lnTo>
                  <a:lnTo>
                    <a:pt x="1996388" y="1537343"/>
                  </a:lnTo>
                  <a:lnTo>
                    <a:pt x="1997460" y="1536426"/>
                  </a:lnTo>
                  <a:lnTo>
                    <a:pt x="1998531" y="1535508"/>
                  </a:lnTo>
                  <a:lnTo>
                    <a:pt x="1999603" y="1534591"/>
                  </a:lnTo>
                  <a:lnTo>
                    <a:pt x="2000674" y="1533675"/>
                  </a:lnTo>
                  <a:lnTo>
                    <a:pt x="2001746" y="1532758"/>
                  </a:lnTo>
                  <a:lnTo>
                    <a:pt x="2002818" y="1531842"/>
                  </a:lnTo>
                  <a:lnTo>
                    <a:pt x="2003889" y="1530927"/>
                  </a:lnTo>
                  <a:lnTo>
                    <a:pt x="2004961" y="1530011"/>
                  </a:lnTo>
                  <a:lnTo>
                    <a:pt x="2006032" y="1529096"/>
                  </a:lnTo>
                  <a:lnTo>
                    <a:pt x="2007104" y="1528181"/>
                  </a:lnTo>
                  <a:lnTo>
                    <a:pt x="2008176" y="1527267"/>
                  </a:lnTo>
                  <a:lnTo>
                    <a:pt x="2009247" y="1526353"/>
                  </a:lnTo>
                  <a:lnTo>
                    <a:pt x="2010319" y="1525439"/>
                  </a:lnTo>
                  <a:lnTo>
                    <a:pt x="2011390" y="1524526"/>
                  </a:lnTo>
                  <a:lnTo>
                    <a:pt x="2012462" y="1523613"/>
                  </a:lnTo>
                  <a:lnTo>
                    <a:pt x="2013534" y="1522700"/>
                  </a:lnTo>
                  <a:lnTo>
                    <a:pt x="2014605" y="1521788"/>
                  </a:lnTo>
                  <a:lnTo>
                    <a:pt x="2015677" y="1520876"/>
                  </a:lnTo>
                  <a:lnTo>
                    <a:pt x="2016748" y="1519964"/>
                  </a:lnTo>
                  <a:lnTo>
                    <a:pt x="2017820" y="1519053"/>
                  </a:lnTo>
                  <a:lnTo>
                    <a:pt x="2018892" y="1518142"/>
                  </a:lnTo>
                  <a:lnTo>
                    <a:pt x="2019963" y="1517232"/>
                  </a:lnTo>
                  <a:lnTo>
                    <a:pt x="2021035" y="1516321"/>
                  </a:lnTo>
                  <a:lnTo>
                    <a:pt x="2022106" y="1515412"/>
                  </a:lnTo>
                  <a:lnTo>
                    <a:pt x="2023178" y="1514502"/>
                  </a:lnTo>
                  <a:lnTo>
                    <a:pt x="2024250" y="1513593"/>
                  </a:lnTo>
                  <a:lnTo>
                    <a:pt x="2025321" y="1512684"/>
                  </a:lnTo>
                  <a:lnTo>
                    <a:pt x="2026393" y="1511776"/>
                  </a:lnTo>
                  <a:lnTo>
                    <a:pt x="2027464" y="1510867"/>
                  </a:lnTo>
                  <a:lnTo>
                    <a:pt x="2028536" y="1509960"/>
                  </a:lnTo>
                  <a:lnTo>
                    <a:pt x="2029608" y="1509052"/>
                  </a:lnTo>
                  <a:lnTo>
                    <a:pt x="2030679" y="1508145"/>
                  </a:lnTo>
                  <a:lnTo>
                    <a:pt x="2031751" y="1507239"/>
                  </a:lnTo>
                  <a:lnTo>
                    <a:pt x="2032822" y="1506332"/>
                  </a:lnTo>
                  <a:lnTo>
                    <a:pt x="2033894" y="1505426"/>
                  </a:lnTo>
                  <a:lnTo>
                    <a:pt x="2034966" y="1504521"/>
                  </a:lnTo>
                  <a:lnTo>
                    <a:pt x="2036037" y="1503615"/>
                  </a:lnTo>
                  <a:lnTo>
                    <a:pt x="2037109" y="1502711"/>
                  </a:lnTo>
                  <a:lnTo>
                    <a:pt x="2038180" y="1501806"/>
                  </a:lnTo>
                  <a:lnTo>
                    <a:pt x="2039252" y="1500902"/>
                  </a:lnTo>
                  <a:lnTo>
                    <a:pt x="2040324" y="1499998"/>
                  </a:lnTo>
                  <a:lnTo>
                    <a:pt x="2041395" y="1499095"/>
                  </a:lnTo>
                  <a:lnTo>
                    <a:pt x="2042467" y="1498192"/>
                  </a:lnTo>
                  <a:lnTo>
                    <a:pt x="2043538" y="1497289"/>
                  </a:lnTo>
                  <a:lnTo>
                    <a:pt x="2044610" y="1496387"/>
                  </a:lnTo>
                  <a:lnTo>
                    <a:pt x="2045682" y="1495485"/>
                  </a:lnTo>
                  <a:lnTo>
                    <a:pt x="2046753" y="1494583"/>
                  </a:lnTo>
                  <a:lnTo>
                    <a:pt x="2047825" y="1493682"/>
                  </a:lnTo>
                  <a:lnTo>
                    <a:pt x="2048896" y="1492781"/>
                  </a:lnTo>
                  <a:lnTo>
                    <a:pt x="2049968" y="1491881"/>
                  </a:lnTo>
                  <a:lnTo>
                    <a:pt x="2051040" y="1490981"/>
                  </a:lnTo>
                  <a:lnTo>
                    <a:pt x="2052111" y="1490081"/>
                  </a:lnTo>
                  <a:lnTo>
                    <a:pt x="2053183" y="1489182"/>
                  </a:lnTo>
                  <a:lnTo>
                    <a:pt x="2054254" y="1488283"/>
                  </a:lnTo>
                  <a:lnTo>
                    <a:pt x="2055326" y="1487384"/>
                  </a:lnTo>
                  <a:lnTo>
                    <a:pt x="2056398" y="1486486"/>
                  </a:lnTo>
                  <a:lnTo>
                    <a:pt x="2057469" y="1485588"/>
                  </a:lnTo>
                  <a:lnTo>
                    <a:pt x="2058541" y="1484691"/>
                  </a:lnTo>
                  <a:lnTo>
                    <a:pt x="2059612" y="1483794"/>
                  </a:lnTo>
                  <a:lnTo>
                    <a:pt x="2060684" y="1482897"/>
                  </a:lnTo>
                  <a:lnTo>
                    <a:pt x="2061756" y="1482001"/>
                  </a:lnTo>
                  <a:lnTo>
                    <a:pt x="2062827" y="1481105"/>
                  </a:lnTo>
                  <a:lnTo>
                    <a:pt x="2063899" y="1480209"/>
                  </a:lnTo>
                  <a:lnTo>
                    <a:pt x="2064970" y="1479314"/>
                  </a:lnTo>
                  <a:lnTo>
                    <a:pt x="2066042" y="1478420"/>
                  </a:lnTo>
                  <a:lnTo>
                    <a:pt x="2067114" y="1477525"/>
                  </a:lnTo>
                  <a:lnTo>
                    <a:pt x="2068185" y="1476631"/>
                  </a:lnTo>
                  <a:lnTo>
                    <a:pt x="2069257" y="1475738"/>
                  </a:lnTo>
                  <a:lnTo>
                    <a:pt x="2070328" y="1474844"/>
                  </a:lnTo>
                  <a:lnTo>
                    <a:pt x="2071400" y="1473952"/>
                  </a:lnTo>
                  <a:lnTo>
                    <a:pt x="2072472" y="1473059"/>
                  </a:lnTo>
                  <a:lnTo>
                    <a:pt x="2073543" y="1472167"/>
                  </a:lnTo>
                  <a:lnTo>
                    <a:pt x="2074615" y="1471276"/>
                  </a:lnTo>
                  <a:lnTo>
                    <a:pt x="2075686" y="1470384"/>
                  </a:lnTo>
                  <a:lnTo>
                    <a:pt x="2076758" y="1469494"/>
                  </a:lnTo>
                  <a:lnTo>
                    <a:pt x="2077830" y="1468603"/>
                  </a:lnTo>
                  <a:lnTo>
                    <a:pt x="2078901" y="1467713"/>
                  </a:lnTo>
                  <a:lnTo>
                    <a:pt x="2079973" y="1466824"/>
                  </a:lnTo>
                  <a:lnTo>
                    <a:pt x="2081044" y="1465934"/>
                  </a:lnTo>
                  <a:lnTo>
                    <a:pt x="2082116" y="1465045"/>
                  </a:lnTo>
                  <a:lnTo>
                    <a:pt x="2083188" y="1464157"/>
                  </a:lnTo>
                  <a:lnTo>
                    <a:pt x="2084259" y="1463269"/>
                  </a:lnTo>
                  <a:lnTo>
                    <a:pt x="2085331" y="1462381"/>
                  </a:lnTo>
                  <a:lnTo>
                    <a:pt x="2086402" y="1461494"/>
                  </a:lnTo>
                  <a:lnTo>
                    <a:pt x="2087474" y="1460607"/>
                  </a:lnTo>
                  <a:lnTo>
                    <a:pt x="2088546" y="1459721"/>
                  </a:lnTo>
                  <a:lnTo>
                    <a:pt x="2089617" y="1458835"/>
                  </a:lnTo>
                  <a:lnTo>
                    <a:pt x="2090689" y="1457949"/>
                  </a:lnTo>
                  <a:lnTo>
                    <a:pt x="2091760" y="1457064"/>
                  </a:lnTo>
                  <a:lnTo>
                    <a:pt x="2092832" y="1456179"/>
                  </a:lnTo>
                  <a:lnTo>
                    <a:pt x="2093904" y="1455294"/>
                  </a:lnTo>
                  <a:lnTo>
                    <a:pt x="2094975" y="1454410"/>
                  </a:lnTo>
                  <a:lnTo>
                    <a:pt x="2096047" y="1453527"/>
                  </a:lnTo>
                  <a:lnTo>
                    <a:pt x="2097118" y="1452644"/>
                  </a:lnTo>
                  <a:lnTo>
                    <a:pt x="2098190" y="1451761"/>
                  </a:lnTo>
                  <a:lnTo>
                    <a:pt x="2099262" y="1450878"/>
                  </a:lnTo>
                  <a:lnTo>
                    <a:pt x="2100333" y="1449996"/>
                  </a:lnTo>
                  <a:lnTo>
                    <a:pt x="2101405" y="1449115"/>
                  </a:lnTo>
                  <a:lnTo>
                    <a:pt x="2102476" y="1448234"/>
                  </a:lnTo>
                  <a:lnTo>
                    <a:pt x="2103548" y="1447353"/>
                  </a:lnTo>
                  <a:lnTo>
                    <a:pt x="2104620" y="1446472"/>
                  </a:lnTo>
                  <a:lnTo>
                    <a:pt x="2105691" y="1445593"/>
                  </a:lnTo>
                  <a:lnTo>
                    <a:pt x="2106763" y="1444713"/>
                  </a:lnTo>
                  <a:lnTo>
                    <a:pt x="2107834" y="1443834"/>
                  </a:lnTo>
                  <a:lnTo>
                    <a:pt x="2108906" y="1442955"/>
                  </a:lnTo>
                  <a:lnTo>
                    <a:pt x="2109978" y="1442077"/>
                  </a:lnTo>
                  <a:lnTo>
                    <a:pt x="2111049" y="1441199"/>
                  </a:lnTo>
                  <a:lnTo>
                    <a:pt x="2112121" y="1440322"/>
                  </a:lnTo>
                  <a:lnTo>
                    <a:pt x="2113192" y="1439444"/>
                  </a:lnTo>
                  <a:lnTo>
                    <a:pt x="2114264" y="1438568"/>
                  </a:lnTo>
                  <a:lnTo>
                    <a:pt x="2115336" y="1437692"/>
                  </a:lnTo>
                  <a:lnTo>
                    <a:pt x="2116407" y="1436816"/>
                  </a:lnTo>
                  <a:lnTo>
                    <a:pt x="2117479" y="1435940"/>
                  </a:lnTo>
                  <a:lnTo>
                    <a:pt x="2118550" y="1435065"/>
                  </a:lnTo>
                  <a:lnTo>
                    <a:pt x="2119622" y="1434191"/>
                  </a:lnTo>
                  <a:lnTo>
                    <a:pt x="2120694" y="1433317"/>
                  </a:lnTo>
                  <a:lnTo>
                    <a:pt x="2121765" y="1432443"/>
                  </a:lnTo>
                  <a:lnTo>
                    <a:pt x="2122837" y="1431570"/>
                  </a:lnTo>
                  <a:lnTo>
                    <a:pt x="2123908" y="1430697"/>
                  </a:lnTo>
                  <a:lnTo>
                    <a:pt x="2124980" y="1429824"/>
                  </a:lnTo>
                  <a:lnTo>
                    <a:pt x="2126052" y="1428952"/>
                  </a:lnTo>
                  <a:lnTo>
                    <a:pt x="2127123" y="1428081"/>
                  </a:lnTo>
                  <a:lnTo>
                    <a:pt x="2128195" y="1427210"/>
                  </a:lnTo>
                  <a:lnTo>
                    <a:pt x="2129266" y="1426339"/>
                  </a:lnTo>
                  <a:lnTo>
                    <a:pt x="2130338" y="1425468"/>
                  </a:lnTo>
                  <a:lnTo>
                    <a:pt x="2131409" y="1424599"/>
                  </a:lnTo>
                  <a:lnTo>
                    <a:pt x="2132481" y="1423729"/>
                  </a:lnTo>
                  <a:lnTo>
                    <a:pt x="2133553" y="1422860"/>
                  </a:lnTo>
                  <a:lnTo>
                    <a:pt x="2134624" y="1421991"/>
                  </a:lnTo>
                  <a:lnTo>
                    <a:pt x="2135696" y="1421123"/>
                  </a:lnTo>
                  <a:lnTo>
                    <a:pt x="2136767" y="1420255"/>
                  </a:lnTo>
                  <a:lnTo>
                    <a:pt x="2137839" y="1419388"/>
                  </a:lnTo>
                  <a:lnTo>
                    <a:pt x="2138911" y="1418521"/>
                  </a:lnTo>
                  <a:lnTo>
                    <a:pt x="2139982" y="1417654"/>
                  </a:lnTo>
                  <a:lnTo>
                    <a:pt x="2141054" y="1416788"/>
                  </a:lnTo>
                  <a:lnTo>
                    <a:pt x="2142125" y="1415923"/>
                  </a:lnTo>
                  <a:lnTo>
                    <a:pt x="2143197" y="1415057"/>
                  </a:lnTo>
                  <a:lnTo>
                    <a:pt x="2144269" y="1414193"/>
                  </a:lnTo>
                  <a:lnTo>
                    <a:pt x="2145340" y="1413328"/>
                  </a:lnTo>
                  <a:lnTo>
                    <a:pt x="2146412" y="1412464"/>
                  </a:lnTo>
                  <a:lnTo>
                    <a:pt x="2147483" y="1411601"/>
                  </a:lnTo>
                  <a:lnTo>
                    <a:pt x="2148555" y="1410738"/>
                  </a:lnTo>
                  <a:lnTo>
                    <a:pt x="2149627" y="1409875"/>
                  </a:lnTo>
                  <a:lnTo>
                    <a:pt x="2150698" y="1409013"/>
                  </a:lnTo>
                  <a:lnTo>
                    <a:pt x="2151770" y="1408151"/>
                  </a:lnTo>
                  <a:lnTo>
                    <a:pt x="2152841" y="1407290"/>
                  </a:lnTo>
                  <a:lnTo>
                    <a:pt x="2153913" y="1406429"/>
                  </a:lnTo>
                  <a:lnTo>
                    <a:pt x="2154985" y="1405568"/>
                  </a:lnTo>
                  <a:lnTo>
                    <a:pt x="2156056" y="1404708"/>
                  </a:lnTo>
                  <a:lnTo>
                    <a:pt x="2157128" y="1403848"/>
                  </a:lnTo>
                  <a:lnTo>
                    <a:pt x="2158199" y="1402989"/>
                  </a:lnTo>
                  <a:lnTo>
                    <a:pt x="2159271" y="1402131"/>
                  </a:lnTo>
                  <a:lnTo>
                    <a:pt x="2160343" y="1401272"/>
                  </a:lnTo>
                  <a:lnTo>
                    <a:pt x="2161414" y="1400414"/>
                  </a:lnTo>
                  <a:lnTo>
                    <a:pt x="2162486" y="1399557"/>
                  </a:lnTo>
                  <a:lnTo>
                    <a:pt x="2163557" y="1398700"/>
                  </a:lnTo>
                  <a:lnTo>
                    <a:pt x="2164629" y="1397843"/>
                  </a:lnTo>
                  <a:lnTo>
                    <a:pt x="2165701" y="1396987"/>
                  </a:lnTo>
                  <a:lnTo>
                    <a:pt x="2166772" y="1396131"/>
                  </a:lnTo>
                  <a:lnTo>
                    <a:pt x="2167844" y="1395276"/>
                  </a:lnTo>
                  <a:lnTo>
                    <a:pt x="2168915" y="1394421"/>
                  </a:lnTo>
                  <a:lnTo>
                    <a:pt x="2169987" y="1393567"/>
                  </a:lnTo>
                  <a:lnTo>
                    <a:pt x="2171059" y="1392713"/>
                  </a:lnTo>
                  <a:lnTo>
                    <a:pt x="2172130" y="1391859"/>
                  </a:lnTo>
                  <a:lnTo>
                    <a:pt x="2173202" y="1391006"/>
                  </a:lnTo>
                  <a:lnTo>
                    <a:pt x="2174273" y="1390153"/>
                  </a:lnTo>
                  <a:lnTo>
                    <a:pt x="2175345" y="1389301"/>
                  </a:lnTo>
                  <a:lnTo>
                    <a:pt x="2176417" y="1388449"/>
                  </a:lnTo>
                  <a:lnTo>
                    <a:pt x="2177488" y="1387598"/>
                  </a:lnTo>
                  <a:lnTo>
                    <a:pt x="2178560" y="1386747"/>
                  </a:lnTo>
                  <a:lnTo>
                    <a:pt x="2179631" y="1385897"/>
                  </a:lnTo>
                  <a:lnTo>
                    <a:pt x="2180703" y="1385047"/>
                  </a:lnTo>
                  <a:lnTo>
                    <a:pt x="2181775" y="1384197"/>
                  </a:lnTo>
                  <a:lnTo>
                    <a:pt x="2182846" y="1383348"/>
                  </a:lnTo>
                  <a:lnTo>
                    <a:pt x="2183918" y="1382499"/>
                  </a:lnTo>
                  <a:lnTo>
                    <a:pt x="2184989" y="1381651"/>
                  </a:lnTo>
                  <a:lnTo>
                    <a:pt x="2186061" y="1380803"/>
                  </a:lnTo>
                  <a:lnTo>
                    <a:pt x="2187133" y="1379956"/>
                  </a:lnTo>
                  <a:lnTo>
                    <a:pt x="2188204" y="1379109"/>
                  </a:lnTo>
                  <a:lnTo>
                    <a:pt x="2189276" y="1378262"/>
                  </a:lnTo>
                  <a:lnTo>
                    <a:pt x="2190347" y="1377416"/>
                  </a:lnTo>
                  <a:lnTo>
                    <a:pt x="2191419" y="1376570"/>
                  </a:lnTo>
                  <a:lnTo>
                    <a:pt x="2192491" y="1375725"/>
                  </a:lnTo>
                  <a:lnTo>
                    <a:pt x="2193562" y="1374880"/>
                  </a:lnTo>
                  <a:lnTo>
                    <a:pt x="2194634" y="1374036"/>
                  </a:lnTo>
                  <a:lnTo>
                    <a:pt x="2195705" y="1373192"/>
                  </a:lnTo>
                  <a:lnTo>
                    <a:pt x="2196777" y="1372349"/>
                  </a:lnTo>
                  <a:lnTo>
                    <a:pt x="2197849" y="1371506"/>
                  </a:lnTo>
                  <a:lnTo>
                    <a:pt x="2198920" y="1370663"/>
                  </a:lnTo>
                  <a:lnTo>
                    <a:pt x="2199992" y="1369821"/>
                  </a:lnTo>
                  <a:lnTo>
                    <a:pt x="2201063" y="1368979"/>
                  </a:lnTo>
                  <a:lnTo>
                    <a:pt x="2202135" y="1368138"/>
                  </a:lnTo>
                  <a:lnTo>
                    <a:pt x="2203207" y="1367297"/>
                  </a:lnTo>
                  <a:lnTo>
                    <a:pt x="2204278" y="1366457"/>
                  </a:lnTo>
                  <a:lnTo>
                    <a:pt x="2205350" y="1365617"/>
                  </a:lnTo>
                  <a:lnTo>
                    <a:pt x="2206421" y="1364778"/>
                  </a:lnTo>
                  <a:lnTo>
                    <a:pt x="2207493" y="1363939"/>
                  </a:lnTo>
                  <a:lnTo>
                    <a:pt x="2208565" y="1363100"/>
                  </a:lnTo>
                  <a:lnTo>
                    <a:pt x="2209636" y="1362262"/>
                  </a:lnTo>
                  <a:lnTo>
                    <a:pt x="2210708" y="1361424"/>
                  </a:lnTo>
                  <a:lnTo>
                    <a:pt x="2211779" y="1360587"/>
                  </a:lnTo>
                  <a:lnTo>
                    <a:pt x="2212851" y="1359750"/>
                  </a:lnTo>
                  <a:lnTo>
                    <a:pt x="2213923" y="1358914"/>
                  </a:lnTo>
                  <a:lnTo>
                    <a:pt x="2214994" y="1358078"/>
                  </a:lnTo>
                  <a:lnTo>
                    <a:pt x="2216066" y="1357243"/>
                  </a:lnTo>
                  <a:lnTo>
                    <a:pt x="2217137" y="1356408"/>
                  </a:lnTo>
                  <a:lnTo>
                    <a:pt x="2218209" y="1355573"/>
                  </a:lnTo>
                  <a:lnTo>
                    <a:pt x="2219281" y="1354739"/>
                  </a:lnTo>
                  <a:lnTo>
                    <a:pt x="2220352" y="1353905"/>
                  </a:lnTo>
                  <a:lnTo>
                    <a:pt x="2221424" y="1353072"/>
                  </a:lnTo>
                  <a:lnTo>
                    <a:pt x="2222495" y="1352239"/>
                  </a:lnTo>
                  <a:lnTo>
                    <a:pt x="2223567" y="1351407"/>
                  </a:lnTo>
                  <a:lnTo>
                    <a:pt x="2224639" y="1350575"/>
                  </a:lnTo>
                  <a:lnTo>
                    <a:pt x="2225710" y="1349743"/>
                  </a:lnTo>
                  <a:lnTo>
                    <a:pt x="2226782" y="1348912"/>
                  </a:lnTo>
                  <a:lnTo>
                    <a:pt x="2227853" y="1348082"/>
                  </a:lnTo>
                  <a:lnTo>
                    <a:pt x="2228925" y="1347252"/>
                  </a:lnTo>
                  <a:lnTo>
                    <a:pt x="2229997" y="1346422"/>
                  </a:lnTo>
                  <a:lnTo>
                    <a:pt x="2231068" y="1345593"/>
                  </a:lnTo>
                  <a:lnTo>
                    <a:pt x="2232140" y="1344764"/>
                  </a:lnTo>
                  <a:lnTo>
                    <a:pt x="2233211" y="1343936"/>
                  </a:lnTo>
                  <a:lnTo>
                    <a:pt x="2234283" y="1343108"/>
                  </a:lnTo>
                  <a:lnTo>
                    <a:pt x="2235355" y="1342280"/>
                  </a:lnTo>
                  <a:lnTo>
                    <a:pt x="2236426" y="1341453"/>
                  </a:lnTo>
                  <a:lnTo>
                    <a:pt x="2237498" y="1340627"/>
                  </a:lnTo>
                  <a:lnTo>
                    <a:pt x="2238569" y="1339800"/>
                  </a:lnTo>
                  <a:lnTo>
                    <a:pt x="2239641" y="1338975"/>
                  </a:lnTo>
                  <a:lnTo>
                    <a:pt x="2240713" y="1338150"/>
                  </a:lnTo>
                  <a:lnTo>
                    <a:pt x="2241784" y="1337325"/>
                  </a:lnTo>
                  <a:lnTo>
                    <a:pt x="2242856" y="1336500"/>
                  </a:lnTo>
                  <a:lnTo>
                    <a:pt x="2243927" y="1335676"/>
                  </a:lnTo>
                  <a:lnTo>
                    <a:pt x="2244999" y="1334853"/>
                  </a:lnTo>
                  <a:lnTo>
                    <a:pt x="2246071" y="1334030"/>
                  </a:lnTo>
                  <a:lnTo>
                    <a:pt x="2247142" y="1333207"/>
                  </a:lnTo>
                  <a:lnTo>
                    <a:pt x="2248214" y="1332385"/>
                  </a:lnTo>
                  <a:lnTo>
                    <a:pt x="2249285" y="1331563"/>
                  </a:lnTo>
                  <a:lnTo>
                    <a:pt x="2250357" y="1330742"/>
                  </a:lnTo>
                  <a:lnTo>
                    <a:pt x="2251429" y="1329921"/>
                  </a:lnTo>
                  <a:lnTo>
                    <a:pt x="2252500" y="1329101"/>
                  </a:lnTo>
                  <a:lnTo>
                    <a:pt x="2253572" y="1328281"/>
                  </a:lnTo>
                  <a:lnTo>
                    <a:pt x="2254643" y="1327462"/>
                  </a:lnTo>
                  <a:lnTo>
                    <a:pt x="2255715" y="1326642"/>
                  </a:lnTo>
                  <a:lnTo>
                    <a:pt x="2256787" y="1325824"/>
                  </a:lnTo>
                  <a:lnTo>
                    <a:pt x="2257858" y="1325006"/>
                  </a:lnTo>
                  <a:lnTo>
                    <a:pt x="2258930" y="1324188"/>
                  </a:lnTo>
                  <a:lnTo>
                    <a:pt x="2260001" y="1323371"/>
                  </a:lnTo>
                  <a:lnTo>
                    <a:pt x="2261073" y="1322554"/>
                  </a:lnTo>
                  <a:lnTo>
                    <a:pt x="2262145" y="1321737"/>
                  </a:lnTo>
                  <a:lnTo>
                    <a:pt x="2263216" y="1320921"/>
                  </a:lnTo>
                  <a:lnTo>
                    <a:pt x="2264288" y="1320106"/>
                  </a:lnTo>
                  <a:lnTo>
                    <a:pt x="2265359" y="1319291"/>
                  </a:lnTo>
                  <a:lnTo>
                    <a:pt x="2266431" y="1318476"/>
                  </a:lnTo>
                  <a:lnTo>
                    <a:pt x="2267503" y="1317662"/>
                  </a:lnTo>
                  <a:lnTo>
                    <a:pt x="2268574" y="1316848"/>
                  </a:lnTo>
                  <a:lnTo>
                    <a:pt x="2269646" y="1316035"/>
                  </a:lnTo>
                  <a:lnTo>
                    <a:pt x="2270717" y="1315222"/>
                  </a:lnTo>
                  <a:lnTo>
                    <a:pt x="2271789" y="1314410"/>
                  </a:lnTo>
                  <a:lnTo>
                    <a:pt x="2272861" y="1313598"/>
                  </a:lnTo>
                  <a:lnTo>
                    <a:pt x="2273932" y="1312786"/>
                  </a:lnTo>
                  <a:lnTo>
                    <a:pt x="2275004" y="1311975"/>
                  </a:lnTo>
                  <a:lnTo>
                    <a:pt x="2276075" y="1311164"/>
                  </a:lnTo>
                  <a:lnTo>
                    <a:pt x="2277147" y="1310354"/>
                  </a:lnTo>
                  <a:lnTo>
                    <a:pt x="2278219" y="1309544"/>
                  </a:lnTo>
                  <a:lnTo>
                    <a:pt x="2279290" y="1308735"/>
                  </a:lnTo>
                  <a:lnTo>
                    <a:pt x="2280362" y="1307926"/>
                  </a:lnTo>
                  <a:lnTo>
                    <a:pt x="2281433" y="1307117"/>
                  </a:lnTo>
                  <a:lnTo>
                    <a:pt x="2282505" y="1306309"/>
                  </a:lnTo>
                  <a:lnTo>
                    <a:pt x="2283577" y="1305502"/>
                  </a:lnTo>
                  <a:lnTo>
                    <a:pt x="2284648" y="1304695"/>
                  </a:lnTo>
                  <a:lnTo>
                    <a:pt x="2285720" y="1303888"/>
                  </a:lnTo>
                  <a:lnTo>
                    <a:pt x="2286791" y="1303082"/>
                  </a:lnTo>
                  <a:lnTo>
                    <a:pt x="2287863" y="1302276"/>
                  </a:lnTo>
                  <a:lnTo>
                    <a:pt x="2288935" y="1301470"/>
                  </a:lnTo>
                  <a:lnTo>
                    <a:pt x="2290006" y="1300665"/>
                  </a:lnTo>
                  <a:lnTo>
                    <a:pt x="2291078" y="1299861"/>
                  </a:lnTo>
                  <a:lnTo>
                    <a:pt x="2292149" y="1299057"/>
                  </a:lnTo>
                  <a:lnTo>
                    <a:pt x="2293221" y="1298253"/>
                  </a:lnTo>
                  <a:lnTo>
                    <a:pt x="2294293" y="1297450"/>
                  </a:lnTo>
                  <a:lnTo>
                    <a:pt x="2295364" y="1296647"/>
                  </a:lnTo>
                  <a:lnTo>
                    <a:pt x="2296436" y="1295844"/>
                  </a:lnTo>
                  <a:lnTo>
                    <a:pt x="2297507" y="1295043"/>
                  </a:lnTo>
                  <a:lnTo>
                    <a:pt x="2298579" y="1294241"/>
                  </a:lnTo>
                  <a:lnTo>
                    <a:pt x="2299651" y="1293440"/>
                  </a:lnTo>
                  <a:lnTo>
                    <a:pt x="2300722" y="1292639"/>
                  </a:lnTo>
                  <a:lnTo>
                    <a:pt x="2301794" y="1291839"/>
                  </a:lnTo>
                  <a:lnTo>
                    <a:pt x="2302865" y="1291039"/>
                  </a:lnTo>
                  <a:lnTo>
                    <a:pt x="2303937" y="1290240"/>
                  </a:lnTo>
                  <a:lnTo>
                    <a:pt x="2305009" y="1289441"/>
                  </a:lnTo>
                  <a:lnTo>
                    <a:pt x="2306080" y="1288642"/>
                  </a:lnTo>
                  <a:lnTo>
                    <a:pt x="2307152" y="1287844"/>
                  </a:lnTo>
                  <a:lnTo>
                    <a:pt x="2308223" y="1287047"/>
                  </a:lnTo>
                  <a:lnTo>
                    <a:pt x="2309295" y="1286250"/>
                  </a:lnTo>
                  <a:lnTo>
                    <a:pt x="2310366" y="1285453"/>
                  </a:lnTo>
                  <a:lnTo>
                    <a:pt x="2311438" y="1284656"/>
                  </a:lnTo>
                  <a:lnTo>
                    <a:pt x="2312510" y="1283860"/>
                  </a:lnTo>
                  <a:lnTo>
                    <a:pt x="2313581" y="1283065"/>
                  </a:lnTo>
                  <a:lnTo>
                    <a:pt x="2314653" y="1282270"/>
                  </a:lnTo>
                  <a:lnTo>
                    <a:pt x="2315724" y="1281475"/>
                  </a:lnTo>
                  <a:lnTo>
                    <a:pt x="2316796" y="1280681"/>
                  </a:lnTo>
                  <a:lnTo>
                    <a:pt x="2317868" y="1279887"/>
                  </a:lnTo>
                  <a:lnTo>
                    <a:pt x="2318939" y="1279094"/>
                  </a:lnTo>
                  <a:lnTo>
                    <a:pt x="2320011" y="1278301"/>
                  </a:lnTo>
                  <a:lnTo>
                    <a:pt x="2321082" y="1277509"/>
                  </a:lnTo>
                  <a:lnTo>
                    <a:pt x="2322154" y="1276716"/>
                  </a:lnTo>
                  <a:lnTo>
                    <a:pt x="2323226" y="1275925"/>
                  </a:lnTo>
                  <a:lnTo>
                    <a:pt x="2324297" y="1275134"/>
                  </a:lnTo>
                  <a:lnTo>
                    <a:pt x="2325369" y="1274343"/>
                  </a:lnTo>
                  <a:lnTo>
                    <a:pt x="2326440" y="1273552"/>
                  </a:lnTo>
                  <a:lnTo>
                    <a:pt x="2327512" y="1272762"/>
                  </a:lnTo>
                  <a:lnTo>
                    <a:pt x="2328584" y="1271973"/>
                  </a:lnTo>
                  <a:lnTo>
                    <a:pt x="2329655" y="1271184"/>
                  </a:lnTo>
                  <a:lnTo>
                    <a:pt x="2330727" y="1270395"/>
                  </a:lnTo>
                  <a:lnTo>
                    <a:pt x="2331798" y="1269607"/>
                  </a:lnTo>
                  <a:lnTo>
                    <a:pt x="2332870" y="1268819"/>
                  </a:lnTo>
                  <a:lnTo>
                    <a:pt x="2333942" y="1268031"/>
                  </a:lnTo>
                  <a:lnTo>
                    <a:pt x="2335013" y="1267244"/>
                  </a:lnTo>
                  <a:lnTo>
                    <a:pt x="2336085" y="1266458"/>
                  </a:lnTo>
                  <a:lnTo>
                    <a:pt x="2337156" y="1265672"/>
                  </a:lnTo>
                  <a:lnTo>
                    <a:pt x="2338228" y="1264886"/>
                  </a:lnTo>
                  <a:lnTo>
                    <a:pt x="2339300" y="1264101"/>
                  </a:lnTo>
                  <a:lnTo>
                    <a:pt x="2340371" y="1263316"/>
                  </a:lnTo>
                  <a:lnTo>
                    <a:pt x="2341443" y="1262531"/>
                  </a:lnTo>
                  <a:lnTo>
                    <a:pt x="2342514" y="1261747"/>
                  </a:lnTo>
                  <a:lnTo>
                    <a:pt x="2343586" y="1260963"/>
                  </a:lnTo>
                  <a:lnTo>
                    <a:pt x="2344658" y="1260180"/>
                  </a:lnTo>
                  <a:lnTo>
                    <a:pt x="2345729" y="1259397"/>
                  </a:lnTo>
                  <a:lnTo>
                    <a:pt x="2346801" y="1258615"/>
                  </a:lnTo>
                  <a:lnTo>
                    <a:pt x="2347872" y="1257833"/>
                  </a:lnTo>
                  <a:lnTo>
                    <a:pt x="2348944" y="1257051"/>
                  </a:lnTo>
                  <a:lnTo>
                    <a:pt x="2350016" y="1256270"/>
                  </a:lnTo>
                  <a:lnTo>
                    <a:pt x="2351087" y="1255489"/>
                  </a:lnTo>
                  <a:lnTo>
                    <a:pt x="2352159" y="1254709"/>
                  </a:lnTo>
                  <a:lnTo>
                    <a:pt x="2353230" y="1253929"/>
                  </a:lnTo>
                  <a:lnTo>
                    <a:pt x="2354302" y="1253149"/>
                  </a:lnTo>
                  <a:lnTo>
                    <a:pt x="2355374" y="1252370"/>
                  </a:lnTo>
                  <a:lnTo>
                    <a:pt x="2356445" y="1251591"/>
                  </a:lnTo>
                  <a:lnTo>
                    <a:pt x="2357517" y="1250813"/>
                  </a:lnTo>
                  <a:lnTo>
                    <a:pt x="2358588" y="1250035"/>
                  </a:lnTo>
                  <a:lnTo>
                    <a:pt x="2359660" y="1249258"/>
                  </a:lnTo>
                  <a:lnTo>
                    <a:pt x="2360732" y="1248480"/>
                  </a:lnTo>
                  <a:lnTo>
                    <a:pt x="2361803" y="1247704"/>
                  </a:lnTo>
                  <a:lnTo>
                    <a:pt x="2362875" y="1246927"/>
                  </a:lnTo>
                  <a:lnTo>
                    <a:pt x="2363946" y="1246152"/>
                  </a:lnTo>
                  <a:lnTo>
                    <a:pt x="2365018" y="1245376"/>
                  </a:lnTo>
                  <a:lnTo>
                    <a:pt x="2366090" y="1244601"/>
                  </a:lnTo>
                  <a:lnTo>
                    <a:pt x="2367161" y="1243826"/>
                  </a:lnTo>
                  <a:lnTo>
                    <a:pt x="2368233" y="1243052"/>
                  </a:lnTo>
                  <a:lnTo>
                    <a:pt x="2369304" y="1242278"/>
                  </a:lnTo>
                  <a:lnTo>
                    <a:pt x="2370376" y="1241505"/>
                  </a:lnTo>
                  <a:lnTo>
                    <a:pt x="2371448" y="1240732"/>
                  </a:lnTo>
                  <a:lnTo>
                    <a:pt x="2372519" y="1239959"/>
                  </a:lnTo>
                  <a:lnTo>
                    <a:pt x="2373591" y="1239187"/>
                  </a:lnTo>
                  <a:lnTo>
                    <a:pt x="2374662" y="1238415"/>
                  </a:lnTo>
                  <a:lnTo>
                    <a:pt x="2375734" y="1237643"/>
                  </a:lnTo>
                  <a:lnTo>
                    <a:pt x="2376806" y="1236872"/>
                  </a:lnTo>
                  <a:lnTo>
                    <a:pt x="2377877" y="1236101"/>
                  </a:lnTo>
                  <a:lnTo>
                    <a:pt x="2378949" y="1235331"/>
                  </a:lnTo>
                  <a:lnTo>
                    <a:pt x="2380020" y="1234561"/>
                  </a:lnTo>
                  <a:lnTo>
                    <a:pt x="2381092" y="1233792"/>
                  </a:lnTo>
                  <a:lnTo>
                    <a:pt x="2382164" y="1233023"/>
                  </a:lnTo>
                  <a:lnTo>
                    <a:pt x="2383235" y="1232254"/>
                  </a:lnTo>
                  <a:lnTo>
                    <a:pt x="2384307" y="1231486"/>
                  </a:lnTo>
                  <a:lnTo>
                    <a:pt x="2385378" y="1230718"/>
                  </a:lnTo>
                  <a:lnTo>
                    <a:pt x="2386450" y="1229950"/>
                  </a:lnTo>
                  <a:lnTo>
                    <a:pt x="2387522" y="1229183"/>
                  </a:lnTo>
                  <a:lnTo>
                    <a:pt x="2388593" y="1228416"/>
                  </a:lnTo>
                  <a:lnTo>
                    <a:pt x="2389665" y="1227650"/>
                  </a:lnTo>
                  <a:lnTo>
                    <a:pt x="2390736" y="1226884"/>
                  </a:lnTo>
                  <a:lnTo>
                    <a:pt x="2391808" y="1226118"/>
                  </a:lnTo>
                  <a:lnTo>
                    <a:pt x="2392880" y="1225353"/>
                  </a:lnTo>
                  <a:lnTo>
                    <a:pt x="2393951" y="1224588"/>
                  </a:lnTo>
                  <a:lnTo>
                    <a:pt x="2395023" y="1223824"/>
                  </a:lnTo>
                  <a:lnTo>
                    <a:pt x="2396094" y="1223059"/>
                  </a:lnTo>
                  <a:lnTo>
                    <a:pt x="2397166" y="1222296"/>
                  </a:lnTo>
                  <a:lnTo>
                    <a:pt x="2398238" y="1221532"/>
                  </a:lnTo>
                  <a:lnTo>
                    <a:pt x="2399309" y="1220770"/>
                  </a:lnTo>
                  <a:lnTo>
                    <a:pt x="2400381" y="1220007"/>
                  </a:lnTo>
                  <a:lnTo>
                    <a:pt x="2401452" y="1219245"/>
                  </a:lnTo>
                  <a:lnTo>
                    <a:pt x="2402524" y="1218483"/>
                  </a:lnTo>
                  <a:lnTo>
                    <a:pt x="2403596" y="1217722"/>
                  </a:lnTo>
                  <a:lnTo>
                    <a:pt x="2404667" y="1216961"/>
                  </a:lnTo>
                  <a:lnTo>
                    <a:pt x="2405739" y="1216200"/>
                  </a:lnTo>
                  <a:lnTo>
                    <a:pt x="2406810" y="1215440"/>
                  </a:lnTo>
                  <a:lnTo>
                    <a:pt x="2407882" y="1214680"/>
                  </a:lnTo>
                  <a:lnTo>
                    <a:pt x="2408954" y="1213920"/>
                  </a:lnTo>
                  <a:lnTo>
                    <a:pt x="2410025" y="1213161"/>
                  </a:lnTo>
                  <a:lnTo>
                    <a:pt x="2411097" y="1212402"/>
                  </a:lnTo>
                  <a:lnTo>
                    <a:pt x="2412168" y="1211644"/>
                  </a:lnTo>
                  <a:lnTo>
                    <a:pt x="2413240" y="1210886"/>
                  </a:lnTo>
                  <a:lnTo>
                    <a:pt x="2414312" y="1210128"/>
                  </a:lnTo>
                  <a:lnTo>
                    <a:pt x="2415383" y="1209371"/>
                  </a:lnTo>
                  <a:lnTo>
                    <a:pt x="2416455" y="1208614"/>
                  </a:lnTo>
                  <a:lnTo>
                    <a:pt x="2417526" y="1207857"/>
                  </a:lnTo>
                  <a:lnTo>
                    <a:pt x="2418598" y="1207101"/>
                  </a:lnTo>
                  <a:lnTo>
                    <a:pt x="2419670" y="1206345"/>
                  </a:lnTo>
                  <a:lnTo>
                    <a:pt x="2420741" y="1205590"/>
                  </a:lnTo>
                  <a:lnTo>
                    <a:pt x="2421813" y="1204835"/>
                  </a:lnTo>
                  <a:lnTo>
                    <a:pt x="2422884" y="1204080"/>
                  </a:lnTo>
                  <a:lnTo>
                    <a:pt x="2423956" y="1203326"/>
                  </a:lnTo>
                  <a:lnTo>
                    <a:pt x="2425028" y="1202572"/>
                  </a:lnTo>
                  <a:lnTo>
                    <a:pt x="2426099" y="1201818"/>
                  </a:lnTo>
                  <a:lnTo>
                    <a:pt x="2427171" y="1201065"/>
                  </a:lnTo>
                  <a:lnTo>
                    <a:pt x="2428242" y="1200312"/>
                  </a:lnTo>
                  <a:lnTo>
                    <a:pt x="2429314" y="1199559"/>
                  </a:lnTo>
                  <a:lnTo>
                    <a:pt x="2430386" y="1198807"/>
                  </a:lnTo>
                  <a:lnTo>
                    <a:pt x="2431457" y="1198055"/>
                  </a:lnTo>
                  <a:lnTo>
                    <a:pt x="2432529" y="1197303"/>
                  </a:lnTo>
                  <a:lnTo>
                    <a:pt x="2433600" y="1196552"/>
                  </a:lnTo>
                  <a:lnTo>
                    <a:pt x="2434672" y="1195801"/>
                  </a:lnTo>
                  <a:lnTo>
                    <a:pt x="2435744" y="1195051"/>
                  </a:lnTo>
                  <a:lnTo>
                    <a:pt x="2436815" y="1194301"/>
                  </a:lnTo>
                  <a:lnTo>
                    <a:pt x="2437887" y="1193551"/>
                  </a:lnTo>
                  <a:lnTo>
                    <a:pt x="2438958" y="1192802"/>
                  </a:lnTo>
                  <a:lnTo>
                    <a:pt x="2440030" y="1192053"/>
                  </a:lnTo>
                  <a:lnTo>
                    <a:pt x="2441102" y="1191304"/>
                  </a:lnTo>
                  <a:lnTo>
                    <a:pt x="2442173" y="1190556"/>
                  </a:lnTo>
                  <a:lnTo>
                    <a:pt x="2443245" y="1189808"/>
                  </a:lnTo>
                  <a:lnTo>
                    <a:pt x="2444316" y="1189060"/>
                  </a:lnTo>
                  <a:lnTo>
                    <a:pt x="2445388" y="1188312"/>
                  </a:lnTo>
                  <a:lnTo>
                    <a:pt x="2446460" y="1187565"/>
                  </a:lnTo>
                  <a:lnTo>
                    <a:pt x="2447531" y="1186819"/>
                  </a:lnTo>
                  <a:lnTo>
                    <a:pt x="2448603" y="1186073"/>
                  </a:lnTo>
                  <a:lnTo>
                    <a:pt x="2449674" y="1185327"/>
                  </a:lnTo>
                  <a:lnTo>
                    <a:pt x="2450746" y="1184581"/>
                  </a:lnTo>
                  <a:lnTo>
                    <a:pt x="2451818" y="1183836"/>
                  </a:lnTo>
                  <a:lnTo>
                    <a:pt x="2452889" y="1183091"/>
                  </a:lnTo>
                  <a:lnTo>
                    <a:pt x="2453961" y="1182346"/>
                  </a:lnTo>
                  <a:lnTo>
                    <a:pt x="2455032" y="1181602"/>
                  </a:lnTo>
                  <a:lnTo>
                    <a:pt x="2456104" y="1180858"/>
                  </a:lnTo>
                  <a:lnTo>
                    <a:pt x="2457176" y="1180114"/>
                  </a:lnTo>
                  <a:lnTo>
                    <a:pt x="2458247" y="1179371"/>
                  </a:lnTo>
                  <a:lnTo>
                    <a:pt x="2459319" y="1178628"/>
                  </a:lnTo>
                  <a:lnTo>
                    <a:pt x="2460390" y="1177885"/>
                  </a:lnTo>
                  <a:lnTo>
                    <a:pt x="2461462" y="1177143"/>
                  </a:lnTo>
                  <a:lnTo>
                    <a:pt x="2462534" y="1176401"/>
                  </a:lnTo>
                  <a:lnTo>
                    <a:pt x="2463605" y="1175659"/>
                  </a:lnTo>
                  <a:lnTo>
                    <a:pt x="2464677" y="1174918"/>
                  </a:lnTo>
                  <a:lnTo>
                    <a:pt x="2465748" y="1174177"/>
                  </a:lnTo>
                  <a:lnTo>
                    <a:pt x="2466820" y="1173436"/>
                  </a:lnTo>
                  <a:lnTo>
                    <a:pt x="2467892" y="1172696"/>
                  </a:lnTo>
                  <a:lnTo>
                    <a:pt x="2468963" y="1171956"/>
                  </a:lnTo>
                  <a:lnTo>
                    <a:pt x="2470035" y="1171216"/>
                  </a:lnTo>
                  <a:lnTo>
                    <a:pt x="2471106" y="1170477"/>
                  </a:lnTo>
                  <a:lnTo>
                    <a:pt x="2472178" y="1169738"/>
                  </a:lnTo>
                  <a:lnTo>
                    <a:pt x="2473250" y="1168999"/>
                  </a:lnTo>
                  <a:lnTo>
                    <a:pt x="2474321" y="1168261"/>
                  </a:lnTo>
                  <a:lnTo>
                    <a:pt x="2475393" y="1167523"/>
                  </a:lnTo>
                  <a:lnTo>
                    <a:pt x="2476464" y="1166785"/>
                  </a:lnTo>
                  <a:lnTo>
                    <a:pt x="2477536" y="1166047"/>
                  </a:lnTo>
                  <a:lnTo>
                    <a:pt x="2478608" y="1165310"/>
                  </a:lnTo>
                  <a:lnTo>
                    <a:pt x="2479679" y="1164573"/>
                  </a:lnTo>
                  <a:lnTo>
                    <a:pt x="2480751" y="1163837"/>
                  </a:lnTo>
                  <a:lnTo>
                    <a:pt x="2481822" y="1163100"/>
                  </a:lnTo>
                  <a:lnTo>
                    <a:pt x="2482894" y="1162364"/>
                  </a:lnTo>
                  <a:lnTo>
                    <a:pt x="2483966" y="1161629"/>
                  </a:lnTo>
                  <a:lnTo>
                    <a:pt x="2485037" y="1160893"/>
                  </a:lnTo>
                  <a:lnTo>
                    <a:pt x="2486109" y="1160158"/>
                  </a:lnTo>
                  <a:lnTo>
                    <a:pt x="2487180" y="1159424"/>
                  </a:lnTo>
                  <a:lnTo>
                    <a:pt x="2488252" y="1158689"/>
                  </a:lnTo>
                  <a:lnTo>
                    <a:pt x="2489323" y="1157955"/>
                  </a:lnTo>
                  <a:lnTo>
                    <a:pt x="2490395" y="1157221"/>
                  </a:lnTo>
                  <a:lnTo>
                    <a:pt x="2491467" y="1156488"/>
                  </a:lnTo>
                  <a:lnTo>
                    <a:pt x="2492538" y="1155754"/>
                  </a:lnTo>
                  <a:lnTo>
                    <a:pt x="2493610" y="1155021"/>
                  </a:lnTo>
                  <a:lnTo>
                    <a:pt x="2494681" y="1154289"/>
                  </a:lnTo>
                  <a:lnTo>
                    <a:pt x="2495753" y="1153556"/>
                  </a:lnTo>
                  <a:lnTo>
                    <a:pt x="2496825" y="1152824"/>
                  </a:lnTo>
                  <a:lnTo>
                    <a:pt x="2497896" y="1152092"/>
                  </a:lnTo>
                  <a:lnTo>
                    <a:pt x="2498968" y="1151361"/>
                  </a:lnTo>
                  <a:lnTo>
                    <a:pt x="2500039" y="1150630"/>
                  </a:lnTo>
                  <a:lnTo>
                    <a:pt x="2501111" y="1149899"/>
                  </a:lnTo>
                  <a:lnTo>
                    <a:pt x="2502183" y="1149168"/>
                  </a:lnTo>
                  <a:lnTo>
                    <a:pt x="2503254" y="1148438"/>
                  </a:lnTo>
                  <a:lnTo>
                    <a:pt x="2504326" y="1147708"/>
                  </a:lnTo>
                  <a:lnTo>
                    <a:pt x="2505397" y="1146978"/>
                  </a:lnTo>
                  <a:lnTo>
                    <a:pt x="2506469" y="1146249"/>
                  </a:lnTo>
                  <a:lnTo>
                    <a:pt x="2507541" y="1145519"/>
                  </a:lnTo>
                  <a:lnTo>
                    <a:pt x="2508612" y="1144790"/>
                  </a:lnTo>
                  <a:lnTo>
                    <a:pt x="2509684" y="1144062"/>
                  </a:lnTo>
                  <a:lnTo>
                    <a:pt x="2510755" y="1143333"/>
                  </a:lnTo>
                  <a:lnTo>
                    <a:pt x="2511827" y="1142605"/>
                  </a:lnTo>
                  <a:lnTo>
                    <a:pt x="2512899" y="1141877"/>
                  </a:lnTo>
                  <a:lnTo>
                    <a:pt x="2513970" y="1141150"/>
                  </a:lnTo>
                  <a:lnTo>
                    <a:pt x="2515042" y="1140422"/>
                  </a:lnTo>
                  <a:lnTo>
                    <a:pt x="2516113" y="1139695"/>
                  </a:lnTo>
                  <a:lnTo>
                    <a:pt x="2517185" y="1138969"/>
                  </a:lnTo>
                  <a:lnTo>
                    <a:pt x="2518257" y="1138242"/>
                  </a:lnTo>
                  <a:lnTo>
                    <a:pt x="2519328" y="1137516"/>
                  </a:lnTo>
                  <a:lnTo>
                    <a:pt x="2520400" y="1136790"/>
                  </a:lnTo>
                  <a:lnTo>
                    <a:pt x="2521471" y="1136064"/>
                  </a:lnTo>
                  <a:lnTo>
                    <a:pt x="2522543" y="1135339"/>
                  </a:lnTo>
                  <a:lnTo>
                    <a:pt x="2523615" y="1134614"/>
                  </a:lnTo>
                  <a:lnTo>
                    <a:pt x="2524686" y="1133889"/>
                  </a:lnTo>
                  <a:lnTo>
                    <a:pt x="2525758" y="1133164"/>
                  </a:lnTo>
                  <a:lnTo>
                    <a:pt x="2526829" y="1132440"/>
                  </a:lnTo>
                  <a:lnTo>
                    <a:pt x="2527901" y="1131715"/>
                  </a:lnTo>
                  <a:lnTo>
                    <a:pt x="2528973" y="1130992"/>
                  </a:lnTo>
                  <a:lnTo>
                    <a:pt x="2530044" y="1130268"/>
                  </a:lnTo>
                  <a:lnTo>
                    <a:pt x="2531116" y="1129545"/>
                  </a:lnTo>
                  <a:lnTo>
                    <a:pt x="2532187" y="1128821"/>
                  </a:lnTo>
                  <a:lnTo>
                    <a:pt x="2533259" y="1128099"/>
                  </a:lnTo>
                  <a:lnTo>
                    <a:pt x="2534331" y="1127376"/>
                  </a:lnTo>
                  <a:lnTo>
                    <a:pt x="2535402" y="1126653"/>
                  </a:lnTo>
                  <a:lnTo>
                    <a:pt x="2536474" y="1125931"/>
                  </a:lnTo>
                  <a:lnTo>
                    <a:pt x="2537545" y="1125209"/>
                  </a:lnTo>
                  <a:lnTo>
                    <a:pt x="2538617" y="1124488"/>
                  </a:lnTo>
                  <a:lnTo>
                    <a:pt x="2539689" y="1123766"/>
                  </a:lnTo>
                  <a:lnTo>
                    <a:pt x="2540760" y="1123045"/>
                  </a:lnTo>
                  <a:lnTo>
                    <a:pt x="2541832" y="1122324"/>
                  </a:lnTo>
                  <a:lnTo>
                    <a:pt x="2542903" y="1121603"/>
                  </a:lnTo>
                  <a:lnTo>
                    <a:pt x="2543975" y="1120883"/>
                  </a:lnTo>
                  <a:lnTo>
                    <a:pt x="2545047" y="1120163"/>
                  </a:lnTo>
                  <a:lnTo>
                    <a:pt x="2546118" y="1119443"/>
                  </a:lnTo>
                  <a:lnTo>
                    <a:pt x="2547190" y="1118723"/>
                  </a:lnTo>
                  <a:lnTo>
                    <a:pt x="2548261" y="1118003"/>
                  </a:lnTo>
                  <a:lnTo>
                    <a:pt x="2549333" y="1117284"/>
                  </a:lnTo>
                  <a:lnTo>
                    <a:pt x="2550405" y="1116565"/>
                  </a:lnTo>
                  <a:lnTo>
                    <a:pt x="2551476" y="1115846"/>
                  </a:lnTo>
                  <a:lnTo>
                    <a:pt x="2552548" y="1115127"/>
                  </a:lnTo>
                  <a:lnTo>
                    <a:pt x="2553619" y="1114409"/>
                  </a:lnTo>
                  <a:lnTo>
                    <a:pt x="2554691" y="1113691"/>
                  </a:lnTo>
                  <a:lnTo>
                    <a:pt x="2555763" y="1112973"/>
                  </a:lnTo>
                  <a:lnTo>
                    <a:pt x="2556834" y="1112255"/>
                  </a:lnTo>
                  <a:lnTo>
                    <a:pt x="2557906" y="1111538"/>
                  </a:lnTo>
                  <a:lnTo>
                    <a:pt x="2558977" y="1110820"/>
                  </a:lnTo>
                  <a:lnTo>
                    <a:pt x="2560049" y="1110103"/>
                  </a:lnTo>
                  <a:lnTo>
                    <a:pt x="2561121" y="1109386"/>
                  </a:lnTo>
                  <a:lnTo>
                    <a:pt x="2562192" y="1108670"/>
                  </a:lnTo>
                  <a:lnTo>
                    <a:pt x="2563264" y="1107953"/>
                  </a:lnTo>
                  <a:lnTo>
                    <a:pt x="2564335" y="1107237"/>
                  </a:lnTo>
                  <a:lnTo>
                    <a:pt x="2565407" y="1106521"/>
                  </a:lnTo>
                  <a:lnTo>
                    <a:pt x="2566479" y="1105805"/>
                  </a:lnTo>
                  <a:lnTo>
                    <a:pt x="2567550" y="1105089"/>
                  </a:lnTo>
                  <a:lnTo>
                    <a:pt x="2568622" y="1104374"/>
                  </a:lnTo>
                  <a:lnTo>
                    <a:pt x="2569693" y="1103659"/>
                  </a:lnTo>
                  <a:lnTo>
                    <a:pt x="2570765" y="1102944"/>
                  </a:lnTo>
                  <a:lnTo>
                    <a:pt x="2571837" y="1102229"/>
                  </a:lnTo>
                  <a:lnTo>
                    <a:pt x="2572908" y="1101514"/>
                  </a:lnTo>
                  <a:lnTo>
                    <a:pt x="2573980" y="1100800"/>
                  </a:lnTo>
                  <a:lnTo>
                    <a:pt x="2575051" y="1100085"/>
                  </a:lnTo>
                  <a:lnTo>
                    <a:pt x="2576123" y="1099371"/>
                  </a:lnTo>
                  <a:lnTo>
                    <a:pt x="2577195" y="1098657"/>
                  </a:lnTo>
                  <a:lnTo>
                    <a:pt x="2578266" y="1097944"/>
                  </a:lnTo>
                  <a:lnTo>
                    <a:pt x="2579338" y="1097230"/>
                  </a:lnTo>
                  <a:lnTo>
                    <a:pt x="2580409" y="1096517"/>
                  </a:lnTo>
                  <a:lnTo>
                    <a:pt x="2581481" y="1095804"/>
                  </a:lnTo>
                  <a:lnTo>
                    <a:pt x="2582553" y="1095091"/>
                  </a:lnTo>
                  <a:lnTo>
                    <a:pt x="2583624" y="1094378"/>
                  </a:lnTo>
                  <a:lnTo>
                    <a:pt x="2584696" y="1093665"/>
                  </a:lnTo>
                  <a:lnTo>
                    <a:pt x="2585767" y="1092953"/>
                  </a:lnTo>
                  <a:lnTo>
                    <a:pt x="2586839" y="1092241"/>
                  </a:lnTo>
                  <a:lnTo>
                    <a:pt x="2587911" y="1091529"/>
                  </a:lnTo>
                  <a:lnTo>
                    <a:pt x="2588982" y="1090817"/>
                  </a:lnTo>
                  <a:lnTo>
                    <a:pt x="2590054" y="1090105"/>
                  </a:lnTo>
                  <a:lnTo>
                    <a:pt x="2591125" y="1089394"/>
                  </a:lnTo>
                  <a:lnTo>
                    <a:pt x="2592197" y="1088682"/>
                  </a:lnTo>
                  <a:lnTo>
                    <a:pt x="2593269" y="1087971"/>
                  </a:lnTo>
                  <a:lnTo>
                    <a:pt x="2594340" y="1087260"/>
                  </a:lnTo>
                  <a:lnTo>
                    <a:pt x="2595412" y="1086549"/>
                  </a:lnTo>
                  <a:lnTo>
                    <a:pt x="2596483" y="1085839"/>
                  </a:lnTo>
                  <a:lnTo>
                    <a:pt x="2597555" y="1085128"/>
                  </a:lnTo>
                  <a:lnTo>
                    <a:pt x="2598627" y="1084418"/>
                  </a:lnTo>
                  <a:lnTo>
                    <a:pt x="2599698" y="1083708"/>
                  </a:lnTo>
                  <a:lnTo>
                    <a:pt x="2600770" y="1082998"/>
                  </a:lnTo>
                  <a:lnTo>
                    <a:pt x="2601841" y="1082288"/>
                  </a:lnTo>
                  <a:lnTo>
                    <a:pt x="2602913" y="1081578"/>
                  </a:lnTo>
                  <a:lnTo>
                    <a:pt x="2603985" y="1080868"/>
                  </a:lnTo>
                  <a:lnTo>
                    <a:pt x="2605056" y="1080159"/>
                  </a:lnTo>
                  <a:lnTo>
                    <a:pt x="2606128" y="1079450"/>
                  </a:lnTo>
                  <a:lnTo>
                    <a:pt x="2607199" y="1078740"/>
                  </a:lnTo>
                  <a:lnTo>
                    <a:pt x="2608271" y="1078032"/>
                  </a:lnTo>
                  <a:lnTo>
                    <a:pt x="2609343" y="1077323"/>
                  </a:lnTo>
                  <a:lnTo>
                    <a:pt x="2610414" y="1076614"/>
                  </a:lnTo>
                  <a:lnTo>
                    <a:pt x="2611486" y="1075905"/>
                  </a:lnTo>
                  <a:lnTo>
                    <a:pt x="2612557" y="1075197"/>
                  </a:lnTo>
                  <a:lnTo>
                    <a:pt x="2613629" y="1074489"/>
                  </a:lnTo>
                  <a:lnTo>
                    <a:pt x="2614701" y="1073781"/>
                  </a:lnTo>
                  <a:lnTo>
                    <a:pt x="2615772" y="1073073"/>
                  </a:lnTo>
                  <a:lnTo>
                    <a:pt x="2616844" y="1072365"/>
                  </a:lnTo>
                  <a:lnTo>
                    <a:pt x="2617915" y="1071657"/>
                  </a:lnTo>
                  <a:lnTo>
                    <a:pt x="2618987" y="1070949"/>
                  </a:lnTo>
                  <a:lnTo>
                    <a:pt x="2620059" y="1070242"/>
                  </a:lnTo>
                  <a:lnTo>
                    <a:pt x="2621130" y="1069535"/>
                  </a:lnTo>
                  <a:lnTo>
                    <a:pt x="2622202" y="1068827"/>
                  </a:lnTo>
                  <a:lnTo>
                    <a:pt x="2623273" y="1068120"/>
                  </a:lnTo>
                  <a:lnTo>
                    <a:pt x="2624345" y="1067413"/>
                  </a:lnTo>
                  <a:lnTo>
                    <a:pt x="2625417" y="1066706"/>
                  </a:lnTo>
                  <a:lnTo>
                    <a:pt x="2626488" y="1066000"/>
                  </a:lnTo>
                  <a:lnTo>
                    <a:pt x="2627560" y="1065293"/>
                  </a:lnTo>
                  <a:lnTo>
                    <a:pt x="2628631" y="1064587"/>
                  </a:lnTo>
                  <a:lnTo>
                    <a:pt x="2629703" y="1063880"/>
                  </a:lnTo>
                  <a:lnTo>
                    <a:pt x="2630775" y="1063174"/>
                  </a:lnTo>
                  <a:lnTo>
                    <a:pt x="2631846" y="1062468"/>
                  </a:lnTo>
                  <a:lnTo>
                    <a:pt x="2632918" y="1061762"/>
                  </a:lnTo>
                  <a:lnTo>
                    <a:pt x="2633989" y="1061056"/>
                  </a:lnTo>
                  <a:lnTo>
                    <a:pt x="2635061" y="1060350"/>
                  </a:lnTo>
                  <a:lnTo>
                    <a:pt x="2636133" y="1059644"/>
                  </a:lnTo>
                  <a:lnTo>
                    <a:pt x="2637204" y="1058939"/>
                  </a:lnTo>
                  <a:lnTo>
                    <a:pt x="2638276" y="1058233"/>
                  </a:lnTo>
                  <a:lnTo>
                    <a:pt x="2639347" y="1057528"/>
                  </a:lnTo>
                  <a:lnTo>
                    <a:pt x="2640419" y="1056822"/>
                  </a:lnTo>
                  <a:lnTo>
                    <a:pt x="2641491" y="1056117"/>
                  </a:lnTo>
                  <a:lnTo>
                    <a:pt x="2642562" y="1055412"/>
                  </a:lnTo>
                  <a:lnTo>
                    <a:pt x="2643634" y="1054707"/>
                  </a:lnTo>
                  <a:lnTo>
                    <a:pt x="2644705" y="1054002"/>
                  </a:lnTo>
                  <a:lnTo>
                    <a:pt x="2645777" y="1053297"/>
                  </a:lnTo>
                  <a:lnTo>
                    <a:pt x="2646849" y="1052592"/>
                  </a:lnTo>
                  <a:lnTo>
                    <a:pt x="2647920" y="1051888"/>
                  </a:lnTo>
                  <a:lnTo>
                    <a:pt x="2648992" y="1051183"/>
                  </a:lnTo>
                  <a:lnTo>
                    <a:pt x="2650063" y="1050479"/>
                  </a:lnTo>
                  <a:lnTo>
                    <a:pt x="2651135" y="1049774"/>
                  </a:lnTo>
                  <a:lnTo>
                    <a:pt x="2652207" y="1049070"/>
                  </a:lnTo>
                  <a:lnTo>
                    <a:pt x="2653278" y="1048366"/>
                  </a:lnTo>
                  <a:lnTo>
                    <a:pt x="2654350" y="1047661"/>
                  </a:lnTo>
                  <a:lnTo>
                    <a:pt x="2655421" y="1046957"/>
                  </a:lnTo>
                  <a:lnTo>
                    <a:pt x="2656493" y="1046253"/>
                  </a:lnTo>
                  <a:lnTo>
                    <a:pt x="2657565" y="1045549"/>
                  </a:lnTo>
                  <a:lnTo>
                    <a:pt x="2658636" y="1044845"/>
                  </a:lnTo>
                  <a:lnTo>
                    <a:pt x="2659708" y="1044141"/>
                  </a:lnTo>
                  <a:lnTo>
                    <a:pt x="2660779" y="1043438"/>
                  </a:lnTo>
                  <a:lnTo>
                    <a:pt x="2661851" y="1042734"/>
                  </a:lnTo>
                  <a:lnTo>
                    <a:pt x="2662922" y="1042030"/>
                  </a:lnTo>
                  <a:lnTo>
                    <a:pt x="2663994" y="1041327"/>
                  </a:lnTo>
                  <a:lnTo>
                    <a:pt x="2665066" y="1040623"/>
                  </a:lnTo>
                  <a:lnTo>
                    <a:pt x="2666137" y="1039920"/>
                  </a:lnTo>
                  <a:lnTo>
                    <a:pt x="2667209" y="1039216"/>
                  </a:lnTo>
                  <a:lnTo>
                    <a:pt x="2668280" y="1038513"/>
                  </a:lnTo>
                  <a:lnTo>
                    <a:pt x="2669352" y="1037810"/>
                  </a:lnTo>
                  <a:lnTo>
                    <a:pt x="2670424" y="1037106"/>
                  </a:lnTo>
                  <a:lnTo>
                    <a:pt x="2671495" y="1036403"/>
                  </a:lnTo>
                  <a:lnTo>
                    <a:pt x="2672567" y="1035700"/>
                  </a:lnTo>
                  <a:lnTo>
                    <a:pt x="2673638" y="1034997"/>
                  </a:lnTo>
                  <a:lnTo>
                    <a:pt x="2674710" y="1034294"/>
                  </a:lnTo>
                  <a:lnTo>
                    <a:pt x="2675782" y="1033591"/>
                  </a:lnTo>
                  <a:lnTo>
                    <a:pt x="2676853" y="1032888"/>
                  </a:lnTo>
                  <a:lnTo>
                    <a:pt x="2677925" y="1032185"/>
                  </a:lnTo>
                  <a:lnTo>
                    <a:pt x="2678996" y="1031482"/>
                  </a:lnTo>
                  <a:lnTo>
                    <a:pt x="2680068" y="1030779"/>
                  </a:lnTo>
                  <a:lnTo>
                    <a:pt x="2681140" y="1030076"/>
                  </a:lnTo>
                  <a:lnTo>
                    <a:pt x="2682211" y="1029373"/>
                  </a:lnTo>
                  <a:lnTo>
                    <a:pt x="2683283" y="1028670"/>
                  </a:lnTo>
                  <a:lnTo>
                    <a:pt x="2684354" y="1027968"/>
                  </a:lnTo>
                  <a:lnTo>
                    <a:pt x="2685426" y="1027265"/>
                  </a:lnTo>
                  <a:lnTo>
                    <a:pt x="2686498" y="1026562"/>
                  </a:lnTo>
                  <a:lnTo>
                    <a:pt x="2687569" y="1025860"/>
                  </a:lnTo>
                  <a:lnTo>
                    <a:pt x="2688641" y="1025157"/>
                  </a:lnTo>
                  <a:lnTo>
                    <a:pt x="2689712" y="1024454"/>
                  </a:lnTo>
                  <a:lnTo>
                    <a:pt x="2690784" y="1023752"/>
                  </a:lnTo>
                  <a:lnTo>
                    <a:pt x="2691856" y="1023049"/>
                  </a:lnTo>
                  <a:lnTo>
                    <a:pt x="2692927" y="1022346"/>
                  </a:lnTo>
                  <a:lnTo>
                    <a:pt x="2693999" y="1021644"/>
                  </a:lnTo>
                  <a:lnTo>
                    <a:pt x="2695070" y="1020941"/>
                  </a:lnTo>
                  <a:lnTo>
                    <a:pt x="2696142" y="1020239"/>
                  </a:lnTo>
                  <a:lnTo>
                    <a:pt x="2697214" y="1019536"/>
                  </a:lnTo>
                  <a:lnTo>
                    <a:pt x="2698285" y="1018833"/>
                  </a:lnTo>
                  <a:lnTo>
                    <a:pt x="2699357" y="1018131"/>
                  </a:lnTo>
                  <a:lnTo>
                    <a:pt x="2700428" y="1017428"/>
                  </a:lnTo>
                  <a:lnTo>
                    <a:pt x="2701500" y="1016726"/>
                  </a:lnTo>
                  <a:lnTo>
                    <a:pt x="2702572" y="1016023"/>
                  </a:lnTo>
                  <a:lnTo>
                    <a:pt x="2703643" y="1015320"/>
                  </a:lnTo>
                  <a:lnTo>
                    <a:pt x="2704715" y="1014618"/>
                  </a:lnTo>
                  <a:lnTo>
                    <a:pt x="2705786" y="1013915"/>
                  </a:lnTo>
                  <a:lnTo>
                    <a:pt x="2706858" y="1013213"/>
                  </a:lnTo>
                  <a:lnTo>
                    <a:pt x="2707930" y="1012510"/>
                  </a:lnTo>
                  <a:lnTo>
                    <a:pt x="2709001" y="1011807"/>
                  </a:lnTo>
                  <a:lnTo>
                    <a:pt x="2710073" y="1011105"/>
                  </a:lnTo>
                  <a:lnTo>
                    <a:pt x="2711144" y="1010402"/>
                  </a:lnTo>
                  <a:lnTo>
                    <a:pt x="2712216" y="1009699"/>
                  </a:lnTo>
                  <a:lnTo>
                    <a:pt x="2713288" y="1008997"/>
                  </a:lnTo>
                  <a:lnTo>
                    <a:pt x="2714359" y="1008294"/>
                  </a:lnTo>
                  <a:lnTo>
                    <a:pt x="2715431" y="1007591"/>
                  </a:lnTo>
                  <a:lnTo>
                    <a:pt x="2716502" y="1006888"/>
                  </a:lnTo>
                  <a:lnTo>
                    <a:pt x="2717574" y="1006186"/>
                  </a:lnTo>
                  <a:lnTo>
                    <a:pt x="2718646" y="1005483"/>
                  </a:lnTo>
                  <a:lnTo>
                    <a:pt x="2719717" y="1004780"/>
                  </a:lnTo>
                  <a:lnTo>
                    <a:pt x="2720789" y="1004077"/>
                  </a:lnTo>
                  <a:lnTo>
                    <a:pt x="2721860" y="1003374"/>
                  </a:lnTo>
                  <a:lnTo>
                    <a:pt x="2722932" y="1002671"/>
                  </a:lnTo>
                  <a:lnTo>
                    <a:pt x="2724004" y="1001968"/>
                  </a:lnTo>
                  <a:lnTo>
                    <a:pt x="2725075" y="1001265"/>
                  </a:lnTo>
                  <a:lnTo>
                    <a:pt x="2726147" y="1000562"/>
                  </a:lnTo>
                  <a:lnTo>
                    <a:pt x="2727218" y="999859"/>
                  </a:lnTo>
                  <a:lnTo>
                    <a:pt x="2728290" y="999155"/>
                  </a:lnTo>
                  <a:lnTo>
                    <a:pt x="2729362" y="998452"/>
                  </a:lnTo>
                  <a:lnTo>
                    <a:pt x="2730433" y="997749"/>
                  </a:lnTo>
                  <a:lnTo>
                    <a:pt x="2731505" y="997045"/>
                  </a:lnTo>
                  <a:lnTo>
                    <a:pt x="2732576" y="996342"/>
                  </a:lnTo>
                  <a:lnTo>
                    <a:pt x="2733648" y="995638"/>
                  </a:lnTo>
                  <a:lnTo>
                    <a:pt x="2734720" y="994935"/>
                  </a:lnTo>
                  <a:lnTo>
                    <a:pt x="2735791" y="994231"/>
                  </a:lnTo>
                  <a:lnTo>
                    <a:pt x="2736863" y="993528"/>
                  </a:lnTo>
                  <a:lnTo>
                    <a:pt x="2737934" y="992824"/>
                  </a:lnTo>
                  <a:lnTo>
                    <a:pt x="2739006" y="992120"/>
                  </a:lnTo>
                  <a:lnTo>
                    <a:pt x="2740078" y="991416"/>
                  </a:lnTo>
                  <a:lnTo>
                    <a:pt x="2741149" y="990712"/>
                  </a:lnTo>
                  <a:lnTo>
                    <a:pt x="2742221" y="990008"/>
                  </a:lnTo>
                  <a:lnTo>
                    <a:pt x="2743292" y="989304"/>
                  </a:lnTo>
                  <a:lnTo>
                    <a:pt x="2744364" y="988600"/>
                  </a:lnTo>
                  <a:lnTo>
                    <a:pt x="2745436" y="987896"/>
                  </a:lnTo>
                  <a:lnTo>
                    <a:pt x="2746507" y="987192"/>
                  </a:lnTo>
                  <a:lnTo>
                    <a:pt x="2747579" y="986487"/>
                  </a:lnTo>
                  <a:lnTo>
                    <a:pt x="2748650" y="985783"/>
                  </a:lnTo>
                  <a:lnTo>
                    <a:pt x="2749722" y="985078"/>
                  </a:lnTo>
                  <a:lnTo>
                    <a:pt x="2750794" y="984374"/>
                  </a:lnTo>
                  <a:lnTo>
                    <a:pt x="2751865" y="983669"/>
                  </a:lnTo>
                  <a:lnTo>
                    <a:pt x="2752937" y="982964"/>
                  </a:lnTo>
                  <a:lnTo>
                    <a:pt x="2754008" y="982259"/>
                  </a:lnTo>
                  <a:lnTo>
                    <a:pt x="2755080" y="981554"/>
                  </a:lnTo>
                  <a:lnTo>
                    <a:pt x="2756152" y="980849"/>
                  </a:lnTo>
                  <a:lnTo>
                    <a:pt x="2757223" y="980144"/>
                  </a:lnTo>
                  <a:lnTo>
                    <a:pt x="2758295" y="979438"/>
                  </a:lnTo>
                  <a:lnTo>
                    <a:pt x="2759366" y="978733"/>
                  </a:lnTo>
                  <a:lnTo>
                    <a:pt x="2760438" y="978027"/>
                  </a:lnTo>
                  <a:lnTo>
                    <a:pt x="2761510" y="977322"/>
                  </a:lnTo>
                  <a:lnTo>
                    <a:pt x="2762581" y="976616"/>
                  </a:lnTo>
                  <a:lnTo>
                    <a:pt x="2763653" y="975910"/>
                  </a:lnTo>
                  <a:lnTo>
                    <a:pt x="2764724" y="975204"/>
                  </a:lnTo>
                  <a:lnTo>
                    <a:pt x="2765796" y="974498"/>
                  </a:lnTo>
                  <a:lnTo>
                    <a:pt x="2766868" y="973792"/>
                  </a:lnTo>
                  <a:lnTo>
                    <a:pt x="2767939" y="973086"/>
                  </a:lnTo>
                  <a:lnTo>
                    <a:pt x="2769011" y="972379"/>
                  </a:lnTo>
                  <a:lnTo>
                    <a:pt x="2770082" y="971673"/>
                  </a:lnTo>
                  <a:lnTo>
                    <a:pt x="2771154" y="970966"/>
                  </a:lnTo>
                  <a:lnTo>
                    <a:pt x="2772226" y="970259"/>
                  </a:lnTo>
                  <a:lnTo>
                    <a:pt x="2773297" y="969552"/>
                  </a:lnTo>
                  <a:lnTo>
                    <a:pt x="2774369" y="968845"/>
                  </a:lnTo>
                  <a:lnTo>
                    <a:pt x="2775440" y="968138"/>
                  </a:lnTo>
                  <a:lnTo>
                    <a:pt x="2776512" y="967431"/>
                  </a:lnTo>
                  <a:lnTo>
                    <a:pt x="2777584" y="966723"/>
                  </a:lnTo>
                  <a:lnTo>
                    <a:pt x="2778655" y="966016"/>
                  </a:lnTo>
                  <a:lnTo>
                    <a:pt x="2779727" y="965308"/>
                  </a:lnTo>
                  <a:lnTo>
                    <a:pt x="2780798" y="964600"/>
                  </a:lnTo>
                  <a:lnTo>
                    <a:pt x="2781870" y="963892"/>
                  </a:lnTo>
                  <a:lnTo>
                    <a:pt x="2782942" y="963184"/>
                  </a:lnTo>
                  <a:lnTo>
                    <a:pt x="2784013" y="962476"/>
                  </a:lnTo>
                  <a:lnTo>
                    <a:pt x="2785085" y="961767"/>
                  </a:lnTo>
                  <a:lnTo>
                    <a:pt x="2786156" y="961059"/>
                  </a:lnTo>
                  <a:lnTo>
                    <a:pt x="2787228" y="960350"/>
                  </a:lnTo>
                  <a:lnTo>
                    <a:pt x="2788300" y="959641"/>
                  </a:lnTo>
                  <a:lnTo>
                    <a:pt x="2789371" y="958932"/>
                  </a:lnTo>
                  <a:lnTo>
                    <a:pt x="2790443" y="958223"/>
                  </a:lnTo>
                  <a:lnTo>
                    <a:pt x="2791514" y="957514"/>
                  </a:lnTo>
                  <a:lnTo>
                    <a:pt x="2792586" y="956804"/>
                  </a:lnTo>
                  <a:lnTo>
                    <a:pt x="2793658" y="956094"/>
                  </a:lnTo>
                  <a:lnTo>
                    <a:pt x="2794729" y="955384"/>
                  </a:lnTo>
                  <a:lnTo>
                    <a:pt x="2795801" y="954674"/>
                  </a:lnTo>
                  <a:lnTo>
                    <a:pt x="2796872" y="953964"/>
                  </a:lnTo>
                  <a:lnTo>
                    <a:pt x="2797944" y="953254"/>
                  </a:lnTo>
                  <a:lnTo>
                    <a:pt x="2799016" y="952543"/>
                  </a:lnTo>
                  <a:lnTo>
                    <a:pt x="2800087" y="951833"/>
                  </a:lnTo>
                  <a:lnTo>
                    <a:pt x="2801159" y="951122"/>
                  </a:lnTo>
                  <a:lnTo>
                    <a:pt x="2802230" y="950411"/>
                  </a:lnTo>
                  <a:lnTo>
                    <a:pt x="2803302" y="949699"/>
                  </a:lnTo>
                  <a:lnTo>
                    <a:pt x="2804374" y="948988"/>
                  </a:lnTo>
                  <a:lnTo>
                    <a:pt x="2805445" y="948276"/>
                  </a:lnTo>
                  <a:lnTo>
                    <a:pt x="2806517" y="947564"/>
                  </a:lnTo>
                  <a:lnTo>
                    <a:pt x="2807588" y="946852"/>
                  </a:lnTo>
                  <a:lnTo>
                    <a:pt x="2808660" y="946140"/>
                  </a:lnTo>
                  <a:lnTo>
                    <a:pt x="2809732" y="945428"/>
                  </a:lnTo>
                  <a:lnTo>
                    <a:pt x="2810803" y="944715"/>
                  </a:lnTo>
                  <a:lnTo>
                    <a:pt x="2811875" y="944002"/>
                  </a:lnTo>
                  <a:lnTo>
                    <a:pt x="2812946" y="943289"/>
                  </a:lnTo>
                  <a:lnTo>
                    <a:pt x="2814018" y="942576"/>
                  </a:lnTo>
                  <a:lnTo>
                    <a:pt x="2815090" y="941863"/>
                  </a:lnTo>
                  <a:lnTo>
                    <a:pt x="2816161" y="941149"/>
                  </a:lnTo>
                  <a:lnTo>
                    <a:pt x="2817233" y="940435"/>
                  </a:lnTo>
                  <a:lnTo>
                    <a:pt x="2818304" y="939721"/>
                  </a:lnTo>
                  <a:lnTo>
                    <a:pt x="2819376" y="939007"/>
                  </a:lnTo>
                  <a:lnTo>
                    <a:pt x="2820448" y="938293"/>
                  </a:lnTo>
                  <a:lnTo>
                    <a:pt x="2821519" y="937578"/>
                  </a:lnTo>
                  <a:lnTo>
                    <a:pt x="2822591" y="936863"/>
                  </a:lnTo>
                  <a:lnTo>
                    <a:pt x="2823662" y="936148"/>
                  </a:lnTo>
                  <a:lnTo>
                    <a:pt x="2824734" y="935433"/>
                  </a:lnTo>
                  <a:lnTo>
                    <a:pt x="2825806" y="934717"/>
                  </a:lnTo>
                  <a:lnTo>
                    <a:pt x="2826877" y="934002"/>
                  </a:lnTo>
                  <a:lnTo>
                    <a:pt x="2827949" y="933286"/>
                  </a:lnTo>
                  <a:lnTo>
                    <a:pt x="2829020" y="932569"/>
                  </a:lnTo>
                  <a:lnTo>
                    <a:pt x="2830092" y="931853"/>
                  </a:lnTo>
                  <a:lnTo>
                    <a:pt x="2831164" y="931136"/>
                  </a:lnTo>
                  <a:lnTo>
                    <a:pt x="2832235" y="930419"/>
                  </a:lnTo>
                  <a:lnTo>
                    <a:pt x="2833307" y="929702"/>
                  </a:lnTo>
                  <a:lnTo>
                    <a:pt x="2834378" y="928985"/>
                  </a:lnTo>
                  <a:lnTo>
                    <a:pt x="2835450" y="928267"/>
                  </a:lnTo>
                  <a:lnTo>
                    <a:pt x="2836522" y="927549"/>
                  </a:lnTo>
                  <a:lnTo>
                    <a:pt x="2837593" y="926831"/>
                  </a:lnTo>
                  <a:lnTo>
                    <a:pt x="2838665" y="926113"/>
                  </a:lnTo>
                  <a:lnTo>
                    <a:pt x="2839736" y="925394"/>
                  </a:lnTo>
                  <a:lnTo>
                    <a:pt x="2840808" y="924675"/>
                  </a:lnTo>
                  <a:lnTo>
                    <a:pt x="2841879" y="923956"/>
                  </a:lnTo>
                  <a:lnTo>
                    <a:pt x="2842951" y="923237"/>
                  </a:lnTo>
                  <a:lnTo>
                    <a:pt x="2844023" y="922517"/>
                  </a:lnTo>
                  <a:lnTo>
                    <a:pt x="2845094" y="921797"/>
                  </a:lnTo>
                  <a:lnTo>
                    <a:pt x="2846166" y="921077"/>
                  </a:lnTo>
                  <a:lnTo>
                    <a:pt x="2847237" y="920357"/>
                  </a:lnTo>
                  <a:lnTo>
                    <a:pt x="2848309" y="919636"/>
                  </a:lnTo>
                  <a:lnTo>
                    <a:pt x="2849381" y="918915"/>
                  </a:lnTo>
                  <a:lnTo>
                    <a:pt x="2850452" y="918194"/>
                  </a:lnTo>
                  <a:lnTo>
                    <a:pt x="2851524" y="917473"/>
                  </a:lnTo>
                  <a:lnTo>
                    <a:pt x="2852595" y="916751"/>
                  </a:lnTo>
                  <a:lnTo>
                    <a:pt x="2853667" y="916029"/>
                  </a:lnTo>
                  <a:lnTo>
                    <a:pt x="2854739" y="915307"/>
                  </a:lnTo>
                  <a:lnTo>
                    <a:pt x="2855810" y="914584"/>
                  </a:lnTo>
                  <a:lnTo>
                    <a:pt x="2856882" y="913861"/>
                  </a:lnTo>
                  <a:lnTo>
                    <a:pt x="2857953" y="913138"/>
                  </a:lnTo>
                  <a:lnTo>
                    <a:pt x="2859025" y="912415"/>
                  </a:lnTo>
                  <a:lnTo>
                    <a:pt x="2860097" y="911691"/>
                  </a:lnTo>
                  <a:lnTo>
                    <a:pt x="2861168" y="910967"/>
                  </a:lnTo>
                  <a:lnTo>
                    <a:pt x="2862240" y="910243"/>
                  </a:lnTo>
                  <a:lnTo>
                    <a:pt x="2863311" y="909518"/>
                  </a:lnTo>
                  <a:lnTo>
                    <a:pt x="2864383" y="908793"/>
                  </a:lnTo>
                  <a:lnTo>
                    <a:pt x="2865455" y="908068"/>
                  </a:lnTo>
                  <a:lnTo>
                    <a:pt x="2866526" y="907343"/>
                  </a:lnTo>
                  <a:lnTo>
                    <a:pt x="2867598" y="906617"/>
                  </a:lnTo>
                  <a:lnTo>
                    <a:pt x="2868669" y="905891"/>
                  </a:lnTo>
                  <a:lnTo>
                    <a:pt x="2869741" y="905165"/>
                  </a:lnTo>
                  <a:lnTo>
                    <a:pt x="2870813" y="904438"/>
                  </a:lnTo>
                  <a:lnTo>
                    <a:pt x="2871884" y="903711"/>
                  </a:lnTo>
                  <a:lnTo>
                    <a:pt x="2872956" y="902984"/>
                  </a:lnTo>
                  <a:lnTo>
                    <a:pt x="2874027" y="902256"/>
                  </a:lnTo>
                  <a:lnTo>
                    <a:pt x="2875099" y="901528"/>
                  </a:lnTo>
                  <a:lnTo>
                    <a:pt x="2876171" y="900800"/>
                  </a:lnTo>
                  <a:lnTo>
                    <a:pt x="2877242" y="900072"/>
                  </a:lnTo>
                  <a:lnTo>
                    <a:pt x="2878314" y="899343"/>
                  </a:lnTo>
                  <a:lnTo>
                    <a:pt x="2879385" y="898614"/>
                  </a:lnTo>
                  <a:lnTo>
                    <a:pt x="2880457" y="897884"/>
                  </a:lnTo>
                  <a:lnTo>
                    <a:pt x="2881529" y="897154"/>
                  </a:lnTo>
                  <a:lnTo>
                    <a:pt x="2882600" y="896424"/>
                  </a:lnTo>
                  <a:lnTo>
                    <a:pt x="2883672" y="895694"/>
                  </a:lnTo>
                  <a:lnTo>
                    <a:pt x="2884743" y="894963"/>
                  </a:lnTo>
                  <a:lnTo>
                    <a:pt x="2885815" y="894232"/>
                  </a:lnTo>
                  <a:lnTo>
                    <a:pt x="2886887" y="893500"/>
                  </a:lnTo>
                  <a:lnTo>
                    <a:pt x="2887958" y="892768"/>
                  </a:lnTo>
                  <a:lnTo>
                    <a:pt x="2889030" y="892036"/>
                  </a:lnTo>
                  <a:lnTo>
                    <a:pt x="2890101" y="891304"/>
                  </a:lnTo>
                  <a:lnTo>
                    <a:pt x="2891173" y="890571"/>
                  </a:lnTo>
                  <a:lnTo>
                    <a:pt x="2892245" y="889838"/>
                  </a:lnTo>
                  <a:lnTo>
                    <a:pt x="2893316" y="889104"/>
                  </a:lnTo>
                  <a:lnTo>
                    <a:pt x="2894388" y="888370"/>
                  </a:lnTo>
                  <a:lnTo>
                    <a:pt x="2895459" y="887636"/>
                  </a:lnTo>
                  <a:lnTo>
                    <a:pt x="2896531" y="886902"/>
                  </a:lnTo>
                  <a:lnTo>
                    <a:pt x="2897603" y="886167"/>
                  </a:lnTo>
                  <a:lnTo>
                    <a:pt x="2898674" y="885431"/>
                  </a:lnTo>
                  <a:lnTo>
                    <a:pt x="2899746" y="884696"/>
                  </a:lnTo>
                  <a:lnTo>
                    <a:pt x="2900817" y="883960"/>
                  </a:lnTo>
                  <a:lnTo>
                    <a:pt x="2901889" y="883223"/>
                  </a:lnTo>
                  <a:lnTo>
                    <a:pt x="2902961" y="882487"/>
                  </a:lnTo>
                  <a:lnTo>
                    <a:pt x="2904032" y="881750"/>
                  </a:lnTo>
                  <a:lnTo>
                    <a:pt x="2905104" y="881012"/>
                  </a:lnTo>
                  <a:lnTo>
                    <a:pt x="2906175" y="880274"/>
                  </a:lnTo>
                  <a:lnTo>
                    <a:pt x="2907247" y="879536"/>
                  </a:lnTo>
                  <a:lnTo>
                    <a:pt x="2908319" y="878798"/>
                  </a:lnTo>
                  <a:lnTo>
                    <a:pt x="2909390" y="878059"/>
                  </a:lnTo>
                  <a:lnTo>
                    <a:pt x="2910462" y="877319"/>
                  </a:lnTo>
                  <a:lnTo>
                    <a:pt x="2911533" y="876580"/>
                  </a:lnTo>
                  <a:lnTo>
                    <a:pt x="2912605" y="875840"/>
                  </a:lnTo>
                  <a:lnTo>
                    <a:pt x="2913677" y="875099"/>
                  </a:lnTo>
                  <a:lnTo>
                    <a:pt x="2914748" y="874358"/>
                  </a:lnTo>
                  <a:lnTo>
                    <a:pt x="2915820" y="873617"/>
                  </a:lnTo>
                  <a:lnTo>
                    <a:pt x="2916891" y="872875"/>
                  </a:lnTo>
                  <a:lnTo>
                    <a:pt x="2917963" y="872133"/>
                  </a:lnTo>
                  <a:lnTo>
                    <a:pt x="2919035" y="871391"/>
                  </a:lnTo>
                  <a:lnTo>
                    <a:pt x="2920106" y="870648"/>
                  </a:lnTo>
                  <a:lnTo>
                    <a:pt x="2921178" y="869905"/>
                  </a:lnTo>
                  <a:lnTo>
                    <a:pt x="2922249" y="869161"/>
                  </a:lnTo>
                  <a:lnTo>
                    <a:pt x="2923321" y="868417"/>
                  </a:lnTo>
                  <a:lnTo>
                    <a:pt x="2924393" y="867673"/>
                  </a:lnTo>
                  <a:lnTo>
                    <a:pt x="2925464" y="866928"/>
                  </a:lnTo>
                  <a:lnTo>
                    <a:pt x="2926536" y="866183"/>
                  </a:lnTo>
                  <a:lnTo>
                    <a:pt x="2927607" y="865437"/>
                  </a:lnTo>
                  <a:lnTo>
                    <a:pt x="2928679" y="864691"/>
                  </a:lnTo>
                  <a:lnTo>
                    <a:pt x="2929751" y="863945"/>
                  </a:lnTo>
                  <a:lnTo>
                    <a:pt x="2930822" y="863198"/>
                  </a:lnTo>
                  <a:lnTo>
                    <a:pt x="2931894" y="862450"/>
                  </a:lnTo>
                  <a:lnTo>
                    <a:pt x="2932965" y="861703"/>
                  </a:lnTo>
                  <a:lnTo>
                    <a:pt x="2934037" y="860955"/>
                  </a:lnTo>
                  <a:lnTo>
                    <a:pt x="2935109" y="860206"/>
                  </a:lnTo>
                  <a:lnTo>
                    <a:pt x="2936180" y="859457"/>
                  </a:lnTo>
                  <a:lnTo>
                    <a:pt x="2937252" y="858708"/>
                  </a:lnTo>
                  <a:lnTo>
                    <a:pt x="2938323" y="857958"/>
                  </a:lnTo>
                  <a:lnTo>
                    <a:pt x="2939395" y="857208"/>
                  </a:lnTo>
                  <a:lnTo>
                    <a:pt x="2940467" y="856457"/>
                  </a:lnTo>
                  <a:lnTo>
                    <a:pt x="2941538" y="855706"/>
                  </a:lnTo>
                  <a:lnTo>
                    <a:pt x="2942610" y="854954"/>
                  </a:lnTo>
                  <a:lnTo>
                    <a:pt x="2943681" y="854202"/>
                  </a:lnTo>
                  <a:lnTo>
                    <a:pt x="2944753" y="853450"/>
                  </a:lnTo>
                  <a:lnTo>
                    <a:pt x="2945825" y="852697"/>
                  </a:lnTo>
                  <a:lnTo>
                    <a:pt x="2946896" y="851944"/>
                  </a:lnTo>
                  <a:lnTo>
                    <a:pt x="2947968" y="851190"/>
                  </a:lnTo>
                  <a:lnTo>
                    <a:pt x="2949039" y="850436"/>
                  </a:lnTo>
                  <a:lnTo>
                    <a:pt x="2950111" y="849681"/>
                  </a:lnTo>
                  <a:lnTo>
                    <a:pt x="2951183" y="848926"/>
                  </a:lnTo>
                  <a:lnTo>
                    <a:pt x="2952254" y="848170"/>
                  </a:lnTo>
                  <a:lnTo>
                    <a:pt x="2953326" y="847414"/>
                  </a:lnTo>
                  <a:lnTo>
                    <a:pt x="2954397" y="846658"/>
                  </a:lnTo>
                  <a:lnTo>
                    <a:pt x="2955469" y="845901"/>
                  </a:lnTo>
                  <a:lnTo>
                    <a:pt x="2956541" y="845143"/>
                  </a:lnTo>
                  <a:lnTo>
                    <a:pt x="2957612" y="844385"/>
                  </a:lnTo>
                  <a:lnTo>
                    <a:pt x="2958684" y="843627"/>
                  </a:lnTo>
                  <a:lnTo>
                    <a:pt x="2959755" y="842868"/>
                  </a:lnTo>
                  <a:lnTo>
                    <a:pt x="2960827" y="842109"/>
                  </a:lnTo>
                  <a:lnTo>
                    <a:pt x="2961899" y="841349"/>
                  </a:lnTo>
                  <a:lnTo>
                    <a:pt x="2962970" y="840589"/>
                  </a:lnTo>
                  <a:lnTo>
                    <a:pt x="2964042" y="839828"/>
                  </a:lnTo>
                  <a:lnTo>
                    <a:pt x="2965113" y="839067"/>
                  </a:lnTo>
                  <a:lnTo>
                    <a:pt x="2966185" y="838306"/>
                  </a:lnTo>
                  <a:lnTo>
                    <a:pt x="2967257" y="837543"/>
                  </a:lnTo>
                  <a:lnTo>
                    <a:pt x="2968328" y="836781"/>
                  </a:lnTo>
                  <a:lnTo>
                    <a:pt x="2969400" y="836018"/>
                  </a:lnTo>
                  <a:lnTo>
                    <a:pt x="2970471" y="835254"/>
                  </a:lnTo>
                  <a:lnTo>
                    <a:pt x="2971543" y="834490"/>
                  </a:lnTo>
                  <a:lnTo>
                    <a:pt x="2972615" y="833726"/>
                  </a:lnTo>
                  <a:lnTo>
                    <a:pt x="2973686" y="832961"/>
                  </a:lnTo>
                  <a:lnTo>
                    <a:pt x="2974758" y="832195"/>
                  </a:lnTo>
                  <a:lnTo>
                    <a:pt x="2975829" y="831429"/>
                  </a:lnTo>
                  <a:lnTo>
                    <a:pt x="2976901" y="830662"/>
                  </a:lnTo>
                  <a:lnTo>
                    <a:pt x="2977973" y="829895"/>
                  </a:lnTo>
                  <a:lnTo>
                    <a:pt x="2979044" y="829128"/>
                  </a:lnTo>
                  <a:lnTo>
                    <a:pt x="2980116" y="828360"/>
                  </a:lnTo>
                  <a:lnTo>
                    <a:pt x="2981187" y="827591"/>
                  </a:lnTo>
                  <a:lnTo>
                    <a:pt x="2982259" y="826822"/>
                  </a:lnTo>
                  <a:lnTo>
                    <a:pt x="2983331" y="826053"/>
                  </a:lnTo>
                  <a:lnTo>
                    <a:pt x="2984402" y="825283"/>
                  </a:lnTo>
                  <a:lnTo>
                    <a:pt x="2985474" y="824512"/>
                  </a:lnTo>
                  <a:lnTo>
                    <a:pt x="2986545" y="823741"/>
                  </a:lnTo>
                  <a:lnTo>
                    <a:pt x="2987617" y="822969"/>
                  </a:lnTo>
                  <a:lnTo>
                    <a:pt x="2988689" y="822197"/>
                  </a:lnTo>
                  <a:lnTo>
                    <a:pt x="2989760" y="821425"/>
                  </a:lnTo>
                  <a:lnTo>
                    <a:pt x="2990832" y="820651"/>
                  </a:lnTo>
                  <a:lnTo>
                    <a:pt x="2991903" y="819878"/>
                  </a:lnTo>
                  <a:lnTo>
                    <a:pt x="2992975" y="819103"/>
                  </a:lnTo>
                  <a:lnTo>
                    <a:pt x="2994047" y="818329"/>
                  </a:lnTo>
                  <a:lnTo>
                    <a:pt x="2995118" y="817553"/>
                  </a:lnTo>
                  <a:lnTo>
                    <a:pt x="2996190" y="816778"/>
                  </a:lnTo>
                  <a:lnTo>
                    <a:pt x="2997261" y="816001"/>
                  </a:lnTo>
                  <a:lnTo>
                    <a:pt x="2998333" y="815224"/>
                  </a:lnTo>
                  <a:lnTo>
                    <a:pt x="2999405" y="814447"/>
                  </a:lnTo>
                  <a:lnTo>
                    <a:pt x="3000476" y="813669"/>
                  </a:lnTo>
                  <a:lnTo>
                    <a:pt x="3001548" y="812890"/>
                  </a:lnTo>
                  <a:lnTo>
                    <a:pt x="3002619" y="812111"/>
                  </a:lnTo>
                  <a:lnTo>
                    <a:pt x="3003691" y="811332"/>
                  </a:lnTo>
                  <a:lnTo>
                    <a:pt x="3004763" y="810552"/>
                  </a:lnTo>
                  <a:lnTo>
                    <a:pt x="3005834" y="809771"/>
                  </a:lnTo>
                  <a:lnTo>
                    <a:pt x="3006906" y="808990"/>
                  </a:lnTo>
                  <a:lnTo>
                    <a:pt x="3007977" y="808208"/>
                  </a:lnTo>
                  <a:lnTo>
                    <a:pt x="3009049" y="807426"/>
                  </a:lnTo>
                  <a:lnTo>
                    <a:pt x="3010121" y="806643"/>
                  </a:lnTo>
                  <a:lnTo>
                    <a:pt x="3011192" y="805859"/>
                  </a:lnTo>
                  <a:lnTo>
                    <a:pt x="3012264" y="805075"/>
                  </a:lnTo>
                  <a:lnTo>
                    <a:pt x="3013335" y="804291"/>
                  </a:lnTo>
                  <a:lnTo>
                    <a:pt x="3014407" y="803506"/>
                  </a:lnTo>
                  <a:lnTo>
                    <a:pt x="3015479" y="802720"/>
                  </a:lnTo>
                  <a:lnTo>
                    <a:pt x="3016550" y="801934"/>
                  </a:lnTo>
                  <a:lnTo>
                    <a:pt x="3017622" y="801147"/>
                  </a:lnTo>
                  <a:lnTo>
                    <a:pt x="3018693" y="800359"/>
                  </a:lnTo>
                  <a:lnTo>
                    <a:pt x="3019765" y="799572"/>
                  </a:lnTo>
                  <a:lnTo>
                    <a:pt x="3020836" y="798783"/>
                  </a:lnTo>
                  <a:lnTo>
                    <a:pt x="3021908" y="797994"/>
                  </a:lnTo>
                  <a:lnTo>
                    <a:pt x="3022980" y="797204"/>
                  </a:lnTo>
                  <a:lnTo>
                    <a:pt x="3024051" y="796414"/>
                  </a:lnTo>
                  <a:lnTo>
                    <a:pt x="3025123" y="795623"/>
                  </a:lnTo>
                  <a:lnTo>
                    <a:pt x="3026194" y="794832"/>
                  </a:lnTo>
                  <a:lnTo>
                    <a:pt x="3027266" y="794040"/>
                  </a:lnTo>
                  <a:lnTo>
                    <a:pt x="3028338" y="793248"/>
                  </a:lnTo>
                  <a:lnTo>
                    <a:pt x="3029409" y="792455"/>
                  </a:lnTo>
                  <a:lnTo>
                    <a:pt x="3030481" y="791661"/>
                  </a:lnTo>
                  <a:lnTo>
                    <a:pt x="3031552" y="790867"/>
                  </a:lnTo>
                  <a:lnTo>
                    <a:pt x="3032624" y="790073"/>
                  </a:lnTo>
                  <a:lnTo>
                    <a:pt x="3033696" y="789277"/>
                  </a:lnTo>
                  <a:lnTo>
                    <a:pt x="3034767" y="788482"/>
                  </a:lnTo>
                  <a:lnTo>
                    <a:pt x="3035839" y="787685"/>
                  </a:lnTo>
                  <a:lnTo>
                    <a:pt x="3036910" y="786888"/>
                  </a:lnTo>
                  <a:lnTo>
                    <a:pt x="3037982" y="786091"/>
                  </a:lnTo>
                  <a:lnTo>
                    <a:pt x="3039054" y="785293"/>
                  </a:lnTo>
                  <a:lnTo>
                    <a:pt x="3040125" y="784494"/>
                  </a:lnTo>
                  <a:lnTo>
                    <a:pt x="3041197" y="783695"/>
                  </a:lnTo>
                  <a:lnTo>
                    <a:pt x="3042268" y="782895"/>
                  </a:lnTo>
                  <a:lnTo>
                    <a:pt x="3043340" y="782095"/>
                  </a:lnTo>
                  <a:lnTo>
                    <a:pt x="3044412" y="781294"/>
                  </a:lnTo>
                  <a:lnTo>
                    <a:pt x="3045483" y="780493"/>
                  </a:lnTo>
                  <a:lnTo>
                    <a:pt x="3046555" y="779691"/>
                  </a:lnTo>
                  <a:lnTo>
                    <a:pt x="3047626" y="778888"/>
                  </a:lnTo>
                  <a:lnTo>
                    <a:pt x="3048698" y="778085"/>
                  </a:lnTo>
                  <a:lnTo>
                    <a:pt x="3049770" y="777281"/>
                  </a:lnTo>
                  <a:lnTo>
                    <a:pt x="3050841" y="776477"/>
                  </a:lnTo>
                  <a:lnTo>
                    <a:pt x="3051913" y="775672"/>
                  </a:lnTo>
                  <a:lnTo>
                    <a:pt x="3052984" y="774867"/>
                  </a:lnTo>
                  <a:lnTo>
                    <a:pt x="3054056" y="774061"/>
                  </a:lnTo>
                  <a:lnTo>
                    <a:pt x="3055128" y="773254"/>
                  </a:lnTo>
                  <a:lnTo>
                    <a:pt x="3056199" y="772447"/>
                  </a:lnTo>
                  <a:lnTo>
                    <a:pt x="3057271" y="771640"/>
                  </a:lnTo>
                  <a:lnTo>
                    <a:pt x="3058342" y="770831"/>
                  </a:lnTo>
                  <a:lnTo>
                    <a:pt x="3059414" y="770023"/>
                  </a:lnTo>
                  <a:lnTo>
                    <a:pt x="3060486" y="769213"/>
                  </a:lnTo>
                  <a:lnTo>
                    <a:pt x="3061557" y="768403"/>
                  </a:lnTo>
                  <a:lnTo>
                    <a:pt x="3062629" y="767593"/>
                  </a:lnTo>
                  <a:lnTo>
                    <a:pt x="3063700" y="766782"/>
                  </a:lnTo>
                  <a:lnTo>
                    <a:pt x="3064772" y="765970"/>
                  </a:lnTo>
                  <a:lnTo>
                    <a:pt x="3065844" y="765158"/>
                  </a:lnTo>
                  <a:lnTo>
                    <a:pt x="3066915" y="764345"/>
                  </a:lnTo>
                  <a:lnTo>
                    <a:pt x="3067987" y="763532"/>
                  </a:lnTo>
                  <a:lnTo>
                    <a:pt x="3069058" y="762718"/>
                  </a:lnTo>
                  <a:lnTo>
                    <a:pt x="3070130" y="761903"/>
                  </a:lnTo>
                  <a:lnTo>
                    <a:pt x="3071202" y="761088"/>
                  </a:lnTo>
                  <a:lnTo>
                    <a:pt x="3072273" y="760273"/>
                  </a:lnTo>
                  <a:lnTo>
                    <a:pt x="3073345" y="759456"/>
                  </a:lnTo>
                  <a:lnTo>
                    <a:pt x="3074416" y="758640"/>
                  </a:lnTo>
                  <a:lnTo>
                    <a:pt x="3075488" y="757822"/>
                  </a:lnTo>
                  <a:lnTo>
                    <a:pt x="3076560" y="757005"/>
                  </a:lnTo>
                  <a:lnTo>
                    <a:pt x="3077631" y="756186"/>
                  </a:lnTo>
                  <a:lnTo>
                    <a:pt x="3078703" y="755367"/>
                  </a:lnTo>
                  <a:lnTo>
                    <a:pt x="3079774" y="754547"/>
                  </a:lnTo>
                  <a:lnTo>
                    <a:pt x="3080846" y="753727"/>
                  </a:lnTo>
                  <a:lnTo>
                    <a:pt x="3081918" y="752906"/>
                  </a:lnTo>
                  <a:lnTo>
                    <a:pt x="3082989" y="752085"/>
                  </a:lnTo>
                  <a:lnTo>
                    <a:pt x="3084061" y="751263"/>
                  </a:lnTo>
                  <a:lnTo>
                    <a:pt x="3085132" y="750441"/>
                  </a:lnTo>
                  <a:lnTo>
                    <a:pt x="3086204" y="749618"/>
                  </a:lnTo>
                  <a:lnTo>
                    <a:pt x="3087276" y="748794"/>
                  </a:lnTo>
                  <a:lnTo>
                    <a:pt x="3088347" y="747970"/>
                  </a:lnTo>
                  <a:lnTo>
                    <a:pt x="3089419" y="747145"/>
                  </a:lnTo>
                  <a:lnTo>
                    <a:pt x="3090490" y="746320"/>
                  </a:lnTo>
                  <a:lnTo>
                    <a:pt x="3091562" y="745494"/>
                  </a:lnTo>
                  <a:lnTo>
                    <a:pt x="3092634" y="744667"/>
                  </a:lnTo>
                  <a:lnTo>
                    <a:pt x="3093705" y="743840"/>
                  </a:lnTo>
                  <a:lnTo>
                    <a:pt x="3094777" y="743013"/>
                  </a:lnTo>
                  <a:lnTo>
                    <a:pt x="3095848" y="742185"/>
                  </a:lnTo>
                  <a:lnTo>
                    <a:pt x="3096920" y="741356"/>
                  </a:lnTo>
                  <a:lnTo>
                    <a:pt x="3097992" y="740526"/>
                  </a:lnTo>
                  <a:lnTo>
                    <a:pt x="3099063" y="739697"/>
                  </a:lnTo>
                  <a:lnTo>
                    <a:pt x="3100135" y="738866"/>
                  </a:lnTo>
                  <a:lnTo>
                    <a:pt x="3101206" y="738035"/>
                  </a:lnTo>
                  <a:lnTo>
                    <a:pt x="3102278" y="737203"/>
                  </a:lnTo>
                  <a:lnTo>
                    <a:pt x="3103350" y="736371"/>
                  </a:lnTo>
                  <a:lnTo>
                    <a:pt x="3104421" y="735538"/>
                  </a:lnTo>
                  <a:lnTo>
                    <a:pt x="3105493" y="734705"/>
                  </a:lnTo>
                  <a:lnTo>
                    <a:pt x="3106564" y="733871"/>
                  </a:lnTo>
                  <a:lnTo>
                    <a:pt x="3107636" y="733036"/>
                  </a:lnTo>
                  <a:lnTo>
                    <a:pt x="3108708" y="732201"/>
                  </a:lnTo>
                  <a:lnTo>
                    <a:pt x="3109779" y="731366"/>
                  </a:lnTo>
                  <a:lnTo>
                    <a:pt x="3110851" y="730529"/>
                  </a:lnTo>
                  <a:lnTo>
                    <a:pt x="3111922" y="729693"/>
                  </a:lnTo>
                  <a:lnTo>
                    <a:pt x="3112994" y="728855"/>
                  </a:lnTo>
                  <a:lnTo>
                    <a:pt x="3114066" y="728017"/>
                  </a:lnTo>
                  <a:lnTo>
                    <a:pt x="3115137" y="727179"/>
                  </a:lnTo>
                  <a:lnTo>
                    <a:pt x="3116209" y="726340"/>
                  </a:lnTo>
                  <a:lnTo>
                    <a:pt x="3117280" y="725500"/>
                  </a:lnTo>
                  <a:lnTo>
                    <a:pt x="3118352" y="724660"/>
                  </a:lnTo>
                  <a:lnTo>
                    <a:pt x="3119424" y="723819"/>
                  </a:lnTo>
                  <a:lnTo>
                    <a:pt x="3120495" y="722977"/>
                  </a:lnTo>
                  <a:lnTo>
                    <a:pt x="3121567" y="722135"/>
                  </a:lnTo>
                  <a:lnTo>
                    <a:pt x="3122638" y="721293"/>
                  </a:lnTo>
                  <a:lnTo>
                    <a:pt x="3123710" y="720450"/>
                  </a:lnTo>
                  <a:lnTo>
                    <a:pt x="3124782" y="719606"/>
                  </a:lnTo>
                  <a:lnTo>
                    <a:pt x="3125853" y="718761"/>
                  </a:lnTo>
                  <a:lnTo>
                    <a:pt x="3126925" y="717917"/>
                  </a:lnTo>
                  <a:lnTo>
                    <a:pt x="3127996" y="717071"/>
                  </a:lnTo>
                  <a:lnTo>
                    <a:pt x="3129068" y="716225"/>
                  </a:lnTo>
                  <a:lnTo>
                    <a:pt x="3130140" y="715378"/>
                  </a:lnTo>
                  <a:lnTo>
                    <a:pt x="3131211" y="714531"/>
                  </a:lnTo>
                  <a:lnTo>
                    <a:pt x="3132283" y="713683"/>
                  </a:lnTo>
                  <a:lnTo>
                    <a:pt x="3133354" y="712835"/>
                  </a:lnTo>
                  <a:lnTo>
                    <a:pt x="3134426" y="711986"/>
                  </a:lnTo>
                  <a:lnTo>
                    <a:pt x="3135498" y="711136"/>
                  </a:lnTo>
                  <a:lnTo>
                    <a:pt x="3136569" y="710286"/>
                  </a:lnTo>
                  <a:lnTo>
                    <a:pt x="3137641" y="709436"/>
                  </a:lnTo>
                  <a:lnTo>
                    <a:pt x="3138712" y="708584"/>
                  </a:lnTo>
                  <a:lnTo>
                    <a:pt x="3139784" y="707732"/>
                  </a:lnTo>
                  <a:lnTo>
                    <a:pt x="3140856" y="706880"/>
                  </a:lnTo>
                  <a:lnTo>
                    <a:pt x="3141927" y="706027"/>
                  </a:lnTo>
                  <a:lnTo>
                    <a:pt x="3142999" y="705173"/>
                  </a:lnTo>
                  <a:lnTo>
                    <a:pt x="3144070" y="704319"/>
                  </a:lnTo>
                  <a:lnTo>
                    <a:pt x="3145142" y="703464"/>
                  </a:lnTo>
                  <a:lnTo>
                    <a:pt x="3146214" y="702609"/>
                  </a:lnTo>
                  <a:lnTo>
                    <a:pt x="3147285" y="701753"/>
                  </a:lnTo>
                  <a:lnTo>
                    <a:pt x="3148357" y="700897"/>
                  </a:lnTo>
                  <a:lnTo>
                    <a:pt x="3149428" y="700039"/>
                  </a:lnTo>
                  <a:lnTo>
                    <a:pt x="3150500" y="699182"/>
                  </a:lnTo>
                  <a:lnTo>
                    <a:pt x="3151572" y="698324"/>
                  </a:lnTo>
                  <a:lnTo>
                    <a:pt x="3152643" y="697465"/>
                  </a:lnTo>
                  <a:lnTo>
                    <a:pt x="3153715" y="696605"/>
                  </a:lnTo>
                  <a:lnTo>
                    <a:pt x="3154786" y="695745"/>
                  </a:lnTo>
                  <a:lnTo>
                    <a:pt x="3155858" y="694885"/>
                  </a:lnTo>
                  <a:lnTo>
                    <a:pt x="3156930" y="694024"/>
                  </a:lnTo>
                  <a:lnTo>
                    <a:pt x="3158001" y="693162"/>
                  </a:lnTo>
                  <a:lnTo>
                    <a:pt x="3159073" y="692299"/>
                  </a:lnTo>
                  <a:lnTo>
                    <a:pt x="3160144" y="691436"/>
                  </a:lnTo>
                  <a:lnTo>
                    <a:pt x="3161216" y="690573"/>
                  </a:lnTo>
                  <a:lnTo>
                    <a:pt x="3162288" y="689709"/>
                  </a:lnTo>
                  <a:lnTo>
                    <a:pt x="3163359" y="688844"/>
                  </a:lnTo>
                  <a:lnTo>
                    <a:pt x="3164431" y="687979"/>
                  </a:lnTo>
                  <a:lnTo>
                    <a:pt x="3165502" y="687113"/>
                  </a:lnTo>
                  <a:lnTo>
                    <a:pt x="3166574" y="686247"/>
                  </a:lnTo>
                  <a:lnTo>
                    <a:pt x="3167646" y="685380"/>
                  </a:lnTo>
                  <a:lnTo>
                    <a:pt x="3168717" y="684512"/>
                  </a:lnTo>
                  <a:lnTo>
                    <a:pt x="3169789" y="683644"/>
                  </a:lnTo>
                  <a:lnTo>
                    <a:pt x="3170860" y="682775"/>
                  </a:lnTo>
                  <a:lnTo>
                    <a:pt x="3171932" y="681906"/>
                  </a:lnTo>
                  <a:lnTo>
                    <a:pt x="3173004" y="681036"/>
                  </a:lnTo>
                  <a:lnTo>
                    <a:pt x="3174075" y="680165"/>
                  </a:lnTo>
                  <a:lnTo>
                    <a:pt x="3175147" y="679294"/>
                  </a:lnTo>
                  <a:lnTo>
                    <a:pt x="3176218" y="678422"/>
                  </a:lnTo>
                  <a:lnTo>
                    <a:pt x="3177290" y="677550"/>
                  </a:lnTo>
                  <a:lnTo>
                    <a:pt x="3178362" y="676677"/>
                  </a:lnTo>
                  <a:lnTo>
                    <a:pt x="3179433" y="675804"/>
                  </a:lnTo>
                  <a:lnTo>
                    <a:pt x="3180505" y="674930"/>
                  </a:lnTo>
                  <a:lnTo>
                    <a:pt x="3181576" y="674055"/>
                  </a:lnTo>
                  <a:lnTo>
                    <a:pt x="3182648" y="673180"/>
                  </a:lnTo>
                  <a:lnTo>
                    <a:pt x="3183720" y="672304"/>
                  </a:lnTo>
                  <a:lnTo>
                    <a:pt x="3184791" y="671428"/>
                  </a:lnTo>
                  <a:lnTo>
                    <a:pt x="3185863" y="670551"/>
                  </a:lnTo>
                  <a:lnTo>
                    <a:pt x="3186934" y="669673"/>
                  </a:lnTo>
                  <a:lnTo>
                    <a:pt x="3188006" y="668795"/>
                  </a:lnTo>
                  <a:lnTo>
                    <a:pt x="3189078" y="667916"/>
                  </a:lnTo>
                  <a:lnTo>
                    <a:pt x="3190149" y="667037"/>
                  </a:lnTo>
                  <a:lnTo>
                    <a:pt x="3191221" y="666157"/>
                  </a:lnTo>
                  <a:lnTo>
                    <a:pt x="3192292" y="665277"/>
                  </a:lnTo>
                  <a:lnTo>
                    <a:pt x="3193364" y="664396"/>
                  </a:lnTo>
                  <a:lnTo>
                    <a:pt x="3194436" y="663514"/>
                  </a:lnTo>
                  <a:lnTo>
                    <a:pt x="3195507" y="662632"/>
                  </a:lnTo>
                  <a:lnTo>
                    <a:pt x="3196579" y="661749"/>
                  </a:lnTo>
                  <a:lnTo>
                    <a:pt x="3197650" y="660865"/>
                  </a:lnTo>
                  <a:lnTo>
                    <a:pt x="3198722" y="659981"/>
                  </a:lnTo>
                  <a:lnTo>
                    <a:pt x="3199793" y="659097"/>
                  </a:lnTo>
                  <a:lnTo>
                    <a:pt x="3200865" y="658211"/>
                  </a:lnTo>
                  <a:lnTo>
                    <a:pt x="3201937" y="657326"/>
                  </a:lnTo>
                  <a:lnTo>
                    <a:pt x="3203008" y="656439"/>
                  </a:lnTo>
                  <a:lnTo>
                    <a:pt x="3204080" y="655552"/>
                  </a:lnTo>
                  <a:lnTo>
                    <a:pt x="3205151" y="654665"/>
                  </a:lnTo>
                  <a:lnTo>
                    <a:pt x="3206223" y="653777"/>
                  </a:lnTo>
                  <a:lnTo>
                    <a:pt x="3207295" y="652888"/>
                  </a:lnTo>
                  <a:lnTo>
                    <a:pt x="3208366" y="651998"/>
                  </a:lnTo>
                  <a:lnTo>
                    <a:pt x="3209438" y="651109"/>
                  </a:lnTo>
                  <a:lnTo>
                    <a:pt x="3210509" y="650218"/>
                  </a:lnTo>
                  <a:lnTo>
                    <a:pt x="3211581" y="649327"/>
                  </a:lnTo>
                  <a:lnTo>
                    <a:pt x="3212653" y="648435"/>
                  </a:lnTo>
                  <a:lnTo>
                    <a:pt x="3213724" y="647543"/>
                  </a:lnTo>
                  <a:lnTo>
                    <a:pt x="3214796" y="646650"/>
                  </a:lnTo>
                  <a:lnTo>
                    <a:pt x="3215867" y="645757"/>
                  </a:lnTo>
                  <a:lnTo>
                    <a:pt x="3216939" y="644863"/>
                  </a:lnTo>
                  <a:lnTo>
                    <a:pt x="3218011" y="643968"/>
                  </a:lnTo>
                  <a:lnTo>
                    <a:pt x="3219082" y="643073"/>
                  </a:lnTo>
                  <a:lnTo>
                    <a:pt x="3220154" y="642177"/>
                  </a:lnTo>
                  <a:lnTo>
                    <a:pt x="3221225" y="641280"/>
                  </a:lnTo>
                  <a:lnTo>
                    <a:pt x="3222297" y="640383"/>
                  </a:lnTo>
                  <a:lnTo>
                    <a:pt x="3223369" y="639486"/>
                  </a:lnTo>
                  <a:lnTo>
                    <a:pt x="3224440" y="638588"/>
                  </a:lnTo>
                  <a:lnTo>
                    <a:pt x="3225512" y="637689"/>
                  </a:lnTo>
                  <a:lnTo>
                    <a:pt x="3226583" y="636789"/>
                  </a:lnTo>
                  <a:lnTo>
                    <a:pt x="3227655" y="635889"/>
                  </a:lnTo>
                  <a:lnTo>
                    <a:pt x="3228727" y="634989"/>
                  </a:lnTo>
                  <a:lnTo>
                    <a:pt x="3229798" y="634088"/>
                  </a:lnTo>
                  <a:lnTo>
                    <a:pt x="3230870" y="633186"/>
                  </a:lnTo>
                  <a:lnTo>
                    <a:pt x="3231941" y="632283"/>
                  </a:lnTo>
                  <a:lnTo>
                    <a:pt x="3233013" y="631380"/>
                  </a:lnTo>
                  <a:lnTo>
                    <a:pt x="3234085" y="630477"/>
                  </a:lnTo>
                  <a:lnTo>
                    <a:pt x="3235156" y="629573"/>
                  </a:lnTo>
                  <a:lnTo>
                    <a:pt x="3236228" y="628668"/>
                  </a:lnTo>
                  <a:lnTo>
                    <a:pt x="3237299" y="627763"/>
                  </a:lnTo>
                  <a:lnTo>
                    <a:pt x="3238371" y="626857"/>
                  </a:lnTo>
                  <a:lnTo>
                    <a:pt x="3239443" y="625950"/>
                  </a:lnTo>
                  <a:lnTo>
                    <a:pt x="3240514" y="625043"/>
                  </a:lnTo>
                  <a:lnTo>
                    <a:pt x="3241586" y="624135"/>
                  </a:lnTo>
                  <a:lnTo>
                    <a:pt x="3242657" y="623227"/>
                  </a:lnTo>
                  <a:lnTo>
                    <a:pt x="3243729" y="622318"/>
                  </a:lnTo>
                  <a:lnTo>
                    <a:pt x="3244801" y="621409"/>
                  </a:lnTo>
                  <a:lnTo>
                    <a:pt x="3245872" y="620499"/>
                  </a:lnTo>
                  <a:lnTo>
                    <a:pt x="3246944" y="619588"/>
                  </a:lnTo>
                  <a:lnTo>
                    <a:pt x="3248015" y="618677"/>
                  </a:lnTo>
                  <a:lnTo>
                    <a:pt x="3249087" y="617765"/>
                  </a:lnTo>
                  <a:lnTo>
                    <a:pt x="3250159" y="616852"/>
                  </a:lnTo>
                  <a:lnTo>
                    <a:pt x="3251230" y="615939"/>
                  </a:lnTo>
                  <a:lnTo>
                    <a:pt x="3252302" y="615026"/>
                  </a:lnTo>
                  <a:lnTo>
                    <a:pt x="3253373" y="614111"/>
                  </a:lnTo>
                  <a:lnTo>
                    <a:pt x="3254445" y="613197"/>
                  </a:lnTo>
                  <a:lnTo>
                    <a:pt x="3255517" y="612281"/>
                  </a:lnTo>
                  <a:lnTo>
                    <a:pt x="3256588" y="611365"/>
                  </a:lnTo>
                  <a:lnTo>
                    <a:pt x="3257660" y="610448"/>
                  </a:lnTo>
                  <a:lnTo>
                    <a:pt x="3258731" y="609531"/>
                  </a:lnTo>
                  <a:lnTo>
                    <a:pt x="3259803" y="608613"/>
                  </a:lnTo>
                  <a:lnTo>
                    <a:pt x="3260875" y="607695"/>
                  </a:lnTo>
                  <a:lnTo>
                    <a:pt x="3261946" y="606776"/>
                  </a:lnTo>
                  <a:lnTo>
                    <a:pt x="3263018" y="605856"/>
                  </a:lnTo>
                  <a:lnTo>
                    <a:pt x="3264089" y="604936"/>
                  </a:lnTo>
                  <a:lnTo>
                    <a:pt x="3265161" y="604015"/>
                  </a:lnTo>
                  <a:lnTo>
                    <a:pt x="3266233" y="603094"/>
                  </a:lnTo>
                  <a:lnTo>
                    <a:pt x="3267304" y="602172"/>
                  </a:lnTo>
                  <a:lnTo>
                    <a:pt x="3268376" y="601249"/>
                  </a:lnTo>
                  <a:lnTo>
                    <a:pt x="3269447" y="600326"/>
                  </a:lnTo>
                  <a:lnTo>
                    <a:pt x="3270519" y="599402"/>
                  </a:lnTo>
                  <a:lnTo>
                    <a:pt x="3271591" y="598478"/>
                  </a:lnTo>
                  <a:lnTo>
                    <a:pt x="3272662" y="597553"/>
                  </a:lnTo>
                  <a:lnTo>
                    <a:pt x="3273734" y="596627"/>
                  </a:lnTo>
                  <a:lnTo>
                    <a:pt x="3274805" y="595701"/>
                  </a:lnTo>
                  <a:lnTo>
                    <a:pt x="3275877" y="594774"/>
                  </a:lnTo>
                  <a:lnTo>
                    <a:pt x="3276949" y="593847"/>
                  </a:lnTo>
                  <a:lnTo>
                    <a:pt x="3278020" y="592919"/>
                  </a:lnTo>
                  <a:lnTo>
                    <a:pt x="3279092" y="591990"/>
                  </a:lnTo>
                  <a:lnTo>
                    <a:pt x="3280163" y="591061"/>
                  </a:lnTo>
                  <a:lnTo>
                    <a:pt x="3281235" y="590131"/>
                  </a:lnTo>
                  <a:lnTo>
                    <a:pt x="3282307" y="589201"/>
                  </a:lnTo>
                  <a:lnTo>
                    <a:pt x="3283378" y="588270"/>
                  </a:lnTo>
                  <a:lnTo>
                    <a:pt x="3284450" y="587338"/>
                  </a:lnTo>
                  <a:lnTo>
                    <a:pt x="3285521" y="586406"/>
                  </a:lnTo>
                  <a:lnTo>
                    <a:pt x="3286593" y="585473"/>
                  </a:lnTo>
                  <a:lnTo>
                    <a:pt x="3287665" y="584540"/>
                  </a:lnTo>
                  <a:lnTo>
                    <a:pt x="3288736" y="583606"/>
                  </a:lnTo>
                  <a:lnTo>
                    <a:pt x="3289808" y="582671"/>
                  </a:lnTo>
                  <a:lnTo>
                    <a:pt x="3290879" y="581736"/>
                  </a:lnTo>
                  <a:lnTo>
                    <a:pt x="3291951" y="580800"/>
                  </a:lnTo>
                  <a:lnTo>
                    <a:pt x="3293023" y="579864"/>
                  </a:lnTo>
                  <a:lnTo>
                    <a:pt x="3294094" y="578927"/>
                  </a:lnTo>
                  <a:lnTo>
                    <a:pt x="3295166" y="577989"/>
                  </a:lnTo>
                  <a:lnTo>
                    <a:pt x="3296237" y="577051"/>
                  </a:lnTo>
                  <a:lnTo>
                    <a:pt x="3297309" y="576112"/>
                  </a:lnTo>
                  <a:lnTo>
                    <a:pt x="3298381" y="575173"/>
                  </a:lnTo>
                  <a:lnTo>
                    <a:pt x="3299452" y="574232"/>
                  </a:lnTo>
                  <a:lnTo>
                    <a:pt x="3300524" y="573292"/>
                  </a:lnTo>
                  <a:lnTo>
                    <a:pt x="3301595" y="572351"/>
                  </a:lnTo>
                  <a:lnTo>
                    <a:pt x="3302667" y="571409"/>
                  </a:lnTo>
                  <a:lnTo>
                    <a:pt x="3303739" y="570466"/>
                  </a:lnTo>
                  <a:lnTo>
                    <a:pt x="3304810" y="569523"/>
                  </a:lnTo>
                  <a:lnTo>
                    <a:pt x="3305882" y="568580"/>
                  </a:lnTo>
                  <a:lnTo>
                    <a:pt x="3306953" y="567635"/>
                  </a:lnTo>
                  <a:lnTo>
                    <a:pt x="3308025" y="566691"/>
                  </a:lnTo>
                  <a:lnTo>
                    <a:pt x="3309097" y="565745"/>
                  </a:lnTo>
                  <a:lnTo>
                    <a:pt x="3310168" y="564799"/>
                  </a:lnTo>
                  <a:lnTo>
                    <a:pt x="3311240" y="563852"/>
                  </a:lnTo>
                  <a:lnTo>
                    <a:pt x="3312311" y="562905"/>
                  </a:lnTo>
                  <a:lnTo>
                    <a:pt x="3313383" y="561957"/>
                  </a:lnTo>
                  <a:lnTo>
                    <a:pt x="3314455" y="561009"/>
                  </a:lnTo>
                  <a:lnTo>
                    <a:pt x="3315526" y="560060"/>
                  </a:lnTo>
                  <a:lnTo>
                    <a:pt x="3316598" y="559110"/>
                  </a:lnTo>
                  <a:lnTo>
                    <a:pt x="3317669" y="558160"/>
                  </a:lnTo>
                  <a:lnTo>
                    <a:pt x="3318741" y="557209"/>
                  </a:lnTo>
                  <a:lnTo>
                    <a:pt x="3319813" y="556257"/>
                  </a:lnTo>
                  <a:lnTo>
                    <a:pt x="3320884" y="555305"/>
                  </a:lnTo>
                  <a:lnTo>
                    <a:pt x="3321956" y="554353"/>
                  </a:lnTo>
                  <a:lnTo>
                    <a:pt x="3323027" y="553399"/>
                  </a:lnTo>
                  <a:lnTo>
                    <a:pt x="3324099" y="552445"/>
                  </a:lnTo>
                  <a:lnTo>
                    <a:pt x="3325171" y="551491"/>
                  </a:lnTo>
                  <a:lnTo>
                    <a:pt x="3326242" y="550536"/>
                  </a:lnTo>
                  <a:lnTo>
                    <a:pt x="3327314" y="549580"/>
                  </a:lnTo>
                  <a:lnTo>
                    <a:pt x="3328385" y="548624"/>
                  </a:lnTo>
                  <a:lnTo>
                    <a:pt x="3329457" y="547667"/>
                  </a:lnTo>
                  <a:lnTo>
                    <a:pt x="3330529" y="546709"/>
                  </a:lnTo>
                  <a:lnTo>
                    <a:pt x="3331600" y="545751"/>
                  </a:lnTo>
                  <a:lnTo>
                    <a:pt x="3332672" y="544792"/>
                  </a:lnTo>
                  <a:lnTo>
                    <a:pt x="3333743" y="543833"/>
                  </a:lnTo>
                  <a:lnTo>
                    <a:pt x="3334815" y="542873"/>
                  </a:lnTo>
                  <a:lnTo>
                    <a:pt x="3335887" y="541912"/>
                  </a:lnTo>
                  <a:lnTo>
                    <a:pt x="3336958" y="540951"/>
                  </a:lnTo>
                  <a:lnTo>
                    <a:pt x="3338030" y="539989"/>
                  </a:lnTo>
                  <a:lnTo>
                    <a:pt x="3339101" y="539027"/>
                  </a:lnTo>
                  <a:lnTo>
                    <a:pt x="3340173" y="538064"/>
                  </a:lnTo>
                  <a:lnTo>
                    <a:pt x="3341245" y="537100"/>
                  </a:lnTo>
                  <a:lnTo>
                    <a:pt x="3342316" y="536136"/>
                  </a:lnTo>
                  <a:lnTo>
                    <a:pt x="3343388" y="535171"/>
                  </a:lnTo>
                  <a:lnTo>
                    <a:pt x="3344459" y="534206"/>
                  </a:lnTo>
                  <a:lnTo>
                    <a:pt x="3345531" y="533240"/>
                  </a:lnTo>
                  <a:lnTo>
                    <a:pt x="3346603" y="532273"/>
                  </a:lnTo>
                  <a:lnTo>
                    <a:pt x="3347674" y="531306"/>
                  </a:lnTo>
                  <a:lnTo>
                    <a:pt x="3348746" y="530338"/>
                  </a:lnTo>
                  <a:lnTo>
                    <a:pt x="3349817" y="529370"/>
                  </a:lnTo>
                  <a:lnTo>
                    <a:pt x="3350889" y="528400"/>
                  </a:lnTo>
                  <a:lnTo>
                    <a:pt x="3351961" y="527431"/>
                  </a:lnTo>
                  <a:lnTo>
                    <a:pt x="3353032" y="526460"/>
                  </a:lnTo>
                  <a:lnTo>
                    <a:pt x="3354104" y="525489"/>
                  </a:lnTo>
                  <a:lnTo>
                    <a:pt x="3355175" y="524518"/>
                  </a:lnTo>
                  <a:lnTo>
                    <a:pt x="3356247" y="523546"/>
                  </a:lnTo>
                  <a:lnTo>
                    <a:pt x="3357319" y="522573"/>
                  </a:lnTo>
                  <a:lnTo>
                    <a:pt x="3358390" y="521600"/>
                  </a:lnTo>
                  <a:lnTo>
                    <a:pt x="3359462" y="520626"/>
                  </a:lnTo>
                  <a:lnTo>
                    <a:pt x="3360533" y="519651"/>
                  </a:lnTo>
                  <a:lnTo>
                    <a:pt x="3361605" y="518676"/>
                  </a:lnTo>
                  <a:lnTo>
                    <a:pt x="3362677" y="517700"/>
                  </a:lnTo>
                  <a:lnTo>
                    <a:pt x="3363748" y="516724"/>
                  </a:lnTo>
                  <a:lnTo>
                    <a:pt x="3364820" y="515747"/>
                  </a:lnTo>
                  <a:lnTo>
                    <a:pt x="3365891" y="514769"/>
                  </a:lnTo>
                  <a:lnTo>
                    <a:pt x="3366963" y="513791"/>
                  </a:lnTo>
                  <a:lnTo>
                    <a:pt x="3368035" y="512812"/>
                  </a:lnTo>
                  <a:lnTo>
                    <a:pt x="3369106" y="511832"/>
                  </a:lnTo>
                  <a:lnTo>
                    <a:pt x="3370178" y="510852"/>
                  </a:lnTo>
                  <a:lnTo>
                    <a:pt x="3371249" y="509872"/>
                  </a:lnTo>
                  <a:lnTo>
                    <a:pt x="3372321" y="508890"/>
                  </a:lnTo>
                  <a:lnTo>
                    <a:pt x="3373392" y="507908"/>
                  </a:lnTo>
                  <a:lnTo>
                    <a:pt x="3374464" y="506926"/>
                  </a:lnTo>
                  <a:lnTo>
                    <a:pt x="3375536" y="505943"/>
                  </a:lnTo>
                  <a:lnTo>
                    <a:pt x="3376607" y="504959"/>
                  </a:lnTo>
                  <a:lnTo>
                    <a:pt x="3377679" y="503975"/>
                  </a:lnTo>
                  <a:lnTo>
                    <a:pt x="3378750" y="502990"/>
                  </a:lnTo>
                  <a:lnTo>
                    <a:pt x="3379822" y="502004"/>
                  </a:lnTo>
                  <a:lnTo>
                    <a:pt x="3380894" y="501018"/>
                  </a:lnTo>
                  <a:lnTo>
                    <a:pt x="3381965" y="500031"/>
                  </a:lnTo>
                  <a:lnTo>
                    <a:pt x="3383037" y="499044"/>
                  </a:lnTo>
                  <a:lnTo>
                    <a:pt x="3384108" y="498056"/>
                  </a:lnTo>
                  <a:lnTo>
                    <a:pt x="3385180" y="497067"/>
                  </a:lnTo>
                  <a:lnTo>
                    <a:pt x="3386252" y="496078"/>
                  </a:lnTo>
                  <a:lnTo>
                    <a:pt x="3387323" y="495088"/>
                  </a:lnTo>
                  <a:lnTo>
                    <a:pt x="3388395" y="494097"/>
                  </a:lnTo>
                  <a:lnTo>
                    <a:pt x="3389466" y="493106"/>
                  </a:lnTo>
                  <a:lnTo>
                    <a:pt x="3390538" y="492114"/>
                  </a:lnTo>
                  <a:lnTo>
                    <a:pt x="3391610" y="491122"/>
                  </a:lnTo>
                  <a:lnTo>
                    <a:pt x="3392681" y="490129"/>
                  </a:lnTo>
                  <a:lnTo>
                    <a:pt x="3393753" y="489136"/>
                  </a:lnTo>
                  <a:lnTo>
                    <a:pt x="3394824" y="488141"/>
                  </a:lnTo>
                  <a:lnTo>
                    <a:pt x="3395896" y="487147"/>
                  </a:lnTo>
                  <a:lnTo>
                    <a:pt x="3396968" y="486151"/>
                  </a:lnTo>
                  <a:lnTo>
                    <a:pt x="3398039" y="485155"/>
                  </a:lnTo>
                  <a:lnTo>
                    <a:pt x="3399111" y="484158"/>
                  </a:lnTo>
                  <a:lnTo>
                    <a:pt x="3400182" y="483161"/>
                  </a:lnTo>
                  <a:lnTo>
                    <a:pt x="3401254" y="482163"/>
                  </a:lnTo>
                  <a:lnTo>
                    <a:pt x="3402326" y="481165"/>
                  </a:lnTo>
                  <a:lnTo>
                    <a:pt x="3403397" y="480166"/>
                  </a:lnTo>
                  <a:lnTo>
                    <a:pt x="3404469" y="479166"/>
                  </a:lnTo>
                  <a:lnTo>
                    <a:pt x="3405540" y="478166"/>
                  </a:lnTo>
                  <a:lnTo>
                    <a:pt x="3406612" y="477165"/>
                  </a:lnTo>
                  <a:lnTo>
                    <a:pt x="3407684" y="476163"/>
                  </a:lnTo>
                  <a:lnTo>
                    <a:pt x="3408755" y="475161"/>
                  </a:lnTo>
                  <a:lnTo>
                    <a:pt x="3409827" y="474158"/>
                  </a:lnTo>
                  <a:lnTo>
                    <a:pt x="3410898" y="473155"/>
                  </a:lnTo>
                  <a:lnTo>
                    <a:pt x="3411970" y="472150"/>
                  </a:lnTo>
                  <a:lnTo>
                    <a:pt x="3413042" y="471146"/>
                  </a:lnTo>
                  <a:lnTo>
                    <a:pt x="3414113" y="470141"/>
                  </a:lnTo>
                  <a:lnTo>
                    <a:pt x="3415185" y="469135"/>
                  </a:lnTo>
                  <a:lnTo>
                    <a:pt x="3416256" y="468128"/>
                  </a:lnTo>
                  <a:lnTo>
                    <a:pt x="3417328" y="467121"/>
                  </a:lnTo>
                  <a:lnTo>
                    <a:pt x="3418400" y="466113"/>
                  </a:lnTo>
                  <a:lnTo>
                    <a:pt x="3419471" y="465105"/>
                  </a:lnTo>
                  <a:lnTo>
                    <a:pt x="3420543" y="464096"/>
                  </a:lnTo>
                  <a:lnTo>
                    <a:pt x="3421614" y="463086"/>
                  </a:lnTo>
                  <a:lnTo>
                    <a:pt x="3422686" y="462076"/>
                  </a:lnTo>
                  <a:lnTo>
                    <a:pt x="3423758" y="461065"/>
                  </a:lnTo>
                  <a:lnTo>
                    <a:pt x="3424829" y="460054"/>
                  </a:lnTo>
                  <a:lnTo>
                    <a:pt x="3425901" y="459042"/>
                  </a:lnTo>
                  <a:lnTo>
                    <a:pt x="3426972" y="458029"/>
                  </a:lnTo>
                  <a:lnTo>
                    <a:pt x="3428044" y="457015"/>
                  </a:lnTo>
                  <a:lnTo>
                    <a:pt x="3429116" y="456002"/>
                  </a:lnTo>
                  <a:lnTo>
                    <a:pt x="3430187" y="454987"/>
                  </a:lnTo>
                  <a:lnTo>
                    <a:pt x="3431259" y="453972"/>
                  </a:lnTo>
                  <a:lnTo>
                    <a:pt x="3432330" y="452956"/>
                  </a:lnTo>
                  <a:lnTo>
                    <a:pt x="3433402" y="451939"/>
                  </a:lnTo>
                  <a:lnTo>
                    <a:pt x="3434474" y="450922"/>
                  </a:lnTo>
                  <a:lnTo>
                    <a:pt x="3435545" y="449905"/>
                  </a:lnTo>
                  <a:lnTo>
                    <a:pt x="3436617" y="448886"/>
                  </a:lnTo>
                  <a:lnTo>
                    <a:pt x="3437688" y="447868"/>
                  </a:lnTo>
                  <a:lnTo>
                    <a:pt x="3438760" y="446848"/>
                  </a:lnTo>
                  <a:lnTo>
                    <a:pt x="3439832" y="445828"/>
                  </a:lnTo>
                  <a:lnTo>
                    <a:pt x="3440903" y="444807"/>
                  </a:lnTo>
                  <a:lnTo>
                    <a:pt x="3441975" y="443786"/>
                  </a:lnTo>
                  <a:lnTo>
                    <a:pt x="3443046" y="442764"/>
                  </a:lnTo>
                  <a:lnTo>
                    <a:pt x="3444118" y="441741"/>
                  </a:lnTo>
                  <a:lnTo>
                    <a:pt x="3445190" y="440718"/>
                  </a:lnTo>
                  <a:lnTo>
                    <a:pt x="3446261" y="439694"/>
                  </a:lnTo>
                  <a:lnTo>
                    <a:pt x="3447333" y="438669"/>
                  </a:lnTo>
                  <a:lnTo>
                    <a:pt x="3448404" y="437644"/>
                  </a:lnTo>
                  <a:lnTo>
                    <a:pt x="3449476" y="436618"/>
                  </a:lnTo>
                  <a:lnTo>
                    <a:pt x="3450548" y="435592"/>
                  </a:lnTo>
                  <a:lnTo>
                    <a:pt x="3451619" y="434565"/>
                  </a:lnTo>
                  <a:lnTo>
                    <a:pt x="3452691" y="433537"/>
                  </a:lnTo>
                  <a:lnTo>
                    <a:pt x="3453762" y="432509"/>
                  </a:lnTo>
                  <a:lnTo>
                    <a:pt x="3454834" y="431480"/>
                  </a:lnTo>
                  <a:lnTo>
                    <a:pt x="3455906" y="430451"/>
                  </a:lnTo>
                  <a:lnTo>
                    <a:pt x="3456977" y="429421"/>
                  </a:lnTo>
                  <a:lnTo>
                    <a:pt x="3458049" y="428390"/>
                  </a:lnTo>
                  <a:lnTo>
                    <a:pt x="3459120" y="427358"/>
                  </a:lnTo>
                  <a:lnTo>
                    <a:pt x="3460192" y="426326"/>
                  </a:lnTo>
                  <a:lnTo>
                    <a:pt x="3461264" y="425294"/>
                  </a:lnTo>
                  <a:lnTo>
                    <a:pt x="3462335" y="424261"/>
                  </a:lnTo>
                  <a:lnTo>
                    <a:pt x="3463407" y="423227"/>
                  </a:lnTo>
                  <a:lnTo>
                    <a:pt x="3464478" y="422192"/>
                  </a:lnTo>
                  <a:lnTo>
                    <a:pt x="3465550" y="421157"/>
                  </a:lnTo>
                  <a:lnTo>
                    <a:pt x="3466622" y="420121"/>
                  </a:lnTo>
                  <a:lnTo>
                    <a:pt x="3467693" y="419085"/>
                  </a:lnTo>
                  <a:lnTo>
                    <a:pt x="3468765" y="418048"/>
                  </a:lnTo>
                  <a:lnTo>
                    <a:pt x="3469836" y="417010"/>
                  </a:lnTo>
                  <a:lnTo>
                    <a:pt x="3470908" y="415972"/>
                  </a:lnTo>
                  <a:lnTo>
                    <a:pt x="3471980" y="414933"/>
                  </a:lnTo>
                  <a:lnTo>
                    <a:pt x="3473051" y="413894"/>
                  </a:lnTo>
                  <a:lnTo>
                    <a:pt x="3474123" y="412853"/>
                  </a:lnTo>
                  <a:lnTo>
                    <a:pt x="3475194" y="411813"/>
                  </a:lnTo>
                  <a:lnTo>
                    <a:pt x="3476266" y="410771"/>
                  </a:lnTo>
                  <a:lnTo>
                    <a:pt x="3477338" y="409729"/>
                  </a:lnTo>
                  <a:lnTo>
                    <a:pt x="3478409" y="408687"/>
                  </a:lnTo>
                  <a:lnTo>
                    <a:pt x="3479481" y="407643"/>
                  </a:lnTo>
                  <a:lnTo>
                    <a:pt x="3480552" y="406599"/>
                  </a:lnTo>
                  <a:lnTo>
                    <a:pt x="3481624" y="405555"/>
                  </a:lnTo>
                  <a:lnTo>
                    <a:pt x="3482696" y="404510"/>
                  </a:lnTo>
                  <a:lnTo>
                    <a:pt x="3483767" y="403464"/>
                  </a:lnTo>
                  <a:lnTo>
                    <a:pt x="3484839" y="402418"/>
                  </a:lnTo>
                  <a:lnTo>
                    <a:pt x="3485910" y="401370"/>
                  </a:lnTo>
                  <a:lnTo>
                    <a:pt x="3486982" y="400323"/>
                  </a:lnTo>
                  <a:lnTo>
                    <a:pt x="3488054" y="399274"/>
                  </a:lnTo>
                  <a:lnTo>
                    <a:pt x="3489125" y="398226"/>
                  </a:lnTo>
                  <a:lnTo>
                    <a:pt x="3490197" y="397176"/>
                  </a:lnTo>
                  <a:lnTo>
                    <a:pt x="3491268" y="396126"/>
                  </a:lnTo>
                  <a:lnTo>
                    <a:pt x="3492340" y="395075"/>
                  </a:lnTo>
                  <a:lnTo>
                    <a:pt x="3493412" y="394024"/>
                  </a:lnTo>
                  <a:lnTo>
                    <a:pt x="3494483" y="392971"/>
                  </a:lnTo>
                  <a:lnTo>
                    <a:pt x="3495555" y="391919"/>
                  </a:lnTo>
                  <a:lnTo>
                    <a:pt x="3496626" y="390865"/>
                  </a:lnTo>
                  <a:lnTo>
                    <a:pt x="3497698" y="389811"/>
                  </a:lnTo>
                  <a:lnTo>
                    <a:pt x="3498770" y="388757"/>
                  </a:lnTo>
                  <a:lnTo>
                    <a:pt x="3499841" y="387702"/>
                  </a:lnTo>
                  <a:lnTo>
                    <a:pt x="3500913" y="386646"/>
                  </a:lnTo>
                  <a:lnTo>
                    <a:pt x="3501984" y="385589"/>
                  </a:lnTo>
                  <a:lnTo>
                    <a:pt x="3503056" y="384532"/>
                  </a:lnTo>
                  <a:lnTo>
                    <a:pt x="3504128" y="383474"/>
                  </a:lnTo>
                  <a:lnTo>
                    <a:pt x="3505199" y="382416"/>
                  </a:lnTo>
                  <a:lnTo>
                    <a:pt x="3506271" y="381357"/>
                  </a:lnTo>
                  <a:lnTo>
                    <a:pt x="3507342" y="380297"/>
                  </a:lnTo>
                  <a:lnTo>
                    <a:pt x="3508414" y="379237"/>
                  </a:lnTo>
                  <a:lnTo>
                    <a:pt x="3509486" y="378176"/>
                  </a:lnTo>
                  <a:lnTo>
                    <a:pt x="3510557" y="377114"/>
                  </a:lnTo>
                  <a:lnTo>
                    <a:pt x="3511629" y="376052"/>
                  </a:lnTo>
                  <a:lnTo>
                    <a:pt x="3512700" y="374989"/>
                  </a:lnTo>
                  <a:lnTo>
                    <a:pt x="3513772" y="373926"/>
                  </a:lnTo>
                  <a:lnTo>
                    <a:pt x="3514844" y="372862"/>
                  </a:lnTo>
                  <a:lnTo>
                    <a:pt x="3515915" y="371797"/>
                  </a:lnTo>
                  <a:lnTo>
                    <a:pt x="3516987" y="370732"/>
                  </a:lnTo>
                  <a:lnTo>
                    <a:pt x="3518058" y="369666"/>
                  </a:lnTo>
                  <a:lnTo>
                    <a:pt x="3519130" y="368599"/>
                  </a:lnTo>
                  <a:lnTo>
                    <a:pt x="3520202" y="367532"/>
                  </a:lnTo>
                  <a:lnTo>
                    <a:pt x="3521273" y="366464"/>
                  </a:lnTo>
                  <a:lnTo>
                    <a:pt x="3522345" y="365396"/>
                  </a:lnTo>
                  <a:lnTo>
                    <a:pt x="3523416" y="364326"/>
                  </a:lnTo>
                  <a:lnTo>
                    <a:pt x="3524488" y="363257"/>
                  </a:lnTo>
                  <a:lnTo>
                    <a:pt x="3525560" y="362186"/>
                  </a:lnTo>
                  <a:lnTo>
                    <a:pt x="3526631" y="361115"/>
                  </a:lnTo>
                  <a:lnTo>
                    <a:pt x="3527703" y="360043"/>
                  </a:lnTo>
                  <a:lnTo>
                    <a:pt x="3528774" y="358971"/>
                  </a:lnTo>
                  <a:lnTo>
                    <a:pt x="3529846" y="357898"/>
                  </a:lnTo>
                  <a:lnTo>
                    <a:pt x="3530918" y="356825"/>
                  </a:lnTo>
                  <a:lnTo>
                    <a:pt x="3531989" y="355750"/>
                  </a:lnTo>
                  <a:lnTo>
                    <a:pt x="3533061" y="354675"/>
                  </a:lnTo>
                  <a:lnTo>
                    <a:pt x="3534132" y="353600"/>
                  </a:lnTo>
                  <a:lnTo>
                    <a:pt x="3535204" y="352524"/>
                  </a:lnTo>
                  <a:lnTo>
                    <a:pt x="3536276" y="351447"/>
                  </a:lnTo>
                  <a:lnTo>
                    <a:pt x="3537347" y="350370"/>
                  </a:lnTo>
                  <a:lnTo>
                    <a:pt x="3538419" y="349291"/>
                  </a:lnTo>
                  <a:lnTo>
                    <a:pt x="3539490" y="348213"/>
                  </a:lnTo>
                  <a:lnTo>
                    <a:pt x="3540562" y="347133"/>
                  </a:lnTo>
                  <a:lnTo>
                    <a:pt x="3541634" y="346053"/>
                  </a:lnTo>
                  <a:lnTo>
                    <a:pt x="3542705" y="344973"/>
                  </a:lnTo>
                  <a:lnTo>
                    <a:pt x="3543777" y="343892"/>
                  </a:lnTo>
                  <a:lnTo>
                    <a:pt x="3544848" y="342810"/>
                  </a:lnTo>
                  <a:lnTo>
                    <a:pt x="3545920" y="341727"/>
                  </a:lnTo>
                  <a:lnTo>
                    <a:pt x="3546992" y="340644"/>
                  </a:lnTo>
                  <a:lnTo>
                    <a:pt x="3548063" y="339560"/>
                  </a:lnTo>
                  <a:lnTo>
                    <a:pt x="3549135" y="338476"/>
                  </a:lnTo>
                  <a:lnTo>
                    <a:pt x="3550206" y="337391"/>
                  </a:lnTo>
                  <a:lnTo>
                    <a:pt x="3551278" y="336305"/>
                  </a:lnTo>
                  <a:lnTo>
                    <a:pt x="3552349" y="335219"/>
                  </a:lnTo>
                  <a:lnTo>
                    <a:pt x="3553421" y="334132"/>
                  </a:lnTo>
                  <a:lnTo>
                    <a:pt x="3554493" y="333044"/>
                  </a:lnTo>
                  <a:lnTo>
                    <a:pt x="3555564" y="331956"/>
                  </a:lnTo>
                  <a:lnTo>
                    <a:pt x="3556636" y="330867"/>
                  </a:lnTo>
                  <a:lnTo>
                    <a:pt x="3557707" y="329777"/>
                  </a:lnTo>
                  <a:lnTo>
                    <a:pt x="3558779" y="328687"/>
                  </a:lnTo>
                  <a:lnTo>
                    <a:pt x="3559851" y="327596"/>
                  </a:lnTo>
                  <a:lnTo>
                    <a:pt x="3560922" y="326505"/>
                  </a:lnTo>
                  <a:lnTo>
                    <a:pt x="3561994" y="325412"/>
                  </a:lnTo>
                  <a:lnTo>
                    <a:pt x="3563065" y="324320"/>
                  </a:lnTo>
                  <a:lnTo>
                    <a:pt x="3564137" y="323226"/>
                  </a:lnTo>
                  <a:lnTo>
                    <a:pt x="3565209" y="322132"/>
                  </a:lnTo>
                  <a:lnTo>
                    <a:pt x="3566280" y="321038"/>
                  </a:lnTo>
                  <a:lnTo>
                    <a:pt x="3567352" y="319942"/>
                  </a:lnTo>
                  <a:lnTo>
                    <a:pt x="3568423" y="318846"/>
                  </a:lnTo>
                  <a:lnTo>
                    <a:pt x="3569495" y="317750"/>
                  </a:lnTo>
                  <a:lnTo>
                    <a:pt x="3570567" y="316652"/>
                  </a:lnTo>
                  <a:lnTo>
                    <a:pt x="3571638" y="315554"/>
                  </a:lnTo>
                  <a:lnTo>
                    <a:pt x="3572710" y="314456"/>
                  </a:lnTo>
                  <a:lnTo>
                    <a:pt x="3573781" y="313357"/>
                  </a:lnTo>
                  <a:lnTo>
                    <a:pt x="3574853" y="312257"/>
                  </a:lnTo>
                  <a:lnTo>
                    <a:pt x="3575925" y="311156"/>
                  </a:lnTo>
                  <a:lnTo>
                    <a:pt x="3576996" y="310055"/>
                  </a:lnTo>
                  <a:lnTo>
                    <a:pt x="3578068" y="308953"/>
                  </a:lnTo>
                  <a:lnTo>
                    <a:pt x="3579139" y="307851"/>
                  </a:lnTo>
                  <a:lnTo>
                    <a:pt x="3580211" y="306748"/>
                  </a:lnTo>
                  <a:lnTo>
                    <a:pt x="3581283" y="305644"/>
                  </a:lnTo>
                  <a:lnTo>
                    <a:pt x="3582354" y="304540"/>
                  </a:lnTo>
                  <a:lnTo>
                    <a:pt x="3583426" y="303435"/>
                  </a:lnTo>
                  <a:lnTo>
                    <a:pt x="3584497" y="302329"/>
                  </a:lnTo>
                  <a:lnTo>
                    <a:pt x="3585569" y="301223"/>
                  </a:lnTo>
                  <a:lnTo>
                    <a:pt x="3586641" y="300116"/>
                  </a:lnTo>
                  <a:lnTo>
                    <a:pt x="3587712" y="299008"/>
                  </a:lnTo>
                  <a:lnTo>
                    <a:pt x="3588784" y="297900"/>
                  </a:lnTo>
                  <a:lnTo>
                    <a:pt x="3589855" y="296791"/>
                  </a:lnTo>
                  <a:lnTo>
                    <a:pt x="3590927" y="295682"/>
                  </a:lnTo>
                  <a:lnTo>
                    <a:pt x="3591999" y="294572"/>
                  </a:lnTo>
                  <a:lnTo>
                    <a:pt x="3593070" y="293461"/>
                  </a:lnTo>
                  <a:lnTo>
                    <a:pt x="3594142" y="292349"/>
                  </a:lnTo>
                  <a:lnTo>
                    <a:pt x="3595213" y="291237"/>
                  </a:lnTo>
                  <a:lnTo>
                    <a:pt x="3596285" y="290124"/>
                  </a:lnTo>
                  <a:lnTo>
                    <a:pt x="3597357" y="289011"/>
                  </a:lnTo>
                  <a:lnTo>
                    <a:pt x="3598428" y="287897"/>
                  </a:lnTo>
                  <a:lnTo>
                    <a:pt x="3599500" y="286782"/>
                  </a:lnTo>
                  <a:lnTo>
                    <a:pt x="3600571" y="285667"/>
                  </a:lnTo>
                  <a:lnTo>
                    <a:pt x="3601643" y="284551"/>
                  </a:lnTo>
                  <a:lnTo>
                    <a:pt x="3602715" y="283434"/>
                  </a:lnTo>
                  <a:lnTo>
                    <a:pt x="3603786" y="282317"/>
                  </a:lnTo>
                  <a:lnTo>
                    <a:pt x="3604858" y="281199"/>
                  </a:lnTo>
                  <a:lnTo>
                    <a:pt x="3605929" y="280080"/>
                  </a:lnTo>
                  <a:lnTo>
                    <a:pt x="3607001" y="278961"/>
                  </a:lnTo>
                  <a:lnTo>
                    <a:pt x="3608073" y="277841"/>
                  </a:lnTo>
                  <a:lnTo>
                    <a:pt x="3609144" y="276721"/>
                  </a:lnTo>
                  <a:lnTo>
                    <a:pt x="3610216" y="275600"/>
                  </a:lnTo>
                  <a:lnTo>
                    <a:pt x="3611287" y="274478"/>
                  </a:lnTo>
                  <a:lnTo>
                    <a:pt x="3612359" y="273355"/>
                  </a:lnTo>
                  <a:lnTo>
                    <a:pt x="3613431" y="272232"/>
                  </a:lnTo>
                  <a:lnTo>
                    <a:pt x="3614502" y="271108"/>
                  </a:lnTo>
                  <a:lnTo>
                    <a:pt x="3615574" y="269984"/>
                  </a:lnTo>
                  <a:lnTo>
                    <a:pt x="3616645" y="268859"/>
                  </a:lnTo>
                  <a:lnTo>
                    <a:pt x="3617717" y="267733"/>
                  </a:lnTo>
                  <a:lnTo>
                    <a:pt x="3618789" y="266607"/>
                  </a:lnTo>
                  <a:lnTo>
                    <a:pt x="3619860" y="265480"/>
                  </a:lnTo>
                  <a:lnTo>
                    <a:pt x="3620932" y="264352"/>
                  </a:lnTo>
                  <a:lnTo>
                    <a:pt x="3622003" y="263223"/>
                  </a:lnTo>
                  <a:lnTo>
                    <a:pt x="3623075" y="262094"/>
                  </a:lnTo>
                  <a:lnTo>
                    <a:pt x="3624147" y="260965"/>
                  </a:lnTo>
                  <a:lnTo>
                    <a:pt x="3625218" y="259834"/>
                  </a:lnTo>
                  <a:lnTo>
                    <a:pt x="3626290" y="258703"/>
                  </a:lnTo>
                  <a:lnTo>
                    <a:pt x="3627361" y="257572"/>
                  </a:lnTo>
                  <a:lnTo>
                    <a:pt x="3628433" y="256440"/>
                  </a:lnTo>
                  <a:lnTo>
                    <a:pt x="3629505" y="255307"/>
                  </a:lnTo>
                  <a:lnTo>
                    <a:pt x="3630576" y="254173"/>
                  </a:lnTo>
                  <a:lnTo>
                    <a:pt x="3631648" y="253039"/>
                  </a:lnTo>
                  <a:lnTo>
                    <a:pt x="3632719" y="251904"/>
                  </a:lnTo>
                  <a:lnTo>
                    <a:pt x="3633791" y="250768"/>
                  </a:lnTo>
                  <a:lnTo>
                    <a:pt x="3634863" y="249632"/>
                  </a:lnTo>
                  <a:lnTo>
                    <a:pt x="3635934" y="248495"/>
                  </a:lnTo>
                  <a:lnTo>
                    <a:pt x="3637006" y="247358"/>
                  </a:lnTo>
                  <a:lnTo>
                    <a:pt x="3638077" y="246220"/>
                  </a:lnTo>
                  <a:lnTo>
                    <a:pt x="3639149" y="245081"/>
                  </a:lnTo>
                  <a:lnTo>
                    <a:pt x="3640221" y="243941"/>
                  </a:lnTo>
                  <a:lnTo>
                    <a:pt x="3641292" y="242801"/>
                  </a:lnTo>
                  <a:lnTo>
                    <a:pt x="3642364" y="241660"/>
                  </a:lnTo>
                  <a:lnTo>
                    <a:pt x="3643435" y="240519"/>
                  </a:lnTo>
                  <a:lnTo>
                    <a:pt x="3644507" y="239377"/>
                  </a:lnTo>
                  <a:lnTo>
                    <a:pt x="3645579" y="238234"/>
                  </a:lnTo>
                  <a:lnTo>
                    <a:pt x="3646650" y="237091"/>
                  </a:lnTo>
                  <a:lnTo>
                    <a:pt x="3647722" y="235946"/>
                  </a:lnTo>
                  <a:lnTo>
                    <a:pt x="3648793" y="234802"/>
                  </a:lnTo>
                  <a:lnTo>
                    <a:pt x="3649865" y="233656"/>
                  </a:lnTo>
                  <a:lnTo>
                    <a:pt x="3650937" y="232510"/>
                  </a:lnTo>
                  <a:lnTo>
                    <a:pt x="3652008" y="231364"/>
                  </a:lnTo>
                  <a:lnTo>
                    <a:pt x="3653080" y="230216"/>
                  </a:lnTo>
                  <a:lnTo>
                    <a:pt x="3654151" y="229068"/>
                  </a:lnTo>
                  <a:lnTo>
                    <a:pt x="3655223" y="227919"/>
                  </a:lnTo>
                  <a:lnTo>
                    <a:pt x="3656295" y="226770"/>
                  </a:lnTo>
                  <a:lnTo>
                    <a:pt x="3657366" y="225620"/>
                  </a:lnTo>
                  <a:lnTo>
                    <a:pt x="3658438" y="224469"/>
                  </a:lnTo>
                  <a:lnTo>
                    <a:pt x="3659509" y="223318"/>
                  </a:lnTo>
                  <a:lnTo>
                    <a:pt x="3660581" y="222166"/>
                  </a:lnTo>
                  <a:lnTo>
                    <a:pt x="3661653" y="221013"/>
                  </a:lnTo>
                  <a:lnTo>
                    <a:pt x="3662724" y="219860"/>
                  </a:lnTo>
                  <a:lnTo>
                    <a:pt x="3663796" y="218706"/>
                  </a:lnTo>
                  <a:lnTo>
                    <a:pt x="3664867" y="217552"/>
                  </a:lnTo>
                  <a:lnTo>
                    <a:pt x="3665939" y="216396"/>
                  </a:lnTo>
                  <a:lnTo>
                    <a:pt x="3667011" y="215240"/>
                  </a:lnTo>
                  <a:lnTo>
                    <a:pt x="3668082" y="214084"/>
                  </a:lnTo>
                  <a:lnTo>
                    <a:pt x="3669154" y="212926"/>
                  </a:lnTo>
                  <a:lnTo>
                    <a:pt x="3670225" y="211769"/>
                  </a:lnTo>
                  <a:lnTo>
                    <a:pt x="3671297" y="210610"/>
                  </a:lnTo>
                  <a:lnTo>
                    <a:pt x="3672369" y="209451"/>
                  </a:lnTo>
                  <a:lnTo>
                    <a:pt x="3673440" y="208291"/>
                  </a:lnTo>
                  <a:lnTo>
                    <a:pt x="3674512" y="207130"/>
                  </a:lnTo>
                  <a:lnTo>
                    <a:pt x="3675583" y="205969"/>
                  </a:lnTo>
                  <a:lnTo>
                    <a:pt x="3676655" y="204807"/>
                  </a:lnTo>
                  <a:lnTo>
                    <a:pt x="3677727" y="203644"/>
                  </a:lnTo>
                  <a:lnTo>
                    <a:pt x="3678798" y="202481"/>
                  </a:lnTo>
                  <a:lnTo>
                    <a:pt x="3679870" y="201317"/>
                  </a:lnTo>
                  <a:lnTo>
                    <a:pt x="3680941" y="200153"/>
                  </a:lnTo>
                  <a:lnTo>
                    <a:pt x="3682013" y="198987"/>
                  </a:lnTo>
                  <a:lnTo>
                    <a:pt x="3683085" y="197822"/>
                  </a:lnTo>
                  <a:lnTo>
                    <a:pt x="3684156" y="196655"/>
                  </a:lnTo>
                  <a:lnTo>
                    <a:pt x="3685228" y="195488"/>
                  </a:lnTo>
                  <a:lnTo>
                    <a:pt x="3686299" y="194320"/>
                  </a:lnTo>
                  <a:lnTo>
                    <a:pt x="3687371" y="193151"/>
                  </a:lnTo>
                  <a:lnTo>
                    <a:pt x="3688443" y="191982"/>
                  </a:lnTo>
                  <a:lnTo>
                    <a:pt x="3689514" y="190812"/>
                  </a:lnTo>
                  <a:lnTo>
                    <a:pt x="3690586" y="189642"/>
                  </a:lnTo>
                  <a:lnTo>
                    <a:pt x="3691657" y="188470"/>
                  </a:lnTo>
                  <a:lnTo>
                    <a:pt x="3692729" y="187298"/>
                  </a:lnTo>
                  <a:lnTo>
                    <a:pt x="3693801" y="186126"/>
                  </a:lnTo>
                  <a:lnTo>
                    <a:pt x="3694872" y="184953"/>
                  </a:lnTo>
                  <a:lnTo>
                    <a:pt x="3695944" y="183779"/>
                  </a:lnTo>
                  <a:lnTo>
                    <a:pt x="3697015" y="182604"/>
                  </a:lnTo>
                  <a:lnTo>
                    <a:pt x="3698087" y="181429"/>
                  </a:lnTo>
                  <a:lnTo>
                    <a:pt x="3699159" y="180253"/>
                  </a:lnTo>
                  <a:lnTo>
                    <a:pt x="3700230" y="179077"/>
                  </a:lnTo>
                  <a:lnTo>
                    <a:pt x="3701302" y="177899"/>
                  </a:lnTo>
                  <a:lnTo>
                    <a:pt x="3702373" y="176721"/>
                  </a:lnTo>
                  <a:lnTo>
                    <a:pt x="3703445" y="175543"/>
                  </a:lnTo>
                  <a:lnTo>
                    <a:pt x="3704517" y="174364"/>
                  </a:lnTo>
                  <a:lnTo>
                    <a:pt x="3705588" y="173184"/>
                  </a:lnTo>
                  <a:lnTo>
                    <a:pt x="3706660" y="172003"/>
                  </a:lnTo>
                  <a:lnTo>
                    <a:pt x="3707731" y="170822"/>
                  </a:lnTo>
                  <a:lnTo>
                    <a:pt x="3708803" y="169640"/>
                  </a:lnTo>
                  <a:lnTo>
                    <a:pt x="3709875" y="168457"/>
                  </a:lnTo>
                  <a:lnTo>
                    <a:pt x="3710946" y="167274"/>
                  </a:lnTo>
                  <a:lnTo>
                    <a:pt x="3712018" y="166090"/>
                  </a:lnTo>
                  <a:lnTo>
                    <a:pt x="3713089" y="164906"/>
                  </a:lnTo>
                  <a:lnTo>
                    <a:pt x="3714161" y="163720"/>
                  </a:lnTo>
                  <a:lnTo>
                    <a:pt x="3715233" y="162534"/>
                  </a:lnTo>
                  <a:lnTo>
                    <a:pt x="3716304" y="161348"/>
                  </a:lnTo>
                  <a:lnTo>
                    <a:pt x="3717376" y="160160"/>
                  </a:lnTo>
                  <a:lnTo>
                    <a:pt x="3718447" y="158972"/>
                  </a:lnTo>
                  <a:lnTo>
                    <a:pt x="3719519" y="157784"/>
                  </a:lnTo>
                  <a:lnTo>
                    <a:pt x="3720591" y="156594"/>
                  </a:lnTo>
                  <a:lnTo>
                    <a:pt x="3721662" y="155405"/>
                  </a:lnTo>
                  <a:lnTo>
                    <a:pt x="3722734" y="154214"/>
                  </a:lnTo>
                  <a:lnTo>
                    <a:pt x="3723805" y="153023"/>
                  </a:lnTo>
                  <a:lnTo>
                    <a:pt x="3724877" y="151831"/>
                  </a:lnTo>
                  <a:lnTo>
                    <a:pt x="3725949" y="150638"/>
                  </a:lnTo>
                  <a:lnTo>
                    <a:pt x="3727020" y="149444"/>
                  </a:lnTo>
                  <a:lnTo>
                    <a:pt x="3728092" y="148250"/>
                  </a:lnTo>
                  <a:lnTo>
                    <a:pt x="3729163" y="147056"/>
                  </a:lnTo>
                  <a:lnTo>
                    <a:pt x="3730235" y="145860"/>
                  </a:lnTo>
                  <a:lnTo>
                    <a:pt x="3731306" y="144664"/>
                  </a:lnTo>
                  <a:lnTo>
                    <a:pt x="3732378" y="143468"/>
                  </a:lnTo>
                  <a:lnTo>
                    <a:pt x="3733450" y="142270"/>
                  </a:lnTo>
                  <a:lnTo>
                    <a:pt x="3734521" y="141072"/>
                  </a:lnTo>
                  <a:lnTo>
                    <a:pt x="3735593" y="139873"/>
                  </a:lnTo>
                  <a:lnTo>
                    <a:pt x="3736664" y="138674"/>
                  </a:lnTo>
                  <a:lnTo>
                    <a:pt x="3737736" y="137474"/>
                  </a:lnTo>
                  <a:lnTo>
                    <a:pt x="3738808" y="136273"/>
                  </a:lnTo>
                  <a:lnTo>
                    <a:pt x="3739879" y="135072"/>
                  </a:lnTo>
                  <a:lnTo>
                    <a:pt x="3740951" y="133870"/>
                  </a:lnTo>
                  <a:lnTo>
                    <a:pt x="3742022" y="132667"/>
                  </a:lnTo>
                  <a:lnTo>
                    <a:pt x="3743094" y="131463"/>
                  </a:lnTo>
                  <a:lnTo>
                    <a:pt x="3744166" y="130259"/>
                  </a:lnTo>
                  <a:lnTo>
                    <a:pt x="3745237" y="129054"/>
                  </a:lnTo>
                  <a:lnTo>
                    <a:pt x="3746309" y="127849"/>
                  </a:lnTo>
                  <a:lnTo>
                    <a:pt x="3747380" y="126642"/>
                  </a:lnTo>
                  <a:lnTo>
                    <a:pt x="3748452" y="125436"/>
                  </a:lnTo>
                  <a:lnTo>
                    <a:pt x="3749524" y="124228"/>
                  </a:lnTo>
                  <a:lnTo>
                    <a:pt x="3750595" y="123020"/>
                  </a:lnTo>
                  <a:lnTo>
                    <a:pt x="3751667" y="121811"/>
                  </a:lnTo>
                  <a:lnTo>
                    <a:pt x="3752738" y="120601"/>
                  </a:lnTo>
                  <a:lnTo>
                    <a:pt x="3753810" y="119391"/>
                  </a:lnTo>
                  <a:lnTo>
                    <a:pt x="3754882" y="118180"/>
                  </a:lnTo>
                  <a:lnTo>
                    <a:pt x="3755953" y="116968"/>
                  </a:lnTo>
                  <a:lnTo>
                    <a:pt x="3757025" y="115756"/>
                  </a:lnTo>
                  <a:lnTo>
                    <a:pt x="3758096" y="114543"/>
                  </a:lnTo>
                  <a:lnTo>
                    <a:pt x="3759168" y="113329"/>
                  </a:lnTo>
                  <a:lnTo>
                    <a:pt x="3760240" y="112115"/>
                  </a:lnTo>
                  <a:lnTo>
                    <a:pt x="3761311" y="110900"/>
                  </a:lnTo>
                  <a:lnTo>
                    <a:pt x="3762383" y="109684"/>
                  </a:lnTo>
                  <a:lnTo>
                    <a:pt x="3763454" y="108468"/>
                  </a:lnTo>
                  <a:lnTo>
                    <a:pt x="3764526" y="107251"/>
                  </a:lnTo>
                  <a:lnTo>
                    <a:pt x="3765598" y="106033"/>
                  </a:lnTo>
                  <a:lnTo>
                    <a:pt x="3766669" y="104815"/>
                  </a:lnTo>
                  <a:lnTo>
                    <a:pt x="3767741" y="103595"/>
                  </a:lnTo>
                  <a:lnTo>
                    <a:pt x="3768812" y="102376"/>
                  </a:lnTo>
                  <a:lnTo>
                    <a:pt x="3769884" y="101155"/>
                  </a:lnTo>
                  <a:lnTo>
                    <a:pt x="3770956" y="99934"/>
                  </a:lnTo>
                  <a:lnTo>
                    <a:pt x="3772027" y="98712"/>
                  </a:lnTo>
                  <a:lnTo>
                    <a:pt x="3773099" y="97489"/>
                  </a:lnTo>
                  <a:lnTo>
                    <a:pt x="3774170" y="96266"/>
                  </a:lnTo>
                  <a:lnTo>
                    <a:pt x="3775242" y="95042"/>
                  </a:lnTo>
                  <a:lnTo>
                    <a:pt x="3776314" y="93818"/>
                  </a:lnTo>
                  <a:lnTo>
                    <a:pt x="3777385" y="92592"/>
                  </a:lnTo>
                  <a:lnTo>
                    <a:pt x="3778457" y="91366"/>
                  </a:lnTo>
                  <a:lnTo>
                    <a:pt x="3779528" y="90140"/>
                  </a:lnTo>
                  <a:lnTo>
                    <a:pt x="3780600" y="88912"/>
                  </a:lnTo>
                  <a:lnTo>
                    <a:pt x="3781672" y="87684"/>
                  </a:lnTo>
                  <a:lnTo>
                    <a:pt x="3782743" y="86455"/>
                  </a:lnTo>
                  <a:lnTo>
                    <a:pt x="3783815" y="85226"/>
                  </a:lnTo>
                  <a:lnTo>
                    <a:pt x="3784886" y="83996"/>
                  </a:lnTo>
                  <a:lnTo>
                    <a:pt x="3785958" y="82765"/>
                  </a:lnTo>
                  <a:lnTo>
                    <a:pt x="3787030" y="81534"/>
                  </a:lnTo>
                  <a:lnTo>
                    <a:pt x="3788101" y="80301"/>
                  </a:lnTo>
                  <a:lnTo>
                    <a:pt x="3789173" y="79069"/>
                  </a:lnTo>
                  <a:lnTo>
                    <a:pt x="3790244" y="77835"/>
                  </a:lnTo>
                  <a:lnTo>
                    <a:pt x="3791316" y="76601"/>
                  </a:lnTo>
                  <a:lnTo>
                    <a:pt x="3792388" y="75366"/>
                  </a:lnTo>
                  <a:lnTo>
                    <a:pt x="3793459" y="74130"/>
                  </a:lnTo>
                  <a:lnTo>
                    <a:pt x="3794531" y="72894"/>
                  </a:lnTo>
                  <a:lnTo>
                    <a:pt x="3795602" y="71657"/>
                  </a:lnTo>
                  <a:lnTo>
                    <a:pt x="3796674" y="70419"/>
                  </a:lnTo>
                  <a:lnTo>
                    <a:pt x="3797746" y="69181"/>
                  </a:lnTo>
                  <a:lnTo>
                    <a:pt x="3798817" y="67942"/>
                  </a:lnTo>
                  <a:lnTo>
                    <a:pt x="3799889" y="66702"/>
                  </a:lnTo>
                  <a:lnTo>
                    <a:pt x="3800960" y="65462"/>
                  </a:lnTo>
                  <a:lnTo>
                    <a:pt x="3802032" y="64221"/>
                  </a:lnTo>
                  <a:lnTo>
                    <a:pt x="3803104" y="62979"/>
                  </a:lnTo>
                  <a:lnTo>
                    <a:pt x="3804175" y="61736"/>
                  </a:lnTo>
                  <a:lnTo>
                    <a:pt x="3805247" y="60493"/>
                  </a:lnTo>
                  <a:lnTo>
                    <a:pt x="3806318" y="59249"/>
                  </a:lnTo>
                  <a:lnTo>
                    <a:pt x="3807390" y="58004"/>
                  </a:lnTo>
                  <a:lnTo>
                    <a:pt x="3808462" y="56759"/>
                  </a:lnTo>
                  <a:lnTo>
                    <a:pt x="3809533" y="55513"/>
                  </a:lnTo>
                  <a:lnTo>
                    <a:pt x="3810605" y="54266"/>
                  </a:lnTo>
                  <a:lnTo>
                    <a:pt x="3811676" y="53019"/>
                  </a:lnTo>
                  <a:lnTo>
                    <a:pt x="3812748" y="51771"/>
                  </a:lnTo>
                  <a:lnTo>
                    <a:pt x="3813820" y="50522"/>
                  </a:lnTo>
                  <a:lnTo>
                    <a:pt x="3814891" y="49273"/>
                  </a:lnTo>
                  <a:lnTo>
                    <a:pt x="3815963" y="48023"/>
                  </a:lnTo>
                  <a:lnTo>
                    <a:pt x="3817034" y="46772"/>
                  </a:lnTo>
                  <a:lnTo>
                    <a:pt x="3818106" y="45520"/>
                  </a:lnTo>
                  <a:lnTo>
                    <a:pt x="3819178" y="44268"/>
                  </a:lnTo>
                  <a:lnTo>
                    <a:pt x="3820249" y="43015"/>
                  </a:lnTo>
                  <a:lnTo>
                    <a:pt x="3821321" y="41761"/>
                  </a:lnTo>
                  <a:lnTo>
                    <a:pt x="3822392" y="40507"/>
                  </a:lnTo>
                  <a:lnTo>
                    <a:pt x="3823464" y="39252"/>
                  </a:lnTo>
                  <a:lnTo>
                    <a:pt x="3824536" y="37996"/>
                  </a:lnTo>
                  <a:lnTo>
                    <a:pt x="3825607" y="36740"/>
                  </a:lnTo>
                  <a:lnTo>
                    <a:pt x="3826679" y="35483"/>
                  </a:lnTo>
                  <a:lnTo>
                    <a:pt x="3827750" y="34225"/>
                  </a:lnTo>
                  <a:lnTo>
                    <a:pt x="3828822" y="32967"/>
                  </a:lnTo>
                  <a:lnTo>
                    <a:pt x="3829894" y="31707"/>
                  </a:lnTo>
                  <a:lnTo>
                    <a:pt x="3830965" y="30447"/>
                  </a:lnTo>
                  <a:lnTo>
                    <a:pt x="3832037" y="29187"/>
                  </a:lnTo>
                  <a:lnTo>
                    <a:pt x="3833108" y="27926"/>
                  </a:lnTo>
                  <a:lnTo>
                    <a:pt x="3834180" y="26664"/>
                  </a:lnTo>
                  <a:lnTo>
                    <a:pt x="3835252" y="25401"/>
                  </a:lnTo>
                  <a:lnTo>
                    <a:pt x="3836323" y="24137"/>
                  </a:lnTo>
                  <a:lnTo>
                    <a:pt x="3837395" y="22873"/>
                  </a:lnTo>
                  <a:lnTo>
                    <a:pt x="3838466" y="21609"/>
                  </a:lnTo>
                  <a:lnTo>
                    <a:pt x="3839538" y="20343"/>
                  </a:lnTo>
                  <a:lnTo>
                    <a:pt x="3840610" y="19077"/>
                  </a:lnTo>
                  <a:lnTo>
                    <a:pt x="3841681" y="17810"/>
                  </a:lnTo>
                  <a:lnTo>
                    <a:pt x="3842753" y="16542"/>
                  </a:lnTo>
                  <a:lnTo>
                    <a:pt x="3843824" y="15274"/>
                  </a:lnTo>
                  <a:lnTo>
                    <a:pt x="3844896" y="14005"/>
                  </a:lnTo>
                  <a:lnTo>
                    <a:pt x="3845968" y="12735"/>
                  </a:lnTo>
                  <a:lnTo>
                    <a:pt x="3847039" y="11465"/>
                  </a:lnTo>
                  <a:lnTo>
                    <a:pt x="3848111" y="10194"/>
                  </a:lnTo>
                  <a:lnTo>
                    <a:pt x="3849182" y="8922"/>
                  </a:lnTo>
                  <a:lnTo>
                    <a:pt x="3850254" y="7649"/>
                  </a:lnTo>
                  <a:lnTo>
                    <a:pt x="3851326" y="6376"/>
                  </a:lnTo>
                  <a:lnTo>
                    <a:pt x="3852397" y="5102"/>
                  </a:lnTo>
                  <a:lnTo>
                    <a:pt x="3853469" y="3828"/>
                  </a:lnTo>
                  <a:lnTo>
                    <a:pt x="3854540" y="2552"/>
                  </a:lnTo>
                  <a:lnTo>
                    <a:pt x="3855612" y="1276"/>
                  </a:lnTo>
                  <a:lnTo>
                    <a:pt x="3856684" y="0"/>
                  </a:lnTo>
                  <a:lnTo>
                    <a:pt x="3856684" y="593380"/>
                  </a:lnTo>
                  <a:lnTo>
                    <a:pt x="3855612" y="594038"/>
                  </a:lnTo>
                  <a:lnTo>
                    <a:pt x="3854540" y="594697"/>
                  </a:lnTo>
                  <a:lnTo>
                    <a:pt x="3853469" y="595355"/>
                  </a:lnTo>
                  <a:lnTo>
                    <a:pt x="3852397" y="596013"/>
                  </a:lnTo>
                  <a:lnTo>
                    <a:pt x="3851326" y="596671"/>
                  </a:lnTo>
                  <a:lnTo>
                    <a:pt x="3850254" y="597329"/>
                  </a:lnTo>
                  <a:lnTo>
                    <a:pt x="3849182" y="597986"/>
                  </a:lnTo>
                  <a:lnTo>
                    <a:pt x="3848111" y="598644"/>
                  </a:lnTo>
                  <a:lnTo>
                    <a:pt x="3847039" y="599301"/>
                  </a:lnTo>
                  <a:lnTo>
                    <a:pt x="3845968" y="599958"/>
                  </a:lnTo>
                  <a:lnTo>
                    <a:pt x="3844896" y="600615"/>
                  </a:lnTo>
                  <a:lnTo>
                    <a:pt x="3843824" y="601272"/>
                  </a:lnTo>
                  <a:lnTo>
                    <a:pt x="3842753" y="601928"/>
                  </a:lnTo>
                  <a:lnTo>
                    <a:pt x="3841681" y="602585"/>
                  </a:lnTo>
                  <a:lnTo>
                    <a:pt x="3840610" y="603241"/>
                  </a:lnTo>
                  <a:lnTo>
                    <a:pt x="3839538" y="603898"/>
                  </a:lnTo>
                  <a:lnTo>
                    <a:pt x="3838466" y="604554"/>
                  </a:lnTo>
                  <a:lnTo>
                    <a:pt x="3837395" y="605209"/>
                  </a:lnTo>
                  <a:lnTo>
                    <a:pt x="3836323" y="605865"/>
                  </a:lnTo>
                  <a:lnTo>
                    <a:pt x="3835252" y="606521"/>
                  </a:lnTo>
                  <a:lnTo>
                    <a:pt x="3834180" y="607176"/>
                  </a:lnTo>
                  <a:lnTo>
                    <a:pt x="3833108" y="607832"/>
                  </a:lnTo>
                  <a:lnTo>
                    <a:pt x="3832037" y="608487"/>
                  </a:lnTo>
                  <a:lnTo>
                    <a:pt x="3830965" y="609142"/>
                  </a:lnTo>
                  <a:lnTo>
                    <a:pt x="3829894" y="609796"/>
                  </a:lnTo>
                  <a:lnTo>
                    <a:pt x="3828822" y="610451"/>
                  </a:lnTo>
                  <a:lnTo>
                    <a:pt x="3827750" y="611106"/>
                  </a:lnTo>
                  <a:lnTo>
                    <a:pt x="3826679" y="611760"/>
                  </a:lnTo>
                  <a:lnTo>
                    <a:pt x="3825607" y="612414"/>
                  </a:lnTo>
                  <a:lnTo>
                    <a:pt x="3824536" y="613068"/>
                  </a:lnTo>
                  <a:lnTo>
                    <a:pt x="3823464" y="613722"/>
                  </a:lnTo>
                  <a:lnTo>
                    <a:pt x="3822392" y="614376"/>
                  </a:lnTo>
                  <a:lnTo>
                    <a:pt x="3821321" y="615030"/>
                  </a:lnTo>
                  <a:lnTo>
                    <a:pt x="3820249" y="615683"/>
                  </a:lnTo>
                  <a:lnTo>
                    <a:pt x="3819178" y="616337"/>
                  </a:lnTo>
                  <a:lnTo>
                    <a:pt x="3818106" y="616990"/>
                  </a:lnTo>
                  <a:lnTo>
                    <a:pt x="3817034" y="617643"/>
                  </a:lnTo>
                  <a:lnTo>
                    <a:pt x="3815963" y="618296"/>
                  </a:lnTo>
                  <a:lnTo>
                    <a:pt x="3814891" y="618948"/>
                  </a:lnTo>
                  <a:lnTo>
                    <a:pt x="3813820" y="619601"/>
                  </a:lnTo>
                  <a:lnTo>
                    <a:pt x="3812748" y="620253"/>
                  </a:lnTo>
                  <a:lnTo>
                    <a:pt x="3811676" y="620906"/>
                  </a:lnTo>
                  <a:lnTo>
                    <a:pt x="3810605" y="621558"/>
                  </a:lnTo>
                  <a:lnTo>
                    <a:pt x="3809533" y="622210"/>
                  </a:lnTo>
                  <a:lnTo>
                    <a:pt x="3808462" y="622862"/>
                  </a:lnTo>
                  <a:lnTo>
                    <a:pt x="3807390" y="623513"/>
                  </a:lnTo>
                  <a:lnTo>
                    <a:pt x="3806318" y="624165"/>
                  </a:lnTo>
                  <a:lnTo>
                    <a:pt x="3805247" y="624816"/>
                  </a:lnTo>
                  <a:lnTo>
                    <a:pt x="3804175" y="625468"/>
                  </a:lnTo>
                  <a:lnTo>
                    <a:pt x="3803104" y="626119"/>
                  </a:lnTo>
                  <a:lnTo>
                    <a:pt x="3802032" y="626770"/>
                  </a:lnTo>
                  <a:lnTo>
                    <a:pt x="3800960" y="627420"/>
                  </a:lnTo>
                  <a:lnTo>
                    <a:pt x="3799889" y="628071"/>
                  </a:lnTo>
                  <a:lnTo>
                    <a:pt x="3798817" y="628722"/>
                  </a:lnTo>
                  <a:lnTo>
                    <a:pt x="3797746" y="629372"/>
                  </a:lnTo>
                  <a:lnTo>
                    <a:pt x="3796674" y="630022"/>
                  </a:lnTo>
                  <a:lnTo>
                    <a:pt x="3795602" y="630672"/>
                  </a:lnTo>
                  <a:lnTo>
                    <a:pt x="3794531" y="631322"/>
                  </a:lnTo>
                  <a:lnTo>
                    <a:pt x="3793459" y="631972"/>
                  </a:lnTo>
                  <a:lnTo>
                    <a:pt x="3792388" y="632622"/>
                  </a:lnTo>
                  <a:lnTo>
                    <a:pt x="3791316" y="633271"/>
                  </a:lnTo>
                  <a:lnTo>
                    <a:pt x="3790244" y="633920"/>
                  </a:lnTo>
                  <a:lnTo>
                    <a:pt x="3789173" y="634570"/>
                  </a:lnTo>
                  <a:lnTo>
                    <a:pt x="3788101" y="635219"/>
                  </a:lnTo>
                  <a:lnTo>
                    <a:pt x="3787030" y="635868"/>
                  </a:lnTo>
                  <a:lnTo>
                    <a:pt x="3785958" y="636516"/>
                  </a:lnTo>
                  <a:lnTo>
                    <a:pt x="3784886" y="637165"/>
                  </a:lnTo>
                  <a:lnTo>
                    <a:pt x="3783815" y="637813"/>
                  </a:lnTo>
                  <a:lnTo>
                    <a:pt x="3782743" y="638462"/>
                  </a:lnTo>
                  <a:lnTo>
                    <a:pt x="3781672" y="639110"/>
                  </a:lnTo>
                  <a:lnTo>
                    <a:pt x="3780600" y="639758"/>
                  </a:lnTo>
                  <a:lnTo>
                    <a:pt x="3779528" y="640406"/>
                  </a:lnTo>
                  <a:lnTo>
                    <a:pt x="3778457" y="641054"/>
                  </a:lnTo>
                  <a:lnTo>
                    <a:pt x="3777385" y="641701"/>
                  </a:lnTo>
                  <a:lnTo>
                    <a:pt x="3776314" y="642349"/>
                  </a:lnTo>
                  <a:lnTo>
                    <a:pt x="3775242" y="642996"/>
                  </a:lnTo>
                  <a:lnTo>
                    <a:pt x="3774170" y="643643"/>
                  </a:lnTo>
                  <a:lnTo>
                    <a:pt x="3773099" y="644290"/>
                  </a:lnTo>
                  <a:lnTo>
                    <a:pt x="3772027" y="644937"/>
                  </a:lnTo>
                  <a:lnTo>
                    <a:pt x="3770956" y="645584"/>
                  </a:lnTo>
                  <a:lnTo>
                    <a:pt x="3769884" y="646230"/>
                  </a:lnTo>
                  <a:lnTo>
                    <a:pt x="3768812" y="646877"/>
                  </a:lnTo>
                  <a:lnTo>
                    <a:pt x="3767741" y="647523"/>
                  </a:lnTo>
                  <a:lnTo>
                    <a:pt x="3766669" y="648169"/>
                  </a:lnTo>
                  <a:lnTo>
                    <a:pt x="3765598" y="648815"/>
                  </a:lnTo>
                  <a:lnTo>
                    <a:pt x="3764526" y="649461"/>
                  </a:lnTo>
                  <a:lnTo>
                    <a:pt x="3763454" y="650107"/>
                  </a:lnTo>
                  <a:lnTo>
                    <a:pt x="3762383" y="650752"/>
                  </a:lnTo>
                  <a:lnTo>
                    <a:pt x="3761311" y="651398"/>
                  </a:lnTo>
                  <a:lnTo>
                    <a:pt x="3760240" y="652043"/>
                  </a:lnTo>
                  <a:lnTo>
                    <a:pt x="3759168" y="652688"/>
                  </a:lnTo>
                  <a:lnTo>
                    <a:pt x="3758096" y="653333"/>
                  </a:lnTo>
                  <a:lnTo>
                    <a:pt x="3757025" y="653978"/>
                  </a:lnTo>
                  <a:lnTo>
                    <a:pt x="3755953" y="654623"/>
                  </a:lnTo>
                  <a:lnTo>
                    <a:pt x="3754882" y="655268"/>
                  </a:lnTo>
                  <a:lnTo>
                    <a:pt x="3753810" y="655912"/>
                  </a:lnTo>
                  <a:lnTo>
                    <a:pt x="3752738" y="656556"/>
                  </a:lnTo>
                  <a:lnTo>
                    <a:pt x="3751667" y="657201"/>
                  </a:lnTo>
                  <a:lnTo>
                    <a:pt x="3750595" y="657845"/>
                  </a:lnTo>
                  <a:lnTo>
                    <a:pt x="3749524" y="658488"/>
                  </a:lnTo>
                  <a:lnTo>
                    <a:pt x="3748452" y="659132"/>
                  </a:lnTo>
                  <a:lnTo>
                    <a:pt x="3747380" y="659776"/>
                  </a:lnTo>
                  <a:lnTo>
                    <a:pt x="3746309" y="660419"/>
                  </a:lnTo>
                  <a:lnTo>
                    <a:pt x="3745237" y="661063"/>
                  </a:lnTo>
                  <a:lnTo>
                    <a:pt x="3744166" y="661706"/>
                  </a:lnTo>
                  <a:lnTo>
                    <a:pt x="3743094" y="662349"/>
                  </a:lnTo>
                  <a:lnTo>
                    <a:pt x="3742022" y="662992"/>
                  </a:lnTo>
                  <a:lnTo>
                    <a:pt x="3740951" y="663634"/>
                  </a:lnTo>
                  <a:lnTo>
                    <a:pt x="3739879" y="664277"/>
                  </a:lnTo>
                  <a:lnTo>
                    <a:pt x="3738808" y="664920"/>
                  </a:lnTo>
                  <a:lnTo>
                    <a:pt x="3737736" y="665562"/>
                  </a:lnTo>
                  <a:lnTo>
                    <a:pt x="3736664" y="666204"/>
                  </a:lnTo>
                  <a:lnTo>
                    <a:pt x="3735593" y="666846"/>
                  </a:lnTo>
                  <a:lnTo>
                    <a:pt x="3734521" y="667488"/>
                  </a:lnTo>
                  <a:lnTo>
                    <a:pt x="3733450" y="668130"/>
                  </a:lnTo>
                  <a:lnTo>
                    <a:pt x="3732378" y="668772"/>
                  </a:lnTo>
                  <a:lnTo>
                    <a:pt x="3731306" y="669413"/>
                  </a:lnTo>
                  <a:lnTo>
                    <a:pt x="3730235" y="670054"/>
                  </a:lnTo>
                  <a:lnTo>
                    <a:pt x="3729163" y="670696"/>
                  </a:lnTo>
                  <a:lnTo>
                    <a:pt x="3728092" y="671337"/>
                  </a:lnTo>
                  <a:lnTo>
                    <a:pt x="3727020" y="671978"/>
                  </a:lnTo>
                  <a:lnTo>
                    <a:pt x="3725949" y="672619"/>
                  </a:lnTo>
                  <a:lnTo>
                    <a:pt x="3724877" y="673259"/>
                  </a:lnTo>
                  <a:lnTo>
                    <a:pt x="3723805" y="673900"/>
                  </a:lnTo>
                  <a:lnTo>
                    <a:pt x="3722734" y="674540"/>
                  </a:lnTo>
                  <a:lnTo>
                    <a:pt x="3721662" y="675180"/>
                  </a:lnTo>
                  <a:lnTo>
                    <a:pt x="3720591" y="675821"/>
                  </a:lnTo>
                  <a:lnTo>
                    <a:pt x="3719519" y="676461"/>
                  </a:lnTo>
                  <a:lnTo>
                    <a:pt x="3718447" y="677100"/>
                  </a:lnTo>
                  <a:lnTo>
                    <a:pt x="3717376" y="677740"/>
                  </a:lnTo>
                  <a:lnTo>
                    <a:pt x="3716304" y="678380"/>
                  </a:lnTo>
                  <a:lnTo>
                    <a:pt x="3715233" y="679019"/>
                  </a:lnTo>
                  <a:lnTo>
                    <a:pt x="3714161" y="679659"/>
                  </a:lnTo>
                  <a:lnTo>
                    <a:pt x="3713089" y="680298"/>
                  </a:lnTo>
                  <a:lnTo>
                    <a:pt x="3712018" y="680937"/>
                  </a:lnTo>
                  <a:lnTo>
                    <a:pt x="3710946" y="681576"/>
                  </a:lnTo>
                  <a:lnTo>
                    <a:pt x="3709875" y="682214"/>
                  </a:lnTo>
                  <a:lnTo>
                    <a:pt x="3708803" y="682853"/>
                  </a:lnTo>
                  <a:lnTo>
                    <a:pt x="3707731" y="683492"/>
                  </a:lnTo>
                  <a:lnTo>
                    <a:pt x="3706660" y="684130"/>
                  </a:lnTo>
                  <a:lnTo>
                    <a:pt x="3705588" y="684768"/>
                  </a:lnTo>
                  <a:lnTo>
                    <a:pt x="3704517" y="685406"/>
                  </a:lnTo>
                  <a:lnTo>
                    <a:pt x="3703445" y="686044"/>
                  </a:lnTo>
                  <a:lnTo>
                    <a:pt x="3702373" y="686682"/>
                  </a:lnTo>
                  <a:lnTo>
                    <a:pt x="3701302" y="687320"/>
                  </a:lnTo>
                  <a:lnTo>
                    <a:pt x="3700230" y="687957"/>
                  </a:lnTo>
                  <a:lnTo>
                    <a:pt x="3699159" y="688595"/>
                  </a:lnTo>
                  <a:lnTo>
                    <a:pt x="3698087" y="689232"/>
                  </a:lnTo>
                  <a:lnTo>
                    <a:pt x="3697015" y="689869"/>
                  </a:lnTo>
                  <a:lnTo>
                    <a:pt x="3695944" y="690506"/>
                  </a:lnTo>
                  <a:lnTo>
                    <a:pt x="3694872" y="691143"/>
                  </a:lnTo>
                  <a:lnTo>
                    <a:pt x="3693801" y="691780"/>
                  </a:lnTo>
                  <a:lnTo>
                    <a:pt x="3692729" y="692416"/>
                  </a:lnTo>
                  <a:lnTo>
                    <a:pt x="3691657" y="693053"/>
                  </a:lnTo>
                  <a:lnTo>
                    <a:pt x="3690586" y="693689"/>
                  </a:lnTo>
                  <a:lnTo>
                    <a:pt x="3689514" y="694325"/>
                  </a:lnTo>
                  <a:lnTo>
                    <a:pt x="3688443" y="694961"/>
                  </a:lnTo>
                  <a:lnTo>
                    <a:pt x="3687371" y="695597"/>
                  </a:lnTo>
                  <a:lnTo>
                    <a:pt x="3686299" y="696233"/>
                  </a:lnTo>
                  <a:lnTo>
                    <a:pt x="3685228" y="696869"/>
                  </a:lnTo>
                  <a:lnTo>
                    <a:pt x="3684156" y="697504"/>
                  </a:lnTo>
                  <a:lnTo>
                    <a:pt x="3683085" y="698140"/>
                  </a:lnTo>
                  <a:lnTo>
                    <a:pt x="3682013" y="698775"/>
                  </a:lnTo>
                  <a:lnTo>
                    <a:pt x="3680941" y="699410"/>
                  </a:lnTo>
                  <a:lnTo>
                    <a:pt x="3679870" y="700045"/>
                  </a:lnTo>
                  <a:lnTo>
                    <a:pt x="3678798" y="700680"/>
                  </a:lnTo>
                  <a:lnTo>
                    <a:pt x="3677727" y="701315"/>
                  </a:lnTo>
                  <a:lnTo>
                    <a:pt x="3676655" y="701950"/>
                  </a:lnTo>
                  <a:lnTo>
                    <a:pt x="3675583" y="702584"/>
                  </a:lnTo>
                  <a:lnTo>
                    <a:pt x="3674512" y="703218"/>
                  </a:lnTo>
                  <a:lnTo>
                    <a:pt x="3673440" y="703853"/>
                  </a:lnTo>
                  <a:lnTo>
                    <a:pt x="3672369" y="704487"/>
                  </a:lnTo>
                  <a:lnTo>
                    <a:pt x="3671297" y="705121"/>
                  </a:lnTo>
                  <a:lnTo>
                    <a:pt x="3670225" y="705755"/>
                  </a:lnTo>
                  <a:lnTo>
                    <a:pt x="3669154" y="706388"/>
                  </a:lnTo>
                  <a:lnTo>
                    <a:pt x="3668082" y="707022"/>
                  </a:lnTo>
                  <a:lnTo>
                    <a:pt x="3667011" y="707655"/>
                  </a:lnTo>
                  <a:lnTo>
                    <a:pt x="3665939" y="708289"/>
                  </a:lnTo>
                  <a:lnTo>
                    <a:pt x="3664867" y="708922"/>
                  </a:lnTo>
                  <a:lnTo>
                    <a:pt x="3663796" y="709555"/>
                  </a:lnTo>
                  <a:lnTo>
                    <a:pt x="3662724" y="710188"/>
                  </a:lnTo>
                  <a:lnTo>
                    <a:pt x="3661653" y="710821"/>
                  </a:lnTo>
                  <a:lnTo>
                    <a:pt x="3660581" y="711453"/>
                  </a:lnTo>
                  <a:lnTo>
                    <a:pt x="3659509" y="712086"/>
                  </a:lnTo>
                  <a:lnTo>
                    <a:pt x="3658438" y="712718"/>
                  </a:lnTo>
                  <a:lnTo>
                    <a:pt x="3657366" y="713351"/>
                  </a:lnTo>
                  <a:lnTo>
                    <a:pt x="3656295" y="713983"/>
                  </a:lnTo>
                  <a:lnTo>
                    <a:pt x="3655223" y="714615"/>
                  </a:lnTo>
                  <a:lnTo>
                    <a:pt x="3654151" y="715247"/>
                  </a:lnTo>
                  <a:lnTo>
                    <a:pt x="3653080" y="715878"/>
                  </a:lnTo>
                  <a:lnTo>
                    <a:pt x="3652008" y="716510"/>
                  </a:lnTo>
                  <a:lnTo>
                    <a:pt x="3650937" y="717142"/>
                  </a:lnTo>
                  <a:lnTo>
                    <a:pt x="3649865" y="717773"/>
                  </a:lnTo>
                  <a:lnTo>
                    <a:pt x="3648793" y="718404"/>
                  </a:lnTo>
                  <a:lnTo>
                    <a:pt x="3647722" y="719035"/>
                  </a:lnTo>
                  <a:lnTo>
                    <a:pt x="3646650" y="719666"/>
                  </a:lnTo>
                  <a:lnTo>
                    <a:pt x="3645579" y="720297"/>
                  </a:lnTo>
                  <a:lnTo>
                    <a:pt x="3644507" y="720928"/>
                  </a:lnTo>
                  <a:lnTo>
                    <a:pt x="3643435" y="721559"/>
                  </a:lnTo>
                  <a:lnTo>
                    <a:pt x="3642364" y="722189"/>
                  </a:lnTo>
                  <a:lnTo>
                    <a:pt x="3641292" y="722820"/>
                  </a:lnTo>
                  <a:lnTo>
                    <a:pt x="3640221" y="723450"/>
                  </a:lnTo>
                  <a:lnTo>
                    <a:pt x="3639149" y="724080"/>
                  </a:lnTo>
                  <a:lnTo>
                    <a:pt x="3638077" y="724710"/>
                  </a:lnTo>
                  <a:lnTo>
                    <a:pt x="3637006" y="725340"/>
                  </a:lnTo>
                  <a:lnTo>
                    <a:pt x="3635934" y="725970"/>
                  </a:lnTo>
                  <a:lnTo>
                    <a:pt x="3634863" y="726599"/>
                  </a:lnTo>
                  <a:lnTo>
                    <a:pt x="3633791" y="727229"/>
                  </a:lnTo>
                  <a:lnTo>
                    <a:pt x="3632719" y="727858"/>
                  </a:lnTo>
                  <a:lnTo>
                    <a:pt x="3631648" y="728487"/>
                  </a:lnTo>
                  <a:lnTo>
                    <a:pt x="3630576" y="729116"/>
                  </a:lnTo>
                  <a:lnTo>
                    <a:pt x="3629505" y="729745"/>
                  </a:lnTo>
                  <a:lnTo>
                    <a:pt x="3628433" y="730374"/>
                  </a:lnTo>
                  <a:lnTo>
                    <a:pt x="3627361" y="731003"/>
                  </a:lnTo>
                  <a:lnTo>
                    <a:pt x="3626290" y="731632"/>
                  </a:lnTo>
                  <a:lnTo>
                    <a:pt x="3625218" y="732260"/>
                  </a:lnTo>
                  <a:lnTo>
                    <a:pt x="3624147" y="732889"/>
                  </a:lnTo>
                  <a:lnTo>
                    <a:pt x="3623075" y="733517"/>
                  </a:lnTo>
                  <a:lnTo>
                    <a:pt x="3622003" y="734145"/>
                  </a:lnTo>
                  <a:lnTo>
                    <a:pt x="3620932" y="734773"/>
                  </a:lnTo>
                  <a:lnTo>
                    <a:pt x="3619860" y="735401"/>
                  </a:lnTo>
                  <a:lnTo>
                    <a:pt x="3618789" y="736029"/>
                  </a:lnTo>
                  <a:lnTo>
                    <a:pt x="3617717" y="736656"/>
                  </a:lnTo>
                  <a:lnTo>
                    <a:pt x="3616645" y="737284"/>
                  </a:lnTo>
                  <a:lnTo>
                    <a:pt x="3615574" y="737911"/>
                  </a:lnTo>
                  <a:lnTo>
                    <a:pt x="3614502" y="738538"/>
                  </a:lnTo>
                  <a:lnTo>
                    <a:pt x="3613431" y="739166"/>
                  </a:lnTo>
                  <a:lnTo>
                    <a:pt x="3612359" y="739793"/>
                  </a:lnTo>
                  <a:lnTo>
                    <a:pt x="3611287" y="740419"/>
                  </a:lnTo>
                  <a:lnTo>
                    <a:pt x="3610216" y="741046"/>
                  </a:lnTo>
                  <a:lnTo>
                    <a:pt x="3609144" y="741673"/>
                  </a:lnTo>
                  <a:lnTo>
                    <a:pt x="3608073" y="742299"/>
                  </a:lnTo>
                  <a:lnTo>
                    <a:pt x="3607001" y="742926"/>
                  </a:lnTo>
                  <a:lnTo>
                    <a:pt x="3605929" y="743552"/>
                  </a:lnTo>
                  <a:lnTo>
                    <a:pt x="3604858" y="744178"/>
                  </a:lnTo>
                  <a:lnTo>
                    <a:pt x="3603786" y="744804"/>
                  </a:lnTo>
                  <a:lnTo>
                    <a:pt x="3602715" y="745430"/>
                  </a:lnTo>
                  <a:lnTo>
                    <a:pt x="3601643" y="746056"/>
                  </a:lnTo>
                  <a:lnTo>
                    <a:pt x="3600571" y="746682"/>
                  </a:lnTo>
                  <a:lnTo>
                    <a:pt x="3599500" y="747307"/>
                  </a:lnTo>
                  <a:lnTo>
                    <a:pt x="3598428" y="747933"/>
                  </a:lnTo>
                  <a:lnTo>
                    <a:pt x="3597357" y="748558"/>
                  </a:lnTo>
                  <a:lnTo>
                    <a:pt x="3596285" y="749183"/>
                  </a:lnTo>
                  <a:lnTo>
                    <a:pt x="3595213" y="749808"/>
                  </a:lnTo>
                  <a:lnTo>
                    <a:pt x="3594142" y="750433"/>
                  </a:lnTo>
                  <a:lnTo>
                    <a:pt x="3593070" y="751058"/>
                  </a:lnTo>
                  <a:lnTo>
                    <a:pt x="3591999" y="751683"/>
                  </a:lnTo>
                  <a:lnTo>
                    <a:pt x="3590927" y="752308"/>
                  </a:lnTo>
                  <a:lnTo>
                    <a:pt x="3589855" y="752932"/>
                  </a:lnTo>
                  <a:lnTo>
                    <a:pt x="3588784" y="753556"/>
                  </a:lnTo>
                  <a:lnTo>
                    <a:pt x="3587712" y="754181"/>
                  </a:lnTo>
                  <a:lnTo>
                    <a:pt x="3586641" y="754805"/>
                  </a:lnTo>
                  <a:lnTo>
                    <a:pt x="3585569" y="755429"/>
                  </a:lnTo>
                  <a:lnTo>
                    <a:pt x="3584497" y="756053"/>
                  </a:lnTo>
                  <a:lnTo>
                    <a:pt x="3583426" y="756676"/>
                  </a:lnTo>
                  <a:lnTo>
                    <a:pt x="3582354" y="757300"/>
                  </a:lnTo>
                  <a:lnTo>
                    <a:pt x="3581283" y="757924"/>
                  </a:lnTo>
                  <a:lnTo>
                    <a:pt x="3580211" y="758547"/>
                  </a:lnTo>
                  <a:lnTo>
                    <a:pt x="3579139" y="759170"/>
                  </a:lnTo>
                  <a:lnTo>
                    <a:pt x="3578068" y="759794"/>
                  </a:lnTo>
                  <a:lnTo>
                    <a:pt x="3576996" y="760417"/>
                  </a:lnTo>
                  <a:lnTo>
                    <a:pt x="3575925" y="761040"/>
                  </a:lnTo>
                  <a:lnTo>
                    <a:pt x="3574853" y="761662"/>
                  </a:lnTo>
                  <a:lnTo>
                    <a:pt x="3573781" y="762285"/>
                  </a:lnTo>
                  <a:lnTo>
                    <a:pt x="3572710" y="762908"/>
                  </a:lnTo>
                  <a:lnTo>
                    <a:pt x="3571638" y="763530"/>
                  </a:lnTo>
                  <a:lnTo>
                    <a:pt x="3570567" y="764153"/>
                  </a:lnTo>
                  <a:lnTo>
                    <a:pt x="3569495" y="764775"/>
                  </a:lnTo>
                  <a:lnTo>
                    <a:pt x="3568423" y="765397"/>
                  </a:lnTo>
                  <a:lnTo>
                    <a:pt x="3567352" y="766019"/>
                  </a:lnTo>
                  <a:lnTo>
                    <a:pt x="3566280" y="766641"/>
                  </a:lnTo>
                  <a:lnTo>
                    <a:pt x="3565209" y="767263"/>
                  </a:lnTo>
                  <a:lnTo>
                    <a:pt x="3564137" y="767884"/>
                  </a:lnTo>
                  <a:lnTo>
                    <a:pt x="3563065" y="768506"/>
                  </a:lnTo>
                  <a:lnTo>
                    <a:pt x="3561994" y="769127"/>
                  </a:lnTo>
                  <a:lnTo>
                    <a:pt x="3560922" y="769749"/>
                  </a:lnTo>
                  <a:lnTo>
                    <a:pt x="3559851" y="770370"/>
                  </a:lnTo>
                  <a:lnTo>
                    <a:pt x="3558779" y="770991"/>
                  </a:lnTo>
                  <a:lnTo>
                    <a:pt x="3557707" y="771612"/>
                  </a:lnTo>
                  <a:lnTo>
                    <a:pt x="3556636" y="772233"/>
                  </a:lnTo>
                  <a:lnTo>
                    <a:pt x="3555564" y="772854"/>
                  </a:lnTo>
                  <a:lnTo>
                    <a:pt x="3554493" y="773474"/>
                  </a:lnTo>
                  <a:lnTo>
                    <a:pt x="3553421" y="774095"/>
                  </a:lnTo>
                  <a:lnTo>
                    <a:pt x="3552349" y="774715"/>
                  </a:lnTo>
                  <a:lnTo>
                    <a:pt x="3551278" y="775336"/>
                  </a:lnTo>
                  <a:lnTo>
                    <a:pt x="3550206" y="775956"/>
                  </a:lnTo>
                  <a:lnTo>
                    <a:pt x="3549135" y="776576"/>
                  </a:lnTo>
                  <a:lnTo>
                    <a:pt x="3548063" y="777196"/>
                  </a:lnTo>
                  <a:lnTo>
                    <a:pt x="3546992" y="777816"/>
                  </a:lnTo>
                  <a:lnTo>
                    <a:pt x="3545920" y="778436"/>
                  </a:lnTo>
                  <a:lnTo>
                    <a:pt x="3544848" y="779055"/>
                  </a:lnTo>
                  <a:lnTo>
                    <a:pt x="3543777" y="779675"/>
                  </a:lnTo>
                  <a:lnTo>
                    <a:pt x="3542705" y="780294"/>
                  </a:lnTo>
                  <a:lnTo>
                    <a:pt x="3541634" y="780913"/>
                  </a:lnTo>
                  <a:lnTo>
                    <a:pt x="3540562" y="781533"/>
                  </a:lnTo>
                  <a:lnTo>
                    <a:pt x="3539490" y="782152"/>
                  </a:lnTo>
                  <a:lnTo>
                    <a:pt x="3538419" y="782771"/>
                  </a:lnTo>
                  <a:lnTo>
                    <a:pt x="3537347" y="783389"/>
                  </a:lnTo>
                  <a:lnTo>
                    <a:pt x="3536276" y="784008"/>
                  </a:lnTo>
                  <a:lnTo>
                    <a:pt x="3535204" y="784627"/>
                  </a:lnTo>
                  <a:lnTo>
                    <a:pt x="3534132" y="785245"/>
                  </a:lnTo>
                  <a:lnTo>
                    <a:pt x="3533061" y="785864"/>
                  </a:lnTo>
                  <a:lnTo>
                    <a:pt x="3531989" y="786482"/>
                  </a:lnTo>
                  <a:lnTo>
                    <a:pt x="3530918" y="787100"/>
                  </a:lnTo>
                  <a:lnTo>
                    <a:pt x="3529846" y="787718"/>
                  </a:lnTo>
                  <a:lnTo>
                    <a:pt x="3528774" y="788336"/>
                  </a:lnTo>
                  <a:lnTo>
                    <a:pt x="3527703" y="788954"/>
                  </a:lnTo>
                  <a:lnTo>
                    <a:pt x="3526631" y="789572"/>
                  </a:lnTo>
                  <a:lnTo>
                    <a:pt x="3525560" y="790189"/>
                  </a:lnTo>
                  <a:lnTo>
                    <a:pt x="3524488" y="790807"/>
                  </a:lnTo>
                  <a:lnTo>
                    <a:pt x="3523416" y="791424"/>
                  </a:lnTo>
                  <a:lnTo>
                    <a:pt x="3522345" y="792042"/>
                  </a:lnTo>
                  <a:lnTo>
                    <a:pt x="3521273" y="792659"/>
                  </a:lnTo>
                  <a:lnTo>
                    <a:pt x="3520202" y="793276"/>
                  </a:lnTo>
                  <a:lnTo>
                    <a:pt x="3519130" y="793893"/>
                  </a:lnTo>
                  <a:lnTo>
                    <a:pt x="3518058" y="794510"/>
                  </a:lnTo>
                  <a:lnTo>
                    <a:pt x="3516987" y="795127"/>
                  </a:lnTo>
                  <a:lnTo>
                    <a:pt x="3515915" y="795743"/>
                  </a:lnTo>
                  <a:lnTo>
                    <a:pt x="3514844" y="796360"/>
                  </a:lnTo>
                  <a:lnTo>
                    <a:pt x="3513772" y="796976"/>
                  </a:lnTo>
                  <a:lnTo>
                    <a:pt x="3512700" y="797593"/>
                  </a:lnTo>
                  <a:lnTo>
                    <a:pt x="3511629" y="798209"/>
                  </a:lnTo>
                  <a:lnTo>
                    <a:pt x="3510557" y="798825"/>
                  </a:lnTo>
                  <a:lnTo>
                    <a:pt x="3509486" y="799441"/>
                  </a:lnTo>
                  <a:lnTo>
                    <a:pt x="3508414" y="800057"/>
                  </a:lnTo>
                  <a:lnTo>
                    <a:pt x="3507342" y="800673"/>
                  </a:lnTo>
                  <a:lnTo>
                    <a:pt x="3506271" y="801288"/>
                  </a:lnTo>
                  <a:lnTo>
                    <a:pt x="3505199" y="801904"/>
                  </a:lnTo>
                  <a:lnTo>
                    <a:pt x="3504128" y="802520"/>
                  </a:lnTo>
                  <a:lnTo>
                    <a:pt x="3503056" y="803135"/>
                  </a:lnTo>
                  <a:lnTo>
                    <a:pt x="3501984" y="803750"/>
                  </a:lnTo>
                  <a:lnTo>
                    <a:pt x="3500913" y="804365"/>
                  </a:lnTo>
                  <a:lnTo>
                    <a:pt x="3499841" y="804980"/>
                  </a:lnTo>
                  <a:lnTo>
                    <a:pt x="3498770" y="805595"/>
                  </a:lnTo>
                  <a:lnTo>
                    <a:pt x="3497698" y="806210"/>
                  </a:lnTo>
                  <a:lnTo>
                    <a:pt x="3496626" y="806825"/>
                  </a:lnTo>
                  <a:lnTo>
                    <a:pt x="3495555" y="807440"/>
                  </a:lnTo>
                  <a:lnTo>
                    <a:pt x="3494483" y="808054"/>
                  </a:lnTo>
                  <a:lnTo>
                    <a:pt x="3493412" y="808669"/>
                  </a:lnTo>
                  <a:lnTo>
                    <a:pt x="3492340" y="809283"/>
                  </a:lnTo>
                  <a:lnTo>
                    <a:pt x="3491268" y="809897"/>
                  </a:lnTo>
                  <a:lnTo>
                    <a:pt x="3490197" y="810511"/>
                  </a:lnTo>
                  <a:lnTo>
                    <a:pt x="3489125" y="811125"/>
                  </a:lnTo>
                  <a:lnTo>
                    <a:pt x="3488054" y="811739"/>
                  </a:lnTo>
                  <a:lnTo>
                    <a:pt x="3486982" y="812353"/>
                  </a:lnTo>
                  <a:lnTo>
                    <a:pt x="3485910" y="812967"/>
                  </a:lnTo>
                  <a:lnTo>
                    <a:pt x="3484839" y="813580"/>
                  </a:lnTo>
                  <a:lnTo>
                    <a:pt x="3483767" y="814194"/>
                  </a:lnTo>
                  <a:lnTo>
                    <a:pt x="3482696" y="814807"/>
                  </a:lnTo>
                  <a:lnTo>
                    <a:pt x="3481624" y="815421"/>
                  </a:lnTo>
                  <a:lnTo>
                    <a:pt x="3480552" y="816034"/>
                  </a:lnTo>
                  <a:lnTo>
                    <a:pt x="3479481" y="816647"/>
                  </a:lnTo>
                  <a:lnTo>
                    <a:pt x="3478409" y="817260"/>
                  </a:lnTo>
                  <a:lnTo>
                    <a:pt x="3477338" y="817873"/>
                  </a:lnTo>
                  <a:lnTo>
                    <a:pt x="3476266" y="818485"/>
                  </a:lnTo>
                  <a:lnTo>
                    <a:pt x="3475194" y="819098"/>
                  </a:lnTo>
                  <a:lnTo>
                    <a:pt x="3474123" y="819711"/>
                  </a:lnTo>
                  <a:lnTo>
                    <a:pt x="3473051" y="820323"/>
                  </a:lnTo>
                  <a:lnTo>
                    <a:pt x="3471980" y="820936"/>
                  </a:lnTo>
                  <a:lnTo>
                    <a:pt x="3470908" y="821548"/>
                  </a:lnTo>
                  <a:lnTo>
                    <a:pt x="3469836" y="822160"/>
                  </a:lnTo>
                  <a:lnTo>
                    <a:pt x="3468765" y="822772"/>
                  </a:lnTo>
                  <a:lnTo>
                    <a:pt x="3467693" y="823384"/>
                  </a:lnTo>
                  <a:lnTo>
                    <a:pt x="3466622" y="823996"/>
                  </a:lnTo>
                  <a:lnTo>
                    <a:pt x="3465550" y="824608"/>
                  </a:lnTo>
                  <a:lnTo>
                    <a:pt x="3464478" y="825219"/>
                  </a:lnTo>
                  <a:lnTo>
                    <a:pt x="3463407" y="825831"/>
                  </a:lnTo>
                  <a:lnTo>
                    <a:pt x="3462335" y="826442"/>
                  </a:lnTo>
                  <a:lnTo>
                    <a:pt x="3461264" y="827054"/>
                  </a:lnTo>
                  <a:lnTo>
                    <a:pt x="3460192" y="827665"/>
                  </a:lnTo>
                  <a:lnTo>
                    <a:pt x="3459120" y="828276"/>
                  </a:lnTo>
                  <a:lnTo>
                    <a:pt x="3458049" y="828887"/>
                  </a:lnTo>
                  <a:lnTo>
                    <a:pt x="3456977" y="829498"/>
                  </a:lnTo>
                  <a:lnTo>
                    <a:pt x="3455906" y="830109"/>
                  </a:lnTo>
                  <a:lnTo>
                    <a:pt x="3454834" y="830720"/>
                  </a:lnTo>
                  <a:lnTo>
                    <a:pt x="3453762" y="831331"/>
                  </a:lnTo>
                  <a:lnTo>
                    <a:pt x="3452691" y="831941"/>
                  </a:lnTo>
                  <a:lnTo>
                    <a:pt x="3451619" y="832552"/>
                  </a:lnTo>
                  <a:lnTo>
                    <a:pt x="3450548" y="833162"/>
                  </a:lnTo>
                  <a:lnTo>
                    <a:pt x="3449476" y="833773"/>
                  </a:lnTo>
                  <a:lnTo>
                    <a:pt x="3448404" y="834383"/>
                  </a:lnTo>
                  <a:lnTo>
                    <a:pt x="3447333" y="834993"/>
                  </a:lnTo>
                  <a:lnTo>
                    <a:pt x="3446261" y="835603"/>
                  </a:lnTo>
                  <a:lnTo>
                    <a:pt x="3445190" y="836213"/>
                  </a:lnTo>
                  <a:lnTo>
                    <a:pt x="3444118" y="836823"/>
                  </a:lnTo>
                  <a:lnTo>
                    <a:pt x="3443046" y="837432"/>
                  </a:lnTo>
                  <a:lnTo>
                    <a:pt x="3441975" y="838042"/>
                  </a:lnTo>
                  <a:lnTo>
                    <a:pt x="3440903" y="838651"/>
                  </a:lnTo>
                  <a:lnTo>
                    <a:pt x="3439832" y="839261"/>
                  </a:lnTo>
                  <a:lnTo>
                    <a:pt x="3438760" y="839870"/>
                  </a:lnTo>
                  <a:lnTo>
                    <a:pt x="3437688" y="840479"/>
                  </a:lnTo>
                  <a:lnTo>
                    <a:pt x="3436617" y="841089"/>
                  </a:lnTo>
                  <a:lnTo>
                    <a:pt x="3435545" y="841698"/>
                  </a:lnTo>
                  <a:lnTo>
                    <a:pt x="3434474" y="842307"/>
                  </a:lnTo>
                  <a:lnTo>
                    <a:pt x="3433402" y="842915"/>
                  </a:lnTo>
                  <a:lnTo>
                    <a:pt x="3432330" y="843524"/>
                  </a:lnTo>
                  <a:lnTo>
                    <a:pt x="3431259" y="844133"/>
                  </a:lnTo>
                  <a:lnTo>
                    <a:pt x="3430187" y="844741"/>
                  </a:lnTo>
                  <a:lnTo>
                    <a:pt x="3429116" y="845350"/>
                  </a:lnTo>
                  <a:lnTo>
                    <a:pt x="3428044" y="845958"/>
                  </a:lnTo>
                  <a:lnTo>
                    <a:pt x="3426972" y="846567"/>
                  </a:lnTo>
                  <a:lnTo>
                    <a:pt x="3425901" y="847175"/>
                  </a:lnTo>
                  <a:lnTo>
                    <a:pt x="3424829" y="847783"/>
                  </a:lnTo>
                  <a:lnTo>
                    <a:pt x="3423758" y="848391"/>
                  </a:lnTo>
                  <a:lnTo>
                    <a:pt x="3422686" y="848999"/>
                  </a:lnTo>
                  <a:lnTo>
                    <a:pt x="3421614" y="849607"/>
                  </a:lnTo>
                  <a:lnTo>
                    <a:pt x="3420543" y="850214"/>
                  </a:lnTo>
                  <a:lnTo>
                    <a:pt x="3419471" y="850822"/>
                  </a:lnTo>
                  <a:lnTo>
                    <a:pt x="3418400" y="851430"/>
                  </a:lnTo>
                  <a:lnTo>
                    <a:pt x="3417328" y="852037"/>
                  </a:lnTo>
                  <a:lnTo>
                    <a:pt x="3416256" y="852644"/>
                  </a:lnTo>
                  <a:lnTo>
                    <a:pt x="3415185" y="853252"/>
                  </a:lnTo>
                  <a:lnTo>
                    <a:pt x="3414113" y="853859"/>
                  </a:lnTo>
                  <a:lnTo>
                    <a:pt x="3413042" y="854466"/>
                  </a:lnTo>
                  <a:lnTo>
                    <a:pt x="3411970" y="855073"/>
                  </a:lnTo>
                  <a:lnTo>
                    <a:pt x="3410898" y="855680"/>
                  </a:lnTo>
                  <a:lnTo>
                    <a:pt x="3409827" y="856287"/>
                  </a:lnTo>
                  <a:lnTo>
                    <a:pt x="3408755" y="856893"/>
                  </a:lnTo>
                  <a:lnTo>
                    <a:pt x="3407684" y="857500"/>
                  </a:lnTo>
                  <a:lnTo>
                    <a:pt x="3406612" y="858106"/>
                  </a:lnTo>
                  <a:lnTo>
                    <a:pt x="3405540" y="858713"/>
                  </a:lnTo>
                  <a:lnTo>
                    <a:pt x="3404469" y="859319"/>
                  </a:lnTo>
                  <a:lnTo>
                    <a:pt x="3403397" y="859926"/>
                  </a:lnTo>
                  <a:lnTo>
                    <a:pt x="3402326" y="860532"/>
                  </a:lnTo>
                  <a:lnTo>
                    <a:pt x="3401254" y="861138"/>
                  </a:lnTo>
                  <a:lnTo>
                    <a:pt x="3400182" y="861744"/>
                  </a:lnTo>
                  <a:lnTo>
                    <a:pt x="3399111" y="862350"/>
                  </a:lnTo>
                  <a:lnTo>
                    <a:pt x="3398039" y="862956"/>
                  </a:lnTo>
                  <a:lnTo>
                    <a:pt x="3396968" y="863561"/>
                  </a:lnTo>
                  <a:lnTo>
                    <a:pt x="3395896" y="864167"/>
                  </a:lnTo>
                  <a:lnTo>
                    <a:pt x="3394824" y="864772"/>
                  </a:lnTo>
                  <a:lnTo>
                    <a:pt x="3393753" y="865378"/>
                  </a:lnTo>
                  <a:lnTo>
                    <a:pt x="3392681" y="865983"/>
                  </a:lnTo>
                  <a:lnTo>
                    <a:pt x="3391610" y="866589"/>
                  </a:lnTo>
                  <a:lnTo>
                    <a:pt x="3390538" y="867194"/>
                  </a:lnTo>
                  <a:lnTo>
                    <a:pt x="3389466" y="867799"/>
                  </a:lnTo>
                  <a:lnTo>
                    <a:pt x="3388395" y="868404"/>
                  </a:lnTo>
                  <a:lnTo>
                    <a:pt x="3387323" y="869009"/>
                  </a:lnTo>
                  <a:lnTo>
                    <a:pt x="3386252" y="869614"/>
                  </a:lnTo>
                  <a:lnTo>
                    <a:pt x="3385180" y="870218"/>
                  </a:lnTo>
                  <a:lnTo>
                    <a:pt x="3384108" y="870823"/>
                  </a:lnTo>
                  <a:lnTo>
                    <a:pt x="3383037" y="871428"/>
                  </a:lnTo>
                  <a:lnTo>
                    <a:pt x="3381965" y="872032"/>
                  </a:lnTo>
                  <a:lnTo>
                    <a:pt x="3380894" y="872637"/>
                  </a:lnTo>
                  <a:lnTo>
                    <a:pt x="3379822" y="873241"/>
                  </a:lnTo>
                  <a:lnTo>
                    <a:pt x="3378750" y="873845"/>
                  </a:lnTo>
                  <a:lnTo>
                    <a:pt x="3377679" y="874449"/>
                  </a:lnTo>
                  <a:lnTo>
                    <a:pt x="3376607" y="875053"/>
                  </a:lnTo>
                  <a:lnTo>
                    <a:pt x="3375536" y="875657"/>
                  </a:lnTo>
                  <a:lnTo>
                    <a:pt x="3374464" y="876261"/>
                  </a:lnTo>
                  <a:lnTo>
                    <a:pt x="3373392" y="876865"/>
                  </a:lnTo>
                  <a:lnTo>
                    <a:pt x="3372321" y="877469"/>
                  </a:lnTo>
                  <a:lnTo>
                    <a:pt x="3371249" y="878073"/>
                  </a:lnTo>
                  <a:lnTo>
                    <a:pt x="3370178" y="878676"/>
                  </a:lnTo>
                  <a:lnTo>
                    <a:pt x="3369106" y="879280"/>
                  </a:lnTo>
                  <a:lnTo>
                    <a:pt x="3368035" y="879883"/>
                  </a:lnTo>
                  <a:lnTo>
                    <a:pt x="3366963" y="880486"/>
                  </a:lnTo>
                  <a:lnTo>
                    <a:pt x="3365891" y="881090"/>
                  </a:lnTo>
                  <a:lnTo>
                    <a:pt x="3364820" y="881693"/>
                  </a:lnTo>
                  <a:lnTo>
                    <a:pt x="3363748" y="882296"/>
                  </a:lnTo>
                  <a:lnTo>
                    <a:pt x="3362677" y="882899"/>
                  </a:lnTo>
                  <a:lnTo>
                    <a:pt x="3361605" y="883502"/>
                  </a:lnTo>
                  <a:lnTo>
                    <a:pt x="3360533" y="884104"/>
                  </a:lnTo>
                  <a:lnTo>
                    <a:pt x="3359462" y="884707"/>
                  </a:lnTo>
                  <a:lnTo>
                    <a:pt x="3358390" y="885310"/>
                  </a:lnTo>
                  <a:lnTo>
                    <a:pt x="3357319" y="885912"/>
                  </a:lnTo>
                  <a:lnTo>
                    <a:pt x="3356247" y="886515"/>
                  </a:lnTo>
                  <a:lnTo>
                    <a:pt x="3355175" y="887117"/>
                  </a:lnTo>
                  <a:lnTo>
                    <a:pt x="3354104" y="887720"/>
                  </a:lnTo>
                  <a:lnTo>
                    <a:pt x="3353032" y="888322"/>
                  </a:lnTo>
                  <a:lnTo>
                    <a:pt x="3351961" y="888924"/>
                  </a:lnTo>
                  <a:lnTo>
                    <a:pt x="3350889" y="889526"/>
                  </a:lnTo>
                  <a:lnTo>
                    <a:pt x="3349817" y="890128"/>
                  </a:lnTo>
                  <a:lnTo>
                    <a:pt x="3348746" y="890730"/>
                  </a:lnTo>
                  <a:lnTo>
                    <a:pt x="3347674" y="891332"/>
                  </a:lnTo>
                  <a:lnTo>
                    <a:pt x="3346603" y="891933"/>
                  </a:lnTo>
                  <a:lnTo>
                    <a:pt x="3345531" y="892535"/>
                  </a:lnTo>
                  <a:lnTo>
                    <a:pt x="3344459" y="893137"/>
                  </a:lnTo>
                  <a:lnTo>
                    <a:pt x="3343388" y="893738"/>
                  </a:lnTo>
                  <a:lnTo>
                    <a:pt x="3342316" y="894340"/>
                  </a:lnTo>
                  <a:lnTo>
                    <a:pt x="3341245" y="894941"/>
                  </a:lnTo>
                  <a:lnTo>
                    <a:pt x="3340173" y="895542"/>
                  </a:lnTo>
                  <a:lnTo>
                    <a:pt x="3339101" y="896143"/>
                  </a:lnTo>
                  <a:lnTo>
                    <a:pt x="3338030" y="896745"/>
                  </a:lnTo>
                  <a:lnTo>
                    <a:pt x="3336958" y="897346"/>
                  </a:lnTo>
                  <a:lnTo>
                    <a:pt x="3335887" y="897946"/>
                  </a:lnTo>
                  <a:lnTo>
                    <a:pt x="3334815" y="898547"/>
                  </a:lnTo>
                  <a:lnTo>
                    <a:pt x="3333743" y="899148"/>
                  </a:lnTo>
                  <a:lnTo>
                    <a:pt x="3332672" y="899749"/>
                  </a:lnTo>
                  <a:lnTo>
                    <a:pt x="3331600" y="900349"/>
                  </a:lnTo>
                  <a:lnTo>
                    <a:pt x="3330529" y="900950"/>
                  </a:lnTo>
                  <a:lnTo>
                    <a:pt x="3329457" y="901551"/>
                  </a:lnTo>
                  <a:lnTo>
                    <a:pt x="3328385" y="902151"/>
                  </a:lnTo>
                  <a:lnTo>
                    <a:pt x="3327314" y="902751"/>
                  </a:lnTo>
                  <a:lnTo>
                    <a:pt x="3326242" y="903351"/>
                  </a:lnTo>
                  <a:lnTo>
                    <a:pt x="3325171" y="903952"/>
                  </a:lnTo>
                  <a:lnTo>
                    <a:pt x="3324099" y="904552"/>
                  </a:lnTo>
                  <a:lnTo>
                    <a:pt x="3323027" y="905152"/>
                  </a:lnTo>
                  <a:lnTo>
                    <a:pt x="3321956" y="905752"/>
                  </a:lnTo>
                  <a:lnTo>
                    <a:pt x="3320884" y="906352"/>
                  </a:lnTo>
                  <a:lnTo>
                    <a:pt x="3319813" y="906951"/>
                  </a:lnTo>
                  <a:lnTo>
                    <a:pt x="3318741" y="907551"/>
                  </a:lnTo>
                  <a:lnTo>
                    <a:pt x="3317669" y="908151"/>
                  </a:lnTo>
                  <a:lnTo>
                    <a:pt x="3316598" y="908750"/>
                  </a:lnTo>
                  <a:lnTo>
                    <a:pt x="3315526" y="909350"/>
                  </a:lnTo>
                  <a:lnTo>
                    <a:pt x="3314455" y="909949"/>
                  </a:lnTo>
                  <a:lnTo>
                    <a:pt x="3313383" y="910548"/>
                  </a:lnTo>
                  <a:lnTo>
                    <a:pt x="3312311" y="911148"/>
                  </a:lnTo>
                  <a:lnTo>
                    <a:pt x="3311240" y="911747"/>
                  </a:lnTo>
                  <a:lnTo>
                    <a:pt x="3310168" y="912346"/>
                  </a:lnTo>
                  <a:lnTo>
                    <a:pt x="3309097" y="912945"/>
                  </a:lnTo>
                  <a:lnTo>
                    <a:pt x="3308025" y="913544"/>
                  </a:lnTo>
                  <a:lnTo>
                    <a:pt x="3306953" y="914143"/>
                  </a:lnTo>
                  <a:lnTo>
                    <a:pt x="3305882" y="914742"/>
                  </a:lnTo>
                  <a:lnTo>
                    <a:pt x="3304810" y="915340"/>
                  </a:lnTo>
                  <a:lnTo>
                    <a:pt x="3303739" y="915939"/>
                  </a:lnTo>
                  <a:lnTo>
                    <a:pt x="3302667" y="916537"/>
                  </a:lnTo>
                  <a:lnTo>
                    <a:pt x="3301595" y="917136"/>
                  </a:lnTo>
                  <a:lnTo>
                    <a:pt x="3300524" y="917734"/>
                  </a:lnTo>
                  <a:lnTo>
                    <a:pt x="3299452" y="918333"/>
                  </a:lnTo>
                  <a:lnTo>
                    <a:pt x="3298381" y="918931"/>
                  </a:lnTo>
                  <a:lnTo>
                    <a:pt x="3297309" y="919529"/>
                  </a:lnTo>
                  <a:lnTo>
                    <a:pt x="3296237" y="920127"/>
                  </a:lnTo>
                  <a:lnTo>
                    <a:pt x="3295166" y="920725"/>
                  </a:lnTo>
                  <a:lnTo>
                    <a:pt x="3294094" y="921323"/>
                  </a:lnTo>
                  <a:lnTo>
                    <a:pt x="3293023" y="921921"/>
                  </a:lnTo>
                  <a:lnTo>
                    <a:pt x="3291951" y="922519"/>
                  </a:lnTo>
                  <a:lnTo>
                    <a:pt x="3290879" y="923117"/>
                  </a:lnTo>
                  <a:lnTo>
                    <a:pt x="3289808" y="923715"/>
                  </a:lnTo>
                  <a:lnTo>
                    <a:pt x="3288736" y="924312"/>
                  </a:lnTo>
                  <a:lnTo>
                    <a:pt x="3287665" y="924910"/>
                  </a:lnTo>
                  <a:lnTo>
                    <a:pt x="3286593" y="925507"/>
                  </a:lnTo>
                  <a:lnTo>
                    <a:pt x="3285521" y="926105"/>
                  </a:lnTo>
                  <a:lnTo>
                    <a:pt x="3284450" y="926702"/>
                  </a:lnTo>
                  <a:lnTo>
                    <a:pt x="3283378" y="927299"/>
                  </a:lnTo>
                  <a:lnTo>
                    <a:pt x="3282307" y="927897"/>
                  </a:lnTo>
                  <a:lnTo>
                    <a:pt x="3281235" y="928494"/>
                  </a:lnTo>
                  <a:lnTo>
                    <a:pt x="3280163" y="929091"/>
                  </a:lnTo>
                  <a:lnTo>
                    <a:pt x="3279092" y="929688"/>
                  </a:lnTo>
                  <a:lnTo>
                    <a:pt x="3278020" y="930285"/>
                  </a:lnTo>
                  <a:lnTo>
                    <a:pt x="3276949" y="930882"/>
                  </a:lnTo>
                  <a:lnTo>
                    <a:pt x="3275877" y="931478"/>
                  </a:lnTo>
                  <a:lnTo>
                    <a:pt x="3274805" y="932075"/>
                  </a:lnTo>
                  <a:lnTo>
                    <a:pt x="3273734" y="932672"/>
                  </a:lnTo>
                  <a:lnTo>
                    <a:pt x="3272662" y="933268"/>
                  </a:lnTo>
                  <a:lnTo>
                    <a:pt x="3271591" y="933865"/>
                  </a:lnTo>
                  <a:lnTo>
                    <a:pt x="3270519" y="934461"/>
                  </a:lnTo>
                  <a:lnTo>
                    <a:pt x="3269447" y="935058"/>
                  </a:lnTo>
                  <a:lnTo>
                    <a:pt x="3268376" y="935654"/>
                  </a:lnTo>
                  <a:lnTo>
                    <a:pt x="3267304" y="936250"/>
                  </a:lnTo>
                  <a:lnTo>
                    <a:pt x="3266233" y="936846"/>
                  </a:lnTo>
                  <a:lnTo>
                    <a:pt x="3265161" y="937443"/>
                  </a:lnTo>
                  <a:lnTo>
                    <a:pt x="3264089" y="938039"/>
                  </a:lnTo>
                  <a:lnTo>
                    <a:pt x="3263018" y="938635"/>
                  </a:lnTo>
                  <a:lnTo>
                    <a:pt x="3261946" y="939230"/>
                  </a:lnTo>
                  <a:lnTo>
                    <a:pt x="3260875" y="939826"/>
                  </a:lnTo>
                  <a:lnTo>
                    <a:pt x="3259803" y="940422"/>
                  </a:lnTo>
                  <a:lnTo>
                    <a:pt x="3258731" y="941018"/>
                  </a:lnTo>
                  <a:lnTo>
                    <a:pt x="3257660" y="941613"/>
                  </a:lnTo>
                  <a:lnTo>
                    <a:pt x="3256588" y="942209"/>
                  </a:lnTo>
                  <a:lnTo>
                    <a:pt x="3255517" y="942804"/>
                  </a:lnTo>
                  <a:lnTo>
                    <a:pt x="3254445" y="943400"/>
                  </a:lnTo>
                  <a:lnTo>
                    <a:pt x="3253373" y="943995"/>
                  </a:lnTo>
                  <a:lnTo>
                    <a:pt x="3252302" y="944591"/>
                  </a:lnTo>
                  <a:lnTo>
                    <a:pt x="3251230" y="945186"/>
                  </a:lnTo>
                  <a:lnTo>
                    <a:pt x="3250159" y="945781"/>
                  </a:lnTo>
                  <a:lnTo>
                    <a:pt x="3249087" y="946376"/>
                  </a:lnTo>
                  <a:lnTo>
                    <a:pt x="3248015" y="946971"/>
                  </a:lnTo>
                  <a:lnTo>
                    <a:pt x="3246944" y="947566"/>
                  </a:lnTo>
                  <a:lnTo>
                    <a:pt x="3245872" y="948161"/>
                  </a:lnTo>
                  <a:lnTo>
                    <a:pt x="3244801" y="948756"/>
                  </a:lnTo>
                  <a:lnTo>
                    <a:pt x="3243729" y="949351"/>
                  </a:lnTo>
                  <a:lnTo>
                    <a:pt x="3242657" y="949945"/>
                  </a:lnTo>
                  <a:lnTo>
                    <a:pt x="3241586" y="950540"/>
                  </a:lnTo>
                  <a:lnTo>
                    <a:pt x="3240514" y="951135"/>
                  </a:lnTo>
                  <a:lnTo>
                    <a:pt x="3239443" y="951729"/>
                  </a:lnTo>
                  <a:lnTo>
                    <a:pt x="3238371" y="952324"/>
                  </a:lnTo>
                  <a:lnTo>
                    <a:pt x="3237299" y="952918"/>
                  </a:lnTo>
                  <a:lnTo>
                    <a:pt x="3236228" y="953512"/>
                  </a:lnTo>
                  <a:lnTo>
                    <a:pt x="3235156" y="954107"/>
                  </a:lnTo>
                  <a:lnTo>
                    <a:pt x="3234085" y="954701"/>
                  </a:lnTo>
                  <a:lnTo>
                    <a:pt x="3233013" y="955295"/>
                  </a:lnTo>
                  <a:lnTo>
                    <a:pt x="3231941" y="955889"/>
                  </a:lnTo>
                  <a:lnTo>
                    <a:pt x="3230870" y="956483"/>
                  </a:lnTo>
                  <a:lnTo>
                    <a:pt x="3229798" y="957077"/>
                  </a:lnTo>
                  <a:lnTo>
                    <a:pt x="3228727" y="957671"/>
                  </a:lnTo>
                  <a:lnTo>
                    <a:pt x="3227655" y="958265"/>
                  </a:lnTo>
                  <a:lnTo>
                    <a:pt x="3226583" y="958859"/>
                  </a:lnTo>
                  <a:lnTo>
                    <a:pt x="3225512" y="959452"/>
                  </a:lnTo>
                  <a:lnTo>
                    <a:pt x="3224440" y="960046"/>
                  </a:lnTo>
                  <a:lnTo>
                    <a:pt x="3223369" y="960639"/>
                  </a:lnTo>
                  <a:lnTo>
                    <a:pt x="3222297" y="961233"/>
                  </a:lnTo>
                  <a:lnTo>
                    <a:pt x="3221225" y="961826"/>
                  </a:lnTo>
                  <a:lnTo>
                    <a:pt x="3220154" y="962420"/>
                  </a:lnTo>
                  <a:lnTo>
                    <a:pt x="3219082" y="963013"/>
                  </a:lnTo>
                  <a:lnTo>
                    <a:pt x="3218011" y="963606"/>
                  </a:lnTo>
                  <a:lnTo>
                    <a:pt x="3216939" y="964200"/>
                  </a:lnTo>
                  <a:lnTo>
                    <a:pt x="3215867" y="964793"/>
                  </a:lnTo>
                  <a:lnTo>
                    <a:pt x="3214796" y="965386"/>
                  </a:lnTo>
                  <a:lnTo>
                    <a:pt x="3213724" y="965979"/>
                  </a:lnTo>
                  <a:lnTo>
                    <a:pt x="3212653" y="966572"/>
                  </a:lnTo>
                  <a:lnTo>
                    <a:pt x="3211581" y="967165"/>
                  </a:lnTo>
                  <a:lnTo>
                    <a:pt x="3210509" y="967758"/>
                  </a:lnTo>
                  <a:lnTo>
                    <a:pt x="3209438" y="968351"/>
                  </a:lnTo>
                  <a:lnTo>
                    <a:pt x="3208366" y="968943"/>
                  </a:lnTo>
                  <a:lnTo>
                    <a:pt x="3207295" y="969536"/>
                  </a:lnTo>
                  <a:lnTo>
                    <a:pt x="3206223" y="970129"/>
                  </a:lnTo>
                  <a:lnTo>
                    <a:pt x="3205151" y="970721"/>
                  </a:lnTo>
                  <a:lnTo>
                    <a:pt x="3204080" y="971314"/>
                  </a:lnTo>
                  <a:lnTo>
                    <a:pt x="3203008" y="971906"/>
                  </a:lnTo>
                  <a:lnTo>
                    <a:pt x="3201937" y="972498"/>
                  </a:lnTo>
                  <a:lnTo>
                    <a:pt x="3200865" y="973091"/>
                  </a:lnTo>
                  <a:lnTo>
                    <a:pt x="3199793" y="973683"/>
                  </a:lnTo>
                  <a:lnTo>
                    <a:pt x="3198722" y="974275"/>
                  </a:lnTo>
                  <a:lnTo>
                    <a:pt x="3197650" y="974867"/>
                  </a:lnTo>
                  <a:lnTo>
                    <a:pt x="3196579" y="975460"/>
                  </a:lnTo>
                  <a:lnTo>
                    <a:pt x="3195507" y="976052"/>
                  </a:lnTo>
                  <a:lnTo>
                    <a:pt x="3194436" y="976644"/>
                  </a:lnTo>
                  <a:lnTo>
                    <a:pt x="3193364" y="977236"/>
                  </a:lnTo>
                  <a:lnTo>
                    <a:pt x="3192292" y="977827"/>
                  </a:lnTo>
                  <a:lnTo>
                    <a:pt x="3191221" y="978419"/>
                  </a:lnTo>
                  <a:lnTo>
                    <a:pt x="3190149" y="979011"/>
                  </a:lnTo>
                  <a:lnTo>
                    <a:pt x="3189078" y="979603"/>
                  </a:lnTo>
                  <a:lnTo>
                    <a:pt x="3188006" y="980194"/>
                  </a:lnTo>
                  <a:lnTo>
                    <a:pt x="3186934" y="980786"/>
                  </a:lnTo>
                  <a:lnTo>
                    <a:pt x="3185863" y="981377"/>
                  </a:lnTo>
                  <a:lnTo>
                    <a:pt x="3184791" y="981969"/>
                  </a:lnTo>
                  <a:lnTo>
                    <a:pt x="3183720" y="982560"/>
                  </a:lnTo>
                  <a:lnTo>
                    <a:pt x="3182648" y="983152"/>
                  </a:lnTo>
                  <a:lnTo>
                    <a:pt x="3181576" y="983743"/>
                  </a:lnTo>
                  <a:lnTo>
                    <a:pt x="3180505" y="984334"/>
                  </a:lnTo>
                  <a:lnTo>
                    <a:pt x="3179433" y="984925"/>
                  </a:lnTo>
                  <a:lnTo>
                    <a:pt x="3178362" y="985517"/>
                  </a:lnTo>
                  <a:lnTo>
                    <a:pt x="3177290" y="986108"/>
                  </a:lnTo>
                  <a:lnTo>
                    <a:pt x="3176218" y="986699"/>
                  </a:lnTo>
                  <a:lnTo>
                    <a:pt x="3175147" y="987290"/>
                  </a:lnTo>
                  <a:lnTo>
                    <a:pt x="3174075" y="987881"/>
                  </a:lnTo>
                  <a:lnTo>
                    <a:pt x="3173004" y="988471"/>
                  </a:lnTo>
                  <a:lnTo>
                    <a:pt x="3171932" y="989062"/>
                  </a:lnTo>
                  <a:lnTo>
                    <a:pt x="3170860" y="989653"/>
                  </a:lnTo>
                  <a:lnTo>
                    <a:pt x="3169789" y="990244"/>
                  </a:lnTo>
                  <a:lnTo>
                    <a:pt x="3168717" y="990834"/>
                  </a:lnTo>
                  <a:lnTo>
                    <a:pt x="3167646" y="991425"/>
                  </a:lnTo>
                  <a:lnTo>
                    <a:pt x="3166574" y="992016"/>
                  </a:lnTo>
                  <a:lnTo>
                    <a:pt x="3165502" y="992606"/>
                  </a:lnTo>
                  <a:lnTo>
                    <a:pt x="3164431" y="993196"/>
                  </a:lnTo>
                  <a:lnTo>
                    <a:pt x="3163359" y="993787"/>
                  </a:lnTo>
                  <a:lnTo>
                    <a:pt x="3162288" y="994377"/>
                  </a:lnTo>
                  <a:lnTo>
                    <a:pt x="3161216" y="994967"/>
                  </a:lnTo>
                  <a:lnTo>
                    <a:pt x="3160144" y="995558"/>
                  </a:lnTo>
                  <a:lnTo>
                    <a:pt x="3159073" y="996148"/>
                  </a:lnTo>
                  <a:lnTo>
                    <a:pt x="3158001" y="996738"/>
                  </a:lnTo>
                  <a:lnTo>
                    <a:pt x="3156930" y="997328"/>
                  </a:lnTo>
                  <a:lnTo>
                    <a:pt x="3155858" y="997918"/>
                  </a:lnTo>
                  <a:lnTo>
                    <a:pt x="3154786" y="998508"/>
                  </a:lnTo>
                  <a:lnTo>
                    <a:pt x="3153715" y="999098"/>
                  </a:lnTo>
                  <a:lnTo>
                    <a:pt x="3152643" y="999688"/>
                  </a:lnTo>
                  <a:lnTo>
                    <a:pt x="3151572" y="1000278"/>
                  </a:lnTo>
                  <a:lnTo>
                    <a:pt x="3150500" y="1000867"/>
                  </a:lnTo>
                  <a:lnTo>
                    <a:pt x="3149428" y="1001457"/>
                  </a:lnTo>
                  <a:lnTo>
                    <a:pt x="3148357" y="1002047"/>
                  </a:lnTo>
                  <a:lnTo>
                    <a:pt x="3147285" y="1002636"/>
                  </a:lnTo>
                  <a:lnTo>
                    <a:pt x="3146214" y="1003226"/>
                  </a:lnTo>
                  <a:lnTo>
                    <a:pt x="3145142" y="1003815"/>
                  </a:lnTo>
                  <a:lnTo>
                    <a:pt x="3144070" y="1004405"/>
                  </a:lnTo>
                  <a:lnTo>
                    <a:pt x="3142999" y="1004994"/>
                  </a:lnTo>
                  <a:lnTo>
                    <a:pt x="3141927" y="1005584"/>
                  </a:lnTo>
                  <a:lnTo>
                    <a:pt x="3140856" y="1006173"/>
                  </a:lnTo>
                  <a:lnTo>
                    <a:pt x="3139784" y="1006762"/>
                  </a:lnTo>
                  <a:lnTo>
                    <a:pt x="3138712" y="1007351"/>
                  </a:lnTo>
                  <a:lnTo>
                    <a:pt x="3137641" y="1007941"/>
                  </a:lnTo>
                  <a:lnTo>
                    <a:pt x="3136569" y="1008530"/>
                  </a:lnTo>
                  <a:lnTo>
                    <a:pt x="3135498" y="1009119"/>
                  </a:lnTo>
                  <a:lnTo>
                    <a:pt x="3134426" y="1009708"/>
                  </a:lnTo>
                  <a:lnTo>
                    <a:pt x="3133354" y="1010297"/>
                  </a:lnTo>
                  <a:lnTo>
                    <a:pt x="3132283" y="1010886"/>
                  </a:lnTo>
                  <a:lnTo>
                    <a:pt x="3131211" y="1011474"/>
                  </a:lnTo>
                  <a:lnTo>
                    <a:pt x="3130140" y="1012063"/>
                  </a:lnTo>
                  <a:lnTo>
                    <a:pt x="3129068" y="1012652"/>
                  </a:lnTo>
                  <a:lnTo>
                    <a:pt x="3127996" y="1013241"/>
                  </a:lnTo>
                  <a:lnTo>
                    <a:pt x="3126925" y="1013829"/>
                  </a:lnTo>
                  <a:lnTo>
                    <a:pt x="3125853" y="1014418"/>
                  </a:lnTo>
                  <a:lnTo>
                    <a:pt x="3124782" y="1015007"/>
                  </a:lnTo>
                  <a:lnTo>
                    <a:pt x="3123710" y="1015595"/>
                  </a:lnTo>
                  <a:lnTo>
                    <a:pt x="3122638" y="1016184"/>
                  </a:lnTo>
                  <a:lnTo>
                    <a:pt x="3121567" y="1016772"/>
                  </a:lnTo>
                  <a:lnTo>
                    <a:pt x="3120495" y="1017360"/>
                  </a:lnTo>
                  <a:lnTo>
                    <a:pt x="3119424" y="1017949"/>
                  </a:lnTo>
                  <a:lnTo>
                    <a:pt x="3118352" y="1018537"/>
                  </a:lnTo>
                  <a:lnTo>
                    <a:pt x="3117280" y="1019125"/>
                  </a:lnTo>
                  <a:lnTo>
                    <a:pt x="3116209" y="1019713"/>
                  </a:lnTo>
                  <a:lnTo>
                    <a:pt x="3115137" y="1020301"/>
                  </a:lnTo>
                  <a:lnTo>
                    <a:pt x="3114066" y="1020890"/>
                  </a:lnTo>
                  <a:lnTo>
                    <a:pt x="3112994" y="1021478"/>
                  </a:lnTo>
                  <a:lnTo>
                    <a:pt x="3111922" y="1022066"/>
                  </a:lnTo>
                  <a:lnTo>
                    <a:pt x="3110851" y="1022654"/>
                  </a:lnTo>
                  <a:lnTo>
                    <a:pt x="3109779" y="1023241"/>
                  </a:lnTo>
                  <a:lnTo>
                    <a:pt x="3108708" y="1023829"/>
                  </a:lnTo>
                  <a:lnTo>
                    <a:pt x="3107636" y="1024417"/>
                  </a:lnTo>
                  <a:lnTo>
                    <a:pt x="3106564" y="1025005"/>
                  </a:lnTo>
                  <a:lnTo>
                    <a:pt x="3105493" y="1025593"/>
                  </a:lnTo>
                  <a:lnTo>
                    <a:pt x="3104421" y="1026180"/>
                  </a:lnTo>
                  <a:lnTo>
                    <a:pt x="3103350" y="1026768"/>
                  </a:lnTo>
                  <a:lnTo>
                    <a:pt x="3102278" y="1027355"/>
                  </a:lnTo>
                  <a:lnTo>
                    <a:pt x="3101206" y="1027943"/>
                  </a:lnTo>
                  <a:lnTo>
                    <a:pt x="3100135" y="1028530"/>
                  </a:lnTo>
                  <a:lnTo>
                    <a:pt x="3099063" y="1029118"/>
                  </a:lnTo>
                  <a:lnTo>
                    <a:pt x="3097992" y="1029705"/>
                  </a:lnTo>
                  <a:lnTo>
                    <a:pt x="3096920" y="1030293"/>
                  </a:lnTo>
                  <a:lnTo>
                    <a:pt x="3095848" y="1030880"/>
                  </a:lnTo>
                  <a:lnTo>
                    <a:pt x="3094777" y="1031467"/>
                  </a:lnTo>
                  <a:lnTo>
                    <a:pt x="3093705" y="1032054"/>
                  </a:lnTo>
                  <a:lnTo>
                    <a:pt x="3092634" y="1032642"/>
                  </a:lnTo>
                  <a:lnTo>
                    <a:pt x="3091562" y="1033229"/>
                  </a:lnTo>
                  <a:lnTo>
                    <a:pt x="3090490" y="1033816"/>
                  </a:lnTo>
                  <a:lnTo>
                    <a:pt x="3089419" y="1034403"/>
                  </a:lnTo>
                  <a:lnTo>
                    <a:pt x="3088347" y="1034990"/>
                  </a:lnTo>
                  <a:lnTo>
                    <a:pt x="3087276" y="1035577"/>
                  </a:lnTo>
                  <a:lnTo>
                    <a:pt x="3086204" y="1036164"/>
                  </a:lnTo>
                  <a:lnTo>
                    <a:pt x="3085132" y="1036751"/>
                  </a:lnTo>
                  <a:lnTo>
                    <a:pt x="3084061" y="1037337"/>
                  </a:lnTo>
                  <a:lnTo>
                    <a:pt x="3082989" y="1037924"/>
                  </a:lnTo>
                  <a:lnTo>
                    <a:pt x="3081918" y="1038511"/>
                  </a:lnTo>
                  <a:lnTo>
                    <a:pt x="3080846" y="1039098"/>
                  </a:lnTo>
                  <a:lnTo>
                    <a:pt x="3079774" y="1039684"/>
                  </a:lnTo>
                  <a:lnTo>
                    <a:pt x="3078703" y="1040271"/>
                  </a:lnTo>
                  <a:lnTo>
                    <a:pt x="3077631" y="1040857"/>
                  </a:lnTo>
                  <a:lnTo>
                    <a:pt x="3076560" y="1041444"/>
                  </a:lnTo>
                  <a:lnTo>
                    <a:pt x="3075488" y="1042030"/>
                  </a:lnTo>
                  <a:lnTo>
                    <a:pt x="3074416" y="1042617"/>
                  </a:lnTo>
                  <a:lnTo>
                    <a:pt x="3073345" y="1043203"/>
                  </a:lnTo>
                  <a:lnTo>
                    <a:pt x="3072273" y="1043790"/>
                  </a:lnTo>
                  <a:lnTo>
                    <a:pt x="3071202" y="1044376"/>
                  </a:lnTo>
                  <a:lnTo>
                    <a:pt x="3070130" y="1044962"/>
                  </a:lnTo>
                  <a:lnTo>
                    <a:pt x="3069058" y="1045548"/>
                  </a:lnTo>
                  <a:lnTo>
                    <a:pt x="3067987" y="1046134"/>
                  </a:lnTo>
                  <a:lnTo>
                    <a:pt x="3066915" y="1046721"/>
                  </a:lnTo>
                  <a:lnTo>
                    <a:pt x="3065844" y="1047307"/>
                  </a:lnTo>
                  <a:lnTo>
                    <a:pt x="3064772" y="1047893"/>
                  </a:lnTo>
                  <a:lnTo>
                    <a:pt x="3063700" y="1048479"/>
                  </a:lnTo>
                  <a:lnTo>
                    <a:pt x="3062629" y="1049065"/>
                  </a:lnTo>
                  <a:lnTo>
                    <a:pt x="3061557" y="1049651"/>
                  </a:lnTo>
                  <a:lnTo>
                    <a:pt x="3060486" y="1050236"/>
                  </a:lnTo>
                  <a:lnTo>
                    <a:pt x="3059414" y="1050822"/>
                  </a:lnTo>
                  <a:lnTo>
                    <a:pt x="3058342" y="1051408"/>
                  </a:lnTo>
                  <a:lnTo>
                    <a:pt x="3057271" y="1051994"/>
                  </a:lnTo>
                  <a:lnTo>
                    <a:pt x="3056199" y="1052580"/>
                  </a:lnTo>
                  <a:lnTo>
                    <a:pt x="3055128" y="1053165"/>
                  </a:lnTo>
                  <a:lnTo>
                    <a:pt x="3054056" y="1053751"/>
                  </a:lnTo>
                  <a:lnTo>
                    <a:pt x="3052984" y="1054336"/>
                  </a:lnTo>
                  <a:lnTo>
                    <a:pt x="3051913" y="1054922"/>
                  </a:lnTo>
                  <a:lnTo>
                    <a:pt x="3050841" y="1055507"/>
                  </a:lnTo>
                  <a:lnTo>
                    <a:pt x="3049770" y="1056093"/>
                  </a:lnTo>
                  <a:lnTo>
                    <a:pt x="3048698" y="1056678"/>
                  </a:lnTo>
                  <a:lnTo>
                    <a:pt x="3047626" y="1057264"/>
                  </a:lnTo>
                  <a:lnTo>
                    <a:pt x="3046555" y="1057849"/>
                  </a:lnTo>
                  <a:lnTo>
                    <a:pt x="3045483" y="1058434"/>
                  </a:lnTo>
                  <a:lnTo>
                    <a:pt x="3044412" y="1059020"/>
                  </a:lnTo>
                  <a:lnTo>
                    <a:pt x="3043340" y="1059605"/>
                  </a:lnTo>
                  <a:lnTo>
                    <a:pt x="3042268" y="1060190"/>
                  </a:lnTo>
                  <a:lnTo>
                    <a:pt x="3041197" y="1060775"/>
                  </a:lnTo>
                  <a:lnTo>
                    <a:pt x="3040125" y="1061360"/>
                  </a:lnTo>
                  <a:lnTo>
                    <a:pt x="3039054" y="1061945"/>
                  </a:lnTo>
                  <a:lnTo>
                    <a:pt x="3037982" y="1062530"/>
                  </a:lnTo>
                  <a:lnTo>
                    <a:pt x="3036910" y="1063115"/>
                  </a:lnTo>
                  <a:lnTo>
                    <a:pt x="3035839" y="1063700"/>
                  </a:lnTo>
                  <a:lnTo>
                    <a:pt x="3034767" y="1064285"/>
                  </a:lnTo>
                  <a:lnTo>
                    <a:pt x="3033696" y="1064870"/>
                  </a:lnTo>
                  <a:lnTo>
                    <a:pt x="3032624" y="1065455"/>
                  </a:lnTo>
                  <a:lnTo>
                    <a:pt x="3031552" y="1066040"/>
                  </a:lnTo>
                  <a:lnTo>
                    <a:pt x="3030481" y="1066624"/>
                  </a:lnTo>
                  <a:lnTo>
                    <a:pt x="3029409" y="1067209"/>
                  </a:lnTo>
                  <a:lnTo>
                    <a:pt x="3028338" y="1067794"/>
                  </a:lnTo>
                  <a:lnTo>
                    <a:pt x="3027266" y="1068378"/>
                  </a:lnTo>
                  <a:lnTo>
                    <a:pt x="3026194" y="1068963"/>
                  </a:lnTo>
                  <a:lnTo>
                    <a:pt x="3025123" y="1069547"/>
                  </a:lnTo>
                  <a:lnTo>
                    <a:pt x="3024051" y="1070132"/>
                  </a:lnTo>
                  <a:lnTo>
                    <a:pt x="3022980" y="1070716"/>
                  </a:lnTo>
                  <a:lnTo>
                    <a:pt x="3021908" y="1071301"/>
                  </a:lnTo>
                  <a:lnTo>
                    <a:pt x="3020836" y="1071885"/>
                  </a:lnTo>
                  <a:lnTo>
                    <a:pt x="3019765" y="1072469"/>
                  </a:lnTo>
                  <a:lnTo>
                    <a:pt x="3018693" y="1073054"/>
                  </a:lnTo>
                  <a:lnTo>
                    <a:pt x="3017622" y="1073638"/>
                  </a:lnTo>
                  <a:lnTo>
                    <a:pt x="3016550" y="1074222"/>
                  </a:lnTo>
                  <a:lnTo>
                    <a:pt x="3015479" y="1074806"/>
                  </a:lnTo>
                  <a:lnTo>
                    <a:pt x="3014407" y="1075391"/>
                  </a:lnTo>
                  <a:lnTo>
                    <a:pt x="3013335" y="1075975"/>
                  </a:lnTo>
                  <a:lnTo>
                    <a:pt x="3012264" y="1076559"/>
                  </a:lnTo>
                  <a:lnTo>
                    <a:pt x="3011192" y="1077143"/>
                  </a:lnTo>
                  <a:lnTo>
                    <a:pt x="3010121" y="1077727"/>
                  </a:lnTo>
                  <a:lnTo>
                    <a:pt x="3009049" y="1078311"/>
                  </a:lnTo>
                  <a:lnTo>
                    <a:pt x="3007977" y="1078895"/>
                  </a:lnTo>
                  <a:lnTo>
                    <a:pt x="3006906" y="1079479"/>
                  </a:lnTo>
                  <a:lnTo>
                    <a:pt x="3005834" y="1080062"/>
                  </a:lnTo>
                  <a:lnTo>
                    <a:pt x="3004763" y="1080646"/>
                  </a:lnTo>
                  <a:lnTo>
                    <a:pt x="3003691" y="1081230"/>
                  </a:lnTo>
                  <a:lnTo>
                    <a:pt x="3002619" y="1081814"/>
                  </a:lnTo>
                  <a:lnTo>
                    <a:pt x="3001548" y="1082398"/>
                  </a:lnTo>
                  <a:lnTo>
                    <a:pt x="3000476" y="1082981"/>
                  </a:lnTo>
                  <a:lnTo>
                    <a:pt x="2999405" y="1083565"/>
                  </a:lnTo>
                  <a:lnTo>
                    <a:pt x="2998333" y="1084149"/>
                  </a:lnTo>
                  <a:lnTo>
                    <a:pt x="2997261" y="1084732"/>
                  </a:lnTo>
                  <a:lnTo>
                    <a:pt x="2996190" y="1085316"/>
                  </a:lnTo>
                  <a:lnTo>
                    <a:pt x="2995118" y="1085899"/>
                  </a:lnTo>
                  <a:lnTo>
                    <a:pt x="2994047" y="1086483"/>
                  </a:lnTo>
                  <a:lnTo>
                    <a:pt x="2992975" y="1087066"/>
                  </a:lnTo>
                  <a:lnTo>
                    <a:pt x="2991903" y="1087650"/>
                  </a:lnTo>
                  <a:lnTo>
                    <a:pt x="2990832" y="1088233"/>
                  </a:lnTo>
                  <a:lnTo>
                    <a:pt x="2989760" y="1088817"/>
                  </a:lnTo>
                  <a:lnTo>
                    <a:pt x="2988689" y="1089400"/>
                  </a:lnTo>
                  <a:lnTo>
                    <a:pt x="2987617" y="1089984"/>
                  </a:lnTo>
                  <a:lnTo>
                    <a:pt x="2986545" y="1090567"/>
                  </a:lnTo>
                  <a:lnTo>
                    <a:pt x="2985474" y="1091150"/>
                  </a:lnTo>
                  <a:lnTo>
                    <a:pt x="2984402" y="1091734"/>
                  </a:lnTo>
                  <a:lnTo>
                    <a:pt x="2983331" y="1092317"/>
                  </a:lnTo>
                  <a:lnTo>
                    <a:pt x="2982259" y="1092900"/>
                  </a:lnTo>
                  <a:lnTo>
                    <a:pt x="2981187" y="1093484"/>
                  </a:lnTo>
                  <a:lnTo>
                    <a:pt x="2980116" y="1094067"/>
                  </a:lnTo>
                  <a:lnTo>
                    <a:pt x="2979044" y="1094650"/>
                  </a:lnTo>
                  <a:lnTo>
                    <a:pt x="2977973" y="1095234"/>
                  </a:lnTo>
                  <a:lnTo>
                    <a:pt x="2976901" y="1095817"/>
                  </a:lnTo>
                  <a:lnTo>
                    <a:pt x="2975829" y="1096400"/>
                  </a:lnTo>
                  <a:lnTo>
                    <a:pt x="2974758" y="1096984"/>
                  </a:lnTo>
                  <a:lnTo>
                    <a:pt x="2973686" y="1097567"/>
                  </a:lnTo>
                  <a:lnTo>
                    <a:pt x="2972615" y="1098150"/>
                  </a:lnTo>
                  <a:lnTo>
                    <a:pt x="2971543" y="1098733"/>
                  </a:lnTo>
                  <a:lnTo>
                    <a:pt x="2970471" y="1099317"/>
                  </a:lnTo>
                  <a:lnTo>
                    <a:pt x="2969400" y="1099900"/>
                  </a:lnTo>
                  <a:lnTo>
                    <a:pt x="2968328" y="1100483"/>
                  </a:lnTo>
                  <a:lnTo>
                    <a:pt x="2967257" y="1101066"/>
                  </a:lnTo>
                  <a:lnTo>
                    <a:pt x="2966185" y="1101650"/>
                  </a:lnTo>
                  <a:lnTo>
                    <a:pt x="2965113" y="1102233"/>
                  </a:lnTo>
                  <a:lnTo>
                    <a:pt x="2964042" y="1102816"/>
                  </a:lnTo>
                  <a:lnTo>
                    <a:pt x="2962970" y="1103400"/>
                  </a:lnTo>
                  <a:lnTo>
                    <a:pt x="2961899" y="1103983"/>
                  </a:lnTo>
                  <a:lnTo>
                    <a:pt x="2960827" y="1104566"/>
                  </a:lnTo>
                  <a:lnTo>
                    <a:pt x="2959755" y="1105149"/>
                  </a:lnTo>
                  <a:lnTo>
                    <a:pt x="2958684" y="1105733"/>
                  </a:lnTo>
                  <a:lnTo>
                    <a:pt x="2957612" y="1106316"/>
                  </a:lnTo>
                  <a:lnTo>
                    <a:pt x="2956541" y="1106899"/>
                  </a:lnTo>
                  <a:lnTo>
                    <a:pt x="2955469" y="1107483"/>
                  </a:lnTo>
                  <a:lnTo>
                    <a:pt x="2954397" y="1108066"/>
                  </a:lnTo>
                  <a:lnTo>
                    <a:pt x="2953326" y="1108649"/>
                  </a:lnTo>
                  <a:lnTo>
                    <a:pt x="2952254" y="1109233"/>
                  </a:lnTo>
                  <a:lnTo>
                    <a:pt x="2951183" y="1109816"/>
                  </a:lnTo>
                  <a:lnTo>
                    <a:pt x="2950111" y="1110400"/>
                  </a:lnTo>
                  <a:lnTo>
                    <a:pt x="2949039" y="1110983"/>
                  </a:lnTo>
                  <a:lnTo>
                    <a:pt x="2947968" y="1111566"/>
                  </a:lnTo>
                  <a:lnTo>
                    <a:pt x="2946896" y="1112150"/>
                  </a:lnTo>
                  <a:lnTo>
                    <a:pt x="2945825" y="1112733"/>
                  </a:lnTo>
                  <a:lnTo>
                    <a:pt x="2944753" y="1113317"/>
                  </a:lnTo>
                  <a:lnTo>
                    <a:pt x="2943681" y="1113900"/>
                  </a:lnTo>
                  <a:lnTo>
                    <a:pt x="2942610" y="1114484"/>
                  </a:lnTo>
                  <a:lnTo>
                    <a:pt x="2941538" y="1115068"/>
                  </a:lnTo>
                  <a:lnTo>
                    <a:pt x="2940467" y="1115651"/>
                  </a:lnTo>
                  <a:lnTo>
                    <a:pt x="2939395" y="1116235"/>
                  </a:lnTo>
                  <a:lnTo>
                    <a:pt x="2938323" y="1116818"/>
                  </a:lnTo>
                  <a:lnTo>
                    <a:pt x="2937252" y="1117402"/>
                  </a:lnTo>
                  <a:lnTo>
                    <a:pt x="2936180" y="1117986"/>
                  </a:lnTo>
                  <a:lnTo>
                    <a:pt x="2935109" y="1118569"/>
                  </a:lnTo>
                  <a:lnTo>
                    <a:pt x="2934037" y="1119153"/>
                  </a:lnTo>
                  <a:lnTo>
                    <a:pt x="2932965" y="1119737"/>
                  </a:lnTo>
                  <a:lnTo>
                    <a:pt x="2931894" y="1120321"/>
                  </a:lnTo>
                  <a:lnTo>
                    <a:pt x="2930822" y="1120904"/>
                  </a:lnTo>
                  <a:lnTo>
                    <a:pt x="2929751" y="1121488"/>
                  </a:lnTo>
                  <a:lnTo>
                    <a:pt x="2928679" y="1122072"/>
                  </a:lnTo>
                  <a:lnTo>
                    <a:pt x="2927607" y="1122656"/>
                  </a:lnTo>
                  <a:lnTo>
                    <a:pt x="2926536" y="1123240"/>
                  </a:lnTo>
                  <a:lnTo>
                    <a:pt x="2925464" y="1123824"/>
                  </a:lnTo>
                  <a:lnTo>
                    <a:pt x="2924393" y="1124408"/>
                  </a:lnTo>
                  <a:lnTo>
                    <a:pt x="2923321" y="1124992"/>
                  </a:lnTo>
                  <a:lnTo>
                    <a:pt x="2922249" y="1125576"/>
                  </a:lnTo>
                  <a:lnTo>
                    <a:pt x="2921178" y="1126160"/>
                  </a:lnTo>
                  <a:lnTo>
                    <a:pt x="2920106" y="1126744"/>
                  </a:lnTo>
                  <a:lnTo>
                    <a:pt x="2919035" y="1127329"/>
                  </a:lnTo>
                  <a:lnTo>
                    <a:pt x="2917963" y="1127913"/>
                  </a:lnTo>
                  <a:lnTo>
                    <a:pt x="2916891" y="1128497"/>
                  </a:lnTo>
                  <a:lnTo>
                    <a:pt x="2915820" y="1129081"/>
                  </a:lnTo>
                  <a:lnTo>
                    <a:pt x="2914748" y="1129666"/>
                  </a:lnTo>
                  <a:lnTo>
                    <a:pt x="2913677" y="1130250"/>
                  </a:lnTo>
                  <a:lnTo>
                    <a:pt x="2912605" y="1130834"/>
                  </a:lnTo>
                  <a:lnTo>
                    <a:pt x="2911533" y="1131419"/>
                  </a:lnTo>
                  <a:lnTo>
                    <a:pt x="2910462" y="1132003"/>
                  </a:lnTo>
                  <a:lnTo>
                    <a:pt x="2909390" y="1132588"/>
                  </a:lnTo>
                  <a:lnTo>
                    <a:pt x="2908319" y="1133173"/>
                  </a:lnTo>
                  <a:lnTo>
                    <a:pt x="2907247" y="1133757"/>
                  </a:lnTo>
                  <a:lnTo>
                    <a:pt x="2906175" y="1134342"/>
                  </a:lnTo>
                  <a:lnTo>
                    <a:pt x="2905104" y="1134927"/>
                  </a:lnTo>
                  <a:lnTo>
                    <a:pt x="2904032" y="1135511"/>
                  </a:lnTo>
                  <a:lnTo>
                    <a:pt x="2902961" y="1136096"/>
                  </a:lnTo>
                  <a:lnTo>
                    <a:pt x="2901889" y="1136681"/>
                  </a:lnTo>
                  <a:lnTo>
                    <a:pt x="2900817" y="1137266"/>
                  </a:lnTo>
                  <a:lnTo>
                    <a:pt x="2899746" y="1137851"/>
                  </a:lnTo>
                  <a:lnTo>
                    <a:pt x="2898674" y="1138436"/>
                  </a:lnTo>
                  <a:lnTo>
                    <a:pt x="2897603" y="1139021"/>
                  </a:lnTo>
                  <a:lnTo>
                    <a:pt x="2896531" y="1139606"/>
                  </a:lnTo>
                  <a:lnTo>
                    <a:pt x="2895459" y="1140191"/>
                  </a:lnTo>
                  <a:lnTo>
                    <a:pt x="2894388" y="1140777"/>
                  </a:lnTo>
                  <a:lnTo>
                    <a:pt x="2893316" y="1141362"/>
                  </a:lnTo>
                  <a:lnTo>
                    <a:pt x="2892245" y="1141947"/>
                  </a:lnTo>
                  <a:lnTo>
                    <a:pt x="2891173" y="1142533"/>
                  </a:lnTo>
                  <a:lnTo>
                    <a:pt x="2890101" y="1143118"/>
                  </a:lnTo>
                  <a:lnTo>
                    <a:pt x="2889030" y="1143704"/>
                  </a:lnTo>
                  <a:lnTo>
                    <a:pt x="2887958" y="1144289"/>
                  </a:lnTo>
                  <a:lnTo>
                    <a:pt x="2886887" y="1144875"/>
                  </a:lnTo>
                  <a:lnTo>
                    <a:pt x="2885815" y="1145460"/>
                  </a:lnTo>
                  <a:lnTo>
                    <a:pt x="2884743" y="1146046"/>
                  </a:lnTo>
                  <a:lnTo>
                    <a:pt x="2883672" y="1146632"/>
                  </a:lnTo>
                  <a:lnTo>
                    <a:pt x="2882600" y="1147218"/>
                  </a:lnTo>
                  <a:lnTo>
                    <a:pt x="2881529" y="1147804"/>
                  </a:lnTo>
                  <a:lnTo>
                    <a:pt x="2880457" y="1148390"/>
                  </a:lnTo>
                  <a:lnTo>
                    <a:pt x="2879385" y="1148976"/>
                  </a:lnTo>
                  <a:lnTo>
                    <a:pt x="2878314" y="1149562"/>
                  </a:lnTo>
                  <a:lnTo>
                    <a:pt x="2877242" y="1150148"/>
                  </a:lnTo>
                  <a:lnTo>
                    <a:pt x="2876171" y="1150734"/>
                  </a:lnTo>
                  <a:lnTo>
                    <a:pt x="2875099" y="1151320"/>
                  </a:lnTo>
                  <a:lnTo>
                    <a:pt x="2874027" y="1151907"/>
                  </a:lnTo>
                  <a:lnTo>
                    <a:pt x="2872956" y="1152493"/>
                  </a:lnTo>
                  <a:lnTo>
                    <a:pt x="2871884" y="1153079"/>
                  </a:lnTo>
                  <a:lnTo>
                    <a:pt x="2870813" y="1153666"/>
                  </a:lnTo>
                  <a:lnTo>
                    <a:pt x="2869741" y="1154253"/>
                  </a:lnTo>
                  <a:lnTo>
                    <a:pt x="2868669" y="1154839"/>
                  </a:lnTo>
                  <a:lnTo>
                    <a:pt x="2867598" y="1155426"/>
                  </a:lnTo>
                  <a:lnTo>
                    <a:pt x="2866526" y="1156013"/>
                  </a:lnTo>
                  <a:lnTo>
                    <a:pt x="2865455" y="1156600"/>
                  </a:lnTo>
                  <a:lnTo>
                    <a:pt x="2864383" y="1157186"/>
                  </a:lnTo>
                  <a:lnTo>
                    <a:pt x="2863311" y="1157773"/>
                  </a:lnTo>
                  <a:lnTo>
                    <a:pt x="2862240" y="1158360"/>
                  </a:lnTo>
                  <a:lnTo>
                    <a:pt x="2861168" y="1158948"/>
                  </a:lnTo>
                  <a:lnTo>
                    <a:pt x="2860097" y="1159535"/>
                  </a:lnTo>
                  <a:lnTo>
                    <a:pt x="2859025" y="1160122"/>
                  </a:lnTo>
                  <a:lnTo>
                    <a:pt x="2857953" y="1160709"/>
                  </a:lnTo>
                  <a:lnTo>
                    <a:pt x="2856882" y="1161297"/>
                  </a:lnTo>
                  <a:lnTo>
                    <a:pt x="2855810" y="1161884"/>
                  </a:lnTo>
                  <a:lnTo>
                    <a:pt x="2854739" y="1162472"/>
                  </a:lnTo>
                  <a:lnTo>
                    <a:pt x="2853667" y="1163059"/>
                  </a:lnTo>
                  <a:lnTo>
                    <a:pt x="2852595" y="1163647"/>
                  </a:lnTo>
                  <a:lnTo>
                    <a:pt x="2851524" y="1164235"/>
                  </a:lnTo>
                  <a:lnTo>
                    <a:pt x="2850452" y="1164823"/>
                  </a:lnTo>
                  <a:lnTo>
                    <a:pt x="2849381" y="1165411"/>
                  </a:lnTo>
                  <a:lnTo>
                    <a:pt x="2848309" y="1165999"/>
                  </a:lnTo>
                  <a:lnTo>
                    <a:pt x="2847237" y="1166587"/>
                  </a:lnTo>
                  <a:lnTo>
                    <a:pt x="2846166" y="1167175"/>
                  </a:lnTo>
                  <a:lnTo>
                    <a:pt x="2845094" y="1167763"/>
                  </a:lnTo>
                  <a:lnTo>
                    <a:pt x="2844023" y="1168351"/>
                  </a:lnTo>
                  <a:lnTo>
                    <a:pt x="2842951" y="1168940"/>
                  </a:lnTo>
                  <a:lnTo>
                    <a:pt x="2841879" y="1169528"/>
                  </a:lnTo>
                  <a:lnTo>
                    <a:pt x="2840808" y="1170117"/>
                  </a:lnTo>
                  <a:lnTo>
                    <a:pt x="2839736" y="1170705"/>
                  </a:lnTo>
                  <a:lnTo>
                    <a:pt x="2838665" y="1171294"/>
                  </a:lnTo>
                  <a:lnTo>
                    <a:pt x="2837593" y="1171883"/>
                  </a:lnTo>
                  <a:lnTo>
                    <a:pt x="2836522" y="1172471"/>
                  </a:lnTo>
                  <a:lnTo>
                    <a:pt x="2835450" y="1173060"/>
                  </a:lnTo>
                  <a:lnTo>
                    <a:pt x="2834378" y="1173649"/>
                  </a:lnTo>
                  <a:lnTo>
                    <a:pt x="2833307" y="1174238"/>
                  </a:lnTo>
                  <a:lnTo>
                    <a:pt x="2832235" y="1174828"/>
                  </a:lnTo>
                  <a:lnTo>
                    <a:pt x="2831164" y="1175417"/>
                  </a:lnTo>
                  <a:lnTo>
                    <a:pt x="2830092" y="1176006"/>
                  </a:lnTo>
                  <a:lnTo>
                    <a:pt x="2829020" y="1176595"/>
                  </a:lnTo>
                  <a:lnTo>
                    <a:pt x="2827949" y="1177185"/>
                  </a:lnTo>
                  <a:lnTo>
                    <a:pt x="2826877" y="1177774"/>
                  </a:lnTo>
                  <a:lnTo>
                    <a:pt x="2825806" y="1178364"/>
                  </a:lnTo>
                  <a:lnTo>
                    <a:pt x="2824734" y="1178954"/>
                  </a:lnTo>
                  <a:lnTo>
                    <a:pt x="2823662" y="1179544"/>
                  </a:lnTo>
                  <a:lnTo>
                    <a:pt x="2822591" y="1180134"/>
                  </a:lnTo>
                  <a:lnTo>
                    <a:pt x="2821519" y="1180723"/>
                  </a:lnTo>
                  <a:lnTo>
                    <a:pt x="2820448" y="1181314"/>
                  </a:lnTo>
                  <a:lnTo>
                    <a:pt x="2819376" y="1181904"/>
                  </a:lnTo>
                  <a:lnTo>
                    <a:pt x="2818304" y="1182494"/>
                  </a:lnTo>
                  <a:lnTo>
                    <a:pt x="2817233" y="1183084"/>
                  </a:lnTo>
                  <a:lnTo>
                    <a:pt x="2816161" y="1183675"/>
                  </a:lnTo>
                  <a:lnTo>
                    <a:pt x="2815090" y="1184265"/>
                  </a:lnTo>
                  <a:lnTo>
                    <a:pt x="2814018" y="1184856"/>
                  </a:lnTo>
                  <a:lnTo>
                    <a:pt x="2812946" y="1185446"/>
                  </a:lnTo>
                  <a:lnTo>
                    <a:pt x="2811875" y="1186037"/>
                  </a:lnTo>
                  <a:lnTo>
                    <a:pt x="2810803" y="1186628"/>
                  </a:lnTo>
                  <a:lnTo>
                    <a:pt x="2809732" y="1187219"/>
                  </a:lnTo>
                  <a:lnTo>
                    <a:pt x="2808660" y="1187810"/>
                  </a:lnTo>
                  <a:lnTo>
                    <a:pt x="2807588" y="1188401"/>
                  </a:lnTo>
                  <a:lnTo>
                    <a:pt x="2806517" y="1188992"/>
                  </a:lnTo>
                  <a:lnTo>
                    <a:pt x="2805445" y="1189583"/>
                  </a:lnTo>
                  <a:lnTo>
                    <a:pt x="2804374" y="1190175"/>
                  </a:lnTo>
                  <a:lnTo>
                    <a:pt x="2803302" y="1190766"/>
                  </a:lnTo>
                  <a:lnTo>
                    <a:pt x="2802230" y="1191358"/>
                  </a:lnTo>
                  <a:lnTo>
                    <a:pt x="2801159" y="1191949"/>
                  </a:lnTo>
                  <a:lnTo>
                    <a:pt x="2800087" y="1192541"/>
                  </a:lnTo>
                  <a:lnTo>
                    <a:pt x="2799016" y="1193133"/>
                  </a:lnTo>
                  <a:lnTo>
                    <a:pt x="2797944" y="1193725"/>
                  </a:lnTo>
                  <a:lnTo>
                    <a:pt x="2796872" y="1194317"/>
                  </a:lnTo>
                  <a:lnTo>
                    <a:pt x="2795801" y="1194909"/>
                  </a:lnTo>
                  <a:lnTo>
                    <a:pt x="2794729" y="1195501"/>
                  </a:lnTo>
                  <a:lnTo>
                    <a:pt x="2793658" y="1196093"/>
                  </a:lnTo>
                  <a:lnTo>
                    <a:pt x="2792586" y="1196685"/>
                  </a:lnTo>
                  <a:lnTo>
                    <a:pt x="2791514" y="1197278"/>
                  </a:lnTo>
                  <a:lnTo>
                    <a:pt x="2790443" y="1197870"/>
                  </a:lnTo>
                  <a:lnTo>
                    <a:pt x="2789371" y="1198463"/>
                  </a:lnTo>
                  <a:lnTo>
                    <a:pt x="2788300" y="1199056"/>
                  </a:lnTo>
                  <a:lnTo>
                    <a:pt x="2787228" y="1199649"/>
                  </a:lnTo>
                  <a:lnTo>
                    <a:pt x="2786156" y="1200241"/>
                  </a:lnTo>
                  <a:lnTo>
                    <a:pt x="2785085" y="1200834"/>
                  </a:lnTo>
                  <a:lnTo>
                    <a:pt x="2784013" y="1201428"/>
                  </a:lnTo>
                  <a:lnTo>
                    <a:pt x="2782942" y="1202021"/>
                  </a:lnTo>
                  <a:lnTo>
                    <a:pt x="2781870" y="1202614"/>
                  </a:lnTo>
                  <a:lnTo>
                    <a:pt x="2780798" y="1203207"/>
                  </a:lnTo>
                  <a:lnTo>
                    <a:pt x="2779727" y="1203801"/>
                  </a:lnTo>
                  <a:lnTo>
                    <a:pt x="2778655" y="1204394"/>
                  </a:lnTo>
                  <a:lnTo>
                    <a:pt x="2777584" y="1204988"/>
                  </a:lnTo>
                  <a:lnTo>
                    <a:pt x="2776512" y="1205582"/>
                  </a:lnTo>
                  <a:lnTo>
                    <a:pt x="2775440" y="1206176"/>
                  </a:lnTo>
                  <a:lnTo>
                    <a:pt x="2774369" y="1206770"/>
                  </a:lnTo>
                  <a:lnTo>
                    <a:pt x="2773297" y="1207364"/>
                  </a:lnTo>
                  <a:lnTo>
                    <a:pt x="2772226" y="1207958"/>
                  </a:lnTo>
                  <a:lnTo>
                    <a:pt x="2771154" y="1208552"/>
                  </a:lnTo>
                  <a:lnTo>
                    <a:pt x="2770082" y="1209146"/>
                  </a:lnTo>
                  <a:lnTo>
                    <a:pt x="2769011" y="1209741"/>
                  </a:lnTo>
                  <a:lnTo>
                    <a:pt x="2767939" y="1210335"/>
                  </a:lnTo>
                  <a:lnTo>
                    <a:pt x="2766868" y="1210930"/>
                  </a:lnTo>
                  <a:lnTo>
                    <a:pt x="2765796" y="1211525"/>
                  </a:lnTo>
                  <a:lnTo>
                    <a:pt x="2764724" y="1212119"/>
                  </a:lnTo>
                  <a:lnTo>
                    <a:pt x="2763653" y="1212714"/>
                  </a:lnTo>
                  <a:lnTo>
                    <a:pt x="2762581" y="1213309"/>
                  </a:lnTo>
                  <a:lnTo>
                    <a:pt x="2761510" y="1213904"/>
                  </a:lnTo>
                  <a:lnTo>
                    <a:pt x="2760438" y="1214500"/>
                  </a:lnTo>
                  <a:lnTo>
                    <a:pt x="2759366" y="1215095"/>
                  </a:lnTo>
                  <a:lnTo>
                    <a:pt x="2758295" y="1215690"/>
                  </a:lnTo>
                  <a:lnTo>
                    <a:pt x="2757223" y="1216286"/>
                  </a:lnTo>
                  <a:lnTo>
                    <a:pt x="2756152" y="1216881"/>
                  </a:lnTo>
                  <a:lnTo>
                    <a:pt x="2755080" y="1217477"/>
                  </a:lnTo>
                  <a:lnTo>
                    <a:pt x="2754008" y="1218073"/>
                  </a:lnTo>
                  <a:lnTo>
                    <a:pt x="2752937" y="1218669"/>
                  </a:lnTo>
                  <a:lnTo>
                    <a:pt x="2751865" y="1219265"/>
                  </a:lnTo>
                  <a:lnTo>
                    <a:pt x="2750794" y="1219861"/>
                  </a:lnTo>
                  <a:lnTo>
                    <a:pt x="2749722" y="1220457"/>
                  </a:lnTo>
                  <a:lnTo>
                    <a:pt x="2748650" y="1221053"/>
                  </a:lnTo>
                  <a:lnTo>
                    <a:pt x="2747579" y="1221650"/>
                  </a:lnTo>
                  <a:lnTo>
                    <a:pt x="2746507" y="1222246"/>
                  </a:lnTo>
                  <a:lnTo>
                    <a:pt x="2745436" y="1222843"/>
                  </a:lnTo>
                  <a:lnTo>
                    <a:pt x="2744364" y="1223439"/>
                  </a:lnTo>
                  <a:lnTo>
                    <a:pt x="2743292" y="1224036"/>
                  </a:lnTo>
                  <a:lnTo>
                    <a:pt x="2742221" y="1224633"/>
                  </a:lnTo>
                  <a:lnTo>
                    <a:pt x="2741149" y="1225230"/>
                  </a:lnTo>
                  <a:lnTo>
                    <a:pt x="2740078" y="1225827"/>
                  </a:lnTo>
                  <a:lnTo>
                    <a:pt x="2739006" y="1226424"/>
                  </a:lnTo>
                  <a:lnTo>
                    <a:pt x="2737934" y="1227021"/>
                  </a:lnTo>
                  <a:lnTo>
                    <a:pt x="2736863" y="1227619"/>
                  </a:lnTo>
                  <a:lnTo>
                    <a:pt x="2735791" y="1228216"/>
                  </a:lnTo>
                  <a:lnTo>
                    <a:pt x="2734720" y="1228814"/>
                  </a:lnTo>
                  <a:lnTo>
                    <a:pt x="2733648" y="1229412"/>
                  </a:lnTo>
                  <a:lnTo>
                    <a:pt x="2732576" y="1230009"/>
                  </a:lnTo>
                  <a:lnTo>
                    <a:pt x="2731505" y="1230607"/>
                  </a:lnTo>
                  <a:lnTo>
                    <a:pt x="2730433" y="1231205"/>
                  </a:lnTo>
                  <a:lnTo>
                    <a:pt x="2729362" y="1231803"/>
                  </a:lnTo>
                  <a:lnTo>
                    <a:pt x="2728290" y="1232402"/>
                  </a:lnTo>
                  <a:lnTo>
                    <a:pt x="2727218" y="1233000"/>
                  </a:lnTo>
                  <a:lnTo>
                    <a:pt x="2726147" y="1233598"/>
                  </a:lnTo>
                  <a:lnTo>
                    <a:pt x="2725075" y="1234197"/>
                  </a:lnTo>
                  <a:lnTo>
                    <a:pt x="2724004" y="1234795"/>
                  </a:lnTo>
                  <a:lnTo>
                    <a:pt x="2722932" y="1235394"/>
                  </a:lnTo>
                  <a:lnTo>
                    <a:pt x="2721860" y="1235993"/>
                  </a:lnTo>
                  <a:lnTo>
                    <a:pt x="2720789" y="1236592"/>
                  </a:lnTo>
                  <a:lnTo>
                    <a:pt x="2719717" y="1237191"/>
                  </a:lnTo>
                  <a:lnTo>
                    <a:pt x="2718646" y="1237790"/>
                  </a:lnTo>
                  <a:lnTo>
                    <a:pt x="2717574" y="1238389"/>
                  </a:lnTo>
                  <a:lnTo>
                    <a:pt x="2716502" y="1238988"/>
                  </a:lnTo>
                  <a:lnTo>
                    <a:pt x="2715431" y="1239588"/>
                  </a:lnTo>
                  <a:lnTo>
                    <a:pt x="2714359" y="1240187"/>
                  </a:lnTo>
                  <a:lnTo>
                    <a:pt x="2713288" y="1240787"/>
                  </a:lnTo>
                  <a:lnTo>
                    <a:pt x="2712216" y="1241387"/>
                  </a:lnTo>
                  <a:lnTo>
                    <a:pt x="2711144" y="1241986"/>
                  </a:lnTo>
                  <a:lnTo>
                    <a:pt x="2710073" y="1242586"/>
                  </a:lnTo>
                  <a:lnTo>
                    <a:pt x="2709001" y="1243186"/>
                  </a:lnTo>
                  <a:lnTo>
                    <a:pt x="2707930" y="1243787"/>
                  </a:lnTo>
                  <a:lnTo>
                    <a:pt x="2706858" y="1244387"/>
                  </a:lnTo>
                  <a:lnTo>
                    <a:pt x="2705786" y="1244987"/>
                  </a:lnTo>
                  <a:lnTo>
                    <a:pt x="2704715" y="1245588"/>
                  </a:lnTo>
                  <a:lnTo>
                    <a:pt x="2703643" y="1246188"/>
                  </a:lnTo>
                  <a:lnTo>
                    <a:pt x="2702572" y="1246789"/>
                  </a:lnTo>
                  <a:lnTo>
                    <a:pt x="2701500" y="1247389"/>
                  </a:lnTo>
                  <a:lnTo>
                    <a:pt x="2700428" y="1247990"/>
                  </a:lnTo>
                  <a:lnTo>
                    <a:pt x="2699357" y="1248591"/>
                  </a:lnTo>
                  <a:lnTo>
                    <a:pt x="2698285" y="1249192"/>
                  </a:lnTo>
                  <a:lnTo>
                    <a:pt x="2697214" y="1249793"/>
                  </a:lnTo>
                  <a:lnTo>
                    <a:pt x="2696142" y="1250395"/>
                  </a:lnTo>
                  <a:lnTo>
                    <a:pt x="2695070" y="1250996"/>
                  </a:lnTo>
                  <a:lnTo>
                    <a:pt x="2693999" y="1251598"/>
                  </a:lnTo>
                  <a:lnTo>
                    <a:pt x="2692927" y="1252199"/>
                  </a:lnTo>
                  <a:lnTo>
                    <a:pt x="2691856" y="1252801"/>
                  </a:lnTo>
                  <a:lnTo>
                    <a:pt x="2690784" y="1253403"/>
                  </a:lnTo>
                  <a:lnTo>
                    <a:pt x="2689712" y="1254004"/>
                  </a:lnTo>
                  <a:lnTo>
                    <a:pt x="2688641" y="1254606"/>
                  </a:lnTo>
                  <a:lnTo>
                    <a:pt x="2687569" y="1255209"/>
                  </a:lnTo>
                  <a:lnTo>
                    <a:pt x="2686498" y="1255811"/>
                  </a:lnTo>
                  <a:lnTo>
                    <a:pt x="2685426" y="1256413"/>
                  </a:lnTo>
                  <a:lnTo>
                    <a:pt x="2684354" y="1257015"/>
                  </a:lnTo>
                  <a:lnTo>
                    <a:pt x="2683283" y="1257618"/>
                  </a:lnTo>
                  <a:lnTo>
                    <a:pt x="2682211" y="1258221"/>
                  </a:lnTo>
                  <a:lnTo>
                    <a:pt x="2681140" y="1258823"/>
                  </a:lnTo>
                  <a:lnTo>
                    <a:pt x="2680068" y="1259426"/>
                  </a:lnTo>
                  <a:lnTo>
                    <a:pt x="2678996" y="1260029"/>
                  </a:lnTo>
                  <a:lnTo>
                    <a:pt x="2677925" y="1260632"/>
                  </a:lnTo>
                  <a:lnTo>
                    <a:pt x="2676853" y="1261235"/>
                  </a:lnTo>
                  <a:lnTo>
                    <a:pt x="2675782" y="1261838"/>
                  </a:lnTo>
                  <a:lnTo>
                    <a:pt x="2674710" y="1262442"/>
                  </a:lnTo>
                  <a:lnTo>
                    <a:pt x="2673638" y="1263045"/>
                  </a:lnTo>
                  <a:lnTo>
                    <a:pt x="2672567" y="1263649"/>
                  </a:lnTo>
                  <a:lnTo>
                    <a:pt x="2671495" y="1264252"/>
                  </a:lnTo>
                  <a:lnTo>
                    <a:pt x="2670424" y="1264856"/>
                  </a:lnTo>
                  <a:lnTo>
                    <a:pt x="2669352" y="1265460"/>
                  </a:lnTo>
                  <a:lnTo>
                    <a:pt x="2668280" y="1266064"/>
                  </a:lnTo>
                  <a:lnTo>
                    <a:pt x="2667209" y="1266668"/>
                  </a:lnTo>
                  <a:lnTo>
                    <a:pt x="2666137" y="1267272"/>
                  </a:lnTo>
                  <a:lnTo>
                    <a:pt x="2665066" y="1267876"/>
                  </a:lnTo>
                  <a:lnTo>
                    <a:pt x="2663994" y="1268481"/>
                  </a:lnTo>
                  <a:lnTo>
                    <a:pt x="2662922" y="1269085"/>
                  </a:lnTo>
                  <a:lnTo>
                    <a:pt x="2661851" y="1269690"/>
                  </a:lnTo>
                  <a:lnTo>
                    <a:pt x="2660779" y="1270294"/>
                  </a:lnTo>
                  <a:lnTo>
                    <a:pt x="2659708" y="1270899"/>
                  </a:lnTo>
                  <a:lnTo>
                    <a:pt x="2658636" y="1271504"/>
                  </a:lnTo>
                  <a:lnTo>
                    <a:pt x="2657565" y="1272109"/>
                  </a:lnTo>
                  <a:lnTo>
                    <a:pt x="2656493" y="1272714"/>
                  </a:lnTo>
                  <a:lnTo>
                    <a:pt x="2655421" y="1273319"/>
                  </a:lnTo>
                  <a:lnTo>
                    <a:pt x="2654350" y="1273925"/>
                  </a:lnTo>
                  <a:lnTo>
                    <a:pt x="2653278" y="1274530"/>
                  </a:lnTo>
                  <a:lnTo>
                    <a:pt x="2652207" y="1275135"/>
                  </a:lnTo>
                  <a:lnTo>
                    <a:pt x="2651135" y="1275741"/>
                  </a:lnTo>
                  <a:lnTo>
                    <a:pt x="2650063" y="1276347"/>
                  </a:lnTo>
                  <a:lnTo>
                    <a:pt x="2648992" y="1276953"/>
                  </a:lnTo>
                  <a:lnTo>
                    <a:pt x="2647920" y="1277558"/>
                  </a:lnTo>
                  <a:lnTo>
                    <a:pt x="2646849" y="1278164"/>
                  </a:lnTo>
                  <a:lnTo>
                    <a:pt x="2645777" y="1278771"/>
                  </a:lnTo>
                  <a:lnTo>
                    <a:pt x="2644705" y="1279377"/>
                  </a:lnTo>
                  <a:lnTo>
                    <a:pt x="2643634" y="1279983"/>
                  </a:lnTo>
                  <a:lnTo>
                    <a:pt x="2642562" y="1280589"/>
                  </a:lnTo>
                  <a:lnTo>
                    <a:pt x="2641491" y="1281196"/>
                  </a:lnTo>
                  <a:lnTo>
                    <a:pt x="2640419" y="1281803"/>
                  </a:lnTo>
                  <a:lnTo>
                    <a:pt x="2639347" y="1282409"/>
                  </a:lnTo>
                  <a:lnTo>
                    <a:pt x="2638276" y="1283016"/>
                  </a:lnTo>
                  <a:lnTo>
                    <a:pt x="2637204" y="1283623"/>
                  </a:lnTo>
                  <a:lnTo>
                    <a:pt x="2636133" y="1284230"/>
                  </a:lnTo>
                  <a:lnTo>
                    <a:pt x="2635061" y="1284837"/>
                  </a:lnTo>
                  <a:lnTo>
                    <a:pt x="2633989" y="1285444"/>
                  </a:lnTo>
                  <a:lnTo>
                    <a:pt x="2632918" y="1286052"/>
                  </a:lnTo>
                  <a:lnTo>
                    <a:pt x="2631846" y="1286659"/>
                  </a:lnTo>
                  <a:lnTo>
                    <a:pt x="2630775" y="1287267"/>
                  </a:lnTo>
                  <a:lnTo>
                    <a:pt x="2629703" y="1287874"/>
                  </a:lnTo>
                  <a:lnTo>
                    <a:pt x="2628631" y="1288482"/>
                  </a:lnTo>
                  <a:lnTo>
                    <a:pt x="2627560" y="1289090"/>
                  </a:lnTo>
                  <a:lnTo>
                    <a:pt x="2626488" y="1289698"/>
                  </a:lnTo>
                  <a:lnTo>
                    <a:pt x="2625417" y="1290306"/>
                  </a:lnTo>
                  <a:lnTo>
                    <a:pt x="2624345" y="1290914"/>
                  </a:lnTo>
                  <a:lnTo>
                    <a:pt x="2623273" y="1291522"/>
                  </a:lnTo>
                  <a:lnTo>
                    <a:pt x="2622202" y="1292131"/>
                  </a:lnTo>
                  <a:lnTo>
                    <a:pt x="2621130" y="1292739"/>
                  </a:lnTo>
                  <a:lnTo>
                    <a:pt x="2620059" y="1293348"/>
                  </a:lnTo>
                  <a:lnTo>
                    <a:pt x="2618987" y="1293956"/>
                  </a:lnTo>
                  <a:lnTo>
                    <a:pt x="2617915" y="1294565"/>
                  </a:lnTo>
                  <a:lnTo>
                    <a:pt x="2616844" y="1295174"/>
                  </a:lnTo>
                  <a:lnTo>
                    <a:pt x="2615772" y="1295783"/>
                  </a:lnTo>
                  <a:lnTo>
                    <a:pt x="2614701" y="1296392"/>
                  </a:lnTo>
                  <a:lnTo>
                    <a:pt x="2613629" y="1297001"/>
                  </a:lnTo>
                  <a:lnTo>
                    <a:pt x="2612557" y="1297610"/>
                  </a:lnTo>
                  <a:lnTo>
                    <a:pt x="2611486" y="1298220"/>
                  </a:lnTo>
                  <a:lnTo>
                    <a:pt x="2610414" y="1298829"/>
                  </a:lnTo>
                  <a:lnTo>
                    <a:pt x="2609343" y="1299439"/>
                  </a:lnTo>
                  <a:lnTo>
                    <a:pt x="2608271" y="1300048"/>
                  </a:lnTo>
                  <a:lnTo>
                    <a:pt x="2607199" y="1300658"/>
                  </a:lnTo>
                  <a:lnTo>
                    <a:pt x="2606128" y="1301268"/>
                  </a:lnTo>
                  <a:lnTo>
                    <a:pt x="2605056" y="1301878"/>
                  </a:lnTo>
                  <a:lnTo>
                    <a:pt x="2603985" y="1302488"/>
                  </a:lnTo>
                  <a:lnTo>
                    <a:pt x="2602913" y="1303098"/>
                  </a:lnTo>
                  <a:lnTo>
                    <a:pt x="2601841" y="1303709"/>
                  </a:lnTo>
                  <a:lnTo>
                    <a:pt x="2600770" y="1304319"/>
                  </a:lnTo>
                  <a:lnTo>
                    <a:pt x="2599698" y="1304929"/>
                  </a:lnTo>
                  <a:lnTo>
                    <a:pt x="2598627" y="1305540"/>
                  </a:lnTo>
                  <a:lnTo>
                    <a:pt x="2597555" y="1306151"/>
                  </a:lnTo>
                  <a:lnTo>
                    <a:pt x="2596483" y="1306761"/>
                  </a:lnTo>
                  <a:lnTo>
                    <a:pt x="2595412" y="1307372"/>
                  </a:lnTo>
                  <a:lnTo>
                    <a:pt x="2594340" y="1307983"/>
                  </a:lnTo>
                  <a:lnTo>
                    <a:pt x="2593269" y="1308594"/>
                  </a:lnTo>
                  <a:lnTo>
                    <a:pt x="2592197" y="1309205"/>
                  </a:lnTo>
                  <a:lnTo>
                    <a:pt x="2591125" y="1309817"/>
                  </a:lnTo>
                  <a:lnTo>
                    <a:pt x="2590054" y="1310428"/>
                  </a:lnTo>
                  <a:lnTo>
                    <a:pt x="2588982" y="1311039"/>
                  </a:lnTo>
                  <a:lnTo>
                    <a:pt x="2587911" y="1311651"/>
                  </a:lnTo>
                  <a:lnTo>
                    <a:pt x="2586839" y="1312263"/>
                  </a:lnTo>
                  <a:lnTo>
                    <a:pt x="2585767" y="1312874"/>
                  </a:lnTo>
                  <a:lnTo>
                    <a:pt x="2584696" y="1313486"/>
                  </a:lnTo>
                  <a:lnTo>
                    <a:pt x="2583624" y="1314098"/>
                  </a:lnTo>
                  <a:lnTo>
                    <a:pt x="2582553" y="1314710"/>
                  </a:lnTo>
                  <a:lnTo>
                    <a:pt x="2581481" y="1315322"/>
                  </a:lnTo>
                  <a:lnTo>
                    <a:pt x="2580409" y="1315935"/>
                  </a:lnTo>
                  <a:lnTo>
                    <a:pt x="2579338" y="1316547"/>
                  </a:lnTo>
                  <a:lnTo>
                    <a:pt x="2578266" y="1317159"/>
                  </a:lnTo>
                  <a:lnTo>
                    <a:pt x="2577195" y="1317772"/>
                  </a:lnTo>
                  <a:lnTo>
                    <a:pt x="2576123" y="1318384"/>
                  </a:lnTo>
                  <a:lnTo>
                    <a:pt x="2575051" y="1318997"/>
                  </a:lnTo>
                  <a:lnTo>
                    <a:pt x="2573980" y="1319610"/>
                  </a:lnTo>
                  <a:lnTo>
                    <a:pt x="2572908" y="1320223"/>
                  </a:lnTo>
                  <a:lnTo>
                    <a:pt x="2571837" y="1320836"/>
                  </a:lnTo>
                  <a:lnTo>
                    <a:pt x="2570765" y="1321449"/>
                  </a:lnTo>
                  <a:lnTo>
                    <a:pt x="2569693" y="1322062"/>
                  </a:lnTo>
                  <a:lnTo>
                    <a:pt x="2568622" y="1322676"/>
                  </a:lnTo>
                  <a:lnTo>
                    <a:pt x="2567550" y="1323289"/>
                  </a:lnTo>
                  <a:lnTo>
                    <a:pt x="2566479" y="1323902"/>
                  </a:lnTo>
                  <a:lnTo>
                    <a:pt x="2565407" y="1324516"/>
                  </a:lnTo>
                  <a:lnTo>
                    <a:pt x="2564335" y="1325130"/>
                  </a:lnTo>
                  <a:lnTo>
                    <a:pt x="2563264" y="1325743"/>
                  </a:lnTo>
                  <a:lnTo>
                    <a:pt x="2562192" y="1326357"/>
                  </a:lnTo>
                  <a:lnTo>
                    <a:pt x="2561121" y="1326971"/>
                  </a:lnTo>
                  <a:lnTo>
                    <a:pt x="2560049" y="1327585"/>
                  </a:lnTo>
                  <a:lnTo>
                    <a:pt x="2558977" y="1328200"/>
                  </a:lnTo>
                  <a:lnTo>
                    <a:pt x="2557906" y="1328814"/>
                  </a:lnTo>
                  <a:lnTo>
                    <a:pt x="2556834" y="1329428"/>
                  </a:lnTo>
                  <a:lnTo>
                    <a:pt x="2555763" y="1330043"/>
                  </a:lnTo>
                  <a:lnTo>
                    <a:pt x="2554691" y="1330657"/>
                  </a:lnTo>
                  <a:lnTo>
                    <a:pt x="2553619" y="1331272"/>
                  </a:lnTo>
                  <a:lnTo>
                    <a:pt x="2552548" y="1331887"/>
                  </a:lnTo>
                  <a:lnTo>
                    <a:pt x="2551476" y="1332501"/>
                  </a:lnTo>
                  <a:lnTo>
                    <a:pt x="2550405" y="1333116"/>
                  </a:lnTo>
                  <a:lnTo>
                    <a:pt x="2549333" y="1333731"/>
                  </a:lnTo>
                  <a:lnTo>
                    <a:pt x="2548261" y="1334346"/>
                  </a:lnTo>
                  <a:lnTo>
                    <a:pt x="2547190" y="1334962"/>
                  </a:lnTo>
                  <a:lnTo>
                    <a:pt x="2546118" y="1335577"/>
                  </a:lnTo>
                  <a:lnTo>
                    <a:pt x="2545047" y="1336192"/>
                  </a:lnTo>
                  <a:lnTo>
                    <a:pt x="2543975" y="1336808"/>
                  </a:lnTo>
                  <a:lnTo>
                    <a:pt x="2542903" y="1337423"/>
                  </a:lnTo>
                  <a:lnTo>
                    <a:pt x="2541832" y="1338039"/>
                  </a:lnTo>
                  <a:lnTo>
                    <a:pt x="2540760" y="1338655"/>
                  </a:lnTo>
                  <a:lnTo>
                    <a:pt x="2539689" y="1339271"/>
                  </a:lnTo>
                  <a:lnTo>
                    <a:pt x="2538617" y="1339887"/>
                  </a:lnTo>
                  <a:lnTo>
                    <a:pt x="2537545" y="1340503"/>
                  </a:lnTo>
                  <a:lnTo>
                    <a:pt x="2536474" y="1341119"/>
                  </a:lnTo>
                  <a:lnTo>
                    <a:pt x="2535402" y="1341735"/>
                  </a:lnTo>
                  <a:lnTo>
                    <a:pt x="2534331" y="1342351"/>
                  </a:lnTo>
                  <a:lnTo>
                    <a:pt x="2533259" y="1342968"/>
                  </a:lnTo>
                  <a:lnTo>
                    <a:pt x="2532187" y="1343584"/>
                  </a:lnTo>
                  <a:lnTo>
                    <a:pt x="2531116" y="1344201"/>
                  </a:lnTo>
                  <a:lnTo>
                    <a:pt x="2530044" y="1344818"/>
                  </a:lnTo>
                  <a:lnTo>
                    <a:pt x="2528973" y="1345434"/>
                  </a:lnTo>
                  <a:lnTo>
                    <a:pt x="2527901" y="1346051"/>
                  </a:lnTo>
                  <a:lnTo>
                    <a:pt x="2526829" y="1346668"/>
                  </a:lnTo>
                  <a:lnTo>
                    <a:pt x="2525758" y="1347285"/>
                  </a:lnTo>
                  <a:lnTo>
                    <a:pt x="2524686" y="1347902"/>
                  </a:lnTo>
                  <a:lnTo>
                    <a:pt x="2523615" y="1348520"/>
                  </a:lnTo>
                  <a:lnTo>
                    <a:pt x="2522543" y="1349137"/>
                  </a:lnTo>
                  <a:lnTo>
                    <a:pt x="2521471" y="1349754"/>
                  </a:lnTo>
                  <a:lnTo>
                    <a:pt x="2520400" y="1350372"/>
                  </a:lnTo>
                  <a:lnTo>
                    <a:pt x="2519328" y="1350990"/>
                  </a:lnTo>
                  <a:lnTo>
                    <a:pt x="2518257" y="1351607"/>
                  </a:lnTo>
                  <a:lnTo>
                    <a:pt x="2517185" y="1352225"/>
                  </a:lnTo>
                  <a:lnTo>
                    <a:pt x="2516113" y="1352843"/>
                  </a:lnTo>
                  <a:lnTo>
                    <a:pt x="2515042" y="1353461"/>
                  </a:lnTo>
                  <a:lnTo>
                    <a:pt x="2513970" y="1354079"/>
                  </a:lnTo>
                  <a:lnTo>
                    <a:pt x="2512899" y="1354697"/>
                  </a:lnTo>
                  <a:lnTo>
                    <a:pt x="2511827" y="1355315"/>
                  </a:lnTo>
                  <a:lnTo>
                    <a:pt x="2510755" y="1355934"/>
                  </a:lnTo>
                  <a:lnTo>
                    <a:pt x="2509684" y="1356552"/>
                  </a:lnTo>
                  <a:lnTo>
                    <a:pt x="2508612" y="1357171"/>
                  </a:lnTo>
                  <a:lnTo>
                    <a:pt x="2507541" y="1357789"/>
                  </a:lnTo>
                  <a:lnTo>
                    <a:pt x="2506469" y="1358408"/>
                  </a:lnTo>
                  <a:lnTo>
                    <a:pt x="2505397" y="1359027"/>
                  </a:lnTo>
                  <a:lnTo>
                    <a:pt x="2504326" y="1359646"/>
                  </a:lnTo>
                  <a:lnTo>
                    <a:pt x="2503254" y="1360264"/>
                  </a:lnTo>
                  <a:lnTo>
                    <a:pt x="2502183" y="1360884"/>
                  </a:lnTo>
                  <a:lnTo>
                    <a:pt x="2501111" y="1361503"/>
                  </a:lnTo>
                  <a:lnTo>
                    <a:pt x="2500039" y="1362122"/>
                  </a:lnTo>
                  <a:lnTo>
                    <a:pt x="2498968" y="1362741"/>
                  </a:lnTo>
                  <a:lnTo>
                    <a:pt x="2497896" y="1363361"/>
                  </a:lnTo>
                  <a:lnTo>
                    <a:pt x="2496825" y="1363980"/>
                  </a:lnTo>
                  <a:lnTo>
                    <a:pt x="2495753" y="1364600"/>
                  </a:lnTo>
                  <a:lnTo>
                    <a:pt x="2494681" y="1365219"/>
                  </a:lnTo>
                  <a:lnTo>
                    <a:pt x="2493610" y="1365839"/>
                  </a:lnTo>
                  <a:lnTo>
                    <a:pt x="2492538" y="1366459"/>
                  </a:lnTo>
                  <a:lnTo>
                    <a:pt x="2491467" y="1367079"/>
                  </a:lnTo>
                  <a:lnTo>
                    <a:pt x="2490395" y="1367699"/>
                  </a:lnTo>
                  <a:lnTo>
                    <a:pt x="2489323" y="1368319"/>
                  </a:lnTo>
                  <a:lnTo>
                    <a:pt x="2488252" y="1368939"/>
                  </a:lnTo>
                  <a:lnTo>
                    <a:pt x="2487180" y="1369559"/>
                  </a:lnTo>
                  <a:lnTo>
                    <a:pt x="2486109" y="1370180"/>
                  </a:lnTo>
                  <a:lnTo>
                    <a:pt x="2485037" y="1370800"/>
                  </a:lnTo>
                  <a:lnTo>
                    <a:pt x="2483966" y="1371421"/>
                  </a:lnTo>
                  <a:lnTo>
                    <a:pt x="2482894" y="1372041"/>
                  </a:lnTo>
                  <a:lnTo>
                    <a:pt x="2481822" y="1372662"/>
                  </a:lnTo>
                  <a:lnTo>
                    <a:pt x="2480751" y="1373283"/>
                  </a:lnTo>
                  <a:lnTo>
                    <a:pt x="2479679" y="1373904"/>
                  </a:lnTo>
                  <a:lnTo>
                    <a:pt x="2478608" y="1374524"/>
                  </a:lnTo>
                  <a:lnTo>
                    <a:pt x="2477536" y="1375145"/>
                  </a:lnTo>
                  <a:lnTo>
                    <a:pt x="2476464" y="1375767"/>
                  </a:lnTo>
                  <a:lnTo>
                    <a:pt x="2475393" y="1376388"/>
                  </a:lnTo>
                  <a:lnTo>
                    <a:pt x="2474321" y="1377009"/>
                  </a:lnTo>
                  <a:lnTo>
                    <a:pt x="2473250" y="1377630"/>
                  </a:lnTo>
                  <a:lnTo>
                    <a:pt x="2472178" y="1378252"/>
                  </a:lnTo>
                  <a:lnTo>
                    <a:pt x="2471106" y="1378873"/>
                  </a:lnTo>
                  <a:lnTo>
                    <a:pt x="2470035" y="1379495"/>
                  </a:lnTo>
                  <a:lnTo>
                    <a:pt x="2468963" y="1380117"/>
                  </a:lnTo>
                  <a:lnTo>
                    <a:pt x="2467892" y="1380739"/>
                  </a:lnTo>
                  <a:lnTo>
                    <a:pt x="2466820" y="1381360"/>
                  </a:lnTo>
                  <a:lnTo>
                    <a:pt x="2465748" y="1381982"/>
                  </a:lnTo>
                  <a:lnTo>
                    <a:pt x="2464677" y="1382604"/>
                  </a:lnTo>
                  <a:lnTo>
                    <a:pt x="2463605" y="1383227"/>
                  </a:lnTo>
                  <a:lnTo>
                    <a:pt x="2462534" y="1383849"/>
                  </a:lnTo>
                  <a:lnTo>
                    <a:pt x="2461462" y="1384471"/>
                  </a:lnTo>
                  <a:lnTo>
                    <a:pt x="2460390" y="1385093"/>
                  </a:lnTo>
                  <a:lnTo>
                    <a:pt x="2459319" y="1385716"/>
                  </a:lnTo>
                  <a:lnTo>
                    <a:pt x="2458247" y="1386338"/>
                  </a:lnTo>
                  <a:lnTo>
                    <a:pt x="2457176" y="1386961"/>
                  </a:lnTo>
                  <a:lnTo>
                    <a:pt x="2456104" y="1387584"/>
                  </a:lnTo>
                  <a:lnTo>
                    <a:pt x="2455032" y="1388207"/>
                  </a:lnTo>
                  <a:lnTo>
                    <a:pt x="2453961" y="1388829"/>
                  </a:lnTo>
                  <a:lnTo>
                    <a:pt x="2452889" y="1389452"/>
                  </a:lnTo>
                  <a:lnTo>
                    <a:pt x="2451818" y="1390075"/>
                  </a:lnTo>
                  <a:lnTo>
                    <a:pt x="2450746" y="1390699"/>
                  </a:lnTo>
                  <a:lnTo>
                    <a:pt x="2449674" y="1391322"/>
                  </a:lnTo>
                  <a:lnTo>
                    <a:pt x="2448603" y="1391945"/>
                  </a:lnTo>
                  <a:lnTo>
                    <a:pt x="2447531" y="1392568"/>
                  </a:lnTo>
                  <a:lnTo>
                    <a:pt x="2446460" y="1393192"/>
                  </a:lnTo>
                  <a:lnTo>
                    <a:pt x="2445388" y="1393815"/>
                  </a:lnTo>
                  <a:lnTo>
                    <a:pt x="2444316" y="1394439"/>
                  </a:lnTo>
                  <a:lnTo>
                    <a:pt x="2443245" y="1395063"/>
                  </a:lnTo>
                  <a:lnTo>
                    <a:pt x="2442173" y="1395686"/>
                  </a:lnTo>
                  <a:lnTo>
                    <a:pt x="2441102" y="1396310"/>
                  </a:lnTo>
                  <a:lnTo>
                    <a:pt x="2440030" y="1396934"/>
                  </a:lnTo>
                  <a:lnTo>
                    <a:pt x="2438958" y="1397558"/>
                  </a:lnTo>
                  <a:lnTo>
                    <a:pt x="2437887" y="1398182"/>
                  </a:lnTo>
                  <a:lnTo>
                    <a:pt x="2436815" y="1398806"/>
                  </a:lnTo>
                  <a:lnTo>
                    <a:pt x="2435744" y="1399431"/>
                  </a:lnTo>
                  <a:lnTo>
                    <a:pt x="2434672" y="1400055"/>
                  </a:lnTo>
                  <a:lnTo>
                    <a:pt x="2433600" y="1400679"/>
                  </a:lnTo>
                  <a:lnTo>
                    <a:pt x="2432529" y="1401304"/>
                  </a:lnTo>
                  <a:lnTo>
                    <a:pt x="2431457" y="1401928"/>
                  </a:lnTo>
                  <a:lnTo>
                    <a:pt x="2430386" y="1402553"/>
                  </a:lnTo>
                  <a:lnTo>
                    <a:pt x="2429314" y="1403178"/>
                  </a:lnTo>
                  <a:lnTo>
                    <a:pt x="2428242" y="1403802"/>
                  </a:lnTo>
                  <a:lnTo>
                    <a:pt x="2427171" y="1404427"/>
                  </a:lnTo>
                  <a:lnTo>
                    <a:pt x="2426099" y="1405052"/>
                  </a:lnTo>
                  <a:lnTo>
                    <a:pt x="2425028" y="1405677"/>
                  </a:lnTo>
                  <a:lnTo>
                    <a:pt x="2423956" y="1406302"/>
                  </a:lnTo>
                  <a:lnTo>
                    <a:pt x="2422884" y="1406928"/>
                  </a:lnTo>
                  <a:lnTo>
                    <a:pt x="2421813" y="1407553"/>
                  </a:lnTo>
                  <a:lnTo>
                    <a:pt x="2420741" y="1408178"/>
                  </a:lnTo>
                  <a:lnTo>
                    <a:pt x="2419670" y="1408803"/>
                  </a:lnTo>
                  <a:lnTo>
                    <a:pt x="2418598" y="1409429"/>
                  </a:lnTo>
                  <a:lnTo>
                    <a:pt x="2417526" y="1410055"/>
                  </a:lnTo>
                  <a:lnTo>
                    <a:pt x="2416455" y="1410680"/>
                  </a:lnTo>
                  <a:lnTo>
                    <a:pt x="2415383" y="1411306"/>
                  </a:lnTo>
                  <a:lnTo>
                    <a:pt x="2414312" y="1411932"/>
                  </a:lnTo>
                  <a:lnTo>
                    <a:pt x="2413240" y="1412558"/>
                  </a:lnTo>
                  <a:lnTo>
                    <a:pt x="2412168" y="1413183"/>
                  </a:lnTo>
                  <a:lnTo>
                    <a:pt x="2411097" y="1413809"/>
                  </a:lnTo>
                  <a:lnTo>
                    <a:pt x="2410025" y="1414436"/>
                  </a:lnTo>
                  <a:lnTo>
                    <a:pt x="2408954" y="1415062"/>
                  </a:lnTo>
                  <a:lnTo>
                    <a:pt x="2407882" y="1415688"/>
                  </a:lnTo>
                  <a:lnTo>
                    <a:pt x="2406810" y="1416314"/>
                  </a:lnTo>
                  <a:lnTo>
                    <a:pt x="2405739" y="1416941"/>
                  </a:lnTo>
                  <a:lnTo>
                    <a:pt x="2404667" y="1417567"/>
                  </a:lnTo>
                  <a:lnTo>
                    <a:pt x="2403596" y="1418194"/>
                  </a:lnTo>
                  <a:lnTo>
                    <a:pt x="2402524" y="1418820"/>
                  </a:lnTo>
                  <a:lnTo>
                    <a:pt x="2401452" y="1419447"/>
                  </a:lnTo>
                  <a:lnTo>
                    <a:pt x="2400381" y="1420074"/>
                  </a:lnTo>
                  <a:lnTo>
                    <a:pt x="2399309" y="1420701"/>
                  </a:lnTo>
                  <a:lnTo>
                    <a:pt x="2398238" y="1421327"/>
                  </a:lnTo>
                  <a:lnTo>
                    <a:pt x="2397166" y="1421954"/>
                  </a:lnTo>
                  <a:lnTo>
                    <a:pt x="2396094" y="1422581"/>
                  </a:lnTo>
                  <a:lnTo>
                    <a:pt x="2395023" y="1423209"/>
                  </a:lnTo>
                  <a:lnTo>
                    <a:pt x="2393951" y="1423836"/>
                  </a:lnTo>
                  <a:lnTo>
                    <a:pt x="2392880" y="1424463"/>
                  </a:lnTo>
                  <a:lnTo>
                    <a:pt x="2391808" y="1425090"/>
                  </a:lnTo>
                  <a:lnTo>
                    <a:pt x="2390736" y="1425718"/>
                  </a:lnTo>
                  <a:lnTo>
                    <a:pt x="2389665" y="1426345"/>
                  </a:lnTo>
                  <a:lnTo>
                    <a:pt x="2388593" y="1426973"/>
                  </a:lnTo>
                  <a:lnTo>
                    <a:pt x="2387522" y="1427601"/>
                  </a:lnTo>
                  <a:lnTo>
                    <a:pt x="2386450" y="1428228"/>
                  </a:lnTo>
                  <a:lnTo>
                    <a:pt x="2385378" y="1428856"/>
                  </a:lnTo>
                  <a:lnTo>
                    <a:pt x="2384307" y="1429484"/>
                  </a:lnTo>
                  <a:lnTo>
                    <a:pt x="2383235" y="1430112"/>
                  </a:lnTo>
                  <a:lnTo>
                    <a:pt x="2382164" y="1430740"/>
                  </a:lnTo>
                  <a:lnTo>
                    <a:pt x="2381092" y="1431368"/>
                  </a:lnTo>
                  <a:lnTo>
                    <a:pt x="2380020" y="1431996"/>
                  </a:lnTo>
                  <a:lnTo>
                    <a:pt x="2378949" y="1432624"/>
                  </a:lnTo>
                  <a:lnTo>
                    <a:pt x="2377877" y="1433252"/>
                  </a:lnTo>
                  <a:lnTo>
                    <a:pt x="2376806" y="1433881"/>
                  </a:lnTo>
                  <a:lnTo>
                    <a:pt x="2375734" y="1434509"/>
                  </a:lnTo>
                  <a:lnTo>
                    <a:pt x="2374662" y="1435138"/>
                  </a:lnTo>
                  <a:lnTo>
                    <a:pt x="2373591" y="1435766"/>
                  </a:lnTo>
                  <a:lnTo>
                    <a:pt x="2372519" y="1436395"/>
                  </a:lnTo>
                  <a:lnTo>
                    <a:pt x="2371448" y="1437024"/>
                  </a:lnTo>
                  <a:lnTo>
                    <a:pt x="2370376" y="1437652"/>
                  </a:lnTo>
                  <a:lnTo>
                    <a:pt x="2369304" y="1438281"/>
                  </a:lnTo>
                  <a:lnTo>
                    <a:pt x="2368233" y="1438910"/>
                  </a:lnTo>
                  <a:lnTo>
                    <a:pt x="2367161" y="1439539"/>
                  </a:lnTo>
                  <a:lnTo>
                    <a:pt x="2366090" y="1440168"/>
                  </a:lnTo>
                  <a:lnTo>
                    <a:pt x="2365018" y="1440797"/>
                  </a:lnTo>
                  <a:lnTo>
                    <a:pt x="2363946" y="1441426"/>
                  </a:lnTo>
                  <a:lnTo>
                    <a:pt x="2362875" y="1442056"/>
                  </a:lnTo>
                  <a:lnTo>
                    <a:pt x="2361803" y="1442685"/>
                  </a:lnTo>
                  <a:lnTo>
                    <a:pt x="2360732" y="1443314"/>
                  </a:lnTo>
                  <a:lnTo>
                    <a:pt x="2359660" y="1443944"/>
                  </a:lnTo>
                  <a:lnTo>
                    <a:pt x="2358588" y="1444573"/>
                  </a:lnTo>
                  <a:lnTo>
                    <a:pt x="2357517" y="1445203"/>
                  </a:lnTo>
                  <a:lnTo>
                    <a:pt x="2356445" y="1445833"/>
                  </a:lnTo>
                  <a:lnTo>
                    <a:pt x="2355374" y="1446462"/>
                  </a:lnTo>
                  <a:lnTo>
                    <a:pt x="2354302" y="1447092"/>
                  </a:lnTo>
                  <a:lnTo>
                    <a:pt x="2353230" y="1447722"/>
                  </a:lnTo>
                  <a:lnTo>
                    <a:pt x="2352159" y="1448352"/>
                  </a:lnTo>
                  <a:lnTo>
                    <a:pt x="2351087" y="1448982"/>
                  </a:lnTo>
                  <a:lnTo>
                    <a:pt x="2350016" y="1449612"/>
                  </a:lnTo>
                  <a:lnTo>
                    <a:pt x="2348944" y="1450242"/>
                  </a:lnTo>
                  <a:lnTo>
                    <a:pt x="2347872" y="1450872"/>
                  </a:lnTo>
                  <a:lnTo>
                    <a:pt x="2346801" y="1451503"/>
                  </a:lnTo>
                  <a:lnTo>
                    <a:pt x="2345729" y="1452133"/>
                  </a:lnTo>
                  <a:lnTo>
                    <a:pt x="2344658" y="1452763"/>
                  </a:lnTo>
                  <a:lnTo>
                    <a:pt x="2343586" y="1453394"/>
                  </a:lnTo>
                  <a:lnTo>
                    <a:pt x="2342514" y="1454024"/>
                  </a:lnTo>
                  <a:lnTo>
                    <a:pt x="2341443" y="1454655"/>
                  </a:lnTo>
                  <a:lnTo>
                    <a:pt x="2340371" y="1455286"/>
                  </a:lnTo>
                  <a:lnTo>
                    <a:pt x="2339300" y="1455916"/>
                  </a:lnTo>
                  <a:lnTo>
                    <a:pt x="2338228" y="1456547"/>
                  </a:lnTo>
                  <a:lnTo>
                    <a:pt x="2337156" y="1457178"/>
                  </a:lnTo>
                  <a:lnTo>
                    <a:pt x="2336085" y="1457809"/>
                  </a:lnTo>
                  <a:lnTo>
                    <a:pt x="2335013" y="1458440"/>
                  </a:lnTo>
                  <a:lnTo>
                    <a:pt x="2333942" y="1459071"/>
                  </a:lnTo>
                  <a:lnTo>
                    <a:pt x="2332870" y="1459702"/>
                  </a:lnTo>
                  <a:lnTo>
                    <a:pt x="2331798" y="1460333"/>
                  </a:lnTo>
                  <a:lnTo>
                    <a:pt x="2330727" y="1460964"/>
                  </a:lnTo>
                  <a:lnTo>
                    <a:pt x="2329655" y="1461596"/>
                  </a:lnTo>
                  <a:lnTo>
                    <a:pt x="2328584" y="1462227"/>
                  </a:lnTo>
                  <a:lnTo>
                    <a:pt x="2327512" y="1462858"/>
                  </a:lnTo>
                  <a:lnTo>
                    <a:pt x="2326440" y="1463490"/>
                  </a:lnTo>
                  <a:lnTo>
                    <a:pt x="2325369" y="1464121"/>
                  </a:lnTo>
                  <a:lnTo>
                    <a:pt x="2324297" y="1464753"/>
                  </a:lnTo>
                  <a:lnTo>
                    <a:pt x="2323226" y="1465385"/>
                  </a:lnTo>
                  <a:lnTo>
                    <a:pt x="2322154" y="1466016"/>
                  </a:lnTo>
                  <a:lnTo>
                    <a:pt x="2321082" y="1466648"/>
                  </a:lnTo>
                  <a:lnTo>
                    <a:pt x="2320011" y="1467280"/>
                  </a:lnTo>
                  <a:lnTo>
                    <a:pt x="2318939" y="1467912"/>
                  </a:lnTo>
                  <a:lnTo>
                    <a:pt x="2317868" y="1468544"/>
                  </a:lnTo>
                  <a:lnTo>
                    <a:pt x="2316796" y="1469176"/>
                  </a:lnTo>
                  <a:lnTo>
                    <a:pt x="2315724" y="1469808"/>
                  </a:lnTo>
                  <a:lnTo>
                    <a:pt x="2314653" y="1470440"/>
                  </a:lnTo>
                  <a:lnTo>
                    <a:pt x="2313581" y="1471073"/>
                  </a:lnTo>
                  <a:lnTo>
                    <a:pt x="2312510" y="1471705"/>
                  </a:lnTo>
                  <a:lnTo>
                    <a:pt x="2311438" y="1472337"/>
                  </a:lnTo>
                  <a:lnTo>
                    <a:pt x="2310366" y="1472970"/>
                  </a:lnTo>
                  <a:lnTo>
                    <a:pt x="2309295" y="1473602"/>
                  </a:lnTo>
                  <a:lnTo>
                    <a:pt x="2308223" y="1474235"/>
                  </a:lnTo>
                  <a:lnTo>
                    <a:pt x="2307152" y="1474867"/>
                  </a:lnTo>
                  <a:lnTo>
                    <a:pt x="2306080" y="1475500"/>
                  </a:lnTo>
                  <a:lnTo>
                    <a:pt x="2305009" y="1476133"/>
                  </a:lnTo>
                  <a:lnTo>
                    <a:pt x="2303937" y="1476765"/>
                  </a:lnTo>
                  <a:lnTo>
                    <a:pt x="2302865" y="1477398"/>
                  </a:lnTo>
                  <a:lnTo>
                    <a:pt x="2301794" y="1478031"/>
                  </a:lnTo>
                  <a:lnTo>
                    <a:pt x="2300722" y="1478664"/>
                  </a:lnTo>
                  <a:lnTo>
                    <a:pt x="2299651" y="1479297"/>
                  </a:lnTo>
                  <a:lnTo>
                    <a:pt x="2298579" y="1479930"/>
                  </a:lnTo>
                  <a:lnTo>
                    <a:pt x="2297507" y="1480563"/>
                  </a:lnTo>
                  <a:lnTo>
                    <a:pt x="2296436" y="1481196"/>
                  </a:lnTo>
                  <a:lnTo>
                    <a:pt x="2295364" y="1481830"/>
                  </a:lnTo>
                  <a:lnTo>
                    <a:pt x="2294293" y="1482463"/>
                  </a:lnTo>
                  <a:lnTo>
                    <a:pt x="2293221" y="1483096"/>
                  </a:lnTo>
                  <a:lnTo>
                    <a:pt x="2292149" y="1483730"/>
                  </a:lnTo>
                  <a:lnTo>
                    <a:pt x="2291078" y="1484363"/>
                  </a:lnTo>
                  <a:lnTo>
                    <a:pt x="2290006" y="1484997"/>
                  </a:lnTo>
                  <a:lnTo>
                    <a:pt x="2288935" y="1485630"/>
                  </a:lnTo>
                  <a:lnTo>
                    <a:pt x="2287863" y="1486264"/>
                  </a:lnTo>
                  <a:lnTo>
                    <a:pt x="2286791" y="1486898"/>
                  </a:lnTo>
                  <a:lnTo>
                    <a:pt x="2285720" y="1487531"/>
                  </a:lnTo>
                  <a:lnTo>
                    <a:pt x="2284648" y="1488165"/>
                  </a:lnTo>
                  <a:lnTo>
                    <a:pt x="2283577" y="1488799"/>
                  </a:lnTo>
                  <a:lnTo>
                    <a:pt x="2282505" y="1489433"/>
                  </a:lnTo>
                  <a:lnTo>
                    <a:pt x="2281433" y="1490067"/>
                  </a:lnTo>
                  <a:lnTo>
                    <a:pt x="2280362" y="1490701"/>
                  </a:lnTo>
                  <a:lnTo>
                    <a:pt x="2279290" y="1491335"/>
                  </a:lnTo>
                  <a:lnTo>
                    <a:pt x="2278219" y="1491969"/>
                  </a:lnTo>
                  <a:lnTo>
                    <a:pt x="2277147" y="1492604"/>
                  </a:lnTo>
                  <a:lnTo>
                    <a:pt x="2276075" y="1493238"/>
                  </a:lnTo>
                  <a:lnTo>
                    <a:pt x="2275004" y="1493872"/>
                  </a:lnTo>
                  <a:lnTo>
                    <a:pt x="2273932" y="1494507"/>
                  </a:lnTo>
                  <a:lnTo>
                    <a:pt x="2272861" y="1495141"/>
                  </a:lnTo>
                  <a:lnTo>
                    <a:pt x="2271789" y="1495776"/>
                  </a:lnTo>
                  <a:lnTo>
                    <a:pt x="2270717" y="1496410"/>
                  </a:lnTo>
                  <a:lnTo>
                    <a:pt x="2269646" y="1497045"/>
                  </a:lnTo>
                  <a:lnTo>
                    <a:pt x="2268574" y="1497679"/>
                  </a:lnTo>
                  <a:lnTo>
                    <a:pt x="2267503" y="1498314"/>
                  </a:lnTo>
                  <a:lnTo>
                    <a:pt x="2266431" y="1498949"/>
                  </a:lnTo>
                  <a:lnTo>
                    <a:pt x="2265359" y="1499584"/>
                  </a:lnTo>
                  <a:lnTo>
                    <a:pt x="2264288" y="1500218"/>
                  </a:lnTo>
                  <a:lnTo>
                    <a:pt x="2263216" y="1500853"/>
                  </a:lnTo>
                  <a:lnTo>
                    <a:pt x="2262145" y="1501488"/>
                  </a:lnTo>
                  <a:lnTo>
                    <a:pt x="2261073" y="1502123"/>
                  </a:lnTo>
                  <a:lnTo>
                    <a:pt x="2260001" y="1502758"/>
                  </a:lnTo>
                  <a:lnTo>
                    <a:pt x="2258930" y="1503394"/>
                  </a:lnTo>
                  <a:lnTo>
                    <a:pt x="2257858" y="1504029"/>
                  </a:lnTo>
                  <a:lnTo>
                    <a:pt x="2256787" y="1504664"/>
                  </a:lnTo>
                  <a:lnTo>
                    <a:pt x="2255715" y="1505299"/>
                  </a:lnTo>
                  <a:lnTo>
                    <a:pt x="2254643" y="1505935"/>
                  </a:lnTo>
                  <a:lnTo>
                    <a:pt x="2253572" y="1506570"/>
                  </a:lnTo>
                  <a:lnTo>
                    <a:pt x="2252500" y="1507206"/>
                  </a:lnTo>
                  <a:lnTo>
                    <a:pt x="2251429" y="1507841"/>
                  </a:lnTo>
                  <a:lnTo>
                    <a:pt x="2250357" y="1508477"/>
                  </a:lnTo>
                  <a:lnTo>
                    <a:pt x="2249285" y="1509112"/>
                  </a:lnTo>
                  <a:lnTo>
                    <a:pt x="2248214" y="1509748"/>
                  </a:lnTo>
                  <a:lnTo>
                    <a:pt x="2247142" y="1510384"/>
                  </a:lnTo>
                  <a:lnTo>
                    <a:pt x="2246071" y="1511019"/>
                  </a:lnTo>
                  <a:lnTo>
                    <a:pt x="2244999" y="1511655"/>
                  </a:lnTo>
                  <a:lnTo>
                    <a:pt x="2243927" y="1512291"/>
                  </a:lnTo>
                  <a:lnTo>
                    <a:pt x="2242856" y="1512927"/>
                  </a:lnTo>
                  <a:lnTo>
                    <a:pt x="2241784" y="1513563"/>
                  </a:lnTo>
                  <a:lnTo>
                    <a:pt x="2240713" y="1514199"/>
                  </a:lnTo>
                  <a:lnTo>
                    <a:pt x="2239641" y="1514835"/>
                  </a:lnTo>
                  <a:lnTo>
                    <a:pt x="2238569" y="1515471"/>
                  </a:lnTo>
                  <a:lnTo>
                    <a:pt x="2237498" y="1516107"/>
                  </a:lnTo>
                  <a:lnTo>
                    <a:pt x="2236426" y="1516744"/>
                  </a:lnTo>
                  <a:lnTo>
                    <a:pt x="2235355" y="1517380"/>
                  </a:lnTo>
                  <a:lnTo>
                    <a:pt x="2234283" y="1518016"/>
                  </a:lnTo>
                  <a:lnTo>
                    <a:pt x="2233211" y="1518652"/>
                  </a:lnTo>
                  <a:lnTo>
                    <a:pt x="2232140" y="1519289"/>
                  </a:lnTo>
                  <a:lnTo>
                    <a:pt x="2231068" y="1519925"/>
                  </a:lnTo>
                  <a:lnTo>
                    <a:pt x="2229997" y="1520562"/>
                  </a:lnTo>
                  <a:lnTo>
                    <a:pt x="2228925" y="1521198"/>
                  </a:lnTo>
                  <a:lnTo>
                    <a:pt x="2227853" y="1521835"/>
                  </a:lnTo>
                  <a:lnTo>
                    <a:pt x="2226782" y="1522472"/>
                  </a:lnTo>
                  <a:lnTo>
                    <a:pt x="2225710" y="1523108"/>
                  </a:lnTo>
                  <a:lnTo>
                    <a:pt x="2224639" y="1523745"/>
                  </a:lnTo>
                  <a:lnTo>
                    <a:pt x="2223567" y="1524382"/>
                  </a:lnTo>
                  <a:lnTo>
                    <a:pt x="2222495" y="1525019"/>
                  </a:lnTo>
                  <a:lnTo>
                    <a:pt x="2221424" y="1525656"/>
                  </a:lnTo>
                  <a:lnTo>
                    <a:pt x="2220352" y="1526293"/>
                  </a:lnTo>
                  <a:lnTo>
                    <a:pt x="2219281" y="1526930"/>
                  </a:lnTo>
                  <a:lnTo>
                    <a:pt x="2218209" y="1527567"/>
                  </a:lnTo>
                  <a:lnTo>
                    <a:pt x="2217137" y="1528204"/>
                  </a:lnTo>
                  <a:lnTo>
                    <a:pt x="2216066" y="1528841"/>
                  </a:lnTo>
                  <a:lnTo>
                    <a:pt x="2214994" y="1529478"/>
                  </a:lnTo>
                  <a:lnTo>
                    <a:pt x="2213923" y="1530115"/>
                  </a:lnTo>
                  <a:lnTo>
                    <a:pt x="2212851" y="1530753"/>
                  </a:lnTo>
                  <a:lnTo>
                    <a:pt x="2211779" y="1531390"/>
                  </a:lnTo>
                  <a:lnTo>
                    <a:pt x="2210708" y="1532027"/>
                  </a:lnTo>
                  <a:lnTo>
                    <a:pt x="2209636" y="1532665"/>
                  </a:lnTo>
                  <a:lnTo>
                    <a:pt x="2208565" y="1533302"/>
                  </a:lnTo>
                  <a:lnTo>
                    <a:pt x="2207493" y="1533940"/>
                  </a:lnTo>
                  <a:lnTo>
                    <a:pt x="2206421" y="1534577"/>
                  </a:lnTo>
                  <a:lnTo>
                    <a:pt x="2205350" y="1535215"/>
                  </a:lnTo>
                  <a:lnTo>
                    <a:pt x="2204278" y="1535852"/>
                  </a:lnTo>
                  <a:lnTo>
                    <a:pt x="2203207" y="1536490"/>
                  </a:lnTo>
                  <a:lnTo>
                    <a:pt x="2202135" y="1537128"/>
                  </a:lnTo>
                  <a:lnTo>
                    <a:pt x="2201063" y="1537766"/>
                  </a:lnTo>
                  <a:lnTo>
                    <a:pt x="2199992" y="1538403"/>
                  </a:lnTo>
                  <a:lnTo>
                    <a:pt x="2198920" y="1539041"/>
                  </a:lnTo>
                  <a:lnTo>
                    <a:pt x="2197849" y="1539679"/>
                  </a:lnTo>
                  <a:lnTo>
                    <a:pt x="2196777" y="1540317"/>
                  </a:lnTo>
                  <a:lnTo>
                    <a:pt x="2195705" y="1540955"/>
                  </a:lnTo>
                  <a:lnTo>
                    <a:pt x="2194634" y="1541593"/>
                  </a:lnTo>
                  <a:lnTo>
                    <a:pt x="2193562" y="1542231"/>
                  </a:lnTo>
                  <a:lnTo>
                    <a:pt x="2192491" y="1542869"/>
                  </a:lnTo>
                  <a:lnTo>
                    <a:pt x="2191419" y="1543508"/>
                  </a:lnTo>
                  <a:lnTo>
                    <a:pt x="2190347" y="1544146"/>
                  </a:lnTo>
                  <a:lnTo>
                    <a:pt x="2189276" y="1544784"/>
                  </a:lnTo>
                  <a:lnTo>
                    <a:pt x="2188204" y="1545422"/>
                  </a:lnTo>
                  <a:lnTo>
                    <a:pt x="2187133" y="1546061"/>
                  </a:lnTo>
                  <a:lnTo>
                    <a:pt x="2186061" y="1546699"/>
                  </a:lnTo>
                  <a:lnTo>
                    <a:pt x="2184989" y="1547337"/>
                  </a:lnTo>
                  <a:lnTo>
                    <a:pt x="2183918" y="1547976"/>
                  </a:lnTo>
                  <a:lnTo>
                    <a:pt x="2182846" y="1548614"/>
                  </a:lnTo>
                  <a:lnTo>
                    <a:pt x="2181775" y="1549253"/>
                  </a:lnTo>
                  <a:lnTo>
                    <a:pt x="2180703" y="1549892"/>
                  </a:lnTo>
                  <a:lnTo>
                    <a:pt x="2179631" y="1550530"/>
                  </a:lnTo>
                  <a:lnTo>
                    <a:pt x="2178560" y="1551169"/>
                  </a:lnTo>
                  <a:lnTo>
                    <a:pt x="2177488" y="1551808"/>
                  </a:lnTo>
                  <a:lnTo>
                    <a:pt x="2176417" y="1552446"/>
                  </a:lnTo>
                  <a:lnTo>
                    <a:pt x="2175345" y="1553085"/>
                  </a:lnTo>
                  <a:lnTo>
                    <a:pt x="2174273" y="1553724"/>
                  </a:lnTo>
                  <a:lnTo>
                    <a:pt x="2173202" y="1554363"/>
                  </a:lnTo>
                  <a:lnTo>
                    <a:pt x="2172130" y="1555002"/>
                  </a:lnTo>
                  <a:lnTo>
                    <a:pt x="2171059" y="1555641"/>
                  </a:lnTo>
                  <a:lnTo>
                    <a:pt x="2169987" y="1556280"/>
                  </a:lnTo>
                  <a:lnTo>
                    <a:pt x="2168915" y="1556919"/>
                  </a:lnTo>
                  <a:lnTo>
                    <a:pt x="2167844" y="1557558"/>
                  </a:lnTo>
                  <a:lnTo>
                    <a:pt x="2166772" y="1558197"/>
                  </a:lnTo>
                  <a:lnTo>
                    <a:pt x="2165701" y="1558836"/>
                  </a:lnTo>
                  <a:lnTo>
                    <a:pt x="2164629" y="1559475"/>
                  </a:lnTo>
                  <a:lnTo>
                    <a:pt x="2163557" y="1560115"/>
                  </a:lnTo>
                  <a:lnTo>
                    <a:pt x="2162486" y="1560754"/>
                  </a:lnTo>
                  <a:lnTo>
                    <a:pt x="2161414" y="1561393"/>
                  </a:lnTo>
                  <a:lnTo>
                    <a:pt x="2160343" y="1562032"/>
                  </a:lnTo>
                  <a:lnTo>
                    <a:pt x="2159271" y="1562672"/>
                  </a:lnTo>
                  <a:lnTo>
                    <a:pt x="2158199" y="1563311"/>
                  </a:lnTo>
                  <a:lnTo>
                    <a:pt x="2157128" y="1563951"/>
                  </a:lnTo>
                  <a:lnTo>
                    <a:pt x="2156056" y="1564590"/>
                  </a:lnTo>
                  <a:lnTo>
                    <a:pt x="2154985" y="1565230"/>
                  </a:lnTo>
                  <a:lnTo>
                    <a:pt x="2153913" y="1565869"/>
                  </a:lnTo>
                  <a:lnTo>
                    <a:pt x="2152841" y="1566509"/>
                  </a:lnTo>
                  <a:lnTo>
                    <a:pt x="2151770" y="1567149"/>
                  </a:lnTo>
                  <a:lnTo>
                    <a:pt x="2150698" y="1567788"/>
                  </a:lnTo>
                  <a:lnTo>
                    <a:pt x="2149627" y="1568428"/>
                  </a:lnTo>
                  <a:lnTo>
                    <a:pt x="2148555" y="1569068"/>
                  </a:lnTo>
                  <a:lnTo>
                    <a:pt x="2147483" y="1569708"/>
                  </a:lnTo>
                  <a:lnTo>
                    <a:pt x="2146412" y="1570348"/>
                  </a:lnTo>
                  <a:lnTo>
                    <a:pt x="2145340" y="1570987"/>
                  </a:lnTo>
                  <a:lnTo>
                    <a:pt x="2144269" y="1571627"/>
                  </a:lnTo>
                  <a:lnTo>
                    <a:pt x="2143197" y="1572267"/>
                  </a:lnTo>
                  <a:lnTo>
                    <a:pt x="2142125" y="1572907"/>
                  </a:lnTo>
                  <a:lnTo>
                    <a:pt x="2141054" y="1573547"/>
                  </a:lnTo>
                  <a:lnTo>
                    <a:pt x="2139982" y="1574187"/>
                  </a:lnTo>
                  <a:lnTo>
                    <a:pt x="2138911" y="1574827"/>
                  </a:lnTo>
                  <a:lnTo>
                    <a:pt x="2137839" y="1575468"/>
                  </a:lnTo>
                  <a:lnTo>
                    <a:pt x="2136767" y="1576108"/>
                  </a:lnTo>
                  <a:lnTo>
                    <a:pt x="2135696" y="1576748"/>
                  </a:lnTo>
                  <a:lnTo>
                    <a:pt x="2134624" y="1577388"/>
                  </a:lnTo>
                  <a:lnTo>
                    <a:pt x="2133553" y="1578028"/>
                  </a:lnTo>
                  <a:lnTo>
                    <a:pt x="2132481" y="1578669"/>
                  </a:lnTo>
                  <a:lnTo>
                    <a:pt x="2131409" y="1579309"/>
                  </a:lnTo>
                  <a:lnTo>
                    <a:pt x="2130338" y="1579949"/>
                  </a:lnTo>
                  <a:lnTo>
                    <a:pt x="2129266" y="1580590"/>
                  </a:lnTo>
                  <a:lnTo>
                    <a:pt x="2128195" y="1581230"/>
                  </a:lnTo>
                  <a:lnTo>
                    <a:pt x="2127123" y="1581871"/>
                  </a:lnTo>
                  <a:lnTo>
                    <a:pt x="2126052" y="1582511"/>
                  </a:lnTo>
                  <a:lnTo>
                    <a:pt x="2124980" y="1583152"/>
                  </a:lnTo>
                  <a:lnTo>
                    <a:pt x="2123908" y="1583792"/>
                  </a:lnTo>
                  <a:lnTo>
                    <a:pt x="2122837" y="1584433"/>
                  </a:lnTo>
                  <a:lnTo>
                    <a:pt x="2121765" y="1585074"/>
                  </a:lnTo>
                  <a:lnTo>
                    <a:pt x="2120694" y="1585714"/>
                  </a:lnTo>
                  <a:lnTo>
                    <a:pt x="2119622" y="1586355"/>
                  </a:lnTo>
                  <a:lnTo>
                    <a:pt x="2118550" y="1586996"/>
                  </a:lnTo>
                  <a:lnTo>
                    <a:pt x="2117479" y="1587637"/>
                  </a:lnTo>
                  <a:lnTo>
                    <a:pt x="2116407" y="1588277"/>
                  </a:lnTo>
                  <a:lnTo>
                    <a:pt x="2115336" y="1588918"/>
                  </a:lnTo>
                  <a:lnTo>
                    <a:pt x="2114264" y="1589559"/>
                  </a:lnTo>
                  <a:lnTo>
                    <a:pt x="2113192" y="1590200"/>
                  </a:lnTo>
                  <a:lnTo>
                    <a:pt x="2112121" y="1590841"/>
                  </a:lnTo>
                  <a:lnTo>
                    <a:pt x="2111049" y="1591482"/>
                  </a:lnTo>
                  <a:lnTo>
                    <a:pt x="2109978" y="1592123"/>
                  </a:lnTo>
                  <a:lnTo>
                    <a:pt x="2108906" y="1592764"/>
                  </a:lnTo>
                  <a:lnTo>
                    <a:pt x="2107834" y="1593405"/>
                  </a:lnTo>
                  <a:lnTo>
                    <a:pt x="2106763" y="1594046"/>
                  </a:lnTo>
                  <a:lnTo>
                    <a:pt x="2105691" y="1594687"/>
                  </a:lnTo>
                  <a:lnTo>
                    <a:pt x="2104620" y="1595329"/>
                  </a:lnTo>
                  <a:lnTo>
                    <a:pt x="2103548" y="1595970"/>
                  </a:lnTo>
                  <a:lnTo>
                    <a:pt x="2102476" y="1596611"/>
                  </a:lnTo>
                  <a:lnTo>
                    <a:pt x="2101405" y="1597252"/>
                  </a:lnTo>
                  <a:lnTo>
                    <a:pt x="2100333" y="1597894"/>
                  </a:lnTo>
                  <a:lnTo>
                    <a:pt x="2099262" y="1598535"/>
                  </a:lnTo>
                  <a:lnTo>
                    <a:pt x="2098190" y="1599176"/>
                  </a:lnTo>
                  <a:lnTo>
                    <a:pt x="2097118" y="1599818"/>
                  </a:lnTo>
                  <a:lnTo>
                    <a:pt x="2096047" y="1600459"/>
                  </a:lnTo>
                  <a:lnTo>
                    <a:pt x="2094975" y="1601100"/>
                  </a:lnTo>
                  <a:lnTo>
                    <a:pt x="2093904" y="1601742"/>
                  </a:lnTo>
                  <a:lnTo>
                    <a:pt x="2092832" y="1602383"/>
                  </a:lnTo>
                  <a:lnTo>
                    <a:pt x="2091760" y="1603025"/>
                  </a:lnTo>
                  <a:lnTo>
                    <a:pt x="2090689" y="1603666"/>
                  </a:lnTo>
                  <a:lnTo>
                    <a:pt x="2089617" y="1604308"/>
                  </a:lnTo>
                  <a:lnTo>
                    <a:pt x="2088546" y="1604950"/>
                  </a:lnTo>
                  <a:lnTo>
                    <a:pt x="2087474" y="1605591"/>
                  </a:lnTo>
                  <a:lnTo>
                    <a:pt x="2086402" y="1606233"/>
                  </a:lnTo>
                  <a:lnTo>
                    <a:pt x="2085331" y="1606875"/>
                  </a:lnTo>
                  <a:lnTo>
                    <a:pt x="2084259" y="1607516"/>
                  </a:lnTo>
                  <a:lnTo>
                    <a:pt x="2083188" y="1608158"/>
                  </a:lnTo>
                  <a:lnTo>
                    <a:pt x="2082116" y="1608800"/>
                  </a:lnTo>
                  <a:lnTo>
                    <a:pt x="2081044" y="1609442"/>
                  </a:lnTo>
                  <a:lnTo>
                    <a:pt x="2079973" y="1610084"/>
                  </a:lnTo>
                  <a:lnTo>
                    <a:pt x="2078901" y="1610725"/>
                  </a:lnTo>
                  <a:lnTo>
                    <a:pt x="2077830" y="1611367"/>
                  </a:lnTo>
                  <a:lnTo>
                    <a:pt x="2076758" y="1612009"/>
                  </a:lnTo>
                  <a:lnTo>
                    <a:pt x="2075686" y="1612651"/>
                  </a:lnTo>
                  <a:lnTo>
                    <a:pt x="2074615" y="1613293"/>
                  </a:lnTo>
                  <a:lnTo>
                    <a:pt x="2073543" y="1613935"/>
                  </a:lnTo>
                  <a:lnTo>
                    <a:pt x="2072472" y="1614577"/>
                  </a:lnTo>
                  <a:lnTo>
                    <a:pt x="2071400" y="1615219"/>
                  </a:lnTo>
                  <a:lnTo>
                    <a:pt x="2070328" y="1615861"/>
                  </a:lnTo>
                  <a:lnTo>
                    <a:pt x="2069257" y="1616503"/>
                  </a:lnTo>
                  <a:lnTo>
                    <a:pt x="2068185" y="1617146"/>
                  </a:lnTo>
                  <a:lnTo>
                    <a:pt x="2067114" y="1617788"/>
                  </a:lnTo>
                  <a:lnTo>
                    <a:pt x="2066042" y="1618430"/>
                  </a:lnTo>
                  <a:lnTo>
                    <a:pt x="2064970" y="1619072"/>
                  </a:lnTo>
                  <a:lnTo>
                    <a:pt x="2063899" y="1619714"/>
                  </a:lnTo>
                  <a:lnTo>
                    <a:pt x="2062827" y="1620357"/>
                  </a:lnTo>
                  <a:lnTo>
                    <a:pt x="2061756" y="1620999"/>
                  </a:lnTo>
                  <a:lnTo>
                    <a:pt x="2060684" y="1621641"/>
                  </a:lnTo>
                  <a:lnTo>
                    <a:pt x="2059612" y="1622284"/>
                  </a:lnTo>
                  <a:lnTo>
                    <a:pt x="2058541" y="1622926"/>
                  </a:lnTo>
                  <a:lnTo>
                    <a:pt x="2057469" y="1623568"/>
                  </a:lnTo>
                  <a:lnTo>
                    <a:pt x="2056398" y="1624211"/>
                  </a:lnTo>
                  <a:lnTo>
                    <a:pt x="2055326" y="1624853"/>
                  </a:lnTo>
                  <a:lnTo>
                    <a:pt x="2054254" y="1625496"/>
                  </a:lnTo>
                  <a:lnTo>
                    <a:pt x="2053183" y="1626138"/>
                  </a:lnTo>
                  <a:lnTo>
                    <a:pt x="2052111" y="1626781"/>
                  </a:lnTo>
                  <a:lnTo>
                    <a:pt x="2051040" y="1627423"/>
                  </a:lnTo>
                  <a:lnTo>
                    <a:pt x="2049968" y="1628066"/>
                  </a:lnTo>
                  <a:lnTo>
                    <a:pt x="2048896" y="1628709"/>
                  </a:lnTo>
                  <a:lnTo>
                    <a:pt x="2047825" y="1629351"/>
                  </a:lnTo>
                  <a:lnTo>
                    <a:pt x="2046753" y="1629994"/>
                  </a:lnTo>
                  <a:lnTo>
                    <a:pt x="2045682" y="1630636"/>
                  </a:lnTo>
                  <a:lnTo>
                    <a:pt x="2044610" y="1631279"/>
                  </a:lnTo>
                  <a:lnTo>
                    <a:pt x="2043538" y="1631922"/>
                  </a:lnTo>
                  <a:lnTo>
                    <a:pt x="2042467" y="1632565"/>
                  </a:lnTo>
                  <a:lnTo>
                    <a:pt x="2041395" y="1633207"/>
                  </a:lnTo>
                  <a:lnTo>
                    <a:pt x="2040324" y="1633850"/>
                  </a:lnTo>
                  <a:lnTo>
                    <a:pt x="2039252" y="1634493"/>
                  </a:lnTo>
                  <a:lnTo>
                    <a:pt x="2038180" y="1635136"/>
                  </a:lnTo>
                  <a:lnTo>
                    <a:pt x="2037109" y="1635779"/>
                  </a:lnTo>
                  <a:lnTo>
                    <a:pt x="2036037" y="1636422"/>
                  </a:lnTo>
                  <a:lnTo>
                    <a:pt x="2034966" y="1637064"/>
                  </a:lnTo>
                  <a:lnTo>
                    <a:pt x="2033894" y="1637707"/>
                  </a:lnTo>
                  <a:lnTo>
                    <a:pt x="2032822" y="1638350"/>
                  </a:lnTo>
                  <a:lnTo>
                    <a:pt x="2031751" y="1638993"/>
                  </a:lnTo>
                  <a:lnTo>
                    <a:pt x="2030679" y="1639636"/>
                  </a:lnTo>
                  <a:lnTo>
                    <a:pt x="2029608" y="1640279"/>
                  </a:lnTo>
                  <a:lnTo>
                    <a:pt x="2028536" y="1640922"/>
                  </a:lnTo>
                  <a:lnTo>
                    <a:pt x="2027464" y="1641565"/>
                  </a:lnTo>
                  <a:lnTo>
                    <a:pt x="2026393" y="1642208"/>
                  </a:lnTo>
                  <a:lnTo>
                    <a:pt x="2025321" y="1642852"/>
                  </a:lnTo>
                  <a:lnTo>
                    <a:pt x="2024250" y="1643495"/>
                  </a:lnTo>
                  <a:lnTo>
                    <a:pt x="2023178" y="1644138"/>
                  </a:lnTo>
                  <a:lnTo>
                    <a:pt x="2022106" y="1644781"/>
                  </a:lnTo>
                  <a:lnTo>
                    <a:pt x="2021035" y="1645424"/>
                  </a:lnTo>
                  <a:lnTo>
                    <a:pt x="2019963" y="1646067"/>
                  </a:lnTo>
                  <a:lnTo>
                    <a:pt x="2018892" y="1646711"/>
                  </a:lnTo>
                  <a:lnTo>
                    <a:pt x="2017820" y="1647354"/>
                  </a:lnTo>
                  <a:lnTo>
                    <a:pt x="2016748" y="1647997"/>
                  </a:lnTo>
                  <a:lnTo>
                    <a:pt x="2015677" y="1648640"/>
                  </a:lnTo>
                  <a:lnTo>
                    <a:pt x="2014605" y="1649284"/>
                  </a:lnTo>
                  <a:lnTo>
                    <a:pt x="2013534" y="1649927"/>
                  </a:lnTo>
                  <a:lnTo>
                    <a:pt x="2012462" y="1650570"/>
                  </a:lnTo>
                  <a:lnTo>
                    <a:pt x="2011390" y="1651214"/>
                  </a:lnTo>
                  <a:lnTo>
                    <a:pt x="2010319" y="1651857"/>
                  </a:lnTo>
                  <a:lnTo>
                    <a:pt x="2009247" y="1652501"/>
                  </a:lnTo>
                  <a:lnTo>
                    <a:pt x="2008176" y="1653144"/>
                  </a:lnTo>
                  <a:lnTo>
                    <a:pt x="2007104" y="1653788"/>
                  </a:lnTo>
                  <a:lnTo>
                    <a:pt x="2006032" y="1654431"/>
                  </a:lnTo>
                  <a:lnTo>
                    <a:pt x="2004961" y="1655075"/>
                  </a:lnTo>
                  <a:lnTo>
                    <a:pt x="2003889" y="1655718"/>
                  </a:lnTo>
                  <a:lnTo>
                    <a:pt x="2002818" y="1656362"/>
                  </a:lnTo>
                  <a:lnTo>
                    <a:pt x="2001746" y="1657005"/>
                  </a:lnTo>
                  <a:lnTo>
                    <a:pt x="2000674" y="1657649"/>
                  </a:lnTo>
                  <a:lnTo>
                    <a:pt x="1999603" y="1658292"/>
                  </a:lnTo>
                  <a:lnTo>
                    <a:pt x="1998531" y="1658936"/>
                  </a:lnTo>
                  <a:lnTo>
                    <a:pt x="1997460" y="1659580"/>
                  </a:lnTo>
                  <a:lnTo>
                    <a:pt x="1996388" y="1660223"/>
                  </a:lnTo>
                  <a:lnTo>
                    <a:pt x="1995316" y="1660867"/>
                  </a:lnTo>
                  <a:lnTo>
                    <a:pt x="1994245" y="1661511"/>
                  </a:lnTo>
                  <a:lnTo>
                    <a:pt x="1993173" y="1662154"/>
                  </a:lnTo>
                  <a:lnTo>
                    <a:pt x="1992102" y="1662798"/>
                  </a:lnTo>
                  <a:lnTo>
                    <a:pt x="1991030" y="1663442"/>
                  </a:lnTo>
                  <a:lnTo>
                    <a:pt x="1989958" y="1664086"/>
                  </a:lnTo>
                  <a:lnTo>
                    <a:pt x="1988887" y="1664729"/>
                  </a:lnTo>
                  <a:lnTo>
                    <a:pt x="1987815" y="1665373"/>
                  </a:lnTo>
                  <a:lnTo>
                    <a:pt x="1986744" y="1666017"/>
                  </a:lnTo>
                  <a:lnTo>
                    <a:pt x="1985672" y="1666661"/>
                  </a:lnTo>
                  <a:lnTo>
                    <a:pt x="1984600" y="1667305"/>
                  </a:lnTo>
                  <a:lnTo>
                    <a:pt x="1983529" y="1667949"/>
                  </a:lnTo>
                  <a:lnTo>
                    <a:pt x="1982457" y="1668593"/>
                  </a:lnTo>
                  <a:lnTo>
                    <a:pt x="1981386" y="1669237"/>
                  </a:lnTo>
                  <a:lnTo>
                    <a:pt x="1980314" y="1669881"/>
                  </a:lnTo>
                  <a:lnTo>
                    <a:pt x="1979242" y="1670524"/>
                  </a:lnTo>
                  <a:lnTo>
                    <a:pt x="1978171" y="1671168"/>
                  </a:lnTo>
                  <a:lnTo>
                    <a:pt x="1977099" y="1671812"/>
                  </a:lnTo>
                  <a:lnTo>
                    <a:pt x="1976028" y="1672456"/>
                  </a:lnTo>
                  <a:lnTo>
                    <a:pt x="1974956" y="1673101"/>
                  </a:lnTo>
                  <a:lnTo>
                    <a:pt x="1973884" y="1673745"/>
                  </a:lnTo>
                  <a:lnTo>
                    <a:pt x="1972813" y="1674389"/>
                  </a:lnTo>
                  <a:lnTo>
                    <a:pt x="1971741" y="1675033"/>
                  </a:lnTo>
                  <a:lnTo>
                    <a:pt x="1970670" y="1675677"/>
                  </a:lnTo>
                  <a:lnTo>
                    <a:pt x="1969598" y="1676321"/>
                  </a:lnTo>
                  <a:lnTo>
                    <a:pt x="1968526" y="1676965"/>
                  </a:lnTo>
                  <a:lnTo>
                    <a:pt x="1967455" y="1677609"/>
                  </a:lnTo>
                  <a:lnTo>
                    <a:pt x="1966383" y="1678254"/>
                  </a:lnTo>
                  <a:lnTo>
                    <a:pt x="1965312" y="1678898"/>
                  </a:lnTo>
                  <a:lnTo>
                    <a:pt x="1964240" y="1679542"/>
                  </a:lnTo>
                  <a:lnTo>
                    <a:pt x="1963168" y="1680186"/>
                  </a:lnTo>
                  <a:lnTo>
                    <a:pt x="1962097" y="1680830"/>
                  </a:lnTo>
                  <a:lnTo>
                    <a:pt x="1961025" y="1681475"/>
                  </a:lnTo>
                  <a:lnTo>
                    <a:pt x="1959954" y="1682119"/>
                  </a:lnTo>
                  <a:lnTo>
                    <a:pt x="1958882" y="1682763"/>
                  </a:lnTo>
                  <a:lnTo>
                    <a:pt x="1957810" y="1683408"/>
                  </a:lnTo>
                  <a:lnTo>
                    <a:pt x="1956739" y="1684052"/>
                  </a:lnTo>
                  <a:lnTo>
                    <a:pt x="1955667" y="1684696"/>
                  </a:lnTo>
                  <a:lnTo>
                    <a:pt x="1954596" y="1685341"/>
                  </a:lnTo>
                  <a:lnTo>
                    <a:pt x="1953524" y="1685985"/>
                  </a:lnTo>
                  <a:lnTo>
                    <a:pt x="1952453" y="1686630"/>
                  </a:lnTo>
                  <a:lnTo>
                    <a:pt x="1951381" y="1687274"/>
                  </a:lnTo>
                  <a:lnTo>
                    <a:pt x="1950309" y="1687919"/>
                  </a:lnTo>
                  <a:lnTo>
                    <a:pt x="1949238" y="1688563"/>
                  </a:lnTo>
                  <a:lnTo>
                    <a:pt x="1948166" y="1689208"/>
                  </a:lnTo>
                  <a:lnTo>
                    <a:pt x="1947095" y="1689852"/>
                  </a:lnTo>
                  <a:lnTo>
                    <a:pt x="1946023" y="1690497"/>
                  </a:lnTo>
                  <a:lnTo>
                    <a:pt x="1944951" y="1691141"/>
                  </a:lnTo>
                  <a:lnTo>
                    <a:pt x="1943880" y="1691786"/>
                  </a:lnTo>
                  <a:lnTo>
                    <a:pt x="1942808" y="1692430"/>
                  </a:lnTo>
                  <a:lnTo>
                    <a:pt x="1941737" y="1693075"/>
                  </a:lnTo>
                  <a:lnTo>
                    <a:pt x="1940665" y="1693720"/>
                  </a:lnTo>
                  <a:lnTo>
                    <a:pt x="1939593" y="1694364"/>
                  </a:lnTo>
                  <a:lnTo>
                    <a:pt x="1938522" y="1695009"/>
                  </a:lnTo>
                  <a:lnTo>
                    <a:pt x="1937450" y="1695654"/>
                  </a:lnTo>
                  <a:lnTo>
                    <a:pt x="1936379" y="1696298"/>
                  </a:lnTo>
                  <a:lnTo>
                    <a:pt x="1935307" y="1696943"/>
                  </a:lnTo>
                  <a:lnTo>
                    <a:pt x="1934235" y="1697588"/>
                  </a:lnTo>
                  <a:lnTo>
                    <a:pt x="1933164" y="1698233"/>
                  </a:lnTo>
                  <a:lnTo>
                    <a:pt x="1932092" y="1698877"/>
                  </a:lnTo>
                  <a:lnTo>
                    <a:pt x="1931021" y="1699522"/>
                  </a:lnTo>
                  <a:lnTo>
                    <a:pt x="1929949" y="1700167"/>
                  </a:lnTo>
                  <a:lnTo>
                    <a:pt x="1928877" y="1700812"/>
                  </a:lnTo>
                  <a:lnTo>
                    <a:pt x="1927806" y="1701457"/>
                  </a:lnTo>
                  <a:lnTo>
                    <a:pt x="1926734" y="1702102"/>
                  </a:lnTo>
                  <a:lnTo>
                    <a:pt x="1925663" y="1702747"/>
                  </a:lnTo>
                  <a:lnTo>
                    <a:pt x="1924591" y="1703391"/>
                  </a:lnTo>
                  <a:lnTo>
                    <a:pt x="1923519" y="1704036"/>
                  </a:lnTo>
                  <a:lnTo>
                    <a:pt x="1922448" y="1704681"/>
                  </a:lnTo>
                  <a:lnTo>
                    <a:pt x="1921376" y="1705326"/>
                  </a:lnTo>
                  <a:lnTo>
                    <a:pt x="1920305" y="1705971"/>
                  </a:lnTo>
                  <a:lnTo>
                    <a:pt x="1919233" y="1706616"/>
                  </a:lnTo>
                  <a:lnTo>
                    <a:pt x="1918161" y="1707261"/>
                  </a:lnTo>
                  <a:lnTo>
                    <a:pt x="1917090" y="1707906"/>
                  </a:lnTo>
                  <a:lnTo>
                    <a:pt x="1916018" y="1708552"/>
                  </a:lnTo>
                  <a:lnTo>
                    <a:pt x="1914947" y="1709197"/>
                  </a:lnTo>
                  <a:lnTo>
                    <a:pt x="1913875" y="1709842"/>
                  </a:lnTo>
                  <a:lnTo>
                    <a:pt x="1912803" y="1710487"/>
                  </a:lnTo>
                  <a:lnTo>
                    <a:pt x="1911732" y="1711132"/>
                  </a:lnTo>
                  <a:lnTo>
                    <a:pt x="1910660" y="1711777"/>
                  </a:lnTo>
                  <a:lnTo>
                    <a:pt x="1909589" y="1712422"/>
                  </a:lnTo>
                  <a:lnTo>
                    <a:pt x="1908517" y="1713068"/>
                  </a:lnTo>
                  <a:lnTo>
                    <a:pt x="1907445" y="1713713"/>
                  </a:lnTo>
                  <a:lnTo>
                    <a:pt x="1906374" y="1714358"/>
                  </a:lnTo>
                  <a:lnTo>
                    <a:pt x="1905302" y="1715003"/>
                  </a:lnTo>
                  <a:lnTo>
                    <a:pt x="1904231" y="1715649"/>
                  </a:lnTo>
                  <a:lnTo>
                    <a:pt x="1903159" y="1716294"/>
                  </a:lnTo>
                  <a:lnTo>
                    <a:pt x="1902087" y="1716939"/>
                  </a:lnTo>
                  <a:lnTo>
                    <a:pt x="1901016" y="1717585"/>
                  </a:lnTo>
                  <a:lnTo>
                    <a:pt x="1899944" y="1718230"/>
                  </a:lnTo>
                  <a:lnTo>
                    <a:pt x="1898873" y="1718876"/>
                  </a:lnTo>
                  <a:lnTo>
                    <a:pt x="1897801" y="1719521"/>
                  </a:lnTo>
                  <a:lnTo>
                    <a:pt x="1896729" y="1720166"/>
                  </a:lnTo>
                  <a:lnTo>
                    <a:pt x="1895658" y="1720812"/>
                  </a:lnTo>
                  <a:lnTo>
                    <a:pt x="1894586" y="1721457"/>
                  </a:lnTo>
                  <a:lnTo>
                    <a:pt x="1893515" y="1722103"/>
                  </a:lnTo>
                  <a:lnTo>
                    <a:pt x="1892443" y="1722748"/>
                  </a:lnTo>
                  <a:lnTo>
                    <a:pt x="1891371" y="1723394"/>
                  </a:lnTo>
                  <a:lnTo>
                    <a:pt x="1890300" y="1724039"/>
                  </a:lnTo>
                  <a:lnTo>
                    <a:pt x="1889228" y="1724685"/>
                  </a:lnTo>
                  <a:lnTo>
                    <a:pt x="1888157" y="1725330"/>
                  </a:lnTo>
                  <a:lnTo>
                    <a:pt x="1887085" y="1725976"/>
                  </a:lnTo>
                  <a:lnTo>
                    <a:pt x="1886013" y="1726621"/>
                  </a:lnTo>
                  <a:lnTo>
                    <a:pt x="1884942" y="1727267"/>
                  </a:lnTo>
                  <a:lnTo>
                    <a:pt x="1883870" y="1727913"/>
                  </a:lnTo>
                  <a:lnTo>
                    <a:pt x="1882799" y="1728558"/>
                  </a:lnTo>
                  <a:lnTo>
                    <a:pt x="1881727" y="1729204"/>
                  </a:lnTo>
                  <a:lnTo>
                    <a:pt x="1880655" y="1729849"/>
                  </a:lnTo>
                  <a:lnTo>
                    <a:pt x="1879584" y="1730495"/>
                  </a:lnTo>
                  <a:lnTo>
                    <a:pt x="1878512" y="1731141"/>
                  </a:lnTo>
                  <a:lnTo>
                    <a:pt x="1877441" y="1731786"/>
                  </a:lnTo>
                  <a:lnTo>
                    <a:pt x="1876369" y="1732432"/>
                  </a:lnTo>
                  <a:lnTo>
                    <a:pt x="1875297" y="1733078"/>
                  </a:lnTo>
                  <a:lnTo>
                    <a:pt x="1874226" y="1733723"/>
                  </a:lnTo>
                  <a:lnTo>
                    <a:pt x="1873154" y="1734369"/>
                  </a:lnTo>
                  <a:lnTo>
                    <a:pt x="1872083" y="1735015"/>
                  </a:lnTo>
                  <a:lnTo>
                    <a:pt x="1871011" y="1735660"/>
                  </a:lnTo>
                  <a:lnTo>
                    <a:pt x="1869939" y="1736306"/>
                  </a:lnTo>
                  <a:lnTo>
                    <a:pt x="1868868" y="1736952"/>
                  </a:lnTo>
                  <a:lnTo>
                    <a:pt x="1867796" y="1737597"/>
                  </a:lnTo>
                  <a:lnTo>
                    <a:pt x="1866725" y="1738243"/>
                  </a:lnTo>
                  <a:lnTo>
                    <a:pt x="1865653" y="1738889"/>
                  </a:lnTo>
                  <a:lnTo>
                    <a:pt x="1864581" y="1739535"/>
                  </a:lnTo>
                  <a:lnTo>
                    <a:pt x="1863510" y="1740180"/>
                  </a:lnTo>
                  <a:lnTo>
                    <a:pt x="1862438" y="1740826"/>
                  </a:lnTo>
                  <a:lnTo>
                    <a:pt x="1861367" y="1741472"/>
                  </a:lnTo>
                  <a:lnTo>
                    <a:pt x="1860295" y="1742118"/>
                  </a:lnTo>
                  <a:lnTo>
                    <a:pt x="1859223" y="1742763"/>
                  </a:lnTo>
                  <a:lnTo>
                    <a:pt x="1858152" y="1743409"/>
                  </a:lnTo>
                  <a:lnTo>
                    <a:pt x="1857080" y="1744055"/>
                  </a:lnTo>
                  <a:lnTo>
                    <a:pt x="1856009" y="1744701"/>
                  </a:lnTo>
                  <a:lnTo>
                    <a:pt x="1854937" y="1745346"/>
                  </a:lnTo>
                  <a:lnTo>
                    <a:pt x="1853865" y="1745992"/>
                  </a:lnTo>
                  <a:lnTo>
                    <a:pt x="1852794" y="1746638"/>
                  </a:lnTo>
                  <a:lnTo>
                    <a:pt x="1851722" y="1747284"/>
                  </a:lnTo>
                  <a:lnTo>
                    <a:pt x="1850651" y="1747929"/>
                  </a:lnTo>
                  <a:lnTo>
                    <a:pt x="1849579" y="1748575"/>
                  </a:lnTo>
                  <a:lnTo>
                    <a:pt x="1848507" y="1749221"/>
                  </a:lnTo>
                  <a:lnTo>
                    <a:pt x="1847436" y="1749867"/>
                  </a:lnTo>
                  <a:lnTo>
                    <a:pt x="1846364" y="1750512"/>
                  </a:lnTo>
                  <a:lnTo>
                    <a:pt x="1845293" y="1751158"/>
                  </a:lnTo>
                  <a:lnTo>
                    <a:pt x="1844221" y="1751804"/>
                  </a:lnTo>
                  <a:lnTo>
                    <a:pt x="1843149" y="1752450"/>
                  </a:lnTo>
                  <a:lnTo>
                    <a:pt x="1842078" y="1753095"/>
                  </a:lnTo>
                  <a:lnTo>
                    <a:pt x="1841006" y="1753741"/>
                  </a:lnTo>
                  <a:lnTo>
                    <a:pt x="1839935" y="1754387"/>
                  </a:lnTo>
                  <a:lnTo>
                    <a:pt x="1838863" y="1755033"/>
                  </a:lnTo>
                  <a:lnTo>
                    <a:pt x="1837791" y="1755678"/>
                  </a:lnTo>
                  <a:lnTo>
                    <a:pt x="1836720" y="1756324"/>
                  </a:lnTo>
                  <a:lnTo>
                    <a:pt x="1835648" y="1756970"/>
                  </a:lnTo>
                  <a:lnTo>
                    <a:pt x="1834577" y="1757616"/>
                  </a:lnTo>
                  <a:lnTo>
                    <a:pt x="1833505" y="1758261"/>
                  </a:lnTo>
                  <a:lnTo>
                    <a:pt x="1832433" y="1758907"/>
                  </a:lnTo>
                  <a:lnTo>
                    <a:pt x="1831362" y="1759553"/>
                  </a:lnTo>
                  <a:lnTo>
                    <a:pt x="1830290" y="1760199"/>
                  </a:lnTo>
                  <a:lnTo>
                    <a:pt x="1829219" y="1760844"/>
                  </a:lnTo>
                  <a:lnTo>
                    <a:pt x="1828147" y="1761490"/>
                  </a:lnTo>
                  <a:lnTo>
                    <a:pt x="1827075" y="1762136"/>
                  </a:lnTo>
                  <a:lnTo>
                    <a:pt x="1826004" y="1762781"/>
                  </a:lnTo>
                  <a:lnTo>
                    <a:pt x="1824932" y="1763427"/>
                  </a:lnTo>
                  <a:lnTo>
                    <a:pt x="1823861" y="1764073"/>
                  </a:lnTo>
                  <a:lnTo>
                    <a:pt x="1822789" y="1764718"/>
                  </a:lnTo>
                  <a:lnTo>
                    <a:pt x="1821717" y="1765364"/>
                  </a:lnTo>
                  <a:lnTo>
                    <a:pt x="1820646" y="1766009"/>
                  </a:lnTo>
                  <a:lnTo>
                    <a:pt x="1819574" y="1766655"/>
                  </a:lnTo>
                  <a:lnTo>
                    <a:pt x="1818503" y="1767301"/>
                  </a:lnTo>
                  <a:lnTo>
                    <a:pt x="1817431" y="1767946"/>
                  </a:lnTo>
                  <a:lnTo>
                    <a:pt x="1816359" y="1768592"/>
                  </a:lnTo>
                  <a:lnTo>
                    <a:pt x="1815288" y="1769237"/>
                  </a:lnTo>
                  <a:lnTo>
                    <a:pt x="1814216" y="1769883"/>
                  </a:lnTo>
                  <a:lnTo>
                    <a:pt x="1813145" y="1770529"/>
                  </a:lnTo>
                  <a:lnTo>
                    <a:pt x="1812073" y="1771174"/>
                  </a:lnTo>
                  <a:lnTo>
                    <a:pt x="1811001" y="1771820"/>
                  </a:lnTo>
                  <a:lnTo>
                    <a:pt x="1809930" y="1772465"/>
                  </a:lnTo>
                  <a:lnTo>
                    <a:pt x="1808858" y="1773111"/>
                  </a:lnTo>
                  <a:lnTo>
                    <a:pt x="1807787" y="1773756"/>
                  </a:lnTo>
                  <a:lnTo>
                    <a:pt x="1806715" y="1774401"/>
                  </a:lnTo>
                  <a:lnTo>
                    <a:pt x="1805643" y="1775047"/>
                  </a:lnTo>
                  <a:lnTo>
                    <a:pt x="1804572" y="1775692"/>
                  </a:lnTo>
                  <a:lnTo>
                    <a:pt x="1803500" y="1776338"/>
                  </a:lnTo>
                  <a:lnTo>
                    <a:pt x="1802429" y="1776983"/>
                  </a:lnTo>
                  <a:lnTo>
                    <a:pt x="1801357" y="1777628"/>
                  </a:lnTo>
                  <a:lnTo>
                    <a:pt x="1800285" y="1778274"/>
                  </a:lnTo>
                  <a:lnTo>
                    <a:pt x="1799214" y="1778919"/>
                  </a:lnTo>
                  <a:lnTo>
                    <a:pt x="1798142" y="1779564"/>
                  </a:lnTo>
                  <a:lnTo>
                    <a:pt x="1797071" y="1780210"/>
                  </a:lnTo>
                  <a:lnTo>
                    <a:pt x="1795999" y="1780855"/>
                  </a:lnTo>
                  <a:lnTo>
                    <a:pt x="1794927" y="1781500"/>
                  </a:lnTo>
                  <a:lnTo>
                    <a:pt x="1793856" y="1782145"/>
                  </a:lnTo>
                  <a:lnTo>
                    <a:pt x="1792784" y="1782791"/>
                  </a:lnTo>
                  <a:lnTo>
                    <a:pt x="1791713" y="1783436"/>
                  </a:lnTo>
                  <a:lnTo>
                    <a:pt x="1790641" y="1784081"/>
                  </a:lnTo>
                  <a:lnTo>
                    <a:pt x="1789569" y="1784726"/>
                  </a:lnTo>
                  <a:lnTo>
                    <a:pt x="1788498" y="1785371"/>
                  </a:lnTo>
                  <a:lnTo>
                    <a:pt x="1787426" y="1786016"/>
                  </a:lnTo>
                  <a:lnTo>
                    <a:pt x="1786355" y="1786661"/>
                  </a:lnTo>
                  <a:lnTo>
                    <a:pt x="1785283" y="1787306"/>
                  </a:lnTo>
                  <a:lnTo>
                    <a:pt x="1784211" y="1787951"/>
                  </a:lnTo>
                  <a:lnTo>
                    <a:pt x="1783140" y="1788596"/>
                  </a:lnTo>
                  <a:lnTo>
                    <a:pt x="1782068" y="1789241"/>
                  </a:lnTo>
                  <a:lnTo>
                    <a:pt x="1780997" y="1789886"/>
                  </a:lnTo>
                  <a:lnTo>
                    <a:pt x="1779925" y="1790531"/>
                  </a:lnTo>
                  <a:lnTo>
                    <a:pt x="1778853" y="1791176"/>
                  </a:lnTo>
                  <a:lnTo>
                    <a:pt x="1777782" y="1791821"/>
                  </a:lnTo>
                  <a:lnTo>
                    <a:pt x="1776710" y="1792465"/>
                  </a:lnTo>
                  <a:lnTo>
                    <a:pt x="1775639" y="1793110"/>
                  </a:lnTo>
                  <a:lnTo>
                    <a:pt x="1774567" y="1793755"/>
                  </a:lnTo>
                  <a:lnTo>
                    <a:pt x="1773496" y="1794400"/>
                  </a:lnTo>
                  <a:lnTo>
                    <a:pt x="1772424" y="1795044"/>
                  </a:lnTo>
                  <a:lnTo>
                    <a:pt x="1771352" y="1795689"/>
                  </a:lnTo>
                  <a:lnTo>
                    <a:pt x="1770281" y="1796334"/>
                  </a:lnTo>
                  <a:lnTo>
                    <a:pt x="1769209" y="1796978"/>
                  </a:lnTo>
                  <a:lnTo>
                    <a:pt x="1768138" y="1797623"/>
                  </a:lnTo>
                  <a:lnTo>
                    <a:pt x="1767066" y="1798267"/>
                  </a:lnTo>
                  <a:lnTo>
                    <a:pt x="1765994" y="1798912"/>
                  </a:lnTo>
                  <a:lnTo>
                    <a:pt x="1764923" y="1799556"/>
                  </a:lnTo>
                  <a:lnTo>
                    <a:pt x="1763851" y="1800200"/>
                  </a:lnTo>
                  <a:lnTo>
                    <a:pt x="1762780" y="1800845"/>
                  </a:lnTo>
                  <a:lnTo>
                    <a:pt x="1761708" y="1801489"/>
                  </a:lnTo>
                  <a:lnTo>
                    <a:pt x="1760636" y="1802133"/>
                  </a:lnTo>
                  <a:lnTo>
                    <a:pt x="1759565" y="1802778"/>
                  </a:lnTo>
                  <a:lnTo>
                    <a:pt x="1758493" y="1803422"/>
                  </a:lnTo>
                  <a:lnTo>
                    <a:pt x="1757422" y="1804066"/>
                  </a:lnTo>
                  <a:lnTo>
                    <a:pt x="1756350" y="1804710"/>
                  </a:lnTo>
                  <a:lnTo>
                    <a:pt x="1755278" y="1805354"/>
                  </a:lnTo>
                  <a:lnTo>
                    <a:pt x="1754207" y="1805998"/>
                  </a:lnTo>
                  <a:lnTo>
                    <a:pt x="1753135" y="1806642"/>
                  </a:lnTo>
                  <a:lnTo>
                    <a:pt x="1752064" y="1807286"/>
                  </a:lnTo>
                  <a:lnTo>
                    <a:pt x="1750992" y="1807930"/>
                  </a:lnTo>
                  <a:lnTo>
                    <a:pt x="1749920" y="1808574"/>
                  </a:lnTo>
                  <a:lnTo>
                    <a:pt x="1748849" y="1809218"/>
                  </a:lnTo>
                  <a:lnTo>
                    <a:pt x="1747777" y="1809861"/>
                  </a:lnTo>
                  <a:lnTo>
                    <a:pt x="1746706" y="1810505"/>
                  </a:lnTo>
                  <a:lnTo>
                    <a:pt x="1745634" y="1811149"/>
                  </a:lnTo>
                  <a:lnTo>
                    <a:pt x="1744562" y="1811792"/>
                  </a:lnTo>
                  <a:lnTo>
                    <a:pt x="1743491" y="1812436"/>
                  </a:lnTo>
                  <a:lnTo>
                    <a:pt x="1742419" y="1813079"/>
                  </a:lnTo>
                  <a:lnTo>
                    <a:pt x="1741348" y="1813723"/>
                  </a:lnTo>
                  <a:lnTo>
                    <a:pt x="1740276" y="1814366"/>
                  </a:lnTo>
                  <a:lnTo>
                    <a:pt x="1739204" y="1815009"/>
                  </a:lnTo>
                  <a:lnTo>
                    <a:pt x="1738133" y="1815653"/>
                  </a:lnTo>
                  <a:lnTo>
                    <a:pt x="1737061" y="1816296"/>
                  </a:lnTo>
                  <a:lnTo>
                    <a:pt x="1735990" y="1816939"/>
                  </a:lnTo>
                  <a:lnTo>
                    <a:pt x="1734918" y="1817582"/>
                  </a:lnTo>
                  <a:lnTo>
                    <a:pt x="1733846" y="1818225"/>
                  </a:lnTo>
                  <a:lnTo>
                    <a:pt x="1732775" y="1818868"/>
                  </a:lnTo>
                  <a:lnTo>
                    <a:pt x="1731703" y="1819511"/>
                  </a:lnTo>
                  <a:lnTo>
                    <a:pt x="1730632" y="1820154"/>
                  </a:lnTo>
                  <a:lnTo>
                    <a:pt x="1729560" y="1820797"/>
                  </a:lnTo>
                  <a:lnTo>
                    <a:pt x="1728488" y="1821440"/>
                  </a:lnTo>
                  <a:lnTo>
                    <a:pt x="1727417" y="1822082"/>
                  </a:lnTo>
                  <a:lnTo>
                    <a:pt x="1726345" y="1822725"/>
                  </a:lnTo>
                  <a:lnTo>
                    <a:pt x="1725274" y="1823368"/>
                  </a:lnTo>
                  <a:lnTo>
                    <a:pt x="1724202" y="1824010"/>
                  </a:lnTo>
                  <a:lnTo>
                    <a:pt x="1723130" y="1824653"/>
                  </a:lnTo>
                  <a:lnTo>
                    <a:pt x="1722059" y="1825295"/>
                  </a:lnTo>
                  <a:lnTo>
                    <a:pt x="1720987" y="1825937"/>
                  </a:lnTo>
                  <a:lnTo>
                    <a:pt x="1719916" y="1826580"/>
                  </a:lnTo>
                  <a:lnTo>
                    <a:pt x="1718844" y="1827222"/>
                  </a:lnTo>
                  <a:lnTo>
                    <a:pt x="1717772" y="1827864"/>
                  </a:lnTo>
                  <a:lnTo>
                    <a:pt x="1716701" y="1828506"/>
                  </a:lnTo>
                  <a:lnTo>
                    <a:pt x="1715629" y="1829148"/>
                  </a:lnTo>
                  <a:lnTo>
                    <a:pt x="1714558" y="1829790"/>
                  </a:lnTo>
                  <a:lnTo>
                    <a:pt x="1713486" y="1830432"/>
                  </a:lnTo>
                  <a:lnTo>
                    <a:pt x="1712414" y="1831073"/>
                  </a:lnTo>
                  <a:lnTo>
                    <a:pt x="1711343" y="1831715"/>
                  </a:lnTo>
                  <a:lnTo>
                    <a:pt x="1710271" y="1832357"/>
                  </a:lnTo>
                  <a:lnTo>
                    <a:pt x="1709200" y="1832998"/>
                  </a:lnTo>
                  <a:lnTo>
                    <a:pt x="1708128" y="1833640"/>
                  </a:lnTo>
                  <a:lnTo>
                    <a:pt x="1707056" y="1834281"/>
                  </a:lnTo>
                  <a:lnTo>
                    <a:pt x="1705985" y="1834922"/>
                  </a:lnTo>
                  <a:lnTo>
                    <a:pt x="1704913" y="1835563"/>
                  </a:lnTo>
                  <a:lnTo>
                    <a:pt x="1703842" y="1836205"/>
                  </a:lnTo>
                  <a:lnTo>
                    <a:pt x="1702770" y="1836846"/>
                  </a:lnTo>
                  <a:lnTo>
                    <a:pt x="1701698" y="1837487"/>
                  </a:lnTo>
                  <a:lnTo>
                    <a:pt x="1700627" y="1838127"/>
                  </a:lnTo>
                  <a:lnTo>
                    <a:pt x="1699555" y="1838768"/>
                  </a:lnTo>
                  <a:lnTo>
                    <a:pt x="1698484" y="1839409"/>
                  </a:lnTo>
                  <a:lnTo>
                    <a:pt x="1697412" y="1840049"/>
                  </a:lnTo>
                  <a:lnTo>
                    <a:pt x="1696340" y="1840690"/>
                  </a:lnTo>
                  <a:lnTo>
                    <a:pt x="1695269" y="1841330"/>
                  </a:lnTo>
                  <a:lnTo>
                    <a:pt x="1694197" y="1841971"/>
                  </a:lnTo>
                  <a:lnTo>
                    <a:pt x="1693126" y="1842611"/>
                  </a:lnTo>
                  <a:lnTo>
                    <a:pt x="1692054" y="1843251"/>
                  </a:lnTo>
                  <a:lnTo>
                    <a:pt x="1690982" y="1843891"/>
                  </a:lnTo>
                  <a:lnTo>
                    <a:pt x="1689911" y="1844531"/>
                  </a:lnTo>
                  <a:lnTo>
                    <a:pt x="1688839" y="1845171"/>
                  </a:lnTo>
                  <a:lnTo>
                    <a:pt x="1687768" y="1845811"/>
                  </a:lnTo>
                  <a:lnTo>
                    <a:pt x="1686696" y="1846450"/>
                  </a:lnTo>
                  <a:lnTo>
                    <a:pt x="1685624" y="1847090"/>
                  </a:lnTo>
                  <a:lnTo>
                    <a:pt x="1684553" y="1847729"/>
                  </a:lnTo>
                  <a:lnTo>
                    <a:pt x="1683481" y="1848369"/>
                  </a:lnTo>
                  <a:lnTo>
                    <a:pt x="1682410" y="1849008"/>
                  </a:lnTo>
                  <a:lnTo>
                    <a:pt x="1681338" y="1849647"/>
                  </a:lnTo>
                  <a:lnTo>
                    <a:pt x="1680266" y="1850286"/>
                  </a:lnTo>
                  <a:lnTo>
                    <a:pt x="1679195" y="1850925"/>
                  </a:lnTo>
                  <a:lnTo>
                    <a:pt x="1678123" y="1851564"/>
                  </a:lnTo>
                  <a:lnTo>
                    <a:pt x="1677052" y="1852202"/>
                  </a:lnTo>
                  <a:lnTo>
                    <a:pt x="1675980" y="1852841"/>
                  </a:lnTo>
                  <a:lnTo>
                    <a:pt x="1674908" y="1853479"/>
                  </a:lnTo>
                  <a:lnTo>
                    <a:pt x="1673837" y="1854118"/>
                  </a:lnTo>
                  <a:lnTo>
                    <a:pt x="1672765" y="1854756"/>
                  </a:lnTo>
                  <a:lnTo>
                    <a:pt x="1671694" y="1855394"/>
                  </a:lnTo>
                  <a:lnTo>
                    <a:pt x="1670622" y="1856032"/>
                  </a:lnTo>
                  <a:lnTo>
                    <a:pt x="1669550" y="1856670"/>
                  </a:lnTo>
                  <a:lnTo>
                    <a:pt x="1668479" y="1857308"/>
                  </a:lnTo>
                  <a:lnTo>
                    <a:pt x="1667407" y="1857945"/>
                  </a:lnTo>
                  <a:lnTo>
                    <a:pt x="1666336" y="1858583"/>
                  </a:lnTo>
                  <a:lnTo>
                    <a:pt x="1665264" y="1859220"/>
                  </a:lnTo>
                  <a:lnTo>
                    <a:pt x="1664192" y="1859857"/>
                  </a:lnTo>
                  <a:lnTo>
                    <a:pt x="1663121" y="1860494"/>
                  </a:lnTo>
                  <a:lnTo>
                    <a:pt x="1662049" y="1861131"/>
                  </a:lnTo>
                  <a:lnTo>
                    <a:pt x="1660978" y="1861768"/>
                  </a:lnTo>
                  <a:lnTo>
                    <a:pt x="1659906" y="1862405"/>
                  </a:lnTo>
                  <a:lnTo>
                    <a:pt x="1658834" y="1863042"/>
                  </a:lnTo>
                  <a:lnTo>
                    <a:pt x="1657763" y="1863678"/>
                  </a:lnTo>
                  <a:lnTo>
                    <a:pt x="1656691" y="1864314"/>
                  </a:lnTo>
                  <a:lnTo>
                    <a:pt x="1655620" y="1864950"/>
                  </a:lnTo>
                  <a:lnTo>
                    <a:pt x="1654548" y="1865586"/>
                  </a:lnTo>
                  <a:lnTo>
                    <a:pt x="1653476" y="1866222"/>
                  </a:lnTo>
                  <a:lnTo>
                    <a:pt x="1652405" y="1866858"/>
                  </a:lnTo>
                  <a:lnTo>
                    <a:pt x="1651333" y="1867494"/>
                  </a:lnTo>
                  <a:lnTo>
                    <a:pt x="1650262" y="1868129"/>
                  </a:lnTo>
                  <a:lnTo>
                    <a:pt x="1649190" y="1868764"/>
                  </a:lnTo>
                  <a:lnTo>
                    <a:pt x="1648118" y="1869399"/>
                  </a:lnTo>
                  <a:lnTo>
                    <a:pt x="1647047" y="1870034"/>
                  </a:lnTo>
                  <a:lnTo>
                    <a:pt x="1645975" y="1870669"/>
                  </a:lnTo>
                  <a:lnTo>
                    <a:pt x="1644904" y="1871304"/>
                  </a:lnTo>
                  <a:lnTo>
                    <a:pt x="1643832" y="1871938"/>
                  </a:lnTo>
                  <a:lnTo>
                    <a:pt x="1642760" y="1872572"/>
                  </a:lnTo>
                  <a:lnTo>
                    <a:pt x="1641689" y="1873207"/>
                  </a:lnTo>
                  <a:lnTo>
                    <a:pt x="1640617" y="1873841"/>
                  </a:lnTo>
                  <a:lnTo>
                    <a:pt x="1639546" y="1874474"/>
                  </a:lnTo>
                  <a:lnTo>
                    <a:pt x="1638474" y="1875108"/>
                  </a:lnTo>
                  <a:lnTo>
                    <a:pt x="1637402" y="1875741"/>
                  </a:lnTo>
                  <a:lnTo>
                    <a:pt x="1636331" y="1876375"/>
                  </a:lnTo>
                  <a:lnTo>
                    <a:pt x="1635259" y="1877008"/>
                  </a:lnTo>
                  <a:lnTo>
                    <a:pt x="1634188" y="1877641"/>
                  </a:lnTo>
                  <a:lnTo>
                    <a:pt x="1633116" y="1878274"/>
                  </a:lnTo>
                  <a:lnTo>
                    <a:pt x="1632044" y="1878906"/>
                  </a:lnTo>
                  <a:lnTo>
                    <a:pt x="1630973" y="1879539"/>
                  </a:lnTo>
                  <a:lnTo>
                    <a:pt x="1629901" y="1880171"/>
                  </a:lnTo>
                  <a:lnTo>
                    <a:pt x="1628830" y="1880803"/>
                  </a:lnTo>
                  <a:lnTo>
                    <a:pt x="1627758" y="1881435"/>
                  </a:lnTo>
                  <a:lnTo>
                    <a:pt x="1626686" y="1882066"/>
                  </a:lnTo>
                  <a:lnTo>
                    <a:pt x="1625615" y="1882698"/>
                  </a:lnTo>
                  <a:lnTo>
                    <a:pt x="1624543" y="1883329"/>
                  </a:lnTo>
                  <a:lnTo>
                    <a:pt x="1623472" y="1883960"/>
                  </a:lnTo>
                  <a:lnTo>
                    <a:pt x="1622400" y="1884591"/>
                  </a:lnTo>
                  <a:lnTo>
                    <a:pt x="1621328" y="1885222"/>
                  </a:lnTo>
                  <a:lnTo>
                    <a:pt x="1620257" y="1885852"/>
                  </a:lnTo>
                  <a:lnTo>
                    <a:pt x="1619185" y="1886482"/>
                  </a:lnTo>
                  <a:lnTo>
                    <a:pt x="1618114" y="1887112"/>
                  </a:lnTo>
                  <a:lnTo>
                    <a:pt x="1617042" y="1887742"/>
                  </a:lnTo>
                  <a:lnTo>
                    <a:pt x="1615970" y="1888372"/>
                  </a:lnTo>
                  <a:lnTo>
                    <a:pt x="1614899" y="1889001"/>
                  </a:lnTo>
                  <a:lnTo>
                    <a:pt x="1613827" y="1889630"/>
                  </a:lnTo>
                  <a:lnTo>
                    <a:pt x="1612756" y="1890259"/>
                  </a:lnTo>
                  <a:lnTo>
                    <a:pt x="1611684" y="1890888"/>
                  </a:lnTo>
                  <a:lnTo>
                    <a:pt x="1610612" y="1891516"/>
                  </a:lnTo>
                  <a:lnTo>
                    <a:pt x="1609541" y="1892145"/>
                  </a:lnTo>
                  <a:lnTo>
                    <a:pt x="1608469" y="1892773"/>
                  </a:lnTo>
                  <a:lnTo>
                    <a:pt x="1607398" y="1893401"/>
                  </a:lnTo>
                  <a:lnTo>
                    <a:pt x="1606326" y="1894028"/>
                  </a:lnTo>
                  <a:lnTo>
                    <a:pt x="1605254" y="1894655"/>
                  </a:lnTo>
                  <a:lnTo>
                    <a:pt x="1604183" y="1895282"/>
                  </a:lnTo>
                  <a:lnTo>
                    <a:pt x="1603111" y="1895909"/>
                  </a:lnTo>
                  <a:lnTo>
                    <a:pt x="1602040" y="1896536"/>
                  </a:lnTo>
                  <a:lnTo>
                    <a:pt x="1600968" y="1897162"/>
                  </a:lnTo>
                  <a:lnTo>
                    <a:pt x="1599896" y="1897788"/>
                  </a:lnTo>
                  <a:lnTo>
                    <a:pt x="1598825" y="1898414"/>
                  </a:lnTo>
                  <a:lnTo>
                    <a:pt x="1597753" y="1899040"/>
                  </a:lnTo>
                  <a:lnTo>
                    <a:pt x="1596682" y="1899665"/>
                  </a:lnTo>
                  <a:lnTo>
                    <a:pt x="1595610" y="1900290"/>
                  </a:lnTo>
                  <a:lnTo>
                    <a:pt x="1594539" y="1900915"/>
                  </a:lnTo>
                  <a:lnTo>
                    <a:pt x="1593467" y="1901540"/>
                  </a:lnTo>
                  <a:lnTo>
                    <a:pt x="1592395" y="1902164"/>
                  </a:lnTo>
                  <a:lnTo>
                    <a:pt x="1591324" y="1902788"/>
                  </a:lnTo>
                  <a:lnTo>
                    <a:pt x="1590252" y="1903412"/>
                  </a:lnTo>
                  <a:lnTo>
                    <a:pt x="1589181" y="1904035"/>
                  </a:lnTo>
                  <a:lnTo>
                    <a:pt x="1588109" y="1904658"/>
                  </a:lnTo>
                  <a:lnTo>
                    <a:pt x="1587037" y="1905281"/>
                  </a:lnTo>
                  <a:lnTo>
                    <a:pt x="1585966" y="1905904"/>
                  </a:lnTo>
                  <a:lnTo>
                    <a:pt x="1584894" y="1906526"/>
                  </a:lnTo>
                  <a:lnTo>
                    <a:pt x="1583823" y="1907148"/>
                  </a:lnTo>
                  <a:lnTo>
                    <a:pt x="1582751" y="1907770"/>
                  </a:lnTo>
                  <a:lnTo>
                    <a:pt x="1581679" y="1908391"/>
                  </a:lnTo>
                  <a:lnTo>
                    <a:pt x="1580608" y="1909012"/>
                  </a:lnTo>
                  <a:lnTo>
                    <a:pt x="1579536" y="1909633"/>
                  </a:lnTo>
                  <a:lnTo>
                    <a:pt x="1578465" y="1910253"/>
                  </a:lnTo>
                  <a:lnTo>
                    <a:pt x="1577393" y="1910874"/>
                  </a:lnTo>
                  <a:lnTo>
                    <a:pt x="1576321" y="1911493"/>
                  </a:lnTo>
                  <a:lnTo>
                    <a:pt x="1575250" y="1912113"/>
                  </a:lnTo>
                  <a:lnTo>
                    <a:pt x="1574178" y="1912732"/>
                  </a:lnTo>
                  <a:lnTo>
                    <a:pt x="1573107" y="1913351"/>
                  </a:lnTo>
                  <a:lnTo>
                    <a:pt x="1572035" y="1913970"/>
                  </a:lnTo>
                  <a:lnTo>
                    <a:pt x="1570963" y="1914588"/>
                  </a:lnTo>
                  <a:lnTo>
                    <a:pt x="1569892" y="1915206"/>
                  </a:lnTo>
                  <a:lnTo>
                    <a:pt x="1568820" y="1915823"/>
                  </a:lnTo>
                  <a:lnTo>
                    <a:pt x="1567749" y="1916441"/>
                  </a:lnTo>
                  <a:lnTo>
                    <a:pt x="1566677" y="1917058"/>
                  </a:lnTo>
                  <a:lnTo>
                    <a:pt x="1565605" y="1917674"/>
                  </a:lnTo>
                  <a:lnTo>
                    <a:pt x="1564534" y="1918290"/>
                  </a:lnTo>
                  <a:lnTo>
                    <a:pt x="1563462" y="1918906"/>
                  </a:lnTo>
                  <a:lnTo>
                    <a:pt x="1562391" y="1919522"/>
                  </a:lnTo>
                  <a:lnTo>
                    <a:pt x="1561319" y="1920137"/>
                  </a:lnTo>
                  <a:lnTo>
                    <a:pt x="1560247" y="1920752"/>
                  </a:lnTo>
                  <a:lnTo>
                    <a:pt x="1559176" y="1921366"/>
                  </a:lnTo>
                  <a:lnTo>
                    <a:pt x="1558104" y="1921980"/>
                  </a:lnTo>
                  <a:lnTo>
                    <a:pt x="1557033" y="1922594"/>
                  </a:lnTo>
                  <a:lnTo>
                    <a:pt x="1555961" y="1923207"/>
                  </a:lnTo>
                  <a:lnTo>
                    <a:pt x="1554889" y="1923820"/>
                  </a:lnTo>
                  <a:lnTo>
                    <a:pt x="1553818" y="1924432"/>
                  </a:lnTo>
                  <a:lnTo>
                    <a:pt x="1552746" y="1925044"/>
                  </a:lnTo>
                  <a:lnTo>
                    <a:pt x="1551675" y="1925656"/>
                  </a:lnTo>
                  <a:lnTo>
                    <a:pt x="1550603" y="1926268"/>
                  </a:lnTo>
                  <a:lnTo>
                    <a:pt x="1549531" y="1926879"/>
                  </a:lnTo>
                  <a:lnTo>
                    <a:pt x="1548460" y="1927489"/>
                  </a:lnTo>
                  <a:lnTo>
                    <a:pt x="1547388" y="1928099"/>
                  </a:lnTo>
                  <a:lnTo>
                    <a:pt x="1546317" y="1928709"/>
                  </a:lnTo>
                  <a:lnTo>
                    <a:pt x="1545245" y="1929318"/>
                  </a:lnTo>
                  <a:lnTo>
                    <a:pt x="1544173" y="1929927"/>
                  </a:lnTo>
                  <a:lnTo>
                    <a:pt x="1543102" y="1930536"/>
                  </a:lnTo>
                  <a:lnTo>
                    <a:pt x="1542030" y="1931144"/>
                  </a:lnTo>
                  <a:lnTo>
                    <a:pt x="1540959" y="1931751"/>
                  </a:lnTo>
                  <a:lnTo>
                    <a:pt x="1539887" y="1932359"/>
                  </a:lnTo>
                  <a:lnTo>
                    <a:pt x="1538815" y="1932965"/>
                  </a:lnTo>
                  <a:lnTo>
                    <a:pt x="1537744" y="1933572"/>
                  </a:lnTo>
                  <a:lnTo>
                    <a:pt x="1536672" y="1934178"/>
                  </a:lnTo>
                  <a:lnTo>
                    <a:pt x="1535601" y="1934783"/>
                  </a:lnTo>
                  <a:lnTo>
                    <a:pt x="1534529" y="1935388"/>
                  </a:lnTo>
                  <a:lnTo>
                    <a:pt x="1533457" y="1935993"/>
                  </a:lnTo>
                  <a:lnTo>
                    <a:pt x="1532386" y="1936597"/>
                  </a:lnTo>
                  <a:lnTo>
                    <a:pt x="1531314" y="1937200"/>
                  </a:lnTo>
                  <a:lnTo>
                    <a:pt x="1530243" y="1937804"/>
                  </a:lnTo>
                  <a:lnTo>
                    <a:pt x="1529171" y="1938406"/>
                  </a:lnTo>
                  <a:lnTo>
                    <a:pt x="1528099" y="1939008"/>
                  </a:lnTo>
                  <a:lnTo>
                    <a:pt x="1527028" y="1939610"/>
                  </a:lnTo>
                  <a:lnTo>
                    <a:pt x="1525956" y="1940212"/>
                  </a:lnTo>
                  <a:lnTo>
                    <a:pt x="1524885" y="1940812"/>
                  </a:lnTo>
                  <a:lnTo>
                    <a:pt x="1523813" y="1941413"/>
                  </a:lnTo>
                  <a:lnTo>
                    <a:pt x="1522741" y="1942012"/>
                  </a:lnTo>
                  <a:lnTo>
                    <a:pt x="1521670" y="1942612"/>
                  </a:lnTo>
                  <a:lnTo>
                    <a:pt x="1520598" y="1943211"/>
                  </a:lnTo>
                  <a:lnTo>
                    <a:pt x="1519527" y="1943809"/>
                  </a:lnTo>
                  <a:lnTo>
                    <a:pt x="1518455" y="1944407"/>
                  </a:lnTo>
                  <a:lnTo>
                    <a:pt x="1517383" y="1945004"/>
                  </a:lnTo>
                  <a:lnTo>
                    <a:pt x="1516312" y="1945601"/>
                  </a:lnTo>
                  <a:lnTo>
                    <a:pt x="1515240" y="1946197"/>
                  </a:lnTo>
                  <a:lnTo>
                    <a:pt x="1514169" y="1946793"/>
                  </a:lnTo>
                  <a:lnTo>
                    <a:pt x="1513097" y="1947388"/>
                  </a:lnTo>
                  <a:lnTo>
                    <a:pt x="1512025" y="1947983"/>
                  </a:lnTo>
                  <a:lnTo>
                    <a:pt x="1510954" y="1948577"/>
                  </a:lnTo>
                  <a:lnTo>
                    <a:pt x="1509882" y="1949170"/>
                  </a:lnTo>
                  <a:lnTo>
                    <a:pt x="1508811" y="1949763"/>
                  </a:lnTo>
                  <a:lnTo>
                    <a:pt x="1507739" y="1950356"/>
                  </a:lnTo>
                  <a:lnTo>
                    <a:pt x="1506667" y="1950948"/>
                  </a:lnTo>
                  <a:lnTo>
                    <a:pt x="1505596" y="1951539"/>
                  </a:lnTo>
                  <a:lnTo>
                    <a:pt x="1504524" y="1952130"/>
                  </a:lnTo>
                  <a:lnTo>
                    <a:pt x="1503453" y="1952721"/>
                  </a:lnTo>
                  <a:lnTo>
                    <a:pt x="1502381" y="1953310"/>
                  </a:lnTo>
                  <a:lnTo>
                    <a:pt x="1501309" y="1953899"/>
                  </a:lnTo>
                  <a:lnTo>
                    <a:pt x="1500238" y="1954488"/>
                  </a:lnTo>
                  <a:lnTo>
                    <a:pt x="1499166" y="1955076"/>
                  </a:lnTo>
                  <a:lnTo>
                    <a:pt x="1498095" y="1955663"/>
                  </a:lnTo>
                  <a:lnTo>
                    <a:pt x="1497023" y="1956250"/>
                  </a:lnTo>
                  <a:lnTo>
                    <a:pt x="1495951" y="1956836"/>
                  </a:lnTo>
                  <a:lnTo>
                    <a:pt x="1494880" y="1957422"/>
                  </a:lnTo>
                  <a:lnTo>
                    <a:pt x="1493808" y="1958007"/>
                  </a:lnTo>
                  <a:lnTo>
                    <a:pt x="1492737" y="1958592"/>
                  </a:lnTo>
                  <a:lnTo>
                    <a:pt x="1491665" y="1959175"/>
                  </a:lnTo>
                  <a:lnTo>
                    <a:pt x="1490593" y="1959759"/>
                  </a:lnTo>
                  <a:lnTo>
                    <a:pt x="1489522" y="1960341"/>
                  </a:lnTo>
                  <a:lnTo>
                    <a:pt x="1488450" y="1960923"/>
                  </a:lnTo>
                  <a:lnTo>
                    <a:pt x="1487379" y="1961505"/>
                  </a:lnTo>
                  <a:lnTo>
                    <a:pt x="1486307" y="1962085"/>
                  </a:lnTo>
                  <a:lnTo>
                    <a:pt x="1485235" y="1962665"/>
                  </a:lnTo>
                  <a:lnTo>
                    <a:pt x="1484164" y="1963245"/>
                  </a:lnTo>
                  <a:lnTo>
                    <a:pt x="1483092" y="1963824"/>
                  </a:lnTo>
                  <a:lnTo>
                    <a:pt x="1482021" y="1964402"/>
                  </a:lnTo>
                  <a:lnTo>
                    <a:pt x="1480949" y="1964979"/>
                  </a:lnTo>
                  <a:lnTo>
                    <a:pt x="1479877" y="1965556"/>
                  </a:lnTo>
                  <a:lnTo>
                    <a:pt x="1478806" y="1966132"/>
                  </a:lnTo>
                  <a:lnTo>
                    <a:pt x="1477734" y="1966708"/>
                  </a:lnTo>
                  <a:lnTo>
                    <a:pt x="1476663" y="1967283"/>
                  </a:lnTo>
                  <a:lnTo>
                    <a:pt x="1475591" y="1967857"/>
                  </a:lnTo>
                  <a:lnTo>
                    <a:pt x="1474519" y="1968431"/>
                  </a:lnTo>
                  <a:lnTo>
                    <a:pt x="1473448" y="1969003"/>
                  </a:lnTo>
                  <a:lnTo>
                    <a:pt x="1472376" y="1969576"/>
                  </a:lnTo>
                  <a:lnTo>
                    <a:pt x="1471305" y="1970147"/>
                  </a:lnTo>
                  <a:lnTo>
                    <a:pt x="1470233" y="1970718"/>
                  </a:lnTo>
                  <a:lnTo>
                    <a:pt x="1469161" y="1971288"/>
                  </a:lnTo>
                  <a:lnTo>
                    <a:pt x="1468090" y="1971857"/>
                  </a:lnTo>
                  <a:lnTo>
                    <a:pt x="1467018" y="1972426"/>
                  </a:lnTo>
                  <a:lnTo>
                    <a:pt x="1465947" y="1972994"/>
                  </a:lnTo>
                  <a:lnTo>
                    <a:pt x="1464875" y="1973561"/>
                  </a:lnTo>
                  <a:lnTo>
                    <a:pt x="1463803" y="1974128"/>
                  </a:lnTo>
                  <a:lnTo>
                    <a:pt x="1462732" y="1974694"/>
                  </a:lnTo>
                  <a:lnTo>
                    <a:pt x="1461660" y="1975259"/>
                  </a:lnTo>
                  <a:lnTo>
                    <a:pt x="1460589" y="1975824"/>
                  </a:lnTo>
                  <a:lnTo>
                    <a:pt x="1459517" y="1976387"/>
                  </a:lnTo>
                  <a:lnTo>
                    <a:pt x="1458445" y="1976950"/>
                  </a:lnTo>
                  <a:lnTo>
                    <a:pt x="1457374" y="1977512"/>
                  </a:lnTo>
                  <a:lnTo>
                    <a:pt x="1456302" y="1978074"/>
                  </a:lnTo>
                  <a:lnTo>
                    <a:pt x="1455231" y="1978635"/>
                  </a:lnTo>
                  <a:lnTo>
                    <a:pt x="1454159" y="1979195"/>
                  </a:lnTo>
                  <a:lnTo>
                    <a:pt x="1453087" y="1979754"/>
                  </a:lnTo>
                  <a:lnTo>
                    <a:pt x="1452016" y="1980312"/>
                  </a:lnTo>
                  <a:lnTo>
                    <a:pt x="1450944" y="1980870"/>
                  </a:lnTo>
                  <a:lnTo>
                    <a:pt x="1449873" y="1981427"/>
                  </a:lnTo>
                  <a:lnTo>
                    <a:pt x="1448801" y="1981983"/>
                  </a:lnTo>
                  <a:lnTo>
                    <a:pt x="1447729" y="1982539"/>
                  </a:lnTo>
                  <a:lnTo>
                    <a:pt x="1446658" y="1983093"/>
                  </a:lnTo>
                  <a:lnTo>
                    <a:pt x="1445586" y="1983647"/>
                  </a:lnTo>
                  <a:lnTo>
                    <a:pt x="1444515" y="1984200"/>
                  </a:lnTo>
                  <a:lnTo>
                    <a:pt x="1443443" y="1984753"/>
                  </a:lnTo>
                  <a:lnTo>
                    <a:pt x="1442371" y="1985304"/>
                  </a:lnTo>
                  <a:lnTo>
                    <a:pt x="1441300" y="1985855"/>
                  </a:lnTo>
                  <a:lnTo>
                    <a:pt x="1440228" y="1986405"/>
                  </a:lnTo>
                  <a:lnTo>
                    <a:pt x="1439157" y="1986954"/>
                  </a:lnTo>
                  <a:lnTo>
                    <a:pt x="1438085" y="1987502"/>
                  </a:lnTo>
                  <a:lnTo>
                    <a:pt x="1437013" y="1988050"/>
                  </a:lnTo>
                  <a:lnTo>
                    <a:pt x="1435942" y="1988596"/>
                  </a:lnTo>
                  <a:lnTo>
                    <a:pt x="1434870" y="1989142"/>
                  </a:lnTo>
                  <a:lnTo>
                    <a:pt x="1433799" y="1989687"/>
                  </a:lnTo>
                  <a:lnTo>
                    <a:pt x="1432727" y="1990231"/>
                  </a:lnTo>
                  <a:lnTo>
                    <a:pt x="1431655" y="1990775"/>
                  </a:lnTo>
                  <a:lnTo>
                    <a:pt x="1430584" y="1991317"/>
                  </a:lnTo>
                  <a:lnTo>
                    <a:pt x="1429512" y="1991859"/>
                  </a:lnTo>
                  <a:lnTo>
                    <a:pt x="1428441" y="1992400"/>
                  </a:lnTo>
                  <a:lnTo>
                    <a:pt x="1427369" y="1992940"/>
                  </a:lnTo>
                  <a:lnTo>
                    <a:pt x="1426297" y="1993479"/>
                  </a:lnTo>
                  <a:lnTo>
                    <a:pt x="1425226" y="1994018"/>
                  </a:lnTo>
                  <a:lnTo>
                    <a:pt x="1424154" y="1994555"/>
                  </a:lnTo>
                  <a:lnTo>
                    <a:pt x="1423083" y="1995092"/>
                  </a:lnTo>
                  <a:lnTo>
                    <a:pt x="1422011" y="1995628"/>
                  </a:lnTo>
                  <a:lnTo>
                    <a:pt x="1420939" y="1996163"/>
                  </a:lnTo>
                  <a:lnTo>
                    <a:pt x="1419868" y="1996697"/>
                  </a:lnTo>
                  <a:lnTo>
                    <a:pt x="1418796" y="1997230"/>
                  </a:lnTo>
                  <a:lnTo>
                    <a:pt x="1417725" y="1997762"/>
                  </a:lnTo>
                  <a:lnTo>
                    <a:pt x="1416653" y="1998294"/>
                  </a:lnTo>
                  <a:lnTo>
                    <a:pt x="1415582" y="1998824"/>
                  </a:lnTo>
                  <a:lnTo>
                    <a:pt x="1414510" y="1999354"/>
                  </a:lnTo>
                  <a:lnTo>
                    <a:pt x="1413438" y="1999883"/>
                  </a:lnTo>
                  <a:lnTo>
                    <a:pt x="1412367" y="2000411"/>
                  </a:lnTo>
                  <a:lnTo>
                    <a:pt x="1411295" y="2000938"/>
                  </a:lnTo>
                  <a:lnTo>
                    <a:pt x="1410224" y="2001464"/>
                  </a:lnTo>
                  <a:lnTo>
                    <a:pt x="1409152" y="2001989"/>
                  </a:lnTo>
                  <a:lnTo>
                    <a:pt x="1408080" y="2002513"/>
                  </a:lnTo>
                  <a:lnTo>
                    <a:pt x="1407009" y="2003037"/>
                  </a:lnTo>
                  <a:lnTo>
                    <a:pt x="1405937" y="2003559"/>
                  </a:lnTo>
                  <a:lnTo>
                    <a:pt x="1404866" y="2004081"/>
                  </a:lnTo>
                  <a:lnTo>
                    <a:pt x="1403794" y="2004601"/>
                  </a:lnTo>
                  <a:lnTo>
                    <a:pt x="1402722" y="2005121"/>
                  </a:lnTo>
                  <a:lnTo>
                    <a:pt x="1401651" y="2005640"/>
                  </a:lnTo>
                  <a:lnTo>
                    <a:pt x="1400579" y="2006158"/>
                  </a:lnTo>
                  <a:lnTo>
                    <a:pt x="1399508" y="2006675"/>
                  </a:lnTo>
                  <a:lnTo>
                    <a:pt x="1398436" y="2007191"/>
                  </a:lnTo>
                  <a:lnTo>
                    <a:pt x="1397364" y="2007706"/>
                  </a:lnTo>
                  <a:lnTo>
                    <a:pt x="1396293" y="2008220"/>
                  </a:lnTo>
                  <a:lnTo>
                    <a:pt x="1395221" y="2008733"/>
                  </a:lnTo>
                  <a:lnTo>
                    <a:pt x="1394150" y="2009246"/>
                  </a:lnTo>
                  <a:lnTo>
                    <a:pt x="1393078" y="2009757"/>
                  </a:lnTo>
                  <a:lnTo>
                    <a:pt x="1392006" y="2010267"/>
                  </a:lnTo>
                  <a:lnTo>
                    <a:pt x="1390935" y="2010777"/>
                  </a:lnTo>
                  <a:lnTo>
                    <a:pt x="1389863" y="2011285"/>
                  </a:lnTo>
                  <a:lnTo>
                    <a:pt x="1388792" y="2011793"/>
                  </a:lnTo>
                  <a:lnTo>
                    <a:pt x="1387720" y="2012300"/>
                  </a:lnTo>
                  <a:lnTo>
                    <a:pt x="1386648" y="2012805"/>
                  </a:lnTo>
                  <a:lnTo>
                    <a:pt x="1385577" y="2013395"/>
                  </a:lnTo>
                  <a:lnTo>
                    <a:pt x="1384505" y="2014048"/>
                  </a:lnTo>
                  <a:lnTo>
                    <a:pt x="1383434" y="2014700"/>
                  </a:lnTo>
                  <a:lnTo>
                    <a:pt x="1382362" y="2015352"/>
                  </a:lnTo>
                  <a:lnTo>
                    <a:pt x="1381290" y="2016003"/>
                  </a:lnTo>
                  <a:lnTo>
                    <a:pt x="1380219" y="2016654"/>
                  </a:lnTo>
                  <a:lnTo>
                    <a:pt x="1379147" y="2017304"/>
                  </a:lnTo>
                  <a:lnTo>
                    <a:pt x="1378076" y="2017954"/>
                  </a:lnTo>
                  <a:lnTo>
                    <a:pt x="1377004" y="2018603"/>
                  </a:lnTo>
                  <a:lnTo>
                    <a:pt x="1375932" y="2019252"/>
                  </a:lnTo>
                  <a:lnTo>
                    <a:pt x="1374861" y="2019901"/>
                  </a:lnTo>
                  <a:lnTo>
                    <a:pt x="1373789" y="2020549"/>
                  </a:lnTo>
                  <a:lnTo>
                    <a:pt x="1372718" y="2021196"/>
                  </a:lnTo>
                  <a:lnTo>
                    <a:pt x="1371646" y="2021843"/>
                  </a:lnTo>
                  <a:lnTo>
                    <a:pt x="1370574" y="2022490"/>
                  </a:lnTo>
                  <a:lnTo>
                    <a:pt x="1369503" y="2023136"/>
                  </a:lnTo>
                  <a:lnTo>
                    <a:pt x="1368431" y="2023782"/>
                  </a:lnTo>
                  <a:lnTo>
                    <a:pt x="1367360" y="2024428"/>
                  </a:lnTo>
                  <a:lnTo>
                    <a:pt x="1366288" y="2025073"/>
                  </a:lnTo>
                  <a:lnTo>
                    <a:pt x="1365216" y="2025717"/>
                  </a:lnTo>
                  <a:lnTo>
                    <a:pt x="1364145" y="2026361"/>
                  </a:lnTo>
                  <a:lnTo>
                    <a:pt x="1363073" y="2027005"/>
                  </a:lnTo>
                  <a:lnTo>
                    <a:pt x="1362002" y="2027648"/>
                  </a:lnTo>
                  <a:lnTo>
                    <a:pt x="1360930" y="2028290"/>
                  </a:lnTo>
                  <a:lnTo>
                    <a:pt x="1359858" y="2028933"/>
                  </a:lnTo>
                  <a:lnTo>
                    <a:pt x="1358787" y="2029575"/>
                  </a:lnTo>
                  <a:lnTo>
                    <a:pt x="1357715" y="2030216"/>
                  </a:lnTo>
                  <a:lnTo>
                    <a:pt x="1356644" y="2030857"/>
                  </a:lnTo>
                  <a:lnTo>
                    <a:pt x="1355572" y="2031497"/>
                  </a:lnTo>
                  <a:lnTo>
                    <a:pt x="1354500" y="2032137"/>
                  </a:lnTo>
                  <a:lnTo>
                    <a:pt x="1353429" y="2032777"/>
                  </a:lnTo>
                  <a:lnTo>
                    <a:pt x="1352357" y="2033416"/>
                  </a:lnTo>
                  <a:lnTo>
                    <a:pt x="1351286" y="2034055"/>
                  </a:lnTo>
                  <a:lnTo>
                    <a:pt x="1350214" y="2034693"/>
                  </a:lnTo>
                  <a:lnTo>
                    <a:pt x="1349142" y="2035331"/>
                  </a:lnTo>
                  <a:lnTo>
                    <a:pt x="1348071" y="2035968"/>
                  </a:lnTo>
                  <a:lnTo>
                    <a:pt x="1346999" y="2036605"/>
                  </a:lnTo>
                  <a:lnTo>
                    <a:pt x="1345928" y="2037242"/>
                  </a:lnTo>
                  <a:lnTo>
                    <a:pt x="1344856" y="2037878"/>
                  </a:lnTo>
                  <a:lnTo>
                    <a:pt x="1343784" y="2038514"/>
                  </a:lnTo>
                  <a:lnTo>
                    <a:pt x="1342713" y="2039149"/>
                  </a:lnTo>
                  <a:lnTo>
                    <a:pt x="1341641" y="2039783"/>
                  </a:lnTo>
                  <a:lnTo>
                    <a:pt x="1340570" y="2040418"/>
                  </a:lnTo>
                  <a:lnTo>
                    <a:pt x="1339498" y="2041052"/>
                  </a:lnTo>
                  <a:lnTo>
                    <a:pt x="1338426" y="2041685"/>
                  </a:lnTo>
                  <a:lnTo>
                    <a:pt x="1337355" y="2042318"/>
                  </a:lnTo>
                  <a:lnTo>
                    <a:pt x="1336283" y="2042951"/>
                  </a:lnTo>
                  <a:lnTo>
                    <a:pt x="1335212" y="2043583"/>
                  </a:lnTo>
                  <a:lnTo>
                    <a:pt x="1334140" y="2044214"/>
                  </a:lnTo>
                  <a:lnTo>
                    <a:pt x="1333068" y="2044845"/>
                  </a:lnTo>
                  <a:lnTo>
                    <a:pt x="1331997" y="2045476"/>
                  </a:lnTo>
                  <a:lnTo>
                    <a:pt x="1330925" y="2046106"/>
                  </a:lnTo>
                  <a:lnTo>
                    <a:pt x="1329854" y="2046736"/>
                  </a:lnTo>
                  <a:lnTo>
                    <a:pt x="1328782" y="2047366"/>
                  </a:lnTo>
                  <a:lnTo>
                    <a:pt x="1327710" y="2047995"/>
                  </a:lnTo>
                  <a:lnTo>
                    <a:pt x="1326639" y="2048623"/>
                  </a:lnTo>
                  <a:lnTo>
                    <a:pt x="1325567" y="2049251"/>
                  </a:lnTo>
                  <a:lnTo>
                    <a:pt x="1324496" y="2049879"/>
                  </a:lnTo>
                  <a:lnTo>
                    <a:pt x="1323424" y="2050506"/>
                  </a:lnTo>
                  <a:lnTo>
                    <a:pt x="1322352" y="2051133"/>
                  </a:lnTo>
                  <a:lnTo>
                    <a:pt x="1321281" y="2051759"/>
                  </a:lnTo>
                  <a:lnTo>
                    <a:pt x="1320209" y="2052385"/>
                  </a:lnTo>
                  <a:lnTo>
                    <a:pt x="1319138" y="2053010"/>
                  </a:lnTo>
                  <a:lnTo>
                    <a:pt x="1318066" y="2053635"/>
                  </a:lnTo>
                  <a:lnTo>
                    <a:pt x="1316994" y="2054259"/>
                  </a:lnTo>
                  <a:lnTo>
                    <a:pt x="1315923" y="2054883"/>
                  </a:lnTo>
                  <a:lnTo>
                    <a:pt x="1314851" y="2055507"/>
                  </a:lnTo>
                  <a:lnTo>
                    <a:pt x="1313780" y="2056130"/>
                  </a:lnTo>
                  <a:lnTo>
                    <a:pt x="1312708" y="2056753"/>
                  </a:lnTo>
                  <a:lnTo>
                    <a:pt x="1311636" y="2057375"/>
                  </a:lnTo>
                  <a:lnTo>
                    <a:pt x="1310565" y="2057996"/>
                  </a:lnTo>
                  <a:lnTo>
                    <a:pt x="1309493" y="2058618"/>
                  </a:lnTo>
                  <a:lnTo>
                    <a:pt x="1308422" y="2059238"/>
                  </a:lnTo>
                  <a:lnTo>
                    <a:pt x="1307350" y="2059859"/>
                  </a:lnTo>
                  <a:lnTo>
                    <a:pt x="1306278" y="2060479"/>
                  </a:lnTo>
                  <a:lnTo>
                    <a:pt x="1305207" y="2061098"/>
                  </a:lnTo>
                  <a:lnTo>
                    <a:pt x="1304135" y="2061717"/>
                  </a:lnTo>
                  <a:lnTo>
                    <a:pt x="1303064" y="2062335"/>
                  </a:lnTo>
                  <a:lnTo>
                    <a:pt x="1301992" y="2062953"/>
                  </a:lnTo>
                  <a:lnTo>
                    <a:pt x="1300920" y="2063571"/>
                  </a:lnTo>
                  <a:lnTo>
                    <a:pt x="1299849" y="2064188"/>
                  </a:lnTo>
                  <a:lnTo>
                    <a:pt x="1298777" y="2064805"/>
                  </a:lnTo>
                  <a:lnTo>
                    <a:pt x="1297706" y="2065421"/>
                  </a:lnTo>
                  <a:lnTo>
                    <a:pt x="1296634" y="2066037"/>
                  </a:lnTo>
                  <a:lnTo>
                    <a:pt x="1295562" y="2066652"/>
                  </a:lnTo>
                  <a:lnTo>
                    <a:pt x="1294491" y="2067267"/>
                  </a:lnTo>
                  <a:lnTo>
                    <a:pt x="1293419" y="2067881"/>
                  </a:lnTo>
                  <a:lnTo>
                    <a:pt x="1292348" y="2068495"/>
                  </a:lnTo>
                  <a:lnTo>
                    <a:pt x="1291276" y="2069108"/>
                  </a:lnTo>
                  <a:lnTo>
                    <a:pt x="1290204" y="2069721"/>
                  </a:lnTo>
                  <a:lnTo>
                    <a:pt x="1289133" y="2070333"/>
                  </a:lnTo>
                  <a:lnTo>
                    <a:pt x="1288061" y="2070945"/>
                  </a:lnTo>
                  <a:lnTo>
                    <a:pt x="1286990" y="2071557"/>
                  </a:lnTo>
                  <a:lnTo>
                    <a:pt x="1285918" y="2072168"/>
                  </a:lnTo>
                  <a:lnTo>
                    <a:pt x="1284846" y="2072778"/>
                  </a:lnTo>
                  <a:lnTo>
                    <a:pt x="1283775" y="2073388"/>
                  </a:lnTo>
                  <a:lnTo>
                    <a:pt x="1282703" y="2073998"/>
                  </a:lnTo>
                  <a:lnTo>
                    <a:pt x="1281632" y="2074607"/>
                  </a:lnTo>
                  <a:lnTo>
                    <a:pt x="1280560" y="2075215"/>
                  </a:lnTo>
                  <a:lnTo>
                    <a:pt x="1279488" y="2075823"/>
                  </a:lnTo>
                  <a:lnTo>
                    <a:pt x="1278417" y="2076431"/>
                  </a:lnTo>
                  <a:lnTo>
                    <a:pt x="1277345" y="2077038"/>
                  </a:lnTo>
                  <a:lnTo>
                    <a:pt x="1276274" y="2077645"/>
                  </a:lnTo>
                  <a:lnTo>
                    <a:pt x="1275202" y="2078251"/>
                  </a:lnTo>
                  <a:lnTo>
                    <a:pt x="1274130" y="2078857"/>
                  </a:lnTo>
                  <a:lnTo>
                    <a:pt x="1273059" y="2079462"/>
                  </a:lnTo>
                  <a:lnTo>
                    <a:pt x="1271987" y="2080067"/>
                  </a:lnTo>
                  <a:lnTo>
                    <a:pt x="1270916" y="2080671"/>
                  </a:lnTo>
                  <a:lnTo>
                    <a:pt x="1269844" y="2081275"/>
                  </a:lnTo>
                  <a:lnTo>
                    <a:pt x="1268772" y="2081878"/>
                  </a:lnTo>
                  <a:lnTo>
                    <a:pt x="1267701" y="2082481"/>
                  </a:lnTo>
                  <a:lnTo>
                    <a:pt x="1266629" y="2083083"/>
                  </a:lnTo>
                  <a:lnTo>
                    <a:pt x="1265558" y="2083685"/>
                  </a:lnTo>
                  <a:lnTo>
                    <a:pt x="1264486" y="2084286"/>
                  </a:lnTo>
                  <a:lnTo>
                    <a:pt x="1263414" y="2084887"/>
                  </a:lnTo>
                  <a:lnTo>
                    <a:pt x="1262343" y="2085487"/>
                  </a:lnTo>
                  <a:lnTo>
                    <a:pt x="1261271" y="2086087"/>
                  </a:lnTo>
                  <a:lnTo>
                    <a:pt x="1260200" y="2086686"/>
                  </a:lnTo>
                  <a:lnTo>
                    <a:pt x="1259128" y="2087285"/>
                  </a:lnTo>
                  <a:lnTo>
                    <a:pt x="1258056" y="2087883"/>
                  </a:lnTo>
                  <a:lnTo>
                    <a:pt x="1256985" y="2088481"/>
                  </a:lnTo>
                  <a:lnTo>
                    <a:pt x="1255913" y="2089078"/>
                  </a:lnTo>
                  <a:lnTo>
                    <a:pt x="1254842" y="2089675"/>
                  </a:lnTo>
                  <a:lnTo>
                    <a:pt x="1253770" y="2090272"/>
                  </a:lnTo>
                  <a:lnTo>
                    <a:pt x="1252698" y="2090867"/>
                  </a:lnTo>
                  <a:lnTo>
                    <a:pt x="1251627" y="2091463"/>
                  </a:lnTo>
                  <a:lnTo>
                    <a:pt x="1250555" y="2092057"/>
                  </a:lnTo>
                  <a:lnTo>
                    <a:pt x="1249484" y="2092652"/>
                  </a:lnTo>
                  <a:lnTo>
                    <a:pt x="1248412" y="2093246"/>
                  </a:lnTo>
                  <a:lnTo>
                    <a:pt x="1247340" y="2093839"/>
                  </a:lnTo>
                  <a:lnTo>
                    <a:pt x="1246269" y="2094432"/>
                  </a:lnTo>
                  <a:lnTo>
                    <a:pt x="1245197" y="2095024"/>
                  </a:lnTo>
                  <a:lnTo>
                    <a:pt x="1244126" y="2095616"/>
                  </a:lnTo>
                  <a:lnTo>
                    <a:pt x="1243054" y="2096207"/>
                  </a:lnTo>
                  <a:lnTo>
                    <a:pt x="1241983" y="2096798"/>
                  </a:lnTo>
                  <a:lnTo>
                    <a:pt x="1240911" y="2097388"/>
                  </a:lnTo>
                  <a:lnTo>
                    <a:pt x="1239839" y="2097978"/>
                  </a:lnTo>
                  <a:lnTo>
                    <a:pt x="1238768" y="2098567"/>
                  </a:lnTo>
                  <a:lnTo>
                    <a:pt x="1237696" y="2099155"/>
                  </a:lnTo>
                  <a:lnTo>
                    <a:pt x="1236625" y="2099744"/>
                  </a:lnTo>
                  <a:lnTo>
                    <a:pt x="1235553" y="2100331"/>
                  </a:lnTo>
                  <a:lnTo>
                    <a:pt x="1234481" y="2100918"/>
                  </a:lnTo>
                  <a:lnTo>
                    <a:pt x="1233410" y="2101505"/>
                  </a:lnTo>
                  <a:lnTo>
                    <a:pt x="1232338" y="2102091"/>
                  </a:lnTo>
                  <a:lnTo>
                    <a:pt x="1231267" y="2102677"/>
                  </a:lnTo>
                  <a:lnTo>
                    <a:pt x="1230195" y="2103262"/>
                  </a:lnTo>
                  <a:lnTo>
                    <a:pt x="1229123" y="2103846"/>
                  </a:lnTo>
                  <a:lnTo>
                    <a:pt x="1228052" y="2104430"/>
                  </a:lnTo>
                  <a:lnTo>
                    <a:pt x="1226980" y="2105014"/>
                  </a:lnTo>
                  <a:lnTo>
                    <a:pt x="1225909" y="2105597"/>
                  </a:lnTo>
                  <a:lnTo>
                    <a:pt x="1224837" y="2106179"/>
                  </a:lnTo>
                  <a:lnTo>
                    <a:pt x="1223765" y="2106761"/>
                  </a:lnTo>
                  <a:lnTo>
                    <a:pt x="1222694" y="2107342"/>
                  </a:lnTo>
                  <a:lnTo>
                    <a:pt x="1221622" y="2107923"/>
                  </a:lnTo>
                  <a:lnTo>
                    <a:pt x="1220551" y="2108504"/>
                  </a:lnTo>
                  <a:lnTo>
                    <a:pt x="1219479" y="2109083"/>
                  </a:lnTo>
                  <a:lnTo>
                    <a:pt x="1218407" y="2109663"/>
                  </a:lnTo>
                  <a:lnTo>
                    <a:pt x="1217336" y="2110241"/>
                  </a:lnTo>
                  <a:lnTo>
                    <a:pt x="1216264" y="2110820"/>
                  </a:lnTo>
                  <a:lnTo>
                    <a:pt x="1215193" y="2111397"/>
                  </a:lnTo>
                  <a:lnTo>
                    <a:pt x="1214121" y="2111974"/>
                  </a:lnTo>
                  <a:lnTo>
                    <a:pt x="1213049" y="2112551"/>
                  </a:lnTo>
                  <a:lnTo>
                    <a:pt x="1211978" y="2113127"/>
                  </a:lnTo>
                  <a:lnTo>
                    <a:pt x="1210906" y="2113703"/>
                  </a:lnTo>
                  <a:lnTo>
                    <a:pt x="1209835" y="2114278"/>
                  </a:lnTo>
                  <a:lnTo>
                    <a:pt x="1208763" y="2114852"/>
                  </a:lnTo>
                  <a:lnTo>
                    <a:pt x="1207691" y="2115426"/>
                  </a:lnTo>
                  <a:lnTo>
                    <a:pt x="1206620" y="2115999"/>
                  </a:lnTo>
                  <a:lnTo>
                    <a:pt x="1205548" y="2116572"/>
                  </a:lnTo>
                  <a:lnTo>
                    <a:pt x="1204477" y="2117145"/>
                  </a:lnTo>
                  <a:lnTo>
                    <a:pt x="1203405" y="2117716"/>
                  </a:lnTo>
                  <a:lnTo>
                    <a:pt x="1202333" y="2118287"/>
                  </a:lnTo>
                  <a:lnTo>
                    <a:pt x="1201262" y="2118858"/>
                  </a:lnTo>
                  <a:lnTo>
                    <a:pt x="1200190" y="2119428"/>
                  </a:lnTo>
                  <a:lnTo>
                    <a:pt x="1199119" y="2119998"/>
                  </a:lnTo>
                  <a:lnTo>
                    <a:pt x="1198047" y="2120567"/>
                  </a:lnTo>
                  <a:lnTo>
                    <a:pt x="1196975" y="2121135"/>
                  </a:lnTo>
                  <a:lnTo>
                    <a:pt x="1195904" y="2121703"/>
                  </a:lnTo>
                  <a:lnTo>
                    <a:pt x="1194832" y="2122271"/>
                  </a:lnTo>
                  <a:lnTo>
                    <a:pt x="1193761" y="2122837"/>
                  </a:lnTo>
                  <a:lnTo>
                    <a:pt x="1192689" y="2123404"/>
                  </a:lnTo>
                  <a:lnTo>
                    <a:pt x="1191617" y="2123970"/>
                  </a:lnTo>
                  <a:lnTo>
                    <a:pt x="1190546" y="2124535"/>
                  </a:lnTo>
                  <a:lnTo>
                    <a:pt x="1189474" y="2125099"/>
                  </a:lnTo>
                  <a:lnTo>
                    <a:pt x="1188403" y="2125663"/>
                  </a:lnTo>
                  <a:lnTo>
                    <a:pt x="1187331" y="2126227"/>
                  </a:lnTo>
                  <a:lnTo>
                    <a:pt x="1186259" y="2126790"/>
                  </a:lnTo>
                  <a:lnTo>
                    <a:pt x="1185188" y="2127352"/>
                  </a:lnTo>
                  <a:lnTo>
                    <a:pt x="1184116" y="2127914"/>
                  </a:lnTo>
                  <a:lnTo>
                    <a:pt x="1183045" y="2128476"/>
                  </a:lnTo>
                  <a:lnTo>
                    <a:pt x="1181973" y="2129036"/>
                  </a:lnTo>
                  <a:lnTo>
                    <a:pt x="1180901" y="2129596"/>
                  </a:lnTo>
                  <a:lnTo>
                    <a:pt x="1179830" y="2130156"/>
                  </a:lnTo>
                  <a:lnTo>
                    <a:pt x="1178758" y="2130715"/>
                  </a:lnTo>
                  <a:lnTo>
                    <a:pt x="1177687" y="2131274"/>
                  </a:lnTo>
                  <a:lnTo>
                    <a:pt x="1176615" y="2131832"/>
                  </a:lnTo>
                  <a:lnTo>
                    <a:pt x="1175543" y="2132389"/>
                  </a:lnTo>
                  <a:lnTo>
                    <a:pt x="1174472" y="2132946"/>
                  </a:lnTo>
                  <a:lnTo>
                    <a:pt x="1173400" y="2133502"/>
                  </a:lnTo>
                  <a:lnTo>
                    <a:pt x="1172329" y="2134058"/>
                  </a:lnTo>
                  <a:lnTo>
                    <a:pt x="1171257" y="2134613"/>
                  </a:lnTo>
                  <a:lnTo>
                    <a:pt x="1170185" y="2135167"/>
                  </a:lnTo>
                  <a:lnTo>
                    <a:pt x="1169114" y="2135721"/>
                  </a:lnTo>
                  <a:lnTo>
                    <a:pt x="1168042" y="2136275"/>
                  </a:lnTo>
                  <a:lnTo>
                    <a:pt x="1166971" y="2136828"/>
                  </a:lnTo>
                  <a:lnTo>
                    <a:pt x="1165899" y="2137380"/>
                  </a:lnTo>
                  <a:lnTo>
                    <a:pt x="1164827" y="2137932"/>
                  </a:lnTo>
                  <a:lnTo>
                    <a:pt x="1163756" y="2138483"/>
                  </a:lnTo>
                  <a:lnTo>
                    <a:pt x="1162684" y="2139034"/>
                  </a:lnTo>
                  <a:lnTo>
                    <a:pt x="1161613" y="2139584"/>
                  </a:lnTo>
                  <a:lnTo>
                    <a:pt x="1160541" y="2140133"/>
                  </a:lnTo>
                  <a:lnTo>
                    <a:pt x="1159469" y="2140682"/>
                  </a:lnTo>
                  <a:lnTo>
                    <a:pt x="1158398" y="2141230"/>
                  </a:lnTo>
                  <a:lnTo>
                    <a:pt x="1157326" y="2141778"/>
                  </a:lnTo>
                  <a:lnTo>
                    <a:pt x="1156255" y="2142325"/>
                  </a:lnTo>
                  <a:lnTo>
                    <a:pt x="1155183" y="2142872"/>
                  </a:lnTo>
                  <a:lnTo>
                    <a:pt x="1154111" y="2143418"/>
                  </a:lnTo>
                  <a:lnTo>
                    <a:pt x="1153040" y="2143963"/>
                  </a:lnTo>
                  <a:lnTo>
                    <a:pt x="1151968" y="2144508"/>
                  </a:lnTo>
                  <a:lnTo>
                    <a:pt x="1150897" y="2145052"/>
                  </a:lnTo>
                  <a:lnTo>
                    <a:pt x="1149825" y="2145596"/>
                  </a:lnTo>
                  <a:lnTo>
                    <a:pt x="1148753" y="2146139"/>
                  </a:lnTo>
                  <a:lnTo>
                    <a:pt x="1147682" y="2146682"/>
                  </a:lnTo>
                  <a:lnTo>
                    <a:pt x="1146610" y="2147224"/>
                  </a:lnTo>
                  <a:lnTo>
                    <a:pt x="1145539" y="2147765"/>
                  </a:lnTo>
                  <a:lnTo>
                    <a:pt x="1144467" y="2148306"/>
                  </a:lnTo>
                  <a:lnTo>
                    <a:pt x="1143395" y="2148846"/>
                  </a:lnTo>
                  <a:lnTo>
                    <a:pt x="1142324" y="2149386"/>
                  </a:lnTo>
                  <a:lnTo>
                    <a:pt x="1141252" y="2149925"/>
                  </a:lnTo>
                  <a:lnTo>
                    <a:pt x="1140181" y="2150463"/>
                  </a:lnTo>
                  <a:lnTo>
                    <a:pt x="1139109" y="2151001"/>
                  </a:lnTo>
                  <a:lnTo>
                    <a:pt x="1138037" y="2151539"/>
                  </a:lnTo>
                  <a:lnTo>
                    <a:pt x="1136966" y="2152075"/>
                  </a:lnTo>
                  <a:lnTo>
                    <a:pt x="1135894" y="2152611"/>
                  </a:lnTo>
                  <a:lnTo>
                    <a:pt x="1134823" y="2153147"/>
                  </a:lnTo>
                  <a:lnTo>
                    <a:pt x="1133751" y="2153682"/>
                  </a:lnTo>
                  <a:lnTo>
                    <a:pt x="1132679" y="2154216"/>
                  </a:lnTo>
                  <a:lnTo>
                    <a:pt x="1131608" y="2154750"/>
                  </a:lnTo>
                  <a:lnTo>
                    <a:pt x="1130536" y="2155283"/>
                  </a:lnTo>
                  <a:lnTo>
                    <a:pt x="1129465" y="2155816"/>
                  </a:lnTo>
                  <a:lnTo>
                    <a:pt x="1128393" y="2156348"/>
                  </a:lnTo>
                  <a:lnTo>
                    <a:pt x="1127321" y="2156880"/>
                  </a:lnTo>
                  <a:lnTo>
                    <a:pt x="1126250" y="2157410"/>
                  </a:lnTo>
                  <a:lnTo>
                    <a:pt x="1125178" y="2157941"/>
                  </a:lnTo>
                  <a:lnTo>
                    <a:pt x="1124107" y="2158470"/>
                  </a:lnTo>
                  <a:lnTo>
                    <a:pt x="1123035" y="2159000"/>
                  </a:lnTo>
                  <a:lnTo>
                    <a:pt x="1121963" y="2159528"/>
                  </a:lnTo>
                  <a:lnTo>
                    <a:pt x="1120892" y="2160056"/>
                  </a:lnTo>
                  <a:lnTo>
                    <a:pt x="1119820" y="2160583"/>
                  </a:lnTo>
                  <a:lnTo>
                    <a:pt x="1118749" y="2161110"/>
                  </a:lnTo>
                  <a:lnTo>
                    <a:pt x="1117677" y="2161636"/>
                  </a:lnTo>
                  <a:lnTo>
                    <a:pt x="1116605" y="2162162"/>
                  </a:lnTo>
                  <a:lnTo>
                    <a:pt x="1115534" y="2162687"/>
                  </a:lnTo>
                  <a:lnTo>
                    <a:pt x="1114462" y="2163211"/>
                  </a:lnTo>
                  <a:lnTo>
                    <a:pt x="1113391" y="2163735"/>
                  </a:lnTo>
                  <a:lnTo>
                    <a:pt x="1112319" y="2164258"/>
                  </a:lnTo>
                  <a:lnTo>
                    <a:pt x="1111247" y="2164780"/>
                  </a:lnTo>
                  <a:lnTo>
                    <a:pt x="1110176" y="2165302"/>
                  </a:lnTo>
                  <a:lnTo>
                    <a:pt x="1109104" y="2165824"/>
                  </a:lnTo>
                  <a:lnTo>
                    <a:pt x="1108033" y="2166345"/>
                  </a:lnTo>
                  <a:lnTo>
                    <a:pt x="1106961" y="2166865"/>
                  </a:lnTo>
                  <a:lnTo>
                    <a:pt x="1105889" y="2167384"/>
                  </a:lnTo>
                  <a:lnTo>
                    <a:pt x="1104818" y="2167903"/>
                  </a:lnTo>
                  <a:lnTo>
                    <a:pt x="1103746" y="2168422"/>
                  </a:lnTo>
                  <a:lnTo>
                    <a:pt x="1102675" y="2168940"/>
                  </a:lnTo>
                  <a:lnTo>
                    <a:pt x="1101603" y="2169457"/>
                  </a:lnTo>
                  <a:lnTo>
                    <a:pt x="1100531" y="2169973"/>
                  </a:lnTo>
                  <a:lnTo>
                    <a:pt x="1099460" y="2170489"/>
                  </a:lnTo>
                  <a:lnTo>
                    <a:pt x="1098388" y="2171005"/>
                  </a:lnTo>
                  <a:lnTo>
                    <a:pt x="1097317" y="2171519"/>
                  </a:lnTo>
                  <a:lnTo>
                    <a:pt x="1096245" y="2172034"/>
                  </a:lnTo>
                  <a:lnTo>
                    <a:pt x="1095173" y="2172547"/>
                  </a:lnTo>
                  <a:lnTo>
                    <a:pt x="1094102" y="2173060"/>
                  </a:lnTo>
                  <a:lnTo>
                    <a:pt x="1093030" y="2173573"/>
                  </a:lnTo>
                  <a:lnTo>
                    <a:pt x="1091959" y="2174084"/>
                  </a:lnTo>
                  <a:lnTo>
                    <a:pt x="1090887" y="2174596"/>
                  </a:lnTo>
                  <a:lnTo>
                    <a:pt x="1089815" y="2175106"/>
                  </a:lnTo>
                  <a:lnTo>
                    <a:pt x="1088744" y="2175616"/>
                  </a:lnTo>
                  <a:lnTo>
                    <a:pt x="1087672" y="2176125"/>
                  </a:lnTo>
                  <a:lnTo>
                    <a:pt x="1086601" y="2176634"/>
                  </a:lnTo>
                  <a:lnTo>
                    <a:pt x="1085529" y="2177142"/>
                  </a:lnTo>
                  <a:lnTo>
                    <a:pt x="1084457" y="2177650"/>
                  </a:lnTo>
                  <a:lnTo>
                    <a:pt x="1083386" y="2178157"/>
                  </a:lnTo>
                  <a:lnTo>
                    <a:pt x="1082314" y="2178663"/>
                  </a:lnTo>
                  <a:lnTo>
                    <a:pt x="1081243" y="2179169"/>
                  </a:lnTo>
                  <a:lnTo>
                    <a:pt x="1080171" y="2179674"/>
                  </a:lnTo>
                  <a:lnTo>
                    <a:pt x="1079099" y="2180179"/>
                  </a:lnTo>
                  <a:lnTo>
                    <a:pt x="1078028" y="2180683"/>
                  </a:lnTo>
                  <a:lnTo>
                    <a:pt x="1076956" y="2181186"/>
                  </a:lnTo>
                  <a:lnTo>
                    <a:pt x="1075885" y="2181689"/>
                  </a:lnTo>
                  <a:lnTo>
                    <a:pt x="1074813" y="2182191"/>
                  </a:lnTo>
                  <a:lnTo>
                    <a:pt x="1073741" y="2182692"/>
                  </a:lnTo>
                  <a:lnTo>
                    <a:pt x="1072670" y="2183193"/>
                  </a:lnTo>
                  <a:lnTo>
                    <a:pt x="1071598" y="2183693"/>
                  </a:lnTo>
                  <a:lnTo>
                    <a:pt x="1070527" y="2184193"/>
                  </a:lnTo>
                  <a:lnTo>
                    <a:pt x="1069455" y="2184692"/>
                  </a:lnTo>
                  <a:lnTo>
                    <a:pt x="1068383" y="2185190"/>
                  </a:lnTo>
                  <a:lnTo>
                    <a:pt x="1067312" y="2185688"/>
                  </a:lnTo>
                  <a:lnTo>
                    <a:pt x="1066240" y="2186186"/>
                  </a:lnTo>
                  <a:lnTo>
                    <a:pt x="1065169" y="2186682"/>
                  </a:lnTo>
                  <a:lnTo>
                    <a:pt x="1064097" y="2187178"/>
                  </a:lnTo>
                  <a:lnTo>
                    <a:pt x="1063026" y="2187674"/>
                  </a:lnTo>
                  <a:lnTo>
                    <a:pt x="1061954" y="2188168"/>
                  </a:lnTo>
                  <a:lnTo>
                    <a:pt x="1060882" y="2188663"/>
                  </a:lnTo>
                  <a:lnTo>
                    <a:pt x="1059811" y="2189156"/>
                  </a:lnTo>
                  <a:lnTo>
                    <a:pt x="1058739" y="2189649"/>
                  </a:lnTo>
                  <a:lnTo>
                    <a:pt x="1057668" y="2190141"/>
                  </a:lnTo>
                  <a:lnTo>
                    <a:pt x="1056596" y="2190633"/>
                  </a:lnTo>
                  <a:lnTo>
                    <a:pt x="1055524" y="2191124"/>
                  </a:lnTo>
                  <a:lnTo>
                    <a:pt x="1054453" y="2191615"/>
                  </a:lnTo>
                  <a:lnTo>
                    <a:pt x="1053381" y="2192105"/>
                  </a:lnTo>
                  <a:lnTo>
                    <a:pt x="1052310" y="2192594"/>
                  </a:lnTo>
                  <a:lnTo>
                    <a:pt x="1051238" y="2193083"/>
                  </a:lnTo>
                  <a:lnTo>
                    <a:pt x="1050166" y="2193571"/>
                  </a:lnTo>
                  <a:lnTo>
                    <a:pt x="1049095" y="2194058"/>
                  </a:lnTo>
                  <a:lnTo>
                    <a:pt x="1048023" y="2194545"/>
                  </a:lnTo>
                  <a:lnTo>
                    <a:pt x="1046952" y="2195031"/>
                  </a:lnTo>
                  <a:lnTo>
                    <a:pt x="1045880" y="2195517"/>
                  </a:lnTo>
                  <a:lnTo>
                    <a:pt x="1044808" y="2196002"/>
                  </a:lnTo>
                  <a:lnTo>
                    <a:pt x="1043737" y="2196486"/>
                  </a:lnTo>
                  <a:lnTo>
                    <a:pt x="1042665" y="2196970"/>
                  </a:lnTo>
                  <a:lnTo>
                    <a:pt x="1041594" y="2197453"/>
                  </a:lnTo>
                  <a:lnTo>
                    <a:pt x="1040522" y="2197936"/>
                  </a:lnTo>
                  <a:lnTo>
                    <a:pt x="1039450" y="2198418"/>
                  </a:lnTo>
                  <a:lnTo>
                    <a:pt x="1038379" y="2198899"/>
                  </a:lnTo>
                  <a:lnTo>
                    <a:pt x="1037307" y="2199380"/>
                  </a:lnTo>
                  <a:lnTo>
                    <a:pt x="1036236" y="2199860"/>
                  </a:lnTo>
                  <a:lnTo>
                    <a:pt x="1035164" y="2200340"/>
                  </a:lnTo>
                  <a:lnTo>
                    <a:pt x="1034092" y="2200818"/>
                  </a:lnTo>
                  <a:lnTo>
                    <a:pt x="1033021" y="2201297"/>
                  </a:lnTo>
                  <a:lnTo>
                    <a:pt x="1031949" y="2201774"/>
                  </a:lnTo>
                  <a:lnTo>
                    <a:pt x="1030878" y="2202251"/>
                  </a:lnTo>
                  <a:lnTo>
                    <a:pt x="1029806" y="2202728"/>
                  </a:lnTo>
                  <a:lnTo>
                    <a:pt x="1028734" y="2203204"/>
                  </a:lnTo>
                  <a:lnTo>
                    <a:pt x="1027663" y="2203679"/>
                  </a:lnTo>
                  <a:lnTo>
                    <a:pt x="1026591" y="2204153"/>
                  </a:lnTo>
                  <a:lnTo>
                    <a:pt x="1025520" y="2204627"/>
                  </a:lnTo>
                  <a:lnTo>
                    <a:pt x="1024448" y="2205101"/>
                  </a:lnTo>
                  <a:lnTo>
                    <a:pt x="1023376" y="2205574"/>
                  </a:lnTo>
                  <a:lnTo>
                    <a:pt x="1022305" y="2206046"/>
                  </a:lnTo>
                  <a:lnTo>
                    <a:pt x="1021233" y="2206517"/>
                  </a:lnTo>
                  <a:lnTo>
                    <a:pt x="1020162" y="2206988"/>
                  </a:lnTo>
                  <a:lnTo>
                    <a:pt x="1019090" y="2207458"/>
                  </a:lnTo>
                  <a:lnTo>
                    <a:pt x="1018018" y="2207928"/>
                  </a:lnTo>
                  <a:lnTo>
                    <a:pt x="1016947" y="2208397"/>
                  </a:lnTo>
                  <a:lnTo>
                    <a:pt x="1015875" y="2208866"/>
                  </a:lnTo>
                  <a:lnTo>
                    <a:pt x="1014804" y="2209333"/>
                  </a:lnTo>
                  <a:lnTo>
                    <a:pt x="1013732" y="2209801"/>
                  </a:lnTo>
                  <a:lnTo>
                    <a:pt x="1012660" y="2210267"/>
                  </a:lnTo>
                  <a:lnTo>
                    <a:pt x="1011589" y="2210733"/>
                  </a:lnTo>
                  <a:lnTo>
                    <a:pt x="1010517" y="2211199"/>
                  </a:lnTo>
                  <a:lnTo>
                    <a:pt x="1009446" y="2211663"/>
                  </a:lnTo>
                  <a:lnTo>
                    <a:pt x="1008374" y="2212128"/>
                  </a:lnTo>
                  <a:lnTo>
                    <a:pt x="1007302" y="2212591"/>
                  </a:lnTo>
                  <a:lnTo>
                    <a:pt x="1006231" y="2213054"/>
                  </a:lnTo>
                  <a:lnTo>
                    <a:pt x="1005159" y="2213516"/>
                  </a:lnTo>
                  <a:lnTo>
                    <a:pt x="1004088" y="2213978"/>
                  </a:lnTo>
                  <a:lnTo>
                    <a:pt x="1003016" y="2214439"/>
                  </a:lnTo>
                  <a:lnTo>
                    <a:pt x="1001944" y="2214900"/>
                  </a:lnTo>
                  <a:lnTo>
                    <a:pt x="1000873" y="2215360"/>
                  </a:lnTo>
                  <a:lnTo>
                    <a:pt x="999801" y="2215819"/>
                  </a:lnTo>
                  <a:lnTo>
                    <a:pt x="998730" y="2216277"/>
                  </a:lnTo>
                  <a:lnTo>
                    <a:pt x="997658" y="2216735"/>
                  </a:lnTo>
                  <a:lnTo>
                    <a:pt x="996586" y="2217193"/>
                  </a:lnTo>
                  <a:lnTo>
                    <a:pt x="995515" y="2217650"/>
                  </a:lnTo>
                  <a:lnTo>
                    <a:pt x="994443" y="2218106"/>
                  </a:lnTo>
                  <a:lnTo>
                    <a:pt x="993372" y="2218561"/>
                  </a:lnTo>
                  <a:lnTo>
                    <a:pt x="992300" y="2219016"/>
                  </a:lnTo>
                  <a:lnTo>
                    <a:pt x="991228" y="2219471"/>
                  </a:lnTo>
                  <a:lnTo>
                    <a:pt x="990157" y="2219925"/>
                  </a:lnTo>
                  <a:lnTo>
                    <a:pt x="989085" y="2220378"/>
                  </a:lnTo>
                  <a:lnTo>
                    <a:pt x="988014" y="2220830"/>
                  </a:lnTo>
                  <a:lnTo>
                    <a:pt x="986942" y="2221282"/>
                  </a:lnTo>
                  <a:lnTo>
                    <a:pt x="985870" y="2221733"/>
                  </a:lnTo>
                  <a:lnTo>
                    <a:pt x="984799" y="2222184"/>
                  </a:lnTo>
                  <a:lnTo>
                    <a:pt x="983727" y="2222634"/>
                  </a:lnTo>
                  <a:lnTo>
                    <a:pt x="982656" y="2223084"/>
                  </a:lnTo>
                  <a:lnTo>
                    <a:pt x="981584" y="2223533"/>
                  </a:lnTo>
                  <a:lnTo>
                    <a:pt x="980512" y="2223981"/>
                  </a:lnTo>
                  <a:lnTo>
                    <a:pt x="979441" y="2224428"/>
                  </a:lnTo>
                  <a:lnTo>
                    <a:pt x="978369" y="2224875"/>
                  </a:lnTo>
                  <a:lnTo>
                    <a:pt x="977298" y="2225322"/>
                  </a:lnTo>
                  <a:lnTo>
                    <a:pt x="976226" y="2225768"/>
                  </a:lnTo>
                  <a:lnTo>
                    <a:pt x="975154" y="2226213"/>
                  </a:lnTo>
                  <a:lnTo>
                    <a:pt x="974083" y="2226658"/>
                  </a:lnTo>
                  <a:lnTo>
                    <a:pt x="973011" y="2227102"/>
                  </a:lnTo>
                  <a:lnTo>
                    <a:pt x="971940" y="2227545"/>
                  </a:lnTo>
                  <a:lnTo>
                    <a:pt x="970868" y="2227988"/>
                  </a:lnTo>
                  <a:lnTo>
                    <a:pt x="969796" y="2228430"/>
                  </a:lnTo>
                  <a:lnTo>
                    <a:pt x="968725" y="2228871"/>
                  </a:lnTo>
                  <a:lnTo>
                    <a:pt x="967653" y="2229312"/>
                  </a:lnTo>
                  <a:lnTo>
                    <a:pt x="966582" y="2229753"/>
                  </a:lnTo>
                  <a:lnTo>
                    <a:pt x="965510" y="2230192"/>
                  </a:lnTo>
                  <a:lnTo>
                    <a:pt x="964438" y="2230632"/>
                  </a:lnTo>
                  <a:lnTo>
                    <a:pt x="963367" y="2231070"/>
                  </a:lnTo>
                  <a:lnTo>
                    <a:pt x="962295" y="2231508"/>
                  </a:lnTo>
                  <a:lnTo>
                    <a:pt x="961224" y="2231945"/>
                  </a:lnTo>
                  <a:lnTo>
                    <a:pt x="960152" y="2232382"/>
                  </a:lnTo>
                  <a:lnTo>
                    <a:pt x="959080" y="2232818"/>
                  </a:lnTo>
                  <a:lnTo>
                    <a:pt x="958009" y="2233254"/>
                  </a:lnTo>
                  <a:lnTo>
                    <a:pt x="956937" y="2233689"/>
                  </a:lnTo>
                  <a:lnTo>
                    <a:pt x="955866" y="2234123"/>
                  </a:lnTo>
                  <a:lnTo>
                    <a:pt x="954794" y="2234557"/>
                  </a:lnTo>
                  <a:lnTo>
                    <a:pt x="953722" y="2234990"/>
                  </a:lnTo>
                  <a:lnTo>
                    <a:pt x="952651" y="2235422"/>
                  </a:lnTo>
                  <a:lnTo>
                    <a:pt x="951579" y="2235854"/>
                  </a:lnTo>
                  <a:lnTo>
                    <a:pt x="950508" y="2236285"/>
                  </a:lnTo>
                  <a:lnTo>
                    <a:pt x="949436" y="2236716"/>
                  </a:lnTo>
                  <a:lnTo>
                    <a:pt x="948364" y="2237146"/>
                  </a:lnTo>
                  <a:lnTo>
                    <a:pt x="947293" y="2237576"/>
                  </a:lnTo>
                  <a:lnTo>
                    <a:pt x="946221" y="2238004"/>
                  </a:lnTo>
                  <a:lnTo>
                    <a:pt x="945150" y="2238433"/>
                  </a:lnTo>
                  <a:lnTo>
                    <a:pt x="944078" y="2238860"/>
                  </a:lnTo>
                  <a:lnTo>
                    <a:pt x="943006" y="2239287"/>
                  </a:lnTo>
                  <a:lnTo>
                    <a:pt x="941935" y="2239714"/>
                  </a:lnTo>
                  <a:lnTo>
                    <a:pt x="940863" y="2240140"/>
                  </a:lnTo>
                  <a:lnTo>
                    <a:pt x="939792" y="2240565"/>
                  </a:lnTo>
                  <a:lnTo>
                    <a:pt x="938720" y="2240990"/>
                  </a:lnTo>
                  <a:lnTo>
                    <a:pt x="937648" y="2241414"/>
                  </a:lnTo>
                  <a:lnTo>
                    <a:pt x="936577" y="2241837"/>
                  </a:lnTo>
                  <a:lnTo>
                    <a:pt x="935505" y="2242260"/>
                  </a:lnTo>
                  <a:lnTo>
                    <a:pt x="934434" y="2242683"/>
                  </a:lnTo>
                  <a:lnTo>
                    <a:pt x="933362" y="2243104"/>
                  </a:lnTo>
                  <a:lnTo>
                    <a:pt x="932290" y="2243525"/>
                  </a:lnTo>
                  <a:lnTo>
                    <a:pt x="931219" y="2243946"/>
                  </a:lnTo>
                  <a:lnTo>
                    <a:pt x="930147" y="2244366"/>
                  </a:lnTo>
                  <a:lnTo>
                    <a:pt x="929076" y="2244785"/>
                  </a:lnTo>
                  <a:lnTo>
                    <a:pt x="928004" y="2245204"/>
                  </a:lnTo>
                  <a:lnTo>
                    <a:pt x="926932" y="2245622"/>
                  </a:lnTo>
                  <a:lnTo>
                    <a:pt x="925861" y="2246040"/>
                  </a:lnTo>
                  <a:lnTo>
                    <a:pt x="924789" y="2246457"/>
                  </a:lnTo>
                  <a:lnTo>
                    <a:pt x="923718" y="2246873"/>
                  </a:lnTo>
                  <a:lnTo>
                    <a:pt x="922646" y="2247289"/>
                  </a:lnTo>
                  <a:lnTo>
                    <a:pt x="921574" y="2247704"/>
                  </a:lnTo>
                  <a:lnTo>
                    <a:pt x="920503" y="2248118"/>
                  </a:lnTo>
                  <a:lnTo>
                    <a:pt x="919431" y="2248532"/>
                  </a:lnTo>
                  <a:lnTo>
                    <a:pt x="918360" y="2248946"/>
                  </a:lnTo>
                  <a:lnTo>
                    <a:pt x="917288" y="2249359"/>
                  </a:lnTo>
                  <a:lnTo>
                    <a:pt x="916216" y="2249771"/>
                  </a:lnTo>
                  <a:lnTo>
                    <a:pt x="915145" y="2250183"/>
                  </a:lnTo>
                  <a:lnTo>
                    <a:pt x="914073" y="2250594"/>
                  </a:lnTo>
                  <a:lnTo>
                    <a:pt x="913002" y="2251004"/>
                  </a:lnTo>
                  <a:lnTo>
                    <a:pt x="911930" y="2251414"/>
                  </a:lnTo>
                  <a:lnTo>
                    <a:pt x="910858" y="2251823"/>
                  </a:lnTo>
                  <a:lnTo>
                    <a:pt x="909787" y="2252232"/>
                  </a:lnTo>
                  <a:lnTo>
                    <a:pt x="908715" y="2252640"/>
                  </a:lnTo>
                  <a:lnTo>
                    <a:pt x="907644" y="2253048"/>
                  </a:lnTo>
                  <a:lnTo>
                    <a:pt x="906572" y="2253455"/>
                  </a:lnTo>
                  <a:lnTo>
                    <a:pt x="905500" y="2253861"/>
                  </a:lnTo>
                  <a:lnTo>
                    <a:pt x="904429" y="2254267"/>
                  </a:lnTo>
                  <a:lnTo>
                    <a:pt x="903357" y="2254672"/>
                  </a:lnTo>
                  <a:lnTo>
                    <a:pt x="902286" y="2255077"/>
                  </a:lnTo>
                  <a:lnTo>
                    <a:pt x="901214" y="2255481"/>
                  </a:lnTo>
                  <a:lnTo>
                    <a:pt x="900142" y="2255885"/>
                  </a:lnTo>
                  <a:lnTo>
                    <a:pt x="899071" y="2256288"/>
                  </a:lnTo>
                  <a:lnTo>
                    <a:pt x="897999" y="2256690"/>
                  </a:lnTo>
                  <a:lnTo>
                    <a:pt x="896928" y="2257092"/>
                  </a:lnTo>
                  <a:lnTo>
                    <a:pt x="895856" y="2257494"/>
                  </a:lnTo>
                  <a:lnTo>
                    <a:pt x="894784" y="2257894"/>
                  </a:lnTo>
                  <a:lnTo>
                    <a:pt x="893713" y="2258295"/>
                  </a:lnTo>
                  <a:lnTo>
                    <a:pt x="892641" y="2258694"/>
                  </a:lnTo>
                  <a:lnTo>
                    <a:pt x="891570" y="2259093"/>
                  </a:lnTo>
                  <a:lnTo>
                    <a:pt x="890498" y="2259492"/>
                  </a:lnTo>
                  <a:lnTo>
                    <a:pt x="889426" y="2259890"/>
                  </a:lnTo>
                  <a:lnTo>
                    <a:pt x="888355" y="2260287"/>
                  </a:lnTo>
                  <a:lnTo>
                    <a:pt x="887283" y="2260684"/>
                  </a:lnTo>
                  <a:lnTo>
                    <a:pt x="886212" y="2261081"/>
                  </a:lnTo>
                  <a:lnTo>
                    <a:pt x="885140" y="2261476"/>
                  </a:lnTo>
                  <a:lnTo>
                    <a:pt x="884069" y="2261872"/>
                  </a:lnTo>
                  <a:lnTo>
                    <a:pt x="882997" y="2262266"/>
                  </a:lnTo>
                  <a:lnTo>
                    <a:pt x="881925" y="2262661"/>
                  </a:lnTo>
                  <a:lnTo>
                    <a:pt x="880854" y="2263054"/>
                  </a:lnTo>
                  <a:lnTo>
                    <a:pt x="879782" y="2263447"/>
                  </a:lnTo>
                  <a:lnTo>
                    <a:pt x="878711" y="2263840"/>
                  </a:lnTo>
                  <a:lnTo>
                    <a:pt x="877639" y="2264232"/>
                  </a:lnTo>
                  <a:lnTo>
                    <a:pt x="876567" y="2264624"/>
                  </a:lnTo>
                  <a:lnTo>
                    <a:pt x="875496" y="2265015"/>
                  </a:lnTo>
                  <a:lnTo>
                    <a:pt x="874424" y="2265405"/>
                  </a:lnTo>
                  <a:lnTo>
                    <a:pt x="873353" y="2265795"/>
                  </a:lnTo>
                  <a:lnTo>
                    <a:pt x="872281" y="2266185"/>
                  </a:lnTo>
                  <a:lnTo>
                    <a:pt x="871209" y="2266574"/>
                  </a:lnTo>
                  <a:lnTo>
                    <a:pt x="870138" y="2266962"/>
                  </a:lnTo>
                  <a:lnTo>
                    <a:pt x="869066" y="2267350"/>
                  </a:lnTo>
                  <a:lnTo>
                    <a:pt x="867995" y="2267737"/>
                  </a:lnTo>
                  <a:lnTo>
                    <a:pt x="866923" y="2268124"/>
                  </a:lnTo>
                  <a:lnTo>
                    <a:pt x="865851" y="2268511"/>
                  </a:lnTo>
                  <a:lnTo>
                    <a:pt x="864780" y="2268896"/>
                  </a:lnTo>
                  <a:lnTo>
                    <a:pt x="863708" y="2269282"/>
                  </a:lnTo>
                  <a:lnTo>
                    <a:pt x="862637" y="2269667"/>
                  </a:lnTo>
                  <a:lnTo>
                    <a:pt x="861565" y="2270051"/>
                  </a:lnTo>
                  <a:lnTo>
                    <a:pt x="860493" y="2270435"/>
                  </a:lnTo>
                  <a:lnTo>
                    <a:pt x="859422" y="2270818"/>
                  </a:lnTo>
                  <a:lnTo>
                    <a:pt x="858350" y="2271201"/>
                  </a:lnTo>
                  <a:lnTo>
                    <a:pt x="857279" y="2271583"/>
                  </a:lnTo>
                  <a:lnTo>
                    <a:pt x="856207" y="2271965"/>
                  </a:lnTo>
                  <a:lnTo>
                    <a:pt x="855135" y="2272346"/>
                  </a:lnTo>
                  <a:lnTo>
                    <a:pt x="854064" y="2272727"/>
                  </a:lnTo>
                  <a:lnTo>
                    <a:pt x="852992" y="2273108"/>
                  </a:lnTo>
                  <a:lnTo>
                    <a:pt x="851921" y="2273488"/>
                  </a:lnTo>
                  <a:lnTo>
                    <a:pt x="850849" y="2273867"/>
                  </a:lnTo>
                  <a:lnTo>
                    <a:pt x="849777" y="2274246"/>
                  </a:lnTo>
                  <a:lnTo>
                    <a:pt x="848706" y="2274624"/>
                  </a:lnTo>
                  <a:lnTo>
                    <a:pt x="847634" y="2275002"/>
                  </a:lnTo>
                  <a:lnTo>
                    <a:pt x="846563" y="2275380"/>
                  </a:lnTo>
                  <a:lnTo>
                    <a:pt x="845491" y="2275757"/>
                  </a:lnTo>
                  <a:lnTo>
                    <a:pt x="844419" y="2276133"/>
                  </a:lnTo>
                  <a:lnTo>
                    <a:pt x="843348" y="2276509"/>
                  </a:lnTo>
                  <a:lnTo>
                    <a:pt x="842276" y="2276885"/>
                  </a:lnTo>
                  <a:lnTo>
                    <a:pt x="841205" y="2277260"/>
                  </a:lnTo>
                  <a:lnTo>
                    <a:pt x="840133" y="2277635"/>
                  </a:lnTo>
                  <a:lnTo>
                    <a:pt x="839061" y="2278009"/>
                  </a:lnTo>
                  <a:lnTo>
                    <a:pt x="837990" y="2278382"/>
                  </a:lnTo>
                  <a:lnTo>
                    <a:pt x="836918" y="2278756"/>
                  </a:lnTo>
                  <a:lnTo>
                    <a:pt x="835847" y="2279128"/>
                  </a:lnTo>
                  <a:lnTo>
                    <a:pt x="834775" y="2279501"/>
                  </a:lnTo>
                  <a:lnTo>
                    <a:pt x="833703" y="2279873"/>
                  </a:lnTo>
                  <a:lnTo>
                    <a:pt x="832632" y="2280244"/>
                  </a:lnTo>
                  <a:lnTo>
                    <a:pt x="831560" y="2280615"/>
                  </a:lnTo>
                  <a:lnTo>
                    <a:pt x="830489" y="2280985"/>
                  </a:lnTo>
                  <a:lnTo>
                    <a:pt x="829417" y="2281355"/>
                  </a:lnTo>
                  <a:lnTo>
                    <a:pt x="828345" y="2281725"/>
                  </a:lnTo>
                  <a:lnTo>
                    <a:pt x="827274" y="2282094"/>
                  </a:lnTo>
                  <a:lnTo>
                    <a:pt x="826202" y="2282463"/>
                  </a:lnTo>
                  <a:lnTo>
                    <a:pt x="825131" y="2282831"/>
                  </a:lnTo>
                  <a:lnTo>
                    <a:pt x="824059" y="2283199"/>
                  </a:lnTo>
                  <a:lnTo>
                    <a:pt x="822987" y="2283566"/>
                  </a:lnTo>
                  <a:lnTo>
                    <a:pt x="821916" y="2283933"/>
                  </a:lnTo>
                  <a:lnTo>
                    <a:pt x="820844" y="2284299"/>
                  </a:lnTo>
                  <a:lnTo>
                    <a:pt x="819773" y="2284665"/>
                  </a:lnTo>
                  <a:lnTo>
                    <a:pt x="818701" y="2285031"/>
                  </a:lnTo>
                  <a:lnTo>
                    <a:pt x="817629" y="2285396"/>
                  </a:lnTo>
                  <a:lnTo>
                    <a:pt x="816558" y="2285761"/>
                  </a:lnTo>
                  <a:lnTo>
                    <a:pt x="815486" y="2286125"/>
                  </a:lnTo>
                  <a:lnTo>
                    <a:pt x="814415" y="2286489"/>
                  </a:lnTo>
                  <a:lnTo>
                    <a:pt x="813343" y="2286852"/>
                  </a:lnTo>
                  <a:lnTo>
                    <a:pt x="812271" y="2287215"/>
                  </a:lnTo>
                  <a:lnTo>
                    <a:pt x="811200" y="2287578"/>
                  </a:lnTo>
                  <a:lnTo>
                    <a:pt x="810128" y="2287940"/>
                  </a:lnTo>
                  <a:lnTo>
                    <a:pt x="809057" y="2288302"/>
                  </a:lnTo>
                  <a:lnTo>
                    <a:pt x="807985" y="2288663"/>
                  </a:lnTo>
                  <a:lnTo>
                    <a:pt x="806913" y="2289024"/>
                  </a:lnTo>
                  <a:lnTo>
                    <a:pt x="805842" y="2289384"/>
                  </a:lnTo>
                  <a:lnTo>
                    <a:pt x="804770" y="2289744"/>
                  </a:lnTo>
                  <a:lnTo>
                    <a:pt x="803699" y="2290104"/>
                  </a:lnTo>
                  <a:lnTo>
                    <a:pt x="802627" y="2290463"/>
                  </a:lnTo>
                  <a:lnTo>
                    <a:pt x="801555" y="2290822"/>
                  </a:lnTo>
                  <a:lnTo>
                    <a:pt x="800484" y="2291181"/>
                  </a:lnTo>
                  <a:lnTo>
                    <a:pt x="799412" y="2291539"/>
                  </a:lnTo>
                  <a:lnTo>
                    <a:pt x="798341" y="2291896"/>
                  </a:lnTo>
                  <a:lnTo>
                    <a:pt x="797269" y="2292253"/>
                  </a:lnTo>
                  <a:lnTo>
                    <a:pt x="796197" y="2292610"/>
                  </a:lnTo>
                  <a:lnTo>
                    <a:pt x="795126" y="2292967"/>
                  </a:lnTo>
                  <a:lnTo>
                    <a:pt x="794054" y="2293323"/>
                  </a:lnTo>
                  <a:lnTo>
                    <a:pt x="792983" y="2293678"/>
                  </a:lnTo>
                  <a:lnTo>
                    <a:pt x="791911" y="2294033"/>
                  </a:lnTo>
                  <a:lnTo>
                    <a:pt x="790839" y="2294388"/>
                  </a:lnTo>
                  <a:lnTo>
                    <a:pt x="789768" y="2294743"/>
                  </a:lnTo>
                  <a:lnTo>
                    <a:pt x="788696" y="2295097"/>
                  </a:lnTo>
                  <a:lnTo>
                    <a:pt x="787625" y="2295450"/>
                  </a:lnTo>
                  <a:lnTo>
                    <a:pt x="786553" y="2295803"/>
                  </a:lnTo>
                  <a:lnTo>
                    <a:pt x="785481" y="2296156"/>
                  </a:lnTo>
                  <a:lnTo>
                    <a:pt x="784410" y="2296509"/>
                  </a:lnTo>
                  <a:lnTo>
                    <a:pt x="783338" y="2296861"/>
                  </a:lnTo>
                  <a:lnTo>
                    <a:pt x="782267" y="2297213"/>
                  </a:lnTo>
                  <a:lnTo>
                    <a:pt x="781195" y="2297564"/>
                  </a:lnTo>
                  <a:lnTo>
                    <a:pt x="780123" y="2297915"/>
                  </a:lnTo>
                  <a:lnTo>
                    <a:pt x="779052" y="2298265"/>
                  </a:lnTo>
                  <a:lnTo>
                    <a:pt x="777980" y="2298616"/>
                  </a:lnTo>
                  <a:lnTo>
                    <a:pt x="776909" y="2298965"/>
                  </a:lnTo>
                  <a:lnTo>
                    <a:pt x="775837" y="2299315"/>
                  </a:lnTo>
                  <a:lnTo>
                    <a:pt x="774765" y="2299664"/>
                  </a:lnTo>
                  <a:lnTo>
                    <a:pt x="773694" y="2300013"/>
                  </a:lnTo>
                  <a:lnTo>
                    <a:pt x="772622" y="2300361"/>
                  </a:lnTo>
                  <a:lnTo>
                    <a:pt x="771551" y="2300709"/>
                  </a:lnTo>
                  <a:lnTo>
                    <a:pt x="770479" y="2301057"/>
                  </a:lnTo>
                  <a:lnTo>
                    <a:pt x="769407" y="2301404"/>
                  </a:lnTo>
                  <a:lnTo>
                    <a:pt x="768336" y="2301751"/>
                  </a:lnTo>
                  <a:lnTo>
                    <a:pt x="767264" y="2302097"/>
                  </a:lnTo>
                  <a:lnTo>
                    <a:pt x="766193" y="2302444"/>
                  </a:lnTo>
                  <a:lnTo>
                    <a:pt x="765121" y="2302789"/>
                  </a:lnTo>
                  <a:lnTo>
                    <a:pt x="764049" y="2303135"/>
                  </a:lnTo>
                  <a:lnTo>
                    <a:pt x="762978" y="2303480"/>
                  </a:lnTo>
                  <a:lnTo>
                    <a:pt x="761906" y="2303825"/>
                  </a:lnTo>
                  <a:lnTo>
                    <a:pt x="760835" y="2304169"/>
                  </a:lnTo>
                  <a:lnTo>
                    <a:pt x="759763" y="2304513"/>
                  </a:lnTo>
                  <a:lnTo>
                    <a:pt x="758691" y="2304857"/>
                  </a:lnTo>
                  <a:lnTo>
                    <a:pt x="757620" y="2305200"/>
                  </a:lnTo>
                  <a:lnTo>
                    <a:pt x="756548" y="2305544"/>
                  </a:lnTo>
                  <a:lnTo>
                    <a:pt x="755477" y="2305886"/>
                  </a:lnTo>
                  <a:lnTo>
                    <a:pt x="754405" y="2306229"/>
                  </a:lnTo>
                  <a:lnTo>
                    <a:pt x="753333" y="2306571"/>
                  </a:lnTo>
                  <a:lnTo>
                    <a:pt x="752262" y="2306912"/>
                  </a:lnTo>
                  <a:lnTo>
                    <a:pt x="751190" y="2307254"/>
                  </a:lnTo>
                  <a:lnTo>
                    <a:pt x="750119" y="2307595"/>
                  </a:lnTo>
                  <a:lnTo>
                    <a:pt x="749047" y="2307935"/>
                  </a:lnTo>
                  <a:lnTo>
                    <a:pt x="747975" y="2308276"/>
                  </a:lnTo>
                  <a:lnTo>
                    <a:pt x="746904" y="2308616"/>
                  </a:lnTo>
                  <a:lnTo>
                    <a:pt x="745832" y="2308955"/>
                  </a:lnTo>
                  <a:lnTo>
                    <a:pt x="744761" y="2309295"/>
                  </a:lnTo>
                  <a:lnTo>
                    <a:pt x="743689" y="2309634"/>
                  </a:lnTo>
                  <a:lnTo>
                    <a:pt x="742617" y="2309973"/>
                  </a:lnTo>
                  <a:lnTo>
                    <a:pt x="741546" y="2310311"/>
                  </a:lnTo>
                  <a:lnTo>
                    <a:pt x="740474" y="2310649"/>
                  </a:lnTo>
                  <a:lnTo>
                    <a:pt x="739403" y="2310987"/>
                  </a:lnTo>
                  <a:lnTo>
                    <a:pt x="738331" y="2311324"/>
                  </a:lnTo>
                  <a:lnTo>
                    <a:pt x="737259" y="2311662"/>
                  </a:lnTo>
                  <a:lnTo>
                    <a:pt x="736188" y="2311998"/>
                  </a:lnTo>
                  <a:lnTo>
                    <a:pt x="735116" y="2312335"/>
                  </a:lnTo>
                  <a:lnTo>
                    <a:pt x="734045" y="2312671"/>
                  </a:lnTo>
                  <a:lnTo>
                    <a:pt x="732973" y="2313007"/>
                  </a:lnTo>
                  <a:lnTo>
                    <a:pt x="731901" y="2313343"/>
                  </a:lnTo>
                  <a:lnTo>
                    <a:pt x="730830" y="2313678"/>
                  </a:lnTo>
                  <a:lnTo>
                    <a:pt x="729758" y="2314013"/>
                  </a:lnTo>
                  <a:lnTo>
                    <a:pt x="728687" y="2314347"/>
                  </a:lnTo>
                  <a:lnTo>
                    <a:pt x="727615" y="2314682"/>
                  </a:lnTo>
                  <a:lnTo>
                    <a:pt x="726543" y="2315016"/>
                  </a:lnTo>
                  <a:lnTo>
                    <a:pt x="725472" y="2315350"/>
                  </a:lnTo>
                  <a:lnTo>
                    <a:pt x="724400" y="2315683"/>
                  </a:lnTo>
                  <a:lnTo>
                    <a:pt x="723329" y="2316016"/>
                  </a:lnTo>
                  <a:lnTo>
                    <a:pt x="722257" y="2316349"/>
                  </a:lnTo>
                  <a:lnTo>
                    <a:pt x="721185" y="2316682"/>
                  </a:lnTo>
                  <a:lnTo>
                    <a:pt x="720114" y="2317014"/>
                  </a:lnTo>
                  <a:lnTo>
                    <a:pt x="719042" y="2317346"/>
                  </a:lnTo>
                  <a:lnTo>
                    <a:pt x="717971" y="2317678"/>
                  </a:lnTo>
                  <a:lnTo>
                    <a:pt x="716899" y="2318009"/>
                  </a:lnTo>
                  <a:lnTo>
                    <a:pt x="715827" y="2318340"/>
                  </a:lnTo>
                  <a:lnTo>
                    <a:pt x="714756" y="2318671"/>
                  </a:lnTo>
                  <a:lnTo>
                    <a:pt x="713684" y="2319002"/>
                  </a:lnTo>
                  <a:lnTo>
                    <a:pt x="712613" y="2319332"/>
                  </a:lnTo>
                  <a:lnTo>
                    <a:pt x="711541" y="2319662"/>
                  </a:lnTo>
                  <a:lnTo>
                    <a:pt x="710469" y="2319992"/>
                  </a:lnTo>
                  <a:lnTo>
                    <a:pt x="709398" y="2320321"/>
                  </a:lnTo>
                  <a:lnTo>
                    <a:pt x="708326" y="2320651"/>
                  </a:lnTo>
                  <a:lnTo>
                    <a:pt x="707255" y="2320979"/>
                  </a:lnTo>
                  <a:lnTo>
                    <a:pt x="706183" y="2321308"/>
                  </a:lnTo>
                  <a:lnTo>
                    <a:pt x="705112" y="2321636"/>
                  </a:lnTo>
                  <a:lnTo>
                    <a:pt x="704040" y="2321965"/>
                  </a:lnTo>
                  <a:lnTo>
                    <a:pt x="702968" y="2322292"/>
                  </a:lnTo>
                  <a:lnTo>
                    <a:pt x="701897" y="2322620"/>
                  </a:lnTo>
                  <a:lnTo>
                    <a:pt x="700825" y="2322947"/>
                  </a:lnTo>
                  <a:lnTo>
                    <a:pt x="699754" y="2323274"/>
                  </a:lnTo>
                  <a:lnTo>
                    <a:pt x="698682" y="2323601"/>
                  </a:lnTo>
                  <a:lnTo>
                    <a:pt x="697610" y="2323928"/>
                  </a:lnTo>
                  <a:lnTo>
                    <a:pt x="696539" y="2324254"/>
                  </a:lnTo>
                  <a:lnTo>
                    <a:pt x="695467" y="2324580"/>
                  </a:lnTo>
                  <a:lnTo>
                    <a:pt x="694396" y="2324906"/>
                  </a:lnTo>
                  <a:lnTo>
                    <a:pt x="693324" y="2325231"/>
                  </a:lnTo>
                  <a:lnTo>
                    <a:pt x="692252" y="2325556"/>
                  </a:lnTo>
                  <a:lnTo>
                    <a:pt x="691181" y="2325881"/>
                  </a:lnTo>
                  <a:lnTo>
                    <a:pt x="690109" y="2326206"/>
                  </a:lnTo>
                  <a:lnTo>
                    <a:pt x="689038" y="2326530"/>
                  </a:lnTo>
                  <a:lnTo>
                    <a:pt x="687966" y="2326855"/>
                  </a:lnTo>
                  <a:lnTo>
                    <a:pt x="686894" y="2327179"/>
                  </a:lnTo>
                  <a:lnTo>
                    <a:pt x="685823" y="2327502"/>
                  </a:lnTo>
                  <a:lnTo>
                    <a:pt x="684751" y="2327826"/>
                  </a:lnTo>
                  <a:lnTo>
                    <a:pt x="683680" y="2328149"/>
                  </a:lnTo>
                  <a:lnTo>
                    <a:pt x="682608" y="2328472"/>
                  </a:lnTo>
                  <a:lnTo>
                    <a:pt x="681536" y="2328795"/>
                  </a:lnTo>
                  <a:lnTo>
                    <a:pt x="680465" y="2329117"/>
                  </a:lnTo>
                  <a:lnTo>
                    <a:pt x="679393" y="2329440"/>
                  </a:lnTo>
                  <a:lnTo>
                    <a:pt x="678322" y="2329762"/>
                  </a:lnTo>
                  <a:lnTo>
                    <a:pt x="677250" y="2330084"/>
                  </a:lnTo>
                  <a:lnTo>
                    <a:pt x="676178" y="2330405"/>
                  </a:lnTo>
                  <a:lnTo>
                    <a:pt x="675107" y="2330727"/>
                  </a:lnTo>
                  <a:lnTo>
                    <a:pt x="674035" y="2331048"/>
                  </a:lnTo>
                  <a:lnTo>
                    <a:pt x="672964" y="2331369"/>
                  </a:lnTo>
                  <a:lnTo>
                    <a:pt x="671892" y="2331689"/>
                  </a:lnTo>
                  <a:lnTo>
                    <a:pt x="670820" y="2332010"/>
                  </a:lnTo>
                  <a:lnTo>
                    <a:pt x="669749" y="2332330"/>
                  </a:lnTo>
                  <a:lnTo>
                    <a:pt x="668677" y="2332650"/>
                  </a:lnTo>
                  <a:lnTo>
                    <a:pt x="667606" y="2332970"/>
                  </a:lnTo>
                  <a:lnTo>
                    <a:pt x="666534" y="2333289"/>
                  </a:lnTo>
                  <a:lnTo>
                    <a:pt x="665462" y="2333608"/>
                  </a:lnTo>
                  <a:lnTo>
                    <a:pt x="664391" y="2333928"/>
                  </a:lnTo>
                  <a:lnTo>
                    <a:pt x="663319" y="2334246"/>
                  </a:lnTo>
                  <a:lnTo>
                    <a:pt x="662248" y="2334565"/>
                  </a:lnTo>
                  <a:lnTo>
                    <a:pt x="661176" y="2334883"/>
                  </a:lnTo>
                  <a:lnTo>
                    <a:pt x="660104" y="2335202"/>
                  </a:lnTo>
                  <a:lnTo>
                    <a:pt x="659033" y="2335520"/>
                  </a:lnTo>
                  <a:lnTo>
                    <a:pt x="657961" y="2335838"/>
                  </a:lnTo>
                  <a:lnTo>
                    <a:pt x="656890" y="2336155"/>
                  </a:lnTo>
                  <a:lnTo>
                    <a:pt x="655818" y="2336472"/>
                  </a:lnTo>
                  <a:lnTo>
                    <a:pt x="654746" y="2336790"/>
                  </a:lnTo>
                  <a:lnTo>
                    <a:pt x="653675" y="2337107"/>
                  </a:lnTo>
                  <a:lnTo>
                    <a:pt x="652603" y="2337423"/>
                  </a:lnTo>
                  <a:lnTo>
                    <a:pt x="651532" y="2337740"/>
                  </a:lnTo>
                  <a:lnTo>
                    <a:pt x="650460" y="2338056"/>
                  </a:lnTo>
                  <a:lnTo>
                    <a:pt x="649388" y="2338372"/>
                  </a:lnTo>
                  <a:lnTo>
                    <a:pt x="648317" y="2338688"/>
                  </a:lnTo>
                  <a:lnTo>
                    <a:pt x="647245" y="2339004"/>
                  </a:lnTo>
                  <a:lnTo>
                    <a:pt x="646174" y="2339320"/>
                  </a:lnTo>
                  <a:lnTo>
                    <a:pt x="645102" y="2339635"/>
                  </a:lnTo>
                  <a:lnTo>
                    <a:pt x="644030" y="2339950"/>
                  </a:lnTo>
                  <a:lnTo>
                    <a:pt x="642959" y="2340265"/>
                  </a:lnTo>
                  <a:lnTo>
                    <a:pt x="641887" y="2340580"/>
                  </a:lnTo>
                  <a:lnTo>
                    <a:pt x="640816" y="2340894"/>
                  </a:lnTo>
                  <a:lnTo>
                    <a:pt x="639744" y="2341209"/>
                  </a:lnTo>
                  <a:lnTo>
                    <a:pt x="638672" y="2341523"/>
                  </a:lnTo>
                  <a:lnTo>
                    <a:pt x="637601" y="2341837"/>
                  </a:lnTo>
                  <a:lnTo>
                    <a:pt x="636529" y="2342151"/>
                  </a:lnTo>
                  <a:lnTo>
                    <a:pt x="635458" y="2342464"/>
                  </a:lnTo>
                  <a:lnTo>
                    <a:pt x="634386" y="2342778"/>
                  </a:lnTo>
                  <a:lnTo>
                    <a:pt x="633314" y="2343091"/>
                  </a:lnTo>
                  <a:lnTo>
                    <a:pt x="632243" y="2343404"/>
                  </a:lnTo>
                  <a:lnTo>
                    <a:pt x="631171" y="2343717"/>
                  </a:lnTo>
                  <a:lnTo>
                    <a:pt x="630100" y="2344029"/>
                  </a:lnTo>
                  <a:lnTo>
                    <a:pt x="629028" y="2344342"/>
                  </a:lnTo>
                  <a:lnTo>
                    <a:pt x="627956" y="2344654"/>
                  </a:lnTo>
                  <a:lnTo>
                    <a:pt x="626885" y="2344966"/>
                  </a:lnTo>
                  <a:lnTo>
                    <a:pt x="625813" y="2345278"/>
                  </a:lnTo>
                  <a:lnTo>
                    <a:pt x="624742" y="2345590"/>
                  </a:lnTo>
                  <a:lnTo>
                    <a:pt x="623670" y="2345902"/>
                  </a:lnTo>
                  <a:lnTo>
                    <a:pt x="622598" y="2346213"/>
                  </a:lnTo>
                  <a:lnTo>
                    <a:pt x="621527" y="2346524"/>
                  </a:lnTo>
                  <a:lnTo>
                    <a:pt x="620455" y="2346835"/>
                  </a:lnTo>
                  <a:lnTo>
                    <a:pt x="619384" y="2347146"/>
                  </a:lnTo>
                  <a:lnTo>
                    <a:pt x="618312" y="2347457"/>
                  </a:lnTo>
                  <a:lnTo>
                    <a:pt x="617240" y="2347767"/>
                  </a:lnTo>
                  <a:lnTo>
                    <a:pt x="616169" y="2348078"/>
                  </a:lnTo>
                  <a:lnTo>
                    <a:pt x="615097" y="2348388"/>
                  </a:lnTo>
                  <a:lnTo>
                    <a:pt x="614026" y="2348698"/>
                  </a:lnTo>
                  <a:lnTo>
                    <a:pt x="612954" y="2349008"/>
                  </a:lnTo>
                  <a:lnTo>
                    <a:pt x="611882" y="2349318"/>
                  </a:lnTo>
                  <a:lnTo>
                    <a:pt x="610811" y="2349627"/>
                  </a:lnTo>
                  <a:lnTo>
                    <a:pt x="609739" y="2349937"/>
                  </a:lnTo>
                  <a:lnTo>
                    <a:pt x="608668" y="2350246"/>
                  </a:lnTo>
                  <a:lnTo>
                    <a:pt x="607596" y="2350555"/>
                  </a:lnTo>
                  <a:lnTo>
                    <a:pt x="606524" y="2350864"/>
                  </a:lnTo>
                  <a:lnTo>
                    <a:pt x="605453" y="2351172"/>
                  </a:lnTo>
                  <a:lnTo>
                    <a:pt x="604381" y="2351481"/>
                  </a:lnTo>
                  <a:lnTo>
                    <a:pt x="603310" y="2351789"/>
                  </a:lnTo>
                  <a:lnTo>
                    <a:pt x="602238" y="2352097"/>
                  </a:lnTo>
                  <a:lnTo>
                    <a:pt x="601166" y="2352405"/>
                  </a:lnTo>
                  <a:lnTo>
                    <a:pt x="600095" y="2352713"/>
                  </a:lnTo>
                  <a:lnTo>
                    <a:pt x="599023" y="2353021"/>
                  </a:lnTo>
                  <a:lnTo>
                    <a:pt x="597952" y="2353329"/>
                  </a:lnTo>
                  <a:lnTo>
                    <a:pt x="596880" y="2353636"/>
                  </a:lnTo>
                  <a:lnTo>
                    <a:pt x="595808" y="2353943"/>
                  </a:lnTo>
                  <a:lnTo>
                    <a:pt x="594737" y="2354250"/>
                  </a:lnTo>
                  <a:lnTo>
                    <a:pt x="593665" y="2354557"/>
                  </a:lnTo>
                  <a:lnTo>
                    <a:pt x="592594" y="2354864"/>
                  </a:lnTo>
                  <a:lnTo>
                    <a:pt x="591522" y="2355171"/>
                  </a:lnTo>
                  <a:lnTo>
                    <a:pt x="590450" y="2355477"/>
                  </a:lnTo>
                  <a:lnTo>
                    <a:pt x="589379" y="2355784"/>
                  </a:lnTo>
                  <a:lnTo>
                    <a:pt x="588307" y="2356090"/>
                  </a:lnTo>
                  <a:lnTo>
                    <a:pt x="587236" y="2356396"/>
                  </a:lnTo>
                  <a:lnTo>
                    <a:pt x="586164" y="2356702"/>
                  </a:lnTo>
                  <a:lnTo>
                    <a:pt x="585092" y="2357008"/>
                  </a:lnTo>
                  <a:lnTo>
                    <a:pt x="584021" y="2357313"/>
                  </a:lnTo>
                  <a:lnTo>
                    <a:pt x="582949" y="2357619"/>
                  </a:lnTo>
                  <a:lnTo>
                    <a:pt x="581878" y="2357924"/>
                  </a:lnTo>
                  <a:lnTo>
                    <a:pt x="580806" y="2358229"/>
                  </a:lnTo>
                  <a:lnTo>
                    <a:pt x="579734" y="2358534"/>
                  </a:lnTo>
                  <a:lnTo>
                    <a:pt x="578663" y="2358839"/>
                  </a:lnTo>
                  <a:lnTo>
                    <a:pt x="577591" y="2359143"/>
                  </a:lnTo>
                  <a:lnTo>
                    <a:pt x="576520" y="2359448"/>
                  </a:lnTo>
                  <a:lnTo>
                    <a:pt x="575448" y="2359752"/>
                  </a:lnTo>
                  <a:lnTo>
                    <a:pt x="574376" y="2360057"/>
                  </a:lnTo>
                  <a:lnTo>
                    <a:pt x="573305" y="2360361"/>
                  </a:lnTo>
                  <a:lnTo>
                    <a:pt x="572233" y="2360665"/>
                  </a:lnTo>
                  <a:lnTo>
                    <a:pt x="571162" y="2360969"/>
                  </a:lnTo>
                  <a:lnTo>
                    <a:pt x="570090" y="2361272"/>
                  </a:lnTo>
                  <a:lnTo>
                    <a:pt x="569018" y="2361576"/>
                  </a:lnTo>
                  <a:lnTo>
                    <a:pt x="567947" y="2361879"/>
                  </a:lnTo>
                  <a:lnTo>
                    <a:pt x="566875" y="2362183"/>
                  </a:lnTo>
                  <a:lnTo>
                    <a:pt x="565804" y="2362486"/>
                  </a:lnTo>
                  <a:lnTo>
                    <a:pt x="564732" y="2362789"/>
                  </a:lnTo>
                  <a:lnTo>
                    <a:pt x="563660" y="2363091"/>
                  </a:lnTo>
                  <a:lnTo>
                    <a:pt x="562589" y="2363394"/>
                  </a:lnTo>
                  <a:lnTo>
                    <a:pt x="561517" y="2363697"/>
                  </a:lnTo>
                  <a:lnTo>
                    <a:pt x="560446" y="2363999"/>
                  </a:lnTo>
                  <a:lnTo>
                    <a:pt x="559374" y="2364301"/>
                  </a:lnTo>
                  <a:lnTo>
                    <a:pt x="558302" y="2364603"/>
                  </a:lnTo>
                  <a:lnTo>
                    <a:pt x="557231" y="2364905"/>
                  </a:lnTo>
                  <a:lnTo>
                    <a:pt x="556159" y="2365207"/>
                  </a:lnTo>
                  <a:lnTo>
                    <a:pt x="555088" y="2365509"/>
                  </a:lnTo>
                  <a:lnTo>
                    <a:pt x="554016" y="2365811"/>
                  </a:lnTo>
                  <a:lnTo>
                    <a:pt x="552944" y="2366112"/>
                  </a:lnTo>
                  <a:lnTo>
                    <a:pt x="551873" y="2366413"/>
                  </a:lnTo>
                  <a:lnTo>
                    <a:pt x="550801" y="2366715"/>
                  </a:lnTo>
                  <a:lnTo>
                    <a:pt x="549730" y="2367016"/>
                  </a:lnTo>
                  <a:lnTo>
                    <a:pt x="548658" y="2367316"/>
                  </a:lnTo>
                  <a:lnTo>
                    <a:pt x="547586" y="2367617"/>
                  </a:lnTo>
                  <a:lnTo>
                    <a:pt x="546515" y="2367918"/>
                  </a:lnTo>
                  <a:lnTo>
                    <a:pt x="545443" y="2368218"/>
                  </a:lnTo>
                  <a:lnTo>
                    <a:pt x="544372" y="2368519"/>
                  </a:lnTo>
                  <a:lnTo>
                    <a:pt x="543300" y="2368819"/>
                  </a:lnTo>
                  <a:lnTo>
                    <a:pt x="542228" y="2369119"/>
                  </a:lnTo>
                  <a:lnTo>
                    <a:pt x="541157" y="2369419"/>
                  </a:lnTo>
                  <a:lnTo>
                    <a:pt x="540085" y="2369719"/>
                  </a:lnTo>
                  <a:lnTo>
                    <a:pt x="539014" y="2370018"/>
                  </a:lnTo>
                  <a:lnTo>
                    <a:pt x="537942" y="2370318"/>
                  </a:lnTo>
                  <a:lnTo>
                    <a:pt x="536870" y="2370617"/>
                  </a:lnTo>
                  <a:lnTo>
                    <a:pt x="535799" y="2370916"/>
                  </a:lnTo>
                  <a:lnTo>
                    <a:pt x="534727" y="2371215"/>
                  </a:lnTo>
                  <a:lnTo>
                    <a:pt x="533656" y="2371514"/>
                  </a:lnTo>
                  <a:lnTo>
                    <a:pt x="532584" y="2371813"/>
                  </a:lnTo>
                  <a:lnTo>
                    <a:pt x="531513" y="2372112"/>
                  </a:lnTo>
                  <a:lnTo>
                    <a:pt x="530441" y="2372411"/>
                  </a:lnTo>
                  <a:lnTo>
                    <a:pt x="529369" y="2372709"/>
                  </a:lnTo>
                  <a:lnTo>
                    <a:pt x="528298" y="2373007"/>
                  </a:lnTo>
                  <a:lnTo>
                    <a:pt x="527226" y="2373305"/>
                  </a:lnTo>
                  <a:lnTo>
                    <a:pt x="526155" y="2373603"/>
                  </a:lnTo>
                  <a:lnTo>
                    <a:pt x="525083" y="2373901"/>
                  </a:lnTo>
                  <a:lnTo>
                    <a:pt x="524011" y="2374199"/>
                  </a:lnTo>
                  <a:lnTo>
                    <a:pt x="522940" y="2374497"/>
                  </a:lnTo>
                  <a:lnTo>
                    <a:pt x="521868" y="2374794"/>
                  </a:lnTo>
                  <a:lnTo>
                    <a:pt x="520797" y="2375091"/>
                  </a:lnTo>
                  <a:lnTo>
                    <a:pt x="519725" y="2375389"/>
                  </a:lnTo>
                  <a:lnTo>
                    <a:pt x="518653" y="2375686"/>
                  </a:lnTo>
                  <a:lnTo>
                    <a:pt x="517582" y="2375983"/>
                  </a:lnTo>
                  <a:lnTo>
                    <a:pt x="516510" y="2376279"/>
                  </a:lnTo>
                  <a:lnTo>
                    <a:pt x="515439" y="2376576"/>
                  </a:lnTo>
                  <a:lnTo>
                    <a:pt x="514367" y="2376873"/>
                  </a:lnTo>
                  <a:lnTo>
                    <a:pt x="513295" y="2377169"/>
                  </a:lnTo>
                  <a:lnTo>
                    <a:pt x="512224" y="2377465"/>
                  </a:lnTo>
                  <a:lnTo>
                    <a:pt x="511152" y="2377761"/>
                  </a:lnTo>
                  <a:lnTo>
                    <a:pt x="510081" y="2378057"/>
                  </a:lnTo>
                  <a:lnTo>
                    <a:pt x="509009" y="2378353"/>
                  </a:lnTo>
                  <a:lnTo>
                    <a:pt x="507937" y="2378649"/>
                  </a:lnTo>
                  <a:lnTo>
                    <a:pt x="506866" y="2378944"/>
                  </a:lnTo>
                  <a:lnTo>
                    <a:pt x="505794" y="2379240"/>
                  </a:lnTo>
                  <a:lnTo>
                    <a:pt x="504723" y="2379535"/>
                  </a:lnTo>
                  <a:lnTo>
                    <a:pt x="503651" y="2379830"/>
                  </a:lnTo>
                  <a:lnTo>
                    <a:pt x="502579" y="2380125"/>
                  </a:lnTo>
                  <a:lnTo>
                    <a:pt x="501508" y="2380420"/>
                  </a:lnTo>
                  <a:lnTo>
                    <a:pt x="500436" y="2380714"/>
                  </a:lnTo>
                  <a:lnTo>
                    <a:pt x="499365" y="2381009"/>
                  </a:lnTo>
                  <a:lnTo>
                    <a:pt x="498293" y="2381303"/>
                  </a:lnTo>
                  <a:lnTo>
                    <a:pt x="497221" y="2381597"/>
                  </a:lnTo>
                  <a:lnTo>
                    <a:pt x="496150" y="2381892"/>
                  </a:lnTo>
                  <a:lnTo>
                    <a:pt x="495078" y="2382186"/>
                  </a:lnTo>
                  <a:lnTo>
                    <a:pt x="494007" y="2382479"/>
                  </a:lnTo>
                  <a:lnTo>
                    <a:pt x="492935" y="2382773"/>
                  </a:lnTo>
                  <a:lnTo>
                    <a:pt x="491863" y="2383067"/>
                  </a:lnTo>
                  <a:lnTo>
                    <a:pt x="490792" y="2383360"/>
                  </a:lnTo>
                  <a:lnTo>
                    <a:pt x="489720" y="2383653"/>
                  </a:lnTo>
                  <a:lnTo>
                    <a:pt x="488649" y="2383946"/>
                  </a:lnTo>
                  <a:lnTo>
                    <a:pt x="487577" y="2384239"/>
                  </a:lnTo>
                  <a:lnTo>
                    <a:pt x="486505" y="2384532"/>
                  </a:lnTo>
                  <a:lnTo>
                    <a:pt x="485434" y="2384825"/>
                  </a:lnTo>
                  <a:lnTo>
                    <a:pt x="484362" y="2385117"/>
                  </a:lnTo>
                  <a:lnTo>
                    <a:pt x="483291" y="2385409"/>
                  </a:lnTo>
                  <a:lnTo>
                    <a:pt x="482219" y="2385702"/>
                  </a:lnTo>
                  <a:lnTo>
                    <a:pt x="481147" y="2385994"/>
                  </a:lnTo>
                  <a:lnTo>
                    <a:pt x="480076" y="2386285"/>
                  </a:lnTo>
                  <a:lnTo>
                    <a:pt x="479004" y="2386577"/>
                  </a:lnTo>
                  <a:lnTo>
                    <a:pt x="477933" y="2386869"/>
                  </a:lnTo>
                  <a:lnTo>
                    <a:pt x="476861" y="2387160"/>
                  </a:lnTo>
                  <a:lnTo>
                    <a:pt x="475789" y="2387452"/>
                  </a:lnTo>
                  <a:lnTo>
                    <a:pt x="474718" y="2387743"/>
                  </a:lnTo>
                  <a:lnTo>
                    <a:pt x="473646" y="2388034"/>
                  </a:lnTo>
                  <a:lnTo>
                    <a:pt x="472575" y="2388324"/>
                  </a:lnTo>
                  <a:lnTo>
                    <a:pt x="471503" y="2388615"/>
                  </a:lnTo>
                  <a:lnTo>
                    <a:pt x="470431" y="2388906"/>
                  </a:lnTo>
                  <a:lnTo>
                    <a:pt x="469360" y="2389196"/>
                  </a:lnTo>
                  <a:lnTo>
                    <a:pt x="468288" y="2389486"/>
                  </a:lnTo>
                  <a:lnTo>
                    <a:pt x="467217" y="2389776"/>
                  </a:lnTo>
                  <a:lnTo>
                    <a:pt x="466145" y="2390066"/>
                  </a:lnTo>
                  <a:lnTo>
                    <a:pt x="465073" y="2390356"/>
                  </a:lnTo>
                  <a:lnTo>
                    <a:pt x="464002" y="2390645"/>
                  </a:lnTo>
                  <a:lnTo>
                    <a:pt x="462930" y="2390935"/>
                  </a:lnTo>
                  <a:lnTo>
                    <a:pt x="461859" y="2391224"/>
                  </a:lnTo>
                  <a:lnTo>
                    <a:pt x="460787" y="2391513"/>
                  </a:lnTo>
                  <a:lnTo>
                    <a:pt x="459715" y="2391802"/>
                  </a:lnTo>
                  <a:lnTo>
                    <a:pt x="458644" y="2392091"/>
                  </a:lnTo>
                  <a:lnTo>
                    <a:pt x="457572" y="2392379"/>
                  </a:lnTo>
                  <a:lnTo>
                    <a:pt x="456501" y="2392668"/>
                  </a:lnTo>
                  <a:lnTo>
                    <a:pt x="455429" y="2392956"/>
                  </a:lnTo>
                  <a:lnTo>
                    <a:pt x="454357" y="2393244"/>
                  </a:lnTo>
                  <a:lnTo>
                    <a:pt x="453286" y="2393532"/>
                  </a:lnTo>
                  <a:lnTo>
                    <a:pt x="452214" y="2393820"/>
                  </a:lnTo>
                  <a:lnTo>
                    <a:pt x="451143" y="2394107"/>
                  </a:lnTo>
                  <a:lnTo>
                    <a:pt x="450071" y="2394394"/>
                  </a:lnTo>
                  <a:lnTo>
                    <a:pt x="448999" y="2394682"/>
                  </a:lnTo>
                  <a:lnTo>
                    <a:pt x="447928" y="2394969"/>
                  </a:lnTo>
                  <a:lnTo>
                    <a:pt x="446856" y="2395256"/>
                  </a:lnTo>
                  <a:lnTo>
                    <a:pt x="445785" y="2395542"/>
                  </a:lnTo>
                  <a:lnTo>
                    <a:pt x="444713" y="2395829"/>
                  </a:lnTo>
                  <a:lnTo>
                    <a:pt x="443641" y="2396115"/>
                  </a:lnTo>
                  <a:lnTo>
                    <a:pt x="442570" y="2396401"/>
                  </a:lnTo>
                  <a:lnTo>
                    <a:pt x="441498" y="2396688"/>
                  </a:lnTo>
                  <a:lnTo>
                    <a:pt x="440427" y="2396973"/>
                  </a:lnTo>
                  <a:lnTo>
                    <a:pt x="439355" y="2397259"/>
                  </a:lnTo>
                  <a:lnTo>
                    <a:pt x="438283" y="2397545"/>
                  </a:lnTo>
                  <a:lnTo>
                    <a:pt x="437212" y="2397830"/>
                  </a:lnTo>
                  <a:lnTo>
                    <a:pt x="436140" y="2398115"/>
                  </a:lnTo>
                  <a:lnTo>
                    <a:pt x="435069" y="2398400"/>
                  </a:lnTo>
                  <a:lnTo>
                    <a:pt x="433997" y="2398685"/>
                  </a:lnTo>
                  <a:lnTo>
                    <a:pt x="432925" y="2398969"/>
                  </a:lnTo>
                  <a:lnTo>
                    <a:pt x="431854" y="2399254"/>
                  </a:lnTo>
                  <a:lnTo>
                    <a:pt x="430782" y="2399538"/>
                  </a:lnTo>
                  <a:lnTo>
                    <a:pt x="429711" y="2399822"/>
                  </a:lnTo>
                  <a:lnTo>
                    <a:pt x="428639" y="2400106"/>
                  </a:lnTo>
                  <a:lnTo>
                    <a:pt x="427567" y="2400389"/>
                  </a:lnTo>
                  <a:lnTo>
                    <a:pt x="426496" y="2400673"/>
                  </a:lnTo>
                  <a:lnTo>
                    <a:pt x="425424" y="2400956"/>
                  </a:lnTo>
                  <a:lnTo>
                    <a:pt x="424353" y="2401239"/>
                  </a:lnTo>
                  <a:lnTo>
                    <a:pt x="423281" y="2401522"/>
                  </a:lnTo>
                  <a:lnTo>
                    <a:pt x="422209" y="2401805"/>
                  </a:lnTo>
                  <a:lnTo>
                    <a:pt x="421138" y="2402087"/>
                  </a:lnTo>
                  <a:lnTo>
                    <a:pt x="420066" y="2402370"/>
                  </a:lnTo>
                  <a:lnTo>
                    <a:pt x="418995" y="2402652"/>
                  </a:lnTo>
                  <a:lnTo>
                    <a:pt x="417923" y="2402934"/>
                  </a:lnTo>
                  <a:lnTo>
                    <a:pt x="416851" y="2403216"/>
                  </a:lnTo>
                  <a:lnTo>
                    <a:pt x="415780" y="2403497"/>
                  </a:lnTo>
                  <a:lnTo>
                    <a:pt x="414708" y="2403779"/>
                  </a:lnTo>
                  <a:lnTo>
                    <a:pt x="413637" y="2404060"/>
                  </a:lnTo>
                  <a:lnTo>
                    <a:pt x="412565" y="2404341"/>
                  </a:lnTo>
                  <a:lnTo>
                    <a:pt x="411493" y="2404621"/>
                  </a:lnTo>
                  <a:lnTo>
                    <a:pt x="410422" y="2404902"/>
                  </a:lnTo>
                  <a:lnTo>
                    <a:pt x="409350" y="2405182"/>
                  </a:lnTo>
                  <a:lnTo>
                    <a:pt x="408279" y="2405463"/>
                  </a:lnTo>
                  <a:lnTo>
                    <a:pt x="407207" y="2405742"/>
                  </a:lnTo>
                  <a:lnTo>
                    <a:pt x="406135" y="2406022"/>
                  </a:lnTo>
                  <a:lnTo>
                    <a:pt x="405064" y="2406302"/>
                  </a:lnTo>
                  <a:lnTo>
                    <a:pt x="403992" y="2406581"/>
                  </a:lnTo>
                  <a:lnTo>
                    <a:pt x="402921" y="2406860"/>
                  </a:lnTo>
                  <a:lnTo>
                    <a:pt x="401849" y="2407139"/>
                  </a:lnTo>
                  <a:lnTo>
                    <a:pt x="400777" y="2407418"/>
                  </a:lnTo>
                  <a:lnTo>
                    <a:pt x="399706" y="2407696"/>
                  </a:lnTo>
                  <a:lnTo>
                    <a:pt x="398634" y="2407975"/>
                  </a:lnTo>
                  <a:lnTo>
                    <a:pt x="397563" y="2408253"/>
                  </a:lnTo>
                  <a:lnTo>
                    <a:pt x="396491" y="2408531"/>
                  </a:lnTo>
                  <a:lnTo>
                    <a:pt x="395419" y="2408808"/>
                  </a:lnTo>
                  <a:lnTo>
                    <a:pt x="394348" y="2409086"/>
                  </a:lnTo>
                  <a:lnTo>
                    <a:pt x="393276" y="2409363"/>
                  </a:lnTo>
                  <a:lnTo>
                    <a:pt x="392205" y="2409640"/>
                  </a:lnTo>
                  <a:lnTo>
                    <a:pt x="391133" y="2409917"/>
                  </a:lnTo>
                  <a:lnTo>
                    <a:pt x="390061" y="2410194"/>
                  </a:lnTo>
                  <a:lnTo>
                    <a:pt x="388990" y="2410470"/>
                  </a:lnTo>
                  <a:lnTo>
                    <a:pt x="387918" y="2410746"/>
                  </a:lnTo>
                  <a:lnTo>
                    <a:pt x="386847" y="2411022"/>
                  </a:lnTo>
                  <a:lnTo>
                    <a:pt x="385775" y="2411298"/>
                  </a:lnTo>
                  <a:lnTo>
                    <a:pt x="384703" y="2411573"/>
                  </a:lnTo>
                  <a:lnTo>
                    <a:pt x="383632" y="2411849"/>
                  </a:lnTo>
                  <a:lnTo>
                    <a:pt x="382560" y="2412124"/>
                  </a:lnTo>
                  <a:lnTo>
                    <a:pt x="381489" y="2412398"/>
                  </a:lnTo>
                  <a:lnTo>
                    <a:pt x="380417" y="2412673"/>
                  </a:lnTo>
                  <a:lnTo>
                    <a:pt x="379345" y="2412947"/>
                  </a:lnTo>
                  <a:lnTo>
                    <a:pt x="378274" y="2413222"/>
                  </a:lnTo>
                  <a:lnTo>
                    <a:pt x="377202" y="2413496"/>
                  </a:lnTo>
                  <a:lnTo>
                    <a:pt x="376131" y="2413769"/>
                  </a:lnTo>
                  <a:lnTo>
                    <a:pt x="375059" y="2414043"/>
                  </a:lnTo>
                  <a:lnTo>
                    <a:pt x="373987" y="2414316"/>
                  </a:lnTo>
                  <a:lnTo>
                    <a:pt x="372916" y="2414589"/>
                  </a:lnTo>
                  <a:lnTo>
                    <a:pt x="371844" y="2414862"/>
                  </a:lnTo>
                  <a:lnTo>
                    <a:pt x="370773" y="2415134"/>
                  </a:lnTo>
                  <a:lnTo>
                    <a:pt x="369701" y="2415407"/>
                  </a:lnTo>
                  <a:lnTo>
                    <a:pt x="368629" y="2415679"/>
                  </a:lnTo>
                  <a:lnTo>
                    <a:pt x="367558" y="2415951"/>
                  </a:lnTo>
                  <a:lnTo>
                    <a:pt x="366486" y="2416222"/>
                  </a:lnTo>
                  <a:lnTo>
                    <a:pt x="365415" y="2416494"/>
                  </a:lnTo>
                  <a:lnTo>
                    <a:pt x="364343" y="2416765"/>
                  </a:lnTo>
                  <a:lnTo>
                    <a:pt x="363271" y="2417036"/>
                  </a:lnTo>
                  <a:lnTo>
                    <a:pt x="362200" y="2417306"/>
                  </a:lnTo>
                  <a:lnTo>
                    <a:pt x="361128" y="2417577"/>
                  </a:lnTo>
                  <a:lnTo>
                    <a:pt x="360057" y="2417847"/>
                  </a:lnTo>
                  <a:lnTo>
                    <a:pt x="358985" y="2418117"/>
                  </a:lnTo>
                  <a:lnTo>
                    <a:pt x="357913" y="2418386"/>
                  </a:lnTo>
                  <a:lnTo>
                    <a:pt x="356842" y="2418656"/>
                  </a:lnTo>
                  <a:lnTo>
                    <a:pt x="355770" y="2418925"/>
                  </a:lnTo>
                  <a:lnTo>
                    <a:pt x="354699" y="2419194"/>
                  </a:lnTo>
                  <a:lnTo>
                    <a:pt x="353627" y="2419463"/>
                  </a:lnTo>
                  <a:lnTo>
                    <a:pt x="352556" y="2419731"/>
                  </a:lnTo>
                  <a:lnTo>
                    <a:pt x="351484" y="2419999"/>
                  </a:lnTo>
                  <a:lnTo>
                    <a:pt x="350412" y="2420267"/>
                  </a:lnTo>
                  <a:lnTo>
                    <a:pt x="349341" y="2420535"/>
                  </a:lnTo>
                  <a:lnTo>
                    <a:pt x="348269" y="2420803"/>
                  </a:lnTo>
                  <a:lnTo>
                    <a:pt x="347198" y="2421070"/>
                  </a:lnTo>
                  <a:lnTo>
                    <a:pt x="346126" y="2421337"/>
                  </a:lnTo>
                  <a:lnTo>
                    <a:pt x="345054" y="2421603"/>
                  </a:lnTo>
                  <a:lnTo>
                    <a:pt x="343983" y="2421870"/>
                  </a:lnTo>
                  <a:lnTo>
                    <a:pt x="342911" y="2422136"/>
                  </a:lnTo>
                  <a:lnTo>
                    <a:pt x="341840" y="2422402"/>
                  </a:lnTo>
                  <a:lnTo>
                    <a:pt x="340768" y="2422668"/>
                  </a:lnTo>
                  <a:lnTo>
                    <a:pt x="339696" y="2422933"/>
                  </a:lnTo>
                  <a:lnTo>
                    <a:pt x="338625" y="2423198"/>
                  </a:lnTo>
                  <a:lnTo>
                    <a:pt x="337553" y="2423463"/>
                  </a:lnTo>
                  <a:lnTo>
                    <a:pt x="336482" y="2423728"/>
                  </a:lnTo>
                  <a:lnTo>
                    <a:pt x="335410" y="2423992"/>
                  </a:lnTo>
                  <a:lnTo>
                    <a:pt x="334338" y="2424257"/>
                  </a:lnTo>
                  <a:lnTo>
                    <a:pt x="333267" y="2424520"/>
                  </a:lnTo>
                  <a:lnTo>
                    <a:pt x="332195" y="2424784"/>
                  </a:lnTo>
                  <a:lnTo>
                    <a:pt x="331124" y="2425047"/>
                  </a:lnTo>
                  <a:lnTo>
                    <a:pt x="330052" y="2425311"/>
                  </a:lnTo>
                  <a:lnTo>
                    <a:pt x="328980" y="2425573"/>
                  </a:lnTo>
                  <a:lnTo>
                    <a:pt x="327909" y="2425836"/>
                  </a:lnTo>
                  <a:lnTo>
                    <a:pt x="326837" y="2426098"/>
                  </a:lnTo>
                  <a:lnTo>
                    <a:pt x="325766" y="2426360"/>
                  </a:lnTo>
                  <a:lnTo>
                    <a:pt x="324694" y="2426622"/>
                  </a:lnTo>
                  <a:lnTo>
                    <a:pt x="323622" y="2426884"/>
                  </a:lnTo>
                  <a:lnTo>
                    <a:pt x="322551" y="2427145"/>
                  </a:lnTo>
                  <a:lnTo>
                    <a:pt x="321479" y="2427406"/>
                  </a:lnTo>
                  <a:lnTo>
                    <a:pt x="320408" y="2427666"/>
                  </a:lnTo>
                  <a:lnTo>
                    <a:pt x="319336" y="2427927"/>
                  </a:lnTo>
                  <a:lnTo>
                    <a:pt x="318264" y="2428187"/>
                  </a:lnTo>
                  <a:lnTo>
                    <a:pt x="317193" y="2428447"/>
                  </a:lnTo>
                  <a:lnTo>
                    <a:pt x="316121" y="2428706"/>
                  </a:lnTo>
                  <a:lnTo>
                    <a:pt x="315050" y="2428966"/>
                  </a:lnTo>
                  <a:lnTo>
                    <a:pt x="313978" y="2429225"/>
                  </a:lnTo>
                  <a:lnTo>
                    <a:pt x="312906" y="2429484"/>
                  </a:lnTo>
                  <a:lnTo>
                    <a:pt x="311835" y="2429742"/>
                  </a:lnTo>
                  <a:lnTo>
                    <a:pt x="310763" y="2430000"/>
                  </a:lnTo>
                  <a:lnTo>
                    <a:pt x="309692" y="2430258"/>
                  </a:lnTo>
                  <a:lnTo>
                    <a:pt x="308620" y="2430516"/>
                  </a:lnTo>
                  <a:lnTo>
                    <a:pt x="307548" y="2430773"/>
                  </a:lnTo>
                  <a:lnTo>
                    <a:pt x="306477" y="2431031"/>
                  </a:lnTo>
                  <a:lnTo>
                    <a:pt x="305405" y="2431287"/>
                  </a:lnTo>
                  <a:lnTo>
                    <a:pt x="304334" y="2431544"/>
                  </a:lnTo>
                  <a:lnTo>
                    <a:pt x="303262" y="2431800"/>
                  </a:lnTo>
                  <a:lnTo>
                    <a:pt x="302190" y="2432056"/>
                  </a:lnTo>
                  <a:lnTo>
                    <a:pt x="301119" y="2432312"/>
                  </a:lnTo>
                  <a:lnTo>
                    <a:pt x="300047" y="2432567"/>
                  </a:lnTo>
                  <a:lnTo>
                    <a:pt x="298976" y="2432823"/>
                  </a:lnTo>
                  <a:lnTo>
                    <a:pt x="297904" y="2433077"/>
                  </a:lnTo>
                  <a:lnTo>
                    <a:pt x="296832" y="2433332"/>
                  </a:lnTo>
                  <a:lnTo>
                    <a:pt x="295761" y="2433586"/>
                  </a:lnTo>
                  <a:lnTo>
                    <a:pt x="294689" y="2433840"/>
                  </a:lnTo>
                  <a:lnTo>
                    <a:pt x="293618" y="2434094"/>
                  </a:lnTo>
                  <a:lnTo>
                    <a:pt x="292546" y="2434347"/>
                  </a:lnTo>
                  <a:lnTo>
                    <a:pt x="291474" y="2434601"/>
                  </a:lnTo>
                  <a:lnTo>
                    <a:pt x="290403" y="2434853"/>
                  </a:lnTo>
                  <a:lnTo>
                    <a:pt x="289331" y="2435106"/>
                  </a:lnTo>
                  <a:lnTo>
                    <a:pt x="288260" y="2435358"/>
                  </a:lnTo>
                  <a:lnTo>
                    <a:pt x="287188" y="2435610"/>
                  </a:lnTo>
                  <a:lnTo>
                    <a:pt x="286116" y="2435862"/>
                  </a:lnTo>
                  <a:lnTo>
                    <a:pt x="285045" y="2436113"/>
                  </a:lnTo>
                  <a:lnTo>
                    <a:pt x="283973" y="2436365"/>
                  </a:lnTo>
                  <a:lnTo>
                    <a:pt x="282902" y="2436615"/>
                  </a:lnTo>
                  <a:lnTo>
                    <a:pt x="281830" y="2436866"/>
                  </a:lnTo>
                  <a:lnTo>
                    <a:pt x="280758" y="2437116"/>
                  </a:lnTo>
                  <a:lnTo>
                    <a:pt x="279687" y="2437366"/>
                  </a:lnTo>
                  <a:lnTo>
                    <a:pt x="278615" y="2437616"/>
                  </a:lnTo>
                  <a:lnTo>
                    <a:pt x="277544" y="2437865"/>
                  </a:lnTo>
                  <a:lnTo>
                    <a:pt x="276472" y="2438114"/>
                  </a:lnTo>
                  <a:lnTo>
                    <a:pt x="275400" y="2438363"/>
                  </a:lnTo>
                  <a:lnTo>
                    <a:pt x="274329" y="2438611"/>
                  </a:lnTo>
                  <a:lnTo>
                    <a:pt x="273257" y="2438860"/>
                  </a:lnTo>
                  <a:lnTo>
                    <a:pt x="272186" y="2439107"/>
                  </a:lnTo>
                  <a:lnTo>
                    <a:pt x="271114" y="2439355"/>
                  </a:lnTo>
                  <a:lnTo>
                    <a:pt x="270042" y="2439602"/>
                  </a:lnTo>
                  <a:lnTo>
                    <a:pt x="268971" y="2439849"/>
                  </a:lnTo>
                  <a:lnTo>
                    <a:pt x="267899" y="2440096"/>
                  </a:lnTo>
                  <a:lnTo>
                    <a:pt x="266828" y="2440342"/>
                  </a:lnTo>
                  <a:lnTo>
                    <a:pt x="265756" y="2440589"/>
                  </a:lnTo>
                  <a:lnTo>
                    <a:pt x="264684" y="2440834"/>
                  </a:lnTo>
                  <a:lnTo>
                    <a:pt x="263613" y="2441080"/>
                  </a:lnTo>
                  <a:lnTo>
                    <a:pt x="262541" y="2441325"/>
                  </a:lnTo>
                  <a:lnTo>
                    <a:pt x="261470" y="2441570"/>
                  </a:lnTo>
                  <a:lnTo>
                    <a:pt x="260398" y="2441815"/>
                  </a:lnTo>
                  <a:lnTo>
                    <a:pt x="259326" y="2442059"/>
                  </a:lnTo>
                  <a:lnTo>
                    <a:pt x="258255" y="2442303"/>
                  </a:lnTo>
                  <a:lnTo>
                    <a:pt x="257183" y="2442547"/>
                  </a:lnTo>
                  <a:lnTo>
                    <a:pt x="256112" y="2442790"/>
                  </a:lnTo>
                  <a:lnTo>
                    <a:pt x="255040" y="2443033"/>
                  </a:lnTo>
                  <a:lnTo>
                    <a:pt x="253968" y="2443276"/>
                  </a:lnTo>
                  <a:lnTo>
                    <a:pt x="252897" y="2443519"/>
                  </a:lnTo>
                  <a:lnTo>
                    <a:pt x="251825" y="2443761"/>
                  </a:lnTo>
                  <a:lnTo>
                    <a:pt x="250754" y="2444003"/>
                  </a:lnTo>
                  <a:lnTo>
                    <a:pt x="249682" y="2444245"/>
                  </a:lnTo>
                  <a:lnTo>
                    <a:pt x="248610" y="2444486"/>
                  </a:lnTo>
                  <a:lnTo>
                    <a:pt x="247539" y="2444727"/>
                  </a:lnTo>
                  <a:lnTo>
                    <a:pt x="246467" y="2444968"/>
                  </a:lnTo>
                  <a:lnTo>
                    <a:pt x="245396" y="2445208"/>
                  </a:lnTo>
                  <a:lnTo>
                    <a:pt x="244324" y="2445449"/>
                  </a:lnTo>
                  <a:lnTo>
                    <a:pt x="243252" y="2445688"/>
                  </a:lnTo>
                  <a:lnTo>
                    <a:pt x="242181" y="2445928"/>
                  </a:lnTo>
                  <a:lnTo>
                    <a:pt x="241109" y="2446167"/>
                  </a:lnTo>
                  <a:lnTo>
                    <a:pt x="240038" y="2446406"/>
                  </a:lnTo>
                  <a:lnTo>
                    <a:pt x="238966" y="2446645"/>
                  </a:lnTo>
                  <a:lnTo>
                    <a:pt x="237894" y="2446883"/>
                  </a:lnTo>
                  <a:lnTo>
                    <a:pt x="236823" y="2447121"/>
                  </a:lnTo>
                  <a:lnTo>
                    <a:pt x="235751" y="2447359"/>
                  </a:lnTo>
                  <a:lnTo>
                    <a:pt x="234680" y="2447597"/>
                  </a:lnTo>
                  <a:lnTo>
                    <a:pt x="233608" y="2447834"/>
                  </a:lnTo>
                  <a:lnTo>
                    <a:pt x="232536" y="2448071"/>
                  </a:lnTo>
                  <a:lnTo>
                    <a:pt x="231465" y="2448307"/>
                  </a:lnTo>
                  <a:lnTo>
                    <a:pt x="230393" y="2448544"/>
                  </a:lnTo>
                  <a:lnTo>
                    <a:pt x="229322" y="2448780"/>
                  </a:lnTo>
                  <a:lnTo>
                    <a:pt x="228250" y="2449015"/>
                  </a:lnTo>
                  <a:lnTo>
                    <a:pt x="227178" y="2449251"/>
                  </a:lnTo>
                  <a:lnTo>
                    <a:pt x="226107" y="2449486"/>
                  </a:lnTo>
                  <a:lnTo>
                    <a:pt x="225035" y="2449721"/>
                  </a:lnTo>
                  <a:lnTo>
                    <a:pt x="223964" y="2449955"/>
                  </a:lnTo>
                  <a:lnTo>
                    <a:pt x="222892" y="2450189"/>
                  </a:lnTo>
                  <a:lnTo>
                    <a:pt x="221820" y="2450423"/>
                  </a:lnTo>
                  <a:lnTo>
                    <a:pt x="220749" y="2450657"/>
                  </a:lnTo>
                  <a:lnTo>
                    <a:pt x="219677" y="2450890"/>
                  </a:lnTo>
                  <a:lnTo>
                    <a:pt x="218606" y="2451123"/>
                  </a:lnTo>
                  <a:lnTo>
                    <a:pt x="217534" y="2451356"/>
                  </a:lnTo>
                  <a:lnTo>
                    <a:pt x="216462" y="2451588"/>
                  </a:lnTo>
                  <a:lnTo>
                    <a:pt x="215391" y="2451820"/>
                  </a:lnTo>
                  <a:lnTo>
                    <a:pt x="214319" y="2452052"/>
                  </a:lnTo>
                  <a:lnTo>
                    <a:pt x="213248" y="2452283"/>
                  </a:lnTo>
                  <a:lnTo>
                    <a:pt x="212176" y="2452515"/>
                  </a:lnTo>
                  <a:lnTo>
                    <a:pt x="211104" y="2452746"/>
                  </a:lnTo>
                  <a:lnTo>
                    <a:pt x="210033" y="2452976"/>
                  </a:lnTo>
                  <a:lnTo>
                    <a:pt x="208961" y="2453206"/>
                  </a:lnTo>
                  <a:lnTo>
                    <a:pt x="207890" y="2453437"/>
                  </a:lnTo>
                  <a:lnTo>
                    <a:pt x="206818" y="2453666"/>
                  </a:lnTo>
                  <a:lnTo>
                    <a:pt x="205746" y="2453896"/>
                  </a:lnTo>
                  <a:lnTo>
                    <a:pt x="204675" y="2454125"/>
                  </a:lnTo>
                  <a:lnTo>
                    <a:pt x="203603" y="2454354"/>
                  </a:lnTo>
                  <a:lnTo>
                    <a:pt x="202532" y="2454582"/>
                  </a:lnTo>
                  <a:lnTo>
                    <a:pt x="201460" y="2454810"/>
                  </a:lnTo>
                  <a:lnTo>
                    <a:pt x="200388" y="2455038"/>
                  </a:lnTo>
                  <a:lnTo>
                    <a:pt x="199317" y="2455266"/>
                  </a:lnTo>
                  <a:lnTo>
                    <a:pt x="198245" y="2455493"/>
                  </a:lnTo>
                  <a:lnTo>
                    <a:pt x="197174" y="2455720"/>
                  </a:lnTo>
                  <a:lnTo>
                    <a:pt x="196102" y="2455947"/>
                  </a:lnTo>
                  <a:lnTo>
                    <a:pt x="195030" y="2456173"/>
                  </a:lnTo>
                  <a:lnTo>
                    <a:pt x="193959" y="2456399"/>
                  </a:lnTo>
                  <a:lnTo>
                    <a:pt x="192887" y="2456625"/>
                  </a:lnTo>
                  <a:lnTo>
                    <a:pt x="191816" y="2456851"/>
                  </a:lnTo>
                  <a:lnTo>
                    <a:pt x="190744" y="2457076"/>
                  </a:lnTo>
                  <a:lnTo>
                    <a:pt x="189672" y="2457301"/>
                  </a:lnTo>
                  <a:lnTo>
                    <a:pt x="188601" y="2457526"/>
                  </a:lnTo>
                  <a:lnTo>
                    <a:pt x="187529" y="2457750"/>
                  </a:lnTo>
                  <a:lnTo>
                    <a:pt x="186458" y="2457974"/>
                  </a:lnTo>
                  <a:lnTo>
                    <a:pt x="185386" y="2458198"/>
                  </a:lnTo>
                  <a:lnTo>
                    <a:pt x="184314" y="2458421"/>
                  </a:lnTo>
                  <a:lnTo>
                    <a:pt x="183243" y="2458644"/>
                  </a:lnTo>
                  <a:lnTo>
                    <a:pt x="182171" y="2458867"/>
                  </a:lnTo>
                  <a:lnTo>
                    <a:pt x="181100" y="2459090"/>
                  </a:lnTo>
                  <a:lnTo>
                    <a:pt x="180028" y="2459312"/>
                  </a:lnTo>
                  <a:lnTo>
                    <a:pt x="178956" y="2459534"/>
                  </a:lnTo>
                  <a:lnTo>
                    <a:pt x="177885" y="2459756"/>
                  </a:lnTo>
                  <a:lnTo>
                    <a:pt x="176813" y="2459977"/>
                  </a:lnTo>
                  <a:lnTo>
                    <a:pt x="175742" y="2460198"/>
                  </a:lnTo>
                  <a:lnTo>
                    <a:pt x="174670" y="2460419"/>
                  </a:lnTo>
                  <a:lnTo>
                    <a:pt x="173599" y="2460640"/>
                  </a:lnTo>
                  <a:lnTo>
                    <a:pt x="172527" y="2460860"/>
                  </a:lnTo>
                  <a:lnTo>
                    <a:pt x="171455" y="2461080"/>
                  </a:lnTo>
                  <a:lnTo>
                    <a:pt x="170384" y="2461299"/>
                  </a:lnTo>
                  <a:lnTo>
                    <a:pt x="169312" y="2461519"/>
                  </a:lnTo>
                  <a:lnTo>
                    <a:pt x="168241" y="2461738"/>
                  </a:lnTo>
                  <a:lnTo>
                    <a:pt x="167169" y="2461956"/>
                  </a:lnTo>
                  <a:lnTo>
                    <a:pt x="166097" y="2462175"/>
                  </a:lnTo>
                  <a:lnTo>
                    <a:pt x="165026" y="2462393"/>
                  </a:lnTo>
                  <a:lnTo>
                    <a:pt x="163954" y="2462611"/>
                  </a:lnTo>
                  <a:lnTo>
                    <a:pt x="162883" y="2462828"/>
                  </a:lnTo>
                  <a:lnTo>
                    <a:pt x="161811" y="2463045"/>
                  </a:lnTo>
                  <a:lnTo>
                    <a:pt x="160739" y="2463262"/>
                  </a:lnTo>
                  <a:lnTo>
                    <a:pt x="159668" y="2463479"/>
                  </a:lnTo>
                  <a:lnTo>
                    <a:pt x="158596" y="2463695"/>
                  </a:lnTo>
                  <a:lnTo>
                    <a:pt x="157525" y="2463912"/>
                  </a:lnTo>
                  <a:lnTo>
                    <a:pt x="156453" y="2464127"/>
                  </a:lnTo>
                  <a:lnTo>
                    <a:pt x="155381" y="2464343"/>
                  </a:lnTo>
                  <a:lnTo>
                    <a:pt x="154310" y="2464558"/>
                  </a:lnTo>
                  <a:lnTo>
                    <a:pt x="153238" y="2464773"/>
                  </a:lnTo>
                  <a:lnTo>
                    <a:pt x="152167" y="2464988"/>
                  </a:lnTo>
                  <a:lnTo>
                    <a:pt x="151095" y="2465202"/>
                  </a:lnTo>
                  <a:lnTo>
                    <a:pt x="150023" y="2465416"/>
                  </a:lnTo>
                  <a:lnTo>
                    <a:pt x="148952" y="2465630"/>
                  </a:lnTo>
                  <a:lnTo>
                    <a:pt x="147880" y="2465843"/>
                  </a:lnTo>
                  <a:lnTo>
                    <a:pt x="146809" y="2466056"/>
                  </a:lnTo>
                  <a:lnTo>
                    <a:pt x="145737" y="2466269"/>
                  </a:lnTo>
                  <a:lnTo>
                    <a:pt x="144665" y="2466482"/>
                  </a:lnTo>
                  <a:lnTo>
                    <a:pt x="143594" y="2466694"/>
                  </a:lnTo>
                  <a:lnTo>
                    <a:pt x="142522" y="2466906"/>
                  </a:lnTo>
                  <a:lnTo>
                    <a:pt x="141451" y="2467118"/>
                  </a:lnTo>
                  <a:lnTo>
                    <a:pt x="140379" y="2467329"/>
                  </a:lnTo>
                  <a:lnTo>
                    <a:pt x="139307" y="2467540"/>
                  </a:lnTo>
                  <a:lnTo>
                    <a:pt x="138236" y="2467751"/>
                  </a:lnTo>
                  <a:lnTo>
                    <a:pt x="137164" y="2467961"/>
                  </a:lnTo>
                  <a:lnTo>
                    <a:pt x="136093" y="2468172"/>
                  </a:lnTo>
                  <a:lnTo>
                    <a:pt x="135021" y="2468382"/>
                  </a:lnTo>
                  <a:lnTo>
                    <a:pt x="133949" y="2468591"/>
                  </a:lnTo>
                  <a:lnTo>
                    <a:pt x="132878" y="2468801"/>
                  </a:lnTo>
                  <a:lnTo>
                    <a:pt x="131806" y="2469010"/>
                  </a:lnTo>
                  <a:lnTo>
                    <a:pt x="130735" y="2469218"/>
                  </a:lnTo>
                  <a:lnTo>
                    <a:pt x="129663" y="2469427"/>
                  </a:lnTo>
                  <a:lnTo>
                    <a:pt x="128591" y="2469635"/>
                  </a:lnTo>
                  <a:lnTo>
                    <a:pt x="127520" y="2469843"/>
                  </a:lnTo>
                  <a:lnTo>
                    <a:pt x="126448" y="2470051"/>
                  </a:lnTo>
                  <a:lnTo>
                    <a:pt x="125377" y="2470258"/>
                  </a:lnTo>
                  <a:lnTo>
                    <a:pt x="124305" y="2470465"/>
                  </a:lnTo>
                  <a:lnTo>
                    <a:pt x="123233" y="2470672"/>
                  </a:lnTo>
                  <a:lnTo>
                    <a:pt x="122162" y="2470878"/>
                  </a:lnTo>
                  <a:lnTo>
                    <a:pt x="121090" y="2471085"/>
                  </a:lnTo>
                  <a:lnTo>
                    <a:pt x="120019" y="2471291"/>
                  </a:lnTo>
                  <a:lnTo>
                    <a:pt x="118947" y="2471496"/>
                  </a:lnTo>
                  <a:lnTo>
                    <a:pt x="117875" y="2471702"/>
                  </a:lnTo>
                  <a:lnTo>
                    <a:pt x="116804" y="2471907"/>
                  </a:lnTo>
                  <a:lnTo>
                    <a:pt x="115732" y="2472111"/>
                  </a:lnTo>
                  <a:lnTo>
                    <a:pt x="114661" y="2472316"/>
                  </a:lnTo>
                  <a:lnTo>
                    <a:pt x="113589" y="2472520"/>
                  </a:lnTo>
                  <a:lnTo>
                    <a:pt x="112517" y="2472724"/>
                  </a:lnTo>
                  <a:lnTo>
                    <a:pt x="111446" y="2472928"/>
                  </a:lnTo>
                  <a:lnTo>
                    <a:pt x="110374" y="2473131"/>
                  </a:lnTo>
                  <a:lnTo>
                    <a:pt x="109303" y="2473334"/>
                  </a:lnTo>
                  <a:lnTo>
                    <a:pt x="108231" y="2473537"/>
                  </a:lnTo>
                  <a:lnTo>
                    <a:pt x="107159" y="2473739"/>
                  </a:lnTo>
                  <a:lnTo>
                    <a:pt x="106088" y="2473941"/>
                  </a:lnTo>
                  <a:lnTo>
                    <a:pt x="105016" y="2474143"/>
                  </a:lnTo>
                  <a:lnTo>
                    <a:pt x="103945" y="2474345"/>
                  </a:lnTo>
                  <a:lnTo>
                    <a:pt x="102873" y="2474546"/>
                  </a:lnTo>
                  <a:lnTo>
                    <a:pt x="101801" y="2474747"/>
                  </a:lnTo>
                  <a:lnTo>
                    <a:pt x="100730" y="2474948"/>
                  </a:lnTo>
                  <a:lnTo>
                    <a:pt x="99658" y="2475149"/>
                  </a:lnTo>
                  <a:lnTo>
                    <a:pt x="98587" y="2475349"/>
                  </a:lnTo>
                  <a:lnTo>
                    <a:pt x="97515" y="2475549"/>
                  </a:lnTo>
                  <a:lnTo>
                    <a:pt x="96443" y="2475749"/>
                  </a:lnTo>
                  <a:lnTo>
                    <a:pt x="95372" y="2475948"/>
                  </a:lnTo>
                  <a:lnTo>
                    <a:pt x="94300" y="2476147"/>
                  </a:lnTo>
                  <a:lnTo>
                    <a:pt x="93229" y="2476346"/>
                  </a:lnTo>
                  <a:lnTo>
                    <a:pt x="92157" y="2476544"/>
                  </a:lnTo>
                  <a:lnTo>
                    <a:pt x="91085" y="2476743"/>
                  </a:lnTo>
                  <a:lnTo>
                    <a:pt x="90014" y="2476941"/>
                  </a:lnTo>
                  <a:lnTo>
                    <a:pt x="88942" y="2477138"/>
                  </a:lnTo>
                  <a:lnTo>
                    <a:pt x="87871" y="2477336"/>
                  </a:lnTo>
                  <a:lnTo>
                    <a:pt x="86799" y="2477533"/>
                  </a:lnTo>
                  <a:lnTo>
                    <a:pt x="85727" y="2477730"/>
                  </a:lnTo>
                  <a:lnTo>
                    <a:pt x="84656" y="2477926"/>
                  </a:lnTo>
                  <a:lnTo>
                    <a:pt x="83584" y="2478123"/>
                  </a:lnTo>
                  <a:lnTo>
                    <a:pt x="82513" y="2478319"/>
                  </a:lnTo>
                  <a:lnTo>
                    <a:pt x="81441" y="2478514"/>
                  </a:lnTo>
                  <a:lnTo>
                    <a:pt x="80369" y="2478710"/>
                  </a:lnTo>
                  <a:lnTo>
                    <a:pt x="79298" y="2478905"/>
                  </a:lnTo>
                  <a:lnTo>
                    <a:pt x="78226" y="2479100"/>
                  </a:lnTo>
                  <a:lnTo>
                    <a:pt x="77155" y="2479295"/>
                  </a:lnTo>
                  <a:lnTo>
                    <a:pt x="76083" y="2479489"/>
                  </a:lnTo>
                  <a:lnTo>
                    <a:pt x="75011" y="2479683"/>
                  </a:lnTo>
                  <a:lnTo>
                    <a:pt x="73940" y="2479877"/>
                  </a:lnTo>
                  <a:lnTo>
                    <a:pt x="72868" y="2480070"/>
                  </a:lnTo>
                  <a:lnTo>
                    <a:pt x="71797" y="2480264"/>
                  </a:lnTo>
                  <a:lnTo>
                    <a:pt x="70725" y="2480457"/>
                  </a:lnTo>
                  <a:lnTo>
                    <a:pt x="69653" y="2480649"/>
                  </a:lnTo>
                  <a:lnTo>
                    <a:pt x="68582" y="2480842"/>
                  </a:lnTo>
                  <a:lnTo>
                    <a:pt x="67510" y="2481034"/>
                  </a:lnTo>
                  <a:lnTo>
                    <a:pt x="66439" y="2481226"/>
                  </a:lnTo>
                  <a:lnTo>
                    <a:pt x="65367" y="2481417"/>
                  </a:lnTo>
                  <a:lnTo>
                    <a:pt x="64295" y="2481609"/>
                  </a:lnTo>
                  <a:lnTo>
                    <a:pt x="63224" y="2481800"/>
                  </a:lnTo>
                  <a:lnTo>
                    <a:pt x="62152" y="2481991"/>
                  </a:lnTo>
                  <a:lnTo>
                    <a:pt x="61081" y="2482181"/>
                  </a:lnTo>
                  <a:lnTo>
                    <a:pt x="60009" y="2482371"/>
                  </a:lnTo>
                  <a:lnTo>
                    <a:pt x="58937" y="2482561"/>
                  </a:lnTo>
                  <a:lnTo>
                    <a:pt x="57866" y="2482751"/>
                  </a:lnTo>
                  <a:lnTo>
                    <a:pt x="56794" y="2482940"/>
                  </a:lnTo>
                  <a:lnTo>
                    <a:pt x="55723" y="2483130"/>
                  </a:lnTo>
                  <a:lnTo>
                    <a:pt x="54651" y="2483318"/>
                  </a:lnTo>
                  <a:lnTo>
                    <a:pt x="53579" y="2483507"/>
                  </a:lnTo>
                  <a:lnTo>
                    <a:pt x="52508" y="2483695"/>
                  </a:lnTo>
                  <a:lnTo>
                    <a:pt x="51436" y="2483883"/>
                  </a:lnTo>
                  <a:lnTo>
                    <a:pt x="50365" y="2484071"/>
                  </a:lnTo>
                  <a:lnTo>
                    <a:pt x="49293" y="2484259"/>
                  </a:lnTo>
                  <a:lnTo>
                    <a:pt x="48221" y="2484446"/>
                  </a:lnTo>
                  <a:lnTo>
                    <a:pt x="47150" y="2484633"/>
                  </a:lnTo>
                  <a:lnTo>
                    <a:pt x="46078" y="2484820"/>
                  </a:lnTo>
                  <a:lnTo>
                    <a:pt x="45007" y="2485006"/>
                  </a:lnTo>
                  <a:lnTo>
                    <a:pt x="43935" y="2485192"/>
                  </a:lnTo>
                  <a:lnTo>
                    <a:pt x="42863" y="2485378"/>
                  </a:lnTo>
                  <a:lnTo>
                    <a:pt x="41792" y="2485564"/>
                  </a:lnTo>
                  <a:lnTo>
                    <a:pt x="40720" y="2485749"/>
                  </a:lnTo>
                  <a:lnTo>
                    <a:pt x="39649" y="2485934"/>
                  </a:lnTo>
                  <a:lnTo>
                    <a:pt x="38577" y="2486119"/>
                  </a:lnTo>
                  <a:lnTo>
                    <a:pt x="37505" y="2486304"/>
                  </a:lnTo>
                  <a:lnTo>
                    <a:pt x="36434" y="2486488"/>
                  </a:lnTo>
                  <a:lnTo>
                    <a:pt x="35362" y="2486672"/>
                  </a:lnTo>
                  <a:lnTo>
                    <a:pt x="34291" y="2486856"/>
                  </a:lnTo>
                  <a:lnTo>
                    <a:pt x="33219" y="2487039"/>
                  </a:lnTo>
                  <a:lnTo>
                    <a:pt x="32147" y="2487223"/>
                  </a:lnTo>
                  <a:lnTo>
                    <a:pt x="31076" y="2487406"/>
                  </a:lnTo>
                  <a:lnTo>
                    <a:pt x="30004" y="2487588"/>
                  </a:lnTo>
                  <a:lnTo>
                    <a:pt x="28933" y="2487771"/>
                  </a:lnTo>
                  <a:lnTo>
                    <a:pt x="27861" y="2487953"/>
                  </a:lnTo>
                  <a:lnTo>
                    <a:pt x="26789" y="2488135"/>
                  </a:lnTo>
                  <a:lnTo>
                    <a:pt x="25718" y="2488316"/>
                  </a:lnTo>
                  <a:lnTo>
                    <a:pt x="24646" y="2488498"/>
                  </a:lnTo>
                  <a:lnTo>
                    <a:pt x="23575" y="2488679"/>
                  </a:lnTo>
                  <a:lnTo>
                    <a:pt x="22503" y="2488860"/>
                  </a:lnTo>
                  <a:lnTo>
                    <a:pt x="21431" y="2489040"/>
                  </a:lnTo>
                  <a:lnTo>
                    <a:pt x="20360" y="2489221"/>
                  </a:lnTo>
                  <a:lnTo>
                    <a:pt x="19288" y="2489401"/>
                  </a:lnTo>
                  <a:lnTo>
                    <a:pt x="18217" y="2489581"/>
                  </a:lnTo>
                  <a:lnTo>
                    <a:pt x="17145" y="2489760"/>
                  </a:lnTo>
                  <a:lnTo>
                    <a:pt x="16073" y="2489939"/>
                  </a:lnTo>
                  <a:lnTo>
                    <a:pt x="15002" y="2490118"/>
                  </a:lnTo>
                  <a:lnTo>
                    <a:pt x="13930" y="2490297"/>
                  </a:lnTo>
                  <a:lnTo>
                    <a:pt x="12859" y="2490476"/>
                  </a:lnTo>
                  <a:lnTo>
                    <a:pt x="11787" y="2490654"/>
                  </a:lnTo>
                  <a:lnTo>
                    <a:pt x="10715" y="2490832"/>
                  </a:lnTo>
                  <a:lnTo>
                    <a:pt x="9644" y="2491010"/>
                  </a:lnTo>
                  <a:lnTo>
                    <a:pt x="8572" y="2491187"/>
                  </a:lnTo>
                  <a:lnTo>
                    <a:pt x="7501" y="2491364"/>
                  </a:lnTo>
                  <a:lnTo>
                    <a:pt x="6429" y="2491541"/>
                  </a:lnTo>
                  <a:lnTo>
                    <a:pt x="5357" y="2491718"/>
                  </a:lnTo>
                  <a:lnTo>
                    <a:pt x="4286" y="2491894"/>
                  </a:lnTo>
                  <a:lnTo>
                    <a:pt x="3214" y="2492071"/>
                  </a:lnTo>
                  <a:lnTo>
                    <a:pt x="2143" y="2492247"/>
                  </a:lnTo>
                  <a:lnTo>
                    <a:pt x="1071" y="2492422"/>
                  </a:lnTo>
                  <a:lnTo>
                    <a:pt x="0" y="2492598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5034264" y="3620095"/>
              <a:ext cx="3856684" cy="2435965"/>
            </a:xfrm>
            <a:custGeom>
              <a:avLst/>
              <a:gdLst/>
              <a:ahLst/>
              <a:cxnLst/>
              <a:rect l="0" t="0" r="0" b="0"/>
              <a:pathLst>
                <a:path w="3856684" h="2435965">
                  <a:moveTo>
                    <a:pt x="0" y="2435965"/>
                  </a:moveTo>
                  <a:lnTo>
                    <a:pt x="1071" y="2435807"/>
                  </a:lnTo>
                  <a:lnTo>
                    <a:pt x="2143" y="2435650"/>
                  </a:lnTo>
                  <a:lnTo>
                    <a:pt x="3214" y="2435492"/>
                  </a:lnTo>
                  <a:lnTo>
                    <a:pt x="4286" y="2435334"/>
                  </a:lnTo>
                  <a:lnTo>
                    <a:pt x="5357" y="2435175"/>
                  </a:lnTo>
                  <a:lnTo>
                    <a:pt x="6429" y="2435017"/>
                  </a:lnTo>
                  <a:lnTo>
                    <a:pt x="7501" y="2434858"/>
                  </a:lnTo>
                  <a:lnTo>
                    <a:pt x="8572" y="2434700"/>
                  </a:lnTo>
                  <a:lnTo>
                    <a:pt x="9644" y="2434541"/>
                  </a:lnTo>
                  <a:lnTo>
                    <a:pt x="10715" y="2434381"/>
                  </a:lnTo>
                  <a:lnTo>
                    <a:pt x="11787" y="2434222"/>
                  </a:lnTo>
                  <a:lnTo>
                    <a:pt x="12859" y="2434063"/>
                  </a:lnTo>
                  <a:lnTo>
                    <a:pt x="13930" y="2433903"/>
                  </a:lnTo>
                  <a:lnTo>
                    <a:pt x="15002" y="2433743"/>
                  </a:lnTo>
                  <a:lnTo>
                    <a:pt x="16073" y="2433583"/>
                  </a:lnTo>
                  <a:lnTo>
                    <a:pt x="17145" y="2433423"/>
                  </a:lnTo>
                  <a:lnTo>
                    <a:pt x="18217" y="2433263"/>
                  </a:lnTo>
                  <a:lnTo>
                    <a:pt x="19288" y="2433103"/>
                  </a:lnTo>
                  <a:lnTo>
                    <a:pt x="20360" y="2432942"/>
                  </a:lnTo>
                  <a:lnTo>
                    <a:pt x="21431" y="2432781"/>
                  </a:lnTo>
                  <a:lnTo>
                    <a:pt x="22503" y="2432620"/>
                  </a:lnTo>
                  <a:lnTo>
                    <a:pt x="23575" y="2432459"/>
                  </a:lnTo>
                  <a:lnTo>
                    <a:pt x="24646" y="2432298"/>
                  </a:lnTo>
                  <a:lnTo>
                    <a:pt x="25718" y="2432136"/>
                  </a:lnTo>
                  <a:lnTo>
                    <a:pt x="26789" y="2431975"/>
                  </a:lnTo>
                  <a:lnTo>
                    <a:pt x="27861" y="2431813"/>
                  </a:lnTo>
                  <a:lnTo>
                    <a:pt x="28933" y="2431651"/>
                  </a:lnTo>
                  <a:lnTo>
                    <a:pt x="30004" y="2431489"/>
                  </a:lnTo>
                  <a:lnTo>
                    <a:pt x="31076" y="2431326"/>
                  </a:lnTo>
                  <a:lnTo>
                    <a:pt x="32147" y="2431164"/>
                  </a:lnTo>
                  <a:lnTo>
                    <a:pt x="33219" y="2431001"/>
                  </a:lnTo>
                  <a:lnTo>
                    <a:pt x="34291" y="2430838"/>
                  </a:lnTo>
                  <a:lnTo>
                    <a:pt x="35362" y="2430675"/>
                  </a:lnTo>
                  <a:lnTo>
                    <a:pt x="36434" y="2430512"/>
                  </a:lnTo>
                  <a:lnTo>
                    <a:pt x="37505" y="2430349"/>
                  </a:lnTo>
                  <a:lnTo>
                    <a:pt x="38577" y="2430185"/>
                  </a:lnTo>
                  <a:lnTo>
                    <a:pt x="39649" y="2430021"/>
                  </a:lnTo>
                  <a:lnTo>
                    <a:pt x="40720" y="2429857"/>
                  </a:lnTo>
                  <a:lnTo>
                    <a:pt x="41792" y="2429693"/>
                  </a:lnTo>
                  <a:lnTo>
                    <a:pt x="42863" y="2429529"/>
                  </a:lnTo>
                  <a:lnTo>
                    <a:pt x="43935" y="2429365"/>
                  </a:lnTo>
                  <a:lnTo>
                    <a:pt x="45007" y="2429200"/>
                  </a:lnTo>
                  <a:lnTo>
                    <a:pt x="46078" y="2429035"/>
                  </a:lnTo>
                  <a:lnTo>
                    <a:pt x="47150" y="2428870"/>
                  </a:lnTo>
                  <a:lnTo>
                    <a:pt x="48221" y="2428705"/>
                  </a:lnTo>
                  <a:lnTo>
                    <a:pt x="49293" y="2428540"/>
                  </a:lnTo>
                  <a:lnTo>
                    <a:pt x="50365" y="2428374"/>
                  </a:lnTo>
                  <a:lnTo>
                    <a:pt x="51436" y="2428209"/>
                  </a:lnTo>
                  <a:lnTo>
                    <a:pt x="52508" y="2428043"/>
                  </a:lnTo>
                  <a:lnTo>
                    <a:pt x="53579" y="2427877"/>
                  </a:lnTo>
                  <a:lnTo>
                    <a:pt x="54651" y="2427711"/>
                  </a:lnTo>
                  <a:lnTo>
                    <a:pt x="55723" y="2427544"/>
                  </a:lnTo>
                  <a:lnTo>
                    <a:pt x="56794" y="2427378"/>
                  </a:lnTo>
                  <a:lnTo>
                    <a:pt x="57866" y="2427211"/>
                  </a:lnTo>
                  <a:lnTo>
                    <a:pt x="58937" y="2427044"/>
                  </a:lnTo>
                  <a:lnTo>
                    <a:pt x="60009" y="2426877"/>
                  </a:lnTo>
                  <a:lnTo>
                    <a:pt x="61081" y="2426709"/>
                  </a:lnTo>
                  <a:lnTo>
                    <a:pt x="62152" y="2426542"/>
                  </a:lnTo>
                  <a:lnTo>
                    <a:pt x="63224" y="2426374"/>
                  </a:lnTo>
                  <a:lnTo>
                    <a:pt x="64295" y="2426206"/>
                  </a:lnTo>
                  <a:lnTo>
                    <a:pt x="65367" y="2426038"/>
                  </a:lnTo>
                  <a:lnTo>
                    <a:pt x="66439" y="2425870"/>
                  </a:lnTo>
                  <a:lnTo>
                    <a:pt x="67510" y="2425702"/>
                  </a:lnTo>
                  <a:lnTo>
                    <a:pt x="68582" y="2425533"/>
                  </a:lnTo>
                  <a:lnTo>
                    <a:pt x="69653" y="2425364"/>
                  </a:lnTo>
                  <a:lnTo>
                    <a:pt x="70725" y="2425195"/>
                  </a:lnTo>
                  <a:lnTo>
                    <a:pt x="71797" y="2425026"/>
                  </a:lnTo>
                  <a:lnTo>
                    <a:pt x="72868" y="2424857"/>
                  </a:lnTo>
                  <a:lnTo>
                    <a:pt x="73940" y="2424687"/>
                  </a:lnTo>
                  <a:lnTo>
                    <a:pt x="75011" y="2424518"/>
                  </a:lnTo>
                  <a:lnTo>
                    <a:pt x="76083" y="2424348"/>
                  </a:lnTo>
                  <a:lnTo>
                    <a:pt x="77155" y="2424178"/>
                  </a:lnTo>
                  <a:lnTo>
                    <a:pt x="78226" y="2424008"/>
                  </a:lnTo>
                  <a:lnTo>
                    <a:pt x="79298" y="2423837"/>
                  </a:lnTo>
                  <a:lnTo>
                    <a:pt x="80369" y="2423666"/>
                  </a:lnTo>
                  <a:lnTo>
                    <a:pt x="81441" y="2423496"/>
                  </a:lnTo>
                  <a:lnTo>
                    <a:pt x="82513" y="2423325"/>
                  </a:lnTo>
                  <a:lnTo>
                    <a:pt x="83584" y="2423153"/>
                  </a:lnTo>
                  <a:lnTo>
                    <a:pt x="84656" y="2422982"/>
                  </a:lnTo>
                  <a:lnTo>
                    <a:pt x="85727" y="2422810"/>
                  </a:lnTo>
                  <a:lnTo>
                    <a:pt x="86799" y="2422639"/>
                  </a:lnTo>
                  <a:lnTo>
                    <a:pt x="87871" y="2422467"/>
                  </a:lnTo>
                  <a:lnTo>
                    <a:pt x="88942" y="2422295"/>
                  </a:lnTo>
                  <a:lnTo>
                    <a:pt x="90014" y="2422122"/>
                  </a:lnTo>
                  <a:lnTo>
                    <a:pt x="91085" y="2421950"/>
                  </a:lnTo>
                  <a:lnTo>
                    <a:pt x="92157" y="2421777"/>
                  </a:lnTo>
                  <a:lnTo>
                    <a:pt x="93229" y="2421604"/>
                  </a:lnTo>
                  <a:lnTo>
                    <a:pt x="94300" y="2421431"/>
                  </a:lnTo>
                  <a:lnTo>
                    <a:pt x="95372" y="2421258"/>
                  </a:lnTo>
                  <a:lnTo>
                    <a:pt x="96443" y="2421084"/>
                  </a:lnTo>
                  <a:lnTo>
                    <a:pt x="97515" y="2420910"/>
                  </a:lnTo>
                  <a:lnTo>
                    <a:pt x="98587" y="2420736"/>
                  </a:lnTo>
                  <a:lnTo>
                    <a:pt x="99658" y="2420562"/>
                  </a:lnTo>
                  <a:lnTo>
                    <a:pt x="100730" y="2420388"/>
                  </a:lnTo>
                  <a:lnTo>
                    <a:pt x="101801" y="2420214"/>
                  </a:lnTo>
                  <a:lnTo>
                    <a:pt x="102873" y="2420039"/>
                  </a:lnTo>
                  <a:lnTo>
                    <a:pt x="103945" y="2419864"/>
                  </a:lnTo>
                  <a:lnTo>
                    <a:pt x="105016" y="2419689"/>
                  </a:lnTo>
                  <a:lnTo>
                    <a:pt x="106088" y="2419514"/>
                  </a:lnTo>
                  <a:lnTo>
                    <a:pt x="107159" y="2419338"/>
                  </a:lnTo>
                  <a:lnTo>
                    <a:pt x="108231" y="2419162"/>
                  </a:lnTo>
                  <a:lnTo>
                    <a:pt x="109303" y="2418987"/>
                  </a:lnTo>
                  <a:lnTo>
                    <a:pt x="110374" y="2418810"/>
                  </a:lnTo>
                  <a:lnTo>
                    <a:pt x="111446" y="2418634"/>
                  </a:lnTo>
                  <a:lnTo>
                    <a:pt x="112517" y="2418458"/>
                  </a:lnTo>
                  <a:lnTo>
                    <a:pt x="113589" y="2418281"/>
                  </a:lnTo>
                  <a:lnTo>
                    <a:pt x="114661" y="2418104"/>
                  </a:lnTo>
                  <a:lnTo>
                    <a:pt x="115732" y="2417927"/>
                  </a:lnTo>
                  <a:lnTo>
                    <a:pt x="116804" y="2417750"/>
                  </a:lnTo>
                  <a:lnTo>
                    <a:pt x="117875" y="2417572"/>
                  </a:lnTo>
                  <a:lnTo>
                    <a:pt x="118947" y="2417395"/>
                  </a:lnTo>
                  <a:lnTo>
                    <a:pt x="120019" y="2417217"/>
                  </a:lnTo>
                  <a:lnTo>
                    <a:pt x="121090" y="2417039"/>
                  </a:lnTo>
                  <a:lnTo>
                    <a:pt x="122162" y="2416860"/>
                  </a:lnTo>
                  <a:lnTo>
                    <a:pt x="123233" y="2416682"/>
                  </a:lnTo>
                  <a:lnTo>
                    <a:pt x="124305" y="2416503"/>
                  </a:lnTo>
                  <a:lnTo>
                    <a:pt x="125377" y="2416324"/>
                  </a:lnTo>
                  <a:lnTo>
                    <a:pt x="126448" y="2416145"/>
                  </a:lnTo>
                  <a:lnTo>
                    <a:pt x="127520" y="2415966"/>
                  </a:lnTo>
                  <a:lnTo>
                    <a:pt x="128591" y="2415786"/>
                  </a:lnTo>
                  <a:lnTo>
                    <a:pt x="129663" y="2415606"/>
                  </a:lnTo>
                  <a:lnTo>
                    <a:pt x="130735" y="2415427"/>
                  </a:lnTo>
                  <a:lnTo>
                    <a:pt x="131806" y="2415246"/>
                  </a:lnTo>
                  <a:lnTo>
                    <a:pt x="132878" y="2415066"/>
                  </a:lnTo>
                  <a:lnTo>
                    <a:pt x="133949" y="2414885"/>
                  </a:lnTo>
                  <a:lnTo>
                    <a:pt x="135021" y="2414705"/>
                  </a:lnTo>
                  <a:lnTo>
                    <a:pt x="136093" y="2414524"/>
                  </a:lnTo>
                  <a:lnTo>
                    <a:pt x="137164" y="2414342"/>
                  </a:lnTo>
                  <a:lnTo>
                    <a:pt x="138236" y="2414161"/>
                  </a:lnTo>
                  <a:lnTo>
                    <a:pt x="139307" y="2413979"/>
                  </a:lnTo>
                  <a:lnTo>
                    <a:pt x="140379" y="2413797"/>
                  </a:lnTo>
                  <a:lnTo>
                    <a:pt x="141451" y="2413615"/>
                  </a:lnTo>
                  <a:lnTo>
                    <a:pt x="142522" y="2413433"/>
                  </a:lnTo>
                  <a:lnTo>
                    <a:pt x="143594" y="2413251"/>
                  </a:lnTo>
                  <a:lnTo>
                    <a:pt x="144665" y="2413068"/>
                  </a:lnTo>
                  <a:lnTo>
                    <a:pt x="145737" y="2412885"/>
                  </a:lnTo>
                  <a:lnTo>
                    <a:pt x="146809" y="2412702"/>
                  </a:lnTo>
                  <a:lnTo>
                    <a:pt x="147880" y="2412519"/>
                  </a:lnTo>
                  <a:lnTo>
                    <a:pt x="148952" y="2412335"/>
                  </a:lnTo>
                  <a:lnTo>
                    <a:pt x="150023" y="2412151"/>
                  </a:lnTo>
                  <a:lnTo>
                    <a:pt x="151095" y="2411967"/>
                  </a:lnTo>
                  <a:lnTo>
                    <a:pt x="152167" y="2411783"/>
                  </a:lnTo>
                  <a:lnTo>
                    <a:pt x="153238" y="2411599"/>
                  </a:lnTo>
                  <a:lnTo>
                    <a:pt x="154310" y="2411414"/>
                  </a:lnTo>
                  <a:lnTo>
                    <a:pt x="155381" y="2411229"/>
                  </a:lnTo>
                  <a:lnTo>
                    <a:pt x="156453" y="2411044"/>
                  </a:lnTo>
                  <a:lnTo>
                    <a:pt x="157525" y="2410859"/>
                  </a:lnTo>
                  <a:lnTo>
                    <a:pt x="158596" y="2410673"/>
                  </a:lnTo>
                  <a:lnTo>
                    <a:pt x="159668" y="2410487"/>
                  </a:lnTo>
                  <a:lnTo>
                    <a:pt x="160739" y="2410301"/>
                  </a:lnTo>
                  <a:lnTo>
                    <a:pt x="161811" y="2410115"/>
                  </a:lnTo>
                  <a:lnTo>
                    <a:pt x="162883" y="2409929"/>
                  </a:lnTo>
                  <a:lnTo>
                    <a:pt x="163954" y="2409742"/>
                  </a:lnTo>
                  <a:lnTo>
                    <a:pt x="165026" y="2409555"/>
                  </a:lnTo>
                  <a:lnTo>
                    <a:pt x="166097" y="2409368"/>
                  </a:lnTo>
                  <a:lnTo>
                    <a:pt x="167169" y="2409181"/>
                  </a:lnTo>
                  <a:lnTo>
                    <a:pt x="168241" y="2408993"/>
                  </a:lnTo>
                  <a:lnTo>
                    <a:pt x="169312" y="2408805"/>
                  </a:lnTo>
                  <a:lnTo>
                    <a:pt x="170384" y="2408617"/>
                  </a:lnTo>
                  <a:lnTo>
                    <a:pt x="171455" y="2408429"/>
                  </a:lnTo>
                  <a:lnTo>
                    <a:pt x="172527" y="2408241"/>
                  </a:lnTo>
                  <a:lnTo>
                    <a:pt x="173599" y="2408052"/>
                  </a:lnTo>
                  <a:lnTo>
                    <a:pt x="174670" y="2407863"/>
                  </a:lnTo>
                  <a:lnTo>
                    <a:pt x="175742" y="2407674"/>
                  </a:lnTo>
                  <a:lnTo>
                    <a:pt x="176813" y="2407484"/>
                  </a:lnTo>
                  <a:lnTo>
                    <a:pt x="177885" y="2407295"/>
                  </a:lnTo>
                  <a:lnTo>
                    <a:pt x="178956" y="2407105"/>
                  </a:lnTo>
                  <a:lnTo>
                    <a:pt x="180028" y="2406915"/>
                  </a:lnTo>
                  <a:lnTo>
                    <a:pt x="181100" y="2406725"/>
                  </a:lnTo>
                  <a:lnTo>
                    <a:pt x="182171" y="2406534"/>
                  </a:lnTo>
                  <a:lnTo>
                    <a:pt x="183243" y="2406343"/>
                  </a:lnTo>
                  <a:lnTo>
                    <a:pt x="184314" y="2406152"/>
                  </a:lnTo>
                  <a:lnTo>
                    <a:pt x="185386" y="2405961"/>
                  </a:lnTo>
                  <a:lnTo>
                    <a:pt x="186458" y="2405769"/>
                  </a:lnTo>
                  <a:lnTo>
                    <a:pt x="187529" y="2405578"/>
                  </a:lnTo>
                  <a:lnTo>
                    <a:pt x="188601" y="2405386"/>
                  </a:lnTo>
                  <a:lnTo>
                    <a:pt x="189672" y="2405193"/>
                  </a:lnTo>
                  <a:lnTo>
                    <a:pt x="190744" y="2405001"/>
                  </a:lnTo>
                  <a:lnTo>
                    <a:pt x="191816" y="2404808"/>
                  </a:lnTo>
                  <a:lnTo>
                    <a:pt x="192887" y="2404615"/>
                  </a:lnTo>
                  <a:lnTo>
                    <a:pt x="193959" y="2404422"/>
                  </a:lnTo>
                  <a:lnTo>
                    <a:pt x="195030" y="2404229"/>
                  </a:lnTo>
                  <a:lnTo>
                    <a:pt x="196102" y="2404035"/>
                  </a:lnTo>
                  <a:lnTo>
                    <a:pt x="197174" y="2403841"/>
                  </a:lnTo>
                  <a:lnTo>
                    <a:pt x="198245" y="2403647"/>
                  </a:lnTo>
                  <a:lnTo>
                    <a:pt x="199317" y="2403453"/>
                  </a:lnTo>
                  <a:lnTo>
                    <a:pt x="200388" y="2403258"/>
                  </a:lnTo>
                  <a:lnTo>
                    <a:pt x="201460" y="2403063"/>
                  </a:lnTo>
                  <a:lnTo>
                    <a:pt x="202532" y="2402868"/>
                  </a:lnTo>
                  <a:lnTo>
                    <a:pt x="203603" y="2402673"/>
                  </a:lnTo>
                  <a:lnTo>
                    <a:pt x="204675" y="2402477"/>
                  </a:lnTo>
                  <a:lnTo>
                    <a:pt x="205746" y="2402281"/>
                  </a:lnTo>
                  <a:lnTo>
                    <a:pt x="206818" y="2402085"/>
                  </a:lnTo>
                  <a:lnTo>
                    <a:pt x="207890" y="2401889"/>
                  </a:lnTo>
                  <a:lnTo>
                    <a:pt x="208961" y="2401692"/>
                  </a:lnTo>
                  <a:lnTo>
                    <a:pt x="210033" y="2401495"/>
                  </a:lnTo>
                  <a:lnTo>
                    <a:pt x="211104" y="2401298"/>
                  </a:lnTo>
                  <a:lnTo>
                    <a:pt x="212176" y="2401101"/>
                  </a:lnTo>
                  <a:lnTo>
                    <a:pt x="213248" y="2400903"/>
                  </a:lnTo>
                  <a:lnTo>
                    <a:pt x="214319" y="2400705"/>
                  </a:lnTo>
                  <a:lnTo>
                    <a:pt x="215391" y="2400507"/>
                  </a:lnTo>
                  <a:lnTo>
                    <a:pt x="216462" y="2400309"/>
                  </a:lnTo>
                  <a:lnTo>
                    <a:pt x="217534" y="2400110"/>
                  </a:lnTo>
                  <a:lnTo>
                    <a:pt x="218606" y="2399911"/>
                  </a:lnTo>
                  <a:lnTo>
                    <a:pt x="219677" y="2399712"/>
                  </a:lnTo>
                  <a:lnTo>
                    <a:pt x="220749" y="2399513"/>
                  </a:lnTo>
                  <a:lnTo>
                    <a:pt x="221820" y="2399313"/>
                  </a:lnTo>
                  <a:lnTo>
                    <a:pt x="222892" y="2399113"/>
                  </a:lnTo>
                  <a:lnTo>
                    <a:pt x="223964" y="2398913"/>
                  </a:lnTo>
                  <a:lnTo>
                    <a:pt x="225035" y="2398712"/>
                  </a:lnTo>
                  <a:lnTo>
                    <a:pt x="226107" y="2398512"/>
                  </a:lnTo>
                  <a:lnTo>
                    <a:pt x="227178" y="2398311"/>
                  </a:lnTo>
                  <a:lnTo>
                    <a:pt x="228250" y="2398109"/>
                  </a:lnTo>
                  <a:lnTo>
                    <a:pt x="229322" y="2397908"/>
                  </a:lnTo>
                  <a:lnTo>
                    <a:pt x="230393" y="2397706"/>
                  </a:lnTo>
                  <a:lnTo>
                    <a:pt x="231465" y="2397504"/>
                  </a:lnTo>
                  <a:lnTo>
                    <a:pt x="232536" y="2397302"/>
                  </a:lnTo>
                  <a:lnTo>
                    <a:pt x="233608" y="2397099"/>
                  </a:lnTo>
                  <a:lnTo>
                    <a:pt x="234680" y="2396896"/>
                  </a:lnTo>
                  <a:lnTo>
                    <a:pt x="235751" y="2396693"/>
                  </a:lnTo>
                  <a:lnTo>
                    <a:pt x="236823" y="2396490"/>
                  </a:lnTo>
                  <a:lnTo>
                    <a:pt x="237894" y="2396286"/>
                  </a:lnTo>
                  <a:lnTo>
                    <a:pt x="238966" y="2396082"/>
                  </a:lnTo>
                  <a:lnTo>
                    <a:pt x="240038" y="2395878"/>
                  </a:lnTo>
                  <a:lnTo>
                    <a:pt x="241109" y="2395674"/>
                  </a:lnTo>
                  <a:lnTo>
                    <a:pt x="242181" y="2395469"/>
                  </a:lnTo>
                  <a:lnTo>
                    <a:pt x="243252" y="2395264"/>
                  </a:lnTo>
                  <a:lnTo>
                    <a:pt x="244324" y="2395058"/>
                  </a:lnTo>
                  <a:lnTo>
                    <a:pt x="245396" y="2394853"/>
                  </a:lnTo>
                  <a:lnTo>
                    <a:pt x="246467" y="2394647"/>
                  </a:lnTo>
                  <a:lnTo>
                    <a:pt x="247539" y="2394441"/>
                  </a:lnTo>
                  <a:lnTo>
                    <a:pt x="248610" y="2394234"/>
                  </a:lnTo>
                  <a:lnTo>
                    <a:pt x="249682" y="2394028"/>
                  </a:lnTo>
                  <a:lnTo>
                    <a:pt x="250754" y="2393821"/>
                  </a:lnTo>
                  <a:lnTo>
                    <a:pt x="251825" y="2393614"/>
                  </a:lnTo>
                  <a:lnTo>
                    <a:pt x="252897" y="2393406"/>
                  </a:lnTo>
                  <a:lnTo>
                    <a:pt x="253968" y="2393198"/>
                  </a:lnTo>
                  <a:lnTo>
                    <a:pt x="255040" y="2392990"/>
                  </a:lnTo>
                  <a:lnTo>
                    <a:pt x="256112" y="2392782"/>
                  </a:lnTo>
                  <a:lnTo>
                    <a:pt x="257183" y="2392573"/>
                  </a:lnTo>
                  <a:lnTo>
                    <a:pt x="258255" y="2392364"/>
                  </a:lnTo>
                  <a:lnTo>
                    <a:pt x="259326" y="2392155"/>
                  </a:lnTo>
                  <a:lnTo>
                    <a:pt x="260398" y="2391945"/>
                  </a:lnTo>
                  <a:lnTo>
                    <a:pt x="261470" y="2391735"/>
                  </a:lnTo>
                  <a:lnTo>
                    <a:pt x="262541" y="2391525"/>
                  </a:lnTo>
                  <a:lnTo>
                    <a:pt x="263613" y="2391315"/>
                  </a:lnTo>
                  <a:lnTo>
                    <a:pt x="264684" y="2391104"/>
                  </a:lnTo>
                  <a:lnTo>
                    <a:pt x="265756" y="2390893"/>
                  </a:lnTo>
                  <a:lnTo>
                    <a:pt x="266828" y="2390682"/>
                  </a:lnTo>
                  <a:lnTo>
                    <a:pt x="267899" y="2390470"/>
                  </a:lnTo>
                  <a:lnTo>
                    <a:pt x="268971" y="2390258"/>
                  </a:lnTo>
                  <a:lnTo>
                    <a:pt x="270042" y="2390046"/>
                  </a:lnTo>
                  <a:lnTo>
                    <a:pt x="271114" y="2389833"/>
                  </a:lnTo>
                  <a:lnTo>
                    <a:pt x="272186" y="2389621"/>
                  </a:lnTo>
                  <a:lnTo>
                    <a:pt x="273257" y="2389408"/>
                  </a:lnTo>
                  <a:lnTo>
                    <a:pt x="274329" y="2389194"/>
                  </a:lnTo>
                  <a:lnTo>
                    <a:pt x="275400" y="2388980"/>
                  </a:lnTo>
                  <a:lnTo>
                    <a:pt x="276472" y="2388766"/>
                  </a:lnTo>
                  <a:lnTo>
                    <a:pt x="277544" y="2388552"/>
                  </a:lnTo>
                  <a:lnTo>
                    <a:pt x="278615" y="2388337"/>
                  </a:lnTo>
                  <a:lnTo>
                    <a:pt x="279687" y="2388123"/>
                  </a:lnTo>
                  <a:lnTo>
                    <a:pt x="280758" y="2387907"/>
                  </a:lnTo>
                  <a:lnTo>
                    <a:pt x="281830" y="2387692"/>
                  </a:lnTo>
                  <a:lnTo>
                    <a:pt x="282902" y="2387476"/>
                  </a:lnTo>
                  <a:lnTo>
                    <a:pt x="283973" y="2387260"/>
                  </a:lnTo>
                  <a:lnTo>
                    <a:pt x="285045" y="2387043"/>
                  </a:lnTo>
                  <a:lnTo>
                    <a:pt x="286116" y="2386826"/>
                  </a:lnTo>
                  <a:lnTo>
                    <a:pt x="287188" y="2386609"/>
                  </a:lnTo>
                  <a:lnTo>
                    <a:pt x="288260" y="2386392"/>
                  </a:lnTo>
                  <a:lnTo>
                    <a:pt x="289331" y="2386174"/>
                  </a:lnTo>
                  <a:lnTo>
                    <a:pt x="290403" y="2385956"/>
                  </a:lnTo>
                  <a:lnTo>
                    <a:pt x="291474" y="2385738"/>
                  </a:lnTo>
                  <a:lnTo>
                    <a:pt x="292546" y="2385519"/>
                  </a:lnTo>
                  <a:lnTo>
                    <a:pt x="293618" y="2385300"/>
                  </a:lnTo>
                  <a:lnTo>
                    <a:pt x="294689" y="2385081"/>
                  </a:lnTo>
                  <a:lnTo>
                    <a:pt x="295761" y="2384861"/>
                  </a:lnTo>
                  <a:lnTo>
                    <a:pt x="296832" y="2384641"/>
                  </a:lnTo>
                  <a:lnTo>
                    <a:pt x="297904" y="2384421"/>
                  </a:lnTo>
                  <a:lnTo>
                    <a:pt x="298976" y="2384200"/>
                  </a:lnTo>
                  <a:lnTo>
                    <a:pt x="300047" y="2383979"/>
                  </a:lnTo>
                  <a:lnTo>
                    <a:pt x="301119" y="2383758"/>
                  </a:lnTo>
                  <a:lnTo>
                    <a:pt x="302190" y="2383536"/>
                  </a:lnTo>
                  <a:lnTo>
                    <a:pt x="303262" y="2383314"/>
                  </a:lnTo>
                  <a:lnTo>
                    <a:pt x="304334" y="2383092"/>
                  </a:lnTo>
                  <a:lnTo>
                    <a:pt x="305405" y="2382869"/>
                  </a:lnTo>
                  <a:lnTo>
                    <a:pt x="306477" y="2382646"/>
                  </a:lnTo>
                  <a:lnTo>
                    <a:pt x="307548" y="2382423"/>
                  </a:lnTo>
                  <a:lnTo>
                    <a:pt x="308620" y="2382199"/>
                  </a:lnTo>
                  <a:lnTo>
                    <a:pt x="309692" y="2381975"/>
                  </a:lnTo>
                  <a:lnTo>
                    <a:pt x="310763" y="2381751"/>
                  </a:lnTo>
                  <a:lnTo>
                    <a:pt x="311835" y="2381526"/>
                  </a:lnTo>
                  <a:lnTo>
                    <a:pt x="312906" y="2381301"/>
                  </a:lnTo>
                  <a:lnTo>
                    <a:pt x="313978" y="2381076"/>
                  </a:lnTo>
                  <a:lnTo>
                    <a:pt x="315050" y="2380850"/>
                  </a:lnTo>
                  <a:lnTo>
                    <a:pt x="316121" y="2380624"/>
                  </a:lnTo>
                  <a:lnTo>
                    <a:pt x="317193" y="2380398"/>
                  </a:lnTo>
                  <a:lnTo>
                    <a:pt x="318264" y="2380171"/>
                  </a:lnTo>
                  <a:lnTo>
                    <a:pt x="319336" y="2379944"/>
                  </a:lnTo>
                  <a:lnTo>
                    <a:pt x="320408" y="2379717"/>
                  </a:lnTo>
                  <a:lnTo>
                    <a:pt x="321479" y="2379489"/>
                  </a:lnTo>
                  <a:lnTo>
                    <a:pt x="322551" y="2379261"/>
                  </a:lnTo>
                  <a:lnTo>
                    <a:pt x="323622" y="2379032"/>
                  </a:lnTo>
                  <a:lnTo>
                    <a:pt x="324694" y="2378804"/>
                  </a:lnTo>
                  <a:lnTo>
                    <a:pt x="325766" y="2378574"/>
                  </a:lnTo>
                  <a:lnTo>
                    <a:pt x="326837" y="2378345"/>
                  </a:lnTo>
                  <a:lnTo>
                    <a:pt x="327909" y="2378115"/>
                  </a:lnTo>
                  <a:lnTo>
                    <a:pt x="328980" y="2377885"/>
                  </a:lnTo>
                  <a:lnTo>
                    <a:pt x="330052" y="2377654"/>
                  </a:lnTo>
                  <a:lnTo>
                    <a:pt x="331124" y="2377423"/>
                  </a:lnTo>
                  <a:lnTo>
                    <a:pt x="332195" y="2377192"/>
                  </a:lnTo>
                  <a:lnTo>
                    <a:pt x="333267" y="2376960"/>
                  </a:lnTo>
                  <a:lnTo>
                    <a:pt x="334338" y="2376728"/>
                  </a:lnTo>
                  <a:lnTo>
                    <a:pt x="335410" y="2376496"/>
                  </a:lnTo>
                  <a:lnTo>
                    <a:pt x="336482" y="2376263"/>
                  </a:lnTo>
                  <a:lnTo>
                    <a:pt x="337553" y="2376030"/>
                  </a:lnTo>
                  <a:lnTo>
                    <a:pt x="338625" y="2375796"/>
                  </a:lnTo>
                  <a:lnTo>
                    <a:pt x="339696" y="2375562"/>
                  </a:lnTo>
                  <a:lnTo>
                    <a:pt x="340768" y="2375328"/>
                  </a:lnTo>
                  <a:lnTo>
                    <a:pt x="341840" y="2375094"/>
                  </a:lnTo>
                  <a:lnTo>
                    <a:pt x="342911" y="2374859"/>
                  </a:lnTo>
                  <a:lnTo>
                    <a:pt x="343983" y="2374623"/>
                  </a:lnTo>
                  <a:lnTo>
                    <a:pt x="345054" y="2374387"/>
                  </a:lnTo>
                  <a:lnTo>
                    <a:pt x="346126" y="2374151"/>
                  </a:lnTo>
                  <a:lnTo>
                    <a:pt x="347198" y="2373915"/>
                  </a:lnTo>
                  <a:lnTo>
                    <a:pt x="348269" y="2373678"/>
                  </a:lnTo>
                  <a:lnTo>
                    <a:pt x="349341" y="2373441"/>
                  </a:lnTo>
                  <a:lnTo>
                    <a:pt x="350412" y="2373203"/>
                  </a:lnTo>
                  <a:lnTo>
                    <a:pt x="351484" y="2372965"/>
                  </a:lnTo>
                  <a:lnTo>
                    <a:pt x="352556" y="2372727"/>
                  </a:lnTo>
                  <a:lnTo>
                    <a:pt x="353627" y="2372488"/>
                  </a:lnTo>
                  <a:lnTo>
                    <a:pt x="354699" y="2372249"/>
                  </a:lnTo>
                  <a:lnTo>
                    <a:pt x="355770" y="2372009"/>
                  </a:lnTo>
                  <a:lnTo>
                    <a:pt x="356842" y="2371769"/>
                  </a:lnTo>
                  <a:lnTo>
                    <a:pt x="357913" y="2371529"/>
                  </a:lnTo>
                  <a:lnTo>
                    <a:pt x="358985" y="2371288"/>
                  </a:lnTo>
                  <a:lnTo>
                    <a:pt x="360057" y="2371047"/>
                  </a:lnTo>
                  <a:lnTo>
                    <a:pt x="361128" y="2370806"/>
                  </a:lnTo>
                  <a:lnTo>
                    <a:pt x="362200" y="2370564"/>
                  </a:lnTo>
                  <a:lnTo>
                    <a:pt x="363271" y="2370321"/>
                  </a:lnTo>
                  <a:lnTo>
                    <a:pt x="364343" y="2370079"/>
                  </a:lnTo>
                  <a:lnTo>
                    <a:pt x="365415" y="2369836"/>
                  </a:lnTo>
                  <a:lnTo>
                    <a:pt x="366486" y="2369592"/>
                  </a:lnTo>
                  <a:lnTo>
                    <a:pt x="367558" y="2369348"/>
                  </a:lnTo>
                  <a:lnTo>
                    <a:pt x="368629" y="2369104"/>
                  </a:lnTo>
                  <a:lnTo>
                    <a:pt x="369701" y="2368859"/>
                  </a:lnTo>
                  <a:lnTo>
                    <a:pt x="370773" y="2368614"/>
                  </a:lnTo>
                  <a:lnTo>
                    <a:pt x="371844" y="2368369"/>
                  </a:lnTo>
                  <a:lnTo>
                    <a:pt x="372916" y="2368123"/>
                  </a:lnTo>
                  <a:lnTo>
                    <a:pt x="373987" y="2367877"/>
                  </a:lnTo>
                  <a:lnTo>
                    <a:pt x="375059" y="2367630"/>
                  </a:lnTo>
                  <a:lnTo>
                    <a:pt x="376131" y="2367383"/>
                  </a:lnTo>
                  <a:lnTo>
                    <a:pt x="377202" y="2367135"/>
                  </a:lnTo>
                  <a:lnTo>
                    <a:pt x="378274" y="2366887"/>
                  </a:lnTo>
                  <a:lnTo>
                    <a:pt x="379345" y="2366639"/>
                  </a:lnTo>
                  <a:lnTo>
                    <a:pt x="380417" y="2366390"/>
                  </a:lnTo>
                  <a:lnTo>
                    <a:pt x="381489" y="2366141"/>
                  </a:lnTo>
                  <a:lnTo>
                    <a:pt x="382560" y="2365891"/>
                  </a:lnTo>
                  <a:lnTo>
                    <a:pt x="383632" y="2365641"/>
                  </a:lnTo>
                  <a:lnTo>
                    <a:pt x="384703" y="2365391"/>
                  </a:lnTo>
                  <a:lnTo>
                    <a:pt x="385775" y="2365140"/>
                  </a:lnTo>
                  <a:lnTo>
                    <a:pt x="386847" y="2364889"/>
                  </a:lnTo>
                  <a:lnTo>
                    <a:pt x="387918" y="2364637"/>
                  </a:lnTo>
                  <a:lnTo>
                    <a:pt x="388990" y="2364385"/>
                  </a:lnTo>
                  <a:lnTo>
                    <a:pt x="390061" y="2364132"/>
                  </a:lnTo>
                  <a:lnTo>
                    <a:pt x="391133" y="2363879"/>
                  </a:lnTo>
                  <a:lnTo>
                    <a:pt x="392205" y="2363626"/>
                  </a:lnTo>
                  <a:lnTo>
                    <a:pt x="393276" y="2363372"/>
                  </a:lnTo>
                  <a:lnTo>
                    <a:pt x="394348" y="2363118"/>
                  </a:lnTo>
                  <a:lnTo>
                    <a:pt x="395419" y="2362863"/>
                  </a:lnTo>
                  <a:lnTo>
                    <a:pt x="396491" y="2362608"/>
                  </a:lnTo>
                  <a:lnTo>
                    <a:pt x="397563" y="2362352"/>
                  </a:lnTo>
                  <a:lnTo>
                    <a:pt x="398634" y="2362096"/>
                  </a:lnTo>
                  <a:lnTo>
                    <a:pt x="399706" y="2361840"/>
                  </a:lnTo>
                  <a:lnTo>
                    <a:pt x="400777" y="2361583"/>
                  </a:lnTo>
                  <a:lnTo>
                    <a:pt x="401849" y="2361326"/>
                  </a:lnTo>
                  <a:lnTo>
                    <a:pt x="402921" y="2361068"/>
                  </a:lnTo>
                  <a:lnTo>
                    <a:pt x="403992" y="2360810"/>
                  </a:lnTo>
                  <a:lnTo>
                    <a:pt x="405064" y="2360551"/>
                  </a:lnTo>
                  <a:lnTo>
                    <a:pt x="406135" y="2360292"/>
                  </a:lnTo>
                  <a:lnTo>
                    <a:pt x="407207" y="2360033"/>
                  </a:lnTo>
                  <a:lnTo>
                    <a:pt x="408279" y="2359773"/>
                  </a:lnTo>
                  <a:lnTo>
                    <a:pt x="409350" y="2359513"/>
                  </a:lnTo>
                  <a:lnTo>
                    <a:pt x="410422" y="2359252"/>
                  </a:lnTo>
                  <a:lnTo>
                    <a:pt x="411493" y="2358990"/>
                  </a:lnTo>
                  <a:lnTo>
                    <a:pt x="412565" y="2358729"/>
                  </a:lnTo>
                  <a:lnTo>
                    <a:pt x="413637" y="2358466"/>
                  </a:lnTo>
                  <a:lnTo>
                    <a:pt x="414708" y="2358204"/>
                  </a:lnTo>
                  <a:lnTo>
                    <a:pt x="415780" y="2357941"/>
                  </a:lnTo>
                  <a:lnTo>
                    <a:pt x="416851" y="2357677"/>
                  </a:lnTo>
                  <a:lnTo>
                    <a:pt x="417923" y="2357413"/>
                  </a:lnTo>
                  <a:lnTo>
                    <a:pt x="418995" y="2357149"/>
                  </a:lnTo>
                  <a:lnTo>
                    <a:pt x="420066" y="2356884"/>
                  </a:lnTo>
                  <a:lnTo>
                    <a:pt x="421138" y="2356619"/>
                  </a:lnTo>
                  <a:lnTo>
                    <a:pt x="422209" y="2356353"/>
                  </a:lnTo>
                  <a:lnTo>
                    <a:pt x="423281" y="2356086"/>
                  </a:lnTo>
                  <a:lnTo>
                    <a:pt x="424353" y="2355820"/>
                  </a:lnTo>
                  <a:lnTo>
                    <a:pt x="425424" y="2355553"/>
                  </a:lnTo>
                  <a:lnTo>
                    <a:pt x="426496" y="2355285"/>
                  </a:lnTo>
                  <a:lnTo>
                    <a:pt x="427567" y="2355017"/>
                  </a:lnTo>
                  <a:lnTo>
                    <a:pt x="428639" y="2354748"/>
                  </a:lnTo>
                  <a:lnTo>
                    <a:pt x="429711" y="2354479"/>
                  </a:lnTo>
                  <a:lnTo>
                    <a:pt x="430782" y="2354210"/>
                  </a:lnTo>
                  <a:lnTo>
                    <a:pt x="431854" y="2353940"/>
                  </a:lnTo>
                  <a:lnTo>
                    <a:pt x="432925" y="2353669"/>
                  </a:lnTo>
                  <a:lnTo>
                    <a:pt x="433997" y="2353398"/>
                  </a:lnTo>
                  <a:lnTo>
                    <a:pt x="435069" y="2353127"/>
                  </a:lnTo>
                  <a:lnTo>
                    <a:pt x="436140" y="2352855"/>
                  </a:lnTo>
                  <a:lnTo>
                    <a:pt x="437212" y="2352583"/>
                  </a:lnTo>
                  <a:lnTo>
                    <a:pt x="438283" y="2352310"/>
                  </a:lnTo>
                  <a:lnTo>
                    <a:pt x="439355" y="2352037"/>
                  </a:lnTo>
                  <a:lnTo>
                    <a:pt x="440427" y="2351763"/>
                  </a:lnTo>
                  <a:lnTo>
                    <a:pt x="441498" y="2351489"/>
                  </a:lnTo>
                  <a:lnTo>
                    <a:pt x="442570" y="2351214"/>
                  </a:lnTo>
                  <a:lnTo>
                    <a:pt x="443641" y="2350939"/>
                  </a:lnTo>
                  <a:lnTo>
                    <a:pt x="444713" y="2350663"/>
                  </a:lnTo>
                  <a:lnTo>
                    <a:pt x="445785" y="2350387"/>
                  </a:lnTo>
                  <a:lnTo>
                    <a:pt x="446856" y="2350110"/>
                  </a:lnTo>
                  <a:lnTo>
                    <a:pt x="447928" y="2349833"/>
                  </a:lnTo>
                  <a:lnTo>
                    <a:pt x="448999" y="2349556"/>
                  </a:lnTo>
                  <a:lnTo>
                    <a:pt x="450071" y="2349278"/>
                  </a:lnTo>
                  <a:lnTo>
                    <a:pt x="451143" y="2348999"/>
                  </a:lnTo>
                  <a:lnTo>
                    <a:pt x="452214" y="2348720"/>
                  </a:lnTo>
                  <a:lnTo>
                    <a:pt x="453286" y="2348440"/>
                  </a:lnTo>
                  <a:lnTo>
                    <a:pt x="454357" y="2348160"/>
                  </a:lnTo>
                  <a:lnTo>
                    <a:pt x="455429" y="2347880"/>
                  </a:lnTo>
                  <a:lnTo>
                    <a:pt x="456501" y="2347599"/>
                  </a:lnTo>
                  <a:lnTo>
                    <a:pt x="457572" y="2347317"/>
                  </a:lnTo>
                  <a:lnTo>
                    <a:pt x="458644" y="2347035"/>
                  </a:lnTo>
                  <a:lnTo>
                    <a:pt x="459715" y="2346753"/>
                  </a:lnTo>
                  <a:lnTo>
                    <a:pt x="460787" y="2346470"/>
                  </a:lnTo>
                  <a:lnTo>
                    <a:pt x="461859" y="2346187"/>
                  </a:lnTo>
                  <a:lnTo>
                    <a:pt x="462930" y="2345903"/>
                  </a:lnTo>
                  <a:lnTo>
                    <a:pt x="464002" y="2345618"/>
                  </a:lnTo>
                  <a:lnTo>
                    <a:pt x="465073" y="2345333"/>
                  </a:lnTo>
                  <a:lnTo>
                    <a:pt x="466145" y="2345048"/>
                  </a:lnTo>
                  <a:lnTo>
                    <a:pt x="467217" y="2344762"/>
                  </a:lnTo>
                  <a:lnTo>
                    <a:pt x="468288" y="2344475"/>
                  </a:lnTo>
                  <a:lnTo>
                    <a:pt x="469360" y="2344189"/>
                  </a:lnTo>
                  <a:lnTo>
                    <a:pt x="470431" y="2343901"/>
                  </a:lnTo>
                  <a:lnTo>
                    <a:pt x="471503" y="2343613"/>
                  </a:lnTo>
                  <a:lnTo>
                    <a:pt x="472575" y="2343325"/>
                  </a:lnTo>
                  <a:lnTo>
                    <a:pt x="473646" y="2343036"/>
                  </a:lnTo>
                  <a:lnTo>
                    <a:pt x="474718" y="2342746"/>
                  </a:lnTo>
                  <a:lnTo>
                    <a:pt x="475789" y="2342457"/>
                  </a:lnTo>
                  <a:lnTo>
                    <a:pt x="476861" y="2342166"/>
                  </a:lnTo>
                  <a:lnTo>
                    <a:pt x="477933" y="2341875"/>
                  </a:lnTo>
                  <a:lnTo>
                    <a:pt x="479004" y="2341584"/>
                  </a:lnTo>
                  <a:lnTo>
                    <a:pt x="480076" y="2341292"/>
                  </a:lnTo>
                  <a:lnTo>
                    <a:pt x="481147" y="2340999"/>
                  </a:lnTo>
                  <a:lnTo>
                    <a:pt x="482219" y="2340706"/>
                  </a:lnTo>
                  <a:lnTo>
                    <a:pt x="483291" y="2340413"/>
                  </a:lnTo>
                  <a:lnTo>
                    <a:pt x="484362" y="2340119"/>
                  </a:lnTo>
                  <a:lnTo>
                    <a:pt x="485434" y="2339825"/>
                  </a:lnTo>
                  <a:lnTo>
                    <a:pt x="486505" y="2339530"/>
                  </a:lnTo>
                  <a:lnTo>
                    <a:pt x="487577" y="2339234"/>
                  </a:lnTo>
                  <a:lnTo>
                    <a:pt x="488649" y="2338938"/>
                  </a:lnTo>
                  <a:lnTo>
                    <a:pt x="489720" y="2338642"/>
                  </a:lnTo>
                  <a:lnTo>
                    <a:pt x="490792" y="2338345"/>
                  </a:lnTo>
                  <a:lnTo>
                    <a:pt x="491863" y="2338047"/>
                  </a:lnTo>
                  <a:lnTo>
                    <a:pt x="492935" y="2337749"/>
                  </a:lnTo>
                  <a:lnTo>
                    <a:pt x="494007" y="2337451"/>
                  </a:lnTo>
                  <a:lnTo>
                    <a:pt x="495078" y="2337151"/>
                  </a:lnTo>
                  <a:lnTo>
                    <a:pt x="496150" y="2336852"/>
                  </a:lnTo>
                  <a:lnTo>
                    <a:pt x="497221" y="2336552"/>
                  </a:lnTo>
                  <a:lnTo>
                    <a:pt x="498293" y="2336251"/>
                  </a:lnTo>
                  <a:lnTo>
                    <a:pt x="499365" y="2335950"/>
                  </a:lnTo>
                  <a:lnTo>
                    <a:pt x="500436" y="2335649"/>
                  </a:lnTo>
                  <a:lnTo>
                    <a:pt x="501508" y="2335346"/>
                  </a:lnTo>
                  <a:lnTo>
                    <a:pt x="502579" y="2335044"/>
                  </a:lnTo>
                  <a:lnTo>
                    <a:pt x="503651" y="2334741"/>
                  </a:lnTo>
                  <a:lnTo>
                    <a:pt x="504723" y="2334437"/>
                  </a:lnTo>
                  <a:lnTo>
                    <a:pt x="505794" y="2334133"/>
                  </a:lnTo>
                  <a:lnTo>
                    <a:pt x="506866" y="2333828"/>
                  </a:lnTo>
                  <a:lnTo>
                    <a:pt x="507937" y="2333523"/>
                  </a:lnTo>
                  <a:lnTo>
                    <a:pt x="509009" y="2333217"/>
                  </a:lnTo>
                  <a:lnTo>
                    <a:pt x="510081" y="2332911"/>
                  </a:lnTo>
                  <a:lnTo>
                    <a:pt x="511152" y="2332604"/>
                  </a:lnTo>
                  <a:lnTo>
                    <a:pt x="512224" y="2332297"/>
                  </a:lnTo>
                  <a:lnTo>
                    <a:pt x="513295" y="2331989"/>
                  </a:lnTo>
                  <a:lnTo>
                    <a:pt x="514367" y="2331681"/>
                  </a:lnTo>
                  <a:lnTo>
                    <a:pt x="515439" y="2331372"/>
                  </a:lnTo>
                  <a:lnTo>
                    <a:pt x="516510" y="2331062"/>
                  </a:lnTo>
                  <a:lnTo>
                    <a:pt x="517582" y="2330753"/>
                  </a:lnTo>
                  <a:lnTo>
                    <a:pt x="518653" y="2330442"/>
                  </a:lnTo>
                  <a:lnTo>
                    <a:pt x="519725" y="2330131"/>
                  </a:lnTo>
                  <a:lnTo>
                    <a:pt x="520797" y="2329820"/>
                  </a:lnTo>
                  <a:lnTo>
                    <a:pt x="521868" y="2329508"/>
                  </a:lnTo>
                  <a:lnTo>
                    <a:pt x="522940" y="2329196"/>
                  </a:lnTo>
                  <a:lnTo>
                    <a:pt x="524011" y="2328883"/>
                  </a:lnTo>
                  <a:lnTo>
                    <a:pt x="525083" y="2328569"/>
                  </a:lnTo>
                  <a:lnTo>
                    <a:pt x="526155" y="2328255"/>
                  </a:lnTo>
                  <a:lnTo>
                    <a:pt x="527226" y="2327941"/>
                  </a:lnTo>
                  <a:lnTo>
                    <a:pt x="528298" y="2327625"/>
                  </a:lnTo>
                  <a:lnTo>
                    <a:pt x="529369" y="2327310"/>
                  </a:lnTo>
                  <a:lnTo>
                    <a:pt x="530441" y="2326994"/>
                  </a:lnTo>
                  <a:lnTo>
                    <a:pt x="531513" y="2326677"/>
                  </a:lnTo>
                  <a:lnTo>
                    <a:pt x="532584" y="2326360"/>
                  </a:lnTo>
                  <a:lnTo>
                    <a:pt x="533656" y="2326043"/>
                  </a:lnTo>
                  <a:lnTo>
                    <a:pt x="534727" y="2325724"/>
                  </a:lnTo>
                  <a:lnTo>
                    <a:pt x="535799" y="2325406"/>
                  </a:lnTo>
                  <a:lnTo>
                    <a:pt x="536870" y="2325087"/>
                  </a:lnTo>
                  <a:lnTo>
                    <a:pt x="537942" y="2324767"/>
                  </a:lnTo>
                  <a:lnTo>
                    <a:pt x="539014" y="2324447"/>
                  </a:lnTo>
                  <a:lnTo>
                    <a:pt x="540085" y="2324126"/>
                  </a:lnTo>
                  <a:lnTo>
                    <a:pt x="541157" y="2323805"/>
                  </a:lnTo>
                  <a:lnTo>
                    <a:pt x="542228" y="2323483"/>
                  </a:lnTo>
                  <a:lnTo>
                    <a:pt x="543300" y="2323161"/>
                  </a:lnTo>
                  <a:lnTo>
                    <a:pt x="544372" y="2322838"/>
                  </a:lnTo>
                  <a:lnTo>
                    <a:pt x="545443" y="2322515"/>
                  </a:lnTo>
                  <a:lnTo>
                    <a:pt x="546515" y="2322191"/>
                  </a:lnTo>
                  <a:lnTo>
                    <a:pt x="547586" y="2321866"/>
                  </a:lnTo>
                  <a:lnTo>
                    <a:pt x="548658" y="2321542"/>
                  </a:lnTo>
                  <a:lnTo>
                    <a:pt x="549730" y="2321216"/>
                  </a:lnTo>
                  <a:lnTo>
                    <a:pt x="550801" y="2320890"/>
                  </a:lnTo>
                  <a:lnTo>
                    <a:pt x="551873" y="2320564"/>
                  </a:lnTo>
                  <a:lnTo>
                    <a:pt x="552944" y="2320237"/>
                  </a:lnTo>
                  <a:lnTo>
                    <a:pt x="554016" y="2319910"/>
                  </a:lnTo>
                  <a:lnTo>
                    <a:pt x="555088" y="2319582"/>
                  </a:lnTo>
                  <a:lnTo>
                    <a:pt x="556159" y="2319253"/>
                  </a:lnTo>
                  <a:lnTo>
                    <a:pt x="557231" y="2318924"/>
                  </a:lnTo>
                  <a:lnTo>
                    <a:pt x="558302" y="2318595"/>
                  </a:lnTo>
                  <a:lnTo>
                    <a:pt x="559374" y="2318265"/>
                  </a:lnTo>
                  <a:lnTo>
                    <a:pt x="560446" y="2317934"/>
                  </a:lnTo>
                  <a:lnTo>
                    <a:pt x="561517" y="2317603"/>
                  </a:lnTo>
                  <a:lnTo>
                    <a:pt x="562589" y="2317272"/>
                  </a:lnTo>
                  <a:lnTo>
                    <a:pt x="563660" y="2316940"/>
                  </a:lnTo>
                  <a:lnTo>
                    <a:pt x="564732" y="2316607"/>
                  </a:lnTo>
                  <a:lnTo>
                    <a:pt x="565804" y="2316274"/>
                  </a:lnTo>
                  <a:lnTo>
                    <a:pt x="566875" y="2315941"/>
                  </a:lnTo>
                  <a:lnTo>
                    <a:pt x="567947" y="2315607"/>
                  </a:lnTo>
                  <a:lnTo>
                    <a:pt x="569018" y="2315272"/>
                  </a:lnTo>
                  <a:lnTo>
                    <a:pt x="570090" y="2314937"/>
                  </a:lnTo>
                  <a:lnTo>
                    <a:pt x="571162" y="2314602"/>
                  </a:lnTo>
                  <a:lnTo>
                    <a:pt x="572233" y="2314266"/>
                  </a:lnTo>
                  <a:lnTo>
                    <a:pt x="573305" y="2313929"/>
                  </a:lnTo>
                  <a:lnTo>
                    <a:pt x="574376" y="2313592"/>
                  </a:lnTo>
                  <a:lnTo>
                    <a:pt x="575448" y="2313255"/>
                  </a:lnTo>
                  <a:lnTo>
                    <a:pt x="576520" y="2312917"/>
                  </a:lnTo>
                  <a:lnTo>
                    <a:pt x="577591" y="2312578"/>
                  </a:lnTo>
                  <a:lnTo>
                    <a:pt x="578663" y="2312239"/>
                  </a:lnTo>
                  <a:lnTo>
                    <a:pt x="579734" y="2311899"/>
                  </a:lnTo>
                  <a:lnTo>
                    <a:pt x="580806" y="2311559"/>
                  </a:lnTo>
                  <a:lnTo>
                    <a:pt x="581878" y="2311219"/>
                  </a:lnTo>
                  <a:lnTo>
                    <a:pt x="582949" y="2310878"/>
                  </a:lnTo>
                  <a:lnTo>
                    <a:pt x="584021" y="2310536"/>
                  </a:lnTo>
                  <a:lnTo>
                    <a:pt x="585092" y="2310194"/>
                  </a:lnTo>
                  <a:lnTo>
                    <a:pt x="586164" y="2309852"/>
                  </a:lnTo>
                  <a:lnTo>
                    <a:pt x="587236" y="2309509"/>
                  </a:lnTo>
                  <a:lnTo>
                    <a:pt x="588307" y="2309165"/>
                  </a:lnTo>
                  <a:lnTo>
                    <a:pt x="589379" y="2308821"/>
                  </a:lnTo>
                  <a:lnTo>
                    <a:pt x="590450" y="2308477"/>
                  </a:lnTo>
                  <a:lnTo>
                    <a:pt x="591522" y="2308132"/>
                  </a:lnTo>
                  <a:lnTo>
                    <a:pt x="592594" y="2307787"/>
                  </a:lnTo>
                  <a:lnTo>
                    <a:pt x="593665" y="2307441"/>
                  </a:lnTo>
                  <a:lnTo>
                    <a:pt x="594737" y="2307094"/>
                  </a:lnTo>
                  <a:lnTo>
                    <a:pt x="595808" y="2306747"/>
                  </a:lnTo>
                  <a:lnTo>
                    <a:pt x="596880" y="2306400"/>
                  </a:lnTo>
                  <a:lnTo>
                    <a:pt x="597952" y="2306052"/>
                  </a:lnTo>
                  <a:lnTo>
                    <a:pt x="599023" y="2305704"/>
                  </a:lnTo>
                  <a:lnTo>
                    <a:pt x="600095" y="2305355"/>
                  </a:lnTo>
                  <a:lnTo>
                    <a:pt x="601166" y="2305006"/>
                  </a:lnTo>
                  <a:lnTo>
                    <a:pt x="602238" y="2304656"/>
                  </a:lnTo>
                  <a:lnTo>
                    <a:pt x="603310" y="2304306"/>
                  </a:lnTo>
                  <a:lnTo>
                    <a:pt x="604381" y="2303955"/>
                  </a:lnTo>
                  <a:lnTo>
                    <a:pt x="605453" y="2303604"/>
                  </a:lnTo>
                  <a:lnTo>
                    <a:pt x="606524" y="2303252"/>
                  </a:lnTo>
                  <a:lnTo>
                    <a:pt x="607596" y="2302900"/>
                  </a:lnTo>
                  <a:lnTo>
                    <a:pt x="608668" y="2302548"/>
                  </a:lnTo>
                  <a:lnTo>
                    <a:pt x="609739" y="2302195"/>
                  </a:lnTo>
                  <a:lnTo>
                    <a:pt x="610811" y="2301841"/>
                  </a:lnTo>
                  <a:lnTo>
                    <a:pt x="611882" y="2301487"/>
                  </a:lnTo>
                  <a:lnTo>
                    <a:pt x="612954" y="2301133"/>
                  </a:lnTo>
                  <a:lnTo>
                    <a:pt x="614026" y="2300778"/>
                  </a:lnTo>
                  <a:lnTo>
                    <a:pt x="615097" y="2300422"/>
                  </a:lnTo>
                  <a:lnTo>
                    <a:pt x="616169" y="2300067"/>
                  </a:lnTo>
                  <a:lnTo>
                    <a:pt x="617240" y="2299710"/>
                  </a:lnTo>
                  <a:lnTo>
                    <a:pt x="618312" y="2299354"/>
                  </a:lnTo>
                  <a:lnTo>
                    <a:pt x="619384" y="2298996"/>
                  </a:lnTo>
                  <a:lnTo>
                    <a:pt x="620455" y="2298639"/>
                  </a:lnTo>
                  <a:lnTo>
                    <a:pt x="621527" y="2298281"/>
                  </a:lnTo>
                  <a:lnTo>
                    <a:pt x="622598" y="2297922"/>
                  </a:lnTo>
                  <a:lnTo>
                    <a:pt x="623670" y="2297563"/>
                  </a:lnTo>
                  <a:lnTo>
                    <a:pt x="624742" y="2297204"/>
                  </a:lnTo>
                  <a:lnTo>
                    <a:pt x="625813" y="2296844"/>
                  </a:lnTo>
                  <a:lnTo>
                    <a:pt x="626885" y="2296483"/>
                  </a:lnTo>
                  <a:lnTo>
                    <a:pt x="627956" y="2296122"/>
                  </a:lnTo>
                  <a:lnTo>
                    <a:pt x="629028" y="2295761"/>
                  </a:lnTo>
                  <a:lnTo>
                    <a:pt x="630100" y="2295400"/>
                  </a:lnTo>
                  <a:lnTo>
                    <a:pt x="631171" y="2295037"/>
                  </a:lnTo>
                  <a:lnTo>
                    <a:pt x="632243" y="2294675"/>
                  </a:lnTo>
                  <a:lnTo>
                    <a:pt x="633314" y="2294312"/>
                  </a:lnTo>
                  <a:lnTo>
                    <a:pt x="634386" y="2293948"/>
                  </a:lnTo>
                  <a:lnTo>
                    <a:pt x="635458" y="2293585"/>
                  </a:lnTo>
                  <a:lnTo>
                    <a:pt x="636529" y="2293220"/>
                  </a:lnTo>
                  <a:lnTo>
                    <a:pt x="637601" y="2292856"/>
                  </a:lnTo>
                  <a:lnTo>
                    <a:pt x="638672" y="2292490"/>
                  </a:lnTo>
                  <a:lnTo>
                    <a:pt x="639744" y="2292125"/>
                  </a:lnTo>
                  <a:lnTo>
                    <a:pt x="640816" y="2291759"/>
                  </a:lnTo>
                  <a:lnTo>
                    <a:pt x="641887" y="2291392"/>
                  </a:lnTo>
                  <a:lnTo>
                    <a:pt x="642959" y="2291025"/>
                  </a:lnTo>
                  <a:lnTo>
                    <a:pt x="644030" y="2290658"/>
                  </a:lnTo>
                  <a:lnTo>
                    <a:pt x="645102" y="2290290"/>
                  </a:lnTo>
                  <a:lnTo>
                    <a:pt x="646174" y="2289922"/>
                  </a:lnTo>
                  <a:lnTo>
                    <a:pt x="647245" y="2289554"/>
                  </a:lnTo>
                  <a:lnTo>
                    <a:pt x="648317" y="2289185"/>
                  </a:lnTo>
                  <a:lnTo>
                    <a:pt x="649388" y="2288816"/>
                  </a:lnTo>
                  <a:lnTo>
                    <a:pt x="650460" y="2288446"/>
                  </a:lnTo>
                  <a:lnTo>
                    <a:pt x="651532" y="2288076"/>
                  </a:lnTo>
                  <a:lnTo>
                    <a:pt x="652603" y="2287705"/>
                  </a:lnTo>
                  <a:lnTo>
                    <a:pt x="653675" y="2287334"/>
                  </a:lnTo>
                  <a:lnTo>
                    <a:pt x="654746" y="2286963"/>
                  </a:lnTo>
                  <a:lnTo>
                    <a:pt x="655818" y="2286591"/>
                  </a:lnTo>
                  <a:lnTo>
                    <a:pt x="656890" y="2286219"/>
                  </a:lnTo>
                  <a:lnTo>
                    <a:pt x="657961" y="2285846"/>
                  </a:lnTo>
                  <a:lnTo>
                    <a:pt x="659033" y="2285473"/>
                  </a:lnTo>
                  <a:lnTo>
                    <a:pt x="660104" y="2285100"/>
                  </a:lnTo>
                  <a:lnTo>
                    <a:pt x="661176" y="2284726"/>
                  </a:lnTo>
                  <a:lnTo>
                    <a:pt x="662248" y="2284352"/>
                  </a:lnTo>
                  <a:lnTo>
                    <a:pt x="663319" y="2283977"/>
                  </a:lnTo>
                  <a:lnTo>
                    <a:pt x="664391" y="2283602"/>
                  </a:lnTo>
                  <a:lnTo>
                    <a:pt x="665462" y="2283227"/>
                  </a:lnTo>
                  <a:lnTo>
                    <a:pt x="666534" y="2282851"/>
                  </a:lnTo>
                  <a:lnTo>
                    <a:pt x="667606" y="2282475"/>
                  </a:lnTo>
                  <a:lnTo>
                    <a:pt x="668677" y="2282099"/>
                  </a:lnTo>
                  <a:lnTo>
                    <a:pt x="669749" y="2281722"/>
                  </a:lnTo>
                  <a:lnTo>
                    <a:pt x="670820" y="2281345"/>
                  </a:lnTo>
                  <a:lnTo>
                    <a:pt x="671892" y="2280967"/>
                  </a:lnTo>
                  <a:lnTo>
                    <a:pt x="672964" y="2280589"/>
                  </a:lnTo>
                  <a:lnTo>
                    <a:pt x="674035" y="2280211"/>
                  </a:lnTo>
                  <a:lnTo>
                    <a:pt x="675107" y="2279832"/>
                  </a:lnTo>
                  <a:lnTo>
                    <a:pt x="676178" y="2279453"/>
                  </a:lnTo>
                  <a:lnTo>
                    <a:pt x="677250" y="2279074"/>
                  </a:lnTo>
                  <a:lnTo>
                    <a:pt x="678322" y="2278694"/>
                  </a:lnTo>
                  <a:lnTo>
                    <a:pt x="679393" y="2278314"/>
                  </a:lnTo>
                  <a:lnTo>
                    <a:pt x="680465" y="2277933"/>
                  </a:lnTo>
                  <a:lnTo>
                    <a:pt x="681536" y="2277552"/>
                  </a:lnTo>
                  <a:lnTo>
                    <a:pt x="682608" y="2277171"/>
                  </a:lnTo>
                  <a:lnTo>
                    <a:pt x="683680" y="2276790"/>
                  </a:lnTo>
                  <a:lnTo>
                    <a:pt x="684751" y="2276408"/>
                  </a:lnTo>
                  <a:lnTo>
                    <a:pt x="685823" y="2276025"/>
                  </a:lnTo>
                  <a:lnTo>
                    <a:pt x="686894" y="2275643"/>
                  </a:lnTo>
                  <a:lnTo>
                    <a:pt x="687966" y="2275260"/>
                  </a:lnTo>
                  <a:lnTo>
                    <a:pt x="689038" y="2274877"/>
                  </a:lnTo>
                  <a:lnTo>
                    <a:pt x="690109" y="2274493"/>
                  </a:lnTo>
                  <a:lnTo>
                    <a:pt x="691181" y="2274109"/>
                  </a:lnTo>
                  <a:lnTo>
                    <a:pt x="692252" y="2273725"/>
                  </a:lnTo>
                  <a:lnTo>
                    <a:pt x="693324" y="2273340"/>
                  </a:lnTo>
                  <a:lnTo>
                    <a:pt x="694396" y="2272955"/>
                  </a:lnTo>
                  <a:lnTo>
                    <a:pt x="695467" y="2272570"/>
                  </a:lnTo>
                  <a:lnTo>
                    <a:pt x="696539" y="2272184"/>
                  </a:lnTo>
                  <a:lnTo>
                    <a:pt x="697610" y="2271798"/>
                  </a:lnTo>
                  <a:lnTo>
                    <a:pt x="698682" y="2271412"/>
                  </a:lnTo>
                  <a:lnTo>
                    <a:pt x="699754" y="2271026"/>
                  </a:lnTo>
                  <a:lnTo>
                    <a:pt x="700825" y="2270639"/>
                  </a:lnTo>
                  <a:lnTo>
                    <a:pt x="701897" y="2270251"/>
                  </a:lnTo>
                  <a:lnTo>
                    <a:pt x="702968" y="2269864"/>
                  </a:lnTo>
                  <a:lnTo>
                    <a:pt x="704040" y="2269476"/>
                  </a:lnTo>
                  <a:lnTo>
                    <a:pt x="705112" y="2269088"/>
                  </a:lnTo>
                  <a:lnTo>
                    <a:pt x="706183" y="2268700"/>
                  </a:lnTo>
                  <a:lnTo>
                    <a:pt x="707255" y="2268311"/>
                  </a:lnTo>
                  <a:lnTo>
                    <a:pt x="708326" y="2267922"/>
                  </a:lnTo>
                  <a:lnTo>
                    <a:pt x="709398" y="2267533"/>
                  </a:lnTo>
                  <a:lnTo>
                    <a:pt x="710469" y="2267143"/>
                  </a:lnTo>
                  <a:lnTo>
                    <a:pt x="711541" y="2266753"/>
                  </a:lnTo>
                  <a:lnTo>
                    <a:pt x="712613" y="2266363"/>
                  </a:lnTo>
                  <a:lnTo>
                    <a:pt x="713684" y="2265972"/>
                  </a:lnTo>
                  <a:lnTo>
                    <a:pt x="714756" y="2265582"/>
                  </a:lnTo>
                  <a:lnTo>
                    <a:pt x="715827" y="2265190"/>
                  </a:lnTo>
                  <a:lnTo>
                    <a:pt x="716899" y="2264799"/>
                  </a:lnTo>
                  <a:lnTo>
                    <a:pt x="717971" y="2264407"/>
                  </a:lnTo>
                  <a:lnTo>
                    <a:pt x="719042" y="2264016"/>
                  </a:lnTo>
                  <a:lnTo>
                    <a:pt x="720114" y="2263623"/>
                  </a:lnTo>
                  <a:lnTo>
                    <a:pt x="721185" y="2263231"/>
                  </a:lnTo>
                  <a:lnTo>
                    <a:pt x="722257" y="2262838"/>
                  </a:lnTo>
                  <a:lnTo>
                    <a:pt x="723329" y="2262445"/>
                  </a:lnTo>
                  <a:lnTo>
                    <a:pt x="724400" y="2262052"/>
                  </a:lnTo>
                  <a:lnTo>
                    <a:pt x="725472" y="2261658"/>
                  </a:lnTo>
                  <a:lnTo>
                    <a:pt x="726543" y="2261265"/>
                  </a:lnTo>
                  <a:lnTo>
                    <a:pt x="727615" y="2260871"/>
                  </a:lnTo>
                  <a:lnTo>
                    <a:pt x="728687" y="2260476"/>
                  </a:lnTo>
                  <a:lnTo>
                    <a:pt x="729758" y="2260082"/>
                  </a:lnTo>
                  <a:lnTo>
                    <a:pt x="730830" y="2259687"/>
                  </a:lnTo>
                  <a:lnTo>
                    <a:pt x="731901" y="2259292"/>
                  </a:lnTo>
                  <a:lnTo>
                    <a:pt x="732973" y="2258897"/>
                  </a:lnTo>
                  <a:lnTo>
                    <a:pt x="734045" y="2258501"/>
                  </a:lnTo>
                  <a:lnTo>
                    <a:pt x="735116" y="2258105"/>
                  </a:lnTo>
                  <a:lnTo>
                    <a:pt x="736188" y="2257709"/>
                  </a:lnTo>
                  <a:lnTo>
                    <a:pt x="737259" y="2257313"/>
                  </a:lnTo>
                  <a:lnTo>
                    <a:pt x="738331" y="2256917"/>
                  </a:lnTo>
                  <a:lnTo>
                    <a:pt x="739403" y="2256520"/>
                  </a:lnTo>
                  <a:lnTo>
                    <a:pt x="740474" y="2256123"/>
                  </a:lnTo>
                  <a:lnTo>
                    <a:pt x="741546" y="2255726"/>
                  </a:lnTo>
                  <a:lnTo>
                    <a:pt x="742617" y="2255329"/>
                  </a:lnTo>
                  <a:lnTo>
                    <a:pt x="743689" y="2254931"/>
                  </a:lnTo>
                  <a:lnTo>
                    <a:pt x="744761" y="2254533"/>
                  </a:lnTo>
                  <a:lnTo>
                    <a:pt x="745832" y="2254135"/>
                  </a:lnTo>
                  <a:lnTo>
                    <a:pt x="746904" y="2253737"/>
                  </a:lnTo>
                  <a:lnTo>
                    <a:pt x="747975" y="2253339"/>
                  </a:lnTo>
                  <a:lnTo>
                    <a:pt x="749047" y="2252940"/>
                  </a:lnTo>
                  <a:lnTo>
                    <a:pt x="750119" y="2252541"/>
                  </a:lnTo>
                  <a:lnTo>
                    <a:pt x="751190" y="2252142"/>
                  </a:lnTo>
                  <a:lnTo>
                    <a:pt x="752262" y="2251743"/>
                  </a:lnTo>
                  <a:lnTo>
                    <a:pt x="753333" y="2251343"/>
                  </a:lnTo>
                  <a:lnTo>
                    <a:pt x="754405" y="2250944"/>
                  </a:lnTo>
                  <a:lnTo>
                    <a:pt x="755477" y="2250544"/>
                  </a:lnTo>
                  <a:lnTo>
                    <a:pt x="756548" y="2250144"/>
                  </a:lnTo>
                  <a:lnTo>
                    <a:pt x="757620" y="2249743"/>
                  </a:lnTo>
                  <a:lnTo>
                    <a:pt x="758691" y="2249343"/>
                  </a:lnTo>
                  <a:lnTo>
                    <a:pt x="759763" y="2248942"/>
                  </a:lnTo>
                  <a:lnTo>
                    <a:pt x="760835" y="2248542"/>
                  </a:lnTo>
                  <a:lnTo>
                    <a:pt x="761906" y="2248141"/>
                  </a:lnTo>
                  <a:lnTo>
                    <a:pt x="762978" y="2247740"/>
                  </a:lnTo>
                  <a:lnTo>
                    <a:pt x="764049" y="2247338"/>
                  </a:lnTo>
                  <a:lnTo>
                    <a:pt x="765121" y="2246937"/>
                  </a:lnTo>
                  <a:lnTo>
                    <a:pt x="766193" y="2246535"/>
                  </a:lnTo>
                  <a:lnTo>
                    <a:pt x="767264" y="2246133"/>
                  </a:lnTo>
                  <a:lnTo>
                    <a:pt x="768336" y="2245731"/>
                  </a:lnTo>
                  <a:lnTo>
                    <a:pt x="769407" y="2245329"/>
                  </a:lnTo>
                  <a:lnTo>
                    <a:pt x="770479" y="2244927"/>
                  </a:lnTo>
                  <a:lnTo>
                    <a:pt x="771551" y="2244525"/>
                  </a:lnTo>
                  <a:lnTo>
                    <a:pt x="772622" y="2244122"/>
                  </a:lnTo>
                  <a:lnTo>
                    <a:pt x="773694" y="2243719"/>
                  </a:lnTo>
                  <a:lnTo>
                    <a:pt x="774765" y="2243317"/>
                  </a:lnTo>
                  <a:lnTo>
                    <a:pt x="775837" y="2242914"/>
                  </a:lnTo>
                  <a:lnTo>
                    <a:pt x="776909" y="2242510"/>
                  </a:lnTo>
                  <a:lnTo>
                    <a:pt x="777980" y="2242107"/>
                  </a:lnTo>
                  <a:lnTo>
                    <a:pt x="779052" y="2241704"/>
                  </a:lnTo>
                  <a:lnTo>
                    <a:pt x="780123" y="2241300"/>
                  </a:lnTo>
                  <a:lnTo>
                    <a:pt x="781195" y="2240897"/>
                  </a:lnTo>
                  <a:lnTo>
                    <a:pt x="782267" y="2240493"/>
                  </a:lnTo>
                  <a:lnTo>
                    <a:pt x="783338" y="2240089"/>
                  </a:lnTo>
                  <a:lnTo>
                    <a:pt x="784410" y="2239685"/>
                  </a:lnTo>
                  <a:lnTo>
                    <a:pt x="785481" y="2239281"/>
                  </a:lnTo>
                  <a:lnTo>
                    <a:pt x="786553" y="2238876"/>
                  </a:lnTo>
                  <a:lnTo>
                    <a:pt x="787625" y="2238472"/>
                  </a:lnTo>
                  <a:lnTo>
                    <a:pt x="788696" y="2238068"/>
                  </a:lnTo>
                  <a:lnTo>
                    <a:pt x="789768" y="2237663"/>
                  </a:lnTo>
                  <a:lnTo>
                    <a:pt x="790839" y="2237258"/>
                  </a:lnTo>
                  <a:lnTo>
                    <a:pt x="791911" y="2236853"/>
                  </a:lnTo>
                  <a:lnTo>
                    <a:pt x="792983" y="2236449"/>
                  </a:lnTo>
                  <a:lnTo>
                    <a:pt x="794054" y="2236044"/>
                  </a:lnTo>
                  <a:lnTo>
                    <a:pt x="795126" y="2235639"/>
                  </a:lnTo>
                  <a:lnTo>
                    <a:pt x="796197" y="2235233"/>
                  </a:lnTo>
                  <a:lnTo>
                    <a:pt x="797269" y="2234828"/>
                  </a:lnTo>
                  <a:lnTo>
                    <a:pt x="798341" y="2234423"/>
                  </a:lnTo>
                  <a:lnTo>
                    <a:pt x="799412" y="2234017"/>
                  </a:lnTo>
                  <a:lnTo>
                    <a:pt x="800484" y="2233612"/>
                  </a:lnTo>
                  <a:lnTo>
                    <a:pt x="801555" y="2233206"/>
                  </a:lnTo>
                  <a:lnTo>
                    <a:pt x="802627" y="2232801"/>
                  </a:lnTo>
                  <a:lnTo>
                    <a:pt x="803699" y="2232395"/>
                  </a:lnTo>
                  <a:lnTo>
                    <a:pt x="804770" y="2231989"/>
                  </a:lnTo>
                  <a:lnTo>
                    <a:pt x="805842" y="2231583"/>
                  </a:lnTo>
                  <a:lnTo>
                    <a:pt x="806913" y="2231177"/>
                  </a:lnTo>
                  <a:lnTo>
                    <a:pt x="807985" y="2230772"/>
                  </a:lnTo>
                  <a:lnTo>
                    <a:pt x="809057" y="2230366"/>
                  </a:lnTo>
                  <a:lnTo>
                    <a:pt x="810128" y="2229959"/>
                  </a:lnTo>
                  <a:lnTo>
                    <a:pt x="811200" y="2229553"/>
                  </a:lnTo>
                  <a:lnTo>
                    <a:pt x="812271" y="2229147"/>
                  </a:lnTo>
                  <a:lnTo>
                    <a:pt x="813343" y="2228741"/>
                  </a:lnTo>
                  <a:lnTo>
                    <a:pt x="814415" y="2228335"/>
                  </a:lnTo>
                  <a:lnTo>
                    <a:pt x="815486" y="2227929"/>
                  </a:lnTo>
                  <a:lnTo>
                    <a:pt x="816558" y="2227522"/>
                  </a:lnTo>
                  <a:lnTo>
                    <a:pt x="817629" y="2227116"/>
                  </a:lnTo>
                  <a:lnTo>
                    <a:pt x="818701" y="2226710"/>
                  </a:lnTo>
                  <a:lnTo>
                    <a:pt x="819773" y="2226303"/>
                  </a:lnTo>
                  <a:lnTo>
                    <a:pt x="820844" y="2225897"/>
                  </a:lnTo>
                  <a:lnTo>
                    <a:pt x="821916" y="2225490"/>
                  </a:lnTo>
                  <a:lnTo>
                    <a:pt x="822987" y="2225084"/>
                  </a:lnTo>
                  <a:lnTo>
                    <a:pt x="824059" y="2224677"/>
                  </a:lnTo>
                  <a:lnTo>
                    <a:pt x="825131" y="2224271"/>
                  </a:lnTo>
                  <a:lnTo>
                    <a:pt x="826202" y="2223864"/>
                  </a:lnTo>
                  <a:lnTo>
                    <a:pt x="827274" y="2223458"/>
                  </a:lnTo>
                  <a:lnTo>
                    <a:pt x="828345" y="2223051"/>
                  </a:lnTo>
                  <a:lnTo>
                    <a:pt x="829417" y="2222645"/>
                  </a:lnTo>
                  <a:lnTo>
                    <a:pt x="830489" y="2222239"/>
                  </a:lnTo>
                  <a:lnTo>
                    <a:pt x="831560" y="2221832"/>
                  </a:lnTo>
                  <a:lnTo>
                    <a:pt x="832632" y="2221426"/>
                  </a:lnTo>
                  <a:lnTo>
                    <a:pt x="833703" y="2221019"/>
                  </a:lnTo>
                  <a:lnTo>
                    <a:pt x="834775" y="2220613"/>
                  </a:lnTo>
                  <a:lnTo>
                    <a:pt x="835847" y="2220206"/>
                  </a:lnTo>
                  <a:lnTo>
                    <a:pt x="836918" y="2219800"/>
                  </a:lnTo>
                  <a:lnTo>
                    <a:pt x="837990" y="2219394"/>
                  </a:lnTo>
                  <a:lnTo>
                    <a:pt x="839061" y="2218987"/>
                  </a:lnTo>
                  <a:lnTo>
                    <a:pt x="840133" y="2218581"/>
                  </a:lnTo>
                  <a:lnTo>
                    <a:pt x="841205" y="2218175"/>
                  </a:lnTo>
                  <a:lnTo>
                    <a:pt x="842276" y="2217768"/>
                  </a:lnTo>
                  <a:lnTo>
                    <a:pt x="843348" y="2217362"/>
                  </a:lnTo>
                  <a:lnTo>
                    <a:pt x="844419" y="2216956"/>
                  </a:lnTo>
                  <a:lnTo>
                    <a:pt x="845491" y="2216550"/>
                  </a:lnTo>
                  <a:lnTo>
                    <a:pt x="846563" y="2216144"/>
                  </a:lnTo>
                  <a:lnTo>
                    <a:pt x="847634" y="2215738"/>
                  </a:lnTo>
                  <a:lnTo>
                    <a:pt x="848706" y="2215332"/>
                  </a:lnTo>
                  <a:lnTo>
                    <a:pt x="849777" y="2214926"/>
                  </a:lnTo>
                  <a:lnTo>
                    <a:pt x="850849" y="2214520"/>
                  </a:lnTo>
                  <a:lnTo>
                    <a:pt x="851921" y="2214114"/>
                  </a:lnTo>
                  <a:lnTo>
                    <a:pt x="852992" y="2213709"/>
                  </a:lnTo>
                  <a:lnTo>
                    <a:pt x="854064" y="2213303"/>
                  </a:lnTo>
                  <a:lnTo>
                    <a:pt x="855135" y="2212898"/>
                  </a:lnTo>
                  <a:lnTo>
                    <a:pt x="856207" y="2212492"/>
                  </a:lnTo>
                  <a:lnTo>
                    <a:pt x="857279" y="2212087"/>
                  </a:lnTo>
                  <a:lnTo>
                    <a:pt x="858350" y="2211681"/>
                  </a:lnTo>
                  <a:lnTo>
                    <a:pt x="859422" y="2211276"/>
                  </a:lnTo>
                  <a:lnTo>
                    <a:pt x="860493" y="2210871"/>
                  </a:lnTo>
                  <a:lnTo>
                    <a:pt x="861565" y="2210466"/>
                  </a:lnTo>
                  <a:lnTo>
                    <a:pt x="862637" y="2210061"/>
                  </a:lnTo>
                  <a:lnTo>
                    <a:pt x="863708" y="2209656"/>
                  </a:lnTo>
                  <a:lnTo>
                    <a:pt x="864780" y="2209252"/>
                  </a:lnTo>
                  <a:lnTo>
                    <a:pt x="865851" y="2208847"/>
                  </a:lnTo>
                  <a:lnTo>
                    <a:pt x="866923" y="2208442"/>
                  </a:lnTo>
                  <a:lnTo>
                    <a:pt x="867995" y="2208038"/>
                  </a:lnTo>
                  <a:lnTo>
                    <a:pt x="869066" y="2207634"/>
                  </a:lnTo>
                  <a:lnTo>
                    <a:pt x="870138" y="2207229"/>
                  </a:lnTo>
                  <a:lnTo>
                    <a:pt x="871209" y="2206825"/>
                  </a:lnTo>
                  <a:lnTo>
                    <a:pt x="872281" y="2206421"/>
                  </a:lnTo>
                  <a:lnTo>
                    <a:pt x="873353" y="2206018"/>
                  </a:lnTo>
                  <a:lnTo>
                    <a:pt x="874424" y="2205614"/>
                  </a:lnTo>
                  <a:lnTo>
                    <a:pt x="875496" y="2205210"/>
                  </a:lnTo>
                  <a:lnTo>
                    <a:pt x="876567" y="2204807"/>
                  </a:lnTo>
                  <a:lnTo>
                    <a:pt x="877639" y="2204404"/>
                  </a:lnTo>
                  <a:lnTo>
                    <a:pt x="878711" y="2204001"/>
                  </a:lnTo>
                  <a:lnTo>
                    <a:pt x="879782" y="2203598"/>
                  </a:lnTo>
                  <a:lnTo>
                    <a:pt x="880854" y="2203195"/>
                  </a:lnTo>
                  <a:lnTo>
                    <a:pt x="881925" y="2202792"/>
                  </a:lnTo>
                  <a:lnTo>
                    <a:pt x="882997" y="2202390"/>
                  </a:lnTo>
                  <a:lnTo>
                    <a:pt x="884069" y="2201987"/>
                  </a:lnTo>
                  <a:lnTo>
                    <a:pt x="885140" y="2201585"/>
                  </a:lnTo>
                  <a:lnTo>
                    <a:pt x="886212" y="2201183"/>
                  </a:lnTo>
                  <a:lnTo>
                    <a:pt x="887283" y="2200781"/>
                  </a:lnTo>
                  <a:lnTo>
                    <a:pt x="888355" y="2200380"/>
                  </a:lnTo>
                  <a:lnTo>
                    <a:pt x="889426" y="2199978"/>
                  </a:lnTo>
                  <a:lnTo>
                    <a:pt x="890498" y="2199577"/>
                  </a:lnTo>
                  <a:lnTo>
                    <a:pt x="891570" y="2199175"/>
                  </a:lnTo>
                  <a:lnTo>
                    <a:pt x="892641" y="2198775"/>
                  </a:lnTo>
                  <a:lnTo>
                    <a:pt x="893713" y="2198374"/>
                  </a:lnTo>
                  <a:lnTo>
                    <a:pt x="894784" y="2197973"/>
                  </a:lnTo>
                  <a:lnTo>
                    <a:pt x="895856" y="2197573"/>
                  </a:lnTo>
                  <a:lnTo>
                    <a:pt x="896928" y="2197173"/>
                  </a:lnTo>
                  <a:lnTo>
                    <a:pt x="897999" y="2196773"/>
                  </a:lnTo>
                  <a:lnTo>
                    <a:pt x="899071" y="2196373"/>
                  </a:lnTo>
                  <a:lnTo>
                    <a:pt x="900142" y="2195973"/>
                  </a:lnTo>
                  <a:lnTo>
                    <a:pt x="901214" y="2195574"/>
                  </a:lnTo>
                  <a:lnTo>
                    <a:pt x="902286" y="2195175"/>
                  </a:lnTo>
                  <a:lnTo>
                    <a:pt x="903357" y="2194776"/>
                  </a:lnTo>
                  <a:lnTo>
                    <a:pt x="904429" y="2194377"/>
                  </a:lnTo>
                  <a:lnTo>
                    <a:pt x="905500" y="2193978"/>
                  </a:lnTo>
                  <a:lnTo>
                    <a:pt x="906572" y="2193580"/>
                  </a:lnTo>
                  <a:lnTo>
                    <a:pt x="907644" y="2193182"/>
                  </a:lnTo>
                  <a:lnTo>
                    <a:pt x="908715" y="2192784"/>
                  </a:lnTo>
                  <a:lnTo>
                    <a:pt x="909787" y="2192387"/>
                  </a:lnTo>
                  <a:lnTo>
                    <a:pt x="910858" y="2191989"/>
                  </a:lnTo>
                  <a:lnTo>
                    <a:pt x="911930" y="2191592"/>
                  </a:lnTo>
                  <a:lnTo>
                    <a:pt x="913002" y="2191195"/>
                  </a:lnTo>
                  <a:lnTo>
                    <a:pt x="914073" y="2190799"/>
                  </a:lnTo>
                  <a:lnTo>
                    <a:pt x="915145" y="2190402"/>
                  </a:lnTo>
                  <a:lnTo>
                    <a:pt x="916216" y="2190006"/>
                  </a:lnTo>
                  <a:lnTo>
                    <a:pt x="917288" y="2189610"/>
                  </a:lnTo>
                  <a:lnTo>
                    <a:pt x="918360" y="2189215"/>
                  </a:lnTo>
                  <a:lnTo>
                    <a:pt x="919431" y="2188819"/>
                  </a:lnTo>
                  <a:lnTo>
                    <a:pt x="920503" y="2188424"/>
                  </a:lnTo>
                  <a:lnTo>
                    <a:pt x="921574" y="2188029"/>
                  </a:lnTo>
                  <a:lnTo>
                    <a:pt x="922646" y="2187635"/>
                  </a:lnTo>
                  <a:lnTo>
                    <a:pt x="923718" y="2187240"/>
                  </a:lnTo>
                  <a:lnTo>
                    <a:pt x="924789" y="2186846"/>
                  </a:lnTo>
                  <a:lnTo>
                    <a:pt x="925861" y="2186452"/>
                  </a:lnTo>
                  <a:lnTo>
                    <a:pt x="926932" y="2186058"/>
                  </a:lnTo>
                  <a:lnTo>
                    <a:pt x="928004" y="2185665"/>
                  </a:lnTo>
                  <a:lnTo>
                    <a:pt x="929076" y="2185272"/>
                  </a:lnTo>
                  <a:lnTo>
                    <a:pt x="930147" y="2184879"/>
                  </a:lnTo>
                  <a:lnTo>
                    <a:pt x="931219" y="2184486"/>
                  </a:lnTo>
                  <a:lnTo>
                    <a:pt x="932290" y="2184093"/>
                  </a:lnTo>
                  <a:lnTo>
                    <a:pt x="933362" y="2183701"/>
                  </a:lnTo>
                  <a:lnTo>
                    <a:pt x="934434" y="2183309"/>
                  </a:lnTo>
                  <a:lnTo>
                    <a:pt x="935505" y="2182917"/>
                  </a:lnTo>
                  <a:lnTo>
                    <a:pt x="936577" y="2182525"/>
                  </a:lnTo>
                  <a:lnTo>
                    <a:pt x="937648" y="2182134"/>
                  </a:lnTo>
                  <a:lnTo>
                    <a:pt x="938720" y="2181743"/>
                  </a:lnTo>
                  <a:lnTo>
                    <a:pt x="939792" y="2181352"/>
                  </a:lnTo>
                  <a:lnTo>
                    <a:pt x="940863" y="2180961"/>
                  </a:lnTo>
                  <a:lnTo>
                    <a:pt x="941935" y="2180571"/>
                  </a:lnTo>
                  <a:lnTo>
                    <a:pt x="943006" y="2180180"/>
                  </a:lnTo>
                  <a:lnTo>
                    <a:pt x="944078" y="2179790"/>
                  </a:lnTo>
                  <a:lnTo>
                    <a:pt x="945150" y="2179401"/>
                  </a:lnTo>
                  <a:lnTo>
                    <a:pt x="946221" y="2179011"/>
                  </a:lnTo>
                  <a:lnTo>
                    <a:pt x="947293" y="2178622"/>
                  </a:lnTo>
                  <a:lnTo>
                    <a:pt x="948364" y="2178232"/>
                  </a:lnTo>
                  <a:lnTo>
                    <a:pt x="949436" y="2177843"/>
                  </a:lnTo>
                  <a:lnTo>
                    <a:pt x="950508" y="2177455"/>
                  </a:lnTo>
                  <a:lnTo>
                    <a:pt x="951579" y="2177066"/>
                  </a:lnTo>
                  <a:lnTo>
                    <a:pt x="952651" y="2176678"/>
                  </a:lnTo>
                  <a:lnTo>
                    <a:pt x="953722" y="2176290"/>
                  </a:lnTo>
                  <a:lnTo>
                    <a:pt x="954794" y="2175902"/>
                  </a:lnTo>
                  <a:lnTo>
                    <a:pt x="955866" y="2175514"/>
                  </a:lnTo>
                  <a:lnTo>
                    <a:pt x="956937" y="2175127"/>
                  </a:lnTo>
                  <a:lnTo>
                    <a:pt x="958009" y="2174740"/>
                  </a:lnTo>
                  <a:lnTo>
                    <a:pt x="959080" y="2174353"/>
                  </a:lnTo>
                  <a:lnTo>
                    <a:pt x="960152" y="2173966"/>
                  </a:lnTo>
                  <a:lnTo>
                    <a:pt x="961224" y="2173579"/>
                  </a:lnTo>
                  <a:lnTo>
                    <a:pt x="962295" y="2173193"/>
                  </a:lnTo>
                  <a:lnTo>
                    <a:pt x="963367" y="2172807"/>
                  </a:lnTo>
                  <a:lnTo>
                    <a:pt x="964438" y="2172421"/>
                  </a:lnTo>
                  <a:lnTo>
                    <a:pt x="965510" y="2172035"/>
                  </a:lnTo>
                  <a:lnTo>
                    <a:pt x="966582" y="2171649"/>
                  </a:lnTo>
                  <a:lnTo>
                    <a:pt x="967653" y="2171264"/>
                  </a:lnTo>
                  <a:lnTo>
                    <a:pt x="968725" y="2170879"/>
                  </a:lnTo>
                  <a:lnTo>
                    <a:pt x="969796" y="2170494"/>
                  </a:lnTo>
                  <a:lnTo>
                    <a:pt x="970868" y="2170109"/>
                  </a:lnTo>
                  <a:lnTo>
                    <a:pt x="971940" y="2169724"/>
                  </a:lnTo>
                  <a:lnTo>
                    <a:pt x="973011" y="2169340"/>
                  </a:lnTo>
                  <a:lnTo>
                    <a:pt x="974083" y="2168956"/>
                  </a:lnTo>
                  <a:lnTo>
                    <a:pt x="975154" y="2168572"/>
                  </a:lnTo>
                  <a:lnTo>
                    <a:pt x="976226" y="2168188"/>
                  </a:lnTo>
                  <a:lnTo>
                    <a:pt x="977298" y="2167804"/>
                  </a:lnTo>
                  <a:lnTo>
                    <a:pt x="978369" y="2167421"/>
                  </a:lnTo>
                  <a:lnTo>
                    <a:pt x="979441" y="2167037"/>
                  </a:lnTo>
                  <a:lnTo>
                    <a:pt x="980512" y="2166654"/>
                  </a:lnTo>
                  <a:lnTo>
                    <a:pt x="981584" y="2166271"/>
                  </a:lnTo>
                  <a:lnTo>
                    <a:pt x="982656" y="2165889"/>
                  </a:lnTo>
                  <a:lnTo>
                    <a:pt x="983727" y="2165506"/>
                  </a:lnTo>
                  <a:lnTo>
                    <a:pt x="984799" y="2165124"/>
                  </a:lnTo>
                  <a:lnTo>
                    <a:pt x="985870" y="2164741"/>
                  </a:lnTo>
                  <a:lnTo>
                    <a:pt x="986942" y="2164359"/>
                  </a:lnTo>
                  <a:lnTo>
                    <a:pt x="988014" y="2163977"/>
                  </a:lnTo>
                  <a:lnTo>
                    <a:pt x="989085" y="2163596"/>
                  </a:lnTo>
                  <a:lnTo>
                    <a:pt x="990157" y="2163214"/>
                  </a:lnTo>
                  <a:lnTo>
                    <a:pt x="991228" y="2162833"/>
                  </a:lnTo>
                  <a:lnTo>
                    <a:pt x="992300" y="2162452"/>
                  </a:lnTo>
                  <a:lnTo>
                    <a:pt x="993372" y="2162071"/>
                  </a:lnTo>
                  <a:lnTo>
                    <a:pt x="994443" y="2161690"/>
                  </a:lnTo>
                  <a:lnTo>
                    <a:pt x="995515" y="2161309"/>
                  </a:lnTo>
                  <a:lnTo>
                    <a:pt x="996586" y="2160929"/>
                  </a:lnTo>
                  <a:lnTo>
                    <a:pt x="997658" y="2160548"/>
                  </a:lnTo>
                  <a:lnTo>
                    <a:pt x="998730" y="2160168"/>
                  </a:lnTo>
                  <a:lnTo>
                    <a:pt x="999801" y="2159788"/>
                  </a:lnTo>
                  <a:lnTo>
                    <a:pt x="1000873" y="2159408"/>
                  </a:lnTo>
                  <a:lnTo>
                    <a:pt x="1001944" y="2159028"/>
                  </a:lnTo>
                  <a:lnTo>
                    <a:pt x="1003016" y="2158649"/>
                  </a:lnTo>
                  <a:lnTo>
                    <a:pt x="1004088" y="2158269"/>
                  </a:lnTo>
                  <a:lnTo>
                    <a:pt x="1005159" y="2157890"/>
                  </a:lnTo>
                  <a:lnTo>
                    <a:pt x="1006231" y="2157511"/>
                  </a:lnTo>
                  <a:lnTo>
                    <a:pt x="1007302" y="2157132"/>
                  </a:lnTo>
                  <a:lnTo>
                    <a:pt x="1008374" y="2156753"/>
                  </a:lnTo>
                  <a:lnTo>
                    <a:pt x="1009446" y="2156374"/>
                  </a:lnTo>
                  <a:lnTo>
                    <a:pt x="1010517" y="2155996"/>
                  </a:lnTo>
                  <a:lnTo>
                    <a:pt x="1011589" y="2155617"/>
                  </a:lnTo>
                  <a:lnTo>
                    <a:pt x="1012660" y="2155239"/>
                  </a:lnTo>
                  <a:lnTo>
                    <a:pt x="1013732" y="2154861"/>
                  </a:lnTo>
                  <a:lnTo>
                    <a:pt x="1014804" y="2154483"/>
                  </a:lnTo>
                  <a:lnTo>
                    <a:pt x="1015875" y="2154105"/>
                  </a:lnTo>
                  <a:lnTo>
                    <a:pt x="1016947" y="2153727"/>
                  </a:lnTo>
                  <a:lnTo>
                    <a:pt x="1018018" y="2153350"/>
                  </a:lnTo>
                  <a:lnTo>
                    <a:pt x="1019090" y="2152972"/>
                  </a:lnTo>
                  <a:lnTo>
                    <a:pt x="1020162" y="2152595"/>
                  </a:lnTo>
                  <a:lnTo>
                    <a:pt x="1021233" y="2152217"/>
                  </a:lnTo>
                  <a:lnTo>
                    <a:pt x="1022305" y="2151840"/>
                  </a:lnTo>
                  <a:lnTo>
                    <a:pt x="1023376" y="2151463"/>
                  </a:lnTo>
                  <a:lnTo>
                    <a:pt x="1024448" y="2151086"/>
                  </a:lnTo>
                  <a:lnTo>
                    <a:pt x="1025520" y="2150710"/>
                  </a:lnTo>
                  <a:lnTo>
                    <a:pt x="1026591" y="2150333"/>
                  </a:lnTo>
                  <a:lnTo>
                    <a:pt x="1027663" y="2149956"/>
                  </a:lnTo>
                  <a:lnTo>
                    <a:pt x="1028734" y="2149580"/>
                  </a:lnTo>
                  <a:lnTo>
                    <a:pt x="1029806" y="2149203"/>
                  </a:lnTo>
                  <a:lnTo>
                    <a:pt x="1030878" y="2148827"/>
                  </a:lnTo>
                  <a:lnTo>
                    <a:pt x="1031949" y="2148451"/>
                  </a:lnTo>
                  <a:lnTo>
                    <a:pt x="1033021" y="2148075"/>
                  </a:lnTo>
                  <a:lnTo>
                    <a:pt x="1034092" y="2147699"/>
                  </a:lnTo>
                  <a:lnTo>
                    <a:pt x="1035164" y="2147323"/>
                  </a:lnTo>
                  <a:lnTo>
                    <a:pt x="1036236" y="2146947"/>
                  </a:lnTo>
                  <a:lnTo>
                    <a:pt x="1037307" y="2146572"/>
                  </a:lnTo>
                  <a:lnTo>
                    <a:pt x="1038379" y="2146196"/>
                  </a:lnTo>
                  <a:lnTo>
                    <a:pt x="1039450" y="2145821"/>
                  </a:lnTo>
                  <a:lnTo>
                    <a:pt x="1040522" y="2145445"/>
                  </a:lnTo>
                  <a:lnTo>
                    <a:pt x="1041594" y="2145070"/>
                  </a:lnTo>
                  <a:lnTo>
                    <a:pt x="1042665" y="2144695"/>
                  </a:lnTo>
                  <a:lnTo>
                    <a:pt x="1043737" y="2144320"/>
                  </a:lnTo>
                  <a:lnTo>
                    <a:pt x="1044808" y="2143945"/>
                  </a:lnTo>
                  <a:lnTo>
                    <a:pt x="1045880" y="2143570"/>
                  </a:lnTo>
                  <a:lnTo>
                    <a:pt x="1046952" y="2143195"/>
                  </a:lnTo>
                  <a:lnTo>
                    <a:pt x="1048023" y="2142820"/>
                  </a:lnTo>
                  <a:lnTo>
                    <a:pt x="1049095" y="2142445"/>
                  </a:lnTo>
                  <a:lnTo>
                    <a:pt x="1050166" y="2142070"/>
                  </a:lnTo>
                  <a:lnTo>
                    <a:pt x="1051238" y="2141696"/>
                  </a:lnTo>
                  <a:lnTo>
                    <a:pt x="1052310" y="2141321"/>
                  </a:lnTo>
                  <a:lnTo>
                    <a:pt x="1053381" y="2140947"/>
                  </a:lnTo>
                  <a:lnTo>
                    <a:pt x="1054453" y="2140572"/>
                  </a:lnTo>
                  <a:lnTo>
                    <a:pt x="1055524" y="2140198"/>
                  </a:lnTo>
                  <a:lnTo>
                    <a:pt x="1056596" y="2139823"/>
                  </a:lnTo>
                  <a:lnTo>
                    <a:pt x="1057668" y="2139449"/>
                  </a:lnTo>
                  <a:lnTo>
                    <a:pt x="1058739" y="2139075"/>
                  </a:lnTo>
                  <a:lnTo>
                    <a:pt x="1059811" y="2138701"/>
                  </a:lnTo>
                  <a:lnTo>
                    <a:pt x="1060882" y="2138326"/>
                  </a:lnTo>
                  <a:lnTo>
                    <a:pt x="1061954" y="2137952"/>
                  </a:lnTo>
                  <a:lnTo>
                    <a:pt x="1063026" y="2137578"/>
                  </a:lnTo>
                  <a:lnTo>
                    <a:pt x="1064097" y="2137204"/>
                  </a:lnTo>
                  <a:lnTo>
                    <a:pt x="1065169" y="2136830"/>
                  </a:lnTo>
                  <a:lnTo>
                    <a:pt x="1066240" y="2136456"/>
                  </a:lnTo>
                  <a:lnTo>
                    <a:pt x="1067312" y="2136082"/>
                  </a:lnTo>
                  <a:lnTo>
                    <a:pt x="1068383" y="2135709"/>
                  </a:lnTo>
                  <a:lnTo>
                    <a:pt x="1069455" y="2135335"/>
                  </a:lnTo>
                  <a:lnTo>
                    <a:pt x="1070527" y="2134961"/>
                  </a:lnTo>
                  <a:lnTo>
                    <a:pt x="1071598" y="2134587"/>
                  </a:lnTo>
                  <a:lnTo>
                    <a:pt x="1072670" y="2134213"/>
                  </a:lnTo>
                  <a:lnTo>
                    <a:pt x="1073741" y="2133839"/>
                  </a:lnTo>
                  <a:lnTo>
                    <a:pt x="1074813" y="2133466"/>
                  </a:lnTo>
                  <a:lnTo>
                    <a:pt x="1075885" y="2133092"/>
                  </a:lnTo>
                  <a:lnTo>
                    <a:pt x="1076956" y="2132718"/>
                  </a:lnTo>
                  <a:lnTo>
                    <a:pt x="1078028" y="2132344"/>
                  </a:lnTo>
                  <a:lnTo>
                    <a:pt x="1079099" y="2131971"/>
                  </a:lnTo>
                  <a:lnTo>
                    <a:pt x="1080171" y="2131597"/>
                  </a:lnTo>
                  <a:lnTo>
                    <a:pt x="1081243" y="2131223"/>
                  </a:lnTo>
                  <a:lnTo>
                    <a:pt x="1082314" y="2130850"/>
                  </a:lnTo>
                  <a:lnTo>
                    <a:pt x="1083386" y="2130476"/>
                  </a:lnTo>
                  <a:lnTo>
                    <a:pt x="1084457" y="2130102"/>
                  </a:lnTo>
                  <a:lnTo>
                    <a:pt x="1085529" y="2129728"/>
                  </a:lnTo>
                  <a:lnTo>
                    <a:pt x="1086601" y="2129355"/>
                  </a:lnTo>
                  <a:lnTo>
                    <a:pt x="1087672" y="2128981"/>
                  </a:lnTo>
                  <a:lnTo>
                    <a:pt x="1088744" y="2128607"/>
                  </a:lnTo>
                  <a:lnTo>
                    <a:pt x="1089815" y="2128233"/>
                  </a:lnTo>
                  <a:lnTo>
                    <a:pt x="1090887" y="2127860"/>
                  </a:lnTo>
                  <a:lnTo>
                    <a:pt x="1091959" y="2127486"/>
                  </a:lnTo>
                  <a:lnTo>
                    <a:pt x="1093030" y="2127112"/>
                  </a:lnTo>
                  <a:lnTo>
                    <a:pt x="1094102" y="2126738"/>
                  </a:lnTo>
                  <a:lnTo>
                    <a:pt x="1095173" y="2126364"/>
                  </a:lnTo>
                  <a:lnTo>
                    <a:pt x="1096245" y="2125990"/>
                  </a:lnTo>
                  <a:lnTo>
                    <a:pt x="1097317" y="2125616"/>
                  </a:lnTo>
                  <a:lnTo>
                    <a:pt x="1098388" y="2125242"/>
                  </a:lnTo>
                  <a:lnTo>
                    <a:pt x="1099460" y="2124868"/>
                  </a:lnTo>
                  <a:lnTo>
                    <a:pt x="1100531" y="2124494"/>
                  </a:lnTo>
                  <a:lnTo>
                    <a:pt x="1101603" y="2124120"/>
                  </a:lnTo>
                  <a:lnTo>
                    <a:pt x="1102675" y="2123746"/>
                  </a:lnTo>
                  <a:lnTo>
                    <a:pt x="1103746" y="2123371"/>
                  </a:lnTo>
                  <a:lnTo>
                    <a:pt x="1104818" y="2122997"/>
                  </a:lnTo>
                  <a:lnTo>
                    <a:pt x="1105889" y="2122623"/>
                  </a:lnTo>
                  <a:lnTo>
                    <a:pt x="1106961" y="2122248"/>
                  </a:lnTo>
                  <a:lnTo>
                    <a:pt x="1108033" y="2121874"/>
                  </a:lnTo>
                  <a:lnTo>
                    <a:pt x="1109104" y="2121499"/>
                  </a:lnTo>
                  <a:lnTo>
                    <a:pt x="1110176" y="2121125"/>
                  </a:lnTo>
                  <a:lnTo>
                    <a:pt x="1111247" y="2120750"/>
                  </a:lnTo>
                  <a:lnTo>
                    <a:pt x="1112319" y="2120375"/>
                  </a:lnTo>
                  <a:lnTo>
                    <a:pt x="1113391" y="2120000"/>
                  </a:lnTo>
                  <a:lnTo>
                    <a:pt x="1114462" y="2119625"/>
                  </a:lnTo>
                  <a:lnTo>
                    <a:pt x="1115534" y="2119250"/>
                  </a:lnTo>
                  <a:lnTo>
                    <a:pt x="1116605" y="2118875"/>
                  </a:lnTo>
                  <a:lnTo>
                    <a:pt x="1117677" y="2118500"/>
                  </a:lnTo>
                  <a:lnTo>
                    <a:pt x="1118749" y="2118125"/>
                  </a:lnTo>
                  <a:lnTo>
                    <a:pt x="1119820" y="2117749"/>
                  </a:lnTo>
                  <a:lnTo>
                    <a:pt x="1120892" y="2117374"/>
                  </a:lnTo>
                  <a:lnTo>
                    <a:pt x="1121963" y="2116998"/>
                  </a:lnTo>
                  <a:lnTo>
                    <a:pt x="1123035" y="2116623"/>
                  </a:lnTo>
                  <a:lnTo>
                    <a:pt x="1124107" y="2116247"/>
                  </a:lnTo>
                  <a:lnTo>
                    <a:pt x="1125178" y="2115871"/>
                  </a:lnTo>
                  <a:lnTo>
                    <a:pt x="1126250" y="2115495"/>
                  </a:lnTo>
                  <a:lnTo>
                    <a:pt x="1127321" y="2115119"/>
                  </a:lnTo>
                  <a:lnTo>
                    <a:pt x="1128393" y="2114743"/>
                  </a:lnTo>
                  <a:lnTo>
                    <a:pt x="1129465" y="2114367"/>
                  </a:lnTo>
                  <a:lnTo>
                    <a:pt x="1130536" y="2113990"/>
                  </a:lnTo>
                  <a:lnTo>
                    <a:pt x="1131608" y="2113614"/>
                  </a:lnTo>
                  <a:lnTo>
                    <a:pt x="1132679" y="2113237"/>
                  </a:lnTo>
                  <a:lnTo>
                    <a:pt x="1133751" y="2112860"/>
                  </a:lnTo>
                  <a:lnTo>
                    <a:pt x="1134823" y="2112483"/>
                  </a:lnTo>
                  <a:lnTo>
                    <a:pt x="1135894" y="2112106"/>
                  </a:lnTo>
                  <a:lnTo>
                    <a:pt x="1136966" y="2111729"/>
                  </a:lnTo>
                  <a:lnTo>
                    <a:pt x="1138037" y="2111351"/>
                  </a:lnTo>
                  <a:lnTo>
                    <a:pt x="1139109" y="2110974"/>
                  </a:lnTo>
                  <a:lnTo>
                    <a:pt x="1140181" y="2110596"/>
                  </a:lnTo>
                  <a:lnTo>
                    <a:pt x="1141252" y="2110218"/>
                  </a:lnTo>
                  <a:lnTo>
                    <a:pt x="1142324" y="2109840"/>
                  </a:lnTo>
                  <a:lnTo>
                    <a:pt x="1143395" y="2109462"/>
                  </a:lnTo>
                  <a:lnTo>
                    <a:pt x="1144467" y="2109084"/>
                  </a:lnTo>
                  <a:lnTo>
                    <a:pt x="1145539" y="2108706"/>
                  </a:lnTo>
                  <a:lnTo>
                    <a:pt x="1146610" y="2108327"/>
                  </a:lnTo>
                  <a:lnTo>
                    <a:pt x="1147682" y="2107948"/>
                  </a:lnTo>
                  <a:lnTo>
                    <a:pt x="1148753" y="2107569"/>
                  </a:lnTo>
                  <a:lnTo>
                    <a:pt x="1149825" y="2107190"/>
                  </a:lnTo>
                  <a:lnTo>
                    <a:pt x="1150897" y="2106811"/>
                  </a:lnTo>
                  <a:lnTo>
                    <a:pt x="1151968" y="2106431"/>
                  </a:lnTo>
                  <a:lnTo>
                    <a:pt x="1153040" y="2106052"/>
                  </a:lnTo>
                  <a:lnTo>
                    <a:pt x="1154111" y="2105672"/>
                  </a:lnTo>
                  <a:lnTo>
                    <a:pt x="1155183" y="2105292"/>
                  </a:lnTo>
                  <a:lnTo>
                    <a:pt x="1156255" y="2104912"/>
                  </a:lnTo>
                  <a:lnTo>
                    <a:pt x="1157326" y="2104531"/>
                  </a:lnTo>
                  <a:lnTo>
                    <a:pt x="1158398" y="2104150"/>
                  </a:lnTo>
                  <a:lnTo>
                    <a:pt x="1159469" y="2103770"/>
                  </a:lnTo>
                  <a:lnTo>
                    <a:pt x="1160541" y="2103389"/>
                  </a:lnTo>
                  <a:lnTo>
                    <a:pt x="1161613" y="2103007"/>
                  </a:lnTo>
                  <a:lnTo>
                    <a:pt x="1162684" y="2102626"/>
                  </a:lnTo>
                  <a:lnTo>
                    <a:pt x="1163756" y="2102244"/>
                  </a:lnTo>
                  <a:lnTo>
                    <a:pt x="1164827" y="2101862"/>
                  </a:lnTo>
                  <a:lnTo>
                    <a:pt x="1165899" y="2101480"/>
                  </a:lnTo>
                  <a:lnTo>
                    <a:pt x="1166971" y="2101098"/>
                  </a:lnTo>
                  <a:lnTo>
                    <a:pt x="1168042" y="2100715"/>
                  </a:lnTo>
                  <a:lnTo>
                    <a:pt x="1169114" y="2100333"/>
                  </a:lnTo>
                  <a:lnTo>
                    <a:pt x="1170185" y="2099950"/>
                  </a:lnTo>
                  <a:lnTo>
                    <a:pt x="1171257" y="2099566"/>
                  </a:lnTo>
                  <a:lnTo>
                    <a:pt x="1172329" y="2099183"/>
                  </a:lnTo>
                  <a:lnTo>
                    <a:pt x="1173400" y="2098799"/>
                  </a:lnTo>
                  <a:lnTo>
                    <a:pt x="1174472" y="2098415"/>
                  </a:lnTo>
                  <a:lnTo>
                    <a:pt x="1175543" y="2098031"/>
                  </a:lnTo>
                  <a:lnTo>
                    <a:pt x="1176615" y="2097646"/>
                  </a:lnTo>
                  <a:lnTo>
                    <a:pt x="1177687" y="2097261"/>
                  </a:lnTo>
                  <a:lnTo>
                    <a:pt x="1178758" y="2096876"/>
                  </a:lnTo>
                  <a:lnTo>
                    <a:pt x="1179830" y="2096491"/>
                  </a:lnTo>
                  <a:lnTo>
                    <a:pt x="1180901" y="2096106"/>
                  </a:lnTo>
                  <a:lnTo>
                    <a:pt x="1181973" y="2095720"/>
                  </a:lnTo>
                  <a:lnTo>
                    <a:pt x="1183045" y="2095334"/>
                  </a:lnTo>
                  <a:lnTo>
                    <a:pt x="1184116" y="2094947"/>
                  </a:lnTo>
                  <a:lnTo>
                    <a:pt x="1185188" y="2094561"/>
                  </a:lnTo>
                  <a:lnTo>
                    <a:pt x="1186259" y="2094174"/>
                  </a:lnTo>
                  <a:lnTo>
                    <a:pt x="1187331" y="2093787"/>
                  </a:lnTo>
                  <a:lnTo>
                    <a:pt x="1188403" y="2093399"/>
                  </a:lnTo>
                  <a:lnTo>
                    <a:pt x="1189474" y="2093011"/>
                  </a:lnTo>
                  <a:lnTo>
                    <a:pt x="1190546" y="2092623"/>
                  </a:lnTo>
                  <a:lnTo>
                    <a:pt x="1191617" y="2092235"/>
                  </a:lnTo>
                  <a:lnTo>
                    <a:pt x="1192689" y="2091846"/>
                  </a:lnTo>
                  <a:lnTo>
                    <a:pt x="1193761" y="2091457"/>
                  </a:lnTo>
                  <a:lnTo>
                    <a:pt x="1194832" y="2091068"/>
                  </a:lnTo>
                  <a:lnTo>
                    <a:pt x="1195904" y="2090678"/>
                  </a:lnTo>
                  <a:lnTo>
                    <a:pt x="1196975" y="2090288"/>
                  </a:lnTo>
                  <a:lnTo>
                    <a:pt x="1198047" y="2089898"/>
                  </a:lnTo>
                  <a:lnTo>
                    <a:pt x="1199119" y="2089507"/>
                  </a:lnTo>
                  <a:lnTo>
                    <a:pt x="1200190" y="2089116"/>
                  </a:lnTo>
                  <a:lnTo>
                    <a:pt x="1201262" y="2088725"/>
                  </a:lnTo>
                  <a:lnTo>
                    <a:pt x="1202333" y="2088334"/>
                  </a:lnTo>
                  <a:lnTo>
                    <a:pt x="1203405" y="2087942"/>
                  </a:lnTo>
                  <a:lnTo>
                    <a:pt x="1204477" y="2087549"/>
                  </a:lnTo>
                  <a:lnTo>
                    <a:pt x="1205548" y="2087157"/>
                  </a:lnTo>
                  <a:lnTo>
                    <a:pt x="1206620" y="2086764"/>
                  </a:lnTo>
                  <a:lnTo>
                    <a:pt x="1207691" y="2086371"/>
                  </a:lnTo>
                  <a:lnTo>
                    <a:pt x="1208763" y="2085977"/>
                  </a:lnTo>
                  <a:lnTo>
                    <a:pt x="1209835" y="2085583"/>
                  </a:lnTo>
                  <a:lnTo>
                    <a:pt x="1210906" y="2085188"/>
                  </a:lnTo>
                  <a:lnTo>
                    <a:pt x="1211978" y="2084794"/>
                  </a:lnTo>
                  <a:lnTo>
                    <a:pt x="1213049" y="2084399"/>
                  </a:lnTo>
                  <a:lnTo>
                    <a:pt x="1214121" y="2084003"/>
                  </a:lnTo>
                  <a:lnTo>
                    <a:pt x="1215193" y="2083607"/>
                  </a:lnTo>
                  <a:lnTo>
                    <a:pt x="1216264" y="2083211"/>
                  </a:lnTo>
                  <a:lnTo>
                    <a:pt x="1217336" y="2082814"/>
                  </a:lnTo>
                  <a:lnTo>
                    <a:pt x="1218407" y="2082417"/>
                  </a:lnTo>
                  <a:lnTo>
                    <a:pt x="1219479" y="2082020"/>
                  </a:lnTo>
                  <a:lnTo>
                    <a:pt x="1220551" y="2081622"/>
                  </a:lnTo>
                  <a:lnTo>
                    <a:pt x="1221622" y="2081224"/>
                  </a:lnTo>
                  <a:lnTo>
                    <a:pt x="1222694" y="2080825"/>
                  </a:lnTo>
                  <a:lnTo>
                    <a:pt x="1223765" y="2080426"/>
                  </a:lnTo>
                  <a:lnTo>
                    <a:pt x="1224837" y="2080027"/>
                  </a:lnTo>
                  <a:lnTo>
                    <a:pt x="1225909" y="2079627"/>
                  </a:lnTo>
                  <a:lnTo>
                    <a:pt x="1226980" y="2079227"/>
                  </a:lnTo>
                  <a:lnTo>
                    <a:pt x="1228052" y="2078826"/>
                  </a:lnTo>
                  <a:lnTo>
                    <a:pt x="1229123" y="2078425"/>
                  </a:lnTo>
                  <a:lnTo>
                    <a:pt x="1230195" y="2078024"/>
                  </a:lnTo>
                  <a:lnTo>
                    <a:pt x="1231267" y="2077622"/>
                  </a:lnTo>
                  <a:lnTo>
                    <a:pt x="1232338" y="2077219"/>
                  </a:lnTo>
                  <a:lnTo>
                    <a:pt x="1233410" y="2076816"/>
                  </a:lnTo>
                  <a:lnTo>
                    <a:pt x="1234481" y="2076413"/>
                  </a:lnTo>
                  <a:lnTo>
                    <a:pt x="1235553" y="2076010"/>
                  </a:lnTo>
                  <a:lnTo>
                    <a:pt x="1236625" y="2075605"/>
                  </a:lnTo>
                  <a:lnTo>
                    <a:pt x="1237696" y="2075201"/>
                  </a:lnTo>
                  <a:lnTo>
                    <a:pt x="1238768" y="2074796"/>
                  </a:lnTo>
                  <a:lnTo>
                    <a:pt x="1239839" y="2074390"/>
                  </a:lnTo>
                  <a:lnTo>
                    <a:pt x="1240911" y="2073984"/>
                  </a:lnTo>
                  <a:lnTo>
                    <a:pt x="1241983" y="2073578"/>
                  </a:lnTo>
                  <a:lnTo>
                    <a:pt x="1243054" y="2073171"/>
                  </a:lnTo>
                  <a:lnTo>
                    <a:pt x="1244126" y="2072763"/>
                  </a:lnTo>
                  <a:lnTo>
                    <a:pt x="1245197" y="2072356"/>
                  </a:lnTo>
                  <a:lnTo>
                    <a:pt x="1246269" y="2071947"/>
                  </a:lnTo>
                  <a:lnTo>
                    <a:pt x="1247340" y="2071538"/>
                  </a:lnTo>
                  <a:lnTo>
                    <a:pt x="1248412" y="2071129"/>
                  </a:lnTo>
                  <a:lnTo>
                    <a:pt x="1249484" y="2070719"/>
                  </a:lnTo>
                  <a:lnTo>
                    <a:pt x="1250555" y="2070309"/>
                  </a:lnTo>
                  <a:lnTo>
                    <a:pt x="1251627" y="2069898"/>
                  </a:lnTo>
                  <a:lnTo>
                    <a:pt x="1252698" y="2069487"/>
                  </a:lnTo>
                  <a:lnTo>
                    <a:pt x="1253770" y="2069075"/>
                  </a:lnTo>
                  <a:lnTo>
                    <a:pt x="1254842" y="2068663"/>
                  </a:lnTo>
                  <a:lnTo>
                    <a:pt x="1255913" y="2068250"/>
                  </a:lnTo>
                  <a:lnTo>
                    <a:pt x="1256985" y="2067836"/>
                  </a:lnTo>
                  <a:lnTo>
                    <a:pt x="1258056" y="2067422"/>
                  </a:lnTo>
                  <a:lnTo>
                    <a:pt x="1259128" y="2067008"/>
                  </a:lnTo>
                  <a:lnTo>
                    <a:pt x="1260200" y="2066593"/>
                  </a:lnTo>
                  <a:lnTo>
                    <a:pt x="1261271" y="2066177"/>
                  </a:lnTo>
                  <a:lnTo>
                    <a:pt x="1262343" y="2065761"/>
                  </a:lnTo>
                  <a:lnTo>
                    <a:pt x="1263414" y="2065345"/>
                  </a:lnTo>
                  <a:lnTo>
                    <a:pt x="1264486" y="2064928"/>
                  </a:lnTo>
                  <a:lnTo>
                    <a:pt x="1265558" y="2064510"/>
                  </a:lnTo>
                  <a:lnTo>
                    <a:pt x="1266629" y="2064092"/>
                  </a:lnTo>
                  <a:lnTo>
                    <a:pt x="1267701" y="2063673"/>
                  </a:lnTo>
                  <a:lnTo>
                    <a:pt x="1268772" y="2063254"/>
                  </a:lnTo>
                  <a:lnTo>
                    <a:pt x="1269844" y="2062834"/>
                  </a:lnTo>
                  <a:lnTo>
                    <a:pt x="1270916" y="2062413"/>
                  </a:lnTo>
                  <a:lnTo>
                    <a:pt x="1271987" y="2061992"/>
                  </a:lnTo>
                  <a:lnTo>
                    <a:pt x="1273059" y="2061570"/>
                  </a:lnTo>
                  <a:lnTo>
                    <a:pt x="1274130" y="2061148"/>
                  </a:lnTo>
                  <a:lnTo>
                    <a:pt x="1275202" y="2060725"/>
                  </a:lnTo>
                  <a:lnTo>
                    <a:pt x="1276274" y="2060302"/>
                  </a:lnTo>
                  <a:lnTo>
                    <a:pt x="1277345" y="2059878"/>
                  </a:lnTo>
                  <a:lnTo>
                    <a:pt x="1278417" y="2059453"/>
                  </a:lnTo>
                  <a:lnTo>
                    <a:pt x="1279488" y="2059028"/>
                  </a:lnTo>
                  <a:lnTo>
                    <a:pt x="1280560" y="2058602"/>
                  </a:lnTo>
                  <a:lnTo>
                    <a:pt x="1281632" y="2058176"/>
                  </a:lnTo>
                  <a:lnTo>
                    <a:pt x="1282703" y="2057749"/>
                  </a:lnTo>
                  <a:lnTo>
                    <a:pt x="1283775" y="2057321"/>
                  </a:lnTo>
                  <a:lnTo>
                    <a:pt x="1284846" y="2056893"/>
                  </a:lnTo>
                  <a:lnTo>
                    <a:pt x="1285918" y="2056464"/>
                  </a:lnTo>
                  <a:lnTo>
                    <a:pt x="1286990" y="2056034"/>
                  </a:lnTo>
                  <a:lnTo>
                    <a:pt x="1288061" y="2055604"/>
                  </a:lnTo>
                  <a:lnTo>
                    <a:pt x="1289133" y="2055174"/>
                  </a:lnTo>
                  <a:lnTo>
                    <a:pt x="1290204" y="2054742"/>
                  </a:lnTo>
                  <a:lnTo>
                    <a:pt x="1291276" y="2054310"/>
                  </a:lnTo>
                  <a:lnTo>
                    <a:pt x="1292348" y="2053877"/>
                  </a:lnTo>
                  <a:lnTo>
                    <a:pt x="1293419" y="2053444"/>
                  </a:lnTo>
                  <a:lnTo>
                    <a:pt x="1294491" y="2053010"/>
                  </a:lnTo>
                  <a:lnTo>
                    <a:pt x="1295562" y="2052575"/>
                  </a:lnTo>
                  <a:lnTo>
                    <a:pt x="1296634" y="2052140"/>
                  </a:lnTo>
                  <a:lnTo>
                    <a:pt x="1297706" y="2051704"/>
                  </a:lnTo>
                  <a:lnTo>
                    <a:pt x="1298777" y="2051267"/>
                  </a:lnTo>
                  <a:lnTo>
                    <a:pt x="1299849" y="2050830"/>
                  </a:lnTo>
                  <a:lnTo>
                    <a:pt x="1300920" y="2050392"/>
                  </a:lnTo>
                  <a:lnTo>
                    <a:pt x="1301992" y="2049953"/>
                  </a:lnTo>
                  <a:lnTo>
                    <a:pt x="1303064" y="2049514"/>
                  </a:lnTo>
                  <a:lnTo>
                    <a:pt x="1304135" y="2049073"/>
                  </a:lnTo>
                  <a:lnTo>
                    <a:pt x="1305207" y="2048633"/>
                  </a:lnTo>
                  <a:lnTo>
                    <a:pt x="1306278" y="2048191"/>
                  </a:lnTo>
                  <a:lnTo>
                    <a:pt x="1307350" y="2047749"/>
                  </a:lnTo>
                  <a:lnTo>
                    <a:pt x="1308422" y="2047306"/>
                  </a:lnTo>
                  <a:lnTo>
                    <a:pt x="1309493" y="2046862"/>
                  </a:lnTo>
                  <a:lnTo>
                    <a:pt x="1310565" y="2046418"/>
                  </a:lnTo>
                  <a:lnTo>
                    <a:pt x="1311636" y="2045973"/>
                  </a:lnTo>
                  <a:lnTo>
                    <a:pt x="1312708" y="2045527"/>
                  </a:lnTo>
                  <a:lnTo>
                    <a:pt x="1313780" y="2045081"/>
                  </a:lnTo>
                  <a:lnTo>
                    <a:pt x="1314851" y="2044633"/>
                  </a:lnTo>
                  <a:lnTo>
                    <a:pt x="1315923" y="2044185"/>
                  </a:lnTo>
                  <a:lnTo>
                    <a:pt x="1316994" y="2043737"/>
                  </a:lnTo>
                  <a:lnTo>
                    <a:pt x="1318066" y="2043287"/>
                  </a:lnTo>
                  <a:lnTo>
                    <a:pt x="1319138" y="2042837"/>
                  </a:lnTo>
                  <a:lnTo>
                    <a:pt x="1320209" y="2042386"/>
                  </a:lnTo>
                  <a:lnTo>
                    <a:pt x="1321281" y="2041934"/>
                  </a:lnTo>
                  <a:lnTo>
                    <a:pt x="1322352" y="2041482"/>
                  </a:lnTo>
                  <a:lnTo>
                    <a:pt x="1323424" y="2041029"/>
                  </a:lnTo>
                  <a:lnTo>
                    <a:pt x="1324496" y="2040575"/>
                  </a:lnTo>
                  <a:lnTo>
                    <a:pt x="1325567" y="2040120"/>
                  </a:lnTo>
                  <a:lnTo>
                    <a:pt x="1326639" y="2039664"/>
                  </a:lnTo>
                  <a:lnTo>
                    <a:pt x="1327710" y="2039208"/>
                  </a:lnTo>
                  <a:lnTo>
                    <a:pt x="1328782" y="2038751"/>
                  </a:lnTo>
                  <a:lnTo>
                    <a:pt x="1329854" y="2038293"/>
                  </a:lnTo>
                  <a:lnTo>
                    <a:pt x="1330925" y="2037834"/>
                  </a:lnTo>
                  <a:lnTo>
                    <a:pt x="1331997" y="2037375"/>
                  </a:lnTo>
                  <a:lnTo>
                    <a:pt x="1333068" y="2036915"/>
                  </a:lnTo>
                  <a:lnTo>
                    <a:pt x="1334140" y="2036453"/>
                  </a:lnTo>
                  <a:lnTo>
                    <a:pt x="1335212" y="2035992"/>
                  </a:lnTo>
                  <a:lnTo>
                    <a:pt x="1336283" y="2035529"/>
                  </a:lnTo>
                  <a:lnTo>
                    <a:pt x="1337355" y="2035065"/>
                  </a:lnTo>
                  <a:lnTo>
                    <a:pt x="1338426" y="2034601"/>
                  </a:lnTo>
                  <a:lnTo>
                    <a:pt x="1339498" y="2034136"/>
                  </a:lnTo>
                  <a:lnTo>
                    <a:pt x="1340570" y="2033670"/>
                  </a:lnTo>
                  <a:lnTo>
                    <a:pt x="1341641" y="2033203"/>
                  </a:lnTo>
                  <a:lnTo>
                    <a:pt x="1342713" y="2032736"/>
                  </a:lnTo>
                  <a:lnTo>
                    <a:pt x="1343784" y="2032267"/>
                  </a:lnTo>
                  <a:lnTo>
                    <a:pt x="1344856" y="2031798"/>
                  </a:lnTo>
                  <a:lnTo>
                    <a:pt x="1345928" y="2031328"/>
                  </a:lnTo>
                  <a:lnTo>
                    <a:pt x="1346999" y="2030857"/>
                  </a:lnTo>
                  <a:lnTo>
                    <a:pt x="1348071" y="2030385"/>
                  </a:lnTo>
                  <a:lnTo>
                    <a:pt x="1349142" y="2029912"/>
                  </a:lnTo>
                  <a:lnTo>
                    <a:pt x="1350214" y="2029439"/>
                  </a:lnTo>
                  <a:lnTo>
                    <a:pt x="1351286" y="2028965"/>
                  </a:lnTo>
                  <a:lnTo>
                    <a:pt x="1352357" y="2028489"/>
                  </a:lnTo>
                  <a:lnTo>
                    <a:pt x="1353429" y="2028013"/>
                  </a:lnTo>
                  <a:lnTo>
                    <a:pt x="1354500" y="2027536"/>
                  </a:lnTo>
                  <a:lnTo>
                    <a:pt x="1355572" y="2027058"/>
                  </a:lnTo>
                  <a:lnTo>
                    <a:pt x="1356644" y="2026580"/>
                  </a:lnTo>
                  <a:lnTo>
                    <a:pt x="1357715" y="2026100"/>
                  </a:lnTo>
                  <a:lnTo>
                    <a:pt x="1358787" y="2025619"/>
                  </a:lnTo>
                  <a:lnTo>
                    <a:pt x="1359858" y="2025138"/>
                  </a:lnTo>
                  <a:lnTo>
                    <a:pt x="1360930" y="2024656"/>
                  </a:lnTo>
                  <a:lnTo>
                    <a:pt x="1362002" y="2024173"/>
                  </a:lnTo>
                  <a:lnTo>
                    <a:pt x="1363073" y="2023689"/>
                  </a:lnTo>
                  <a:lnTo>
                    <a:pt x="1364145" y="2023204"/>
                  </a:lnTo>
                  <a:lnTo>
                    <a:pt x="1365216" y="2022718"/>
                  </a:lnTo>
                  <a:lnTo>
                    <a:pt x="1366288" y="2022231"/>
                  </a:lnTo>
                  <a:lnTo>
                    <a:pt x="1367360" y="2021743"/>
                  </a:lnTo>
                  <a:lnTo>
                    <a:pt x="1368431" y="2021255"/>
                  </a:lnTo>
                  <a:lnTo>
                    <a:pt x="1369503" y="2020765"/>
                  </a:lnTo>
                  <a:lnTo>
                    <a:pt x="1370574" y="2020275"/>
                  </a:lnTo>
                  <a:lnTo>
                    <a:pt x="1371646" y="2019783"/>
                  </a:lnTo>
                  <a:lnTo>
                    <a:pt x="1372718" y="2019291"/>
                  </a:lnTo>
                  <a:lnTo>
                    <a:pt x="1373789" y="2018798"/>
                  </a:lnTo>
                  <a:lnTo>
                    <a:pt x="1374861" y="2018304"/>
                  </a:lnTo>
                  <a:lnTo>
                    <a:pt x="1375932" y="2017808"/>
                  </a:lnTo>
                  <a:lnTo>
                    <a:pt x="1377004" y="2017312"/>
                  </a:lnTo>
                  <a:lnTo>
                    <a:pt x="1378076" y="2016815"/>
                  </a:lnTo>
                  <a:lnTo>
                    <a:pt x="1379147" y="2016317"/>
                  </a:lnTo>
                  <a:lnTo>
                    <a:pt x="1380219" y="2015819"/>
                  </a:lnTo>
                  <a:lnTo>
                    <a:pt x="1381290" y="2015319"/>
                  </a:lnTo>
                  <a:lnTo>
                    <a:pt x="1382362" y="2014818"/>
                  </a:lnTo>
                  <a:lnTo>
                    <a:pt x="1383434" y="2014316"/>
                  </a:lnTo>
                  <a:lnTo>
                    <a:pt x="1384505" y="2013813"/>
                  </a:lnTo>
                  <a:lnTo>
                    <a:pt x="1385577" y="2013310"/>
                  </a:lnTo>
                  <a:lnTo>
                    <a:pt x="1386648" y="2012742"/>
                  </a:lnTo>
                  <a:lnTo>
                    <a:pt x="1387720" y="2012089"/>
                  </a:lnTo>
                  <a:lnTo>
                    <a:pt x="1388792" y="2011435"/>
                  </a:lnTo>
                  <a:lnTo>
                    <a:pt x="1389863" y="2010780"/>
                  </a:lnTo>
                  <a:lnTo>
                    <a:pt x="1390935" y="2010126"/>
                  </a:lnTo>
                  <a:lnTo>
                    <a:pt x="1392006" y="2009470"/>
                  </a:lnTo>
                  <a:lnTo>
                    <a:pt x="1393078" y="2008814"/>
                  </a:lnTo>
                  <a:lnTo>
                    <a:pt x="1394150" y="2008158"/>
                  </a:lnTo>
                  <a:lnTo>
                    <a:pt x="1395221" y="2007501"/>
                  </a:lnTo>
                  <a:lnTo>
                    <a:pt x="1396293" y="2006844"/>
                  </a:lnTo>
                  <a:lnTo>
                    <a:pt x="1397364" y="2006186"/>
                  </a:lnTo>
                  <a:lnTo>
                    <a:pt x="1398436" y="2005528"/>
                  </a:lnTo>
                  <a:lnTo>
                    <a:pt x="1399508" y="2004870"/>
                  </a:lnTo>
                  <a:lnTo>
                    <a:pt x="1400579" y="2004210"/>
                  </a:lnTo>
                  <a:lnTo>
                    <a:pt x="1401651" y="2003551"/>
                  </a:lnTo>
                  <a:lnTo>
                    <a:pt x="1402722" y="2002891"/>
                  </a:lnTo>
                  <a:lnTo>
                    <a:pt x="1403794" y="2002230"/>
                  </a:lnTo>
                  <a:lnTo>
                    <a:pt x="1404866" y="2001569"/>
                  </a:lnTo>
                  <a:lnTo>
                    <a:pt x="1405937" y="2000907"/>
                  </a:lnTo>
                  <a:lnTo>
                    <a:pt x="1407009" y="2000245"/>
                  </a:lnTo>
                  <a:lnTo>
                    <a:pt x="1408080" y="1999583"/>
                  </a:lnTo>
                  <a:lnTo>
                    <a:pt x="1409152" y="1998919"/>
                  </a:lnTo>
                  <a:lnTo>
                    <a:pt x="1410224" y="1998256"/>
                  </a:lnTo>
                  <a:lnTo>
                    <a:pt x="1411295" y="1997592"/>
                  </a:lnTo>
                  <a:lnTo>
                    <a:pt x="1412367" y="1996927"/>
                  </a:lnTo>
                  <a:lnTo>
                    <a:pt x="1413438" y="1996262"/>
                  </a:lnTo>
                  <a:lnTo>
                    <a:pt x="1414510" y="1995596"/>
                  </a:lnTo>
                  <a:lnTo>
                    <a:pt x="1415582" y="1994930"/>
                  </a:lnTo>
                  <a:lnTo>
                    <a:pt x="1416653" y="1994263"/>
                  </a:lnTo>
                  <a:lnTo>
                    <a:pt x="1417725" y="1993596"/>
                  </a:lnTo>
                  <a:lnTo>
                    <a:pt x="1418796" y="1992928"/>
                  </a:lnTo>
                  <a:lnTo>
                    <a:pt x="1419868" y="1992260"/>
                  </a:lnTo>
                  <a:lnTo>
                    <a:pt x="1420939" y="1991591"/>
                  </a:lnTo>
                  <a:lnTo>
                    <a:pt x="1422011" y="1990922"/>
                  </a:lnTo>
                  <a:lnTo>
                    <a:pt x="1423083" y="1990252"/>
                  </a:lnTo>
                  <a:lnTo>
                    <a:pt x="1424154" y="1989582"/>
                  </a:lnTo>
                  <a:lnTo>
                    <a:pt x="1425226" y="1988911"/>
                  </a:lnTo>
                  <a:lnTo>
                    <a:pt x="1426297" y="1988239"/>
                  </a:lnTo>
                  <a:lnTo>
                    <a:pt x="1427369" y="1987567"/>
                  </a:lnTo>
                  <a:lnTo>
                    <a:pt x="1428441" y="1986895"/>
                  </a:lnTo>
                  <a:lnTo>
                    <a:pt x="1429512" y="1986222"/>
                  </a:lnTo>
                  <a:lnTo>
                    <a:pt x="1430584" y="1985548"/>
                  </a:lnTo>
                  <a:lnTo>
                    <a:pt x="1431655" y="1984874"/>
                  </a:lnTo>
                  <a:lnTo>
                    <a:pt x="1432727" y="1984199"/>
                  </a:lnTo>
                  <a:lnTo>
                    <a:pt x="1433799" y="1983524"/>
                  </a:lnTo>
                  <a:lnTo>
                    <a:pt x="1434870" y="1982848"/>
                  </a:lnTo>
                  <a:lnTo>
                    <a:pt x="1435942" y="1982172"/>
                  </a:lnTo>
                  <a:lnTo>
                    <a:pt x="1437013" y="1981495"/>
                  </a:lnTo>
                  <a:lnTo>
                    <a:pt x="1438085" y="1980817"/>
                  </a:lnTo>
                  <a:lnTo>
                    <a:pt x="1439157" y="1980139"/>
                  </a:lnTo>
                  <a:lnTo>
                    <a:pt x="1440228" y="1979460"/>
                  </a:lnTo>
                  <a:lnTo>
                    <a:pt x="1441300" y="1978781"/>
                  </a:lnTo>
                  <a:lnTo>
                    <a:pt x="1442371" y="1978101"/>
                  </a:lnTo>
                  <a:lnTo>
                    <a:pt x="1443443" y="1977421"/>
                  </a:lnTo>
                  <a:lnTo>
                    <a:pt x="1444515" y="1976739"/>
                  </a:lnTo>
                  <a:lnTo>
                    <a:pt x="1445586" y="1976058"/>
                  </a:lnTo>
                  <a:lnTo>
                    <a:pt x="1446658" y="1975376"/>
                  </a:lnTo>
                  <a:lnTo>
                    <a:pt x="1447729" y="1974693"/>
                  </a:lnTo>
                  <a:lnTo>
                    <a:pt x="1448801" y="1974009"/>
                  </a:lnTo>
                  <a:lnTo>
                    <a:pt x="1449873" y="1973325"/>
                  </a:lnTo>
                  <a:lnTo>
                    <a:pt x="1450944" y="1972641"/>
                  </a:lnTo>
                  <a:lnTo>
                    <a:pt x="1452016" y="1971956"/>
                  </a:lnTo>
                  <a:lnTo>
                    <a:pt x="1453087" y="1971270"/>
                  </a:lnTo>
                  <a:lnTo>
                    <a:pt x="1454159" y="1970584"/>
                  </a:lnTo>
                  <a:lnTo>
                    <a:pt x="1455231" y="1969897"/>
                  </a:lnTo>
                  <a:lnTo>
                    <a:pt x="1456302" y="1969209"/>
                  </a:lnTo>
                  <a:lnTo>
                    <a:pt x="1457374" y="1968521"/>
                  </a:lnTo>
                  <a:lnTo>
                    <a:pt x="1458445" y="1967832"/>
                  </a:lnTo>
                  <a:lnTo>
                    <a:pt x="1459517" y="1967142"/>
                  </a:lnTo>
                  <a:lnTo>
                    <a:pt x="1460589" y="1966452"/>
                  </a:lnTo>
                  <a:lnTo>
                    <a:pt x="1461660" y="1965762"/>
                  </a:lnTo>
                  <a:lnTo>
                    <a:pt x="1462732" y="1965070"/>
                  </a:lnTo>
                  <a:lnTo>
                    <a:pt x="1463803" y="1964378"/>
                  </a:lnTo>
                  <a:lnTo>
                    <a:pt x="1464875" y="1963686"/>
                  </a:lnTo>
                  <a:lnTo>
                    <a:pt x="1465947" y="1962992"/>
                  </a:lnTo>
                  <a:lnTo>
                    <a:pt x="1467018" y="1962298"/>
                  </a:lnTo>
                  <a:lnTo>
                    <a:pt x="1468090" y="1961604"/>
                  </a:lnTo>
                  <a:lnTo>
                    <a:pt x="1469161" y="1960909"/>
                  </a:lnTo>
                  <a:lnTo>
                    <a:pt x="1470233" y="1960213"/>
                  </a:lnTo>
                  <a:lnTo>
                    <a:pt x="1471305" y="1959516"/>
                  </a:lnTo>
                  <a:lnTo>
                    <a:pt x="1472376" y="1958819"/>
                  </a:lnTo>
                  <a:lnTo>
                    <a:pt x="1473448" y="1958121"/>
                  </a:lnTo>
                  <a:lnTo>
                    <a:pt x="1474519" y="1957423"/>
                  </a:lnTo>
                  <a:lnTo>
                    <a:pt x="1475591" y="1956724"/>
                  </a:lnTo>
                  <a:lnTo>
                    <a:pt x="1476663" y="1956024"/>
                  </a:lnTo>
                  <a:lnTo>
                    <a:pt x="1477734" y="1955324"/>
                  </a:lnTo>
                  <a:lnTo>
                    <a:pt x="1478806" y="1954622"/>
                  </a:lnTo>
                  <a:lnTo>
                    <a:pt x="1479877" y="1953921"/>
                  </a:lnTo>
                  <a:lnTo>
                    <a:pt x="1480949" y="1953218"/>
                  </a:lnTo>
                  <a:lnTo>
                    <a:pt x="1482021" y="1952515"/>
                  </a:lnTo>
                  <a:lnTo>
                    <a:pt x="1483092" y="1951811"/>
                  </a:lnTo>
                  <a:lnTo>
                    <a:pt x="1484164" y="1951107"/>
                  </a:lnTo>
                  <a:lnTo>
                    <a:pt x="1485235" y="1950402"/>
                  </a:lnTo>
                  <a:lnTo>
                    <a:pt x="1486307" y="1949696"/>
                  </a:lnTo>
                  <a:lnTo>
                    <a:pt x="1487379" y="1948989"/>
                  </a:lnTo>
                  <a:lnTo>
                    <a:pt x="1488450" y="1948282"/>
                  </a:lnTo>
                  <a:lnTo>
                    <a:pt x="1489522" y="1947574"/>
                  </a:lnTo>
                  <a:lnTo>
                    <a:pt x="1490593" y="1946865"/>
                  </a:lnTo>
                  <a:lnTo>
                    <a:pt x="1491665" y="1946156"/>
                  </a:lnTo>
                  <a:lnTo>
                    <a:pt x="1492737" y="1945446"/>
                  </a:lnTo>
                  <a:lnTo>
                    <a:pt x="1493808" y="1944735"/>
                  </a:lnTo>
                  <a:lnTo>
                    <a:pt x="1494880" y="1944023"/>
                  </a:lnTo>
                  <a:lnTo>
                    <a:pt x="1495951" y="1943311"/>
                  </a:lnTo>
                  <a:lnTo>
                    <a:pt x="1497023" y="1942598"/>
                  </a:lnTo>
                  <a:lnTo>
                    <a:pt x="1498095" y="1941885"/>
                  </a:lnTo>
                  <a:lnTo>
                    <a:pt x="1499166" y="1941170"/>
                  </a:lnTo>
                  <a:lnTo>
                    <a:pt x="1500238" y="1940455"/>
                  </a:lnTo>
                  <a:lnTo>
                    <a:pt x="1501309" y="1939739"/>
                  </a:lnTo>
                  <a:lnTo>
                    <a:pt x="1502381" y="1939023"/>
                  </a:lnTo>
                  <a:lnTo>
                    <a:pt x="1503453" y="1938305"/>
                  </a:lnTo>
                  <a:lnTo>
                    <a:pt x="1504524" y="1937587"/>
                  </a:lnTo>
                  <a:lnTo>
                    <a:pt x="1505596" y="1936869"/>
                  </a:lnTo>
                  <a:lnTo>
                    <a:pt x="1506667" y="1936149"/>
                  </a:lnTo>
                  <a:lnTo>
                    <a:pt x="1507739" y="1935429"/>
                  </a:lnTo>
                  <a:lnTo>
                    <a:pt x="1508811" y="1934708"/>
                  </a:lnTo>
                  <a:lnTo>
                    <a:pt x="1509882" y="1933986"/>
                  </a:lnTo>
                  <a:lnTo>
                    <a:pt x="1510954" y="1933264"/>
                  </a:lnTo>
                  <a:lnTo>
                    <a:pt x="1512025" y="1932541"/>
                  </a:lnTo>
                  <a:lnTo>
                    <a:pt x="1513097" y="1931817"/>
                  </a:lnTo>
                  <a:lnTo>
                    <a:pt x="1514169" y="1931092"/>
                  </a:lnTo>
                  <a:lnTo>
                    <a:pt x="1515240" y="1930366"/>
                  </a:lnTo>
                  <a:lnTo>
                    <a:pt x="1516312" y="1929640"/>
                  </a:lnTo>
                  <a:lnTo>
                    <a:pt x="1517383" y="1928913"/>
                  </a:lnTo>
                  <a:lnTo>
                    <a:pt x="1518455" y="1928185"/>
                  </a:lnTo>
                  <a:lnTo>
                    <a:pt x="1519527" y="1927457"/>
                  </a:lnTo>
                  <a:lnTo>
                    <a:pt x="1520598" y="1926727"/>
                  </a:lnTo>
                  <a:lnTo>
                    <a:pt x="1521670" y="1925997"/>
                  </a:lnTo>
                  <a:lnTo>
                    <a:pt x="1522741" y="1925266"/>
                  </a:lnTo>
                  <a:lnTo>
                    <a:pt x="1523813" y="1924535"/>
                  </a:lnTo>
                  <a:lnTo>
                    <a:pt x="1524885" y="1923802"/>
                  </a:lnTo>
                  <a:lnTo>
                    <a:pt x="1525956" y="1923069"/>
                  </a:lnTo>
                  <a:lnTo>
                    <a:pt x="1527028" y="1922335"/>
                  </a:lnTo>
                  <a:lnTo>
                    <a:pt x="1528099" y="1921600"/>
                  </a:lnTo>
                  <a:lnTo>
                    <a:pt x="1529171" y="1920864"/>
                  </a:lnTo>
                  <a:lnTo>
                    <a:pt x="1530243" y="1920128"/>
                  </a:lnTo>
                  <a:lnTo>
                    <a:pt x="1531314" y="1919391"/>
                  </a:lnTo>
                  <a:lnTo>
                    <a:pt x="1532386" y="1918653"/>
                  </a:lnTo>
                  <a:lnTo>
                    <a:pt x="1533457" y="1917914"/>
                  </a:lnTo>
                  <a:lnTo>
                    <a:pt x="1534529" y="1917175"/>
                  </a:lnTo>
                  <a:lnTo>
                    <a:pt x="1535601" y="1916434"/>
                  </a:lnTo>
                  <a:lnTo>
                    <a:pt x="1536672" y="1915693"/>
                  </a:lnTo>
                  <a:lnTo>
                    <a:pt x="1537744" y="1914951"/>
                  </a:lnTo>
                  <a:lnTo>
                    <a:pt x="1538815" y="1914208"/>
                  </a:lnTo>
                  <a:lnTo>
                    <a:pt x="1539887" y="1913465"/>
                  </a:lnTo>
                  <a:lnTo>
                    <a:pt x="1540959" y="1912720"/>
                  </a:lnTo>
                  <a:lnTo>
                    <a:pt x="1542030" y="1911975"/>
                  </a:lnTo>
                  <a:lnTo>
                    <a:pt x="1543102" y="1911229"/>
                  </a:lnTo>
                  <a:lnTo>
                    <a:pt x="1544173" y="1910482"/>
                  </a:lnTo>
                  <a:lnTo>
                    <a:pt x="1545245" y="1909734"/>
                  </a:lnTo>
                  <a:lnTo>
                    <a:pt x="1546317" y="1908986"/>
                  </a:lnTo>
                  <a:lnTo>
                    <a:pt x="1547388" y="1908236"/>
                  </a:lnTo>
                  <a:lnTo>
                    <a:pt x="1548460" y="1907486"/>
                  </a:lnTo>
                  <a:lnTo>
                    <a:pt x="1549531" y="1906735"/>
                  </a:lnTo>
                  <a:lnTo>
                    <a:pt x="1550603" y="1905984"/>
                  </a:lnTo>
                  <a:lnTo>
                    <a:pt x="1551675" y="1905231"/>
                  </a:lnTo>
                  <a:lnTo>
                    <a:pt x="1552746" y="1904477"/>
                  </a:lnTo>
                  <a:lnTo>
                    <a:pt x="1553818" y="1903723"/>
                  </a:lnTo>
                  <a:lnTo>
                    <a:pt x="1554889" y="1902968"/>
                  </a:lnTo>
                  <a:lnTo>
                    <a:pt x="1555961" y="1902212"/>
                  </a:lnTo>
                  <a:lnTo>
                    <a:pt x="1557033" y="1901455"/>
                  </a:lnTo>
                  <a:lnTo>
                    <a:pt x="1558104" y="1900697"/>
                  </a:lnTo>
                  <a:lnTo>
                    <a:pt x="1559176" y="1899939"/>
                  </a:lnTo>
                  <a:lnTo>
                    <a:pt x="1560247" y="1899180"/>
                  </a:lnTo>
                  <a:lnTo>
                    <a:pt x="1561319" y="1898419"/>
                  </a:lnTo>
                  <a:lnTo>
                    <a:pt x="1562391" y="1897658"/>
                  </a:lnTo>
                  <a:lnTo>
                    <a:pt x="1563462" y="1896896"/>
                  </a:lnTo>
                  <a:lnTo>
                    <a:pt x="1564534" y="1896134"/>
                  </a:lnTo>
                  <a:lnTo>
                    <a:pt x="1565605" y="1895370"/>
                  </a:lnTo>
                  <a:lnTo>
                    <a:pt x="1566677" y="1894606"/>
                  </a:lnTo>
                  <a:lnTo>
                    <a:pt x="1567749" y="1893840"/>
                  </a:lnTo>
                  <a:lnTo>
                    <a:pt x="1568820" y="1893074"/>
                  </a:lnTo>
                  <a:lnTo>
                    <a:pt x="1569892" y="1892307"/>
                  </a:lnTo>
                  <a:lnTo>
                    <a:pt x="1570963" y="1891539"/>
                  </a:lnTo>
                  <a:lnTo>
                    <a:pt x="1572035" y="1890771"/>
                  </a:lnTo>
                  <a:lnTo>
                    <a:pt x="1573107" y="1890001"/>
                  </a:lnTo>
                  <a:lnTo>
                    <a:pt x="1574178" y="1889231"/>
                  </a:lnTo>
                  <a:lnTo>
                    <a:pt x="1575250" y="1888459"/>
                  </a:lnTo>
                  <a:lnTo>
                    <a:pt x="1576321" y="1887687"/>
                  </a:lnTo>
                  <a:lnTo>
                    <a:pt x="1577393" y="1886914"/>
                  </a:lnTo>
                  <a:lnTo>
                    <a:pt x="1578465" y="1886140"/>
                  </a:lnTo>
                  <a:lnTo>
                    <a:pt x="1579536" y="1885365"/>
                  </a:lnTo>
                  <a:lnTo>
                    <a:pt x="1580608" y="1884590"/>
                  </a:lnTo>
                  <a:lnTo>
                    <a:pt x="1581679" y="1883813"/>
                  </a:lnTo>
                  <a:lnTo>
                    <a:pt x="1582751" y="1883036"/>
                  </a:lnTo>
                  <a:lnTo>
                    <a:pt x="1583823" y="1882258"/>
                  </a:lnTo>
                  <a:lnTo>
                    <a:pt x="1584894" y="1881479"/>
                  </a:lnTo>
                  <a:lnTo>
                    <a:pt x="1585966" y="1880699"/>
                  </a:lnTo>
                  <a:lnTo>
                    <a:pt x="1587037" y="1879918"/>
                  </a:lnTo>
                  <a:lnTo>
                    <a:pt x="1588109" y="1879136"/>
                  </a:lnTo>
                  <a:lnTo>
                    <a:pt x="1589181" y="1878354"/>
                  </a:lnTo>
                  <a:lnTo>
                    <a:pt x="1590252" y="1877570"/>
                  </a:lnTo>
                  <a:lnTo>
                    <a:pt x="1591324" y="1876786"/>
                  </a:lnTo>
                  <a:lnTo>
                    <a:pt x="1592395" y="1876001"/>
                  </a:lnTo>
                  <a:lnTo>
                    <a:pt x="1593467" y="1875214"/>
                  </a:lnTo>
                  <a:lnTo>
                    <a:pt x="1594539" y="1874428"/>
                  </a:lnTo>
                  <a:lnTo>
                    <a:pt x="1595610" y="1873640"/>
                  </a:lnTo>
                  <a:lnTo>
                    <a:pt x="1596682" y="1872851"/>
                  </a:lnTo>
                  <a:lnTo>
                    <a:pt x="1597753" y="1872061"/>
                  </a:lnTo>
                  <a:lnTo>
                    <a:pt x="1598825" y="1871271"/>
                  </a:lnTo>
                  <a:lnTo>
                    <a:pt x="1599896" y="1870480"/>
                  </a:lnTo>
                  <a:lnTo>
                    <a:pt x="1600968" y="1869687"/>
                  </a:lnTo>
                  <a:lnTo>
                    <a:pt x="1602040" y="1868894"/>
                  </a:lnTo>
                  <a:lnTo>
                    <a:pt x="1603111" y="1868100"/>
                  </a:lnTo>
                  <a:lnTo>
                    <a:pt x="1604183" y="1867306"/>
                  </a:lnTo>
                  <a:lnTo>
                    <a:pt x="1605254" y="1866510"/>
                  </a:lnTo>
                  <a:lnTo>
                    <a:pt x="1606326" y="1865713"/>
                  </a:lnTo>
                  <a:lnTo>
                    <a:pt x="1607398" y="1864916"/>
                  </a:lnTo>
                  <a:lnTo>
                    <a:pt x="1608469" y="1864117"/>
                  </a:lnTo>
                  <a:lnTo>
                    <a:pt x="1609541" y="1863318"/>
                  </a:lnTo>
                  <a:lnTo>
                    <a:pt x="1610612" y="1862518"/>
                  </a:lnTo>
                  <a:lnTo>
                    <a:pt x="1611684" y="1861717"/>
                  </a:lnTo>
                  <a:lnTo>
                    <a:pt x="1612756" y="1860915"/>
                  </a:lnTo>
                  <a:lnTo>
                    <a:pt x="1613827" y="1860113"/>
                  </a:lnTo>
                  <a:lnTo>
                    <a:pt x="1614899" y="1859309"/>
                  </a:lnTo>
                  <a:lnTo>
                    <a:pt x="1615970" y="1858504"/>
                  </a:lnTo>
                  <a:lnTo>
                    <a:pt x="1617042" y="1857699"/>
                  </a:lnTo>
                  <a:lnTo>
                    <a:pt x="1618114" y="1856893"/>
                  </a:lnTo>
                  <a:lnTo>
                    <a:pt x="1619185" y="1856086"/>
                  </a:lnTo>
                  <a:lnTo>
                    <a:pt x="1620257" y="1855278"/>
                  </a:lnTo>
                  <a:lnTo>
                    <a:pt x="1621328" y="1854469"/>
                  </a:lnTo>
                  <a:lnTo>
                    <a:pt x="1622400" y="1853659"/>
                  </a:lnTo>
                  <a:lnTo>
                    <a:pt x="1623472" y="1852848"/>
                  </a:lnTo>
                  <a:lnTo>
                    <a:pt x="1624543" y="1852037"/>
                  </a:lnTo>
                  <a:lnTo>
                    <a:pt x="1625615" y="1851225"/>
                  </a:lnTo>
                  <a:lnTo>
                    <a:pt x="1626686" y="1850411"/>
                  </a:lnTo>
                  <a:lnTo>
                    <a:pt x="1627758" y="1849597"/>
                  </a:lnTo>
                  <a:lnTo>
                    <a:pt x="1628830" y="1848782"/>
                  </a:lnTo>
                  <a:lnTo>
                    <a:pt x="1629901" y="1847966"/>
                  </a:lnTo>
                  <a:lnTo>
                    <a:pt x="1630973" y="1847150"/>
                  </a:lnTo>
                  <a:lnTo>
                    <a:pt x="1632044" y="1846332"/>
                  </a:lnTo>
                  <a:lnTo>
                    <a:pt x="1633116" y="1845513"/>
                  </a:lnTo>
                  <a:lnTo>
                    <a:pt x="1634188" y="1844694"/>
                  </a:lnTo>
                  <a:lnTo>
                    <a:pt x="1635259" y="1843874"/>
                  </a:lnTo>
                  <a:lnTo>
                    <a:pt x="1636331" y="1843053"/>
                  </a:lnTo>
                  <a:lnTo>
                    <a:pt x="1637402" y="1842231"/>
                  </a:lnTo>
                  <a:lnTo>
                    <a:pt x="1638474" y="1841408"/>
                  </a:lnTo>
                  <a:lnTo>
                    <a:pt x="1639546" y="1840584"/>
                  </a:lnTo>
                  <a:lnTo>
                    <a:pt x="1640617" y="1839760"/>
                  </a:lnTo>
                  <a:lnTo>
                    <a:pt x="1641689" y="1838934"/>
                  </a:lnTo>
                  <a:lnTo>
                    <a:pt x="1642760" y="1838108"/>
                  </a:lnTo>
                  <a:lnTo>
                    <a:pt x="1643832" y="1837281"/>
                  </a:lnTo>
                  <a:lnTo>
                    <a:pt x="1644904" y="1836453"/>
                  </a:lnTo>
                  <a:lnTo>
                    <a:pt x="1645975" y="1835624"/>
                  </a:lnTo>
                  <a:lnTo>
                    <a:pt x="1647047" y="1834794"/>
                  </a:lnTo>
                  <a:lnTo>
                    <a:pt x="1648118" y="1833964"/>
                  </a:lnTo>
                  <a:lnTo>
                    <a:pt x="1649190" y="1833132"/>
                  </a:lnTo>
                  <a:lnTo>
                    <a:pt x="1650262" y="1832300"/>
                  </a:lnTo>
                  <a:lnTo>
                    <a:pt x="1651333" y="1831467"/>
                  </a:lnTo>
                  <a:lnTo>
                    <a:pt x="1652405" y="1830633"/>
                  </a:lnTo>
                  <a:lnTo>
                    <a:pt x="1653476" y="1829798"/>
                  </a:lnTo>
                  <a:lnTo>
                    <a:pt x="1654548" y="1828962"/>
                  </a:lnTo>
                  <a:lnTo>
                    <a:pt x="1655620" y="1828126"/>
                  </a:lnTo>
                  <a:lnTo>
                    <a:pt x="1656691" y="1827289"/>
                  </a:lnTo>
                  <a:lnTo>
                    <a:pt x="1657763" y="1826450"/>
                  </a:lnTo>
                  <a:lnTo>
                    <a:pt x="1658834" y="1825611"/>
                  </a:lnTo>
                  <a:lnTo>
                    <a:pt x="1659906" y="1824771"/>
                  </a:lnTo>
                  <a:lnTo>
                    <a:pt x="1660978" y="1823931"/>
                  </a:lnTo>
                  <a:lnTo>
                    <a:pt x="1662049" y="1823089"/>
                  </a:lnTo>
                  <a:lnTo>
                    <a:pt x="1663121" y="1822247"/>
                  </a:lnTo>
                  <a:lnTo>
                    <a:pt x="1664192" y="1821403"/>
                  </a:lnTo>
                  <a:lnTo>
                    <a:pt x="1665264" y="1820559"/>
                  </a:lnTo>
                  <a:lnTo>
                    <a:pt x="1666336" y="1819714"/>
                  </a:lnTo>
                  <a:lnTo>
                    <a:pt x="1667407" y="1818869"/>
                  </a:lnTo>
                  <a:lnTo>
                    <a:pt x="1668479" y="1818022"/>
                  </a:lnTo>
                  <a:lnTo>
                    <a:pt x="1669550" y="1817175"/>
                  </a:lnTo>
                  <a:lnTo>
                    <a:pt x="1670622" y="1816326"/>
                  </a:lnTo>
                  <a:lnTo>
                    <a:pt x="1671694" y="1815477"/>
                  </a:lnTo>
                  <a:lnTo>
                    <a:pt x="1672765" y="1814627"/>
                  </a:lnTo>
                  <a:lnTo>
                    <a:pt x="1673837" y="1813777"/>
                  </a:lnTo>
                  <a:lnTo>
                    <a:pt x="1674908" y="1812925"/>
                  </a:lnTo>
                  <a:lnTo>
                    <a:pt x="1675980" y="1812073"/>
                  </a:lnTo>
                  <a:lnTo>
                    <a:pt x="1677052" y="1811220"/>
                  </a:lnTo>
                  <a:lnTo>
                    <a:pt x="1678123" y="1810366"/>
                  </a:lnTo>
                  <a:lnTo>
                    <a:pt x="1679195" y="1809511"/>
                  </a:lnTo>
                  <a:lnTo>
                    <a:pt x="1680266" y="1808655"/>
                  </a:lnTo>
                  <a:lnTo>
                    <a:pt x="1681338" y="1807799"/>
                  </a:lnTo>
                  <a:lnTo>
                    <a:pt x="1682410" y="1806942"/>
                  </a:lnTo>
                  <a:lnTo>
                    <a:pt x="1683481" y="1806084"/>
                  </a:lnTo>
                  <a:lnTo>
                    <a:pt x="1684553" y="1805225"/>
                  </a:lnTo>
                  <a:lnTo>
                    <a:pt x="1685624" y="1804365"/>
                  </a:lnTo>
                  <a:lnTo>
                    <a:pt x="1686696" y="1803505"/>
                  </a:lnTo>
                  <a:lnTo>
                    <a:pt x="1687768" y="1802644"/>
                  </a:lnTo>
                  <a:lnTo>
                    <a:pt x="1688839" y="1801782"/>
                  </a:lnTo>
                  <a:lnTo>
                    <a:pt x="1689911" y="1800919"/>
                  </a:lnTo>
                  <a:lnTo>
                    <a:pt x="1690982" y="1800055"/>
                  </a:lnTo>
                  <a:lnTo>
                    <a:pt x="1692054" y="1799191"/>
                  </a:lnTo>
                  <a:lnTo>
                    <a:pt x="1693126" y="1798326"/>
                  </a:lnTo>
                  <a:lnTo>
                    <a:pt x="1694197" y="1797460"/>
                  </a:lnTo>
                  <a:lnTo>
                    <a:pt x="1695269" y="1796593"/>
                  </a:lnTo>
                  <a:lnTo>
                    <a:pt x="1696340" y="1795726"/>
                  </a:lnTo>
                  <a:lnTo>
                    <a:pt x="1697412" y="1794858"/>
                  </a:lnTo>
                  <a:lnTo>
                    <a:pt x="1698484" y="1793989"/>
                  </a:lnTo>
                  <a:lnTo>
                    <a:pt x="1699555" y="1793119"/>
                  </a:lnTo>
                  <a:lnTo>
                    <a:pt x="1700627" y="1792248"/>
                  </a:lnTo>
                  <a:lnTo>
                    <a:pt x="1701698" y="1791377"/>
                  </a:lnTo>
                  <a:lnTo>
                    <a:pt x="1702770" y="1790505"/>
                  </a:lnTo>
                  <a:lnTo>
                    <a:pt x="1703842" y="1789632"/>
                  </a:lnTo>
                  <a:lnTo>
                    <a:pt x="1704913" y="1788759"/>
                  </a:lnTo>
                  <a:lnTo>
                    <a:pt x="1705985" y="1787884"/>
                  </a:lnTo>
                  <a:lnTo>
                    <a:pt x="1707056" y="1787009"/>
                  </a:lnTo>
                  <a:lnTo>
                    <a:pt x="1708128" y="1786134"/>
                  </a:lnTo>
                  <a:lnTo>
                    <a:pt x="1709200" y="1785257"/>
                  </a:lnTo>
                  <a:lnTo>
                    <a:pt x="1710271" y="1784380"/>
                  </a:lnTo>
                  <a:lnTo>
                    <a:pt x="1711343" y="1783502"/>
                  </a:lnTo>
                  <a:lnTo>
                    <a:pt x="1712414" y="1782623"/>
                  </a:lnTo>
                  <a:lnTo>
                    <a:pt x="1713486" y="1781743"/>
                  </a:lnTo>
                  <a:lnTo>
                    <a:pt x="1714558" y="1780863"/>
                  </a:lnTo>
                  <a:lnTo>
                    <a:pt x="1715629" y="1779982"/>
                  </a:lnTo>
                  <a:lnTo>
                    <a:pt x="1716701" y="1779101"/>
                  </a:lnTo>
                  <a:lnTo>
                    <a:pt x="1717772" y="1778218"/>
                  </a:lnTo>
                  <a:lnTo>
                    <a:pt x="1718844" y="1777335"/>
                  </a:lnTo>
                  <a:lnTo>
                    <a:pt x="1719916" y="1776451"/>
                  </a:lnTo>
                  <a:lnTo>
                    <a:pt x="1720987" y="1775567"/>
                  </a:lnTo>
                  <a:lnTo>
                    <a:pt x="1722059" y="1774682"/>
                  </a:lnTo>
                  <a:lnTo>
                    <a:pt x="1723130" y="1773796"/>
                  </a:lnTo>
                  <a:lnTo>
                    <a:pt x="1724202" y="1772909"/>
                  </a:lnTo>
                  <a:lnTo>
                    <a:pt x="1725274" y="1772022"/>
                  </a:lnTo>
                  <a:lnTo>
                    <a:pt x="1726345" y="1771134"/>
                  </a:lnTo>
                  <a:lnTo>
                    <a:pt x="1727417" y="1770245"/>
                  </a:lnTo>
                  <a:lnTo>
                    <a:pt x="1728488" y="1769356"/>
                  </a:lnTo>
                  <a:lnTo>
                    <a:pt x="1729560" y="1768466"/>
                  </a:lnTo>
                  <a:lnTo>
                    <a:pt x="1730632" y="1767575"/>
                  </a:lnTo>
                  <a:lnTo>
                    <a:pt x="1731703" y="1766683"/>
                  </a:lnTo>
                  <a:lnTo>
                    <a:pt x="1732775" y="1765791"/>
                  </a:lnTo>
                  <a:lnTo>
                    <a:pt x="1733846" y="1764899"/>
                  </a:lnTo>
                  <a:lnTo>
                    <a:pt x="1734918" y="1764005"/>
                  </a:lnTo>
                  <a:lnTo>
                    <a:pt x="1735990" y="1763111"/>
                  </a:lnTo>
                  <a:lnTo>
                    <a:pt x="1737061" y="1762216"/>
                  </a:lnTo>
                  <a:lnTo>
                    <a:pt x="1738133" y="1761321"/>
                  </a:lnTo>
                  <a:lnTo>
                    <a:pt x="1739204" y="1760425"/>
                  </a:lnTo>
                  <a:lnTo>
                    <a:pt x="1740276" y="1759528"/>
                  </a:lnTo>
                  <a:lnTo>
                    <a:pt x="1741348" y="1758631"/>
                  </a:lnTo>
                  <a:lnTo>
                    <a:pt x="1742419" y="1757733"/>
                  </a:lnTo>
                  <a:lnTo>
                    <a:pt x="1743491" y="1756834"/>
                  </a:lnTo>
                  <a:lnTo>
                    <a:pt x="1744562" y="1755935"/>
                  </a:lnTo>
                  <a:lnTo>
                    <a:pt x="1745634" y="1755035"/>
                  </a:lnTo>
                  <a:lnTo>
                    <a:pt x="1746706" y="1754134"/>
                  </a:lnTo>
                  <a:lnTo>
                    <a:pt x="1747777" y="1753233"/>
                  </a:lnTo>
                  <a:lnTo>
                    <a:pt x="1748849" y="1752331"/>
                  </a:lnTo>
                  <a:lnTo>
                    <a:pt x="1749920" y="1751429"/>
                  </a:lnTo>
                  <a:lnTo>
                    <a:pt x="1750992" y="1750526"/>
                  </a:lnTo>
                  <a:lnTo>
                    <a:pt x="1752064" y="1749622"/>
                  </a:lnTo>
                  <a:lnTo>
                    <a:pt x="1753135" y="1748718"/>
                  </a:lnTo>
                  <a:lnTo>
                    <a:pt x="1754207" y="1747813"/>
                  </a:lnTo>
                  <a:lnTo>
                    <a:pt x="1755278" y="1746907"/>
                  </a:lnTo>
                  <a:lnTo>
                    <a:pt x="1756350" y="1746001"/>
                  </a:lnTo>
                  <a:lnTo>
                    <a:pt x="1757422" y="1745095"/>
                  </a:lnTo>
                  <a:lnTo>
                    <a:pt x="1758493" y="1744187"/>
                  </a:lnTo>
                  <a:lnTo>
                    <a:pt x="1759565" y="1743280"/>
                  </a:lnTo>
                  <a:lnTo>
                    <a:pt x="1760636" y="1742371"/>
                  </a:lnTo>
                  <a:lnTo>
                    <a:pt x="1761708" y="1741462"/>
                  </a:lnTo>
                  <a:lnTo>
                    <a:pt x="1762780" y="1740553"/>
                  </a:lnTo>
                  <a:lnTo>
                    <a:pt x="1763851" y="1739643"/>
                  </a:lnTo>
                  <a:lnTo>
                    <a:pt x="1764923" y="1738732"/>
                  </a:lnTo>
                  <a:lnTo>
                    <a:pt x="1765994" y="1737821"/>
                  </a:lnTo>
                  <a:lnTo>
                    <a:pt x="1767066" y="1736909"/>
                  </a:lnTo>
                  <a:lnTo>
                    <a:pt x="1768138" y="1735997"/>
                  </a:lnTo>
                  <a:lnTo>
                    <a:pt x="1769209" y="1735084"/>
                  </a:lnTo>
                  <a:lnTo>
                    <a:pt x="1770281" y="1734170"/>
                  </a:lnTo>
                  <a:lnTo>
                    <a:pt x="1771352" y="1733256"/>
                  </a:lnTo>
                  <a:lnTo>
                    <a:pt x="1772424" y="1732342"/>
                  </a:lnTo>
                  <a:lnTo>
                    <a:pt x="1773496" y="1731427"/>
                  </a:lnTo>
                  <a:lnTo>
                    <a:pt x="1774567" y="1730511"/>
                  </a:lnTo>
                  <a:lnTo>
                    <a:pt x="1775639" y="1729595"/>
                  </a:lnTo>
                  <a:lnTo>
                    <a:pt x="1776710" y="1728679"/>
                  </a:lnTo>
                  <a:lnTo>
                    <a:pt x="1777782" y="1727761"/>
                  </a:lnTo>
                  <a:lnTo>
                    <a:pt x="1778853" y="1726844"/>
                  </a:lnTo>
                  <a:lnTo>
                    <a:pt x="1779925" y="1725926"/>
                  </a:lnTo>
                  <a:lnTo>
                    <a:pt x="1780997" y="1725007"/>
                  </a:lnTo>
                  <a:lnTo>
                    <a:pt x="1782068" y="1724088"/>
                  </a:lnTo>
                  <a:lnTo>
                    <a:pt x="1783140" y="1723168"/>
                  </a:lnTo>
                  <a:lnTo>
                    <a:pt x="1784211" y="1722248"/>
                  </a:lnTo>
                  <a:lnTo>
                    <a:pt x="1785283" y="1721328"/>
                  </a:lnTo>
                  <a:lnTo>
                    <a:pt x="1786355" y="1720407"/>
                  </a:lnTo>
                  <a:lnTo>
                    <a:pt x="1787426" y="1719485"/>
                  </a:lnTo>
                  <a:lnTo>
                    <a:pt x="1788498" y="1718563"/>
                  </a:lnTo>
                  <a:lnTo>
                    <a:pt x="1789569" y="1717641"/>
                  </a:lnTo>
                  <a:lnTo>
                    <a:pt x="1790641" y="1716718"/>
                  </a:lnTo>
                  <a:lnTo>
                    <a:pt x="1791713" y="1715795"/>
                  </a:lnTo>
                  <a:lnTo>
                    <a:pt x="1792784" y="1714871"/>
                  </a:lnTo>
                  <a:lnTo>
                    <a:pt x="1793856" y="1713947"/>
                  </a:lnTo>
                  <a:lnTo>
                    <a:pt x="1794927" y="1713022"/>
                  </a:lnTo>
                  <a:lnTo>
                    <a:pt x="1795999" y="1712097"/>
                  </a:lnTo>
                  <a:lnTo>
                    <a:pt x="1797071" y="1711171"/>
                  </a:lnTo>
                  <a:lnTo>
                    <a:pt x="1798142" y="1710245"/>
                  </a:lnTo>
                  <a:lnTo>
                    <a:pt x="1799214" y="1709319"/>
                  </a:lnTo>
                  <a:lnTo>
                    <a:pt x="1800285" y="1708392"/>
                  </a:lnTo>
                  <a:lnTo>
                    <a:pt x="1801357" y="1707465"/>
                  </a:lnTo>
                  <a:lnTo>
                    <a:pt x="1802429" y="1706537"/>
                  </a:lnTo>
                  <a:lnTo>
                    <a:pt x="1803500" y="1705609"/>
                  </a:lnTo>
                  <a:lnTo>
                    <a:pt x="1804572" y="1704681"/>
                  </a:lnTo>
                  <a:lnTo>
                    <a:pt x="1805643" y="1703752"/>
                  </a:lnTo>
                  <a:lnTo>
                    <a:pt x="1806715" y="1702823"/>
                  </a:lnTo>
                  <a:lnTo>
                    <a:pt x="1807787" y="1701893"/>
                  </a:lnTo>
                  <a:lnTo>
                    <a:pt x="1808858" y="1700963"/>
                  </a:lnTo>
                  <a:lnTo>
                    <a:pt x="1809930" y="1700033"/>
                  </a:lnTo>
                  <a:lnTo>
                    <a:pt x="1811001" y="1699102"/>
                  </a:lnTo>
                  <a:lnTo>
                    <a:pt x="1812073" y="1698171"/>
                  </a:lnTo>
                  <a:lnTo>
                    <a:pt x="1813145" y="1697240"/>
                  </a:lnTo>
                  <a:lnTo>
                    <a:pt x="1814216" y="1696308"/>
                  </a:lnTo>
                  <a:lnTo>
                    <a:pt x="1815288" y="1695376"/>
                  </a:lnTo>
                  <a:lnTo>
                    <a:pt x="1816359" y="1694443"/>
                  </a:lnTo>
                  <a:lnTo>
                    <a:pt x="1817431" y="1693510"/>
                  </a:lnTo>
                  <a:lnTo>
                    <a:pt x="1818503" y="1692577"/>
                  </a:lnTo>
                  <a:lnTo>
                    <a:pt x="1819574" y="1691644"/>
                  </a:lnTo>
                  <a:lnTo>
                    <a:pt x="1820646" y="1690710"/>
                  </a:lnTo>
                  <a:lnTo>
                    <a:pt x="1821717" y="1689776"/>
                  </a:lnTo>
                  <a:lnTo>
                    <a:pt x="1822789" y="1688842"/>
                  </a:lnTo>
                  <a:lnTo>
                    <a:pt x="1823861" y="1687907"/>
                  </a:lnTo>
                  <a:lnTo>
                    <a:pt x="1824932" y="1686972"/>
                  </a:lnTo>
                  <a:lnTo>
                    <a:pt x="1826004" y="1686037"/>
                  </a:lnTo>
                  <a:lnTo>
                    <a:pt x="1827075" y="1685101"/>
                  </a:lnTo>
                  <a:lnTo>
                    <a:pt x="1828147" y="1684165"/>
                  </a:lnTo>
                  <a:lnTo>
                    <a:pt x="1829219" y="1683229"/>
                  </a:lnTo>
                  <a:lnTo>
                    <a:pt x="1830290" y="1682293"/>
                  </a:lnTo>
                  <a:lnTo>
                    <a:pt x="1831362" y="1681356"/>
                  </a:lnTo>
                  <a:lnTo>
                    <a:pt x="1832433" y="1680419"/>
                  </a:lnTo>
                  <a:lnTo>
                    <a:pt x="1833505" y="1679482"/>
                  </a:lnTo>
                  <a:lnTo>
                    <a:pt x="1834577" y="1678544"/>
                  </a:lnTo>
                  <a:lnTo>
                    <a:pt x="1835648" y="1677607"/>
                  </a:lnTo>
                  <a:lnTo>
                    <a:pt x="1836720" y="1676669"/>
                  </a:lnTo>
                  <a:lnTo>
                    <a:pt x="1837791" y="1675731"/>
                  </a:lnTo>
                  <a:lnTo>
                    <a:pt x="1838863" y="1674792"/>
                  </a:lnTo>
                  <a:lnTo>
                    <a:pt x="1839935" y="1673853"/>
                  </a:lnTo>
                  <a:lnTo>
                    <a:pt x="1841006" y="1672915"/>
                  </a:lnTo>
                  <a:lnTo>
                    <a:pt x="1842078" y="1671976"/>
                  </a:lnTo>
                  <a:lnTo>
                    <a:pt x="1843149" y="1671036"/>
                  </a:lnTo>
                  <a:lnTo>
                    <a:pt x="1844221" y="1670097"/>
                  </a:lnTo>
                  <a:lnTo>
                    <a:pt x="1845293" y="1669157"/>
                  </a:lnTo>
                  <a:lnTo>
                    <a:pt x="1846364" y="1668217"/>
                  </a:lnTo>
                  <a:lnTo>
                    <a:pt x="1847436" y="1667277"/>
                  </a:lnTo>
                  <a:lnTo>
                    <a:pt x="1848507" y="1666337"/>
                  </a:lnTo>
                  <a:lnTo>
                    <a:pt x="1849579" y="1665397"/>
                  </a:lnTo>
                  <a:lnTo>
                    <a:pt x="1850651" y="1664456"/>
                  </a:lnTo>
                  <a:lnTo>
                    <a:pt x="1851722" y="1663516"/>
                  </a:lnTo>
                  <a:lnTo>
                    <a:pt x="1852794" y="1662575"/>
                  </a:lnTo>
                  <a:lnTo>
                    <a:pt x="1853865" y="1661634"/>
                  </a:lnTo>
                  <a:lnTo>
                    <a:pt x="1854937" y="1660693"/>
                  </a:lnTo>
                  <a:lnTo>
                    <a:pt x="1856009" y="1659751"/>
                  </a:lnTo>
                  <a:lnTo>
                    <a:pt x="1857080" y="1658810"/>
                  </a:lnTo>
                  <a:lnTo>
                    <a:pt x="1858152" y="1657868"/>
                  </a:lnTo>
                  <a:lnTo>
                    <a:pt x="1859223" y="1656927"/>
                  </a:lnTo>
                  <a:lnTo>
                    <a:pt x="1860295" y="1655985"/>
                  </a:lnTo>
                  <a:lnTo>
                    <a:pt x="1861367" y="1655043"/>
                  </a:lnTo>
                  <a:lnTo>
                    <a:pt x="1862438" y="1654101"/>
                  </a:lnTo>
                  <a:lnTo>
                    <a:pt x="1863510" y="1653159"/>
                  </a:lnTo>
                  <a:lnTo>
                    <a:pt x="1864581" y="1652217"/>
                  </a:lnTo>
                  <a:lnTo>
                    <a:pt x="1865653" y="1651275"/>
                  </a:lnTo>
                  <a:lnTo>
                    <a:pt x="1866725" y="1650332"/>
                  </a:lnTo>
                  <a:lnTo>
                    <a:pt x="1867796" y="1649390"/>
                  </a:lnTo>
                  <a:lnTo>
                    <a:pt x="1868868" y="1648448"/>
                  </a:lnTo>
                  <a:lnTo>
                    <a:pt x="1869939" y="1647505"/>
                  </a:lnTo>
                  <a:lnTo>
                    <a:pt x="1871011" y="1646562"/>
                  </a:lnTo>
                  <a:lnTo>
                    <a:pt x="1872083" y="1645620"/>
                  </a:lnTo>
                  <a:lnTo>
                    <a:pt x="1873154" y="1644677"/>
                  </a:lnTo>
                  <a:lnTo>
                    <a:pt x="1874226" y="1643735"/>
                  </a:lnTo>
                  <a:lnTo>
                    <a:pt x="1875297" y="1642792"/>
                  </a:lnTo>
                  <a:lnTo>
                    <a:pt x="1876369" y="1641849"/>
                  </a:lnTo>
                  <a:lnTo>
                    <a:pt x="1877441" y="1640906"/>
                  </a:lnTo>
                  <a:lnTo>
                    <a:pt x="1878512" y="1639964"/>
                  </a:lnTo>
                  <a:lnTo>
                    <a:pt x="1879584" y="1639021"/>
                  </a:lnTo>
                  <a:lnTo>
                    <a:pt x="1880655" y="1638078"/>
                  </a:lnTo>
                  <a:lnTo>
                    <a:pt x="1881727" y="1637135"/>
                  </a:lnTo>
                  <a:lnTo>
                    <a:pt x="1882799" y="1636193"/>
                  </a:lnTo>
                  <a:lnTo>
                    <a:pt x="1883870" y="1635250"/>
                  </a:lnTo>
                  <a:lnTo>
                    <a:pt x="1884942" y="1634307"/>
                  </a:lnTo>
                  <a:lnTo>
                    <a:pt x="1886013" y="1633365"/>
                  </a:lnTo>
                  <a:lnTo>
                    <a:pt x="1887085" y="1632422"/>
                  </a:lnTo>
                  <a:lnTo>
                    <a:pt x="1888157" y="1631480"/>
                  </a:lnTo>
                  <a:lnTo>
                    <a:pt x="1889228" y="1630537"/>
                  </a:lnTo>
                  <a:lnTo>
                    <a:pt x="1890300" y="1629595"/>
                  </a:lnTo>
                  <a:lnTo>
                    <a:pt x="1891371" y="1628653"/>
                  </a:lnTo>
                  <a:lnTo>
                    <a:pt x="1892443" y="1627710"/>
                  </a:lnTo>
                  <a:lnTo>
                    <a:pt x="1893515" y="1626768"/>
                  </a:lnTo>
                  <a:lnTo>
                    <a:pt x="1894586" y="1625826"/>
                  </a:lnTo>
                  <a:lnTo>
                    <a:pt x="1895658" y="1624884"/>
                  </a:lnTo>
                  <a:lnTo>
                    <a:pt x="1896729" y="1623942"/>
                  </a:lnTo>
                  <a:lnTo>
                    <a:pt x="1897801" y="1623000"/>
                  </a:lnTo>
                  <a:lnTo>
                    <a:pt x="1898873" y="1622059"/>
                  </a:lnTo>
                  <a:lnTo>
                    <a:pt x="1899944" y="1621117"/>
                  </a:lnTo>
                  <a:lnTo>
                    <a:pt x="1901016" y="1620176"/>
                  </a:lnTo>
                  <a:lnTo>
                    <a:pt x="1902087" y="1619235"/>
                  </a:lnTo>
                  <a:lnTo>
                    <a:pt x="1903159" y="1618293"/>
                  </a:lnTo>
                  <a:lnTo>
                    <a:pt x="1904231" y="1617352"/>
                  </a:lnTo>
                  <a:lnTo>
                    <a:pt x="1905302" y="1616412"/>
                  </a:lnTo>
                  <a:lnTo>
                    <a:pt x="1906374" y="1615471"/>
                  </a:lnTo>
                  <a:lnTo>
                    <a:pt x="1907445" y="1614530"/>
                  </a:lnTo>
                  <a:lnTo>
                    <a:pt x="1908517" y="1613590"/>
                  </a:lnTo>
                  <a:lnTo>
                    <a:pt x="1909589" y="1612650"/>
                  </a:lnTo>
                  <a:lnTo>
                    <a:pt x="1910660" y="1611710"/>
                  </a:lnTo>
                  <a:lnTo>
                    <a:pt x="1911732" y="1610770"/>
                  </a:lnTo>
                  <a:lnTo>
                    <a:pt x="1912803" y="1609831"/>
                  </a:lnTo>
                  <a:lnTo>
                    <a:pt x="1913875" y="1608892"/>
                  </a:lnTo>
                  <a:lnTo>
                    <a:pt x="1914947" y="1607952"/>
                  </a:lnTo>
                  <a:lnTo>
                    <a:pt x="1916018" y="1607014"/>
                  </a:lnTo>
                  <a:lnTo>
                    <a:pt x="1917090" y="1606075"/>
                  </a:lnTo>
                  <a:lnTo>
                    <a:pt x="1918161" y="1605136"/>
                  </a:lnTo>
                  <a:lnTo>
                    <a:pt x="1919233" y="1604198"/>
                  </a:lnTo>
                  <a:lnTo>
                    <a:pt x="1920305" y="1603260"/>
                  </a:lnTo>
                  <a:lnTo>
                    <a:pt x="1921376" y="1602323"/>
                  </a:lnTo>
                  <a:lnTo>
                    <a:pt x="1922448" y="1601385"/>
                  </a:lnTo>
                  <a:lnTo>
                    <a:pt x="1923519" y="1600448"/>
                  </a:lnTo>
                  <a:lnTo>
                    <a:pt x="1924591" y="1599511"/>
                  </a:lnTo>
                  <a:lnTo>
                    <a:pt x="1925663" y="1598574"/>
                  </a:lnTo>
                  <a:lnTo>
                    <a:pt x="1926734" y="1597637"/>
                  </a:lnTo>
                  <a:lnTo>
                    <a:pt x="1927806" y="1596701"/>
                  </a:lnTo>
                  <a:lnTo>
                    <a:pt x="1928877" y="1595765"/>
                  </a:lnTo>
                  <a:lnTo>
                    <a:pt x="1929949" y="1594829"/>
                  </a:lnTo>
                  <a:lnTo>
                    <a:pt x="1931021" y="1593894"/>
                  </a:lnTo>
                  <a:lnTo>
                    <a:pt x="1932092" y="1592958"/>
                  </a:lnTo>
                  <a:lnTo>
                    <a:pt x="1933164" y="1592023"/>
                  </a:lnTo>
                  <a:lnTo>
                    <a:pt x="1934235" y="1591088"/>
                  </a:lnTo>
                  <a:lnTo>
                    <a:pt x="1935307" y="1590154"/>
                  </a:lnTo>
                  <a:lnTo>
                    <a:pt x="1936379" y="1589220"/>
                  </a:lnTo>
                  <a:lnTo>
                    <a:pt x="1937450" y="1588285"/>
                  </a:lnTo>
                  <a:lnTo>
                    <a:pt x="1938522" y="1587352"/>
                  </a:lnTo>
                  <a:lnTo>
                    <a:pt x="1939593" y="1586418"/>
                  </a:lnTo>
                  <a:lnTo>
                    <a:pt x="1940665" y="1585485"/>
                  </a:lnTo>
                  <a:lnTo>
                    <a:pt x="1941737" y="1584552"/>
                  </a:lnTo>
                  <a:lnTo>
                    <a:pt x="1942808" y="1583619"/>
                  </a:lnTo>
                  <a:lnTo>
                    <a:pt x="1943880" y="1582686"/>
                  </a:lnTo>
                  <a:lnTo>
                    <a:pt x="1944951" y="1581754"/>
                  </a:lnTo>
                  <a:lnTo>
                    <a:pt x="1946023" y="1580822"/>
                  </a:lnTo>
                  <a:lnTo>
                    <a:pt x="1947095" y="1579890"/>
                  </a:lnTo>
                  <a:lnTo>
                    <a:pt x="1948166" y="1578959"/>
                  </a:lnTo>
                  <a:lnTo>
                    <a:pt x="1949238" y="1578028"/>
                  </a:lnTo>
                  <a:lnTo>
                    <a:pt x="1950309" y="1577097"/>
                  </a:lnTo>
                  <a:lnTo>
                    <a:pt x="1951381" y="1576166"/>
                  </a:lnTo>
                  <a:lnTo>
                    <a:pt x="1952453" y="1575236"/>
                  </a:lnTo>
                  <a:lnTo>
                    <a:pt x="1953524" y="1574306"/>
                  </a:lnTo>
                  <a:lnTo>
                    <a:pt x="1954596" y="1573376"/>
                  </a:lnTo>
                  <a:lnTo>
                    <a:pt x="1955667" y="1572447"/>
                  </a:lnTo>
                  <a:lnTo>
                    <a:pt x="1956739" y="1571517"/>
                  </a:lnTo>
                  <a:lnTo>
                    <a:pt x="1957810" y="1570588"/>
                  </a:lnTo>
                  <a:lnTo>
                    <a:pt x="1958882" y="1569660"/>
                  </a:lnTo>
                  <a:lnTo>
                    <a:pt x="1959954" y="1568731"/>
                  </a:lnTo>
                  <a:lnTo>
                    <a:pt x="1961025" y="1567803"/>
                  </a:lnTo>
                  <a:lnTo>
                    <a:pt x="1962097" y="1566875"/>
                  </a:lnTo>
                  <a:lnTo>
                    <a:pt x="1963168" y="1565948"/>
                  </a:lnTo>
                  <a:lnTo>
                    <a:pt x="1964240" y="1565020"/>
                  </a:lnTo>
                  <a:lnTo>
                    <a:pt x="1965312" y="1564094"/>
                  </a:lnTo>
                  <a:lnTo>
                    <a:pt x="1966383" y="1563167"/>
                  </a:lnTo>
                  <a:lnTo>
                    <a:pt x="1967455" y="1562240"/>
                  </a:lnTo>
                  <a:lnTo>
                    <a:pt x="1968526" y="1561314"/>
                  </a:lnTo>
                  <a:lnTo>
                    <a:pt x="1969598" y="1560389"/>
                  </a:lnTo>
                  <a:lnTo>
                    <a:pt x="1970670" y="1559463"/>
                  </a:lnTo>
                  <a:lnTo>
                    <a:pt x="1971741" y="1558538"/>
                  </a:lnTo>
                  <a:lnTo>
                    <a:pt x="1972813" y="1557613"/>
                  </a:lnTo>
                  <a:lnTo>
                    <a:pt x="1973884" y="1556688"/>
                  </a:lnTo>
                  <a:lnTo>
                    <a:pt x="1974956" y="1555764"/>
                  </a:lnTo>
                  <a:lnTo>
                    <a:pt x="1976028" y="1554840"/>
                  </a:lnTo>
                  <a:lnTo>
                    <a:pt x="1977099" y="1553916"/>
                  </a:lnTo>
                  <a:lnTo>
                    <a:pt x="1978171" y="1552993"/>
                  </a:lnTo>
                  <a:lnTo>
                    <a:pt x="1979242" y="1552070"/>
                  </a:lnTo>
                  <a:lnTo>
                    <a:pt x="1980314" y="1551147"/>
                  </a:lnTo>
                  <a:lnTo>
                    <a:pt x="1981386" y="1550225"/>
                  </a:lnTo>
                  <a:lnTo>
                    <a:pt x="1982457" y="1549303"/>
                  </a:lnTo>
                  <a:lnTo>
                    <a:pt x="1983529" y="1548381"/>
                  </a:lnTo>
                  <a:lnTo>
                    <a:pt x="1984600" y="1547459"/>
                  </a:lnTo>
                  <a:lnTo>
                    <a:pt x="1985672" y="1546538"/>
                  </a:lnTo>
                  <a:lnTo>
                    <a:pt x="1986744" y="1545617"/>
                  </a:lnTo>
                  <a:lnTo>
                    <a:pt x="1987815" y="1544697"/>
                  </a:lnTo>
                  <a:lnTo>
                    <a:pt x="1988887" y="1543776"/>
                  </a:lnTo>
                  <a:lnTo>
                    <a:pt x="1989958" y="1542856"/>
                  </a:lnTo>
                  <a:lnTo>
                    <a:pt x="1991030" y="1541937"/>
                  </a:lnTo>
                  <a:lnTo>
                    <a:pt x="1992102" y="1541017"/>
                  </a:lnTo>
                  <a:lnTo>
                    <a:pt x="1993173" y="1540098"/>
                  </a:lnTo>
                  <a:lnTo>
                    <a:pt x="1994245" y="1539180"/>
                  </a:lnTo>
                  <a:lnTo>
                    <a:pt x="1995316" y="1538261"/>
                  </a:lnTo>
                  <a:lnTo>
                    <a:pt x="1996388" y="1537343"/>
                  </a:lnTo>
                  <a:lnTo>
                    <a:pt x="1997460" y="1536426"/>
                  </a:lnTo>
                  <a:lnTo>
                    <a:pt x="1998531" y="1535508"/>
                  </a:lnTo>
                  <a:lnTo>
                    <a:pt x="1999603" y="1534591"/>
                  </a:lnTo>
                  <a:lnTo>
                    <a:pt x="2000674" y="1533675"/>
                  </a:lnTo>
                  <a:lnTo>
                    <a:pt x="2001746" y="1532758"/>
                  </a:lnTo>
                  <a:lnTo>
                    <a:pt x="2002818" y="1531842"/>
                  </a:lnTo>
                  <a:lnTo>
                    <a:pt x="2003889" y="1530927"/>
                  </a:lnTo>
                  <a:lnTo>
                    <a:pt x="2004961" y="1530011"/>
                  </a:lnTo>
                  <a:lnTo>
                    <a:pt x="2006032" y="1529096"/>
                  </a:lnTo>
                  <a:lnTo>
                    <a:pt x="2007104" y="1528181"/>
                  </a:lnTo>
                  <a:lnTo>
                    <a:pt x="2008176" y="1527267"/>
                  </a:lnTo>
                  <a:lnTo>
                    <a:pt x="2009247" y="1526353"/>
                  </a:lnTo>
                  <a:lnTo>
                    <a:pt x="2010319" y="1525439"/>
                  </a:lnTo>
                  <a:lnTo>
                    <a:pt x="2011390" y="1524526"/>
                  </a:lnTo>
                  <a:lnTo>
                    <a:pt x="2012462" y="1523613"/>
                  </a:lnTo>
                  <a:lnTo>
                    <a:pt x="2013534" y="1522700"/>
                  </a:lnTo>
                  <a:lnTo>
                    <a:pt x="2014605" y="1521788"/>
                  </a:lnTo>
                  <a:lnTo>
                    <a:pt x="2015677" y="1520876"/>
                  </a:lnTo>
                  <a:lnTo>
                    <a:pt x="2016748" y="1519964"/>
                  </a:lnTo>
                  <a:lnTo>
                    <a:pt x="2017820" y="1519053"/>
                  </a:lnTo>
                  <a:lnTo>
                    <a:pt x="2018892" y="1518142"/>
                  </a:lnTo>
                  <a:lnTo>
                    <a:pt x="2019963" y="1517232"/>
                  </a:lnTo>
                  <a:lnTo>
                    <a:pt x="2021035" y="1516321"/>
                  </a:lnTo>
                  <a:lnTo>
                    <a:pt x="2022106" y="1515412"/>
                  </a:lnTo>
                  <a:lnTo>
                    <a:pt x="2023178" y="1514502"/>
                  </a:lnTo>
                  <a:lnTo>
                    <a:pt x="2024250" y="1513593"/>
                  </a:lnTo>
                  <a:lnTo>
                    <a:pt x="2025321" y="1512684"/>
                  </a:lnTo>
                  <a:lnTo>
                    <a:pt x="2026393" y="1511776"/>
                  </a:lnTo>
                  <a:lnTo>
                    <a:pt x="2027464" y="1510867"/>
                  </a:lnTo>
                  <a:lnTo>
                    <a:pt x="2028536" y="1509960"/>
                  </a:lnTo>
                  <a:lnTo>
                    <a:pt x="2029608" y="1509052"/>
                  </a:lnTo>
                  <a:lnTo>
                    <a:pt x="2030679" y="1508145"/>
                  </a:lnTo>
                  <a:lnTo>
                    <a:pt x="2031751" y="1507239"/>
                  </a:lnTo>
                  <a:lnTo>
                    <a:pt x="2032822" y="1506332"/>
                  </a:lnTo>
                  <a:lnTo>
                    <a:pt x="2033894" y="1505426"/>
                  </a:lnTo>
                  <a:lnTo>
                    <a:pt x="2034966" y="1504521"/>
                  </a:lnTo>
                  <a:lnTo>
                    <a:pt x="2036037" y="1503615"/>
                  </a:lnTo>
                  <a:lnTo>
                    <a:pt x="2037109" y="1502711"/>
                  </a:lnTo>
                  <a:lnTo>
                    <a:pt x="2038180" y="1501806"/>
                  </a:lnTo>
                  <a:lnTo>
                    <a:pt x="2039252" y="1500902"/>
                  </a:lnTo>
                  <a:lnTo>
                    <a:pt x="2040324" y="1499998"/>
                  </a:lnTo>
                  <a:lnTo>
                    <a:pt x="2041395" y="1499095"/>
                  </a:lnTo>
                  <a:lnTo>
                    <a:pt x="2042467" y="1498192"/>
                  </a:lnTo>
                  <a:lnTo>
                    <a:pt x="2043538" y="1497289"/>
                  </a:lnTo>
                  <a:lnTo>
                    <a:pt x="2044610" y="1496387"/>
                  </a:lnTo>
                  <a:lnTo>
                    <a:pt x="2045682" y="1495485"/>
                  </a:lnTo>
                  <a:lnTo>
                    <a:pt x="2046753" y="1494583"/>
                  </a:lnTo>
                  <a:lnTo>
                    <a:pt x="2047825" y="1493682"/>
                  </a:lnTo>
                  <a:lnTo>
                    <a:pt x="2048896" y="1492781"/>
                  </a:lnTo>
                  <a:lnTo>
                    <a:pt x="2049968" y="1491881"/>
                  </a:lnTo>
                  <a:lnTo>
                    <a:pt x="2051040" y="1490981"/>
                  </a:lnTo>
                  <a:lnTo>
                    <a:pt x="2052111" y="1490081"/>
                  </a:lnTo>
                  <a:lnTo>
                    <a:pt x="2053183" y="1489182"/>
                  </a:lnTo>
                  <a:lnTo>
                    <a:pt x="2054254" y="1488283"/>
                  </a:lnTo>
                  <a:lnTo>
                    <a:pt x="2055326" y="1487384"/>
                  </a:lnTo>
                  <a:lnTo>
                    <a:pt x="2056398" y="1486486"/>
                  </a:lnTo>
                  <a:lnTo>
                    <a:pt x="2057469" y="1485588"/>
                  </a:lnTo>
                  <a:lnTo>
                    <a:pt x="2058541" y="1484691"/>
                  </a:lnTo>
                  <a:lnTo>
                    <a:pt x="2059612" y="1483794"/>
                  </a:lnTo>
                  <a:lnTo>
                    <a:pt x="2060684" y="1482897"/>
                  </a:lnTo>
                  <a:lnTo>
                    <a:pt x="2061756" y="1482001"/>
                  </a:lnTo>
                  <a:lnTo>
                    <a:pt x="2062827" y="1481105"/>
                  </a:lnTo>
                  <a:lnTo>
                    <a:pt x="2063899" y="1480209"/>
                  </a:lnTo>
                  <a:lnTo>
                    <a:pt x="2064970" y="1479314"/>
                  </a:lnTo>
                  <a:lnTo>
                    <a:pt x="2066042" y="1478420"/>
                  </a:lnTo>
                  <a:lnTo>
                    <a:pt x="2067114" y="1477525"/>
                  </a:lnTo>
                  <a:lnTo>
                    <a:pt x="2068185" y="1476631"/>
                  </a:lnTo>
                  <a:lnTo>
                    <a:pt x="2069257" y="1475738"/>
                  </a:lnTo>
                  <a:lnTo>
                    <a:pt x="2070328" y="1474844"/>
                  </a:lnTo>
                  <a:lnTo>
                    <a:pt x="2071400" y="1473952"/>
                  </a:lnTo>
                  <a:lnTo>
                    <a:pt x="2072472" y="1473059"/>
                  </a:lnTo>
                  <a:lnTo>
                    <a:pt x="2073543" y="1472167"/>
                  </a:lnTo>
                  <a:lnTo>
                    <a:pt x="2074615" y="1471276"/>
                  </a:lnTo>
                  <a:lnTo>
                    <a:pt x="2075686" y="1470384"/>
                  </a:lnTo>
                  <a:lnTo>
                    <a:pt x="2076758" y="1469494"/>
                  </a:lnTo>
                  <a:lnTo>
                    <a:pt x="2077830" y="1468603"/>
                  </a:lnTo>
                  <a:lnTo>
                    <a:pt x="2078901" y="1467713"/>
                  </a:lnTo>
                  <a:lnTo>
                    <a:pt x="2079973" y="1466824"/>
                  </a:lnTo>
                  <a:lnTo>
                    <a:pt x="2081044" y="1465934"/>
                  </a:lnTo>
                  <a:lnTo>
                    <a:pt x="2082116" y="1465045"/>
                  </a:lnTo>
                  <a:lnTo>
                    <a:pt x="2083188" y="1464157"/>
                  </a:lnTo>
                  <a:lnTo>
                    <a:pt x="2084259" y="1463269"/>
                  </a:lnTo>
                  <a:lnTo>
                    <a:pt x="2085331" y="1462381"/>
                  </a:lnTo>
                  <a:lnTo>
                    <a:pt x="2086402" y="1461494"/>
                  </a:lnTo>
                  <a:lnTo>
                    <a:pt x="2087474" y="1460607"/>
                  </a:lnTo>
                  <a:lnTo>
                    <a:pt x="2088546" y="1459721"/>
                  </a:lnTo>
                  <a:lnTo>
                    <a:pt x="2089617" y="1458835"/>
                  </a:lnTo>
                  <a:lnTo>
                    <a:pt x="2090689" y="1457949"/>
                  </a:lnTo>
                  <a:lnTo>
                    <a:pt x="2091760" y="1457064"/>
                  </a:lnTo>
                  <a:lnTo>
                    <a:pt x="2092832" y="1456179"/>
                  </a:lnTo>
                  <a:lnTo>
                    <a:pt x="2093904" y="1455294"/>
                  </a:lnTo>
                  <a:lnTo>
                    <a:pt x="2094975" y="1454410"/>
                  </a:lnTo>
                  <a:lnTo>
                    <a:pt x="2096047" y="1453527"/>
                  </a:lnTo>
                  <a:lnTo>
                    <a:pt x="2097118" y="1452644"/>
                  </a:lnTo>
                  <a:lnTo>
                    <a:pt x="2098190" y="1451761"/>
                  </a:lnTo>
                  <a:lnTo>
                    <a:pt x="2099262" y="1450878"/>
                  </a:lnTo>
                  <a:lnTo>
                    <a:pt x="2100333" y="1449996"/>
                  </a:lnTo>
                  <a:lnTo>
                    <a:pt x="2101405" y="1449115"/>
                  </a:lnTo>
                  <a:lnTo>
                    <a:pt x="2102476" y="1448234"/>
                  </a:lnTo>
                  <a:lnTo>
                    <a:pt x="2103548" y="1447353"/>
                  </a:lnTo>
                  <a:lnTo>
                    <a:pt x="2104620" y="1446472"/>
                  </a:lnTo>
                  <a:lnTo>
                    <a:pt x="2105691" y="1445593"/>
                  </a:lnTo>
                  <a:lnTo>
                    <a:pt x="2106763" y="1444713"/>
                  </a:lnTo>
                  <a:lnTo>
                    <a:pt x="2107834" y="1443834"/>
                  </a:lnTo>
                  <a:lnTo>
                    <a:pt x="2108906" y="1442955"/>
                  </a:lnTo>
                  <a:lnTo>
                    <a:pt x="2109978" y="1442077"/>
                  </a:lnTo>
                  <a:lnTo>
                    <a:pt x="2111049" y="1441199"/>
                  </a:lnTo>
                  <a:lnTo>
                    <a:pt x="2112121" y="1440322"/>
                  </a:lnTo>
                  <a:lnTo>
                    <a:pt x="2113192" y="1439444"/>
                  </a:lnTo>
                  <a:lnTo>
                    <a:pt x="2114264" y="1438568"/>
                  </a:lnTo>
                  <a:lnTo>
                    <a:pt x="2115336" y="1437692"/>
                  </a:lnTo>
                  <a:lnTo>
                    <a:pt x="2116407" y="1436816"/>
                  </a:lnTo>
                  <a:lnTo>
                    <a:pt x="2117479" y="1435940"/>
                  </a:lnTo>
                  <a:lnTo>
                    <a:pt x="2118550" y="1435065"/>
                  </a:lnTo>
                  <a:lnTo>
                    <a:pt x="2119622" y="1434191"/>
                  </a:lnTo>
                  <a:lnTo>
                    <a:pt x="2120694" y="1433317"/>
                  </a:lnTo>
                  <a:lnTo>
                    <a:pt x="2121765" y="1432443"/>
                  </a:lnTo>
                  <a:lnTo>
                    <a:pt x="2122837" y="1431570"/>
                  </a:lnTo>
                  <a:lnTo>
                    <a:pt x="2123908" y="1430697"/>
                  </a:lnTo>
                  <a:lnTo>
                    <a:pt x="2124980" y="1429824"/>
                  </a:lnTo>
                  <a:lnTo>
                    <a:pt x="2126052" y="1428952"/>
                  </a:lnTo>
                  <a:lnTo>
                    <a:pt x="2127123" y="1428081"/>
                  </a:lnTo>
                  <a:lnTo>
                    <a:pt x="2128195" y="1427210"/>
                  </a:lnTo>
                  <a:lnTo>
                    <a:pt x="2129266" y="1426339"/>
                  </a:lnTo>
                  <a:lnTo>
                    <a:pt x="2130338" y="1425468"/>
                  </a:lnTo>
                  <a:lnTo>
                    <a:pt x="2131409" y="1424599"/>
                  </a:lnTo>
                  <a:lnTo>
                    <a:pt x="2132481" y="1423729"/>
                  </a:lnTo>
                  <a:lnTo>
                    <a:pt x="2133553" y="1422860"/>
                  </a:lnTo>
                  <a:lnTo>
                    <a:pt x="2134624" y="1421991"/>
                  </a:lnTo>
                  <a:lnTo>
                    <a:pt x="2135696" y="1421123"/>
                  </a:lnTo>
                  <a:lnTo>
                    <a:pt x="2136767" y="1420255"/>
                  </a:lnTo>
                  <a:lnTo>
                    <a:pt x="2137839" y="1419388"/>
                  </a:lnTo>
                  <a:lnTo>
                    <a:pt x="2138911" y="1418521"/>
                  </a:lnTo>
                  <a:lnTo>
                    <a:pt x="2139982" y="1417654"/>
                  </a:lnTo>
                  <a:lnTo>
                    <a:pt x="2141054" y="1416788"/>
                  </a:lnTo>
                  <a:lnTo>
                    <a:pt x="2142125" y="1415923"/>
                  </a:lnTo>
                  <a:lnTo>
                    <a:pt x="2143197" y="1415057"/>
                  </a:lnTo>
                  <a:lnTo>
                    <a:pt x="2144269" y="1414193"/>
                  </a:lnTo>
                  <a:lnTo>
                    <a:pt x="2145340" y="1413328"/>
                  </a:lnTo>
                  <a:lnTo>
                    <a:pt x="2146412" y="1412464"/>
                  </a:lnTo>
                  <a:lnTo>
                    <a:pt x="2147483" y="1411601"/>
                  </a:lnTo>
                  <a:lnTo>
                    <a:pt x="2148555" y="1410738"/>
                  </a:lnTo>
                  <a:lnTo>
                    <a:pt x="2149627" y="1409875"/>
                  </a:lnTo>
                  <a:lnTo>
                    <a:pt x="2150698" y="1409013"/>
                  </a:lnTo>
                  <a:lnTo>
                    <a:pt x="2151770" y="1408151"/>
                  </a:lnTo>
                  <a:lnTo>
                    <a:pt x="2152841" y="1407290"/>
                  </a:lnTo>
                  <a:lnTo>
                    <a:pt x="2153913" y="1406429"/>
                  </a:lnTo>
                  <a:lnTo>
                    <a:pt x="2154985" y="1405568"/>
                  </a:lnTo>
                  <a:lnTo>
                    <a:pt x="2156056" y="1404708"/>
                  </a:lnTo>
                  <a:lnTo>
                    <a:pt x="2157128" y="1403848"/>
                  </a:lnTo>
                  <a:lnTo>
                    <a:pt x="2158199" y="1402989"/>
                  </a:lnTo>
                  <a:lnTo>
                    <a:pt x="2159271" y="1402131"/>
                  </a:lnTo>
                  <a:lnTo>
                    <a:pt x="2160343" y="1401272"/>
                  </a:lnTo>
                  <a:lnTo>
                    <a:pt x="2161414" y="1400414"/>
                  </a:lnTo>
                  <a:lnTo>
                    <a:pt x="2162486" y="1399557"/>
                  </a:lnTo>
                  <a:lnTo>
                    <a:pt x="2163557" y="1398700"/>
                  </a:lnTo>
                  <a:lnTo>
                    <a:pt x="2164629" y="1397843"/>
                  </a:lnTo>
                  <a:lnTo>
                    <a:pt x="2165701" y="1396987"/>
                  </a:lnTo>
                  <a:lnTo>
                    <a:pt x="2166772" y="1396131"/>
                  </a:lnTo>
                  <a:lnTo>
                    <a:pt x="2167844" y="1395276"/>
                  </a:lnTo>
                  <a:lnTo>
                    <a:pt x="2168915" y="1394421"/>
                  </a:lnTo>
                  <a:lnTo>
                    <a:pt x="2169987" y="1393567"/>
                  </a:lnTo>
                  <a:lnTo>
                    <a:pt x="2171059" y="1392713"/>
                  </a:lnTo>
                  <a:lnTo>
                    <a:pt x="2172130" y="1391859"/>
                  </a:lnTo>
                  <a:lnTo>
                    <a:pt x="2173202" y="1391006"/>
                  </a:lnTo>
                  <a:lnTo>
                    <a:pt x="2174273" y="1390153"/>
                  </a:lnTo>
                  <a:lnTo>
                    <a:pt x="2175345" y="1389301"/>
                  </a:lnTo>
                  <a:lnTo>
                    <a:pt x="2176417" y="1388449"/>
                  </a:lnTo>
                  <a:lnTo>
                    <a:pt x="2177488" y="1387598"/>
                  </a:lnTo>
                  <a:lnTo>
                    <a:pt x="2178560" y="1386747"/>
                  </a:lnTo>
                  <a:lnTo>
                    <a:pt x="2179631" y="1385897"/>
                  </a:lnTo>
                  <a:lnTo>
                    <a:pt x="2180703" y="1385047"/>
                  </a:lnTo>
                  <a:lnTo>
                    <a:pt x="2181775" y="1384197"/>
                  </a:lnTo>
                  <a:lnTo>
                    <a:pt x="2182846" y="1383348"/>
                  </a:lnTo>
                  <a:lnTo>
                    <a:pt x="2183918" y="1382499"/>
                  </a:lnTo>
                  <a:lnTo>
                    <a:pt x="2184989" y="1381651"/>
                  </a:lnTo>
                  <a:lnTo>
                    <a:pt x="2186061" y="1380803"/>
                  </a:lnTo>
                  <a:lnTo>
                    <a:pt x="2187133" y="1379956"/>
                  </a:lnTo>
                  <a:lnTo>
                    <a:pt x="2188204" y="1379109"/>
                  </a:lnTo>
                  <a:lnTo>
                    <a:pt x="2189276" y="1378262"/>
                  </a:lnTo>
                  <a:lnTo>
                    <a:pt x="2190347" y="1377416"/>
                  </a:lnTo>
                  <a:lnTo>
                    <a:pt x="2191419" y="1376570"/>
                  </a:lnTo>
                  <a:lnTo>
                    <a:pt x="2192491" y="1375725"/>
                  </a:lnTo>
                  <a:lnTo>
                    <a:pt x="2193562" y="1374880"/>
                  </a:lnTo>
                  <a:lnTo>
                    <a:pt x="2194634" y="1374036"/>
                  </a:lnTo>
                  <a:lnTo>
                    <a:pt x="2195705" y="1373192"/>
                  </a:lnTo>
                  <a:lnTo>
                    <a:pt x="2196777" y="1372349"/>
                  </a:lnTo>
                  <a:lnTo>
                    <a:pt x="2197849" y="1371506"/>
                  </a:lnTo>
                  <a:lnTo>
                    <a:pt x="2198920" y="1370663"/>
                  </a:lnTo>
                  <a:lnTo>
                    <a:pt x="2199992" y="1369821"/>
                  </a:lnTo>
                  <a:lnTo>
                    <a:pt x="2201063" y="1368979"/>
                  </a:lnTo>
                  <a:lnTo>
                    <a:pt x="2202135" y="1368138"/>
                  </a:lnTo>
                  <a:lnTo>
                    <a:pt x="2203207" y="1367297"/>
                  </a:lnTo>
                  <a:lnTo>
                    <a:pt x="2204278" y="1366457"/>
                  </a:lnTo>
                  <a:lnTo>
                    <a:pt x="2205350" y="1365617"/>
                  </a:lnTo>
                  <a:lnTo>
                    <a:pt x="2206421" y="1364778"/>
                  </a:lnTo>
                  <a:lnTo>
                    <a:pt x="2207493" y="1363939"/>
                  </a:lnTo>
                  <a:lnTo>
                    <a:pt x="2208565" y="1363100"/>
                  </a:lnTo>
                  <a:lnTo>
                    <a:pt x="2209636" y="1362262"/>
                  </a:lnTo>
                  <a:lnTo>
                    <a:pt x="2210708" y="1361424"/>
                  </a:lnTo>
                  <a:lnTo>
                    <a:pt x="2211779" y="1360587"/>
                  </a:lnTo>
                  <a:lnTo>
                    <a:pt x="2212851" y="1359750"/>
                  </a:lnTo>
                  <a:lnTo>
                    <a:pt x="2213923" y="1358914"/>
                  </a:lnTo>
                  <a:lnTo>
                    <a:pt x="2214994" y="1358078"/>
                  </a:lnTo>
                  <a:lnTo>
                    <a:pt x="2216066" y="1357243"/>
                  </a:lnTo>
                  <a:lnTo>
                    <a:pt x="2217137" y="1356408"/>
                  </a:lnTo>
                  <a:lnTo>
                    <a:pt x="2218209" y="1355573"/>
                  </a:lnTo>
                  <a:lnTo>
                    <a:pt x="2219281" y="1354739"/>
                  </a:lnTo>
                  <a:lnTo>
                    <a:pt x="2220352" y="1353905"/>
                  </a:lnTo>
                  <a:lnTo>
                    <a:pt x="2221424" y="1353072"/>
                  </a:lnTo>
                  <a:lnTo>
                    <a:pt x="2222495" y="1352239"/>
                  </a:lnTo>
                  <a:lnTo>
                    <a:pt x="2223567" y="1351407"/>
                  </a:lnTo>
                  <a:lnTo>
                    <a:pt x="2224639" y="1350575"/>
                  </a:lnTo>
                  <a:lnTo>
                    <a:pt x="2225710" y="1349743"/>
                  </a:lnTo>
                  <a:lnTo>
                    <a:pt x="2226782" y="1348912"/>
                  </a:lnTo>
                  <a:lnTo>
                    <a:pt x="2227853" y="1348082"/>
                  </a:lnTo>
                  <a:lnTo>
                    <a:pt x="2228925" y="1347252"/>
                  </a:lnTo>
                  <a:lnTo>
                    <a:pt x="2229997" y="1346422"/>
                  </a:lnTo>
                  <a:lnTo>
                    <a:pt x="2231068" y="1345593"/>
                  </a:lnTo>
                  <a:lnTo>
                    <a:pt x="2232140" y="1344764"/>
                  </a:lnTo>
                  <a:lnTo>
                    <a:pt x="2233211" y="1343936"/>
                  </a:lnTo>
                  <a:lnTo>
                    <a:pt x="2234283" y="1343108"/>
                  </a:lnTo>
                  <a:lnTo>
                    <a:pt x="2235355" y="1342280"/>
                  </a:lnTo>
                  <a:lnTo>
                    <a:pt x="2236426" y="1341453"/>
                  </a:lnTo>
                  <a:lnTo>
                    <a:pt x="2237498" y="1340627"/>
                  </a:lnTo>
                  <a:lnTo>
                    <a:pt x="2238569" y="1339800"/>
                  </a:lnTo>
                  <a:lnTo>
                    <a:pt x="2239641" y="1338975"/>
                  </a:lnTo>
                  <a:lnTo>
                    <a:pt x="2240713" y="1338150"/>
                  </a:lnTo>
                  <a:lnTo>
                    <a:pt x="2241784" y="1337325"/>
                  </a:lnTo>
                  <a:lnTo>
                    <a:pt x="2242856" y="1336500"/>
                  </a:lnTo>
                  <a:lnTo>
                    <a:pt x="2243927" y="1335676"/>
                  </a:lnTo>
                  <a:lnTo>
                    <a:pt x="2244999" y="1334853"/>
                  </a:lnTo>
                  <a:lnTo>
                    <a:pt x="2246071" y="1334030"/>
                  </a:lnTo>
                  <a:lnTo>
                    <a:pt x="2247142" y="1333207"/>
                  </a:lnTo>
                  <a:lnTo>
                    <a:pt x="2248214" y="1332385"/>
                  </a:lnTo>
                  <a:lnTo>
                    <a:pt x="2249285" y="1331563"/>
                  </a:lnTo>
                  <a:lnTo>
                    <a:pt x="2250357" y="1330742"/>
                  </a:lnTo>
                  <a:lnTo>
                    <a:pt x="2251429" y="1329921"/>
                  </a:lnTo>
                  <a:lnTo>
                    <a:pt x="2252500" y="1329101"/>
                  </a:lnTo>
                  <a:lnTo>
                    <a:pt x="2253572" y="1328281"/>
                  </a:lnTo>
                  <a:lnTo>
                    <a:pt x="2254643" y="1327462"/>
                  </a:lnTo>
                  <a:lnTo>
                    <a:pt x="2255715" y="1326642"/>
                  </a:lnTo>
                  <a:lnTo>
                    <a:pt x="2256787" y="1325824"/>
                  </a:lnTo>
                  <a:lnTo>
                    <a:pt x="2257858" y="1325006"/>
                  </a:lnTo>
                  <a:lnTo>
                    <a:pt x="2258930" y="1324188"/>
                  </a:lnTo>
                  <a:lnTo>
                    <a:pt x="2260001" y="1323371"/>
                  </a:lnTo>
                  <a:lnTo>
                    <a:pt x="2261073" y="1322554"/>
                  </a:lnTo>
                  <a:lnTo>
                    <a:pt x="2262145" y="1321737"/>
                  </a:lnTo>
                  <a:lnTo>
                    <a:pt x="2263216" y="1320921"/>
                  </a:lnTo>
                  <a:lnTo>
                    <a:pt x="2264288" y="1320106"/>
                  </a:lnTo>
                  <a:lnTo>
                    <a:pt x="2265359" y="1319291"/>
                  </a:lnTo>
                  <a:lnTo>
                    <a:pt x="2266431" y="1318476"/>
                  </a:lnTo>
                  <a:lnTo>
                    <a:pt x="2267503" y="1317662"/>
                  </a:lnTo>
                  <a:lnTo>
                    <a:pt x="2268574" y="1316848"/>
                  </a:lnTo>
                  <a:lnTo>
                    <a:pt x="2269646" y="1316035"/>
                  </a:lnTo>
                  <a:lnTo>
                    <a:pt x="2270717" y="1315222"/>
                  </a:lnTo>
                  <a:lnTo>
                    <a:pt x="2271789" y="1314410"/>
                  </a:lnTo>
                  <a:lnTo>
                    <a:pt x="2272861" y="1313598"/>
                  </a:lnTo>
                  <a:lnTo>
                    <a:pt x="2273932" y="1312786"/>
                  </a:lnTo>
                  <a:lnTo>
                    <a:pt x="2275004" y="1311975"/>
                  </a:lnTo>
                  <a:lnTo>
                    <a:pt x="2276075" y="1311164"/>
                  </a:lnTo>
                  <a:lnTo>
                    <a:pt x="2277147" y="1310354"/>
                  </a:lnTo>
                  <a:lnTo>
                    <a:pt x="2278219" y="1309544"/>
                  </a:lnTo>
                  <a:lnTo>
                    <a:pt x="2279290" y="1308735"/>
                  </a:lnTo>
                  <a:lnTo>
                    <a:pt x="2280362" y="1307926"/>
                  </a:lnTo>
                  <a:lnTo>
                    <a:pt x="2281433" y="1307117"/>
                  </a:lnTo>
                  <a:lnTo>
                    <a:pt x="2282505" y="1306309"/>
                  </a:lnTo>
                  <a:lnTo>
                    <a:pt x="2283577" y="1305502"/>
                  </a:lnTo>
                  <a:lnTo>
                    <a:pt x="2284648" y="1304695"/>
                  </a:lnTo>
                  <a:lnTo>
                    <a:pt x="2285720" y="1303888"/>
                  </a:lnTo>
                  <a:lnTo>
                    <a:pt x="2286791" y="1303082"/>
                  </a:lnTo>
                  <a:lnTo>
                    <a:pt x="2287863" y="1302276"/>
                  </a:lnTo>
                  <a:lnTo>
                    <a:pt x="2288935" y="1301470"/>
                  </a:lnTo>
                  <a:lnTo>
                    <a:pt x="2290006" y="1300665"/>
                  </a:lnTo>
                  <a:lnTo>
                    <a:pt x="2291078" y="1299861"/>
                  </a:lnTo>
                  <a:lnTo>
                    <a:pt x="2292149" y="1299057"/>
                  </a:lnTo>
                  <a:lnTo>
                    <a:pt x="2293221" y="1298253"/>
                  </a:lnTo>
                  <a:lnTo>
                    <a:pt x="2294293" y="1297450"/>
                  </a:lnTo>
                  <a:lnTo>
                    <a:pt x="2295364" y="1296647"/>
                  </a:lnTo>
                  <a:lnTo>
                    <a:pt x="2296436" y="1295844"/>
                  </a:lnTo>
                  <a:lnTo>
                    <a:pt x="2297507" y="1295043"/>
                  </a:lnTo>
                  <a:lnTo>
                    <a:pt x="2298579" y="1294241"/>
                  </a:lnTo>
                  <a:lnTo>
                    <a:pt x="2299651" y="1293440"/>
                  </a:lnTo>
                  <a:lnTo>
                    <a:pt x="2300722" y="1292639"/>
                  </a:lnTo>
                  <a:lnTo>
                    <a:pt x="2301794" y="1291839"/>
                  </a:lnTo>
                  <a:lnTo>
                    <a:pt x="2302865" y="1291039"/>
                  </a:lnTo>
                  <a:lnTo>
                    <a:pt x="2303937" y="1290240"/>
                  </a:lnTo>
                  <a:lnTo>
                    <a:pt x="2305009" y="1289441"/>
                  </a:lnTo>
                  <a:lnTo>
                    <a:pt x="2306080" y="1288642"/>
                  </a:lnTo>
                  <a:lnTo>
                    <a:pt x="2307152" y="1287844"/>
                  </a:lnTo>
                  <a:lnTo>
                    <a:pt x="2308223" y="1287047"/>
                  </a:lnTo>
                  <a:lnTo>
                    <a:pt x="2309295" y="1286250"/>
                  </a:lnTo>
                  <a:lnTo>
                    <a:pt x="2310366" y="1285453"/>
                  </a:lnTo>
                  <a:lnTo>
                    <a:pt x="2311438" y="1284656"/>
                  </a:lnTo>
                  <a:lnTo>
                    <a:pt x="2312510" y="1283860"/>
                  </a:lnTo>
                  <a:lnTo>
                    <a:pt x="2313581" y="1283065"/>
                  </a:lnTo>
                  <a:lnTo>
                    <a:pt x="2314653" y="1282270"/>
                  </a:lnTo>
                  <a:lnTo>
                    <a:pt x="2315724" y="1281475"/>
                  </a:lnTo>
                  <a:lnTo>
                    <a:pt x="2316796" y="1280681"/>
                  </a:lnTo>
                  <a:lnTo>
                    <a:pt x="2317868" y="1279887"/>
                  </a:lnTo>
                  <a:lnTo>
                    <a:pt x="2318939" y="1279094"/>
                  </a:lnTo>
                  <a:lnTo>
                    <a:pt x="2320011" y="1278301"/>
                  </a:lnTo>
                  <a:lnTo>
                    <a:pt x="2321082" y="1277509"/>
                  </a:lnTo>
                  <a:lnTo>
                    <a:pt x="2322154" y="1276716"/>
                  </a:lnTo>
                  <a:lnTo>
                    <a:pt x="2323226" y="1275925"/>
                  </a:lnTo>
                  <a:lnTo>
                    <a:pt x="2324297" y="1275134"/>
                  </a:lnTo>
                  <a:lnTo>
                    <a:pt x="2325369" y="1274343"/>
                  </a:lnTo>
                  <a:lnTo>
                    <a:pt x="2326440" y="1273552"/>
                  </a:lnTo>
                  <a:lnTo>
                    <a:pt x="2327512" y="1272762"/>
                  </a:lnTo>
                  <a:lnTo>
                    <a:pt x="2328584" y="1271973"/>
                  </a:lnTo>
                  <a:lnTo>
                    <a:pt x="2329655" y="1271184"/>
                  </a:lnTo>
                  <a:lnTo>
                    <a:pt x="2330727" y="1270395"/>
                  </a:lnTo>
                  <a:lnTo>
                    <a:pt x="2331798" y="1269607"/>
                  </a:lnTo>
                  <a:lnTo>
                    <a:pt x="2332870" y="1268819"/>
                  </a:lnTo>
                  <a:lnTo>
                    <a:pt x="2333942" y="1268031"/>
                  </a:lnTo>
                  <a:lnTo>
                    <a:pt x="2335013" y="1267244"/>
                  </a:lnTo>
                  <a:lnTo>
                    <a:pt x="2336085" y="1266458"/>
                  </a:lnTo>
                  <a:lnTo>
                    <a:pt x="2337156" y="1265672"/>
                  </a:lnTo>
                  <a:lnTo>
                    <a:pt x="2338228" y="1264886"/>
                  </a:lnTo>
                  <a:lnTo>
                    <a:pt x="2339300" y="1264101"/>
                  </a:lnTo>
                  <a:lnTo>
                    <a:pt x="2340371" y="1263316"/>
                  </a:lnTo>
                  <a:lnTo>
                    <a:pt x="2341443" y="1262531"/>
                  </a:lnTo>
                  <a:lnTo>
                    <a:pt x="2342514" y="1261747"/>
                  </a:lnTo>
                  <a:lnTo>
                    <a:pt x="2343586" y="1260963"/>
                  </a:lnTo>
                  <a:lnTo>
                    <a:pt x="2344658" y="1260180"/>
                  </a:lnTo>
                  <a:lnTo>
                    <a:pt x="2345729" y="1259397"/>
                  </a:lnTo>
                  <a:lnTo>
                    <a:pt x="2346801" y="1258615"/>
                  </a:lnTo>
                  <a:lnTo>
                    <a:pt x="2347872" y="1257833"/>
                  </a:lnTo>
                  <a:lnTo>
                    <a:pt x="2348944" y="1257051"/>
                  </a:lnTo>
                  <a:lnTo>
                    <a:pt x="2350016" y="1256270"/>
                  </a:lnTo>
                  <a:lnTo>
                    <a:pt x="2351087" y="1255489"/>
                  </a:lnTo>
                  <a:lnTo>
                    <a:pt x="2352159" y="1254709"/>
                  </a:lnTo>
                  <a:lnTo>
                    <a:pt x="2353230" y="1253929"/>
                  </a:lnTo>
                  <a:lnTo>
                    <a:pt x="2354302" y="1253149"/>
                  </a:lnTo>
                  <a:lnTo>
                    <a:pt x="2355374" y="1252370"/>
                  </a:lnTo>
                  <a:lnTo>
                    <a:pt x="2356445" y="1251591"/>
                  </a:lnTo>
                  <a:lnTo>
                    <a:pt x="2357517" y="1250813"/>
                  </a:lnTo>
                  <a:lnTo>
                    <a:pt x="2358588" y="1250035"/>
                  </a:lnTo>
                  <a:lnTo>
                    <a:pt x="2359660" y="1249258"/>
                  </a:lnTo>
                  <a:lnTo>
                    <a:pt x="2360732" y="1248480"/>
                  </a:lnTo>
                  <a:lnTo>
                    <a:pt x="2361803" y="1247704"/>
                  </a:lnTo>
                  <a:lnTo>
                    <a:pt x="2362875" y="1246927"/>
                  </a:lnTo>
                  <a:lnTo>
                    <a:pt x="2363946" y="1246152"/>
                  </a:lnTo>
                  <a:lnTo>
                    <a:pt x="2365018" y="1245376"/>
                  </a:lnTo>
                  <a:lnTo>
                    <a:pt x="2366090" y="1244601"/>
                  </a:lnTo>
                  <a:lnTo>
                    <a:pt x="2367161" y="1243826"/>
                  </a:lnTo>
                  <a:lnTo>
                    <a:pt x="2368233" y="1243052"/>
                  </a:lnTo>
                  <a:lnTo>
                    <a:pt x="2369304" y="1242278"/>
                  </a:lnTo>
                  <a:lnTo>
                    <a:pt x="2370376" y="1241505"/>
                  </a:lnTo>
                  <a:lnTo>
                    <a:pt x="2371448" y="1240732"/>
                  </a:lnTo>
                  <a:lnTo>
                    <a:pt x="2372519" y="1239959"/>
                  </a:lnTo>
                  <a:lnTo>
                    <a:pt x="2373591" y="1239187"/>
                  </a:lnTo>
                  <a:lnTo>
                    <a:pt x="2374662" y="1238415"/>
                  </a:lnTo>
                  <a:lnTo>
                    <a:pt x="2375734" y="1237643"/>
                  </a:lnTo>
                  <a:lnTo>
                    <a:pt x="2376806" y="1236872"/>
                  </a:lnTo>
                  <a:lnTo>
                    <a:pt x="2377877" y="1236101"/>
                  </a:lnTo>
                  <a:lnTo>
                    <a:pt x="2378949" y="1235331"/>
                  </a:lnTo>
                  <a:lnTo>
                    <a:pt x="2380020" y="1234561"/>
                  </a:lnTo>
                  <a:lnTo>
                    <a:pt x="2381092" y="1233792"/>
                  </a:lnTo>
                  <a:lnTo>
                    <a:pt x="2382164" y="1233023"/>
                  </a:lnTo>
                  <a:lnTo>
                    <a:pt x="2383235" y="1232254"/>
                  </a:lnTo>
                  <a:lnTo>
                    <a:pt x="2384307" y="1231486"/>
                  </a:lnTo>
                  <a:lnTo>
                    <a:pt x="2385378" y="1230718"/>
                  </a:lnTo>
                  <a:lnTo>
                    <a:pt x="2386450" y="1229950"/>
                  </a:lnTo>
                  <a:lnTo>
                    <a:pt x="2387522" y="1229183"/>
                  </a:lnTo>
                  <a:lnTo>
                    <a:pt x="2388593" y="1228416"/>
                  </a:lnTo>
                  <a:lnTo>
                    <a:pt x="2389665" y="1227650"/>
                  </a:lnTo>
                  <a:lnTo>
                    <a:pt x="2390736" y="1226884"/>
                  </a:lnTo>
                  <a:lnTo>
                    <a:pt x="2391808" y="1226118"/>
                  </a:lnTo>
                  <a:lnTo>
                    <a:pt x="2392880" y="1225353"/>
                  </a:lnTo>
                  <a:lnTo>
                    <a:pt x="2393951" y="1224588"/>
                  </a:lnTo>
                  <a:lnTo>
                    <a:pt x="2395023" y="1223824"/>
                  </a:lnTo>
                  <a:lnTo>
                    <a:pt x="2396094" y="1223059"/>
                  </a:lnTo>
                  <a:lnTo>
                    <a:pt x="2397166" y="1222296"/>
                  </a:lnTo>
                  <a:lnTo>
                    <a:pt x="2398238" y="1221532"/>
                  </a:lnTo>
                  <a:lnTo>
                    <a:pt x="2399309" y="1220770"/>
                  </a:lnTo>
                  <a:lnTo>
                    <a:pt x="2400381" y="1220007"/>
                  </a:lnTo>
                  <a:lnTo>
                    <a:pt x="2401452" y="1219245"/>
                  </a:lnTo>
                  <a:lnTo>
                    <a:pt x="2402524" y="1218483"/>
                  </a:lnTo>
                  <a:lnTo>
                    <a:pt x="2403596" y="1217722"/>
                  </a:lnTo>
                  <a:lnTo>
                    <a:pt x="2404667" y="1216961"/>
                  </a:lnTo>
                  <a:lnTo>
                    <a:pt x="2405739" y="1216200"/>
                  </a:lnTo>
                  <a:lnTo>
                    <a:pt x="2406810" y="1215440"/>
                  </a:lnTo>
                  <a:lnTo>
                    <a:pt x="2407882" y="1214680"/>
                  </a:lnTo>
                  <a:lnTo>
                    <a:pt x="2408954" y="1213920"/>
                  </a:lnTo>
                  <a:lnTo>
                    <a:pt x="2410025" y="1213161"/>
                  </a:lnTo>
                  <a:lnTo>
                    <a:pt x="2411097" y="1212402"/>
                  </a:lnTo>
                  <a:lnTo>
                    <a:pt x="2412168" y="1211644"/>
                  </a:lnTo>
                  <a:lnTo>
                    <a:pt x="2413240" y="1210886"/>
                  </a:lnTo>
                  <a:lnTo>
                    <a:pt x="2414312" y="1210128"/>
                  </a:lnTo>
                  <a:lnTo>
                    <a:pt x="2415383" y="1209371"/>
                  </a:lnTo>
                  <a:lnTo>
                    <a:pt x="2416455" y="1208614"/>
                  </a:lnTo>
                  <a:lnTo>
                    <a:pt x="2417526" y="1207857"/>
                  </a:lnTo>
                  <a:lnTo>
                    <a:pt x="2418598" y="1207101"/>
                  </a:lnTo>
                  <a:lnTo>
                    <a:pt x="2419670" y="1206345"/>
                  </a:lnTo>
                  <a:lnTo>
                    <a:pt x="2420741" y="1205590"/>
                  </a:lnTo>
                  <a:lnTo>
                    <a:pt x="2421813" y="1204835"/>
                  </a:lnTo>
                  <a:lnTo>
                    <a:pt x="2422884" y="1204080"/>
                  </a:lnTo>
                  <a:lnTo>
                    <a:pt x="2423956" y="1203326"/>
                  </a:lnTo>
                  <a:lnTo>
                    <a:pt x="2425028" y="1202572"/>
                  </a:lnTo>
                  <a:lnTo>
                    <a:pt x="2426099" y="1201818"/>
                  </a:lnTo>
                  <a:lnTo>
                    <a:pt x="2427171" y="1201065"/>
                  </a:lnTo>
                  <a:lnTo>
                    <a:pt x="2428242" y="1200312"/>
                  </a:lnTo>
                  <a:lnTo>
                    <a:pt x="2429314" y="1199559"/>
                  </a:lnTo>
                  <a:lnTo>
                    <a:pt x="2430386" y="1198807"/>
                  </a:lnTo>
                  <a:lnTo>
                    <a:pt x="2431457" y="1198055"/>
                  </a:lnTo>
                  <a:lnTo>
                    <a:pt x="2432529" y="1197303"/>
                  </a:lnTo>
                  <a:lnTo>
                    <a:pt x="2433600" y="1196552"/>
                  </a:lnTo>
                  <a:lnTo>
                    <a:pt x="2434672" y="1195801"/>
                  </a:lnTo>
                  <a:lnTo>
                    <a:pt x="2435744" y="1195051"/>
                  </a:lnTo>
                  <a:lnTo>
                    <a:pt x="2436815" y="1194301"/>
                  </a:lnTo>
                  <a:lnTo>
                    <a:pt x="2437887" y="1193551"/>
                  </a:lnTo>
                  <a:lnTo>
                    <a:pt x="2438958" y="1192802"/>
                  </a:lnTo>
                  <a:lnTo>
                    <a:pt x="2440030" y="1192053"/>
                  </a:lnTo>
                  <a:lnTo>
                    <a:pt x="2441102" y="1191304"/>
                  </a:lnTo>
                  <a:lnTo>
                    <a:pt x="2442173" y="1190556"/>
                  </a:lnTo>
                  <a:lnTo>
                    <a:pt x="2443245" y="1189808"/>
                  </a:lnTo>
                  <a:lnTo>
                    <a:pt x="2444316" y="1189060"/>
                  </a:lnTo>
                  <a:lnTo>
                    <a:pt x="2445388" y="1188312"/>
                  </a:lnTo>
                  <a:lnTo>
                    <a:pt x="2446460" y="1187565"/>
                  </a:lnTo>
                  <a:lnTo>
                    <a:pt x="2447531" y="1186819"/>
                  </a:lnTo>
                  <a:lnTo>
                    <a:pt x="2448603" y="1186073"/>
                  </a:lnTo>
                  <a:lnTo>
                    <a:pt x="2449674" y="1185327"/>
                  </a:lnTo>
                  <a:lnTo>
                    <a:pt x="2450746" y="1184581"/>
                  </a:lnTo>
                  <a:lnTo>
                    <a:pt x="2451818" y="1183836"/>
                  </a:lnTo>
                  <a:lnTo>
                    <a:pt x="2452889" y="1183091"/>
                  </a:lnTo>
                  <a:lnTo>
                    <a:pt x="2453961" y="1182346"/>
                  </a:lnTo>
                  <a:lnTo>
                    <a:pt x="2455032" y="1181602"/>
                  </a:lnTo>
                  <a:lnTo>
                    <a:pt x="2456104" y="1180858"/>
                  </a:lnTo>
                  <a:lnTo>
                    <a:pt x="2457176" y="1180114"/>
                  </a:lnTo>
                  <a:lnTo>
                    <a:pt x="2458247" y="1179371"/>
                  </a:lnTo>
                  <a:lnTo>
                    <a:pt x="2459319" y="1178628"/>
                  </a:lnTo>
                  <a:lnTo>
                    <a:pt x="2460390" y="1177885"/>
                  </a:lnTo>
                  <a:lnTo>
                    <a:pt x="2461462" y="1177143"/>
                  </a:lnTo>
                  <a:lnTo>
                    <a:pt x="2462534" y="1176401"/>
                  </a:lnTo>
                  <a:lnTo>
                    <a:pt x="2463605" y="1175659"/>
                  </a:lnTo>
                  <a:lnTo>
                    <a:pt x="2464677" y="1174918"/>
                  </a:lnTo>
                  <a:lnTo>
                    <a:pt x="2465748" y="1174177"/>
                  </a:lnTo>
                  <a:lnTo>
                    <a:pt x="2466820" y="1173436"/>
                  </a:lnTo>
                  <a:lnTo>
                    <a:pt x="2467892" y="1172696"/>
                  </a:lnTo>
                  <a:lnTo>
                    <a:pt x="2468963" y="1171956"/>
                  </a:lnTo>
                  <a:lnTo>
                    <a:pt x="2470035" y="1171216"/>
                  </a:lnTo>
                  <a:lnTo>
                    <a:pt x="2471106" y="1170477"/>
                  </a:lnTo>
                  <a:lnTo>
                    <a:pt x="2472178" y="1169738"/>
                  </a:lnTo>
                  <a:lnTo>
                    <a:pt x="2473250" y="1168999"/>
                  </a:lnTo>
                  <a:lnTo>
                    <a:pt x="2474321" y="1168261"/>
                  </a:lnTo>
                  <a:lnTo>
                    <a:pt x="2475393" y="1167523"/>
                  </a:lnTo>
                  <a:lnTo>
                    <a:pt x="2476464" y="1166785"/>
                  </a:lnTo>
                  <a:lnTo>
                    <a:pt x="2477536" y="1166047"/>
                  </a:lnTo>
                  <a:lnTo>
                    <a:pt x="2478608" y="1165310"/>
                  </a:lnTo>
                  <a:lnTo>
                    <a:pt x="2479679" y="1164573"/>
                  </a:lnTo>
                  <a:lnTo>
                    <a:pt x="2480751" y="1163837"/>
                  </a:lnTo>
                  <a:lnTo>
                    <a:pt x="2481822" y="1163100"/>
                  </a:lnTo>
                  <a:lnTo>
                    <a:pt x="2482894" y="1162364"/>
                  </a:lnTo>
                  <a:lnTo>
                    <a:pt x="2483966" y="1161629"/>
                  </a:lnTo>
                  <a:lnTo>
                    <a:pt x="2485037" y="1160893"/>
                  </a:lnTo>
                  <a:lnTo>
                    <a:pt x="2486109" y="1160158"/>
                  </a:lnTo>
                  <a:lnTo>
                    <a:pt x="2487180" y="1159424"/>
                  </a:lnTo>
                  <a:lnTo>
                    <a:pt x="2488252" y="1158689"/>
                  </a:lnTo>
                  <a:lnTo>
                    <a:pt x="2489323" y="1157955"/>
                  </a:lnTo>
                  <a:lnTo>
                    <a:pt x="2490395" y="1157221"/>
                  </a:lnTo>
                  <a:lnTo>
                    <a:pt x="2491467" y="1156488"/>
                  </a:lnTo>
                  <a:lnTo>
                    <a:pt x="2492538" y="1155754"/>
                  </a:lnTo>
                  <a:lnTo>
                    <a:pt x="2493610" y="1155021"/>
                  </a:lnTo>
                  <a:lnTo>
                    <a:pt x="2494681" y="1154289"/>
                  </a:lnTo>
                  <a:lnTo>
                    <a:pt x="2495753" y="1153556"/>
                  </a:lnTo>
                  <a:lnTo>
                    <a:pt x="2496825" y="1152824"/>
                  </a:lnTo>
                  <a:lnTo>
                    <a:pt x="2497896" y="1152092"/>
                  </a:lnTo>
                  <a:lnTo>
                    <a:pt x="2498968" y="1151361"/>
                  </a:lnTo>
                  <a:lnTo>
                    <a:pt x="2500039" y="1150630"/>
                  </a:lnTo>
                  <a:lnTo>
                    <a:pt x="2501111" y="1149899"/>
                  </a:lnTo>
                  <a:lnTo>
                    <a:pt x="2502183" y="1149168"/>
                  </a:lnTo>
                  <a:lnTo>
                    <a:pt x="2503254" y="1148438"/>
                  </a:lnTo>
                  <a:lnTo>
                    <a:pt x="2504326" y="1147708"/>
                  </a:lnTo>
                  <a:lnTo>
                    <a:pt x="2505397" y="1146978"/>
                  </a:lnTo>
                  <a:lnTo>
                    <a:pt x="2506469" y="1146249"/>
                  </a:lnTo>
                  <a:lnTo>
                    <a:pt x="2507541" y="1145519"/>
                  </a:lnTo>
                  <a:lnTo>
                    <a:pt x="2508612" y="1144790"/>
                  </a:lnTo>
                  <a:lnTo>
                    <a:pt x="2509684" y="1144062"/>
                  </a:lnTo>
                  <a:lnTo>
                    <a:pt x="2510755" y="1143333"/>
                  </a:lnTo>
                  <a:lnTo>
                    <a:pt x="2511827" y="1142605"/>
                  </a:lnTo>
                  <a:lnTo>
                    <a:pt x="2512899" y="1141877"/>
                  </a:lnTo>
                  <a:lnTo>
                    <a:pt x="2513970" y="1141150"/>
                  </a:lnTo>
                  <a:lnTo>
                    <a:pt x="2515042" y="1140422"/>
                  </a:lnTo>
                  <a:lnTo>
                    <a:pt x="2516113" y="1139695"/>
                  </a:lnTo>
                  <a:lnTo>
                    <a:pt x="2517185" y="1138969"/>
                  </a:lnTo>
                  <a:lnTo>
                    <a:pt x="2518257" y="1138242"/>
                  </a:lnTo>
                  <a:lnTo>
                    <a:pt x="2519328" y="1137516"/>
                  </a:lnTo>
                  <a:lnTo>
                    <a:pt x="2520400" y="1136790"/>
                  </a:lnTo>
                  <a:lnTo>
                    <a:pt x="2521471" y="1136064"/>
                  </a:lnTo>
                  <a:lnTo>
                    <a:pt x="2522543" y="1135339"/>
                  </a:lnTo>
                  <a:lnTo>
                    <a:pt x="2523615" y="1134614"/>
                  </a:lnTo>
                  <a:lnTo>
                    <a:pt x="2524686" y="1133889"/>
                  </a:lnTo>
                  <a:lnTo>
                    <a:pt x="2525758" y="1133164"/>
                  </a:lnTo>
                  <a:lnTo>
                    <a:pt x="2526829" y="1132440"/>
                  </a:lnTo>
                  <a:lnTo>
                    <a:pt x="2527901" y="1131715"/>
                  </a:lnTo>
                  <a:lnTo>
                    <a:pt x="2528973" y="1130992"/>
                  </a:lnTo>
                  <a:lnTo>
                    <a:pt x="2530044" y="1130268"/>
                  </a:lnTo>
                  <a:lnTo>
                    <a:pt x="2531116" y="1129545"/>
                  </a:lnTo>
                  <a:lnTo>
                    <a:pt x="2532187" y="1128821"/>
                  </a:lnTo>
                  <a:lnTo>
                    <a:pt x="2533259" y="1128099"/>
                  </a:lnTo>
                  <a:lnTo>
                    <a:pt x="2534331" y="1127376"/>
                  </a:lnTo>
                  <a:lnTo>
                    <a:pt x="2535402" y="1126653"/>
                  </a:lnTo>
                  <a:lnTo>
                    <a:pt x="2536474" y="1125931"/>
                  </a:lnTo>
                  <a:lnTo>
                    <a:pt x="2537545" y="1125209"/>
                  </a:lnTo>
                  <a:lnTo>
                    <a:pt x="2538617" y="1124488"/>
                  </a:lnTo>
                  <a:lnTo>
                    <a:pt x="2539689" y="1123766"/>
                  </a:lnTo>
                  <a:lnTo>
                    <a:pt x="2540760" y="1123045"/>
                  </a:lnTo>
                  <a:lnTo>
                    <a:pt x="2541832" y="1122324"/>
                  </a:lnTo>
                  <a:lnTo>
                    <a:pt x="2542903" y="1121603"/>
                  </a:lnTo>
                  <a:lnTo>
                    <a:pt x="2543975" y="1120883"/>
                  </a:lnTo>
                  <a:lnTo>
                    <a:pt x="2545047" y="1120163"/>
                  </a:lnTo>
                  <a:lnTo>
                    <a:pt x="2546118" y="1119443"/>
                  </a:lnTo>
                  <a:lnTo>
                    <a:pt x="2547190" y="1118723"/>
                  </a:lnTo>
                  <a:lnTo>
                    <a:pt x="2548261" y="1118003"/>
                  </a:lnTo>
                  <a:lnTo>
                    <a:pt x="2549333" y="1117284"/>
                  </a:lnTo>
                  <a:lnTo>
                    <a:pt x="2550405" y="1116565"/>
                  </a:lnTo>
                  <a:lnTo>
                    <a:pt x="2551476" y="1115846"/>
                  </a:lnTo>
                  <a:lnTo>
                    <a:pt x="2552548" y="1115127"/>
                  </a:lnTo>
                  <a:lnTo>
                    <a:pt x="2553619" y="1114409"/>
                  </a:lnTo>
                  <a:lnTo>
                    <a:pt x="2554691" y="1113691"/>
                  </a:lnTo>
                  <a:lnTo>
                    <a:pt x="2555763" y="1112973"/>
                  </a:lnTo>
                  <a:lnTo>
                    <a:pt x="2556834" y="1112255"/>
                  </a:lnTo>
                  <a:lnTo>
                    <a:pt x="2557906" y="1111538"/>
                  </a:lnTo>
                  <a:lnTo>
                    <a:pt x="2558977" y="1110820"/>
                  </a:lnTo>
                  <a:lnTo>
                    <a:pt x="2560049" y="1110103"/>
                  </a:lnTo>
                  <a:lnTo>
                    <a:pt x="2561121" y="1109386"/>
                  </a:lnTo>
                  <a:lnTo>
                    <a:pt x="2562192" y="1108670"/>
                  </a:lnTo>
                  <a:lnTo>
                    <a:pt x="2563264" y="1107953"/>
                  </a:lnTo>
                  <a:lnTo>
                    <a:pt x="2564335" y="1107237"/>
                  </a:lnTo>
                  <a:lnTo>
                    <a:pt x="2565407" y="1106521"/>
                  </a:lnTo>
                  <a:lnTo>
                    <a:pt x="2566479" y="1105805"/>
                  </a:lnTo>
                  <a:lnTo>
                    <a:pt x="2567550" y="1105089"/>
                  </a:lnTo>
                  <a:lnTo>
                    <a:pt x="2568622" y="1104374"/>
                  </a:lnTo>
                  <a:lnTo>
                    <a:pt x="2569693" y="1103659"/>
                  </a:lnTo>
                  <a:lnTo>
                    <a:pt x="2570765" y="1102944"/>
                  </a:lnTo>
                  <a:lnTo>
                    <a:pt x="2571837" y="1102229"/>
                  </a:lnTo>
                  <a:lnTo>
                    <a:pt x="2572908" y="1101514"/>
                  </a:lnTo>
                  <a:lnTo>
                    <a:pt x="2573980" y="1100800"/>
                  </a:lnTo>
                  <a:lnTo>
                    <a:pt x="2575051" y="1100085"/>
                  </a:lnTo>
                  <a:lnTo>
                    <a:pt x="2576123" y="1099371"/>
                  </a:lnTo>
                  <a:lnTo>
                    <a:pt x="2577195" y="1098657"/>
                  </a:lnTo>
                  <a:lnTo>
                    <a:pt x="2578266" y="1097944"/>
                  </a:lnTo>
                  <a:lnTo>
                    <a:pt x="2579338" y="1097230"/>
                  </a:lnTo>
                  <a:lnTo>
                    <a:pt x="2580409" y="1096517"/>
                  </a:lnTo>
                  <a:lnTo>
                    <a:pt x="2581481" y="1095804"/>
                  </a:lnTo>
                  <a:lnTo>
                    <a:pt x="2582553" y="1095091"/>
                  </a:lnTo>
                  <a:lnTo>
                    <a:pt x="2583624" y="1094378"/>
                  </a:lnTo>
                  <a:lnTo>
                    <a:pt x="2584696" y="1093665"/>
                  </a:lnTo>
                  <a:lnTo>
                    <a:pt x="2585767" y="1092953"/>
                  </a:lnTo>
                  <a:lnTo>
                    <a:pt x="2586839" y="1092241"/>
                  </a:lnTo>
                  <a:lnTo>
                    <a:pt x="2587911" y="1091529"/>
                  </a:lnTo>
                  <a:lnTo>
                    <a:pt x="2588982" y="1090817"/>
                  </a:lnTo>
                  <a:lnTo>
                    <a:pt x="2590054" y="1090105"/>
                  </a:lnTo>
                  <a:lnTo>
                    <a:pt x="2591125" y="1089394"/>
                  </a:lnTo>
                  <a:lnTo>
                    <a:pt x="2592197" y="1088682"/>
                  </a:lnTo>
                  <a:lnTo>
                    <a:pt x="2593269" y="1087971"/>
                  </a:lnTo>
                  <a:lnTo>
                    <a:pt x="2594340" y="1087260"/>
                  </a:lnTo>
                  <a:lnTo>
                    <a:pt x="2595412" y="1086549"/>
                  </a:lnTo>
                  <a:lnTo>
                    <a:pt x="2596483" y="1085839"/>
                  </a:lnTo>
                  <a:lnTo>
                    <a:pt x="2597555" y="1085128"/>
                  </a:lnTo>
                  <a:lnTo>
                    <a:pt x="2598627" y="1084418"/>
                  </a:lnTo>
                  <a:lnTo>
                    <a:pt x="2599698" y="1083708"/>
                  </a:lnTo>
                  <a:lnTo>
                    <a:pt x="2600770" y="1082998"/>
                  </a:lnTo>
                  <a:lnTo>
                    <a:pt x="2601841" y="1082288"/>
                  </a:lnTo>
                  <a:lnTo>
                    <a:pt x="2602913" y="1081578"/>
                  </a:lnTo>
                  <a:lnTo>
                    <a:pt x="2603985" y="1080868"/>
                  </a:lnTo>
                  <a:lnTo>
                    <a:pt x="2605056" y="1080159"/>
                  </a:lnTo>
                  <a:lnTo>
                    <a:pt x="2606128" y="1079450"/>
                  </a:lnTo>
                  <a:lnTo>
                    <a:pt x="2607199" y="1078740"/>
                  </a:lnTo>
                  <a:lnTo>
                    <a:pt x="2608271" y="1078032"/>
                  </a:lnTo>
                  <a:lnTo>
                    <a:pt x="2609343" y="1077323"/>
                  </a:lnTo>
                  <a:lnTo>
                    <a:pt x="2610414" y="1076614"/>
                  </a:lnTo>
                  <a:lnTo>
                    <a:pt x="2611486" y="1075905"/>
                  </a:lnTo>
                  <a:lnTo>
                    <a:pt x="2612557" y="1075197"/>
                  </a:lnTo>
                  <a:lnTo>
                    <a:pt x="2613629" y="1074489"/>
                  </a:lnTo>
                  <a:lnTo>
                    <a:pt x="2614701" y="1073781"/>
                  </a:lnTo>
                  <a:lnTo>
                    <a:pt x="2615772" y="1073073"/>
                  </a:lnTo>
                  <a:lnTo>
                    <a:pt x="2616844" y="1072365"/>
                  </a:lnTo>
                  <a:lnTo>
                    <a:pt x="2617915" y="1071657"/>
                  </a:lnTo>
                  <a:lnTo>
                    <a:pt x="2618987" y="1070949"/>
                  </a:lnTo>
                  <a:lnTo>
                    <a:pt x="2620059" y="1070242"/>
                  </a:lnTo>
                  <a:lnTo>
                    <a:pt x="2621130" y="1069535"/>
                  </a:lnTo>
                  <a:lnTo>
                    <a:pt x="2622202" y="1068827"/>
                  </a:lnTo>
                  <a:lnTo>
                    <a:pt x="2623273" y="1068120"/>
                  </a:lnTo>
                  <a:lnTo>
                    <a:pt x="2624345" y="1067413"/>
                  </a:lnTo>
                  <a:lnTo>
                    <a:pt x="2625417" y="1066706"/>
                  </a:lnTo>
                  <a:lnTo>
                    <a:pt x="2626488" y="1066000"/>
                  </a:lnTo>
                  <a:lnTo>
                    <a:pt x="2627560" y="1065293"/>
                  </a:lnTo>
                  <a:lnTo>
                    <a:pt x="2628631" y="1064587"/>
                  </a:lnTo>
                  <a:lnTo>
                    <a:pt x="2629703" y="1063880"/>
                  </a:lnTo>
                  <a:lnTo>
                    <a:pt x="2630775" y="1063174"/>
                  </a:lnTo>
                  <a:lnTo>
                    <a:pt x="2631846" y="1062468"/>
                  </a:lnTo>
                  <a:lnTo>
                    <a:pt x="2632918" y="1061762"/>
                  </a:lnTo>
                  <a:lnTo>
                    <a:pt x="2633989" y="1061056"/>
                  </a:lnTo>
                  <a:lnTo>
                    <a:pt x="2635061" y="1060350"/>
                  </a:lnTo>
                  <a:lnTo>
                    <a:pt x="2636133" y="1059644"/>
                  </a:lnTo>
                  <a:lnTo>
                    <a:pt x="2637204" y="1058939"/>
                  </a:lnTo>
                  <a:lnTo>
                    <a:pt x="2638276" y="1058233"/>
                  </a:lnTo>
                  <a:lnTo>
                    <a:pt x="2639347" y="1057528"/>
                  </a:lnTo>
                  <a:lnTo>
                    <a:pt x="2640419" y="1056822"/>
                  </a:lnTo>
                  <a:lnTo>
                    <a:pt x="2641491" y="1056117"/>
                  </a:lnTo>
                  <a:lnTo>
                    <a:pt x="2642562" y="1055412"/>
                  </a:lnTo>
                  <a:lnTo>
                    <a:pt x="2643634" y="1054707"/>
                  </a:lnTo>
                  <a:lnTo>
                    <a:pt x="2644705" y="1054002"/>
                  </a:lnTo>
                  <a:lnTo>
                    <a:pt x="2645777" y="1053297"/>
                  </a:lnTo>
                  <a:lnTo>
                    <a:pt x="2646849" y="1052592"/>
                  </a:lnTo>
                  <a:lnTo>
                    <a:pt x="2647920" y="1051888"/>
                  </a:lnTo>
                  <a:lnTo>
                    <a:pt x="2648992" y="1051183"/>
                  </a:lnTo>
                  <a:lnTo>
                    <a:pt x="2650063" y="1050479"/>
                  </a:lnTo>
                  <a:lnTo>
                    <a:pt x="2651135" y="1049774"/>
                  </a:lnTo>
                  <a:lnTo>
                    <a:pt x="2652207" y="1049070"/>
                  </a:lnTo>
                  <a:lnTo>
                    <a:pt x="2653278" y="1048366"/>
                  </a:lnTo>
                  <a:lnTo>
                    <a:pt x="2654350" y="1047661"/>
                  </a:lnTo>
                  <a:lnTo>
                    <a:pt x="2655421" y="1046957"/>
                  </a:lnTo>
                  <a:lnTo>
                    <a:pt x="2656493" y="1046253"/>
                  </a:lnTo>
                  <a:lnTo>
                    <a:pt x="2657565" y="1045549"/>
                  </a:lnTo>
                  <a:lnTo>
                    <a:pt x="2658636" y="1044845"/>
                  </a:lnTo>
                  <a:lnTo>
                    <a:pt x="2659708" y="1044141"/>
                  </a:lnTo>
                  <a:lnTo>
                    <a:pt x="2660779" y="1043438"/>
                  </a:lnTo>
                  <a:lnTo>
                    <a:pt x="2661851" y="1042734"/>
                  </a:lnTo>
                  <a:lnTo>
                    <a:pt x="2662922" y="1042030"/>
                  </a:lnTo>
                  <a:lnTo>
                    <a:pt x="2663994" y="1041327"/>
                  </a:lnTo>
                  <a:lnTo>
                    <a:pt x="2665066" y="1040623"/>
                  </a:lnTo>
                  <a:lnTo>
                    <a:pt x="2666137" y="1039920"/>
                  </a:lnTo>
                  <a:lnTo>
                    <a:pt x="2667209" y="1039216"/>
                  </a:lnTo>
                  <a:lnTo>
                    <a:pt x="2668280" y="1038513"/>
                  </a:lnTo>
                  <a:lnTo>
                    <a:pt x="2669352" y="1037810"/>
                  </a:lnTo>
                  <a:lnTo>
                    <a:pt x="2670424" y="1037106"/>
                  </a:lnTo>
                  <a:lnTo>
                    <a:pt x="2671495" y="1036403"/>
                  </a:lnTo>
                  <a:lnTo>
                    <a:pt x="2672567" y="1035700"/>
                  </a:lnTo>
                  <a:lnTo>
                    <a:pt x="2673638" y="1034997"/>
                  </a:lnTo>
                  <a:lnTo>
                    <a:pt x="2674710" y="1034294"/>
                  </a:lnTo>
                  <a:lnTo>
                    <a:pt x="2675782" y="1033591"/>
                  </a:lnTo>
                  <a:lnTo>
                    <a:pt x="2676853" y="1032888"/>
                  </a:lnTo>
                  <a:lnTo>
                    <a:pt x="2677925" y="1032185"/>
                  </a:lnTo>
                  <a:lnTo>
                    <a:pt x="2678996" y="1031482"/>
                  </a:lnTo>
                  <a:lnTo>
                    <a:pt x="2680068" y="1030779"/>
                  </a:lnTo>
                  <a:lnTo>
                    <a:pt x="2681140" y="1030076"/>
                  </a:lnTo>
                  <a:lnTo>
                    <a:pt x="2682211" y="1029373"/>
                  </a:lnTo>
                  <a:lnTo>
                    <a:pt x="2683283" y="1028670"/>
                  </a:lnTo>
                  <a:lnTo>
                    <a:pt x="2684354" y="1027968"/>
                  </a:lnTo>
                  <a:lnTo>
                    <a:pt x="2685426" y="1027265"/>
                  </a:lnTo>
                  <a:lnTo>
                    <a:pt x="2686498" y="1026562"/>
                  </a:lnTo>
                  <a:lnTo>
                    <a:pt x="2687569" y="1025860"/>
                  </a:lnTo>
                  <a:lnTo>
                    <a:pt x="2688641" y="1025157"/>
                  </a:lnTo>
                  <a:lnTo>
                    <a:pt x="2689712" y="1024454"/>
                  </a:lnTo>
                  <a:lnTo>
                    <a:pt x="2690784" y="1023752"/>
                  </a:lnTo>
                  <a:lnTo>
                    <a:pt x="2691856" y="1023049"/>
                  </a:lnTo>
                  <a:lnTo>
                    <a:pt x="2692927" y="1022346"/>
                  </a:lnTo>
                  <a:lnTo>
                    <a:pt x="2693999" y="1021644"/>
                  </a:lnTo>
                  <a:lnTo>
                    <a:pt x="2695070" y="1020941"/>
                  </a:lnTo>
                  <a:lnTo>
                    <a:pt x="2696142" y="1020239"/>
                  </a:lnTo>
                  <a:lnTo>
                    <a:pt x="2697214" y="1019536"/>
                  </a:lnTo>
                  <a:lnTo>
                    <a:pt x="2698285" y="1018833"/>
                  </a:lnTo>
                  <a:lnTo>
                    <a:pt x="2699357" y="1018131"/>
                  </a:lnTo>
                  <a:lnTo>
                    <a:pt x="2700428" y="1017428"/>
                  </a:lnTo>
                  <a:lnTo>
                    <a:pt x="2701500" y="1016726"/>
                  </a:lnTo>
                  <a:lnTo>
                    <a:pt x="2702572" y="1016023"/>
                  </a:lnTo>
                  <a:lnTo>
                    <a:pt x="2703643" y="1015320"/>
                  </a:lnTo>
                  <a:lnTo>
                    <a:pt x="2704715" y="1014618"/>
                  </a:lnTo>
                  <a:lnTo>
                    <a:pt x="2705786" y="1013915"/>
                  </a:lnTo>
                  <a:lnTo>
                    <a:pt x="2706858" y="1013213"/>
                  </a:lnTo>
                  <a:lnTo>
                    <a:pt x="2707930" y="1012510"/>
                  </a:lnTo>
                  <a:lnTo>
                    <a:pt x="2709001" y="1011807"/>
                  </a:lnTo>
                  <a:lnTo>
                    <a:pt x="2710073" y="1011105"/>
                  </a:lnTo>
                  <a:lnTo>
                    <a:pt x="2711144" y="1010402"/>
                  </a:lnTo>
                  <a:lnTo>
                    <a:pt x="2712216" y="1009699"/>
                  </a:lnTo>
                  <a:lnTo>
                    <a:pt x="2713288" y="1008997"/>
                  </a:lnTo>
                  <a:lnTo>
                    <a:pt x="2714359" y="1008294"/>
                  </a:lnTo>
                  <a:lnTo>
                    <a:pt x="2715431" y="1007591"/>
                  </a:lnTo>
                  <a:lnTo>
                    <a:pt x="2716502" y="1006888"/>
                  </a:lnTo>
                  <a:lnTo>
                    <a:pt x="2717574" y="1006186"/>
                  </a:lnTo>
                  <a:lnTo>
                    <a:pt x="2718646" y="1005483"/>
                  </a:lnTo>
                  <a:lnTo>
                    <a:pt x="2719717" y="1004780"/>
                  </a:lnTo>
                  <a:lnTo>
                    <a:pt x="2720789" y="1004077"/>
                  </a:lnTo>
                  <a:lnTo>
                    <a:pt x="2721860" y="1003374"/>
                  </a:lnTo>
                  <a:lnTo>
                    <a:pt x="2722932" y="1002671"/>
                  </a:lnTo>
                  <a:lnTo>
                    <a:pt x="2724004" y="1001968"/>
                  </a:lnTo>
                  <a:lnTo>
                    <a:pt x="2725075" y="1001265"/>
                  </a:lnTo>
                  <a:lnTo>
                    <a:pt x="2726147" y="1000562"/>
                  </a:lnTo>
                  <a:lnTo>
                    <a:pt x="2727218" y="999859"/>
                  </a:lnTo>
                  <a:lnTo>
                    <a:pt x="2728290" y="999155"/>
                  </a:lnTo>
                  <a:lnTo>
                    <a:pt x="2729362" y="998452"/>
                  </a:lnTo>
                  <a:lnTo>
                    <a:pt x="2730433" y="997749"/>
                  </a:lnTo>
                  <a:lnTo>
                    <a:pt x="2731505" y="997045"/>
                  </a:lnTo>
                  <a:lnTo>
                    <a:pt x="2732576" y="996342"/>
                  </a:lnTo>
                  <a:lnTo>
                    <a:pt x="2733648" y="995638"/>
                  </a:lnTo>
                  <a:lnTo>
                    <a:pt x="2734720" y="994935"/>
                  </a:lnTo>
                  <a:lnTo>
                    <a:pt x="2735791" y="994231"/>
                  </a:lnTo>
                  <a:lnTo>
                    <a:pt x="2736863" y="993528"/>
                  </a:lnTo>
                  <a:lnTo>
                    <a:pt x="2737934" y="992824"/>
                  </a:lnTo>
                  <a:lnTo>
                    <a:pt x="2739006" y="992120"/>
                  </a:lnTo>
                  <a:lnTo>
                    <a:pt x="2740078" y="991416"/>
                  </a:lnTo>
                  <a:lnTo>
                    <a:pt x="2741149" y="990712"/>
                  </a:lnTo>
                  <a:lnTo>
                    <a:pt x="2742221" y="990008"/>
                  </a:lnTo>
                  <a:lnTo>
                    <a:pt x="2743292" y="989304"/>
                  </a:lnTo>
                  <a:lnTo>
                    <a:pt x="2744364" y="988600"/>
                  </a:lnTo>
                  <a:lnTo>
                    <a:pt x="2745436" y="987896"/>
                  </a:lnTo>
                  <a:lnTo>
                    <a:pt x="2746507" y="987192"/>
                  </a:lnTo>
                  <a:lnTo>
                    <a:pt x="2747579" y="986487"/>
                  </a:lnTo>
                  <a:lnTo>
                    <a:pt x="2748650" y="985783"/>
                  </a:lnTo>
                  <a:lnTo>
                    <a:pt x="2749722" y="985078"/>
                  </a:lnTo>
                  <a:lnTo>
                    <a:pt x="2750794" y="984374"/>
                  </a:lnTo>
                  <a:lnTo>
                    <a:pt x="2751865" y="983669"/>
                  </a:lnTo>
                  <a:lnTo>
                    <a:pt x="2752937" y="982964"/>
                  </a:lnTo>
                  <a:lnTo>
                    <a:pt x="2754008" y="982259"/>
                  </a:lnTo>
                  <a:lnTo>
                    <a:pt x="2755080" y="981554"/>
                  </a:lnTo>
                  <a:lnTo>
                    <a:pt x="2756152" y="980849"/>
                  </a:lnTo>
                  <a:lnTo>
                    <a:pt x="2757223" y="980144"/>
                  </a:lnTo>
                  <a:lnTo>
                    <a:pt x="2758295" y="979438"/>
                  </a:lnTo>
                  <a:lnTo>
                    <a:pt x="2759366" y="978733"/>
                  </a:lnTo>
                  <a:lnTo>
                    <a:pt x="2760438" y="978027"/>
                  </a:lnTo>
                  <a:lnTo>
                    <a:pt x="2761510" y="977322"/>
                  </a:lnTo>
                  <a:lnTo>
                    <a:pt x="2762581" y="976616"/>
                  </a:lnTo>
                  <a:lnTo>
                    <a:pt x="2763653" y="975910"/>
                  </a:lnTo>
                  <a:lnTo>
                    <a:pt x="2764724" y="975204"/>
                  </a:lnTo>
                  <a:lnTo>
                    <a:pt x="2765796" y="974498"/>
                  </a:lnTo>
                  <a:lnTo>
                    <a:pt x="2766868" y="973792"/>
                  </a:lnTo>
                  <a:lnTo>
                    <a:pt x="2767939" y="973086"/>
                  </a:lnTo>
                  <a:lnTo>
                    <a:pt x="2769011" y="972379"/>
                  </a:lnTo>
                  <a:lnTo>
                    <a:pt x="2770082" y="971673"/>
                  </a:lnTo>
                  <a:lnTo>
                    <a:pt x="2771154" y="970966"/>
                  </a:lnTo>
                  <a:lnTo>
                    <a:pt x="2772226" y="970259"/>
                  </a:lnTo>
                  <a:lnTo>
                    <a:pt x="2773297" y="969552"/>
                  </a:lnTo>
                  <a:lnTo>
                    <a:pt x="2774369" y="968845"/>
                  </a:lnTo>
                  <a:lnTo>
                    <a:pt x="2775440" y="968138"/>
                  </a:lnTo>
                  <a:lnTo>
                    <a:pt x="2776512" y="967431"/>
                  </a:lnTo>
                  <a:lnTo>
                    <a:pt x="2777584" y="966723"/>
                  </a:lnTo>
                  <a:lnTo>
                    <a:pt x="2778655" y="966016"/>
                  </a:lnTo>
                  <a:lnTo>
                    <a:pt x="2779727" y="965308"/>
                  </a:lnTo>
                  <a:lnTo>
                    <a:pt x="2780798" y="964600"/>
                  </a:lnTo>
                  <a:lnTo>
                    <a:pt x="2781870" y="963892"/>
                  </a:lnTo>
                  <a:lnTo>
                    <a:pt x="2782942" y="963184"/>
                  </a:lnTo>
                  <a:lnTo>
                    <a:pt x="2784013" y="962476"/>
                  </a:lnTo>
                  <a:lnTo>
                    <a:pt x="2785085" y="961767"/>
                  </a:lnTo>
                  <a:lnTo>
                    <a:pt x="2786156" y="961059"/>
                  </a:lnTo>
                  <a:lnTo>
                    <a:pt x="2787228" y="960350"/>
                  </a:lnTo>
                  <a:lnTo>
                    <a:pt x="2788300" y="959641"/>
                  </a:lnTo>
                  <a:lnTo>
                    <a:pt x="2789371" y="958932"/>
                  </a:lnTo>
                  <a:lnTo>
                    <a:pt x="2790443" y="958223"/>
                  </a:lnTo>
                  <a:lnTo>
                    <a:pt x="2791514" y="957514"/>
                  </a:lnTo>
                  <a:lnTo>
                    <a:pt x="2792586" y="956804"/>
                  </a:lnTo>
                  <a:lnTo>
                    <a:pt x="2793658" y="956094"/>
                  </a:lnTo>
                  <a:lnTo>
                    <a:pt x="2794729" y="955384"/>
                  </a:lnTo>
                  <a:lnTo>
                    <a:pt x="2795801" y="954674"/>
                  </a:lnTo>
                  <a:lnTo>
                    <a:pt x="2796872" y="953964"/>
                  </a:lnTo>
                  <a:lnTo>
                    <a:pt x="2797944" y="953254"/>
                  </a:lnTo>
                  <a:lnTo>
                    <a:pt x="2799016" y="952543"/>
                  </a:lnTo>
                  <a:lnTo>
                    <a:pt x="2800087" y="951833"/>
                  </a:lnTo>
                  <a:lnTo>
                    <a:pt x="2801159" y="951122"/>
                  </a:lnTo>
                  <a:lnTo>
                    <a:pt x="2802230" y="950411"/>
                  </a:lnTo>
                  <a:lnTo>
                    <a:pt x="2803302" y="949699"/>
                  </a:lnTo>
                  <a:lnTo>
                    <a:pt x="2804374" y="948988"/>
                  </a:lnTo>
                  <a:lnTo>
                    <a:pt x="2805445" y="948276"/>
                  </a:lnTo>
                  <a:lnTo>
                    <a:pt x="2806517" y="947564"/>
                  </a:lnTo>
                  <a:lnTo>
                    <a:pt x="2807588" y="946852"/>
                  </a:lnTo>
                  <a:lnTo>
                    <a:pt x="2808660" y="946140"/>
                  </a:lnTo>
                  <a:lnTo>
                    <a:pt x="2809732" y="945428"/>
                  </a:lnTo>
                  <a:lnTo>
                    <a:pt x="2810803" y="944715"/>
                  </a:lnTo>
                  <a:lnTo>
                    <a:pt x="2811875" y="944002"/>
                  </a:lnTo>
                  <a:lnTo>
                    <a:pt x="2812946" y="943289"/>
                  </a:lnTo>
                  <a:lnTo>
                    <a:pt x="2814018" y="942576"/>
                  </a:lnTo>
                  <a:lnTo>
                    <a:pt x="2815090" y="941863"/>
                  </a:lnTo>
                  <a:lnTo>
                    <a:pt x="2816161" y="941149"/>
                  </a:lnTo>
                  <a:lnTo>
                    <a:pt x="2817233" y="940435"/>
                  </a:lnTo>
                  <a:lnTo>
                    <a:pt x="2818304" y="939721"/>
                  </a:lnTo>
                  <a:lnTo>
                    <a:pt x="2819376" y="939007"/>
                  </a:lnTo>
                  <a:lnTo>
                    <a:pt x="2820448" y="938293"/>
                  </a:lnTo>
                  <a:lnTo>
                    <a:pt x="2821519" y="937578"/>
                  </a:lnTo>
                  <a:lnTo>
                    <a:pt x="2822591" y="936863"/>
                  </a:lnTo>
                  <a:lnTo>
                    <a:pt x="2823662" y="936148"/>
                  </a:lnTo>
                  <a:lnTo>
                    <a:pt x="2824734" y="935433"/>
                  </a:lnTo>
                  <a:lnTo>
                    <a:pt x="2825806" y="934717"/>
                  </a:lnTo>
                  <a:lnTo>
                    <a:pt x="2826877" y="934002"/>
                  </a:lnTo>
                  <a:lnTo>
                    <a:pt x="2827949" y="933286"/>
                  </a:lnTo>
                  <a:lnTo>
                    <a:pt x="2829020" y="932569"/>
                  </a:lnTo>
                  <a:lnTo>
                    <a:pt x="2830092" y="931853"/>
                  </a:lnTo>
                  <a:lnTo>
                    <a:pt x="2831164" y="931136"/>
                  </a:lnTo>
                  <a:lnTo>
                    <a:pt x="2832235" y="930419"/>
                  </a:lnTo>
                  <a:lnTo>
                    <a:pt x="2833307" y="929702"/>
                  </a:lnTo>
                  <a:lnTo>
                    <a:pt x="2834378" y="928985"/>
                  </a:lnTo>
                  <a:lnTo>
                    <a:pt x="2835450" y="928267"/>
                  </a:lnTo>
                  <a:lnTo>
                    <a:pt x="2836522" y="927549"/>
                  </a:lnTo>
                  <a:lnTo>
                    <a:pt x="2837593" y="926831"/>
                  </a:lnTo>
                  <a:lnTo>
                    <a:pt x="2838665" y="926113"/>
                  </a:lnTo>
                  <a:lnTo>
                    <a:pt x="2839736" y="925394"/>
                  </a:lnTo>
                  <a:lnTo>
                    <a:pt x="2840808" y="924675"/>
                  </a:lnTo>
                  <a:lnTo>
                    <a:pt x="2841879" y="923956"/>
                  </a:lnTo>
                  <a:lnTo>
                    <a:pt x="2842951" y="923237"/>
                  </a:lnTo>
                  <a:lnTo>
                    <a:pt x="2844023" y="922517"/>
                  </a:lnTo>
                  <a:lnTo>
                    <a:pt x="2845094" y="921797"/>
                  </a:lnTo>
                  <a:lnTo>
                    <a:pt x="2846166" y="921077"/>
                  </a:lnTo>
                  <a:lnTo>
                    <a:pt x="2847237" y="920357"/>
                  </a:lnTo>
                  <a:lnTo>
                    <a:pt x="2848309" y="919636"/>
                  </a:lnTo>
                  <a:lnTo>
                    <a:pt x="2849381" y="918915"/>
                  </a:lnTo>
                  <a:lnTo>
                    <a:pt x="2850452" y="918194"/>
                  </a:lnTo>
                  <a:lnTo>
                    <a:pt x="2851524" y="917473"/>
                  </a:lnTo>
                  <a:lnTo>
                    <a:pt x="2852595" y="916751"/>
                  </a:lnTo>
                  <a:lnTo>
                    <a:pt x="2853667" y="916029"/>
                  </a:lnTo>
                  <a:lnTo>
                    <a:pt x="2854739" y="915307"/>
                  </a:lnTo>
                  <a:lnTo>
                    <a:pt x="2855810" y="914584"/>
                  </a:lnTo>
                  <a:lnTo>
                    <a:pt x="2856882" y="913861"/>
                  </a:lnTo>
                  <a:lnTo>
                    <a:pt x="2857953" y="913138"/>
                  </a:lnTo>
                  <a:lnTo>
                    <a:pt x="2859025" y="912415"/>
                  </a:lnTo>
                  <a:lnTo>
                    <a:pt x="2860097" y="911691"/>
                  </a:lnTo>
                  <a:lnTo>
                    <a:pt x="2861168" y="910967"/>
                  </a:lnTo>
                  <a:lnTo>
                    <a:pt x="2862240" y="910243"/>
                  </a:lnTo>
                  <a:lnTo>
                    <a:pt x="2863311" y="909518"/>
                  </a:lnTo>
                  <a:lnTo>
                    <a:pt x="2864383" y="908793"/>
                  </a:lnTo>
                  <a:lnTo>
                    <a:pt x="2865455" y="908068"/>
                  </a:lnTo>
                  <a:lnTo>
                    <a:pt x="2866526" y="907343"/>
                  </a:lnTo>
                  <a:lnTo>
                    <a:pt x="2867598" y="906617"/>
                  </a:lnTo>
                  <a:lnTo>
                    <a:pt x="2868669" y="905891"/>
                  </a:lnTo>
                  <a:lnTo>
                    <a:pt x="2869741" y="905165"/>
                  </a:lnTo>
                  <a:lnTo>
                    <a:pt x="2870813" y="904438"/>
                  </a:lnTo>
                  <a:lnTo>
                    <a:pt x="2871884" y="903711"/>
                  </a:lnTo>
                  <a:lnTo>
                    <a:pt x="2872956" y="902984"/>
                  </a:lnTo>
                  <a:lnTo>
                    <a:pt x="2874027" y="902256"/>
                  </a:lnTo>
                  <a:lnTo>
                    <a:pt x="2875099" y="901528"/>
                  </a:lnTo>
                  <a:lnTo>
                    <a:pt x="2876171" y="900800"/>
                  </a:lnTo>
                  <a:lnTo>
                    <a:pt x="2877242" y="900072"/>
                  </a:lnTo>
                  <a:lnTo>
                    <a:pt x="2878314" y="899343"/>
                  </a:lnTo>
                  <a:lnTo>
                    <a:pt x="2879385" y="898614"/>
                  </a:lnTo>
                  <a:lnTo>
                    <a:pt x="2880457" y="897884"/>
                  </a:lnTo>
                  <a:lnTo>
                    <a:pt x="2881529" y="897154"/>
                  </a:lnTo>
                  <a:lnTo>
                    <a:pt x="2882600" y="896424"/>
                  </a:lnTo>
                  <a:lnTo>
                    <a:pt x="2883672" y="895694"/>
                  </a:lnTo>
                  <a:lnTo>
                    <a:pt x="2884743" y="894963"/>
                  </a:lnTo>
                  <a:lnTo>
                    <a:pt x="2885815" y="894232"/>
                  </a:lnTo>
                  <a:lnTo>
                    <a:pt x="2886887" y="893500"/>
                  </a:lnTo>
                  <a:lnTo>
                    <a:pt x="2887958" y="892768"/>
                  </a:lnTo>
                  <a:lnTo>
                    <a:pt x="2889030" y="892036"/>
                  </a:lnTo>
                  <a:lnTo>
                    <a:pt x="2890101" y="891304"/>
                  </a:lnTo>
                  <a:lnTo>
                    <a:pt x="2891173" y="890571"/>
                  </a:lnTo>
                  <a:lnTo>
                    <a:pt x="2892245" y="889838"/>
                  </a:lnTo>
                  <a:lnTo>
                    <a:pt x="2893316" y="889104"/>
                  </a:lnTo>
                  <a:lnTo>
                    <a:pt x="2894388" y="888370"/>
                  </a:lnTo>
                  <a:lnTo>
                    <a:pt x="2895459" y="887636"/>
                  </a:lnTo>
                  <a:lnTo>
                    <a:pt x="2896531" y="886902"/>
                  </a:lnTo>
                  <a:lnTo>
                    <a:pt x="2897603" y="886167"/>
                  </a:lnTo>
                  <a:lnTo>
                    <a:pt x="2898674" y="885431"/>
                  </a:lnTo>
                  <a:lnTo>
                    <a:pt x="2899746" y="884696"/>
                  </a:lnTo>
                  <a:lnTo>
                    <a:pt x="2900817" y="883960"/>
                  </a:lnTo>
                  <a:lnTo>
                    <a:pt x="2901889" y="883223"/>
                  </a:lnTo>
                  <a:lnTo>
                    <a:pt x="2902961" y="882487"/>
                  </a:lnTo>
                  <a:lnTo>
                    <a:pt x="2904032" y="881750"/>
                  </a:lnTo>
                  <a:lnTo>
                    <a:pt x="2905104" y="881012"/>
                  </a:lnTo>
                  <a:lnTo>
                    <a:pt x="2906175" y="880274"/>
                  </a:lnTo>
                  <a:lnTo>
                    <a:pt x="2907247" y="879536"/>
                  </a:lnTo>
                  <a:lnTo>
                    <a:pt x="2908319" y="878798"/>
                  </a:lnTo>
                  <a:lnTo>
                    <a:pt x="2909390" y="878059"/>
                  </a:lnTo>
                  <a:lnTo>
                    <a:pt x="2910462" y="877319"/>
                  </a:lnTo>
                  <a:lnTo>
                    <a:pt x="2911533" y="876580"/>
                  </a:lnTo>
                  <a:lnTo>
                    <a:pt x="2912605" y="875840"/>
                  </a:lnTo>
                  <a:lnTo>
                    <a:pt x="2913677" y="875099"/>
                  </a:lnTo>
                  <a:lnTo>
                    <a:pt x="2914748" y="874358"/>
                  </a:lnTo>
                  <a:lnTo>
                    <a:pt x="2915820" y="873617"/>
                  </a:lnTo>
                  <a:lnTo>
                    <a:pt x="2916891" y="872875"/>
                  </a:lnTo>
                  <a:lnTo>
                    <a:pt x="2917963" y="872133"/>
                  </a:lnTo>
                  <a:lnTo>
                    <a:pt x="2919035" y="871391"/>
                  </a:lnTo>
                  <a:lnTo>
                    <a:pt x="2920106" y="870648"/>
                  </a:lnTo>
                  <a:lnTo>
                    <a:pt x="2921178" y="869905"/>
                  </a:lnTo>
                  <a:lnTo>
                    <a:pt x="2922249" y="869161"/>
                  </a:lnTo>
                  <a:lnTo>
                    <a:pt x="2923321" y="868417"/>
                  </a:lnTo>
                  <a:lnTo>
                    <a:pt x="2924393" y="867673"/>
                  </a:lnTo>
                  <a:lnTo>
                    <a:pt x="2925464" y="866928"/>
                  </a:lnTo>
                  <a:lnTo>
                    <a:pt x="2926536" y="866183"/>
                  </a:lnTo>
                  <a:lnTo>
                    <a:pt x="2927607" y="865437"/>
                  </a:lnTo>
                  <a:lnTo>
                    <a:pt x="2928679" y="864691"/>
                  </a:lnTo>
                  <a:lnTo>
                    <a:pt x="2929751" y="863945"/>
                  </a:lnTo>
                  <a:lnTo>
                    <a:pt x="2930822" y="863198"/>
                  </a:lnTo>
                  <a:lnTo>
                    <a:pt x="2931894" y="862450"/>
                  </a:lnTo>
                  <a:lnTo>
                    <a:pt x="2932965" y="861703"/>
                  </a:lnTo>
                  <a:lnTo>
                    <a:pt x="2934037" y="860955"/>
                  </a:lnTo>
                  <a:lnTo>
                    <a:pt x="2935109" y="860206"/>
                  </a:lnTo>
                  <a:lnTo>
                    <a:pt x="2936180" y="859457"/>
                  </a:lnTo>
                  <a:lnTo>
                    <a:pt x="2937252" y="858708"/>
                  </a:lnTo>
                  <a:lnTo>
                    <a:pt x="2938323" y="857958"/>
                  </a:lnTo>
                  <a:lnTo>
                    <a:pt x="2939395" y="857208"/>
                  </a:lnTo>
                  <a:lnTo>
                    <a:pt x="2940467" y="856457"/>
                  </a:lnTo>
                  <a:lnTo>
                    <a:pt x="2941538" y="855706"/>
                  </a:lnTo>
                  <a:lnTo>
                    <a:pt x="2942610" y="854954"/>
                  </a:lnTo>
                  <a:lnTo>
                    <a:pt x="2943681" y="854202"/>
                  </a:lnTo>
                  <a:lnTo>
                    <a:pt x="2944753" y="853450"/>
                  </a:lnTo>
                  <a:lnTo>
                    <a:pt x="2945825" y="852697"/>
                  </a:lnTo>
                  <a:lnTo>
                    <a:pt x="2946896" y="851944"/>
                  </a:lnTo>
                  <a:lnTo>
                    <a:pt x="2947968" y="851190"/>
                  </a:lnTo>
                  <a:lnTo>
                    <a:pt x="2949039" y="850436"/>
                  </a:lnTo>
                  <a:lnTo>
                    <a:pt x="2950111" y="849681"/>
                  </a:lnTo>
                  <a:lnTo>
                    <a:pt x="2951183" y="848926"/>
                  </a:lnTo>
                  <a:lnTo>
                    <a:pt x="2952254" y="848170"/>
                  </a:lnTo>
                  <a:lnTo>
                    <a:pt x="2953326" y="847414"/>
                  </a:lnTo>
                  <a:lnTo>
                    <a:pt x="2954397" y="846658"/>
                  </a:lnTo>
                  <a:lnTo>
                    <a:pt x="2955469" y="845901"/>
                  </a:lnTo>
                  <a:lnTo>
                    <a:pt x="2956541" y="845143"/>
                  </a:lnTo>
                  <a:lnTo>
                    <a:pt x="2957612" y="844385"/>
                  </a:lnTo>
                  <a:lnTo>
                    <a:pt x="2958684" y="843627"/>
                  </a:lnTo>
                  <a:lnTo>
                    <a:pt x="2959755" y="842868"/>
                  </a:lnTo>
                  <a:lnTo>
                    <a:pt x="2960827" y="842109"/>
                  </a:lnTo>
                  <a:lnTo>
                    <a:pt x="2961899" y="841349"/>
                  </a:lnTo>
                  <a:lnTo>
                    <a:pt x="2962970" y="840589"/>
                  </a:lnTo>
                  <a:lnTo>
                    <a:pt x="2964042" y="839828"/>
                  </a:lnTo>
                  <a:lnTo>
                    <a:pt x="2965113" y="839067"/>
                  </a:lnTo>
                  <a:lnTo>
                    <a:pt x="2966185" y="838306"/>
                  </a:lnTo>
                  <a:lnTo>
                    <a:pt x="2967257" y="837543"/>
                  </a:lnTo>
                  <a:lnTo>
                    <a:pt x="2968328" y="836781"/>
                  </a:lnTo>
                  <a:lnTo>
                    <a:pt x="2969400" y="836018"/>
                  </a:lnTo>
                  <a:lnTo>
                    <a:pt x="2970471" y="835254"/>
                  </a:lnTo>
                  <a:lnTo>
                    <a:pt x="2971543" y="834490"/>
                  </a:lnTo>
                  <a:lnTo>
                    <a:pt x="2972615" y="833726"/>
                  </a:lnTo>
                  <a:lnTo>
                    <a:pt x="2973686" y="832961"/>
                  </a:lnTo>
                  <a:lnTo>
                    <a:pt x="2974758" y="832195"/>
                  </a:lnTo>
                  <a:lnTo>
                    <a:pt x="2975829" y="831429"/>
                  </a:lnTo>
                  <a:lnTo>
                    <a:pt x="2976901" y="830662"/>
                  </a:lnTo>
                  <a:lnTo>
                    <a:pt x="2977973" y="829895"/>
                  </a:lnTo>
                  <a:lnTo>
                    <a:pt x="2979044" y="829128"/>
                  </a:lnTo>
                  <a:lnTo>
                    <a:pt x="2980116" y="828360"/>
                  </a:lnTo>
                  <a:lnTo>
                    <a:pt x="2981187" y="827591"/>
                  </a:lnTo>
                  <a:lnTo>
                    <a:pt x="2982259" y="826822"/>
                  </a:lnTo>
                  <a:lnTo>
                    <a:pt x="2983331" y="826053"/>
                  </a:lnTo>
                  <a:lnTo>
                    <a:pt x="2984402" y="825283"/>
                  </a:lnTo>
                  <a:lnTo>
                    <a:pt x="2985474" y="824512"/>
                  </a:lnTo>
                  <a:lnTo>
                    <a:pt x="2986545" y="823741"/>
                  </a:lnTo>
                  <a:lnTo>
                    <a:pt x="2987617" y="822969"/>
                  </a:lnTo>
                  <a:lnTo>
                    <a:pt x="2988689" y="822197"/>
                  </a:lnTo>
                  <a:lnTo>
                    <a:pt x="2989760" y="821425"/>
                  </a:lnTo>
                  <a:lnTo>
                    <a:pt x="2990832" y="820651"/>
                  </a:lnTo>
                  <a:lnTo>
                    <a:pt x="2991903" y="819878"/>
                  </a:lnTo>
                  <a:lnTo>
                    <a:pt x="2992975" y="819103"/>
                  </a:lnTo>
                  <a:lnTo>
                    <a:pt x="2994047" y="818329"/>
                  </a:lnTo>
                  <a:lnTo>
                    <a:pt x="2995118" y="817553"/>
                  </a:lnTo>
                  <a:lnTo>
                    <a:pt x="2996190" y="816778"/>
                  </a:lnTo>
                  <a:lnTo>
                    <a:pt x="2997261" y="816001"/>
                  </a:lnTo>
                  <a:lnTo>
                    <a:pt x="2998333" y="815224"/>
                  </a:lnTo>
                  <a:lnTo>
                    <a:pt x="2999405" y="814447"/>
                  </a:lnTo>
                  <a:lnTo>
                    <a:pt x="3000476" y="813669"/>
                  </a:lnTo>
                  <a:lnTo>
                    <a:pt x="3001548" y="812890"/>
                  </a:lnTo>
                  <a:lnTo>
                    <a:pt x="3002619" y="812111"/>
                  </a:lnTo>
                  <a:lnTo>
                    <a:pt x="3003691" y="811332"/>
                  </a:lnTo>
                  <a:lnTo>
                    <a:pt x="3004763" y="810552"/>
                  </a:lnTo>
                  <a:lnTo>
                    <a:pt x="3005834" y="809771"/>
                  </a:lnTo>
                  <a:lnTo>
                    <a:pt x="3006906" y="808990"/>
                  </a:lnTo>
                  <a:lnTo>
                    <a:pt x="3007977" y="808208"/>
                  </a:lnTo>
                  <a:lnTo>
                    <a:pt x="3009049" y="807426"/>
                  </a:lnTo>
                  <a:lnTo>
                    <a:pt x="3010121" y="806643"/>
                  </a:lnTo>
                  <a:lnTo>
                    <a:pt x="3011192" y="805859"/>
                  </a:lnTo>
                  <a:lnTo>
                    <a:pt x="3012264" y="805075"/>
                  </a:lnTo>
                  <a:lnTo>
                    <a:pt x="3013335" y="804291"/>
                  </a:lnTo>
                  <a:lnTo>
                    <a:pt x="3014407" y="803506"/>
                  </a:lnTo>
                  <a:lnTo>
                    <a:pt x="3015479" y="802720"/>
                  </a:lnTo>
                  <a:lnTo>
                    <a:pt x="3016550" y="801934"/>
                  </a:lnTo>
                  <a:lnTo>
                    <a:pt x="3017622" y="801147"/>
                  </a:lnTo>
                  <a:lnTo>
                    <a:pt x="3018693" y="800359"/>
                  </a:lnTo>
                  <a:lnTo>
                    <a:pt x="3019765" y="799572"/>
                  </a:lnTo>
                  <a:lnTo>
                    <a:pt x="3020836" y="798783"/>
                  </a:lnTo>
                  <a:lnTo>
                    <a:pt x="3021908" y="797994"/>
                  </a:lnTo>
                  <a:lnTo>
                    <a:pt x="3022980" y="797204"/>
                  </a:lnTo>
                  <a:lnTo>
                    <a:pt x="3024051" y="796414"/>
                  </a:lnTo>
                  <a:lnTo>
                    <a:pt x="3025123" y="795623"/>
                  </a:lnTo>
                  <a:lnTo>
                    <a:pt x="3026194" y="794832"/>
                  </a:lnTo>
                  <a:lnTo>
                    <a:pt x="3027266" y="794040"/>
                  </a:lnTo>
                  <a:lnTo>
                    <a:pt x="3028338" y="793248"/>
                  </a:lnTo>
                  <a:lnTo>
                    <a:pt x="3029409" y="792455"/>
                  </a:lnTo>
                  <a:lnTo>
                    <a:pt x="3030481" y="791661"/>
                  </a:lnTo>
                  <a:lnTo>
                    <a:pt x="3031552" y="790867"/>
                  </a:lnTo>
                  <a:lnTo>
                    <a:pt x="3032624" y="790073"/>
                  </a:lnTo>
                  <a:lnTo>
                    <a:pt x="3033696" y="789277"/>
                  </a:lnTo>
                  <a:lnTo>
                    <a:pt x="3034767" y="788482"/>
                  </a:lnTo>
                  <a:lnTo>
                    <a:pt x="3035839" y="787685"/>
                  </a:lnTo>
                  <a:lnTo>
                    <a:pt x="3036910" y="786888"/>
                  </a:lnTo>
                  <a:lnTo>
                    <a:pt x="3037982" y="786091"/>
                  </a:lnTo>
                  <a:lnTo>
                    <a:pt x="3039054" y="785293"/>
                  </a:lnTo>
                  <a:lnTo>
                    <a:pt x="3040125" y="784494"/>
                  </a:lnTo>
                  <a:lnTo>
                    <a:pt x="3041197" y="783695"/>
                  </a:lnTo>
                  <a:lnTo>
                    <a:pt x="3042268" y="782895"/>
                  </a:lnTo>
                  <a:lnTo>
                    <a:pt x="3043340" y="782095"/>
                  </a:lnTo>
                  <a:lnTo>
                    <a:pt x="3044412" y="781294"/>
                  </a:lnTo>
                  <a:lnTo>
                    <a:pt x="3045483" y="780493"/>
                  </a:lnTo>
                  <a:lnTo>
                    <a:pt x="3046555" y="779691"/>
                  </a:lnTo>
                  <a:lnTo>
                    <a:pt x="3047626" y="778888"/>
                  </a:lnTo>
                  <a:lnTo>
                    <a:pt x="3048698" y="778085"/>
                  </a:lnTo>
                  <a:lnTo>
                    <a:pt x="3049770" y="777281"/>
                  </a:lnTo>
                  <a:lnTo>
                    <a:pt x="3050841" y="776477"/>
                  </a:lnTo>
                  <a:lnTo>
                    <a:pt x="3051913" y="775672"/>
                  </a:lnTo>
                  <a:lnTo>
                    <a:pt x="3052984" y="774867"/>
                  </a:lnTo>
                  <a:lnTo>
                    <a:pt x="3054056" y="774061"/>
                  </a:lnTo>
                  <a:lnTo>
                    <a:pt x="3055128" y="773254"/>
                  </a:lnTo>
                  <a:lnTo>
                    <a:pt x="3056199" y="772447"/>
                  </a:lnTo>
                  <a:lnTo>
                    <a:pt x="3057271" y="771640"/>
                  </a:lnTo>
                  <a:lnTo>
                    <a:pt x="3058342" y="770831"/>
                  </a:lnTo>
                  <a:lnTo>
                    <a:pt x="3059414" y="770023"/>
                  </a:lnTo>
                  <a:lnTo>
                    <a:pt x="3060486" y="769213"/>
                  </a:lnTo>
                  <a:lnTo>
                    <a:pt x="3061557" y="768403"/>
                  </a:lnTo>
                  <a:lnTo>
                    <a:pt x="3062629" y="767593"/>
                  </a:lnTo>
                  <a:lnTo>
                    <a:pt x="3063700" y="766782"/>
                  </a:lnTo>
                  <a:lnTo>
                    <a:pt x="3064772" y="765970"/>
                  </a:lnTo>
                  <a:lnTo>
                    <a:pt x="3065844" y="765158"/>
                  </a:lnTo>
                  <a:lnTo>
                    <a:pt x="3066915" y="764345"/>
                  </a:lnTo>
                  <a:lnTo>
                    <a:pt x="3067987" y="763532"/>
                  </a:lnTo>
                  <a:lnTo>
                    <a:pt x="3069058" y="762718"/>
                  </a:lnTo>
                  <a:lnTo>
                    <a:pt x="3070130" y="761903"/>
                  </a:lnTo>
                  <a:lnTo>
                    <a:pt x="3071202" y="761088"/>
                  </a:lnTo>
                  <a:lnTo>
                    <a:pt x="3072273" y="760273"/>
                  </a:lnTo>
                  <a:lnTo>
                    <a:pt x="3073345" y="759456"/>
                  </a:lnTo>
                  <a:lnTo>
                    <a:pt x="3074416" y="758640"/>
                  </a:lnTo>
                  <a:lnTo>
                    <a:pt x="3075488" y="757822"/>
                  </a:lnTo>
                  <a:lnTo>
                    <a:pt x="3076560" y="757005"/>
                  </a:lnTo>
                  <a:lnTo>
                    <a:pt x="3077631" y="756186"/>
                  </a:lnTo>
                  <a:lnTo>
                    <a:pt x="3078703" y="755367"/>
                  </a:lnTo>
                  <a:lnTo>
                    <a:pt x="3079774" y="754547"/>
                  </a:lnTo>
                  <a:lnTo>
                    <a:pt x="3080846" y="753727"/>
                  </a:lnTo>
                  <a:lnTo>
                    <a:pt x="3081918" y="752906"/>
                  </a:lnTo>
                  <a:lnTo>
                    <a:pt x="3082989" y="752085"/>
                  </a:lnTo>
                  <a:lnTo>
                    <a:pt x="3084061" y="751263"/>
                  </a:lnTo>
                  <a:lnTo>
                    <a:pt x="3085132" y="750441"/>
                  </a:lnTo>
                  <a:lnTo>
                    <a:pt x="3086204" y="749618"/>
                  </a:lnTo>
                  <a:lnTo>
                    <a:pt x="3087276" y="748794"/>
                  </a:lnTo>
                  <a:lnTo>
                    <a:pt x="3088347" y="747970"/>
                  </a:lnTo>
                  <a:lnTo>
                    <a:pt x="3089419" y="747145"/>
                  </a:lnTo>
                  <a:lnTo>
                    <a:pt x="3090490" y="746320"/>
                  </a:lnTo>
                  <a:lnTo>
                    <a:pt x="3091562" y="745494"/>
                  </a:lnTo>
                  <a:lnTo>
                    <a:pt x="3092634" y="744667"/>
                  </a:lnTo>
                  <a:lnTo>
                    <a:pt x="3093705" y="743840"/>
                  </a:lnTo>
                  <a:lnTo>
                    <a:pt x="3094777" y="743013"/>
                  </a:lnTo>
                  <a:lnTo>
                    <a:pt x="3095848" y="742185"/>
                  </a:lnTo>
                  <a:lnTo>
                    <a:pt x="3096920" y="741356"/>
                  </a:lnTo>
                  <a:lnTo>
                    <a:pt x="3097992" y="740526"/>
                  </a:lnTo>
                  <a:lnTo>
                    <a:pt x="3099063" y="739697"/>
                  </a:lnTo>
                  <a:lnTo>
                    <a:pt x="3100135" y="738866"/>
                  </a:lnTo>
                  <a:lnTo>
                    <a:pt x="3101206" y="738035"/>
                  </a:lnTo>
                  <a:lnTo>
                    <a:pt x="3102278" y="737203"/>
                  </a:lnTo>
                  <a:lnTo>
                    <a:pt x="3103350" y="736371"/>
                  </a:lnTo>
                  <a:lnTo>
                    <a:pt x="3104421" y="735538"/>
                  </a:lnTo>
                  <a:lnTo>
                    <a:pt x="3105493" y="734705"/>
                  </a:lnTo>
                  <a:lnTo>
                    <a:pt x="3106564" y="733871"/>
                  </a:lnTo>
                  <a:lnTo>
                    <a:pt x="3107636" y="733036"/>
                  </a:lnTo>
                  <a:lnTo>
                    <a:pt x="3108708" y="732201"/>
                  </a:lnTo>
                  <a:lnTo>
                    <a:pt x="3109779" y="731366"/>
                  </a:lnTo>
                  <a:lnTo>
                    <a:pt x="3110851" y="730529"/>
                  </a:lnTo>
                  <a:lnTo>
                    <a:pt x="3111922" y="729693"/>
                  </a:lnTo>
                  <a:lnTo>
                    <a:pt x="3112994" y="728855"/>
                  </a:lnTo>
                  <a:lnTo>
                    <a:pt x="3114066" y="728017"/>
                  </a:lnTo>
                  <a:lnTo>
                    <a:pt x="3115137" y="727179"/>
                  </a:lnTo>
                  <a:lnTo>
                    <a:pt x="3116209" y="726340"/>
                  </a:lnTo>
                  <a:lnTo>
                    <a:pt x="3117280" y="725500"/>
                  </a:lnTo>
                  <a:lnTo>
                    <a:pt x="3118352" y="724660"/>
                  </a:lnTo>
                  <a:lnTo>
                    <a:pt x="3119424" y="723819"/>
                  </a:lnTo>
                  <a:lnTo>
                    <a:pt x="3120495" y="722977"/>
                  </a:lnTo>
                  <a:lnTo>
                    <a:pt x="3121567" y="722135"/>
                  </a:lnTo>
                  <a:lnTo>
                    <a:pt x="3122638" y="721293"/>
                  </a:lnTo>
                  <a:lnTo>
                    <a:pt x="3123710" y="720450"/>
                  </a:lnTo>
                  <a:lnTo>
                    <a:pt x="3124782" y="719606"/>
                  </a:lnTo>
                  <a:lnTo>
                    <a:pt x="3125853" y="718761"/>
                  </a:lnTo>
                  <a:lnTo>
                    <a:pt x="3126925" y="717917"/>
                  </a:lnTo>
                  <a:lnTo>
                    <a:pt x="3127996" y="717071"/>
                  </a:lnTo>
                  <a:lnTo>
                    <a:pt x="3129068" y="716225"/>
                  </a:lnTo>
                  <a:lnTo>
                    <a:pt x="3130140" y="715378"/>
                  </a:lnTo>
                  <a:lnTo>
                    <a:pt x="3131211" y="714531"/>
                  </a:lnTo>
                  <a:lnTo>
                    <a:pt x="3132283" y="713683"/>
                  </a:lnTo>
                  <a:lnTo>
                    <a:pt x="3133354" y="712835"/>
                  </a:lnTo>
                  <a:lnTo>
                    <a:pt x="3134426" y="711986"/>
                  </a:lnTo>
                  <a:lnTo>
                    <a:pt x="3135498" y="711136"/>
                  </a:lnTo>
                  <a:lnTo>
                    <a:pt x="3136569" y="710286"/>
                  </a:lnTo>
                  <a:lnTo>
                    <a:pt x="3137641" y="709436"/>
                  </a:lnTo>
                  <a:lnTo>
                    <a:pt x="3138712" y="708584"/>
                  </a:lnTo>
                  <a:lnTo>
                    <a:pt x="3139784" y="707732"/>
                  </a:lnTo>
                  <a:lnTo>
                    <a:pt x="3140856" y="706880"/>
                  </a:lnTo>
                  <a:lnTo>
                    <a:pt x="3141927" y="706027"/>
                  </a:lnTo>
                  <a:lnTo>
                    <a:pt x="3142999" y="705173"/>
                  </a:lnTo>
                  <a:lnTo>
                    <a:pt x="3144070" y="704319"/>
                  </a:lnTo>
                  <a:lnTo>
                    <a:pt x="3145142" y="703464"/>
                  </a:lnTo>
                  <a:lnTo>
                    <a:pt x="3146214" y="702609"/>
                  </a:lnTo>
                  <a:lnTo>
                    <a:pt x="3147285" y="701753"/>
                  </a:lnTo>
                  <a:lnTo>
                    <a:pt x="3148357" y="700897"/>
                  </a:lnTo>
                  <a:lnTo>
                    <a:pt x="3149428" y="700039"/>
                  </a:lnTo>
                  <a:lnTo>
                    <a:pt x="3150500" y="699182"/>
                  </a:lnTo>
                  <a:lnTo>
                    <a:pt x="3151572" y="698324"/>
                  </a:lnTo>
                  <a:lnTo>
                    <a:pt x="3152643" y="697465"/>
                  </a:lnTo>
                  <a:lnTo>
                    <a:pt x="3153715" y="696605"/>
                  </a:lnTo>
                  <a:lnTo>
                    <a:pt x="3154786" y="695745"/>
                  </a:lnTo>
                  <a:lnTo>
                    <a:pt x="3155858" y="694885"/>
                  </a:lnTo>
                  <a:lnTo>
                    <a:pt x="3156930" y="694024"/>
                  </a:lnTo>
                  <a:lnTo>
                    <a:pt x="3158001" y="693162"/>
                  </a:lnTo>
                  <a:lnTo>
                    <a:pt x="3159073" y="692299"/>
                  </a:lnTo>
                  <a:lnTo>
                    <a:pt x="3160144" y="691436"/>
                  </a:lnTo>
                  <a:lnTo>
                    <a:pt x="3161216" y="690573"/>
                  </a:lnTo>
                  <a:lnTo>
                    <a:pt x="3162288" y="689709"/>
                  </a:lnTo>
                  <a:lnTo>
                    <a:pt x="3163359" y="688844"/>
                  </a:lnTo>
                  <a:lnTo>
                    <a:pt x="3164431" y="687979"/>
                  </a:lnTo>
                  <a:lnTo>
                    <a:pt x="3165502" y="687113"/>
                  </a:lnTo>
                  <a:lnTo>
                    <a:pt x="3166574" y="686247"/>
                  </a:lnTo>
                  <a:lnTo>
                    <a:pt x="3167646" y="685380"/>
                  </a:lnTo>
                  <a:lnTo>
                    <a:pt x="3168717" y="684512"/>
                  </a:lnTo>
                  <a:lnTo>
                    <a:pt x="3169789" y="683644"/>
                  </a:lnTo>
                  <a:lnTo>
                    <a:pt x="3170860" y="682775"/>
                  </a:lnTo>
                  <a:lnTo>
                    <a:pt x="3171932" y="681906"/>
                  </a:lnTo>
                  <a:lnTo>
                    <a:pt x="3173004" y="681036"/>
                  </a:lnTo>
                  <a:lnTo>
                    <a:pt x="3174075" y="680165"/>
                  </a:lnTo>
                  <a:lnTo>
                    <a:pt x="3175147" y="679294"/>
                  </a:lnTo>
                  <a:lnTo>
                    <a:pt x="3176218" y="678422"/>
                  </a:lnTo>
                  <a:lnTo>
                    <a:pt x="3177290" y="677550"/>
                  </a:lnTo>
                  <a:lnTo>
                    <a:pt x="3178362" y="676677"/>
                  </a:lnTo>
                  <a:lnTo>
                    <a:pt x="3179433" y="675804"/>
                  </a:lnTo>
                  <a:lnTo>
                    <a:pt x="3180505" y="674930"/>
                  </a:lnTo>
                  <a:lnTo>
                    <a:pt x="3181576" y="674055"/>
                  </a:lnTo>
                  <a:lnTo>
                    <a:pt x="3182648" y="673180"/>
                  </a:lnTo>
                  <a:lnTo>
                    <a:pt x="3183720" y="672304"/>
                  </a:lnTo>
                  <a:lnTo>
                    <a:pt x="3184791" y="671428"/>
                  </a:lnTo>
                  <a:lnTo>
                    <a:pt x="3185863" y="670551"/>
                  </a:lnTo>
                  <a:lnTo>
                    <a:pt x="3186934" y="669673"/>
                  </a:lnTo>
                  <a:lnTo>
                    <a:pt x="3188006" y="668795"/>
                  </a:lnTo>
                  <a:lnTo>
                    <a:pt x="3189078" y="667916"/>
                  </a:lnTo>
                  <a:lnTo>
                    <a:pt x="3190149" y="667037"/>
                  </a:lnTo>
                  <a:lnTo>
                    <a:pt x="3191221" y="666157"/>
                  </a:lnTo>
                  <a:lnTo>
                    <a:pt x="3192292" y="665277"/>
                  </a:lnTo>
                  <a:lnTo>
                    <a:pt x="3193364" y="664396"/>
                  </a:lnTo>
                  <a:lnTo>
                    <a:pt x="3194436" y="663514"/>
                  </a:lnTo>
                  <a:lnTo>
                    <a:pt x="3195507" y="662632"/>
                  </a:lnTo>
                  <a:lnTo>
                    <a:pt x="3196579" y="661749"/>
                  </a:lnTo>
                  <a:lnTo>
                    <a:pt x="3197650" y="660865"/>
                  </a:lnTo>
                  <a:lnTo>
                    <a:pt x="3198722" y="659981"/>
                  </a:lnTo>
                  <a:lnTo>
                    <a:pt x="3199793" y="659097"/>
                  </a:lnTo>
                  <a:lnTo>
                    <a:pt x="3200865" y="658211"/>
                  </a:lnTo>
                  <a:lnTo>
                    <a:pt x="3201937" y="657326"/>
                  </a:lnTo>
                  <a:lnTo>
                    <a:pt x="3203008" y="656439"/>
                  </a:lnTo>
                  <a:lnTo>
                    <a:pt x="3204080" y="655552"/>
                  </a:lnTo>
                  <a:lnTo>
                    <a:pt x="3205151" y="654665"/>
                  </a:lnTo>
                  <a:lnTo>
                    <a:pt x="3206223" y="653777"/>
                  </a:lnTo>
                  <a:lnTo>
                    <a:pt x="3207295" y="652888"/>
                  </a:lnTo>
                  <a:lnTo>
                    <a:pt x="3208366" y="651998"/>
                  </a:lnTo>
                  <a:lnTo>
                    <a:pt x="3209438" y="651109"/>
                  </a:lnTo>
                  <a:lnTo>
                    <a:pt x="3210509" y="650218"/>
                  </a:lnTo>
                  <a:lnTo>
                    <a:pt x="3211581" y="649327"/>
                  </a:lnTo>
                  <a:lnTo>
                    <a:pt x="3212653" y="648435"/>
                  </a:lnTo>
                  <a:lnTo>
                    <a:pt x="3213724" y="647543"/>
                  </a:lnTo>
                  <a:lnTo>
                    <a:pt x="3214796" y="646650"/>
                  </a:lnTo>
                  <a:lnTo>
                    <a:pt x="3215867" y="645757"/>
                  </a:lnTo>
                  <a:lnTo>
                    <a:pt x="3216939" y="644863"/>
                  </a:lnTo>
                  <a:lnTo>
                    <a:pt x="3218011" y="643968"/>
                  </a:lnTo>
                  <a:lnTo>
                    <a:pt x="3219082" y="643073"/>
                  </a:lnTo>
                  <a:lnTo>
                    <a:pt x="3220154" y="642177"/>
                  </a:lnTo>
                  <a:lnTo>
                    <a:pt x="3221225" y="641280"/>
                  </a:lnTo>
                  <a:lnTo>
                    <a:pt x="3222297" y="640383"/>
                  </a:lnTo>
                  <a:lnTo>
                    <a:pt x="3223369" y="639486"/>
                  </a:lnTo>
                  <a:lnTo>
                    <a:pt x="3224440" y="638588"/>
                  </a:lnTo>
                  <a:lnTo>
                    <a:pt x="3225512" y="637689"/>
                  </a:lnTo>
                  <a:lnTo>
                    <a:pt x="3226583" y="636789"/>
                  </a:lnTo>
                  <a:lnTo>
                    <a:pt x="3227655" y="635889"/>
                  </a:lnTo>
                  <a:lnTo>
                    <a:pt x="3228727" y="634989"/>
                  </a:lnTo>
                  <a:lnTo>
                    <a:pt x="3229798" y="634088"/>
                  </a:lnTo>
                  <a:lnTo>
                    <a:pt x="3230870" y="633186"/>
                  </a:lnTo>
                  <a:lnTo>
                    <a:pt x="3231941" y="632283"/>
                  </a:lnTo>
                  <a:lnTo>
                    <a:pt x="3233013" y="631380"/>
                  </a:lnTo>
                  <a:lnTo>
                    <a:pt x="3234085" y="630477"/>
                  </a:lnTo>
                  <a:lnTo>
                    <a:pt x="3235156" y="629573"/>
                  </a:lnTo>
                  <a:lnTo>
                    <a:pt x="3236228" y="628668"/>
                  </a:lnTo>
                  <a:lnTo>
                    <a:pt x="3237299" y="627763"/>
                  </a:lnTo>
                  <a:lnTo>
                    <a:pt x="3238371" y="626857"/>
                  </a:lnTo>
                  <a:lnTo>
                    <a:pt x="3239443" y="625950"/>
                  </a:lnTo>
                  <a:lnTo>
                    <a:pt x="3240514" y="625043"/>
                  </a:lnTo>
                  <a:lnTo>
                    <a:pt x="3241586" y="624135"/>
                  </a:lnTo>
                  <a:lnTo>
                    <a:pt x="3242657" y="623227"/>
                  </a:lnTo>
                  <a:lnTo>
                    <a:pt x="3243729" y="622318"/>
                  </a:lnTo>
                  <a:lnTo>
                    <a:pt x="3244801" y="621409"/>
                  </a:lnTo>
                  <a:lnTo>
                    <a:pt x="3245872" y="620499"/>
                  </a:lnTo>
                  <a:lnTo>
                    <a:pt x="3246944" y="619588"/>
                  </a:lnTo>
                  <a:lnTo>
                    <a:pt x="3248015" y="618677"/>
                  </a:lnTo>
                  <a:lnTo>
                    <a:pt x="3249087" y="617765"/>
                  </a:lnTo>
                  <a:lnTo>
                    <a:pt x="3250159" y="616852"/>
                  </a:lnTo>
                  <a:lnTo>
                    <a:pt x="3251230" y="615939"/>
                  </a:lnTo>
                  <a:lnTo>
                    <a:pt x="3252302" y="615026"/>
                  </a:lnTo>
                  <a:lnTo>
                    <a:pt x="3253373" y="614111"/>
                  </a:lnTo>
                  <a:lnTo>
                    <a:pt x="3254445" y="613197"/>
                  </a:lnTo>
                  <a:lnTo>
                    <a:pt x="3255517" y="612281"/>
                  </a:lnTo>
                  <a:lnTo>
                    <a:pt x="3256588" y="611365"/>
                  </a:lnTo>
                  <a:lnTo>
                    <a:pt x="3257660" y="610448"/>
                  </a:lnTo>
                  <a:lnTo>
                    <a:pt x="3258731" y="609531"/>
                  </a:lnTo>
                  <a:lnTo>
                    <a:pt x="3259803" y="608613"/>
                  </a:lnTo>
                  <a:lnTo>
                    <a:pt x="3260875" y="607695"/>
                  </a:lnTo>
                  <a:lnTo>
                    <a:pt x="3261946" y="606776"/>
                  </a:lnTo>
                  <a:lnTo>
                    <a:pt x="3263018" y="605856"/>
                  </a:lnTo>
                  <a:lnTo>
                    <a:pt x="3264089" y="604936"/>
                  </a:lnTo>
                  <a:lnTo>
                    <a:pt x="3265161" y="604015"/>
                  </a:lnTo>
                  <a:lnTo>
                    <a:pt x="3266233" y="603094"/>
                  </a:lnTo>
                  <a:lnTo>
                    <a:pt x="3267304" y="602172"/>
                  </a:lnTo>
                  <a:lnTo>
                    <a:pt x="3268376" y="601249"/>
                  </a:lnTo>
                  <a:lnTo>
                    <a:pt x="3269447" y="600326"/>
                  </a:lnTo>
                  <a:lnTo>
                    <a:pt x="3270519" y="599402"/>
                  </a:lnTo>
                  <a:lnTo>
                    <a:pt x="3271591" y="598478"/>
                  </a:lnTo>
                  <a:lnTo>
                    <a:pt x="3272662" y="597553"/>
                  </a:lnTo>
                  <a:lnTo>
                    <a:pt x="3273734" y="596627"/>
                  </a:lnTo>
                  <a:lnTo>
                    <a:pt x="3274805" y="595701"/>
                  </a:lnTo>
                  <a:lnTo>
                    <a:pt x="3275877" y="594774"/>
                  </a:lnTo>
                  <a:lnTo>
                    <a:pt x="3276949" y="593847"/>
                  </a:lnTo>
                  <a:lnTo>
                    <a:pt x="3278020" y="592919"/>
                  </a:lnTo>
                  <a:lnTo>
                    <a:pt x="3279092" y="591990"/>
                  </a:lnTo>
                  <a:lnTo>
                    <a:pt x="3280163" y="591061"/>
                  </a:lnTo>
                  <a:lnTo>
                    <a:pt x="3281235" y="590131"/>
                  </a:lnTo>
                  <a:lnTo>
                    <a:pt x="3282307" y="589201"/>
                  </a:lnTo>
                  <a:lnTo>
                    <a:pt x="3283378" y="588270"/>
                  </a:lnTo>
                  <a:lnTo>
                    <a:pt x="3284450" y="587338"/>
                  </a:lnTo>
                  <a:lnTo>
                    <a:pt x="3285521" y="586406"/>
                  </a:lnTo>
                  <a:lnTo>
                    <a:pt x="3286593" y="585473"/>
                  </a:lnTo>
                  <a:lnTo>
                    <a:pt x="3287665" y="584540"/>
                  </a:lnTo>
                  <a:lnTo>
                    <a:pt x="3288736" y="583606"/>
                  </a:lnTo>
                  <a:lnTo>
                    <a:pt x="3289808" y="582671"/>
                  </a:lnTo>
                  <a:lnTo>
                    <a:pt x="3290879" y="581736"/>
                  </a:lnTo>
                  <a:lnTo>
                    <a:pt x="3291951" y="580800"/>
                  </a:lnTo>
                  <a:lnTo>
                    <a:pt x="3293023" y="579864"/>
                  </a:lnTo>
                  <a:lnTo>
                    <a:pt x="3294094" y="578927"/>
                  </a:lnTo>
                  <a:lnTo>
                    <a:pt x="3295166" y="577989"/>
                  </a:lnTo>
                  <a:lnTo>
                    <a:pt x="3296237" y="577051"/>
                  </a:lnTo>
                  <a:lnTo>
                    <a:pt x="3297309" y="576112"/>
                  </a:lnTo>
                  <a:lnTo>
                    <a:pt x="3298381" y="575173"/>
                  </a:lnTo>
                  <a:lnTo>
                    <a:pt x="3299452" y="574232"/>
                  </a:lnTo>
                  <a:lnTo>
                    <a:pt x="3300524" y="573292"/>
                  </a:lnTo>
                  <a:lnTo>
                    <a:pt x="3301595" y="572351"/>
                  </a:lnTo>
                  <a:lnTo>
                    <a:pt x="3302667" y="571409"/>
                  </a:lnTo>
                  <a:lnTo>
                    <a:pt x="3303739" y="570466"/>
                  </a:lnTo>
                  <a:lnTo>
                    <a:pt x="3304810" y="569523"/>
                  </a:lnTo>
                  <a:lnTo>
                    <a:pt x="3305882" y="568580"/>
                  </a:lnTo>
                  <a:lnTo>
                    <a:pt x="3306953" y="567635"/>
                  </a:lnTo>
                  <a:lnTo>
                    <a:pt x="3308025" y="566691"/>
                  </a:lnTo>
                  <a:lnTo>
                    <a:pt x="3309097" y="565745"/>
                  </a:lnTo>
                  <a:lnTo>
                    <a:pt x="3310168" y="564799"/>
                  </a:lnTo>
                  <a:lnTo>
                    <a:pt x="3311240" y="563852"/>
                  </a:lnTo>
                  <a:lnTo>
                    <a:pt x="3312311" y="562905"/>
                  </a:lnTo>
                  <a:lnTo>
                    <a:pt x="3313383" y="561957"/>
                  </a:lnTo>
                  <a:lnTo>
                    <a:pt x="3314455" y="561009"/>
                  </a:lnTo>
                  <a:lnTo>
                    <a:pt x="3315526" y="560060"/>
                  </a:lnTo>
                  <a:lnTo>
                    <a:pt x="3316598" y="559110"/>
                  </a:lnTo>
                  <a:lnTo>
                    <a:pt x="3317669" y="558160"/>
                  </a:lnTo>
                  <a:lnTo>
                    <a:pt x="3318741" y="557209"/>
                  </a:lnTo>
                  <a:lnTo>
                    <a:pt x="3319813" y="556257"/>
                  </a:lnTo>
                  <a:lnTo>
                    <a:pt x="3320884" y="555305"/>
                  </a:lnTo>
                  <a:lnTo>
                    <a:pt x="3321956" y="554353"/>
                  </a:lnTo>
                  <a:lnTo>
                    <a:pt x="3323027" y="553399"/>
                  </a:lnTo>
                  <a:lnTo>
                    <a:pt x="3324099" y="552445"/>
                  </a:lnTo>
                  <a:lnTo>
                    <a:pt x="3325171" y="551491"/>
                  </a:lnTo>
                  <a:lnTo>
                    <a:pt x="3326242" y="550536"/>
                  </a:lnTo>
                  <a:lnTo>
                    <a:pt x="3327314" y="549580"/>
                  </a:lnTo>
                  <a:lnTo>
                    <a:pt x="3328385" y="548624"/>
                  </a:lnTo>
                  <a:lnTo>
                    <a:pt x="3329457" y="547667"/>
                  </a:lnTo>
                  <a:lnTo>
                    <a:pt x="3330529" y="546709"/>
                  </a:lnTo>
                  <a:lnTo>
                    <a:pt x="3331600" y="545751"/>
                  </a:lnTo>
                  <a:lnTo>
                    <a:pt x="3332672" y="544792"/>
                  </a:lnTo>
                  <a:lnTo>
                    <a:pt x="3333743" y="543833"/>
                  </a:lnTo>
                  <a:lnTo>
                    <a:pt x="3334815" y="542873"/>
                  </a:lnTo>
                  <a:lnTo>
                    <a:pt x="3335887" y="541912"/>
                  </a:lnTo>
                  <a:lnTo>
                    <a:pt x="3336958" y="540951"/>
                  </a:lnTo>
                  <a:lnTo>
                    <a:pt x="3338030" y="539989"/>
                  </a:lnTo>
                  <a:lnTo>
                    <a:pt x="3339101" y="539027"/>
                  </a:lnTo>
                  <a:lnTo>
                    <a:pt x="3340173" y="538064"/>
                  </a:lnTo>
                  <a:lnTo>
                    <a:pt x="3341245" y="537100"/>
                  </a:lnTo>
                  <a:lnTo>
                    <a:pt x="3342316" y="536136"/>
                  </a:lnTo>
                  <a:lnTo>
                    <a:pt x="3343388" y="535171"/>
                  </a:lnTo>
                  <a:lnTo>
                    <a:pt x="3344459" y="534206"/>
                  </a:lnTo>
                  <a:lnTo>
                    <a:pt x="3345531" y="533240"/>
                  </a:lnTo>
                  <a:lnTo>
                    <a:pt x="3346603" y="532273"/>
                  </a:lnTo>
                  <a:lnTo>
                    <a:pt x="3347674" y="531306"/>
                  </a:lnTo>
                  <a:lnTo>
                    <a:pt x="3348746" y="530338"/>
                  </a:lnTo>
                  <a:lnTo>
                    <a:pt x="3349817" y="529370"/>
                  </a:lnTo>
                  <a:lnTo>
                    <a:pt x="3350889" y="528400"/>
                  </a:lnTo>
                  <a:lnTo>
                    <a:pt x="3351961" y="527431"/>
                  </a:lnTo>
                  <a:lnTo>
                    <a:pt x="3353032" y="526460"/>
                  </a:lnTo>
                  <a:lnTo>
                    <a:pt x="3354104" y="525489"/>
                  </a:lnTo>
                  <a:lnTo>
                    <a:pt x="3355175" y="524518"/>
                  </a:lnTo>
                  <a:lnTo>
                    <a:pt x="3356247" y="523546"/>
                  </a:lnTo>
                  <a:lnTo>
                    <a:pt x="3357319" y="522573"/>
                  </a:lnTo>
                  <a:lnTo>
                    <a:pt x="3358390" y="521600"/>
                  </a:lnTo>
                  <a:lnTo>
                    <a:pt x="3359462" y="520626"/>
                  </a:lnTo>
                  <a:lnTo>
                    <a:pt x="3360533" y="519651"/>
                  </a:lnTo>
                  <a:lnTo>
                    <a:pt x="3361605" y="518676"/>
                  </a:lnTo>
                  <a:lnTo>
                    <a:pt x="3362677" y="517700"/>
                  </a:lnTo>
                  <a:lnTo>
                    <a:pt x="3363748" y="516724"/>
                  </a:lnTo>
                  <a:lnTo>
                    <a:pt x="3364820" y="515747"/>
                  </a:lnTo>
                  <a:lnTo>
                    <a:pt x="3365891" y="514769"/>
                  </a:lnTo>
                  <a:lnTo>
                    <a:pt x="3366963" y="513791"/>
                  </a:lnTo>
                  <a:lnTo>
                    <a:pt x="3368035" y="512812"/>
                  </a:lnTo>
                  <a:lnTo>
                    <a:pt x="3369106" y="511832"/>
                  </a:lnTo>
                  <a:lnTo>
                    <a:pt x="3370178" y="510852"/>
                  </a:lnTo>
                  <a:lnTo>
                    <a:pt x="3371249" y="509872"/>
                  </a:lnTo>
                  <a:lnTo>
                    <a:pt x="3372321" y="508890"/>
                  </a:lnTo>
                  <a:lnTo>
                    <a:pt x="3373392" y="507908"/>
                  </a:lnTo>
                  <a:lnTo>
                    <a:pt x="3374464" y="506926"/>
                  </a:lnTo>
                  <a:lnTo>
                    <a:pt x="3375536" y="505943"/>
                  </a:lnTo>
                  <a:lnTo>
                    <a:pt x="3376607" y="504959"/>
                  </a:lnTo>
                  <a:lnTo>
                    <a:pt x="3377679" y="503975"/>
                  </a:lnTo>
                  <a:lnTo>
                    <a:pt x="3378750" y="502990"/>
                  </a:lnTo>
                  <a:lnTo>
                    <a:pt x="3379822" y="502004"/>
                  </a:lnTo>
                  <a:lnTo>
                    <a:pt x="3380894" y="501018"/>
                  </a:lnTo>
                  <a:lnTo>
                    <a:pt x="3381965" y="500031"/>
                  </a:lnTo>
                  <a:lnTo>
                    <a:pt x="3383037" y="499044"/>
                  </a:lnTo>
                  <a:lnTo>
                    <a:pt x="3384108" y="498056"/>
                  </a:lnTo>
                  <a:lnTo>
                    <a:pt x="3385180" y="497067"/>
                  </a:lnTo>
                  <a:lnTo>
                    <a:pt x="3386252" y="496078"/>
                  </a:lnTo>
                  <a:lnTo>
                    <a:pt x="3387323" y="495088"/>
                  </a:lnTo>
                  <a:lnTo>
                    <a:pt x="3388395" y="494097"/>
                  </a:lnTo>
                  <a:lnTo>
                    <a:pt x="3389466" y="493106"/>
                  </a:lnTo>
                  <a:lnTo>
                    <a:pt x="3390538" y="492114"/>
                  </a:lnTo>
                  <a:lnTo>
                    <a:pt x="3391610" y="491122"/>
                  </a:lnTo>
                  <a:lnTo>
                    <a:pt x="3392681" y="490129"/>
                  </a:lnTo>
                  <a:lnTo>
                    <a:pt x="3393753" y="489136"/>
                  </a:lnTo>
                  <a:lnTo>
                    <a:pt x="3394824" y="488141"/>
                  </a:lnTo>
                  <a:lnTo>
                    <a:pt x="3395896" y="487147"/>
                  </a:lnTo>
                  <a:lnTo>
                    <a:pt x="3396968" y="486151"/>
                  </a:lnTo>
                  <a:lnTo>
                    <a:pt x="3398039" y="485155"/>
                  </a:lnTo>
                  <a:lnTo>
                    <a:pt x="3399111" y="484158"/>
                  </a:lnTo>
                  <a:lnTo>
                    <a:pt x="3400182" y="483161"/>
                  </a:lnTo>
                  <a:lnTo>
                    <a:pt x="3401254" y="482163"/>
                  </a:lnTo>
                  <a:lnTo>
                    <a:pt x="3402326" y="481165"/>
                  </a:lnTo>
                  <a:lnTo>
                    <a:pt x="3403397" y="480166"/>
                  </a:lnTo>
                  <a:lnTo>
                    <a:pt x="3404469" y="479166"/>
                  </a:lnTo>
                  <a:lnTo>
                    <a:pt x="3405540" y="478166"/>
                  </a:lnTo>
                  <a:lnTo>
                    <a:pt x="3406612" y="477165"/>
                  </a:lnTo>
                  <a:lnTo>
                    <a:pt x="3407684" y="476163"/>
                  </a:lnTo>
                  <a:lnTo>
                    <a:pt x="3408755" y="475161"/>
                  </a:lnTo>
                  <a:lnTo>
                    <a:pt x="3409827" y="474158"/>
                  </a:lnTo>
                  <a:lnTo>
                    <a:pt x="3410898" y="473155"/>
                  </a:lnTo>
                  <a:lnTo>
                    <a:pt x="3411970" y="472150"/>
                  </a:lnTo>
                  <a:lnTo>
                    <a:pt x="3413042" y="471146"/>
                  </a:lnTo>
                  <a:lnTo>
                    <a:pt x="3414113" y="470141"/>
                  </a:lnTo>
                  <a:lnTo>
                    <a:pt x="3415185" y="469135"/>
                  </a:lnTo>
                  <a:lnTo>
                    <a:pt x="3416256" y="468128"/>
                  </a:lnTo>
                  <a:lnTo>
                    <a:pt x="3417328" y="467121"/>
                  </a:lnTo>
                  <a:lnTo>
                    <a:pt x="3418400" y="466113"/>
                  </a:lnTo>
                  <a:lnTo>
                    <a:pt x="3419471" y="465105"/>
                  </a:lnTo>
                  <a:lnTo>
                    <a:pt x="3420543" y="464096"/>
                  </a:lnTo>
                  <a:lnTo>
                    <a:pt x="3421614" y="463086"/>
                  </a:lnTo>
                  <a:lnTo>
                    <a:pt x="3422686" y="462076"/>
                  </a:lnTo>
                  <a:lnTo>
                    <a:pt x="3423758" y="461065"/>
                  </a:lnTo>
                  <a:lnTo>
                    <a:pt x="3424829" y="460054"/>
                  </a:lnTo>
                  <a:lnTo>
                    <a:pt x="3425901" y="459042"/>
                  </a:lnTo>
                  <a:lnTo>
                    <a:pt x="3426972" y="458029"/>
                  </a:lnTo>
                  <a:lnTo>
                    <a:pt x="3428044" y="457015"/>
                  </a:lnTo>
                  <a:lnTo>
                    <a:pt x="3429116" y="456002"/>
                  </a:lnTo>
                  <a:lnTo>
                    <a:pt x="3430187" y="454987"/>
                  </a:lnTo>
                  <a:lnTo>
                    <a:pt x="3431259" y="453972"/>
                  </a:lnTo>
                  <a:lnTo>
                    <a:pt x="3432330" y="452956"/>
                  </a:lnTo>
                  <a:lnTo>
                    <a:pt x="3433402" y="451939"/>
                  </a:lnTo>
                  <a:lnTo>
                    <a:pt x="3434474" y="450922"/>
                  </a:lnTo>
                  <a:lnTo>
                    <a:pt x="3435545" y="449905"/>
                  </a:lnTo>
                  <a:lnTo>
                    <a:pt x="3436617" y="448886"/>
                  </a:lnTo>
                  <a:lnTo>
                    <a:pt x="3437688" y="447868"/>
                  </a:lnTo>
                  <a:lnTo>
                    <a:pt x="3438760" y="446848"/>
                  </a:lnTo>
                  <a:lnTo>
                    <a:pt x="3439832" y="445828"/>
                  </a:lnTo>
                  <a:lnTo>
                    <a:pt x="3440903" y="444807"/>
                  </a:lnTo>
                  <a:lnTo>
                    <a:pt x="3441975" y="443786"/>
                  </a:lnTo>
                  <a:lnTo>
                    <a:pt x="3443046" y="442764"/>
                  </a:lnTo>
                  <a:lnTo>
                    <a:pt x="3444118" y="441741"/>
                  </a:lnTo>
                  <a:lnTo>
                    <a:pt x="3445190" y="440718"/>
                  </a:lnTo>
                  <a:lnTo>
                    <a:pt x="3446261" y="439694"/>
                  </a:lnTo>
                  <a:lnTo>
                    <a:pt x="3447333" y="438669"/>
                  </a:lnTo>
                  <a:lnTo>
                    <a:pt x="3448404" y="437644"/>
                  </a:lnTo>
                  <a:lnTo>
                    <a:pt x="3449476" y="436618"/>
                  </a:lnTo>
                  <a:lnTo>
                    <a:pt x="3450548" y="435592"/>
                  </a:lnTo>
                  <a:lnTo>
                    <a:pt x="3451619" y="434565"/>
                  </a:lnTo>
                  <a:lnTo>
                    <a:pt x="3452691" y="433537"/>
                  </a:lnTo>
                  <a:lnTo>
                    <a:pt x="3453762" y="432509"/>
                  </a:lnTo>
                  <a:lnTo>
                    <a:pt x="3454834" y="431480"/>
                  </a:lnTo>
                  <a:lnTo>
                    <a:pt x="3455906" y="430451"/>
                  </a:lnTo>
                  <a:lnTo>
                    <a:pt x="3456977" y="429421"/>
                  </a:lnTo>
                  <a:lnTo>
                    <a:pt x="3458049" y="428390"/>
                  </a:lnTo>
                  <a:lnTo>
                    <a:pt x="3459120" y="427358"/>
                  </a:lnTo>
                  <a:lnTo>
                    <a:pt x="3460192" y="426326"/>
                  </a:lnTo>
                  <a:lnTo>
                    <a:pt x="3461264" y="425294"/>
                  </a:lnTo>
                  <a:lnTo>
                    <a:pt x="3462335" y="424261"/>
                  </a:lnTo>
                  <a:lnTo>
                    <a:pt x="3463407" y="423227"/>
                  </a:lnTo>
                  <a:lnTo>
                    <a:pt x="3464478" y="422192"/>
                  </a:lnTo>
                  <a:lnTo>
                    <a:pt x="3465550" y="421157"/>
                  </a:lnTo>
                  <a:lnTo>
                    <a:pt x="3466622" y="420121"/>
                  </a:lnTo>
                  <a:lnTo>
                    <a:pt x="3467693" y="419085"/>
                  </a:lnTo>
                  <a:lnTo>
                    <a:pt x="3468765" y="418048"/>
                  </a:lnTo>
                  <a:lnTo>
                    <a:pt x="3469836" y="417010"/>
                  </a:lnTo>
                  <a:lnTo>
                    <a:pt x="3470908" y="415972"/>
                  </a:lnTo>
                  <a:lnTo>
                    <a:pt x="3471980" y="414933"/>
                  </a:lnTo>
                  <a:lnTo>
                    <a:pt x="3473051" y="413894"/>
                  </a:lnTo>
                  <a:lnTo>
                    <a:pt x="3474123" y="412853"/>
                  </a:lnTo>
                  <a:lnTo>
                    <a:pt x="3475194" y="411813"/>
                  </a:lnTo>
                  <a:lnTo>
                    <a:pt x="3476266" y="410771"/>
                  </a:lnTo>
                  <a:lnTo>
                    <a:pt x="3477338" y="409729"/>
                  </a:lnTo>
                  <a:lnTo>
                    <a:pt x="3478409" y="408687"/>
                  </a:lnTo>
                  <a:lnTo>
                    <a:pt x="3479481" y="407643"/>
                  </a:lnTo>
                  <a:lnTo>
                    <a:pt x="3480552" y="406599"/>
                  </a:lnTo>
                  <a:lnTo>
                    <a:pt x="3481624" y="405555"/>
                  </a:lnTo>
                  <a:lnTo>
                    <a:pt x="3482696" y="404510"/>
                  </a:lnTo>
                  <a:lnTo>
                    <a:pt x="3483767" y="403464"/>
                  </a:lnTo>
                  <a:lnTo>
                    <a:pt x="3484839" y="402418"/>
                  </a:lnTo>
                  <a:lnTo>
                    <a:pt x="3485910" y="401370"/>
                  </a:lnTo>
                  <a:lnTo>
                    <a:pt x="3486982" y="400323"/>
                  </a:lnTo>
                  <a:lnTo>
                    <a:pt x="3488054" y="399274"/>
                  </a:lnTo>
                  <a:lnTo>
                    <a:pt x="3489125" y="398226"/>
                  </a:lnTo>
                  <a:lnTo>
                    <a:pt x="3490197" y="397176"/>
                  </a:lnTo>
                  <a:lnTo>
                    <a:pt x="3491268" y="396126"/>
                  </a:lnTo>
                  <a:lnTo>
                    <a:pt x="3492340" y="395075"/>
                  </a:lnTo>
                  <a:lnTo>
                    <a:pt x="3493412" y="394024"/>
                  </a:lnTo>
                  <a:lnTo>
                    <a:pt x="3494483" y="392971"/>
                  </a:lnTo>
                  <a:lnTo>
                    <a:pt x="3495555" y="391919"/>
                  </a:lnTo>
                  <a:lnTo>
                    <a:pt x="3496626" y="390865"/>
                  </a:lnTo>
                  <a:lnTo>
                    <a:pt x="3497698" y="389811"/>
                  </a:lnTo>
                  <a:lnTo>
                    <a:pt x="3498770" y="388757"/>
                  </a:lnTo>
                  <a:lnTo>
                    <a:pt x="3499841" y="387702"/>
                  </a:lnTo>
                  <a:lnTo>
                    <a:pt x="3500913" y="386646"/>
                  </a:lnTo>
                  <a:lnTo>
                    <a:pt x="3501984" y="385589"/>
                  </a:lnTo>
                  <a:lnTo>
                    <a:pt x="3503056" y="384532"/>
                  </a:lnTo>
                  <a:lnTo>
                    <a:pt x="3504128" y="383474"/>
                  </a:lnTo>
                  <a:lnTo>
                    <a:pt x="3505199" y="382416"/>
                  </a:lnTo>
                  <a:lnTo>
                    <a:pt x="3506271" y="381357"/>
                  </a:lnTo>
                  <a:lnTo>
                    <a:pt x="3507342" y="380297"/>
                  </a:lnTo>
                  <a:lnTo>
                    <a:pt x="3508414" y="379237"/>
                  </a:lnTo>
                  <a:lnTo>
                    <a:pt x="3509486" y="378176"/>
                  </a:lnTo>
                  <a:lnTo>
                    <a:pt x="3510557" y="377114"/>
                  </a:lnTo>
                  <a:lnTo>
                    <a:pt x="3511629" y="376052"/>
                  </a:lnTo>
                  <a:lnTo>
                    <a:pt x="3512700" y="374989"/>
                  </a:lnTo>
                  <a:lnTo>
                    <a:pt x="3513772" y="373926"/>
                  </a:lnTo>
                  <a:lnTo>
                    <a:pt x="3514844" y="372862"/>
                  </a:lnTo>
                  <a:lnTo>
                    <a:pt x="3515915" y="371797"/>
                  </a:lnTo>
                  <a:lnTo>
                    <a:pt x="3516987" y="370732"/>
                  </a:lnTo>
                  <a:lnTo>
                    <a:pt x="3518058" y="369666"/>
                  </a:lnTo>
                  <a:lnTo>
                    <a:pt x="3519130" y="368599"/>
                  </a:lnTo>
                  <a:lnTo>
                    <a:pt x="3520202" y="367532"/>
                  </a:lnTo>
                  <a:lnTo>
                    <a:pt x="3521273" y="366464"/>
                  </a:lnTo>
                  <a:lnTo>
                    <a:pt x="3522345" y="365396"/>
                  </a:lnTo>
                  <a:lnTo>
                    <a:pt x="3523416" y="364326"/>
                  </a:lnTo>
                  <a:lnTo>
                    <a:pt x="3524488" y="363257"/>
                  </a:lnTo>
                  <a:lnTo>
                    <a:pt x="3525560" y="362186"/>
                  </a:lnTo>
                  <a:lnTo>
                    <a:pt x="3526631" y="361115"/>
                  </a:lnTo>
                  <a:lnTo>
                    <a:pt x="3527703" y="360043"/>
                  </a:lnTo>
                  <a:lnTo>
                    <a:pt x="3528774" y="358971"/>
                  </a:lnTo>
                  <a:lnTo>
                    <a:pt x="3529846" y="357898"/>
                  </a:lnTo>
                  <a:lnTo>
                    <a:pt x="3530918" y="356825"/>
                  </a:lnTo>
                  <a:lnTo>
                    <a:pt x="3531989" y="355750"/>
                  </a:lnTo>
                  <a:lnTo>
                    <a:pt x="3533061" y="354675"/>
                  </a:lnTo>
                  <a:lnTo>
                    <a:pt x="3534132" y="353600"/>
                  </a:lnTo>
                  <a:lnTo>
                    <a:pt x="3535204" y="352524"/>
                  </a:lnTo>
                  <a:lnTo>
                    <a:pt x="3536276" y="351447"/>
                  </a:lnTo>
                  <a:lnTo>
                    <a:pt x="3537347" y="350370"/>
                  </a:lnTo>
                  <a:lnTo>
                    <a:pt x="3538419" y="349291"/>
                  </a:lnTo>
                  <a:lnTo>
                    <a:pt x="3539490" y="348213"/>
                  </a:lnTo>
                  <a:lnTo>
                    <a:pt x="3540562" y="347133"/>
                  </a:lnTo>
                  <a:lnTo>
                    <a:pt x="3541634" y="346053"/>
                  </a:lnTo>
                  <a:lnTo>
                    <a:pt x="3542705" y="344973"/>
                  </a:lnTo>
                  <a:lnTo>
                    <a:pt x="3543777" y="343892"/>
                  </a:lnTo>
                  <a:lnTo>
                    <a:pt x="3544848" y="342810"/>
                  </a:lnTo>
                  <a:lnTo>
                    <a:pt x="3545920" y="341727"/>
                  </a:lnTo>
                  <a:lnTo>
                    <a:pt x="3546992" y="340644"/>
                  </a:lnTo>
                  <a:lnTo>
                    <a:pt x="3548063" y="339560"/>
                  </a:lnTo>
                  <a:lnTo>
                    <a:pt x="3549135" y="338476"/>
                  </a:lnTo>
                  <a:lnTo>
                    <a:pt x="3550206" y="337391"/>
                  </a:lnTo>
                  <a:lnTo>
                    <a:pt x="3551278" y="336305"/>
                  </a:lnTo>
                  <a:lnTo>
                    <a:pt x="3552349" y="335219"/>
                  </a:lnTo>
                  <a:lnTo>
                    <a:pt x="3553421" y="334132"/>
                  </a:lnTo>
                  <a:lnTo>
                    <a:pt x="3554493" y="333044"/>
                  </a:lnTo>
                  <a:lnTo>
                    <a:pt x="3555564" y="331956"/>
                  </a:lnTo>
                  <a:lnTo>
                    <a:pt x="3556636" y="330867"/>
                  </a:lnTo>
                  <a:lnTo>
                    <a:pt x="3557707" y="329777"/>
                  </a:lnTo>
                  <a:lnTo>
                    <a:pt x="3558779" y="328687"/>
                  </a:lnTo>
                  <a:lnTo>
                    <a:pt x="3559851" y="327596"/>
                  </a:lnTo>
                  <a:lnTo>
                    <a:pt x="3560922" y="326505"/>
                  </a:lnTo>
                  <a:lnTo>
                    <a:pt x="3561994" y="325412"/>
                  </a:lnTo>
                  <a:lnTo>
                    <a:pt x="3563065" y="324320"/>
                  </a:lnTo>
                  <a:lnTo>
                    <a:pt x="3564137" y="323226"/>
                  </a:lnTo>
                  <a:lnTo>
                    <a:pt x="3565209" y="322132"/>
                  </a:lnTo>
                  <a:lnTo>
                    <a:pt x="3566280" y="321038"/>
                  </a:lnTo>
                  <a:lnTo>
                    <a:pt x="3567352" y="319942"/>
                  </a:lnTo>
                  <a:lnTo>
                    <a:pt x="3568423" y="318846"/>
                  </a:lnTo>
                  <a:lnTo>
                    <a:pt x="3569495" y="317750"/>
                  </a:lnTo>
                  <a:lnTo>
                    <a:pt x="3570567" y="316652"/>
                  </a:lnTo>
                  <a:lnTo>
                    <a:pt x="3571638" y="315554"/>
                  </a:lnTo>
                  <a:lnTo>
                    <a:pt x="3572710" y="314456"/>
                  </a:lnTo>
                  <a:lnTo>
                    <a:pt x="3573781" y="313357"/>
                  </a:lnTo>
                  <a:lnTo>
                    <a:pt x="3574853" y="312257"/>
                  </a:lnTo>
                  <a:lnTo>
                    <a:pt x="3575925" y="311156"/>
                  </a:lnTo>
                  <a:lnTo>
                    <a:pt x="3576996" y="310055"/>
                  </a:lnTo>
                  <a:lnTo>
                    <a:pt x="3578068" y="308953"/>
                  </a:lnTo>
                  <a:lnTo>
                    <a:pt x="3579139" y="307851"/>
                  </a:lnTo>
                  <a:lnTo>
                    <a:pt x="3580211" y="306748"/>
                  </a:lnTo>
                  <a:lnTo>
                    <a:pt x="3581283" y="305644"/>
                  </a:lnTo>
                  <a:lnTo>
                    <a:pt x="3582354" y="304540"/>
                  </a:lnTo>
                  <a:lnTo>
                    <a:pt x="3583426" y="303435"/>
                  </a:lnTo>
                  <a:lnTo>
                    <a:pt x="3584497" y="302329"/>
                  </a:lnTo>
                  <a:lnTo>
                    <a:pt x="3585569" y="301223"/>
                  </a:lnTo>
                  <a:lnTo>
                    <a:pt x="3586641" y="300116"/>
                  </a:lnTo>
                  <a:lnTo>
                    <a:pt x="3587712" y="299008"/>
                  </a:lnTo>
                  <a:lnTo>
                    <a:pt x="3588784" y="297900"/>
                  </a:lnTo>
                  <a:lnTo>
                    <a:pt x="3589855" y="296791"/>
                  </a:lnTo>
                  <a:lnTo>
                    <a:pt x="3590927" y="295682"/>
                  </a:lnTo>
                  <a:lnTo>
                    <a:pt x="3591999" y="294572"/>
                  </a:lnTo>
                  <a:lnTo>
                    <a:pt x="3593070" y="293461"/>
                  </a:lnTo>
                  <a:lnTo>
                    <a:pt x="3594142" y="292349"/>
                  </a:lnTo>
                  <a:lnTo>
                    <a:pt x="3595213" y="291237"/>
                  </a:lnTo>
                  <a:lnTo>
                    <a:pt x="3596285" y="290124"/>
                  </a:lnTo>
                  <a:lnTo>
                    <a:pt x="3597357" y="289011"/>
                  </a:lnTo>
                  <a:lnTo>
                    <a:pt x="3598428" y="287897"/>
                  </a:lnTo>
                  <a:lnTo>
                    <a:pt x="3599500" y="286782"/>
                  </a:lnTo>
                  <a:lnTo>
                    <a:pt x="3600571" y="285667"/>
                  </a:lnTo>
                  <a:lnTo>
                    <a:pt x="3601643" y="284551"/>
                  </a:lnTo>
                  <a:lnTo>
                    <a:pt x="3602715" y="283434"/>
                  </a:lnTo>
                  <a:lnTo>
                    <a:pt x="3603786" y="282317"/>
                  </a:lnTo>
                  <a:lnTo>
                    <a:pt x="3604858" y="281199"/>
                  </a:lnTo>
                  <a:lnTo>
                    <a:pt x="3605929" y="280080"/>
                  </a:lnTo>
                  <a:lnTo>
                    <a:pt x="3607001" y="278961"/>
                  </a:lnTo>
                  <a:lnTo>
                    <a:pt x="3608073" y="277841"/>
                  </a:lnTo>
                  <a:lnTo>
                    <a:pt x="3609144" y="276721"/>
                  </a:lnTo>
                  <a:lnTo>
                    <a:pt x="3610216" y="275600"/>
                  </a:lnTo>
                  <a:lnTo>
                    <a:pt x="3611287" y="274478"/>
                  </a:lnTo>
                  <a:lnTo>
                    <a:pt x="3612359" y="273355"/>
                  </a:lnTo>
                  <a:lnTo>
                    <a:pt x="3613431" y="272232"/>
                  </a:lnTo>
                  <a:lnTo>
                    <a:pt x="3614502" y="271108"/>
                  </a:lnTo>
                  <a:lnTo>
                    <a:pt x="3615574" y="269984"/>
                  </a:lnTo>
                  <a:lnTo>
                    <a:pt x="3616645" y="268859"/>
                  </a:lnTo>
                  <a:lnTo>
                    <a:pt x="3617717" y="267733"/>
                  </a:lnTo>
                  <a:lnTo>
                    <a:pt x="3618789" y="266607"/>
                  </a:lnTo>
                  <a:lnTo>
                    <a:pt x="3619860" y="265480"/>
                  </a:lnTo>
                  <a:lnTo>
                    <a:pt x="3620932" y="264352"/>
                  </a:lnTo>
                  <a:lnTo>
                    <a:pt x="3622003" y="263223"/>
                  </a:lnTo>
                  <a:lnTo>
                    <a:pt x="3623075" y="262094"/>
                  </a:lnTo>
                  <a:lnTo>
                    <a:pt x="3624147" y="260965"/>
                  </a:lnTo>
                  <a:lnTo>
                    <a:pt x="3625218" y="259834"/>
                  </a:lnTo>
                  <a:lnTo>
                    <a:pt x="3626290" y="258703"/>
                  </a:lnTo>
                  <a:lnTo>
                    <a:pt x="3627361" y="257572"/>
                  </a:lnTo>
                  <a:lnTo>
                    <a:pt x="3628433" y="256440"/>
                  </a:lnTo>
                  <a:lnTo>
                    <a:pt x="3629505" y="255307"/>
                  </a:lnTo>
                  <a:lnTo>
                    <a:pt x="3630576" y="254173"/>
                  </a:lnTo>
                  <a:lnTo>
                    <a:pt x="3631648" y="253039"/>
                  </a:lnTo>
                  <a:lnTo>
                    <a:pt x="3632719" y="251904"/>
                  </a:lnTo>
                  <a:lnTo>
                    <a:pt x="3633791" y="250768"/>
                  </a:lnTo>
                  <a:lnTo>
                    <a:pt x="3634863" y="249632"/>
                  </a:lnTo>
                  <a:lnTo>
                    <a:pt x="3635934" y="248495"/>
                  </a:lnTo>
                  <a:lnTo>
                    <a:pt x="3637006" y="247358"/>
                  </a:lnTo>
                  <a:lnTo>
                    <a:pt x="3638077" y="246220"/>
                  </a:lnTo>
                  <a:lnTo>
                    <a:pt x="3639149" y="245081"/>
                  </a:lnTo>
                  <a:lnTo>
                    <a:pt x="3640221" y="243941"/>
                  </a:lnTo>
                  <a:lnTo>
                    <a:pt x="3641292" y="242801"/>
                  </a:lnTo>
                  <a:lnTo>
                    <a:pt x="3642364" y="241660"/>
                  </a:lnTo>
                  <a:lnTo>
                    <a:pt x="3643435" y="240519"/>
                  </a:lnTo>
                  <a:lnTo>
                    <a:pt x="3644507" y="239377"/>
                  </a:lnTo>
                  <a:lnTo>
                    <a:pt x="3645579" y="238234"/>
                  </a:lnTo>
                  <a:lnTo>
                    <a:pt x="3646650" y="237091"/>
                  </a:lnTo>
                  <a:lnTo>
                    <a:pt x="3647722" y="235946"/>
                  </a:lnTo>
                  <a:lnTo>
                    <a:pt x="3648793" y="234802"/>
                  </a:lnTo>
                  <a:lnTo>
                    <a:pt x="3649865" y="233656"/>
                  </a:lnTo>
                  <a:lnTo>
                    <a:pt x="3650937" y="232510"/>
                  </a:lnTo>
                  <a:lnTo>
                    <a:pt x="3652008" y="231364"/>
                  </a:lnTo>
                  <a:lnTo>
                    <a:pt x="3653080" y="230216"/>
                  </a:lnTo>
                  <a:lnTo>
                    <a:pt x="3654151" y="229068"/>
                  </a:lnTo>
                  <a:lnTo>
                    <a:pt x="3655223" y="227919"/>
                  </a:lnTo>
                  <a:lnTo>
                    <a:pt x="3656295" y="226770"/>
                  </a:lnTo>
                  <a:lnTo>
                    <a:pt x="3657366" y="225620"/>
                  </a:lnTo>
                  <a:lnTo>
                    <a:pt x="3658438" y="224469"/>
                  </a:lnTo>
                  <a:lnTo>
                    <a:pt x="3659509" y="223318"/>
                  </a:lnTo>
                  <a:lnTo>
                    <a:pt x="3660581" y="222166"/>
                  </a:lnTo>
                  <a:lnTo>
                    <a:pt x="3661653" y="221013"/>
                  </a:lnTo>
                  <a:lnTo>
                    <a:pt x="3662724" y="219860"/>
                  </a:lnTo>
                  <a:lnTo>
                    <a:pt x="3663796" y="218706"/>
                  </a:lnTo>
                  <a:lnTo>
                    <a:pt x="3664867" y="217552"/>
                  </a:lnTo>
                  <a:lnTo>
                    <a:pt x="3665939" y="216396"/>
                  </a:lnTo>
                  <a:lnTo>
                    <a:pt x="3667011" y="215240"/>
                  </a:lnTo>
                  <a:lnTo>
                    <a:pt x="3668082" y="214084"/>
                  </a:lnTo>
                  <a:lnTo>
                    <a:pt x="3669154" y="212926"/>
                  </a:lnTo>
                  <a:lnTo>
                    <a:pt x="3670225" y="211769"/>
                  </a:lnTo>
                  <a:lnTo>
                    <a:pt x="3671297" y="210610"/>
                  </a:lnTo>
                  <a:lnTo>
                    <a:pt x="3672369" y="209451"/>
                  </a:lnTo>
                  <a:lnTo>
                    <a:pt x="3673440" y="208291"/>
                  </a:lnTo>
                  <a:lnTo>
                    <a:pt x="3674512" y="207130"/>
                  </a:lnTo>
                  <a:lnTo>
                    <a:pt x="3675583" y="205969"/>
                  </a:lnTo>
                  <a:lnTo>
                    <a:pt x="3676655" y="204807"/>
                  </a:lnTo>
                  <a:lnTo>
                    <a:pt x="3677727" y="203644"/>
                  </a:lnTo>
                  <a:lnTo>
                    <a:pt x="3678798" y="202481"/>
                  </a:lnTo>
                  <a:lnTo>
                    <a:pt x="3679870" y="201317"/>
                  </a:lnTo>
                  <a:lnTo>
                    <a:pt x="3680941" y="200153"/>
                  </a:lnTo>
                  <a:lnTo>
                    <a:pt x="3682013" y="198987"/>
                  </a:lnTo>
                  <a:lnTo>
                    <a:pt x="3683085" y="197822"/>
                  </a:lnTo>
                  <a:lnTo>
                    <a:pt x="3684156" y="196655"/>
                  </a:lnTo>
                  <a:lnTo>
                    <a:pt x="3685228" y="195488"/>
                  </a:lnTo>
                  <a:lnTo>
                    <a:pt x="3686299" y="194320"/>
                  </a:lnTo>
                  <a:lnTo>
                    <a:pt x="3687371" y="193151"/>
                  </a:lnTo>
                  <a:lnTo>
                    <a:pt x="3688443" y="191982"/>
                  </a:lnTo>
                  <a:lnTo>
                    <a:pt x="3689514" y="190812"/>
                  </a:lnTo>
                  <a:lnTo>
                    <a:pt x="3690586" y="189642"/>
                  </a:lnTo>
                  <a:lnTo>
                    <a:pt x="3691657" y="188470"/>
                  </a:lnTo>
                  <a:lnTo>
                    <a:pt x="3692729" y="187298"/>
                  </a:lnTo>
                  <a:lnTo>
                    <a:pt x="3693801" y="186126"/>
                  </a:lnTo>
                  <a:lnTo>
                    <a:pt x="3694872" y="184953"/>
                  </a:lnTo>
                  <a:lnTo>
                    <a:pt x="3695944" y="183779"/>
                  </a:lnTo>
                  <a:lnTo>
                    <a:pt x="3697015" y="182604"/>
                  </a:lnTo>
                  <a:lnTo>
                    <a:pt x="3698087" y="181429"/>
                  </a:lnTo>
                  <a:lnTo>
                    <a:pt x="3699159" y="180253"/>
                  </a:lnTo>
                  <a:lnTo>
                    <a:pt x="3700230" y="179077"/>
                  </a:lnTo>
                  <a:lnTo>
                    <a:pt x="3701302" y="177899"/>
                  </a:lnTo>
                  <a:lnTo>
                    <a:pt x="3702373" y="176721"/>
                  </a:lnTo>
                  <a:lnTo>
                    <a:pt x="3703445" y="175543"/>
                  </a:lnTo>
                  <a:lnTo>
                    <a:pt x="3704517" y="174364"/>
                  </a:lnTo>
                  <a:lnTo>
                    <a:pt x="3705588" y="173184"/>
                  </a:lnTo>
                  <a:lnTo>
                    <a:pt x="3706660" y="172003"/>
                  </a:lnTo>
                  <a:lnTo>
                    <a:pt x="3707731" y="170822"/>
                  </a:lnTo>
                  <a:lnTo>
                    <a:pt x="3708803" y="169640"/>
                  </a:lnTo>
                  <a:lnTo>
                    <a:pt x="3709875" y="168457"/>
                  </a:lnTo>
                  <a:lnTo>
                    <a:pt x="3710946" y="167274"/>
                  </a:lnTo>
                  <a:lnTo>
                    <a:pt x="3712018" y="166090"/>
                  </a:lnTo>
                  <a:lnTo>
                    <a:pt x="3713089" y="164906"/>
                  </a:lnTo>
                  <a:lnTo>
                    <a:pt x="3714161" y="163720"/>
                  </a:lnTo>
                  <a:lnTo>
                    <a:pt x="3715233" y="162534"/>
                  </a:lnTo>
                  <a:lnTo>
                    <a:pt x="3716304" y="161348"/>
                  </a:lnTo>
                  <a:lnTo>
                    <a:pt x="3717376" y="160160"/>
                  </a:lnTo>
                  <a:lnTo>
                    <a:pt x="3718447" y="158972"/>
                  </a:lnTo>
                  <a:lnTo>
                    <a:pt x="3719519" y="157784"/>
                  </a:lnTo>
                  <a:lnTo>
                    <a:pt x="3720591" y="156594"/>
                  </a:lnTo>
                  <a:lnTo>
                    <a:pt x="3721662" y="155405"/>
                  </a:lnTo>
                  <a:lnTo>
                    <a:pt x="3722734" y="154214"/>
                  </a:lnTo>
                  <a:lnTo>
                    <a:pt x="3723805" y="153023"/>
                  </a:lnTo>
                  <a:lnTo>
                    <a:pt x="3724877" y="151831"/>
                  </a:lnTo>
                  <a:lnTo>
                    <a:pt x="3725949" y="150638"/>
                  </a:lnTo>
                  <a:lnTo>
                    <a:pt x="3727020" y="149444"/>
                  </a:lnTo>
                  <a:lnTo>
                    <a:pt x="3728092" y="148250"/>
                  </a:lnTo>
                  <a:lnTo>
                    <a:pt x="3729163" y="147056"/>
                  </a:lnTo>
                  <a:lnTo>
                    <a:pt x="3730235" y="145860"/>
                  </a:lnTo>
                  <a:lnTo>
                    <a:pt x="3731306" y="144664"/>
                  </a:lnTo>
                  <a:lnTo>
                    <a:pt x="3732378" y="143468"/>
                  </a:lnTo>
                  <a:lnTo>
                    <a:pt x="3733450" y="142270"/>
                  </a:lnTo>
                  <a:lnTo>
                    <a:pt x="3734521" y="141072"/>
                  </a:lnTo>
                  <a:lnTo>
                    <a:pt x="3735593" y="139873"/>
                  </a:lnTo>
                  <a:lnTo>
                    <a:pt x="3736664" y="138674"/>
                  </a:lnTo>
                  <a:lnTo>
                    <a:pt x="3737736" y="137474"/>
                  </a:lnTo>
                  <a:lnTo>
                    <a:pt x="3738808" y="136273"/>
                  </a:lnTo>
                  <a:lnTo>
                    <a:pt x="3739879" y="135072"/>
                  </a:lnTo>
                  <a:lnTo>
                    <a:pt x="3740951" y="133870"/>
                  </a:lnTo>
                  <a:lnTo>
                    <a:pt x="3742022" y="132667"/>
                  </a:lnTo>
                  <a:lnTo>
                    <a:pt x="3743094" y="131463"/>
                  </a:lnTo>
                  <a:lnTo>
                    <a:pt x="3744166" y="130259"/>
                  </a:lnTo>
                  <a:lnTo>
                    <a:pt x="3745237" y="129054"/>
                  </a:lnTo>
                  <a:lnTo>
                    <a:pt x="3746309" y="127849"/>
                  </a:lnTo>
                  <a:lnTo>
                    <a:pt x="3747380" y="126642"/>
                  </a:lnTo>
                  <a:lnTo>
                    <a:pt x="3748452" y="125436"/>
                  </a:lnTo>
                  <a:lnTo>
                    <a:pt x="3749524" y="124228"/>
                  </a:lnTo>
                  <a:lnTo>
                    <a:pt x="3750595" y="123020"/>
                  </a:lnTo>
                  <a:lnTo>
                    <a:pt x="3751667" y="121811"/>
                  </a:lnTo>
                  <a:lnTo>
                    <a:pt x="3752738" y="120601"/>
                  </a:lnTo>
                  <a:lnTo>
                    <a:pt x="3753810" y="119391"/>
                  </a:lnTo>
                  <a:lnTo>
                    <a:pt x="3754882" y="118180"/>
                  </a:lnTo>
                  <a:lnTo>
                    <a:pt x="3755953" y="116968"/>
                  </a:lnTo>
                  <a:lnTo>
                    <a:pt x="3757025" y="115756"/>
                  </a:lnTo>
                  <a:lnTo>
                    <a:pt x="3758096" y="114543"/>
                  </a:lnTo>
                  <a:lnTo>
                    <a:pt x="3759168" y="113329"/>
                  </a:lnTo>
                  <a:lnTo>
                    <a:pt x="3760240" y="112115"/>
                  </a:lnTo>
                  <a:lnTo>
                    <a:pt x="3761311" y="110900"/>
                  </a:lnTo>
                  <a:lnTo>
                    <a:pt x="3762383" y="109684"/>
                  </a:lnTo>
                  <a:lnTo>
                    <a:pt x="3763454" y="108468"/>
                  </a:lnTo>
                  <a:lnTo>
                    <a:pt x="3764526" y="107251"/>
                  </a:lnTo>
                  <a:lnTo>
                    <a:pt x="3765598" y="106033"/>
                  </a:lnTo>
                  <a:lnTo>
                    <a:pt x="3766669" y="104815"/>
                  </a:lnTo>
                  <a:lnTo>
                    <a:pt x="3767741" y="103595"/>
                  </a:lnTo>
                  <a:lnTo>
                    <a:pt x="3768812" y="102376"/>
                  </a:lnTo>
                  <a:lnTo>
                    <a:pt x="3769884" y="101155"/>
                  </a:lnTo>
                  <a:lnTo>
                    <a:pt x="3770956" y="99934"/>
                  </a:lnTo>
                  <a:lnTo>
                    <a:pt x="3772027" y="98712"/>
                  </a:lnTo>
                  <a:lnTo>
                    <a:pt x="3773099" y="97489"/>
                  </a:lnTo>
                  <a:lnTo>
                    <a:pt x="3774170" y="96266"/>
                  </a:lnTo>
                  <a:lnTo>
                    <a:pt x="3775242" y="95042"/>
                  </a:lnTo>
                  <a:lnTo>
                    <a:pt x="3776314" y="93818"/>
                  </a:lnTo>
                  <a:lnTo>
                    <a:pt x="3777385" y="92592"/>
                  </a:lnTo>
                  <a:lnTo>
                    <a:pt x="3778457" y="91366"/>
                  </a:lnTo>
                  <a:lnTo>
                    <a:pt x="3779528" y="90140"/>
                  </a:lnTo>
                  <a:lnTo>
                    <a:pt x="3780600" y="88912"/>
                  </a:lnTo>
                  <a:lnTo>
                    <a:pt x="3781672" y="87684"/>
                  </a:lnTo>
                  <a:lnTo>
                    <a:pt x="3782743" y="86455"/>
                  </a:lnTo>
                  <a:lnTo>
                    <a:pt x="3783815" y="85226"/>
                  </a:lnTo>
                  <a:lnTo>
                    <a:pt x="3784886" y="83996"/>
                  </a:lnTo>
                  <a:lnTo>
                    <a:pt x="3785958" y="82765"/>
                  </a:lnTo>
                  <a:lnTo>
                    <a:pt x="3787030" y="81534"/>
                  </a:lnTo>
                  <a:lnTo>
                    <a:pt x="3788101" y="80301"/>
                  </a:lnTo>
                  <a:lnTo>
                    <a:pt x="3789173" y="79069"/>
                  </a:lnTo>
                  <a:lnTo>
                    <a:pt x="3790244" y="77835"/>
                  </a:lnTo>
                  <a:lnTo>
                    <a:pt x="3791316" y="76601"/>
                  </a:lnTo>
                  <a:lnTo>
                    <a:pt x="3792388" y="75366"/>
                  </a:lnTo>
                  <a:lnTo>
                    <a:pt x="3793459" y="74130"/>
                  </a:lnTo>
                  <a:lnTo>
                    <a:pt x="3794531" y="72894"/>
                  </a:lnTo>
                  <a:lnTo>
                    <a:pt x="3795602" y="71657"/>
                  </a:lnTo>
                  <a:lnTo>
                    <a:pt x="3796674" y="70419"/>
                  </a:lnTo>
                  <a:lnTo>
                    <a:pt x="3797746" y="69181"/>
                  </a:lnTo>
                  <a:lnTo>
                    <a:pt x="3798817" y="67942"/>
                  </a:lnTo>
                  <a:lnTo>
                    <a:pt x="3799889" y="66702"/>
                  </a:lnTo>
                  <a:lnTo>
                    <a:pt x="3800960" y="65462"/>
                  </a:lnTo>
                  <a:lnTo>
                    <a:pt x="3802032" y="64221"/>
                  </a:lnTo>
                  <a:lnTo>
                    <a:pt x="3803104" y="62979"/>
                  </a:lnTo>
                  <a:lnTo>
                    <a:pt x="3804175" y="61736"/>
                  </a:lnTo>
                  <a:lnTo>
                    <a:pt x="3805247" y="60493"/>
                  </a:lnTo>
                  <a:lnTo>
                    <a:pt x="3806318" y="59249"/>
                  </a:lnTo>
                  <a:lnTo>
                    <a:pt x="3807390" y="58004"/>
                  </a:lnTo>
                  <a:lnTo>
                    <a:pt x="3808462" y="56759"/>
                  </a:lnTo>
                  <a:lnTo>
                    <a:pt x="3809533" y="55513"/>
                  </a:lnTo>
                  <a:lnTo>
                    <a:pt x="3810605" y="54266"/>
                  </a:lnTo>
                  <a:lnTo>
                    <a:pt x="3811676" y="53019"/>
                  </a:lnTo>
                  <a:lnTo>
                    <a:pt x="3812748" y="51771"/>
                  </a:lnTo>
                  <a:lnTo>
                    <a:pt x="3813820" y="50522"/>
                  </a:lnTo>
                  <a:lnTo>
                    <a:pt x="3814891" y="49273"/>
                  </a:lnTo>
                  <a:lnTo>
                    <a:pt x="3815963" y="48023"/>
                  </a:lnTo>
                  <a:lnTo>
                    <a:pt x="3817034" y="46772"/>
                  </a:lnTo>
                  <a:lnTo>
                    <a:pt x="3818106" y="45520"/>
                  </a:lnTo>
                  <a:lnTo>
                    <a:pt x="3819178" y="44268"/>
                  </a:lnTo>
                  <a:lnTo>
                    <a:pt x="3820249" y="43015"/>
                  </a:lnTo>
                  <a:lnTo>
                    <a:pt x="3821321" y="41761"/>
                  </a:lnTo>
                  <a:lnTo>
                    <a:pt x="3822392" y="40507"/>
                  </a:lnTo>
                  <a:lnTo>
                    <a:pt x="3823464" y="39252"/>
                  </a:lnTo>
                  <a:lnTo>
                    <a:pt x="3824536" y="37996"/>
                  </a:lnTo>
                  <a:lnTo>
                    <a:pt x="3825607" y="36740"/>
                  </a:lnTo>
                  <a:lnTo>
                    <a:pt x="3826679" y="35483"/>
                  </a:lnTo>
                  <a:lnTo>
                    <a:pt x="3827750" y="34225"/>
                  </a:lnTo>
                  <a:lnTo>
                    <a:pt x="3828822" y="32967"/>
                  </a:lnTo>
                  <a:lnTo>
                    <a:pt x="3829894" y="31707"/>
                  </a:lnTo>
                  <a:lnTo>
                    <a:pt x="3830965" y="30447"/>
                  </a:lnTo>
                  <a:lnTo>
                    <a:pt x="3832037" y="29187"/>
                  </a:lnTo>
                  <a:lnTo>
                    <a:pt x="3833108" y="27926"/>
                  </a:lnTo>
                  <a:lnTo>
                    <a:pt x="3834180" y="26664"/>
                  </a:lnTo>
                  <a:lnTo>
                    <a:pt x="3835252" y="25401"/>
                  </a:lnTo>
                  <a:lnTo>
                    <a:pt x="3836323" y="24137"/>
                  </a:lnTo>
                  <a:lnTo>
                    <a:pt x="3837395" y="22873"/>
                  </a:lnTo>
                  <a:lnTo>
                    <a:pt x="3838466" y="21609"/>
                  </a:lnTo>
                  <a:lnTo>
                    <a:pt x="3839538" y="20343"/>
                  </a:lnTo>
                  <a:lnTo>
                    <a:pt x="3840610" y="19077"/>
                  </a:lnTo>
                  <a:lnTo>
                    <a:pt x="3841681" y="17810"/>
                  </a:lnTo>
                  <a:lnTo>
                    <a:pt x="3842753" y="16542"/>
                  </a:lnTo>
                  <a:lnTo>
                    <a:pt x="3843824" y="15274"/>
                  </a:lnTo>
                  <a:lnTo>
                    <a:pt x="3844896" y="14005"/>
                  </a:lnTo>
                  <a:lnTo>
                    <a:pt x="3845968" y="12735"/>
                  </a:lnTo>
                  <a:lnTo>
                    <a:pt x="3847039" y="11465"/>
                  </a:lnTo>
                  <a:lnTo>
                    <a:pt x="3848111" y="10194"/>
                  </a:lnTo>
                  <a:lnTo>
                    <a:pt x="3849182" y="8922"/>
                  </a:lnTo>
                  <a:lnTo>
                    <a:pt x="3850254" y="7649"/>
                  </a:lnTo>
                  <a:lnTo>
                    <a:pt x="3851326" y="6376"/>
                  </a:lnTo>
                  <a:lnTo>
                    <a:pt x="3852397" y="5102"/>
                  </a:lnTo>
                  <a:lnTo>
                    <a:pt x="3853469" y="3828"/>
                  </a:lnTo>
                  <a:lnTo>
                    <a:pt x="3854540" y="2552"/>
                  </a:lnTo>
                  <a:lnTo>
                    <a:pt x="3855612" y="1276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5034264" y="4213476"/>
              <a:ext cx="3856684" cy="1899217"/>
            </a:xfrm>
            <a:custGeom>
              <a:avLst/>
              <a:gdLst/>
              <a:ahLst/>
              <a:cxnLst/>
              <a:rect l="0" t="0" r="0" b="0"/>
              <a:pathLst>
                <a:path w="3856684" h="1899217">
                  <a:moveTo>
                    <a:pt x="3856684" y="0"/>
                  </a:moveTo>
                  <a:lnTo>
                    <a:pt x="3855612" y="658"/>
                  </a:lnTo>
                  <a:lnTo>
                    <a:pt x="3854540" y="1316"/>
                  </a:lnTo>
                  <a:lnTo>
                    <a:pt x="3853469" y="1975"/>
                  </a:lnTo>
                  <a:lnTo>
                    <a:pt x="3852397" y="2633"/>
                  </a:lnTo>
                  <a:lnTo>
                    <a:pt x="3851326" y="3290"/>
                  </a:lnTo>
                  <a:lnTo>
                    <a:pt x="3850254" y="3948"/>
                  </a:lnTo>
                  <a:lnTo>
                    <a:pt x="3849182" y="4606"/>
                  </a:lnTo>
                  <a:lnTo>
                    <a:pt x="3848111" y="5263"/>
                  </a:lnTo>
                  <a:lnTo>
                    <a:pt x="3847039" y="5920"/>
                  </a:lnTo>
                  <a:lnTo>
                    <a:pt x="3845968" y="6578"/>
                  </a:lnTo>
                  <a:lnTo>
                    <a:pt x="3844896" y="7235"/>
                  </a:lnTo>
                  <a:lnTo>
                    <a:pt x="3843824" y="7891"/>
                  </a:lnTo>
                  <a:lnTo>
                    <a:pt x="3842753" y="8548"/>
                  </a:lnTo>
                  <a:lnTo>
                    <a:pt x="3841681" y="9204"/>
                  </a:lnTo>
                  <a:lnTo>
                    <a:pt x="3840610" y="9861"/>
                  </a:lnTo>
                  <a:lnTo>
                    <a:pt x="3839538" y="10517"/>
                  </a:lnTo>
                  <a:lnTo>
                    <a:pt x="3838466" y="11173"/>
                  </a:lnTo>
                  <a:lnTo>
                    <a:pt x="3837395" y="11829"/>
                  </a:lnTo>
                  <a:lnTo>
                    <a:pt x="3836323" y="12485"/>
                  </a:lnTo>
                  <a:lnTo>
                    <a:pt x="3835252" y="13140"/>
                  </a:lnTo>
                  <a:lnTo>
                    <a:pt x="3834180" y="13796"/>
                  </a:lnTo>
                  <a:lnTo>
                    <a:pt x="3833108" y="14451"/>
                  </a:lnTo>
                  <a:lnTo>
                    <a:pt x="3832037" y="15106"/>
                  </a:lnTo>
                  <a:lnTo>
                    <a:pt x="3830965" y="15761"/>
                  </a:lnTo>
                  <a:lnTo>
                    <a:pt x="3829894" y="16416"/>
                  </a:lnTo>
                  <a:lnTo>
                    <a:pt x="3828822" y="17071"/>
                  </a:lnTo>
                  <a:lnTo>
                    <a:pt x="3827750" y="17725"/>
                  </a:lnTo>
                  <a:lnTo>
                    <a:pt x="3826679" y="18380"/>
                  </a:lnTo>
                  <a:lnTo>
                    <a:pt x="3825607" y="19034"/>
                  </a:lnTo>
                  <a:lnTo>
                    <a:pt x="3824536" y="19688"/>
                  </a:lnTo>
                  <a:lnTo>
                    <a:pt x="3823464" y="20342"/>
                  </a:lnTo>
                  <a:lnTo>
                    <a:pt x="3822392" y="20996"/>
                  </a:lnTo>
                  <a:lnTo>
                    <a:pt x="3821321" y="21649"/>
                  </a:lnTo>
                  <a:lnTo>
                    <a:pt x="3820249" y="22303"/>
                  </a:lnTo>
                  <a:lnTo>
                    <a:pt x="3819178" y="22956"/>
                  </a:lnTo>
                  <a:lnTo>
                    <a:pt x="3818106" y="23609"/>
                  </a:lnTo>
                  <a:lnTo>
                    <a:pt x="3817034" y="24262"/>
                  </a:lnTo>
                  <a:lnTo>
                    <a:pt x="3815963" y="24915"/>
                  </a:lnTo>
                  <a:lnTo>
                    <a:pt x="3814891" y="25568"/>
                  </a:lnTo>
                  <a:lnTo>
                    <a:pt x="3813820" y="26221"/>
                  </a:lnTo>
                  <a:lnTo>
                    <a:pt x="3812748" y="26873"/>
                  </a:lnTo>
                  <a:lnTo>
                    <a:pt x="3811676" y="27525"/>
                  </a:lnTo>
                  <a:lnTo>
                    <a:pt x="3810605" y="28177"/>
                  </a:lnTo>
                  <a:lnTo>
                    <a:pt x="3809533" y="28829"/>
                  </a:lnTo>
                  <a:lnTo>
                    <a:pt x="3808462" y="29481"/>
                  </a:lnTo>
                  <a:lnTo>
                    <a:pt x="3807390" y="30133"/>
                  </a:lnTo>
                  <a:lnTo>
                    <a:pt x="3806318" y="30784"/>
                  </a:lnTo>
                  <a:lnTo>
                    <a:pt x="3805247" y="31436"/>
                  </a:lnTo>
                  <a:lnTo>
                    <a:pt x="3804175" y="32087"/>
                  </a:lnTo>
                  <a:lnTo>
                    <a:pt x="3803104" y="32738"/>
                  </a:lnTo>
                  <a:lnTo>
                    <a:pt x="3802032" y="33389"/>
                  </a:lnTo>
                  <a:lnTo>
                    <a:pt x="3800960" y="34040"/>
                  </a:lnTo>
                  <a:lnTo>
                    <a:pt x="3799889" y="34691"/>
                  </a:lnTo>
                  <a:lnTo>
                    <a:pt x="3798817" y="35341"/>
                  </a:lnTo>
                  <a:lnTo>
                    <a:pt x="3797746" y="35992"/>
                  </a:lnTo>
                  <a:lnTo>
                    <a:pt x="3796674" y="36642"/>
                  </a:lnTo>
                  <a:lnTo>
                    <a:pt x="3795602" y="37292"/>
                  </a:lnTo>
                  <a:lnTo>
                    <a:pt x="3794531" y="37942"/>
                  </a:lnTo>
                  <a:lnTo>
                    <a:pt x="3793459" y="38592"/>
                  </a:lnTo>
                  <a:lnTo>
                    <a:pt x="3792388" y="39241"/>
                  </a:lnTo>
                  <a:lnTo>
                    <a:pt x="3791316" y="39891"/>
                  </a:lnTo>
                  <a:lnTo>
                    <a:pt x="3790244" y="40540"/>
                  </a:lnTo>
                  <a:lnTo>
                    <a:pt x="3789173" y="41189"/>
                  </a:lnTo>
                  <a:lnTo>
                    <a:pt x="3788101" y="41838"/>
                  </a:lnTo>
                  <a:lnTo>
                    <a:pt x="3787030" y="42487"/>
                  </a:lnTo>
                  <a:lnTo>
                    <a:pt x="3785958" y="43136"/>
                  </a:lnTo>
                  <a:lnTo>
                    <a:pt x="3784886" y="43784"/>
                  </a:lnTo>
                  <a:lnTo>
                    <a:pt x="3783815" y="44433"/>
                  </a:lnTo>
                  <a:lnTo>
                    <a:pt x="3782743" y="45081"/>
                  </a:lnTo>
                  <a:lnTo>
                    <a:pt x="3781672" y="45729"/>
                  </a:lnTo>
                  <a:lnTo>
                    <a:pt x="3780600" y="46377"/>
                  </a:lnTo>
                  <a:lnTo>
                    <a:pt x="3779528" y="47025"/>
                  </a:lnTo>
                  <a:lnTo>
                    <a:pt x="3778457" y="47673"/>
                  </a:lnTo>
                  <a:lnTo>
                    <a:pt x="3777385" y="48321"/>
                  </a:lnTo>
                  <a:lnTo>
                    <a:pt x="3776314" y="48968"/>
                  </a:lnTo>
                  <a:lnTo>
                    <a:pt x="3775242" y="49615"/>
                  </a:lnTo>
                  <a:lnTo>
                    <a:pt x="3774170" y="50263"/>
                  </a:lnTo>
                  <a:lnTo>
                    <a:pt x="3773099" y="50910"/>
                  </a:lnTo>
                  <a:lnTo>
                    <a:pt x="3772027" y="51557"/>
                  </a:lnTo>
                  <a:lnTo>
                    <a:pt x="3770956" y="52203"/>
                  </a:lnTo>
                  <a:lnTo>
                    <a:pt x="3769884" y="52850"/>
                  </a:lnTo>
                  <a:lnTo>
                    <a:pt x="3768812" y="53496"/>
                  </a:lnTo>
                  <a:lnTo>
                    <a:pt x="3767741" y="54143"/>
                  </a:lnTo>
                  <a:lnTo>
                    <a:pt x="3766669" y="54789"/>
                  </a:lnTo>
                  <a:lnTo>
                    <a:pt x="3765598" y="55435"/>
                  </a:lnTo>
                  <a:lnTo>
                    <a:pt x="3764526" y="56081"/>
                  </a:lnTo>
                  <a:lnTo>
                    <a:pt x="3763454" y="56726"/>
                  </a:lnTo>
                  <a:lnTo>
                    <a:pt x="3762383" y="57372"/>
                  </a:lnTo>
                  <a:lnTo>
                    <a:pt x="3761311" y="58017"/>
                  </a:lnTo>
                  <a:lnTo>
                    <a:pt x="3760240" y="58663"/>
                  </a:lnTo>
                  <a:lnTo>
                    <a:pt x="3759168" y="59308"/>
                  </a:lnTo>
                  <a:lnTo>
                    <a:pt x="3758096" y="59953"/>
                  </a:lnTo>
                  <a:lnTo>
                    <a:pt x="3757025" y="60598"/>
                  </a:lnTo>
                  <a:lnTo>
                    <a:pt x="3755953" y="61243"/>
                  </a:lnTo>
                  <a:lnTo>
                    <a:pt x="3754882" y="61887"/>
                  </a:lnTo>
                  <a:lnTo>
                    <a:pt x="3753810" y="62532"/>
                  </a:lnTo>
                  <a:lnTo>
                    <a:pt x="3752738" y="63176"/>
                  </a:lnTo>
                  <a:lnTo>
                    <a:pt x="3751667" y="63820"/>
                  </a:lnTo>
                  <a:lnTo>
                    <a:pt x="3750595" y="64464"/>
                  </a:lnTo>
                  <a:lnTo>
                    <a:pt x="3749524" y="65108"/>
                  </a:lnTo>
                  <a:lnTo>
                    <a:pt x="3748452" y="65752"/>
                  </a:lnTo>
                  <a:lnTo>
                    <a:pt x="3747380" y="66395"/>
                  </a:lnTo>
                  <a:lnTo>
                    <a:pt x="3746309" y="67039"/>
                  </a:lnTo>
                  <a:lnTo>
                    <a:pt x="3745237" y="67682"/>
                  </a:lnTo>
                  <a:lnTo>
                    <a:pt x="3744166" y="68325"/>
                  </a:lnTo>
                  <a:lnTo>
                    <a:pt x="3743094" y="68968"/>
                  </a:lnTo>
                  <a:lnTo>
                    <a:pt x="3742022" y="69611"/>
                  </a:lnTo>
                  <a:lnTo>
                    <a:pt x="3740951" y="70254"/>
                  </a:lnTo>
                  <a:lnTo>
                    <a:pt x="3739879" y="70897"/>
                  </a:lnTo>
                  <a:lnTo>
                    <a:pt x="3738808" y="71539"/>
                  </a:lnTo>
                  <a:lnTo>
                    <a:pt x="3737736" y="72181"/>
                  </a:lnTo>
                  <a:lnTo>
                    <a:pt x="3736664" y="72824"/>
                  </a:lnTo>
                  <a:lnTo>
                    <a:pt x="3735593" y="73466"/>
                  </a:lnTo>
                  <a:lnTo>
                    <a:pt x="3734521" y="74108"/>
                  </a:lnTo>
                  <a:lnTo>
                    <a:pt x="3733450" y="74749"/>
                  </a:lnTo>
                  <a:lnTo>
                    <a:pt x="3732378" y="75391"/>
                  </a:lnTo>
                  <a:lnTo>
                    <a:pt x="3731306" y="76033"/>
                  </a:lnTo>
                  <a:lnTo>
                    <a:pt x="3730235" y="76674"/>
                  </a:lnTo>
                  <a:lnTo>
                    <a:pt x="3729163" y="77315"/>
                  </a:lnTo>
                  <a:lnTo>
                    <a:pt x="3728092" y="77956"/>
                  </a:lnTo>
                  <a:lnTo>
                    <a:pt x="3727020" y="78597"/>
                  </a:lnTo>
                  <a:lnTo>
                    <a:pt x="3725949" y="79238"/>
                  </a:lnTo>
                  <a:lnTo>
                    <a:pt x="3724877" y="79879"/>
                  </a:lnTo>
                  <a:lnTo>
                    <a:pt x="3723805" y="80519"/>
                  </a:lnTo>
                  <a:lnTo>
                    <a:pt x="3722734" y="81160"/>
                  </a:lnTo>
                  <a:lnTo>
                    <a:pt x="3721662" y="81800"/>
                  </a:lnTo>
                  <a:lnTo>
                    <a:pt x="3720591" y="82440"/>
                  </a:lnTo>
                  <a:lnTo>
                    <a:pt x="3719519" y="83080"/>
                  </a:lnTo>
                  <a:lnTo>
                    <a:pt x="3718447" y="83720"/>
                  </a:lnTo>
                  <a:lnTo>
                    <a:pt x="3717376" y="84360"/>
                  </a:lnTo>
                  <a:lnTo>
                    <a:pt x="3716304" y="84999"/>
                  </a:lnTo>
                  <a:lnTo>
                    <a:pt x="3715233" y="85639"/>
                  </a:lnTo>
                  <a:lnTo>
                    <a:pt x="3714161" y="86278"/>
                  </a:lnTo>
                  <a:lnTo>
                    <a:pt x="3713089" y="86917"/>
                  </a:lnTo>
                  <a:lnTo>
                    <a:pt x="3712018" y="87556"/>
                  </a:lnTo>
                  <a:lnTo>
                    <a:pt x="3710946" y="88195"/>
                  </a:lnTo>
                  <a:lnTo>
                    <a:pt x="3709875" y="88834"/>
                  </a:lnTo>
                  <a:lnTo>
                    <a:pt x="3708803" y="89473"/>
                  </a:lnTo>
                  <a:lnTo>
                    <a:pt x="3707731" y="90111"/>
                  </a:lnTo>
                  <a:lnTo>
                    <a:pt x="3706660" y="90749"/>
                  </a:lnTo>
                  <a:lnTo>
                    <a:pt x="3705588" y="91388"/>
                  </a:lnTo>
                  <a:lnTo>
                    <a:pt x="3704517" y="92026"/>
                  </a:lnTo>
                  <a:lnTo>
                    <a:pt x="3703445" y="92664"/>
                  </a:lnTo>
                  <a:lnTo>
                    <a:pt x="3702373" y="93301"/>
                  </a:lnTo>
                  <a:lnTo>
                    <a:pt x="3701302" y="93939"/>
                  </a:lnTo>
                  <a:lnTo>
                    <a:pt x="3700230" y="94577"/>
                  </a:lnTo>
                  <a:lnTo>
                    <a:pt x="3699159" y="95214"/>
                  </a:lnTo>
                  <a:lnTo>
                    <a:pt x="3698087" y="95851"/>
                  </a:lnTo>
                  <a:lnTo>
                    <a:pt x="3697015" y="96489"/>
                  </a:lnTo>
                  <a:lnTo>
                    <a:pt x="3695944" y="97126"/>
                  </a:lnTo>
                  <a:lnTo>
                    <a:pt x="3694872" y="97762"/>
                  </a:lnTo>
                  <a:lnTo>
                    <a:pt x="3693801" y="98399"/>
                  </a:lnTo>
                  <a:lnTo>
                    <a:pt x="3692729" y="99036"/>
                  </a:lnTo>
                  <a:lnTo>
                    <a:pt x="3691657" y="99672"/>
                  </a:lnTo>
                  <a:lnTo>
                    <a:pt x="3690586" y="100309"/>
                  </a:lnTo>
                  <a:lnTo>
                    <a:pt x="3689514" y="100945"/>
                  </a:lnTo>
                  <a:lnTo>
                    <a:pt x="3688443" y="101581"/>
                  </a:lnTo>
                  <a:lnTo>
                    <a:pt x="3687371" y="102217"/>
                  </a:lnTo>
                  <a:lnTo>
                    <a:pt x="3686299" y="102853"/>
                  </a:lnTo>
                  <a:lnTo>
                    <a:pt x="3685228" y="103488"/>
                  </a:lnTo>
                  <a:lnTo>
                    <a:pt x="3684156" y="104124"/>
                  </a:lnTo>
                  <a:lnTo>
                    <a:pt x="3683085" y="104759"/>
                  </a:lnTo>
                  <a:lnTo>
                    <a:pt x="3682013" y="105395"/>
                  </a:lnTo>
                  <a:lnTo>
                    <a:pt x="3680941" y="106030"/>
                  </a:lnTo>
                  <a:lnTo>
                    <a:pt x="3679870" y="106665"/>
                  </a:lnTo>
                  <a:lnTo>
                    <a:pt x="3678798" y="107300"/>
                  </a:lnTo>
                  <a:lnTo>
                    <a:pt x="3677727" y="107934"/>
                  </a:lnTo>
                  <a:lnTo>
                    <a:pt x="3676655" y="108569"/>
                  </a:lnTo>
                  <a:lnTo>
                    <a:pt x="3675583" y="109204"/>
                  </a:lnTo>
                  <a:lnTo>
                    <a:pt x="3674512" y="109838"/>
                  </a:lnTo>
                  <a:lnTo>
                    <a:pt x="3673440" y="110472"/>
                  </a:lnTo>
                  <a:lnTo>
                    <a:pt x="3672369" y="111106"/>
                  </a:lnTo>
                  <a:lnTo>
                    <a:pt x="3671297" y="111740"/>
                  </a:lnTo>
                  <a:lnTo>
                    <a:pt x="3670225" y="112374"/>
                  </a:lnTo>
                  <a:lnTo>
                    <a:pt x="3669154" y="113008"/>
                  </a:lnTo>
                  <a:lnTo>
                    <a:pt x="3668082" y="113641"/>
                  </a:lnTo>
                  <a:lnTo>
                    <a:pt x="3667011" y="114275"/>
                  </a:lnTo>
                  <a:lnTo>
                    <a:pt x="3665939" y="114908"/>
                  </a:lnTo>
                  <a:lnTo>
                    <a:pt x="3664867" y="115541"/>
                  </a:lnTo>
                  <a:lnTo>
                    <a:pt x="3663796" y="116174"/>
                  </a:lnTo>
                  <a:lnTo>
                    <a:pt x="3662724" y="116807"/>
                  </a:lnTo>
                  <a:lnTo>
                    <a:pt x="3661653" y="117440"/>
                  </a:lnTo>
                  <a:lnTo>
                    <a:pt x="3660581" y="118073"/>
                  </a:lnTo>
                  <a:lnTo>
                    <a:pt x="3659509" y="118705"/>
                  </a:lnTo>
                  <a:lnTo>
                    <a:pt x="3658438" y="119338"/>
                  </a:lnTo>
                  <a:lnTo>
                    <a:pt x="3657366" y="119970"/>
                  </a:lnTo>
                  <a:lnTo>
                    <a:pt x="3656295" y="120602"/>
                  </a:lnTo>
                  <a:lnTo>
                    <a:pt x="3655223" y="121234"/>
                  </a:lnTo>
                  <a:lnTo>
                    <a:pt x="3654151" y="121866"/>
                  </a:lnTo>
                  <a:lnTo>
                    <a:pt x="3653080" y="122498"/>
                  </a:lnTo>
                  <a:lnTo>
                    <a:pt x="3652008" y="123130"/>
                  </a:lnTo>
                  <a:lnTo>
                    <a:pt x="3650937" y="123761"/>
                  </a:lnTo>
                  <a:lnTo>
                    <a:pt x="3649865" y="124393"/>
                  </a:lnTo>
                  <a:lnTo>
                    <a:pt x="3648793" y="125024"/>
                  </a:lnTo>
                  <a:lnTo>
                    <a:pt x="3647722" y="125655"/>
                  </a:lnTo>
                  <a:lnTo>
                    <a:pt x="3646650" y="126286"/>
                  </a:lnTo>
                  <a:lnTo>
                    <a:pt x="3645579" y="126917"/>
                  </a:lnTo>
                  <a:lnTo>
                    <a:pt x="3644507" y="127548"/>
                  </a:lnTo>
                  <a:lnTo>
                    <a:pt x="3643435" y="128178"/>
                  </a:lnTo>
                  <a:lnTo>
                    <a:pt x="3642364" y="128809"/>
                  </a:lnTo>
                  <a:lnTo>
                    <a:pt x="3641292" y="129439"/>
                  </a:lnTo>
                  <a:lnTo>
                    <a:pt x="3640221" y="130069"/>
                  </a:lnTo>
                  <a:lnTo>
                    <a:pt x="3639149" y="130700"/>
                  </a:lnTo>
                  <a:lnTo>
                    <a:pt x="3638077" y="131330"/>
                  </a:lnTo>
                  <a:lnTo>
                    <a:pt x="3637006" y="131959"/>
                  </a:lnTo>
                  <a:lnTo>
                    <a:pt x="3635934" y="132589"/>
                  </a:lnTo>
                  <a:lnTo>
                    <a:pt x="3634863" y="133219"/>
                  </a:lnTo>
                  <a:lnTo>
                    <a:pt x="3633791" y="133848"/>
                  </a:lnTo>
                  <a:lnTo>
                    <a:pt x="3632719" y="134478"/>
                  </a:lnTo>
                  <a:lnTo>
                    <a:pt x="3631648" y="135107"/>
                  </a:lnTo>
                  <a:lnTo>
                    <a:pt x="3630576" y="135736"/>
                  </a:lnTo>
                  <a:lnTo>
                    <a:pt x="3629505" y="136365"/>
                  </a:lnTo>
                  <a:lnTo>
                    <a:pt x="3628433" y="136994"/>
                  </a:lnTo>
                  <a:lnTo>
                    <a:pt x="3627361" y="137623"/>
                  </a:lnTo>
                  <a:lnTo>
                    <a:pt x="3626290" y="138251"/>
                  </a:lnTo>
                  <a:lnTo>
                    <a:pt x="3625218" y="138880"/>
                  </a:lnTo>
                  <a:lnTo>
                    <a:pt x="3624147" y="139508"/>
                  </a:lnTo>
                  <a:lnTo>
                    <a:pt x="3623075" y="140136"/>
                  </a:lnTo>
                  <a:lnTo>
                    <a:pt x="3622003" y="140764"/>
                  </a:lnTo>
                  <a:lnTo>
                    <a:pt x="3620932" y="141392"/>
                  </a:lnTo>
                  <a:lnTo>
                    <a:pt x="3619860" y="142020"/>
                  </a:lnTo>
                  <a:lnTo>
                    <a:pt x="3618789" y="142648"/>
                  </a:lnTo>
                  <a:lnTo>
                    <a:pt x="3617717" y="143276"/>
                  </a:lnTo>
                  <a:lnTo>
                    <a:pt x="3616645" y="143903"/>
                  </a:lnTo>
                  <a:lnTo>
                    <a:pt x="3615574" y="144531"/>
                  </a:lnTo>
                  <a:lnTo>
                    <a:pt x="3614502" y="145158"/>
                  </a:lnTo>
                  <a:lnTo>
                    <a:pt x="3613431" y="145785"/>
                  </a:lnTo>
                  <a:lnTo>
                    <a:pt x="3612359" y="146412"/>
                  </a:lnTo>
                  <a:lnTo>
                    <a:pt x="3611287" y="147039"/>
                  </a:lnTo>
                  <a:lnTo>
                    <a:pt x="3610216" y="147666"/>
                  </a:lnTo>
                  <a:lnTo>
                    <a:pt x="3609144" y="148292"/>
                  </a:lnTo>
                  <a:lnTo>
                    <a:pt x="3608073" y="148919"/>
                  </a:lnTo>
                  <a:lnTo>
                    <a:pt x="3607001" y="149545"/>
                  </a:lnTo>
                  <a:lnTo>
                    <a:pt x="3605929" y="150172"/>
                  </a:lnTo>
                  <a:lnTo>
                    <a:pt x="3604858" y="150798"/>
                  </a:lnTo>
                  <a:lnTo>
                    <a:pt x="3603786" y="151424"/>
                  </a:lnTo>
                  <a:lnTo>
                    <a:pt x="3602715" y="152050"/>
                  </a:lnTo>
                  <a:lnTo>
                    <a:pt x="3601643" y="152676"/>
                  </a:lnTo>
                  <a:lnTo>
                    <a:pt x="3600571" y="153301"/>
                  </a:lnTo>
                  <a:lnTo>
                    <a:pt x="3599500" y="153927"/>
                  </a:lnTo>
                  <a:lnTo>
                    <a:pt x="3598428" y="154552"/>
                  </a:lnTo>
                  <a:lnTo>
                    <a:pt x="3597357" y="155178"/>
                  </a:lnTo>
                  <a:lnTo>
                    <a:pt x="3596285" y="155803"/>
                  </a:lnTo>
                  <a:lnTo>
                    <a:pt x="3595213" y="156428"/>
                  </a:lnTo>
                  <a:lnTo>
                    <a:pt x="3594142" y="157053"/>
                  </a:lnTo>
                  <a:lnTo>
                    <a:pt x="3593070" y="157678"/>
                  </a:lnTo>
                  <a:lnTo>
                    <a:pt x="3591999" y="158302"/>
                  </a:lnTo>
                  <a:lnTo>
                    <a:pt x="3590927" y="158927"/>
                  </a:lnTo>
                  <a:lnTo>
                    <a:pt x="3589855" y="159552"/>
                  </a:lnTo>
                  <a:lnTo>
                    <a:pt x="3588784" y="160176"/>
                  </a:lnTo>
                  <a:lnTo>
                    <a:pt x="3587712" y="160800"/>
                  </a:lnTo>
                  <a:lnTo>
                    <a:pt x="3586641" y="161424"/>
                  </a:lnTo>
                  <a:lnTo>
                    <a:pt x="3585569" y="162048"/>
                  </a:lnTo>
                  <a:lnTo>
                    <a:pt x="3584497" y="162672"/>
                  </a:lnTo>
                  <a:lnTo>
                    <a:pt x="3583426" y="163296"/>
                  </a:lnTo>
                  <a:lnTo>
                    <a:pt x="3582354" y="163920"/>
                  </a:lnTo>
                  <a:lnTo>
                    <a:pt x="3581283" y="164543"/>
                  </a:lnTo>
                  <a:lnTo>
                    <a:pt x="3580211" y="165167"/>
                  </a:lnTo>
                  <a:lnTo>
                    <a:pt x="3579139" y="165790"/>
                  </a:lnTo>
                  <a:lnTo>
                    <a:pt x="3578068" y="166413"/>
                  </a:lnTo>
                  <a:lnTo>
                    <a:pt x="3576996" y="167036"/>
                  </a:lnTo>
                  <a:lnTo>
                    <a:pt x="3575925" y="167659"/>
                  </a:lnTo>
                  <a:lnTo>
                    <a:pt x="3574853" y="168282"/>
                  </a:lnTo>
                  <a:lnTo>
                    <a:pt x="3573781" y="168905"/>
                  </a:lnTo>
                  <a:lnTo>
                    <a:pt x="3572710" y="169527"/>
                  </a:lnTo>
                  <a:lnTo>
                    <a:pt x="3571638" y="170150"/>
                  </a:lnTo>
                  <a:lnTo>
                    <a:pt x="3570567" y="170772"/>
                  </a:lnTo>
                  <a:lnTo>
                    <a:pt x="3569495" y="171394"/>
                  </a:lnTo>
                  <a:lnTo>
                    <a:pt x="3568423" y="172017"/>
                  </a:lnTo>
                  <a:lnTo>
                    <a:pt x="3567352" y="172639"/>
                  </a:lnTo>
                  <a:lnTo>
                    <a:pt x="3566280" y="173260"/>
                  </a:lnTo>
                  <a:lnTo>
                    <a:pt x="3565209" y="173882"/>
                  </a:lnTo>
                  <a:lnTo>
                    <a:pt x="3564137" y="174504"/>
                  </a:lnTo>
                  <a:lnTo>
                    <a:pt x="3563065" y="175126"/>
                  </a:lnTo>
                  <a:lnTo>
                    <a:pt x="3561994" y="175747"/>
                  </a:lnTo>
                  <a:lnTo>
                    <a:pt x="3560922" y="176368"/>
                  </a:lnTo>
                  <a:lnTo>
                    <a:pt x="3559851" y="176990"/>
                  </a:lnTo>
                  <a:lnTo>
                    <a:pt x="3558779" y="177611"/>
                  </a:lnTo>
                  <a:lnTo>
                    <a:pt x="3557707" y="178232"/>
                  </a:lnTo>
                  <a:lnTo>
                    <a:pt x="3556636" y="178853"/>
                  </a:lnTo>
                  <a:lnTo>
                    <a:pt x="3555564" y="179473"/>
                  </a:lnTo>
                  <a:lnTo>
                    <a:pt x="3554493" y="180094"/>
                  </a:lnTo>
                  <a:lnTo>
                    <a:pt x="3553421" y="180714"/>
                  </a:lnTo>
                  <a:lnTo>
                    <a:pt x="3552349" y="181335"/>
                  </a:lnTo>
                  <a:lnTo>
                    <a:pt x="3551278" y="181955"/>
                  </a:lnTo>
                  <a:lnTo>
                    <a:pt x="3550206" y="182575"/>
                  </a:lnTo>
                  <a:lnTo>
                    <a:pt x="3549135" y="183195"/>
                  </a:lnTo>
                  <a:lnTo>
                    <a:pt x="3548063" y="183815"/>
                  </a:lnTo>
                  <a:lnTo>
                    <a:pt x="3546992" y="184435"/>
                  </a:lnTo>
                  <a:lnTo>
                    <a:pt x="3545920" y="185055"/>
                  </a:lnTo>
                  <a:lnTo>
                    <a:pt x="3544848" y="185675"/>
                  </a:lnTo>
                  <a:lnTo>
                    <a:pt x="3543777" y="186294"/>
                  </a:lnTo>
                  <a:lnTo>
                    <a:pt x="3542705" y="186914"/>
                  </a:lnTo>
                  <a:lnTo>
                    <a:pt x="3541634" y="187533"/>
                  </a:lnTo>
                  <a:lnTo>
                    <a:pt x="3540562" y="188152"/>
                  </a:lnTo>
                  <a:lnTo>
                    <a:pt x="3539490" y="188771"/>
                  </a:lnTo>
                  <a:lnTo>
                    <a:pt x="3538419" y="189390"/>
                  </a:lnTo>
                  <a:lnTo>
                    <a:pt x="3537347" y="190009"/>
                  </a:lnTo>
                  <a:lnTo>
                    <a:pt x="3536276" y="190628"/>
                  </a:lnTo>
                  <a:lnTo>
                    <a:pt x="3535204" y="191246"/>
                  </a:lnTo>
                  <a:lnTo>
                    <a:pt x="3534132" y="191865"/>
                  </a:lnTo>
                  <a:lnTo>
                    <a:pt x="3533061" y="192483"/>
                  </a:lnTo>
                  <a:lnTo>
                    <a:pt x="3531989" y="193102"/>
                  </a:lnTo>
                  <a:lnTo>
                    <a:pt x="3530918" y="193720"/>
                  </a:lnTo>
                  <a:lnTo>
                    <a:pt x="3529846" y="194338"/>
                  </a:lnTo>
                  <a:lnTo>
                    <a:pt x="3528774" y="194956"/>
                  </a:lnTo>
                  <a:lnTo>
                    <a:pt x="3527703" y="195574"/>
                  </a:lnTo>
                  <a:lnTo>
                    <a:pt x="3526631" y="196191"/>
                  </a:lnTo>
                  <a:lnTo>
                    <a:pt x="3525560" y="196809"/>
                  </a:lnTo>
                  <a:lnTo>
                    <a:pt x="3524488" y="197427"/>
                  </a:lnTo>
                  <a:lnTo>
                    <a:pt x="3523416" y="198044"/>
                  </a:lnTo>
                  <a:lnTo>
                    <a:pt x="3522345" y="198661"/>
                  </a:lnTo>
                  <a:lnTo>
                    <a:pt x="3521273" y="199278"/>
                  </a:lnTo>
                  <a:lnTo>
                    <a:pt x="3520202" y="199896"/>
                  </a:lnTo>
                  <a:lnTo>
                    <a:pt x="3519130" y="200513"/>
                  </a:lnTo>
                  <a:lnTo>
                    <a:pt x="3518058" y="201129"/>
                  </a:lnTo>
                  <a:lnTo>
                    <a:pt x="3516987" y="201746"/>
                  </a:lnTo>
                  <a:lnTo>
                    <a:pt x="3515915" y="202363"/>
                  </a:lnTo>
                  <a:lnTo>
                    <a:pt x="3514844" y="202979"/>
                  </a:lnTo>
                  <a:lnTo>
                    <a:pt x="3513772" y="203596"/>
                  </a:lnTo>
                  <a:lnTo>
                    <a:pt x="3512700" y="204212"/>
                  </a:lnTo>
                  <a:lnTo>
                    <a:pt x="3511629" y="204828"/>
                  </a:lnTo>
                  <a:lnTo>
                    <a:pt x="3510557" y="205445"/>
                  </a:lnTo>
                  <a:lnTo>
                    <a:pt x="3509486" y="206061"/>
                  </a:lnTo>
                  <a:lnTo>
                    <a:pt x="3508414" y="206676"/>
                  </a:lnTo>
                  <a:lnTo>
                    <a:pt x="3507342" y="207292"/>
                  </a:lnTo>
                  <a:lnTo>
                    <a:pt x="3506271" y="207908"/>
                  </a:lnTo>
                  <a:lnTo>
                    <a:pt x="3505199" y="208524"/>
                  </a:lnTo>
                  <a:lnTo>
                    <a:pt x="3504128" y="209139"/>
                  </a:lnTo>
                  <a:lnTo>
                    <a:pt x="3503056" y="209754"/>
                  </a:lnTo>
                  <a:lnTo>
                    <a:pt x="3501984" y="210370"/>
                  </a:lnTo>
                  <a:lnTo>
                    <a:pt x="3500913" y="210985"/>
                  </a:lnTo>
                  <a:lnTo>
                    <a:pt x="3499841" y="211600"/>
                  </a:lnTo>
                  <a:lnTo>
                    <a:pt x="3498770" y="212215"/>
                  </a:lnTo>
                  <a:lnTo>
                    <a:pt x="3497698" y="212830"/>
                  </a:lnTo>
                  <a:lnTo>
                    <a:pt x="3496626" y="213444"/>
                  </a:lnTo>
                  <a:lnTo>
                    <a:pt x="3495555" y="214059"/>
                  </a:lnTo>
                  <a:lnTo>
                    <a:pt x="3494483" y="214674"/>
                  </a:lnTo>
                  <a:lnTo>
                    <a:pt x="3493412" y="215288"/>
                  </a:lnTo>
                  <a:lnTo>
                    <a:pt x="3492340" y="215902"/>
                  </a:lnTo>
                  <a:lnTo>
                    <a:pt x="3491268" y="216517"/>
                  </a:lnTo>
                  <a:lnTo>
                    <a:pt x="3490197" y="217131"/>
                  </a:lnTo>
                  <a:lnTo>
                    <a:pt x="3489125" y="217745"/>
                  </a:lnTo>
                  <a:lnTo>
                    <a:pt x="3488054" y="218359"/>
                  </a:lnTo>
                  <a:lnTo>
                    <a:pt x="3486982" y="218973"/>
                  </a:lnTo>
                  <a:lnTo>
                    <a:pt x="3485910" y="219586"/>
                  </a:lnTo>
                  <a:lnTo>
                    <a:pt x="3484839" y="220200"/>
                  </a:lnTo>
                  <a:lnTo>
                    <a:pt x="3483767" y="220813"/>
                  </a:lnTo>
                  <a:lnTo>
                    <a:pt x="3482696" y="221427"/>
                  </a:lnTo>
                  <a:lnTo>
                    <a:pt x="3481624" y="222040"/>
                  </a:lnTo>
                  <a:lnTo>
                    <a:pt x="3480552" y="222653"/>
                  </a:lnTo>
                  <a:lnTo>
                    <a:pt x="3479481" y="223266"/>
                  </a:lnTo>
                  <a:lnTo>
                    <a:pt x="3478409" y="223879"/>
                  </a:lnTo>
                  <a:lnTo>
                    <a:pt x="3477338" y="224492"/>
                  </a:lnTo>
                  <a:lnTo>
                    <a:pt x="3476266" y="225105"/>
                  </a:lnTo>
                  <a:lnTo>
                    <a:pt x="3475194" y="225718"/>
                  </a:lnTo>
                  <a:lnTo>
                    <a:pt x="3474123" y="226330"/>
                  </a:lnTo>
                  <a:lnTo>
                    <a:pt x="3473051" y="226943"/>
                  </a:lnTo>
                  <a:lnTo>
                    <a:pt x="3471980" y="227555"/>
                  </a:lnTo>
                  <a:lnTo>
                    <a:pt x="3470908" y="228167"/>
                  </a:lnTo>
                  <a:lnTo>
                    <a:pt x="3469836" y="228780"/>
                  </a:lnTo>
                  <a:lnTo>
                    <a:pt x="3468765" y="229392"/>
                  </a:lnTo>
                  <a:lnTo>
                    <a:pt x="3467693" y="230004"/>
                  </a:lnTo>
                  <a:lnTo>
                    <a:pt x="3466622" y="230615"/>
                  </a:lnTo>
                  <a:lnTo>
                    <a:pt x="3465550" y="231227"/>
                  </a:lnTo>
                  <a:lnTo>
                    <a:pt x="3464478" y="231839"/>
                  </a:lnTo>
                  <a:lnTo>
                    <a:pt x="3463407" y="232451"/>
                  </a:lnTo>
                  <a:lnTo>
                    <a:pt x="3462335" y="233062"/>
                  </a:lnTo>
                  <a:lnTo>
                    <a:pt x="3461264" y="233673"/>
                  </a:lnTo>
                  <a:lnTo>
                    <a:pt x="3460192" y="234285"/>
                  </a:lnTo>
                  <a:lnTo>
                    <a:pt x="3459120" y="234896"/>
                  </a:lnTo>
                  <a:lnTo>
                    <a:pt x="3458049" y="235507"/>
                  </a:lnTo>
                  <a:lnTo>
                    <a:pt x="3456977" y="236118"/>
                  </a:lnTo>
                  <a:lnTo>
                    <a:pt x="3455906" y="236729"/>
                  </a:lnTo>
                  <a:lnTo>
                    <a:pt x="3454834" y="237340"/>
                  </a:lnTo>
                  <a:lnTo>
                    <a:pt x="3453762" y="237950"/>
                  </a:lnTo>
                  <a:lnTo>
                    <a:pt x="3452691" y="238561"/>
                  </a:lnTo>
                  <a:lnTo>
                    <a:pt x="3451619" y="239171"/>
                  </a:lnTo>
                  <a:lnTo>
                    <a:pt x="3450548" y="239782"/>
                  </a:lnTo>
                  <a:lnTo>
                    <a:pt x="3449476" y="240392"/>
                  </a:lnTo>
                  <a:lnTo>
                    <a:pt x="3448404" y="241002"/>
                  </a:lnTo>
                  <a:lnTo>
                    <a:pt x="3447333" y="241612"/>
                  </a:lnTo>
                  <a:lnTo>
                    <a:pt x="3446261" y="242222"/>
                  </a:lnTo>
                  <a:lnTo>
                    <a:pt x="3445190" y="242832"/>
                  </a:lnTo>
                  <a:lnTo>
                    <a:pt x="3444118" y="243442"/>
                  </a:lnTo>
                  <a:lnTo>
                    <a:pt x="3443046" y="244052"/>
                  </a:lnTo>
                  <a:lnTo>
                    <a:pt x="3441975" y="244661"/>
                  </a:lnTo>
                  <a:lnTo>
                    <a:pt x="3440903" y="245271"/>
                  </a:lnTo>
                  <a:lnTo>
                    <a:pt x="3439832" y="245880"/>
                  </a:lnTo>
                  <a:lnTo>
                    <a:pt x="3438760" y="246490"/>
                  </a:lnTo>
                  <a:lnTo>
                    <a:pt x="3437688" y="247099"/>
                  </a:lnTo>
                  <a:lnTo>
                    <a:pt x="3436617" y="247708"/>
                  </a:lnTo>
                  <a:lnTo>
                    <a:pt x="3435545" y="248317"/>
                  </a:lnTo>
                  <a:lnTo>
                    <a:pt x="3434474" y="248926"/>
                  </a:lnTo>
                  <a:lnTo>
                    <a:pt x="3433402" y="249535"/>
                  </a:lnTo>
                  <a:lnTo>
                    <a:pt x="3432330" y="250144"/>
                  </a:lnTo>
                  <a:lnTo>
                    <a:pt x="3431259" y="250752"/>
                  </a:lnTo>
                  <a:lnTo>
                    <a:pt x="3430187" y="251361"/>
                  </a:lnTo>
                  <a:lnTo>
                    <a:pt x="3429116" y="251969"/>
                  </a:lnTo>
                  <a:lnTo>
                    <a:pt x="3428044" y="252578"/>
                  </a:lnTo>
                  <a:lnTo>
                    <a:pt x="3426972" y="253186"/>
                  </a:lnTo>
                  <a:lnTo>
                    <a:pt x="3425901" y="253794"/>
                  </a:lnTo>
                  <a:lnTo>
                    <a:pt x="3424829" y="254402"/>
                  </a:lnTo>
                  <a:lnTo>
                    <a:pt x="3423758" y="255010"/>
                  </a:lnTo>
                  <a:lnTo>
                    <a:pt x="3422686" y="255618"/>
                  </a:lnTo>
                  <a:lnTo>
                    <a:pt x="3421614" y="256226"/>
                  </a:lnTo>
                  <a:lnTo>
                    <a:pt x="3420543" y="256834"/>
                  </a:lnTo>
                  <a:lnTo>
                    <a:pt x="3419471" y="257441"/>
                  </a:lnTo>
                  <a:lnTo>
                    <a:pt x="3418400" y="258049"/>
                  </a:lnTo>
                  <a:lnTo>
                    <a:pt x="3417328" y="258656"/>
                  </a:lnTo>
                  <a:lnTo>
                    <a:pt x="3416256" y="259264"/>
                  </a:lnTo>
                  <a:lnTo>
                    <a:pt x="3415185" y="259871"/>
                  </a:lnTo>
                  <a:lnTo>
                    <a:pt x="3414113" y="260478"/>
                  </a:lnTo>
                  <a:lnTo>
                    <a:pt x="3413042" y="261085"/>
                  </a:lnTo>
                  <a:lnTo>
                    <a:pt x="3411970" y="261692"/>
                  </a:lnTo>
                  <a:lnTo>
                    <a:pt x="3410898" y="262299"/>
                  </a:lnTo>
                  <a:lnTo>
                    <a:pt x="3409827" y="262906"/>
                  </a:lnTo>
                  <a:lnTo>
                    <a:pt x="3408755" y="263513"/>
                  </a:lnTo>
                  <a:lnTo>
                    <a:pt x="3407684" y="264119"/>
                  </a:lnTo>
                  <a:lnTo>
                    <a:pt x="3406612" y="264726"/>
                  </a:lnTo>
                  <a:lnTo>
                    <a:pt x="3405540" y="265332"/>
                  </a:lnTo>
                  <a:lnTo>
                    <a:pt x="3404469" y="265939"/>
                  </a:lnTo>
                  <a:lnTo>
                    <a:pt x="3403397" y="266545"/>
                  </a:lnTo>
                  <a:lnTo>
                    <a:pt x="3402326" y="267151"/>
                  </a:lnTo>
                  <a:lnTo>
                    <a:pt x="3401254" y="267757"/>
                  </a:lnTo>
                  <a:lnTo>
                    <a:pt x="3400182" y="268363"/>
                  </a:lnTo>
                  <a:lnTo>
                    <a:pt x="3399111" y="268969"/>
                  </a:lnTo>
                  <a:lnTo>
                    <a:pt x="3398039" y="269575"/>
                  </a:lnTo>
                  <a:lnTo>
                    <a:pt x="3396968" y="270181"/>
                  </a:lnTo>
                  <a:lnTo>
                    <a:pt x="3395896" y="270786"/>
                  </a:lnTo>
                  <a:lnTo>
                    <a:pt x="3394824" y="271392"/>
                  </a:lnTo>
                  <a:lnTo>
                    <a:pt x="3393753" y="271997"/>
                  </a:lnTo>
                  <a:lnTo>
                    <a:pt x="3392681" y="272603"/>
                  </a:lnTo>
                  <a:lnTo>
                    <a:pt x="3391610" y="273208"/>
                  </a:lnTo>
                  <a:lnTo>
                    <a:pt x="3390538" y="273813"/>
                  </a:lnTo>
                  <a:lnTo>
                    <a:pt x="3389466" y="274418"/>
                  </a:lnTo>
                  <a:lnTo>
                    <a:pt x="3388395" y="275023"/>
                  </a:lnTo>
                  <a:lnTo>
                    <a:pt x="3387323" y="275628"/>
                  </a:lnTo>
                  <a:lnTo>
                    <a:pt x="3386252" y="276233"/>
                  </a:lnTo>
                  <a:lnTo>
                    <a:pt x="3385180" y="276838"/>
                  </a:lnTo>
                  <a:lnTo>
                    <a:pt x="3384108" y="277443"/>
                  </a:lnTo>
                  <a:lnTo>
                    <a:pt x="3383037" y="278047"/>
                  </a:lnTo>
                  <a:lnTo>
                    <a:pt x="3381965" y="278652"/>
                  </a:lnTo>
                  <a:lnTo>
                    <a:pt x="3380894" y="279256"/>
                  </a:lnTo>
                  <a:lnTo>
                    <a:pt x="3379822" y="279861"/>
                  </a:lnTo>
                  <a:lnTo>
                    <a:pt x="3378750" y="280465"/>
                  </a:lnTo>
                  <a:lnTo>
                    <a:pt x="3377679" y="281069"/>
                  </a:lnTo>
                  <a:lnTo>
                    <a:pt x="3376607" y="281673"/>
                  </a:lnTo>
                  <a:lnTo>
                    <a:pt x="3375536" y="282277"/>
                  </a:lnTo>
                  <a:lnTo>
                    <a:pt x="3374464" y="282881"/>
                  </a:lnTo>
                  <a:lnTo>
                    <a:pt x="3373392" y="283485"/>
                  </a:lnTo>
                  <a:lnTo>
                    <a:pt x="3372321" y="284088"/>
                  </a:lnTo>
                  <a:lnTo>
                    <a:pt x="3371249" y="284692"/>
                  </a:lnTo>
                  <a:lnTo>
                    <a:pt x="3370178" y="285296"/>
                  </a:lnTo>
                  <a:lnTo>
                    <a:pt x="3369106" y="285899"/>
                  </a:lnTo>
                  <a:lnTo>
                    <a:pt x="3368035" y="286503"/>
                  </a:lnTo>
                  <a:lnTo>
                    <a:pt x="3366963" y="287106"/>
                  </a:lnTo>
                  <a:lnTo>
                    <a:pt x="3365891" y="287709"/>
                  </a:lnTo>
                  <a:lnTo>
                    <a:pt x="3364820" y="288312"/>
                  </a:lnTo>
                  <a:lnTo>
                    <a:pt x="3363748" y="288915"/>
                  </a:lnTo>
                  <a:lnTo>
                    <a:pt x="3362677" y="289518"/>
                  </a:lnTo>
                  <a:lnTo>
                    <a:pt x="3361605" y="290121"/>
                  </a:lnTo>
                  <a:lnTo>
                    <a:pt x="3360533" y="290724"/>
                  </a:lnTo>
                  <a:lnTo>
                    <a:pt x="3359462" y="291327"/>
                  </a:lnTo>
                  <a:lnTo>
                    <a:pt x="3358390" y="291929"/>
                  </a:lnTo>
                  <a:lnTo>
                    <a:pt x="3357319" y="292532"/>
                  </a:lnTo>
                  <a:lnTo>
                    <a:pt x="3356247" y="293134"/>
                  </a:lnTo>
                  <a:lnTo>
                    <a:pt x="3355175" y="293737"/>
                  </a:lnTo>
                  <a:lnTo>
                    <a:pt x="3354104" y="294339"/>
                  </a:lnTo>
                  <a:lnTo>
                    <a:pt x="3353032" y="294941"/>
                  </a:lnTo>
                  <a:lnTo>
                    <a:pt x="3351961" y="295543"/>
                  </a:lnTo>
                  <a:lnTo>
                    <a:pt x="3350889" y="296146"/>
                  </a:lnTo>
                  <a:lnTo>
                    <a:pt x="3349817" y="296748"/>
                  </a:lnTo>
                  <a:lnTo>
                    <a:pt x="3348746" y="297349"/>
                  </a:lnTo>
                  <a:lnTo>
                    <a:pt x="3347674" y="297951"/>
                  </a:lnTo>
                  <a:lnTo>
                    <a:pt x="3346603" y="298553"/>
                  </a:lnTo>
                  <a:lnTo>
                    <a:pt x="3345531" y="299155"/>
                  </a:lnTo>
                  <a:lnTo>
                    <a:pt x="3344459" y="299756"/>
                  </a:lnTo>
                  <a:lnTo>
                    <a:pt x="3343388" y="300358"/>
                  </a:lnTo>
                  <a:lnTo>
                    <a:pt x="3342316" y="300959"/>
                  </a:lnTo>
                  <a:lnTo>
                    <a:pt x="3341245" y="301560"/>
                  </a:lnTo>
                  <a:lnTo>
                    <a:pt x="3340173" y="302162"/>
                  </a:lnTo>
                  <a:lnTo>
                    <a:pt x="3339101" y="302763"/>
                  </a:lnTo>
                  <a:lnTo>
                    <a:pt x="3338030" y="303364"/>
                  </a:lnTo>
                  <a:lnTo>
                    <a:pt x="3336958" y="303965"/>
                  </a:lnTo>
                  <a:lnTo>
                    <a:pt x="3335887" y="304566"/>
                  </a:lnTo>
                  <a:lnTo>
                    <a:pt x="3334815" y="305167"/>
                  </a:lnTo>
                  <a:lnTo>
                    <a:pt x="3333743" y="305768"/>
                  </a:lnTo>
                  <a:lnTo>
                    <a:pt x="3332672" y="306368"/>
                  </a:lnTo>
                  <a:lnTo>
                    <a:pt x="3331600" y="306969"/>
                  </a:lnTo>
                  <a:lnTo>
                    <a:pt x="3330529" y="307570"/>
                  </a:lnTo>
                  <a:lnTo>
                    <a:pt x="3329457" y="308170"/>
                  </a:lnTo>
                  <a:lnTo>
                    <a:pt x="3328385" y="308770"/>
                  </a:lnTo>
                  <a:lnTo>
                    <a:pt x="3327314" y="309371"/>
                  </a:lnTo>
                  <a:lnTo>
                    <a:pt x="3326242" y="309971"/>
                  </a:lnTo>
                  <a:lnTo>
                    <a:pt x="3325171" y="310571"/>
                  </a:lnTo>
                  <a:lnTo>
                    <a:pt x="3324099" y="311171"/>
                  </a:lnTo>
                  <a:lnTo>
                    <a:pt x="3323027" y="311771"/>
                  </a:lnTo>
                  <a:lnTo>
                    <a:pt x="3321956" y="312371"/>
                  </a:lnTo>
                  <a:lnTo>
                    <a:pt x="3320884" y="312971"/>
                  </a:lnTo>
                  <a:lnTo>
                    <a:pt x="3319813" y="313571"/>
                  </a:lnTo>
                  <a:lnTo>
                    <a:pt x="3318741" y="314171"/>
                  </a:lnTo>
                  <a:lnTo>
                    <a:pt x="3317669" y="314770"/>
                  </a:lnTo>
                  <a:lnTo>
                    <a:pt x="3316598" y="315370"/>
                  </a:lnTo>
                  <a:lnTo>
                    <a:pt x="3315526" y="315969"/>
                  </a:lnTo>
                  <a:lnTo>
                    <a:pt x="3314455" y="316569"/>
                  </a:lnTo>
                  <a:lnTo>
                    <a:pt x="3313383" y="317168"/>
                  </a:lnTo>
                  <a:lnTo>
                    <a:pt x="3312311" y="317767"/>
                  </a:lnTo>
                  <a:lnTo>
                    <a:pt x="3311240" y="318366"/>
                  </a:lnTo>
                  <a:lnTo>
                    <a:pt x="3310168" y="318965"/>
                  </a:lnTo>
                  <a:lnTo>
                    <a:pt x="3309097" y="319564"/>
                  </a:lnTo>
                  <a:lnTo>
                    <a:pt x="3308025" y="320163"/>
                  </a:lnTo>
                  <a:lnTo>
                    <a:pt x="3306953" y="320762"/>
                  </a:lnTo>
                  <a:lnTo>
                    <a:pt x="3305882" y="321361"/>
                  </a:lnTo>
                  <a:lnTo>
                    <a:pt x="3304810" y="321960"/>
                  </a:lnTo>
                  <a:lnTo>
                    <a:pt x="3303739" y="322558"/>
                  </a:lnTo>
                  <a:lnTo>
                    <a:pt x="3302667" y="323157"/>
                  </a:lnTo>
                  <a:lnTo>
                    <a:pt x="3301595" y="323756"/>
                  </a:lnTo>
                  <a:lnTo>
                    <a:pt x="3300524" y="324354"/>
                  </a:lnTo>
                  <a:lnTo>
                    <a:pt x="3299452" y="324952"/>
                  </a:lnTo>
                  <a:lnTo>
                    <a:pt x="3298381" y="325551"/>
                  </a:lnTo>
                  <a:lnTo>
                    <a:pt x="3297309" y="326149"/>
                  </a:lnTo>
                  <a:lnTo>
                    <a:pt x="3296237" y="326747"/>
                  </a:lnTo>
                  <a:lnTo>
                    <a:pt x="3295166" y="327345"/>
                  </a:lnTo>
                  <a:lnTo>
                    <a:pt x="3294094" y="327943"/>
                  </a:lnTo>
                  <a:lnTo>
                    <a:pt x="3293023" y="328541"/>
                  </a:lnTo>
                  <a:lnTo>
                    <a:pt x="3291951" y="329139"/>
                  </a:lnTo>
                  <a:lnTo>
                    <a:pt x="3290879" y="329737"/>
                  </a:lnTo>
                  <a:lnTo>
                    <a:pt x="3289808" y="330334"/>
                  </a:lnTo>
                  <a:lnTo>
                    <a:pt x="3288736" y="330932"/>
                  </a:lnTo>
                  <a:lnTo>
                    <a:pt x="3287665" y="331529"/>
                  </a:lnTo>
                  <a:lnTo>
                    <a:pt x="3286593" y="332127"/>
                  </a:lnTo>
                  <a:lnTo>
                    <a:pt x="3285521" y="332724"/>
                  </a:lnTo>
                  <a:lnTo>
                    <a:pt x="3284450" y="333322"/>
                  </a:lnTo>
                  <a:lnTo>
                    <a:pt x="3283378" y="333919"/>
                  </a:lnTo>
                  <a:lnTo>
                    <a:pt x="3282307" y="334516"/>
                  </a:lnTo>
                  <a:lnTo>
                    <a:pt x="3281235" y="335113"/>
                  </a:lnTo>
                  <a:lnTo>
                    <a:pt x="3280163" y="335710"/>
                  </a:lnTo>
                  <a:lnTo>
                    <a:pt x="3279092" y="336307"/>
                  </a:lnTo>
                  <a:lnTo>
                    <a:pt x="3278020" y="336904"/>
                  </a:lnTo>
                  <a:lnTo>
                    <a:pt x="3276949" y="337501"/>
                  </a:lnTo>
                  <a:lnTo>
                    <a:pt x="3275877" y="338098"/>
                  </a:lnTo>
                  <a:lnTo>
                    <a:pt x="3274805" y="338695"/>
                  </a:lnTo>
                  <a:lnTo>
                    <a:pt x="3273734" y="339291"/>
                  </a:lnTo>
                  <a:lnTo>
                    <a:pt x="3272662" y="339888"/>
                  </a:lnTo>
                  <a:lnTo>
                    <a:pt x="3271591" y="340484"/>
                  </a:lnTo>
                  <a:lnTo>
                    <a:pt x="3270519" y="341081"/>
                  </a:lnTo>
                  <a:lnTo>
                    <a:pt x="3269447" y="341677"/>
                  </a:lnTo>
                  <a:lnTo>
                    <a:pt x="3268376" y="342274"/>
                  </a:lnTo>
                  <a:lnTo>
                    <a:pt x="3267304" y="342870"/>
                  </a:lnTo>
                  <a:lnTo>
                    <a:pt x="3266233" y="343466"/>
                  </a:lnTo>
                  <a:lnTo>
                    <a:pt x="3265161" y="344062"/>
                  </a:lnTo>
                  <a:lnTo>
                    <a:pt x="3264089" y="344658"/>
                  </a:lnTo>
                  <a:lnTo>
                    <a:pt x="3263018" y="345254"/>
                  </a:lnTo>
                  <a:lnTo>
                    <a:pt x="3261946" y="345850"/>
                  </a:lnTo>
                  <a:lnTo>
                    <a:pt x="3260875" y="346446"/>
                  </a:lnTo>
                  <a:lnTo>
                    <a:pt x="3259803" y="347042"/>
                  </a:lnTo>
                  <a:lnTo>
                    <a:pt x="3258731" y="347637"/>
                  </a:lnTo>
                  <a:lnTo>
                    <a:pt x="3257660" y="348233"/>
                  </a:lnTo>
                  <a:lnTo>
                    <a:pt x="3256588" y="348829"/>
                  </a:lnTo>
                  <a:lnTo>
                    <a:pt x="3255517" y="349424"/>
                  </a:lnTo>
                  <a:lnTo>
                    <a:pt x="3254445" y="350019"/>
                  </a:lnTo>
                  <a:lnTo>
                    <a:pt x="3253373" y="350615"/>
                  </a:lnTo>
                  <a:lnTo>
                    <a:pt x="3252302" y="351210"/>
                  </a:lnTo>
                  <a:lnTo>
                    <a:pt x="3251230" y="351805"/>
                  </a:lnTo>
                  <a:lnTo>
                    <a:pt x="3250159" y="352401"/>
                  </a:lnTo>
                  <a:lnTo>
                    <a:pt x="3249087" y="352996"/>
                  </a:lnTo>
                  <a:lnTo>
                    <a:pt x="3248015" y="353591"/>
                  </a:lnTo>
                  <a:lnTo>
                    <a:pt x="3246944" y="354186"/>
                  </a:lnTo>
                  <a:lnTo>
                    <a:pt x="3245872" y="354781"/>
                  </a:lnTo>
                  <a:lnTo>
                    <a:pt x="3244801" y="355375"/>
                  </a:lnTo>
                  <a:lnTo>
                    <a:pt x="3243729" y="355970"/>
                  </a:lnTo>
                  <a:lnTo>
                    <a:pt x="3242657" y="356565"/>
                  </a:lnTo>
                  <a:lnTo>
                    <a:pt x="3241586" y="357160"/>
                  </a:lnTo>
                  <a:lnTo>
                    <a:pt x="3240514" y="357754"/>
                  </a:lnTo>
                  <a:lnTo>
                    <a:pt x="3239443" y="358349"/>
                  </a:lnTo>
                  <a:lnTo>
                    <a:pt x="3238371" y="358943"/>
                  </a:lnTo>
                  <a:lnTo>
                    <a:pt x="3237299" y="359538"/>
                  </a:lnTo>
                  <a:lnTo>
                    <a:pt x="3236228" y="360132"/>
                  </a:lnTo>
                  <a:lnTo>
                    <a:pt x="3235156" y="360726"/>
                  </a:lnTo>
                  <a:lnTo>
                    <a:pt x="3234085" y="361320"/>
                  </a:lnTo>
                  <a:lnTo>
                    <a:pt x="3233013" y="361914"/>
                  </a:lnTo>
                  <a:lnTo>
                    <a:pt x="3231941" y="362509"/>
                  </a:lnTo>
                  <a:lnTo>
                    <a:pt x="3230870" y="363103"/>
                  </a:lnTo>
                  <a:lnTo>
                    <a:pt x="3229798" y="363697"/>
                  </a:lnTo>
                  <a:lnTo>
                    <a:pt x="3228727" y="364290"/>
                  </a:lnTo>
                  <a:lnTo>
                    <a:pt x="3227655" y="364884"/>
                  </a:lnTo>
                  <a:lnTo>
                    <a:pt x="3226583" y="365478"/>
                  </a:lnTo>
                  <a:lnTo>
                    <a:pt x="3225512" y="366072"/>
                  </a:lnTo>
                  <a:lnTo>
                    <a:pt x="3224440" y="366665"/>
                  </a:lnTo>
                  <a:lnTo>
                    <a:pt x="3223369" y="367259"/>
                  </a:lnTo>
                  <a:lnTo>
                    <a:pt x="3222297" y="367853"/>
                  </a:lnTo>
                  <a:lnTo>
                    <a:pt x="3221225" y="368446"/>
                  </a:lnTo>
                  <a:lnTo>
                    <a:pt x="3220154" y="369039"/>
                  </a:lnTo>
                  <a:lnTo>
                    <a:pt x="3219082" y="369633"/>
                  </a:lnTo>
                  <a:lnTo>
                    <a:pt x="3218011" y="370226"/>
                  </a:lnTo>
                  <a:lnTo>
                    <a:pt x="3216939" y="370819"/>
                  </a:lnTo>
                  <a:lnTo>
                    <a:pt x="3215867" y="371412"/>
                  </a:lnTo>
                  <a:lnTo>
                    <a:pt x="3214796" y="372005"/>
                  </a:lnTo>
                  <a:lnTo>
                    <a:pt x="3213724" y="372599"/>
                  </a:lnTo>
                  <a:lnTo>
                    <a:pt x="3212653" y="373191"/>
                  </a:lnTo>
                  <a:lnTo>
                    <a:pt x="3211581" y="373784"/>
                  </a:lnTo>
                  <a:lnTo>
                    <a:pt x="3210509" y="374377"/>
                  </a:lnTo>
                  <a:lnTo>
                    <a:pt x="3209438" y="374970"/>
                  </a:lnTo>
                  <a:lnTo>
                    <a:pt x="3208366" y="375563"/>
                  </a:lnTo>
                  <a:lnTo>
                    <a:pt x="3207295" y="376155"/>
                  </a:lnTo>
                  <a:lnTo>
                    <a:pt x="3206223" y="376748"/>
                  </a:lnTo>
                  <a:lnTo>
                    <a:pt x="3205151" y="377341"/>
                  </a:lnTo>
                  <a:lnTo>
                    <a:pt x="3204080" y="377933"/>
                  </a:lnTo>
                  <a:lnTo>
                    <a:pt x="3203008" y="378526"/>
                  </a:lnTo>
                  <a:lnTo>
                    <a:pt x="3201937" y="379118"/>
                  </a:lnTo>
                  <a:lnTo>
                    <a:pt x="3200865" y="379710"/>
                  </a:lnTo>
                  <a:lnTo>
                    <a:pt x="3199793" y="380303"/>
                  </a:lnTo>
                  <a:lnTo>
                    <a:pt x="3198722" y="380895"/>
                  </a:lnTo>
                  <a:lnTo>
                    <a:pt x="3197650" y="381487"/>
                  </a:lnTo>
                  <a:lnTo>
                    <a:pt x="3196579" y="382079"/>
                  </a:lnTo>
                  <a:lnTo>
                    <a:pt x="3195507" y="382671"/>
                  </a:lnTo>
                  <a:lnTo>
                    <a:pt x="3194436" y="383263"/>
                  </a:lnTo>
                  <a:lnTo>
                    <a:pt x="3193364" y="383855"/>
                  </a:lnTo>
                  <a:lnTo>
                    <a:pt x="3192292" y="384447"/>
                  </a:lnTo>
                  <a:lnTo>
                    <a:pt x="3191221" y="385039"/>
                  </a:lnTo>
                  <a:lnTo>
                    <a:pt x="3190149" y="385630"/>
                  </a:lnTo>
                  <a:lnTo>
                    <a:pt x="3189078" y="386222"/>
                  </a:lnTo>
                  <a:lnTo>
                    <a:pt x="3188006" y="386814"/>
                  </a:lnTo>
                  <a:lnTo>
                    <a:pt x="3186934" y="387405"/>
                  </a:lnTo>
                  <a:lnTo>
                    <a:pt x="3185863" y="387997"/>
                  </a:lnTo>
                  <a:lnTo>
                    <a:pt x="3184791" y="388588"/>
                  </a:lnTo>
                  <a:lnTo>
                    <a:pt x="3183720" y="389180"/>
                  </a:lnTo>
                  <a:lnTo>
                    <a:pt x="3182648" y="389771"/>
                  </a:lnTo>
                  <a:lnTo>
                    <a:pt x="3181576" y="390363"/>
                  </a:lnTo>
                  <a:lnTo>
                    <a:pt x="3180505" y="390954"/>
                  </a:lnTo>
                  <a:lnTo>
                    <a:pt x="3179433" y="391545"/>
                  </a:lnTo>
                  <a:lnTo>
                    <a:pt x="3178362" y="392136"/>
                  </a:lnTo>
                  <a:lnTo>
                    <a:pt x="3177290" y="392727"/>
                  </a:lnTo>
                  <a:lnTo>
                    <a:pt x="3176218" y="393318"/>
                  </a:lnTo>
                  <a:lnTo>
                    <a:pt x="3175147" y="393909"/>
                  </a:lnTo>
                  <a:lnTo>
                    <a:pt x="3174075" y="394500"/>
                  </a:lnTo>
                  <a:lnTo>
                    <a:pt x="3173004" y="395091"/>
                  </a:lnTo>
                  <a:lnTo>
                    <a:pt x="3171932" y="395682"/>
                  </a:lnTo>
                  <a:lnTo>
                    <a:pt x="3170860" y="396273"/>
                  </a:lnTo>
                  <a:lnTo>
                    <a:pt x="3169789" y="396863"/>
                  </a:lnTo>
                  <a:lnTo>
                    <a:pt x="3168717" y="397454"/>
                  </a:lnTo>
                  <a:lnTo>
                    <a:pt x="3167646" y="398045"/>
                  </a:lnTo>
                  <a:lnTo>
                    <a:pt x="3166574" y="398635"/>
                  </a:lnTo>
                  <a:lnTo>
                    <a:pt x="3165502" y="399226"/>
                  </a:lnTo>
                  <a:lnTo>
                    <a:pt x="3164431" y="399816"/>
                  </a:lnTo>
                  <a:lnTo>
                    <a:pt x="3163359" y="400406"/>
                  </a:lnTo>
                  <a:lnTo>
                    <a:pt x="3162288" y="400997"/>
                  </a:lnTo>
                  <a:lnTo>
                    <a:pt x="3161216" y="401587"/>
                  </a:lnTo>
                  <a:lnTo>
                    <a:pt x="3160144" y="402177"/>
                  </a:lnTo>
                  <a:lnTo>
                    <a:pt x="3159073" y="402767"/>
                  </a:lnTo>
                  <a:lnTo>
                    <a:pt x="3158001" y="403358"/>
                  </a:lnTo>
                  <a:lnTo>
                    <a:pt x="3156930" y="403948"/>
                  </a:lnTo>
                  <a:lnTo>
                    <a:pt x="3155858" y="404538"/>
                  </a:lnTo>
                  <a:lnTo>
                    <a:pt x="3154786" y="405128"/>
                  </a:lnTo>
                  <a:lnTo>
                    <a:pt x="3153715" y="405717"/>
                  </a:lnTo>
                  <a:lnTo>
                    <a:pt x="3152643" y="406307"/>
                  </a:lnTo>
                  <a:lnTo>
                    <a:pt x="3151572" y="406897"/>
                  </a:lnTo>
                  <a:lnTo>
                    <a:pt x="3150500" y="407487"/>
                  </a:lnTo>
                  <a:lnTo>
                    <a:pt x="3149428" y="408077"/>
                  </a:lnTo>
                  <a:lnTo>
                    <a:pt x="3148357" y="408666"/>
                  </a:lnTo>
                  <a:lnTo>
                    <a:pt x="3147285" y="409256"/>
                  </a:lnTo>
                  <a:lnTo>
                    <a:pt x="3146214" y="409845"/>
                  </a:lnTo>
                  <a:lnTo>
                    <a:pt x="3145142" y="410435"/>
                  </a:lnTo>
                  <a:lnTo>
                    <a:pt x="3144070" y="411024"/>
                  </a:lnTo>
                  <a:lnTo>
                    <a:pt x="3142999" y="411614"/>
                  </a:lnTo>
                  <a:lnTo>
                    <a:pt x="3141927" y="412203"/>
                  </a:lnTo>
                  <a:lnTo>
                    <a:pt x="3140856" y="412792"/>
                  </a:lnTo>
                  <a:lnTo>
                    <a:pt x="3139784" y="413382"/>
                  </a:lnTo>
                  <a:lnTo>
                    <a:pt x="3138712" y="413971"/>
                  </a:lnTo>
                  <a:lnTo>
                    <a:pt x="3137641" y="414560"/>
                  </a:lnTo>
                  <a:lnTo>
                    <a:pt x="3136569" y="415149"/>
                  </a:lnTo>
                  <a:lnTo>
                    <a:pt x="3135498" y="415738"/>
                  </a:lnTo>
                  <a:lnTo>
                    <a:pt x="3134426" y="416327"/>
                  </a:lnTo>
                  <a:lnTo>
                    <a:pt x="3133354" y="416916"/>
                  </a:lnTo>
                  <a:lnTo>
                    <a:pt x="3132283" y="417505"/>
                  </a:lnTo>
                  <a:lnTo>
                    <a:pt x="3131211" y="418094"/>
                  </a:lnTo>
                  <a:lnTo>
                    <a:pt x="3130140" y="418683"/>
                  </a:lnTo>
                  <a:lnTo>
                    <a:pt x="3129068" y="419272"/>
                  </a:lnTo>
                  <a:lnTo>
                    <a:pt x="3127996" y="419860"/>
                  </a:lnTo>
                  <a:lnTo>
                    <a:pt x="3126925" y="420449"/>
                  </a:lnTo>
                  <a:lnTo>
                    <a:pt x="3125853" y="421038"/>
                  </a:lnTo>
                  <a:lnTo>
                    <a:pt x="3124782" y="421626"/>
                  </a:lnTo>
                  <a:lnTo>
                    <a:pt x="3123710" y="422215"/>
                  </a:lnTo>
                  <a:lnTo>
                    <a:pt x="3122638" y="422803"/>
                  </a:lnTo>
                  <a:lnTo>
                    <a:pt x="3121567" y="423391"/>
                  </a:lnTo>
                  <a:lnTo>
                    <a:pt x="3120495" y="423980"/>
                  </a:lnTo>
                  <a:lnTo>
                    <a:pt x="3119424" y="424568"/>
                  </a:lnTo>
                  <a:lnTo>
                    <a:pt x="3118352" y="425156"/>
                  </a:lnTo>
                  <a:lnTo>
                    <a:pt x="3117280" y="425745"/>
                  </a:lnTo>
                  <a:lnTo>
                    <a:pt x="3116209" y="426333"/>
                  </a:lnTo>
                  <a:lnTo>
                    <a:pt x="3115137" y="426921"/>
                  </a:lnTo>
                  <a:lnTo>
                    <a:pt x="3114066" y="427509"/>
                  </a:lnTo>
                  <a:lnTo>
                    <a:pt x="3112994" y="428097"/>
                  </a:lnTo>
                  <a:lnTo>
                    <a:pt x="3111922" y="428685"/>
                  </a:lnTo>
                  <a:lnTo>
                    <a:pt x="3110851" y="429273"/>
                  </a:lnTo>
                  <a:lnTo>
                    <a:pt x="3109779" y="429861"/>
                  </a:lnTo>
                  <a:lnTo>
                    <a:pt x="3108708" y="430449"/>
                  </a:lnTo>
                  <a:lnTo>
                    <a:pt x="3107636" y="431037"/>
                  </a:lnTo>
                  <a:lnTo>
                    <a:pt x="3106564" y="431624"/>
                  </a:lnTo>
                  <a:lnTo>
                    <a:pt x="3105493" y="432212"/>
                  </a:lnTo>
                  <a:lnTo>
                    <a:pt x="3104421" y="432800"/>
                  </a:lnTo>
                  <a:lnTo>
                    <a:pt x="3103350" y="433387"/>
                  </a:lnTo>
                  <a:lnTo>
                    <a:pt x="3102278" y="433975"/>
                  </a:lnTo>
                  <a:lnTo>
                    <a:pt x="3101206" y="434563"/>
                  </a:lnTo>
                  <a:lnTo>
                    <a:pt x="3100135" y="435150"/>
                  </a:lnTo>
                  <a:lnTo>
                    <a:pt x="3099063" y="435737"/>
                  </a:lnTo>
                  <a:lnTo>
                    <a:pt x="3097992" y="436325"/>
                  </a:lnTo>
                  <a:lnTo>
                    <a:pt x="3096920" y="436912"/>
                  </a:lnTo>
                  <a:lnTo>
                    <a:pt x="3095848" y="437500"/>
                  </a:lnTo>
                  <a:lnTo>
                    <a:pt x="3094777" y="438087"/>
                  </a:lnTo>
                  <a:lnTo>
                    <a:pt x="3093705" y="438674"/>
                  </a:lnTo>
                  <a:lnTo>
                    <a:pt x="3092634" y="439261"/>
                  </a:lnTo>
                  <a:lnTo>
                    <a:pt x="3091562" y="439848"/>
                  </a:lnTo>
                  <a:lnTo>
                    <a:pt x="3090490" y="440435"/>
                  </a:lnTo>
                  <a:lnTo>
                    <a:pt x="3089419" y="441022"/>
                  </a:lnTo>
                  <a:lnTo>
                    <a:pt x="3088347" y="441609"/>
                  </a:lnTo>
                  <a:lnTo>
                    <a:pt x="3087276" y="442196"/>
                  </a:lnTo>
                  <a:lnTo>
                    <a:pt x="3086204" y="442783"/>
                  </a:lnTo>
                  <a:lnTo>
                    <a:pt x="3085132" y="443370"/>
                  </a:lnTo>
                  <a:lnTo>
                    <a:pt x="3084061" y="443957"/>
                  </a:lnTo>
                  <a:lnTo>
                    <a:pt x="3082989" y="444544"/>
                  </a:lnTo>
                  <a:lnTo>
                    <a:pt x="3081918" y="445130"/>
                  </a:lnTo>
                  <a:lnTo>
                    <a:pt x="3080846" y="445717"/>
                  </a:lnTo>
                  <a:lnTo>
                    <a:pt x="3079774" y="446304"/>
                  </a:lnTo>
                  <a:lnTo>
                    <a:pt x="3078703" y="446890"/>
                  </a:lnTo>
                  <a:lnTo>
                    <a:pt x="3077631" y="447477"/>
                  </a:lnTo>
                  <a:lnTo>
                    <a:pt x="3076560" y="448063"/>
                  </a:lnTo>
                  <a:lnTo>
                    <a:pt x="3075488" y="448650"/>
                  </a:lnTo>
                  <a:lnTo>
                    <a:pt x="3074416" y="449236"/>
                  </a:lnTo>
                  <a:lnTo>
                    <a:pt x="3073345" y="449823"/>
                  </a:lnTo>
                  <a:lnTo>
                    <a:pt x="3072273" y="450409"/>
                  </a:lnTo>
                  <a:lnTo>
                    <a:pt x="3071202" y="450995"/>
                  </a:lnTo>
                  <a:lnTo>
                    <a:pt x="3070130" y="451582"/>
                  </a:lnTo>
                  <a:lnTo>
                    <a:pt x="3069058" y="452168"/>
                  </a:lnTo>
                  <a:lnTo>
                    <a:pt x="3067987" y="452754"/>
                  </a:lnTo>
                  <a:lnTo>
                    <a:pt x="3066915" y="453340"/>
                  </a:lnTo>
                  <a:lnTo>
                    <a:pt x="3065844" y="453926"/>
                  </a:lnTo>
                  <a:lnTo>
                    <a:pt x="3064772" y="454512"/>
                  </a:lnTo>
                  <a:lnTo>
                    <a:pt x="3063700" y="455098"/>
                  </a:lnTo>
                  <a:lnTo>
                    <a:pt x="3062629" y="455684"/>
                  </a:lnTo>
                  <a:lnTo>
                    <a:pt x="3061557" y="456270"/>
                  </a:lnTo>
                  <a:lnTo>
                    <a:pt x="3060486" y="456856"/>
                  </a:lnTo>
                  <a:lnTo>
                    <a:pt x="3059414" y="457442"/>
                  </a:lnTo>
                  <a:lnTo>
                    <a:pt x="3058342" y="458028"/>
                  </a:lnTo>
                  <a:lnTo>
                    <a:pt x="3057271" y="458613"/>
                  </a:lnTo>
                  <a:lnTo>
                    <a:pt x="3056199" y="459199"/>
                  </a:lnTo>
                  <a:lnTo>
                    <a:pt x="3055128" y="459785"/>
                  </a:lnTo>
                  <a:lnTo>
                    <a:pt x="3054056" y="460370"/>
                  </a:lnTo>
                  <a:lnTo>
                    <a:pt x="3052984" y="460956"/>
                  </a:lnTo>
                  <a:lnTo>
                    <a:pt x="3051913" y="461541"/>
                  </a:lnTo>
                  <a:lnTo>
                    <a:pt x="3050841" y="462127"/>
                  </a:lnTo>
                  <a:lnTo>
                    <a:pt x="3049770" y="462712"/>
                  </a:lnTo>
                  <a:lnTo>
                    <a:pt x="3048698" y="463298"/>
                  </a:lnTo>
                  <a:lnTo>
                    <a:pt x="3047626" y="463883"/>
                  </a:lnTo>
                  <a:lnTo>
                    <a:pt x="3046555" y="464469"/>
                  </a:lnTo>
                  <a:lnTo>
                    <a:pt x="3045483" y="465054"/>
                  </a:lnTo>
                  <a:lnTo>
                    <a:pt x="3044412" y="465639"/>
                  </a:lnTo>
                  <a:lnTo>
                    <a:pt x="3043340" y="466224"/>
                  </a:lnTo>
                  <a:lnTo>
                    <a:pt x="3042268" y="466810"/>
                  </a:lnTo>
                  <a:lnTo>
                    <a:pt x="3041197" y="467395"/>
                  </a:lnTo>
                  <a:lnTo>
                    <a:pt x="3040125" y="467980"/>
                  </a:lnTo>
                  <a:lnTo>
                    <a:pt x="3039054" y="468565"/>
                  </a:lnTo>
                  <a:lnTo>
                    <a:pt x="3037982" y="469150"/>
                  </a:lnTo>
                  <a:lnTo>
                    <a:pt x="3036910" y="469735"/>
                  </a:lnTo>
                  <a:lnTo>
                    <a:pt x="3035839" y="470320"/>
                  </a:lnTo>
                  <a:lnTo>
                    <a:pt x="3034767" y="470905"/>
                  </a:lnTo>
                  <a:lnTo>
                    <a:pt x="3033696" y="471489"/>
                  </a:lnTo>
                  <a:lnTo>
                    <a:pt x="3032624" y="472074"/>
                  </a:lnTo>
                  <a:lnTo>
                    <a:pt x="3031552" y="472659"/>
                  </a:lnTo>
                  <a:lnTo>
                    <a:pt x="3030481" y="473244"/>
                  </a:lnTo>
                  <a:lnTo>
                    <a:pt x="3029409" y="473829"/>
                  </a:lnTo>
                  <a:lnTo>
                    <a:pt x="3028338" y="474413"/>
                  </a:lnTo>
                  <a:lnTo>
                    <a:pt x="3027266" y="474998"/>
                  </a:lnTo>
                  <a:lnTo>
                    <a:pt x="3026194" y="475582"/>
                  </a:lnTo>
                  <a:lnTo>
                    <a:pt x="3025123" y="476167"/>
                  </a:lnTo>
                  <a:lnTo>
                    <a:pt x="3024051" y="476751"/>
                  </a:lnTo>
                  <a:lnTo>
                    <a:pt x="3022980" y="477336"/>
                  </a:lnTo>
                  <a:lnTo>
                    <a:pt x="3021908" y="477920"/>
                  </a:lnTo>
                  <a:lnTo>
                    <a:pt x="3020836" y="478505"/>
                  </a:lnTo>
                  <a:lnTo>
                    <a:pt x="3019765" y="479089"/>
                  </a:lnTo>
                  <a:lnTo>
                    <a:pt x="3018693" y="479673"/>
                  </a:lnTo>
                  <a:lnTo>
                    <a:pt x="3017622" y="480258"/>
                  </a:lnTo>
                  <a:lnTo>
                    <a:pt x="3016550" y="480842"/>
                  </a:lnTo>
                  <a:lnTo>
                    <a:pt x="3015479" y="481426"/>
                  </a:lnTo>
                  <a:lnTo>
                    <a:pt x="3014407" y="482010"/>
                  </a:lnTo>
                  <a:lnTo>
                    <a:pt x="3013335" y="482594"/>
                  </a:lnTo>
                  <a:lnTo>
                    <a:pt x="3012264" y="483178"/>
                  </a:lnTo>
                  <a:lnTo>
                    <a:pt x="3011192" y="483762"/>
                  </a:lnTo>
                  <a:lnTo>
                    <a:pt x="3010121" y="484346"/>
                  </a:lnTo>
                  <a:lnTo>
                    <a:pt x="3009049" y="484930"/>
                  </a:lnTo>
                  <a:lnTo>
                    <a:pt x="3007977" y="485514"/>
                  </a:lnTo>
                  <a:lnTo>
                    <a:pt x="3006906" y="486098"/>
                  </a:lnTo>
                  <a:lnTo>
                    <a:pt x="3005834" y="486682"/>
                  </a:lnTo>
                  <a:lnTo>
                    <a:pt x="3004763" y="487266"/>
                  </a:lnTo>
                  <a:lnTo>
                    <a:pt x="3003691" y="487850"/>
                  </a:lnTo>
                  <a:lnTo>
                    <a:pt x="3002619" y="488433"/>
                  </a:lnTo>
                  <a:lnTo>
                    <a:pt x="3001548" y="489017"/>
                  </a:lnTo>
                  <a:lnTo>
                    <a:pt x="3000476" y="489601"/>
                  </a:lnTo>
                  <a:lnTo>
                    <a:pt x="2999405" y="490184"/>
                  </a:lnTo>
                  <a:lnTo>
                    <a:pt x="2998333" y="490768"/>
                  </a:lnTo>
                  <a:lnTo>
                    <a:pt x="2997261" y="491352"/>
                  </a:lnTo>
                  <a:lnTo>
                    <a:pt x="2996190" y="491935"/>
                  </a:lnTo>
                  <a:lnTo>
                    <a:pt x="2995118" y="492519"/>
                  </a:lnTo>
                  <a:lnTo>
                    <a:pt x="2994047" y="493102"/>
                  </a:lnTo>
                  <a:lnTo>
                    <a:pt x="2992975" y="493686"/>
                  </a:lnTo>
                  <a:lnTo>
                    <a:pt x="2991903" y="494269"/>
                  </a:lnTo>
                  <a:lnTo>
                    <a:pt x="2990832" y="494853"/>
                  </a:lnTo>
                  <a:lnTo>
                    <a:pt x="2989760" y="495436"/>
                  </a:lnTo>
                  <a:lnTo>
                    <a:pt x="2988689" y="496020"/>
                  </a:lnTo>
                  <a:lnTo>
                    <a:pt x="2987617" y="496603"/>
                  </a:lnTo>
                  <a:lnTo>
                    <a:pt x="2986545" y="497186"/>
                  </a:lnTo>
                  <a:lnTo>
                    <a:pt x="2985474" y="497770"/>
                  </a:lnTo>
                  <a:lnTo>
                    <a:pt x="2984402" y="498353"/>
                  </a:lnTo>
                  <a:lnTo>
                    <a:pt x="2983331" y="498937"/>
                  </a:lnTo>
                  <a:lnTo>
                    <a:pt x="2982259" y="499520"/>
                  </a:lnTo>
                  <a:lnTo>
                    <a:pt x="2981187" y="500103"/>
                  </a:lnTo>
                  <a:lnTo>
                    <a:pt x="2980116" y="500687"/>
                  </a:lnTo>
                  <a:lnTo>
                    <a:pt x="2979044" y="501270"/>
                  </a:lnTo>
                  <a:lnTo>
                    <a:pt x="2977973" y="501853"/>
                  </a:lnTo>
                  <a:lnTo>
                    <a:pt x="2976901" y="502436"/>
                  </a:lnTo>
                  <a:lnTo>
                    <a:pt x="2975829" y="503020"/>
                  </a:lnTo>
                  <a:lnTo>
                    <a:pt x="2974758" y="503603"/>
                  </a:lnTo>
                  <a:lnTo>
                    <a:pt x="2973686" y="504186"/>
                  </a:lnTo>
                  <a:lnTo>
                    <a:pt x="2972615" y="504770"/>
                  </a:lnTo>
                  <a:lnTo>
                    <a:pt x="2971543" y="505353"/>
                  </a:lnTo>
                  <a:lnTo>
                    <a:pt x="2970471" y="505936"/>
                  </a:lnTo>
                  <a:lnTo>
                    <a:pt x="2969400" y="506519"/>
                  </a:lnTo>
                  <a:lnTo>
                    <a:pt x="2968328" y="507103"/>
                  </a:lnTo>
                  <a:lnTo>
                    <a:pt x="2967257" y="507686"/>
                  </a:lnTo>
                  <a:lnTo>
                    <a:pt x="2966185" y="508269"/>
                  </a:lnTo>
                  <a:lnTo>
                    <a:pt x="2965113" y="508853"/>
                  </a:lnTo>
                  <a:lnTo>
                    <a:pt x="2964042" y="509436"/>
                  </a:lnTo>
                  <a:lnTo>
                    <a:pt x="2962970" y="510019"/>
                  </a:lnTo>
                  <a:lnTo>
                    <a:pt x="2961899" y="510602"/>
                  </a:lnTo>
                  <a:lnTo>
                    <a:pt x="2960827" y="511186"/>
                  </a:lnTo>
                  <a:lnTo>
                    <a:pt x="2959755" y="511769"/>
                  </a:lnTo>
                  <a:lnTo>
                    <a:pt x="2958684" y="512352"/>
                  </a:lnTo>
                  <a:lnTo>
                    <a:pt x="2957612" y="512936"/>
                  </a:lnTo>
                  <a:lnTo>
                    <a:pt x="2956541" y="513519"/>
                  </a:lnTo>
                  <a:lnTo>
                    <a:pt x="2955469" y="514102"/>
                  </a:lnTo>
                  <a:lnTo>
                    <a:pt x="2954397" y="514686"/>
                  </a:lnTo>
                  <a:lnTo>
                    <a:pt x="2953326" y="515269"/>
                  </a:lnTo>
                  <a:lnTo>
                    <a:pt x="2952254" y="515852"/>
                  </a:lnTo>
                  <a:lnTo>
                    <a:pt x="2951183" y="516436"/>
                  </a:lnTo>
                  <a:lnTo>
                    <a:pt x="2950111" y="517019"/>
                  </a:lnTo>
                  <a:lnTo>
                    <a:pt x="2949039" y="517603"/>
                  </a:lnTo>
                  <a:lnTo>
                    <a:pt x="2947968" y="518186"/>
                  </a:lnTo>
                  <a:lnTo>
                    <a:pt x="2946896" y="518769"/>
                  </a:lnTo>
                  <a:lnTo>
                    <a:pt x="2945825" y="519353"/>
                  </a:lnTo>
                  <a:lnTo>
                    <a:pt x="2944753" y="519936"/>
                  </a:lnTo>
                  <a:lnTo>
                    <a:pt x="2943681" y="520520"/>
                  </a:lnTo>
                  <a:lnTo>
                    <a:pt x="2942610" y="521103"/>
                  </a:lnTo>
                  <a:lnTo>
                    <a:pt x="2941538" y="521687"/>
                  </a:lnTo>
                  <a:lnTo>
                    <a:pt x="2940467" y="522271"/>
                  </a:lnTo>
                  <a:lnTo>
                    <a:pt x="2939395" y="522854"/>
                  </a:lnTo>
                  <a:lnTo>
                    <a:pt x="2938323" y="523438"/>
                  </a:lnTo>
                  <a:lnTo>
                    <a:pt x="2937252" y="524021"/>
                  </a:lnTo>
                  <a:lnTo>
                    <a:pt x="2936180" y="524605"/>
                  </a:lnTo>
                  <a:lnTo>
                    <a:pt x="2935109" y="525189"/>
                  </a:lnTo>
                  <a:lnTo>
                    <a:pt x="2934037" y="525773"/>
                  </a:lnTo>
                  <a:lnTo>
                    <a:pt x="2932965" y="526356"/>
                  </a:lnTo>
                  <a:lnTo>
                    <a:pt x="2931894" y="526940"/>
                  </a:lnTo>
                  <a:lnTo>
                    <a:pt x="2930822" y="527524"/>
                  </a:lnTo>
                  <a:lnTo>
                    <a:pt x="2929751" y="528108"/>
                  </a:lnTo>
                  <a:lnTo>
                    <a:pt x="2928679" y="528692"/>
                  </a:lnTo>
                  <a:lnTo>
                    <a:pt x="2927607" y="529276"/>
                  </a:lnTo>
                  <a:lnTo>
                    <a:pt x="2926536" y="529860"/>
                  </a:lnTo>
                  <a:lnTo>
                    <a:pt x="2925464" y="530443"/>
                  </a:lnTo>
                  <a:lnTo>
                    <a:pt x="2924393" y="531027"/>
                  </a:lnTo>
                  <a:lnTo>
                    <a:pt x="2923321" y="531612"/>
                  </a:lnTo>
                  <a:lnTo>
                    <a:pt x="2922249" y="532196"/>
                  </a:lnTo>
                  <a:lnTo>
                    <a:pt x="2921178" y="532780"/>
                  </a:lnTo>
                  <a:lnTo>
                    <a:pt x="2920106" y="533364"/>
                  </a:lnTo>
                  <a:lnTo>
                    <a:pt x="2919035" y="533948"/>
                  </a:lnTo>
                  <a:lnTo>
                    <a:pt x="2917963" y="534532"/>
                  </a:lnTo>
                  <a:lnTo>
                    <a:pt x="2916891" y="535117"/>
                  </a:lnTo>
                  <a:lnTo>
                    <a:pt x="2915820" y="535701"/>
                  </a:lnTo>
                  <a:lnTo>
                    <a:pt x="2914748" y="536285"/>
                  </a:lnTo>
                  <a:lnTo>
                    <a:pt x="2913677" y="536870"/>
                  </a:lnTo>
                  <a:lnTo>
                    <a:pt x="2912605" y="537454"/>
                  </a:lnTo>
                  <a:lnTo>
                    <a:pt x="2911533" y="538038"/>
                  </a:lnTo>
                  <a:lnTo>
                    <a:pt x="2910462" y="538623"/>
                  </a:lnTo>
                  <a:lnTo>
                    <a:pt x="2909390" y="539207"/>
                  </a:lnTo>
                  <a:lnTo>
                    <a:pt x="2908319" y="539792"/>
                  </a:lnTo>
                  <a:lnTo>
                    <a:pt x="2907247" y="540377"/>
                  </a:lnTo>
                  <a:lnTo>
                    <a:pt x="2906175" y="540961"/>
                  </a:lnTo>
                  <a:lnTo>
                    <a:pt x="2905104" y="541546"/>
                  </a:lnTo>
                  <a:lnTo>
                    <a:pt x="2904032" y="542131"/>
                  </a:lnTo>
                  <a:lnTo>
                    <a:pt x="2902961" y="542716"/>
                  </a:lnTo>
                  <a:lnTo>
                    <a:pt x="2901889" y="543301"/>
                  </a:lnTo>
                  <a:lnTo>
                    <a:pt x="2900817" y="543886"/>
                  </a:lnTo>
                  <a:lnTo>
                    <a:pt x="2899746" y="544471"/>
                  </a:lnTo>
                  <a:lnTo>
                    <a:pt x="2898674" y="545056"/>
                  </a:lnTo>
                  <a:lnTo>
                    <a:pt x="2897603" y="545641"/>
                  </a:lnTo>
                  <a:lnTo>
                    <a:pt x="2896531" y="546226"/>
                  </a:lnTo>
                  <a:lnTo>
                    <a:pt x="2895459" y="546811"/>
                  </a:lnTo>
                  <a:lnTo>
                    <a:pt x="2894388" y="547396"/>
                  </a:lnTo>
                  <a:lnTo>
                    <a:pt x="2893316" y="547981"/>
                  </a:lnTo>
                  <a:lnTo>
                    <a:pt x="2892245" y="548567"/>
                  </a:lnTo>
                  <a:lnTo>
                    <a:pt x="2891173" y="549152"/>
                  </a:lnTo>
                  <a:lnTo>
                    <a:pt x="2890101" y="549738"/>
                  </a:lnTo>
                  <a:lnTo>
                    <a:pt x="2889030" y="550323"/>
                  </a:lnTo>
                  <a:lnTo>
                    <a:pt x="2887958" y="550909"/>
                  </a:lnTo>
                  <a:lnTo>
                    <a:pt x="2886887" y="551494"/>
                  </a:lnTo>
                  <a:lnTo>
                    <a:pt x="2885815" y="552080"/>
                  </a:lnTo>
                  <a:lnTo>
                    <a:pt x="2884743" y="552666"/>
                  </a:lnTo>
                  <a:lnTo>
                    <a:pt x="2883672" y="553251"/>
                  </a:lnTo>
                  <a:lnTo>
                    <a:pt x="2882600" y="553837"/>
                  </a:lnTo>
                  <a:lnTo>
                    <a:pt x="2881529" y="554423"/>
                  </a:lnTo>
                  <a:lnTo>
                    <a:pt x="2880457" y="555009"/>
                  </a:lnTo>
                  <a:lnTo>
                    <a:pt x="2879385" y="555595"/>
                  </a:lnTo>
                  <a:lnTo>
                    <a:pt x="2878314" y="556181"/>
                  </a:lnTo>
                  <a:lnTo>
                    <a:pt x="2877242" y="556767"/>
                  </a:lnTo>
                  <a:lnTo>
                    <a:pt x="2876171" y="557354"/>
                  </a:lnTo>
                  <a:lnTo>
                    <a:pt x="2875099" y="557940"/>
                  </a:lnTo>
                  <a:lnTo>
                    <a:pt x="2874027" y="558526"/>
                  </a:lnTo>
                  <a:lnTo>
                    <a:pt x="2872956" y="559112"/>
                  </a:lnTo>
                  <a:lnTo>
                    <a:pt x="2871884" y="559699"/>
                  </a:lnTo>
                  <a:lnTo>
                    <a:pt x="2870813" y="560285"/>
                  </a:lnTo>
                  <a:lnTo>
                    <a:pt x="2869741" y="560872"/>
                  </a:lnTo>
                  <a:lnTo>
                    <a:pt x="2868669" y="561459"/>
                  </a:lnTo>
                  <a:lnTo>
                    <a:pt x="2867598" y="562045"/>
                  </a:lnTo>
                  <a:lnTo>
                    <a:pt x="2866526" y="562632"/>
                  </a:lnTo>
                  <a:lnTo>
                    <a:pt x="2865455" y="563219"/>
                  </a:lnTo>
                  <a:lnTo>
                    <a:pt x="2864383" y="563806"/>
                  </a:lnTo>
                  <a:lnTo>
                    <a:pt x="2863311" y="564393"/>
                  </a:lnTo>
                  <a:lnTo>
                    <a:pt x="2862240" y="564980"/>
                  </a:lnTo>
                  <a:lnTo>
                    <a:pt x="2861168" y="565567"/>
                  </a:lnTo>
                  <a:lnTo>
                    <a:pt x="2860097" y="566154"/>
                  </a:lnTo>
                  <a:lnTo>
                    <a:pt x="2859025" y="566742"/>
                  </a:lnTo>
                  <a:lnTo>
                    <a:pt x="2857953" y="567329"/>
                  </a:lnTo>
                  <a:lnTo>
                    <a:pt x="2856882" y="567916"/>
                  </a:lnTo>
                  <a:lnTo>
                    <a:pt x="2855810" y="568504"/>
                  </a:lnTo>
                  <a:lnTo>
                    <a:pt x="2854739" y="569091"/>
                  </a:lnTo>
                  <a:lnTo>
                    <a:pt x="2853667" y="569679"/>
                  </a:lnTo>
                  <a:lnTo>
                    <a:pt x="2852595" y="570267"/>
                  </a:lnTo>
                  <a:lnTo>
                    <a:pt x="2851524" y="570854"/>
                  </a:lnTo>
                  <a:lnTo>
                    <a:pt x="2850452" y="571442"/>
                  </a:lnTo>
                  <a:lnTo>
                    <a:pt x="2849381" y="572030"/>
                  </a:lnTo>
                  <a:lnTo>
                    <a:pt x="2848309" y="572618"/>
                  </a:lnTo>
                  <a:lnTo>
                    <a:pt x="2847237" y="573206"/>
                  </a:lnTo>
                  <a:lnTo>
                    <a:pt x="2846166" y="573794"/>
                  </a:lnTo>
                  <a:lnTo>
                    <a:pt x="2845094" y="574383"/>
                  </a:lnTo>
                  <a:lnTo>
                    <a:pt x="2844023" y="574971"/>
                  </a:lnTo>
                  <a:lnTo>
                    <a:pt x="2842951" y="575559"/>
                  </a:lnTo>
                  <a:lnTo>
                    <a:pt x="2841879" y="576148"/>
                  </a:lnTo>
                  <a:lnTo>
                    <a:pt x="2840808" y="576736"/>
                  </a:lnTo>
                  <a:lnTo>
                    <a:pt x="2839736" y="577325"/>
                  </a:lnTo>
                  <a:lnTo>
                    <a:pt x="2838665" y="577913"/>
                  </a:lnTo>
                  <a:lnTo>
                    <a:pt x="2837593" y="578502"/>
                  </a:lnTo>
                  <a:lnTo>
                    <a:pt x="2836522" y="579091"/>
                  </a:lnTo>
                  <a:lnTo>
                    <a:pt x="2835450" y="579680"/>
                  </a:lnTo>
                  <a:lnTo>
                    <a:pt x="2834378" y="580269"/>
                  </a:lnTo>
                  <a:lnTo>
                    <a:pt x="2833307" y="580858"/>
                  </a:lnTo>
                  <a:lnTo>
                    <a:pt x="2832235" y="581447"/>
                  </a:lnTo>
                  <a:lnTo>
                    <a:pt x="2831164" y="582036"/>
                  </a:lnTo>
                  <a:lnTo>
                    <a:pt x="2830092" y="582626"/>
                  </a:lnTo>
                  <a:lnTo>
                    <a:pt x="2829020" y="583215"/>
                  </a:lnTo>
                  <a:lnTo>
                    <a:pt x="2827949" y="583804"/>
                  </a:lnTo>
                  <a:lnTo>
                    <a:pt x="2826877" y="584394"/>
                  </a:lnTo>
                  <a:lnTo>
                    <a:pt x="2825806" y="584984"/>
                  </a:lnTo>
                  <a:lnTo>
                    <a:pt x="2824734" y="585573"/>
                  </a:lnTo>
                  <a:lnTo>
                    <a:pt x="2823662" y="586163"/>
                  </a:lnTo>
                  <a:lnTo>
                    <a:pt x="2822591" y="586753"/>
                  </a:lnTo>
                  <a:lnTo>
                    <a:pt x="2821519" y="587343"/>
                  </a:lnTo>
                  <a:lnTo>
                    <a:pt x="2820448" y="587933"/>
                  </a:lnTo>
                  <a:lnTo>
                    <a:pt x="2819376" y="588523"/>
                  </a:lnTo>
                  <a:lnTo>
                    <a:pt x="2818304" y="589113"/>
                  </a:lnTo>
                  <a:lnTo>
                    <a:pt x="2817233" y="589704"/>
                  </a:lnTo>
                  <a:lnTo>
                    <a:pt x="2816161" y="590294"/>
                  </a:lnTo>
                  <a:lnTo>
                    <a:pt x="2815090" y="590885"/>
                  </a:lnTo>
                  <a:lnTo>
                    <a:pt x="2814018" y="591475"/>
                  </a:lnTo>
                  <a:lnTo>
                    <a:pt x="2812946" y="592066"/>
                  </a:lnTo>
                  <a:lnTo>
                    <a:pt x="2811875" y="592657"/>
                  </a:lnTo>
                  <a:lnTo>
                    <a:pt x="2810803" y="593247"/>
                  </a:lnTo>
                  <a:lnTo>
                    <a:pt x="2809732" y="593838"/>
                  </a:lnTo>
                  <a:lnTo>
                    <a:pt x="2808660" y="594429"/>
                  </a:lnTo>
                  <a:lnTo>
                    <a:pt x="2807588" y="595020"/>
                  </a:lnTo>
                  <a:lnTo>
                    <a:pt x="2806517" y="595612"/>
                  </a:lnTo>
                  <a:lnTo>
                    <a:pt x="2805445" y="596203"/>
                  </a:lnTo>
                  <a:lnTo>
                    <a:pt x="2804374" y="596794"/>
                  </a:lnTo>
                  <a:lnTo>
                    <a:pt x="2803302" y="597386"/>
                  </a:lnTo>
                  <a:lnTo>
                    <a:pt x="2802230" y="597977"/>
                  </a:lnTo>
                  <a:lnTo>
                    <a:pt x="2801159" y="598569"/>
                  </a:lnTo>
                  <a:lnTo>
                    <a:pt x="2800087" y="599160"/>
                  </a:lnTo>
                  <a:lnTo>
                    <a:pt x="2799016" y="599752"/>
                  </a:lnTo>
                  <a:lnTo>
                    <a:pt x="2797944" y="600344"/>
                  </a:lnTo>
                  <a:lnTo>
                    <a:pt x="2796872" y="600936"/>
                  </a:lnTo>
                  <a:lnTo>
                    <a:pt x="2795801" y="601528"/>
                  </a:lnTo>
                  <a:lnTo>
                    <a:pt x="2794729" y="602120"/>
                  </a:lnTo>
                  <a:lnTo>
                    <a:pt x="2793658" y="602713"/>
                  </a:lnTo>
                  <a:lnTo>
                    <a:pt x="2792586" y="603305"/>
                  </a:lnTo>
                  <a:lnTo>
                    <a:pt x="2791514" y="603897"/>
                  </a:lnTo>
                  <a:lnTo>
                    <a:pt x="2790443" y="604490"/>
                  </a:lnTo>
                  <a:lnTo>
                    <a:pt x="2789371" y="605083"/>
                  </a:lnTo>
                  <a:lnTo>
                    <a:pt x="2788300" y="605675"/>
                  </a:lnTo>
                  <a:lnTo>
                    <a:pt x="2787228" y="606268"/>
                  </a:lnTo>
                  <a:lnTo>
                    <a:pt x="2786156" y="606861"/>
                  </a:lnTo>
                  <a:lnTo>
                    <a:pt x="2785085" y="607454"/>
                  </a:lnTo>
                  <a:lnTo>
                    <a:pt x="2784013" y="608047"/>
                  </a:lnTo>
                  <a:lnTo>
                    <a:pt x="2782942" y="608640"/>
                  </a:lnTo>
                  <a:lnTo>
                    <a:pt x="2781870" y="609234"/>
                  </a:lnTo>
                  <a:lnTo>
                    <a:pt x="2780798" y="609827"/>
                  </a:lnTo>
                  <a:lnTo>
                    <a:pt x="2779727" y="610420"/>
                  </a:lnTo>
                  <a:lnTo>
                    <a:pt x="2778655" y="611014"/>
                  </a:lnTo>
                  <a:lnTo>
                    <a:pt x="2777584" y="611608"/>
                  </a:lnTo>
                  <a:lnTo>
                    <a:pt x="2776512" y="612201"/>
                  </a:lnTo>
                  <a:lnTo>
                    <a:pt x="2775440" y="612795"/>
                  </a:lnTo>
                  <a:lnTo>
                    <a:pt x="2774369" y="613389"/>
                  </a:lnTo>
                  <a:lnTo>
                    <a:pt x="2773297" y="613983"/>
                  </a:lnTo>
                  <a:lnTo>
                    <a:pt x="2772226" y="614577"/>
                  </a:lnTo>
                  <a:lnTo>
                    <a:pt x="2771154" y="615171"/>
                  </a:lnTo>
                  <a:lnTo>
                    <a:pt x="2770082" y="615766"/>
                  </a:lnTo>
                  <a:lnTo>
                    <a:pt x="2769011" y="616360"/>
                  </a:lnTo>
                  <a:lnTo>
                    <a:pt x="2767939" y="616955"/>
                  </a:lnTo>
                  <a:lnTo>
                    <a:pt x="2766868" y="617549"/>
                  </a:lnTo>
                  <a:lnTo>
                    <a:pt x="2765796" y="618144"/>
                  </a:lnTo>
                  <a:lnTo>
                    <a:pt x="2764724" y="618739"/>
                  </a:lnTo>
                  <a:lnTo>
                    <a:pt x="2763653" y="619334"/>
                  </a:lnTo>
                  <a:lnTo>
                    <a:pt x="2762581" y="619929"/>
                  </a:lnTo>
                  <a:lnTo>
                    <a:pt x="2761510" y="620524"/>
                  </a:lnTo>
                  <a:lnTo>
                    <a:pt x="2760438" y="621119"/>
                  </a:lnTo>
                  <a:lnTo>
                    <a:pt x="2759366" y="621714"/>
                  </a:lnTo>
                  <a:lnTo>
                    <a:pt x="2758295" y="622310"/>
                  </a:lnTo>
                  <a:lnTo>
                    <a:pt x="2757223" y="622905"/>
                  </a:lnTo>
                  <a:lnTo>
                    <a:pt x="2756152" y="623501"/>
                  </a:lnTo>
                  <a:lnTo>
                    <a:pt x="2755080" y="624097"/>
                  </a:lnTo>
                  <a:lnTo>
                    <a:pt x="2754008" y="624692"/>
                  </a:lnTo>
                  <a:lnTo>
                    <a:pt x="2752937" y="625288"/>
                  </a:lnTo>
                  <a:lnTo>
                    <a:pt x="2751865" y="625884"/>
                  </a:lnTo>
                  <a:lnTo>
                    <a:pt x="2750794" y="626480"/>
                  </a:lnTo>
                  <a:lnTo>
                    <a:pt x="2749722" y="627076"/>
                  </a:lnTo>
                  <a:lnTo>
                    <a:pt x="2748650" y="627673"/>
                  </a:lnTo>
                  <a:lnTo>
                    <a:pt x="2747579" y="628269"/>
                  </a:lnTo>
                  <a:lnTo>
                    <a:pt x="2746507" y="628866"/>
                  </a:lnTo>
                  <a:lnTo>
                    <a:pt x="2745436" y="629462"/>
                  </a:lnTo>
                  <a:lnTo>
                    <a:pt x="2744364" y="630059"/>
                  </a:lnTo>
                  <a:lnTo>
                    <a:pt x="2743292" y="630656"/>
                  </a:lnTo>
                  <a:lnTo>
                    <a:pt x="2742221" y="631252"/>
                  </a:lnTo>
                  <a:lnTo>
                    <a:pt x="2741149" y="631849"/>
                  </a:lnTo>
                  <a:lnTo>
                    <a:pt x="2740078" y="632447"/>
                  </a:lnTo>
                  <a:lnTo>
                    <a:pt x="2739006" y="633044"/>
                  </a:lnTo>
                  <a:lnTo>
                    <a:pt x="2737934" y="633641"/>
                  </a:lnTo>
                  <a:lnTo>
                    <a:pt x="2736863" y="634238"/>
                  </a:lnTo>
                  <a:lnTo>
                    <a:pt x="2735791" y="634836"/>
                  </a:lnTo>
                  <a:lnTo>
                    <a:pt x="2734720" y="635433"/>
                  </a:lnTo>
                  <a:lnTo>
                    <a:pt x="2733648" y="636031"/>
                  </a:lnTo>
                  <a:lnTo>
                    <a:pt x="2732576" y="636629"/>
                  </a:lnTo>
                  <a:lnTo>
                    <a:pt x="2731505" y="637227"/>
                  </a:lnTo>
                  <a:lnTo>
                    <a:pt x="2730433" y="637825"/>
                  </a:lnTo>
                  <a:lnTo>
                    <a:pt x="2729362" y="638423"/>
                  </a:lnTo>
                  <a:lnTo>
                    <a:pt x="2728290" y="639021"/>
                  </a:lnTo>
                  <a:lnTo>
                    <a:pt x="2727218" y="639619"/>
                  </a:lnTo>
                  <a:lnTo>
                    <a:pt x="2726147" y="640218"/>
                  </a:lnTo>
                  <a:lnTo>
                    <a:pt x="2725075" y="640816"/>
                  </a:lnTo>
                  <a:lnTo>
                    <a:pt x="2724004" y="641415"/>
                  </a:lnTo>
                  <a:lnTo>
                    <a:pt x="2722932" y="642014"/>
                  </a:lnTo>
                  <a:lnTo>
                    <a:pt x="2721860" y="642612"/>
                  </a:lnTo>
                  <a:lnTo>
                    <a:pt x="2720789" y="643211"/>
                  </a:lnTo>
                  <a:lnTo>
                    <a:pt x="2719717" y="643810"/>
                  </a:lnTo>
                  <a:lnTo>
                    <a:pt x="2718646" y="644409"/>
                  </a:lnTo>
                  <a:lnTo>
                    <a:pt x="2717574" y="645009"/>
                  </a:lnTo>
                  <a:lnTo>
                    <a:pt x="2716502" y="645608"/>
                  </a:lnTo>
                  <a:lnTo>
                    <a:pt x="2715431" y="646207"/>
                  </a:lnTo>
                  <a:lnTo>
                    <a:pt x="2714359" y="646807"/>
                  </a:lnTo>
                  <a:lnTo>
                    <a:pt x="2713288" y="647406"/>
                  </a:lnTo>
                  <a:lnTo>
                    <a:pt x="2712216" y="648006"/>
                  </a:lnTo>
                  <a:lnTo>
                    <a:pt x="2711144" y="648606"/>
                  </a:lnTo>
                  <a:lnTo>
                    <a:pt x="2710073" y="649206"/>
                  </a:lnTo>
                  <a:lnTo>
                    <a:pt x="2709001" y="649806"/>
                  </a:lnTo>
                  <a:lnTo>
                    <a:pt x="2707930" y="650406"/>
                  </a:lnTo>
                  <a:lnTo>
                    <a:pt x="2706858" y="651006"/>
                  </a:lnTo>
                  <a:lnTo>
                    <a:pt x="2705786" y="651607"/>
                  </a:lnTo>
                  <a:lnTo>
                    <a:pt x="2704715" y="652207"/>
                  </a:lnTo>
                  <a:lnTo>
                    <a:pt x="2703643" y="652808"/>
                  </a:lnTo>
                  <a:lnTo>
                    <a:pt x="2702572" y="653408"/>
                  </a:lnTo>
                  <a:lnTo>
                    <a:pt x="2701500" y="654009"/>
                  </a:lnTo>
                  <a:lnTo>
                    <a:pt x="2700428" y="654610"/>
                  </a:lnTo>
                  <a:lnTo>
                    <a:pt x="2699357" y="655211"/>
                  </a:lnTo>
                  <a:lnTo>
                    <a:pt x="2698285" y="655812"/>
                  </a:lnTo>
                  <a:lnTo>
                    <a:pt x="2697214" y="656413"/>
                  </a:lnTo>
                  <a:lnTo>
                    <a:pt x="2696142" y="657014"/>
                  </a:lnTo>
                  <a:lnTo>
                    <a:pt x="2695070" y="657616"/>
                  </a:lnTo>
                  <a:lnTo>
                    <a:pt x="2693999" y="658217"/>
                  </a:lnTo>
                  <a:lnTo>
                    <a:pt x="2692927" y="658819"/>
                  </a:lnTo>
                  <a:lnTo>
                    <a:pt x="2691856" y="659420"/>
                  </a:lnTo>
                  <a:lnTo>
                    <a:pt x="2690784" y="660022"/>
                  </a:lnTo>
                  <a:lnTo>
                    <a:pt x="2689712" y="660624"/>
                  </a:lnTo>
                  <a:lnTo>
                    <a:pt x="2688641" y="661226"/>
                  </a:lnTo>
                  <a:lnTo>
                    <a:pt x="2687569" y="661828"/>
                  </a:lnTo>
                  <a:lnTo>
                    <a:pt x="2686498" y="662430"/>
                  </a:lnTo>
                  <a:lnTo>
                    <a:pt x="2685426" y="663033"/>
                  </a:lnTo>
                  <a:lnTo>
                    <a:pt x="2684354" y="663635"/>
                  </a:lnTo>
                  <a:lnTo>
                    <a:pt x="2683283" y="664237"/>
                  </a:lnTo>
                  <a:lnTo>
                    <a:pt x="2682211" y="664840"/>
                  </a:lnTo>
                  <a:lnTo>
                    <a:pt x="2681140" y="665443"/>
                  </a:lnTo>
                  <a:lnTo>
                    <a:pt x="2680068" y="666046"/>
                  </a:lnTo>
                  <a:lnTo>
                    <a:pt x="2678996" y="666649"/>
                  </a:lnTo>
                  <a:lnTo>
                    <a:pt x="2677925" y="667252"/>
                  </a:lnTo>
                  <a:lnTo>
                    <a:pt x="2676853" y="667855"/>
                  </a:lnTo>
                  <a:lnTo>
                    <a:pt x="2675782" y="668458"/>
                  </a:lnTo>
                  <a:lnTo>
                    <a:pt x="2674710" y="669061"/>
                  </a:lnTo>
                  <a:lnTo>
                    <a:pt x="2673638" y="669665"/>
                  </a:lnTo>
                  <a:lnTo>
                    <a:pt x="2672567" y="670268"/>
                  </a:lnTo>
                  <a:lnTo>
                    <a:pt x="2671495" y="670872"/>
                  </a:lnTo>
                  <a:lnTo>
                    <a:pt x="2670424" y="671476"/>
                  </a:lnTo>
                  <a:lnTo>
                    <a:pt x="2669352" y="672079"/>
                  </a:lnTo>
                  <a:lnTo>
                    <a:pt x="2668280" y="672683"/>
                  </a:lnTo>
                  <a:lnTo>
                    <a:pt x="2667209" y="673287"/>
                  </a:lnTo>
                  <a:lnTo>
                    <a:pt x="2666137" y="673892"/>
                  </a:lnTo>
                  <a:lnTo>
                    <a:pt x="2665066" y="674496"/>
                  </a:lnTo>
                  <a:lnTo>
                    <a:pt x="2663994" y="675100"/>
                  </a:lnTo>
                  <a:lnTo>
                    <a:pt x="2662922" y="675705"/>
                  </a:lnTo>
                  <a:lnTo>
                    <a:pt x="2661851" y="676309"/>
                  </a:lnTo>
                  <a:lnTo>
                    <a:pt x="2660779" y="676914"/>
                  </a:lnTo>
                  <a:lnTo>
                    <a:pt x="2659708" y="677519"/>
                  </a:lnTo>
                  <a:lnTo>
                    <a:pt x="2658636" y="678124"/>
                  </a:lnTo>
                  <a:lnTo>
                    <a:pt x="2657565" y="678729"/>
                  </a:lnTo>
                  <a:lnTo>
                    <a:pt x="2656493" y="679334"/>
                  </a:lnTo>
                  <a:lnTo>
                    <a:pt x="2655421" y="679939"/>
                  </a:lnTo>
                  <a:lnTo>
                    <a:pt x="2654350" y="680544"/>
                  </a:lnTo>
                  <a:lnTo>
                    <a:pt x="2653278" y="681149"/>
                  </a:lnTo>
                  <a:lnTo>
                    <a:pt x="2652207" y="681755"/>
                  </a:lnTo>
                  <a:lnTo>
                    <a:pt x="2651135" y="682361"/>
                  </a:lnTo>
                  <a:lnTo>
                    <a:pt x="2650063" y="682966"/>
                  </a:lnTo>
                  <a:lnTo>
                    <a:pt x="2648992" y="683572"/>
                  </a:lnTo>
                  <a:lnTo>
                    <a:pt x="2647920" y="684178"/>
                  </a:lnTo>
                  <a:lnTo>
                    <a:pt x="2646849" y="684784"/>
                  </a:lnTo>
                  <a:lnTo>
                    <a:pt x="2645777" y="685390"/>
                  </a:lnTo>
                  <a:lnTo>
                    <a:pt x="2644705" y="685996"/>
                  </a:lnTo>
                  <a:lnTo>
                    <a:pt x="2643634" y="686603"/>
                  </a:lnTo>
                  <a:lnTo>
                    <a:pt x="2642562" y="687209"/>
                  </a:lnTo>
                  <a:lnTo>
                    <a:pt x="2641491" y="687816"/>
                  </a:lnTo>
                  <a:lnTo>
                    <a:pt x="2640419" y="688422"/>
                  </a:lnTo>
                  <a:lnTo>
                    <a:pt x="2639347" y="689029"/>
                  </a:lnTo>
                  <a:lnTo>
                    <a:pt x="2638276" y="689636"/>
                  </a:lnTo>
                  <a:lnTo>
                    <a:pt x="2637204" y="690243"/>
                  </a:lnTo>
                  <a:lnTo>
                    <a:pt x="2636133" y="690850"/>
                  </a:lnTo>
                  <a:lnTo>
                    <a:pt x="2635061" y="691457"/>
                  </a:lnTo>
                  <a:lnTo>
                    <a:pt x="2633989" y="692064"/>
                  </a:lnTo>
                  <a:lnTo>
                    <a:pt x="2632918" y="692671"/>
                  </a:lnTo>
                  <a:lnTo>
                    <a:pt x="2631846" y="693279"/>
                  </a:lnTo>
                  <a:lnTo>
                    <a:pt x="2630775" y="693886"/>
                  </a:lnTo>
                  <a:lnTo>
                    <a:pt x="2629703" y="694494"/>
                  </a:lnTo>
                  <a:lnTo>
                    <a:pt x="2628631" y="695102"/>
                  </a:lnTo>
                  <a:lnTo>
                    <a:pt x="2627560" y="695710"/>
                  </a:lnTo>
                  <a:lnTo>
                    <a:pt x="2626488" y="696317"/>
                  </a:lnTo>
                  <a:lnTo>
                    <a:pt x="2625417" y="696926"/>
                  </a:lnTo>
                  <a:lnTo>
                    <a:pt x="2624345" y="697534"/>
                  </a:lnTo>
                  <a:lnTo>
                    <a:pt x="2623273" y="698142"/>
                  </a:lnTo>
                  <a:lnTo>
                    <a:pt x="2622202" y="698750"/>
                  </a:lnTo>
                  <a:lnTo>
                    <a:pt x="2621130" y="699359"/>
                  </a:lnTo>
                  <a:lnTo>
                    <a:pt x="2620059" y="699967"/>
                  </a:lnTo>
                  <a:lnTo>
                    <a:pt x="2618987" y="700576"/>
                  </a:lnTo>
                  <a:lnTo>
                    <a:pt x="2617915" y="701185"/>
                  </a:lnTo>
                  <a:lnTo>
                    <a:pt x="2616844" y="701794"/>
                  </a:lnTo>
                  <a:lnTo>
                    <a:pt x="2615772" y="702403"/>
                  </a:lnTo>
                  <a:lnTo>
                    <a:pt x="2614701" y="703012"/>
                  </a:lnTo>
                  <a:lnTo>
                    <a:pt x="2613629" y="703621"/>
                  </a:lnTo>
                  <a:lnTo>
                    <a:pt x="2612557" y="704230"/>
                  </a:lnTo>
                  <a:lnTo>
                    <a:pt x="2611486" y="704839"/>
                  </a:lnTo>
                  <a:lnTo>
                    <a:pt x="2610414" y="705449"/>
                  </a:lnTo>
                  <a:lnTo>
                    <a:pt x="2609343" y="706058"/>
                  </a:lnTo>
                  <a:lnTo>
                    <a:pt x="2608271" y="706668"/>
                  </a:lnTo>
                  <a:lnTo>
                    <a:pt x="2607199" y="707278"/>
                  </a:lnTo>
                  <a:lnTo>
                    <a:pt x="2606128" y="707888"/>
                  </a:lnTo>
                  <a:lnTo>
                    <a:pt x="2605056" y="708498"/>
                  </a:lnTo>
                  <a:lnTo>
                    <a:pt x="2603985" y="709108"/>
                  </a:lnTo>
                  <a:lnTo>
                    <a:pt x="2602913" y="709718"/>
                  </a:lnTo>
                  <a:lnTo>
                    <a:pt x="2601841" y="710328"/>
                  </a:lnTo>
                  <a:lnTo>
                    <a:pt x="2600770" y="710938"/>
                  </a:lnTo>
                  <a:lnTo>
                    <a:pt x="2599698" y="711549"/>
                  </a:lnTo>
                  <a:lnTo>
                    <a:pt x="2598627" y="712159"/>
                  </a:lnTo>
                  <a:lnTo>
                    <a:pt x="2597555" y="712770"/>
                  </a:lnTo>
                  <a:lnTo>
                    <a:pt x="2596483" y="713381"/>
                  </a:lnTo>
                  <a:lnTo>
                    <a:pt x="2595412" y="713992"/>
                  </a:lnTo>
                  <a:lnTo>
                    <a:pt x="2594340" y="714603"/>
                  </a:lnTo>
                  <a:lnTo>
                    <a:pt x="2593269" y="715214"/>
                  </a:lnTo>
                  <a:lnTo>
                    <a:pt x="2592197" y="715825"/>
                  </a:lnTo>
                  <a:lnTo>
                    <a:pt x="2591125" y="716436"/>
                  </a:lnTo>
                  <a:lnTo>
                    <a:pt x="2590054" y="717047"/>
                  </a:lnTo>
                  <a:lnTo>
                    <a:pt x="2588982" y="717659"/>
                  </a:lnTo>
                  <a:lnTo>
                    <a:pt x="2587911" y="718270"/>
                  </a:lnTo>
                  <a:lnTo>
                    <a:pt x="2586839" y="718882"/>
                  </a:lnTo>
                  <a:lnTo>
                    <a:pt x="2585767" y="719494"/>
                  </a:lnTo>
                  <a:lnTo>
                    <a:pt x="2584696" y="720106"/>
                  </a:lnTo>
                  <a:lnTo>
                    <a:pt x="2583624" y="720718"/>
                  </a:lnTo>
                  <a:lnTo>
                    <a:pt x="2582553" y="721330"/>
                  </a:lnTo>
                  <a:lnTo>
                    <a:pt x="2581481" y="721942"/>
                  </a:lnTo>
                  <a:lnTo>
                    <a:pt x="2580409" y="722554"/>
                  </a:lnTo>
                  <a:lnTo>
                    <a:pt x="2579338" y="723166"/>
                  </a:lnTo>
                  <a:lnTo>
                    <a:pt x="2578266" y="723779"/>
                  </a:lnTo>
                  <a:lnTo>
                    <a:pt x="2577195" y="724391"/>
                  </a:lnTo>
                  <a:lnTo>
                    <a:pt x="2576123" y="725004"/>
                  </a:lnTo>
                  <a:lnTo>
                    <a:pt x="2575051" y="725617"/>
                  </a:lnTo>
                  <a:lnTo>
                    <a:pt x="2573980" y="726229"/>
                  </a:lnTo>
                  <a:lnTo>
                    <a:pt x="2572908" y="726842"/>
                  </a:lnTo>
                  <a:lnTo>
                    <a:pt x="2571837" y="727455"/>
                  </a:lnTo>
                  <a:lnTo>
                    <a:pt x="2570765" y="728069"/>
                  </a:lnTo>
                  <a:lnTo>
                    <a:pt x="2569693" y="728682"/>
                  </a:lnTo>
                  <a:lnTo>
                    <a:pt x="2568622" y="729295"/>
                  </a:lnTo>
                  <a:lnTo>
                    <a:pt x="2567550" y="729908"/>
                  </a:lnTo>
                  <a:lnTo>
                    <a:pt x="2566479" y="730522"/>
                  </a:lnTo>
                  <a:lnTo>
                    <a:pt x="2565407" y="731136"/>
                  </a:lnTo>
                  <a:lnTo>
                    <a:pt x="2564335" y="731749"/>
                  </a:lnTo>
                  <a:lnTo>
                    <a:pt x="2563264" y="732363"/>
                  </a:lnTo>
                  <a:lnTo>
                    <a:pt x="2562192" y="732977"/>
                  </a:lnTo>
                  <a:lnTo>
                    <a:pt x="2561121" y="733591"/>
                  </a:lnTo>
                  <a:lnTo>
                    <a:pt x="2560049" y="734205"/>
                  </a:lnTo>
                  <a:lnTo>
                    <a:pt x="2558977" y="734819"/>
                  </a:lnTo>
                  <a:lnTo>
                    <a:pt x="2557906" y="735433"/>
                  </a:lnTo>
                  <a:lnTo>
                    <a:pt x="2556834" y="736048"/>
                  </a:lnTo>
                  <a:lnTo>
                    <a:pt x="2555763" y="736662"/>
                  </a:lnTo>
                  <a:lnTo>
                    <a:pt x="2554691" y="737277"/>
                  </a:lnTo>
                  <a:lnTo>
                    <a:pt x="2553619" y="737891"/>
                  </a:lnTo>
                  <a:lnTo>
                    <a:pt x="2552548" y="738506"/>
                  </a:lnTo>
                  <a:lnTo>
                    <a:pt x="2551476" y="739121"/>
                  </a:lnTo>
                  <a:lnTo>
                    <a:pt x="2550405" y="739736"/>
                  </a:lnTo>
                  <a:lnTo>
                    <a:pt x="2549333" y="740351"/>
                  </a:lnTo>
                  <a:lnTo>
                    <a:pt x="2548261" y="740966"/>
                  </a:lnTo>
                  <a:lnTo>
                    <a:pt x="2547190" y="741581"/>
                  </a:lnTo>
                  <a:lnTo>
                    <a:pt x="2546118" y="742196"/>
                  </a:lnTo>
                  <a:lnTo>
                    <a:pt x="2545047" y="742812"/>
                  </a:lnTo>
                  <a:lnTo>
                    <a:pt x="2543975" y="743427"/>
                  </a:lnTo>
                  <a:lnTo>
                    <a:pt x="2542903" y="744043"/>
                  </a:lnTo>
                  <a:lnTo>
                    <a:pt x="2541832" y="744659"/>
                  </a:lnTo>
                  <a:lnTo>
                    <a:pt x="2540760" y="745274"/>
                  </a:lnTo>
                  <a:lnTo>
                    <a:pt x="2539689" y="745890"/>
                  </a:lnTo>
                  <a:lnTo>
                    <a:pt x="2538617" y="746506"/>
                  </a:lnTo>
                  <a:lnTo>
                    <a:pt x="2537545" y="747122"/>
                  </a:lnTo>
                  <a:lnTo>
                    <a:pt x="2536474" y="747738"/>
                  </a:lnTo>
                  <a:lnTo>
                    <a:pt x="2535402" y="748355"/>
                  </a:lnTo>
                  <a:lnTo>
                    <a:pt x="2534331" y="748971"/>
                  </a:lnTo>
                  <a:lnTo>
                    <a:pt x="2533259" y="749587"/>
                  </a:lnTo>
                  <a:lnTo>
                    <a:pt x="2532187" y="750204"/>
                  </a:lnTo>
                  <a:lnTo>
                    <a:pt x="2531116" y="750820"/>
                  </a:lnTo>
                  <a:lnTo>
                    <a:pt x="2530044" y="751437"/>
                  </a:lnTo>
                  <a:lnTo>
                    <a:pt x="2528973" y="752054"/>
                  </a:lnTo>
                  <a:lnTo>
                    <a:pt x="2527901" y="752671"/>
                  </a:lnTo>
                  <a:lnTo>
                    <a:pt x="2526829" y="753288"/>
                  </a:lnTo>
                  <a:lnTo>
                    <a:pt x="2525758" y="753905"/>
                  </a:lnTo>
                  <a:lnTo>
                    <a:pt x="2524686" y="754522"/>
                  </a:lnTo>
                  <a:lnTo>
                    <a:pt x="2523615" y="755139"/>
                  </a:lnTo>
                  <a:lnTo>
                    <a:pt x="2522543" y="755757"/>
                  </a:lnTo>
                  <a:lnTo>
                    <a:pt x="2521471" y="756374"/>
                  </a:lnTo>
                  <a:lnTo>
                    <a:pt x="2520400" y="756991"/>
                  </a:lnTo>
                  <a:lnTo>
                    <a:pt x="2519328" y="757609"/>
                  </a:lnTo>
                  <a:lnTo>
                    <a:pt x="2518257" y="758227"/>
                  </a:lnTo>
                  <a:lnTo>
                    <a:pt x="2517185" y="758845"/>
                  </a:lnTo>
                  <a:lnTo>
                    <a:pt x="2516113" y="759462"/>
                  </a:lnTo>
                  <a:lnTo>
                    <a:pt x="2515042" y="760080"/>
                  </a:lnTo>
                  <a:lnTo>
                    <a:pt x="2513970" y="760698"/>
                  </a:lnTo>
                  <a:lnTo>
                    <a:pt x="2512899" y="761317"/>
                  </a:lnTo>
                  <a:lnTo>
                    <a:pt x="2511827" y="761935"/>
                  </a:lnTo>
                  <a:lnTo>
                    <a:pt x="2510755" y="762553"/>
                  </a:lnTo>
                  <a:lnTo>
                    <a:pt x="2509684" y="763172"/>
                  </a:lnTo>
                  <a:lnTo>
                    <a:pt x="2508612" y="763790"/>
                  </a:lnTo>
                  <a:lnTo>
                    <a:pt x="2507541" y="764409"/>
                  </a:lnTo>
                  <a:lnTo>
                    <a:pt x="2506469" y="765027"/>
                  </a:lnTo>
                  <a:lnTo>
                    <a:pt x="2505397" y="765646"/>
                  </a:lnTo>
                  <a:lnTo>
                    <a:pt x="2504326" y="766265"/>
                  </a:lnTo>
                  <a:lnTo>
                    <a:pt x="2503254" y="766884"/>
                  </a:lnTo>
                  <a:lnTo>
                    <a:pt x="2502183" y="767503"/>
                  </a:lnTo>
                  <a:lnTo>
                    <a:pt x="2501111" y="768122"/>
                  </a:lnTo>
                  <a:lnTo>
                    <a:pt x="2500039" y="768741"/>
                  </a:lnTo>
                  <a:lnTo>
                    <a:pt x="2498968" y="769361"/>
                  </a:lnTo>
                  <a:lnTo>
                    <a:pt x="2497896" y="769980"/>
                  </a:lnTo>
                  <a:lnTo>
                    <a:pt x="2496825" y="770600"/>
                  </a:lnTo>
                  <a:lnTo>
                    <a:pt x="2495753" y="771219"/>
                  </a:lnTo>
                  <a:lnTo>
                    <a:pt x="2494681" y="771839"/>
                  </a:lnTo>
                  <a:lnTo>
                    <a:pt x="2493610" y="772459"/>
                  </a:lnTo>
                  <a:lnTo>
                    <a:pt x="2492538" y="773078"/>
                  </a:lnTo>
                  <a:lnTo>
                    <a:pt x="2491467" y="773698"/>
                  </a:lnTo>
                  <a:lnTo>
                    <a:pt x="2490395" y="774318"/>
                  </a:lnTo>
                  <a:lnTo>
                    <a:pt x="2489323" y="774938"/>
                  </a:lnTo>
                  <a:lnTo>
                    <a:pt x="2488252" y="775559"/>
                  </a:lnTo>
                  <a:lnTo>
                    <a:pt x="2487180" y="776179"/>
                  </a:lnTo>
                  <a:lnTo>
                    <a:pt x="2486109" y="776799"/>
                  </a:lnTo>
                  <a:lnTo>
                    <a:pt x="2485037" y="777420"/>
                  </a:lnTo>
                  <a:lnTo>
                    <a:pt x="2483966" y="778040"/>
                  </a:lnTo>
                  <a:lnTo>
                    <a:pt x="2482894" y="778661"/>
                  </a:lnTo>
                  <a:lnTo>
                    <a:pt x="2481822" y="779281"/>
                  </a:lnTo>
                  <a:lnTo>
                    <a:pt x="2480751" y="779902"/>
                  </a:lnTo>
                  <a:lnTo>
                    <a:pt x="2479679" y="780523"/>
                  </a:lnTo>
                  <a:lnTo>
                    <a:pt x="2478608" y="781144"/>
                  </a:lnTo>
                  <a:lnTo>
                    <a:pt x="2477536" y="781765"/>
                  </a:lnTo>
                  <a:lnTo>
                    <a:pt x="2476464" y="782386"/>
                  </a:lnTo>
                  <a:lnTo>
                    <a:pt x="2475393" y="783007"/>
                  </a:lnTo>
                  <a:lnTo>
                    <a:pt x="2474321" y="783629"/>
                  </a:lnTo>
                  <a:lnTo>
                    <a:pt x="2473250" y="784250"/>
                  </a:lnTo>
                  <a:lnTo>
                    <a:pt x="2472178" y="784871"/>
                  </a:lnTo>
                  <a:lnTo>
                    <a:pt x="2471106" y="785493"/>
                  </a:lnTo>
                  <a:lnTo>
                    <a:pt x="2470035" y="786115"/>
                  </a:lnTo>
                  <a:lnTo>
                    <a:pt x="2468963" y="786736"/>
                  </a:lnTo>
                  <a:lnTo>
                    <a:pt x="2467892" y="787358"/>
                  </a:lnTo>
                  <a:lnTo>
                    <a:pt x="2466820" y="787980"/>
                  </a:lnTo>
                  <a:lnTo>
                    <a:pt x="2465748" y="788602"/>
                  </a:lnTo>
                  <a:lnTo>
                    <a:pt x="2464677" y="789224"/>
                  </a:lnTo>
                  <a:lnTo>
                    <a:pt x="2463605" y="789846"/>
                  </a:lnTo>
                  <a:lnTo>
                    <a:pt x="2462534" y="790468"/>
                  </a:lnTo>
                  <a:lnTo>
                    <a:pt x="2461462" y="791091"/>
                  </a:lnTo>
                  <a:lnTo>
                    <a:pt x="2460390" y="791713"/>
                  </a:lnTo>
                  <a:lnTo>
                    <a:pt x="2459319" y="792335"/>
                  </a:lnTo>
                  <a:lnTo>
                    <a:pt x="2458247" y="792958"/>
                  </a:lnTo>
                  <a:lnTo>
                    <a:pt x="2457176" y="793581"/>
                  </a:lnTo>
                  <a:lnTo>
                    <a:pt x="2456104" y="794203"/>
                  </a:lnTo>
                  <a:lnTo>
                    <a:pt x="2455032" y="794826"/>
                  </a:lnTo>
                  <a:lnTo>
                    <a:pt x="2453961" y="795449"/>
                  </a:lnTo>
                  <a:lnTo>
                    <a:pt x="2452889" y="796072"/>
                  </a:lnTo>
                  <a:lnTo>
                    <a:pt x="2451818" y="796695"/>
                  </a:lnTo>
                  <a:lnTo>
                    <a:pt x="2450746" y="797318"/>
                  </a:lnTo>
                  <a:lnTo>
                    <a:pt x="2449674" y="797941"/>
                  </a:lnTo>
                  <a:lnTo>
                    <a:pt x="2448603" y="798565"/>
                  </a:lnTo>
                  <a:lnTo>
                    <a:pt x="2447531" y="799188"/>
                  </a:lnTo>
                  <a:lnTo>
                    <a:pt x="2446460" y="799811"/>
                  </a:lnTo>
                  <a:lnTo>
                    <a:pt x="2445388" y="800435"/>
                  </a:lnTo>
                  <a:lnTo>
                    <a:pt x="2444316" y="801058"/>
                  </a:lnTo>
                  <a:lnTo>
                    <a:pt x="2443245" y="801682"/>
                  </a:lnTo>
                  <a:lnTo>
                    <a:pt x="2442173" y="802306"/>
                  </a:lnTo>
                  <a:lnTo>
                    <a:pt x="2441102" y="802930"/>
                  </a:lnTo>
                  <a:lnTo>
                    <a:pt x="2440030" y="803554"/>
                  </a:lnTo>
                  <a:lnTo>
                    <a:pt x="2438958" y="804178"/>
                  </a:lnTo>
                  <a:lnTo>
                    <a:pt x="2437887" y="804802"/>
                  </a:lnTo>
                  <a:lnTo>
                    <a:pt x="2436815" y="805426"/>
                  </a:lnTo>
                  <a:lnTo>
                    <a:pt x="2435744" y="806050"/>
                  </a:lnTo>
                  <a:lnTo>
                    <a:pt x="2434672" y="806674"/>
                  </a:lnTo>
                  <a:lnTo>
                    <a:pt x="2433600" y="807299"/>
                  </a:lnTo>
                  <a:lnTo>
                    <a:pt x="2432529" y="807923"/>
                  </a:lnTo>
                  <a:lnTo>
                    <a:pt x="2431457" y="808548"/>
                  </a:lnTo>
                  <a:lnTo>
                    <a:pt x="2430386" y="809172"/>
                  </a:lnTo>
                  <a:lnTo>
                    <a:pt x="2429314" y="809797"/>
                  </a:lnTo>
                  <a:lnTo>
                    <a:pt x="2428242" y="810422"/>
                  </a:lnTo>
                  <a:lnTo>
                    <a:pt x="2427171" y="811047"/>
                  </a:lnTo>
                  <a:lnTo>
                    <a:pt x="2426099" y="811672"/>
                  </a:lnTo>
                  <a:lnTo>
                    <a:pt x="2425028" y="812297"/>
                  </a:lnTo>
                  <a:lnTo>
                    <a:pt x="2423956" y="812922"/>
                  </a:lnTo>
                  <a:lnTo>
                    <a:pt x="2422884" y="813547"/>
                  </a:lnTo>
                  <a:lnTo>
                    <a:pt x="2421813" y="814172"/>
                  </a:lnTo>
                  <a:lnTo>
                    <a:pt x="2420741" y="814798"/>
                  </a:lnTo>
                  <a:lnTo>
                    <a:pt x="2419670" y="815423"/>
                  </a:lnTo>
                  <a:lnTo>
                    <a:pt x="2418598" y="816048"/>
                  </a:lnTo>
                  <a:lnTo>
                    <a:pt x="2417526" y="816674"/>
                  </a:lnTo>
                  <a:lnTo>
                    <a:pt x="2416455" y="817300"/>
                  </a:lnTo>
                  <a:lnTo>
                    <a:pt x="2415383" y="817925"/>
                  </a:lnTo>
                  <a:lnTo>
                    <a:pt x="2414312" y="818551"/>
                  </a:lnTo>
                  <a:lnTo>
                    <a:pt x="2413240" y="819177"/>
                  </a:lnTo>
                  <a:lnTo>
                    <a:pt x="2412168" y="819803"/>
                  </a:lnTo>
                  <a:lnTo>
                    <a:pt x="2411097" y="820429"/>
                  </a:lnTo>
                  <a:lnTo>
                    <a:pt x="2410025" y="821055"/>
                  </a:lnTo>
                  <a:lnTo>
                    <a:pt x="2408954" y="821681"/>
                  </a:lnTo>
                  <a:lnTo>
                    <a:pt x="2407882" y="822307"/>
                  </a:lnTo>
                  <a:lnTo>
                    <a:pt x="2406810" y="822934"/>
                  </a:lnTo>
                  <a:lnTo>
                    <a:pt x="2405739" y="823560"/>
                  </a:lnTo>
                  <a:lnTo>
                    <a:pt x="2404667" y="824187"/>
                  </a:lnTo>
                  <a:lnTo>
                    <a:pt x="2403596" y="824813"/>
                  </a:lnTo>
                  <a:lnTo>
                    <a:pt x="2402524" y="825440"/>
                  </a:lnTo>
                  <a:lnTo>
                    <a:pt x="2401452" y="826066"/>
                  </a:lnTo>
                  <a:lnTo>
                    <a:pt x="2400381" y="826693"/>
                  </a:lnTo>
                  <a:lnTo>
                    <a:pt x="2399309" y="827320"/>
                  </a:lnTo>
                  <a:lnTo>
                    <a:pt x="2398238" y="827947"/>
                  </a:lnTo>
                  <a:lnTo>
                    <a:pt x="2397166" y="828574"/>
                  </a:lnTo>
                  <a:lnTo>
                    <a:pt x="2396094" y="829201"/>
                  </a:lnTo>
                  <a:lnTo>
                    <a:pt x="2395023" y="829828"/>
                  </a:lnTo>
                  <a:lnTo>
                    <a:pt x="2393951" y="830455"/>
                  </a:lnTo>
                  <a:lnTo>
                    <a:pt x="2392880" y="831083"/>
                  </a:lnTo>
                  <a:lnTo>
                    <a:pt x="2391808" y="831710"/>
                  </a:lnTo>
                  <a:lnTo>
                    <a:pt x="2390736" y="832337"/>
                  </a:lnTo>
                  <a:lnTo>
                    <a:pt x="2389665" y="832965"/>
                  </a:lnTo>
                  <a:lnTo>
                    <a:pt x="2388593" y="833592"/>
                  </a:lnTo>
                  <a:lnTo>
                    <a:pt x="2387522" y="834220"/>
                  </a:lnTo>
                  <a:lnTo>
                    <a:pt x="2386450" y="834848"/>
                  </a:lnTo>
                  <a:lnTo>
                    <a:pt x="2385378" y="835476"/>
                  </a:lnTo>
                  <a:lnTo>
                    <a:pt x="2384307" y="836103"/>
                  </a:lnTo>
                  <a:lnTo>
                    <a:pt x="2383235" y="836731"/>
                  </a:lnTo>
                  <a:lnTo>
                    <a:pt x="2382164" y="837359"/>
                  </a:lnTo>
                  <a:lnTo>
                    <a:pt x="2381092" y="837987"/>
                  </a:lnTo>
                  <a:lnTo>
                    <a:pt x="2380020" y="838616"/>
                  </a:lnTo>
                  <a:lnTo>
                    <a:pt x="2378949" y="839244"/>
                  </a:lnTo>
                  <a:lnTo>
                    <a:pt x="2377877" y="839872"/>
                  </a:lnTo>
                  <a:lnTo>
                    <a:pt x="2376806" y="840500"/>
                  </a:lnTo>
                  <a:lnTo>
                    <a:pt x="2375734" y="841129"/>
                  </a:lnTo>
                  <a:lnTo>
                    <a:pt x="2374662" y="841757"/>
                  </a:lnTo>
                  <a:lnTo>
                    <a:pt x="2373591" y="842386"/>
                  </a:lnTo>
                  <a:lnTo>
                    <a:pt x="2372519" y="843014"/>
                  </a:lnTo>
                  <a:lnTo>
                    <a:pt x="2371448" y="843643"/>
                  </a:lnTo>
                  <a:lnTo>
                    <a:pt x="2370376" y="844272"/>
                  </a:lnTo>
                  <a:lnTo>
                    <a:pt x="2369304" y="844901"/>
                  </a:lnTo>
                  <a:lnTo>
                    <a:pt x="2368233" y="845530"/>
                  </a:lnTo>
                  <a:lnTo>
                    <a:pt x="2367161" y="846159"/>
                  </a:lnTo>
                  <a:lnTo>
                    <a:pt x="2366090" y="846788"/>
                  </a:lnTo>
                  <a:lnTo>
                    <a:pt x="2365018" y="847417"/>
                  </a:lnTo>
                  <a:lnTo>
                    <a:pt x="2363946" y="848046"/>
                  </a:lnTo>
                  <a:lnTo>
                    <a:pt x="2362875" y="848675"/>
                  </a:lnTo>
                  <a:lnTo>
                    <a:pt x="2361803" y="849305"/>
                  </a:lnTo>
                  <a:lnTo>
                    <a:pt x="2360732" y="849934"/>
                  </a:lnTo>
                  <a:lnTo>
                    <a:pt x="2359660" y="850563"/>
                  </a:lnTo>
                  <a:lnTo>
                    <a:pt x="2358588" y="851193"/>
                  </a:lnTo>
                  <a:lnTo>
                    <a:pt x="2357517" y="851823"/>
                  </a:lnTo>
                  <a:lnTo>
                    <a:pt x="2356445" y="852452"/>
                  </a:lnTo>
                  <a:lnTo>
                    <a:pt x="2355374" y="853082"/>
                  </a:lnTo>
                  <a:lnTo>
                    <a:pt x="2354302" y="853712"/>
                  </a:lnTo>
                  <a:lnTo>
                    <a:pt x="2353230" y="854342"/>
                  </a:lnTo>
                  <a:lnTo>
                    <a:pt x="2352159" y="854971"/>
                  </a:lnTo>
                  <a:lnTo>
                    <a:pt x="2351087" y="855601"/>
                  </a:lnTo>
                  <a:lnTo>
                    <a:pt x="2350016" y="856232"/>
                  </a:lnTo>
                  <a:lnTo>
                    <a:pt x="2348944" y="856862"/>
                  </a:lnTo>
                  <a:lnTo>
                    <a:pt x="2347872" y="857492"/>
                  </a:lnTo>
                  <a:lnTo>
                    <a:pt x="2346801" y="858122"/>
                  </a:lnTo>
                  <a:lnTo>
                    <a:pt x="2345729" y="858752"/>
                  </a:lnTo>
                  <a:lnTo>
                    <a:pt x="2344658" y="859383"/>
                  </a:lnTo>
                  <a:lnTo>
                    <a:pt x="2343586" y="860013"/>
                  </a:lnTo>
                  <a:lnTo>
                    <a:pt x="2342514" y="860644"/>
                  </a:lnTo>
                  <a:lnTo>
                    <a:pt x="2341443" y="861274"/>
                  </a:lnTo>
                  <a:lnTo>
                    <a:pt x="2340371" y="861905"/>
                  </a:lnTo>
                  <a:lnTo>
                    <a:pt x="2339300" y="862536"/>
                  </a:lnTo>
                  <a:lnTo>
                    <a:pt x="2338228" y="863167"/>
                  </a:lnTo>
                  <a:lnTo>
                    <a:pt x="2337156" y="863797"/>
                  </a:lnTo>
                  <a:lnTo>
                    <a:pt x="2336085" y="864428"/>
                  </a:lnTo>
                  <a:lnTo>
                    <a:pt x="2335013" y="865059"/>
                  </a:lnTo>
                  <a:lnTo>
                    <a:pt x="2333942" y="865690"/>
                  </a:lnTo>
                  <a:lnTo>
                    <a:pt x="2332870" y="866321"/>
                  </a:lnTo>
                  <a:lnTo>
                    <a:pt x="2331798" y="866953"/>
                  </a:lnTo>
                  <a:lnTo>
                    <a:pt x="2330727" y="867584"/>
                  </a:lnTo>
                  <a:lnTo>
                    <a:pt x="2329655" y="868215"/>
                  </a:lnTo>
                  <a:lnTo>
                    <a:pt x="2328584" y="868846"/>
                  </a:lnTo>
                  <a:lnTo>
                    <a:pt x="2327512" y="869478"/>
                  </a:lnTo>
                  <a:lnTo>
                    <a:pt x="2326440" y="870109"/>
                  </a:lnTo>
                  <a:lnTo>
                    <a:pt x="2325369" y="870741"/>
                  </a:lnTo>
                  <a:lnTo>
                    <a:pt x="2324297" y="871373"/>
                  </a:lnTo>
                  <a:lnTo>
                    <a:pt x="2323226" y="872004"/>
                  </a:lnTo>
                  <a:lnTo>
                    <a:pt x="2322154" y="872636"/>
                  </a:lnTo>
                  <a:lnTo>
                    <a:pt x="2321082" y="873268"/>
                  </a:lnTo>
                  <a:lnTo>
                    <a:pt x="2320011" y="873900"/>
                  </a:lnTo>
                  <a:lnTo>
                    <a:pt x="2318939" y="874532"/>
                  </a:lnTo>
                  <a:lnTo>
                    <a:pt x="2317868" y="875164"/>
                  </a:lnTo>
                  <a:lnTo>
                    <a:pt x="2316796" y="875796"/>
                  </a:lnTo>
                  <a:lnTo>
                    <a:pt x="2315724" y="876428"/>
                  </a:lnTo>
                  <a:lnTo>
                    <a:pt x="2314653" y="877060"/>
                  </a:lnTo>
                  <a:lnTo>
                    <a:pt x="2313581" y="877692"/>
                  </a:lnTo>
                  <a:lnTo>
                    <a:pt x="2312510" y="878324"/>
                  </a:lnTo>
                  <a:lnTo>
                    <a:pt x="2311438" y="878957"/>
                  </a:lnTo>
                  <a:lnTo>
                    <a:pt x="2310366" y="879589"/>
                  </a:lnTo>
                  <a:lnTo>
                    <a:pt x="2309295" y="880222"/>
                  </a:lnTo>
                  <a:lnTo>
                    <a:pt x="2308223" y="880854"/>
                  </a:lnTo>
                  <a:lnTo>
                    <a:pt x="2307152" y="881487"/>
                  </a:lnTo>
                  <a:lnTo>
                    <a:pt x="2306080" y="882119"/>
                  </a:lnTo>
                  <a:lnTo>
                    <a:pt x="2305009" y="882752"/>
                  </a:lnTo>
                  <a:lnTo>
                    <a:pt x="2303937" y="883385"/>
                  </a:lnTo>
                  <a:lnTo>
                    <a:pt x="2302865" y="884018"/>
                  </a:lnTo>
                  <a:lnTo>
                    <a:pt x="2301794" y="884651"/>
                  </a:lnTo>
                  <a:lnTo>
                    <a:pt x="2300722" y="885284"/>
                  </a:lnTo>
                  <a:lnTo>
                    <a:pt x="2299651" y="885917"/>
                  </a:lnTo>
                  <a:lnTo>
                    <a:pt x="2298579" y="886550"/>
                  </a:lnTo>
                  <a:lnTo>
                    <a:pt x="2297507" y="887183"/>
                  </a:lnTo>
                  <a:lnTo>
                    <a:pt x="2296436" y="887816"/>
                  </a:lnTo>
                  <a:lnTo>
                    <a:pt x="2295364" y="888449"/>
                  </a:lnTo>
                  <a:lnTo>
                    <a:pt x="2294293" y="889082"/>
                  </a:lnTo>
                  <a:lnTo>
                    <a:pt x="2293221" y="889716"/>
                  </a:lnTo>
                  <a:lnTo>
                    <a:pt x="2292149" y="890349"/>
                  </a:lnTo>
                  <a:lnTo>
                    <a:pt x="2291078" y="890983"/>
                  </a:lnTo>
                  <a:lnTo>
                    <a:pt x="2290006" y="891616"/>
                  </a:lnTo>
                  <a:lnTo>
                    <a:pt x="2288935" y="892250"/>
                  </a:lnTo>
                  <a:lnTo>
                    <a:pt x="2287863" y="892884"/>
                  </a:lnTo>
                  <a:lnTo>
                    <a:pt x="2286791" y="893517"/>
                  </a:lnTo>
                  <a:lnTo>
                    <a:pt x="2285720" y="894151"/>
                  </a:lnTo>
                  <a:lnTo>
                    <a:pt x="2284648" y="894785"/>
                  </a:lnTo>
                  <a:lnTo>
                    <a:pt x="2283577" y="895419"/>
                  </a:lnTo>
                  <a:lnTo>
                    <a:pt x="2282505" y="896053"/>
                  </a:lnTo>
                  <a:lnTo>
                    <a:pt x="2281433" y="896687"/>
                  </a:lnTo>
                  <a:lnTo>
                    <a:pt x="2280362" y="897321"/>
                  </a:lnTo>
                  <a:lnTo>
                    <a:pt x="2279290" y="897955"/>
                  </a:lnTo>
                  <a:lnTo>
                    <a:pt x="2278219" y="898589"/>
                  </a:lnTo>
                  <a:lnTo>
                    <a:pt x="2277147" y="899223"/>
                  </a:lnTo>
                  <a:lnTo>
                    <a:pt x="2276075" y="899857"/>
                  </a:lnTo>
                  <a:lnTo>
                    <a:pt x="2275004" y="900492"/>
                  </a:lnTo>
                  <a:lnTo>
                    <a:pt x="2273932" y="901126"/>
                  </a:lnTo>
                  <a:lnTo>
                    <a:pt x="2272861" y="901761"/>
                  </a:lnTo>
                  <a:lnTo>
                    <a:pt x="2271789" y="902395"/>
                  </a:lnTo>
                  <a:lnTo>
                    <a:pt x="2270717" y="903030"/>
                  </a:lnTo>
                  <a:lnTo>
                    <a:pt x="2269646" y="903664"/>
                  </a:lnTo>
                  <a:lnTo>
                    <a:pt x="2268574" y="904299"/>
                  </a:lnTo>
                  <a:lnTo>
                    <a:pt x="2267503" y="904934"/>
                  </a:lnTo>
                  <a:lnTo>
                    <a:pt x="2266431" y="905568"/>
                  </a:lnTo>
                  <a:lnTo>
                    <a:pt x="2265359" y="906203"/>
                  </a:lnTo>
                  <a:lnTo>
                    <a:pt x="2264288" y="906838"/>
                  </a:lnTo>
                  <a:lnTo>
                    <a:pt x="2263216" y="907473"/>
                  </a:lnTo>
                  <a:lnTo>
                    <a:pt x="2262145" y="908108"/>
                  </a:lnTo>
                  <a:lnTo>
                    <a:pt x="2261073" y="908743"/>
                  </a:lnTo>
                  <a:lnTo>
                    <a:pt x="2260001" y="909378"/>
                  </a:lnTo>
                  <a:lnTo>
                    <a:pt x="2258930" y="910013"/>
                  </a:lnTo>
                  <a:lnTo>
                    <a:pt x="2257858" y="910648"/>
                  </a:lnTo>
                  <a:lnTo>
                    <a:pt x="2256787" y="911284"/>
                  </a:lnTo>
                  <a:lnTo>
                    <a:pt x="2255715" y="911919"/>
                  </a:lnTo>
                  <a:lnTo>
                    <a:pt x="2254643" y="912554"/>
                  </a:lnTo>
                  <a:lnTo>
                    <a:pt x="2253572" y="913190"/>
                  </a:lnTo>
                  <a:lnTo>
                    <a:pt x="2252500" y="913825"/>
                  </a:lnTo>
                  <a:lnTo>
                    <a:pt x="2251429" y="914461"/>
                  </a:lnTo>
                  <a:lnTo>
                    <a:pt x="2250357" y="915096"/>
                  </a:lnTo>
                  <a:lnTo>
                    <a:pt x="2249285" y="915732"/>
                  </a:lnTo>
                  <a:lnTo>
                    <a:pt x="2248214" y="916367"/>
                  </a:lnTo>
                  <a:lnTo>
                    <a:pt x="2247142" y="917003"/>
                  </a:lnTo>
                  <a:lnTo>
                    <a:pt x="2246071" y="917639"/>
                  </a:lnTo>
                  <a:lnTo>
                    <a:pt x="2244999" y="918275"/>
                  </a:lnTo>
                  <a:lnTo>
                    <a:pt x="2243927" y="918911"/>
                  </a:lnTo>
                  <a:lnTo>
                    <a:pt x="2242856" y="919547"/>
                  </a:lnTo>
                  <a:lnTo>
                    <a:pt x="2241784" y="920182"/>
                  </a:lnTo>
                  <a:lnTo>
                    <a:pt x="2240713" y="920818"/>
                  </a:lnTo>
                  <a:lnTo>
                    <a:pt x="2239641" y="921455"/>
                  </a:lnTo>
                  <a:lnTo>
                    <a:pt x="2238569" y="922091"/>
                  </a:lnTo>
                  <a:lnTo>
                    <a:pt x="2237498" y="922727"/>
                  </a:lnTo>
                  <a:lnTo>
                    <a:pt x="2236426" y="923363"/>
                  </a:lnTo>
                  <a:lnTo>
                    <a:pt x="2235355" y="923999"/>
                  </a:lnTo>
                  <a:lnTo>
                    <a:pt x="2234283" y="924636"/>
                  </a:lnTo>
                  <a:lnTo>
                    <a:pt x="2233211" y="925272"/>
                  </a:lnTo>
                  <a:lnTo>
                    <a:pt x="2232140" y="925908"/>
                  </a:lnTo>
                  <a:lnTo>
                    <a:pt x="2231068" y="926545"/>
                  </a:lnTo>
                  <a:lnTo>
                    <a:pt x="2229997" y="927181"/>
                  </a:lnTo>
                  <a:lnTo>
                    <a:pt x="2228925" y="927818"/>
                  </a:lnTo>
                  <a:lnTo>
                    <a:pt x="2227853" y="928455"/>
                  </a:lnTo>
                  <a:lnTo>
                    <a:pt x="2226782" y="929091"/>
                  </a:lnTo>
                  <a:lnTo>
                    <a:pt x="2225710" y="929728"/>
                  </a:lnTo>
                  <a:lnTo>
                    <a:pt x="2224639" y="930365"/>
                  </a:lnTo>
                  <a:lnTo>
                    <a:pt x="2223567" y="931001"/>
                  </a:lnTo>
                  <a:lnTo>
                    <a:pt x="2222495" y="931638"/>
                  </a:lnTo>
                  <a:lnTo>
                    <a:pt x="2221424" y="932275"/>
                  </a:lnTo>
                  <a:lnTo>
                    <a:pt x="2220352" y="932912"/>
                  </a:lnTo>
                  <a:lnTo>
                    <a:pt x="2219281" y="933549"/>
                  </a:lnTo>
                  <a:lnTo>
                    <a:pt x="2218209" y="934186"/>
                  </a:lnTo>
                  <a:lnTo>
                    <a:pt x="2217137" y="934823"/>
                  </a:lnTo>
                  <a:lnTo>
                    <a:pt x="2216066" y="935460"/>
                  </a:lnTo>
                  <a:lnTo>
                    <a:pt x="2214994" y="936098"/>
                  </a:lnTo>
                  <a:lnTo>
                    <a:pt x="2213923" y="936735"/>
                  </a:lnTo>
                  <a:lnTo>
                    <a:pt x="2212851" y="937372"/>
                  </a:lnTo>
                  <a:lnTo>
                    <a:pt x="2211779" y="938009"/>
                  </a:lnTo>
                  <a:lnTo>
                    <a:pt x="2210708" y="938647"/>
                  </a:lnTo>
                  <a:lnTo>
                    <a:pt x="2209636" y="939284"/>
                  </a:lnTo>
                  <a:lnTo>
                    <a:pt x="2208565" y="939922"/>
                  </a:lnTo>
                  <a:lnTo>
                    <a:pt x="2207493" y="940559"/>
                  </a:lnTo>
                  <a:lnTo>
                    <a:pt x="2206421" y="941197"/>
                  </a:lnTo>
                  <a:lnTo>
                    <a:pt x="2205350" y="941834"/>
                  </a:lnTo>
                  <a:lnTo>
                    <a:pt x="2204278" y="942472"/>
                  </a:lnTo>
                  <a:lnTo>
                    <a:pt x="2203207" y="943110"/>
                  </a:lnTo>
                  <a:lnTo>
                    <a:pt x="2202135" y="943747"/>
                  </a:lnTo>
                  <a:lnTo>
                    <a:pt x="2201063" y="944385"/>
                  </a:lnTo>
                  <a:lnTo>
                    <a:pt x="2199992" y="945023"/>
                  </a:lnTo>
                  <a:lnTo>
                    <a:pt x="2198920" y="945661"/>
                  </a:lnTo>
                  <a:lnTo>
                    <a:pt x="2197849" y="946299"/>
                  </a:lnTo>
                  <a:lnTo>
                    <a:pt x="2196777" y="946937"/>
                  </a:lnTo>
                  <a:lnTo>
                    <a:pt x="2195705" y="947575"/>
                  </a:lnTo>
                  <a:lnTo>
                    <a:pt x="2194634" y="948213"/>
                  </a:lnTo>
                  <a:lnTo>
                    <a:pt x="2193562" y="948851"/>
                  </a:lnTo>
                  <a:lnTo>
                    <a:pt x="2192491" y="949489"/>
                  </a:lnTo>
                  <a:lnTo>
                    <a:pt x="2191419" y="950127"/>
                  </a:lnTo>
                  <a:lnTo>
                    <a:pt x="2190347" y="950765"/>
                  </a:lnTo>
                  <a:lnTo>
                    <a:pt x="2189276" y="951404"/>
                  </a:lnTo>
                  <a:lnTo>
                    <a:pt x="2188204" y="952042"/>
                  </a:lnTo>
                  <a:lnTo>
                    <a:pt x="2187133" y="952680"/>
                  </a:lnTo>
                  <a:lnTo>
                    <a:pt x="2186061" y="953319"/>
                  </a:lnTo>
                  <a:lnTo>
                    <a:pt x="2184989" y="953957"/>
                  </a:lnTo>
                  <a:lnTo>
                    <a:pt x="2183918" y="954595"/>
                  </a:lnTo>
                  <a:lnTo>
                    <a:pt x="2182846" y="955234"/>
                  </a:lnTo>
                  <a:lnTo>
                    <a:pt x="2181775" y="955872"/>
                  </a:lnTo>
                  <a:lnTo>
                    <a:pt x="2180703" y="956511"/>
                  </a:lnTo>
                  <a:lnTo>
                    <a:pt x="2179631" y="957150"/>
                  </a:lnTo>
                  <a:lnTo>
                    <a:pt x="2178560" y="957788"/>
                  </a:lnTo>
                  <a:lnTo>
                    <a:pt x="2177488" y="958427"/>
                  </a:lnTo>
                  <a:lnTo>
                    <a:pt x="2176417" y="959066"/>
                  </a:lnTo>
                  <a:lnTo>
                    <a:pt x="2175345" y="959705"/>
                  </a:lnTo>
                  <a:lnTo>
                    <a:pt x="2174273" y="960343"/>
                  </a:lnTo>
                  <a:lnTo>
                    <a:pt x="2173202" y="960982"/>
                  </a:lnTo>
                  <a:lnTo>
                    <a:pt x="2172130" y="961621"/>
                  </a:lnTo>
                  <a:lnTo>
                    <a:pt x="2171059" y="962260"/>
                  </a:lnTo>
                  <a:lnTo>
                    <a:pt x="2169987" y="962899"/>
                  </a:lnTo>
                  <a:lnTo>
                    <a:pt x="2168915" y="963538"/>
                  </a:lnTo>
                  <a:lnTo>
                    <a:pt x="2167844" y="964177"/>
                  </a:lnTo>
                  <a:lnTo>
                    <a:pt x="2166772" y="964816"/>
                  </a:lnTo>
                  <a:lnTo>
                    <a:pt x="2165701" y="965456"/>
                  </a:lnTo>
                  <a:lnTo>
                    <a:pt x="2164629" y="966095"/>
                  </a:lnTo>
                  <a:lnTo>
                    <a:pt x="2163557" y="966734"/>
                  </a:lnTo>
                  <a:lnTo>
                    <a:pt x="2162486" y="967373"/>
                  </a:lnTo>
                  <a:lnTo>
                    <a:pt x="2161414" y="968013"/>
                  </a:lnTo>
                  <a:lnTo>
                    <a:pt x="2160343" y="968652"/>
                  </a:lnTo>
                  <a:lnTo>
                    <a:pt x="2159271" y="969291"/>
                  </a:lnTo>
                  <a:lnTo>
                    <a:pt x="2158199" y="969931"/>
                  </a:lnTo>
                  <a:lnTo>
                    <a:pt x="2157128" y="970570"/>
                  </a:lnTo>
                  <a:lnTo>
                    <a:pt x="2156056" y="971210"/>
                  </a:lnTo>
                  <a:lnTo>
                    <a:pt x="2154985" y="971849"/>
                  </a:lnTo>
                  <a:lnTo>
                    <a:pt x="2153913" y="972489"/>
                  </a:lnTo>
                  <a:lnTo>
                    <a:pt x="2152841" y="973129"/>
                  </a:lnTo>
                  <a:lnTo>
                    <a:pt x="2151770" y="973768"/>
                  </a:lnTo>
                  <a:lnTo>
                    <a:pt x="2150698" y="974408"/>
                  </a:lnTo>
                  <a:lnTo>
                    <a:pt x="2149627" y="975048"/>
                  </a:lnTo>
                  <a:lnTo>
                    <a:pt x="2148555" y="975687"/>
                  </a:lnTo>
                  <a:lnTo>
                    <a:pt x="2147483" y="976327"/>
                  </a:lnTo>
                  <a:lnTo>
                    <a:pt x="2146412" y="976967"/>
                  </a:lnTo>
                  <a:lnTo>
                    <a:pt x="2145340" y="977607"/>
                  </a:lnTo>
                  <a:lnTo>
                    <a:pt x="2144269" y="978247"/>
                  </a:lnTo>
                  <a:lnTo>
                    <a:pt x="2143197" y="978887"/>
                  </a:lnTo>
                  <a:lnTo>
                    <a:pt x="2142125" y="979527"/>
                  </a:lnTo>
                  <a:lnTo>
                    <a:pt x="2141054" y="980167"/>
                  </a:lnTo>
                  <a:lnTo>
                    <a:pt x="2139982" y="980807"/>
                  </a:lnTo>
                  <a:lnTo>
                    <a:pt x="2138911" y="981447"/>
                  </a:lnTo>
                  <a:lnTo>
                    <a:pt x="2137839" y="982087"/>
                  </a:lnTo>
                  <a:lnTo>
                    <a:pt x="2136767" y="982727"/>
                  </a:lnTo>
                  <a:lnTo>
                    <a:pt x="2135696" y="983367"/>
                  </a:lnTo>
                  <a:lnTo>
                    <a:pt x="2134624" y="984008"/>
                  </a:lnTo>
                  <a:lnTo>
                    <a:pt x="2133553" y="984648"/>
                  </a:lnTo>
                  <a:lnTo>
                    <a:pt x="2132481" y="985288"/>
                  </a:lnTo>
                  <a:lnTo>
                    <a:pt x="2131409" y="985929"/>
                  </a:lnTo>
                  <a:lnTo>
                    <a:pt x="2130338" y="986569"/>
                  </a:lnTo>
                  <a:lnTo>
                    <a:pt x="2129266" y="987209"/>
                  </a:lnTo>
                  <a:lnTo>
                    <a:pt x="2128195" y="987850"/>
                  </a:lnTo>
                  <a:lnTo>
                    <a:pt x="2127123" y="988490"/>
                  </a:lnTo>
                  <a:lnTo>
                    <a:pt x="2126052" y="989131"/>
                  </a:lnTo>
                  <a:lnTo>
                    <a:pt x="2124980" y="989771"/>
                  </a:lnTo>
                  <a:lnTo>
                    <a:pt x="2123908" y="990412"/>
                  </a:lnTo>
                  <a:lnTo>
                    <a:pt x="2122837" y="991053"/>
                  </a:lnTo>
                  <a:lnTo>
                    <a:pt x="2121765" y="991693"/>
                  </a:lnTo>
                  <a:lnTo>
                    <a:pt x="2120694" y="992334"/>
                  </a:lnTo>
                  <a:lnTo>
                    <a:pt x="2119622" y="992975"/>
                  </a:lnTo>
                  <a:lnTo>
                    <a:pt x="2118550" y="993615"/>
                  </a:lnTo>
                  <a:lnTo>
                    <a:pt x="2117479" y="994256"/>
                  </a:lnTo>
                  <a:lnTo>
                    <a:pt x="2116407" y="994897"/>
                  </a:lnTo>
                  <a:lnTo>
                    <a:pt x="2115336" y="995538"/>
                  </a:lnTo>
                  <a:lnTo>
                    <a:pt x="2114264" y="996179"/>
                  </a:lnTo>
                  <a:lnTo>
                    <a:pt x="2113192" y="996820"/>
                  </a:lnTo>
                  <a:lnTo>
                    <a:pt x="2112121" y="997461"/>
                  </a:lnTo>
                  <a:lnTo>
                    <a:pt x="2111049" y="998102"/>
                  </a:lnTo>
                  <a:lnTo>
                    <a:pt x="2109978" y="998743"/>
                  </a:lnTo>
                  <a:lnTo>
                    <a:pt x="2108906" y="999384"/>
                  </a:lnTo>
                  <a:lnTo>
                    <a:pt x="2107834" y="1000025"/>
                  </a:lnTo>
                  <a:lnTo>
                    <a:pt x="2106763" y="1000666"/>
                  </a:lnTo>
                  <a:lnTo>
                    <a:pt x="2105691" y="1001307"/>
                  </a:lnTo>
                  <a:lnTo>
                    <a:pt x="2104620" y="1001948"/>
                  </a:lnTo>
                  <a:lnTo>
                    <a:pt x="2103548" y="1002589"/>
                  </a:lnTo>
                  <a:lnTo>
                    <a:pt x="2102476" y="1003230"/>
                  </a:lnTo>
                  <a:lnTo>
                    <a:pt x="2101405" y="1003872"/>
                  </a:lnTo>
                  <a:lnTo>
                    <a:pt x="2100333" y="1004513"/>
                  </a:lnTo>
                  <a:lnTo>
                    <a:pt x="2099262" y="1005154"/>
                  </a:lnTo>
                  <a:lnTo>
                    <a:pt x="2098190" y="1005796"/>
                  </a:lnTo>
                  <a:lnTo>
                    <a:pt x="2097118" y="1006437"/>
                  </a:lnTo>
                  <a:lnTo>
                    <a:pt x="2096047" y="1007078"/>
                  </a:lnTo>
                  <a:lnTo>
                    <a:pt x="2094975" y="1007720"/>
                  </a:lnTo>
                  <a:lnTo>
                    <a:pt x="2093904" y="1008361"/>
                  </a:lnTo>
                  <a:lnTo>
                    <a:pt x="2092832" y="1009003"/>
                  </a:lnTo>
                  <a:lnTo>
                    <a:pt x="2091760" y="1009644"/>
                  </a:lnTo>
                  <a:lnTo>
                    <a:pt x="2090689" y="1010286"/>
                  </a:lnTo>
                  <a:lnTo>
                    <a:pt x="2089617" y="1010928"/>
                  </a:lnTo>
                  <a:lnTo>
                    <a:pt x="2088546" y="1011569"/>
                  </a:lnTo>
                  <a:lnTo>
                    <a:pt x="2087474" y="1012211"/>
                  </a:lnTo>
                  <a:lnTo>
                    <a:pt x="2086402" y="1012852"/>
                  </a:lnTo>
                  <a:lnTo>
                    <a:pt x="2085331" y="1013494"/>
                  </a:lnTo>
                  <a:lnTo>
                    <a:pt x="2084259" y="1014136"/>
                  </a:lnTo>
                  <a:lnTo>
                    <a:pt x="2083188" y="1014778"/>
                  </a:lnTo>
                  <a:lnTo>
                    <a:pt x="2082116" y="1015419"/>
                  </a:lnTo>
                  <a:lnTo>
                    <a:pt x="2081044" y="1016061"/>
                  </a:lnTo>
                  <a:lnTo>
                    <a:pt x="2079973" y="1016703"/>
                  </a:lnTo>
                  <a:lnTo>
                    <a:pt x="2078901" y="1017345"/>
                  </a:lnTo>
                  <a:lnTo>
                    <a:pt x="2077830" y="1017987"/>
                  </a:lnTo>
                  <a:lnTo>
                    <a:pt x="2076758" y="1018629"/>
                  </a:lnTo>
                  <a:lnTo>
                    <a:pt x="2075686" y="1019271"/>
                  </a:lnTo>
                  <a:lnTo>
                    <a:pt x="2074615" y="1019913"/>
                  </a:lnTo>
                  <a:lnTo>
                    <a:pt x="2073543" y="1020555"/>
                  </a:lnTo>
                  <a:lnTo>
                    <a:pt x="2072472" y="1021197"/>
                  </a:lnTo>
                  <a:lnTo>
                    <a:pt x="2071400" y="1021839"/>
                  </a:lnTo>
                  <a:lnTo>
                    <a:pt x="2070328" y="1022481"/>
                  </a:lnTo>
                  <a:lnTo>
                    <a:pt x="2069257" y="1023123"/>
                  </a:lnTo>
                  <a:lnTo>
                    <a:pt x="2068185" y="1023765"/>
                  </a:lnTo>
                  <a:lnTo>
                    <a:pt x="2067114" y="1024407"/>
                  </a:lnTo>
                  <a:lnTo>
                    <a:pt x="2066042" y="1025050"/>
                  </a:lnTo>
                  <a:lnTo>
                    <a:pt x="2064970" y="1025692"/>
                  </a:lnTo>
                  <a:lnTo>
                    <a:pt x="2063899" y="1026334"/>
                  </a:lnTo>
                  <a:lnTo>
                    <a:pt x="2062827" y="1026976"/>
                  </a:lnTo>
                  <a:lnTo>
                    <a:pt x="2061756" y="1027619"/>
                  </a:lnTo>
                  <a:lnTo>
                    <a:pt x="2060684" y="1028261"/>
                  </a:lnTo>
                  <a:lnTo>
                    <a:pt x="2059612" y="1028903"/>
                  </a:lnTo>
                  <a:lnTo>
                    <a:pt x="2058541" y="1029546"/>
                  </a:lnTo>
                  <a:lnTo>
                    <a:pt x="2057469" y="1030188"/>
                  </a:lnTo>
                  <a:lnTo>
                    <a:pt x="2056398" y="1030830"/>
                  </a:lnTo>
                  <a:lnTo>
                    <a:pt x="2055326" y="1031473"/>
                  </a:lnTo>
                  <a:lnTo>
                    <a:pt x="2054254" y="1032115"/>
                  </a:lnTo>
                  <a:lnTo>
                    <a:pt x="2053183" y="1032758"/>
                  </a:lnTo>
                  <a:lnTo>
                    <a:pt x="2052111" y="1033400"/>
                  </a:lnTo>
                  <a:lnTo>
                    <a:pt x="2051040" y="1034043"/>
                  </a:lnTo>
                  <a:lnTo>
                    <a:pt x="2049968" y="1034685"/>
                  </a:lnTo>
                  <a:lnTo>
                    <a:pt x="2048896" y="1035328"/>
                  </a:lnTo>
                  <a:lnTo>
                    <a:pt x="2047825" y="1035971"/>
                  </a:lnTo>
                  <a:lnTo>
                    <a:pt x="2046753" y="1036613"/>
                  </a:lnTo>
                  <a:lnTo>
                    <a:pt x="2045682" y="1037256"/>
                  </a:lnTo>
                  <a:lnTo>
                    <a:pt x="2044610" y="1037899"/>
                  </a:lnTo>
                  <a:lnTo>
                    <a:pt x="2043538" y="1038541"/>
                  </a:lnTo>
                  <a:lnTo>
                    <a:pt x="2042467" y="1039184"/>
                  </a:lnTo>
                  <a:lnTo>
                    <a:pt x="2041395" y="1039827"/>
                  </a:lnTo>
                  <a:lnTo>
                    <a:pt x="2040324" y="1040470"/>
                  </a:lnTo>
                  <a:lnTo>
                    <a:pt x="2039252" y="1041112"/>
                  </a:lnTo>
                  <a:lnTo>
                    <a:pt x="2038180" y="1041755"/>
                  </a:lnTo>
                  <a:lnTo>
                    <a:pt x="2037109" y="1042398"/>
                  </a:lnTo>
                  <a:lnTo>
                    <a:pt x="2036037" y="1043041"/>
                  </a:lnTo>
                  <a:lnTo>
                    <a:pt x="2034966" y="1043684"/>
                  </a:lnTo>
                  <a:lnTo>
                    <a:pt x="2033894" y="1044327"/>
                  </a:lnTo>
                  <a:lnTo>
                    <a:pt x="2032822" y="1044970"/>
                  </a:lnTo>
                  <a:lnTo>
                    <a:pt x="2031751" y="1045613"/>
                  </a:lnTo>
                  <a:lnTo>
                    <a:pt x="2030679" y="1046256"/>
                  </a:lnTo>
                  <a:lnTo>
                    <a:pt x="2029608" y="1046899"/>
                  </a:lnTo>
                  <a:lnTo>
                    <a:pt x="2028536" y="1047542"/>
                  </a:lnTo>
                  <a:lnTo>
                    <a:pt x="2027464" y="1048185"/>
                  </a:lnTo>
                  <a:lnTo>
                    <a:pt x="2026393" y="1048828"/>
                  </a:lnTo>
                  <a:lnTo>
                    <a:pt x="2025321" y="1049471"/>
                  </a:lnTo>
                  <a:lnTo>
                    <a:pt x="2024250" y="1050114"/>
                  </a:lnTo>
                  <a:lnTo>
                    <a:pt x="2023178" y="1050757"/>
                  </a:lnTo>
                  <a:lnTo>
                    <a:pt x="2022106" y="1051401"/>
                  </a:lnTo>
                  <a:lnTo>
                    <a:pt x="2021035" y="1052044"/>
                  </a:lnTo>
                  <a:lnTo>
                    <a:pt x="2019963" y="1052687"/>
                  </a:lnTo>
                  <a:lnTo>
                    <a:pt x="2018892" y="1053330"/>
                  </a:lnTo>
                  <a:lnTo>
                    <a:pt x="2017820" y="1053973"/>
                  </a:lnTo>
                  <a:lnTo>
                    <a:pt x="2016748" y="1054617"/>
                  </a:lnTo>
                  <a:lnTo>
                    <a:pt x="2015677" y="1055260"/>
                  </a:lnTo>
                  <a:lnTo>
                    <a:pt x="2014605" y="1055903"/>
                  </a:lnTo>
                  <a:lnTo>
                    <a:pt x="2013534" y="1056547"/>
                  </a:lnTo>
                  <a:lnTo>
                    <a:pt x="2012462" y="1057190"/>
                  </a:lnTo>
                  <a:lnTo>
                    <a:pt x="2011390" y="1057833"/>
                  </a:lnTo>
                  <a:lnTo>
                    <a:pt x="2010319" y="1058477"/>
                  </a:lnTo>
                  <a:lnTo>
                    <a:pt x="2009247" y="1059120"/>
                  </a:lnTo>
                  <a:lnTo>
                    <a:pt x="2008176" y="1059764"/>
                  </a:lnTo>
                  <a:lnTo>
                    <a:pt x="2007104" y="1060407"/>
                  </a:lnTo>
                  <a:lnTo>
                    <a:pt x="2006032" y="1061051"/>
                  </a:lnTo>
                  <a:lnTo>
                    <a:pt x="2004961" y="1061694"/>
                  </a:lnTo>
                  <a:lnTo>
                    <a:pt x="2003889" y="1062338"/>
                  </a:lnTo>
                  <a:lnTo>
                    <a:pt x="2002818" y="1062981"/>
                  </a:lnTo>
                  <a:lnTo>
                    <a:pt x="2001746" y="1063625"/>
                  </a:lnTo>
                  <a:lnTo>
                    <a:pt x="2000674" y="1064268"/>
                  </a:lnTo>
                  <a:lnTo>
                    <a:pt x="1999603" y="1064912"/>
                  </a:lnTo>
                  <a:lnTo>
                    <a:pt x="1998531" y="1065555"/>
                  </a:lnTo>
                  <a:lnTo>
                    <a:pt x="1997460" y="1066199"/>
                  </a:lnTo>
                  <a:lnTo>
                    <a:pt x="1996388" y="1066843"/>
                  </a:lnTo>
                  <a:lnTo>
                    <a:pt x="1995316" y="1067486"/>
                  </a:lnTo>
                  <a:lnTo>
                    <a:pt x="1994245" y="1068130"/>
                  </a:lnTo>
                  <a:lnTo>
                    <a:pt x="1993173" y="1068774"/>
                  </a:lnTo>
                  <a:lnTo>
                    <a:pt x="1992102" y="1069418"/>
                  </a:lnTo>
                  <a:lnTo>
                    <a:pt x="1991030" y="1070061"/>
                  </a:lnTo>
                  <a:lnTo>
                    <a:pt x="1989958" y="1070705"/>
                  </a:lnTo>
                  <a:lnTo>
                    <a:pt x="1988887" y="1071349"/>
                  </a:lnTo>
                  <a:lnTo>
                    <a:pt x="1987815" y="1071993"/>
                  </a:lnTo>
                  <a:lnTo>
                    <a:pt x="1986744" y="1072637"/>
                  </a:lnTo>
                  <a:lnTo>
                    <a:pt x="1985672" y="1073280"/>
                  </a:lnTo>
                  <a:lnTo>
                    <a:pt x="1984600" y="1073924"/>
                  </a:lnTo>
                  <a:lnTo>
                    <a:pt x="1983529" y="1074568"/>
                  </a:lnTo>
                  <a:lnTo>
                    <a:pt x="1982457" y="1075212"/>
                  </a:lnTo>
                  <a:lnTo>
                    <a:pt x="1981386" y="1075856"/>
                  </a:lnTo>
                  <a:lnTo>
                    <a:pt x="1980314" y="1076500"/>
                  </a:lnTo>
                  <a:lnTo>
                    <a:pt x="1979242" y="1077144"/>
                  </a:lnTo>
                  <a:lnTo>
                    <a:pt x="1978171" y="1077788"/>
                  </a:lnTo>
                  <a:lnTo>
                    <a:pt x="1977099" y="1078432"/>
                  </a:lnTo>
                  <a:lnTo>
                    <a:pt x="1976028" y="1079076"/>
                  </a:lnTo>
                  <a:lnTo>
                    <a:pt x="1974956" y="1079720"/>
                  </a:lnTo>
                  <a:lnTo>
                    <a:pt x="1973884" y="1080364"/>
                  </a:lnTo>
                  <a:lnTo>
                    <a:pt x="1972813" y="1081008"/>
                  </a:lnTo>
                  <a:lnTo>
                    <a:pt x="1971741" y="1081652"/>
                  </a:lnTo>
                  <a:lnTo>
                    <a:pt x="1970670" y="1082296"/>
                  </a:lnTo>
                  <a:lnTo>
                    <a:pt x="1969598" y="1082941"/>
                  </a:lnTo>
                  <a:lnTo>
                    <a:pt x="1968526" y="1083585"/>
                  </a:lnTo>
                  <a:lnTo>
                    <a:pt x="1967455" y="1084229"/>
                  </a:lnTo>
                  <a:lnTo>
                    <a:pt x="1966383" y="1084873"/>
                  </a:lnTo>
                  <a:lnTo>
                    <a:pt x="1965312" y="1085517"/>
                  </a:lnTo>
                  <a:lnTo>
                    <a:pt x="1964240" y="1086162"/>
                  </a:lnTo>
                  <a:lnTo>
                    <a:pt x="1963168" y="1086806"/>
                  </a:lnTo>
                  <a:lnTo>
                    <a:pt x="1962097" y="1087450"/>
                  </a:lnTo>
                  <a:lnTo>
                    <a:pt x="1961025" y="1088094"/>
                  </a:lnTo>
                  <a:lnTo>
                    <a:pt x="1959954" y="1088739"/>
                  </a:lnTo>
                  <a:lnTo>
                    <a:pt x="1958882" y="1089383"/>
                  </a:lnTo>
                  <a:lnTo>
                    <a:pt x="1957810" y="1090027"/>
                  </a:lnTo>
                  <a:lnTo>
                    <a:pt x="1956739" y="1090672"/>
                  </a:lnTo>
                  <a:lnTo>
                    <a:pt x="1955667" y="1091316"/>
                  </a:lnTo>
                  <a:lnTo>
                    <a:pt x="1954596" y="1091960"/>
                  </a:lnTo>
                  <a:lnTo>
                    <a:pt x="1953524" y="1092605"/>
                  </a:lnTo>
                  <a:lnTo>
                    <a:pt x="1952453" y="1093249"/>
                  </a:lnTo>
                  <a:lnTo>
                    <a:pt x="1951381" y="1093894"/>
                  </a:lnTo>
                  <a:lnTo>
                    <a:pt x="1950309" y="1094538"/>
                  </a:lnTo>
                  <a:lnTo>
                    <a:pt x="1949238" y="1095183"/>
                  </a:lnTo>
                  <a:lnTo>
                    <a:pt x="1948166" y="1095827"/>
                  </a:lnTo>
                  <a:lnTo>
                    <a:pt x="1947095" y="1096472"/>
                  </a:lnTo>
                  <a:lnTo>
                    <a:pt x="1946023" y="1097116"/>
                  </a:lnTo>
                  <a:lnTo>
                    <a:pt x="1944951" y="1097761"/>
                  </a:lnTo>
                  <a:lnTo>
                    <a:pt x="1943880" y="1098405"/>
                  </a:lnTo>
                  <a:lnTo>
                    <a:pt x="1942808" y="1099050"/>
                  </a:lnTo>
                  <a:lnTo>
                    <a:pt x="1941737" y="1099695"/>
                  </a:lnTo>
                  <a:lnTo>
                    <a:pt x="1940665" y="1100339"/>
                  </a:lnTo>
                  <a:lnTo>
                    <a:pt x="1939593" y="1100984"/>
                  </a:lnTo>
                  <a:lnTo>
                    <a:pt x="1938522" y="1101628"/>
                  </a:lnTo>
                  <a:lnTo>
                    <a:pt x="1937450" y="1102273"/>
                  </a:lnTo>
                  <a:lnTo>
                    <a:pt x="1936379" y="1102918"/>
                  </a:lnTo>
                  <a:lnTo>
                    <a:pt x="1935307" y="1103563"/>
                  </a:lnTo>
                  <a:lnTo>
                    <a:pt x="1934235" y="1104207"/>
                  </a:lnTo>
                  <a:lnTo>
                    <a:pt x="1933164" y="1104852"/>
                  </a:lnTo>
                  <a:lnTo>
                    <a:pt x="1932092" y="1105497"/>
                  </a:lnTo>
                  <a:lnTo>
                    <a:pt x="1931021" y="1106142"/>
                  </a:lnTo>
                  <a:lnTo>
                    <a:pt x="1929949" y="1106787"/>
                  </a:lnTo>
                  <a:lnTo>
                    <a:pt x="1928877" y="1107431"/>
                  </a:lnTo>
                  <a:lnTo>
                    <a:pt x="1927806" y="1108076"/>
                  </a:lnTo>
                  <a:lnTo>
                    <a:pt x="1926734" y="1108721"/>
                  </a:lnTo>
                  <a:lnTo>
                    <a:pt x="1925663" y="1109366"/>
                  </a:lnTo>
                  <a:lnTo>
                    <a:pt x="1924591" y="1110011"/>
                  </a:lnTo>
                  <a:lnTo>
                    <a:pt x="1923519" y="1110656"/>
                  </a:lnTo>
                  <a:lnTo>
                    <a:pt x="1922448" y="1111301"/>
                  </a:lnTo>
                  <a:lnTo>
                    <a:pt x="1921376" y="1111946"/>
                  </a:lnTo>
                  <a:lnTo>
                    <a:pt x="1920305" y="1112591"/>
                  </a:lnTo>
                  <a:lnTo>
                    <a:pt x="1919233" y="1113236"/>
                  </a:lnTo>
                  <a:lnTo>
                    <a:pt x="1918161" y="1113881"/>
                  </a:lnTo>
                  <a:lnTo>
                    <a:pt x="1917090" y="1114526"/>
                  </a:lnTo>
                  <a:lnTo>
                    <a:pt x="1916018" y="1115171"/>
                  </a:lnTo>
                  <a:lnTo>
                    <a:pt x="1914947" y="1115816"/>
                  </a:lnTo>
                  <a:lnTo>
                    <a:pt x="1913875" y="1116461"/>
                  </a:lnTo>
                  <a:lnTo>
                    <a:pt x="1912803" y="1117106"/>
                  </a:lnTo>
                  <a:lnTo>
                    <a:pt x="1911732" y="1117752"/>
                  </a:lnTo>
                  <a:lnTo>
                    <a:pt x="1910660" y="1118397"/>
                  </a:lnTo>
                  <a:lnTo>
                    <a:pt x="1909589" y="1119042"/>
                  </a:lnTo>
                  <a:lnTo>
                    <a:pt x="1908517" y="1119687"/>
                  </a:lnTo>
                  <a:lnTo>
                    <a:pt x="1907445" y="1120332"/>
                  </a:lnTo>
                  <a:lnTo>
                    <a:pt x="1906374" y="1120978"/>
                  </a:lnTo>
                  <a:lnTo>
                    <a:pt x="1905302" y="1121623"/>
                  </a:lnTo>
                  <a:lnTo>
                    <a:pt x="1904231" y="1122268"/>
                  </a:lnTo>
                  <a:lnTo>
                    <a:pt x="1903159" y="1122914"/>
                  </a:lnTo>
                  <a:lnTo>
                    <a:pt x="1902087" y="1123559"/>
                  </a:lnTo>
                  <a:lnTo>
                    <a:pt x="1901016" y="1124204"/>
                  </a:lnTo>
                  <a:lnTo>
                    <a:pt x="1899944" y="1124850"/>
                  </a:lnTo>
                  <a:lnTo>
                    <a:pt x="1898873" y="1125495"/>
                  </a:lnTo>
                  <a:lnTo>
                    <a:pt x="1897801" y="1126140"/>
                  </a:lnTo>
                  <a:lnTo>
                    <a:pt x="1896729" y="1126786"/>
                  </a:lnTo>
                  <a:lnTo>
                    <a:pt x="1895658" y="1127431"/>
                  </a:lnTo>
                  <a:lnTo>
                    <a:pt x="1894586" y="1128077"/>
                  </a:lnTo>
                  <a:lnTo>
                    <a:pt x="1893515" y="1128722"/>
                  </a:lnTo>
                  <a:lnTo>
                    <a:pt x="1892443" y="1129368"/>
                  </a:lnTo>
                  <a:lnTo>
                    <a:pt x="1891371" y="1130013"/>
                  </a:lnTo>
                  <a:lnTo>
                    <a:pt x="1890300" y="1130659"/>
                  </a:lnTo>
                  <a:lnTo>
                    <a:pt x="1889228" y="1131304"/>
                  </a:lnTo>
                  <a:lnTo>
                    <a:pt x="1888157" y="1131950"/>
                  </a:lnTo>
                  <a:lnTo>
                    <a:pt x="1887085" y="1132595"/>
                  </a:lnTo>
                  <a:lnTo>
                    <a:pt x="1886013" y="1133241"/>
                  </a:lnTo>
                  <a:lnTo>
                    <a:pt x="1884942" y="1133886"/>
                  </a:lnTo>
                  <a:lnTo>
                    <a:pt x="1883870" y="1134532"/>
                  </a:lnTo>
                  <a:lnTo>
                    <a:pt x="1882799" y="1135178"/>
                  </a:lnTo>
                  <a:lnTo>
                    <a:pt x="1881727" y="1135823"/>
                  </a:lnTo>
                  <a:lnTo>
                    <a:pt x="1880655" y="1136469"/>
                  </a:lnTo>
                  <a:lnTo>
                    <a:pt x="1879584" y="1137114"/>
                  </a:lnTo>
                  <a:lnTo>
                    <a:pt x="1878512" y="1137760"/>
                  </a:lnTo>
                  <a:lnTo>
                    <a:pt x="1877441" y="1138406"/>
                  </a:lnTo>
                  <a:lnTo>
                    <a:pt x="1876369" y="1139051"/>
                  </a:lnTo>
                  <a:lnTo>
                    <a:pt x="1875297" y="1139697"/>
                  </a:lnTo>
                  <a:lnTo>
                    <a:pt x="1874226" y="1140343"/>
                  </a:lnTo>
                  <a:lnTo>
                    <a:pt x="1873154" y="1140988"/>
                  </a:lnTo>
                  <a:lnTo>
                    <a:pt x="1872083" y="1141634"/>
                  </a:lnTo>
                  <a:lnTo>
                    <a:pt x="1871011" y="1142280"/>
                  </a:lnTo>
                  <a:lnTo>
                    <a:pt x="1869939" y="1142925"/>
                  </a:lnTo>
                  <a:lnTo>
                    <a:pt x="1868868" y="1143571"/>
                  </a:lnTo>
                  <a:lnTo>
                    <a:pt x="1867796" y="1144217"/>
                  </a:lnTo>
                  <a:lnTo>
                    <a:pt x="1866725" y="1144863"/>
                  </a:lnTo>
                  <a:lnTo>
                    <a:pt x="1865653" y="1145508"/>
                  </a:lnTo>
                  <a:lnTo>
                    <a:pt x="1864581" y="1146154"/>
                  </a:lnTo>
                  <a:lnTo>
                    <a:pt x="1863510" y="1146800"/>
                  </a:lnTo>
                  <a:lnTo>
                    <a:pt x="1862438" y="1147446"/>
                  </a:lnTo>
                  <a:lnTo>
                    <a:pt x="1861367" y="1148091"/>
                  </a:lnTo>
                  <a:lnTo>
                    <a:pt x="1860295" y="1148737"/>
                  </a:lnTo>
                  <a:lnTo>
                    <a:pt x="1859223" y="1149383"/>
                  </a:lnTo>
                  <a:lnTo>
                    <a:pt x="1858152" y="1150029"/>
                  </a:lnTo>
                  <a:lnTo>
                    <a:pt x="1857080" y="1150674"/>
                  </a:lnTo>
                  <a:lnTo>
                    <a:pt x="1856009" y="1151320"/>
                  </a:lnTo>
                  <a:lnTo>
                    <a:pt x="1854937" y="1151966"/>
                  </a:lnTo>
                  <a:lnTo>
                    <a:pt x="1853865" y="1152612"/>
                  </a:lnTo>
                  <a:lnTo>
                    <a:pt x="1852794" y="1153257"/>
                  </a:lnTo>
                  <a:lnTo>
                    <a:pt x="1851722" y="1153903"/>
                  </a:lnTo>
                  <a:lnTo>
                    <a:pt x="1850651" y="1154549"/>
                  </a:lnTo>
                  <a:lnTo>
                    <a:pt x="1849579" y="1155195"/>
                  </a:lnTo>
                  <a:lnTo>
                    <a:pt x="1848507" y="1155840"/>
                  </a:lnTo>
                  <a:lnTo>
                    <a:pt x="1847436" y="1156486"/>
                  </a:lnTo>
                  <a:lnTo>
                    <a:pt x="1846364" y="1157132"/>
                  </a:lnTo>
                  <a:lnTo>
                    <a:pt x="1845293" y="1157778"/>
                  </a:lnTo>
                  <a:lnTo>
                    <a:pt x="1844221" y="1158423"/>
                  </a:lnTo>
                  <a:lnTo>
                    <a:pt x="1843149" y="1159069"/>
                  </a:lnTo>
                  <a:lnTo>
                    <a:pt x="1842078" y="1159715"/>
                  </a:lnTo>
                  <a:lnTo>
                    <a:pt x="1841006" y="1160361"/>
                  </a:lnTo>
                  <a:lnTo>
                    <a:pt x="1839935" y="1161006"/>
                  </a:lnTo>
                  <a:lnTo>
                    <a:pt x="1838863" y="1161652"/>
                  </a:lnTo>
                  <a:lnTo>
                    <a:pt x="1837791" y="1162298"/>
                  </a:lnTo>
                  <a:lnTo>
                    <a:pt x="1836720" y="1162944"/>
                  </a:lnTo>
                  <a:lnTo>
                    <a:pt x="1835648" y="1163589"/>
                  </a:lnTo>
                  <a:lnTo>
                    <a:pt x="1834577" y="1164235"/>
                  </a:lnTo>
                  <a:lnTo>
                    <a:pt x="1833505" y="1164881"/>
                  </a:lnTo>
                  <a:lnTo>
                    <a:pt x="1832433" y="1165527"/>
                  </a:lnTo>
                  <a:lnTo>
                    <a:pt x="1831362" y="1166172"/>
                  </a:lnTo>
                  <a:lnTo>
                    <a:pt x="1830290" y="1166818"/>
                  </a:lnTo>
                  <a:lnTo>
                    <a:pt x="1829219" y="1167464"/>
                  </a:lnTo>
                  <a:lnTo>
                    <a:pt x="1828147" y="1168109"/>
                  </a:lnTo>
                  <a:lnTo>
                    <a:pt x="1827075" y="1168755"/>
                  </a:lnTo>
                  <a:lnTo>
                    <a:pt x="1826004" y="1169401"/>
                  </a:lnTo>
                  <a:lnTo>
                    <a:pt x="1824932" y="1170046"/>
                  </a:lnTo>
                  <a:lnTo>
                    <a:pt x="1823861" y="1170692"/>
                  </a:lnTo>
                  <a:lnTo>
                    <a:pt x="1822789" y="1171338"/>
                  </a:lnTo>
                  <a:lnTo>
                    <a:pt x="1821717" y="1171983"/>
                  </a:lnTo>
                  <a:lnTo>
                    <a:pt x="1820646" y="1172629"/>
                  </a:lnTo>
                  <a:lnTo>
                    <a:pt x="1819574" y="1173275"/>
                  </a:lnTo>
                  <a:lnTo>
                    <a:pt x="1818503" y="1173920"/>
                  </a:lnTo>
                  <a:lnTo>
                    <a:pt x="1817431" y="1174566"/>
                  </a:lnTo>
                  <a:lnTo>
                    <a:pt x="1816359" y="1175211"/>
                  </a:lnTo>
                  <a:lnTo>
                    <a:pt x="1815288" y="1175857"/>
                  </a:lnTo>
                  <a:lnTo>
                    <a:pt x="1814216" y="1176503"/>
                  </a:lnTo>
                  <a:lnTo>
                    <a:pt x="1813145" y="1177148"/>
                  </a:lnTo>
                  <a:lnTo>
                    <a:pt x="1812073" y="1177794"/>
                  </a:lnTo>
                  <a:lnTo>
                    <a:pt x="1811001" y="1178439"/>
                  </a:lnTo>
                  <a:lnTo>
                    <a:pt x="1809930" y="1179085"/>
                  </a:lnTo>
                  <a:lnTo>
                    <a:pt x="1808858" y="1179730"/>
                  </a:lnTo>
                  <a:lnTo>
                    <a:pt x="1807787" y="1180376"/>
                  </a:lnTo>
                  <a:lnTo>
                    <a:pt x="1806715" y="1181021"/>
                  </a:lnTo>
                  <a:lnTo>
                    <a:pt x="1805643" y="1181666"/>
                  </a:lnTo>
                  <a:lnTo>
                    <a:pt x="1804572" y="1182312"/>
                  </a:lnTo>
                  <a:lnTo>
                    <a:pt x="1803500" y="1182957"/>
                  </a:lnTo>
                  <a:lnTo>
                    <a:pt x="1802429" y="1183603"/>
                  </a:lnTo>
                  <a:lnTo>
                    <a:pt x="1801357" y="1184248"/>
                  </a:lnTo>
                  <a:lnTo>
                    <a:pt x="1800285" y="1184893"/>
                  </a:lnTo>
                  <a:lnTo>
                    <a:pt x="1799214" y="1185539"/>
                  </a:lnTo>
                  <a:lnTo>
                    <a:pt x="1798142" y="1186184"/>
                  </a:lnTo>
                  <a:lnTo>
                    <a:pt x="1797071" y="1186829"/>
                  </a:lnTo>
                  <a:lnTo>
                    <a:pt x="1795999" y="1187474"/>
                  </a:lnTo>
                  <a:lnTo>
                    <a:pt x="1794927" y="1188120"/>
                  </a:lnTo>
                  <a:lnTo>
                    <a:pt x="1793856" y="1188765"/>
                  </a:lnTo>
                  <a:lnTo>
                    <a:pt x="1792784" y="1189410"/>
                  </a:lnTo>
                  <a:lnTo>
                    <a:pt x="1791713" y="1190055"/>
                  </a:lnTo>
                  <a:lnTo>
                    <a:pt x="1790641" y="1190700"/>
                  </a:lnTo>
                  <a:lnTo>
                    <a:pt x="1789569" y="1191346"/>
                  </a:lnTo>
                  <a:lnTo>
                    <a:pt x="1788498" y="1191991"/>
                  </a:lnTo>
                  <a:lnTo>
                    <a:pt x="1787426" y="1192636"/>
                  </a:lnTo>
                  <a:lnTo>
                    <a:pt x="1786355" y="1193281"/>
                  </a:lnTo>
                  <a:lnTo>
                    <a:pt x="1785283" y="1193926"/>
                  </a:lnTo>
                  <a:lnTo>
                    <a:pt x="1784211" y="1194571"/>
                  </a:lnTo>
                  <a:lnTo>
                    <a:pt x="1783140" y="1195216"/>
                  </a:lnTo>
                  <a:lnTo>
                    <a:pt x="1782068" y="1195861"/>
                  </a:lnTo>
                  <a:lnTo>
                    <a:pt x="1780997" y="1196506"/>
                  </a:lnTo>
                  <a:lnTo>
                    <a:pt x="1779925" y="1197151"/>
                  </a:lnTo>
                  <a:lnTo>
                    <a:pt x="1778853" y="1197795"/>
                  </a:lnTo>
                  <a:lnTo>
                    <a:pt x="1777782" y="1198440"/>
                  </a:lnTo>
                  <a:lnTo>
                    <a:pt x="1776710" y="1199085"/>
                  </a:lnTo>
                  <a:lnTo>
                    <a:pt x="1775639" y="1199730"/>
                  </a:lnTo>
                  <a:lnTo>
                    <a:pt x="1774567" y="1200374"/>
                  </a:lnTo>
                  <a:lnTo>
                    <a:pt x="1773496" y="1201019"/>
                  </a:lnTo>
                  <a:lnTo>
                    <a:pt x="1772424" y="1201664"/>
                  </a:lnTo>
                  <a:lnTo>
                    <a:pt x="1771352" y="1202308"/>
                  </a:lnTo>
                  <a:lnTo>
                    <a:pt x="1770281" y="1202953"/>
                  </a:lnTo>
                  <a:lnTo>
                    <a:pt x="1769209" y="1203598"/>
                  </a:lnTo>
                  <a:lnTo>
                    <a:pt x="1768138" y="1204242"/>
                  </a:lnTo>
                  <a:lnTo>
                    <a:pt x="1767066" y="1204887"/>
                  </a:lnTo>
                  <a:lnTo>
                    <a:pt x="1765994" y="1205531"/>
                  </a:lnTo>
                  <a:lnTo>
                    <a:pt x="1764923" y="1206176"/>
                  </a:lnTo>
                  <a:lnTo>
                    <a:pt x="1763851" y="1206820"/>
                  </a:lnTo>
                  <a:lnTo>
                    <a:pt x="1762780" y="1207464"/>
                  </a:lnTo>
                  <a:lnTo>
                    <a:pt x="1761708" y="1208109"/>
                  </a:lnTo>
                  <a:lnTo>
                    <a:pt x="1760636" y="1208753"/>
                  </a:lnTo>
                  <a:lnTo>
                    <a:pt x="1759565" y="1209397"/>
                  </a:lnTo>
                  <a:lnTo>
                    <a:pt x="1758493" y="1210041"/>
                  </a:lnTo>
                  <a:lnTo>
                    <a:pt x="1757422" y="1210685"/>
                  </a:lnTo>
                  <a:lnTo>
                    <a:pt x="1756350" y="1211330"/>
                  </a:lnTo>
                  <a:lnTo>
                    <a:pt x="1755278" y="1211974"/>
                  </a:lnTo>
                  <a:lnTo>
                    <a:pt x="1754207" y="1212618"/>
                  </a:lnTo>
                  <a:lnTo>
                    <a:pt x="1753135" y="1213262"/>
                  </a:lnTo>
                  <a:lnTo>
                    <a:pt x="1752064" y="1213906"/>
                  </a:lnTo>
                  <a:lnTo>
                    <a:pt x="1750992" y="1214549"/>
                  </a:lnTo>
                  <a:lnTo>
                    <a:pt x="1749920" y="1215193"/>
                  </a:lnTo>
                  <a:lnTo>
                    <a:pt x="1748849" y="1215837"/>
                  </a:lnTo>
                  <a:lnTo>
                    <a:pt x="1747777" y="1216481"/>
                  </a:lnTo>
                  <a:lnTo>
                    <a:pt x="1746706" y="1217124"/>
                  </a:lnTo>
                  <a:lnTo>
                    <a:pt x="1745634" y="1217768"/>
                  </a:lnTo>
                  <a:lnTo>
                    <a:pt x="1744562" y="1218412"/>
                  </a:lnTo>
                  <a:lnTo>
                    <a:pt x="1743491" y="1219055"/>
                  </a:lnTo>
                  <a:lnTo>
                    <a:pt x="1742419" y="1219699"/>
                  </a:lnTo>
                  <a:lnTo>
                    <a:pt x="1741348" y="1220342"/>
                  </a:lnTo>
                  <a:lnTo>
                    <a:pt x="1740276" y="1220986"/>
                  </a:lnTo>
                  <a:lnTo>
                    <a:pt x="1739204" y="1221629"/>
                  </a:lnTo>
                  <a:lnTo>
                    <a:pt x="1738133" y="1222272"/>
                  </a:lnTo>
                  <a:lnTo>
                    <a:pt x="1737061" y="1222915"/>
                  </a:lnTo>
                  <a:lnTo>
                    <a:pt x="1735990" y="1223559"/>
                  </a:lnTo>
                  <a:lnTo>
                    <a:pt x="1734918" y="1224202"/>
                  </a:lnTo>
                  <a:lnTo>
                    <a:pt x="1733846" y="1224845"/>
                  </a:lnTo>
                  <a:lnTo>
                    <a:pt x="1732775" y="1225488"/>
                  </a:lnTo>
                  <a:lnTo>
                    <a:pt x="1731703" y="1226131"/>
                  </a:lnTo>
                  <a:lnTo>
                    <a:pt x="1730632" y="1226774"/>
                  </a:lnTo>
                  <a:lnTo>
                    <a:pt x="1729560" y="1227417"/>
                  </a:lnTo>
                  <a:lnTo>
                    <a:pt x="1728488" y="1228059"/>
                  </a:lnTo>
                  <a:lnTo>
                    <a:pt x="1727417" y="1228702"/>
                  </a:lnTo>
                  <a:lnTo>
                    <a:pt x="1726345" y="1229345"/>
                  </a:lnTo>
                  <a:lnTo>
                    <a:pt x="1725274" y="1229987"/>
                  </a:lnTo>
                  <a:lnTo>
                    <a:pt x="1724202" y="1230630"/>
                  </a:lnTo>
                  <a:lnTo>
                    <a:pt x="1723130" y="1231272"/>
                  </a:lnTo>
                  <a:lnTo>
                    <a:pt x="1722059" y="1231915"/>
                  </a:lnTo>
                  <a:lnTo>
                    <a:pt x="1720987" y="1232557"/>
                  </a:lnTo>
                  <a:lnTo>
                    <a:pt x="1719916" y="1233199"/>
                  </a:lnTo>
                  <a:lnTo>
                    <a:pt x="1718844" y="1233841"/>
                  </a:lnTo>
                  <a:lnTo>
                    <a:pt x="1717772" y="1234483"/>
                  </a:lnTo>
                  <a:lnTo>
                    <a:pt x="1716701" y="1235125"/>
                  </a:lnTo>
                  <a:lnTo>
                    <a:pt x="1715629" y="1235767"/>
                  </a:lnTo>
                  <a:lnTo>
                    <a:pt x="1714558" y="1236409"/>
                  </a:lnTo>
                  <a:lnTo>
                    <a:pt x="1713486" y="1237051"/>
                  </a:lnTo>
                  <a:lnTo>
                    <a:pt x="1712414" y="1237693"/>
                  </a:lnTo>
                  <a:lnTo>
                    <a:pt x="1711343" y="1238335"/>
                  </a:lnTo>
                  <a:lnTo>
                    <a:pt x="1710271" y="1238976"/>
                  </a:lnTo>
                  <a:lnTo>
                    <a:pt x="1709200" y="1239618"/>
                  </a:lnTo>
                  <a:lnTo>
                    <a:pt x="1708128" y="1240259"/>
                  </a:lnTo>
                  <a:lnTo>
                    <a:pt x="1707056" y="1240900"/>
                  </a:lnTo>
                  <a:lnTo>
                    <a:pt x="1705985" y="1241542"/>
                  </a:lnTo>
                  <a:lnTo>
                    <a:pt x="1704913" y="1242183"/>
                  </a:lnTo>
                  <a:lnTo>
                    <a:pt x="1703842" y="1242824"/>
                  </a:lnTo>
                  <a:lnTo>
                    <a:pt x="1702770" y="1243465"/>
                  </a:lnTo>
                  <a:lnTo>
                    <a:pt x="1701698" y="1244106"/>
                  </a:lnTo>
                  <a:lnTo>
                    <a:pt x="1700627" y="1244747"/>
                  </a:lnTo>
                  <a:lnTo>
                    <a:pt x="1699555" y="1245388"/>
                  </a:lnTo>
                  <a:lnTo>
                    <a:pt x="1698484" y="1246028"/>
                  </a:lnTo>
                  <a:lnTo>
                    <a:pt x="1697412" y="1246669"/>
                  </a:lnTo>
                  <a:lnTo>
                    <a:pt x="1696340" y="1247309"/>
                  </a:lnTo>
                  <a:lnTo>
                    <a:pt x="1695269" y="1247950"/>
                  </a:lnTo>
                  <a:lnTo>
                    <a:pt x="1694197" y="1248590"/>
                  </a:lnTo>
                  <a:lnTo>
                    <a:pt x="1693126" y="1249230"/>
                  </a:lnTo>
                  <a:lnTo>
                    <a:pt x="1692054" y="1249871"/>
                  </a:lnTo>
                  <a:lnTo>
                    <a:pt x="1690982" y="1250511"/>
                  </a:lnTo>
                  <a:lnTo>
                    <a:pt x="1689911" y="1251151"/>
                  </a:lnTo>
                  <a:lnTo>
                    <a:pt x="1688839" y="1251790"/>
                  </a:lnTo>
                  <a:lnTo>
                    <a:pt x="1687768" y="1252430"/>
                  </a:lnTo>
                  <a:lnTo>
                    <a:pt x="1686696" y="1253070"/>
                  </a:lnTo>
                  <a:lnTo>
                    <a:pt x="1685624" y="1253709"/>
                  </a:lnTo>
                  <a:lnTo>
                    <a:pt x="1684553" y="1254349"/>
                  </a:lnTo>
                  <a:lnTo>
                    <a:pt x="1683481" y="1254988"/>
                  </a:lnTo>
                  <a:lnTo>
                    <a:pt x="1682410" y="1255627"/>
                  </a:lnTo>
                  <a:lnTo>
                    <a:pt x="1681338" y="1256266"/>
                  </a:lnTo>
                  <a:lnTo>
                    <a:pt x="1680266" y="1256906"/>
                  </a:lnTo>
                  <a:lnTo>
                    <a:pt x="1679195" y="1257544"/>
                  </a:lnTo>
                  <a:lnTo>
                    <a:pt x="1678123" y="1258183"/>
                  </a:lnTo>
                  <a:lnTo>
                    <a:pt x="1677052" y="1258822"/>
                  </a:lnTo>
                  <a:lnTo>
                    <a:pt x="1675980" y="1259460"/>
                  </a:lnTo>
                  <a:lnTo>
                    <a:pt x="1674908" y="1260099"/>
                  </a:lnTo>
                  <a:lnTo>
                    <a:pt x="1673837" y="1260737"/>
                  </a:lnTo>
                  <a:lnTo>
                    <a:pt x="1672765" y="1261375"/>
                  </a:lnTo>
                  <a:lnTo>
                    <a:pt x="1671694" y="1262014"/>
                  </a:lnTo>
                  <a:lnTo>
                    <a:pt x="1670622" y="1262652"/>
                  </a:lnTo>
                  <a:lnTo>
                    <a:pt x="1669550" y="1263289"/>
                  </a:lnTo>
                  <a:lnTo>
                    <a:pt x="1668479" y="1263927"/>
                  </a:lnTo>
                  <a:lnTo>
                    <a:pt x="1667407" y="1264565"/>
                  </a:lnTo>
                  <a:lnTo>
                    <a:pt x="1666336" y="1265202"/>
                  </a:lnTo>
                  <a:lnTo>
                    <a:pt x="1665264" y="1265840"/>
                  </a:lnTo>
                  <a:lnTo>
                    <a:pt x="1664192" y="1266477"/>
                  </a:lnTo>
                  <a:lnTo>
                    <a:pt x="1663121" y="1267114"/>
                  </a:lnTo>
                  <a:lnTo>
                    <a:pt x="1662049" y="1267751"/>
                  </a:lnTo>
                  <a:lnTo>
                    <a:pt x="1660978" y="1268388"/>
                  </a:lnTo>
                  <a:lnTo>
                    <a:pt x="1659906" y="1269024"/>
                  </a:lnTo>
                  <a:lnTo>
                    <a:pt x="1658834" y="1269661"/>
                  </a:lnTo>
                  <a:lnTo>
                    <a:pt x="1657763" y="1270297"/>
                  </a:lnTo>
                  <a:lnTo>
                    <a:pt x="1656691" y="1270934"/>
                  </a:lnTo>
                  <a:lnTo>
                    <a:pt x="1655620" y="1271570"/>
                  </a:lnTo>
                  <a:lnTo>
                    <a:pt x="1654548" y="1272206"/>
                  </a:lnTo>
                  <a:lnTo>
                    <a:pt x="1653476" y="1272842"/>
                  </a:lnTo>
                  <a:lnTo>
                    <a:pt x="1652405" y="1273477"/>
                  </a:lnTo>
                  <a:lnTo>
                    <a:pt x="1651333" y="1274113"/>
                  </a:lnTo>
                  <a:lnTo>
                    <a:pt x="1650262" y="1274748"/>
                  </a:lnTo>
                  <a:lnTo>
                    <a:pt x="1649190" y="1275384"/>
                  </a:lnTo>
                  <a:lnTo>
                    <a:pt x="1648118" y="1276019"/>
                  </a:lnTo>
                  <a:lnTo>
                    <a:pt x="1647047" y="1276654"/>
                  </a:lnTo>
                  <a:lnTo>
                    <a:pt x="1645975" y="1277289"/>
                  </a:lnTo>
                  <a:lnTo>
                    <a:pt x="1644904" y="1277923"/>
                  </a:lnTo>
                  <a:lnTo>
                    <a:pt x="1643832" y="1278558"/>
                  </a:lnTo>
                  <a:lnTo>
                    <a:pt x="1642760" y="1279192"/>
                  </a:lnTo>
                  <a:lnTo>
                    <a:pt x="1641689" y="1279826"/>
                  </a:lnTo>
                  <a:lnTo>
                    <a:pt x="1640617" y="1280460"/>
                  </a:lnTo>
                  <a:lnTo>
                    <a:pt x="1639546" y="1281094"/>
                  </a:lnTo>
                  <a:lnTo>
                    <a:pt x="1638474" y="1281728"/>
                  </a:lnTo>
                  <a:lnTo>
                    <a:pt x="1637402" y="1282361"/>
                  </a:lnTo>
                  <a:lnTo>
                    <a:pt x="1636331" y="1282994"/>
                  </a:lnTo>
                  <a:lnTo>
                    <a:pt x="1635259" y="1283627"/>
                  </a:lnTo>
                  <a:lnTo>
                    <a:pt x="1634188" y="1284260"/>
                  </a:lnTo>
                  <a:lnTo>
                    <a:pt x="1633116" y="1284893"/>
                  </a:lnTo>
                  <a:lnTo>
                    <a:pt x="1632044" y="1285526"/>
                  </a:lnTo>
                  <a:lnTo>
                    <a:pt x="1630973" y="1286158"/>
                  </a:lnTo>
                  <a:lnTo>
                    <a:pt x="1629901" y="1286790"/>
                  </a:lnTo>
                  <a:lnTo>
                    <a:pt x="1628830" y="1287422"/>
                  </a:lnTo>
                  <a:lnTo>
                    <a:pt x="1627758" y="1288054"/>
                  </a:lnTo>
                  <a:lnTo>
                    <a:pt x="1626686" y="1288686"/>
                  </a:lnTo>
                  <a:lnTo>
                    <a:pt x="1625615" y="1289317"/>
                  </a:lnTo>
                  <a:lnTo>
                    <a:pt x="1624543" y="1289949"/>
                  </a:lnTo>
                  <a:lnTo>
                    <a:pt x="1623472" y="1290580"/>
                  </a:lnTo>
                  <a:lnTo>
                    <a:pt x="1622400" y="1291210"/>
                  </a:lnTo>
                  <a:lnTo>
                    <a:pt x="1621328" y="1291841"/>
                  </a:lnTo>
                  <a:lnTo>
                    <a:pt x="1620257" y="1292472"/>
                  </a:lnTo>
                  <a:lnTo>
                    <a:pt x="1619185" y="1293102"/>
                  </a:lnTo>
                  <a:lnTo>
                    <a:pt x="1618114" y="1293732"/>
                  </a:lnTo>
                  <a:lnTo>
                    <a:pt x="1617042" y="1294362"/>
                  </a:lnTo>
                  <a:lnTo>
                    <a:pt x="1615970" y="1294991"/>
                  </a:lnTo>
                  <a:lnTo>
                    <a:pt x="1614899" y="1295621"/>
                  </a:lnTo>
                  <a:lnTo>
                    <a:pt x="1613827" y="1296250"/>
                  </a:lnTo>
                  <a:lnTo>
                    <a:pt x="1612756" y="1296879"/>
                  </a:lnTo>
                  <a:lnTo>
                    <a:pt x="1611684" y="1297507"/>
                  </a:lnTo>
                  <a:lnTo>
                    <a:pt x="1610612" y="1298136"/>
                  </a:lnTo>
                  <a:lnTo>
                    <a:pt x="1609541" y="1298764"/>
                  </a:lnTo>
                  <a:lnTo>
                    <a:pt x="1608469" y="1299392"/>
                  </a:lnTo>
                  <a:lnTo>
                    <a:pt x="1607398" y="1300020"/>
                  </a:lnTo>
                  <a:lnTo>
                    <a:pt x="1606326" y="1300648"/>
                  </a:lnTo>
                  <a:lnTo>
                    <a:pt x="1605254" y="1301275"/>
                  </a:lnTo>
                  <a:lnTo>
                    <a:pt x="1604183" y="1301902"/>
                  </a:lnTo>
                  <a:lnTo>
                    <a:pt x="1603111" y="1302529"/>
                  </a:lnTo>
                  <a:lnTo>
                    <a:pt x="1602040" y="1303155"/>
                  </a:lnTo>
                  <a:lnTo>
                    <a:pt x="1600968" y="1303782"/>
                  </a:lnTo>
                  <a:lnTo>
                    <a:pt x="1599896" y="1304408"/>
                  </a:lnTo>
                  <a:lnTo>
                    <a:pt x="1598825" y="1305034"/>
                  </a:lnTo>
                  <a:lnTo>
                    <a:pt x="1597753" y="1305659"/>
                  </a:lnTo>
                  <a:lnTo>
                    <a:pt x="1596682" y="1306285"/>
                  </a:lnTo>
                  <a:lnTo>
                    <a:pt x="1595610" y="1306910"/>
                  </a:lnTo>
                  <a:lnTo>
                    <a:pt x="1594539" y="1307535"/>
                  </a:lnTo>
                  <a:lnTo>
                    <a:pt x="1593467" y="1308159"/>
                  </a:lnTo>
                  <a:lnTo>
                    <a:pt x="1592395" y="1308783"/>
                  </a:lnTo>
                  <a:lnTo>
                    <a:pt x="1591324" y="1309407"/>
                  </a:lnTo>
                  <a:lnTo>
                    <a:pt x="1590252" y="1310031"/>
                  </a:lnTo>
                  <a:lnTo>
                    <a:pt x="1589181" y="1310654"/>
                  </a:lnTo>
                  <a:lnTo>
                    <a:pt x="1588109" y="1311278"/>
                  </a:lnTo>
                  <a:lnTo>
                    <a:pt x="1587037" y="1311900"/>
                  </a:lnTo>
                  <a:lnTo>
                    <a:pt x="1585966" y="1312523"/>
                  </a:lnTo>
                  <a:lnTo>
                    <a:pt x="1584894" y="1313145"/>
                  </a:lnTo>
                  <a:lnTo>
                    <a:pt x="1583823" y="1313767"/>
                  </a:lnTo>
                  <a:lnTo>
                    <a:pt x="1582751" y="1314389"/>
                  </a:lnTo>
                  <a:lnTo>
                    <a:pt x="1581679" y="1315010"/>
                  </a:lnTo>
                  <a:lnTo>
                    <a:pt x="1580608" y="1315632"/>
                  </a:lnTo>
                  <a:lnTo>
                    <a:pt x="1579536" y="1316252"/>
                  </a:lnTo>
                  <a:lnTo>
                    <a:pt x="1578465" y="1316873"/>
                  </a:lnTo>
                  <a:lnTo>
                    <a:pt x="1577393" y="1317493"/>
                  </a:lnTo>
                  <a:lnTo>
                    <a:pt x="1576321" y="1318113"/>
                  </a:lnTo>
                  <a:lnTo>
                    <a:pt x="1575250" y="1318732"/>
                  </a:lnTo>
                  <a:lnTo>
                    <a:pt x="1574178" y="1319352"/>
                  </a:lnTo>
                  <a:lnTo>
                    <a:pt x="1573107" y="1319971"/>
                  </a:lnTo>
                  <a:lnTo>
                    <a:pt x="1572035" y="1320589"/>
                  </a:lnTo>
                  <a:lnTo>
                    <a:pt x="1570963" y="1321207"/>
                  </a:lnTo>
                  <a:lnTo>
                    <a:pt x="1569892" y="1321825"/>
                  </a:lnTo>
                  <a:lnTo>
                    <a:pt x="1568820" y="1322443"/>
                  </a:lnTo>
                  <a:lnTo>
                    <a:pt x="1567749" y="1323060"/>
                  </a:lnTo>
                  <a:lnTo>
                    <a:pt x="1566677" y="1323677"/>
                  </a:lnTo>
                  <a:lnTo>
                    <a:pt x="1565605" y="1324294"/>
                  </a:lnTo>
                  <a:lnTo>
                    <a:pt x="1564534" y="1324910"/>
                  </a:lnTo>
                  <a:lnTo>
                    <a:pt x="1563462" y="1325526"/>
                  </a:lnTo>
                  <a:lnTo>
                    <a:pt x="1562391" y="1326141"/>
                  </a:lnTo>
                  <a:lnTo>
                    <a:pt x="1561319" y="1326756"/>
                  </a:lnTo>
                  <a:lnTo>
                    <a:pt x="1560247" y="1327371"/>
                  </a:lnTo>
                  <a:lnTo>
                    <a:pt x="1559176" y="1327985"/>
                  </a:lnTo>
                  <a:lnTo>
                    <a:pt x="1558104" y="1328599"/>
                  </a:lnTo>
                  <a:lnTo>
                    <a:pt x="1557033" y="1329213"/>
                  </a:lnTo>
                  <a:lnTo>
                    <a:pt x="1555961" y="1329826"/>
                  </a:lnTo>
                  <a:lnTo>
                    <a:pt x="1554889" y="1330439"/>
                  </a:lnTo>
                  <a:lnTo>
                    <a:pt x="1553818" y="1331052"/>
                  </a:lnTo>
                  <a:lnTo>
                    <a:pt x="1552746" y="1331664"/>
                  </a:lnTo>
                  <a:lnTo>
                    <a:pt x="1551675" y="1332276"/>
                  </a:lnTo>
                  <a:lnTo>
                    <a:pt x="1550603" y="1332887"/>
                  </a:lnTo>
                  <a:lnTo>
                    <a:pt x="1549531" y="1333498"/>
                  </a:lnTo>
                  <a:lnTo>
                    <a:pt x="1548460" y="1334109"/>
                  </a:lnTo>
                  <a:lnTo>
                    <a:pt x="1547388" y="1334719"/>
                  </a:lnTo>
                  <a:lnTo>
                    <a:pt x="1546317" y="1335328"/>
                  </a:lnTo>
                  <a:lnTo>
                    <a:pt x="1545245" y="1335938"/>
                  </a:lnTo>
                  <a:lnTo>
                    <a:pt x="1544173" y="1336547"/>
                  </a:lnTo>
                  <a:lnTo>
                    <a:pt x="1543102" y="1337155"/>
                  </a:lnTo>
                  <a:lnTo>
                    <a:pt x="1542030" y="1337763"/>
                  </a:lnTo>
                  <a:lnTo>
                    <a:pt x="1540959" y="1338371"/>
                  </a:lnTo>
                  <a:lnTo>
                    <a:pt x="1539887" y="1338978"/>
                  </a:lnTo>
                  <a:lnTo>
                    <a:pt x="1538815" y="1339585"/>
                  </a:lnTo>
                  <a:lnTo>
                    <a:pt x="1537744" y="1340191"/>
                  </a:lnTo>
                  <a:lnTo>
                    <a:pt x="1536672" y="1340797"/>
                  </a:lnTo>
                  <a:lnTo>
                    <a:pt x="1535601" y="1341403"/>
                  </a:lnTo>
                  <a:lnTo>
                    <a:pt x="1534529" y="1342008"/>
                  </a:lnTo>
                  <a:lnTo>
                    <a:pt x="1533457" y="1342612"/>
                  </a:lnTo>
                  <a:lnTo>
                    <a:pt x="1532386" y="1343216"/>
                  </a:lnTo>
                  <a:lnTo>
                    <a:pt x="1531314" y="1343820"/>
                  </a:lnTo>
                  <a:lnTo>
                    <a:pt x="1530243" y="1344423"/>
                  </a:lnTo>
                  <a:lnTo>
                    <a:pt x="1529171" y="1345026"/>
                  </a:lnTo>
                  <a:lnTo>
                    <a:pt x="1528099" y="1345628"/>
                  </a:lnTo>
                  <a:lnTo>
                    <a:pt x="1527028" y="1346230"/>
                  </a:lnTo>
                  <a:lnTo>
                    <a:pt x="1525956" y="1346831"/>
                  </a:lnTo>
                  <a:lnTo>
                    <a:pt x="1524885" y="1347432"/>
                  </a:lnTo>
                  <a:lnTo>
                    <a:pt x="1523813" y="1348032"/>
                  </a:lnTo>
                  <a:lnTo>
                    <a:pt x="1522741" y="1348632"/>
                  </a:lnTo>
                  <a:lnTo>
                    <a:pt x="1521670" y="1349231"/>
                  </a:lnTo>
                  <a:lnTo>
                    <a:pt x="1520598" y="1349830"/>
                  </a:lnTo>
                  <a:lnTo>
                    <a:pt x="1519527" y="1350428"/>
                  </a:lnTo>
                  <a:lnTo>
                    <a:pt x="1518455" y="1351026"/>
                  </a:lnTo>
                  <a:lnTo>
                    <a:pt x="1517383" y="1351624"/>
                  </a:lnTo>
                  <a:lnTo>
                    <a:pt x="1516312" y="1352220"/>
                  </a:lnTo>
                  <a:lnTo>
                    <a:pt x="1515240" y="1352817"/>
                  </a:lnTo>
                  <a:lnTo>
                    <a:pt x="1514169" y="1353412"/>
                  </a:lnTo>
                  <a:lnTo>
                    <a:pt x="1513097" y="1354008"/>
                  </a:lnTo>
                  <a:lnTo>
                    <a:pt x="1512025" y="1354602"/>
                  </a:lnTo>
                  <a:lnTo>
                    <a:pt x="1510954" y="1355196"/>
                  </a:lnTo>
                  <a:lnTo>
                    <a:pt x="1509882" y="1355790"/>
                  </a:lnTo>
                  <a:lnTo>
                    <a:pt x="1508811" y="1356383"/>
                  </a:lnTo>
                  <a:lnTo>
                    <a:pt x="1507739" y="1356976"/>
                  </a:lnTo>
                  <a:lnTo>
                    <a:pt x="1506667" y="1357567"/>
                  </a:lnTo>
                  <a:lnTo>
                    <a:pt x="1505596" y="1358159"/>
                  </a:lnTo>
                  <a:lnTo>
                    <a:pt x="1504524" y="1358750"/>
                  </a:lnTo>
                  <a:lnTo>
                    <a:pt x="1503453" y="1359340"/>
                  </a:lnTo>
                  <a:lnTo>
                    <a:pt x="1502381" y="1359930"/>
                  </a:lnTo>
                  <a:lnTo>
                    <a:pt x="1501309" y="1360519"/>
                  </a:lnTo>
                  <a:lnTo>
                    <a:pt x="1500238" y="1361107"/>
                  </a:lnTo>
                  <a:lnTo>
                    <a:pt x="1499166" y="1361695"/>
                  </a:lnTo>
                  <a:lnTo>
                    <a:pt x="1498095" y="1362283"/>
                  </a:lnTo>
                  <a:lnTo>
                    <a:pt x="1497023" y="1362870"/>
                  </a:lnTo>
                  <a:lnTo>
                    <a:pt x="1495951" y="1363456"/>
                  </a:lnTo>
                  <a:lnTo>
                    <a:pt x="1494880" y="1364042"/>
                  </a:lnTo>
                  <a:lnTo>
                    <a:pt x="1493808" y="1364627"/>
                  </a:lnTo>
                  <a:lnTo>
                    <a:pt x="1492737" y="1365211"/>
                  </a:lnTo>
                  <a:lnTo>
                    <a:pt x="1491665" y="1365795"/>
                  </a:lnTo>
                  <a:lnTo>
                    <a:pt x="1490593" y="1366378"/>
                  </a:lnTo>
                  <a:lnTo>
                    <a:pt x="1489522" y="1366961"/>
                  </a:lnTo>
                  <a:lnTo>
                    <a:pt x="1488450" y="1367543"/>
                  </a:lnTo>
                  <a:lnTo>
                    <a:pt x="1487379" y="1368124"/>
                  </a:lnTo>
                  <a:lnTo>
                    <a:pt x="1486307" y="1368705"/>
                  </a:lnTo>
                  <a:lnTo>
                    <a:pt x="1485235" y="1369285"/>
                  </a:lnTo>
                  <a:lnTo>
                    <a:pt x="1484164" y="1369864"/>
                  </a:lnTo>
                  <a:lnTo>
                    <a:pt x="1483092" y="1370443"/>
                  </a:lnTo>
                  <a:lnTo>
                    <a:pt x="1482021" y="1371021"/>
                  </a:lnTo>
                  <a:lnTo>
                    <a:pt x="1480949" y="1371599"/>
                  </a:lnTo>
                  <a:lnTo>
                    <a:pt x="1479877" y="1372176"/>
                  </a:lnTo>
                  <a:lnTo>
                    <a:pt x="1478806" y="1372752"/>
                  </a:lnTo>
                  <a:lnTo>
                    <a:pt x="1477734" y="1373327"/>
                  </a:lnTo>
                  <a:lnTo>
                    <a:pt x="1476663" y="1373902"/>
                  </a:lnTo>
                  <a:lnTo>
                    <a:pt x="1475591" y="1374477"/>
                  </a:lnTo>
                  <a:lnTo>
                    <a:pt x="1474519" y="1375050"/>
                  </a:lnTo>
                  <a:lnTo>
                    <a:pt x="1473448" y="1375623"/>
                  </a:lnTo>
                  <a:lnTo>
                    <a:pt x="1472376" y="1376195"/>
                  </a:lnTo>
                  <a:lnTo>
                    <a:pt x="1471305" y="1376767"/>
                  </a:lnTo>
                  <a:lnTo>
                    <a:pt x="1470233" y="1377337"/>
                  </a:lnTo>
                  <a:lnTo>
                    <a:pt x="1469161" y="1377908"/>
                  </a:lnTo>
                  <a:lnTo>
                    <a:pt x="1468090" y="1378477"/>
                  </a:lnTo>
                  <a:lnTo>
                    <a:pt x="1467018" y="1379046"/>
                  </a:lnTo>
                  <a:lnTo>
                    <a:pt x="1465947" y="1379614"/>
                  </a:lnTo>
                  <a:lnTo>
                    <a:pt x="1464875" y="1380181"/>
                  </a:lnTo>
                  <a:lnTo>
                    <a:pt x="1463803" y="1380748"/>
                  </a:lnTo>
                  <a:lnTo>
                    <a:pt x="1462732" y="1381313"/>
                  </a:lnTo>
                  <a:lnTo>
                    <a:pt x="1461660" y="1381879"/>
                  </a:lnTo>
                  <a:lnTo>
                    <a:pt x="1460589" y="1382443"/>
                  </a:lnTo>
                  <a:lnTo>
                    <a:pt x="1459517" y="1383007"/>
                  </a:lnTo>
                  <a:lnTo>
                    <a:pt x="1458445" y="1383570"/>
                  </a:lnTo>
                  <a:lnTo>
                    <a:pt x="1457374" y="1384132"/>
                  </a:lnTo>
                  <a:lnTo>
                    <a:pt x="1456302" y="1384693"/>
                  </a:lnTo>
                  <a:lnTo>
                    <a:pt x="1455231" y="1385254"/>
                  </a:lnTo>
                  <a:lnTo>
                    <a:pt x="1454159" y="1385814"/>
                  </a:lnTo>
                  <a:lnTo>
                    <a:pt x="1453087" y="1386373"/>
                  </a:lnTo>
                  <a:lnTo>
                    <a:pt x="1452016" y="1386932"/>
                  </a:lnTo>
                  <a:lnTo>
                    <a:pt x="1450944" y="1387490"/>
                  </a:lnTo>
                  <a:lnTo>
                    <a:pt x="1449873" y="1388047"/>
                  </a:lnTo>
                  <a:lnTo>
                    <a:pt x="1448801" y="1388603"/>
                  </a:lnTo>
                  <a:lnTo>
                    <a:pt x="1447729" y="1389158"/>
                  </a:lnTo>
                  <a:lnTo>
                    <a:pt x="1446658" y="1389713"/>
                  </a:lnTo>
                  <a:lnTo>
                    <a:pt x="1445586" y="1390267"/>
                  </a:lnTo>
                  <a:lnTo>
                    <a:pt x="1444515" y="1390820"/>
                  </a:lnTo>
                  <a:lnTo>
                    <a:pt x="1443443" y="1391372"/>
                  </a:lnTo>
                  <a:lnTo>
                    <a:pt x="1442371" y="1391924"/>
                  </a:lnTo>
                  <a:lnTo>
                    <a:pt x="1441300" y="1392474"/>
                  </a:lnTo>
                  <a:lnTo>
                    <a:pt x="1440228" y="1393024"/>
                  </a:lnTo>
                  <a:lnTo>
                    <a:pt x="1439157" y="1393573"/>
                  </a:lnTo>
                  <a:lnTo>
                    <a:pt x="1438085" y="1394122"/>
                  </a:lnTo>
                  <a:lnTo>
                    <a:pt x="1437013" y="1394669"/>
                  </a:lnTo>
                  <a:lnTo>
                    <a:pt x="1435942" y="1395216"/>
                  </a:lnTo>
                  <a:lnTo>
                    <a:pt x="1434870" y="1395762"/>
                  </a:lnTo>
                  <a:lnTo>
                    <a:pt x="1433799" y="1396307"/>
                  </a:lnTo>
                  <a:lnTo>
                    <a:pt x="1432727" y="1396851"/>
                  </a:lnTo>
                  <a:lnTo>
                    <a:pt x="1431655" y="1397394"/>
                  </a:lnTo>
                  <a:lnTo>
                    <a:pt x="1430584" y="1397937"/>
                  </a:lnTo>
                  <a:lnTo>
                    <a:pt x="1429512" y="1398479"/>
                  </a:lnTo>
                  <a:lnTo>
                    <a:pt x="1428441" y="1399020"/>
                  </a:lnTo>
                  <a:lnTo>
                    <a:pt x="1427369" y="1399560"/>
                  </a:lnTo>
                  <a:lnTo>
                    <a:pt x="1426297" y="1400099"/>
                  </a:lnTo>
                  <a:lnTo>
                    <a:pt x="1425226" y="1400637"/>
                  </a:lnTo>
                  <a:lnTo>
                    <a:pt x="1424154" y="1401175"/>
                  </a:lnTo>
                  <a:lnTo>
                    <a:pt x="1423083" y="1401711"/>
                  </a:lnTo>
                  <a:lnTo>
                    <a:pt x="1422011" y="1402247"/>
                  </a:lnTo>
                  <a:lnTo>
                    <a:pt x="1420939" y="1402782"/>
                  </a:lnTo>
                  <a:lnTo>
                    <a:pt x="1419868" y="1403316"/>
                  </a:lnTo>
                  <a:lnTo>
                    <a:pt x="1418796" y="1403849"/>
                  </a:lnTo>
                  <a:lnTo>
                    <a:pt x="1417725" y="1404382"/>
                  </a:lnTo>
                  <a:lnTo>
                    <a:pt x="1416653" y="1404913"/>
                  </a:lnTo>
                  <a:lnTo>
                    <a:pt x="1415582" y="1405444"/>
                  </a:lnTo>
                  <a:lnTo>
                    <a:pt x="1414510" y="1405973"/>
                  </a:lnTo>
                  <a:lnTo>
                    <a:pt x="1413438" y="1406502"/>
                  </a:lnTo>
                  <a:lnTo>
                    <a:pt x="1412367" y="1407030"/>
                  </a:lnTo>
                  <a:lnTo>
                    <a:pt x="1411295" y="1407557"/>
                  </a:lnTo>
                  <a:lnTo>
                    <a:pt x="1410224" y="1408083"/>
                  </a:lnTo>
                  <a:lnTo>
                    <a:pt x="1409152" y="1408608"/>
                  </a:lnTo>
                  <a:lnTo>
                    <a:pt x="1408080" y="1409133"/>
                  </a:lnTo>
                  <a:lnTo>
                    <a:pt x="1407009" y="1409656"/>
                  </a:lnTo>
                  <a:lnTo>
                    <a:pt x="1405937" y="1410179"/>
                  </a:lnTo>
                  <a:lnTo>
                    <a:pt x="1404866" y="1410700"/>
                  </a:lnTo>
                  <a:lnTo>
                    <a:pt x="1403794" y="1411221"/>
                  </a:lnTo>
                  <a:lnTo>
                    <a:pt x="1402722" y="1411741"/>
                  </a:lnTo>
                  <a:lnTo>
                    <a:pt x="1401651" y="1412259"/>
                  </a:lnTo>
                  <a:lnTo>
                    <a:pt x="1400579" y="1412777"/>
                  </a:lnTo>
                  <a:lnTo>
                    <a:pt x="1399508" y="1413294"/>
                  </a:lnTo>
                  <a:lnTo>
                    <a:pt x="1398436" y="1413810"/>
                  </a:lnTo>
                  <a:lnTo>
                    <a:pt x="1397364" y="1414326"/>
                  </a:lnTo>
                  <a:lnTo>
                    <a:pt x="1396293" y="1414840"/>
                  </a:lnTo>
                  <a:lnTo>
                    <a:pt x="1395221" y="1415353"/>
                  </a:lnTo>
                  <a:lnTo>
                    <a:pt x="1394150" y="1415865"/>
                  </a:lnTo>
                  <a:lnTo>
                    <a:pt x="1393078" y="1416377"/>
                  </a:lnTo>
                  <a:lnTo>
                    <a:pt x="1392006" y="1416887"/>
                  </a:lnTo>
                  <a:lnTo>
                    <a:pt x="1390935" y="1417396"/>
                  </a:lnTo>
                  <a:lnTo>
                    <a:pt x="1389863" y="1417905"/>
                  </a:lnTo>
                  <a:lnTo>
                    <a:pt x="1388792" y="1418412"/>
                  </a:lnTo>
                  <a:lnTo>
                    <a:pt x="1387720" y="1418919"/>
                  </a:lnTo>
                  <a:lnTo>
                    <a:pt x="1386648" y="1419425"/>
                  </a:lnTo>
                  <a:lnTo>
                    <a:pt x="1385577" y="1420015"/>
                  </a:lnTo>
                  <a:lnTo>
                    <a:pt x="1384505" y="1420667"/>
                  </a:lnTo>
                  <a:lnTo>
                    <a:pt x="1383434" y="1421320"/>
                  </a:lnTo>
                  <a:lnTo>
                    <a:pt x="1382362" y="1421971"/>
                  </a:lnTo>
                  <a:lnTo>
                    <a:pt x="1381290" y="1422622"/>
                  </a:lnTo>
                  <a:lnTo>
                    <a:pt x="1380219" y="1423273"/>
                  </a:lnTo>
                  <a:lnTo>
                    <a:pt x="1379147" y="1423924"/>
                  </a:lnTo>
                  <a:lnTo>
                    <a:pt x="1378076" y="1424573"/>
                  </a:lnTo>
                  <a:lnTo>
                    <a:pt x="1377004" y="1425223"/>
                  </a:lnTo>
                  <a:lnTo>
                    <a:pt x="1375932" y="1425872"/>
                  </a:lnTo>
                  <a:lnTo>
                    <a:pt x="1374861" y="1426520"/>
                  </a:lnTo>
                  <a:lnTo>
                    <a:pt x="1373789" y="1427168"/>
                  </a:lnTo>
                  <a:lnTo>
                    <a:pt x="1372718" y="1427816"/>
                  </a:lnTo>
                  <a:lnTo>
                    <a:pt x="1371646" y="1428463"/>
                  </a:lnTo>
                  <a:lnTo>
                    <a:pt x="1370574" y="1429110"/>
                  </a:lnTo>
                  <a:lnTo>
                    <a:pt x="1369503" y="1429756"/>
                  </a:lnTo>
                  <a:lnTo>
                    <a:pt x="1368431" y="1430402"/>
                  </a:lnTo>
                  <a:lnTo>
                    <a:pt x="1367360" y="1431047"/>
                  </a:lnTo>
                  <a:lnTo>
                    <a:pt x="1366288" y="1431692"/>
                  </a:lnTo>
                  <a:lnTo>
                    <a:pt x="1365216" y="1432337"/>
                  </a:lnTo>
                  <a:lnTo>
                    <a:pt x="1364145" y="1432981"/>
                  </a:lnTo>
                  <a:lnTo>
                    <a:pt x="1363073" y="1433624"/>
                  </a:lnTo>
                  <a:lnTo>
                    <a:pt x="1362002" y="1434267"/>
                  </a:lnTo>
                  <a:lnTo>
                    <a:pt x="1360930" y="1434910"/>
                  </a:lnTo>
                  <a:lnTo>
                    <a:pt x="1359858" y="1435552"/>
                  </a:lnTo>
                  <a:lnTo>
                    <a:pt x="1358787" y="1436194"/>
                  </a:lnTo>
                  <a:lnTo>
                    <a:pt x="1357715" y="1436835"/>
                  </a:lnTo>
                  <a:lnTo>
                    <a:pt x="1356644" y="1437476"/>
                  </a:lnTo>
                  <a:lnTo>
                    <a:pt x="1355572" y="1438117"/>
                  </a:lnTo>
                  <a:lnTo>
                    <a:pt x="1354500" y="1438757"/>
                  </a:lnTo>
                  <a:lnTo>
                    <a:pt x="1353429" y="1439397"/>
                  </a:lnTo>
                  <a:lnTo>
                    <a:pt x="1352357" y="1440036"/>
                  </a:lnTo>
                  <a:lnTo>
                    <a:pt x="1351286" y="1440674"/>
                  </a:lnTo>
                  <a:lnTo>
                    <a:pt x="1350214" y="1441313"/>
                  </a:lnTo>
                  <a:lnTo>
                    <a:pt x="1349142" y="1441951"/>
                  </a:lnTo>
                  <a:lnTo>
                    <a:pt x="1348071" y="1442588"/>
                  </a:lnTo>
                  <a:lnTo>
                    <a:pt x="1346999" y="1443225"/>
                  </a:lnTo>
                  <a:lnTo>
                    <a:pt x="1345928" y="1443861"/>
                  </a:lnTo>
                  <a:lnTo>
                    <a:pt x="1344856" y="1444497"/>
                  </a:lnTo>
                  <a:lnTo>
                    <a:pt x="1343784" y="1445133"/>
                  </a:lnTo>
                  <a:lnTo>
                    <a:pt x="1342713" y="1445768"/>
                  </a:lnTo>
                  <a:lnTo>
                    <a:pt x="1341641" y="1446403"/>
                  </a:lnTo>
                  <a:lnTo>
                    <a:pt x="1340570" y="1447037"/>
                  </a:lnTo>
                  <a:lnTo>
                    <a:pt x="1339498" y="1447671"/>
                  </a:lnTo>
                  <a:lnTo>
                    <a:pt x="1338426" y="1448305"/>
                  </a:lnTo>
                  <a:lnTo>
                    <a:pt x="1337355" y="1448938"/>
                  </a:lnTo>
                  <a:lnTo>
                    <a:pt x="1336283" y="1449570"/>
                  </a:lnTo>
                  <a:lnTo>
                    <a:pt x="1335212" y="1450202"/>
                  </a:lnTo>
                  <a:lnTo>
                    <a:pt x="1334140" y="1450834"/>
                  </a:lnTo>
                  <a:lnTo>
                    <a:pt x="1333068" y="1451465"/>
                  </a:lnTo>
                  <a:lnTo>
                    <a:pt x="1331997" y="1452096"/>
                  </a:lnTo>
                  <a:lnTo>
                    <a:pt x="1330925" y="1452726"/>
                  </a:lnTo>
                  <a:lnTo>
                    <a:pt x="1329854" y="1453356"/>
                  </a:lnTo>
                  <a:lnTo>
                    <a:pt x="1328782" y="1453985"/>
                  </a:lnTo>
                  <a:lnTo>
                    <a:pt x="1327710" y="1454614"/>
                  </a:lnTo>
                  <a:lnTo>
                    <a:pt x="1326639" y="1455243"/>
                  </a:lnTo>
                  <a:lnTo>
                    <a:pt x="1325567" y="1455871"/>
                  </a:lnTo>
                  <a:lnTo>
                    <a:pt x="1324496" y="1456498"/>
                  </a:lnTo>
                  <a:lnTo>
                    <a:pt x="1323424" y="1457125"/>
                  </a:lnTo>
                  <a:lnTo>
                    <a:pt x="1322352" y="1457752"/>
                  </a:lnTo>
                  <a:lnTo>
                    <a:pt x="1321281" y="1458378"/>
                  </a:lnTo>
                  <a:lnTo>
                    <a:pt x="1320209" y="1459004"/>
                  </a:lnTo>
                  <a:lnTo>
                    <a:pt x="1319138" y="1459629"/>
                  </a:lnTo>
                  <a:lnTo>
                    <a:pt x="1318066" y="1460254"/>
                  </a:lnTo>
                  <a:lnTo>
                    <a:pt x="1316994" y="1460879"/>
                  </a:lnTo>
                  <a:lnTo>
                    <a:pt x="1315923" y="1461503"/>
                  </a:lnTo>
                  <a:lnTo>
                    <a:pt x="1314851" y="1462126"/>
                  </a:lnTo>
                  <a:lnTo>
                    <a:pt x="1313780" y="1462749"/>
                  </a:lnTo>
                  <a:lnTo>
                    <a:pt x="1312708" y="1463372"/>
                  </a:lnTo>
                  <a:lnTo>
                    <a:pt x="1311636" y="1463994"/>
                  </a:lnTo>
                  <a:lnTo>
                    <a:pt x="1310565" y="1464616"/>
                  </a:lnTo>
                  <a:lnTo>
                    <a:pt x="1309493" y="1465237"/>
                  </a:lnTo>
                  <a:lnTo>
                    <a:pt x="1308422" y="1465858"/>
                  </a:lnTo>
                  <a:lnTo>
                    <a:pt x="1307350" y="1466478"/>
                  </a:lnTo>
                  <a:lnTo>
                    <a:pt x="1306278" y="1467098"/>
                  </a:lnTo>
                  <a:lnTo>
                    <a:pt x="1305207" y="1467718"/>
                  </a:lnTo>
                  <a:lnTo>
                    <a:pt x="1304135" y="1468336"/>
                  </a:lnTo>
                  <a:lnTo>
                    <a:pt x="1303064" y="1468955"/>
                  </a:lnTo>
                  <a:lnTo>
                    <a:pt x="1301992" y="1469573"/>
                  </a:lnTo>
                  <a:lnTo>
                    <a:pt x="1300920" y="1470191"/>
                  </a:lnTo>
                  <a:lnTo>
                    <a:pt x="1299849" y="1470808"/>
                  </a:lnTo>
                  <a:lnTo>
                    <a:pt x="1298777" y="1471424"/>
                  </a:lnTo>
                  <a:lnTo>
                    <a:pt x="1297706" y="1472040"/>
                  </a:lnTo>
                  <a:lnTo>
                    <a:pt x="1296634" y="1472656"/>
                  </a:lnTo>
                  <a:lnTo>
                    <a:pt x="1295562" y="1473271"/>
                  </a:lnTo>
                  <a:lnTo>
                    <a:pt x="1294491" y="1473886"/>
                  </a:lnTo>
                  <a:lnTo>
                    <a:pt x="1293419" y="1474500"/>
                  </a:lnTo>
                  <a:lnTo>
                    <a:pt x="1292348" y="1475114"/>
                  </a:lnTo>
                  <a:lnTo>
                    <a:pt x="1291276" y="1475727"/>
                  </a:lnTo>
                  <a:lnTo>
                    <a:pt x="1290204" y="1476340"/>
                  </a:lnTo>
                  <a:lnTo>
                    <a:pt x="1289133" y="1476953"/>
                  </a:lnTo>
                  <a:lnTo>
                    <a:pt x="1288061" y="1477565"/>
                  </a:lnTo>
                  <a:lnTo>
                    <a:pt x="1286990" y="1478176"/>
                  </a:lnTo>
                  <a:lnTo>
                    <a:pt x="1285918" y="1478787"/>
                  </a:lnTo>
                  <a:lnTo>
                    <a:pt x="1284846" y="1479398"/>
                  </a:lnTo>
                  <a:lnTo>
                    <a:pt x="1283775" y="1480008"/>
                  </a:lnTo>
                  <a:lnTo>
                    <a:pt x="1282703" y="1480617"/>
                  </a:lnTo>
                  <a:lnTo>
                    <a:pt x="1281632" y="1481226"/>
                  </a:lnTo>
                  <a:lnTo>
                    <a:pt x="1280560" y="1481835"/>
                  </a:lnTo>
                  <a:lnTo>
                    <a:pt x="1279488" y="1482443"/>
                  </a:lnTo>
                  <a:lnTo>
                    <a:pt x="1278417" y="1483051"/>
                  </a:lnTo>
                  <a:lnTo>
                    <a:pt x="1277345" y="1483658"/>
                  </a:lnTo>
                  <a:lnTo>
                    <a:pt x="1276274" y="1484264"/>
                  </a:lnTo>
                  <a:lnTo>
                    <a:pt x="1275202" y="1484871"/>
                  </a:lnTo>
                  <a:lnTo>
                    <a:pt x="1274130" y="1485476"/>
                  </a:lnTo>
                  <a:lnTo>
                    <a:pt x="1273059" y="1486081"/>
                  </a:lnTo>
                  <a:lnTo>
                    <a:pt x="1271987" y="1486686"/>
                  </a:lnTo>
                  <a:lnTo>
                    <a:pt x="1270916" y="1487290"/>
                  </a:lnTo>
                  <a:lnTo>
                    <a:pt x="1269844" y="1487894"/>
                  </a:lnTo>
                  <a:lnTo>
                    <a:pt x="1268772" y="1488497"/>
                  </a:lnTo>
                  <a:lnTo>
                    <a:pt x="1267701" y="1489100"/>
                  </a:lnTo>
                  <a:lnTo>
                    <a:pt x="1266629" y="1489702"/>
                  </a:lnTo>
                  <a:lnTo>
                    <a:pt x="1265558" y="1490304"/>
                  </a:lnTo>
                  <a:lnTo>
                    <a:pt x="1264486" y="1490905"/>
                  </a:lnTo>
                  <a:lnTo>
                    <a:pt x="1263414" y="1491506"/>
                  </a:lnTo>
                  <a:lnTo>
                    <a:pt x="1262343" y="1492107"/>
                  </a:lnTo>
                  <a:lnTo>
                    <a:pt x="1261271" y="1492706"/>
                  </a:lnTo>
                  <a:lnTo>
                    <a:pt x="1260200" y="1493306"/>
                  </a:lnTo>
                  <a:lnTo>
                    <a:pt x="1259128" y="1493904"/>
                  </a:lnTo>
                  <a:lnTo>
                    <a:pt x="1258056" y="1494503"/>
                  </a:lnTo>
                  <a:lnTo>
                    <a:pt x="1256985" y="1495101"/>
                  </a:lnTo>
                  <a:lnTo>
                    <a:pt x="1255913" y="1495698"/>
                  </a:lnTo>
                  <a:lnTo>
                    <a:pt x="1254842" y="1496295"/>
                  </a:lnTo>
                  <a:lnTo>
                    <a:pt x="1253770" y="1496891"/>
                  </a:lnTo>
                  <a:lnTo>
                    <a:pt x="1252698" y="1497487"/>
                  </a:lnTo>
                  <a:lnTo>
                    <a:pt x="1251627" y="1498082"/>
                  </a:lnTo>
                  <a:lnTo>
                    <a:pt x="1250555" y="1498677"/>
                  </a:lnTo>
                  <a:lnTo>
                    <a:pt x="1249484" y="1499271"/>
                  </a:lnTo>
                  <a:lnTo>
                    <a:pt x="1248412" y="1499865"/>
                  </a:lnTo>
                  <a:lnTo>
                    <a:pt x="1247340" y="1500458"/>
                  </a:lnTo>
                  <a:lnTo>
                    <a:pt x="1246269" y="1501051"/>
                  </a:lnTo>
                  <a:lnTo>
                    <a:pt x="1245197" y="1501643"/>
                  </a:lnTo>
                  <a:lnTo>
                    <a:pt x="1244126" y="1502235"/>
                  </a:lnTo>
                  <a:lnTo>
                    <a:pt x="1243054" y="1502826"/>
                  </a:lnTo>
                  <a:lnTo>
                    <a:pt x="1241983" y="1503417"/>
                  </a:lnTo>
                  <a:lnTo>
                    <a:pt x="1240911" y="1504007"/>
                  </a:lnTo>
                  <a:lnTo>
                    <a:pt x="1239839" y="1504597"/>
                  </a:lnTo>
                  <a:lnTo>
                    <a:pt x="1238768" y="1505186"/>
                  </a:lnTo>
                  <a:lnTo>
                    <a:pt x="1237696" y="1505775"/>
                  </a:lnTo>
                  <a:lnTo>
                    <a:pt x="1236625" y="1506363"/>
                  </a:lnTo>
                  <a:lnTo>
                    <a:pt x="1235553" y="1506951"/>
                  </a:lnTo>
                  <a:lnTo>
                    <a:pt x="1234481" y="1507538"/>
                  </a:lnTo>
                  <a:lnTo>
                    <a:pt x="1233410" y="1508125"/>
                  </a:lnTo>
                  <a:lnTo>
                    <a:pt x="1232338" y="1508711"/>
                  </a:lnTo>
                  <a:lnTo>
                    <a:pt x="1231267" y="1509296"/>
                  </a:lnTo>
                  <a:lnTo>
                    <a:pt x="1230195" y="1509881"/>
                  </a:lnTo>
                  <a:lnTo>
                    <a:pt x="1229123" y="1510466"/>
                  </a:lnTo>
                  <a:lnTo>
                    <a:pt x="1228052" y="1511050"/>
                  </a:lnTo>
                  <a:lnTo>
                    <a:pt x="1226980" y="1511633"/>
                  </a:lnTo>
                  <a:lnTo>
                    <a:pt x="1225909" y="1512216"/>
                  </a:lnTo>
                  <a:lnTo>
                    <a:pt x="1224837" y="1512799"/>
                  </a:lnTo>
                  <a:lnTo>
                    <a:pt x="1223765" y="1513381"/>
                  </a:lnTo>
                  <a:lnTo>
                    <a:pt x="1222694" y="1513962"/>
                  </a:lnTo>
                  <a:lnTo>
                    <a:pt x="1221622" y="1514543"/>
                  </a:lnTo>
                  <a:lnTo>
                    <a:pt x="1220551" y="1515123"/>
                  </a:lnTo>
                  <a:lnTo>
                    <a:pt x="1219479" y="1515703"/>
                  </a:lnTo>
                  <a:lnTo>
                    <a:pt x="1218407" y="1516282"/>
                  </a:lnTo>
                  <a:lnTo>
                    <a:pt x="1217336" y="1516861"/>
                  </a:lnTo>
                  <a:lnTo>
                    <a:pt x="1216264" y="1517439"/>
                  </a:lnTo>
                  <a:lnTo>
                    <a:pt x="1215193" y="1518017"/>
                  </a:lnTo>
                  <a:lnTo>
                    <a:pt x="1214121" y="1518594"/>
                  </a:lnTo>
                  <a:lnTo>
                    <a:pt x="1213049" y="1519171"/>
                  </a:lnTo>
                  <a:lnTo>
                    <a:pt x="1211978" y="1519747"/>
                  </a:lnTo>
                  <a:lnTo>
                    <a:pt x="1210906" y="1520322"/>
                  </a:lnTo>
                  <a:lnTo>
                    <a:pt x="1209835" y="1520897"/>
                  </a:lnTo>
                  <a:lnTo>
                    <a:pt x="1208763" y="1521472"/>
                  </a:lnTo>
                  <a:lnTo>
                    <a:pt x="1207691" y="1522046"/>
                  </a:lnTo>
                  <a:lnTo>
                    <a:pt x="1206620" y="1522619"/>
                  </a:lnTo>
                  <a:lnTo>
                    <a:pt x="1205548" y="1523192"/>
                  </a:lnTo>
                  <a:lnTo>
                    <a:pt x="1204477" y="1523764"/>
                  </a:lnTo>
                  <a:lnTo>
                    <a:pt x="1203405" y="1524336"/>
                  </a:lnTo>
                  <a:lnTo>
                    <a:pt x="1202333" y="1524907"/>
                  </a:lnTo>
                  <a:lnTo>
                    <a:pt x="1201262" y="1525478"/>
                  </a:lnTo>
                  <a:lnTo>
                    <a:pt x="1200190" y="1526048"/>
                  </a:lnTo>
                  <a:lnTo>
                    <a:pt x="1199119" y="1526617"/>
                  </a:lnTo>
                  <a:lnTo>
                    <a:pt x="1198047" y="1527186"/>
                  </a:lnTo>
                  <a:lnTo>
                    <a:pt x="1196975" y="1527755"/>
                  </a:lnTo>
                  <a:lnTo>
                    <a:pt x="1195904" y="1528323"/>
                  </a:lnTo>
                  <a:lnTo>
                    <a:pt x="1194832" y="1528890"/>
                  </a:lnTo>
                  <a:lnTo>
                    <a:pt x="1193761" y="1529457"/>
                  </a:lnTo>
                  <a:lnTo>
                    <a:pt x="1192689" y="1530023"/>
                  </a:lnTo>
                  <a:lnTo>
                    <a:pt x="1191617" y="1530589"/>
                  </a:lnTo>
                  <a:lnTo>
                    <a:pt x="1190546" y="1531154"/>
                  </a:lnTo>
                  <a:lnTo>
                    <a:pt x="1189474" y="1531719"/>
                  </a:lnTo>
                  <a:lnTo>
                    <a:pt x="1188403" y="1532283"/>
                  </a:lnTo>
                  <a:lnTo>
                    <a:pt x="1187331" y="1532846"/>
                  </a:lnTo>
                  <a:lnTo>
                    <a:pt x="1186259" y="1533409"/>
                  </a:lnTo>
                  <a:lnTo>
                    <a:pt x="1185188" y="1533972"/>
                  </a:lnTo>
                  <a:lnTo>
                    <a:pt x="1184116" y="1534534"/>
                  </a:lnTo>
                  <a:lnTo>
                    <a:pt x="1183045" y="1535095"/>
                  </a:lnTo>
                  <a:lnTo>
                    <a:pt x="1181973" y="1535656"/>
                  </a:lnTo>
                  <a:lnTo>
                    <a:pt x="1180901" y="1536216"/>
                  </a:lnTo>
                  <a:lnTo>
                    <a:pt x="1179830" y="1536776"/>
                  </a:lnTo>
                  <a:lnTo>
                    <a:pt x="1178758" y="1537335"/>
                  </a:lnTo>
                  <a:lnTo>
                    <a:pt x="1177687" y="1537893"/>
                  </a:lnTo>
                  <a:lnTo>
                    <a:pt x="1176615" y="1538451"/>
                  </a:lnTo>
                  <a:lnTo>
                    <a:pt x="1175543" y="1539009"/>
                  </a:lnTo>
                  <a:lnTo>
                    <a:pt x="1174472" y="1539565"/>
                  </a:lnTo>
                  <a:lnTo>
                    <a:pt x="1173400" y="1540122"/>
                  </a:lnTo>
                  <a:lnTo>
                    <a:pt x="1172329" y="1540677"/>
                  </a:lnTo>
                  <a:lnTo>
                    <a:pt x="1171257" y="1541232"/>
                  </a:lnTo>
                  <a:lnTo>
                    <a:pt x="1170185" y="1541787"/>
                  </a:lnTo>
                  <a:lnTo>
                    <a:pt x="1169114" y="1542341"/>
                  </a:lnTo>
                  <a:lnTo>
                    <a:pt x="1168042" y="1542894"/>
                  </a:lnTo>
                  <a:lnTo>
                    <a:pt x="1166971" y="1543447"/>
                  </a:lnTo>
                  <a:lnTo>
                    <a:pt x="1165899" y="1544000"/>
                  </a:lnTo>
                  <a:lnTo>
                    <a:pt x="1164827" y="1544551"/>
                  </a:lnTo>
                  <a:lnTo>
                    <a:pt x="1163756" y="1545103"/>
                  </a:lnTo>
                  <a:lnTo>
                    <a:pt x="1162684" y="1545653"/>
                  </a:lnTo>
                  <a:lnTo>
                    <a:pt x="1161613" y="1546203"/>
                  </a:lnTo>
                  <a:lnTo>
                    <a:pt x="1160541" y="1546753"/>
                  </a:lnTo>
                  <a:lnTo>
                    <a:pt x="1159469" y="1547301"/>
                  </a:lnTo>
                  <a:lnTo>
                    <a:pt x="1158398" y="1547850"/>
                  </a:lnTo>
                  <a:lnTo>
                    <a:pt x="1157326" y="1548398"/>
                  </a:lnTo>
                  <a:lnTo>
                    <a:pt x="1156255" y="1548945"/>
                  </a:lnTo>
                  <a:lnTo>
                    <a:pt x="1155183" y="1549491"/>
                  </a:lnTo>
                  <a:lnTo>
                    <a:pt x="1154111" y="1550037"/>
                  </a:lnTo>
                  <a:lnTo>
                    <a:pt x="1153040" y="1550583"/>
                  </a:lnTo>
                  <a:lnTo>
                    <a:pt x="1151968" y="1551128"/>
                  </a:lnTo>
                  <a:lnTo>
                    <a:pt x="1150897" y="1551672"/>
                  </a:lnTo>
                  <a:lnTo>
                    <a:pt x="1149825" y="1552216"/>
                  </a:lnTo>
                  <a:lnTo>
                    <a:pt x="1148753" y="1552759"/>
                  </a:lnTo>
                  <a:lnTo>
                    <a:pt x="1147682" y="1553301"/>
                  </a:lnTo>
                  <a:lnTo>
                    <a:pt x="1146610" y="1553843"/>
                  </a:lnTo>
                  <a:lnTo>
                    <a:pt x="1145539" y="1554385"/>
                  </a:lnTo>
                  <a:lnTo>
                    <a:pt x="1144467" y="1554925"/>
                  </a:lnTo>
                  <a:lnTo>
                    <a:pt x="1143395" y="1555466"/>
                  </a:lnTo>
                  <a:lnTo>
                    <a:pt x="1142324" y="1556005"/>
                  </a:lnTo>
                  <a:lnTo>
                    <a:pt x="1141252" y="1556544"/>
                  </a:lnTo>
                  <a:lnTo>
                    <a:pt x="1140181" y="1557083"/>
                  </a:lnTo>
                  <a:lnTo>
                    <a:pt x="1139109" y="1557621"/>
                  </a:lnTo>
                  <a:lnTo>
                    <a:pt x="1138037" y="1558158"/>
                  </a:lnTo>
                  <a:lnTo>
                    <a:pt x="1136966" y="1558695"/>
                  </a:lnTo>
                  <a:lnTo>
                    <a:pt x="1135894" y="1559231"/>
                  </a:lnTo>
                  <a:lnTo>
                    <a:pt x="1134823" y="1559767"/>
                  </a:lnTo>
                  <a:lnTo>
                    <a:pt x="1133751" y="1560302"/>
                  </a:lnTo>
                  <a:lnTo>
                    <a:pt x="1132679" y="1560836"/>
                  </a:lnTo>
                  <a:lnTo>
                    <a:pt x="1131608" y="1561370"/>
                  </a:lnTo>
                  <a:lnTo>
                    <a:pt x="1130536" y="1561903"/>
                  </a:lnTo>
                  <a:lnTo>
                    <a:pt x="1129465" y="1562436"/>
                  </a:lnTo>
                  <a:lnTo>
                    <a:pt x="1128393" y="1562968"/>
                  </a:lnTo>
                  <a:lnTo>
                    <a:pt x="1127321" y="1563499"/>
                  </a:lnTo>
                  <a:lnTo>
                    <a:pt x="1126250" y="1564030"/>
                  </a:lnTo>
                  <a:lnTo>
                    <a:pt x="1125178" y="1564560"/>
                  </a:lnTo>
                  <a:lnTo>
                    <a:pt x="1124107" y="1565090"/>
                  </a:lnTo>
                  <a:lnTo>
                    <a:pt x="1123035" y="1565619"/>
                  </a:lnTo>
                  <a:lnTo>
                    <a:pt x="1121963" y="1566148"/>
                  </a:lnTo>
                  <a:lnTo>
                    <a:pt x="1120892" y="1566675"/>
                  </a:lnTo>
                  <a:lnTo>
                    <a:pt x="1119820" y="1567203"/>
                  </a:lnTo>
                  <a:lnTo>
                    <a:pt x="1118749" y="1567729"/>
                  </a:lnTo>
                  <a:lnTo>
                    <a:pt x="1117677" y="1568256"/>
                  </a:lnTo>
                  <a:lnTo>
                    <a:pt x="1116605" y="1568781"/>
                  </a:lnTo>
                  <a:lnTo>
                    <a:pt x="1115534" y="1569306"/>
                  </a:lnTo>
                  <a:lnTo>
                    <a:pt x="1114462" y="1569830"/>
                  </a:lnTo>
                  <a:lnTo>
                    <a:pt x="1113391" y="1570354"/>
                  </a:lnTo>
                  <a:lnTo>
                    <a:pt x="1112319" y="1570877"/>
                  </a:lnTo>
                  <a:lnTo>
                    <a:pt x="1111247" y="1571400"/>
                  </a:lnTo>
                  <a:lnTo>
                    <a:pt x="1110176" y="1571922"/>
                  </a:lnTo>
                  <a:lnTo>
                    <a:pt x="1109104" y="1572443"/>
                  </a:lnTo>
                  <a:lnTo>
                    <a:pt x="1108033" y="1572964"/>
                  </a:lnTo>
                  <a:lnTo>
                    <a:pt x="1106961" y="1573484"/>
                  </a:lnTo>
                  <a:lnTo>
                    <a:pt x="1105889" y="1574004"/>
                  </a:lnTo>
                  <a:lnTo>
                    <a:pt x="1104818" y="1574523"/>
                  </a:lnTo>
                  <a:lnTo>
                    <a:pt x="1103746" y="1575041"/>
                  </a:lnTo>
                  <a:lnTo>
                    <a:pt x="1102675" y="1575559"/>
                  </a:lnTo>
                  <a:lnTo>
                    <a:pt x="1101603" y="1576076"/>
                  </a:lnTo>
                  <a:lnTo>
                    <a:pt x="1100531" y="1576593"/>
                  </a:lnTo>
                  <a:lnTo>
                    <a:pt x="1099460" y="1577109"/>
                  </a:lnTo>
                  <a:lnTo>
                    <a:pt x="1098388" y="1577624"/>
                  </a:lnTo>
                  <a:lnTo>
                    <a:pt x="1097317" y="1578139"/>
                  </a:lnTo>
                  <a:lnTo>
                    <a:pt x="1096245" y="1578653"/>
                  </a:lnTo>
                  <a:lnTo>
                    <a:pt x="1095173" y="1579167"/>
                  </a:lnTo>
                  <a:lnTo>
                    <a:pt x="1094102" y="1579680"/>
                  </a:lnTo>
                  <a:lnTo>
                    <a:pt x="1093030" y="1580192"/>
                  </a:lnTo>
                  <a:lnTo>
                    <a:pt x="1091959" y="1580704"/>
                  </a:lnTo>
                  <a:lnTo>
                    <a:pt x="1090887" y="1581215"/>
                  </a:lnTo>
                  <a:lnTo>
                    <a:pt x="1089815" y="1581726"/>
                  </a:lnTo>
                  <a:lnTo>
                    <a:pt x="1088744" y="1582236"/>
                  </a:lnTo>
                  <a:lnTo>
                    <a:pt x="1087672" y="1582745"/>
                  </a:lnTo>
                  <a:lnTo>
                    <a:pt x="1086601" y="1583254"/>
                  </a:lnTo>
                  <a:lnTo>
                    <a:pt x="1085529" y="1583762"/>
                  </a:lnTo>
                  <a:lnTo>
                    <a:pt x="1084457" y="1584269"/>
                  </a:lnTo>
                  <a:lnTo>
                    <a:pt x="1083386" y="1584776"/>
                  </a:lnTo>
                  <a:lnTo>
                    <a:pt x="1082314" y="1585283"/>
                  </a:lnTo>
                  <a:lnTo>
                    <a:pt x="1081243" y="1585788"/>
                  </a:lnTo>
                  <a:lnTo>
                    <a:pt x="1080171" y="1586294"/>
                  </a:lnTo>
                  <a:lnTo>
                    <a:pt x="1079099" y="1586798"/>
                  </a:lnTo>
                  <a:lnTo>
                    <a:pt x="1078028" y="1587302"/>
                  </a:lnTo>
                  <a:lnTo>
                    <a:pt x="1076956" y="1587805"/>
                  </a:lnTo>
                  <a:lnTo>
                    <a:pt x="1075885" y="1588308"/>
                  </a:lnTo>
                  <a:lnTo>
                    <a:pt x="1074813" y="1588810"/>
                  </a:lnTo>
                  <a:lnTo>
                    <a:pt x="1073741" y="1589312"/>
                  </a:lnTo>
                  <a:lnTo>
                    <a:pt x="1072670" y="1589813"/>
                  </a:lnTo>
                  <a:lnTo>
                    <a:pt x="1071598" y="1590313"/>
                  </a:lnTo>
                  <a:lnTo>
                    <a:pt x="1070527" y="1590812"/>
                  </a:lnTo>
                  <a:lnTo>
                    <a:pt x="1069455" y="1591312"/>
                  </a:lnTo>
                  <a:lnTo>
                    <a:pt x="1068383" y="1591810"/>
                  </a:lnTo>
                  <a:lnTo>
                    <a:pt x="1067312" y="1592308"/>
                  </a:lnTo>
                  <a:lnTo>
                    <a:pt x="1066240" y="1592805"/>
                  </a:lnTo>
                  <a:lnTo>
                    <a:pt x="1065169" y="1593302"/>
                  </a:lnTo>
                  <a:lnTo>
                    <a:pt x="1064097" y="1593798"/>
                  </a:lnTo>
                  <a:lnTo>
                    <a:pt x="1063026" y="1594293"/>
                  </a:lnTo>
                  <a:lnTo>
                    <a:pt x="1061954" y="1594788"/>
                  </a:lnTo>
                  <a:lnTo>
                    <a:pt x="1060882" y="1595282"/>
                  </a:lnTo>
                  <a:lnTo>
                    <a:pt x="1059811" y="1595776"/>
                  </a:lnTo>
                  <a:lnTo>
                    <a:pt x="1058739" y="1596269"/>
                  </a:lnTo>
                  <a:lnTo>
                    <a:pt x="1057668" y="1596761"/>
                  </a:lnTo>
                  <a:lnTo>
                    <a:pt x="1056596" y="1597253"/>
                  </a:lnTo>
                  <a:lnTo>
                    <a:pt x="1055524" y="1597744"/>
                  </a:lnTo>
                  <a:lnTo>
                    <a:pt x="1054453" y="1598234"/>
                  </a:lnTo>
                  <a:lnTo>
                    <a:pt x="1053381" y="1598724"/>
                  </a:lnTo>
                  <a:lnTo>
                    <a:pt x="1052310" y="1599214"/>
                  </a:lnTo>
                  <a:lnTo>
                    <a:pt x="1051238" y="1599702"/>
                  </a:lnTo>
                  <a:lnTo>
                    <a:pt x="1050166" y="1600190"/>
                  </a:lnTo>
                  <a:lnTo>
                    <a:pt x="1049095" y="1600678"/>
                  </a:lnTo>
                  <a:lnTo>
                    <a:pt x="1048023" y="1601165"/>
                  </a:lnTo>
                  <a:lnTo>
                    <a:pt x="1046952" y="1601651"/>
                  </a:lnTo>
                  <a:lnTo>
                    <a:pt x="1045880" y="1602137"/>
                  </a:lnTo>
                  <a:lnTo>
                    <a:pt x="1044808" y="1602622"/>
                  </a:lnTo>
                  <a:lnTo>
                    <a:pt x="1043737" y="1603106"/>
                  </a:lnTo>
                  <a:lnTo>
                    <a:pt x="1042665" y="1603590"/>
                  </a:lnTo>
                  <a:lnTo>
                    <a:pt x="1041594" y="1604073"/>
                  </a:lnTo>
                  <a:lnTo>
                    <a:pt x="1040522" y="1604555"/>
                  </a:lnTo>
                  <a:lnTo>
                    <a:pt x="1039450" y="1605037"/>
                  </a:lnTo>
                  <a:lnTo>
                    <a:pt x="1038379" y="1605519"/>
                  </a:lnTo>
                  <a:lnTo>
                    <a:pt x="1037307" y="1605999"/>
                  </a:lnTo>
                  <a:lnTo>
                    <a:pt x="1036236" y="1606480"/>
                  </a:lnTo>
                  <a:lnTo>
                    <a:pt x="1035164" y="1606959"/>
                  </a:lnTo>
                  <a:lnTo>
                    <a:pt x="1034092" y="1607438"/>
                  </a:lnTo>
                  <a:lnTo>
                    <a:pt x="1033021" y="1607916"/>
                  </a:lnTo>
                  <a:lnTo>
                    <a:pt x="1031949" y="1608394"/>
                  </a:lnTo>
                  <a:lnTo>
                    <a:pt x="1030878" y="1608871"/>
                  </a:lnTo>
                  <a:lnTo>
                    <a:pt x="1029806" y="1609347"/>
                  </a:lnTo>
                  <a:lnTo>
                    <a:pt x="1028734" y="1609823"/>
                  </a:lnTo>
                  <a:lnTo>
                    <a:pt x="1027663" y="1610298"/>
                  </a:lnTo>
                  <a:lnTo>
                    <a:pt x="1026591" y="1610773"/>
                  </a:lnTo>
                  <a:lnTo>
                    <a:pt x="1025520" y="1611247"/>
                  </a:lnTo>
                  <a:lnTo>
                    <a:pt x="1024448" y="1611720"/>
                  </a:lnTo>
                  <a:lnTo>
                    <a:pt x="1023376" y="1612193"/>
                  </a:lnTo>
                  <a:lnTo>
                    <a:pt x="1022305" y="1612665"/>
                  </a:lnTo>
                  <a:lnTo>
                    <a:pt x="1021233" y="1613137"/>
                  </a:lnTo>
                  <a:lnTo>
                    <a:pt x="1020162" y="1613608"/>
                  </a:lnTo>
                  <a:lnTo>
                    <a:pt x="1019090" y="1614078"/>
                  </a:lnTo>
                  <a:lnTo>
                    <a:pt x="1018018" y="1614548"/>
                  </a:lnTo>
                  <a:lnTo>
                    <a:pt x="1016947" y="1615017"/>
                  </a:lnTo>
                  <a:lnTo>
                    <a:pt x="1015875" y="1615485"/>
                  </a:lnTo>
                  <a:lnTo>
                    <a:pt x="1014804" y="1615953"/>
                  </a:lnTo>
                  <a:lnTo>
                    <a:pt x="1013732" y="1616420"/>
                  </a:lnTo>
                  <a:lnTo>
                    <a:pt x="1012660" y="1616887"/>
                  </a:lnTo>
                  <a:lnTo>
                    <a:pt x="1011589" y="1617353"/>
                  </a:lnTo>
                  <a:lnTo>
                    <a:pt x="1010517" y="1617818"/>
                  </a:lnTo>
                  <a:lnTo>
                    <a:pt x="1009446" y="1618283"/>
                  </a:lnTo>
                  <a:lnTo>
                    <a:pt x="1008374" y="1618747"/>
                  </a:lnTo>
                  <a:lnTo>
                    <a:pt x="1007302" y="1619211"/>
                  </a:lnTo>
                  <a:lnTo>
                    <a:pt x="1006231" y="1619674"/>
                  </a:lnTo>
                  <a:lnTo>
                    <a:pt x="1005159" y="1620136"/>
                  </a:lnTo>
                  <a:lnTo>
                    <a:pt x="1004088" y="1620598"/>
                  </a:lnTo>
                  <a:lnTo>
                    <a:pt x="1003016" y="1621059"/>
                  </a:lnTo>
                  <a:lnTo>
                    <a:pt x="1001944" y="1621519"/>
                  </a:lnTo>
                  <a:lnTo>
                    <a:pt x="1000873" y="1621979"/>
                  </a:lnTo>
                  <a:lnTo>
                    <a:pt x="999801" y="1622438"/>
                  </a:lnTo>
                  <a:lnTo>
                    <a:pt x="998730" y="1622897"/>
                  </a:lnTo>
                  <a:lnTo>
                    <a:pt x="997658" y="1623355"/>
                  </a:lnTo>
                  <a:lnTo>
                    <a:pt x="996586" y="1623812"/>
                  </a:lnTo>
                  <a:lnTo>
                    <a:pt x="995515" y="1624269"/>
                  </a:lnTo>
                  <a:lnTo>
                    <a:pt x="994443" y="1624725"/>
                  </a:lnTo>
                  <a:lnTo>
                    <a:pt x="993372" y="1625181"/>
                  </a:lnTo>
                  <a:lnTo>
                    <a:pt x="992300" y="1625636"/>
                  </a:lnTo>
                  <a:lnTo>
                    <a:pt x="991228" y="1626090"/>
                  </a:lnTo>
                  <a:lnTo>
                    <a:pt x="990157" y="1626544"/>
                  </a:lnTo>
                  <a:lnTo>
                    <a:pt x="989085" y="1626997"/>
                  </a:lnTo>
                  <a:lnTo>
                    <a:pt x="988014" y="1627450"/>
                  </a:lnTo>
                  <a:lnTo>
                    <a:pt x="986942" y="1627902"/>
                  </a:lnTo>
                  <a:lnTo>
                    <a:pt x="985870" y="1628353"/>
                  </a:lnTo>
                  <a:lnTo>
                    <a:pt x="984799" y="1628804"/>
                  </a:lnTo>
                  <a:lnTo>
                    <a:pt x="983727" y="1629254"/>
                  </a:lnTo>
                  <a:lnTo>
                    <a:pt x="982656" y="1629703"/>
                  </a:lnTo>
                  <a:lnTo>
                    <a:pt x="981584" y="1630152"/>
                  </a:lnTo>
                  <a:lnTo>
                    <a:pt x="980512" y="1630600"/>
                  </a:lnTo>
                  <a:lnTo>
                    <a:pt x="979441" y="1631048"/>
                  </a:lnTo>
                  <a:lnTo>
                    <a:pt x="978369" y="1631495"/>
                  </a:lnTo>
                  <a:lnTo>
                    <a:pt x="977298" y="1631941"/>
                  </a:lnTo>
                  <a:lnTo>
                    <a:pt x="976226" y="1632387"/>
                  </a:lnTo>
                  <a:lnTo>
                    <a:pt x="975154" y="1632832"/>
                  </a:lnTo>
                  <a:lnTo>
                    <a:pt x="974083" y="1633277"/>
                  </a:lnTo>
                  <a:lnTo>
                    <a:pt x="973011" y="1633721"/>
                  </a:lnTo>
                  <a:lnTo>
                    <a:pt x="971940" y="1634164"/>
                  </a:lnTo>
                  <a:lnTo>
                    <a:pt x="970868" y="1634607"/>
                  </a:lnTo>
                  <a:lnTo>
                    <a:pt x="969796" y="1635049"/>
                  </a:lnTo>
                  <a:lnTo>
                    <a:pt x="968725" y="1635491"/>
                  </a:lnTo>
                  <a:lnTo>
                    <a:pt x="967653" y="1635932"/>
                  </a:lnTo>
                  <a:lnTo>
                    <a:pt x="966582" y="1636372"/>
                  </a:lnTo>
                  <a:lnTo>
                    <a:pt x="965510" y="1636812"/>
                  </a:lnTo>
                  <a:lnTo>
                    <a:pt x="964438" y="1637251"/>
                  </a:lnTo>
                  <a:lnTo>
                    <a:pt x="963367" y="1637690"/>
                  </a:lnTo>
                  <a:lnTo>
                    <a:pt x="962295" y="1638128"/>
                  </a:lnTo>
                  <a:lnTo>
                    <a:pt x="961224" y="1638565"/>
                  </a:lnTo>
                  <a:lnTo>
                    <a:pt x="960152" y="1639002"/>
                  </a:lnTo>
                  <a:lnTo>
                    <a:pt x="959080" y="1639438"/>
                  </a:lnTo>
                  <a:lnTo>
                    <a:pt x="958009" y="1639873"/>
                  </a:lnTo>
                  <a:lnTo>
                    <a:pt x="956937" y="1640308"/>
                  </a:lnTo>
                  <a:lnTo>
                    <a:pt x="955866" y="1640742"/>
                  </a:lnTo>
                  <a:lnTo>
                    <a:pt x="954794" y="1641176"/>
                  </a:lnTo>
                  <a:lnTo>
                    <a:pt x="953722" y="1641609"/>
                  </a:lnTo>
                  <a:lnTo>
                    <a:pt x="952651" y="1642042"/>
                  </a:lnTo>
                  <a:lnTo>
                    <a:pt x="951579" y="1642474"/>
                  </a:lnTo>
                  <a:lnTo>
                    <a:pt x="950508" y="1642905"/>
                  </a:lnTo>
                  <a:lnTo>
                    <a:pt x="949436" y="1643335"/>
                  </a:lnTo>
                  <a:lnTo>
                    <a:pt x="948364" y="1643766"/>
                  </a:lnTo>
                  <a:lnTo>
                    <a:pt x="947293" y="1644195"/>
                  </a:lnTo>
                  <a:lnTo>
                    <a:pt x="946221" y="1644624"/>
                  </a:lnTo>
                  <a:lnTo>
                    <a:pt x="945150" y="1645052"/>
                  </a:lnTo>
                  <a:lnTo>
                    <a:pt x="944078" y="1645480"/>
                  </a:lnTo>
                  <a:lnTo>
                    <a:pt x="943006" y="1645907"/>
                  </a:lnTo>
                  <a:lnTo>
                    <a:pt x="941935" y="1646333"/>
                  </a:lnTo>
                  <a:lnTo>
                    <a:pt x="940863" y="1646759"/>
                  </a:lnTo>
                  <a:lnTo>
                    <a:pt x="939792" y="1647185"/>
                  </a:lnTo>
                  <a:lnTo>
                    <a:pt x="938720" y="1647609"/>
                  </a:lnTo>
                  <a:lnTo>
                    <a:pt x="937648" y="1648033"/>
                  </a:lnTo>
                  <a:lnTo>
                    <a:pt x="936577" y="1648457"/>
                  </a:lnTo>
                  <a:lnTo>
                    <a:pt x="935505" y="1648880"/>
                  </a:lnTo>
                  <a:lnTo>
                    <a:pt x="934434" y="1649302"/>
                  </a:lnTo>
                  <a:lnTo>
                    <a:pt x="933362" y="1649724"/>
                  </a:lnTo>
                  <a:lnTo>
                    <a:pt x="932290" y="1650145"/>
                  </a:lnTo>
                  <a:lnTo>
                    <a:pt x="931219" y="1650565"/>
                  </a:lnTo>
                  <a:lnTo>
                    <a:pt x="930147" y="1650985"/>
                  </a:lnTo>
                  <a:lnTo>
                    <a:pt x="929076" y="1651405"/>
                  </a:lnTo>
                  <a:lnTo>
                    <a:pt x="928004" y="1651823"/>
                  </a:lnTo>
                  <a:lnTo>
                    <a:pt x="926932" y="1652242"/>
                  </a:lnTo>
                  <a:lnTo>
                    <a:pt x="925861" y="1652659"/>
                  </a:lnTo>
                  <a:lnTo>
                    <a:pt x="924789" y="1653076"/>
                  </a:lnTo>
                  <a:lnTo>
                    <a:pt x="923718" y="1653492"/>
                  </a:lnTo>
                  <a:lnTo>
                    <a:pt x="922646" y="1653908"/>
                  </a:lnTo>
                  <a:lnTo>
                    <a:pt x="921574" y="1654323"/>
                  </a:lnTo>
                  <a:lnTo>
                    <a:pt x="920503" y="1654738"/>
                  </a:lnTo>
                  <a:lnTo>
                    <a:pt x="919431" y="1655152"/>
                  </a:lnTo>
                  <a:lnTo>
                    <a:pt x="918360" y="1655565"/>
                  </a:lnTo>
                  <a:lnTo>
                    <a:pt x="917288" y="1655978"/>
                  </a:lnTo>
                  <a:lnTo>
                    <a:pt x="916216" y="1656390"/>
                  </a:lnTo>
                  <a:lnTo>
                    <a:pt x="915145" y="1656802"/>
                  </a:lnTo>
                  <a:lnTo>
                    <a:pt x="914073" y="1657213"/>
                  </a:lnTo>
                  <a:lnTo>
                    <a:pt x="913002" y="1657624"/>
                  </a:lnTo>
                  <a:lnTo>
                    <a:pt x="911930" y="1658034"/>
                  </a:lnTo>
                  <a:lnTo>
                    <a:pt x="910858" y="1658443"/>
                  </a:lnTo>
                  <a:lnTo>
                    <a:pt x="909787" y="1658852"/>
                  </a:lnTo>
                  <a:lnTo>
                    <a:pt x="908715" y="1659260"/>
                  </a:lnTo>
                  <a:lnTo>
                    <a:pt x="907644" y="1659667"/>
                  </a:lnTo>
                  <a:lnTo>
                    <a:pt x="906572" y="1660074"/>
                  </a:lnTo>
                  <a:lnTo>
                    <a:pt x="905500" y="1660481"/>
                  </a:lnTo>
                  <a:lnTo>
                    <a:pt x="904429" y="1660887"/>
                  </a:lnTo>
                  <a:lnTo>
                    <a:pt x="903357" y="1661292"/>
                  </a:lnTo>
                  <a:lnTo>
                    <a:pt x="902286" y="1661697"/>
                  </a:lnTo>
                  <a:lnTo>
                    <a:pt x="901214" y="1662101"/>
                  </a:lnTo>
                  <a:lnTo>
                    <a:pt x="900142" y="1662504"/>
                  </a:lnTo>
                  <a:lnTo>
                    <a:pt x="899071" y="1662907"/>
                  </a:lnTo>
                  <a:lnTo>
                    <a:pt x="897999" y="1663310"/>
                  </a:lnTo>
                  <a:lnTo>
                    <a:pt x="896928" y="1663712"/>
                  </a:lnTo>
                  <a:lnTo>
                    <a:pt x="895856" y="1664113"/>
                  </a:lnTo>
                  <a:lnTo>
                    <a:pt x="894784" y="1664514"/>
                  </a:lnTo>
                  <a:lnTo>
                    <a:pt x="893713" y="1664914"/>
                  </a:lnTo>
                  <a:lnTo>
                    <a:pt x="892641" y="1665314"/>
                  </a:lnTo>
                  <a:lnTo>
                    <a:pt x="891570" y="1665713"/>
                  </a:lnTo>
                  <a:lnTo>
                    <a:pt x="890498" y="1666111"/>
                  </a:lnTo>
                  <a:lnTo>
                    <a:pt x="889426" y="1666509"/>
                  </a:lnTo>
                  <a:lnTo>
                    <a:pt x="888355" y="1666907"/>
                  </a:lnTo>
                  <a:lnTo>
                    <a:pt x="887283" y="1667304"/>
                  </a:lnTo>
                  <a:lnTo>
                    <a:pt x="886212" y="1667700"/>
                  </a:lnTo>
                  <a:lnTo>
                    <a:pt x="885140" y="1668096"/>
                  </a:lnTo>
                  <a:lnTo>
                    <a:pt x="884069" y="1668491"/>
                  </a:lnTo>
                  <a:lnTo>
                    <a:pt x="882997" y="1668886"/>
                  </a:lnTo>
                  <a:lnTo>
                    <a:pt x="881925" y="1669280"/>
                  </a:lnTo>
                  <a:lnTo>
                    <a:pt x="880854" y="1669674"/>
                  </a:lnTo>
                  <a:lnTo>
                    <a:pt x="879782" y="1670067"/>
                  </a:lnTo>
                  <a:lnTo>
                    <a:pt x="878711" y="1670460"/>
                  </a:lnTo>
                  <a:lnTo>
                    <a:pt x="877639" y="1670852"/>
                  </a:lnTo>
                  <a:lnTo>
                    <a:pt x="876567" y="1671243"/>
                  </a:lnTo>
                  <a:lnTo>
                    <a:pt x="875496" y="1671634"/>
                  </a:lnTo>
                  <a:lnTo>
                    <a:pt x="874424" y="1672025"/>
                  </a:lnTo>
                  <a:lnTo>
                    <a:pt x="873353" y="1672415"/>
                  </a:lnTo>
                  <a:lnTo>
                    <a:pt x="872281" y="1672804"/>
                  </a:lnTo>
                  <a:lnTo>
                    <a:pt x="871209" y="1673193"/>
                  </a:lnTo>
                  <a:lnTo>
                    <a:pt x="870138" y="1673582"/>
                  </a:lnTo>
                  <a:lnTo>
                    <a:pt x="869066" y="1673969"/>
                  </a:lnTo>
                  <a:lnTo>
                    <a:pt x="867995" y="1674357"/>
                  </a:lnTo>
                  <a:lnTo>
                    <a:pt x="866923" y="1674744"/>
                  </a:lnTo>
                  <a:lnTo>
                    <a:pt x="865851" y="1675130"/>
                  </a:lnTo>
                  <a:lnTo>
                    <a:pt x="864780" y="1675516"/>
                  </a:lnTo>
                  <a:lnTo>
                    <a:pt x="863708" y="1675901"/>
                  </a:lnTo>
                  <a:lnTo>
                    <a:pt x="862637" y="1676286"/>
                  </a:lnTo>
                  <a:lnTo>
                    <a:pt x="861565" y="1676670"/>
                  </a:lnTo>
                  <a:lnTo>
                    <a:pt x="860493" y="1677054"/>
                  </a:lnTo>
                  <a:lnTo>
                    <a:pt x="859422" y="1677438"/>
                  </a:lnTo>
                  <a:lnTo>
                    <a:pt x="858350" y="1677820"/>
                  </a:lnTo>
                  <a:lnTo>
                    <a:pt x="857279" y="1678203"/>
                  </a:lnTo>
                  <a:lnTo>
                    <a:pt x="856207" y="1678585"/>
                  </a:lnTo>
                  <a:lnTo>
                    <a:pt x="855135" y="1678966"/>
                  </a:lnTo>
                  <a:lnTo>
                    <a:pt x="854064" y="1679347"/>
                  </a:lnTo>
                  <a:lnTo>
                    <a:pt x="852992" y="1679727"/>
                  </a:lnTo>
                  <a:lnTo>
                    <a:pt x="851921" y="1680107"/>
                  </a:lnTo>
                  <a:lnTo>
                    <a:pt x="850849" y="1680487"/>
                  </a:lnTo>
                  <a:lnTo>
                    <a:pt x="849777" y="1680865"/>
                  </a:lnTo>
                  <a:lnTo>
                    <a:pt x="848706" y="1681244"/>
                  </a:lnTo>
                  <a:lnTo>
                    <a:pt x="847634" y="1681622"/>
                  </a:lnTo>
                  <a:lnTo>
                    <a:pt x="846563" y="1681999"/>
                  </a:lnTo>
                  <a:lnTo>
                    <a:pt x="845491" y="1682376"/>
                  </a:lnTo>
                  <a:lnTo>
                    <a:pt x="844419" y="1682753"/>
                  </a:lnTo>
                  <a:lnTo>
                    <a:pt x="843348" y="1683129"/>
                  </a:lnTo>
                  <a:lnTo>
                    <a:pt x="842276" y="1683504"/>
                  </a:lnTo>
                  <a:lnTo>
                    <a:pt x="841205" y="1683879"/>
                  </a:lnTo>
                  <a:lnTo>
                    <a:pt x="840133" y="1684254"/>
                  </a:lnTo>
                  <a:lnTo>
                    <a:pt x="839061" y="1684628"/>
                  </a:lnTo>
                  <a:lnTo>
                    <a:pt x="837990" y="1685002"/>
                  </a:lnTo>
                  <a:lnTo>
                    <a:pt x="836918" y="1685375"/>
                  </a:lnTo>
                  <a:lnTo>
                    <a:pt x="835847" y="1685748"/>
                  </a:lnTo>
                  <a:lnTo>
                    <a:pt x="834775" y="1686120"/>
                  </a:lnTo>
                  <a:lnTo>
                    <a:pt x="833703" y="1686492"/>
                  </a:lnTo>
                  <a:lnTo>
                    <a:pt x="832632" y="1686863"/>
                  </a:lnTo>
                  <a:lnTo>
                    <a:pt x="831560" y="1687234"/>
                  </a:lnTo>
                  <a:lnTo>
                    <a:pt x="830489" y="1687605"/>
                  </a:lnTo>
                  <a:lnTo>
                    <a:pt x="829417" y="1687975"/>
                  </a:lnTo>
                  <a:lnTo>
                    <a:pt x="828345" y="1688344"/>
                  </a:lnTo>
                  <a:lnTo>
                    <a:pt x="827274" y="1688714"/>
                  </a:lnTo>
                  <a:lnTo>
                    <a:pt x="826202" y="1689082"/>
                  </a:lnTo>
                  <a:lnTo>
                    <a:pt x="825131" y="1689450"/>
                  </a:lnTo>
                  <a:lnTo>
                    <a:pt x="824059" y="1689818"/>
                  </a:lnTo>
                  <a:lnTo>
                    <a:pt x="822987" y="1690186"/>
                  </a:lnTo>
                  <a:lnTo>
                    <a:pt x="821916" y="1690552"/>
                  </a:lnTo>
                  <a:lnTo>
                    <a:pt x="820844" y="1690919"/>
                  </a:lnTo>
                  <a:lnTo>
                    <a:pt x="819773" y="1691285"/>
                  </a:lnTo>
                  <a:lnTo>
                    <a:pt x="818701" y="1691650"/>
                  </a:lnTo>
                  <a:lnTo>
                    <a:pt x="817629" y="1692016"/>
                  </a:lnTo>
                  <a:lnTo>
                    <a:pt x="816558" y="1692380"/>
                  </a:lnTo>
                  <a:lnTo>
                    <a:pt x="815486" y="1692745"/>
                  </a:lnTo>
                  <a:lnTo>
                    <a:pt x="814415" y="1693108"/>
                  </a:lnTo>
                  <a:lnTo>
                    <a:pt x="813343" y="1693472"/>
                  </a:lnTo>
                  <a:lnTo>
                    <a:pt x="812271" y="1693835"/>
                  </a:lnTo>
                  <a:lnTo>
                    <a:pt x="811200" y="1694197"/>
                  </a:lnTo>
                  <a:lnTo>
                    <a:pt x="810128" y="1694560"/>
                  </a:lnTo>
                  <a:lnTo>
                    <a:pt x="809057" y="1694921"/>
                  </a:lnTo>
                  <a:lnTo>
                    <a:pt x="807985" y="1695283"/>
                  </a:lnTo>
                  <a:lnTo>
                    <a:pt x="806913" y="1695643"/>
                  </a:lnTo>
                  <a:lnTo>
                    <a:pt x="805842" y="1696004"/>
                  </a:lnTo>
                  <a:lnTo>
                    <a:pt x="804770" y="1696364"/>
                  </a:lnTo>
                  <a:lnTo>
                    <a:pt x="803699" y="1696724"/>
                  </a:lnTo>
                  <a:lnTo>
                    <a:pt x="802627" y="1697083"/>
                  </a:lnTo>
                  <a:lnTo>
                    <a:pt x="801555" y="1697442"/>
                  </a:lnTo>
                  <a:lnTo>
                    <a:pt x="800484" y="1697800"/>
                  </a:lnTo>
                  <a:lnTo>
                    <a:pt x="799412" y="1698158"/>
                  </a:lnTo>
                  <a:lnTo>
                    <a:pt x="798341" y="1698516"/>
                  </a:lnTo>
                  <a:lnTo>
                    <a:pt x="797269" y="1698873"/>
                  </a:lnTo>
                  <a:lnTo>
                    <a:pt x="796197" y="1699230"/>
                  </a:lnTo>
                  <a:lnTo>
                    <a:pt x="795126" y="1699586"/>
                  </a:lnTo>
                  <a:lnTo>
                    <a:pt x="794054" y="1699942"/>
                  </a:lnTo>
                  <a:lnTo>
                    <a:pt x="792983" y="1700298"/>
                  </a:lnTo>
                  <a:lnTo>
                    <a:pt x="791911" y="1700653"/>
                  </a:lnTo>
                  <a:lnTo>
                    <a:pt x="790839" y="1701008"/>
                  </a:lnTo>
                  <a:lnTo>
                    <a:pt x="789768" y="1701362"/>
                  </a:lnTo>
                  <a:lnTo>
                    <a:pt x="788696" y="1701716"/>
                  </a:lnTo>
                  <a:lnTo>
                    <a:pt x="787625" y="1702070"/>
                  </a:lnTo>
                  <a:lnTo>
                    <a:pt x="786553" y="1702423"/>
                  </a:lnTo>
                  <a:lnTo>
                    <a:pt x="785481" y="1702776"/>
                  </a:lnTo>
                  <a:lnTo>
                    <a:pt x="784410" y="1703128"/>
                  </a:lnTo>
                  <a:lnTo>
                    <a:pt x="783338" y="1703480"/>
                  </a:lnTo>
                  <a:lnTo>
                    <a:pt x="782267" y="1703832"/>
                  </a:lnTo>
                  <a:lnTo>
                    <a:pt x="781195" y="1704183"/>
                  </a:lnTo>
                  <a:lnTo>
                    <a:pt x="780123" y="1704534"/>
                  </a:lnTo>
                  <a:lnTo>
                    <a:pt x="779052" y="1704885"/>
                  </a:lnTo>
                  <a:lnTo>
                    <a:pt x="777980" y="1705235"/>
                  </a:lnTo>
                  <a:lnTo>
                    <a:pt x="776909" y="1705585"/>
                  </a:lnTo>
                  <a:lnTo>
                    <a:pt x="775837" y="1705934"/>
                  </a:lnTo>
                  <a:lnTo>
                    <a:pt x="774765" y="1706284"/>
                  </a:lnTo>
                  <a:lnTo>
                    <a:pt x="773694" y="1706632"/>
                  </a:lnTo>
                  <a:lnTo>
                    <a:pt x="772622" y="1706981"/>
                  </a:lnTo>
                  <a:lnTo>
                    <a:pt x="771551" y="1707329"/>
                  </a:lnTo>
                  <a:lnTo>
                    <a:pt x="770479" y="1707676"/>
                  </a:lnTo>
                  <a:lnTo>
                    <a:pt x="769407" y="1708024"/>
                  </a:lnTo>
                  <a:lnTo>
                    <a:pt x="768336" y="1708370"/>
                  </a:lnTo>
                  <a:lnTo>
                    <a:pt x="767264" y="1708717"/>
                  </a:lnTo>
                  <a:lnTo>
                    <a:pt x="766193" y="1709063"/>
                  </a:lnTo>
                  <a:lnTo>
                    <a:pt x="765121" y="1709409"/>
                  </a:lnTo>
                  <a:lnTo>
                    <a:pt x="764049" y="1709754"/>
                  </a:lnTo>
                  <a:lnTo>
                    <a:pt x="762978" y="1710100"/>
                  </a:lnTo>
                  <a:lnTo>
                    <a:pt x="761906" y="1710444"/>
                  </a:lnTo>
                  <a:lnTo>
                    <a:pt x="760835" y="1710789"/>
                  </a:lnTo>
                  <a:lnTo>
                    <a:pt x="759763" y="1711133"/>
                  </a:lnTo>
                  <a:lnTo>
                    <a:pt x="758691" y="1711477"/>
                  </a:lnTo>
                  <a:lnTo>
                    <a:pt x="757620" y="1711820"/>
                  </a:lnTo>
                  <a:lnTo>
                    <a:pt x="756548" y="1712163"/>
                  </a:lnTo>
                  <a:lnTo>
                    <a:pt x="755477" y="1712506"/>
                  </a:lnTo>
                  <a:lnTo>
                    <a:pt x="754405" y="1712848"/>
                  </a:lnTo>
                  <a:lnTo>
                    <a:pt x="753333" y="1713190"/>
                  </a:lnTo>
                  <a:lnTo>
                    <a:pt x="752262" y="1713532"/>
                  </a:lnTo>
                  <a:lnTo>
                    <a:pt x="751190" y="1713873"/>
                  </a:lnTo>
                  <a:lnTo>
                    <a:pt x="750119" y="1714214"/>
                  </a:lnTo>
                  <a:lnTo>
                    <a:pt x="749047" y="1714555"/>
                  </a:lnTo>
                  <a:lnTo>
                    <a:pt x="747975" y="1714895"/>
                  </a:lnTo>
                  <a:lnTo>
                    <a:pt x="746904" y="1715235"/>
                  </a:lnTo>
                  <a:lnTo>
                    <a:pt x="745832" y="1715575"/>
                  </a:lnTo>
                  <a:lnTo>
                    <a:pt x="744761" y="1715914"/>
                  </a:lnTo>
                  <a:lnTo>
                    <a:pt x="743689" y="1716253"/>
                  </a:lnTo>
                  <a:lnTo>
                    <a:pt x="742617" y="1716592"/>
                  </a:lnTo>
                  <a:lnTo>
                    <a:pt x="741546" y="1716931"/>
                  </a:lnTo>
                  <a:lnTo>
                    <a:pt x="740474" y="1717269"/>
                  </a:lnTo>
                  <a:lnTo>
                    <a:pt x="739403" y="1717606"/>
                  </a:lnTo>
                  <a:lnTo>
                    <a:pt x="738331" y="1717944"/>
                  </a:lnTo>
                  <a:lnTo>
                    <a:pt x="737259" y="1718281"/>
                  </a:lnTo>
                  <a:lnTo>
                    <a:pt x="736188" y="1718618"/>
                  </a:lnTo>
                  <a:lnTo>
                    <a:pt x="735116" y="1718954"/>
                  </a:lnTo>
                  <a:lnTo>
                    <a:pt x="734045" y="1719291"/>
                  </a:lnTo>
                  <a:lnTo>
                    <a:pt x="732973" y="1719626"/>
                  </a:lnTo>
                  <a:lnTo>
                    <a:pt x="731901" y="1719962"/>
                  </a:lnTo>
                  <a:lnTo>
                    <a:pt x="730830" y="1720297"/>
                  </a:lnTo>
                  <a:lnTo>
                    <a:pt x="729758" y="1720632"/>
                  </a:lnTo>
                  <a:lnTo>
                    <a:pt x="728687" y="1720967"/>
                  </a:lnTo>
                  <a:lnTo>
                    <a:pt x="727615" y="1721301"/>
                  </a:lnTo>
                  <a:lnTo>
                    <a:pt x="726543" y="1721635"/>
                  </a:lnTo>
                  <a:lnTo>
                    <a:pt x="725472" y="1721969"/>
                  </a:lnTo>
                  <a:lnTo>
                    <a:pt x="724400" y="1722303"/>
                  </a:lnTo>
                  <a:lnTo>
                    <a:pt x="723329" y="1722636"/>
                  </a:lnTo>
                  <a:lnTo>
                    <a:pt x="722257" y="1722969"/>
                  </a:lnTo>
                  <a:lnTo>
                    <a:pt x="721185" y="1723301"/>
                  </a:lnTo>
                  <a:lnTo>
                    <a:pt x="720114" y="1723634"/>
                  </a:lnTo>
                  <a:lnTo>
                    <a:pt x="719042" y="1723966"/>
                  </a:lnTo>
                  <a:lnTo>
                    <a:pt x="717971" y="1724297"/>
                  </a:lnTo>
                  <a:lnTo>
                    <a:pt x="716899" y="1724629"/>
                  </a:lnTo>
                  <a:lnTo>
                    <a:pt x="715827" y="1724960"/>
                  </a:lnTo>
                  <a:lnTo>
                    <a:pt x="714756" y="1725291"/>
                  </a:lnTo>
                  <a:lnTo>
                    <a:pt x="713684" y="1725621"/>
                  </a:lnTo>
                  <a:lnTo>
                    <a:pt x="712613" y="1725952"/>
                  </a:lnTo>
                  <a:lnTo>
                    <a:pt x="711541" y="1726282"/>
                  </a:lnTo>
                  <a:lnTo>
                    <a:pt x="710469" y="1726611"/>
                  </a:lnTo>
                  <a:lnTo>
                    <a:pt x="709398" y="1726941"/>
                  </a:lnTo>
                  <a:lnTo>
                    <a:pt x="708326" y="1727270"/>
                  </a:lnTo>
                  <a:lnTo>
                    <a:pt x="707255" y="1727599"/>
                  </a:lnTo>
                  <a:lnTo>
                    <a:pt x="706183" y="1727928"/>
                  </a:lnTo>
                  <a:lnTo>
                    <a:pt x="705112" y="1728256"/>
                  </a:lnTo>
                  <a:lnTo>
                    <a:pt x="704040" y="1728584"/>
                  </a:lnTo>
                  <a:lnTo>
                    <a:pt x="702968" y="1728912"/>
                  </a:lnTo>
                  <a:lnTo>
                    <a:pt x="701897" y="1729239"/>
                  </a:lnTo>
                  <a:lnTo>
                    <a:pt x="700825" y="1729567"/>
                  </a:lnTo>
                  <a:lnTo>
                    <a:pt x="699754" y="1729894"/>
                  </a:lnTo>
                  <a:lnTo>
                    <a:pt x="698682" y="1730221"/>
                  </a:lnTo>
                  <a:lnTo>
                    <a:pt x="697610" y="1730547"/>
                  </a:lnTo>
                  <a:lnTo>
                    <a:pt x="696539" y="1730873"/>
                  </a:lnTo>
                  <a:lnTo>
                    <a:pt x="695467" y="1731199"/>
                  </a:lnTo>
                  <a:lnTo>
                    <a:pt x="694396" y="1731525"/>
                  </a:lnTo>
                  <a:lnTo>
                    <a:pt x="693324" y="1731851"/>
                  </a:lnTo>
                  <a:lnTo>
                    <a:pt x="692252" y="1732176"/>
                  </a:lnTo>
                  <a:lnTo>
                    <a:pt x="691181" y="1732501"/>
                  </a:lnTo>
                  <a:lnTo>
                    <a:pt x="690109" y="1732826"/>
                  </a:lnTo>
                  <a:lnTo>
                    <a:pt x="689038" y="1733150"/>
                  </a:lnTo>
                  <a:lnTo>
                    <a:pt x="687966" y="1733474"/>
                  </a:lnTo>
                  <a:lnTo>
                    <a:pt x="686894" y="1733798"/>
                  </a:lnTo>
                  <a:lnTo>
                    <a:pt x="685823" y="1734122"/>
                  </a:lnTo>
                  <a:lnTo>
                    <a:pt x="684751" y="1734445"/>
                  </a:lnTo>
                  <a:lnTo>
                    <a:pt x="683680" y="1734769"/>
                  </a:lnTo>
                  <a:lnTo>
                    <a:pt x="682608" y="1735092"/>
                  </a:lnTo>
                  <a:lnTo>
                    <a:pt x="681536" y="1735414"/>
                  </a:lnTo>
                  <a:lnTo>
                    <a:pt x="680465" y="1735737"/>
                  </a:lnTo>
                  <a:lnTo>
                    <a:pt x="679393" y="1736059"/>
                  </a:lnTo>
                  <a:lnTo>
                    <a:pt x="678322" y="1736381"/>
                  </a:lnTo>
                  <a:lnTo>
                    <a:pt x="677250" y="1736703"/>
                  </a:lnTo>
                  <a:lnTo>
                    <a:pt x="676178" y="1737025"/>
                  </a:lnTo>
                  <a:lnTo>
                    <a:pt x="675107" y="1737346"/>
                  </a:lnTo>
                  <a:lnTo>
                    <a:pt x="674035" y="1737667"/>
                  </a:lnTo>
                  <a:lnTo>
                    <a:pt x="672964" y="1737988"/>
                  </a:lnTo>
                  <a:lnTo>
                    <a:pt x="671892" y="1738309"/>
                  </a:lnTo>
                  <a:lnTo>
                    <a:pt x="670820" y="1738629"/>
                  </a:lnTo>
                  <a:lnTo>
                    <a:pt x="669749" y="1738949"/>
                  </a:lnTo>
                  <a:lnTo>
                    <a:pt x="668677" y="1739269"/>
                  </a:lnTo>
                  <a:lnTo>
                    <a:pt x="667606" y="1739589"/>
                  </a:lnTo>
                  <a:lnTo>
                    <a:pt x="666534" y="1739909"/>
                  </a:lnTo>
                  <a:lnTo>
                    <a:pt x="665462" y="1740228"/>
                  </a:lnTo>
                  <a:lnTo>
                    <a:pt x="664391" y="1740547"/>
                  </a:lnTo>
                  <a:lnTo>
                    <a:pt x="663319" y="1740866"/>
                  </a:lnTo>
                  <a:lnTo>
                    <a:pt x="662248" y="1741185"/>
                  </a:lnTo>
                  <a:lnTo>
                    <a:pt x="661176" y="1741503"/>
                  </a:lnTo>
                  <a:lnTo>
                    <a:pt x="660104" y="1741821"/>
                  </a:lnTo>
                  <a:lnTo>
                    <a:pt x="659033" y="1742139"/>
                  </a:lnTo>
                  <a:lnTo>
                    <a:pt x="657961" y="1742457"/>
                  </a:lnTo>
                  <a:lnTo>
                    <a:pt x="656890" y="1742775"/>
                  </a:lnTo>
                  <a:lnTo>
                    <a:pt x="655818" y="1743092"/>
                  </a:lnTo>
                  <a:lnTo>
                    <a:pt x="654746" y="1743409"/>
                  </a:lnTo>
                  <a:lnTo>
                    <a:pt x="653675" y="1743726"/>
                  </a:lnTo>
                  <a:lnTo>
                    <a:pt x="652603" y="1744043"/>
                  </a:lnTo>
                  <a:lnTo>
                    <a:pt x="651532" y="1744359"/>
                  </a:lnTo>
                  <a:lnTo>
                    <a:pt x="650460" y="1744676"/>
                  </a:lnTo>
                  <a:lnTo>
                    <a:pt x="649388" y="1744992"/>
                  </a:lnTo>
                  <a:lnTo>
                    <a:pt x="648317" y="1745308"/>
                  </a:lnTo>
                  <a:lnTo>
                    <a:pt x="647245" y="1745624"/>
                  </a:lnTo>
                  <a:lnTo>
                    <a:pt x="646174" y="1745939"/>
                  </a:lnTo>
                  <a:lnTo>
                    <a:pt x="645102" y="1746254"/>
                  </a:lnTo>
                  <a:lnTo>
                    <a:pt x="644030" y="1746570"/>
                  </a:lnTo>
                  <a:lnTo>
                    <a:pt x="642959" y="1746885"/>
                  </a:lnTo>
                  <a:lnTo>
                    <a:pt x="641887" y="1747199"/>
                  </a:lnTo>
                  <a:lnTo>
                    <a:pt x="640816" y="1747514"/>
                  </a:lnTo>
                  <a:lnTo>
                    <a:pt x="639744" y="1747828"/>
                  </a:lnTo>
                  <a:lnTo>
                    <a:pt x="638672" y="1748142"/>
                  </a:lnTo>
                  <a:lnTo>
                    <a:pt x="637601" y="1748456"/>
                  </a:lnTo>
                  <a:lnTo>
                    <a:pt x="636529" y="1748770"/>
                  </a:lnTo>
                  <a:lnTo>
                    <a:pt x="635458" y="1749084"/>
                  </a:lnTo>
                  <a:lnTo>
                    <a:pt x="634386" y="1749397"/>
                  </a:lnTo>
                  <a:lnTo>
                    <a:pt x="633314" y="1749710"/>
                  </a:lnTo>
                  <a:lnTo>
                    <a:pt x="632243" y="1750023"/>
                  </a:lnTo>
                  <a:lnTo>
                    <a:pt x="631171" y="1750336"/>
                  </a:lnTo>
                  <a:lnTo>
                    <a:pt x="630100" y="1750649"/>
                  </a:lnTo>
                  <a:lnTo>
                    <a:pt x="629028" y="1750961"/>
                  </a:lnTo>
                  <a:lnTo>
                    <a:pt x="627956" y="1751274"/>
                  </a:lnTo>
                  <a:lnTo>
                    <a:pt x="626885" y="1751586"/>
                  </a:lnTo>
                  <a:lnTo>
                    <a:pt x="625813" y="1751898"/>
                  </a:lnTo>
                  <a:lnTo>
                    <a:pt x="624742" y="1752210"/>
                  </a:lnTo>
                  <a:lnTo>
                    <a:pt x="623670" y="1752521"/>
                  </a:lnTo>
                  <a:lnTo>
                    <a:pt x="622598" y="1752833"/>
                  </a:lnTo>
                  <a:lnTo>
                    <a:pt x="621527" y="1753144"/>
                  </a:lnTo>
                  <a:lnTo>
                    <a:pt x="620455" y="1753455"/>
                  </a:lnTo>
                  <a:lnTo>
                    <a:pt x="619384" y="1753766"/>
                  </a:lnTo>
                  <a:lnTo>
                    <a:pt x="618312" y="1754076"/>
                  </a:lnTo>
                  <a:lnTo>
                    <a:pt x="617240" y="1754387"/>
                  </a:lnTo>
                  <a:lnTo>
                    <a:pt x="616169" y="1754697"/>
                  </a:lnTo>
                  <a:lnTo>
                    <a:pt x="615097" y="1755008"/>
                  </a:lnTo>
                  <a:lnTo>
                    <a:pt x="614026" y="1755318"/>
                  </a:lnTo>
                  <a:lnTo>
                    <a:pt x="612954" y="1755627"/>
                  </a:lnTo>
                  <a:lnTo>
                    <a:pt x="611882" y="1755937"/>
                  </a:lnTo>
                  <a:lnTo>
                    <a:pt x="610811" y="1756247"/>
                  </a:lnTo>
                  <a:lnTo>
                    <a:pt x="609739" y="1756556"/>
                  </a:lnTo>
                  <a:lnTo>
                    <a:pt x="608668" y="1756865"/>
                  </a:lnTo>
                  <a:lnTo>
                    <a:pt x="607596" y="1757174"/>
                  </a:lnTo>
                  <a:lnTo>
                    <a:pt x="606524" y="1757483"/>
                  </a:lnTo>
                  <a:lnTo>
                    <a:pt x="605453" y="1757792"/>
                  </a:lnTo>
                  <a:lnTo>
                    <a:pt x="604381" y="1758100"/>
                  </a:lnTo>
                  <a:lnTo>
                    <a:pt x="603310" y="1758409"/>
                  </a:lnTo>
                  <a:lnTo>
                    <a:pt x="602238" y="1758717"/>
                  </a:lnTo>
                  <a:lnTo>
                    <a:pt x="601166" y="1759025"/>
                  </a:lnTo>
                  <a:lnTo>
                    <a:pt x="600095" y="1759333"/>
                  </a:lnTo>
                  <a:lnTo>
                    <a:pt x="599023" y="1759641"/>
                  </a:lnTo>
                  <a:lnTo>
                    <a:pt x="597952" y="1759948"/>
                  </a:lnTo>
                  <a:lnTo>
                    <a:pt x="596880" y="1760256"/>
                  </a:lnTo>
                  <a:lnTo>
                    <a:pt x="595808" y="1760563"/>
                  </a:lnTo>
                  <a:lnTo>
                    <a:pt x="594737" y="1760870"/>
                  </a:lnTo>
                  <a:lnTo>
                    <a:pt x="593665" y="1761177"/>
                  </a:lnTo>
                  <a:lnTo>
                    <a:pt x="592594" y="1761484"/>
                  </a:lnTo>
                  <a:lnTo>
                    <a:pt x="591522" y="1761790"/>
                  </a:lnTo>
                  <a:lnTo>
                    <a:pt x="590450" y="1762097"/>
                  </a:lnTo>
                  <a:lnTo>
                    <a:pt x="589379" y="1762403"/>
                  </a:lnTo>
                  <a:lnTo>
                    <a:pt x="588307" y="1762709"/>
                  </a:lnTo>
                  <a:lnTo>
                    <a:pt x="587236" y="1763015"/>
                  </a:lnTo>
                  <a:lnTo>
                    <a:pt x="586164" y="1763321"/>
                  </a:lnTo>
                  <a:lnTo>
                    <a:pt x="585092" y="1763627"/>
                  </a:lnTo>
                  <a:lnTo>
                    <a:pt x="584021" y="1763933"/>
                  </a:lnTo>
                  <a:lnTo>
                    <a:pt x="582949" y="1764238"/>
                  </a:lnTo>
                  <a:lnTo>
                    <a:pt x="581878" y="1764543"/>
                  </a:lnTo>
                  <a:lnTo>
                    <a:pt x="580806" y="1764848"/>
                  </a:lnTo>
                  <a:lnTo>
                    <a:pt x="579734" y="1765153"/>
                  </a:lnTo>
                  <a:lnTo>
                    <a:pt x="578663" y="1765458"/>
                  </a:lnTo>
                  <a:lnTo>
                    <a:pt x="577591" y="1765763"/>
                  </a:lnTo>
                  <a:lnTo>
                    <a:pt x="576520" y="1766068"/>
                  </a:lnTo>
                  <a:lnTo>
                    <a:pt x="575448" y="1766372"/>
                  </a:lnTo>
                  <a:lnTo>
                    <a:pt x="574376" y="1766676"/>
                  </a:lnTo>
                  <a:lnTo>
                    <a:pt x="573305" y="1766980"/>
                  </a:lnTo>
                  <a:lnTo>
                    <a:pt x="572233" y="1767284"/>
                  </a:lnTo>
                  <a:lnTo>
                    <a:pt x="571162" y="1767588"/>
                  </a:lnTo>
                  <a:lnTo>
                    <a:pt x="570090" y="1767892"/>
                  </a:lnTo>
                  <a:lnTo>
                    <a:pt x="569018" y="1768195"/>
                  </a:lnTo>
                  <a:lnTo>
                    <a:pt x="567947" y="1768499"/>
                  </a:lnTo>
                  <a:lnTo>
                    <a:pt x="566875" y="1768802"/>
                  </a:lnTo>
                  <a:lnTo>
                    <a:pt x="565804" y="1769105"/>
                  </a:lnTo>
                  <a:lnTo>
                    <a:pt x="564732" y="1769408"/>
                  </a:lnTo>
                  <a:lnTo>
                    <a:pt x="563660" y="1769711"/>
                  </a:lnTo>
                  <a:lnTo>
                    <a:pt x="562589" y="1770014"/>
                  </a:lnTo>
                  <a:lnTo>
                    <a:pt x="561517" y="1770316"/>
                  </a:lnTo>
                  <a:lnTo>
                    <a:pt x="560446" y="1770619"/>
                  </a:lnTo>
                  <a:lnTo>
                    <a:pt x="559374" y="1770921"/>
                  </a:lnTo>
                  <a:lnTo>
                    <a:pt x="558302" y="1771223"/>
                  </a:lnTo>
                  <a:lnTo>
                    <a:pt x="557231" y="1771525"/>
                  </a:lnTo>
                  <a:lnTo>
                    <a:pt x="556159" y="1771827"/>
                  </a:lnTo>
                  <a:lnTo>
                    <a:pt x="555088" y="1772129"/>
                  </a:lnTo>
                  <a:lnTo>
                    <a:pt x="554016" y="1772430"/>
                  </a:lnTo>
                  <a:lnTo>
                    <a:pt x="552944" y="1772732"/>
                  </a:lnTo>
                  <a:lnTo>
                    <a:pt x="551873" y="1773033"/>
                  </a:lnTo>
                  <a:lnTo>
                    <a:pt x="550801" y="1773334"/>
                  </a:lnTo>
                  <a:lnTo>
                    <a:pt x="549730" y="1773635"/>
                  </a:lnTo>
                  <a:lnTo>
                    <a:pt x="548658" y="1773936"/>
                  </a:lnTo>
                  <a:lnTo>
                    <a:pt x="547586" y="1774237"/>
                  </a:lnTo>
                  <a:lnTo>
                    <a:pt x="546515" y="1774537"/>
                  </a:lnTo>
                  <a:lnTo>
                    <a:pt x="545443" y="1774838"/>
                  </a:lnTo>
                  <a:lnTo>
                    <a:pt x="544372" y="1775138"/>
                  </a:lnTo>
                  <a:lnTo>
                    <a:pt x="543300" y="1775438"/>
                  </a:lnTo>
                  <a:lnTo>
                    <a:pt x="542228" y="1775738"/>
                  </a:lnTo>
                  <a:lnTo>
                    <a:pt x="541157" y="1776038"/>
                  </a:lnTo>
                  <a:lnTo>
                    <a:pt x="540085" y="1776338"/>
                  </a:lnTo>
                  <a:lnTo>
                    <a:pt x="539014" y="1776638"/>
                  </a:lnTo>
                  <a:lnTo>
                    <a:pt x="537942" y="1776937"/>
                  </a:lnTo>
                  <a:lnTo>
                    <a:pt x="536870" y="1777237"/>
                  </a:lnTo>
                  <a:lnTo>
                    <a:pt x="535799" y="1777536"/>
                  </a:lnTo>
                  <a:lnTo>
                    <a:pt x="534727" y="1777835"/>
                  </a:lnTo>
                  <a:lnTo>
                    <a:pt x="533656" y="1778134"/>
                  </a:lnTo>
                  <a:lnTo>
                    <a:pt x="532584" y="1778433"/>
                  </a:lnTo>
                  <a:lnTo>
                    <a:pt x="531513" y="1778732"/>
                  </a:lnTo>
                  <a:lnTo>
                    <a:pt x="530441" y="1779030"/>
                  </a:lnTo>
                  <a:lnTo>
                    <a:pt x="529369" y="1779329"/>
                  </a:lnTo>
                  <a:lnTo>
                    <a:pt x="528298" y="1779627"/>
                  </a:lnTo>
                  <a:lnTo>
                    <a:pt x="527226" y="1779925"/>
                  </a:lnTo>
                  <a:lnTo>
                    <a:pt x="526155" y="1780223"/>
                  </a:lnTo>
                  <a:lnTo>
                    <a:pt x="525083" y="1780521"/>
                  </a:lnTo>
                  <a:lnTo>
                    <a:pt x="524011" y="1780819"/>
                  </a:lnTo>
                  <a:lnTo>
                    <a:pt x="522940" y="1781116"/>
                  </a:lnTo>
                  <a:lnTo>
                    <a:pt x="521868" y="1781414"/>
                  </a:lnTo>
                  <a:lnTo>
                    <a:pt x="520797" y="1781711"/>
                  </a:lnTo>
                  <a:lnTo>
                    <a:pt x="519725" y="1782008"/>
                  </a:lnTo>
                  <a:lnTo>
                    <a:pt x="518653" y="1782305"/>
                  </a:lnTo>
                  <a:lnTo>
                    <a:pt x="517582" y="1782602"/>
                  </a:lnTo>
                  <a:lnTo>
                    <a:pt x="516510" y="1782899"/>
                  </a:lnTo>
                  <a:lnTo>
                    <a:pt x="515439" y="1783196"/>
                  </a:lnTo>
                  <a:lnTo>
                    <a:pt x="514367" y="1783492"/>
                  </a:lnTo>
                  <a:lnTo>
                    <a:pt x="513295" y="1783788"/>
                  </a:lnTo>
                  <a:lnTo>
                    <a:pt x="512224" y="1784085"/>
                  </a:lnTo>
                  <a:lnTo>
                    <a:pt x="511152" y="1784381"/>
                  </a:lnTo>
                  <a:lnTo>
                    <a:pt x="510081" y="1784677"/>
                  </a:lnTo>
                  <a:lnTo>
                    <a:pt x="509009" y="1784972"/>
                  </a:lnTo>
                  <a:lnTo>
                    <a:pt x="507937" y="1785268"/>
                  </a:lnTo>
                  <a:lnTo>
                    <a:pt x="506866" y="1785564"/>
                  </a:lnTo>
                  <a:lnTo>
                    <a:pt x="505794" y="1785859"/>
                  </a:lnTo>
                  <a:lnTo>
                    <a:pt x="504723" y="1786154"/>
                  </a:lnTo>
                  <a:lnTo>
                    <a:pt x="503651" y="1786449"/>
                  </a:lnTo>
                  <a:lnTo>
                    <a:pt x="502579" y="1786744"/>
                  </a:lnTo>
                  <a:lnTo>
                    <a:pt x="501508" y="1787039"/>
                  </a:lnTo>
                  <a:lnTo>
                    <a:pt x="500436" y="1787334"/>
                  </a:lnTo>
                  <a:lnTo>
                    <a:pt x="499365" y="1787628"/>
                  </a:lnTo>
                  <a:lnTo>
                    <a:pt x="498293" y="1787923"/>
                  </a:lnTo>
                  <a:lnTo>
                    <a:pt x="497221" y="1788217"/>
                  </a:lnTo>
                  <a:lnTo>
                    <a:pt x="496150" y="1788511"/>
                  </a:lnTo>
                  <a:lnTo>
                    <a:pt x="495078" y="1788805"/>
                  </a:lnTo>
                  <a:lnTo>
                    <a:pt x="494007" y="1789099"/>
                  </a:lnTo>
                  <a:lnTo>
                    <a:pt x="492935" y="1789393"/>
                  </a:lnTo>
                  <a:lnTo>
                    <a:pt x="491863" y="1789686"/>
                  </a:lnTo>
                  <a:lnTo>
                    <a:pt x="490792" y="1789979"/>
                  </a:lnTo>
                  <a:lnTo>
                    <a:pt x="489720" y="1790273"/>
                  </a:lnTo>
                  <a:lnTo>
                    <a:pt x="488649" y="1790566"/>
                  </a:lnTo>
                  <a:lnTo>
                    <a:pt x="487577" y="1790859"/>
                  </a:lnTo>
                  <a:lnTo>
                    <a:pt x="486505" y="1791151"/>
                  </a:lnTo>
                  <a:lnTo>
                    <a:pt x="485434" y="1791444"/>
                  </a:lnTo>
                  <a:lnTo>
                    <a:pt x="484362" y="1791737"/>
                  </a:lnTo>
                  <a:lnTo>
                    <a:pt x="483291" y="1792029"/>
                  </a:lnTo>
                  <a:lnTo>
                    <a:pt x="482219" y="1792321"/>
                  </a:lnTo>
                  <a:lnTo>
                    <a:pt x="481147" y="1792613"/>
                  </a:lnTo>
                  <a:lnTo>
                    <a:pt x="480076" y="1792905"/>
                  </a:lnTo>
                  <a:lnTo>
                    <a:pt x="479004" y="1793197"/>
                  </a:lnTo>
                  <a:lnTo>
                    <a:pt x="477933" y="1793488"/>
                  </a:lnTo>
                  <a:lnTo>
                    <a:pt x="476861" y="1793780"/>
                  </a:lnTo>
                  <a:lnTo>
                    <a:pt x="475789" y="1794071"/>
                  </a:lnTo>
                  <a:lnTo>
                    <a:pt x="474718" y="1794362"/>
                  </a:lnTo>
                  <a:lnTo>
                    <a:pt x="473646" y="1794653"/>
                  </a:lnTo>
                  <a:lnTo>
                    <a:pt x="472575" y="1794944"/>
                  </a:lnTo>
                  <a:lnTo>
                    <a:pt x="471503" y="1795235"/>
                  </a:lnTo>
                  <a:lnTo>
                    <a:pt x="470431" y="1795525"/>
                  </a:lnTo>
                  <a:lnTo>
                    <a:pt x="469360" y="1795815"/>
                  </a:lnTo>
                  <a:lnTo>
                    <a:pt x="468288" y="1796106"/>
                  </a:lnTo>
                  <a:lnTo>
                    <a:pt x="467217" y="1796396"/>
                  </a:lnTo>
                  <a:lnTo>
                    <a:pt x="466145" y="1796686"/>
                  </a:lnTo>
                  <a:lnTo>
                    <a:pt x="465073" y="1796975"/>
                  </a:lnTo>
                  <a:lnTo>
                    <a:pt x="464002" y="1797265"/>
                  </a:lnTo>
                  <a:lnTo>
                    <a:pt x="462930" y="1797554"/>
                  </a:lnTo>
                  <a:lnTo>
                    <a:pt x="461859" y="1797843"/>
                  </a:lnTo>
                  <a:lnTo>
                    <a:pt x="460787" y="1798132"/>
                  </a:lnTo>
                  <a:lnTo>
                    <a:pt x="459715" y="1798421"/>
                  </a:lnTo>
                  <a:lnTo>
                    <a:pt x="458644" y="1798710"/>
                  </a:lnTo>
                  <a:lnTo>
                    <a:pt x="457572" y="1798999"/>
                  </a:lnTo>
                  <a:lnTo>
                    <a:pt x="456501" y="1799287"/>
                  </a:lnTo>
                  <a:lnTo>
                    <a:pt x="455429" y="1799575"/>
                  </a:lnTo>
                  <a:lnTo>
                    <a:pt x="454357" y="1799863"/>
                  </a:lnTo>
                  <a:lnTo>
                    <a:pt x="453286" y="1800151"/>
                  </a:lnTo>
                  <a:lnTo>
                    <a:pt x="452214" y="1800439"/>
                  </a:lnTo>
                  <a:lnTo>
                    <a:pt x="451143" y="1800727"/>
                  </a:lnTo>
                  <a:lnTo>
                    <a:pt x="450071" y="1801014"/>
                  </a:lnTo>
                  <a:lnTo>
                    <a:pt x="448999" y="1801301"/>
                  </a:lnTo>
                  <a:lnTo>
                    <a:pt x="447928" y="1801588"/>
                  </a:lnTo>
                  <a:lnTo>
                    <a:pt x="446856" y="1801875"/>
                  </a:lnTo>
                  <a:lnTo>
                    <a:pt x="445785" y="1802162"/>
                  </a:lnTo>
                  <a:lnTo>
                    <a:pt x="444713" y="1802448"/>
                  </a:lnTo>
                  <a:lnTo>
                    <a:pt x="443641" y="1802735"/>
                  </a:lnTo>
                  <a:lnTo>
                    <a:pt x="442570" y="1803021"/>
                  </a:lnTo>
                  <a:lnTo>
                    <a:pt x="441498" y="1803307"/>
                  </a:lnTo>
                  <a:lnTo>
                    <a:pt x="440427" y="1803593"/>
                  </a:lnTo>
                  <a:lnTo>
                    <a:pt x="439355" y="1803879"/>
                  </a:lnTo>
                  <a:lnTo>
                    <a:pt x="438283" y="1804164"/>
                  </a:lnTo>
                  <a:lnTo>
                    <a:pt x="437212" y="1804449"/>
                  </a:lnTo>
                  <a:lnTo>
                    <a:pt x="436140" y="1804734"/>
                  </a:lnTo>
                  <a:lnTo>
                    <a:pt x="435069" y="1805019"/>
                  </a:lnTo>
                  <a:lnTo>
                    <a:pt x="433997" y="1805304"/>
                  </a:lnTo>
                  <a:lnTo>
                    <a:pt x="432925" y="1805589"/>
                  </a:lnTo>
                  <a:lnTo>
                    <a:pt x="431854" y="1805873"/>
                  </a:lnTo>
                  <a:lnTo>
                    <a:pt x="430782" y="1806157"/>
                  </a:lnTo>
                  <a:lnTo>
                    <a:pt x="429711" y="1806441"/>
                  </a:lnTo>
                  <a:lnTo>
                    <a:pt x="428639" y="1806725"/>
                  </a:lnTo>
                  <a:lnTo>
                    <a:pt x="427567" y="1807009"/>
                  </a:lnTo>
                  <a:lnTo>
                    <a:pt x="426496" y="1807292"/>
                  </a:lnTo>
                  <a:lnTo>
                    <a:pt x="425424" y="1807576"/>
                  </a:lnTo>
                  <a:lnTo>
                    <a:pt x="424353" y="1807859"/>
                  </a:lnTo>
                  <a:lnTo>
                    <a:pt x="423281" y="1808142"/>
                  </a:lnTo>
                  <a:lnTo>
                    <a:pt x="422209" y="1808424"/>
                  </a:lnTo>
                  <a:lnTo>
                    <a:pt x="421138" y="1808707"/>
                  </a:lnTo>
                  <a:lnTo>
                    <a:pt x="420066" y="1808989"/>
                  </a:lnTo>
                  <a:lnTo>
                    <a:pt x="418995" y="1809271"/>
                  </a:lnTo>
                  <a:lnTo>
                    <a:pt x="417923" y="1809553"/>
                  </a:lnTo>
                  <a:lnTo>
                    <a:pt x="416851" y="1809835"/>
                  </a:lnTo>
                  <a:lnTo>
                    <a:pt x="415780" y="1810117"/>
                  </a:lnTo>
                  <a:lnTo>
                    <a:pt x="414708" y="1810398"/>
                  </a:lnTo>
                  <a:lnTo>
                    <a:pt x="413637" y="1810679"/>
                  </a:lnTo>
                  <a:lnTo>
                    <a:pt x="412565" y="1810960"/>
                  </a:lnTo>
                  <a:lnTo>
                    <a:pt x="411493" y="1811241"/>
                  </a:lnTo>
                  <a:lnTo>
                    <a:pt x="410422" y="1811522"/>
                  </a:lnTo>
                  <a:lnTo>
                    <a:pt x="409350" y="1811802"/>
                  </a:lnTo>
                  <a:lnTo>
                    <a:pt x="408279" y="1812082"/>
                  </a:lnTo>
                  <a:lnTo>
                    <a:pt x="407207" y="1812362"/>
                  </a:lnTo>
                  <a:lnTo>
                    <a:pt x="406135" y="1812642"/>
                  </a:lnTo>
                  <a:lnTo>
                    <a:pt x="405064" y="1812921"/>
                  </a:lnTo>
                  <a:lnTo>
                    <a:pt x="403992" y="1813201"/>
                  </a:lnTo>
                  <a:lnTo>
                    <a:pt x="402921" y="1813480"/>
                  </a:lnTo>
                  <a:lnTo>
                    <a:pt x="401849" y="1813759"/>
                  </a:lnTo>
                  <a:lnTo>
                    <a:pt x="400777" y="1814037"/>
                  </a:lnTo>
                  <a:lnTo>
                    <a:pt x="399706" y="1814316"/>
                  </a:lnTo>
                  <a:lnTo>
                    <a:pt x="398634" y="1814594"/>
                  </a:lnTo>
                  <a:lnTo>
                    <a:pt x="397563" y="1814872"/>
                  </a:lnTo>
                  <a:lnTo>
                    <a:pt x="396491" y="1815150"/>
                  </a:lnTo>
                  <a:lnTo>
                    <a:pt x="395419" y="1815428"/>
                  </a:lnTo>
                  <a:lnTo>
                    <a:pt x="394348" y="1815705"/>
                  </a:lnTo>
                  <a:lnTo>
                    <a:pt x="393276" y="1815983"/>
                  </a:lnTo>
                  <a:lnTo>
                    <a:pt x="392205" y="1816260"/>
                  </a:lnTo>
                  <a:lnTo>
                    <a:pt x="391133" y="1816537"/>
                  </a:lnTo>
                  <a:lnTo>
                    <a:pt x="390061" y="1816813"/>
                  </a:lnTo>
                  <a:lnTo>
                    <a:pt x="388990" y="1817090"/>
                  </a:lnTo>
                  <a:lnTo>
                    <a:pt x="387918" y="1817366"/>
                  </a:lnTo>
                  <a:lnTo>
                    <a:pt x="386847" y="1817642"/>
                  </a:lnTo>
                  <a:lnTo>
                    <a:pt x="385775" y="1817917"/>
                  </a:lnTo>
                  <a:lnTo>
                    <a:pt x="384703" y="1818193"/>
                  </a:lnTo>
                  <a:lnTo>
                    <a:pt x="383632" y="1818468"/>
                  </a:lnTo>
                  <a:lnTo>
                    <a:pt x="382560" y="1818743"/>
                  </a:lnTo>
                  <a:lnTo>
                    <a:pt x="381489" y="1819018"/>
                  </a:lnTo>
                  <a:lnTo>
                    <a:pt x="380417" y="1819293"/>
                  </a:lnTo>
                  <a:lnTo>
                    <a:pt x="379345" y="1819567"/>
                  </a:lnTo>
                  <a:lnTo>
                    <a:pt x="378274" y="1819841"/>
                  </a:lnTo>
                  <a:lnTo>
                    <a:pt x="377202" y="1820115"/>
                  </a:lnTo>
                  <a:lnTo>
                    <a:pt x="376131" y="1820389"/>
                  </a:lnTo>
                  <a:lnTo>
                    <a:pt x="375059" y="1820662"/>
                  </a:lnTo>
                  <a:lnTo>
                    <a:pt x="373987" y="1820936"/>
                  </a:lnTo>
                  <a:lnTo>
                    <a:pt x="372916" y="1821209"/>
                  </a:lnTo>
                  <a:lnTo>
                    <a:pt x="371844" y="1821481"/>
                  </a:lnTo>
                  <a:lnTo>
                    <a:pt x="370773" y="1821754"/>
                  </a:lnTo>
                  <a:lnTo>
                    <a:pt x="369701" y="1822026"/>
                  </a:lnTo>
                  <a:lnTo>
                    <a:pt x="368629" y="1822298"/>
                  </a:lnTo>
                  <a:lnTo>
                    <a:pt x="367558" y="1822570"/>
                  </a:lnTo>
                  <a:lnTo>
                    <a:pt x="366486" y="1822842"/>
                  </a:lnTo>
                  <a:lnTo>
                    <a:pt x="365415" y="1823113"/>
                  </a:lnTo>
                  <a:lnTo>
                    <a:pt x="364343" y="1823384"/>
                  </a:lnTo>
                  <a:lnTo>
                    <a:pt x="363271" y="1823655"/>
                  </a:lnTo>
                  <a:lnTo>
                    <a:pt x="362200" y="1823926"/>
                  </a:lnTo>
                  <a:lnTo>
                    <a:pt x="361128" y="1824196"/>
                  </a:lnTo>
                  <a:lnTo>
                    <a:pt x="360057" y="1824466"/>
                  </a:lnTo>
                  <a:lnTo>
                    <a:pt x="358985" y="1824736"/>
                  </a:lnTo>
                  <a:lnTo>
                    <a:pt x="357913" y="1825006"/>
                  </a:lnTo>
                  <a:lnTo>
                    <a:pt x="356842" y="1825275"/>
                  </a:lnTo>
                  <a:lnTo>
                    <a:pt x="355770" y="1825545"/>
                  </a:lnTo>
                  <a:lnTo>
                    <a:pt x="354699" y="1825814"/>
                  </a:lnTo>
                  <a:lnTo>
                    <a:pt x="353627" y="1826082"/>
                  </a:lnTo>
                  <a:lnTo>
                    <a:pt x="352556" y="1826351"/>
                  </a:lnTo>
                  <a:lnTo>
                    <a:pt x="351484" y="1826619"/>
                  </a:lnTo>
                  <a:lnTo>
                    <a:pt x="350412" y="1826887"/>
                  </a:lnTo>
                  <a:lnTo>
                    <a:pt x="349341" y="1827155"/>
                  </a:lnTo>
                  <a:lnTo>
                    <a:pt x="348269" y="1827422"/>
                  </a:lnTo>
                  <a:lnTo>
                    <a:pt x="347198" y="1827689"/>
                  </a:lnTo>
                  <a:lnTo>
                    <a:pt x="346126" y="1827956"/>
                  </a:lnTo>
                  <a:lnTo>
                    <a:pt x="345054" y="1828223"/>
                  </a:lnTo>
                  <a:lnTo>
                    <a:pt x="343983" y="1828489"/>
                  </a:lnTo>
                  <a:lnTo>
                    <a:pt x="342911" y="1828756"/>
                  </a:lnTo>
                  <a:lnTo>
                    <a:pt x="341840" y="1829022"/>
                  </a:lnTo>
                  <a:lnTo>
                    <a:pt x="340768" y="1829287"/>
                  </a:lnTo>
                  <a:lnTo>
                    <a:pt x="339696" y="1829553"/>
                  </a:lnTo>
                  <a:lnTo>
                    <a:pt x="338625" y="1829818"/>
                  </a:lnTo>
                  <a:lnTo>
                    <a:pt x="337553" y="1830083"/>
                  </a:lnTo>
                  <a:lnTo>
                    <a:pt x="336482" y="1830348"/>
                  </a:lnTo>
                  <a:lnTo>
                    <a:pt x="335410" y="1830612"/>
                  </a:lnTo>
                  <a:lnTo>
                    <a:pt x="334338" y="1830876"/>
                  </a:lnTo>
                  <a:lnTo>
                    <a:pt x="333267" y="1831140"/>
                  </a:lnTo>
                  <a:lnTo>
                    <a:pt x="332195" y="1831404"/>
                  </a:lnTo>
                  <a:lnTo>
                    <a:pt x="331124" y="1831667"/>
                  </a:lnTo>
                  <a:lnTo>
                    <a:pt x="330052" y="1831930"/>
                  </a:lnTo>
                  <a:lnTo>
                    <a:pt x="328980" y="1832193"/>
                  </a:lnTo>
                  <a:lnTo>
                    <a:pt x="327909" y="1832455"/>
                  </a:lnTo>
                  <a:lnTo>
                    <a:pt x="326837" y="1832718"/>
                  </a:lnTo>
                  <a:lnTo>
                    <a:pt x="325766" y="1832980"/>
                  </a:lnTo>
                  <a:lnTo>
                    <a:pt x="324694" y="1833242"/>
                  </a:lnTo>
                  <a:lnTo>
                    <a:pt x="323622" y="1833503"/>
                  </a:lnTo>
                  <a:lnTo>
                    <a:pt x="322551" y="1833764"/>
                  </a:lnTo>
                  <a:lnTo>
                    <a:pt x="321479" y="1834025"/>
                  </a:lnTo>
                  <a:lnTo>
                    <a:pt x="320408" y="1834286"/>
                  </a:lnTo>
                  <a:lnTo>
                    <a:pt x="319336" y="1834546"/>
                  </a:lnTo>
                  <a:lnTo>
                    <a:pt x="318264" y="1834807"/>
                  </a:lnTo>
                  <a:lnTo>
                    <a:pt x="317193" y="1835066"/>
                  </a:lnTo>
                  <a:lnTo>
                    <a:pt x="316121" y="1835326"/>
                  </a:lnTo>
                  <a:lnTo>
                    <a:pt x="315050" y="1835585"/>
                  </a:lnTo>
                  <a:lnTo>
                    <a:pt x="313978" y="1835844"/>
                  </a:lnTo>
                  <a:lnTo>
                    <a:pt x="312906" y="1836103"/>
                  </a:lnTo>
                  <a:lnTo>
                    <a:pt x="311835" y="1836362"/>
                  </a:lnTo>
                  <a:lnTo>
                    <a:pt x="310763" y="1836620"/>
                  </a:lnTo>
                  <a:lnTo>
                    <a:pt x="309692" y="1836878"/>
                  </a:lnTo>
                  <a:lnTo>
                    <a:pt x="308620" y="1837136"/>
                  </a:lnTo>
                  <a:lnTo>
                    <a:pt x="307548" y="1837393"/>
                  </a:lnTo>
                  <a:lnTo>
                    <a:pt x="306477" y="1837650"/>
                  </a:lnTo>
                  <a:lnTo>
                    <a:pt x="305405" y="1837907"/>
                  </a:lnTo>
                  <a:lnTo>
                    <a:pt x="304334" y="1838163"/>
                  </a:lnTo>
                  <a:lnTo>
                    <a:pt x="303262" y="1838420"/>
                  </a:lnTo>
                  <a:lnTo>
                    <a:pt x="302190" y="1838676"/>
                  </a:lnTo>
                  <a:lnTo>
                    <a:pt x="301119" y="1838931"/>
                  </a:lnTo>
                  <a:lnTo>
                    <a:pt x="300047" y="1839187"/>
                  </a:lnTo>
                  <a:lnTo>
                    <a:pt x="298976" y="1839442"/>
                  </a:lnTo>
                  <a:lnTo>
                    <a:pt x="297904" y="1839697"/>
                  </a:lnTo>
                  <a:lnTo>
                    <a:pt x="296832" y="1839951"/>
                  </a:lnTo>
                  <a:lnTo>
                    <a:pt x="295761" y="1840206"/>
                  </a:lnTo>
                  <a:lnTo>
                    <a:pt x="294689" y="1840460"/>
                  </a:lnTo>
                  <a:lnTo>
                    <a:pt x="293618" y="1840714"/>
                  </a:lnTo>
                  <a:lnTo>
                    <a:pt x="292546" y="1840967"/>
                  </a:lnTo>
                  <a:lnTo>
                    <a:pt x="291474" y="1841220"/>
                  </a:lnTo>
                  <a:lnTo>
                    <a:pt x="290403" y="1841473"/>
                  </a:lnTo>
                  <a:lnTo>
                    <a:pt x="289331" y="1841726"/>
                  </a:lnTo>
                  <a:lnTo>
                    <a:pt x="288260" y="1841978"/>
                  </a:lnTo>
                  <a:lnTo>
                    <a:pt x="287188" y="1842230"/>
                  </a:lnTo>
                  <a:lnTo>
                    <a:pt x="286116" y="1842482"/>
                  </a:lnTo>
                  <a:lnTo>
                    <a:pt x="285045" y="1842733"/>
                  </a:lnTo>
                  <a:lnTo>
                    <a:pt x="283973" y="1842984"/>
                  </a:lnTo>
                  <a:lnTo>
                    <a:pt x="282902" y="1843235"/>
                  </a:lnTo>
                  <a:lnTo>
                    <a:pt x="281830" y="1843485"/>
                  </a:lnTo>
                  <a:lnTo>
                    <a:pt x="280758" y="1843736"/>
                  </a:lnTo>
                  <a:lnTo>
                    <a:pt x="279687" y="1843986"/>
                  </a:lnTo>
                  <a:lnTo>
                    <a:pt x="278615" y="1844235"/>
                  </a:lnTo>
                  <a:lnTo>
                    <a:pt x="277544" y="1844485"/>
                  </a:lnTo>
                  <a:lnTo>
                    <a:pt x="276472" y="1844734"/>
                  </a:lnTo>
                  <a:lnTo>
                    <a:pt x="275400" y="1844982"/>
                  </a:lnTo>
                  <a:lnTo>
                    <a:pt x="274329" y="1845231"/>
                  </a:lnTo>
                  <a:lnTo>
                    <a:pt x="273257" y="1845479"/>
                  </a:lnTo>
                  <a:lnTo>
                    <a:pt x="272186" y="1845727"/>
                  </a:lnTo>
                  <a:lnTo>
                    <a:pt x="271114" y="1845975"/>
                  </a:lnTo>
                  <a:lnTo>
                    <a:pt x="270042" y="1846222"/>
                  </a:lnTo>
                  <a:lnTo>
                    <a:pt x="268971" y="1846469"/>
                  </a:lnTo>
                  <a:lnTo>
                    <a:pt x="267899" y="1846716"/>
                  </a:lnTo>
                  <a:lnTo>
                    <a:pt x="266828" y="1846962"/>
                  </a:lnTo>
                  <a:lnTo>
                    <a:pt x="265756" y="1847208"/>
                  </a:lnTo>
                  <a:lnTo>
                    <a:pt x="264684" y="1847454"/>
                  </a:lnTo>
                  <a:lnTo>
                    <a:pt x="263613" y="1847699"/>
                  </a:lnTo>
                  <a:lnTo>
                    <a:pt x="262541" y="1847945"/>
                  </a:lnTo>
                  <a:lnTo>
                    <a:pt x="261470" y="1848190"/>
                  </a:lnTo>
                  <a:lnTo>
                    <a:pt x="260398" y="1848434"/>
                  </a:lnTo>
                  <a:lnTo>
                    <a:pt x="259326" y="1848679"/>
                  </a:lnTo>
                  <a:lnTo>
                    <a:pt x="258255" y="1848923"/>
                  </a:lnTo>
                  <a:lnTo>
                    <a:pt x="257183" y="1849166"/>
                  </a:lnTo>
                  <a:lnTo>
                    <a:pt x="256112" y="1849410"/>
                  </a:lnTo>
                  <a:lnTo>
                    <a:pt x="255040" y="1849653"/>
                  </a:lnTo>
                  <a:lnTo>
                    <a:pt x="253968" y="1849896"/>
                  </a:lnTo>
                  <a:lnTo>
                    <a:pt x="252897" y="1850138"/>
                  </a:lnTo>
                  <a:lnTo>
                    <a:pt x="251825" y="1850381"/>
                  </a:lnTo>
                  <a:lnTo>
                    <a:pt x="250754" y="1850623"/>
                  </a:lnTo>
                  <a:lnTo>
                    <a:pt x="249682" y="1850864"/>
                  </a:lnTo>
                  <a:lnTo>
                    <a:pt x="248610" y="1851106"/>
                  </a:lnTo>
                  <a:lnTo>
                    <a:pt x="247539" y="1851347"/>
                  </a:lnTo>
                  <a:lnTo>
                    <a:pt x="246467" y="1851587"/>
                  </a:lnTo>
                  <a:lnTo>
                    <a:pt x="245396" y="1851828"/>
                  </a:lnTo>
                  <a:lnTo>
                    <a:pt x="244324" y="1852068"/>
                  </a:lnTo>
                  <a:lnTo>
                    <a:pt x="243252" y="1852308"/>
                  </a:lnTo>
                  <a:lnTo>
                    <a:pt x="242181" y="1852548"/>
                  </a:lnTo>
                  <a:lnTo>
                    <a:pt x="241109" y="1852787"/>
                  </a:lnTo>
                  <a:lnTo>
                    <a:pt x="240038" y="1853026"/>
                  </a:lnTo>
                  <a:lnTo>
                    <a:pt x="238966" y="1853264"/>
                  </a:lnTo>
                  <a:lnTo>
                    <a:pt x="237894" y="1853503"/>
                  </a:lnTo>
                  <a:lnTo>
                    <a:pt x="236823" y="1853741"/>
                  </a:lnTo>
                  <a:lnTo>
                    <a:pt x="235751" y="1853979"/>
                  </a:lnTo>
                  <a:lnTo>
                    <a:pt x="234680" y="1854216"/>
                  </a:lnTo>
                  <a:lnTo>
                    <a:pt x="233608" y="1854453"/>
                  </a:lnTo>
                  <a:lnTo>
                    <a:pt x="232536" y="1854690"/>
                  </a:lnTo>
                  <a:lnTo>
                    <a:pt x="231465" y="1854927"/>
                  </a:lnTo>
                  <a:lnTo>
                    <a:pt x="230393" y="1855163"/>
                  </a:lnTo>
                  <a:lnTo>
                    <a:pt x="229322" y="1855399"/>
                  </a:lnTo>
                  <a:lnTo>
                    <a:pt x="228250" y="1855635"/>
                  </a:lnTo>
                  <a:lnTo>
                    <a:pt x="227178" y="1855870"/>
                  </a:lnTo>
                  <a:lnTo>
                    <a:pt x="226107" y="1856105"/>
                  </a:lnTo>
                  <a:lnTo>
                    <a:pt x="225035" y="1856340"/>
                  </a:lnTo>
                  <a:lnTo>
                    <a:pt x="223964" y="1856575"/>
                  </a:lnTo>
                  <a:lnTo>
                    <a:pt x="222892" y="1856809"/>
                  </a:lnTo>
                  <a:lnTo>
                    <a:pt x="221820" y="1857043"/>
                  </a:lnTo>
                  <a:lnTo>
                    <a:pt x="220749" y="1857276"/>
                  </a:lnTo>
                  <a:lnTo>
                    <a:pt x="219677" y="1857509"/>
                  </a:lnTo>
                  <a:lnTo>
                    <a:pt x="218606" y="1857742"/>
                  </a:lnTo>
                  <a:lnTo>
                    <a:pt x="217534" y="1857975"/>
                  </a:lnTo>
                  <a:lnTo>
                    <a:pt x="216462" y="1858208"/>
                  </a:lnTo>
                  <a:lnTo>
                    <a:pt x="215391" y="1858440"/>
                  </a:lnTo>
                  <a:lnTo>
                    <a:pt x="214319" y="1858671"/>
                  </a:lnTo>
                  <a:lnTo>
                    <a:pt x="213248" y="1858903"/>
                  </a:lnTo>
                  <a:lnTo>
                    <a:pt x="212176" y="1859134"/>
                  </a:lnTo>
                  <a:lnTo>
                    <a:pt x="211104" y="1859365"/>
                  </a:lnTo>
                  <a:lnTo>
                    <a:pt x="210033" y="1859596"/>
                  </a:lnTo>
                  <a:lnTo>
                    <a:pt x="208961" y="1859826"/>
                  </a:lnTo>
                  <a:lnTo>
                    <a:pt x="207890" y="1860056"/>
                  </a:lnTo>
                  <a:lnTo>
                    <a:pt x="206818" y="1860286"/>
                  </a:lnTo>
                  <a:lnTo>
                    <a:pt x="205746" y="1860515"/>
                  </a:lnTo>
                  <a:lnTo>
                    <a:pt x="204675" y="1860744"/>
                  </a:lnTo>
                  <a:lnTo>
                    <a:pt x="203603" y="1860973"/>
                  </a:lnTo>
                  <a:lnTo>
                    <a:pt x="202532" y="1861202"/>
                  </a:lnTo>
                  <a:lnTo>
                    <a:pt x="201460" y="1861430"/>
                  </a:lnTo>
                  <a:lnTo>
                    <a:pt x="200388" y="1861658"/>
                  </a:lnTo>
                  <a:lnTo>
                    <a:pt x="199317" y="1861885"/>
                  </a:lnTo>
                  <a:lnTo>
                    <a:pt x="198245" y="1862113"/>
                  </a:lnTo>
                  <a:lnTo>
                    <a:pt x="197174" y="1862340"/>
                  </a:lnTo>
                  <a:lnTo>
                    <a:pt x="196102" y="1862566"/>
                  </a:lnTo>
                  <a:lnTo>
                    <a:pt x="195030" y="1862793"/>
                  </a:lnTo>
                  <a:lnTo>
                    <a:pt x="193959" y="1863019"/>
                  </a:lnTo>
                  <a:lnTo>
                    <a:pt x="192887" y="1863245"/>
                  </a:lnTo>
                  <a:lnTo>
                    <a:pt x="191816" y="1863470"/>
                  </a:lnTo>
                  <a:lnTo>
                    <a:pt x="190744" y="1863696"/>
                  </a:lnTo>
                  <a:lnTo>
                    <a:pt x="189672" y="1863921"/>
                  </a:lnTo>
                  <a:lnTo>
                    <a:pt x="188601" y="1864145"/>
                  </a:lnTo>
                  <a:lnTo>
                    <a:pt x="187529" y="1864370"/>
                  </a:lnTo>
                  <a:lnTo>
                    <a:pt x="186458" y="1864594"/>
                  </a:lnTo>
                  <a:lnTo>
                    <a:pt x="185386" y="1864817"/>
                  </a:lnTo>
                  <a:lnTo>
                    <a:pt x="184314" y="1865041"/>
                  </a:lnTo>
                  <a:lnTo>
                    <a:pt x="183243" y="1865264"/>
                  </a:lnTo>
                  <a:lnTo>
                    <a:pt x="182171" y="1865487"/>
                  </a:lnTo>
                  <a:lnTo>
                    <a:pt x="181100" y="1865709"/>
                  </a:lnTo>
                  <a:lnTo>
                    <a:pt x="180028" y="1865932"/>
                  </a:lnTo>
                  <a:lnTo>
                    <a:pt x="178956" y="1866154"/>
                  </a:lnTo>
                  <a:lnTo>
                    <a:pt x="177885" y="1866375"/>
                  </a:lnTo>
                  <a:lnTo>
                    <a:pt x="176813" y="1866597"/>
                  </a:lnTo>
                  <a:lnTo>
                    <a:pt x="175742" y="1866818"/>
                  </a:lnTo>
                  <a:lnTo>
                    <a:pt x="174670" y="1867039"/>
                  </a:lnTo>
                  <a:lnTo>
                    <a:pt x="173599" y="1867259"/>
                  </a:lnTo>
                  <a:lnTo>
                    <a:pt x="172527" y="1867479"/>
                  </a:lnTo>
                  <a:lnTo>
                    <a:pt x="171455" y="1867699"/>
                  </a:lnTo>
                  <a:lnTo>
                    <a:pt x="170384" y="1867919"/>
                  </a:lnTo>
                  <a:lnTo>
                    <a:pt x="169312" y="1868138"/>
                  </a:lnTo>
                  <a:lnTo>
                    <a:pt x="168241" y="1868357"/>
                  </a:lnTo>
                  <a:lnTo>
                    <a:pt x="167169" y="1868576"/>
                  </a:lnTo>
                  <a:lnTo>
                    <a:pt x="166097" y="1868794"/>
                  </a:lnTo>
                  <a:lnTo>
                    <a:pt x="165026" y="1869012"/>
                  </a:lnTo>
                  <a:lnTo>
                    <a:pt x="163954" y="1869230"/>
                  </a:lnTo>
                  <a:lnTo>
                    <a:pt x="162883" y="1869448"/>
                  </a:lnTo>
                  <a:lnTo>
                    <a:pt x="161811" y="1869665"/>
                  </a:lnTo>
                  <a:lnTo>
                    <a:pt x="160739" y="1869882"/>
                  </a:lnTo>
                  <a:lnTo>
                    <a:pt x="159668" y="1870099"/>
                  </a:lnTo>
                  <a:lnTo>
                    <a:pt x="158596" y="1870315"/>
                  </a:lnTo>
                  <a:lnTo>
                    <a:pt x="157525" y="1870531"/>
                  </a:lnTo>
                  <a:lnTo>
                    <a:pt x="156453" y="1870747"/>
                  </a:lnTo>
                  <a:lnTo>
                    <a:pt x="155381" y="1870962"/>
                  </a:lnTo>
                  <a:lnTo>
                    <a:pt x="154310" y="1871178"/>
                  </a:lnTo>
                  <a:lnTo>
                    <a:pt x="153238" y="1871392"/>
                  </a:lnTo>
                  <a:lnTo>
                    <a:pt x="152167" y="1871607"/>
                  </a:lnTo>
                  <a:lnTo>
                    <a:pt x="151095" y="1871821"/>
                  </a:lnTo>
                  <a:lnTo>
                    <a:pt x="150023" y="1872035"/>
                  </a:lnTo>
                  <a:lnTo>
                    <a:pt x="148952" y="1872249"/>
                  </a:lnTo>
                  <a:lnTo>
                    <a:pt x="147880" y="1872463"/>
                  </a:lnTo>
                  <a:lnTo>
                    <a:pt x="146809" y="1872676"/>
                  </a:lnTo>
                  <a:lnTo>
                    <a:pt x="145737" y="1872889"/>
                  </a:lnTo>
                  <a:lnTo>
                    <a:pt x="144665" y="1873101"/>
                  </a:lnTo>
                  <a:lnTo>
                    <a:pt x="143594" y="1873313"/>
                  </a:lnTo>
                  <a:lnTo>
                    <a:pt x="142522" y="1873525"/>
                  </a:lnTo>
                  <a:lnTo>
                    <a:pt x="141451" y="1873737"/>
                  </a:lnTo>
                  <a:lnTo>
                    <a:pt x="140379" y="1873948"/>
                  </a:lnTo>
                  <a:lnTo>
                    <a:pt x="139307" y="1874160"/>
                  </a:lnTo>
                  <a:lnTo>
                    <a:pt x="138236" y="1874370"/>
                  </a:lnTo>
                  <a:lnTo>
                    <a:pt x="137164" y="1874581"/>
                  </a:lnTo>
                  <a:lnTo>
                    <a:pt x="136093" y="1874791"/>
                  </a:lnTo>
                  <a:lnTo>
                    <a:pt x="135021" y="1875001"/>
                  </a:lnTo>
                  <a:lnTo>
                    <a:pt x="133949" y="1875211"/>
                  </a:lnTo>
                  <a:lnTo>
                    <a:pt x="132878" y="1875420"/>
                  </a:lnTo>
                  <a:lnTo>
                    <a:pt x="131806" y="1875629"/>
                  </a:lnTo>
                  <a:lnTo>
                    <a:pt x="130735" y="1875838"/>
                  </a:lnTo>
                  <a:lnTo>
                    <a:pt x="129663" y="1876047"/>
                  </a:lnTo>
                  <a:lnTo>
                    <a:pt x="128591" y="1876255"/>
                  </a:lnTo>
                  <a:lnTo>
                    <a:pt x="127520" y="1876463"/>
                  </a:lnTo>
                  <a:lnTo>
                    <a:pt x="126448" y="1876670"/>
                  </a:lnTo>
                  <a:lnTo>
                    <a:pt x="125377" y="1876878"/>
                  </a:lnTo>
                  <a:lnTo>
                    <a:pt x="124305" y="1877085"/>
                  </a:lnTo>
                  <a:lnTo>
                    <a:pt x="123233" y="1877291"/>
                  </a:lnTo>
                  <a:lnTo>
                    <a:pt x="122162" y="1877498"/>
                  </a:lnTo>
                  <a:lnTo>
                    <a:pt x="121090" y="1877704"/>
                  </a:lnTo>
                  <a:lnTo>
                    <a:pt x="120019" y="1877910"/>
                  </a:lnTo>
                  <a:lnTo>
                    <a:pt x="118947" y="1878116"/>
                  </a:lnTo>
                  <a:lnTo>
                    <a:pt x="117875" y="1878321"/>
                  </a:lnTo>
                  <a:lnTo>
                    <a:pt x="116804" y="1878526"/>
                  </a:lnTo>
                  <a:lnTo>
                    <a:pt x="115732" y="1878731"/>
                  </a:lnTo>
                  <a:lnTo>
                    <a:pt x="114661" y="1878935"/>
                  </a:lnTo>
                  <a:lnTo>
                    <a:pt x="113589" y="1879140"/>
                  </a:lnTo>
                  <a:lnTo>
                    <a:pt x="112517" y="1879344"/>
                  </a:lnTo>
                  <a:lnTo>
                    <a:pt x="111446" y="1879547"/>
                  </a:lnTo>
                  <a:lnTo>
                    <a:pt x="110374" y="1879750"/>
                  </a:lnTo>
                  <a:lnTo>
                    <a:pt x="109303" y="1879954"/>
                  </a:lnTo>
                  <a:lnTo>
                    <a:pt x="108231" y="1880156"/>
                  </a:lnTo>
                  <a:lnTo>
                    <a:pt x="107159" y="1880359"/>
                  </a:lnTo>
                  <a:lnTo>
                    <a:pt x="106088" y="1880561"/>
                  </a:lnTo>
                  <a:lnTo>
                    <a:pt x="105016" y="1880763"/>
                  </a:lnTo>
                  <a:lnTo>
                    <a:pt x="103945" y="1880965"/>
                  </a:lnTo>
                  <a:lnTo>
                    <a:pt x="102873" y="1881166"/>
                  </a:lnTo>
                  <a:lnTo>
                    <a:pt x="101801" y="1881367"/>
                  </a:lnTo>
                  <a:lnTo>
                    <a:pt x="100730" y="1881568"/>
                  </a:lnTo>
                  <a:lnTo>
                    <a:pt x="99658" y="1881768"/>
                  </a:lnTo>
                  <a:lnTo>
                    <a:pt x="98587" y="1881969"/>
                  </a:lnTo>
                  <a:lnTo>
                    <a:pt x="97515" y="1882168"/>
                  </a:lnTo>
                  <a:lnTo>
                    <a:pt x="96443" y="1882368"/>
                  </a:lnTo>
                  <a:lnTo>
                    <a:pt x="95372" y="1882568"/>
                  </a:lnTo>
                  <a:lnTo>
                    <a:pt x="94300" y="1882767"/>
                  </a:lnTo>
                  <a:lnTo>
                    <a:pt x="93229" y="1882965"/>
                  </a:lnTo>
                  <a:lnTo>
                    <a:pt x="92157" y="1883164"/>
                  </a:lnTo>
                  <a:lnTo>
                    <a:pt x="91085" y="1883362"/>
                  </a:lnTo>
                  <a:lnTo>
                    <a:pt x="90014" y="1883560"/>
                  </a:lnTo>
                  <a:lnTo>
                    <a:pt x="88942" y="1883758"/>
                  </a:lnTo>
                  <a:lnTo>
                    <a:pt x="87871" y="1883955"/>
                  </a:lnTo>
                  <a:lnTo>
                    <a:pt x="86799" y="1884152"/>
                  </a:lnTo>
                  <a:lnTo>
                    <a:pt x="85727" y="1884349"/>
                  </a:lnTo>
                  <a:lnTo>
                    <a:pt x="84656" y="1884546"/>
                  </a:lnTo>
                  <a:lnTo>
                    <a:pt x="83584" y="1884742"/>
                  </a:lnTo>
                  <a:lnTo>
                    <a:pt x="82513" y="1884938"/>
                  </a:lnTo>
                  <a:lnTo>
                    <a:pt x="81441" y="1885134"/>
                  </a:lnTo>
                  <a:lnTo>
                    <a:pt x="80369" y="1885329"/>
                  </a:lnTo>
                  <a:lnTo>
                    <a:pt x="79298" y="1885525"/>
                  </a:lnTo>
                  <a:lnTo>
                    <a:pt x="78226" y="1885720"/>
                  </a:lnTo>
                  <a:lnTo>
                    <a:pt x="77155" y="1885914"/>
                  </a:lnTo>
                  <a:lnTo>
                    <a:pt x="76083" y="1886109"/>
                  </a:lnTo>
                  <a:lnTo>
                    <a:pt x="75011" y="1886303"/>
                  </a:lnTo>
                  <a:lnTo>
                    <a:pt x="73940" y="1886496"/>
                  </a:lnTo>
                  <a:lnTo>
                    <a:pt x="72868" y="1886690"/>
                  </a:lnTo>
                  <a:lnTo>
                    <a:pt x="71797" y="1886883"/>
                  </a:lnTo>
                  <a:lnTo>
                    <a:pt x="70725" y="1887076"/>
                  </a:lnTo>
                  <a:lnTo>
                    <a:pt x="69653" y="1887269"/>
                  </a:lnTo>
                  <a:lnTo>
                    <a:pt x="68582" y="1887461"/>
                  </a:lnTo>
                  <a:lnTo>
                    <a:pt x="67510" y="1887653"/>
                  </a:lnTo>
                  <a:lnTo>
                    <a:pt x="66439" y="1887845"/>
                  </a:lnTo>
                  <a:lnTo>
                    <a:pt x="65367" y="1888037"/>
                  </a:lnTo>
                  <a:lnTo>
                    <a:pt x="64295" y="1888228"/>
                  </a:lnTo>
                  <a:lnTo>
                    <a:pt x="63224" y="1888419"/>
                  </a:lnTo>
                  <a:lnTo>
                    <a:pt x="62152" y="1888610"/>
                  </a:lnTo>
                  <a:lnTo>
                    <a:pt x="61081" y="1888801"/>
                  </a:lnTo>
                  <a:lnTo>
                    <a:pt x="60009" y="1888991"/>
                  </a:lnTo>
                  <a:lnTo>
                    <a:pt x="58937" y="1889181"/>
                  </a:lnTo>
                  <a:lnTo>
                    <a:pt x="57866" y="1889371"/>
                  </a:lnTo>
                  <a:lnTo>
                    <a:pt x="56794" y="1889560"/>
                  </a:lnTo>
                  <a:lnTo>
                    <a:pt x="55723" y="1889749"/>
                  </a:lnTo>
                  <a:lnTo>
                    <a:pt x="54651" y="1889938"/>
                  </a:lnTo>
                  <a:lnTo>
                    <a:pt x="53579" y="1890127"/>
                  </a:lnTo>
                  <a:lnTo>
                    <a:pt x="52508" y="1890315"/>
                  </a:lnTo>
                  <a:lnTo>
                    <a:pt x="51436" y="1890503"/>
                  </a:lnTo>
                  <a:lnTo>
                    <a:pt x="50365" y="1890691"/>
                  </a:lnTo>
                  <a:lnTo>
                    <a:pt x="49293" y="1890878"/>
                  </a:lnTo>
                  <a:lnTo>
                    <a:pt x="48221" y="1891066"/>
                  </a:lnTo>
                  <a:lnTo>
                    <a:pt x="47150" y="1891253"/>
                  </a:lnTo>
                  <a:lnTo>
                    <a:pt x="46078" y="1891439"/>
                  </a:lnTo>
                  <a:lnTo>
                    <a:pt x="45007" y="1891626"/>
                  </a:lnTo>
                  <a:lnTo>
                    <a:pt x="43935" y="1891812"/>
                  </a:lnTo>
                  <a:lnTo>
                    <a:pt x="42863" y="1891998"/>
                  </a:lnTo>
                  <a:lnTo>
                    <a:pt x="41792" y="1892183"/>
                  </a:lnTo>
                  <a:lnTo>
                    <a:pt x="40720" y="1892369"/>
                  </a:lnTo>
                  <a:lnTo>
                    <a:pt x="39649" y="1892554"/>
                  </a:lnTo>
                  <a:lnTo>
                    <a:pt x="38577" y="1892739"/>
                  </a:lnTo>
                  <a:lnTo>
                    <a:pt x="37505" y="1892923"/>
                  </a:lnTo>
                  <a:lnTo>
                    <a:pt x="36434" y="1893108"/>
                  </a:lnTo>
                  <a:lnTo>
                    <a:pt x="35362" y="1893292"/>
                  </a:lnTo>
                  <a:lnTo>
                    <a:pt x="34291" y="1893475"/>
                  </a:lnTo>
                  <a:lnTo>
                    <a:pt x="33219" y="1893659"/>
                  </a:lnTo>
                  <a:lnTo>
                    <a:pt x="32147" y="1893842"/>
                  </a:lnTo>
                  <a:lnTo>
                    <a:pt x="31076" y="1894025"/>
                  </a:lnTo>
                  <a:lnTo>
                    <a:pt x="30004" y="1894208"/>
                  </a:lnTo>
                  <a:lnTo>
                    <a:pt x="28933" y="1894390"/>
                  </a:lnTo>
                  <a:lnTo>
                    <a:pt x="27861" y="1894572"/>
                  </a:lnTo>
                  <a:lnTo>
                    <a:pt x="26789" y="1894754"/>
                  </a:lnTo>
                  <a:lnTo>
                    <a:pt x="25718" y="1894936"/>
                  </a:lnTo>
                  <a:lnTo>
                    <a:pt x="24646" y="1895117"/>
                  </a:lnTo>
                  <a:lnTo>
                    <a:pt x="23575" y="1895298"/>
                  </a:lnTo>
                  <a:lnTo>
                    <a:pt x="22503" y="1895479"/>
                  </a:lnTo>
                  <a:lnTo>
                    <a:pt x="21431" y="1895660"/>
                  </a:lnTo>
                  <a:lnTo>
                    <a:pt x="20360" y="1895840"/>
                  </a:lnTo>
                  <a:lnTo>
                    <a:pt x="19288" y="1896020"/>
                  </a:lnTo>
                  <a:lnTo>
                    <a:pt x="18217" y="1896200"/>
                  </a:lnTo>
                  <a:lnTo>
                    <a:pt x="17145" y="1896380"/>
                  </a:lnTo>
                  <a:lnTo>
                    <a:pt x="16073" y="1896559"/>
                  </a:lnTo>
                  <a:lnTo>
                    <a:pt x="15002" y="1896738"/>
                  </a:lnTo>
                  <a:lnTo>
                    <a:pt x="13930" y="1896917"/>
                  </a:lnTo>
                  <a:lnTo>
                    <a:pt x="12859" y="1897095"/>
                  </a:lnTo>
                  <a:lnTo>
                    <a:pt x="11787" y="1897274"/>
                  </a:lnTo>
                  <a:lnTo>
                    <a:pt x="10715" y="1897452"/>
                  </a:lnTo>
                  <a:lnTo>
                    <a:pt x="9644" y="1897629"/>
                  </a:lnTo>
                  <a:lnTo>
                    <a:pt x="8572" y="1897807"/>
                  </a:lnTo>
                  <a:lnTo>
                    <a:pt x="7501" y="1897984"/>
                  </a:lnTo>
                  <a:lnTo>
                    <a:pt x="6429" y="1898161"/>
                  </a:lnTo>
                  <a:lnTo>
                    <a:pt x="5357" y="1898338"/>
                  </a:lnTo>
                  <a:lnTo>
                    <a:pt x="4286" y="1898514"/>
                  </a:lnTo>
                  <a:lnTo>
                    <a:pt x="3214" y="1898690"/>
                  </a:lnTo>
                  <a:lnTo>
                    <a:pt x="2143" y="1898866"/>
                  </a:lnTo>
                  <a:lnTo>
                    <a:pt x="1071" y="1899042"/>
                  </a:lnTo>
                  <a:lnTo>
                    <a:pt x="0" y="1899217"/>
                  </a:lnTo>
                  <a:lnTo>
                    <a:pt x="0" y="189921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66" name="pl166"/>
            <p:cNvSpPr/>
            <p:nvPr/>
          </p:nvSpPr>
          <p:spPr>
            <a:xfrm>
              <a:off x="5034264" y="3935918"/>
              <a:ext cx="3856684" cy="2151303"/>
            </a:xfrm>
            <a:custGeom>
              <a:avLst/>
              <a:gdLst/>
              <a:ahLst/>
              <a:cxnLst/>
              <a:rect l="0" t="0" r="0" b="0"/>
              <a:pathLst>
                <a:path w="3856684" h="2151303">
                  <a:moveTo>
                    <a:pt x="0" y="2151303"/>
                  </a:moveTo>
                  <a:lnTo>
                    <a:pt x="1071" y="2151132"/>
                  </a:lnTo>
                  <a:lnTo>
                    <a:pt x="2143" y="2150960"/>
                  </a:lnTo>
                  <a:lnTo>
                    <a:pt x="3214" y="2150788"/>
                  </a:lnTo>
                  <a:lnTo>
                    <a:pt x="4286" y="2150615"/>
                  </a:lnTo>
                  <a:lnTo>
                    <a:pt x="5357" y="2150443"/>
                  </a:lnTo>
                  <a:lnTo>
                    <a:pt x="6429" y="2150270"/>
                  </a:lnTo>
                  <a:lnTo>
                    <a:pt x="7501" y="2150097"/>
                  </a:lnTo>
                  <a:lnTo>
                    <a:pt x="8572" y="2149924"/>
                  </a:lnTo>
                  <a:lnTo>
                    <a:pt x="9644" y="2149750"/>
                  </a:lnTo>
                  <a:lnTo>
                    <a:pt x="10715" y="2149577"/>
                  </a:lnTo>
                  <a:lnTo>
                    <a:pt x="11787" y="2149403"/>
                  </a:lnTo>
                  <a:lnTo>
                    <a:pt x="12859" y="2149229"/>
                  </a:lnTo>
                  <a:lnTo>
                    <a:pt x="13930" y="2149055"/>
                  </a:lnTo>
                  <a:lnTo>
                    <a:pt x="15002" y="2148880"/>
                  </a:lnTo>
                  <a:lnTo>
                    <a:pt x="16073" y="2148705"/>
                  </a:lnTo>
                  <a:lnTo>
                    <a:pt x="17145" y="2148531"/>
                  </a:lnTo>
                  <a:lnTo>
                    <a:pt x="18217" y="2148355"/>
                  </a:lnTo>
                  <a:lnTo>
                    <a:pt x="19288" y="2148180"/>
                  </a:lnTo>
                  <a:lnTo>
                    <a:pt x="20360" y="2148005"/>
                  </a:lnTo>
                  <a:lnTo>
                    <a:pt x="21431" y="2147829"/>
                  </a:lnTo>
                  <a:lnTo>
                    <a:pt x="22503" y="2147653"/>
                  </a:lnTo>
                  <a:lnTo>
                    <a:pt x="23575" y="2147477"/>
                  </a:lnTo>
                  <a:lnTo>
                    <a:pt x="24646" y="2147300"/>
                  </a:lnTo>
                  <a:lnTo>
                    <a:pt x="25718" y="2147124"/>
                  </a:lnTo>
                  <a:lnTo>
                    <a:pt x="26789" y="2146947"/>
                  </a:lnTo>
                  <a:lnTo>
                    <a:pt x="27861" y="2146770"/>
                  </a:lnTo>
                  <a:lnTo>
                    <a:pt x="28933" y="2146592"/>
                  </a:lnTo>
                  <a:lnTo>
                    <a:pt x="30004" y="2146415"/>
                  </a:lnTo>
                  <a:lnTo>
                    <a:pt x="31076" y="2146237"/>
                  </a:lnTo>
                  <a:lnTo>
                    <a:pt x="32147" y="2146059"/>
                  </a:lnTo>
                  <a:lnTo>
                    <a:pt x="33219" y="2145881"/>
                  </a:lnTo>
                  <a:lnTo>
                    <a:pt x="34291" y="2145703"/>
                  </a:lnTo>
                  <a:lnTo>
                    <a:pt x="35362" y="2145524"/>
                  </a:lnTo>
                  <a:lnTo>
                    <a:pt x="36434" y="2145345"/>
                  </a:lnTo>
                  <a:lnTo>
                    <a:pt x="37505" y="2145166"/>
                  </a:lnTo>
                  <a:lnTo>
                    <a:pt x="38577" y="2144987"/>
                  </a:lnTo>
                  <a:lnTo>
                    <a:pt x="39649" y="2144807"/>
                  </a:lnTo>
                  <a:lnTo>
                    <a:pt x="40720" y="2144628"/>
                  </a:lnTo>
                  <a:lnTo>
                    <a:pt x="41792" y="2144448"/>
                  </a:lnTo>
                  <a:lnTo>
                    <a:pt x="42863" y="2144268"/>
                  </a:lnTo>
                  <a:lnTo>
                    <a:pt x="43935" y="2144087"/>
                  </a:lnTo>
                  <a:lnTo>
                    <a:pt x="45007" y="2143907"/>
                  </a:lnTo>
                  <a:lnTo>
                    <a:pt x="46078" y="2143726"/>
                  </a:lnTo>
                  <a:lnTo>
                    <a:pt x="47150" y="2143545"/>
                  </a:lnTo>
                  <a:lnTo>
                    <a:pt x="48221" y="2143364"/>
                  </a:lnTo>
                  <a:lnTo>
                    <a:pt x="49293" y="2143182"/>
                  </a:lnTo>
                  <a:lnTo>
                    <a:pt x="50365" y="2143001"/>
                  </a:lnTo>
                  <a:lnTo>
                    <a:pt x="51436" y="2142819"/>
                  </a:lnTo>
                  <a:lnTo>
                    <a:pt x="52508" y="2142636"/>
                  </a:lnTo>
                  <a:lnTo>
                    <a:pt x="53579" y="2142454"/>
                  </a:lnTo>
                  <a:lnTo>
                    <a:pt x="54651" y="2142271"/>
                  </a:lnTo>
                  <a:lnTo>
                    <a:pt x="55723" y="2142089"/>
                  </a:lnTo>
                  <a:lnTo>
                    <a:pt x="56794" y="2141906"/>
                  </a:lnTo>
                  <a:lnTo>
                    <a:pt x="57866" y="2141722"/>
                  </a:lnTo>
                  <a:lnTo>
                    <a:pt x="58937" y="2141539"/>
                  </a:lnTo>
                  <a:lnTo>
                    <a:pt x="60009" y="2141355"/>
                  </a:lnTo>
                  <a:lnTo>
                    <a:pt x="61081" y="2141171"/>
                  </a:lnTo>
                  <a:lnTo>
                    <a:pt x="62152" y="2140987"/>
                  </a:lnTo>
                  <a:lnTo>
                    <a:pt x="63224" y="2140803"/>
                  </a:lnTo>
                  <a:lnTo>
                    <a:pt x="64295" y="2140618"/>
                  </a:lnTo>
                  <a:lnTo>
                    <a:pt x="65367" y="2140433"/>
                  </a:lnTo>
                  <a:lnTo>
                    <a:pt x="66439" y="2140248"/>
                  </a:lnTo>
                  <a:lnTo>
                    <a:pt x="67510" y="2140063"/>
                  </a:lnTo>
                  <a:lnTo>
                    <a:pt x="68582" y="2139877"/>
                  </a:lnTo>
                  <a:lnTo>
                    <a:pt x="69653" y="2139691"/>
                  </a:lnTo>
                  <a:lnTo>
                    <a:pt x="70725" y="2139505"/>
                  </a:lnTo>
                  <a:lnTo>
                    <a:pt x="71797" y="2139319"/>
                  </a:lnTo>
                  <a:lnTo>
                    <a:pt x="72868" y="2139133"/>
                  </a:lnTo>
                  <a:lnTo>
                    <a:pt x="73940" y="2138946"/>
                  </a:lnTo>
                  <a:lnTo>
                    <a:pt x="75011" y="2138759"/>
                  </a:lnTo>
                  <a:lnTo>
                    <a:pt x="76083" y="2138572"/>
                  </a:lnTo>
                  <a:lnTo>
                    <a:pt x="77155" y="2138385"/>
                  </a:lnTo>
                  <a:lnTo>
                    <a:pt x="78226" y="2138197"/>
                  </a:lnTo>
                  <a:lnTo>
                    <a:pt x="79298" y="2138009"/>
                  </a:lnTo>
                  <a:lnTo>
                    <a:pt x="80369" y="2137821"/>
                  </a:lnTo>
                  <a:lnTo>
                    <a:pt x="81441" y="2137633"/>
                  </a:lnTo>
                  <a:lnTo>
                    <a:pt x="82513" y="2137444"/>
                  </a:lnTo>
                  <a:lnTo>
                    <a:pt x="83584" y="2137256"/>
                  </a:lnTo>
                  <a:lnTo>
                    <a:pt x="84656" y="2137067"/>
                  </a:lnTo>
                  <a:lnTo>
                    <a:pt x="85727" y="2136877"/>
                  </a:lnTo>
                  <a:lnTo>
                    <a:pt x="86799" y="2136688"/>
                  </a:lnTo>
                  <a:lnTo>
                    <a:pt x="87871" y="2136498"/>
                  </a:lnTo>
                  <a:lnTo>
                    <a:pt x="88942" y="2136308"/>
                  </a:lnTo>
                  <a:lnTo>
                    <a:pt x="90014" y="2136118"/>
                  </a:lnTo>
                  <a:lnTo>
                    <a:pt x="91085" y="2135928"/>
                  </a:lnTo>
                  <a:lnTo>
                    <a:pt x="92157" y="2135737"/>
                  </a:lnTo>
                  <a:lnTo>
                    <a:pt x="93229" y="2135546"/>
                  </a:lnTo>
                  <a:lnTo>
                    <a:pt x="94300" y="2135355"/>
                  </a:lnTo>
                  <a:lnTo>
                    <a:pt x="95372" y="2135164"/>
                  </a:lnTo>
                  <a:lnTo>
                    <a:pt x="96443" y="2134972"/>
                  </a:lnTo>
                  <a:lnTo>
                    <a:pt x="97515" y="2134780"/>
                  </a:lnTo>
                  <a:lnTo>
                    <a:pt x="98587" y="2134588"/>
                  </a:lnTo>
                  <a:lnTo>
                    <a:pt x="99658" y="2134396"/>
                  </a:lnTo>
                  <a:lnTo>
                    <a:pt x="100730" y="2134204"/>
                  </a:lnTo>
                  <a:lnTo>
                    <a:pt x="101801" y="2134011"/>
                  </a:lnTo>
                  <a:lnTo>
                    <a:pt x="102873" y="2133818"/>
                  </a:lnTo>
                  <a:lnTo>
                    <a:pt x="103945" y="2133625"/>
                  </a:lnTo>
                  <a:lnTo>
                    <a:pt x="105016" y="2133431"/>
                  </a:lnTo>
                  <a:lnTo>
                    <a:pt x="106088" y="2133237"/>
                  </a:lnTo>
                  <a:lnTo>
                    <a:pt x="107159" y="2133043"/>
                  </a:lnTo>
                  <a:lnTo>
                    <a:pt x="108231" y="2132849"/>
                  </a:lnTo>
                  <a:lnTo>
                    <a:pt x="109303" y="2132655"/>
                  </a:lnTo>
                  <a:lnTo>
                    <a:pt x="110374" y="2132460"/>
                  </a:lnTo>
                  <a:lnTo>
                    <a:pt x="111446" y="2132265"/>
                  </a:lnTo>
                  <a:lnTo>
                    <a:pt x="112517" y="2132070"/>
                  </a:lnTo>
                  <a:lnTo>
                    <a:pt x="113589" y="2131875"/>
                  </a:lnTo>
                  <a:lnTo>
                    <a:pt x="114661" y="2131679"/>
                  </a:lnTo>
                  <a:lnTo>
                    <a:pt x="115732" y="2131483"/>
                  </a:lnTo>
                  <a:lnTo>
                    <a:pt x="116804" y="2131287"/>
                  </a:lnTo>
                  <a:lnTo>
                    <a:pt x="117875" y="2131091"/>
                  </a:lnTo>
                  <a:lnTo>
                    <a:pt x="118947" y="2130894"/>
                  </a:lnTo>
                  <a:lnTo>
                    <a:pt x="120019" y="2130697"/>
                  </a:lnTo>
                  <a:lnTo>
                    <a:pt x="121090" y="2130500"/>
                  </a:lnTo>
                  <a:lnTo>
                    <a:pt x="122162" y="2130303"/>
                  </a:lnTo>
                  <a:lnTo>
                    <a:pt x="123233" y="2130106"/>
                  </a:lnTo>
                  <a:lnTo>
                    <a:pt x="124305" y="2129908"/>
                  </a:lnTo>
                  <a:lnTo>
                    <a:pt x="125377" y="2129710"/>
                  </a:lnTo>
                  <a:lnTo>
                    <a:pt x="126448" y="2129511"/>
                  </a:lnTo>
                  <a:lnTo>
                    <a:pt x="127520" y="2129313"/>
                  </a:lnTo>
                  <a:lnTo>
                    <a:pt x="128591" y="2129114"/>
                  </a:lnTo>
                  <a:lnTo>
                    <a:pt x="129663" y="2128915"/>
                  </a:lnTo>
                  <a:lnTo>
                    <a:pt x="130735" y="2128716"/>
                  </a:lnTo>
                  <a:lnTo>
                    <a:pt x="131806" y="2128516"/>
                  </a:lnTo>
                  <a:lnTo>
                    <a:pt x="132878" y="2128317"/>
                  </a:lnTo>
                  <a:lnTo>
                    <a:pt x="133949" y="2128117"/>
                  </a:lnTo>
                  <a:lnTo>
                    <a:pt x="135021" y="2127916"/>
                  </a:lnTo>
                  <a:lnTo>
                    <a:pt x="136093" y="2127716"/>
                  </a:lnTo>
                  <a:lnTo>
                    <a:pt x="137164" y="2127515"/>
                  </a:lnTo>
                  <a:lnTo>
                    <a:pt x="138236" y="2127314"/>
                  </a:lnTo>
                  <a:lnTo>
                    <a:pt x="139307" y="2127113"/>
                  </a:lnTo>
                  <a:lnTo>
                    <a:pt x="140379" y="2126911"/>
                  </a:lnTo>
                  <a:lnTo>
                    <a:pt x="141451" y="2126710"/>
                  </a:lnTo>
                  <a:lnTo>
                    <a:pt x="142522" y="2126508"/>
                  </a:lnTo>
                  <a:lnTo>
                    <a:pt x="143594" y="2126305"/>
                  </a:lnTo>
                  <a:lnTo>
                    <a:pt x="144665" y="2126103"/>
                  </a:lnTo>
                  <a:lnTo>
                    <a:pt x="145737" y="2125900"/>
                  </a:lnTo>
                  <a:lnTo>
                    <a:pt x="146809" y="2125697"/>
                  </a:lnTo>
                  <a:lnTo>
                    <a:pt x="147880" y="2125494"/>
                  </a:lnTo>
                  <a:lnTo>
                    <a:pt x="148952" y="2125291"/>
                  </a:lnTo>
                  <a:lnTo>
                    <a:pt x="150023" y="2125087"/>
                  </a:lnTo>
                  <a:lnTo>
                    <a:pt x="151095" y="2124883"/>
                  </a:lnTo>
                  <a:lnTo>
                    <a:pt x="152167" y="2124679"/>
                  </a:lnTo>
                  <a:lnTo>
                    <a:pt x="153238" y="2124474"/>
                  </a:lnTo>
                  <a:lnTo>
                    <a:pt x="154310" y="2124270"/>
                  </a:lnTo>
                  <a:lnTo>
                    <a:pt x="155381" y="2124065"/>
                  </a:lnTo>
                  <a:lnTo>
                    <a:pt x="156453" y="2123859"/>
                  </a:lnTo>
                  <a:lnTo>
                    <a:pt x="157525" y="2123654"/>
                  </a:lnTo>
                  <a:lnTo>
                    <a:pt x="158596" y="2123448"/>
                  </a:lnTo>
                  <a:lnTo>
                    <a:pt x="159668" y="2123242"/>
                  </a:lnTo>
                  <a:lnTo>
                    <a:pt x="160739" y="2123036"/>
                  </a:lnTo>
                  <a:lnTo>
                    <a:pt x="161811" y="2122829"/>
                  </a:lnTo>
                  <a:lnTo>
                    <a:pt x="162883" y="2122623"/>
                  </a:lnTo>
                  <a:lnTo>
                    <a:pt x="163954" y="2122416"/>
                  </a:lnTo>
                  <a:lnTo>
                    <a:pt x="165026" y="2122208"/>
                  </a:lnTo>
                  <a:lnTo>
                    <a:pt x="166097" y="2122001"/>
                  </a:lnTo>
                  <a:lnTo>
                    <a:pt x="167169" y="2121793"/>
                  </a:lnTo>
                  <a:lnTo>
                    <a:pt x="168241" y="2121585"/>
                  </a:lnTo>
                  <a:lnTo>
                    <a:pt x="169312" y="2121377"/>
                  </a:lnTo>
                  <a:lnTo>
                    <a:pt x="170384" y="2121168"/>
                  </a:lnTo>
                  <a:lnTo>
                    <a:pt x="171455" y="2120959"/>
                  </a:lnTo>
                  <a:lnTo>
                    <a:pt x="172527" y="2120750"/>
                  </a:lnTo>
                  <a:lnTo>
                    <a:pt x="173599" y="2120541"/>
                  </a:lnTo>
                  <a:lnTo>
                    <a:pt x="174670" y="2120331"/>
                  </a:lnTo>
                  <a:lnTo>
                    <a:pt x="175742" y="2120122"/>
                  </a:lnTo>
                  <a:lnTo>
                    <a:pt x="176813" y="2119912"/>
                  </a:lnTo>
                  <a:lnTo>
                    <a:pt x="177885" y="2119701"/>
                  </a:lnTo>
                  <a:lnTo>
                    <a:pt x="178956" y="2119491"/>
                  </a:lnTo>
                  <a:lnTo>
                    <a:pt x="180028" y="2119280"/>
                  </a:lnTo>
                  <a:lnTo>
                    <a:pt x="181100" y="2119069"/>
                  </a:lnTo>
                  <a:lnTo>
                    <a:pt x="182171" y="2118857"/>
                  </a:lnTo>
                  <a:lnTo>
                    <a:pt x="183243" y="2118646"/>
                  </a:lnTo>
                  <a:lnTo>
                    <a:pt x="184314" y="2118434"/>
                  </a:lnTo>
                  <a:lnTo>
                    <a:pt x="185386" y="2118222"/>
                  </a:lnTo>
                  <a:lnTo>
                    <a:pt x="186458" y="2118009"/>
                  </a:lnTo>
                  <a:lnTo>
                    <a:pt x="187529" y="2117796"/>
                  </a:lnTo>
                  <a:lnTo>
                    <a:pt x="188601" y="2117583"/>
                  </a:lnTo>
                  <a:lnTo>
                    <a:pt x="189672" y="2117370"/>
                  </a:lnTo>
                  <a:lnTo>
                    <a:pt x="190744" y="2117157"/>
                  </a:lnTo>
                  <a:lnTo>
                    <a:pt x="191816" y="2116943"/>
                  </a:lnTo>
                  <a:lnTo>
                    <a:pt x="192887" y="2116729"/>
                  </a:lnTo>
                  <a:lnTo>
                    <a:pt x="193959" y="2116515"/>
                  </a:lnTo>
                  <a:lnTo>
                    <a:pt x="195030" y="2116300"/>
                  </a:lnTo>
                  <a:lnTo>
                    <a:pt x="196102" y="2116085"/>
                  </a:lnTo>
                  <a:lnTo>
                    <a:pt x="197174" y="2115870"/>
                  </a:lnTo>
                  <a:lnTo>
                    <a:pt x="198245" y="2115655"/>
                  </a:lnTo>
                  <a:lnTo>
                    <a:pt x="199317" y="2115440"/>
                  </a:lnTo>
                  <a:lnTo>
                    <a:pt x="200388" y="2115224"/>
                  </a:lnTo>
                  <a:lnTo>
                    <a:pt x="201460" y="2115008"/>
                  </a:lnTo>
                  <a:lnTo>
                    <a:pt x="202532" y="2114791"/>
                  </a:lnTo>
                  <a:lnTo>
                    <a:pt x="203603" y="2114575"/>
                  </a:lnTo>
                  <a:lnTo>
                    <a:pt x="204675" y="2114358"/>
                  </a:lnTo>
                  <a:lnTo>
                    <a:pt x="205746" y="2114140"/>
                  </a:lnTo>
                  <a:lnTo>
                    <a:pt x="206818" y="2113923"/>
                  </a:lnTo>
                  <a:lnTo>
                    <a:pt x="207890" y="2113705"/>
                  </a:lnTo>
                  <a:lnTo>
                    <a:pt x="208961" y="2113487"/>
                  </a:lnTo>
                  <a:lnTo>
                    <a:pt x="210033" y="2113269"/>
                  </a:lnTo>
                  <a:lnTo>
                    <a:pt x="211104" y="2113051"/>
                  </a:lnTo>
                  <a:lnTo>
                    <a:pt x="212176" y="2112832"/>
                  </a:lnTo>
                  <a:lnTo>
                    <a:pt x="213248" y="2112613"/>
                  </a:lnTo>
                  <a:lnTo>
                    <a:pt x="214319" y="2112393"/>
                  </a:lnTo>
                  <a:lnTo>
                    <a:pt x="215391" y="2112174"/>
                  </a:lnTo>
                  <a:lnTo>
                    <a:pt x="216462" y="2111954"/>
                  </a:lnTo>
                  <a:lnTo>
                    <a:pt x="217534" y="2111734"/>
                  </a:lnTo>
                  <a:lnTo>
                    <a:pt x="218606" y="2111513"/>
                  </a:lnTo>
                  <a:lnTo>
                    <a:pt x="219677" y="2111293"/>
                  </a:lnTo>
                  <a:lnTo>
                    <a:pt x="220749" y="2111072"/>
                  </a:lnTo>
                  <a:lnTo>
                    <a:pt x="221820" y="2110850"/>
                  </a:lnTo>
                  <a:lnTo>
                    <a:pt x="222892" y="2110629"/>
                  </a:lnTo>
                  <a:lnTo>
                    <a:pt x="223964" y="2110407"/>
                  </a:lnTo>
                  <a:lnTo>
                    <a:pt x="225035" y="2110185"/>
                  </a:lnTo>
                  <a:lnTo>
                    <a:pt x="226107" y="2109963"/>
                  </a:lnTo>
                  <a:lnTo>
                    <a:pt x="227178" y="2109740"/>
                  </a:lnTo>
                  <a:lnTo>
                    <a:pt x="228250" y="2109517"/>
                  </a:lnTo>
                  <a:lnTo>
                    <a:pt x="229322" y="2109294"/>
                  </a:lnTo>
                  <a:lnTo>
                    <a:pt x="230393" y="2109071"/>
                  </a:lnTo>
                  <a:lnTo>
                    <a:pt x="231465" y="2108847"/>
                  </a:lnTo>
                  <a:lnTo>
                    <a:pt x="232536" y="2108623"/>
                  </a:lnTo>
                  <a:lnTo>
                    <a:pt x="233608" y="2108399"/>
                  </a:lnTo>
                  <a:lnTo>
                    <a:pt x="234680" y="2108174"/>
                  </a:lnTo>
                  <a:lnTo>
                    <a:pt x="235751" y="2107950"/>
                  </a:lnTo>
                  <a:lnTo>
                    <a:pt x="236823" y="2107725"/>
                  </a:lnTo>
                  <a:lnTo>
                    <a:pt x="237894" y="2107499"/>
                  </a:lnTo>
                  <a:lnTo>
                    <a:pt x="238966" y="2107274"/>
                  </a:lnTo>
                  <a:lnTo>
                    <a:pt x="240038" y="2107048"/>
                  </a:lnTo>
                  <a:lnTo>
                    <a:pt x="241109" y="2106822"/>
                  </a:lnTo>
                  <a:lnTo>
                    <a:pt x="242181" y="2106595"/>
                  </a:lnTo>
                  <a:lnTo>
                    <a:pt x="243252" y="2106368"/>
                  </a:lnTo>
                  <a:lnTo>
                    <a:pt x="244324" y="2106141"/>
                  </a:lnTo>
                  <a:lnTo>
                    <a:pt x="245396" y="2105914"/>
                  </a:lnTo>
                  <a:lnTo>
                    <a:pt x="246467" y="2105686"/>
                  </a:lnTo>
                  <a:lnTo>
                    <a:pt x="247539" y="2105459"/>
                  </a:lnTo>
                  <a:lnTo>
                    <a:pt x="248610" y="2105230"/>
                  </a:lnTo>
                  <a:lnTo>
                    <a:pt x="249682" y="2105002"/>
                  </a:lnTo>
                  <a:lnTo>
                    <a:pt x="250754" y="2104773"/>
                  </a:lnTo>
                  <a:lnTo>
                    <a:pt x="251825" y="2104544"/>
                  </a:lnTo>
                  <a:lnTo>
                    <a:pt x="252897" y="2104315"/>
                  </a:lnTo>
                  <a:lnTo>
                    <a:pt x="253968" y="2104086"/>
                  </a:lnTo>
                  <a:lnTo>
                    <a:pt x="255040" y="2103856"/>
                  </a:lnTo>
                  <a:lnTo>
                    <a:pt x="256112" y="2103626"/>
                  </a:lnTo>
                  <a:lnTo>
                    <a:pt x="257183" y="2103395"/>
                  </a:lnTo>
                  <a:lnTo>
                    <a:pt x="258255" y="2103165"/>
                  </a:lnTo>
                  <a:lnTo>
                    <a:pt x="259326" y="2102934"/>
                  </a:lnTo>
                  <a:lnTo>
                    <a:pt x="260398" y="2102702"/>
                  </a:lnTo>
                  <a:lnTo>
                    <a:pt x="261470" y="2102471"/>
                  </a:lnTo>
                  <a:lnTo>
                    <a:pt x="262541" y="2102239"/>
                  </a:lnTo>
                  <a:lnTo>
                    <a:pt x="263613" y="2102007"/>
                  </a:lnTo>
                  <a:lnTo>
                    <a:pt x="264684" y="2101775"/>
                  </a:lnTo>
                  <a:lnTo>
                    <a:pt x="265756" y="2101542"/>
                  </a:lnTo>
                  <a:lnTo>
                    <a:pt x="266828" y="2101309"/>
                  </a:lnTo>
                  <a:lnTo>
                    <a:pt x="267899" y="2101076"/>
                  </a:lnTo>
                  <a:lnTo>
                    <a:pt x="268971" y="2100842"/>
                  </a:lnTo>
                  <a:lnTo>
                    <a:pt x="270042" y="2100608"/>
                  </a:lnTo>
                  <a:lnTo>
                    <a:pt x="271114" y="2100374"/>
                  </a:lnTo>
                  <a:lnTo>
                    <a:pt x="272186" y="2100140"/>
                  </a:lnTo>
                  <a:lnTo>
                    <a:pt x="273257" y="2099905"/>
                  </a:lnTo>
                  <a:lnTo>
                    <a:pt x="274329" y="2099670"/>
                  </a:lnTo>
                  <a:lnTo>
                    <a:pt x="275400" y="2099435"/>
                  </a:lnTo>
                  <a:lnTo>
                    <a:pt x="276472" y="2099199"/>
                  </a:lnTo>
                  <a:lnTo>
                    <a:pt x="277544" y="2098964"/>
                  </a:lnTo>
                  <a:lnTo>
                    <a:pt x="278615" y="2098727"/>
                  </a:lnTo>
                  <a:lnTo>
                    <a:pt x="279687" y="2098491"/>
                  </a:lnTo>
                  <a:lnTo>
                    <a:pt x="280758" y="2098254"/>
                  </a:lnTo>
                  <a:lnTo>
                    <a:pt x="281830" y="2098017"/>
                  </a:lnTo>
                  <a:lnTo>
                    <a:pt x="282902" y="2097780"/>
                  </a:lnTo>
                  <a:lnTo>
                    <a:pt x="283973" y="2097542"/>
                  </a:lnTo>
                  <a:lnTo>
                    <a:pt x="285045" y="2097305"/>
                  </a:lnTo>
                  <a:lnTo>
                    <a:pt x="286116" y="2097066"/>
                  </a:lnTo>
                  <a:lnTo>
                    <a:pt x="287188" y="2096828"/>
                  </a:lnTo>
                  <a:lnTo>
                    <a:pt x="288260" y="2096589"/>
                  </a:lnTo>
                  <a:lnTo>
                    <a:pt x="289331" y="2096350"/>
                  </a:lnTo>
                  <a:lnTo>
                    <a:pt x="290403" y="2096111"/>
                  </a:lnTo>
                  <a:lnTo>
                    <a:pt x="291474" y="2095871"/>
                  </a:lnTo>
                  <a:lnTo>
                    <a:pt x="292546" y="2095631"/>
                  </a:lnTo>
                  <a:lnTo>
                    <a:pt x="293618" y="2095391"/>
                  </a:lnTo>
                  <a:lnTo>
                    <a:pt x="294689" y="2095150"/>
                  </a:lnTo>
                  <a:lnTo>
                    <a:pt x="295761" y="2094910"/>
                  </a:lnTo>
                  <a:lnTo>
                    <a:pt x="296832" y="2094669"/>
                  </a:lnTo>
                  <a:lnTo>
                    <a:pt x="297904" y="2094427"/>
                  </a:lnTo>
                  <a:lnTo>
                    <a:pt x="298976" y="2094185"/>
                  </a:lnTo>
                  <a:lnTo>
                    <a:pt x="300047" y="2093943"/>
                  </a:lnTo>
                  <a:lnTo>
                    <a:pt x="301119" y="2093701"/>
                  </a:lnTo>
                  <a:lnTo>
                    <a:pt x="302190" y="2093459"/>
                  </a:lnTo>
                  <a:lnTo>
                    <a:pt x="303262" y="2093216"/>
                  </a:lnTo>
                  <a:lnTo>
                    <a:pt x="304334" y="2092973"/>
                  </a:lnTo>
                  <a:lnTo>
                    <a:pt x="305405" y="2092729"/>
                  </a:lnTo>
                  <a:lnTo>
                    <a:pt x="306477" y="2092485"/>
                  </a:lnTo>
                  <a:lnTo>
                    <a:pt x="307548" y="2092241"/>
                  </a:lnTo>
                  <a:lnTo>
                    <a:pt x="308620" y="2091997"/>
                  </a:lnTo>
                  <a:lnTo>
                    <a:pt x="309692" y="2091752"/>
                  </a:lnTo>
                  <a:lnTo>
                    <a:pt x="310763" y="2091507"/>
                  </a:lnTo>
                  <a:lnTo>
                    <a:pt x="311835" y="2091262"/>
                  </a:lnTo>
                  <a:lnTo>
                    <a:pt x="312906" y="2091017"/>
                  </a:lnTo>
                  <a:lnTo>
                    <a:pt x="313978" y="2090771"/>
                  </a:lnTo>
                  <a:lnTo>
                    <a:pt x="315050" y="2090525"/>
                  </a:lnTo>
                  <a:lnTo>
                    <a:pt x="316121" y="2090278"/>
                  </a:lnTo>
                  <a:lnTo>
                    <a:pt x="317193" y="2090032"/>
                  </a:lnTo>
                  <a:lnTo>
                    <a:pt x="318264" y="2089785"/>
                  </a:lnTo>
                  <a:lnTo>
                    <a:pt x="319336" y="2089537"/>
                  </a:lnTo>
                  <a:lnTo>
                    <a:pt x="320408" y="2089290"/>
                  </a:lnTo>
                  <a:lnTo>
                    <a:pt x="321479" y="2089042"/>
                  </a:lnTo>
                  <a:lnTo>
                    <a:pt x="322551" y="2088794"/>
                  </a:lnTo>
                  <a:lnTo>
                    <a:pt x="323622" y="2088545"/>
                  </a:lnTo>
                  <a:lnTo>
                    <a:pt x="324694" y="2088296"/>
                  </a:lnTo>
                  <a:lnTo>
                    <a:pt x="325766" y="2088047"/>
                  </a:lnTo>
                  <a:lnTo>
                    <a:pt x="326837" y="2087798"/>
                  </a:lnTo>
                  <a:lnTo>
                    <a:pt x="327909" y="2087548"/>
                  </a:lnTo>
                  <a:lnTo>
                    <a:pt x="328980" y="2087298"/>
                  </a:lnTo>
                  <a:lnTo>
                    <a:pt x="330052" y="2087048"/>
                  </a:lnTo>
                  <a:lnTo>
                    <a:pt x="331124" y="2086797"/>
                  </a:lnTo>
                  <a:lnTo>
                    <a:pt x="332195" y="2086546"/>
                  </a:lnTo>
                  <a:lnTo>
                    <a:pt x="333267" y="2086295"/>
                  </a:lnTo>
                  <a:lnTo>
                    <a:pt x="334338" y="2086044"/>
                  </a:lnTo>
                  <a:lnTo>
                    <a:pt x="335410" y="2085792"/>
                  </a:lnTo>
                  <a:lnTo>
                    <a:pt x="336482" y="2085540"/>
                  </a:lnTo>
                  <a:lnTo>
                    <a:pt x="337553" y="2085287"/>
                  </a:lnTo>
                  <a:lnTo>
                    <a:pt x="338625" y="2085035"/>
                  </a:lnTo>
                  <a:lnTo>
                    <a:pt x="339696" y="2084782"/>
                  </a:lnTo>
                  <a:lnTo>
                    <a:pt x="340768" y="2084529"/>
                  </a:lnTo>
                  <a:lnTo>
                    <a:pt x="341840" y="2084275"/>
                  </a:lnTo>
                  <a:lnTo>
                    <a:pt x="342911" y="2084021"/>
                  </a:lnTo>
                  <a:lnTo>
                    <a:pt x="343983" y="2083767"/>
                  </a:lnTo>
                  <a:lnTo>
                    <a:pt x="345054" y="2083512"/>
                  </a:lnTo>
                  <a:lnTo>
                    <a:pt x="346126" y="2083258"/>
                  </a:lnTo>
                  <a:lnTo>
                    <a:pt x="347198" y="2083003"/>
                  </a:lnTo>
                  <a:lnTo>
                    <a:pt x="348269" y="2082747"/>
                  </a:lnTo>
                  <a:lnTo>
                    <a:pt x="349341" y="2082492"/>
                  </a:lnTo>
                  <a:lnTo>
                    <a:pt x="350412" y="2082236"/>
                  </a:lnTo>
                  <a:lnTo>
                    <a:pt x="351484" y="2081979"/>
                  </a:lnTo>
                  <a:lnTo>
                    <a:pt x="352556" y="2081723"/>
                  </a:lnTo>
                  <a:lnTo>
                    <a:pt x="353627" y="2081466"/>
                  </a:lnTo>
                  <a:lnTo>
                    <a:pt x="354699" y="2081209"/>
                  </a:lnTo>
                  <a:lnTo>
                    <a:pt x="355770" y="2080951"/>
                  </a:lnTo>
                  <a:lnTo>
                    <a:pt x="356842" y="2080693"/>
                  </a:lnTo>
                  <a:lnTo>
                    <a:pt x="357913" y="2080435"/>
                  </a:lnTo>
                  <a:lnTo>
                    <a:pt x="358985" y="2080177"/>
                  </a:lnTo>
                  <a:lnTo>
                    <a:pt x="360057" y="2079918"/>
                  </a:lnTo>
                  <a:lnTo>
                    <a:pt x="361128" y="2079659"/>
                  </a:lnTo>
                  <a:lnTo>
                    <a:pt x="362200" y="2079400"/>
                  </a:lnTo>
                  <a:lnTo>
                    <a:pt x="363271" y="2079140"/>
                  </a:lnTo>
                  <a:lnTo>
                    <a:pt x="364343" y="2078880"/>
                  </a:lnTo>
                  <a:lnTo>
                    <a:pt x="365415" y="2078620"/>
                  </a:lnTo>
                  <a:lnTo>
                    <a:pt x="366486" y="2078360"/>
                  </a:lnTo>
                  <a:lnTo>
                    <a:pt x="367558" y="2078099"/>
                  </a:lnTo>
                  <a:lnTo>
                    <a:pt x="368629" y="2077838"/>
                  </a:lnTo>
                  <a:lnTo>
                    <a:pt x="369701" y="2077576"/>
                  </a:lnTo>
                  <a:lnTo>
                    <a:pt x="370773" y="2077315"/>
                  </a:lnTo>
                  <a:lnTo>
                    <a:pt x="371844" y="2077053"/>
                  </a:lnTo>
                  <a:lnTo>
                    <a:pt x="372916" y="2076790"/>
                  </a:lnTo>
                  <a:lnTo>
                    <a:pt x="373987" y="2076528"/>
                  </a:lnTo>
                  <a:lnTo>
                    <a:pt x="375059" y="2076265"/>
                  </a:lnTo>
                  <a:lnTo>
                    <a:pt x="376131" y="2076001"/>
                  </a:lnTo>
                  <a:lnTo>
                    <a:pt x="377202" y="2075738"/>
                  </a:lnTo>
                  <a:lnTo>
                    <a:pt x="378274" y="2075474"/>
                  </a:lnTo>
                  <a:lnTo>
                    <a:pt x="379345" y="2075210"/>
                  </a:lnTo>
                  <a:lnTo>
                    <a:pt x="380417" y="2074945"/>
                  </a:lnTo>
                  <a:lnTo>
                    <a:pt x="381489" y="2074681"/>
                  </a:lnTo>
                  <a:lnTo>
                    <a:pt x="382560" y="2074416"/>
                  </a:lnTo>
                  <a:lnTo>
                    <a:pt x="383632" y="2074150"/>
                  </a:lnTo>
                  <a:lnTo>
                    <a:pt x="384703" y="2073885"/>
                  </a:lnTo>
                  <a:lnTo>
                    <a:pt x="385775" y="2073619"/>
                  </a:lnTo>
                  <a:lnTo>
                    <a:pt x="386847" y="2073352"/>
                  </a:lnTo>
                  <a:lnTo>
                    <a:pt x="387918" y="2073086"/>
                  </a:lnTo>
                  <a:lnTo>
                    <a:pt x="388990" y="2072819"/>
                  </a:lnTo>
                  <a:lnTo>
                    <a:pt x="390061" y="2072552"/>
                  </a:lnTo>
                  <a:lnTo>
                    <a:pt x="391133" y="2072284"/>
                  </a:lnTo>
                  <a:lnTo>
                    <a:pt x="392205" y="2072016"/>
                  </a:lnTo>
                  <a:lnTo>
                    <a:pt x="393276" y="2071748"/>
                  </a:lnTo>
                  <a:lnTo>
                    <a:pt x="394348" y="2071480"/>
                  </a:lnTo>
                  <a:lnTo>
                    <a:pt x="395419" y="2071211"/>
                  </a:lnTo>
                  <a:lnTo>
                    <a:pt x="396491" y="2070942"/>
                  </a:lnTo>
                  <a:lnTo>
                    <a:pt x="397563" y="2070673"/>
                  </a:lnTo>
                  <a:lnTo>
                    <a:pt x="398634" y="2070403"/>
                  </a:lnTo>
                  <a:lnTo>
                    <a:pt x="399706" y="2070133"/>
                  </a:lnTo>
                  <a:lnTo>
                    <a:pt x="400777" y="2069863"/>
                  </a:lnTo>
                  <a:lnTo>
                    <a:pt x="401849" y="2069592"/>
                  </a:lnTo>
                  <a:lnTo>
                    <a:pt x="402921" y="2069321"/>
                  </a:lnTo>
                  <a:lnTo>
                    <a:pt x="403992" y="2069050"/>
                  </a:lnTo>
                  <a:lnTo>
                    <a:pt x="405064" y="2068779"/>
                  </a:lnTo>
                  <a:lnTo>
                    <a:pt x="406135" y="2068507"/>
                  </a:lnTo>
                  <a:lnTo>
                    <a:pt x="407207" y="2068235"/>
                  </a:lnTo>
                  <a:lnTo>
                    <a:pt x="408279" y="2067963"/>
                  </a:lnTo>
                  <a:lnTo>
                    <a:pt x="409350" y="2067690"/>
                  </a:lnTo>
                  <a:lnTo>
                    <a:pt x="410422" y="2067417"/>
                  </a:lnTo>
                  <a:lnTo>
                    <a:pt x="411493" y="2067144"/>
                  </a:lnTo>
                  <a:lnTo>
                    <a:pt x="412565" y="2066870"/>
                  </a:lnTo>
                  <a:lnTo>
                    <a:pt x="413637" y="2066596"/>
                  </a:lnTo>
                  <a:lnTo>
                    <a:pt x="414708" y="2066322"/>
                  </a:lnTo>
                  <a:lnTo>
                    <a:pt x="415780" y="2066047"/>
                  </a:lnTo>
                  <a:lnTo>
                    <a:pt x="416851" y="2065772"/>
                  </a:lnTo>
                  <a:lnTo>
                    <a:pt x="417923" y="2065497"/>
                  </a:lnTo>
                  <a:lnTo>
                    <a:pt x="418995" y="2065222"/>
                  </a:lnTo>
                  <a:lnTo>
                    <a:pt x="420066" y="2064946"/>
                  </a:lnTo>
                  <a:lnTo>
                    <a:pt x="421138" y="2064670"/>
                  </a:lnTo>
                  <a:lnTo>
                    <a:pt x="422209" y="2064393"/>
                  </a:lnTo>
                  <a:lnTo>
                    <a:pt x="423281" y="2064117"/>
                  </a:lnTo>
                  <a:lnTo>
                    <a:pt x="424353" y="2063840"/>
                  </a:lnTo>
                  <a:lnTo>
                    <a:pt x="425424" y="2063562"/>
                  </a:lnTo>
                  <a:lnTo>
                    <a:pt x="426496" y="2063285"/>
                  </a:lnTo>
                  <a:lnTo>
                    <a:pt x="427567" y="2063007"/>
                  </a:lnTo>
                  <a:lnTo>
                    <a:pt x="428639" y="2062729"/>
                  </a:lnTo>
                  <a:lnTo>
                    <a:pt x="429711" y="2062450"/>
                  </a:lnTo>
                  <a:lnTo>
                    <a:pt x="430782" y="2062171"/>
                  </a:lnTo>
                  <a:lnTo>
                    <a:pt x="431854" y="2061892"/>
                  </a:lnTo>
                  <a:lnTo>
                    <a:pt x="432925" y="2061613"/>
                  </a:lnTo>
                  <a:lnTo>
                    <a:pt x="433997" y="2061333"/>
                  </a:lnTo>
                  <a:lnTo>
                    <a:pt x="435069" y="2061053"/>
                  </a:lnTo>
                  <a:lnTo>
                    <a:pt x="436140" y="2060772"/>
                  </a:lnTo>
                  <a:lnTo>
                    <a:pt x="437212" y="2060492"/>
                  </a:lnTo>
                  <a:lnTo>
                    <a:pt x="438283" y="2060211"/>
                  </a:lnTo>
                  <a:lnTo>
                    <a:pt x="439355" y="2059929"/>
                  </a:lnTo>
                  <a:lnTo>
                    <a:pt x="440427" y="2059648"/>
                  </a:lnTo>
                  <a:lnTo>
                    <a:pt x="441498" y="2059366"/>
                  </a:lnTo>
                  <a:lnTo>
                    <a:pt x="442570" y="2059084"/>
                  </a:lnTo>
                  <a:lnTo>
                    <a:pt x="443641" y="2058801"/>
                  </a:lnTo>
                  <a:lnTo>
                    <a:pt x="444713" y="2058518"/>
                  </a:lnTo>
                  <a:lnTo>
                    <a:pt x="445785" y="2058235"/>
                  </a:lnTo>
                  <a:lnTo>
                    <a:pt x="446856" y="2057951"/>
                  </a:lnTo>
                  <a:lnTo>
                    <a:pt x="447928" y="2057668"/>
                  </a:lnTo>
                  <a:lnTo>
                    <a:pt x="448999" y="2057384"/>
                  </a:lnTo>
                  <a:lnTo>
                    <a:pt x="450071" y="2057099"/>
                  </a:lnTo>
                  <a:lnTo>
                    <a:pt x="451143" y="2056814"/>
                  </a:lnTo>
                  <a:lnTo>
                    <a:pt x="452214" y="2056529"/>
                  </a:lnTo>
                  <a:lnTo>
                    <a:pt x="453286" y="2056244"/>
                  </a:lnTo>
                  <a:lnTo>
                    <a:pt x="454357" y="2055958"/>
                  </a:lnTo>
                  <a:lnTo>
                    <a:pt x="455429" y="2055672"/>
                  </a:lnTo>
                  <a:lnTo>
                    <a:pt x="456501" y="2055386"/>
                  </a:lnTo>
                  <a:lnTo>
                    <a:pt x="457572" y="2055100"/>
                  </a:lnTo>
                  <a:lnTo>
                    <a:pt x="458644" y="2054813"/>
                  </a:lnTo>
                  <a:lnTo>
                    <a:pt x="459715" y="2054526"/>
                  </a:lnTo>
                  <a:lnTo>
                    <a:pt x="460787" y="2054238"/>
                  </a:lnTo>
                  <a:lnTo>
                    <a:pt x="461859" y="2053950"/>
                  </a:lnTo>
                  <a:lnTo>
                    <a:pt x="462930" y="2053662"/>
                  </a:lnTo>
                  <a:lnTo>
                    <a:pt x="464002" y="2053374"/>
                  </a:lnTo>
                  <a:lnTo>
                    <a:pt x="465073" y="2053085"/>
                  </a:lnTo>
                  <a:lnTo>
                    <a:pt x="466145" y="2052796"/>
                  </a:lnTo>
                  <a:lnTo>
                    <a:pt x="467217" y="2052506"/>
                  </a:lnTo>
                  <a:lnTo>
                    <a:pt x="468288" y="2052217"/>
                  </a:lnTo>
                  <a:lnTo>
                    <a:pt x="469360" y="2051927"/>
                  </a:lnTo>
                  <a:lnTo>
                    <a:pt x="470431" y="2051636"/>
                  </a:lnTo>
                  <a:lnTo>
                    <a:pt x="471503" y="2051346"/>
                  </a:lnTo>
                  <a:lnTo>
                    <a:pt x="472575" y="2051055"/>
                  </a:lnTo>
                  <a:lnTo>
                    <a:pt x="473646" y="2050764"/>
                  </a:lnTo>
                  <a:lnTo>
                    <a:pt x="474718" y="2050472"/>
                  </a:lnTo>
                  <a:lnTo>
                    <a:pt x="475789" y="2050180"/>
                  </a:lnTo>
                  <a:lnTo>
                    <a:pt x="476861" y="2049888"/>
                  </a:lnTo>
                  <a:lnTo>
                    <a:pt x="477933" y="2049596"/>
                  </a:lnTo>
                  <a:lnTo>
                    <a:pt x="479004" y="2049303"/>
                  </a:lnTo>
                  <a:lnTo>
                    <a:pt x="480076" y="2049010"/>
                  </a:lnTo>
                  <a:lnTo>
                    <a:pt x="481147" y="2048716"/>
                  </a:lnTo>
                  <a:lnTo>
                    <a:pt x="482219" y="2048423"/>
                  </a:lnTo>
                  <a:lnTo>
                    <a:pt x="483291" y="2048129"/>
                  </a:lnTo>
                  <a:lnTo>
                    <a:pt x="484362" y="2047834"/>
                  </a:lnTo>
                  <a:lnTo>
                    <a:pt x="485434" y="2047540"/>
                  </a:lnTo>
                  <a:lnTo>
                    <a:pt x="486505" y="2047245"/>
                  </a:lnTo>
                  <a:lnTo>
                    <a:pt x="487577" y="2046950"/>
                  </a:lnTo>
                  <a:lnTo>
                    <a:pt x="488649" y="2046654"/>
                  </a:lnTo>
                  <a:lnTo>
                    <a:pt x="489720" y="2046358"/>
                  </a:lnTo>
                  <a:lnTo>
                    <a:pt x="490792" y="2046062"/>
                  </a:lnTo>
                  <a:lnTo>
                    <a:pt x="491863" y="2045765"/>
                  </a:lnTo>
                  <a:lnTo>
                    <a:pt x="492935" y="2045469"/>
                  </a:lnTo>
                  <a:lnTo>
                    <a:pt x="494007" y="2045172"/>
                  </a:lnTo>
                  <a:lnTo>
                    <a:pt x="495078" y="2044874"/>
                  </a:lnTo>
                  <a:lnTo>
                    <a:pt x="496150" y="2044576"/>
                  </a:lnTo>
                  <a:lnTo>
                    <a:pt x="497221" y="2044278"/>
                  </a:lnTo>
                  <a:lnTo>
                    <a:pt x="498293" y="2043980"/>
                  </a:lnTo>
                  <a:lnTo>
                    <a:pt x="499365" y="2043681"/>
                  </a:lnTo>
                  <a:lnTo>
                    <a:pt x="500436" y="2043382"/>
                  </a:lnTo>
                  <a:lnTo>
                    <a:pt x="501508" y="2043083"/>
                  </a:lnTo>
                  <a:lnTo>
                    <a:pt x="502579" y="2042783"/>
                  </a:lnTo>
                  <a:lnTo>
                    <a:pt x="503651" y="2042483"/>
                  </a:lnTo>
                  <a:lnTo>
                    <a:pt x="504723" y="2042183"/>
                  </a:lnTo>
                  <a:lnTo>
                    <a:pt x="505794" y="2041883"/>
                  </a:lnTo>
                  <a:lnTo>
                    <a:pt x="506866" y="2041582"/>
                  </a:lnTo>
                  <a:lnTo>
                    <a:pt x="507937" y="2041281"/>
                  </a:lnTo>
                  <a:lnTo>
                    <a:pt x="509009" y="2040979"/>
                  </a:lnTo>
                  <a:lnTo>
                    <a:pt x="510081" y="2040677"/>
                  </a:lnTo>
                  <a:lnTo>
                    <a:pt x="511152" y="2040375"/>
                  </a:lnTo>
                  <a:lnTo>
                    <a:pt x="512224" y="2040073"/>
                  </a:lnTo>
                  <a:lnTo>
                    <a:pt x="513295" y="2039770"/>
                  </a:lnTo>
                  <a:lnTo>
                    <a:pt x="514367" y="2039467"/>
                  </a:lnTo>
                  <a:lnTo>
                    <a:pt x="515439" y="2039164"/>
                  </a:lnTo>
                  <a:lnTo>
                    <a:pt x="516510" y="2038860"/>
                  </a:lnTo>
                  <a:lnTo>
                    <a:pt x="517582" y="2038556"/>
                  </a:lnTo>
                  <a:lnTo>
                    <a:pt x="518653" y="2038252"/>
                  </a:lnTo>
                  <a:lnTo>
                    <a:pt x="519725" y="2037947"/>
                  </a:lnTo>
                  <a:lnTo>
                    <a:pt x="520797" y="2037643"/>
                  </a:lnTo>
                  <a:lnTo>
                    <a:pt x="521868" y="2037337"/>
                  </a:lnTo>
                  <a:lnTo>
                    <a:pt x="522940" y="2037032"/>
                  </a:lnTo>
                  <a:lnTo>
                    <a:pt x="524011" y="2036726"/>
                  </a:lnTo>
                  <a:lnTo>
                    <a:pt x="525083" y="2036420"/>
                  </a:lnTo>
                  <a:lnTo>
                    <a:pt x="526155" y="2036113"/>
                  </a:lnTo>
                  <a:lnTo>
                    <a:pt x="527226" y="2035807"/>
                  </a:lnTo>
                  <a:lnTo>
                    <a:pt x="528298" y="2035500"/>
                  </a:lnTo>
                  <a:lnTo>
                    <a:pt x="529369" y="2035192"/>
                  </a:lnTo>
                  <a:lnTo>
                    <a:pt x="530441" y="2034885"/>
                  </a:lnTo>
                  <a:lnTo>
                    <a:pt x="531513" y="2034577"/>
                  </a:lnTo>
                  <a:lnTo>
                    <a:pt x="532584" y="2034268"/>
                  </a:lnTo>
                  <a:lnTo>
                    <a:pt x="533656" y="2033960"/>
                  </a:lnTo>
                  <a:lnTo>
                    <a:pt x="534727" y="2033651"/>
                  </a:lnTo>
                  <a:lnTo>
                    <a:pt x="535799" y="2033342"/>
                  </a:lnTo>
                  <a:lnTo>
                    <a:pt x="536870" y="2033032"/>
                  </a:lnTo>
                  <a:lnTo>
                    <a:pt x="537942" y="2032722"/>
                  </a:lnTo>
                  <a:lnTo>
                    <a:pt x="539014" y="2032412"/>
                  </a:lnTo>
                  <a:lnTo>
                    <a:pt x="540085" y="2032102"/>
                  </a:lnTo>
                  <a:lnTo>
                    <a:pt x="541157" y="2031791"/>
                  </a:lnTo>
                  <a:lnTo>
                    <a:pt x="542228" y="2031480"/>
                  </a:lnTo>
                  <a:lnTo>
                    <a:pt x="543300" y="2031168"/>
                  </a:lnTo>
                  <a:lnTo>
                    <a:pt x="544372" y="2030857"/>
                  </a:lnTo>
                  <a:lnTo>
                    <a:pt x="545443" y="2030545"/>
                  </a:lnTo>
                  <a:lnTo>
                    <a:pt x="546515" y="2030232"/>
                  </a:lnTo>
                  <a:lnTo>
                    <a:pt x="547586" y="2029920"/>
                  </a:lnTo>
                  <a:lnTo>
                    <a:pt x="548658" y="2029607"/>
                  </a:lnTo>
                  <a:lnTo>
                    <a:pt x="549730" y="2029293"/>
                  </a:lnTo>
                  <a:lnTo>
                    <a:pt x="550801" y="2028980"/>
                  </a:lnTo>
                  <a:lnTo>
                    <a:pt x="551873" y="2028666"/>
                  </a:lnTo>
                  <a:lnTo>
                    <a:pt x="552944" y="2028352"/>
                  </a:lnTo>
                  <a:lnTo>
                    <a:pt x="554016" y="2028037"/>
                  </a:lnTo>
                  <a:lnTo>
                    <a:pt x="555088" y="2027723"/>
                  </a:lnTo>
                  <a:lnTo>
                    <a:pt x="556159" y="2027407"/>
                  </a:lnTo>
                  <a:lnTo>
                    <a:pt x="557231" y="2027092"/>
                  </a:lnTo>
                  <a:lnTo>
                    <a:pt x="558302" y="2026776"/>
                  </a:lnTo>
                  <a:lnTo>
                    <a:pt x="559374" y="2026460"/>
                  </a:lnTo>
                  <a:lnTo>
                    <a:pt x="560446" y="2026144"/>
                  </a:lnTo>
                  <a:lnTo>
                    <a:pt x="561517" y="2025827"/>
                  </a:lnTo>
                  <a:lnTo>
                    <a:pt x="562589" y="2025510"/>
                  </a:lnTo>
                  <a:lnTo>
                    <a:pt x="563660" y="2025193"/>
                  </a:lnTo>
                  <a:lnTo>
                    <a:pt x="564732" y="2024876"/>
                  </a:lnTo>
                  <a:lnTo>
                    <a:pt x="565804" y="2024558"/>
                  </a:lnTo>
                  <a:lnTo>
                    <a:pt x="566875" y="2024239"/>
                  </a:lnTo>
                  <a:lnTo>
                    <a:pt x="567947" y="2023921"/>
                  </a:lnTo>
                  <a:lnTo>
                    <a:pt x="569018" y="2023602"/>
                  </a:lnTo>
                  <a:lnTo>
                    <a:pt x="570090" y="2023283"/>
                  </a:lnTo>
                  <a:lnTo>
                    <a:pt x="571162" y="2022964"/>
                  </a:lnTo>
                  <a:lnTo>
                    <a:pt x="572233" y="2022644"/>
                  </a:lnTo>
                  <a:lnTo>
                    <a:pt x="573305" y="2022324"/>
                  </a:lnTo>
                  <a:lnTo>
                    <a:pt x="574376" y="2022003"/>
                  </a:lnTo>
                  <a:lnTo>
                    <a:pt x="575448" y="2021683"/>
                  </a:lnTo>
                  <a:lnTo>
                    <a:pt x="576520" y="2021362"/>
                  </a:lnTo>
                  <a:lnTo>
                    <a:pt x="577591" y="2021041"/>
                  </a:lnTo>
                  <a:lnTo>
                    <a:pt x="578663" y="2020719"/>
                  </a:lnTo>
                  <a:lnTo>
                    <a:pt x="579734" y="2020397"/>
                  </a:lnTo>
                  <a:lnTo>
                    <a:pt x="580806" y="2020075"/>
                  </a:lnTo>
                  <a:lnTo>
                    <a:pt x="581878" y="2019752"/>
                  </a:lnTo>
                  <a:lnTo>
                    <a:pt x="582949" y="2019430"/>
                  </a:lnTo>
                  <a:lnTo>
                    <a:pt x="584021" y="2019106"/>
                  </a:lnTo>
                  <a:lnTo>
                    <a:pt x="585092" y="2018783"/>
                  </a:lnTo>
                  <a:lnTo>
                    <a:pt x="586164" y="2018459"/>
                  </a:lnTo>
                  <a:lnTo>
                    <a:pt x="587236" y="2018135"/>
                  </a:lnTo>
                  <a:lnTo>
                    <a:pt x="588307" y="2017811"/>
                  </a:lnTo>
                  <a:lnTo>
                    <a:pt x="589379" y="2017486"/>
                  </a:lnTo>
                  <a:lnTo>
                    <a:pt x="590450" y="2017161"/>
                  </a:lnTo>
                  <a:lnTo>
                    <a:pt x="591522" y="2016836"/>
                  </a:lnTo>
                  <a:lnTo>
                    <a:pt x="592594" y="2016510"/>
                  </a:lnTo>
                  <a:lnTo>
                    <a:pt x="593665" y="2016185"/>
                  </a:lnTo>
                  <a:lnTo>
                    <a:pt x="594737" y="2015858"/>
                  </a:lnTo>
                  <a:lnTo>
                    <a:pt x="595808" y="2015532"/>
                  </a:lnTo>
                  <a:lnTo>
                    <a:pt x="596880" y="2015205"/>
                  </a:lnTo>
                  <a:lnTo>
                    <a:pt x="597952" y="2014878"/>
                  </a:lnTo>
                  <a:lnTo>
                    <a:pt x="599023" y="2014551"/>
                  </a:lnTo>
                  <a:lnTo>
                    <a:pt x="600095" y="2014223"/>
                  </a:lnTo>
                  <a:lnTo>
                    <a:pt x="601166" y="2013895"/>
                  </a:lnTo>
                  <a:lnTo>
                    <a:pt x="602238" y="2013567"/>
                  </a:lnTo>
                  <a:lnTo>
                    <a:pt x="603310" y="2013238"/>
                  </a:lnTo>
                  <a:lnTo>
                    <a:pt x="604381" y="2012909"/>
                  </a:lnTo>
                  <a:lnTo>
                    <a:pt x="605453" y="2012580"/>
                  </a:lnTo>
                  <a:lnTo>
                    <a:pt x="606524" y="2012250"/>
                  </a:lnTo>
                  <a:lnTo>
                    <a:pt x="607596" y="2011920"/>
                  </a:lnTo>
                  <a:lnTo>
                    <a:pt x="608668" y="2011590"/>
                  </a:lnTo>
                  <a:lnTo>
                    <a:pt x="609739" y="2011260"/>
                  </a:lnTo>
                  <a:lnTo>
                    <a:pt x="610811" y="2010929"/>
                  </a:lnTo>
                  <a:lnTo>
                    <a:pt x="611882" y="2010598"/>
                  </a:lnTo>
                  <a:lnTo>
                    <a:pt x="612954" y="2010267"/>
                  </a:lnTo>
                  <a:lnTo>
                    <a:pt x="614026" y="2009935"/>
                  </a:lnTo>
                  <a:lnTo>
                    <a:pt x="615097" y="2009603"/>
                  </a:lnTo>
                  <a:lnTo>
                    <a:pt x="616169" y="2009271"/>
                  </a:lnTo>
                  <a:lnTo>
                    <a:pt x="617240" y="2008938"/>
                  </a:lnTo>
                  <a:lnTo>
                    <a:pt x="618312" y="2008605"/>
                  </a:lnTo>
                  <a:lnTo>
                    <a:pt x="619384" y="2008272"/>
                  </a:lnTo>
                  <a:lnTo>
                    <a:pt x="620455" y="2007939"/>
                  </a:lnTo>
                  <a:lnTo>
                    <a:pt x="621527" y="2007605"/>
                  </a:lnTo>
                  <a:lnTo>
                    <a:pt x="622598" y="2007271"/>
                  </a:lnTo>
                  <a:lnTo>
                    <a:pt x="623670" y="2006936"/>
                  </a:lnTo>
                  <a:lnTo>
                    <a:pt x="624742" y="2006602"/>
                  </a:lnTo>
                  <a:lnTo>
                    <a:pt x="625813" y="2006267"/>
                  </a:lnTo>
                  <a:lnTo>
                    <a:pt x="626885" y="2005931"/>
                  </a:lnTo>
                  <a:lnTo>
                    <a:pt x="627956" y="2005596"/>
                  </a:lnTo>
                  <a:lnTo>
                    <a:pt x="629028" y="2005260"/>
                  </a:lnTo>
                  <a:lnTo>
                    <a:pt x="630100" y="2004924"/>
                  </a:lnTo>
                  <a:lnTo>
                    <a:pt x="631171" y="2004587"/>
                  </a:lnTo>
                  <a:lnTo>
                    <a:pt x="632243" y="2004250"/>
                  </a:lnTo>
                  <a:lnTo>
                    <a:pt x="633314" y="2003913"/>
                  </a:lnTo>
                  <a:lnTo>
                    <a:pt x="634386" y="2003576"/>
                  </a:lnTo>
                  <a:lnTo>
                    <a:pt x="635458" y="2003238"/>
                  </a:lnTo>
                  <a:lnTo>
                    <a:pt x="636529" y="2002900"/>
                  </a:lnTo>
                  <a:lnTo>
                    <a:pt x="637601" y="2002562"/>
                  </a:lnTo>
                  <a:lnTo>
                    <a:pt x="638672" y="2002223"/>
                  </a:lnTo>
                  <a:lnTo>
                    <a:pt x="639744" y="2001884"/>
                  </a:lnTo>
                  <a:lnTo>
                    <a:pt x="640816" y="2001545"/>
                  </a:lnTo>
                  <a:lnTo>
                    <a:pt x="641887" y="2001205"/>
                  </a:lnTo>
                  <a:lnTo>
                    <a:pt x="642959" y="2000866"/>
                  </a:lnTo>
                  <a:lnTo>
                    <a:pt x="644030" y="2000525"/>
                  </a:lnTo>
                  <a:lnTo>
                    <a:pt x="645102" y="2000185"/>
                  </a:lnTo>
                  <a:lnTo>
                    <a:pt x="646174" y="1999844"/>
                  </a:lnTo>
                  <a:lnTo>
                    <a:pt x="647245" y="1999503"/>
                  </a:lnTo>
                  <a:lnTo>
                    <a:pt x="648317" y="1999162"/>
                  </a:lnTo>
                  <a:lnTo>
                    <a:pt x="649388" y="1998820"/>
                  </a:lnTo>
                  <a:lnTo>
                    <a:pt x="650460" y="1998478"/>
                  </a:lnTo>
                  <a:lnTo>
                    <a:pt x="651532" y="1998136"/>
                  </a:lnTo>
                  <a:lnTo>
                    <a:pt x="652603" y="1997794"/>
                  </a:lnTo>
                  <a:lnTo>
                    <a:pt x="653675" y="1997451"/>
                  </a:lnTo>
                  <a:lnTo>
                    <a:pt x="654746" y="1997108"/>
                  </a:lnTo>
                  <a:lnTo>
                    <a:pt x="655818" y="1996764"/>
                  </a:lnTo>
                  <a:lnTo>
                    <a:pt x="656890" y="1996421"/>
                  </a:lnTo>
                  <a:lnTo>
                    <a:pt x="657961" y="1996077"/>
                  </a:lnTo>
                  <a:lnTo>
                    <a:pt x="659033" y="1995732"/>
                  </a:lnTo>
                  <a:lnTo>
                    <a:pt x="660104" y="1995388"/>
                  </a:lnTo>
                  <a:lnTo>
                    <a:pt x="661176" y="1995043"/>
                  </a:lnTo>
                  <a:lnTo>
                    <a:pt x="662248" y="1994698"/>
                  </a:lnTo>
                  <a:lnTo>
                    <a:pt x="663319" y="1994352"/>
                  </a:lnTo>
                  <a:lnTo>
                    <a:pt x="664391" y="1994007"/>
                  </a:lnTo>
                  <a:lnTo>
                    <a:pt x="665462" y="1993660"/>
                  </a:lnTo>
                  <a:lnTo>
                    <a:pt x="666534" y="1993314"/>
                  </a:lnTo>
                  <a:lnTo>
                    <a:pt x="667606" y="1992967"/>
                  </a:lnTo>
                  <a:lnTo>
                    <a:pt x="668677" y="1992620"/>
                  </a:lnTo>
                  <a:lnTo>
                    <a:pt x="669749" y="1992273"/>
                  </a:lnTo>
                  <a:lnTo>
                    <a:pt x="670820" y="1991926"/>
                  </a:lnTo>
                  <a:lnTo>
                    <a:pt x="671892" y="1991578"/>
                  </a:lnTo>
                  <a:lnTo>
                    <a:pt x="672964" y="1991230"/>
                  </a:lnTo>
                  <a:lnTo>
                    <a:pt x="674035" y="1990881"/>
                  </a:lnTo>
                  <a:lnTo>
                    <a:pt x="675107" y="1990533"/>
                  </a:lnTo>
                  <a:lnTo>
                    <a:pt x="676178" y="1990184"/>
                  </a:lnTo>
                  <a:lnTo>
                    <a:pt x="677250" y="1989834"/>
                  </a:lnTo>
                  <a:lnTo>
                    <a:pt x="678322" y="1989485"/>
                  </a:lnTo>
                  <a:lnTo>
                    <a:pt x="679393" y="1989135"/>
                  </a:lnTo>
                  <a:lnTo>
                    <a:pt x="680465" y="1988785"/>
                  </a:lnTo>
                  <a:lnTo>
                    <a:pt x="681536" y="1988434"/>
                  </a:lnTo>
                  <a:lnTo>
                    <a:pt x="682608" y="1988083"/>
                  </a:lnTo>
                  <a:lnTo>
                    <a:pt x="683680" y="1987732"/>
                  </a:lnTo>
                  <a:lnTo>
                    <a:pt x="684751" y="1987381"/>
                  </a:lnTo>
                  <a:lnTo>
                    <a:pt x="685823" y="1987029"/>
                  </a:lnTo>
                  <a:lnTo>
                    <a:pt x="686894" y="1986677"/>
                  </a:lnTo>
                  <a:lnTo>
                    <a:pt x="687966" y="1986325"/>
                  </a:lnTo>
                  <a:lnTo>
                    <a:pt x="689038" y="1985973"/>
                  </a:lnTo>
                  <a:lnTo>
                    <a:pt x="690109" y="1985620"/>
                  </a:lnTo>
                  <a:lnTo>
                    <a:pt x="691181" y="1985267"/>
                  </a:lnTo>
                  <a:lnTo>
                    <a:pt x="692252" y="1984913"/>
                  </a:lnTo>
                  <a:lnTo>
                    <a:pt x="693324" y="1984560"/>
                  </a:lnTo>
                  <a:lnTo>
                    <a:pt x="694396" y="1984206"/>
                  </a:lnTo>
                  <a:lnTo>
                    <a:pt x="695467" y="1983851"/>
                  </a:lnTo>
                  <a:lnTo>
                    <a:pt x="696539" y="1983497"/>
                  </a:lnTo>
                  <a:lnTo>
                    <a:pt x="697610" y="1983142"/>
                  </a:lnTo>
                  <a:lnTo>
                    <a:pt x="698682" y="1982787"/>
                  </a:lnTo>
                  <a:lnTo>
                    <a:pt x="699754" y="1982431"/>
                  </a:lnTo>
                  <a:lnTo>
                    <a:pt x="700825" y="1982076"/>
                  </a:lnTo>
                  <a:lnTo>
                    <a:pt x="701897" y="1981720"/>
                  </a:lnTo>
                  <a:lnTo>
                    <a:pt x="702968" y="1981363"/>
                  </a:lnTo>
                  <a:lnTo>
                    <a:pt x="704040" y="1981007"/>
                  </a:lnTo>
                  <a:lnTo>
                    <a:pt x="705112" y="1980650"/>
                  </a:lnTo>
                  <a:lnTo>
                    <a:pt x="706183" y="1980293"/>
                  </a:lnTo>
                  <a:lnTo>
                    <a:pt x="707255" y="1979935"/>
                  </a:lnTo>
                  <a:lnTo>
                    <a:pt x="708326" y="1979578"/>
                  </a:lnTo>
                  <a:lnTo>
                    <a:pt x="709398" y="1979220"/>
                  </a:lnTo>
                  <a:lnTo>
                    <a:pt x="710469" y="1978861"/>
                  </a:lnTo>
                  <a:lnTo>
                    <a:pt x="711541" y="1978503"/>
                  </a:lnTo>
                  <a:lnTo>
                    <a:pt x="712613" y="1978144"/>
                  </a:lnTo>
                  <a:lnTo>
                    <a:pt x="713684" y="1977785"/>
                  </a:lnTo>
                  <a:lnTo>
                    <a:pt x="714756" y="1977426"/>
                  </a:lnTo>
                  <a:lnTo>
                    <a:pt x="715827" y="1977066"/>
                  </a:lnTo>
                  <a:lnTo>
                    <a:pt x="716899" y="1976706"/>
                  </a:lnTo>
                  <a:lnTo>
                    <a:pt x="717971" y="1976346"/>
                  </a:lnTo>
                  <a:lnTo>
                    <a:pt x="719042" y="1975985"/>
                  </a:lnTo>
                  <a:lnTo>
                    <a:pt x="720114" y="1975624"/>
                  </a:lnTo>
                  <a:lnTo>
                    <a:pt x="721185" y="1975263"/>
                  </a:lnTo>
                  <a:lnTo>
                    <a:pt x="722257" y="1974902"/>
                  </a:lnTo>
                  <a:lnTo>
                    <a:pt x="723329" y="1974540"/>
                  </a:lnTo>
                  <a:lnTo>
                    <a:pt x="724400" y="1974178"/>
                  </a:lnTo>
                  <a:lnTo>
                    <a:pt x="725472" y="1973816"/>
                  </a:lnTo>
                  <a:lnTo>
                    <a:pt x="726543" y="1973453"/>
                  </a:lnTo>
                  <a:lnTo>
                    <a:pt x="727615" y="1973090"/>
                  </a:lnTo>
                  <a:lnTo>
                    <a:pt x="728687" y="1972727"/>
                  </a:lnTo>
                  <a:lnTo>
                    <a:pt x="729758" y="1972364"/>
                  </a:lnTo>
                  <a:lnTo>
                    <a:pt x="730830" y="1972000"/>
                  </a:lnTo>
                  <a:lnTo>
                    <a:pt x="731901" y="1971636"/>
                  </a:lnTo>
                  <a:lnTo>
                    <a:pt x="732973" y="1971272"/>
                  </a:lnTo>
                  <a:lnTo>
                    <a:pt x="734045" y="1970908"/>
                  </a:lnTo>
                  <a:lnTo>
                    <a:pt x="735116" y="1970543"/>
                  </a:lnTo>
                  <a:lnTo>
                    <a:pt x="736188" y="1970178"/>
                  </a:lnTo>
                  <a:lnTo>
                    <a:pt x="737259" y="1969812"/>
                  </a:lnTo>
                  <a:lnTo>
                    <a:pt x="738331" y="1969447"/>
                  </a:lnTo>
                  <a:lnTo>
                    <a:pt x="739403" y="1969081"/>
                  </a:lnTo>
                  <a:lnTo>
                    <a:pt x="740474" y="1968715"/>
                  </a:lnTo>
                  <a:lnTo>
                    <a:pt x="741546" y="1968348"/>
                  </a:lnTo>
                  <a:lnTo>
                    <a:pt x="742617" y="1967982"/>
                  </a:lnTo>
                  <a:lnTo>
                    <a:pt x="743689" y="1967615"/>
                  </a:lnTo>
                  <a:lnTo>
                    <a:pt x="744761" y="1967247"/>
                  </a:lnTo>
                  <a:lnTo>
                    <a:pt x="745832" y="1966880"/>
                  </a:lnTo>
                  <a:lnTo>
                    <a:pt x="746904" y="1966512"/>
                  </a:lnTo>
                  <a:lnTo>
                    <a:pt x="747975" y="1966144"/>
                  </a:lnTo>
                  <a:lnTo>
                    <a:pt x="749047" y="1965776"/>
                  </a:lnTo>
                  <a:lnTo>
                    <a:pt x="750119" y="1965407"/>
                  </a:lnTo>
                  <a:lnTo>
                    <a:pt x="751190" y="1965038"/>
                  </a:lnTo>
                  <a:lnTo>
                    <a:pt x="752262" y="1964669"/>
                  </a:lnTo>
                  <a:lnTo>
                    <a:pt x="753333" y="1964299"/>
                  </a:lnTo>
                  <a:lnTo>
                    <a:pt x="754405" y="1963930"/>
                  </a:lnTo>
                  <a:lnTo>
                    <a:pt x="755477" y="1963560"/>
                  </a:lnTo>
                  <a:lnTo>
                    <a:pt x="756548" y="1963189"/>
                  </a:lnTo>
                  <a:lnTo>
                    <a:pt x="757620" y="1962819"/>
                  </a:lnTo>
                  <a:lnTo>
                    <a:pt x="758691" y="1962448"/>
                  </a:lnTo>
                  <a:lnTo>
                    <a:pt x="759763" y="1962077"/>
                  </a:lnTo>
                  <a:lnTo>
                    <a:pt x="760835" y="1961706"/>
                  </a:lnTo>
                  <a:lnTo>
                    <a:pt x="761906" y="1961334"/>
                  </a:lnTo>
                  <a:lnTo>
                    <a:pt x="762978" y="1960962"/>
                  </a:lnTo>
                  <a:lnTo>
                    <a:pt x="764049" y="1960590"/>
                  </a:lnTo>
                  <a:lnTo>
                    <a:pt x="765121" y="1960217"/>
                  </a:lnTo>
                  <a:lnTo>
                    <a:pt x="766193" y="1959845"/>
                  </a:lnTo>
                  <a:lnTo>
                    <a:pt x="767264" y="1959472"/>
                  </a:lnTo>
                  <a:lnTo>
                    <a:pt x="768336" y="1959099"/>
                  </a:lnTo>
                  <a:lnTo>
                    <a:pt x="769407" y="1958725"/>
                  </a:lnTo>
                  <a:lnTo>
                    <a:pt x="770479" y="1958351"/>
                  </a:lnTo>
                  <a:lnTo>
                    <a:pt x="771551" y="1957977"/>
                  </a:lnTo>
                  <a:lnTo>
                    <a:pt x="772622" y="1957603"/>
                  </a:lnTo>
                  <a:lnTo>
                    <a:pt x="773694" y="1957228"/>
                  </a:lnTo>
                  <a:lnTo>
                    <a:pt x="774765" y="1956854"/>
                  </a:lnTo>
                  <a:lnTo>
                    <a:pt x="775837" y="1956478"/>
                  </a:lnTo>
                  <a:lnTo>
                    <a:pt x="776909" y="1956103"/>
                  </a:lnTo>
                  <a:lnTo>
                    <a:pt x="777980" y="1955727"/>
                  </a:lnTo>
                  <a:lnTo>
                    <a:pt x="779052" y="1955351"/>
                  </a:lnTo>
                  <a:lnTo>
                    <a:pt x="780123" y="1954975"/>
                  </a:lnTo>
                  <a:lnTo>
                    <a:pt x="781195" y="1954599"/>
                  </a:lnTo>
                  <a:lnTo>
                    <a:pt x="782267" y="1954222"/>
                  </a:lnTo>
                  <a:lnTo>
                    <a:pt x="783338" y="1953845"/>
                  </a:lnTo>
                  <a:lnTo>
                    <a:pt x="784410" y="1953468"/>
                  </a:lnTo>
                  <a:lnTo>
                    <a:pt x="785481" y="1953091"/>
                  </a:lnTo>
                  <a:lnTo>
                    <a:pt x="786553" y="1952713"/>
                  </a:lnTo>
                  <a:lnTo>
                    <a:pt x="787625" y="1952335"/>
                  </a:lnTo>
                  <a:lnTo>
                    <a:pt x="788696" y="1951957"/>
                  </a:lnTo>
                  <a:lnTo>
                    <a:pt x="789768" y="1951578"/>
                  </a:lnTo>
                  <a:lnTo>
                    <a:pt x="790839" y="1951199"/>
                  </a:lnTo>
                  <a:lnTo>
                    <a:pt x="791911" y="1950820"/>
                  </a:lnTo>
                  <a:lnTo>
                    <a:pt x="792983" y="1950441"/>
                  </a:lnTo>
                  <a:lnTo>
                    <a:pt x="794054" y="1950061"/>
                  </a:lnTo>
                  <a:lnTo>
                    <a:pt x="795126" y="1949682"/>
                  </a:lnTo>
                  <a:lnTo>
                    <a:pt x="796197" y="1949302"/>
                  </a:lnTo>
                  <a:lnTo>
                    <a:pt x="797269" y="1948921"/>
                  </a:lnTo>
                  <a:lnTo>
                    <a:pt x="798341" y="1948541"/>
                  </a:lnTo>
                  <a:lnTo>
                    <a:pt x="799412" y="1948160"/>
                  </a:lnTo>
                  <a:lnTo>
                    <a:pt x="800484" y="1947779"/>
                  </a:lnTo>
                  <a:lnTo>
                    <a:pt x="801555" y="1947397"/>
                  </a:lnTo>
                  <a:lnTo>
                    <a:pt x="802627" y="1947016"/>
                  </a:lnTo>
                  <a:lnTo>
                    <a:pt x="803699" y="1946634"/>
                  </a:lnTo>
                  <a:lnTo>
                    <a:pt x="804770" y="1946252"/>
                  </a:lnTo>
                  <a:lnTo>
                    <a:pt x="805842" y="1945869"/>
                  </a:lnTo>
                  <a:lnTo>
                    <a:pt x="806913" y="1945487"/>
                  </a:lnTo>
                  <a:lnTo>
                    <a:pt x="807985" y="1945104"/>
                  </a:lnTo>
                  <a:lnTo>
                    <a:pt x="809057" y="1944721"/>
                  </a:lnTo>
                  <a:lnTo>
                    <a:pt x="810128" y="1944337"/>
                  </a:lnTo>
                  <a:lnTo>
                    <a:pt x="811200" y="1943954"/>
                  </a:lnTo>
                  <a:lnTo>
                    <a:pt x="812271" y="1943570"/>
                  </a:lnTo>
                  <a:lnTo>
                    <a:pt x="813343" y="1943186"/>
                  </a:lnTo>
                  <a:lnTo>
                    <a:pt x="814415" y="1942801"/>
                  </a:lnTo>
                  <a:lnTo>
                    <a:pt x="815486" y="1942417"/>
                  </a:lnTo>
                  <a:lnTo>
                    <a:pt x="816558" y="1942032"/>
                  </a:lnTo>
                  <a:lnTo>
                    <a:pt x="817629" y="1941647"/>
                  </a:lnTo>
                  <a:lnTo>
                    <a:pt x="818701" y="1941261"/>
                  </a:lnTo>
                  <a:lnTo>
                    <a:pt x="819773" y="1940876"/>
                  </a:lnTo>
                  <a:lnTo>
                    <a:pt x="820844" y="1940490"/>
                  </a:lnTo>
                  <a:lnTo>
                    <a:pt x="821916" y="1940104"/>
                  </a:lnTo>
                  <a:lnTo>
                    <a:pt x="822987" y="1939717"/>
                  </a:lnTo>
                  <a:lnTo>
                    <a:pt x="824059" y="1939331"/>
                  </a:lnTo>
                  <a:lnTo>
                    <a:pt x="825131" y="1938944"/>
                  </a:lnTo>
                  <a:lnTo>
                    <a:pt x="826202" y="1938557"/>
                  </a:lnTo>
                  <a:lnTo>
                    <a:pt x="827274" y="1938170"/>
                  </a:lnTo>
                  <a:lnTo>
                    <a:pt x="828345" y="1937782"/>
                  </a:lnTo>
                  <a:lnTo>
                    <a:pt x="829417" y="1937394"/>
                  </a:lnTo>
                  <a:lnTo>
                    <a:pt x="830489" y="1937006"/>
                  </a:lnTo>
                  <a:lnTo>
                    <a:pt x="831560" y="1936618"/>
                  </a:lnTo>
                  <a:lnTo>
                    <a:pt x="832632" y="1936229"/>
                  </a:lnTo>
                  <a:lnTo>
                    <a:pt x="833703" y="1935840"/>
                  </a:lnTo>
                  <a:lnTo>
                    <a:pt x="834775" y="1935451"/>
                  </a:lnTo>
                  <a:lnTo>
                    <a:pt x="835847" y="1935062"/>
                  </a:lnTo>
                  <a:lnTo>
                    <a:pt x="836918" y="1934673"/>
                  </a:lnTo>
                  <a:lnTo>
                    <a:pt x="837990" y="1934283"/>
                  </a:lnTo>
                  <a:lnTo>
                    <a:pt x="839061" y="1933893"/>
                  </a:lnTo>
                  <a:lnTo>
                    <a:pt x="840133" y="1933503"/>
                  </a:lnTo>
                  <a:lnTo>
                    <a:pt x="841205" y="1933112"/>
                  </a:lnTo>
                  <a:lnTo>
                    <a:pt x="842276" y="1932721"/>
                  </a:lnTo>
                  <a:lnTo>
                    <a:pt x="843348" y="1932330"/>
                  </a:lnTo>
                  <a:lnTo>
                    <a:pt x="844419" y="1931939"/>
                  </a:lnTo>
                  <a:lnTo>
                    <a:pt x="845491" y="1931548"/>
                  </a:lnTo>
                  <a:lnTo>
                    <a:pt x="846563" y="1931156"/>
                  </a:lnTo>
                  <a:lnTo>
                    <a:pt x="847634" y="1930764"/>
                  </a:lnTo>
                  <a:lnTo>
                    <a:pt x="848706" y="1930372"/>
                  </a:lnTo>
                  <a:lnTo>
                    <a:pt x="849777" y="1929980"/>
                  </a:lnTo>
                  <a:lnTo>
                    <a:pt x="850849" y="1929587"/>
                  </a:lnTo>
                  <a:lnTo>
                    <a:pt x="851921" y="1929194"/>
                  </a:lnTo>
                  <a:lnTo>
                    <a:pt x="852992" y="1928801"/>
                  </a:lnTo>
                  <a:lnTo>
                    <a:pt x="854064" y="1928408"/>
                  </a:lnTo>
                  <a:lnTo>
                    <a:pt x="855135" y="1928015"/>
                  </a:lnTo>
                  <a:lnTo>
                    <a:pt x="856207" y="1927621"/>
                  </a:lnTo>
                  <a:lnTo>
                    <a:pt x="857279" y="1927227"/>
                  </a:lnTo>
                  <a:lnTo>
                    <a:pt x="858350" y="1926833"/>
                  </a:lnTo>
                  <a:lnTo>
                    <a:pt x="859422" y="1926438"/>
                  </a:lnTo>
                  <a:lnTo>
                    <a:pt x="860493" y="1926044"/>
                  </a:lnTo>
                  <a:lnTo>
                    <a:pt x="861565" y="1925649"/>
                  </a:lnTo>
                  <a:lnTo>
                    <a:pt x="862637" y="1925254"/>
                  </a:lnTo>
                  <a:lnTo>
                    <a:pt x="863708" y="1924858"/>
                  </a:lnTo>
                  <a:lnTo>
                    <a:pt x="864780" y="1924463"/>
                  </a:lnTo>
                  <a:lnTo>
                    <a:pt x="865851" y="1924067"/>
                  </a:lnTo>
                  <a:lnTo>
                    <a:pt x="866923" y="1923671"/>
                  </a:lnTo>
                  <a:lnTo>
                    <a:pt x="867995" y="1923275"/>
                  </a:lnTo>
                  <a:lnTo>
                    <a:pt x="869066" y="1922878"/>
                  </a:lnTo>
                  <a:lnTo>
                    <a:pt x="870138" y="1922482"/>
                  </a:lnTo>
                  <a:lnTo>
                    <a:pt x="871209" y="1922085"/>
                  </a:lnTo>
                  <a:lnTo>
                    <a:pt x="872281" y="1921688"/>
                  </a:lnTo>
                  <a:lnTo>
                    <a:pt x="873353" y="1921290"/>
                  </a:lnTo>
                  <a:lnTo>
                    <a:pt x="874424" y="1920893"/>
                  </a:lnTo>
                  <a:lnTo>
                    <a:pt x="875496" y="1920495"/>
                  </a:lnTo>
                  <a:lnTo>
                    <a:pt x="876567" y="1920097"/>
                  </a:lnTo>
                  <a:lnTo>
                    <a:pt x="877639" y="1919699"/>
                  </a:lnTo>
                  <a:lnTo>
                    <a:pt x="878711" y="1919300"/>
                  </a:lnTo>
                  <a:lnTo>
                    <a:pt x="879782" y="1918901"/>
                  </a:lnTo>
                  <a:lnTo>
                    <a:pt x="880854" y="1918503"/>
                  </a:lnTo>
                  <a:lnTo>
                    <a:pt x="881925" y="1918103"/>
                  </a:lnTo>
                  <a:lnTo>
                    <a:pt x="882997" y="1917704"/>
                  </a:lnTo>
                  <a:lnTo>
                    <a:pt x="884069" y="1917305"/>
                  </a:lnTo>
                  <a:lnTo>
                    <a:pt x="885140" y="1916905"/>
                  </a:lnTo>
                  <a:lnTo>
                    <a:pt x="886212" y="1916505"/>
                  </a:lnTo>
                  <a:lnTo>
                    <a:pt x="887283" y="1916105"/>
                  </a:lnTo>
                  <a:lnTo>
                    <a:pt x="888355" y="1915704"/>
                  </a:lnTo>
                  <a:lnTo>
                    <a:pt x="889426" y="1915304"/>
                  </a:lnTo>
                  <a:lnTo>
                    <a:pt x="890498" y="1914903"/>
                  </a:lnTo>
                  <a:lnTo>
                    <a:pt x="891570" y="1914502"/>
                  </a:lnTo>
                  <a:lnTo>
                    <a:pt x="892641" y="1914101"/>
                  </a:lnTo>
                  <a:lnTo>
                    <a:pt x="893713" y="1913699"/>
                  </a:lnTo>
                  <a:lnTo>
                    <a:pt x="894784" y="1913298"/>
                  </a:lnTo>
                  <a:lnTo>
                    <a:pt x="895856" y="1912896"/>
                  </a:lnTo>
                  <a:lnTo>
                    <a:pt x="896928" y="1912494"/>
                  </a:lnTo>
                  <a:lnTo>
                    <a:pt x="897999" y="1912091"/>
                  </a:lnTo>
                  <a:lnTo>
                    <a:pt x="899071" y="1911689"/>
                  </a:lnTo>
                  <a:lnTo>
                    <a:pt x="900142" y="1911286"/>
                  </a:lnTo>
                  <a:lnTo>
                    <a:pt x="901214" y="1910883"/>
                  </a:lnTo>
                  <a:lnTo>
                    <a:pt x="902286" y="1910480"/>
                  </a:lnTo>
                  <a:lnTo>
                    <a:pt x="903357" y="1910077"/>
                  </a:lnTo>
                  <a:lnTo>
                    <a:pt x="904429" y="1909674"/>
                  </a:lnTo>
                  <a:lnTo>
                    <a:pt x="905500" y="1909270"/>
                  </a:lnTo>
                  <a:lnTo>
                    <a:pt x="906572" y="1908866"/>
                  </a:lnTo>
                  <a:lnTo>
                    <a:pt x="907644" y="1908462"/>
                  </a:lnTo>
                  <a:lnTo>
                    <a:pt x="908715" y="1908058"/>
                  </a:lnTo>
                  <a:lnTo>
                    <a:pt x="909787" y="1907653"/>
                  </a:lnTo>
                  <a:lnTo>
                    <a:pt x="910858" y="1907248"/>
                  </a:lnTo>
                  <a:lnTo>
                    <a:pt x="911930" y="1906843"/>
                  </a:lnTo>
                  <a:lnTo>
                    <a:pt x="913002" y="1906438"/>
                  </a:lnTo>
                  <a:lnTo>
                    <a:pt x="914073" y="1906033"/>
                  </a:lnTo>
                  <a:lnTo>
                    <a:pt x="915145" y="1905627"/>
                  </a:lnTo>
                  <a:lnTo>
                    <a:pt x="916216" y="1905222"/>
                  </a:lnTo>
                  <a:lnTo>
                    <a:pt x="917288" y="1904816"/>
                  </a:lnTo>
                  <a:lnTo>
                    <a:pt x="918360" y="1904410"/>
                  </a:lnTo>
                  <a:lnTo>
                    <a:pt x="919431" y="1904003"/>
                  </a:lnTo>
                  <a:lnTo>
                    <a:pt x="920503" y="1903597"/>
                  </a:lnTo>
                  <a:lnTo>
                    <a:pt x="921574" y="1903190"/>
                  </a:lnTo>
                  <a:lnTo>
                    <a:pt x="922646" y="1902783"/>
                  </a:lnTo>
                  <a:lnTo>
                    <a:pt x="923718" y="1902376"/>
                  </a:lnTo>
                  <a:lnTo>
                    <a:pt x="924789" y="1901969"/>
                  </a:lnTo>
                  <a:lnTo>
                    <a:pt x="925861" y="1901561"/>
                  </a:lnTo>
                  <a:lnTo>
                    <a:pt x="926932" y="1901154"/>
                  </a:lnTo>
                  <a:lnTo>
                    <a:pt x="928004" y="1900746"/>
                  </a:lnTo>
                  <a:lnTo>
                    <a:pt x="929076" y="1900337"/>
                  </a:lnTo>
                  <a:lnTo>
                    <a:pt x="930147" y="1899929"/>
                  </a:lnTo>
                  <a:lnTo>
                    <a:pt x="931219" y="1899521"/>
                  </a:lnTo>
                  <a:lnTo>
                    <a:pt x="932290" y="1899112"/>
                  </a:lnTo>
                  <a:lnTo>
                    <a:pt x="933362" y="1898703"/>
                  </a:lnTo>
                  <a:lnTo>
                    <a:pt x="934434" y="1898294"/>
                  </a:lnTo>
                  <a:lnTo>
                    <a:pt x="935505" y="1897884"/>
                  </a:lnTo>
                  <a:lnTo>
                    <a:pt x="936577" y="1897475"/>
                  </a:lnTo>
                  <a:lnTo>
                    <a:pt x="937648" y="1897065"/>
                  </a:lnTo>
                  <a:lnTo>
                    <a:pt x="938720" y="1896655"/>
                  </a:lnTo>
                  <a:lnTo>
                    <a:pt x="939792" y="1896245"/>
                  </a:lnTo>
                  <a:lnTo>
                    <a:pt x="940863" y="1895834"/>
                  </a:lnTo>
                  <a:lnTo>
                    <a:pt x="941935" y="1895424"/>
                  </a:lnTo>
                  <a:lnTo>
                    <a:pt x="943006" y="1895013"/>
                  </a:lnTo>
                  <a:lnTo>
                    <a:pt x="944078" y="1894602"/>
                  </a:lnTo>
                  <a:lnTo>
                    <a:pt x="945150" y="1894190"/>
                  </a:lnTo>
                  <a:lnTo>
                    <a:pt x="946221" y="1893779"/>
                  </a:lnTo>
                  <a:lnTo>
                    <a:pt x="947293" y="1893367"/>
                  </a:lnTo>
                  <a:lnTo>
                    <a:pt x="948364" y="1892955"/>
                  </a:lnTo>
                  <a:lnTo>
                    <a:pt x="949436" y="1892543"/>
                  </a:lnTo>
                  <a:lnTo>
                    <a:pt x="950508" y="1892131"/>
                  </a:lnTo>
                  <a:lnTo>
                    <a:pt x="951579" y="1891718"/>
                  </a:lnTo>
                  <a:lnTo>
                    <a:pt x="952651" y="1891305"/>
                  </a:lnTo>
                  <a:lnTo>
                    <a:pt x="953722" y="1890892"/>
                  </a:lnTo>
                  <a:lnTo>
                    <a:pt x="954794" y="1890479"/>
                  </a:lnTo>
                  <a:lnTo>
                    <a:pt x="955866" y="1890065"/>
                  </a:lnTo>
                  <a:lnTo>
                    <a:pt x="956937" y="1889652"/>
                  </a:lnTo>
                  <a:lnTo>
                    <a:pt x="958009" y="1889238"/>
                  </a:lnTo>
                  <a:lnTo>
                    <a:pt x="959080" y="1888824"/>
                  </a:lnTo>
                  <a:lnTo>
                    <a:pt x="960152" y="1888409"/>
                  </a:lnTo>
                  <a:lnTo>
                    <a:pt x="961224" y="1887995"/>
                  </a:lnTo>
                  <a:lnTo>
                    <a:pt x="962295" y="1887580"/>
                  </a:lnTo>
                  <a:lnTo>
                    <a:pt x="963367" y="1887165"/>
                  </a:lnTo>
                  <a:lnTo>
                    <a:pt x="964438" y="1886750"/>
                  </a:lnTo>
                  <a:lnTo>
                    <a:pt x="965510" y="1886334"/>
                  </a:lnTo>
                  <a:lnTo>
                    <a:pt x="966582" y="1885919"/>
                  </a:lnTo>
                  <a:lnTo>
                    <a:pt x="967653" y="1885503"/>
                  </a:lnTo>
                  <a:lnTo>
                    <a:pt x="968725" y="1885087"/>
                  </a:lnTo>
                  <a:lnTo>
                    <a:pt x="969796" y="1884670"/>
                  </a:lnTo>
                  <a:lnTo>
                    <a:pt x="970868" y="1884254"/>
                  </a:lnTo>
                  <a:lnTo>
                    <a:pt x="971940" y="1883837"/>
                  </a:lnTo>
                  <a:lnTo>
                    <a:pt x="973011" y="1883420"/>
                  </a:lnTo>
                  <a:lnTo>
                    <a:pt x="974083" y="1883003"/>
                  </a:lnTo>
                  <a:lnTo>
                    <a:pt x="975154" y="1882585"/>
                  </a:lnTo>
                  <a:lnTo>
                    <a:pt x="976226" y="1882168"/>
                  </a:lnTo>
                  <a:lnTo>
                    <a:pt x="977298" y="1881750"/>
                  </a:lnTo>
                  <a:lnTo>
                    <a:pt x="978369" y="1881331"/>
                  </a:lnTo>
                  <a:lnTo>
                    <a:pt x="979441" y="1880913"/>
                  </a:lnTo>
                  <a:lnTo>
                    <a:pt x="980512" y="1880494"/>
                  </a:lnTo>
                  <a:lnTo>
                    <a:pt x="981584" y="1880075"/>
                  </a:lnTo>
                  <a:lnTo>
                    <a:pt x="982656" y="1879656"/>
                  </a:lnTo>
                  <a:lnTo>
                    <a:pt x="983727" y="1879237"/>
                  </a:lnTo>
                  <a:lnTo>
                    <a:pt x="984799" y="1878817"/>
                  </a:lnTo>
                  <a:lnTo>
                    <a:pt x="985870" y="1878398"/>
                  </a:lnTo>
                  <a:lnTo>
                    <a:pt x="986942" y="1877978"/>
                  </a:lnTo>
                  <a:lnTo>
                    <a:pt x="988014" y="1877557"/>
                  </a:lnTo>
                  <a:lnTo>
                    <a:pt x="989085" y="1877137"/>
                  </a:lnTo>
                  <a:lnTo>
                    <a:pt x="990157" y="1876716"/>
                  </a:lnTo>
                  <a:lnTo>
                    <a:pt x="991228" y="1876295"/>
                  </a:lnTo>
                  <a:lnTo>
                    <a:pt x="992300" y="1875874"/>
                  </a:lnTo>
                  <a:lnTo>
                    <a:pt x="993372" y="1875452"/>
                  </a:lnTo>
                  <a:lnTo>
                    <a:pt x="994443" y="1875031"/>
                  </a:lnTo>
                  <a:lnTo>
                    <a:pt x="995515" y="1874609"/>
                  </a:lnTo>
                  <a:lnTo>
                    <a:pt x="996586" y="1874186"/>
                  </a:lnTo>
                  <a:lnTo>
                    <a:pt x="997658" y="1873764"/>
                  </a:lnTo>
                  <a:lnTo>
                    <a:pt x="998730" y="1873341"/>
                  </a:lnTo>
                  <a:lnTo>
                    <a:pt x="999801" y="1872918"/>
                  </a:lnTo>
                  <a:lnTo>
                    <a:pt x="1000873" y="1872495"/>
                  </a:lnTo>
                  <a:lnTo>
                    <a:pt x="1001944" y="1872072"/>
                  </a:lnTo>
                  <a:lnTo>
                    <a:pt x="1003016" y="1871648"/>
                  </a:lnTo>
                  <a:lnTo>
                    <a:pt x="1004088" y="1871224"/>
                  </a:lnTo>
                  <a:lnTo>
                    <a:pt x="1005159" y="1870800"/>
                  </a:lnTo>
                  <a:lnTo>
                    <a:pt x="1006231" y="1870376"/>
                  </a:lnTo>
                  <a:lnTo>
                    <a:pt x="1007302" y="1869951"/>
                  </a:lnTo>
                  <a:lnTo>
                    <a:pt x="1008374" y="1869526"/>
                  </a:lnTo>
                  <a:lnTo>
                    <a:pt x="1009446" y="1869101"/>
                  </a:lnTo>
                  <a:lnTo>
                    <a:pt x="1010517" y="1868676"/>
                  </a:lnTo>
                  <a:lnTo>
                    <a:pt x="1011589" y="1868250"/>
                  </a:lnTo>
                  <a:lnTo>
                    <a:pt x="1012660" y="1867824"/>
                  </a:lnTo>
                  <a:lnTo>
                    <a:pt x="1013732" y="1867398"/>
                  </a:lnTo>
                  <a:lnTo>
                    <a:pt x="1014804" y="1866971"/>
                  </a:lnTo>
                  <a:lnTo>
                    <a:pt x="1015875" y="1866545"/>
                  </a:lnTo>
                  <a:lnTo>
                    <a:pt x="1016947" y="1866118"/>
                  </a:lnTo>
                  <a:lnTo>
                    <a:pt x="1018018" y="1865691"/>
                  </a:lnTo>
                  <a:lnTo>
                    <a:pt x="1019090" y="1865263"/>
                  </a:lnTo>
                  <a:lnTo>
                    <a:pt x="1020162" y="1864836"/>
                  </a:lnTo>
                  <a:lnTo>
                    <a:pt x="1021233" y="1864408"/>
                  </a:lnTo>
                  <a:lnTo>
                    <a:pt x="1022305" y="1863979"/>
                  </a:lnTo>
                  <a:lnTo>
                    <a:pt x="1023376" y="1863551"/>
                  </a:lnTo>
                  <a:lnTo>
                    <a:pt x="1024448" y="1863122"/>
                  </a:lnTo>
                  <a:lnTo>
                    <a:pt x="1025520" y="1862693"/>
                  </a:lnTo>
                  <a:lnTo>
                    <a:pt x="1026591" y="1862264"/>
                  </a:lnTo>
                  <a:lnTo>
                    <a:pt x="1027663" y="1861835"/>
                  </a:lnTo>
                  <a:lnTo>
                    <a:pt x="1028734" y="1861405"/>
                  </a:lnTo>
                  <a:lnTo>
                    <a:pt x="1029806" y="1860975"/>
                  </a:lnTo>
                  <a:lnTo>
                    <a:pt x="1030878" y="1860545"/>
                  </a:lnTo>
                  <a:lnTo>
                    <a:pt x="1031949" y="1860114"/>
                  </a:lnTo>
                  <a:lnTo>
                    <a:pt x="1033021" y="1859683"/>
                  </a:lnTo>
                  <a:lnTo>
                    <a:pt x="1034092" y="1859252"/>
                  </a:lnTo>
                  <a:lnTo>
                    <a:pt x="1035164" y="1858821"/>
                  </a:lnTo>
                  <a:lnTo>
                    <a:pt x="1036236" y="1858389"/>
                  </a:lnTo>
                  <a:lnTo>
                    <a:pt x="1037307" y="1857957"/>
                  </a:lnTo>
                  <a:lnTo>
                    <a:pt x="1038379" y="1857525"/>
                  </a:lnTo>
                  <a:lnTo>
                    <a:pt x="1039450" y="1857093"/>
                  </a:lnTo>
                  <a:lnTo>
                    <a:pt x="1040522" y="1856660"/>
                  </a:lnTo>
                  <a:lnTo>
                    <a:pt x="1041594" y="1856227"/>
                  </a:lnTo>
                  <a:lnTo>
                    <a:pt x="1042665" y="1855794"/>
                  </a:lnTo>
                  <a:lnTo>
                    <a:pt x="1043737" y="1855360"/>
                  </a:lnTo>
                  <a:lnTo>
                    <a:pt x="1044808" y="1854927"/>
                  </a:lnTo>
                  <a:lnTo>
                    <a:pt x="1045880" y="1854493"/>
                  </a:lnTo>
                  <a:lnTo>
                    <a:pt x="1046952" y="1854058"/>
                  </a:lnTo>
                  <a:lnTo>
                    <a:pt x="1048023" y="1853624"/>
                  </a:lnTo>
                  <a:lnTo>
                    <a:pt x="1049095" y="1853189"/>
                  </a:lnTo>
                  <a:lnTo>
                    <a:pt x="1050166" y="1852754"/>
                  </a:lnTo>
                  <a:lnTo>
                    <a:pt x="1051238" y="1852318"/>
                  </a:lnTo>
                  <a:lnTo>
                    <a:pt x="1052310" y="1851882"/>
                  </a:lnTo>
                  <a:lnTo>
                    <a:pt x="1053381" y="1851447"/>
                  </a:lnTo>
                  <a:lnTo>
                    <a:pt x="1054453" y="1851010"/>
                  </a:lnTo>
                  <a:lnTo>
                    <a:pt x="1055524" y="1850574"/>
                  </a:lnTo>
                  <a:lnTo>
                    <a:pt x="1056596" y="1850137"/>
                  </a:lnTo>
                  <a:lnTo>
                    <a:pt x="1057668" y="1849700"/>
                  </a:lnTo>
                  <a:lnTo>
                    <a:pt x="1058739" y="1849262"/>
                  </a:lnTo>
                  <a:lnTo>
                    <a:pt x="1059811" y="1848825"/>
                  </a:lnTo>
                  <a:lnTo>
                    <a:pt x="1060882" y="1848387"/>
                  </a:lnTo>
                  <a:lnTo>
                    <a:pt x="1061954" y="1847948"/>
                  </a:lnTo>
                  <a:lnTo>
                    <a:pt x="1063026" y="1847510"/>
                  </a:lnTo>
                  <a:lnTo>
                    <a:pt x="1064097" y="1847071"/>
                  </a:lnTo>
                  <a:lnTo>
                    <a:pt x="1065169" y="1846632"/>
                  </a:lnTo>
                  <a:lnTo>
                    <a:pt x="1066240" y="1846193"/>
                  </a:lnTo>
                  <a:lnTo>
                    <a:pt x="1067312" y="1845753"/>
                  </a:lnTo>
                  <a:lnTo>
                    <a:pt x="1068383" y="1845313"/>
                  </a:lnTo>
                  <a:lnTo>
                    <a:pt x="1069455" y="1844873"/>
                  </a:lnTo>
                  <a:lnTo>
                    <a:pt x="1070527" y="1844432"/>
                  </a:lnTo>
                  <a:lnTo>
                    <a:pt x="1071598" y="1843991"/>
                  </a:lnTo>
                  <a:lnTo>
                    <a:pt x="1072670" y="1843550"/>
                  </a:lnTo>
                  <a:lnTo>
                    <a:pt x="1073741" y="1843109"/>
                  </a:lnTo>
                  <a:lnTo>
                    <a:pt x="1074813" y="1842667"/>
                  </a:lnTo>
                  <a:lnTo>
                    <a:pt x="1075885" y="1842225"/>
                  </a:lnTo>
                  <a:lnTo>
                    <a:pt x="1076956" y="1841782"/>
                  </a:lnTo>
                  <a:lnTo>
                    <a:pt x="1078028" y="1841340"/>
                  </a:lnTo>
                  <a:lnTo>
                    <a:pt x="1079099" y="1840897"/>
                  </a:lnTo>
                  <a:lnTo>
                    <a:pt x="1080171" y="1840454"/>
                  </a:lnTo>
                  <a:lnTo>
                    <a:pt x="1081243" y="1840010"/>
                  </a:lnTo>
                  <a:lnTo>
                    <a:pt x="1082314" y="1839566"/>
                  </a:lnTo>
                  <a:lnTo>
                    <a:pt x="1083386" y="1839122"/>
                  </a:lnTo>
                  <a:lnTo>
                    <a:pt x="1084457" y="1838678"/>
                  </a:lnTo>
                  <a:lnTo>
                    <a:pt x="1085529" y="1838233"/>
                  </a:lnTo>
                  <a:lnTo>
                    <a:pt x="1086601" y="1837788"/>
                  </a:lnTo>
                  <a:lnTo>
                    <a:pt x="1087672" y="1837342"/>
                  </a:lnTo>
                  <a:lnTo>
                    <a:pt x="1088744" y="1836897"/>
                  </a:lnTo>
                  <a:lnTo>
                    <a:pt x="1089815" y="1836451"/>
                  </a:lnTo>
                  <a:lnTo>
                    <a:pt x="1090887" y="1836004"/>
                  </a:lnTo>
                  <a:lnTo>
                    <a:pt x="1091959" y="1835558"/>
                  </a:lnTo>
                  <a:lnTo>
                    <a:pt x="1093030" y="1835111"/>
                  </a:lnTo>
                  <a:lnTo>
                    <a:pt x="1094102" y="1834664"/>
                  </a:lnTo>
                  <a:lnTo>
                    <a:pt x="1095173" y="1834216"/>
                  </a:lnTo>
                  <a:lnTo>
                    <a:pt x="1096245" y="1833768"/>
                  </a:lnTo>
                  <a:lnTo>
                    <a:pt x="1097317" y="1833320"/>
                  </a:lnTo>
                  <a:lnTo>
                    <a:pt x="1098388" y="1832872"/>
                  </a:lnTo>
                  <a:lnTo>
                    <a:pt x="1099460" y="1832423"/>
                  </a:lnTo>
                  <a:lnTo>
                    <a:pt x="1100531" y="1831974"/>
                  </a:lnTo>
                  <a:lnTo>
                    <a:pt x="1101603" y="1831524"/>
                  </a:lnTo>
                  <a:lnTo>
                    <a:pt x="1102675" y="1831074"/>
                  </a:lnTo>
                  <a:lnTo>
                    <a:pt x="1103746" y="1830624"/>
                  </a:lnTo>
                  <a:lnTo>
                    <a:pt x="1104818" y="1830174"/>
                  </a:lnTo>
                  <a:lnTo>
                    <a:pt x="1105889" y="1829723"/>
                  </a:lnTo>
                  <a:lnTo>
                    <a:pt x="1106961" y="1829272"/>
                  </a:lnTo>
                  <a:lnTo>
                    <a:pt x="1108033" y="1828821"/>
                  </a:lnTo>
                  <a:lnTo>
                    <a:pt x="1109104" y="1828369"/>
                  </a:lnTo>
                  <a:lnTo>
                    <a:pt x="1110176" y="1827917"/>
                  </a:lnTo>
                  <a:lnTo>
                    <a:pt x="1111247" y="1827465"/>
                  </a:lnTo>
                  <a:lnTo>
                    <a:pt x="1112319" y="1827012"/>
                  </a:lnTo>
                  <a:lnTo>
                    <a:pt x="1113391" y="1826559"/>
                  </a:lnTo>
                  <a:lnTo>
                    <a:pt x="1114462" y="1826106"/>
                  </a:lnTo>
                  <a:lnTo>
                    <a:pt x="1115534" y="1825652"/>
                  </a:lnTo>
                  <a:lnTo>
                    <a:pt x="1116605" y="1825198"/>
                  </a:lnTo>
                  <a:lnTo>
                    <a:pt x="1117677" y="1824744"/>
                  </a:lnTo>
                  <a:lnTo>
                    <a:pt x="1118749" y="1824289"/>
                  </a:lnTo>
                  <a:lnTo>
                    <a:pt x="1119820" y="1823834"/>
                  </a:lnTo>
                  <a:lnTo>
                    <a:pt x="1120892" y="1823379"/>
                  </a:lnTo>
                  <a:lnTo>
                    <a:pt x="1121963" y="1822923"/>
                  </a:lnTo>
                  <a:lnTo>
                    <a:pt x="1123035" y="1822467"/>
                  </a:lnTo>
                  <a:lnTo>
                    <a:pt x="1124107" y="1822011"/>
                  </a:lnTo>
                  <a:lnTo>
                    <a:pt x="1125178" y="1821554"/>
                  </a:lnTo>
                  <a:lnTo>
                    <a:pt x="1126250" y="1821097"/>
                  </a:lnTo>
                  <a:lnTo>
                    <a:pt x="1127321" y="1820640"/>
                  </a:lnTo>
                  <a:lnTo>
                    <a:pt x="1128393" y="1820182"/>
                  </a:lnTo>
                  <a:lnTo>
                    <a:pt x="1129465" y="1819724"/>
                  </a:lnTo>
                  <a:lnTo>
                    <a:pt x="1130536" y="1819265"/>
                  </a:lnTo>
                  <a:lnTo>
                    <a:pt x="1131608" y="1818807"/>
                  </a:lnTo>
                  <a:lnTo>
                    <a:pt x="1132679" y="1818348"/>
                  </a:lnTo>
                  <a:lnTo>
                    <a:pt x="1133751" y="1817888"/>
                  </a:lnTo>
                  <a:lnTo>
                    <a:pt x="1134823" y="1817428"/>
                  </a:lnTo>
                  <a:lnTo>
                    <a:pt x="1135894" y="1816968"/>
                  </a:lnTo>
                  <a:lnTo>
                    <a:pt x="1136966" y="1816508"/>
                  </a:lnTo>
                  <a:lnTo>
                    <a:pt x="1138037" y="1816047"/>
                  </a:lnTo>
                  <a:lnTo>
                    <a:pt x="1139109" y="1815586"/>
                  </a:lnTo>
                  <a:lnTo>
                    <a:pt x="1140181" y="1815124"/>
                  </a:lnTo>
                  <a:lnTo>
                    <a:pt x="1141252" y="1814662"/>
                  </a:lnTo>
                  <a:lnTo>
                    <a:pt x="1142324" y="1814200"/>
                  </a:lnTo>
                  <a:lnTo>
                    <a:pt x="1143395" y="1813737"/>
                  </a:lnTo>
                  <a:lnTo>
                    <a:pt x="1144467" y="1813274"/>
                  </a:lnTo>
                  <a:lnTo>
                    <a:pt x="1145539" y="1812811"/>
                  </a:lnTo>
                  <a:lnTo>
                    <a:pt x="1146610" y="1812347"/>
                  </a:lnTo>
                  <a:lnTo>
                    <a:pt x="1147682" y="1811883"/>
                  </a:lnTo>
                  <a:lnTo>
                    <a:pt x="1148753" y="1811419"/>
                  </a:lnTo>
                  <a:lnTo>
                    <a:pt x="1149825" y="1810954"/>
                  </a:lnTo>
                  <a:lnTo>
                    <a:pt x="1150897" y="1810489"/>
                  </a:lnTo>
                  <a:lnTo>
                    <a:pt x="1151968" y="1810023"/>
                  </a:lnTo>
                  <a:lnTo>
                    <a:pt x="1153040" y="1809557"/>
                  </a:lnTo>
                  <a:lnTo>
                    <a:pt x="1154111" y="1809091"/>
                  </a:lnTo>
                  <a:lnTo>
                    <a:pt x="1155183" y="1808625"/>
                  </a:lnTo>
                  <a:lnTo>
                    <a:pt x="1156255" y="1808158"/>
                  </a:lnTo>
                  <a:lnTo>
                    <a:pt x="1157326" y="1807690"/>
                  </a:lnTo>
                  <a:lnTo>
                    <a:pt x="1158398" y="1807223"/>
                  </a:lnTo>
                  <a:lnTo>
                    <a:pt x="1159469" y="1806754"/>
                  </a:lnTo>
                  <a:lnTo>
                    <a:pt x="1160541" y="1806286"/>
                  </a:lnTo>
                  <a:lnTo>
                    <a:pt x="1161613" y="1805817"/>
                  </a:lnTo>
                  <a:lnTo>
                    <a:pt x="1162684" y="1805348"/>
                  </a:lnTo>
                  <a:lnTo>
                    <a:pt x="1163756" y="1804878"/>
                  </a:lnTo>
                  <a:lnTo>
                    <a:pt x="1164827" y="1804408"/>
                  </a:lnTo>
                  <a:lnTo>
                    <a:pt x="1165899" y="1803938"/>
                  </a:lnTo>
                  <a:lnTo>
                    <a:pt x="1166971" y="1803467"/>
                  </a:lnTo>
                  <a:lnTo>
                    <a:pt x="1168042" y="1802996"/>
                  </a:lnTo>
                  <a:lnTo>
                    <a:pt x="1169114" y="1802524"/>
                  </a:lnTo>
                  <a:lnTo>
                    <a:pt x="1170185" y="1802052"/>
                  </a:lnTo>
                  <a:lnTo>
                    <a:pt x="1171257" y="1801580"/>
                  </a:lnTo>
                  <a:lnTo>
                    <a:pt x="1172329" y="1801107"/>
                  </a:lnTo>
                  <a:lnTo>
                    <a:pt x="1173400" y="1800634"/>
                  </a:lnTo>
                  <a:lnTo>
                    <a:pt x="1174472" y="1800161"/>
                  </a:lnTo>
                  <a:lnTo>
                    <a:pt x="1175543" y="1799687"/>
                  </a:lnTo>
                  <a:lnTo>
                    <a:pt x="1176615" y="1799213"/>
                  </a:lnTo>
                  <a:lnTo>
                    <a:pt x="1177687" y="1798738"/>
                  </a:lnTo>
                  <a:lnTo>
                    <a:pt x="1178758" y="1798263"/>
                  </a:lnTo>
                  <a:lnTo>
                    <a:pt x="1179830" y="1797788"/>
                  </a:lnTo>
                  <a:lnTo>
                    <a:pt x="1180901" y="1797312"/>
                  </a:lnTo>
                  <a:lnTo>
                    <a:pt x="1181973" y="1796836"/>
                  </a:lnTo>
                  <a:lnTo>
                    <a:pt x="1183045" y="1796359"/>
                  </a:lnTo>
                  <a:lnTo>
                    <a:pt x="1184116" y="1795882"/>
                  </a:lnTo>
                  <a:lnTo>
                    <a:pt x="1185188" y="1795405"/>
                  </a:lnTo>
                  <a:lnTo>
                    <a:pt x="1186259" y="1794927"/>
                  </a:lnTo>
                  <a:lnTo>
                    <a:pt x="1187331" y="1794449"/>
                  </a:lnTo>
                  <a:lnTo>
                    <a:pt x="1188403" y="1793970"/>
                  </a:lnTo>
                  <a:lnTo>
                    <a:pt x="1189474" y="1793491"/>
                  </a:lnTo>
                  <a:lnTo>
                    <a:pt x="1190546" y="1793011"/>
                  </a:lnTo>
                  <a:lnTo>
                    <a:pt x="1191617" y="1792532"/>
                  </a:lnTo>
                  <a:lnTo>
                    <a:pt x="1192689" y="1792051"/>
                  </a:lnTo>
                  <a:lnTo>
                    <a:pt x="1193761" y="1791571"/>
                  </a:lnTo>
                  <a:lnTo>
                    <a:pt x="1194832" y="1791090"/>
                  </a:lnTo>
                  <a:lnTo>
                    <a:pt x="1195904" y="1790608"/>
                  </a:lnTo>
                  <a:lnTo>
                    <a:pt x="1196975" y="1790126"/>
                  </a:lnTo>
                  <a:lnTo>
                    <a:pt x="1198047" y="1789644"/>
                  </a:lnTo>
                  <a:lnTo>
                    <a:pt x="1199119" y="1789161"/>
                  </a:lnTo>
                  <a:lnTo>
                    <a:pt x="1200190" y="1788678"/>
                  </a:lnTo>
                  <a:lnTo>
                    <a:pt x="1201262" y="1788194"/>
                  </a:lnTo>
                  <a:lnTo>
                    <a:pt x="1202333" y="1787710"/>
                  </a:lnTo>
                  <a:lnTo>
                    <a:pt x="1203405" y="1787226"/>
                  </a:lnTo>
                  <a:lnTo>
                    <a:pt x="1204477" y="1786741"/>
                  </a:lnTo>
                  <a:lnTo>
                    <a:pt x="1205548" y="1786256"/>
                  </a:lnTo>
                  <a:lnTo>
                    <a:pt x="1206620" y="1785770"/>
                  </a:lnTo>
                  <a:lnTo>
                    <a:pt x="1207691" y="1785284"/>
                  </a:lnTo>
                  <a:lnTo>
                    <a:pt x="1208763" y="1784797"/>
                  </a:lnTo>
                  <a:lnTo>
                    <a:pt x="1209835" y="1784310"/>
                  </a:lnTo>
                  <a:lnTo>
                    <a:pt x="1210906" y="1783823"/>
                  </a:lnTo>
                  <a:lnTo>
                    <a:pt x="1211978" y="1783335"/>
                  </a:lnTo>
                  <a:lnTo>
                    <a:pt x="1213049" y="1782847"/>
                  </a:lnTo>
                  <a:lnTo>
                    <a:pt x="1214121" y="1782358"/>
                  </a:lnTo>
                  <a:lnTo>
                    <a:pt x="1215193" y="1781869"/>
                  </a:lnTo>
                  <a:lnTo>
                    <a:pt x="1216264" y="1781379"/>
                  </a:lnTo>
                  <a:lnTo>
                    <a:pt x="1217336" y="1780889"/>
                  </a:lnTo>
                  <a:lnTo>
                    <a:pt x="1218407" y="1780399"/>
                  </a:lnTo>
                  <a:lnTo>
                    <a:pt x="1219479" y="1779908"/>
                  </a:lnTo>
                  <a:lnTo>
                    <a:pt x="1220551" y="1779416"/>
                  </a:lnTo>
                  <a:lnTo>
                    <a:pt x="1221622" y="1778925"/>
                  </a:lnTo>
                  <a:lnTo>
                    <a:pt x="1222694" y="1778432"/>
                  </a:lnTo>
                  <a:lnTo>
                    <a:pt x="1223765" y="1777940"/>
                  </a:lnTo>
                  <a:lnTo>
                    <a:pt x="1224837" y="1777446"/>
                  </a:lnTo>
                  <a:lnTo>
                    <a:pt x="1225909" y="1776953"/>
                  </a:lnTo>
                  <a:lnTo>
                    <a:pt x="1226980" y="1776459"/>
                  </a:lnTo>
                  <a:lnTo>
                    <a:pt x="1228052" y="1775964"/>
                  </a:lnTo>
                  <a:lnTo>
                    <a:pt x="1229123" y="1775469"/>
                  </a:lnTo>
                  <a:lnTo>
                    <a:pt x="1230195" y="1774974"/>
                  </a:lnTo>
                  <a:lnTo>
                    <a:pt x="1231267" y="1774478"/>
                  </a:lnTo>
                  <a:lnTo>
                    <a:pt x="1232338" y="1773982"/>
                  </a:lnTo>
                  <a:lnTo>
                    <a:pt x="1233410" y="1773485"/>
                  </a:lnTo>
                  <a:lnTo>
                    <a:pt x="1234481" y="1772988"/>
                  </a:lnTo>
                  <a:lnTo>
                    <a:pt x="1235553" y="1772490"/>
                  </a:lnTo>
                  <a:lnTo>
                    <a:pt x="1236625" y="1771992"/>
                  </a:lnTo>
                  <a:lnTo>
                    <a:pt x="1237696" y="1771493"/>
                  </a:lnTo>
                  <a:lnTo>
                    <a:pt x="1238768" y="1770994"/>
                  </a:lnTo>
                  <a:lnTo>
                    <a:pt x="1239839" y="1770494"/>
                  </a:lnTo>
                  <a:lnTo>
                    <a:pt x="1240911" y="1769994"/>
                  </a:lnTo>
                  <a:lnTo>
                    <a:pt x="1241983" y="1769494"/>
                  </a:lnTo>
                  <a:lnTo>
                    <a:pt x="1243054" y="1768993"/>
                  </a:lnTo>
                  <a:lnTo>
                    <a:pt x="1244126" y="1768491"/>
                  </a:lnTo>
                  <a:lnTo>
                    <a:pt x="1245197" y="1767989"/>
                  </a:lnTo>
                  <a:lnTo>
                    <a:pt x="1246269" y="1767487"/>
                  </a:lnTo>
                  <a:lnTo>
                    <a:pt x="1247340" y="1766984"/>
                  </a:lnTo>
                  <a:lnTo>
                    <a:pt x="1248412" y="1766481"/>
                  </a:lnTo>
                  <a:lnTo>
                    <a:pt x="1249484" y="1765977"/>
                  </a:lnTo>
                  <a:lnTo>
                    <a:pt x="1250555" y="1765473"/>
                  </a:lnTo>
                  <a:lnTo>
                    <a:pt x="1251627" y="1764968"/>
                  </a:lnTo>
                  <a:lnTo>
                    <a:pt x="1252698" y="1764462"/>
                  </a:lnTo>
                  <a:lnTo>
                    <a:pt x="1253770" y="1763957"/>
                  </a:lnTo>
                  <a:lnTo>
                    <a:pt x="1254842" y="1763450"/>
                  </a:lnTo>
                  <a:lnTo>
                    <a:pt x="1255913" y="1762944"/>
                  </a:lnTo>
                  <a:lnTo>
                    <a:pt x="1256985" y="1762436"/>
                  </a:lnTo>
                  <a:lnTo>
                    <a:pt x="1258056" y="1761929"/>
                  </a:lnTo>
                  <a:lnTo>
                    <a:pt x="1259128" y="1761420"/>
                  </a:lnTo>
                  <a:lnTo>
                    <a:pt x="1260200" y="1760912"/>
                  </a:lnTo>
                  <a:lnTo>
                    <a:pt x="1261271" y="1760402"/>
                  </a:lnTo>
                  <a:lnTo>
                    <a:pt x="1262343" y="1759893"/>
                  </a:lnTo>
                  <a:lnTo>
                    <a:pt x="1263414" y="1759382"/>
                  </a:lnTo>
                  <a:lnTo>
                    <a:pt x="1264486" y="1758872"/>
                  </a:lnTo>
                  <a:lnTo>
                    <a:pt x="1265558" y="1758360"/>
                  </a:lnTo>
                  <a:lnTo>
                    <a:pt x="1266629" y="1757849"/>
                  </a:lnTo>
                  <a:lnTo>
                    <a:pt x="1267701" y="1757336"/>
                  </a:lnTo>
                  <a:lnTo>
                    <a:pt x="1268772" y="1756824"/>
                  </a:lnTo>
                  <a:lnTo>
                    <a:pt x="1269844" y="1756310"/>
                  </a:lnTo>
                  <a:lnTo>
                    <a:pt x="1270916" y="1755797"/>
                  </a:lnTo>
                  <a:lnTo>
                    <a:pt x="1271987" y="1755282"/>
                  </a:lnTo>
                  <a:lnTo>
                    <a:pt x="1273059" y="1754768"/>
                  </a:lnTo>
                  <a:lnTo>
                    <a:pt x="1274130" y="1754252"/>
                  </a:lnTo>
                  <a:lnTo>
                    <a:pt x="1275202" y="1753736"/>
                  </a:lnTo>
                  <a:lnTo>
                    <a:pt x="1276274" y="1753220"/>
                  </a:lnTo>
                  <a:lnTo>
                    <a:pt x="1277345" y="1752703"/>
                  </a:lnTo>
                  <a:lnTo>
                    <a:pt x="1278417" y="1752186"/>
                  </a:lnTo>
                  <a:lnTo>
                    <a:pt x="1279488" y="1751668"/>
                  </a:lnTo>
                  <a:lnTo>
                    <a:pt x="1280560" y="1751150"/>
                  </a:lnTo>
                  <a:lnTo>
                    <a:pt x="1281632" y="1750631"/>
                  </a:lnTo>
                  <a:lnTo>
                    <a:pt x="1282703" y="1750111"/>
                  </a:lnTo>
                  <a:lnTo>
                    <a:pt x="1283775" y="1749591"/>
                  </a:lnTo>
                  <a:lnTo>
                    <a:pt x="1284846" y="1749071"/>
                  </a:lnTo>
                  <a:lnTo>
                    <a:pt x="1285918" y="1748549"/>
                  </a:lnTo>
                  <a:lnTo>
                    <a:pt x="1286990" y="1748028"/>
                  </a:lnTo>
                  <a:lnTo>
                    <a:pt x="1288061" y="1747506"/>
                  </a:lnTo>
                  <a:lnTo>
                    <a:pt x="1289133" y="1746983"/>
                  </a:lnTo>
                  <a:lnTo>
                    <a:pt x="1290204" y="1746460"/>
                  </a:lnTo>
                  <a:lnTo>
                    <a:pt x="1291276" y="1745936"/>
                  </a:lnTo>
                  <a:lnTo>
                    <a:pt x="1292348" y="1745412"/>
                  </a:lnTo>
                  <a:lnTo>
                    <a:pt x="1293419" y="1744887"/>
                  </a:lnTo>
                  <a:lnTo>
                    <a:pt x="1294491" y="1744362"/>
                  </a:lnTo>
                  <a:lnTo>
                    <a:pt x="1295562" y="1743836"/>
                  </a:lnTo>
                  <a:lnTo>
                    <a:pt x="1296634" y="1743309"/>
                  </a:lnTo>
                  <a:lnTo>
                    <a:pt x="1297706" y="1742782"/>
                  </a:lnTo>
                  <a:lnTo>
                    <a:pt x="1298777" y="1742255"/>
                  </a:lnTo>
                  <a:lnTo>
                    <a:pt x="1299849" y="1741726"/>
                  </a:lnTo>
                  <a:lnTo>
                    <a:pt x="1300920" y="1741198"/>
                  </a:lnTo>
                  <a:lnTo>
                    <a:pt x="1301992" y="1740668"/>
                  </a:lnTo>
                  <a:lnTo>
                    <a:pt x="1303064" y="1740139"/>
                  </a:lnTo>
                  <a:lnTo>
                    <a:pt x="1304135" y="1739608"/>
                  </a:lnTo>
                  <a:lnTo>
                    <a:pt x="1305207" y="1739077"/>
                  </a:lnTo>
                  <a:lnTo>
                    <a:pt x="1306278" y="1738546"/>
                  </a:lnTo>
                  <a:lnTo>
                    <a:pt x="1307350" y="1738014"/>
                  </a:lnTo>
                  <a:lnTo>
                    <a:pt x="1308422" y="1737481"/>
                  </a:lnTo>
                  <a:lnTo>
                    <a:pt x="1309493" y="1736948"/>
                  </a:lnTo>
                  <a:lnTo>
                    <a:pt x="1310565" y="1736414"/>
                  </a:lnTo>
                  <a:lnTo>
                    <a:pt x="1311636" y="1735880"/>
                  </a:lnTo>
                  <a:lnTo>
                    <a:pt x="1312708" y="1735345"/>
                  </a:lnTo>
                  <a:lnTo>
                    <a:pt x="1313780" y="1734810"/>
                  </a:lnTo>
                  <a:lnTo>
                    <a:pt x="1314851" y="1734273"/>
                  </a:lnTo>
                  <a:lnTo>
                    <a:pt x="1315923" y="1733737"/>
                  </a:lnTo>
                  <a:lnTo>
                    <a:pt x="1316994" y="1733200"/>
                  </a:lnTo>
                  <a:lnTo>
                    <a:pt x="1318066" y="1732662"/>
                  </a:lnTo>
                  <a:lnTo>
                    <a:pt x="1319138" y="1732123"/>
                  </a:lnTo>
                  <a:lnTo>
                    <a:pt x="1320209" y="1731585"/>
                  </a:lnTo>
                  <a:lnTo>
                    <a:pt x="1321281" y="1731045"/>
                  </a:lnTo>
                  <a:lnTo>
                    <a:pt x="1322352" y="1730505"/>
                  </a:lnTo>
                  <a:lnTo>
                    <a:pt x="1323424" y="1729964"/>
                  </a:lnTo>
                  <a:lnTo>
                    <a:pt x="1324496" y="1729423"/>
                  </a:lnTo>
                  <a:lnTo>
                    <a:pt x="1325567" y="1728881"/>
                  </a:lnTo>
                  <a:lnTo>
                    <a:pt x="1326639" y="1728338"/>
                  </a:lnTo>
                  <a:lnTo>
                    <a:pt x="1327710" y="1727795"/>
                  </a:lnTo>
                  <a:lnTo>
                    <a:pt x="1328782" y="1727252"/>
                  </a:lnTo>
                  <a:lnTo>
                    <a:pt x="1329854" y="1726707"/>
                  </a:lnTo>
                  <a:lnTo>
                    <a:pt x="1330925" y="1726162"/>
                  </a:lnTo>
                  <a:lnTo>
                    <a:pt x="1331997" y="1725617"/>
                  </a:lnTo>
                  <a:lnTo>
                    <a:pt x="1333068" y="1725071"/>
                  </a:lnTo>
                  <a:lnTo>
                    <a:pt x="1334140" y="1724524"/>
                  </a:lnTo>
                  <a:lnTo>
                    <a:pt x="1335212" y="1723977"/>
                  </a:lnTo>
                  <a:lnTo>
                    <a:pt x="1336283" y="1723429"/>
                  </a:lnTo>
                  <a:lnTo>
                    <a:pt x="1337355" y="1722880"/>
                  </a:lnTo>
                  <a:lnTo>
                    <a:pt x="1338426" y="1722331"/>
                  </a:lnTo>
                  <a:lnTo>
                    <a:pt x="1339498" y="1721781"/>
                  </a:lnTo>
                  <a:lnTo>
                    <a:pt x="1340570" y="1721231"/>
                  </a:lnTo>
                  <a:lnTo>
                    <a:pt x="1341641" y="1720680"/>
                  </a:lnTo>
                  <a:lnTo>
                    <a:pt x="1342713" y="1720128"/>
                  </a:lnTo>
                  <a:lnTo>
                    <a:pt x="1343784" y="1719576"/>
                  </a:lnTo>
                  <a:lnTo>
                    <a:pt x="1344856" y="1719023"/>
                  </a:lnTo>
                  <a:lnTo>
                    <a:pt x="1345928" y="1718469"/>
                  </a:lnTo>
                  <a:lnTo>
                    <a:pt x="1346999" y="1717915"/>
                  </a:lnTo>
                  <a:lnTo>
                    <a:pt x="1348071" y="1717360"/>
                  </a:lnTo>
                  <a:lnTo>
                    <a:pt x="1349142" y="1716805"/>
                  </a:lnTo>
                  <a:lnTo>
                    <a:pt x="1350214" y="1716249"/>
                  </a:lnTo>
                  <a:lnTo>
                    <a:pt x="1351286" y="1715692"/>
                  </a:lnTo>
                  <a:lnTo>
                    <a:pt x="1352357" y="1715135"/>
                  </a:lnTo>
                  <a:lnTo>
                    <a:pt x="1353429" y="1714577"/>
                  </a:lnTo>
                  <a:lnTo>
                    <a:pt x="1354500" y="1714018"/>
                  </a:lnTo>
                  <a:lnTo>
                    <a:pt x="1355572" y="1713459"/>
                  </a:lnTo>
                  <a:lnTo>
                    <a:pt x="1356644" y="1712899"/>
                  </a:lnTo>
                  <a:lnTo>
                    <a:pt x="1357715" y="1712338"/>
                  </a:lnTo>
                  <a:lnTo>
                    <a:pt x="1358787" y="1711777"/>
                  </a:lnTo>
                  <a:lnTo>
                    <a:pt x="1359858" y="1711215"/>
                  </a:lnTo>
                  <a:lnTo>
                    <a:pt x="1360930" y="1710653"/>
                  </a:lnTo>
                  <a:lnTo>
                    <a:pt x="1362002" y="1710090"/>
                  </a:lnTo>
                  <a:lnTo>
                    <a:pt x="1363073" y="1709526"/>
                  </a:lnTo>
                  <a:lnTo>
                    <a:pt x="1364145" y="1708961"/>
                  </a:lnTo>
                  <a:lnTo>
                    <a:pt x="1365216" y="1708396"/>
                  </a:lnTo>
                  <a:lnTo>
                    <a:pt x="1366288" y="1707830"/>
                  </a:lnTo>
                  <a:lnTo>
                    <a:pt x="1367360" y="1707264"/>
                  </a:lnTo>
                  <a:lnTo>
                    <a:pt x="1368431" y="1706697"/>
                  </a:lnTo>
                  <a:lnTo>
                    <a:pt x="1369503" y="1706129"/>
                  </a:lnTo>
                  <a:lnTo>
                    <a:pt x="1370574" y="1705560"/>
                  </a:lnTo>
                  <a:lnTo>
                    <a:pt x="1371646" y="1704991"/>
                  </a:lnTo>
                  <a:lnTo>
                    <a:pt x="1372718" y="1704421"/>
                  </a:lnTo>
                  <a:lnTo>
                    <a:pt x="1373789" y="1703851"/>
                  </a:lnTo>
                  <a:lnTo>
                    <a:pt x="1374861" y="1703279"/>
                  </a:lnTo>
                  <a:lnTo>
                    <a:pt x="1375932" y="1702708"/>
                  </a:lnTo>
                  <a:lnTo>
                    <a:pt x="1377004" y="1702135"/>
                  </a:lnTo>
                  <a:lnTo>
                    <a:pt x="1378076" y="1701562"/>
                  </a:lnTo>
                  <a:lnTo>
                    <a:pt x="1379147" y="1700988"/>
                  </a:lnTo>
                  <a:lnTo>
                    <a:pt x="1380219" y="1700413"/>
                  </a:lnTo>
                  <a:lnTo>
                    <a:pt x="1381290" y="1699838"/>
                  </a:lnTo>
                  <a:lnTo>
                    <a:pt x="1382362" y="1699262"/>
                  </a:lnTo>
                  <a:lnTo>
                    <a:pt x="1383434" y="1698685"/>
                  </a:lnTo>
                  <a:lnTo>
                    <a:pt x="1384505" y="1698108"/>
                  </a:lnTo>
                  <a:lnTo>
                    <a:pt x="1385577" y="1697529"/>
                  </a:lnTo>
                  <a:lnTo>
                    <a:pt x="1386648" y="1696951"/>
                  </a:lnTo>
                  <a:lnTo>
                    <a:pt x="1387720" y="1696371"/>
                  </a:lnTo>
                  <a:lnTo>
                    <a:pt x="1388792" y="1695791"/>
                  </a:lnTo>
                  <a:lnTo>
                    <a:pt x="1389863" y="1695210"/>
                  </a:lnTo>
                  <a:lnTo>
                    <a:pt x="1390935" y="1694628"/>
                  </a:lnTo>
                  <a:lnTo>
                    <a:pt x="1392006" y="1694046"/>
                  </a:lnTo>
                  <a:lnTo>
                    <a:pt x="1393078" y="1693463"/>
                  </a:lnTo>
                  <a:lnTo>
                    <a:pt x="1394150" y="1692879"/>
                  </a:lnTo>
                  <a:lnTo>
                    <a:pt x="1395221" y="1692295"/>
                  </a:lnTo>
                  <a:lnTo>
                    <a:pt x="1396293" y="1691709"/>
                  </a:lnTo>
                  <a:lnTo>
                    <a:pt x="1397364" y="1691124"/>
                  </a:lnTo>
                  <a:lnTo>
                    <a:pt x="1398436" y="1690537"/>
                  </a:lnTo>
                  <a:lnTo>
                    <a:pt x="1399508" y="1689950"/>
                  </a:lnTo>
                  <a:lnTo>
                    <a:pt x="1400579" y="1689362"/>
                  </a:lnTo>
                  <a:lnTo>
                    <a:pt x="1401651" y="1688773"/>
                  </a:lnTo>
                  <a:lnTo>
                    <a:pt x="1402722" y="1688184"/>
                  </a:lnTo>
                  <a:lnTo>
                    <a:pt x="1403794" y="1687594"/>
                  </a:lnTo>
                  <a:lnTo>
                    <a:pt x="1404866" y="1687003"/>
                  </a:lnTo>
                  <a:lnTo>
                    <a:pt x="1405937" y="1686412"/>
                  </a:lnTo>
                  <a:lnTo>
                    <a:pt x="1407009" y="1685819"/>
                  </a:lnTo>
                  <a:lnTo>
                    <a:pt x="1408080" y="1685227"/>
                  </a:lnTo>
                  <a:lnTo>
                    <a:pt x="1409152" y="1684633"/>
                  </a:lnTo>
                  <a:lnTo>
                    <a:pt x="1410224" y="1684039"/>
                  </a:lnTo>
                  <a:lnTo>
                    <a:pt x="1411295" y="1683444"/>
                  </a:lnTo>
                  <a:lnTo>
                    <a:pt x="1412367" y="1682848"/>
                  </a:lnTo>
                  <a:lnTo>
                    <a:pt x="1413438" y="1682252"/>
                  </a:lnTo>
                  <a:lnTo>
                    <a:pt x="1414510" y="1681655"/>
                  </a:lnTo>
                  <a:lnTo>
                    <a:pt x="1415582" y="1681057"/>
                  </a:lnTo>
                  <a:lnTo>
                    <a:pt x="1416653" y="1680459"/>
                  </a:lnTo>
                  <a:lnTo>
                    <a:pt x="1417725" y="1679860"/>
                  </a:lnTo>
                  <a:lnTo>
                    <a:pt x="1418796" y="1679260"/>
                  </a:lnTo>
                  <a:lnTo>
                    <a:pt x="1419868" y="1678659"/>
                  </a:lnTo>
                  <a:lnTo>
                    <a:pt x="1420939" y="1678058"/>
                  </a:lnTo>
                  <a:lnTo>
                    <a:pt x="1422011" y="1677456"/>
                  </a:lnTo>
                  <a:lnTo>
                    <a:pt x="1423083" y="1676854"/>
                  </a:lnTo>
                  <a:lnTo>
                    <a:pt x="1424154" y="1676250"/>
                  </a:lnTo>
                  <a:lnTo>
                    <a:pt x="1425226" y="1675646"/>
                  </a:lnTo>
                  <a:lnTo>
                    <a:pt x="1426297" y="1675042"/>
                  </a:lnTo>
                  <a:lnTo>
                    <a:pt x="1427369" y="1674436"/>
                  </a:lnTo>
                  <a:lnTo>
                    <a:pt x="1428441" y="1673830"/>
                  </a:lnTo>
                  <a:lnTo>
                    <a:pt x="1429512" y="1673224"/>
                  </a:lnTo>
                  <a:lnTo>
                    <a:pt x="1430584" y="1672616"/>
                  </a:lnTo>
                  <a:lnTo>
                    <a:pt x="1431655" y="1672008"/>
                  </a:lnTo>
                  <a:lnTo>
                    <a:pt x="1432727" y="1671400"/>
                  </a:lnTo>
                  <a:lnTo>
                    <a:pt x="1433799" y="1670790"/>
                  </a:lnTo>
                  <a:lnTo>
                    <a:pt x="1434870" y="1670180"/>
                  </a:lnTo>
                  <a:lnTo>
                    <a:pt x="1435942" y="1669569"/>
                  </a:lnTo>
                  <a:lnTo>
                    <a:pt x="1437013" y="1668958"/>
                  </a:lnTo>
                  <a:lnTo>
                    <a:pt x="1438085" y="1668345"/>
                  </a:lnTo>
                  <a:lnTo>
                    <a:pt x="1439157" y="1667733"/>
                  </a:lnTo>
                  <a:lnTo>
                    <a:pt x="1440228" y="1667119"/>
                  </a:lnTo>
                  <a:lnTo>
                    <a:pt x="1441300" y="1666505"/>
                  </a:lnTo>
                  <a:lnTo>
                    <a:pt x="1442371" y="1665890"/>
                  </a:lnTo>
                  <a:lnTo>
                    <a:pt x="1443443" y="1665274"/>
                  </a:lnTo>
                  <a:lnTo>
                    <a:pt x="1444515" y="1664658"/>
                  </a:lnTo>
                  <a:lnTo>
                    <a:pt x="1445586" y="1664041"/>
                  </a:lnTo>
                  <a:lnTo>
                    <a:pt x="1446658" y="1663423"/>
                  </a:lnTo>
                  <a:lnTo>
                    <a:pt x="1447729" y="1662805"/>
                  </a:lnTo>
                  <a:lnTo>
                    <a:pt x="1448801" y="1662186"/>
                  </a:lnTo>
                  <a:lnTo>
                    <a:pt x="1449873" y="1661566"/>
                  </a:lnTo>
                  <a:lnTo>
                    <a:pt x="1450944" y="1660946"/>
                  </a:lnTo>
                  <a:lnTo>
                    <a:pt x="1452016" y="1660325"/>
                  </a:lnTo>
                  <a:lnTo>
                    <a:pt x="1453087" y="1659703"/>
                  </a:lnTo>
                  <a:lnTo>
                    <a:pt x="1454159" y="1659081"/>
                  </a:lnTo>
                  <a:lnTo>
                    <a:pt x="1455231" y="1658458"/>
                  </a:lnTo>
                  <a:lnTo>
                    <a:pt x="1456302" y="1657834"/>
                  </a:lnTo>
                  <a:lnTo>
                    <a:pt x="1457374" y="1657209"/>
                  </a:lnTo>
                  <a:lnTo>
                    <a:pt x="1458445" y="1656584"/>
                  </a:lnTo>
                  <a:lnTo>
                    <a:pt x="1459517" y="1655958"/>
                  </a:lnTo>
                  <a:lnTo>
                    <a:pt x="1460589" y="1655332"/>
                  </a:lnTo>
                  <a:lnTo>
                    <a:pt x="1461660" y="1654705"/>
                  </a:lnTo>
                  <a:lnTo>
                    <a:pt x="1462732" y="1654077"/>
                  </a:lnTo>
                  <a:lnTo>
                    <a:pt x="1463803" y="1653449"/>
                  </a:lnTo>
                  <a:lnTo>
                    <a:pt x="1464875" y="1652820"/>
                  </a:lnTo>
                  <a:lnTo>
                    <a:pt x="1465947" y="1652190"/>
                  </a:lnTo>
                  <a:lnTo>
                    <a:pt x="1467018" y="1651559"/>
                  </a:lnTo>
                  <a:lnTo>
                    <a:pt x="1468090" y="1650928"/>
                  </a:lnTo>
                  <a:lnTo>
                    <a:pt x="1469161" y="1650296"/>
                  </a:lnTo>
                  <a:lnTo>
                    <a:pt x="1470233" y="1649664"/>
                  </a:lnTo>
                  <a:lnTo>
                    <a:pt x="1471305" y="1649031"/>
                  </a:lnTo>
                  <a:lnTo>
                    <a:pt x="1472376" y="1648397"/>
                  </a:lnTo>
                  <a:lnTo>
                    <a:pt x="1473448" y="1647762"/>
                  </a:lnTo>
                  <a:lnTo>
                    <a:pt x="1474519" y="1647127"/>
                  </a:lnTo>
                  <a:lnTo>
                    <a:pt x="1475591" y="1646491"/>
                  </a:lnTo>
                  <a:lnTo>
                    <a:pt x="1476663" y="1645855"/>
                  </a:lnTo>
                  <a:lnTo>
                    <a:pt x="1477734" y="1645218"/>
                  </a:lnTo>
                  <a:lnTo>
                    <a:pt x="1478806" y="1644580"/>
                  </a:lnTo>
                  <a:lnTo>
                    <a:pt x="1479877" y="1643941"/>
                  </a:lnTo>
                  <a:lnTo>
                    <a:pt x="1480949" y="1643302"/>
                  </a:lnTo>
                  <a:lnTo>
                    <a:pt x="1482021" y="1642663"/>
                  </a:lnTo>
                  <a:lnTo>
                    <a:pt x="1483092" y="1642022"/>
                  </a:lnTo>
                  <a:lnTo>
                    <a:pt x="1484164" y="1641381"/>
                  </a:lnTo>
                  <a:lnTo>
                    <a:pt x="1485235" y="1640739"/>
                  </a:lnTo>
                  <a:lnTo>
                    <a:pt x="1486307" y="1640097"/>
                  </a:lnTo>
                  <a:lnTo>
                    <a:pt x="1487379" y="1639454"/>
                  </a:lnTo>
                  <a:lnTo>
                    <a:pt x="1488450" y="1638810"/>
                  </a:lnTo>
                  <a:lnTo>
                    <a:pt x="1489522" y="1638166"/>
                  </a:lnTo>
                  <a:lnTo>
                    <a:pt x="1490593" y="1637521"/>
                  </a:lnTo>
                  <a:lnTo>
                    <a:pt x="1491665" y="1636875"/>
                  </a:lnTo>
                  <a:lnTo>
                    <a:pt x="1492737" y="1636228"/>
                  </a:lnTo>
                  <a:lnTo>
                    <a:pt x="1493808" y="1635581"/>
                  </a:lnTo>
                  <a:lnTo>
                    <a:pt x="1494880" y="1634934"/>
                  </a:lnTo>
                  <a:lnTo>
                    <a:pt x="1495951" y="1634285"/>
                  </a:lnTo>
                  <a:lnTo>
                    <a:pt x="1497023" y="1633637"/>
                  </a:lnTo>
                  <a:lnTo>
                    <a:pt x="1498095" y="1632987"/>
                  </a:lnTo>
                  <a:lnTo>
                    <a:pt x="1499166" y="1632337"/>
                  </a:lnTo>
                  <a:lnTo>
                    <a:pt x="1500238" y="1631686"/>
                  </a:lnTo>
                  <a:lnTo>
                    <a:pt x="1501309" y="1631034"/>
                  </a:lnTo>
                  <a:lnTo>
                    <a:pt x="1502381" y="1630382"/>
                  </a:lnTo>
                  <a:lnTo>
                    <a:pt x="1503453" y="1629729"/>
                  </a:lnTo>
                  <a:lnTo>
                    <a:pt x="1504524" y="1629076"/>
                  </a:lnTo>
                  <a:lnTo>
                    <a:pt x="1505596" y="1628422"/>
                  </a:lnTo>
                  <a:lnTo>
                    <a:pt x="1506667" y="1627767"/>
                  </a:lnTo>
                  <a:lnTo>
                    <a:pt x="1507739" y="1627111"/>
                  </a:lnTo>
                  <a:lnTo>
                    <a:pt x="1508811" y="1626455"/>
                  </a:lnTo>
                  <a:lnTo>
                    <a:pt x="1509882" y="1625799"/>
                  </a:lnTo>
                  <a:lnTo>
                    <a:pt x="1510954" y="1625141"/>
                  </a:lnTo>
                  <a:lnTo>
                    <a:pt x="1512025" y="1624483"/>
                  </a:lnTo>
                  <a:lnTo>
                    <a:pt x="1513097" y="1623825"/>
                  </a:lnTo>
                  <a:lnTo>
                    <a:pt x="1514169" y="1623165"/>
                  </a:lnTo>
                  <a:lnTo>
                    <a:pt x="1515240" y="1622505"/>
                  </a:lnTo>
                  <a:lnTo>
                    <a:pt x="1516312" y="1621845"/>
                  </a:lnTo>
                  <a:lnTo>
                    <a:pt x="1517383" y="1621184"/>
                  </a:lnTo>
                  <a:lnTo>
                    <a:pt x="1518455" y="1620522"/>
                  </a:lnTo>
                  <a:lnTo>
                    <a:pt x="1519527" y="1619859"/>
                  </a:lnTo>
                  <a:lnTo>
                    <a:pt x="1520598" y="1619196"/>
                  </a:lnTo>
                  <a:lnTo>
                    <a:pt x="1521670" y="1618533"/>
                  </a:lnTo>
                  <a:lnTo>
                    <a:pt x="1522741" y="1617868"/>
                  </a:lnTo>
                  <a:lnTo>
                    <a:pt x="1523813" y="1617203"/>
                  </a:lnTo>
                  <a:lnTo>
                    <a:pt x="1524885" y="1616538"/>
                  </a:lnTo>
                  <a:lnTo>
                    <a:pt x="1525956" y="1615871"/>
                  </a:lnTo>
                  <a:lnTo>
                    <a:pt x="1527028" y="1615205"/>
                  </a:lnTo>
                  <a:lnTo>
                    <a:pt x="1528099" y="1614537"/>
                  </a:lnTo>
                  <a:lnTo>
                    <a:pt x="1529171" y="1613869"/>
                  </a:lnTo>
                  <a:lnTo>
                    <a:pt x="1530243" y="1613200"/>
                  </a:lnTo>
                  <a:lnTo>
                    <a:pt x="1531314" y="1612531"/>
                  </a:lnTo>
                  <a:lnTo>
                    <a:pt x="1532386" y="1611861"/>
                  </a:lnTo>
                  <a:lnTo>
                    <a:pt x="1533457" y="1611190"/>
                  </a:lnTo>
                  <a:lnTo>
                    <a:pt x="1534529" y="1610519"/>
                  </a:lnTo>
                  <a:lnTo>
                    <a:pt x="1535601" y="1609847"/>
                  </a:lnTo>
                  <a:lnTo>
                    <a:pt x="1536672" y="1609175"/>
                  </a:lnTo>
                  <a:lnTo>
                    <a:pt x="1537744" y="1608502"/>
                  </a:lnTo>
                  <a:lnTo>
                    <a:pt x="1538815" y="1607828"/>
                  </a:lnTo>
                  <a:lnTo>
                    <a:pt x="1539887" y="1607154"/>
                  </a:lnTo>
                  <a:lnTo>
                    <a:pt x="1540959" y="1606479"/>
                  </a:lnTo>
                  <a:lnTo>
                    <a:pt x="1542030" y="1605803"/>
                  </a:lnTo>
                  <a:lnTo>
                    <a:pt x="1543102" y="1605127"/>
                  </a:lnTo>
                  <a:lnTo>
                    <a:pt x="1544173" y="1604450"/>
                  </a:lnTo>
                  <a:lnTo>
                    <a:pt x="1545245" y="1603773"/>
                  </a:lnTo>
                  <a:lnTo>
                    <a:pt x="1546317" y="1603095"/>
                  </a:lnTo>
                  <a:lnTo>
                    <a:pt x="1547388" y="1602416"/>
                  </a:lnTo>
                  <a:lnTo>
                    <a:pt x="1548460" y="1601737"/>
                  </a:lnTo>
                  <a:lnTo>
                    <a:pt x="1549531" y="1601057"/>
                  </a:lnTo>
                  <a:lnTo>
                    <a:pt x="1550603" y="1600377"/>
                  </a:lnTo>
                  <a:lnTo>
                    <a:pt x="1551675" y="1599696"/>
                  </a:lnTo>
                  <a:lnTo>
                    <a:pt x="1552746" y="1599014"/>
                  </a:lnTo>
                  <a:lnTo>
                    <a:pt x="1553818" y="1598332"/>
                  </a:lnTo>
                  <a:lnTo>
                    <a:pt x="1554889" y="1597649"/>
                  </a:lnTo>
                  <a:lnTo>
                    <a:pt x="1555961" y="1596966"/>
                  </a:lnTo>
                  <a:lnTo>
                    <a:pt x="1557033" y="1596282"/>
                  </a:lnTo>
                  <a:lnTo>
                    <a:pt x="1558104" y="1595597"/>
                  </a:lnTo>
                  <a:lnTo>
                    <a:pt x="1559176" y="1594912"/>
                  </a:lnTo>
                  <a:lnTo>
                    <a:pt x="1560247" y="1594226"/>
                  </a:lnTo>
                  <a:lnTo>
                    <a:pt x="1561319" y="1593539"/>
                  </a:lnTo>
                  <a:lnTo>
                    <a:pt x="1562391" y="1592852"/>
                  </a:lnTo>
                  <a:lnTo>
                    <a:pt x="1563462" y="1592165"/>
                  </a:lnTo>
                  <a:lnTo>
                    <a:pt x="1564534" y="1591477"/>
                  </a:lnTo>
                  <a:lnTo>
                    <a:pt x="1565605" y="1590788"/>
                  </a:lnTo>
                  <a:lnTo>
                    <a:pt x="1566677" y="1590098"/>
                  </a:lnTo>
                  <a:lnTo>
                    <a:pt x="1567749" y="1589408"/>
                  </a:lnTo>
                  <a:lnTo>
                    <a:pt x="1568820" y="1588718"/>
                  </a:lnTo>
                  <a:lnTo>
                    <a:pt x="1569892" y="1588027"/>
                  </a:lnTo>
                  <a:lnTo>
                    <a:pt x="1570963" y="1587335"/>
                  </a:lnTo>
                  <a:lnTo>
                    <a:pt x="1572035" y="1586643"/>
                  </a:lnTo>
                  <a:lnTo>
                    <a:pt x="1573107" y="1585950"/>
                  </a:lnTo>
                  <a:lnTo>
                    <a:pt x="1574178" y="1585256"/>
                  </a:lnTo>
                  <a:lnTo>
                    <a:pt x="1575250" y="1584562"/>
                  </a:lnTo>
                  <a:lnTo>
                    <a:pt x="1576321" y="1583867"/>
                  </a:lnTo>
                  <a:lnTo>
                    <a:pt x="1577393" y="1583172"/>
                  </a:lnTo>
                  <a:lnTo>
                    <a:pt x="1578465" y="1582476"/>
                  </a:lnTo>
                  <a:lnTo>
                    <a:pt x="1579536" y="1581780"/>
                  </a:lnTo>
                  <a:lnTo>
                    <a:pt x="1580608" y="1581083"/>
                  </a:lnTo>
                  <a:lnTo>
                    <a:pt x="1581679" y="1580385"/>
                  </a:lnTo>
                  <a:lnTo>
                    <a:pt x="1582751" y="1579687"/>
                  </a:lnTo>
                  <a:lnTo>
                    <a:pt x="1583823" y="1578988"/>
                  </a:lnTo>
                  <a:lnTo>
                    <a:pt x="1584894" y="1578289"/>
                  </a:lnTo>
                  <a:lnTo>
                    <a:pt x="1585966" y="1577589"/>
                  </a:lnTo>
                  <a:lnTo>
                    <a:pt x="1587037" y="1576889"/>
                  </a:lnTo>
                  <a:lnTo>
                    <a:pt x="1588109" y="1576188"/>
                  </a:lnTo>
                  <a:lnTo>
                    <a:pt x="1589181" y="1575486"/>
                  </a:lnTo>
                  <a:lnTo>
                    <a:pt x="1590252" y="1574784"/>
                  </a:lnTo>
                  <a:lnTo>
                    <a:pt x="1591324" y="1574082"/>
                  </a:lnTo>
                  <a:lnTo>
                    <a:pt x="1592395" y="1573378"/>
                  </a:lnTo>
                  <a:lnTo>
                    <a:pt x="1593467" y="1572674"/>
                  </a:lnTo>
                  <a:lnTo>
                    <a:pt x="1594539" y="1571970"/>
                  </a:lnTo>
                  <a:lnTo>
                    <a:pt x="1595610" y="1571265"/>
                  </a:lnTo>
                  <a:lnTo>
                    <a:pt x="1596682" y="1570560"/>
                  </a:lnTo>
                  <a:lnTo>
                    <a:pt x="1597753" y="1569854"/>
                  </a:lnTo>
                  <a:lnTo>
                    <a:pt x="1598825" y="1569147"/>
                  </a:lnTo>
                  <a:lnTo>
                    <a:pt x="1599896" y="1568440"/>
                  </a:lnTo>
                  <a:lnTo>
                    <a:pt x="1600968" y="1567732"/>
                  </a:lnTo>
                  <a:lnTo>
                    <a:pt x="1602040" y="1567024"/>
                  </a:lnTo>
                  <a:lnTo>
                    <a:pt x="1603111" y="1566315"/>
                  </a:lnTo>
                  <a:lnTo>
                    <a:pt x="1604183" y="1565606"/>
                  </a:lnTo>
                  <a:lnTo>
                    <a:pt x="1605254" y="1564896"/>
                  </a:lnTo>
                  <a:lnTo>
                    <a:pt x="1606326" y="1564185"/>
                  </a:lnTo>
                  <a:lnTo>
                    <a:pt x="1607398" y="1563474"/>
                  </a:lnTo>
                  <a:lnTo>
                    <a:pt x="1608469" y="1562763"/>
                  </a:lnTo>
                  <a:lnTo>
                    <a:pt x="1609541" y="1562051"/>
                  </a:lnTo>
                  <a:lnTo>
                    <a:pt x="1610612" y="1561338"/>
                  </a:lnTo>
                  <a:lnTo>
                    <a:pt x="1611684" y="1560625"/>
                  </a:lnTo>
                  <a:lnTo>
                    <a:pt x="1612756" y="1559911"/>
                  </a:lnTo>
                  <a:lnTo>
                    <a:pt x="1613827" y="1559197"/>
                  </a:lnTo>
                  <a:lnTo>
                    <a:pt x="1614899" y="1558482"/>
                  </a:lnTo>
                  <a:lnTo>
                    <a:pt x="1615970" y="1557767"/>
                  </a:lnTo>
                  <a:lnTo>
                    <a:pt x="1617042" y="1557051"/>
                  </a:lnTo>
                  <a:lnTo>
                    <a:pt x="1618114" y="1556335"/>
                  </a:lnTo>
                  <a:lnTo>
                    <a:pt x="1619185" y="1555618"/>
                  </a:lnTo>
                  <a:lnTo>
                    <a:pt x="1620257" y="1554900"/>
                  </a:lnTo>
                  <a:lnTo>
                    <a:pt x="1621328" y="1554183"/>
                  </a:lnTo>
                  <a:lnTo>
                    <a:pt x="1622400" y="1553464"/>
                  </a:lnTo>
                  <a:lnTo>
                    <a:pt x="1623472" y="1552745"/>
                  </a:lnTo>
                  <a:lnTo>
                    <a:pt x="1624543" y="1552025"/>
                  </a:lnTo>
                  <a:lnTo>
                    <a:pt x="1625615" y="1551305"/>
                  </a:lnTo>
                  <a:lnTo>
                    <a:pt x="1626686" y="1550585"/>
                  </a:lnTo>
                  <a:lnTo>
                    <a:pt x="1627758" y="1549864"/>
                  </a:lnTo>
                  <a:lnTo>
                    <a:pt x="1628830" y="1549142"/>
                  </a:lnTo>
                  <a:lnTo>
                    <a:pt x="1629901" y="1548420"/>
                  </a:lnTo>
                  <a:lnTo>
                    <a:pt x="1630973" y="1547697"/>
                  </a:lnTo>
                  <a:lnTo>
                    <a:pt x="1632044" y="1546974"/>
                  </a:lnTo>
                  <a:lnTo>
                    <a:pt x="1633116" y="1546251"/>
                  </a:lnTo>
                  <a:lnTo>
                    <a:pt x="1634188" y="1545526"/>
                  </a:lnTo>
                  <a:lnTo>
                    <a:pt x="1635259" y="1544802"/>
                  </a:lnTo>
                  <a:lnTo>
                    <a:pt x="1636331" y="1544077"/>
                  </a:lnTo>
                  <a:lnTo>
                    <a:pt x="1637402" y="1543351"/>
                  </a:lnTo>
                  <a:lnTo>
                    <a:pt x="1638474" y="1542625"/>
                  </a:lnTo>
                  <a:lnTo>
                    <a:pt x="1639546" y="1541898"/>
                  </a:lnTo>
                  <a:lnTo>
                    <a:pt x="1640617" y="1541171"/>
                  </a:lnTo>
                  <a:lnTo>
                    <a:pt x="1641689" y="1540443"/>
                  </a:lnTo>
                  <a:lnTo>
                    <a:pt x="1642760" y="1539715"/>
                  </a:lnTo>
                  <a:lnTo>
                    <a:pt x="1643832" y="1538986"/>
                  </a:lnTo>
                  <a:lnTo>
                    <a:pt x="1644904" y="1538257"/>
                  </a:lnTo>
                  <a:lnTo>
                    <a:pt x="1645975" y="1537527"/>
                  </a:lnTo>
                  <a:lnTo>
                    <a:pt x="1647047" y="1536797"/>
                  </a:lnTo>
                  <a:lnTo>
                    <a:pt x="1648118" y="1536066"/>
                  </a:lnTo>
                  <a:lnTo>
                    <a:pt x="1649190" y="1535335"/>
                  </a:lnTo>
                  <a:lnTo>
                    <a:pt x="1650262" y="1534604"/>
                  </a:lnTo>
                  <a:lnTo>
                    <a:pt x="1651333" y="1533871"/>
                  </a:lnTo>
                  <a:lnTo>
                    <a:pt x="1652405" y="1533139"/>
                  </a:lnTo>
                  <a:lnTo>
                    <a:pt x="1653476" y="1532406"/>
                  </a:lnTo>
                  <a:lnTo>
                    <a:pt x="1654548" y="1531672"/>
                  </a:lnTo>
                  <a:lnTo>
                    <a:pt x="1655620" y="1530938"/>
                  </a:lnTo>
                  <a:lnTo>
                    <a:pt x="1656691" y="1530204"/>
                  </a:lnTo>
                  <a:lnTo>
                    <a:pt x="1657763" y="1529469"/>
                  </a:lnTo>
                  <a:lnTo>
                    <a:pt x="1658834" y="1528733"/>
                  </a:lnTo>
                  <a:lnTo>
                    <a:pt x="1659906" y="1527997"/>
                  </a:lnTo>
                  <a:lnTo>
                    <a:pt x="1660978" y="1527261"/>
                  </a:lnTo>
                  <a:lnTo>
                    <a:pt x="1662049" y="1526524"/>
                  </a:lnTo>
                  <a:lnTo>
                    <a:pt x="1663121" y="1525786"/>
                  </a:lnTo>
                  <a:lnTo>
                    <a:pt x="1664192" y="1525049"/>
                  </a:lnTo>
                  <a:lnTo>
                    <a:pt x="1665264" y="1524310"/>
                  </a:lnTo>
                  <a:lnTo>
                    <a:pt x="1666336" y="1523571"/>
                  </a:lnTo>
                  <a:lnTo>
                    <a:pt x="1667407" y="1522832"/>
                  </a:lnTo>
                  <a:lnTo>
                    <a:pt x="1668479" y="1522093"/>
                  </a:lnTo>
                  <a:lnTo>
                    <a:pt x="1669550" y="1521352"/>
                  </a:lnTo>
                  <a:lnTo>
                    <a:pt x="1670622" y="1520612"/>
                  </a:lnTo>
                  <a:lnTo>
                    <a:pt x="1671694" y="1519871"/>
                  </a:lnTo>
                  <a:lnTo>
                    <a:pt x="1672765" y="1519129"/>
                  </a:lnTo>
                  <a:lnTo>
                    <a:pt x="1673837" y="1518387"/>
                  </a:lnTo>
                  <a:lnTo>
                    <a:pt x="1674908" y="1517645"/>
                  </a:lnTo>
                  <a:lnTo>
                    <a:pt x="1675980" y="1516902"/>
                  </a:lnTo>
                  <a:lnTo>
                    <a:pt x="1677052" y="1516159"/>
                  </a:lnTo>
                  <a:lnTo>
                    <a:pt x="1678123" y="1515415"/>
                  </a:lnTo>
                  <a:lnTo>
                    <a:pt x="1679195" y="1514671"/>
                  </a:lnTo>
                  <a:lnTo>
                    <a:pt x="1680266" y="1513926"/>
                  </a:lnTo>
                  <a:lnTo>
                    <a:pt x="1681338" y="1513181"/>
                  </a:lnTo>
                  <a:lnTo>
                    <a:pt x="1682410" y="1512436"/>
                  </a:lnTo>
                  <a:lnTo>
                    <a:pt x="1683481" y="1511690"/>
                  </a:lnTo>
                  <a:lnTo>
                    <a:pt x="1684553" y="1510943"/>
                  </a:lnTo>
                  <a:lnTo>
                    <a:pt x="1685624" y="1510197"/>
                  </a:lnTo>
                  <a:lnTo>
                    <a:pt x="1686696" y="1509449"/>
                  </a:lnTo>
                  <a:lnTo>
                    <a:pt x="1687768" y="1508702"/>
                  </a:lnTo>
                  <a:lnTo>
                    <a:pt x="1688839" y="1507954"/>
                  </a:lnTo>
                  <a:lnTo>
                    <a:pt x="1689911" y="1507205"/>
                  </a:lnTo>
                  <a:lnTo>
                    <a:pt x="1690982" y="1506456"/>
                  </a:lnTo>
                  <a:lnTo>
                    <a:pt x="1692054" y="1505707"/>
                  </a:lnTo>
                  <a:lnTo>
                    <a:pt x="1693126" y="1504957"/>
                  </a:lnTo>
                  <a:lnTo>
                    <a:pt x="1694197" y="1504207"/>
                  </a:lnTo>
                  <a:lnTo>
                    <a:pt x="1695269" y="1503456"/>
                  </a:lnTo>
                  <a:lnTo>
                    <a:pt x="1696340" y="1502705"/>
                  </a:lnTo>
                  <a:lnTo>
                    <a:pt x="1697412" y="1501954"/>
                  </a:lnTo>
                  <a:lnTo>
                    <a:pt x="1698484" y="1501202"/>
                  </a:lnTo>
                  <a:lnTo>
                    <a:pt x="1699555" y="1500450"/>
                  </a:lnTo>
                  <a:lnTo>
                    <a:pt x="1700627" y="1499697"/>
                  </a:lnTo>
                  <a:lnTo>
                    <a:pt x="1701698" y="1498944"/>
                  </a:lnTo>
                  <a:lnTo>
                    <a:pt x="1702770" y="1498191"/>
                  </a:lnTo>
                  <a:lnTo>
                    <a:pt x="1703842" y="1497437"/>
                  </a:lnTo>
                  <a:lnTo>
                    <a:pt x="1704913" y="1496683"/>
                  </a:lnTo>
                  <a:lnTo>
                    <a:pt x="1705985" y="1495928"/>
                  </a:lnTo>
                  <a:lnTo>
                    <a:pt x="1707056" y="1495173"/>
                  </a:lnTo>
                  <a:lnTo>
                    <a:pt x="1708128" y="1494418"/>
                  </a:lnTo>
                  <a:lnTo>
                    <a:pt x="1709200" y="1493662"/>
                  </a:lnTo>
                  <a:lnTo>
                    <a:pt x="1710271" y="1492906"/>
                  </a:lnTo>
                  <a:lnTo>
                    <a:pt x="1711343" y="1492149"/>
                  </a:lnTo>
                  <a:lnTo>
                    <a:pt x="1712414" y="1491392"/>
                  </a:lnTo>
                  <a:lnTo>
                    <a:pt x="1713486" y="1490635"/>
                  </a:lnTo>
                  <a:lnTo>
                    <a:pt x="1714558" y="1489877"/>
                  </a:lnTo>
                  <a:lnTo>
                    <a:pt x="1715629" y="1489119"/>
                  </a:lnTo>
                  <a:lnTo>
                    <a:pt x="1716701" y="1488360"/>
                  </a:lnTo>
                  <a:lnTo>
                    <a:pt x="1717772" y="1487601"/>
                  </a:lnTo>
                  <a:lnTo>
                    <a:pt x="1718844" y="1486842"/>
                  </a:lnTo>
                  <a:lnTo>
                    <a:pt x="1719916" y="1486083"/>
                  </a:lnTo>
                  <a:lnTo>
                    <a:pt x="1720987" y="1485323"/>
                  </a:lnTo>
                  <a:lnTo>
                    <a:pt x="1722059" y="1484562"/>
                  </a:lnTo>
                  <a:lnTo>
                    <a:pt x="1723130" y="1483802"/>
                  </a:lnTo>
                  <a:lnTo>
                    <a:pt x="1724202" y="1483041"/>
                  </a:lnTo>
                  <a:lnTo>
                    <a:pt x="1725274" y="1482279"/>
                  </a:lnTo>
                  <a:lnTo>
                    <a:pt x="1726345" y="1481517"/>
                  </a:lnTo>
                  <a:lnTo>
                    <a:pt x="1727417" y="1480755"/>
                  </a:lnTo>
                  <a:lnTo>
                    <a:pt x="1728488" y="1479993"/>
                  </a:lnTo>
                  <a:lnTo>
                    <a:pt x="1729560" y="1479230"/>
                  </a:lnTo>
                  <a:lnTo>
                    <a:pt x="1730632" y="1478467"/>
                  </a:lnTo>
                  <a:lnTo>
                    <a:pt x="1731703" y="1477703"/>
                  </a:lnTo>
                  <a:lnTo>
                    <a:pt x="1732775" y="1476939"/>
                  </a:lnTo>
                  <a:lnTo>
                    <a:pt x="1733846" y="1476175"/>
                  </a:lnTo>
                  <a:lnTo>
                    <a:pt x="1734918" y="1475410"/>
                  </a:lnTo>
                  <a:lnTo>
                    <a:pt x="1735990" y="1474646"/>
                  </a:lnTo>
                  <a:lnTo>
                    <a:pt x="1737061" y="1473880"/>
                  </a:lnTo>
                  <a:lnTo>
                    <a:pt x="1738133" y="1473115"/>
                  </a:lnTo>
                  <a:lnTo>
                    <a:pt x="1739204" y="1472349"/>
                  </a:lnTo>
                  <a:lnTo>
                    <a:pt x="1740276" y="1471583"/>
                  </a:lnTo>
                  <a:lnTo>
                    <a:pt x="1741348" y="1470816"/>
                  </a:lnTo>
                  <a:lnTo>
                    <a:pt x="1742419" y="1470049"/>
                  </a:lnTo>
                  <a:lnTo>
                    <a:pt x="1743491" y="1469282"/>
                  </a:lnTo>
                  <a:lnTo>
                    <a:pt x="1744562" y="1468514"/>
                  </a:lnTo>
                  <a:lnTo>
                    <a:pt x="1745634" y="1467747"/>
                  </a:lnTo>
                  <a:lnTo>
                    <a:pt x="1746706" y="1466978"/>
                  </a:lnTo>
                  <a:lnTo>
                    <a:pt x="1747777" y="1466210"/>
                  </a:lnTo>
                  <a:lnTo>
                    <a:pt x="1748849" y="1465441"/>
                  </a:lnTo>
                  <a:lnTo>
                    <a:pt x="1749920" y="1464672"/>
                  </a:lnTo>
                  <a:lnTo>
                    <a:pt x="1750992" y="1463903"/>
                  </a:lnTo>
                  <a:lnTo>
                    <a:pt x="1752064" y="1463133"/>
                  </a:lnTo>
                  <a:lnTo>
                    <a:pt x="1753135" y="1462363"/>
                  </a:lnTo>
                  <a:lnTo>
                    <a:pt x="1754207" y="1461593"/>
                  </a:lnTo>
                  <a:lnTo>
                    <a:pt x="1755278" y="1460822"/>
                  </a:lnTo>
                  <a:lnTo>
                    <a:pt x="1756350" y="1460051"/>
                  </a:lnTo>
                  <a:lnTo>
                    <a:pt x="1757422" y="1459280"/>
                  </a:lnTo>
                  <a:lnTo>
                    <a:pt x="1758493" y="1458508"/>
                  </a:lnTo>
                  <a:lnTo>
                    <a:pt x="1759565" y="1457736"/>
                  </a:lnTo>
                  <a:lnTo>
                    <a:pt x="1760636" y="1456964"/>
                  </a:lnTo>
                  <a:lnTo>
                    <a:pt x="1761708" y="1456192"/>
                  </a:lnTo>
                  <a:lnTo>
                    <a:pt x="1762780" y="1455419"/>
                  </a:lnTo>
                  <a:lnTo>
                    <a:pt x="1763851" y="1454646"/>
                  </a:lnTo>
                  <a:lnTo>
                    <a:pt x="1764923" y="1453873"/>
                  </a:lnTo>
                  <a:lnTo>
                    <a:pt x="1765994" y="1453100"/>
                  </a:lnTo>
                  <a:lnTo>
                    <a:pt x="1767066" y="1452326"/>
                  </a:lnTo>
                  <a:lnTo>
                    <a:pt x="1768138" y="1451552"/>
                  </a:lnTo>
                  <a:lnTo>
                    <a:pt x="1769209" y="1450778"/>
                  </a:lnTo>
                  <a:lnTo>
                    <a:pt x="1770281" y="1450003"/>
                  </a:lnTo>
                  <a:lnTo>
                    <a:pt x="1771352" y="1449228"/>
                  </a:lnTo>
                  <a:lnTo>
                    <a:pt x="1772424" y="1448453"/>
                  </a:lnTo>
                  <a:lnTo>
                    <a:pt x="1773496" y="1447678"/>
                  </a:lnTo>
                  <a:lnTo>
                    <a:pt x="1774567" y="1446902"/>
                  </a:lnTo>
                  <a:lnTo>
                    <a:pt x="1775639" y="1446126"/>
                  </a:lnTo>
                  <a:lnTo>
                    <a:pt x="1776710" y="1445350"/>
                  </a:lnTo>
                  <a:lnTo>
                    <a:pt x="1777782" y="1444574"/>
                  </a:lnTo>
                  <a:lnTo>
                    <a:pt x="1778853" y="1443797"/>
                  </a:lnTo>
                  <a:lnTo>
                    <a:pt x="1779925" y="1443020"/>
                  </a:lnTo>
                  <a:lnTo>
                    <a:pt x="1780997" y="1442243"/>
                  </a:lnTo>
                  <a:lnTo>
                    <a:pt x="1782068" y="1441466"/>
                  </a:lnTo>
                  <a:lnTo>
                    <a:pt x="1783140" y="1440688"/>
                  </a:lnTo>
                  <a:lnTo>
                    <a:pt x="1784211" y="1439911"/>
                  </a:lnTo>
                  <a:lnTo>
                    <a:pt x="1785283" y="1439133"/>
                  </a:lnTo>
                  <a:lnTo>
                    <a:pt x="1786355" y="1438354"/>
                  </a:lnTo>
                  <a:lnTo>
                    <a:pt x="1787426" y="1437576"/>
                  </a:lnTo>
                  <a:lnTo>
                    <a:pt x="1788498" y="1436797"/>
                  </a:lnTo>
                  <a:lnTo>
                    <a:pt x="1789569" y="1436018"/>
                  </a:lnTo>
                  <a:lnTo>
                    <a:pt x="1790641" y="1435239"/>
                  </a:lnTo>
                  <a:lnTo>
                    <a:pt x="1791713" y="1434460"/>
                  </a:lnTo>
                  <a:lnTo>
                    <a:pt x="1792784" y="1433680"/>
                  </a:lnTo>
                  <a:lnTo>
                    <a:pt x="1793856" y="1432900"/>
                  </a:lnTo>
                  <a:lnTo>
                    <a:pt x="1794927" y="1432120"/>
                  </a:lnTo>
                  <a:lnTo>
                    <a:pt x="1795999" y="1431340"/>
                  </a:lnTo>
                  <a:lnTo>
                    <a:pt x="1797071" y="1430560"/>
                  </a:lnTo>
                  <a:lnTo>
                    <a:pt x="1798142" y="1429779"/>
                  </a:lnTo>
                  <a:lnTo>
                    <a:pt x="1799214" y="1428998"/>
                  </a:lnTo>
                  <a:lnTo>
                    <a:pt x="1800285" y="1428217"/>
                  </a:lnTo>
                  <a:lnTo>
                    <a:pt x="1801357" y="1427436"/>
                  </a:lnTo>
                  <a:lnTo>
                    <a:pt x="1802429" y="1426655"/>
                  </a:lnTo>
                  <a:lnTo>
                    <a:pt x="1803500" y="1425873"/>
                  </a:lnTo>
                  <a:lnTo>
                    <a:pt x="1804572" y="1425091"/>
                  </a:lnTo>
                  <a:lnTo>
                    <a:pt x="1805643" y="1424309"/>
                  </a:lnTo>
                  <a:lnTo>
                    <a:pt x="1806715" y="1423527"/>
                  </a:lnTo>
                  <a:lnTo>
                    <a:pt x="1807787" y="1422745"/>
                  </a:lnTo>
                  <a:lnTo>
                    <a:pt x="1808858" y="1421962"/>
                  </a:lnTo>
                  <a:lnTo>
                    <a:pt x="1809930" y="1421180"/>
                  </a:lnTo>
                  <a:lnTo>
                    <a:pt x="1811001" y="1420397"/>
                  </a:lnTo>
                  <a:lnTo>
                    <a:pt x="1812073" y="1419614"/>
                  </a:lnTo>
                  <a:lnTo>
                    <a:pt x="1813145" y="1418831"/>
                  </a:lnTo>
                  <a:lnTo>
                    <a:pt x="1814216" y="1418047"/>
                  </a:lnTo>
                  <a:lnTo>
                    <a:pt x="1815288" y="1417264"/>
                  </a:lnTo>
                  <a:lnTo>
                    <a:pt x="1816359" y="1416480"/>
                  </a:lnTo>
                  <a:lnTo>
                    <a:pt x="1817431" y="1415696"/>
                  </a:lnTo>
                  <a:lnTo>
                    <a:pt x="1818503" y="1414912"/>
                  </a:lnTo>
                  <a:lnTo>
                    <a:pt x="1819574" y="1414128"/>
                  </a:lnTo>
                  <a:lnTo>
                    <a:pt x="1820646" y="1413344"/>
                  </a:lnTo>
                  <a:lnTo>
                    <a:pt x="1821717" y="1412560"/>
                  </a:lnTo>
                  <a:lnTo>
                    <a:pt x="1822789" y="1411775"/>
                  </a:lnTo>
                  <a:lnTo>
                    <a:pt x="1823861" y="1410990"/>
                  </a:lnTo>
                  <a:lnTo>
                    <a:pt x="1824932" y="1410206"/>
                  </a:lnTo>
                  <a:lnTo>
                    <a:pt x="1826004" y="1409421"/>
                  </a:lnTo>
                  <a:lnTo>
                    <a:pt x="1827075" y="1408636"/>
                  </a:lnTo>
                  <a:lnTo>
                    <a:pt x="1828147" y="1407850"/>
                  </a:lnTo>
                  <a:lnTo>
                    <a:pt x="1829219" y="1407065"/>
                  </a:lnTo>
                  <a:lnTo>
                    <a:pt x="1830290" y="1406280"/>
                  </a:lnTo>
                  <a:lnTo>
                    <a:pt x="1831362" y="1405494"/>
                  </a:lnTo>
                  <a:lnTo>
                    <a:pt x="1832433" y="1404709"/>
                  </a:lnTo>
                  <a:lnTo>
                    <a:pt x="1833505" y="1403923"/>
                  </a:lnTo>
                  <a:lnTo>
                    <a:pt x="1834577" y="1403137"/>
                  </a:lnTo>
                  <a:lnTo>
                    <a:pt x="1835648" y="1402351"/>
                  </a:lnTo>
                  <a:lnTo>
                    <a:pt x="1836720" y="1401565"/>
                  </a:lnTo>
                  <a:lnTo>
                    <a:pt x="1837791" y="1400779"/>
                  </a:lnTo>
                  <a:lnTo>
                    <a:pt x="1838863" y="1399992"/>
                  </a:lnTo>
                  <a:lnTo>
                    <a:pt x="1839935" y="1399206"/>
                  </a:lnTo>
                  <a:lnTo>
                    <a:pt x="1841006" y="1398419"/>
                  </a:lnTo>
                  <a:lnTo>
                    <a:pt x="1842078" y="1397633"/>
                  </a:lnTo>
                  <a:lnTo>
                    <a:pt x="1843149" y="1396846"/>
                  </a:lnTo>
                  <a:lnTo>
                    <a:pt x="1844221" y="1396059"/>
                  </a:lnTo>
                  <a:lnTo>
                    <a:pt x="1845293" y="1395273"/>
                  </a:lnTo>
                  <a:lnTo>
                    <a:pt x="1846364" y="1394486"/>
                  </a:lnTo>
                  <a:lnTo>
                    <a:pt x="1847436" y="1393699"/>
                  </a:lnTo>
                  <a:lnTo>
                    <a:pt x="1848507" y="1392912"/>
                  </a:lnTo>
                  <a:lnTo>
                    <a:pt x="1849579" y="1392125"/>
                  </a:lnTo>
                  <a:lnTo>
                    <a:pt x="1850651" y="1391337"/>
                  </a:lnTo>
                  <a:lnTo>
                    <a:pt x="1851722" y="1390550"/>
                  </a:lnTo>
                  <a:lnTo>
                    <a:pt x="1852794" y="1389763"/>
                  </a:lnTo>
                  <a:lnTo>
                    <a:pt x="1853865" y="1388976"/>
                  </a:lnTo>
                  <a:lnTo>
                    <a:pt x="1854937" y="1388188"/>
                  </a:lnTo>
                  <a:lnTo>
                    <a:pt x="1856009" y="1387401"/>
                  </a:lnTo>
                  <a:lnTo>
                    <a:pt x="1857080" y="1386613"/>
                  </a:lnTo>
                  <a:lnTo>
                    <a:pt x="1858152" y="1385826"/>
                  </a:lnTo>
                  <a:lnTo>
                    <a:pt x="1859223" y="1385038"/>
                  </a:lnTo>
                  <a:lnTo>
                    <a:pt x="1860295" y="1384250"/>
                  </a:lnTo>
                  <a:lnTo>
                    <a:pt x="1861367" y="1383463"/>
                  </a:lnTo>
                  <a:lnTo>
                    <a:pt x="1862438" y="1382675"/>
                  </a:lnTo>
                  <a:lnTo>
                    <a:pt x="1863510" y="1381887"/>
                  </a:lnTo>
                  <a:lnTo>
                    <a:pt x="1864581" y="1381100"/>
                  </a:lnTo>
                  <a:lnTo>
                    <a:pt x="1865653" y="1380312"/>
                  </a:lnTo>
                  <a:lnTo>
                    <a:pt x="1866725" y="1379524"/>
                  </a:lnTo>
                  <a:lnTo>
                    <a:pt x="1867796" y="1378736"/>
                  </a:lnTo>
                  <a:lnTo>
                    <a:pt x="1868868" y="1377948"/>
                  </a:lnTo>
                  <a:lnTo>
                    <a:pt x="1869939" y="1377161"/>
                  </a:lnTo>
                  <a:lnTo>
                    <a:pt x="1871011" y="1376373"/>
                  </a:lnTo>
                  <a:lnTo>
                    <a:pt x="1872083" y="1375585"/>
                  </a:lnTo>
                  <a:lnTo>
                    <a:pt x="1873154" y="1374797"/>
                  </a:lnTo>
                  <a:lnTo>
                    <a:pt x="1874226" y="1374009"/>
                  </a:lnTo>
                  <a:lnTo>
                    <a:pt x="1875297" y="1373221"/>
                  </a:lnTo>
                  <a:lnTo>
                    <a:pt x="1876369" y="1372434"/>
                  </a:lnTo>
                  <a:lnTo>
                    <a:pt x="1877441" y="1371646"/>
                  </a:lnTo>
                  <a:lnTo>
                    <a:pt x="1878512" y="1370858"/>
                  </a:lnTo>
                  <a:lnTo>
                    <a:pt x="1879584" y="1370070"/>
                  </a:lnTo>
                  <a:lnTo>
                    <a:pt x="1880655" y="1369282"/>
                  </a:lnTo>
                  <a:lnTo>
                    <a:pt x="1881727" y="1368495"/>
                  </a:lnTo>
                  <a:lnTo>
                    <a:pt x="1882799" y="1367707"/>
                  </a:lnTo>
                  <a:lnTo>
                    <a:pt x="1883870" y="1366919"/>
                  </a:lnTo>
                  <a:lnTo>
                    <a:pt x="1884942" y="1366131"/>
                  </a:lnTo>
                  <a:lnTo>
                    <a:pt x="1886013" y="1365344"/>
                  </a:lnTo>
                  <a:lnTo>
                    <a:pt x="1887085" y="1364556"/>
                  </a:lnTo>
                  <a:lnTo>
                    <a:pt x="1888157" y="1363769"/>
                  </a:lnTo>
                  <a:lnTo>
                    <a:pt x="1889228" y="1362981"/>
                  </a:lnTo>
                  <a:lnTo>
                    <a:pt x="1890300" y="1362194"/>
                  </a:lnTo>
                  <a:lnTo>
                    <a:pt x="1891371" y="1361406"/>
                  </a:lnTo>
                  <a:lnTo>
                    <a:pt x="1892443" y="1360619"/>
                  </a:lnTo>
                  <a:lnTo>
                    <a:pt x="1893515" y="1359832"/>
                  </a:lnTo>
                  <a:lnTo>
                    <a:pt x="1894586" y="1359045"/>
                  </a:lnTo>
                  <a:lnTo>
                    <a:pt x="1895658" y="1358257"/>
                  </a:lnTo>
                  <a:lnTo>
                    <a:pt x="1896729" y="1357470"/>
                  </a:lnTo>
                  <a:lnTo>
                    <a:pt x="1897801" y="1356683"/>
                  </a:lnTo>
                  <a:lnTo>
                    <a:pt x="1898873" y="1355896"/>
                  </a:lnTo>
                  <a:lnTo>
                    <a:pt x="1899944" y="1355110"/>
                  </a:lnTo>
                  <a:lnTo>
                    <a:pt x="1901016" y="1354323"/>
                  </a:lnTo>
                  <a:lnTo>
                    <a:pt x="1902087" y="1353536"/>
                  </a:lnTo>
                  <a:lnTo>
                    <a:pt x="1903159" y="1352750"/>
                  </a:lnTo>
                  <a:lnTo>
                    <a:pt x="1904231" y="1351963"/>
                  </a:lnTo>
                  <a:lnTo>
                    <a:pt x="1905302" y="1351177"/>
                  </a:lnTo>
                  <a:lnTo>
                    <a:pt x="1906374" y="1350390"/>
                  </a:lnTo>
                  <a:lnTo>
                    <a:pt x="1907445" y="1349604"/>
                  </a:lnTo>
                  <a:lnTo>
                    <a:pt x="1908517" y="1348818"/>
                  </a:lnTo>
                  <a:lnTo>
                    <a:pt x="1909589" y="1348032"/>
                  </a:lnTo>
                  <a:lnTo>
                    <a:pt x="1910660" y="1347246"/>
                  </a:lnTo>
                  <a:lnTo>
                    <a:pt x="1911732" y="1346460"/>
                  </a:lnTo>
                  <a:lnTo>
                    <a:pt x="1912803" y="1345675"/>
                  </a:lnTo>
                  <a:lnTo>
                    <a:pt x="1913875" y="1344889"/>
                  </a:lnTo>
                  <a:lnTo>
                    <a:pt x="1914947" y="1344104"/>
                  </a:lnTo>
                  <a:lnTo>
                    <a:pt x="1916018" y="1343319"/>
                  </a:lnTo>
                  <a:lnTo>
                    <a:pt x="1917090" y="1342533"/>
                  </a:lnTo>
                  <a:lnTo>
                    <a:pt x="1918161" y="1341748"/>
                  </a:lnTo>
                  <a:lnTo>
                    <a:pt x="1919233" y="1340964"/>
                  </a:lnTo>
                  <a:lnTo>
                    <a:pt x="1920305" y="1340179"/>
                  </a:lnTo>
                  <a:lnTo>
                    <a:pt x="1921376" y="1339394"/>
                  </a:lnTo>
                  <a:lnTo>
                    <a:pt x="1922448" y="1338610"/>
                  </a:lnTo>
                  <a:lnTo>
                    <a:pt x="1923519" y="1337825"/>
                  </a:lnTo>
                  <a:lnTo>
                    <a:pt x="1924591" y="1337041"/>
                  </a:lnTo>
                  <a:lnTo>
                    <a:pt x="1925663" y="1336257"/>
                  </a:lnTo>
                  <a:lnTo>
                    <a:pt x="1926734" y="1335473"/>
                  </a:lnTo>
                  <a:lnTo>
                    <a:pt x="1927806" y="1334689"/>
                  </a:lnTo>
                  <a:lnTo>
                    <a:pt x="1928877" y="1333906"/>
                  </a:lnTo>
                  <a:lnTo>
                    <a:pt x="1929949" y="1333122"/>
                  </a:lnTo>
                  <a:lnTo>
                    <a:pt x="1931021" y="1332339"/>
                  </a:lnTo>
                  <a:lnTo>
                    <a:pt x="1932092" y="1331556"/>
                  </a:lnTo>
                  <a:lnTo>
                    <a:pt x="1933164" y="1330772"/>
                  </a:lnTo>
                  <a:lnTo>
                    <a:pt x="1934235" y="1329989"/>
                  </a:lnTo>
                  <a:lnTo>
                    <a:pt x="1935307" y="1329207"/>
                  </a:lnTo>
                  <a:lnTo>
                    <a:pt x="1936379" y="1328424"/>
                  </a:lnTo>
                  <a:lnTo>
                    <a:pt x="1937450" y="1327641"/>
                  </a:lnTo>
                  <a:lnTo>
                    <a:pt x="1938522" y="1326859"/>
                  </a:lnTo>
                  <a:lnTo>
                    <a:pt x="1939593" y="1326077"/>
                  </a:lnTo>
                  <a:lnTo>
                    <a:pt x="1940665" y="1325295"/>
                  </a:lnTo>
                  <a:lnTo>
                    <a:pt x="1941737" y="1324513"/>
                  </a:lnTo>
                  <a:lnTo>
                    <a:pt x="1942808" y="1323731"/>
                  </a:lnTo>
                  <a:lnTo>
                    <a:pt x="1943880" y="1322949"/>
                  </a:lnTo>
                  <a:lnTo>
                    <a:pt x="1944951" y="1322167"/>
                  </a:lnTo>
                  <a:lnTo>
                    <a:pt x="1946023" y="1321386"/>
                  </a:lnTo>
                  <a:lnTo>
                    <a:pt x="1947095" y="1320605"/>
                  </a:lnTo>
                  <a:lnTo>
                    <a:pt x="1948166" y="1319824"/>
                  </a:lnTo>
                  <a:lnTo>
                    <a:pt x="1949238" y="1319043"/>
                  </a:lnTo>
                  <a:lnTo>
                    <a:pt x="1950309" y="1318262"/>
                  </a:lnTo>
                  <a:lnTo>
                    <a:pt x="1951381" y="1317481"/>
                  </a:lnTo>
                  <a:lnTo>
                    <a:pt x="1952453" y="1316701"/>
                  </a:lnTo>
                  <a:lnTo>
                    <a:pt x="1953524" y="1315920"/>
                  </a:lnTo>
                  <a:lnTo>
                    <a:pt x="1954596" y="1315140"/>
                  </a:lnTo>
                  <a:lnTo>
                    <a:pt x="1955667" y="1314360"/>
                  </a:lnTo>
                  <a:lnTo>
                    <a:pt x="1956739" y="1313580"/>
                  </a:lnTo>
                  <a:lnTo>
                    <a:pt x="1957810" y="1312800"/>
                  </a:lnTo>
                  <a:lnTo>
                    <a:pt x="1958882" y="1312021"/>
                  </a:lnTo>
                  <a:lnTo>
                    <a:pt x="1959954" y="1311241"/>
                  </a:lnTo>
                  <a:lnTo>
                    <a:pt x="1961025" y="1310462"/>
                  </a:lnTo>
                  <a:lnTo>
                    <a:pt x="1962097" y="1309683"/>
                  </a:lnTo>
                  <a:lnTo>
                    <a:pt x="1963168" y="1308904"/>
                  </a:lnTo>
                  <a:lnTo>
                    <a:pt x="1964240" y="1308125"/>
                  </a:lnTo>
                  <a:lnTo>
                    <a:pt x="1965312" y="1307346"/>
                  </a:lnTo>
                  <a:lnTo>
                    <a:pt x="1966383" y="1306568"/>
                  </a:lnTo>
                  <a:lnTo>
                    <a:pt x="1967455" y="1305789"/>
                  </a:lnTo>
                  <a:lnTo>
                    <a:pt x="1968526" y="1305011"/>
                  </a:lnTo>
                  <a:lnTo>
                    <a:pt x="1969598" y="1304233"/>
                  </a:lnTo>
                  <a:lnTo>
                    <a:pt x="1970670" y="1303455"/>
                  </a:lnTo>
                  <a:lnTo>
                    <a:pt x="1971741" y="1302677"/>
                  </a:lnTo>
                  <a:lnTo>
                    <a:pt x="1972813" y="1301900"/>
                  </a:lnTo>
                  <a:lnTo>
                    <a:pt x="1973884" y="1301122"/>
                  </a:lnTo>
                  <a:lnTo>
                    <a:pt x="1974956" y="1300345"/>
                  </a:lnTo>
                  <a:lnTo>
                    <a:pt x="1976028" y="1299568"/>
                  </a:lnTo>
                  <a:lnTo>
                    <a:pt x="1977099" y="1298791"/>
                  </a:lnTo>
                  <a:lnTo>
                    <a:pt x="1978171" y="1298014"/>
                  </a:lnTo>
                  <a:lnTo>
                    <a:pt x="1979242" y="1297238"/>
                  </a:lnTo>
                  <a:lnTo>
                    <a:pt x="1980314" y="1296461"/>
                  </a:lnTo>
                  <a:lnTo>
                    <a:pt x="1981386" y="1295685"/>
                  </a:lnTo>
                  <a:lnTo>
                    <a:pt x="1982457" y="1294909"/>
                  </a:lnTo>
                  <a:lnTo>
                    <a:pt x="1983529" y="1294133"/>
                  </a:lnTo>
                  <a:lnTo>
                    <a:pt x="1984600" y="1293357"/>
                  </a:lnTo>
                  <a:lnTo>
                    <a:pt x="1985672" y="1292582"/>
                  </a:lnTo>
                  <a:lnTo>
                    <a:pt x="1986744" y="1291806"/>
                  </a:lnTo>
                  <a:lnTo>
                    <a:pt x="1987815" y="1291031"/>
                  </a:lnTo>
                  <a:lnTo>
                    <a:pt x="1988887" y="1290256"/>
                  </a:lnTo>
                  <a:lnTo>
                    <a:pt x="1989958" y="1289481"/>
                  </a:lnTo>
                  <a:lnTo>
                    <a:pt x="1991030" y="1288706"/>
                  </a:lnTo>
                  <a:lnTo>
                    <a:pt x="1992102" y="1287931"/>
                  </a:lnTo>
                  <a:lnTo>
                    <a:pt x="1993173" y="1287157"/>
                  </a:lnTo>
                  <a:lnTo>
                    <a:pt x="1994245" y="1286383"/>
                  </a:lnTo>
                  <a:lnTo>
                    <a:pt x="1995316" y="1285609"/>
                  </a:lnTo>
                  <a:lnTo>
                    <a:pt x="1996388" y="1284835"/>
                  </a:lnTo>
                  <a:lnTo>
                    <a:pt x="1997460" y="1284061"/>
                  </a:lnTo>
                  <a:lnTo>
                    <a:pt x="1998531" y="1283287"/>
                  </a:lnTo>
                  <a:lnTo>
                    <a:pt x="1999603" y="1282514"/>
                  </a:lnTo>
                  <a:lnTo>
                    <a:pt x="2000674" y="1281741"/>
                  </a:lnTo>
                  <a:lnTo>
                    <a:pt x="2001746" y="1280968"/>
                  </a:lnTo>
                  <a:lnTo>
                    <a:pt x="2002818" y="1280195"/>
                  </a:lnTo>
                  <a:lnTo>
                    <a:pt x="2003889" y="1279422"/>
                  </a:lnTo>
                  <a:lnTo>
                    <a:pt x="2004961" y="1278650"/>
                  </a:lnTo>
                  <a:lnTo>
                    <a:pt x="2006032" y="1277877"/>
                  </a:lnTo>
                  <a:lnTo>
                    <a:pt x="2007104" y="1277105"/>
                  </a:lnTo>
                  <a:lnTo>
                    <a:pt x="2008176" y="1276333"/>
                  </a:lnTo>
                  <a:lnTo>
                    <a:pt x="2009247" y="1275561"/>
                  </a:lnTo>
                  <a:lnTo>
                    <a:pt x="2010319" y="1274789"/>
                  </a:lnTo>
                  <a:lnTo>
                    <a:pt x="2011390" y="1274018"/>
                  </a:lnTo>
                  <a:lnTo>
                    <a:pt x="2012462" y="1273247"/>
                  </a:lnTo>
                  <a:lnTo>
                    <a:pt x="2013534" y="1272476"/>
                  </a:lnTo>
                  <a:lnTo>
                    <a:pt x="2014605" y="1271705"/>
                  </a:lnTo>
                  <a:lnTo>
                    <a:pt x="2015677" y="1270934"/>
                  </a:lnTo>
                  <a:lnTo>
                    <a:pt x="2016748" y="1270163"/>
                  </a:lnTo>
                  <a:lnTo>
                    <a:pt x="2017820" y="1269393"/>
                  </a:lnTo>
                  <a:lnTo>
                    <a:pt x="2018892" y="1268623"/>
                  </a:lnTo>
                  <a:lnTo>
                    <a:pt x="2019963" y="1267853"/>
                  </a:lnTo>
                  <a:lnTo>
                    <a:pt x="2021035" y="1267083"/>
                  </a:lnTo>
                  <a:lnTo>
                    <a:pt x="2022106" y="1266313"/>
                  </a:lnTo>
                  <a:lnTo>
                    <a:pt x="2023178" y="1265544"/>
                  </a:lnTo>
                  <a:lnTo>
                    <a:pt x="2024250" y="1264774"/>
                  </a:lnTo>
                  <a:lnTo>
                    <a:pt x="2025321" y="1264005"/>
                  </a:lnTo>
                  <a:lnTo>
                    <a:pt x="2026393" y="1263236"/>
                  </a:lnTo>
                  <a:lnTo>
                    <a:pt x="2027464" y="1262468"/>
                  </a:lnTo>
                  <a:lnTo>
                    <a:pt x="2028536" y="1261699"/>
                  </a:lnTo>
                  <a:lnTo>
                    <a:pt x="2029608" y="1260931"/>
                  </a:lnTo>
                  <a:lnTo>
                    <a:pt x="2030679" y="1260162"/>
                  </a:lnTo>
                  <a:lnTo>
                    <a:pt x="2031751" y="1259394"/>
                  </a:lnTo>
                  <a:lnTo>
                    <a:pt x="2032822" y="1258627"/>
                  </a:lnTo>
                  <a:lnTo>
                    <a:pt x="2033894" y="1257859"/>
                  </a:lnTo>
                  <a:lnTo>
                    <a:pt x="2034966" y="1257092"/>
                  </a:lnTo>
                  <a:lnTo>
                    <a:pt x="2036037" y="1256324"/>
                  </a:lnTo>
                  <a:lnTo>
                    <a:pt x="2037109" y="1255557"/>
                  </a:lnTo>
                  <a:lnTo>
                    <a:pt x="2038180" y="1254790"/>
                  </a:lnTo>
                  <a:lnTo>
                    <a:pt x="2039252" y="1254024"/>
                  </a:lnTo>
                  <a:lnTo>
                    <a:pt x="2040324" y="1253257"/>
                  </a:lnTo>
                  <a:lnTo>
                    <a:pt x="2041395" y="1252491"/>
                  </a:lnTo>
                  <a:lnTo>
                    <a:pt x="2042467" y="1251725"/>
                  </a:lnTo>
                  <a:lnTo>
                    <a:pt x="2043538" y="1250959"/>
                  </a:lnTo>
                  <a:lnTo>
                    <a:pt x="2044610" y="1250193"/>
                  </a:lnTo>
                  <a:lnTo>
                    <a:pt x="2045682" y="1249428"/>
                  </a:lnTo>
                  <a:lnTo>
                    <a:pt x="2046753" y="1248662"/>
                  </a:lnTo>
                  <a:lnTo>
                    <a:pt x="2047825" y="1247897"/>
                  </a:lnTo>
                  <a:lnTo>
                    <a:pt x="2048896" y="1247132"/>
                  </a:lnTo>
                  <a:lnTo>
                    <a:pt x="2049968" y="1246368"/>
                  </a:lnTo>
                  <a:lnTo>
                    <a:pt x="2051040" y="1245603"/>
                  </a:lnTo>
                  <a:lnTo>
                    <a:pt x="2052111" y="1244839"/>
                  </a:lnTo>
                  <a:lnTo>
                    <a:pt x="2053183" y="1244074"/>
                  </a:lnTo>
                  <a:lnTo>
                    <a:pt x="2054254" y="1243310"/>
                  </a:lnTo>
                  <a:lnTo>
                    <a:pt x="2055326" y="1242547"/>
                  </a:lnTo>
                  <a:lnTo>
                    <a:pt x="2056398" y="1241783"/>
                  </a:lnTo>
                  <a:lnTo>
                    <a:pt x="2057469" y="1241020"/>
                  </a:lnTo>
                  <a:lnTo>
                    <a:pt x="2058541" y="1240257"/>
                  </a:lnTo>
                  <a:lnTo>
                    <a:pt x="2059612" y="1239494"/>
                  </a:lnTo>
                  <a:lnTo>
                    <a:pt x="2060684" y="1238731"/>
                  </a:lnTo>
                  <a:lnTo>
                    <a:pt x="2061756" y="1237968"/>
                  </a:lnTo>
                  <a:lnTo>
                    <a:pt x="2062827" y="1237206"/>
                  </a:lnTo>
                  <a:lnTo>
                    <a:pt x="2063899" y="1236444"/>
                  </a:lnTo>
                  <a:lnTo>
                    <a:pt x="2064970" y="1235682"/>
                  </a:lnTo>
                  <a:lnTo>
                    <a:pt x="2066042" y="1234920"/>
                  </a:lnTo>
                  <a:lnTo>
                    <a:pt x="2067114" y="1234158"/>
                  </a:lnTo>
                  <a:lnTo>
                    <a:pt x="2068185" y="1233397"/>
                  </a:lnTo>
                  <a:lnTo>
                    <a:pt x="2069257" y="1232636"/>
                  </a:lnTo>
                  <a:lnTo>
                    <a:pt x="2070328" y="1231875"/>
                  </a:lnTo>
                  <a:lnTo>
                    <a:pt x="2071400" y="1231114"/>
                  </a:lnTo>
                  <a:lnTo>
                    <a:pt x="2072472" y="1230353"/>
                  </a:lnTo>
                  <a:lnTo>
                    <a:pt x="2073543" y="1229593"/>
                  </a:lnTo>
                  <a:lnTo>
                    <a:pt x="2074615" y="1228833"/>
                  </a:lnTo>
                  <a:lnTo>
                    <a:pt x="2075686" y="1228073"/>
                  </a:lnTo>
                  <a:lnTo>
                    <a:pt x="2076758" y="1227313"/>
                  </a:lnTo>
                  <a:lnTo>
                    <a:pt x="2077830" y="1226553"/>
                  </a:lnTo>
                  <a:lnTo>
                    <a:pt x="2078901" y="1225794"/>
                  </a:lnTo>
                  <a:lnTo>
                    <a:pt x="2079973" y="1225035"/>
                  </a:lnTo>
                  <a:lnTo>
                    <a:pt x="2081044" y="1224276"/>
                  </a:lnTo>
                  <a:lnTo>
                    <a:pt x="2082116" y="1223517"/>
                  </a:lnTo>
                  <a:lnTo>
                    <a:pt x="2083188" y="1222759"/>
                  </a:lnTo>
                  <a:lnTo>
                    <a:pt x="2084259" y="1222000"/>
                  </a:lnTo>
                  <a:lnTo>
                    <a:pt x="2085331" y="1221242"/>
                  </a:lnTo>
                  <a:lnTo>
                    <a:pt x="2086402" y="1220484"/>
                  </a:lnTo>
                  <a:lnTo>
                    <a:pt x="2087474" y="1219726"/>
                  </a:lnTo>
                  <a:lnTo>
                    <a:pt x="2088546" y="1218969"/>
                  </a:lnTo>
                  <a:lnTo>
                    <a:pt x="2089617" y="1218212"/>
                  </a:lnTo>
                  <a:lnTo>
                    <a:pt x="2090689" y="1217455"/>
                  </a:lnTo>
                  <a:lnTo>
                    <a:pt x="2091760" y="1216698"/>
                  </a:lnTo>
                  <a:lnTo>
                    <a:pt x="2092832" y="1215941"/>
                  </a:lnTo>
                  <a:lnTo>
                    <a:pt x="2093904" y="1215185"/>
                  </a:lnTo>
                  <a:lnTo>
                    <a:pt x="2094975" y="1214428"/>
                  </a:lnTo>
                  <a:lnTo>
                    <a:pt x="2096047" y="1213672"/>
                  </a:lnTo>
                  <a:lnTo>
                    <a:pt x="2097118" y="1212916"/>
                  </a:lnTo>
                  <a:lnTo>
                    <a:pt x="2098190" y="1212161"/>
                  </a:lnTo>
                  <a:lnTo>
                    <a:pt x="2099262" y="1211405"/>
                  </a:lnTo>
                  <a:lnTo>
                    <a:pt x="2100333" y="1210650"/>
                  </a:lnTo>
                  <a:lnTo>
                    <a:pt x="2101405" y="1209895"/>
                  </a:lnTo>
                  <a:lnTo>
                    <a:pt x="2102476" y="1209140"/>
                  </a:lnTo>
                  <a:lnTo>
                    <a:pt x="2103548" y="1208386"/>
                  </a:lnTo>
                  <a:lnTo>
                    <a:pt x="2104620" y="1207631"/>
                  </a:lnTo>
                  <a:lnTo>
                    <a:pt x="2105691" y="1206877"/>
                  </a:lnTo>
                  <a:lnTo>
                    <a:pt x="2106763" y="1206123"/>
                  </a:lnTo>
                  <a:lnTo>
                    <a:pt x="2107834" y="1205370"/>
                  </a:lnTo>
                  <a:lnTo>
                    <a:pt x="2108906" y="1204616"/>
                  </a:lnTo>
                  <a:lnTo>
                    <a:pt x="2109978" y="1203863"/>
                  </a:lnTo>
                  <a:lnTo>
                    <a:pt x="2111049" y="1203110"/>
                  </a:lnTo>
                  <a:lnTo>
                    <a:pt x="2112121" y="1202357"/>
                  </a:lnTo>
                  <a:lnTo>
                    <a:pt x="2113192" y="1201604"/>
                  </a:lnTo>
                  <a:lnTo>
                    <a:pt x="2114264" y="1200852"/>
                  </a:lnTo>
                  <a:lnTo>
                    <a:pt x="2115336" y="1200100"/>
                  </a:lnTo>
                  <a:lnTo>
                    <a:pt x="2116407" y="1199348"/>
                  </a:lnTo>
                  <a:lnTo>
                    <a:pt x="2117479" y="1198596"/>
                  </a:lnTo>
                  <a:lnTo>
                    <a:pt x="2118550" y="1197844"/>
                  </a:lnTo>
                  <a:lnTo>
                    <a:pt x="2119622" y="1197093"/>
                  </a:lnTo>
                  <a:lnTo>
                    <a:pt x="2120694" y="1196342"/>
                  </a:lnTo>
                  <a:lnTo>
                    <a:pt x="2121765" y="1195591"/>
                  </a:lnTo>
                  <a:lnTo>
                    <a:pt x="2122837" y="1194840"/>
                  </a:lnTo>
                  <a:lnTo>
                    <a:pt x="2123908" y="1194090"/>
                  </a:lnTo>
                  <a:lnTo>
                    <a:pt x="2124980" y="1193339"/>
                  </a:lnTo>
                  <a:lnTo>
                    <a:pt x="2126052" y="1192589"/>
                  </a:lnTo>
                  <a:lnTo>
                    <a:pt x="2127123" y="1191840"/>
                  </a:lnTo>
                  <a:lnTo>
                    <a:pt x="2128195" y="1191090"/>
                  </a:lnTo>
                  <a:lnTo>
                    <a:pt x="2129266" y="1190341"/>
                  </a:lnTo>
                  <a:lnTo>
                    <a:pt x="2130338" y="1189591"/>
                  </a:lnTo>
                  <a:lnTo>
                    <a:pt x="2131409" y="1188842"/>
                  </a:lnTo>
                  <a:lnTo>
                    <a:pt x="2132481" y="1188094"/>
                  </a:lnTo>
                  <a:lnTo>
                    <a:pt x="2133553" y="1187345"/>
                  </a:lnTo>
                  <a:lnTo>
                    <a:pt x="2134624" y="1186597"/>
                  </a:lnTo>
                  <a:lnTo>
                    <a:pt x="2135696" y="1185849"/>
                  </a:lnTo>
                  <a:lnTo>
                    <a:pt x="2136767" y="1185101"/>
                  </a:lnTo>
                  <a:lnTo>
                    <a:pt x="2137839" y="1184353"/>
                  </a:lnTo>
                  <a:lnTo>
                    <a:pt x="2138911" y="1183606"/>
                  </a:lnTo>
                  <a:lnTo>
                    <a:pt x="2139982" y="1182859"/>
                  </a:lnTo>
                  <a:lnTo>
                    <a:pt x="2141054" y="1182112"/>
                  </a:lnTo>
                  <a:lnTo>
                    <a:pt x="2142125" y="1181365"/>
                  </a:lnTo>
                  <a:lnTo>
                    <a:pt x="2143197" y="1180619"/>
                  </a:lnTo>
                  <a:lnTo>
                    <a:pt x="2144269" y="1179872"/>
                  </a:lnTo>
                  <a:lnTo>
                    <a:pt x="2145340" y="1179126"/>
                  </a:lnTo>
                  <a:lnTo>
                    <a:pt x="2146412" y="1178380"/>
                  </a:lnTo>
                  <a:lnTo>
                    <a:pt x="2147483" y="1177635"/>
                  </a:lnTo>
                  <a:lnTo>
                    <a:pt x="2148555" y="1176889"/>
                  </a:lnTo>
                  <a:lnTo>
                    <a:pt x="2149627" y="1176144"/>
                  </a:lnTo>
                  <a:lnTo>
                    <a:pt x="2150698" y="1175399"/>
                  </a:lnTo>
                  <a:lnTo>
                    <a:pt x="2151770" y="1174654"/>
                  </a:lnTo>
                  <a:lnTo>
                    <a:pt x="2152841" y="1173910"/>
                  </a:lnTo>
                  <a:lnTo>
                    <a:pt x="2153913" y="1173166"/>
                  </a:lnTo>
                  <a:lnTo>
                    <a:pt x="2154985" y="1172421"/>
                  </a:lnTo>
                  <a:lnTo>
                    <a:pt x="2156056" y="1171678"/>
                  </a:lnTo>
                  <a:lnTo>
                    <a:pt x="2157128" y="1170934"/>
                  </a:lnTo>
                  <a:lnTo>
                    <a:pt x="2158199" y="1170191"/>
                  </a:lnTo>
                  <a:lnTo>
                    <a:pt x="2159271" y="1169447"/>
                  </a:lnTo>
                  <a:lnTo>
                    <a:pt x="2160343" y="1168705"/>
                  </a:lnTo>
                  <a:lnTo>
                    <a:pt x="2161414" y="1167962"/>
                  </a:lnTo>
                  <a:lnTo>
                    <a:pt x="2162486" y="1167219"/>
                  </a:lnTo>
                  <a:lnTo>
                    <a:pt x="2163557" y="1166477"/>
                  </a:lnTo>
                  <a:lnTo>
                    <a:pt x="2164629" y="1165735"/>
                  </a:lnTo>
                  <a:lnTo>
                    <a:pt x="2165701" y="1164993"/>
                  </a:lnTo>
                  <a:lnTo>
                    <a:pt x="2166772" y="1164252"/>
                  </a:lnTo>
                  <a:lnTo>
                    <a:pt x="2167844" y="1163510"/>
                  </a:lnTo>
                  <a:lnTo>
                    <a:pt x="2168915" y="1162769"/>
                  </a:lnTo>
                  <a:lnTo>
                    <a:pt x="2169987" y="1162028"/>
                  </a:lnTo>
                  <a:lnTo>
                    <a:pt x="2171059" y="1161288"/>
                  </a:lnTo>
                  <a:lnTo>
                    <a:pt x="2172130" y="1160547"/>
                  </a:lnTo>
                  <a:lnTo>
                    <a:pt x="2173202" y="1159807"/>
                  </a:lnTo>
                  <a:lnTo>
                    <a:pt x="2174273" y="1159067"/>
                  </a:lnTo>
                  <a:lnTo>
                    <a:pt x="2175345" y="1158327"/>
                  </a:lnTo>
                  <a:lnTo>
                    <a:pt x="2176417" y="1157588"/>
                  </a:lnTo>
                  <a:lnTo>
                    <a:pt x="2177488" y="1156848"/>
                  </a:lnTo>
                  <a:lnTo>
                    <a:pt x="2178560" y="1156109"/>
                  </a:lnTo>
                  <a:lnTo>
                    <a:pt x="2179631" y="1155370"/>
                  </a:lnTo>
                  <a:lnTo>
                    <a:pt x="2180703" y="1154632"/>
                  </a:lnTo>
                  <a:lnTo>
                    <a:pt x="2181775" y="1153893"/>
                  </a:lnTo>
                  <a:lnTo>
                    <a:pt x="2182846" y="1153155"/>
                  </a:lnTo>
                  <a:lnTo>
                    <a:pt x="2183918" y="1152417"/>
                  </a:lnTo>
                  <a:lnTo>
                    <a:pt x="2184989" y="1151679"/>
                  </a:lnTo>
                  <a:lnTo>
                    <a:pt x="2186061" y="1150942"/>
                  </a:lnTo>
                  <a:lnTo>
                    <a:pt x="2187133" y="1150205"/>
                  </a:lnTo>
                  <a:lnTo>
                    <a:pt x="2188204" y="1149468"/>
                  </a:lnTo>
                  <a:lnTo>
                    <a:pt x="2189276" y="1148731"/>
                  </a:lnTo>
                  <a:lnTo>
                    <a:pt x="2190347" y="1147994"/>
                  </a:lnTo>
                  <a:lnTo>
                    <a:pt x="2191419" y="1147258"/>
                  </a:lnTo>
                  <a:lnTo>
                    <a:pt x="2192491" y="1146522"/>
                  </a:lnTo>
                  <a:lnTo>
                    <a:pt x="2193562" y="1145786"/>
                  </a:lnTo>
                  <a:lnTo>
                    <a:pt x="2194634" y="1145050"/>
                  </a:lnTo>
                  <a:lnTo>
                    <a:pt x="2195705" y="1144315"/>
                  </a:lnTo>
                  <a:lnTo>
                    <a:pt x="2196777" y="1143580"/>
                  </a:lnTo>
                  <a:lnTo>
                    <a:pt x="2197849" y="1142845"/>
                  </a:lnTo>
                  <a:lnTo>
                    <a:pt x="2198920" y="1142110"/>
                  </a:lnTo>
                  <a:lnTo>
                    <a:pt x="2199992" y="1141376"/>
                  </a:lnTo>
                  <a:lnTo>
                    <a:pt x="2201063" y="1140641"/>
                  </a:lnTo>
                  <a:lnTo>
                    <a:pt x="2202135" y="1139907"/>
                  </a:lnTo>
                  <a:lnTo>
                    <a:pt x="2203207" y="1139174"/>
                  </a:lnTo>
                  <a:lnTo>
                    <a:pt x="2204278" y="1138440"/>
                  </a:lnTo>
                  <a:lnTo>
                    <a:pt x="2205350" y="1137707"/>
                  </a:lnTo>
                  <a:lnTo>
                    <a:pt x="2206421" y="1136974"/>
                  </a:lnTo>
                  <a:lnTo>
                    <a:pt x="2207493" y="1136241"/>
                  </a:lnTo>
                  <a:lnTo>
                    <a:pt x="2208565" y="1135508"/>
                  </a:lnTo>
                  <a:lnTo>
                    <a:pt x="2209636" y="1134776"/>
                  </a:lnTo>
                  <a:lnTo>
                    <a:pt x="2210708" y="1134044"/>
                  </a:lnTo>
                  <a:lnTo>
                    <a:pt x="2211779" y="1133312"/>
                  </a:lnTo>
                  <a:lnTo>
                    <a:pt x="2212851" y="1132580"/>
                  </a:lnTo>
                  <a:lnTo>
                    <a:pt x="2213923" y="1131849"/>
                  </a:lnTo>
                  <a:lnTo>
                    <a:pt x="2214994" y="1131117"/>
                  </a:lnTo>
                  <a:lnTo>
                    <a:pt x="2216066" y="1130386"/>
                  </a:lnTo>
                  <a:lnTo>
                    <a:pt x="2217137" y="1129656"/>
                  </a:lnTo>
                  <a:lnTo>
                    <a:pt x="2218209" y="1128925"/>
                  </a:lnTo>
                  <a:lnTo>
                    <a:pt x="2219281" y="1128195"/>
                  </a:lnTo>
                  <a:lnTo>
                    <a:pt x="2220352" y="1127465"/>
                  </a:lnTo>
                  <a:lnTo>
                    <a:pt x="2221424" y="1126735"/>
                  </a:lnTo>
                  <a:lnTo>
                    <a:pt x="2222495" y="1126005"/>
                  </a:lnTo>
                  <a:lnTo>
                    <a:pt x="2223567" y="1125276"/>
                  </a:lnTo>
                  <a:lnTo>
                    <a:pt x="2224639" y="1124547"/>
                  </a:lnTo>
                  <a:lnTo>
                    <a:pt x="2225710" y="1123818"/>
                  </a:lnTo>
                  <a:lnTo>
                    <a:pt x="2226782" y="1123089"/>
                  </a:lnTo>
                  <a:lnTo>
                    <a:pt x="2227853" y="1122361"/>
                  </a:lnTo>
                  <a:lnTo>
                    <a:pt x="2228925" y="1121632"/>
                  </a:lnTo>
                  <a:lnTo>
                    <a:pt x="2229997" y="1120904"/>
                  </a:lnTo>
                  <a:lnTo>
                    <a:pt x="2231068" y="1120177"/>
                  </a:lnTo>
                  <a:lnTo>
                    <a:pt x="2232140" y="1119449"/>
                  </a:lnTo>
                  <a:lnTo>
                    <a:pt x="2233211" y="1118722"/>
                  </a:lnTo>
                  <a:lnTo>
                    <a:pt x="2234283" y="1117995"/>
                  </a:lnTo>
                  <a:lnTo>
                    <a:pt x="2235355" y="1117268"/>
                  </a:lnTo>
                  <a:lnTo>
                    <a:pt x="2236426" y="1116542"/>
                  </a:lnTo>
                  <a:lnTo>
                    <a:pt x="2237498" y="1115815"/>
                  </a:lnTo>
                  <a:lnTo>
                    <a:pt x="2238569" y="1115089"/>
                  </a:lnTo>
                  <a:lnTo>
                    <a:pt x="2239641" y="1114363"/>
                  </a:lnTo>
                  <a:lnTo>
                    <a:pt x="2240713" y="1113638"/>
                  </a:lnTo>
                  <a:lnTo>
                    <a:pt x="2241784" y="1112912"/>
                  </a:lnTo>
                  <a:lnTo>
                    <a:pt x="2242856" y="1112187"/>
                  </a:lnTo>
                  <a:lnTo>
                    <a:pt x="2243927" y="1111462"/>
                  </a:lnTo>
                  <a:lnTo>
                    <a:pt x="2244999" y="1110737"/>
                  </a:lnTo>
                  <a:lnTo>
                    <a:pt x="2246071" y="1110013"/>
                  </a:lnTo>
                  <a:lnTo>
                    <a:pt x="2247142" y="1109289"/>
                  </a:lnTo>
                  <a:lnTo>
                    <a:pt x="2248214" y="1108565"/>
                  </a:lnTo>
                  <a:lnTo>
                    <a:pt x="2249285" y="1107841"/>
                  </a:lnTo>
                  <a:lnTo>
                    <a:pt x="2250357" y="1107118"/>
                  </a:lnTo>
                  <a:lnTo>
                    <a:pt x="2251429" y="1106394"/>
                  </a:lnTo>
                  <a:lnTo>
                    <a:pt x="2252500" y="1105671"/>
                  </a:lnTo>
                  <a:lnTo>
                    <a:pt x="2253572" y="1104948"/>
                  </a:lnTo>
                  <a:lnTo>
                    <a:pt x="2254643" y="1104226"/>
                  </a:lnTo>
                  <a:lnTo>
                    <a:pt x="2255715" y="1103503"/>
                  </a:lnTo>
                  <a:lnTo>
                    <a:pt x="2256787" y="1102781"/>
                  </a:lnTo>
                  <a:lnTo>
                    <a:pt x="2257858" y="1102059"/>
                  </a:lnTo>
                  <a:lnTo>
                    <a:pt x="2258930" y="1101338"/>
                  </a:lnTo>
                  <a:lnTo>
                    <a:pt x="2260001" y="1100616"/>
                  </a:lnTo>
                  <a:lnTo>
                    <a:pt x="2261073" y="1099895"/>
                  </a:lnTo>
                  <a:lnTo>
                    <a:pt x="2262145" y="1099174"/>
                  </a:lnTo>
                  <a:lnTo>
                    <a:pt x="2263216" y="1098454"/>
                  </a:lnTo>
                  <a:lnTo>
                    <a:pt x="2264288" y="1097733"/>
                  </a:lnTo>
                  <a:lnTo>
                    <a:pt x="2265359" y="1097013"/>
                  </a:lnTo>
                  <a:lnTo>
                    <a:pt x="2266431" y="1096293"/>
                  </a:lnTo>
                  <a:lnTo>
                    <a:pt x="2267503" y="1095573"/>
                  </a:lnTo>
                  <a:lnTo>
                    <a:pt x="2268574" y="1094854"/>
                  </a:lnTo>
                  <a:lnTo>
                    <a:pt x="2269646" y="1094134"/>
                  </a:lnTo>
                  <a:lnTo>
                    <a:pt x="2270717" y="1093415"/>
                  </a:lnTo>
                  <a:lnTo>
                    <a:pt x="2271789" y="1092696"/>
                  </a:lnTo>
                  <a:lnTo>
                    <a:pt x="2272861" y="1091978"/>
                  </a:lnTo>
                  <a:lnTo>
                    <a:pt x="2273932" y="1091259"/>
                  </a:lnTo>
                  <a:lnTo>
                    <a:pt x="2275004" y="1090541"/>
                  </a:lnTo>
                  <a:lnTo>
                    <a:pt x="2276075" y="1089823"/>
                  </a:lnTo>
                  <a:lnTo>
                    <a:pt x="2277147" y="1089106"/>
                  </a:lnTo>
                  <a:lnTo>
                    <a:pt x="2278219" y="1088388"/>
                  </a:lnTo>
                  <a:lnTo>
                    <a:pt x="2279290" y="1087671"/>
                  </a:lnTo>
                  <a:lnTo>
                    <a:pt x="2280362" y="1086954"/>
                  </a:lnTo>
                  <a:lnTo>
                    <a:pt x="2281433" y="1086237"/>
                  </a:lnTo>
                  <a:lnTo>
                    <a:pt x="2282505" y="1085521"/>
                  </a:lnTo>
                  <a:lnTo>
                    <a:pt x="2283577" y="1084805"/>
                  </a:lnTo>
                  <a:lnTo>
                    <a:pt x="2284648" y="1084089"/>
                  </a:lnTo>
                  <a:lnTo>
                    <a:pt x="2285720" y="1083373"/>
                  </a:lnTo>
                  <a:lnTo>
                    <a:pt x="2286791" y="1082657"/>
                  </a:lnTo>
                  <a:lnTo>
                    <a:pt x="2287863" y="1081942"/>
                  </a:lnTo>
                  <a:lnTo>
                    <a:pt x="2288935" y="1081227"/>
                  </a:lnTo>
                  <a:lnTo>
                    <a:pt x="2290006" y="1080512"/>
                  </a:lnTo>
                  <a:lnTo>
                    <a:pt x="2291078" y="1079798"/>
                  </a:lnTo>
                  <a:lnTo>
                    <a:pt x="2292149" y="1079083"/>
                  </a:lnTo>
                  <a:lnTo>
                    <a:pt x="2293221" y="1078369"/>
                  </a:lnTo>
                  <a:lnTo>
                    <a:pt x="2294293" y="1077655"/>
                  </a:lnTo>
                  <a:lnTo>
                    <a:pt x="2295364" y="1076941"/>
                  </a:lnTo>
                  <a:lnTo>
                    <a:pt x="2296436" y="1076228"/>
                  </a:lnTo>
                  <a:lnTo>
                    <a:pt x="2297507" y="1075515"/>
                  </a:lnTo>
                  <a:lnTo>
                    <a:pt x="2298579" y="1074802"/>
                  </a:lnTo>
                  <a:lnTo>
                    <a:pt x="2299651" y="1074089"/>
                  </a:lnTo>
                  <a:lnTo>
                    <a:pt x="2300722" y="1073376"/>
                  </a:lnTo>
                  <a:lnTo>
                    <a:pt x="2301794" y="1072664"/>
                  </a:lnTo>
                  <a:lnTo>
                    <a:pt x="2302865" y="1071952"/>
                  </a:lnTo>
                  <a:lnTo>
                    <a:pt x="2303937" y="1071240"/>
                  </a:lnTo>
                  <a:lnTo>
                    <a:pt x="2305009" y="1070529"/>
                  </a:lnTo>
                  <a:lnTo>
                    <a:pt x="2306080" y="1069817"/>
                  </a:lnTo>
                  <a:lnTo>
                    <a:pt x="2307152" y="1069106"/>
                  </a:lnTo>
                  <a:lnTo>
                    <a:pt x="2308223" y="1068395"/>
                  </a:lnTo>
                  <a:lnTo>
                    <a:pt x="2309295" y="1067685"/>
                  </a:lnTo>
                  <a:lnTo>
                    <a:pt x="2310366" y="1066974"/>
                  </a:lnTo>
                  <a:lnTo>
                    <a:pt x="2311438" y="1066264"/>
                  </a:lnTo>
                  <a:lnTo>
                    <a:pt x="2312510" y="1065554"/>
                  </a:lnTo>
                  <a:lnTo>
                    <a:pt x="2313581" y="1064844"/>
                  </a:lnTo>
                  <a:lnTo>
                    <a:pt x="2314653" y="1064135"/>
                  </a:lnTo>
                  <a:lnTo>
                    <a:pt x="2315724" y="1063426"/>
                  </a:lnTo>
                  <a:lnTo>
                    <a:pt x="2316796" y="1062717"/>
                  </a:lnTo>
                  <a:lnTo>
                    <a:pt x="2317868" y="1062008"/>
                  </a:lnTo>
                  <a:lnTo>
                    <a:pt x="2318939" y="1061299"/>
                  </a:lnTo>
                  <a:lnTo>
                    <a:pt x="2320011" y="1060591"/>
                  </a:lnTo>
                  <a:lnTo>
                    <a:pt x="2321082" y="1059883"/>
                  </a:lnTo>
                  <a:lnTo>
                    <a:pt x="2322154" y="1059175"/>
                  </a:lnTo>
                  <a:lnTo>
                    <a:pt x="2323226" y="1058467"/>
                  </a:lnTo>
                  <a:lnTo>
                    <a:pt x="2324297" y="1057760"/>
                  </a:lnTo>
                  <a:lnTo>
                    <a:pt x="2325369" y="1057053"/>
                  </a:lnTo>
                  <a:lnTo>
                    <a:pt x="2326440" y="1056346"/>
                  </a:lnTo>
                  <a:lnTo>
                    <a:pt x="2327512" y="1055639"/>
                  </a:lnTo>
                  <a:lnTo>
                    <a:pt x="2328584" y="1054932"/>
                  </a:lnTo>
                  <a:lnTo>
                    <a:pt x="2329655" y="1054226"/>
                  </a:lnTo>
                  <a:lnTo>
                    <a:pt x="2330727" y="1053520"/>
                  </a:lnTo>
                  <a:lnTo>
                    <a:pt x="2331798" y="1052814"/>
                  </a:lnTo>
                  <a:lnTo>
                    <a:pt x="2332870" y="1052109"/>
                  </a:lnTo>
                  <a:lnTo>
                    <a:pt x="2333942" y="1051403"/>
                  </a:lnTo>
                  <a:lnTo>
                    <a:pt x="2335013" y="1050698"/>
                  </a:lnTo>
                  <a:lnTo>
                    <a:pt x="2336085" y="1049993"/>
                  </a:lnTo>
                  <a:lnTo>
                    <a:pt x="2337156" y="1049289"/>
                  </a:lnTo>
                  <a:lnTo>
                    <a:pt x="2338228" y="1048584"/>
                  </a:lnTo>
                  <a:lnTo>
                    <a:pt x="2339300" y="1047880"/>
                  </a:lnTo>
                  <a:lnTo>
                    <a:pt x="2340371" y="1047176"/>
                  </a:lnTo>
                  <a:lnTo>
                    <a:pt x="2341443" y="1046472"/>
                  </a:lnTo>
                  <a:lnTo>
                    <a:pt x="2342514" y="1045769"/>
                  </a:lnTo>
                  <a:lnTo>
                    <a:pt x="2343586" y="1045066"/>
                  </a:lnTo>
                  <a:lnTo>
                    <a:pt x="2344658" y="1044362"/>
                  </a:lnTo>
                  <a:lnTo>
                    <a:pt x="2345729" y="1043660"/>
                  </a:lnTo>
                  <a:lnTo>
                    <a:pt x="2346801" y="1042957"/>
                  </a:lnTo>
                  <a:lnTo>
                    <a:pt x="2347872" y="1042255"/>
                  </a:lnTo>
                  <a:lnTo>
                    <a:pt x="2348944" y="1041552"/>
                  </a:lnTo>
                  <a:lnTo>
                    <a:pt x="2350016" y="1040851"/>
                  </a:lnTo>
                  <a:lnTo>
                    <a:pt x="2351087" y="1040149"/>
                  </a:lnTo>
                  <a:lnTo>
                    <a:pt x="2352159" y="1039447"/>
                  </a:lnTo>
                  <a:lnTo>
                    <a:pt x="2353230" y="1038746"/>
                  </a:lnTo>
                  <a:lnTo>
                    <a:pt x="2354302" y="1038045"/>
                  </a:lnTo>
                  <a:lnTo>
                    <a:pt x="2355374" y="1037344"/>
                  </a:lnTo>
                  <a:lnTo>
                    <a:pt x="2356445" y="1036644"/>
                  </a:lnTo>
                  <a:lnTo>
                    <a:pt x="2357517" y="1035943"/>
                  </a:lnTo>
                  <a:lnTo>
                    <a:pt x="2358588" y="1035243"/>
                  </a:lnTo>
                  <a:lnTo>
                    <a:pt x="2359660" y="1034543"/>
                  </a:lnTo>
                  <a:lnTo>
                    <a:pt x="2360732" y="1033844"/>
                  </a:lnTo>
                  <a:lnTo>
                    <a:pt x="2361803" y="1033144"/>
                  </a:lnTo>
                  <a:lnTo>
                    <a:pt x="2362875" y="1032445"/>
                  </a:lnTo>
                  <a:lnTo>
                    <a:pt x="2363946" y="1031746"/>
                  </a:lnTo>
                  <a:lnTo>
                    <a:pt x="2365018" y="1031047"/>
                  </a:lnTo>
                  <a:lnTo>
                    <a:pt x="2366090" y="1030349"/>
                  </a:lnTo>
                  <a:lnTo>
                    <a:pt x="2367161" y="1029650"/>
                  </a:lnTo>
                  <a:lnTo>
                    <a:pt x="2368233" y="1028952"/>
                  </a:lnTo>
                  <a:lnTo>
                    <a:pt x="2369304" y="1028254"/>
                  </a:lnTo>
                  <a:lnTo>
                    <a:pt x="2370376" y="1027557"/>
                  </a:lnTo>
                  <a:lnTo>
                    <a:pt x="2371448" y="1026859"/>
                  </a:lnTo>
                  <a:lnTo>
                    <a:pt x="2372519" y="1026162"/>
                  </a:lnTo>
                  <a:lnTo>
                    <a:pt x="2373591" y="1025465"/>
                  </a:lnTo>
                  <a:lnTo>
                    <a:pt x="2374662" y="1024768"/>
                  </a:lnTo>
                  <a:lnTo>
                    <a:pt x="2375734" y="1024072"/>
                  </a:lnTo>
                  <a:lnTo>
                    <a:pt x="2376806" y="1023375"/>
                  </a:lnTo>
                  <a:lnTo>
                    <a:pt x="2377877" y="1022679"/>
                  </a:lnTo>
                  <a:lnTo>
                    <a:pt x="2378949" y="1021984"/>
                  </a:lnTo>
                  <a:lnTo>
                    <a:pt x="2380020" y="1021288"/>
                  </a:lnTo>
                  <a:lnTo>
                    <a:pt x="2381092" y="1020592"/>
                  </a:lnTo>
                  <a:lnTo>
                    <a:pt x="2382164" y="1019897"/>
                  </a:lnTo>
                  <a:lnTo>
                    <a:pt x="2383235" y="1019202"/>
                  </a:lnTo>
                  <a:lnTo>
                    <a:pt x="2384307" y="1018507"/>
                  </a:lnTo>
                  <a:lnTo>
                    <a:pt x="2385378" y="1017813"/>
                  </a:lnTo>
                  <a:lnTo>
                    <a:pt x="2386450" y="1017119"/>
                  </a:lnTo>
                  <a:lnTo>
                    <a:pt x="2387522" y="1016424"/>
                  </a:lnTo>
                  <a:lnTo>
                    <a:pt x="2388593" y="1015731"/>
                  </a:lnTo>
                  <a:lnTo>
                    <a:pt x="2389665" y="1015037"/>
                  </a:lnTo>
                  <a:lnTo>
                    <a:pt x="2390736" y="1014343"/>
                  </a:lnTo>
                  <a:lnTo>
                    <a:pt x="2391808" y="1013650"/>
                  </a:lnTo>
                  <a:lnTo>
                    <a:pt x="2392880" y="1012957"/>
                  </a:lnTo>
                  <a:lnTo>
                    <a:pt x="2393951" y="1012264"/>
                  </a:lnTo>
                  <a:lnTo>
                    <a:pt x="2395023" y="1011572"/>
                  </a:lnTo>
                  <a:lnTo>
                    <a:pt x="2396094" y="1010879"/>
                  </a:lnTo>
                  <a:lnTo>
                    <a:pt x="2397166" y="1010187"/>
                  </a:lnTo>
                  <a:lnTo>
                    <a:pt x="2398238" y="1009495"/>
                  </a:lnTo>
                  <a:lnTo>
                    <a:pt x="2399309" y="1008804"/>
                  </a:lnTo>
                  <a:lnTo>
                    <a:pt x="2400381" y="1008112"/>
                  </a:lnTo>
                  <a:lnTo>
                    <a:pt x="2401452" y="1007421"/>
                  </a:lnTo>
                  <a:lnTo>
                    <a:pt x="2402524" y="1006730"/>
                  </a:lnTo>
                  <a:lnTo>
                    <a:pt x="2403596" y="1006039"/>
                  </a:lnTo>
                  <a:lnTo>
                    <a:pt x="2404667" y="1005348"/>
                  </a:lnTo>
                  <a:lnTo>
                    <a:pt x="2405739" y="1004658"/>
                  </a:lnTo>
                  <a:lnTo>
                    <a:pt x="2406810" y="1003967"/>
                  </a:lnTo>
                  <a:lnTo>
                    <a:pt x="2407882" y="1003277"/>
                  </a:lnTo>
                  <a:lnTo>
                    <a:pt x="2408954" y="1002588"/>
                  </a:lnTo>
                  <a:lnTo>
                    <a:pt x="2410025" y="1001898"/>
                  </a:lnTo>
                  <a:lnTo>
                    <a:pt x="2411097" y="1001209"/>
                  </a:lnTo>
                  <a:lnTo>
                    <a:pt x="2412168" y="1000520"/>
                  </a:lnTo>
                  <a:lnTo>
                    <a:pt x="2413240" y="999831"/>
                  </a:lnTo>
                  <a:lnTo>
                    <a:pt x="2414312" y="999142"/>
                  </a:lnTo>
                  <a:lnTo>
                    <a:pt x="2415383" y="998453"/>
                  </a:lnTo>
                  <a:lnTo>
                    <a:pt x="2416455" y="997765"/>
                  </a:lnTo>
                  <a:lnTo>
                    <a:pt x="2417526" y="997077"/>
                  </a:lnTo>
                  <a:lnTo>
                    <a:pt x="2418598" y="996389"/>
                  </a:lnTo>
                  <a:lnTo>
                    <a:pt x="2419670" y="995701"/>
                  </a:lnTo>
                  <a:lnTo>
                    <a:pt x="2420741" y="995014"/>
                  </a:lnTo>
                  <a:lnTo>
                    <a:pt x="2421813" y="994327"/>
                  </a:lnTo>
                  <a:lnTo>
                    <a:pt x="2422884" y="993640"/>
                  </a:lnTo>
                  <a:lnTo>
                    <a:pt x="2423956" y="992953"/>
                  </a:lnTo>
                  <a:lnTo>
                    <a:pt x="2425028" y="992266"/>
                  </a:lnTo>
                  <a:lnTo>
                    <a:pt x="2426099" y="991580"/>
                  </a:lnTo>
                  <a:lnTo>
                    <a:pt x="2427171" y="990894"/>
                  </a:lnTo>
                  <a:lnTo>
                    <a:pt x="2428242" y="990208"/>
                  </a:lnTo>
                  <a:lnTo>
                    <a:pt x="2429314" y="989522"/>
                  </a:lnTo>
                  <a:lnTo>
                    <a:pt x="2430386" y="988836"/>
                  </a:lnTo>
                  <a:lnTo>
                    <a:pt x="2431457" y="988151"/>
                  </a:lnTo>
                  <a:lnTo>
                    <a:pt x="2432529" y="987466"/>
                  </a:lnTo>
                  <a:lnTo>
                    <a:pt x="2433600" y="986781"/>
                  </a:lnTo>
                  <a:lnTo>
                    <a:pt x="2434672" y="986096"/>
                  </a:lnTo>
                  <a:lnTo>
                    <a:pt x="2435744" y="985411"/>
                  </a:lnTo>
                  <a:lnTo>
                    <a:pt x="2436815" y="984727"/>
                  </a:lnTo>
                  <a:lnTo>
                    <a:pt x="2437887" y="984043"/>
                  </a:lnTo>
                  <a:lnTo>
                    <a:pt x="2438958" y="983359"/>
                  </a:lnTo>
                  <a:lnTo>
                    <a:pt x="2440030" y="982675"/>
                  </a:lnTo>
                  <a:lnTo>
                    <a:pt x="2441102" y="981992"/>
                  </a:lnTo>
                  <a:lnTo>
                    <a:pt x="2442173" y="981308"/>
                  </a:lnTo>
                  <a:lnTo>
                    <a:pt x="2443245" y="980625"/>
                  </a:lnTo>
                  <a:lnTo>
                    <a:pt x="2444316" y="979942"/>
                  </a:lnTo>
                  <a:lnTo>
                    <a:pt x="2445388" y="979260"/>
                  </a:lnTo>
                  <a:lnTo>
                    <a:pt x="2446460" y="978577"/>
                  </a:lnTo>
                  <a:lnTo>
                    <a:pt x="2447531" y="977895"/>
                  </a:lnTo>
                  <a:lnTo>
                    <a:pt x="2448603" y="977213"/>
                  </a:lnTo>
                  <a:lnTo>
                    <a:pt x="2449674" y="976531"/>
                  </a:lnTo>
                  <a:lnTo>
                    <a:pt x="2450746" y="975849"/>
                  </a:lnTo>
                  <a:lnTo>
                    <a:pt x="2451818" y="975168"/>
                  </a:lnTo>
                  <a:lnTo>
                    <a:pt x="2452889" y="974486"/>
                  </a:lnTo>
                  <a:lnTo>
                    <a:pt x="2453961" y="973805"/>
                  </a:lnTo>
                  <a:lnTo>
                    <a:pt x="2455032" y="973124"/>
                  </a:lnTo>
                  <a:lnTo>
                    <a:pt x="2456104" y="972443"/>
                  </a:lnTo>
                  <a:lnTo>
                    <a:pt x="2457176" y="971763"/>
                  </a:lnTo>
                  <a:lnTo>
                    <a:pt x="2458247" y="971083"/>
                  </a:lnTo>
                  <a:lnTo>
                    <a:pt x="2459319" y="970403"/>
                  </a:lnTo>
                  <a:lnTo>
                    <a:pt x="2460390" y="969723"/>
                  </a:lnTo>
                  <a:lnTo>
                    <a:pt x="2461462" y="969043"/>
                  </a:lnTo>
                  <a:lnTo>
                    <a:pt x="2462534" y="968363"/>
                  </a:lnTo>
                  <a:lnTo>
                    <a:pt x="2463605" y="967684"/>
                  </a:lnTo>
                  <a:lnTo>
                    <a:pt x="2464677" y="967005"/>
                  </a:lnTo>
                  <a:lnTo>
                    <a:pt x="2465748" y="966326"/>
                  </a:lnTo>
                  <a:lnTo>
                    <a:pt x="2466820" y="965647"/>
                  </a:lnTo>
                  <a:lnTo>
                    <a:pt x="2467892" y="964969"/>
                  </a:lnTo>
                  <a:lnTo>
                    <a:pt x="2468963" y="964290"/>
                  </a:lnTo>
                  <a:lnTo>
                    <a:pt x="2470035" y="963612"/>
                  </a:lnTo>
                  <a:lnTo>
                    <a:pt x="2471106" y="962934"/>
                  </a:lnTo>
                  <a:lnTo>
                    <a:pt x="2472178" y="962256"/>
                  </a:lnTo>
                  <a:lnTo>
                    <a:pt x="2473250" y="961579"/>
                  </a:lnTo>
                  <a:lnTo>
                    <a:pt x="2474321" y="960901"/>
                  </a:lnTo>
                  <a:lnTo>
                    <a:pt x="2475393" y="960224"/>
                  </a:lnTo>
                  <a:lnTo>
                    <a:pt x="2476464" y="959547"/>
                  </a:lnTo>
                  <a:lnTo>
                    <a:pt x="2477536" y="958870"/>
                  </a:lnTo>
                  <a:lnTo>
                    <a:pt x="2478608" y="958194"/>
                  </a:lnTo>
                  <a:lnTo>
                    <a:pt x="2479679" y="957517"/>
                  </a:lnTo>
                  <a:lnTo>
                    <a:pt x="2480751" y="956841"/>
                  </a:lnTo>
                  <a:lnTo>
                    <a:pt x="2481822" y="956165"/>
                  </a:lnTo>
                  <a:lnTo>
                    <a:pt x="2482894" y="955489"/>
                  </a:lnTo>
                  <a:lnTo>
                    <a:pt x="2483966" y="954813"/>
                  </a:lnTo>
                  <a:lnTo>
                    <a:pt x="2485037" y="954138"/>
                  </a:lnTo>
                  <a:lnTo>
                    <a:pt x="2486109" y="953462"/>
                  </a:lnTo>
                  <a:lnTo>
                    <a:pt x="2487180" y="952787"/>
                  </a:lnTo>
                  <a:lnTo>
                    <a:pt x="2488252" y="952112"/>
                  </a:lnTo>
                  <a:lnTo>
                    <a:pt x="2489323" y="951437"/>
                  </a:lnTo>
                  <a:lnTo>
                    <a:pt x="2490395" y="950763"/>
                  </a:lnTo>
                  <a:lnTo>
                    <a:pt x="2491467" y="950088"/>
                  </a:lnTo>
                  <a:lnTo>
                    <a:pt x="2492538" y="949414"/>
                  </a:lnTo>
                  <a:lnTo>
                    <a:pt x="2493610" y="948740"/>
                  </a:lnTo>
                  <a:lnTo>
                    <a:pt x="2494681" y="948066"/>
                  </a:lnTo>
                  <a:lnTo>
                    <a:pt x="2495753" y="947393"/>
                  </a:lnTo>
                  <a:lnTo>
                    <a:pt x="2496825" y="946719"/>
                  </a:lnTo>
                  <a:lnTo>
                    <a:pt x="2497896" y="946046"/>
                  </a:lnTo>
                  <a:lnTo>
                    <a:pt x="2498968" y="945373"/>
                  </a:lnTo>
                  <a:lnTo>
                    <a:pt x="2500039" y="944700"/>
                  </a:lnTo>
                  <a:lnTo>
                    <a:pt x="2501111" y="944027"/>
                  </a:lnTo>
                  <a:lnTo>
                    <a:pt x="2502183" y="943355"/>
                  </a:lnTo>
                  <a:lnTo>
                    <a:pt x="2503254" y="942682"/>
                  </a:lnTo>
                  <a:lnTo>
                    <a:pt x="2504326" y="942010"/>
                  </a:lnTo>
                  <a:lnTo>
                    <a:pt x="2505397" y="941338"/>
                  </a:lnTo>
                  <a:lnTo>
                    <a:pt x="2506469" y="940666"/>
                  </a:lnTo>
                  <a:lnTo>
                    <a:pt x="2507541" y="939994"/>
                  </a:lnTo>
                  <a:lnTo>
                    <a:pt x="2508612" y="939323"/>
                  </a:lnTo>
                  <a:lnTo>
                    <a:pt x="2509684" y="938651"/>
                  </a:lnTo>
                  <a:lnTo>
                    <a:pt x="2510755" y="937980"/>
                  </a:lnTo>
                  <a:lnTo>
                    <a:pt x="2511827" y="937309"/>
                  </a:lnTo>
                  <a:lnTo>
                    <a:pt x="2512899" y="936639"/>
                  </a:lnTo>
                  <a:lnTo>
                    <a:pt x="2513970" y="935968"/>
                  </a:lnTo>
                  <a:lnTo>
                    <a:pt x="2515042" y="935297"/>
                  </a:lnTo>
                  <a:lnTo>
                    <a:pt x="2516113" y="934627"/>
                  </a:lnTo>
                  <a:lnTo>
                    <a:pt x="2517185" y="933957"/>
                  </a:lnTo>
                  <a:lnTo>
                    <a:pt x="2518257" y="933287"/>
                  </a:lnTo>
                  <a:lnTo>
                    <a:pt x="2519328" y="932617"/>
                  </a:lnTo>
                  <a:lnTo>
                    <a:pt x="2520400" y="931948"/>
                  </a:lnTo>
                  <a:lnTo>
                    <a:pt x="2521471" y="931278"/>
                  </a:lnTo>
                  <a:lnTo>
                    <a:pt x="2522543" y="930609"/>
                  </a:lnTo>
                  <a:lnTo>
                    <a:pt x="2523615" y="929940"/>
                  </a:lnTo>
                  <a:lnTo>
                    <a:pt x="2524686" y="929271"/>
                  </a:lnTo>
                  <a:lnTo>
                    <a:pt x="2525758" y="928602"/>
                  </a:lnTo>
                  <a:lnTo>
                    <a:pt x="2526829" y="927934"/>
                  </a:lnTo>
                  <a:lnTo>
                    <a:pt x="2527901" y="927265"/>
                  </a:lnTo>
                  <a:lnTo>
                    <a:pt x="2528973" y="926597"/>
                  </a:lnTo>
                  <a:lnTo>
                    <a:pt x="2530044" y="925929"/>
                  </a:lnTo>
                  <a:lnTo>
                    <a:pt x="2531116" y="925261"/>
                  </a:lnTo>
                  <a:lnTo>
                    <a:pt x="2532187" y="924593"/>
                  </a:lnTo>
                  <a:lnTo>
                    <a:pt x="2533259" y="923926"/>
                  </a:lnTo>
                  <a:lnTo>
                    <a:pt x="2534331" y="923258"/>
                  </a:lnTo>
                  <a:lnTo>
                    <a:pt x="2535402" y="922591"/>
                  </a:lnTo>
                  <a:lnTo>
                    <a:pt x="2536474" y="921924"/>
                  </a:lnTo>
                  <a:lnTo>
                    <a:pt x="2537545" y="921257"/>
                  </a:lnTo>
                  <a:lnTo>
                    <a:pt x="2538617" y="920590"/>
                  </a:lnTo>
                  <a:lnTo>
                    <a:pt x="2539689" y="919924"/>
                  </a:lnTo>
                  <a:lnTo>
                    <a:pt x="2540760" y="919257"/>
                  </a:lnTo>
                  <a:lnTo>
                    <a:pt x="2541832" y="918591"/>
                  </a:lnTo>
                  <a:lnTo>
                    <a:pt x="2542903" y="917925"/>
                  </a:lnTo>
                  <a:lnTo>
                    <a:pt x="2543975" y="917259"/>
                  </a:lnTo>
                  <a:lnTo>
                    <a:pt x="2545047" y="916593"/>
                  </a:lnTo>
                  <a:lnTo>
                    <a:pt x="2546118" y="915927"/>
                  </a:lnTo>
                  <a:lnTo>
                    <a:pt x="2547190" y="915262"/>
                  </a:lnTo>
                  <a:lnTo>
                    <a:pt x="2548261" y="914596"/>
                  </a:lnTo>
                  <a:lnTo>
                    <a:pt x="2549333" y="913931"/>
                  </a:lnTo>
                  <a:lnTo>
                    <a:pt x="2550405" y="913266"/>
                  </a:lnTo>
                  <a:lnTo>
                    <a:pt x="2551476" y="912601"/>
                  </a:lnTo>
                  <a:lnTo>
                    <a:pt x="2552548" y="911937"/>
                  </a:lnTo>
                  <a:lnTo>
                    <a:pt x="2553619" y="911272"/>
                  </a:lnTo>
                  <a:lnTo>
                    <a:pt x="2554691" y="910608"/>
                  </a:lnTo>
                  <a:lnTo>
                    <a:pt x="2555763" y="909943"/>
                  </a:lnTo>
                  <a:lnTo>
                    <a:pt x="2556834" y="909279"/>
                  </a:lnTo>
                  <a:lnTo>
                    <a:pt x="2557906" y="908615"/>
                  </a:lnTo>
                  <a:lnTo>
                    <a:pt x="2558977" y="907952"/>
                  </a:lnTo>
                  <a:lnTo>
                    <a:pt x="2560049" y="907288"/>
                  </a:lnTo>
                  <a:lnTo>
                    <a:pt x="2561121" y="906624"/>
                  </a:lnTo>
                  <a:lnTo>
                    <a:pt x="2562192" y="905961"/>
                  </a:lnTo>
                  <a:lnTo>
                    <a:pt x="2563264" y="905298"/>
                  </a:lnTo>
                  <a:lnTo>
                    <a:pt x="2564335" y="904635"/>
                  </a:lnTo>
                  <a:lnTo>
                    <a:pt x="2565407" y="903972"/>
                  </a:lnTo>
                  <a:lnTo>
                    <a:pt x="2566479" y="903309"/>
                  </a:lnTo>
                  <a:lnTo>
                    <a:pt x="2567550" y="902647"/>
                  </a:lnTo>
                  <a:lnTo>
                    <a:pt x="2568622" y="901984"/>
                  </a:lnTo>
                  <a:lnTo>
                    <a:pt x="2569693" y="901322"/>
                  </a:lnTo>
                  <a:lnTo>
                    <a:pt x="2570765" y="900660"/>
                  </a:lnTo>
                  <a:lnTo>
                    <a:pt x="2571837" y="899998"/>
                  </a:lnTo>
                  <a:lnTo>
                    <a:pt x="2572908" y="899336"/>
                  </a:lnTo>
                  <a:lnTo>
                    <a:pt x="2573980" y="898674"/>
                  </a:lnTo>
                  <a:lnTo>
                    <a:pt x="2575051" y="898012"/>
                  </a:lnTo>
                  <a:lnTo>
                    <a:pt x="2576123" y="897351"/>
                  </a:lnTo>
                  <a:lnTo>
                    <a:pt x="2577195" y="896690"/>
                  </a:lnTo>
                  <a:lnTo>
                    <a:pt x="2578266" y="896028"/>
                  </a:lnTo>
                  <a:lnTo>
                    <a:pt x="2579338" y="895367"/>
                  </a:lnTo>
                  <a:lnTo>
                    <a:pt x="2580409" y="894707"/>
                  </a:lnTo>
                  <a:lnTo>
                    <a:pt x="2581481" y="894046"/>
                  </a:lnTo>
                  <a:lnTo>
                    <a:pt x="2582553" y="893385"/>
                  </a:lnTo>
                  <a:lnTo>
                    <a:pt x="2583624" y="892725"/>
                  </a:lnTo>
                  <a:lnTo>
                    <a:pt x="2584696" y="892064"/>
                  </a:lnTo>
                  <a:lnTo>
                    <a:pt x="2585767" y="891404"/>
                  </a:lnTo>
                  <a:lnTo>
                    <a:pt x="2586839" y="890744"/>
                  </a:lnTo>
                  <a:lnTo>
                    <a:pt x="2587911" y="890084"/>
                  </a:lnTo>
                  <a:lnTo>
                    <a:pt x="2588982" y="889424"/>
                  </a:lnTo>
                  <a:lnTo>
                    <a:pt x="2590054" y="888765"/>
                  </a:lnTo>
                  <a:lnTo>
                    <a:pt x="2591125" y="888105"/>
                  </a:lnTo>
                  <a:lnTo>
                    <a:pt x="2592197" y="887446"/>
                  </a:lnTo>
                  <a:lnTo>
                    <a:pt x="2593269" y="886786"/>
                  </a:lnTo>
                  <a:lnTo>
                    <a:pt x="2594340" y="886127"/>
                  </a:lnTo>
                  <a:lnTo>
                    <a:pt x="2595412" y="885468"/>
                  </a:lnTo>
                  <a:lnTo>
                    <a:pt x="2596483" y="884809"/>
                  </a:lnTo>
                  <a:lnTo>
                    <a:pt x="2597555" y="884151"/>
                  </a:lnTo>
                  <a:lnTo>
                    <a:pt x="2598627" y="883492"/>
                  </a:lnTo>
                  <a:lnTo>
                    <a:pt x="2599698" y="882834"/>
                  </a:lnTo>
                  <a:lnTo>
                    <a:pt x="2600770" y="882175"/>
                  </a:lnTo>
                  <a:lnTo>
                    <a:pt x="2601841" y="881517"/>
                  </a:lnTo>
                  <a:lnTo>
                    <a:pt x="2602913" y="880859"/>
                  </a:lnTo>
                  <a:lnTo>
                    <a:pt x="2603985" y="880201"/>
                  </a:lnTo>
                  <a:lnTo>
                    <a:pt x="2605056" y="879543"/>
                  </a:lnTo>
                  <a:lnTo>
                    <a:pt x="2606128" y="878885"/>
                  </a:lnTo>
                  <a:lnTo>
                    <a:pt x="2607199" y="878228"/>
                  </a:lnTo>
                  <a:lnTo>
                    <a:pt x="2608271" y="877570"/>
                  </a:lnTo>
                  <a:lnTo>
                    <a:pt x="2609343" y="876913"/>
                  </a:lnTo>
                  <a:lnTo>
                    <a:pt x="2610414" y="876255"/>
                  </a:lnTo>
                  <a:lnTo>
                    <a:pt x="2611486" y="875598"/>
                  </a:lnTo>
                  <a:lnTo>
                    <a:pt x="2612557" y="874941"/>
                  </a:lnTo>
                  <a:lnTo>
                    <a:pt x="2613629" y="874284"/>
                  </a:lnTo>
                  <a:lnTo>
                    <a:pt x="2614701" y="873628"/>
                  </a:lnTo>
                  <a:lnTo>
                    <a:pt x="2615772" y="872971"/>
                  </a:lnTo>
                  <a:lnTo>
                    <a:pt x="2616844" y="872314"/>
                  </a:lnTo>
                  <a:lnTo>
                    <a:pt x="2617915" y="871658"/>
                  </a:lnTo>
                  <a:lnTo>
                    <a:pt x="2618987" y="871002"/>
                  </a:lnTo>
                  <a:lnTo>
                    <a:pt x="2620059" y="870345"/>
                  </a:lnTo>
                  <a:lnTo>
                    <a:pt x="2621130" y="869689"/>
                  </a:lnTo>
                  <a:lnTo>
                    <a:pt x="2622202" y="869033"/>
                  </a:lnTo>
                  <a:lnTo>
                    <a:pt x="2623273" y="868377"/>
                  </a:lnTo>
                  <a:lnTo>
                    <a:pt x="2624345" y="867722"/>
                  </a:lnTo>
                  <a:lnTo>
                    <a:pt x="2625417" y="867066"/>
                  </a:lnTo>
                  <a:lnTo>
                    <a:pt x="2626488" y="866410"/>
                  </a:lnTo>
                  <a:lnTo>
                    <a:pt x="2627560" y="865755"/>
                  </a:lnTo>
                  <a:lnTo>
                    <a:pt x="2628631" y="865100"/>
                  </a:lnTo>
                  <a:lnTo>
                    <a:pt x="2629703" y="864444"/>
                  </a:lnTo>
                  <a:lnTo>
                    <a:pt x="2630775" y="863789"/>
                  </a:lnTo>
                  <a:lnTo>
                    <a:pt x="2631846" y="863134"/>
                  </a:lnTo>
                  <a:lnTo>
                    <a:pt x="2632918" y="862479"/>
                  </a:lnTo>
                  <a:lnTo>
                    <a:pt x="2633989" y="861825"/>
                  </a:lnTo>
                  <a:lnTo>
                    <a:pt x="2635061" y="861170"/>
                  </a:lnTo>
                  <a:lnTo>
                    <a:pt x="2636133" y="860515"/>
                  </a:lnTo>
                  <a:lnTo>
                    <a:pt x="2637204" y="859861"/>
                  </a:lnTo>
                  <a:lnTo>
                    <a:pt x="2638276" y="859207"/>
                  </a:lnTo>
                  <a:lnTo>
                    <a:pt x="2639347" y="858552"/>
                  </a:lnTo>
                  <a:lnTo>
                    <a:pt x="2640419" y="857898"/>
                  </a:lnTo>
                  <a:lnTo>
                    <a:pt x="2641491" y="857244"/>
                  </a:lnTo>
                  <a:lnTo>
                    <a:pt x="2642562" y="856590"/>
                  </a:lnTo>
                  <a:lnTo>
                    <a:pt x="2643634" y="855936"/>
                  </a:lnTo>
                  <a:lnTo>
                    <a:pt x="2644705" y="855282"/>
                  </a:lnTo>
                  <a:lnTo>
                    <a:pt x="2645777" y="854629"/>
                  </a:lnTo>
                  <a:lnTo>
                    <a:pt x="2646849" y="853975"/>
                  </a:lnTo>
                  <a:lnTo>
                    <a:pt x="2647920" y="853322"/>
                  </a:lnTo>
                  <a:lnTo>
                    <a:pt x="2648992" y="852668"/>
                  </a:lnTo>
                  <a:lnTo>
                    <a:pt x="2650063" y="852015"/>
                  </a:lnTo>
                  <a:lnTo>
                    <a:pt x="2651135" y="851362"/>
                  </a:lnTo>
                  <a:lnTo>
                    <a:pt x="2652207" y="850709"/>
                  </a:lnTo>
                  <a:lnTo>
                    <a:pt x="2653278" y="850056"/>
                  </a:lnTo>
                  <a:lnTo>
                    <a:pt x="2654350" y="849403"/>
                  </a:lnTo>
                  <a:lnTo>
                    <a:pt x="2655421" y="848750"/>
                  </a:lnTo>
                  <a:lnTo>
                    <a:pt x="2656493" y="848097"/>
                  </a:lnTo>
                  <a:lnTo>
                    <a:pt x="2657565" y="847444"/>
                  </a:lnTo>
                  <a:lnTo>
                    <a:pt x="2658636" y="846792"/>
                  </a:lnTo>
                  <a:lnTo>
                    <a:pt x="2659708" y="846139"/>
                  </a:lnTo>
                  <a:lnTo>
                    <a:pt x="2660779" y="845487"/>
                  </a:lnTo>
                  <a:lnTo>
                    <a:pt x="2661851" y="844835"/>
                  </a:lnTo>
                  <a:lnTo>
                    <a:pt x="2662922" y="844182"/>
                  </a:lnTo>
                  <a:lnTo>
                    <a:pt x="2663994" y="843530"/>
                  </a:lnTo>
                  <a:lnTo>
                    <a:pt x="2665066" y="842878"/>
                  </a:lnTo>
                  <a:lnTo>
                    <a:pt x="2666137" y="842226"/>
                  </a:lnTo>
                  <a:lnTo>
                    <a:pt x="2667209" y="841574"/>
                  </a:lnTo>
                  <a:lnTo>
                    <a:pt x="2668280" y="840923"/>
                  </a:lnTo>
                  <a:lnTo>
                    <a:pt x="2669352" y="840271"/>
                  </a:lnTo>
                  <a:lnTo>
                    <a:pt x="2670424" y="839619"/>
                  </a:lnTo>
                  <a:lnTo>
                    <a:pt x="2671495" y="838968"/>
                  </a:lnTo>
                  <a:lnTo>
                    <a:pt x="2672567" y="838316"/>
                  </a:lnTo>
                  <a:lnTo>
                    <a:pt x="2673638" y="837665"/>
                  </a:lnTo>
                  <a:lnTo>
                    <a:pt x="2674710" y="837013"/>
                  </a:lnTo>
                  <a:lnTo>
                    <a:pt x="2675782" y="836362"/>
                  </a:lnTo>
                  <a:lnTo>
                    <a:pt x="2676853" y="835711"/>
                  </a:lnTo>
                  <a:lnTo>
                    <a:pt x="2677925" y="835060"/>
                  </a:lnTo>
                  <a:lnTo>
                    <a:pt x="2678996" y="834409"/>
                  </a:lnTo>
                  <a:lnTo>
                    <a:pt x="2680068" y="833758"/>
                  </a:lnTo>
                  <a:lnTo>
                    <a:pt x="2681140" y="833107"/>
                  </a:lnTo>
                  <a:lnTo>
                    <a:pt x="2682211" y="832456"/>
                  </a:lnTo>
                  <a:lnTo>
                    <a:pt x="2683283" y="831805"/>
                  </a:lnTo>
                  <a:lnTo>
                    <a:pt x="2684354" y="831154"/>
                  </a:lnTo>
                  <a:lnTo>
                    <a:pt x="2685426" y="830504"/>
                  </a:lnTo>
                  <a:lnTo>
                    <a:pt x="2686498" y="829853"/>
                  </a:lnTo>
                  <a:lnTo>
                    <a:pt x="2687569" y="829203"/>
                  </a:lnTo>
                  <a:lnTo>
                    <a:pt x="2688641" y="828552"/>
                  </a:lnTo>
                  <a:lnTo>
                    <a:pt x="2689712" y="827902"/>
                  </a:lnTo>
                  <a:lnTo>
                    <a:pt x="2690784" y="827251"/>
                  </a:lnTo>
                  <a:lnTo>
                    <a:pt x="2691856" y="826601"/>
                  </a:lnTo>
                  <a:lnTo>
                    <a:pt x="2692927" y="825951"/>
                  </a:lnTo>
                  <a:lnTo>
                    <a:pt x="2693999" y="825301"/>
                  </a:lnTo>
                  <a:lnTo>
                    <a:pt x="2695070" y="824651"/>
                  </a:lnTo>
                  <a:lnTo>
                    <a:pt x="2696142" y="824001"/>
                  </a:lnTo>
                  <a:lnTo>
                    <a:pt x="2697214" y="823351"/>
                  </a:lnTo>
                  <a:lnTo>
                    <a:pt x="2698285" y="822701"/>
                  </a:lnTo>
                  <a:lnTo>
                    <a:pt x="2699357" y="822051"/>
                  </a:lnTo>
                  <a:lnTo>
                    <a:pt x="2700428" y="821401"/>
                  </a:lnTo>
                  <a:lnTo>
                    <a:pt x="2701500" y="820752"/>
                  </a:lnTo>
                  <a:lnTo>
                    <a:pt x="2702572" y="820102"/>
                  </a:lnTo>
                  <a:lnTo>
                    <a:pt x="2703643" y="819452"/>
                  </a:lnTo>
                  <a:lnTo>
                    <a:pt x="2704715" y="818803"/>
                  </a:lnTo>
                  <a:lnTo>
                    <a:pt x="2705786" y="818153"/>
                  </a:lnTo>
                  <a:lnTo>
                    <a:pt x="2706858" y="817504"/>
                  </a:lnTo>
                  <a:lnTo>
                    <a:pt x="2707930" y="816854"/>
                  </a:lnTo>
                  <a:lnTo>
                    <a:pt x="2709001" y="816205"/>
                  </a:lnTo>
                  <a:lnTo>
                    <a:pt x="2710073" y="815556"/>
                  </a:lnTo>
                  <a:lnTo>
                    <a:pt x="2711144" y="814906"/>
                  </a:lnTo>
                  <a:lnTo>
                    <a:pt x="2712216" y="814257"/>
                  </a:lnTo>
                  <a:lnTo>
                    <a:pt x="2713288" y="813608"/>
                  </a:lnTo>
                  <a:lnTo>
                    <a:pt x="2714359" y="812959"/>
                  </a:lnTo>
                  <a:lnTo>
                    <a:pt x="2715431" y="812310"/>
                  </a:lnTo>
                  <a:lnTo>
                    <a:pt x="2716502" y="811661"/>
                  </a:lnTo>
                  <a:lnTo>
                    <a:pt x="2717574" y="811012"/>
                  </a:lnTo>
                  <a:lnTo>
                    <a:pt x="2718646" y="810363"/>
                  </a:lnTo>
                  <a:lnTo>
                    <a:pt x="2719717" y="809714"/>
                  </a:lnTo>
                  <a:lnTo>
                    <a:pt x="2720789" y="809065"/>
                  </a:lnTo>
                  <a:lnTo>
                    <a:pt x="2721860" y="808416"/>
                  </a:lnTo>
                  <a:lnTo>
                    <a:pt x="2722932" y="807767"/>
                  </a:lnTo>
                  <a:lnTo>
                    <a:pt x="2724004" y="807119"/>
                  </a:lnTo>
                  <a:lnTo>
                    <a:pt x="2725075" y="806470"/>
                  </a:lnTo>
                  <a:lnTo>
                    <a:pt x="2726147" y="805821"/>
                  </a:lnTo>
                  <a:lnTo>
                    <a:pt x="2727218" y="805172"/>
                  </a:lnTo>
                  <a:lnTo>
                    <a:pt x="2728290" y="804524"/>
                  </a:lnTo>
                  <a:lnTo>
                    <a:pt x="2729362" y="803875"/>
                  </a:lnTo>
                  <a:lnTo>
                    <a:pt x="2730433" y="803227"/>
                  </a:lnTo>
                  <a:lnTo>
                    <a:pt x="2731505" y="802578"/>
                  </a:lnTo>
                  <a:lnTo>
                    <a:pt x="2732576" y="801930"/>
                  </a:lnTo>
                  <a:lnTo>
                    <a:pt x="2733648" y="801281"/>
                  </a:lnTo>
                  <a:lnTo>
                    <a:pt x="2734720" y="800633"/>
                  </a:lnTo>
                  <a:lnTo>
                    <a:pt x="2735791" y="799984"/>
                  </a:lnTo>
                  <a:lnTo>
                    <a:pt x="2736863" y="799336"/>
                  </a:lnTo>
                  <a:lnTo>
                    <a:pt x="2737934" y="798687"/>
                  </a:lnTo>
                  <a:lnTo>
                    <a:pt x="2739006" y="798039"/>
                  </a:lnTo>
                  <a:lnTo>
                    <a:pt x="2740078" y="797391"/>
                  </a:lnTo>
                  <a:lnTo>
                    <a:pt x="2741149" y="796742"/>
                  </a:lnTo>
                  <a:lnTo>
                    <a:pt x="2742221" y="796094"/>
                  </a:lnTo>
                  <a:lnTo>
                    <a:pt x="2743292" y="795446"/>
                  </a:lnTo>
                  <a:lnTo>
                    <a:pt x="2744364" y="794798"/>
                  </a:lnTo>
                  <a:lnTo>
                    <a:pt x="2745436" y="794149"/>
                  </a:lnTo>
                  <a:lnTo>
                    <a:pt x="2746507" y="793501"/>
                  </a:lnTo>
                  <a:lnTo>
                    <a:pt x="2747579" y="792853"/>
                  </a:lnTo>
                  <a:lnTo>
                    <a:pt x="2748650" y="792205"/>
                  </a:lnTo>
                  <a:lnTo>
                    <a:pt x="2749722" y="791557"/>
                  </a:lnTo>
                  <a:lnTo>
                    <a:pt x="2750794" y="790908"/>
                  </a:lnTo>
                  <a:lnTo>
                    <a:pt x="2751865" y="790260"/>
                  </a:lnTo>
                  <a:lnTo>
                    <a:pt x="2752937" y="789612"/>
                  </a:lnTo>
                  <a:lnTo>
                    <a:pt x="2754008" y="788964"/>
                  </a:lnTo>
                  <a:lnTo>
                    <a:pt x="2755080" y="788316"/>
                  </a:lnTo>
                  <a:lnTo>
                    <a:pt x="2756152" y="787668"/>
                  </a:lnTo>
                  <a:lnTo>
                    <a:pt x="2757223" y="787020"/>
                  </a:lnTo>
                  <a:lnTo>
                    <a:pt x="2758295" y="786372"/>
                  </a:lnTo>
                  <a:lnTo>
                    <a:pt x="2759366" y="785724"/>
                  </a:lnTo>
                  <a:lnTo>
                    <a:pt x="2760438" y="785075"/>
                  </a:lnTo>
                  <a:lnTo>
                    <a:pt x="2761510" y="784427"/>
                  </a:lnTo>
                  <a:lnTo>
                    <a:pt x="2762581" y="783779"/>
                  </a:lnTo>
                  <a:lnTo>
                    <a:pt x="2763653" y="783131"/>
                  </a:lnTo>
                  <a:lnTo>
                    <a:pt x="2764724" y="782483"/>
                  </a:lnTo>
                  <a:lnTo>
                    <a:pt x="2765796" y="781835"/>
                  </a:lnTo>
                  <a:lnTo>
                    <a:pt x="2766868" y="781187"/>
                  </a:lnTo>
                  <a:lnTo>
                    <a:pt x="2767939" y="780539"/>
                  </a:lnTo>
                  <a:lnTo>
                    <a:pt x="2769011" y="779891"/>
                  </a:lnTo>
                  <a:lnTo>
                    <a:pt x="2770082" y="779243"/>
                  </a:lnTo>
                  <a:lnTo>
                    <a:pt x="2771154" y="778595"/>
                  </a:lnTo>
                  <a:lnTo>
                    <a:pt x="2772226" y="777947"/>
                  </a:lnTo>
                  <a:lnTo>
                    <a:pt x="2773297" y="777299"/>
                  </a:lnTo>
                  <a:lnTo>
                    <a:pt x="2774369" y="776650"/>
                  </a:lnTo>
                  <a:lnTo>
                    <a:pt x="2775440" y="776002"/>
                  </a:lnTo>
                  <a:lnTo>
                    <a:pt x="2776512" y="775354"/>
                  </a:lnTo>
                  <a:lnTo>
                    <a:pt x="2777584" y="774706"/>
                  </a:lnTo>
                  <a:lnTo>
                    <a:pt x="2778655" y="774058"/>
                  </a:lnTo>
                  <a:lnTo>
                    <a:pt x="2779727" y="773410"/>
                  </a:lnTo>
                  <a:lnTo>
                    <a:pt x="2780798" y="772762"/>
                  </a:lnTo>
                  <a:lnTo>
                    <a:pt x="2781870" y="772113"/>
                  </a:lnTo>
                  <a:lnTo>
                    <a:pt x="2782942" y="771465"/>
                  </a:lnTo>
                  <a:lnTo>
                    <a:pt x="2784013" y="770817"/>
                  </a:lnTo>
                  <a:lnTo>
                    <a:pt x="2785085" y="770169"/>
                  </a:lnTo>
                  <a:lnTo>
                    <a:pt x="2786156" y="769520"/>
                  </a:lnTo>
                  <a:lnTo>
                    <a:pt x="2787228" y="768872"/>
                  </a:lnTo>
                  <a:lnTo>
                    <a:pt x="2788300" y="768224"/>
                  </a:lnTo>
                  <a:lnTo>
                    <a:pt x="2789371" y="767576"/>
                  </a:lnTo>
                  <a:lnTo>
                    <a:pt x="2790443" y="766927"/>
                  </a:lnTo>
                  <a:lnTo>
                    <a:pt x="2791514" y="766279"/>
                  </a:lnTo>
                  <a:lnTo>
                    <a:pt x="2792586" y="765630"/>
                  </a:lnTo>
                  <a:lnTo>
                    <a:pt x="2793658" y="764982"/>
                  </a:lnTo>
                  <a:lnTo>
                    <a:pt x="2794729" y="764334"/>
                  </a:lnTo>
                  <a:lnTo>
                    <a:pt x="2795801" y="763685"/>
                  </a:lnTo>
                  <a:lnTo>
                    <a:pt x="2796872" y="763037"/>
                  </a:lnTo>
                  <a:lnTo>
                    <a:pt x="2797944" y="762388"/>
                  </a:lnTo>
                  <a:lnTo>
                    <a:pt x="2799016" y="761740"/>
                  </a:lnTo>
                  <a:lnTo>
                    <a:pt x="2800087" y="761091"/>
                  </a:lnTo>
                  <a:lnTo>
                    <a:pt x="2801159" y="760442"/>
                  </a:lnTo>
                  <a:lnTo>
                    <a:pt x="2802230" y="759794"/>
                  </a:lnTo>
                  <a:lnTo>
                    <a:pt x="2803302" y="759145"/>
                  </a:lnTo>
                  <a:lnTo>
                    <a:pt x="2804374" y="758496"/>
                  </a:lnTo>
                  <a:lnTo>
                    <a:pt x="2805445" y="757847"/>
                  </a:lnTo>
                  <a:lnTo>
                    <a:pt x="2806517" y="757199"/>
                  </a:lnTo>
                  <a:lnTo>
                    <a:pt x="2807588" y="756550"/>
                  </a:lnTo>
                  <a:lnTo>
                    <a:pt x="2808660" y="755901"/>
                  </a:lnTo>
                  <a:lnTo>
                    <a:pt x="2809732" y="755252"/>
                  </a:lnTo>
                  <a:lnTo>
                    <a:pt x="2810803" y="754603"/>
                  </a:lnTo>
                  <a:lnTo>
                    <a:pt x="2811875" y="753954"/>
                  </a:lnTo>
                  <a:lnTo>
                    <a:pt x="2812946" y="753305"/>
                  </a:lnTo>
                  <a:lnTo>
                    <a:pt x="2814018" y="752656"/>
                  </a:lnTo>
                  <a:lnTo>
                    <a:pt x="2815090" y="752007"/>
                  </a:lnTo>
                  <a:lnTo>
                    <a:pt x="2816161" y="751357"/>
                  </a:lnTo>
                  <a:lnTo>
                    <a:pt x="2817233" y="750708"/>
                  </a:lnTo>
                  <a:lnTo>
                    <a:pt x="2818304" y="750059"/>
                  </a:lnTo>
                  <a:lnTo>
                    <a:pt x="2819376" y="749409"/>
                  </a:lnTo>
                  <a:lnTo>
                    <a:pt x="2820448" y="748760"/>
                  </a:lnTo>
                  <a:lnTo>
                    <a:pt x="2821519" y="748111"/>
                  </a:lnTo>
                  <a:lnTo>
                    <a:pt x="2822591" y="747461"/>
                  </a:lnTo>
                  <a:lnTo>
                    <a:pt x="2823662" y="746811"/>
                  </a:lnTo>
                  <a:lnTo>
                    <a:pt x="2824734" y="746162"/>
                  </a:lnTo>
                  <a:lnTo>
                    <a:pt x="2825806" y="745512"/>
                  </a:lnTo>
                  <a:lnTo>
                    <a:pt x="2826877" y="744862"/>
                  </a:lnTo>
                  <a:lnTo>
                    <a:pt x="2827949" y="744213"/>
                  </a:lnTo>
                  <a:lnTo>
                    <a:pt x="2829020" y="743563"/>
                  </a:lnTo>
                  <a:lnTo>
                    <a:pt x="2830092" y="742913"/>
                  </a:lnTo>
                  <a:lnTo>
                    <a:pt x="2831164" y="742263"/>
                  </a:lnTo>
                  <a:lnTo>
                    <a:pt x="2832235" y="741613"/>
                  </a:lnTo>
                  <a:lnTo>
                    <a:pt x="2833307" y="740963"/>
                  </a:lnTo>
                  <a:lnTo>
                    <a:pt x="2834378" y="740312"/>
                  </a:lnTo>
                  <a:lnTo>
                    <a:pt x="2835450" y="739662"/>
                  </a:lnTo>
                  <a:lnTo>
                    <a:pt x="2836522" y="739012"/>
                  </a:lnTo>
                  <a:lnTo>
                    <a:pt x="2837593" y="738361"/>
                  </a:lnTo>
                  <a:lnTo>
                    <a:pt x="2838665" y="737711"/>
                  </a:lnTo>
                  <a:lnTo>
                    <a:pt x="2839736" y="737060"/>
                  </a:lnTo>
                  <a:lnTo>
                    <a:pt x="2840808" y="736410"/>
                  </a:lnTo>
                  <a:lnTo>
                    <a:pt x="2841879" y="735759"/>
                  </a:lnTo>
                  <a:lnTo>
                    <a:pt x="2842951" y="735108"/>
                  </a:lnTo>
                  <a:lnTo>
                    <a:pt x="2844023" y="734458"/>
                  </a:lnTo>
                  <a:lnTo>
                    <a:pt x="2845094" y="733807"/>
                  </a:lnTo>
                  <a:lnTo>
                    <a:pt x="2846166" y="733156"/>
                  </a:lnTo>
                  <a:lnTo>
                    <a:pt x="2847237" y="732505"/>
                  </a:lnTo>
                  <a:lnTo>
                    <a:pt x="2848309" y="731853"/>
                  </a:lnTo>
                  <a:lnTo>
                    <a:pt x="2849381" y="731202"/>
                  </a:lnTo>
                  <a:lnTo>
                    <a:pt x="2850452" y="730551"/>
                  </a:lnTo>
                  <a:lnTo>
                    <a:pt x="2851524" y="729899"/>
                  </a:lnTo>
                  <a:lnTo>
                    <a:pt x="2852595" y="729248"/>
                  </a:lnTo>
                  <a:lnTo>
                    <a:pt x="2853667" y="728596"/>
                  </a:lnTo>
                  <a:lnTo>
                    <a:pt x="2854739" y="727945"/>
                  </a:lnTo>
                  <a:lnTo>
                    <a:pt x="2855810" y="727293"/>
                  </a:lnTo>
                  <a:lnTo>
                    <a:pt x="2856882" y="726641"/>
                  </a:lnTo>
                  <a:lnTo>
                    <a:pt x="2857953" y="725989"/>
                  </a:lnTo>
                  <a:lnTo>
                    <a:pt x="2859025" y="725337"/>
                  </a:lnTo>
                  <a:lnTo>
                    <a:pt x="2860097" y="724685"/>
                  </a:lnTo>
                  <a:lnTo>
                    <a:pt x="2861168" y="724033"/>
                  </a:lnTo>
                  <a:lnTo>
                    <a:pt x="2862240" y="723380"/>
                  </a:lnTo>
                  <a:lnTo>
                    <a:pt x="2863311" y="722728"/>
                  </a:lnTo>
                  <a:lnTo>
                    <a:pt x="2864383" y="722075"/>
                  </a:lnTo>
                  <a:lnTo>
                    <a:pt x="2865455" y="721423"/>
                  </a:lnTo>
                  <a:lnTo>
                    <a:pt x="2866526" y="720770"/>
                  </a:lnTo>
                  <a:lnTo>
                    <a:pt x="2867598" y="720117"/>
                  </a:lnTo>
                  <a:lnTo>
                    <a:pt x="2868669" y="719464"/>
                  </a:lnTo>
                  <a:lnTo>
                    <a:pt x="2869741" y="718811"/>
                  </a:lnTo>
                  <a:lnTo>
                    <a:pt x="2870813" y="718158"/>
                  </a:lnTo>
                  <a:lnTo>
                    <a:pt x="2871884" y="717505"/>
                  </a:lnTo>
                  <a:lnTo>
                    <a:pt x="2872956" y="716852"/>
                  </a:lnTo>
                  <a:lnTo>
                    <a:pt x="2874027" y="716198"/>
                  </a:lnTo>
                  <a:lnTo>
                    <a:pt x="2875099" y="715545"/>
                  </a:lnTo>
                  <a:lnTo>
                    <a:pt x="2876171" y="714891"/>
                  </a:lnTo>
                  <a:lnTo>
                    <a:pt x="2877242" y="714237"/>
                  </a:lnTo>
                  <a:lnTo>
                    <a:pt x="2878314" y="713583"/>
                  </a:lnTo>
                  <a:lnTo>
                    <a:pt x="2879385" y="712929"/>
                  </a:lnTo>
                  <a:lnTo>
                    <a:pt x="2880457" y="712275"/>
                  </a:lnTo>
                  <a:lnTo>
                    <a:pt x="2881529" y="711621"/>
                  </a:lnTo>
                  <a:lnTo>
                    <a:pt x="2882600" y="710967"/>
                  </a:lnTo>
                  <a:lnTo>
                    <a:pt x="2883672" y="710312"/>
                  </a:lnTo>
                  <a:lnTo>
                    <a:pt x="2884743" y="709657"/>
                  </a:lnTo>
                  <a:lnTo>
                    <a:pt x="2885815" y="709003"/>
                  </a:lnTo>
                  <a:lnTo>
                    <a:pt x="2886887" y="708348"/>
                  </a:lnTo>
                  <a:lnTo>
                    <a:pt x="2887958" y="707693"/>
                  </a:lnTo>
                  <a:lnTo>
                    <a:pt x="2889030" y="707038"/>
                  </a:lnTo>
                  <a:lnTo>
                    <a:pt x="2890101" y="706383"/>
                  </a:lnTo>
                  <a:lnTo>
                    <a:pt x="2891173" y="705727"/>
                  </a:lnTo>
                  <a:lnTo>
                    <a:pt x="2892245" y="705072"/>
                  </a:lnTo>
                  <a:lnTo>
                    <a:pt x="2893316" y="704416"/>
                  </a:lnTo>
                  <a:lnTo>
                    <a:pt x="2894388" y="703760"/>
                  </a:lnTo>
                  <a:lnTo>
                    <a:pt x="2895459" y="703105"/>
                  </a:lnTo>
                  <a:lnTo>
                    <a:pt x="2896531" y="702448"/>
                  </a:lnTo>
                  <a:lnTo>
                    <a:pt x="2897603" y="701792"/>
                  </a:lnTo>
                  <a:lnTo>
                    <a:pt x="2898674" y="701136"/>
                  </a:lnTo>
                  <a:lnTo>
                    <a:pt x="2899746" y="700480"/>
                  </a:lnTo>
                  <a:lnTo>
                    <a:pt x="2900817" y="699823"/>
                  </a:lnTo>
                  <a:lnTo>
                    <a:pt x="2901889" y="699166"/>
                  </a:lnTo>
                  <a:lnTo>
                    <a:pt x="2902961" y="698510"/>
                  </a:lnTo>
                  <a:lnTo>
                    <a:pt x="2904032" y="697853"/>
                  </a:lnTo>
                  <a:lnTo>
                    <a:pt x="2905104" y="697195"/>
                  </a:lnTo>
                  <a:lnTo>
                    <a:pt x="2906175" y="696538"/>
                  </a:lnTo>
                  <a:lnTo>
                    <a:pt x="2907247" y="695881"/>
                  </a:lnTo>
                  <a:lnTo>
                    <a:pt x="2908319" y="695223"/>
                  </a:lnTo>
                  <a:lnTo>
                    <a:pt x="2909390" y="694565"/>
                  </a:lnTo>
                  <a:lnTo>
                    <a:pt x="2910462" y="693908"/>
                  </a:lnTo>
                  <a:lnTo>
                    <a:pt x="2911533" y="693250"/>
                  </a:lnTo>
                  <a:lnTo>
                    <a:pt x="2912605" y="692591"/>
                  </a:lnTo>
                  <a:lnTo>
                    <a:pt x="2913677" y="691933"/>
                  </a:lnTo>
                  <a:lnTo>
                    <a:pt x="2914748" y="691275"/>
                  </a:lnTo>
                  <a:lnTo>
                    <a:pt x="2915820" y="690616"/>
                  </a:lnTo>
                  <a:lnTo>
                    <a:pt x="2916891" y="689957"/>
                  </a:lnTo>
                  <a:lnTo>
                    <a:pt x="2917963" y="689298"/>
                  </a:lnTo>
                  <a:lnTo>
                    <a:pt x="2919035" y="688639"/>
                  </a:lnTo>
                  <a:lnTo>
                    <a:pt x="2920106" y="687980"/>
                  </a:lnTo>
                  <a:lnTo>
                    <a:pt x="2921178" y="687320"/>
                  </a:lnTo>
                  <a:lnTo>
                    <a:pt x="2922249" y="686661"/>
                  </a:lnTo>
                  <a:lnTo>
                    <a:pt x="2923321" y="686001"/>
                  </a:lnTo>
                  <a:lnTo>
                    <a:pt x="2924393" y="685341"/>
                  </a:lnTo>
                  <a:lnTo>
                    <a:pt x="2925464" y="684681"/>
                  </a:lnTo>
                  <a:lnTo>
                    <a:pt x="2926536" y="684021"/>
                  </a:lnTo>
                  <a:lnTo>
                    <a:pt x="2927607" y="683360"/>
                  </a:lnTo>
                  <a:lnTo>
                    <a:pt x="2928679" y="682700"/>
                  </a:lnTo>
                  <a:lnTo>
                    <a:pt x="2929751" y="682039"/>
                  </a:lnTo>
                  <a:lnTo>
                    <a:pt x="2930822" y="681378"/>
                  </a:lnTo>
                  <a:lnTo>
                    <a:pt x="2931894" y="680717"/>
                  </a:lnTo>
                  <a:lnTo>
                    <a:pt x="2932965" y="680055"/>
                  </a:lnTo>
                  <a:lnTo>
                    <a:pt x="2934037" y="679394"/>
                  </a:lnTo>
                  <a:lnTo>
                    <a:pt x="2935109" y="678732"/>
                  </a:lnTo>
                  <a:lnTo>
                    <a:pt x="2936180" y="678070"/>
                  </a:lnTo>
                  <a:lnTo>
                    <a:pt x="2937252" y="677408"/>
                  </a:lnTo>
                  <a:lnTo>
                    <a:pt x="2938323" y="676746"/>
                  </a:lnTo>
                  <a:lnTo>
                    <a:pt x="2939395" y="676084"/>
                  </a:lnTo>
                  <a:lnTo>
                    <a:pt x="2940467" y="675421"/>
                  </a:lnTo>
                  <a:lnTo>
                    <a:pt x="2941538" y="674758"/>
                  </a:lnTo>
                  <a:lnTo>
                    <a:pt x="2942610" y="674095"/>
                  </a:lnTo>
                  <a:lnTo>
                    <a:pt x="2943681" y="673432"/>
                  </a:lnTo>
                  <a:lnTo>
                    <a:pt x="2944753" y="672769"/>
                  </a:lnTo>
                  <a:lnTo>
                    <a:pt x="2945825" y="672105"/>
                  </a:lnTo>
                  <a:lnTo>
                    <a:pt x="2946896" y="671442"/>
                  </a:lnTo>
                  <a:lnTo>
                    <a:pt x="2947968" y="670778"/>
                  </a:lnTo>
                  <a:lnTo>
                    <a:pt x="2949039" y="670114"/>
                  </a:lnTo>
                  <a:lnTo>
                    <a:pt x="2950111" y="669449"/>
                  </a:lnTo>
                  <a:lnTo>
                    <a:pt x="2951183" y="668785"/>
                  </a:lnTo>
                  <a:lnTo>
                    <a:pt x="2952254" y="668120"/>
                  </a:lnTo>
                  <a:lnTo>
                    <a:pt x="2953326" y="667455"/>
                  </a:lnTo>
                  <a:lnTo>
                    <a:pt x="2954397" y="666790"/>
                  </a:lnTo>
                  <a:lnTo>
                    <a:pt x="2955469" y="666125"/>
                  </a:lnTo>
                  <a:lnTo>
                    <a:pt x="2956541" y="665459"/>
                  </a:lnTo>
                  <a:lnTo>
                    <a:pt x="2957612" y="664793"/>
                  </a:lnTo>
                  <a:lnTo>
                    <a:pt x="2958684" y="664127"/>
                  </a:lnTo>
                  <a:lnTo>
                    <a:pt x="2959755" y="663461"/>
                  </a:lnTo>
                  <a:lnTo>
                    <a:pt x="2960827" y="662795"/>
                  </a:lnTo>
                  <a:lnTo>
                    <a:pt x="2961899" y="662128"/>
                  </a:lnTo>
                  <a:lnTo>
                    <a:pt x="2962970" y="661462"/>
                  </a:lnTo>
                  <a:lnTo>
                    <a:pt x="2964042" y="660794"/>
                  </a:lnTo>
                  <a:lnTo>
                    <a:pt x="2965113" y="660127"/>
                  </a:lnTo>
                  <a:lnTo>
                    <a:pt x="2966185" y="659460"/>
                  </a:lnTo>
                  <a:lnTo>
                    <a:pt x="2967257" y="658792"/>
                  </a:lnTo>
                  <a:lnTo>
                    <a:pt x="2968328" y="658124"/>
                  </a:lnTo>
                  <a:lnTo>
                    <a:pt x="2969400" y="657456"/>
                  </a:lnTo>
                  <a:lnTo>
                    <a:pt x="2970471" y="656788"/>
                  </a:lnTo>
                  <a:lnTo>
                    <a:pt x="2971543" y="656119"/>
                  </a:lnTo>
                  <a:lnTo>
                    <a:pt x="2972615" y="655450"/>
                  </a:lnTo>
                  <a:lnTo>
                    <a:pt x="2973686" y="654781"/>
                  </a:lnTo>
                  <a:lnTo>
                    <a:pt x="2974758" y="654112"/>
                  </a:lnTo>
                  <a:lnTo>
                    <a:pt x="2975829" y="653443"/>
                  </a:lnTo>
                  <a:lnTo>
                    <a:pt x="2976901" y="652773"/>
                  </a:lnTo>
                  <a:lnTo>
                    <a:pt x="2977973" y="652103"/>
                  </a:lnTo>
                  <a:lnTo>
                    <a:pt x="2979044" y="651433"/>
                  </a:lnTo>
                  <a:lnTo>
                    <a:pt x="2980116" y="650763"/>
                  </a:lnTo>
                  <a:lnTo>
                    <a:pt x="2981187" y="650092"/>
                  </a:lnTo>
                  <a:lnTo>
                    <a:pt x="2982259" y="649421"/>
                  </a:lnTo>
                  <a:lnTo>
                    <a:pt x="2983331" y="648750"/>
                  </a:lnTo>
                  <a:lnTo>
                    <a:pt x="2984402" y="648079"/>
                  </a:lnTo>
                  <a:lnTo>
                    <a:pt x="2985474" y="647407"/>
                  </a:lnTo>
                  <a:lnTo>
                    <a:pt x="2986545" y="646735"/>
                  </a:lnTo>
                  <a:lnTo>
                    <a:pt x="2987617" y="646063"/>
                  </a:lnTo>
                  <a:lnTo>
                    <a:pt x="2988689" y="645391"/>
                  </a:lnTo>
                  <a:lnTo>
                    <a:pt x="2989760" y="644718"/>
                  </a:lnTo>
                  <a:lnTo>
                    <a:pt x="2990832" y="644045"/>
                  </a:lnTo>
                  <a:lnTo>
                    <a:pt x="2991903" y="643372"/>
                  </a:lnTo>
                  <a:lnTo>
                    <a:pt x="2992975" y="642699"/>
                  </a:lnTo>
                  <a:lnTo>
                    <a:pt x="2994047" y="642025"/>
                  </a:lnTo>
                  <a:lnTo>
                    <a:pt x="2995118" y="641351"/>
                  </a:lnTo>
                  <a:lnTo>
                    <a:pt x="2996190" y="640677"/>
                  </a:lnTo>
                  <a:lnTo>
                    <a:pt x="2997261" y="640003"/>
                  </a:lnTo>
                  <a:lnTo>
                    <a:pt x="2998333" y="639328"/>
                  </a:lnTo>
                  <a:lnTo>
                    <a:pt x="2999405" y="638653"/>
                  </a:lnTo>
                  <a:lnTo>
                    <a:pt x="3000476" y="637978"/>
                  </a:lnTo>
                  <a:lnTo>
                    <a:pt x="3001548" y="637303"/>
                  </a:lnTo>
                  <a:lnTo>
                    <a:pt x="3002619" y="636627"/>
                  </a:lnTo>
                  <a:lnTo>
                    <a:pt x="3003691" y="635951"/>
                  </a:lnTo>
                  <a:lnTo>
                    <a:pt x="3004763" y="635275"/>
                  </a:lnTo>
                  <a:lnTo>
                    <a:pt x="3005834" y="634598"/>
                  </a:lnTo>
                  <a:lnTo>
                    <a:pt x="3006906" y="633922"/>
                  </a:lnTo>
                  <a:lnTo>
                    <a:pt x="3007977" y="633245"/>
                  </a:lnTo>
                  <a:lnTo>
                    <a:pt x="3009049" y="632567"/>
                  </a:lnTo>
                  <a:lnTo>
                    <a:pt x="3010121" y="631890"/>
                  </a:lnTo>
                  <a:lnTo>
                    <a:pt x="3011192" y="631212"/>
                  </a:lnTo>
                  <a:lnTo>
                    <a:pt x="3012264" y="630534"/>
                  </a:lnTo>
                  <a:lnTo>
                    <a:pt x="3013335" y="629855"/>
                  </a:lnTo>
                  <a:lnTo>
                    <a:pt x="3014407" y="629177"/>
                  </a:lnTo>
                  <a:lnTo>
                    <a:pt x="3015479" y="628498"/>
                  </a:lnTo>
                  <a:lnTo>
                    <a:pt x="3016550" y="627818"/>
                  </a:lnTo>
                  <a:lnTo>
                    <a:pt x="3017622" y="627139"/>
                  </a:lnTo>
                  <a:lnTo>
                    <a:pt x="3018693" y="626459"/>
                  </a:lnTo>
                  <a:lnTo>
                    <a:pt x="3019765" y="625779"/>
                  </a:lnTo>
                  <a:lnTo>
                    <a:pt x="3020836" y="625099"/>
                  </a:lnTo>
                  <a:lnTo>
                    <a:pt x="3021908" y="624418"/>
                  </a:lnTo>
                  <a:lnTo>
                    <a:pt x="3022980" y="623737"/>
                  </a:lnTo>
                  <a:lnTo>
                    <a:pt x="3024051" y="623056"/>
                  </a:lnTo>
                  <a:lnTo>
                    <a:pt x="3025123" y="622375"/>
                  </a:lnTo>
                  <a:lnTo>
                    <a:pt x="3026194" y="621693"/>
                  </a:lnTo>
                  <a:lnTo>
                    <a:pt x="3027266" y="621011"/>
                  </a:lnTo>
                  <a:lnTo>
                    <a:pt x="3028338" y="620328"/>
                  </a:lnTo>
                  <a:lnTo>
                    <a:pt x="3029409" y="619646"/>
                  </a:lnTo>
                  <a:lnTo>
                    <a:pt x="3030481" y="618963"/>
                  </a:lnTo>
                  <a:lnTo>
                    <a:pt x="3031552" y="618280"/>
                  </a:lnTo>
                  <a:lnTo>
                    <a:pt x="3032624" y="617596"/>
                  </a:lnTo>
                  <a:lnTo>
                    <a:pt x="3033696" y="616913"/>
                  </a:lnTo>
                  <a:lnTo>
                    <a:pt x="3034767" y="616229"/>
                  </a:lnTo>
                  <a:lnTo>
                    <a:pt x="3035839" y="615545"/>
                  </a:lnTo>
                  <a:lnTo>
                    <a:pt x="3036910" y="614860"/>
                  </a:lnTo>
                  <a:lnTo>
                    <a:pt x="3037982" y="614175"/>
                  </a:lnTo>
                  <a:lnTo>
                    <a:pt x="3039054" y="613490"/>
                  </a:lnTo>
                  <a:lnTo>
                    <a:pt x="3040125" y="612805"/>
                  </a:lnTo>
                  <a:lnTo>
                    <a:pt x="3041197" y="612119"/>
                  </a:lnTo>
                  <a:lnTo>
                    <a:pt x="3042268" y="611433"/>
                  </a:lnTo>
                  <a:lnTo>
                    <a:pt x="3043340" y="610747"/>
                  </a:lnTo>
                  <a:lnTo>
                    <a:pt x="3044412" y="610060"/>
                  </a:lnTo>
                  <a:lnTo>
                    <a:pt x="3045483" y="609374"/>
                  </a:lnTo>
                  <a:lnTo>
                    <a:pt x="3046555" y="608687"/>
                  </a:lnTo>
                  <a:lnTo>
                    <a:pt x="3047626" y="607999"/>
                  </a:lnTo>
                  <a:lnTo>
                    <a:pt x="3048698" y="607312"/>
                  </a:lnTo>
                  <a:lnTo>
                    <a:pt x="3049770" y="606624"/>
                  </a:lnTo>
                  <a:lnTo>
                    <a:pt x="3050841" y="605936"/>
                  </a:lnTo>
                  <a:lnTo>
                    <a:pt x="3051913" y="605247"/>
                  </a:lnTo>
                  <a:lnTo>
                    <a:pt x="3052984" y="604558"/>
                  </a:lnTo>
                  <a:lnTo>
                    <a:pt x="3054056" y="603869"/>
                  </a:lnTo>
                  <a:lnTo>
                    <a:pt x="3055128" y="603180"/>
                  </a:lnTo>
                  <a:lnTo>
                    <a:pt x="3056199" y="602490"/>
                  </a:lnTo>
                  <a:lnTo>
                    <a:pt x="3057271" y="601801"/>
                  </a:lnTo>
                  <a:lnTo>
                    <a:pt x="3058342" y="601110"/>
                  </a:lnTo>
                  <a:lnTo>
                    <a:pt x="3059414" y="600420"/>
                  </a:lnTo>
                  <a:lnTo>
                    <a:pt x="3060486" y="599729"/>
                  </a:lnTo>
                  <a:lnTo>
                    <a:pt x="3061557" y="599038"/>
                  </a:lnTo>
                  <a:lnTo>
                    <a:pt x="3062629" y="598347"/>
                  </a:lnTo>
                  <a:lnTo>
                    <a:pt x="3063700" y="597655"/>
                  </a:lnTo>
                  <a:lnTo>
                    <a:pt x="3064772" y="596964"/>
                  </a:lnTo>
                  <a:lnTo>
                    <a:pt x="3065844" y="596271"/>
                  </a:lnTo>
                  <a:lnTo>
                    <a:pt x="3066915" y="595579"/>
                  </a:lnTo>
                  <a:lnTo>
                    <a:pt x="3067987" y="594886"/>
                  </a:lnTo>
                  <a:lnTo>
                    <a:pt x="3069058" y="594193"/>
                  </a:lnTo>
                  <a:lnTo>
                    <a:pt x="3070130" y="593500"/>
                  </a:lnTo>
                  <a:lnTo>
                    <a:pt x="3071202" y="592807"/>
                  </a:lnTo>
                  <a:lnTo>
                    <a:pt x="3072273" y="592113"/>
                  </a:lnTo>
                  <a:lnTo>
                    <a:pt x="3073345" y="591419"/>
                  </a:lnTo>
                  <a:lnTo>
                    <a:pt x="3074416" y="590724"/>
                  </a:lnTo>
                  <a:lnTo>
                    <a:pt x="3075488" y="590030"/>
                  </a:lnTo>
                  <a:lnTo>
                    <a:pt x="3076560" y="589335"/>
                  </a:lnTo>
                  <a:lnTo>
                    <a:pt x="3077631" y="588639"/>
                  </a:lnTo>
                  <a:lnTo>
                    <a:pt x="3078703" y="587944"/>
                  </a:lnTo>
                  <a:lnTo>
                    <a:pt x="3079774" y="587248"/>
                  </a:lnTo>
                  <a:lnTo>
                    <a:pt x="3080846" y="586552"/>
                  </a:lnTo>
                  <a:lnTo>
                    <a:pt x="3081918" y="585856"/>
                  </a:lnTo>
                  <a:lnTo>
                    <a:pt x="3082989" y="585159"/>
                  </a:lnTo>
                  <a:lnTo>
                    <a:pt x="3084061" y="584462"/>
                  </a:lnTo>
                  <a:lnTo>
                    <a:pt x="3085132" y="583765"/>
                  </a:lnTo>
                  <a:lnTo>
                    <a:pt x="3086204" y="583067"/>
                  </a:lnTo>
                  <a:lnTo>
                    <a:pt x="3087276" y="582369"/>
                  </a:lnTo>
                  <a:lnTo>
                    <a:pt x="3088347" y="581671"/>
                  </a:lnTo>
                  <a:lnTo>
                    <a:pt x="3089419" y="580973"/>
                  </a:lnTo>
                  <a:lnTo>
                    <a:pt x="3090490" y="580274"/>
                  </a:lnTo>
                  <a:lnTo>
                    <a:pt x="3091562" y="579575"/>
                  </a:lnTo>
                  <a:lnTo>
                    <a:pt x="3092634" y="578876"/>
                  </a:lnTo>
                  <a:lnTo>
                    <a:pt x="3093705" y="578176"/>
                  </a:lnTo>
                  <a:lnTo>
                    <a:pt x="3094777" y="577477"/>
                  </a:lnTo>
                  <a:lnTo>
                    <a:pt x="3095848" y="576777"/>
                  </a:lnTo>
                  <a:lnTo>
                    <a:pt x="3096920" y="576076"/>
                  </a:lnTo>
                  <a:lnTo>
                    <a:pt x="3097992" y="575376"/>
                  </a:lnTo>
                  <a:lnTo>
                    <a:pt x="3099063" y="574675"/>
                  </a:lnTo>
                  <a:lnTo>
                    <a:pt x="3100135" y="573973"/>
                  </a:lnTo>
                  <a:lnTo>
                    <a:pt x="3101206" y="573272"/>
                  </a:lnTo>
                  <a:lnTo>
                    <a:pt x="3102278" y="572570"/>
                  </a:lnTo>
                  <a:lnTo>
                    <a:pt x="3103350" y="571868"/>
                  </a:lnTo>
                  <a:lnTo>
                    <a:pt x="3104421" y="571166"/>
                  </a:lnTo>
                  <a:lnTo>
                    <a:pt x="3105493" y="570463"/>
                  </a:lnTo>
                  <a:lnTo>
                    <a:pt x="3106564" y="569760"/>
                  </a:lnTo>
                  <a:lnTo>
                    <a:pt x="3107636" y="569057"/>
                  </a:lnTo>
                  <a:lnTo>
                    <a:pt x="3108708" y="568353"/>
                  </a:lnTo>
                  <a:lnTo>
                    <a:pt x="3109779" y="567649"/>
                  </a:lnTo>
                  <a:lnTo>
                    <a:pt x="3110851" y="566945"/>
                  </a:lnTo>
                  <a:lnTo>
                    <a:pt x="3111922" y="566241"/>
                  </a:lnTo>
                  <a:lnTo>
                    <a:pt x="3112994" y="565536"/>
                  </a:lnTo>
                  <a:lnTo>
                    <a:pt x="3114066" y="564831"/>
                  </a:lnTo>
                  <a:lnTo>
                    <a:pt x="3115137" y="564126"/>
                  </a:lnTo>
                  <a:lnTo>
                    <a:pt x="3116209" y="563420"/>
                  </a:lnTo>
                  <a:lnTo>
                    <a:pt x="3117280" y="562715"/>
                  </a:lnTo>
                  <a:lnTo>
                    <a:pt x="3118352" y="562008"/>
                  </a:lnTo>
                  <a:lnTo>
                    <a:pt x="3119424" y="561302"/>
                  </a:lnTo>
                  <a:lnTo>
                    <a:pt x="3120495" y="560595"/>
                  </a:lnTo>
                  <a:lnTo>
                    <a:pt x="3121567" y="559888"/>
                  </a:lnTo>
                  <a:lnTo>
                    <a:pt x="3122638" y="559181"/>
                  </a:lnTo>
                  <a:lnTo>
                    <a:pt x="3123710" y="558474"/>
                  </a:lnTo>
                  <a:lnTo>
                    <a:pt x="3124782" y="557766"/>
                  </a:lnTo>
                  <a:lnTo>
                    <a:pt x="3125853" y="557058"/>
                  </a:lnTo>
                  <a:lnTo>
                    <a:pt x="3126925" y="556349"/>
                  </a:lnTo>
                  <a:lnTo>
                    <a:pt x="3127996" y="555640"/>
                  </a:lnTo>
                  <a:lnTo>
                    <a:pt x="3129068" y="554931"/>
                  </a:lnTo>
                  <a:lnTo>
                    <a:pt x="3130140" y="554222"/>
                  </a:lnTo>
                  <a:lnTo>
                    <a:pt x="3131211" y="553512"/>
                  </a:lnTo>
                  <a:lnTo>
                    <a:pt x="3132283" y="552803"/>
                  </a:lnTo>
                  <a:lnTo>
                    <a:pt x="3133354" y="552092"/>
                  </a:lnTo>
                  <a:lnTo>
                    <a:pt x="3134426" y="551382"/>
                  </a:lnTo>
                  <a:lnTo>
                    <a:pt x="3135498" y="550671"/>
                  </a:lnTo>
                  <a:lnTo>
                    <a:pt x="3136569" y="549960"/>
                  </a:lnTo>
                  <a:lnTo>
                    <a:pt x="3137641" y="549249"/>
                  </a:lnTo>
                  <a:lnTo>
                    <a:pt x="3138712" y="548537"/>
                  </a:lnTo>
                  <a:lnTo>
                    <a:pt x="3139784" y="547825"/>
                  </a:lnTo>
                  <a:lnTo>
                    <a:pt x="3140856" y="547113"/>
                  </a:lnTo>
                  <a:lnTo>
                    <a:pt x="3141927" y="546401"/>
                  </a:lnTo>
                  <a:lnTo>
                    <a:pt x="3142999" y="545688"/>
                  </a:lnTo>
                  <a:lnTo>
                    <a:pt x="3144070" y="544975"/>
                  </a:lnTo>
                  <a:lnTo>
                    <a:pt x="3145142" y="544261"/>
                  </a:lnTo>
                  <a:lnTo>
                    <a:pt x="3146214" y="543548"/>
                  </a:lnTo>
                  <a:lnTo>
                    <a:pt x="3147285" y="542834"/>
                  </a:lnTo>
                  <a:lnTo>
                    <a:pt x="3148357" y="542119"/>
                  </a:lnTo>
                  <a:lnTo>
                    <a:pt x="3149428" y="541405"/>
                  </a:lnTo>
                  <a:lnTo>
                    <a:pt x="3150500" y="540690"/>
                  </a:lnTo>
                  <a:lnTo>
                    <a:pt x="3151572" y="539975"/>
                  </a:lnTo>
                  <a:lnTo>
                    <a:pt x="3152643" y="539260"/>
                  </a:lnTo>
                  <a:lnTo>
                    <a:pt x="3153715" y="538544"/>
                  </a:lnTo>
                  <a:lnTo>
                    <a:pt x="3154786" y="537828"/>
                  </a:lnTo>
                  <a:lnTo>
                    <a:pt x="3155858" y="537112"/>
                  </a:lnTo>
                  <a:lnTo>
                    <a:pt x="3156930" y="536395"/>
                  </a:lnTo>
                  <a:lnTo>
                    <a:pt x="3158001" y="535678"/>
                  </a:lnTo>
                  <a:lnTo>
                    <a:pt x="3159073" y="534961"/>
                  </a:lnTo>
                  <a:lnTo>
                    <a:pt x="3160144" y="534243"/>
                  </a:lnTo>
                  <a:lnTo>
                    <a:pt x="3161216" y="533526"/>
                  </a:lnTo>
                  <a:lnTo>
                    <a:pt x="3162288" y="532808"/>
                  </a:lnTo>
                  <a:lnTo>
                    <a:pt x="3163359" y="532089"/>
                  </a:lnTo>
                  <a:lnTo>
                    <a:pt x="3164431" y="531371"/>
                  </a:lnTo>
                  <a:lnTo>
                    <a:pt x="3165502" y="530652"/>
                  </a:lnTo>
                  <a:lnTo>
                    <a:pt x="3166574" y="529933"/>
                  </a:lnTo>
                  <a:lnTo>
                    <a:pt x="3167646" y="529213"/>
                  </a:lnTo>
                  <a:lnTo>
                    <a:pt x="3168717" y="528493"/>
                  </a:lnTo>
                  <a:lnTo>
                    <a:pt x="3169789" y="527773"/>
                  </a:lnTo>
                  <a:lnTo>
                    <a:pt x="3170860" y="527053"/>
                  </a:lnTo>
                  <a:lnTo>
                    <a:pt x="3171932" y="526332"/>
                  </a:lnTo>
                  <a:lnTo>
                    <a:pt x="3173004" y="525611"/>
                  </a:lnTo>
                  <a:lnTo>
                    <a:pt x="3174075" y="524890"/>
                  </a:lnTo>
                  <a:lnTo>
                    <a:pt x="3175147" y="524168"/>
                  </a:lnTo>
                  <a:lnTo>
                    <a:pt x="3176218" y="523446"/>
                  </a:lnTo>
                  <a:lnTo>
                    <a:pt x="3177290" y="522724"/>
                  </a:lnTo>
                  <a:lnTo>
                    <a:pt x="3178362" y="522002"/>
                  </a:lnTo>
                  <a:lnTo>
                    <a:pt x="3179433" y="521279"/>
                  </a:lnTo>
                  <a:lnTo>
                    <a:pt x="3180505" y="520556"/>
                  </a:lnTo>
                  <a:lnTo>
                    <a:pt x="3181576" y="519832"/>
                  </a:lnTo>
                  <a:lnTo>
                    <a:pt x="3182648" y="519109"/>
                  </a:lnTo>
                  <a:lnTo>
                    <a:pt x="3183720" y="518385"/>
                  </a:lnTo>
                  <a:lnTo>
                    <a:pt x="3184791" y="517661"/>
                  </a:lnTo>
                  <a:lnTo>
                    <a:pt x="3185863" y="516936"/>
                  </a:lnTo>
                  <a:lnTo>
                    <a:pt x="3186934" y="516211"/>
                  </a:lnTo>
                  <a:lnTo>
                    <a:pt x="3188006" y="515486"/>
                  </a:lnTo>
                  <a:lnTo>
                    <a:pt x="3189078" y="514761"/>
                  </a:lnTo>
                  <a:lnTo>
                    <a:pt x="3190149" y="514035"/>
                  </a:lnTo>
                  <a:lnTo>
                    <a:pt x="3191221" y="513309"/>
                  </a:lnTo>
                  <a:lnTo>
                    <a:pt x="3192292" y="512583"/>
                  </a:lnTo>
                  <a:lnTo>
                    <a:pt x="3193364" y="511856"/>
                  </a:lnTo>
                  <a:lnTo>
                    <a:pt x="3194436" y="511129"/>
                  </a:lnTo>
                  <a:lnTo>
                    <a:pt x="3195507" y="510402"/>
                  </a:lnTo>
                  <a:lnTo>
                    <a:pt x="3196579" y="509674"/>
                  </a:lnTo>
                  <a:lnTo>
                    <a:pt x="3197650" y="508947"/>
                  </a:lnTo>
                  <a:lnTo>
                    <a:pt x="3198722" y="508219"/>
                  </a:lnTo>
                  <a:lnTo>
                    <a:pt x="3199793" y="507490"/>
                  </a:lnTo>
                  <a:lnTo>
                    <a:pt x="3200865" y="506762"/>
                  </a:lnTo>
                  <a:lnTo>
                    <a:pt x="3201937" y="506033"/>
                  </a:lnTo>
                  <a:lnTo>
                    <a:pt x="3203008" y="505303"/>
                  </a:lnTo>
                  <a:lnTo>
                    <a:pt x="3204080" y="504574"/>
                  </a:lnTo>
                  <a:lnTo>
                    <a:pt x="3205151" y="503844"/>
                  </a:lnTo>
                  <a:lnTo>
                    <a:pt x="3206223" y="503114"/>
                  </a:lnTo>
                  <a:lnTo>
                    <a:pt x="3207295" y="502383"/>
                  </a:lnTo>
                  <a:lnTo>
                    <a:pt x="3208366" y="501652"/>
                  </a:lnTo>
                  <a:lnTo>
                    <a:pt x="3209438" y="500921"/>
                  </a:lnTo>
                  <a:lnTo>
                    <a:pt x="3210509" y="500190"/>
                  </a:lnTo>
                  <a:lnTo>
                    <a:pt x="3211581" y="499458"/>
                  </a:lnTo>
                  <a:lnTo>
                    <a:pt x="3212653" y="498726"/>
                  </a:lnTo>
                  <a:lnTo>
                    <a:pt x="3213724" y="497994"/>
                  </a:lnTo>
                  <a:lnTo>
                    <a:pt x="3214796" y="497261"/>
                  </a:lnTo>
                  <a:lnTo>
                    <a:pt x="3215867" y="496529"/>
                  </a:lnTo>
                  <a:lnTo>
                    <a:pt x="3216939" y="495795"/>
                  </a:lnTo>
                  <a:lnTo>
                    <a:pt x="3218011" y="495062"/>
                  </a:lnTo>
                  <a:lnTo>
                    <a:pt x="3219082" y="494328"/>
                  </a:lnTo>
                  <a:lnTo>
                    <a:pt x="3220154" y="493594"/>
                  </a:lnTo>
                  <a:lnTo>
                    <a:pt x="3221225" y="492860"/>
                  </a:lnTo>
                  <a:lnTo>
                    <a:pt x="3222297" y="492125"/>
                  </a:lnTo>
                  <a:lnTo>
                    <a:pt x="3223369" y="491390"/>
                  </a:lnTo>
                  <a:lnTo>
                    <a:pt x="3224440" y="490655"/>
                  </a:lnTo>
                  <a:lnTo>
                    <a:pt x="3225512" y="489919"/>
                  </a:lnTo>
                  <a:lnTo>
                    <a:pt x="3226583" y="489183"/>
                  </a:lnTo>
                  <a:lnTo>
                    <a:pt x="3227655" y="488447"/>
                  </a:lnTo>
                  <a:lnTo>
                    <a:pt x="3228727" y="487711"/>
                  </a:lnTo>
                  <a:lnTo>
                    <a:pt x="3229798" y="486974"/>
                  </a:lnTo>
                  <a:lnTo>
                    <a:pt x="3230870" y="486237"/>
                  </a:lnTo>
                  <a:lnTo>
                    <a:pt x="3231941" y="485500"/>
                  </a:lnTo>
                  <a:lnTo>
                    <a:pt x="3233013" y="484762"/>
                  </a:lnTo>
                  <a:lnTo>
                    <a:pt x="3234085" y="484024"/>
                  </a:lnTo>
                  <a:lnTo>
                    <a:pt x="3235156" y="483286"/>
                  </a:lnTo>
                  <a:lnTo>
                    <a:pt x="3236228" y="482547"/>
                  </a:lnTo>
                  <a:lnTo>
                    <a:pt x="3237299" y="481808"/>
                  </a:lnTo>
                  <a:lnTo>
                    <a:pt x="3238371" y="481069"/>
                  </a:lnTo>
                  <a:lnTo>
                    <a:pt x="3239443" y="480329"/>
                  </a:lnTo>
                  <a:lnTo>
                    <a:pt x="3240514" y="479590"/>
                  </a:lnTo>
                  <a:lnTo>
                    <a:pt x="3241586" y="478850"/>
                  </a:lnTo>
                  <a:lnTo>
                    <a:pt x="3242657" y="478109"/>
                  </a:lnTo>
                  <a:lnTo>
                    <a:pt x="3243729" y="477369"/>
                  </a:lnTo>
                  <a:lnTo>
                    <a:pt x="3244801" y="476628"/>
                  </a:lnTo>
                  <a:lnTo>
                    <a:pt x="3245872" y="475886"/>
                  </a:lnTo>
                  <a:lnTo>
                    <a:pt x="3246944" y="475145"/>
                  </a:lnTo>
                  <a:lnTo>
                    <a:pt x="3248015" y="474403"/>
                  </a:lnTo>
                  <a:lnTo>
                    <a:pt x="3249087" y="473661"/>
                  </a:lnTo>
                  <a:lnTo>
                    <a:pt x="3250159" y="472918"/>
                  </a:lnTo>
                  <a:lnTo>
                    <a:pt x="3251230" y="472175"/>
                  </a:lnTo>
                  <a:lnTo>
                    <a:pt x="3252302" y="471432"/>
                  </a:lnTo>
                  <a:lnTo>
                    <a:pt x="3253373" y="470689"/>
                  </a:lnTo>
                  <a:lnTo>
                    <a:pt x="3254445" y="469945"/>
                  </a:lnTo>
                  <a:lnTo>
                    <a:pt x="3255517" y="469201"/>
                  </a:lnTo>
                  <a:lnTo>
                    <a:pt x="3256588" y="468457"/>
                  </a:lnTo>
                  <a:lnTo>
                    <a:pt x="3257660" y="467712"/>
                  </a:lnTo>
                  <a:lnTo>
                    <a:pt x="3258731" y="466967"/>
                  </a:lnTo>
                  <a:lnTo>
                    <a:pt x="3259803" y="466222"/>
                  </a:lnTo>
                  <a:lnTo>
                    <a:pt x="3260875" y="465476"/>
                  </a:lnTo>
                  <a:lnTo>
                    <a:pt x="3261946" y="464730"/>
                  </a:lnTo>
                  <a:lnTo>
                    <a:pt x="3263018" y="463984"/>
                  </a:lnTo>
                  <a:lnTo>
                    <a:pt x="3264089" y="463238"/>
                  </a:lnTo>
                  <a:lnTo>
                    <a:pt x="3265161" y="462491"/>
                  </a:lnTo>
                  <a:lnTo>
                    <a:pt x="3266233" y="461744"/>
                  </a:lnTo>
                  <a:lnTo>
                    <a:pt x="3267304" y="460996"/>
                  </a:lnTo>
                  <a:lnTo>
                    <a:pt x="3268376" y="460249"/>
                  </a:lnTo>
                  <a:lnTo>
                    <a:pt x="3269447" y="459501"/>
                  </a:lnTo>
                  <a:lnTo>
                    <a:pt x="3270519" y="458753"/>
                  </a:lnTo>
                  <a:lnTo>
                    <a:pt x="3271591" y="458004"/>
                  </a:lnTo>
                  <a:lnTo>
                    <a:pt x="3272662" y="457255"/>
                  </a:lnTo>
                  <a:lnTo>
                    <a:pt x="3273734" y="456506"/>
                  </a:lnTo>
                  <a:lnTo>
                    <a:pt x="3274805" y="455756"/>
                  </a:lnTo>
                  <a:lnTo>
                    <a:pt x="3275877" y="455006"/>
                  </a:lnTo>
                  <a:lnTo>
                    <a:pt x="3276949" y="454256"/>
                  </a:lnTo>
                  <a:lnTo>
                    <a:pt x="3278020" y="453506"/>
                  </a:lnTo>
                  <a:lnTo>
                    <a:pt x="3279092" y="452755"/>
                  </a:lnTo>
                  <a:lnTo>
                    <a:pt x="3280163" y="452004"/>
                  </a:lnTo>
                  <a:lnTo>
                    <a:pt x="3281235" y="451253"/>
                  </a:lnTo>
                  <a:lnTo>
                    <a:pt x="3282307" y="450501"/>
                  </a:lnTo>
                  <a:lnTo>
                    <a:pt x="3283378" y="449749"/>
                  </a:lnTo>
                  <a:lnTo>
                    <a:pt x="3284450" y="448997"/>
                  </a:lnTo>
                  <a:lnTo>
                    <a:pt x="3285521" y="448244"/>
                  </a:lnTo>
                  <a:lnTo>
                    <a:pt x="3286593" y="447491"/>
                  </a:lnTo>
                  <a:lnTo>
                    <a:pt x="3287665" y="446738"/>
                  </a:lnTo>
                  <a:lnTo>
                    <a:pt x="3288736" y="445985"/>
                  </a:lnTo>
                  <a:lnTo>
                    <a:pt x="3289808" y="445231"/>
                  </a:lnTo>
                  <a:lnTo>
                    <a:pt x="3290879" y="444477"/>
                  </a:lnTo>
                  <a:lnTo>
                    <a:pt x="3291951" y="443722"/>
                  </a:lnTo>
                  <a:lnTo>
                    <a:pt x="3293023" y="442967"/>
                  </a:lnTo>
                  <a:lnTo>
                    <a:pt x="3294094" y="442212"/>
                  </a:lnTo>
                  <a:lnTo>
                    <a:pt x="3295166" y="441457"/>
                  </a:lnTo>
                  <a:lnTo>
                    <a:pt x="3296237" y="440701"/>
                  </a:lnTo>
                  <a:lnTo>
                    <a:pt x="3297309" y="439945"/>
                  </a:lnTo>
                  <a:lnTo>
                    <a:pt x="3298381" y="439189"/>
                  </a:lnTo>
                  <a:lnTo>
                    <a:pt x="3299452" y="438432"/>
                  </a:lnTo>
                  <a:lnTo>
                    <a:pt x="3300524" y="437676"/>
                  </a:lnTo>
                  <a:lnTo>
                    <a:pt x="3301595" y="436918"/>
                  </a:lnTo>
                  <a:lnTo>
                    <a:pt x="3302667" y="436161"/>
                  </a:lnTo>
                  <a:lnTo>
                    <a:pt x="3303739" y="435403"/>
                  </a:lnTo>
                  <a:lnTo>
                    <a:pt x="3304810" y="434645"/>
                  </a:lnTo>
                  <a:lnTo>
                    <a:pt x="3305882" y="433886"/>
                  </a:lnTo>
                  <a:lnTo>
                    <a:pt x="3306953" y="433128"/>
                  </a:lnTo>
                  <a:lnTo>
                    <a:pt x="3308025" y="432369"/>
                  </a:lnTo>
                  <a:lnTo>
                    <a:pt x="3309097" y="431609"/>
                  </a:lnTo>
                  <a:lnTo>
                    <a:pt x="3310168" y="430849"/>
                  </a:lnTo>
                  <a:lnTo>
                    <a:pt x="3311240" y="430089"/>
                  </a:lnTo>
                  <a:lnTo>
                    <a:pt x="3312311" y="429329"/>
                  </a:lnTo>
                  <a:lnTo>
                    <a:pt x="3313383" y="428569"/>
                  </a:lnTo>
                  <a:lnTo>
                    <a:pt x="3314455" y="427808"/>
                  </a:lnTo>
                  <a:lnTo>
                    <a:pt x="3315526" y="427046"/>
                  </a:lnTo>
                  <a:lnTo>
                    <a:pt x="3316598" y="426285"/>
                  </a:lnTo>
                  <a:lnTo>
                    <a:pt x="3317669" y="425523"/>
                  </a:lnTo>
                  <a:lnTo>
                    <a:pt x="3318741" y="424761"/>
                  </a:lnTo>
                  <a:lnTo>
                    <a:pt x="3319813" y="423998"/>
                  </a:lnTo>
                  <a:lnTo>
                    <a:pt x="3320884" y="423235"/>
                  </a:lnTo>
                  <a:lnTo>
                    <a:pt x="3321956" y="422472"/>
                  </a:lnTo>
                  <a:lnTo>
                    <a:pt x="3323027" y="421709"/>
                  </a:lnTo>
                  <a:lnTo>
                    <a:pt x="3324099" y="420945"/>
                  </a:lnTo>
                  <a:lnTo>
                    <a:pt x="3325171" y="420181"/>
                  </a:lnTo>
                  <a:lnTo>
                    <a:pt x="3326242" y="419417"/>
                  </a:lnTo>
                  <a:lnTo>
                    <a:pt x="3327314" y="418652"/>
                  </a:lnTo>
                  <a:lnTo>
                    <a:pt x="3328385" y="417887"/>
                  </a:lnTo>
                  <a:lnTo>
                    <a:pt x="3329457" y="417122"/>
                  </a:lnTo>
                  <a:lnTo>
                    <a:pt x="3330529" y="416356"/>
                  </a:lnTo>
                  <a:lnTo>
                    <a:pt x="3331600" y="415590"/>
                  </a:lnTo>
                  <a:lnTo>
                    <a:pt x="3332672" y="414824"/>
                  </a:lnTo>
                  <a:lnTo>
                    <a:pt x="3333743" y="414057"/>
                  </a:lnTo>
                  <a:lnTo>
                    <a:pt x="3334815" y="413291"/>
                  </a:lnTo>
                  <a:lnTo>
                    <a:pt x="3335887" y="412523"/>
                  </a:lnTo>
                  <a:lnTo>
                    <a:pt x="3336958" y="411756"/>
                  </a:lnTo>
                  <a:lnTo>
                    <a:pt x="3338030" y="410988"/>
                  </a:lnTo>
                  <a:lnTo>
                    <a:pt x="3339101" y="410220"/>
                  </a:lnTo>
                  <a:lnTo>
                    <a:pt x="3340173" y="409452"/>
                  </a:lnTo>
                  <a:lnTo>
                    <a:pt x="3341245" y="408683"/>
                  </a:lnTo>
                  <a:lnTo>
                    <a:pt x="3342316" y="407914"/>
                  </a:lnTo>
                  <a:lnTo>
                    <a:pt x="3343388" y="407144"/>
                  </a:lnTo>
                  <a:lnTo>
                    <a:pt x="3344459" y="406375"/>
                  </a:lnTo>
                  <a:lnTo>
                    <a:pt x="3345531" y="405605"/>
                  </a:lnTo>
                  <a:lnTo>
                    <a:pt x="3346603" y="404834"/>
                  </a:lnTo>
                  <a:lnTo>
                    <a:pt x="3347674" y="404064"/>
                  </a:lnTo>
                  <a:lnTo>
                    <a:pt x="3348746" y="403293"/>
                  </a:lnTo>
                  <a:lnTo>
                    <a:pt x="3349817" y="402522"/>
                  </a:lnTo>
                  <a:lnTo>
                    <a:pt x="3350889" y="401750"/>
                  </a:lnTo>
                  <a:lnTo>
                    <a:pt x="3351961" y="400978"/>
                  </a:lnTo>
                  <a:lnTo>
                    <a:pt x="3353032" y="400206"/>
                  </a:lnTo>
                  <a:lnTo>
                    <a:pt x="3354104" y="399433"/>
                  </a:lnTo>
                  <a:lnTo>
                    <a:pt x="3355175" y="398660"/>
                  </a:lnTo>
                  <a:lnTo>
                    <a:pt x="3356247" y="397887"/>
                  </a:lnTo>
                  <a:lnTo>
                    <a:pt x="3357319" y="397114"/>
                  </a:lnTo>
                  <a:lnTo>
                    <a:pt x="3358390" y="396340"/>
                  </a:lnTo>
                  <a:lnTo>
                    <a:pt x="3359462" y="395566"/>
                  </a:lnTo>
                  <a:lnTo>
                    <a:pt x="3360533" y="394792"/>
                  </a:lnTo>
                  <a:lnTo>
                    <a:pt x="3361605" y="394017"/>
                  </a:lnTo>
                  <a:lnTo>
                    <a:pt x="3362677" y="393242"/>
                  </a:lnTo>
                  <a:lnTo>
                    <a:pt x="3363748" y="392466"/>
                  </a:lnTo>
                  <a:lnTo>
                    <a:pt x="3364820" y="391691"/>
                  </a:lnTo>
                  <a:lnTo>
                    <a:pt x="3365891" y="390915"/>
                  </a:lnTo>
                  <a:lnTo>
                    <a:pt x="3366963" y="390138"/>
                  </a:lnTo>
                  <a:lnTo>
                    <a:pt x="3368035" y="389362"/>
                  </a:lnTo>
                  <a:lnTo>
                    <a:pt x="3369106" y="388585"/>
                  </a:lnTo>
                  <a:lnTo>
                    <a:pt x="3370178" y="387807"/>
                  </a:lnTo>
                  <a:lnTo>
                    <a:pt x="3371249" y="387030"/>
                  </a:lnTo>
                  <a:lnTo>
                    <a:pt x="3372321" y="386252"/>
                  </a:lnTo>
                  <a:lnTo>
                    <a:pt x="3373392" y="385474"/>
                  </a:lnTo>
                  <a:lnTo>
                    <a:pt x="3374464" y="384695"/>
                  </a:lnTo>
                  <a:lnTo>
                    <a:pt x="3375536" y="383916"/>
                  </a:lnTo>
                  <a:lnTo>
                    <a:pt x="3376607" y="383137"/>
                  </a:lnTo>
                  <a:lnTo>
                    <a:pt x="3377679" y="382358"/>
                  </a:lnTo>
                  <a:lnTo>
                    <a:pt x="3378750" y="381578"/>
                  </a:lnTo>
                  <a:lnTo>
                    <a:pt x="3379822" y="380798"/>
                  </a:lnTo>
                  <a:lnTo>
                    <a:pt x="3380894" y="380017"/>
                  </a:lnTo>
                  <a:lnTo>
                    <a:pt x="3381965" y="379236"/>
                  </a:lnTo>
                  <a:lnTo>
                    <a:pt x="3383037" y="378455"/>
                  </a:lnTo>
                  <a:lnTo>
                    <a:pt x="3384108" y="377674"/>
                  </a:lnTo>
                  <a:lnTo>
                    <a:pt x="3385180" y="376892"/>
                  </a:lnTo>
                  <a:lnTo>
                    <a:pt x="3386252" y="376110"/>
                  </a:lnTo>
                  <a:lnTo>
                    <a:pt x="3387323" y="375328"/>
                  </a:lnTo>
                  <a:lnTo>
                    <a:pt x="3388395" y="374545"/>
                  </a:lnTo>
                  <a:lnTo>
                    <a:pt x="3389466" y="373762"/>
                  </a:lnTo>
                  <a:lnTo>
                    <a:pt x="3390538" y="372979"/>
                  </a:lnTo>
                  <a:lnTo>
                    <a:pt x="3391610" y="372195"/>
                  </a:lnTo>
                  <a:lnTo>
                    <a:pt x="3392681" y="371411"/>
                  </a:lnTo>
                  <a:lnTo>
                    <a:pt x="3393753" y="370627"/>
                  </a:lnTo>
                  <a:lnTo>
                    <a:pt x="3394824" y="369842"/>
                  </a:lnTo>
                  <a:lnTo>
                    <a:pt x="3395896" y="369057"/>
                  </a:lnTo>
                  <a:lnTo>
                    <a:pt x="3396968" y="368272"/>
                  </a:lnTo>
                  <a:lnTo>
                    <a:pt x="3398039" y="367486"/>
                  </a:lnTo>
                  <a:lnTo>
                    <a:pt x="3399111" y="366701"/>
                  </a:lnTo>
                  <a:lnTo>
                    <a:pt x="3400182" y="365914"/>
                  </a:lnTo>
                  <a:lnTo>
                    <a:pt x="3401254" y="365128"/>
                  </a:lnTo>
                  <a:lnTo>
                    <a:pt x="3402326" y="364341"/>
                  </a:lnTo>
                  <a:lnTo>
                    <a:pt x="3403397" y="363554"/>
                  </a:lnTo>
                  <a:lnTo>
                    <a:pt x="3404469" y="362766"/>
                  </a:lnTo>
                  <a:lnTo>
                    <a:pt x="3405540" y="361978"/>
                  </a:lnTo>
                  <a:lnTo>
                    <a:pt x="3406612" y="361190"/>
                  </a:lnTo>
                  <a:lnTo>
                    <a:pt x="3407684" y="360402"/>
                  </a:lnTo>
                  <a:lnTo>
                    <a:pt x="3408755" y="359613"/>
                  </a:lnTo>
                  <a:lnTo>
                    <a:pt x="3409827" y="358824"/>
                  </a:lnTo>
                  <a:lnTo>
                    <a:pt x="3410898" y="358034"/>
                  </a:lnTo>
                  <a:lnTo>
                    <a:pt x="3411970" y="357245"/>
                  </a:lnTo>
                  <a:lnTo>
                    <a:pt x="3413042" y="356455"/>
                  </a:lnTo>
                  <a:lnTo>
                    <a:pt x="3414113" y="355664"/>
                  </a:lnTo>
                  <a:lnTo>
                    <a:pt x="3415185" y="354874"/>
                  </a:lnTo>
                  <a:lnTo>
                    <a:pt x="3416256" y="354082"/>
                  </a:lnTo>
                  <a:lnTo>
                    <a:pt x="3417328" y="353291"/>
                  </a:lnTo>
                  <a:lnTo>
                    <a:pt x="3418400" y="352499"/>
                  </a:lnTo>
                  <a:lnTo>
                    <a:pt x="3419471" y="351707"/>
                  </a:lnTo>
                  <a:lnTo>
                    <a:pt x="3420543" y="350915"/>
                  </a:lnTo>
                  <a:lnTo>
                    <a:pt x="3421614" y="350122"/>
                  </a:lnTo>
                  <a:lnTo>
                    <a:pt x="3422686" y="349329"/>
                  </a:lnTo>
                  <a:lnTo>
                    <a:pt x="3423758" y="348536"/>
                  </a:lnTo>
                  <a:lnTo>
                    <a:pt x="3424829" y="347742"/>
                  </a:lnTo>
                  <a:lnTo>
                    <a:pt x="3425901" y="346948"/>
                  </a:lnTo>
                  <a:lnTo>
                    <a:pt x="3426972" y="346154"/>
                  </a:lnTo>
                  <a:lnTo>
                    <a:pt x="3428044" y="345360"/>
                  </a:lnTo>
                  <a:lnTo>
                    <a:pt x="3429116" y="344565"/>
                  </a:lnTo>
                  <a:lnTo>
                    <a:pt x="3430187" y="343769"/>
                  </a:lnTo>
                  <a:lnTo>
                    <a:pt x="3431259" y="342974"/>
                  </a:lnTo>
                  <a:lnTo>
                    <a:pt x="3432330" y="342178"/>
                  </a:lnTo>
                  <a:lnTo>
                    <a:pt x="3433402" y="341382"/>
                  </a:lnTo>
                  <a:lnTo>
                    <a:pt x="3434474" y="340585"/>
                  </a:lnTo>
                  <a:lnTo>
                    <a:pt x="3435545" y="339788"/>
                  </a:lnTo>
                  <a:lnTo>
                    <a:pt x="3436617" y="338991"/>
                  </a:lnTo>
                  <a:lnTo>
                    <a:pt x="3437688" y="338193"/>
                  </a:lnTo>
                  <a:lnTo>
                    <a:pt x="3438760" y="337396"/>
                  </a:lnTo>
                  <a:lnTo>
                    <a:pt x="3439832" y="336597"/>
                  </a:lnTo>
                  <a:lnTo>
                    <a:pt x="3440903" y="335799"/>
                  </a:lnTo>
                  <a:lnTo>
                    <a:pt x="3441975" y="335000"/>
                  </a:lnTo>
                  <a:lnTo>
                    <a:pt x="3443046" y="334201"/>
                  </a:lnTo>
                  <a:lnTo>
                    <a:pt x="3444118" y="333401"/>
                  </a:lnTo>
                  <a:lnTo>
                    <a:pt x="3445190" y="332601"/>
                  </a:lnTo>
                  <a:lnTo>
                    <a:pt x="3446261" y="331801"/>
                  </a:lnTo>
                  <a:lnTo>
                    <a:pt x="3447333" y="331001"/>
                  </a:lnTo>
                  <a:lnTo>
                    <a:pt x="3448404" y="330200"/>
                  </a:lnTo>
                  <a:lnTo>
                    <a:pt x="3449476" y="329399"/>
                  </a:lnTo>
                  <a:lnTo>
                    <a:pt x="3450548" y="328597"/>
                  </a:lnTo>
                  <a:lnTo>
                    <a:pt x="3451619" y="327796"/>
                  </a:lnTo>
                  <a:lnTo>
                    <a:pt x="3452691" y="326994"/>
                  </a:lnTo>
                  <a:lnTo>
                    <a:pt x="3453762" y="326191"/>
                  </a:lnTo>
                  <a:lnTo>
                    <a:pt x="3454834" y="325388"/>
                  </a:lnTo>
                  <a:lnTo>
                    <a:pt x="3455906" y="324585"/>
                  </a:lnTo>
                  <a:lnTo>
                    <a:pt x="3456977" y="323782"/>
                  </a:lnTo>
                  <a:lnTo>
                    <a:pt x="3458049" y="322978"/>
                  </a:lnTo>
                  <a:lnTo>
                    <a:pt x="3459120" y="322174"/>
                  </a:lnTo>
                  <a:lnTo>
                    <a:pt x="3460192" y="321370"/>
                  </a:lnTo>
                  <a:lnTo>
                    <a:pt x="3461264" y="320565"/>
                  </a:lnTo>
                  <a:lnTo>
                    <a:pt x="3462335" y="319760"/>
                  </a:lnTo>
                  <a:lnTo>
                    <a:pt x="3463407" y="318954"/>
                  </a:lnTo>
                  <a:lnTo>
                    <a:pt x="3464478" y="318149"/>
                  </a:lnTo>
                  <a:lnTo>
                    <a:pt x="3465550" y="317343"/>
                  </a:lnTo>
                  <a:lnTo>
                    <a:pt x="3466622" y="316536"/>
                  </a:lnTo>
                  <a:lnTo>
                    <a:pt x="3467693" y="315729"/>
                  </a:lnTo>
                  <a:lnTo>
                    <a:pt x="3468765" y="314922"/>
                  </a:lnTo>
                  <a:lnTo>
                    <a:pt x="3469836" y="314115"/>
                  </a:lnTo>
                  <a:lnTo>
                    <a:pt x="3470908" y="313307"/>
                  </a:lnTo>
                  <a:lnTo>
                    <a:pt x="3471980" y="312499"/>
                  </a:lnTo>
                  <a:lnTo>
                    <a:pt x="3473051" y="311691"/>
                  </a:lnTo>
                  <a:lnTo>
                    <a:pt x="3474123" y="310882"/>
                  </a:lnTo>
                  <a:lnTo>
                    <a:pt x="3475194" y="310073"/>
                  </a:lnTo>
                  <a:lnTo>
                    <a:pt x="3476266" y="309264"/>
                  </a:lnTo>
                  <a:lnTo>
                    <a:pt x="3477338" y="308454"/>
                  </a:lnTo>
                  <a:lnTo>
                    <a:pt x="3478409" y="307644"/>
                  </a:lnTo>
                  <a:lnTo>
                    <a:pt x="3479481" y="306834"/>
                  </a:lnTo>
                  <a:lnTo>
                    <a:pt x="3480552" y="306023"/>
                  </a:lnTo>
                  <a:lnTo>
                    <a:pt x="3481624" y="305212"/>
                  </a:lnTo>
                  <a:lnTo>
                    <a:pt x="3482696" y="304401"/>
                  </a:lnTo>
                  <a:lnTo>
                    <a:pt x="3483767" y="303589"/>
                  </a:lnTo>
                  <a:lnTo>
                    <a:pt x="3484839" y="302777"/>
                  </a:lnTo>
                  <a:lnTo>
                    <a:pt x="3485910" y="301965"/>
                  </a:lnTo>
                  <a:lnTo>
                    <a:pt x="3486982" y="301152"/>
                  </a:lnTo>
                  <a:lnTo>
                    <a:pt x="3488054" y="300339"/>
                  </a:lnTo>
                  <a:lnTo>
                    <a:pt x="3489125" y="299526"/>
                  </a:lnTo>
                  <a:lnTo>
                    <a:pt x="3490197" y="298712"/>
                  </a:lnTo>
                  <a:lnTo>
                    <a:pt x="3491268" y="297898"/>
                  </a:lnTo>
                  <a:lnTo>
                    <a:pt x="3492340" y="297084"/>
                  </a:lnTo>
                  <a:lnTo>
                    <a:pt x="3493412" y="296269"/>
                  </a:lnTo>
                  <a:lnTo>
                    <a:pt x="3494483" y="295454"/>
                  </a:lnTo>
                  <a:lnTo>
                    <a:pt x="3495555" y="294639"/>
                  </a:lnTo>
                  <a:lnTo>
                    <a:pt x="3496626" y="293823"/>
                  </a:lnTo>
                  <a:lnTo>
                    <a:pt x="3497698" y="293007"/>
                  </a:lnTo>
                  <a:lnTo>
                    <a:pt x="3498770" y="292191"/>
                  </a:lnTo>
                  <a:lnTo>
                    <a:pt x="3499841" y="291374"/>
                  </a:lnTo>
                  <a:lnTo>
                    <a:pt x="3500913" y="290557"/>
                  </a:lnTo>
                  <a:lnTo>
                    <a:pt x="3501984" y="289740"/>
                  </a:lnTo>
                  <a:lnTo>
                    <a:pt x="3503056" y="288922"/>
                  </a:lnTo>
                  <a:lnTo>
                    <a:pt x="3504128" y="288104"/>
                  </a:lnTo>
                  <a:lnTo>
                    <a:pt x="3505199" y="287286"/>
                  </a:lnTo>
                  <a:lnTo>
                    <a:pt x="3506271" y="286467"/>
                  </a:lnTo>
                  <a:lnTo>
                    <a:pt x="3507342" y="285648"/>
                  </a:lnTo>
                  <a:lnTo>
                    <a:pt x="3508414" y="284829"/>
                  </a:lnTo>
                  <a:lnTo>
                    <a:pt x="3509486" y="284009"/>
                  </a:lnTo>
                  <a:lnTo>
                    <a:pt x="3510557" y="283189"/>
                  </a:lnTo>
                  <a:lnTo>
                    <a:pt x="3511629" y="282369"/>
                  </a:lnTo>
                  <a:lnTo>
                    <a:pt x="3512700" y="281548"/>
                  </a:lnTo>
                  <a:lnTo>
                    <a:pt x="3513772" y="280727"/>
                  </a:lnTo>
                  <a:lnTo>
                    <a:pt x="3514844" y="279906"/>
                  </a:lnTo>
                  <a:lnTo>
                    <a:pt x="3515915" y="279084"/>
                  </a:lnTo>
                  <a:lnTo>
                    <a:pt x="3516987" y="278262"/>
                  </a:lnTo>
                  <a:lnTo>
                    <a:pt x="3518058" y="277440"/>
                  </a:lnTo>
                  <a:lnTo>
                    <a:pt x="3519130" y="276617"/>
                  </a:lnTo>
                  <a:lnTo>
                    <a:pt x="3520202" y="275794"/>
                  </a:lnTo>
                  <a:lnTo>
                    <a:pt x="3521273" y="274971"/>
                  </a:lnTo>
                  <a:lnTo>
                    <a:pt x="3522345" y="274147"/>
                  </a:lnTo>
                  <a:lnTo>
                    <a:pt x="3523416" y="273323"/>
                  </a:lnTo>
                  <a:lnTo>
                    <a:pt x="3524488" y="272499"/>
                  </a:lnTo>
                  <a:lnTo>
                    <a:pt x="3525560" y="271674"/>
                  </a:lnTo>
                  <a:lnTo>
                    <a:pt x="3526631" y="270849"/>
                  </a:lnTo>
                  <a:lnTo>
                    <a:pt x="3527703" y="270023"/>
                  </a:lnTo>
                  <a:lnTo>
                    <a:pt x="3528774" y="269198"/>
                  </a:lnTo>
                  <a:lnTo>
                    <a:pt x="3529846" y="268372"/>
                  </a:lnTo>
                  <a:lnTo>
                    <a:pt x="3530918" y="267545"/>
                  </a:lnTo>
                  <a:lnTo>
                    <a:pt x="3531989" y="266718"/>
                  </a:lnTo>
                  <a:lnTo>
                    <a:pt x="3533061" y="265891"/>
                  </a:lnTo>
                  <a:lnTo>
                    <a:pt x="3534132" y="265064"/>
                  </a:lnTo>
                  <a:lnTo>
                    <a:pt x="3535204" y="264236"/>
                  </a:lnTo>
                  <a:lnTo>
                    <a:pt x="3536276" y="263408"/>
                  </a:lnTo>
                  <a:lnTo>
                    <a:pt x="3537347" y="262580"/>
                  </a:lnTo>
                  <a:lnTo>
                    <a:pt x="3538419" y="261751"/>
                  </a:lnTo>
                  <a:lnTo>
                    <a:pt x="3539490" y="260922"/>
                  </a:lnTo>
                  <a:lnTo>
                    <a:pt x="3540562" y="260092"/>
                  </a:lnTo>
                  <a:lnTo>
                    <a:pt x="3541634" y="259263"/>
                  </a:lnTo>
                  <a:lnTo>
                    <a:pt x="3542705" y="258433"/>
                  </a:lnTo>
                  <a:lnTo>
                    <a:pt x="3543777" y="257602"/>
                  </a:lnTo>
                  <a:lnTo>
                    <a:pt x="3544848" y="256771"/>
                  </a:lnTo>
                  <a:lnTo>
                    <a:pt x="3545920" y="255940"/>
                  </a:lnTo>
                  <a:lnTo>
                    <a:pt x="3546992" y="255109"/>
                  </a:lnTo>
                  <a:lnTo>
                    <a:pt x="3548063" y="254277"/>
                  </a:lnTo>
                  <a:lnTo>
                    <a:pt x="3549135" y="253445"/>
                  </a:lnTo>
                  <a:lnTo>
                    <a:pt x="3550206" y="252612"/>
                  </a:lnTo>
                  <a:lnTo>
                    <a:pt x="3551278" y="251779"/>
                  </a:lnTo>
                  <a:lnTo>
                    <a:pt x="3552349" y="250946"/>
                  </a:lnTo>
                  <a:lnTo>
                    <a:pt x="3553421" y="250113"/>
                  </a:lnTo>
                  <a:lnTo>
                    <a:pt x="3554493" y="249279"/>
                  </a:lnTo>
                  <a:lnTo>
                    <a:pt x="3555564" y="248445"/>
                  </a:lnTo>
                  <a:lnTo>
                    <a:pt x="3556636" y="247610"/>
                  </a:lnTo>
                  <a:lnTo>
                    <a:pt x="3557707" y="246775"/>
                  </a:lnTo>
                  <a:lnTo>
                    <a:pt x="3558779" y="245940"/>
                  </a:lnTo>
                  <a:lnTo>
                    <a:pt x="3559851" y="245104"/>
                  </a:lnTo>
                  <a:lnTo>
                    <a:pt x="3560922" y="244269"/>
                  </a:lnTo>
                  <a:lnTo>
                    <a:pt x="3561994" y="243432"/>
                  </a:lnTo>
                  <a:lnTo>
                    <a:pt x="3563065" y="242596"/>
                  </a:lnTo>
                  <a:lnTo>
                    <a:pt x="3564137" y="241759"/>
                  </a:lnTo>
                  <a:lnTo>
                    <a:pt x="3565209" y="240921"/>
                  </a:lnTo>
                  <a:lnTo>
                    <a:pt x="3566280" y="240084"/>
                  </a:lnTo>
                  <a:lnTo>
                    <a:pt x="3567352" y="239246"/>
                  </a:lnTo>
                  <a:lnTo>
                    <a:pt x="3568423" y="238408"/>
                  </a:lnTo>
                  <a:lnTo>
                    <a:pt x="3569495" y="237569"/>
                  </a:lnTo>
                  <a:lnTo>
                    <a:pt x="3570567" y="236730"/>
                  </a:lnTo>
                  <a:lnTo>
                    <a:pt x="3571638" y="235891"/>
                  </a:lnTo>
                  <a:lnTo>
                    <a:pt x="3572710" y="235051"/>
                  </a:lnTo>
                  <a:lnTo>
                    <a:pt x="3573781" y="234211"/>
                  </a:lnTo>
                  <a:lnTo>
                    <a:pt x="3574853" y="233371"/>
                  </a:lnTo>
                  <a:lnTo>
                    <a:pt x="3575925" y="232530"/>
                  </a:lnTo>
                  <a:lnTo>
                    <a:pt x="3576996" y="231689"/>
                  </a:lnTo>
                  <a:lnTo>
                    <a:pt x="3578068" y="230848"/>
                  </a:lnTo>
                  <a:lnTo>
                    <a:pt x="3579139" y="230006"/>
                  </a:lnTo>
                  <a:lnTo>
                    <a:pt x="3580211" y="229164"/>
                  </a:lnTo>
                  <a:lnTo>
                    <a:pt x="3581283" y="228321"/>
                  </a:lnTo>
                  <a:lnTo>
                    <a:pt x="3582354" y="227479"/>
                  </a:lnTo>
                  <a:lnTo>
                    <a:pt x="3583426" y="226635"/>
                  </a:lnTo>
                  <a:lnTo>
                    <a:pt x="3584497" y="225792"/>
                  </a:lnTo>
                  <a:lnTo>
                    <a:pt x="3585569" y="224948"/>
                  </a:lnTo>
                  <a:lnTo>
                    <a:pt x="3586641" y="224104"/>
                  </a:lnTo>
                  <a:lnTo>
                    <a:pt x="3587712" y="223260"/>
                  </a:lnTo>
                  <a:lnTo>
                    <a:pt x="3588784" y="222415"/>
                  </a:lnTo>
                  <a:lnTo>
                    <a:pt x="3589855" y="221570"/>
                  </a:lnTo>
                  <a:lnTo>
                    <a:pt x="3590927" y="220724"/>
                  </a:lnTo>
                  <a:lnTo>
                    <a:pt x="3591999" y="219878"/>
                  </a:lnTo>
                  <a:lnTo>
                    <a:pt x="3593070" y="219032"/>
                  </a:lnTo>
                  <a:lnTo>
                    <a:pt x="3594142" y="218185"/>
                  </a:lnTo>
                  <a:lnTo>
                    <a:pt x="3595213" y="217338"/>
                  </a:lnTo>
                  <a:lnTo>
                    <a:pt x="3596285" y="216491"/>
                  </a:lnTo>
                  <a:lnTo>
                    <a:pt x="3597357" y="215644"/>
                  </a:lnTo>
                  <a:lnTo>
                    <a:pt x="3598428" y="214796"/>
                  </a:lnTo>
                  <a:lnTo>
                    <a:pt x="3599500" y="213947"/>
                  </a:lnTo>
                  <a:lnTo>
                    <a:pt x="3600571" y="213099"/>
                  </a:lnTo>
                  <a:lnTo>
                    <a:pt x="3601643" y="212250"/>
                  </a:lnTo>
                  <a:lnTo>
                    <a:pt x="3602715" y="211400"/>
                  </a:lnTo>
                  <a:lnTo>
                    <a:pt x="3603786" y="210551"/>
                  </a:lnTo>
                  <a:lnTo>
                    <a:pt x="3604858" y="209701"/>
                  </a:lnTo>
                  <a:lnTo>
                    <a:pt x="3605929" y="208850"/>
                  </a:lnTo>
                  <a:lnTo>
                    <a:pt x="3607001" y="208000"/>
                  </a:lnTo>
                  <a:lnTo>
                    <a:pt x="3608073" y="207149"/>
                  </a:lnTo>
                  <a:lnTo>
                    <a:pt x="3609144" y="206297"/>
                  </a:lnTo>
                  <a:lnTo>
                    <a:pt x="3610216" y="205445"/>
                  </a:lnTo>
                  <a:lnTo>
                    <a:pt x="3611287" y="204593"/>
                  </a:lnTo>
                  <a:lnTo>
                    <a:pt x="3612359" y="203741"/>
                  </a:lnTo>
                  <a:lnTo>
                    <a:pt x="3613431" y="202888"/>
                  </a:lnTo>
                  <a:lnTo>
                    <a:pt x="3614502" y="202035"/>
                  </a:lnTo>
                  <a:lnTo>
                    <a:pt x="3615574" y="201181"/>
                  </a:lnTo>
                  <a:lnTo>
                    <a:pt x="3616645" y="200328"/>
                  </a:lnTo>
                  <a:lnTo>
                    <a:pt x="3617717" y="199473"/>
                  </a:lnTo>
                  <a:lnTo>
                    <a:pt x="3618789" y="198619"/>
                  </a:lnTo>
                  <a:lnTo>
                    <a:pt x="3619860" y="197764"/>
                  </a:lnTo>
                  <a:lnTo>
                    <a:pt x="3620932" y="196909"/>
                  </a:lnTo>
                  <a:lnTo>
                    <a:pt x="3622003" y="196053"/>
                  </a:lnTo>
                  <a:lnTo>
                    <a:pt x="3623075" y="195197"/>
                  </a:lnTo>
                  <a:lnTo>
                    <a:pt x="3624147" y="194341"/>
                  </a:lnTo>
                  <a:lnTo>
                    <a:pt x="3625218" y="193484"/>
                  </a:lnTo>
                  <a:lnTo>
                    <a:pt x="3626290" y="192627"/>
                  </a:lnTo>
                  <a:lnTo>
                    <a:pt x="3627361" y="191770"/>
                  </a:lnTo>
                  <a:lnTo>
                    <a:pt x="3628433" y="190912"/>
                  </a:lnTo>
                  <a:lnTo>
                    <a:pt x="3629505" y="190054"/>
                  </a:lnTo>
                  <a:lnTo>
                    <a:pt x="3630576" y="189196"/>
                  </a:lnTo>
                  <a:lnTo>
                    <a:pt x="3631648" y="188337"/>
                  </a:lnTo>
                  <a:lnTo>
                    <a:pt x="3632719" y="187478"/>
                  </a:lnTo>
                  <a:lnTo>
                    <a:pt x="3633791" y="186618"/>
                  </a:lnTo>
                  <a:lnTo>
                    <a:pt x="3634863" y="185759"/>
                  </a:lnTo>
                  <a:lnTo>
                    <a:pt x="3635934" y="184898"/>
                  </a:lnTo>
                  <a:lnTo>
                    <a:pt x="3637006" y="184038"/>
                  </a:lnTo>
                  <a:lnTo>
                    <a:pt x="3638077" y="183177"/>
                  </a:lnTo>
                  <a:lnTo>
                    <a:pt x="3639149" y="182316"/>
                  </a:lnTo>
                  <a:lnTo>
                    <a:pt x="3640221" y="181454"/>
                  </a:lnTo>
                  <a:lnTo>
                    <a:pt x="3641292" y="180592"/>
                  </a:lnTo>
                  <a:lnTo>
                    <a:pt x="3642364" y="179730"/>
                  </a:lnTo>
                  <a:lnTo>
                    <a:pt x="3643435" y="178868"/>
                  </a:lnTo>
                  <a:lnTo>
                    <a:pt x="3644507" y="178005"/>
                  </a:lnTo>
                  <a:lnTo>
                    <a:pt x="3645579" y="177141"/>
                  </a:lnTo>
                  <a:lnTo>
                    <a:pt x="3646650" y="176278"/>
                  </a:lnTo>
                  <a:lnTo>
                    <a:pt x="3647722" y="175414"/>
                  </a:lnTo>
                  <a:lnTo>
                    <a:pt x="3648793" y="174549"/>
                  </a:lnTo>
                  <a:lnTo>
                    <a:pt x="3649865" y="173684"/>
                  </a:lnTo>
                  <a:lnTo>
                    <a:pt x="3650937" y="172819"/>
                  </a:lnTo>
                  <a:lnTo>
                    <a:pt x="3652008" y="171954"/>
                  </a:lnTo>
                  <a:lnTo>
                    <a:pt x="3653080" y="171088"/>
                  </a:lnTo>
                  <a:lnTo>
                    <a:pt x="3654151" y="170222"/>
                  </a:lnTo>
                  <a:lnTo>
                    <a:pt x="3655223" y="169355"/>
                  </a:lnTo>
                  <a:lnTo>
                    <a:pt x="3656295" y="168489"/>
                  </a:lnTo>
                  <a:lnTo>
                    <a:pt x="3657366" y="167621"/>
                  </a:lnTo>
                  <a:lnTo>
                    <a:pt x="3658438" y="166754"/>
                  </a:lnTo>
                  <a:lnTo>
                    <a:pt x="3659509" y="165886"/>
                  </a:lnTo>
                  <a:lnTo>
                    <a:pt x="3660581" y="165018"/>
                  </a:lnTo>
                  <a:lnTo>
                    <a:pt x="3661653" y="164149"/>
                  </a:lnTo>
                  <a:lnTo>
                    <a:pt x="3662724" y="163280"/>
                  </a:lnTo>
                  <a:lnTo>
                    <a:pt x="3663796" y="162411"/>
                  </a:lnTo>
                  <a:lnTo>
                    <a:pt x="3664867" y="161541"/>
                  </a:lnTo>
                  <a:lnTo>
                    <a:pt x="3665939" y="160671"/>
                  </a:lnTo>
                  <a:lnTo>
                    <a:pt x="3667011" y="159801"/>
                  </a:lnTo>
                  <a:lnTo>
                    <a:pt x="3668082" y="158930"/>
                  </a:lnTo>
                  <a:lnTo>
                    <a:pt x="3669154" y="158059"/>
                  </a:lnTo>
                  <a:lnTo>
                    <a:pt x="3670225" y="157187"/>
                  </a:lnTo>
                  <a:lnTo>
                    <a:pt x="3671297" y="156315"/>
                  </a:lnTo>
                  <a:lnTo>
                    <a:pt x="3672369" y="155443"/>
                  </a:lnTo>
                  <a:lnTo>
                    <a:pt x="3673440" y="154571"/>
                  </a:lnTo>
                  <a:lnTo>
                    <a:pt x="3674512" y="153698"/>
                  </a:lnTo>
                  <a:lnTo>
                    <a:pt x="3675583" y="152824"/>
                  </a:lnTo>
                  <a:lnTo>
                    <a:pt x="3676655" y="151951"/>
                  </a:lnTo>
                  <a:lnTo>
                    <a:pt x="3677727" y="151077"/>
                  </a:lnTo>
                  <a:lnTo>
                    <a:pt x="3678798" y="150203"/>
                  </a:lnTo>
                  <a:lnTo>
                    <a:pt x="3679870" y="149328"/>
                  </a:lnTo>
                  <a:lnTo>
                    <a:pt x="3680941" y="148453"/>
                  </a:lnTo>
                  <a:lnTo>
                    <a:pt x="3682013" y="147577"/>
                  </a:lnTo>
                  <a:lnTo>
                    <a:pt x="3683085" y="146702"/>
                  </a:lnTo>
                  <a:lnTo>
                    <a:pt x="3684156" y="145826"/>
                  </a:lnTo>
                  <a:lnTo>
                    <a:pt x="3685228" y="144949"/>
                  </a:lnTo>
                  <a:lnTo>
                    <a:pt x="3686299" y="144072"/>
                  </a:lnTo>
                  <a:lnTo>
                    <a:pt x="3687371" y="143195"/>
                  </a:lnTo>
                  <a:lnTo>
                    <a:pt x="3688443" y="142318"/>
                  </a:lnTo>
                  <a:lnTo>
                    <a:pt x="3689514" y="141440"/>
                  </a:lnTo>
                  <a:lnTo>
                    <a:pt x="3690586" y="140561"/>
                  </a:lnTo>
                  <a:lnTo>
                    <a:pt x="3691657" y="139683"/>
                  </a:lnTo>
                  <a:lnTo>
                    <a:pt x="3692729" y="138804"/>
                  </a:lnTo>
                  <a:lnTo>
                    <a:pt x="3693801" y="137924"/>
                  </a:lnTo>
                  <a:lnTo>
                    <a:pt x="3694872" y="137045"/>
                  </a:lnTo>
                  <a:lnTo>
                    <a:pt x="3695944" y="136165"/>
                  </a:lnTo>
                  <a:lnTo>
                    <a:pt x="3697015" y="135284"/>
                  </a:lnTo>
                  <a:lnTo>
                    <a:pt x="3698087" y="134404"/>
                  </a:lnTo>
                  <a:lnTo>
                    <a:pt x="3699159" y="133522"/>
                  </a:lnTo>
                  <a:lnTo>
                    <a:pt x="3700230" y="132641"/>
                  </a:lnTo>
                  <a:lnTo>
                    <a:pt x="3701302" y="131759"/>
                  </a:lnTo>
                  <a:lnTo>
                    <a:pt x="3702373" y="130877"/>
                  </a:lnTo>
                  <a:lnTo>
                    <a:pt x="3703445" y="129994"/>
                  </a:lnTo>
                  <a:lnTo>
                    <a:pt x="3704517" y="129111"/>
                  </a:lnTo>
                  <a:lnTo>
                    <a:pt x="3705588" y="128228"/>
                  </a:lnTo>
                  <a:lnTo>
                    <a:pt x="3706660" y="127344"/>
                  </a:lnTo>
                  <a:lnTo>
                    <a:pt x="3707731" y="126460"/>
                  </a:lnTo>
                  <a:lnTo>
                    <a:pt x="3708803" y="125576"/>
                  </a:lnTo>
                  <a:lnTo>
                    <a:pt x="3709875" y="124691"/>
                  </a:lnTo>
                  <a:lnTo>
                    <a:pt x="3710946" y="123806"/>
                  </a:lnTo>
                  <a:lnTo>
                    <a:pt x="3712018" y="122921"/>
                  </a:lnTo>
                  <a:lnTo>
                    <a:pt x="3713089" y="122035"/>
                  </a:lnTo>
                  <a:lnTo>
                    <a:pt x="3714161" y="121149"/>
                  </a:lnTo>
                  <a:lnTo>
                    <a:pt x="3715233" y="120262"/>
                  </a:lnTo>
                  <a:lnTo>
                    <a:pt x="3716304" y="119375"/>
                  </a:lnTo>
                  <a:lnTo>
                    <a:pt x="3717376" y="118488"/>
                  </a:lnTo>
                  <a:lnTo>
                    <a:pt x="3718447" y="117600"/>
                  </a:lnTo>
                  <a:lnTo>
                    <a:pt x="3719519" y="116712"/>
                  </a:lnTo>
                  <a:lnTo>
                    <a:pt x="3720591" y="115824"/>
                  </a:lnTo>
                  <a:lnTo>
                    <a:pt x="3721662" y="114935"/>
                  </a:lnTo>
                  <a:lnTo>
                    <a:pt x="3722734" y="114046"/>
                  </a:lnTo>
                  <a:lnTo>
                    <a:pt x="3723805" y="113157"/>
                  </a:lnTo>
                  <a:lnTo>
                    <a:pt x="3724877" y="112267"/>
                  </a:lnTo>
                  <a:lnTo>
                    <a:pt x="3725949" y="111377"/>
                  </a:lnTo>
                  <a:lnTo>
                    <a:pt x="3727020" y="110486"/>
                  </a:lnTo>
                  <a:lnTo>
                    <a:pt x="3728092" y="109595"/>
                  </a:lnTo>
                  <a:lnTo>
                    <a:pt x="3729163" y="108704"/>
                  </a:lnTo>
                  <a:lnTo>
                    <a:pt x="3730235" y="107812"/>
                  </a:lnTo>
                  <a:lnTo>
                    <a:pt x="3731306" y="106920"/>
                  </a:lnTo>
                  <a:lnTo>
                    <a:pt x="3732378" y="106028"/>
                  </a:lnTo>
                  <a:lnTo>
                    <a:pt x="3733450" y="105135"/>
                  </a:lnTo>
                  <a:lnTo>
                    <a:pt x="3734521" y="104242"/>
                  </a:lnTo>
                  <a:lnTo>
                    <a:pt x="3735593" y="103349"/>
                  </a:lnTo>
                  <a:lnTo>
                    <a:pt x="3736664" y="102455"/>
                  </a:lnTo>
                  <a:lnTo>
                    <a:pt x="3737736" y="101560"/>
                  </a:lnTo>
                  <a:lnTo>
                    <a:pt x="3738808" y="100666"/>
                  </a:lnTo>
                  <a:lnTo>
                    <a:pt x="3739879" y="99771"/>
                  </a:lnTo>
                  <a:lnTo>
                    <a:pt x="3740951" y="98876"/>
                  </a:lnTo>
                  <a:lnTo>
                    <a:pt x="3742022" y="97980"/>
                  </a:lnTo>
                  <a:lnTo>
                    <a:pt x="3743094" y="97084"/>
                  </a:lnTo>
                  <a:lnTo>
                    <a:pt x="3744166" y="96188"/>
                  </a:lnTo>
                  <a:lnTo>
                    <a:pt x="3745237" y="95291"/>
                  </a:lnTo>
                  <a:lnTo>
                    <a:pt x="3746309" y="94394"/>
                  </a:lnTo>
                  <a:lnTo>
                    <a:pt x="3747380" y="93496"/>
                  </a:lnTo>
                  <a:lnTo>
                    <a:pt x="3748452" y="92598"/>
                  </a:lnTo>
                  <a:lnTo>
                    <a:pt x="3749524" y="91700"/>
                  </a:lnTo>
                  <a:lnTo>
                    <a:pt x="3750595" y="90802"/>
                  </a:lnTo>
                  <a:lnTo>
                    <a:pt x="3751667" y="89903"/>
                  </a:lnTo>
                  <a:lnTo>
                    <a:pt x="3752738" y="89003"/>
                  </a:lnTo>
                  <a:lnTo>
                    <a:pt x="3753810" y="88104"/>
                  </a:lnTo>
                  <a:lnTo>
                    <a:pt x="3754882" y="87204"/>
                  </a:lnTo>
                  <a:lnTo>
                    <a:pt x="3755953" y="86303"/>
                  </a:lnTo>
                  <a:lnTo>
                    <a:pt x="3757025" y="85402"/>
                  </a:lnTo>
                  <a:lnTo>
                    <a:pt x="3758096" y="84501"/>
                  </a:lnTo>
                  <a:lnTo>
                    <a:pt x="3759168" y="83600"/>
                  </a:lnTo>
                  <a:lnTo>
                    <a:pt x="3760240" y="82698"/>
                  </a:lnTo>
                  <a:lnTo>
                    <a:pt x="3761311" y="81796"/>
                  </a:lnTo>
                  <a:lnTo>
                    <a:pt x="3762383" y="80893"/>
                  </a:lnTo>
                  <a:lnTo>
                    <a:pt x="3763454" y="79990"/>
                  </a:lnTo>
                  <a:lnTo>
                    <a:pt x="3764526" y="79087"/>
                  </a:lnTo>
                  <a:lnTo>
                    <a:pt x="3765598" y="78183"/>
                  </a:lnTo>
                  <a:lnTo>
                    <a:pt x="3766669" y="77279"/>
                  </a:lnTo>
                  <a:lnTo>
                    <a:pt x="3767741" y="76374"/>
                  </a:lnTo>
                  <a:lnTo>
                    <a:pt x="3768812" y="75469"/>
                  </a:lnTo>
                  <a:lnTo>
                    <a:pt x="3769884" y="74564"/>
                  </a:lnTo>
                  <a:lnTo>
                    <a:pt x="3770956" y="73659"/>
                  </a:lnTo>
                  <a:lnTo>
                    <a:pt x="3772027" y="72753"/>
                  </a:lnTo>
                  <a:lnTo>
                    <a:pt x="3773099" y="71846"/>
                  </a:lnTo>
                  <a:lnTo>
                    <a:pt x="3774170" y="70940"/>
                  </a:lnTo>
                  <a:lnTo>
                    <a:pt x="3775242" y="70032"/>
                  </a:lnTo>
                  <a:lnTo>
                    <a:pt x="3776314" y="69125"/>
                  </a:lnTo>
                  <a:lnTo>
                    <a:pt x="3777385" y="68217"/>
                  </a:lnTo>
                  <a:lnTo>
                    <a:pt x="3778457" y="67309"/>
                  </a:lnTo>
                  <a:lnTo>
                    <a:pt x="3779528" y="66401"/>
                  </a:lnTo>
                  <a:lnTo>
                    <a:pt x="3780600" y="65492"/>
                  </a:lnTo>
                  <a:lnTo>
                    <a:pt x="3781672" y="64582"/>
                  </a:lnTo>
                  <a:lnTo>
                    <a:pt x="3782743" y="63673"/>
                  </a:lnTo>
                  <a:lnTo>
                    <a:pt x="3783815" y="62763"/>
                  </a:lnTo>
                  <a:lnTo>
                    <a:pt x="3784886" y="61852"/>
                  </a:lnTo>
                  <a:lnTo>
                    <a:pt x="3785958" y="60941"/>
                  </a:lnTo>
                  <a:lnTo>
                    <a:pt x="3787030" y="60030"/>
                  </a:lnTo>
                  <a:lnTo>
                    <a:pt x="3788101" y="59119"/>
                  </a:lnTo>
                  <a:lnTo>
                    <a:pt x="3789173" y="58207"/>
                  </a:lnTo>
                  <a:lnTo>
                    <a:pt x="3790244" y="57295"/>
                  </a:lnTo>
                  <a:lnTo>
                    <a:pt x="3791316" y="56382"/>
                  </a:lnTo>
                  <a:lnTo>
                    <a:pt x="3792388" y="55469"/>
                  </a:lnTo>
                  <a:lnTo>
                    <a:pt x="3793459" y="54555"/>
                  </a:lnTo>
                  <a:lnTo>
                    <a:pt x="3794531" y="53642"/>
                  </a:lnTo>
                  <a:lnTo>
                    <a:pt x="3795602" y="52728"/>
                  </a:lnTo>
                  <a:lnTo>
                    <a:pt x="3796674" y="51813"/>
                  </a:lnTo>
                  <a:lnTo>
                    <a:pt x="3797746" y="50898"/>
                  </a:lnTo>
                  <a:lnTo>
                    <a:pt x="3798817" y="49983"/>
                  </a:lnTo>
                  <a:lnTo>
                    <a:pt x="3799889" y="49067"/>
                  </a:lnTo>
                  <a:lnTo>
                    <a:pt x="3800960" y="48151"/>
                  </a:lnTo>
                  <a:lnTo>
                    <a:pt x="3802032" y="47235"/>
                  </a:lnTo>
                  <a:lnTo>
                    <a:pt x="3803104" y="46318"/>
                  </a:lnTo>
                  <a:lnTo>
                    <a:pt x="3804175" y="45401"/>
                  </a:lnTo>
                  <a:lnTo>
                    <a:pt x="3805247" y="44483"/>
                  </a:lnTo>
                  <a:lnTo>
                    <a:pt x="3806318" y="43566"/>
                  </a:lnTo>
                  <a:lnTo>
                    <a:pt x="3807390" y="42647"/>
                  </a:lnTo>
                  <a:lnTo>
                    <a:pt x="3808462" y="41729"/>
                  </a:lnTo>
                  <a:lnTo>
                    <a:pt x="3809533" y="40810"/>
                  </a:lnTo>
                  <a:lnTo>
                    <a:pt x="3810605" y="39890"/>
                  </a:lnTo>
                  <a:lnTo>
                    <a:pt x="3811676" y="38971"/>
                  </a:lnTo>
                  <a:lnTo>
                    <a:pt x="3812748" y="38050"/>
                  </a:lnTo>
                  <a:lnTo>
                    <a:pt x="3813820" y="37130"/>
                  </a:lnTo>
                  <a:lnTo>
                    <a:pt x="3814891" y="36209"/>
                  </a:lnTo>
                  <a:lnTo>
                    <a:pt x="3815963" y="35288"/>
                  </a:lnTo>
                  <a:lnTo>
                    <a:pt x="3817034" y="34366"/>
                  </a:lnTo>
                  <a:lnTo>
                    <a:pt x="3818106" y="33444"/>
                  </a:lnTo>
                  <a:lnTo>
                    <a:pt x="3819178" y="32522"/>
                  </a:lnTo>
                  <a:lnTo>
                    <a:pt x="3820249" y="31599"/>
                  </a:lnTo>
                  <a:lnTo>
                    <a:pt x="3821321" y="30676"/>
                  </a:lnTo>
                  <a:lnTo>
                    <a:pt x="3822392" y="29752"/>
                  </a:lnTo>
                  <a:lnTo>
                    <a:pt x="3823464" y="28828"/>
                  </a:lnTo>
                  <a:lnTo>
                    <a:pt x="3824536" y="27904"/>
                  </a:lnTo>
                  <a:lnTo>
                    <a:pt x="3825607" y="26979"/>
                  </a:lnTo>
                  <a:lnTo>
                    <a:pt x="3826679" y="26054"/>
                  </a:lnTo>
                  <a:lnTo>
                    <a:pt x="3827750" y="25129"/>
                  </a:lnTo>
                  <a:lnTo>
                    <a:pt x="3828822" y="24203"/>
                  </a:lnTo>
                  <a:lnTo>
                    <a:pt x="3829894" y="23277"/>
                  </a:lnTo>
                  <a:lnTo>
                    <a:pt x="3830965" y="22351"/>
                  </a:lnTo>
                  <a:lnTo>
                    <a:pt x="3832037" y="21424"/>
                  </a:lnTo>
                  <a:lnTo>
                    <a:pt x="3833108" y="20496"/>
                  </a:lnTo>
                  <a:lnTo>
                    <a:pt x="3834180" y="19569"/>
                  </a:lnTo>
                  <a:lnTo>
                    <a:pt x="3835252" y="18641"/>
                  </a:lnTo>
                  <a:lnTo>
                    <a:pt x="3836323" y="17712"/>
                  </a:lnTo>
                  <a:lnTo>
                    <a:pt x="3837395" y="16783"/>
                  </a:lnTo>
                  <a:lnTo>
                    <a:pt x="3838466" y="15854"/>
                  </a:lnTo>
                  <a:lnTo>
                    <a:pt x="3839538" y="14925"/>
                  </a:lnTo>
                  <a:lnTo>
                    <a:pt x="3840610" y="13995"/>
                  </a:lnTo>
                  <a:lnTo>
                    <a:pt x="3841681" y="13064"/>
                  </a:lnTo>
                  <a:lnTo>
                    <a:pt x="3842753" y="12134"/>
                  </a:lnTo>
                  <a:lnTo>
                    <a:pt x="3843824" y="11202"/>
                  </a:lnTo>
                  <a:lnTo>
                    <a:pt x="3844896" y="10271"/>
                  </a:lnTo>
                  <a:lnTo>
                    <a:pt x="3845968" y="9339"/>
                  </a:lnTo>
                  <a:lnTo>
                    <a:pt x="3847039" y="8407"/>
                  </a:lnTo>
                  <a:lnTo>
                    <a:pt x="3848111" y="7474"/>
                  </a:lnTo>
                  <a:lnTo>
                    <a:pt x="3849182" y="6541"/>
                  </a:lnTo>
                  <a:lnTo>
                    <a:pt x="3850254" y="5608"/>
                  </a:lnTo>
                  <a:lnTo>
                    <a:pt x="3851326" y="4674"/>
                  </a:lnTo>
                  <a:lnTo>
                    <a:pt x="3852397" y="3740"/>
                  </a:lnTo>
                  <a:lnTo>
                    <a:pt x="3853469" y="2805"/>
                  </a:lnTo>
                  <a:lnTo>
                    <a:pt x="3854540" y="1870"/>
                  </a:lnTo>
                  <a:lnTo>
                    <a:pt x="3855612" y="93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l167"/>
            <p:cNvSpPr/>
            <p:nvPr/>
          </p:nvSpPr>
          <p:spPr>
            <a:xfrm>
              <a:off x="5034264" y="56331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tx168"/>
            <p:cNvSpPr/>
            <p:nvPr/>
          </p:nvSpPr>
          <p:spPr>
            <a:xfrm>
              <a:off x="5227099" y="3689084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5227099" y="3949256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170" name="rc170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tx171"/>
            <p:cNvSpPr/>
            <p:nvPr/>
          </p:nvSpPr>
          <p:spPr>
            <a:xfrm>
              <a:off x="4793966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793966" y="558606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4793966" y="499247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4793966" y="439887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3.0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4793966" y="380527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4.0</a:t>
              </a:r>
            </a:p>
          </p:txBody>
        </p:sp>
        <p:sp>
          <p:nvSpPr>
            <p:cNvPr id="176" name="pl176"/>
            <p:cNvSpPr/>
            <p:nvPr/>
          </p:nvSpPr>
          <p:spPr>
            <a:xfrm>
              <a:off x="4999470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l177"/>
            <p:cNvSpPr/>
            <p:nvPr/>
          </p:nvSpPr>
          <p:spPr>
            <a:xfrm>
              <a:off x="4999470" y="56331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l178"/>
            <p:cNvSpPr/>
            <p:nvPr/>
          </p:nvSpPr>
          <p:spPr>
            <a:xfrm>
              <a:off x="4999470" y="50395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l179"/>
            <p:cNvSpPr/>
            <p:nvPr/>
          </p:nvSpPr>
          <p:spPr>
            <a:xfrm>
              <a:off x="4999470" y="444592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l180"/>
            <p:cNvSpPr/>
            <p:nvPr/>
          </p:nvSpPr>
          <p:spPr>
            <a:xfrm>
              <a:off x="4999470" y="385232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l181"/>
            <p:cNvSpPr/>
            <p:nvPr/>
          </p:nvSpPr>
          <p:spPr>
            <a:xfrm>
              <a:off x="587851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l182"/>
            <p:cNvSpPr/>
            <p:nvPr/>
          </p:nvSpPr>
          <p:spPr>
            <a:xfrm>
              <a:off x="7005919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l183"/>
            <p:cNvSpPr/>
            <p:nvPr/>
          </p:nvSpPr>
          <p:spPr>
            <a:xfrm>
              <a:off x="8133321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tx184"/>
            <p:cNvSpPr/>
            <p:nvPr/>
          </p:nvSpPr>
          <p:spPr>
            <a:xfrm>
              <a:off x="5807468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6934870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40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8062272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6607133" y="6551677"/>
              <a:ext cx="71094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</a:t>
              </a:r>
            </a:p>
          </p:txBody>
        </p:sp>
        <p:sp>
          <p:nvSpPr>
            <p:cNvPr id="188" name="tx188"/>
            <p:cNvSpPr/>
            <p:nvPr/>
          </p:nvSpPr>
          <p:spPr>
            <a:xfrm rot="16200000">
              <a:off x="-952102" y="3181039"/>
              <a:ext cx="223689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Weighted Odds Ratio (95% CI)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6525" y="126525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667441" y="126525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26525" y="3429000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4667441" y="3429000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684231" y="2657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84231" y="212288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684231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84231" y="105440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684231" y="52016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9733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1859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33985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684231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684231" y="239000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684231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684231" y="1321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684231" y="78728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684231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15796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27922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40048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84231" y="361595"/>
              <a:ext cx="3856684" cy="2322179"/>
            </a:xfrm>
            <a:custGeom>
              <a:avLst/>
              <a:gdLst/>
              <a:ahLst/>
              <a:cxnLst/>
              <a:rect l="0" t="0" r="0" b="0"/>
              <a:pathLst>
                <a:path w="3856684" h="2322179">
                  <a:moveTo>
                    <a:pt x="0" y="2173504"/>
                  </a:moveTo>
                  <a:lnTo>
                    <a:pt x="1071" y="2173273"/>
                  </a:lnTo>
                  <a:lnTo>
                    <a:pt x="2143" y="2173042"/>
                  </a:lnTo>
                  <a:lnTo>
                    <a:pt x="3214" y="2172811"/>
                  </a:lnTo>
                  <a:lnTo>
                    <a:pt x="4286" y="2172579"/>
                  </a:lnTo>
                  <a:lnTo>
                    <a:pt x="5357" y="2172347"/>
                  </a:lnTo>
                  <a:lnTo>
                    <a:pt x="6429" y="2172115"/>
                  </a:lnTo>
                  <a:lnTo>
                    <a:pt x="7501" y="2171883"/>
                  </a:lnTo>
                  <a:lnTo>
                    <a:pt x="8572" y="2171651"/>
                  </a:lnTo>
                  <a:lnTo>
                    <a:pt x="9644" y="2171419"/>
                  </a:lnTo>
                  <a:lnTo>
                    <a:pt x="10715" y="2171186"/>
                  </a:lnTo>
                  <a:lnTo>
                    <a:pt x="11787" y="2170953"/>
                  </a:lnTo>
                  <a:lnTo>
                    <a:pt x="12859" y="2170720"/>
                  </a:lnTo>
                  <a:lnTo>
                    <a:pt x="13930" y="2170487"/>
                  </a:lnTo>
                  <a:lnTo>
                    <a:pt x="15002" y="2170254"/>
                  </a:lnTo>
                  <a:lnTo>
                    <a:pt x="16073" y="2170021"/>
                  </a:lnTo>
                  <a:lnTo>
                    <a:pt x="17145" y="2169787"/>
                  </a:lnTo>
                  <a:lnTo>
                    <a:pt x="18217" y="2169553"/>
                  </a:lnTo>
                  <a:lnTo>
                    <a:pt x="19288" y="2169319"/>
                  </a:lnTo>
                  <a:lnTo>
                    <a:pt x="20360" y="2169085"/>
                  </a:lnTo>
                  <a:lnTo>
                    <a:pt x="21431" y="2168851"/>
                  </a:lnTo>
                  <a:lnTo>
                    <a:pt x="22503" y="2168617"/>
                  </a:lnTo>
                  <a:lnTo>
                    <a:pt x="23575" y="2168382"/>
                  </a:lnTo>
                  <a:lnTo>
                    <a:pt x="24646" y="2168147"/>
                  </a:lnTo>
                  <a:lnTo>
                    <a:pt x="25718" y="2167912"/>
                  </a:lnTo>
                  <a:lnTo>
                    <a:pt x="26789" y="2167677"/>
                  </a:lnTo>
                  <a:lnTo>
                    <a:pt x="27861" y="2167442"/>
                  </a:lnTo>
                  <a:lnTo>
                    <a:pt x="28933" y="2167206"/>
                  </a:lnTo>
                  <a:lnTo>
                    <a:pt x="30004" y="2166971"/>
                  </a:lnTo>
                  <a:lnTo>
                    <a:pt x="31076" y="2166735"/>
                  </a:lnTo>
                  <a:lnTo>
                    <a:pt x="32147" y="2166499"/>
                  </a:lnTo>
                  <a:lnTo>
                    <a:pt x="33219" y="2166263"/>
                  </a:lnTo>
                  <a:lnTo>
                    <a:pt x="34291" y="2166026"/>
                  </a:lnTo>
                  <a:lnTo>
                    <a:pt x="35362" y="2165790"/>
                  </a:lnTo>
                  <a:lnTo>
                    <a:pt x="36434" y="2165553"/>
                  </a:lnTo>
                  <a:lnTo>
                    <a:pt x="37505" y="2165316"/>
                  </a:lnTo>
                  <a:lnTo>
                    <a:pt x="38577" y="2165079"/>
                  </a:lnTo>
                  <a:lnTo>
                    <a:pt x="39649" y="2164842"/>
                  </a:lnTo>
                  <a:lnTo>
                    <a:pt x="40720" y="2164605"/>
                  </a:lnTo>
                  <a:lnTo>
                    <a:pt x="41792" y="2164367"/>
                  </a:lnTo>
                  <a:lnTo>
                    <a:pt x="42863" y="2164130"/>
                  </a:lnTo>
                  <a:lnTo>
                    <a:pt x="43935" y="2163892"/>
                  </a:lnTo>
                  <a:lnTo>
                    <a:pt x="45007" y="2163654"/>
                  </a:lnTo>
                  <a:lnTo>
                    <a:pt x="46078" y="2163415"/>
                  </a:lnTo>
                  <a:lnTo>
                    <a:pt x="47150" y="2163177"/>
                  </a:lnTo>
                  <a:lnTo>
                    <a:pt x="48221" y="2162938"/>
                  </a:lnTo>
                  <a:lnTo>
                    <a:pt x="49293" y="2162699"/>
                  </a:lnTo>
                  <a:lnTo>
                    <a:pt x="50365" y="2162460"/>
                  </a:lnTo>
                  <a:lnTo>
                    <a:pt x="51436" y="2162221"/>
                  </a:lnTo>
                  <a:lnTo>
                    <a:pt x="52508" y="2161982"/>
                  </a:lnTo>
                  <a:lnTo>
                    <a:pt x="53579" y="2161743"/>
                  </a:lnTo>
                  <a:lnTo>
                    <a:pt x="54651" y="2161503"/>
                  </a:lnTo>
                  <a:lnTo>
                    <a:pt x="55723" y="2161263"/>
                  </a:lnTo>
                  <a:lnTo>
                    <a:pt x="56794" y="2161023"/>
                  </a:lnTo>
                  <a:lnTo>
                    <a:pt x="57866" y="2160783"/>
                  </a:lnTo>
                  <a:lnTo>
                    <a:pt x="58937" y="2160542"/>
                  </a:lnTo>
                  <a:lnTo>
                    <a:pt x="60009" y="2160302"/>
                  </a:lnTo>
                  <a:lnTo>
                    <a:pt x="61081" y="2160061"/>
                  </a:lnTo>
                  <a:lnTo>
                    <a:pt x="62152" y="2159820"/>
                  </a:lnTo>
                  <a:lnTo>
                    <a:pt x="63224" y="2159579"/>
                  </a:lnTo>
                  <a:lnTo>
                    <a:pt x="64295" y="2159338"/>
                  </a:lnTo>
                  <a:lnTo>
                    <a:pt x="65367" y="2159096"/>
                  </a:lnTo>
                  <a:lnTo>
                    <a:pt x="66439" y="2158855"/>
                  </a:lnTo>
                  <a:lnTo>
                    <a:pt x="67510" y="2158613"/>
                  </a:lnTo>
                  <a:lnTo>
                    <a:pt x="68582" y="2158371"/>
                  </a:lnTo>
                  <a:lnTo>
                    <a:pt x="69653" y="2158128"/>
                  </a:lnTo>
                  <a:lnTo>
                    <a:pt x="70725" y="2157886"/>
                  </a:lnTo>
                  <a:lnTo>
                    <a:pt x="71797" y="2157644"/>
                  </a:lnTo>
                  <a:lnTo>
                    <a:pt x="72868" y="2157401"/>
                  </a:lnTo>
                  <a:lnTo>
                    <a:pt x="73940" y="2157158"/>
                  </a:lnTo>
                  <a:lnTo>
                    <a:pt x="75011" y="2156915"/>
                  </a:lnTo>
                  <a:lnTo>
                    <a:pt x="76083" y="2156671"/>
                  </a:lnTo>
                  <a:lnTo>
                    <a:pt x="77155" y="2156428"/>
                  </a:lnTo>
                  <a:lnTo>
                    <a:pt x="78226" y="2156184"/>
                  </a:lnTo>
                  <a:lnTo>
                    <a:pt x="79298" y="2155940"/>
                  </a:lnTo>
                  <a:lnTo>
                    <a:pt x="80369" y="2155696"/>
                  </a:lnTo>
                  <a:lnTo>
                    <a:pt x="81441" y="2155452"/>
                  </a:lnTo>
                  <a:lnTo>
                    <a:pt x="82513" y="2155208"/>
                  </a:lnTo>
                  <a:lnTo>
                    <a:pt x="83584" y="2154963"/>
                  </a:lnTo>
                  <a:lnTo>
                    <a:pt x="84656" y="2154718"/>
                  </a:lnTo>
                  <a:lnTo>
                    <a:pt x="85727" y="2154473"/>
                  </a:lnTo>
                  <a:lnTo>
                    <a:pt x="86799" y="2154228"/>
                  </a:lnTo>
                  <a:lnTo>
                    <a:pt x="87871" y="2153983"/>
                  </a:lnTo>
                  <a:lnTo>
                    <a:pt x="88942" y="2153737"/>
                  </a:lnTo>
                  <a:lnTo>
                    <a:pt x="90014" y="2153491"/>
                  </a:lnTo>
                  <a:lnTo>
                    <a:pt x="91085" y="2153245"/>
                  </a:lnTo>
                  <a:lnTo>
                    <a:pt x="92157" y="2152999"/>
                  </a:lnTo>
                  <a:lnTo>
                    <a:pt x="93229" y="2152753"/>
                  </a:lnTo>
                  <a:lnTo>
                    <a:pt x="94300" y="2152507"/>
                  </a:lnTo>
                  <a:lnTo>
                    <a:pt x="95372" y="2152260"/>
                  </a:lnTo>
                  <a:lnTo>
                    <a:pt x="96443" y="2152013"/>
                  </a:lnTo>
                  <a:lnTo>
                    <a:pt x="97515" y="2151766"/>
                  </a:lnTo>
                  <a:lnTo>
                    <a:pt x="98587" y="2151519"/>
                  </a:lnTo>
                  <a:lnTo>
                    <a:pt x="99658" y="2151271"/>
                  </a:lnTo>
                  <a:lnTo>
                    <a:pt x="100730" y="2151024"/>
                  </a:lnTo>
                  <a:lnTo>
                    <a:pt x="101801" y="2150776"/>
                  </a:lnTo>
                  <a:lnTo>
                    <a:pt x="102873" y="2150528"/>
                  </a:lnTo>
                  <a:lnTo>
                    <a:pt x="103945" y="2150279"/>
                  </a:lnTo>
                  <a:lnTo>
                    <a:pt x="105016" y="2150031"/>
                  </a:lnTo>
                  <a:lnTo>
                    <a:pt x="106088" y="2149782"/>
                  </a:lnTo>
                  <a:lnTo>
                    <a:pt x="107159" y="2149534"/>
                  </a:lnTo>
                  <a:lnTo>
                    <a:pt x="108231" y="2149285"/>
                  </a:lnTo>
                  <a:lnTo>
                    <a:pt x="109303" y="2149035"/>
                  </a:lnTo>
                  <a:lnTo>
                    <a:pt x="110374" y="2148786"/>
                  </a:lnTo>
                  <a:lnTo>
                    <a:pt x="111446" y="2148536"/>
                  </a:lnTo>
                  <a:lnTo>
                    <a:pt x="112517" y="2148287"/>
                  </a:lnTo>
                  <a:lnTo>
                    <a:pt x="113589" y="2148037"/>
                  </a:lnTo>
                  <a:lnTo>
                    <a:pt x="114661" y="2147786"/>
                  </a:lnTo>
                  <a:lnTo>
                    <a:pt x="115732" y="2147536"/>
                  </a:lnTo>
                  <a:lnTo>
                    <a:pt x="116804" y="2147285"/>
                  </a:lnTo>
                  <a:lnTo>
                    <a:pt x="117875" y="2147035"/>
                  </a:lnTo>
                  <a:lnTo>
                    <a:pt x="118947" y="2146784"/>
                  </a:lnTo>
                  <a:lnTo>
                    <a:pt x="120019" y="2146533"/>
                  </a:lnTo>
                  <a:lnTo>
                    <a:pt x="121090" y="2146281"/>
                  </a:lnTo>
                  <a:lnTo>
                    <a:pt x="122162" y="2146030"/>
                  </a:lnTo>
                  <a:lnTo>
                    <a:pt x="123233" y="2145778"/>
                  </a:lnTo>
                  <a:lnTo>
                    <a:pt x="124305" y="2145526"/>
                  </a:lnTo>
                  <a:lnTo>
                    <a:pt x="125377" y="2145274"/>
                  </a:lnTo>
                  <a:lnTo>
                    <a:pt x="126448" y="2145021"/>
                  </a:lnTo>
                  <a:lnTo>
                    <a:pt x="127520" y="2144769"/>
                  </a:lnTo>
                  <a:lnTo>
                    <a:pt x="128591" y="2144516"/>
                  </a:lnTo>
                  <a:lnTo>
                    <a:pt x="129663" y="2144263"/>
                  </a:lnTo>
                  <a:lnTo>
                    <a:pt x="130735" y="2144010"/>
                  </a:lnTo>
                  <a:lnTo>
                    <a:pt x="131806" y="2143756"/>
                  </a:lnTo>
                  <a:lnTo>
                    <a:pt x="132878" y="2143503"/>
                  </a:lnTo>
                  <a:lnTo>
                    <a:pt x="133949" y="2143249"/>
                  </a:lnTo>
                  <a:lnTo>
                    <a:pt x="135021" y="2142995"/>
                  </a:lnTo>
                  <a:lnTo>
                    <a:pt x="136093" y="2142741"/>
                  </a:lnTo>
                  <a:lnTo>
                    <a:pt x="137164" y="2142486"/>
                  </a:lnTo>
                  <a:lnTo>
                    <a:pt x="138236" y="2142232"/>
                  </a:lnTo>
                  <a:lnTo>
                    <a:pt x="139307" y="2141977"/>
                  </a:lnTo>
                  <a:lnTo>
                    <a:pt x="140379" y="2141722"/>
                  </a:lnTo>
                  <a:lnTo>
                    <a:pt x="141451" y="2141467"/>
                  </a:lnTo>
                  <a:lnTo>
                    <a:pt x="142522" y="2141211"/>
                  </a:lnTo>
                  <a:lnTo>
                    <a:pt x="143594" y="2140956"/>
                  </a:lnTo>
                  <a:lnTo>
                    <a:pt x="144665" y="2140700"/>
                  </a:lnTo>
                  <a:lnTo>
                    <a:pt x="145737" y="2140444"/>
                  </a:lnTo>
                  <a:lnTo>
                    <a:pt x="146809" y="2140187"/>
                  </a:lnTo>
                  <a:lnTo>
                    <a:pt x="147880" y="2139931"/>
                  </a:lnTo>
                  <a:lnTo>
                    <a:pt x="148952" y="2139674"/>
                  </a:lnTo>
                  <a:lnTo>
                    <a:pt x="150023" y="2139417"/>
                  </a:lnTo>
                  <a:lnTo>
                    <a:pt x="151095" y="2139160"/>
                  </a:lnTo>
                  <a:lnTo>
                    <a:pt x="152167" y="2138903"/>
                  </a:lnTo>
                  <a:lnTo>
                    <a:pt x="153238" y="2138645"/>
                  </a:lnTo>
                  <a:lnTo>
                    <a:pt x="154310" y="2138388"/>
                  </a:lnTo>
                  <a:lnTo>
                    <a:pt x="155381" y="2138130"/>
                  </a:lnTo>
                  <a:lnTo>
                    <a:pt x="156453" y="2137871"/>
                  </a:lnTo>
                  <a:lnTo>
                    <a:pt x="157525" y="2137613"/>
                  </a:lnTo>
                  <a:lnTo>
                    <a:pt x="158596" y="2137354"/>
                  </a:lnTo>
                  <a:lnTo>
                    <a:pt x="159668" y="2137096"/>
                  </a:lnTo>
                  <a:lnTo>
                    <a:pt x="160739" y="2136837"/>
                  </a:lnTo>
                  <a:lnTo>
                    <a:pt x="161811" y="2136577"/>
                  </a:lnTo>
                  <a:lnTo>
                    <a:pt x="162883" y="2136318"/>
                  </a:lnTo>
                  <a:lnTo>
                    <a:pt x="163954" y="2136058"/>
                  </a:lnTo>
                  <a:lnTo>
                    <a:pt x="165026" y="2135798"/>
                  </a:lnTo>
                  <a:lnTo>
                    <a:pt x="166097" y="2135538"/>
                  </a:lnTo>
                  <a:lnTo>
                    <a:pt x="167169" y="2135278"/>
                  </a:lnTo>
                  <a:lnTo>
                    <a:pt x="168241" y="2135017"/>
                  </a:lnTo>
                  <a:lnTo>
                    <a:pt x="169312" y="2134757"/>
                  </a:lnTo>
                  <a:lnTo>
                    <a:pt x="170384" y="2134496"/>
                  </a:lnTo>
                  <a:lnTo>
                    <a:pt x="171455" y="2134234"/>
                  </a:lnTo>
                  <a:lnTo>
                    <a:pt x="172527" y="2133973"/>
                  </a:lnTo>
                  <a:lnTo>
                    <a:pt x="173599" y="2133711"/>
                  </a:lnTo>
                  <a:lnTo>
                    <a:pt x="174670" y="2133449"/>
                  </a:lnTo>
                  <a:lnTo>
                    <a:pt x="175742" y="2133187"/>
                  </a:lnTo>
                  <a:lnTo>
                    <a:pt x="176813" y="2132925"/>
                  </a:lnTo>
                  <a:lnTo>
                    <a:pt x="177885" y="2132662"/>
                  </a:lnTo>
                  <a:lnTo>
                    <a:pt x="178956" y="2132400"/>
                  </a:lnTo>
                  <a:lnTo>
                    <a:pt x="180028" y="2132137"/>
                  </a:lnTo>
                  <a:lnTo>
                    <a:pt x="181100" y="2131874"/>
                  </a:lnTo>
                  <a:lnTo>
                    <a:pt x="182171" y="2131610"/>
                  </a:lnTo>
                  <a:lnTo>
                    <a:pt x="183243" y="2131346"/>
                  </a:lnTo>
                  <a:lnTo>
                    <a:pt x="184314" y="2131083"/>
                  </a:lnTo>
                  <a:lnTo>
                    <a:pt x="185386" y="2130818"/>
                  </a:lnTo>
                  <a:lnTo>
                    <a:pt x="186458" y="2130554"/>
                  </a:lnTo>
                  <a:lnTo>
                    <a:pt x="187529" y="2130290"/>
                  </a:lnTo>
                  <a:lnTo>
                    <a:pt x="188601" y="2130025"/>
                  </a:lnTo>
                  <a:lnTo>
                    <a:pt x="189672" y="2129760"/>
                  </a:lnTo>
                  <a:lnTo>
                    <a:pt x="190744" y="2129495"/>
                  </a:lnTo>
                  <a:lnTo>
                    <a:pt x="191816" y="2129229"/>
                  </a:lnTo>
                  <a:lnTo>
                    <a:pt x="192887" y="2128963"/>
                  </a:lnTo>
                  <a:lnTo>
                    <a:pt x="193959" y="2128697"/>
                  </a:lnTo>
                  <a:lnTo>
                    <a:pt x="195030" y="2128431"/>
                  </a:lnTo>
                  <a:lnTo>
                    <a:pt x="196102" y="2128165"/>
                  </a:lnTo>
                  <a:lnTo>
                    <a:pt x="197174" y="2127898"/>
                  </a:lnTo>
                  <a:lnTo>
                    <a:pt x="198245" y="2127631"/>
                  </a:lnTo>
                  <a:lnTo>
                    <a:pt x="199317" y="2127364"/>
                  </a:lnTo>
                  <a:lnTo>
                    <a:pt x="200388" y="2127097"/>
                  </a:lnTo>
                  <a:lnTo>
                    <a:pt x="201460" y="2126829"/>
                  </a:lnTo>
                  <a:lnTo>
                    <a:pt x="202532" y="2126562"/>
                  </a:lnTo>
                  <a:lnTo>
                    <a:pt x="203603" y="2126294"/>
                  </a:lnTo>
                  <a:lnTo>
                    <a:pt x="204675" y="2126025"/>
                  </a:lnTo>
                  <a:lnTo>
                    <a:pt x="205746" y="2125757"/>
                  </a:lnTo>
                  <a:lnTo>
                    <a:pt x="206818" y="2125488"/>
                  </a:lnTo>
                  <a:lnTo>
                    <a:pt x="207890" y="2125219"/>
                  </a:lnTo>
                  <a:lnTo>
                    <a:pt x="208961" y="2124950"/>
                  </a:lnTo>
                  <a:lnTo>
                    <a:pt x="210033" y="2124680"/>
                  </a:lnTo>
                  <a:lnTo>
                    <a:pt x="211104" y="2124411"/>
                  </a:lnTo>
                  <a:lnTo>
                    <a:pt x="212176" y="2124141"/>
                  </a:lnTo>
                  <a:lnTo>
                    <a:pt x="213248" y="2123871"/>
                  </a:lnTo>
                  <a:lnTo>
                    <a:pt x="214319" y="2123600"/>
                  </a:lnTo>
                  <a:lnTo>
                    <a:pt x="215391" y="2123330"/>
                  </a:lnTo>
                  <a:lnTo>
                    <a:pt x="216462" y="2123059"/>
                  </a:lnTo>
                  <a:lnTo>
                    <a:pt x="217534" y="2122788"/>
                  </a:lnTo>
                  <a:lnTo>
                    <a:pt x="218606" y="2122516"/>
                  </a:lnTo>
                  <a:lnTo>
                    <a:pt x="219677" y="2122245"/>
                  </a:lnTo>
                  <a:lnTo>
                    <a:pt x="220749" y="2121973"/>
                  </a:lnTo>
                  <a:lnTo>
                    <a:pt x="221820" y="2121701"/>
                  </a:lnTo>
                  <a:lnTo>
                    <a:pt x="222892" y="2121428"/>
                  </a:lnTo>
                  <a:lnTo>
                    <a:pt x="223964" y="2121156"/>
                  </a:lnTo>
                  <a:lnTo>
                    <a:pt x="225035" y="2120883"/>
                  </a:lnTo>
                  <a:lnTo>
                    <a:pt x="226107" y="2120610"/>
                  </a:lnTo>
                  <a:lnTo>
                    <a:pt x="227178" y="2120336"/>
                  </a:lnTo>
                  <a:lnTo>
                    <a:pt x="228250" y="2120063"/>
                  </a:lnTo>
                  <a:lnTo>
                    <a:pt x="229322" y="2119789"/>
                  </a:lnTo>
                  <a:lnTo>
                    <a:pt x="230393" y="2119515"/>
                  </a:lnTo>
                  <a:lnTo>
                    <a:pt x="231465" y="2119240"/>
                  </a:lnTo>
                  <a:lnTo>
                    <a:pt x="232536" y="2118966"/>
                  </a:lnTo>
                  <a:lnTo>
                    <a:pt x="233608" y="2118691"/>
                  </a:lnTo>
                  <a:lnTo>
                    <a:pt x="234680" y="2118416"/>
                  </a:lnTo>
                  <a:lnTo>
                    <a:pt x="235751" y="2118141"/>
                  </a:lnTo>
                  <a:lnTo>
                    <a:pt x="236823" y="2117865"/>
                  </a:lnTo>
                  <a:lnTo>
                    <a:pt x="237894" y="2117589"/>
                  </a:lnTo>
                  <a:lnTo>
                    <a:pt x="238966" y="2117313"/>
                  </a:lnTo>
                  <a:lnTo>
                    <a:pt x="240038" y="2117037"/>
                  </a:lnTo>
                  <a:lnTo>
                    <a:pt x="241109" y="2116760"/>
                  </a:lnTo>
                  <a:lnTo>
                    <a:pt x="242181" y="2116483"/>
                  </a:lnTo>
                  <a:lnTo>
                    <a:pt x="243252" y="2116206"/>
                  </a:lnTo>
                  <a:lnTo>
                    <a:pt x="244324" y="2115929"/>
                  </a:lnTo>
                  <a:lnTo>
                    <a:pt x="245396" y="2115651"/>
                  </a:lnTo>
                  <a:lnTo>
                    <a:pt x="246467" y="2115373"/>
                  </a:lnTo>
                  <a:lnTo>
                    <a:pt x="247539" y="2115095"/>
                  </a:lnTo>
                  <a:lnTo>
                    <a:pt x="248610" y="2114816"/>
                  </a:lnTo>
                  <a:lnTo>
                    <a:pt x="249682" y="2114538"/>
                  </a:lnTo>
                  <a:lnTo>
                    <a:pt x="250754" y="2114259"/>
                  </a:lnTo>
                  <a:lnTo>
                    <a:pt x="251825" y="2113979"/>
                  </a:lnTo>
                  <a:lnTo>
                    <a:pt x="252897" y="2113700"/>
                  </a:lnTo>
                  <a:lnTo>
                    <a:pt x="253968" y="2113420"/>
                  </a:lnTo>
                  <a:lnTo>
                    <a:pt x="255040" y="2113140"/>
                  </a:lnTo>
                  <a:lnTo>
                    <a:pt x="256112" y="2112860"/>
                  </a:lnTo>
                  <a:lnTo>
                    <a:pt x="257183" y="2112579"/>
                  </a:lnTo>
                  <a:lnTo>
                    <a:pt x="258255" y="2112298"/>
                  </a:lnTo>
                  <a:lnTo>
                    <a:pt x="259326" y="2112017"/>
                  </a:lnTo>
                  <a:lnTo>
                    <a:pt x="260398" y="2111736"/>
                  </a:lnTo>
                  <a:lnTo>
                    <a:pt x="261470" y="2111454"/>
                  </a:lnTo>
                  <a:lnTo>
                    <a:pt x="262541" y="2111172"/>
                  </a:lnTo>
                  <a:lnTo>
                    <a:pt x="263613" y="2110890"/>
                  </a:lnTo>
                  <a:lnTo>
                    <a:pt x="264684" y="2110608"/>
                  </a:lnTo>
                  <a:lnTo>
                    <a:pt x="265756" y="2110325"/>
                  </a:lnTo>
                  <a:lnTo>
                    <a:pt x="266828" y="2110042"/>
                  </a:lnTo>
                  <a:lnTo>
                    <a:pt x="267899" y="2109759"/>
                  </a:lnTo>
                  <a:lnTo>
                    <a:pt x="268971" y="2109475"/>
                  </a:lnTo>
                  <a:lnTo>
                    <a:pt x="270042" y="2109192"/>
                  </a:lnTo>
                  <a:lnTo>
                    <a:pt x="271114" y="2108907"/>
                  </a:lnTo>
                  <a:lnTo>
                    <a:pt x="272186" y="2108623"/>
                  </a:lnTo>
                  <a:lnTo>
                    <a:pt x="273257" y="2108338"/>
                  </a:lnTo>
                  <a:lnTo>
                    <a:pt x="274329" y="2108053"/>
                  </a:lnTo>
                  <a:lnTo>
                    <a:pt x="275400" y="2107768"/>
                  </a:lnTo>
                  <a:lnTo>
                    <a:pt x="276472" y="2107483"/>
                  </a:lnTo>
                  <a:lnTo>
                    <a:pt x="277544" y="2107197"/>
                  </a:lnTo>
                  <a:lnTo>
                    <a:pt x="278615" y="2106911"/>
                  </a:lnTo>
                  <a:lnTo>
                    <a:pt x="279687" y="2106625"/>
                  </a:lnTo>
                  <a:lnTo>
                    <a:pt x="280758" y="2106338"/>
                  </a:lnTo>
                  <a:lnTo>
                    <a:pt x="281830" y="2106051"/>
                  </a:lnTo>
                  <a:lnTo>
                    <a:pt x="282902" y="2105764"/>
                  </a:lnTo>
                  <a:lnTo>
                    <a:pt x="283973" y="2105476"/>
                  </a:lnTo>
                  <a:lnTo>
                    <a:pt x="285045" y="2105189"/>
                  </a:lnTo>
                  <a:lnTo>
                    <a:pt x="286116" y="2104900"/>
                  </a:lnTo>
                  <a:lnTo>
                    <a:pt x="287188" y="2104612"/>
                  </a:lnTo>
                  <a:lnTo>
                    <a:pt x="288260" y="2104324"/>
                  </a:lnTo>
                  <a:lnTo>
                    <a:pt x="289331" y="2104035"/>
                  </a:lnTo>
                  <a:lnTo>
                    <a:pt x="290403" y="2103745"/>
                  </a:lnTo>
                  <a:lnTo>
                    <a:pt x="291474" y="2103456"/>
                  </a:lnTo>
                  <a:lnTo>
                    <a:pt x="292546" y="2103166"/>
                  </a:lnTo>
                  <a:lnTo>
                    <a:pt x="293618" y="2102876"/>
                  </a:lnTo>
                  <a:lnTo>
                    <a:pt x="294689" y="2102586"/>
                  </a:lnTo>
                  <a:lnTo>
                    <a:pt x="295761" y="2102295"/>
                  </a:lnTo>
                  <a:lnTo>
                    <a:pt x="296832" y="2102004"/>
                  </a:lnTo>
                  <a:lnTo>
                    <a:pt x="297904" y="2101713"/>
                  </a:lnTo>
                  <a:lnTo>
                    <a:pt x="298976" y="2101421"/>
                  </a:lnTo>
                  <a:lnTo>
                    <a:pt x="300047" y="2101129"/>
                  </a:lnTo>
                  <a:lnTo>
                    <a:pt x="301119" y="2100837"/>
                  </a:lnTo>
                  <a:lnTo>
                    <a:pt x="302190" y="2100544"/>
                  </a:lnTo>
                  <a:lnTo>
                    <a:pt x="303262" y="2100252"/>
                  </a:lnTo>
                  <a:lnTo>
                    <a:pt x="304334" y="2099958"/>
                  </a:lnTo>
                  <a:lnTo>
                    <a:pt x="305405" y="2099665"/>
                  </a:lnTo>
                  <a:lnTo>
                    <a:pt x="306477" y="2099371"/>
                  </a:lnTo>
                  <a:lnTo>
                    <a:pt x="307548" y="2099077"/>
                  </a:lnTo>
                  <a:lnTo>
                    <a:pt x="308620" y="2098783"/>
                  </a:lnTo>
                  <a:lnTo>
                    <a:pt x="309692" y="2098488"/>
                  </a:lnTo>
                  <a:lnTo>
                    <a:pt x="310763" y="2098193"/>
                  </a:lnTo>
                  <a:lnTo>
                    <a:pt x="311835" y="2097898"/>
                  </a:lnTo>
                  <a:lnTo>
                    <a:pt x="312906" y="2097603"/>
                  </a:lnTo>
                  <a:lnTo>
                    <a:pt x="313978" y="2097307"/>
                  </a:lnTo>
                  <a:lnTo>
                    <a:pt x="315050" y="2097011"/>
                  </a:lnTo>
                  <a:lnTo>
                    <a:pt x="316121" y="2096714"/>
                  </a:lnTo>
                  <a:lnTo>
                    <a:pt x="317193" y="2096417"/>
                  </a:lnTo>
                  <a:lnTo>
                    <a:pt x="318264" y="2096120"/>
                  </a:lnTo>
                  <a:lnTo>
                    <a:pt x="319336" y="2095823"/>
                  </a:lnTo>
                  <a:lnTo>
                    <a:pt x="320408" y="2095525"/>
                  </a:lnTo>
                  <a:lnTo>
                    <a:pt x="321479" y="2095227"/>
                  </a:lnTo>
                  <a:lnTo>
                    <a:pt x="322551" y="2094928"/>
                  </a:lnTo>
                  <a:lnTo>
                    <a:pt x="323622" y="2094630"/>
                  </a:lnTo>
                  <a:lnTo>
                    <a:pt x="324694" y="2094331"/>
                  </a:lnTo>
                  <a:lnTo>
                    <a:pt x="325766" y="2094031"/>
                  </a:lnTo>
                  <a:lnTo>
                    <a:pt x="326837" y="2093732"/>
                  </a:lnTo>
                  <a:lnTo>
                    <a:pt x="327909" y="2093432"/>
                  </a:lnTo>
                  <a:lnTo>
                    <a:pt x="328980" y="2093131"/>
                  </a:lnTo>
                  <a:lnTo>
                    <a:pt x="330052" y="2092831"/>
                  </a:lnTo>
                  <a:lnTo>
                    <a:pt x="331124" y="2092530"/>
                  </a:lnTo>
                  <a:lnTo>
                    <a:pt x="332195" y="2092228"/>
                  </a:lnTo>
                  <a:lnTo>
                    <a:pt x="333267" y="2091927"/>
                  </a:lnTo>
                  <a:lnTo>
                    <a:pt x="334338" y="2091625"/>
                  </a:lnTo>
                  <a:lnTo>
                    <a:pt x="335410" y="2091322"/>
                  </a:lnTo>
                  <a:lnTo>
                    <a:pt x="336482" y="2091020"/>
                  </a:lnTo>
                  <a:lnTo>
                    <a:pt x="337553" y="2090717"/>
                  </a:lnTo>
                  <a:lnTo>
                    <a:pt x="338625" y="2090413"/>
                  </a:lnTo>
                  <a:lnTo>
                    <a:pt x="339696" y="2090109"/>
                  </a:lnTo>
                  <a:lnTo>
                    <a:pt x="340768" y="2089805"/>
                  </a:lnTo>
                  <a:lnTo>
                    <a:pt x="341840" y="2089501"/>
                  </a:lnTo>
                  <a:lnTo>
                    <a:pt x="342911" y="2089196"/>
                  </a:lnTo>
                  <a:lnTo>
                    <a:pt x="343983" y="2088891"/>
                  </a:lnTo>
                  <a:lnTo>
                    <a:pt x="345054" y="2088586"/>
                  </a:lnTo>
                  <a:lnTo>
                    <a:pt x="346126" y="2088280"/>
                  </a:lnTo>
                  <a:lnTo>
                    <a:pt x="347198" y="2087974"/>
                  </a:lnTo>
                  <a:lnTo>
                    <a:pt x="348269" y="2087668"/>
                  </a:lnTo>
                  <a:lnTo>
                    <a:pt x="349341" y="2087361"/>
                  </a:lnTo>
                  <a:lnTo>
                    <a:pt x="350412" y="2087054"/>
                  </a:lnTo>
                  <a:lnTo>
                    <a:pt x="351484" y="2086746"/>
                  </a:lnTo>
                  <a:lnTo>
                    <a:pt x="352556" y="2086439"/>
                  </a:lnTo>
                  <a:lnTo>
                    <a:pt x="353627" y="2086130"/>
                  </a:lnTo>
                  <a:lnTo>
                    <a:pt x="354699" y="2085822"/>
                  </a:lnTo>
                  <a:lnTo>
                    <a:pt x="355770" y="2085513"/>
                  </a:lnTo>
                  <a:lnTo>
                    <a:pt x="356842" y="2085204"/>
                  </a:lnTo>
                  <a:lnTo>
                    <a:pt x="357913" y="2084894"/>
                  </a:lnTo>
                  <a:lnTo>
                    <a:pt x="358985" y="2084584"/>
                  </a:lnTo>
                  <a:lnTo>
                    <a:pt x="360057" y="2084274"/>
                  </a:lnTo>
                  <a:lnTo>
                    <a:pt x="361128" y="2083963"/>
                  </a:lnTo>
                  <a:lnTo>
                    <a:pt x="362200" y="2083652"/>
                  </a:lnTo>
                  <a:lnTo>
                    <a:pt x="363271" y="2083341"/>
                  </a:lnTo>
                  <a:lnTo>
                    <a:pt x="364343" y="2083029"/>
                  </a:lnTo>
                  <a:lnTo>
                    <a:pt x="365415" y="2082717"/>
                  </a:lnTo>
                  <a:lnTo>
                    <a:pt x="366486" y="2082404"/>
                  </a:lnTo>
                  <a:lnTo>
                    <a:pt x="367558" y="2082091"/>
                  </a:lnTo>
                  <a:lnTo>
                    <a:pt x="368629" y="2081778"/>
                  </a:lnTo>
                  <a:lnTo>
                    <a:pt x="369701" y="2081465"/>
                  </a:lnTo>
                  <a:lnTo>
                    <a:pt x="370773" y="2081151"/>
                  </a:lnTo>
                  <a:lnTo>
                    <a:pt x="371844" y="2080836"/>
                  </a:lnTo>
                  <a:lnTo>
                    <a:pt x="372916" y="2080521"/>
                  </a:lnTo>
                  <a:lnTo>
                    <a:pt x="373987" y="2080206"/>
                  </a:lnTo>
                  <a:lnTo>
                    <a:pt x="375059" y="2079891"/>
                  </a:lnTo>
                  <a:lnTo>
                    <a:pt x="376131" y="2079575"/>
                  </a:lnTo>
                  <a:lnTo>
                    <a:pt x="377202" y="2079259"/>
                  </a:lnTo>
                  <a:lnTo>
                    <a:pt x="378274" y="2078942"/>
                  </a:lnTo>
                  <a:lnTo>
                    <a:pt x="379345" y="2078625"/>
                  </a:lnTo>
                  <a:lnTo>
                    <a:pt x="380417" y="2078308"/>
                  </a:lnTo>
                  <a:lnTo>
                    <a:pt x="381489" y="2077990"/>
                  </a:lnTo>
                  <a:lnTo>
                    <a:pt x="382560" y="2077671"/>
                  </a:lnTo>
                  <a:lnTo>
                    <a:pt x="383632" y="2077353"/>
                  </a:lnTo>
                  <a:lnTo>
                    <a:pt x="384703" y="2077034"/>
                  </a:lnTo>
                  <a:lnTo>
                    <a:pt x="385775" y="2076715"/>
                  </a:lnTo>
                  <a:lnTo>
                    <a:pt x="386847" y="2076395"/>
                  </a:lnTo>
                  <a:lnTo>
                    <a:pt x="387918" y="2076075"/>
                  </a:lnTo>
                  <a:lnTo>
                    <a:pt x="388990" y="2075754"/>
                  </a:lnTo>
                  <a:lnTo>
                    <a:pt x="390061" y="2075433"/>
                  </a:lnTo>
                  <a:lnTo>
                    <a:pt x="391133" y="2075112"/>
                  </a:lnTo>
                  <a:lnTo>
                    <a:pt x="392205" y="2074790"/>
                  </a:lnTo>
                  <a:lnTo>
                    <a:pt x="393276" y="2074468"/>
                  </a:lnTo>
                  <a:lnTo>
                    <a:pt x="394348" y="2074145"/>
                  </a:lnTo>
                  <a:lnTo>
                    <a:pt x="395419" y="2073822"/>
                  </a:lnTo>
                  <a:lnTo>
                    <a:pt x="396491" y="2073499"/>
                  </a:lnTo>
                  <a:lnTo>
                    <a:pt x="397563" y="2073175"/>
                  </a:lnTo>
                  <a:lnTo>
                    <a:pt x="398634" y="2072851"/>
                  </a:lnTo>
                  <a:lnTo>
                    <a:pt x="399706" y="2072526"/>
                  </a:lnTo>
                  <a:lnTo>
                    <a:pt x="400777" y="2072201"/>
                  </a:lnTo>
                  <a:lnTo>
                    <a:pt x="401849" y="2071876"/>
                  </a:lnTo>
                  <a:lnTo>
                    <a:pt x="402921" y="2071550"/>
                  </a:lnTo>
                  <a:lnTo>
                    <a:pt x="403992" y="2071224"/>
                  </a:lnTo>
                  <a:lnTo>
                    <a:pt x="405064" y="2070897"/>
                  </a:lnTo>
                  <a:lnTo>
                    <a:pt x="406135" y="2070570"/>
                  </a:lnTo>
                  <a:lnTo>
                    <a:pt x="407207" y="2070242"/>
                  </a:lnTo>
                  <a:lnTo>
                    <a:pt x="408279" y="2069914"/>
                  </a:lnTo>
                  <a:lnTo>
                    <a:pt x="409350" y="2069586"/>
                  </a:lnTo>
                  <a:lnTo>
                    <a:pt x="410422" y="2069257"/>
                  </a:lnTo>
                  <a:lnTo>
                    <a:pt x="411493" y="2068927"/>
                  </a:lnTo>
                  <a:lnTo>
                    <a:pt x="412565" y="2068598"/>
                  </a:lnTo>
                  <a:lnTo>
                    <a:pt x="413637" y="2068268"/>
                  </a:lnTo>
                  <a:lnTo>
                    <a:pt x="414708" y="2067937"/>
                  </a:lnTo>
                  <a:lnTo>
                    <a:pt x="415780" y="2067606"/>
                  </a:lnTo>
                  <a:lnTo>
                    <a:pt x="416851" y="2067274"/>
                  </a:lnTo>
                  <a:lnTo>
                    <a:pt x="417923" y="2066943"/>
                  </a:lnTo>
                  <a:lnTo>
                    <a:pt x="418995" y="2066610"/>
                  </a:lnTo>
                  <a:lnTo>
                    <a:pt x="420066" y="2066277"/>
                  </a:lnTo>
                  <a:lnTo>
                    <a:pt x="421138" y="2065944"/>
                  </a:lnTo>
                  <a:lnTo>
                    <a:pt x="422209" y="2065610"/>
                  </a:lnTo>
                  <a:lnTo>
                    <a:pt x="423281" y="2065276"/>
                  </a:lnTo>
                  <a:lnTo>
                    <a:pt x="424353" y="2064942"/>
                  </a:lnTo>
                  <a:lnTo>
                    <a:pt x="425424" y="2064606"/>
                  </a:lnTo>
                  <a:lnTo>
                    <a:pt x="426496" y="2064271"/>
                  </a:lnTo>
                  <a:lnTo>
                    <a:pt x="427567" y="2063935"/>
                  </a:lnTo>
                  <a:lnTo>
                    <a:pt x="428639" y="2063598"/>
                  </a:lnTo>
                  <a:lnTo>
                    <a:pt x="429711" y="2063261"/>
                  </a:lnTo>
                  <a:lnTo>
                    <a:pt x="430782" y="2062924"/>
                  </a:lnTo>
                  <a:lnTo>
                    <a:pt x="431854" y="2062586"/>
                  </a:lnTo>
                  <a:lnTo>
                    <a:pt x="432925" y="2062248"/>
                  </a:lnTo>
                  <a:lnTo>
                    <a:pt x="433997" y="2061909"/>
                  </a:lnTo>
                  <a:lnTo>
                    <a:pt x="435069" y="2061570"/>
                  </a:lnTo>
                  <a:lnTo>
                    <a:pt x="436140" y="2061230"/>
                  </a:lnTo>
                  <a:lnTo>
                    <a:pt x="437212" y="2060890"/>
                  </a:lnTo>
                  <a:lnTo>
                    <a:pt x="438283" y="2060549"/>
                  </a:lnTo>
                  <a:lnTo>
                    <a:pt x="439355" y="2060208"/>
                  </a:lnTo>
                  <a:lnTo>
                    <a:pt x="440427" y="2059866"/>
                  </a:lnTo>
                  <a:lnTo>
                    <a:pt x="441498" y="2059524"/>
                  </a:lnTo>
                  <a:lnTo>
                    <a:pt x="442570" y="2059181"/>
                  </a:lnTo>
                  <a:lnTo>
                    <a:pt x="443641" y="2058838"/>
                  </a:lnTo>
                  <a:lnTo>
                    <a:pt x="444713" y="2058494"/>
                  </a:lnTo>
                  <a:lnTo>
                    <a:pt x="445785" y="2058150"/>
                  </a:lnTo>
                  <a:lnTo>
                    <a:pt x="446856" y="2057805"/>
                  </a:lnTo>
                  <a:lnTo>
                    <a:pt x="447928" y="2057460"/>
                  </a:lnTo>
                  <a:lnTo>
                    <a:pt x="448999" y="2057115"/>
                  </a:lnTo>
                  <a:lnTo>
                    <a:pt x="450071" y="2056769"/>
                  </a:lnTo>
                  <a:lnTo>
                    <a:pt x="451143" y="2056422"/>
                  </a:lnTo>
                  <a:lnTo>
                    <a:pt x="452214" y="2056075"/>
                  </a:lnTo>
                  <a:lnTo>
                    <a:pt x="453286" y="2055727"/>
                  </a:lnTo>
                  <a:lnTo>
                    <a:pt x="454357" y="2055379"/>
                  </a:lnTo>
                  <a:lnTo>
                    <a:pt x="455429" y="2055030"/>
                  </a:lnTo>
                  <a:lnTo>
                    <a:pt x="456501" y="2054681"/>
                  </a:lnTo>
                  <a:lnTo>
                    <a:pt x="457572" y="2054331"/>
                  </a:lnTo>
                  <a:lnTo>
                    <a:pt x="458644" y="2053981"/>
                  </a:lnTo>
                  <a:lnTo>
                    <a:pt x="459715" y="2053630"/>
                  </a:lnTo>
                  <a:lnTo>
                    <a:pt x="460787" y="2053279"/>
                  </a:lnTo>
                  <a:lnTo>
                    <a:pt x="461859" y="2052927"/>
                  </a:lnTo>
                  <a:lnTo>
                    <a:pt x="462930" y="2052575"/>
                  </a:lnTo>
                  <a:lnTo>
                    <a:pt x="464002" y="2052222"/>
                  </a:lnTo>
                  <a:lnTo>
                    <a:pt x="465073" y="2051869"/>
                  </a:lnTo>
                  <a:lnTo>
                    <a:pt x="466145" y="2051515"/>
                  </a:lnTo>
                  <a:lnTo>
                    <a:pt x="467217" y="2051160"/>
                  </a:lnTo>
                  <a:lnTo>
                    <a:pt x="468288" y="2050805"/>
                  </a:lnTo>
                  <a:lnTo>
                    <a:pt x="469360" y="2050450"/>
                  </a:lnTo>
                  <a:lnTo>
                    <a:pt x="470431" y="2050094"/>
                  </a:lnTo>
                  <a:lnTo>
                    <a:pt x="471503" y="2049737"/>
                  </a:lnTo>
                  <a:lnTo>
                    <a:pt x="472575" y="2049380"/>
                  </a:lnTo>
                  <a:lnTo>
                    <a:pt x="473646" y="2049022"/>
                  </a:lnTo>
                  <a:lnTo>
                    <a:pt x="474718" y="2048664"/>
                  </a:lnTo>
                  <a:lnTo>
                    <a:pt x="475789" y="2048305"/>
                  </a:lnTo>
                  <a:lnTo>
                    <a:pt x="476861" y="2047946"/>
                  </a:lnTo>
                  <a:lnTo>
                    <a:pt x="477933" y="2047586"/>
                  </a:lnTo>
                  <a:lnTo>
                    <a:pt x="479004" y="2047225"/>
                  </a:lnTo>
                  <a:lnTo>
                    <a:pt x="480076" y="2046864"/>
                  </a:lnTo>
                  <a:lnTo>
                    <a:pt x="481147" y="2046503"/>
                  </a:lnTo>
                  <a:lnTo>
                    <a:pt x="482219" y="2046141"/>
                  </a:lnTo>
                  <a:lnTo>
                    <a:pt x="483291" y="2045778"/>
                  </a:lnTo>
                  <a:lnTo>
                    <a:pt x="484362" y="2045415"/>
                  </a:lnTo>
                  <a:lnTo>
                    <a:pt x="485434" y="2045051"/>
                  </a:lnTo>
                  <a:lnTo>
                    <a:pt x="486505" y="2044686"/>
                  </a:lnTo>
                  <a:lnTo>
                    <a:pt x="487577" y="2044321"/>
                  </a:lnTo>
                  <a:lnTo>
                    <a:pt x="488649" y="2043956"/>
                  </a:lnTo>
                  <a:lnTo>
                    <a:pt x="489720" y="2043590"/>
                  </a:lnTo>
                  <a:lnTo>
                    <a:pt x="490792" y="2043223"/>
                  </a:lnTo>
                  <a:lnTo>
                    <a:pt x="491863" y="2042856"/>
                  </a:lnTo>
                  <a:lnTo>
                    <a:pt x="492935" y="2042488"/>
                  </a:lnTo>
                  <a:lnTo>
                    <a:pt x="494007" y="2042119"/>
                  </a:lnTo>
                  <a:lnTo>
                    <a:pt x="495078" y="2041750"/>
                  </a:lnTo>
                  <a:lnTo>
                    <a:pt x="496150" y="2041381"/>
                  </a:lnTo>
                  <a:lnTo>
                    <a:pt x="497221" y="2041011"/>
                  </a:lnTo>
                  <a:lnTo>
                    <a:pt x="498293" y="2040640"/>
                  </a:lnTo>
                  <a:lnTo>
                    <a:pt x="499365" y="2040268"/>
                  </a:lnTo>
                  <a:lnTo>
                    <a:pt x="500436" y="2039896"/>
                  </a:lnTo>
                  <a:lnTo>
                    <a:pt x="501508" y="2039524"/>
                  </a:lnTo>
                  <a:lnTo>
                    <a:pt x="502579" y="2039151"/>
                  </a:lnTo>
                  <a:lnTo>
                    <a:pt x="503651" y="2038777"/>
                  </a:lnTo>
                  <a:lnTo>
                    <a:pt x="504723" y="2038402"/>
                  </a:lnTo>
                  <a:lnTo>
                    <a:pt x="505794" y="2038027"/>
                  </a:lnTo>
                  <a:lnTo>
                    <a:pt x="506866" y="2037652"/>
                  </a:lnTo>
                  <a:lnTo>
                    <a:pt x="507937" y="2037276"/>
                  </a:lnTo>
                  <a:lnTo>
                    <a:pt x="509009" y="2036899"/>
                  </a:lnTo>
                  <a:lnTo>
                    <a:pt x="510081" y="2036521"/>
                  </a:lnTo>
                  <a:lnTo>
                    <a:pt x="511152" y="2036143"/>
                  </a:lnTo>
                  <a:lnTo>
                    <a:pt x="512224" y="2035765"/>
                  </a:lnTo>
                  <a:lnTo>
                    <a:pt x="513295" y="2035385"/>
                  </a:lnTo>
                  <a:lnTo>
                    <a:pt x="514367" y="2035005"/>
                  </a:lnTo>
                  <a:lnTo>
                    <a:pt x="515439" y="2034625"/>
                  </a:lnTo>
                  <a:lnTo>
                    <a:pt x="516510" y="2034244"/>
                  </a:lnTo>
                  <a:lnTo>
                    <a:pt x="517582" y="2033862"/>
                  </a:lnTo>
                  <a:lnTo>
                    <a:pt x="518653" y="2033480"/>
                  </a:lnTo>
                  <a:lnTo>
                    <a:pt x="519725" y="2033097"/>
                  </a:lnTo>
                  <a:lnTo>
                    <a:pt x="520797" y="2032713"/>
                  </a:lnTo>
                  <a:lnTo>
                    <a:pt x="521868" y="2032329"/>
                  </a:lnTo>
                  <a:lnTo>
                    <a:pt x="522940" y="2031944"/>
                  </a:lnTo>
                  <a:lnTo>
                    <a:pt x="524011" y="2031558"/>
                  </a:lnTo>
                  <a:lnTo>
                    <a:pt x="525083" y="2031172"/>
                  </a:lnTo>
                  <a:lnTo>
                    <a:pt x="526155" y="2030785"/>
                  </a:lnTo>
                  <a:lnTo>
                    <a:pt x="527226" y="2030398"/>
                  </a:lnTo>
                  <a:lnTo>
                    <a:pt x="528298" y="2030010"/>
                  </a:lnTo>
                  <a:lnTo>
                    <a:pt x="529369" y="2029621"/>
                  </a:lnTo>
                  <a:lnTo>
                    <a:pt x="530441" y="2029231"/>
                  </a:lnTo>
                  <a:lnTo>
                    <a:pt x="531513" y="2028841"/>
                  </a:lnTo>
                  <a:lnTo>
                    <a:pt x="532584" y="2028451"/>
                  </a:lnTo>
                  <a:lnTo>
                    <a:pt x="533656" y="2028059"/>
                  </a:lnTo>
                  <a:lnTo>
                    <a:pt x="534727" y="2027667"/>
                  </a:lnTo>
                  <a:lnTo>
                    <a:pt x="535799" y="2027274"/>
                  </a:lnTo>
                  <a:lnTo>
                    <a:pt x="536870" y="2026881"/>
                  </a:lnTo>
                  <a:lnTo>
                    <a:pt x="537942" y="2026487"/>
                  </a:lnTo>
                  <a:lnTo>
                    <a:pt x="539014" y="2026092"/>
                  </a:lnTo>
                  <a:lnTo>
                    <a:pt x="540085" y="2025697"/>
                  </a:lnTo>
                  <a:lnTo>
                    <a:pt x="541157" y="2025301"/>
                  </a:lnTo>
                  <a:lnTo>
                    <a:pt x="542228" y="2024904"/>
                  </a:lnTo>
                  <a:lnTo>
                    <a:pt x="543300" y="2024507"/>
                  </a:lnTo>
                  <a:lnTo>
                    <a:pt x="544372" y="2024109"/>
                  </a:lnTo>
                  <a:lnTo>
                    <a:pt x="545443" y="2023710"/>
                  </a:lnTo>
                  <a:lnTo>
                    <a:pt x="546515" y="2023311"/>
                  </a:lnTo>
                  <a:lnTo>
                    <a:pt x="547586" y="2022911"/>
                  </a:lnTo>
                  <a:lnTo>
                    <a:pt x="548658" y="2022510"/>
                  </a:lnTo>
                  <a:lnTo>
                    <a:pt x="549730" y="2022109"/>
                  </a:lnTo>
                  <a:lnTo>
                    <a:pt x="550801" y="2021707"/>
                  </a:lnTo>
                  <a:lnTo>
                    <a:pt x="551873" y="2021304"/>
                  </a:lnTo>
                  <a:lnTo>
                    <a:pt x="552944" y="2020901"/>
                  </a:lnTo>
                  <a:lnTo>
                    <a:pt x="554016" y="2020496"/>
                  </a:lnTo>
                  <a:lnTo>
                    <a:pt x="555088" y="2020092"/>
                  </a:lnTo>
                  <a:lnTo>
                    <a:pt x="556159" y="2019686"/>
                  </a:lnTo>
                  <a:lnTo>
                    <a:pt x="557231" y="2019280"/>
                  </a:lnTo>
                  <a:lnTo>
                    <a:pt x="558302" y="2018873"/>
                  </a:lnTo>
                  <a:lnTo>
                    <a:pt x="559374" y="2018466"/>
                  </a:lnTo>
                  <a:lnTo>
                    <a:pt x="560446" y="2018057"/>
                  </a:lnTo>
                  <a:lnTo>
                    <a:pt x="561517" y="2017648"/>
                  </a:lnTo>
                  <a:lnTo>
                    <a:pt x="562589" y="2017239"/>
                  </a:lnTo>
                  <a:lnTo>
                    <a:pt x="563660" y="2016828"/>
                  </a:lnTo>
                  <a:lnTo>
                    <a:pt x="564732" y="2016417"/>
                  </a:lnTo>
                  <a:lnTo>
                    <a:pt x="565804" y="2016005"/>
                  </a:lnTo>
                  <a:lnTo>
                    <a:pt x="566875" y="2015593"/>
                  </a:lnTo>
                  <a:lnTo>
                    <a:pt x="567947" y="2015180"/>
                  </a:lnTo>
                  <a:lnTo>
                    <a:pt x="569018" y="2014766"/>
                  </a:lnTo>
                  <a:lnTo>
                    <a:pt x="570090" y="2014351"/>
                  </a:lnTo>
                  <a:lnTo>
                    <a:pt x="571162" y="2013936"/>
                  </a:lnTo>
                  <a:lnTo>
                    <a:pt x="572233" y="2013520"/>
                  </a:lnTo>
                  <a:lnTo>
                    <a:pt x="573305" y="2013103"/>
                  </a:lnTo>
                  <a:lnTo>
                    <a:pt x="574376" y="2012686"/>
                  </a:lnTo>
                  <a:lnTo>
                    <a:pt x="575448" y="2012268"/>
                  </a:lnTo>
                  <a:lnTo>
                    <a:pt x="576520" y="2011849"/>
                  </a:lnTo>
                  <a:lnTo>
                    <a:pt x="577591" y="2011429"/>
                  </a:lnTo>
                  <a:lnTo>
                    <a:pt x="578663" y="2011009"/>
                  </a:lnTo>
                  <a:lnTo>
                    <a:pt x="579734" y="2010588"/>
                  </a:lnTo>
                  <a:lnTo>
                    <a:pt x="580806" y="2010166"/>
                  </a:lnTo>
                  <a:lnTo>
                    <a:pt x="581878" y="2009743"/>
                  </a:lnTo>
                  <a:lnTo>
                    <a:pt x="582949" y="2009320"/>
                  </a:lnTo>
                  <a:lnTo>
                    <a:pt x="584021" y="2008896"/>
                  </a:lnTo>
                  <a:lnTo>
                    <a:pt x="585092" y="2008472"/>
                  </a:lnTo>
                  <a:lnTo>
                    <a:pt x="586164" y="2008046"/>
                  </a:lnTo>
                  <a:lnTo>
                    <a:pt x="587236" y="2007620"/>
                  </a:lnTo>
                  <a:lnTo>
                    <a:pt x="588307" y="2007193"/>
                  </a:lnTo>
                  <a:lnTo>
                    <a:pt x="589379" y="2006766"/>
                  </a:lnTo>
                  <a:lnTo>
                    <a:pt x="590450" y="2006337"/>
                  </a:lnTo>
                  <a:lnTo>
                    <a:pt x="591522" y="2005908"/>
                  </a:lnTo>
                  <a:lnTo>
                    <a:pt x="592594" y="2005478"/>
                  </a:lnTo>
                  <a:lnTo>
                    <a:pt x="593665" y="2005048"/>
                  </a:lnTo>
                  <a:lnTo>
                    <a:pt x="594737" y="2004617"/>
                  </a:lnTo>
                  <a:lnTo>
                    <a:pt x="595808" y="2004185"/>
                  </a:lnTo>
                  <a:lnTo>
                    <a:pt x="596880" y="2003752"/>
                  </a:lnTo>
                  <a:lnTo>
                    <a:pt x="597952" y="2003318"/>
                  </a:lnTo>
                  <a:lnTo>
                    <a:pt x="599023" y="2002884"/>
                  </a:lnTo>
                  <a:lnTo>
                    <a:pt x="600095" y="2002449"/>
                  </a:lnTo>
                  <a:lnTo>
                    <a:pt x="601166" y="2002013"/>
                  </a:lnTo>
                  <a:lnTo>
                    <a:pt x="602238" y="2001577"/>
                  </a:lnTo>
                  <a:lnTo>
                    <a:pt x="603310" y="2001140"/>
                  </a:lnTo>
                  <a:lnTo>
                    <a:pt x="604381" y="2000702"/>
                  </a:lnTo>
                  <a:lnTo>
                    <a:pt x="605453" y="2000263"/>
                  </a:lnTo>
                  <a:lnTo>
                    <a:pt x="606524" y="1999823"/>
                  </a:lnTo>
                  <a:lnTo>
                    <a:pt x="607596" y="1999383"/>
                  </a:lnTo>
                  <a:lnTo>
                    <a:pt x="608668" y="1998942"/>
                  </a:lnTo>
                  <a:lnTo>
                    <a:pt x="609739" y="1998501"/>
                  </a:lnTo>
                  <a:lnTo>
                    <a:pt x="610811" y="1998058"/>
                  </a:lnTo>
                  <a:lnTo>
                    <a:pt x="611882" y="1997615"/>
                  </a:lnTo>
                  <a:lnTo>
                    <a:pt x="612954" y="1997171"/>
                  </a:lnTo>
                  <a:lnTo>
                    <a:pt x="614026" y="1996726"/>
                  </a:lnTo>
                  <a:lnTo>
                    <a:pt x="615097" y="1996281"/>
                  </a:lnTo>
                  <a:lnTo>
                    <a:pt x="616169" y="1995834"/>
                  </a:lnTo>
                  <a:lnTo>
                    <a:pt x="617240" y="1995387"/>
                  </a:lnTo>
                  <a:lnTo>
                    <a:pt x="618312" y="1994939"/>
                  </a:lnTo>
                  <a:lnTo>
                    <a:pt x="619384" y="1994491"/>
                  </a:lnTo>
                  <a:lnTo>
                    <a:pt x="620455" y="1994042"/>
                  </a:lnTo>
                  <a:lnTo>
                    <a:pt x="621527" y="1993592"/>
                  </a:lnTo>
                  <a:lnTo>
                    <a:pt x="622598" y="1993141"/>
                  </a:lnTo>
                  <a:lnTo>
                    <a:pt x="623670" y="1992689"/>
                  </a:lnTo>
                  <a:lnTo>
                    <a:pt x="624742" y="1992237"/>
                  </a:lnTo>
                  <a:lnTo>
                    <a:pt x="625813" y="1991784"/>
                  </a:lnTo>
                  <a:lnTo>
                    <a:pt x="626885" y="1991330"/>
                  </a:lnTo>
                  <a:lnTo>
                    <a:pt x="627956" y="1990875"/>
                  </a:lnTo>
                  <a:lnTo>
                    <a:pt x="629028" y="1990420"/>
                  </a:lnTo>
                  <a:lnTo>
                    <a:pt x="630100" y="1989964"/>
                  </a:lnTo>
                  <a:lnTo>
                    <a:pt x="631171" y="1989507"/>
                  </a:lnTo>
                  <a:lnTo>
                    <a:pt x="632243" y="1989049"/>
                  </a:lnTo>
                  <a:lnTo>
                    <a:pt x="633314" y="1988590"/>
                  </a:lnTo>
                  <a:lnTo>
                    <a:pt x="634386" y="1988131"/>
                  </a:lnTo>
                  <a:lnTo>
                    <a:pt x="635458" y="1987671"/>
                  </a:lnTo>
                  <a:lnTo>
                    <a:pt x="636529" y="1987210"/>
                  </a:lnTo>
                  <a:lnTo>
                    <a:pt x="637601" y="1986749"/>
                  </a:lnTo>
                  <a:lnTo>
                    <a:pt x="638672" y="1986286"/>
                  </a:lnTo>
                  <a:lnTo>
                    <a:pt x="639744" y="1985823"/>
                  </a:lnTo>
                  <a:lnTo>
                    <a:pt x="640816" y="1985359"/>
                  </a:lnTo>
                  <a:lnTo>
                    <a:pt x="641887" y="1984895"/>
                  </a:lnTo>
                  <a:lnTo>
                    <a:pt x="642959" y="1984429"/>
                  </a:lnTo>
                  <a:lnTo>
                    <a:pt x="644030" y="1983963"/>
                  </a:lnTo>
                  <a:lnTo>
                    <a:pt x="645102" y="1983496"/>
                  </a:lnTo>
                  <a:lnTo>
                    <a:pt x="646174" y="1983029"/>
                  </a:lnTo>
                  <a:lnTo>
                    <a:pt x="647245" y="1982560"/>
                  </a:lnTo>
                  <a:lnTo>
                    <a:pt x="648317" y="1982091"/>
                  </a:lnTo>
                  <a:lnTo>
                    <a:pt x="649388" y="1981621"/>
                  </a:lnTo>
                  <a:lnTo>
                    <a:pt x="650460" y="1981150"/>
                  </a:lnTo>
                  <a:lnTo>
                    <a:pt x="651532" y="1980678"/>
                  </a:lnTo>
                  <a:lnTo>
                    <a:pt x="652603" y="1980206"/>
                  </a:lnTo>
                  <a:lnTo>
                    <a:pt x="653675" y="1979733"/>
                  </a:lnTo>
                  <a:lnTo>
                    <a:pt x="654746" y="1979259"/>
                  </a:lnTo>
                  <a:lnTo>
                    <a:pt x="655818" y="1978784"/>
                  </a:lnTo>
                  <a:lnTo>
                    <a:pt x="656890" y="1978309"/>
                  </a:lnTo>
                  <a:lnTo>
                    <a:pt x="657961" y="1977833"/>
                  </a:lnTo>
                  <a:lnTo>
                    <a:pt x="659033" y="1977356"/>
                  </a:lnTo>
                  <a:lnTo>
                    <a:pt x="660104" y="1976878"/>
                  </a:lnTo>
                  <a:lnTo>
                    <a:pt x="661176" y="1976399"/>
                  </a:lnTo>
                  <a:lnTo>
                    <a:pt x="662248" y="1975920"/>
                  </a:lnTo>
                  <a:lnTo>
                    <a:pt x="663319" y="1975440"/>
                  </a:lnTo>
                  <a:lnTo>
                    <a:pt x="664391" y="1974959"/>
                  </a:lnTo>
                  <a:lnTo>
                    <a:pt x="665462" y="1974478"/>
                  </a:lnTo>
                  <a:lnTo>
                    <a:pt x="666534" y="1973995"/>
                  </a:lnTo>
                  <a:lnTo>
                    <a:pt x="667606" y="1973512"/>
                  </a:lnTo>
                  <a:lnTo>
                    <a:pt x="668677" y="1973028"/>
                  </a:lnTo>
                  <a:lnTo>
                    <a:pt x="669749" y="1972544"/>
                  </a:lnTo>
                  <a:lnTo>
                    <a:pt x="670820" y="1972058"/>
                  </a:lnTo>
                  <a:lnTo>
                    <a:pt x="671892" y="1971572"/>
                  </a:lnTo>
                  <a:lnTo>
                    <a:pt x="672964" y="1971085"/>
                  </a:lnTo>
                  <a:lnTo>
                    <a:pt x="674035" y="1970597"/>
                  </a:lnTo>
                  <a:lnTo>
                    <a:pt x="675107" y="1970109"/>
                  </a:lnTo>
                  <a:lnTo>
                    <a:pt x="676178" y="1969619"/>
                  </a:lnTo>
                  <a:lnTo>
                    <a:pt x="677250" y="1969129"/>
                  </a:lnTo>
                  <a:lnTo>
                    <a:pt x="678322" y="1968638"/>
                  </a:lnTo>
                  <a:lnTo>
                    <a:pt x="679393" y="1968147"/>
                  </a:lnTo>
                  <a:lnTo>
                    <a:pt x="680465" y="1967654"/>
                  </a:lnTo>
                  <a:lnTo>
                    <a:pt x="681536" y="1967161"/>
                  </a:lnTo>
                  <a:lnTo>
                    <a:pt x="682608" y="1966667"/>
                  </a:lnTo>
                  <a:lnTo>
                    <a:pt x="683680" y="1966173"/>
                  </a:lnTo>
                  <a:lnTo>
                    <a:pt x="684751" y="1965677"/>
                  </a:lnTo>
                  <a:lnTo>
                    <a:pt x="685823" y="1965181"/>
                  </a:lnTo>
                  <a:lnTo>
                    <a:pt x="686894" y="1964684"/>
                  </a:lnTo>
                  <a:lnTo>
                    <a:pt x="687966" y="1964186"/>
                  </a:lnTo>
                  <a:lnTo>
                    <a:pt x="689038" y="1963688"/>
                  </a:lnTo>
                  <a:lnTo>
                    <a:pt x="690109" y="1963189"/>
                  </a:lnTo>
                  <a:lnTo>
                    <a:pt x="691181" y="1962689"/>
                  </a:lnTo>
                  <a:lnTo>
                    <a:pt x="692252" y="1962188"/>
                  </a:lnTo>
                  <a:lnTo>
                    <a:pt x="693324" y="1961686"/>
                  </a:lnTo>
                  <a:lnTo>
                    <a:pt x="694396" y="1961184"/>
                  </a:lnTo>
                  <a:lnTo>
                    <a:pt x="695467" y="1960681"/>
                  </a:lnTo>
                  <a:lnTo>
                    <a:pt x="696539" y="1960177"/>
                  </a:lnTo>
                  <a:lnTo>
                    <a:pt x="697610" y="1959673"/>
                  </a:lnTo>
                  <a:lnTo>
                    <a:pt x="698682" y="1959168"/>
                  </a:lnTo>
                  <a:lnTo>
                    <a:pt x="699754" y="1958662"/>
                  </a:lnTo>
                  <a:lnTo>
                    <a:pt x="700825" y="1958155"/>
                  </a:lnTo>
                  <a:lnTo>
                    <a:pt x="701897" y="1957647"/>
                  </a:lnTo>
                  <a:lnTo>
                    <a:pt x="702968" y="1957139"/>
                  </a:lnTo>
                  <a:lnTo>
                    <a:pt x="704040" y="1956630"/>
                  </a:lnTo>
                  <a:lnTo>
                    <a:pt x="705112" y="1956120"/>
                  </a:lnTo>
                  <a:lnTo>
                    <a:pt x="706183" y="1955610"/>
                  </a:lnTo>
                  <a:lnTo>
                    <a:pt x="707255" y="1955098"/>
                  </a:lnTo>
                  <a:lnTo>
                    <a:pt x="708326" y="1954586"/>
                  </a:lnTo>
                  <a:lnTo>
                    <a:pt x="709398" y="1954074"/>
                  </a:lnTo>
                  <a:lnTo>
                    <a:pt x="710469" y="1953560"/>
                  </a:lnTo>
                  <a:lnTo>
                    <a:pt x="711541" y="1953046"/>
                  </a:lnTo>
                  <a:lnTo>
                    <a:pt x="712613" y="1952531"/>
                  </a:lnTo>
                  <a:lnTo>
                    <a:pt x="713684" y="1952015"/>
                  </a:lnTo>
                  <a:lnTo>
                    <a:pt x="714756" y="1951499"/>
                  </a:lnTo>
                  <a:lnTo>
                    <a:pt x="715827" y="1950982"/>
                  </a:lnTo>
                  <a:lnTo>
                    <a:pt x="716899" y="1950464"/>
                  </a:lnTo>
                  <a:lnTo>
                    <a:pt x="717971" y="1949945"/>
                  </a:lnTo>
                  <a:lnTo>
                    <a:pt x="719042" y="1949426"/>
                  </a:lnTo>
                  <a:lnTo>
                    <a:pt x="720114" y="1948906"/>
                  </a:lnTo>
                  <a:lnTo>
                    <a:pt x="721185" y="1948385"/>
                  </a:lnTo>
                  <a:lnTo>
                    <a:pt x="722257" y="1947863"/>
                  </a:lnTo>
                  <a:lnTo>
                    <a:pt x="723329" y="1947341"/>
                  </a:lnTo>
                  <a:lnTo>
                    <a:pt x="724400" y="1946818"/>
                  </a:lnTo>
                  <a:lnTo>
                    <a:pt x="725472" y="1946294"/>
                  </a:lnTo>
                  <a:lnTo>
                    <a:pt x="726543" y="1945770"/>
                  </a:lnTo>
                  <a:lnTo>
                    <a:pt x="727615" y="1945245"/>
                  </a:lnTo>
                  <a:lnTo>
                    <a:pt x="728687" y="1944719"/>
                  </a:lnTo>
                  <a:lnTo>
                    <a:pt x="729758" y="1944192"/>
                  </a:lnTo>
                  <a:lnTo>
                    <a:pt x="730830" y="1943665"/>
                  </a:lnTo>
                  <a:lnTo>
                    <a:pt x="731901" y="1943137"/>
                  </a:lnTo>
                  <a:lnTo>
                    <a:pt x="732973" y="1942608"/>
                  </a:lnTo>
                  <a:lnTo>
                    <a:pt x="734045" y="1942078"/>
                  </a:lnTo>
                  <a:lnTo>
                    <a:pt x="735116" y="1941548"/>
                  </a:lnTo>
                  <a:lnTo>
                    <a:pt x="736188" y="1941017"/>
                  </a:lnTo>
                  <a:lnTo>
                    <a:pt x="737259" y="1940486"/>
                  </a:lnTo>
                  <a:lnTo>
                    <a:pt x="738331" y="1939954"/>
                  </a:lnTo>
                  <a:lnTo>
                    <a:pt x="739403" y="1939421"/>
                  </a:lnTo>
                  <a:lnTo>
                    <a:pt x="740474" y="1938887"/>
                  </a:lnTo>
                  <a:lnTo>
                    <a:pt x="741546" y="1938353"/>
                  </a:lnTo>
                  <a:lnTo>
                    <a:pt x="742617" y="1937817"/>
                  </a:lnTo>
                  <a:lnTo>
                    <a:pt x="743689" y="1937282"/>
                  </a:lnTo>
                  <a:lnTo>
                    <a:pt x="744761" y="1936745"/>
                  </a:lnTo>
                  <a:lnTo>
                    <a:pt x="745832" y="1936208"/>
                  </a:lnTo>
                  <a:lnTo>
                    <a:pt x="746904" y="1935670"/>
                  </a:lnTo>
                  <a:lnTo>
                    <a:pt x="747975" y="1935132"/>
                  </a:lnTo>
                  <a:lnTo>
                    <a:pt x="749047" y="1934593"/>
                  </a:lnTo>
                  <a:lnTo>
                    <a:pt x="750119" y="1934053"/>
                  </a:lnTo>
                  <a:lnTo>
                    <a:pt x="751190" y="1933512"/>
                  </a:lnTo>
                  <a:lnTo>
                    <a:pt x="752262" y="1932971"/>
                  </a:lnTo>
                  <a:lnTo>
                    <a:pt x="753333" y="1932429"/>
                  </a:lnTo>
                  <a:lnTo>
                    <a:pt x="754405" y="1931886"/>
                  </a:lnTo>
                  <a:lnTo>
                    <a:pt x="755477" y="1931343"/>
                  </a:lnTo>
                  <a:lnTo>
                    <a:pt x="756548" y="1930799"/>
                  </a:lnTo>
                  <a:lnTo>
                    <a:pt x="757620" y="1930254"/>
                  </a:lnTo>
                  <a:lnTo>
                    <a:pt x="758691" y="1929709"/>
                  </a:lnTo>
                  <a:lnTo>
                    <a:pt x="759763" y="1929163"/>
                  </a:lnTo>
                  <a:lnTo>
                    <a:pt x="760835" y="1928617"/>
                  </a:lnTo>
                  <a:lnTo>
                    <a:pt x="761906" y="1928069"/>
                  </a:lnTo>
                  <a:lnTo>
                    <a:pt x="762978" y="1927521"/>
                  </a:lnTo>
                  <a:lnTo>
                    <a:pt x="764049" y="1926973"/>
                  </a:lnTo>
                  <a:lnTo>
                    <a:pt x="765121" y="1926424"/>
                  </a:lnTo>
                  <a:lnTo>
                    <a:pt x="766193" y="1925874"/>
                  </a:lnTo>
                  <a:lnTo>
                    <a:pt x="767264" y="1925323"/>
                  </a:lnTo>
                  <a:lnTo>
                    <a:pt x="768336" y="1924772"/>
                  </a:lnTo>
                  <a:lnTo>
                    <a:pt x="769407" y="1924220"/>
                  </a:lnTo>
                  <a:lnTo>
                    <a:pt x="770479" y="1923668"/>
                  </a:lnTo>
                  <a:lnTo>
                    <a:pt x="771551" y="1923115"/>
                  </a:lnTo>
                  <a:lnTo>
                    <a:pt x="772622" y="1922561"/>
                  </a:lnTo>
                  <a:lnTo>
                    <a:pt x="773694" y="1922007"/>
                  </a:lnTo>
                  <a:lnTo>
                    <a:pt x="774765" y="1921452"/>
                  </a:lnTo>
                  <a:lnTo>
                    <a:pt x="775837" y="1920896"/>
                  </a:lnTo>
                  <a:lnTo>
                    <a:pt x="776909" y="1920340"/>
                  </a:lnTo>
                  <a:lnTo>
                    <a:pt x="777980" y="1919783"/>
                  </a:lnTo>
                  <a:lnTo>
                    <a:pt x="779052" y="1919225"/>
                  </a:lnTo>
                  <a:lnTo>
                    <a:pt x="780123" y="1918667"/>
                  </a:lnTo>
                  <a:lnTo>
                    <a:pt x="781195" y="1918108"/>
                  </a:lnTo>
                  <a:lnTo>
                    <a:pt x="782267" y="1917549"/>
                  </a:lnTo>
                  <a:lnTo>
                    <a:pt x="783338" y="1916989"/>
                  </a:lnTo>
                  <a:lnTo>
                    <a:pt x="784410" y="1916428"/>
                  </a:lnTo>
                  <a:lnTo>
                    <a:pt x="785481" y="1915867"/>
                  </a:lnTo>
                  <a:lnTo>
                    <a:pt x="786553" y="1915305"/>
                  </a:lnTo>
                  <a:lnTo>
                    <a:pt x="787625" y="1914743"/>
                  </a:lnTo>
                  <a:lnTo>
                    <a:pt x="788696" y="1914180"/>
                  </a:lnTo>
                  <a:lnTo>
                    <a:pt x="789768" y="1913616"/>
                  </a:lnTo>
                  <a:lnTo>
                    <a:pt x="790839" y="1913052"/>
                  </a:lnTo>
                  <a:lnTo>
                    <a:pt x="791911" y="1912487"/>
                  </a:lnTo>
                  <a:lnTo>
                    <a:pt x="792983" y="1911922"/>
                  </a:lnTo>
                  <a:lnTo>
                    <a:pt x="794054" y="1911356"/>
                  </a:lnTo>
                  <a:lnTo>
                    <a:pt x="795126" y="1910789"/>
                  </a:lnTo>
                  <a:lnTo>
                    <a:pt x="796197" y="1910222"/>
                  </a:lnTo>
                  <a:lnTo>
                    <a:pt x="797269" y="1909654"/>
                  </a:lnTo>
                  <a:lnTo>
                    <a:pt x="798341" y="1909086"/>
                  </a:lnTo>
                  <a:lnTo>
                    <a:pt x="799412" y="1908517"/>
                  </a:lnTo>
                  <a:lnTo>
                    <a:pt x="800484" y="1907948"/>
                  </a:lnTo>
                  <a:lnTo>
                    <a:pt x="801555" y="1907378"/>
                  </a:lnTo>
                  <a:lnTo>
                    <a:pt x="802627" y="1906807"/>
                  </a:lnTo>
                  <a:lnTo>
                    <a:pt x="803699" y="1906236"/>
                  </a:lnTo>
                  <a:lnTo>
                    <a:pt x="804770" y="1905664"/>
                  </a:lnTo>
                  <a:lnTo>
                    <a:pt x="805842" y="1905092"/>
                  </a:lnTo>
                  <a:lnTo>
                    <a:pt x="806913" y="1904519"/>
                  </a:lnTo>
                  <a:lnTo>
                    <a:pt x="807985" y="1903946"/>
                  </a:lnTo>
                  <a:lnTo>
                    <a:pt x="809057" y="1903372"/>
                  </a:lnTo>
                  <a:lnTo>
                    <a:pt x="810128" y="1902798"/>
                  </a:lnTo>
                  <a:lnTo>
                    <a:pt x="811200" y="1902223"/>
                  </a:lnTo>
                  <a:lnTo>
                    <a:pt x="812271" y="1901647"/>
                  </a:lnTo>
                  <a:lnTo>
                    <a:pt x="813343" y="1901071"/>
                  </a:lnTo>
                  <a:lnTo>
                    <a:pt x="814415" y="1900494"/>
                  </a:lnTo>
                  <a:lnTo>
                    <a:pt x="815486" y="1899917"/>
                  </a:lnTo>
                  <a:lnTo>
                    <a:pt x="816558" y="1899339"/>
                  </a:lnTo>
                  <a:lnTo>
                    <a:pt x="817629" y="1898761"/>
                  </a:lnTo>
                  <a:lnTo>
                    <a:pt x="818701" y="1898182"/>
                  </a:lnTo>
                  <a:lnTo>
                    <a:pt x="819773" y="1897603"/>
                  </a:lnTo>
                  <a:lnTo>
                    <a:pt x="820844" y="1897023"/>
                  </a:lnTo>
                  <a:lnTo>
                    <a:pt x="821916" y="1896443"/>
                  </a:lnTo>
                  <a:lnTo>
                    <a:pt x="822987" y="1895862"/>
                  </a:lnTo>
                  <a:lnTo>
                    <a:pt x="824059" y="1895281"/>
                  </a:lnTo>
                  <a:lnTo>
                    <a:pt x="825131" y="1894699"/>
                  </a:lnTo>
                  <a:lnTo>
                    <a:pt x="826202" y="1894117"/>
                  </a:lnTo>
                  <a:lnTo>
                    <a:pt x="827274" y="1893534"/>
                  </a:lnTo>
                  <a:lnTo>
                    <a:pt x="828345" y="1892951"/>
                  </a:lnTo>
                  <a:lnTo>
                    <a:pt x="829417" y="1892367"/>
                  </a:lnTo>
                  <a:lnTo>
                    <a:pt x="830489" y="1891783"/>
                  </a:lnTo>
                  <a:lnTo>
                    <a:pt x="831560" y="1891198"/>
                  </a:lnTo>
                  <a:lnTo>
                    <a:pt x="832632" y="1890613"/>
                  </a:lnTo>
                  <a:lnTo>
                    <a:pt x="833703" y="1890027"/>
                  </a:lnTo>
                  <a:lnTo>
                    <a:pt x="834775" y="1889441"/>
                  </a:lnTo>
                  <a:lnTo>
                    <a:pt x="835847" y="1888854"/>
                  </a:lnTo>
                  <a:lnTo>
                    <a:pt x="836918" y="1888267"/>
                  </a:lnTo>
                  <a:lnTo>
                    <a:pt x="837990" y="1887679"/>
                  </a:lnTo>
                  <a:lnTo>
                    <a:pt x="839061" y="1887091"/>
                  </a:lnTo>
                  <a:lnTo>
                    <a:pt x="840133" y="1886503"/>
                  </a:lnTo>
                  <a:lnTo>
                    <a:pt x="841205" y="1885913"/>
                  </a:lnTo>
                  <a:lnTo>
                    <a:pt x="842276" y="1885324"/>
                  </a:lnTo>
                  <a:lnTo>
                    <a:pt x="843348" y="1884734"/>
                  </a:lnTo>
                  <a:lnTo>
                    <a:pt x="844419" y="1884144"/>
                  </a:lnTo>
                  <a:lnTo>
                    <a:pt x="845491" y="1883553"/>
                  </a:lnTo>
                  <a:lnTo>
                    <a:pt x="846563" y="1882962"/>
                  </a:lnTo>
                  <a:lnTo>
                    <a:pt x="847634" y="1882370"/>
                  </a:lnTo>
                  <a:lnTo>
                    <a:pt x="848706" y="1881778"/>
                  </a:lnTo>
                  <a:lnTo>
                    <a:pt x="849777" y="1881185"/>
                  </a:lnTo>
                  <a:lnTo>
                    <a:pt x="850849" y="1880592"/>
                  </a:lnTo>
                  <a:lnTo>
                    <a:pt x="851921" y="1879999"/>
                  </a:lnTo>
                  <a:lnTo>
                    <a:pt x="852992" y="1879405"/>
                  </a:lnTo>
                  <a:lnTo>
                    <a:pt x="854064" y="1878810"/>
                  </a:lnTo>
                  <a:lnTo>
                    <a:pt x="855135" y="1878216"/>
                  </a:lnTo>
                  <a:lnTo>
                    <a:pt x="856207" y="1877621"/>
                  </a:lnTo>
                  <a:lnTo>
                    <a:pt x="857279" y="1877025"/>
                  </a:lnTo>
                  <a:lnTo>
                    <a:pt x="858350" y="1876429"/>
                  </a:lnTo>
                  <a:lnTo>
                    <a:pt x="859422" y="1875833"/>
                  </a:lnTo>
                  <a:lnTo>
                    <a:pt x="860493" y="1875236"/>
                  </a:lnTo>
                  <a:lnTo>
                    <a:pt x="861565" y="1874639"/>
                  </a:lnTo>
                  <a:lnTo>
                    <a:pt x="862637" y="1874041"/>
                  </a:lnTo>
                  <a:lnTo>
                    <a:pt x="863708" y="1873443"/>
                  </a:lnTo>
                  <a:lnTo>
                    <a:pt x="864780" y="1872845"/>
                  </a:lnTo>
                  <a:lnTo>
                    <a:pt x="865851" y="1872246"/>
                  </a:lnTo>
                  <a:lnTo>
                    <a:pt x="866923" y="1871647"/>
                  </a:lnTo>
                  <a:lnTo>
                    <a:pt x="867995" y="1871048"/>
                  </a:lnTo>
                  <a:lnTo>
                    <a:pt x="869066" y="1870448"/>
                  </a:lnTo>
                  <a:lnTo>
                    <a:pt x="870138" y="1869848"/>
                  </a:lnTo>
                  <a:lnTo>
                    <a:pt x="871209" y="1869247"/>
                  </a:lnTo>
                  <a:lnTo>
                    <a:pt x="872281" y="1868646"/>
                  </a:lnTo>
                  <a:lnTo>
                    <a:pt x="873353" y="1868045"/>
                  </a:lnTo>
                  <a:lnTo>
                    <a:pt x="874424" y="1867443"/>
                  </a:lnTo>
                  <a:lnTo>
                    <a:pt x="875496" y="1866841"/>
                  </a:lnTo>
                  <a:lnTo>
                    <a:pt x="876567" y="1866239"/>
                  </a:lnTo>
                  <a:lnTo>
                    <a:pt x="877639" y="1865636"/>
                  </a:lnTo>
                  <a:lnTo>
                    <a:pt x="878711" y="1865033"/>
                  </a:lnTo>
                  <a:lnTo>
                    <a:pt x="879782" y="1864430"/>
                  </a:lnTo>
                  <a:lnTo>
                    <a:pt x="880854" y="1863826"/>
                  </a:lnTo>
                  <a:lnTo>
                    <a:pt x="881925" y="1863222"/>
                  </a:lnTo>
                  <a:lnTo>
                    <a:pt x="882997" y="1862618"/>
                  </a:lnTo>
                  <a:lnTo>
                    <a:pt x="884069" y="1862013"/>
                  </a:lnTo>
                  <a:lnTo>
                    <a:pt x="885140" y="1861408"/>
                  </a:lnTo>
                  <a:lnTo>
                    <a:pt x="886212" y="1860803"/>
                  </a:lnTo>
                  <a:lnTo>
                    <a:pt x="887283" y="1860197"/>
                  </a:lnTo>
                  <a:lnTo>
                    <a:pt x="888355" y="1859591"/>
                  </a:lnTo>
                  <a:lnTo>
                    <a:pt x="889426" y="1858985"/>
                  </a:lnTo>
                  <a:lnTo>
                    <a:pt x="890498" y="1858378"/>
                  </a:lnTo>
                  <a:lnTo>
                    <a:pt x="891570" y="1857771"/>
                  </a:lnTo>
                  <a:lnTo>
                    <a:pt x="892641" y="1857164"/>
                  </a:lnTo>
                  <a:lnTo>
                    <a:pt x="893713" y="1856557"/>
                  </a:lnTo>
                  <a:lnTo>
                    <a:pt x="894784" y="1855949"/>
                  </a:lnTo>
                  <a:lnTo>
                    <a:pt x="895856" y="1855341"/>
                  </a:lnTo>
                  <a:lnTo>
                    <a:pt x="896928" y="1854732"/>
                  </a:lnTo>
                  <a:lnTo>
                    <a:pt x="897999" y="1854124"/>
                  </a:lnTo>
                  <a:lnTo>
                    <a:pt x="899071" y="1853515"/>
                  </a:lnTo>
                  <a:lnTo>
                    <a:pt x="900142" y="1852906"/>
                  </a:lnTo>
                  <a:lnTo>
                    <a:pt x="901214" y="1852296"/>
                  </a:lnTo>
                  <a:lnTo>
                    <a:pt x="902286" y="1851687"/>
                  </a:lnTo>
                  <a:lnTo>
                    <a:pt x="903357" y="1851077"/>
                  </a:lnTo>
                  <a:lnTo>
                    <a:pt x="904429" y="1850466"/>
                  </a:lnTo>
                  <a:lnTo>
                    <a:pt x="905500" y="1849856"/>
                  </a:lnTo>
                  <a:lnTo>
                    <a:pt x="906572" y="1849245"/>
                  </a:lnTo>
                  <a:lnTo>
                    <a:pt x="907644" y="1848634"/>
                  </a:lnTo>
                  <a:lnTo>
                    <a:pt x="908715" y="1848023"/>
                  </a:lnTo>
                  <a:lnTo>
                    <a:pt x="909787" y="1847411"/>
                  </a:lnTo>
                  <a:lnTo>
                    <a:pt x="910858" y="1846800"/>
                  </a:lnTo>
                  <a:lnTo>
                    <a:pt x="911930" y="1846188"/>
                  </a:lnTo>
                  <a:lnTo>
                    <a:pt x="913002" y="1845575"/>
                  </a:lnTo>
                  <a:lnTo>
                    <a:pt x="914073" y="1844963"/>
                  </a:lnTo>
                  <a:lnTo>
                    <a:pt x="915145" y="1844350"/>
                  </a:lnTo>
                  <a:lnTo>
                    <a:pt x="916216" y="1843738"/>
                  </a:lnTo>
                  <a:lnTo>
                    <a:pt x="917288" y="1843125"/>
                  </a:lnTo>
                  <a:lnTo>
                    <a:pt x="918360" y="1842511"/>
                  </a:lnTo>
                  <a:lnTo>
                    <a:pt x="919431" y="1841898"/>
                  </a:lnTo>
                  <a:lnTo>
                    <a:pt x="920503" y="1841284"/>
                  </a:lnTo>
                  <a:lnTo>
                    <a:pt x="921574" y="1840670"/>
                  </a:lnTo>
                  <a:lnTo>
                    <a:pt x="922646" y="1840056"/>
                  </a:lnTo>
                  <a:lnTo>
                    <a:pt x="923718" y="1839442"/>
                  </a:lnTo>
                  <a:lnTo>
                    <a:pt x="924789" y="1838827"/>
                  </a:lnTo>
                  <a:lnTo>
                    <a:pt x="925861" y="1838213"/>
                  </a:lnTo>
                  <a:lnTo>
                    <a:pt x="926932" y="1837598"/>
                  </a:lnTo>
                  <a:lnTo>
                    <a:pt x="928004" y="1836983"/>
                  </a:lnTo>
                  <a:lnTo>
                    <a:pt x="929076" y="1836368"/>
                  </a:lnTo>
                  <a:lnTo>
                    <a:pt x="930147" y="1835752"/>
                  </a:lnTo>
                  <a:lnTo>
                    <a:pt x="931219" y="1835137"/>
                  </a:lnTo>
                  <a:lnTo>
                    <a:pt x="932290" y="1834521"/>
                  </a:lnTo>
                  <a:lnTo>
                    <a:pt x="933362" y="1833905"/>
                  </a:lnTo>
                  <a:lnTo>
                    <a:pt x="934434" y="1833289"/>
                  </a:lnTo>
                  <a:lnTo>
                    <a:pt x="935505" y="1832673"/>
                  </a:lnTo>
                  <a:lnTo>
                    <a:pt x="936577" y="1832057"/>
                  </a:lnTo>
                  <a:lnTo>
                    <a:pt x="937648" y="1831440"/>
                  </a:lnTo>
                  <a:lnTo>
                    <a:pt x="938720" y="1830824"/>
                  </a:lnTo>
                  <a:lnTo>
                    <a:pt x="939792" y="1830207"/>
                  </a:lnTo>
                  <a:lnTo>
                    <a:pt x="940863" y="1829590"/>
                  </a:lnTo>
                  <a:lnTo>
                    <a:pt x="941935" y="1828973"/>
                  </a:lnTo>
                  <a:lnTo>
                    <a:pt x="943006" y="1828356"/>
                  </a:lnTo>
                  <a:lnTo>
                    <a:pt x="944078" y="1827739"/>
                  </a:lnTo>
                  <a:lnTo>
                    <a:pt x="945150" y="1827121"/>
                  </a:lnTo>
                  <a:lnTo>
                    <a:pt x="946221" y="1826504"/>
                  </a:lnTo>
                  <a:lnTo>
                    <a:pt x="947293" y="1825886"/>
                  </a:lnTo>
                  <a:lnTo>
                    <a:pt x="948364" y="1825268"/>
                  </a:lnTo>
                  <a:lnTo>
                    <a:pt x="949436" y="1824650"/>
                  </a:lnTo>
                  <a:lnTo>
                    <a:pt x="950508" y="1824033"/>
                  </a:lnTo>
                  <a:lnTo>
                    <a:pt x="951579" y="1823415"/>
                  </a:lnTo>
                  <a:lnTo>
                    <a:pt x="952651" y="1822796"/>
                  </a:lnTo>
                  <a:lnTo>
                    <a:pt x="953722" y="1822178"/>
                  </a:lnTo>
                  <a:lnTo>
                    <a:pt x="954794" y="1821560"/>
                  </a:lnTo>
                  <a:lnTo>
                    <a:pt x="955866" y="1820942"/>
                  </a:lnTo>
                  <a:lnTo>
                    <a:pt x="956937" y="1820323"/>
                  </a:lnTo>
                  <a:lnTo>
                    <a:pt x="958009" y="1819705"/>
                  </a:lnTo>
                  <a:lnTo>
                    <a:pt x="959080" y="1819086"/>
                  </a:lnTo>
                  <a:lnTo>
                    <a:pt x="960152" y="1818467"/>
                  </a:lnTo>
                  <a:lnTo>
                    <a:pt x="961224" y="1817849"/>
                  </a:lnTo>
                  <a:lnTo>
                    <a:pt x="962295" y="1817230"/>
                  </a:lnTo>
                  <a:lnTo>
                    <a:pt x="963367" y="1816611"/>
                  </a:lnTo>
                  <a:lnTo>
                    <a:pt x="964438" y="1815992"/>
                  </a:lnTo>
                  <a:lnTo>
                    <a:pt x="965510" y="1815373"/>
                  </a:lnTo>
                  <a:lnTo>
                    <a:pt x="966582" y="1814754"/>
                  </a:lnTo>
                  <a:lnTo>
                    <a:pt x="967653" y="1814135"/>
                  </a:lnTo>
                  <a:lnTo>
                    <a:pt x="968725" y="1813516"/>
                  </a:lnTo>
                  <a:lnTo>
                    <a:pt x="969796" y="1812897"/>
                  </a:lnTo>
                  <a:lnTo>
                    <a:pt x="970868" y="1812278"/>
                  </a:lnTo>
                  <a:lnTo>
                    <a:pt x="971940" y="1811659"/>
                  </a:lnTo>
                  <a:lnTo>
                    <a:pt x="973011" y="1811040"/>
                  </a:lnTo>
                  <a:lnTo>
                    <a:pt x="974083" y="1810421"/>
                  </a:lnTo>
                  <a:lnTo>
                    <a:pt x="975154" y="1809801"/>
                  </a:lnTo>
                  <a:lnTo>
                    <a:pt x="976226" y="1809182"/>
                  </a:lnTo>
                  <a:lnTo>
                    <a:pt x="977298" y="1808563"/>
                  </a:lnTo>
                  <a:lnTo>
                    <a:pt x="978369" y="1807944"/>
                  </a:lnTo>
                  <a:lnTo>
                    <a:pt x="979441" y="1807325"/>
                  </a:lnTo>
                  <a:lnTo>
                    <a:pt x="980512" y="1806705"/>
                  </a:lnTo>
                  <a:lnTo>
                    <a:pt x="981584" y="1806086"/>
                  </a:lnTo>
                  <a:lnTo>
                    <a:pt x="982656" y="1805467"/>
                  </a:lnTo>
                  <a:lnTo>
                    <a:pt x="983727" y="1804848"/>
                  </a:lnTo>
                  <a:lnTo>
                    <a:pt x="984799" y="1804229"/>
                  </a:lnTo>
                  <a:lnTo>
                    <a:pt x="985870" y="1803610"/>
                  </a:lnTo>
                  <a:lnTo>
                    <a:pt x="986942" y="1802991"/>
                  </a:lnTo>
                  <a:lnTo>
                    <a:pt x="988014" y="1802372"/>
                  </a:lnTo>
                  <a:lnTo>
                    <a:pt x="989085" y="1801753"/>
                  </a:lnTo>
                  <a:lnTo>
                    <a:pt x="990157" y="1801134"/>
                  </a:lnTo>
                  <a:lnTo>
                    <a:pt x="991228" y="1800515"/>
                  </a:lnTo>
                  <a:lnTo>
                    <a:pt x="992300" y="1799896"/>
                  </a:lnTo>
                  <a:lnTo>
                    <a:pt x="993372" y="1799277"/>
                  </a:lnTo>
                  <a:lnTo>
                    <a:pt x="994443" y="1798658"/>
                  </a:lnTo>
                  <a:lnTo>
                    <a:pt x="995515" y="1798040"/>
                  </a:lnTo>
                  <a:lnTo>
                    <a:pt x="996586" y="1797421"/>
                  </a:lnTo>
                  <a:lnTo>
                    <a:pt x="997658" y="1796802"/>
                  </a:lnTo>
                  <a:lnTo>
                    <a:pt x="998730" y="1796184"/>
                  </a:lnTo>
                  <a:lnTo>
                    <a:pt x="999801" y="1795565"/>
                  </a:lnTo>
                  <a:lnTo>
                    <a:pt x="1000873" y="1794947"/>
                  </a:lnTo>
                  <a:lnTo>
                    <a:pt x="1001944" y="1794329"/>
                  </a:lnTo>
                  <a:lnTo>
                    <a:pt x="1003016" y="1793711"/>
                  </a:lnTo>
                  <a:lnTo>
                    <a:pt x="1004088" y="1793093"/>
                  </a:lnTo>
                  <a:lnTo>
                    <a:pt x="1005159" y="1792475"/>
                  </a:lnTo>
                  <a:lnTo>
                    <a:pt x="1006231" y="1791857"/>
                  </a:lnTo>
                  <a:lnTo>
                    <a:pt x="1007302" y="1791239"/>
                  </a:lnTo>
                  <a:lnTo>
                    <a:pt x="1008374" y="1790621"/>
                  </a:lnTo>
                  <a:lnTo>
                    <a:pt x="1009446" y="1790004"/>
                  </a:lnTo>
                  <a:lnTo>
                    <a:pt x="1010517" y="1789386"/>
                  </a:lnTo>
                  <a:lnTo>
                    <a:pt x="1011589" y="1788769"/>
                  </a:lnTo>
                  <a:lnTo>
                    <a:pt x="1012660" y="1788152"/>
                  </a:lnTo>
                  <a:lnTo>
                    <a:pt x="1013732" y="1787535"/>
                  </a:lnTo>
                  <a:lnTo>
                    <a:pt x="1014804" y="1786918"/>
                  </a:lnTo>
                  <a:lnTo>
                    <a:pt x="1015875" y="1786301"/>
                  </a:lnTo>
                  <a:lnTo>
                    <a:pt x="1016947" y="1785685"/>
                  </a:lnTo>
                  <a:lnTo>
                    <a:pt x="1018018" y="1785068"/>
                  </a:lnTo>
                  <a:lnTo>
                    <a:pt x="1019090" y="1784452"/>
                  </a:lnTo>
                  <a:lnTo>
                    <a:pt x="1020162" y="1783836"/>
                  </a:lnTo>
                  <a:lnTo>
                    <a:pt x="1021233" y="1783219"/>
                  </a:lnTo>
                  <a:lnTo>
                    <a:pt x="1022305" y="1782604"/>
                  </a:lnTo>
                  <a:lnTo>
                    <a:pt x="1023376" y="1781988"/>
                  </a:lnTo>
                  <a:lnTo>
                    <a:pt x="1024448" y="1781372"/>
                  </a:lnTo>
                  <a:lnTo>
                    <a:pt x="1025520" y="1780757"/>
                  </a:lnTo>
                  <a:lnTo>
                    <a:pt x="1026591" y="1780142"/>
                  </a:lnTo>
                  <a:lnTo>
                    <a:pt x="1027663" y="1779527"/>
                  </a:lnTo>
                  <a:lnTo>
                    <a:pt x="1028734" y="1778912"/>
                  </a:lnTo>
                  <a:lnTo>
                    <a:pt x="1029806" y="1778297"/>
                  </a:lnTo>
                  <a:lnTo>
                    <a:pt x="1030878" y="1777683"/>
                  </a:lnTo>
                  <a:lnTo>
                    <a:pt x="1031949" y="1777068"/>
                  </a:lnTo>
                  <a:lnTo>
                    <a:pt x="1033021" y="1776454"/>
                  </a:lnTo>
                  <a:lnTo>
                    <a:pt x="1034092" y="1775840"/>
                  </a:lnTo>
                  <a:lnTo>
                    <a:pt x="1035164" y="1775227"/>
                  </a:lnTo>
                  <a:lnTo>
                    <a:pt x="1036236" y="1774613"/>
                  </a:lnTo>
                  <a:lnTo>
                    <a:pt x="1037307" y="1774000"/>
                  </a:lnTo>
                  <a:lnTo>
                    <a:pt x="1038379" y="1773387"/>
                  </a:lnTo>
                  <a:lnTo>
                    <a:pt x="1039450" y="1772774"/>
                  </a:lnTo>
                  <a:lnTo>
                    <a:pt x="1040522" y="1772162"/>
                  </a:lnTo>
                  <a:lnTo>
                    <a:pt x="1041594" y="1771549"/>
                  </a:lnTo>
                  <a:lnTo>
                    <a:pt x="1042665" y="1770937"/>
                  </a:lnTo>
                  <a:lnTo>
                    <a:pt x="1043737" y="1770325"/>
                  </a:lnTo>
                  <a:lnTo>
                    <a:pt x="1044808" y="1769714"/>
                  </a:lnTo>
                  <a:lnTo>
                    <a:pt x="1045880" y="1769102"/>
                  </a:lnTo>
                  <a:lnTo>
                    <a:pt x="1046952" y="1768491"/>
                  </a:lnTo>
                  <a:lnTo>
                    <a:pt x="1048023" y="1767881"/>
                  </a:lnTo>
                  <a:lnTo>
                    <a:pt x="1049095" y="1767270"/>
                  </a:lnTo>
                  <a:lnTo>
                    <a:pt x="1050166" y="1766660"/>
                  </a:lnTo>
                  <a:lnTo>
                    <a:pt x="1051238" y="1766050"/>
                  </a:lnTo>
                  <a:lnTo>
                    <a:pt x="1052310" y="1765440"/>
                  </a:lnTo>
                  <a:lnTo>
                    <a:pt x="1053381" y="1764830"/>
                  </a:lnTo>
                  <a:lnTo>
                    <a:pt x="1054453" y="1764221"/>
                  </a:lnTo>
                  <a:lnTo>
                    <a:pt x="1055524" y="1763612"/>
                  </a:lnTo>
                  <a:lnTo>
                    <a:pt x="1056596" y="1763003"/>
                  </a:lnTo>
                  <a:lnTo>
                    <a:pt x="1057668" y="1762395"/>
                  </a:lnTo>
                  <a:lnTo>
                    <a:pt x="1058739" y="1761787"/>
                  </a:lnTo>
                  <a:lnTo>
                    <a:pt x="1059811" y="1761179"/>
                  </a:lnTo>
                  <a:lnTo>
                    <a:pt x="1060882" y="1760572"/>
                  </a:lnTo>
                  <a:lnTo>
                    <a:pt x="1061954" y="1759964"/>
                  </a:lnTo>
                  <a:lnTo>
                    <a:pt x="1063026" y="1759358"/>
                  </a:lnTo>
                  <a:lnTo>
                    <a:pt x="1064097" y="1758751"/>
                  </a:lnTo>
                  <a:lnTo>
                    <a:pt x="1065169" y="1758145"/>
                  </a:lnTo>
                  <a:lnTo>
                    <a:pt x="1066240" y="1757539"/>
                  </a:lnTo>
                  <a:lnTo>
                    <a:pt x="1067312" y="1756933"/>
                  </a:lnTo>
                  <a:lnTo>
                    <a:pt x="1068383" y="1756328"/>
                  </a:lnTo>
                  <a:lnTo>
                    <a:pt x="1069455" y="1755723"/>
                  </a:lnTo>
                  <a:lnTo>
                    <a:pt x="1070527" y="1755119"/>
                  </a:lnTo>
                  <a:lnTo>
                    <a:pt x="1071598" y="1754514"/>
                  </a:lnTo>
                  <a:lnTo>
                    <a:pt x="1072670" y="1753910"/>
                  </a:lnTo>
                  <a:lnTo>
                    <a:pt x="1073741" y="1753307"/>
                  </a:lnTo>
                  <a:lnTo>
                    <a:pt x="1074813" y="1752704"/>
                  </a:lnTo>
                  <a:lnTo>
                    <a:pt x="1075885" y="1752101"/>
                  </a:lnTo>
                  <a:lnTo>
                    <a:pt x="1076956" y="1751499"/>
                  </a:lnTo>
                  <a:lnTo>
                    <a:pt x="1078028" y="1750896"/>
                  </a:lnTo>
                  <a:lnTo>
                    <a:pt x="1079099" y="1750295"/>
                  </a:lnTo>
                  <a:lnTo>
                    <a:pt x="1080171" y="1749693"/>
                  </a:lnTo>
                  <a:lnTo>
                    <a:pt x="1081243" y="1749092"/>
                  </a:lnTo>
                  <a:lnTo>
                    <a:pt x="1082314" y="1748492"/>
                  </a:lnTo>
                  <a:lnTo>
                    <a:pt x="1083386" y="1747892"/>
                  </a:lnTo>
                  <a:lnTo>
                    <a:pt x="1084457" y="1747292"/>
                  </a:lnTo>
                  <a:lnTo>
                    <a:pt x="1085529" y="1746692"/>
                  </a:lnTo>
                  <a:lnTo>
                    <a:pt x="1086601" y="1746093"/>
                  </a:lnTo>
                  <a:lnTo>
                    <a:pt x="1087672" y="1745494"/>
                  </a:lnTo>
                  <a:lnTo>
                    <a:pt x="1088744" y="1744896"/>
                  </a:lnTo>
                  <a:lnTo>
                    <a:pt x="1089815" y="1744298"/>
                  </a:lnTo>
                  <a:lnTo>
                    <a:pt x="1090887" y="1743700"/>
                  </a:lnTo>
                  <a:lnTo>
                    <a:pt x="1091959" y="1743103"/>
                  </a:lnTo>
                  <a:lnTo>
                    <a:pt x="1093030" y="1742506"/>
                  </a:lnTo>
                  <a:lnTo>
                    <a:pt x="1094102" y="1741910"/>
                  </a:lnTo>
                  <a:lnTo>
                    <a:pt x="1095173" y="1741313"/>
                  </a:lnTo>
                  <a:lnTo>
                    <a:pt x="1096245" y="1740717"/>
                  </a:lnTo>
                  <a:lnTo>
                    <a:pt x="1097317" y="1740122"/>
                  </a:lnTo>
                  <a:lnTo>
                    <a:pt x="1098388" y="1739527"/>
                  </a:lnTo>
                  <a:lnTo>
                    <a:pt x="1099460" y="1738932"/>
                  </a:lnTo>
                  <a:lnTo>
                    <a:pt x="1100531" y="1738338"/>
                  </a:lnTo>
                  <a:lnTo>
                    <a:pt x="1101603" y="1737743"/>
                  </a:lnTo>
                  <a:lnTo>
                    <a:pt x="1102675" y="1737150"/>
                  </a:lnTo>
                  <a:lnTo>
                    <a:pt x="1103746" y="1736556"/>
                  </a:lnTo>
                  <a:lnTo>
                    <a:pt x="1104818" y="1735963"/>
                  </a:lnTo>
                  <a:lnTo>
                    <a:pt x="1105889" y="1735371"/>
                  </a:lnTo>
                  <a:lnTo>
                    <a:pt x="1106961" y="1734778"/>
                  </a:lnTo>
                  <a:lnTo>
                    <a:pt x="1108033" y="1734186"/>
                  </a:lnTo>
                  <a:lnTo>
                    <a:pt x="1109104" y="1733594"/>
                  </a:lnTo>
                  <a:lnTo>
                    <a:pt x="1110176" y="1733003"/>
                  </a:lnTo>
                  <a:lnTo>
                    <a:pt x="1111247" y="1732412"/>
                  </a:lnTo>
                  <a:lnTo>
                    <a:pt x="1112319" y="1731822"/>
                  </a:lnTo>
                  <a:lnTo>
                    <a:pt x="1113391" y="1731231"/>
                  </a:lnTo>
                  <a:lnTo>
                    <a:pt x="1114462" y="1730641"/>
                  </a:lnTo>
                  <a:lnTo>
                    <a:pt x="1115534" y="1730052"/>
                  </a:lnTo>
                  <a:lnTo>
                    <a:pt x="1116605" y="1729462"/>
                  </a:lnTo>
                  <a:lnTo>
                    <a:pt x="1117677" y="1728873"/>
                  </a:lnTo>
                  <a:lnTo>
                    <a:pt x="1118749" y="1728285"/>
                  </a:lnTo>
                  <a:lnTo>
                    <a:pt x="1119820" y="1727696"/>
                  </a:lnTo>
                  <a:lnTo>
                    <a:pt x="1120892" y="1727108"/>
                  </a:lnTo>
                  <a:lnTo>
                    <a:pt x="1121963" y="1726521"/>
                  </a:lnTo>
                  <a:lnTo>
                    <a:pt x="1123035" y="1725933"/>
                  </a:lnTo>
                  <a:lnTo>
                    <a:pt x="1124107" y="1725346"/>
                  </a:lnTo>
                  <a:lnTo>
                    <a:pt x="1125178" y="1724760"/>
                  </a:lnTo>
                  <a:lnTo>
                    <a:pt x="1126250" y="1724173"/>
                  </a:lnTo>
                  <a:lnTo>
                    <a:pt x="1127321" y="1723587"/>
                  </a:lnTo>
                  <a:lnTo>
                    <a:pt x="1128393" y="1723001"/>
                  </a:lnTo>
                  <a:lnTo>
                    <a:pt x="1129465" y="1722416"/>
                  </a:lnTo>
                  <a:lnTo>
                    <a:pt x="1130536" y="1721831"/>
                  </a:lnTo>
                  <a:lnTo>
                    <a:pt x="1131608" y="1721246"/>
                  </a:lnTo>
                  <a:lnTo>
                    <a:pt x="1132679" y="1720662"/>
                  </a:lnTo>
                  <a:lnTo>
                    <a:pt x="1133751" y="1720077"/>
                  </a:lnTo>
                  <a:lnTo>
                    <a:pt x="1134823" y="1719494"/>
                  </a:lnTo>
                  <a:lnTo>
                    <a:pt x="1135894" y="1718910"/>
                  </a:lnTo>
                  <a:lnTo>
                    <a:pt x="1136966" y="1718327"/>
                  </a:lnTo>
                  <a:lnTo>
                    <a:pt x="1138037" y="1717744"/>
                  </a:lnTo>
                  <a:lnTo>
                    <a:pt x="1139109" y="1717161"/>
                  </a:lnTo>
                  <a:lnTo>
                    <a:pt x="1140181" y="1716579"/>
                  </a:lnTo>
                  <a:lnTo>
                    <a:pt x="1141252" y="1715997"/>
                  </a:lnTo>
                  <a:lnTo>
                    <a:pt x="1142324" y="1715415"/>
                  </a:lnTo>
                  <a:lnTo>
                    <a:pt x="1143395" y="1714833"/>
                  </a:lnTo>
                  <a:lnTo>
                    <a:pt x="1144467" y="1714252"/>
                  </a:lnTo>
                  <a:lnTo>
                    <a:pt x="1145539" y="1713671"/>
                  </a:lnTo>
                  <a:lnTo>
                    <a:pt x="1146610" y="1713091"/>
                  </a:lnTo>
                  <a:lnTo>
                    <a:pt x="1147682" y="1712510"/>
                  </a:lnTo>
                  <a:lnTo>
                    <a:pt x="1148753" y="1711930"/>
                  </a:lnTo>
                  <a:lnTo>
                    <a:pt x="1149825" y="1711350"/>
                  </a:lnTo>
                  <a:lnTo>
                    <a:pt x="1150897" y="1710771"/>
                  </a:lnTo>
                  <a:lnTo>
                    <a:pt x="1151968" y="1710192"/>
                  </a:lnTo>
                  <a:lnTo>
                    <a:pt x="1153040" y="1709613"/>
                  </a:lnTo>
                  <a:lnTo>
                    <a:pt x="1154111" y="1709034"/>
                  </a:lnTo>
                  <a:lnTo>
                    <a:pt x="1155183" y="1708456"/>
                  </a:lnTo>
                  <a:lnTo>
                    <a:pt x="1156255" y="1707878"/>
                  </a:lnTo>
                  <a:lnTo>
                    <a:pt x="1157326" y="1707300"/>
                  </a:lnTo>
                  <a:lnTo>
                    <a:pt x="1158398" y="1706722"/>
                  </a:lnTo>
                  <a:lnTo>
                    <a:pt x="1159469" y="1706145"/>
                  </a:lnTo>
                  <a:lnTo>
                    <a:pt x="1160541" y="1705568"/>
                  </a:lnTo>
                  <a:lnTo>
                    <a:pt x="1161613" y="1704991"/>
                  </a:lnTo>
                  <a:lnTo>
                    <a:pt x="1162684" y="1704414"/>
                  </a:lnTo>
                  <a:lnTo>
                    <a:pt x="1163756" y="1703838"/>
                  </a:lnTo>
                  <a:lnTo>
                    <a:pt x="1164827" y="1703262"/>
                  </a:lnTo>
                  <a:lnTo>
                    <a:pt x="1165899" y="1702686"/>
                  </a:lnTo>
                  <a:lnTo>
                    <a:pt x="1166971" y="1702111"/>
                  </a:lnTo>
                  <a:lnTo>
                    <a:pt x="1168042" y="1701535"/>
                  </a:lnTo>
                  <a:lnTo>
                    <a:pt x="1169114" y="1700960"/>
                  </a:lnTo>
                  <a:lnTo>
                    <a:pt x="1170185" y="1700385"/>
                  </a:lnTo>
                  <a:lnTo>
                    <a:pt x="1171257" y="1699811"/>
                  </a:lnTo>
                  <a:lnTo>
                    <a:pt x="1172329" y="1699237"/>
                  </a:lnTo>
                  <a:lnTo>
                    <a:pt x="1173400" y="1698662"/>
                  </a:lnTo>
                  <a:lnTo>
                    <a:pt x="1174472" y="1698089"/>
                  </a:lnTo>
                  <a:lnTo>
                    <a:pt x="1175543" y="1697515"/>
                  </a:lnTo>
                  <a:lnTo>
                    <a:pt x="1176615" y="1696942"/>
                  </a:lnTo>
                  <a:lnTo>
                    <a:pt x="1177687" y="1696368"/>
                  </a:lnTo>
                  <a:lnTo>
                    <a:pt x="1178758" y="1695795"/>
                  </a:lnTo>
                  <a:lnTo>
                    <a:pt x="1179830" y="1695223"/>
                  </a:lnTo>
                  <a:lnTo>
                    <a:pt x="1180901" y="1694650"/>
                  </a:lnTo>
                  <a:lnTo>
                    <a:pt x="1181973" y="1694078"/>
                  </a:lnTo>
                  <a:lnTo>
                    <a:pt x="1183045" y="1693506"/>
                  </a:lnTo>
                  <a:lnTo>
                    <a:pt x="1184116" y="1692934"/>
                  </a:lnTo>
                  <a:lnTo>
                    <a:pt x="1185188" y="1692362"/>
                  </a:lnTo>
                  <a:lnTo>
                    <a:pt x="1186259" y="1691791"/>
                  </a:lnTo>
                  <a:lnTo>
                    <a:pt x="1187331" y="1691220"/>
                  </a:lnTo>
                  <a:lnTo>
                    <a:pt x="1188403" y="1690649"/>
                  </a:lnTo>
                  <a:lnTo>
                    <a:pt x="1189474" y="1690078"/>
                  </a:lnTo>
                  <a:lnTo>
                    <a:pt x="1190546" y="1689507"/>
                  </a:lnTo>
                  <a:lnTo>
                    <a:pt x="1191617" y="1688937"/>
                  </a:lnTo>
                  <a:lnTo>
                    <a:pt x="1192689" y="1688366"/>
                  </a:lnTo>
                  <a:lnTo>
                    <a:pt x="1193761" y="1687796"/>
                  </a:lnTo>
                  <a:lnTo>
                    <a:pt x="1194832" y="1687226"/>
                  </a:lnTo>
                  <a:lnTo>
                    <a:pt x="1195904" y="1686657"/>
                  </a:lnTo>
                  <a:lnTo>
                    <a:pt x="1196975" y="1686087"/>
                  </a:lnTo>
                  <a:lnTo>
                    <a:pt x="1198047" y="1685518"/>
                  </a:lnTo>
                  <a:lnTo>
                    <a:pt x="1199119" y="1684949"/>
                  </a:lnTo>
                  <a:lnTo>
                    <a:pt x="1200190" y="1684380"/>
                  </a:lnTo>
                  <a:lnTo>
                    <a:pt x="1201262" y="1683811"/>
                  </a:lnTo>
                  <a:lnTo>
                    <a:pt x="1202333" y="1683242"/>
                  </a:lnTo>
                  <a:lnTo>
                    <a:pt x="1203405" y="1682674"/>
                  </a:lnTo>
                  <a:lnTo>
                    <a:pt x="1204477" y="1682106"/>
                  </a:lnTo>
                  <a:lnTo>
                    <a:pt x="1205548" y="1681538"/>
                  </a:lnTo>
                  <a:lnTo>
                    <a:pt x="1206620" y="1680970"/>
                  </a:lnTo>
                  <a:lnTo>
                    <a:pt x="1207691" y="1680402"/>
                  </a:lnTo>
                  <a:lnTo>
                    <a:pt x="1208763" y="1679834"/>
                  </a:lnTo>
                  <a:lnTo>
                    <a:pt x="1209835" y="1679267"/>
                  </a:lnTo>
                  <a:lnTo>
                    <a:pt x="1210906" y="1678699"/>
                  </a:lnTo>
                  <a:lnTo>
                    <a:pt x="1211978" y="1678132"/>
                  </a:lnTo>
                  <a:lnTo>
                    <a:pt x="1213049" y="1677565"/>
                  </a:lnTo>
                  <a:lnTo>
                    <a:pt x="1214121" y="1676998"/>
                  </a:lnTo>
                  <a:lnTo>
                    <a:pt x="1215193" y="1676431"/>
                  </a:lnTo>
                  <a:lnTo>
                    <a:pt x="1216264" y="1675865"/>
                  </a:lnTo>
                  <a:lnTo>
                    <a:pt x="1217336" y="1675298"/>
                  </a:lnTo>
                  <a:lnTo>
                    <a:pt x="1218407" y="1674732"/>
                  </a:lnTo>
                  <a:lnTo>
                    <a:pt x="1219479" y="1674166"/>
                  </a:lnTo>
                  <a:lnTo>
                    <a:pt x="1220551" y="1673599"/>
                  </a:lnTo>
                  <a:lnTo>
                    <a:pt x="1221622" y="1673033"/>
                  </a:lnTo>
                  <a:lnTo>
                    <a:pt x="1222694" y="1672468"/>
                  </a:lnTo>
                  <a:lnTo>
                    <a:pt x="1223765" y="1671902"/>
                  </a:lnTo>
                  <a:lnTo>
                    <a:pt x="1224837" y="1671336"/>
                  </a:lnTo>
                  <a:lnTo>
                    <a:pt x="1225909" y="1670771"/>
                  </a:lnTo>
                  <a:lnTo>
                    <a:pt x="1226980" y="1670205"/>
                  </a:lnTo>
                  <a:lnTo>
                    <a:pt x="1228052" y="1669640"/>
                  </a:lnTo>
                  <a:lnTo>
                    <a:pt x="1229123" y="1669075"/>
                  </a:lnTo>
                  <a:lnTo>
                    <a:pt x="1230195" y="1668509"/>
                  </a:lnTo>
                  <a:lnTo>
                    <a:pt x="1231267" y="1667944"/>
                  </a:lnTo>
                  <a:lnTo>
                    <a:pt x="1232338" y="1667380"/>
                  </a:lnTo>
                  <a:lnTo>
                    <a:pt x="1233410" y="1666815"/>
                  </a:lnTo>
                  <a:lnTo>
                    <a:pt x="1234481" y="1666250"/>
                  </a:lnTo>
                  <a:lnTo>
                    <a:pt x="1235553" y="1665685"/>
                  </a:lnTo>
                  <a:lnTo>
                    <a:pt x="1236625" y="1665121"/>
                  </a:lnTo>
                  <a:lnTo>
                    <a:pt x="1237696" y="1664556"/>
                  </a:lnTo>
                  <a:lnTo>
                    <a:pt x="1238768" y="1663992"/>
                  </a:lnTo>
                  <a:lnTo>
                    <a:pt x="1239839" y="1663427"/>
                  </a:lnTo>
                  <a:lnTo>
                    <a:pt x="1240911" y="1662863"/>
                  </a:lnTo>
                  <a:lnTo>
                    <a:pt x="1241983" y="1662299"/>
                  </a:lnTo>
                  <a:lnTo>
                    <a:pt x="1243054" y="1661735"/>
                  </a:lnTo>
                  <a:lnTo>
                    <a:pt x="1244126" y="1661171"/>
                  </a:lnTo>
                  <a:lnTo>
                    <a:pt x="1245197" y="1660607"/>
                  </a:lnTo>
                  <a:lnTo>
                    <a:pt x="1246269" y="1660043"/>
                  </a:lnTo>
                  <a:lnTo>
                    <a:pt x="1247340" y="1659479"/>
                  </a:lnTo>
                  <a:lnTo>
                    <a:pt x="1248412" y="1658915"/>
                  </a:lnTo>
                  <a:lnTo>
                    <a:pt x="1249484" y="1658351"/>
                  </a:lnTo>
                  <a:lnTo>
                    <a:pt x="1250555" y="1657787"/>
                  </a:lnTo>
                  <a:lnTo>
                    <a:pt x="1251627" y="1657224"/>
                  </a:lnTo>
                  <a:lnTo>
                    <a:pt x="1252698" y="1656660"/>
                  </a:lnTo>
                  <a:lnTo>
                    <a:pt x="1253770" y="1656096"/>
                  </a:lnTo>
                  <a:lnTo>
                    <a:pt x="1254842" y="1655533"/>
                  </a:lnTo>
                  <a:lnTo>
                    <a:pt x="1255913" y="1654969"/>
                  </a:lnTo>
                  <a:lnTo>
                    <a:pt x="1256985" y="1654405"/>
                  </a:lnTo>
                  <a:lnTo>
                    <a:pt x="1258056" y="1653842"/>
                  </a:lnTo>
                  <a:lnTo>
                    <a:pt x="1259128" y="1653278"/>
                  </a:lnTo>
                  <a:lnTo>
                    <a:pt x="1260200" y="1652715"/>
                  </a:lnTo>
                  <a:lnTo>
                    <a:pt x="1261271" y="1652151"/>
                  </a:lnTo>
                  <a:lnTo>
                    <a:pt x="1262343" y="1651588"/>
                  </a:lnTo>
                  <a:lnTo>
                    <a:pt x="1263414" y="1651024"/>
                  </a:lnTo>
                  <a:lnTo>
                    <a:pt x="1264486" y="1650461"/>
                  </a:lnTo>
                  <a:lnTo>
                    <a:pt x="1265558" y="1649897"/>
                  </a:lnTo>
                  <a:lnTo>
                    <a:pt x="1266629" y="1649334"/>
                  </a:lnTo>
                  <a:lnTo>
                    <a:pt x="1267701" y="1648770"/>
                  </a:lnTo>
                  <a:lnTo>
                    <a:pt x="1268772" y="1648207"/>
                  </a:lnTo>
                  <a:lnTo>
                    <a:pt x="1269844" y="1647643"/>
                  </a:lnTo>
                  <a:lnTo>
                    <a:pt x="1270916" y="1647080"/>
                  </a:lnTo>
                  <a:lnTo>
                    <a:pt x="1271987" y="1646516"/>
                  </a:lnTo>
                  <a:lnTo>
                    <a:pt x="1273059" y="1645953"/>
                  </a:lnTo>
                  <a:lnTo>
                    <a:pt x="1274130" y="1645389"/>
                  </a:lnTo>
                  <a:lnTo>
                    <a:pt x="1275202" y="1644825"/>
                  </a:lnTo>
                  <a:lnTo>
                    <a:pt x="1276274" y="1644262"/>
                  </a:lnTo>
                  <a:lnTo>
                    <a:pt x="1277345" y="1643698"/>
                  </a:lnTo>
                  <a:lnTo>
                    <a:pt x="1278417" y="1643134"/>
                  </a:lnTo>
                  <a:lnTo>
                    <a:pt x="1279488" y="1642570"/>
                  </a:lnTo>
                  <a:lnTo>
                    <a:pt x="1280560" y="1642007"/>
                  </a:lnTo>
                  <a:lnTo>
                    <a:pt x="1281632" y="1641443"/>
                  </a:lnTo>
                  <a:lnTo>
                    <a:pt x="1282703" y="1640879"/>
                  </a:lnTo>
                  <a:lnTo>
                    <a:pt x="1283775" y="1640315"/>
                  </a:lnTo>
                  <a:lnTo>
                    <a:pt x="1284846" y="1639751"/>
                  </a:lnTo>
                  <a:lnTo>
                    <a:pt x="1285918" y="1639187"/>
                  </a:lnTo>
                  <a:lnTo>
                    <a:pt x="1286990" y="1638623"/>
                  </a:lnTo>
                  <a:lnTo>
                    <a:pt x="1288061" y="1638058"/>
                  </a:lnTo>
                  <a:lnTo>
                    <a:pt x="1289133" y="1637494"/>
                  </a:lnTo>
                  <a:lnTo>
                    <a:pt x="1290204" y="1636930"/>
                  </a:lnTo>
                  <a:lnTo>
                    <a:pt x="1291276" y="1636365"/>
                  </a:lnTo>
                  <a:lnTo>
                    <a:pt x="1292348" y="1635801"/>
                  </a:lnTo>
                  <a:lnTo>
                    <a:pt x="1293419" y="1635236"/>
                  </a:lnTo>
                  <a:lnTo>
                    <a:pt x="1294491" y="1634671"/>
                  </a:lnTo>
                  <a:lnTo>
                    <a:pt x="1295562" y="1634106"/>
                  </a:lnTo>
                  <a:lnTo>
                    <a:pt x="1296634" y="1633541"/>
                  </a:lnTo>
                  <a:lnTo>
                    <a:pt x="1297706" y="1632976"/>
                  </a:lnTo>
                  <a:lnTo>
                    <a:pt x="1298777" y="1632411"/>
                  </a:lnTo>
                  <a:lnTo>
                    <a:pt x="1299849" y="1631846"/>
                  </a:lnTo>
                  <a:lnTo>
                    <a:pt x="1300920" y="1631281"/>
                  </a:lnTo>
                  <a:lnTo>
                    <a:pt x="1301992" y="1630715"/>
                  </a:lnTo>
                  <a:lnTo>
                    <a:pt x="1303064" y="1630150"/>
                  </a:lnTo>
                  <a:lnTo>
                    <a:pt x="1304135" y="1629584"/>
                  </a:lnTo>
                  <a:lnTo>
                    <a:pt x="1305207" y="1629018"/>
                  </a:lnTo>
                  <a:lnTo>
                    <a:pt x="1306278" y="1628452"/>
                  </a:lnTo>
                  <a:lnTo>
                    <a:pt x="1307350" y="1627886"/>
                  </a:lnTo>
                  <a:lnTo>
                    <a:pt x="1308422" y="1627320"/>
                  </a:lnTo>
                  <a:lnTo>
                    <a:pt x="1309493" y="1626754"/>
                  </a:lnTo>
                  <a:lnTo>
                    <a:pt x="1310565" y="1626187"/>
                  </a:lnTo>
                  <a:lnTo>
                    <a:pt x="1311636" y="1625621"/>
                  </a:lnTo>
                  <a:lnTo>
                    <a:pt x="1312708" y="1625054"/>
                  </a:lnTo>
                  <a:lnTo>
                    <a:pt x="1313780" y="1624487"/>
                  </a:lnTo>
                  <a:lnTo>
                    <a:pt x="1314851" y="1623920"/>
                  </a:lnTo>
                  <a:lnTo>
                    <a:pt x="1315923" y="1623353"/>
                  </a:lnTo>
                  <a:lnTo>
                    <a:pt x="1316994" y="1622785"/>
                  </a:lnTo>
                  <a:lnTo>
                    <a:pt x="1318066" y="1622218"/>
                  </a:lnTo>
                  <a:lnTo>
                    <a:pt x="1319138" y="1621650"/>
                  </a:lnTo>
                  <a:lnTo>
                    <a:pt x="1320209" y="1621082"/>
                  </a:lnTo>
                  <a:lnTo>
                    <a:pt x="1321281" y="1620514"/>
                  </a:lnTo>
                  <a:lnTo>
                    <a:pt x="1322352" y="1619946"/>
                  </a:lnTo>
                  <a:lnTo>
                    <a:pt x="1323424" y="1619377"/>
                  </a:lnTo>
                  <a:lnTo>
                    <a:pt x="1324496" y="1618809"/>
                  </a:lnTo>
                  <a:lnTo>
                    <a:pt x="1325567" y="1618240"/>
                  </a:lnTo>
                  <a:lnTo>
                    <a:pt x="1326639" y="1617671"/>
                  </a:lnTo>
                  <a:lnTo>
                    <a:pt x="1327710" y="1617101"/>
                  </a:lnTo>
                  <a:lnTo>
                    <a:pt x="1328782" y="1616532"/>
                  </a:lnTo>
                  <a:lnTo>
                    <a:pt x="1329854" y="1615962"/>
                  </a:lnTo>
                  <a:lnTo>
                    <a:pt x="1330925" y="1615393"/>
                  </a:lnTo>
                  <a:lnTo>
                    <a:pt x="1331997" y="1614823"/>
                  </a:lnTo>
                  <a:lnTo>
                    <a:pt x="1333068" y="1614252"/>
                  </a:lnTo>
                  <a:lnTo>
                    <a:pt x="1334140" y="1613682"/>
                  </a:lnTo>
                  <a:lnTo>
                    <a:pt x="1335212" y="1613111"/>
                  </a:lnTo>
                  <a:lnTo>
                    <a:pt x="1336283" y="1612540"/>
                  </a:lnTo>
                  <a:lnTo>
                    <a:pt x="1337355" y="1611969"/>
                  </a:lnTo>
                  <a:lnTo>
                    <a:pt x="1338426" y="1611397"/>
                  </a:lnTo>
                  <a:lnTo>
                    <a:pt x="1339498" y="1610826"/>
                  </a:lnTo>
                  <a:lnTo>
                    <a:pt x="1340570" y="1610254"/>
                  </a:lnTo>
                  <a:lnTo>
                    <a:pt x="1341641" y="1609682"/>
                  </a:lnTo>
                  <a:lnTo>
                    <a:pt x="1342713" y="1609109"/>
                  </a:lnTo>
                  <a:lnTo>
                    <a:pt x="1343784" y="1608537"/>
                  </a:lnTo>
                  <a:lnTo>
                    <a:pt x="1344856" y="1607964"/>
                  </a:lnTo>
                  <a:lnTo>
                    <a:pt x="1345928" y="1607391"/>
                  </a:lnTo>
                  <a:lnTo>
                    <a:pt x="1346999" y="1606817"/>
                  </a:lnTo>
                  <a:lnTo>
                    <a:pt x="1348071" y="1606244"/>
                  </a:lnTo>
                  <a:lnTo>
                    <a:pt x="1349142" y="1605670"/>
                  </a:lnTo>
                  <a:lnTo>
                    <a:pt x="1350214" y="1605095"/>
                  </a:lnTo>
                  <a:lnTo>
                    <a:pt x="1351286" y="1604521"/>
                  </a:lnTo>
                  <a:lnTo>
                    <a:pt x="1352357" y="1603946"/>
                  </a:lnTo>
                  <a:lnTo>
                    <a:pt x="1353429" y="1603371"/>
                  </a:lnTo>
                  <a:lnTo>
                    <a:pt x="1354500" y="1602796"/>
                  </a:lnTo>
                  <a:lnTo>
                    <a:pt x="1355572" y="1602220"/>
                  </a:lnTo>
                  <a:lnTo>
                    <a:pt x="1356644" y="1601644"/>
                  </a:lnTo>
                  <a:lnTo>
                    <a:pt x="1357715" y="1601068"/>
                  </a:lnTo>
                  <a:lnTo>
                    <a:pt x="1358787" y="1600491"/>
                  </a:lnTo>
                  <a:lnTo>
                    <a:pt x="1359858" y="1599914"/>
                  </a:lnTo>
                  <a:lnTo>
                    <a:pt x="1360930" y="1599337"/>
                  </a:lnTo>
                  <a:lnTo>
                    <a:pt x="1362002" y="1598759"/>
                  </a:lnTo>
                  <a:lnTo>
                    <a:pt x="1363073" y="1598182"/>
                  </a:lnTo>
                  <a:lnTo>
                    <a:pt x="1364145" y="1597603"/>
                  </a:lnTo>
                  <a:lnTo>
                    <a:pt x="1365216" y="1597025"/>
                  </a:lnTo>
                  <a:lnTo>
                    <a:pt x="1366288" y="1596446"/>
                  </a:lnTo>
                  <a:lnTo>
                    <a:pt x="1367360" y="1595867"/>
                  </a:lnTo>
                  <a:lnTo>
                    <a:pt x="1368431" y="1595287"/>
                  </a:lnTo>
                  <a:lnTo>
                    <a:pt x="1369503" y="1594708"/>
                  </a:lnTo>
                  <a:lnTo>
                    <a:pt x="1370574" y="1594127"/>
                  </a:lnTo>
                  <a:lnTo>
                    <a:pt x="1371646" y="1593547"/>
                  </a:lnTo>
                  <a:lnTo>
                    <a:pt x="1372718" y="1592966"/>
                  </a:lnTo>
                  <a:lnTo>
                    <a:pt x="1373789" y="1592385"/>
                  </a:lnTo>
                  <a:lnTo>
                    <a:pt x="1374861" y="1591803"/>
                  </a:lnTo>
                  <a:lnTo>
                    <a:pt x="1375932" y="1591221"/>
                  </a:lnTo>
                  <a:lnTo>
                    <a:pt x="1377004" y="1590639"/>
                  </a:lnTo>
                  <a:lnTo>
                    <a:pt x="1378076" y="1590056"/>
                  </a:lnTo>
                  <a:lnTo>
                    <a:pt x="1379147" y="1589473"/>
                  </a:lnTo>
                  <a:lnTo>
                    <a:pt x="1380219" y="1588889"/>
                  </a:lnTo>
                  <a:lnTo>
                    <a:pt x="1381290" y="1588305"/>
                  </a:lnTo>
                  <a:lnTo>
                    <a:pt x="1382362" y="1587721"/>
                  </a:lnTo>
                  <a:lnTo>
                    <a:pt x="1383434" y="1587137"/>
                  </a:lnTo>
                  <a:lnTo>
                    <a:pt x="1384505" y="1586552"/>
                  </a:lnTo>
                  <a:lnTo>
                    <a:pt x="1385577" y="1585966"/>
                  </a:lnTo>
                  <a:lnTo>
                    <a:pt x="1386648" y="1585380"/>
                  </a:lnTo>
                  <a:lnTo>
                    <a:pt x="1387720" y="1584794"/>
                  </a:lnTo>
                  <a:lnTo>
                    <a:pt x="1388792" y="1584207"/>
                  </a:lnTo>
                  <a:lnTo>
                    <a:pt x="1389863" y="1583620"/>
                  </a:lnTo>
                  <a:lnTo>
                    <a:pt x="1390935" y="1583033"/>
                  </a:lnTo>
                  <a:lnTo>
                    <a:pt x="1392006" y="1582445"/>
                  </a:lnTo>
                  <a:lnTo>
                    <a:pt x="1393078" y="1581856"/>
                  </a:lnTo>
                  <a:lnTo>
                    <a:pt x="1394150" y="1581268"/>
                  </a:lnTo>
                  <a:lnTo>
                    <a:pt x="1395221" y="1580678"/>
                  </a:lnTo>
                  <a:lnTo>
                    <a:pt x="1396293" y="1580089"/>
                  </a:lnTo>
                  <a:lnTo>
                    <a:pt x="1397364" y="1579499"/>
                  </a:lnTo>
                  <a:lnTo>
                    <a:pt x="1398436" y="1578908"/>
                  </a:lnTo>
                  <a:lnTo>
                    <a:pt x="1399508" y="1578317"/>
                  </a:lnTo>
                  <a:lnTo>
                    <a:pt x="1400579" y="1577726"/>
                  </a:lnTo>
                  <a:lnTo>
                    <a:pt x="1401651" y="1577134"/>
                  </a:lnTo>
                  <a:lnTo>
                    <a:pt x="1402722" y="1576541"/>
                  </a:lnTo>
                  <a:lnTo>
                    <a:pt x="1403794" y="1575948"/>
                  </a:lnTo>
                  <a:lnTo>
                    <a:pt x="1404866" y="1575355"/>
                  </a:lnTo>
                  <a:lnTo>
                    <a:pt x="1405937" y="1574761"/>
                  </a:lnTo>
                  <a:lnTo>
                    <a:pt x="1407009" y="1574167"/>
                  </a:lnTo>
                  <a:lnTo>
                    <a:pt x="1408080" y="1573572"/>
                  </a:lnTo>
                  <a:lnTo>
                    <a:pt x="1409152" y="1572977"/>
                  </a:lnTo>
                  <a:lnTo>
                    <a:pt x="1410224" y="1572382"/>
                  </a:lnTo>
                  <a:lnTo>
                    <a:pt x="1411295" y="1571785"/>
                  </a:lnTo>
                  <a:lnTo>
                    <a:pt x="1412367" y="1571189"/>
                  </a:lnTo>
                  <a:lnTo>
                    <a:pt x="1413438" y="1570592"/>
                  </a:lnTo>
                  <a:lnTo>
                    <a:pt x="1414510" y="1569994"/>
                  </a:lnTo>
                  <a:lnTo>
                    <a:pt x="1415582" y="1569396"/>
                  </a:lnTo>
                  <a:lnTo>
                    <a:pt x="1416653" y="1568797"/>
                  </a:lnTo>
                  <a:lnTo>
                    <a:pt x="1417725" y="1568198"/>
                  </a:lnTo>
                  <a:lnTo>
                    <a:pt x="1418796" y="1567598"/>
                  </a:lnTo>
                  <a:lnTo>
                    <a:pt x="1419868" y="1566998"/>
                  </a:lnTo>
                  <a:lnTo>
                    <a:pt x="1420939" y="1566397"/>
                  </a:lnTo>
                  <a:lnTo>
                    <a:pt x="1422011" y="1565796"/>
                  </a:lnTo>
                  <a:lnTo>
                    <a:pt x="1423083" y="1565194"/>
                  </a:lnTo>
                  <a:lnTo>
                    <a:pt x="1424154" y="1564592"/>
                  </a:lnTo>
                  <a:lnTo>
                    <a:pt x="1425226" y="1563989"/>
                  </a:lnTo>
                  <a:lnTo>
                    <a:pt x="1426297" y="1563385"/>
                  </a:lnTo>
                  <a:lnTo>
                    <a:pt x="1427369" y="1562781"/>
                  </a:lnTo>
                  <a:lnTo>
                    <a:pt x="1428441" y="1562177"/>
                  </a:lnTo>
                  <a:lnTo>
                    <a:pt x="1429512" y="1561572"/>
                  </a:lnTo>
                  <a:lnTo>
                    <a:pt x="1430584" y="1560966"/>
                  </a:lnTo>
                  <a:lnTo>
                    <a:pt x="1431655" y="1560360"/>
                  </a:lnTo>
                  <a:lnTo>
                    <a:pt x="1432727" y="1559753"/>
                  </a:lnTo>
                  <a:lnTo>
                    <a:pt x="1433799" y="1559146"/>
                  </a:lnTo>
                  <a:lnTo>
                    <a:pt x="1434870" y="1558538"/>
                  </a:lnTo>
                  <a:lnTo>
                    <a:pt x="1435942" y="1557930"/>
                  </a:lnTo>
                  <a:lnTo>
                    <a:pt x="1437013" y="1557321"/>
                  </a:lnTo>
                  <a:lnTo>
                    <a:pt x="1438085" y="1556711"/>
                  </a:lnTo>
                  <a:lnTo>
                    <a:pt x="1439157" y="1556101"/>
                  </a:lnTo>
                  <a:lnTo>
                    <a:pt x="1440228" y="1555490"/>
                  </a:lnTo>
                  <a:lnTo>
                    <a:pt x="1441300" y="1554879"/>
                  </a:lnTo>
                  <a:lnTo>
                    <a:pt x="1442371" y="1554267"/>
                  </a:lnTo>
                  <a:lnTo>
                    <a:pt x="1443443" y="1553654"/>
                  </a:lnTo>
                  <a:lnTo>
                    <a:pt x="1444515" y="1553041"/>
                  </a:lnTo>
                  <a:lnTo>
                    <a:pt x="1445586" y="1552427"/>
                  </a:lnTo>
                  <a:lnTo>
                    <a:pt x="1446658" y="1551813"/>
                  </a:lnTo>
                  <a:lnTo>
                    <a:pt x="1447729" y="1551198"/>
                  </a:lnTo>
                  <a:lnTo>
                    <a:pt x="1448801" y="1550583"/>
                  </a:lnTo>
                  <a:lnTo>
                    <a:pt x="1449873" y="1549966"/>
                  </a:lnTo>
                  <a:lnTo>
                    <a:pt x="1450944" y="1549350"/>
                  </a:lnTo>
                  <a:lnTo>
                    <a:pt x="1452016" y="1548732"/>
                  </a:lnTo>
                  <a:lnTo>
                    <a:pt x="1453087" y="1548114"/>
                  </a:lnTo>
                  <a:lnTo>
                    <a:pt x="1454159" y="1547495"/>
                  </a:lnTo>
                  <a:lnTo>
                    <a:pt x="1455231" y="1546876"/>
                  </a:lnTo>
                  <a:lnTo>
                    <a:pt x="1456302" y="1546256"/>
                  </a:lnTo>
                  <a:lnTo>
                    <a:pt x="1457374" y="1545636"/>
                  </a:lnTo>
                  <a:lnTo>
                    <a:pt x="1458445" y="1545014"/>
                  </a:lnTo>
                  <a:lnTo>
                    <a:pt x="1459517" y="1544393"/>
                  </a:lnTo>
                  <a:lnTo>
                    <a:pt x="1460589" y="1543770"/>
                  </a:lnTo>
                  <a:lnTo>
                    <a:pt x="1461660" y="1543147"/>
                  </a:lnTo>
                  <a:lnTo>
                    <a:pt x="1462732" y="1542523"/>
                  </a:lnTo>
                  <a:lnTo>
                    <a:pt x="1463803" y="1541899"/>
                  </a:lnTo>
                  <a:lnTo>
                    <a:pt x="1464875" y="1541274"/>
                  </a:lnTo>
                  <a:lnTo>
                    <a:pt x="1465947" y="1540648"/>
                  </a:lnTo>
                  <a:lnTo>
                    <a:pt x="1467018" y="1540021"/>
                  </a:lnTo>
                  <a:lnTo>
                    <a:pt x="1468090" y="1539394"/>
                  </a:lnTo>
                  <a:lnTo>
                    <a:pt x="1469161" y="1538766"/>
                  </a:lnTo>
                  <a:lnTo>
                    <a:pt x="1470233" y="1538138"/>
                  </a:lnTo>
                  <a:lnTo>
                    <a:pt x="1471305" y="1537509"/>
                  </a:lnTo>
                  <a:lnTo>
                    <a:pt x="1472376" y="1536879"/>
                  </a:lnTo>
                  <a:lnTo>
                    <a:pt x="1473448" y="1536249"/>
                  </a:lnTo>
                  <a:lnTo>
                    <a:pt x="1474519" y="1535617"/>
                  </a:lnTo>
                  <a:lnTo>
                    <a:pt x="1475591" y="1534986"/>
                  </a:lnTo>
                  <a:lnTo>
                    <a:pt x="1476663" y="1534353"/>
                  </a:lnTo>
                  <a:lnTo>
                    <a:pt x="1477734" y="1533720"/>
                  </a:lnTo>
                  <a:lnTo>
                    <a:pt x="1478806" y="1533086"/>
                  </a:lnTo>
                  <a:lnTo>
                    <a:pt x="1479877" y="1532451"/>
                  </a:lnTo>
                  <a:lnTo>
                    <a:pt x="1480949" y="1531816"/>
                  </a:lnTo>
                  <a:lnTo>
                    <a:pt x="1482021" y="1531180"/>
                  </a:lnTo>
                  <a:lnTo>
                    <a:pt x="1483092" y="1530543"/>
                  </a:lnTo>
                  <a:lnTo>
                    <a:pt x="1484164" y="1529906"/>
                  </a:lnTo>
                  <a:lnTo>
                    <a:pt x="1485235" y="1529268"/>
                  </a:lnTo>
                  <a:lnTo>
                    <a:pt x="1486307" y="1528629"/>
                  </a:lnTo>
                  <a:lnTo>
                    <a:pt x="1487379" y="1527989"/>
                  </a:lnTo>
                  <a:lnTo>
                    <a:pt x="1488450" y="1527349"/>
                  </a:lnTo>
                  <a:lnTo>
                    <a:pt x="1489522" y="1526708"/>
                  </a:lnTo>
                  <a:lnTo>
                    <a:pt x="1490593" y="1526067"/>
                  </a:lnTo>
                  <a:lnTo>
                    <a:pt x="1491665" y="1525424"/>
                  </a:lnTo>
                  <a:lnTo>
                    <a:pt x="1492737" y="1524781"/>
                  </a:lnTo>
                  <a:lnTo>
                    <a:pt x="1493808" y="1524137"/>
                  </a:lnTo>
                  <a:lnTo>
                    <a:pt x="1494880" y="1523493"/>
                  </a:lnTo>
                  <a:lnTo>
                    <a:pt x="1495951" y="1522847"/>
                  </a:lnTo>
                  <a:lnTo>
                    <a:pt x="1497023" y="1522201"/>
                  </a:lnTo>
                  <a:lnTo>
                    <a:pt x="1498095" y="1521555"/>
                  </a:lnTo>
                  <a:lnTo>
                    <a:pt x="1499166" y="1520907"/>
                  </a:lnTo>
                  <a:lnTo>
                    <a:pt x="1500238" y="1520259"/>
                  </a:lnTo>
                  <a:lnTo>
                    <a:pt x="1501309" y="1519610"/>
                  </a:lnTo>
                  <a:lnTo>
                    <a:pt x="1502381" y="1518960"/>
                  </a:lnTo>
                  <a:lnTo>
                    <a:pt x="1503453" y="1518310"/>
                  </a:lnTo>
                  <a:lnTo>
                    <a:pt x="1504524" y="1517659"/>
                  </a:lnTo>
                  <a:lnTo>
                    <a:pt x="1505596" y="1517007"/>
                  </a:lnTo>
                  <a:lnTo>
                    <a:pt x="1506667" y="1516354"/>
                  </a:lnTo>
                  <a:lnTo>
                    <a:pt x="1507739" y="1515701"/>
                  </a:lnTo>
                  <a:lnTo>
                    <a:pt x="1508811" y="1515047"/>
                  </a:lnTo>
                  <a:lnTo>
                    <a:pt x="1509882" y="1514392"/>
                  </a:lnTo>
                  <a:lnTo>
                    <a:pt x="1510954" y="1513737"/>
                  </a:lnTo>
                  <a:lnTo>
                    <a:pt x="1512025" y="1513080"/>
                  </a:lnTo>
                  <a:lnTo>
                    <a:pt x="1513097" y="1512423"/>
                  </a:lnTo>
                  <a:lnTo>
                    <a:pt x="1514169" y="1511766"/>
                  </a:lnTo>
                  <a:lnTo>
                    <a:pt x="1515240" y="1511107"/>
                  </a:lnTo>
                  <a:lnTo>
                    <a:pt x="1516312" y="1510448"/>
                  </a:lnTo>
                  <a:lnTo>
                    <a:pt x="1517383" y="1509788"/>
                  </a:lnTo>
                  <a:lnTo>
                    <a:pt x="1518455" y="1509127"/>
                  </a:lnTo>
                  <a:lnTo>
                    <a:pt x="1519527" y="1508466"/>
                  </a:lnTo>
                  <a:lnTo>
                    <a:pt x="1520598" y="1507803"/>
                  </a:lnTo>
                  <a:lnTo>
                    <a:pt x="1521670" y="1507140"/>
                  </a:lnTo>
                  <a:lnTo>
                    <a:pt x="1522741" y="1506477"/>
                  </a:lnTo>
                  <a:lnTo>
                    <a:pt x="1523813" y="1505812"/>
                  </a:lnTo>
                  <a:lnTo>
                    <a:pt x="1524885" y="1505147"/>
                  </a:lnTo>
                  <a:lnTo>
                    <a:pt x="1525956" y="1504481"/>
                  </a:lnTo>
                  <a:lnTo>
                    <a:pt x="1527028" y="1503814"/>
                  </a:lnTo>
                  <a:lnTo>
                    <a:pt x="1528099" y="1503147"/>
                  </a:lnTo>
                  <a:lnTo>
                    <a:pt x="1529171" y="1502479"/>
                  </a:lnTo>
                  <a:lnTo>
                    <a:pt x="1530243" y="1501810"/>
                  </a:lnTo>
                  <a:lnTo>
                    <a:pt x="1531314" y="1501140"/>
                  </a:lnTo>
                  <a:lnTo>
                    <a:pt x="1532386" y="1500470"/>
                  </a:lnTo>
                  <a:lnTo>
                    <a:pt x="1533457" y="1499799"/>
                  </a:lnTo>
                  <a:lnTo>
                    <a:pt x="1534529" y="1499127"/>
                  </a:lnTo>
                  <a:lnTo>
                    <a:pt x="1535601" y="1498455"/>
                  </a:lnTo>
                  <a:lnTo>
                    <a:pt x="1536672" y="1497781"/>
                  </a:lnTo>
                  <a:lnTo>
                    <a:pt x="1537744" y="1497107"/>
                  </a:lnTo>
                  <a:lnTo>
                    <a:pt x="1538815" y="1496432"/>
                  </a:lnTo>
                  <a:lnTo>
                    <a:pt x="1539887" y="1495757"/>
                  </a:lnTo>
                  <a:lnTo>
                    <a:pt x="1540959" y="1495081"/>
                  </a:lnTo>
                  <a:lnTo>
                    <a:pt x="1542030" y="1494404"/>
                  </a:lnTo>
                  <a:lnTo>
                    <a:pt x="1543102" y="1493557"/>
                  </a:lnTo>
                  <a:lnTo>
                    <a:pt x="1544173" y="1492619"/>
                  </a:lnTo>
                  <a:lnTo>
                    <a:pt x="1545245" y="1491681"/>
                  </a:lnTo>
                  <a:lnTo>
                    <a:pt x="1546317" y="1490743"/>
                  </a:lnTo>
                  <a:lnTo>
                    <a:pt x="1547388" y="1489806"/>
                  </a:lnTo>
                  <a:lnTo>
                    <a:pt x="1548460" y="1488868"/>
                  </a:lnTo>
                  <a:lnTo>
                    <a:pt x="1549531" y="1487931"/>
                  </a:lnTo>
                  <a:lnTo>
                    <a:pt x="1550603" y="1486994"/>
                  </a:lnTo>
                  <a:lnTo>
                    <a:pt x="1551675" y="1486057"/>
                  </a:lnTo>
                  <a:lnTo>
                    <a:pt x="1552746" y="1485121"/>
                  </a:lnTo>
                  <a:lnTo>
                    <a:pt x="1553818" y="1484184"/>
                  </a:lnTo>
                  <a:lnTo>
                    <a:pt x="1554889" y="1483248"/>
                  </a:lnTo>
                  <a:lnTo>
                    <a:pt x="1555961" y="1482311"/>
                  </a:lnTo>
                  <a:lnTo>
                    <a:pt x="1557033" y="1481375"/>
                  </a:lnTo>
                  <a:lnTo>
                    <a:pt x="1558104" y="1480439"/>
                  </a:lnTo>
                  <a:lnTo>
                    <a:pt x="1559176" y="1479503"/>
                  </a:lnTo>
                  <a:lnTo>
                    <a:pt x="1560247" y="1478568"/>
                  </a:lnTo>
                  <a:lnTo>
                    <a:pt x="1561319" y="1477632"/>
                  </a:lnTo>
                  <a:lnTo>
                    <a:pt x="1562391" y="1476697"/>
                  </a:lnTo>
                  <a:lnTo>
                    <a:pt x="1563462" y="1475761"/>
                  </a:lnTo>
                  <a:lnTo>
                    <a:pt x="1564534" y="1474826"/>
                  </a:lnTo>
                  <a:lnTo>
                    <a:pt x="1565605" y="1473891"/>
                  </a:lnTo>
                  <a:lnTo>
                    <a:pt x="1566677" y="1472955"/>
                  </a:lnTo>
                  <a:lnTo>
                    <a:pt x="1567749" y="1472020"/>
                  </a:lnTo>
                  <a:lnTo>
                    <a:pt x="1568820" y="1471085"/>
                  </a:lnTo>
                  <a:lnTo>
                    <a:pt x="1569892" y="1470150"/>
                  </a:lnTo>
                  <a:lnTo>
                    <a:pt x="1570963" y="1469216"/>
                  </a:lnTo>
                  <a:lnTo>
                    <a:pt x="1572035" y="1468281"/>
                  </a:lnTo>
                  <a:lnTo>
                    <a:pt x="1573107" y="1467346"/>
                  </a:lnTo>
                  <a:lnTo>
                    <a:pt x="1574178" y="1466411"/>
                  </a:lnTo>
                  <a:lnTo>
                    <a:pt x="1575250" y="1465476"/>
                  </a:lnTo>
                  <a:lnTo>
                    <a:pt x="1576321" y="1464542"/>
                  </a:lnTo>
                  <a:lnTo>
                    <a:pt x="1577393" y="1463607"/>
                  </a:lnTo>
                  <a:lnTo>
                    <a:pt x="1578465" y="1462673"/>
                  </a:lnTo>
                  <a:lnTo>
                    <a:pt x="1579536" y="1461738"/>
                  </a:lnTo>
                  <a:lnTo>
                    <a:pt x="1580608" y="1460803"/>
                  </a:lnTo>
                  <a:lnTo>
                    <a:pt x="1581679" y="1459869"/>
                  </a:lnTo>
                  <a:lnTo>
                    <a:pt x="1582751" y="1458934"/>
                  </a:lnTo>
                  <a:lnTo>
                    <a:pt x="1583823" y="1457999"/>
                  </a:lnTo>
                  <a:lnTo>
                    <a:pt x="1584894" y="1457065"/>
                  </a:lnTo>
                  <a:lnTo>
                    <a:pt x="1585966" y="1456130"/>
                  </a:lnTo>
                  <a:lnTo>
                    <a:pt x="1587037" y="1455195"/>
                  </a:lnTo>
                  <a:lnTo>
                    <a:pt x="1588109" y="1454261"/>
                  </a:lnTo>
                  <a:lnTo>
                    <a:pt x="1589181" y="1453326"/>
                  </a:lnTo>
                  <a:lnTo>
                    <a:pt x="1590252" y="1452391"/>
                  </a:lnTo>
                  <a:lnTo>
                    <a:pt x="1591324" y="1451456"/>
                  </a:lnTo>
                  <a:lnTo>
                    <a:pt x="1592395" y="1450521"/>
                  </a:lnTo>
                  <a:lnTo>
                    <a:pt x="1593467" y="1449586"/>
                  </a:lnTo>
                  <a:lnTo>
                    <a:pt x="1594539" y="1448651"/>
                  </a:lnTo>
                  <a:lnTo>
                    <a:pt x="1595610" y="1447716"/>
                  </a:lnTo>
                  <a:lnTo>
                    <a:pt x="1596682" y="1446781"/>
                  </a:lnTo>
                  <a:lnTo>
                    <a:pt x="1597753" y="1445845"/>
                  </a:lnTo>
                  <a:lnTo>
                    <a:pt x="1598825" y="1444910"/>
                  </a:lnTo>
                  <a:lnTo>
                    <a:pt x="1599896" y="1443974"/>
                  </a:lnTo>
                  <a:lnTo>
                    <a:pt x="1600968" y="1443039"/>
                  </a:lnTo>
                  <a:lnTo>
                    <a:pt x="1602040" y="1442103"/>
                  </a:lnTo>
                  <a:lnTo>
                    <a:pt x="1603111" y="1441167"/>
                  </a:lnTo>
                  <a:lnTo>
                    <a:pt x="1604183" y="1440231"/>
                  </a:lnTo>
                  <a:lnTo>
                    <a:pt x="1605254" y="1439295"/>
                  </a:lnTo>
                  <a:lnTo>
                    <a:pt x="1606326" y="1438358"/>
                  </a:lnTo>
                  <a:lnTo>
                    <a:pt x="1607398" y="1437422"/>
                  </a:lnTo>
                  <a:lnTo>
                    <a:pt x="1608469" y="1436485"/>
                  </a:lnTo>
                  <a:lnTo>
                    <a:pt x="1609541" y="1435548"/>
                  </a:lnTo>
                  <a:lnTo>
                    <a:pt x="1610612" y="1434611"/>
                  </a:lnTo>
                  <a:lnTo>
                    <a:pt x="1611684" y="1433674"/>
                  </a:lnTo>
                  <a:lnTo>
                    <a:pt x="1612756" y="1432737"/>
                  </a:lnTo>
                  <a:lnTo>
                    <a:pt x="1613827" y="1431799"/>
                  </a:lnTo>
                  <a:lnTo>
                    <a:pt x="1614899" y="1430862"/>
                  </a:lnTo>
                  <a:lnTo>
                    <a:pt x="1615970" y="1429924"/>
                  </a:lnTo>
                  <a:lnTo>
                    <a:pt x="1617042" y="1428986"/>
                  </a:lnTo>
                  <a:lnTo>
                    <a:pt x="1618114" y="1428047"/>
                  </a:lnTo>
                  <a:lnTo>
                    <a:pt x="1619185" y="1427109"/>
                  </a:lnTo>
                  <a:lnTo>
                    <a:pt x="1620257" y="1426170"/>
                  </a:lnTo>
                  <a:lnTo>
                    <a:pt x="1621328" y="1425231"/>
                  </a:lnTo>
                  <a:lnTo>
                    <a:pt x="1622400" y="1424292"/>
                  </a:lnTo>
                  <a:lnTo>
                    <a:pt x="1623472" y="1423353"/>
                  </a:lnTo>
                  <a:lnTo>
                    <a:pt x="1624543" y="1422413"/>
                  </a:lnTo>
                  <a:lnTo>
                    <a:pt x="1625615" y="1421473"/>
                  </a:lnTo>
                  <a:lnTo>
                    <a:pt x="1626686" y="1420533"/>
                  </a:lnTo>
                  <a:lnTo>
                    <a:pt x="1627758" y="1419592"/>
                  </a:lnTo>
                  <a:lnTo>
                    <a:pt x="1628830" y="1418652"/>
                  </a:lnTo>
                  <a:lnTo>
                    <a:pt x="1629901" y="1417711"/>
                  </a:lnTo>
                  <a:lnTo>
                    <a:pt x="1630973" y="1416770"/>
                  </a:lnTo>
                  <a:lnTo>
                    <a:pt x="1632044" y="1415828"/>
                  </a:lnTo>
                  <a:lnTo>
                    <a:pt x="1633116" y="1414886"/>
                  </a:lnTo>
                  <a:lnTo>
                    <a:pt x="1634188" y="1413944"/>
                  </a:lnTo>
                  <a:lnTo>
                    <a:pt x="1635259" y="1413002"/>
                  </a:lnTo>
                  <a:lnTo>
                    <a:pt x="1636331" y="1412059"/>
                  </a:lnTo>
                  <a:lnTo>
                    <a:pt x="1637402" y="1411116"/>
                  </a:lnTo>
                  <a:lnTo>
                    <a:pt x="1638474" y="1410172"/>
                  </a:lnTo>
                  <a:lnTo>
                    <a:pt x="1639546" y="1409229"/>
                  </a:lnTo>
                  <a:lnTo>
                    <a:pt x="1640617" y="1408285"/>
                  </a:lnTo>
                  <a:lnTo>
                    <a:pt x="1641689" y="1407340"/>
                  </a:lnTo>
                  <a:lnTo>
                    <a:pt x="1642760" y="1406396"/>
                  </a:lnTo>
                  <a:lnTo>
                    <a:pt x="1643832" y="1405451"/>
                  </a:lnTo>
                  <a:lnTo>
                    <a:pt x="1644904" y="1404505"/>
                  </a:lnTo>
                  <a:lnTo>
                    <a:pt x="1645975" y="1403560"/>
                  </a:lnTo>
                  <a:lnTo>
                    <a:pt x="1647047" y="1402614"/>
                  </a:lnTo>
                  <a:lnTo>
                    <a:pt x="1648118" y="1401667"/>
                  </a:lnTo>
                  <a:lnTo>
                    <a:pt x="1649190" y="1400720"/>
                  </a:lnTo>
                  <a:lnTo>
                    <a:pt x="1650262" y="1399773"/>
                  </a:lnTo>
                  <a:lnTo>
                    <a:pt x="1651333" y="1398826"/>
                  </a:lnTo>
                  <a:lnTo>
                    <a:pt x="1652405" y="1397878"/>
                  </a:lnTo>
                  <a:lnTo>
                    <a:pt x="1653476" y="1396929"/>
                  </a:lnTo>
                  <a:lnTo>
                    <a:pt x="1654548" y="1395981"/>
                  </a:lnTo>
                  <a:lnTo>
                    <a:pt x="1655620" y="1395031"/>
                  </a:lnTo>
                  <a:lnTo>
                    <a:pt x="1656691" y="1394082"/>
                  </a:lnTo>
                  <a:lnTo>
                    <a:pt x="1657763" y="1393132"/>
                  </a:lnTo>
                  <a:lnTo>
                    <a:pt x="1658834" y="1392182"/>
                  </a:lnTo>
                  <a:lnTo>
                    <a:pt x="1659906" y="1391231"/>
                  </a:lnTo>
                  <a:lnTo>
                    <a:pt x="1660978" y="1390280"/>
                  </a:lnTo>
                  <a:lnTo>
                    <a:pt x="1662049" y="1389328"/>
                  </a:lnTo>
                  <a:lnTo>
                    <a:pt x="1663121" y="1388376"/>
                  </a:lnTo>
                  <a:lnTo>
                    <a:pt x="1664192" y="1387424"/>
                  </a:lnTo>
                  <a:lnTo>
                    <a:pt x="1665264" y="1386471"/>
                  </a:lnTo>
                  <a:lnTo>
                    <a:pt x="1666336" y="1385517"/>
                  </a:lnTo>
                  <a:lnTo>
                    <a:pt x="1667407" y="1384564"/>
                  </a:lnTo>
                  <a:lnTo>
                    <a:pt x="1668479" y="1383609"/>
                  </a:lnTo>
                  <a:lnTo>
                    <a:pt x="1669550" y="1382655"/>
                  </a:lnTo>
                  <a:lnTo>
                    <a:pt x="1670622" y="1381700"/>
                  </a:lnTo>
                  <a:lnTo>
                    <a:pt x="1671694" y="1380744"/>
                  </a:lnTo>
                  <a:lnTo>
                    <a:pt x="1672765" y="1379788"/>
                  </a:lnTo>
                  <a:lnTo>
                    <a:pt x="1673837" y="1378831"/>
                  </a:lnTo>
                  <a:lnTo>
                    <a:pt x="1674908" y="1377874"/>
                  </a:lnTo>
                  <a:lnTo>
                    <a:pt x="1675980" y="1376917"/>
                  </a:lnTo>
                  <a:lnTo>
                    <a:pt x="1677052" y="1375959"/>
                  </a:lnTo>
                  <a:lnTo>
                    <a:pt x="1678123" y="1375001"/>
                  </a:lnTo>
                  <a:lnTo>
                    <a:pt x="1679195" y="1374042"/>
                  </a:lnTo>
                  <a:lnTo>
                    <a:pt x="1680266" y="1373082"/>
                  </a:lnTo>
                  <a:lnTo>
                    <a:pt x="1681338" y="1372122"/>
                  </a:lnTo>
                  <a:lnTo>
                    <a:pt x="1682410" y="1371162"/>
                  </a:lnTo>
                  <a:lnTo>
                    <a:pt x="1683481" y="1370201"/>
                  </a:lnTo>
                  <a:lnTo>
                    <a:pt x="1684553" y="1369240"/>
                  </a:lnTo>
                  <a:lnTo>
                    <a:pt x="1685624" y="1368278"/>
                  </a:lnTo>
                  <a:lnTo>
                    <a:pt x="1686696" y="1367316"/>
                  </a:lnTo>
                  <a:lnTo>
                    <a:pt x="1687768" y="1366353"/>
                  </a:lnTo>
                  <a:lnTo>
                    <a:pt x="1688839" y="1365389"/>
                  </a:lnTo>
                  <a:lnTo>
                    <a:pt x="1689911" y="1364425"/>
                  </a:lnTo>
                  <a:lnTo>
                    <a:pt x="1690982" y="1363461"/>
                  </a:lnTo>
                  <a:lnTo>
                    <a:pt x="1692054" y="1362496"/>
                  </a:lnTo>
                  <a:lnTo>
                    <a:pt x="1693126" y="1361530"/>
                  </a:lnTo>
                  <a:lnTo>
                    <a:pt x="1694197" y="1360564"/>
                  </a:lnTo>
                  <a:lnTo>
                    <a:pt x="1695269" y="1359598"/>
                  </a:lnTo>
                  <a:lnTo>
                    <a:pt x="1696340" y="1358631"/>
                  </a:lnTo>
                  <a:lnTo>
                    <a:pt x="1697412" y="1357663"/>
                  </a:lnTo>
                  <a:lnTo>
                    <a:pt x="1698484" y="1356695"/>
                  </a:lnTo>
                  <a:lnTo>
                    <a:pt x="1699555" y="1355727"/>
                  </a:lnTo>
                  <a:lnTo>
                    <a:pt x="1700627" y="1354757"/>
                  </a:lnTo>
                  <a:lnTo>
                    <a:pt x="1701698" y="1353788"/>
                  </a:lnTo>
                  <a:lnTo>
                    <a:pt x="1702770" y="1352817"/>
                  </a:lnTo>
                  <a:lnTo>
                    <a:pt x="1703842" y="1351847"/>
                  </a:lnTo>
                  <a:lnTo>
                    <a:pt x="1704913" y="1350875"/>
                  </a:lnTo>
                  <a:lnTo>
                    <a:pt x="1705985" y="1349903"/>
                  </a:lnTo>
                  <a:lnTo>
                    <a:pt x="1707056" y="1348931"/>
                  </a:lnTo>
                  <a:lnTo>
                    <a:pt x="1708128" y="1347958"/>
                  </a:lnTo>
                  <a:lnTo>
                    <a:pt x="1709200" y="1346984"/>
                  </a:lnTo>
                  <a:lnTo>
                    <a:pt x="1710271" y="1346010"/>
                  </a:lnTo>
                  <a:lnTo>
                    <a:pt x="1711343" y="1345036"/>
                  </a:lnTo>
                  <a:lnTo>
                    <a:pt x="1712414" y="1344060"/>
                  </a:lnTo>
                  <a:lnTo>
                    <a:pt x="1713486" y="1343085"/>
                  </a:lnTo>
                  <a:lnTo>
                    <a:pt x="1714558" y="1342108"/>
                  </a:lnTo>
                  <a:lnTo>
                    <a:pt x="1715629" y="1341131"/>
                  </a:lnTo>
                  <a:lnTo>
                    <a:pt x="1716701" y="1340154"/>
                  </a:lnTo>
                  <a:lnTo>
                    <a:pt x="1717772" y="1339176"/>
                  </a:lnTo>
                  <a:lnTo>
                    <a:pt x="1718844" y="1338197"/>
                  </a:lnTo>
                  <a:lnTo>
                    <a:pt x="1719916" y="1337218"/>
                  </a:lnTo>
                  <a:lnTo>
                    <a:pt x="1720987" y="1336239"/>
                  </a:lnTo>
                  <a:lnTo>
                    <a:pt x="1722059" y="1335258"/>
                  </a:lnTo>
                  <a:lnTo>
                    <a:pt x="1723130" y="1334277"/>
                  </a:lnTo>
                  <a:lnTo>
                    <a:pt x="1724202" y="1333296"/>
                  </a:lnTo>
                  <a:lnTo>
                    <a:pt x="1725274" y="1332314"/>
                  </a:lnTo>
                  <a:lnTo>
                    <a:pt x="1726345" y="1331332"/>
                  </a:lnTo>
                  <a:lnTo>
                    <a:pt x="1727417" y="1330349"/>
                  </a:lnTo>
                  <a:lnTo>
                    <a:pt x="1728488" y="1329365"/>
                  </a:lnTo>
                  <a:lnTo>
                    <a:pt x="1729560" y="1328381"/>
                  </a:lnTo>
                  <a:lnTo>
                    <a:pt x="1730632" y="1327396"/>
                  </a:lnTo>
                  <a:lnTo>
                    <a:pt x="1731703" y="1326411"/>
                  </a:lnTo>
                  <a:lnTo>
                    <a:pt x="1732775" y="1325425"/>
                  </a:lnTo>
                  <a:lnTo>
                    <a:pt x="1733846" y="1324438"/>
                  </a:lnTo>
                  <a:lnTo>
                    <a:pt x="1734918" y="1323451"/>
                  </a:lnTo>
                  <a:lnTo>
                    <a:pt x="1735990" y="1322463"/>
                  </a:lnTo>
                  <a:lnTo>
                    <a:pt x="1737061" y="1321475"/>
                  </a:lnTo>
                  <a:lnTo>
                    <a:pt x="1738133" y="1320487"/>
                  </a:lnTo>
                  <a:lnTo>
                    <a:pt x="1739204" y="1319497"/>
                  </a:lnTo>
                  <a:lnTo>
                    <a:pt x="1740276" y="1318507"/>
                  </a:lnTo>
                  <a:lnTo>
                    <a:pt x="1741348" y="1317517"/>
                  </a:lnTo>
                  <a:lnTo>
                    <a:pt x="1742419" y="1316526"/>
                  </a:lnTo>
                  <a:lnTo>
                    <a:pt x="1743491" y="1315534"/>
                  </a:lnTo>
                  <a:lnTo>
                    <a:pt x="1744562" y="1314542"/>
                  </a:lnTo>
                  <a:lnTo>
                    <a:pt x="1745634" y="1313549"/>
                  </a:lnTo>
                  <a:lnTo>
                    <a:pt x="1746706" y="1312556"/>
                  </a:lnTo>
                  <a:lnTo>
                    <a:pt x="1747777" y="1311562"/>
                  </a:lnTo>
                  <a:lnTo>
                    <a:pt x="1748849" y="1310568"/>
                  </a:lnTo>
                  <a:lnTo>
                    <a:pt x="1749920" y="1309573"/>
                  </a:lnTo>
                  <a:lnTo>
                    <a:pt x="1750992" y="1308577"/>
                  </a:lnTo>
                  <a:lnTo>
                    <a:pt x="1752064" y="1307581"/>
                  </a:lnTo>
                  <a:lnTo>
                    <a:pt x="1753135" y="1306585"/>
                  </a:lnTo>
                  <a:lnTo>
                    <a:pt x="1754207" y="1305588"/>
                  </a:lnTo>
                  <a:lnTo>
                    <a:pt x="1755278" y="1304590"/>
                  </a:lnTo>
                  <a:lnTo>
                    <a:pt x="1756350" y="1303592"/>
                  </a:lnTo>
                  <a:lnTo>
                    <a:pt x="1757422" y="1302593"/>
                  </a:lnTo>
                  <a:lnTo>
                    <a:pt x="1758493" y="1301593"/>
                  </a:lnTo>
                  <a:lnTo>
                    <a:pt x="1759565" y="1300593"/>
                  </a:lnTo>
                  <a:lnTo>
                    <a:pt x="1760636" y="1299593"/>
                  </a:lnTo>
                  <a:lnTo>
                    <a:pt x="1761708" y="1298592"/>
                  </a:lnTo>
                  <a:lnTo>
                    <a:pt x="1762780" y="1297590"/>
                  </a:lnTo>
                  <a:lnTo>
                    <a:pt x="1763851" y="1296588"/>
                  </a:lnTo>
                  <a:lnTo>
                    <a:pt x="1764923" y="1295585"/>
                  </a:lnTo>
                  <a:lnTo>
                    <a:pt x="1765994" y="1294582"/>
                  </a:lnTo>
                  <a:lnTo>
                    <a:pt x="1767066" y="1293578"/>
                  </a:lnTo>
                  <a:lnTo>
                    <a:pt x="1768138" y="1292574"/>
                  </a:lnTo>
                  <a:lnTo>
                    <a:pt x="1769209" y="1291569"/>
                  </a:lnTo>
                  <a:lnTo>
                    <a:pt x="1770281" y="1290564"/>
                  </a:lnTo>
                  <a:lnTo>
                    <a:pt x="1771352" y="1289558"/>
                  </a:lnTo>
                  <a:lnTo>
                    <a:pt x="1772424" y="1288552"/>
                  </a:lnTo>
                  <a:lnTo>
                    <a:pt x="1773496" y="1287545"/>
                  </a:lnTo>
                  <a:lnTo>
                    <a:pt x="1774567" y="1286537"/>
                  </a:lnTo>
                  <a:lnTo>
                    <a:pt x="1775639" y="1285529"/>
                  </a:lnTo>
                  <a:lnTo>
                    <a:pt x="1776710" y="1284521"/>
                  </a:lnTo>
                  <a:lnTo>
                    <a:pt x="1777782" y="1283512"/>
                  </a:lnTo>
                  <a:lnTo>
                    <a:pt x="1778853" y="1282502"/>
                  </a:lnTo>
                  <a:lnTo>
                    <a:pt x="1779925" y="1281492"/>
                  </a:lnTo>
                  <a:lnTo>
                    <a:pt x="1780997" y="1280482"/>
                  </a:lnTo>
                  <a:lnTo>
                    <a:pt x="1782068" y="1279470"/>
                  </a:lnTo>
                  <a:lnTo>
                    <a:pt x="1783140" y="1278459"/>
                  </a:lnTo>
                  <a:lnTo>
                    <a:pt x="1784211" y="1277447"/>
                  </a:lnTo>
                  <a:lnTo>
                    <a:pt x="1785283" y="1276434"/>
                  </a:lnTo>
                  <a:lnTo>
                    <a:pt x="1786355" y="1275421"/>
                  </a:lnTo>
                  <a:lnTo>
                    <a:pt x="1787426" y="1274408"/>
                  </a:lnTo>
                  <a:lnTo>
                    <a:pt x="1788498" y="1273394"/>
                  </a:lnTo>
                  <a:lnTo>
                    <a:pt x="1789569" y="1272379"/>
                  </a:lnTo>
                  <a:lnTo>
                    <a:pt x="1790641" y="1271364"/>
                  </a:lnTo>
                  <a:lnTo>
                    <a:pt x="1791713" y="1270348"/>
                  </a:lnTo>
                  <a:lnTo>
                    <a:pt x="1792784" y="1269332"/>
                  </a:lnTo>
                  <a:lnTo>
                    <a:pt x="1793856" y="1268316"/>
                  </a:lnTo>
                  <a:lnTo>
                    <a:pt x="1794927" y="1267299"/>
                  </a:lnTo>
                  <a:lnTo>
                    <a:pt x="1795999" y="1266281"/>
                  </a:lnTo>
                  <a:lnTo>
                    <a:pt x="1797071" y="1265264"/>
                  </a:lnTo>
                  <a:lnTo>
                    <a:pt x="1798142" y="1264245"/>
                  </a:lnTo>
                  <a:lnTo>
                    <a:pt x="1799214" y="1263226"/>
                  </a:lnTo>
                  <a:lnTo>
                    <a:pt x="1800285" y="1262207"/>
                  </a:lnTo>
                  <a:lnTo>
                    <a:pt x="1801357" y="1261187"/>
                  </a:lnTo>
                  <a:lnTo>
                    <a:pt x="1802429" y="1260167"/>
                  </a:lnTo>
                  <a:lnTo>
                    <a:pt x="1803500" y="1259146"/>
                  </a:lnTo>
                  <a:lnTo>
                    <a:pt x="1804572" y="1258125"/>
                  </a:lnTo>
                  <a:lnTo>
                    <a:pt x="1805643" y="1257104"/>
                  </a:lnTo>
                  <a:lnTo>
                    <a:pt x="1806715" y="1256082"/>
                  </a:lnTo>
                  <a:lnTo>
                    <a:pt x="1807787" y="1255059"/>
                  </a:lnTo>
                  <a:lnTo>
                    <a:pt x="1808858" y="1254037"/>
                  </a:lnTo>
                  <a:lnTo>
                    <a:pt x="1809930" y="1253013"/>
                  </a:lnTo>
                  <a:lnTo>
                    <a:pt x="1811001" y="1251990"/>
                  </a:lnTo>
                  <a:lnTo>
                    <a:pt x="1812073" y="1250965"/>
                  </a:lnTo>
                  <a:lnTo>
                    <a:pt x="1813145" y="1249941"/>
                  </a:lnTo>
                  <a:lnTo>
                    <a:pt x="1814216" y="1248916"/>
                  </a:lnTo>
                  <a:lnTo>
                    <a:pt x="1815288" y="1247891"/>
                  </a:lnTo>
                  <a:lnTo>
                    <a:pt x="1816359" y="1246865"/>
                  </a:lnTo>
                  <a:lnTo>
                    <a:pt x="1817431" y="1245839"/>
                  </a:lnTo>
                  <a:lnTo>
                    <a:pt x="1818503" y="1244812"/>
                  </a:lnTo>
                  <a:lnTo>
                    <a:pt x="1819574" y="1243785"/>
                  </a:lnTo>
                  <a:lnTo>
                    <a:pt x="1820646" y="1242758"/>
                  </a:lnTo>
                  <a:lnTo>
                    <a:pt x="1821717" y="1241730"/>
                  </a:lnTo>
                  <a:lnTo>
                    <a:pt x="1822789" y="1240702"/>
                  </a:lnTo>
                  <a:lnTo>
                    <a:pt x="1823861" y="1239673"/>
                  </a:lnTo>
                  <a:lnTo>
                    <a:pt x="1824932" y="1238644"/>
                  </a:lnTo>
                  <a:lnTo>
                    <a:pt x="1826004" y="1237615"/>
                  </a:lnTo>
                  <a:lnTo>
                    <a:pt x="1827075" y="1236586"/>
                  </a:lnTo>
                  <a:lnTo>
                    <a:pt x="1828147" y="1235556"/>
                  </a:lnTo>
                  <a:lnTo>
                    <a:pt x="1829219" y="1234525"/>
                  </a:lnTo>
                  <a:lnTo>
                    <a:pt x="1830290" y="1233495"/>
                  </a:lnTo>
                  <a:lnTo>
                    <a:pt x="1831362" y="1232464"/>
                  </a:lnTo>
                  <a:lnTo>
                    <a:pt x="1832433" y="1231432"/>
                  </a:lnTo>
                  <a:lnTo>
                    <a:pt x="1833505" y="1230400"/>
                  </a:lnTo>
                  <a:lnTo>
                    <a:pt x="1834577" y="1229368"/>
                  </a:lnTo>
                  <a:lnTo>
                    <a:pt x="1835648" y="1228336"/>
                  </a:lnTo>
                  <a:lnTo>
                    <a:pt x="1836720" y="1227303"/>
                  </a:lnTo>
                  <a:lnTo>
                    <a:pt x="1837791" y="1226270"/>
                  </a:lnTo>
                  <a:lnTo>
                    <a:pt x="1838863" y="1225237"/>
                  </a:lnTo>
                  <a:lnTo>
                    <a:pt x="1839935" y="1224203"/>
                  </a:lnTo>
                  <a:lnTo>
                    <a:pt x="1841006" y="1223169"/>
                  </a:lnTo>
                  <a:lnTo>
                    <a:pt x="1842078" y="1222135"/>
                  </a:lnTo>
                  <a:lnTo>
                    <a:pt x="1843149" y="1221100"/>
                  </a:lnTo>
                  <a:lnTo>
                    <a:pt x="1844221" y="1220066"/>
                  </a:lnTo>
                  <a:lnTo>
                    <a:pt x="1845293" y="1219030"/>
                  </a:lnTo>
                  <a:lnTo>
                    <a:pt x="1846364" y="1217995"/>
                  </a:lnTo>
                  <a:lnTo>
                    <a:pt x="1847436" y="1216959"/>
                  </a:lnTo>
                  <a:lnTo>
                    <a:pt x="1848507" y="1215923"/>
                  </a:lnTo>
                  <a:lnTo>
                    <a:pt x="1849579" y="1214887"/>
                  </a:lnTo>
                  <a:lnTo>
                    <a:pt x="1850651" y="1213850"/>
                  </a:lnTo>
                  <a:lnTo>
                    <a:pt x="1851722" y="1212814"/>
                  </a:lnTo>
                  <a:lnTo>
                    <a:pt x="1852794" y="1211777"/>
                  </a:lnTo>
                  <a:lnTo>
                    <a:pt x="1853865" y="1210739"/>
                  </a:lnTo>
                  <a:lnTo>
                    <a:pt x="1854937" y="1209702"/>
                  </a:lnTo>
                  <a:lnTo>
                    <a:pt x="1856009" y="1208664"/>
                  </a:lnTo>
                  <a:lnTo>
                    <a:pt x="1857080" y="1207626"/>
                  </a:lnTo>
                  <a:lnTo>
                    <a:pt x="1858152" y="1206588"/>
                  </a:lnTo>
                  <a:lnTo>
                    <a:pt x="1859223" y="1205549"/>
                  </a:lnTo>
                  <a:lnTo>
                    <a:pt x="1860295" y="1204511"/>
                  </a:lnTo>
                  <a:lnTo>
                    <a:pt x="1861367" y="1203472"/>
                  </a:lnTo>
                  <a:lnTo>
                    <a:pt x="1862438" y="1202433"/>
                  </a:lnTo>
                  <a:lnTo>
                    <a:pt x="1863510" y="1201393"/>
                  </a:lnTo>
                  <a:lnTo>
                    <a:pt x="1864581" y="1200354"/>
                  </a:lnTo>
                  <a:lnTo>
                    <a:pt x="1865653" y="1199314"/>
                  </a:lnTo>
                  <a:lnTo>
                    <a:pt x="1866725" y="1198274"/>
                  </a:lnTo>
                  <a:lnTo>
                    <a:pt x="1867796" y="1197234"/>
                  </a:lnTo>
                  <a:lnTo>
                    <a:pt x="1868868" y="1196194"/>
                  </a:lnTo>
                  <a:lnTo>
                    <a:pt x="1869939" y="1195154"/>
                  </a:lnTo>
                  <a:lnTo>
                    <a:pt x="1871011" y="1194113"/>
                  </a:lnTo>
                  <a:lnTo>
                    <a:pt x="1872083" y="1193072"/>
                  </a:lnTo>
                  <a:lnTo>
                    <a:pt x="1873154" y="1192031"/>
                  </a:lnTo>
                  <a:lnTo>
                    <a:pt x="1874226" y="1190990"/>
                  </a:lnTo>
                  <a:lnTo>
                    <a:pt x="1875297" y="1189949"/>
                  </a:lnTo>
                  <a:lnTo>
                    <a:pt x="1876369" y="1188908"/>
                  </a:lnTo>
                  <a:lnTo>
                    <a:pt x="1877441" y="1187866"/>
                  </a:lnTo>
                  <a:lnTo>
                    <a:pt x="1878512" y="1186825"/>
                  </a:lnTo>
                  <a:lnTo>
                    <a:pt x="1879584" y="1185783"/>
                  </a:lnTo>
                  <a:lnTo>
                    <a:pt x="1880655" y="1184741"/>
                  </a:lnTo>
                  <a:lnTo>
                    <a:pt x="1881727" y="1183699"/>
                  </a:lnTo>
                  <a:lnTo>
                    <a:pt x="1882799" y="1182657"/>
                  </a:lnTo>
                  <a:lnTo>
                    <a:pt x="1883870" y="1181615"/>
                  </a:lnTo>
                  <a:lnTo>
                    <a:pt x="1884942" y="1180573"/>
                  </a:lnTo>
                  <a:lnTo>
                    <a:pt x="1886013" y="1179531"/>
                  </a:lnTo>
                  <a:lnTo>
                    <a:pt x="1887085" y="1178488"/>
                  </a:lnTo>
                  <a:lnTo>
                    <a:pt x="1888157" y="1177446"/>
                  </a:lnTo>
                  <a:lnTo>
                    <a:pt x="1889228" y="1176403"/>
                  </a:lnTo>
                  <a:lnTo>
                    <a:pt x="1890300" y="1175361"/>
                  </a:lnTo>
                  <a:lnTo>
                    <a:pt x="1891371" y="1174318"/>
                  </a:lnTo>
                  <a:lnTo>
                    <a:pt x="1892443" y="1173275"/>
                  </a:lnTo>
                  <a:lnTo>
                    <a:pt x="1893515" y="1172233"/>
                  </a:lnTo>
                  <a:lnTo>
                    <a:pt x="1894586" y="1171190"/>
                  </a:lnTo>
                  <a:lnTo>
                    <a:pt x="1895658" y="1170147"/>
                  </a:lnTo>
                  <a:lnTo>
                    <a:pt x="1896729" y="1169104"/>
                  </a:lnTo>
                  <a:lnTo>
                    <a:pt x="1897801" y="1168061"/>
                  </a:lnTo>
                  <a:lnTo>
                    <a:pt x="1898873" y="1167018"/>
                  </a:lnTo>
                  <a:lnTo>
                    <a:pt x="1899944" y="1165976"/>
                  </a:lnTo>
                  <a:lnTo>
                    <a:pt x="1901016" y="1164933"/>
                  </a:lnTo>
                  <a:lnTo>
                    <a:pt x="1902087" y="1163890"/>
                  </a:lnTo>
                  <a:lnTo>
                    <a:pt x="1903159" y="1162847"/>
                  </a:lnTo>
                  <a:lnTo>
                    <a:pt x="1904231" y="1161804"/>
                  </a:lnTo>
                  <a:lnTo>
                    <a:pt x="1905302" y="1160761"/>
                  </a:lnTo>
                  <a:lnTo>
                    <a:pt x="1906374" y="1159719"/>
                  </a:lnTo>
                  <a:lnTo>
                    <a:pt x="1907445" y="1158676"/>
                  </a:lnTo>
                  <a:lnTo>
                    <a:pt x="1908517" y="1157633"/>
                  </a:lnTo>
                  <a:lnTo>
                    <a:pt x="1909589" y="1156590"/>
                  </a:lnTo>
                  <a:lnTo>
                    <a:pt x="1910660" y="1155548"/>
                  </a:lnTo>
                  <a:lnTo>
                    <a:pt x="1911732" y="1154505"/>
                  </a:lnTo>
                  <a:lnTo>
                    <a:pt x="1912803" y="1153463"/>
                  </a:lnTo>
                  <a:lnTo>
                    <a:pt x="1913875" y="1152420"/>
                  </a:lnTo>
                  <a:lnTo>
                    <a:pt x="1914947" y="1151378"/>
                  </a:lnTo>
                  <a:lnTo>
                    <a:pt x="1916018" y="1150336"/>
                  </a:lnTo>
                  <a:lnTo>
                    <a:pt x="1917090" y="1149294"/>
                  </a:lnTo>
                  <a:lnTo>
                    <a:pt x="1918161" y="1148252"/>
                  </a:lnTo>
                  <a:lnTo>
                    <a:pt x="1919233" y="1147210"/>
                  </a:lnTo>
                  <a:lnTo>
                    <a:pt x="1920305" y="1146168"/>
                  </a:lnTo>
                  <a:lnTo>
                    <a:pt x="1921376" y="1145126"/>
                  </a:lnTo>
                  <a:lnTo>
                    <a:pt x="1922448" y="1144085"/>
                  </a:lnTo>
                  <a:lnTo>
                    <a:pt x="1923519" y="1143043"/>
                  </a:lnTo>
                  <a:lnTo>
                    <a:pt x="1924591" y="1142002"/>
                  </a:lnTo>
                  <a:lnTo>
                    <a:pt x="1925663" y="1140961"/>
                  </a:lnTo>
                  <a:lnTo>
                    <a:pt x="1926734" y="1139920"/>
                  </a:lnTo>
                  <a:lnTo>
                    <a:pt x="1927806" y="1138879"/>
                  </a:lnTo>
                  <a:lnTo>
                    <a:pt x="1928877" y="1137838"/>
                  </a:lnTo>
                  <a:lnTo>
                    <a:pt x="1929949" y="1136798"/>
                  </a:lnTo>
                  <a:lnTo>
                    <a:pt x="1931021" y="1135757"/>
                  </a:lnTo>
                  <a:lnTo>
                    <a:pt x="1932092" y="1134717"/>
                  </a:lnTo>
                  <a:lnTo>
                    <a:pt x="1933164" y="1133677"/>
                  </a:lnTo>
                  <a:lnTo>
                    <a:pt x="1934235" y="1132638"/>
                  </a:lnTo>
                  <a:lnTo>
                    <a:pt x="1935307" y="1131598"/>
                  </a:lnTo>
                  <a:lnTo>
                    <a:pt x="1936379" y="1130559"/>
                  </a:lnTo>
                  <a:lnTo>
                    <a:pt x="1937450" y="1129520"/>
                  </a:lnTo>
                  <a:lnTo>
                    <a:pt x="1938522" y="1128481"/>
                  </a:lnTo>
                  <a:lnTo>
                    <a:pt x="1939593" y="1127442"/>
                  </a:lnTo>
                  <a:lnTo>
                    <a:pt x="1940665" y="1126404"/>
                  </a:lnTo>
                  <a:lnTo>
                    <a:pt x="1941737" y="1125366"/>
                  </a:lnTo>
                  <a:lnTo>
                    <a:pt x="1942808" y="1124328"/>
                  </a:lnTo>
                  <a:lnTo>
                    <a:pt x="1943880" y="1123290"/>
                  </a:lnTo>
                  <a:lnTo>
                    <a:pt x="1944951" y="1122253"/>
                  </a:lnTo>
                  <a:lnTo>
                    <a:pt x="1946023" y="1121216"/>
                  </a:lnTo>
                  <a:lnTo>
                    <a:pt x="1947095" y="1120179"/>
                  </a:lnTo>
                  <a:lnTo>
                    <a:pt x="1948166" y="1119143"/>
                  </a:lnTo>
                  <a:lnTo>
                    <a:pt x="1949238" y="1118107"/>
                  </a:lnTo>
                  <a:lnTo>
                    <a:pt x="1950309" y="1117071"/>
                  </a:lnTo>
                  <a:lnTo>
                    <a:pt x="1951381" y="1116035"/>
                  </a:lnTo>
                  <a:lnTo>
                    <a:pt x="1952453" y="1115000"/>
                  </a:lnTo>
                  <a:lnTo>
                    <a:pt x="1953524" y="1113965"/>
                  </a:lnTo>
                  <a:lnTo>
                    <a:pt x="1954596" y="1112931"/>
                  </a:lnTo>
                  <a:lnTo>
                    <a:pt x="1955667" y="1111896"/>
                  </a:lnTo>
                  <a:lnTo>
                    <a:pt x="1956739" y="1110862"/>
                  </a:lnTo>
                  <a:lnTo>
                    <a:pt x="1957810" y="1109829"/>
                  </a:lnTo>
                  <a:lnTo>
                    <a:pt x="1958882" y="1108796"/>
                  </a:lnTo>
                  <a:lnTo>
                    <a:pt x="1959954" y="1107763"/>
                  </a:lnTo>
                  <a:lnTo>
                    <a:pt x="1961025" y="1106731"/>
                  </a:lnTo>
                  <a:lnTo>
                    <a:pt x="1962097" y="1105699"/>
                  </a:lnTo>
                  <a:lnTo>
                    <a:pt x="1963168" y="1104667"/>
                  </a:lnTo>
                  <a:lnTo>
                    <a:pt x="1964240" y="1103636"/>
                  </a:lnTo>
                  <a:lnTo>
                    <a:pt x="1965312" y="1102605"/>
                  </a:lnTo>
                  <a:lnTo>
                    <a:pt x="1966383" y="1101575"/>
                  </a:lnTo>
                  <a:lnTo>
                    <a:pt x="1967455" y="1100545"/>
                  </a:lnTo>
                  <a:lnTo>
                    <a:pt x="1968526" y="1099515"/>
                  </a:lnTo>
                  <a:lnTo>
                    <a:pt x="1969598" y="1098486"/>
                  </a:lnTo>
                  <a:lnTo>
                    <a:pt x="1970670" y="1097458"/>
                  </a:lnTo>
                  <a:lnTo>
                    <a:pt x="1971741" y="1096429"/>
                  </a:lnTo>
                  <a:lnTo>
                    <a:pt x="1972813" y="1095402"/>
                  </a:lnTo>
                  <a:lnTo>
                    <a:pt x="1973884" y="1094375"/>
                  </a:lnTo>
                  <a:lnTo>
                    <a:pt x="1974956" y="1093348"/>
                  </a:lnTo>
                  <a:lnTo>
                    <a:pt x="1976028" y="1092321"/>
                  </a:lnTo>
                  <a:lnTo>
                    <a:pt x="1977099" y="1091296"/>
                  </a:lnTo>
                  <a:lnTo>
                    <a:pt x="1978171" y="1090270"/>
                  </a:lnTo>
                  <a:lnTo>
                    <a:pt x="1979242" y="1089246"/>
                  </a:lnTo>
                  <a:lnTo>
                    <a:pt x="1980314" y="1088221"/>
                  </a:lnTo>
                  <a:lnTo>
                    <a:pt x="1981386" y="1087198"/>
                  </a:lnTo>
                  <a:lnTo>
                    <a:pt x="1982457" y="1086174"/>
                  </a:lnTo>
                  <a:lnTo>
                    <a:pt x="1983529" y="1085152"/>
                  </a:lnTo>
                  <a:lnTo>
                    <a:pt x="1984600" y="1084130"/>
                  </a:lnTo>
                  <a:lnTo>
                    <a:pt x="1985672" y="1083108"/>
                  </a:lnTo>
                  <a:lnTo>
                    <a:pt x="1986744" y="1082087"/>
                  </a:lnTo>
                  <a:lnTo>
                    <a:pt x="1987815" y="1081067"/>
                  </a:lnTo>
                  <a:lnTo>
                    <a:pt x="1988887" y="1080047"/>
                  </a:lnTo>
                  <a:lnTo>
                    <a:pt x="1989958" y="1079028"/>
                  </a:lnTo>
                  <a:lnTo>
                    <a:pt x="1991030" y="1078009"/>
                  </a:lnTo>
                  <a:lnTo>
                    <a:pt x="1992102" y="1076991"/>
                  </a:lnTo>
                  <a:lnTo>
                    <a:pt x="1993173" y="1075973"/>
                  </a:lnTo>
                  <a:lnTo>
                    <a:pt x="1994245" y="1074957"/>
                  </a:lnTo>
                  <a:lnTo>
                    <a:pt x="1995316" y="1073940"/>
                  </a:lnTo>
                  <a:lnTo>
                    <a:pt x="1996388" y="1072925"/>
                  </a:lnTo>
                  <a:lnTo>
                    <a:pt x="1997460" y="1071910"/>
                  </a:lnTo>
                  <a:lnTo>
                    <a:pt x="1998531" y="1070896"/>
                  </a:lnTo>
                  <a:lnTo>
                    <a:pt x="1999603" y="1069882"/>
                  </a:lnTo>
                  <a:lnTo>
                    <a:pt x="2000674" y="1068869"/>
                  </a:lnTo>
                  <a:lnTo>
                    <a:pt x="2001746" y="1067857"/>
                  </a:lnTo>
                  <a:lnTo>
                    <a:pt x="2002818" y="1066845"/>
                  </a:lnTo>
                  <a:lnTo>
                    <a:pt x="2003889" y="1065834"/>
                  </a:lnTo>
                  <a:lnTo>
                    <a:pt x="2004961" y="1064824"/>
                  </a:lnTo>
                  <a:lnTo>
                    <a:pt x="2006032" y="1063814"/>
                  </a:lnTo>
                  <a:lnTo>
                    <a:pt x="2007104" y="1062806"/>
                  </a:lnTo>
                  <a:lnTo>
                    <a:pt x="2008176" y="1061798"/>
                  </a:lnTo>
                  <a:lnTo>
                    <a:pt x="2009247" y="1060790"/>
                  </a:lnTo>
                  <a:lnTo>
                    <a:pt x="2010319" y="1059784"/>
                  </a:lnTo>
                  <a:lnTo>
                    <a:pt x="2011390" y="1058778"/>
                  </a:lnTo>
                  <a:lnTo>
                    <a:pt x="2012462" y="1057773"/>
                  </a:lnTo>
                  <a:lnTo>
                    <a:pt x="2013534" y="1056768"/>
                  </a:lnTo>
                  <a:lnTo>
                    <a:pt x="2014605" y="1055765"/>
                  </a:lnTo>
                  <a:lnTo>
                    <a:pt x="2015677" y="1054762"/>
                  </a:lnTo>
                  <a:lnTo>
                    <a:pt x="2016748" y="1053760"/>
                  </a:lnTo>
                  <a:lnTo>
                    <a:pt x="2017820" y="1052759"/>
                  </a:lnTo>
                  <a:lnTo>
                    <a:pt x="2018892" y="1051758"/>
                  </a:lnTo>
                  <a:lnTo>
                    <a:pt x="2019963" y="1050759"/>
                  </a:lnTo>
                  <a:lnTo>
                    <a:pt x="2021035" y="1049760"/>
                  </a:lnTo>
                  <a:lnTo>
                    <a:pt x="2022106" y="1048762"/>
                  </a:lnTo>
                  <a:lnTo>
                    <a:pt x="2023178" y="1047765"/>
                  </a:lnTo>
                  <a:lnTo>
                    <a:pt x="2024250" y="1046768"/>
                  </a:lnTo>
                  <a:lnTo>
                    <a:pt x="2025321" y="1045773"/>
                  </a:lnTo>
                  <a:lnTo>
                    <a:pt x="2026393" y="1044779"/>
                  </a:lnTo>
                  <a:lnTo>
                    <a:pt x="2027464" y="1043785"/>
                  </a:lnTo>
                  <a:lnTo>
                    <a:pt x="2028536" y="1042792"/>
                  </a:lnTo>
                  <a:lnTo>
                    <a:pt x="2029608" y="1041800"/>
                  </a:lnTo>
                  <a:lnTo>
                    <a:pt x="2030679" y="1040809"/>
                  </a:lnTo>
                  <a:lnTo>
                    <a:pt x="2031751" y="1039819"/>
                  </a:lnTo>
                  <a:lnTo>
                    <a:pt x="2032822" y="1038830"/>
                  </a:lnTo>
                  <a:lnTo>
                    <a:pt x="2033894" y="1037841"/>
                  </a:lnTo>
                  <a:lnTo>
                    <a:pt x="2034966" y="1036854"/>
                  </a:lnTo>
                  <a:lnTo>
                    <a:pt x="2036037" y="1035868"/>
                  </a:lnTo>
                  <a:lnTo>
                    <a:pt x="2037109" y="1034882"/>
                  </a:lnTo>
                  <a:lnTo>
                    <a:pt x="2038180" y="1033898"/>
                  </a:lnTo>
                  <a:lnTo>
                    <a:pt x="2039252" y="1032914"/>
                  </a:lnTo>
                  <a:lnTo>
                    <a:pt x="2040324" y="1031931"/>
                  </a:lnTo>
                  <a:lnTo>
                    <a:pt x="2041395" y="1030950"/>
                  </a:lnTo>
                  <a:lnTo>
                    <a:pt x="2042467" y="1029969"/>
                  </a:lnTo>
                  <a:lnTo>
                    <a:pt x="2043538" y="1028990"/>
                  </a:lnTo>
                  <a:lnTo>
                    <a:pt x="2044610" y="1028011"/>
                  </a:lnTo>
                  <a:lnTo>
                    <a:pt x="2045682" y="1027033"/>
                  </a:lnTo>
                  <a:lnTo>
                    <a:pt x="2046753" y="1026057"/>
                  </a:lnTo>
                  <a:lnTo>
                    <a:pt x="2047825" y="1025081"/>
                  </a:lnTo>
                  <a:lnTo>
                    <a:pt x="2048896" y="1024106"/>
                  </a:lnTo>
                  <a:lnTo>
                    <a:pt x="2049968" y="1023133"/>
                  </a:lnTo>
                  <a:lnTo>
                    <a:pt x="2051040" y="1022160"/>
                  </a:lnTo>
                  <a:lnTo>
                    <a:pt x="2052111" y="1021188"/>
                  </a:lnTo>
                  <a:lnTo>
                    <a:pt x="2053183" y="1020218"/>
                  </a:lnTo>
                  <a:lnTo>
                    <a:pt x="2054254" y="1019248"/>
                  </a:lnTo>
                  <a:lnTo>
                    <a:pt x="2055326" y="1018280"/>
                  </a:lnTo>
                  <a:lnTo>
                    <a:pt x="2056398" y="1017312"/>
                  </a:lnTo>
                  <a:lnTo>
                    <a:pt x="2057469" y="1016345"/>
                  </a:lnTo>
                  <a:lnTo>
                    <a:pt x="2058541" y="1015380"/>
                  </a:lnTo>
                  <a:lnTo>
                    <a:pt x="2059612" y="1014415"/>
                  </a:lnTo>
                  <a:lnTo>
                    <a:pt x="2060684" y="1013452"/>
                  </a:lnTo>
                  <a:lnTo>
                    <a:pt x="2061756" y="1012489"/>
                  </a:lnTo>
                  <a:lnTo>
                    <a:pt x="2062827" y="1011528"/>
                  </a:lnTo>
                  <a:lnTo>
                    <a:pt x="2063899" y="1010567"/>
                  </a:lnTo>
                  <a:lnTo>
                    <a:pt x="2064970" y="1009607"/>
                  </a:lnTo>
                  <a:lnTo>
                    <a:pt x="2066042" y="1008649"/>
                  </a:lnTo>
                  <a:lnTo>
                    <a:pt x="2067114" y="1007692"/>
                  </a:lnTo>
                  <a:lnTo>
                    <a:pt x="2068185" y="1006735"/>
                  </a:lnTo>
                  <a:lnTo>
                    <a:pt x="2069257" y="1005780"/>
                  </a:lnTo>
                  <a:lnTo>
                    <a:pt x="2070328" y="1004825"/>
                  </a:lnTo>
                  <a:lnTo>
                    <a:pt x="2071400" y="1003872"/>
                  </a:lnTo>
                  <a:lnTo>
                    <a:pt x="2072472" y="1002920"/>
                  </a:lnTo>
                  <a:lnTo>
                    <a:pt x="2073543" y="1001968"/>
                  </a:lnTo>
                  <a:lnTo>
                    <a:pt x="2074615" y="1001018"/>
                  </a:lnTo>
                  <a:lnTo>
                    <a:pt x="2075686" y="1000069"/>
                  </a:lnTo>
                  <a:lnTo>
                    <a:pt x="2076758" y="999121"/>
                  </a:lnTo>
                  <a:lnTo>
                    <a:pt x="2077830" y="998173"/>
                  </a:lnTo>
                  <a:lnTo>
                    <a:pt x="2078901" y="997227"/>
                  </a:lnTo>
                  <a:lnTo>
                    <a:pt x="2079973" y="996282"/>
                  </a:lnTo>
                  <a:lnTo>
                    <a:pt x="2081044" y="995338"/>
                  </a:lnTo>
                  <a:lnTo>
                    <a:pt x="2082116" y="994395"/>
                  </a:lnTo>
                  <a:lnTo>
                    <a:pt x="2083188" y="993453"/>
                  </a:lnTo>
                  <a:lnTo>
                    <a:pt x="2084259" y="992512"/>
                  </a:lnTo>
                  <a:lnTo>
                    <a:pt x="2085331" y="991572"/>
                  </a:lnTo>
                  <a:lnTo>
                    <a:pt x="2086402" y="990633"/>
                  </a:lnTo>
                  <a:lnTo>
                    <a:pt x="2087474" y="989695"/>
                  </a:lnTo>
                  <a:lnTo>
                    <a:pt x="2088546" y="988758"/>
                  </a:lnTo>
                  <a:lnTo>
                    <a:pt x="2089617" y="987822"/>
                  </a:lnTo>
                  <a:lnTo>
                    <a:pt x="2090689" y="986888"/>
                  </a:lnTo>
                  <a:lnTo>
                    <a:pt x="2091760" y="985954"/>
                  </a:lnTo>
                  <a:lnTo>
                    <a:pt x="2092832" y="985021"/>
                  </a:lnTo>
                  <a:lnTo>
                    <a:pt x="2093904" y="984090"/>
                  </a:lnTo>
                  <a:lnTo>
                    <a:pt x="2094975" y="983159"/>
                  </a:lnTo>
                  <a:lnTo>
                    <a:pt x="2096047" y="982230"/>
                  </a:lnTo>
                  <a:lnTo>
                    <a:pt x="2097118" y="981301"/>
                  </a:lnTo>
                  <a:lnTo>
                    <a:pt x="2098190" y="980374"/>
                  </a:lnTo>
                  <a:lnTo>
                    <a:pt x="2099262" y="979447"/>
                  </a:lnTo>
                  <a:lnTo>
                    <a:pt x="2100333" y="978522"/>
                  </a:lnTo>
                  <a:lnTo>
                    <a:pt x="2101405" y="977598"/>
                  </a:lnTo>
                  <a:lnTo>
                    <a:pt x="2102476" y="976675"/>
                  </a:lnTo>
                  <a:lnTo>
                    <a:pt x="2103548" y="975752"/>
                  </a:lnTo>
                  <a:lnTo>
                    <a:pt x="2104620" y="974831"/>
                  </a:lnTo>
                  <a:lnTo>
                    <a:pt x="2105691" y="973911"/>
                  </a:lnTo>
                  <a:lnTo>
                    <a:pt x="2106763" y="972992"/>
                  </a:lnTo>
                  <a:lnTo>
                    <a:pt x="2107834" y="972074"/>
                  </a:lnTo>
                  <a:lnTo>
                    <a:pt x="2108906" y="971157"/>
                  </a:lnTo>
                  <a:lnTo>
                    <a:pt x="2109978" y="970241"/>
                  </a:lnTo>
                  <a:lnTo>
                    <a:pt x="2111049" y="969327"/>
                  </a:lnTo>
                  <a:lnTo>
                    <a:pt x="2112121" y="968413"/>
                  </a:lnTo>
                  <a:lnTo>
                    <a:pt x="2113192" y="967500"/>
                  </a:lnTo>
                  <a:lnTo>
                    <a:pt x="2114264" y="966589"/>
                  </a:lnTo>
                  <a:lnTo>
                    <a:pt x="2115336" y="965678"/>
                  </a:lnTo>
                  <a:lnTo>
                    <a:pt x="2116407" y="964769"/>
                  </a:lnTo>
                  <a:lnTo>
                    <a:pt x="2117479" y="963860"/>
                  </a:lnTo>
                  <a:lnTo>
                    <a:pt x="2118550" y="962953"/>
                  </a:lnTo>
                  <a:lnTo>
                    <a:pt x="2119622" y="962046"/>
                  </a:lnTo>
                  <a:lnTo>
                    <a:pt x="2120694" y="961141"/>
                  </a:lnTo>
                  <a:lnTo>
                    <a:pt x="2121765" y="960237"/>
                  </a:lnTo>
                  <a:lnTo>
                    <a:pt x="2122837" y="959334"/>
                  </a:lnTo>
                  <a:lnTo>
                    <a:pt x="2123908" y="958432"/>
                  </a:lnTo>
                  <a:lnTo>
                    <a:pt x="2124980" y="957531"/>
                  </a:lnTo>
                  <a:lnTo>
                    <a:pt x="2126052" y="956631"/>
                  </a:lnTo>
                  <a:lnTo>
                    <a:pt x="2127123" y="955732"/>
                  </a:lnTo>
                  <a:lnTo>
                    <a:pt x="2128195" y="954834"/>
                  </a:lnTo>
                  <a:lnTo>
                    <a:pt x="2129266" y="953937"/>
                  </a:lnTo>
                  <a:lnTo>
                    <a:pt x="2130338" y="953042"/>
                  </a:lnTo>
                  <a:lnTo>
                    <a:pt x="2131409" y="952147"/>
                  </a:lnTo>
                  <a:lnTo>
                    <a:pt x="2132481" y="951253"/>
                  </a:lnTo>
                  <a:lnTo>
                    <a:pt x="2133553" y="950361"/>
                  </a:lnTo>
                  <a:lnTo>
                    <a:pt x="2134624" y="949470"/>
                  </a:lnTo>
                  <a:lnTo>
                    <a:pt x="2135696" y="948579"/>
                  </a:lnTo>
                  <a:lnTo>
                    <a:pt x="2136767" y="947690"/>
                  </a:lnTo>
                  <a:lnTo>
                    <a:pt x="2137839" y="946802"/>
                  </a:lnTo>
                  <a:lnTo>
                    <a:pt x="2138911" y="945915"/>
                  </a:lnTo>
                  <a:lnTo>
                    <a:pt x="2139982" y="945029"/>
                  </a:lnTo>
                  <a:lnTo>
                    <a:pt x="2141054" y="944144"/>
                  </a:lnTo>
                  <a:lnTo>
                    <a:pt x="2142125" y="943260"/>
                  </a:lnTo>
                  <a:lnTo>
                    <a:pt x="2143197" y="942377"/>
                  </a:lnTo>
                  <a:lnTo>
                    <a:pt x="2144269" y="941495"/>
                  </a:lnTo>
                  <a:lnTo>
                    <a:pt x="2145340" y="940614"/>
                  </a:lnTo>
                  <a:lnTo>
                    <a:pt x="2146412" y="939735"/>
                  </a:lnTo>
                  <a:lnTo>
                    <a:pt x="2147483" y="938856"/>
                  </a:lnTo>
                  <a:lnTo>
                    <a:pt x="2148555" y="937979"/>
                  </a:lnTo>
                  <a:lnTo>
                    <a:pt x="2149627" y="937102"/>
                  </a:lnTo>
                  <a:lnTo>
                    <a:pt x="2150698" y="936227"/>
                  </a:lnTo>
                  <a:lnTo>
                    <a:pt x="2151770" y="935353"/>
                  </a:lnTo>
                  <a:lnTo>
                    <a:pt x="2152841" y="934479"/>
                  </a:lnTo>
                  <a:lnTo>
                    <a:pt x="2153913" y="933607"/>
                  </a:lnTo>
                  <a:lnTo>
                    <a:pt x="2154985" y="932736"/>
                  </a:lnTo>
                  <a:lnTo>
                    <a:pt x="2156056" y="931866"/>
                  </a:lnTo>
                  <a:lnTo>
                    <a:pt x="2157128" y="930997"/>
                  </a:lnTo>
                  <a:lnTo>
                    <a:pt x="2158199" y="930130"/>
                  </a:lnTo>
                  <a:lnTo>
                    <a:pt x="2159271" y="929263"/>
                  </a:lnTo>
                  <a:lnTo>
                    <a:pt x="2160343" y="928397"/>
                  </a:lnTo>
                  <a:lnTo>
                    <a:pt x="2161414" y="927533"/>
                  </a:lnTo>
                  <a:lnTo>
                    <a:pt x="2162486" y="926669"/>
                  </a:lnTo>
                  <a:lnTo>
                    <a:pt x="2163557" y="925807"/>
                  </a:lnTo>
                  <a:lnTo>
                    <a:pt x="2164629" y="924945"/>
                  </a:lnTo>
                  <a:lnTo>
                    <a:pt x="2165701" y="924085"/>
                  </a:lnTo>
                  <a:lnTo>
                    <a:pt x="2166772" y="923226"/>
                  </a:lnTo>
                  <a:lnTo>
                    <a:pt x="2167844" y="922368"/>
                  </a:lnTo>
                  <a:lnTo>
                    <a:pt x="2168915" y="921510"/>
                  </a:lnTo>
                  <a:lnTo>
                    <a:pt x="2169987" y="920654"/>
                  </a:lnTo>
                  <a:lnTo>
                    <a:pt x="2171059" y="919800"/>
                  </a:lnTo>
                  <a:lnTo>
                    <a:pt x="2172130" y="918946"/>
                  </a:lnTo>
                  <a:lnTo>
                    <a:pt x="2173202" y="918093"/>
                  </a:lnTo>
                  <a:lnTo>
                    <a:pt x="2174273" y="917241"/>
                  </a:lnTo>
                  <a:lnTo>
                    <a:pt x="2175345" y="916391"/>
                  </a:lnTo>
                  <a:lnTo>
                    <a:pt x="2176417" y="915541"/>
                  </a:lnTo>
                  <a:lnTo>
                    <a:pt x="2177488" y="914693"/>
                  </a:lnTo>
                  <a:lnTo>
                    <a:pt x="2178560" y="913845"/>
                  </a:lnTo>
                  <a:lnTo>
                    <a:pt x="2179631" y="912999"/>
                  </a:lnTo>
                  <a:lnTo>
                    <a:pt x="2180703" y="912154"/>
                  </a:lnTo>
                  <a:lnTo>
                    <a:pt x="2181775" y="911310"/>
                  </a:lnTo>
                  <a:lnTo>
                    <a:pt x="2182846" y="910467"/>
                  </a:lnTo>
                  <a:lnTo>
                    <a:pt x="2183918" y="909625"/>
                  </a:lnTo>
                  <a:lnTo>
                    <a:pt x="2184989" y="908784"/>
                  </a:lnTo>
                  <a:lnTo>
                    <a:pt x="2186061" y="907944"/>
                  </a:lnTo>
                  <a:lnTo>
                    <a:pt x="2187133" y="907105"/>
                  </a:lnTo>
                  <a:lnTo>
                    <a:pt x="2188204" y="906268"/>
                  </a:lnTo>
                  <a:lnTo>
                    <a:pt x="2189276" y="905431"/>
                  </a:lnTo>
                  <a:lnTo>
                    <a:pt x="2190347" y="904595"/>
                  </a:lnTo>
                  <a:lnTo>
                    <a:pt x="2191419" y="903761"/>
                  </a:lnTo>
                  <a:lnTo>
                    <a:pt x="2192491" y="902928"/>
                  </a:lnTo>
                  <a:lnTo>
                    <a:pt x="2193562" y="902095"/>
                  </a:lnTo>
                  <a:lnTo>
                    <a:pt x="2194634" y="901264"/>
                  </a:lnTo>
                  <a:lnTo>
                    <a:pt x="2195705" y="900434"/>
                  </a:lnTo>
                  <a:lnTo>
                    <a:pt x="2196777" y="899605"/>
                  </a:lnTo>
                  <a:lnTo>
                    <a:pt x="2197849" y="898777"/>
                  </a:lnTo>
                  <a:lnTo>
                    <a:pt x="2198920" y="897950"/>
                  </a:lnTo>
                  <a:lnTo>
                    <a:pt x="2199992" y="897124"/>
                  </a:lnTo>
                  <a:lnTo>
                    <a:pt x="2201063" y="896300"/>
                  </a:lnTo>
                  <a:lnTo>
                    <a:pt x="2202135" y="895476"/>
                  </a:lnTo>
                  <a:lnTo>
                    <a:pt x="2203207" y="894653"/>
                  </a:lnTo>
                  <a:lnTo>
                    <a:pt x="2204278" y="893832"/>
                  </a:lnTo>
                  <a:lnTo>
                    <a:pt x="2205350" y="893011"/>
                  </a:lnTo>
                  <a:lnTo>
                    <a:pt x="2206421" y="892192"/>
                  </a:lnTo>
                  <a:lnTo>
                    <a:pt x="2207493" y="891374"/>
                  </a:lnTo>
                  <a:lnTo>
                    <a:pt x="2208565" y="890556"/>
                  </a:lnTo>
                  <a:lnTo>
                    <a:pt x="2209636" y="889740"/>
                  </a:lnTo>
                  <a:lnTo>
                    <a:pt x="2210708" y="888925"/>
                  </a:lnTo>
                  <a:lnTo>
                    <a:pt x="2211779" y="888111"/>
                  </a:lnTo>
                  <a:lnTo>
                    <a:pt x="2212851" y="887298"/>
                  </a:lnTo>
                  <a:lnTo>
                    <a:pt x="2213923" y="886487"/>
                  </a:lnTo>
                  <a:lnTo>
                    <a:pt x="2214994" y="885676"/>
                  </a:lnTo>
                  <a:lnTo>
                    <a:pt x="2216066" y="884866"/>
                  </a:lnTo>
                  <a:lnTo>
                    <a:pt x="2217137" y="884057"/>
                  </a:lnTo>
                  <a:lnTo>
                    <a:pt x="2218209" y="883250"/>
                  </a:lnTo>
                  <a:lnTo>
                    <a:pt x="2219281" y="882443"/>
                  </a:lnTo>
                  <a:lnTo>
                    <a:pt x="2220352" y="881638"/>
                  </a:lnTo>
                  <a:lnTo>
                    <a:pt x="2221424" y="880834"/>
                  </a:lnTo>
                  <a:lnTo>
                    <a:pt x="2222495" y="880030"/>
                  </a:lnTo>
                  <a:lnTo>
                    <a:pt x="2223567" y="879228"/>
                  </a:lnTo>
                  <a:lnTo>
                    <a:pt x="2224639" y="878427"/>
                  </a:lnTo>
                  <a:lnTo>
                    <a:pt x="2225710" y="877627"/>
                  </a:lnTo>
                  <a:lnTo>
                    <a:pt x="2226782" y="876828"/>
                  </a:lnTo>
                  <a:lnTo>
                    <a:pt x="2227853" y="876030"/>
                  </a:lnTo>
                  <a:lnTo>
                    <a:pt x="2228925" y="875233"/>
                  </a:lnTo>
                  <a:lnTo>
                    <a:pt x="2229997" y="874438"/>
                  </a:lnTo>
                  <a:lnTo>
                    <a:pt x="2231068" y="873643"/>
                  </a:lnTo>
                  <a:lnTo>
                    <a:pt x="2232140" y="872849"/>
                  </a:lnTo>
                  <a:lnTo>
                    <a:pt x="2233211" y="872057"/>
                  </a:lnTo>
                  <a:lnTo>
                    <a:pt x="2234283" y="871265"/>
                  </a:lnTo>
                  <a:lnTo>
                    <a:pt x="2235355" y="870475"/>
                  </a:lnTo>
                  <a:lnTo>
                    <a:pt x="2236426" y="869686"/>
                  </a:lnTo>
                  <a:lnTo>
                    <a:pt x="2237498" y="868897"/>
                  </a:lnTo>
                  <a:lnTo>
                    <a:pt x="2238569" y="868110"/>
                  </a:lnTo>
                  <a:lnTo>
                    <a:pt x="2239641" y="867324"/>
                  </a:lnTo>
                  <a:lnTo>
                    <a:pt x="2240713" y="866539"/>
                  </a:lnTo>
                  <a:lnTo>
                    <a:pt x="2241784" y="865755"/>
                  </a:lnTo>
                  <a:lnTo>
                    <a:pt x="2242856" y="864972"/>
                  </a:lnTo>
                  <a:lnTo>
                    <a:pt x="2243927" y="864190"/>
                  </a:lnTo>
                  <a:lnTo>
                    <a:pt x="2244999" y="863409"/>
                  </a:lnTo>
                  <a:lnTo>
                    <a:pt x="2246071" y="862629"/>
                  </a:lnTo>
                  <a:lnTo>
                    <a:pt x="2247142" y="861851"/>
                  </a:lnTo>
                  <a:lnTo>
                    <a:pt x="2248214" y="861073"/>
                  </a:lnTo>
                  <a:lnTo>
                    <a:pt x="2249285" y="860297"/>
                  </a:lnTo>
                  <a:lnTo>
                    <a:pt x="2250357" y="859521"/>
                  </a:lnTo>
                  <a:lnTo>
                    <a:pt x="2251429" y="858747"/>
                  </a:lnTo>
                  <a:lnTo>
                    <a:pt x="2252500" y="857973"/>
                  </a:lnTo>
                  <a:lnTo>
                    <a:pt x="2253572" y="857201"/>
                  </a:lnTo>
                  <a:lnTo>
                    <a:pt x="2254643" y="856430"/>
                  </a:lnTo>
                  <a:lnTo>
                    <a:pt x="2255715" y="855659"/>
                  </a:lnTo>
                  <a:lnTo>
                    <a:pt x="2256787" y="854890"/>
                  </a:lnTo>
                  <a:lnTo>
                    <a:pt x="2257858" y="854122"/>
                  </a:lnTo>
                  <a:lnTo>
                    <a:pt x="2258930" y="853355"/>
                  </a:lnTo>
                  <a:lnTo>
                    <a:pt x="2260001" y="852589"/>
                  </a:lnTo>
                  <a:lnTo>
                    <a:pt x="2261073" y="851824"/>
                  </a:lnTo>
                  <a:lnTo>
                    <a:pt x="2262145" y="851060"/>
                  </a:lnTo>
                  <a:lnTo>
                    <a:pt x="2263216" y="850298"/>
                  </a:lnTo>
                  <a:lnTo>
                    <a:pt x="2264288" y="849536"/>
                  </a:lnTo>
                  <a:lnTo>
                    <a:pt x="2265359" y="848775"/>
                  </a:lnTo>
                  <a:lnTo>
                    <a:pt x="2266431" y="848015"/>
                  </a:lnTo>
                  <a:lnTo>
                    <a:pt x="2267503" y="847257"/>
                  </a:lnTo>
                  <a:lnTo>
                    <a:pt x="2268574" y="846499"/>
                  </a:lnTo>
                  <a:lnTo>
                    <a:pt x="2269646" y="845743"/>
                  </a:lnTo>
                  <a:lnTo>
                    <a:pt x="2270717" y="844987"/>
                  </a:lnTo>
                  <a:lnTo>
                    <a:pt x="2271789" y="844233"/>
                  </a:lnTo>
                  <a:lnTo>
                    <a:pt x="2272861" y="843480"/>
                  </a:lnTo>
                  <a:lnTo>
                    <a:pt x="2273932" y="842727"/>
                  </a:lnTo>
                  <a:lnTo>
                    <a:pt x="2275004" y="841976"/>
                  </a:lnTo>
                  <a:lnTo>
                    <a:pt x="2276075" y="841226"/>
                  </a:lnTo>
                  <a:lnTo>
                    <a:pt x="2277147" y="840477"/>
                  </a:lnTo>
                  <a:lnTo>
                    <a:pt x="2278219" y="839729"/>
                  </a:lnTo>
                  <a:lnTo>
                    <a:pt x="2279290" y="838982"/>
                  </a:lnTo>
                  <a:lnTo>
                    <a:pt x="2280362" y="838236"/>
                  </a:lnTo>
                  <a:lnTo>
                    <a:pt x="2281433" y="837491"/>
                  </a:lnTo>
                  <a:lnTo>
                    <a:pt x="2282505" y="836747"/>
                  </a:lnTo>
                  <a:lnTo>
                    <a:pt x="2283577" y="836004"/>
                  </a:lnTo>
                  <a:lnTo>
                    <a:pt x="2284648" y="835262"/>
                  </a:lnTo>
                  <a:lnTo>
                    <a:pt x="2285720" y="834521"/>
                  </a:lnTo>
                  <a:lnTo>
                    <a:pt x="2286791" y="833781"/>
                  </a:lnTo>
                  <a:lnTo>
                    <a:pt x="2287863" y="833043"/>
                  </a:lnTo>
                  <a:lnTo>
                    <a:pt x="2288935" y="832305"/>
                  </a:lnTo>
                  <a:lnTo>
                    <a:pt x="2290006" y="831568"/>
                  </a:lnTo>
                  <a:lnTo>
                    <a:pt x="2291078" y="830833"/>
                  </a:lnTo>
                  <a:lnTo>
                    <a:pt x="2292149" y="830098"/>
                  </a:lnTo>
                  <a:lnTo>
                    <a:pt x="2293221" y="829365"/>
                  </a:lnTo>
                  <a:lnTo>
                    <a:pt x="2294293" y="828632"/>
                  </a:lnTo>
                  <a:lnTo>
                    <a:pt x="2295364" y="827901"/>
                  </a:lnTo>
                  <a:lnTo>
                    <a:pt x="2296436" y="827170"/>
                  </a:lnTo>
                  <a:lnTo>
                    <a:pt x="2297507" y="826441"/>
                  </a:lnTo>
                  <a:lnTo>
                    <a:pt x="2298579" y="825713"/>
                  </a:lnTo>
                  <a:lnTo>
                    <a:pt x="2299651" y="824985"/>
                  </a:lnTo>
                  <a:lnTo>
                    <a:pt x="2300722" y="824259"/>
                  </a:lnTo>
                  <a:lnTo>
                    <a:pt x="2301794" y="823534"/>
                  </a:lnTo>
                  <a:lnTo>
                    <a:pt x="2302865" y="822809"/>
                  </a:lnTo>
                  <a:lnTo>
                    <a:pt x="2303937" y="822086"/>
                  </a:lnTo>
                  <a:lnTo>
                    <a:pt x="2305009" y="821364"/>
                  </a:lnTo>
                  <a:lnTo>
                    <a:pt x="2306080" y="820643"/>
                  </a:lnTo>
                  <a:lnTo>
                    <a:pt x="2307152" y="819923"/>
                  </a:lnTo>
                  <a:lnTo>
                    <a:pt x="2308223" y="819204"/>
                  </a:lnTo>
                  <a:lnTo>
                    <a:pt x="2309295" y="818485"/>
                  </a:lnTo>
                  <a:lnTo>
                    <a:pt x="2310366" y="817768"/>
                  </a:lnTo>
                  <a:lnTo>
                    <a:pt x="2311438" y="817052"/>
                  </a:lnTo>
                  <a:lnTo>
                    <a:pt x="2312510" y="816337"/>
                  </a:lnTo>
                  <a:lnTo>
                    <a:pt x="2313581" y="815623"/>
                  </a:lnTo>
                  <a:lnTo>
                    <a:pt x="2314653" y="814910"/>
                  </a:lnTo>
                  <a:lnTo>
                    <a:pt x="2315724" y="814198"/>
                  </a:lnTo>
                  <a:lnTo>
                    <a:pt x="2316796" y="813487"/>
                  </a:lnTo>
                  <a:lnTo>
                    <a:pt x="2317868" y="812777"/>
                  </a:lnTo>
                  <a:lnTo>
                    <a:pt x="2318939" y="812069"/>
                  </a:lnTo>
                  <a:lnTo>
                    <a:pt x="2320011" y="811361"/>
                  </a:lnTo>
                  <a:lnTo>
                    <a:pt x="2321082" y="810654"/>
                  </a:lnTo>
                  <a:lnTo>
                    <a:pt x="2322154" y="809948"/>
                  </a:lnTo>
                  <a:lnTo>
                    <a:pt x="2323226" y="809243"/>
                  </a:lnTo>
                  <a:lnTo>
                    <a:pt x="2324297" y="808539"/>
                  </a:lnTo>
                  <a:lnTo>
                    <a:pt x="2325369" y="807836"/>
                  </a:lnTo>
                  <a:lnTo>
                    <a:pt x="2326440" y="807134"/>
                  </a:lnTo>
                  <a:lnTo>
                    <a:pt x="2327512" y="806433"/>
                  </a:lnTo>
                  <a:lnTo>
                    <a:pt x="2328584" y="805734"/>
                  </a:lnTo>
                  <a:lnTo>
                    <a:pt x="2329655" y="805035"/>
                  </a:lnTo>
                  <a:lnTo>
                    <a:pt x="2330727" y="804337"/>
                  </a:lnTo>
                  <a:lnTo>
                    <a:pt x="2331798" y="803640"/>
                  </a:lnTo>
                  <a:lnTo>
                    <a:pt x="2332870" y="802944"/>
                  </a:lnTo>
                  <a:lnTo>
                    <a:pt x="2333942" y="802249"/>
                  </a:lnTo>
                  <a:lnTo>
                    <a:pt x="2335013" y="801556"/>
                  </a:lnTo>
                  <a:lnTo>
                    <a:pt x="2336085" y="800863"/>
                  </a:lnTo>
                  <a:lnTo>
                    <a:pt x="2337156" y="800171"/>
                  </a:lnTo>
                  <a:lnTo>
                    <a:pt x="2338228" y="799480"/>
                  </a:lnTo>
                  <a:lnTo>
                    <a:pt x="2339300" y="798790"/>
                  </a:lnTo>
                  <a:lnTo>
                    <a:pt x="2340371" y="798101"/>
                  </a:lnTo>
                  <a:lnTo>
                    <a:pt x="2341443" y="797414"/>
                  </a:lnTo>
                  <a:lnTo>
                    <a:pt x="2342514" y="796727"/>
                  </a:lnTo>
                  <a:lnTo>
                    <a:pt x="2343586" y="796041"/>
                  </a:lnTo>
                  <a:lnTo>
                    <a:pt x="2344658" y="795356"/>
                  </a:lnTo>
                  <a:lnTo>
                    <a:pt x="2345729" y="794672"/>
                  </a:lnTo>
                  <a:lnTo>
                    <a:pt x="2346801" y="793989"/>
                  </a:lnTo>
                  <a:lnTo>
                    <a:pt x="2347872" y="793307"/>
                  </a:lnTo>
                  <a:lnTo>
                    <a:pt x="2348944" y="792626"/>
                  </a:lnTo>
                  <a:lnTo>
                    <a:pt x="2350016" y="791946"/>
                  </a:lnTo>
                  <a:lnTo>
                    <a:pt x="2351087" y="791267"/>
                  </a:lnTo>
                  <a:lnTo>
                    <a:pt x="2352159" y="790589"/>
                  </a:lnTo>
                  <a:lnTo>
                    <a:pt x="2353230" y="789912"/>
                  </a:lnTo>
                  <a:lnTo>
                    <a:pt x="2354302" y="789236"/>
                  </a:lnTo>
                  <a:lnTo>
                    <a:pt x="2355374" y="788561"/>
                  </a:lnTo>
                  <a:lnTo>
                    <a:pt x="2356445" y="787887"/>
                  </a:lnTo>
                  <a:lnTo>
                    <a:pt x="2357517" y="787214"/>
                  </a:lnTo>
                  <a:lnTo>
                    <a:pt x="2358588" y="786542"/>
                  </a:lnTo>
                  <a:lnTo>
                    <a:pt x="2359660" y="785871"/>
                  </a:lnTo>
                  <a:lnTo>
                    <a:pt x="2360732" y="785201"/>
                  </a:lnTo>
                  <a:lnTo>
                    <a:pt x="2361803" y="784531"/>
                  </a:lnTo>
                  <a:lnTo>
                    <a:pt x="2362875" y="783863"/>
                  </a:lnTo>
                  <a:lnTo>
                    <a:pt x="2363946" y="783196"/>
                  </a:lnTo>
                  <a:lnTo>
                    <a:pt x="2365018" y="782530"/>
                  </a:lnTo>
                  <a:lnTo>
                    <a:pt x="2366090" y="781864"/>
                  </a:lnTo>
                  <a:lnTo>
                    <a:pt x="2367161" y="781200"/>
                  </a:lnTo>
                  <a:lnTo>
                    <a:pt x="2368233" y="780536"/>
                  </a:lnTo>
                  <a:lnTo>
                    <a:pt x="2369304" y="779874"/>
                  </a:lnTo>
                  <a:lnTo>
                    <a:pt x="2370376" y="779212"/>
                  </a:lnTo>
                  <a:lnTo>
                    <a:pt x="2371448" y="778552"/>
                  </a:lnTo>
                  <a:lnTo>
                    <a:pt x="2372519" y="777892"/>
                  </a:lnTo>
                  <a:lnTo>
                    <a:pt x="2373591" y="777234"/>
                  </a:lnTo>
                  <a:lnTo>
                    <a:pt x="2374662" y="776576"/>
                  </a:lnTo>
                  <a:lnTo>
                    <a:pt x="2375734" y="775919"/>
                  </a:lnTo>
                  <a:lnTo>
                    <a:pt x="2376806" y="775264"/>
                  </a:lnTo>
                  <a:lnTo>
                    <a:pt x="2377877" y="774609"/>
                  </a:lnTo>
                  <a:lnTo>
                    <a:pt x="2378949" y="773955"/>
                  </a:lnTo>
                  <a:lnTo>
                    <a:pt x="2380020" y="773302"/>
                  </a:lnTo>
                  <a:lnTo>
                    <a:pt x="2381092" y="772650"/>
                  </a:lnTo>
                  <a:lnTo>
                    <a:pt x="2382164" y="771999"/>
                  </a:lnTo>
                  <a:lnTo>
                    <a:pt x="2383235" y="771349"/>
                  </a:lnTo>
                  <a:lnTo>
                    <a:pt x="2384307" y="770700"/>
                  </a:lnTo>
                  <a:lnTo>
                    <a:pt x="2385378" y="770052"/>
                  </a:lnTo>
                  <a:lnTo>
                    <a:pt x="2386450" y="769404"/>
                  </a:lnTo>
                  <a:lnTo>
                    <a:pt x="2387522" y="768758"/>
                  </a:lnTo>
                  <a:lnTo>
                    <a:pt x="2388593" y="768113"/>
                  </a:lnTo>
                  <a:lnTo>
                    <a:pt x="2389665" y="767468"/>
                  </a:lnTo>
                  <a:lnTo>
                    <a:pt x="2390736" y="766825"/>
                  </a:lnTo>
                  <a:lnTo>
                    <a:pt x="2391808" y="766182"/>
                  </a:lnTo>
                  <a:lnTo>
                    <a:pt x="2392880" y="765541"/>
                  </a:lnTo>
                  <a:lnTo>
                    <a:pt x="2393951" y="764900"/>
                  </a:lnTo>
                  <a:lnTo>
                    <a:pt x="2395023" y="764260"/>
                  </a:lnTo>
                  <a:lnTo>
                    <a:pt x="2396094" y="763621"/>
                  </a:lnTo>
                  <a:lnTo>
                    <a:pt x="2397166" y="762983"/>
                  </a:lnTo>
                  <a:lnTo>
                    <a:pt x="2398238" y="762346"/>
                  </a:lnTo>
                  <a:lnTo>
                    <a:pt x="2399309" y="761710"/>
                  </a:lnTo>
                  <a:lnTo>
                    <a:pt x="2400381" y="761075"/>
                  </a:lnTo>
                  <a:lnTo>
                    <a:pt x="2401452" y="760441"/>
                  </a:lnTo>
                  <a:lnTo>
                    <a:pt x="2402524" y="759808"/>
                  </a:lnTo>
                  <a:lnTo>
                    <a:pt x="2403596" y="759175"/>
                  </a:lnTo>
                  <a:lnTo>
                    <a:pt x="2404667" y="758544"/>
                  </a:lnTo>
                  <a:lnTo>
                    <a:pt x="2405739" y="757913"/>
                  </a:lnTo>
                  <a:lnTo>
                    <a:pt x="2406810" y="757284"/>
                  </a:lnTo>
                  <a:lnTo>
                    <a:pt x="2407882" y="756655"/>
                  </a:lnTo>
                  <a:lnTo>
                    <a:pt x="2408954" y="756027"/>
                  </a:lnTo>
                  <a:lnTo>
                    <a:pt x="2410025" y="755400"/>
                  </a:lnTo>
                  <a:lnTo>
                    <a:pt x="2411097" y="754774"/>
                  </a:lnTo>
                  <a:lnTo>
                    <a:pt x="2412168" y="754149"/>
                  </a:lnTo>
                  <a:lnTo>
                    <a:pt x="2413240" y="753525"/>
                  </a:lnTo>
                  <a:lnTo>
                    <a:pt x="2414312" y="752901"/>
                  </a:lnTo>
                  <a:lnTo>
                    <a:pt x="2415383" y="752279"/>
                  </a:lnTo>
                  <a:lnTo>
                    <a:pt x="2416455" y="751658"/>
                  </a:lnTo>
                  <a:lnTo>
                    <a:pt x="2417526" y="751037"/>
                  </a:lnTo>
                  <a:lnTo>
                    <a:pt x="2418598" y="750417"/>
                  </a:lnTo>
                  <a:lnTo>
                    <a:pt x="2419670" y="749798"/>
                  </a:lnTo>
                  <a:lnTo>
                    <a:pt x="2420741" y="749181"/>
                  </a:lnTo>
                  <a:lnTo>
                    <a:pt x="2421813" y="748564"/>
                  </a:lnTo>
                  <a:lnTo>
                    <a:pt x="2422884" y="747947"/>
                  </a:lnTo>
                  <a:lnTo>
                    <a:pt x="2423956" y="747332"/>
                  </a:lnTo>
                  <a:lnTo>
                    <a:pt x="2425028" y="746718"/>
                  </a:lnTo>
                  <a:lnTo>
                    <a:pt x="2426099" y="746104"/>
                  </a:lnTo>
                  <a:lnTo>
                    <a:pt x="2427171" y="745492"/>
                  </a:lnTo>
                  <a:lnTo>
                    <a:pt x="2428242" y="744880"/>
                  </a:lnTo>
                  <a:lnTo>
                    <a:pt x="2429314" y="744269"/>
                  </a:lnTo>
                  <a:lnTo>
                    <a:pt x="2430386" y="743659"/>
                  </a:lnTo>
                  <a:lnTo>
                    <a:pt x="2431457" y="743050"/>
                  </a:lnTo>
                  <a:lnTo>
                    <a:pt x="2432529" y="742442"/>
                  </a:lnTo>
                  <a:lnTo>
                    <a:pt x="2433600" y="741835"/>
                  </a:lnTo>
                  <a:lnTo>
                    <a:pt x="2434672" y="741228"/>
                  </a:lnTo>
                  <a:lnTo>
                    <a:pt x="2435744" y="740623"/>
                  </a:lnTo>
                  <a:lnTo>
                    <a:pt x="2436815" y="740018"/>
                  </a:lnTo>
                  <a:lnTo>
                    <a:pt x="2437887" y="739414"/>
                  </a:lnTo>
                  <a:lnTo>
                    <a:pt x="2438958" y="738811"/>
                  </a:lnTo>
                  <a:lnTo>
                    <a:pt x="2440030" y="738209"/>
                  </a:lnTo>
                  <a:lnTo>
                    <a:pt x="2441102" y="737608"/>
                  </a:lnTo>
                  <a:lnTo>
                    <a:pt x="2442173" y="737007"/>
                  </a:lnTo>
                  <a:lnTo>
                    <a:pt x="2443245" y="736408"/>
                  </a:lnTo>
                  <a:lnTo>
                    <a:pt x="2444316" y="735809"/>
                  </a:lnTo>
                  <a:lnTo>
                    <a:pt x="2445388" y="735211"/>
                  </a:lnTo>
                  <a:lnTo>
                    <a:pt x="2446460" y="734614"/>
                  </a:lnTo>
                  <a:lnTo>
                    <a:pt x="2447531" y="734018"/>
                  </a:lnTo>
                  <a:lnTo>
                    <a:pt x="2448603" y="733423"/>
                  </a:lnTo>
                  <a:lnTo>
                    <a:pt x="2449674" y="732829"/>
                  </a:lnTo>
                  <a:lnTo>
                    <a:pt x="2450746" y="732235"/>
                  </a:lnTo>
                  <a:lnTo>
                    <a:pt x="2451818" y="731642"/>
                  </a:lnTo>
                  <a:lnTo>
                    <a:pt x="2452889" y="731050"/>
                  </a:lnTo>
                  <a:lnTo>
                    <a:pt x="2453961" y="730459"/>
                  </a:lnTo>
                  <a:lnTo>
                    <a:pt x="2455032" y="729869"/>
                  </a:lnTo>
                  <a:lnTo>
                    <a:pt x="2456104" y="729280"/>
                  </a:lnTo>
                  <a:lnTo>
                    <a:pt x="2457176" y="728691"/>
                  </a:lnTo>
                  <a:lnTo>
                    <a:pt x="2458247" y="728104"/>
                  </a:lnTo>
                  <a:lnTo>
                    <a:pt x="2459319" y="727517"/>
                  </a:lnTo>
                  <a:lnTo>
                    <a:pt x="2460390" y="726931"/>
                  </a:lnTo>
                  <a:lnTo>
                    <a:pt x="2461462" y="726346"/>
                  </a:lnTo>
                  <a:lnTo>
                    <a:pt x="2462534" y="725761"/>
                  </a:lnTo>
                  <a:lnTo>
                    <a:pt x="2463605" y="725178"/>
                  </a:lnTo>
                  <a:lnTo>
                    <a:pt x="2464677" y="724595"/>
                  </a:lnTo>
                  <a:lnTo>
                    <a:pt x="2465748" y="724013"/>
                  </a:lnTo>
                  <a:lnTo>
                    <a:pt x="2466820" y="723432"/>
                  </a:lnTo>
                  <a:lnTo>
                    <a:pt x="2467892" y="722852"/>
                  </a:lnTo>
                  <a:lnTo>
                    <a:pt x="2468963" y="722272"/>
                  </a:lnTo>
                  <a:lnTo>
                    <a:pt x="2470035" y="721694"/>
                  </a:lnTo>
                  <a:lnTo>
                    <a:pt x="2471106" y="721116"/>
                  </a:lnTo>
                  <a:lnTo>
                    <a:pt x="2472178" y="720539"/>
                  </a:lnTo>
                  <a:lnTo>
                    <a:pt x="2473250" y="719963"/>
                  </a:lnTo>
                  <a:lnTo>
                    <a:pt x="2474321" y="719387"/>
                  </a:lnTo>
                  <a:lnTo>
                    <a:pt x="2475393" y="718813"/>
                  </a:lnTo>
                  <a:lnTo>
                    <a:pt x="2476464" y="718239"/>
                  </a:lnTo>
                  <a:lnTo>
                    <a:pt x="2477536" y="717666"/>
                  </a:lnTo>
                  <a:lnTo>
                    <a:pt x="2478608" y="717094"/>
                  </a:lnTo>
                  <a:lnTo>
                    <a:pt x="2479679" y="716522"/>
                  </a:lnTo>
                  <a:lnTo>
                    <a:pt x="2480751" y="715952"/>
                  </a:lnTo>
                  <a:lnTo>
                    <a:pt x="2481822" y="715382"/>
                  </a:lnTo>
                  <a:lnTo>
                    <a:pt x="2482894" y="714813"/>
                  </a:lnTo>
                  <a:lnTo>
                    <a:pt x="2483966" y="714245"/>
                  </a:lnTo>
                  <a:lnTo>
                    <a:pt x="2485037" y="713677"/>
                  </a:lnTo>
                  <a:lnTo>
                    <a:pt x="2486109" y="713111"/>
                  </a:lnTo>
                  <a:lnTo>
                    <a:pt x="2487180" y="712545"/>
                  </a:lnTo>
                  <a:lnTo>
                    <a:pt x="2488252" y="711980"/>
                  </a:lnTo>
                  <a:lnTo>
                    <a:pt x="2489323" y="711416"/>
                  </a:lnTo>
                  <a:lnTo>
                    <a:pt x="2490395" y="710852"/>
                  </a:lnTo>
                  <a:lnTo>
                    <a:pt x="2491467" y="710289"/>
                  </a:lnTo>
                  <a:lnTo>
                    <a:pt x="2492538" y="709727"/>
                  </a:lnTo>
                  <a:lnTo>
                    <a:pt x="2493610" y="709166"/>
                  </a:lnTo>
                  <a:lnTo>
                    <a:pt x="2494681" y="708606"/>
                  </a:lnTo>
                  <a:lnTo>
                    <a:pt x="2495753" y="708046"/>
                  </a:lnTo>
                  <a:lnTo>
                    <a:pt x="2496825" y="707487"/>
                  </a:lnTo>
                  <a:lnTo>
                    <a:pt x="2497896" y="706929"/>
                  </a:lnTo>
                  <a:lnTo>
                    <a:pt x="2498968" y="706372"/>
                  </a:lnTo>
                  <a:lnTo>
                    <a:pt x="2500039" y="705815"/>
                  </a:lnTo>
                  <a:lnTo>
                    <a:pt x="2501111" y="705259"/>
                  </a:lnTo>
                  <a:lnTo>
                    <a:pt x="2502183" y="704704"/>
                  </a:lnTo>
                  <a:lnTo>
                    <a:pt x="2503254" y="704150"/>
                  </a:lnTo>
                  <a:lnTo>
                    <a:pt x="2504326" y="703597"/>
                  </a:lnTo>
                  <a:lnTo>
                    <a:pt x="2505397" y="703044"/>
                  </a:lnTo>
                  <a:lnTo>
                    <a:pt x="2506469" y="702492"/>
                  </a:lnTo>
                  <a:lnTo>
                    <a:pt x="2507541" y="701940"/>
                  </a:lnTo>
                  <a:lnTo>
                    <a:pt x="2508612" y="701390"/>
                  </a:lnTo>
                  <a:lnTo>
                    <a:pt x="2509684" y="700840"/>
                  </a:lnTo>
                  <a:lnTo>
                    <a:pt x="2510755" y="700291"/>
                  </a:lnTo>
                  <a:lnTo>
                    <a:pt x="2511827" y="699743"/>
                  </a:lnTo>
                  <a:lnTo>
                    <a:pt x="2512899" y="699195"/>
                  </a:lnTo>
                  <a:lnTo>
                    <a:pt x="2513970" y="698648"/>
                  </a:lnTo>
                  <a:lnTo>
                    <a:pt x="2515042" y="698102"/>
                  </a:lnTo>
                  <a:lnTo>
                    <a:pt x="2516113" y="697557"/>
                  </a:lnTo>
                  <a:lnTo>
                    <a:pt x="2517185" y="697012"/>
                  </a:lnTo>
                  <a:lnTo>
                    <a:pt x="2518257" y="696468"/>
                  </a:lnTo>
                  <a:lnTo>
                    <a:pt x="2519328" y="695925"/>
                  </a:lnTo>
                  <a:lnTo>
                    <a:pt x="2520400" y="695382"/>
                  </a:lnTo>
                  <a:lnTo>
                    <a:pt x="2521471" y="694841"/>
                  </a:lnTo>
                  <a:lnTo>
                    <a:pt x="2522543" y="694300"/>
                  </a:lnTo>
                  <a:lnTo>
                    <a:pt x="2523615" y="693759"/>
                  </a:lnTo>
                  <a:lnTo>
                    <a:pt x="2524686" y="693220"/>
                  </a:lnTo>
                  <a:lnTo>
                    <a:pt x="2525758" y="692681"/>
                  </a:lnTo>
                  <a:lnTo>
                    <a:pt x="2526829" y="692143"/>
                  </a:lnTo>
                  <a:lnTo>
                    <a:pt x="2527901" y="691605"/>
                  </a:lnTo>
                  <a:lnTo>
                    <a:pt x="2528973" y="691068"/>
                  </a:lnTo>
                  <a:lnTo>
                    <a:pt x="2530044" y="690532"/>
                  </a:lnTo>
                  <a:lnTo>
                    <a:pt x="2531116" y="689997"/>
                  </a:lnTo>
                  <a:lnTo>
                    <a:pt x="2532187" y="689462"/>
                  </a:lnTo>
                  <a:lnTo>
                    <a:pt x="2533259" y="688928"/>
                  </a:lnTo>
                  <a:lnTo>
                    <a:pt x="2534331" y="688395"/>
                  </a:lnTo>
                  <a:lnTo>
                    <a:pt x="2535402" y="687862"/>
                  </a:lnTo>
                  <a:lnTo>
                    <a:pt x="2536474" y="687330"/>
                  </a:lnTo>
                  <a:lnTo>
                    <a:pt x="2537545" y="686799"/>
                  </a:lnTo>
                  <a:lnTo>
                    <a:pt x="2538617" y="686269"/>
                  </a:lnTo>
                  <a:lnTo>
                    <a:pt x="2539689" y="685739"/>
                  </a:lnTo>
                  <a:lnTo>
                    <a:pt x="2540760" y="685210"/>
                  </a:lnTo>
                  <a:lnTo>
                    <a:pt x="2541832" y="684681"/>
                  </a:lnTo>
                  <a:lnTo>
                    <a:pt x="2542903" y="684153"/>
                  </a:lnTo>
                  <a:lnTo>
                    <a:pt x="2543975" y="683626"/>
                  </a:lnTo>
                  <a:lnTo>
                    <a:pt x="2545047" y="683100"/>
                  </a:lnTo>
                  <a:lnTo>
                    <a:pt x="2546118" y="682574"/>
                  </a:lnTo>
                  <a:lnTo>
                    <a:pt x="2547190" y="682049"/>
                  </a:lnTo>
                  <a:lnTo>
                    <a:pt x="2548261" y="681525"/>
                  </a:lnTo>
                  <a:lnTo>
                    <a:pt x="2549333" y="681001"/>
                  </a:lnTo>
                  <a:lnTo>
                    <a:pt x="2550405" y="680478"/>
                  </a:lnTo>
                  <a:lnTo>
                    <a:pt x="2551476" y="679955"/>
                  </a:lnTo>
                  <a:lnTo>
                    <a:pt x="2552548" y="679433"/>
                  </a:lnTo>
                  <a:lnTo>
                    <a:pt x="2553619" y="678912"/>
                  </a:lnTo>
                  <a:lnTo>
                    <a:pt x="2554691" y="678392"/>
                  </a:lnTo>
                  <a:lnTo>
                    <a:pt x="2555763" y="677872"/>
                  </a:lnTo>
                  <a:lnTo>
                    <a:pt x="2556834" y="677353"/>
                  </a:lnTo>
                  <a:lnTo>
                    <a:pt x="2557906" y="676834"/>
                  </a:lnTo>
                  <a:lnTo>
                    <a:pt x="2558977" y="676317"/>
                  </a:lnTo>
                  <a:lnTo>
                    <a:pt x="2560049" y="675799"/>
                  </a:lnTo>
                  <a:lnTo>
                    <a:pt x="2561121" y="675283"/>
                  </a:lnTo>
                  <a:lnTo>
                    <a:pt x="2562192" y="674767"/>
                  </a:lnTo>
                  <a:lnTo>
                    <a:pt x="2563264" y="674251"/>
                  </a:lnTo>
                  <a:lnTo>
                    <a:pt x="2564335" y="673737"/>
                  </a:lnTo>
                  <a:lnTo>
                    <a:pt x="2565407" y="673223"/>
                  </a:lnTo>
                  <a:lnTo>
                    <a:pt x="2566479" y="672709"/>
                  </a:lnTo>
                  <a:lnTo>
                    <a:pt x="2567550" y="672197"/>
                  </a:lnTo>
                  <a:lnTo>
                    <a:pt x="2568622" y="671684"/>
                  </a:lnTo>
                  <a:lnTo>
                    <a:pt x="2569693" y="671173"/>
                  </a:lnTo>
                  <a:lnTo>
                    <a:pt x="2570765" y="670662"/>
                  </a:lnTo>
                  <a:lnTo>
                    <a:pt x="2571837" y="670152"/>
                  </a:lnTo>
                  <a:lnTo>
                    <a:pt x="2572908" y="669642"/>
                  </a:lnTo>
                  <a:lnTo>
                    <a:pt x="2573980" y="669133"/>
                  </a:lnTo>
                  <a:lnTo>
                    <a:pt x="2575051" y="668624"/>
                  </a:lnTo>
                  <a:lnTo>
                    <a:pt x="2576123" y="668117"/>
                  </a:lnTo>
                  <a:lnTo>
                    <a:pt x="2577195" y="667609"/>
                  </a:lnTo>
                  <a:lnTo>
                    <a:pt x="2578266" y="667103"/>
                  </a:lnTo>
                  <a:lnTo>
                    <a:pt x="2579338" y="666597"/>
                  </a:lnTo>
                  <a:lnTo>
                    <a:pt x="2580409" y="666091"/>
                  </a:lnTo>
                  <a:lnTo>
                    <a:pt x="2581481" y="665586"/>
                  </a:lnTo>
                  <a:lnTo>
                    <a:pt x="2582553" y="665082"/>
                  </a:lnTo>
                  <a:lnTo>
                    <a:pt x="2583624" y="664578"/>
                  </a:lnTo>
                  <a:lnTo>
                    <a:pt x="2584696" y="664075"/>
                  </a:lnTo>
                  <a:lnTo>
                    <a:pt x="2585767" y="663573"/>
                  </a:lnTo>
                  <a:lnTo>
                    <a:pt x="2586839" y="663071"/>
                  </a:lnTo>
                  <a:lnTo>
                    <a:pt x="2587911" y="662570"/>
                  </a:lnTo>
                  <a:lnTo>
                    <a:pt x="2588982" y="662069"/>
                  </a:lnTo>
                  <a:lnTo>
                    <a:pt x="2590054" y="661569"/>
                  </a:lnTo>
                  <a:lnTo>
                    <a:pt x="2591125" y="661069"/>
                  </a:lnTo>
                  <a:lnTo>
                    <a:pt x="2592197" y="660570"/>
                  </a:lnTo>
                  <a:lnTo>
                    <a:pt x="2593269" y="660072"/>
                  </a:lnTo>
                  <a:lnTo>
                    <a:pt x="2594340" y="659574"/>
                  </a:lnTo>
                  <a:lnTo>
                    <a:pt x="2595412" y="659077"/>
                  </a:lnTo>
                  <a:lnTo>
                    <a:pt x="2596483" y="658580"/>
                  </a:lnTo>
                  <a:lnTo>
                    <a:pt x="2597555" y="658084"/>
                  </a:lnTo>
                  <a:lnTo>
                    <a:pt x="2598627" y="657588"/>
                  </a:lnTo>
                  <a:lnTo>
                    <a:pt x="2599698" y="657093"/>
                  </a:lnTo>
                  <a:lnTo>
                    <a:pt x="2600770" y="656599"/>
                  </a:lnTo>
                  <a:lnTo>
                    <a:pt x="2601841" y="656105"/>
                  </a:lnTo>
                  <a:lnTo>
                    <a:pt x="2602913" y="655612"/>
                  </a:lnTo>
                  <a:lnTo>
                    <a:pt x="2603985" y="655119"/>
                  </a:lnTo>
                  <a:lnTo>
                    <a:pt x="2605056" y="654627"/>
                  </a:lnTo>
                  <a:lnTo>
                    <a:pt x="2606128" y="654135"/>
                  </a:lnTo>
                  <a:lnTo>
                    <a:pt x="2607199" y="653644"/>
                  </a:lnTo>
                  <a:lnTo>
                    <a:pt x="2608271" y="653153"/>
                  </a:lnTo>
                  <a:lnTo>
                    <a:pt x="2609343" y="652663"/>
                  </a:lnTo>
                  <a:lnTo>
                    <a:pt x="2610414" y="652173"/>
                  </a:lnTo>
                  <a:lnTo>
                    <a:pt x="2611486" y="651684"/>
                  </a:lnTo>
                  <a:lnTo>
                    <a:pt x="2612557" y="651196"/>
                  </a:lnTo>
                  <a:lnTo>
                    <a:pt x="2613629" y="650708"/>
                  </a:lnTo>
                  <a:lnTo>
                    <a:pt x="2614701" y="650220"/>
                  </a:lnTo>
                  <a:lnTo>
                    <a:pt x="2615772" y="649734"/>
                  </a:lnTo>
                  <a:lnTo>
                    <a:pt x="2616844" y="649247"/>
                  </a:lnTo>
                  <a:lnTo>
                    <a:pt x="2617915" y="648761"/>
                  </a:lnTo>
                  <a:lnTo>
                    <a:pt x="2618987" y="648276"/>
                  </a:lnTo>
                  <a:lnTo>
                    <a:pt x="2620059" y="647791"/>
                  </a:lnTo>
                  <a:lnTo>
                    <a:pt x="2621130" y="647307"/>
                  </a:lnTo>
                  <a:lnTo>
                    <a:pt x="2622202" y="646823"/>
                  </a:lnTo>
                  <a:lnTo>
                    <a:pt x="2623273" y="646339"/>
                  </a:lnTo>
                  <a:lnTo>
                    <a:pt x="2624345" y="645857"/>
                  </a:lnTo>
                  <a:lnTo>
                    <a:pt x="2625417" y="645374"/>
                  </a:lnTo>
                  <a:lnTo>
                    <a:pt x="2626488" y="644892"/>
                  </a:lnTo>
                  <a:lnTo>
                    <a:pt x="2627560" y="644411"/>
                  </a:lnTo>
                  <a:lnTo>
                    <a:pt x="2628631" y="643930"/>
                  </a:lnTo>
                  <a:lnTo>
                    <a:pt x="2629703" y="643450"/>
                  </a:lnTo>
                  <a:lnTo>
                    <a:pt x="2630775" y="642970"/>
                  </a:lnTo>
                  <a:lnTo>
                    <a:pt x="2631846" y="642491"/>
                  </a:lnTo>
                  <a:lnTo>
                    <a:pt x="2632918" y="642012"/>
                  </a:lnTo>
                  <a:lnTo>
                    <a:pt x="2633989" y="641533"/>
                  </a:lnTo>
                  <a:lnTo>
                    <a:pt x="2635061" y="641055"/>
                  </a:lnTo>
                  <a:lnTo>
                    <a:pt x="2636133" y="640578"/>
                  </a:lnTo>
                  <a:lnTo>
                    <a:pt x="2637204" y="640101"/>
                  </a:lnTo>
                  <a:lnTo>
                    <a:pt x="2638276" y="639624"/>
                  </a:lnTo>
                  <a:lnTo>
                    <a:pt x="2639347" y="639148"/>
                  </a:lnTo>
                  <a:lnTo>
                    <a:pt x="2640419" y="638673"/>
                  </a:lnTo>
                  <a:lnTo>
                    <a:pt x="2641491" y="638198"/>
                  </a:lnTo>
                  <a:lnTo>
                    <a:pt x="2642562" y="637723"/>
                  </a:lnTo>
                  <a:lnTo>
                    <a:pt x="2643634" y="637249"/>
                  </a:lnTo>
                  <a:lnTo>
                    <a:pt x="2644705" y="636775"/>
                  </a:lnTo>
                  <a:lnTo>
                    <a:pt x="2645777" y="636302"/>
                  </a:lnTo>
                  <a:lnTo>
                    <a:pt x="2646849" y="635829"/>
                  </a:lnTo>
                  <a:lnTo>
                    <a:pt x="2647920" y="635356"/>
                  </a:lnTo>
                  <a:lnTo>
                    <a:pt x="2648992" y="634884"/>
                  </a:lnTo>
                  <a:lnTo>
                    <a:pt x="2650063" y="634413"/>
                  </a:lnTo>
                  <a:lnTo>
                    <a:pt x="2651135" y="633942"/>
                  </a:lnTo>
                  <a:lnTo>
                    <a:pt x="2652207" y="633471"/>
                  </a:lnTo>
                  <a:lnTo>
                    <a:pt x="2653278" y="633001"/>
                  </a:lnTo>
                  <a:lnTo>
                    <a:pt x="2654350" y="632531"/>
                  </a:lnTo>
                  <a:lnTo>
                    <a:pt x="2655421" y="632062"/>
                  </a:lnTo>
                  <a:lnTo>
                    <a:pt x="2656493" y="631593"/>
                  </a:lnTo>
                  <a:lnTo>
                    <a:pt x="2657565" y="631124"/>
                  </a:lnTo>
                  <a:lnTo>
                    <a:pt x="2658636" y="630656"/>
                  </a:lnTo>
                  <a:lnTo>
                    <a:pt x="2659708" y="630189"/>
                  </a:lnTo>
                  <a:lnTo>
                    <a:pt x="2660779" y="629722"/>
                  </a:lnTo>
                  <a:lnTo>
                    <a:pt x="2661851" y="629255"/>
                  </a:lnTo>
                  <a:lnTo>
                    <a:pt x="2662922" y="628788"/>
                  </a:lnTo>
                  <a:lnTo>
                    <a:pt x="2663994" y="628322"/>
                  </a:lnTo>
                  <a:lnTo>
                    <a:pt x="2665066" y="627857"/>
                  </a:lnTo>
                  <a:lnTo>
                    <a:pt x="2666137" y="627392"/>
                  </a:lnTo>
                  <a:lnTo>
                    <a:pt x="2667209" y="626927"/>
                  </a:lnTo>
                  <a:lnTo>
                    <a:pt x="2668280" y="626463"/>
                  </a:lnTo>
                  <a:lnTo>
                    <a:pt x="2669352" y="625999"/>
                  </a:lnTo>
                  <a:lnTo>
                    <a:pt x="2670424" y="625535"/>
                  </a:lnTo>
                  <a:lnTo>
                    <a:pt x="2671495" y="625072"/>
                  </a:lnTo>
                  <a:lnTo>
                    <a:pt x="2672567" y="624609"/>
                  </a:lnTo>
                  <a:lnTo>
                    <a:pt x="2673638" y="624147"/>
                  </a:lnTo>
                  <a:lnTo>
                    <a:pt x="2674710" y="623685"/>
                  </a:lnTo>
                  <a:lnTo>
                    <a:pt x="2675782" y="623223"/>
                  </a:lnTo>
                  <a:lnTo>
                    <a:pt x="2676853" y="622762"/>
                  </a:lnTo>
                  <a:lnTo>
                    <a:pt x="2677925" y="622301"/>
                  </a:lnTo>
                  <a:lnTo>
                    <a:pt x="2678996" y="621840"/>
                  </a:lnTo>
                  <a:lnTo>
                    <a:pt x="2680068" y="621380"/>
                  </a:lnTo>
                  <a:lnTo>
                    <a:pt x="2681140" y="620921"/>
                  </a:lnTo>
                  <a:lnTo>
                    <a:pt x="2682211" y="620461"/>
                  </a:lnTo>
                  <a:lnTo>
                    <a:pt x="2683283" y="620002"/>
                  </a:lnTo>
                  <a:lnTo>
                    <a:pt x="2684354" y="619544"/>
                  </a:lnTo>
                  <a:lnTo>
                    <a:pt x="2685426" y="619085"/>
                  </a:lnTo>
                  <a:lnTo>
                    <a:pt x="2686498" y="618627"/>
                  </a:lnTo>
                  <a:lnTo>
                    <a:pt x="2687569" y="618170"/>
                  </a:lnTo>
                  <a:lnTo>
                    <a:pt x="2688641" y="617713"/>
                  </a:lnTo>
                  <a:lnTo>
                    <a:pt x="2689712" y="617256"/>
                  </a:lnTo>
                  <a:lnTo>
                    <a:pt x="2690784" y="616799"/>
                  </a:lnTo>
                  <a:lnTo>
                    <a:pt x="2691856" y="616343"/>
                  </a:lnTo>
                  <a:lnTo>
                    <a:pt x="2692927" y="615887"/>
                  </a:lnTo>
                  <a:lnTo>
                    <a:pt x="2693999" y="615432"/>
                  </a:lnTo>
                  <a:lnTo>
                    <a:pt x="2695070" y="614976"/>
                  </a:lnTo>
                  <a:lnTo>
                    <a:pt x="2696142" y="614521"/>
                  </a:lnTo>
                  <a:lnTo>
                    <a:pt x="2697214" y="614067"/>
                  </a:lnTo>
                  <a:lnTo>
                    <a:pt x="2698285" y="613613"/>
                  </a:lnTo>
                  <a:lnTo>
                    <a:pt x="2699357" y="613159"/>
                  </a:lnTo>
                  <a:lnTo>
                    <a:pt x="2700428" y="612705"/>
                  </a:lnTo>
                  <a:lnTo>
                    <a:pt x="2701500" y="612252"/>
                  </a:lnTo>
                  <a:lnTo>
                    <a:pt x="2702572" y="611799"/>
                  </a:lnTo>
                  <a:lnTo>
                    <a:pt x="2703643" y="611347"/>
                  </a:lnTo>
                  <a:lnTo>
                    <a:pt x="2704715" y="610894"/>
                  </a:lnTo>
                  <a:lnTo>
                    <a:pt x="2705786" y="610442"/>
                  </a:lnTo>
                  <a:lnTo>
                    <a:pt x="2706858" y="609991"/>
                  </a:lnTo>
                  <a:lnTo>
                    <a:pt x="2707930" y="609539"/>
                  </a:lnTo>
                  <a:lnTo>
                    <a:pt x="2709001" y="609088"/>
                  </a:lnTo>
                  <a:lnTo>
                    <a:pt x="2710073" y="608638"/>
                  </a:lnTo>
                  <a:lnTo>
                    <a:pt x="2711144" y="608187"/>
                  </a:lnTo>
                  <a:lnTo>
                    <a:pt x="2712216" y="607737"/>
                  </a:lnTo>
                  <a:lnTo>
                    <a:pt x="2713288" y="607287"/>
                  </a:lnTo>
                  <a:lnTo>
                    <a:pt x="2714359" y="606838"/>
                  </a:lnTo>
                  <a:lnTo>
                    <a:pt x="2715431" y="606388"/>
                  </a:lnTo>
                  <a:lnTo>
                    <a:pt x="2716502" y="605939"/>
                  </a:lnTo>
                  <a:lnTo>
                    <a:pt x="2717574" y="605491"/>
                  </a:lnTo>
                  <a:lnTo>
                    <a:pt x="2718646" y="605042"/>
                  </a:lnTo>
                  <a:lnTo>
                    <a:pt x="2719717" y="604594"/>
                  </a:lnTo>
                  <a:lnTo>
                    <a:pt x="2720789" y="604146"/>
                  </a:lnTo>
                  <a:lnTo>
                    <a:pt x="2721860" y="603698"/>
                  </a:lnTo>
                  <a:lnTo>
                    <a:pt x="2722932" y="603251"/>
                  </a:lnTo>
                  <a:lnTo>
                    <a:pt x="2724004" y="602804"/>
                  </a:lnTo>
                  <a:lnTo>
                    <a:pt x="2725075" y="602357"/>
                  </a:lnTo>
                  <a:lnTo>
                    <a:pt x="2726147" y="601911"/>
                  </a:lnTo>
                  <a:lnTo>
                    <a:pt x="2727218" y="601464"/>
                  </a:lnTo>
                  <a:lnTo>
                    <a:pt x="2728290" y="601018"/>
                  </a:lnTo>
                  <a:lnTo>
                    <a:pt x="2729362" y="600572"/>
                  </a:lnTo>
                  <a:lnTo>
                    <a:pt x="2730433" y="600127"/>
                  </a:lnTo>
                  <a:lnTo>
                    <a:pt x="2731505" y="599682"/>
                  </a:lnTo>
                  <a:lnTo>
                    <a:pt x="2732576" y="599237"/>
                  </a:lnTo>
                  <a:lnTo>
                    <a:pt x="2733648" y="598792"/>
                  </a:lnTo>
                  <a:lnTo>
                    <a:pt x="2734720" y="598347"/>
                  </a:lnTo>
                  <a:lnTo>
                    <a:pt x="2735791" y="597903"/>
                  </a:lnTo>
                  <a:lnTo>
                    <a:pt x="2736863" y="597459"/>
                  </a:lnTo>
                  <a:lnTo>
                    <a:pt x="2737934" y="597015"/>
                  </a:lnTo>
                  <a:lnTo>
                    <a:pt x="2739006" y="596571"/>
                  </a:lnTo>
                  <a:lnTo>
                    <a:pt x="2740078" y="596128"/>
                  </a:lnTo>
                  <a:lnTo>
                    <a:pt x="2741149" y="595685"/>
                  </a:lnTo>
                  <a:lnTo>
                    <a:pt x="2742221" y="595242"/>
                  </a:lnTo>
                  <a:lnTo>
                    <a:pt x="2743292" y="594799"/>
                  </a:lnTo>
                  <a:lnTo>
                    <a:pt x="2744364" y="594356"/>
                  </a:lnTo>
                  <a:lnTo>
                    <a:pt x="2745436" y="593914"/>
                  </a:lnTo>
                  <a:lnTo>
                    <a:pt x="2746507" y="593472"/>
                  </a:lnTo>
                  <a:lnTo>
                    <a:pt x="2747579" y="593030"/>
                  </a:lnTo>
                  <a:lnTo>
                    <a:pt x="2748650" y="592588"/>
                  </a:lnTo>
                  <a:lnTo>
                    <a:pt x="2749722" y="592147"/>
                  </a:lnTo>
                  <a:lnTo>
                    <a:pt x="2750794" y="591705"/>
                  </a:lnTo>
                  <a:lnTo>
                    <a:pt x="2751865" y="591264"/>
                  </a:lnTo>
                  <a:lnTo>
                    <a:pt x="2752937" y="590823"/>
                  </a:lnTo>
                  <a:lnTo>
                    <a:pt x="2754008" y="590383"/>
                  </a:lnTo>
                  <a:lnTo>
                    <a:pt x="2755080" y="589942"/>
                  </a:lnTo>
                  <a:lnTo>
                    <a:pt x="2756152" y="589502"/>
                  </a:lnTo>
                  <a:lnTo>
                    <a:pt x="2757223" y="589062"/>
                  </a:lnTo>
                  <a:lnTo>
                    <a:pt x="2758295" y="588622"/>
                  </a:lnTo>
                  <a:lnTo>
                    <a:pt x="2759366" y="588182"/>
                  </a:lnTo>
                  <a:lnTo>
                    <a:pt x="2760438" y="587742"/>
                  </a:lnTo>
                  <a:lnTo>
                    <a:pt x="2761510" y="587303"/>
                  </a:lnTo>
                  <a:lnTo>
                    <a:pt x="2762581" y="586863"/>
                  </a:lnTo>
                  <a:lnTo>
                    <a:pt x="2763653" y="586424"/>
                  </a:lnTo>
                  <a:lnTo>
                    <a:pt x="2764724" y="585985"/>
                  </a:lnTo>
                  <a:lnTo>
                    <a:pt x="2765796" y="585547"/>
                  </a:lnTo>
                  <a:lnTo>
                    <a:pt x="2766868" y="585108"/>
                  </a:lnTo>
                  <a:lnTo>
                    <a:pt x="2767939" y="584669"/>
                  </a:lnTo>
                  <a:lnTo>
                    <a:pt x="2769011" y="584231"/>
                  </a:lnTo>
                  <a:lnTo>
                    <a:pt x="2770082" y="583793"/>
                  </a:lnTo>
                  <a:lnTo>
                    <a:pt x="2771154" y="583355"/>
                  </a:lnTo>
                  <a:lnTo>
                    <a:pt x="2772226" y="582917"/>
                  </a:lnTo>
                  <a:lnTo>
                    <a:pt x="2773297" y="582479"/>
                  </a:lnTo>
                  <a:lnTo>
                    <a:pt x="2774369" y="582042"/>
                  </a:lnTo>
                  <a:lnTo>
                    <a:pt x="2775440" y="581604"/>
                  </a:lnTo>
                  <a:lnTo>
                    <a:pt x="2776512" y="581167"/>
                  </a:lnTo>
                  <a:lnTo>
                    <a:pt x="2777584" y="580730"/>
                  </a:lnTo>
                  <a:lnTo>
                    <a:pt x="2778655" y="580293"/>
                  </a:lnTo>
                  <a:lnTo>
                    <a:pt x="2779727" y="579856"/>
                  </a:lnTo>
                  <a:lnTo>
                    <a:pt x="2780798" y="579419"/>
                  </a:lnTo>
                  <a:lnTo>
                    <a:pt x="2781870" y="578982"/>
                  </a:lnTo>
                  <a:lnTo>
                    <a:pt x="2782942" y="578546"/>
                  </a:lnTo>
                  <a:lnTo>
                    <a:pt x="2784013" y="578109"/>
                  </a:lnTo>
                  <a:lnTo>
                    <a:pt x="2785085" y="577673"/>
                  </a:lnTo>
                  <a:lnTo>
                    <a:pt x="2786156" y="577237"/>
                  </a:lnTo>
                  <a:lnTo>
                    <a:pt x="2787228" y="576801"/>
                  </a:lnTo>
                  <a:lnTo>
                    <a:pt x="2788300" y="576365"/>
                  </a:lnTo>
                  <a:lnTo>
                    <a:pt x="2789371" y="575929"/>
                  </a:lnTo>
                  <a:lnTo>
                    <a:pt x="2790443" y="575493"/>
                  </a:lnTo>
                  <a:lnTo>
                    <a:pt x="2791514" y="575058"/>
                  </a:lnTo>
                  <a:lnTo>
                    <a:pt x="2792586" y="574622"/>
                  </a:lnTo>
                  <a:lnTo>
                    <a:pt x="2793658" y="574187"/>
                  </a:lnTo>
                  <a:lnTo>
                    <a:pt x="2794729" y="573751"/>
                  </a:lnTo>
                  <a:lnTo>
                    <a:pt x="2795801" y="573316"/>
                  </a:lnTo>
                  <a:lnTo>
                    <a:pt x="2796872" y="572881"/>
                  </a:lnTo>
                  <a:lnTo>
                    <a:pt x="2797944" y="572445"/>
                  </a:lnTo>
                  <a:lnTo>
                    <a:pt x="2799016" y="572010"/>
                  </a:lnTo>
                  <a:lnTo>
                    <a:pt x="2800087" y="571575"/>
                  </a:lnTo>
                  <a:lnTo>
                    <a:pt x="2801159" y="571141"/>
                  </a:lnTo>
                  <a:lnTo>
                    <a:pt x="2802230" y="570706"/>
                  </a:lnTo>
                  <a:lnTo>
                    <a:pt x="2803302" y="570271"/>
                  </a:lnTo>
                  <a:lnTo>
                    <a:pt x="2804374" y="569836"/>
                  </a:lnTo>
                  <a:lnTo>
                    <a:pt x="2805445" y="569402"/>
                  </a:lnTo>
                  <a:lnTo>
                    <a:pt x="2806517" y="568967"/>
                  </a:lnTo>
                  <a:lnTo>
                    <a:pt x="2807588" y="568533"/>
                  </a:lnTo>
                  <a:lnTo>
                    <a:pt x="2808660" y="568098"/>
                  </a:lnTo>
                  <a:lnTo>
                    <a:pt x="2809732" y="567664"/>
                  </a:lnTo>
                  <a:lnTo>
                    <a:pt x="2810803" y="567229"/>
                  </a:lnTo>
                  <a:lnTo>
                    <a:pt x="2811875" y="566795"/>
                  </a:lnTo>
                  <a:lnTo>
                    <a:pt x="2812946" y="566361"/>
                  </a:lnTo>
                  <a:lnTo>
                    <a:pt x="2814018" y="565927"/>
                  </a:lnTo>
                  <a:lnTo>
                    <a:pt x="2815090" y="565492"/>
                  </a:lnTo>
                  <a:lnTo>
                    <a:pt x="2816161" y="565058"/>
                  </a:lnTo>
                  <a:lnTo>
                    <a:pt x="2817233" y="564624"/>
                  </a:lnTo>
                  <a:lnTo>
                    <a:pt x="2818304" y="564190"/>
                  </a:lnTo>
                  <a:lnTo>
                    <a:pt x="2819376" y="563756"/>
                  </a:lnTo>
                  <a:lnTo>
                    <a:pt x="2820448" y="563322"/>
                  </a:lnTo>
                  <a:lnTo>
                    <a:pt x="2821519" y="562888"/>
                  </a:lnTo>
                  <a:lnTo>
                    <a:pt x="2822591" y="562454"/>
                  </a:lnTo>
                  <a:lnTo>
                    <a:pt x="2823662" y="562020"/>
                  </a:lnTo>
                  <a:lnTo>
                    <a:pt x="2824734" y="561587"/>
                  </a:lnTo>
                  <a:lnTo>
                    <a:pt x="2825806" y="561153"/>
                  </a:lnTo>
                  <a:lnTo>
                    <a:pt x="2826877" y="560719"/>
                  </a:lnTo>
                  <a:lnTo>
                    <a:pt x="2827949" y="560285"/>
                  </a:lnTo>
                  <a:lnTo>
                    <a:pt x="2829020" y="559851"/>
                  </a:lnTo>
                  <a:lnTo>
                    <a:pt x="2830092" y="559417"/>
                  </a:lnTo>
                  <a:lnTo>
                    <a:pt x="2831164" y="558983"/>
                  </a:lnTo>
                  <a:lnTo>
                    <a:pt x="2832235" y="558550"/>
                  </a:lnTo>
                  <a:lnTo>
                    <a:pt x="2833307" y="558116"/>
                  </a:lnTo>
                  <a:lnTo>
                    <a:pt x="2834378" y="557682"/>
                  </a:lnTo>
                  <a:lnTo>
                    <a:pt x="2835450" y="557248"/>
                  </a:lnTo>
                  <a:lnTo>
                    <a:pt x="2836522" y="556814"/>
                  </a:lnTo>
                  <a:lnTo>
                    <a:pt x="2837593" y="556380"/>
                  </a:lnTo>
                  <a:lnTo>
                    <a:pt x="2838665" y="555946"/>
                  </a:lnTo>
                  <a:lnTo>
                    <a:pt x="2839736" y="555512"/>
                  </a:lnTo>
                  <a:lnTo>
                    <a:pt x="2840808" y="555079"/>
                  </a:lnTo>
                  <a:lnTo>
                    <a:pt x="2841879" y="554645"/>
                  </a:lnTo>
                  <a:lnTo>
                    <a:pt x="2842951" y="554211"/>
                  </a:lnTo>
                  <a:lnTo>
                    <a:pt x="2844023" y="553777"/>
                  </a:lnTo>
                  <a:lnTo>
                    <a:pt x="2845094" y="553343"/>
                  </a:lnTo>
                  <a:lnTo>
                    <a:pt x="2846166" y="552908"/>
                  </a:lnTo>
                  <a:lnTo>
                    <a:pt x="2847237" y="552474"/>
                  </a:lnTo>
                  <a:lnTo>
                    <a:pt x="2848309" y="552040"/>
                  </a:lnTo>
                  <a:lnTo>
                    <a:pt x="2849381" y="551606"/>
                  </a:lnTo>
                  <a:lnTo>
                    <a:pt x="2850452" y="551172"/>
                  </a:lnTo>
                  <a:lnTo>
                    <a:pt x="2851524" y="550738"/>
                  </a:lnTo>
                  <a:lnTo>
                    <a:pt x="2852595" y="550303"/>
                  </a:lnTo>
                  <a:lnTo>
                    <a:pt x="2853667" y="549869"/>
                  </a:lnTo>
                  <a:lnTo>
                    <a:pt x="2854739" y="549434"/>
                  </a:lnTo>
                  <a:lnTo>
                    <a:pt x="2855810" y="549000"/>
                  </a:lnTo>
                  <a:lnTo>
                    <a:pt x="2856882" y="548565"/>
                  </a:lnTo>
                  <a:lnTo>
                    <a:pt x="2857953" y="548131"/>
                  </a:lnTo>
                  <a:lnTo>
                    <a:pt x="2859025" y="547696"/>
                  </a:lnTo>
                  <a:lnTo>
                    <a:pt x="2860097" y="547261"/>
                  </a:lnTo>
                  <a:lnTo>
                    <a:pt x="2861168" y="546827"/>
                  </a:lnTo>
                  <a:lnTo>
                    <a:pt x="2862240" y="546392"/>
                  </a:lnTo>
                  <a:lnTo>
                    <a:pt x="2863311" y="545957"/>
                  </a:lnTo>
                  <a:lnTo>
                    <a:pt x="2864383" y="545522"/>
                  </a:lnTo>
                  <a:lnTo>
                    <a:pt x="2865455" y="545087"/>
                  </a:lnTo>
                  <a:lnTo>
                    <a:pt x="2866526" y="544651"/>
                  </a:lnTo>
                  <a:lnTo>
                    <a:pt x="2867598" y="544216"/>
                  </a:lnTo>
                  <a:lnTo>
                    <a:pt x="2868669" y="543781"/>
                  </a:lnTo>
                  <a:lnTo>
                    <a:pt x="2869741" y="543345"/>
                  </a:lnTo>
                  <a:lnTo>
                    <a:pt x="2870813" y="542910"/>
                  </a:lnTo>
                  <a:lnTo>
                    <a:pt x="2871884" y="542474"/>
                  </a:lnTo>
                  <a:lnTo>
                    <a:pt x="2872956" y="542038"/>
                  </a:lnTo>
                  <a:lnTo>
                    <a:pt x="2874027" y="541603"/>
                  </a:lnTo>
                  <a:lnTo>
                    <a:pt x="2875099" y="541167"/>
                  </a:lnTo>
                  <a:lnTo>
                    <a:pt x="2876171" y="540731"/>
                  </a:lnTo>
                  <a:lnTo>
                    <a:pt x="2877242" y="540295"/>
                  </a:lnTo>
                  <a:lnTo>
                    <a:pt x="2878314" y="539858"/>
                  </a:lnTo>
                  <a:lnTo>
                    <a:pt x="2879385" y="539422"/>
                  </a:lnTo>
                  <a:lnTo>
                    <a:pt x="2880457" y="538986"/>
                  </a:lnTo>
                  <a:lnTo>
                    <a:pt x="2881529" y="538549"/>
                  </a:lnTo>
                  <a:lnTo>
                    <a:pt x="2882600" y="538112"/>
                  </a:lnTo>
                  <a:lnTo>
                    <a:pt x="2883672" y="537675"/>
                  </a:lnTo>
                  <a:lnTo>
                    <a:pt x="2884743" y="537238"/>
                  </a:lnTo>
                  <a:lnTo>
                    <a:pt x="2885815" y="536801"/>
                  </a:lnTo>
                  <a:lnTo>
                    <a:pt x="2886887" y="536364"/>
                  </a:lnTo>
                  <a:lnTo>
                    <a:pt x="2887958" y="535927"/>
                  </a:lnTo>
                  <a:lnTo>
                    <a:pt x="2889030" y="535489"/>
                  </a:lnTo>
                  <a:lnTo>
                    <a:pt x="2890101" y="535052"/>
                  </a:lnTo>
                  <a:lnTo>
                    <a:pt x="2891173" y="534614"/>
                  </a:lnTo>
                  <a:lnTo>
                    <a:pt x="2892245" y="534176"/>
                  </a:lnTo>
                  <a:lnTo>
                    <a:pt x="2893316" y="533738"/>
                  </a:lnTo>
                  <a:lnTo>
                    <a:pt x="2894388" y="533300"/>
                  </a:lnTo>
                  <a:lnTo>
                    <a:pt x="2895459" y="532862"/>
                  </a:lnTo>
                  <a:lnTo>
                    <a:pt x="2896531" y="532423"/>
                  </a:lnTo>
                  <a:lnTo>
                    <a:pt x="2897603" y="531985"/>
                  </a:lnTo>
                  <a:lnTo>
                    <a:pt x="2898674" y="531546"/>
                  </a:lnTo>
                  <a:lnTo>
                    <a:pt x="2899746" y="531107"/>
                  </a:lnTo>
                  <a:lnTo>
                    <a:pt x="2900817" y="530668"/>
                  </a:lnTo>
                  <a:lnTo>
                    <a:pt x="2901889" y="530229"/>
                  </a:lnTo>
                  <a:lnTo>
                    <a:pt x="2902961" y="529789"/>
                  </a:lnTo>
                  <a:lnTo>
                    <a:pt x="2904032" y="529350"/>
                  </a:lnTo>
                  <a:lnTo>
                    <a:pt x="2905104" y="528910"/>
                  </a:lnTo>
                  <a:lnTo>
                    <a:pt x="2906175" y="528470"/>
                  </a:lnTo>
                  <a:lnTo>
                    <a:pt x="2907247" y="528030"/>
                  </a:lnTo>
                  <a:lnTo>
                    <a:pt x="2908319" y="527589"/>
                  </a:lnTo>
                  <a:lnTo>
                    <a:pt x="2909390" y="527149"/>
                  </a:lnTo>
                  <a:lnTo>
                    <a:pt x="2910462" y="526708"/>
                  </a:lnTo>
                  <a:lnTo>
                    <a:pt x="2911533" y="526268"/>
                  </a:lnTo>
                  <a:lnTo>
                    <a:pt x="2912605" y="525827"/>
                  </a:lnTo>
                  <a:lnTo>
                    <a:pt x="2913677" y="525385"/>
                  </a:lnTo>
                  <a:lnTo>
                    <a:pt x="2914748" y="524944"/>
                  </a:lnTo>
                  <a:lnTo>
                    <a:pt x="2915820" y="524502"/>
                  </a:lnTo>
                  <a:lnTo>
                    <a:pt x="2916891" y="524061"/>
                  </a:lnTo>
                  <a:lnTo>
                    <a:pt x="2917963" y="523619"/>
                  </a:lnTo>
                  <a:lnTo>
                    <a:pt x="2919035" y="523176"/>
                  </a:lnTo>
                  <a:lnTo>
                    <a:pt x="2920106" y="522734"/>
                  </a:lnTo>
                  <a:lnTo>
                    <a:pt x="2921178" y="522291"/>
                  </a:lnTo>
                  <a:lnTo>
                    <a:pt x="2922249" y="521849"/>
                  </a:lnTo>
                  <a:lnTo>
                    <a:pt x="2923321" y="521406"/>
                  </a:lnTo>
                  <a:lnTo>
                    <a:pt x="2924393" y="520962"/>
                  </a:lnTo>
                  <a:lnTo>
                    <a:pt x="2925464" y="520519"/>
                  </a:lnTo>
                  <a:lnTo>
                    <a:pt x="2926536" y="520075"/>
                  </a:lnTo>
                  <a:lnTo>
                    <a:pt x="2927607" y="519631"/>
                  </a:lnTo>
                  <a:lnTo>
                    <a:pt x="2928679" y="519187"/>
                  </a:lnTo>
                  <a:lnTo>
                    <a:pt x="2929751" y="518743"/>
                  </a:lnTo>
                  <a:lnTo>
                    <a:pt x="2930822" y="518299"/>
                  </a:lnTo>
                  <a:lnTo>
                    <a:pt x="2931894" y="517854"/>
                  </a:lnTo>
                  <a:lnTo>
                    <a:pt x="2932965" y="517409"/>
                  </a:lnTo>
                  <a:lnTo>
                    <a:pt x="2934037" y="516964"/>
                  </a:lnTo>
                  <a:lnTo>
                    <a:pt x="2935109" y="516518"/>
                  </a:lnTo>
                  <a:lnTo>
                    <a:pt x="2936180" y="516072"/>
                  </a:lnTo>
                  <a:lnTo>
                    <a:pt x="2937252" y="515626"/>
                  </a:lnTo>
                  <a:lnTo>
                    <a:pt x="2938323" y="515180"/>
                  </a:lnTo>
                  <a:lnTo>
                    <a:pt x="2939395" y="514734"/>
                  </a:lnTo>
                  <a:lnTo>
                    <a:pt x="2940467" y="514287"/>
                  </a:lnTo>
                  <a:lnTo>
                    <a:pt x="2941538" y="513840"/>
                  </a:lnTo>
                  <a:lnTo>
                    <a:pt x="2942610" y="513393"/>
                  </a:lnTo>
                  <a:lnTo>
                    <a:pt x="2943681" y="512946"/>
                  </a:lnTo>
                  <a:lnTo>
                    <a:pt x="2944753" y="512498"/>
                  </a:lnTo>
                  <a:lnTo>
                    <a:pt x="2945825" y="512050"/>
                  </a:lnTo>
                  <a:lnTo>
                    <a:pt x="2946896" y="511602"/>
                  </a:lnTo>
                  <a:lnTo>
                    <a:pt x="2947968" y="511153"/>
                  </a:lnTo>
                  <a:lnTo>
                    <a:pt x="2949039" y="510704"/>
                  </a:lnTo>
                  <a:lnTo>
                    <a:pt x="2950111" y="510255"/>
                  </a:lnTo>
                  <a:lnTo>
                    <a:pt x="2951183" y="509806"/>
                  </a:lnTo>
                  <a:lnTo>
                    <a:pt x="2952254" y="509357"/>
                  </a:lnTo>
                  <a:lnTo>
                    <a:pt x="2953326" y="508907"/>
                  </a:lnTo>
                  <a:lnTo>
                    <a:pt x="2954397" y="508457"/>
                  </a:lnTo>
                  <a:lnTo>
                    <a:pt x="2955469" y="508006"/>
                  </a:lnTo>
                  <a:lnTo>
                    <a:pt x="2956541" y="507556"/>
                  </a:lnTo>
                  <a:lnTo>
                    <a:pt x="2957612" y="507105"/>
                  </a:lnTo>
                  <a:lnTo>
                    <a:pt x="2958684" y="506654"/>
                  </a:lnTo>
                  <a:lnTo>
                    <a:pt x="2959755" y="506202"/>
                  </a:lnTo>
                  <a:lnTo>
                    <a:pt x="2960827" y="505750"/>
                  </a:lnTo>
                  <a:lnTo>
                    <a:pt x="2961899" y="505298"/>
                  </a:lnTo>
                  <a:lnTo>
                    <a:pt x="2962970" y="504846"/>
                  </a:lnTo>
                  <a:lnTo>
                    <a:pt x="2964042" y="504393"/>
                  </a:lnTo>
                  <a:lnTo>
                    <a:pt x="2965113" y="503940"/>
                  </a:lnTo>
                  <a:lnTo>
                    <a:pt x="2966185" y="503487"/>
                  </a:lnTo>
                  <a:lnTo>
                    <a:pt x="2967257" y="503033"/>
                  </a:lnTo>
                  <a:lnTo>
                    <a:pt x="2968328" y="502579"/>
                  </a:lnTo>
                  <a:lnTo>
                    <a:pt x="2969400" y="502125"/>
                  </a:lnTo>
                  <a:lnTo>
                    <a:pt x="2970471" y="501671"/>
                  </a:lnTo>
                  <a:lnTo>
                    <a:pt x="2971543" y="501216"/>
                  </a:lnTo>
                  <a:lnTo>
                    <a:pt x="2972615" y="500761"/>
                  </a:lnTo>
                  <a:lnTo>
                    <a:pt x="2973686" y="500305"/>
                  </a:lnTo>
                  <a:lnTo>
                    <a:pt x="2974758" y="499849"/>
                  </a:lnTo>
                  <a:lnTo>
                    <a:pt x="2975829" y="499393"/>
                  </a:lnTo>
                  <a:lnTo>
                    <a:pt x="2976901" y="498937"/>
                  </a:lnTo>
                  <a:lnTo>
                    <a:pt x="2977973" y="498480"/>
                  </a:lnTo>
                  <a:lnTo>
                    <a:pt x="2979044" y="498023"/>
                  </a:lnTo>
                  <a:lnTo>
                    <a:pt x="2980116" y="497566"/>
                  </a:lnTo>
                  <a:lnTo>
                    <a:pt x="2981187" y="497108"/>
                  </a:lnTo>
                  <a:lnTo>
                    <a:pt x="2982259" y="496650"/>
                  </a:lnTo>
                  <a:lnTo>
                    <a:pt x="2983331" y="496192"/>
                  </a:lnTo>
                  <a:lnTo>
                    <a:pt x="2984402" y="495733"/>
                  </a:lnTo>
                  <a:lnTo>
                    <a:pt x="2985474" y="495274"/>
                  </a:lnTo>
                  <a:lnTo>
                    <a:pt x="2986545" y="494814"/>
                  </a:lnTo>
                  <a:lnTo>
                    <a:pt x="2987617" y="494355"/>
                  </a:lnTo>
                  <a:lnTo>
                    <a:pt x="2988689" y="493895"/>
                  </a:lnTo>
                  <a:lnTo>
                    <a:pt x="2989760" y="493434"/>
                  </a:lnTo>
                  <a:lnTo>
                    <a:pt x="2990832" y="492973"/>
                  </a:lnTo>
                  <a:lnTo>
                    <a:pt x="2991903" y="492512"/>
                  </a:lnTo>
                  <a:lnTo>
                    <a:pt x="2992975" y="492051"/>
                  </a:lnTo>
                  <a:lnTo>
                    <a:pt x="2994047" y="491589"/>
                  </a:lnTo>
                  <a:lnTo>
                    <a:pt x="2995118" y="491127"/>
                  </a:lnTo>
                  <a:lnTo>
                    <a:pt x="2996190" y="490664"/>
                  </a:lnTo>
                  <a:lnTo>
                    <a:pt x="2997261" y="490201"/>
                  </a:lnTo>
                  <a:lnTo>
                    <a:pt x="2998333" y="489738"/>
                  </a:lnTo>
                  <a:lnTo>
                    <a:pt x="2999405" y="489274"/>
                  </a:lnTo>
                  <a:lnTo>
                    <a:pt x="3000476" y="488810"/>
                  </a:lnTo>
                  <a:lnTo>
                    <a:pt x="3001548" y="488346"/>
                  </a:lnTo>
                  <a:lnTo>
                    <a:pt x="3002619" y="487881"/>
                  </a:lnTo>
                  <a:lnTo>
                    <a:pt x="3003691" y="487416"/>
                  </a:lnTo>
                  <a:lnTo>
                    <a:pt x="3004763" y="486950"/>
                  </a:lnTo>
                  <a:lnTo>
                    <a:pt x="3005834" y="486484"/>
                  </a:lnTo>
                  <a:lnTo>
                    <a:pt x="3006906" y="486018"/>
                  </a:lnTo>
                  <a:lnTo>
                    <a:pt x="3007977" y="485552"/>
                  </a:lnTo>
                  <a:lnTo>
                    <a:pt x="3009049" y="485085"/>
                  </a:lnTo>
                  <a:lnTo>
                    <a:pt x="3010121" y="484617"/>
                  </a:lnTo>
                  <a:lnTo>
                    <a:pt x="3011192" y="484149"/>
                  </a:lnTo>
                  <a:lnTo>
                    <a:pt x="3012264" y="483681"/>
                  </a:lnTo>
                  <a:lnTo>
                    <a:pt x="3013335" y="483212"/>
                  </a:lnTo>
                  <a:lnTo>
                    <a:pt x="3014407" y="482743"/>
                  </a:lnTo>
                  <a:lnTo>
                    <a:pt x="3015479" y="482274"/>
                  </a:lnTo>
                  <a:lnTo>
                    <a:pt x="3016550" y="481804"/>
                  </a:lnTo>
                  <a:lnTo>
                    <a:pt x="3017622" y="481334"/>
                  </a:lnTo>
                  <a:lnTo>
                    <a:pt x="3018693" y="480863"/>
                  </a:lnTo>
                  <a:lnTo>
                    <a:pt x="3019765" y="480392"/>
                  </a:lnTo>
                  <a:lnTo>
                    <a:pt x="3020836" y="479921"/>
                  </a:lnTo>
                  <a:lnTo>
                    <a:pt x="3021908" y="479449"/>
                  </a:lnTo>
                  <a:lnTo>
                    <a:pt x="3022980" y="478977"/>
                  </a:lnTo>
                  <a:lnTo>
                    <a:pt x="3024051" y="478505"/>
                  </a:lnTo>
                  <a:lnTo>
                    <a:pt x="3025123" y="478032"/>
                  </a:lnTo>
                  <a:lnTo>
                    <a:pt x="3026194" y="477558"/>
                  </a:lnTo>
                  <a:lnTo>
                    <a:pt x="3027266" y="477084"/>
                  </a:lnTo>
                  <a:lnTo>
                    <a:pt x="3028338" y="476610"/>
                  </a:lnTo>
                  <a:lnTo>
                    <a:pt x="3029409" y="476136"/>
                  </a:lnTo>
                  <a:lnTo>
                    <a:pt x="3030481" y="475661"/>
                  </a:lnTo>
                  <a:lnTo>
                    <a:pt x="3031552" y="475185"/>
                  </a:lnTo>
                  <a:lnTo>
                    <a:pt x="3032624" y="474709"/>
                  </a:lnTo>
                  <a:lnTo>
                    <a:pt x="3033696" y="474233"/>
                  </a:lnTo>
                  <a:lnTo>
                    <a:pt x="3034767" y="473757"/>
                  </a:lnTo>
                  <a:lnTo>
                    <a:pt x="3035839" y="473280"/>
                  </a:lnTo>
                  <a:lnTo>
                    <a:pt x="3036910" y="472802"/>
                  </a:lnTo>
                  <a:lnTo>
                    <a:pt x="3037982" y="472324"/>
                  </a:lnTo>
                  <a:lnTo>
                    <a:pt x="3039054" y="471846"/>
                  </a:lnTo>
                  <a:lnTo>
                    <a:pt x="3040125" y="471368"/>
                  </a:lnTo>
                  <a:lnTo>
                    <a:pt x="3041197" y="470889"/>
                  </a:lnTo>
                  <a:lnTo>
                    <a:pt x="3042268" y="470409"/>
                  </a:lnTo>
                  <a:lnTo>
                    <a:pt x="3043340" y="469929"/>
                  </a:lnTo>
                  <a:lnTo>
                    <a:pt x="3044412" y="469449"/>
                  </a:lnTo>
                  <a:lnTo>
                    <a:pt x="3045483" y="468969"/>
                  </a:lnTo>
                  <a:lnTo>
                    <a:pt x="3046555" y="468488"/>
                  </a:lnTo>
                  <a:lnTo>
                    <a:pt x="3047626" y="468006"/>
                  </a:lnTo>
                  <a:lnTo>
                    <a:pt x="3048698" y="467524"/>
                  </a:lnTo>
                  <a:lnTo>
                    <a:pt x="3049770" y="467042"/>
                  </a:lnTo>
                  <a:lnTo>
                    <a:pt x="3050841" y="466560"/>
                  </a:lnTo>
                  <a:lnTo>
                    <a:pt x="3051913" y="466077"/>
                  </a:lnTo>
                  <a:lnTo>
                    <a:pt x="3052984" y="465593"/>
                  </a:lnTo>
                  <a:lnTo>
                    <a:pt x="3054056" y="465110"/>
                  </a:lnTo>
                  <a:lnTo>
                    <a:pt x="3055128" y="464625"/>
                  </a:lnTo>
                  <a:lnTo>
                    <a:pt x="3056199" y="464141"/>
                  </a:lnTo>
                  <a:lnTo>
                    <a:pt x="3057271" y="463656"/>
                  </a:lnTo>
                  <a:lnTo>
                    <a:pt x="3058342" y="463170"/>
                  </a:lnTo>
                  <a:lnTo>
                    <a:pt x="3059414" y="462685"/>
                  </a:lnTo>
                  <a:lnTo>
                    <a:pt x="3060486" y="462198"/>
                  </a:lnTo>
                  <a:lnTo>
                    <a:pt x="3061557" y="461712"/>
                  </a:lnTo>
                  <a:lnTo>
                    <a:pt x="3062629" y="461225"/>
                  </a:lnTo>
                  <a:lnTo>
                    <a:pt x="3063700" y="460737"/>
                  </a:lnTo>
                  <a:lnTo>
                    <a:pt x="3064772" y="460250"/>
                  </a:lnTo>
                  <a:lnTo>
                    <a:pt x="3065844" y="459762"/>
                  </a:lnTo>
                  <a:lnTo>
                    <a:pt x="3066915" y="459273"/>
                  </a:lnTo>
                  <a:lnTo>
                    <a:pt x="3067987" y="458784"/>
                  </a:lnTo>
                  <a:lnTo>
                    <a:pt x="3069058" y="458295"/>
                  </a:lnTo>
                  <a:lnTo>
                    <a:pt x="3070130" y="457805"/>
                  </a:lnTo>
                  <a:lnTo>
                    <a:pt x="3071202" y="457315"/>
                  </a:lnTo>
                  <a:lnTo>
                    <a:pt x="3072273" y="456824"/>
                  </a:lnTo>
                  <a:lnTo>
                    <a:pt x="3073345" y="456333"/>
                  </a:lnTo>
                  <a:lnTo>
                    <a:pt x="3074416" y="455842"/>
                  </a:lnTo>
                  <a:lnTo>
                    <a:pt x="3075488" y="455350"/>
                  </a:lnTo>
                  <a:lnTo>
                    <a:pt x="3076560" y="454858"/>
                  </a:lnTo>
                  <a:lnTo>
                    <a:pt x="3077631" y="454365"/>
                  </a:lnTo>
                  <a:lnTo>
                    <a:pt x="3078703" y="453872"/>
                  </a:lnTo>
                  <a:lnTo>
                    <a:pt x="3079774" y="453379"/>
                  </a:lnTo>
                  <a:lnTo>
                    <a:pt x="3080846" y="452885"/>
                  </a:lnTo>
                  <a:lnTo>
                    <a:pt x="3081918" y="452391"/>
                  </a:lnTo>
                  <a:lnTo>
                    <a:pt x="3082989" y="451897"/>
                  </a:lnTo>
                  <a:lnTo>
                    <a:pt x="3084061" y="451402"/>
                  </a:lnTo>
                  <a:lnTo>
                    <a:pt x="3085132" y="450906"/>
                  </a:lnTo>
                  <a:lnTo>
                    <a:pt x="3086204" y="450411"/>
                  </a:lnTo>
                  <a:lnTo>
                    <a:pt x="3087276" y="449914"/>
                  </a:lnTo>
                  <a:lnTo>
                    <a:pt x="3088347" y="449418"/>
                  </a:lnTo>
                  <a:lnTo>
                    <a:pt x="3089419" y="448921"/>
                  </a:lnTo>
                  <a:lnTo>
                    <a:pt x="3090490" y="448424"/>
                  </a:lnTo>
                  <a:lnTo>
                    <a:pt x="3091562" y="447926"/>
                  </a:lnTo>
                  <a:lnTo>
                    <a:pt x="3092634" y="447428"/>
                  </a:lnTo>
                  <a:lnTo>
                    <a:pt x="3093705" y="446929"/>
                  </a:lnTo>
                  <a:lnTo>
                    <a:pt x="3094777" y="446430"/>
                  </a:lnTo>
                  <a:lnTo>
                    <a:pt x="3095848" y="445931"/>
                  </a:lnTo>
                  <a:lnTo>
                    <a:pt x="3096920" y="445431"/>
                  </a:lnTo>
                  <a:lnTo>
                    <a:pt x="3097992" y="444931"/>
                  </a:lnTo>
                  <a:lnTo>
                    <a:pt x="3099063" y="444431"/>
                  </a:lnTo>
                  <a:lnTo>
                    <a:pt x="3100135" y="443930"/>
                  </a:lnTo>
                  <a:lnTo>
                    <a:pt x="3101206" y="443429"/>
                  </a:lnTo>
                  <a:lnTo>
                    <a:pt x="3102278" y="442927"/>
                  </a:lnTo>
                  <a:lnTo>
                    <a:pt x="3103350" y="442425"/>
                  </a:lnTo>
                  <a:lnTo>
                    <a:pt x="3104421" y="441922"/>
                  </a:lnTo>
                  <a:lnTo>
                    <a:pt x="3105493" y="441419"/>
                  </a:lnTo>
                  <a:lnTo>
                    <a:pt x="3106564" y="440916"/>
                  </a:lnTo>
                  <a:lnTo>
                    <a:pt x="3107636" y="440413"/>
                  </a:lnTo>
                  <a:lnTo>
                    <a:pt x="3108708" y="439909"/>
                  </a:lnTo>
                  <a:lnTo>
                    <a:pt x="3109779" y="439404"/>
                  </a:lnTo>
                  <a:lnTo>
                    <a:pt x="3110851" y="438899"/>
                  </a:lnTo>
                  <a:lnTo>
                    <a:pt x="3111922" y="438394"/>
                  </a:lnTo>
                  <a:lnTo>
                    <a:pt x="3112994" y="437888"/>
                  </a:lnTo>
                  <a:lnTo>
                    <a:pt x="3114066" y="437382"/>
                  </a:lnTo>
                  <a:lnTo>
                    <a:pt x="3115137" y="436876"/>
                  </a:lnTo>
                  <a:lnTo>
                    <a:pt x="3116209" y="436369"/>
                  </a:lnTo>
                  <a:lnTo>
                    <a:pt x="3117280" y="435862"/>
                  </a:lnTo>
                  <a:lnTo>
                    <a:pt x="3118352" y="435354"/>
                  </a:lnTo>
                  <a:lnTo>
                    <a:pt x="3119424" y="434846"/>
                  </a:lnTo>
                  <a:lnTo>
                    <a:pt x="3120495" y="434338"/>
                  </a:lnTo>
                  <a:lnTo>
                    <a:pt x="3121567" y="433829"/>
                  </a:lnTo>
                  <a:lnTo>
                    <a:pt x="3122638" y="433320"/>
                  </a:lnTo>
                  <a:lnTo>
                    <a:pt x="3123710" y="432810"/>
                  </a:lnTo>
                  <a:lnTo>
                    <a:pt x="3124782" y="432300"/>
                  </a:lnTo>
                  <a:lnTo>
                    <a:pt x="3125853" y="431790"/>
                  </a:lnTo>
                  <a:lnTo>
                    <a:pt x="3126925" y="431279"/>
                  </a:lnTo>
                  <a:lnTo>
                    <a:pt x="3127996" y="430768"/>
                  </a:lnTo>
                  <a:lnTo>
                    <a:pt x="3129068" y="430256"/>
                  </a:lnTo>
                  <a:lnTo>
                    <a:pt x="3130140" y="429745"/>
                  </a:lnTo>
                  <a:lnTo>
                    <a:pt x="3131211" y="429232"/>
                  </a:lnTo>
                  <a:lnTo>
                    <a:pt x="3132283" y="428719"/>
                  </a:lnTo>
                  <a:lnTo>
                    <a:pt x="3133354" y="428206"/>
                  </a:lnTo>
                  <a:lnTo>
                    <a:pt x="3134426" y="427693"/>
                  </a:lnTo>
                  <a:lnTo>
                    <a:pt x="3135498" y="427179"/>
                  </a:lnTo>
                  <a:lnTo>
                    <a:pt x="3136569" y="426665"/>
                  </a:lnTo>
                  <a:lnTo>
                    <a:pt x="3137641" y="426150"/>
                  </a:lnTo>
                  <a:lnTo>
                    <a:pt x="3138712" y="425635"/>
                  </a:lnTo>
                  <a:lnTo>
                    <a:pt x="3139784" y="425119"/>
                  </a:lnTo>
                  <a:lnTo>
                    <a:pt x="3140856" y="424603"/>
                  </a:lnTo>
                  <a:lnTo>
                    <a:pt x="3141927" y="424087"/>
                  </a:lnTo>
                  <a:lnTo>
                    <a:pt x="3142999" y="423571"/>
                  </a:lnTo>
                  <a:lnTo>
                    <a:pt x="3144070" y="423054"/>
                  </a:lnTo>
                  <a:lnTo>
                    <a:pt x="3145142" y="422536"/>
                  </a:lnTo>
                  <a:lnTo>
                    <a:pt x="3146214" y="422018"/>
                  </a:lnTo>
                  <a:lnTo>
                    <a:pt x="3147285" y="421500"/>
                  </a:lnTo>
                  <a:lnTo>
                    <a:pt x="3148357" y="420981"/>
                  </a:lnTo>
                  <a:lnTo>
                    <a:pt x="3149428" y="420462"/>
                  </a:lnTo>
                  <a:lnTo>
                    <a:pt x="3150500" y="419943"/>
                  </a:lnTo>
                  <a:lnTo>
                    <a:pt x="3151572" y="419423"/>
                  </a:lnTo>
                  <a:lnTo>
                    <a:pt x="3152643" y="418903"/>
                  </a:lnTo>
                  <a:lnTo>
                    <a:pt x="3153715" y="418383"/>
                  </a:lnTo>
                  <a:lnTo>
                    <a:pt x="3154786" y="417862"/>
                  </a:lnTo>
                  <a:lnTo>
                    <a:pt x="3155858" y="417340"/>
                  </a:lnTo>
                  <a:lnTo>
                    <a:pt x="3156930" y="416818"/>
                  </a:lnTo>
                  <a:lnTo>
                    <a:pt x="3158001" y="416296"/>
                  </a:lnTo>
                  <a:lnTo>
                    <a:pt x="3159073" y="415774"/>
                  </a:lnTo>
                  <a:lnTo>
                    <a:pt x="3160144" y="415251"/>
                  </a:lnTo>
                  <a:lnTo>
                    <a:pt x="3161216" y="414728"/>
                  </a:lnTo>
                  <a:lnTo>
                    <a:pt x="3162288" y="414204"/>
                  </a:lnTo>
                  <a:lnTo>
                    <a:pt x="3163359" y="413680"/>
                  </a:lnTo>
                  <a:lnTo>
                    <a:pt x="3164431" y="413155"/>
                  </a:lnTo>
                  <a:lnTo>
                    <a:pt x="3165502" y="412631"/>
                  </a:lnTo>
                  <a:lnTo>
                    <a:pt x="3166574" y="412105"/>
                  </a:lnTo>
                  <a:lnTo>
                    <a:pt x="3167646" y="411580"/>
                  </a:lnTo>
                  <a:lnTo>
                    <a:pt x="3168717" y="411054"/>
                  </a:lnTo>
                  <a:lnTo>
                    <a:pt x="3169789" y="410527"/>
                  </a:lnTo>
                  <a:lnTo>
                    <a:pt x="3170860" y="410000"/>
                  </a:lnTo>
                  <a:lnTo>
                    <a:pt x="3171932" y="409473"/>
                  </a:lnTo>
                  <a:lnTo>
                    <a:pt x="3173004" y="408946"/>
                  </a:lnTo>
                  <a:lnTo>
                    <a:pt x="3174075" y="408418"/>
                  </a:lnTo>
                  <a:lnTo>
                    <a:pt x="3175147" y="407889"/>
                  </a:lnTo>
                  <a:lnTo>
                    <a:pt x="3176218" y="407361"/>
                  </a:lnTo>
                  <a:lnTo>
                    <a:pt x="3177290" y="406832"/>
                  </a:lnTo>
                  <a:lnTo>
                    <a:pt x="3178362" y="406302"/>
                  </a:lnTo>
                  <a:lnTo>
                    <a:pt x="3179433" y="405772"/>
                  </a:lnTo>
                  <a:lnTo>
                    <a:pt x="3180505" y="405242"/>
                  </a:lnTo>
                  <a:lnTo>
                    <a:pt x="3181576" y="404711"/>
                  </a:lnTo>
                  <a:lnTo>
                    <a:pt x="3182648" y="404180"/>
                  </a:lnTo>
                  <a:lnTo>
                    <a:pt x="3183720" y="403649"/>
                  </a:lnTo>
                  <a:lnTo>
                    <a:pt x="3184791" y="403117"/>
                  </a:lnTo>
                  <a:lnTo>
                    <a:pt x="3185863" y="402585"/>
                  </a:lnTo>
                  <a:lnTo>
                    <a:pt x="3186934" y="402052"/>
                  </a:lnTo>
                  <a:lnTo>
                    <a:pt x="3188006" y="401519"/>
                  </a:lnTo>
                  <a:lnTo>
                    <a:pt x="3189078" y="400986"/>
                  </a:lnTo>
                  <a:lnTo>
                    <a:pt x="3190149" y="400452"/>
                  </a:lnTo>
                  <a:lnTo>
                    <a:pt x="3191221" y="399918"/>
                  </a:lnTo>
                  <a:lnTo>
                    <a:pt x="3192292" y="399383"/>
                  </a:lnTo>
                  <a:lnTo>
                    <a:pt x="3193364" y="398848"/>
                  </a:lnTo>
                  <a:lnTo>
                    <a:pt x="3194436" y="398313"/>
                  </a:lnTo>
                  <a:lnTo>
                    <a:pt x="3195507" y="397777"/>
                  </a:lnTo>
                  <a:lnTo>
                    <a:pt x="3196579" y="397241"/>
                  </a:lnTo>
                  <a:lnTo>
                    <a:pt x="3197650" y="396705"/>
                  </a:lnTo>
                  <a:lnTo>
                    <a:pt x="3198722" y="396168"/>
                  </a:lnTo>
                  <a:lnTo>
                    <a:pt x="3199793" y="395631"/>
                  </a:lnTo>
                  <a:lnTo>
                    <a:pt x="3200865" y="395093"/>
                  </a:lnTo>
                  <a:lnTo>
                    <a:pt x="3201937" y="394555"/>
                  </a:lnTo>
                  <a:lnTo>
                    <a:pt x="3203008" y="394017"/>
                  </a:lnTo>
                  <a:lnTo>
                    <a:pt x="3204080" y="393478"/>
                  </a:lnTo>
                  <a:lnTo>
                    <a:pt x="3205151" y="392939"/>
                  </a:lnTo>
                  <a:lnTo>
                    <a:pt x="3206223" y="392399"/>
                  </a:lnTo>
                  <a:lnTo>
                    <a:pt x="3207295" y="391859"/>
                  </a:lnTo>
                  <a:lnTo>
                    <a:pt x="3208366" y="391319"/>
                  </a:lnTo>
                  <a:lnTo>
                    <a:pt x="3209438" y="390778"/>
                  </a:lnTo>
                  <a:lnTo>
                    <a:pt x="3210509" y="390237"/>
                  </a:lnTo>
                  <a:lnTo>
                    <a:pt x="3211581" y="389696"/>
                  </a:lnTo>
                  <a:lnTo>
                    <a:pt x="3212653" y="389154"/>
                  </a:lnTo>
                  <a:lnTo>
                    <a:pt x="3213724" y="388612"/>
                  </a:lnTo>
                  <a:lnTo>
                    <a:pt x="3214796" y="388069"/>
                  </a:lnTo>
                  <a:lnTo>
                    <a:pt x="3215867" y="387526"/>
                  </a:lnTo>
                  <a:lnTo>
                    <a:pt x="3216939" y="386983"/>
                  </a:lnTo>
                  <a:lnTo>
                    <a:pt x="3218011" y="386439"/>
                  </a:lnTo>
                  <a:lnTo>
                    <a:pt x="3219082" y="385895"/>
                  </a:lnTo>
                  <a:lnTo>
                    <a:pt x="3220154" y="385351"/>
                  </a:lnTo>
                  <a:lnTo>
                    <a:pt x="3221225" y="384806"/>
                  </a:lnTo>
                  <a:lnTo>
                    <a:pt x="3222297" y="384260"/>
                  </a:lnTo>
                  <a:lnTo>
                    <a:pt x="3223369" y="383715"/>
                  </a:lnTo>
                  <a:lnTo>
                    <a:pt x="3224440" y="383169"/>
                  </a:lnTo>
                  <a:lnTo>
                    <a:pt x="3225512" y="382622"/>
                  </a:lnTo>
                  <a:lnTo>
                    <a:pt x="3226583" y="382076"/>
                  </a:lnTo>
                  <a:lnTo>
                    <a:pt x="3227655" y="381528"/>
                  </a:lnTo>
                  <a:lnTo>
                    <a:pt x="3228727" y="380981"/>
                  </a:lnTo>
                  <a:lnTo>
                    <a:pt x="3229798" y="380433"/>
                  </a:lnTo>
                  <a:lnTo>
                    <a:pt x="3230870" y="379885"/>
                  </a:lnTo>
                  <a:lnTo>
                    <a:pt x="3231941" y="379336"/>
                  </a:lnTo>
                  <a:lnTo>
                    <a:pt x="3233013" y="378787"/>
                  </a:lnTo>
                  <a:lnTo>
                    <a:pt x="3234085" y="378237"/>
                  </a:lnTo>
                  <a:lnTo>
                    <a:pt x="3235156" y="377688"/>
                  </a:lnTo>
                  <a:lnTo>
                    <a:pt x="3236228" y="377137"/>
                  </a:lnTo>
                  <a:lnTo>
                    <a:pt x="3237299" y="376587"/>
                  </a:lnTo>
                  <a:lnTo>
                    <a:pt x="3238371" y="376036"/>
                  </a:lnTo>
                  <a:lnTo>
                    <a:pt x="3239443" y="375484"/>
                  </a:lnTo>
                  <a:lnTo>
                    <a:pt x="3240514" y="374933"/>
                  </a:lnTo>
                  <a:lnTo>
                    <a:pt x="3241586" y="374381"/>
                  </a:lnTo>
                  <a:lnTo>
                    <a:pt x="3242657" y="373828"/>
                  </a:lnTo>
                  <a:lnTo>
                    <a:pt x="3243729" y="373275"/>
                  </a:lnTo>
                  <a:lnTo>
                    <a:pt x="3244801" y="372722"/>
                  </a:lnTo>
                  <a:lnTo>
                    <a:pt x="3245872" y="372168"/>
                  </a:lnTo>
                  <a:lnTo>
                    <a:pt x="3246944" y="371615"/>
                  </a:lnTo>
                  <a:lnTo>
                    <a:pt x="3248015" y="371060"/>
                  </a:lnTo>
                  <a:lnTo>
                    <a:pt x="3249087" y="370505"/>
                  </a:lnTo>
                  <a:lnTo>
                    <a:pt x="3250159" y="369950"/>
                  </a:lnTo>
                  <a:lnTo>
                    <a:pt x="3251230" y="369395"/>
                  </a:lnTo>
                  <a:lnTo>
                    <a:pt x="3252302" y="368839"/>
                  </a:lnTo>
                  <a:lnTo>
                    <a:pt x="3253373" y="368283"/>
                  </a:lnTo>
                  <a:lnTo>
                    <a:pt x="3254445" y="367726"/>
                  </a:lnTo>
                  <a:lnTo>
                    <a:pt x="3255517" y="367169"/>
                  </a:lnTo>
                  <a:lnTo>
                    <a:pt x="3256588" y="366612"/>
                  </a:lnTo>
                  <a:lnTo>
                    <a:pt x="3257660" y="366054"/>
                  </a:lnTo>
                  <a:lnTo>
                    <a:pt x="3258731" y="365496"/>
                  </a:lnTo>
                  <a:lnTo>
                    <a:pt x="3259803" y="364937"/>
                  </a:lnTo>
                  <a:lnTo>
                    <a:pt x="3260875" y="364378"/>
                  </a:lnTo>
                  <a:lnTo>
                    <a:pt x="3261946" y="363819"/>
                  </a:lnTo>
                  <a:lnTo>
                    <a:pt x="3263018" y="363259"/>
                  </a:lnTo>
                  <a:lnTo>
                    <a:pt x="3264089" y="362699"/>
                  </a:lnTo>
                  <a:lnTo>
                    <a:pt x="3265161" y="362139"/>
                  </a:lnTo>
                  <a:lnTo>
                    <a:pt x="3266233" y="361578"/>
                  </a:lnTo>
                  <a:lnTo>
                    <a:pt x="3267304" y="361017"/>
                  </a:lnTo>
                  <a:lnTo>
                    <a:pt x="3268376" y="360456"/>
                  </a:lnTo>
                  <a:lnTo>
                    <a:pt x="3269447" y="359894"/>
                  </a:lnTo>
                  <a:lnTo>
                    <a:pt x="3270519" y="359332"/>
                  </a:lnTo>
                  <a:lnTo>
                    <a:pt x="3271591" y="358769"/>
                  </a:lnTo>
                  <a:lnTo>
                    <a:pt x="3272662" y="358206"/>
                  </a:lnTo>
                  <a:lnTo>
                    <a:pt x="3273734" y="357643"/>
                  </a:lnTo>
                  <a:lnTo>
                    <a:pt x="3274805" y="357079"/>
                  </a:lnTo>
                  <a:lnTo>
                    <a:pt x="3275877" y="356515"/>
                  </a:lnTo>
                  <a:lnTo>
                    <a:pt x="3276949" y="355950"/>
                  </a:lnTo>
                  <a:lnTo>
                    <a:pt x="3278020" y="355385"/>
                  </a:lnTo>
                  <a:lnTo>
                    <a:pt x="3279092" y="354820"/>
                  </a:lnTo>
                  <a:lnTo>
                    <a:pt x="3280163" y="354255"/>
                  </a:lnTo>
                  <a:lnTo>
                    <a:pt x="3281235" y="353689"/>
                  </a:lnTo>
                  <a:lnTo>
                    <a:pt x="3282307" y="353122"/>
                  </a:lnTo>
                  <a:lnTo>
                    <a:pt x="3283378" y="352555"/>
                  </a:lnTo>
                  <a:lnTo>
                    <a:pt x="3284450" y="351988"/>
                  </a:lnTo>
                  <a:lnTo>
                    <a:pt x="3285521" y="351421"/>
                  </a:lnTo>
                  <a:lnTo>
                    <a:pt x="3286593" y="350853"/>
                  </a:lnTo>
                  <a:lnTo>
                    <a:pt x="3287665" y="350285"/>
                  </a:lnTo>
                  <a:lnTo>
                    <a:pt x="3288736" y="349716"/>
                  </a:lnTo>
                  <a:lnTo>
                    <a:pt x="3289808" y="349147"/>
                  </a:lnTo>
                  <a:lnTo>
                    <a:pt x="3290879" y="348578"/>
                  </a:lnTo>
                  <a:lnTo>
                    <a:pt x="3291951" y="348008"/>
                  </a:lnTo>
                  <a:lnTo>
                    <a:pt x="3293023" y="347438"/>
                  </a:lnTo>
                  <a:lnTo>
                    <a:pt x="3294094" y="346868"/>
                  </a:lnTo>
                  <a:lnTo>
                    <a:pt x="3295166" y="346297"/>
                  </a:lnTo>
                  <a:lnTo>
                    <a:pt x="3296237" y="345726"/>
                  </a:lnTo>
                  <a:lnTo>
                    <a:pt x="3297309" y="345154"/>
                  </a:lnTo>
                  <a:lnTo>
                    <a:pt x="3298381" y="344582"/>
                  </a:lnTo>
                  <a:lnTo>
                    <a:pt x="3299452" y="344010"/>
                  </a:lnTo>
                  <a:lnTo>
                    <a:pt x="3300524" y="343438"/>
                  </a:lnTo>
                  <a:lnTo>
                    <a:pt x="3301595" y="342865"/>
                  </a:lnTo>
                  <a:lnTo>
                    <a:pt x="3302667" y="342291"/>
                  </a:lnTo>
                  <a:lnTo>
                    <a:pt x="3303739" y="341717"/>
                  </a:lnTo>
                  <a:lnTo>
                    <a:pt x="3304810" y="341143"/>
                  </a:lnTo>
                  <a:lnTo>
                    <a:pt x="3305882" y="340569"/>
                  </a:lnTo>
                  <a:lnTo>
                    <a:pt x="3306953" y="339994"/>
                  </a:lnTo>
                  <a:lnTo>
                    <a:pt x="3308025" y="339419"/>
                  </a:lnTo>
                  <a:lnTo>
                    <a:pt x="3309097" y="338843"/>
                  </a:lnTo>
                  <a:lnTo>
                    <a:pt x="3310168" y="338267"/>
                  </a:lnTo>
                  <a:lnTo>
                    <a:pt x="3311240" y="337691"/>
                  </a:lnTo>
                  <a:lnTo>
                    <a:pt x="3312311" y="337114"/>
                  </a:lnTo>
                  <a:lnTo>
                    <a:pt x="3313383" y="336537"/>
                  </a:lnTo>
                  <a:lnTo>
                    <a:pt x="3314455" y="335960"/>
                  </a:lnTo>
                  <a:lnTo>
                    <a:pt x="3315526" y="335382"/>
                  </a:lnTo>
                  <a:lnTo>
                    <a:pt x="3316598" y="334804"/>
                  </a:lnTo>
                  <a:lnTo>
                    <a:pt x="3317669" y="334225"/>
                  </a:lnTo>
                  <a:lnTo>
                    <a:pt x="3318741" y="333646"/>
                  </a:lnTo>
                  <a:lnTo>
                    <a:pt x="3319813" y="333067"/>
                  </a:lnTo>
                  <a:lnTo>
                    <a:pt x="3320884" y="332487"/>
                  </a:lnTo>
                  <a:lnTo>
                    <a:pt x="3321956" y="331907"/>
                  </a:lnTo>
                  <a:lnTo>
                    <a:pt x="3323027" y="331327"/>
                  </a:lnTo>
                  <a:lnTo>
                    <a:pt x="3324099" y="330746"/>
                  </a:lnTo>
                  <a:lnTo>
                    <a:pt x="3325171" y="330165"/>
                  </a:lnTo>
                  <a:lnTo>
                    <a:pt x="3326242" y="329584"/>
                  </a:lnTo>
                  <a:lnTo>
                    <a:pt x="3327314" y="329002"/>
                  </a:lnTo>
                  <a:lnTo>
                    <a:pt x="3328385" y="328420"/>
                  </a:lnTo>
                  <a:lnTo>
                    <a:pt x="3329457" y="327837"/>
                  </a:lnTo>
                  <a:lnTo>
                    <a:pt x="3330529" y="327254"/>
                  </a:lnTo>
                  <a:lnTo>
                    <a:pt x="3331600" y="326671"/>
                  </a:lnTo>
                  <a:lnTo>
                    <a:pt x="3332672" y="326087"/>
                  </a:lnTo>
                  <a:lnTo>
                    <a:pt x="3333743" y="325503"/>
                  </a:lnTo>
                  <a:lnTo>
                    <a:pt x="3334815" y="324919"/>
                  </a:lnTo>
                  <a:lnTo>
                    <a:pt x="3335887" y="324334"/>
                  </a:lnTo>
                  <a:lnTo>
                    <a:pt x="3336958" y="323749"/>
                  </a:lnTo>
                  <a:lnTo>
                    <a:pt x="3338030" y="323164"/>
                  </a:lnTo>
                  <a:lnTo>
                    <a:pt x="3339101" y="322578"/>
                  </a:lnTo>
                  <a:lnTo>
                    <a:pt x="3340173" y="321992"/>
                  </a:lnTo>
                  <a:lnTo>
                    <a:pt x="3341245" y="321405"/>
                  </a:lnTo>
                  <a:lnTo>
                    <a:pt x="3342316" y="320818"/>
                  </a:lnTo>
                  <a:lnTo>
                    <a:pt x="3343388" y="320231"/>
                  </a:lnTo>
                  <a:lnTo>
                    <a:pt x="3344459" y="319643"/>
                  </a:lnTo>
                  <a:lnTo>
                    <a:pt x="3345531" y="319055"/>
                  </a:lnTo>
                  <a:lnTo>
                    <a:pt x="3346603" y="318467"/>
                  </a:lnTo>
                  <a:lnTo>
                    <a:pt x="3347674" y="317878"/>
                  </a:lnTo>
                  <a:lnTo>
                    <a:pt x="3348746" y="317289"/>
                  </a:lnTo>
                  <a:lnTo>
                    <a:pt x="3349817" y="316700"/>
                  </a:lnTo>
                  <a:lnTo>
                    <a:pt x="3350889" y="316110"/>
                  </a:lnTo>
                  <a:lnTo>
                    <a:pt x="3351961" y="315520"/>
                  </a:lnTo>
                  <a:lnTo>
                    <a:pt x="3353032" y="314929"/>
                  </a:lnTo>
                  <a:lnTo>
                    <a:pt x="3354104" y="314339"/>
                  </a:lnTo>
                  <a:lnTo>
                    <a:pt x="3355175" y="313747"/>
                  </a:lnTo>
                  <a:lnTo>
                    <a:pt x="3356247" y="313156"/>
                  </a:lnTo>
                  <a:lnTo>
                    <a:pt x="3357319" y="312564"/>
                  </a:lnTo>
                  <a:lnTo>
                    <a:pt x="3358390" y="311971"/>
                  </a:lnTo>
                  <a:lnTo>
                    <a:pt x="3359462" y="311379"/>
                  </a:lnTo>
                  <a:lnTo>
                    <a:pt x="3360533" y="310786"/>
                  </a:lnTo>
                  <a:lnTo>
                    <a:pt x="3361605" y="310192"/>
                  </a:lnTo>
                  <a:lnTo>
                    <a:pt x="3362677" y="309599"/>
                  </a:lnTo>
                  <a:lnTo>
                    <a:pt x="3363748" y="309004"/>
                  </a:lnTo>
                  <a:lnTo>
                    <a:pt x="3364820" y="308410"/>
                  </a:lnTo>
                  <a:lnTo>
                    <a:pt x="3365891" y="307815"/>
                  </a:lnTo>
                  <a:lnTo>
                    <a:pt x="3366963" y="307220"/>
                  </a:lnTo>
                  <a:lnTo>
                    <a:pt x="3368035" y="306624"/>
                  </a:lnTo>
                  <a:lnTo>
                    <a:pt x="3369106" y="306029"/>
                  </a:lnTo>
                  <a:lnTo>
                    <a:pt x="3370178" y="305432"/>
                  </a:lnTo>
                  <a:lnTo>
                    <a:pt x="3371249" y="304836"/>
                  </a:lnTo>
                  <a:lnTo>
                    <a:pt x="3372321" y="304239"/>
                  </a:lnTo>
                  <a:lnTo>
                    <a:pt x="3373392" y="303641"/>
                  </a:lnTo>
                  <a:lnTo>
                    <a:pt x="3374464" y="303044"/>
                  </a:lnTo>
                  <a:lnTo>
                    <a:pt x="3375536" y="302446"/>
                  </a:lnTo>
                  <a:lnTo>
                    <a:pt x="3376607" y="301847"/>
                  </a:lnTo>
                  <a:lnTo>
                    <a:pt x="3377679" y="301248"/>
                  </a:lnTo>
                  <a:lnTo>
                    <a:pt x="3378750" y="300649"/>
                  </a:lnTo>
                  <a:lnTo>
                    <a:pt x="3379822" y="300050"/>
                  </a:lnTo>
                  <a:lnTo>
                    <a:pt x="3380894" y="299450"/>
                  </a:lnTo>
                  <a:lnTo>
                    <a:pt x="3381965" y="298850"/>
                  </a:lnTo>
                  <a:lnTo>
                    <a:pt x="3383037" y="298249"/>
                  </a:lnTo>
                  <a:lnTo>
                    <a:pt x="3384108" y="297648"/>
                  </a:lnTo>
                  <a:lnTo>
                    <a:pt x="3385180" y="297047"/>
                  </a:lnTo>
                  <a:lnTo>
                    <a:pt x="3386252" y="296446"/>
                  </a:lnTo>
                  <a:lnTo>
                    <a:pt x="3387323" y="295844"/>
                  </a:lnTo>
                  <a:lnTo>
                    <a:pt x="3388395" y="295241"/>
                  </a:lnTo>
                  <a:lnTo>
                    <a:pt x="3389466" y="294639"/>
                  </a:lnTo>
                  <a:lnTo>
                    <a:pt x="3390538" y="294036"/>
                  </a:lnTo>
                  <a:lnTo>
                    <a:pt x="3391610" y="293432"/>
                  </a:lnTo>
                  <a:lnTo>
                    <a:pt x="3392681" y="292828"/>
                  </a:lnTo>
                  <a:lnTo>
                    <a:pt x="3393753" y="292224"/>
                  </a:lnTo>
                  <a:lnTo>
                    <a:pt x="3394824" y="291620"/>
                  </a:lnTo>
                  <a:lnTo>
                    <a:pt x="3395896" y="291015"/>
                  </a:lnTo>
                  <a:lnTo>
                    <a:pt x="3396968" y="290410"/>
                  </a:lnTo>
                  <a:lnTo>
                    <a:pt x="3398039" y="289804"/>
                  </a:lnTo>
                  <a:lnTo>
                    <a:pt x="3399111" y="289199"/>
                  </a:lnTo>
                  <a:lnTo>
                    <a:pt x="3400182" y="288592"/>
                  </a:lnTo>
                  <a:lnTo>
                    <a:pt x="3401254" y="287986"/>
                  </a:lnTo>
                  <a:lnTo>
                    <a:pt x="3402326" y="287379"/>
                  </a:lnTo>
                  <a:lnTo>
                    <a:pt x="3403397" y="286772"/>
                  </a:lnTo>
                  <a:lnTo>
                    <a:pt x="3404469" y="286164"/>
                  </a:lnTo>
                  <a:lnTo>
                    <a:pt x="3405540" y="285556"/>
                  </a:lnTo>
                  <a:lnTo>
                    <a:pt x="3406612" y="284948"/>
                  </a:lnTo>
                  <a:lnTo>
                    <a:pt x="3407684" y="284339"/>
                  </a:lnTo>
                  <a:lnTo>
                    <a:pt x="3408755" y="283730"/>
                  </a:lnTo>
                  <a:lnTo>
                    <a:pt x="3409827" y="283121"/>
                  </a:lnTo>
                  <a:lnTo>
                    <a:pt x="3410898" y="282511"/>
                  </a:lnTo>
                  <a:lnTo>
                    <a:pt x="3411970" y="281901"/>
                  </a:lnTo>
                  <a:lnTo>
                    <a:pt x="3413042" y="281290"/>
                  </a:lnTo>
                  <a:lnTo>
                    <a:pt x="3414113" y="280680"/>
                  </a:lnTo>
                  <a:lnTo>
                    <a:pt x="3415185" y="280068"/>
                  </a:lnTo>
                  <a:lnTo>
                    <a:pt x="3416256" y="279457"/>
                  </a:lnTo>
                  <a:lnTo>
                    <a:pt x="3417328" y="278845"/>
                  </a:lnTo>
                  <a:lnTo>
                    <a:pt x="3418400" y="278233"/>
                  </a:lnTo>
                  <a:lnTo>
                    <a:pt x="3419471" y="277620"/>
                  </a:lnTo>
                  <a:lnTo>
                    <a:pt x="3420543" y="277008"/>
                  </a:lnTo>
                  <a:lnTo>
                    <a:pt x="3421614" y="276394"/>
                  </a:lnTo>
                  <a:lnTo>
                    <a:pt x="3422686" y="275781"/>
                  </a:lnTo>
                  <a:lnTo>
                    <a:pt x="3423758" y="275167"/>
                  </a:lnTo>
                  <a:lnTo>
                    <a:pt x="3424829" y="274553"/>
                  </a:lnTo>
                  <a:lnTo>
                    <a:pt x="3425901" y="273938"/>
                  </a:lnTo>
                  <a:lnTo>
                    <a:pt x="3426972" y="273323"/>
                  </a:lnTo>
                  <a:lnTo>
                    <a:pt x="3428044" y="272708"/>
                  </a:lnTo>
                  <a:lnTo>
                    <a:pt x="3429116" y="272092"/>
                  </a:lnTo>
                  <a:lnTo>
                    <a:pt x="3430187" y="271476"/>
                  </a:lnTo>
                  <a:lnTo>
                    <a:pt x="3431259" y="270859"/>
                  </a:lnTo>
                  <a:lnTo>
                    <a:pt x="3432330" y="270243"/>
                  </a:lnTo>
                  <a:lnTo>
                    <a:pt x="3433402" y="269626"/>
                  </a:lnTo>
                  <a:lnTo>
                    <a:pt x="3434474" y="269008"/>
                  </a:lnTo>
                  <a:lnTo>
                    <a:pt x="3435545" y="268390"/>
                  </a:lnTo>
                  <a:lnTo>
                    <a:pt x="3436617" y="267772"/>
                  </a:lnTo>
                  <a:lnTo>
                    <a:pt x="3437688" y="267154"/>
                  </a:lnTo>
                  <a:lnTo>
                    <a:pt x="3438760" y="266535"/>
                  </a:lnTo>
                  <a:lnTo>
                    <a:pt x="3439832" y="265916"/>
                  </a:lnTo>
                  <a:lnTo>
                    <a:pt x="3440903" y="265296"/>
                  </a:lnTo>
                  <a:lnTo>
                    <a:pt x="3441975" y="264677"/>
                  </a:lnTo>
                  <a:lnTo>
                    <a:pt x="3443046" y="264056"/>
                  </a:lnTo>
                  <a:lnTo>
                    <a:pt x="3444118" y="263436"/>
                  </a:lnTo>
                  <a:lnTo>
                    <a:pt x="3445190" y="262815"/>
                  </a:lnTo>
                  <a:lnTo>
                    <a:pt x="3446261" y="262194"/>
                  </a:lnTo>
                  <a:lnTo>
                    <a:pt x="3447333" y="261572"/>
                  </a:lnTo>
                  <a:lnTo>
                    <a:pt x="3448404" y="260950"/>
                  </a:lnTo>
                  <a:lnTo>
                    <a:pt x="3449476" y="260328"/>
                  </a:lnTo>
                  <a:lnTo>
                    <a:pt x="3450548" y="259705"/>
                  </a:lnTo>
                  <a:lnTo>
                    <a:pt x="3451619" y="259082"/>
                  </a:lnTo>
                  <a:lnTo>
                    <a:pt x="3452691" y="258459"/>
                  </a:lnTo>
                  <a:lnTo>
                    <a:pt x="3453762" y="257835"/>
                  </a:lnTo>
                  <a:lnTo>
                    <a:pt x="3454834" y="257211"/>
                  </a:lnTo>
                  <a:lnTo>
                    <a:pt x="3455906" y="256587"/>
                  </a:lnTo>
                  <a:lnTo>
                    <a:pt x="3456977" y="255962"/>
                  </a:lnTo>
                  <a:lnTo>
                    <a:pt x="3458049" y="255337"/>
                  </a:lnTo>
                  <a:lnTo>
                    <a:pt x="3459120" y="254712"/>
                  </a:lnTo>
                  <a:lnTo>
                    <a:pt x="3460192" y="254086"/>
                  </a:lnTo>
                  <a:lnTo>
                    <a:pt x="3461264" y="253460"/>
                  </a:lnTo>
                  <a:lnTo>
                    <a:pt x="3462335" y="252834"/>
                  </a:lnTo>
                  <a:lnTo>
                    <a:pt x="3463407" y="252207"/>
                  </a:lnTo>
                  <a:lnTo>
                    <a:pt x="3464478" y="251580"/>
                  </a:lnTo>
                  <a:lnTo>
                    <a:pt x="3465550" y="250952"/>
                  </a:lnTo>
                  <a:lnTo>
                    <a:pt x="3466622" y="250325"/>
                  </a:lnTo>
                  <a:lnTo>
                    <a:pt x="3467693" y="249696"/>
                  </a:lnTo>
                  <a:lnTo>
                    <a:pt x="3468765" y="249068"/>
                  </a:lnTo>
                  <a:lnTo>
                    <a:pt x="3469836" y="248439"/>
                  </a:lnTo>
                  <a:lnTo>
                    <a:pt x="3470908" y="247810"/>
                  </a:lnTo>
                  <a:lnTo>
                    <a:pt x="3471980" y="247180"/>
                  </a:lnTo>
                  <a:lnTo>
                    <a:pt x="3473051" y="246551"/>
                  </a:lnTo>
                  <a:lnTo>
                    <a:pt x="3474123" y="245920"/>
                  </a:lnTo>
                  <a:lnTo>
                    <a:pt x="3475194" y="245290"/>
                  </a:lnTo>
                  <a:lnTo>
                    <a:pt x="3476266" y="244659"/>
                  </a:lnTo>
                  <a:lnTo>
                    <a:pt x="3477338" y="244028"/>
                  </a:lnTo>
                  <a:lnTo>
                    <a:pt x="3478409" y="243396"/>
                  </a:lnTo>
                  <a:lnTo>
                    <a:pt x="3479481" y="242764"/>
                  </a:lnTo>
                  <a:lnTo>
                    <a:pt x="3480552" y="242132"/>
                  </a:lnTo>
                  <a:lnTo>
                    <a:pt x="3481624" y="241500"/>
                  </a:lnTo>
                  <a:lnTo>
                    <a:pt x="3482696" y="240867"/>
                  </a:lnTo>
                  <a:lnTo>
                    <a:pt x="3483767" y="240233"/>
                  </a:lnTo>
                  <a:lnTo>
                    <a:pt x="3484839" y="239600"/>
                  </a:lnTo>
                  <a:lnTo>
                    <a:pt x="3485910" y="238966"/>
                  </a:lnTo>
                  <a:lnTo>
                    <a:pt x="3486982" y="238331"/>
                  </a:lnTo>
                  <a:lnTo>
                    <a:pt x="3488054" y="237697"/>
                  </a:lnTo>
                  <a:lnTo>
                    <a:pt x="3489125" y="237062"/>
                  </a:lnTo>
                  <a:lnTo>
                    <a:pt x="3490197" y="236427"/>
                  </a:lnTo>
                  <a:lnTo>
                    <a:pt x="3491268" y="235791"/>
                  </a:lnTo>
                  <a:lnTo>
                    <a:pt x="3492340" y="235155"/>
                  </a:lnTo>
                  <a:lnTo>
                    <a:pt x="3493412" y="234519"/>
                  </a:lnTo>
                  <a:lnTo>
                    <a:pt x="3494483" y="233882"/>
                  </a:lnTo>
                  <a:lnTo>
                    <a:pt x="3495555" y="233245"/>
                  </a:lnTo>
                  <a:lnTo>
                    <a:pt x="3496626" y="232608"/>
                  </a:lnTo>
                  <a:lnTo>
                    <a:pt x="3497698" y="231970"/>
                  </a:lnTo>
                  <a:lnTo>
                    <a:pt x="3498770" y="231332"/>
                  </a:lnTo>
                  <a:lnTo>
                    <a:pt x="3499841" y="230694"/>
                  </a:lnTo>
                  <a:lnTo>
                    <a:pt x="3500913" y="230055"/>
                  </a:lnTo>
                  <a:lnTo>
                    <a:pt x="3501984" y="229416"/>
                  </a:lnTo>
                  <a:lnTo>
                    <a:pt x="3503056" y="228776"/>
                  </a:lnTo>
                  <a:lnTo>
                    <a:pt x="3504128" y="228137"/>
                  </a:lnTo>
                  <a:lnTo>
                    <a:pt x="3505199" y="227497"/>
                  </a:lnTo>
                  <a:lnTo>
                    <a:pt x="3506271" y="226856"/>
                  </a:lnTo>
                  <a:lnTo>
                    <a:pt x="3507342" y="226216"/>
                  </a:lnTo>
                  <a:lnTo>
                    <a:pt x="3508414" y="225575"/>
                  </a:lnTo>
                  <a:lnTo>
                    <a:pt x="3509486" y="224933"/>
                  </a:lnTo>
                  <a:lnTo>
                    <a:pt x="3510557" y="224291"/>
                  </a:lnTo>
                  <a:lnTo>
                    <a:pt x="3511629" y="223649"/>
                  </a:lnTo>
                  <a:lnTo>
                    <a:pt x="3512700" y="223007"/>
                  </a:lnTo>
                  <a:lnTo>
                    <a:pt x="3513772" y="222364"/>
                  </a:lnTo>
                  <a:lnTo>
                    <a:pt x="3514844" y="221721"/>
                  </a:lnTo>
                  <a:lnTo>
                    <a:pt x="3515915" y="221078"/>
                  </a:lnTo>
                  <a:lnTo>
                    <a:pt x="3516987" y="220434"/>
                  </a:lnTo>
                  <a:lnTo>
                    <a:pt x="3518058" y="219790"/>
                  </a:lnTo>
                  <a:lnTo>
                    <a:pt x="3519130" y="219145"/>
                  </a:lnTo>
                  <a:lnTo>
                    <a:pt x="3520202" y="218501"/>
                  </a:lnTo>
                  <a:lnTo>
                    <a:pt x="3521273" y="217856"/>
                  </a:lnTo>
                  <a:lnTo>
                    <a:pt x="3522345" y="217210"/>
                  </a:lnTo>
                  <a:lnTo>
                    <a:pt x="3523416" y="216564"/>
                  </a:lnTo>
                  <a:lnTo>
                    <a:pt x="3524488" y="215918"/>
                  </a:lnTo>
                  <a:lnTo>
                    <a:pt x="3525560" y="215272"/>
                  </a:lnTo>
                  <a:lnTo>
                    <a:pt x="3526631" y="214625"/>
                  </a:lnTo>
                  <a:lnTo>
                    <a:pt x="3527703" y="213978"/>
                  </a:lnTo>
                  <a:lnTo>
                    <a:pt x="3528774" y="213330"/>
                  </a:lnTo>
                  <a:lnTo>
                    <a:pt x="3529846" y="212683"/>
                  </a:lnTo>
                  <a:lnTo>
                    <a:pt x="3530918" y="212035"/>
                  </a:lnTo>
                  <a:lnTo>
                    <a:pt x="3531989" y="211386"/>
                  </a:lnTo>
                  <a:lnTo>
                    <a:pt x="3533061" y="210737"/>
                  </a:lnTo>
                  <a:lnTo>
                    <a:pt x="3534132" y="210088"/>
                  </a:lnTo>
                  <a:lnTo>
                    <a:pt x="3535204" y="209439"/>
                  </a:lnTo>
                  <a:lnTo>
                    <a:pt x="3536276" y="208789"/>
                  </a:lnTo>
                  <a:lnTo>
                    <a:pt x="3537347" y="208139"/>
                  </a:lnTo>
                  <a:lnTo>
                    <a:pt x="3538419" y="207488"/>
                  </a:lnTo>
                  <a:lnTo>
                    <a:pt x="3539490" y="206838"/>
                  </a:lnTo>
                  <a:lnTo>
                    <a:pt x="3540562" y="206186"/>
                  </a:lnTo>
                  <a:lnTo>
                    <a:pt x="3541634" y="205535"/>
                  </a:lnTo>
                  <a:lnTo>
                    <a:pt x="3542705" y="204883"/>
                  </a:lnTo>
                  <a:lnTo>
                    <a:pt x="3543777" y="204231"/>
                  </a:lnTo>
                  <a:lnTo>
                    <a:pt x="3544848" y="203579"/>
                  </a:lnTo>
                  <a:lnTo>
                    <a:pt x="3545920" y="202926"/>
                  </a:lnTo>
                  <a:lnTo>
                    <a:pt x="3546992" y="202273"/>
                  </a:lnTo>
                  <a:lnTo>
                    <a:pt x="3548063" y="201619"/>
                  </a:lnTo>
                  <a:lnTo>
                    <a:pt x="3549135" y="200965"/>
                  </a:lnTo>
                  <a:lnTo>
                    <a:pt x="3550206" y="200311"/>
                  </a:lnTo>
                  <a:lnTo>
                    <a:pt x="3551278" y="199657"/>
                  </a:lnTo>
                  <a:lnTo>
                    <a:pt x="3552349" y="199002"/>
                  </a:lnTo>
                  <a:lnTo>
                    <a:pt x="3553421" y="198347"/>
                  </a:lnTo>
                  <a:lnTo>
                    <a:pt x="3554493" y="197691"/>
                  </a:lnTo>
                  <a:lnTo>
                    <a:pt x="3555564" y="197036"/>
                  </a:lnTo>
                  <a:lnTo>
                    <a:pt x="3556636" y="196380"/>
                  </a:lnTo>
                  <a:lnTo>
                    <a:pt x="3557707" y="195723"/>
                  </a:lnTo>
                  <a:lnTo>
                    <a:pt x="3558779" y="195066"/>
                  </a:lnTo>
                  <a:lnTo>
                    <a:pt x="3559851" y="194409"/>
                  </a:lnTo>
                  <a:lnTo>
                    <a:pt x="3560922" y="193752"/>
                  </a:lnTo>
                  <a:lnTo>
                    <a:pt x="3561994" y="193094"/>
                  </a:lnTo>
                  <a:lnTo>
                    <a:pt x="3563065" y="192436"/>
                  </a:lnTo>
                  <a:lnTo>
                    <a:pt x="3564137" y="191777"/>
                  </a:lnTo>
                  <a:lnTo>
                    <a:pt x="3565209" y="191119"/>
                  </a:lnTo>
                  <a:lnTo>
                    <a:pt x="3566280" y="190460"/>
                  </a:lnTo>
                  <a:lnTo>
                    <a:pt x="3567352" y="189800"/>
                  </a:lnTo>
                  <a:lnTo>
                    <a:pt x="3568423" y="189140"/>
                  </a:lnTo>
                  <a:lnTo>
                    <a:pt x="3569495" y="188480"/>
                  </a:lnTo>
                  <a:lnTo>
                    <a:pt x="3570567" y="187820"/>
                  </a:lnTo>
                  <a:lnTo>
                    <a:pt x="3571638" y="187159"/>
                  </a:lnTo>
                  <a:lnTo>
                    <a:pt x="3572710" y="186498"/>
                  </a:lnTo>
                  <a:lnTo>
                    <a:pt x="3573781" y="185837"/>
                  </a:lnTo>
                  <a:lnTo>
                    <a:pt x="3574853" y="185175"/>
                  </a:lnTo>
                  <a:lnTo>
                    <a:pt x="3575925" y="184513"/>
                  </a:lnTo>
                  <a:lnTo>
                    <a:pt x="3576996" y="183851"/>
                  </a:lnTo>
                  <a:lnTo>
                    <a:pt x="3578068" y="183188"/>
                  </a:lnTo>
                  <a:lnTo>
                    <a:pt x="3579139" y="182525"/>
                  </a:lnTo>
                  <a:lnTo>
                    <a:pt x="3580211" y="181861"/>
                  </a:lnTo>
                  <a:lnTo>
                    <a:pt x="3581283" y="181198"/>
                  </a:lnTo>
                  <a:lnTo>
                    <a:pt x="3582354" y="180534"/>
                  </a:lnTo>
                  <a:lnTo>
                    <a:pt x="3583426" y="179869"/>
                  </a:lnTo>
                  <a:lnTo>
                    <a:pt x="3584497" y="179205"/>
                  </a:lnTo>
                  <a:lnTo>
                    <a:pt x="3585569" y="178540"/>
                  </a:lnTo>
                  <a:lnTo>
                    <a:pt x="3586641" y="177874"/>
                  </a:lnTo>
                  <a:lnTo>
                    <a:pt x="3587712" y="177209"/>
                  </a:lnTo>
                  <a:lnTo>
                    <a:pt x="3588784" y="176543"/>
                  </a:lnTo>
                  <a:lnTo>
                    <a:pt x="3589855" y="175876"/>
                  </a:lnTo>
                  <a:lnTo>
                    <a:pt x="3590927" y="175210"/>
                  </a:lnTo>
                  <a:lnTo>
                    <a:pt x="3591999" y="174543"/>
                  </a:lnTo>
                  <a:lnTo>
                    <a:pt x="3593070" y="173875"/>
                  </a:lnTo>
                  <a:lnTo>
                    <a:pt x="3594142" y="173208"/>
                  </a:lnTo>
                  <a:lnTo>
                    <a:pt x="3595213" y="172540"/>
                  </a:lnTo>
                  <a:lnTo>
                    <a:pt x="3596285" y="171871"/>
                  </a:lnTo>
                  <a:lnTo>
                    <a:pt x="3597357" y="171203"/>
                  </a:lnTo>
                  <a:lnTo>
                    <a:pt x="3598428" y="170534"/>
                  </a:lnTo>
                  <a:lnTo>
                    <a:pt x="3599500" y="169864"/>
                  </a:lnTo>
                  <a:lnTo>
                    <a:pt x="3600571" y="169195"/>
                  </a:lnTo>
                  <a:lnTo>
                    <a:pt x="3601643" y="168525"/>
                  </a:lnTo>
                  <a:lnTo>
                    <a:pt x="3602715" y="167855"/>
                  </a:lnTo>
                  <a:lnTo>
                    <a:pt x="3603786" y="167184"/>
                  </a:lnTo>
                  <a:lnTo>
                    <a:pt x="3604858" y="166513"/>
                  </a:lnTo>
                  <a:lnTo>
                    <a:pt x="3605929" y="165842"/>
                  </a:lnTo>
                  <a:lnTo>
                    <a:pt x="3607001" y="165170"/>
                  </a:lnTo>
                  <a:lnTo>
                    <a:pt x="3608073" y="164498"/>
                  </a:lnTo>
                  <a:lnTo>
                    <a:pt x="3609144" y="163826"/>
                  </a:lnTo>
                  <a:lnTo>
                    <a:pt x="3610216" y="163154"/>
                  </a:lnTo>
                  <a:lnTo>
                    <a:pt x="3611287" y="162481"/>
                  </a:lnTo>
                  <a:lnTo>
                    <a:pt x="3612359" y="161808"/>
                  </a:lnTo>
                  <a:lnTo>
                    <a:pt x="3613431" y="161134"/>
                  </a:lnTo>
                  <a:lnTo>
                    <a:pt x="3614502" y="160460"/>
                  </a:lnTo>
                  <a:lnTo>
                    <a:pt x="3615574" y="159786"/>
                  </a:lnTo>
                  <a:lnTo>
                    <a:pt x="3616645" y="159112"/>
                  </a:lnTo>
                  <a:lnTo>
                    <a:pt x="3617717" y="158437"/>
                  </a:lnTo>
                  <a:lnTo>
                    <a:pt x="3618789" y="157762"/>
                  </a:lnTo>
                  <a:lnTo>
                    <a:pt x="3619860" y="157086"/>
                  </a:lnTo>
                  <a:lnTo>
                    <a:pt x="3620932" y="156410"/>
                  </a:lnTo>
                  <a:lnTo>
                    <a:pt x="3622003" y="155734"/>
                  </a:lnTo>
                  <a:lnTo>
                    <a:pt x="3623075" y="155058"/>
                  </a:lnTo>
                  <a:lnTo>
                    <a:pt x="3624147" y="154381"/>
                  </a:lnTo>
                  <a:lnTo>
                    <a:pt x="3625218" y="153704"/>
                  </a:lnTo>
                  <a:lnTo>
                    <a:pt x="3626290" y="153026"/>
                  </a:lnTo>
                  <a:lnTo>
                    <a:pt x="3627361" y="152349"/>
                  </a:lnTo>
                  <a:lnTo>
                    <a:pt x="3628433" y="151671"/>
                  </a:lnTo>
                  <a:lnTo>
                    <a:pt x="3629505" y="150992"/>
                  </a:lnTo>
                  <a:lnTo>
                    <a:pt x="3630576" y="150314"/>
                  </a:lnTo>
                  <a:lnTo>
                    <a:pt x="3631648" y="149635"/>
                  </a:lnTo>
                  <a:lnTo>
                    <a:pt x="3632719" y="148955"/>
                  </a:lnTo>
                  <a:lnTo>
                    <a:pt x="3633791" y="148275"/>
                  </a:lnTo>
                  <a:lnTo>
                    <a:pt x="3634863" y="147595"/>
                  </a:lnTo>
                  <a:lnTo>
                    <a:pt x="3635934" y="146915"/>
                  </a:lnTo>
                  <a:lnTo>
                    <a:pt x="3637006" y="146234"/>
                  </a:lnTo>
                  <a:lnTo>
                    <a:pt x="3638077" y="145554"/>
                  </a:lnTo>
                  <a:lnTo>
                    <a:pt x="3639149" y="144872"/>
                  </a:lnTo>
                  <a:lnTo>
                    <a:pt x="3640221" y="144191"/>
                  </a:lnTo>
                  <a:lnTo>
                    <a:pt x="3641292" y="143509"/>
                  </a:lnTo>
                  <a:lnTo>
                    <a:pt x="3642364" y="142826"/>
                  </a:lnTo>
                  <a:lnTo>
                    <a:pt x="3643435" y="142144"/>
                  </a:lnTo>
                  <a:lnTo>
                    <a:pt x="3644507" y="141461"/>
                  </a:lnTo>
                  <a:lnTo>
                    <a:pt x="3645579" y="140778"/>
                  </a:lnTo>
                  <a:lnTo>
                    <a:pt x="3646650" y="140094"/>
                  </a:lnTo>
                  <a:lnTo>
                    <a:pt x="3647722" y="139410"/>
                  </a:lnTo>
                  <a:lnTo>
                    <a:pt x="3648793" y="138726"/>
                  </a:lnTo>
                  <a:lnTo>
                    <a:pt x="3649865" y="138041"/>
                  </a:lnTo>
                  <a:lnTo>
                    <a:pt x="3650937" y="137357"/>
                  </a:lnTo>
                  <a:lnTo>
                    <a:pt x="3652008" y="136671"/>
                  </a:lnTo>
                  <a:lnTo>
                    <a:pt x="3653080" y="135986"/>
                  </a:lnTo>
                  <a:lnTo>
                    <a:pt x="3654151" y="135300"/>
                  </a:lnTo>
                  <a:lnTo>
                    <a:pt x="3655223" y="134614"/>
                  </a:lnTo>
                  <a:lnTo>
                    <a:pt x="3656295" y="133928"/>
                  </a:lnTo>
                  <a:lnTo>
                    <a:pt x="3657366" y="133241"/>
                  </a:lnTo>
                  <a:lnTo>
                    <a:pt x="3658438" y="132554"/>
                  </a:lnTo>
                  <a:lnTo>
                    <a:pt x="3659509" y="131866"/>
                  </a:lnTo>
                  <a:lnTo>
                    <a:pt x="3660581" y="131179"/>
                  </a:lnTo>
                  <a:lnTo>
                    <a:pt x="3661653" y="130490"/>
                  </a:lnTo>
                  <a:lnTo>
                    <a:pt x="3662724" y="129802"/>
                  </a:lnTo>
                  <a:lnTo>
                    <a:pt x="3663796" y="129113"/>
                  </a:lnTo>
                  <a:lnTo>
                    <a:pt x="3664867" y="128424"/>
                  </a:lnTo>
                  <a:lnTo>
                    <a:pt x="3665939" y="127735"/>
                  </a:lnTo>
                  <a:lnTo>
                    <a:pt x="3667011" y="127045"/>
                  </a:lnTo>
                  <a:lnTo>
                    <a:pt x="3668082" y="126355"/>
                  </a:lnTo>
                  <a:lnTo>
                    <a:pt x="3669154" y="125665"/>
                  </a:lnTo>
                  <a:lnTo>
                    <a:pt x="3670225" y="124974"/>
                  </a:lnTo>
                  <a:lnTo>
                    <a:pt x="3671297" y="124284"/>
                  </a:lnTo>
                  <a:lnTo>
                    <a:pt x="3672369" y="123592"/>
                  </a:lnTo>
                  <a:lnTo>
                    <a:pt x="3673440" y="122901"/>
                  </a:lnTo>
                  <a:lnTo>
                    <a:pt x="3674512" y="122209"/>
                  </a:lnTo>
                  <a:lnTo>
                    <a:pt x="3675583" y="121517"/>
                  </a:lnTo>
                  <a:lnTo>
                    <a:pt x="3676655" y="120824"/>
                  </a:lnTo>
                  <a:lnTo>
                    <a:pt x="3677727" y="120131"/>
                  </a:lnTo>
                  <a:lnTo>
                    <a:pt x="3678798" y="119438"/>
                  </a:lnTo>
                  <a:lnTo>
                    <a:pt x="3679870" y="118744"/>
                  </a:lnTo>
                  <a:lnTo>
                    <a:pt x="3680941" y="118051"/>
                  </a:lnTo>
                  <a:lnTo>
                    <a:pt x="3682013" y="117357"/>
                  </a:lnTo>
                  <a:lnTo>
                    <a:pt x="3683085" y="116662"/>
                  </a:lnTo>
                  <a:lnTo>
                    <a:pt x="3684156" y="115967"/>
                  </a:lnTo>
                  <a:lnTo>
                    <a:pt x="3685228" y="115272"/>
                  </a:lnTo>
                  <a:lnTo>
                    <a:pt x="3686299" y="114577"/>
                  </a:lnTo>
                  <a:lnTo>
                    <a:pt x="3687371" y="113881"/>
                  </a:lnTo>
                  <a:lnTo>
                    <a:pt x="3688443" y="113185"/>
                  </a:lnTo>
                  <a:lnTo>
                    <a:pt x="3689514" y="112489"/>
                  </a:lnTo>
                  <a:lnTo>
                    <a:pt x="3690586" y="111792"/>
                  </a:lnTo>
                  <a:lnTo>
                    <a:pt x="3691657" y="111095"/>
                  </a:lnTo>
                  <a:lnTo>
                    <a:pt x="3692729" y="110398"/>
                  </a:lnTo>
                  <a:lnTo>
                    <a:pt x="3693801" y="109700"/>
                  </a:lnTo>
                  <a:lnTo>
                    <a:pt x="3694872" y="109002"/>
                  </a:lnTo>
                  <a:lnTo>
                    <a:pt x="3695944" y="108304"/>
                  </a:lnTo>
                  <a:lnTo>
                    <a:pt x="3697015" y="107605"/>
                  </a:lnTo>
                  <a:lnTo>
                    <a:pt x="3698087" y="106906"/>
                  </a:lnTo>
                  <a:lnTo>
                    <a:pt x="3699159" y="106207"/>
                  </a:lnTo>
                  <a:lnTo>
                    <a:pt x="3700230" y="105507"/>
                  </a:lnTo>
                  <a:lnTo>
                    <a:pt x="3701302" y="104808"/>
                  </a:lnTo>
                  <a:lnTo>
                    <a:pt x="3702373" y="104107"/>
                  </a:lnTo>
                  <a:lnTo>
                    <a:pt x="3703445" y="103407"/>
                  </a:lnTo>
                  <a:lnTo>
                    <a:pt x="3704517" y="102706"/>
                  </a:lnTo>
                  <a:lnTo>
                    <a:pt x="3705588" y="102005"/>
                  </a:lnTo>
                  <a:lnTo>
                    <a:pt x="3706660" y="101303"/>
                  </a:lnTo>
                  <a:lnTo>
                    <a:pt x="3707731" y="100602"/>
                  </a:lnTo>
                  <a:lnTo>
                    <a:pt x="3708803" y="99900"/>
                  </a:lnTo>
                  <a:lnTo>
                    <a:pt x="3709875" y="99197"/>
                  </a:lnTo>
                  <a:lnTo>
                    <a:pt x="3710946" y="98494"/>
                  </a:lnTo>
                  <a:lnTo>
                    <a:pt x="3712018" y="97791"/>
                  </a:lnTo>
                  <a:lnTo>
                    <a:pt x="3713089" y="97088"/>
                  </a:lnTo>
                  <a:lnTo>
                    <a:pt x="3714161" y="96384"/>
                  </a:lnTo>
                  <a:lnTo>
                    <a:pt x="3715233" y="95680"/>
                  </a:lnTo>
                  <a:lnTo>
                    <a:pt x="3716304" y="94976"/>
                  </a:lnTo>
                  <a:lnTo>
                    <a:pt x="3717376" y="94271"/>
                  </a:lnTo>
                  <a:lnTo>
                    <a:pt x="3718447" y="93566"/>
                  </a:lnTo>
                  <a:lnTo>
                    <a:pt x="3719519" y="92861"/>
                  </a:lnTo>
                  <a:lnTo>
                    <a:pt x="3720591" y="92156"/>
                  </a:lnTo>
                  <a:lnTo>
                    <a:pt x="3721662" y="91450"/>
                  </a:lnTo>
                  <a:lnTo>
                    <a:pt x="3722734" y="90743"/>
                  </a:lnTo>
                  <a:lnTo>
                    <a:pt x="3723805" y="90037"/>
                  </a:lnTo>
                  <a:lnTo>
                    <a:pt x="3724877" y="89330"/>
                  </a:lnTo>
                  <a:lnTo>
                    <a:pt x="3725949" y="88623"/>
                  </a:lnTo>
                  <a:lnTo>
                    <a:pt x="3727020" y="87915"/>
                  </a:lnTo>
                  <a:lnTo>
                    <a:pt x="3728092" y="87208"/>
                  </a:lnTo>
                  <a:lnTo>
                    <a:pt x="3729163" y="86500"/>
                  </a:lnTo>
                  <a:lnTo>
                    <a:pt x="3730235" y="85791"/>
                  </a:lnTo>
                  <a:lnTo>
                    <a:pt x="3731306" y="85082"/>
                  </a:lnTo>
                  <a:lnTo>
                    <a:pt x="3732378" y="84373"/>
                  </a:lnTo>
                  <a:lnTo>
                    <a:pt x="3733450" y="83664"/>
                  </a:lnTo>
                  <a:lnTo>
                    <a:pt x="3734521" y="82954"/>
                  </a:lnTo>
                  <a:lnTo>
                    <a:pt x="3735593" y="82244"/>
                  </a:lnTo>
                  <a:lnTo>
                    <a:pt x="3736664" y="81534"/>
                  </a:lnTo>
                  <a:lnTo>
                    <a:pt x="3737736" y="80823"/>
                  </a:lnTo>
                  <a:lnTo>
                    <a:pt x="3738808" y="80112"/>
                  </a:lnTo>
                  <a:lnTo>
                    <a:pt x="3739879" y="79401"/>
                  </a:lnTo>
                  <a:lnTo>
                    <a:pt x="3740951" y="78690"/>
                  </a:lnTo>
                  <a:lnTo>
                    <a:pt x="3742022" y="77978"/>
                  </a:lnTo>
                  <a:lnTo>
                    <a:pt x="3743094" y="77266"/>
                  </a:lnTo>
                  <a:lnTo>
                    <a:pt x="3744166" y="76553"/>
                  </a:lnTo>
                  <a:lnTo>
                    <a:pt x="3745237" y="75840"/>
                  </a:lnTo>
                  <a:lnTo>
                    <a:pt x="3746309" y="75127"/>
                  </a:lnTo>
                  <a:lnTo>
                    <a:pt x="3747380" y="74414"/>
                  </a:lnTo>
                  <a:lnTo>
                    <a:pt x="3748452" y="73700"/>
                  </a:lnTo>
                  <a:lnTo>
                    <a:pt x="3749524" y="72986"/>
                  </a:lnTo>
                  <a:lnTo>
                    <a:pt x="3750595" y="72271"/>
                  </a:lnTo>
                  <a:lnTo>
                    <a:pt x="3751667" y="71557"/>
                  </a:lnTo>
                  <a:lnTo>
                    <a:pt x="3752738" y="70842"/>
                  </a:lnTo>
                  <a:lnTo>
                    <a:pt x="3753810" y="70126"/>
                  </a:lnTo>
                  <a:lnTo>
                    <a:pt x="3754882" y="69411"/>
                  </a:lnTo>
                  <a:lnTo>
                    <a:pt x="3755953" y="68695"/>
                  </a:lnTo>
                  <a:lnTo>
                    <a:pt x="3757025" y="67978"/>
                  </a:lnTo>
                  <a:lnTo>
                    <a:pt x="3758096" y="67262"/>
                  </a:lnTo>
                  <a:lnTo>
                    <a:pt x="3759168" y="66545"/>
                  </a:lnTo>
                  <a:lnTo>
                    <a:pt x="3760240" y="65828"/>
                  </a:lnTo>
                  <a:lnTo>
                    <a:pt x="3761311" y="65110"/>
                  </a:lnTo>
                  <a:lnTo>
                    <a:pt x="3762383" y="64392"/>
                  </a:lnTo>
                  <a:lnTo>
                    <a:pt x="3763454" y="63674"/>
                  </a:lnTo>
                  <a:lnTo>
                    <a:pt x="3764526" y="62956"/>
                  </a:lnTo>
                  <a:lnTo>
                    <a:pt x="3765598" y="62237"/>
                  </a:lnTo>
                  <a:lnTo>
                    <a:pt x="3766669" y="61518"/>
                  </a:lnTo>
                  <a:lnTo>
                    <a:pt x="3767741" y="60798"/>
                  </a:lnTo>
                  <a:lnTo>
                    <a:pt x="3768812" y="60078"/>
                  </a:lnTo>
                  <a:lnTo>
                    <a:pt x="3769884" y="59358"/>
                  </a:lnTo>
                  <a:lnTo>
                    <a:pt x="3770956" y="58638"/>
                  </a:lnTo>
                  <a:lnTo>
                    <a:pt x="3772027" y="57917"/>
                  </a:lnTo>
                  <a:lnTo>
                    <a:pt x="3773099" y="57196"/>
                  </a:lnTo>
                  <a:lnTo>
                    <a:pt x="3774170" y="56475"/>
                  </a:lnTo>
                  <a:lnTo>
                    <a:pt x="3775242" y="55753"/>
                  </a:lnTo>
                  <a:lnTo>
                    <a:pt x="3776314" y="55032"/>
                  </a:lnTo>
                  <a:lnTo>
                    <a:pt x="3777385" y="54309"/>
                  </a:lnTo>
                  <a:lnTo>
                    <a:pt x="3778457" y="53587"/>
                  </a:lnTo>
                  <a:lnTo>
                    <a:pt x="3779528" y="52864"/>
                  </a:lnTo>
                  <a:lnTo>
                    <a:pt x="3780600" y="52141"/>
                  </a:lnTo>
                  <a:lnTo>
                    <a:pt x="3781672" y="51417"/>
                  </a:lnTo>
                  <a:lnTo>
                    <a:pt x="3782743" y="50693"/>
                  </a:lnTo>
                  <a:lnTo>
                    <a:pt x="3783815" y="49969"/>
                  </a:lnTo>
                  <a:lnTo>
                    <a:pt x="3784886" y="49245"/>
                  </a:lnTo>
                  <a:lnTo>
                    <a:pt x="3785958" y="48520"/>
                  </a:lnTo>
                  <a:lnTo>
                    <a:pt x="3787030" y="47795"/>
                  </a:lnTo>
                  <a:lnTo>
                    <a:pt x="3788101" y="47070"/>
                  </a:lnTo>
                  <a:lnTo>
                    <a:pt x="3789173" y="46344"/>
                  </a:lnTo>
                  <a:lnTo>
                    <a:pt x="3790244" y="45618"/>
                  </a:lnTo>
                  <a:lnTo>
                    <a:pt x="3791316" y="44892"/>
                  </a:lnTo>
                  <a:lnTo>
                    <a:pt x="3792388" y="44165"/>
                  </a:lnTo>
                  <a:lnTo>
                    <a:pt x="3793459" y="43438"/>
                  </a:lnTo>
                  <a:lnTo>
                    <a:pt x="3794531" y="42711"/>
                  </a:lnTo>
                  <a:lnTo>
                    <a:pt x="3795602" y="41983"/>
                  </a:lnTo>
                  <a:lnTo>
                    <a:pt x="3796674" y="41256"/>
                  </a:lnTo>
                  <a:lnTo>
                    <a:pt x="3797746" y="40527"/>
                  </a:lnTo>
                  <a:lnTo>
                    <a:pt x="3798817" y="39799"/>
                  </a:lnTo>
                  <a:lnTo>
                    <a:pt x="3799889" y="39070"/>
                  </a:lnTo>
                  <a:lnTo>
                    <a:pt x="3800960" y="38341"/>
                  </a:lnTo>
                  <a:lnTo>
                    <a:pt x="3802032" y="37612"/>
                  </a:lnTo>
                  <a:lnTo>
                    <a:pt x="3803104" y="36882"/>
                  </a:lnTo>
                  <a:lnTo>
                    <a:pt x="3804175" y="36152"/>
                  </a:lnTo>
                  <a:lnTo>
                    <a:pt x="3805247" y="35421"/>
                  </a:lnTo>
                  <a:lnTo>
                    <a:pt x="3806318" y="34691"/>
                  </a:lnTo>
                  <a:lnTo>
                    <a:pt x="3807390" y="33960"/>
                  </a:lnTo>
                  <a:lnTo>
                    <a:pt x="3808462" y="33229"/>
                  </a:lnTo>
                  <a:lnTo>
                    <a:pt x="3809533" y="32497"/>
                  </a:lnTo>
                  <a:lnTo>
                    <a:pt x="3810605" y="31765"/>
                  </a:lnTo>
                  <a:lnTo>
                    <a:pt x="3811676" y="31033"/>
                  </a:lnTo>
                  <a:lnTo>
                    <a:pt x="3812748" y="30300"/>
                  </a:lnTo>
                  <a:lnTo>
                    <a:pt x="3813820" y="29567"/>
                  </a:lnTo>
                  <a:lnTo>
                    <a:pt x="3814891" y="28834"/>
                  </a:lnTo>
                  <a:lnTo>
                    <a:pt x="3815963" y="28101"/>
                  </a:lnTo>
                  <a:lnTo>
                    <a:pt x="3817034" y="27367"/>
                  </a:lnTo>
                  <a:lnTo>
                    <a:pt x="3818106" y="26633"/>
                  </a:lnTo>
                  <a:lnTo>
                    <a:pt x="3819178" y="25899"/>
                  </a:lnTo>
                  <a:lnTo>
                    <a:pt x="3820249" y="25164"/>
                  </a:lnTo>
                  <a:lnTo>
                    <a:pt x="3821321" y="24429"/>
                  </a:lnTo>
                  <a:lnTo>
                    <a:pt x="3822392" y="23694"/>
                  </a:lnTo>
                  <a:lnTo>
                    <a:pt x="3823464" y="22958"/>
                  </a:lnTo>
                  <a:lnTo>
                    <a:pt x="3824536" y="22222"/>
                  </a:lnTo>
                  <a:lnTo>
                    <a:pt x="3825607" y="21486"/>
                  </a:lnTo>
                  <a:lnTo>
                    <a:pt x="3826679" y="20749"/>
                  </a:lnTo>
                  <a:lnTo>
                    <a:pt x="3827750" y="20012"/>
                  </a:lnTo>
                  <a:lnTo>
                    <a:pt x="3828822" y="19275"/>
                  </a:lnTo>
                  <a:lnTo>
                    <a:pt x="3829894" y="18538"/>
                  </a:lnTo>
                  <a:lnTo>
                    <a:pt x="3830965" y="17800"/>
                  </a:lnTo>
                  <a:lnTo>
                    <a:pt x="3832037" y="17062"/>
                  </a:lnTo>
                  <a:lnTo>
                    <a:pt x="3833108" y="16323"/>
                  </a:lnTo>
                  <a:lnTo>
                    <a:pt x="3834180" y="15585"/>
                  </a:lnTo>
                  <a:lnTo>
                    <a:pt x="3835252" y="14845"/>
                  </a:lnTo>
                  <a:lnTo>
                    <a:pt x="3836323" y="14106"/>
                  </a:lnTo>
                  <a:lnTo>
                    <a:pt x="3837395" y="13366"/>
                  </a:lnTo>
                  <a:lnTo>
                    <a:pt x="3838466" y="12626"/>
                  </a:lnTo>
                  <a:lnTo>
                    <a:pt x="3839538" y="11886"/>
                  </a:lnTo>
                  <a:lnTo>
                    <a:pt x="3840610" y="11146"/>
                  </a:lnTo>
                  <a:lnTo>
                    <a:pt x="3841681" y="10405"/>
                  </a:lnTo>
                  <a:lnTo>
                    <a:pt x="3842753" y="9663"/>
                  </a:lnTo>
                  <a:lnTo>
                    <a:pt x="3843824" y="8922"/>
                  </a:lnTo>
                  <a:lnTo>
                    <a:pt x="3844896" y="8180"/>
                  </a:lnTo>
                  <a:lnTo>
                    <a:pt x="3845968" y="7438"/>
                  </a:lnTo>
                  <a:lnTo>
                    <a:pt x="3847039" y="6696"/>
                  </a:lnTo>
                  <a:lnTo>
                    <a:pt x="3848111" y="5953"/>
                  </a:lnTo>
                  <a:lnTo>
                    <a:pt x="3849182" y="5210"/>
                  </a:lnTo>
                  <a:lnTo>
                    <a:pt x="3850254" y="4466"/>
                  </a:lnTo>
                  <a:lnTo>
                    <a:pt x="3851326" y="3723"/>
                  </a:lnTo>
                  <a:lnTo>
                    <a:pt x="3852397" y="2979"/>
                  </a:lnTo>
                  <a:lnTo>
                    <a:pt x="3853469" y="2234"/>
                  </a:lnTo>
                  <a:lnTo>
                    <a:pt x="3854540" y="1490"/>
                  </a:lnTo>
                  <a:lnTo>
                    <a:pt x="3855612" y="745"/>
                  </a:lnTo>
                  <a:lnTo>
                    <a:pt x="3856684" y="0"/>
                  </a:lnTo>
                  <a:lnTo>
                    <a:pt x="3856684" y="599450"/>
                  </a:lnTo>
                  <a:lnTo>
                    <a:pt x="3855612" y="599678"/>
                  </a:lnTo>
                  <a:lnTo>
                    <a:pt x="3854540" y="599906"/>
                  </a:lnTo>
                  <a:lnTo>
                    <a:pt x="3853469" y="600134"/>
                  </a:lnTo>
                  <a:lnTo>
                    <a:pt x="3852397" y="600362"/>
                  </a:lnTo>
                  <a:lnTo>
                    <a:pt x="3851326" y="600590"/>
                  </a:lnTo>
                  <a:lnTo>
                    <a:pt x="3850254" y="600818"/>
                  </a:lnTo>
                  <a:lnTo>
                    <a:pt x="3849182" y="601046"/>
                  </a:lnTo>
                  <a:lnTo>
                    <a:pt x="3848111" y="601274"/>
                  </a:lnTo>
                  <a:lnTo>
                    <a:pt x="3847039" y="601502"/>
                  </a:lnTo>
                  <a:lnTo>
                    <a:pt x="3845968" y="601730"/>
                  </a:lnTo>
                  <a:lnTo>
                    <a:pt x="3844896" y="601958"/>
                  </a:lnTo>
                  <a:lnTo>
                    <a:pt x="3843824" y="602187"/>
                  </a:lnTo>
                  <a:lnTo>
                    <a:pt x="3842753" y="602415"/>
                  </a:lnTo>
                  <a:lnTo>
                    <a:pt x="3841681" y="602643"/>
                  </a:lnTo>
                  <a:lnTo>
                    <a:pt x="3840610" y="602872"/>
                  </a:lnTo>
                  <a:lnTo>
                    <a:pt x="3839538" y="603100"/>
                  </a:lnTo>
                  <a:lnTo>
                    <a:pt x="3838466" y="603329"/>
                  </a:lnTo>
                  <a:lnTo>
                    <a:pt x="3837395" y="603557"/>
                  </a:lnTo>
                  <a:lnTo>
                    <a:pt x="3836323" y="603786"/>
                  </a:lnTo>
                  <a:lnTo>
                    <a:pt x="3835252" y="604015"/>
                  </a:lnTo>
                  <a:lnTo>
                    <a:pt x="3834180" y="604243"/>
                  </a:lnTo>
                  <a:lnTo>
                    <a:pt x="3833108" y="604472"/>
                  </a:lnTo>
                  <a:lnTo>
                    <a:pt x="3832037" y="604701"/>
                  </a:lnTo>
                  <a:lnTo>
                    <a:pt x="3830965" y="604930"/>
                  </a:lnTo>
                  <a:lnTo>
                    <a:pt x="3829894" y="605159"/>
                  </a:lnTo>
                  <a:lnTo>
                    <a:pt x="3828822" y="605387"/>
                  </a:lnTo>
                  <a:lnTo>
                    <a:pt x="3827750" y="605616"/>
                  </a:lnTo>
                  <a:lnTo>
                    <a:pt x="3826679" y="605846"/>
                  </a:lnTo>
                  <a:lnTo>
                    <a:pt x="3825607" y="606075"/>
                  </a:lnTo>
                  <a:lnTo>
                    <a:pt x="3824536" y="606304"/>
                  </a:lnTo>
                  <a:lnTo>
                    <a:pt x="3823464" y="606533"/>
                  </a:lnTo>
                  <a:lnTo>
                    <a:pt x="3822392" y="606762"/>
                  </a:lnTo>
                  <a:lnTo>
                    <a:pt x="3821321" y="606991"/>
                  </a:lnTo>
                  <a:lnTo>
                    <a:pt x="3820249" y="607221"/>
                  </a:lnTo>
                  <a:lnTo>
                    <a:pt x="3819178" y="607450"/>
                  </a:lnTo>
                  <a:lnTo>
                    <a:pt x="3818106" y="607680"/>
                  </a:lnTo>
                  <a:lnTo>
                    <a:pt x="3817034" y="607909"/>
                  </a:lnTo>
                  <a:lnTo>
                    <a:pt x="3815963" y="608139"/>
                  </a:lnTo>
                  <a:lnTo>
                    <a:pt x="3814891" y="608368"/>
                  </a:lnTo>
                  <a:lnTo>
                    <a:pt x="3813820" y="608598"/>
                  </a:lnTo>
                  <a:lnTo>
                    <a:pt x="3812748" y="608827"/>
                  </a:lnTo>
                  <a:lnTo>
                    <a:pt x="3811676" y="609057"/>
                  </a:lnTo>
                  <a:lnTo>
                    <a:pt x="3810605" y="609287"/>
                  </a:lnTo>
                  <a:lnTo>
                    <a:pt x="3809533" y="609517"/>
                  </a:lnTo>
                  <a:lnTo>
                    <a:pt x="3808462" y="609747"/>
                  </a:lnTo>
                  <a:lnTo>
                    <a:pt x="3807390" y="609976"/>
                  </a:lnTo>
                  <a:lnTo>
                    <a:pt x="3806318" y="610206"/>
                  </a:lnTo>
                  <a:lnTo>
                    <a:pt x="3805247" y="610436"/>
                  </a:lnTo>
                  <a:lnTo>
                    <a:pt x="3804175" y="610666"/>
                  </a:lnTo>
                  <a:lnTo>
                    <a:pt x="3803104" y="610897"/>
                  </a:lnTo>
                  <a:lnTo>
                    <a:pt x="3802032" y="611127"/>
                  </a:lnTo>
                  <a:lnTo>
                    <a:pt x="3800960" y="611357"/>
                  </a:lnTo>
                  <a:lnTo>
                    <a:pt x="3799889" y="611587"/>
                  </a:lnTo>
                  <a:lnTo>
                    <a:pt x="3798817" y="611818"/>
                  </a:lnTo>
                  <a:lnTo>
                    <a:pt x="3797746" y="612048"/>
                  </a:lnTo>
                  <a:lnTo>
                    <a:pt x="3796674" y="612278"/>
                  </a:lnTo>
                  <a:lnTo>
                    <a:pt x="3795602" y="612509"/>
                  </a:lnTo>
                  <a:lnTo>
                    <a:pt x="3794531" y="612739"/>
                  </a:lnTo>
                  <a:lnTo>
                    <a:pt x="3793459" y="612970"/>
                  </a:lnTo>
                  <a:lnTo>
                    <a:pt x="3792388" y="613200"/>
                  </a:lnTo>
                  <a:lnTo>
                    <a:pt x="3791316" y="613431"/>
                  </a:lnTo>
                  <a:lnTo>
                    <a:pt x="3790244" y="613662"/>
                  </a:lnTo>
                  <a:lnTo>
                    <a:pt x="3789173" y="613893"/>
                  </a:lnTo>
                  <a:lnTo>
                    <a:pt x="3788101" y="614123"/>
                  </a:lnTo>
                  <a:lnTo>
                    <a:pt x="3787030" y="614354"/>
                  </a:lnTo>
                  <a:lnTo>
                    <a:pt x="3785958" y="614585"/>
                  </a:lnTo>
                  <a:lnTo>
                    <a:pt x="3784886" y="614816"/>
                  </a:lnTo>
                  <a:lnTo>
                    <a:pt x="3783815" y="615047"/>
                  </a:lnTo>
                  <a:lnTo>
                    <a:pt x="3782743" y="615278"/>
                  </a:lnTo>
                  <a:lnTo>
                    <a:pt x="3781672" y="615510"/>
                  </a:lnTo>
                  <a:lnTo>
                    <a:pt x="3780600" y="615741"/>
                  </a:lnTo>
                  <a:lnTo>
                    <a:pt x="3779528" y="615972"/>
                  </a:lnTo>
                  <a:lnTo>
                    <a:pt x="3778457" y="616203"/>
                  </a:lnTo>
                  <a:lnTo>
                    <a:pt x="3777385" y="616435"/>
                  </a:lnTo>
                  <a:lnTo>
                    <a:pt x="3776314" y="616666"/>
                  </a:lnTo>
                  <a:lnTo>
                    <a:pt x="3775242" y="616898"/>
                  </a:lnTo>
                  <a:lnTo>
                    <a:pt x="3774170" y="617129"/>
                  </a:lnTo>
                  <a:lnTo>
                    <a:pt x="3773099" y="617361"/>
                  </a:lnTo>
                  <a:lnTo>
                    <a:pt x="3772027" y="617592"/>
                  </a:lnTo>
                  <a:lnTo>
                    <a:pt x="3770956" y="617824"/>
                  </a:lnTo>
                  <a:lnTo>
                    <a:pt x="3769884" y="618056"/>
                  </a:lnTo>
                  <a:lnTo>
                    <a:pt x="3768812" y="618288"/>
                  </a:lnTo>
                  <a:lnTo>
                    <a:pt x="3767741" y="618519"/>
                  </a:lnTo>
                  <a:lnTo>
                    <a:pt x="3766669" y="618751"/>
                  </a:lnTo>
                  <a:lnTo>
                    <a:pt x="3765598" y="618983"/>
                  </a:lnTo>
                  <a:lnTo>
                    <a:pt x="3764526" y="619215"/>
                  </a:lnTo>
                  <a:lnTo>
                    <a:pt x="3763454" y="619447"/>
                  </a:lnTo>
                  <a:lnTo>
                    <a:pt x="3762383" y="619679"/>
                  </a:lnTo>
                  <a:lnTo>
                    <a:pt x="3761311" y="619912"/>
                  </a:lnTo>
                  <a:lnTo>
                    <a:pt x="3760240" y="620144"/>
                  </a:lnTo>
                  <a:lnTo>
                    <a:pt x="3759168" y="620376"/>
                  </a:lnTo>
                  <a:lnTo>
                    <a:pt x="3758096" y="620608"/>
                  </a:lnTo>
                  <a:lnTo>
                    <a:pt x="3757025" y="620841"/>
                  </a:lnTo>
                  <a:lnTo>
                    <a:pt x="3755953" y="621073"/>
                  </a:lnTo>
                  <a:lnTo>
                    <a:pt x="3754882" y="621306"/>
                  </a:lnTo>
                  <a:lnTo>
                    <a:pt x="3753810" y="621538"/>
                  </a:lnTo>
                  <a:lnTo>
                    <a:pt x="3752738" y="621771"/>
                  </a:lnTo>
                  <a:lnTo>
                    <a:pt x="3751667" y="622004"/>
                  </a:lnTo>
                  <a:lnTo>
                    <a:pt x="3750595" y="622237"/>
                  </a:lnTo>
                  <a:lnTo>
                    <a:pt x="3749524" y="622469"/>
                  </a:lnTo>
                  <a:lnTo>
                    <a:pt x="3748452" y="622702"/>
                  </a:lnTo>
                  <a:lnTo>
                    <a:pt x="3747380" y="622935"/>
                  </a:lnTo>
                  <a:lnTo>
                    <a:pt x="3746309" y="623168"/>
                  </a:lnTo>
                  <a:lnTo>
                    <a:pt x="3745237" y="623401"/>
                  </a:lnTo>
                  <a:lnTo>
                    <a:pt x="3744166" y="623634"/>
                  </a:lnTo>
                  <a:lnTo>
                    <a:pt x="3743094" y="623867"/>
                  </a:lnTo>
                  <a:lnTo>
                    <a:pt x="3742022" y="624101"/>
                  </a:lnTo>
                  <a:lnTo>
                    <a:pt x="3740951" y="624334"/>
                  </a:lnTo>
                  <a:lnTo>
                    <a:pt x="3739879" y="624567"/>
                  </a:lnTo>
                  <a:lnTo>
                    <a:pt x="3738808" y="624800"/>
                  </a:lnTo>
                  <a:lnTo>
                    <a:pt x="3737736" y="625034"/>
                  </a:lnTo>
                  <a:lnTo>
                    <a:pt x="3736664" y="625267"/>
                  </a:lnTo>
                  <a:lnTo>
                    <a:pt x="3735593" y="625501"/>
                  </a:lnTo>
                  <a:lnTo>
                    <a:pt x="3734521" y="625735"/>
                  </a:lnTo>
                  <a:lnTo>
                    <a:pt x="3733450" y="625968"/>
                  </a:lnTo>
                  <a:lnTo>
                    <a:pt x="3732378" y="626202"/>
                  </a:lnTo>
                  <a:lnTo>
                    <a:pt x="3731306" y="626436"/>
                  </a:lnTo>
                  <a:lnTo>
                    <a:pt x="3730235" y="626670"/>
                  </a:lnTo>
                  <a:lnTo>
                    <a:pt x="3729163" y="626904"/>
                  </a:lnTo>
                  <a:lnTo>
                    <a:pt x="3728092" y="627138"/>
                  </a:lnTo>
                  <a:lnTo>
                    <a:pt x="3727020" y="627372"/>
                  </a:lnTo>
                  <a:lnTo>
                    <a:pt x="3725949" y="627606"/>
                  </a:lnTo>
                  <a:lnTo>
                    <a:pt x="3724877" y="627840"/>
                  </a:lnTo>
                  <a:lnTo>
                    <a:pt x="3723805" y="628074"/>
                  </a:lnTo>
                  <a:lnTo>
                    <a:pt x="3722734" y="628308"/>
                  </a:lnTo>
                  <a:lnTo>
                    <a:pt x="3721662" y="628543"/>
                  </a:lnTo>
                  <a:lnTo>
                    <a:pt x="3720591" y="628777"/>
                  </a:lnTo>
                  <a:lnTo>
                    <a:pt x="3719519" y="629012"/>
                  </a:lnTo>
                  <a:lnTo>
                    <a:pt x="3718447" y="629246"/>
                  </a:lnTo>
                  <a:lnTo>
                    <a:pt x="3717376" y="629481"/>
                  </a:lnTo>
                  <a:lnTo>
                    <a:pt x="3716304" y="629715"/>
                  </a:lnTo>
                  <a:lnTo>
                    <a:pt x="3715233" y="629950"/>
                  </a:lnTo>
                  <a:lnTo>
                    <a:pt x="3714161" y="630185"/>
                  </a:lnTo>
                  <a:lnTo>
                    <a:pt x="3713089" y="630420"/>
                  </a:lnTo>
                  <a:lnTo>
                    <a:pt x="3712018" y="630654"/>
                  </a:lnTo>
                  <a:lnTo>
                    <a:pt x="3710946" y="630889"/>
                  </a:lnTo>
                  <a:lnTo>
                    <a:pt x="3709875" y="631124"/>
                  </a:lnTo>
                  <a:lnTo>
                    <a:pt x="3708803" y="631360"/>
                  </a:lnTo>
                  <a:lnTo>
                    <a:pt x="3707731" y="631595"/>
                  </a:lnTo>
                  <a:lnTo>
                    <a:pt x="3706660" y="631830"/>
                  </a:lnTo>
                  <a:lnTo>
                    <a:pt x="3705588" y="632065"/>
                  </a:lnTo>
                  <a:lnTo>
                    <a:pt x="3704517" y="632301"/>
                  </a:lnTo>
                  <a:lnTo>
                    <a:pt x="3703445" y="632536"/>
                  </a:lnTo>
                  <a:lnTo>
                    <a:pt x="3702373" y="632771"/>
                  </a:lnTo>
                  <a:lnTo>
                    <a:pt x="3701302" y="633007"/>
                  </a:lnTo>
                  <a:lnTo>
                    <a:pt x="3700230" y="633242"/>
                  </a:lnTo>
                  <a:lnTo>
                    <a:pt x="3699159" y="633478"/>
                  </a:lnTo>
                  <a:lnTo>
                    <a:pt x="3698087" y="633714"/>
                  </a:lnTo>
                  <a:lnTo>
                    <a:pt x="3697015" y="633950"/>
                  </a:lnTo>
                  <a:lnTo>
                    <a:pt x="3695944" y="634185"/>
                  </a:lnTo>
                  <a:lnTo>
                    <a:pt x="3694872" y="634421"/>
                  </a:lnTo>
                  <a:lnTo>
                    <a:pt x="3693801" y="634657"/>
                  </a:lnTo>
                  <a:lnTo>
                    <a:pt x="3692729" y="634893"/>
                  </a:lnTo>
                  <a:lnTo>
                    <a:pt x="3691657" y="635130"/>
                  </a:lnTo>
                  <a:lnTo>
                    <a:pt x="3690586" y="635366"/>
                  </a:lnTo>
                  <a:lnTo>
                    <a:pt x="3689514" y="635602"/>
                  </a:lnTo>
                  <a:lnTo>
                    <a:pt x="3688443" y="635838"/>
                  </a:lnTo>
                  <a:lnTo>
                    <a:pt x="3687371" y="636075"/>
                  </a:lnTo>
                  <a:lnTo>
                    <a:pt x="3686299" y="636311"/>
                  </a:lnTo>
                  <a:lnTo>
                    <a:pt x="3685228" y="636548"/>
                  </a:lnTo>
                  <a:lnTo>
                    <a:pt x="3684156" y="636784"/>
                  </a:lnTo>
                  <a:lnTo>
                    <a:pt x="3683085" y="637021"/>
                  </a:lnTo>
                  <a:lnTo>
                    <a:pt x="3682013" y="637257"/>
                  </a:lnTo>
                  <a:lnTo>
                    <a:pt x="3680941" y="637494"/>
                  </a:lnTo>
                  <a:lnTo>
                    <a:pt x="3679870" y="637731"/>
                  </a:lnTo>
                  <a:lnTo>
                    <a:pt x="3678798" y="637968"/>
                  </a:lnTo>
                  <a:lnTo>
                    <a:pt x="3677727" y="638205"/>
                  </a:lnTo>
                  <a:lnTo>
                    <a:pt x="3676655" y="638442"/>
                  </a:lnTo>
                  <a:lnTo>
                    <a:pt x="3675583" y="638679"/>
                  </a:lnTo>
                  <a:lnTo>
                    <a:pt x="3674512" y="638916"/>
                  </a:lnTo>
                  <a:lnTo>
                    <a:pt x="3673440" y="639154"/>
                  </a:lnTo>
                  <a:lnTo>
                    <a:pt x="3672369" y="639391"/>
                  </a:lnTo>
                  <a:lnTo>
                    <a:pt x="3671297" y="639628"/>
                  </a:lnTo>
                  <a:lnTo>
                    <a:pt x="3670225" y="639866"/>
                  </a:lnTo>
                  <a:lnTo>
                    <a:pt x="3669154" y="640103"/>
                  </a:lnTo>
                  <a:lnTo>
                    <a:pt x="3668082" y="640341"/>
                  </a:lnTo>
                  <a:lnTo>
                    <a:pt x="3667011" y="640578"/>
                  </a:lnTo>
                  <a:lnTo>
                    <a:pt x="3665939" y="640816"/>
                  </a:lnTo>
                  <a:lnTo>
                    <a:pt x="3664867" y="641054"/>
                  </a:lnTo>
                  <a:lnTo>
                    <a:pt x="3663796" y="641292"/>
                  </a:lnTo>
                  <a:lnTo>
                    <a:pt x="3662724" y="641530"/>
                  </a:lnTo>
                  <a:lnTo>
                    <a:pt x="3661653" y="641768"/>
                  </a:lnTo>
                  <a:lnTo>
                    <a:pt x="3660581" y="642006"/>
                  </a:lnTo>
                  <a:lnTo>
                    <a:pt x="3659509" y="642244"/>
                  </a:lnTo>
                  <a:lnTo>
                    <a:pt x="3658438" y="642482"/>
                  </a:lnTo>
                  <a:lnTo>
                    <a:pt x="3657366" y="642720"/>
                  </a:lnTo>
                  <a:lnTo>
                    <a:pt x="3656295" y="642959"/>
                  </a:lnTo>
                  <a:lnTo>
                    <a:pt x="3655223" y="643197"/>
                  </a:lnTo>
                  <a:lnTo>
                    <a:pt x="3654151" y="643436"/>
                  </a:lnTo>
                  <a:lnTo>
                    <a:pt x="3653080" y="643674"/>
                  </a:lnTo>
                  <a:lnTo>
                    <a:pt x="3652008" y="643913"/>
                  </a:lnTo>
                  <a:lnTo>
                    <a:pt x="3650937" y="644152"/>
                  </a:lnTo>
                  <a:lnTo>
                    <a:pt x="3649865" y="644390"/>
                  </a:lnTo>
                  <a:lnTo>
                    <a:pt x="3648793" y="644629"/>
                  </a:lnTo>
                  <a:lnTo>
                    <a:pt x="3647722" y="644868"/>
                  </a:lnTo>
                  <a:lnTo>
                    <a:pt x="3646650" y="645107"/>
                  </a:lnTo>
                  <a:lnTo>
                    <a:pt x="3645579" y="645346"/>
                  </a:lnTo>
                  <a:lnTo>
                    <a:pt x="3644507" y="645585"/>
                  </a:lnTo>
                  <a:lnTo>
                    <a:pt x="3643435" y="645825"/>
                  </a:lnTo>
                  <a:lnTo>
                    <a:pt x="3642364" y="646064"/>
                  </a:lnTo>
                  <a:lnTo>
                    <a:pt x="3641292" y="646303"/>
                  </a:lnTo>
                  <a:lnTo>
                    <a:pt x="3640221" y="646543"/>
                  </a:lnTo>
                  <a:lnTo>
                    <a:pt x="3639149" y="646782"/>
                  </a:lnTo>
                  <a:lnTo>
                    <a:pt x="3638077" y="647022"/>
                  </a:lnTo>
                  <a:lnTo>
                    <a:pt x="3637006" y="647262"/>
                  </a:lnTo>
                  <a:lnTo>
                    <a:pt x="3635934" y="647501"/>
                  </a:lnTo>
                  <a:lnTo>
                    <a:pt x="3634863" y="647741"/>
                  </a:lnTo>
                  <a:lnTo>
                    <a:pt x="3633791" y="647981"/>
                  </a:lnTo>
                  <a:lnTo>
                    <a:pt x="3632719" y="648221"/>
                  </a:lnTo>
                  <a:lnTo>
                    <a:pt x="3631648" y="648461"/>
                  </a:lnTo>
                  <a:lnTo>
                    <a:pt x="3630576" y="648701"/>
                  </a:lnTo>
                  <a:lnTo>
                    <a:pt x="3629505" y="648941"/>
                  </a:lnTo>
                  <a:lnTo>
                    <a:pt x="3628433" y="649181"/>
                  </a:lnTo>
                  <a:lnTo>
                    <a:pt x="3627361" y="649422"/>
                  </a:lnTo>
                  <a:lnTo>
                    <a:pt x="3626290" y="649662"/>
                  </a:lnTo>
                  <a:lnTo>
                    <a:pt x="3625218" y="649903"/>
                  </a:lnTo>
                  <a:lnTo>
                    <a:pt x="3624147" y="650143"/>
                  </a:lnTo>
                  <a:lnTo>
                    <a:pt x="3623075" y="650384"/>
                  </a:lnTo>
                  <a:lnTo>
                    <a:pt x="3622003" y="650625"/>
                  </a:lnTo>
                  <a:lnTo>
                    <a:pt x="3620932" y="650865"/>
                  </a:lnTo>
                  <a:lnTo>
                    <a:pt x="3619860" y="651106"/>
                  </a:lnTo>
                  <a:lnTo>
                    <a:pt x="3618789" y="651347"/>
                  </a:lnTo>
                  <a:lnTo>
                    <a:pt x="3617717" y="651588"/>
                  </a:lnTo>
                  <a:lnTo>
                    <a:pt x="3616645" y="651829"/>
                  </a:lnTo>
                  <a:lnTo>
                    <a:pt x="3615574" y="652071"/>
                  </a:lnTo>
                  <a:lnTo>
                    <a:pt x="3614502" y="652312"/>
                  </a:lnTo>
                  <a:lnTo>
                    <a:pt x="3613431" y="652553"/>
                  </a:lnTo>
                  <a:lnTo>
                    <a:pt x="3612359" y="652794"/>
                  </a:lnTo>
                  <a:lnTo>
                    <a:pt x="3611287" y="653036"/>
                  </a:lnTo>
                  <a:lnTo>
                    <a:pt x="3610216" y="653278"/>
                  </a:lnTo>
                  <a:lnTo>
                    <a:pt x="3609144" y="653519"/>
                  </a:lnTo>
                  <a:lnTo>
                    <a:pt x="3608073" y="653761"/>
                  </a:lnTo>
                  <a:lnTo>
                    <a:pt x="3607001" y="654003"/>
                  </a:lnTo>
                  <a:lnTo>
                    <a:pt x="3605929" y="654245"/>
                  </a:lnTo>
                  <a:lnTo>
                    <a:pt x="3604858" y="654487"/>
                  </a:lnTo>
                  <a:lnTo>
                    <a:pt x="3603786" y="654729"/>
                  </a:lnTo>
                  <a:lnTo>
                    <a:pt x="3602715" y="654971"/>
                  </a:lnTo>
                  <a:lnTo>
                    <a:pt x="3601643" y="655213"/>
                  </a:lnTo>
                  <a:lnTo>
                    <a:pt x="3600571" y="655455"/>
                  </a:lnTo>
                  <a:lnTo>
                    <a:pt x="3599500" y="655698"/>
                  </a:lnTo>
                  <a:lnTo>
                    <a:pt x="3598428" y="655940"/>
                  </a:lnTo>
                  <a:lnTo>
                    <a:pt x="3597357" y="656182"/>
                  </a:lnTo>
                  <a:lnTo>
                    <a:pt x="3596285" y="656425"/>
                  </a:lnTo>
                  <a:lnTo>
                    <a:pt x="3595213" y="656668"/>
                  </a:lnTo>
                  <a:lnTo>
                    <a:pt x="3594142" y="656911"/>
                  </a:lnTo>
                  <a:lnTo>
                    <a:pt x="3593070" y="657153"/>
                  </a:lnTo>
                  <a:lnTo>
                    <a:pt x="3591999" y="657396"/>
                  </a:lnTo>
                  <a:lnTo>
                    <a:pt x="3590927" y="657639"/>
                  </a:lnTo>
                  <a:lnTo>
                    <a:pt x="3589855" y="657882"/>
                  </a:lnTo>
                  <a:lnTo>
                    <a:pt x="3588784" y="658126"/>
                  </a:lnTo>
                  <a:lnTo>
                    <a:pt x="3587712" y="658369"/>
                  </a:lnTo>
                  <a:lnTo>
                    <a:pt x="3586641" y="658612"/>
                  </a:lnTo>
                  <a:lnTo>
                    <a:pt x="3585569" y="658856"/>
                  </a:lnTo>
                  <a:lnTo>
                    <a:pt x="3584497" y="659099"/>
                  </a:lnTo>
                  <a:lnTo>
                    <a:pt x="3583426" y="659343"/>
                  </a:lnTo>
                  <a:lnTo>
                    <a:pt x="3582354" y="659586"/>
                  </a:lnTo>
                  <a:lnTo>
                    <a:pt x="3581283" y="659830"/>
                  </a:lnTo>
                  <a:lnTo>
                    <a:pt x="3580211" y="660074"/>
                  </a:lnTo>
                  <a:lnTo>
                    <a:pt x="3579139" y="660318"/>
                  </a:lnTo>
                  <a:lnTo>
                    <a:pt x="3578068" y="660562"/>
                  </a:lnTo>
                  <a:lnTo>
                    <a:pt x="3576996" y="660806"/>
                  </a:lnTo>
                  <a:lnTo>
                    <a:pt x="3575925" y="661050"/>
                  </a:lnTo>
                  <a:lnTo>
                    <a:pt x="3574853" y="661294"/>
                  </a:lnTo>
                  <a:lnTo>
                    <a:pt x="3573781" y="661539"/>
                  </a:lnTo>
                  <a:lnTo>
                    <a:pt x="3572710" y="661783"/>
                  </a:lnTo>
                  <a:lnTo>
                    <a:pt x="3571638" y="662028"/>
                  </a:lnTo>
                  <a:lnTo>
                    <a:pt x="3570567" y="662272"/>
                  </a:lnTo>
                  <a:lnTo>
                    <a:pt x="3569495" y="662517"/>
                  </a:lnTo>
                  <a:lnTo>
                    <a:pt x="3568423" y="662762"/>
                  </a:lnTo>
                  <a:lnTo>
                    <a:pt x="3567352" y="663006"/>
                  </a:lnTo>
                  <a:lnTo>
                    <a:pt x="3566280" y="663251"/>
                  </a:lnTo>
                  <a:lnTo>
                    <a:pt x="3565209" y="663496"/>
                  </a:lnTo>
                  <a:lnTo>
                    <a:pt x="3564137" y="663741"/>
                  </a:lnTo>
                  <a:lnTo>
                    <a:pt x="3563065" y="663987"/>
                  </a:lnTo>
                  <a:lnTo>
                    <a:pt x="3561994" y="664232"/>
                  </a:lnTo>
                  <a:lnTo>
                    <a:pt x="3560922" y="664477"/>
                  </a:lnTo>
                  <a:lnTo>
                    <a:pt x="3559851" y="664723"/>
                  </a:lnTo>
                  <a:lnTo>
                    <a:pt x="3558779" y="664968"/>
                  </a:lnTo>
                  <a:lnTo>
                    <a:pt x="3557707" y="665214"/>
                  </a:lnTo>
                  <a:lnTo>
                    <a:pt x="3556636" y="665460"/>
                  </a:lnTo>
                  <a:lnTo>
                    <a:pt x="3555564" y="665705"/>
                  </a:lnTo>
                  <a:lnTo>
                    <a:pt x="3554493" y="665951"/>
                  </a:lnTo>
                  <a:lnTo>
                    <a:pt x="3553421" y="666197"/>
                  </a:lnTo>
                  <a:lnTo>
                    <a:pt x="3552349" y="666443"/>
                  </a:lnTo>
                  <a:lnTo>
                    <a:pt x="3551278" y="666690"/>
                  </a:lnTo>
                  <a:lnTo>
                    <a:pt x="3550206" y="666936"/>
                  </a:lnTo>
                  <a:lnTo>
                    <a:pt x="3549135" y="667182"/>
                  </a:lnTo>
                  <a:lnTo>
                    <a:pt x="3548063" y="667429"/>
                  </a:lnTo>
                  <a:lnTo>
                    <a:pt x="3546992" y="667675"/>
                  </a:lnTo>
                  <a:lnTo>
                    <a:pt x="3545920" y="667922"/>
                  </a:lnTo>
                  <a:lnTo>
                    <a:pt x="3544848" y="668168"/>
                  </a:lnTo>
                  <a:lnTo>
                    <a:pt x="3543777" y="668415"/>
                  </a:lnTo>
                  <a:lnTo>
                    <a:pt x="3542705" y="668662"/>
                  </a:lnTo>
                  <a:lnTo>
                    <a:pt x="3541634" y="668909"/>
                  </a:lnTo>
                  <a:lnTo>
                    <a:pt x="3540562" y="669156"/>
                  </a:lnTo>
                  <a:lnTo>
                    <a:pt x="3539490" y="669403"/>
                  </a:lnTo>
                  <a:lnTo>
                    <a:pt x="3538419" y="669651"/>
                  </a:lnTo>
                  <a:lnTo>
                    <a:pt x="3537347" y="669898"/>
                  </a:lnTo>
                  <a:lnTo>
                    <a:pt x="3536276" y="670145"/>
                  </a:lnTo>
                  <a:lnTo>
                    <a:pt x="3535204" y="670393"/>
                  </a:lnTo>
                  <a:lnTo>
                    <a:pt x="3534132" y="670640"/>
                  </a:lnTo>
                  <a:lnTo>
                    <a:pt x="3533061" y="670888"/>
                  </a:lnTo>
                  <a:lnTo>
                    <a:pt x="3531989" y="671136"/>
                  </a:lnTo>
                  <a:lnTo>
                    <a:pt x="3530918" y="671384"/>
                  </a:lnTo>
                  <a:lnTo>
                    <a:pt x="3529846" y="671632"/>
                  </a:lnTo>
                  <a:lnTo>
                    <a:pt x="3528774" y="671880"/>
                  </a:lnTo>
                  <a:lnTo>
                    <a:pt x="3527703" y="672128"/>
                  </a:lnTo>
                  <a:lnTo>
                    <a:pt x="3526631" y="672376"/>
                  </a:lnTo>
                  <a:lnTo>
                    <a:pt x="3525560" y="672625"/>
                  </a:lnTo>
                  <a:lnTo>
                    <a:pt x="3524488" y="672873"/>
                  </a:lnTo>
                  <a:lnTo>
                    <a:pt x="3523416" y="673122"/>
                  </a:lnTo>
                  <a:lnTo>
                    <a:pt x="3522345" y="673370"/>
                  </a:lnTo>
                  <a:lnTo>
                    <a:pt x="3521273" y="673619"/>
                  </a:lnTo>
                  <a:lnTo>
                    <a:pt x="3520202" y="673868"/>
                  </a:lnTo>
                  <a:lnTo>
                    <a:pt x="3519130" y="674117"/>
                  </a:lnTo>
                  <a:lnTo>
                    <a:pt x="3518058" y="674366"/>
                  </a:lnTo>
                  <a:lnTo>
                    <a:pt x="3516987" y="674615"/>
                  </a:lnTo>
                  <a:lnTo>
                    <a:pt x="3515915" y="674864"/>
                  </a:lnTo>
                  <a:lnTo>
                    <a:pt x="3514844" y="675113"/>
                  </a:lnTo>
                  <a:lnTo>
                    <a:pt x="3513772" y="675363"/>
                  </a:lnTo>
                  <a:lnTo>
                    <a:pt x="3512700" y="675612"/>
                  </a:lnTo>
                  <a:lnTo>
                    <a:pt x="3511629" y="675862"/>
                  </a:lnTo>
                  <a:lnTo>
                    <a:pt x="3510557" y="676112"/>
                  </a:lnTo>
                  <a:lnTo>
                    <a:pt x="3509486" y="676361"/>
                  </a:lnTo>
                  <a:lnTo>
                    <a:pt x="3508414" y="676611"/>
                  </a:lnTo>
                  <a:lnTo>
                    <a:pt x="3507342" y="676861"/>
                  </a:lnTo>
                  <a:lnTo>
                    <a:pt x="3506271" y="677111"/>
                  </a:lnTo>
                  <a:lnTo>
                    <a:pt x="3505199" y="677361"/>
                  </a:lnTo>
                  <a:lnTo>
                    <a:pt x="3504128" y="677612"/>
                  </a:lnTo>
                  <a:lnTo>
                    <a:pt x="3503056" y="677862"/>
                  </a:lnTo>
                  <a:lnTo>
                    <a:pt x="3501984" y="678112"/>
                  </a:lnTo>
                  <a:lnTo>
                    <a:pt x="3500913" y="678363"/>
                  </a:lnTo>
                  <a:lnTo>
                    <a:pt x="3499841" y="678614"/>
                  </a:lnTo>
                  <a:lnTo>
                    <a:pt x="3498770" y="678864"/>
                  </a:lnTo>
                  <a:lnTo>
                    <a:pt x="3497698" y="679115"/>
                  </a:lnTo>
                  <a:lnTo>
                    <a:pt x="3496626" y="679366"/>
                  </a:lnTo>
                  <a:lnTo>
                    <a:pt x="3495555" y="679617"/>
                  </a:lnTo>
                  <a:lnTo>
                    <a:pt x="3494483" y="679869"/>
                  </a:lnTo>
                  <a:lnTo>
                    <a:pt x="3493412" y="680120"/>
                  </a:lnTo>
                  <a:lnTo>
                    <a:pt x="3492340" y="680371"/>
                  </a:lnTo>
                  <a:lnTo>
                    <a:pt x="3491268" y="680623"/>
                  </a:lnTo>
                  <a:lnTo>
                    <a:pt x="3490197" y="680874"/>
                  </a:lnTo>
                  <a:lnTo>
                    <a:pt x="3489125" y="681126"/>
                  </a:lnTo>
                  <a:lnTo>
                    <a:pt x="3488054" y="681378"/>
                  </a:lnTo>
                  <a:lnTo>
                    <a:pt x="3486982" y="681629"/>
                  </a:lnTo>
                  <a:lnTo>
                    <a:pt x="3485910" y="681881"/>
                  </a:lnTo>
                  <a:lnTo>
                    <a:pt x="3484839" y="682134"/>
                  </a:lnTo>
                  <a:lnTo>
                    <a:pt x="3483767" y="682386"/>
                  </a:lnTo>
                  <a:lnTo>
                    <a:pt x="3482696" y="682638"/>
                  </a:lnTo>
                  <a:lnTo>
                    <a:pt x="3481624" y="682890"/>
                  </a:lnTo>
                  <a:lnTo>
                    <a:pt x="3480552" y="683143"/>
                  </a:lnTo>
                  <a:lnTo>
                    <a:pt x="3479481" y="683395"/>
                  </a:lnTo>
                  <a:lnTo>
                    <a:pt x="3478409" y="683648"/>
                  </a:lnTo>
                  <a:lnTo>
                    <a:pt x="3477338" y="683901"/>
                  </a:lnTo>
                  <a:lnTo>
                    <a:pt x="3476266" y="684154"/>
                  </a:lnTo>
                  <a:lnTo>
                    <a:pt x="3475194" y="684407"/>
                  </a:lnTo>
                  <a:lnTo>
                    <a:pt x="3474123" y="684660"/>
                  </a:lnTo>
                  <a:lnTo>
                    <a:pt x="3473051" y="684913"/>
                  </a:lnTo>
                  <a:lnTo>
                    <a:pt x="3471980" y="685166"/>
                  </a:lnTo>
                  <a:lnTo>
                    <a:pt x="3470908" y="685420"/>
                  </a:lnTo>
                  <a:lnTo>
                    <a:pt x="3469836" y="685673"/>
                  </a:lnTo>
                  <a:lnTo>
                    <a:pt x="3468765" y="685927"/>
                  </a:lnTo>
                  <a:lnTo>
                    <a:pt x="3467693" y="686181"/>
                  </a:lnTo>
                  <a:lnTo>
                    <a:pt x="3466622" y="686434"/>
                  </a:lnTo>
                  <a:lnTo>
                    <a:pt x="3465550" y="686688"/>
                  </a:lnTo>
                  <a:lnTo>
                    <a:pt x="3464478" y="686942"/>
                  </a:lnTo>
                  <a:lnTo>
                    <a:pt x="3463407" y="687197"/>
                  </a:lnTo>
                  <a:lnTo>
                    <a:pt x="3462335" y="687451"/>
                  </a:lnTo>
                  <a:lnTo>
                    <a:pt x="3461264" y="687705"/>
                  </a:lnTo>
                  <a:lnTo>
                    <a:pt x="3460192" y="687960"/>
                  </a:lnTo>
                  <a:lnTo>
                    <a:pt x="3459120" y="688214"/>
                  </a:lnTo>
                  <a:lnTo>
                    <a:pt x="3458049" y="688469"/>
                  </a:lnTo>
                  <a:lnTo>
                    <a:pt x="3456977" y="688724"/>
                  </a:lnTo>
                  <a:lnTo>
                    <a:pt x="3455906" y="688979"/>
                  </a:lnTo>
                  <a:lnTo>
                    <a:pt x="3454834" y="689234"/>
                  </a:lnTo>
                  <a:lnTo>
                    <a:pt x="3453762" y="689489"/>
                  </a:lnTo>
                  <a:lnTo>
                    <a:pt x="3452691" y="689744"/>
                  </a:lnTo>
                  <a:lnTo>
                    <a:pt x="3451619" y="689999"/>
                  </a:lnTo>
                  <a:lnTo>
                    <a:pt x="3450548" y="690255"/>
                  </a:lnTo>
                  <a:lnTo>
                    <a:pt x="3449476" y="690510"/>
                  </a:lnTo>
                  <a:lnTo>
                    <a:pt x="3448404" y="690766"/>
                  </a:lnTo>
                  <a:lnTo>
                    <a:pt x="3447333" y="691022"/>
                  </a:lnTo>
                  <a:lnTo>
                    <a:pt x="3446261" y="691278"/>
                  </a:lnTo>
                  <a:lnTo>
                    <a:pt x="3445190" y="691534"/>
                  </a:lnTo>
                  <a:lnTo>
                    <a:pt x="3444118" y="691790"/>
                  </a:lnTo>
                  <a:lnTo>
                    <a:pt x="3443046" y="692046"/>
                  </a:lnTo>
                  <a:lnTo>
                    <a:pt x="3441975" y="692302"/>
                  </a:lnTo>
                  <a:lnTo>
                    <a:pt x="3440903" y="692559"/>
                  </a:lnTo>
                  <a:lnTo>
                    <a:pt x="3439832" y="692815"/>
                  </a:lnTo>
                  <a:lnTo>
                    <a:pt x="3438760" y="693072"/>
                  </a:lnTo>
                  <a:lnTo>
                    <a:pt x="3437688" y="693329"/>
                  </a:lnTo>
                  <a:lnTo>
                    <a:pt x="3436617" y="693585"/>
                  </a:lnTo>
                  <a:lnTo>
                    <a:pt x="3435545" y="693842"/>
                  </a:lnTo>
                  <a:lnTo>
                    <a:pt x="3434474" y="694100"/>
                  </a:lnTo>
                  <a:lnTo>
                    <a:pt x="3433402" y="694357"/>
                  </a:lnTo>
                  <a:lnTo>
                    <a:pt x="3432330" y="694614"/>
                  </a:lnTo>
                  <a:lnTo>
                    <a:pt x="3431259" y="694872"/>
                  </a:lnTo>
                  <a:lnTo>
                    <a:pt x="3430187" y="695129"/>
                  </a:lnTo>
                  <a:lnTo>
                    <a:pt x="3429116" y="695387"/>
                  </a:lnTo>
                  <a:lnTo>
                    <a:pt x="3428044" y="695645"/>
                  </a:lnTo>
                  <a:lnTo>
                    <a:pt x="3426972" y="695902"/>
                  </a:lnTo>
                  <a:lnTo>
                    <a:pt x="3425901" y="696160"/>
                  </a:lnTo>
                  <a:lnTo>
                    <a:pt x="3424829" y="696419"/>
                  </a:lnTo>
                  <a:lnTo>
                    <a:pt x="3423758" y="696677"/>
                  </a:lnTo>
                  <a:lnTo>
                    <a:pt x="3422686" y="696935"/>
                  </a:lnTo>
                  <a:lnTo>
                    <a:pt x="3421614" y="697194"/>
                  </a:lnTo>
                  <a:lnTo>
                    <a:pt x="3420543" y="697452"/>
                  </a:lnTo>
                  <a:lnTo>
                    <a:pt x="3419471" y="697711"/>
                  </a:lnTo>
                  <a:lnTo>
                    <a:pt x="3418400" y="697970"/>
                  </a:lnTo>
                  <a:lnTo>
                    <a:pt x="3417328" y="698229"/>
                  </a:lnTo>
                  <a:lnTo>
                    <a:pt x="3416256" y="698488"/>
                  </a:lnTo>
                  <a:lnTo>
                    <a:pt x="3415185" y="698747"/>
                  </a:lnTo>
                  <a:lnTo>
                    <a:pt x="3414113" y="699006"/>
                  </a:lnTo>
                  <a:lnTo>
                    <a:pt x="3413042" y="699265"/>
                  </a:lnTo>
                  <a:lnTo>
                    <a:pt x="3411970" y="699525"/>
                  </a:lnTo>
                  <a:lnTo>
                    <a:pt x="3410898" y="699785"/>
                  </a:lnTo>
                  <a:lnTo>
                    <a:pt x="3409827" y="700044"/>
                  </a:lnTo>
                  <a:lnTo>
                    <a:pt x="3408755" y="700304"/>
                  </a:lnTo>
                  <a:lnTo>
                    <a:pt x="3407684" y="700564"/>
                  </a:lnTo>
                  <a:lnTo>
                    <a:pt x="3406612" y="700824"/>
                  </a:lnTo>
                  <a:lnTo>
                    <a:pt x="3405540" y="701084"/>
                  </a:lnTo>
                  <a:lnTo>
                    <a:pt x="3404469" y="701345"/>
                  </a:lnTo>
                  <a:lnTo>
                    <a:pt x="3403397" y="701605"/>
                  </a:lnTo>
                  <a:lnTo>
                    <a:pt x="3402326" y="701866"/>
                  </a:lnTo>
                  <a:lnTo>
                    <a:pt x="3401254" y="702127"/>
                  </a:lnTo>
                  <a:lnTo>
                    <a:pt x="3400182" y="702387"/>
                  </a:lnTo>
                  <a:lnTo>
                    <a:pt x="3399111" y="702648"/>
                  </a:lnTo>
                  <a:lnTo>
                    <a:pt x="3398039" y="702909"/>
                  </a:lnTo>
                  <a:lnTo>
                    <a:pt x="3396968" y="703171"/>
                  </a:lnTo>
                  <a:lnTo>
                    <a:pt x="3395896" y="703432"/>
                  </a:lnTo>
                  <a:lnTo>
                    <a:pt x="3394824" y="703693"/>
                  </a:lnTo>
                  <a:lnTo>
                    <a:pt x="3393753" y="703955"/>
                  </a:lnTo>
                  <a:lnTo>
                    <a:pt x="3392681" y="704216"/>
                  </a:lnTo>
                  <a:lnTo>
                    <a:pt x="3391610" y="704478"/>
                  </a:lnTo>
                  <a:lnTo>
                    <a:pt x="3390538" y="704740"/>
                  </a:lnTo>
                  <a:lnTo>
                    <a:pt x="3389466" y="705002"/>
                  </a:lnTo>
                  <a:lnTo>
                    <a:pt x="3388395" y="705264"/>
                  </a:lnTo>
                  <a:lnTo>
                    <a:pt x="3387323" y="705527"/>
                  </a:lnTo>
                  <a:lnTo>
                    <a:pt x="3386252" y="705789"/>
                  </a:lnTo>
                  <a:lnTo>
                    <a:pt x="3385180" y="706051"/>
                  </a:lnTo>
                  <a:lnTo>
                    <a:pt x="3384108" y="706314"/>
                  </a:lnTo>
                  <a:lnTo>
                    <a:pt x="3383037" y="706577"/>
                  </a:lnTo>
                  <a:lnTo>
                    <a:pt x="3381965" y="706840"/>
                  </a:lnTo>
                  <a:lnTo>
                    <a:pt x="3380894" y="707103"/>
                  </a:lnTo>
                  <a:lnTo>
                    <a:pt x="3379822" y="707366"/>
                  </a:lnTo>
                  <a:lnTo>
                    <a:pt x="3378750" y="707629"/>
                  </a:lnTo>
                  <a:lnTo>
                    <a:pt x="3377679" y="707892"/>
                  </a:lnTo>
                  <a:lnTo>
                    <a:pt x="3376607" y="708156"/>
                  </a:lnTo>
                  <a:lnTo>
                    <a:pt x="3375536" y="708420"/>
                  </a:lnTo>
                  <a:lnTo>
                    <a:pt x="3374464" y="708683"/>
                  </a:lnTo>
                  <a:lnTo>
                    <a:pt x="3373392" y="708947"/>
                  </a:lnTo>
                  <a:lnTo>
                    <a:pt x="3372321" y="709211"/>
                  </a:lnTo>
                  <a:lnTo>
                    <a:pt x="3371249" y="709475"/>
                  </a:lnTo>
                  <a:lnTo>
                    <a:pt x="3370178" y="709740"/>
                  </a:lnTo>
                  <a:lnTo>
                    <a:pt x="3369106" y="710004"/>
                  </a:lnTo>
                  <a:lnTo>
                    <a:pt x="3368035" y="710269"/>
                  </a:lnTo>
                  <a:lnTo>
                    <a:pt x="3366963" y="710533"/>
                  </a:lnTo>
                  <a:lnTo>
                    <a:pt x="3365891" y="710798"/>
                  </a:lnTo>
                  <a:lnTo>
                    <a:pt x="3364820" y="711063"/>
                  </a:lnTo>
                  <a:lnTo>
                    <a:pt x="3363748" y="711328"/>
                  </a:lnTo>
                  <a:lnTo>
                    <a:pt x="3362677" y="711593"/>
                  </a:lnTo>
                  <a:lnTo>
                    <a:pt x="3361605" y="711858"/>
                  </a:lnTo>
                  <a:lnTo>
                    <a:pt x="3360533" y="712124"/>
                  </a:lnTo>
                  <a:lnTo>
                    <a:pt x="3359462" y="712389"/>
                  </a:lnTo>
                  <a:lnTo>
                    <a:pt x="3358390" y="712655"/>
                  </a:lnTo>
                  <a:lnTo>
                    <a:pt x="3357319" y="712921"/>
                  </a:lnTo>
                  <a:lnTo>
                    <a:pt x="3356247" y="713187"/>
                  </a:lnTo>
                  <a:lnTo>
                    <a:pt x="3355175" y="713453"/>
                  </a:lnTo>
                  <a:lnTo>
                    <a:pt x="3354104" y="713719"/>
                  </a:lnTo>
                  <a:lnTo>
                    <a:pt x="3353032" y="713985"/>
                  </a:lnTo>
                  <a:lnTo>
                    <a:pt x="3351961" y="714252"/>
                  </a:lnTo>
                  <a:lnTo>
                    <a:pt x="3350889" y="714518"/>
                  </a:lnTo>
                  <a:lnTo>
                    <a:pt x="3349817" y="714785"/>
                  </a:lnTo>
                  <a:lnTo>
                    <a:pt x="3348746" y="715052"/>
                  </a:lnTo>
                  <a:lnTo>
                    <a:pt x="3347674" y="715319"/>
                  </a:lnTo>
                  <a:lnTo>
                    <a:pt x="3346603" y="715586"/>
                  </a:lnTo>
                  <a:lnTo>
                    <a:pt x="3345531" y="715853"/>
                  </a:lnTo>
                  <a:lnTo>
                    <a:pt x="3344459" y="716120"/>
                  </a:lnTo>
                  <a:lnTo>
                    <a:pt x="3343388" y="716388"/>
                  </a:lnTo>
                  <a:lnTo>
                    <a:pt x="3342316" y="716655"/>
                  </a:lnTo>
                  <a:lnTo>
                    <a:pt x="3341245" y="716923"/>
                  </a:lnTo>
                  <a:lnTo>
                    <a:pt x="3340173" y="717191"/>
                  </a:lnTo>
                  <a:lnTo>
                    <a:pt x="3339101" y="717459"/>
                  </a:lnTo>
                  <a:lnTo>
                    <a:pt x="3338030" y="717727"/>
                  </a:lnTo>
                  <a:lnTo>
                    <a:pt x="3336958" y="717996"/>
                  </a:lnTo>
                  <a:lnTo>
                    <a:pt x="3335887" y="718264"/>
                  </a:lnTo>
                  <a:lnTo>
                    <a:pt x="3334815" y="718533"/>
                  </a:lnTo>
                  <a:lnTo>
                    <a:pt x="3333743" y="718801"/>
                  </a:lnTo>
                  <a:lnTo>
                    <a:pt x="3332672" y="719070"/>
                  </a:lnTo>
                  <a:lnTo>
                    <a:pt x="3331600" y="719339"/>
                  </a:lnTo>
                  <a:lnTo>
                    <a:pt x="3330529" y="719608"/>
                  </a:lnTo>
                  <a:lnTo>
                    <a:pt x="3329457" y="719877"/>
                  </a:lnTo>
                  <a:lnTo>
                    <a:pt x="3328385" y="720147"/>
                  </a:lnTo>
                  <a:lnTo>
                    <a:pt x="3327314" y="720416"/>
                  </a:lnTo>
                  <a:lnTo>
                    <a:pt x="3326242" y="720686"/>
                  </a:lnTo>
                  <a:lnTo>
                    <a:pt x="3325171" y="720956"/>
                  </a:lnTo>
                  <a:lnTo>
                    <a:pt x="3324099" y="721226"/>
                  </a:lnTo>
                  <a:lnTo>
                    <a:pt x="3323027" y="721496"/>
                  </a:lnTo>
                  <a:lnTo>
                    <a:pt x="3321956" y="721766"/>
                  </a:lnTo>
                  <a:lnTo>
                    <a:pt x="3320884" y="722036"/>
                  </a:lnTo>
                  <a:lnTo>
                    <a:pt x="3319813" y="722307"/>
                  </a:lnTo>
                  <a:lnTo>
                    <a:pt x="3318741" y="722577"/>
                  </a:lnTo>
                  <a:lnTo>
                    <a:pt x="3317669" y="722848"/>
                  </a:lnTo>
                  <a:lnTo>
                    <a:pt x="3316598" y="723119"/>
                  </a:lnTo>
                  <a:lnTo>
                    <a:pt x="3315526" y="723390"/>
                  </a:lnTo>
                  <a:lnTo>
                    <a:pt x="3314455" y="723661"/>
                  </a:lnTo>
                  <a:lnTo>
                    <a:pt x="3313383" y="723932"/>
                  </a:lnTo>
                  <a:lnTo>
                    <a:pt x="3312311" y="724204"/>
                  </a:lnTo>
                  <a:lnTo>
                    <a:pt x="3311240" y="724475"/>
                  </a:lnTo>
                  <a:lnTo>
                    <a:pt x="3310168" y="724747"/>
                  </a:lnTo>
                  <a:lnTo>
                    <a:pt x="3309097" y="725019"/>
                  </a:lnTo>
                  <a:lnTo>
                    <a:pt x="3308025" y="725291"/>
                  </a:lnTo>
                  <a:lnTo>
                    <a:pt x="3306953" y="725563"/>
                  </a:lnTo>
                  <a:lnTo>
                    <a:pt x="3305882" y="725835"/>
                  </a:lnTo>
                  <a:lnTo>
                    <a:pt x="3304810" y="726108"/>
                  </a:lnTo>
                  <a:lnTo>
                    <a:pt x="3303739" y="726380"/>
                  </a:lnTo>
                  <a:lnTo>
                    <a:pt x="3302667" y="726653"/>
                  </a:lnTo>
                  <a:lnTo>
                    <a:pt x="3301595" y="726926"/>
                  </a:lnTo>
                  <a:lnTo>
                    <a:pt x="3300524" y="727199"/>
                  </a:lnTo>
                  <a:lnTo>
                    <a:pt x="3299452" y="727472"/>
                  </a:lnTo>
                  <a:lnTo>
                    <a:pt x="3298381" y="727745"/>
                  </a:lnTo>
                  <a:lnTo>
                    <a:pt x="3297309" y="728018"/>
                  </a:lnTo>
                  <a:lnTo>
                    <a:pt x="3296237" y="728292"/>
                  </a:lnTo>
                  <a:lnTo>
                    <a:pt x="3295166" y="728566"/>
                  </a:lnTo>
                  <a:lnTo>
                    <a:pt x="3294094" y="728840"/>
                  </a:lnTo>
                  <a:lnTo>
                    <a:pt x="3293023" y="729114"/>
                  </a:lnTo>
                  <a:lnTo>
                    <a:pt x="3291951" y="729388"/>
                  </a:lnTo>
                  <a:lnTo>
                    <a:pt x="3290879" y="729662"/>
                  </a:lnTo>
                  <a:lnTo>
                    <a:pt x="3289808" y="729936"/>
                  </a:lnTo>
                  <a:lnTo>
                    <a:pt x="3288736" y="730211"/>
                  </a:lnTo>
                  <a:lnTo>
                    <a:pt x="3287665" y="730486"/>
                  </a:lnTo>
                  <a:lnTo>
                    <a:pt x="3286593" y="730760"/>
                  </a:lnTo>
                  <a:lnTo>
                    <a:pt x="3285521" y="731035"/>
                  </a:lnTo>
                  <a:lnTo>
                    <a:pt x="3284450" y="731311"/>
                  </a:lnTo>
                  <a:lnTo>
                    <a:pt x="3283378" y="731586"/>
                  </a:lnTo>
                  <a:lnTo>
                    <a:pt x="3282307" y="731861"/>
                  </a:lnTo>
                  <a:lnTo>
                    <a:pt x="3281235" y="732137"/>
                  </a:lnTo>
                  <a:lnTo>
                    <a:pt x="3280163" y="732413"/>
                  </a:lnTo>
                  <a:lnTo>
                    <a:pt x="3279092" y="732688"/>
                  </a:lnTo>
                  <a:lnTo>
                    <a:pt x="3278020" y="732964"/>
                  </a:lnTo>
                  <a:lnTo>
                    <a:pt x="3276949" y="733241"/>
                  </a:lnTo>
                  <a:lnTo>
                    <a:pt x="3275877" y="733517"/>
                  </a:lnTo>
                  <a:lnTo>
                    <a:pt x="3274805" y="733793"/>
                  </a:lnTo>
                  <a:lnTo>
                    <a:pt x="3273734" y="734070"/>
                  </a:lnTo>
                  <a:lnTo>
                    <a:pt x="3272662" y="734347"/>
                  </a:lnTo>
                  <a:lnTo>
                    <a:pt x="3271591" y="734624"/>
                  </a:lnTo>
                  <a:lnTo>
                    <a:pt x="3270519" y="734901"/>
                  </a:lnTo>
                  <a:lnTo>
                    <a:pt x="3269447" y="735178"/>
                  </a:lnTo>
                  <a:lnTo>
                    <a:pt x="3268376" y="735455"/>
                  </a:lnTo>
                  <a:lnTo>
                    <a:pt x="3267304" y="735733"/>
                  </a:lnTo>
                  <a:lnTo>
                    <a:pt x="3266233" y="736010"/>
                  </a:lnTo>
                  <a:lnTo>
                    <a:pt x="3265161" y="736288"/>
                  </a:lnTo>
                  <a:lnTo>
                    <a:pt x="3264089" y="736566"/>
                  </a:lnTo>
                  <a:lnTo>
                    <a:pt x="3263018" y="736844"/>
                  </a:lnTo>
                  <a:lnTo>
                    <a:pt x="3261946" y="737122"/>
                  </a:lnTo>
                  <a:lnTo>
                    <a:pt x="3260875" y="737401"/>
                  </a:lnTo>
                  <a:lnTo>
                    <a:pt x="3259803" y="737679"/>
                  </a:lnTo>
                  <a:lnTo>
                    <a:pt x="3258731" y="737958"/>
                  </a:lnTo>
                  <a:lnTo>
                    <a:pt x="3257660" y="738237"/>
                  </a:lnTo>
                  <a:lnTo>
                    <a:pt x="3256588" y="738516"/>
                  </a:lnTo>
                  <a:lnTo>
                    <a:pt x="3255517" y="738795"/>
                  </a:lnTo>
                  <a:lnTo>
                    <a:pt x="3254445" y="739074"/>
                  </a:lnTo>
                  <a:lnTo>
                    <a:pt x="3253373" y="739354"/>
                  </a:lnTo>
                  <a:lnTo>
                    <a:pt x="3252302" y="739633"/>
                  </a:lnTo>
                  <a:lnTo>
                    <a:pt x="3251230" y="739913"/>
                  </a:lnTo>
                  <a:lnTo>
                    <a:pt x="3250159" y="740193"/>
                  </a:lnTo>
                  <a:lnTo>
                    <a:pt x="3249087" y="740473"/>
                  </a:lnTo>
                  <a:lnTo>
                    <a:pt x="3248015" y="740753"/>
                  </a:lnTo>
                  <a:lnTo>
                    <a:pt x="3246944" y="741034"/>
                  </a:lnTo>
                  <a:lnTo>
                    <a:pt x="3245872" y="741314"/>
                  </a:lnTo>
                  <a:lnTo>
                    <a:pt x="3244801" y="741595"/>
                  </a:lnTo>
                  <a:lnTo>
                    <a:pt x="3243729" y="741876"/>
                  </a:lnTo>
                  <a:lnTo>
                    <a:pt x="3242657" y="742157"/>
                  </a:lnTo>
                  <a:lnTo>
                    <a:pt x="3241586" y="742438"/>
                  </a:lnTo>
                  <a:lnTo>
                    <a:pt x="3240514" y="742719"/>
                  </a:lnTo>
                  <a:lnTo>
                    <a:pt x="3239443" y="743001"/>
                  </a:lnTo>
                  <a:lnTo>
                    <a:pt x="3238371" y="743282"/>
                  </a:lnTo>
                  <a:lnTo>
                    <a:pt x="3237299" y="743564"/>
                  </a:lnTo>
                  <a:lnTo>
                    <a:pt x="3236228" y="743846"/>
                  </a:lnTo>
                  <a:lnTo>
                    <a:pt x="3235156" y="744128"/>
                  </a:lnTo>
                  <a:lnTo>
                    <a:pt x="3234085" y="744410"/>
                  </a:lnTo>
                  <a:lnTo>
                    <a:pt x="3233013" y="744693"/>
                  </a:lnTo>
                  <a:lnTo>
                    <a:pt x="3231941" y="744975"/>
                  </a:lnTo>
                  <a:lnTo>
                    <a:pt x="3230870" y="745258"/>
                  </a:lnTo>
                  <a:lnTo>
                    <a:pt x="3229798" y="745541"/>
                  </a:lnTo>
                  <a:lnTo>
                    <a:pt x="3228727" y="745824"/>
                  </a:lnTo>
                  <a:lnTo>
                    <a:pt x="3227655" y="746107"/>
                  </a:lnTo>
                  <a:lnTo>
                    <a:pt x="3226583" y="746390"/>
                  </a:lnTo>
                  <a:lnTo>
                    <a:pt x="3225512" y="746674"/>
                  </a:lnTo>
                  <a:lnTo>
                    <a:pt x="3224440" y="746958"/>
                  </a:lnTo>
                  <a:lnTo>
                    <a:pt x="3223369" y="747241"/>
                  </a:lnTo>
                  <a:lnTo>
                    <a:pt x="3222297" y="747525"/>
                  </a:lnTo>
                  <a:lnTo>
                    <a:pt x="3221225" y="747810"/>
                  </a:lnTo>
                  <a:lnTo>
                    <a:pt x="3220154" y="748094"/>
                  </a:lnTo>
                  <a:lnTo>
                    <a:pt x="3219082" y="748378"/>
                  </a:lnTo>
                  <a:lnTo>
                    <a:pt x="3218011" y="748663"/>
                  </a:lnTo>
                  <a:lnTo>
                    <a:pt x="3216939" y="748948"/>
                  </a:lnTo>
                  <a:lnTo>
                    <a:pt x="3215867" y="749233"/>
                  </a:lnTo>
                  <a:lnTo>
                    <a:pt x="3214796" y="749518"/>
                  </a:lnTo>
                  <a:lnTo>
                    <a:pt x="3213724" y="749803"/>
                  </a:lnTo>
                  <a:lnTo>
                    <a:pt x="3212653" y="750088"/>
                  </a:lnTo>
                  <a:lnTo>
                    <a:pt x="3211581" y="750374"/>
                  </a:lnTo>
                  <a:lnTo>
                    <a:pt x="3210509" y="750660"/>
                  </a:lnTo>
                  <a:lnTo>
                    <a:pt x="3209438" y="750946"/>
                  </a:lnTo>
                  <a:lnTo>
                    <a:pt x="3208366" y="751232"/>
                  </a:lnTo>
                  <a:lnTo>
                    <a:pt x="3207295" y="751518"/>
                  </a:lnTo>
                  <a:lnTo>
                    <a:pt x="3206223" y="751804"/>
                  </a:lnTo>
                  <a:lnTo>
                    <a:pt x="3205151" y="752091"/>
                  </a:lnTo>
                  <a:lnTo>
                    <a:pt x="3204080" y="752378"/>
                  </a:lnTo>
                  <a:lnTo>
                    <a:pt x="3203008" y="752664"/>
                  </a:lnTo>
                  <a:lnTo>
                    <a:pt x="3201937" y="752952"/>
                  </a:lnTo>
                  <a:lnTo>
                    <a:pt x="3200865" y="753239"/>
                  </a:lnTo>
                  <a:lnTo>
                    <a:pt x="3199793" y="753526"/>
                  </a:lnTo>
                  <a:lnTo>
                    <a:pt x="3198722" y="753814"/>
                  </a:lnTo>
                  <a:lnTo>
                    <a:pt x="3197650" y="754101"/>
                  </a:lnTo>
                  <a:lnTo>
                    <a:pt x="3196579" y="754389"/>
                  </a:lnTo>
                  <a:lnTo>
                    <a:pt x="3195507" y="754677"/>
                  </a:lnTo>
                  <a:lnTo>
                    <a:pt x="3194436" y="754965"/>
                  </a:lnTo>
                  <a:lnTo>
                    <a:pt x="3193364" y="755254"/>
                  </a:lnTo>
                  <a:lnTo>
                    <a:pt x="3192292" y="755542"/>
                  </a:lnTo>
                  <a:lnTo>
                    <a:pt x="3191221" y="755831"/>
                  </a:lnTo>
                  <a:lnTo>
                    <a:pt x="3190149" y="756120"/>
                  </a:lnTo>
                  <a:lnTo>
                    <a:pt x="3189078" y="756409"/>
                  </a:lnTo>
                  <a:lnTo>
                    <a:pt x="3188006" y="756698"/>
                  </a:lnTo>
                  <a:lnTo>
                    <a:pt x="3186934" y="756987"/>
                  </a:lnTo>
                  <a:lnTo>
                    <a:pt x="3185863" y="757277"/>
                  </a:lnTo>
                  <a:lnTo>
                    <a:pt x="3184791" y="757567"/>
                  </a:lnTo>
                  <a:lnTo>
                    <a:pt x="3183720" y="757856"/>
                  </a:lnTo>
                  <a:lnTo>
                    <a:pt x="3182648" y="758146"/>
                  </a:lnTo>
                  <a:lnTo>
                    <a:pt x="3181576" y="758437"/>
                  </a:lnTo>
                  <a:lnTo>
                    <a:pt x="3180505" y="758727"/>
                  </a:lnTo>
                  <a:lnTo>
                    <a:pt x="3179433" y="759017"/>
                  </a:lnTo>
                  <a:lnTo>
                    <a:pt x="3178362" y="759308"/>
                  </a:lnTo>
                  <a:lnTo>
                    <a:pt x="3177290" y="759599"/>
                  </a:lnTo>
                  <a:lnTo>
                    <a:pt x="3176218" y="759890"/>
                  </a:lnTo>
                  <a:lnTo>
                    <a:pt x="3175147" y="760181"/>
                  </a:lnTo>
                  <a:lnTo>
                    <a:pt x="3174075" y="760473"/>
                  </a:lnTo>
                  <a:lnTo>
                    <a:pt x="3173004" y="760764"/>
                  </a:lnTo>
                  <a:lnTo>
                    <a:pt x="3171932" y="761056"/>
                  </a:lnTo>
                  <a:lnTo>
                    <a:pt x="3170860" y="761348"/>
                  </a:lnTo>
                  <a:lnTo>
                    <a:pt x="3169789" y="761640"/>
                  </a:lnTo>
                  <a:lnTo>
                    <a:pt x="3168717" y="761932"/>
                  </a:lnTo>
                  <a:lnTo>
                    <a:pt x="3167646" y="762224"/>
                  </a:lnTo>
                  <a:lnTo>
                    <a:pt x="3166574" y="762517"/>
                  </a:lnTo>
                  <a:lnTo>
                    <a:pt x="3165502" y="762810"/>
                  </a:lnTo>
                  <a:lnTo>
                    <a:pt x="3164431" y="763102"/>
                  </a:lnTo>
                  <a:lnTo>
                    <a:pt x="3163359" y="763396"/>
                  </a:lnTo>
                  <a:lnTo>
                    <a:pt x="3162288" y="763689"/>
                  </a:lnTo>
                  <a:lnTo>
                    <a:pt x="3161216" y="763982"/>
                  </a:lnTo>
                  <a:lnTo>
                    <a:pt x="3160144" y="764276"/>
                  </a:lnTo>
                  <a:lnTo>
                    <a:pt x="3159073" y="764569"/>
                  </a:lnTo>
                  <a:lnTo>
                    <a:pt x="3158001" y="764863"/>
                  </a:lnTo>
                  <a:lnTo>
                    <a:pt x="3156930" y="765157"/>
                  </a:lnTo>
                  <a:lnTo>
                    <a:pt x="3155858" y="765452"/>
                  </a:lnTo>
                  <a:lnTo>
                    <a:pt x="3154786" y="765746"/>
                  </a:lnTo>
                  <a:lnTo>
                    <a:pt x="3153715" y="766041"/>
                  </a:lnTo>
                  <a:lnTo>
                    <a:pt x="3152643" y="766336"/>
                  </a:lnTo>
                  <a:lnTo>
                    <a:pt x="3151572" y="766630"/>
                  </a:lnTo>
                  <a:lnTo>
                    <a:pt x="3150500" y="766926"/>
                  </a:lnTo>
                  <a:lnTo>
                    <a:pt x="3149428" y="767221"/>
                  </a:lnTo>
                  <a:lnTo>
                    <a:pt x="3148357" y="767516"/>
                  </a:lnTo>
                  <a:lnTo>
                    <a:pt x="3147285" y="767812"/>
                  </a:lnTo>
                  <a:lnTo>
                    <a:pt x="3146214" y="768108"/>
                  </a:lnTo>
                  <a:lnTo>
                    <a:pt x="3145142" y="768404"/>
                  </a:lnTo>
                  <a:lnTo>
                    <a:pt x="3144070" y="768700"/>
                  </a:lnTo>
                  <a:lnTo>
                    <a:pt x="3142999" y="768996"/>
                  </a:lnTo>
                  <a:lnTo>
                    <a:pt x="3141927" y="769293"/>
                  </a:lnTo>
                  <a:lnTo>
                    <a:pt x="3140856" y="769590"/>
                  </a:lnTo>
                  <a:lnTo>
                    <a:pt x="3139784" y="769886"/>
                  </a:lnTo>
                  <a:lnTo>
                    <a:pt x="3138712" y="770183"/>
                  </a:lnTo>
                  <a:lnTo>
                    <a:pt x="3137641" y="770481"/>
                  </a:lnTo>
                  <a:lnTo>
                    <a:pt x="3136569" y="770778"/>
                  </a:lnTo>
                  <a:lnTo>
                    <a:pt x="3135498" y="771076"/>
                  </a:lnTo>
                  <a:lnTo>
                    <a:pt x="3134426" y="771373"/>
                  </a:lnTo>
                  <a:lnTo>
                    <a:pt x="3133354" y="771671"/>
                  </a:lnTo>
                  <a:lnTo>
                    <a:pt x="3132283" y="771969"/>
                  </a:lnTo>
                  <a:lnTo>
                    <a:pt x="3131211" y="772268"/>
                  </a:lnTo>
                  <a:lnTo>
                    <a:pt x="3130140" y="772566"/>
                  </a:lnTo>
                  <a:lnTo>
                    <a:pt x="3129068" y="772865"/>
                  </a:lnTo>
                  <a:lnTo>
                    <a:pt x="3127996" y="773164"/>
                  </a:lnTo>
                  <a:lnTo>
                    <a:pt x="3126925" y="773463"/>
                  </a:lnTo>
                  <a:lnTo>
                    <a:pt x="3125853" y="773762"/>
                  </a:lnTo>
                  <a:lnTo>
                    <a:pt x="3124782" y="774061"/>
                  </a:lnTo>
                  <a:lnTo>
                    <a:pt x="3123710" y="774361"/>
                  </a:lnTo>
                  <a:lnTo>
                    <a:pt x="3122638" y="774660"/>
                  </a:lnTo>
                  <a:lnTo>
                    <a:pt x="3121567" y="774960"/>
                  </a:lnTo>
                  <a:lnTo>
                    <a:pt x="3120495" y="775260"/>
                  </a:lnTo>
                  <a:lnTo>
                    <a:pt x="3119424" y="775560"/>
                  </a:lnTo>
                  <a:lnTo>
                    <a:pt x="3118352" y="775861"/>
                  </a:lnTo>
                  <a:lnTo>
                    <a:pt x="3117280" y="776161"/>
                  </a:lnTo>
                  <a:lnTo>
                    <a:pt x="3116209" y="776462"/>
                  </a:lnTo>
                  <a:lnTo>
                    <a:pt x="3115137" y="776763"/>
                  </a:lnTo>
                  <a:lnTo>
                    <a:pt x="3114066" y="777064"/>
                  </a:lnTo>
                  <a:lnTo>
                    <a:pt x="3112994" y="777366"/>
                  </a:lnTo>
                  <a:lnTo>
                    <a:pt x="3111922" y="777667"/>
                  </a:lnTo>
                  <a:lnTo>
                    <a:pt x="3110851" y="777969"/>
                  </a:lnTo>
                  <a:lnTo>
                    <a:pt x="3109779" y="778271"/>
                  </a:lnTo>
                  <a:lnTo>
                    <a:pt x="3108708" y="778573"/>
                  </a:lnTo>
                  <a:lnTo>
                    <a:pt x="3107636" y="778875"/>
                  </a:lnTo>
                  <a:lnTo>
                    <a:pt x="3106564" y="779177"/>
                  </a:lnTo>
                  <a:lnTo>
                    <a:pt x="3105493" y="779480"/>
                  </a:lnTo>
                  <a:lnTo>
                    <a:pt x="3104421" y="779783"/>
                  </a:lnTo>
                  <a:lnTo>
                    <a:pt x="3103350" y="780085"/>
                  </a:lnTo>
                  <a:lnTo>
                    <a:pt x="3102278" y="780389"/>
                  </a:lnTo>
                  <a:lnTo>
                    <a:pt x="3101206" y="780692"/>
                  </a:lnTo>
                  <a:lnTo>
                    <a:pt x="3100135" y="780995"/>
                  </a:lnTo>
                  <a:lnTo>
                    <a:pt x="3099063" y="781299"/>
                  </a:lnTo>
                  <a:lnTo>
                    <a:pt x="3097992" y="781603"/>
                  </a:lnTo>
                  <a:lnTo>
                    <a:pt x="3096920" y="781907"/>
                  </a:lnTo>
                  <a:lnTo>
                    <a:pt x="3095848" y="782211"/>
                  </a:lnTo>
                  <a:lnTo>
                    <a:pt x="3094777" y="782515"/>
                  </a:lnTo>
                  <a:lnTo>
                    <a:pt x="3093705" y="782820"/>
                  </a:lnTo>
                  <a:lnTo>
                    <a:pt x="3092634" y="783125"/>
                  </a:lnTo>
                  <a:lnTo>
                    <a:pt x="3091562" y="783430"/>
                  </a:lnTo>
                  <a:lnTo>
                    <a:pt x="3090490" y="783735"/>
                  </a:lnTo>
                  <a:lnTo>
                    <a:pt x="3089419" y="784040"/>
                  </a:lnTo>
                  <a:lnTo>
                    <a:pt x="3088347" y="784346"/>
                  </a:lnTo>
                  <a:lnTo>
                    <a:pt x="3087276" y="784651"/>
                  </a:lnTo>
                  <a:lnTo>
                    <a:pt x="3086204" y="784957"/>
                  </a:lnTo>
                  <a:lnTo>
                    <a:pt x="3085132" y="785263"/>
                  </a:lnTo>
                  <a:lnTo>
                    <a:pt x="3084061" y="785569"/>
                  </a:lnTo>
                  <a:lnTo>
                    <a:pt x="3082989" y="785876"/>
                  </a:lnTo>
                  <a:lnTo>
                    <a:pt x="3081918" y="786182"/>
                  </a:lnTo>
                  <a:lnTo>
                    <a:pt x="3080846" y="786489"/>
                  </a:lnTo>
                  <a:lnTo>
                    <a:pt x="3079774" y="786796"/>
                  </a:lnTo>
                  <a:lnTo>
                    <a:pt x="3078703" y="787103"/>
                  </a:lnTo>
                  <a:lnTo>
                    <a:pt x="3077631" y="787410"/>
                  </a:lnTo>
                  <a:lnTo>
                    <a:pt x="3076560" y="787718"/>
                  </a:lnTo>
                  <a:lnTo>
                    <a:pt x="3075488" y="788026"/>
                  </a:lnTo>
                  <a:lnTo>
                    <a:pt x="3074416" y="788333"/>
                  </a:lnTo>
                  <a:lnTo>
                    <a:pt x="3073345" y="788642"/>
                  </a:lnTo>
                  <a:lnTo>
                    <a:pt x="3072273" y="788950"/>
                  </a:lnTo>
                  <a:lnTo>
                    <a:pt x="3071202" y="789258"/>
                  </a:lnTo>
                  <a:lnTo>
                    <a:pt x="3070130" y="789567"/>
                  </a:lnTo>
                  <a:lnTo>
                    <a:pt x="3069058" y="789876"/>
                  </a:lnTo>
                  <a:lnTo>
                    <a:pt x="3067987" y="790185"/>
                  </a:lnTo>
                  <a:lnTo>
                    <a:pt x="3066915" y="790494"/>
                  </a:lnTo>
                  <a:lnTo>
                    <a:pt x="3065844" y="790803"/>
                  </a:lnTo>
                  <a:lnTo>
                    <a:pt x="3064772" y="791113"/>
                  </a:lnTo>
                  <a:lnTo>
                    <a:pt x="3063700" y="791422"/>
                  </a:lnTo>
                  <a:lnTo>
                    <a:pt x="3062629" y="791732"/>
                  </a:lnTo>
                  <a:lnTo>
                    <a:pt x="3061557" y="792042"/>
                  </a:lnTo>
                  <a:lnTo>
                    <a:pt x="3060486" y="792353"/>
                  </a:lnTo>
                  <a:lnTo>
                    <a:pt x="3059414" y="792663"/>
                  </a:lnTo>
                  <a:lnTo>
                    <a:pt x="3058342" y="792974"/>
                  </a:lnTo>
                  <a:lnTo>
                    <a:pt x="3057271" y="793285"/>
                  </a:lnTo>
                  <a:lnTo>
                    <a:pt x="3056199" y="793596"/>
                  </a:lnTo>
                  <a:lnTo>
                    <a:pt x="3055128" y="793907"/>
                  </a:lnTo>
                  <a:lnTo>
                    <a:pt x="3054056" y="794218"/>
                  </a:lnTo>
                  <a:lnTo>
                    <a:pt x="3052984" y="794530"/>
                  </a:lnTo>
                  <a:lnTo>
                    <a:pt x="3051913" y="794842"/>
                  </a:lnTo>
                  <a:lnTo>
                    <a:pt x="3050841" y="795154"/>
                  </a:lnTo>
                  <a:lnTo>
                    <a:pt x="3049770" y="795466"/>
                  </a:lnTo>
                  <a:lnTo>
                    <a:pt x="3048698" y="795778"/>
                  </a:lnTo>
                  <a:lnTo>
                    <a:pt x="3047626" y="796091"/>
                  </a:lnTo>
                  <a:lnTo>
                    <a:pt x="3046555" y="796404"/>
                  </a:lnTo>
                  <a:lnTo>
                    <a:pt x="3045483" y="796716"/>
                  </a:lnTo>
                  <a:lnTo>
                    <a:pt x="3044412" y="797030"/>
                  </a:lnTo>
                  <a:lnTo>
                    <a:pt x="3043340" y="797343"/>
                  </a:lnTo>
                  <a:lnTo>
                    <a:pt x="3042268" y="797656"/>
                  </a:lnTo>
                  <a:lnTo>
                    <a:pt x="3041197" y="797970"/>
                  </a:lnTo>
                  <a:lnTo>
                    <a:pt x="3040125" y="798284"/>
                  </a:lnTo>
                  <a:lnTo>
                    <a:pt x="3039054" y="798598"/>
                  </a:lnTo>
                  <a:lnTo>
                    <a:pt x="3037982" y="798912"/>
                  </a:lnTo>
                  <a:lnTo>
                    <a:pt x="3036910" y="799227"/>
                  </a:lnTo>
                  <a:lnTo>
                    <a:pt x="3035839" y="799541"/>
                  </a:lnTo>
                  <a:lnTo>
                    <a:pt x="3034767" y="799856"/>
                  </a:lnTo>
                  <a:lnTo>
                    <a:pt x="3033696" y="800171"/>
                  </a:lnTo>
                  <a:lnTo>
                    <a:pt x="3032624" y="800486"/>
                  </a:lnTo>
                  <a:lnTo>
                    <a:pt x="3031552" y="800801"/>
                  </a:lnTo>
                  <a:lnTo>
                    <a:pt x="3030481" y="801117"/>
                  </a:lnTo>
                  <a:lnTo>
                    <a:pt x="3029409" y="801433"/>
                  </a:lnTo>
                  <a:lnTo>
                    <a:pt x="3028338" y="801749"/>
                  </a:lnTo>
                  <a:lnTo>
                    <a:pt x="3027266" y="802065"/>
                  </a:lnTo>
                  <a:lnTo>
                    <a:pt x="3026194" y="802381"/>
                  </a:lnTo>
                  <a:lnTo>
                    <a:pt x="3025123" y="802698"/>
                  </a:lnTo>
                  <a:lnTo>
                    <a:pt x="3024051" y="803014"/>
                  </a:lnTo>
                  <a:lnTo>
                    <a:pt x="3022980" y="803331"/>
                  </a:lnTo>
                  <a:lnTo>
                    <a:pt x="3021908" y="803648"/>
                  </a:lnTo>
                  <a:lnTo>
                    <a:pt x="3020836" y="803966"/>
                  </a:lnTo>
                  <a:lnTo>
                    <a:pt x="3019765" y="804283"/>
                  </a:lnTo>
                  <a:lnTo>
                    <a:pt x="3018693" y="804601"/>
                  </a:lnTo>
                  <a:lnTo>
                    <a:pt x="3017622" y="804919"/>
                  </a:lnTo>
                  <a:lnTo>
                    <a:pt x="3016550" y="805237"/>
                  </a:lnTo>
                  <a:lnTo>
                    <a:pt x="3015479" y="805555"/>
                  </a:lnTo>
                  <a:lnTo>
                    <a:pt x="3014407" y="805873"/>
                  </a:lnTo>
                  <a:lnTo>
                    <a:pt x="3013335" y="806192"/>
                  </a:lnTo>
                  <a:lnTo>
                    <a:pt x="3012264" y="806511"/>
                  </a:lnTo>
                  <a:lnTo>
                    <a:pt x="3011192" y="806830"/>
                  </a:lnTo>
                  <a:lnTo>
                    <a:pt x="3010121" y="807149"/>
                  </a:lnTo>
                  <a:lnTo>
                    <a:pt x="3009049" y="807468"/>
                  </a:lnTo>
                  <a:lnTo>
                    <a:pt x="3007977" y="807788"/>
                  </a:lnTo>
                  <a:lnTo>
                    <a:pt x="3006906" y="808108"/>
                  </a:lnTo>
                  <a:lnTo>
                    <a:pt x="3005834" y="808428"/>
                  </a:lnTo>
                  <a:lnTo>
                    <a:pt x="3004763" y="808748"/>
                  </a:lnTo>
                  <a:lnTo>
                    <a:pt x="3003691" y="809068"/>
                  </a:lnTo>
                  <a:lnTo>
                    <a:pt x="3002619" y="809389"/>
                  </a:lnTo>
                  <a:lnTo>
                    <a:pt x="3001548" y="809710"/>
                  </a:lnTo>
                  <a:lnTo>
                    <a:pt x="3000476" y="810031"/>
                  </a:lnTo>
                  <a:lnTo>
                    <a:pt x="2999405" y="810352"/>
                  </a:lnTo>
                  <a:lnTo>
                    <a:pt x="2998333" y="810673"/>
                  </a:lnTo>
                  <a:lnTo>
                    <a:pt x="2997261" y="810995"/>
                  </a:lnTo>
                  <a:lnTo>
                    <a:pt x="2996190" y="811317"/>
                  </a:lnTo>
                  <a:lnTo>
                    <a:pt x="2995118" y="811639"/>
                  </a:lnTo>
                  <a:lnTo>
                    <a:pt x="2994047" y="811961"/>
                  </a:lnTo>
                  <a:lnTo>
                    <a:pt x="2992975" y="812283"/>
                  </a:lnTo>
                  <a:lnTo>
                    <a:pt x="2991903" y="812606"/>
                  </a:lnTo>
                  <a:lnTo>
                    <a:pt x="2990832" y="812929"/>
                  </a:lnTo>
                  <a:lnTo>
                    <a:pt x="2989760" y="813252"/>
                  </a:lnTo>
                  <a:lnTo>
                    <a:pt x="2988689" y="813575"/>
                  </a:lnTo>
                  <a:lnTo>
                    <a:pt x="2987617" y="813899"/>
                  </a:lnTo>
                  <a:lnTo>
                    <a:pt x="2986545" y="814223"/>
                  </a:lnTo>
                  <a:lnTo>
                    <a:pt x="2985474" y="814547"/>
                  </a:lnTo>
                  <a:lnTo>
                    <a:pt x="2984402" y="814871"/>
                  </a:lnTo>
                  <a:lnTo>
                    <a:pt x="2983331" y="815195"/>
                  </a:lnTo>
                  <a:lnTo>
                    <a:pt x="2982259" y="815520"/>
                  </a:lnTo>
                  <a:lnTo>
                    <a:pt x="2981187" y="815845"/>
                  </a:lnTo>
                  <a:lnTo>
                    <a:pt x="2980116" y="816170"/>
                  </a:lnTo>
                  <a:lnTo>
                    <a:pt x="2979044" y="816495"/>
                  </a:lnTo>
                  <a:lnTo>
                    <a:pt x="2977973" y="816821"/>
                  </a:lnTo>
                  <a:lnTo>
                    <a:pt x="2976901" y="817146"/>
                  </a:lnTo>
                  <a:lnTo>
                    <a:pt x="2975829" y="817472"/>
                  </a:lnTo>
                  <a:lnTo>
                    <a:pt x="2974758" y="817799"/>
                  </a:lnTo>
                  <a:lnTo>
                    <a:pt x="2973686" y="818125"/>
                  </a:lnTo>
                  <a:lnTo>
                    <a:pt x="2972615" y="818452"/>
                  </a:lnTo>
                  <a:lnTo>
                    <a:pt x="2971543" y="818778"/>
                  </a:lnTo>
                  <a:lnTo>
                    <a:pt x="2970471" y="819106"/>
                  </a:lnTo>
                  <a:lnTo>
                    <a:pt x="2969400" y="819433"/>
                  </a:lnTo>
                  <a:lnTo>
                    <a:pt x="2968328" y="819760"/>
                  </a:lnTo>
                  <a:lnTo>
                    <a:pt x="2967257" y="820088"/>
                  </a:lnTo>
                  <a:lnTo>
                    <a:pt x="2966185" y="820416"/>
                  </a:lnTo>
                  <a:lnTo>
                    <a:pt x="2965113" y="820745"/>
                  </a:lnTo>
                  <a:lnTo>
                    <a:pt x="2964042" y="821073"/>
                  </a:lnTo>
                  <a:lnTo>
                    <a:pt x="2962970" y="821402"/>
                  </a:lnTo>
                  <a:lnTo>
                    <a:pt x="2961899" y="821731"/>
                  </a:lnTo>
                  <a:lnTo>
                    <a:pt x="2960827" y="822060"/>
                  </a:lnTo>
                  <a:lnTo>
                    <a:pt x="2959755" y="822389"/>
                  </a:lnTo>
                  <a:lnTo>
                    <a:pt x="2958684" y="822719"/>
                  </a:lnTo>
                  <a:lnTo>
                    <a:pt x="2957612" y="823049"/>
                  </a:lnTo>
                  <a:lnTo>
                    <a:pt x="2956541" y="823379"/>
                  </a:lnTo>
                  <a:lnTo>
                    <a:pt x="2955469" y="823710"/>
                  </a:lnTo>
                  <a:lnTo>
                    <a:pt x="2954397" y="824040"/>
                  </a:lnTo>
                  <a:lnTo>
                    <a:pt x="2953326" y="824371"/>
                  </a:lnTo>
                  <a:lnTo>
                    <a:pt x="2952254" y="824702"/>
                  </a:lnTo>
                  <a:lnTo>
                    <a:pt x="2951183" y="825034"/>
                  </a:lnTo>
                  <a:lnTo>
                    <a:pt x="2950111" y="825365"/>
                  </a:lnTo>
                  <a:lnTo>
                    <a:pt x="2949039" y="825697"/>
                  </a:lnTo>
                  <a:lnTo>
                    <a:pt x="2947968" y="826029"/>
                  </a:lnTo>
                  <a:lnTo>
                    <a:pt x="2946896" y="826361"/>
                  </a:lnTo>
                  <a:lnTo>
                    <a:pt x="2945825" y="826694"/>
                  </a:lnTo>
                  <a:lnTo>
                    <a:pt x="2944753" y="827027"/>
                  </a:lnTo>
                  <a:lnTo>
                    <a:pt x="2943681" y="827360"/>
                  </a:lnTo>
                  <a:lnTo>
                    <a:pt x="2942610" y="827693"/>
                  </a:lnTo>
                  <a:lnTo>
                    <a:pt x="2941538" y="828027"/>
                  </a:lnTo>
                  <a:lnTo>
                    <a:pt x="2940467" y="828361"/>
                  </a:lnTo>
                  <a:lnTo>
                    <a:pt x="2939395" y="828695"/>
                  </a:lnTo>
                  <a:lnTo>
                    <a:pt x="2938323" y="829029"/>
                  </a:lnTo>
                  <a:lnTo>
                    <a:pt x="2937252" y="829364"/>
                  </a:lnTo>
                  <a:lnTo>
                    <a:pt x="2936180" y="829698"/>
                  </a:lnTo>
                  <a:lnTo>
                    <a:pt x="2935109" y="830034"/>
                  </a:lnTo>
                  <a:lnTo>
                    <a:pt x="2934037" y="830369"/>
                  </a:lnTo>
                  <a:lnTo>
                    <a:pt x="2932965" y="830704"/>
                  </a:lnTo>
                  <a:lnTo>
                    <a:pt x="2931894" y="831040"/>
                  </a:lnTo>
                  <a:lnTo>
                    <a:pt x="2930822" y="831376"/>
                  </a:lnTo>
                  <a:lnTo>
                    <a:pt x="2929751" y="831713"/>
                  </a:lnTo>
                  <a:lnTo>
                    <a:pt x="2928679" y="832049"/>
                  </a:lnTo>
                  <a:lnTo>
                    <a:pt x="2927607" y="832386"/>
                  </a:lnTo>
                  <a:lnTo>
                    <a:pt x="2926536" y="832723"/>
                  </a:lnTo>
                  <a:lnTo>
                    <a:pt x="2925464" y="833061"/>
                  </a:lnTo>
                  <a:lnTo>
                    <a:pt x="2924393" y="833398"/>
                  </a:lnTo>
                  <a:lnTo>
                    <a:pt x="2923321" y="833736"/>
                  </a:lnTo>
                  <a:lnTo>
                    <a:pt x="2922249" y="834074"/>
                  </a:lnTo>
                  <a:lnTo>
                    <a:pt x="2921178" y="834413"/>
                  </a:lnTo>
                  <a:lnTo>
                    <a:pt x="2920106" y="834751"/>
                  </a:lnTo>
                  <a:lnTo>
                    <a:pt x="2919035" y="835090"/>
                  </a:lnTo>
                  <a:lnTo>
                    <a:pt x="2917963" y="835430"/>
                  </a:lnTo>
                  <a:lnTo>
                    <a:pt x="2916891" y="835769"/>
                  </a:lnTo>
                  <a:lnTo>
                    <a:pt x="2915820" y="836109"/>
                  </a:lnTo>
                  <a:lnTo>
                    <a:pt x="2914748" y="836449"/>
                  </a:lnTo>
                  <a:lnTo>
                    <a:pt x="2913677" y="836789"/>
                  </a:lnTo>
                  <a:lnTo>
                    <a:pt x="2912605" y="837129"/>
                  </a:lnTo>
                  <a:lnTo>
                    <a:pt x="2911533" y="837470"/>
                  </a:lnTo>
                  <a:lnTo>
                    <a:pt x="2910462" y="837811"/>
                  </a:lnTo>
                  <a:lnTo>
                    <a:pt x="2909390" y="838153"/>
                  </a:lnTo>
                  <a:lnTo>
                    <a:pt x="2908319" y="838494"/>
                  </a:lnTo>
                  <a:lnTo>
                    <a:pt x="2907247" y="838836"/>
                  </a:lnTo>
                  <a:lnTo>
                    <a:pt x="2906175" y="839178"/>
                  </a:lnTo>
                  <a:lnTo>
                    <a:pt x="2905104" y="839520"/>
                  </a:lnTo>
                  <a:lnTo>
                    <a:pt x="2904032" y="839863"/>
                  </a:lnTo>
                  <a:lnTo>
                    <a:pt x="2902961" y="840206"/>
                  </a:lnTo>
                  <a:lnTo>
                    <a:pt x="2901889" y="840549"/>
                  </a:lnTo>
                  <a:lnTo>
                    <a:pt x="2900817" y="840893"/>
                  </a:lnTo>
                  <a:lnTo>
                    <a:pt x="2899746" y="841236"/>
                  </a:lnTo>
                  <a:lnTo>
                    <a:pt x="2898674" y="841580"/>
                  </a:lnTo>
                  <a:lnTo>
                    <a:pt x="2897603" y="841924"/>
                  </a:lnTo>
                  <a:lnTo>
                    <a:pt x="2896531" y="842269"/>
                  </a:lnTo>
                  <a:lnTo>
                    <a:pt x="2895459" y="842614"/>
                  </a:lnTo>
                  <a:lnTo>
                    <a:pt x="2894388" y="842959"/>
                  </a:lnTo>
                  <a:lnTo>
                    <a:pt x="2893316" y="843304"/>
                  </a:lnTo>
                  <a:lnTo>
                    <a:pt x="2892245" y="843650"/>
                  </a:lnTo>
                  <a:lnTo>
                    <a:pt x="2891173" y="843996"/>
                  </a:lnTo>
                  <a:lnTo>
                    <a:pt x="2890101" y="844342"/>
                  </a:lnTo>
                  <a:lnTo>
                    <a:pt x="2889030" y="844688"/>
                  </a:lnTo>
                  <a:lnTo>
                    <a:pt x="2887958" y="845035"/>
                  </a:lnTo>
                  <a:lnTo>
                    <a:pt x="2886887" y="845382"/>
                  </a:lnTo>
                  <a:lnTo>
                    <a:pt x="2885815" y="845729"/>
                  </a:lnTo>
                  <a:lnTo>
                    <a:pt x="2884743" y="846077"/>
                  </a:lnTo>
                  <a:lnTo>
                    <a:pt x="2883672" y="846424"/>
                  </a:lnTo>
                  <a:lnTo>
                    <a:pt x="2882600" y="846772"/>
                  </a:lnTo>
                  <a:lnTo>
                    <a:pt x="2881529" y="847121"/>
                  </a:lnTo>
                  <a:lnTo>
                    <a:pt x="2880457" y="847469"/>
                  </a:lnTo>
                  <a:lnTo>
                    <a:pt x="2879385" y="847818"/>
                  </a:lnTo>
                  <a:lnTo>
                    <a:pt x="2878314" y="848167"/>
                  </a:lnTo>
                  <a:lnTo>
                    <a:pt x="2877242" y="848517"/>
                  </a:lnTo>
                  <a:lnTo>
                    <a:pt x="2876171" y="848867"/>
                  </a:lnTo>
                  <a:lnTo>
                    <a:pt x="2875099" y="849217"/>
                  </a:lnTo>
                  <a:lnTo>
                    <a:pt x="2874027" y="849567"/>
                  </a:lnTo>
                  <a:lnTo>
                    <a:pt x="2872956" y="849917"/>
                  </a:lnTo>
                  <a:lnTo>
                    <a:pt x="2871884" y="850268"/>
                  </a:lnTo>
                  <a:lnTo>
                    <a:pt x="2870813" y="850619"/>
                  </a:lnTo>
                  <a:lnTo>
                    <a:pt x="2869741" y="850971"/>
                  </a:lnTo>
                  <a:lnTo>
                    <a:pt x="2868669" y="851322"/>
                  </a:lnTo>
                  <a:lnTo>
                    <a:pt x="2867598" y="851674"/>
                  </a:lnTo>
                  <a:lnTo>
                    <a:pt x="2866526" y="852027"/>
                  </a:lnTo>
                  <a:lnTo>
                    <a:pt x="2865455" y="852379"/>
                  </a:lnTo>
                  <a:lnTo>
                    <a:pt x="2864383" y="852732"/>
                  </a:lnTo>
                  <a:lnTo>
                    <a:pt x="2863311" y="853085"/>
                  </a:lnTo>
                  <a:lnTo>
                    <a:pt x="2862240" y="853438"/>
                  </a:lnTo>
                  <a:lnTo>
                    <a:pt x="2861168" y="853792"/>
                  </a:lnTo>
                  <a:lnTo>
                    <a:pt x="2860097" y="854146"/>
                  </a:lnTo>
                  <a:lnTo>
                    <a:pt x="2859025" y="854500"/>
                  </a:lnTo>
                  <a:lnTo>
                    <a:pt x="2857953" y="854854"/>
                  </a:lnTo>
                  <a:lnTo>
                    <a:pt x="2856882" y="855209"/>
                  </a:lnTo>
                  <a:lnTo>
                    <a:pt x="2855810" y="855564"/>
                  </a:lnTo>
                  <a:lnTo>
                    <a:pt x="2854739" y="855920"/>
                  </a:lnTo>
                  <a:lnTo>
                    <a:pt x="2853667" y="856275"/>
                  </a:lnTo>
                  <a:lnTo>
                    <a:pt x="2852595" y="856631"/>
                  </a:lnTo>
                  <a:lnTo>
                    <a:pt x="2851524" y="856987"/>
                  </a:lnTo>
                  <a:lnTo>
                    <a:pt x="2850452" y="857344"/>
                  </a:lnTo>
                  <a:lnTo>
                    <a:pt x="2849381" y="857700"/>
                  </a:lnTo>
                  <a:lnTo>
                    <a:pt x="2848309" y="858057"/>
                  </a:lnTo>
                  <a:lnTo>
                    <a:pt x="2847237" y="858415"/>
                  </a:lnTo>
                  <a:lnTo>
                    <a:pt x="2846166" y="858772"/>
                  </a:lnTo>
                  <a:lnTo>
                    <a:pt x="2845094" y="859130"/>
                  </a:lnTo>
                  <a:lnTo>
                    <a:pt x="2844023" y="859488"/>
                  </a:lnTo>
                  <a:lnTo>
                    <a:pt x="2842951" y="859847"/>
                  </a:lnTo>
                  <a:lnTo>
                    <a:pt x="2841879" y="860205"/>
                  </a:lnTo>
                  <a:lnTo>
                    <a:pt x="2840808" y="860564"/>
                  </a:lnTo>
                  <a:lnTo>
                    <a:pt x="2839736" y="860924"/>
                  </a:lnTo>
                  <a:lnTo>
                    <a:pt x="2838665" y="861283"/>
                  </a:lnTo>
                  <a:lnTo>
                    <a:pt x="2837593" y="861643"/>
                  </a:lnTo>
                  <a:lnTo>
                    <a:pt x="2836522" y="862003"/>
                  </a:lnTo>
                  <a:lnTo>
                    <a:pt x="2835450" y="862364"/>
                  </a:lnTo>
                  <a:lnTo>
                    <a:pt x="2834378" y="862725"/>
                  </a:lnTo>
                  <a:lnTo>
                    <a:pt x="2833307" y="863086"/>
                  </a:lnTo>
                  <a:lnTo>
                    <a:pt x="2832235" y="863447"/>
                  </a:lnTo>
                  <a:lnTo>
                    <a:pt x="2831164" y="863808"/>
                  </a:lnTo>
                  <a:lnTo>
                    <a:pt x="2830092" y="864170"/>
                  </a:lnTo>
                  <a:lnTo>
                    <a:pt x="2829020" y="864532"/>
                  </a:lnTo>
                  <a:lnTo>
                    <a:pt x="2827949" y="864895"/>
                  </a:lnTo>
                  <a:lnTo>
                    <a:pt x="2826877" y="865258"/>
                  </a:lnTo>
                  <a:lnTo>
                    <a:pt x="2825806" y="865621"/>
                  </a:lnTo>
                  <a:lnTo>
                    <a:pt x="2824734" y="865984"/>
                  </a:lnTo>
                  <a:lnTo>
                    <a:pt x="2823662" y="866347"/>
                  </a:lnTo>
                  <a:lnTo>
                    <a:pt x="2822591" y="866711"/>
                  </a:lnTo>
                  <a:lnTo>
                    <a:pt x="2821519" y="867076"/>
                  </a:lnTo>
                  <a:lnTo>
                    <a:pt x="2820448" y="867440"/>
                  </a:lnTo>
                  <a:lnTo>
                    <a:pt x="2819376" y="867805"/>
                  </a:lnTo>
                  <a:lnTo>
                    <a:pt x="2818304" y="868170"/>
                  </a:lnTo>
                  <a:lnTo>
                    <a:pt x="2817233" y="868535"/>
                  </a:lnTo>
                  <a:lnTo>
                    <a:pt x="2816161" y="868901"/>
                  </a:lnTo>
                  <a:lnTo>
                    <a:pt x="2815090" y="869266"/>
                  </a:lnTo>
                  <a:lnTo>
                    <a:pt x="2814018" y="869633"/>
                  </a:lnTo>
                  <a:lnTo>
                    <a:pt x="2812946" y="869999"/>
                  </a:lnTo>
                  <a:lnTo>
                    <a:pt x="2811875" y="870366"/>
                  </a:lnTo>
                  <a:lnTo>
                    <a:pt x="2810803" y="870733"/>
                  </a:lnTo>
                  <a:lnTo>
                    <a:pt x="2809732" y="871100"/>
                  </a:lnTo>
                  <a:lnTo>
                    <a:pt x="2808660" y="871468"/>
                  </a:lnTo>
                  <a:lnTo>
                    <a:pt x="2807588" y="871836"/>
                  </a:lnTo>
                  <a:lnTo>
                    <a:pt x="2806517" y="872204"/>
                  </a:lnTo>
                  <a:lnTo>
                    <a:pt x="2805445" y="872572"/>
                  </a:lnTo>
                  <a:lnTo>
                    <a:pt x="2804374" y="872941"/>
                  </a:lnTo>
                  <a:lnTo>
                    <a:pt x="2803302" y="873310"/>
                  </a:lnTo>
                  <a:lnTo>
                    <a:pt x="2802230" y="873680"/>
                  </a:lnTo>
                  <a:lnTo>
                    <a:pt x="2801159" y="874049"/>
                  </a:lnTo>
                  <a:lnTo>
                    <a:pt x="2800087" y="874419"/>
                  </a:lnTo>
                  <a:lnTo>
                    <a:pt x="2799016" y="874789"/>
                  </a:lnTo>
                  <a:lnTo>
                    <a:pt x="2797944" y="875160"/>
                  </a:lnTo>
                  <a:lnTo>
                    <a:pt x="2796872" y="875531"/>
                  </a:lnTo>
                  <a:lnTo>
                    <a:pt x="2795801" y="875902"/>
                  </a:lnTo>
                  <a:lnTo>
                    <a:pt x="2794729" y="876273"/>
                  </a:lnTo>
                  <a:lnTo>
                    <a:pt x="2793658" y="876645"/>
                  </a:lnTo>
                  <a:lnTo>
                    <a:pt x="2792586" y="877017"/>
                  </a:lnTo>
                  <a:lnTo>
                    <a:pt x="2791514" y="877389"/>
                  </a:lnTo>
                  <a:lnTo>
                    <a:pt x="2790443" y="877761"/>
                  </a:lnTo>
                  <a:lnTo>
                    <a:pt x="2789371" y="878134"/>
                  </a:lnTo>
                  <a:lnTo>
                    <a:pt x="2788300" y="878507"/>
                  </a:lnTo>
                  <a:lnTo>
                    <a:pt x="2787228" y="878881"/>
                  </a:lnTo>
                  <a:lnTo>
                    <a:pt x="2786156" y="879254"/>
                  </a:lnTo>
                  <a:lnTo>
                    <a:pt x="2785085" y="879628"/>
                  </a:lnTo>
                  <a:lnTo>
                    <a:pt x="2784013" y="880002"/>
                  </a:lnTo>
                  <a:lnTo>
                    <a:pt x="2782942" y="880377"/>
                  </a:lnTo>
                  <a:lnTo>
                    <a:pt x="2781870" y="880752"/>
                  </a:lnTo>
                  <a:lnTo>
                    <a:pt x="2780798" y="881127"/>
                  </a:lnTo>
                  <a:lnTo>
                    <a:pt x="2779727" y="881502"/>
                  </a:lnTo>
                  <a:lnTo>
                    <a:pt x="2778655" y="881878"/>
                  </a:lnTo>
                  <a:lnTo>
                    <a:pt x="2777584" y="882254"/>
                  </a:lnTo>
                  <a:lnTo>
                    <a:pt x="2776512" y="882630"/>
                  </a:lnTo>
                  <a:lnTo>
                    <a:pt x="2775440" y="883007"/>
                  </a:lnTo>
                  <a:lnTo>
                    <a:pt x="2774369" y="883384"/>
                  </a:lnTo>
                  <a:lnTo>
                    <a:pt x="2773297" y="883761"/>
                  </a:lnTo>
                  <a:lnTo>
                    <a:pt x="2772226" y="884138"/>
                  </a:lnTo>
                  <a:lnTo>
                    <a:pt x="2771154" y="884516"/>
                  </a:lnTo>
                  <a:lnTo>
                    <a:pt x="2770082" y="884894"/>
                  </a:lnTo>
                  <a:lnTo>
                    <a:pt x="2769011" y="885272"/>
                  </a:lnTo>
                  <a:lnTo>
                    <a:pt x="2767939" y="885651"/>
                  </a:lnTo>
                  <a:lnTo>
                    <a:pt x="2766868" y="886030"/>
                  </a:lnTo>
                  <a:lnTo>
                    <a:pt x="2765796" y="886409"/>
                  </a:lnTo>
                  <a:lnTo>
                    <a:pt x="2764724" y="886788"/>
                  </a:lnTo>
                  <a:lnTo>
                    <a:pt x="2763653" y="887168"/>
                  </a:lnTo>
                  <a:lnTo>
                    <a:pt x="2762581" y="887548"/>
                  </a:lnTo>
                  <a:lnTo>
                    <a:pt x="2761510" y="887928"/>
                  </a:lnTo>
                  <a:lnTo>
                    <a:pt x="2760438" y="888309"/>
                  </a:lnTo>
                  <a:lnTo>
                    <a:pt x="2759366" y="888690"/>
                  </a:lnTo>
                  <a:lnTo>
                    <a:pt x="2758295" y="889071"/>
                  </a:lnTo>
                  <a:lnTo>
                    <a:pt x="2757223" y="889452"/>
                  </a:lnTo>
                  <a:lnTo>
                    <a:pt x="2756152" y="889834"/>
                  </a:lnTo>
                  <a:lnTo>
                    <a:pt x="2755080" y="890216"/>
                  </a:lnTo>
                  <a:lnTo>
                    <a:pt x="2754008" y="890598"/>
                  </a:lnTo>
                  <a:lnTo>
                    <a:pt x="2752937" y="890981"/>
                  </a:lnTo>
                  <a:lnTo>
                    <a:pt x="2751865" y="891364"/>
                  </a:lnTo>
                  <a:lnTo>
                    <a:pt x="2750794" y="891747"/>
                  </a:lnTo>
                  <a:lnTo>
                    <a:pt x="2749722" y="892130"/>
                  </a:lnTo>
                  <a:lnTo>
                    <a:pt x="2748650" y="892514"/>
                  </a:lnTo>
                  <a:lnTo>
                    <a:pt x="2747579" y="892898"/>
                  </a:lnTo>
                  <a:lnTo>
                    <a:pt x="2746507" y="893282"/>
                  </a:lnTo>
                  <a:lnTo>
                    <a:pt x="2745436" y="893667"/>
                  </a:lnTo>
                  <a:lnTo>
                    <a:pt x="2744364" y="894052"/>
                  </a:lnTo>
                  <a:lnTo>
                    <a:pt x="2743292" y="894437"/>
                  </a:lnTo>
                  <a:lnTo>
                    <a:pt x="2742221" y="894822"/>
                  </a:lnTo>
                  <a:lnTo>
                    <a:pt x="2741149" y="895208"/>
                  </a:lnTo>
                  <a:lnTo>
                    <a:pt x="2740078" y="895594"/>
                  </a:lnTo>
                  <a:lnTo>
                    <a:pt x="2739006" y="895980"/>
                  </a:lnTo>
                  <a:lnTo>
                    <a:pt x="2737934" y="896367"/>
                  </a:lnTo>
                  <a:lnTo>
                    <a:pt x="2736863" y="896754"/>
                  </a:lnTo>
                  <a:lnTo>
                    <a:pt x="2735791" y="897141"/>
                  </a:lnTo>
                  <a:lnTo>
                    <a:pt x="2734720" y="897528"/>
                  </a:lnTo>
                  <a:lnTo>
                    <a:pt x="2733648" y="897916"/>
                  </a:lnTo>
                  <a:lnTo>
                    <a:pt x="2732576" y="898304"/>
                  </a:lnTo>
                  <a:lnTo>
                    <a:pt x="2731505" y="898692"/>
                  </a:lnTo>
                  <a:lnTo>
                    <a:pt x="2730433" y="899081"/>
                  </a:lnTo>
                  <a:lnTo>
                    <a:pt x="2729362" y="899470"/>
                  </a:lnTo>
                  <a:lnTo>
                    <a:pt x="2728290" y="899859"/>
                  </a:lnTo>
                  <a:lnTo>
                    <a:pt x="2727218" y="900248"/>
                  </a:lnTo>
                  <a:lnTo>
                    <a:pt x="2726147" y="900638"/>
                  </a:lnTo>
                  <a:lnTo>
                    <a:pt x="2725075" y="901028"/>
                  </a:lnTo>
                  <a:lnTo>
                    <a:pt x="2724004" y="901418"/>
                  </a:lnTo>
                  <a:lnTo>
                    <a:pt x="2722932" y="901809"/>
                  </a:lnTo>
                  <a:lnTo>
                    <a:pt x="2721860" y="902200"/>
                  </a:lnTo>
                  <a:lnTo>
                    <a:pt x="2720789" y="902591"/>
                  </a:lnTo>
                  <a:lnTo>
                    <a:pt x="2719717" y="902982"/>
                  </a:lnTo>
                  <a:lnTo>
                    <a:pt x="2718646" y="903374"/>
                  </a:lnTo>
                  <a:lnTo>
                    <a:pt x="2717574" y="903766"/>
                  </a:lnTo>
                  <a:lnTo>
                    <a:pt x="2716502" y="904158"/>
                  </a:lnTo>
                  <a:lnTo>
                    <a:pt x="2715431" y="904551"/>
                  </a:lnTo>
                  <a:lnTo>
                    <a:pt x="2714359" y="904944"/>
                  </a:lnTo>
                  <a:lnTo>
                    <a:pt x="2713288" y="905337"/>
                  </a:lnTo>
                  <a:lnTo>
                    <a:pt x="2712216" y="905730"/>
                  </a:lnTo>
                  <a:lnTo>
                    <a:pt x="2711144" y="906124"/>
                  </a:lnTo>
                  <a:lnTo>
                    <a:pt x="2710073" y="906518"/>
                  </a:lnTo>
                  <a:lnTo>
                    <a:pt x="2709001" y="906912"/>
                  </a:lnTo>
                  <a:lnTo>
                    <a:pt x="2707930" y="907306"/>
                  </a:lnTo>
                  <a:lnTo>
                    <a:pt x="2706858" y="907701"/>
                  </a:lnTo>
                  <a:lnTo>
                    <a:pt x="2705786" y="908096"/>
                  </a:lnTo>
                  <a:lnTo>
                    <a:pt x="2704715" y="908492"/>
                  </a:lnTo>
                  <a:lnTo>
                    <a:pt x="2703643" y="908887"/>
                  </a:lnTo>
                  <a:lnTo>
                    <a:pt x="2702572" y="909283"/>
                  </a:lnTo>
                  <a:lnTo>
                    <a:pt x="2701500" y="909679"/>
                  </a:lnTo>
                  <a:lnTo>
                    <a:pt x="2700428" y="910076"/>
                  </a:lnTo>
                  <a:lnTo>
                    <a:pt x="2699357" y="910473"/>
                  </a:lnTo>
                  <a:lnTo>
                    <a:pt x="2698285" y="910870"/>
                  </a:lnTo>
                  <a:lnTo>
                    <a:pt x="2697214" y="911267"/>
                  </a:lnTo>
                  <a:lnTo>
                    <a:pt x="2696142" y="911664"/>
                  </a:lnTo>
                  <a:lnTo>
                    <a:pt x="2695070" y="912062"/>
                  </a:lnTo>
                  <a:lnTo>
                    <a:pt x="2693999" y="912460"/>
                  </a:lnTo>
                  <a:lnTo>
                    <a:pt x="2692927" y="912859"/>
                  </a:lnTo>
                  <a:lnTo>
                    <a:pt x="2691856" y="913257"/>
                  </a:lnTo>
                  <a:lnTo>
                    <a:pt x="2690784" y="913656"/>
                  </a:lnTo>
                  <a:lnTo>
                    <a:pt x="2689712" y="914056"/>
                  </a:lnTo>
                  <a:lnTo>
                    <a:pt x="2688641" y="914455"/>
                  </a:lnTo>
                  <a:lnTo>
                    <a:pt x="2687569" y="914855"/>
                  </a:lnTo>
                  <a:lnTo>
                    <a:pt x="2686498" y="915255"/>
                  </a:lnTo>
                  <a:lnTo>
                    <a:pt x="2685426" y="915655"/>
                  </a:lnTo>
                  <a:lnTo>
                    <a:pt x="2684354" y="916056"/>
                  </a:lnTo>
                  <a:lnTo>
                    <a:pt x="2683283" y="916457"/>
                  </a:lnTo>
                  <a:lnTo>
                    <a:pt x="2682211" y="916858"/>
                  </a:lnTo>
                  <a:lnTo>
                    <a:pt x="2681140" y="917260"/>
                  </a:lnTo>
                  <a:lnTo>
                    <a:pt x="2680068" y="917661"/>
                  </a:lnTo>
                  <a:lnTo>
                    <a:pt x="2678996" y="918063"/>
                  </a:lnTo>
                  <a:lnTo>
                    <a:pt x="2677925" y="918466"/>
                  </a:lnTo>
                  <a:lnTo>
                    <a:pt x="2676853" y="918868"/>
                  </a:lnTo>
                  <a:lnTo>
                    <a:pt x="2675782" y="919271"/>
                  </a:lnTo>
                  <a:lnTo>
                    <a:pt x="2674710" y="919674"/>
                  </a:lnTo>
                  <a:lnTo>
                    <a:pt x="2673638" y="920077"/>
                  </a:lnTo>
                  <a:lnTo>
                    <a:pt x="2672567" y="920481"/>
                  </a:lnTo>
                  <a:lnTo>
                    <a:pt x="2671495" y="920885"/>
                  </a:lnTo>
                  <a:lnTo>
                    <a:pt x="2670424" y="921289"/>
                  </a:lnTo>
                  <a:lnTo>
                    <a:pt x="2669352" y="921694"/>
                  </a:lnTo>
                  <a:lnTo>
                    <a:pt x="2668280" y="922098"/>
                  </a:lnTo>
                  <a:lnTo>
                    <a:pt x="2667209" y="922503"/>
                  </a:lnTo>
                  <a:lnTo>
                    <a:pt x="2666137" y="922909"/>
                  </a:lnTo>
                  <a:lnTo>
                    <a:pt x="2665066" y="923314"/>
                  </a:lnTo>
                  <a:lnTo>
                    <a:pt x="2663994" y="923720"/>
                  </a:lnTo>
                  <a:lnTo>
                    <a:pt x="2662922" y="924126"/>
                  </a:lnTo>
                  <a:lnTo>
                    <a:pt x="2661851" y="924533"/>
                  </a:lnTo>
                  <a:lnTo>
                    <a:pt x="2660779" y="924939"/>
                  </a:lnTo>
                  <a:lnTo>
                    <a:pt x="2659708" y="925346"/>
                  </a:lnTo>
                  <a:lnTo>
                    <a:pt x="2658636" y="925753"/>
                  </a:lnTo>
                  <a:lnTo>
                    <a:pt x="2657565" y="926161"/>
                  </a:lnTo>
                  <a:lnTo>
                    <a:pt x="2656493" y="926569"/>
                  </a:lnTo>
                  <a:lnTo>
                    <a:pt x="2655421" y="926977"/>
                  </a:lnTo>
                  <a:lnTo>
                    <a:pt x="2654350" y="927385"/>
                  </a:lnTo>
                  <a:lnTo>
                    <a:pt x="2653278" y="927793"/>
                  </a:lnTo>
                  <a:lnTo>
                    <a:pt x="2652207" y="928202"/>
                  </a:lnTo>
                  <a:lnTo>
                    <a:pt x="2651135" y="928611"/>
                  </a:lnTo>
                  <a:lnTo>
                    <a:pt x="2650063" y="929021"/>
                  </a:lnTo>
                  <a:lnTo>
                    <a:pt x="2648992" y="929430"/>
                  </a:lnTo>
                  <a:lnTo>
                    <a:pt x="2647920" y="929840"/>
                  </a:lnTo>
                  <a:lnTo>
                    <a:pt x="2646849" y="930250"/>
                  </a:lnTo>
                  <a:lnTo>
                    <a:pt x="2645777" y="930661"/>
                  </a:lnTo>
                  <a:lnTo>
                    <a:pt x="2644705" y="931071"/>
                  </a:lnTo>
                  <a:lnTo>
                    <a:pt x="2643634" y="931482"/>
                  </a:lnTo>
                  <a:lnTo>
                    <a:pt x="2642562" y="931894"/>
                  </a:lnTo>
                  <a:lnTo>
                    <a:pt x="2641491" y="932305"/>
                  </a:lnTo>
                  <a:lnTo>
                    <a:pt x="2640419" y="932717"/>
                  </a:lnTo>
                  <a:lnTo>
                    <a:pt x="2639347" y="933129"/>
                  </a:lnTo>
                  <a:lnTo>
                    <a:pt x="2638276" y="933541"/>
                  </a:lnTo>
                  <a:lnTo>
                    <a:pt x="2637204" y="933954"/>
                  </a:lnTo>
                  <a:lnTo>
                    <a:pt x="2636133" y="934367"/>
                  </a:lnTo>
                  <a:lnTo>
                    <a:pt x="2635061" y="934780"/>
                  </a:lnTo>
                  <a:lnTo>
                    <a:pt x="2633989" y="935193"/>
                  </a:lnTo>
                  <a:lnTo>
                    <a:pt x="2632918" y="935607"/>
                  </a:lnTo>
                  <a:lnTo>
                    <a:pt x="2631846" y="936020"/>
                  </a:lnTo>
                  <a:lnTo>
                    <a:pt x="2630775" y="936435"/>
                  </a:lnTo>
                  <a:lnTo>
                    <a:pt x="2629703" y="936849"/>
                  </a:lnTo>
                  <a:lnTo>
                    <a:pt x="2628631" y="937264"/>
                  </a:lnTo>
                  <a:lnTo>
                    <a:pt x="2627560" y="937679"/>
                  </a:lnTo>
                  <a:lnTo>
                    <a:pt x="2626488" y="938094"/>
                  </a:lnTo>
                  <a:lnTo>
                    <a:pt x="2625417" y="938509"/>
                  </a:lnTo>
                  <a:lnTo>
                    <a:pt x="2624345" y="938925"/>
                  </a:lnTo>
                  <a:lnTo>
                    <a:pt x="2623273" y="939341"/>
                  </a:lnTo>
                  <a:lnTo>
                    <a:pt x="2622202" y="939757"/>
                  </a:lnTo>
                  <a:lnTo>
                    <a:pt x="2621130" y="940174"/>
                  </a:lnTo>
                  <a:lnTo>
                    <a:pt x="2620059" y="940591"/>
                  </a:lnTo>
                  <a:lnTo>
                    <a:pt x="2618987" y="941008"/>
                  </a:lnTo>
                  <a:lnTo>
                    <a:pt x="2617915" y="941425"/>
                  </a:lnTo>
                  <a:lnTo>
                    <a:pt x="2616844" y="941842"/>
                  </a:lnTo>
                  <a:lnTo>
                    <a:pt x="2615772" y="942260"/>
                  </a:lnTo>
                  <a:lnTo>
                    <a:pt x="2614701" y="942678"/>
                  </a:lnTo>
                  <a:lnTo>
                    <a:pt x="2613629" y="943097"/>
                  </a:lnTo>
                  <a:lnTo>
                    <a:pt x="2612557" y="943515"/>
                  </a:lnTo>
                  <a:lnTo>
                    <a:pt x="2611486" y="943934"/>
                  </a:lnTo>
                  <a:lnTo>
                    <a:pt x="2610414" y="944353"/>
                  </a:lnTo>
                  <a:lnTo>
                    <a:pt x="2609343" y="944773"/>
                  </a:lnTo>
                  <a:lnTo>
                    <a:pt x="2608271" y="945192"/>
                  </a:lnTo>
                  <a:lnTo>
                    <a:pt x="2607199" y="945612"/>
                  </a:lnTo>
                  <a:lnTo>
                    <a:pt x="2606128" y="946032"/>
                  </a:lnTo>
                  <a:lnTo>
                    <a:pt x="2605056" y="946453"/>
                  </a:lnTo>
                  <a:lnTo>
                    <a:pt x="2603985" y="946874"/>
                  </a:lnTo>
                  <a:lnTo>
                    <a:pt x="2602913" y="947294"/>
                  </a:lnTo>
                  <a:lnTo>
                    <a:pt x="2601841" y="947716"/>
                  </a:lnTo>
                  <a:lnTo>
                    <a:pt x="2600770" y="948137"/>
                  </a:lnTo>
                  <a:lnTo>
                    <a:pt x="2599698" y="948559"/>
                  </a:lnTo>
                  <a:lnTo>
                    <a:pt x="2598627" y="948981"/>
                  </a:lnTo>
                  <a:lnTo>
                    <a:pt x="2597555" y="949403"/>
                  </a:lnTo>
                  <a:lnTo>
                    <a:pt x="2596483" y="949826"/>
                  </a:lnTo>
                  <a:lnTo>
                    <a:pt x="2595412" y="950248"/>
                  </a:lnTo>
                  <a:lnTo>
                    <a:pt x="2594340" y="950671"/>
                  </a:lnTo>
                  <a:lnTo>
                    <a:pt x="2593269" y="951095"/>
                  </a:lnTo>
                  <a:lnTo>
                    <a:pt x="2592197" y="951518"/>
                  </a:lnTo>
                  <a:lnTo>
                    <a:pt x="2591125" y="951942"/>
                  </a:lnTo>
                  <a:lnTo>
                    <a:pt x="2590054" y="952366"/>
                  </a:lnTo>
                  <a:lnTo>
                    <a:pt x="2588982" y="952790"/>
                  </a:lnTo>
                  <a:lnTo>
                    <a:pt x="2587911" y="953215"/>
                  </a:lnTo>
                  <a:lnTo>
                    <a:pt x="2586839" y="953639"/>
                  </a:lnTo>
                  <a:lnTo>
                    <a:pt x="2585767" y="954064"/>
                  </a:lnTo>
                  <a:lnTo>
                    <a:pt x="2584696" y="954490"/>
                  </a:lnTo>
                  <a:lnTo>
                    <a:pt x="2583624" y="954915"/>
                  </a:lnTo>
                  <a:lnTo>
                    <a:pt x="2582553" y="955341"/>
                  </a:lnTo>
                  <a:lnTo>
                    <a:pt x="2581481" y="955767"/>
                  </a:lnTo>
                  <a:lnTo>
                    <a:pt x="2580409" y="956193"/>
                  </a:lnTo>
                  <a:lnTo>
                    <a:pt x="2579338" y="956620"/>
                  </a:lnTo>
                  <a:lnTo>
                    <a:pt x="2578266" y="957047"/>
                  </a:lnTo>
                  <a:lnTo>
                    <a:pt x="2577195" y="957474"/>
                  </a:lnTo>
                  <a:lnTo>
                    <a:pt x="2576123" y="957901"/>
                  </a:lnTo>
                  <a:lnTo>
                    <a:pt x="2575051" y="958329"/>
                  </a:lnTo>
                  <a:lnTo>
                    <a:pt x="2573980" y="958756"/>
                  </a:lnTo>
                  <a:lnTo>
                    <a:pt x="2572908" y="959184"/>
                  </a:lnTo>
                  <a:lnTo>
                    <a:pt x="2571837" y="959613"/>
                  </a:lnTo>
                  <a:lnTo>
                    <a:pt x="2570765" y="960041"/>
                  </a:lnTo>
                  <a:lnTo>
                    <a:pt x="2569693" y="960470"/>
                  </a:lnTo>
                  <a:lnTo>
                    <a:pt x="2568622" y="960899"/>
                  </a:lnTo>
                  <a:lnTo>
                    <a:pt x="2567550" y="961329"/>
                  </a:lnTo>
                  <a:lnTo>
                    <a:pt x="2566479" y="961758"/>
                  </a:lnTo>
                  <a:lnTo>
                    <a:pt x="2565407" y="962188"/>
                  </a:lnTo>
                  <a:lnTo>
                    <a:pt x="2564335" y="962618"/>
                  </a:lnTo>
                  <a:lnTo>
                    <a:pt x="2563264" y="963048"/>
                  </a:lnTo>
                  <a:lnTo>
                    <a:pt x="2562192" y="963479"/>
                  </a:lnTo>
                  <a:lnTo>
                    <a:pt x="2561121" y="963910"/>
                  </a:lnTo>
                  <a:lnTo>
                    <a:pt x="2560049" y="964341"/>
                  </a:lnTo>
                  <a:lnTo>
                    <a:pt x="2558977" y="964772"/>
                  </a:lnTo>
                  <a:lnTo>
                    <a:pt x="2557906" y="965203"/>
                  </a:lnTo>
                  <a:lnTo>
                    <a:pt x="2556834" y="965635"/>
                  </a:lnTo>
                  <a:lnTo>
                    <a:pt x="2555763" y="966067"/>
                  </a:lnTo>
                  <a:lnTo>
                    <a:pt x="2554691" y="966500"/>
                  </a:lnTo>
                  <a:lnTo>
                    <a:pt x="2553619" y="966932"/>
                  </a:lnTo>
                  <a:lnTo>
                    <a:pt x="2552548" y="967365"/>
                  </a:lnTo>
                  <a:lnTo>
                    <a:pt x="2551476" y="967798"/>
                  </a:lnTo>
                  <a:lnTo>
                    <a:pt x="2550405" y="968231"/>
                  </a:lnTo>
                  <a:lnTo>
                    <a:pt x="2549333" y="968665"/>
                  </a:lnTo>
                  <a:lnTo>
                    <a:pt x="2548261" y="969098"/>
                  </a:lnTo>
                  <a:lnTo>
                    <a:pt x="2547190" y="969532"/>
                  </a:lnTo>
                  <a:lnTo>
                    <a:pt x="2546118" y="969967"/>
                  </a:lnTo>
                  <a:lnTo>
                    <a:pt x="2545047" y="970401"/>
                  </a:lnTo>
                  <a:lnTo>
                    <a:pt x="2543975" y="970836"/>
                  </a:lnTo>
                  <a:lnTo>
                    <a:pt x="2542903" y="971271"/>
                  </a:lnTo>
                  <a:lnTo>
                    <a:pt x="2541832" y="971706"/>
                  </a:lnTo>
                  <a:lnTo>
                    <a:pt x="2540760" y="972142"/>
                  </a:lnTo>
                  <a:lnTo>
                    <a:pt x="2539689" y="972577"/>
                  </a:lnTo>
                  <a:lnTo>
                    <a:pt x="2538617" y="973013"/>
                  </a:lnTo>
                  <a:lnTo>
                    <a:pt x="2537545" y="973449"/>
                  </a:lnTo>
                  <a:lnTo>
                    <a:pt x="2536474" y="973886"/>
                  </a:lnTo>
                  <a:lnTo>
                    <a:pt x="2535402" y="974322"/>
                  </a:lnTo>
                  <a:lnTo>
                    <a:pt x="2534331" y="974759"/>
                  </a:lnTo>
                  <a:lnTo>
                    <a:pt x="2533259" y="975197"/>
                  </a:lnTo>
                  <a:lnTo>
                    <a:pt x="2532187" y="975634"/>
                  </a:lnTo>
                  <a:lnTo>
                    <a:pt x="2531116" y="976072"/>
                  </a:lnTo>
                  <a:lnTo>
                    <a:pt x="2530044" y="976509"/>
                  </a:lnTo>
                  <a:lnTo>
                    <a:pt x="2528973" y="976948"/>
                  </a:lnTo>
                  <a:lnTo>
                    <a:pt x="2527901" y="977386"/>
                  </a:lnTo>
                  <a:lnTo>
                    <a:pt x="2526829" y="977825"/>
                  </a:lnTo>
                  <a:lnTo>
                    <a:pt x="2525758" y="978263"/>
                  </a:lnTo>
                  <a:lnTo>
                    <a:pt x="2524686" y="978702"/>
                  </a:lnTo>
                  <a:lnTo>
                    <a:pt x="2523615" y="979142"/>
                  </a:lnTo>
                  <a:lnTo>
                    <a:pt x="2522543" y="979581"/>
                  </a:lnTo>
                  <a:lnTo>
                    <a:pt x="2521471" y="980021"/>
                  </a:lnTo>
                  <a:lnTo>
                    <a:pt x="2520400" y="980461"/>
                  </a:lnTo>
                  <a:lnTo>
                    <a:pt x="2519328" y="980901"/>
                  </a:lnTo>
                  <a:lnTo>
                    <a:pt x="2518257" y="981342"/>
                  </a:lnTo>
                  <a:lnTo>
                    <a:pt x="2517185" y="981783"/>
                  </a:lnTo>
                  <a:lnTo>
                    <a:pt x="2516113" y="982224"/>
                  </a:lnTo>
                  <a:lnTo>
                    <a:pt x="2515042" y="982665"/>
                  </a:lnTo>
                  <a:lnTo>
                    <a:pt x="2513970" y="983106"/>
                  </a:lnTo>
                  <a:lnTo>
                    <a:pt x="2512899" y="983548"/>
                  </a:lnTo>
                  <a:lnTo>
                    <a:pt x="2511827" y="983990"/>
                  </a:lnTo>
                  <a:lnTo>
                    <a:pt x="2510755" y="984432"/>
                  </a:lnTo>
                  <a:lnTo>
                    <a:pt x="2509684" y="984875"/>
                  </a:lnTo>
                  <a:lnTo>
                    <a:pt x="2508612" y="985317"/>
                  </a:lnTo>
                  <a:lnTo>
                    <a:pt x="2507541" y="985760"/>
                  </a:lnTo>
                  <a:lnTo>
                    <a:pt x="2506469" y="986203"/>
                  </a:lnTo>
                  <a:lnTo>
                    <a:pt x="2505397" y="986646"/>
                  </a:lnTo>
                  <a:lnTo>
                    <a:pt x="2504326" y="987090"/>
                  </a:lnTo>
                  <a:lnTo>
                    <a:pt x="2503254" y="987534"/>
                  </a:lnTo>
                  <a:lnTo>
                    <a:pt x="2502183" y="987978"/>
                  </a:lnTo>
                  <a:lnTo>
                    <a:pt x="2501111" y="988422"/>
                  </a:lnTo>
                  <a:lnTo>
                    <a:pt x="2500039" y="988867"/>
                  </a:lnTo>
                  <a:lnTo>
                    <a:pt x="2498968" y="989311"/>
                  </a:lnTo>
                  <a:lnTo>
                    <a:pt x="2497896" y="989756"/>
                  </a:lnTo>
                  <a:lnTo>
                    <a:pt x="2496825" y="990202"/>
                  </a:lnTo>
                  <a:lnTo>
                    <a:pt x="2495753" y="990647"/>
                  </a:lnTo>
                  <a:lnTo>
                    <a:pt x="2494681" y="991093"/>
                  </a:lnTo>
                  <a:lnTo>
                    <a:pt x="2493610" y="991539"/>
                  </a:lnTo>
                  <a:lnTo>
                    <a:pt x="2492538" y="991985"/>
                  </a:lnTo>
                  <a:lnTo>
                    <a:pt x="2491467" y="992431"/>
                  </a:lnTo>
                  <a:lnTo>
                    <a:pt x="2490395" y="992878"/>
                  </a:lnTo>
                  <a:lnTo>
                    <a:pt x="2489323" y="993325"/>
                  </a:lnTo>
                  <a:lnTo>
                    <a:pt x="2488252" y="993772"/>
                  </a:lnTo>
                  <a:lnTo>
                    <a:pt x="2487180" y="994219"/>
                  </a:lnTo>
                  <a:lnTo>
                    <a:pt x="2486109" y="994667"/>
                  </a:lnTo>
                  <a:lnTo>
                    <a:pt x="2485037" y="995114"/>
                  </a:lnTo>
                  <a:lnTo>
                    <a:pt x="2483966" y="995562"/>
                  </a:lnTo>
                  <a:lnTo>
                    <a:pt x="2482894" y="996011"/>
                  </a:lnTo>
                  <a:lnTo>
                    <a:pt x="2481822" y="996459"/>
                  </a:lnTo>
                  <a:lnTo>
                    <a:pt x="2480751" y="996908"/>
                  </a:lnTo>
                  <a:lnTo>
                    <a:pt x="2479679" y="997357"/>
                  </a:lnTo>
                  <a:lnTo>
                    <a:pt x="2478608" y="997806"/>
                  </a:lnTo>
                  <a:lnTo>
                    <a:pt x="2477536" y="998255"/>
                  </a:lnTo>
                  <a:lnTo>
                    <a:pt x="2476464" y="998705"/>
                  </a:lnTo>
                  <a:lnTo>
                    <a:pt x="2475393" y="999155"/>
                  </a:lnTo>
                  <a:lnTo>
                    <a:pt x="2474321" y="999605"/>
                  </a:lnTo>
                  <a:lnTo>
                    <a:pt x="2473250" y="1000055"/>
                  </a:lnTo>
                  <a:lnTo>
                    <a:pt x="2472178" y="1000505"/>
                  </a:lnTo>
                  <a:lnTo>
                    <a:pt x="2471106" y="1000956"/>
                  </a:lnTo>
                  <a:lnTo>
                    <a:pt x="2470035" y="1001407"/>
                  </a:lnTo>
                  <a:lnTo>
                    <a:pt x="2468963" y="1001858"/>
                  </a:lnTo>
                  <a:lnTo>
                    <a:pt x="2467892" y="1002310"/>
                  </a:lnTo>
                  <a:lnTo>
                    <a:pt x="2466820" y="1002761"/>
                  </a:lnTo>
                  <a:lnTo>
                    <a:pt x="2465748" y="1003213"/>
                  </a:lnTo>
                  <a:lnTo>
                    <a:pt x="2464677" y="1003665"/>
                  </a:lnTo>
                  <a:lnTo>
                    <a:pt x="2463605" y="1004118"/>
                  </a:lnTo>
                  <a:lnTo>
                    <a:pt x="2462534" y="1004570"/>
                  </a:lnTo>
                  <a:lnTo>
                    <a:pt x="2461462" y="1005023"/>
                  </a:lnTo>
                  <a:lnTo>
                    <a:pt x="2460390" y="1005476"/>
                  </a:lnTo>
                  <a:lnTo>
                    <a:pt x="2459319" y="1005929"/>
                  </a:lnTo>
                  <a:lnTo>
                    <a:pt x="2458247" y="1006383"/>
                  </a:lnTo>
                  <a:lnTo>
                    <a:pt x="2457176" y="1006836"/>
                  </a:lnTo>
                  <a:lnTo>
                    <a:pt x="2456104" y="1007290"/>
                  </a:lnTo>
                  <a:lnTo>
                    <a:pt x="2455032" y="1007744"/>
                  </a:lnTo>
                  <a:lnTo>
                    <a:pt x="2453961" y="1008199"/>
                  </a:lnTo>
                  <a:lnTo>
                    <a:pt x="2452889" y="1008653"/>
                  </a:lnTo>
                  <a:lnTo>
                    <a:pt x="2451818" y="1009108"/>
                  </a:lnTo>
                  <a:lnTo>
                    <a:pt x="2450746" y="1009563"/>
                  </a:lnTo>
                  <a:lnTo>
                    <a:pt x="2449674" y="1010018"/>
                  </a:lnTo>
                  <a:lnTo>
                    <a:pt x="2448603" y="1010474"/>
                  </a:lnTo>
                  <a:lnTo>
                    <a:pt x="2447531" y="1010929"/>
                  </a:lnTo>
                  <a:lnTo>
                    <a:pt x="2446460" y="1011385"/>
                  </a:lnTo>
                  <a:lnTo>
                    <a:pt x="2445388" y="1011842"/>
                  </a:lnTo>
                  <a:lnTo>
                    <a:pt x="2444316" y="1012298"/>
                  </a:lnTo>
                  <a:lnTo>
                    <a:pt x="2443245" y="1012754"/>
                  </a:lnTo>
                  <a:lnTo>
                    <a:pt x="2442173" y="1013211"/>
                  </a:lnTo>
                  <a:lnTo>
                    <a:pt x="2441102" y="1013668"/>
                  </a:lnTo>
                  <a:lnTo>
                    <a:pt x="2440030" y="1014126"/>
                  </a:lnTo>
                  <a:lnTo>
                    <a:pt x="2438958" y="1014583"/>
                  </a:lnTo>
                  <a:lnTo>
                    <a:pt x="2437887" y="1015041"/>
                  </a:lnTo>
                  <a:lnTo>
                    <a:pt x="2436815" y="1015499"/>
                  </a:lnTo>
                  <a:lnTo>
                    <a:pt x="2435744" y="1015957"/>
                  </a:lnTo>
                  <a:lnTo>
                    <a:pt x="2434672" y="1016415"/>
                  </a:lnTo>
                  <a:lnTo>
                    <a:pt x="2433600" y="1016874"/>
                  </a:lnTo>
                  <a:lnTo>
                    <a:pt x="2432529" y="1017332"/>
                  </a:lnTo>
                  <a:lnTo>
                    <a:pt x="2431457" y="1017791"/>
                  </a:lnTo>
                  <a:lnTo>
                    <a:pt x="2430386" y="1018251"/>
                  </a:lnTo>
                  <a:lnTo>
                    <a:pt x="2429314" y="1018710"/>
                  </a:lnTo>
                  <a:lnTo>
                    <a:pt x="2428242" y="1019170"/>
                  </a:lnTo>
                  <a:lnTo>
                    <a:pt x="2427171" y="1019630"/>
                  </a:lnTo>
                  <a:lnTo>
                    <a:pt x="2426099" y="1020090"/>
                  </a:lnTo>
                  <a:lnTo>
                    <a:pt x="2425028" y="1020550"/>
                  </a:lnTo>
                  <a:lnTo>
                    <a:pt x="2423956" y="1021011"/>
                  </a:lnTo>
                  <a:lnTo>
                    <a:pt x="2422884" y="1021471"/>
                  </a:lnTo>
                  <a:lnTo>
                    <a:pt x="2421813" y="1021932"/>
                  </a:lnTo>
                  <a:lnTo>
                    <a:pt x="2420741" y="1022394"/>
                  </a:lnTo>
                  <a:lnTo>
                    <a:pt x="2419670" y="1022855"/>
                  </a:lnTo>
                  <a:lnTo>
                    <a:pt x="2418598" y="1023317"/>
                  </a:lnTo>
                  <a:lnTo>
                    <a:pt x="2417526" y="1023778"/>
                  </a:lnTo>
                  <a:lnTo>
                    <a:pt x="2416455" y="1024241"/>
                  </a:lnTo>
                  <a:lnTo>
                    <a:pt x="2415383" y="1024703"/>
                  </a:lnTo>
                  <a:lnTo>
                    <a:pt x="2414312" y="1025165"/>
                  </a:lnTo>
                  <a:lnTo>
                    <a:pt x="2413240" y="1025628"/>
                  </a:lnTo>
                  <a:lnTo>
                    <a:pt x="2412168" y="1026091"/>
                  </a:lnTo>
                  <a:lnTo>
                    <a:pt x="2411097" y="1026554"/>
                  </a:lnTo>
                  <a:lnTo>
                    <a:pt x="2410025" y="1027017"/>
                  </a:lnTo>
                  <a:lnTo>
                    <a:pt x="2408954" y="1027481"/>
                  </a:lnTo>
                  <a:lnTo>
                    <a:pt x="2407882" y="1027945"/>
                  </a:lnTo>
                  <a:lnTo>
                    <a:pt x="2406810" y="1028409"/>
                  </a:lnTo>
                  <a:lnTo>
                    <a:pt x="2405739" y="1028873"/>
                  </a:lnTo>
                  <a:lnTo>
                    <a:pt x="2404667" y="1029338"/>
                  </a:lnTo>
                  <a:lnTo>
                    <a:pt x="2403596" y="1029802"/>
                  </a:lnTo>
                  <a:lnTo>
                    <a:pt x="2402524" y="1030267"/>
                  </a:lnTo>
                  <a:lnTo>
                    <a:pt x="2401452" y="1030732"/>
                  </a:lnTo>
                  <a:lnTo>
                    <a:pt x="2400381" y="1031197"/>
                  </a:lnTo>
                  <a:lnTo>
                    <a:pt x="2399309" y="1031663"/>
                  </a:lnTo>
                  <a:lnTo>
                    <a:pt x="2398238" y="1032129"/>
                  </a:lnTo>
                  <a:lnTo>
                    <a:pt x="2397166" y="1032595"/>
                  </a:lnTo>
                  <a:lnTo>
                    <a:pt x="2396094" y="1033061"/>
                  </a:lnTo>
                  <a:lnTo>
                    <a:pt x="2395023" y="1033527"/>
                  </a:lnTo>
                  <a:lnTo>
                    <a:pt x="2393951" y="1033994"/>
                  </a:lnTo>
                  <a:lnTo>
                    <a:pt x="2392880" y="1034460"/>
                  </a:lnTo>
                  <a:lnTo>
                    <a:pt x="2391808" y="1034927"/>
                  </a:lnTo>
                  <a:lnTo>
                    <a:pt x="2390736" y="1035395"/>
                  </a:lnTo>
                  <a:lnTo>
                    <a:pt x="2389665" y="1035862"/>
                  </a:lnTo>
                  <a:lnTo>
                    <a:pt x="2388593" y="1036330"/>
                  </a:lnTo>
                  <a:lnTo>
                    <a:pt x="2387522" y="1036798"/>
                  </a:lnTo>
                  <a:lnTo>
                    <a:pt x="2386450" y="1037266"/>
                  </a:lnTo>
                  <a:lnTo>
                    <a:pt x="2385378" y="1037734"/>
                  </a:lnTo>
                  <a:lnTo>
                    <a:pt x="2384307" y="1038202"/>
                  </a:lnTo>
                  <a:lnTo>
                    <a:pt x="2383235" y="1038671"/>
                  </a:lnTo>
                  <a:lnTo>
                    <a:pt x="2382164" y="1039140"/>
                  </a:lnTo>
                  <a:lnTo>
                    <a:pt x="2381092" y="1039609"/>
                  </a:lnTo>
                  <a:lnTo>
                    <a:pt x="2380020" y="1040079"/>
                  </a:lnTo>
                  <a:lnTo>
                    <a:pt x="2378949" y="1040548"/>
                  </a:lnTo>
                  <a:lnTo>
                    <a:pt x="2377877" y="1041018"/>
                  </a:lnTo>
                  <a:lnTo>
                    <a:pt x="2376806" y="1041488"/>
                  </a:lnTo>
                  <a:lnTo>
                    <a:pt x="2375734" y="1041958"/>
                  </a:lnTo>
                  <a:lnTo>
                    <a:pt x="2374662" y="1042428"/>
                  </a:lnTo>
                  <a:lnTo>
                    <a:pt x="2373591" y="1042899"/>
                  </a:lnTo>
                  <a:lnTo>
                    <a:pt x="2372519" y="1043370"/>
                  </a:lnTo>
                  <a:lnTo>
                    <a:pt x="2371448" y="1043841"/>
                  </a:lnTo>
                  <a:lnTo>
                    <a:pt x="2370376" y="1044312"/>
                  </a:lnTo>
                  <a:lnTo>
                    <a:pt x="2369304" y="1044783"/>
                  </a:lnTo>
                  <a:lnTo>
                    <a:pt x="2368233" y="1045255"/>
                  </a:lnTo>
                  <a:lnTo>
                    <a:pt x="2367161" y="1045727"/>
                  </a:lnTo>
                  <a:lnTo>
                    <a:pt x="2366090" y="1046199"/>
                  </a:lnTo>
                  <a:lnTo>
                    <a:pt x="2365018" y="1046671"/>
                  </a:lnTo>
                  <a:lnTo>
                    <a:pt x="2363946" y="1047144"/>
                  </a:lnTo>
                  <a:lnTo>
                    <a:pt x="2362875" y="1047616"/>
                  </a:lnTo>
                  <a:lnTo>
                    <a:pt x="2361803" y="1048089"/>
                  </a:lnTo>
                  <a:lnTo>
                    <a:pt x="2360732" y="1048562"/>
                  </a:lnTo>
                  <a:lnTo>
                    <a:pt x="2359660" y="1049036"/>
                  </a:lnTo>
                  <a:lnTo>
                    <a:pt x="2358588" y="1049509"/>
                  </a:lnTo>
                  <a:lnTo>
                    <a:pt x="2357517" y="1049983"/>
                  </a:lnTo>
                  <a:lnTo>
                    <a:pt x="2356445" y="1050457"/>
                  </a:lnTo>
                  <a:lnTo>
                    <a:pt x="2355374" y="1050931"/>
                  </a:lnTo>
                  <a:lnTo>
                    <a:pt x="2354302" y="1051405"/>
                  </a:lnTo>
                  <a:lnTo>
                    <a:pt x="2353230" y="1051880"/>
                  </a:lnTo>
                  <a:lnTo>
                    <a:pt x="2352159" y="1052355"/>
                  </a:lnTo>
                  <a:lnTo>
                    <a:pt x="2351087" y="1052830"/>
                  </a:lnTo>
                  <a:lnTo>
                    <a:pt x="2350016" y="1053305"/>
                  </a:lnTo>
                  <a:lnTo>
                    <a:pt x="2348944" y="1053780"/>
                  </a:lnTo>
                  <a:lnTo>
                    <a:pt x="2347872" y="1054256"/>
                  </a:lnTo>
                  <a:lnTo>
                    <a:pt x="2346801" y="1054732"/>
                  </a:lnTo>
                  <a:lnTo>
                    <a:pt x="2345729" y="1055208"/>
                  </a:lnTo>
                  <a:lnTo>
                    <a:pt x="2344658" y="1055684"/>
                  </a:lnTo>
                  <a:lnTo>
                    <a:pt x="2343586" y="1056160"/>
                  </a:lnTo>
                  <a:lnTo>
                    <a:pt x="2342514" y="1056637"/>
                  </a:lnTo>
                  <a:lnTo>
                    <a:pt x="2341443" y="1057114"/>
                  </a:lnTo>
                  <a:lnTo>
                    <a:pt x="2340371" y="1057591"/>
                  </a:lnTo>
                  <a:lnTo>
                    <a:pt x="2339300" y="1058068"/>
                  </a:lnTo>
                  <a:lnTo>
                    <a:pt x="2338228" y="1058546"/>
                  </a:lnTo>
                  <a:lnTo>
                    <a:pt x="2337156" y="1059023"/>
                  </a:lnTo>
                  <a:lnTo>
                    <a:pt x="2336085" y="1059501"/>
                  </a:lnTo>
                  <a:lnTo>
                    <a:pt x="2335013" y="1059979"/>
                  </a:lnTo>
                  <a:lnTo>
                    <a:pt x="2333942" y="1060457"/>
                  </a:lnTo>
                  <a:lnTo>
                    <a:pt x="2332870" y="1060936"/>
                  </a:lnTo>
                  <a:lnTo>
                    <a:pt x="2331798" y="1061414"/>
                  </a:lnTo>
                  <a:lnTo>
                    <a:pt x="2330727" y="1061893"/>
                  </a:lnTo>
                  <a:lnTo>
                    <a:pt x="2329655" y="1062372"/>
                  </a:lnTo>
                  <a:lnTo>
                    <a:pt x="2328584" y="1062852"/>
                  </a:lnTo>
                  <a:lnTo>
                    <a:pt x="2327512" y="1063331"/>
                  </a:lnTo>
                  <a:lnTo>
                    <a:pt x="2326440" y="1063811"/>
                  </a:lnTo>
                  <a:lnTo>
                    <a:pt x="2325369" y="1064291"/>
                  </a:lnTo>
                  <a:lnTo>
                    <a:pt x="2324297" y="1064771"/>
                  </a:lnTo>
                  <a:lnTo>
                    <a:pt x="2323226" y="1065251"/>
                  </a:lnTo>
                  <a:lnTo>
                    <a:pt x="2322154" y="1065732"/>
                  </a:lnTo>
                  <a:lnTo>
                    <a:pt x="2321082" y="1066212"/>
                  </a:lnTo>
                  <a:lnTo>
                    <a:pt x="2320011" y="1066693"/>
                  </a:lnTo>
                  <a:lnTo>
                    <a:pt x="2318939" y="1067174"/>
                  </a:lnTo>
                  <a:lnTo>
                    <a:pt x="2317868" y="1067656"/>
                  </a:lnTo>
                  <a:lnTo>
                    <a:pt x="2316796" y="1068137"/>
                  </a:lnTo>
                  <a:lnTo>
                    <a:pt x="2315724" y="1068619"/>
                  </a:lnTo>
                  <a:lnTo>
                    <a:pt x="2314653" y="1069101"/>
                  </a:lnTo>
                  <a:lnTo>
                    <a:pt x="2313581" y="1069583"/>
                  </a:lnTo>
                  <a:lnTo>
                    <a:pt x="2312510" y="1070065"/>
                  </a:lnTo>
                  <a:lnTo>
                    <a:pt x="2311438" y="1070548"/>
                  </a:lnTo>
                  <a:lnTo>
                    <a:pt x="2310366" y="1071031"/>
                  </a:lnTo>
                  <a:lnTo>
                    <a:pt x="2309295" y="1071514"/>
                  </a:lnTo>
                  <a:lnTo>
                    <a:pt x="2308223" y="1071997"/>
                  </a:lnTo>
                  <a:lnTo>
                    <a:pt x="2307152" y="1072480"/>
                  </a:lnTo>
                  <a:lnTo>
                    <a:pt x="2306080" y="1072964"/>
                  </a:lnTo>
                  <a:lnTo>
                    <a:pt x="2305009" y="1073447"/>
                  </a:lnTo>
                  <a:lnTo>
                    <a:pt x="2303937" y="1073931"/>
                  </a:lnTo>
                  <a:lnTo>
                    <a:pt x="2302865" y="1074415"/>
                  </a:lnTo>
                  <a:lnTo>
                    <a:pt x="2301794" y="1074900"/>
                  </a:lnTo>
                  <a:lnTo>
                    <a:pt x="2300722" y="1075384"/>
                  </a:lnTo>
                  <a:lnTo>
                    <a:pt x="2299651" y="1075869"/>
                  </a:lnTo>
                  <a:lnTo>
                    <a:pt x="2298579" y="1076354"/>
                  </a:lnTo>
                  <a:lnTo>
                    <a:pt x="2297507" y="1076839"/>
                  </a:lnTo>
                  <a:lnTo>
                    <a:pt x="2296436" y="1077324"/>
                  </a:lnTo>
                  <a:lnTo>
                    <a:pt x="2295364" y="1077810"/>
                  </a:lnTo>
                  <a:lnTo>
                    <a:pt x="2294293" y="1078296"/>
                  </a:lnTo>
                  <a:lnTo>
                    <a:pt x="2293221" y="1078782"/>
                  </a:lnTo>
                  <a:lnTo>
                    <a:pt x="2292149" y="1079268"/>
                  </a:lnTo>
                  <a:lnTo>
                    <a:pt x="2291078" y="1079754"/>
                  </a:lnTo>
                  <a:lnTo>
                    <a:pt x="2290006" y="1080241"/>
                  </a:lnTo>
                  <a:lnTo>
                    <a:pt x="2288935" y="1080727"/>
                  </a:lnTo>
                  <a:lnTo>
                    <a:pt x="2287863" y="1081214"/>
                  </a:lnTo>
                  <a:lnTo>
                    <a:pt x="2286791" y="1081702"/>
                  </a:lnTo>
                  <a:lnTo>
                    <a:pt x="2285720" y="1082189"/>
                  </a:lnTo>
                  <a:lnTo>
                    <a:pt x="2284648" y="1082676"/>
                  </a:lnTo>
                  <a:lnTo>
                    <a:pt x="2283577" y="1083164"/>
                  </a:lnTo>
                  <a:lnTo>
                    <a:pt x="2282505" y="1083652"/>
                  </a:lnTo>
                  <a:lnTo>
                    <a:pt x="2281433" y="1084140"/>
                  </a:lnTo>
                  <a:lnTo>
                    <a:pt x="2280362" y="1084629"/>
                  </a:lnTo>
                  <a:lnTo>
                    <a:pt x="2279290" y="1085117"/>
                  </a:lnTo>
                  <a:lnTo>
                    <a:pt x="2278219" y="1085606"/>
                  </a:lnTo>
                  <a:lnTo>
                    <a:pt x="2277147" y="1086095"/>
                  </a:lnTo>
                  <a:lnTo>
                    <a:pt x="2276075" y="1086584"/>
                  </a:lnTo>
                  <a:lnTo>
                    <a:pt x="2275004" y="1087073"/>
                  </a:lnTo>
                  <a:lnTo>
                    <a:pt x="2273932" y="1087563"/>
                  </a:lnTo>
                  <a:lnTo>
                    <a:pt x="2272861" y="1088053"/>
                  </a:lnTo>
                  <a:lnTo>
                    <a:pt x="2271789" y="1088543"/>
                  </a:lnTo>
                  <a:lnTo>
                    <a:pt x="2270717" y="1089033"/>
                  </a:lnTo>
                  <a:lnTo>
                    <a:pt x="2269646" y="1089523"/>
                  </a:lnTo>
                  <a:lnTo>
                    <a:pt x="2268574" y="1090014"/>
                  </a:lnTo>
                  <a:lnTo>
                    <a:pt x="2267503" y="1090504"/>
                  </a:lnTo>
                  <a:lnTo>
                    <a:pt x="2266431" y="1090995"/>
                  </a:lnTo>
                  <a:lnTo>
                    <a:pt x="2265359" y="1091486"/>
                  </a:lnTo>
                  <a:lnTo>
                    <a:pt x="2264288" y="1091978"/>
                  </a:lnTo>
                  <a:lnTo>
                    <a:pt x="2263216" y="1092469"/>
                  </a:lnTo>
                  <a:lnTo>
                    <a:pt x="2262145" y="1092961"/>
                  </a:lnTo>
                  <a:lnTo>
                    <a:pt x="2261073" y="1093453"/>
                  </a:lnTo>
                  <a:lnTo>
                    <a:pt x="2260001" y="1093945"/>
                  </a:lnTo>
                  <a:lnTo>
                    <a:pt x="2258930" y="1094437"/>
                  </a:lnTo>
                  <a:lnTo>
                    <a:pt x="2257858" y="1094930"/>
                  </a:lnTo>
                  <a:lnTo>
                    <a:pt x="2256787" y="1095422"/>
                  </a:lnTo>
                  <a:lnTo>
                    <a:pt x="2255715" y="1095915"/>
                  </a:lnTo>
                  <a:lnTo>
                    <a:pt x="2254643" y="1096408"/>
                  </a:lnTo>
                  <a:lnTo>
                    <a:pt x="2253572" y="1096902"/>
                  </a:lnTo>
                  <a:lnTo>
                    <a:pt x="2252500" y="1097395"/>
                  </a:lnTo>
                  <a:lnTo>
                    <a:pt x="2251429" y="1097889"/>
                  </a:lnTo>
                  <a:lnTo>
                    <a:pt x="2250357" y="1098383"/>
                  </a:lnTo>
                  <a:lnTo>
                    <a:pt x="2249285" y="1098877"/>
                  </a:lnTo>
                  <a:lnTo>
                    <a:pt x="2248214" y="1099371"/>
                  </a:lnTo>
                  <a:lnTo>
                    <a:pt x="2247142" y="1099866"/>
                  </a:lnTo>
                  <a:lnTo>
                    <a:pt x="2246071" y="1100360"/>
                  </a:lnTo>
                  <a:lnTo>
                    <a:pt x="2244999" y="1100855"/>
                  </a:lnTo>
                  <a:lnTo>
                    <a:pt x="2243927" y="1101350"/>
                  </a:lnTo>
                  <a:lnTo>
                    <a:pt x="2242856" y="1101845"/>
                  </a:lnTo>
                  <a:lnTo>
                    <a:pt x="2241784" y="1102341"/>
                  </a:lnTo>
                  <a:lnTo>
                    <a:pt x="2240713" y="1102836"/>
                  </a:lnTo>
                  <a:lnTo>
                    <a:pt x="2239641" y="1103332"/>
                  </a:lnTo>
                  <a:lnTo>
                    <a:pt x="2238569" y="1103828"/>
                  </a:lnTo>
                  <a:lnTo>
                    <a:pt x="2237498" y="1104325"/>
                  </a:lnTo>
                  <a:lnTo>
                    <a:pt x="2236426" y="1104821"/>
                  </a:lnTo>
                  <a:lnTo>
                    <a:pt x="2235355" y="1105318"/>
                  </a:lnTo>
                  <a:lnTo>
                    <a:pt x="2234283" y="1105815"/>
                  </a:lnTo>
                  <a:lnTo>
                    <a:pt x="2233211" y="1106312"/>
                  </a:lnTo>
                  <a:lnTo>
                    <a:pt x="2232140" y="1106809"/>
                  </a:lnTo>
                  <a:lnTo>
                    <a:pt x="2231068" y="1107306"/>
                  </a:lnTo>
                  <a:lnTo>
                    <a:pt x="2229997" y="1107804"/>
                  </a:lnTo>
                  <a:lnTo>
                    <a:pt x="2228925" y="1108302"/>
                  </a:lnTo>
                  <a:lnTo>
                    <a:pt x="2227853" y="1108800"/>
                  </a:lnTo>
                  <a:lnTo>
                    <a:pt x="2226782" y="1109298"/>
                  </a:lnTo>
                  <a:lnTo>
                    <a:pt x="2225710" y="1109796"/>
                  </a:lnTo>
                  <a:lnTo>
                    <a:pt x="2224639" y="1110295"/>
                  </a:lnTo>
                  <a:lnTo>
                    <a:pt x="2223567" y="1110794"/>
                  </a:lnTo>
                  <a:lnTo>
                    <a:pt x="2222495" y="1111293"/>
                  </a:lnTo>
                  <a:lnTo>
                    <a:pt x="2221424" y="1111792"/>
                  </a:lnTo>
                  <a:lnTo>
                    <a:pt x="2220352" y="1112291"/>
                  </a:lnTo>
                  <a:lnTo>
                    <a:pt x="2219281" y="1112791"/>
                  </a:lnTo>
                  <a:lnTo>
                    <a:pt x="2218209" y="1113290"/>
                  </a:lnTo>
                  <a:lnTo>
                    <a:pt x="2217137" y="1113790"/>
                  </a:lnTo>
                  <a:lnTo>
                    <a:pt x="2216066" y="1114291"/>
                  </a:lnTo>
                  <a:lnTo>
                    <a:pt x="2214994" y="1114791"/>
                  </a:lnTo>
                  <a:lnTo>
                    <a:pt x="2213923" y="1115291"/>
                  </a:lnTo>
                  <a:lnTo>
                    <a:pt x="2212851" y="1115792"/>
                  </a:lnTo>
                  <a:lnTo>
                    <a:pt x="2211779" y="1116293"/>
                  </a:lnTo>
                  <a:lnTo>
                    <a:pt x="2210708" y="1116794"/>
                  </a:lnTo>
                  <a:lnTo>
                    <a:pt x="2209636" y="1117296"/>
                  </a:lnTo>
                  <a:lnTo>
                    <a:pt x="2208565" y="1117797"/>
                  </a:lnTo>
                  <a:lnTo>
                    <a:pt x="2207493" y="1118299"/>
                  </a:lnTo>
                  <a:lnTo>
                    <a:pt x="2206421" y="1118801"/>
                  </a:lnTo>
                  <a:lnTo>
                    <a:pt x="2205350" y="1119303"/>
                  </a:lnTo>
                  <a:lnTo>
                    <a:pt x="2204278" y="1119805"/>
                  </a:lnTo>
                  <a:lnTo>
                    <a:pt x="2203207" y="1120308"/>
                  </a:lnTo>
                  <a:lnTo>
                    <a:pt x="2202135" y="1120810"/>
                  </a:lnTo>
                  <a:lnTo>
                    <a:pt x="2201063" y="1121313"/>
                  </a:lnTo>
                  <a:lnTo>
                    <a:pt x="2199992" y="1121816"/>
                  </a:lnTo>
                  <a:lnTo>
                    <a:pt x="2198920" y="1122320"/>
                  </a:lnTo>
                  <a:lnTo>
                    <a:pt x="2197849" y="1122823"/>
                  </a:lnTo>
                  <a:lnTo>
                    <a:pt x="2196777" y="1123327"/>
                  </a:lnTo>
                  <a:lnTo>
                    <a:pt x="2195705" y="1123831"/>
                  </a:lnTo>
                  <a:lnTo>
                    <a:pt x="2194634" y="1124335"/>
                  </a:lnTo>
                  <a:lnTo>
                    <a:pt x="2193562" y="1124839"/>
                  </a:lnTo>
                  <a:lnTo>
                    <a:pt x="2192491" y="1125343"/>
                  </a:lnTo>
                  <a:lnTo>
                    <a:pt x="2191419" y="1125848"/>
                  </a:lnTo>
                  <a:lnTo>
                    <a:pt x="2190347" y="1126353"/>
                  </a:lnTo>
                  <a:lnTo>
                    <a:pt x="2189276" y="1126858"/>
                  </a:lnTo>
                  <a:lnTo>
                    <a:pt x="2188204" y="1127363"/>
                  </a:lnTo>
                  <a:lnTo>
                    <a:pt x="2187133" y="1127869"/>
                  </a:lnTo>
                  <a:lnTo>
                    <a:pt x="2186061" y="1128374"/>
                  </a:lnTo>
                  <a:lnTo>
                    <a:pt x="2184989" y="1128880"/>
                  </a:lnTo>
                  <a:lnTo>
                    <a:pt x="2183918" y="1129386"/>
                  </a:lnTo>
                  <a:lnTo>
                    <a:pt x="2182846" y="1129892"/>
                  </a:lnTo>
                  <a:lnTo>
                    <a:pt x="2181775" y="1130399"/>
                  </a:lnTo>
                  <a:lnTo>
                    <a:pt x="2180703" y="1130905"/>
                  </a:lnTo>
                  <a:lnTo>
                    <a:pt x="2179631" y="1131412"/>
                  </a:lnTo>
                  <a:lnTo>
                    <a:pt x="2178560" y="1131919"/>
                  </a:lnTo>
                  <a:lnTo>
                    <a:pt x="2177488" y="1132426"/>
                  </a:lnTo>
                  <a:lnTo>
                    <a:pt x="2176417" y="1132934"/>
                  </a:lnTo>
                  <a:lnTo>
                    <a:pt x="2175345" y="1133441"/>
                  </a:lnTo>
                  <a:lnTo>
                    <a:pt x="2174273" y="1133949"/>
                  </a:lnTo>
                  <a:lnTo>
                    <a:pt x="2173202" y="1134457"/>
                  </a:lnTo>
                  <a:lnTo>
                    <a:pt x="2172130" y="1134965"/>
                  </a:lnTo>
                  <a:lnTo>
                    <a:pt x="2171059" y="1135473"/>
                  </a:lnTo>
                  <a:lnTo>
                    <a:pt x="2169987" y="1135982"/>
                  </a:lnTo>
                  <a:lnTo>
                    <a:pt x="2168915" y="1136491"/>
                  </a:lnTo>
                  <a:lnTo>
                    <a:pt x="2167844" y="1137000"/>
                  </a:lnTo>
                  <a:lnTo>
                    <a:pt x="2166772" y="1137509"/>
                  </a:lnTo>
                  <a:lnTo>
                    <a:pt x="2165701" y="1138018"/>
                  </a:lnTo>
                  <a:lnTo>
                    <a:pt x="2164629" y="1138528"/>
                  </a:lnTo>
                  <a:lnTo>
                    <a:pt x="2163557" y="1139037"/>
                  </a:lnTo>
                  <a:lnTo>
                    <a:pt x="2162486" y="1139547"/>
                  </a:lnTo>
                  <a:lnTo>
                    <a:pt x="2161414" y="1140057"/>
                  </a:lnTo>
                  <a:lnTo>
                    <a:pt x="2160343" y="1140568"/>
                  </a:lnTo>
                  <a:lnTo>
                    <a:pt x="2159271" y="1141078"/>
                  </a:lnTo>
                  <a:lnTo>
                    <a:pt x="2158199" y="1141589"/>
                  </a:lnTo>
                  <a:lnTo>
                    <a:pt x="2157128" y="1142100"/>
                  </a:lnTo>
                  <a:lnTo>
                    <a:pt x="2156056" y="1142611"/>
                  </a:lnTo>
                  <a:lnTo>
                    <a:pt x="2154985" y="1143122"/>
                  </a:lnTo>
                  <a:lnTo>
                    <a:pt x="2153913" y="1143634"/>
                  </a:lnTo>
                  <a:lnTo>
                    <a:pt x="2152841" y="1144145"/>
                  </a:lnTo>
                  <a:lnTo>
                    <a:pt x="2151770" y="1144657"/>
                  </a:lnTo>
                  <a:lnTo>
                    <a:pt x="2150698" y="1145169"/>
                  </a:lnTo>
                  <a:lnTo>
                    <a:pt x="2149627" y="1145682"/>
                  </a:lnTo>
                  <a:lnTo>
                    <a:pt x="2148555" y="1146194"/>
                  </a:lnTo>
                  <a:lnTo>
                    <a:pt x="2147483" y="1146707"/>
                  </a:lnTo>
                  <a:lnTo>
                    <a:pt x="2146412" y="1147220"/>
                  </a:lnTo>
                  <a:lnTo>
                    <a:pt x="2145340" y="1147733"/>
                  </a:lnTo>
                  <a:lnTo>
                    <a:pt x="2144269" y="1148246"/>
                  </a:lnTo>
                  <a:lnTo>
                    <a:pt x="2143197" y="1148759"/>
                  </a:lnTo>
                  <a:lnTo>
                    <a:pt x="2142125" y="1149273"/>
                  </a:lnTo>
                  <a:lnTo>
                    <a:pt x="2141054" y="1149787"/>
                  </a:lnTo>
                  <a:lnTo>
                    <a:pt x="2139982" y="1150301"/>
                  </a:lnTo>
                  <a:lnTo>
                    <a:pt x="2138911" y="1150815"/>
                  </a:lnTo>
                  <a:lnTo>
                    <a:pt x="2137839" y="1151330"/>
                  </a:lnTo>
                  <a:lnTo>
                    <a:pt x="2136767" y="1151844"/>
                  </a:lnTo>
                  <a:lnTo>
                    <a:pt x="2135696" y="1152359"/>
                  </a:lnTo>
                  <a:lnTo>
                    <a:pt x="2134624" y="1152874"/>
                  </a:lnTo>
                  <a:lnTo>
                    <a:pt x="2133553" y="1153389"/>
                  </a:lnTo>
                  <a:lnTo>
                    <a:pt x="2132481" y="1153905"/>
                  </a:lnTo>
                  <a:lnTo>
                    <a:pt x="2131409" y="1154420"/>
                  </a:lnTo>
                  <a:lnTo>
                    <a:pt x="2130338" y="1154936"/>
                  </a:lnTo>
                  <a:lnTo>
                    <a:pt x="2129266" y="1155452"/>
                  </a:lnTo>
                  <a:lnTo>
                    <a:pt x="2128195" y="1155969"/>
                  </a:lnTo>
                  <a:lnTo>
                    <a:pt x="2127123" y="1156485"/>
                  </a:lnTo>
                  <a:lnTo>
                    <a:pt x="2126052" y="1157002"/>
                  </a:lnTo>
                  <a:lnTo>
                    <a:pt x="2124980" y="1157518"/>
                  </a:lnTo>
                  <a:lnTo>
                    <a:pt x="2123908" y="1158035"/>
                  </a:lnTo>
                  <a:lnTo>
                    <a:pt x="2122837" y="1158553"/>
                  </a:lnTo>
                  <a:lnTo>
                    <a:pt x="2121765" y="1159070"/>
                  </a:lnTo>
                  <a:lnTo>
                    <a:pt x="2120694" y="1159588"/>
                  </a:lnTo>
                  <a:lnTo>
                    <a:pt x="2119622" y="1160106"/>
                  </a:lnTo>
                  <a:lnTo>
                    <a:pt x="2118550" y="1160624"/>
                  </a:lnTo>
                  <a:lnTo>
                    <a:pt x="2117479" y="1161142"/>
                  </a:lnTo>
                  <a:lnTo>
                    <a:pt x="2116407" y="1161660"/>
                  </a:lnTo>
                  <a:lnTo>
                    <a:pt x="2115336" y="1162179"/>
                  </a:lnTo>
                  <a:lnTo>
                    <a:pt x="2114264" y="1162698"/>
                  </a:lnTo>
                  <a:lnTo>
                    <a:pt x="2113192" y="1163217"/>
                  </a:lnTo>
                  <a:lnTo>
                    <a:pt x="2112121" y="1163736"/>
                  </a:lnTo>
                  <a:lnTo>
                    <a:pt x="2111049" y="1164255"/>
                  </a:lnTo>
                  <a:lnTo>
                    <a:pt x="2109978" y="1164775"/>
                  </a:lnTo>
                  <a:lnTo>
                    <a:pt x="2108906" y="1165295"/>
                  </a:lnTo>
                  <a:lnTo>
                    <a:pt x="2107834" y="1165815"/>
                  </a:lnTo>
                  <a:lnTo>
                    <a:pt x="2106763" y="1166335"/>
                  </a:lnTo>
                  <a:lnTo>
                    <a:pt x="2105691" y="1166855"/>
                  </a:lnTo>
                  <a:lnTo>
                    <a:pt x="2104620" y="1167376"/>
                  </a:lnTo>
                  <a:lnTo>
                    <a:pt x="2103548" y="1167897"/>
                  </a:lnTo>
                  <a:lnTo>
                    <a:pt x="2102476" y="1168418"/>
                  </a:lnTo>
                  <a:lnTo>
                    <a:pt x="2101405" y="1168939"/>
                  </a:lnTo>
                  <a:lnTo>
                    <a:pt x="2100333" y="1169461"/>
                  </a:lnTo>
                  <a:lnTo>
                    <a:pt x="2099262" y="1169982"/>
                  </a:lnTo>
                  <a:lnTo>
                    <a:pt x="2098190" y="1170504"/>
                  </a:lnTo>
                  <a:lnTo>
                    <a:pt x="2097118" y="1171026"/>
                  </a:lnTo>
                  <a:lnTo>
                    <a:pt x="2096047" y="1171548"/>
                  </a:lnTo>
                  <a:lnTo>
                    <a:pt x="2094975" y="1172071"/>
                  </a:lnTo>
                  <a:lnTo>
                    <a:pt x="2093904" y="1172594"/>
                  </a:lnTo>
                  <a:lnTo>
                    <a:pt x="2092832" y="1173116"/>
                  </a:lnTo>
                  <a:lnTo>
                    <a:pt x="2091760" y="1173639"/>
                  </a:lnTo>
                  <a:lnTo>
                    <a:pt x="2090689" y="1174163"/>
                  </a:lnTo>
                  <a:lnTo>
                    <a:pt x="2089617" y="1174686"/>
                  </a:lnTo>
                  <a:lnTo>
                    <a:pt x="2088546" y="1175210"/>
                  </a:lnTo>
                  <a:lnTo>
                    <a:pt x="2087474" y="1175734"/>
                  </a:lnTo>
                  <a:lnTo>
                    <a:pt x="2086402" y="1176258"/>
                  </a:lnTo>
                  <a:lnTo>
                    <a:pt x="2085331" y="1176782"/>
                  </a:lnTo>
                  <a:lnTo>
                    <a:pt x="2084259" y="1177307"/>
                  </a:lnTo>
                  <a:lnTo>
                    <a:pt x="2083188" y="1177831"/>
                  </a:lnTo>
                  <a:lnTo>
                    <a:pt x="2082116" y="1178356"/>
                  </a:lnTo>
                  <a:lnTo>
                    <a:pt x="2081044" y="1178881"/>
                  </a:lnTo>
                  <a:lnTo>
                    <a:pt x="2079973" y="1179407"/>
                  </a:lnTo>
                  <a:lnTo>
                    <a:pt x="2078901" y="1179932"/>
                  </a:lnTo>
                  <a:lnTo>
                    <a:pt x="2077830" y="1180458"/>
                  </a:lnTo>
                  <a:lnTo>
                    <a:pt x="2076758" y="1180984"/>
                  </a:lnTo>
                  <a:lnTo>
                    <a:pt x="2075686" y="1181510"/>
                  </a:lnTo>
                  <a:lnTo>
                    <a:pt x="2074615" y="1182037"/>
                  </a:lnTo>
                  <a:lnTo>
                    <a:pt x="2073543" y="1182563"/>
                  </a:lnTo>
                  <a:lnTo>
                    <a:pt x="2072472" y="1183090"/>
                  </a:lnTo>
                  <a:lnTo>
                    <a:pt x="2071400" y="1183617"/>
                  </a:lnTo>
                  <a:lnTo>
                    <a:pt x="2070328" y="1184144"/>
                  </a:lnTo>
                  <a:lnTo>
                    <a:pt x="2069257" y="1184672"/>
                  </a:lnTo>
                  <a:lnTo>
                    <a:pt x="2068185" y="1185199"/>
                  </a:lnTo>
                  <a:lnTo>
                    <a:pt x="2067114" y="1185727"/>
                  </a:lnTo>
                  <a:lnTo>
                    <a:pt x="2066042" y="1186255"/>
                  </a:lnTo>
                  <a:lnTo>
                    <a:pt x="2064970" y="1186783"/>
                  </a:lnTo>
                  <a:lnTo>
                    <a:pt x="2063899" y="1187312"/>
                  </a:lnTo>
                  <a:lnTo>
                    <a:pt x="2062827" y="1187841"/>
                  </a:lnTo>
                  <a:lnTo>
                    <a:pt x="2061756" y="1188370"/>
                  </a:lnTo>
                  <a:lnTo>
                    <a:pt x="2060684" y="1188899"/>
                  </a:lnTo>
                  <a:lnTo>
                    <a:pt x="2059612" y="1189428"/>
                  </a:lnTo>
                  <a:lnTo>
                    <a:pt x="2058541" y="1189958"/>
                  </a:lnTo>
                  <a:lnTo>
                    <a:pt x="2057469" y="1190487"/>
                  </a:lnTo>
                  <a:lnTo>
                    <a:pt x="2056398" y="1191017"/>
                  </a:lnTo>
                  <a:lnTo>
                    <a:pt x="2055326" y="1191547"/>
                  </a:lnTo>
                  <a:lnTo>
                    <a:pt x="2054254" y="1192078"/>
                  </a:lnTo>
                  <a:lnTo>
                    <a:pt x="2053183" y="1192608"/>
                  </a:lnTo>
                  <a:lnTo>
                    <a:pt x="2052111" y="1193139"/>
                  </a:lnTo>
                  <a:lnTo>
                    <a:pt x="2051040" y="1193670"/>
                  </a:lnTo>
                  <a:lnTo>
                    <a:pt x="2049968" y="1194202"/>
                  </a:lnTo>
                  <a:lnTo>
                    <a:pt x="2048896" y="1194733"/>
                  </a:lnTo>
                  <a:lnTo>
                    <a:pt x="2047825" y="1195265"/>
                  </a:lnTo>
                  <a:lnTo>
                    <a:pt x="2046753" y="1195797"/>
                  </a:lnTo>
                  <a:lnTo>
                    <a:pt x="2045682" y="1196329"/>
                  </a:lnTo>
                  <a:lnTo>
                    <a:pt x="2044610" y="1196861"/>
                  </a:lnTo>
                  <a:lnTo>
                    <a:pt x="2043538" y="1197394"/>
                  </a:lnTo>
                  <a:lnTo>
                    <a:pt x="2042467" y="1197927"/>
                  </a:lnTo>
                  <a:lnTo>
                    <a:pt x="2041395" y="1198460"/>
                  </a:lnTo>
                  <a:lnTo>
                    <a:pt x="2040324" y="1198993"/>
                  </a:lnTo>
                  <a:lnTo>
                    <a:pt x="2039252" y="1199526"/>
                  </a:lnTo>
                  <a:lnTo>
                    <a:pt x="2038180" y="1200060"/>
                  </a:lnTo>
                  <a:lnTo>
                    <a:pt x="2037109" y="1200594"/>
                  </a:lnTo>
                  <a:lnTo>
                    <a:pt x="2036037" y="1201128"/>
                  </a:lnTo>
                  <a:lnTo>
                    <a:pt x="2034966" y="1201663"/>
                  </a:lnTo>
                  <a:lnTo>
                    <a:pt x="2033894" y="1202197"/>
                  </a:lnTo>
                  <a:lnTo>
                    <a:pt x="2032822" y="1202732"/>
                  </a:lnTo>
                  <a:lnTo>
                    <a:pt x="2031751" y="1203267"/>
                  </a:lnTo>
                  <a:lnTo>
                    <a:pt x="2030679" y="1203803"/>
                  </a:lnTo>
                  <a:lnTo>
                    <a:pt x="2029608" y="1204338"/>
                  </a:lnTo>
                  <a:lnTo>
                    <a:pt x="2028536" y="1204874"/>
                  </a:lnTo>
                  <a:lnTo>
                    <a:pt x="2027464" y="1205410"/>
                  </a:lnTo>
                  <a:lnTo>
                    <a:pt x="2026393" y="1205947"/>
                  </a:lnTo>
                  <a:lnTo>
                    <a:pt x="2025321" y="1206483"/>
                  </a:lnTo>
                  <a:lnTo>
                    <a:pt x="2024250" y="1207020"/>
                  </a:lnTo>
                  <a:lnTo>
                    <a:pt x="2023178" y="1207558"/>
                  </a:lnTo>
                  <a:lnTo>
                    <a:pt x="2022106" y="1208095"/>
                  </a:lnTo>
                  <a:lnTo>
                    <a:pt x="2021035" y="1208633"/>
                  </a:lnTo>
                  <a:lnTo>
                    <a:pt x="2019963" y="1209171"/>
                  </a:lnTo>
                  <a:lnTo>
                    <a:pt x="2018892" y="1209709"/>
                  </a:lnTo>
                  <a:lnTo>
                    <a:pt x="2017820" y="1210248"/>
                  </a:lnTo>
                  <a:lnTo>
                    <a:pt x="2016748" y="1210786"/>
                  </a:lnTo>
                  <a:lnTo>
                    <a:pt x="2015677" y="1211326"/>
                  </a:lnTo>
                  <a:lnTo>
                    <a:pt x="2014605" y="1211865"/>
                  </a:lnTo>
                  <a:lnTo>
                    <a:pt x="2013534" y="1212405"/>
                  </a:lnTo>
                  <a:lnTo>
                    <a:pt x="2012462" y="1212945"/>
                  </a:lnTo>
                  <a:lnTo>
                    <a:pt x="2011390" y="1213485"/>
                  </a:lnTo>
                  <a:lnTo>
                    <a:pt x="2010319" y="1214026"/>
                  </a:lnTo>
                  <a:lnTo>
                    <a:pt x="2009247" y="1214566"/>
                  </a:lnTo>
                  <a:lnTo>
                    <a:pt x="2008176" y="1215108"/>
                  </a:lnTo>
                  <a:lnTo>
                    <a:pt x="2007104" y="1215649"/>
                  </a:lnTo>
                  <a:lnTo>
                    <a:pt x="2006032" y="1216191"/>
                  </a:lnTo>
                  <a:lnTo>
                    <a:pt x="2004961" y="1216733"/>
                  </a:lnTo>
                  <a:lnTo>
                    <a:pt x="2003889" y="1217276"/>
                  </a:lnTo>
                  <a:lnTo>
                    <a:pt x="2002818" y="1217818"/>
                  </a:lnTo>
                  <a:lnTo>
                    <a:pt x="2001746" y="1218361"/>
                  </a:lnTo>
                  <a:lnTo>
                    <a:pt x="2000674" y="1218905"/>
                  </a:lnTo>
                  <a:lnTo>
                    <a:pt x="1999603" y="1219449"/>
                  </a:lnTo>
                  <a:lnTo>
                    <a:pt x="1998531" y="1219993"/>
                  </a:lnTo>
                  <a:lnTo>
                    <a:pt x="1997460" y="1220537"/>
                  </a:lnTo>
                  <a:lnTo>
                    <a:pt x="1996388" y="1221082"/>
                  </a:lnTo>
                  <a:lnTo>
                    <a:pt x="1995316" y="1221627"/>
                  </a:lnTo>
                  <a:lnTo>
                    <a:pt x="1994245" y="1222172"/>
                  </a:lnTo>
                  <a:lnTo>
                    <a:pt x="1993173" y="1222718"/>
                  </a:lnTo>
                  <a:lnTo>
                    <a:pt x="1992102" y="1223264"/>
                  </a:lnTo>
                  <a:lnTo>
                    <a:pt x="1991030" y="1223811"/>
                  </a:lnTo>
                  <a:lnTo>
                    <a:pt x="1989958" y="1224357"/>
                  </a:lnTo>
                  <a:lnTo>
                    <a:pt x="1988887" y="1224904"/>
                  </a:lnTo>
                  <a:lnTo>
                    <a:pt x="1987815" y="1225452"/>
                  </a:lnTo>
                  <a:lnTo>
                    <a:pt x="1986744" y="1226000"/>
                  </a:lnTo>
                  <a:lnTo>
                    <a:pt x="1985672" y="1226548"/>
                  </a:lnTo>
                  <a:lnTo>
                    <a:pt x="1984600" y="1227097"/>
                  </a:lnTo>
                  <a:lnTo>
                    <a:pt x="1983529" y="1227645"/>
                  </a:lnTo>
                  <a:lnTo>
                    <a:pt x="1982457" y="1228195"/>
                  </a:lnTo>
                  <a:lnTo>
                    <a:pt x="1981386" y="1228744"/>
                  </a:lnTo>
                  <a:lnTo>
                    <a:pt x="1980314" y="1229294"/>
                  </a:lnTo>
                  <a:lnTo>
                    <a:pt x="1979242" y="1229845"/>
                  </a:lnTo>
                  <a:lnTo>
                    <a:pt x="1978171" y="1230396"/>
                  </a:lnTo>
                  <a:lnTo>
                    <a:pt x="1977099" y="1230947"/>
                  </a:lnTo>
                  <a:lnTo>
                    <a:pt x="1976028" y="1231498"/>
                  </a:lnTo>
                  <a:lnTo>
                    <a:pt x="1974956" y="1232050"/>
                  </a:lnTo>
                  <a:lnTo>
                    <a:pt x="1973884" y="1232603"/>
                  </a:lnTo>
                  <a:lnTo>
                    <a:pt x="1972813" y="1233155"/>
                  </a:lnTo>
                  <a:lnTo>
                    <a:pt x="1971741" y="1233708"/>
                  </a:lnTo>
                  <a:lnTo>
                    <a:pt x="1970670" y="1234262"/>
                  </a:lnTo>
                  <a:lnTo>
                    <a:pt x="1969598" y="1234816"/>
                  </a:lnTo>
                  <a:lnTo>
                    <a:pt x="1968526" y="1235370"/>
                  </a:lnTo>
                  <a:lnTo>
                    <a:pt x="1967455" y="1235925"/>
                  </a:lnTo>
                  <a:lnTo>
                    <a:pt x="1966383" y="1236480"/>
                  </a:lnTo>
                  <a:lnTo>
                    <a:pt x="1965312" y="1237035"/>
                  </a:lnTo>
                  <a:lnTo>
                    <a:pt x="1964240" y="1237591"/>
                  </a:lnTo>
                  <a:lnTo>
                    <a:pt x="1963168" y="1238148"/>
                  </a:lnTo>
                  <a:lnTo>
                    <a:pt x="1962097" y="1238704"/>
                  </a:lnTo>
                  <a:lnTo>
                    <a:pt x="1961025" y="1239261"/>
                  </a:lnTo>
                  <a:lnTo>
                    <a:pt x="1959954" y="1239819"/>
                  </a:lnTo>
                  <a:lnTo>
                    <a:pt x="1958882" y="1240377"/>
                  </a:lnTo>
                  <a:lnTo>
                    <a:pt x="1957810" y="1240935"/>
                  </a:lnTo>
                  <a:lnTo>
                    <a:pt x="1956739" y="1241494"/>
                  </a:lnTo>
                  <a:lnTo>
                    <a:pt x="1955667" y="1242054"/>
                  </a:lnTo>
                  <a:lnTo>
                    <a:pt x="1954596" y="1242613"/>
                  </a:lnTo>
                  <a:lnTo>
                    <a:pt x="1953524" y="1243173"/>
                  </a:lnTo>
                  <a:lnTo>
                    <a:pt x="1952453" y="1243734"/>
                  </a:lnTo>
                  <a:lnTo>
                    <a:pt x="1951381" y="1244295"/>
                  </a:lnTo>
                  <a:lnTo>
                    <a:pt x="1950309" y="1244856"/>
                  </a:lnTo>
                  <a:lnTo>
                    <a:pt x="1949238" y="1245418"/>
                  </a:lnTo>
                  <a:lnTo>
                    <a:pt x="1948166" y="1245981"/>
                  </a:lnTo>
                  <a:lnTo>
                    <a:pt x="1947095" y="1246543"/>
                  </a:lnTo>
                  <a:lnTo>
                    <a:pt x="1946023" y="1247107"/>
                  </a:lnTo>
                  <a:lnTo>
                    <a:pt x="1944951" y="1247670"/>
                  </a:lnTo>
                  <a:lnTo>
                    <a:pt x="1943880" y="1248234"/>
                  </a:lnTo>
                  <a:lnTo>
                    <a:pt x="1942808" y="1248799"/>
                  </a:lnTo>
                  <a:lnTo>
                    <a:pt x="1941737" y="1249364"/>
                  </a:lnTo>
                  <a:lnTo>
                    <a:pt x="1940665" y="1249929"/>
                  </a:lnTo>
                  <a:lnTo>
                    <a:pt x="1939593" y="1250495"/>
                  </a:lnTo>
                  <a:lnTo>
                    <a:pt x="1938522" y="1251062"/>
                  </a:lnTo>
                  <a:lnTo>
                    <a:pt x="1937450" y="1251629"/>
                  </a:lnTo>
                  <a:lnTo>
                    <a:pt x="1936379" y="1252196"/>
                  </a:lnTo>
                  <a:lnTo>
                    <a:pt x="1935307" y="1252764"/>
                  </a:lnTo>
                  <a:lnTo>
                    <a:pt x="1934235" y="1253332"/>
                  </a:lnTo>
                  <a:lnTo>
                    <a:pt x="1933164" y="1253901"/>
                  </a:lnTo>
                  <a:lnTo>
                    <a:pt x="1932092" y="1254470"/>
                  </a:lnTo>
                  <a:lnTo>
                    <a:pt x="1931021" y="1255040"/>
                  </a:lnTo>
                  <a:lnTo>
                    <a:pt x="1929949" y="1255610"/>
                  </a:lnTo>
                  <a:lnTo>
                    <a:pt x="1928877" y="1256181"/>
                  </a:lnTo>
                  <a:lnTo>
                    <a:pt x="1927806" y="1256752"/>
                  </a:lnTo>
                  <a:lnTo>
                    <a:pt x="1926734" y="1257324"/>
                  </a:lnTo>
                  <a:lnTo>
                    <a:pt x="1925663" y="1257896"/>
                  </a:lnTo>
                  <a:lnTo>
                    <a:pt x="1924591" y="1258468"/>
                  </a:lnTo>
                  <a:lnTo>
                    <a:pt x="1923519" y="1259042"/>
                  </a:lnTo>
                  <a:lnTo>
                    <a:pt x="1922448" y="1259615"/>
                  </a:lnTo>
                  <a:lnTo>
                    <a:pt x="1921376" y="1260189"/>
                  </a:lnTo>
                  <a:lnTo>
                    <a:pt x="1920305" y="1260764"/>
                  </a:lnTo>
                  <a:lnTo>
                    <a:pt x="1919233" y="1261339"/>
                  </a:lnTo>
                  <a:lnTo>
                    <a:pt x="1918161" y="1261915"/>
                  </a:lnTo>
                  <a:lnTo>
                    <a:pt x="1917090" y="1262491"/>
                  </a:lnTo>
                  <a:lnTo>
                    <a:pt x="1916018" y="1263068"/>
                  </a:lnTo>
                  <a:lnTo>
                    <a:pt x="1914947" y="1263645"/>
                  </a:lnTo>
                  <a:lnTo>
                    <a:pt x="1913875" y="1264223"/>
                  </a:lnTo>
                  <a:lnTo>
                    <a:pt x="1912803" y="1264801"/>
                  </a:lnTo>
                  <a:lnTo>
                    <a:pt x="1911732" y="1265379"/>
                  </a:lnTo>
                  <a:lnTo>
                    <a:pt x="1910660" y="1265959"/>
                  </a:lnTo>
                  <a:lnTo>
                    <a:pt x="1909589" y="1266538"/>
                  </a:lnTo>
                  <a:lnTo>
                    <a:pt x="1908517" y="1267119"/>
                  </a:lnTo>
                  <a:lnTo>
                    <a:pt x="1907445" y="1267700"/>
                  </a:lnTo>
                  <a:lnTo>
                    <a:pt x="1906374" y="1268281"/>
                  </a:lnTo>
                  <a:lnTo>
                    <a:pt x="1905302" y="1268863"/>
                  </a:lnTo>
                  <a:lnTo>
                    <a:pt x="1904231" y="1269445"/>
                  </a:lnTo>
                  <a:lnTo>
                    <a:pt x="1903159" y="1270028"/>
                  </a:lnTo>
                  <a:lnTo>
                    <a:pt x="1902087" y="1270611"/>
                  </a:lnTo>
                  <a:lnTo>
                    <a:pt x="1901016" y="1271195"/>
                  </a:lnTo>
                  <a:lnTo>
                    <a:pt x="1899944" y="1271780"/>
                  </a:lnTo>
                  <a:lnTo>
                    <a:pt x="1898873" y="1272365"/>
                  </a:lnTo>
                  <a:lnTo>
                    <a:pt x="1897801" y="1272951"/>
                  </a:lnTo>
                  <a:lnTo>
                    <a:pt x="1896729" y="1273537"/>
                  </a:lnTo>
                  <a:lnTo>
                    <a:pt x="1895658" y="1274123"/>
                  </a:lnTo>
                  <a:lnTo>
                    <a:pt x="1894586" y="1274711"/>
                  </a:lnTo>
                  <a:lnTo>
                    <a:pt x="1893515" y="1275298"/>
                  </a:lnTo>
                  <a:lnTo>
                    <a:pt x="1892443" y="1275887"/>
                  </a:lnTo>
                  <a:lnTo>
                    <a:pt x="1891371" y="1276476"/>
                  </a:lnTo>
                  <a:lnTo>
                    <a:pt x="1890300" y="1277065"/>
                  </a:lnTo>
                  <a:lnTo>
                    <a:pt x="1889228" y="1277655"/>
                  </a:lnTo>
                  <a:lnTo>
                    <a:pt x="1888157" y="1278246"/>
                  </a:lnTo>
                  <a:lnTo>
                    <a:pt x="1887085" y="1278837"/>
                  </a:lnTo>
                  <a:lnTo>
                    <a:pt x="1886013" y="1279428"/>
                  </a:lnTo>
                  <a:lnTo>
                    <a:pt x="1884942" y="1280021"/>
                  </a:lnTo>
                  <a:lnTo>
                    <a:pt x="1883870" y="1280614"/>
                  </a:lnTo>
                  <a:lnTo>
                    <a:pt x="1882799" y="1281207"/>
                  </a:lnTo>
                  <a:lnTo>
                    <a:pt x="1881727" y="1281801"/>
                  </a:lnTo>
                  <a:lnTo>
                    <a:pt x="1880655" y="1282395"/>
                  </a:lnTo>
                  <a:lnTo>
                    <a:pt x="1879584" y="1282990"/>
                  </a:lnTo>
                  <a:lnTo>
                    <a:pt x="1878512" y="1283586"/>
                  </a:lnTo>
                  <a:lnTo>
                    <a:pt x="1877441" y="1284182"/>
                  </a:lnTo>
                  <a:lnTo>
                    <a:pt x="1876369" y="1284779"/>
                  </a:lnTo>
                  <a:lnTo>
                    <a:pt x="1875297" y="1285376"/>
                  </a:lnTo>
                  <a:lnTo>
                    <a:pt x="1874226" y="1285974"/>
                  </a:lnTo>
                  <a:lnTo>
                    <a:pt x="1873154" y="1286573"/>
                  </a:lnTo>
                  <a:lnTo>
                    <a:pt x="1872083" y="1287172"/>
                  </a:lnTo>
                  <a:lnTo>
                    <a:pt x="1871011" y="1287772"/>
                  </a:lnTo>
                  <a:lnTo>
                    <a:pt x="1869939" y="1288372"/>
                  </a:lnTo>
                  <a:lnTo>
                    <a:pt x="1868868" y="1288973"/>
                  </a:lnTo>
                  <a:lnTo>
                    <a:pt x="1867796" y="1289574"/>
                  </a:lnTo>
                  <a:lnTo>
                    <a:pt x="1866725" y="1290176"/>
                  </a:lnTo>
                  <a:lnTo>
                    <a:pt x="1865653" y="1290779"/>
                  </a:lnTo>
                  <a:lnTo>
                    <a:pt x="1864581" y="1291382"/>
                  </a:lnTo>
                  <a:lnTo>
                    <a:pt x="1863510" y="1291986"/>
                  </a:lnTo>
                  <a:lnTo>
                    <a:pt x="1862438" y="1292590"/>
                  </a:lnTo>
                  <a:lnTo>
                    <a:pt x="1861367" y="1293195"/>
                  </a:lnTo>
                  <a:lnTo>
                    <a:pt x="1860295" y="1293801"/>
                  </a:lnTo>
                  <a:lnTo>
                    <a:pt x="1859223" y="1294407"/>
                  </a:lnTo>
                  <a:lnTo>
                    <a:pt x="1858152" y="1295014"/>
                  </a:lnTo>
                  <a:lnTo>
                    <a:pt x="1857080" y="1295621"/>
                  </a:lnTo>
                  <a:lnTo>
                    <a:pt x="1856009" y="1296229"/>
                  </a:lnTo>
                  <a:lnTo>
                    <a:pt x="1854937" y="1296837"/>
                  </a:lnTo>
                  <a:lnTo>
                    <a:pt x="1853865" y="1297447"/>
                  </a:lnTo>
                  <a:lnTo>
                    <a:pt x="1852794" y="1298056"/>
                  </a:lnTo>
                  <a:lnTo>
                    <a:pt x="1851722" y="1298667"/>
                  </a:lnTo>
                  <a:lnTo>
                    <a:pt x="1850651" y="1299278"/>
                  </a:lnTo>
                  <a:lnTo>
                    <a:pt x="1849579" y="1299889"/>
                  </a:lnTo>
                  <a:lnTo>
                    <a:pt x="1848507" y="1300501"/>
                  </a:lnTo>
                  <a:lnTo>
                    <a:pt x="1847436" y="1301114"/>
                  </a:lnTo>
                  <a:lnTo>
                    <a:pt x="1846364" y="1301728"/>
                  </a:lnTo>
                  <a:lnTo>
                    <a:pt x="1845293" y="1302342"/>
                  </a:lnTo>
                  <a:lnTo>
                    <a:pt x="1844221" y="1302956"/>
                  </a:lnTo>
                  <a:lnTo>
                    <a:pt x="1843149" y="1303572"/>
                  </a:lnTo>
                  <a:lnTo>
                    <a:pt x="1842078" y="1304187"/>
                  </a:lnTo>
                  <a:lnTo>
                    <a:pt x="1841006" y="1304804"/>
                  </a:lnTo>
                  <a:lnTo>
                    <a:pt x="1839935" y="1305421"/>
                  </a:lnTo>
                  <a:lnTo>
                    <a:pt x="1838863" y="1306039"/>
                  </a:lnTo>
                  <a:lnTo>
                    <a:pt x="1837791" y="1306657"/>
                  </a:lnTo>
                  <a:lnTo>
                    <a:pt x="1836720" y="1307276"/>
                  </a:lnTo>
                  <a:lnTo>
                    <a:pt x="1835648" y="1307896"/>
                  </a:lnTo>
                  <a:lnTo>
                    <a:pt x="1834577" y="1308516"/>
                  </a:lnTo>
                  <a:lnTo>
                    <a:pt x="1833505" y="1309137"/>
                  </a:lnTo>
                  <a:lnTo>
                    <a:pt x="1832433" y="1309758"/>
                  </a:lnTo>
                  <a:lnTo>
                    <a:pt x="1831362" y="1310380"/>
                  </a:lnTo>
                  <a:lnTo>
                    <a:pt x="1830290" y="1311003"/>
                  </a:lnTo>
                  <a:lnTo>
                    <a:pt x="1829219" y="1311626"/>
                  </a:lnTo>
                  <a:lnTo>
                    <a:pt x="1828147" y="1312250"/>
                  </a:lnTo>
                  <a:lnTo>
                    <a:pt x="1827075" y="1312874"/>
                  </a:lnTo>
                  <a:lnTo>
                    <a:pt x="1826004" y="1313500"/>
                  </a:lnTo>
                  <a:lnTo>
                    <a:pt x="1824932" y="1314125"/>
                  </a:lnTo>
                  <a:lnTo>
                    <a:pt x="1823861" y="1314752"/>
                  </a:lnTo>
                  <a:lnTo>
                    <a:pt x="1822789" y="1315379"/>
                  </a:lnTo>
                  <a:lnTo>
                    <a:pt x="1821717" y="1316007"/>
                  </a:lnTo>
                  <a:lnTo>
                    <a:pt x="1820646" y="1316635"/>
                  </a:lnTo>
                  <a:lnTo>
                    <a:pt x="1819574" y="1317264"/>
                  </a:lnTo>
                  <a:lnTo>
                    <a:pt x="1818503" y="1317893"/>
                  </a:lnTo>
                  <a:lnTo>
                    <a:pt x="1817431" y="1318523"/>
                  </a:lnTo>
                  <a:lnTo>
                    <a:pt x="1816359" y="1319154"/>
                  </a:lnTo>
                  <a:lnTo>
                    <a:pt x="1815288" y="1319786"/>
                  </a:lnTo>
                  <a:lnTo>
                    <a:pt x="1814216" y="1320418"/>
                  </a:lnTo>
                  <a:lnTo>
                    <a:pt x="1813145" y="1321050"/>
                  </a:lnTo>
                  <a:lnTo>
                    <a:pt x="1812073" y="1321684"/>
                  </a:lnTo>
                  <a:lnTo>
                    <a:pt x="1811001" y="1322318"/>
                  </a:lnTo>
                  <a:lnTo>
                    <a:pt x="1809930" y="1322952"/>
                  </a:lnTo>
                  <a:lnTo>
                    <a:pt x="1808858" y="1323588"/>
                  </a:lnTo>
                  <a:lnTo>
                    <a:pt x="1807787" y="1324223"/>
                  </a:lnTo>
                  <a:lnTo>
                    <a:pt x="1806715" y="1324860"/>
                  </a:lnTo>
                  <a:lnTo>
                    <a:pt x="1805643" y="1325497"/>
                  </a:lnTo>
                  <a:lnTo>
                    <a:pt x="1804572" y="1326135"/>
                  </a:lnTo>
                  <a:lnTo>
                    <a:pt x="1803500" y="1326773"/>
                  </a:lnTo>
                  <a:lnTo>
                    <a:pt x="1802429" y="1327412"/>
                  </a:lnTo>
                  <a:lnTo>
                    <a:pt x="1801357" y="1328052"/>
                  </a:lnTo>
                  <a:lnTo>
                    <a:pt x="1800285" y="1328692"/>
                  </a:lnTo>
                  <a:lnTo>
                    <a:pt x="1799214" y="1329333"/>
                  </a:lnTo>
                  <a:lnTo>
                    <a:pt x="1798142" y="1329974"/>
                  </a:lnTo>
                  <a:lnTo>
                    <a:pt x="1797071" y="1330617"/>
                  </a:lnTo>
                  <a:lnTo>
                    <a:pt x="1795999" y="1331259"/>
                  </a:lnTo>
                  <a:lnTo>
                    <a:pt x="1794927" y="1331903"/>
                  </a:lnTo>
                  <a:lnTo>
                    <a:pt x="1793856" y="1332547"/>
                  </a:lnTo>
                  <a:lnTo>
                    <a:pt x="1792784" y="1333192"/>
                  </a:lnTo>
                  <a:lnTo>
                    <a:pt x="1791713" y="1333837"/>
                  </a:lnTo>
                  <a:lnTo>
                    <a:pt x="1790641" y="1334483"/>
                  </a:lnTo>
                  <a:lnTo>
                    <a:pt x="1789569" y="1335129"/>
                  </a:lnTo>
                  <a:lnTo>
                    <a:pt x="1788498" y="1335777"/>
                  </a:lnTo>
                  <a:lnTo>
                    <a:pt x="1787426" y="1336424"/>
                  </a:lnTo>
                  <a:lnTo>
                    <a:pt x="1786355" y="1337073"/>
                  </a:lnTo>
                  <a:lnTo>
                    <a:pt x="1785283" y="1337722"/>
                  </a:lnTo>
                  <a:lnTo>
                    <a:pt x="1784211" y="1338371"/>
                  </a:lnTo>
                  <a:lnTo>
                    <a:pt x="1783140" y="1339022"/>
                  </a:lnTo>
                  <a:lnTo>
                    <a:pt x="1782068" y="1339673"/>
                  </a:lnTo>
                  <a:lnTo>
                    <a:pt x="1780997" y="1340324"/>
                  </a:lnTo>
                  <a:lnTo>
                    <a:pt x="1779925" y="1340976"/>
                  </a:lnTo>
                  <a:lnTo>
                    <a:pt x="1778853" y="1341629"/>
                  </a:lnTo>
                  <a:lnTo>
                    <a:pt x="1777782" y="1342283"/>
                  </a:lnTo>
                  <a:lnTo>
                    <a:pt x="1776710" y="1342937"/>
                  </a:lnTo>
                  <a:lnTo>
                    <a:pt x="1775639" y="1343591"/>
                  </a:lnTo>
                  <a:lnTo>
                    <a:pt x="1774567" y="1344247"/>
                  </a:lnTo>
                  <a:lnTo>
                    <a:pt x="1773496" y="1344903"/>
                  </a:lnTo>
                  <a:lnTo>
                    <a:pt x="1772424" y="1345559"/>
                  </a:lnTo>
                  <a:lnTo>
                    <a:pt x="1771352" y="1346216"/>
                  </a:lnTo>
                  <a:lnTo>
                    <a:pt x="1770281" y="1346874"/>
                  </a:lnTo>
                  <a:lnTo>
                    <a:pt x="1769209" y="1347532"/>
                  </a:lnTo>
                  <a:lnTo>
                    <a:pt x="1768138" y="1348191"/>
                  </a:lnTo>
                  <a:lnTo>
                    <a:pt x="1767066" y="1348851"/>
                  </a:lnTo>
                  <a:lnTo>
                    <a:pt x="1765994" y="1349511"/>
                  </a:lnTo>
                  <a:lnTo>
                    <a:pt x="1764923" y="1350172"/>
                  </a:lnTo>
                  <a:lnTo>
                    <a:pt x="1763851" y="1350833"/>
                  </a:lnTo>
                  <a:lnTo>
                    <a:pt x="1762780" y="1351495"/>
                  </a:lnTo>
                  <a:lnTo>
                    <a:pt x="1761708" y="1352158"/>
                  </a:lnTo>
                  <a:lnTo>
                    <a:pt x="1760636" y="1352821"/>
                  </a:lnTo>
                  <a:lnTo>
                    <a:pt x="1759565" y="1353485"/>
                  </a:lnTo>
                  <a:lnTo>
                    <a:pt x="1758493" y="1354149"/>
                  </a:lnTo>
                  <a:lnTo>
                    <a:pt x="1757422" y="1354814"/>
                  </a:lnTo>
                  <a:lnTo>
                    <a:pt x="1756350" y="1355480"/>
                  </a:lnTo>
                  <a:lnTo>
                    <a:pt x="1755278" y="1356146"/>
                  </a:lnTo>
                  <a:lnTo>
                    <a:pt x="1754207" y="1356812"/>
                  </a:lnTo>
                  <a:lnTo>
                    <a:pt x="1753135" y="1357480"/>
                  </a:lnTo>
                  <a:lnTo>
                    <a:pt x="1752064" y="1358148"/>
                  </a:lnTo>
                  <a:lnTo>
                    <a:pt x="1750992" y="1358816"/>
                  </a:lnTo>
                  <a:lnTo>
                    <a:pt x="1749920" y="1359485"/>
                  </a:lnTo>
                  <a:lnTo>
                    <a:pt x="1748849" y="1360155"/>
                  </a:lnTo>
                  <a:lnTo>
                    <a:pt x="1747777" y="1360825"/>
                  </a:lnTo>
                  <a:lnTo>
                    <a:pt x="1746706" y="1361496"/>
                  </a:lnTo>
                  <a:lnTo>
                    <a:pt x="1745634" y="1362167"/>
                  </a:lnTo>
                  <a:lnTo>
                    <a:pt x="1744562" y="1362839"/>
                  </a:lnTo>
                  <a:lnTo>
                    <a:pt x="1743491" y="1363512"/>
                  </a:lnTo>
                  <a:lnTo>
                    <a:pt x="1742419" y="1364185"/>
                  </a:lnTo>
                  <a:lnTo>
                    <a:pt x="1741348" y="1364859"/>
                  </a:lnTo>
                  <a:lnTo>
                    <a:pt x="1740276" y="1365533"/>
                  </a:lnTo>
                  <a:lnTo>
                    <a:pt x="1739204" y="1366208"/>
                  </a:lnTo>
                  <a:lnTo>
                    <a:pt x="1738133" y="1366883"/>
                  </a:lnTo>
                  <a:lnTo>
                    <a:pt x="1737061" y="1367559"/>
                  </a:lnTo>
                  <a:lnTo>
                    <a:pt x="1735990" y="1368235"/>
                  </a:lnTo>
                  <a:lnTo>
                    <a:pt x="1734918" y="1368912"/>
                  </a:lnTo>
                  <a:lnTo>
                    <a:pt x="1733846" y="1369590"/>
                  </a:lnTo>
                  <a:lnTo>
                    <a:pt x="1732775" y="1370268"/>
                  </a:lnTo>
                  <a:lnTo>
                    <a:pt x="1731703" y="1370947"/>
                  </a:lnTo>
                  <a:lnTo>
                    <a:pt x="1730632" y="1371626"/>
                  </a:lnTo>
                  <a:lnTo>
                    <a:pt x="1729560" y="1372305"/>
                  </a:lnTo>
                  <a:lnTo>
                    <a:pt x="1728488" y="1372986"/>
                  </a:lnTo>
                  <a:lnTo>
                    <a:pt x="1727417" y="1373666"/>
                  </a:lnTo>
                  <a:lnTo>
                    <a:pt x="1726345" y="1374348"/>
                  </a:lnTo>
                  <a:lnTo>
                    <a:pt x="1725274" y="1375029"/>
                  </a:lnTo>
                  <a:lnTo>
                    <a:pt x="1724202" y="1375712"/>
                  </a:lnTo>
                  <a:lnTo>
                    <a:pt x="1723130" y="1376395"/>
                  </a:lnTo>
                  <a:lnTo>
                    <a:pt x="1722059" y="1377078"/>
                  </a:lnTo>
                  <a:lnTo>
                    <a:pt x="1720987" y="1377762"/>
                  </a:lnTo>
                  <a:lnTo>
                    <a:pt x="1719916" y="1378446"/>
                  </a:lnTo>
                  <a:lnTo>
                    <a:pt x="1718844" y="1379131"/>
                  </a:lnTo>
                  <a:lnTo>
                    <a:pt x="1717772" y="1379816"/>
                  </a:lnTo>
                  <a:lnTo>
                    <a:pt x="1716701" y="1380502"/>
                  </a:lnTo>
                  <a:lnTo>
                    <a:pt x="1715629" y="1381188"/>
                  </a:lnTo>
                  <a:lnTo>
                    <a:pt x="1714558" y="1381875"/>
                  </a:lnTo>
                  <a:lnTo>
                    <a:pt x="1713486" y="1382562"/>
                  </a:lnTo>
                  <a:lnTo>
                    <a:pt x="1712414" y="1383250"/>
                  </a:lnTo>
                  <a:lnTo>
                    <a:pt x="1711343" y="1383938"/>
                  </a:lnTo>
                  <a:lnTo>
                    <a:pt x="1710271" y="1384627"/>
                  </a:lnTo>
                  <a:lnTo>
                    <a:pt x="1709200" y="1385316"/>
                  </a:lnTo>
                  <a:lnTo>
                    <a:pt x="1708128" y="1386006"/>
                  </a:lnTo>
                  <a:lnTo>
                    <a:pt x="1707056" y="1386696"/>
                  </a:lnTo>
                  <a:lnTo>
                    <a:pt x="1705985" y="1387387"/>
                  </a:lnTo>
                  <a:lnTo>
                    <a:pt x="1704913" y="1388078"/>
                  </a:lnTo>
                  <a:lnTo>
                    <a:pt x="1703842" y="1388769"/>
                  </a:lnTo>
                  <a:lnTo>
                    <a:pt x="1702770" y="1389461"/>
                  </a:lnTo>
                  <a:lnTo>
                    <a:pt x="1701698" y="1390153"/>
                  </a:lnTo>
                  <a:lnTo>
                    <a:pt x="1700627" y="1390846"/>
                  </a:lnTo>
                  <a:lnTo>
                    <a:pt x="1699555" y="1391539"/>
                  </a:lnTo>
                  <a:lnTo>
                    <a:pt x="1698484" y="1392232"/>
                  </a:lnTo>
                  <a:lnTo>
                    <a:pt x="1697412" y="1392926"/>
                  </a:lnTo>
                  <a:lnTo>
                    <a:pt x="1696340" y="1393621"/>
                  </a:lnTo>
                  <a:lnTo>
                    <a:pt x="1695269" y="1394316"/>
                  </a:lnTo>
                  <a:lnTo>
                    <a:pt x="1694197" y="1395011"/>
                  </a:lnTo>
                  <a:lnTo>
                    <a:pt x="1693126" y="1395706"/>
                  </a:lnTo>
                  <a:lnTo>
                    <a:pt x="1692054" y="1396402"/>
                  </a:lnTo>
                  <a:lnTo>
                    <a:pt x="1690982" y="1397099"/>
                  </a:lnTo>
                  <a:lnTo>
                    <a:pt x="1689911" y="1397795"/>
                  </a:lnTo>
                  <a:lnTo>
                    <a:pt x="1688839" y="1398492"/>
                  </a:lnTo>
                  <a:lnTo>
                    <a:pt x="1687768" y="1399190"/>
                  </a:lnTo>
                  <a:lnTo>
                    <a:pt x="1686696" y="1399888"/>
                  </a:lnTo>
                  <a:lnTo>
                    <a:pt x="1685624" y="1400586"/>
                  </a:lnTo>
                  <a:lnTo>
                    <a:pt x="1684553" y="1401284"/>
                  </a:lnTo>
                  <a:lnTo>
                    <a:pt x="1683481" y="1401983"/>
                  </a:lnTo>
                  <a:lnTo>
                    <a:pt x="1682410" y="1402683"/>
                  </a:lnTo>
                  <a:lnTo>
                    <a:pt x="1681338" y="1403382"/>
                  </a:lnTo>
                  <a:lnTo>
                    <a:pt x="1680266" y="1404082"/>
                  </a:lnTo>
                  <a:lnTo>
                    <a:pt x="1679195" y="1404782"/>
                  </a:lnTo>
                  <a:lnTo>
                    <a:pt x="1678123" y="1405483"/>
                  </a:lnTo>
                  <a:lnTo>
                    <a:pt x="1677052" y="1406184"/>
                  </a:lnTo>
                  <a:lnTo>
                    <a:pt x="1675980" y="1406885"/>
                  </a:lnTo>
                  <a:lnTo>
                    <a:pt x="1674908" y="1407586"/>
                  </a:lnTo>
                  <a:lnTo>
                    <a:pt x="1673837" y="1408288"/>
                  </a:lnTo>
                  <a:lnTo>
                    <a:pt x="1672765" y="1408990"/>
                  </a:lnTo>
                  <a:lnTo>
                    <a:pt x="1671694" y="1409692"/>
                  </a:lnTo>
                  <a:lnTo>
                    <a:pt x="1670622" y="1410395"/>
                  </a:lnTo>
                  <a:lnTo>
                    <a:pt x="1669550" y="1411097"/>
                  </a:lnTo>
                  <a:lnTo>
                    <a:pt x="1668479" y="1411801"/>
                  </a:lnTo>
                  <a:lnTo>
                    <a:pt x="1667407" y="1412504"/>
                  </a:lnTo>
                  <a:lnTo>
                    <a:pt x="1666336" y="1413207"/>
                  </a:lnTo>
                  <a:lnTo>
                    <a:pt x="1665264" y="1413911"/>
                  </a:lnTo>
                  <a:lnTo>
                    <a:pt x="1664192" y="1414615"/>
                  </a:lnTo>
                  <a:lnTo>
                    <a:pt x="1663121" y="1415320"/>
                  </a:lnTo>
                  <a:lnTo>
                    <a:pt x="1662049" y="1416024"/>
                  </a:lnTo>
                  <a:lnTo>
                    <a:pt x="1660978" y="1416729"/>
                  </a:lnTo>
                  <a:lnTo>
                    <a:pt x="1659906" y="1417434"/>
                  </a:lnTo>
                  <a:lnTo>
                    <a:pt x="1658834" y="1418139"/>
                  </a:lnTo>
                  <a:lnTo>
                    <a:pt x="1657763" y="1418844"/>
                  </a:lnTo>
                  <a:lnTo>
                    <a:pt x="1656691" y="1419550"/>
                  </a:lnTo>
                  <a:lnTo>
                    <a:pt x="1655620" y="1420255"/>
                  </a:lnTo>
                  <a:lnTo>
                    <a:pt x="1654548" y="1420961"/>
                  </a:lnTo>
                  <a:lnTo>
                    <a:pt x="1653476" y="1421667"/>
                  </a:lnTo>
                  <a:lnTo>
                    <a:pt x="1652405" y="1422373"/>
                  </a:lnTo>
                  <a:lnTo>
                    <a:pt x="1651333" y="1423080"/>
                  </a:lnTo>
                  <a:lnTo>
                    <a:pt x="1650262" y="1423786"/>
                  </a:lnTo>
                  <a:lnTo>
                    <a:pt x="1649190" y="1424493"/>
                  </a:lnTo>
                  <a:lnTo>
                    <a:pt x="1648118" y="1425199"/>
                  </a:lnTo>
                  <a:lnTo>
                    <a:pt x="1647047" y="1425906"/>
                  </a:lnTo>
                  <a:lnTo>
                    <a:pt x="1645975" y="1426613"/>
                  </a:lnTo>
                  <a:lnTo>
                    <a:pt x="1644904" y="1427320"/>
                  </a:lnTo>
                  <a:lnTo>
                    <a:pt x="1643832" y="1428027"/>
                  </a:lnTo>
                  <a:lnTo>
                    <a:pt x="1642760" y="1428734"/>
                  </a:lnTo>
                  <a:lnTo>
                    <a:pt x="1641689" y="1429442"/>
                  </a:lnTo>
                  <a:lnTo>
                    <a:pt x="1640617" y="1430149"/>
                  </a:lnTo>
                  <a:lnTo>
                    <a:pt x="1639546" y="1430857"/>
                  </a:lnTo>
                  <a:lnTo>
                    <a:pt x="1638474" y="1431564"/>
                  </a:lnTo>
                  <a:lnTo>
                    <a:pt x="1637402" y="1432272"/>
                  </a:lnTo>
                  <a:lnTo>
                    <a:pt x="1636331" y="1432979"/>
                  </a:lnTo>
                  <a:lnTo>
                    <a:pt x="1635259" y="1433687"/>
                  </a:lnTo>
                  <a:lnTo>
                    <a:pt x="1634188" y="1434394"/>
                  </a:lnTo>
                  <a:lnTo>
                    <a:pt x="1633116" y="1435102"/>
                  </a:lnTo>
                  <a:lnTo>
                    <a:pt x="1632044" y="1435810"/>
                  </a:lnTo>
                  <a:lnTo>
                    <a:pt x="1630973" y="1436517"/>
                  </a:lnTo>
                  <a:lnTo>
                    <a:pt x="1629901" y="1437225"/>
                  </a:lnTo>
                  <a:lnTo>
                    <a:pt x="1628830" y="1437933"/>
                  </a:lnTo>
                  <a:lnTo>
                    <a:pt x="1627758" y="1438640"/>
                  </a:lnTo>
                  <a:lnTo>
                    <a:pt x="1626686" y="1439348"/>
                  </a:lnTo>
                  <a:lnTo>
                    <a:pt x="1625615" y="1440055"/>
                  </a:lnTo>
                  <a:lnTo>
                    <a:pt x="1624543" y="1440763"/>
                  </a:lnTo>
                  <a:lnTo>
                    <a:pt x="1623472" y="1441470"/>
                  </a:lnTo>
                  <a:lnTo>
                    <a:pt x="1622400" y="1442178"/>
                  </a:lnTo>
                  <a:lnTo>
                    <a:pt x="1621328" y="1442885"/>
                  </a:lnTo>
                  <a:lnTo>
                    <a:pt x="1620257" y="1443592"/>
                  </a:lnTo>
                  <a:lnTo>
                    <a:pt x="1619185" y="1444299"/>
                  </a:lnTo>
                  <a:lnTo>
                    <a:pt x="1618114" y="1445006"/>
                  </a:lnTo>
                  <a:lnTo>
                    <a:pt x="1617042" y="1445713"/>
                  </a:lnTo>
                  <a:lnTo>
                    <a:pt x="1615970" y="1446420"/>
                  </a:lnTo>
                  <a:lnTo>
                    <a:pt x="1614899" y="1447126"/>
                  </a:lnTo>
                  <a:lnTo>
                    <a:pt x="1613827" y="1447833"/>
                  </a:lnTo>
                  <a:lnTo>
                    <a:pt x="1612756" y="1448539"/>
                  </a:lnTo>
                  <a:lnTo>
                    <a:pt x="1611684" y="1449246"/>
                  </a:lnTo>
                  <a:lnTo>
                    <a:pt x="1610612" y="1449952"/>
                  </a:lnTo>
                  <a:lnTo>
                    <a:pt x="1609541" y="1450658"/>
                  </a:lnTo>
                  <a:lnTo>
                    <a:pt x="1608469" y="1451363"/>
                  </a:lnTo>
                  <a:lnTo>
                    <a:pt x="1607398" y="1452069"/>
                  </a:lnTo>
                  <a:lnTo>
                    <a:pt x="1606326" y="1452774"/>
                  </a:lnTo>
                  <a:lnTo>
                    <a:pt x="1605254" y="1453479"/>
                  </a:lnTo>
                  <a:lnTo>
                    <a:pt x="1604183" y="1454184"/>
                  </a:lnTo>
                  <a:lnTo>
                    <a:pt x="1603111" y="1454889"/>
                  </a:lnTo>
                  <a:lnTo>
                    <a:pt x="1602040" y="1455593"/>
                  </a:lnTo>
                  <a:lnTo>
                    <a:pt x="1600968" y="1456297"/>
                  </a:lnTo>
                  <a:lnTo>
                    <a:pt x="1599896" y="1457001"/>
                  </a:lnTo>
                  <a:lnTo>
                    <a:pt x="1598825" y="1457705"/>
                  </a:lnTo>
                  <a:lnTo>
                    <a:pt x="1597753" y="1458409"/>
                  </a:lnTo>
                  <a:lnTo>
                    <a:pt x="1596682" y="1459112"/>
                  </a:lnTo>
                  <a:lnTo>
                    <a:pt x="1595610" y="1459815"/>
                  </a:lnTo>
                  <a:lnTo>
                    <a:pt x="1594539" y="1460517"/>
                  </a:lnTo>
                  <a:lnTo>
                    <a:pt x="1593467" y="1461220"/>
                  </a:lnTo>
                  <a:lnTo>
                    <a:pt x="1592395" y="1461922"/>
                  </a:lnTo>
                  <a:lnTo>
                    <a:pt x="1591324" y="1462623"/>
                  </a:lnTo>
                  <a:lnTo>
                    <a:pt x="1590252" y="1463325"/>
                  </a:lnTo>
                  <a:lnTo>
                    <a:pt x="1589181" y="1464025"/>
                  </a:lnTo>
                  <a:lnTo>
                    <a:pt x="1588109" y="1464726"/>
                  </a:lnTo>
                  <a:lnTo>
                    <a:pt x="1587037" y="1465426"/>
                  </a:lnTo>
                  <a:lnTo>
                    <a:pt x="1585966" y="1466126"/>
                  </a:lnTo>
                  <a:lnTo>
                    <a:pt x="1584894" y="1466826"/>
                  </a:lnTo>
                  <a:lnTo>
                    <a:pt x="1583823" y="1467525"/>
                  </a:lnTo>
                  <a:lnTo>
                    <a:pt x="1582751" y="1468224"/>
                  </a:lnTo>
                  <a:lnTo>
                    <a:pt x="1581679" y="1468922"/>
                  </a:lnTo>
                  <a:lnTo>
                    <a:pt x="1580608" y="1469620"/>
                  </a:lnTo>
                  <a:lnTo>
                    <a:pt x="1579536" y="1470318"/>
                  </a:lnTo>
                  <a:lnTo>
                    <a:pt x="1578465" y="1471015"/>
                  </a:lnTo>
                  <a:lnTo>
                    <a:pt x="1577393" y="1471712"/>
                  </a:lnTo>
                  <a:lnTo>
                    <a:pt x="1576321" y="1472408"/>
                  </a:lnTo>
                  <a:lnTo>
                    <a:pt x="1575250" y="1473104"/>
                  </a:lnTo>
                  <a:lnTo>
                    <a:pt x="1574178" y="1473799"/>
                  </a:lnTo>
                  <a:lnTo>
                    <a:pt x="1573107" y="1474494"/>
                  </a:lnTo>
                  <a:lnTo>
                    <a:pt x="1572035" y="1475188"/>
                  </a:lnTo>
                  <a:lnTo>
                    <a:pt x="1570963" y="1475882"/>
                  </a:lnTo>
                  <a:lnTo>
                    <a:pt x="1569892" y="1476576"/>
                  </a:lnTo>
                  <a:lnTo>
                    <a:pt x="1568820" y="1477269"/>
                  </a:lnTo>
                  <a:lnTo>
                    <a:pt x="1567749" y="1477961"/>
                  </a:lnTo>
                  <a:lnTo>
                    <a:pt x="1566677" y="1478653"/>
                  </a:lnTo>
                  <a:lnTo>
                    <a:pt x="1565605" y="1479344"/>
                  </a:lnTo>
                  <a:lnTo>
                    <a:pt x="1564534" y="1480035"/>
                  </a:lnTo>
                  <a:lnTo>
                    <a:pt x="1563462" y="1480726"/>
                  </a:lnTo>
                  <a:lnTo>
                    <a:pt x="1562391" y="1481415"/>
                  </a:lnTo>
                  <a:lnTo>
                    <a:pt x="1561319" y="1482105"/>
                  </a:lnTo>
                  <a:lnTo>
                    <a:pt x="1560247" y="1482793"/>
                  </a:lnTo>
                  <a:lnTo>
                    <a:pt x="1559176" y="1483481"/>
                  </a:lnTo>
                  <a:lnTo>
                    <a:pt x="1558104" y="1484169"/>
                  </a:lnTo>
                  <a:lnTo>
                    <a:pt x="1557033" y="1484855"/>
                  </a:lnTo>
                  <a:lnTo>
                    <a:pt x="1555961" y="1485542"/>
                  </a:lnTo>
                  <a:lnTo>
                    <a:pt x="1554889" y="1486227"/>
                  </a:lnTo>
                  <a:lnTo>
                    <a:pt x="1553818" y="1486912"/>
                  </a:lnTo>
                  <a:lnTo>
                    <a:pt x="1552746" y="1487597"/>
                  </a:lnTo>
                  <a:lnTo>
                    <a:pt x="1551675" y="1488280"/>
                  </a:lnTo>
                  <a:lnTo>
                    <a:pt x="1550603" y="1488963"/>
                  </a:lnTo>
                  <a:lnTo>
                    <a:pt x="1549531" y="1489646"/>
                  </a:lnTo>
                  <a:lnTo>
                    <a:pt x="1548460" y="1490328"/>
                  </a:lnTo>
                  <a:lnTo>
                    <a:pt x="1547388" y="1491009"/>
                  </a:lnTo>
                  <a:lnTo>
                    <a:pt x="1546317" y="1491689"/>
                  </a:lnTo>
                  <a:lnTo>
                    <a:pt x="1545245" y="1492369"/>
                  </a:lnTo>
                  <a:lnTo>
                    <a:pt x="1544173" y="1493048"/>
                  </a:lnTo>
                  <a:lnTo>
                    <a:pt x="1543102" y="1493726"/>
                  </a:lnTo>
                  <a:lnTo>
                    <a:pt x="1542030" y="1494495"/>
                  </a:lnTo>
                  <a:lnTo>
                    <a:pt x="1540959" y="1495434"/>
                  </a:lnTo>
                  <a:lnTo>
                    <a:pt x="1539887" y="1496373"/>
                  </a:lnTo>
                  <a:lnTo>
                    <a:pt x="1538815" y="1497311"/>
                  </a:lnTo>
                  <a:lnTo>
                    <a:pt x="1537744" y="1498251"/>
                  </a:lnTo>
                  <a:lnTo>
                    <a:pt x="1536672" y="1499190"/>
                  </a:lnTo>
                  <a:lnTo>
                    <a:pt x="1535601" y="1500129"/>
                  </a:lnTo>
                  <a:lnTo>
                    <a:pt x="1534529" y="1501069"/>
                  </a:lnTo>
                  <a:lnTo>
                    <a:pt x="1533457" y="1502009"/>
                  </a:lnTo>
                  <a:lnTo>
                    <a:pt x="1532386" y="1502949"/>
                  </a:lnTo>
                  <a:lnTo>
                    <a:pt x="1531314" y="1503890"/>
                  </a:lnTo>
                  <a:lnTo>
                    <a:pt x="1530243" y="1504830"/>
                  </a:lnTo>
                  <a:lnTo>
                    <a:pt x="1529171" y="1505771"/>
                  </a:lnTo>
                  <a:lnTo>
                    <a:pt x="1528099" y="1506712"/>
                  </a:lnTo>
                  <a:lnTo>
                    <a:pt x="1527028" y="1507653"/>
                  </a:lnTo>
                  <a:lnTo>
                    <a:pt x="1525956" y="1508594"/>
                  </a:lnTo>
                  <a:lnTo>
                    <a:pt x="1524885" y="1509536"/>
                  </a:lnTo>
                  <a:lnTo>
                    <a:pt x="1523813" y="1510478"/>
                  </a:lnTo>
                  <a:lnTo>
                    <a:pt x="1522741" y="1511419"/>
                  </a:lnTo>
                  <a:lnTo>
                    <a:pt x="1521670" y="1512362"/>
                  </a:lnTo>
                  <a:lnTo>
                    <a:pt x="1520598" y="1513304"/>
                  </a:lnTo>
                  <a:lnTo>
                    <a:pt x="1519527" y="1514246"/>
                  </a:lnTo>
                  <a:lnTo>
                    <a:pt x="1518455" y="1515189"/>
                  </a:lnTo>
                  <a:lnTo>
                    <a:pt x="1517383" y="1516132"/>
                  </a:lnTo>
                  <a:lnTo>
                    <a:pt x="1516312" y="1517075"/>
                  </a:lnTo>
                  <a:lnTo>
                    <a:pt x="1515240" y="1518018"/>
                  </a:lnTo>
                  <a:lnTo>
                    <a:pt x="1514169" y="1518961"/>
                  </a:lnTo>
                  <a:lnTo>
                    <a:pt x="1513097" y="1519905"/>
                  </a:lnTo>
                  <a:lnTo>
                    <a:pt x="1512025" y="1520849"/>
                  </a:lnTo>
                  <a:lnTo>
                    <a:pt x="1510954" y="1521792"/>
                  </a:lnTo>
                  <a:lnTo>
                    <a:pt x="1509882" y="1522736"/>
                  </a:lnTo>
                  <a:lnTo>
                    <a:pt x="1508811" y="1523681"/>
                  </a:lnTo>
                  <a:lnTo>
                    <a:pt x="1507739" y="1524625"/>
                  </a:lnTo>
                  <a:lnTo>
                    <a:pt x="1506667" y="1525570"/>
                  </a:lnTo>
                  <a:lnTo>
                    <a:pt x="1505596" y="1526514"/>
                  </a:lnTo>
                  <a:lnTo>
                    <a:pt x="1504524" y="1527459"/>
                  </a:lnTo>
                  <a:lnTo>
                    <a:pt x="1503453" y="1528404"/>
                  </a:lnTo>
                  <a:lnTo>
                    <a:pt x="1502381" y="1529349"/>
                  </a:lnTo>
                  <a:lnTo>
                    <a:pt x="1501309" y="1530294"/>
                  </a:lnTo>
                  <a:lnTo>
                    <a:pt x="1500238" y="1531240"/>
                  </a:lnTo>
                  <a:lnTo>
                    <a:pt x="1499166" y="1532185"/>
                  </a:lnTo>
                  <a:lnTo>
                    <a:pt x="1498095" y="1533131"/>
                  </a:lnTo>
                  <a:lnTo>
                    <a:pt x="1497023" y="1534077"/>
                  </a:lnTo>
                  <a:lnTo>
                    <a:pt x="1495951" y="1535023"/>
                  </a:lnTo>
                  <a:lnTo>
                    <a:pt x="1494880" y="1535969"/>
                  </a:lnTo>
                  <a:lnTo>
                    <a:pt x="1493808" y="1536915"/>
                  </a:lnTo>
                  <a:lnTo>
                    <a:pt x="1492737" y="1537861"/>
                  </a:lnTo>
                  <a:lnTo>
                    <a:pt x="1491665" y="1538807"/>
                  </a:lnTo>
                  <a:lnTo>
                    <a:pt x="1490593" y="1539754"/>
                  </a:lnTo>
                  <a:lnTo>
                    <a:pt x="1489522" y="1540700"/>
                  </a:lnTo>
                  <a:lnTo>
                    <a:pt x="1488450" y="1541647"/>
                  </a:lnTo>
                  <a:lnTo>
                    <a:pt x="1487379" y="1542594"/>
                  </a:lnTo>
                  <a:lnTo>
                    <a:pt x="1486307" y="1543540"/>
                  </a:lnTo>
                  <a:lnTo>
                    <a:pt x="1485235" y="1544487"/>
                  </a:lnTo>
                  <a:lnTo>
                    <a:pt x="1484164" y="1545434"/>
                  </a:lnTo>
                  <a:lnTo>
                    <a:pt x="1483092" y="1546381"/>
                  </a:lnTo>
                  <a:lnTo>
                    <a:pt x="1482021" y="1547329"/>
                  </a:lnTo>
                  <a:lnTo>
                    <a:pt x="1480949" y="1548276"/>
                  </a:lnTo>
                  <a:lnTo>
                    <a:pt x="1479877" y="1549223"/>
                  </a:lnTo>
                  <a:lnTo>
                    <a:pt x="1478806" y="1550170"/>
                  </a:lnTo>
                  <a:lnTo>
                    <a:pt x="1477734" y="1551118"/>
                  </a:lnTo>
                  <a:lnTo>
                    <a:pt x="1476663" y="1552065"/>
                  </a:lnTo>
                  <a:lnTo>
                    <a:pt x="1475591" y="1553013"/>
                  </a:lnTo>
                  <a:lnTo>
                    <a:pt x="1474519" y="1553960"/>
                  </a:lnTo>
                  <a:lnTo>
                    <a:pt x="1473448" y="1554908"/>
                  </a:lnTo>
                  <a:lnTo>
                    <a:pt x="1472376" y="1555855"/>
                  </a:lnTo>
                  <a:lnTo>
                    <a:pt x="1471305" y="1556803"/>
                  </a:lnTo>
                  <a:lnTo>
                    <a:pt x="1470233" y="1557750"/>
                  </a:lnTo>
                  <a:lnTo>
                    <a:pt x="1469161" y="1558698"/>
                  </a:lnTo>
                  <a:lnTo>
                    <a:pt x="1468090" y="1559646"/>
                  </a:lnTo>
                  <a:lnTo>
                    <a:pt x="1467018" y="1560593"/>
                  </a:lnTo>
                  <a:lnTo>
                    <a:pt x="1465947" y="1561541"/>
                  </a:lnTo>
                  <a:lnTo>
                    <a:pt x="1464875" y="1562489"/>
                  </a:lnTo>
                  <a:lnTo>
                    <a:pt x="1463803" y="1563437"/>
                  </a:lnTo>
                  <a:lnTo>
                    <a:pt x="1462732" y="1564384"/>
                  </a:lnTo>
                  <a:lnTo>
                    <a:pt x="1461660" y="1565332"/>
                  </a:lnTo>
                  <a:lnTo>
                    <a:pt x="1460589" y="1566280"/>
                  </a:lnTo>
                  <a:lnTo>
                    <a:pt x="1459517" y="1567227"/>
                  </a:lnTo>
                  <a:lnTo>
                    <a:pt x="1458445" y="1568175"/>
                  </a:lnTo>
                  <a:lnTo>
                    <a:pt x="1457374" y="1569122"/>
                  </a:lnTo>
                  <a:lnTo>
                    <a:pt x="1456302" y="1570070"/>
                  </a:lnTo>
                  <a:lnTo>
                    <a:pt x="1455231" y="1571017"/>
                  </a:lnTo>
                  <a:lnTo>
                    <a:pt x="1454159" y="1571965"/>
                  </a:lnTo>
                  <a:lnTo>
                    <a:pt x="1453087" y="1572912"/>
                  </a:lnTo>
                  <a:lnTo>
                    <a:pt x="1452016" y="1573859"/>
                  </a:lnTo>
                  <a:lnTo>
                    <a:pt x="1450944" y="1574807"/>
                  </a:lnTo>
                  <a:lnTo>
                    <a:pt x="1449873" y="1575754"/>
                  </a:lnTo>
                  <a:lnTo>
                    <a:pt x="1448801" y="1576701"/>
                  </a:lnTo>
                  <a:lnTo>
                    <a:pt x="1447729" y="1577648"/>
                  </a:lnTo>
                  <a:lnTo>
                    <a:pt x="1446658" y="1578595"/>
                  </a:lnTo>
                  <a:lnTo>
                    <a:pt x="1445586" y="1579542"/>
                  </a:lnTo>
                  <a:lnTo>
                    <a:pt x="1444515" y="1580489"/>
                  </a:lnTo>
                  <a:lnTo>
                    <a:pt x="1443443" y="1581435"/>
                  </a:lnTo>
                  <a:lnTo>
                    <a:pt x="1442371" y="1582382"/>
                  </a:lnTo>
                  <a:lnTo>
                    <a:pt x="1441300" y="1583328"/>
                  </a:lnTo>
                  <a:lnTo>
                    <a:pt x="1440228" y="1584275"/>
                  </a:lnTo>
                  <a:lnTo>
                    <a:pt x="1439157" y="1585221"/>
                  </a:lnTo>
                  <a:lnTo>
                    <a:pt x="1438085" y="1586167"/>
                  </a:lnTo>
                  <a:lnTo>
                    <a:pt x="1437013" y="1587113"/>
                  </a:lnTo>
                  <a:lnTo>
                    <a:pt x="1435942" y="1588059"/>
                  </a:lnTo>
                  <a:lnTo>
                    <a:pt x="1434870" y="1589005"/>
                  </a:lnTo>
                  <a:lnTo>
                    <a:pt x="1433799" y="1589950"/>
                  </a:lnTo>
                  <a:lnTo>
                    <a:pt x="1432727" y="1590895"/>
                  </a:lnTo>
                  <a:lnTo>
                    <a:pt x="1431655" y="1591841"/>
                  </a:lnTo>
                  <a:lnTo>
                    <a:pt x="1430584" y="1592786"/>
                  </a:lnTo>
                  <a:lnTo>
                    <a:pt x="1429512" y="1593731"/>
                  </a:lnTo>
                  <a:lnTo>
                    <a:pt x="1428441" y="1594676"/>
                  </a:lnTo>
                  <a:lnTo>
                    <a:pt x="1427369" y="1595620"/>
                  </a:lnTo>
                  <a:lnTo>
                    <a:pt x="1426297" y="1596565"/>
                  </a:lnTo>
                  <a:lnTo>
                    <a:pt x="1425226" y="1597509"/>
                  </a:lnTo>
                  <a:lnTo>
                    <a:pt x="1424154" y="1598453"/>
                  </a:lnTo>
                  <a:lnTo>
                    <a:pt x="1423083" y="1599397"/>
                  </a:lnTo>
                  <a:lnTo>
                    <a:pt x="1422011" y="1600340"/>
                  </a:lnTo>
                  <a:lnTo>
                    <a:pt x="1420939" y="1601284"/>
                  </a:lnTo>
                  <a:lnTo>
                    <a:pt x="1419868" y="1602227"/>
                  </a:lnTo>
                  <a:lnTo>
                    <a:pt x="1418796" y="1603170"/>
                  </a:lnTo>
                  <a:lnTo>
                    <a:pt x="1417725" y="1604113"/>
                  </a:lnTo>
                  <a:lnTo>
                    <a:pt x="1416653" y="1605056"/>
                  </a:lnTo>
                  <a:lnTo>
                    <a:pt x="1415582" y="1605998"/>
                  </a:lnTo>
                  <a:lnTo>
                    <a:pt x="1414510" y="1606940"/>
                  </a:lnTo>
                  <a:lnTo>
                    <a:pt x="1413438" y="1607882"/>
                  </a:lnTo>
                  <a:lnTo>
                    <a:pt x="1412367" y="1608824"/>
                  </a:lnTo>
                  <a:lnTo>
                    <a:pt x="1411295" y="1609765"/>
                  </a:lnTo>
                  <a:lnTo>
                    <a:pt x="1410224" y="1610706"/>
                  </a:lnTo>
                  <a:lnTo>
                    <a:pt x="1409152" y="1611647"/>
                  </a:lnTo>
                  <a:lnTo>
                    <a:pt x="1408080" y="1612588"/>
                  </a:lnTo>
                  <a:lnTo>
                    <a:pt x="1407009" y="1613528"/>
                  </a:lnTo>
                  <a:lnTo>
                    <a:pt x="1405937" y="1614468"/>
                  </a:lnTo>
                  <a:lnTo>
                    <a:pt x="1404866" y="1615408"/>
                  </a:lnTo>
                  <a:lnTo>
                    <a:pt x="1403794" y="1616347"/>
                  </a:lnTo>
                  <a:lnTo>
                    <a:pt x="1402722" y="1617286"/>
                  </a:lnTo>
                  <a:lnTo>
                    <a:pt x="1401651" y="1618225"/>
                  </a:lnTo>
                  <a:lnTo>
                    <a:pt x="1400579" y="1619164"/>
                  </a:lnTo>
                  <a:lnTo>
                    <a:pt x="1399508" y="1620102"/>
                  </a:lnTo>
                  <a:lnTo>
                    <a:pt x="1398436" y="1621040"/>
                  </a:lnTo>
                  <a:lnTo>
                    <a:pt x="1397364" y="1621978"/>
                  </a:lnTo>
                  <a:lnTo>
                    <a:pt x="1396293" y="1622915"/>
                  </a:lnTo>
                  <a:lnTo>
                    <a:pt x="1395221" y="1623852"/>
                  </a:lnTo>
                  <a:lnTo>
                    <a:pt x="1394150" y="1624789"/>
                  </a:lnTo>
                  <a:lnTo>
                    <a:pt x="1393078" y="1625725"/>
                  </a:lnTo>
                  <a:lnTo>
                    <a:pt x="1392006" y="1626661"/>
                  </a:lnTo>
                  <a:lnTo>
                    <a:pt x="1390935" y="1627597"/>
                  </a:lnTo>
                  <a:lnTo>
                    <a:pt x="1389863" y="1628532"/>
                  </a:lnTo>
                  <a:lnTo>
                    <a:pt x="1388792" y="1629467"/>
                  </a:lnTo>
                  <a:lnTo>
                    <a:pt x="1387720" y="1630402"/>
                  </a:lnTo>
                  <a:lnTo>
                    <a:pt x="1386648" y="1631336"/>
                  </a:lnTo>
                  <a:lnTo>
                    <a:pt x="1385577" y="1632270"/>
                  </a:lnTo>
                  <a:lnTo>
                    <a:pt x="1384505" y="1633203"/>
                  </a:lnTo>
                  <a:lnTo>
                    <a:pt x="1383434" y="1634136"/>
                  </a:lnTo>
                  <a:lnTo>
                    <a:pt x="1382362" y="1635069"/>
                  </a:lnTo>
                  <a:lnTo>
                    <a:pt x="1381290" y="1636001"/>
                  </a:lnTo>
                  <a:lnTo>
                    <a:pt x="1380219" y="1636933"/>
                  </a:lnTo>
                  <a:lnTo>
                    <a:pt x="1379147" y="1637864"/>
                  </a:lnTo>
                  <a:lnTo>
                    <a:pt x="1378076" y="1638796"/>
                  </a:lnTo>
                  <a:lnTo>
                    <a:pt x="1377004" y="1639726"/>
                  </a:lnTo>
                  <a:lnTo>
                    <a:pt x="1375932" y="1640656"/>
                  </a:lnTo>
                  <a:lnTo>
                    <a:pt x="1374861" y="1641586"/>
                  </a:lnTo>
                  <a:lnTo>
                    <a:pt x="1373789" y="1642516"/>
                  </a:lnTo>
                  <a:lnTo>
                    <a:pt x="1372718" y="1643445"/>
                  </a:lnTo>
                  <a:lnTo>
                    <a:pt x="1371646" y="1644373"/>
                  </a:lnTo>
                  <a:lnTo>
                    <a:pt x="1370574" y="1645301"/>
                  </a:lnTo>
                  <a:lnTo>
                    <a:pt x="1369503" y="1646229"/>
                  </a:lnTo>
                  <a:lnTo>
                    <a:pt x="1368431" y="1647156"/>
                  </a:lnTo>
                  <a:lnTo>
                    <a:pt x="1367360" y="1648083"/>
                  </a:lnTo>
                  <a:lnTo>
                    <a:pt x="1366288" y="1649009"/>
                  </a:lnTo>
                  <a:lnTo>
                    <a:pt x="1365216" y="1649935"/>
                  </a:lnTo>
                  <a:lnTo>
                    <a:pt x="1364145" y="1650860"/>
                  </a:lnTo>
                  <a:lnTo>
                    <a:pt x="1363073" y="1651785"/>
                  </a:lnTo>
                  <a:lnTo>
                    <a:pt x="1362002" y="1652710"/>
                  </a:lnTo>
                  <a:lnTo>
                    <a:pt x="1360930" y="1653634"/>
                  </a:lnTo>
                  <a:lnTo>
                    <a:pt x="1359858" y="1654557"/>
                  </a:lnTo>
                  <a:lnTo>
                    <a:pt x="1358787" y="1655480"/>
                  </a:lnTo>
                  <a:lnTo>
                    <a:pt x="1357715" y="1656402"/>
                  </a:lnTo>
                  <a:lnTo>
                    <a:pt x="1356644" y="1657324"/>
                  </a:lnTo>
                  <a:lnTo>
                    <a:pt x="1355572" y="1658246"/>
                  </a:lnTo>
                  <a:lnTo>
                    <a:pt x="1354500" y="1659167"/>
                  </a:lnTo>
                  <a:lnTo>
                    <a:pt x="1353429" y="1660087"/>
                  </a:lnTo>
                  <a:lnTo>
                    <a:pt x="1352357" y="1661007"/>
                  </a:lnTo>
                  <a:lnTo>
                    <a:pt x="1351286" y="1661926"/>
                  </a:lnTo>
                  <a:lnTo>
                    <a:pt x="1350214" y="1662845"/>
                  </a:lnTo>
                  <a:lnTo>
                    <a:pt x="1349142" y="1663763"/>
                  </a:lnTo>
                  <a:lnTo>
                    <a:pt x="1348071" y="1664681"/>
                  </a:lnTo>
                  <a:lnTo>
                    <a:pt x="1346999" y="1665598"/>
                  </a:lnTo>
                  <a:lnTo>
                    <a:pt x="1345928" y="1666515"/>
                  </a:lnTo>
                  <a:lnTo>
                    <a:pt x="1344856" y="1667431"/>
                  </a:lnTo>
                  <a:lnTo>
                    <a:pt x="1343784" y="1668346"/>
                  </a:lnTo>
                  <a:lnTo>
                    <a:pt x="1342713" y="1669261"/>
                  </a:lnTo>
                  <a:lnTo>
                    <a:pt x="1341641" y="1670176"/>
                  </a:lnTo>
                  <a:lnTo>
                    <a:pt x="1340570" y="1671090"/>
                  </a:lnTo>
                  <a:lnTo>
                    <a:pt x="1339498" y="1672003"/>
                  </a:lnTo>
                  <a:lnTo>
                    <a:pt x="1338426" y="1672915"/>
                  </a:lnTo>
                  <a:lnTo>
                    <a:pt x="1337355" y="1673828"/>
                  </a:lnTo>
                  <a:lnTo>
                    <a:pt x="1336283" y="1674739"/>
                  </a:lnTo>
                  <a:lnTo>
                    <a:pt x="1335212" y="1675650"/>
                  </a:lnTo>
                  <a:lnTo>
                    <a:pt x="1334140" y="1676560"/>
                  </a:lnTo>
                  <a:lnTo>
                    <a:pt x="1333068" y="1677470"/>
                  </a:lnTo>
                  <a:lnTo>
                    <a:pt x="1331997" y="1678379"/>
                  </a:lnTo>
                  <a:lnTo>
                    <a:pt x="1330925" y="1679287"/>
                  </a:lnTo>
                  <a:lnTo>
                    <a:pt x="1329854" y="1680195"/>
                  </a:lnTo>
                  <a:lnTo>
                    <a:pt x="1328782" y="1681103"/>
                  </a:lnTo>
                  <a:lnTo>
                    <a:pt x="1327710" y="1682009"/>
                  </a:lnTo>
                  <a:lnTo>
                    <a:pt x="1326639" y="1682915"/>
                  </a:lnTo>
                  <a:lnTo>
                    <a:pt x="1325567" y="1683820"/>
                  </a:lnTo>
                  <a:lnTo>
                    <a:pt x="1324496" y="1684725"/>
                  </a:lnTo>
                  <a:lnTo>
                    <a:pt x="1323424" y="1685629"/>
                  </a:lnTo>
                  <a:lnTo>
                    <a:pt x="1322352" y="1686533"/>
                  </a:lnTo>
                  <a:lnTo>
                    <a:pt x="1321281" y="1687435"/>
                  </a:lnTo>
                  <a:lnTo>
                    <a:pt x="1320209" y="1688338"/>
                  </a:lnTo>
                  <a:lnTo>
                    <a:pt x="1319138" y="1689239"/>
                  </a:lnTo>
                  <a:lnTo>
                    <a:pt x="1318066" y="1690140"/>
                  </a:lnTo>
                  <a:lnTo>
                    <a:pt x="1316994" y="1691040"/>
                  </a:lnTo>
                  <a:lnTo>
                    <a:pt x="1315923" y="1691939"/>
                  </a:lnTo>
                  <a:lnTo>
                    <a:pt x="1314851" y="1692838"/>
                  </a:lnTo>
                  <a:lnTo>
                    <a:pt x="1313780" y="1693736"/>
                  </a:lnTo>
                  <a:lnTo>
                    <a:pt x="1312708" y="1694634"/>
                  </a:lnTo>
                  <a:lnTo>
                    <a:pt x="1311636" y="1695530"/>
                  </a:lnTo>
                  <a:lnTo>
                    <a:pt x="1310565" y="1696426"/>
                  </a:lnTo>
                  <a:lnTo>
                    <a:pt x="1309493" y="1697322"/>
                  </a:lnTo>
                  <a:lnTo>
                    <a:pt x="1308422" y="1698216"/>
                  </a:lnTo>
                  <a:lnTo>
                    <a:pt x="1307350" y="1699110"/>
                  </a:lnTo>
                  <a:lnTo>
                    <a:pt x="1306278" y="1700004"/>
                  </a:lnTo>
                  <a:lnTo>
                    <a:pt x="1305207" y="1700896"/>
                  </a:lnTo>
                  <a:lnTo>
                    <a:pt x="1304135" y="1701788"/>
                  </a:lnTo>
                  <a:lnTo>
                    <a:pt x="1303064" y="1702679"/>
                  </a:lnTo>
                  <a:lnTo>
                    <a:pt x="1301992" y="1703569"/>
                  </a:lnTo>
                  <a:lnTo>
                    <a:pt x="1300920" y="1704459"/>
                  </a:lnTo>
                  <a:lnTo>
                    <a:pt x="1299849" y="1705348"/>
                  </a:lnTo>
                  <a:lnTo>
                    <a:pt x="1298777" y="1706236"/>
                  </a:lnTo>
                  <a:lnTo>
                    <a:pt x="1297706" y="1707123"/>
                  </a:lnTo>
                  <a:lnTo>
                    <a:pt x="1296634" y="1708010"/>
                  </a:lnTo>
                  <a:lnTo>
                    <a:pt x="1295562" y="1708896"/>
                  </a:lnTo>
                  <a:lnTo>
                    <a:pt x="1294491" y="1709781"/>
                  </a:lnTo>
                  <a:lnTo>
                    <a:pt x="1293419" y="1710666"/>
                  </a:lnTo>
                  <a:lnTo>
                    <a:pt x="1292348" y="1711549"/>
                  </a:lnTo>
                  <a:lnTo>
                    <a:pt x="1291276" y="1712432"/>
                  </a:lnTo>
                  <a:lnTo>
                    <a:pt x="1290204" y="1713314"/>
                  </a:lnTo>
                  <a:lnTo>
                    <a:pt x="1289133" y="1714196"/>
                  </a:lnTo>
                  <a:lnTo>
                    <a:pt x="1288061" y="1715076"/>
                  </a:lnTo>
                  <a:lnTo>
                    <a:pt x="1286990" y="1715956"/>
                  </a:lnTo>
                  <a:lnTo>
                    <a:pt x="1285918" y="1716835"/>
                  </a:lnTo>
                  <a:lnTo>
                    <a:pt x="1284846" y="1717713"/>
                  </a:lnTo>
                  <a:lnTo>
                    <a:pt x="1283775" y="1718591"/>
                  </a:lnTo>
                  <a:lnTo>
                    <a:pt x="1282703" y="1719468"/>
                  </a:lnTo>
                  <a:lnTo>
                    <a:pt x="1281632" y="1720343"/>
                  </a:lnTo>
                  <a:lnTo>
                    <a:pt x="1280560" y="1721219"/>
                  </a:lnTo>
                  <a:lnTo>
                    <a:pt x="1279488" y="1722093"/>
                  </a:lnTo>
                  <a:lnTo>
                    <a:pt x="1278417" y="1722966"/>
                  </a:lnTo>
                  <a:lnTo>
                    <a:pt x="1277345" y="1723839"/>
                  </a:lnTo>
                  <a:lnTo>
                    <a:pt x="1276274" y="1724711"/>
                  </a:lnTo>
                  <a:lnTo>
                    <a:pt x="1275202" y="1725582"/>
                  </a:lnTo>
                  <a:lnTo>
                    <a:pt x="1274130" y="1726452"/>
                  </a:lnTo>
                  <a:lnTo>
                    <a:pt x="1273059" y="1727321"/>
                  </a:lnTo>
                  <a:lnTo>
                    <a:pt x="1271987" y="1728190"/>
                  </a:lnTo>
                  <a:lnTo>
                    <a:pt x="1270916" y="1729058"/>
                  </a:lnTo>
                  <a:lnTo>
                    <a:pt x="1269844" y="1729925"/>
                  </a:lnTo>
                  <a:lnTo>
                    <a:pt x="1268772" y="1730791"/>
                  </a:lnTo>
                  <a:lnTo>
                    <a:pt x="1267701" y="1731656"/>
                  </a:lnTo>
                  <a:lnTo>
                    <a:pt x="1266629" y="1732520"/>
                  </a:lnTo>
                  <a:lnTo>
                    <a:pt x="1265558" y="1733384"/>
                  </a:lnTo>
                  <a:lnTo>
                    <a:pt x="1264486" y="1734247"/>
                  </a:lnTo>
                  <a:lnTo>
                    <a:pt x="1263414" y="1735108"/>
                  </a:lnTo>
                  <a:lnTo>
                    <a:pt x="1262343" y="1735969"/>
                  </a:lnTo>
                  <a:lnTo>
                    <a:pt x="1261271" y="1736829"/>
                  </a:lnTo>
                  <a:lnTo>
                    <a:pt x="1260200" y="1737689"/>
                  </a:lnTo>
                  <a:lnTo>
                    <a:pt x="1259128" y="1738547"/>
                  </a:lnTo>
                  <a:lnTo>
                    <a:pt x="1258056" y="1739405"/>
                  </a:lnTo>
                  <a:lnTo>
                    <a:pt x="1256985" y="1740261"/>
                  </a:lnTo>
                  <a:lnTo>
                    <a:pt x="1255913" y="1741117"/>
                  </a:lnTo>
                  <a:lnTo>
                    <a:pt x="1254842" y="1741972"/>
                  </a:lnTo>
                  <a:lnTo>
                    <a:pt x="1253770" y="1742826"/>
                  </a:lnTo>
                  <a:lnTo>
                    <a:pt x="1252698" y="1743679"/>
                  </a:lnTo>
                  <a:lnTo>
                    <a:pt x="1251627" y="1744531"/>
                  </a:lnTo>
                  <a:lnTo>
                    <a:pt x="1250555" y="1745382"/>
                  </a:lnTo>
                  <a:lnTo>
                    <a:pt x="1249484" y="1746233"/>
                  </a:lnTo>
                  <a:lnTo>
                    <a:pt x="1248412" y="1747082"/>
                  </a:lnTo>
                  <a:lnTo>
                    <a:pt x="1247340" y="1747931"/>
                  </a:lnTo>
                  <a:lnTo>
                    <a:pt x="1246269" y="1748779"/>
                  </a:lnTo>
                  <a:lnTo>
                    <a:pt x="1245197" y="1749626"/>
                  </a:lnTo>
                  <a:lnTo>
                    <a:pt x="1244126" y="1750471"/>
                  </a:lnTo>
                  <a:lnTo>
                    <a:pt x="1243054" y="1751316"/>
                  </a:lnTo>
                  <a:lnTo>
                    <a:pt x="1241983" y="1752161"/>
                  </a:lnTo>
                  <a:lnTo>
                    <a:pt x="1240911" y="1753004"/>
                  </a:lnTo>
                  <a:lnTo>
                    <a:pt x="1239839" y="1753846"/>
                  </a:lnTo>
                  <a:lnTo>
                    <a:pt x="1238768" y="1754687"/>
                  </a:lnTo>
                  <a:lnTo>
                    <a:pt x="1237696" y="1755528"/>
                  </a:lnTo>
                  <a:lnTo>
                    <a:pt x="1236625" y="1756367"/>
                  </a:lnTo>
                  <a:lnTo>
                    <a:pt x="1235553" y="1757206"/>
                  </a:lnTo>
                  <a:lnTo>
                    <a:pt x="1234481" y="1758043"/>
                  </a:lnTo>
                  <a:lnTo>
                    <a:pt x="1233410" y="1758880"/>
                  </a:lnTo>
                  <a:lnTo>
                    <a:pt x="1232338" y="1759715"/>
                  </a:lnTo>
                  <a:lnTo>
                    <a:pt x="1231267" y="1760550"/>
                  </a:lnTo>
                  <a:lnTo>
                    <a:pt x="1230195" y="1761384"/>
                  </a:lnTo>
                  <a:lnTo>
                    <a:pt x="1229123" y="1762217"/>
                  </a:lnTo>
                  <a:lnTo>
                    <a:pt x="1228052" y="1763049"/>
                  </a:lnTo>
                  <a:lnTo>
                    <a:pt x="1226980" y="1763880"/>
                  </a:lnTo>
                  <a:lnTo>
                    <a:pt x="1225909" y="1764710"/>
                  </a:lnTo>
                  <a:lnTo>
                    <a:pt x="1224837" y="1765539"/>
                  </a:lnTo>
                  <a:lnTo>
                    <a:pt x="1223765" y="1766367"/>
                  </a:lnTo>
                  <a:lnTo>
                    <a:pt x="1222694" y="1767194"/>
                  </a:lnTo>
                  <a:lnTo>
                    <a:pt x="1221622" y="1768020"/>
                  </a:lnTo>
                  <a:lnTo>
                    <a:pt x="1220551" y="1768845"/>
                  </a:lnTo>
                  <a:lnTo>
                    <a:pt x="1219479" y="1769669"/>
                  </a:lnTo>
                  <a:lnTo>
                    <a:pt x="1218407" y="1770492"/>
                  </a:lnTo>
                  <a:lnTo>
                    <a:pt x="1217336" y="1771314"/>
                  </a:lnTo>
                  <a:lnTo>
                    <a:pt x="1216264" y="1772136"/>
                  </a:lnTo>
                  <a:lnTo>
                    <a:pt x="1215193" y="1772956"/>
                  </a:lnTo>
                  <a:lnTo>
                    <a:pt x="1214121" y="1773775"/>
                  </a:lnTo>
                  <a:lnTo>
                    <a:pt x="1213049" y="1774593"/>
                  </a:lnTo>
                  <a:lnTo>
                    <a:pt x="1211978" y="1775411"/>
                  </a:lnTo>
                  <a:lnTo>
                    <a:pt x="1210906" y="1776227"/>
                  </a:lnTo>
                  <a:lnTo>
                    <a:pt x="1209835" y="1777042"/>
                  </a:lnTo>
                  <a:lnTo>
                    <a:pt x="1208763" y="1777856"/>
                  </a:lnTo>
                  <a:lnTo>
                    <a:pt x="1207691" y="1778669"/>
                  </a:lnTo>
                  <a:lnTo>
                    <a:pt x="1206620" y="1779482"/>
                  </a:lnTo>
                  <a:lnTo>
                    <a:pt x="1205548" y="1780293"/>
                  </a:lnTo>
                  <a:lnTo>
                    <a:pt x="1204477" y="1781103"/>
                  </a:lnTo>
                  <a:lnTo>
                    <a:pt x="1203405" y="1781912"/>
                  </a:lnTo>
                  <a:lnTo>
                    <a:pt x="1202333" y="1782721"/>
                  </a:lnTo>
                  <a:lnTo>
                    <a:pt x="1201262" y="1783528"/>
                  </a:lnTo>
                  <a:lnTo>
                    <a:pt x="1200190" y="1784334"/>
                  </a:lnTo>
                  <a:lnTo>
                    <a:pt x="1199119" y="1785139"/>
                  </a:lnTo>
                  <a:lnTo>
                    <a:pt x="1198047" y="1785943"/>
                  </a:lnTo>
                  <a:lnTo>
                    <a:pt x="1196975" y="1786746"/>
                  </a:lnTo>
                  <a:lnTo>
                    <a:pt x="1195904" y="1787548"/>
                  </a:lnTo>
                  <a:lnTo>
                    <a:pt x="1194832" y="1788349"/>
                  </a:lnTo>
                  <a:lnTo>
                    <a:pt x="1193761" y="1789149"/>
                  </a:lnTo>
                  <a:lnTo>
                    <a:pt x="1192689" y="1789948"/>
                  </a:lnTo>
                  <a:lnTo>
                    <a:pt x="1191617" y="1790746"/>
                  </a:lnTo>
                  <a:lnTo>
                    <a:pt x="1190546" y="1791543"/>
                  </a:lnTo>
                  <a:lnTo>
                    <a:pt x="1189474" y="1792339"/>
                  </a:lnTo>
                  <a:lnTo>
                    <a:pt x="1188403" y="1793133"/>
                  </a:lnTo>
                  <a:lnTo>
                    <a:pt x="1187331" y="1793927"/>
                  </a:lnTo>
                  <a:lnTo>
                    <a:pt x="1186259" y="1794720"/>
                  </a:lnTo>
                  <a:lnTo>
                    <a:pt x="1185188" y="1795511"/>
                  </a:lnTo>
                  <a:lnTo>
                    <a:pt x="1184116" y="1796302"/>
                  </a:lnTo>
                  <a:lnTo>
                    <a:pt x="1183045" y="1797092"/>
                  </a:lnTo>
                  <a:lnTo>
                    <a:pt x="1181973" y="1797880"/>
                  </a:lnTo>
                  <a:lnTo>
                    <a:pt x="1180901" y="1798667"/>
                  </a:lnTo>
                  <a:lnTo>
                    <a:pt x="1179830" y="1799454"/>
                  </a:lnTo>
                  <a:lnTo>
                    <a:pt x="1178758" y="1800239"/>
                  </a:lnTo>
                  <a:lnTo>
                    <a:pt x="1177687" y="1801023"/>
                  </a:lnTo>
                  <a:lnTo>
                    <a:pt x="1176615" y="1801806"/>
                  </a:lnTo>
                  <a:lnTo>
                    <a:pt x="1175543" y="1802588"/>
                  </a:lnTo>
                  <a:lnTo>
                    <a:pt x="1174472" y="1803369"/>
                  </a:lnTo>
                  <a:lnTo>
                    <a:pt x="1173400" y="1804149"/>
                  </a:lnTo>
                  <a:lnTo>
                    <a:pt x="1172329" y="1804928"/>
                  </a:lnTo>
                  <a:lnTo>
                    <a:pt x="1171257" y="1805706"/>
                  </a:lnTo>
                  <a:lnTo>
                    <a:pt x="1170185" y="1806483"/>
                  </a:lnTo>
                  <a:lnTo>
                    <a:pt x="1169114" y="1807258"/>
                  </a:lnTo>
                  <a:lnTo>
                    <a:pt x="1168042" y="1808033"/>
                  </a:lnTo>
                  <a:lnTo>
                    <a:pt x="1166971" y="1808806"/>
                  </a:lnTo>
                  <a:lnTo>
                    <a:pt x="1165899" y="1809578"/>
                  </a:lnTo>
                  <a:lnTo>
                    <a:pt x="1164827" y="1810350"/>
                  </a:lnTo>
                  <a:lnTo>
                    <a:pt x="1163756" y="1811120"/>
                  </a:lnTo>
                  <a:lnTo>
                    <a:pt x="1162684" y="1811889"/>
                  </a:lnTo>
                  <a:lnTo>
                    <a:pt x="1161613" y="1812657"/>
                  </a:lnTo>
                  <a:lnTo>
                    <a:pt x="1160541" y="1813424"/>
                  </a:lnTo>
                  <a:lnTo>
                    <a:pt x="1159469" y="1814190"/>
                  </a:lnTo>
                  <a:lnTo>
                    <a:pt x="1158398" y="1814954"/>
                  </a:lnTo>
                  <a:lnTo>
                    <a:pt x="1157326" y="1815718"/>
                  </a:lnTo>
                  <a:lnTo>
                    <a:pt x="1156255" y="1816480"/>
                  </a:lnTo>
                  <a:lnTo>
                    <a:pt x="1155183" y="1817242"/>
                  </a:lnTo>
                  <a:lnTo>
                    <a:pt x="1154111" y="1818002"/>
                  </a:lnTo>
                  <a:lnTo>
                    <a:pt x="1153040" y="1818761"/>
                  </a:lnTo>
                  <a:lnTo>
                    <a:pt x="1151968" y="1819519"/>
                  </a:lnTo>
                  <a:lnTo>
                    <a:pt x="1150897" y="1820276"/>
                  </a:lnTo>
                  <a:lnTo>
                    <a:pt x="1149825" y="1821032"/>
                  </a:lnTo>
                  <a:lnTo>
                    <a:pt x="1148753" y="1821787"/>
                  </a:lnTo>
                  <a:lnTo>
                    <a:pt x="1147682" y="1822540"/>
                  </a:lnTo>
                  <a:lnTo>
                    <a:pt x="1146610" y="1823293"/>
                  </a:lnTo>
                  <a:lnTo>
                    <a:pt x="1145539" y="1824044"/>
                  </a:lnTo>
                  <a:lnTo>
                    <a:pt x="1144467" y="1824794"/>
                  </a:lnTo>
                  <a:lnTo>
                    <a:pt x="1143395" y="1825543"/>
                  </a:lnTo>
                  <a:lnTo>
                    <a:pt x="1142324" y="1826291"/>
                  </a:lnTo>
                  <a:lnTo>
                    <a:pt x="1141252" y="1827038"/>
                  </a:lnTo>
                  <a:lnTo>
                    <a:pt x="1140181" y="1827784"/>
                  </a:lnTo>
                  <a:lnTo>
                    <a:pt x="1139109" y="1828529"/>
                  </a:lnTo>
                  <a:lnTo>
                    <a:pt x="1138037" y="1829272"/>
                  </a:lnTo>
                  <a:lnTo>
                    <a:pt x="1136966" y="1830014"/>
                  </a:lnTo>
                  <a:lnTo>
                    <a:pt x="1135894" y="1830756"/>
                  </a:lnTo>
                  <a:lnTo>
                    <a:pt x="1134823" y="1831496"/>
                  </a:lnTo>
                  <a:lnTo>
                    <a:pt x="1133751" y="1832235"/>
                  </a:lnTo>
                  <a:lnTo>
                    <a:pt x="1132679" y="1832973"/>
                  </a:lnTo>
                  <a:lnTo>
                    <a:pt x="1131608" y="1833709"/>
                  </a:lnTo>
                  <a:lnTo>
                    <a:pt x="1130536" y="1834445"/>
                  </a:lnTo>
                  <a:lnTo>
                    <a:pt x="1129465" y="1835179"/>
                  </a:lnTo>
                  <a:lnTo>
                    <a:pt x="1128393" y="1835912"/>
                  </a:lnTo>
                  <a:lnTo>
                    <a:pt x="1127321" y="1836645"/>
                  </a:lnTo>
                  <a:lnTo>
                    <a:pt x="1126250" y="1837376"/>
                  </a:lnTo>
                  <a:lnTo>
                    <a:pt x="1125178" y="1838105"/>
                  </a:lnTo>
                  <a:lnTo>
                    <a:pt x="1124107" y="1838834"/>
                  </a:lnTo>
                  <a:lnTo>
                    <a:pt x="1123035" y="1839562"/>
                  </a:lnTo>
                  <a:lnTo>
                    <a:pt x="1121963" y="1840288"/>
                  </a:lnTo>
                  <a:lnTo>
                    <a:pt x="1120892" y="1841013"/>
                  </a:lnTo>
                  <a:lnTo>
                    <a:pt x="1119820" y="1841737"/>
                  </a:lnTo>
                  <a:lnTo>
                    <a:pt x="1118749" y="1842460"/>
                  </a:lnTo>
                  <a:lnTo>
                    <a:pt x="1117677" y="1843182"/>
                  </a:lnTo>
                  <a:lnTo>
                    <a:pt x="1116605" y="1843903"/>
                  </a:lnTo>
                  <a:lnTo>
                    <a:pt x="1115534" y="1844622"/>
                  </a:lnTo>
                  <a:lnTo>
                    <a:pt x="1114462" y="1845341"/>
                  </a:lnTo>
                  <a:lnTo>
                    <a:pt x="1113391" y="1846058"/>
                  </a:lnTo>
                  <a:lnTo>
                    <a:pt x="1112319" y="1846774"/>
                  </a:lnTo>
                  <a:lnTo>
                    <a:pt x="1111247" y="1847489"/>
                  </a:lnTo>
                  <a:lnTo>
                    <a:pt x="1110176" y="1848202"/>
                  </a:lnTo>
                  <a:lnTo>
                    <a:pt x="1109104" y="1848915"/>
                  </a:lnTo>
                  <a:lnTo>
                    <a:pt x="1108033" y="1849626"/>
                  </a:lnTo>
                  <a:lnTo>
                    <a:pt x="1106961" y="1850337"/>
                  </a:lnTo>
                  <a:lnTo>
                    <a:pt x="1105889" y="1851046"/>
                  </a:lnTo>
                  <a:lnTo>
                    <a:pt x="1104818" y="1851753"/>
                  </a:lnTo>
                  <a:lnTo>
                    <a:pt x="1103746" y="1852460"/>
                  </a:lnTo>
                  <a:lnTo>
                    <a:pt x="1102675" y="1853166"/>
                  </a:lnTo>
                  <a:lnTo>
                    <a:pt x="1101603" y="1853870"/>
                  </a:lnTo>
                  <a:lnTo>
                    <a:pt x="1100531" y="1854573"/>
                  </a:lnTo>
                  <a:lnTo>
                    <a:pt x="1099460" y="1855275"/>
                  </a:lnTo>
                  <a:lnTo>
                    <a:pt x="1098388" y="1855976"/>
                  </a:lnTo>
                  <a:lnTo>
                    <a:pt x="1097317" y="1856676"/>
                  </a:lnTo>
                  <a:lnTo>
                    <a:pt x="1096245" y="1857375"/>
                  </a:lnTo>
                  <a:lnTo>
                    <a:pt x="1095173" y="1858072"/>
                  </a:lnTo>
                  <a:lnTo>
                    <a:pt x="1094102" y="1858768"/>
                  </a:lnTo>
                  <a:lnTo>
                    <a:pt x="1093030" y="1859463"/>
                  </a:lnTo>
                  <a:lnTo>
                    <a:pt x="1091959" y="1860157"/>
                  </a:lnTo>
                  <a:lnTo>
                    <a:pt x="1090887" y="1860850"/>
                  </a:lnTo>
                  <a:lnTo>
                    <a:pt x="1089815" y="1861541"/>
                  </a:lnTo>
                  <a:lnTo>
                    <a:pt x="1088744" y="1862232"/>
                  </a:lnTo>
                  <a:lnTo>
                    <a:pt x="1087672" y="1862921"/>
                  </a:lnTo>
                  <a:lnTo>
                    <a:pt x="1086601" y="1863609"/>
                  </a:lnTo>
                  <a:lnTo>
                    <a:pt x="1085529" y="1864295"/>
                  </a:lnTo>
                  <a:lnTo>
                    <a:pt x="1084457" y="1864981"/>
                  </a:lnTo>
                  <a:lnTo>
                    <a:pt x="1083386" y="1865665"/>
                  </a:lnTo>
                  <a:lnTo>
                    <a:pt x="1082314" y="1866349"/>
                  </a:lnTo>
                  <a:lnTo>
                    <a:pt x="1081243" y="1867031"/>
                  </a:lnTo>
                  <a:lnTo>
                    <a:pt x="1080171" y="1867712"/>
                  </a:lnTo>
                  <a:lnTo>
                    <a:pt x="1079099" y="1868391"/>
                  </a:lnTo>
                  <a:lnTo>
                    <a:pt x="1078028" y="1869070"/>
                  </a:lnTo>
                  <a:lnTo>
                    <a:pt x="1076956" y="1869747"/>
                  </a:lnTo>
                  <a:lnTo>
                    <a:pt x="1075885" y="1870424"/>
                  </a:lnTo>
                  <a:lnTo>
                    <a:pt x="1074813" y="1871099"/>
                  </a:lnTo>
                  <a:lnTo>
                    <a:pt x="1073741" y="1871772"/>
                  </a:lnTo>
                  <a:lnTo>
                    <a:pt x="1072670" y="1872445"/>
                  </a:lnTo>
                  <a:lnTo>
                    <a:pt x="1071598" y="1873117"/>
                  </a:lnTo>
                  <a:lnTo>
                    <a:pt x="1070527" y="1873787"/>
                  </a:lnTo>
                  <a:lnTo>
                    <a:pt x="1069455" y="1874456"/>
                  </a:lnTo>
                  <a:lnTo>
                    <a:pt x="1068383" y="1875124"/>
                  </a:lnTo>
                  <a:lnTo>
                    <a:pt x="1067312" y="1875791"/>
                  </a:lnTo>
                  <a:lnTo>
                    <a:pt x="1066240" y="1876457"/>
                  </a:lnTo>
                  <a:lnTo>
                    <a:pt x="1065169" y="1877121"/>
                  </a:lnTo>
                  <a:lnTo>
                    <a:pt x="1064097" y="1877785"/>
                  </a:lnTo>
                  <a:lnTo>
                    <a:pt x="1063026" y="1878447"/>
                  </a:lnTo>
                  <a:lnTo>
                    <a:pt x="1061954" y="1879108"/>
                  </a:lnTo>
                  <a:lnTo>
                    <a:pt x="1060882" y="1879769"/>
                  </a:lnTo>
                  <a:lnTo>
                    <a:pt x="1059811" y="1880428"/>
                  </a:lnTo>
                  <a:lnTo>
                    <a:pt x="1058739" y="1881085"/>
                  </a:lnTo>
                  <a:lnTo>
                    <a:pt x="1057668" y="1881742"/>
                  </a:lnTo>
                  <a:lnTo>
                    <a:pt x="1056596" y="1882398"/>
                  </a:lnTo>
                  <a:lnTo>
                    <a:pt x="1055524" y="1883052"/>
                  </a:lnTo>
                  <a:lnTo>
                    <a:pt x="1054453" y="1883706"/>
                  </a:lnTo>
                  <a:lnTo>
                    <a:pt x="1053381" y="1884358"/>
                  </a:lnTo>
                  <a:lnTo>
                    <a:pt x="1052310" y="1885009"/>
                  </a:lnTo>
                  <a:lnTo>
                    <a:pt x="1051238" y="1885660"/>
                  </a:lnTo>
                  <a:lnTo>
                    <a:pt x="1050166" y="1886309"/>
                  </a:lnTo>
                  <a:lnTo>
                    <a:pt x="1049095" y="1886957"/>
                  </a:lnTo>
                  <a:lnTo>
                    <a:pt x="1048023" y="1887604"/>
                  </a:lnTo>
                  <a:lnTo>
                    <a:pt x="1046952" y="1888250"/>
                  </a:lnTo>
                  <a:lnTo>
                    <a:pt x="1045880" y="1888894"/>
                  </a:lnTo>
                  <a:lnTo>
                    <a:pt x="1044808" y="1889538"/>
                  </a:lnTo>
                  <a:lnTo>
                    <a:pt x="1043737" y="1890181"/>
                  </a:lnTo>
                  <a:lnTo>
                    <a:pt x="1042665" y="1890822"/>
                  </a:lnTo>
                  <a:lnTo>
                    <a:pt x="1041594" y="1891463"/>
                  </a:lnTo>
                  <a:lnTo>
                    <a:pt x="1040522" y="1892103"/>
                  </a:lnTo>
                  <a:lnTo>
                    <a:pt x="1039450" y="1892741"/>
                  </a:lnTo>
                  <a:lnTo>
                    <a:pt x="1038379" y="1893379"/>
                  </a:lnTo>
                  <a:lnTo>
                    <a:pt x="1037307" y="1894015"/>
                  </a:lnTo>
                  <a:lnTo>
                    <a:pt x="1036236" y="1894650"/>
                  </a:lnTo>
                  <a:lnTo>
                    <a:pt x="1035164" y="1895285"/>
                  </a:lnTo>
                  <a:lnTo>
                    <a:pt x="1034092" y="1895918"/>
                  </a:lnTo>
                  <a:lnTo>
                    <a:pt x="1033021" y="1896550"/>
                  </a:lnTo>
                  <a:lnTo>
                    <a:pt x="1031949" y="1897182"/>
                  </a:lnTo>
                  <a:lnTo>
                    <a:pt x="1030878" y="1897812"/>
                  </a:lnTo>
                  <a:lnTo>
                    <a:pt x="1029806" y="1898441"/>
                  </a:lnTo>
                  <a:lnTo>
                    <a:pt x="1028734" y="1899069"/>
                  </a:lnTo>
                  <a:lnTo>
                    <a:pt x="1027663" y="1899697"/>
                  </a:lnTo>
                  <a:lnTo>
                    <a:pt x="1026591" y="1900323"/>
                  </a:lnTo>
                  <a:lnTo>
                    <a:pt x="1025520" y="1900948"/>
                  </a:lnTo>
                  <a:lnTo>
                    <a:pt x="1024448" y="1901573"/>
                  </a:lnTo>
                  <a:lnTo>
                    <a:pt x="1023376" y="1902196"/>
                  </a:lnTo>
                  <a:lnTo>
                    <a:pt x="1022305" y="1902818"/>
                  </a:lnTo>
                  <a:lnTo>
                    <a:pt x="1021233" y="1903440"/>
                  </a:lnTo>
                  <a:lnTo>
                    <a:pt x="1020162" y="1904060"/>
                  </a:lnTo>
                  <a:lnTo>
                    <a:pt x="1019090" y="1904679"/>
                  </a:lnTo>
                  <a:lnTo>
                    <a:pt x="1018018" y="1905298"/>
                  </a:lnTo>
                  <a:lnTo>
                    <a:pt x="1016947" y="1905915"/>
                  </a:lnTo>
                  <a:lnTo>
                    <a:pt x="1015875" y="1906532"/>
                  </a:lnTo>
                  <a:lnTo>
                    <a:pt x="1014804" y="1907147"/>
                  </a:lnTo>
                  <a:lnTo>
                    <a:pt x="1013732" y="1907762"/>
                  </a:lnTo>
                  <a:lnTo>
                    <a:pt x="1012660" y="1908375"/>
                  </a:lnTo>
                  <a:lnTo>
                    <a:pt x="1011589" y="1908988"/>
                  </a:lnTo>
                  <a:lnTo>
                    <a:pt x="1010517" y="1909600"/>
                  </a:lnTo>
                  <a:lnTo>
                    <a:pt x="1009446" y="1910211"/>
                  </a:lnTo>
                  <a:lnTo>
                    <a:pt x="1008374" y="1910821"/>
                  </a:lnTo>
                  <a:lnTo>
                    <a:pt x="1007302" y="1911430"/>
                  </a:lnTo>
                  <a:lnTo>
                    <a:pt x="1006231" y="1912038"/>
                  </a:lnTo>
                  <a:lnTo>
                    <a:pt x="1005159" y="1912645"/>
                  </a:lnTo>
                  <a:lnTo>
                    <a:pt x="1004088" y="1913251"/>
                  </a:lnTo>
                  <a:lnTo>
                    <a:pt x="1003016" y="1913856"/>
                  </a:lnTo>
                  <a:lnTo>
                    <a:pt x="1001944" y="1914461"/>
                  </a:lnTo>
                  <a:lnTo>
                    <a:pt x="1000873" y="1915064"/>
                  </a:lnTo>
                  <a:lnTo>
                    <a:pt x="999801" y="1915667"/>
                  </a:lnTo>
                  <a:lnTo>
                    <a:pt x="998730" y="1916268"/>
                  </a:lnTo>
                  <a:lnTo>
                    <a:pt x="997658" y="1916869"/>
                  </a:lnTo>
                  <a:lnTo>
                    <a:pt x="996586" y="1917469"/>
                  </a:lnTo>
                  <a:lnTo>
                    <a:pt x="995515" y="1918068"/>
                  </a:lnTo>
                  <a:lnTo>
                    <a:pt x="994443" y="1918666"/>
                  </a:lnTo>
                  <a:lnTo>
                    <a:pt x="993372" y="1919263"/>
                  </a:lnTo>
                  <a:lnTo>
                    <a:pt x="992300" y="1919860"/>
                  </a:lnTo>
                  <a:lnTo>
                    <a:pt x="991228" y="1920455"/>
                  </a:lnTo>
                  <a:lnTo>
                    <a:pt x="990157" y="1921050"/>
                  </a:lnTo>
                  <a:lnTo>
                    <a:pt x="989085" y="1921643"/>
                  </a:lnTo>
                  <a:lnTo>
                    <a:pt x="988014" y="1922236"/>
                  </a:lnTo>
                  <a:lnTo>
                    <a:pt x="986942" y="1922828"/>
                  </a:lnTo>
                  <a:lnTo>
                    <a:pt x="985870" y="1923419"/>
                  </a:lnTo>
                  <a:lnTo>
                    <a:pt x="984799" y="1924010"/>
                  </a:lnTo>
                  <a:lnTo>
                    <a:pt x="983727" y="1924599"/>
                  </a:lnTo>
                  <a:lnTo>
                    <a:pt x="982656" y="1925188"/>
                  </a:lnTo>
                  <a:lnTo>
                    <a:pt x="981584" y="1925775"/>
                  </a:lnTo>
                  <a:lnTo>
                    <a:pt x="980512" y="1926362"/>
                  </a:lnTo>
                  <a:lnTo>
                    <a:pt x="979441" y="1926948"/>
                  </a:lnTo>
                  <a:lnTo>
                    <a:pt x="978369" y="1927534"/>
                  </a:lnTo>
                  <a:lnTo>
                    <a:pt x="977298" y="1928118"/>
                  </a:lnTo>
                  <a:lnTo>
                    <a:pt x="976226" y="1928702"/>
                  </a:lnTo>
                  <a:lnTo>
                    <a:pt x="975154" y="1929284"/>
                  </a:lnTo>
                  <a:lnTo>
                    <a:pt x="974083" y="1929866"/>
                  </a:lnTo>
                  <a:lnTo>
                    <a:pt x="973011" y="1930447"/>
                  </a:lnTo>
                  <a:lnTo>
                    <a:pt x="971940" y="1931028"/>
                  </a:lnTo>
                  <a:lnTo>
                    <a:pt x="970868" y="1931607"/>
                  </a:lnTo>
                  <a:lnTo>
                    <a:pt x="969796" y="1932186"/>
                  </a:lnTo>
                  <a:lnTo>
                    <a:pt x="968725" y="1932764"/>
                  </a:lnTo>
                  <a:lnTo>
                    <a:pt x="967653" y="1933341"/>
                  </a:lnTo>
                  <a:lnTo>
                    <a:pt x="966582" y="1933917"/>
                  </a:lnTo>
                  <a:lnTo>
                    <a:pt x="965510" y="1934493"/>
                  </a:lnTo>
                  <a:lnTo>
                    <a:pt x="964438" y="1935068"/>
                  </a:lnTo>
                  <a:lnTo>
                    <a:pt x="963367" y="1935642"/>
                  </a:lnTo>
                  <a:lnTo>
                    <a:pt x="962295" y="1936215"/>
                  </a:lnTo>
                  <a:lnTo>
                    <a:pt x="961224" y="1936787"/>
                  </a:lnTo>
                  <a:lnTo>
                    <a:pt x="960152" y="1937359"/>
                  </a:lnTo>
                  <a:lnTo>
                    <a:pt x="959080" y="1937930"/>
                  </a:lnTo>
                  <a:lnTo>
                    <a:pt x="958009" y="1938500"/>
                  </a:lnTo>
                  <a:lnTo>
                    <a:pt x="956937" y="1939069"/>
                  </a:lnTo>
                  <a:lnTo>
                    <a:pt x="955866" y="1939638"/>
                  </a:lnTo>
                  <a:lnTo>
                    <a:pt x="954794" y="1940206"/>
                  </a:lnTo>
                  <a:lnTo>
                    <a:pt x="953722" y="1940773"/>
                  </a:lnTo>
                  <a:lnTo>
                    <a:pt x="952651" y="1941339"/>
                  </a:lnTo>
                  <a:lnTo>
                    <a:pt x="951579" y="1941905"/>
                  </a:lnTo>
                  <a:lnTo>
                    <a:pt x="950508" y="1942470"/>
                  </a:lnTo>
                  <a:lnTo>
                    <a:pt x="949436" y="1943034"/>
                  </a:lnTo>
                  <a:lnTo>
                    <a:pt x="948364" y="1943597"/>
                  </a:lnTo>
                  <a:lnTo>
                    <a:pt x="947293" y="1944160"/>
                  </a:lnTo>
                  <a:lnTo>
                    <a:pt x="946221" y="1944722"/>
                  </a:lnTo>
                  <a:lnTo>
                    <a:pt x="945150" y="1945283"/>
                  </a:lnTo>
                  <a:lnTo>
                    <a:pt x="944078" y="1945844"/>
                  </a:lnTo>
                  <a:lnTo>
                    <a:pt x="943006" y="1946403"/>
                  </a:lnTo>
                  <a:lnTo>
                    <a:pt x="941935" y="1946962"/>
                  </a:lnTo>
                  <a:lnTo>
                    <a:pt x="940863" y="1947521"/>
                  </a:lnTo>
                  <a:lnTo>
                    <a:pt x="939792" y="1948078"/>
                  </a:lnTo>
                  <a:lnTo>
                    <a:pt x="938720" y="1948635"/>
                  </a:lnTo>
                  <a:lnTo>
                    <a:pt x="937648" y="1949192"/>
                  </a:lnTo>
                  <a:lnTo>
                    <a:pt x="936577" y="1949747"/>
                  </a:lnTo>
                  <a:lnTo>
                    <a:pt x="935505" y="1950302"/>
                  </a:lnTo>
                  <a:lnTo>
                    <a:pt x="934434" y="1950856"/>
                  </a:lnTo>
                  <a:lnTo>
                    <a:pt x="933362" y="1951410"/>
                  </a:lnTo>
                  <a:lnTo>
                    <a:pt x="932290" y="1951963"/>
                  </a:lnTo>
                  <a:lnTo>
                    <a:pt x="931219" y="1952515"/>
                  </a:lnTo>
                  <a:lnTo>
                    <a:pt x="930147" y="1953066"/>
                  </a:lnTo>
                  <a:lnTo>
                    <a:pt x="929076" y="1953617"/>
                  </a:lnTo>
                  <a:lnTo>
                    <a:pt x="928004" y="1954167"/>
                  </a:lnTo>
                  <a:lnTo>
                    <a:pt x="926932" y="1954717"/>
                  </a:lnTo>
                  <a:lnTo>
                    <a:pt x="925861" y="1955266"/>
                  </a:lnTo>
                  <a:lnTo>
                    <a:pt x="924789" y="1955814"/>
                  </a:lnTo>
                  <a:lnTo>
                    <a:pt x="923718" y="1956361"/>
                  </a:lnTo>
                  <a:lnTo>
                    <a:pt x="922646" y="1956908"/>
                  </a:lnTo>
                  <a:lnTo>
                    <a:pt x="921574" y="1957454"/>
                  </a:lnTo>
                  <a:lnTo>
                    <a:pt x="920503" y="1958000"/>
                  </a:lnTo>
                  <a:lnTo>
                    <a:pt x="919431" y="1958545"/>
                  </a:lnTo>
                  <a:lnTo>
                    <a:pt x="918360" y="1959089"/>
                  </a:lnTo>
                  <a:lnTo>
                    <a:pt x="917288" y="1959633"/>
                  </a:lnTo>
                  <a:lnTo>
                    <a:pt x="916216" y="1960176"/>
                  </a:lnTo>
                  <a:lnTo>
                    <a:pt x="915145" y="1960718"/>
                  </a:lnTo>
                  <a:lnTo>
                    <a:pt x="914073" y="1961260"/>
                  </a:lnTo>
                  <a:lnTo>
                    <a:pt x="913002" y="1961801"/>
                  </a:lnTo>
                  <a:lnTo>
                    <a:pt x="911930" y="1962342"/>
                  </a:lnTo>
                  <a:lnTo>
                    <a:pt x="910858" y="1962881"/>
                  </a:lnTo>
                  <a:lnTo>
                    <a:pt x="909787" y="1963421"/>
                  </a:lnTo>
                  <a:lnTo>
                    <a:pt x="908715" y="1963959"/>
                  </a:lnTo>
                  <a:lnTo>
                    <a:pt x="907644" y="1964498"/>
                  </a:lnTo>
                  <a:lnTo>
                    <a:pt x="906572" y="1965035"/>
                  </a:lnTo>
                  <a:lnTo>
                    <a:pt x="905500" y="1965572"/>
                  </a:lnTo>
                  <a:lnTo>
                    <a:pt x="904429" y="1966108"/>
                  </a:lnTo>
                  <a:lnTo>
                    <a:pt x="903357" y="1966644"/>
                  </a:lnTo>
                  <a:lnTo>
                    <a:pt x="902286" y="1967179"/>
                  </a:lnTo>
                  <a:lnTo>
                    <a:pt x="901214" y="1967714"/>
                  </a:lnTo>
                  <a:lnTo>
                    <a:pt x="900142" y="1968248"/>
                  </a:lnTo>
                  <a:lnTo>
                    <a:pt x="899071" y="1968781"/>
                  </a:lnTo>
                  <a:lnTo>
                    <a:pt x="897999" y="1969314"/>
                  </a:lnTo>
                  <a:lnTo>
                    <a:pt x="896928" y="1969846"/>
                  </a:lnTo>
                  <a:lnTo>
                    <a:pt x="895856" y="1970378"/>
                  </a:lnTo>
                  <a:lnTo>
                    <a:pt x="894784" y="1970909"/>
                  </a:lnTo>
                  <a:lnTo>
                    <a:pt x="893713" y="1971439"/>
                  </a:lnTo>
                  <a:lnTo>
                    <a:pt x="892641" y="1971969"/>
                  </a:lnTo>
                  <a:lnTo>
                    <a:pt x="891570" y="1972499"/>
                  </a:lnTo>
                  <a:lnTo>
                    <a:pt x="890498" y="1973028"/>
                  </a:lnTo>
                  <a:lnTo>
                    <a:pt x="889426" y="1973556"/>
                  </a:lnTo>
                  <a:lnTo>
                    <a:pt x="888355" y="1974084"/>
                  </a:lnTo>
                  <a:lnTo>
                    <a:pt x="887283" y="1974611"/>
                  </a:lnTo>
                  <a:lnTo>
                    <a:pt x="886212" y="1975138"/>
                  </a:lnTo>
                  <a:lnTo>
                    <a:pt x="885140" y="1975664"/>
                  </a:lnTo>
                  <a:lnTo>
                    <a:pt x="884069" y="1976190"/>
                  </a:lnTo>
                  <a:lnTo>
                    <a:pt x="882997" y="1976715"/>
                  </a:lnTo>
                  <a:lnTo>
                    <a:pt x="881925" y="1977239"/>
                  </a:lnTo>
                  <a:lnTo>
                    <a:pt x="880854" y="1977763"/>
                  </a:lnTo>
                  <a:lnTo>
                    <a:pt x="879782" y="1978287"/>
                  </a:lnTo>
                  <a:lnTo>
                    <a:pt x="878711" y="1978810"/>
                  </a:lnTo>
                  <a:lnTo>
                    <a:pt x="877639" y="1979332"/>
                  </a:lnTo>
                  <a:lnTo>
                    <a:pt x="876567" y="1979854"/>
                  </a:lnTo>
                  <a:lnTo>
                    <a:pt x="875496" y="1980376"/>
                  </a:lnTo>
                  <a:lnTo>
                    <a:pt x="874424" y="1980897"/>
                  </a:lnTo>
                  <a:lnTo>
                    <a:pt x="873353" y="1981417"/>
                  </a:lnTo>
                  <a:lnTo>
                    <a:pt x="872281" y="1981937"/>
                  </a:lnTo>
                  <a:lnTo>
                    <a:pt x="871209" y="1982457"/>
                  </a:lnTo>
                  <a:lnTo>
                    <a:pt x="870138" y="1982976"/>
                  </a:lnTo>
                  <a:lnTo>
                    <a:pt x="869066" y="1983494"/>
                  </a:lnTo>
                  <a:lnTo>
                    <a:pt x="867995" y="1984012"/>
                  </a:lnTo>
                  <a:lnTo>
                    <a:pt x="866923" y="1984530"/>
                  </a:lnTo>
                  <a:lnTo>
                    <a:pt x="865851" y="1985047"/>
                  </a:lnTo>
                  <a:lnTo>
                    <a:pt x="864780" y="1985564"/>
                  </a:lnTo>
                  <a:lnTo>
                    <a:pt x="863708" y="1986080"/>
                  </a:lnTo>
                  <a:lnTo>
                    <a:pt x="862637" y="1986595"/>
                  </a:lnTo>
                  <a:lnTo>
                    <a:pt x="861565" y="1987111"/>
                  </a:lnTo>
                  <a:lnTo>
                    <a:pt x="860493" y="1987625"/>
                  </a:lnTo>
                  <a:lnTo>
                    <a:pt x="859422" y="1988140"/>
                  </a:lnTo>
                  <a:lnTo>
                    <a:pt x="858350" y="1988653"/>
                  </a:lnTo>
                  <a:lnTo>
                    <a:pt x="857279" y="1989167"/>
                  </a:lnTo>
                  <a:lnTo>
                    <a:pt x="856207" y="1989680"/>
                  </a:lnTo>
                  <a:lnTo>
                    <a:pt x="855135" y="1990192"/>
                  </a:lnTo>
                  <a:lnTo>
                    <a:pt x="854064" y="1990704"/>
                  </a:lnTo>
                  <a:lnTo>
                    <a:pt x="852992" y="1991216"/>
                  </a:lnTo>
                  <a:lnTo>
                    <a:pt x="851921" y="1991727"/>
                  </a:lnTo>
                  <a:lnTo>
                    <a:pt x="850849" y="1992238"/>
                  </a:lnTo>
                  <a:lnTo>
                    <a:pt x="849777" y="1992748"/>
                  </a:lnTo>
                  <a:lnTo>
                    <a:pt x="848706" y="1993258"/>
                  </a:lnTo>
                  <a:lnTo>
                    <a:pt x="847634" y="1993767"/>
                  </a:lnTo>
                  <a:lnTo>
                    <a:pt x="846563" y="1994276"/>
                  </a:lnTo>
                  <a:lnTo>
                    <a:pt x="845491" y="1994785"/>
                  </a:lnTo>
                  <a:lnTo>
                    <a:pt x="844419" y="1995293"/>
                  </a:lnTo>
                  <a:lnTo>
                    <a:pt x="843348" y="1995800"/>
                  </a:lnTo>
                  <a:lnTo>
                    <a:pt x="842276" y="1996308"/>
                  </a:lnTo>
                  <a:lnTo>
                    <a:pt x="841205" y="1996815"/>
                  </a:lnTo>
                  <a:lnTo>
                    <a:pt x="840133" y="1997321"/>
                  </a:lnTo>
                  <a:lnTo>
                    <a:pt x="839061" y="1997827"/>
                  </a:lnTo>
                  <a:lnTo>
                    <a:pt x="837990" y="1998333"/>
                  </a:lnTo>
                  <a:lnTo>
                    <a:pt x="836918" y="1998838"/>
                  </a:lnTo>
                  <a:lnTo>
                    <a:pt x="835847" y="1999343"/>
                  </a:lnTo>
                  <a:lnTo>
                    <a:pt x="834775" y="1999848"/>
                  </a:lnTo>
                  <a:lnTo>
                    <a:pt x="833703" y="2000352"/>
                  </a:lnTo>
                  <a:lnTo>
                    <a:pt x="832632" y="2000856"/>
                  </a:lnTo>
                  <a:lnTo>
                    <a:pt x="831560" y="2001359"/>
                  </a:lnTo>
                  <a:lnTo>
                    <a:pt x="830489" y="2001862"/>
                  </a:lnTo>
                  <a:lnTo>
                    <a:pt x="829417" y="2002365"/>
                  </a:lnTo>
                  <a:lnTo>
                    <a:pt x="828345" y="2002867"/>
                  </a:lnTo>
                  <a:lnTo>
                    <a:pt x="827274" y="2003369"/>
                  </a:lnTo>
                  <a:lnTo>
                    <a:pt x="826202" y="2003870"/>
                  </a:lnTo>
                  <a:lnTo>
                    <a:pt x="825131" y="2004371"/>
                  </a:lnTo>
                  <a:lnTo>
                    <a:pt x="824059" y="2004872"/>
                  </a:lnTo>
                  <a:lnTo>
                    <a:pt x="822987" y="2005372"/>
                  </a:lnTo>
                  <a:lnTo>
                    <a:pt x="821916" y="2005872"/>
                  </a:lnTo>
                  <a:lnTo>
                    <a:pt x="820844" y="2006372"/>
                  </a:lnTo>
                  <a:lnTo>
                    <a:pt x="819773" y="2006871"/>
                  </a:lnTo>
                  <a:lnTo>
                    <a:pt x="818701" y="2007370"/>
                  </a:lnTo>
                  <a:lnTo>
                    <a:pt x="817629" y="2007869"/>
                  </a:lnTo>
                  <a:lnTo>
                    <a:pt x="816558" y="2008367"/>
                  </a:lnTo>
                  <a:lnTo>
                    <a:pt x="815486" y="2008865"/>
                  </a:lnTo>
                  <a:lnTo>
                    <a:pt x="814415" y="2009363"/>
                  </a:lnTo>
                  <a:lnTo>
                    <a:pt x="813343" y="2009860"/>
                  </a:lnTo>
                  <a:lnTo>
                    <a:pt x="812271" y="2010357"/>
                  </a:lnTo>
                  <a:lnTo>
                    <a:pt x="811200" y="2010854"/>
                  </a:lnTo>
                  <a:lnTo>
                    <a:pt x="810128" y="2011350"/>
                  </a:lnTo>
                  <a:lnTo>
                    <a:pt x="809057" y="2011846"/>
                  </a:lnTo>
                  <a:lnTo>
                    <a:pt x="807985" y="2012342"/>
                  </a:lnTo>
                  <a:lnTo>
                    <a:pt x="806913" y="2012837"/>
                  </a:lnTo>
                  <a:lnTo>
                    <a:pt x="805842" y="2013332"/>
                  </a:lnTo>
                  <a:lnTo>
                    <a:pt x="804770" y="2013827"/>
                  </a:lnTo>
                  <a:lnTo>
                    <a:pt x="803699" y="2014321"/>
                  </a:lnTo>
                  <a:lnTo>
                    <a:pt x="802627" y="2014815"/>
                  </a:lnTo>
                  <a:lnTo>
                    <a:pt x="801555" y="2015309"/>
                  </a:lnTo>
                  <a:lnTo>
                    <a:pt x="800484" y="2015803"/>
                  </a:lnTo>
                  <a:lnTo>
                    <a:pt x="799412" y="2016296"/>
                  </a:lnTo>
                  <a:lnTo>
                    <a:pt x="798341" y="2016789"/>
                  </a:lnTo>
                  <a:lnTo>
                    <a:pt x="797269" y="2017281"/>
                  </a:lnTo>
                  <a:lnTo>
                    <a:pt x="796197" y="2017774"/>
                  </a:lnTo>
                  <a:lnTo>
                    <a:pt x="795126" y="2018266"/>
                  </a:lnTo>
                  <a:lnTo>
                    <a:pt x="794054" y="2018757"/>
                  </a:lnTo>
                  <a:lnTo>
                    <a:pt x="792983" y="2019249"/>
                  </a:lnTo>
                  <a:lnTo>
                    <a:pt x="791911" y="2019740"/>
                  </a:lnTo>
                  <a:lnTo>
                    <a:pt x="790839" y="2020231"/>
                  </a:lnTo>
                  <a:lnTo>
                    <a:pt x="789768" y="2020721"/>
                  </a:lnTo>
                  <a:lnTo>
                    <a:pt x="788696" y="2021212"/>
                  </a:lnTo>
                  <a:lnTo>
                    <a:pt x="787625" y="2021702"/>
                  </a:lnTo>
                  <a:lnTo>
                    <a:pt x="786553" y="2022192"/>
                  </a:lnTo>
                  <a:lnTo>
                    <a:pt x="785481" y="2022681"/>
                  </a:lnTo>
                  <a:lnTo>
                    <a:pt x="784410" y="2023170"/>
                  </a:lnTo>
                  <a:lnTo>
                    <a:pt x="783338" y="2023659"/>
                  </a:lnTo>
                  <a:lnTo>
                    <a:pt x="782267" y="2024148"/>
                  </a:lnTo>
                  <a:lnTo>
                    <a:pt x="781195" y="2024636"/>
                  </a:lnTo>
                  <a:lnTo>
                    <a:pt x="780123" y="2025125"/>
                  </a:lnTo>
                  <a:lnTo>
                    <a:pt x="779052" y="2025613"/>
                  </a:lnTo>
                  <a:lnTo>
                    <a:pt x="777980" y="2026100"/>
                  </a:lnTo>
                  <a:lnTo>
                    <a:pt x="776909" y="2026588"/>
                  </a:lnTo>
                  <a:lnTo>
                    <a:pt x="775837" y="2027075"/>
                  </a:lnTo>
                  <a:lnTo>
                    <a:pt x="774765" y="2027562"/>
                  </a:lnTo>
                  <a:lnTo>
                    <a:pt x="773694" y="2028049"/>
                  </a:lnTo>
                  <a:lnTo>
                    <a:pt x="772622" y="2028535"/>
                  </a:lnTo>
                  <a:lnTo>
                    <a:pt x="771551" y="2029021"/>
                  </a:lnTo>
                  <a:lnTo>
                    <a:pt x="770479" y="2029507"/>
                  </a:lnTo>
                  <a:lnTo>
                    <a:pt x="769407" y="2029993"/>
                  </a:lnTo>
                  <a:lnTo>
                    <a:pt x="768336" y="2030479"/>
                  </a:lnTo>
                  <a:lnTo>
                    <a:pt x="767264" y="2030964"/>
                  </a:lnTo>
                  <a:lnTo>
                    <a:pt x="766193" y="2031449"/>
                  </a:lnTo>
                  <a:lnTo>
                    <a:pt x="765121" y="2031934"/>
                  </a:lnTo>
                  <a:lnTo>
                    <a:pt x="764049" y="2032419"/>
                  </a:lnTo>
                  <a:lnTo>
                    <a:pt x="762978" y="2032903"/>
                  </a:lnTo>
                  <a:lnTo>
                    <a:pt x="761906" y="2033387"/>
                  </a:lnTo>
                  <a:lnTo>
                    <a:pt x="760835" y="2033871"/>
                  </a:lnTo>
                  <a:lnTo>
                    <a:pt x="759763" y="2034355"/>
                  </a:lnTo>
                  <a:lnTo>
                    <a:pt x="758691" y="2034839"/>
                  </a:lnTo>
                  <a:lnTo>
                    <a:pt x="757620" y="2035322"/>
                  </a:lnTo>
                  <a:lnTo>
                    <a:pt x="756548" y="2035805"/>
                  </a:lnTo>
                  <a:lnTo>
                    <a:pt x="755477" y="2036288"/>
                  </a:lnTo>
                  <a:lnTo>
                    <a:pt x="754405" y="2036771"/>
                  </a:lnTo>
                  <a:lnTo>
                    <a:pt x="753333" y="2037254"/>
                  </a:lnTo>
                  <a:lnTo>
                    <a:pt x="752262" y="2037736"/>
                  </a:lnTo>
                  <a:lnTo>
                    <a:pt x="751190" y="2038218"/>
                  </a:lnTo>
                  <a:lnTo>
                    <a:pt x="750119" y="2038700"/>
                  </a:lnTo>
                  <a:lnTo>
                    <a:pt x="749047" y="2039182"/>
                  </a:lnTo>
                  <a:lnTo>
                    <a:pt x="747975" y="2039663"/>
                  </a:lnTo>
                  <a:lnTo>
                    <a:pt x="746904" y="2040145"/>
                  </a:lnTo>
                  <a:lnTo>
                    <a:pt x="745832" y="2040626"/>
                  </a:lnTo>
                  <a:lnTo>
                    <a:pt x="744761" y="2041107"/>
                  </a:lnTo>
                  <a:lnTo>
                    <a:pt x="743689" y="2041588"/>
                  </a:lnTo>
                  <a:lnTo>
                    <a:pt x="742617" y="2042068"/>
                  </a:lnTo>
                  <a:lnTo>
                    <a:pt x="741546" y="2042549"/>
                  </a:lnTo>
                  <a:lnTo>
                    <a:pt x="740474" y="2043029"/>
                  </a:lnTo>
                  <a:lnTo>
                    <a:pt x="739403" y="2043509"/>
                  </a:lnTo>
                  <a:lnTo>
                    <a:pt x="738331" y="2043989"/>
                  </a:lnTo>
                  <a:lnTo>
                    <a:pt x="737259" y="2044469"/>
                  </a:lnTo>
                  <a:lnTo>
                    <a:pt x="736188" y="2044949"/>
                  </a:lnTo>
                  <a:lnTo>
                    <a:pt x="735116" y="2045428"/>
                  </a:lnTo>
                  <a:lnTo>
                    <a:pt x="734045" y="2045907"/>
                  </a:lnTo>
                  <a:lnTo>
                    <a:pt x="732973" y="2046387"/>
                  </a:lnTo>
                  <a:lnTo>
                    <a:pt x="731901" y="2046865"/>
                  </a:lnTo>
                  <a:lnTo>
                    <a:pt x="730830" y="2047344"/>
                  </a:lnTo>
                  <a:lnTo>
                    <a:pt x="729758" y="2047823"/>
                  </a:lnTo>
                  <a:lnTo>
                    <a:pt x="728687" y="2048301"/>
                  </a:lnTo>
                  <a:lnTo>
                    <a:pt x="727615" y="2048780"/>
                  </a:lnTo>
                  <a:lnTo>
                    <a:pt x="726543" y="2049258"/>
                  </a:lnTo>
                  <a:lnTo>
                    <a:pt x="725472" y="2049736"/>
                  </a:lnTo>
                  <a:lnTo>
                    <a:pt x="724400" y="2050214"/>
                  </a:lnTo>
                  <a:lnTo>
                    <a:pt x="723329" y="2050691"/>
                  </a:lnTo>
                  <a:lnTo>
                    <a:pt x="722257" y="2051169"/>
                  </a:lnTo>
                  <a:lnTo>
                    <a:pt x="721185" y="2051646"/>
                  </a:lnTo>
                  <a:lnTo>
                    <a:pt x="720114" y="2052124"/>
                  </a:lnTo>
                  <a:lnTo>
                    <a:pt x="719042" y="2052601"/>
                  </a:lnTo>
                  <a:lnTo>
                    <a:pt x="717971" y="2053078"/>
                  </a:lnTo>
                  <a:lnTo>
                    <a:pt x="716899" y="2053554"/>
                  </a:lnTo>
                  <a:lnTo>
                    <a:pt x="715827" y="2054031"/>
                  </a:lnTo>
                  <a:lnTo>
                    <a:pt x="714756" y="2054508"/>
                  </a:lnTo>
                  <a:lnTo>
                    <a:pt x="713684" y="2054984"/>
                  </a:lnTo>
                  <a:lnTo>
                    <a:pt x="712613" y="2055460"/>
                  </a:lnTo>
                  <a:lnTo>
                    <a:pt x="711541" y="2055936"/>
                  </a:lnTo>
                  <a:lnTo>
                    <a:pt x="710469" y="2056412"/>
                  </a:lnTo>
                  <a:lnTo>
                    <a:pt x="709398" y="2056888"/>
                  </a:lnTo>
                  <a:lnTo>
                    <a:pt x="708326" y="2057364"/>
                  </a:lnTo>
                  <a:lnTo>
                    <a:pt x="707255" y="2057840"/>
                  </a:lnTo>
                  <a:lnTo>
                    <a:pt x="706183" y="2058315"/>
                  </a:lnTo>
                  <a:lnTo>
                    <a:pt x="705112" y="2058790"/>
                  </a:lnTo>
                  <a:lnTo>
                    <a:pt x="704040" y="2059266"/>
                  </a:lnTo>
                  <a:lnTo>
                    <a:pt x="702968" y="2059741"/>
                  </a:lnTo>
                  <a:lnTo>
                    <a:pt x="701897" y="2060216"/>
                  </a:lnTo>
                  <a:lnTo>
                    <a:pt x="700825" y="2060691"/>
                  </a:lnTo>
                  <a:lnTo>
                    <a:pt x="699754" y="2061165"/>
                  </a:lnTo>
                  <a:lnTo>
                    <a:pt x="698682" y="2061640"/>
                  </a:lnTo>
                  <a:lnTo>
                    <a:pt x="697610" y="2062114"/>
                  </a:lnTo>
                  <a:lnTo>
                    <a:pt x="696539" y="2062589"/>
                  </a:lnTo>
                  <a:lnTo>
                    <a:pt x="695467" y="2063063"/>
                  </a:lnTo>
                  <a:lnTo>
                    <a:pt x="694396" y="2063537"/>
                  </a:lnTo>
                  <a:lnTo>
                    <a:pt x="693324" y="2064011"/>
                  </a:lnTo>
                  <a:lnTo>
                    <a:pt x="692252" y="2064485"/>
                  </a:lnTo>
                  <a:lnTo>
                    <a:pt x="691181" y="2064959"/>
                  </a:lnTo>
                  <a:lnTo>
                    <a:pt x="690109" y="2065433"/>
                  </a:lnTo>
                  <a:lnTo>
                    <a:pt x="689038" y="2065906"/>
                  </a:lnTo>
                  <a:lnTo>
                    <a:pt x="687966" y="2066380"/>
                  </a:lnTo>
                  <a:lnTo>
                    <a:pt x="686894" y="2066853"/>
                  </a:lnTo>
                  <a:lnTo>
                    <a:pt x="685823" y="2067326"/>
                  </a:lnTo>
                  <a:lnTo>
                    <a:pt x="684751" y="2067799"/>
                  </a:lnTo>
                  <a:lnTo>
                    <a:pt x="683680" y="2068272"/>
                  </a:lnTo>
                  <a:lnTo>
                    <a:pt x="682608" y="2068745"/>
                  </a:lnTo>
                  <a:lnTo>
                    <a:pt x="681536" y="2069218"/>
                  </a:lnTo>
                  <a:lnTo>
                    <a:pt x="680465" y="2069691"/>
                  </a:lnTo>
                  <a:lnTo>
                    <a:pt x="679393" y="2070163"/>
                  </a:lnTo>
                  <a:lnTo>
                    <a:pt x="678322" y="2070636"/>
                  </a:lnTo>
                  <a:lnTo>
                    <a:pt x="677250" y="2071108"/>
                  </a:lnTo>
                  <a:lnTo>
                    <a:pt x="676178" y="2071580"/>
                  </a:lnTo>
                  <a:lnTo>
                    <a:pt x="675107" y="2072053"/>
                  </a:lnTo>
                  <a:lnTo>
                    <a:pt x="674035" y="2072525"/>
                  </a:lnTo>
                  <a:lnTo>
                    <a:pt x="672964" y="2072997"/>
                  </a:lnTo>
                  <a:lnTo>
                    <a:pt x="671892" y="2073469"/>
                  </a:lnTo>
                  <a:lnTo>
                    <a:pt x="670820" y="2073940"/>
                  </a:lnTo>
                  <a:lnTo>
                    <a:pt x="669749" y="2074412"/>
                  </a:lnTo>
                  <a:lnTo>
                    <a:pt x="668677" y="2074884"/>
                  </a:lnTo>
                  <a:lnTo>
                    <a:pt x="667606" y="2075355"/>
                  </a:lnTo>
                  <a:lnTo>
                    <a:pt x="666534" y="2075826"/>
                  </a:lnTo>
                  <a:lnTo>
                    <a:pt x="665462" y="2076298"/>
                  </a:lnTo>
                  <a:lnTo>
                    <a:pt x="664391" y="2076769"/>
                  </a:lnTo>
                  <a:lnTo>
                    <a:pt x="663319" y="2077240"/>
                  </a:lnTo>
                  <a:lnTo>
                    <a:pt x="662248" y="2077711"/>
                  </a:lnTo>
                  <a:lnTo>
                    <a:pt x="661176" y="2078182"/>
                  </a:lnTo>
                  <a:lnTo>
                    <a:pt x="660104" y="2078653"/>
                  </a:lnTo>
                  <a:lnTo>
                    <a:pt x="659033" y="2079124"/>
                  </a:lnTo>
                  <a:lnTo>
                    <a:pt x="657961" y="2079594"/>
                  </a:lnTo>
                  <a:lnTo>
                    <a:pt x="656890" y="2080065"/>
                  </a:lnTo>
                  <a:lnTo>
                    <a:pt x="655818" y="2080535"/>
                  </a:lnTo>
                  <a:lnTo>
                    <a:pt x="654746" y="2081005"/>
                  </a:lnTo>
                  <a:lnTo>
                    <a:pt x="653675" y="2081476"/>
                  </a:lnTo>
                  <a:lnTo>
                    <a:pt x="652603" y="2081946"/>
                  </a:lnTo>
                  <a:lnTo>
                    <a:pt x="651532" y="2082416"/>
                  </a:lnTo>
                  <a:lnTo>
                    <a:pt x="650460" y="2082886"/>
                  </a:lnTo>
                  <a:lnTo>
                    <a:pt x="649388" y="2083356"/>
                  </a:lnTo>
                  <a:lnTo>
                    <a:pt x="648317" y="2083826"/>
                  </a:lnTo>
                  <a:lnTo>
                    <a:pt x="647245" y="2084295"/>
                  </a:lnTo>
                  <a:lnTo>
                    <a:pt x="646174" y="2084765"/>
                  </a:lnTo>
                  <a:lnTo>
                    <a:pt x="645102" y="2085234"/>
                  </a:lnTo>
                  <a:lnTo>
                    <a:pt x="644030" y="2085704"/>
                  </a:lnTo>
                  <a:lnTo>
                    <a:pt x="642959" y="2086173"/>
                  </a:lnTo>
                  <a:lnTo>
                    <a:pt x="641887" y="2086642"/>
                  </a:lnTo>
                  <a:lnTo>
                    <a:pt x="640816" y="2087112"/>
                  </a:lnTo>
                  <a:lnTo>
                    <a:pt x="639744" y="2087581"/>
                  </a:lnTo>
                  <a:lnTo>
                    <a:pt x="638672" y="2088050"/>
                  </a:lnTo>
                  <a:lnTo>
                    <a:pt x="637601" y="2088518"/>
                  </a:lnTo>
                  <a:lnTo>
                    <a:pt x="636529" y="2088987"/>
                  </a:lnTo>
                  <a:lnTo>
                    <a:pt x="635458" y="2089456"/>
                  </a:lnTo>
                  <a:lnTo>
                    <a:pt x="634386" y="2089924"/>
                  </a:lnTo>
                  <a:lnTo>
                    <a:pt x="633314" y="2090393"/>
                  </a:lnTo>
                  <a:lnTo>
                    <a:pt x="632243" y="2090861"/>
                  </a:lnTo>
                  <a:lnTo>
                    <a:pt x="631171" y="2091330"/>
                  </a:lnTo>
                  <a:lnTo>
                    <a:pt x="630100" y="2091798"/>
                  </a:lnTo>
                  <a:lnTo>
                    <a:pt x="629028" y="2092266"/>
                  </a:lnTo>
                  <a:lnTo>
                    <a:pt x="627956" y="2092734"/>
                  </a:lnTo>
                  <a:lnTo>
                    <a:pt x="626885" y="2093202"/>
                  </a:lnTo>
                  <a:lnTo>
                    <a:pt x="625813" y="2093670"/>
                  </a:lnTo>
                  <a:lnTo>
                    <a:pt x="624742" y="2094138"/>
                  </a:lnTo>
                  <a:lnTo>
                    <a:pt x="623670" y="2094605"/>
                  </a:lnTo>
                  <a:lnTo>
                    <a:pt x="622598" y="2095073"/>
                  </a:lnTo>
                  <a:lnTo>
                    <a:pt x="621527" y="2095540"/>
                  </a:lnTo>
                  <a:lnTo>
                    <a:pt x="620455" y="2096008"/>
                  </a:lnTo>
                  <a:lnTo>
                    <a:pt x="619384" y="2096475"/>
                  </a:lnTo>
                  <a:lnTo>
                    <a:pt x="618312" y="2096942"/>
                  </a:lnTo>
                  <a:lnTo>
                    <a:pt x="617240" y="2097409"/>
                  </a:lnTo>
                  <a:lnTo>
                    <a:pt x="616169" y="2097876"/>
                  </a:lnTo>
                  <a:lnTo>
                    <a:pt x="615097" y="2098343"/>
                  </a:lnTo>
                  <a:lnTo>
                    <a:pt x="614026" y="2098810"/>
                  </a:lnTo>
                  <a:lnTo>
                    <a:pt x="612954" y="2099277"/>
                  </a:lnTo>
                  <a:lnTo>
                    <a:pt x="611882" y="2099743"/>
                  </a:lnTo>
                  <a:lnTo>
                    <a:pt x="610811" y="2100210"/>
                  </a:lnTo>
                  <a:lnTo>
                    <a:pt x="609739" y="2100676"/>
                  </a:lnTo>
                  <a:lnTo>
                    <a:pt x="608668" y="2101142"/>
                  </a:lnTo>
                  <a:lnTo>
                    <a:pt x="607596" y="2101609"/>
                  </a:lnTo>
                  <a:lnTo>
                    <a:pt x="606524" y="2102075"/>
                  </a:lnTo>
                  <a:lnTo>
                    <a:pt x="605453" y="2102541"/>
                  </a:lnTo>
                  <a:lnTo>
                    <a:pt x="604381" y="2103007"/>
                  </a:lnTo>
                  <a:lnTo>
                    <a:pt x="603310" y="2103472"/>
                  </a:lnTo>
                  <a:lnTo>
                    <a:pt x="602238" y="2103938"/>
                  </a:lnTo>
                  <a:lnTo>
                    <a:pt x="601166" y="2104404"/>
                  </a:lnTo>
                  <a:lnTo>
                    <a:pt x="600095" y="2104869"/>
                  </a:lnTo>
                  <a:lnTo>
                    <a:pt x="599023" y="2105335"/>
                  </a:lnTo>
                  <a:lnTo>
                    <a:pt x="597952" y="2105800"/>
                  </a:lnTo>
                  <a:lnTo>
                    <a:pt x="596880" y="2106265"/>
                  </a:lnTo>
                  <a:lnTo>
                    <a:pt x="595808" y="2106730"/>
                  </a:lnTo>
                  <a:lnTo>
                    <a:pt x="594737" y="2107195"/>
                  </a:lnTo>
                  <a:lnTo>
                    <a:pt x="593665" y="2107660"/>
                  </a:lnTo>
                  <a:lnTo>
                    <a:pt x="592594" y="2108125"/>
                  </a:lnTo>
                  <a:lnTo>
                    <a:pt x="591522" y="2108589"/>
                  </a:lnTo>
                  <a:lnTo>
                    <a:pt x="590450" y="2109054"/>
                  </a:lnTo>
                  <a:lnTo>
                    <a:pt x="589379" y="2109518"/>
                  </a:lnTo>
                  <a:lnTo>
                    <a:pt x="588307" y="2109982"/>
                  </a:lnTo>
                  <a:lnTo>
                    <a:pt x="587236" y="2110447"/>
                  </a:lnTo>
                  <a:lnTo>
                    <a:pt x="586164" y="2110911"/>
                  </a:lnTo>
                  <a:lnTo>
                    <a:pt x="585092" y="2111374"/>
                  </a:lnTo>
                  <a:lnTo>
                    <a:pt x="584021" y="2111838"/>
                  </a:lnTo>
                  <a:lnTo>
                    <a:pt x="582949" y="2112302"/>
                  </a:lnTo>
                  <a:lnTo>
                    <a:pt x="581878" y="2112766"/>
                  </a:lnTo>
                  <a:lnTo>
                    <a:pt x="580806" y="2113229"/>
                  </a:lnTo>
                  <a:lnTo>
                    <a:pt x="579734" y="2113692"/>
                  </a:lnTo>
                  <a:lnTo>
                    <a:pt x="578663" y="2114156"/>
                  </a:lnTo>
                  <a:lnTo>
                    <a:pt x="577591" y="2114619"/>
                  </a:lnTo>
                  <a:lnTo>
                    <a:pt x="576520" y="2115082"/>
                  </a:lnTo>
                  <a:lnTo>
                    <a:pt x="575448" y="2115545"/>
                  </a:lnTo>
                  <a:lnTo>
                    <a:pt x="574376" y="2116007"/>
                  </a:lnTo>
                  <a:lnTo>
                    <a:pt x="573305" y="2116470"/>
                  </a:lnTo>
                  <a:lnTo>
                    <a:pt x="572233" y="2116932"/>
                  </a:lnTo>
                  <a:lnTo>
                    <a:pt x="571162" y="2117395"/>
                  </a:lnTo>
                  <a:lnTo>
                    <a:pt x="570090" y="2117857"/>
                  </a:lnTo>
                  <a:lnTo>
                    <a:pt x="569018" y="2118319"/>
                  </a:lnTo>
                  <a:lnTo>
                    <a:pt x="567947" y="2118781"/>
                  </a:lnTo>
                  <a:lnTo>
                    <a:pt x="566875" y="2119243"/>
                  </a:lnTo>
                  <a:lnTo>
                    <a:pt x="565804" y="2119705"/>
                  </a:lnTo>
                  <a:lnTo>
                    <a:pt x="564732" y="2120166"/>
                  </a:lnTo>
                  <a:lnTo>
                    <a:pt x="563660" y="2120628"/>
                  </a:lnTo>
                  <a:lnTo>
                    <a:pt x="562589" y="2121089"/>
                  </a:lnTo>
                  <a:lnTo>
                    <a:pt x="561517" y="2121550"/>
                  </a:lnTo>
                  <a:lnTo>
                    <a:pt x="560446" y="2122011"/>
                  </a:lnTo>
                  <a:lnTo>
                    <a:pt x="559374" y="2122472"/>
                  </a:lnTo>
                  <a:lnTo>
                    <a:pt x="558302" y="2122933"/>
                  </a:lnTo>
                  <a:lnTo>
                    <a:pt x="557231" y="2123393"/>
                  </a:lnTo>
                  <a:lnTo>
                    <a:pt x="556159" y="2123854"/>
                  </a:lnTo>
                  <a:lnTo>
                    <a:pt x="555088" y="2124314"/>
                  </a:lnTo>
                  <a:lnTo>
                    <a:pt x="554016" y="2124774"/>
                  </a:lnTo>
                  <a:lnTo>
                    <a:pt x="552944" y="2125234"/>
                  </a:lnTo>
                  <a:lnTo>
                    <a:pt x="551873" y="2125694"/>
                  </a:lnTo>
                  <a:lnTo>
                    <a:pt x="550801" y="2126154"/>
                  </a:lnTo>
                  <a:lnTo>
                    <a:pt x="549730" y="2126613"/>
                  </a:lnTo>
                  <a:lnTo>
                    <a:pt x="548658" y="2127073"/>
                  </a:lnTo>
                  <a:lnTo>
                    <a:pt x="547586" y="2127532"/>
                  </a:lnTo>
                  <a:lnTo>
                    <a:pt x="546515" y="2127991"/>
                  </a:lnTo>
                  <a:lnTo>
                    <a:pt x="545443" y="2128450"/>
                  </a:lnTo>
                  <a:lnTo>
                    <a:pt x="544372" y="2128909"/>
                  </a:lnTo>
                  <a:lnTo>
                    <a:pt x="543300" y="2129368"/>
                  </a:lnTo>
                  <a:lnTo>
                    <a:pt x="542228" y="2129826"/>
                  </a:lnTo>
                  <a:lnTo>
                    <a:pt x="541157" y="2130284"/>
                  </a:lnTo>
                  <a:lnTo>
                    <a:pt x="540085" y="2130743"/>
                  </a:lnTo>
                  <a:lnTo>
                    <a:pt x="539014" y="2131201"/>
                  </a:lnTo>
                  <a:lnTo>
                    <a:pt x="537942" y="2131658"/>
                  </a:lnTo>
                  <a:lnTo>
                    <a:pt x="536870" y="2132116"/>
                  </a:lnTo>
                  <a:lnTo>
                    <a:pt x="535799" y="2132574"/>
                  </a:lnTo>
                  <a:lnTo>
                    <a:pt x="534727" y="2133031"/>
                  </a:lnTo>
                  <a:lnTo>
                    <a:pt x="533656" y="2133488"/>
                  </a:lnTo>
                  <a:lnTo>
                    <a:pt x="532584" y="2133945"/>
                  </a:lnTo>
                  <a:lnTo>
                    <a:pt x="531513" y="2134402"/>
                  </a:lnTo>
                  <a:lnTo>
                    <a:pt x="530441" y="2134859"/>
                  </a:lnTo>
                  <a:lnTo>
                    <a:pt x="529369" y="2135315"/>
                  </a:lnTo>
                  <a:lnTo>
                    <a:pt x="528298" y="2135772"/>
                  </a:lnTo>
                  <a:lnTo>
                    <a:pt x="527226" y="2136228"/>
                  </a:lnTo>
                  <a:lnTo>
                    <a:pt x="526155" y="2136684"/>
                  </a:lnTo>
                  <a:lnTo>
                    <a:pt x="525083" y="2137140"/>
                  </a:lnTo>
                  <a:lnTo>
                    <a:pt x="524011" y="2137595"/>
                  </a:lnTo>
                  <a:lnTo>
                    <a:pt x="522940" y="2138051"/>
                  </a:lnTo>
                  <a:lnTo>
                    <a:pt x="521868" y="2138506"/>
                  </a:lnTo>
                  <a:lnTo>
                    <a:pt x="520797" y="2138961"/>
                  </a:lnTo>
                  <a:lnTo>
                    <a:pt x="519725" y="2139416"/>
                  </a:lnTo>
                  <a:lnTo>
                    <a:pt x="518653" y="2139870"/>
                  </a:lnTo>
                  <a:lnTo>
                    <a:pt x="517582" y="2140325"/>
                  </a:lnTo>
                  <a:lnTo>
                    <a:pt x="516510" y="2140779"/>
                  </a:lnTo>
                  <a:lnTo>
                    <a:pt x="515439" y="2141233"/>
                  </a:lnTo>
                  <a:lnTo>
                    <a:pt x="514367" y="2141687"/>
                  </a:lnTo>
                  <a:lnTo>
                    <a:pt x="513295" y="2142141"/>
                  </a:lnTo>
                  <a:lnTo>
                    <a:pt x="512224" y="2142595"/>
                  </a:lnTo>
                  <a:lnTo>
                    <a:pt x="511152" y="2143048"/>
                  </a:lnTo>
                  <a:lnTo>
                    <a:pt x="510081" y="2143501"/>
                  </a:lnTo>
                  <a:lnTo>
                    <a:pt x="509009" y="2143954"/>
                  </a:lnTo>
                  <a:lnTo>
                    <a:pt x="507937" y="2144407"/>
                  </a:lnTo>
                  <a:lnTo>
                    <a:pt x="506866" y="2144859"/>
                  </a:lnTo>
                  <a:lnTo>
                    <a:pt x="505794" y="2145312"/>
                  </a:lnTo>
                  <a:lnTo>
                    <a:pt x="504723" y="2145764"/>
                  </a:lnTo>
                  <a:lnTo>
                    <a:pt x="503651" y="2146216"/>
                  </a:lnTo>
                  <a:lnTo>
                    <a:pt x="502579" y="2146668"/>
                  </a:lnTo>
                  <a:lnTo>
                    <a:pt x="501508" y="2147119"/>
                  </a:lnTo>
                  <a:lnTo>
                    <a:pt x="500436" y="2147570"/>
                  </a:lnTo>
                  <a:lnTo>
                    <a:pt x="499365" y="2148022"/>
                  </a:lnTo>
                  <a:lnTo>
                    <a:pt x="498293" y="2148473"/>
                  </a:lnTo>
                  <a:lnTo>
                    <a:pt x="497221" y="2148923"/>
                  </a:lnTo>
                  <a:lnTo>
                    <a:pt x="496150" y="2149374"/>
                  </a:lnTo>
                  <a:lnTo>
                    <a:pt x="495078" y="2149824"/>
                  </a:lnTo>
                  <a:lnTo>
                    <a:pt x="494007" y="2150274"/>
                  </a:lnTo>
                  <a:lnTo>
                    <a:pt x="492935" y="2150724"/>
                  </a:lnTo>
                  <a:lnTo>
                    <a:pt x="491863" y="2151173"/>
                  </a:lnTo>
                  <a:lnTo>
                    <a:pt x="490792" y="2151623"/>
                  </a:lnTo>
                  <a:lnTo>
                    <a:pt x="489720" y="2152072"/>
                  </a:lnTo>
                  <a:lnTo>
                    <a:pt x="488649" y="2152521"/>
                  </a:lnTo>
                  <a:lnTo>
                    <a:pt x="487577" y="2152969"/>
                  </a:lnTo>
                  <a:lnTo>
                    <a:pt x="486505" y="2153418"/>
                  </a:lnTo>
                  <a:lnTo>
                    <a:pt x="485434" y="2153866"/>
                  </a:lnTo>
                  <a:lnTo>
                    <a:pt x="484362" y="2154314"/>
                  </a:lnTo>
                  <a:lnTo>
                    <a:pt x="483291" y="2154762"/>
                  </a:lnTo>
                  <a:lnTo>
                    <a:pt x="482219" y="2155210"/>
                  </a:lnTo>
                  <a:lnTo>
                    <a:pt x="481147" y="2155657"/>
                  </a:lnTo>
                  <a:lnTo>
                    <a:pt x="480076" y="2156104"/>
                  </a:lnTo>
                  <a:lnTo>
                    <a:pt x="479004" y="2156551"/>
                  </a:lnTo>
                  <a:lnTo>
                    <a:pt x="477933" y="2156997"/>
                  </a:lnTo>
                  <a:lnTo>
                    <a:pt x="476861" y="2157444"/>
                  </a:lnTo>
                  <a:lnTo>
                    <a:pt x="475789" y="2157890"/>
                  </a:lnTo>
                  <a:lnTo>
                    <a:pt x="474718" y="2158336"/>
                  </a:lnTo>
                  <a:lnTo>
                    <a:pt x="473646" y="2158781"/>
                  </a:lnTo>
                  <a:lnTo>
                    <a:pt x="472575" y="2159227"/>
                  </a:lnTo>
                  <a:lnTo>
                    <a:pt x="471503" y="2159672"/>
                  </a:lnTo>
                  <a:lnTo>
                    <a:pt x="470431" y="2160117"/>
                  </a:lnTo>
                  <a:lnTo>
                    <a:pt x="469360" y="2160561"/>
                  </a:lnTo>
                  <a:lnTo>
                    <a:pt x="468288" y="2161006"/>
                  </a:lnTo>
                  <a:lnTo>
                    <a:pt x="467217" y="2161450"/>
                  </a:lnTo>
                  <a:lnTo>
                    <a:pt x="466145" y="2161894"/>
                  </a:lnTo>
                  <a:lnTo>
                    <a:pt x="465073" y="2162337"/>
                  </a:lnTo>
                  <a:lnTo>
                    <a:pt x="464002" y="2162781"/>
                  </a:lnTo>
                  <a:lnTo>
                    <a:pt x="462930" y="2163224"/>
                  </a:lnTo>
                  <a:lnTo>
                    <a:pt x="461859" y="2163667"/>
                  </a:lnTo>
                  <a:lnTo>
                    <a:pt x="460787" y="2164109"/>
                  </a:lnTo>
                  <a:lnTo>
                    <a:pt x="459715" y="2164552"/>
                  </a:lnTo>
                  <a:lnTo>
                    <a:pt x="458644" y="2164994"/>
                  </a:lnTo>
                  <a:lnTo>
                    <a:pt x="457572" y="2165436"/>
                  </a:lnTo>
                  <a:lnTo>
                    <a:pt x="456501" y="2165877"/>
                  </a:lnTo>
                  <a:lnTo>
                    <a:pt x="455429" y="2166318"/>
                  </a:lnTo>
                  <a:lnTo>
                    <a:pt x="454357" y="2166759"/>
                  </a:lnTo>
                  <a:lnTo>
                    <a:pt x="453286" y="2167200"/>
                  </a:lnTo>
                  <a:lnTo>
                    <a:pt x="452214" y="2167641"/>
                  </a:lnTo>
                  <a:lnTo>
                    <a:pt x="451143" y="2168081"/>
                  </a:lnTo>
                  <a:lnTo>
                    <a:pt x="450071" y="2168521"/>
                  </a:lnTo>
                  <a:lnTo>
                    <a:pt x="448999" y="2168960"/>
                  </a:lnTo>
                  <a:lnTo>
                    <a:pt x="447928" y="2169400"/>
                  </a:lnTo>
                  <a:lnTo>
                    <a:pt x="446856" y="2169839"/>
                  </a:lnTo>
                  <a:lnTo>
                    <a:pt x="445785" y="2170278"/>
                  </a:lnTo>
                  <a:lnTo>
                    <a:pt x="444713" y="2170716"/>
                  </a:lnTo>
                  <a:lnTo>
                    <a:pt x="443641" y="2171154"/>
                  </a:lnTo>
                  <a:lnTo>
                    <a:pt x="442570" y="2171592"/>
                  </a:lnTo>
                  <a:lnTo>
                    <a:pt x="441498" y="2172030"/>
                  </a:lnTo>
                  <a:lnTo>
                    <a:pt x="440427" y="2172467"/>
                  </a:lnTo>
                  <a:lnTo>
                    <a:pt x="439355" y="2172905"/>
                  </a:lnTo>
                  <a:lnTo>
                    <a:pt x="438283" y="2173341"/>
                  </a:lnTo>
                  <a:lnTo>
                    <a:pt x="437212" y="2173778"/>
                  </a:lnTo>
                  <a:lnTo>
                    <a:pt x="436140" y="2174214"/>
                  </a:lnTo>
                  <a:lnTo>
                    <a:pt x="435069" y="2174650"/>
                  </a:lnTo>
                  <a:lnTo>
                    <a:pt x="433997" y="2175086"/>
                  </a:lnTo>
                  <a:lnTo>
                    <a:pt x="432925" y="2175521"/>
                  </a:lnTo>
                  <a:lnTo>
                    <a:pt x="431854" y="2175956"/>
                  </a:lnTo>
                  <a:lnTo>
                    <a:pt x="430782" y="2176391"/>
                  </a:lnTo>
                  <a:lnTo>
                    <a:pt x="429711" y="2176825"/>
                  </a:lnTo>
                  <a:lnTo>
                    <a:pt x="428639" y="2177260"/>
                  </a:lnTo>
                  <a:lnTo>
                    <a:pt x="427567" y="2177693"/>
                  </a:lnTo>
                  <a:lnTo>
                    <a:pt x="426496" y="2178127"/>
                  </a:lnTo>
                  <a:lnTo>
                    <a:pt x="425424" y="2178560"/>
                  </a:lnTo>
                  <a:lnTo>
                    <a:pt x="424353" y="2178993"/>
                  </a:lnTo>
                  <a:lnTo>
                    <a:pt x="423281" y="2179426"/>
                  </a:lnTo>
                  <a:lnTo>
                    <a:pt x="422209" y="2179858"/>
                  </a:lnTo>
                  <a:lnTo>
                    <a:pt x="421138" y="2180290"/>
                  </a:lnTo>
                  <a:lnTo>
                    <a:pt x="420066" y="2180722"/>
                  </a:lnTo>
                  <a:lnTo>
                    <a:pt x="418995" y="2181153"/>
                  </a:lnTo>
                  <a:lnTo>
                    <a:pt x="417923" y="2181585"/>
                  </a:lnTo>
                  <a:lnTo>
                    <a:pt x="416851" y="2182015"/>
                  </a:lnTo>
                  <a:lnTo>
                    <a:pt x="415780" y="2182446"/>
                  </a:lnTo>
                  <a:lnTo>
                    <a:pt x="414708" y="2182876"/>
                  </a:lnTo>
                  <a:lnTo>
                    <a:pt x="413637" y="2183306"/>
                  </a:lnTo>
                  <a:lnTo>
                    <a:pt x="412565" y="2183735"/>
                  </a:lnTo>
                  <a:lnTo>
                    <a:pt x="411493" y="2184165"/>
                  </a:lnTo>
                  <a:lnTo>
                    <a:pt x="410422" y="2184593"/>
                  </a:lnTo>
                  <a:lnTo>
                    <a:pt x="409350" y="2185022"/>
                  </a:lnTo>
                  <a:lnTo>
                    <a:pt x="408279" y="2185450"/>
                  </a:lnTo>
                  <a:lnTo>
                    <a:pt x="407207" y="2185878"/>
                  </a:lnTo>
                  <a:lnTo>
                    <a:pt x="406135" y="2186306"/>
                  </a:lnTo>
                  <a:lnTo>
                    <a:pt x="405064" y="2186733"/>
                  </a:lnTo>
                  <a:lnTo>
                    <a:pt x="403992" y="2187160"/>
                  </a:lnTo>
                  <a:lnTo>
                    <a:pt x="402921" y="2187587"/>
                  </a:lnTo>
                  <a:lnTo>
                    <a:pt x="401849" y="2188013"/>
                  </a:lnTo>
                  <a:lnTo>
                    <a:pt x="400777" y="2188439"/>
                  </a:lnTo>
                  <a:lnTo>
                    <a:pt x="399706" y="2188865"/>
                  </a:lnTo>
                  <a:lnTo>
                    <a:pt x="398634" y="2189290"/>
                  </a:lnTo>
                  <a:lnTo>
                    <a:pt x="397563" y="2189715"/>
                  </a:lnTo>
                  <a:lnTo>
                    <a:pt x="396491" y="2190140"/>
                  </a:lnTo>
                  <a:lnTo>
                    <a:pt x="395419" y="2190564"/>
                  </a:lnTo>
                  <a:lnTo>
                    <a:pt x="394348" y="2190988"/>
                  </a:lnTo>
                  <a:lnTo>
                    <a:pt x="393276" y="2191411"/>
                  </a:lnTo>
                  <a:lnTo>
                    <a:pt x="392205" y="2191835"/>
                  </a:lnTo>
                  <a:lnTo>
                    <a:pt x="391133" y="2192258"/>
                  </a:lnTo>
                  <a:lnTo>
                    <a:pt x="390061" y="2192680"/>
                  </a:lnTo>
                  <a:lnTo>
                    <a:pt x="388990" y="2193103"/>
                  </a:lnTo>
                  <a:lnTo>
                    <a:pt x="387918" y="2193525"/>
                  </a:lnTo>
                  <a:lnTo>
                    <a:pt x="386847" y="2193946"/>
                  </a:lnTo>
                  <a:lnTo>
                    <a:pt x="385775" y="2194367"/>
                  </a:lnTo>
                  <a:lnTo>
                    <a:pt x="384703" y="2194788"/>
                  </a:lnTo>
                  <a:lnTo>
                    <a:pt x="383632" y="2195209"/>
                  </a:lnTo>
                  <a:lnTo>
                    <a:pt x="382560" y="2195629"/>
                  </a:lnTo>
                  <a:lnTo>
                    <a:pt x="381489" y="2196049"/>
                  </a:lnTo>
                  <a:lnTo>
                    <a:pt x="380417" y="2196469"/>
                  </a:lnTo>
                  <a:lnTo>
                    <a:pt x="379345" y="2196888"/>
                  </a:lnTo>
                  <a:lnTo>
                    <a:pt x="378274" y="2197307"/>
                  </a:lnTo>
                  <a:lnTo>
                    <a:pt x="377202" y="2197725"/>
                  </a:lnTo>
                  <a:lnTo>
                    <a:pt x="376131" y="2198143"/>
                  </a:lnTo>
                  <a:lnTo>
                    <a:pt x="375059" y="2198561"/>
                  </a:lnTo>
                  <a:lnTo>
                    <a:pt x="373987" y="2198979"/>
                  </a:lnTo>
                  <a:lnTo>
                    <a:pt x="372916" y="2199396"/>
                  </a:lnTo>
                  <a:lnTo>
                    <a:pt x="371844" y="2199813"/>
                  </a:lnTo>
                  <a:lnTo>
                    <a:pt x="370773" y="2200229"/>
                  </a:lnTo>
                  <a:lnTo>
                    <a:pt x="369701" y="2200645"/>
                  </a:lnTo>
                  <a:lnTo>
                    <a:pt x="368629" y="2201061"/>
                  </a:lnTo>
                  <a:lnTo>
                    <a:pt x="367558" y="2201476"/>
                  </a:lnTo>
                  <a:lnTo>
                    <a:pt x="366486" y="2201891"/>
                  </a:lnTo>
                  <a:lnTo>
                    <a:pt x="365415" y="2202306"/>
                  </a:lnTo>
                  <a:lnTo>
                    <a:pt x="364343" y="2202720"/>
                  </a:lnTo>
                  <a:lnTo>
                    <a:pt x="363271" y="2203134"/>
                  </a:lnTo>
                  <a:lnTo>
                    <a:pt x="362200" y="2203548"/>
                  </a:lnTo>
                  <a:lnTo>
                    <a:pt x="361128" y="2203961"/>
                  </a:lnTo>
                  <a:lnTo>
                    <a:pt x="360057" y="2204374"/>
                  </a:lnTo>
                  <a:lnTo>
                    <a:pt x="358985" y="2204786"/>
                  </a:lnTo>
                  <a:lnTo>
                    <a:pt x="357913" y="2205199"/>
                  </a:lnTo>
                  <a:lnTo>
                    <a:pt x="356842" y="2205610"/>
                  </a:lnTo>
                  <a:lnTo>
                    <a:pt x="355770" y="2206022"/>
                  </a:lnTo>
                  <a:lnTo>
                    <a:pt x="354699" y="2206433"/>
                  </a:lnTo>
                  <a:lnTo>
                    <a:pt x="353627" y="2206844"/>
                  </a:lnTo>
                  <a:lnTo>
                    <a:pt x="352556" y="2207254"/>
                  </a:lnTo>
                  <a:lnTo>
                    <a:pt x="351484" y="2207664"/>
                  </a:lnTo>
                  <a:lnTo>
                    <a:pt x="350412" y="2208074"/>
                  </a:lnTo>
                  <a:lnTo>
                    <a:pt x="349341" y="2208483"/>
                  </a:lnTo>
                  <a:lnTo>
                    <a:pt x="348269" y="2208892"/>
                  </a:lnTo>
                  <a:lnTo>
                    <a:pt x="347198" y="2209301"/>
                  </a:lnTo>
                  <a:lnTo>
                    <a:pt x="346126" y="2209709"/>
                  </a:lnTo>
                  <a:lnTo>
                    <a:pt x="345054" y="2210117"/>
                  </a:lnTo>
                  <a:lnTo>
                    <a:pt x="343983" y="2210524"/>
                  </a:lnTo>
                  <a:lnTo>
                    <a:pt x="342911" y="2210932"/>
                  </a:lnTo>
                  <a:lnTo>
                    <a:pt x="341840" y="2211338"/>
                  </a:lnTo>
                  <a:lnTo>
                    <a:pt x="340768" y="2211745"/>
                  </a:lnTo>
                  <a:lnTo>
                    <a:pt x="339696" y="2212151"/>
                  </a:lnTo>
                  <a:lnTo>
                    <a:pt x="338625" y="2212557"/>
                  </a:lnTo>
                  <a:lnTo>
                    <a:pt x="337553" y="2212962"/>
                  </a:lnTo>
                  <a:lnTo>
                    <a:pt x="336482" y="2213367"/>
                  </a:lnTo>
                  <a:lnTo>
                    <a:pt x="335410" y="2213772"/>
                  </a:lnTo>
                  <a:lnTo>
                    <a:pt x="334338" y="2214176"/>
                  </a:lnTo>
                  <a:lnTo>
                    <a:pt x="333267" y="2214580"/>
                  </a:lnTo>
                  <a:lnTo>
                    <a:pt x="332195" y="2214983"/>
                  </a:lnTo>
                  <a:lnTo>
                    <a:pt x="331124" y="2215386"/>
                  </a:lnTo>
                  <a:lnTo>
                    <a:pt x="330052" y="2215789"/>
                  </a:lnTo>
                  <a:lnTo>
                    <a:pt x="328980" y="2216192"/>
                  </a:lnTo>
                  <a:lnTo>
                    <a:pt x="327909" y="2216594"/>
                  </a:lnTo>
                  <a:lnTo>
                    <a:pt x="326837" y="2216995"/>
                  </a:lnTo>
                  <a:lnTo>
                    <a:pt x="325766" y="2217397"/>
                  </a:lnTo>
                  <a:lnTo>
                    <a:pt x="324694" y="2217798"/>
                  </a:lnTo>
                  <a:lnTo>
                    <a:pt x="323622" y="2218198"/>
                  </a:lnTo>
                  <a:lnTo>
                    <a:pt x="322551" y="2218598"/>
                  </a:lnTo>
                  <a:lnTo>
                    <a:pt x="321479" y="2218998"/>
                  </a:lnTo>
                  <a:lnTo>
                    <a:pt x="320408" y="2219398"/>
                  </a:lnTo>
                  <a:lnTo>
                    <a:pt x="319336" y="2219797"/>
                  </a:lnTo>
                  <a:lnTo>
                    <a:pt x="318264" y="2220195"/>
                  </a:lnTo>
                  <a:lnTo>
                    <a:pt x="317193" y="2220594"/>
                  </a:lnTo>
                  <a:lnTo>
                    <a:pt x="316121" y="2220992"/>
                  </a:lnTo>
                  <a:lnTo>
                    <a:pt x="315050" y="2221389"/>
                  </a:lnTo>
                  <a:lnTo>
                    <a:pt x="313978" y="2221787"/>
                  </a:lnTo>
                  <a:lnTo>
                    <a:pt x="312906" y="2222184"/>
                  </a:lnTo>
                  <a:lnTo>
                    <a:pt x="311835" y="2222580"/>
                  </a:lnTo>
                  <a:lnTo>
                    <a:pt x="310763" y="2222976"/>
                  </a:lnTo>
                  <a:lnTo>
                    <a:pt x="309692" y="2223372"/>
                  </a:lnTo>
                  <a:lnTo>
                    <a:pt x="308620" y="2223767"/>
                  </a:lnTo>
                  <a:lnTo>
                    <a:pt x="307548" y="2224162"/>
                  </a:lnTo>
                  <a:lnTo>
                    <a:pt x="306477" y="2224557"/>
                  </a:lnTo>
                  <a:lnTo>
                    <a:pt x="305405" y="2224951"/>
                  </a:lnTo>
                  <a:lnTo>
                    <a:pt x="304334" y="2225345"/>
                  </a:lnTo>
                  <a:lnTo>
                    <a:pt x="303262" y="2225739"/>
                  </a:lnTo>
                  <a:lnTo>
                    <a:pt x="302190" y="2226132"/>
                  </a:lnTo>
                  <a:lnTo>
                    <a:pt x="301119" y="2226525"/>
                  </a:lnTo>
                  <a:lnTo>
                    <a:pt x="300047" y="2226917"/>
                  </a:lnTo>
                  <a:lnTo>
                    <a:pt x="298976" y="2227309"/>
                  </a:lnTo>
                  <a:lnTo>
                    <a:pt x="297904" y="2227701"/>
                  </a:lnTo>
                  <a:lnTo>
                    <a:pt x="296832" y="2228092"/>
                  </a:lnTo>
                  <a:lnTo>
                    <a:pt x="295761" y="2228483"/>
                  </a:lnTo>
                  <a:lnTo>
                    <a:pt x="294689" y="2228874"/>
                  </a:lnTo>
                  <a:lnTo>
                    <a:pt x="293618" y="2229264"/>
                  </a:lnTo>
                  <a:lnTo>
                    <a:pt x="292546" y="2229654"/>
                  </a:lnTo>
                  <a:lnTo>
                    <a:pt x="291474" y="2230043"/>
                  </a:lnTo>
                  <a:lnTo>
                    <a:pt x="290403" y="2230432"/>
                  </a:lnTo>
                  <a:lnTo>
                    <a:pt x="289331" y="2230821"/>
                  </a:lnTo>
                  <a:lnTo>
                    <a:pt x="288260" y="2231209"/>
                  </a:lnTo>
                  <a:lnTo>
                    <a:pt x="287188" y="2231597"/>
                  </a:lnTo>
                  <a:lnTo>
                    <a:pt x="286116" y="2231984"/>
                  </a:lnTo>
                  <a:lnTo>
                    <a:pt x="285045" y="2232372"/>
                  </a:lnTo>
                  <a:lnTo>
                    <a:pt x="283973" y="2232758"/>
                  </a:lnTo>
                  <a:lnTo>
                    <a:pt x="282902" y="2233145"/>
                  </a:lnTo>
                  <a:lnTo>
                    <a:pt x="281830" y="2233531"/>
                  </a:lnTo>
                  <a:lnTo>
                    <a:pt x="280758" y="2233916"/>
                  </a:lnTo>
                  <a:lnTo>
                    <a:pt x="279687" y="2234302"/>
                  </a:lnTo>
                  <a:lnTo>
                    <a:pt x="278615" y="2234687"/>
                  </a:lnTo>
                  <a:lnTo>
                    <a:pt x="277544" y="2235071"/>
                  </a:lnTo>
                  <a:lnTo>
                    <a:pt x="276472" y="2235455"/>
                  </a:lnTo>
                  <a:lnTo>
                    <a:pt x="275400" y="2235839"/>
                  </a:lnTo>
                  <a:lnTo>
                    <a:pt x="274329" y="2236222"/>
                  </a:lnTo>
                  <a:lnTo>
                    <a:pt x="273257" y="2236605"/>
                  </a:lnTo>
                  <a:lnTo>
                    <a:pt x="272186" y="2236988"/>
                  </a:lnTo>
                  <a:lnTo>
                    <a:pt x="271114" y="2237370"/>
                  </a:lnTo>
                  <a:lnTo>
                    <a:pt x="270042" y="2237752"/>
                  </a:lnTo>
                  <a:lnTo>
                    <a:pt x="268971" y="2238134"/>
                  </a:lnTo>
                  <a:lnTo>
                    <a:pt x="267899" y="2238515"/>
                  </a:lnTo>
                  <a:lnTo>
                    <a:pt x="266828" y="2238896"/>
                  </a:lnTo>
                  <a:lnTo>
                    <a:pt x="265756" y="2239276"/>
                  </a:lnTo>
                  <a:lnTo>
                    <a:pt x="264684" y="2239656"/>
                  </a:lnTo>
                  <a:lnTo>
                    <a:pt x="263613" y="2240036"/>
                  </a:lnTo>
                  <a:lnTo>
                    <a:pt x="262541" y="2240415"/>
                  </a:lnTo>
                  <a:lnTo>
                    <a:pt x="261470" y="2240794"/>
                  </a:lnTo>
                  <a:lnTo>
                    <a:pt x="260398" y="2241172"/>
                  </a:lnTo>
                  <a:lnTo>
                    <a:pt x="259326" y="2241550"/>
                  </a:lnTo>
                  <a:lnTo>
                    <a:pt x="258255" y="2241928"/>
                  </a:lnTo>
                  <a:lnTo>
                    <a:pt x="257183" y="2242305"/>
                  </a:lnTo>
                  <a:lnTo>
                    <a:pt x="256112" y="2242682"/>
                  </a:lnTo>
                  <a:lnTo>
                    <a:pt x="255040" y="2243059"/>
                  </a:lnTo>
                  <a:lnTo>
                    <a:pt x="253968" y="2243435"/>
                  </a:lnTo>
                  <a:lnTo>
                    <a:pt x="252897" y="2243811"/>
                  </a:lnTo>
                  <a:lnTo>
                    <a:pt x="251825" y="2244187"/>
                  </a:lnTo>
                  <a:lnTo>
                    <a:pt x="250754" y="2244562"/>
                  </a:lnTo>
                  <a:lnTo>
                    <a:pt x="249682" y="2244936"/>
                  </a:lnTo>
                  <a:lnTo>
                    <a:pt x="248610" y="2245311"/>
                  </a:lnTo>
                  <a:lnTo>
                    <a:pt x="247539" y="2245685"/>
                  </a:lnTo>
                  <a:lnTo>
                    <a:pt x="246467" y="2246058"/>
                  </a:lnTo>
                  <a:lnTo>
                    <a:pt x="245396" y="2246431"/>
                  </a:lnTo>
                  <a:lnTo>
                    <a:pt x="244324" y="2246804"/>
                  </a:lnTo>
                  <a:lnTo>
                    <a:pt x="243252" y="2247177"/>
                  </a:lnTo>
                  <a:lnTo>
                    <a:pt x="242181" y="2247549"/>
                  </a:lnTo>
                  <a:lnTo>
                    <a:pt x="241109" y="2247920"/>
                  </a:lnTo>
                  <a:lnTo>
                    <a:pt x="240038" y="2248292"/>
                  </a:lnTo>
                  <a:lnTo>
                    <a:pt x="238966" y="2248663"/>
                  </a:lnTo>
                  <a:lnTo>
                    <a:pt x="237894" y="2249033"/>
                  </a:lnTo>
                  <a:lnTo>
                    <a:pt x="236823" y="2249403"/>
                  </a:lnTo>
                  <a:lnTo>
                    <a:pt x="235751" y="2249773"/>
                  </a:lnTo>
                  <a:lnTo>
                    <a:pt x="234680" y="2250142"/>
                  </a:lnTo>
                  <a:lnTo>
                    <a:pt x="233608" y="2250512"/>
                  </a:lnTo>
                  <a:lnTo>
                    <a:pt x="232536" y="2250880"/>
                  </a:lnTo>
                  <a:lnTo>
                    <a:pt x="231465" y="2251248"/>
                  </a:lnTo>
                  <a:lnTo>
                    <a:pt x="230393" y="2251616"/>
                  </a:lnTo>
                  <a:lnTo>
                    <a:pt x="229322" y="2251984"/>
                  </a:lnTo>
                  <a:lnTo>
                    <a:pt x="228250" y="2252351"/>
                  </a:lnTo>
                  <a:lnTo>
                    <a:pt x="227178" y="2252718"/>
                  </a:lnTo>
                  <a:lnTo>
                    <a:pt x="226107" y="2253084"/>
                  </a:lnTo>
                  <a:lnTo>
                    <a:pt x="225035" y="2253450"/>
                  </a:lnTo>
                  <a:lnTo>
                    <a:pt x="223964" y="2253816"/>
                  </a:lnTo>
                  <a:lnTo>
                    <a:pt x="222892" y="2254181"/>
                  </a:lnTo>
                  <a:lnTo>
                    <a:pt x="221820" y="2254546"/>
                  </a:lnTo>
                  <a:lnTo>
                    <a:pt x="220749" y="2254910"/>
                  </a:lnTo>
                  <a:lnTo>
                    <a:pt x="219677" y="2255275"/>
                  </a:lnTo>
                  <a:lnTo>
                    <a:pt x="218606" y="2255638"/>
                  </a:lnTo>
                  <a:lnTo>
                    <a:pt x="217534" y="2256002"/>
                  </a:lnTo>
                  <a:lnTo>
                    <a:pt x="216462" y="2256365"/>
                  </a:lnTo>
                  <a:lnTo>
                    <a:pt x="215391" y="2256727"/>
                  </a:lnTo>
                  <a:lnTo>
                    <a:pt x="214319" y="2257090"/>
                  </a:lnTo>
                  <a:lnTo>
                    <a:pt x="213248" y="2257451"/>
                  </a:lnTo>
                  <a:lnTo>
                    <a:pt x="212176" y="2257813"/>
                  </a:lnTo>
                  <a:lnTo>
                    <a:pt x="211104" y="2258174"/>
                  </a:lnTo>
                  <a:lnTo>
                    <a:pt x="210033" y="2258535"/>
                  </a:lnTo>
                  <a:lnTo>
                    <a:pt x="208961" y="2258895"/>
                  </a:lnTo>
                  <a:lnTo>
                    <a:pt x="207890" y="2259255"/>
                  </a:lnTo>
                  <a:lnTo>
                    <a:pt x="206818" y="2259615"/>
                  </a:lnTo>
                  <a:lnTo>
                    <a:pt x="205746" y="2259974"/>
                  </a:lnTo>
                  <a:lnTo>
                    <a:pt x="204675" y="2260333"/>
                  </a:lnTo>
                  <a:lnTo>
                    <a:pt x="203603" y="2260691"/>
                  </a:lnTo>
                  <a:lnTo>
                    <a:pt x="202532" y="2261049"/>
                  </a:lnTo>
                  <a:lnTo>
                    <a:pt x="201460" y="2261407"/>
                  </a:lnTo>
                  <a:lnTo>
                    <a:pt x="200388" y="2261764"/>
                  </a:lnTo>
                  <a:lnTo>
                    <a:pt x="199317" y="2262121"/>
                  </a:lnTo>
                  <a:lnTo>
                    <a:pt x="198245" y="2262478"/>
                  </a:lnTo>
                  <a:lnTo>
                    <a:pt x="197174" y="2262834"/>
                  </a:lnTo>
                  <a:lnTo>
                    <a:pt x="196102" y="2263190"/>
                  </a:lnTo>
                  <a:lnTo>
                    <a:pt x="195030" y="2263545"/>
                  </a:lnTo>
                  <a:lnTo>
                    <a:pt x="193959" y="2263900"/>
                  </a:lnTo>
                  <a:lnTo>
                    <a:pt x="192887" y="2264255"/>
                  </a:lnTo>
                  <a:lnTo>
                    <a:pt x="191816" y="2264610"/>
                  </a:lnTo>
                  <a:lnTo>
                    <a:pt x="190744" y="2264963"/>
                  </a:lnTo>
                  <a:lnTo>
                    <a:pt x="189672" y="2265317"/>
                  </a:lnTo>
                  <a:lnTo>
                    <a:pt x="188601" y="2265670"/>
                  </a:lnTo>
                  <a:lnTo>
                    <a:pt x="187529" y="2266023"/>
                  </a:lnTo>
                  <a:lnTo>
                    <a:pt x="186458" y="2266376"/>
                  </a:lnTo>
                  <a:lnTo>
                    <a:pt x="185386" y="2266728"/>
                  </a:lnTo>
                  <a:lnTo>
                    <a:pt x="184314" y="2267079"/>
                  </a:lnTo>
                  <a:lnTo>
                    <a:pt x="183243" y="2267431"/>
                  </a:lnTo>
                  <a:lnTo>
                    <a:pt x="182171" y="2267782"/>
                  </a:lnTo>
                  <a:lnTo>
                    <a:pt x="181100" y="2268132"/>
                  </a:lnTo>
                  <a:lnTo>
                    <a:pt x="180028" y="2268483"/>
                  </a:lnTo>
                  <a:lnTo>
                    <a:pt x="178956" y="2268832"/>
                  </a:lnTo>
                  <a:lnTo>
                    <a:pt x="177885" y="2269182"/>
                  </a:lnTo>
                  <a:lnTo>
                    <a:pt x="176813" y="2269531"/>
                  </a:lnTo>
                  <a:lnTo>
                    <a:pt x="175742" y="2269880"/>
                  </a:lnTo>
                  <a:lnTo>
                    <a:pt x="174670" y="2270228"/>
                  </a:lnTo>
                  <a:lnTo>
                    <a:pt x="173599" y="2270576"/>
                  </a:lnTo>
                  <a:lnTo>
                    <a:pt x="172527" y="2270924"/>
                  </a:lnTo>
                  <a:lnTo>
                    <a:pt x="171455" y="2271271"/>
                  </a:lnTo>
                  <a:lnTo>
                    <a:pt x="170384" y="2271618"/>
                  </a:lnTo>
                  <a:lnTo>
                    <a:pt x="169312" y="2271964"/>
                  </a:lnTo>
                  <a:lnTo>
                    <a:pt x="168241" y="2272310"/>
                  </a:lnTo>
                  <a:lnTo>
                    <a:pt x="167169" y="2272656"/>
                  </a:lnTo>
                  <a:lnTo>
                    <a:pt x="166097" y="2273001"/>
                  </a:lnTo>
                  <a:lnTo>
                    <a:pt x="165026" y="2273346"/>
                  </a:lnTo>
                  <a:lnTo>
                    <a:pt x="163954" y="2273691"/>
                  </a:lnTo>
                  <a:lnTo>
                    <a:pt x="162883" y="2274035"/>
                  </a:lnTo>
                  <a:lnTo>
                    <a:pt x="161811" y="2274379"/>
                  </a:lnTo>
                  <a:lnTo>
                    <a:pt x="160739" y="2274723"/>
                  </a:lnTo>
                  <a:lnTo>
                    <a:pt x="159668" y="2275066"/>
                  </a:lnTo>
                  <a:lnTo>
                    <a:pt x="158596" y="2275409"/>
                  </a:lnTo>
                  <a:lnTo>
                    <a:pt x="157525" y="2275751"/>
                  </a:lnTo>
                  <a:lnTo>
                    <a:pt x="156453" y="2276093"/>
                  </a:lnTo>
                  <a:lnTo>
                    <a:pt x="155381" y="2276435"/>
                  </a:lnTo>
                  <a:lnTo>
                    <a:pt x="154310" y="2276776"/>
                  </a:lnTo>
                  <a:lnTo>
                    <a:pt x="153238" y="2277117"/>
                  </a:lnTo>
                  <a:lnTo>
                    <a:pt x="152167" y="2277458"/>
                  </a:lnTo>
                  <a:lnTo>
                    <a:pt x="151095" y="2277798"/>
                  </a:lnTo>
                  <a:lnTo>
                    <a:pt x="150023" y="2278138"/>
                  </a:lnTo>
                  <a:lnTo>
                    <a:pt x="148952" y="2278477"/>
                  </a:lnTo>
                  <a:lnTo>
                    <a:pt x="147880" y="2278816"/>
                  </a:lnTo>
                  <a:lnTo>
                    <a:pt x="146809" y="2279155"/>
                  </a:lnTo>
                  <a:lnTo>
                    <a:pt x="145737" y="2279493"/>
                  </a:lnTo>
                  <a:lnTo>
                    <a:pt x="144665" y="2279831"/>
                  </a:lnTo>
                  <a:lnTo>
                    <a:pt x="143594" y="2280169"/>
                  </a:lnTo>
                  <a:lnTo>
                    <a:pt x="142522" y="2280506"/>
                  </a:lnTo>
                  <a:lnTo>
                    <a:pt x="141451" y="2280843"/>
                  </a:lnTo>
                  <a:lnTo>
                    <a:pt x="140379" y="2281180"/>
                  </a:lnTo>
                  <a:lnTo>
                    <a:pt x="139307" y="2281516"/>
                  </a:lnTo>
                  <a:lnTo>
                    <a:pt x="138236" y="2281852"/>
                  </a:lnTo>
                  <a:lnTo>
                    <a:pt x="137164" y="2282187"/>
                  </a:lnTo>
                  <a:lnTo>
                    <a:pt x="136093" y="2282522"/>
                  </a:lnTo>
                  <a:lnTo>
                    <a:pt x="135021" y="2282857"/>
                  </a:lnTo>
                  <a:lnTo>
                    <a:pt x="133949" y="2283191"/>
                  </a:lnTo>
                  <a:lnTo>
                    <a:pt x="132878" y="2283525"/>
                  </a:lnTo>
                  <a:lnTo>
                    <a:pt x="131806" y="2283859"/>
                  </a:lnTo>
                  <a:lnTo>
                    <a:pt x="130735" y="2284192"/>
                  </a:lnTo>
                  <a:lnTo>
                    <a:pt x="129663" y="2284525"/>
                  </a:lnTo>
                  <a:lnTo>
                    <a:pt x="128591" y="2284857"/>
                  </a:lnTo>
                  <a:lnTo>
                    <a:pt x="127520" y="2285189"/>
                  </a:lnTo>
                  <a:lnTo>
                    <a:pt x="126448" y="2285521"/>
                  </a:lnTo>
                  <a:lnTo>
                    <a:pt x="125377" y="2285852"/>
                  </a:lnTo>
                  <a:lnTo>
                    <a:pt x="124305" y="2286183"/>
                  </a:lnTo>
                  <a:lnTo>
                    <a:pt x="123233" y="2286514"/>
                  </a:lnTo>
                  <a:lnTo>
                    <a:pt x="122162" y="2286844"/>
                  </a:lnTo>
                  <a:lnTo>
                    <a:pt x="121090" y="2287174"/>
                  </a:lnTo>
                  <a:lnTo>
                    <a:pt x="120019" y="2287504"/>
                  </a:lnTo>
                  <a:lnTo>
                    <a:pt x="118947" y="2287833"/>
                  </a:lnTo>
                  <a:lnTo>
                    <a:pt x="117875" y="2288162"/>
                  </a:lnTo>
                  <a:lnTo>
                    <a:pt x="116804" y="2288490"/>
                  </a:lnTo>
                  <a:lnTo>
                    <a:pt x="115732" y="2288819"/>
                  </a:lnTo>
                  <a:lnTo>
                    <a:pt x="114661" y="2289146"/>
                  </a:lnTo>
                  <a:lnTo>
                    <a:pt x="113589" y="2289474"/>
                  </a:lnTo>
                  <a:lnTo>
                    <a:pt x="112517" y="2289801"/>
                  </a:lnTo>
                  <a:lnTo>
                    <a:pt x="111446" y="2290128"/>
                  </a:lnTo>
                  <a:lnTo>
                    <a:pt x="110374" y="2290454"/>
                  </a:lnTo>
                  <a:lnTo>
                    <a:pt x="109303" y="2290780"/>
                  </a:lnTo>
                  <a:lnTo>
                    <a:pt x="108231" y="2291105"/>
                  </a:lnTo>
                  <a:lnTo>
                    <a:pt x="107159" y="2291431"/>
                  </a:lnTo>
                  <a:lnTo>
                    <a:pt x="106088" y="2291756"/>
                  </a:lnTo>
                  <a:lnTo>
                    <a:pt x="105016" y="2292080"/>
                  </a:lnTo>
                  <a:lnTo>
                    <a:pt x="103945" y="2292404"/>
                  </a:lnTo>
                  <a:lnTo>
                    <a:pt x="102873" y="2292728"/>
                  </a:lnTo>
                  <a:lnTo>
                    <a:pt x="101801" y="2293051"/>
                  </a:lnTo>
                  <a:lnTo>
                    <a:pt x="100730" y="2293375"/>
                  </a:lnTo>
                  <a:lnTo>
                    <a:pt x="99658" y="2293697"/>
                  </a:lnTo>
                  <a:lnTo>
                    <a:pt x="98587" y="2294020"/>
                  </a:lnTo>
                  <a:lnTo>
                    <a:pt x="97515" y="2294342"/>
                  </a:lnTo>
                  <a:lnTo>
                    <a:pt x="96443" y="2294663"/>
                  </a:lnTo>
                  <a:lnTo>
                    <a:pt x="95372" y="2294985"/>
                  </a:lnTo>
                  <a:lnTo>
                    <a:pt x="94300" y="2295305"/>
                  </a:lnTo>
                  <a:lnTo>
                    <a:pt x="93229" y="2295626"/>
                  </a:lnTo>
                  <a:lnTo>
                    <a:pt x="92157" y="2295946"/>
                  </a:lnTo>
                  <a:lnTo>
                    <a:pt x="91085" y="2296266"/>
                  </a:lnTo>
                  <a:lnTo>
                    <a:pt x="90014" y="2296586"/>
                  </a:lnTo>
                  <a:lnTo>
                    <a:pt x="88942" y="2296905"/>
                  </a:lnTo>
                  <a:lnTo>
                    <a:pt x="87871" y="2297224"/>
                  </a:lnTo>
                  <a:lnTo>
                    <a:pt x="86799" y="2297542"/>
                  </a:lnTo>
                  <a:lnTo>
                    <a:pt x="85727" y="2297860"/>
                  </a:lnTo>
                  <a:lnTo>
                    <a:pt x="84656" y="2298178"/>
                  </a:lnTo>
                  <a:lnTo>
                    <a:pt x="83584" y="2298495"/>
                  </a:lnTo>
                  <a:lnTo>
                    <a:pt x="82513" y="2298812"/>
                  </a:lnTo>
                  <a:lnTo>
                    <a:pt x="81441" y="2299129"/>
                  </a:lnTo>
                  <a:lnTo>
                    <a:pt x="80369" y="2299445"/>
                  </a:lnTo>
                  <a:lnTo>
                    <a:pt x="79298" y="2299761"/>
                  </a:lnTo>
                  <a:lnTo>
                    <a:pt x="78226" y="2300077"/>
                  </a:lnTo>
                  <a:lnTo>
                    <a:pt x="77155" y="2300392"/>
                  </a:lnTo>
                  <a:lnTo>
                    <a:pt x="76083" y="2300707"/>
                  </a:lnTo>
                  <a:lnTo>
                    <a:pt x="75011" y="2301021"/>
                  </a:lnTo>
                  <a:lnTo>
                    <a:pt x="73940" y="2301336"/>
                  </a:lnTo>
                  <a:lnTo>
                    <a:pt x="72868" y="2301650"/>
                  </a:lnTo>
                  <a:lnTo>
                    <a:pt x="71797" y="2301963"/>
                  </a:lnTo>
                  <a:lnTo>
                    <a:pt x="70725" y="2302276"/>
                  </a:lnTo>
                  <a:lnTo>
                    <a:pt x="69653" y="2302589"/>
                  </a:lnTo>
                  <a:lnTo>
                    <a:pt x="68582" y="2302901"/>
                  </a:lnTo>
                  <a:lnTo>
                    <a:pt x="67510" y="2303213"/>
                  </a:lnTo>
                  <a:lnTo>
                    <a:pt x="66439" y="2303525"/>
                  </a:lnTo>
                  <a:lnTo>
                    <a:pt x="65367" y="2303837"/>
                  </a:lnTo>
                  <a:lnTo>
                    <a:pt x="64295" y="2304148"/>
                  </a:lnTo>
                  <a:lnTo>
                    <a:pt x="63224" y="2304458"/>
                  </a:lnTo>
                  <a:lnTo>
                    <a:pt x="62152" y="2304769"/>
                  </a:lnTo>
                  <a:lnTo>
                    <a:pt x="61081" y="2305079"/>
                  </a:lnTo>
                  <a:lnTo>
                    <a:pt x="60009" y="2305388"/>
                  </a:lnTo>
                  <a:lnTo>
                    <a:pt x="58937" y="2305697"/>
                  </a:lnTo>
                  <a:lnTo>
                    <a:pt x="57866" y="2306006"/>
                  </a:lnTo>
                  <a:lnTo>
                    <a:pt x="56794" y="2306315"/>
                  </a:lnTo>
                  <a:lnTo>
                    <a:pt x="55723" y="2306623"/>
                  </a:lnTo>
                  <a:lnTo>
                    <a:pt x="54651" y="2306931"/>
                  </a:lnTo>
                  <a:lnTo>
                    <a:pt x="53579" y="2307239"/>
                  </a:lnTo>
                  <a:lnTo>
                    <a:pt x="52508" y="2307546"/>
                  </a:lnTo>
                  <a:lnTo>
                    <a:pt x="51436" y="2307853"/>
                  </a:lnTo>
                  <a:lnTo>
                    <a:pt x="50365" y="2308159"/>
                  </a:lnTo>
                  <a:lnTo>
                    <a:pt x="49293" y="2308465"/>
                  </a:lnTo>
                  <a:lnTo>
                    <a:pt x="48221" y="2308771"/>
                  </a:lnTo>
                  <a:lnTo>
                    <a:pt x="47150" y="2309077"/>
                  </a:lnTo>
                  <a:lnTo>
                    <a:pt x="46078" y="2309382"/>
                  </a:lnTo>
                  <a:lnTo>
                    <a:pt x="45007" y="2309686"/>
                  </a:lnTo>
                  <a:lnTo>
                    <a:pt x="43935" y="2309991"/>
                  </a:lnTo>
                  <a:lnTo>
                    <a:pt x="42863" y="2310295"/>
                  </a:lnTo>
                  <a:lnTo>
                    <a:pt x="41792" y="2310599"/>
                  </a:lnTo>
                  <a:lnTo>
                    <a:pt x="40720" y="2310902"/>
                  </a:lnTo>
                  <a:lnTo>
                    <a:pt x="39649" y="2311205"/>
                  </a:lnTo>
                  <a:lnTo>
                    <a:pt x="38577" y="2311508"/>
                  </a:lnTo>
                  <a:lnTo>
                    <a:pt x="37505" y="2311810"/>
                  </a:lnTo>
                  <a:lnTo>
                    <a:pt x="36434" y="2312112"/>
                  </a:lnTo>
                  <a:lnTo>
                    <a:pt x="35362" y="2312414"/>
                  </a:lnTo>
                  <a:lnTo>
                    <a:pt x="34291" y="2312715"/>
                  </a:lnTo>
                  <a:lnTo>
                    <a:pt x="33219" y="2313016"/>
                  </a:lnTo>
                  <a:lnTo>
                    <a:pt x="32147" y="2313317"/>
                  </a:lnTo>
                  <a:lnTo>
                    <a:pt x="31076" y="2313617"/>
                  </a:lnTo>
                  <a:lnTo>
                    <a:pt x="30004" y="2313917"/>
                  </a:lnTo>
                  <a:lnTo>
                    <a:pt x="28933" y="2314217"/>
                  </a:lnTo>
                  <a:lnTo>
                    <a:pt x="27861" y="2314516"/>
                  </a:lnTo>
                  <a:lnTo>
                    <a:pt x="26789" y="2314815"/>
                  </a:lnTo>
                  <a:lnTo>
                    <a:pt x="25718" y="2315114"/>
                  </a:lnTo>
                  <a:lnTo>
                    <a:pt x="24646" y="2315412"/>
                  </a:lnTo>
                  <a:lnTo>
                    <a:pt x="23575" y="2315710"/>
                  </a:lnTo>
                  <a:lnTo>
                    <a:pt x="22503" y="2316007"/>
                  </a:lnTo>
                  <a:lnTo>
                    <a:pt x="21431" y="2316305"/>
                  </a:lnTo>
                  <a:lnTo>
                    <a:pt x="20360" y="2316601"/>
                  </a:lnTo>
                  <a:lnTo>
                    <a:pt x="19288" y="2316898"/>
                  </a:lnTo>
                  <a:lnTo>
                    <a:pt x="18217" y="2317194"/>
                  </a:lnTo>
                  <a:lnTo>
                    <a:pt x="17145" y="2317490"/>
                  </a:lnTo>
                  <a:lnTo>
                    <a:pt x="16073" y="2317786"/>
                  </a:lnTo>
                  <a:lnTo>
                    <a:pt x="15002" y="2318081"/>
                  </a:lnTo>
                  <a:lnTo>
                    <a:pt x="13930" y="2318376"/>
                  </a:lnTo>
                  <a:lnTo>
                    <a:pt x="12859" y="2318670"/>
                  </a:lnTo>
                  <a:lnTo>
                    <a:pt x="11787" y="2318965"/>
                  </a:lnTo>
                  <a:lnTo>
                    <a:pt x="10715" y="2319258"/>
                  </a:lnTo>
                  <a:lnTo>
                    <a:pt x="9644" y="2319552"/>
                  </a:lnTo>
                  <a:lnTo>
                    <a:pt x="8572" y="2319845"/>
                  </a:lnTo>
                  <a:lnTo>
                    <a:pt x="7501" y="2320138"/>
                  </a:lnTo>
                  <a:lnTo>
                    <a:pt x="6429" y="2320430"/>
                  </a:lnTo>
                  <a:lnTo>
                    <a:pt x="5357" y="2320723"/>
                  </a:lnTo>
                  <a:lnTo>
                    <a:pt x="4286" y="2321015"/>
                  </a:lnTo>
                  <a:lnTo>
                    <a:pt x="3214" y="2321306"/>
                  </a:lnTo>
                  <a:lnTo>
                    <a:pt x="2143" y="2321597"/>
                  </a:lnTo>
                  <a:lnTo>
                    <a:pt x="1071" y="2321888"/>
                  </a:lnTo>
                  <a:lnTo>
                    <a:pt x="0" y="2322179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684231" y="361595"/>
              <a:ext cx="3856684" cy="2173504"/>
            </a:xfrm>
            <a:custGeom>
              <a:avLst/>
              <a:gdLst/>
              <a:ahLst/>
              <a:cxnLst/>
              <a:rect l="0" t="0" r="0" b="0"/>
              <a:pathLst>
                <a:path w="3856684" h="2173504">
                  <a:moveTo>
                    <a:pt x="0" y="2173504"/>
                  </a:moveTo>
                  <a:lnTo>
                    <a:pt x="1071" y="2173273"/>
                  </a:lnTo>
                  <a:lnTo>
                    <a:pt x="2143" y="2173042"/>
                  </a:lnTo>
                  <a:lnTo>
                    <a:pt x="3214" y="2172811"/>
                  </a:lnTo>
                  <a:lnTo>
                    <a:pt x="4286" y="2172579"/>
                  </a:lnTo>
                  <a:lnTo>
                    <a:pt x="5357" y="2172347"/>
                  </a:lnTo>
                  <a:lnTo>
                    <a:pt x="6429" y="2172115"/>
                  </a:lnTo>
                  <a:lnTo>
                    <a:pt x="7501" y="2171883"/>
                  </a:lnTo>
                  <a:lnTo>
                    <a:pt x="8572" y="2171651"/>
                  </a:lnTo>
                  <a:lnTo>
                    <a:pt x="9644" y="2171419"/>
                  </a:lnTo>
                  <a:lnTo>
                    <a:pt x="10715" y="2171186"/>
                  </a:lnTo>
                  <a:lnTo>
                    <a:pt x="11787" y="2170953"/>
                  </a:lnTo>
                  <a:lnTo>
                    <a:pt x="12859" y="2170720"/>
                  </a:lnTo>
                  <a:lnTo>
                    <a:pt x="13930" y="2170487"/>
                  </a:lnTo>
                  <a:lnTo>
                    <a:pt x="15002" y="2170254"/>
                  </a:lnTo>
                  <a:lnTo>
                    <a:pt x="16073" y="2170021"/>
                  </a:lnTo>
                  <a:lnTo>
                    <a:pt x="17145" y="2169787"/>
                  </a:lnTo>
                  <a:lnTo>
                    <a:pt x="18217" y="2169553"/>
                  </a:lnTo>
                  <a:lnTo>
                    <a:pt x="19288" y="2169319"/>
                  </a:lnTo>
                  <a:lnTo>
                    <a:pt x="20360" y="2169085"/>
                  </a:lnTo>
                  <a:lnTo>
                    <a:pt x="21431" y="2168851"/>
                  </a:lnTo>
                  <a:lnTo>
                    <a:pt x="22503" y="2168617"/>
                  </a:lnTo>
                  <a:lnTo>
                    <a:pt x="23575" y="2168382"/>
                  </a:lnTo>
                  <a:lnTo>
                    <a:pt x="24646" y="2168147"/>
                  </a:lnTo>
                  <a:lnTo>
                    <a:pt x="25718" y="2167912"/>
                  </a:lnTo>
                  <a:lnTo>
                    <a:pt x="26789" y="2167677"/>
                  </a:lnTo>
                  <a:lnTo>
                    <a:pt x="27861" y="2167442"/>
                  </a:lnTo>
                  <a:lnTo>
                    <a:pt x="28933" y="2167206"/>
                  </a:lnTo>
                  <a:lnTo>
                    <a:pt x="30004" y="2166971"/>
                  </a:lnTo>
                  <a:lnTo>
                    <a:pt x="31076" y="2166735"/>
                  </a:lnTo>
                  <a:lnTo>
                    <a:pt x="32147" y="2166499"/>
                  </a:lnTo>
                  <a:lnTo>
                    <a:pt x="33219" y="2166263"/>
                  </a:lnTo>
                  <a:lnTo>
                    <a:pt x="34291" y="2166026"/>
                  </a:lnTo>
                  <a:lnTo>
                    <a:pt x="35362" y="2165790"/>
                  </a:lnTo>
                  <a:lnTo>
                    <a:pt x="36434" y="2165553"/>
                  </a:lnTo>
                  <a:lnTo>
                    <a:pt x="37505" y="2165316"/>
                  </a:lnTo>
                  <a:lnTo>
                    <a:pt x="38577" y="2165079"/>
                  </a:lnTo>
                  <a:lnTo>
                    <a:pt x="39649" y="2164842"/>
                  </a:lnTo>
                  <a:lnTo>
                    <a:pt x="40720" y="2164605"/>
                  </a:lnTo>
                  <a:lnTo>
                    <a:pt x="41792" y="2164367"/>
                  </a:lnTo>
                  <a:lnTo>
                    <a:pt x="42863" y="2164130"/>
                  </a:lnTo>
                  <a:lnTo>
                    <a:pt x="43935" y="2163892"/>
                  </a:lnTo>
                  <a:lnTo>
                    <a:pt x="45007" y="2163654"/>
                  </a:lnTo>
                  <a:lnTo>
                    <a:pt x="46078" y="2163415"/>
                  </a:lnTo>
                  <a:lnTo>
                    <a:pt x="47150" y="2163177"/>
                  </a:lnTo>
                  <a:lnTo>
                    <a:pt x="48221" y="2162938"/>
                  </a:lnTo>
                  <a:lnTo>
                    <a:pt x="49293" y="2162699"/>
                  </a:lnTo>
                  <a:lnTo>
                    <a:pt x="50365" y="2162460"/>
                  </a:lnTo>
                  <a:lnTo>
                    <a:pt x="51436" y="2162221"/>
                  </a:lnTo>
                  <a:lnTo>
                    <a:pt x="52508" y="2161982"/>
                  </a:lnTo>
                  <a:lnTo>
                    <a:pt x="53579" y="2161743"/>
                  </a:lnTo>
                  <a:lnTo>
                    <a:pt x="54651" y="2161503"/>
                  </a:lnTo>
                  <a:lnTo>
                    <a:pt x="55723" y="2161263"/>
                  </a:lnTo>
                  <a:lnTo>
                    <a:pt x="56794" y="2161023"/>
                  </a:lnTo>
                  <a:lnTo>
                    <a:pt x="57866" y="2160783"/>
                  </a:lnTo>
                  <a:lnTo>
                    <a:pt x="58937" y="2160542"/>
                  </a:lnTo>
                  <a:lnTo>
                    <a:pt x="60009" y="2160302"/>
                  </a:lnTo>
                  <a:lnTo>
                    <a:pt x="61081" y="2160061"/>
                  </a:lnTo>
                  <a:lnTo>
                    <a:pt x="62152" y="2159820"/>
                  </a:lnTo>
                  <a:lnTo>
                    <a:pt x="63224" y="2159579"/>
                  </a:lnTo>
                  <a:lnTo>
                    <a:pt x="64295" y="2159338"/>
                  </a:lnTo>
                  <a:lnTo>
                    <a:pt x="65367" y="2159096"/>
                  </a:lnTo>
                  <a:lnTo>
                    <a:pt x="66439" y="2158855"/>
                  </a:lnTo>
                  <a:lnTo>
                    <a:pt x="67510" y="2158613"/>
                  </a:lnTo>
                  <a:lnTo>
                    <a:pt x="68582" y="2158371"/>
                  </a:lnTo>
                  <a:lnTo>
                    <a:pt x="69653" y="2158128"/>
                  </a:lnTo>
                  <a:lnTo>
                    <a:pt x="70725" y="2157886"/>
                  </a:lnTo>
                  <a:lnTo>
                    <a:pt x="71797" y="2157644"/>
                  </a:lnTo>
                  <a:lnTo>
                    <a:pt x="72868" y="2157401"/>
                  </a:lnTo>
                  <a:lnTo>
                    <a:pt x="73940" y="2157158"/>
                  </a:lnTo>
                  <a:lnTo>
                    <a:pt x="75011" y="2156915"/>
                  </a:lnTo>
                  <a:lnTo>
                    <a:pt x="76083" y="2156671"/>
                  </a:lnTo>
                  <a:lnTo>
                    <a:pt x="77155" y="2156428"/>
                  </a:lnTo>
                  <a:lnTo>
                    <a:pt x="78226" y="2156184"/>
                  </a:lnTo>
                  <a:lnTo>
                    <a:pt x="79298" y="2155940"/>
                  </a:lnTo>
                  <a:lnTo>
                    <a:pt x="80369" y="2155696"/>
                  </a:lnTo>
                  <a:lnTo>
                    <a:pt x="81441" y="2155452"/>
                  </a:lnTo>
                  <a:lnTo>
                    <a:pt x="82513" y="2155208"/>
                  </a:lnTo>
                  <a:lnTo>
                    <a:pt x="83584" y="2154963"/>
                  </a:lnTo>
                  <a:lnTo>
                    <a:pt x="84656" y="2154718"/>
                  </a:lnTo>
                  <a:lnTo>
                    <a:pt x="85727" y="2154473"/>
                  </a:lnTo>
                  <a:lnTo>
                    <a:pt x="86799" y="2154228"/>
                  </a:lnTo>
                  <a:lnTo>
                    <a:pt x="87871" y="2153983"/>
                  </a:lnTo>
                  <a:lnTo>
                    <a:pt x="88942" y="2153737"/>
                  </a:lnTo>
                  <a:lnTo>
                    <a:pt x="90014" y="2153491"/>
                  </a:lnTo>
                  <a:lnTo>
                    <a:pt x="91085" y="2153245"/>
                  </a:lnTo>
                  <a:lnTo>
                    <a:pt x="92157" y="2152999"/>
                  </a:lnTo>
                  <a:lnTo>
                    <a:pt x="93229" y="2152753"/>
                  </a:lnTo>
                  <a:lnTo>
                    <a:pt x="94300" y="2152507"/>
                  </a:lnTo>
                  <a:lnTo>
                    <a:pt x="95372" y="2152260"/>
                  </a:lnTo>
                  <a:lnTo>
                    <a:pt x="96443" y="2152013"/>
                  </a:lnTo>
                  <a:lnTo>
                    <a:pt x="97515" y="2151766"/>
                  </a:lnTo>
                  <a:lnTo>
                    <a:pt x="98587" y="2151519"/>
                  </a:lnTo>
                  <a:lnTo>
                    <a:pt x="99658" y="2151271"/>
                  </a:lnTo>
                  <a:lnTo>
                    <a:pt x="100730" y="2151024"/>
                  </a:lnTo>
                  <a:lnTo>
                    <a:pt x="101801" y="2150776"/>
                  </a:lnTo>
                  <a:lnTo>
                    <a:pt x="102873" y="2150528"/>
                  </a:lnTo>
                  <a:lnTo>
                    <a:pt x="103945" y="2150279"/>
                  </a:lnTo>
                  <a:lnTo>
                    <a:pt x="105016" y="2150031"/>
                  </a:lnTo>
                  <a:lnTo>
                    <a:pt x="106088" y="2149782"/>
                  </a:lnTo>
                  <a:lnTo>
                    <a:pt x="107159" y="2149534"/>
                  </a:lnTo>
                  <a:lnTo>
                    <a:pt x="108231" y="2149285"/>
                  </a:lnTo>
                  <a:lnTo>
                    <a:pt x="109303" y="2149035"/>
                  </a:lnTo>
                  <a:lnTo>
                    <a:pt x="110374" y="2148786"/>
                  </a:lnTo>
                  <a:lnTo>
                    <a:pt x="111446" y="2148536"/>
                  </a:lnTo>
                  <a:lnTo>
                    <a:pt x="112517" y="2148287"/>
                  </a:lnTo>
                  <a:lnTo>
                    <a:pt x="113589" y="2148037"/>
                  </a:lnTo>
                  <a:lnTo>
                    <a:pt x="114661" y="2147786"/>
                  </a:lnTo>
                  <a:lnTo>
                    <a:pt x="115732" y="2147536"/>
                  </a:lnTo>
                  <a:lnTo>
                    <a:pt x="116804" y="2147285"/>
                  </a:lnTo>
                  <a:lnTo>
                    <a:pt x="117875" y="2147035"/>
                  </a:lnTo>
                  <a:lnTo>
                    <a:pt x="118947" y="2146784"/>
                  </a:lnTo>
                  <a:lnTo>
                    <a:pt x="120019" y="2146533"/>
                  </a:lnTo>
                  <a:lnTo>
                    <a:pt x="121090" y="2146281"/>
                  </a:lnTo>
                  <a:lnTo>
                    <a:pt x="122162" y="2146030"/>
                  </a:lnTo>
                  <a:lnTo>
                    <a:pt x="123233" y="2145778"/>
                  </a:lnTo>
                  <a:lnTo>
                    <a:pt x="124305" y="2145526"/>
                  </a:lnTo>
                  <a:lnTo>
                    <a:pt x="125377" y="2145274"/>
                  </a:lnTo>
                  <a:lnTo>
                    <a:pt x="126448" y="2145021"/>
                  </a:lnTo>
                  <a:lnTo>
                    <a:pt x="127520" y="2144769"/>
                  </a:lnTo>
                  <a:lnTo>
                    <a:pt x="128591" y="2144516"/>
                  </a:lnTo>
                  <a:lnTo>
                    <a:pt x="129663" y="2144263"/>
                  </a:lnTo>
                  <a:lnTo>
                    <a:pt x="130735" y="2144010"/>
                  </a:lnTo>
                  <a:lnTo>
                    <a:pt x="131806" y="2143756"/>
                  </a:lnTo>
                  <a:lnTo>
                    <a:pt x="132878" y="2143503"/>
                  </a:lnTo>
                  <a:lnTo>
                    <a:pt x="133949" y="2143249"/>
                  </a:lnTo>
                  <a:lnTo>
                    <a:pt x="135021" y="2142995"/>
                  </a:lnTo>
                  <a:lnTo>
                    <a:pt x="136093" y="2142741"/>
                  </a:lnTo>
                  <a:lnTo>
                    <a:pt x="137164" y="2142486"/>
                  </a:lnTo>
                  <a:lnTo>
                    <a:pt x="138236" y="2142232"/>
                  </a:lnTo>
                  <a:lnTo>
                    <a:pt x="139307" y="2141977"/>
                  </a:lnTo>
                  <a:lnTo>
                    <a:pt x="140379" y="2141722"/>
                  </a:lnTo>
                  <a:lnTo>
                    <a:pt x="141451" y="2141467"/>
                  </a:lnTo>
                  <a:lnTo>
                    <a:pt x="142522" y="2141211"/>
                  </a:lnTo>
                  <a:lnTo>
                    <a:pt x="143594" y="2140956"/>
                  </a:lnTo>
                  <a:lnTo>
                    <a:pt x="144665" y="2140700"/>
                  </a:lnTo>
                  <a:lnTo>
                    <a:pt x="145737" y="2140444"/>
                  </a:lnTo>
                  <a:lnTo>
                    <a:pt x="146809" y="2140187"/>
                  </a:lnTo>
                  <a:lnTo>
                    <a:pt x="147880" y="2139931"/>
                  </a:lnTo>
                  <a:lnTo>
                    <a:pt x="148952" y="2139674"/>
                  </a:lnTo>
                  <a:lnTo>
                    <a:pt x="150023" y="2139417"/>
                  </a:lnTo>
                  <a:lnTo>
                    <a:pt x="151095" y="2139160"/>
                  </a:lnTo>
                  <a:lnTo>
                    <a:pt x="152167" y="2138903"/>
                  </a:lnTo>
                  <a:lnTo>
                    <a:pt x="153238" y="2138645"/>
                  </a:lnTo>
                  <a:lnTo>
                    <a:pt x="154310" y="2138388"/>
                  </a:lnTo>
                  <a:lnTo>
                    <a:pt x="155381" y="2138130"/>
                  </a:lnTo>
                  <a:lnTo>
                    <a:pt x="156453" y="2137871"/>
                  </a:lnTo>
                  <a:lnTo>
                    <a:pt x="157525" y="2137613"/>
                  </a:lnTo>
                  <a:lnTo>
                    <a:pt x="158596" y="2137354"/>
                  </a:lnTo>
                  <a:lnTo>
                    <a:pt x="159668" y="2137096"/>
                  </a:lnTo>
                  <a:lnTo>
                    <a:pt x="160739" y="2136837"/>
                  </a:lnTo>
                  <a:lnTo>
                    <a:pt x="161811" y="2136577"/>
                  </a:lnTo>
                  <a:lnTo>
                    <a:pt x="162883" y="2136318"/>
                  </a:lnTo>
                  <a:lnTo>
                    <a:pt x="163954" y="2136058"/>
                  </a:lnTo>
                  <a:lnTo>
                    <a:pt x="165026" y="2135798"/>
                  </a:lnTo>
                  <a:lnTo>
                    <a:pt x="166097" y="2135538"/>
                  </a:lnTo>
                  <a:lnTo>
                    <a:pt x="167169" y="2135278"/>
                  </a:lnTo>
                  <a:lnTo>
                    <a:pt x="168241" y="2135017"/>
                  </a:lnTo>
                  <a:lnTo>
                    <a:pt x="169312" y="2134757"/>
                  </a:lnTo>
                  <a:lnTo>
                    <a:pt x="170384" y="2134496"/>
                  </a:lnTo>
                  <a:lnTo>
                    <a:pt x="171455" y="2134234"/>
                  </a:lnTo>
                  <a:lnTo>
                    <a:pt x="172527" y="2133973"/>
                  </a:lnTo>
                  <a:lnTo>
                    <a:pt x="173599" y="2133711"/>
                  </a:lnTo>
                  <a:lnTo>
                    <a:pt x="174670" y="2133449"/>
                  </a:lnTo>
                  <a:lnTo>
                    <a:pt x="175742" y="2133187"/>
                  </a:lnTo>
                  <a:lnTo>
                    <a:pt x="176813" y="2132925"/>
                  </a:lnTo>
                  <a:lnTo>
                    <a:pt x="177885" y="2132662"/>
                  </a:lnTo>
                  <a:lnTo>
                    <a:pt x="178956" y="2132400"/>
                  </a:lnTo>
                  <a:lnTo>
                    <a:pt x="180028" y="2132137"/>
                  </a:lnTo>
                  <a:lnTo>
                    <a:pt x="181100" y="2131874"/>
                  </a:lnTo>
                  <a:lnTo>
                    <a:pt x="182171" y="2131610"/>
                  </a:lnTo>
                  <a:lnTo>
                    <a:pt x="183243" y="2131346"/>
                  </a:lnTo>
                  <a:lnTo>
                    <a:pt x="184314" y="2131083"/>
                  </a:lnTo>
                  <a:lnTo>
                    <a:pt x="185386" y="2130818"/>
                  </a:lnTo>
                  <a:lnTo>
                    <a:pt x="186458" y="2130554"/>
                  </a:lnTo>
                  <a:lnTo>
                    <a:pt x="187529" y="2130290"/>
                  </a:lnTo>
                  <a:lnTo>
                    <a:pt x="188601" y="2130025"/>
                  </a:lnTo>
                  <a:lnTo>
                    <a:pt x="189672" y="2129760"/>
                  </a:lnTo>
                  <a:lnTo>
                    <a:pt x="190744" y="2129495"/>
                  </a:lnTo>
                  <a:lnTo>
                    <a:pt x="191816" y="2129229"/>
                  </a:lnTo>
                  <a:lnTo>
                    <a:pt x="192887" y="2128963"/>
                  </a:lnTo>
                  <a:lnTo>
                    <a:pt x="193959" y="2128697"/>
                  </a:lnTo>
                  <a:lnTo>
                    <a:pt x="195030" y="2128431"/>
                  </a:lnTo>
                  <a:lnTo>
                    <a:pt x="196102" y="2128165"/>
                  </a:lnTo>
                  <a:lnTo>
                    <a:pt x="197174" y="2127898"/>
                  </a:lnTo>
                  <a:lnTo>
                    <a:pt x="198245" y="2127631"/>
                  </a:lnTo>
                  <a:lnTo>
                    <a:pt x="199317" y="2127364"/>
                  </a:lnTo>
                  <a:lnTo>
                    <a:pt x="200388" y="2127097"/>
                  </a:lnTo>
                  <a:lnTo>
                    <a:pt x="201460" y="2126829"/>
                  </a:lnTo>
                  <a:lnTo>
                    <a:pt x="202532" y="2126562"/>
                  </a:lnTo>
                  <a:lnTo>
                    <a:pt x="203603" y="2126294"/>
                  </a:lnTo>
                  <a:lnTo>
                    <a:pt x="204675" y="2126025"/>
                  </a:lnTo>
                  <a:lnTo>
                    <a:pt x="205746" y="2125757"/>
                  </a:lnTo>
                  <a:lnTo>
                    <a:pt x="206818" y="2125488"/>
                  </a:lnTo>
                  <a:lnTo>
                    <a:pt x="207890" y="2125219"/>
                  </a:lnTo>
                  <a:lnTo>
                    <a:pt x="208961" y="2124950"/>
                  </a:lnTo>
                  <a:lnTo>
                    <a:pt x="210033" y="2124680"/>
                  </a:lnTo>
                  <a:lnTo>
                    <a:pt x="211104" y="2124411"/>
                  </a:lnTo>
                  <a:lnTo>
                    <a:pt x="212176" y="2124141"/>
                  </a:lnTo>
                  <a:lnTo>
                    <a:pt x="213248" y="2123871"/>
                  </a:lnTo>
                  <a:lnTo>
                    <a:pt x="214319" y="2123600"/>
                  </a:lnTo>
                  <a:lnTo>
                    <a:pt x="215391" y="2123330"/>
                  </a:lnTo>
                  <a:lnTo>
                    <a:pt x="216462" y="2123059"/>
                  </a:lnTo>
                  <a:lnTo>
                    <a:pt x="217534" y="2122788"/>
                  </a:lnTo>
                  <a:lnTo>
                    <a:pt x="218606" y="2122516"/>
                  </a:lnTo>
                  <a:lnTo>
                    <a:pt x="219677" y="2122245"/>
                  </a:lnTo>
                  <a:lnTo>
                    <a:pt x="220749" y="2121973"/>
                  </a:lnTo>
                  <a:lnTo>
                    <a:pt x="221820" y="2121701"/>
                  </a:lnTo>
                  <a:lnTo>
                    <a:pt x="222892" y="2121428"/>
                  </a:lnTo>
                  <a:lnTo>
                    <a:pt x="223964" y="2121156"/>
                  </a:lnTo>
                  <a:lnTo>
                    <a:pt x="225035" y="2120883"/>
                  </a:lnTo>
                  <a:lnTo>
                    <a:pt x="226107" y="2120610"/>
                  </a:lnTo>
                  <a:lnTo>
                    <a:pt x="227178" y="2120336"/>
                  </a:lnTo>
                  <a:lnTo>
                    <a:pt x="228250" y="2120063"/>
                  </a:lnTo>
                  <a:lnTo>
                    <a:pt x="229322" y="2119789"/>
                  </a:lnTo>
                  <a:lnTo>
                    <a:pt x="230393" y="2119515"/>
                  </a:lnTo>
                  <a:lnTo>
                    <a:pt x="231465" y="2119240"/>
                  </a:lnTo>
                  <a:lnTo>
                    <a:pt x="232536" y="2118966"/>
                  </a:lnTo>
                  <a:lnTo>
                    <a:pt x="233608" y="2118691"/>
                  </a:lnTo>
                  <a:lnTo>
                    <a:pt x="234680" y="2118416"/>
                  </a:lnTo>
                  <a:lnTo>
                    <a:pt x="235751" y="2118141"/>
                  </a:lnTo>
                  <a:lnTo>
                    <a:pt x="236823" y="2117865"/>
                  </a:lnTo>
                  <a:lnTo>
                    <a:pt x="237894" y="2117589"/>
                  </a:lnTo>
                  <a:lnTo>
                    <a:pt x="238966" y="2117313"/>
                  </a:lnTo>
                  <a:lnTo>
                    <a:pt x="240038" y="2117037"/>
                  </a:lnTo>
                  <a:lnTo>
                    <a:pt x="241109" y="2116760"/>
                  </a:lnTo>
                  <a:lnTo>
                    <a:pt x="242181" y="2116483"/>
                  </a:lnTo>
                  <a:lnTo>
                    <a:pt x="243252" y="2116206"/>
                  </a:lnTo>
                  <a:lnTo>
                    <a:pt x="244324" y="2115929"/>
                  </a:lnTo>
                  <a:lnTo>
                    <a:pt x="245396" y="2115651"/>
                  </a:lnTo>
                  <a:lnTo>
                    <a:pt x="246467" y="2115373"/>
                  </a:lnTo>
                  <a:lnTo>
                    <a:pt x="247539" y="2115095"/>
                  </a:lnTo>
                  <a:lnTo>
                    <a:pt x="248610" y="2114816"/>
                  </a:lnTo>
                  <a:lnTo>
                    <a:pt x="249682" y="2114538"/>
                  </a:lnTo>
                  <a:lnTo>
                    <a:pt x="250754" y="2114259"/>
                  </a:lnTo>
                  <a:lnTo>
                    <a:pt x="251825" y="2113979"/>
                  </a:lnTo>
                  <a:lnTo>
                    <a:pt x="252897" y="2113700"/>
                  </a:lnTo>
                  <a:lnTo>
                    <a:pt x="253968" y="2113420"/>
                  </a:lnTo>
                  <a:lnTo>
                    <a:pt x="255040" y="2113140"/>
                  </a:lnTo>
                  <a:lnTo>
                    <a:pt x="256112" y="2112860"/>
                  </a:lnTo>
                  <a:lnTo>
                    <a:pt x="257183" y="2112579"/>
                  </a:lnTo>
                  <a:lnTo>
                    <a:pt x="258255" y="2112298"/>
                  </a:lnTo>
                  <a:lnTo>
                    <a:pt x="259326" y="2112017"/>
                  </a:lnTo>
                  <a:lnTo>
                    <a:pt x="260398" y="2111736"/>
                  </a:lnTo>
                  <a:lnTo>
                    <a:pt x="261470" y="2111454"/>
                  </a:lnTo>
                  <a:lnTo>
                    <a:pt x="262541" y="2111172"/>
                  </a:lnTo>
                  <a:lnTo>
                    <a:pt x="263613" y="2110890"/>
                  </a:lnTo>
                  <a:lnTo>
                    <a:pt x="264684" y="2110608"/>
                  </a:lnTo>
                  <a:lnTo>
                    <a:pt x="265756" y="2110325"/>
                  </a:lnTo>
                  <a:lnTo>
                    <a:pt x="266828" y="2110042"/>
                  </a:lnTo>
                  <a:lnTo>
                    <a:pt x="267899" y="2109759"/>
                  </a:lnTo>
                  <a:lnTo>
                    <a:pt x="268971" y="2109475"/>
                  </a:lnTo>
                  <a:lnTo>
                    <a:pt x="270042" y="2109192"/>
                  </a:lnTo>
                  <a:lnTo>
                    <a:pt x="271114" y="2108907"/>
                  </a:lnTo>
                  <a:lnTo>
                    <a:pt x="272186" y="2108623"/>
                  </a:lnTo>
                  <a:lnTo>
                    <a:pt x="273257" y="2108338"/>
                  </a:lnTo>
                  <a:lnTo>
                    <a:pt x="274329" y="2108053"/>
                  </a:lnTo>
                  <a:lnTo>
                    <a:pt x="275400" y="2107768"/>
                  </a:lnTo>
                  <a:lnTo>
                    <a:pt x="276472" y="2107483"/>
                  </a:lnTo>
                  <a:lnTo>
                    <a:pt x="277544" y="2107197"/>
                  </a:lnTo>
                  <a:lnTo>
                    <a:pt x="278615" y="2106911"/>
                  </a:lnTo>
                  <a:lnTo>
                    <a:pt x="279687" y="2106625"/>
                  </a:lnTo>
                  <a:lnTo>
                    <a:pt x="280758" y="2106338"/>
                  </a:lnTo>
                  <a:lnTo>
                    <a:pt x="281830" y="2106051"/>
                  </a:lnTo>
                  <a:lnTo>
                    <a:pt x="282902" y="2105764"/>
                  </a:lnTo>
                  <a:lnTo>
                    <a:pt x="283973" y="2105476"/>
                  </a:lnTo>
                  <a:lnTo>
                    <a:pt x="285045" y="2105189"/>
                  </a:lnTo>
                  <a:lnTo>
                    <a:pt x="286116" y="2104900"/>
                  </a:lnTo>
                  <a:lnTo>
                    <a:pt x="287188" y="2104612"/>
                  </a:lnTo>
                  <a:lnTo>
                    <a:pt x="288260" y="2104324"/>
                  </a:lnTo>
                  <a:lnTo>
                    <a:pt x="289331" y="2104035"/>
                  </a:lnTo>
                  <a:lnTo>
                    <a:pt x="290403" y="2103745"/>
                  </a:lnTo>
                  <a:lnTo>
                    <a:pt x="291474" y="2103456"/>
                  </a:lnTo>
                  <a:lnTo>
                    <a:pt x="292546" y="2103166"/>
                  </a:lnTo>
                  <a:lnTo>
                    <a:pt x="293618" y="2102876"/>
                  </a:lnTo>
                  <a:lnTo>
                    <a:pt x="294689" y="2102586"/>
                  </a:lnTo>
                  <a:lnTo>
                    <a:pt x="295761" y="2102295"/>
                  </a:lnTo>
                  <a:lnTo>
                    <a:pt x="296832" y="2102004"/>
                  </a:lnTo>
                  <a:lnTo>
                    <a:pt x="297904" y="2101713"/>
                  </a:lnTo>
                  <a:lnTo>
                    <a:pt x="298976" y="2101421"/>
                  </a:lnTo>
                  <a:lnTo>
                    <a:pt x="300047" y="2101129"/>
                  </a:lnTo>
                  <a:lnTo>
                    <a:pt x="301119" y="2100837"/>
                  </a:lnTo>
                  <a:lnTo>
                    <a:pt x="302190" y="2100544"/>
                  </a:lnTo>
                  <a:lnTo>
                    <a:pt x="303262" y="2100252"/>
                  </a:lnTo>
                  <a:lnTo>
                    <a:pt x="304334" y="2099958"/>
                  </a:lnTo>
                  <a:lnTo>
                    <a:pt x="305405" y="2099665"/>
                  </a:lnTo>
                  <a:lnTo>
                    <a:pt x="306477" y="2099371"/>
                  </a:lnTo>
                  <a:lnTo>
                    <a:pt x="307548" y="2099077"/>
                  </a:lnTo>
                  <a:lnTo>
                    <a:pt x="308620" y="2098783"/>
                  </a:lnTo>
                  <a:lnTo>
                    <a:pt x="309692" y="2098488"/>
                  </a:lnTo>
                  <a:lnTo>
                    <a:pt x="310763" y="2098193"/>
                  </a:lnTo>
                  <a:lnTo>
                    <a:pt x="311835" y="2097898"/>
                  </a:lnTo>
                  <a:lnTo>
                    <a:pt x="312906" y="2097603"/>
                  </a:lnTo>
                  <a:lnTo>
                    <a:pt x="313978" y="2097307"/>
                  </a:lnTo>
                  <a:lnTo>
                    <a:pt x="315050" y="2097011"/>
                  </a:lnTo>
                  <a:lnTo>
                    <a:pt x="316121" y="2096714"/>
                  </a:lnTo>
                  <a:lnTo>
                    <a:pt x="317193" y="2096417"/>
                  </a:lnTo>
                  <a:lnTo>
                    <a:pt x="318264" y="2096120"/>
                  </a:lnTo>
                  <a:lnTo>
                    <a:pt x="319336" y="2095823"/>
                  </a:lnTo>
                  <a:lnTo>
                    <a:pt x="320408" y="2095525"/>
                  </a:lnTo>
                  <a:lnTo>
                    <a:pt x="321479" y="2095227"/>
                  </a:lnTo>
                  <a:lnTo>
                    <a:pt x="322551" y="2094928"/>
                  </a:lnTo>
                  <a:lnTo>
                    <a:pt x="323622" y="2094630"/>
                  </a:lnTo>
                  <a:lnTo>
                    <a:pt x="324694" y="2094331"/>
                  </a:lnTo>
                  <a:lnTo>
                    <a:pt x="325766" y="2094031"/>
                  </a:lnTo>
                  <a:lnTo>
                    <a:pt x="326837" y="2093732"/>
                  </a:lnTo>
                  <a:lnTo>
                    <a:pt x="327909" y="2093432"/>
                  </a:lnTo>
                  <a:lnTo>
                    <a:pt x="328980" y="2093131"/>
                  </a:lnTo>
                  <a:lnTo>
                    <a:pt x="330052" y="2092831"/>
                  </a:lnTo>
                  <a:lnTo>
                    <a:pt x="331124" y="2092530"/>
                  </a:lnTo>
                  <a:lnTo>
                    <a:pt x="332195" y="2092228"/>
                  </a:lnTo>
                  <a:lnTo>
                    <a:pt x="333267" y="2091927"/>
                  </a:lnTo>
                  <a:lnTo>
                    <a:pt x="334338" y="2091625"/>
                  </a:lnTo>
                  <a:lnTo>
                    <a:pt x="335410" y="2091322"/>
                  </a:lnTo>
                  <a:lnTo>
                    <a:pt x="336482" y="2091020"/>
                  </a:lnTo>
                  <a:lnTo>
                    <a:pt x="337553" y="2090717"/>
                  </a:lnTo>
                  <a:lnTo>
                    <a:pt x="338625" y="2090413"/>
                  </a:lnTo>
                  <a:lnTo>
                    <a:pt x="339696" y="2090109"/>
                  </a:lnTo>
                  <a:lnTo>
                    <a:pt x="340768" y="2089805"/>
                  </a:lnTo>
                  <a:lnTo>
                    <a:pt x="341840" y="2089501"/>
                  </a:lnTo>
                  <a:lnTo>
                    <a:pt x="342911" y="2089196"/>
                  </a:lnTo>
                  <a:lnTo>
                    <a:pt x="343983" y="2088891"/>
                  </a:lnTo>
                  <a:lnTo>
                    <a:pt x="345054" y="2088586"/>
                  </a:lnTo>
                  <a:lnTo>
                    <a:pt x="346126" y="2088280"/>
                  </a:lnTo>
                  <a:lnTo>
                    <a:pt x="347198" y="2087974"/>
                  </a:lnTo>
                  <a:lnTo>
                    <a:pt x="348269" y="2087668"/>
                  </a:lnTo>
                  <a:lnTo>
                    <a:pt x="349341" y="2087361"/>
                  </a:lnTo>
                  <a:lnTo>
                    <a:pt x="350412" y="2087054"/>
                  </a:lnTo>
                  <a:lnTo>
                    <a:pt x="351484" y="2086746"/>
                  </a:lnTo>
                  <a:lnTo>
                    <a:pt x="352556" y="2086439"/>
                  </a:lnTo>
                  <a:lnTo>
                    <a:pt x="353627" y="2086130"/>
                  </a:lnTo>
                  <a:lnTo>
                    <a:pt x="354699" y="2085822"/>
                  </a:lnTo>
                  <a:lnTo>
                    <a:pt x="355770" y="2085513"/>
                  </a:lnTo>
                  <a:lnTo>
                    <a:pt x="356842" y="2085204"/>
                  </a:lnTo>
                  <a:lnTo>
                    <a:pt x="357913" y="2084894"/>
                  </a:lnTo>
                  <a:lnTo>
                    <a:pt x="358985" y="2084584"/>
                  </a:lnTo>
                  <a:lnTo>
                    <a:pt x="360057" y="2084274"/>
                  </a:lnTo>
                  <a:lnTo>
                    <a:pt x="361128" y="2083963"/>
                  </a:lnTo>
                  <a:lnTo>
                    <a:pt x="362200" y="2083652"/>
                  </a:lnTo>
                  <a:lnTo>
                    <a:pt x="363271" y="2083341"/>
                  </a:lnTo>
                  <a:lnTo>
                    <a:pt x="364343" y="2083029"/>
                  </a:lnTo>
                  <a:lnTo>
                    <a:pt x="365415" y="2082717"/>
                  </a:lnTo>
                  <a:lnTo>
                    <a:pt x="366486" y="2082404"/>
                  </a:lnTo>
                  <a:lnTo>
                    <a:pt x="367558" y="2082091"/>
                  </a:lnTo>
                  <a:lnTo>
                    <a:pt x="368629" y="2081778"/>
                  </a:lnTo>
                  <a:lnTo>
                    <a:pt x="369701" y="2081465"/>
                  </a:lnTo>
                  <a:lnTo>
                    <a:pt x="370773" y="2081151"/>
                  </a:lnTo>
                  <a:lnTo>
                    <a:pt x="371844" y="2080836"/>
                  </a:lnTo>
                  <a:lnTo>
                    <a:pt x="372916" y="2080521"/>
                  </a:lnTo>
                  <a:lnTo>
                    <a:pt x="373987" y="2080206"/>
                  </a:lnTo>
                  <a:lnTo>
                    <a:pt x="375059" y="2079891"/>
                  </a:lnTo>
                  <a:lnTo>
                    <a:pt x="376131" y="2079575"/>
                  </a:lnTo>
                  <a:lnTo>
                    <a:pt x="377202" y="2079259"/>
                  </a:lnTo>
                  <a:lnTo>
                    <a:pt x="378274" y="2078942"/>
                  </a:lnTo>
                  <a:lnTo>
                    <a:pt x="379345" y="2078625"/>
                  </a:lnTo>
                  <a:lnTo>
                    <a:pt x="380417" y="2078308"/>
                  </a:lnTo>
                  <a:lnTo>
                    <a:pt x="381489" y="2077990"/>
                  </a:lnTo>
                  <a:lnTo>
                    <a:pt x="382560" y="2077671"/>
                  </a:lnTo>
                  <a:lnTo>
                    <a:pt x="383632" y="2077353"/>
                  </a:lnTo>
                  <a:lnTo>
                    <a:pt x="384703" y="2077034"/>
                  </a:lnTo>
                  <a:lnTo>
                    <a:pt x="385775" y="2076715"/>
                  </a:lnTo>
                  <a:lnTo>
                    <a:pt x="386847" y="2076395"/>
                  </a:lnTo>
                  <a:lnTo>
                    <a:pt x="387918" y="2076075"/>
                  </a:lnTo>
                  <a:lnTo>
                    <a:pt x="388990" y="2075754"/>
                  </a:lnTo>
                  <a:lnTo>
                    <a:pt x="390061" y="2075433"/>
                  </a:lnTo>
                  <a:lnTo>
                    <a:pt x="391133" y="2075112"/>
                  </a:lnTo>
                  <a:lnTo>
                    <a:pt x="392205" y="2074790"/>
                  </a:lnTo>
                  <a:lnTo>
                    <a:pt x="393276" y="2074468"/>
                  </a:lnTo>
                  <a:lnTo>
                    <a:pt x="394348" y="2074145"/>
                  </a:lnTo>
                  <a:lnTo>
                    <a:pt x="395419" y="2073822"/>
                  </a:lnTo>
                  <a:lnTo>
                    <a:pt x="396491" y="2073499"/>
                  </a:lnTo>
                  <a:lnTo>
                    <a:pt x="397563" y="2073175"/>
                  </a:lnTo>
                  <a:lnTo>
                    <a:pt x="398634" y="2072851"/>
                  </a:lnTo>
                  <a:lnTo>
                    <a:pt x="399706" y="2072526"/>
                  </a:lnTo>
                  <a:lnTo>
                    <a:pt x="400777" y="2072201"/>
                  </a:lnTo>
                  <a:lnTo>
                    <a:pt x="401849" y="2071876"/>
                  </a:lnTo>
                  <a:lnTo>
                    <a:pt x="402921" y="2071550"/>
                  </a:lnTo>
                  <a:lnTo>
                    <a:pt x="403992" y="2071224"/>
                  </a:lnTo>
                  <a:lnTo>
                    <a:pt x="405064" y="2070897"/>
                  </a:lnTo>
                  <a:lnTo>
                    <a:pt x="406135" y="2070570"/>
                  </a:lnTo>
                  <a:lnTo>
                    <a:pt x="407207" y="2070242"/>
                  </a:lnTo>
                  <a:lnTo>
                    <a:pt x="408279" y="2069914"/>
                  </a:lnTo>
                  <a:lnTo>
                    <a:pt x="409350" y="2069586"/>
                  </a:lnTo>
                  <a:lnTo>
                    <a:pt x="410422" y="2069257"/>
                  </a:lnTo>
                  <a:lnTo>
                    <a:pt x="411493" y="2068927"/>
                  </a:lnTo>
                  <a:lnTo>
                    <a:pt x="412565" y="2068598"/>
                  </a:lnTo>
                  <a:lnTo>
                    <a:pt x="413637" y="2068268"/>
                  </a:lnTo>
                  <a:lnTo>
                    <a:pt x="414708" y="2067937"/>
                  </a:lnTo>
                  <a:lnTo>
                    <a:pt x="415780" y="2067606"/>
                  </a:lnTo>
                  <a:lnTo>
                    <a:pt x="416851" y="2067274"/>
                  </a:lnTo>
                  <a:lnTo>
                    <a:pt x="417923" y="2066943"/>
                  </a:lnTo>
                  <a:lnTo>
                    <a:pt x="418995" y="2066610"/>
                  </a:lnTo>
                  <a:lnTo>
                    <a:pt x="420066" y="2066277"/>
                  </a:lnTo>
                  <a:lnTo>
                    <a:pt x="421138" y="2065944"/>
                  </a:lnTo>
                  <a:lnTo>
                    <a:pt x="422209" y="2065610"/>
                  </a:lnTo>
                  <a:lnTo>
                    <a:pt x="423281" y="2065276"/>
                  </a:lnTo>
                  <a:lnTo>
                    <a:pt x="424353" y="2064942"/>
                  </a:lnTo>
                  <a:lnTo>
                    <a:pt x="425424" y="2064606"/>
                  </a:lnTo>
                  <a:lnTo>
                    <a:pt x="426496" y="2064271"/>
                  </a:lnTo>
                  <a:lnTo>
                    <a:pt x="427567" y="2063935"/>
                  </a:lnTo>
                  <a:lnTo>
                    <a:pt x="428639" y="2063598"/>
                  </a:lnTo>
                  <a:lnTo>
                    <a:pt x="429711" y="2063261"/>
                  </a:lnTo>
                  <a:lnTo>
                    <a:pt x="430782" y="2062924"/>
                  </a:lnTo>
                  <a:lnTo>
                    <a:pt x="431854" y="2062586"/>
                  </a:lnTo>
                  <a:lnTo>
                    <a:pt x="432925" y="2062248"/>
                  </a:lnTo>
                  <a:lnTo>
                    <a:pt x="433997" y="2061909"/>
                  </a:lnTo>
                  <a:lnTo>
                    <a:pt x="435069" y="2061570"/>
                  </a:lnTo>
                  <a:lnTo>
                    <a:pt x="436140" y="2061230"/>
                  </a:lnTo>
                  <a:lnTo>
                    <a:pt x="437212" y="2060890"/>
                  </a:lnTo>
                  <a:lnTo>
                    <a:pt x="438283" y="2060549"/>
                  </a:lnTo>
                  <a:lnTo>
                    <a:pt x="439355" y="2060208"/>
                  </a:lnTo>
                  <a:lnTo>
                    <a:pt x="440427" y="2059866"/>
                  </a:lnTo>
                  <a:lnTo>
                    <a:pt x="441498" y="2059524"/>
                  </a:lnTo>
                  <a:lnTo>
                    <a:pt x="442570" y="2059181"/>
                  </a:lnTo>
                  <a:lnTo>
                    <a:pt x="443641" y="2058838"/>
                  </a:lnTo>
                  <a:lnTo>
                    <a:pt x="444713" y="2058494"/>
                  </a:lnTo>
                  <a:lnTo>
                    <a:pt x="445785" y="2058150"/>
                  </a:lnTo>
                  <a:lnTo>
                    <a:pt x="446856" y="2057805"/>
                  </a:lnTo>
                  <a:lnTo>
                    <a:pt x="447928" y="2057460"/>
                  </a:lnTo>
                  <a:lnTo>
                    <a:pt x="448999" y="2057115"/>
                  </a:lnTo>
                  <a:lnTo>
                    <a:pt x="450071" y="2056769"/>
                  </a:lnTo>
                  <a:lnTo>
                    <a:pt x="451143" y="2056422"/>
                  </a:lnTo>
                  <a:lnTo>
                    <a:pt x="452214" y="2056075"/>
                  </a:lnTo>
                  <a:lnTo>
                    <a:pt x="453286" y="2055727"/>
                  </a:lnTo>
                  <a:lnTo>
                    <a:pt x="454357" y="2055379"/>
                  </a:lnTo>
                  <a:lnTo>
                    <a:pt x="455429" y="2055030"/>
                  </a:lnTo>
                  <a:lnTo>
                    <a:pt x="456501" y="2054681"/>
                  </a:lnTo>
                  <a:lnTo>
                    <a:pt x="457572" y="2054331"/>
                  </a:lnTo>
                  <a:lnTo>
                    <a:pt x="458644" y="2053981"/>
                  </a:lnTo>
                  <a:lnTo>
                    <a:pt x="459715" y="2053630"/>
                  </a:lnTo>
                  <a:lnTo>
                    <a:pt x="460787" y="2053279"/>
                  </a:lnTo>
                  <a:lnTo>
                    <a:pt x="461859" y="2052927"/>
                  </a:lnTo>
                  <a:lnTo>
                    <a:pt x="462930" y="2052575"/>
                  </a:lnTo>
                  <a:lnTo>
                    <a:pt x="464002" y="2052222"/>
                  </a:lnTo>
                  <a:lnTo>
                    <a:pt x="465073" y="2051869"/>
                  </a:lnTo>
                  <a:lnTo>
                    <a:pt x="466145" y="2051515"/>
                  </a:lnTo>
                  <a:lnTo>
                    <a:pt x="467217" y="2051160"/>
                  </a:lnTo>
                  <a:lnTo>
                    <a:pt x="468288" y="2050805"/>
                  </a:lnTo>
                  <a:lnTo>
                    <a:pt x="469360" y="2050450"/>
                  </a:lnTo>
                  <a:lnTo>
                    <a:pt x="470431" y="2050094"/>
                  </a:lnTo>
                  <a:lnTo>
                    <a:pt x="471503" y="2049737"/>
                  </a:lnTo>
                  <a:lnTo>
                    <a:pt x="472575" y="2049380"/>
                  </a:lnTo>
                  <a:lnTo>
                    <a:pt x="473646" y="2049022"/>
                  </a:lnTo>
                  <a:lnTo>
                    <a:pt x="474718" y="2048664"/>
                  </a:lnTo>
                  <a:lnTo>
                    <a:pt x="475789" y="2048305"/>
                  </a:lnTo>
                  <a:lnTo>
                    <a:pt x="476861" y="2047946"/>
                  </a:lnTo>
                  <a:lnTo>
                    <a:pt x="477933" y="2047586"/>
                  </a:lnTo>
                  <a:lnTo>
                    <a:pt x="479004" y="2047225"/>
                  </a:lnTo>
                  <a:lnTo>
                    <a:pt x="480076" y="2046864"/>
                  </a:lnTo>
                  <a:lnTo>
                    <a:pt x="481147" y="2046503"/>
                  </a:lnTo>
                  <a:lnTo>
                    <a:pt x="482219" y="2046141"/>
                  </a:lnTo>
                  <a:lnTo>
                    <a:pt x="483291" y="2045778"/>
                  </a:lnTo>
                  <a:lnTo>
                    <a:pt x="484362" y="2045415"/>
                  </a:lnTo>
                  <a:lnTo>
                    <a:pt x="485434" y="2045051"/>
                  </a:lnTo>
                  <a:lnTo>
                    <a:pt x="486505" y="2044686"/>
                  </a:lnTo>
                  <a:lnTo>
                    <a:pt x="487577" y="2044321"/>
                  </a:lnTo>
                  <a:lnTo>
                    <a:pt x="488649" y="2043956"/>
                  </a:lnTo>
                  <a:lnTo>
                    <a:pt x="489720" y="2043590"/>
                  </a:lnTo>
                  <a:lnTo>
                    <a:pt x="490792" y="2043223"/>
                  </a:lnTo>
                  <a:lnTo>
                    <a:pt x="491863" y="2042856"/>
                  </a:lnTo>
                  <a:lnTo>
                    <a:pt x="492935" y="2042488"/>
                  </a:lnTo>
                  <a:lnTo>
                    <a:pt x="494007" y="2042119"/>
                  </a:lnTo>
                  <a:lnTo>
                    <a:pt x="495078" y="2041750"/>
                  </a:lnTo>
                  <a:lnTo>
                    <a:pt x="496150" y="2041381"/>
                  </a:lnTo>
                  <a:lnTo>
                    <a:pt x="497221" y="2041011"/>
                  </a:lnTo>
                  <a:lnTo>
                    <a:pt x="498293" y="2040640"/>
                  </a:lnTo>
                  <a:lnTo>
                    <a:pt x="499365" y="2040268"/>
                  </a:lnTo>
                  <a:lnTo>
                    <a:pt x="500436" y="2039896"/>
                  </a:lnTo>
                  <a:lnTo>
                    <a:pt x="501508" y="2039524"/>
                  </a:lnTo>
                  <a:lnTo>
                    <a:pt x="502579" y="2039151"/>
                  </a:lnTo>
                  <a:lnTo>
                    <a:pt x="503651" y="2038777"/>
                  </a:lnTo>
                  <a:lnTo>
                    <a:pt x="504723" y="2038402"/>
                  </a:lnTo>
                  <a:lnTo>
                    <a:pt x="505794" y="2038027"/>
                  </a:lnTo>
                  <a:lnTo>
                    <a:pt x="506866" y="2037652"/>
                  </a:lnTo>
                  <a:lnTo>
                    <a:pt x="507937" y="2037276"/>
                  </a:lnTo>
                  <a:lnTo>
                    <a:pt x="509009" y="2036899"/>
                  </a:lnTo>
                  <a:lnTo>
                    <a:pt x="510081" y="2036521"/>
                  </a:lnTo>
                  <a:lnTo>
                    <a:pt x="511152" y="2036143"/>
                  </a:lnTo>
                  <a:lnTo>
                    <a:pt x="512224" y="2035765"/>
                  </a:lnTo>
                  <a:lnTo>
                    <a:pt x="513295" y="2035385"/>
                  </a:lnTo>
                  <a:lnTo>
                    <a:pt x="514367" y="2035005"/>
                  </a:lnTo>
                  <a:lnTo>
                    <a:pt x="515439" y="2034625"/>
                  </a:lnTo>
                  <a:lnTo>
                    <a:pt x="516510" y="2034244"/>
                  </a:lnTo>
                  <a:lnTo>
                    <a:pt x="517582" y="2033862"/>
                  </a:lnTo>
                  <a:lnTo>
                    <a:pt x="518653" y="2033480"/>
                  </a:lnTo>
                  <a:lnTo>
                    <a:pt x="519725" y="2033097"/>
                  </a:lnTo>
                  <a:lnTo>
                    <a:pt x="520797" y="2032713"/>
                  </a:lnTo>
                  <a:lnTo>
                    <a:pt x="521868" y="2032329"/>
                  </a:lnTo>
                  <a:lnTo>
                    <a:pt x="522940" y="2031944"/>
                  </a:lnTo>
                  <a:lnTo>
                    <a:pt x="524011" y="2031558"/>
                  </a:lnTo>
                  <a:lnTo>
                    <a:pt x="525083" y="2031172"/>
                  </a:lnTo>
                  <a:lnTo>
                    <a:pt x="526155" y="2030785"/>
                  </a:lnTo>
                  <a:lnTo>
                    <a:pt x="527226" y="2030398"/>
                  </a:lnTo>
                  <a:lnTo>
                    <a:pt x="528298" y="2030010"/>
                  </a:lnTo>
                  <a:lnTo>
                    <a:pt x="529369" y="2029621"/>
                  </a:lnTo>
                  <a:lnTo>
                    <a:pt x="530441" y="2029231"/>
                  </a:lnTo>
                  <a:lnTo>
                    <a:pt x="531513" y="2028841"/>
                  </a:lnTo>
                  <a:lnTo>
                    <a:pt x="532584" y="2028451"/>
                  </a:lnTo>
                  <a:lnTo>
                    <a:pt x="533656" y="2028059"/>
                  </a:lnTo>
                  <a:lnTo>
                    <a:pt x="534727" y="2027667"/>
                  </a:lnTo>
                  <a:lnTo>
                    <a:pt x="535799" y="2027274"/>
                  </a:lnTo>
                  <a:lnTo>
                    <a:pt x="536870" y="2026881"/>
                  </a:lnTo>
                  <a:lnTo>
                    <a:pt x="537942" y="2026487"/>
                  </a:lnTo>
                  <a:lnTo>
                    <a:pt x="539014" y="2026092"/>
                  </a:lnTo>
                  <a:lnTo>
                    <a:pt x="540085" y="2025697"/>
                  </a:lnTo>
                  <a:lnTo>
                    <a:pt x="541157" y="2025301"/>
                  </a:lnTo>
                  <a:lnTo>
                    <a:pt x="542228" y="2024904"/>
                  </a:lnTo>
                  <a:lnTo>
                    <a:pt x="543300" y="2024507"/>
                  </a:lnTo>
                  <a:lnTo>
                    <a:pt x="544372" y="2024109"/>
                  </a:lnTo>
                  <a:lnTo>
                    <a:pt x="545443" y="2023710"/>
                  </a:lnTo>
                  <a:lnTo>
                    <a:pt x="546515" y="2023311"/>
                  </a:lnTo>
                  <a:lnTo>
                    <a:pt x="547586" y="2022911"/>
                  </a:lnTo>
                  <a:lnTo>
                    <a:pt x="548658" y="2022510"/>
                  </a:lnTo>
                  <a:lnTo>
                    <a:pt x="549730" y="2022109"/>
                  </a:lnTo>
                  <a:lnTo>
                    <a:pt x="550801" y="2021707"/>
                  </a:lnTo>
                  <a:lnTo>
                    <a:pt x="551873" y="2021304"/>
                  </a:lnTo>
                  <a:lnTo>
                    <a:pt x="552944" y="2020901"/>
                  </a:lnTo>
                  <a:lnTo>
                    <a:pt x="554016" y="2020496"/>
                  </a:lnTo>
                  <a:lnTo>
                    <a:pt x="555088" y="2020092"/>
                  </a:lnTo>
                  <a:lnTo>
                    <a:pt x="556159" y="2019686"/>
                  </a:lnTo>
                  <a:lnTo>
                    <a:pt x="557231" y="2019280"/>
                  </a:lnTo>
                  <a:lnTo>
                    <a:pt x="558302" y="2018873"/>
                  </a:lnTo>
                  <a:lnTo>
                    <a:pt x="559374" y="2018466"/>
                  </a:lnTo>
                  <a:lnTo>
                    <a:pt x="560446" y="2018057"/>
                  </a:lnTo>
                  <a:lnTo>
                    <a:pt x="561517" y="2017648"/>
                  </a:lnTo>
                  <a:lnTo>
                    <a:pt x="562589" y="2017239"/>
                  </a:lnTo>
                  <a:lnTo>
                    <a:pt x="563660" y="2016828"/>
                  </a:lnTo>
                  <a:lnTo>
                    <a:pt x="564732" y="2016417"/>
                  </a:lnTo>
                  <a:lnTo>
                    <a:pt x="565804" y="2016005"/>
                  </a:lnTo>
                  <a:lnTo>
                    <a:pt x="566875" y="2015593"/>
                  </a:lnTo>
                  <a:lnTo>
                    <a:pt x="567947" y="2015180"/>
                  </a:lnTo>
                  <a:lnTo>
                    <a:pt x="569018" y="2014766"/>
                  </a:lnTo>
                  <a:lnTo>
                    <a:pt x="570090" y="2014351"/>
                  </a:lnTo>
                  <a:lnTo>
                    <a:pt x="571162" y="2013936"/>
                  </a:lnTo>
                  <a:lnTo>
                    <a:pt x="572233" y="2013520"/>
                  </a:lnTo>
                  <a:lnTo>
                    <a:pt x="573305" y="2013103"/>
                  </a:lnTo>
                  <a:lnTo>
                    <a:pt x="574376" y="2012686"/>
                  </a:lnTo>
                  <a:lnTo>
                    <a:pt x="575448" y="2012268"/>
                  </a:lnTo>
                  <a:lnTo>
                    <a:pt x="576520" y="2011849"/>
                  </a:lnTo>
                  <a:lnTo>
                    <a:pt x="577591" y="2011429"/>
                  </a:lnTo>
                  <a:lnTo>
                    <a:pt x="578663" y="2011009"/>
                  </a:lnTo>
                  <a:lnTo>
                    <a:pt x="579734" y="2010588"/>
                  </a:lnTo>
                  <a:lnTo>
                    <a:pt x="580806" y="2010166"/>
                  </a:lnTo>
                  <a:lnTo>
                    <a:pt x="581878" y="2009743"/>
                  </a:lnTo>
                  <a:lnTo>
                    <a:pt x="582949" y="2009320"/>
                  </a:lnTo>
                  <a:lnTo>
                    <a:pt x="584021" y="2008896"/>
                  </a:lnTo>
                  <a:lnTo>
                    <a:pt x="585092" y="2008472"/>
                  </a:lnTo>
                  <a:lnTo>
                    <a:pt x="586164" y="2008046"/>
                  </a:lnTo>
                  <a:lnTo>
                    <a:pt x="587236" y="2007620"/>
                  </a:lnTo>
                  <a:lnTo>
                    <a:pt x="588307" y="2007193"/>
                  </a:lnTo>
                  <a:lnTo>
                    <a:pt x="589379" y="2006766"/>
                  </a:lnTo>
                  <a:lnTo>
                    <a:pt x="590450" y="2006337"/>
                  </a:lnTo>
                  <a:lnTo>
                    <a:pt x="591522" y="2005908"/>
                  </a:lnTo>
                  <a:lnTo>
                    <a:pt x="592594" y="2005478"/>
                  </a:lnTo>
                  <a:lnTo>
                    <a:pt x="593665" y="2005048"/>
                  </a:lnTo>
                  <a:lnTo>
                    <a:pt x="594737" y="2004617"/>
                  </a:lnTo>
                  <a:lnTo>
                    <a:pt x="595808" y="2004185"/>
                  </a:lnTo>
                  <a:lnTo>
                    <a:pt x="596880" y="2003752"/>
                  </a:lnTo>
                  <a:lnTo>
                    <a:pt x="597952" y="2003318"/>
                  </a:lnTo>
                  <a:lnTo>
                    <a:pt x="599023" y="2002884"/>
                  </a:lnTo>
                  <a:lnTo>
                    <a:pt x="600095" y="2002449"/>
                  </a:lnTo>
                  <a:lnTo>
                    <a:pt x="601166" y="2002013"/>
                  </a:lnTo>
                  <a:lnTo>
                    <a:pt x="602238" y="2001577"/>
                  </a:lnTo>
                  <a:lnTo>
                    <a:pt x="603310" y="2001140"/>
                  </a:lnTo>
                  <a:lnTo>
                    <a:pt x="604381" y="2000702"/>
                  </a:lnTo>
                  <a:lnTo>
                    <a:pt x="605453" y="2000263"/>
                  </a:lnTo>
                  <a:lnTo>
                    <a:pt x="606524" y="1999823"/>
                  </a:lnTo>
                  <a:lnTo>
                    <a:pt x="607596" y="1999383"/>
                  </a:lnTo>
                  <a:lnTo>
                    <a:pt x="608668" y="1998942"/>
                  </a:lnTo>
                  <a:lnTo>
                    <a:pt x="609739" y="1998501"/>
                  </a:lnTo>
                  <a:lnTo>
                    <a:pt x="610811" y="1998058"/>
                  </a:lnTo>
                  <a:lnTo>
                    <a:pt x="611882" y="1997615"/>
                  </a:lnTo>
                  <a:lnTo>
                    <a:pt x="612954" y="1997171"/>
                  </a:lnTo>
                  <a:lnTo>
                    <a:pt x="614026" y="1996726"/>
                  </a:lnTo>
                  <a:lnTo>
                    <a:pt x="615097" y="1996281"/>
                  </a:lnTo>
                  <a:lnTo>
                    <a:pt x="616169" y="1995834"/>
                  </a:lnTo>
                  <a:lnTo>
                    <a:pt x="617240" y="1995387"/>
                  </a:lnTo>
                  <a:lnTo>
                    <a:pt x="618312" y="1994939"/>
                  </a:lnTo>
                  <a:lnTo>
                    <a:pt x="619384" y="1994491"/>
                  </a:lnTo>
                  <a:lnTo>
                    <a:pt x="620455" y="1994042"/>
                  </a:lnTo>
                  <a:lnTo>
                    <a:pt x="621527" y="1993592"/>
                  </a:lnTo>
                  <a:lnTo>
                    <a:pt x="622598" y="1993141"/>
                  </a:lnTo>
                  <a:lnTo>
                    <a:pt x="623670" y="1992689"/>
                  </a:lnTo>
                  <a:lnTo>
                    <a:pt x="624742" y="1992237"/>
                  </a:lnTo>
                  <a:lnTo>
                    <a:pt x="625813" y="1991784"/>
                  </a:lnTo>
                  <a:lnTo>
                    <a:pt x="626885" y="1991330"/>
                  </a:lnTo>
                  <a:lnTo>
                    <a:pt x="627956" y="1990875"/>
                  </a:lnTo>
                  <a:lnTo>
                    <a:pt x="629028" y="1990420"/>
                  </a:lnTo>
                  <a:lnTo>
                    <a:pt x="630100" y="1989964"/>
                  </a:lnTo>
                  <a:lnTo>
                    <a:pt x="631171" y="1989507"/>
                  </a:lnTo>
                  <a:lnTo>
                    <a:pt x="632243" y="1989049"/>
                  </a:lnTo>
                  <a:lnTo>
                    <a:pt x="633314" y="1988590"/>
                  </a:lnTo>
                  <a:lnTo>
                    <a:pt x="634386" y="1988131"/>
                  </a:lnTo>
                  <a:lnTo>
                    <a:pt x="635458" y="1987671"/>
                  </a:lnTo>
                  <a:lnTo>
                    <a:pt x="636529" y="1987210"/>
                  </a:lnTo>
                  <a:lnTo>
                    <a:pt x="637601" y="1986749"/>
                  </a:lnTo>
                  <a:lnTo>
                    <a:pt x="638672" y="1986286"/>
                  </a:lnTo>
                  <a:lnTo>
                    <a:pt x="639744" y="1985823"/>
                  </a:lnTo>
                  <a:lnTo>
                    <a:pt x="640816" y="1985359"/>
                  </a:lnTo>
                  <a:lnTo>
                    <a:pt x="641887" y="1984895"/>
                  </a:lnTo>
                  <a:lnTo>
                    <a:pt x="642959" y="1984429"/>
                  </a:lnTo>
                  <a:lnTo>
                    <a:pt x="644030" y="1983963"/>
                  </a:lnTo>
                  <a:lnTo>
                    <a:pt x="645102" y="1983496"/>
                  </a:lnTo>
                  <a:lnTo>
                    <a:pt x="646174" y="1983029"/>
                  </a:lnTo>
                  <a:lnTo>
                    <a:pt x="647245" y="1982560"/>
                  </a:lnTo>
                  <a:lnTo>
                    <a:pt x="648317" y="1982091"/>
                  </a:lnTo>
                  <a:lnTo>
                    <a:pt x="649388" y="1981621"/>
                  </a:lnTo>
                  <a:lnTo>
                    <a:pt x="650460" y="1981150"/>
                  </a:lnTo>
                  <a:lnTo>
                    <a:pt x="651532" y="1980678"/>
                  </a:lnTo>
                  <a:lnTo>
                    <a:pt x="652603" y="1980206"/>
                  </a:lnTo>
                  <a:lnTo>
                    <a:pt x="653675" y="1979733"/>
                  </a:lnTo>
                  <a:lnTo>
                    <a:pt x="654746" y="1979259"/>
                  </a:lnTo>
                  <a:lnTo>
                    <a:pt x="655818" y="1978784"/>
                  </a:lnTo>
                  <a:lnTo>
                    <a:pt x="656890" y="1978309"/>
                  </a:lnTo>
                  <a:lnTo>
                    <a:pt x="657961" y="1977833"/>
                  </a:lnTo>
                  <a:lnTo>
                    <a:pt x="659033" y="1977356"/>
                  </a:lnTo>
                  <a:lnTo>
                    <a:pt x="660104" y="1976878"/>
                  </a:lnTo>
                  <a:lnTo>
                    <a:pt x="661176" y="1976399"/>
                  </a:lnTo>
                  <a:lnTo>
                    <a:pt x="662248" y="1975920"/>
                  </a:lnTo>
                  <a:lnTo>
                    <a:pt x="663319" y="1975440"/>
                  </a:lnTo>
                  <a:lnTo>
                    <a:pt x="664391" y="1974959"/>
                  </a:lnTo>
                  <a:lnTo>
                    <a:pt x="665462" y="1974478"/>
                  </a:lnTo>
                  <a:lnTo>
                    <a:pt x="666534" y="1973995"/>
                  </a:lnTo>
                  <a:lnTo>
                    <a:pt x="667606" y="1973512"/>
                  </a:lnTo>
                  <a:lnTo>
                    <a:pt x="668677" y="1973028"/>
                  </a:lnTo>
                  <a:lnTo>
                    <a:pt x="669749" y="1972544"/>
                  </a:lnTo>
                  <a:lnTo>
                    <a:pt x="670820" y="1972058"/>
                  </a:lnTo>
                  <a:lnTo>
                    <a:pt x="671892" y="1971572"/>
                  </a:lnTo>
                  <a:lnTo>
                    <a:pt x="672964" y="1971085"/>
                  </a:lnTo>
                  <a:lnTo>
                    <a:pt x="674035" y="1970597"/>
                  </a:lnTo>
                  <a:lnTo>
                    <a:pt x="675107" y="1970109"/>
                  </a:lnTo>
                  <a:lnTo>
                    <a:pt x="676178" y="1969619"/>
                  </a:lnTo>
                  <a:lnTo>
                    <a:pt x="677250" y="1969129"/>
                  </a:lnTo>
                  <a:lnTo>
                    <a:pt x="678322" y="1968638"/>
                  </a:lnTo>
                  <a:lnTo>
                    <a:pt x="679393" y="1968147"/>
                  </a:lnTo>
                  <a:lnTo>
                    <a:pt x="680465" y="1967654"/>
                  </a:lnTo>
                  <a:lnTo>
                    <a:pt x="681536" y="1967161"/>
                  </a:lnTo>
                  <a:lnTo>
                    <a:pt x="682608" y="1966667"/>
                  </a:lnTo>
                  <a:lnTo>
                    <a:pt x="683680" y="1966173"/>
                  </a:lnTo>
                  <a:lnTo>
                    <a:pt x="684751" y="1965677"/>
                  </a:lnTo>
                  <a:lnTo>
                    <a:pt x="685823" y="1965181"/>
                  </a:lnTo>
                  <a:lnTo>
                    <a:pt x="686894" y="1964684"/>
                  </a:lnTo>
                  <a:lnTo>
                    <a:pt x="687966" y="1964186"/>
                  </a:lnTo>
                  <a:lnTo>
                    <a:pt x="689038" y="1963688"/>
                  </a:lnTo>
                  <a:lnTo>
                    <a:pt x="690109" y="1963189"/>
                  </a:lnTo>
                  <a:lnTo>
                    <a:pt x="691181" y="1962689"/>
                  </a:lnTo>
                  <a:lnTo>
                    <a:pt x="692252" y="1962188"/>
                  </a:lnTo>
                  <a:lnTo>
                    <a:pt x="693324" y="1961686"/>
                  </a:lnTo>
                  <a:lnTo>
                    <a:pt x="694396" y="1961184"/>
                  </a:lnTo>
                  <a:lnTo>
                    <a:pt x="695467" y="1960681"/>
                  </a:lnTo>
                  <a:lnTo>
                    <a:pt x="696539" y="1960177"/>
                  </a:lnTo>
                  <a:lnTo>
                    <a:pt x="697610" y="1959673"/>
                  </a:lnTo>
                  <a:lnTo>
                    <a:pt x="698682" y="1959168"/>
                  </a:lnTo>
                  <a:lnTo>
                    <a:pt x="699754" y="1958662"/>
                  </a:lnTo>
                  <a:lnTo>
                    <a:pt x="700825" y="1958155"/>
                  </a:lnTo>
                  <a:lnTo>
                    <a:pt x="701897" y="1957647"/>
                  </a:lnTo>
                  <a:lnTo>
                    <a:pt x="702968" y="1957139"/>
                  </a:lnTo>
                  <a:lnTo>
                    <a:pt x="704040" y="1956630"/>
                  </a:lnTo>
                  <a:lnTo>
                    <a:pt x="705112" y="1956120"/>
                  </a:lnTo>
                  <a:lnTo>
                    <a:pt x="706183" y="1955610"/>
                  </a:lnTo>
                  <a:lnTo>
                    <a:pt x="707255" y="1955098"/>
                  </a:lnTo>
                  <a:lnTo>
                    <a:pt x="708326" y="1954586"/>
                  </a:lnTo>
                  <a:lnTo>
                    <a:pt x="709398" y="1954074"/>
                  </a:lnTo>
                  <a:lnTo>
                    <a:pt x="710469" y="1953560"/>
                  </a:lnTo>
                  <a:lnTo>
                    <a:pt x="711541" y="1953046"/>
                  </a:lnTo>
                  <a:lnTo>
                    <a:pt x="712613" y="1952531"/>
                  </a:lnTo>
                  <a:lnTo>
                    <a:pt x="713684" y="1952015"/>
                  </a:lnTo>
                  <a:lnTo>
                    <a:pt x="714756" y="1951499"/>
                  </a:lnTo>
                  <a:lnTo>
                    <a:pt x="715827" y="1950982"/>
                  </a:lnTo>
                  <a:lnTo>
                    <a:pt x="716899" y="1950464"/>
                  </a:lnTo>
                  <a:lnTo>
                    <a:pt x="717971" y="1949945"/>
                  </a:lnTo>
                  <a:lnTo>
                    <a:pt x="719042" y="1949426"/>
                  </a:lnTo>
                  <a:lnTo>
                    <a:pt x="720114" y="1948906"/>
                  </a:lnTo>
                  <a:lnTo>
                    <a:pt x="721185" y="1948385"/>
                  </a:lnTo>
                  <a:lnTo>
                    <a:pt x="722257" y="1947863"/>
                  </a:lnTo>
                  <a:lnTo>
                    <a:pt x="723329" y="1947341"/>
                  </a:lnTo>
                  <a:lnTo>
                    <a:pt x="724400" y="1946818"/>
                  </a:lnTo>
                  <a:lnTo>
                    <a:pt x="725472" y="1946294"/>
                  </a:lnTo>
                  <a:lnTo>
                    <a:pt x="726543" y="1945770"/>
                  </a:lnTo>
                  <a:lnTo>
                    <a:pt x="727615" y="1945245"/>
                  </a:lnTo>
                  <a:lnTo>
                    <a:pt x="728687" y="1944719"/>
                  </a:lnTo>
                  <a:lnTo>
                    <a:pt x="729758" y="1944192"/>
                  </a:lnTo>
                  <a:lnTo>
                    <a:pt x="730830" y="1943665"/>
                  </a:lnTo>
                  <a:lnTo>
                    <a:pt x="731901" y="1943137"/>
                  </a:lnTo>
                  <a:lnTo>
                    <a:pt x="732973" y="1942608"/>
                  </a:lnTo>
                  <a:lnTo>
                    <a:pt x="734045" y="1942078"/>
                  </a:lnTo>
                  <a:lnTo>
                    <a:pt x="735116" y="1941548"/>
                  </a:lnTo>
                  <a:lnTo>
                    <a:pt x="736188" y="1941017"/>
                  </a:lnTo>
                  <a:lnTo>
                    <a:pt x="737259" y="1940486"/>
                  </a:lnTo>
                  <a:lnTo>
                    <a:pt x="738331" y="1939954"/>
                  </a:lnTo>
                  <a:lnTo>
                    <a:pt x="739403" y="1939421"/>
                  </a:lnTo>
                  <a:lnTo>
                    <a:pt x="740474" y="1938887"/>
                  </a:lnTo>
                  <a:lnTo>
                    <a:pt x="741546" y="1938353"/>
                  </a:lnTo>
                  <a:lnTo>
                    <a:pt x="742617" y="1937817"/>
                  </a:lnTo>
                  <a:lnTo>
                    <a:pt x="743689" y="1937282"/>
                  </a:lnTo>
                  <a:lnTo>
                    <a:pt x="744761" y="1936745"/>
                  </a:lnTo>
                  <a:lnTo>
                    <a:pt x="745832" y="1936208"/>
                  </a:lnTo>
                  <a:lnTo>
                    <a:pt x="746904" y="1935670"/>
                  </a:lnTo>
                  <a:lnTo>
                    <a:pt x="747975" y="1935132"/>
                  </a:lnTo>
                  <a:lnTo>
                    <a:pt x="749047" y="1934593"/>
                  </a:lnTo>
                  <a:lnTo>
                    <a:pt x="750119" y="1934053"/>
                  </a:lnTo>
                  <a:lnTo>
                    <a:pt x="751190" y="1933512"/>
                  </a:lnTo>
                  <a:lnTo>
                    <a:pt x="752262" y="1932971"/>
                  </a:lnTo>
                  <a:lnTo>
                    <a:pt x="753333" y="1932429"/>
                  </a:lnTo>
                  <a:lnTo>
                    <a:pt x="754405" y="1931886"/>
                  </a:lnTo>
                  <a:lnTo>
                    <a:pt x="755477" y="1931343"/>
                  </a:lnTo>
                  <a:lnTo>
                    <a:pt x="756548" y="1930799"/>
                  </a:lnTo>
                  <a:lnTo>
                    <a:pt x="757620" y="1930254"/>
                  </a:lnTo>
                  <a:lnTo>
                    <a:pt x="758691" y="1929709"/>
                  </a:lnTo>
                  <a:lnTo>
                    <a:pt x="759763" y="1929163"/>
                  </a:lnTo>
                  <a:lnTo>
                    <a:pt x="760835" y="1928617"/>
                  </a:lnTo>
                  <a:lnTo>
                    <a:pt x="761906" y="1928069"/>
                  </a:lnTo>
                  <a:lnTo>
                    <a:pt x="762978" y="1927521"/>
                  </a:lnTo>
                  <a:lnTo>
                    <a:pt x="764049" y="1926973"/>
                  </a:lnTo>
                  <a:lnTo>
                    <a:pt x="765121" y="1926424"/>
                  </a:lnTo>
                  <a:lnTo>
                    <a:pt x="766193" y="1925874"/>
                  </a:lnTo>
                  <a:lnTo>
                    <a:pt x="767264" y="1925323"/>
                  </a:lnTo>
                  <a:lnTo>
                    <a:pt x="768336" y="1924772"/>
                  </a:lnTo>
                  <a:lnTo>
                    <a:pt x="769407" y="1924220"/>
                  </a:lnTo>
                  <a:lnTo>
                    <a:pt x="770479" y="1923668"/>
                  </a:lnTo>
                  <a:lnTo>
                    <a:pt x="771551" y="1923115"/>
                  </a:lnTo>
                  <a:lnTo>
                    <a:pt x="772622" y="1922561"/>
                  </a:lnTo>
                  <a:lnTo>
                    <a:pt x="773694" y="1922007"/>
                  </a:lnTo>
                  <a:lnTo>
                    <a:pt x="774765" y="1921452"/>
                  </a:lnTo>
                  <a:lnTo>
                    <a:pt x="775837" y="1920896"/>
                  </a:lnTo>
                  <a:lnTo>
                    <a:pt x="776909" y="1920340"/>
                  </a:lnTo>
                  <a:lnTo>
                    <a:pt x="777980" y="1919783"/>
                  </a:lnTo>
                  <a:lnTo>
                    <a:pt x="779052" y="1919225"/>
                  </a:lnTo>
                  <a:lnTo>
                    <a:pt x="780123" y="1918667"/>
                  </a:lnTo>
                  <a:lnTo>
                    <a:pt x="781195" y="1918108"/>
                  </a:lnTo>
                  <a:lnTo>
                    <a:pt x="782267" y="1917549"/>
                  </a:lnTo>
                  <a:lnTo>
                    <a:pt x="783338" y="1916989"/>
                  </a:lnTo>
                  <a:lnTo>
                    <a:pt x="784410" y="1916428"/>
                  </a:lnTo>
                  <a:lnTo>
                    <a:pt x="785481" y="1915867"/>
                  </a:lnTo>
                  <a:lnTo>
                    <a:pt x="786553" y="1915305"/>
                  </a:lnTo>
                  <a:lnTo>
                    <a:pt x="787625" y="1914743"/>
                  </a:lnTo>
                  <a:lnTo>
                    <a:pt x="788696" y="1914180"/>
                  </a:lnTo>
                  <a:lnTo>
                    <a:pt x="789768" y="1913616"/>
                  </a:lnTo>
                  <a:lnTo>
                    <a:pt x="790839" y="1913052"/>
                  </a:lnTo>
                  <a:lnTo>
                    <a:pt x="791911" y="1912487"/>
                  </a:lnTo>
                  <a:lnTo>
                    <a:pt x="792983" y="1911922"/>
                  </a:lnTo>
                  <a:lnTo>
                    <a:pt x="794054" y="1911356"/>
                  </a:lnTo>
                  <a:lnTo>
                    <a:pt x="795126" y="1910789"/>
                  </a:lnTo>
                  <a:lnTo>
                    <a:pt x="796197" y="1910222"/>
                  </a:lnTo>
                  <a:lnTo>
                    <a:pt x="797269" y="1909654"/>
                  </a:lnTo>
                  <a:lnTo>
                    <a:pt x="798341" y="1909086"/>
                  </a:lnTo>
                  <a:lnTo>
                    <a:pt x="799412" y="1908517"/>
                  </a:lnTo>
                  <a:lnTo>
                    <a:pt x="800484" y="1907948"/>
                  </a:lnTo>
                  <a:lnTo>
                    <a:pt x="801555" y="1907378"/>
                  </a:lnTo>
                  <a:lnTo>
                    <a:pt x="802627" y="1906807"/>
                  </a:lnTo>
                  <a:lnTo>
                    <a:pt x="803699" y="1906236"/>
                  </a:lnTo>
                  <a:lnTo>
                    <a:pt x="804770" y="1905664"/>
                  </a:lnTo>
                  <a:lnTo>
                    <a:pt x="805842" y="1905092"/>
                  </a:lnTo>
                  <a:lnTo>
                    <a:pt x="806913" y="1904519"/>
                  </a:lnTo>
                  <a:lnTo>
                    <a:pt x="807985" y="1903946"/>
                  </a:lnTo>
                  <a:lnTo>
                    <a:pt x="809057" y="1903372"/>
                  </a:lnTo>
                  <a:lnTo>
                    <a:pt x="810128" y="1902798"/>
                  </a:lnTo>
                  <a:lnTo>
                    <a:pt x="811200" y="1902223"/>
                  </a:lnTo>
                  <a:lnTo>
                    <a:pt x="812271" y="1901647"/>
                  </a:lnTo>
                  <a:lnTo>
                    <a:pt x="813343" y="1901071"/>
                  </a:lnTo>
                  <a:lnTo>
                    <a:pt x="814415" y="1900494"/>
                  </a:lnTo>
                  <a:lnTo>
                    <a:pt x="815486" y="1899917"/>
                  </a:lnTo>
                  <a:lnTo>
                    <a:pt x="816558" y="1899339"/>
                  </a:lnTo>
                  <a:lnTo>
                    <a:pt x="817629" y="1898761"/>
                  </a:lnTo>
                  <a:lnTo>
                    <a:pt x="818701" y="1898182"/>
                  </a:lnTo>
                  <a:lnTo>
                    <a:pt x="819773" y="1897603"/>
                  </a:lnTo>
                  <a:lnTo>
                    <a:pt x="820844" y="1897023"/>
                  </a:lnTo>
                  <a:lnTo>
                    <a:pt x="821916" y="1896443"/>
                  </a:lnTo>
                  <a:lnTo>
                    <a:pt x="822987" y="1895862"/>
                  </a:lnTo>
                  <a:lnTo>
                    <a:pt x="824059" y="1895281"/>
                  </a:lnTo>
                  <a:lnTo>
                    <a:pt x="825131" y="1894699"/>
                  </a:lnTo>
                  <a:lnTo>
                    <a:pt x="826202" y="1894117"/>
                  </a:lnTo>
                  <a:lnTo>
                    <a:pt x="827274" y="1893534"/>
                  </a:lnTo>
                  <a:lnTo>
                    <a:pt x="828345" y="1892951"/>
                  </a:lnTo>
                  <a:lnTo>
                    <a:pt x="829417" y="1892367"/>
                  </a:lnTo>
                  <a:lnTo>
                    <a:pt x="830489" y="1891783"/>
                  </a:lnTo>
                  <a:lnTo>
                    <a:pt x="831560" y="1891198"/>
                  </a:lnTo>
                  <a:lnTo>
                    <a:pt x="832632" y="1890613"/>
                  </a:lnTo>
                  <a:lnTo>
                    <a:pt x="833703" y="1890027"/>
                  </a:lnTo>
                  <a:lnTo>
                    <a:pt x="834775" y="1889441"/>
                  </a:lnTo>
                  <a:lnTo>
                    <a:pt x="835847" y="1888854"/>
                  </a:lnTo>
                  <a:lnTo>
                    <a:pt x="836918" y="1888267"/>
                  </a:lnTo>
                  <a:lnTo>
                    <a:pt x="837990" y="1887679"/>
                  </a:lnTo>
                  <a:lnTo>
                    <a:pt x="839061" y="1887091"/>
                  </a:lnTo>
                  <a:lnTo>
                    <a:pt x="840133" y="1886503"/>
                  </a:lnTo>
                  <a:lnTo>
                    <a:pt x="841205" y="1885913"/>
                  </a:lnTo>
                  <a:lnTo>
                    <a:pt x="842276" y="1885324"/>
                  </a:lnTo>
                  <a:lnTo>
                    <a:pt x="843348" y="1884734"/>
                  </a:lnTo>
                  <a:lnTo>
                    <a:pt x="844419" y="1884144"/>
                  </a:lnTo>
                  <a:lnTo>
                    <a:pt x="845491" y="1883553"/>
                  </a:lnTo>
                  <a:lnTo>
                    <a:pt x="846563" y="1882962"/>
                  </a:lnTo>
                  <a:lnTo>
                    <a:pt x="847634" y="1882370"/>
                  </a:lnTo>
                  <a:lnTo>
                    <a:pt x="848706" y="1881778"/>
                  </a:lnTo>
                  <a:lnTo>
                    <a:pt x="849777" y="1881185"/>
                  </a:lnTo>
                  <a:lnTo>
                    <a:pt x="850849" y="1880592"/>
                  </a:lnTo>
                  <a:lnTo>
                    <a:pt x="851921" y="1879999"/>
                  </a:lnTo>
                  <a:lnTo>
                    <a:pt x="852992" y="1879405"/>
                  </a:lnTo>
                  <a:lnTo>
                    <a:pt x="854064" y="1878810"/>
                  </a:lnTo>
                  <a:lnTo>
                    <a:pt x="855135" y="1878216"/>
                  </a:lnTo>
                  <a:lnTo>
                    <a:pt x="856207" y="1877621"/>
                  </a:lnTo>
                  <a:lnTo>
                    <a:pt x="857279" y="1877025"/>
                  </a:lnTo>
                  <a:lnTo>
                    <a:pt x="858350" y="1876429"/>
                  </a:lnTo>
                  <a:lnTo>
                    <a:pt x="859422" y="1875833"/>
                  </a:lnTo>
                  <a:lnTo>
                    <a:pt x="860493" y="1875236"/>
                  </a:lnTo>
                  <a:lnTo>
                    <a:pt x="861565" y="1874639"/>
                  </a:lnTo>
                  <a:lnTo>
                    <a:pt x="862637" y="1874041"/>
                  </a:lnTo>
                  <a:lnTo>
                    <a:pt x="863708" y="1873443"/>
                  </a:lnTo>
                  <a:lnTo>
                    <a:pt x="864780" y="1872845"/>
                  </a:lnTo>
                  <a:lnTo>
                    <a:pt x="865851" y="1872246"/>
                  </a:lnTo>
                  <a:lnTo>
                    <a:pt x="866923" y="1871647"/>
                  </a:lnTo>
                  <a:lnTo>
                    <a:pt x="867995" y="1871048"/>
                  </a:lnTo>
                  <a:lnTo>
                    <a:pt x="869066" y="1870448"/>
                  </a:lnTo>
                  <a:lnTo>
                    <a:pt x="870138" y="1869848"/>
                  </a:lnTo>
                  <a:lnTo>
                    <a:pt x="871209" y="1869247"/>
                  </a:lnTo>
                  <a:lnTo>
                    <a:pt x="872281" y="1868646"/>
                  </a:lnTo>
                  <a:lnTo>
                    <a:pt x="873353" y="1868045"/>
                  </a:lnTo>
                  <a:lnTo>
                    <a:pt x="874424" y="1867443"/>
                  </a:lnTo>
                  <a:lnTo>
                    <a:pt x="875496" y="1866841"/>
                  </a:lnTo>
                  <a:lnTo>
                    <a:pt x="876567" y="1866239"/>
                  </a:lnTo>
                  <a:lnTo>
                    <a:pt x="877639" y="1865636"/>
                  </a:lnTo>
                  <a:lnTo>
                    <a:pt x="878711" y="1865033"/>
                  </a:lnTo>
                  <a:lnTo>
                    <a:pt x="879782" y="1864430"/>
                  </a:lnTo>
                  <a:lnTo>
                    <a:pt x="880854" y="1863826"/>
                  </a:lnTo>
                  <a:lnTo>
                    <a:pt x="881925" y="1863222"/>
                  </a:lnTo>
                  <a:lnTo>
                    <a:pt x="882997" y="1862618"/>
                  </a:lnTo>
                  <a:lnTo>
                    <a:pt x="884069" y="1862013"/>
                  </a:lnTo>
                  <a:lnTo>
                    <a:pt x="885140" y="1861408"/>
                  </a:lnTo>
                  <a:lnTo>
                    <a:pt x="886212" y="1860803"/>
                  </a:lnTo>
                  <a:lnTo>
                    <a:pt x="887283" y="1860197"/>
                  </a:lnTo>
                  <a:lnTo>
                    <a:pt x="888355" y="1859591"/>
                  </a:lnTo>
                  <a:lnTo>
                    <a:pt x="889426" y="1858985"/>
                  </a:lnTo>
                  <a:lnTo>
                    <a:pt x="890498" y="1858378"/>
                  </a:lnTo>
                  <a:lnTo>
                    <a:pt x="891570" y="1857771"/>
                  </a:lnTo>
                  <a:lnTo>
                    <a:pt x="892641" y="1857164"/>
                  </a:lnTo>
                  <a:lnTo>
                    <a:pt x="893713" y="1856557"/>
                  </a:lnTo>
                  <a:lnTo>
                    <a:pt x="894784" y="1855949"/>
                  </a:lnTo>
                  <a:lnTo>
                    <a:pt x="895856" y="1855341"/>
                  </a:lnTo>
                  <a:lnTo>
                    <a:pt x="896928" y="1854732"/>
                  </a:lnTo>
                  <a:lnTo>
                    <a:pt x="897999" y="1854124"/>
                  </a:lnTo>
                  <a:lnTo>
                    <a:pt x="899071" y="1853515"/>
                  </a:lnTo>
                  <a:lnTo>
                    <a:pt x="900142" y="1852906"/>
                  </a:lnTo>
                  <a:lnTo>
                    <a:pt x="901214" y="1852296"/>
                  </a:lnTo>
                  <a:lnTo>
                    <a:pt x="902286" y="1851687"/>
                  </a:lnTo>
                  <a:lnTo>
                    <a:pt x="903357" y="1851077"/>
                  </a:lnTo>
                  <a:lnTo>
                    <a:pt x="904429" y="1850466"/>
                  </a:lnTo>
                  <a:lnTo>
                    <a:pt x="905500" y="1849856"/>
                  </a:lnTo>
                  <a:lnTo>
                    <a:pt x="906572" y="1849245"/>
                  </a:lnTo>
                  <a:lnTo>
                    <a:pt x="907644" y="1848634"/>
                  </a:lnTo>
                  <a:lnTo>
                    <a:pt x="908715" y="1848023"/>
                  </a:lnTo>
                  <a:lnTo>
                    <a:pt x="909787" y="1847411"/>
                  </a:lnTo>
                  <a:lnTo>
                    <a:pt x="910858" y="1846800"/>
                  </a:lnTo>
                  <a:lnTo>
                    <a:pt x="911930" y="1846188"/>
                  </a:lnTo>
                  <a:lnTo>
                    <a:pt x="913002" y="1845575"/>
                  </a:lnTo>
                  <a:lnTo>
                    <a:pt x="914073" y="1844963"/>
                  </a:lnTo>
                  <a:lnTo>
                    <a:pt x="915145" y="1844350"/>
                  </a:lnTo>
                  <a:lnTo>
                    <a:pt x="916216" y="1843738"/>
                  </a:lnTo>
                  <a:lnTo>
                    <a:pt x="917288" y="1843125"/>
                  </a:lnTo>
                  <a:lnTo>
                    <a:pt x="918360" y="1842511"/>
                  </a:lnTo>
                  <a:lnTo>
                    <a:pt x="919431" y="1841898"/>
                  </a:lnTo>
                  <a:lnTo>
                    <a:pt x="920503" y="1841284"/>
                  </a:lnTo>
                  <a:lnTo>
                    <a:pt x="921574" y="1840670"/>
                  </a:lnTo>
                  <a:lnTo>
                    <a:pt x="922646" y="1840056"/>
                  </a:lnTo>
                  <a:lnTo>
                    <a:pt x="923718" y="1839442"/>
                  </a:lnTo>
                  <a:lnTo>
                    <a:pt x="924789" y="1838827"/>
                  </a:lnTo>
                  <a:lnTo>
                    <a:pt x="925861" y="1838213"/>
                  </a:lnTo>
                  <a:lnTo>
                    <a:pt x="926932" y="1837598"/>
                  </a:lnTo>
                  <a:lnTo>
                    <a:pt x="928004" y="1836983"/>
                  </a:lnTo>
                  <a:lnTo>
                    <a:pt x="929076" y="1836368"/>
                  </a:lnTo>
                  <a:lnTo>
                    <a:pt x="930147" y="1835752"/>
                  </a:lnTo>
                  <a:lnTo>
                    <a:pt x="931219" y="1835137"/>
                  </a:lnTo>
                  <a:lnTo>
                    <a:pt x="932290" y="1834521"/>
                  </a:lnTo>
                  <a:lnTo>
                    <a:pt x="933362" y="1833905"/>
                  </a:lnTo>
                  <a:lnTo>
                    <a:pt x="934434" y="1833289"/>
                  </a:lnTo>
                  <a:lnTo>
                    <a:pt x="935505" y="1832673"/>
                  </a:lnTo>
                  <a:lnTo>
                    <a:pt x="936577" y="1832057"/>
                  </a:lnTo>
                  <a:lnTo>
                    <a:pt x="937648" y="1831440"/>
                  </a:lnTo>
                  <a:lnTo>
                    <a:pt x="938720" y="1830824"/>
                  </a:lnTo>
                  <a:lnTo>
                    <a:pt x="939792" y="1830207"/>
                  </a:lnTo>
                  <a:lnTo>
                    <a:pt x="940863" y="1829590"/>
                  </a:lnTo>
                  <a:lnTo>
                    <a:pt x="941935" y="1828973"/>
                  </a:lnTo>
                  <a:lnTo>
                    <a:pt x="943006" y="1828356"/>
                  </a:lnTo>
                  <a:lnTo>
                    <a:pt x="944078" y="1827739"/>
                  </a:lnTo>
                  <a:lnTo>
                    <a:pt x="945150" y="1827121"/>
                  </a:lnTo>
                  <a:lnTo>
                    <a:pt x="946221" y="1826504"/>
                  </a:lnTo>
                  <a:lnTo>
                    <a:pt x="947293" y="1825886"/>
                  </a:lnTo>
                  <a:lnTo>
                    <a:pt x="948364" y="1825268"/>
                  </a:lnTo>
                  <a:lnTo>
                    <a:pt x="949436" y="1824650"/>
                  </a:lnTo>
                  <a:lnTo>
                    <a:pt x="950508" y="1824033"/>
                  </a:lnTo>
                  <a:lnTo>
                    <a:pt x="951579" y="1823415"/>
                  </a:lnTo>
                  <a:lnTo>
                    <a:pt x="952651" y="1822796"/>
                  </a:lnTo>
                  <a:lnTo>
                    <a:pt x="953722" y="1822178"/>
                  </a:lnTo>
                  <a:lnTo>
                    <a:pt x="954794" y="1821560"/>
                  </a:lnTo>
                  <a:lnTo>
                    <a:pt x="955866" y="1820942"/>
                  </a:lnTo>
                  <a:lnTo>
                    <a:pt x="956937" y="1820323"/>
                  </a:lnTo>
                  <a:lnTo>
                    <a:pt x="958009" y="1819705"/>
                  </a:lnTo>
                  <a:lnTo>
                    <a:pt x="959080" y="1819086"/>
                  </a:lnTo>
                  <a:lnTo>
                    <a:pt x="960152" y="1818467"/>
                  </a:lnTo>
                  <a:lnTo>
                    <a:pt x="961224" y="1817849"/>
                  </a:lnTo>
                  <a:lnTo>
                    <a:pt x="962295" y="1817230"/>
                  </a:lnTo>
                  <a:lnTo>
                    <a:pt x="963367" y="1816611"/>
                  </a:lnTo>
                  <a:lnTo>
                    <a:pt x="964438" y="1815992"/>
                  </a:lnTo>
                  <a:lnTo>
                    <a:pt x="965510" y="1815373"/>
                  </a:lnTo>
                  <a:lnTo>
                    <a:pt x="966582" y="1814754"/>
                  </a:lnTo>
                  <a:lnTo>
                    <a:pt x="967653" y="1814135"/>
                  </a:lnTo>
                  <a:lnTo>
                    <a:pt x="968725" y="1813516"/>
                  </a:lnTo>
                  <a:lnTo>
                    <a:pt x="969796" y="1812897"/>
                  </a:lnTo>
                  <a:lnTo>
                    <a:pt x="970868" y="1812278"/>
                  </a:lnTo>
                  <a:lnTo>
                    <a:pt x="971940" y="1811659"/>
                  </a:lnTo>
                  <a:lnTo>
                    <a:pt x="973011" y="1811040"/>
                  </a:lnTo>
                  <a:lnTo>
                    <a:pt x="974083" y="1810421"/>
                  </a:lnTo>
                  <a:lnTo>
                    <a:pt x="975154" y="1809801"/>
                  </a:lnTo>
                  <a:lnTo>
                    <a:pt x="976226" y="1809182"/>
                  </a:lnTo>
                  <a:lnTo>
                    <a:pt x="977298" y="1808563"/>
                  </a:lnTo>
                  <a:lnTo>
                    <a:pt x="978369" y="1807944"/>
                  </a:lnTo>
                  <a:lnTo>
                    <a:pt x="979441" y="1807325"/>
                  </a:lnTo>
                  <a:lnTo>
                    <a:pt x="980512" y="1806705"/>
                  </a:lnTo>
                  <a:lnTo>
                    <a:pt x="981584" y="1806086"/>
                  </a:lnTo>
                  <a:lnTo>
                    <a:pt x="982656" y="1805467"/>
                  </a:lnTo>
                  <a:lnTo>
                    <a:pt x="983727" y="1804848"/>
                  </a:lnTo>
                  <a:lnTo>
                    <a:pt x="984799" y="1804229"/>
                  </a:lnTo>
                  <a:lnTo>
                    <a:pt x="985870" y="1803610"/>
                  </a:lnTo>
                  <a:lnTo>
                    <a:pt x="986942" y="1802991"/>
                  </a:lnTo>
                  <a:lnTo>
                    <a:pt x="988014" y="1802372"/>
                  </a:lnTo>
                  <a:lnTo>
                    <a:pt x="989085" y="1801753"/>
                  </a:lnTo>
                  <a:lnTo>
                    <a:pt x="990157" y="1801134"/>
                  </a:lnTo>
                  <a:lnTo>
                    <a:pt x="991228" y="1800515"/>
                  </a:lnTo>
                  <a:lnTo>
                    <a:pt x="992300" y="1799896"/>
                  </a:lnTo>
                  <a:lnTo>
                    <a:pt x="993372" y="1799277"/>
                  </a:lnTo>
                  <a:lnTo>
                    <a:pt x="994443" y="1798658"/>
                  </a:lnTo>
                  <a:lnTo>
                    <a:pt x="995515" y="1798040"/>
                  </a:lnTo>
                  <a:lnTo>
                    <a:pt x="996586" y="1797421"/>
                  </a:lnTo>
                  <a:lnTo>
                    <a:pt x="997658" y="1796802"/>
                  </a:lnTo>
                  <a:lnTo>
                    <a:pt x="998730" y="1796184"/>
                  </a:lnTo>
                  <a:lnTo>
                    <a:pt x="999801" y="1795565"/>
                  </a:lnTo>
                  <a:lnTo>
                    <a:pt x="1000873" y="1794947"/>
                  </a:lnTo>
                  <a:lnTo>
                    <a:pt x="1001944" y="1794329"/>
                  </a:lnTo>
                  <a:lnTo>
                    <a:pt x="1003016" y="1793711"/>
                  </a:lnTo>
                  <a:lnTo>
                    <a:pt x="1004088" y="1793093"/>
                  </a:lnTo>
                  <a:lnTo>
                    <a:pt x="1005159" y="1792475"/>
                  </a:lnTo>
                  <a:lnTo>
                    <a:pt x="1006231" y="1791857"/>
                  </a:lnTo>
                  <a:lnTo>
                    <a:pt x="1007302" y="1791239"/>
                  </a:lnTo>
                  <a:lnTo>
                    <a:pt x="1008374" y="1790621"/>
                  </a:lnTo>
                  <a:lnTo>
                    <a:pt x="1009446" y="1790004"/>
                  </a:lnTo>
                  <a:lnTo>
                    <a:pt x="1010517" y="1789386"/>
                  </a:lnTo>
                  <a:lnTo>
                    <a:pt x="1011589" y="1788769"/>
                  </a:lnTo>
                  <a:lnTo>
                    <a:pt x="1012660" y="1788152"/>
                  </a:lnTo>
                  <a:lnTo>
                    <a:pt x="1013732" y="1787535"/>
                  </a:lnTo>
                  <a:lnTo>
                    <a:pt x="1014804" y="1786918"/>
                  </a:lnTo>
                  <a:lnTo>
                    <a:pt x="1015875" y="1786301"/>
                  </a:lnTo>
                  <a:lnTo>
                    <a:pt x="1016947" y="1785685"/>
                  </a:lnTo>
                  <a:lnTo>
                    <a:pt x="1018018" y="1785068"/>
                  </a:lnTo>
                  <a:lnTo>
                    <a:pt x="1019090" y="1784452"/>
                  </a:lnTo>
                  <a:lnTo>
                    <a:pt x="1020162" y="1783836"/>
                  </a:lnTo>
                  <a:lnTo>
                    <a:pt x="1021233" y="1783219"/>
                  </a:lnTo>
                  <a:lnTo>
                    <a:pt x="1022305" y="1782604"/>
                  </a:lnTo>
                  <a:lnTo>
                    <a:pt x="1023376" y="1781988"/>
                  </a:lnTo>
                  <a:lnTo>
                    <a:pt x="1024448" y="1781372"/>
                  </a:lnTo>
                  <a:lnTo>
                    <a:pt x="1025520" y="1780757"/>
                  </a:lnTo>
                  <a:lnTo>
                    <a:pt x="1026591" y="1780142"/>
                  </a:lnTo>
                  <a:lnTo>
                    <a:pt x="1027663" y="1779527"/>
                  </a:lnTo>
                  <a:lnTo>
                    <a:pt x="1028734" y="1778912"/>
                  </a:lnTo>
                  <a:lnTo>
                    <a:pt x="1029806" y="1778297"/>
                  </a:lnTo>
                  <a:lnTo>
                    <a:pt x="1030878" y="1777683"/>
                  </a:lnTo>
                  <a:lnTo>
                    <a:pt x="1031949" y="1777068"/>
                  </a:lnTo>
                  <a:lnTo>
                    <a:pt x="1033021" y="1776454"/>
                  </a:lnTo>
                  <a:lnTo>
                    <a:pt x="1034092" y="1775840"/>
                  </a:lnTo>
                  <a:lnTo>
                    <a:pt x="1035164" y="1775227"/>
                  </a:lnTo>
                  <a:lnTo>
                    <a:pt x="1036236" y="1774613"/>
                  </a:lnTo>
                  <a:lnTo>
                    <a:pt x="1037307" y="1774000"/>
                  </a:lnTo>
                  <a:lnTo>
                    <a:pt x="1038379" y="1773387"/>
                  </a:lnTo>
                  <a:lnTo>
                    <a:pt x="1039450" y="1772774"/>
                  </a:lnTo>
                  <a:lnTo>
                    <a:pt x="1040522" y="1772162"/>
                  </a:lnTo>
                  <a:lnTo>
                    <a:pt x="1041594" y="1771549"/>
                  </a:lnTo>
                  <a:lnTo>
                    <a:pt x="1042665" y="1770937"/>
                  </a:lnTo>
                  <a:lnTo>
                    <a:pt x="1043737" y="1770325"/>
                  </a:lnTo>
                  <a:lnTo>
                    <a:pt x="1044808" y="1769714"/>
                  </a:lnTo>
                  <a:lnTo>
                    <a:pt x="1045880" y="1769102"/>
                  </a:lnTo>
                  <a:lnTo>
                    <a:pt x="1046952" y="1768491"/>
                  </a:lnTo>
                  <a:lnTo>
                    <a:pt x="1048023" y="1767881"/>
                  </a:lnTo>
                  <a:lnTo>
                    <a:pt x="1049095" y="1767270"/>
                  </a:lnTo>
                  <a:lnTo>
                    <a:pt x="1050166" y="1766660"/>
                  </a:lnTo>
                  <a:lnTo>
                    <a:pt x="1051238" y="1766050"/>
                  </a:lnTo>
                  <a:lnTo>
                    <a:pt x="1052310" y="1765440"/>
                  </a:lnTo>
                  <a:lnTo>
                    <a:pt x="1053381" y="1764830"/>
                  </a:lnTo>
                  <a:lnTo>
                    <a:pt x="1054453" y="1764221"/>
                  </a:lnTo>
                  <a:lnTo>
                    <a:pt x="1055524" y="1763612"/>
                  </a:lnTo>
                  <a:lnTo>
                    <a:pt x="1056596" y="1763003"/>
                  </a:lnTo>
                  <a:lnTo>
                    <a:pt x="1057668" y="1762395"/>
                  </a:lnTo>
                  <a:lnTo>
                    <a:pt x="1058739" y="1761787"/>
                  </a:lnTo>
                  <a:lnTo>
                    <a:pt x="1059811" y="1761179"/>
                  </a:lnTo>
                  <a:lnTo>
                    <a:pt x="1060882" y="1760572"/>
                  </a:lnTo>
                  <a:lnTo>
                    <a:pt x="1061954" y="1759964"/>
                  </a:lnTo>
                  <a:lnTo>
                    <a:pt x="1063026" y="1759358"/>
                  </a:lnTo>
                  <a:lnTo>
                    <a:pt x="1064097" y="1758751"/>
                  </a:lnTo>
                  <a:lnTo>
                    <a:pt x="1065169" y="1758145"/>
                  </a:lnTo>
                  <a:lnTo>
                    <a:pt x="1066240" y="1757539"/>
                  </a:lnTo>
                  <a:lnTo>
                    <a:pt x="1067312" y="1756933"/>
                  </a:lnTo>
                  <a:lnTo>
                    <a:pt x="1068383" y="1756328"/>
                  </a:lnTo>
                  <a:lnTo>
                    <a:pt x="1069455" y="1755723"/>
                  </a:lnTo>
                  <a:lnTo>
                    <a:pt x="1070527" y="1755119"/>
                  </a:lnTo>
                  <a:lnTo>
                    <a:pt x="1071598" y="1754514"/>
                  </a:lnTo>
                  <a:lnTo>
                    <a:pt x="1072670" y="1753910"/>
                  </a:lnTo>
                  <a:lnTo>
                    <a:pt x="1073741" y="1753307"/>
                  </a:lnTo>
                  <a:lnTo>
                    <a:pt x="1074813" y="1752704"/>
                  </a:lnTo>
                  <a:lnTo>
                    <a:pt x="1075885" y="1752101"/>
                  </a:lnTo>
                  <a:lnTo>
                    <a:pt x="1076956" y="1751499"/>
                  </a:lnTo>
                  <a:lnTo>
                    <a:pt x="1078028" y="1750896"/>
                  </a:lnTo>
                  <a:lnTo>
                    <a:pt x="1079099" y="1750295"/>
                  </a:lnTo>
                  <a:lnTo>
                    <a:pt x="1080171" y="1749693"/>
                  </a:lnTo>
                  <a:lnTo>
                    <a:pt x="1081243" y="1749092"/>
                  </a:lnTo>
                  <a:lnTo>
                    <a:pt x="1082314" y="1748492"/>
                  </a:lnTo>
                  <a:lnTo>
                    <a:pt x="1083386" y="1747892"/>
                  </a:lnTo>
                  <a:lnTo>
                    <a:pt x="1084457" y="1747292"/>
                  </a:lnTo>
                  <a:lnTo>
                    <a:pt x="1085529" y="1746692"/>
                  </a:lnTo>
                  <a:lnTo>
                    <a:pt x="1086601" y="1746093"/>
                  </a:lnTo>
                  <a:lnTo>
                    <a:pt x="1087672" y="1745494"/>
                  </a:lnTo>
                  <a:lnTo>
                    <a:pt x="1088744" y="1744896"/>
                  </a:lnTo>
                  <a:lnTo>
                    <a:pt x="1089815" y="1744298"/>
                  </a:lnTo>
                  <a:lnTo>
                    <a:pt x="1090887" y="1743700"/>
                  </a:lnTo>
                  <a:lnTo>
                    <a:pt x="1091959" y="1743103"/>
                  </a:lnTo>
                  <a:lnTo>
                    <a:pt x="1093030" y="1742506"/>
                  </a:lnTo>
                  <a:lnTo>
                    <a:pt x="1094102" y="1741910"/>
                  </a:lnTo>
                  <a:lnTo>
                    <a:pt x="1095173" y="1741313"/>
                  </a:lnTo>
                  <a:lnTo>
                    <a:pt x="1096245" y="1740717"/>
                  </a:lnTo>
                  <a:lnTo>
                    <a:pt x="1097317" y="1740122"/>
                  </a:lnTo>
                  <a:lnTo>
                    <a:pt x="1098388" y="1739527"/>
                  </a:lnTo>
                  <a:lnTo>
                    <a:pt x="1099460" y="1738932"/>
                  </a:lnTo>
                  <a:lnTo>
                    <a:pt x="1100531" y="1738338"/>
                  </a:lnTo>
                  <a:lnTo>
                    <a:pt x="1101603" y="1737743"/>
                  </a:lnTo>
                  <a:lnTo>
                    <a:pt x="1102675" y="1737150"/>
                  </a:lnTo>
                  <a:lnTo>
                    <a:pt x="1103746" y="1736556"/>
                  </a:lnTo>
                  <a:lnTo>
                    <a:pt x="1104818" y="1735963"/>
                  </a:lnTo>
                  <a:lnTo>
                    <a:pt x="1105889" y="1735371"/>
                  </a:lnTo>
                  <a:lnTo>
                    <a:pt x="1106961" y="1734778"/>
                  </a:lnTo>
                  <a:lnTo>
                    <a:pt x="1108033" y="1734186"/>
                  </a:lnTo>
                  <a:lnTo>
                    <a:pt x="1109104" y="1733594"/>
                  </a:lnTo>
                  <a:lnTo>
                    <a:pt x="1110176" y="1733003"/>
                  </a:lnTo>
                  <a:lnTo>
                    <a:pt x="1111247" y="1732412"/>
                  </a:lnTo>
                  <a:lnTo>
                    <a:pt x="1112319" y="1731822"/>
                  </a:lnTo>
                  <a:lnTo>
                    <a:pt x="1113391" y="1731231"/>
                  </a:lnTo>
                  <a:lnTo>
                    <a:pt x="1114462" y="1730641"/>
                  </a:lnTo>
                  <a:lnTo>
                    <a:pt x="1115534" y="1730052"/>
                  </a:lnTo>
                  <a:lnTo>
                    <a:pt x="1116605" y="1729462"/>
                  </a:lnTo>
                  <a:lnTo>
                    <a:pt x="1117677" y="1728873"/>
                  </a:lnTo>
                  <a:lnTo>
                    <a:pt x="1118749" y="1728285"/>
                  </a:lnTo>
                  <a:lnTo>
                    <a:pt x="1119820" y="1727696"/>
                  </a:lnTo>
                  <a:lnTo>
                    <a:pt x="1120892" y="1727108"/>
                  </a:lnTo>
                  <a:lnTo>
                    <a:pt x="1121963" y="1726521"/>
                  </a:lnTo>
                  <a:lnTo>
                    <a:pt x="1123035" y="1725933"/>
                  </a:lnTo>
                  <a:lnTo>
                    <a:pt x="1124107" y="1725346"/>
                  </a:lnTo>
                  <a:lnTo>
                    <a:pt x="1125178" y="1724760"/>
                  </a:lnTo>
                  <a:lnTo>
                    <a:pt x="1126250" y="1724173"/>
                  </a:lnTo>
                  <a:lnTo>
                    <a:pt x="1127321" y="1723587"/>
                  </a:lnTo>
                  <a:lnTo>
                    <a:pt x="1128393" y="1723001"/>
                  </a:lnTo>
                  <a:lnTo>
                    <a:pt x="1129465" y="1722416"/>
                  </a:lnTo>
                  <a:lnTo>
                    <a:pt x="1130536" y="1721831"/>
                  </a:lnTo>
                  <a:lnTo>
                    <a:pt x="1131608" y="1721246"/>
                  </a:lnTo>
                  <a:lnTo>
                    <a:pt x="1132679" y="1720662"/>
                  </a:lnTo>
                  <a:lnTo>
                    <a:pt x="1133751" y="1720077"/>
                  </a:lnTo>
                  <a:lnTo>
                    <a:pt x="1134823" y="1719494"/>
                  </a:lnTo>
                  <a:lnTo>
                    <a:pt x="1135894" y="1718910"/>
                  </a:lnTo>
                  <a:lnTo>
                    <a:pt x="1136966" y="1718327"/>
                  </a:lnTo>
                  <a:lnTo>
                    <a:pt x="1138037" y="1717744"/>
                  </a:lnTo>
                  <a:lnTo>
                    <a:pt x="1139109" y="1717161"/>
                  </a:lnTo>
                  <a:lnTo>
                    <a:pt x="1140181" y="1716579"/>
                  </a:lnTo>
                  <a:lnTo>
                    <a:pt x="1141252" y="1715997"/>
                  </a:lnTo>
                  <a:lnTo>
                    <a:pt x="1142324" y="1715415"/>
                  </a:lnTo>
                  <a:lnTo>
                    <a:pt x="1143395" y="1714833"/>
                  </a:lnTo>
                  <a:lnTo>
                    <a:pt x="1144467" y="1714252"/>
                  </a:lnTo>
                  <a:lnTo>
                    <a:pt x="1145539" y="1713671"/>
                  </a:lnTo>
                  <a:lnTo>
                    <a:pt x="1146610" y="1713091"/>
                  </a:lnTo>
                  <a:lnTo>
                    <a:pt x="1147682" y="1712510"/>
                  </a:lnTo>
                  <a:lnTo>
                    <a:pt x="1148753" y="1711930"/>
                  </a:lnTo>
                  <a:lnTo>
                    <a:pt x="1149825" y="1711350"/>
                  </a:lnTo>
                  <a:lnTo>
                    <a:pt x="1150897" y="1710771"/>
                  </a:lnTo>
                  <a:lnTo>
                    <a:pt x="1151968" y="1710192"/>
                  </a:lnTo>
                  <a:lnTo>
                    <a:pt x="1153040" y="1709613"/>
                  </a:lnTo>
                  <a:lnTo>
                    <a:pt x="1154111" y="1709034"/>
                  </a:lnTo>
                  <a:lnTo>
                    <a:pt x="1155183" y="1708456"/>
                  </a:lnTo>
                  <a:lnTo>
                    <a:pt x="1156255" y="1707878"/>
                  </a:lnTo>
                  <a:lnTo>
                    <a:pt x="1157326" y="1707300"/>
                  </a:lnTo>
                  <a:lnTo>
                    <a:pt x="1158398" y="1706722"/>
                  </a:lnTo>
                  <a:lnTo>
                    <a:pt x="1159469" y="1706145"/>
                  </a:lnTo>
                  <a:lnTo>
                    <a:pt x="1160541" y="1705568"/>
                  </a:lnTo>
                  <a:lnTo>
                    <a:pt x="1161613" y="1704991"/>
                  </a:lnTo>
                  <a:lnTo>
                    <a:pt x="1162684" y="1704414"/>
                  </a:lnTo>
                  <a:lnTo>
                    <a:pt x="1163756" y="1703838"/>
                  </a:lnTo>
                  <a:lnTo>
                    <a:pt x="1164827" y="1703262"/>
                  </a:lnTo>
                  <a:lnTo>
                    <a:pt x="1165899" y="1702686"/>
                  </a:lnTo>
                  <a:lnTo>
                    <a:pt x="1166971" y="1702111"/>
                  </a:lnTo>
                  <a:lnTo>
                    <a:pt x="1168042" y="1701535"/>
                  </a:lnTo>
                  <a:lnTo>
                    <a:pt x="1169114" y="1700960"/>
                  </a:lnTo>
                  <a:lnTo>
                    <a:pt x="1170185" y="1700385"/>
                  </a:lnTo>
                  <a:lnTo>
                    <a:pt x="1171257" y="1699811"/>
                  </a:lnTo>
                  <a:lnTo>
                    <a:pt x="1172329" y="1699237"/>
                  </a:lnTo>
                  <a:lnTo>
                    <a:pt x="1173400" y="1698662"/>
                  </a:lnTo>
                  <a:lnTo>
                    <a:pt x="1174472" y="1698089"/>
                  </a:lnTo>
                  <a:lnTo>
                    <a:pt x="1175543" y="1697515"/>
                  </a:lnTo>
                  <a:lnTo>
                    <a:pt x="1176615" y="1696942"/>
                  </a:lnTo>
                  <a:lnTo>
                    <a:pt x="1177687" y="1696368"/>
                  </a:lnTo>
                  <a:lnTo>
                    <a:pt x="1178758" y="1695795"/>
                  </a:lnTo>
                  <a:lnTo>
                    <a:pt x="1179830" y="1695223"/>
                  </a:lnTo>
                  <a:lnTo>
                    <a:pt x="1180901" y="1694650"/>
                  </a:lnTo>
                  <a:lnTo>
                    <a:pt x="1181973" y="1694078"/>
                  </a:lnTo>
                  <a:lnTo>
                    <a:pt x="1183045" y="1693506"/>
                  </a:lnTo>
                  <a:lnTo>
                    <a:pt x="1184116" y="1692934"/>
                  </a:lnTo>
                  <a:lnTo>
                    <a:pt x="1185188" y="1692362"/>
                  </a:lnTo>
                  <a:lnTo>
                    <a:pt x="1186259" y="1691791"/>
                  </a:lnTo>
                  <a:lnTo>
                    <a:pt x="1187331" y="1691220"/>
                  </a:lnTo>
                  <a:lnTo>
                    <a:pt x="1188403" y="1690649"/>
                  </a:lnTo>
                  <a:lnTo>
                    <a:pt x="1189474" y="1690078"/>
                  </a:lnTo>
                  <a:lnTo>
                    <a:pt x="1190546" y="1689507"/>
                  </a:lnTo>
                  <a:lnTo>
                    <a:pt x="1191617" y="1688937"/>
                  </a:lnTo>
                  <a:lnTo>
                    <a:pt x="1192689" y="1688366"/>
                  </a:lnTo>
                  <a:lnTo>
                    <a:pt x="1193761" y="1687796"/>
                  </a:lnTo>
                  <a:lnTo>
                    <a:pt x="1194832" y="1687226"/>
                  </a:lnTo>
                  <a:lnTo>
                    <a:pt x="1195904" y="1686657"/>
                  </a:lnTo>
                  <a:lnTo>
                    <a:pt x="1196975" y="1686087"/>
                  </a:lnTo>
                  <a:lnTo>
                    <a:pt x="1198047" y="1685518"/>
                  </a:lnTo>
                  <a:lnTo>
                    <a:pt x="1199119" y="1684949"/>
                  </a:lnTo>
                  <a:lnTo>
                    <a:pt x="1200190" y="1684380"/>
                  </a:lnTo>
                  <a:lnTo>
                    <a:pt x="1201262" y="1683811"/>
                  </a:lnTo>
                  <a:lnTo>
                    <a:pt x="1202333" y="1683242"/>
                  </a:lnTo>
                  <a:lnTo>
                    <a:pt x="1203405" y="1682674"/>
                  </a:lnTo>
                  <a:lnTo>
                    <a:pt x="1204477" y="1682106"/>
                  </a:lnTo>
                  <a:lnTo>
                    <a:pt x="1205548" y="1681538"/>
                  </a:lnTo>
                  <a:lnTo>
                    <a:pt x="1206620" y="1680970"/>
                  </a:lnTo>
                  <a:lnTo>
                    <a:pt x="1207691" y="1680402"/>
                  </a:lnTo>
                  <a:lnTo>
                    <a:pt x="1208763" y="1679834"/>
                  </a:lnTo>
                  <a:lnTo>
                    <a:pt x="1209835" y="1679267"/>
                  </a:lnTo>
                  <a:lnTo>
                    <a:pt x="1210906" y="1678699"/>
                  </a:lnTo>
                  <a:lnTo>
                    <a:pt x="1211978" y="1678132"/>
                  </a:lnTo>
                  <a:lnTo>
                    <a:pt x="1213049" y="1677565"/>
                  </a:lnTo>
                  <a:lnTo>
                    <a:pt x="1214121" y="1676998"/>
                  </a:lnTo>
                  <a:lnTo>
                    <a:pt x="1215193" y="1676431"/>
                  </a:lnTo>
                  <a:lnTo>
                    <a:pt x="1216264" y="1675865"/>
                  </a:lnTo>
                  <a:lnTo>
                    <a:pt x="1217336" y="1675298"/>
                  </a:lnTo>
                  <a:lnTo>
                    <a:pt x="1218407" y="1674732"/>
                  </a:lnTo>
                  <a:lnTo>
                    <a:pt x="1219479" y="1674166"/>
                  </a:lnTo>
                  <a:lnTo>
                    <a:pt x="1220551" y="1673599"/>
                  </a:lnTo>
                  <a:lnTo>
                    <a:pt x="1221622" y="1673033"/>
                  </a:lnTo>
                  <a:lnTo>
                    <a:pt x="1222694" y="1672468"/>
                  </a:lnTo>
                  <a:lnTo>
                    <a:pt x="1223765" y="1671902"/>
                  </a:lnTo>
                  <a:lnTo>
                    <a:pt x="1224837" y="1671336"/>
                  </a:lnTo>
                  <a:lnTo>
                    <a:pt x="1225909" y="1670771"/>
                  </a:lnTo>
                  <a:lnTo>
                    <a:pt x="1226980" y="1670205"/>
                  </a:lnTo>
                  <a:lnTo>
                    <a:pt x="1228052" y="1669640"/>
                  </a:lnTo>
                  <a:lnTo>
                    <a:pt x="1229123" y="1669075"/>
                  </a:lnTo>
                  <a:lnTo>
                    <a:pt x="1230195" y="1668509"/>
                  </a:lnTo>
                  <a:lnTo>
                    <a:pt x="1231267" y="1667944"/>
                  </a:lnTo>
                  <a:lnTo>
                    <a:pt x="1232338" y="1667380"/>
                  </a:lnTo>
                  <a:lnTo>
                    <a:pt x="1233410" y="1666815"/>
                  </a:lnTo>
                  <a:lnTo>
                    <a:pt x="1234481" y="1666250"/>
                  </a:lnTo>
                  <a:lnTo>
                    <a:pt x="1235553" y="1665685"/>
                  </a:lnTo>
                  <a:lnTo>
                    <a:pt x="1236625" y="1665121"/>
                  </a:lnTo>
                  <a:lnTo>
                    <a:pt x="1237696" y="1664556"/>
                  </a:lnTo>
                  <a:lnTo>
                    <a:pt x="1238768" y="1663992"/>
                  </a:lnTo>
                  <a:lnTo>
                    <a:pt x="1239839" y="1663427"/>
                  </a:lnTo>
                  <a:lnTo>
                    <a:pt x="1240911" y="1662863"/>
                  </a:lnTo>
                  <a:lnTo>
                    <a:pt x="1241983" y="1662299"/>
                  </a:lnTo>
                  <a:lnTo>
                    <a:pt x="1243054" y="1661735"/>
                  </a:lnTo>
                  <a:lnTo>
                    <a:pt x="1244126" y="1661171"/>
                  </a:lnTo>
                  <a:lnTo>
                    <a:pt x="1245197" y="1660607"/>
                  </a:lnTo>
                  <a:lnTo>
                    <a:pt x="1246269" y="1660043"/>
                  </a:lnTo>
                  <a:lnTo>
                    <a:pt x="1247340" y="1659479"/>
                  </a:lnTo>
                  <a:lnTo>
                    <a:pt x="1248412" y="1658915"/>
                  </a:lnTo>
                  <a:lnTo>
                    <a:pt x="1249484" y="1658351"/>
                  </a:lnTo>
                  <a:lnTo>
                    <a:pt x="1250555" y="1657787"/>
                  </a:lnTo>
                  <a:lnTo>
                    <a:pt x="1251627" y="1657224"/>
                  </a:lnTo>
                  <a:lnTo>
                    <a:pt x="1252698" y="1656660"/>
                  </a:lnTo>
                  <a:lnTo>
                    <a:pt x="1253770" y="1656096"/>
                  </a:lnTo>
                  <a:lnTo>
                    <a:pt x="1254842" y="1655533"/>
                  </a:lnTo>
                  <a:lnTo>
                    <a:pt x="1255913" y="1654969"/>
                  </a:lnTo>
                  <a:lnTo>
                    <a:pt x="1256985" y="1654405"/>
                  </a:lnTo>
                  <a:lnTo>
                    <a:pt x="1258056" y="1653842"/>
                  </a:lnTo>
                  <a:lnTo>
                    <a:pt x="1259128" y="1653278"/>
                  </a:lnTo>
                  <a:lnTo>
                    <a:pt x="1260200" y="1652715"/>
                  </a:lnTo>
                  <a:lnTo>
                    <a:pt x="1261271" y="1652151"/>
                  </a:lnTo>
                  <a:lnTo>
                    <a:pt x="1262343" y="1651588"/>
                  </a:lnTo>
                  <a:lnTo>
                    <a:pt x="1263414" y="1651024"/>
                  </a:lnTo>
                  <a:lnTo>
                    <a:pt x="1264486" y="1650461"/>
                  </a:lnTo>
                  <a:lnTo>
                    <a:pt x="1265558" y="1649897"/>
                  </a:lnTo>
                  <a:lnTo>
                    <a:pt x="1266629" y="1649334"/>
                  </a:lnTo>
                  <a:lnTo>
                    <a:pt x="1267701" y="1648770"/>
                  </a:lnTo>
                  <a:lnTo>
                    <a:pt x="1268772" y="1648207"/>
                  </a:lnTo>
                  <a:lnTo>
                    <a:pt x="1269844" y="1647643"/>
                  </a:lnTo>
                  <a:lnTo>
                    <a:pt x="1270916" y="1647080"/>
                  </a:lnTo>
                  <a:lnTo>
                    <a:pt x="1271987" y="1646516"/>
                  </a:lnTo>
                  <a:lnTo>
                    <a:pt x="1273059" y="1645953"/>
                  </a:lnTo>
                  <a:lnTo>
                    <a:pt x="1274130" y="1645389"/>
                  </a:lnTo>
                  <a:lnTo>
                    <a:pt x="1275202" y="1644825"/>
                  </a:lnTo>
                  <a:lnTo>
                    <a:pt x="1276274" y="1644262"/>
                  </a:lnTo>
                  <a:lnTo>
                    <a:pt x="1277345" y="1643698"/>
                  </a:lnTo>
                  <a:lnTo>
                    <a:pt x="1278417" y="1643134"/>
                  </a:lnTo>
                  <a:lnTo>
                    <a:pt x="1279488" y="1642570"/>
                  </a:lnTo>
                  <a:lnTo>
                    <a:pt x="1280560" y="1642007"/>
                  </a:lnTo>
                  <a:lnTo>
                    <a:pt x="1281632" y="1641443"/>
                  </a:lnTo>
                  <a:lnTo>
                    <a:pt x="1282703" y="1640879"/>
                  </a:lnTo>
                  <a:lnTo>
                    <a:pt x="1283775" y="1640315"/>
                  </a:lnTo>
                  <a:lnTo>
                    <a:pt x="1284846" y="1639751"/>
                  </a:lnTo>
                  <a:lnTo>
                    <a:pt x="1285918" y="1639187"/>
                  </a:lnTo>
                  <a:lnTo>
                    <a:pt x="1286990" y="1638623"/>
                  </a:lnTo>
                  <a:lnTo>
                    <a:pt x="1288061" y="1638058"/>
                  </a:lnTo>
                  <a:lnTo>
                    <a:pt x="1289133" y="1637494"/>
                  </a:lnTo>
                  <a:lnTo>
                    <a:pt x="1290204" y="1636930"/>
                  </a:lnTo>
                  <a:lnTo>
                    <a:pt x="1291276" y="1636365"/>
                  </a:lnTo>
                  <a:lnTo>
                    <a:pt x="1292348" y="1635801"/>
                  </a:lnTo>
                  <a:lnTo>
                    <a:pt x="1293419" y="1635236"/>
                  </a:lnTo>
                  <a:lnTo>
                    <a:pt x="1294491" y="1634671"/>
                  </a:lnTo>
                  <a:lnTo>
                    <a:pt x="1295562" y="1634106"/>
                  </a:lnTo>
                  <a:lnTo>
                    <a:pt x="1296634" y="1633541"/>
                  </a:lnTo>
                  <a:lnTo>
                    <a:pt x="1297706" y="1632976"/>
                  </a:lnTo>
                  <a:lnTo>
                    <a:pt x="1298777" y="1632411"/>
                  </a:lnTo>
                  <a:lnTo>
                    <a:pt x="1299849" y="1631846"/>
                  </a:lnTo>
                  <a:lnTo>
                    <a:pt x="1300920" y="1631281"/>
                  </a:lnTo>
                  <a:lnTo>
                    <a:pt x="1301992" y="1630715"/>
                  </a:lnTo>
                  <a:lnTo>
                    <a:pt x="1303064" y="1630150"/>
                  </a:lnTo>
                  <a:lnTo>
                    <a:pt x="1304135" y="1629584"/>
                  </a:lnTo>
                  <a:lnTo>
                    <a:pt x="1305207" y="1629018"/>
                  </a:lnTo>
                  <a:lnTo>
                    <a:pt x="1306278" y="1628452"/>
                  </a:lnTo>
                  <a:lnTo>
                    <a:pt x="1307350" y="1627886"/>
                  </a:lnTo>
                  <a:lnTo>
                    <a:pt x="1308422" y="1627320"/>
                  </a:lnTo>
                  <a:lnTo>
                    <a:pt x="1309493" y="1626754"/>
                  </a:lnTo>
                  <a:lnTo>
                    <a:pt x="1310565" y="1626187"/>
                  </a:lnTo>
                  <a:lnTo>
                    <a:pt x="1311636" y="1625621"/>
                  </a:lnTo>
                  <a:lnTo>
                    <a:pt x="1312708" y="1625054"/>
                  </a:lnTo>
                  <a:lnTo>
                    <a:pt x="1313780" y="1624487"/>
                  </a:lnTo>
                  <a:lnTo>
                    <a:pt x="1314851" y="1623920"/>
                  </a:lnTo>
                  <a:lnTo>
                    <a:pt x="1315923" y="1623353"/>
                  </a:lnTo>
                  <a:lnTo>
                    <a:pt x="1316994" y="1622785"/>
                  </a:lnTo>
                  <a:lnTo>
                    <a:pt x="1318066" y="1622218"/>
                  </a:lnTo>
                  <a:lnTo>
                    <a:pt x="1319138" y="1621650"/>
                  </a:lnTo>
                  <a:lnTo>
                    <a:pt x="1320209" y="1621082"/>
                  </a:lnTo>
                  <a:lnTo>
                    <a:pt x="1321281" y="1620514"/>
                  </a:lnTo>
                  <a:lnTo>
                    <a:pt x="1322352" y="1619946"/>
                  </a:lnTo>
                  <a:lnTo>
                    <a:pt x="1323424" y="1619377"/>
                  </a:lnTo>
                  <a:lnTo>
                    <a:pt x="1324496" y="1618809"/>
                  </a:lnTo>
                  <a:lnTo>
                    <a:pt x="1325567" y="1618240"/>
                  </a:lnTo>
                  <a:lnTo>
                    <a:pt x="1326639" y="1617671"/>
                  </a:lnTo>
                  <a:lnTo>
                    <a:pt x="1327710" y="1617101"/>
                  </a:lnTo>
                  <a:lnTo>
                    <a:pt x="1328782" y="1616532"/>
                  </a:lnTo>
                  <a:lnTo>
                    <a:pt x="1329854" y="1615962"/>
                  </a:lnTo>
                  <a:lnTo>
                    <a:pt x="1330925" y="1615393"/>
                  </a:lnTo>
                  <a:lnTo>
                    <a:pt x="1331997" y="1614823"/>
                  </a:lnTo>
                  <a:lnTo>
                    <a:pt x="1333068" y="1614252"/>
                  </a:lnTo>
                  <a:lnTo>
                    <a:pt x="1334140" y="1613682"/>
                  </a:lnTo>
                  <a:lnTo>
                    <a:pt x="1335212" y="1613111"/>
                  </a:lnTo>
                  <a:lnTo>
                    <a:pt x="1336283" y="1612540"/>
                  </a:lnTo>
                  <a:lnTo>
                    <a:pt x="1337355" y="1611969"/>
                  </a:lnTo>
                  <a:lnTo>
                    <a:pt x="1338426" y="1611397"/>
                  </a:lnTo>
                  <a:lnTo>
                    <a:pt x="1339498" y="1610826"/>
                  </a:lnTo>
                  <a:lnTo>
                    <a:pt x="1340570" y="1610254"/>
                  </a:lnTo>
                  <a:lnTo>
                    <a:pt x="1341641" y="1609682"/>
                  </a:lnTo>
                  <a:lnTo>
                    <a:pt x="1342713" y="1609109"/>
                  </a:lnTo>
                  <a:lnTo>
                    <a:pt x="1343784" y="1608537"/>
                  </a:lnTo>
                  <a:lnTo>
                    <a:pt x="1344856" y="1607964"/>
                  </a:lnTo>
                  <a:lnTo>
                    <a:pt x="1345928" y="1607391"/>
                  </a:lnTo>
                  <a:lnTo>
                    <a:pt x="1346999" y="1606817"/>
                  </a:lnTo>
                  <a:lnTo>
                    <a:pt x="1348071" y="1606244"/>
                  </a:lnTo>
                  <a:lnTo>
                    <a:pt x="1349142" y="1605670"/>
                  </a:lnTo>
                  <a:lnTo>
                    <a:pt x="1350214" y="1605095"/>
                  </a:lnTo>
                  <a:lnTo>
                    <a:pt x="1351286" y="1604521"/>
                  </a:lnTo>
                  <a:lnTo>
                    <a:pt x="1352357" y="1603946"/>
                  </a:lnTo>
                  <a:lnTo>
                    <a:pt x="1353429" y="1603371"/>
                  </a:lnTo>
                  <a:lnTo>
                    <a:pt x="1354500" y="1602796"/>
                  </a:lnTo>
                  <a:lnTo>
                    <a:pt x="1355572" y="1602220"/>
                  </a:lnTo>
                  <a:lnTo>
                    <a:pt x="1356644" y="1601644"/>
                  </a:lnTo>
                  <a:lnTo>
                    <a:pt x="1357715" y="1601068"/>
                  </a:lnTo>
                  <a:lnTo>
                    <a:pt x="1358787" y="1600491"/>
                  </a:lnTo>
                  <a:lnTo>
                    <a:pt x="1359858" y="1599914"/>
                  </a:lnTo>
                  <a:lnTo>
                    <a:pt x="1360930" y="1599337"/>
                  </a:lnTo>
                  <a:lnTo>
                    <a:pt x="1362002" y="1598759"/>
                  </a:lnTo>
                  <a:lnTo>
                    <a:pt x="1363073" y="1598182"/>
                  </a:lnTo>
                  <a:lnTo>
                    <a:pt x="1364145" y="1597603"/>
                  </a:lnTo>
                  <a:lnTo>
                    <a:pt x="1365216" y="1597025"/>
                  </a:lnTo>
                  <a:lnTo>
                    <a:pt x="1366288" y="1596446"/>
                  </a:lnTo>
                  <a:lnTo>
                    <a:pt x="1367360" y="1595867"/>
                  </a:lnTo>
                  <a:lnTo>
                    <a:pt x="1368431" y="1595287"/>
                  </a:lnTo>
                  <a:lnTo>
                    <a:pt x="1369503" y="1594708"/>
                  </a:lnTo>
                  <a:lnTo>
                    <a:pt x="1370574" y="1594127"/>
                  </a:lnTo>
                  <a:lnTo>
                    <a:pt x="1371646" y="1593547"/>
                  </a:lnTo>
                  <a:lnTo>
                    <a:pt x="1372718" y="1592966"/>
                  </a:lnTo>
                  <a:lnTo>
                    <a:pt x="1373789" y="1592385"/>
                  </a:lnTo>
                  <a:lnTo>
                    <a:pt x="1374861" y="1591803"/>
                  </a:lnTo>
                  <a:lnTo>
                    <a:pt x="1375932" y="1591221"/>
                  </a:lnTo>
                  <a:lnTo>
                    <a:pt x="1377004" y="1590639"/>
                  </a:lnTo>
                  <a:lnTo>
                    <a:pt x="1378076" y="1590056"/>
                  </a:lnTo>
                  <a:lnTo>
                    <a:pt x="1379147" y="1589473"/>
                  </a:lnTo>
                  <a:lnTo>
                    <a:pt x="1380219" y="1588889"/>
                  </a:lnTo>
                  <a:lnTo>
                    <a:pt x="1381290" y="1588305"/>
                  </a:lnTo>
                  <a:lnTo>
                    <a:pt x="1382362" y="1587721"/>
                  </a:lnTo>
                  <a:lnTo>
                    <a:pt x="1383434" y="1587137"/>
                  </a:lnTo>
                  <a:lnTo>
                    <a:pt x="1384505" y="1586552"/>
                  </a:lnTo>
                  <a:lnTo>
                    <a:pt x="1385577" y="1585966"/>
                  </a:lnTo>
                  <a:lnTo>
                    <a:pt x="1386648" y="1585380"/>
                  </a:lnTo>
                  <a:lnTo>
                    <a:pt x="1387720" y="1584794"/>
                  </a:lnTo>
                  <a:lnTo>
                    <a:pt x="1388792" y="1584207"/>
                  </a:lnTo>
                  <a:lnTo>
                    <a:pt x="1389863" y="1583620"/>
                  </a:lnTo>
                  <a:lnTo>
                    <a:pt x="1390935" y="1583033"/>
                  </a:lnTo>
                  <a:lnTo>
                    <a:pt x="1392006" y="1582445"/>
                  </a:lnTo>
                  <a:lnTo>
                    <a:pt x="1393078" y="1581856"/>
                  </a:lnTo>
                  <a:lnTo>
                    <a:pt x="1394150" y="1581268"/>
                  </a:lnTo>
                  <a:lnTo>
                    <a:pt x="1395221" y="1580678"/>
                  </a:lnTo>
                  <a:lnTo>
                    <a:pt x="1396293" y="1580089"/>
                  </a:lnTo>
                  <a:lnTo>
                    <a:pt x="1397364" y="1579499"/>
                  </a:lnTo>
                  <a:lnTo>
                    <a:pt x="1398436" y="1578908"/>
                  </a:lnTo>
                  <a:lnTo>
                    <a:pt x="1399508" y="1578317"/>
                  </a:lnTo>
                  <a:lnTo>
                    <a:pt x="1400579" y="1577726"/>
                  </a:lnTo>
                  <a:lnTo>
                    <a:pt x="1401651" y="1577134"/>
                  </a:lnTo>
                  <a:lnTo>
                    <a:pt x="1402722" y="1576541"/>
                  </a:lnTo>
                  <a:lnTo>
                    <a:pt x="1403794" y="1575948"/>
                  </a:lnTo>
                  <a:lnTo>
                    <a:pt x="1404866" y="1575355"/>
                  </a:lnTo>
                  <a:lnTo>
                    <a:pt x="1405937" y="1574761"/>
                  </a:lnTo>
                  <a:lnTo>
                    <a:pt x="1407009" y="1574167"/>
                  </a:lnTo>
                  <a:lnTo>
                    <a:pt x="1408080" y="1573572"/>
                  </a:lnTo>
                  <a:lnTo>
                    <a:pt x="1409152" y="1572977"/>
                  </a:lnTo>
                  <a:lnTo>
                    <a:pt x="1410224" y="1572382"/>
                  </a:lnTo>
                  <a:lnTo>
                    <a:pt x="1411295" y="1571785"/>
                  </a:lnTo>
                  <a:lnTo>
                    <a:pt x="1412367" y="1571189"/>
                  </a:lnTo>
                  <a:lnTo>
                    <a:pt x="1413438" y="1570592"/>
                  </a:lnTo>
                  <a:lnTo>
                    <a:pt x="1414510" y="1569994"/>
                  </a:lnTo>
                  <a:lnTo>
                    <a:pt x="1415582" y="1569396"/>
                  </a:lnTo>
                  <a:lnTo>
                    <a:pt x="1416653" y="1568797"/>
                  </a:lnTo>
                  <a:lnTo>
                    <a:pt x="1417725" y="1568198"/>
                  </a:lnTo>
                  <a:lnTo>
                    <a:pt x="1418796" y="1567598"/>
                  </a:lnTo>
                  <a:lnTo>
                    <a:pt x="1419868" y="1566998"/>
                  </a:lnTo>
                  <a:lnTo>
                    <a:pt x="1420939" y="1566397"/>
                  </a:lnTo>
                  <a:lnTo>
                    <a:pt x="1422011" y="1565796"/>
                  </a:lnTo>
                  <a:lnTo>
                    <a:pt x="1423083" y="1565194"/>
                  </a:lnTo>
                  <a:lnTo>
                    <a:pt x="1424154" y="1564592"/>
                  </a:lnTo>
                  <a:lnTo>
                    <a:pt x="1425226" y="1563989"/>
                  </a:lnTo>
                  <a:lnTo>
                    <a:pt x="1426297" y="1563385"/>
                  </a:lnTo>
                  <a:lnTo>
                    <a:pt x="1427369" y="1562781"/>
                  </a:lnTo>
                  <a:lnTo>
                    <a:pt x="1428441" y="1562177"/>
                  </a:lnTo>
                  <a:lnTo>
                    <a:pt x="1429512" y="1561572"/>
                  </a:lnTo>
                  <a:lnTo>
                    <a:pt x="1430584" y="1560966"/>
                  </a:lnTo>
                  <a:lnTo>
                    <a:pt x="1431655" y="1560360"/>
                  </a:lnTo>
                  <a:lnTo>
                    <a:pt x="1432727" y="1559753"/>
                  </a:lnTo>
                  <a:lnTo>
                    <a:pt x="1433799" y="1559146"/>
                  </a:lnTo>
                  <a:lnTo>
                    <a:pt x="1434870" y="1558538"/>
                  </a:lnTo>
                  <a:lnTo>
                    <a:pt x="1435942" y="1557930"/>
                  </a:lnTo>
                  <a:lnTo>
                    <a:pt x="1437013" y="1557321"/>
                  </a:lnTo>
                  <a:lnTo>
                    <a:pt x="1438085" y="1556711"/>
                  </a:lnTo>
                  <a:lnTo>
                    <a:pt x="1439157" y="1556101"/>
                  </a:lnTo>
                  <a:lnTo>
                    <a:pt x="1440228" y="1555490"/>
                  </a:lnTo>
                  <a:lnTo>
                    <a:pt x="1441300" y="1554879"/>
                  </a:lnTo>
                  <a:lnTo>
                    <a:pt x="1442371" y="1554267"/>
                  </a:lnTo>
                  <a:lnTo>
                    <a:pt x="1443443" y="1553654"/>
                  </a:lnTo>
                  <a:lnTo>
                    <a:pt x="1444515" y="1553041"/>
                  </a:lnTo>
                  <a:lnTo>
                    <a:pt x="1445586" y="1552427"/>
                  </a:lnTo>
                  <a:lnTo>
                    <a:pt x="1446658" y="1551813"/>
                  </a:lnTo>
                  <a:lnTo>
                    <a:pt x="1447729" y="1551198"/>
                  </a:lnTo>
                  <a:lnTo>
                    <a:pt x="1448801" y="1550583"/>
                  </a:lnTo>
                  <a:lnTo>
                    <a:pt x="1449873" y="1549966"/>
                  </a:lnTo>
                  <a:lnTo>
                    <a:pt x="1450944" y="1549350"/>
                  </a:lnTo>
                  <a:lnTo>
                    <a:pt x="1452016" y="1548732"/>
                  </a:lnTo>
                  <a:lnTo>
                    <a:pt x="1453087" y="1548114"/>
                  </a:lnTo>
                  <a:lnTo>
                    <a:pt x="1454159" y="1547495"/>
                  </a:lnTo>
                  <a:lnTo>
                    <a:pt x="1455231" y="1546876"/>
                  </a:lnTo>
                  <a:lnTo>
                    <a:pt x="1456302" y="1546256"/>
                  </a:lnTo>
                  <a:lnTo>
                    <a:pt x="1457374" y="1545636"/>
                  </a:lnTo>
                  <a:lnTo>
                    <a:pt x="1458445" y="1545014"/>
                  </a:lnTo>
                  <a:lnTo>
                    <a:pt x="1459517" y="1544393"/>
                  </a:lnTo>
                  <a:lnTo>
                    <a:pt x="1460589" y="1543770"/>
                  </a:lnTo>
                  <a:lnTo>
                    <a:pt x="1461660" y="1543147"/>
                  </a:lnTo>
                  <a:lnTo>
                    <a:pt x="1462732" y="1542523"/>
                  </a:lnTo>
                  <a:lnTo>
                    <a:pt x="1463803" y="1541899"/>
                  </a:lnTo>
                  <a:lnTo>
                    <a:pt x="1464875" y="1541274"/>
                  </a:lnTo>
                  <a:lnTo>
                    <a:pt x="1465947" y="1540648"/>
                  </a:lnTo>
                  <a:lnTo>
                    <a:pt x="1467018" y="1540021"/>
                  </a:lnTo>
                  <a:lnTo>
                    <a:pt x="1468090" y="1539394"/>
                  </a:lnTo>
                  <a:lnTo>
                    <a:pt x="1469161" y="1538766"/>
                  </a:lnTo>
                  <a:lnTo>
                    <a:pt x="1470233" y="1538138"/>
                  </a:lnTo>
                  <a:lnTo>
                    <a:pt x="1471305" y="1537509"/>
                  </a:lnTo>
                  <a:lnTo>
                    <a:pt x="1472376" y="1536879"/>
                  </a:lnTo>
                  <a:lnTo>
                    <a:pt x="1473448" y="1536249"/>
                  </a:lnTo>
                  <a:lnTo>
                    <a:pt x="1474519" y="1535617"/>
                  </a:lnTo>
                  <a:lnTo>
                    <a:pt x="1475591" y="1534986"/>
                  </a:lnTo>
                  <a:lnTo>
                    <a:pt x="1476663" y="1534353"/>
                  </a:lnTo>
                  <a:lnTo>
                    <a:pt x="1477734" y="1533720"/>
                  </a:lnTo>
                  <a:lnTo>
                    <a:pt x="1478806" y="1533086"/>
                  </a:lnTo>
                  <a:lnTo>
                    <a:pt x="1479877" y="1532451"/>
                  </a:lnTo>
                  <a:lnTo>
                    <a:pt x="1480949" y="1531816"/>
                  </a:lnTo>
                  <a:lnTo>
                    <a:pt x="1482021" y="1531180"/>
                  </a:lnTo>
                  <a:lnTo>
                    <a:pt x="1483092" y="1530543"/>
                  </a:lnTo>
                  <a:lnTo>
                    <a:pt x="1484164" y="1529906"/>
                  </a:lnTo>
                  <a:lnTo>
                    <a:pt x="1485235" y="1529268"/>
                  </a:lnTo>
                  <a:lnTo>
                    <a:pt x="1486307" y="1528629"/>
                  </a:lnTo>
                  <a:lnTo>
                    <a:pt x="1487379" y="1527989"/>
                  </a:lnTo>
                  <a:lnTo>
                    <a:pt x="1488450" y="1527349"/>
                  </a:lnTo>
                  <a:lnTo>
                    <a:pt x="1489522" y="1526708"/>
                  </a:lnTo>
                  <a:lnTo>
                    <a:pt x="1490593" y="1526067"/>
                  </a:lnTo>
                  <a:lnTo>
                    <a:pt x="1491665" y="1525424"/>
                  </a:lnTo>
                  <a:lnTo>
                    <a:pt x="1492737" y="1524781"/>
                  </a:lnTo>
                  <a:lnTo>
                    <a:pt x="1493808" y="1524137"/>
                  </a:lnTo>
                  <a:lnTo>
                    <a:pt x="1494880" y="1523493"/>
                  </a:lnTo>
                  <a:lnTo>
                    <a:pt x="1495951" y="1522847"/>
                  </a:lnTo>
                  <a:lnTo>
                    <a:pt x="1497023" y="1522201"/>
                  </a:lnTo>
                  <a:lnTo>
                    <a:pt x="1498095" y="1521555"/>
                  </a:lnTo>
                  <a:lnTo>
                    <a:pt x="1499166" y="1520907"/>
                  </a:lnTo>
                  <a:lnTo>
                    <a:pt x="1500238" y="1520259"/>
                  </a:lnTo>
                  <a:lnTo>
                    <a:pt x="1501309" y="1519610"/>
                  </a:lnTo>
                  <a:lnTo>
                    <a:pt x="1502381" y="1518960"/>
                  </a:lnTo>
                  <a:lnTo>
                    <a:pt x="1503453" y="1518310"/>
                  </a:lnTo>
                  <a:lnTo>
                    <a:pt x="1504524" y="1517659"/>
                  </a:lnTo>
                  <a:lnTo>
                    <a:pt x="1505596" y="1517007"/>
                  </a:lnTo>
                  <a:lnTo>
                    <a:pt x="1506667" y="1516354"/>
                  </a:lnTo>
                  <a:lnTo>
                    <a:pt x="1507739" y="1515701"/>
                  </a:lnTo>
                  <a:lnTo>
                    <a:pt x="1508811" y="1515047"/>
                  </a:lnTo>
                  <a:lnTo>
                    <a:pt x="1509882" y="1514392"/>
                  </a:lnTo>
                  <a:lnTo>
                    <a:pt x="1510954" y="1513737"/>
                  </a:lnTo>
                  <a:lnTo>
                    <a:pt x="1512025" y="1513080"/>
                  </a:lnTo>
                  <a:lnTo>
                    <a:pt x="1513097" y="1512423"/>
                  </a:lnTo>
                  <a:lnTo>
                    <a:pt x="1514169" y="1511766"/>
                  </a:lnTo>
                  <a:lnTo>
                    <a:pt x="1515240" y="1511107"/>
                  </a:lnTo>
                  <a:lnTo>
                    <a:pt x="1516312" y="1510448"/>
                  </a:lnTo>
                  <a:lnTo>
                    <a:pt x="1517383" y="1509788"/>
                  </a:lnTo>
                  <a:lnTo>
                    <a:pt x="1518455" y="1509127"/>
                  </a:lnTo>
                  <a:lnTo>
                    <a:pt x="1519527" y="1508466"/>
                  </a:lnTo>
                  <a:lnTo>
                    <a:pt x="1520598" y="1507803"/>
                  </a:lnTo>
                  <a:lnTo>
                    <a:pt x="1521670" y="1507140"/>
                  </a:lnTo>
                  <a:lnTo>
                    <a:pt x="1522741" y="1506477"/>
                  </a:lnTo>
                  <a:lnTo>
                    <a:pt x="1523813" y="1505812"/>
                  </a:lnTo>
                  <a:lnTo>
                    <a:pt x="1524885" y="1505147"/>
                  </a:lnTo>
                  <a:lnTo>
                    <a:pt x="1525956" y="1504481"/>
                  </a:lnTo>
                  <a:lnTo>
                    <a:pt x="1527028" y="1503814"/>
                  </a:lnTo>
                  <a:lnTo>
                    <a:pt x="1528099" y="1503147"/>
                  </a:lnTo>
                  <a:lnTo>
                    <a:pt x="1529171" y="1502479"/>
                  </a:lnTo>
                  <a:lnTo>
                    <a:pt x="1530243" y="1501810"/>
                  </a:lnTo>
                  <a:lnTo>
                    <a:pt x="1531314" y="1501140"/>
                  </a:lnTo>
                  <a:lnTo>
                    <a:pt x="1532386" y="1500470"/>
                  </a:lnTo>
                  <a:lnTo>
                    <a:pt x="1533457" y="1499799"/>
                  </a:lnTo>
                  <a:lnTo>
                    <a:pt x="1534529" y="1499127"/>
                  </a:lnTo>
                  <a:lnTo>
                    <a:pt x="1535601" y="1498455"/>
                  </a:lnTo>
                  <a:lnTo>
                    <a:pt x="1536672" y="1497781"/>
                  </a:lnTo>
                  <a:lnTo>
                    <a:pt x="1537744" y="1497107"/>
                  </a:lnTo>
                  <a:lnTo>
                    <a:pt x="1538815" y="1496432"/>
                  </a:lnTo>
                  <a:lnTo>
                    <a:pt x="1539887" y="1495757"/>
                  </a:lnTo>
                  <a:lnTo>
                    <a:pt x="1540959" y="1495081"/>
                  </a:lnTo>
                  <a:lnTo>
                    <a:pt x="1542030" y="1494404"/>
                  </a:lnTo>
                  <a:lnTo>
                    <a:pt x="1543102" y="1493557"/>
                  </a:lnTo>
                  <a:lnTo>
                    <a:pt x="1544173" y="1492619"/>
                  </a:lnTo>
                  <a:lnTo>
                    <a:pt x="1545245" y="1491681"/>
                  </a:lnTo>
                  <a:lnTo>
                    <a:pt x="1546317" y="1490743"/>
                  </a:lnTo>
                  <a:lnTo>
                    <a:pt x="1547388" y="1489806"/>
                  </a:lnTo>
                  <a:lnTo>
                    <a:pt x="1548460" y="1488868"/>
                  </a:lnTo>
                  <a:lnTo>
                    <a:pt x="1549531" y="1487931"/>
                  </a:lnTo>
                  <a:lnTo>
                    <a:pt x="1550603" y="1486994"/>
                  </a:lnTo>
                  <a:lnTo>
                    <a:pt x="1551675" y="1486057"/>
                  </a:lnTo>
                  <a:lnTo>
                    <a:pt x="1552746" y="1485121"/>
                  </a:lnTo>
                  <a:lnTo>
                    <a:pt x="1553818" y="1484184"/>
                  </a:lnTo>
                  <a:lnTo>
                    <a:pt x="1554889" y="1483248"/>
                  </a:lnTo>
                  <a:lnTo>
                    <a:pt x="1555961" y="1482311"/>
                  </a:lnTo>
                  <a:lnTo>
                    <a:pt x="1557033" y="1481375"/>
                  </a:lnTo>
                  <a:lnTo>
                    <a:pt x="1558104" y="1480439"/>
                  </a:lnTo>
                  <a:lnTo>
                    <a:pt x="1559176" y="1479503"/>
                  </a:lnTo>
                  <a:lnTo>
                    <a:pt x="1560247" y="1478568"/>
                  </a:lnTo>
                  <a:lnTo>
                    <a:pt x="1561319" y="1477632"/>
                  </a:lnTo>
                  <a:lnTo>
                    <a:pt x="1562391" y="1476697"/>
                  </a:lnTo>
                  <a:lnTo>
                    <a:pt x="1563462" y="1475761"/>
                  </a:lnTo>
                  <a:lnTo>
                    <a:pt x="1564534" y="1474826"/>
                  </a:lnTo>
                  <a:lnTo>
                    <a:pt x="1565605" y="1473891"/>
                  </a:lnTo>
                  <a:lnTo>
                    <a:pt x="1566677" y="1472955"/>
                  </a:lnTo>
                  <a:lnTo>
                    <a:pt x="1567749" y="1472020"/>
                  </a:lnTo>
                  <a:lnTo>
                    <a:pt x="1568820" y="1471085"/>
                  </a:lnTo>
                  <a:lnTo>
                    <a:pt x="1569892" y="1470150"/>
                  </a:lnTo>
                  <a:lnTo>
                    <a:pt x="1570963" y="1469216"/>
                  </a:lnTo>
                  <a:lnTo>
                    <a:pt x="1572035" y="1468281"/>
                  </a:lnTo>
                  <a:lnTo>
                    <a:pt x="1573107" y="1467346"/>
                  </a:lnTo>
                  <a:lnTo>
                    <a:pt x="1574178" y="1466411"/>
                  </a:lnTo>
                  <a:lnTo>
                    <a:pt x="1575250" y="1465476"/>
                  </a:lnTo>
                  <a:lnTo>
                    <a:pt x="1576321" y="1464542"/>
                  </a:lnTo>
                  <a:lnTo>
                    <a:pt x="1577393" y="1463607"/>
                  </a:lnTo>
                  <a:lnTo>
                    <a:pt x="1578465" y="1462673"/>
                  </a:lnTo>
                  <a:lnTo>
                    <a:pt x="1579536" y="1461738"/>
                  </a:lnTo>
                  <a:lnTo>
                    <a:pt x="1580608" y="1460803"/>
                  </a:lnTo>
                  <a:lnTo>
                    <a:pt x="1581679" y="1459869"/>
                  </a:lnTo>
                  <a:lnTo>
                    <a:pt x="1582751" y="1458934"/>
                  </a:lnTo>
                  <a:lnTo>
                    <a:pt x="1583823" y="1457999"/>
                  </a:lnTo>
                  <a:lnTo>
                    <a:pt x="1584894" y="1457065"/>
                  </a:lnTo>
                  <a:lnTo>
                    <a:pt x="1585966" y="1456130"/>
                  </a:lnTo>
                  <a:lnTo>
                    <a:pt x="1587037" y="1455195"/>
                  </a:lnTo>
                  <a:lnTo>
                    <a:pt x="1588109" y="1454261"/>
                  </a:lnTo>
                  <a:lnTo>
                    <a:pt x="1589181" y="1453326"/>
                  </a:lnTo>
                  <a:lnTo>
                    <a:pt x="1590252" y="1452391"/>
                  </a:lnTo>
                  <a:lnTo>
                    <a:pt x="1591324" y="1451456"/>
                  </a:lnTo>
                  <a:lnTo>
                    <a:pt x="1592395" y="1450521"/>
                  </a:lnTo>
                  <a:lnTo>
                    <a:pt x="1593467" y="1449586"/>
                  </a:lnTo>
                  <a:lnTo>
                    <a:pt x="1594539" y="1448651"/>
                  </a:lnTo>
                  <a:lnTo>
                    <a:pt x="1595610" y="1447716"/>
                  </a:lnTo>
                  <a:lnTo>
                    <a:pt x="1596682" y="1446781"/>
                  </a:lnTo>
                  <a:lnTo>
                    <a:pt x="1597753" y="1445845"/>
                  </a:lnTo>
                  <a:lnTo>
                    <a:pt x="1598825" y="1444910"/>
                  </a:lnTo>
                  <a:lnTo>
                    <a:pt x="1599896" y="1443974"/>
                  </a:lnTo>
                  <a:lnTo>
                    <a:pt x="1600968" y="1443039"/>
                  </a:lnTo>
                  <a:lnTo>
                    <a:pt x="1602040" y="1442103"/>
                  </a:lnTo>
                  <a:lnTo>
                    <a:pt x="1603111" y="1441167"/>
                  </a:lnTo>
                  <a:lnTo>
                    <a:pt x="1604183" y="1440231"/>
                  </a:lnTo>
                  <a:lnTo>
                    <a:pt x="1605254" y="1439295"/>
                  </a:lnTo>
                  <a:lnTo>
                    <a:pt x="1606326" y="1438358"/>
                  </a:lnTo>
                  <a:lnTo>
                    <a:pt x="1607398" y="1437422"/>
                  </a:lnTo>
                  <a:lnTo>
                    <a:pt x="1608469" y="1436485"/>
                  </a:lnTo>
                  <a:lnTo>
                    <a:pt x="1609541" y="1435548"/>
                  </a:lnTo>
                  <a:lnTo>
                    <a:pt x="1610612" y="1434611"/>
                  </a:lnTo>
                  <a:lnTo>
                    <a:pt x="1611684" y="1433674"/>
                  </a:lnTo>
                  <a:lnTo>
                    <a:pt x="1612756" y="1432737"/>
                  </a:lnTo>
                  <a:lnTo>
                    <a:pt x="1613827" y="1431799"/>
                  </a:lnTo>
                  <a:lnTo>
                    <a:pt x="1614899" y="1430862"/>
                  </a:lnTo>
                  <a:lnTo>
                    <a:pt x="1615970" y="1429924"/>
                  </a:lnTo>
                  <a:lnTo>
                    <a:pt x="1617042" y="1428986"/>
                  </a:lnTo>
                  <a:lnTo>
                    <a:pt x="1618114" y="1428047"/>
                  </a:lnTo>
                  <a:lnTo>
                    <a:pt x="1619185" y="1427109"/>
                  </a:lnTo>
                  <a:lnTo>
                    <a:pt x="1620257" y="1426170"/>
                  </a:lnTo>
                  <a:lnTo>
                    <a:pt x="1621328" y="1425231"/>
                  </a:lnTo>
                  <a:lnTo>
                    <a:pt x="1622400" y="1424292"/>
                  </a:lnTo>
                  <a:lnTo>
                    <a:pt x="1623472" y="1423353"/>
                  </a:lnTo>
                  <a:lnTo>
                    <a:pt x="1624543" y="1422413"/>
                  </a:lnTo>
                  <a:lnTo>
                    <a:pt x="1625615" y="1421473"/>
                  </a:lnTo>
                  <a:lnTo>
                    <a:pt x="1626686" y="1420533"/>
                  </a:lnTo>
                  <a:lnTo>
                    <a:pt x="1627758" y="1419592"/>
                  </a:lnTo>
                  <a:lnTo>
                    <a:pt x="1628830" y="1418652"/>
                  </a:lnTo>
                  <a:lnTo>
                    <a:pt x="1629901" y="1417711"/>
                  </a:lnTo>
                  <a:lnTo>
                    <a:pt x="1630973" y="1416770"/>
                  </a:lnTo>
                  <a:lnTo>
                    <a:pt x="1632044" y="1415828"/>
                  </a:lnTo>
                  <a:lnTo>
                    <a:pt x="1633116" y="1414886"/>
                  </a:lnTo>
                  <a:lnTo>
                    <a:pt x="1634188" y="1413944"/>
                  </a:lnTo>
                  <a:lnTo>
                    <a:pt x="1635259" y="1413002"/>
                  </a:lnTo>
                  <a:lnTo>
                    <a:pt x="1636331" y="1412059"/>
                  </a:lnTo>
                  <a:lnTo>
                    <a:pt x="1637402" y="1411116"/>
                  </a:lnTo>
                  <a:lnTo>
                    <a:pt x="1638474" y="1410172"/>
                  </a:lnTo>
                  <a:lnTo>
                    <a:pt x="1639546" y="1409229"/>
                  </a:lnTo>
                  <a:lnTo>
                    <a:pt x="1640617" y="1408285"/>
                  </a:lnTo>
                  <a:lnTo>
                    <a:pt x="1641689" y="1407340"/>
                  </a:lnTo>
                  <a:lnTo>
                    <a:pt x="1642760" y="1406396"/>
                  </a:lnTo>
                  <a:lnTo>
                    <a:pt x="1643832" y="1405451"/>
                  </a:lnTo>
                  <a:lnTo>
                    <a:pt x="1644904" y="1404505"/>
                  </a:lnTo>
                  <a:lnTo>
                    <a:pt x="1645975" y="1403560"/>
                  </a:lnTo>
                  <a:lnTo>
                    <a:pt x="1647047" y="1402614"/>
                  </a:lnTo>
                  <a:lnTo>
                    <a:pt x="1648118" y="1401667"/>
                  </a:lnTo>
                  <a:lnTo>
                    <a:pt x="1649190" y="1400720"/>
                  </a:lnTo>
                  <a:lnTo>
                    <a:pt x="1650262" y="1399773"/>
                  </a:lnTo>
                  <a:lnTo>
                    <a:pt x="1651333" y="1398826"/>
                  </a:lnTo>
                  <a:lnTo>
                    <a:pt x="1652405" y="1397878"/>
                  </a:lnTo>
                  <a:lnTo>
                    <a:pt x="1653476" y="1396929"/>
                  </a:lnTo>
                  <a:lnTo>
                    <a:pt x="1654548" y="1395981"/>
                  </a:lnTo>
                  <a:lnTo>
                    <a:pt x="1655620" y="1395031"/>
                  </a:lnTo>
                  <a:lnTo>
                    <a:pt x="1656691" y="1394082"/>
                  </a:lnTo>
                  <a:lnTo>
                    <a:pt x="1657763" y="1393132"/>
                  </a:lnTo>
                  <a:lnTo>
                    <a:pt x="1658834" y="1392182"/>
                  </a:lnTo>
                  <a:lnTo>
                    <a:pt x="1659906" y="1391231"/>
                  </a:lnTo>
                  <a:lnTo>
                    <a:pt x="1660978" y="1390280"/>
                  </a:lnTo>
                  <a:lnTo>
                    <a:pt x="1662049" y="1389328"/>
                  </a:lnTo>
                  <a:lnTo>
                    <a:pt x="1663121" y="1388376"/>
                  </a:lnTo>
                  <a:lnTo>
                    <a:pt x="1664192" y="1387424"/>
                  </a:lnTo>
                  <a:lnTo>
                    <a:pt x="1665264" y="1386471"/>
                  </a:lnTo>
                  <a:lnTo>
                    <a:pt x="1666336" y="1385517"/>
                  </a:lnTo>
                  <a:lnTo>
                    <a:pt x="1667407" y="1384564"/>
                  </a:lnTo>
                  <a:lnTo>
                    <a:pt x="1668479" y="1383609"/>
                  </a:lnTo>
                  <a:lnTo>
                    <a:pt x="1669550" y="1382655"/>
                  </a:lnTo>
                  <a:lnTo>
                    <a:pt x="1670622" y="1381700"/>
                  </a:lnTo>
                  <a:lnTo>
                    <a:pt x="1671694" y="1380744"/>
                  </a:lnTo>
                  <a:lnTo>
                    <a:pt x="1672765" y="1379788"/>
                  </a:lnTo>
                  <a:lnTo>
                    <a:pt x="1673837" y="1378831"/>
                  </a:lnTo>
                  <a:lnTo>
                    <a:pt x="1674908" y="1377874"/>
                  </a:lnTo>
                  <a:lnTo>
                    <a:pt x="1675980" y="1376917"/>
                  </a:lnTo>
                  <a:lnTo>
                    <a:pt x="1677052" y="1375959"/>
                  </a:lnTo>
                  <a:lnTo>
                    <a:pt x="1678123" y="1375001"/>
                  </a:lnTo>
                  <a:lnTo>
                    <a:pt x="1679195" y="1374042"/>
                  </a:lnTo>
                  <a:lnTo>
                    <a:pt x="1680266" y="1373082"/>
                  </a:lnTo>
                  <a:lnTo>
                    <a:pt x="1681338" y="1372122"/>
                  </a:lnTo>
                  <a:lnTo>
                    <a:pt x="1682410" y="1371162"/>
                  </a:lnTo>
                  <a:lnTo>
                    <a:pt x="1683481" y="1370201"/>
                  </a:lnTo>
                  <a:lnTo>
                    <a:pt x="1684553" y="1369240"/>
                  </a:lnTo>
                  <a:lnTo>
                    <a:pt x="1685624" y="1368278"/>
                  </a:lnTo>
                  <a:lnTo>
                    <a:pt x="1686696" y="1367316"/>
                  </a:lnTo>
                  <a:lnTo>
                    <a:pt x="1687768" y="1366353"/>
                  </a:lnTo>
                  <a:lnTo>
                    <a:pt x="1688839" y="1365389"/>
                  </a:lnTo>
                  <a:lnTo>
                    <a:pt x="1689911" y="1364425"/>
                  </a:lnTo>
                  <a:lnTo>
                    <a:pt x="1690982" y="1363461"/>
                  </a:lnTo>
                  <a:lnTo>
                    <a:pt x="1692054" y="1362496"/>
                  </a:lnTo>
                  <a:lnTo>
                    <a:pt x="1693126" y="1361530"/>
                  </a:lnTo>
                  <a:lnTo>
                    <a:pt x="1694197" y="1360564"/>
                  </a:lnTo>
                  <a:lnTo>
                    <a:pt x="1695269" y="1359598"/>
                  </a:lnTo>
                  <a:lnTo>
                    <a:pt x="1696340" y="1358631"/>
                  </a:lnTo>
                  <a:lnTo>
                    <a:pt x="1697412" y="1357663"/>
                  </a:lnTo>
                  <a:lnTo>
                    <a:pt x="1698484" y="1356695"/>
                  </a:lnTo>
                  <a:lnTo>
                    <a:pt x="1699555" y="1355727"/>
                  </a:lnTo>
                  <a:lnTo>
                    <a:pt x="1700627" y="1354757"/>
                  </a:lnTo>
                  <a:lnTo>
                    <a:pt x="1701698" y="1353788"/>
                  </a:lnTo>
                  <a:lnTo>
                    <a:pt x="1702770" y="1352817"/>
                  </a:lnTo>
                  <a:lnTo>
                    <a:pt x="1703842" y="1351847"/>
                  </a:lnTo>
                  <a:lnTo>
                    <a:pt x="1704913" y="1350875"/>
                  </a:lnTo>
                  <a:lnTo>
                    <a:pt x="1705985" y="1349903"/>
                  </a:lnTo>
                  <a:lnTo>
                    <a:pt x="1707056" y="1348931"/>
                  </a:lnTo>
                  <a:lnTo>
                    <a:pt x="1708128" y="1347958"/>
                  </a:lnTo>
                  <a:lnTo>
                    <a:pt x="1709200" y="1346984"/>
                  </a:lnTo>
                  <a:lnTo>
                    <a:pt x="1710271" y="1346010"/>
                  </a:lnTo>
                  <a:lnTo>
                    <a:pt x="1711343" y="1345036"/>
                  </a:lnTo>
                  <a:lnTo>
                    <a:pt x="1712414" y="1344060"/>
                  </a:lnTo>
                  <a:lnTo>
                    <a:pt x="1713486" y="1343085"/>
                  </a:lnTo>
                  <a:lnTo>
                    <a:pt x="1714558" y="1342108"/>
                  </a:lnTo>
                  <a:lnTo>
                    <a:pt x="1715629" y="1341131"/>
                  </a:lnTo>
                  <a:lnTo>
                    <a:pt x="1716701" y="1340154"/>
                  </a:lnTo>
                  <a:lnTo>
                    <a:pt x="1717772" y="1339176"/>
                  </a:lnTo>
                  <a:lnTo>
                    <a:pt x="1718844" y="1338197"/>
                  </a:lnTo>
                  <a:lnTo>
                    <a:pt x="1719916" y="1337218"/>
                  </a:lnTo>
                  <a:lnTo>
                    <a:pt x="1720987" y="1336239"/>
                  </a:lnTo>
                  <a:lnTo>
                    <a:pt x="1722059" y="1335258"/>
                  </a:lnTo>
                  <a:lnTo>
                    <a:pt x="1723130" y="1334277"/>
                  </a:lnTo>
                  <a:lnTo>
                    <a:pt x="1724202" y="1333296"/>
                  </a:lnTo>
                  <a:lnTo>
                    <a:pt x="1725274" y="1332314"/>
                  </a:lnTo>
                  <a:lnTo>
                    <a:pt x="1726345" y="1331332"/>
                  </a:lnTo>
                  <a:lnTo>
                    <a:pt x="1727417" y="1330349"/>
                  </a:lnTo>
                  <a:lnTo>
                    <a:pt x="1728488" y="1329365"/>
                  </a:lnTo>
                  <a:lnTo>
                    <a:pt x="1729560" y="1328381"/>
                  </a:lnTo>
                  <a:lnTo>
                    <a:pt x="1730632" y="1327396"/>
                  </a:lnTo>
                  <a:lnTo>
                    <a:pt x="1731703" y="1326411"/>
                  </a:lnTo>
                  <a:lnTo>
                    <a:pt x="1732775" y="1325425"/>
                  </a:lnTo>
                  <a:lnTo>
                    <a:pt x="1733846" y="1324438"/>
                  </a:lnTo>
                  <a:lnTo>
                    <a:pt x="1734918" y="1323451"/>
                  </a:lnTo>
                  <a:lnTo>
                    <a:pt x="1735990" y="1322463"/>
                  </a:lnTo>
                  <a:lnTo>
                    <a:pt x="1737061" y="1321475"/>
                  </a:lnTo>
                  <a:lnTo>
                    <a:pt x="1738133" y="1320487"/>
                  </a:lnTo>
                  <a:lnTo>
                    <a:pt x="1739204" y="1319497"/>
                  </a:lnTo>
                  <a:lnTo>
                    <a:pt x="1740276" y="1318507"/>
                  </a:lnTo>
                  <a:lnTo>
                    <a:pt x="1741348" y="1317517"/>
                  </a:lnTo>
                  <a:lnTo>
                    <a:pt x="1742419" y="1316526"/>
                  </a:lnTo>
                  <a:lnTo>
                    <a:pt x="1743491" y="1315534"/>
                  </a:lnTo>
                  <a:lnTo>
                    <a:pt x="1744562" y="1314542"/>
                  </a:lnTo>
                  <a:lnTo>
                    <a:pt x="1745634" y="1313549"/>
                  </a:lnTo>
                  <a:lnTo>
                    <a:pt x="1746706" y="1312556"/>
                  </a:lnTo>
                  <a:lnTo>
                    <a:pt x="1747777" y="1311562"/>
                  </a:lnTo>
                  <a:lnTo>
                    <a:pt x="1748849" y="1310568"/>
                  </a:lnTo>
                  <a:lnTo>
                    <a:pt x="1749920" y="1309573"/>
                  </a:lnTo>
                  <a:lnTo>
                    <a:pt x="1750992" y="1308577"/>
                  </a:lnTo>
                  <a:lnTo>
                    <a:pt x="1752064" y="1307581"/>
                  </a:lnTo>
                  <a:lnTo>
                    <a:pt x="1753135" y="1306585"/>
                  </a:lnTo>
                  <a:lnTo>
                    <a:pt x="1754207" y="1305588"/>
                  </a:lnTo>
                  <a:lnTo>
                    <a:pt x="1755278" y="1304590"/>
                  </a:lnTo>
                  <a:lnTo>
                    <a:pt x="1756350" y="1303592"/>
                  </a:lnTo>
                  <a:lnTo>
                    <a:pt x="1757422" y="1302593"/>
                  </a:lnTo>
                  <a:lnTo>
                    <a:pt x="1758493" y="1301593"/>
                  </a:lnTo>
                  <a:lnTo>
                    <a:pt x="1759565" y="1300593"/>
                  </a:lnTo>
                  <a:lnTo>
                    <a:pt x="1760636" y="1299593"/>
                  </a:lnTo>
                  <a:lnTo>
                    <a:pt x="1761708" y="1298592"/>
                  </a:lnTo>
                  <a:lnTo>
                    <a:pt x="1762780" y="1297590"/>
                  </a:lnTo>
                  <a:lnTo>
                    <a:pt x="1763851" y="1296588"/>
                  </a:lnTo>
                  <a:lnTo>
                    <a:pt x="1764923" y="1295585"/>
                  </a:lnTo>
                  <a:lnTo>
                    <a:pt x="1765994" y="1294582"/>
                  </a:lnTo>
                  <a:lnTo>
                    <a:pt x="1767066" y="1293578"/>
                  </a:lnTo>
                  <a:lnTo>
                    <a:pt x="1768138" y="1292574"/>
                  </a:lnTo>
                  <a:lnTo>
                    <a:pt x="1769209" y="1291569"/>
                  </a:lnTo>
                  <a:lnTo>
                    <a:pt x="1770281" y="1290564"/>
                  </a:lnTo>
                  <a:lnTo>
                    <a:pt x="1771352" y="1289558"/>
                  </a:lnTo>
                  <a:lnTo>
                    <a:pt x="1772424" y="1288552"/>
                  </a:lnTo>
                  <a:lnTo>
                    <a:pt x="1773496" y="1287545"/>
                  </a:lnTo>
                  <a:lnTo>
                    <a:pt x="1774567" y="1286537"/>
                  </a:lnTo>
                  <a:lnTo>
                    <a:pt x="1775639" y="1285529"/>
                  </a:lnTo>
                  <a:lnTo>
                    <a:pt x="1776710" y="1284521"/>
                  </a:lnTo>
                  <a:lnTo>
                    <a:pt x="1777782" y="1283512"/>
                  </a:lnTo>
                  <a:lnTo>
                    <a:pt x="1778853" y="1282502"/>
                  </a:lnTo>
                  <a:lnTo>
                    <a:pt x="1779925" y="1281492"/>
                  </a:lnTo>
                  <a:lnTo>
                    <a:pt x="1780997" y="1280482"/>
                  </a:lnTo>
                  <a:lnTo>
                    <a:pt x="1782068" y="1279470"/>
                  </a:lnTo>
                  <a:lnTo>
                    <a:pt x="1783140" y="1278459"/>
                  </a:lnTo>
                  <a:lnTo>
                    <a:pt x="1784211" y="1277447"/>
                  </a:lnTo>
                  <a:lnTo>
                    <a:pt x="1785283" y="1276434"/>
                  </a:lnTo>
                  <a:lnTo>
                    <a:pt x="1786355" y="1275421"/>
                  </a:lnTo>
                  <a:lnTo>
                    <a:pt x="1787426" y="1274408"/>
                  </a:lnTo>
                  <a:lnTo>
                    <a:pt x="1788498" y="1273394"/>
                  </a:lnTo>
                  <a:lnTo>
                    <a:pt x="1789569" y="1272379"/>
                  </a:lnTo>
                  <a:lnTo>
                    <a:pt x="1790641" y="1271364"/>
                  </a:lnTo>
                  <a:lnTo>
                    <a:pt x="1791713" y="1270348"/>
                  </a:lnTo>
                  <a:lnTo>
                    <a:pt x="1792784" y="1269332"/>
                  </a:lnTo>
                  <a:lnTo>
                    <a:pt x="1793856" y="1268316"/>
                  </a:lnTo>
                  <a:lnTo>
                    <a:pt x="1794927" y="1267299"/>
                  </a:lnTo>
                  <a:lnTo>
                    <a:pt x="1795999" y="1266281"/>
                  </a:lnTo>
                  <a:lnTo>
                    <a:pt x="1797071" y="1265264"/>
                  </a:lnTo>
                  <a:lnTo>
                    <a:pt x="1798142" y="1264245"/>
                  </a:lnTo>
                  <a:lnTo>
                    <a:pt x="1799214" y="1263226"/>
                  </a:lnTo>
                  <a:lnTo>
                    <a:pt x="1800285" y="1262207"/>
                  </a:lnTo>
                  <a:lnTo>
                    <a:pt x="1801357" y="1261187"/>
                  </a:lnTo>
                  <a:lnTo>
                    <a:pt x="1802429" y="1260167"/>
                  </a:lnTo>
                  <a:lnTo>
                    <a:pt x="1803500" y="1259146"/>
                  </a:lnTo>
                  <a:lnTo>
                    <a:pt x="1804572" y="1258125"/>
                  </a:lnTo>
                  <a:lnTo>
                    <a:pt x="1805643" y="1257104"/>
                  </a:lnTo>
                  <a:lnTo>
                    <a:pt x="1806715" y="1256082"/>
                  </a:lnTo>
                  <a:lnTo>
                    <a:pt x="1807787" y="1255059"/>
                  </a:lnTo>
                  <a:lnTo>
                    <a:pt x="1808858" y="1254037"/>
                  </a:lnTo>
                  <a:lnTo>
                    <a:pt x="1809930" y="1253013"/>
                  </a:lnTo>
                  <a:lnTo>
                    <a:pt x="1811001" y="1251990"/>
                  </a:lnTo>
                  <a:lnTo>
                    <a:pt x="1812073" y="1250965"/>
                  </a:lnTo>
                  <a:lnTo>
                    <a:pt x="1813145" y="1249941"/>
                  </a:lnTo>
                  <a:lnTo>
                    <a:pt x="1814216" y="1248916"/>
                  </a:lnTo>
                  <a:lnTo>
                    <a:pt x="1815288" y="1247891"/>
                  </a:lnTo>
                  <a:lnTo>
                    <a:pt x="1816359" y="1246865"/>
                  </a:lnTo>
                  <a:lnTo>
                    <a:pt x="1817431" y="1245839"/>
                  </a:lnTo>
                  <a:lnTo>
                    <a:pt x="1818503" y="1244812"/>
                  </a:lnTo>
                  <a:lnTo>
                    <a:pt x="1819574" y="1243785"/>
                  </a:lnTo>
                  <a:lnTo>
                    <a:pt x="1820646" y="1242758"/>
                  </a:lnTo>
                  <a:lnTo>
                    <a:pt x="1821717" y="1241730"/>
                  </a:lnTo>
                  <a:lnTo>
                    <a:pt x="1822789" y="1240702"/>
                  </a:lnTo>
                  <a:lnTo>
                    <a:pt x="1823861" y="1239673"/>
                  </a:lnTo>
                  <a:lnTo>
                    <a:pt x="1824932" y="1238644"/>
                  </a:lnTo>
                  <a:lnTo>
                    <a:pt x="1826004" y="1237615"/>
                  </a:lnTo>
                  <a:lnTo>
                    <a:pt x="1827075" y="1236586"/>
                  </a:lnTo>
                  <a:lnTo>
                    <a:pt x="1828147" y="1235556"/>
                  </a:lnTo>
                  <a:lnTo>
                    <a:pt x="1829219" y="1234525"/>
                  </a:lnTo>
                  <a:lnTo>
                    <a:pt x="1830290" y="1233495"/>
                  </a:lnTo>
                  <a:lnTo>
                    <a:pt x="1831362" y="1232464"/>
                  </a:lnTo>
                  <a:lnTo>
                    <a:pt x="1832433" y="1231432"/>
                  </a:lnTo>
                  <a:lnTo>
                    <a:pt x="1833505" y="1230400"/>
                  </a:lnTo>
                  <a:lnTo>
                    <a:pt x="1834577" y="1229368"/>
                  </a:lnTo>
                  <a:lnTo>
                    <a:pt x="1835648" y="1228336"/>
                  </a:lnTo>
                  <a:lnTo>
                    <a:pt x="1836720" y="1227303"/>
                  </a:lnTo>
                  <a:lnTo>
                    <a:pt x="1837791" y="1226270"/>
                  </a:lnTo>
                  <a:lnTo>
                    <a:pt x="1838863" y="1225237"/>
                  </a:lnTo>
                  <a:lnTo>
                    <a:pt x="1839935" y="1224203"/>
                  </a:lnTo>
                  <a:lnTo>
                    <a:pt x="1841006" y="1223169"/>
                  </a:lnTo>
                  <a:lnTo>
                    <a:pt x="1842078" y="1222135"/>
                  </a:lnTo>
                  <a:lnTo>
                    <a:pt x="1843149" y="1221100"/>
                  </a:lnTo>
                  <a:lnTo>
                    <a:pt x="1844221" y="1220066"/>
                  </a:lnTo>
                  <a:lnTo>
                    <a:pt x="1845293" y="1219030"/>
                  </a:lnTo>
                  <a:lnTo>
                    <a:pt x="1846364" y="1217995"/>
                  </a:lnTo>
                  <a:lnTo>
                    <a:pt x="1847436" y="1216959"/>
                  </a:lnTo>
                  <a:lnTo>
                    <a:pt x="1848507" y="1215923"/>
                  </a:lnTo>
                  <a:lnTo>
                    <a:pt x="1849579" y="1214887"/>
                  </a:lnTo>
                  <a:lnTo>
                    <a:pt x="1850651" y="1213850"/>
                  </a:lnTo>
                  <a:lnTo>
                    <a:pt x="1851722" y="1212814"/>
                  </a:lnTo>
                  <a:lnTo>
                    <a:pt x="1852794" y="1211777"/>
                  </a:lnTo>
                  <a:lnTo>
                    <a:pt x="1853865" y="1210739"/>
                  </a:lnTo>
                  <a:lnTo>
                    <a:pt x="1854937" y="1209702"/>
                  </a:lnTo>
                  <a:lnTo>
                    <a:pt x="1856009" y="1208664"/>
                  </a:lnTo>
                  <a:lnTo>
                    <a:pt x="1857080" y="1207626"/>
                  </a:lnTo>
                  <a:lnTo>
                    <a:pt x="1858152" y="1206588"/>
                  </a:lnTo>
                  <a:lnTo>
                    <a:pt x="1859223" y="1205549"/>
                  </a:lnTo>
                  <a:lnTo>
                    <a:pt x="1860295" y="1204511"/>
                  </a:lnTo>
                  <a:lnTo>
                    <a:pt x="1861367" y="1203472"/>
                  </a:lnTo>
                  <a:lnTo>
                    <a:pt x="1862438" y="1202433"/>
                  </a:lnTo>
                  <a:lnTo>
                    <a:pt x="1863510" y="1201393"/>
                  </a:lnTo>
                  <a:lnTo>
                    <a:pt x="1864581" y="1200354"/>
                  </a:lnTo>
                  <a:lnTo>
                    <a:pt x="1865653" y="1199314"/>
                  </a:lnTo>
                  <a:lnTo>
                    <a:pt x="1866725" y="1198274"/>
                  </a:lnTo>
                  <a:lnTo>
                    <a:pt x="1867796" y="1197234"/>
                  </a:lnTo>
                  <a:lnTo>
                    <a:pt x="1868868" y="1196194"/>
                  </a:lnTo>
                  <a:lnTo>
                    <a:pt x="1869939" y="1195154"/>
                  </a:lnTo>
                  <a:lnTo>
                    <a:pt x="1871011" y="1194113"/>
                  </a:lnTo>
                  <a:lnTo>
                    <a:pt x="1872083" y="1193072"/>
                  </a:lnTo>
                  <a:lnTo>
                    <a:pt x="1873154" y="1192031"/>
                  </a:lnTo>
                  <a:lnTo>
                    <a:pt x="1874226" y="1190990"/>
                  </a:lnTo>
                  <a:lnTo>
                    <a:pt x="1875297" y="1189949"/>
                  </a:lnTo>
                  <a:lnTo>
                    <a:pt x="1876369" y="1188908"/>
                  </a:lnTo>
                  <a:lnTo>
                    <a:pt x="1877441" y="1187866"/>
                  </a:lnTo>
                  <a:lnTo>
                    <a:pt x="1878512" y="1186825"/>
                  </a:lnTo>
                  <a:lnTo>
                    <a:pt x="1879584" y="1185783"/>
                  </a:lnTo>
                  <a:lnTo>
                    <a:pt x="1880655" y="1184741"/>
                  </a:lnTo>
                  <a:lnTo>
                    <a:pt x="1881727" y="1183699"/>
                  </a:lnTo>
                  <a:lnTo>
                    <a:pt x="1882799" y="1182657"/>
                  </a:lnTo>
                  <a:lnTo>
                    <a:pt x="1883870" y="1181615"/>
                  </a:lnTo>
                  <a:lnTo>
                    <a:pt x="1884942" y="1180573"/>
                  </a:lnTo>
                  <a:lnTo>
                    <a:pt x="1886013" y="1179531"/>
                  </a:lnTo>
                  <a:lnTo>
                    <a:pt x="1887085" y="1178488"/>
                  </a:lnTo>
                  <a:lnTo>
                    <a:pt x="1888157" y="1177446"/>
                  </a:lnTo>
                  <a:lnTo>
                    <a:pt x="1889228" y="1176403"/>
                  </a:lnTo>
                  <a:lnTo>
                    <a:pt x="1890300" y="1175361"/>
                  </a:lnTo>
                  <a:lnTo>
                    <a:pt x="1891371" y="1174318"/>
                  </a:lnTo>
                  <a:lnTo>
                    <a:pt x="1892443" y="1173275"/>
                  </a:lnTo>
                  <a:lnTo>
                    <a:pt x="1893515" y="1172233"/>
                  </a:lnTo>
                  <a:lnTo>
                    <a:pt x="1894586" y="1171190"/>
                  </a:lnTo>
                  <a:lnTo>
                    <a:pt x="1895658" y="1170147"/>
                  </a:lnTo>
                  <a:lnTo>
                    <a:pt x="1896729" y="1169104"/>
                  </a:lnTo>
                  <a:lnTo>
                    <a:pt x="1897801" y="1168061"/>
                  </a:lnTo>
                  <a:lnTo>
                    <a:pt x="1898873" y="1167018"/>
                  </a:lnTo>
                  <a:lnTo>
                    <a:pt x="1899944" y="1165976"/>
                  </a:lnTo>
                  <a:lnTo>
                    <a:pt x="1901016" y="1164933"/>
                  </a:lnTo>
                  <a:lnTo>
                    <a:pt x="1902087" y="1163890"/>
                  </a:lnTo>
                  <a:lnTo>
                    <a:pt x="1903159" y="1162847"/>
                  </a:lnTo>
                  <a:lnTo>
                    <a:pt x="1904231" y="1161804"/>
                  </a:lnTo>
                  <a:lnTo>
                    <a:pt x="1905302" y="1160761"/>
                  </a:lnTo>
                  <a:lnTo>
                    <a:pt x="1906374" y="1159719"/>
                  </a:lnTo>
                  <a:lnTo>
                    <a:pt x="1907445" y="1158676"/>
                  </a:lnTo>
                  <a:lnTo>
                    <a:pt x="1908517" y="1157633"/>
                  </a:lnTo>
                  <a:lnTo>
                    <a:pt x="1909589" y="1156590"/>
                  </a:lnTo>
                  <a:lnTo>
                    <a:pt x="1910660" y="1155548"/>
                  </a:lnTo>
                  <a:lnTo>
                    <a:pt x="1911732" y="1154505"/>
                  </a:lnTo>
                  <a:lnTo>
                    <a:pt x="1912803" y="1153463"/>
                  </a:lnTo>
                  <a:lnTo>
                    <a:pt x="1913875" y="1152420"/>
                  </a:lnTo>
                  <a:lnTo>
                    <a:pt x="1914947" y="1151378"/>
                  </a:lnTo>
                  <a:lnTo>
                    <a:pt x="1916018" y="1150336"/>
                  </a:lnTo>
                  <a:lnTo>
                    <a:pt x="1917090" y="1149294"/>
                  </a:lnTo>
                  <a:lnTo>
                    <a:pt x="1918161" y="1148252"/>
                  </a:lnTo>
                  <a:lnTo>
                    <a:pt x="1919233" y="1147210"/>
                  </a:lnTo>
                  <a:lnTo>
                    <a:pt x="1920305" y="1146168"/>
                  </a:lnTo>
                  <a:lnTo>
                    <a:pt x="1921376" y="1145126"/>
                  </a:lnTo>
                  <a:lnTo>
                    <a:pt x="1922448" y="1144085"/>
                  </a:lnTo>
                  <a:lnTo>
                    <a:pt x="1923519" y="1143043"/>
                  </a:lnTo>
                  <a:lnTo>
                    <a:pt x="1924591" y="1142002"/>
                  </a:lnTo>
                  <a:lnTo>
                    <a:pt x="1925663" y="1140961"/>
                  </a:lnTo>
                  <a:lnTo>
                    <a:pt x="1926734" y="1139920"/>
                  </a:lnTo>
                  <a:lnTo>
                    <a:pt x="1927806" y="1138879"/>
                  </a:lnTo>
                  <a:lnTo>
                    <a:pt x="1928877" y="1137838"/>
                  </a:lnTo>
                  <a:lnTo>
                    <a:pt x="1929949" y="1136798"/>
                  </a:lnTo>
                  <a:lnTo>
                    <a:pt x="1931021" y="1135757"/>
                  </a:lnTo>
                  <a:lnTo>
                    <a:pt x="1932092" y="1134717"/>
                  </a:lnTo>
                  <a:lnTo>
                    <a:pt x="1933164" y="1133677"/>
                  </a:lnTo>
                  <a:lnTo>
                    <a:pt x="1934235" y="1132638"/>
                  </a:lnTo>
                  <a:lnTo>
                    <a:pt x="1935307" y="1131598"/>
                  </a:lnTo>
                  <a:lnTo>
                    <a:pt x="1936379" y="1130559"/>
                  </a:lnTo>
                  <a:lnTo>
                    <a:pt x="1937450" y="1129520"/>
                  </a:lnTo>
                  <a:lnTo>
                    <a:pt x="1938522" y="1128481"/>
                  </a:lnTo>
                  <a:lnTo>
                    <a:pt x="1939593" y="1127442"/>
                  </a:lnTo>
                  <a:lnTo>
                    <a:pt x="1940665" y="1126404"/>
                  </a:lnTo>
                  <a:lnTo>
                    <a:pt x="1941737" y="1125366"/>
                  </a:lnTo>
                  <a:lnTo>
                    <a:pt x="1942808" y="1124328"/>
                  </a:lnTo>
                  <a:lnTo>
                    <a:pt x="1943880" y="1123290"/>
                  </a:lnTo>
                  <a:lnTo>
                    <a:pt x="1944951" y="1122253"/>
                  </a:lnTo>
                  <a:lnTo>
                    <a:pt x="1946023" y="1121216"/>
                  </a:lnTo>
                  <a:lnTo>
                    <a:pt x="1947095" y="1120179"/>
                  </a:lnTo>
                  <a:lnTo>
                    <a:pt x="1948166" y="1119143"/>
                  </a:lnTo>
                  <a:lnTo>
                    <a:pt x="1949238" y="1118107"/>
                  </a:lnTo>
                  <a:lnTo>
                    <a:pt x="1950309" y="1117071"/>
                  </a:lnTo>
                  <a:lnTo>
                    <a:pt x="1951381" y="1116035"/>
                  </a:lnTo>
                  <a:lnTo>
                    <a:pt x="1952453" y="1115000"/>
                  </a:lnTo>
                  <a:lnTo>
                    <a:pt x="1953524" y="1113965"/>
                  </a:lnTo>
                  <a:lnTo>
                    <a:pt x="1954596" y="1112931"/>
                  </a:lnTo>
                  <a:lnTo>
                    <a:pt x="1955667" y="1111896"/>
                  </a:lnTo>
                  <a:lnTo>
                    <a:pt x="1956739" y="1110862"/>
                  </a:lnTo>
                  <a:lnTo>
                    <a:pt x="1957810" y="1109829"/>
                  </a:lnTo>
                  <a:lnTo>
                    <a:pt x="1958882" y="1108796"/>
                  </a:lnTo>
                  <a:lnTo>
                    <a:pt x="1959954" y="1107763"/>
                  </a:lnTo>
                  <a:lnTo>
                    <a:pt x="1961025" y="1106731"/>
                  </a:lnTo>
                  <a:lnTo>
                    <a:pt x="1962097" y="1105699"/>
                  </a:lnTo>
                  <a:lnTo>
                    <a:pt x="1963168" y="1104667"/>
                  </a:lnTo>
                  <a:lnTo>
                    <a:pt x="1964240" y="1103636"/>
                  </a:lnTo>
                  <a:lnTo>
                    <a:pt x="1965312" y="1102605"/>
                  </a:lnTo>
                  <a:lnTo>
                    <a:pt x="1966383" y="1101575"/>
                  </a:lnTo>
                  <a:lnTo>
                    <a:pt x="1967455" y="1100545"/>
                  </a:lnTo>
                  <a:lnTo>
                    <a:pt x="1968526" y="1099515"/>
                  </a:lnTo>
                  <a:lnTo>
                    <a:pt x="1969598" y="1098486"/>
                  </a:lnTo>
                  <a:lnTo>
                    <a:pt x="1970670" y="1097458"/>
                  </a:lnTo>
                  <a:lnTo>
                    <a:pt x="1971741" y="1096429"/>
                  </a:lnTo>
                  <a:lnTo>
                    <a:pt x="1972813" y="1095402"/>
                  </a:lnTo>
                  <a:lnTo>
                    <a:pt x="1973884" y="1094375"/>
                  </a:lnTo>
                  <a:lnTo>
                    <a:pt x="1974956" y="1093348"/>
                  </a:lnTo>
                  <a:lnTo>
                    <a:pt x="1976028" y="1092321"/>
                  </a:lnTo>
                  <a:lnTo>
                    <a:pt x="1977099" y="1091296"/>
                  </a:lnTo>
                  <a:lnTo>
                    <a:pt x="1978171" y="1090270"/>
                  </a:lnTo>
                  <a:lnTo>
                    <a:pt x="1979242" y="1089246"/>
                  </a:lnTo>
                  <a:lnTo>
                    <a:pt x="1980314" y="1088221"/>
                  </a:lnTo>
                  <a:lnTo>
                    <a:pt x="1981386" y="1087198"/>
                  </a:lnTo>
                  <a:lnTo>
                    <a:pt x="1982457" y="1086174"/>
                  </a:lnTo>
                  <a:lnTo>
                    <a:pt x="1983529" y="1085152"/>
                  </a:lnTo>
                  <a:lnTo>
                    <a:pt x="1984600" y="1084130"/>
                  </a:lnTo>
                  <a:lnTo>
                    <a:pt x="1985672" y="1083108"/>
                  </a:lnTo>
                  <a:lnTo>
                    <a:pt x="1986744" y="1082087"/>
                  </a:lnTo>
                  <a:lnTo>
                    <a:pt x="1987815" y="1081067"/>
                  </a:lnTo>
                  <a:lnTo>
                    <a:pt x="1988887" y="1080047"/>
                  </a:lnTo>
                  <a:lnTo>
                    <a:pt x="1989958" y="1079028"/>
                  </a:lnTo>
                  <a:lnTo>
                    <a:pt x="1991030" y="1078009"/>
                  </a:lnTo>
                  <a:lnTo>
                    <a:pt x="1992102" y="1076991"/>
                  </a:lnTo>
                  <a:lnTo>
                    <a:pt x="1993173" y="1075973"/>
                  </a:lnTo>
                  <a:lnTo>
                    <a:pt x="1994245" y="1074957"/>
                  </a:lnTo>
                  <a:lnTo>
                    <a:pt x="1995316" y="1073940"/>
                  </a:lnTo>
                  <a:lnTo>
                    <a:pt x="1996388" y="1072925"/>
                  </a:lnTo>
                  <a:lnTo>
                    <a:pt x="1997460" y="1071910"/>
                  </a:lnTo>
                  <a:lnTo>
                    <a:pt x="1998531" y="1070896"/>
                  </a:lnTo>
                  <a:lnTo>
                    <a:pt x="1999603" y="1069882"/>
                  </a:lnTo>
                  <a:lnTo>
                    <a:pt x="2000674" y="1068869"/>
                  </a:lnTo>
                  <a:lnTo>
                    <a:pt x="2001746" y="1067857"/>
                  </a:lnTo>
                  <a:lnTo>
                    <a:pt x="2002818" y="1066845"/>
                  </a:lnTo>
                  <a:lnTo>
                    <a:pt x="2003889" y="1065834"/>
                  </a:lnTo>
                  <a:lnTo>
                    <a:pt x="2004961" y="1064824"/>
                  </a:lnTo>
                  <a:lnTo>
                    <a:pt x="2006032" y="1063814"/>
                  </a:lnTo>
                  <a:lnTo>
                    <a:pt x="2007104" y="1062806"/>
                  </a:lnTo>
                  <a:lnTo>
                    <a:pt x="2008176" y="1061798"/>
                  </a:lnTo>
                  <a:lnTo>
                    <a:pt x="2009247" y="1060790"/>
                  </a:lnTo>
                  <a:lnTo>
                    <a:pt x="2010319" y="1059784"/>
                  </a:lnTo>
                  <a:lnTo>
                    <a:pt x="2011390" y="1058778"/>
                  </a:lnTo>
                  <a:lnTo>
                    <a:pt x="2012462" y="1057773"/>
                  </a:lnTo>
                  <a:lnTo>
                    <a:pt x="2013534" y="1056768"/>
                  </a:lnTo>
                  <a:lnTo>
                    <a:pt x="2014605" y="1055765"/>
                  </a:lnTo>
                  <a:lnTo>
                    <a:pt x="2015677" y="1054762"/>
                  </a:lnTo>
                  <a:lnTo>
                    <a:pt x="2016748" y="1053760"/>
                  </a:lnTo>
                  <a:lnTo>
                    <a:pt x="2017820" y="1052759"/>
                  </a:lnTo>
                  <a:lnTo>
                    <a:pt x="2018892" y="1051758"/>
                  </a:lnTo>
                  <a:lnTo>
                    <a:pt x="2019963" y="1050759"/>
                  </a:lnTo>
                  <a:lnTo>
                    <a:pt x="2021035" y="1049760"/>
                  </a:lnTo>
                  <a:lnTo>
                    <a:pt x="2022106" y="1048762"/>
                  </a:lnTo>
                  <a:lnTo>
                    <a:pt x="2023178" y="1047765"/>
                  </a:lnTo>
                  <a:lnTo>
                    <a:pt x="2024250" y="1046768"/>
                  </a:lnTo>
                  <a:lnTo>
                    <a:pt x="2025321" y="1045773"/>
                  </a:lnTo>
                  <a:lnTo>
                    <a:pt x="2026393" y="1044779"/>
                  </a:lnTo>
                  <a:lnTo>
                    <a:pt x="2027464" y="1043785"/>
                  </a:lnTo>
                  <a:lnTo>
                    <a:pt x="2028536" y="1042792"/>
                  </a:lnTo>
                  <a:lnTo>
                    <a:pt x="2029608" y="1041800"/>
                  </a:lnTo>
                  <a:lnTo>
                    <a:pt x="2030679" y="1040809"/>
                  </a:lnTo>
                  <a:lnTo>
                    <a:pt x="2031751" y="1039819"/>
                  </a:lnTo>
                  <a:lnTo>
                    <a:pt x="2032822" y="1038830"/>
                  </a:lnTo>
                  <a:lnTo>
                    <a:pt x="2033894" y="1037841"/>
                  </a:lnTo>
                  <a:lnTo>
                    <a:pt x="2034966" y="1036854"/>
                  </a:lnTo>
                  <a:lnTo>
                    <a:pt x="2036037" y="1035868"/>
                  </a:lnTo>
                  <a:lnTo>
                    <a:pt x="2037109" y="1034882"/>
                  </a:lnTo>
                  <a:lnTo>
                    <a:pt x="2038180" y="1033898"/>
                  </a:lnTo>
                  <a:lnTo>
                    <a:pt x="2039252" y="1032914"/>
                  </a:lnTo>
                  <a:lnTo>
                    <a:pt x="2040324" y="1031931"/>
                  </a:lnTo>
                  <a:lnTo>
                    <a:pt x="2041395" y="1030950"/>
                  </a:lnTo>
                  <a:lnTo>
                    <a:pt x="2042467" y="1029969"/>
                  </a:lnTo>
                  <a:lnTo>
                    <a:pt x="2043538" y="1028990"/>
                  </a:lnTo>
                  <a:lnTo>
                    <a:pt x="2044610" y="1028011"/>
                  </a:lnTo>
                  <a:lnTo>
                    <a:pt x="2045682" y="1027033"/>
                  </a:lnTo>
                  <a:lnTo>
                    <a:pt x="2046753" y="1026057"/>
                  </a:lnTo>
                  <a:lnTo>
                    <a:pt x="2047825" y="1025081"/>
                  </a:lnTo>
                  <a:lnTo>
                    <a:pt x="2048896" y="1024106"/>
                  </a:lnTo>
                  <a:lnTo>
                    <a:pt x="2049968" y="1023133"/>
                  </a:lnTo>
                  <a:lnTo>
                    <a:pt x="2051040" y="1022160"/>
                  </a:lnTo>
                  <a:lnTo>
                    <a:pt x="2052111" y="1021188"/>
                  </a:lnTo>
                  <a:lnTo>
                    <a:pt x="2053183" y="1020218"/>
                  </a:lnTo>
                  <a:lnTo>
                    <a:pt x="2054254" y="1019248"/>
                  </a:lnTo>
                  <a:lnTo>
                    <a:pt x="2055326" y="1018280"/>
                  </a:lnTo>
                  <a:lnTo>
                    <a:pt x="2056398" y="1017312"/>
                  </a:lnTo>
                  <a:lnTo>
                    <a:pt x="2057469" y="1016345"/>
                  </a:lnTo>
                  <a:lnTo>
                    <a:pt x="2058541" y="1015380"/>
                  </a:lnTo>
                  <a:lnTo>
                    <a:pt x="2059612" y="1014415"/>
                  </a:lnTo>
                  <a:lnTo>
                    <a:pt x="2060684" y="1013452"/>
                  </a:lnTo>
                  <a:lnTo>
                    <a:pt x="2061756" y="1012489"/>
                  </a:lnTo>
                  <a:lnTo>
                    <a:pt x="2062827" y="1011528"/>
                  </a:lnTo>
                  <a:lnTo>
                    <a:pt x="2063899" y="1010567"/>
                  </a:lnTo>
                  <a:lnTo>
                    <a:pt x="2064970" y="1009607"/>
                  </a:lnTo>
                  <a:lnTo>
                    <a:pt x="2066042" y="1008649"/>
                  </a:lnTo>
                  <a:lnTo>
                    <a:pt x="2067114" y="1007692"/>
                  </a:lnTo>
                  <a:lnTo>
                    <a:pt x="2068185" y="1006735"/>
                  </a:lnTo>
                  <a:lnTo>
                    <a:pt x="2069257" y="1005780"/>
                  </a:lnTo>
                  <a:lnTo>
                    <a:pt x="2070328" y="1004825"/>
                  </a:lnTo>
                  <a:lnTo>
                    <a:pt x="2071400" y="1003872"/>
                  </a:lnTo>
                  <a:lnTo>
                    <a:pt x="2072472" y="1002920"/>
                  </a:lnTo>
                  <a:lnTo>
                    <a:pt x="2073543" y="1001968"/>
                  </a:lnTo>
                  <a:lnTo>
                    <a:pt x="2074615" y="1001018"/>
                  </a:lnTo>
                  <a:lnTo>
                    <a:pt x="2075686" y="1000069"/>
                  </a:lnTo>
                  <a:lnTo>
                    <a:pt x="2076758" y="999121"/>
                  </a:lnTo>
                  <a:lnTo>
                    <a:pt x="2077830" y="998173"/>
                  </a:lnTo>
                  <a:lnTo>
                    <a:pt x="2078901" y="997227"/>
                  </a:lnTo>
                  <a:lnTo>
                    <a:pt x="2079973" y="996282"/>
                  </a:lnTo>
                  <a:lnTo>
                    <a:pt x="2081044" y="995338"/>
                  </a:lnTo>
                  <a:lnTo>
                    <a:pt x="2082116" y="994395"/>
                  </a:lnTo>
                  <a:lnTo>
                    <a:pt x="2083188" y="993453"/>
                  </a:lnTo>
                  <a:lnTo>
                    <a:pt x="2084259" y="992512"/>
                  </a:lnTo>
                  <a:lnTo>
                    <a:pt x="2085331" y="991572"/>
                  </a:lnTo>
                  <a:lnTo>
                    <a:pt x="2086402" y="990633"/>
                  </a:lnTo>
                  <a:lnTo>
                    <a:pt x="2087474" y="989695"/>
                  </a:lnTo>
                  <a:lnTo>
                    <a:pt x="2088546" y="988758"/>
                  </a:lnTo>
                  <a:lnTo>
                    <a:pt x="2089617" y="987822"/>
                  </a:lnTo>
                  <a:lnTo>
                    <a:pt x="2090689" y="986888"/>
                  </a:lnTo>
                  <a:lnTo>
                    <a:pt x="2091760" y="985954"/>
                  </a:lnTo>
                  <a:lnTo>
                    <a:pt x="2092832" y="985021"/>
                  </a:lnTo>
                  <a:lnTo>
                    <a:pt x="2093904" y="984090"/>
                  </a:lnTo>
                  <a:lnTo>
                    <a:pt x="2094975" y="983159"/>
                  </a:lnTo>
                  <a:lnTo>
                    <a:pt x="2096047" y="982230"/>
                  </a:lnTo>
                  <a:lnTo>
                    <a:pt x="2097118" y="981301"/>
                  </a:lnTo>
                  <a:lnTo>
                    <a:pt x="2098190" y="980374"/>
                  </a:lnTo>
                  <a:lnTo>
                    <a:pt x="2099262" y="979447"/>
                  </a:lnTo>
                  <a:lnTo>
                    <a:pt x="2100333" y="978522"/>
                  </a:lnTo>
                  <a:lnTo>
                    <a:pt x="2101405" y="977598"/>
                  </a:lnTo>
                  <a:lnTo>
                    <a:pt x="2102476" y="976675"/>
                  </a:lnTo>
                  <a:lnTo>
                    <a:pt x="2103548" y="975752"/>
                  </a:lnTo>
                  <a:lnTo>
                    <a:pt x="2104620" y="974831"/>
                  </a:lnTo>
                  <a:lnTo>
                    <a:pt x="2105691" y="973911"/>
                  </a:lnTo>
                  <a:lnTo>
                    <a:pt x="2106763" y="972992"/>
                  </a:lnTo>
                  <a:lnTo>
                    <a:pt x="2107834" y="972074"/>
                  </a:lnTo>
                  <a:lnTo>
                    <a:pt x="2108906" y="971157"/>
                  </a:lnTo>
                  <a:lnTo>
                    <a:pt x="2109978" y="970241"/>
                  </a:lnTo>
                  <a:lnTo>
                    <a:pt x="2111049" y="969327"/>
                  </a:lnTo>
                  <a:lnTo>
                    <a:pt x="2112121" y="968413"/>
                  </a:lnTo>
                  <a:lnTo>
                    <a:pt x="2113192" y="967500"/>
                  </a:lnTo>
                  <a:lnTo>
                    <a:pt x="2114264" y="966589"/>
                  </a:lnTo>
                  <a:lnTo>
                    <a:pt x="2115336" y="965678"/>
                  </a:lnTo>
                  <a:lnTo>
                    <a:pt x="2116407" y="964769"/>
                  </a:lnTo>
                  <a:lnTo>
                    <a:pt x="2117479" y="963860"/>
                  </a:lnTo>
                  <a:lnTo>
                    <a:pt x="2118550" y="962953"/>
                  </a:lnTo>
                  <a:lnTo>
                    <a:pt x="2119622" y="962046"/>
                  </a:lnTo>
                  <a:lnTo>
                    <a:pt x="2120694" y="961141"/>
                  </a:lnTo>
                  <a:lnTo>
                    <a:pt x="2121765" y="960237"/>
                  </a:lnTo>
                  <a:lnTo>
                    <a:pt x="2122837" y="959334"/>
                  </a:lnTo>
                  <a:lnTo>
                    <a:pt x="2123908" y="958432"/>
                  </a:lnTo>
                  <a:lnTo>
                    <a:pt x="2124980" y="957531"/>
                  </a:lnTo>
                  <a:lnTo>
                    <a:pt x="2126052" y="956631"/>
                  </a:lnTo>
                  <a:lnTo>
                    <a:pt x="2127123" y="955732"/>
                  </a:lnTo>
                  <a:lnTo>
                    <a:pt x="2128195" y="954834"/>
                  </a:lnTo>
                  <a:lnTo>
                    <a:pt x="2129266" y="953937"/>
                  </a:lnTo>
                  <a:lnTo>
                    <a:pt x="2130338" y="953042"/>
                  </a:lnTo>
                  <a:lnTo>
                    <a:pt x="2131409" y="952147"/>
                  </a:lnTo>
                  <a:lnTo>
                    <a:pt x="2132481" y="951253"/>
                  </a:lnTo>
                  <a:lnTo>
                    <a:pt x="2133553" y="950361"/>
                  </a:lnTo>
                  <a:lnTo>
                    <a:pt x="2134624" y="949470"/>
                  </a:lnTo>
                  <a:lnTo>
                    <a:pt x="2135696" y="948579"/>
                  </a:lnTo>
                  <a:lnTo>
                    <a:pt x="2136767" y="947690"/>
                  </a:lnTo>
                  <a:lnTo>
                    <a:pt x="2137839" y="946802"/>
                  </a:lnTo>
                  <a:lnTo>
                    <a:pt x="2138911" y="945915"/>
                  </a:lnTo>
                  <a:lnTo>
                    <a:pt x="2139982" y="945029"/>
                  </a:lnTo>
                  <a:lnTo>
                    <a:pt x="2141054" y="944144"/>
                  </a:lnTo>
                  <a:lnTo>
                    <a:pt x="2142125" y="943260"/>
                  </a:lnTo>
                  <a:lnTo>
                    <a:pt x="2143197" y="942377"/>
                  </a:lnTo>
                  <a:lnTo>
                    <a:pt x="2144269" y="941495"/>
                  </a:lnTo>
                  <a:lnTo>
                    <a:pt x="2145340" y="940614"/>
                  </a:lnTo>
                  <a:lnTo>
                    <a:pt x="2146412" y="939735"/>
                  </a:lnTo>
                  <a:lnTo>
                    <a:pt x="2147483" y="938856"/>
                  </a:lnTo>
                  <a:lnTo>
                    <a:pt x="2148555" y="937979"/>
                  </a:lnTo>
                  <a:lnTo>
                    <a:pt x="2149627" y="937102"/>
                  </a:lnTo>
                  <a:lnTo>
                    <a:pt x="2150698" y="936227"/>
                  </a:lnTo>
                  <a:lnTo>
                    <a:pt x="2151770" y="935353"/>
                  </a:lnTo>
                  <a:lnTo>
                    <a:pt x="2152841" y="934479"/>
                  </a:lnTo>
                  <a:lnTo>
                    <a:pt x="2153913" y="933607"/>
                  </a:lnTo>
                  <a:lnTo>
                    <a:pt x="2154985" y="932736"/>
                  </a:lnTo>
                  <a:lnTo>
                    <a:pt x="2156056" y="931866"/>
                  </a:lnTo>
                  <a:lnTo>
                    <a:pt x="2157128" y="930997"/>
                  </a:lnTo>
                  <a:lnTo>
                    <a:pt x="2158199" y="930130"/>
                  </a:lnTo>
                  <a:lnTo>
                    <a:pt x="2159271" y="929263"/>
                  </a:lnTo>
                  <a:lnTo>
                    <a:pt x="2160343" y="928397"/>
                  </a:lnTo>
                  <a:lnTo>
                    <a:pt x="2161414" y="927533"/>
                  </a:lnTo>
                  <a:lnTo>
                    <a:pt x="2162486" y="926669"/>
                  </a:lnTo>
                  <a:lnTo>
                    <a:pt x="2163557" y="925807"/>
                  </a:lnTo>
                  <a:lnTo>
                    <a:pt x="2164629" y="924945"/>
                  </a:lnTo>
                  <a:lnTo>
                    <a:pt x="2165701" y="924085"/>
                  </a:lnTo>
                  <a:lnTo>
                    <a:pt x="2166772" y="923226"/>
                  </a:lnTo>
                  <a:lnTo>
                    <a:pt x="2167844" y="922368"/>
                  </a:lnTo>
                  <a:lnTo>
                    <a:pt x="2168915" y="921510"/>
                  </a:lnTo>
                  <a:lnTo>
                    <a:pt x="2169987" y="920654"/>
                  </a:lnTo>
                  <a:lnTo>
                    <a:pt x="2171059" y="919800"/>
                  </a:lnTo>
                  <a:lnTo>
                    <a:pt x="2172130" y="918946"/>
                  </a:lnTo>
                  <a:lnTo>
                    <a:pt x="2173202" y="918093"/>
                  </a:lnTo>
                  <a:lnTo>
                    <a:pt x="2174273" y="917241"/>
                  </a:lnTo>
                  <a:lnTo>
                    <a:pt x="2175345" y="916391"/>
                  </a:lnTo>
                  <a:lnTo>
                    <a:pt x="2176417" y="915541"/>
                  </a:lnTo>
                  <a:lnTo>
                    <a:pt x="2177488" y="914693"/>
                  </a:lnTo>
                  <a:lnTo>
                    <a:pt x="2178560" y="913845"/>
                  </a:lnTo>
                  <a:lnTo>
                    <a:pt x="2179631" y="912999"/>
                  </a:lnTo>
                  <a:lnTo>
                    <a:pt x="2180703" y="912154"/>
                  </a:lnTo>
                  <a:lnTo>
                    <a:pt x="2181775" y="911310"/>
                  </a:lnTo>
                  <a:lnTo>
                    <a:pt x="2182846" y="910467"/>
                  </a:lnTo>
                  <a:lnTo>
                    <a:pt x="2183918" y="909625"/>
                  </a:lnTo>
                  <a:lnTo>
                    <a:pt x="2184989" y="908784"/>
                  </a:lnTo>
                  <a:lnTo>
                    <a:pt x="2186061" y="907944"/>
                  </a:lnTo>
                  <a:lnTo>
                    <a:pt x="2187133" y="907105"/>
                  </a:lnTo>
                  <a:lnTo>
                    <a:pt x="2188204" y="906268"/>
                  </a:lnTo>
                  <a:lnTo>
                    <a:pt x="2189276" y="905431"/>
                  </a:lnTo>
                  <a:lnTo>
                    <a:pt x="2190347" y="904595"/>
                  </a:lnTo>
                  <a:lnTo>
                    <a:pt x="2191419" y="903761"/>
                  </a:lnTo>
                  <a:lnTo>
                    <a:pt x="2192491" y="902928"/>
                  </a:lnTo>
                  <a:lnTo>
                    <a:pt x="2193562" y="902095"/>
                  </a:lnTo>
                  <a:lnTo>
                    <a:pt x="2194634" y="901264"/>
                  </a:lnTo>
                  <a:lnTo>
                    <a:pt x="2195705" y="900434"/>
                  </a:lnTo>
                  <a:lnTo>
                    <a:pt x="2196777" y="899605"/>
                  </a:lnTo>
                  <a:lnTo>
                    <a:pt x="2197849" y="898777"/>
                  </a:lnTo>
                  <a:lnTo>
                    <a:pt x="2198920" y="897950"/>
                  </a:lnTo>
                  <a:lnTo>
                    <a:pt x="2199992" y="897124"/>
                  </a:lnTo>
                  <a:lnTo>
                    <a:pt x="2201063" y="896300"/>
                  </a:lnTo>
                  <a:lnTo>
                    <a:pt x="2202135" y="895476"/>
                  </a:lnTo>
                  <a:lnTo>
                    <a:pt x="2203207" y="894653"/>
                  </a:lnTo>
                  <a:lnTo>
                    <a:pt x="2204278" y="893832"/>
                  </a:lnTo>
                  <a:lnTo>
                    <a:pt x="2205350" y="893011"/>
                  </a:lnTo>
                  <a:lnTo>
                    <a:pt x="2206421" y="892192"/>
                  </a:lnTo>
                  <a:lnTo>
                    <a:pt x="2207493" y="891374"/>
                  </a:lnTo>
                  <a:lnTo>
                    <a:pt x="2208565" y="890556"/>
                  </a:lnTo>
                  <a:lnTo>
                    <a:pt x="2209636" y="889740"/>
                  </a:lnTo>
                  <a:lnTo>
                    <a:pt x="2210708" y="888925"/>
                  </a:lnTo>
                  <a:lnTo>
                    <a:pt x="2211779" y="888111"/>
                  </a:lnTo>
                  <a:lnTo>
                    <a:pt x="2212851" y="887298"/>
                  </a:lnTo>
                  <a:lnTo>
                    <a:pt x="2213923" y="886487"/>
                  </a:lnTo>
                  <a:lnTo>
                    <a:pt x="2214994" y="885676"/>
                  </a:lnTo>
                  <a:lnTo>
                    <a:pt x="2216066" y="884866"/>
                  </a:lnTo>
                  <a:lnTo>
                    <a:pt x="2217137" y="884057"/>
                  </a:lnTo>
                  <a:lnTo>
                    <a:pt x="2218209" y="883250"/>
                  </a:lnTo>
                  <a:lnTo>
                    <a:pt x="2219281" y="882443"/>
                  </a:lnTo>
                  <a:lnTo>
                    <a:pt x="2220352" y="881638"/>
                  </a:lnTo>
                  <a:lnTo>
                    <a:pt x="2221424" y="880834"/>
                  </a:lnTo>
                  <a:lnTo>
                    <a:pt x="2222495" y="880030"/>
                  </a:lnTo>
                  <a:lnTo>
                    <a:pt x="2223567" y="879228"/>
                  </a:lnTo>
                  <a:lnTo>
                    <a:pt x="2224639" y="878427"/>
                  </a:lnTo>
                  <a:lnTo>
                    <a:pt x="2225710" y="877627"/>
                  </a:lnTo>
                  <a:lnTo>
                    <a:pt x="2226782" y="876828"/>
                  </a:lnTo>
                  <a:lnTo>
                    <a:pt x="2227853" y="876030"/>
                  </a:lnTo>
                  <a:lnTo>
                    <a:pt x="2228925" y="875233"/>
                  </a:lnTo>
                  <a:lnTo>
                    <a:pt x="2229997" y="874438"/>
                  </a:lnTo>
                  <a:lnTo>
                    <a:pt x="2231068" y="873643"/>
                  </a:lnTo>
                  <a:lnTo>
                    <a:pt x="2232140" y="872849"/>
                  </a:lnTo>
                  <a:lnTo>
                    <a:pt x="2233211" y="872057"/>
                  </a:lnTo>
                  <a:lnTo>
                    <a:pt x="2234283" y="871265"/>
                  </a:lnTo>
                  <a:lnTo>
                    <a:pt x="2235355" y="870475"/>
                  </a:lnTo>
                  <a:lnTo>
                    <a:pt x="2236426" y="869686"/>
                  </a:lnTo>
                  <a:lnTo>
                    <a:pt x="2237498" y="868897"/>
                  </a:lnTo>
                  <a:lnTo>
                    <a:pt x="2238569" y="868110"/>
                  </a:lnTo>
                  <a:lnTo>
                    <a:pt x="2239641" y="867324"/>
                  </a:lnTo>
                  <a:lnTo>
                    <a:pt x="2240713" y="866539"/>
                  </a:lnTo>
                  <a:lnTo>
                    <a:pt x="2241784" y="865755"/>
                  </a:lnTo>
                  <a:lnTo>
                    <a:pt x="2242856" y="864972"/>
                  </a:lnTo>
                  <a:lnTo>
                    <a:pt x="2243927" y="864190"/>
                  </a:lnTo>
                  <a:lnTo>
                    <a:pt x="2244999" y="863409"/>
                  </a:lnTo>
                  <a:lnTo>
                    <a:pt x="2246071" y="862629"/>
                  </a:lnTo>
                  <a:lnTo>
                    <a:pt x="2247142" y="861851"/>
                  </a:lnTo>
                  <a:lnTo>
                    <a:pt x="2248214" y="861073"/>
                  </a:lnTo>
                  <a:lnTo>
                    <a:pt x="2249285" y="860297"/>
                  </a:lnTo>
                  <a:lnTo>
                    <a:pt x="2250357" y="859521"/>
                  </a:lnTo>
                  <a:lnTo>
                    <a:pt x="2251429" y="858747"/>
                  </a:lnTo>
                  <a:lnTo>
                    <a:pt x="2252500" y="857973"/>
                  </a:lnTo>
                  <a:lnTo>
                    <a:pt x="2253572" y="857201"/>
                  </a:lnTo>
                  <a:lnTo>
                    <a:pt x="2254643" y="856430"/>
                  </a:lnTo>
                  <a:lnTo>
                    <a:pt x="2255715" y="855659"/>
                  </a:lnTo>
                  <a:lnTo>
                    <a:pt x="2256787" y="854890"/>
                  </a:lnTo>
                  <a:lnTo>
                    <a:pt x="2257858" y="854122"/>
                  </a:lnTo>
                  <a:lnTo>
                    <a:pt x="2258930" y="853355"/>
                  </a:lnTo>
                  <a:lnTo>
                    <a:pt x="2260001" y="852589"/>
                  </a:lnTo>
                  <a:lnTo>
                    <a:pt x="2261073" y="851824"/>
                  </a:lnTo>
                  <a:lnTo>
                    <a:pt x="2262145" y="851060"/>
                  </a:lnTo>
                  <a:lnTo>
                    <a:pt x="2263216" y="850298"/>
                  </a:lnTo>
                  <a:lnTo>
                    <a:pt x="2264288" y="849536"/>
                  </a:lnTo>
                  <a:lnTo>
                    <a:pt x="2265359" y="848775"/>
                  </a:lnTo>
                  <a:lnTo>
                    <a:pt x="2266431" y="848015"/>
                  </a:lnTo>
                  <a:lnTo>
                    <a:pt x="2267503" y="847257"/>
                  </a:lnTo>
                  <a:lnTo>
                    <a:pt x="2268574" y="846499"/>
                  </a:lnTo>
                  <a:lnTo>
                    <a:pt x="2269646" y="845743"/>
                  </a:lnTo>
                  <a:lnTo>
                    <a:pt x="2270717" y="844987"/>
                  </a:lnTo>
                  <a:lnTo>
                    <a:pt x="2271789" y="844233"/>
                  </a:lnTo>
                  <a:lnTo>
                    <a:pt x="2272861" y="843480"/>
                  </a:lnTo>
                  <a:lnTo>
                    <a:pt x="2273932" y="842727"/>
                  </a:lnTo>
                  <a:lnTo>
                    <a:pt x="2275004" y="841976"/>
                  </a:lnTo>
                  <a:lnTo>
                    <a:pt x="2276075" y="841226"/>
                  </a:lnTo>
                  <a:lnTo>
                    <a:pt x="2277147" y="840477"/>
                  </a:lnTo>
                  <a:lnTo>
                    <a:pt x="2278219" y="839729"/>
                  </a:lnTo>
                  <a:lnTo>
                    <a:pt x="2279290" y="838982"/>
                  </a:lnTo>
                  <a:lnTo>
                    <a:pt x="2280362" y="838236"/>
                  </a:lnTo>
                  <a:lnTo>
                    <a:pt x="2281433" y="837491"/>
                  </a:lnTo>
                  <a:lnTo>
                    <a:pt x="2282505" y="836747"/>
                  </a:lnTo>
                  <a:lnTo>
                    <a:pt x="2283577" y="836004"/>
                  </a:lnTo>
                  <a:lnTo>
                    <a:pt x="2284648" y="835262"/>
                  </a:lnTo>
                  <a:lnTo>
                    <a:pt x="2285720" y="834521"/>
                  </a:lnTo>
                  <a:lnTo>
                    <a:pt x="2286791" y="833781"/>
                  </a:lnTo>
                  <a:lnTo>
                    <a:pt x="2287863" y="833043"/>
                  </a:lnTo>
                  <a:lnTo>
                    <a:pt x="2288935" y="832305"/>
                  </a:lnTo>
                  <a:lnTo>
                    <a:pt x="2290006" y="831568"/>
                  </a:lnTo>
                  <a:lnTo>
                    <a:pt x="2291078" y="830833"/>
                  </a:lnTo>
                  <a:lnTo>
                    <a:pt x="2292149" y="830098"/>
                  </a:lnTo>
                  <a:lnTo>
                    <a:pt x="2293221" y="829365"/>
                  </a:lnTo>
                  <a:lnTo>
                    <a:pt x="2294293" y="828632"/>
                  </a:lnTo>
                  <a:lnTo>
                    <a:pt x="2295364" y="827901"/>
                  </a:lnTo>
                  <a:lnTo>
                    <a:pt x="2296436" y="827170"/>
                  </a:lnTo>
                  <a:lnTo>
                    <a:pt x="2297507" y="826441"/>
                  </a:lnTo>
                  <a:lnTo>
                    <a:pt x="2298579" y="825713"/>
                  </a:lnTo>
                  <a:lnTo>
                    <a:pt x="2299651" y="824985"/>
                  </a:lnTo>
                  <a:lnTo>
                    <a:pt x="2300722" y="824259"/>
                  </a:lnTo>
                  <a:lnTo>
                    <a:pt x="2301794" y="823534"/>
                  </a:lnTo>
                  <a:lnTo>
                    <a:pt x="2302865" y="822809"/>
                  </a:lnTo>
                  <a:lnTo>
                    <a:pt x="2303937" y="822086"/>
                  </a:lnTo>
                  <a:lnTo>
                    <a:pt x="2305009" y="821364"/>
                  </a:lnTo>
                  <a:lnTo>
                    <a:pt x="2306080" y="820643"/>
                  </a:lnTo>
                  <a:lnTo>
                    <a:pt x="2307152" y="819923"/>
                  </a:lnTo>
                  <a:lnTo>
                    <a:pt x="2308223" y="819204"/>
                  </a:lnTo>
                  <a:lnTo>
                    <a:pt x="2309295" y="818485"/>
                  </a:lnTo>
                  <a:lnTo>
                    <a:pt x="2310366" y="817768"/>
                  </a:lnTo>
                  <a:lnTo>
                    <a:pt x="2311438" y="817052"/>
                  </a:lnTo>
                  <a:lnTo>
                    <a:pt x="2312510" y="816337"/>
                  </a:lnTo>
                  <a:lnTo>
                    <a:pt x="2313581" y="815623"/>
                  </a:lnTo>
                  <a:lnTo>
                    <a:pt x="2314653" y="814910"/>
                  </a:lnTo>
                  <a:lnTo>
                    <a:pt x="2315724" y="814198"/>
                  </a:lnTo>
                  <a:lnTo>
                    <a:pt x="2316796" y="813487"/>
                  </a:lnTo>
                  <a:lnTo>
                    <a:pt x="2317868" y="812777"/>
                  </a:lnTo>
                  <a:lnTo>
                    <a:pt x="2318939" y="812069"/>
                  </a:lnTo>
                  <a:lnTo>
                    <a:pt x="2320011" y="811361"/>
                  </a:lnTo>
                  <a:lnTo>
                    <a:pt x="2321082" y="810654"/>
                  </a:lnTo>
                  <a:lnTo>
                    <a:pt x="2322154" y="809948"/>
                  </a:lnTo>
                  <a:lnTo>
                    <a:pt x="2323226" y="809243"/>
                  </a:lnTo>
                  <a:lnTo>
                    <a:pt x="2324297" y="808539"/>
                  </a:lnTo>
                  <a:lnTo>
                    <a:pt x="2325369" y="807836"/>
                  </a:lnTo>
                  <a:lnTo>
                    <a:pt x="2326440" y="807134"/>
                  </a:lnTo>
                  <a:lnTo>
                    <a:pt x="2327512" y="806433"/>
                  </a:lnTo>
                  <a:lnTo>
                    <a:pt x="2328584" y="805734"/>
                  </a:lnTo>
                  <a:lnTo>
                    <a:pt x="2329655" y="805035"/>
                  </a:lnTo>
                  <a:lnTo>
                    <a:pt x="2330727" y="804337"/>
                  </a:lnTo>
                  <a:lnTo>
                    <a:pt x="2331798" y="803640"/>
                  </a:lnTo>
                  <a:lnTo>
                    <a:pt x="2332870" y="802944"/>
                  </a:lnTo>
                  <a:lnTo>
                    <a:pt x="2333942" y="802249"/>
                  </a:lnTo>
                  <a:lnTo>
                    <a:pt x="2335013" y="801556"/>
                  </a:lnTo>
                  <a:lnTo>
                    <a:pt x="2336085" y="800863"/>
                  </a:lnTo>
                  <a:lnTo>
                    <a:pt x="2337156" y="800171"/>
                  </a:lnTo>
                  <a:lnTo>
                    <a:pt x="2338228" y="799480"/>
                  </a:lnTo>
                  <a:lnTo>
                    <a:pt x="2339300" y="798790"/>
                  </a:lnTo>
                  <a:lnTo>
                    <a:pt x="2340371" y="798101"/>
                  </a:lnTo>
                  <a:lnTo>
                    <a:pt x="2341443" y="797414"/>
                  </a:lnTo>
                  <a:lnTo>
                    <a:pt x="2342514" y="796727"/>
                  </a:lnTo>
                  <a:lnTo>
                    <a:pt x="2343586" y="796041"/>
                  </a:lnTo>
                  <a:lnTo>
                    <a:pt x="2344658" y="795356"/>
                  </a:lnTo>
                  <a:lnTo>
                    <a:pt x="2345729" y="794672"/>
                  </a:lnTo>
                  <a:lnTo>
                    <a:pt x="2346801" y="793989"/>
                  </a:lnTo>
                  <a:lnTo>
                    <a:pt x="2347872" y="793307"/>
                  </a:lnTo>
                  <a:lnTo>
                    <a:pt x="2348944" y="792626"/>
                  </a:lnTo>
                  <a:lnTo>
                    <a:pt x="2350016" y="791946"/>
                  </a:lnTo>
                  <a:lnTo>
                    <a:pt x="2351087" y="791267"/>
                  </a:lnTo>
                  <a:lnTo>
                    <a:pt x="2352159" y="790589"/>
                  </a:lnTo>
                  <a:lnTo>
                    <a:pt x="2353230" y="789912"/>
                  </a:lnTo>
                  <a:lnTo>
                    <a:pt x="2354302" y="789236"/>
                  </a:lnTo>
                  <a:lnTo>
                    <a:pt x="2355374" y="788561"/>
                  </a:lnTo>
                  <a:lnTo>
                    <a:pt x="2356445" y="787887"/>
                  </a:lnTo>
                  <a:lnTo>
                    <a:pt x="2357517" y="787214"/>
                  </a:lnTo>
                  <a:lnTo>
                    <a:pt x="2358588" y="786542"/>
                  </a:lnTo>
                  <a:lnTo>
                    <a:pt x="2359660" y="785871"/>
                  </a:lnTo>
                  <a:lnTo>
                    <a:pt x="2360732" y="785201"/>
                  </a:lnTo>
                  <a:lnTo>
                    <a:pt x="2361803" y="784531"/>
                  </a:lnTo>
                  <a:lnTo>
                    <a:pt x="2362875" y="783863"/>
                  </a:lnTo>
                  <a:lnTo>
                    <a:pt x="2363946" y="783196"/>
                  </a:lnTo>
                  <a:lnTo>
                    <a:pt x="2365018" y="782530"/>
                  </a:lnTo>
                  <a:lnTo>
                    <a:pt x="2366090" y="781864"/>
                  </a:lnTo>
                  <a:lnTo>
                    <a:pt x="2367161" y="781200"/>
                  </a:lnTo>
                  <a:lnTo>
                    <a:pt x="2368233" y="780536"/>
                  </a:lnTo>
                  <a:lnTo>
                    <a:pt x="2369304" y="779874"/>
                  </a:lnTo>
                  <a:lnTo>
                    <a:pt x="2370376" y="779212"/>
                  </a:lnTo>
                  <a:lnTo>
                    <a:pt x="2371448" y="778552"/>
                  </a:lnTo>
                  <a:lnTo>
                    <a:pt x="2372519" y="777892"/>
                  </a:lnTo>
                  <a:lnTo>
                    <a:pt x="2373591" y="777234"/>
                  </a:lnTo>
                  <a:lnTo>
                    <a:pt x="2374662" y="776576"/>
                  </a:lnTo>
                  <a:lnTo>
                    <a:pt x="2375734" y="775919"/>
                  </a:lnTo>
                  <a:lnTo>
                    <a:pt x="2376806" y="775264"/>
                  </a:lnTo>
                  <a:lnTo>
                    <a:pt x="2377877" y="774609"/>
                  </a:lnTo>
                  <a:lnTo>
                    <a:pt x="2378949" y="773955"/>
                  </a:lnTo>
                  <a:lnTo>
                    <a:pt x="2380020" y="773302"/>
                  </a:lnTo>
                  <a:lnTo>
                    <a:pt x="2381092" y="772650"/>
                  </a:lnTo>
                  <a:lnTo>
                    <a:pt x="2382164" y="771999"/>
                  </a:lnTo>
                  <a:lnTo>
                    <a:pt x="2383235" y="771349"/>
                  </a:lnTo>
                  <a:lnTo>
                    <a:pt x="2384307" y="770700"/>
                  </a:lnTo>
                  <a:lnTo>
                    <a:pt x="2385378" y="770052"/>
                  </a:lnTo>
                  <a:lnTo>
                    <a:pt x="2386450" y="769404"/>
                  </a:lnTo>
                  <a:lnTo>
                    <a:pt x="2387522" y="768758"/>
                  </a:lnTo>
                  <a:lnTo>
                    <a:pt x="2388593" y="768113"/>
                  </a:lnTo>
                  <a:lnTo>
                    <a:pt x="2389665" y="767468"/>
                  </a:lnTo>
                  <a:lnTo>
                    <a:pt x="2390736" y="766825"/>
                  </a:lnTo>
                  <a:lnTo>
                    <a:pt x="2391808" y="766182"/>
                  </a:lnTo>
                  <a:lnTo>
                    <a:pt x="2392880" y="765541"/>
                  </a:lnTo>
                  <a:lnTo>
                    <a:pt x="2393951" y="764900"/>
                  </a:lnTo>
                  <a:lnTo>
                    <a:pt x="2395023" y="764260"/>
                  </a:lnTo>
                  <a:lnTo>
                    <a:pt x="2396094" y="763621"/>
                  </a:lnTo>
                  <a:lnTo>
                    <a:pt x="2397166" y="762983"/>
                  </a:lnTo>
                  <a:lnTo>
                    <a:pt x="2398238" y="762346"/>
                  </a:lnTo>
                  <a:lnTo>
                    <a:pt x="2399309" y="761710"/>
                  </a:lnTo>
                  <a:lnTo>
                    <a:pt x="2400381" y="761075"/>
                  </a:lnTo>
                  <a:lnTo>
                    <a:pt x="2401452" y="760441"/>
                  </a:lnTo>
                  <a:lnTo>
                    <a:pt x="2402524" y="759808"/>
                  </a:lnTo>
                  <a:lnTo>
                    <a:pt x="2403596" y="759175"/>
                  </a:lnTo>
                  <a:lnTo>
                    <a:pt x="2404667" y="758544"/>
                  </a:lnTo>
                  <a:lnTo>
                    <a:pt x="2405739" y="757913"/>
                  </a:lnTo>
                  <a:lnTo>
                    <a:pt x="2406810" y="757284"/>
                  </a:lnTo>
                  <a:lnTo>
                    <a:pt x="2407882" y="756655"/>
                  </a:lnTo>
                  <a:lnTo>
                    <a:pt x="2408954" y="756027"/>
                  </a:lnTo>
                  <a:lnTo>
                    <a:pt x="2410025" y="755400"/>
                  </a:lnTo>
                  <a:lnTo>
                    <a:pt x="2411097" y="754774"/>
                  </a:lnTo>
                  <a:lnTo>
                    <a:pt x="2412168" y="754149"/>
                  </a:lnTo>
                  <a:lnTo>
                    <a:pt x="2413240" y="753525"/>
                  </a:lnTo>
                  <a:lnTo>
                    <a:pt x="2414312" y="752901"/>
                  </a:lnTo>
                  <a:lnTo>
                    <a:pt x="2415383" y="752279"/>
                  </a:lnTo>
                  <a:lnTo>
                    <a:pt x="2416455" y="751658"/>
                  </a:lnTo>
                  <a:lnTo>
                    <a:pt x="2417526" y="751037"/>
                  </a:lnTo>
                  <a:lnTo>
                    <a:pt x="2418598" y="750417"/>
                  </a:lnTo>
                  <a:lnTo>
                    <a:pt x="2419670" y="749798"/>
                  </a:lnTo>
                  <a:lnTo>
                    <a:pt x="2420741" y="749181"/>
                  </a:lnTo>
                  <a:lnTo>
                    <a:pt x="2421813" y="748564"/>
                  </a:lnTo>
                  <a:lnTo>
                    <a:pt x="2422884" y="747947"/>
                  </a:lnTo>
                  <a:lnTo>
                    <a:pt x="2423956" y="747332"/>
                  </a:lnTo>
                  <a:lnTo>
                    <a:pt x="2425028" y="746718"/>
                  </a:lnTo>
                  <a:lnTo>
                    <a:pt x="2426099" y="746104"/>
                  </a:lnTo>
                  <a:lnTo>
                    <a:pt x="2427171" y="745492"/>
                  </a:lnTo>
                  <a:lnTo>
                    <a:pt x="2428242" y="744880"/>
                  </a:lnTo>
                  <a:lnTo>
                    <a:pt x="2429314" y="744269"/>
                  </a:lnTo>
                  <a:lnTo>
                    <a:pt x="2430386" y="743659"/>
                  </a:lnTo>
                  <a:lnTo>
                    <a:pt x="2431457" y="743050"/>
                  </a:lnTo>
                  <a:lnTo>
                    <a:pt x="2432529" y="742442"/>
                  </a:lnTo>
                  <a:lnTo>
                    <a:pt x="2433600" y="741835"/>
                  </a:lnTo>
                  <a:lnTo>
                    <a:pt x="2434672" y="741228"/>
                  </a:lnTo>
                  <a:lnTo>
                    <a:pt x="2435744" y="740623"/>
                  </a:lnTo>
                  <a:lnTo>
                    <a:pt x="2436815" y="740018"/>
                  </a:lnTo>
                  <a:lnTo>
                    <a:pt x="2437887" y="739414"/>
                  </a:lnTo>
                  <a:lnTo>
                    <a:pt x="2438958" y="738811"/>
                  </a:lnTo>
                  <a:lnTo>
                    <a:pt x="2440030" y="738209"/>
                  </a:lnTo>
                  <a:lnTo>
                    <a:pt x="2441102" y="737608"/>
                  </a:lnTo>
                  <a:lnTo>
                    <a:pt x="2442173" y="737007"/>
                  </a:lnTo>
                  <a:lnTo>
                    <a:pt x="2443245" y="736408"/>
                  </a:lnTo>
                  <a:lnTo>
                    <a:pt x="2444316" y="735809"/>
                  </a:lnTo>
                  <a:lnTo>
                    <a:pt x="2445388" y="735211"/>
                  </a:lnTo>
                  <a:lnTo>
                    <a:pt x="2446460" y="734614"/>
                  </a:lnTo>
                  <a:lnTo>
                    <a:pt x="2447531" y="734018"/>
                  </a:lnTo>
                  <a:lnTo>
                    <a:pt x="2448603" y="733423"/>
                  </a:lnTo>
                  <a:lnTo>
                    <a:pt x="2449674" y="732829"/>
                  </a:lnTo>
                  <a:lnTo>
                    <a:pt x="2450746" y="732235"/>
                  </a:lnTo>
                  <a:lnTo>
                    <a:pt x="2451818" y="731642"/>
                  </a:lnTo>
                  <a:lnTo>
                    <a:pt x="2452889" y="731050"/>
                  </a:lnTo>
                  <a:lnTo>
                    <a:pt x="2453961" y="730459"/>
                  </a:lnTo>
                  <a:lnTo>
                    <a:pt x="2455032" y="729869"/>
                  </a:lnTo>
                  <a:lnTo>
                    <a:pt x="2456104" y="729280"/>
                  </a:lnTo>
                  <a:lnTo>
                    <a:pt x="2457176" y="728691"/>
                  </a:lnTo>
                  <a:lnTo>
                    <a:pt x="2458247" y="728104"/>
                  </a:lnTo>
                  <a:lnTo>
                    <a:pt x="2459319" y="727517"/>
                  </a:lnTo>
                  <a:lnTo>
                    <a:pt x="2460390" y="726931"/>
                  </a:lnTo>
                  <a:lnTo>
                    <a:pt x="2461462" y="726346"/>
                  </a:lnTo>
                  <a:lnTo>
                    <a:pt x="2462534" y="725761"/>
                  </a:lnTo>
                  <a:lnTo>
                    <a:pt x="2463605" y="725178"/>
                  </a:lnTo>
                  <a:lnTo>
                    <a:pt x="2464677" y="724595"/>
                  </a:lnTo>
                  <a:lnTo>
                    <a:pt x="2465748" y="724013"/>
                  </a:lnTo>
                  <a:lnTo>
                    <a:pt x="2466820" y="723432"/>
                  </a:lnTo>
                  <a:lnTo>
                    <a:pt x="2467892" y="722852"/>
                  </a:lnTo>
                  <a:lnTo>
                    <a:pt x="2468963" y="722272"/>
                  </a:lnTo>
                  <a:lnTo>
                    <a:pt x="2470035" y="721694"/>
                  </a:lnTo>
                  <a:lnTo>
                    <a:pt x="2471106" y="721116"/>
                  </a:lnTo>
                  <a:lnTo>
                    <a:pt x="2472178" y="720539"/>
                  </a:lnTo>
                  <a:lnTo>
                    <a:pt x="2473250" y="719963"/>
                  </a:lnTo>
                  <a:lnTo>
                    <a:pt x="2474321" y="719387"/>
                  </a:lnTo>
                  <a:lnTo>
                    <a:pt x="2475393" y="718813"/>
                  </a:lnTo>
                  <a:lnTo>
                    <a:pt x="2476464" y="718239"/>
                  </a:lnTo>
                  <a:lnTo>
                    <a:pt x="2477536" y="717666"/>
                  </a:lnTo>
                  <a:lnTo>
                    <a:pt x="2478608" y="717094"/>
                  </a:lnTo>
                  <a:lnTo>
                    <a:pt x="2479679" y="716522"/>
                  </a:lnTo>
                  <a:lnTo>
                    <a:pt x="2480751" y="715952"/>
                  </a:lnTo>
                  <a:lnTo>
                    <a:pt x="2481822" y="715382"/>
                  </a:lnTo>
                  <a:lnTo>
                    <a:pt x="2482894" y="714813"/>
                  </a:lnTo>
                  <a:lnTo>
                    <a:pt x="2483966" y="714245"/>
                  </a:lnTo>
                  <a:lnTo>
                    <a:pt x="2485037" y="713677"/>
                  </a:lnTo>
                  <a:lnTo>
                    <a:pt x="2486109" y="713111"/>
                  </a:lnTo>
                  <a:lnTo>
                    <a:pt x="2487180" y="712545"/>
                  </a:lnTo>
                  <a:lnTo>
                    <a:pt x="2488252" y="711980"/>
                  </a:lnTo>
                  <a:lnTo>
                    <a:pt x="2489323" y="711416"/>
                  </a:lnTo>
                  <a:lnTo>
                    <a:pt x="2490395" y="710852"/>
                  </a:lnTo>
                  <a:lnTo>
                    <a:pt x="2491467" y="710289"/>
                  </a:lnTo>
                  <a:lnTo>
                    <a:pt x="2492538" y="709727"/>
                  </a:lnTo>
                  <a:lnTo>
                    <a:pt x="2493610" y="709166"/>
                  </a:lnTo>
                  <a:lnTo>
                    <a:pt x="2494681" y="708606"/>
                  </a:lnTo>
                  <a:lnTo>
                    <a:pt x="2495753" y="708046"/>
                  </a:lnTo>
                  <a:lnTo>
                    <a:pt x="2496825" y="707487"/>
                  </a:lnTo>
                  <a:lnTo>
                    <a:pt x="2497896" y="706929"/>
                  </a:lnTo>
                  <a:lnTo>
                    <a:pt x="2498968" y="706372"/>
                  </a:lnTo>
                  <a:lnTo>
                    <a:pt x="2500039" y="705815"/>
                  </a:lnTo>
                  <a:lnTo>
                    <a:pt x="2501111" y="705259"/>
                  </a:lnTo>
                  <a:lnTo>
                    <a:pt x="2502183" y="704704"/>
                  </a:lnTo>
                  <a:lnTo>
                    <a:pt x="2503254" y="704150"/>
                  </a:lnTo>
                  <a:lnTo>
                    <a:pt x="2504326" y="703597"/>
                  </a:lnTo>
                  <a:lnTo>
                    <a:pt x="2505397" y="703044"/>
                  </a:lnTo>
                  <a:lnTo>
                    <a:pt x="2506469" y="702492"/>
                  </a:lnTo>
                  <a:lnTo>
                    <a:pt x="2507541" y="701940"/>
                  </a:lnTo>
                  <a:lnTo>
                    <a:pt x="2508612" y="701390"/>
                  </a:lnTo>
                  <a:lnTo>
                    <a:pt x="2509684" y="700840"/>
                  </a:lnTo>
                  <a:lnTo>
                    <a:pt x="2510755" y="700291"/>
                  </a:lnTo>
                  <a:lnTo>
                    <a:pt x="2511827" y="699743"/>
                  </a:lnTo>
                  <a:lnTo>
                    <a:pt x="2512899" y="699195"/>
                  </a:lnTo>
                  <a:lnTo>
                    <a:pt x="2513970" y="698648"/>
                  </a:lnTo>
                  <a:lnTo>
                    <a:pt x="2515042" y="698102"/>
                  </a:lnTo>
                  <a:lnTo>
                    <a:pt x="2516113" y="697557"/>
                  </a:lnTo>
                  <a:lnTo>
                    <a:pt x="2517185" y="697012"/>
                  </a:lnTo>
                  <a:lnTo>
                    <a:pt x="2518257" y="696468"/>
                  </a:lnTo>
                  <a:lnTo>
                    <a:pt x="2519328" y="695925"/>
                  </a:lnTo>
                  <a:lnTo>
                    <a:pt x="2520400" y="695382"/>
                  </a:lnTo>
                  <a:lnTo>
                    <a:pt x="2521471" y="694841"/>
                  </a:lnTo>
                  <a:lnTo>
                    <a:pt x="2522543" y="694300"/>
                  </a:lnTo>
                  <a:lnTo>
                    <a:pt x="2523615" y="693759"/>
                  </a:lnTo>
                  <a:lnTo>
                    <a:pt x="2524686" y="693220"/>
                  </a:lnTo>
                  <a:lnTo>
                    <a:pt x="2525758" y="692681"/>
                  </a:lnTo>
                  <a:lnTo>
                    <a:pt x="2526829" y="692143"/>
                  </a:lnTo>
                  <a:lnTo>
                    <a:pt x="2527901" y="691605"/>
                  </a:lnTo>
                  <a:lnTo>
                    <a:pt x="2528973" y="691068"/>
                  </a:lnTo>
                  <a:lnTo>
                    <a:pt x="2530044" y="690532"/>
                  </a:lnTo>
                  <a:lnTo>
                    <a:pt x="2531116" y="689997"/>
                  </a:lnTo>
                  <a:lnTo>
                    <a:pt x="2532187" y="689462"/>
                  </a:lnTo>
                  <a:lnTo>
                    <a:pt x="2533259" y="688928"/>
                  </a:lnTo>
                  <a:lnTo>
                    <a:pt x="2534331" y="688395"/>
                  </a:lnTo>
                  <a:lnTo>
                    <a:pt x="2535402" y="687862"/>
                  </a:lnTo>
                  <a:lnTo>
                    <a:pt x="2536474" y="687330"/>
                  </a:lnTo>
                  <a:lnTo>
                    <a:pt x="2537545" y="686799"/>
                  </a:lnTo>
                  <a:lnTo>
                    <a:pt x="2538617" y="686269"/>
                  </a:lnTo>
                  <a:lnTo>
                    <a:pt x="2539689" y="685739"/>
                  </a:lnTo>
                  <a:lnTo>
                    <a:pt x="2540760" y="685210"/>
                  </a:lnTo>
                  <a:lnTo>
                    <a:pt x="2541832" y="684681"/>
                  </a:lnTo>
                  <a:lnTo>
                    <a:pt x="2542903" y="684153"/>
                  </a:lnTo>
                  <a:lnTo>
                    <a:pt x="2543975" y="683626"/>
                  </a:lnTo>
                  <a:lnTo>
                    <a:pt x="2545047" y="683100"/>
                  </a:lnTo>
                  <a:lnTo>
                    <a:pt x="2546118" y="682574"/>
                  </a:lnTo>
                  <a:lnTo>
                    <a:pt x="2547190" y="682049"/>
                  </a:lnTo>
                  <a:lnTo>
                    <a:pt x="2548261" y="681525"/>
                  </a:lnTo>
                  <a:lnTo>
                    <a:pt x="2549333" y="681001"/>
                  </a:lnTo>
                  <a:lnTo>
                    <a:pt x="2550405" y="680478"/>
                  </a:lnTo>
                  <a:lnTo>
                    <a:pt x="2551476" y="679955"/>
                  </a:lnTo>
                  <a:lnTo>
                    <a:pt x="2552548" y="679433"/>
                  </a:lnTo>
                  <a:lnTo>
                    <a:pt x="2553619" y="678912"/>
                  </a:lnTo>
                  <a:lnTo>
                    <a:pt x="2554691" y="678392"/>
                  </a:lnTo>
                  <a:lnTo>
                    <a:pt x="2555763" y="677872"/>
                  </a:lnTo>
                  <a:lnTo>
                    <a:pt x="2556834" y="677353"/>
                  </a:lnTo>
                  <a:lnTo>
                    <a:pt x="2557906" y="676834"/>
                  </a:lnTo>
                  <a:lnTo>
                    <a:pt x="2558977" y="676317"/>
                  </a:lnTo>
                  <a:lnTo>
                    <a:pt x="2560049" y="675799"/>
                  </a:lnTo>
                  <a:lnTo>
                    <a:pt x="2561121" y="675283"/>
                  </a:lnTo>
                  <a:lnTo>
                    <a:pt x="2562192" y="674767"/>
                  </a:lnTo>
                  <a:lnTo>
                    <a:pt x="2563264" y="674251"/>
                  </a:lnTo>
                  <a:lnTo>
                    <a:pt x="2564335" y="673737"/>
                  </a:lnTo>
                  <a:lnTo>
                    <a:pt x="2565407" y="673223"/>
                  </a:lnTo>
                  <a:lnTo>
                    <a:pt x="2566479" y="672709"/>
                  </a:lnTo>
                  <a:lnTo>
                    <a:pt x="2567550" y="672197"/>
                  </a:lnTo>
                  <a:lnTo>
                    <a:pt x="2568622" y="671684"/>
                  </a:lnTo>
                  <a:lnTo>
                    <a:pt x="2569693" y="671173"/>
                  </a:lnTo>
                  <a:lnTo>
                    <a:pt x="2570765" y="670662"/>
                  </a:lnTo>
                  <a:lnTo>
                    <a:pt x="2571837" y="670152"/>
                  </a:lnTo>
                  <a:lnTo>
                    <a:pt x="2572908" y="669642"/>
                  </a:lnTo>
                  <a:lnTo>
                    <a:pt x="2573980" y="669133"/>
                  </a:lnTo>
                  <a:lnTo>
                    <a:pt x="2575051" y="668624"/>
                  </a:lnTo>
                  <a:lnTo>
                    <a:pt x="2576123" y="668117"/>
                  </a:lnTo>
                  <a:lnTo>
                    <a:pt x="2577195" y="667609"/>
                  </a:lnTo>
                  <a:lnTo>
                    <a:pt x="2578266" y="667103"/>
                  </a:lnTo>
                  <a:lnTo>
                    <a:pt x="2579338" y="666597"/>
                  </a:lnTo>
                  <a:lnTo>
                    <a:pt x="2580409" y="666091"/>
                  </a:lnTo>
                  <a:lnTo>
                    <a:pt x="2581481" y="665586"/>
                  </a:lnTo>
                  <a:lnTo>
                    <a:pt x="2582553" y="665082"/>
                  </a:lnTo>
                  <a:lnTo>
                    <a:pt x="2583624" y="664578"/>
                  </a:lnTo>
                  <a:lnTo>
                    <a:pt x="2584696" y="664075"/>
                  </a:lnTo>
                  <a:lnTo>
                    <a:pt x="2585767" y="663573"/>
                  </a:lnTo>
                  <a:lnTo>
                    <a:pt x="2586839" y="663071"/>
                  </a:lnTo>
                  <a:lnTo>
                    <a:pt x="2587911" y="662570"/>
                  </a:lnTo>
                  <a:lnTo>
                    <a:pt x="2588982" y="662069"/>
                  </a:lnTo>
                  <a:lnTo>
                    <a:pt x="2590054" y="661569"/>
                  </a:lnTo>
                  <a:lnTo>
                    <a:pt x="2591125" y="661069"/>
                  </a:lnTo>
                  <a:lnTo>
                    <a:pt x="2592197" y="660570"/>
                  </a:lnTo>
                  <a:lnTo>
                    <a:pt x="2593269" y="660072"/>
                  </a:lnTo>
                  <a:lnTo>
                    <a:pt x="2594340" y="659574"/>
                  </a:lnTo>
                  <a:lnTo>
                    <a:pt x="2595412" y="659077"/>
                  </a:lnTo>
                  <a:lnTo>
                    <a:pt x="2596483" y="658580"/>
                  </a:lnTo>
                  <a:lnTo>
                    <a:pt x="2597555" y="658084"/>
                  </a:lnTo>
                  <a:lnTo>
                    <a:pt x="2598627" y="657588"/>
                  </a:lnTo>
                  <a:lnTo>
                    <a:pt x="2599698" y="657093"/>
                  </a:lnTo>
                  <a:lnTo>
                    <a:pt x="2600770" y="656599"/>
                  </a:lnTo>
                  <a:lnTo>
                    <a:pt x="2601841" y="656105"/>
                  </a:lnTo>
                  <a:lnTo>
                    <a:pt x="2602913" y="655612"/>
                  </a:lnTo>
                  <a:lnTo>
                    <a:pt x="2603985" y="655119"/>
                  </a:lnTo>
                  <a:lnTo>
                    <a:pt x="2605056" y="654627"/>
                  </a:lnTo>
                  <a:lnTo>
                    <a:pt x="2606128" y="654135"/>
                  </a:lnTo>
                  <a:lnTo>
                    <a:pt x="2607199" y="653644"/>
                  </a:lnTo>
                  <a:lnTo>
                    <a:pt x="2608271" y="653153"/>
                  </a:lnTo>
                  <a:lnTo>
                    <a:pt x="2609343" y="652663"/>
                  </a:lnTo>
                  <a:lnTo>
                    <a:pt x="2610414" y="652173"/>
                  </a:lnTo>
                  <a:lnTo>
                    <a:pt x="2611486" y="651684"/>
                  </a:lnTo>
                  <a:lnTo>
                    <a:pt x="2612557" y="651196"/>
                  </a:lnTo>
                  <a:lnTo>
                    <a:pt x="2613629" y="650708"/>
                  </a:lnTo>
                  <a:lnTo>
                    <a:pt x="2614701" y="650220"/>
                  </a:lnTo>
                  <a:lnTo>
                    <a:pt x="2615772" y="649734"/>
                  </a:lnTo>
                  <a:lnTo>
                    <a:pt x="2616844" y="649247"/>
                  </a:lnTo>
                  <a:lnTo>
                    <a:pt x="2617915" y="648761"/>
                  </a:lnTo>
                  <a:lnTo>
                    <a:pt x="2618987" y="648276"/>
                  </a:lnTo>
                  <a:lnTo>
                    <a:pt x="2620059" y="647791"/>
                  </a:lnTo>
                  <a:lnTo>
                    <a:pt x="2621130" y="647307"/>
                  </a:lnTo>
                  <a:lnTo>
                    <a:pt x="2622202" y="646823"/>
                  </a:lnTo>
                  <a:lnTo>
                    <a:pt x="2623273" y="646339"/>
                  </a:lnTo>
                  <a:lnTo>
                    <a:pt x="2624345" y="645857"/>
                  </a:lnTo>
                  <a:lnTo>
                    <a:pt x="2625417" y="645374"/>
                  </a:lnTo>
                  <a:lnTo>
                    <a:pt x="2626488" y="644892"/>
                  </a:lnTo>
                  <a:lnTo>
                    <a:pt x="2627560" y="644411"/>
                  </a:lnTo>
                  <a:lnTo>
                    <a:pt x="2628631" y="643930"/>
                  </a:lnTo>
                  <a:lnTo>
                    <a:pt x="2629703" y="643450"/>
                  </a:lnTo>
                  <a:lnTo>
                    <a:pt x="2630775" y="642970"/>
                  </a:lnTo>
                  <a:lnTo>
                    <a:pt x="2631846" y="642491"/>
                  </a:lnTo>
                  <a:lnTo>
                    <a:pt x="2632918" y="642012"/>
                  </a:lnTo>
                  <a:lnTo>
                    <a:pt x="2633989" y="641533"/>
                  </a:lnTo>
                  <a:lnTo>
                    <a:pt x="2635061" y="641055"/>
                  </a:lnTo>
                  <a:lnTo>
                    <a:pt x="2636133" y="640578"/>
                  </a:lnTo>
                  <a:lnTo>
                    <a:pt x="2637204" y="640101"/>
                  </a:lnTo>
                  <a:lnTo>
                    <a:pt x="2638276" y="639624"/>
                  </a:lnTo>
                  <a:lnTo>
                    <a:pt x="2639347" y="639148"/>
                  </a:lnTo>
                  <a:lnTo>
                    <a:pt x="2640419" y="638673"/>
                  </a:lnTo>
                  <a:lnTo>
                    <a:pt x="2641491" y="638198"/>
                  </a:lnTo>
                  <a:lnTo>
                    <a:pt x="2642562" y="637723"/>
                  </a:lnTo>
                  <a:lnTo>
                    <a:pt x="2643634" y="637249"/>
                  </a:lnTo>
                  <a:lnTo>
                    <a:pt x="2644705" y="636775"/>
                  </a:lnTo>
                  <a:lnTo>
                    <a:pt x="2645777" y="636302"/>
                  </a:lnTo>
                  <a:lnTo>
                    <a:pt x="2646849" y="635829"/>
                  </a:lnTo>
                  <a:lnTo>
                    <a:pt x="2647920" y="635356"/>
                  </a:lnTo>
                  <a:lnTo>
                    <a:pt x="2648992" y="634884"/>
                  </a:lnTo>
                  <a:lnTo>
                    <a:pt x="2650063" y="634413"/>
                  </a:lnTo>
                  <a:lnTo>
                    <a:pt x="2651135" y="633942"/>
                  </a:lnTo>
                  <a:lnTo>
                    <a:pt x="2652207" y="633471"/>
                  </a:lnTo>
                  <a:lnTo>
                    <a:pt x="2653278" y="633001"/>
                  </a:lnTo>
                  <a:lnTo>
                    <a:pt x="2654350" y="632531"/>
                  </a:lnTo>
                  <a:lnTo>
                    <a:pt x="2655421" y="632062"/>
                  </a:lnTo>
                  <a:lnTo>
                    <a:pt x="2656493" y="631593"/>
                  </a:lnTo>
                  <a:lnTo>
                    <a:pt x="2657565" y="631124"/>
                  </a:lnTo>
                  <a:lnTo>
                    <a:pt x="2658636" y="630656"/>
                  </a:lnTo>
                  <a:lnTo>
                    <a:pt x="2659708" y="630189"/>
                  </a:lnTo>
                  <a:lnTo>
                    <a:pt x="2660779" y="629722"/>
                  </a:lnTo>
                  <a:lnTo>
                    <a:pt x="2661851" y="629255"/>
                  </a:lnTo>
                  <a:lnTo>
                    <a:pt x="2662922" y="628788"/>
                  </a:lnTo>
                  <a:lnTo>
                    <a:pt x="2663994" y="628322"/>
                  </a:lnTo>
                  <a:lnTo>
                    <a:pt x="2665066" y="627857"/>
                  </a:lnTo>
                  <a:lnTo>
                    <a:pt x="2666137" y="627392"/>
                  </a:lnTo>
                  <a:lnTo>
                    <a:pt x="2667209" y="626927"/>
                  </a:lnTo>
                  <a:lnTo>
                    <a:pt x="2668280" y="626463"/>
                  </a:lnTo>
                  <a:lnTo>
                    <a:pt x="2669352" y="625999"/>
                  </a:lnTo>
                  <a:lnTo>
                    <a:pt x="2670424" y="625535"/>
                  </a:lnTo>
                  <a:lnTo>
                    <a:pt x="2671495" y="625072"/>
                  </a:lnTo>
                  <a:lnTo>
                    <a:pt x="2672567" y="624609"/>
                  </a:lnTo>
                  <a:lnTo>
                    <a:pt x="2673638" y="624147"/>
                  </a:lnTo>
                  <a:lnTo>
                    <a:pt x="2674710" y="623685"/>
                  </a:lnTo>
                  <a:lnTo>
                    <a:pt x="2675782" y="623223"/>
                  </a:lnTo>
                  <a:lnTo>
                    <a:pt x="2676853" y="622762"/>
                  </a:lnTo>
                  <a:lnTo>
                    <a:pt x="2677925" y="622301"/>
                  </a:lnTo>
                  <a:lnTo>
                    <a:pt x="2678996" y="621840"/>
                  </a:lnTo>
                  <a:lnTo>
                    <a:pt x="2680068" y="621380"/>
                  </a:lnTo>
                  <a:lnTo>
                    <a:pt x="2681140" y="620921"/>
                  </a:lnTo>
                  <a:lnTo>
                    <a:pt x="2682211" y="620461"/>
                  </a:lnTo>
                  <a:lnTo>
                    <a:pt x="2683283" y="620002"/>
                  </a:lnTo>
                  <a:lnTo>
                    <a:pt x="2684354" y="619544"/>
                  </a:lnTo>
                  <a:lnTo>
                    <a:pt x="2685426" y="619085"/>
                  </a:lnTo>
                  <a:lnTo>
                    <a:pt x="2686498" y="618627"/>
                  </a:lnTo>
                  <a:lnTo>
                    <a:pt x="2687569" y="618170"/>
                  </a:lnTo>
                  <a:lnTo>
                    <a:pt x="2688641" y="617713"/>
                  </a:lnTo>
                  <a:lnTo>
                    <a:pt x="2689712" y="617256"/>
                  </a:lnTo>
                  <a:lnTo>
                    <a:pt x="2690784" y="616799"/>
                  </a:lnTo>
                  <a:lnTo>
                    <a:pt x="2691856" y="616343"/>
                  </a:lnTo>
                  <a:lnTo>
                    <a:pt x="2692927" y="615887"/>
                  </a:lnTo>
                  <a:lnTo>
                    <a:pt x="2693999" y="615432"/>
                  </a:lnTo>
                  <a:lnTo>
                    <a:pt x="2695070" y="614976"/>
                  </a:lnTo>
                  <a:lnTo>
                    <a:pt x="2696142" y="614521"/>
                  </a:lnTo>
                  <a:lnTo>
                    <a:pt x="2697214" y="614067"/>
                  </a:lnTo>
                  <a:lnTo>
                    <a:pt x="2698285" y="613613"/>
                  </a:lnTo>
                  <a:lnTo>
                    <a:pt x="2699357" y="613159"/>
                  </a:lnTo>
                  <a:lnTo>
                    <a:pt x="2700428" y="612705"/>
                  </a:lnTo>
                  <a:lnTo>
                    <a:pt x="2701500" y="612252"/>
                  </a:lnTo>
                  <a:lnTo>
                    <a:pt x="2702572" y="611799"/>
                  </a:lnTo>
                  <a:lnTo>
                    <a:pt x="2703643" y="611347"/>
                  </a:lnTo>
                  <a:lnTo>
                    <a:pt x="2704715" y="610894"/>
                  </a:lnTo>
                  <a:lnTo>
                    <a:pt x="2705786" y="610442"/>
                  </a:lnTo>
                  <a:lnTo>
                    <a:pt x="2706858" y="609991"/>
                  </a:lnTo>
                  <a:lnTo>
                    <a:pt x="2707930" y="609539"/>
                  </a:lnTo>
                  <a:lnTo>
                    <a:pt x="2709001" y="609088"/>
                  </a:lnTo>
                  <a:lnTo>
                    <a:pt x="2710073" y="608638"/>
                  </a:lnTo>
                  <a:lnTo>
                    <a:pt x="2711144" y="608187"/>
                  </a:lnTo>
                  <a:lnTo>
                    <a:pt x="2712216" y="607737"/>
                  </a:lnTo>
                  <a:lnTo>
                    <a:pt x="2713288" y="607287"/>
                  </a:lnTo>
                  <a:lnTo>
                    <a:pt x="2714359" y="606838"/>
                  </a:lnTo>
                  <a:lnTo>
                    <a:pt x="2715431" y="606388"/>
                  </a:lnTo>
                  <a:lnTo>
                    <a:pt x="2716502" y="605939"/>
                  </a:lnTo>
                  <a:lnTo>
                    <a:pt x="2717574" y="605491"/>
                  </a:lnTo>
                  <a:lnTo>
                    <a:pt x="2718646" y="605042"/>
                  </a:lnTo>
                  <a:lnTo>
                    <a:pt x="2719717" y="604594"/>
                  </a:lnTo>
                  <a:lnTo>
                    <a:pt x="2720789" y="604146"/>
                  </a:lnTo>
                  <a:lnTo>
                    <a:pt x="2721860" y="603698"/>
                  </a:lnTo>
                  <a:lnTo>
                    <a:pt x="2722932" y="603251"/>
                  </a:lnTo>
                  <a:lnTo>
                    <a:pt x="2724004" y="602804"/>
                  </a:lnTo>
                  <a:lnTo>
                    <a:pt x="2725075" y="602357"/>
                  </a:lnTo>
                  <a:lnTo>
                    <a:pt x="2726147" y="601911"/>
                  </a:lnTo>
                  <a:lnTo>
                    <a:pt x="2727218" y="601464"/>
                  </a:lnTo>
                  <a:lnTo>
                    <a:pt x="2728290" y="601018"/>
                  </a:lnTo>
                  <a:lnTo>
                    <a:pt x="2729362" y="600572"/>
                  </a:lnTo>
                  <a:lnTo>
                    <a:pt x="2730433" y="600127"/>
                  </a:lnTo>
                  <a:lnTo>
                    <a:pt x="2731505" y="599682"/>
                  </a:lnTo>
                  <a:lnTo>
                    <a:pt x="2732576" y="599237"/>
                  </a:lnTo>
                  <a:lnTo>
                    <a:pt x="2733648" y="598792"/>
                  </a:lnTo>
                  <a:lnTo>
                    <a:pt x="2734720" y="598347"/>
                  </a:lnTo>
                  <a:lnTo>
                    <a:pt x="2735791" y="597903"/>
                  </a:lnTo>
                  <a:lnTo>
                    <a:pt x="2736863" y="597459"/>
                  </a:lnTo>
                  <a:lnTo>
                    <a:pt x="2737934" y="597015"/>
                  </a:lnTo>
                  <a:lnTo>
                    <a:pt x="2739006" y="596571"/>
                  </a:lnTo>
                  <a:lnTo>
                    <a:pt x="2740078" y="596128"/>
                  </a:lnTo>
                  <a:lnTo>
                    <a:pt x="2741149" y="595685"/>
                  </a:lnTo>
                  <a:lnTo>
                    <a:pt x="2742221" y="595242"/>
                  </a:lnTo>
                  <a:lnTo>
                    <a:pt x="2743292" y="594799"/>
                  </a:lnTo>
                  <a:lnTo>
                    <a:pt x="2744364" y="594356"/>
                  </a:lnTo>
                  <a:lnTo>
                    <a:pt x="2745436" y="593914"/>
                  </a:lnTo>
                  <a:lnTo>
                    <a:pt x="2746507" y="593472"/>
                  </a:lnTo>
                  <a:lnTo>
                    <a:pt x="2747579" y="593030"/>
                  </a:lnTo>
                  <a:lnTo>
                    <a:pt x="2748650" y="592588"/>
                  </a:lnTo>
                  <a:lnTo>
                    <a:pt x="2749722" y="592147"/>
                  </a:lnTo>
                  <a:lnTo>
                    <a:pt x="2750794" y="591705"/>
                  </a:lnTo>
                  <a:lnTo>
                    <a:pt x="2751865" y="591264"/>
                  </a:lnTo>
                  <a:lnTo>
                    <a:pt x="2752937" y="590823"/>
                  </a:lnTo>
                  <a:lnTo>
                    <a:pt x="2754008" y="590383"/>
                  </a:lnTo>
                  <a:lnTo>
                    <a:pt x="2755080" y="589942"/>
                  </a:lnTo>
                  <a:lnTo>
                    <a:pt x="2756152" y="589502"/>
                  </a:lnTo>
                  <a:lnTo>
                    <a:pt x="2757223" y="589062"/>
                  </a:lnTo>
                  <a:lnTo>
                    <a:pt x="2758295" y="588622"/>
                  </a:lnTo>
                  <a:lnTo>
                    <a:pt x="2759366" y="588182"/>
                  </a:lnTo>
                  <a:lnTo>
                    <a:pt x="2760438" y="587742"/>
                  </a:lnTo>
                  <a:lnTo>
                    <a:pt x="2761510" y="587303"/>
                  </a:lnTo>
                  <a:lnTo>
                    <a:pt x="2762581" y="586863"/>
                  </a:lnTo>
                  <a:lnTo>
                    <a:pt x="2763653" y="586424"/>
                  </a:lnTo>
                  <a:lnTo>
                    <a:pt x="2764724" y="585985"/>
                  </a:lnTo>
                  <a:lnTo>
                    <a:pt x="2765796" y="585547"/>
                  </a:lnTo>
                  <a:lnTo>
                    <a:pt x="2766868" y="585108"/>
                  </a:lnTo>
                  <a:lnTo>
                    <a:pt x="2767939" y="584669"/>
                  </a:lnTo>
                  <a:lnTo>
                    <a:pt x="2769011" y="584231"/>
                  </a:lnTo>
                  <a:lnTo>
                    <a:pt x="2770082" y="583793"/>
                  </a:lnTo>
                  <a:lnTo>
                    <a:pt x="2771154" y="583355"/>
                  </a:lnTo>
                  <a:lnTo>
                    <a:pt x="2772226" y="582917"/>
                  </a:lnTo>
                  <a:lnTo>
                    <a:pt x="2773297" y="582479"/>
                  </a:lnTo>
                  <a:lnTo>
                    <a:pt x="2774369" y="582042"/>
                  </a:lnTo>
                  <a:lnTo>
                    <a:pt x="2775440" y="581604"/>
                  </a:lnTo>
                  <a:lnTo>
                    <a:pt x="2776512" y="581167"/>
                  </a:lnTo>
                  <a:lnTo>
                    <a:pt x="2777584" y="580730"/>
                  </a:lnTo>
                  <a:lnTo>
                    <a:pt x="2778655" y="580293"/>
                  </a:lnTo>
                  <a:lnTo>
                    <a:pt x="2779727" y="579856"/>
                  </a:lnTo>
                  <a:lnTo>
                    <a:pt x="2780798" y="579419"/>
                  </a:lnTo>
                  <a:lnTo>
                    <a:pt x="2781870" y="578982"/>
                  </a:lnTo>
                  <a:lnTo>
                    <a:pt x="2782942" y="578546"/>
                  </a:lnTo>
                  <a:lnTo>
                    <a:pt x="2784013" y="578109"/>
                  </a:lnTo>
                  <a:lnTo>
                    <a:pt x="2785085" y="577673"/>
                  </a:lnTo>
                  <a:lnTo>
                    <a:pt x="2786156" y="577237"/>
                  </a:lnTo>
                  <a:lnTo>
                    <a:pt x="2787228" y="576801"/>
                  </a:lnTo>
                  <a:lnTo>
                    <a:pt x="2788300" y="576365"/>
                  </a:lnTo>
                  <a:lnTo>
                    <a:pt x="2789371" y="575929"/>
                  </a:lnTo>
                  <a:lnTo>
                    <a:pt x="2790443" y="575493"/>
                  </a:lnTo>
                  <a:lnTo>
                    <a:pt x="2791514" y="575058"/>
                  </a:lnTo>
                  <a:lnTo>
                    <a:pt x="2792586" y="574622"/>
                  </a:lnTo>
                  <a:lnTo>
                    <a:pt x="2793658" y="574187"/>
                  </a:lnTo>
                  <a:lnTo>
                    <a:pt x="2794729" y="573751"/>
                  </a:lnTo>
                  <a:lnTo>
                    <a:pt x="2795801" y="573316"/>
                  </a:lnTo>
                  <a:lnTo>
                    <a:pt x="2796872" y="572881"/>
                  </a:lnTo>
                  <a:lnTo>
                    <a:pt x="2797944" y="572445"/>
                  </a:lnTo>
                  <a:lnTo>
                    <a:pt x="2799016" y="572010"/>
                  </a:lnTo>
                  <a:lnTo>
                    <a:pt x="2800087" y="571575"/>
                  </a:lnTo>
                  <a:lnTo>
                    <a:pt x="2801159" y="571141"/>
                  </a:lnTo>
                  <a:lnTo>
                    <a:pt x="2802230" y="570706"/>
                  </a:lnTo>
                  <a:lnTo>
                    <a:pt x="2803302" y="570271"/>
                  </a:lnTo>
                  <a:lnTo>
                    <a:pt x="2804374" y="569836"/>
                  </a:lnTo>
                  <a:lnTo>
                    <a:pt x="2805445" y="569402"/>
                  </a:lnTo>
                  <a:lnTo>
                    <a:pt x="2806517" y="568967"/>
                  </a:lnTo>
                  <a:lnTo>
                    <a:pt x="2807588" y="568533"/>
                  </a:lnTo>
                  <a:lnTo>
                    <a:pt x="2808660" y="568098"/>
                  </a:lnTo>
                  <a:lnTo>
                    <a:pt x="2809732" y="567664"/>
                  </a:lnTo>
                  <a:lnTo>
                    <a:pt x="2810803" y="567229"/>
                  </a:lnTo>
                  <a:lnTo>
                    <a:pt x="2811875" y="566795"/>
                  </a:lnTo>
                  <a:lnTo>
                    <a:pt x="2812946" y="566361"/>
                  </a:lnTo>
                  <a:lnTo>
                    <a:pt x="2814018" y="565927"/>
                  </a:lnTo>
                  <a:lnTo>
                    <a:pt x="2815090" y="565492"/>
                  </a:lnTo>
                  <a:lnTo>
                    <a:pt x="2816161" y="565058"/>
                  </a:lnTo>
                  <a:lnTo>
                    <a:pt x="2817233" y="564624"/>
                  </a:lnTo>
                  <a:lnTo>
                    <a:pt x="2818304" y="564190"/>
                  </a:lnTo>
                  <a:lnTo>
                    <a:pt x="2819376" y="563756"/>
                  </a:lnTo>
                  <a:lnTo>
                    <a:pt x="2820448" y="563322"/>
                  </a:lnTo>
                  <a:lnTo>
                    <a:pt x="2821519" y="562888"/>
                  </a:lnTo>
                  <a:lnTo>
                    <a:pt x="2822591" y="562454"/>
                  </a:lnTo>
                  <a:lnTo>
                    <a:pt x="2823662" y="562020"/>
                  </a:lnTo>
                  <a:lnTo>
                    <a:pt x="2824734" y="561587"/>
                  </a:lnTo>
                  <a:lnTo>
                    <a:pt x="2825806" y="561153"/>
                  </a:lnTo>
                  <a:lnTo>
                    <a:pt x="2826877" y="560719"/>
                  </a:lnTo>
                  <a:lnTo>
                    <a:pt x="2827949" y="560285"/>
                  </a:lnTo>
                  <a:lnTo>
                    <a:pt x="2829020" y="559851"/>
                  </a:lnTo>
                  <a:lnTo>
                    <a:pt x="2830092" y="559417"/>
                  </a:lnTo>
                  <a:lnTo>
                    <a:pt x="2831164" y="558983"/>
                  </a:lnTo>
                  <a:lnTo>
                    <a:pt x="2832235" y="558550"/>
                  </a:lnTo>
                  <a:lnTo>
                    <a:pt x="2833307" y="558116"/>
                  </a:lnTo>
                  <a:lnTo>
                    <a:pt x="2834378" y="557682"/>
                  </a:lnTo>
                  <a:lnTo>
                    <a:pt x="2835450" y="557248"/>
                  </a:lnTo>
                  <a:lnTo>
                    <a:pt x="2836522" y="556814"/>
                  </a:lnTo>
                  <a:lnTo>
                    <a:pt x="2837593" y="556380"/>
                  </a:lnTo>
                  <a:lnTo>
                    <a:pt x="2838665" y="555946"/>
                  </a:lnTo>
                  <a:lnTo>
                    <a:pt x="2839736" y="555512"/>
                  </a:lnTo>
                  <a:lnTo>
                    <a:pt x="2840808" y="555079"/>
                  </a:lnTo>
                  <a:lnTo>
                    <a:pt x="2841879" y="554645"/>
                  </a:lnTo>
                  <a:lnTo>
                    <a:pt x="2842951" y="554211"/>
                  </a:lnTo>
                  <a:lnTo>
                    <a:pt x="2844023" y="553777"/>
                  </a:lnTo>
                  <a:lnTo>
                    <a:pt x="2845094" y="553343"/>
                  </a:lnTo>
                  <a:lnTo>
                    <a:pt x="2846166" y="552908"/>
                  </a:lnTo>
                  <a:lnTo>
                    <a:pt x="2847237" y="552474"/>
                  </a:lnTo>
                  <a:lnTo>
                    <a:pt x="2848309" y="552040"/>
                  </a:lnTo>
                  <a:lnTo>
                    <a:pt x="2849381" y="551606"/>
                  </a:lnTo>
                  <a:lnTo>
                    <a:pt x="2850452" y="551172"/>
                  </a:lnTo>
                  <a:lnTo>
                    <a:pt x="2851524" y="550738"/>
                  </a:lnTo>
                  <a:lnTo>
                    <a:pt x="2852595" y="550303"/>
                  </a:lnTo>
                  <a:lnTo>
                    <a:pt x="2853667" y="549869"/>
                  </a:lnTo>
                  <a:lnTo>
                    <a:pt x="2854739" y="549434"/>
                  </a:lnTo>
                  <a:lnTo>
                    <a:pt x="2855810" y="549000"/>
                  </a:lnTo>
                  <a:lnTo>
                    <a:pt x="2856882" y="548565"/>
                  </a:lnTo>
                  <a:lnTo>
                    <a:pt x="2857953" y="548131"/>
                  </a:lnTo>
                  <a:lnTo>
                    <a:pt x="2859025" y="547696"/>
                  </a:lnTo>
                  <a:lnTo>
                    <a:pt x="2860097" y="547261"/>
                  </a:lnTo>
                  <a:lnTo>
                    <a:pt x="2861168" y="546827"/>
                  </a:lnTo>
                  <a:lnTo>
                    <a:pt x="2862240" y="546392"/>
                  </a:lnTo>
                  <a:lnTo>
                    <a:pt x="2863311" y="545957"/>
                  </a:lnTo>
                  <a:lnTo>
                    <a:pt x="2864383" y="545522"/>
                  </a:lnTo>
                  <a:lnTo>
                    <a:pt x="2865455" y="545087"/>
                  </a:lnTo>
                  <a:lnTo>
                    <a:pt x="2866526" y="544651"/>
                  </a:lnTo>
                  <a:lnTo>
                    <a:pt x="2867598" y="544216"/>
                  </a:lnTo>
                  <a:lnTo>
                    <a:pt x="2868669" y="543781"/>
                  </a:lnTo>
                  <a:lnTo>
                    <a:pt x="2869741" y="543345"/>
                  </a:lnTo>
                  <a:lnTo>
                    <a:pt x="2870813" y="542910"/>
                  </a:lnTo>
                  <a:lnTo>
                    <a:pt x="2871884" y="542474"/>
                  </a:lnTo>
                  <a:lnTo>
                    <a:pt x="2872956" y="542038"/>
                  </a:lnTo>
                  <a:lnTo>
                    <a:pt x="2874027" y="541603"/>
                  </a:lnTo>
                  <a:lnTo>
                    <a:pt x="2875099" y="541167"/>
                  </a:lnTo>
                  <a:lnTo>
                    <a:pt x="2876171" y="540731"/>
                  </a:lnTo>
                  <a:lnTo>
                    <a:pt x="2877242" y="540295"/>
                  </a:lnTo>
                  <a:lnTo>
                    <a:pt x="2878314" y="539858"/>
                  </a:lnTo>
                  <a:lnTo>
                    <a:pt x="2879385" y="539422"/>
                  </a:lnTo>
                  <a:lnTo>
                    <a:pt x="2880457" y="538986"/>
                  </a:lnTo>
                  <a:lnTo>
                    <a:pt x="2881529" y="538549"/>
                  </a:lnTo>
                  <a:lnTo>
                    <a:pt x="2882600" y="538112"/>
                  </a:lnTo>
                  <a:lnTo>
                    <a:pt x="2883672" y="537675"/>
                  </a:lnTo>
                  <a:lnTo>
                    <a:pt x="2884743" y="537238"/>
                  </a:lnTo>
                  <a:lnTo>
                    <a:pt x="2885815" y="536801"/>
                  </a:lnTo>
                  <a:lnTo>
                    <a:pt x="2886887" y="536364"/>
                  </a:lnTo>
                  <a:lnTo>
                    <a:pt x="2887958" y="535927"/>
                  </a:lnTo>
                  <a:lnTo>
                    <a:pt x="2889030" y="535489"/>
                  </a:lnTo>
                  <a:lnTo>
                    <a:pt x="2890101" y="535052"/>
                  </a:lnTo>
                  <a:lnTo>
                    <a:pt x="2891173" y="534614"/>
                  </a:lnTo>
                  <a:lnTo>
                    <a:pt x="2892245" y="534176"/>
                  </a:lnTo>
                  <a:lnTo>
                    <a:pt x="2893316" y="533738"/>
                  </a:lnTo>
                  <a:lnTo>
                    <a:pt x="2894388" y="533300"/>
                  </a:lnTo>
                  <a:lnTo>
                    <a:pt x="2895459" y="532862"/>
                  </a:lnTo>
                  <a:lnTo>
                    <a:pt x="2896531" y="532423"/>
                  </a:lnTo>
                  <a:lnTo>
                    <a:pt x="2897603" y="531985"/>
                  </a:lnTo>
                  <a:lnTo>
                    <a:pt x="2898674" y="531546"/>
                  </a:lnTo>
                  <a:lnTo>
                    <a:pt x="2899746" y="531107"/>
                  </a:lnTo>
                  <a:lnTo>
                    <a:pt x="2900817" y="530668"/>
                  </a:lnTo>
                  <a:lnTo>
                    <a:pt x="2901889" y="530229"/>
                  </a:lnTo>
                  <a:lnTo>
                    <a:pt x="2902961" y="529789"/>
                  </a:lnTo>
                  <a:lnTo>
                    <a:pt x="2904032" y="529350"/>
                  </a:lnTo>
                  <a:lnTo>
                    <a:pt x="2905104" y="528910"/>
                  </a:lnTo>
                  <a:lnTo>
                    <a:pt x="2906175" y="528470"/>
                  </a:lnTo>
                  <a:lnTo>
                    <a:pt x="2907247" y="528030"/>
                  </a:lnTo>
                  <a:lnTo>
                    <a:pt x="2908319" y="527589"/>
                  </a:lnTo>
                  <a:lnTo>
                    <a:pt x="2909390" y="527149"/>
                  </a:lnTo>
                  <a:lnTo>
                    <a:pt x="2910462" y="526708"/>
                  </a:lnTo>
                  <a:lnTo>
                    <a:pt x="2911533" y="526268"/>
                  </a:lnTo>
                  <a:lnTo>
                    <a:pt x="2912605" y="525827"/>
                  </a:lnTo>
                  <a:lnTo>
                    <a:pt x="2913677" y="525385"/>
                  </a:lnTo>
                  <a:lnTo>
                    <a:pt x="2914748" y="524944"/>
                  </a:lnTo>
                  <a:lnTo>
                    <a:pt x="2915820" y="524502"/>
                  </a:lnTo>
                  <a:lnTo>
                    <a:pt x="2916891" y="524061"/>
                  </a:lnTo>
                  <a:lnTo>
                    <a:pt x="2917963" y="523619"/>
                  </a:lnTo>
                  <a:lnTo>
                    <a:pt x="2919035" y="523176"/>
                  </a:lnTo>
                  <a:lnTo>
                    <a:pt x="2920106" y="522734"/>
                  </a:lnTo>
                  <a:lnTo>
                    <a:pt x="2921178" y="522291"/>
                  </a:lnTo>
                  <a:lnTo>
                    <a:pt x="2922249" y="521849"/>
                  </a:lnTo>
                  <a:lnTo>
                    <a:pt x="2923321" y="521406"/>
                  </a:lnTo>
                  <a:lnTo>
                    <a:pt x="2924393" y="520962"/>
                  </a:lnTo>
                  <a:lnTo>
                    <a:pt x="2925464" y="520519"/>
                  </a:lnTo>
                  <a:lnTo>
                    <a:pt x="2926536" y="520075"/>
                  </a:lnTo>
                  <a:lnTo>
                    <a:pt x="2927607" y="519631"/>
                  </a:lnTo>
                  <a:lnTo>
                    <a:pt x="2928679" y="519187"/>
                  </a:lnTo>
                  <a:lnTo>
                    <a:pt x="2929751" y="518743"/>
                  </a:lnTo>
                  <a:lnTo>
                    <a:pt x="2930822" y="518299"/>
                  </a:lnTo>
                  <a:lnTo>
                    <a:pt x="2931894" y="517854"/>
                  </a:lnTo>
                  <a:lnTo>
                    <a:pt x="2932965" y="517409"/>
                  </a:lnTo>
                  <a:lnTo>
                    <a:pt x="2934037" y="516964"/>
                  </a:lnTo>
                  <a:lnTo>
                    <a:pt x="2935109" y="516518"/>
                  </a:lnTo>
                  <a:lnTo>
                    <a:pt x="2936180" y="516072"/>
                  </a:lnTo>
                  <a:lnTo>
                    <a:pt x="2937252" y="515626"/>
                  </a:lnTo>
                  <a:lnTo>
                    <a:pt x="2938323" y="515180"/>
                  </a:lnTo>
                  <a:lnTo>
                    <a:pt x="2939395" y="514734"/>
                  </a:lnTo>
                  <a:lnTo>
                    <a:pt x="2940467" y="514287"/>
                  </a:lnTo>
                  <a:lnTo>
                    <a:pt x="2941538" y="513840"/>
                  </a:lnTo>
                  <a:lnTo>
                    <a:pt x="2942610" y="513393"/>
                  </a:lnTo>
                  <a:lnTo>
                    <a:pt x="2943681" y="512946"/>
                  </a:lnTo>
                  <a:lnTo>
                    <a:pt x="2944753" y="512498"/>
                  </a:lnTo>
                  <a:lnTo>
                    <a:pt x="2945825" y="512050"/>
                  </a:lnTo>
                  <a:lnTo>
                    <a:pt x="2946896" y="511602"/>
                  </a:lnTo>
                  <a:lnTo>
                    <a:pt x="2947968" y="511153"/>
                  </a:lnTo>
                  <a:lnTo>
                    <a:pt x="2949039" y="510704"/>
                  </a:lnTo>
                  <a:lnTo>
                    <a:pt x="2950111" y="510255"/>
                  </a:lnTo>
                  <a:lnTo>
                    <a:pt x="2951183" y="509806"/>
                  </a:lnTo>
                  <a:lnTo>
                    <a:pt x="2952254" y="509357"/>
                  </a:lnTo>
                  <a:lnTo>
                    <a:pt x="2953326" y="508907"/>
                  </a:lnTo>
                  <a:lnTo>
                    <a:pt x="2954397" y="508457"/>
                  </a:lnTo>
                  <a:lnTo>
                    <a:pt x="2955469" y="508006"/>
                  </a:lnTo>
                  <a:lnTo>
                    <a:pt x="2956541" y="507556"/>
                  </a:lnTo>
                  <a:lnTo>
                    <a:pt x="2957612" y="507105"/>
                  </a:lnTo>
                  <a:lnTo>
                    <a:pt x="2958684" y="506654"/>
                  </a:lnTo>
                  <a:lnTo>
                    <a:pt x="2959755" y="506202"/>
                  </a:lnTo>
                  <a:lnTo>
                    <a:pt x="2960827" y="505750"/>
                  </a:lnTo>
                  <a:lnTo>
                    <a:pt x="2961899" y="505298"/>
                  </a:lnTo>
                  <a:lnTo>
                    <a:pt x="2962970" y="504846"/>
                  </a:lnTo>
                  <a:lnTo>
                    <a:pt x="2964042" y="504393"/>
                  </a:lnTo>
                  <a:lnTo>
                    <a:pt x="2965113" y="503940"/>
                  </a:lnTo>
                  <a:lnTo>
                    <a:pt x="2966185" y="503487"/>
                  </a:lnTo>
                  <a:lnTo>
                    <a:pt x="2967257" y="503033"/>
                  </a:lnTo>
                  <a:lnTo>
                    <a:pt x="2968328" y="502579"/>
                  </a:lnTo>
                  <a:lnTo>
                    <a:pt x="2969400" y="502125"/>
                  </a:lnTo>
                  <a:lnTo>
                    <a:pt x="2970471" y="501671"/>
                  </a:lnTo>
                  <a:lnTo>
                    <a:pt x="2971543" y="501216"/>
                  </a:lnTo>
                  <a:lnTo>
                    <a:pt x="2972615" y="500761"/>
                  </a:lnTo>
                  <a:lnTo>
                    <a:pt x="2973686" y="500305"/>
                  </a:lnTo>
                  <a:lnTo>
                    <a:pt x="2974758" y="499849"/>
                  </a:lnTo>
                  <a:lnTo>
                    <a:pt x="2975829" y="499393"/>
                  </a:lnTo>
                  <a:lnTo>
                    <a:pt x="2976901" y="498937"/>
                  </a:lnTo>
                  <a:lnTo>
                    <a:pt x="2977973" y="498480"/>
                  </a:lnTo>
                  <a:lnTo>
                    <a:pt x="2979044" y="498023"/>
                  </a:lnTo>
                  <a:lnTo>
                    <a:pt x="2980116" y="497566"/>
                  </a:lnTo>
                  <a:lnTo>
                    <a:pt x="2981187" y="497108"/>
                  </a:lnTo>
                  <a:lnTo>
                    <a:pt x="2982259" y="496650"/>
                  </a:lnTo>
                  <a:lnTo>
                    <a:pt x="2983331" y="496192"/>
                  </a:lnTo>
                  <a:lnTo>
                    <a:pt x="2984402" y="495733"/>
                  </a:lnTo>
                  <a:lnTo>
                    <a:pt x="2985474" y="495274"/>
                  </a:lnTo>
                  <a:lnTo>
                    <a:pt x="2986545" y="494814"/>
                  </a:lnTo>
                  <a:lnTo>
                    <a:pt x="2987617" y="494355"/>
                  </a:lnTo>
                  <a:lnTo>
                    <a:pt x="2988689" y="493895"/>
                  </a:lnTo>
                  <a:lnTo>
                    <a:pt x="2989760" y="493434"/>
                  </a:lnTo>
                  <a:lnTo>
                    <a:pt x="2990832" y="492973"/>
                  </a:lnTo>
                  <a:lnTo>
                    <a:pt x="2991903" y="492512"/>
                  </a:lnTo>
                  <a:lnTo>
                    <a:pt x="2992975" y="492051"/>
                  </a:lnTo>
                  <a:lnTo>
                    <a:pt x="2994047" y="491589"/>
                  </a:lnTo>
                  <a:lnTo>
                    <a:pt x="2995118" y="491127"/>
                  </a:lnTo>
                  <a:lnTo>
                    <a:pt x="2996190" y="490664"/>
                  </a:lnTo>
                  <a:lnTo>
                    <a:pt x="2997261" y="490201"/>
                  </a:lnTo>
                  <a:lnTo>
                    <a:pt x="2998333" y="489738"/>
                  </a:lnTo>
                  <a:lnTo>
                    <a:pt x="2999405" y="489274"/>
                  </a:lnTo>
                  <a:lnTo>
                    <a:pt x="3000476" y="488810"/>
                  </a:lnTo>
                  <a:lnTo>
                    <a:pt x="3001548" y="488346"/>
                  </a:lnTo>
                  <a:lnTo>
                    <a:pt x="3002619" y="487881"/>
                  </a:lnTo>
                  <a:lnTo>
                    <a:pt x="3003691" y="487416"/>
                  </a:lnTo>
                  <a:lnTo>
                    <a:pt x="3004763" y="486950"/>
                  </a:lnTo>
                  <a:lnTo>
                    <a:pt x="3005834" y="486484"/>
                  </a:lnTo>
                  <a:lnTo>
                    <a:pt x="3006906" y="486018"/>
                  </a:lnTo>
                  <a:lnTo>
                    <a:pt x="3007977" y="485552"/>
                  </a:lnTo>
                  <a:lnTo>
                    <a:pt x="3009049" y="485085"/>
                  </a:lnTo>
                  <a:lnTo>
                    <a:pt x="3010121" y="484617"/>
                  </a:lnTo>
                  <a:lnTo>
                    <a:pt x="3011192" y="484149"/>
                  </a:lnTo>
                  <a:lnTo>
                    <a:pt x="3012264" y="483681"/>
                  </a:lnTo>
                  <a:lnTo>
                    <a:pt x="3013335" y="483212"/>
                  </a:lnTo>
                  <a:lnTo>
                    <a:pt x="3014407" y="482743"/>
                  </a:lnTo>
                  <a:lnTo>
                    <a:pt x="3015479" y="482274"/>
                  </a:lnTo>
                  <a:lnTo>
                    <a:pt x="3016550" y="481804"/>
                  </a:lnTo>
                  <a:lnTo>
                    <a:pt x="3017622" y="481334"/>
                  </a:lnTo>
                  <a:lnTo>
                    <a:pt x="3018693" y="480863"/>
                  </a:lnTo>
                  <a:lnTo>
                    <a:pt x="3019765" y="480392"/>
                  </a:lnTo>
                  <a:lnTo>
                    <a:pt x="3020836" y="479921"/>
                  </a:lnTo>
                  <a:lnTo>
                    <a:pt x="3021908" y="479449"/>
                  </a:lnTo>
                  <a:lnTo>
                    <a:pt x="3022980" y="478977"/>
                  </a:lnTo>
                  <a:lnTo>
                    <a:pt x="3024051" y="478505"/>
                  </a:lnTo>
                  <a:lnTo>
                    <a:pt x="3025123" y="478032"/>
                  </a:lnTo>
                  <a:lnTo>
                    <a:pt x="3026194" y="477558"/>
                  </a:lnTo>
                  <a:lnTo>
                    <a:pt x="3027266" y="477084"/>
                  </a:lnTo>
                  <a:lnTo>
                    <a:pt x="3028338" y="476610"/>
                  </a:lnTo>
                  <a:lnTo>
                    <a:pt x="3029409" y="476136"/>
                  </a:lnTo>
                  <a:lnTo>
                    <a:pt x="3030481" y="475661"/>
                  </a:lnTo>
                  <a:lnTo>
                    <a:pt x="3031552" y="475185"/>
                  </a:lnTo>
                  <a:lnTo>
                    <a:pt x="3032624" y="474709"/>
                  </a:lnTo>
                  <a:lnTo>
                    <a:pt x="3033696" y="474233"/>
                  </a:lnTo>
                  <a:lnTo>
                    <a:pt x="3034767" y="473757"/>
                  </a:lnTo>
                  <a:lnTo>
                    <a:pt x="3035839" y="473280"/>
                  </a:lnTo>
                  <a:lnTo>
                    <a:pt x="3036910" y="472802"/>
                  </a:lnTo>
                  <a:lnTo>
                    <a:pt x="3037982" y="472324"/>
                  </a:lnTo>
                  <a:lnTo>
                    <a:pt x="3039054" y="471846"/>
                  </a:lnTo>
                  <a:lnTo>
                    <a:pt x="3040125" y="471368"/>
                  </a:lnTo>
                  <a:lnTo>
                    <a:pt x="3041197" y="470889"/>
                  </a:lnTo>
                  <a:lnTo>
                    <a:pt x="3042268" y="470409"/>
                  </a:lnTo>
                  <a:lnTo>
                    <a:pt x="3043340" y="469929"/>
                  </a:lnTo>
                  <a:lnTo>
                    <a:pt x="3044412" y="469449"/>
                  </a:lnTo>
                  <a:lnTo>
                    <a:pt x="3045483" y="468969"/>
                  </a:lnTo>
                  <a:lnTo>
                    <a:pt x="3046555" y="468488"/>
                  </a:lnTo>
                  <a:lnTo>
                    <a:pt x="3047626" y="468006"/>
                  </a:lnTo>
                  <a:lnTo>
                    <a:pt x="3048698" y="467524"/>
                  </a:lnTo>
                  <a:lnTo>
                    <a:pt x="3049770" y="467042"/>
                  </a:lnTo>
                  <a:lnTo>
                    <a:pt x="3050841" y="466560"/>
                  </a:lnTo>
                  <a:lnTo>
                    <a:pt x="3051913" y="466077"/>
                  </a:lnTo>
                  <a:lnTo>
                    <a:pt x="3052984" y="465593"/>
                  </a:lnTo>
                  <a:lnTo>
                    <a:pt x="3054056" y="465110"/>
                  </a:lnTo>
                  <a:lnTo>
                    <a:pt x="3055128" y="464625"/>
                  </a:lnTo>
                  <a:lnTo>
                    <a:pt x="3056199" y="464141"/>
                  </a:lnTo>
                  <a:lnTo>
                    <a:pt x="3057271" y="463656"/>
                  </a:lnTo>
                  <a:lnTo>
                    <a:pt x="3058342" y="463170"/>
                  </a:lnTo>
                  <a:lnTo>
                    <a:pt x="3059414" y="462685"/>
                  </a:lnTo>
                  <a:lnTo>
                    <a:pt x="3060486" y="462198"/>
                  </a:lnTo>
                  <a:lnTo>
                    <a:pt x="3061557" y="461712"/>
                  </a:lnTo>
                  <a:lnTo>
                    <a:pt x="3062629" y="461225"/>
                  </a:lnTo>
                  <a:lnTo>
                    <a:pt x="3063700" y="460737"/>
                  </a:lnTo>
                  <a:lnTo>
                    <a:pt x="3064772" y="460250"/>
                  </a:lnTo>
                  <a:lnTo>
                    <a:pt x="3065844" y="459762"/>
                  </a:lnTo>
                  <a:lnTo>
                    <a:pt x="3066915" y="459273"/>
                  </a:lnTo>
                  <a:lnTo>
                    <a:pt x="3067987" y="458784"/>
                  </a:lnTo>
                  <a:lnTo>
                    <a:pt x="3069058" y="458295"/>
                  </a:lnTo>
                  <a:lnTo>
                    <a:pt x="3070130" y="457805"/>
                  </a:lnTo>
                  <a:lnTo>
                    <a:pt x="3071202" y="457315"/>
                  </a:lnTo>
                  <a:lnTo>
                    <a:pt x="3072273" y="456824"/>
                  </a:lnTo>
                  <a:lnTo>
                    <a:pt x="3073345" y="456333"/>
                  </a:lnTo>
                  <a:lnTo>
                    <a:pt x="3074416" y="455842"/>
                  </a:lnTo>
                  <a:lnTo>
                    <a:pt x="3075488" y="455350"/>
                  </a:lnTo>
                  <a:lnTo>
                    <a:pt x="3076560" y="454858"/>
                  </a:lnTo>
                  <a:lnTo>
                    <a:pt x="3077631" y="454365"/>
                  </a:lnTo>
                  <a:lnTo>
                    <a:pt x="3078703" y="453872"/>
                  </a:lnTo>
                  <a:lnTo>
                    <a:pt x="3079774" y="453379"/>
                  </a:lnTo>
                  <a:lnTo>
                    <a:pt x="3080846" y="452885"/>
                  </a:lnTo>
                  <a:lnTo>
                    <a:pt x="3081918" y="452391"/>
                  </a:lnTo>
                  <a:lnTo>
                    <a:pt x="3082989" y="451897"/>
                  </a:lnTo>
                  <a:lnTo>
                    <a:pt x="3084061" y="451402"/>
                  </a:lnTo>
                  <a:lnTo>
                    <a:pt x="3085132" y="450906"/>
                  </a:lnTo>
                  <a:lnTo>
                    <a:pt x="3086204" y="450411"/>
                  </a:lnTo>
                  <a:lnTo>
                    <a:pt x="3087276" y="449914"/>
                  </a:lnTo>
                  <a:lnTo>
                    <a:pt x="3088347" y="449418"/>
                  </a:lnTo>
                  <a:lnTo>
                    <a:pt x="3089419" y="448921"/>
                  </a:lnTo>
                  <a:lnTo>
                    <a:pt x="3090490" y="448424"/>
                  </a:lnTo>
                  <a:lnTo>
                    <a:pt x="3091562" y="447926"/>
                  </a:lnTo>
                  <a:lnTo>
                    <a:pt x="3092634" y="447428"/>
                  </a:lnTo>
                  <a:lnTo>
                    <a:pt x="3093705" y="446929"/>
                  </a:lnTo>
                  <a:lnTo>
                    <a:pt x="3094777" y="446430"/>
                  </a:lnTo>
                  <a:lnTo>
                    <a:pt x="3095848" y="445931"/>
                  </a:lnTo>
                  <a:lnTo>
                    <a:pt x="3096920" y="445431"/>
                  </a:lnTo>
                  <a:lnTo>
                    <a:pt x="3097992" y="444931"/>
                  </a:lnTo>
                  <a:lnTo>
                    <a:pt x="3099063" y="444431"/>
                  </a:lnTo>
                  <a:lnTo>
                    <a:pt x="3100135" y="443930"/>
                  </a:lnTo>
                  <a:lnTo>
                    <a:pt x="3101206" y="443429"/>
                  </a:lnTo>
                  <a:lnTo>
                    <a:pt x="3102278" y="442927"/>
                  </a:lnTo>
                  <a:lnTo>
                    <a:pt x="3103350" y="442425"/>
                  </a:lnTo>
                  <a:lnTo>
                    <a:pt x="3104421" y="441922"/>
                  </a:lnTo>
                  <a:lnTo>
                    <a:pt x="3105493" y="441419"/>
                  </a:lnTo>
                  <a:lnTo>
                    <a:pt x="3106564" y="440916"/>
                  </a:lnTo>
                  <a:lnTo>
                    <a:pt x="3107636" y="440413"/>
                  </a:lnTo>
                  <a:lnTo>
                    <a:pt x="3108708" y="439909"/>
                  </a:lnTo>
                  <a:lnTo>
                    <a:pt x="3109779" y="439404"/>
                  </a:lnTo>
                  <a:lnTo>
                    <a:pt x="3110851" y="438899"/>
                  </a:lnTo>
                  <a:lnTo>
                    <a:pt x="3111922" y="438394"/>
                  </a:lnTo>
                  <a:lnTo>
                    <a:pt x="3112994" y="437888"/>
                  </a:lnTo>
                  <a:lnTo>
                    <a:pt x="3114066" y="437382"/>
                  </a:lnTo>
                  <a:lnTo>
                    <a:pt x="3115137" y="436876"/>
                  </a:lnTo>
                  <a:lnTo>
                    <a:pt x="3116209" y="436369"/>
                  </a:lnTo>
                  <a:lnTo>
                    <a:pt x="3117280" y="435862"/>
                  </a:lnTo>
                  <a:lnTo>
                    <a:pt x="3118352" y="435354"/>
                  </a:lnTo>
                  <a:lnTo>
                    <a:pt x="3119424" y="434846"/>
                  </a:lnTo>
                  <a:lnTo>
                    <a:pt x="3120495" y="434338"/>
                  </a:lnTo>
                  <a:lnTo>
                    <a:pt x="3121567" y="433829"/>
                  </a:lnTo>
                  <a:lnTo>
                    <a:pt x="3122638" y="433320"/>
                  </a:lnTo>
                  <a:lnTo>
                    <a:pt x="3123710" y="432810"/>
                  </a:lnTo>
                  <a:lnTo>
                    <a:pt x="3124782" y="432300"/>
                  </a:lnTo>
                  <a:lnTo>
                    <a:pt x="3125853" y="431790"/>
                  </a:lnTo>
                  <a:lnTo>
                    <a:pt x="3126925" y="431279"/>
                  </a:lnTo>
                  <a:lnTo>
                    <a:pt x="3127996" y="430768"/>
                  </a:lnTo>
                  <a:lnTo>
                    <a:pt x="3129068" y="430256"/>
                  </a:lnTo>
                  <a:lnTo>
                    <a:pt x="3130140" y="429745"/>
                  </a:lnTo>
                  <a:lnTo>
                    <a:pt x="3131211" y="429232"/>
                  </a:lnTo>
                  <a:lnTo>
                    <a:pt x="3132283" y="428719"/>
                  </a:lnTo>
                  <a:lnTo>
                    <a:pt x="3133354" y="428206"/>
                  </a:lnTo>
                  <a:lnTo>
                    <a:pt x="3134426" y="427693"/>
                  </a:lnTo>
                  <a:lnTo>
                    <a:pt x="3135498" y="427179"/>
                  </a:lnTo>
                  <a:lnTo>
                    <a:pt x="3136569" y="426665"/>
                  </a:lnTo>
                  <a:lnTo>
                    <a:pt x="3137641" y="426150"/>
                  </a:lnTo>
                  <a:lnTo>
                    <a:pt x="3138712" y="425635"/>
                  </a:lnTo>
                  <a:lnTo>
                    <a:pt x="3139784" y="425119"/>
                  </a:lnTo>
                  <a:lnTo>
                    <a:pt x="3140856" y="424603"/>
                  </a:lnTo>
                  <a:lnTo>
                    <a:pt x="3141927" y="424087"/>
                  </a:lnTo>
                  <a:lnTo>
                    <a:pt x="3142999" y="423571"/>
                  </a:lnTo>
                  <a:lnTo>
                    <a:pt x="3144070" y="423054"/>
                  </a:lnTo>
                  <a:lnTo>
                    <a:pt x="3145142" y="422536"/>
                  </a:lnTo>
                  <a:lnTo>
                    <a:pt x="3146214" y="422018"/>
                  </a:lnTo>
                  <a:lnTo>
                    <a:pt x="3147285" y="421500"/>
                  </a:lnTo>
                  <a:lnTo>
                    <a:pt x="3148357" y="420981"/>
                  </a:lnTo>
                  <a:lnTo>
                    <a:pt x="3149428" y="420462"/>
                  </a:lnTo>
                  <a:lnTo>
                    <a:pt x="3150500" y="419943"/>
                  </a:lnTo>
                  <a:lnTo>
                    <a:pt x="3151572" y="419423"/>
                  </a:lnTo>
                  <a:lnTo>
                    <a:pt x="3152643" y="418903"/>
                  </a:lnTo>
                  <a:lnTo>
                    <a:pt x="3153715" y="418383"/>
                  </a:lnTo>
                  <a:lnTo>
                    <a:pt x="3154786" y="417862"/>
                  </a:lnTo>
                  <a:lnTo>
                    <a:pt x="3155858" y="417340"/>
                  </a:lnTo>
                  <a:lnTo>
                    <a:pt x="3156930" y="416818"/>
                  </a:lnTo>
                  <a:lnTo>
                    <a:pt x="3158001" y="416296"/>
                  </a:lnTo>
                  <a:lnTo>
                    <a:pt x="3159073" y="415774"/>
                  </a:lnTo>
                  <a:lnTo>
                    <a:pt x="3160144" y="415251"/>
                  </a:lnTo>
                  <a:lnTo>
                    <a:pt x="3161216" y="414728"/>
                  </a:lnTo>
                  <a:lnTo>
                    <a:pt x="3162288" y="414204"/>
                  </a:lnTo>
                  <a:lnTo>
                    <a:pt x="3163359" y="413680"/>
                  </a:lnTo>
                  <a:lnTo>
                    <a:pt x="3164431" y="413155"/>
                  </a:lnTo>
                  <a:lnTo>
                    <a:pt x="3165502" y="412631"/>
                  </a:lnTo>
                  <a:lnTo>
                    <a:pt x="3166574" y="412105"/>
                  </a:lnTo>
                  <a:lnTo>
                    <a:pt x="3167646" y="411580"/>
                  </a:lnTo>
                  <a:lnTo>
                    <a:pt x="3168717" y="411054"/>
                  </a:lnTo>
                  <a:lnTo>
                    <a:pt x="3169789" y="410527"/>
                  </a:lnTo>
                  <a:lnTo>
                    <a:pt x="3170860" y="410000"/>
                  </a:lnTo>
                  <a:lnTo>
                    <a:pt x="3171932" y="409473"/>
                  </a:lnTo>
                  <a:lnTo>
                    <a:pt x="3173004" y="408946"/>
                  </a:lnTo>
                  <a:lnTo>
                    <a:pt x="3174075" y="408418"/>
                  </a:lnTo>
                  <a:lnTo>
                    <a:pt x="3175147" y="407889"/>
                  </a:lnTo>
                  <a:lnTo>
                    <a:pt x="3176218" y="407361"/>
                  </a:lnTo>
                  <a:lnTo>
                    <a:pt x="3177290" y="406832"/>
                  </a:lnTo>
                  <a:lnTo>
                    <a:pt x="3178362" y="406302"/>
                  </a:lnTo>
                  <a:lnTo>
                    <a:pt x="3179433" y="405772"/>
                  </a:lnTo>
                  <a:lnTo>
                    <a:pt x="3180505" y="405242"/>
                  </a:lnTo>
                  <a:lnTo>
                    <a:pt x="3181576" y="404711"/>
                  </a:lnTo>
                  <a:lnTo>
                    <a:pt x="3182648" y="404180"/>
                  </a:lnTo>
                  <a:lnTo>
                    <a:pt x="3183720" y="403649"/>
                  </a:lnTo>
                  <a:lnTo>
                    <a:pt x="3184791" y="403117"/>
                  </a:lnTo>
                  <a:lnTo>
                    <a:pt x="3185863" y="402585"/>
                  </a:lnTo>
                  <a:lnTo>
                    <a:pt x="3186934" y="402052"/>
                  </a:lnTo>
                  <a:lnTo>
                    <a:pt x="3188006" y="401519"/>
                  </a:lnTo>
                  <a:lnTo>
                    <a:pt x="3189078" y="400986"/>
                  </a:lnTo>
                  <a:lnTo>
                    <a:pt x="3190149" y="400452"/>
                  </a:lnTo>
                  <a:lnTo>
                    <a:pt x="3191221" y="399918"/>
                  </a:lnTo>
                  <a:lnTo>
                    <a:pt x="3192292" y="399383"/>
                  </a:lnTo>
                  <a:lnTo>
                    <a:pt x="3193364" y="398848"/>
                  </a:lnTo>
                  <a:lnTo>
                    <a:pt x="3194436" y="398313"/>
                  </a:lnTo>
                  <a:lnTo>
                    <a:pt x="3195507" y="397777"/>
                  </a:lnTo>
                  <a:lnTo>
                    <a:pt x="3196579" y="397241"/>
                  </a:lnTo>
                  <a:lnTo>
                    <a:pt x="3197650" y="396705"/>
                  </a:lnTo>
                  <a:lnTo>
                    <a:pt x="3198722" y="396168"/>
                  </a:lnTo>
                  <a:lnTo>
                    <a:pt x="3199793" y="395631"/>
                  </a:lnTo>
                  <a:lnTo>
                    <a:pt x="3200865" y="395093"/>
                  </a:lnTo>
                  <a:lnTo>
                    <a:pt x="3201937" y="394555"/>
                  </a:lnTo>
                  <a:lnTo>
                    <a:pt x="3203008" y="394017"/>
                  </a:lnTo>
                  <a:lnTo>
                    <a:pt x="3204080" y="393478"/>
                  </a:lnTo>
                  <a:lnTo>
                    <a:pt x="3205151" y="392939"/>
                  </a:lnTo>
                  <a:lnTo>
                    <a:pt x="3206223" y="392399"/>
                  </a:lnTo>
                  <a:lnTo>
                    <a:pt x="3207295" y="391859"/>
                  </a:lnTo>
                  <a:lnTo>
                    <a:pt x="3208366" y="391319"/>
                  </a:lnTo>
                  <a:lnTo>
                    <a:pt x="3209438" y="390778"/>
                  </a:lnTo>
                  <a:lnTo>
                    <a:pt x="3210509" y="390237"/>
                  </a:lnTo>
                  <a:lnTo>
                    <a:pt x="3211581" y="389696"/>
                  </a:lnTo>
                  <a:lnTo>
                    <a:pt x="3212653" y="389154"/>
                  </a:lnTo>
                  <a:lnTo>
                    <a:pt x="3213724" y="388612"/>
                  </a:lnTo>
                  <a:lnTo>
                    <a:pt x="3214796" y="388069"/>
                  </a:lnTo>
                  <a:lnTo>
                    <a:pt x="3215867" y="387526"/>
                  </a:lnTo>
                  <a:lnTo>
                    <a:pt x="3216939" y="386983"/>
                  </a:lnTo>
                  <a:lnTo>
                    <a:pt x="3218011" y="386439"/>
                  </a:lnTo>
                  <a:lnTo>
                    <a:pt x="3219082" y="385895"/>
                  </a:lnTo>
                  <a:lnTo>
                    <a:pt x="3220154" y="385351"/>
                  </a:lnTo>
                  <a:lnTo>
                    <a:pt x="3221225" y="384806"/>
                  </a:lnTo>
                  <a:lnTo>
                    <a:pt x="3222297" y="384260"/>
                  </a:lnTo>
                  <a:lnTo>
                    <a:pt x="3223369" y="383715"/>
                  </a:lnTo>
                  <a:lnTo>
                    <a:pt x="3224440" y="383169"/>
                  </a:lnTo>
                  <a:lnTo>
                    <a:pt x="3225512" y="382622"/>
                  </a:lnTo>
                  <a:lnTo>
                    <a:pt x="3226583" y="382076"/>
                  </a:lnTo>
                  <a:lnTo>
                    <a:pt x="3227655" y="381528"/>
                  </a:lnTo>
                  <a:lnTo>
                    <a:pt x="3228727" y="380981"/>
                  </a:lnTo>
                  <a:lnTo>
                    <a:pt x="3229798" y="380433"/>
                  </a:lnTo>
                  <a:lnTo>
                    <a:pt x="3230870" y="379885"/>
                  </a:lnTo>
                  <a:lnTo>
                    <a:pt x="3231941" y="379336"/>
                  </a:lnTo>
                  <a:lnTo>
                    <a:pt x="3233013" y="378787"/>
                  </a:lnTo>
                  <a:lnTo>
                    <a:pt x="3234085" y="378237"/>
                  </a:lnTo>
                  <a:lnTo>
                    <a:pt x="3235156" y="377688"/>
                  </a:lnTo>
                  <a:lnTo>
                    <a:pt x="3236228" y="377137"/>
                  </a:lnTo>
                  <a:lnTo>
                    <a:pt x="3237299" y="376587"/>
                  </a:lnTo>
                  <a:lnTo>
                    <a:pt x="3238371" y="376036"/>
                  </a:lnTo>
                  <a:lnTo>
                    <a:pt x="3239443" y="375484"/>
                  </a:lnTo>
                  <a:lnTo>
                    <a:pt x="3240514" y="374933"/>
                  </a:lnTo>
                  <a:lnTo>
                    <a:pt x="3241586" y="374381"/>
                  </a:lnTo>
                  <a:lnTo>
                    <a:pt x="3242657" y="373828"/>
                  </a:lnTo>
                  <a:lnTo>
                    <a:pt x="3243729" y="373275"/>
                  </a:lnTo>
                  <a:lnTo>
                    <a:pt x="3244801" y="372722"/>
                  </a:lnTo>
                  <a:lnTo>
                    <a:pt x="3245872" y="372168"/>
                  </a:lnTo>
                  <a:lnTo>
                    <a:pt x="3246944" y="371615"/>
                  </a:lnTo>
                  <a:lnTo>
                    <a:pt x="3248015" y="371060"/>
                  </a:lnTo>
                  <a:lnTo>
                    <a:pt x="3249087" y="370505"/>
                  </a:lnTo>
                  <a:lnTo>
                    <a:pt x="3250159" y="369950"/>
                  </a:lnTo>
                  <a:lnTo>
                    <a:pt x="3251230" y="369395"/>
                  </a:lnTo>
                  <a:lnTo>
                    <a:pt x="3252302" y="368839"/>
                  </a:lnTo>
                  <a:lnTo>
                    <a:pt x="3253373" y="368283"/>
                  </a:lnTo>
                  <a:lnTo>
                    <a:pt x="3254445" y="367726"/>
                  </a:lnTo>
                  <a:lnTo>
                    <a:pt x="3255517" y="367169"/>
                  </a:lnTo>
                  <a:lnTo>
                    <a:pt x="3256588" y="366612"/>
                  </a:lnTo>
                  <a:lnTo>
                    <a:pt x="3257660" y="366054"/>
                  </a:lnTo>
                  <a:lnTo>
                    <a:pt x="3258731" y="365496"/>
                  </a:lnTo>
                  <a:lnTo>
                    <a:pt x="3259803" y="364937"/>
                  </a:lnTo>
                  <a:lnTo>
                    <a:pt x="3260875" y="364378"/>
                  </a:lnTo>
                  <a:lnTo>
                    <a:pt x="3261946" y="363819"/>
                  </a:lnTo>
                  <a:lnTo>
                    <a:pt x="3263018" y="363259"/>
                  </a:lnTo>
                  <a:lnTo>
                    <a:pt x="3264089" y="362699"/>
                  </a:lnTo>
                  <a:lnTo>
                    <a:pt x="3265161" y="362139"/>
                  </a:lnTo>
                  <a:lnTo>
                    <a:pt x="3266233" y="361578"/>
                  </a:lnTo>
                  <a:lnTo>
                    <a:pt x="3267304" y="361017"/>
                  </a:lnTo>
                  <a:lnTo>
                    <a:pt x="3268376" y="360456"/>
                  </a:lnTo>
                  <a:lnTo>
                    <a:pt x="3269447" y="359894"/>
                  </a:lnTo>
                  <a:lnTo>
                    <a:pt x="3270519" y="359332"/>
                  </a:lnTo>
                  <a:lnTo>
                    <a:pt x="3271591" y="358769"/>
                  </a:lnTo>
                  <a:lnTo>
                    <a:pt x="3272662" y="358206"/>
                  </a:lnTo>
                  <a:lnTo>
                    <a:pt x="3273734" y="357643"/>
                  </a:lnTo>
                  <a:lnTo>
                    <a:pt x="3274805" y="357079"/>
                  </a:lnTo>
                  <a:lnTo>
                    <a:pt x="3275877" y="356515"/>
                  </a:lnTo>
                  <a:lnTo>
                    <a:pt x="3276949" y="355950"/>
                  </a:lnTo>
                  <a:lnTo>
                    <a:pt x="3278020" y="355385"/>
                  </a:lnTo>
                  <a:lnTo>
                    <a:pt x="3279092" y="354820"/>
                  </a:lnTo>
                  <a:lnTo>
                    <a:pt x="3280163" y="354255"/>
                  </a:lnTo>
                  <a:lnTo>
                    <a:pt x="3281235" y="353689"/>
                  </a:lnTo>
                  <a:lnTo>
                    <a:pt x="3282307" y="353122"/>
                  </a:lnTo>
                  <a:lnTo>
                    <a:pt x="3283378" y="352555"/>
                  </a:lnTo>
                  <a:lnTo>
                    <a:pt x="3284450" y="351988"/>
                  </a:lnTo>
                  <a:lnTo>
                    <a:pt x="3285521" y="351421"/>
                  </a:lnTo>
                  <a:lnTo>
                    <a:pt x="3286593" y="350853"/>
                  </a:lnTo>
                  <a:lnTo>
                    <a:pt x="3287665" y="350285"/>
                  </a:lnTo>
                  <a:lnTo>
                    <a:pt x="3288736" y="349716"/>
                  </a:lnTo>
                  <a:lnTo>
                    <a:pt x="3289808" y="349147"/>
                  </a:lnTo>
                  <a:lnTo>
                    <a:pt x="3290879" y="348578"/>
                  </a:lnTo>
                  <a:lnTo>
                    <a:pt x="3291951" y="348008"/>
                  </a:lnTo>
                  <a:lnTo>
                    <a:pt x="3293023" y="347438"/>
                  </a:lnTo>
                  <a:lnTo>
                    <a:pt x="3294094" y="346868"/>
                  </a:lnTo>
                  <a:lnTo>
                    <a:pt x="3295166" y="346297"/>
                  </a:lnTo>
                  <a:lnTo>
                    <a:pt x="3296237" y="345726"/>
                  </a:lnTo>
                  <a:lnTo>
                    <a:pt x="3297309" y="345154"/>
                  </a:lnTo>
                  <a:lnTo>
                    <a:pt x="3298381" y="344582"/>
                  </a:lnTo>
                  <a:lnTo>
                    <a:pt x="3299452" y="344010"/>
                  </a:lnTo>
                  <a:lnTo>
                    <a:pt x="3300524" y="343438"/>
                  </a:lnTo>
                  <a:lnTo>
                    <a:pt x="3301595" y="342865"/>
                  </a:lnTo>
                  <a:lnTo>
                    <a:pt x="3302667" y="342291"/>
                  </a:lnTo>
                  <a:lnTo>
                    <a:pt x="3303739" y="341717"/>
                  </a:lnTo>
                  <a:lnTo>
                    <a:pt x="3304810" y="341143"/>
                  </a:lnTo>
                  <a:lnTo>
                    <a:pt x="3305882" y="340569"/>
                  </a:lnTo>
                  <a:lnTo>
                    <a:pt x="3306953" y="339994"/>
                  </a:lnTo>
                  <a:lnTo>
                    <a:pt x="3308025" y="339419"/>
                  </a:lnTo>
                  <a:lnTo>
                    <a:pt x="3309097" y="338843"/>
                  </a:lnTo>
                  <a:lnTo>
                    <a:pt x="3310168" y="338267"/>
                  </a:lnTo>
                  <a:lnTo>
                    <a:pt x="3311240" y="337691"/>
                  </a:lnTo>
                  <a:lnTo>
                    <a:pt x="3312311" y="337114"/>
                  </a:lnTo>
                  <a:lnTo>
                    <a:pt x="3313383" y="336537"/>
                  </a:lnTo>
                  <a:lnTo>
                    <a:pt x="3314455" y="335960"/>
                  </a:lnTo>
                  <a:lnTo>
                    <a:pt x="3315526" y="335382"/>
                  </a:lnTo>
                  <a:lnTo>
                    <a:pt x="3316598" y="334804"/>
                  </a:lnTo>
                  <a:lnTo>
                    <a:pt x="3317669" y="334225"/>
                  </a:lnTo>
                  <a:lnTo>
                    <a:pt x="3318741" y="333646"/>
                  </a:lnTo>
                  <a:lnTo>
                    <a:pt x="3319813" y="333067"/>
                  </a:lnTo>
                  <a:lnTo>
                    <a:pt x="3320884" y="332487"/>
                  </a:lnTo>
                  <a:lnTo>
                    <a:pt x="3321956" y="331907"/>
                  </a:lnTo>
                  <a:lnTo>
                    <a:pt x="3323027" y="331327"/>
                  </a:lnTo>
                  <a:lnTo>
                    <a:pt x="3324099" y="330746"/>
                  </a:lnTo>
                  <a:lnTo>
                    <a:pt x="3325171" y="330165"/>
                  </a:lnTo>
                  <a:lnTo>
                    <a:pt x="3326242" y="329584"/>
                  </a:lnTo>
                  <a:lnTo>
                    <a:pt x="3327314" y="329002"/>
                  </a:lnTo>
                  <a:lnTo>
                    <a:pt x="3328385" y="328420"/>
                  </a:lnTo>
                  <a:lnTo>
                    <a:pt x="3329457" y="327837"/>
                  </a:lnTo>
                  <a:lnTo>
                    <a:pt x="3330529" y="327254"/>
                  </a:lnTo>
                  <a:lnTo>
                    <a:pt x="3331600" y="326671"/>
                  </a:lnTo>
                  <a:lnTo>
                    <a:pt x="3332672" y="326087"/>
                  </a:lnTo>
                  <a:lnTo>
                    <a:pt x="3333743" y="325503"/>
                  </a:lnTo>
                  <a:lnTo>
                    <a:pt x="3334815" y="324919"/>
                  </a:lnTo>
                  <a:lnTo>
                    <a:pt x="3335887" y="324334"/>
                  </a:lnTo>
                  <a:lnTo>
                    <a:pt x="3336958" y="323749"/>
                  </a:lnTo>
                  <a:lnTo>
                    <a:pt x="3338030" y="323164"/>
                  </a:lnTo>
                  <a:lnTo>
                    <a:pt x="3339101" y="322578"/>
                  </a:lnTo>
                  <a:lnTo>
                    <a:pt x="3340173" y="321992"/>
                  </a:lnTo>
                  <a:lnTo>
                    <a:pt x="3341245" y="321405"/>
                  </a:lnTo>
                  <a:lnTo>
                    <a:pt x="3342316" y="320818"/>
                  </a:lnTo>
                  <a:lnTo>
                    <a:pt x="3343388" y="320231"/>
                  </a:lnTo>
                  <a:lnTo>
                    <a:pt x="3344459" y="319643"/>
                  </a:lnTo>
                  <a:lnTo>
                    <a:pt x="3345531" y="319055"/>
                  </a:lnTo>
                  <a:lnTo>
                    <a:pt x="3346603" y="318467"/>
                  </a:lnTo>
                  <a:lnTo>
                    <a:pt x="3347674" y="317878"/>
                  </a:lnTo>
                  <a:lnTo>
                    <a:pt x="3348746" y="317289"/>
                  </a:lnTo>
                  <a:lnTo>
                    <a:pt x="3349817" y="316700"/>
                  </a:lnTo>
                  <a:lnTo>
                    <a:pt x="3350889" y="316110"/>
                  </a:lnTo>
                  <a:lnTo>
                    <a:pt x="3351961" y="315520"/>
                  </a:lnTo>
                  <a:lnTo>
                    <a:pt x="3353032" y="314929"/>
                  </a:lnTo>
                  <a:lnTo>
                    <a:pt x="3354104" y="314339"/>
                  </a:lnTo>
                  <a:lnTo>
                    <a:pt x="3355175" y="313747"/>
                  </a:lnTo>
                  <a:lnTo>
                    <a:pt x="3356247" y="313156"/>
                  </a:lnTo>
                  <a:lnTo>
                    <a:pt x="3357319" y="312564"/>
                  </a:lnTo>
                  <a:lnTo>
                    <a:pt x="3358390" y="311971"/>
                  </a:lnTo>
                  <a:lnTo>
                    <a:pt x="3359462" y="311379"/>
                  </a:lnTo>
                  <a:lnTo>
                    <a:pt x="3360533" y="310786"/>
                  </a:lnTo>
                  <a:lnTo>
                    <a:pt x="3361605" y="310192"/>
                  </a:lnTo>
                  <a:lnTo>
                    <a:pt x="3362677" y="309599"/>
                  </a:lnTo>
                  <a:lnTo>
                    <a:pt x="3363748" y="309004"/>
                  </a:lnTo>
                  <a:lnTo>
                    <a:pt x="3364820" y="308410"/>
                  </a:lnTo>
                  <a:lnTo>
                    <a:pt x="3365891" y="307815"/>
                  </a:lnTo>
                  <a:lnTo>
                    <a:pt x="3366963" y="307220"/>
                  </a:lnTo>
                  <a:lnTo>
                    <a:pt x="3368035" y="306624"/>
                  </a:lnTo>
                  <a:lnTo>
                    <a:pt x="3369106" y="306029"/>
                  </a:lnTo>
                  <a:lnTo>
                    <a:pt x="3370178" y="305432"/>
                  </a:lnTo>
                  <a:lnTo>
                    <a:pt x="3371249" y="304836"/>
                  </a:lnTo>
                  <a:lnTo>
                    <a:pt x="3372321" y="304239"/>
                  </a:lnTo>
                  <a:lnTo>
                    <a:pt x="3373392" y="303641"/>
                  </a:lnTo>
                  <a:lnTo>
                    <a:pt x="3374464" y="303044"/>
                  </a:lnTo>
                  <a:lnTo>
                    <a:pt x="3375536" y="302446"/>
                  </a:lnTo>
                  <a:lnTo>
                    <a:pt x="3376607" y="301847"/>
                  </a:lnTo>
                  <a:lnTo>
                    <a:pt x="3377679" y="301248"/>
                  </a:lnTo>
                  <a:lnTo>
                    <a:pt x="3378750" y="300649"/>
                  </a:lnTo>
                  <a:lnTo>
                    <a:pt x="3379822" y="300050"/>
                  </a:lnTo>
                  <a:lnTo>
                    <a:pt x="3380894" y="299450"/>
                  </a:lnTo>
                  <a:lnTo>
                    <a:pt x="3381965" y="298850"/>
                  </a:lnTo>
                  <a:lnTo>
                    <a:pt x="3383037" y="298249"/>
                  </a:lnTo>
                  <a:lnTo>
                    <a:pt x="3384108" y="297648"/>
                  </a:lnTo>
                  <a:lnTo>
                    <a:pt x="3385180" y="297047"/>
                  </a:lnTo>
                  <a:lnTo>
                    <a:pt x="3386252" y="296446"/>
                  </a:lnTo>
                  <a:lnTo>
                    <a:pt x="3387323" y="295844"/>
                  </a:lnTo>
                  <a:lnTo>
                    <a:pt x="3388395" y="295241"/>
                  </a:lnTo>
                  <a:lnTo>
                    <a:pt x="3389466" y="294639"/>
                  </a:lnTo>
                  <a:lnTo>
                    <a:pt x="3390538" y="294036"/>
                  </a:lnTo>
                  <a:lnTo>
                    <a:pt x="3391610" y="293432"/>
                  </a:lnTo>
                  <a:lnTo>
                    <a:pt x="3392681" y="292828"/>
                  </a:lnTo>
                  <a:lnTo>
                    <a:pt x="3393753" y="292224"/>
                  </a:lnTo>
                  <a:lnTo>
                    <a:pt x="3394824" y="291620"/>
                  </a:lnTo>
                  <a:lnTo>
                    <a:pt x="3395896" y="291015"/>
                  </a:lnTo>
                  <a:lnTo>
                    <a:pt x="3396968" y="290410"/>
                  </a:lnTo>
                  <a:lnTo>
                    <a:pt x="3398039" y="289804"/>
                  </a:lnTo>
                  <a:lnTo>
                    <a:pt x="3399111" y="289199"/>
                  </a:lnTo>
                  <a:lnTo>
                    <a:pt x="3400182" y="288592"/>
                  </a:lnTo>
                  <a:lnTo>
                    <a:pt x="3401254" y="287986"/>
                  </a:lnTo>
                  <a:lnTo>
                    <a:pt x="3402326" y="287379"/>
                  </a:lnTo>
                  <a:lnTo>
                    <a:pt x="3403397" y="286772"/>
                  </a:lnTo>
                  <a:lnTo>
                    <a:pt x="3404469" y="286164"/>
                  </a:lnTo>
                  <a:lnTo>
                    <a:pt x="3405540" y="285556"/>
                  </a:lnTo>
                  <a:lnTo>
                    <a:pt x="3406612" y="284948"/>
                  </a:lnTo>
                  <a:lnTo>
                    <a:pt x="3407684" y="284339"/>
                  </a:lnTo>
                  <a:lnTo>
                    <a:pt x="3408755" y="283730"/>
                  </a:lnTo>
                  <a:lnTo>
                    <a:pt x="3409827" y="283121"/>
                  </a:lnTo>
                  <a:lnTo>
                    <a:pt x="3410898" y="282511"/>
                  </a:lnTo>
                  <a:lnTo>
                    <a:pt x="3411970" y="281901"/>
                  </a:lnTo>
                  <a:lnTo>
                    <a:pt x="3413042" y="281290"/>
                  </a:lnTo>
                  <a:lnTo>
                    <a:pt x="3414113" y="280680"/>
                  </a:lnTo>
                  <a:lnTo>
                    <a:pt x="3415185" y="280068"/>
                  </a:lnTo>
                  <a:lnTo>
                    <a:pt x="3416256" y="279457"/>
                  </a:lnTo>
                  <a:lnTo>
                    <a:pt x="3417328" y="278845"/>
                  </a:lnTo>
                  <a:lnTo>
                    <a:pt x="3418400" y="278233"/>
                  </a:lnTo>
                  <a:lnTo>
                    <a:pt x="3419471" y="277620"/>
                  </a:lnTo>
                  <a:lnTo>
                    <a:pt x="3420543" y="277008"/>
                  </a:lnTo>
                  <a:lnTo>
                    <a:pt x="3421614" y="276394"/>
                  </a:lnTo>
                  <a:lnTo>
                    <a:pt x="3422686" y="275781"/>
                  </a:lnTo>
                  <a:lnTo>
                    <a:pt x="3423758" y="275167"/>
                  </a:lnTo>
                  <a:lnTo>
                    <a:pt x="3424829" y="274553"/>
                  </a:lnTo>
                  <a:lnTo>
                    <a:pt x="3425901" y="273938"/>
                  </a:lnTo>
                  <a:lnTo>
                    <a:pt x="3426972" y="273323"/>
                  </a:lnTo>
                  <a:lnTo>
                    <a:pt x="3428044" y="272708"/>
                  </a:lnTo>
                  <a:lnTo>
                    <a:pt x="3429116" y="272092"/>
                  </a:lnTo>
                  <a:lnTo>
                    <a:pt x="3430187" y="271476"/>
                  </a:lnTo>
                  <a:lnTo>
                    <a:pt x="3431259" y="270859"/>
                  </a:lnTo>
                  <a:lnTo>
                    <a:pt x="3432330" y="270243"/>
                  </a:lnTo>
                  <a:lnTo>
                    <a:pt x="3433402" y="269626"/>
                  </a:lnTo>
                  <a:lnTo>
                    <a:pt x="3434474" y="269008"/>
                  </a:lnTo>
                  <a:lnTo>
                    <a:pt x="3435545" y="268390"/>
                  </a:lnTo>
                  <a:lnTo>
                    <a:pt x="3436617" y="267772"/>
                  </a:lnTo>
                  <a:lnTo>
                    <a:pt x="3437688" y="267154"/>
                  </a:lnTo>
                  <a:lnTo>
                    <a:pt x="3438760" y="266535"/>
                  </a:lnTo>
                  <a:lnTo>
                    <a:pt x="3439832" y="265916"/>
                  </a:lnTo>
                  <a:lnTo>
                    <a:pt x="3440903" y="265296"/>
                  </a:lnTo>
                  <a:lnTo>
                    <a:pt x="3441975" y="264677"/>
                  </a:lnTo>
                  <a:lnTo>
                    <a:pt x="3443046" y="264056"/>
                  </a:lnTo>
                  <a:lnTo>
                    <a:pt x="3444118" y="263436"/>
                  </a:lnTo>
                  <a:lnTo>
                    <a:pt x="3445190" y="262815"/>
                  </a:lnTo>
                  <a:lnTo>
                    <a:pt x="3446261" y="262194"/>
                  </a:lnTo>
                  <a:lnTo>
                    <a:pt x="3447333" y="261572"/>
                  </a:lnTo>
                  <a:lnTo>
                    <a:pt x="3448404" y="260950"/>
                  </a:lnTo>
                  <a:lnTo>
                    <a:pt x="3449476" y="260328"/>
                  </a:lnTo>
                  <a:lnTo>
                    <a:pt x="3450548" y="259705"/>
                  </a:lnTo>
                  <a:lnTo>
                    <a:pt x="3451619" y="259082"/>
                  </a:lnTo>
                  <a:lnTo>
                    <a:pt x="3452691" y="258459"/>
                  </a:lnTo>
                  <a:lnTo>
                    <a:pt x="3453762" y="257835"/>
                  </a:lnTo>
                  <a:lnTo>
                    <a:pt x="3454834" y="257211"/>
                  </a:lnTo>
                  <a:lnTo>
                    <a:pt x="3455906" y="256587"/>
                  </a:lnTo>
                  <a:lnTo>
                    <a:pt x="3456977" y="255962"/>
                  </a:lnTo>
                  <a:lnTo>
                    <a:pt x="3458049" y="255337"/>
                  </a:lnTo>
                  <a:lnTo>
                    <a:pt x="3459120" y="254712"/>
                  </a:lnTo>
                  <a:lnTo>
                    <a:pt x="3460192" y="254086"/>
                  </a:lnTo>
                  <a:lnTo>
                    <a:pt x="3461264" y="253460"/>
                  </a:lnTo>
                  <a:lnTo>
                    <a:pt x="3462335" y="252834"/>
                  </a:lnTo>
                  <a:lnTo>
                    <a:pt x="3463407" y="252207"/>
                  </a:lnTo>
                  <a:lnTo>
                    <a:pt x="3464478" y="251580"/>
                  </a:lnTo>
                  <a:lnTo>
                    <a:pt x="3465550" y="250952"/>
                  </a:lnTo>
                  <a:lnTo>
                    <a:pt x="3466622" y="250325"/>
                  </a:lnTo>
                  <a:lnTo>
                    <a:pt x="3467693" y="249696"/>
                  </a:lnTo>
                  <a:lnTo>
                    <a:pt x="3468765" y="249068"/>
                  </a:lnTo>
                  <a:lnTo>
                    <a:pt x="3469836" y="248439"/>
                  </a:lnTo>
                  <a:lnTo>
                    <a:pt x="3470908" y="247810"/>
                  </a:lnTo>
                  <a:lnTo>
                    <a:pt x="3471980" y="247180"/>
                  </a:lnTo>
                  <a:lnTo>
                    <a:pt x="3473051" y="246551"/>
                  </a:lnTo>
                  <a:lnTo>
                    <a:pt x="3474123" y="245920"/>
                  </a:lnTo>
                  <a:lnTo>
                    <a:pt x="3475194" y="245290"/>
                  </a:lnTo>
                  <a:lnTo>
                    <a:pt x="3476266" y="244659"/>
                  </a:lnTo>
                  <a:lnTo>
                    <a:pt x="3477338" y="244028"/>
                  </a:lnTo>
                  <a:lnTo>
                    <a:pt x="3478409" y="243396"/>
                  </a:lnTo>
                  <a:lnTo>
                    <a:pt x="3479481" y="242764"/>
                  </a:lnTo>
                  <a:lnTo>
                    <a:pt x="3480552" y="242132"/>
                  </a:lnTo>
                  <a:lnTo>
                    <a:pt x="3481624" y="241500"/>
                  </a:lnTo>
                  <a:lnTo>
                    <a:pt x="3482696" y="240867"/>
                  </a:lnTo>
                  <a:lnTo>
                    <a:pt x="3483767" y="240233"/>
                  </a:lnTo>
                  <a:lnTo>
                    <a:pt x="3484839" y="239600"/>
                  </a:lnTo>
                  <a:lnTo>
                    <a:pt x="3485910" y="238966"/>
                  </a:lnTo>
                  <a:lnTo>
                    <a:pt x="3486982" y="238331"/>
                  </a:lnTo>
                  <a:lnTo>
                    <a:pt x="3488054" y="237697"/>
                  </a:lnTo>
                  <a:lnTo>
                    <a:pt x="3489125" y="237062"/>
                  </a:lnTo>
                  <a:lnTo>
                    <a:pt x="3490197" y="236427"/>
                  </a:lnTo>
                  <a:lnTo>
                    <a:pt x="3491268" y="235791"/>
                  </a:lnTo>
                  <a:lnTo>
                    <a:pt x="3492340" y="235155"/>
                  </a:lnTo>
                  <a:lnTo>
                    <a:pt x="3493412" y="234519"/>
                  </a:lnTo>
                  <a:lnTo>
                    <a:pt x="3494483" y="233882"/>
                  </a:lnTo>
                  <a:lnTo>
                    <a:pt x="3495555" y="233245"/>
                  </a:lnTo>
                  <a:lnTo>
                    <a:pt x="3496626" y="232608"/>
                  </a:lnTo>
                  <a:lnTo>
                    <a:pt x="3497698" y="231970"/>
                  </a:lnTo>
                  <a:lnTo>
                    <a:pt x="3498770" y="231332"/>
                  </a:lnTo>
                  <a:lnTo>
                    <a:pt x="3499841" y="230694"/>
                  </a:lnTo>
                  <a:lnTo>
                    <a:pt x="3500913" y="230055"/>
                  </a:lnTo>
                  <a:lnTo>
                    <a:pt x="3501984" y="229416"/>
                  </a:lnTo>
                  <a:lnTo>
                    <a:pt x="3503056" y="228776"/>
                  </a:lnTo>
                  <a:lnTo>
                    <a:pt x="3504128" y="228137"/>
                  </a:lnTo>
                  <a:lnTo>
                    <a:pt x="3505199" y="227497"/>
                  </a:lnTo>
                  <a:lnTo>
                    <a:pt x="3506271" y="226856"/>
                  </a:lnTo>
                  <a:lnTo>
                    <a:pt x="3507342" y="226216"/>
                  </a:lnTo>
                  <a:lnTo>
                    <a:pt x="3508414" y="225575"/>
                  </a:lnTo>
                  <a:lnTo>
                    <a:pt x="3509486" y="224933"/>
                  </a:lnTo>
                  <a:lnTo>
                    <a:pt x="3510557" y="224291"/>
                  </a:lnTo>
                  <a:lnTo>
                    <a:pt x="3511629" y="223649"/>
                  </a:lnTo>
                  <a:lnTo>
                    <a:pt x="3512700" y="223007"/>
                  </a:lnTo>
                  <a:lnTo>
                    <a:pt x="3513772" y="222364"/>
                  </a:lnTo>
                  <a:lnTo>
                    <a:pt x="3514844" y="221721"/>
                  </a:lnTo>
                  <a:lnTo>
                    <a:pt x="3515915" y="221078"/>
                  </a:lnTo>
                  <a:lnTo>
                    <a:pt x="3516987" y="220434"/>
                  </a:lnTo>
                  <a:lnTo>
                    <a:pt x="3518058" y="219790"/>
                  </a:lnTo>
                  <a:lnTo>
                    <a:pt x="3519130" y="219145"/>
                  </a:lnTo>
                  <a:lnTo>
                    <a:pt x="3520202" y="218501"/>
                  </a:lnTo>
                  <a:lnTo>
                    <a:pt x="3521273" y="217856"/>
                  </a:lnTo>
                  <a:lnTo>
                    <a:pt x="3522345" y="217210"/>
                  </a:lnTo>
                  <a:lnTo>
                    <a:pt x="3523416" y="216564"/>
                  </a:lnTo>
                  <a:lnTo>
                    <a:pt x="3524488" y="215918"/>
                  </a:lnTo>
                  <a:lnTo>
                    <a:pt x="3525560" y="215272"/>
                  </a:lnTo>
                  <a:lnTo>
                    <a:pt x="3526631" y="214625"/>
                  </a:lnTo>
                  <a:lnTo>
                    <a:pt x="3527703" y="213978"/>
                  </a:lnTo>
                  <a:lnTo>
                    <a:pt x="3528774" y="213330"/>
                  </a:lnTo>
                  <a:lnTo>
                    <a:pt x="3529846" y="212683"/>
                  </a:lnTo>
                  <a:lnTo>
                    <a:pt x="3530918" y="212035"/>
                  </a:lnTo>
                  <a:lnTo>
                    <a:pt x="3531989" y="211386"/>
                  </a:lnTo>
                  <a:lnTo>
                    <a:pt x="3533061" y="210737"/>
                  </a:lnTo>
                  <a:lnTo>
                    <a:pt x="3534132" y="210088"/>
                  </a:lnTo>
                  <a:lnTo>
                    <a:pt x="3535204" y="209439"/>
                  </a:lnTo>
                  <a:lnTo>
                    <a:pt x="3536276" y="208789"/>
                  </a:lnTo>
                  <a:lnTo>
                    <a:pt x="3537347" y="208139"/>
                  </a:lnTo>
                  <a:lnTo>
                    <a:pt x="3538419" y="207488"/>
                  </a:lnTo>
                  <a:lnTo>
                    <a:pt x="3539490" y="206838"/>
                  </a:lnTo>
                  <a:lnTo>
                    <a:pt x="3540562" y="206186"/>
                  </a:lnTo>
                  <a:lnTo>
                    <a:pt x="3541634" y="205535"/>
                  </a:lnTo>
                  <a:lnTo>
                    <a:pt x="3542705" y="204883"/>
                  </a:lnTo>
                  <a:lnTo>
                    <a:pt x="3543777" y="204231"/>
                  </a:lnTo>
                  <a:lnTo>
                    <a:pt x="3544848" y="203579"/>
                  </a:lnTo>
                  <a:lnTo>
                    <a:pt x="3545920" y="202926"/>
                  </a:lnTo>
                  <a:lnTo>
                    <a:pt x="3546992" y="202273"/>
                  </a:lnTo>
                  <a:lnTo>
                    <a:pt x="3548063" y="201619"/>
                  </a:lnTo>
                  <a:lnTo>
                    <a:pt x="3549135" y="200965"/>
                  </a:lnTo>
                  <a:lnTo>
                    <a:pt x="3550206" y="200311"/>
                  </a:lnTo>
                  <a:lnTo>
                    <a:pt x="3551278" y="199657"/>
                  </a:lnTo>
                  <a:lnTo>
                    <a:pt x="3552349" y="199002"/>
                  </a:lnTo>
                  <a:lnTo>
                    <a:pt x="3553421" y="198347"/>
                  </a:lnTo>
                  <a:lnTo>
                    <a:pt x="3554493" y="197691"/>
                  </a:lnTo>
                  <a:lnTo>
                    <a:pt x="3555564" y="197036"/>
                  </a:lnTo>
                  <a:lnTo>
                    <a:pt x="3556636" y="196380"/>
                  </a:lnTo>
                  <a:lnTo>
                    <a:pt x="3557707" y="195723"/>
                  </a:lnTo>
                  <a:lnTo>
                    <a:pt x="3558779" y="195066"/>
                  </a:lnTo>
                  <a:lnTo>
                    <a:pt x="3559851" y="194409"/>
                  </a:lnTo>
                  <a:lnTo>
                    <a:pt x="3560922" y="193752"/>
                  </a:lnTo>
                  <a:lnTo>
                    <a:pt x="3561994" y="193094"/>
                  </a:lnTo>
                  <a:lnTo>
                    <a:pt x="3563065" y="192436"/>
                  </a:lnTo>
                  <a:lnTo>
                    <a:pt x="3564137" y="191777"/>
                  </a:lnTo>
                  <a:lnTo>
                    <a:pt x="3565209" y="191119"/>
                  </a:lnTo>
                  <a:lnTo>
                    <a:pt x="3566280" y="190460"/>
                  </a:lnTo>
                  <a:lnTo>
                    <a:pt x="3567352" y="189800"/>
                  </a:lnTo>
                  <a:lnTo>
                    <a:pt x="3568423" y="189140"/>
                  </a:lnTo>
                  <a:lnTo>
                    <a:pt x="3569495" y="188480"/>
                  </a:lnTo>
                  <a:lnTo>
                    <a:pt x="3570567" y="187820"/>
                  </a:lnTo>
                  <a:lnTo>
                    <a:pt x="3571638" y="187159"/>
                  </a:lnTo>
                  <a:lnTo>
                    <a:pt x="3572710" y="186498"/>
                  </a:lnTo>
                  <a:lnTo>
                    <a:pt x="3573781" y="185837"/>
                  </a:lnTo>
                  <a:lnTo>
                    <a:pt x="3574853" y="185175"/>
                  </a:lnTo>
                  <a:lnTo>
                    <a:pt x="3575925" y="184513"/>
                  </a:lnTo>
                  <a:lnTo>
                    <a:pt x="3576996" y="183851"/>
                  </a:lnTo>
                  <a:lnTo>
                    <a:pt x="3578068" y="183188"/>
                  </a:lnTo>
                  <a:lnTo>
                    <a:pt x="3579139" y="182525"/>
                  </a:lnTo>
                  <a:lnTo>
                    <a:pt x="3580211" y="181861"/>
                  </a:lnTo>
                  <a:lnTo>
                    <a:pt x="3581283" y="181198"/>
                  </a:lnTo>
                  <a:lnTo>
                    <a:pt x="3582354" y="180534"/>
                  </a:lnTo>
                  <a:lnTo>
                    <a:pt x="3583426" y="179869"/>
                  </a:lnTo>
                  <a:lnTo>
                    <a:pt x="3584497" y="179205"/>
                  </a:lnTo>
                  <a:lnTo>
                    <a:pt x="3585569" y="178540"/>
                  </a:lnTo>
                  <a:lnTo>
                    <a:pt x="3586641" y="177874"/>
                  </a:lnTo>
                  <a:lnTo>
                    <a:pt x="3587712" y="177209"/>
                  </a:lnTo>
                  <a:lnTo>
                    <a:pt x="3588784" y="176543"/>
                  </a:lnTo>
                  <a:lnTo>
                    <a:pt x="3589855" y="175876"/>
                  </a:lnTo>
                  <a:lnTo>
                    <a:pt x="3590927" y="175210"/>
                  </a:lnTo>
                  <a:lnTo>
                    <a:pt x="3591999" y="174543"/>
                  </a:lnTo>
                  <a:lnTo>
                    <a:pt x="3593070" y="173875"/>
                  </a:lnTo>
                  <a:lnTo>
                    <a:pt x="3594142" y="173208"/>
                  </a:lnTo>
                  <a:lnTo>
                    <a:pt x="3595213" y="172540"/>
                  </a:lnTo>
                  <a:lnTo>
                    <a:pt x="3596285" y="171871"/>
                  </a:lnTo>
                  <a:lnTo>
                    <a:pt x="3597357" y="171203"/>
                  </a:lnTo>
                  <a:lnTo>
                    <a:pt x="3598428" y="170534"/>
                  </a:lnTo>
                  <a:lnTo>
                    <a:pt x="3599500" y="169864"/>
                  </a:lnTo>
                  <a:lnTo>
                    <a:pt x="3600571" y="169195"/>
                  </a:lnTo>
                  <a:lnTo>
                    <a:pt x="3601643" y="168525"/>
                  </a:lnTo>
                  <a:lnTo>
                    <a:pt x="3602715" y="167855"/>
                  </a:lnTo>
                  <a:lnTo>
                    <a:pt x="3603786" y="167184"/>
                  </a:lnTo>
                  <a:lnTo>
                    <a:pt x="3604858" y="166513"/>
                  </a:lnTo>
                  <a:lnTo>
                    <a:pt x="3605929" y="165842"/>
                  </a:lnTo>
                  <a:lnTo>
                    <a:pt x="3607001" y="165170"/>
                  </a:lnTo>
                  <a:lnTo>
                    <a:pt x="3608073" y="164498"/>
                  </a:lnTo>
                  <a:lnTo>
                    <a:pt x="3609144" y="163826"/>
                  </a:lnTo>
                  <a:lnTo>
                    <a:pt x="3610216" y="163154"/>
                  </a:lnTo>
                  <a:lnTo>
                    <a:pt x="3611287" y="162481"/>
                  </a:lnTo>
                  <a:lnTo>
                    <a:pt x="3612359" y="161808"/>
                  </a:lnTo>
                  <a:lnTo>
                    <a:pt x="3613431" y="161134"/>
                  </a:lnTo>
                  <a:lnTo>
                    <a:pt x="3614502" y="160460"/>
                  </a:lnTo>
                  <a:lnTo>
                    <a:pt x="3615574" y="159786"/>
                  </a:lnTo>
                  <a:lnTo>
                    <a:pt x="3616645" y="159112"/>
                  </a:lnTo>
                  <a:lnTo>
                    <a:pt x="3617717" y="158437"/>
                  </a:lnTo>
                  <a:lnTo>
                    <a:pt x="3618789" y="157762"/>
                  </a:lnTo>
                  <a:lnTo>
                    <a:pt x="3619860" y="157086"/>
                  </a:lnTo>
                  <a:lnTo>
                    <a:pt x="3620932" y="156410"/>
                  </a:lnTo>
                  <a:lnTo>
                    <a:pt x="3622003" y="155734"/>
                  </a:lnTo>
                  <a:lnTo>
                    <a:pt x="3623075" y="155058"/>
                  </a:lnTo>
                  <a:lnTo>
                    <a:pt x="3624147" y="154381"/>
                  </a:lnTo>
                  <a:lnTo>
                    <a:pt x="3625218" y="153704"/>
                  </a:lnTo>
                  <a:lnTo>
                    <a:pt x="3626290" y="153026"/>
                  </a:lnTo>
                  <a:lnTo>
                    <a:pt x="3627361" y="152349"/>
                  </a:lnTo>
                  <a:lnTo>
                    <a:pt x="3628433" y="151671"/>
                  </a:lnTo>
                  <a:lnTo>
                    <a:pt x="3629505" y="150992"/>
                  </a:lnTo>
                  <a:lnTo>
                    <a:pt x="3630576" y="150314"/>
                  </a:lnTo>
                  <a:lnTo>
                    <a:pt x="3631648" y="149635"/>
                  </a:lnTo>
                  <a:lnTo>
                    <a:pt x="3632719" y="148955"/>
                  </a:lnTo>
                  <a:lnTo>
                    <a:pt x="3633791" y="148275"/>
                  </a:lnTo>
                  <a:lnTo>
                    <a:pt x="3634863" y="147595"/>
                  </a:lnTo>
                  <a:lnTo>
                    <a:pt x="3635934" y="146915"/>
                  </a:lnTo>
                  <a:lnTo>
                    <a:pt x="3637006" y="146234"/>
                  </a:lnTo>
                  <a:lnTo>
                    <a:pt x="3638077" y="145554"/>
                  </a:lnTo>
                  <a:lnTo>
                    <a:pt x="3639149" y="144872"/>
                  </a:lnTo>
                  <a:lnTo>
                    <a:pt x="3640221" y="144191"/>
                  </a:lnTo>
                  <a:lnTo>
                    <a:pt x="3641292" y="143509"/>
                  </a:lnTo>
                  <a:lnTo>
                    <a:pt x="3642364" y="142826"/>
                  </a:lnTo>
                  <a:lnTo>
                    <a:pt x="3643435" y="142144"/>
                  </a:lnTo>
                  <a:lnTo>
                    <a:pt x="3644507" y="141461"/>
                  </a:lnTo>
                  <a:lnTo>
                    <a:pt x="3645579" y="140778"/>
                  </a:lnTo>
                  <a:lnTo>
                    <a:pt x="3646650" y="140094"/>
                  </a:lnTo>
                  <a:lnTo>
                    <a:pt x="3647722" y="139410"/>
                  </a:lnTo>
                  <a:lnTo>
                    <a:pt x="3648793" y="138726"/>
                  </a:lnTo>
                  <a:lnTo>
                    <a:pt x="3649865" y="138041"/>
                  </a:lnTo>
                  <a:lnTo>
                    <a:pt x="3650937" y="137357"/>
                  </a:lnTo>
                  <a:lnTo>
                    <a:pt x="3652008" y="136671"/>
                  </a:lnTo>
                  <a:lnTo>
                    <a:pt x="3653080" y="135986"/>
                  </a:lnTo>
                  <a:lnTo>
                    <a:pt x="3654151" y="135300"/>
                  </a:lnTo>
                  <a:lnTo>
                    <a:pt x="3655223" y="134614"/>
                  </a:lnTo>
                  <a:lnTo>
                    <a:pt x="3656295" y="133928"/>
                  </a:lnTo>
                  <a:lnTo>
                    <a:pt x="3657366" y="133241"/>
                  </a:lnTo>
                  <a:lnTo>
                    <a:pt x="3658438" y="132554"/>
                  </a:lnTo>
                  <a:lnTo>
                    <a:pt x="3659509" y="131866"/>
                  </a:lnTo>
                  <a:lnTo>
                    <a:pt x="3660581" y="131179"/>
                  </a:lnTo>
                  <a:lnTo>
                    <a:pt x="3661653" y="130490"/>
                  </a:lnTo>
                  <a:lnTo>
                    <a:pt x="3662724" y="129802"/>
                  </a:lnTo>
                  <a:lnTo>
                    <a:pt x="3663796" y="129113"/>
                  </a:lnTo>
                  <a:lnTo>
                    <a:pt x="3664867" y="128424"/>
                  </a:lnTo>
                  <a:lnTo>
                    <a:pt x="3665939" y="127735"/>
                  </a:lnTo>
                  <a:lnTo>
                    <a:pt x="3667011" y="127045"/>
                  </a:lnTo>
                  <a:lnTo>
                    <a:pt x="3668082" y="126355"/>
                  </a:lnTo>
                  <a:lnTo>
                    <a:pt x="3669154" y="125665"/>
                  </a:lnTo>
                  <a:lnTo>
                    <a:pt x="3670225" y="124974"/>
                  </a:lnTo>
                  <a:lnTo>
                    <a:pt x="3671297" y="124284"/>
                  </a:lnTo>
                  <a:lnTo>
                    <a:pt x="3672369" y="123592"/>
                  </a:lnTo>
                  <a:lnTo>
                    <a:pt x="3673440" y="122901"/>
                  </a:lnTo>
                  <a:lnTo>
                    <a:pt x="3674512" y="122209"/>
                  </a:lnTo>
                  <a:lnTo>
                    <a:pt x="3675583" y="121517"/>
                  </a:lnTo>
                  <a:lnTo>
                    <a:pt x="3676655" y="120824"/>
                  </a:lnTo>
                  <a:lnTo>
                    <a:pt x="3677727" y="120131"/>
                  </a:lnTo>
                  <a:lnTo>
                    <a:pt x="3678798" y="119438"/>
                  </a:lnTo>
                  <a:lnTo>
                    <a:pt x="3679870" y="118744"/>
                  </a:lnTo>
                  <a:lnTo>
                    <a:pt x="3680941" y="118051"/>
                  </a:lnTo>
                  <a:lnTo>
                    <a:pt x="3682013" y="117357"/>
                  </a:lnTo>
                  <a:lnTo>
                    <a:pt x="3683085" y="116662"/>
                  </a:lnTo>
                  <a:lnTo>
                    <a:pt x="3684156" y="115967"/>
                  </a:lnTo>
                  <a:lnTo>
                    <a:pt x="3685228" y="115272"/>
                  </a:lnTo>
                  <a:lnTo>
                    <a:pt x="3686299" y="114577"/>
                  </a:lnTo>
                  <a:lnTo>
                    <a:pt x="3687371" y="113881"/>
                  </a:lnTo>
                  <a:lnTo>
                    <a:pt x="3688443" y="113185"/>
                  </a:lnTo>
                  <a:lnTo>
                    <a:pt x="3689514" y="112489"/>
                  </a:lnTo>
                  <a:lnTo>
                    <a:pt x="3690586" y="111792"/>
                  </a:lnTo>
                  <a:lnTo>
                    <a:pt x="3691657" y="111095"/>
                  </a:lnTo>
                  <a:lnTo>
                    <a:pt x="3692729" y="110398"/>
                  </a:lnTo>
                  <a:lnTo>
                    <a:pt x="3693801" y="109700"/>
                  </a:lnTo>
                  <a:lnTo>
                    <a:pt x="3694872" y="109002"/>
                  </a:lnTo>
                  <a:lnTo>
                    <a:pt x="3695944" y="108304"/>
                  </a:lnTo>
                  <a:lnTo>
                    <a:pt x="3697015" y="107605"/>
                  </a:lnTo>
                  <a:lnTo>
                    <a:pt x="3698087" y="106906"/>
                  </a:lnTo>
                  <a:lnTo>
                    <a:pt x="3699159" y="106207"/>
                  </a:lnTo>
                  <a:lnTo>
                    <a:pt x="3700230" y="105507"/>
                  </a:lnTo>
                  <a:lnTo>
                    <a:pt x="3701302" y="104808"/>
                  </a:lnTo>
                  <a:lnTo>
                    <a:pt x="3702373" y="104107"/>
                  </a:lnTo>
                  <a:lnTo>
                    <a:pt x="3703445" y="103407"/>
                  </a:lnTo>
                  <a:lnTo>
                    <a:pt x="3704517" y="102706"/>
                  </a:lnTo>
                  <a:lnTo>
                    <a:pt x="3705588" y="102005"/>
                  </a:lnTo>
                  <a:lnTo>
                    <a:pt x="3706660" y="101303"/>
                  </a:lnTo>
                  <a:lnTo>
                    <a:pt x="3707731" y="100602"/>
                  </a:lnTo>
                  <a:lnTo>
                    <a:pt x="3708803" y="99900"/>
                  </a:lnTo>
                  <a:lnTo>
                    <a:pt x="3709875" y="99197"/>
                  </a:lnTo>
                  <a:lnTo>
                    <a:pt x="3710946" y="98494"/>
                  </a:lnTo>
                  <a:lnTo>
                    <a:pt x="3712018" y="97791"/>
                  </a:lnTo>
                  <a:lnTo>
                    <a:pt x="3713089" y="97088"/>
                  </a:lnTo>
                  <a:lnTo>
                    <a:pt x="3714161" y="96384"/>
                  </a:lnTo>
                  <a:lnTo>
                    <a:pt x="3715233" y="95680"/>
                  </a:lnTo>
                  <a:lnTo>
                    <a:pt x="3716304" y="94976"/>
                  </a:lnTo>
                  <a:lnTo>
                    <a:pt x="3717376" y="94271"/>
                  </a:lnTo>
                  <a:lnTo>
                    <a:pt x="3718447" y="93566"/>
                  </a:lnTo>
                  <a:lnTo>
                    <a:pt x="3719519" y="92861"/>
                  </a:lnTo>
                  <a:lnTo>
                    <a:pt x="3720591" y="92156"/>
                  </a:lnTo>
                  <a:lnTo>
                    <a:pt x="3721662" y="91450"/>
                  </a:lnTo>
                  <a:lnTo>
                    <a:pt x="3722734" y="90743"/>
                  </a:lnTo>
                  <a:lnTo>
                    <a:pt x="3723805" y="90037"/>
                  </a:lnTo>
                  <a:lnTo>
                    <a:pt x="3724877" y="89330"/>
                  </a:lnTo>
                  <a:lnTo>
                    <a:pt x="3725949" y="88623"/>
                  </a:lnTo>
                  <a:lnTo>
                    <a:pt x="3727020" y="87915"/>
                  </a:lnTo>
                  <a:lnTo>
                    <a:pt x="3728092" y="87208"/>
                  </a:lnTo>
                  <a:lnTo>
                    <a:pt x="3729163" y="86500"/>
                  </a:lnTo>
                  <a:lnTo>
                    <a:pt x="3730235" y="85791"/>
                  </a:lnTo>
                  <a:lnTo>
                    <a:pt x="3731306" y="85082"/>
                  </a:lnTo>
                  <a:lnTo>
                    <a:pt x="3732378" y="84373"/>
                  </a:lnTo>
                  <a:lnTo>
                    <a:pt x="3733450" y="83664"/>
                  </a:lnTo>
                  <a:lnTo>
                    <a:pt x="3734521" y="82954"/>
                  </a:lnTo>
                  <a:lnTo>
                    <a:pt x="3735593" y="82244"/>
                  </a:lnTo>
                  <a:lnTo>
                    <a:pt x="3736664" y="81534"/>
                  </a:lnTo>
                  <a:lnTo>
                    <a:pt x="3737736" y="80823"/>
                  </a:lnTo>
                  <a:lnTo>
                    <a:pt x="3738808" y="80112"/>
                  </a:lnTo>
                  <a:lnTo>
                    <a:pt x="3739879" y="79401"/>
                  </a:lnTo>
                  <a:lnTo>
                    <a:pt x="3740951" y="78690"/>
                  </a:lnTo>
                  <a:lnTo>
                    <a:pt x="3742022" y="77978"/>
                  </a:lnTo>
                  <a:lnTo>
                    <a:pt x="3743094" y="77266"/>
                  </a:lnTo>
                  <a:lnTo>
                    <a:pt x="3744166" y="76553"/>
                  </a:lnTo>
                  <a:lnTo>
                    <a:pt x="3745237" y="75840"/>
                  </a:lnTo>
                  <a:lnTo>
                    <a:pt x="3746309" y="75127"/>
                  </a:lnTo>
                  <a:lnTo>
                    <a:pt x="3747380" y="74414"/>
                  </a:lnTo>
                  <a:lnTo>
                    <a:pt x="3748452" y="73700"/>
                  </a:lnTo>
                  <a:lnTo>
                    <a:pt x="3749524" y="72986"/>
                  </a:lnTo>
                  <a:lnTo>
                    <a:pt x="3750595" y="72271"/>
                  </a:lnTo>
                  <a:lnTo>
                    <a:pt x="3751667" y="71557"/>
                  </a:lnTo>
                  <a:lnTo>
                    <a:pt x="3752738" y="70842"/>
                  </a:lnTo>
                  <a:lnTo>
                    <a:pt x="3753810" y="70126"/>
                  </a:lnTo>
                  <a:lnTo>
                    <a:pt x="3754882" y="69411"/>
                  </a:lnTo>
                  <a:lnTo>
                    <a:pt x="3755953" y="68695"/>
                  </a:lnTo>
                  <a:lnTo>
                    <a:pt x="3757025" y="67978"/>
                  </a:lnTo>
                  <a:lnTo>
                    <a:pt x="3758096" y="67262"/>
                  </a:lnTo>
                  <a:lnTo>
                    <a:pt x="3759168" y="66545"/>
                  </a:lnTo>
                  <a:lnTo>
                    <a:pt x="3760240" y="65828"/>
                  </a:lnTo>
                  <a:lnTo>
                    <a:pt x="3761311" y="65110"/>
                  </a:lnTo>
                  <a:lnTo>
                    <a:pt x="3762383" y="64392"/>
                  </a:lnTo>
                  <a:lnTo>
                    <a:pt x="3763454" y="63674"/>
                  </a:lnTo>
                  <a:lnTo>
                    <a:pt x="3764526" y="62956"/>
                  </a:lnTo>
                  <a:lnTo>
                    <a:pt x="3765598" y="62237"/>
                  </a:lnTo>
                  <a:lnTo>
                    <a:pt x="3766669" y="61518"/>
                  </a:lnTo>
                  <a:lnTo>
                    <a:pt x="3767741" y="60798"/>
                  </a:lnTo>
                  <a:lnTo>
                    <a:pt x="3768812" y="60078"/>
                  </a:lnTo>
                  <a:lnTo>
                    <a:pt x="3769884" y="59358"/>
                  </a:lnTo>
                  <a:lnTo>
                    <a:pt x="3770956" y="58638"/>
                  </a:lnTo>
                  <a:lnTo>
                    <a:pt x="3772027" y="57917"/>
                  </a:lnTo>
                  <a:lnTo>
                    <a:pt x="3773099" y="57196"/>
                  </a:lnTo>
                  <a:lnTo>
                    <a:pt x="3774170" y="56475"/>
                  </a:lnTo>
                  <a:lnTo>
                    <a:pt x="3775242" y="55753"/>
                  </a:lnTo>
                  <a:lnTo>
                    <a:pt x="3776314" y="55032"/>
                  </a:lnTo>
                  <a:lnTo>
                    <a:pt x="3777385" y="54309"/>
                  </a:lnTo>
                  <a:lnTo>
                    <a:pt x="3778457" y="53587"/>
                  </a:lnTo>
                  <a:lnTo>
                    <a:pt x="3779528" y="52864"/>
                  </a:lnTo>
                  <a:lnTo>
                    <a:pt x="3780600" y="52141"/>
                  </a:lnTo>
                  <a:lnTo>
                    <a:pt x="3781672" y="51417"/>
                  </a:lnTo>
                  <a:lnTo>
                    <a:pt x="3782743" y="50693"/>
                  </a:lnTo>
                  <a:lnTo>
                    <a:pt x="3783815" y="49969"/>
                  </a:lnTo>
                  <a:lnTo>
                    <a:pt x="3784886" y="49245"/>
                  </a:lnTo>
                  <a:lnTo>
                    <a:pt x="3785958" y="48520"/>
                  </a:lnTo>
                  <a:lnTo>
                    <a:pt x="3787030" y="47795"/>
                  </a:lnTo>
                  <a:lnTo>
                    <a:pt x="3788101" y="47070"/>
                  </a:lnTo>
                  <a:lnTo>
                    <a:pt x="3789173" y="46344"/>
                  </a:lnTo>
                  <a:lnTo>
                    <a:pt x="3790244" y="45618"/>
                  </a:lnTo>
                  <a:lnTo>
                    <a:pt x="3791316" y="44892"/>
                  </a:lnTo>
                  <a:lnTo>
                    <a:pt x="3792388" y="44165"/>
                  </a:lnTo>
                  <a:lnTo>
                    <a:pt x="3793459" y="43438"/>
                  </a:lnTo>
                  <a:lnTo>
                    <a:pt x="3794531" y="42711"/>
                  </a:lnTo>
                  <a:lnTo>
                    <a:pt x="3795602" y="41983"/>
                  </a:lnTo>
                  <a:lnTo>
                    <a:pt x="3796674" y="41256"/>
                  </a:lnTo>
                  <a:lnTo>
                    <a:pt x="3797746" y="40527"/>
                  </a:lnTo>
                  <a:lnTo>
                    <a:pt x="3798817" y="39799"/>
                  </a:lnTo>
                  <a:lnTo>
                    <a:pt x="3799889" y="39070"/>
                  </a:lnTo>
                  <a:lnTo>
                    <a:pt x="3800960" y="38341"/>
                  </a:lnTo>
                  <a:lnTo>
                    <a:pt x="3802032" y="37612"/>
                  </a:lnTo>
                  <a:lnTo>
                    <a:pt x="3803104" y="36882"/>
                  </a:lnTo>
                  <a:lnTo>
                    <a:pt x="3804175" y="36152"/>
                  </a:lnTo>
                  <a:lnTo>
                    <a:pt x="3805247" y="35421"/>
                  </a:lnTo>
                  <a:lnTo>
                    <a:pt x="3806318" y="34691"/>
                  </a:lnTo>
                  <a:lnTo>
                    <a:pt x="3807390" y="33960"/>
                  </a:lnTo>
                  <a:lnTo>
                    <a:pt x="3808462" y="33229"/>
                  </a:lnTo>
                  <a:lnTo>
                    <a:pt x="3809533" y="32497"/>
                  </a:lnTo>
                  <a:lnTo>
                    <a:pt x="3810605" y="31765"/>
                  </a:lnTo>
                  <a:lnTo>
                    <a:pt x="3811676" y="31033"/>
                  </a:lnTo>
                  <a:lnTo>
                    <a:pt x="3812748" y="30300"/>
                  </a:lnTo>
                  <a:lnTo>
                    <a:pt x="3813820" y="29567"/>
                  </a:lnTo>
                  <a:lnTo>
                    <a:pt x="3814891" y="28834"/>
                  </a:lnTo>
                  <a:lnTo>
                    <a:pt x="3815963" y="28101"/>
                  </a:lnTo>
                  <a:lnTo>
                    <a:pt x="3817034" y="27367"/>
                  </a:lnTo>
                  <a:lnTo>
                    <a:pt x="3818106" y="26633"/>
                  </a:lnTo>
                  <a:lnTo>
                    <a:pt x="3819178" y="25899"/>
                  </a:lnTo>
                  <a:lnTo>
                    <a:pt x="3820249" y="25164"/>
                  </a:lnTo>
                  <a:lnTo>
                    <a:pt x="3821321" y="24429"/>
                  </a:lnTo>
                  <a:lnTo>
                    <a:pt x="3822392" y="23694"/>
                  </a:lnTo>
                  <a:lnTo>
                    <a:pt x="3823464" y="22958"/>
                  </a:lnTo>
                  <a:lnTo>
                    <a:pt x="3824536" y="22222"/>
                  </a:lnTo>
                  <a:lnTo>
                    <a:pt x="3825607" y="21486"/>
                  </a:lnTo>
                  <a:lnTo>
                    <a:pt x="3826679" y="20749"/>
                  </a:lnTo>
                  <a:lnTo>
                    <a:pt x="3827750" y="20012"/>
                  </a:lnTo>
                  <a:lnTo>
                    <a:pt x="3828822" y="19275"/>
                  </a:lnTo>
                  <a:lnTo>
                    <a:pt x="3829894" y="18538"/>
                  </a:lnTo>
                  <a:lnTo>
                    <a:pt x="3830965" y="17800"/>
                  </a:lnTo>
                  <a:lnTo>
                    <a:pt x="3832037" y="17062"/>
                  </a:lnTo>
                  <a:lnTo>
                    <a:pt x="3833108" y="16323"/>
                  </a:lnTo>
                  <a:lnTo>
                    <a:pt x="3834180" y="15585"/>
                  </a:lnTo>
                  <a:lnTo>
                    <a:pt x="3835252" y="14845"/>
                  </a:lnTo>
                  <a:lnTo>
                    <a:pt x="3836323" y="14106"/>
                  </a:lnTo>
                  <a:lnTo>
                    <a:pt x="3837395" y="13366"/>
                  </a:lnTo>
                  <a:lnTo>
                    <a:pt x="3838466" y="12626"/>
                  </a:lnTo>
                  <a:lnTo>
                    <a:pt x="3839538" y="11886"/>
                  </a:lnTo>
                  <a:lnTo>
                    <a:pt x="3840610" y="11146"/>
                  </a:lnTo>
                  <a:lnTo>
                    <a:pt x="3841681" y="10405"/>
                  </a:lnTo>
                  <a:lnTo>
                    <a:pt x="3842753" y="9663"/>
                  </a:lnTo>
                  <a:lnTo>
                    <a:pt x="3843824" y="8922"/>
                  </a:lnTo>
                  <a:lnTo>
                    <a:pt x="3844896" y="8180"/>
                  </a:lnTo>
                  <a:lnTo>
                    <a:pt x="3845968" y="7438"/>
                  </a:lnTo>
                  <a:lnTo>
                    <a:pt x="3847039" y="6696"/>
                  </a:lnTo>
                  <a:lnTo>
                    <a:pt x="3848111" y="5953"/>
                  </a:lnTo>
                  <a:lnTo>
                    <a:pt x="3849182" y="5210"/>
                  </a:lnTo>
                  <a:lnTo>
                    <a:pt x="3850254" y="4466"/>
                  </a:lnTo>
                  <a:lnTo>
                    <a:pt x="3851326" y="3723"/>
                  </a:lnTo>
                  <a:lnTo>
                    <a:pt x="3852397" y="2979"/>
                  </a:lnTo>
                  <a:lnTo>
                    <a:pt x="3853469" y="2234"/>
                  </a:lnTo>
                  <a:lnTo>
                    <a:pt x="3854540" y="1490"/>
                  </a:lnTo>
                  <a:lnTo>
                    <a:pt x="3855612" y="74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684231" y="961046"/>
              <a:ext cx="3856684" cy="1722728"/>
            </a:xfrm>
            <a:custGeom>
              <a:avLst/>
              <a:gdLst/>
              <a:ahLst/>
              <a:cxnLst/>
              <a:rect l="0" t="0" r="0" b="0"/>
              <a:pathLst>
                <a:path w="3856684" h="1722728">
                  <a:moveTo>
                    <a:pt x="3856684" y="0"/>
                  </a:moveTo>
                  <a:lnTo>
                    <a:pt x="3855612" y="227"/>
                  </a:lnTo>
                  <a:lnTo>
                    <a:pt x="3854540" y="455"/>
                  </a:lnTo>
                  <a:lnTo>
                    <a:pt x="3853469" y="683"/>
                  </a:lnTo>
                  <a:lnTo>
                    <a:pt x="3852397" y="911"/>
                  </a:lnTo>
                  <a:lnTo>
                    <a:pt x="3851326" y="1139"/>
                  </a:lnTo>
                  <a:lnTo>
                    <a:pt x="3850254" y="1367"/>
                  </a:lnTo>
                  <a:lnTo>
                    <a:pt x="3849182" y="1595"/>
                  </a:lnTo>
                  <a:lnTo>
                    <a:pt x="3848111" y="1823"/>
                  </a:lnTo>
                  <a:lnTo>
                    <a:pt x="3847039" y="2051"/>
                  </a:lnTo>
                  <a:lnTo>
                    <a:pt x="3845968" y="2279"/>
                  </a:lnTo>
                  <a:lnTo>
                    <a:pt x="3844896" y="2508"/>
                  </a:lnTo>
                  <a:lnTo>
                    <a:pt x="3843824" y="2736"/>
                  </a:lnTo>
                  <a:lnTo>
                    <a:pt x="3842753" y="2964"/>
                  </a:lnTo>
                  <a:lnTo>
                    <a:pt x="3841681" y="3193"/>
                  </a:lnTo>
                  <a:lnTo>
                    <a:pt x="3840610" y="3421"/>
                  </a:lnTo>
                  <a:lnTo>
                    <a:pt x="3839538" y="3650"/>
                  </a:lnTo>
                  <a:lnTo>
                    <a:pt x="3838466" y="3878"/>
                  </a:lnTo>
                  <a:lnTo>
                    <a:pt x="3837395" y="4107"/>
                  </a:lnTo>
                  <a:lnTo>
                    <a:pt x="3836323" y="4335"/>
                  </a:lnTo>
                  <a:lnTo>
                    <a:pt x="3835252" y="4564"/>
                  </a:lnTo>
                  <a:lnTo>
                    <a:pt x="3834180" y="4793"/>
                  </a:lnTo>
                  <a:lnTo>
                    <a:pt x="3833108" y="5021"/>
                  </a:lnTo>
                  <a:lnTo>
                    <a:pt x="3832037" y="5250"/>
                  </a:lnTo>
                  <a:lnTo>
                    <a:pt x="3830965" y="5479"/>
                  </a:lnTo>
                  <a:lnTo>
                    <a:pt x="3829894" y="5708"/>
                  </a:lnTo>
                  <a:lnTo>
                    <a:pt x="3828822" y="5937"/>
                  </a:lnTo>
                  <a:lnTo>
                    <a:pt x="3827750" y="6166"/>
                  </a:lnTo>
                  <a:lnTo>
                    <a:pt x="3826679" y="6395"/>
                  </a:lnTo>
                  <a:lnTo>
                    <a:pt x="3825607" y="6624"/>
                  </a:lnTo>
                  <a:lnTo>
                    <a:pt x="3824536" y="6853"/>
                  </a:lnTo>
                  <a:lnTo>
                    <a:pt x="3823464" y="7082"/>
                  </a:lnTo>
                  <a:lnTo>
                    <a:pt x="3822392" y="7312"/>
                  </a:lnTo>
                  <a:lnTo>
                    <a:pt x="3821321" y="7541"/>
                  </a:lnTo>
                  <a:lnTo>
                    <a:pt x="3820249" y="7770"/>
                  </a:lnTo>
                  <a:lnTo>
                    <a:pt x="3819178" y="7999"/>
                  </a:lnTo>
                  <a:lnTo>
                    <a:pt x="3818106" y="8229"/>
                  </a:lnTo>
                  <a:lnTo>
                    <a:pt x="3817034" y="8458"/>
                  </a:lnTo>
                  <a:lnTo>
                    <a:pt x="3815963" y="8688"/>
                  </a:lnTo>
                  <a:lnTo>
                    <a:pt x="3814891" y="8917"/>
                  </a:lnTo>
                  <a:lnTo>
                    <a:pt x="3813820" y="9147"/>
                  </a:lnTo>
                  <a:lnTo>
                    <a:pt x="3812748" y="9377"/>
                  </a:lnTo>
                  <a:lnTo>
                    <a:pt x="3811676" y="9606"/>
                  </a:lnTo>
                  <a:lnTo>
                    <a:pt x="3810605" y="9836"/>
                  </a:lnTo>
                  <a:lnTo>
                    <a:pt x="3809533" y="10066"/>
                  </a:lnTo>
                  <a:lnTo>
                    <a:pt x="3808462" y="10296"/>
                  </a:lnTo>
                  <a:lnTo>
                    <a:pt x="3807390" y="10526"/>
                  </a:lnTo>
                  <a:lnTo>
                    <a:pt x="3806318" y="10756"/>
                  </a:lnTo>
                  <a:lnTo>
                    <a:pt x="3805247" y="10986"/>
                  </a:lnTo>
                  <a:lnTo>
                    <a:pt x="3804175" y="11216"/>
                  </a:lnTo>
                  <a:lnTo>
                    <a:pt x="3803104" y="11446"/>
                  </a:lnTo>
                  <a:lnTo>
                    <a:pt x="3802032" y="11676"/>
                  </a:lnTo>
                  <a:lnTo>
                    <a:pt x="3800960" y="11906"/>
                  </a:lnTo>
                  <a:lnTo>
                    <a:pt x="3799889" y="12137"/>
                  </a:lnTo>
                  <a:lnTo>
                    <a:pt x="3798817" y="12367"/>
                  </a:lnTo>
                  <a:lnTo>
                    <a:pt x="3797746" y="12597"/>
                  </a:lnTo>
                  <a:lnTo>
                    <a:pt x="3796674" y="12828"/>
                  </a:lnTo>
                  <a:lnTo>
                    <a:pt x="3795602" y="13058"/>
                  </a:lnTo>
                  <a:lnTo>
                    <a:pt x="3794531" y="13289"/>
                  </a:lnTo>
                  <a:lnTo>
                    <a:pt x="3793459" y="13519"/>
                  </a:lnTo>
                  <a:lnTo>
                    <a:pt x="3792388" y="13750"/>
                  </a:lnTo>
                  <a:lnTo>
                    <a:pt x="3791316" y="13981"/>
                  </a:lnTo>
                  <a:lnTo>
                    <a:pt x="3790244" y="14211"/>
                  </a:lnTo>
                  <a:lnTo>
                    <a:pt x="3789173" y="14442"/>
                  </a:lnTo>
                  <a:lnTo>
                    <a:pt x="3788101" y="14673"/>
                  </a:lnTo>
                  <a:lnTo>
                    <a:pt x="3787030" y="14904"/>
                  </a:lnTo>
                  <a:lnTo>
                    <a:pt x="3785958" y="15135"/>
                  </a:lnTo>
                  <a:lnTo>
                    <a:pt x="3784886" y="15366"/>
                  </a:lnTo>
                  <a:lnTo>
                    <a:pt x="3783815" y="15597"/>
                  </a:lnTo>
                  <a:lnTo>
                    <a:pt x="3782743" y="15828"/>
                  </a:lnTo>
                  <a:lnTo>
                    <a:pt x="3781672" y="16059"/>
                  </a:lnTo>
                  <a:lnTo>
                    <a:pt x="3780600" y="16290"/>
                  </a:lnTo>
                  <a:lnTo>
                    <a:pt x="3779528" y="16521"/>
                  </a:lnTo>
                  <a:lnTo>
                    <a:pt x="3778457" y="16753"/>
                  </a:lnTo>
                  <a:lnTo>
                    <a:pt x="3777385" y="16984"/>
                  </a:lnTo>
                  <a:lnTo>
                    <a:pt x="3776314" y="17215"/>
                  </a:lnTo>
                  <a:lnTo>
                    <a:pt x="3775242" y="17447"/>
                  </a:lnTo>
                  <a:lnTo>
                    <a:pt x="3774170" y="17678"/>
                  </a:lnTo>
                  <a:lnTo>
                    <a:pt x="3773099" y="17910"/>
                  </a:lnTo>
                  <a:lnTo>
                    <a:pt x="3772027" y="18142"/>
                  </a:lnTo>
                  <a:lnTo>
                    <a:pt x="3770956" y="18373"/>
                  </a:lnTo>
                  <a:lnTo>
                    <a:pt x="3769884" y="18605"/>
                  </a:lnTo>
                  <a:lnTo>
                    <a:pt x="3768812" y="18837"/>
                  </a:lnTo>
                  <a:lnTo>
                    <a:pt x="3767741" y="19069"/>
                  </a:lnTo>
                  <a:lnTo>
                    <a:pt x="3766669" y="19301"/>
                  </a:lnTo>
                  <a:lnTo>
                    <a:pt x="3765598" y="19533"/>
                  </a:lnTo>
                  <a:lnTo>
                    <a:pt x="3764526" y="19765"/>
                  </a:lnTo>
                  <a:lnTo>
                    <a:pt x="3763454" y="19997"/>
                  </a:lnTo>
                  <a:lnTo>
                    <a:pt x="3762383" y="20229"/>
                  </a:lnTo>
                  <a:lnTo>
                    <a:pt x="3761311" y="20461"/>
                  </a:lnTo>
                  <a:lnTo>
                    <a:pt x="3760240" y="20693"/>
                  </a:lnTo>
                  <a:lnTo>
                    <a:pt x="3759168" y="20926"/>
                  </a:lnTo>
                  <a:lnTo>
                    <a:pt x="3758096" y="21158"/>
                  </a:lnTo>
                  <a:lnTo>
                    <a:pt x="3757025" y="21390"/>
                  </a:lnTo>
                  <a:lnTo>
                    <a:pt x="3755953" y="21623"/>
                  </a:lnTo>
                  <a:lnTo>
                    <a:pt x="3754882" y="21855"/>
                  </a:lnTo>
                  <a:lnTo>
                    <a:pt x="3753810" y="22088"/>
                  </a:lnTo>
                  <a:lnTo>
                    <a:pt x="3752738" y="22320"/>
                  </a:lnTo>
                  <a:lnTo>
                    <a:pt x="3751667" y="22553"/>
                  </a:lnTo>
                  <a:lnTo>
                    <a:pt x="3750595" y="22786"/>
                  </a:lnTo>
                  <a:lnTo>
                    <a:pt x="3749524" y="23019"/>
                  </a:lnTo>
                  <a:lnTo>
                    <a:pt x="3748452" y="23252"/>
                  </a:lnTo>
                  <a:lnTo>
                    <a:pt x="3747380" y="23484"/>
                  </a:lnTo>
                  <a:lnTo>
                    <a:pt x="3746309" y="23717"/>
                  </a:lnTo>
                  <a:lnTo>
                    <a:pt x="3745237" y="23950"/>
                  </a:lnTo>
                  <a:lnTo>
                    <a:pt x="3744166" y="24184"/>
                  </a:lnTo>
                  <a:lnTo>
                    <a:pt x="3743094" y="24417"/>
                  </a:lnTo>
                  <a:lnTo>
                    <a:pt x="3742022" y="24650"/>
                  </a:lnTo>
                  <a:lnTo>
                    <a:pt x="3740951" y="24883"/>
                  </a:lnTo>
                  <a:lnTo>
                    <a:pt x="3739879" y="25116"/>
                  </a:lnTo>
                  <a:lnTo>
                    <a:pt x="3738808" y="25350"/>
                  </a:lnTo>
                  <a:lnTo>
                    <a:pt x="3737736" y="25583"/>
                  </a:lnTo>
                  <a:lnTo>
                    <a:pt x="3736664" y="25817"/>
                  </a:lnTo>
                  <a:lnTo>
                    <a:pt x="3735593" y="26050"/>
                  </a:lnTo>
                  <a:lnTo>
                    <a:pt x="3734521" y="26284"/>
                  </a:lnTo>
                  <a:lnTo>
                    <a:pt x="3733450" y="26518"/>
                  </a:lnTo>
                  <a:lnTo>
                    <a:pt x="3732378" y="26751"/>
                  </a:lnTo>
                  <a:lnTo>
                    <a:pt x="3731306" y="26985"/>
                  </a:lnTo>
                  <a:lnTo>
                    <a:pt x="3730235" y="27219"/>
                  </a:lnTo>
                  <a:lnTo>
                    <a:pt x="3729163" y="27453"/>
                  </a:lnTo>
                  <a:lnTo>
                    <a:pt x="3728092" y="27687"/>
                  </a:lnTo>
                  <a:lnTo>
                    <a:pt x="3727020" y="27921"/>
                  </a:lnTo>
                  <a:lnTo>
                    <a:pt x="3725949" y="28155"/>
                  </a:lnTo>
                  <a:lnTo>
                    <a:pt x="3724877" y="28389"/>
                  </a:lnTo>
                  <a:lnTo>
                    <a:pt x="3723805" y="28623"/>
                  </a:lnTo>
                  <a:lnTo>
                    <a:pt x="3722734" y="28858"/>
                  </a:lnTo>
                  <a:lnTo>
                    <a:pt x="3721662" y="29092"/>
                  </a:lnTo>
                  <a:lnTo>
                    <a:pt x="3720591" y="29326"/>
                  </a:lnTo>
                  <a:lnTo>
                    <a:pt x="3719519" y="29561"/>
                  </a:lnTo>
                  <a:lnTo>
                    <a:pt x="3718447" y="29795"/>
                  </a:lnTo>
                  <a:lnTo>
                    <a:pt x="3717376" y="30030"/>
                  </a:lnTo>
                  <a:lnTo>
                    <a:pt x="3716304" y="30265"/>
                  </a:lnTo>
                  <a:lnTo>
                    <a:pt x="3715233" y="30499"/>
                  </a:lnTo>
                  <a:lnTo>
                    <a:pt x="3714161" y="30734"/>
                  </a:lnTo>
                  <a:lnTo>
                    <a:pt x="3713089" y="30969"/>
                  </a:lnTo>
                  <a:lnTo>
                    <a:pt x="3712018" y="31204"/>
                  </a:lnTo>
                  <a:lnTo>
                    <a:pt x="3710946" y="31439"/>
                  </a:lnTo>
                  <a:lnTo>
                    <a:pt x="3709875" y="31674"/>
                  </a:lnTo>
                  <a:lnTo>
                    <a:pt x="3708803" y="31909"/>
                  </a:lnTo>
                  <a:lnTo>
                    <a:pt x="3707731" y="32144"/>
                  </a:lnTo>
                  <a:lnTo>
                    <a:pt x="3706660" y="32379"/>
                  </a:lnTo>
                  <a:lnTo>
                    <a:pt x="3705588" y="32615"/>
                  </a:lnTo>
                  <a:lnTo>
                    <a:pt x="3704517" y="32850"/>
                  </a:lnTo>
                  <a:lnTo>
                    <a:pt x="3703445" y="33085"/>
                  </a:lnTo>
                  <a:lnTo>
                    <a:pt x="3702373" y="33321"/>
                  </a:lnTo>
                  <a:lnTo>
                    <a:pt x="3701302" y="33556"/>
                  </a:lnTo>
                  <a:lnTo>
                    <a:pt x="3700230" y="33792"/>
                  </a:lnTo>
                  <a:lnTo>
                    <a:pt x="3699159" y="34028"/>
                  </a:lnTo>
                  <a:lnTo>
                    <a:pt x="3698087" y="34263"/>
                  </a:lnTo>
                  <a:lnTo>
                    <a:pt x="3697015" y="34499"/>
                  </a:lnTo>
                  <a:lnTo>
                    <a:pt x="3695944" y="34735"/>
                  </a:lnTo>
                  <a:lnTo>
                    <a:pt x="3694872" y="34971"/>
                  </a:lnTo>
                  <a:lnTo>
                    <a:pt x="3693801" y="35207"/>
                  </a:lnTo>
                  <a:lnTo>
                    <a:pt x="3692729" y="35443"/>
                  </a:lnTo>
                  <a:lnTo>
                    <a:pt x="3691657" y="35679"/>
                  </a:lnTo>
                  <a:lnTo>
                    <a:pt x="3690586" y="35915"/>
                  </a:lnTo>
                  <a:lnTo>
                    <a:pt x="3689514" y="36151"/>
                  </a:lnTo>
                  <a:lnTo>
                    <a:pt x="3688443" y="36388"/>
                  </a:lnTo>
                  <a:lnTo>
                    <a:pt x="3687371" y="36624"/>
                  </a:lnTo>
                  <a:lnTo>
                    <a:pt x="3686299" y="36860"/>
                  </a:lnTo>
                  <a:lnTo>
                    <a:pt x="3685228" y="37097"/>
                  </a:lnTo>
                  <a:lnTo>
                    <a:pt x="3684156" y="37334"/>
                  </a:lnTo>
                  <a:lnTo>
                    <a:pt x="3683085" y="37570"/>
                  </a:lnTo>
                  <a:lnTo>
                    <a:pt x="3682013" y="37807"/>
                  </a:lnTo>
                  <a:lnTo>
                    <a:pt x="3680941" y="38044"/>
                  </a:lnTo>
                  <a:lnTo>
                    <a:pt x="3679870" y="38280"/>
                  </a:lnTo>
                  <a:lnTo>
                    <a:pt x="3678798" y="38517"/>
                  </a:lnTo>
                  <a:lnTo>
                    <a:pt x="3677727" y="38754"/>
                  </a:lnTo>
                  <a:lnTo>
                    <a:pt x="3676655" y="38991"/>
                  </a:lnTo>
                  <a:lnTo>
                    <a:pt x="3675583" y="39228"/>
                  </a:lnTo>
                  <a:lnTo>
                    <a:pt x="3674512" y="39466"/>
                  </a:lnTo>
                  <a:lnTo>
                    <a:pt x="3673440" y="39703"/>
                  </a:lnTo>
                  <a:lnTo>
                    <a:pt x="3672369" y="39940"/>
                  </a:lnTo>
                  <a:lnTo>
                    <a:pt x="3671297" y="40178"/>
                  </a:lnTo>
                  <a:lnTo>
                    <a:pt x="3670225" y="40415"/>
                  </a:lnTo>
                  <a:lnTo>
                    <a:pt x="3669154" y="40653"/>
                  </a:lnTo>
                  <a:lnTo>
                    <a:pt x="3668082" y="40890"/>
                  </a:lnTo>
                  <a:lnTo>
                    <a:pt x="3667011" y="41128"/>
                  </a:lnTo>
                  <a:lnTo>
                    <a:pt x="3665939" y="41366"/>
                  </a:lnTo>
                  <a:lnTo>
                    <a:pt x="3664867" y="41603"/>
                  </a:lnTo>
                  <a:lnTo>
                    <a:pt x="3663796" y="41841"/>
                  </a:lnTo>
                  <a:lnTo>
                    <a:pt x="3662724" y="42079"/>
                  </a:lnTo>
                  <a:lnTo>
                    <a:pt x="3661653" y="42317"/>
                  </a:lnTo>
                  <a:lnTo>
                    <a:pt x="3660581" y="42555"/>
                  </a:lnTo>
                  <a:lnTo>
                    <a:pt x="3659509" y="42793"/>
                  </a:lnTo>
                  <a:lnTo>
                    <a:pt x="3658438" y="43032"/>
                  </a:lnTo>
                  <a:lnTo>
                    <a:pt x="3657366" y="43270"/>
                  </a:lnTo>
                  <a:lnTo>
                    <a:pt x="3656295" y="43508"/>
                  </a:lnTo>
                  <a:lnTo>
                    <a:pt x="3655223" y="43747"/>
                  </a:lnTo>
                  <a:lnTo>
                    <a:pt x="3654151" y="43985"/>
                  </a:lnTo>
                  <a:lnTo>
                    <a:pt x="3653080" y="44224"/>
                  </a:lnTo>
                  <a:lnTo>
                    <a:pt x="3652008" y="44462"/>
                  </a:lnTo>
                  <a:lnTo>
                    <a:pt x="3650937" y="44701"/>
                  </a:lnTo>
                  <a:lnTo>
                    <a:pt x="3649865" y="44940"/>
                  </a:lnTo>
                  <a:lnTo>
                    <a:pt x="3648793" y="45179"/>
                  </a:lnTo>
                  <a:lnTo>
                    <a:pt x="3647722" y="45418"/>
                  </a:lnTo>
                  <a:lnTo>
                    <a:pt x="3646650" y="45657"/>
                  </a:lnTo>
                  <a:lnTo>
                    <a:pt x="3645579" y="45896"/>
                  </a:lnTo>
                  <a:lnTo>
                    <a:pt x="3644507" y="46135"/>
                  </a:lnTo>
                  <a:lnTo>
                    <a:pt x="3643435" y="46374"/>
                  </a:lnTo>
                  <a:lnTo>
                    <a:pt x="3642364" y="46613"/>
                  </a:lnTo>
                  <a:lnTo>
                    <a:pt x="3641292" y="46853"/>
                  </a:lnTo>
                  <a:lnTo>
                    <a:pt x="3640221" y="47092"/>
                  </a:lnTo>
                  <a:lnTo>
                    <a:pt x="3639149" y="47332"/>
                  </a:lnTo>
                  <a:lnTo>
                    <a:pt x="3638077" y="47571"/>
                  </a:lnTo>
                  <a:lnTo>
                    <a:pt x="3637006" y="47811"/>
                  </a:lnTo>
                  <a:lnTo>
                    <a:pt x="3635934" y="48051"/>
                  </a:lnTo>
                  <a:lnTo>
                    <a:pt x="3634863" y="48290"/>
                  </a:lnTo>
                  <a:lnTo>
                    <a:pt x="3633791" y="48530"/>
                  </a:lnTo>
                  <a:lnTo>
                    <a:pt x="3632719" y="48770"/>
                  </a:lnTo>
                  <a:lnTo>
                    <a:pt x="3631648" y="49010"/>
                  </a:lnTo>
                  <a:lnTo>
                    <a:pt x="3630576" y="49250"/>
                  </a:lnTo>
                  <a:lnTo>
                    <a:pt x="3629505" y="49491"/>
                  </a:lnTo>
                  <a:lnTo>
                    <a:pt x="3628433" y="49731"/>
                  </a:lnTo>
                  <a:lnTo>
                    <a:pt x="3627361" y="49971"/>
                  </a:lnTo>
                  <a:lnTo>
                    <a:pt x="3626290" y="50212"/>
                  </a:lnTo>
                  <a:lnTo>
                    <a:pt x="3625218" y="50452"/>
                  </a:lnTo>
                  <a:lnTo>
                    <a:pt x="3624147" y="50693"/>
                  </a:lnTo>
                  <a:lnTo>
                    <a:pt x="3623075" y="50933"/>
                  </a:lnTo>
                  <a:lnTo>
                    <a:pt x="3622003" y="51174"/>
                  </a:lnTo>
                  <a:lnTo>
                    <a:pt x="3620932" y="51415"/>
                  </a:lnTo>
                  <a:lnTo>
                    <a:pt x="3619860" y="51656"/>
                  </a:lnTo>
                  <a:lnTo>
                    <a:pt x="3618789" y="51897"/>
                  </a:lnTo>
                  <a:lnTo>
                    <a:pt x="3617717" y="52138"/>
                  </a:lnTo>
                  <a:lnTo>
                    <a:pt x="3616645" y="52379"/>
                  </a:lnTo>
                  <a:lnTo>
                    <a:pt x="3615574" y="52620"/>
                  </a:lnTo>
                  <a:lnTo>
                    <a:pt x="3614502" y="52861"/>
                  </a:lnTo>
                  <a:lnTo>
                    <a:pt x="3613431" y="53102"/>
                  </a:lnTo>
                  <a:lnTo>
                    <a:pt x="3612359" y="53344"/>
                  </a:lnTo>
                  <a:lnTo>
                    <a:pt x="3611287" y="53585"/>
                  </a:lnTo>
                  <a:lnTo>
                    <a:pt x="3610216" y="53827"/>
                  </a:lnTo>
                  <a:lnTo>
                    <a:pt x="3609144" y="54069"/>
                  </a:lnTo>
                  <a:lnTo>
                    <a:pt x="3608073" y="54310"/>
                  </a:lnTo>
                  <a:lnTo>
                    <a:pt x="3607001" y="54552"/>
                  </a:lnTo>
                  <a:lnTo>
                    <a:pt x="3605929" y="54794"/>
                  </a:lnTo>
                  <a:lnTo>
                    <a:pt x="3604858" y="55036"/>
                  </a:lnTo>
                  <a:lnTo>
                    <a:pt x="3603786" y="55278"/>
                  </a:lnTo>
                  <a:lnTo>
                    <a:pt x="3602715" y="55520"/>
                  </a:lnTo>
                  <a:lnTo>
                    <a:pt x="3601643" y="55762"/>
                  </a:lnTo>
                  <a:lnTo>
                    <a:pt x="3600571" y="56005"/>
                  </a:lnTo>
                  <a:lnTo>
                    <a:pt x="3599500" y="56247"/>
                  </a:lnTo>
                  <a:lnTo>
                    <a:pt x="3598428" y="56489"/>
                  </a:lnTo>
                  <a:lnTo>
                    <a:pt x="3597357" y="56732"/>
                  </a:lnTo>
                  <a:lnTo>
                    <a:pt x="3596285" y="56974"/>
                  </a:lnTo>
                  <a:lnTo>
                    <a:pt x="3595213" y="57217"/>
                  </a:lnTo>
                  <a:lnTo>
                    <a:pt x="3594142" y="57460"/>
                  </a:lnTo>
                  <a:lnTo>
                    <a:pt x="3593070" y="57703"/>
                  </a:lnTo>
                  <a:lnTo>
                    <a:pt x="3591999" y="57946"/>
                  </a:lnTo>
                  <a:lnTo>
                    <a:pt x="3590927" y="58189"/>
                  </a:lnTo>
                  <a:lnTo>
                    <a:pt x="3589855" y="58432"/>
                  </a:lnTo>
                  <a:lnTo>
                    <a:pt x="3588784" y="58675"/>
                  </a:lnTo>
                  <a:lnTo>
                    <a:pt x="3587712" y="58918"/>
                  </a:lnTo>
                  <a:lnTo>
                    <a:pt x="3586641" y="59162"/>
                  </a:lnTo>
                  <a:lnTo>
                    <a:pt x="3585569" y="59405"/>
                  </a:lnTo>
                  <a:lnTo>
                    <a:pt x="3584497" y="59648"/>
                  </a:lnTo>
                  <a:lnTo>
                    <a:pt x="3583426" y="59892"/>
                  </a:lnTo>
                  <a:lnTo>
                    <a:pt x="3582354" y="60136"/>
                  </a:lnTo>
                  <a:lnTo>
                    <a:pt x="3581283" y="60379"/>
                  </a:lnTo>
                  <a:lnTo>
                    <a:pt x="3580211" y="60623"/>
                  </a:lnTo>
                  <a:lnTo>
                    <a:pt x="3579139" y="60867"/>
                  </a:lnTo>
                  <a:lnTo>
                    <a:pt x="3578068" y="61111"/>
                  </a:lnTo>
                  <a:lnTo>
                    <a:pt x="3576996" y="61355"/>
                  </a:lnTo>
                  <a:lnTo>
                    <a:pt x="3575925" y="61599"/>
                  </a:lnTo>
                  <a:lnTo>
                    <a:pt x="3574853" y="61844"/>
                  </a:lnTo>
                  <a:lnTo>
                    <a:pt x="3573781" y="62088"/>
                  </a:lnTo>
                  <a:lnTo>
                    <a:pt x="3572710" y="62332"/>
                  </a:lnTo>
                  <a:lnTo>
                    <a:pt x="3571638" y="62577"/>
                  </a:lnTo>
                  <a:lnTo>
                    <a:pt x="3570567" y="62822"/>
                  </a:lnTo>
                  <a:lnTo>
                    <a:pt x="3569495" y="63066"/>
                  </a:lnTo>
                  <a:lnTo>
                    <a:pt x="3568423" y="63311"/>
                  </a:lnTo>
                  <a:lnTo>
                    <a:pt x="3567352" y="63556"/>
                  </a:lnTo>
                  <a:lnTo>
                    <a:pt x="3566280" y="63801"/>
                  </a:lnTo>
                  <a:lnTo>
                    <a:pt x="3565209" y="64046"/>
                  </a:lnTo>
                  <a:lnTo>
                    <a:pt x="3564137" y="64291"/>
                  </a:lnTo>
                  <a:lnTo>
                    <a:pt x="3563065" y="64536"/>
                  </a:lnTo>
                  <a:lnTo>
                    <a:pt x="3561994" y="64781"/>
                  </a:lnTo>
                  <a:lnTo>
                    <a:pt x="3560922" y="65027"/>
                  </a:lnTo>
                  <a:lnTo>
                    <a:pt x="3559851" y="65272"/>
                  </a:lnTo>
                  <a:lnTo>
                    <a:pt x="3558779" y="65518"/>
                  </a:lnTo>
                  <a:lnTo>
                    <a:pt x="3557707" y="65763"/>
                  </a:lnTo>
                  <a:lnTo>
                    <a:pt x="3556636" y="66009"/>
                  </a:lnTo>
                  <a:lnTo>
                    <a:pt x="3555564" y="66255"/>
                  </a:lnTo>
                  <a:lnTo>
                    <a:pt x="3554493" y="66501"/>
                  </a:lnTo>
                  <a:lnTo>
                    <a:pt x="3553421" y="66747"/>
                  </a:lnTo>
                  <a:lnTo>
                    <a:pt x="3552349" y="66993"/>
                  </a:lnTo>
                  <a:lnTo>
                    <a:pt x="3551278" y="67239"/>
                  </a:lnTo>
                  <a:lnTo>
                    <a:pt x="3550206" y="67485"/>
                  </a:lnTo>
                  <a:lnTo>
                    <a:pt x="3549135" y="67732"/>
                  </a:lnTo>
                  <a:lnTo>
                    <a:pt x="3548063" y="67978"/>
                  </a:lnTo>
                  <a:lnTo>
                    <a:pt x="3546992" y="68225"/>
                  </a:lnTo>
                  <a:lnTo>
                    <a:pt x="3545920" y="68471"/>
                  </a:lnTo>
                  <a:lnTo>
                    <a:pt x="3544848" y="68718"/>
                  </a:lnTo>
                  <a:lnTo>
                    <a:pt x="3543777" y="68965"/>
                  </a:lnTo>
                  <a:lnTo>
                    <a:pt x="3542705" y="69211"/>
                  </a:lnTo>
                  <a:lnTo>
                    <a:pt x="3541634" y="69458"/>
                  </a:lnTo>
                  <a:lnTo>
                    <a:pt x="3540562" y="69706"/>
                  </a:lnTo>
                  <a:lnTo>
                    <a:pt x="3539490" y="69953"/>
                  </a:lnTo>
                  <a:lnTo>
                    <a:pt x="3538419" y="70200"/>
                  </a:lnTo>
                  <a:lnTo>
                    <a:pt x="3537347" y="70447"/>
                  </a:lnTo>
                  <a:lnTo>
                    <a:pt x="3536276" y="70695"/>
                  </a:lnTo>
                  <a:lnTo>
                    <a:pt x="3535204" y="70942"/>
                  </a:lnTo>
                  <a:lnTo>
                    <a:pt x="3534132" y="71190"/>
                  </a:lnTo>
                  <a:lnTo>
                    <a:pt x="3533061" y="71437"/>
                  </a:lnTo>
                  <a:lnTo>
                    <a:pt x="3531989" y="71685"/>
                  </a:lnTo>
                  <a:lnTo>
                    <a:pt x="3530918" y="71933"/>
                  </a:lnTo>
                  <a:lnTo>
                    <a:pt x="3529846" y="72181"/>
                  </a:lnTo>
                  <a:lnTo>
                    <a:pt x="3528774" y="72429"/>
                  </a:lnTo>
                  <a:lnTo>
                    <a:pt x="3527703" y="72677"/>
                  </a:lnTo>
                  <a:lnTo>
                    <a:pt x="3526631" y="72926"/>
                  </a:lnTo>
                  <a:lnTo>
                    <a:pt x="3525560" y="73174"/>
                  </a:lnTo>
                  <a:lnTo>
                    <a:pt x="3524488" y="73422"/>
                  </a:lnTo>
                  <a:lnTo>
                    <a:pt x="3523416" y="73671"/>
                  </a:lnTo>
                  <a:lnTo>
                    <a:pt x="3522345" y="73920"/>
                  </a:lnTo>
                  <a:lnTo>
                    <a:pt x="3521273" y="74168"/>
                  </a:lnTo>
                  <a:lnTo>
                    <a:pt x="3520202" y="74417"/>
                  </a:lnTo>
                  <a:lnTo>
                    <a:pt x="3519130" y="74666"/>
                  </a:lnTo>
                  <a:lnTo>
                    <a:pt x="3518058" y="74915"/>
                  </a:lnTo>
                  <a:lnTo>
                    <a:pt x="3516987" y="75164"/>
                  </a:lnTo>
                  <a:lnTo>
                    <a:pt x="3515915" y="75413"/>
                  </a:lnTo>
                  <a:lnTo>
                    <a:pt x="3514844" y="75663"/>
                  </a:lnTo>
                  <a:lnTo>
                    <a:pt x="3513772" y="75912"/>
                  </a:lnTo>
                  <a:lnTo>
                    <a:pt x="3512700" y="76162"/>
                  </a:lnTo>
                  <a:lnTo>
                    <a:pt x="3511629" y="76411"/>
                  </a:lnTo>
                  <a:lnTo>
                    <a:pt x="3510557" y="76661"/>
                  </a:lnTo>
                  <a:lnTo>
                    <a:pt x="3509486" y="76911"/>
                  </a:lnTo>
                  <a:lnTo>
                    <a:pt x="3508414" y="77161"/>
                  </a:lnTo>
                  <a:lnTo>
                    <a:pt x="3507342" y="77411"/>
                  </a:lnTo>
                  <a:lnTo>
                    <a:pt x="3506271" y="77661"/>
                  </a:lnTo>
                  <a:lnTo>
                    <a:pt x="3505199" y="77911"/>
                  </a:lnTo>
                  <a:lnTo>
                    <a:pt x="3504128" y="78161"/>
                  </a:lnTo>
                  <a:lnTo>
                    <a:pt x="3503056" y="78411"/>
                  </a:lnTo>
                  <a:lnTo>
                    <a:pt x="3501984" y="78662"/>
                  </a:lnTo>
                  <a:lnTo>
                    <a:pt x="3500913" y="78912"/>
                  </a:lnTo>
                  <a:lnTo>
                    <a:pt x="3499841" y="79163"/>
                  </a:lnTo>
                  <a:lnTo>
                    <a:pt x="3498770" y="79414"/>
                  </a:lnTo>
                  <a:lnTo>
                    <a:pt x="3497698" y="79665"/>
                  </a:lnTo>
                  <a:lnTo>
                    <a:pt x="3496626" y="79916"/>
                  </a:lnTo>
                  <a:lnTo>
                    <a:pt x="3495555" y="80167"/>
                  </a:lnTo>
                  <a:lnTo>
                    <a:pt x="3494483" y="80418"/>
                  </a:lnTo>
                  <a:lnTo>
                    <a:pt x="3493412" y="80669"/>
                  </a:lnTo>
                  <a:lnTo>
                    <a:pt x="3492340" y="80921"/>
                  </a:lnTo>
                  <a:lnTo>
                    <a:pt x="3491268" y="81172"/>
                  </a:lnTo>
                  <a:lnTo>
                    <a:pt x="3490197" y="81424"/>
                  </a:lnTo>
                  <a:lnTo>
                    <a:pt x="3489125" y="81675"/>
                  </a:lnTo>
                  <a:lnTo>
                    <a:pt x="3488054" y="81927"/>
                  </a:lnTo>
                  <a:lnTo>
                    <a:pt x="3486982" y="82179"/>
                  </a:lnTo>
                  <a:lnTo>
                    <a:pt x="3485910" y="82431"/>
                  </a:lnTo>
                  <a:lnTo>
                    <a:pt x="3484839" y="82683"/>
                  </a:lnTo>
                  <a:lnTo>
                    <a:pt x="3483767" y="82935"/>
                  </a:lnTo>
                  <a:lnTo>
                    <a:pt x="3482696" y="83187"/>
                  </a:lnTo>
                  <a:lnTo>
                    <a:pt x="3481624" y="83440"/>
                  </a:lnTo>
                  <a:lnTo>
                    <a:pt x="3480552" y="83692"/>
                  </a:lnTo>
                  <a:lnTo>
                    <a:pt x="3479481" y="83945"/>
                  </a:lnTo>
                  <a:lnTo>
                    <a:pt x="3478409" y="84197"/>
                  </a:lnTo>
                  <a:lnTo>
                    <a:pt x="3477338" y="84450"/>
                  </a:lnTo>
                  <a:lnTo>
                    <a:pt x="3476266" y="84703"/>
                  </a:lnTo>
                  <a:lnTo>
                    <a:pt x="3475194" y="84956"/>
                  </a:lnTo>
                  <a:lnTo>
                    <a:pt x="3474123" y="85209"/>
                  </a:lnTo>
                  <a:lnTo>
                    <a:pt x="3473051" y="85462"/>
                  </a:lnTo>
                  <a:lnTo>
                    <a:pt x="3471980" y="85716"/>
                  </a:lnTo>
                  <a:lnTo>
                    <a:pt x="3470908" y="85969"/>
                  </a:lnTo>
                  <a:lnTo>
                    <a:pt x="3469836" y="86223"/>
                  </a:lnTo>
                  <a:lnTo>
                    <a:pt x="3468765" y="86476"/>
                  </a:lnTo>
                  <a:lnTo>
                    <a:pt x="3467693" y="86730"/>
                  </a:lnTo>
                  <a:lnTo>
                    <a:pt x="3466622" y="86984"/>
                  </a:lnTo>
                  <a:lnTo>
                    <a:pt x="3465550" y="87238"/>
                  </a:lnTo>
                  <a:lnTo>
                    <a:pt x="3464478" y="87492"/>
                  </a:lnTo>
                  <a:lnTo>
                    <a:pt x="3463407" y="87746"/>
                  </a:lnTo>
                  <a:lnTo>
                    <a:pt x="3462335" y="88000"/>
                  </a:lnTo>
                  <a:lnTo>
                    <a:pt x="3461264" y="88255"/>
                  </a:lnTo>
                  <a:lnTo>
                    <a:pt x="3460192" y="88509"/>
                  </a:lnTo>
                  <a:lnTo>
                    <a:pt x="3459120" y="88764"/>
                  </a:lnTo>
                  <a:lnTo>
                    <a:pt x="3458049" y="89018"/>
                  </a:lnTo>
                  <a:lnTo>
                    <a:pt x="3456977" y="89273"/>
                  </a:lnTo>
                  <a:lnTo>
                    <a:pt x="3455906" y="89528"/>
                  </a:lnTo>
                  <a:lnTo>
                    <a:pt x="3454834" y="89783"/>
                  </a:lnTo>
                  <a:lnTo>
                    <a:pt x="3453762" y="90038"/>
                  </a:lnTo>
                  <a:lnTo>
                    <a:pt x="3452691" y="90293"/>
                  </a:lnTo>
                  <a:lnTo>
                    <a:pt x="3451619" y="90549"/>
                  </a:lnTo>
                  <a:lnTo>
                    <a:pt x="3450548" y="90804"/>
                  </a:lnTo>
                  <a:lnTo>
                    <a:pt x="3449476" y="91060"/>
                  </a:lnTo>
                  <a:lnTo>
                    <a:pt x="3448404" y="91315"/>
                  </a:lnTo>
                  <a:lnTo>
                    <a:pt x="3447333" y="91571"/>
                  </a:lnTo>
                  <a:lnTo>
                    <a:pt x="3446261" y="91827"/>
                  </a:lnTo>
                  <a:lnTo>
                    <a:pt x="3445190" y="92083"/>
                  </a:lnTo>
                  <a:lnTo>
                    <a:pt x="3444118" y="92339"/>
                  </a:lnTo>
                  <a:lnTo>
                    <a:pt x="3443046" y="92595"/>
                  </a:lnTo>
                  <a:lnTo>
                    <a:pt x="3441975" y="92852"/>
                  </a:lnTo>
                  <a:lnTo>
                    <a:pt x="3440903" y="93108"/>
                  </a:lnTo>
                  <a:lnTo>
                    <a:pt x="3439832" y="93365"/>
                  </a:lnTo>
                  <a:lnTo>
                    <a:pt x="3438760" y="93621"/>
                  </a:lnTo>
                  <a:lnTo>
                    <a:pt x="3437688" y="93878"/>
                  </a:lnTo>
                  <a:lnTo>
                    <a:pt x="3436617" y="94135"/>
                  </a:lnTo>
                  <a:lnTo>
                    <a:pt x="3435545" y="94392"/>
                  </a:lnTo>
                  <a:lnTo>
                    <a:pt x="3434474" y="94649"/>
                  </a:lnTo>
                  <a:lnTo>
                    <a:pt x="3433402" y="94906"/>
                  </a:lnTo>
                  <a:lnTo>
                    <a:pt x="3432330" y="95163"/>
                  </a:lnTo>
                  <a:lnTo>
                    <a:pt x="3431259" y="95421"/>
                  </a:lnTo>
                  <a:lnTo>
                    <a:pt x="3430187" y="95678"/>
                  </a:lnTo>
                  <a:lnTo>
                    <a:pt x="3429116" y="95936"/>
                  </a:lnTo>
                  <a:lnTo>
                    <a:pt x="3428044" y="96194"/>
                  </a:lnTo>
                  <a:lnTo>
                    <a:pt x="3426972" y="96452"/>
                  </a:lnTo>
                  <a:lnTo>
                    <a:pt x="3425901" y="96710"/>
                  </a:lnTo>
                  <a:lnTo>
                    <a:pt x="3424829" y="96968"/>
                  </a:lnTo>
                  <a:lnTo>
                    <a:pt x="3423758" y="97226"/>
                  </a:lnTo>
                  <a:lnTo>
                    <a:pt x="3422686" y="97484"/>
                  </a:lnTo>
                  <a:lnTo>
                    <a:pt x="3421614" y="97743"/>
                  </a:lnTo>
                  <a:lnTo>
                    <a:pt x="3420543" y="98002"/>
                  </a:lnTo>
                  <a:lnTo>
                    <a:pt x="3419471" y="98260"/>
                  </a:lnTo>
                  <a:lnTo>
                    <a:pt x="3418400" y="98519"/>
                  </a:lnTo>
                  <a:lnTo>
                    <a:pt x="3417328" y="98778"/>
                  </a:lnTo>
                  <a:lnTo>
                    <a:pt x="3416256" y="99037"/>
                  </a:lnTo>
                  <a:lnTo>
                    <a:pt x="3415185" y="99296"/>
                  </a:lnTo>
                  <a:lnTo>
                    <a:pt x="3414113" y="99555"/>
                  </a:lnTo>
                  <a:lnTo>
                    <a:pt x="3413042" y="99815"/>
                  </a:lnTo>
                  <a:lnTo>
                    <a:pt x="3411970" y="100074"/>
                  </a:lnTo>
                  <a:lnTo>
                    <a:pt x="3410898" y="100334"/>
                  </a:lnTo>
                  <a:lnTo>
                    <a:pt x="3409827" y="100594"/>
                  </a:lnTo>
                  <a:lnTo>
                    <a:pt x="3408755" y="100854"/>
                  </a:lnTo>
                  <a:lnTo>
                    <a:pt x="3407684" y="101114"/>
                  </a:lnTo>
                  <a:lnTo>
                    <a:pt x="3406612" y="101374"/>
                  </a:lnTo>
                  <a:lnTo>
                    <a:pt x="3405540" y="101634"/>
                  </a:lnTo>
                  <a:lnTo>
                    <a:pt x="3404469" y="101894"/>
                  </a:lnTo>
                  <a:lnTo>
                    <a:pt x="3403397" y="102155"/>
                  </a:lnTo>
                  <a:lnTo>
                    <a:pt x="3402326" y="102415"/>
                  </a:lnTo>
                  <a:lnTo>
                    <a:pt x="3401254" y="102676"/>
                  </a:lnTo>
                  <a:lnTo>
                    <a:pt x="3400182" y="102937"/>
                  </a:lnTo>
                  <a:lnTo>
                    <a:pt x="3399111" y="103198"/>
                  </a:lnTo>
                  <a:lnTo>
                    <a:pt x="3398039" y="103459"/>
                  </a:lnTo>
                  <a:lnTo>
                    <a:pt x="3396968" y="103720"/>
                  </a:lnTo>
                  <a:lnTo>
                    <a:pt x="3395896" y="103981"/>
                  </a:lnTo>
                  <a:lnTo>
                    <a:pt x="3394824" y="104243"/>
                  </a:lnTo>
                  <a:lnTo>
                    <a:pt x="3393753" y="104504"/>
                  </a:lnTo>
                  <a:lnTo>
                    <a:pt x="3392681" y="104766"/>
                  </a:lnTo>
                  <a:lnTo>
                    <a:pt x="3391610" y="105028"/>
                  </a:lnTo>
                  <a:lnTo>
                    <a:pt x="3390538" y="105289"/>
                  </a:lnTo>
                  <a:lnTo>
                    <a:pt x="3389466" y="105551"/>
                  </a:lnTo>
                  <a:lnTo>
                    <a:pt x="3388395" y="105814"/>
                  </a:lnTo>
                  <a:lnTo>
                    <a:pt x="3387323" y="106076"/>
                  </a:lnTo>
                  <a:lnTo>
                    <a:pt x="3386252" y="106338"/>
                  </a:lnTo>
                  <a:lnTo>
                    <a:pt x="3385180" y="106601"/>
                  </a:lnTo>
                  <a:lnTo>
                    <a:pt x="3384108" y="106863"/>
                  </a:lnTo>
                  <a:lnTo>
                    <a:pt x="3383037" y="107126"/>
                  </a:lnTo>
                  <a:lnTo>
                    <a:pt x="3381965" y="107389"/>
                  </a:lnTo>
                  <a:lnTo>
                    <a:pt x="3380894" y="107652"/>
                  </a:lnTo>
                  <a:lnTo>
                    <a:pt x="3379822" y="107915"/>
                  </a:lnTo>
                  <a:lnTo>
                    <a:pt x="3378750" y="108178"/>
                  </a:lnTo>
                  <a:lnTo>
                    <a:pt x="3377679" y="108442"/>
                  </a:lnTo>
                  <a:lnTo>
                    <a:pt x="3376607" y="108705"/>
                  </a:lnTo>
                  <a:lnTo>
                    <a:pt x="3375536" y="108969"/>
                  </a:lnTo>
                  <a:lnTo>
                    <a:pt x="3374464" y="109233"/>
                  </a:lnTo>
                  <a:lnTo>
                    <a:pt x="3373392" y="109497"/>
                  </a:lnTo>
                  <a:lnTo>
                    <a:pt x="3372321" y="109761"/>
                  </a:lnTo>
                  <a:lnTo>
                    <a:pt x="3371249" y="110025"/>
                  </a:lnTo>
                  <a:lnTo>
                    <a:pt x="3370178" y="110289"/>
                  </a:lnTo>
                  <a:lnTo>
                    <a:pt x="3369106" y="110553"/>
                  </a:lnTo>
                  <a:lnTo>
                    <a:pt x="3368035" y="110818"/>
                  </a:lnTo>
                  <a:lnTo>
                    <a:pt x="3366963" y="111083"/>
                  </a:lnTo>
                  <a:lnTo>
                    <a:pt x="3365891" y="111347"/>
                  </a:lnTo>
                  <a:lnTo>
                    <a:pt x="3364820" y="111612"/>
                  </a:lnTo>
                  <a:lnTo>
                    <a:pt x="3363748" y="111877"/>
                  </a:lnTo>
                  <a:lnTo>
                    <a:pt x="3362677" y="112142"/>
                  </a:lnTo>
                  <a:lnTo>
                    <a:pt x="3361605" y="112408"/>
                  </a:lnTo>
                  <a:lnTo>
                    <a:pt x="3360533" y="112673"/>
                  </a:lnTo>
                  <a:lnTo>
                    <a:pt x="3359462" y="112939"/>
                  </a:lnTo>
                  <a:lnTo>
                    <a:pt x="3358390" y="113204"/>
                  </a:lnTo>
                  <a:lnTo>
                    <a:pt x="3357319" y="113470"/>
                  </a:lnTo>
                  <a:lnTo>
                    <a:pt x="3356247" y="113736"/>
                  </a:lnTo>
                  <a:lnTo>
                    <a:pt x="3355175" y="114002"/>
                  </a:lnTo>
                  <a:lnTo>
                    <a:pt x="3354104" y="114268"/>
                  </a:lnTo>
                  <a:lnTo>
                    <a:pt x="3353032" y="114534"/>
                  </a:lnTo>
                  <a:lnTo>
                    <a:pt x="3351961" y="114801"/>
                  </a:lnTo>
                  <a:lnTo>
                    <a:pt x="3350889" y="115068"/>
                  </a:lnTo>
                  <a:lnTo>
                    <a:pt x="3349817" y="115334"/>
                  </a:lnTo>
                  <a:lnTo>
                    <a:pt x="3348746" y="115601"/>
                  </a:lnTo>
                  <a:lnTo>
                    <a:pt x="3347674" y="115868"/>
                  </a:lnTo>
                  <a:lnTo>
                    <a:pt x="3346603" y="116135"/>
                  </a:lnTo>
                  <a:lnTo>
                    <a:pt x="3345531" y="116402"/>
                  </a:lnTo>
                  <a:lnTo>
                    <a:pt x="3344459" y="116670"/>
                  </a:lnTo>
                  <a:lnTo>
                    <a:pt x="3343388" y="116937"/>
                  </a:lnTo>
                  <a:lnTo>
                    <a:pt x="3342316" y="117205"/>
                  </a:lnTo>
                  <a:lnTo>
                    <a:pt x="3341245" y="117473"/>
                  </a:lnTo>
                  <a:lnTo>
                    <a:pt x="3340173" y="117740"/>
                  </a:lnTo>
                  <a:lnTo>
                    <a:pt x="3339101" y="118008"/>
                  </a:lnTo>
                  <a:lnTo>
                    <a:pt x="3338030" y="118277"/>
                  </a:lnTo>
                  <a:lnTo>
                    <a:pt x="3336958" y="118545"/>
                  </a:lnTo>
                  <a:lnTo>
                    <a:pt x="3335887" y="118813"/>
                  </a:lnTo>
                  <a:lnTo>
                    <a:pt x="3334815" y="119082"/>
                  </a:lnTo>
                  <a:lnTo>
                    <a:pt x="3333743" y="119351"/>
                  </a:lnTo>
                  <a:lnTo>
                    <a:pt x="3332672" y="119619"/>
                  </a:lnTo>
                  <a:lnTo>
                    <a:pt x="3331600" y="119888"/>
                  </a:lnTo>
                  <a:lnTo>
                    <a:pt x="3330529" y="120157"/>
                  </a:lnTo>
                  <a:lnTo>
                    <a:pt x="3329457" y="120427"/>
                  </a:lnTo>
                  <a:lnTo>
                    <a:pt x="3328385" y="120696"/>
                  </a:lnTo>
                  <a:lnTo>
                    <a:pt x="3327314" y="120966"/>
                  </a:lnTo>
                  <a:lnTo>
                    <a:pt x="3326242" y="121235"/>
                  </a:lnTo>
                  <a:lnTo>
                    <a:pt x="3325171" y="121505"/>
                  </a:lnTo>
                  <a:lnTo>
                    <a:pt x="3324099" y="121775"/>
                  </a:lnTo>
                  <a:lnTo>
                    <a:pt x="3323027" y="122045"/>
                  </a:lnTo>
                  <a:lnTo>
                    <a:pt x="3321956" y="122315"/>
                  </a:lnTo>
                  <a:lnTo>
                    <a:pt x="3320884" y="122585"/>
                  </a:lnTo>
                  <a:lnTo>
                    <a:pt x="3319813" y="122856"/>
                  </a:lnTo>
                  <a:lnTo>
                    <a:pt x="3318741" y="123127"/>
                  </a:lnTo>
                  <a:lnTo>
                    <a:pt x="3317669" y="123397"/>
                  </a:lnTo>
                  <a:lnTo>
                    <a:pt x="3316598" y="123668"/>
                  </a:lnTo>
                  <a:lnTo>
                    <a:pt x="3315526" y="123939"/>
                  </a:lnTo>
                  <a:lnTo>
                    <a:pt x="3314455" y="124210"/>
                  </a:lnTo>
                  <a:lnTo>
                    <a:pt x="3313383" y="124482"/>
                  </a:lnTo>
                  <a:lnTo>
                    <a:pt x="3312311" y="124753"/>
                  </a:lnTo>
                  <a:lnTo>
                    <a:pt x="3311240" y="125025"/>
                  </a:lnTo>
                  <a:lnTo>
                    <a:pt x="3310168" y="125296"/>
                  </a:lnTo>
                  <a:lnTo>
                    <a:pt x="3309097" y="125568"/>
                  </a:lnTo>
                  <a:lnTo>
                    <a:pt x="3308025" y="125840"/>
                  </a:lnTo>
                  <a:lnTo>
                    <a:pt x="3306953" y="126112"/>
                  </a:lnTo>
                  <a:lnTo>
                    <a:pt x="3305882" y="126385"/>
                  </a:lnTo>
                  <a:lnTo>
                    <a:pt x="3304810" y="126657"/>
                  </a:lnTo>
                  <a:lnTo>
                    <a:pt x="3303739" y="126930"/>
                  </a:lnTo>
                  <a:lnTo>
                    <a:pt x="3302667" y="127202"/>
                  </a:lnTo>
                  <a:lnTo>
                    <a:pt x="3301595" y="127475"/>
                  </a:lnTo>
                  <a:lnTo>
                    <a:pt x="3300524" y="127748"/>
                  </a:lnTo>
                  <a:lnTo>
                    <a:pt x="3299452" y="128021"/>
                  </a:lnTo>
                  <a:lnTo>
                    <a:pt x="3298381" y="128294"/>
                  </a:lnTo>
                  <a:lnTo>
                    <a:pt x="3297309" y="128568"/>
                  </a:lnTo>
                  <a:lnTo>
                    <a:pt x="3296237" y="128841"/>
                  </a:lnTo>
                  <a:lnTo>
                    <a:pt x="3295166" y="129115"/>
                  </a:lnTo>
                  <a:lnTo>
                    <a:pt x="3294094" y="129389"/>
                  </a:lnTo>
                  <a:lnTo>
                    <a:pt x="3293023" y="129663"/>
                  </a:lnTo>
                  <a:lnTo>
                    <a:pt x="3291951" y="129937"/>
                  </a:lnTo>
                  <a:lnTo>
                    <a:pt x="3290879" y="130211"/>
                  </a:lnTo>
                  <a:lnTo>
                    <a:pt x="3289808" y="130486"/>
                  </a:lnTo>
                  <a:lnTo>
                    <a:pt x="3288736" y="130760"/>
                  </a:lnTo>
                  <a:lnTo>
                    <a:pt x="3287665" y="131035"/>
                  </a:lnTo>
                  <a:lnTo>
                    <a:pt x="3286593" y="131310"/>
                  </a:lnTo>
                  <a:lnTo>
                    <a:pt x="3285521" y="131585"/>
                  </a:lnTo>
                  <a:lnTo>
                    <a:pt x="3284450" y="131860"/>
                  </a:lnTo>
                  <a:lnTo>
                    <a:pt x="3283378" y="132135"/>
                  </a:lnTo>
                  <a:lnTo>
                    <a:pt x="3282307" y="132411"/>
                  </a:lnTo>
                  <a:lnTo>
                    <a:pt x="3281235" y="132686"/>
                  </a:lnTo>
                  <a:lnTo>
                    <a:pt x="3280163" y="132962"/>
                  </a:lnTo>
                  <a:lnTo>
                    <a:pt x="3279092" y="133238"/>
                  </a:lnTo>
                  <a:lnTo>
                    <a:pt x="3278020" y="133514"/>
                  </a:lnTo>
                  <a:lnTo>
                    <a:pt x="3276949" y="133790"/>
                  </a:lnTo>
                  <a:lnTo>
                    <a:pt x="3275877" y="134066"/>
                  </a:lnTo>
                  <a:lnTo>
                    <a:pt x="3274805" y="134343"/>
                  </a:lnTo>
                  <a:lnTo>
                    <a:pt x="3273734" y="134619"/>
                  </a:lnTo>
                  <a:lnTo>
                    <a:pt x="3272662" y="134896"/>
                  </a:lnTo>
                  <a:lnTo>
                    <a:pt x="3271591" y="135173"/>
                  </a:lnTo>
                  <a:lnTo>
                    <a:pt x="3270519" y="135450"/>
                  </a:lnTo>
                  <a:lnTo>
                    <a:pt x="3269447" y="135727"/>
                  </a:lnTo>
                  <a:lnTo>
                    <a:pt x="3268376" y="136005"/>
                  </a:lnTo>
                  <a:lnTo>
                    <a:pt x="3267304" y="136282"/>
                  </a:lnTo>
                  <a:lnTo>
                    <a:pt x="3266233" y="136560"/>
                  </a:lnTo>
                  <a:lnTo>
                    <a:pt x="3265161" y="136838"/>
                  </a:lnTo>
                  <a:lnTo>
                    <a:pt x="3264089" y="137115"/>
                  </a:lnTo>
                  <a:lnTo>
                    <a:pt x="3263018" y="137394"/>
                  </a:lnTo>
                  <a:lnTo>
                    <a:pt x="3261946" y="137672"/>
                  </a:lnTo>
                  <a:lnTo>
                    <a:pt x="3260875" y="137950"/>
                  </a:lnTo>
                  <a:lnTo>
                    <a:pt x="3259803" y="138229"/>
                  </a:lnTo>
                  <a:lnTo>
                    <a:pt x="3258731" y="138507"/>
                  </a:lnTo>
                  <a:lnTo>
                    <a:pt x="3257660" y="138786"/>
                  </a:lnTo>
                  <a:lnTo>
                    <a:pt x="3256588" y="139065"/>
                  </a:lnTo>
                  <a:lnTo>
                    <a:pt x="3255517" y="139344"/>
                  </a:lnTo>
                  <a:lnTo>
                    <a:pt x="3254445" y="139624"/>
                  </a:lnTo>
                  <a:lnTo>
                    <a:pt x="3253373" y="139903"/>
                  </a:lnTo>
                  <a:lnTo>
                    <a:pt x="3252302" y="140183"/>
                  </a:lnTo>
                  <a:lnTo>
                    <a:pt x="3251230" y="140463"/>
                  </a:lnTo>
                  <a:lnTo>
                    <a:pt x="3250159" y="140743"/>
                  </a:lnTo>
                  <a:lnTo>
                    <a:pt x="3249087" y="141023"/>
                  </a:lnTo>
                  <a:lnTo>
                    <a:pt x="3248015" y="141303"/>
                  </a:lnTo>
                  <a:lnTo>
                    <a:pt x="3246944" y="141583"/>
                  </a:lnTo>
                  <a:lnTo>
                    <a:pt x="3245872" y="141864"/>
                  </a:lnTo>
                  <a:lnTo>
                    <a:pt x="3244801" y="142144"/>
                  </a:lnTo>
                  <a:lnTo>
                    <a:pt x="3243729" y="142425"/>
                  </a:lnTo>
                  <a:lnTo>
                    <a:pt x="3242657" y="142706"/>
                  </a:lnTo>
                  <a:lnTo>
                    <a:pt x="3241586" y="142987"/>
                  </a:lnTo>
                  <a:lnTo>
                    <a:pt x="3240514" y="143269"/>
                  </a:lnTo>
                  <a:lnTo>
                    <a:pt x="3239443" y="143550"/>
                  </a:lnTo>
                  <a:lnTo>
                    <a:pt x="3238371" y="143832"/>
                  </a:lnTo>
                  <a:lnTo>
                    <a:pt x="3237299" y="144114"/>
                  </a:lnTo>
                  <a:lnTo>
                    <a:pt x="3236228" y="144395"/>
                  </a:lnTo>
                  <a:lnTo>
                    <a:pt x="3235156" y="144678"/>
                  </a:lnTo>
                  <a:lnTo>
                    <a:pt x="3234085" y="144960"/>
                  </a:lnTo>
                  <a:lnTo>
                    <a:pt x="3233013" y="145242"/>
                  </a:lnTo>
                  <a:lnTo>
                    <a:pt x="3231941" y="145525"/>
                  </a:lnTo>
                  <a:lnTo>
                    <a:pt x="3230870" y="145807"/>
                  </a:lnTo>
                  <a:lnTo>
                    <a:pt x="3229798" y="146090"/>
                  </a:lnTo>
                  <a:lnTo>
                    <a:pt x="3228727" y="146373"/>
                  </a:lnTo>
                  <a:lnTo>
                    <a:pt x="3227655" y="146657"/>
                  </a:lnTo>
                  <a:lnTo>
                    <a:pt x="3226583" y="146940"/>
                  </a:lnTo>
                  <a:lnTo>
                    <a:pt x="3225512" y="147223"/>
                  </a:lnTo>
                  <a:lnTo>
                    <a:pt x="3224440" y="147507"/>
                  </a:lnTo>
                  <a:lnTo>
                    <a:pt x="3223369" y="147791"/>
                  </a:lnTo>
                  <a:lnTo>
                    <a:pt x="3222297" y="148075"/>
                  </a:lnTo>
                  <a:lnTo>
                    <a:pt x="3221225" y="148359"/>
                  </a:lnTo>
                  <a:lnTo>
                    <a:pt x="3220154" y="148643"/>
                  </a:lnTo>
                  <a:lnTo>
                    <a:pt x="3219082" y="148928"/>
                  </a:lnTo>
                  <a:lnTo>
                    <a:pt x="3218011" y="149212"/>
                  </a:lnTo>
                  <a:lnTo>
                    <a:pt x="3216939" y="149497"/>
                  </a:lnTo>
                  <a:lnTo>
                    <a:pt x="3215867" y="149782"/>
                  </a:lnTo>
                  <a:lnTo>
                    <a:pt x="3214796" y="150067"/>
                  </a:lnTo>
                  <a:lnTo>
                    <a:pt x="3213724" y="150352"/>
                  </a:lnTo>
                  <a:lnTo>
                    <a:pt x="3212653" y="150638"/>
                  </a:lnTo>
                  <a:lnTo>
                    <a:pt x="3211581" y="150923"/>
                  </a:lnTo>
                  <a:lnTo>
                    <a:pt x="3210509" y="151209"/>
                  </a:lnTo>
                  <a:lnTo>
                    <a:pt x="3209438" y="151495"/>
                  </a:lnTo>
                  <a:lnTo>
                    <a:pt x="3208366" y="151781"/>
                  </a:lnTo>
                  <a:lnTo>
                    <a:pt x="3207295" y="152067"/>
                  </a:lnTo>
                  <a:lnTo>
                    <a:pt x="3206223" y="152354"/>
                  </a:lnTo>
                  <a:lnTo>
                    <a:pt x="3205151" y="152640"/>
                  </a:lnTo>
                  <a:lnTo>
                    <a:pt x="3204080" y="152927"/>
                  </a:lnTo>
                  <a:lnTo>
                    <a:pt x="3203008" y="153214"/>
                  </a:lnTo>
                  <a:lnTo>
                    <a:pt x="3201937" y="153501"/>
                  </a:lnTo>
                  <a:lnTo>
                    <a:pt x="3200865" y="153788"/>
                  </a:lnTo>
                  <a:lnTo>
                    <a:pt x="3199793" y="154075"/>
                  </a:lnTo>
                  <a:lnTo>
                    <a:pt x="3198722" y="154363"/>
                  </a:lnTo>
                  <a:lnTo>
                    <a:pt x="3197650" y="154651"/>
                  </a:lnTo>
                  <a:lnTo>
                    <a:pt x="3196579" y="154939"/>
                  </a:lnTo>
                  <a:lnTo>
                    <a:pt x="3195507" y="155227"/>
                  </a:lnTo>
                  <a:lnTo>
                    <a:pt x="3194436" y="155515"/>
                  </a:lnTo>
                  <a:lnTo>
                    <a:pt x="3193364" y="155803"/>
                  </a:lnTo>
                  <a:lnTo>
                    <a:pt x="3192292" y="156092"/>
                  </a:lnTo>
                  <a:lnTo>
                    <a:pt x="3191221" y="156380"/>
                  </a:lnTo>
                  <a:lnTo>
                    <a:pt x="3190149" y="156669"/>
                  </a:lnTo>
                  <a:lnTo>
                    <a:pt x="3189078" y="156958"/>
                  </a:lnTo>
                  <a:lnTo>
                    <a:pt x="3188006" y="157247"/>
                  </a:lnTo>
                  <a:lnTo>
                    <a:pt x="3186934" y="157537"/>
                  </a:lnTo>
                  <a:lnTo>
                    <a:pt x="3185863" y="157826"/>
                  </a:lnTo>
                  <a:lnTo>
                    <a:pt x="3184791" y="158116"/>
                  </a:lnTo>
                  <a:lnTo>
                    <a:pt x="3183720" y="158406"/>
                  </a:lnTo>
                  <a:lnTo>
                    <a:pt x="3182648" y="158696"/>
                  </a:lnTo>
                  <a:lnTo>
                    <a:pt x="3181576" y="158986"/>
                  </a:lnTo>
                  <a:lnTo>
                    <a:pt x="3180505" y="159276"/>
                  </a:lnTo>
                  <a:lnTo>
                    <a:pt x="3179433" y="159567"/>
                  </a:lnTo>
                  <a:lnTo>
                    <a:pt x="3178362" y="159858"/>
                  </a:lnTo>
                  <a:lnTo>
                    <a:pt x="3177290" y="160148"/>
                  </a:lnTo>
                  <a:lnTo>
                    <a:pt x="3176218" y="160439"/>
                  </a:lnTo>
                  <a:lnTo>
                    <a:pt x="3175147" y="160731"/>
                  </a:lnTo>
                  <a:lnTo>
                    <a:pt x="3174075" y="161022"/>
                  </a:lnTo>
                  <a:lnTo>
                    <a:pt x="3173004" y="161313"/>
                  </a:lnTo>
                  <a:lnTo>
                    <a:pt x="3171932" y="161605"/>
                  </a:lnTo>
                  <a:lnTo>
                    <a:pt x="3170860" y="161897"/>
                  </a:lnTo>
                  <a:lnTo>
                    <a:pt x="3169789" y="162189"/>
                  </a:lnTo>
                  <a:lnTo>
                    <a:pt x="3168717" y="162481"/>
                  </a:lnTo>
                  <a:lnTo>
                    <a:pt x="3167646" y="162774"/>
                  </a:lnTo>
                  <a:lnTo>
                    <a:pt x="3166574" y="163066"/>
                  </a:lnTo>
                  <a:lnTo>
                    <a:pt x="3165502" y="163359"/>
                  </a:lnTo>
                  <a:lnTo>
                    <a:pt x="3164431" y="163652"/>
                  </a:lnTo>
                  <a:lnTo>
                    <a:pt x="3163359" y="163945"/>
                  </a:lnTo>
                  <a:lnTo>
                    <a:pt x="3162288" y="164238"/>
                  </a:lnTo>
                  <a:lnTo>
                    <a:pt x="3161216" y="164532"/>
                  </a:lnTo>
                  <a:lnTo>
                    <a:pt x="3160144" y="164825"/>
                  </a:lnTo>
                  <a:lnTo>
                    <a:pt x="3159073" y="165119"/>
                  </a:lnTo>
                  <a:lnTo>
                    <a:pt x="3158001" y="165413"/>
                  </a:lnTo>
                  <a:lnTo>
                    <a:pt x="3156930" y="165707"/>
                  </a:lnTo>
                  <a:lnTo>
                    <a:pt x="3155858" y="166001"/>
                  </a:lnTo>
                  <a:lnTo>
                    <a:pt x="3154786" y="166296"/>
                  </a:lnTo>
                  <a:lnTo>
                    <a:pt x="3153715" y="166590"/>
                  </a:lnTo>
                  <a:lnTo>
                    <a:pt x="3152643" y="166885"/>
                  </a:lnTo>
                  <a:lnTo>
                    <a:pt x="3151572" y="167180"/>
                  </a:lnTo>
                  <a:lnTo>
                    <a:pt x="3150500" y="167475"/>
                  </a:lnTo>
                  <a:lnTo>
                    <a:pt x="3149428" y="167770"/>
                  </a:lnTo>
                  <a:lnTo>
                    <a:pt x="3148357" y="168066"/>
                  </a:lnTo>
                  <a:lnTo>
                    <a:pt x="3147285" y="168361"/>
                  </a:lnTo>
                  <a:lnTo>
                    <a:pt x="3146214" y="168657"/>
                  </a:lnTo>
                  <a:lnTo>
                    <a:pt x="3145142" y="168953"/>
                  </a:lnTo>
                  <a:lnTo>
                    <a:pt x="3144070" y="169249"/>
                  </a:lnTo>
                  <a:lnTo>
                    <a:pt x="3142999" y="169546"/>
                  </a:lnTo>
                  <a:lnTo>
                    <a:pt x="3141927" y="169842"/>
                  </a:lnTo>
                  <a:lnTo>
                    <a:pt x="3140856" y="170139"/>
                  </a:lnTo>
                  <a:lnTo>
                    <a:pt x="3139784" y="170436"/>
                  </a:lnTo>
                  <a:lnTo>
                    <a:pt x="3138712" y="170733"/>
                  </a:lnTo>
                  <a:lnTo>
                    <a:pt x="3137641" y="171030"/>
                  </a:lnTo>
                  <a:lnTo>
                    <a:pt x="3136569" y="171327"/>
                  </a:lnTo>
                  <a:lnTo>
                    <a:pt x="3135498" y="171625"/>
                  </a:lnTo>
                  <a:lnTo>
                    <a:pt x="3134426" y="171923"/>
                  </a:lnTo>
                  <a:lnTo>
                    <a:pt x="3133354" y="172221"/>
                  </a:lnTo>
                  <a:lnTo>
                    <a:pt x="3132283" y="172519"/>
                  </a:lnTo>
                  <a:lnTo>
                    <a:pt x="3131211" y="172817"/>
                  </a:lnTo>
                  <a:lnTo>
                    <a:pt x="3130140" y="173116"/>
                  </a:lnTo>
                  <a:lnTo>
                    <a:pt x="3129068" y="173414"/>
                  </a:lnTo>
                  <a:lnTo>
                    <a:pt x="3127996" y="173713"/>
                  </a:lnTo>
                  <a:lnTo>
                    <a:pt x="3126925" y="174012"/>
                  </a:lnTo>
                  <a:lnTo>
                    <a:pt x="3125853" y="174311"/>
                  </a:lnTo>
                  <a:lnTo>
                    <a:pt x="3124782" y="174610"/>
                  </a:lnTo>
                  <a:lnTo>
                    <a:pt x="3123710" y="174910"/>
                  </a:lnTo>
                  <a:lnTo>
                    <a:pt x="3122638" y="175210"/>
                  </a:lnTo>
                  <a:lnTo>
                    <a:pt x="3121567" y="175510"/>
                  </a:lnTo>
                  <a:lnTo>
                    <a:pt x="3120495" y="175810"/>
                  </a:lnTo>
                  <a:lnTo>
                    <a:pt x="3119424" y="176110"/>
                  </a:lnTo>
                  <a:lnTo>
                    <a:pt x="3118352" y="176410"/>
                  </a:lnTo>
                  <a:lnTo>
                    <a:pt x="3117280" y="176711"/>
                  </a:lnTo>
                  <a:lnTo>
                    <a:pt x="3116209" y="177012"/>
                  </a:lnTo>
                  <a:lnTo>
                    <a:pt x="3115137" y="177313"/>
                  </a:lnTo>
                  <a:lnTo>
                    <a:pt x="3114066" y="177614"/>
                  </a:lnTo>
                  <a:lnTo>
                    <a:pt x="3112994" y="177915"/>
                  </a:lnTo>
                  <a:lnTo>
                    <a:pt x="3111922" y="178216"/>
                  </a:lnTo>
                  <a:lnTo>
                    <a:pt x="3110851" y="178518"/>
                  </a:lnTo>
                  <a:lnTo>
                    <a:pt x="3109779" y="178820"/>
                  </a:lnTo>
                  <a:lnTo>
                    <a:pt x="3108708" y="179122"/>
                  </a:lnTo>
                  <a:lnTo>
                    <a:pt x="3107636" y="179424"/>
                  </a:lnTo>
                  <a:lnTo>
                    <a:pt x="3106564" y="179727"/>
                  </a:lnTo>
                  <a:lnTo>
                    <a:pt x="3105493" y="180029"/>
                  </a:lnTo>
                  <a:lnTo>
                    <a:pt x="3104421" y="180332"/>
                  </a:lnTo>
                  <a:lnTo>
                    <a:pt x="3103350" y="180635"/>
                  </a:lnTo>
                  <a:lnTo>
                    <a:pt x="3102278" y="180938"/>
                  </a:lnTo>
                  <a:lnTo>
                    <a:pt x="3101206" y="181241"/>
                  </a:lnTo>
                  <a:lnTo>
                    <a:pt x="3100135" y="181545"/>
                  </a:lnTo>
                  <a:lnTo>
                    <a:pt x="3099063" y="181848"/>
                  </a:lnTo>
                  <a:lnTo>
                    <a:pt x="3097992" y="182152"/>
                  </a:lnTo>
                  <a:lnTo>
                    <a:pt x="3096920" y="182456"/>
                  </a:lnTo>
                  <a:lnTo>
                    <a:pt x="3095848" y="182760"/>
                  </a:lnTo>
                  <a:lnTo>
                    <a:pt x="3094777" y="183065"/>
                  </a:lnTo>
                  <a:lnTo>
                    <a:pt x="3093705" y="183369"/>
                  </a:lnTo>
                  <a:lnTo>
                    <a:pt x="3092634" y="183674"/>
                  </a:lnTo>
                  <a:lnTo>
                    <a:pt x="3091562" y="183979"/>
                  </a:lnTo>
                  <a:lnTo>
                    <a:pt x="3090490" y="184284"/>
                  </a:lnTo>
                  <a:lnTo>
                    <a:pt x="3089419" y="184589"/>
                  </a:lnTo>
                  <a:lnTo>
                    <a:pt x="3088347" y="184895"/>
                  </a:lnTo>
                  <a:lnTo>
                    <a:pt x="3087276" y="185201"/>
                  </a:lnTo>
                  <a:lnTo>
                    <a:pt x="3086204" y="185506"/>
                  </a:lnTo>
                  <a:lnTo>
                    <a:pt x="3085132" y="185812"/>
                  </a:lnTo>
                  <a:lnTo>
                    <a:pt x="3084061" y="186119"/>
                  </a:lnTo>
                  <a:lnTo>
                    <a:pt x="3082989" y="186425"/>
                  </a:lnTo>
                  <a:lnTo>
                    <a:pt x="3081918" y="186732"/>
                  </a:lnTo>
                  <a:lnTo>
                    <a:pt x="3080846" y="187038"/>
                  </a:lnTo>
                  <a:lnTo>
                    <a:pt x="3079774" y="187345"/>
                  </a:lnTo>
                  <a:lnTo>
                    <a:pt x="3078703" y="187652"/>
                  </a:lnTo>
                  <a:lnTo>
                    <a:pt x="3077631" y="187960"/>
                  </a:lnTo>
                  <a:lnTo>
                    <a:pt x="3076560" y="188267"/>
                  </a:lnTo>
                  <a:lnTo>
                    <a:pt x="3075488" y="188575"/>
                  </a:lnTo>
                  <a:lnTo>
                    <a:pt x="3074416" y="188883"/>
                  </a:lnTo>
                  <a:lnTo>
                    <a:pt x="3073345" y="189191"/>
                  </a:lnTo>
                  <a:lnTo>
                    <a:pt x="3072273" y="189499"/>
                  </a:lnTo>
                  <a:lnTo>
                    <a:pt x="3071202" y="189808"/>
                  </a:lnTo>
                  <a:lnTo>
                    <a:pt x="3070130" y="190116"/>
                  </a:lnTo>
                  <a:lnTo>
                    <a:pt x="3069058" y="190425"/>
                  </a:lnTo>
                  <a:lnTo>
                    <a:pt x="3067987" y="190734"/>
                  </a:lnTo>
                  <a:lnTo>
                    <a:pt x="3066915" y="191043"/>
                  </a:lnTo>
                  <a:lnTo>
                    <a:pt x="3065844" y="191352"/>
                  </a:lnTo>
                  <a:lnTo>
                    <a:pt x="3064772" y="191662"/>
                  </a:lnTo>
                  <a:lnTo>
                    <a:pt x="3063700" y="191972"/>
                  </a:lnTo>
                  <a:lnTo>
                    <a:pt x="3062629" y="192282"/>
                  </a:lnTo>
                  <a:lnTo>
                    <a:pt x="3061557" y="192592"/>
                  </a:lnTo>
                  <a:lnTo>
                    <a:pt x="3060486" y="192902"/>
                  </a:lnTo>
                  <a:lnTo>
                    <a:pt x="3059414" y="193213"/>
                  </a:lnTo>
                  <a:lnTo>
                    <a:pt x="3058342" y="193523"/>
                  </a:lnTo>
                  <a:lnTo>
                    <a:pt x="3057271" y="193834"/>
                  </a:lnTo>
                  <a:lnTo>
                    <a:pt x="3056199" y="194145"/>
                  </a:lnTo>
                  <a:lnTo>
                    <a:pt x="3055128" y="194456"/>
                  </a:lnTo>
                  <a:lnTo>
                    <a:pt x="3054056" y="194768"/>
                  </a:lnTo>
                  <a:lnTo>
                    <a:pt x="3052984" y="195079"/>
                  </a:lnTo>
                  <a:lnTo>
                    <a:pt x="3051913" y="195391"/>
                  </a:lnTo>
                  <a:lnTo>
                    <a:pt x="3050841" y="195703"/>
                  </a:lnTo>
                  <a:lnTo>
                    <a:pt x="3049770" y="196015"/>
                  </a:lnTo>
                  <a:lnTo>
                    <a:pt x="3048698" y="196328"/>
                  </a:lnTo>
                  <a:lnTo>
                    <a:pt x="3047626" y="196640"/>
                  </a:lnTo>
                  <a:lnTo>
                    <a:pt x="3046555" y="196953"/>
                  </a:lnTo>
                  <a:lnTo>
                    <a:pt x="3045483" y="197266"/>
                  </a:lnTo>
                  <a:lnTo>
                    <a:pt x="3044412" y="197579"/>
                  </a:lnTo>
                  <a:lnTo>
                    <a:pt x="3043340" y="197892"/>
                  </a:lnTo>
                  <a:lnTo>
                    <a:pt x="3042268" y="198206"/>
                  </a:lnTo>
                  <a:lnTo>
                    <a:pt x="3041197" y="198519"/>
                  </a:lnTo>
                  <a:lnTo>
                    <a:pt x="3040125" y="198833"/>
                  </a:lnTo>
                  <a:lnTo>
                    <a:pt x="3039054" y="199147"/>
                  </a:lnTo>
                  <a:lnTo>
                    <a:pt x="3037982" y="199461"/>
                  </a:lnTo>
                  <a:lnTo>
                    <a:pt x="3036910" y="199776"/>
                  </a:lnTo>
                  <a:lnTo>
                    <a:pt x="3035839" y="200091"/>
                  </a:lnTo>
                  <a:lnTo>
                    <a:pt x="3034767" y="200405"/>
                  </a:lnTo>
                  <a:lnTo>
                    <a:pt x="3033696" y="200720"/>
                  </a:lnTo>
                  <a:lnTo>
                    <a:pt x="3032624" y="201036"/>
                  </a:lnTo>
                  <a:lnTo>
                    <a:pt x="3031552" y="201351"/>
                  </a:lnTo>
                  <a:lnTo>
                    <a:pt x="3030481" y="201666"/>
                  </a:lnTo>
                  <a:lnTo>
                    <a:pt x="3029409" y="201982"/>
                  </a:lnTo>
                  <a:lnTo>
                    <a:pt x="3028338" y="202298"/>
                  </a:lnTo>
                  <a:lnTo>
                    <a:pt x="3027266" y="202614"/>
                  </a:lnTo>
                  <a:lnTo>
                    <a:pt x="3026194" y="202931"/>
                  </a:lnTo>
                  <a:lnTo>
                    <a:pt x="3025123" y="203247"/>
                  </a:lnTo>
                  <a:lnTo>
                    <a:pt x="3024051" y="203564"/>
                  </a:lnTo>
                  <a:lnTo>
                    <a:pt x="3022980" y="203881"/>
                  </a:lnTo>
                  <a:lnTo>
                    <a:pt x="3021908" y="204198"/>
                  </a:lnTo>
                  <a:lnTo>
                    <a:pt x="3020836" y="204515"/>
                  </a:lnTo>
                  <a:lnTo>
                    <a:pt x="3019765" y="204833"/>
                  </a:lnTo>
                  <a:lnTo>
                    <a:pt x="3018693" y="205150"/>
                  </a:lnTo>
                  <a:lnTo>
                    <a:pt x="3017622" y="205468"/>
                  </a:lnTo>
                  <a:lnTo>
                    <a:pt x="3016550" y="205786"/>
                  </a:lnTo>
                  <a:lnTo>
                    <a:pt x="3015479" y="206104"/>
                  </a:lnTo>
                  <a:lnTo>
                    <a:pt x="3014407" y="206423"/>
                  </a:lnTo>
                  <a:lnTo>
                    <a:pt x="3013335" y="206741"/>
                  </a:lnTo>
                  <a:lnTo>
                    <a:pt x="3012264" y="207060"/>
                  </a:lnTo>
                  <a:lnTo>
                    <a:pt x="3011192" y="207379"/>
                  </a:lnTo>
                  <a:lnTo>
                    <a:pt x="3010121" y="207698"/>
                  </a:lnTo>
                  <a:lnTo>
                    <a:pt x="3009049" y="208018"/>
                  </a:lnTo>
                  <a:lnTo>
                    <a:pt x="3007977" y="208337"/>
                  </a:lnTo>
                  <a:lnTo>
                    <a:pt x="3006906" y="208657"/>
                  </a:lnTo>
                  <a:lnTo>
                    <a:pt x="3005834" y="208977"/>
                  </a:lnTo>
                  <a:lnTo>
                    <a:pt x="3004763" y="209297"/>
                  </a:lnTo>
                  <a:lnTo>
                    <a:pt x="3003691" y="209618"/>
                  </a:lnTo>
                  <a:lnTo>
                    <a:pt x="3002619" y="209938"/>
                  </a:lnTo>
                  <a:lnTo>
                    <a:pt x="3001548" y="210259"/>
                  </a:lnTo>
                  <a:lnTo>
                    <a:pt x="3000476" y="210580"/>
                  </a:lnTo>
                  <a:lnTo>
                    <a:pt x="2999405" y="210901"/>
                  </a:lnTo>
                  <a:lnTo>
                    <a:pt x="2998333" y="211223"/>
                  </a:lnTo>
                  <a:lnTo>
                    <a:pt x="2997261" y="211544"/>
                  </a:lnTo>
                  <a:lnTo>
                    <a:pt x="2996190" y="211866"/>
                  </a:lnTo>
                  <a:lnTo>
                    <a:pt x="2995118" y="212188"/>
                  </a:lnTo>
                  <a:lnTo>
                    <a:pt x="2994047" y="212510"/>
                  </a:lnTo>
                  <a:lnTo>
                    <a:pt x="2992975" y="212833"/>
                  </a:lnTo>
                  <a:lnTo>
                    <a:pt x="2991903" y="213156"/>
                  </a:lnTo>
                  <a:lnTo>
                    <a:pt x="2990832" y="213478"/>
                  </a:lnTo>
                  <a:lnTo>
                    <a:pt x="2989760" y="213802"/>
                  </a:lnTo>
                  <a:lnTo>
                    <a:pt x="2988689" y="214125"/>
                  </a:lnTo>
                  <a:lnTo>
                    <a:pt x="2987617" y="214448"/>
                  </a:lnTo>
                  <a:lnTo>
                    <a:pt x="2986545" y="214772"/>
                  </a:lnTo>
                  <a:lnTo>
                    <a:pt x="2985474" y="215096"/>
                  </a:lnTo>
                  <a:lnTo>
                    <a:pt x="2984402" y="215420"/>
                  </a:lnTo>
                  <a:lnTo>
                    <a:pt x="2983331" y="215745"/>
                  </a:lnTo>
                  <a:lnTo>
                    <a:pt x="2982259" y="216069"/>
                  </a:lnTo>
                  <a:lnTo>
                    <a:pt x="2981187" y="216394"/>
                  </a:lnTo>
                  <a:lnTo>
                    <a:pt x="2980116" y="216719"/>
                  </a:lnTo>
                  <a:lnTo>
                    <a:pt x="2979044" y="217045"/>
                  </a:lnTo>
                  <a:lnTo>
                    <a:pt x="2977973" y="217370"/>
                  </a:lnTo>
                  <a:lnTo>
                    <a:pt x="2976901" y="217696"/>
                  </a:lnTo>
                  <a:lnTo>
                    <a:pt x="2975829" y="218022"/>
                  </a:lnTo>
                  <a:lnTo>
                    <a:pt x="2974758" y="218348"/>
                  </a:lnTo>
                  <a:lnTo>
                    <a:pt x="2973686" y="218674"/>
                  </a:lnTo>
                  <a:lnTo>
                    <a:pt x="2972615" y="219001"/>
                  </a:lnTo>
                  <a:lnTo>
                    <a:pt x="2971543" y="219328"/>
                  </a:lnTo>
                  <a:lnTo>
                    <a:pt x="2970471" y="219655"/>
                  </a:lnTo>
                  <a:lnTo>
                    <a:pt x="2969400" y="219982"/>
                  </a:lnTo>
                  <a:lnTo>
                    <a:pt x="2968328" y="220310"/>
                  </a:lnTo>
                  <a:lnTo>
                    <a:pt x="2967257" y="220638"/>
                  </a:lnTo>
                  <a:lnTo>
                    <a:pt x="2966185" y="220966"/>
                  </a:lnTo>
                  <a:lnTo>
                    <a:pt x="2965113" y="221294"/>
                  </a:lnTo>
                  <a:lnTo>
                    <a:pt x="2964042" y="221622"/>
                  </a:lnTo>
                  <a:lnTo>
                    <a:pt x="2962970" y="221951"/>
                  </a:lnTo>
                  <a:lnTo>
                    <a:pt x="2961899" y="222280"/>
                  </a:lnTo>
                  <a:lnTo>
                    <a:pt x="2960827" y="222609"/>
                  </a:lnTo>
                  <a:lnTo>
                    <a:pt x="2959755" y="222939"/>
                  </a:lnTo>
                  <a:lnTo>
                    <a:pt x="2958684" y="223268"/>
                  </a:lnTo>
                  <a:lnTo>
                    <a:pt x="2957612" y="223598"/>
                  </a:lnTo>
                  <a:lnTo>
                    <a:pt x="2956541" y="223929"/>
                  </a:lnTo>
                  <a:lnTo>
                    <a:pt x="2955469" y="224259"/>
                  </a:lnTo>
                  <a:lnTo>
                    <a:pt x="2954397" y="224590"/>
                  </a:lnTo>
                  <a:lnTo>
                    <a:pt x="2953326" y="224920"/>
                  </a:lnTo>
                  <a:lnTo>
                    <a:pt x="2952254" y="225252"/>
                  </a:lnTo>
                  <a:lnTo>
                    <a:pt x="2951183" y="225583"/>
                  </a:lnTo>
                  <a:lnTo>
                    <a:pt x="2950111" y="225915"/>
                  </a:lnTo>
                  <a:lnTo>
                    <a:pt x="2949039" y="226246"/>
                  </a:lnTo>
                  <a:lnTo>
                    <a:pt x="2947968" y="226578"/>
                  </a:lnTo>
                  <a:lnTo>
                    <a:pt x="2946896" y="226911"/>
                  </a:lnTo>
                  <a:lnTo>
                    <a:pt x="2945825" y="227243"/>
                  </a:lnTo>
                  <a:lnTo>
                    <a:pt x="2944753" y="227576"/>
                  </a:lnTo>
                  <a:lnTo>
                    <a:pt x="2943681" y="227909"/>
                  </a:lnTo>
                  <a:lnTo>
                    <a:pt x="2942610" y="228243"/>
                  </a:lnTo>
                  <a:lnTo>
                    <a:pt x="2941538" y="228576"/>
                  </a:lnTo>
                  <a:lnTo>
                    <a:pt x="2940467" y="228910"/>
                  </a:lnTo>
                  <a:lnTo>
                    <a:pt x="2939395" y="229244"/>
                  </a:lnTo>
                  <a:lnTo>
                    <a:pt x="2938323" y="229578"/>
                  </a:lnTo>
                  <a:lnTo>
                    <a:pt x="2937252" y="229913"/>
                  </a:lnTo>
                  <a:lnTo>
                    <a:pt x="2936180" y="230248"/>
                  </a:lnTo>
                  <a:lnTo>
                    <a:pt x="2935109" y="230583"/>
                  </a:lnTo>
                  <a:lnTo>
                    <a:pt x="2934037" y="230918"/>
                  </a:lnTo>
                  <a:lnTo>
                    <a:pt x="2932965" y="231254"/>
                  </a:lnTo>
                  <a:lnTo>
                    <a:pt x="2931894" y="231590"/>
                  </a:lnTo>
                  <a:lnTo>
                    <a:pt x="2930822" y="231926"/>
                  </a:lnTo>
                  <a:lnTo>
                    <a:pt x="2929751" y="232262"/>
                  </a:lnTo>
                  <a:lnTo>
                    <a:pt x="2928679" y="232599"/>
                  </a:lnTo>
                  <a:lnTo>
                    <a:pt x="2927607" y="232936"/>
                  </a:lnTo>
                  <a:lnTo>
                    <a:pt x="2926536" y="233273"/>
                  </a:lnTo>
                  <a:lnTo>
                    <a:pt x="2925464" y="233610"/>
                  </a:lnTo>
                  <a:lnTo>
                    <a:pt x="2924393" y="233948"/>
                  </a:lnTo>
                  <a:lnTo>
                    <a:pt x="2923321" y="234286"/>
                  </a:lnTo>
                  <a:lnTo>
                    <a:pt x="2922249" y="234624"/>
                  </a:lnTo>
                  <a:lnTo>
                    <a:pt x="2921178" y="234962"/>
                  </a:lnTo>
                  <a:lnTo>
                    <a:pt x="2920106" y="235301"/>
                  </a:lnTo>
                  <a:lnTo>
                    <a:pt x="2919035" y="235640"/>
                  </a:lnTo>
                  <a:lnTo>
                    <a:pt x="2917963" y="235979"/>
                  </a:lnTo>
                  <a:lnTo>
                    <a:pt x="2916891" y="236318"/>
                  </a:lnTo>
                  <a:lnTo>
                    <a:pt x="2915820" y="236658"/>
                  </a:lnTo>
                  <a:lnTo>
                    <a:pt x="2914748" y="236998"/>
                  </a:lnTo>
                  <a:lnTo>
                    <a:pt x="2913677" y="237338"/>
                  </a:lnTo>
                  <a:lnTo>
                    <a:pt x="2912605" y="237679"/>
                  </a:lnTo>
                  <a:lnTo>
                    <a:pt x="2911533" y="238020"/>
                  </a:lnTo>
                  <a:lnTo>
                    <a:pt x="2910462" y="238361"/>
                  </a:lnTo>
                  <a:lnTo>
                    <a:pt x="2909390" y="238702"/>
                  </a:lnTo>
                  <a:lnTo>
                    <a:pt x="2908319" y="239043"/>
                  </a:lnTo>
                  <a:lnTo>
                    <a:pt x="2907247" y="239385"/>
                  </a:lnTo>
                  <a:lnTo>
                    <a:pt x="2906175" y="239727"/>
                  </a:lnTo>
                  <a:lnTo>
                    <a:pt x="2905104" y="240070"/>
                  </a:lnTo>
                  <a:lnTo>
                    <a:pt x="2904032" y="240412"/>
                  </a:lnTo>
                  <a:lnTo>
                    <a:pt x="2902961" y="240755"/>
                  </a:lnTo>
                  <a:lnTo>
                    <a:pt x="2901889" y="241098"/>
                  </a:lnTo>
                  <a:lnTo>
                    <a:pt x="2900817" y="241442"/>
                  </a:lnTo>
                  <a:lnTo>
                    <a:pt x="2899746" y="241786"/>
                  </a:lnTo>
                  <a:lnTo>
                    <a:pt x="2898674" y="242130"/>
                  </a:lnTo>
                  <a:lnTo>
                    <a:pt x="2897603" y="242474"/>
                  </a:lnTo>
                  <a:lnTo>
                    <a:pt x="2896531" y="242818"/>
                  </a:lnTo>
                  <a:lnTo>
                    <a:pt x="2895459" y="243163"/>
                  </a:lnTo>
                  <a:lnTo>
                    <a:pt x="2894388" y="243508"/>
                  </a:lnTo>
                  <a:lnTo>
                    <a:pt x="2893316" y="243853"/>
                  </a:lnTo>
                  <a:lnTo>
                    <a:pt x="2892245" y="244199"/>
                  </a:lnTo>
                  <a:lnTo>
                    <a:pt x="2891173" y="244545"/>
                  </a:lnTo>
                  <a:lnTo>
                    <a:pt x="2890101" y="244891"/>
                  </a:lnTo>
                  <a:lnTo>
                    <a:pt x="2889030" y="245238"/>
                  </a:lnTo>
                  <a:lnTo>
                    <a:pt x="2887958" y="245584"/>
                  </a:lnTo>
                  <a:lnTo>
                    <a:pt x="2886887" y="245931"/>
                  </a:lnTo>
                  <a:lnTo>
                    <a:pt x="2885815" y="246278"/>
                  </a:lnTo>
                  <a:lnTo>
                    <a:pt x="2884743" y="246626"/>
                  </a:lnTo>
                  <a:lnTo>
                    <a:pt x="2883672" y="246974"/>
                  </a:lnTo>
                  <a:lnTo>
                    <a:pt x="2882600" y="247322"/>
                  </a:lnTo>
                  <a:lnTo>
                    <a:pt x="2881529" y="247670"/>
                  </a:lnTo>
                  <a:lnTo>
                    <a:pt x="2880457" y="248019"/>
                  </a:lnTo>
                  <a:lnTo>
                    <a:pt x="2879385" y="248368"/>
                  </a:lnTo>
                  <a:lnTo>
                    <a:pt x="2878314" y="248717"/>
                  </a:lnTo>
                  <a:lnTo>
                    <a:pt x="2877242" y="249066"/>
                  </a:lnTo>
                  <a:lnTo>
                    <a:pt x="2876171" y="249416"/>
                  </a:lnTo>
                  <a:lnTo>
                    <a:pt x="2875099" y="249766"/>
                  </a:lnTo>
                  <a:lnTo>
                    <a:pt x="2874027" y="250116"/>
                  </a:lnTo>
                  <a:lnTo>
                    <a:pt x="2872956" y="250467"/>
                  </a:lnTo>
                  <a:lnTo>
                    <a:pt x="2871884" y="250818"/>
                  </a:lnTo>
                  <a:lnTo>
                    <a:pt x="2870813" y="251169"/>
                  </a:lnTo>
                  <a:lnTo>
                    <a:pt x="2869741" y="251520"/>
                  </a:lnTo>
                  <a:lnTo>
                    <a:pt x="2868669" y="251872"/>
                  </a:lnTo>
                  <a:lnTo>
                    <a:pt x="2867598" y="252224"/>
                  </a:lnTo>
                  <a:lnTo>
                    <a:pt x="2866526" y="252576"/>
                  </a:lnTo>
                  <a:lnTo>
                    <a:pt x="2865455" y="252928"/>
                  </a:lnTo>
                  <a:lnTo>
                    <a:pt x="2864383" y="253281"/>
                  </a:lnTo>
                  <a:lnTo>
                    <a:pt x="2863311" y="253634"/>
                  </a:lnTo>
                  <a:lnTo>
                    <a:pt x="2862240" y="253988"/>
                  </a:lnTo>
                  <a:lnTo>
                    <a:pt x="2861168" y="254341"/>
                  </a:lnTo>
                  <a:lnTo>
                    <a:pt x="2860097" y="254695"/>
                  </a:lnTo>
                  <a:lnTo>
                    <a:pt x="2859025" y="255049"/>
                  </a:lnTo>
                  <a:lnTo>
                    <a:pt x="2857953" y="255404"/>
                  </a:lnTo>
                  <a:lnTo>
                    <a:pt x="2856882" y="255759"/>
                  </a:lnTo>
                  <a:lnTo>
                    <a:pt x="2855810" y="256114"/>
                  </a:lnTo>
                  <a:lnTo>
                    <a:pt x="2854739" y="256469"/>
                  </a:lnTo>
                  <a:lnTo>
                    <a:pt x="2853667" y="256825"/>
                  </a:lnTo>
                  <a:lnTo>
                    <a:pt x="2852595" y="257180"/>
                  </a:lnTo>
                  <a:lnTo>
                    <a:pt x="2851524" y="257537"/>
                  </a:lnTo>
                  <a:lnTo>
                    <a:pt x="2850452" y="257893"/>
                  </a:lnTo>
                  <a:lnTo>
                    <a:pt x="2849381" y="258250"/>
                  </a:lnTo>
                  <a:lnTo>
                    <a:pt x="2848309" y="258607"/>
                  </a:lnTo>
                  <a:lnTo>
                    <a:pt x="2847237" y="258964"/>
                  </a:lnTo>
                  <a:lnTo>
                    <a:pt x="2846166" y="259322"/>
                  </a:lnTo>
                  <a:lnTo>
                    <a:pt x="2845094" y="259680"/>
                  </a:lnTo>
                  <a:lnTo>
                    <a:pt x="2844023" y="260038"/>
                  </a:lnTo>
                  <a:lnTo>
                    <a:pt x="2842951" y="260396"/>
                  </a:lnTo>
                  <a:lnTo>
                    <a:pt x="2841879" y="260755"/>
                  </a:lnTo>
                  <a:lnTo>
                    <a:pt x="2840808" y="261114"/>
                  </a:lnTo>
                  <a:lnTo>
                    <a:pt x="2839736" y="261473"/>
                  </a:lnTo>
                  <a:lnTo>
                    <a:pt x="2838665" y="261833"/>
                  </a:lnTo>
                  <a:lnTo>
                    <a:pt x="2837593" y="262193"/>
                  </a:lnTo>
                  <a:lnTo>
                    <a:pt x="2836522" y="262553"/>
                  </a:lnTo>
                  <a:lnTo>
                    <a:pt x="2835450" y="262913"/>
                  </a:lnTo>
                  <a:lnTo>
                    <a:pt x="2834378" y="263274"/>
                  </a:lnTo>
                  <a:lnTo>
                    <a:pt x="2833307" y="263635"/>
                  </a:lnTo>
                  <a:lnTo>
                    <a:pt x="2832235" y="263996"/>
                  </a:lnTo>
                  <a:lnTo>
                    <a:pt x="2831164" y="264358"/>
                  </a:lnTo>
                  <a:lnTo>
                    <a:pt x="2830092" y="264720"/>
                  </a:lnTo>
                  <a:lnTo>
                    <a:pt x="2829020" y="265082"/>
                  </a:lnTo>
                  <a:lnTo>
                    <a:pt x="2827949" y="265444"/>
                  </a:lnTo>
                  <a:lnTo>
                    <a:pt x="2826877" y="265807"/>
                  </a:lnTo>
                  <a:lnTo>
                    <a:pt x="2825806" y="266170"/>
                  </a:lnTo>
                  <a:lnTo>
                    <a:pt x="2824734" y="266533"/>
                  </a:lnTo>
                  <a:lnTo>
                    <a:pt x="2823662" y="266897"/>
                  </a:lnTo>
                  <a:lnTo>
                    <a:pt x="2822591" y="267261"/>
                  </a:lnTo>
                  <a:lnTo>
                    <a:pt x="2821519" y="267625"/>
                  </a:lnTo>
                  <a:lnTo>
                    <a:pt x="2820448" y="267989"/>
                  </a:lnTo>
                  <a:lnTo>
                    <a:pt x="2819376" y="268354"/>
                  </a:lnTo>
                  <a:lnTo>
                    <a:pt x="2818304" y="268719"/>
                  </a:lnTo>
                  <a:lnTo>
                    <a:pt x="2817233" y="269084"/>
                  </a:lnTo>
                  <a:lnTo>
                    <a:pt x="2816161" y="269450"/>
                  </a:lnTo>
                  <a:lnTo>
                    <a:pt x="2815090" y="269816"/>
                  </a:lnTo>
                  <a:lnTo>
                    <a:pt x="2814018" y="270182"/>
                  </a:lnTo>
                  <a:lnTo>
                    <a:pt x="2812946" y="270549"/>
                  </a:lnTo>
                  <a:lnTo>
                    <a:pt x="2811875" y="270915"/>
                  </a:lnTo>
                  <a:lnTo>
                    <a:pt x="2810803" y="271282"/>
                  </a:lnTo>
                  <a:lnTo>
                    <a:pt x="2809732" y="271650"/>
                  </a:lnTo>
                  <a:lnTo>
                    <a:pt x="2808660" y="272017"/>
                  </a:lnTo>
                  <a:lnTo>
                    <a:pt x="2807588" y="272385"/>
                  </a:lnTo>
                  <a:lnTo>
                    <a:pt x="2806517" y="272753"/>
                  </a:lnTo>
                  <a:lnTo>
                    <a:pt x="2805445" y="273122"/>
                  </a:lnTo>
                  <a:lnTo>
                    <a:pt x="2804374" y="273491"/>
                  </a:lnTo>
                  <a:lnTo>
                    <a:pt x="2803302" y="273860"/>
                  </a:lnTo>
                  <a:lnTo>
                    <a:pt x="2802230" y="274229"/>
                  </a:lnTo>
                  <a:lnTo>
                    <a:pt x="2801159" y="274599"/>
                  </a:lnTo>
                  <a:lnTo>
                    <a:pt x="2800087" y="274968"/>
                  </a:lnTo>
                  <a:lnTo>
                    <a:pt x="2799016" y="275339"/>
                  </a:lnTo>
                  <a:lnTo>
                    <a:pt x="2797944" y="275709"/>
                  </a:lnTo>
                  <a:lnTo>
                    <a:pt x="2796872" y="276080"/>
                  </a:lnTo>
                  <a:lnTo>
                    <a:pt x="2795801" y="276451"/>
                  </a:lnTo>
                  <a:lnTo>
                    <a:pt x="2794729" y="276822"/>
                  </a:lnTo>
                  <a:lnTo>
                    <a:pt x="2793658" y="277194"/>
                  </a:lnTo>
                  <a:lnTo>
                    <a:pt x="2792586" y="277566"/>
                  </a:lnTo>
                  <a:lnTo>
                    <a:pt x="2791514" y="277938"/>
                  </a:lnTo>
                  <a:lnTo>
                    <a:pt x="2790443" y="278311"/>
                  </a:lnTo>
                  <a:lnTo>
                    <a:pt x="2789371" y="278684"/>
                  </a:lnTo>
                  <a:lnTo>
                    <a:pt x="2788300" y="279057"/>
                  </a:lnTo>
                  <a:lnTo>
                    <a:pt x="2787228" y="279430"/>
                  </a:lnTo>
                  <a:lnTo>
                    <a:pt x="2786156" y="279804"/>
                  </a:lnTo>
                  <a:lnTo>
                    <a:pt x="2785085" y="280178"/>
                  </a:lnTo>
                  <a:lnTo>
                    <a:pt x="2784013" y="280552"/>
                  </a:lnTo>
                  <a:lnTo>
                    <a:pt x="2782942" y="280926"/>
                  </a:lnTo>
                  <a:lnTo>
                    <a:pt x="2781870" y="281301"/>
                  </a:lnTo>
                  <a:lnTo>
                    <a:pt x="2780798" y="281676"/>
                  </a:lnTo>
                  <a:lnTo>
                    <a:pt x="2779727" y="282052"/>
                  </a:lnTo>
                  <a:lnTo>
                    <a:pt x="2778655" y="282427"/>
                  </a:lnTo>
                  <a:lnTo>
                    <a:pt x="2777584" y="282803"/>
                  </a:lnTo>
                  <a:lnTo>
                    <a:pt x="2776512" y="283180"/>
                  </a:lnTo>
                  <a:lnTo>
                    <a:pt x="2775440" y="283556"/>
                  </a:lnTo>
                  <a:lnTo>
                    <a:pt x="2774369" y="283933"/>
                  </a:lnTo>
                  <a:lnTo>
                    <a:pt x="2773297" y="284310"/>
                  </a:lnTo>
                  <a:lnTo>
                    <a:pt x="2772226" y="284688"/>
                  </a:lnTo>
                  <a:lnTo>
                    <a:pt x="2771154" y="285065"/>
                  </a:lnTo>
                  <a:lnTo>
                    <a:pt x="2770082" y="285443"/>
                  </a:lnTo>
                  <a:lnTo>
                    <a:pt x="2769011" y="285822"/>
                  </a:lnTo>
                  <a:lnTo>
                    <a:pt x="2767939" y="286200"/>
                  </a:lnTo>
                  <a:lnTo>
                    <a:pt x="2766868" y="286579"/>
                  </a:lnTo>
                  <a:lnTo>
                    <a:pt x="2765796" y="286958"/>
                  </a:lnTo>
                  <a:lnTo>
                    <a:pt x="2764724" y="287338"/>
                  </a:lnTo>
                  <a:lnTo>
                    <a:pt x="2763653" y="287717"/>
                  </a:lnTo>
                  <a:lnTo>
                    <a:pt x="2762581" y="288097"/>
                  </a:lnTo>
                  <a:lnTo>
                    <a:pt x="2761510" y="288478"/>
                  </a:lnTo>
                  <a:lnTo>
                    <a:pt x="2760438" y="288858"/>
                  </a:lnTo>
                  <a:lnTo>
                    <a:pt x="2759366" y="289239"/>
                  </a:lnTo>
                  <a:lnTo>
                    <a:pt x="2758295" y="289620"/>
                  </a:lnTo>
                  <a:lnTo>
                    <a:pt x="2757223" y="290002"/>
                  </a:lnTo>
                  <a:lnTo>
                    <a:pt x="2756152" y="290383"/>
                  </a:lnTo>
                  <a:lnTo>
                    <a:pt x="2755080" y="290765"/>
                  </a:lnTo>
                  <a:lnTo>
                    <a:pt x="2754008" y="291148"/>
                  </a:lnTo>
                  <a:lnTo>
                    <a:pt x="2752937" y="291530"/>
                  </a:lnTo>
                  <a:lnTo>
                    <a:pt x="2751865" y="291913"/>
                  </a:lnTo>
                  <a:lnTo>
                    <a:pt x="2750794" y="292296"/>
                  </a:lnTo>
                  <a:lnTo>
                    <a:pt x="2749722" y="292680"/>
                  </a:lnTo>
                  <a:lnTo>
                    <a:pt x="2748650" y="293063"/>
                  </a:lnTo>
                  <a:lnTo>
                    <a:pt x="2747579" y="293447"/>
                  </a:lnTo>
                  <a:lnTo>
                    <a:pt x="2746507" y="293832"/>
                  </a:lnTo>
                  <a:lnTo>
                    <a:pt x="2745436" y="294216"/>
                  </a:lnTo>
                  <a:lnTo>
                    <a:pt x="2744364" y="294601"/>
                  </a:lnTo>
                  <a:lnTo>
                    <a:pt x="2743292" y="294986"/>
                  </a:lnTo>
                  <a:lnTo>
                    <a:pt x="2742221" y="295372"/>
                  </a:lnTo>
                  <a:lnTo>
                    <a:pt x="2741149" y="295757"/>
                  </a:lnTo>
                  <a:lnTo>
                    <a:pt x="2740078" y="296143"/>
                  </a:lnTo>
                  <a:lnTo>
                    <a:pt x="2739006" y="296530"/>
                  </a:lnTo>
                  <a:lnTo>
                    <a:pt x="2737934" y="296916"/>
                  </a:lnTo>
                  <a:lnTo>
                    <a:pt x="2736863" y="297303"/>
                  </a:lnTo>
                  <a:lnTo>
                    <a:pt x="2735791" y="297690"/>
                  </a:lnTo>
                  <a:lnTo>
                    <a:pt x="2734720" y="298078"/>
                  </a:lnTo>
                  <a:lnTo>
                    <a:pt x="2733648" y="298466"/>
                  </a:lnTo>
                  <a:lnTo>
                    <a:pt x="2732576" y="298854"/>
                  </a:lnTo>
                  <a:lnTo>
                    <a:pt x="2731505" y="299242"/>
                  </a:lnTo>
                  <a:lnTo>
                    <a:pt x="2730433" y="299630"/>
                  </a:lnTo>
                  <a:lnTo>
                    <a:pt x="2729362" y="300019"/>
                  </a:lnTo>
                  <a:lnTo>
                    <a:pt x="2728290" y="300408"/>
                  </a:lnTo>
                  <a:lnTo>
                    <a:pt x="2727218" y="300798"/>
                  </a:lnTo>
                  <a:lnTo>
                    <a:pt x="2726147" y="301188"/>
                  </a:lnTo>
                  <a:lnTo>
                    <a:pt x="2725075" y="301578"/>
                  </a:lnTo>
                  <a:lnTo>
                    <a:pt x="2724004" y="301968"/>
                  </a:lnTo>
                  <a:lnTo>
                    <a:pt x="2722932" y="302358"/>
                  </a:lnTo>
                  <a:lnTo>
                    <a:pt x="2721860" y="302749"/>
                  </a:lnTo>
                  <a:lnTo>
                    <a:pt x="2720789" y="303140"/>
                  </a:lnTo>
                  <a:lnTo>
                    <a:pt x="2719717" y="303532"/>
                  </a:lnTo>
                  <a:lnTo>
                    <a:pt x="2718646" y="303923"/>
                  </a:lnTo>
                  <a:lnTo>
                    <a:pt x="2717574" y="304315"/>
                  </a:lnTo>
                  <a:lnTo>
                    <a:pt x="2716502" y="304708"/>
                  </a:lnTo>
                  <a:lnTo>
                    <a:pt x="2715431" y="305100"/>
                  </a:lnTo>
                  <a:lnTo>
                    <a:pt x="2714359" y="305493"/>
                  </a:lnTo>
                  <a:lnTo>
                    <a:pt x="2713288" y="305886"/>
                  </a:lnTo>
                  <a:lnTo>
                    <a:pt x="2712216" y="306279"/>
                  </a:lnTo>
                  <a:lnTo>
                    <a:pt x="2711144" y="306673"/>
                  </a:lnTo>
                  <a:lnTo>
                    <a:pt x="2710073" y="307067"/>
                  </a:lnTo>
                  <a:lnTo>
                    <a:pt x="2709001" y="307461"/>
                  </a:lnTo>
                  <a:lnTo>
                    <a:pt x="2707930" y="307856"/>
                  </a:lnTo>
                  <a:lnTo>
                    <a:pt x="2706858" y="308251"/>
                  </a:lnTo>
                  <a:lnTo>
                    <a:pt x="2705786" y="308646"/>
                  </a:lnTo>
                  <a:lnTo>
                    <a:pt x="2704715" y="309041"/>
                  </a:lnTo>
                  <a:lnTo>
                    <a:pt x="2703643" y="309437"/>
                  </a:lnTo>
                  <a:lnTo>
                    <a:pt x="2702572" y="309833"/>
                  </a:lnTo>
                  <a:lnTo>
                    <a:pt x="2701500" y="310229"/>
                  </a:lnTo>
                  <a:lnTo>
                    <a:pt x="2700428" y="310625"/>
                  </a:lnTo>
                  <a:lnTo>
                    <a:pt x="2699357" y="311022"/>
                  </a:lnTo>
                  <a:lnTo>
                    <a:pt x="2698285" y="311419"/>
                  </a:lnTo>
                  <a:lnTo>
                    <a:pt x="2697214" y="311816"/>
                  </a:lnTo>
                  <a:lnTo>
                    <a:pt x="2696142" y="312214"/>
                  </a:lnTo>
                  <a:lnTo>
                    <a:pt x="2695070" y="312612"/>
                  </a:lnTo>
                  <a:lnTo>
                    <a:pt x="2693999" y="313010"/>
                  </a:lnTo>
                  <a:lnTo>
                    <a:pt x="2692927" y="313408"/>
                  </a:lnTo>
                  <a:lnTo>
                    <a:pt x="2691856" y="313807"/>
                  </a:lnTo>
                  <a:lnTo>
                    <a:pt x="2690784" y="314206"/>
                  </a:lnTo>
                  <a:lnTo>
                    <a:pt x="2689712" y="314605"/>
                  </a:lnTo>
                  <a:lnTo>
                    <a:pt x="2688641" y="315005"/>
                  </a:lnTo>
                  <a:lnTo>
                    <a:pt x="2687569" y="315404"/>
                  </a:lnTo>
                  <a:lnTo>
                    <a:pt x="2686498" y="315804"/>
                  </a:lnTo>
                  <a:lnTo>
                    <a:pt x="2685426" y="316205"/>
                  </a:lnTo>
                  <a:lnTo>
                    <a:pt x="2684354" y="316605"/>
                  </a:lnTo>
                  <a:lnTo>
                    <a:pt x="2683283" y="317006"/>
                  </a:lnTo>
                  <a:lnTo>
                    <a:pt x="2682211" y="317408"/>
                  </a:lnTo>
                  <a:lnTo>
                    <a:pt x="2681140" y="317809"/>
                  </a:lnTo>
                  <a:lnTo>
                    <a:pt x="2680068" y="318211"/>
                  </a:lnTo>
                  <a:lnTo>
                    <a:pt x="2678996" y="318613"/>
                  </a:lnTo>
                  <a:lnTo>
                    <a:pt x="2677925" y="319015"/>
                  </a:lnTo>
                  <a:lnTo>
                    <a:pt x="2676853" y="319418"/>
                  </a:lnTo>
                  <a:lnTo>
                    <a:pt x="2675782" y="319820"/>
                  </a:lnTo>
                  <a:lnTo>
                    <a:pt x="2674710" y="320223"/>
                  </a:lnTo>
                  <a:lnTo>
                    <a:pt x="2673638" y="320627"/>
                  </a:lnTo>
                  <a:lnTo>
                    <a:pt x="2672567" y="321030"/>
                  </a:lnTo>
                  <a:lnTo>
                    <a:pt x="2671495" y="321434"/>
                  </a:lnTo>
                  <a:lnTo>
                    <a:pt x="2670424" y="321839"/>
                  </a:lnTo>
                  <a:lnTo>
                    <a:pt x="2669352" y="322243"/>
                  </a:lnTo>
                  <a:lnTo>
                    <a:pt x="2668280" y="322648"/>
                  </a:lnTo>
                  <a:lnTo>
                    <a:pt x="2667209" y="323053"/>
                  </a:lnTo>
                  <a:lnTo>
                    <a:pt x="2666137" y="323458"/>
                  </a:lnTo>
                  <a:lnTo>
                    <a:pt x="2665066" y="323864"/>
                  </a:lnTo>
                  <a:lnTo>
                    <a:pt x="2663994" y="324270"/>
                  </a:lnTo>
                  <a:lnTo>
                    <a:pt x="2662922" y="324676"/>
                  </a:lnTo>
                  <a:lnTo>
                    <a:pt x="2661851" y="325082"/>
                  </a:lnTo>
                  <a:lnTo>
                    <a:pt x="2660779" y="325489"/>
                  </a:lnTo>
                  <a:lnTo>
                    <a:pt x="2659708" y="325896"/>
                  </a:lnTo>
                  <a:lnTo>
                    <a:pt x="2658636" y="326303"/>
                  </a:lnTo>
                  <a:lnTo>
                    <a:pt x="2657565" y="326710"/>
                  </a:lnTo>
                  <a:lnTo>
                    <a:pt x="2656493" y="327118"/>
                  </a:lnTo>
                  <a:lnTo>
                    <a:pt x="2655421" y="327526"/>
                  </a:lnTo>
                  <a:lnTo>
                    <a:pt x="2654350" y="327934"/>
                  </a:lnTo>
                  <a:lnTo>
                    <a:pt x="2653278" y="328343"/>
                  </a:lnTo>
                  <a:lnTo>
                    <a:pt x="2652207" y="328752"/>
                  </a:lnTo>
                  <a:lnTo>
                    <a:pt x="2651135" y="329161"/>
                  </a:lnTo>
                  <a:lnTo>
                    <a:pt x="2650063" y="329570"/>
                  </a:lnTo>
                  <a:lnTo>
                    <a:pt x="2648992" y="329980"/>
                  </a:lnTo>
                  <a:lnTo>
                    <a:pt x="2647920" y="330389"/>
                  </a:lnTo>
                  <a:lnTo>
                    <a:pt x="2646849" y="330800"/>
                  </a:lnTo>
                  <a:lnTo>
                    <a:pt x="2645777" y="331210"/>
                  </a:lnTo>
                  <a:lnTo>
                    <a:pt x="2644705" y="331621"/>
                  </a:lnTo>
                  <a:lnTo>
                    <a:pt x="2643634" y="332032"/>
                  </a:lnTo>
                  <a:lnTo>
                    <a:pt x="2642562" y="332443"/>
                  </a:lnTo>
                  <a:lnTo>
                    <a:pt x="2641491" y="332854"/>
                  </a:lnTo>
                  <a:lnTo>
                    <a:pt x="2640419" y="333266"/>
                  </a:lnTo>
                  <a:lnTo>
                    <a:pt x="2639347" y="333678"/>
                  </a:lnTo>
                  <a:lnTo>
                    <a:pt x="2638276" y="334091"/>
                  </a:lnTo>
                  <a:lnTo>
                    <a:pt x="2637204" y="334503"/>
                  </a:lnTo>
                  <a:lnTo>
                    <a:pt x="2636133" y="334916"/>
                  </a:lnTo>
                  <a:lnTo>
                    <a:pt x="2635061" y="335329"/>
                  </a:lnTo>
                  <a:lnTo>
                    <a:pt x="2633989" y="335742"/>
                  </a:lnTo>
                  <a:lnTo>
                    <a:pt x="2632918" y="336156"/>
                  </a:lnTo>
                  <a:lnTo>
                    <a:pt x="2631846" y="336570"/>
                  </a:lnTo>
                  <a:lnTo>
                    <a:pt x="2630775" y="336984"/>
                  </a:lnTo>
                  <a:lnTo>
                    <a:pt x="2629703" y="337398"/>
                  </a:lnTo>
                  <a:lnTo>
                    <a:pt x="2628631" y="337813"/>
                  </a:lnTo>
                  <a:lnTo>
                    <a:pt x="2627560" y="338228"/>
                  </a:lnTo>
                  <a:lnTo>
                    <a:pt x="2626488" y="338643"/>
                  </a:lnTo>
                  <a:lnTo>
                    <a:pt x="2625417" y="339059"/>
                  </a:lnTo>
                  <a:lnTo>
                    <a:pt x="2624345" y="339474"/>
                  </a:lnTo>
                  <a:lnTo>
                    <a:pt x="2623273" y="339890"/>
                  </a:lnTo>
                  <a:lnTo>
                    <a:pt x="2622202" y="340307"/>
                  </a:lnTo>
                  <a:lnTo>
                    <a:pt x="2621130" y="340723"/>
                  </a:lnTo>
                  <a:lnTo>
                    <a:pt x="2620059" y="341140"/>
                  </a:lnTo>
                  <a:lnTo>
                    <a:pt x="2618987" y="341557"/>
                  </a:lnTo>
                  <a:lnTo>
                    <a:pt x="2617915" y="341974"/>
                  </a:lnTo>
                  <a:lnTo>
                    <a:pt x="2616844" y="342392"/>
                  </a:lnTo>
                  <a:lnTo>
                    <a:pt x="2615772" y="342810"/>
                  </a:lnTo>
                  <a:lnTo>
                    <a:pt x="2614701" y="343228"/>
                  </a:lnTo>
                  <a:lnTo>
                    <a:pt x="2613629" y="343646"/>
                  </a:lnTo>
                  <a:lnTo>
                    <a:pt x="2612557" y="344065"/>
                  </a:lnTo>
                  <a:lnTo>
                    <a:pt x="2611486" y="344484"/>
                  </a:lnTo>
                  <a:lnTo>
                    <a:pt x="2610414" y="344903"/>
                  </a:lnTo>
                  <a:lnTo>
                    <a:pt x="2609343" y="345322"/>
                  </a:lnTo>
                  <a:lnTo>
                    <a:pt x="2608271" y="345742"/>
                  </a:lnTo>
                  <a:lnTo>
                    <a:pt x="2607199" y="346162"/>
                  </a:lnTo>
                  <a:lnTo>
                    <a:pt x="2606128" y="346582"/>
                  </a:lnTo>
                  <a:lnTo>
                    <a:pt x="2605056" y="347002"/>
                  </a:lnTo>
                  <a:lnTo>
                    <a:pt x="2603985" y="347423"/>
                  </a:lnTo>
                  <a:lnTo>
                    <a:pt x="2602913" y="347844"/>
                  </a:lnTo>
                  <a:lnTo>
                    <a:pt x="2601841" y="348265"/>
                  </a:lnTo>
                  <a:lnTo>
                    <a:pt x="2600770" y="348687"/>
                  </a:lnTo>
                  <a:lnTo>
                    <a:pt x="2599698" y="349108"/>
                  </a:lnTo>
                  <a:lnTo>
                    <a:pt x="2598627" y="349530"/>
                  </a:lnTo>
                  <a:lnTo>
                    <a:pt x="2597555" y="349952"/>
                  </a:lnTo>
                  <a:lnTo>
                    <a:pt x="2596483" y="350375"/>
                  </a:lnTo>
                  <a:lnTo>
                    <a:pt x="2595412" y="350798"/>
                  </a:lnTo>
                  <a:lnTo>
                    <a:pt x="2594340" y="351221"/>
                  </a:lnTo>
                  <a:lnTo>
                    <a:pt x="2593269" y="351644"/>
                  </a:lnTo>
                  <a:lnTo>
                    <a:pt x="2592197" y="352067"/>
                  </a:lnTo>
                  <a:lnTo>
                    <a:pt x="2591125" y="352491"/>
                  </a:lnTo>
                  <a:lnTo>
                    <a:pt x="2590054" y="352915"/>
                  </a:lnTo>
                  <a:lnTo>
                    <a:pt x="2588982" y="353339"/>
                  </a:lnTo>
                  <a:lnTo>
                    <a:pt x="2587911" y="353764"/>
                  </a:lnTo>
                  <a:lnTo>
                    <a:pt x="2586839" y="354189"/>
                  </a:lnTo>
                  <a:lnTo>
                    <a:pt x="2585767" y="354614"/>
                  </a:lnTo>
                  <a:lnTo>
                    <a:pt x="2584696" y="355039"/>
                  </a:lnTo>
                  <a:lnTo>
                    <a:pt x="2583624" y="355465"/>
                  </a:lnTo>
                  <a:lnTo>
                    <a:pt x="2582553" y="355890"/>
                  </a:lnTo>
                  <a:lnTo>
                    <a:pt x="2581481" y="356316"/>
                  </a:lnTo>
                  <a:lnTo>
                    <a:pt x="2580409" y="356743"/>
                  </a:lnTo>
                  <a:lnTo>
                    <a:pt x="2579338" y="357169"/>
                  </a:lnTo>
                  <a:lnTo>
                    <a:pt x="2578266" y="357596"/>
                  </a:lnTo>
                  <a:lnTo>
                    <a:pt x="2577195" y="358023"/>
                  </a:lnTo>
                  <a:lnTo>
                    <a:pt x="2576123" y="358450"/>
                  </a:lnTo>
                  <a:lnTo>
                    <a:pt x="2575051" y="358878"/>
                  </a:lnTo>
                  <a:lnTo>
                    <a:pt x="2573980" y="359306"/>
                  </a:lnTo>
                  <a:lnTo>
                    <a:pt x="2572908" y="359734"/>
                  </a:lnTo>
                  <a:lnTo>
                    <a:pt x="2571837" y="360162"/>
                  </a:lnTo>
                  <a:lnTo>
                    <a:pt x="2570765" y="360591"/>
                  </a:lnTo>
                  <a:lnTo>
                    <a:pt x="2569693" y="361020"/>
                  </a:lnTo>
                  <a:lnTo>
                    <a:pt x="2568622" y="361449"/>
                  </a:lnTo>
                  <a:lnTo>
                    <a:pt x="2567550" y="361878"/>
                  </a:lnTo>
                  <a:lnTo>
                    <a:pt x="2566479" y="362307"/>
                  </a:lnTo>
                  <a:lnTo>
                    <a:pt x="2565407" y="362737"/>
                  </a:lnTo>
                  <a:lnTo>
                    <a:pt x="2564335" y="363167"/>
                  </a:lnTo>
                  <a:lnTo>
                    <a:pt x="2563264" y="363598"/>
                  </a:lnTo>
                  <a:lnTo>
                    <a:pt x="2562192" y="364028"/>
                  </a:lnTo>
                  <a:lnTo>
                    <a:pt x="2561121" y="364459"/>
                  </a:lnTo>
                  <a:lnTo>
                    <a:pt x="2560049" y="364890"/>
                  </a:lnTo>
                  <a:lnTo>
                    <a:pt x="2558977" y="365321"/>
                  </a:lnTo>
                  <a:lnTo>
                    <a:pt x="2557906" y="365753"/>
                  </a:lnTo>
                  <a:lnTo>
                    <a:pt x="2556834" y="366185"/>
                  </a:lnTo>
                  <a:lnTo>
                    <a:pt x="2555763" y="366617"/>
                  </a:lnTo>
                  <a:lnTo>
                    <a:pt x="2554691" y="367049"/>
                  </a:lnTo>
                  <a:lnTo>
                    <a:pt x="2553619" y="367481"/>
                  </a:lnTo>
                  <a:lnTo>
                    <a:pt x="2552548" y="367914"/>
                  </a:lnTo>
                  <a:lnTo>
                    <a:pt x="2551476" y="368347"/>
                  </a:lnTo>
                  <a:lnTo>
                    <a:pt x="2550405" y="368781"/>
                  </a:lnTo>
                  <a:lnTo>
                    <a:pt x="2549333" y="369214"/>
                  </a:lnTo>
                  <a:lnTo>
                    <a:pt x="2548261" y="369648"/>
                  </a:lnTo>
                  <a:lnTo>
                    <a:pt x="2547190" y="370082"/>
                  </a:lnTo>
                  <a:lnTo>
                    <a:pt x="2546118" y="370516"/>
                  </a:lnTo>
                  <a:lnTo>
                    <a:pt x="2545047" y="370951"/>
                  </a:lnTo>
                  <a:lnTo>
                    <a:pt x="2543975" y="371385"/>
                  </a:lnTo>
                  <a:lnTo>
                    <a:pt x="2542903" y="371820"/>
                  </a:lnTo>
                  <a:lnTo>
                    <a:pt x="2541832" y="372255"/>
                  </a:lnTo>
                  <a:lnTo>
                    <a:pt x="2540760" y="372691"/>
                  </a:lnTo>
                  <a:lnTo>
                    <a:pt x="2539689" y="373127"/>
                  </a:lnTo>
                  <a:lnTo>
                    <a:pt x="2538617" y="373563"/>
                  </a:lnTo>
                  <a:lnTo>
                    <a:pt x="2537545" y="373999"/>
                  </a:lnTo>
                  <a:lnTo>
                    <a:pt x="2536474" y="374435"/>
                  </a:lnTo>
                  <a:lnTo>
                    <a:pt x="2535402" y="374872"/>
                  </a:lnTo>
                  <a:lnTo>
                    <a:pt x="2534331" y="375309"/>
                  </a:lnTo>
                  <a:lnTo>
                    <a:pt x="2533259" y="375746"/>
                  </a:lnTo>
                  <a:lnTo>
                    <a:pt x="2532187" y="376183"/>
                  </a:lnTo>
                  <a:lnTo>
                    <a:pt x="2531116" y="376621"/>
                  </a:lnTo>
                  <a:lnTo>
                    <a:pt x="2530044" y="377059"/>
                  </a:lnTo>
                  <a:lnTo>
                    <a:pt x="2528973" y="377497"/>
                  </a:lnTo>
                  <a:lnTo>
                    <a:pt x="2527901" y="377935"/>
                  </a:lnTo>
                  <a:lnTo>
                    <a:pt x="2526829" y="378374"/>
                  </a:lnTo>
                  <a:lnTo>
                    <a:pt x="2525758" y="378813"/>
                  </a:lnTo>
                  <a:lnTo>
                    <a:pt x="2524686" y="379252"/>
                  </a:lnTo>
                  <a:lnTo>
                    <a:pt x="2523615" y="379691"/>
                  </a:lnTo>
                  <a:lnTo>
                    <a:pt x="2522543" y="380131"/>
                  </a:lnTo>
                  <a:lnTo>
                    <a:pt x="2521471" y="380570"/>
                  </a:lnTo>
                  <a:lnTo>
                    <a:pt x="2520400" y="381011"/>
                  </a:lnTo>
                  <a:lnTo>
                    <a:pt x="2519328" y="381451"/>
                  </a:lnTo>
                  <a:lnTo>
                    <a:pt x="2518257" y="381891"/>
                  </a:lnTo>
                  <a:lnTo>
                    <a:pt x="2517185" y="382332"/>
                  </a:lnTo>
                  <a:lnTo>
                    <a:pt x="2516113" y="382773"/>
                  </a:lnTo>
                  <a:lnTo>
                    <a:pt x="2515042" y="383214"/>
                  </a:lnTo>
                  <a:lnTo>
                    <a:pt x="2513970" y="383656"/>
                  </a:lnTo>
                  <a:lnTo>
                    <a:pt x="2512899" y="384097"/>
                  </a:lnTo>
                  <a:lnTo>
                    <a:pt x="2511827" y="384539"/>
                  </a:lnTo>
                  <a:lnTo>
                    <a:pt x="2510755" y="384981"/>
                  </a:lnTo>
                  <a:lnTo>
                    <a:pt x="2509684" y="385424"/>
                  </a:lnTo>
                  <a:lnTo>
                    <a:pt x="2508612" y="385867"/>
                  </a:lnTo>
                  <a:lnTo>
                    <a:pt x="2507541" y="386309"/>
                  </a:lnTo>
                  <a:lnTo>
                    <a:pt x="2506469" y="386753"/>
                  </a:lnTo>
                  <a:lnTo>
                    <a:pt x="2505397" y="387196"/>
                  </a:lnTo>
                  <a:lnTo>
                    <a:pt x="2504326" y="387639"/>
                  </a:lnTo>
                  <a:lnTo>
                    <a:pt x="2503254" y="388083"/>
                  </a:lnTo>
                  <a:lnTo>
                    <a:pt x="2502183" y="388527"/>
                  </a:lnTo>
                  <a:lnTo>
                    <a:pt x="2501111" y="388972"/>
                  </a:lnTo>
                  <a:lnTo>
                    <a:pt x="2500039" y="389416"/>
                  </a:lnTo>
                  <a:lnTo>
                    <a:pt x="2498968" y="389861"/>
                  </a:lnTo>
                  <a:lnTo>
                    <a:pt x="2497896" y="390306"/>
                  </a:lnTo>
                  <a:lnTo>
                    <a:pt x="2496825" y="390751"/>
                  </a:lnTo>
                  <a:lnTo>
                    <a:pt x="2495753" y="391196"/>
                  </a:lnTo>
                  <a:lnTo>
                    <a:pt x="2494681" y="391642"/>
                  </a:lnTo>
                  <a:lnTo>
                    <a:pt x="2493610" y="392088"/>
                  </a:lnTo>
                  <a:lnTo>
                    <a:pt x="2492538" y="392534"/>
                  </a:lnTo>
                  <a:lnTo>
                    <a:pt x="2491467" y="392981"/>
                  </a:lnTo>
                  <a:lnTo>
                    <a:pt x="2490395" y="393427"/>
                  </a:lnTo>
                  <a:lnTo>
                    <a:pt x="2489323" y="393874"/>
                  </a:lnTo>
                  <a:lnTo>
                    <a:pt x="2488252" y="394321"/>
                  </a:lnTo>
                  <a:lnTo>
                    <a:pt x="2487180" y="394768"/>
                  </a:lnTo>
                  <a:lnTo>
                    <a:pt x="2486109" y="395216"/>
                  </a:lnTo>
                  <a:lnTo>
                    <a:pt x="2485037" y="395664"/>
                  </a:lnTo>
                  <a:lnTo>
                    <a:pt x="2483966" y="396112"/>
                  </a:lnTo>
                  <a:lnTo>
                    <a:pt x="2482894" y="396560"/>
                  </a:lnTo>
                  <a:lnTo>
                    <a:pt x="2481822" y="397008"/>
                  </a:lnTo>
                  <a:lnTo>
                    <a:pt x="2480751" y="397457"/>
                  </a:lnTo>
                  <a:lnTo>
                    <a:pt x="2479679" y="397906"/>
                  </a:lnTo>
                  <a:lnTo>
                    <a:pt x="2478608" y="398355"/>
                  </a:lnTo>
                  <a:lnTo>
                    <a:pt x="2477536" y="398804"/>
                  </a:lnTo>
                  <a:lnTo>
                    <a:pt x="2476464" y="399254"/>
                  </a:lnTo>
                  <a:lnTo>
                    <a:pt x="2475393" y="399704"/>
                  </a:lnTo>
                  <a:lnTo>
                    <a:pt x="2474321" y="400154"/>
                  </a:lnTo>
                  <a:lnTo>
                    <a:pt x="2473250" y="400604"/>
                  </a:lnTo>
                  <a:lnTo>
                    <a:pt x="2472178" y="401055"/>
                  </a:lnTo>
                  <a:lnTo>
                    <a:pt x="2471106" y="401505"/>
                  </a:lnTo>
                  <a:lnTo>
                    <a:pt x="2470035" y="401956"/>
                  </a:lnTo>
                  <a:lnTo>
                    <a:pt x="2468963" y="402408"/>
                  </a:lnTo>
                  <a:lnTo>
                    <a:pt x="2467892" y="402859"/>
                  </a:lnTo>
                  <a:lnTo>
                    <a:pt x="2466820" y="403311"/>
                  </a:lnTo>
                  <a:lnTo>
                    <a:pt x="2465748" y="403763"/>
                  </a:lnTo>
                  <a:lnTo>
                    <a:pt x="2464677" y="404215"/>
                  </a:lnTo>
                  <a:lnTo>
                    <a:pt x="2463605" y="404667"/>
                  </a:lnTo>
                  <a:lnTo>
                    <a:pt x="2462534" y="405120"/>
                  </a:lnTo>
                  <a:lnTo>
                    <a:pt x="2461462" y="405572"/>
                  </a:lnTo>
                  <a:lnTo>
                    <a:pt x="2460390" y="406025"/>
                  </a:lnTo>
                  <a:lnTo>
                    <a:pt x="2459319" y="406479"/>
                  </a:lnTo>
                  <a:lnTo>
                    <a:pt x="2458247" y="406932"/>
                  </a:lnTo>
                  <a:lnTo>
                    <a:pt x="2457176" y="407386"/>
                  </a:lnTo>
                  <a:lnTo>
                    <a:pt x="2456104" y="407840"/>
                  </a:lnTo>
                  <a:lnTo>
                    <a:pt x="2455032" y="408294"/>
                  </a:lnTo>
                  <a:lnTo>
                    <a:pt x="2453961" y="408748"/>
                  </a:lnTo>
                  <a:lnTo>
                    <a:pt x="2452889" y="409203"/>
                  </a:lnTo>
                  <a:lnTo>
                    <a:pt x="2451818" y="409657"/>
                  </a:lnTo>
                  <a:lnTo>
                    <a:pt x="2450746" y="410112"/>
                  </a:lnTo>
                  <a:lnTo>
                    <a:pt x="2449674" y="410568"/>
                  </a:lnTo>
                  <a:lnTo>
                    <a:pt x="2448603" y="411023"/>
                  </a:lnTo>
                  <a:lnTo>
                    <a:pt x="2447531" y="411479"/>
                  </a:lnTo>
                  <a:lnTo>
                    <a:pt x="2446460" y="411935"/>
                  </a:lnTo>
                  <a:lnTo>
                    <a:pt x="2445388" y="412391"/>
                  </a:lnTo>
                  <a:lnTo>
                    <a:pt x="2444316" y="412847"/>
                  </a:lnTo>
                  <a:lnTo>
                    <a:pt x="2443245" y="413304"/>
                  </a:lnTo>
                  <a:lnTo>
                    <a:pt x="2442173" y="413761"/>
                  </a:lnTo>
                  <a:lnTo>
                    <a:pt x="2441102" y="414218"/>
                  </a:lnTo>
                  <a:lnTo>
                    <a:pt x="2440030" y="414675"/>
                  </a:lnTo>
                  <a:lnTo>
                    <a:pt x="2438958" y="415132"/>
                  </a:lnTo>
                  <a:lnTo>
                    <a:pt x="2437887" y="415590"/>
                  </a:lnTo>
                  <a:lnTo>
                    <a:pt x="2436815" y="416048"/>
                  </a:lnTo>
                  <a:lnTo>
                    <a:pt x="2435744" y="416506"/>
                  </a:lnTo>
                  <a:lnTo>
                    <a:pt x="2434672" y="416964"/>
                  </a:lnTo>
                  <a:lnTo>
                    <a:pt x="2433600" y="417423"/>
                  </a:lnTo>
                  <a:lnTo>
                    <a:pt x="2432529" y="417882"/>
                  </a:lnTo>
                  <a:lnTo>
                    <a:pt x="2431457" y="418341"/>
                  </a:lnTo>
                  <a:lnTo>
                    <a:pt x="2430386" y="418800"/>
                  </a:lnTo>
                  <a:lnTo>
                    <a:pt x="2429314" y="419260"/>
                  </a:lnTo>
                  <a:lnTo>
                    <a:pt x="2428242" y="419719"/>
                  </a:lnTo>
                  <a:lnTo>
                    <a:pt x="2427171" y="420179"/>
                  </a:lnTo>
                  <a:lnTo>
                    <a:pt x="2426099" y="420639"/>
                  </a:lnTo>
                  <a:lnTo>
                    <a:pt x="2425028" y="421099"/>
                  </a:lnTo>
                  <a:lnTo>
                    <a:pt x="2423956" y="421560"/>
                  </a:lnTo>
                  <a:lnTo>
                    <a:pt x="2422884" y="422021"/>
                  </a:lnTo>
                  <a:lnTo>
                    <a:pt x="2421813" y="422482"/>
                  </a:lnTo>
                  <a:lnTo>
                    <a:pt x="2420741" y="422943"/>
                  </a:lnTo>
                  <a:lnTo>
                    <a:pt x="2419670" y="423404"/>
                  </a:lnTo>
                  <a:lnTo>
                    <a:pt x="2418598" y="423866"/>
                  </a:lnTo>
                  <a:lnTo>
                    <a:pt x="2417526" y="424328"/>
                  </a:lnTo>
                  <a:lnTo>
                    <a:pt x="2416455" y="424790"/>
                  </a:lnTo>
                  <a:lnTo>
                    <a:pt x="2415383" y="425252"/>
                  </a:lnTo>
                  <a:lnTo>
                    <a:pt x="2414312" y="425715"/>
                  </a:lnTo>
                  <a:lnTo>
                    <a:pt x="2413240" y="426177"/>
                  </a:lnTo>
                  <a:lnTo>
                    <a:pt x="2412168" y="426640"/>
                  </a:lnTo>
                  <a:lnTo>
                    <a:pt x="2411097" y="427103"/>
                  </a:lnTo>
                  <a:lnTo>
                    <a:pt x="2410025" y="427567"/>
                  </a:lnTo>
                  <a:lnTo>
                    <a:pt x="2408954" y="428030"/>
                  </a:lnTo>
                  <a:lnTo>
                    <a:pt x="2407882" y="428494"/>
                  </a:lnTo>
                  <a:lnTo>
                    <a:pt x="2406810" y="428958"/>
                  </a:lnTo>
                  <a:lnTo>
                    <a:pt x="2405739" y="429422"/>
                  </a:lnTo>
                  <a:lnTo>
                    <a:pt x="2404667" y="429887"/>
                  </a:lnTo>
                  <a:lnTo>
                    <a:pt x="2403596" y="430352"/>
                  </a:lnTo>
                  <a:lnTo>
                    <a:pt x="2402524" y="430816"/>
                  </a:lnTo>
                  <a:lnTo>
                    <a:pt x="2401452" y="431281"/>
                  </a:lnTo>
                  <a:lnTo>
                    <a:pt x="2400381" y="431747"/>
                  </a:lnTo>
                  <a:lnTo>
                    <a:pt x="2399309" y="432212"/>
                  </a:lnTo>
                  <a:lnTo>
                    <a:pt x="2398238" y="432678"/>
                  </a:lnTo>
                  <a:lnTo>
                    <a:pt x="2397166" y="433144"/>
                  </a:lnTo>
                  <a:lnTo>
                    <a:pt x="2396094" y="433610"/>
                  </a:lnTo>
                  <a:lnTo>
                    <a:pt x="2395023" y="434076"/>
                  </a:lnTo>
                  <a:lnTo>
                    <a:pt x="2393951" y="434543"/>
                  </a:lnTo>
                  <a:lnTo>
                    <a:pt x="2392880" y="435010"/>
                  </a:lnTo>
                  <a:lnTo>
                    <a:pt x="2391808" y="435477"/>
                  </a:lnTo>
                  <a:lnTo>
                    <a:pt x="2390736" y="435944"/>
                  </a:lnTo>
                  <a:lnTo>
                    <a:pt x="2389665" y="436412"/>
                  </a:lnTo>
                  <a:lnTo>
                    <a:pt x="2388593" y="436879"/>
                  </a:lnTo>
                  <a:lnTo>
                    <a:pt x="2387522" y="437347"/>
                  </a:lnTo>
                  <a:lnTo>
                    <a:pt x="2386450" y="437815"/>
                  </a:lnTo>
                  <a:lnTo>
                    <a:pt x="2385378" y="438283"/>
                  </a:lnTo>
                  <a:lnTo>
                    <a:pt x="2384307" y="438752"/>
                  </a:lnTo>
                  <a:lnTo>
                    <a:pt x="2383235" y="439221"/>
                  </a:lnTo>
                  <a:lnTo>
                    <a:pt x="2382164" y="439689"/>
                  </a:lnTo>
                  <a:lnTo>
                    <a:pt x="2381092" y="440159"/>
                  </a:lnTo>
                  <a:lnTo>
                    <a:pt x="2380020" y="440628"/>
                  </a:lnTo>
                  <a:lnTo>
                    <a:pt x="2378949" y="441097"/>
                  </a:lnTo>
                  <a:lnTo>
                    <a:pt x="2377877" y="441567"/>
                  </a:lnTo>
                  <a:lnTo>
                    <a:pt x="2376806" y="442037"/>
                  </a:lnTo>
                  <a:lnTo>
                    <a:pt x="2375734" y="442507"/>
                  </a:lnTo>
                  <a:lnTo>
                    <a:pt x="2374662" y="442978"/>
                  </a:lnTo>
                  <a:lnTo>
                    <a:pt x="2373591" y="443448"/>
                  </a:lnTo>
                  <a:lnTo>
                    <a:pt x="2372519" y="443919"/>
                  </a:lnTo>
                  <a:lnTo>
                    <a:pt x="2371448" y="444390"/>
                  </a:lnTo>
                  <a:lnTo>
                    <a:pt x="2370376" y="444861"/>
                  </a:lnTo>
                  <a:lnTo>
                    <a:pt x="2369304" y="445333"/>
                  </a:lnTo>
                  <a:lnTo>
                    <a:pt x="2368233" y="445804"/>
                  </a:lnTo>
                  <a:lnTo>
                    <a:pt x="2367161" y="446276"/>
                  </a:lnTo>
                  <a:lnTo>
                    <a:pt x="2366090" y="446748"/>
                  </a:lnTo>
                  <a:lnTo>
                    <a:pt x="2365018" y="447221"/>
                  </a:lnTo>
                  <a:lnTo>
                    <a:pt x="2363946" y="447693"/>
                  </a:lnTo>
                  <a:lnTo>
                    <a:pt x="2362875" y="448166"/>
                  </a:lnTo>
                  <a:lnTo>
                    <a:pt x="2361803" y="448639"/>
                  </a:lnTo>
                  <a:lnTo>
                    <a:pt x="2360732" y="449112"/>
                  </a:lnTo>
                  <a:lnTo>
                    <a:pt x="2359660" y="449585"/>
                  </a:lnTo>
                  <a:lnTo>
                    <a:pt x="2358588" y="450059"/>
                  </a:lnTo>
                  <a:lnTo>
                    <a:pt x="2357517" y="450532"/>
                  </a:lnTo>
                  <a:lnTo>
                    <a:pt x="2356445" y="451006"/>
                  </a:lnTo>
                  <a:lnTo>
                    <a:pt x="2355374" y="451480"/>
                  </a:lnTo>
                  <a:lnTo>
                    <a:pt x="2354302" y="451955"/>
                  </a:lnTo>
                  <a:lnTo>
                    <a:pt x="2353230" y="452429"/>
                  </a:lnTo>
                  <a:lnTo>
                    <a:pt x="2352159" y="452904"/>
                  </a:lnTo>
                  <a:lnTo>
                    <a:pt x="2351087" y="453379"/>
                  </a:lnTo>
                  <a:lnTo>
                    <a:pt x="2350016" y="453854"/>
                  </a:lnTo>
                  <a:lnTo>
                    <a:pt x="2348944" y="454330"/>
                  </a:lnTo>
                  <a:lnTo>
                    <a:pt x="2347872" y="454805"/>
                  </a:lnTo>
                  <a:lnTo>
                    <a:pt x="2346801" y="455281"/>
                  </a:lnTo>
                  <a:lnTo>
                    <a:pt x="2345729" y="455757"/>
                  </a:lnTo>
                  <a:lnTo>
                    <a:pt x="2344658" y="456233"/>
                  </a:lnTo>
                  <a:lnTo>
                    <a:pt x="2343586" y="456710"/>
                  </a:lnTo>
                  <a:lnTo>
                    <a:pt x="2342514" y="457186"/>
                  </a:lnTo>
                  <a:lnTo>
                    <a:pt x="2341443" y="457663"/>
                  </a:lnTo>
                  <a:lnTo>
                    <a:pt x="2340371" y="458140"/>
                  </a:lnTo>
                  <a:lnTo>
                    <a:pt x="2339300" y="458617"/>
                  </a:lnTo>
                  <a:lnTo>
                    <a:pt x="2338228" y="459095"/>
                  </a:lnTo>
                  <a:lnTo>
                    <a:pt x="2337156" y="459573"/>
                  </a:lnTo>
                  <a:lnTo>
                    <a:pt x="2336085" y="460050"/>
                  </a:lnTo>
                  <a:lnTo>
                    <a:pt x="2335013" y="460528"/>
                  </a:lnTo>
                  <a:lnTo>
                    <a:pt x="2333942" y="461007"/>
                  </a:lnTo>
                  <a:lnTo>
                    <a:pt x="2332870" y="461485"/>
                  </a:lnTo>
                  <a:lnTo>
                    <a:pt x="2331798" y="461964"/>
                  </a:lnTo>
                  <a:lnTo>
                    <a:pt x="2330727" y="462443"/>
                  </a:lnTo>
                  <a:lnTo>
                    <a:pt x="2329655" y="462922"/>
                  </a:lnTo>
                  <a:lnTo>
                    <a:pt x="2328584" y="463401"/>
                  </a:lnTo>
                  <a:lnTo>
                    <a:pt x="2327512" y="463881"/>
                  </a:lnTo>
                  <a:lnTo>
                    <a:pt x="2326440" y="464360"/>
                  </a:lnTo>
                  <a:lnTo>
                    <a:pt x="2325369" y="464840"/>
                  </a:lnTo>
                  <a:lnTo>
                    <a:pt x="2324297" y="465320"/>
                  </a:lnTo>
                  <a:lnTo>
                    <a:pt x="2323226" y="465801"/>
                  </a:lnTo>
                  <a:lnTo>
                    <a:pt x="2322154" y="466281"/>
                  </a:lnTo>
                  <a:lnTo>
                    <a:pt x="2321082" y="466762"/>
                  </a:lnTo>
                  <a:lnTo>
                    <a:pt x="2320011" y="467243"/>
                  </a:lnTo>
                  <a:lnTo>
                    <a:pt x="2318939" y="467724"/>
                  </a:lnTo>
                  <a:lnTo>
                    <a:pt x="2317868" y="468205"/>
                  </a:lnTo>
                  <a:lnTo>
                    <a:pt x="2316796" y="468687"/>
                  </a:lnTo>
                  <a:lnTo>
                    <a:pt x="2315724" y="469168"/>
                  </a:lnTo>
                  <a:lnTo>
                    <a:pt x="2314653" y="469650"/>
                  </a:lnTo>
                  <a:lnTo>
                    <a:pt x="2313581" y="470132"/>
                  </a:lnTo>
                  <a:lnTo>
                    <a:pt x="2312510" y="470615"/>
                  </a:lnTo>
                  <a:lnTo>
                    <a:pt x="2311438" y="471097"/>
                  </a:lnTo>
                  <a:lnTo>
                    <a:pt x="2310366" y="471580"/>
                  </a:lnTo>
                  <a:lnTo>
                    <a:pt x="2309295" y="472063"/>
                  </a:lnTo>
                  <a:lnTo>
                    <a:pt x="2308223" y="472546"/>
                  </a:lnTo>
                  <a:lnTo>
                    <a:pt x="2307152" y="473029"/>
                  </a:lnTo>
                  <a:lnTo>
                    <a:pt x="2306080" y="473513"/>
                  </a:lnTo>
                  <a:lnTo>
                    <a:pt x="2305009" y="473997"/>
                  </a:lnTo>
                  <a:lnTo>
                    <a:pt x="2303937" y="474481"/>
                  </a:lnTo>
                  <a:lnTo>
                    <a:pt x="2302865" y="474965"/>
                  </a:lnTo>
                  <a:lnTo>
                    <a:pt x="2301794" y="475449"/>
                  </a:lnTo>
                  <a:lnTo>
                    <a:pt x="2300722" y="475934"/>
                  </a:lnTo>
                  <a:lnTo>
                    <a:pt x="2299651" y="476418"/>
                  </a:lnTo>
                  <a:lnTo>
                    <a:pt x="2298579" y="476903"/>
                  </a:lnTo>
                  <a:lnTo>
                    <a:pt x="2297507" y="477389"/>
                  </a:lnTo>
                  <a:lnTo>
                    <a:pt x="2296436" y="477874"/>
                  </a:lnTo>
                  <a:lnTo>
                    <a:pt x="2295364" y="478359"/>
                  </a:lnTo>
                  <a:lnTo>
                    <a:pt x="2294293" y="478845"/>
                  </a:lnTo>
                  <a:lnTo>
                    <a:pt x="2293221" y="479331"/>
                  </a:lnTo>
                  <a:lnTo>
                    <a:pt x="2292149" y="479817"/>
                  </a:lnTo>
                  <a:lnTo>
                    <a:pt x="2291078" y="480304"/>
                  </a:lnTo>
                  <a:lnTo>
                    <a:pt x="2290006" y="480790"/>
                  </a:lnTo>
                  <a:lnTo>
                    <a:pt x="2288935" y="481277"/>
                  </a:lnTo>
                  <a:lnTo>
                    <a:pt x="2287863" y="481764"/>
                  </a:lnTo>
                  <a:lnTo>
                    <a:pt x="2286791" y="482251"/>
                  </a:lnTo>
                  <a:lnTo>
                    <a:pt x="2285720" y="482738"/>
                  </a:lnTo>
                  <a:lnTo>
                    <a:pt x="2284648" y="483226"/>
                  </a:lnTo>
                  <a:lnTo>
                    <a:pt x="2283577" y="483714"/>
                  </a:lnTo>
                  <a:lnTo>
                    <a:pt x="2282505" y="484202"/>
                  </a:lnTo>
                  <a:lnTo>
                    <a:pt x="2281433" y="484690"/>
                  </a:lnTo>
                  <a:lnTo>
                    <a:pt x="2280362" y="485178"/>
                  </a:lnTo>
                  <a:lnTo>
                    <a:pt x="2279290" y="485667"/>
                  </a:lnTo>
                  <a:lnTo>
                    <a:pt x="2278219" y="486155"/>
                  </a:lnTo>
                  <a:lnTo>
                    <a:pt x="2277147" y="486644"/>
                  </a:lnTo>
                  <a:lnTo>
                    <a:pt x="2276075" y="487133"/>
                  </a:lnTo>
                  <a:lnTo>
                    <a:pt x="2275004" y="487623"/>
                  </a:lnTo>
                  <a:lnTo>
                    <a:pt x="2273932" y="488112"/>
                  </a:lnTo>
                  <a:lnTo>
                    <a:pt x="2272861" y="488602"/>
                  </a:lnTo>
                  <a:lnTo>
                    <a:pt x="2271789" y="489092"/>
                  </a:lnTo>
                  <a:lnTo>
                    <a:pt x="2270717" y="489582"/>
                  </a:lnTo>
                  <a:lnTo>
                    <a:pt x="2269646" y="490072"/>
                  </a:lnTo>
                  <a:lnTo>
                    <a:pt x="2268574" y="490563"/>
                  </a:lnTo>
                  <a:lnTo>
                    <a:pt x="2267503" y="491054"/>
                  </a:lnTo>
                  <a:lnTo>
                    <a:pt x="2266431" y="491545"/>
                  </a:lnTo>
                  <a:lnTo>
                    <a:pt x="2265359" y="492036"/>
                  </a:lnTo>
                  <a:lnTo>
                    <a:pt x="2264288" y="492527"/>
                  </a:lnTo>
                  <a:lnTo>
                    <a:pt x="2263216" y="493018"/>
                  </a:lnTo>
                  <a:lnTo>
                    <a:pt x="2262145" y="493510"/>
                  </a:lnTo>
                  <a:lnTo>
                    <a:pt x="2261073" y="494002"/>
                  </a:lnTo>
                  <a:lnTo>
                    <a:pt x="2260001" y="494494"/>
                  </a:lnTo>
                  <a:lnTo>
                    <a:pt x="2258930" y="494987"/>
                  </a:lnTo>
                  <a:lnTo>
                    <a:pt x="2257858" y="495479"/>
                  </a:lnTo>
                  <a:lnTo>
                    <a:pt x="2256787" y="495972"/>
                  </a:lnTo>
                  <a:lnTo>
                    <a:pt x="2255715" y="496465"/>
                  </a:lnTo>
                  <a:lnTo>
                    <a:pt x="2254643" y="496958"/>
                  </a:lnTo>
                  <a:lnTo>
                    <a:pt x="2253572" y="497451"/>
                  </a:lnTo>
                  <a:lnTo>
                    <a:pt x="2252500" y="497945"/>
                  </a:lnTo>
                  <a:lnTo>
                    <a:pt x="2251429" y="498438"/>
                  </a:lnTo>
                  <a:lnTo>
                    <a:pt x="2250357" y="498932"/>
                  </a:lnTo>
                  <a:lnTo>
                    <a:pt x="2249285" y="499426"/>
                  </a:lnTo>
                  <a:lnTo>
                    <a:pt x="2248214" y="499920"/>
                  </a:lnTo>
                  <a:lnTo>
                    <a:pt x="2247142" y="500415"/>
                  </a:lnTo>
                  <a:lnTo>
                    <a:pt x="2246071" y="500910"/>
                  </a:lnTo>
                  <a:lnTo>
                    <a:pt x="2244999" y="501404"/>
                  </a:lnTo>
                  <a:lnTo>
                    <a:pt x="2243927" y="501899"/>
                  </a:lnTo>
                  <a:lnTo>
                    <a:pt x="2242856" y="502395"/>
                  </a:lnTo>
                  <a:lnTo>
                    <a:pt x="2241784" y="502890"/>
                  </a:lnTo>
                  <a:lnTo>
                    <a:pt x="2240713" y="503386"/>
                  </a:lnTo>
                  <a:lnTo>
                    <a:pt x="2239641" y="503882"/>
                  </a:lnTo>
                  <a:lnTo>
                    <a:pt x="2238569" y="504378"/>
                  </a:lnTo>
                  <a:lnTo>
                    <a:pt x="2237498" y="504874"/>
                  </a:lnTo>
                  <a:lnTo>
                    <a:pt x="2236426" y="505370"/>
                  </a:lnTo>
                  <a:lnTo>
                    <a:pt x="2235355" y="505867"/>
                  </a:lnTo>
                  <a:lnTo>
                    <a:pt x="2234283" y="506364"/>
                  </a:lnTo>
                  <a:lnTo>
                    <a:pt x="2233211" y="506861"/>
                  </a:lnTo>
                  <a:lnTo>
                    <a:pt x="2232140" y="507358"/>
                  </a:lnTo>
                  <a:lnTo>
                    <a:pt x="2231068" y="507856"/>
                  </a:lnTo>
                  <a:lnTo>
                    <a:pt x="2229997" y="508353"/>
                  </a:lnTo>
                  <a:lnTo>
                    <a:pt x="2228925" y="508851"/>
                  </a:lnTo>
                  <a:lnTo>
                    <a:pt x="2227853" y="509349"/>
                  </a:lnTo>
                  <a:lnTo>
                    <a:pt x="2226782" y="509847"/>
                  </a:lnTo>
                  <a:lnTo>
                    <a:pt x="2225710" y="510346"/>
                  </a:lnTo>
                  <a:lnTo>
                    <a:pt x="2224639" y="510844"/>
                  </a:lnTo>
                  <a:lnTo>
                    <a:pt x="2223567" y="511343"/>
                  </a:lnTo>
                  <a:lnTo>
                    <a:pt x="2222495" y="511842"/>
                  </a:lnTo>
                  <a:lnTo>
                    <a:pt x="2221424" y="512341"/>
                  </a:lnTo>
                  <a:lnTo>
                    <a:pt x="2220352" y="512840"/>
                  </a:lnTo>
                  <a:lnTo>
                    <a:pt x="2219281" y="513340"/>
                  </a:lnTo>
                  <a:lnTo>
                    <a:pt x="2218209" y="513840"/>
                  </a:lnTo>
                  <a:lnTo>
                    <a:pt x="2217137" y="514340"/>
                  </a:lnTo>
                  <a:lnTo>
                    <a:pt x="2216066" y="514840"/>
                  </a:lnTo>
                  <a:lnTo>
                    <a:pt x="2214994" y="515340"/>
                  </a:lnTo>
                  <a:lnTo>
                    <a:pt x="2213923" y="515841"/>
                  </a:lnTo>
                  <a:lnTo>
                    <a:pt x="2212851" y="516342"/>
                  </a:lnTo>
                  <a:lnTo>
                    <a:pt x="2211779" y="516842"/>
                  </a:lnTo>
                  <a:lnTo>
                    <a:pt x="2210708" y="517344"/>
                  </a:lnTo>
                  <a:lnTo>
                    <a:pt x="2209636" y="517845"/>
                  </a:lnTo>
                  <a:lnTo>
                    <a:pt x="2208565" y="518346"/>
                  </a:lnTo>
                  <a:lnTo>
                    <a:pt x="2207493" y="518848"/>
                  </a:lnTo>
                  <a:lnTo>
                    <a:pt x="2206421" y="519350"/>
                  </a:lnTo>
                  <a:lnTo>
                    <a:pt x="2205350" y="519852"/>
                  </a:lnTo>
                  <a:lnTo>
                    <a:pt x="2204278" y="520355"/>
                  </a:lnTo>
                  <a:lnTo>
                    <a:pt x="2203207" y="520857"/>
                  </a:lnTo>
                  <a:lnTo>
                    <a:pt x="2202135" y="521360"/>
                  </a:lnTo>
                  <a:lnTo>
                    <a:pt x="2201063" y="521863"/>
                  </a:lnTo>
                  <a:lnTo>
                    <a:pt x="2199992" y="522366"/>
                  </a:lnTo>
                  <a:lnTo>
                    <a:pt x="2198920" y="522869"/>
                  </a:lnTo>
                  <a:lnTo>
                    <a:pt x="2197849" y="523372"/>
                  </a:lnTo>
                  <a:lnTo>
                    <a:pt x="2196777" y="523876"/>
                  </a:lnTo>
                  <a:lnTo>
                    <a:pt x="2195705" y="524380"/>
                  </a:lnTo>
                  <a:lnTo>
                    <a:pt x="2194634" y="524884"/>
                  </a:lnTo>
                  <a:lnTo>
                    <a:pt x="2193562" y="525388"/>
                  </a:lnTo>
                  <a:lnTo>
                    <a:pt x="2192491" y="525893"/>
                  </a:lnTo>
                  <a:lnTo>
                    <a:pt x="2191419" y="526397"/>
                  </a:lnTo>
                  <a:lnTo>
                    <a:pt x="2190347" y="526902"/>
                  </a:lnTo>
                  <a:lnTo>
                    <a:pt x="2189276" y="527407"/>
                  </a:lnTo>
                  <a:lnTo>
                    <a:pt x="2188204" y="527912"/>
                  </a:lnTo>
                  <a:lnTo>
                    <a:pt x="2187133" y="528418"/>
                  </a:lnTo>
                  <a:lnTo>
                    <a:pt x="2186061" y="528924"/>
                  </a:lnTo>
                  <a:lnTo>
                    <a:pt x="2184989" y="529429"/>
                  </a:lnTo>
                  <a:lnTo>
                    <a:pt x="2183918" y="529935"/>
                  </a:lnTo>
                  <a:lnTo>
                    <a:pt x="2182846" y="530442"/>
                  </a:lnTo>
                  <a:lnTo>
                    <a:pt x="2181775" y="530948"/>
                  </a:lnTo>
                  <a:lnTo>
                    <a:pt x="2180703" y="531455"/>
                  </a:lnTo>
                  <a:lnTo>
                    <a:pt x="2179631" y="531961"/>
                  </a:lnTo>
                  <a:lnTo>
                    <a:pt x="2178560" y="532468"/>
                  </a:lnTo>
                  <a:lnTo>
                    <a:pt x="2177488" y="532976"/>
                  </a:lnTo>
                  <a:lnTo>
                    <a:pt x="2176417" y="533483"/>
                  </a:lnTo>
                  <a:lnTo>
                    <a:pt x="2175345" y="533990"/>
                  </a:lnTo>
                  <a:lnTo>
                    <a:pt x="2174273" y="534498"/>
                  </a:lnTo>
                  <a:lnTo>
                    <a:pt x="2173202" y="535006"/>
                  </a:lnTo>
                  <a:lnTo>
                    <a:pt x="2172130" y="535514"/>
                  </a:lnTo>
                  <a:lnTo>
                    <a:pt x="2171059" y="536023"/>
                  </a:lnTo>
                  <a:lnTo>
                    <a:pt x="2169987" y="536531"/>
                  </a:lnTo>
                  <a:lnTo>
                    <a:pt x="2168915" y="537040"/>
                  </a:lnTo>
                  <a:lnTo>
                    <a:pt x="2167844" y="537549"/>
                  </a:lnTo>
                  <a:lnTo>
                    <a:pt x="2166772" y="538058"/>
                  </a:lnTo>
                  <a:lnTo>
                    <a:pt x="2165701" y="538567"/>
                  </a:lnTo>
                  <a:lnTo>
                    <a:pt x="2164629" y="539077"/>
                  </a:lnTo>
                  <a:lnTo>
                    <a:pt x="2163557" y="539587"/>
                  </a:lnTo>
                  <a:lnTo>
                    <a:pt x="2162486" y="540097"/>
                  </a:lnTo>
                  <a:lnTo>
                    <a:pt x="2161414" y="540607"/>
                  </a:lnTo>
                  <a:lnTo>
                    <a:pt x="2160343" y="541117"/>
                  </a:lnTo>
                  <a:lnTo>
                    <a:pt x="2159271" y="541628"/>
                  </a:lnTo>
                  <a:lnTo>
                    <a:pt x="2158199" y="542138"/>
                  </a:lnTo>
                  <a:lnTo>
                    <a:pt x="2157128" y="542649"/>
                  </a:lnTo>
                  <a:lnTo>
                    <a:pt x="2156056" y="543160"/>
                  </a:lnTo>
                  <a:lnTo>
                    <a:pt x="2154985" y="543672"/>
                  </a:lnTo>
                  <a:lnTo>
                    <a:pt x="2153913" y="544183"/>
                  </a:lnTo>
                  <a:lnTo>
                    <a:pt x="2152841" y="544695"/>
                  </a:lnTo>
                  <a:lnTo>
                    <a:pt x="2151770" y="545207"/>
                  </a:lnTo>
                  <a:lnTo>
                    <a:pt x="2150698" y="545719"/>
                  </a:lnTo>
                  <a:lnTo>
                    <a:pt x="2149627" y="546231"/>
                  </a:lnTo>
                  <a:lnTo>
                    <a:pt x="2148555" y="546743"/>
                  </a:lnTo>
                  <a:lnTo>
                    <a:pt x="2147483" y="547256"/>
                  </a:lnTo>
                  <a:lnTo>
                    <a:pt x="2146412" y="547769"/>
                  </a:lnTo>
                  <a:lnTo>
                    <a:pt x="2145340" y="548282"/>
                  </a:lnTo>
                  <a:lnTo>
                    <a:pt x="2144269" y="548795"/>
                  </a:lnTo>
                  <a:lnTo>
                    <a:pt x="2143197" y="549309"/>
                  </a:lnTo>
                  <a:lnTo>
                    <a:pt x="2142125" y="549822"/>
                  </a:lnTo>
                  <a:lnTo>
                    <a:pt x="2141054" y="550336"/>
                  </a:lnTo>
                  <a:lnTo>
                    <a:pt x="2139982" y="550850"/>
                  </a:lnTo>
                  <a:lnTo>
                    <a:pt x="2138911" y="551365"/>
                  </a:lnTo>
                  <a:lnTo>
                    <a:pt x="2137839" y="551879"/>
                  </a:lnTo>
                  <a:lnTo>
                    <a:pt x="2136767" y="552394"/>
                  </a:lnTo>
                  <a:lnTo>
                    <a:pt x="2135696" y="552909"/>
                  </a:lnTo>
                  <a:lnTo>
                    <a:pt x="2134624" y="553424"/>
                  </a:lnTo>
                  <a:lnTo>
                    <a:pt x="2133553" y="553939"/>
                  </a:lnTo>
                  <a:lnTo>
                    <a:pt x="2132481" y="554454"/>
                  </a:lnTo>
                  <a:lnTo>
                    <a:pt x="2131409" y="554970"/>
                  </a:lnTo>
                  <a:lnTo>
                    <a:pt x="2130338" y="555486"/>
                  </a:lnTo>
                  <a:lnTo>
                    <a:pt x="2129266" y="556002"/>
                  </a:lnTo>
                  <a:lnTo>
                    <a:pt x="2128195" y="556518"/>
                  </a:lnTo>
                  <a:lnTo>
                    <a:pt x="2127123" y="557034"/>
                  </a:lnTo>
                  <a:lnTo>
                    <a:pt x="2126052" y="557551"/>
                  </a:lnTo>
                  <a:lnTo>
                    <a:pt x="2124980" y="558068"/>
                  </a:lnTo>
                  <a:lnTo>
                    <a:pt x="2123908" y="558585"/>
                  </a:lnTo>
                  <a:lnTo>
                    <a:pt x="2122837" y="559102"/>
                  </a:lnTo>
                  <a:lnTo>
                    <a:pt x="2121765" y="559619"/>
                  </a:lnTo>
                  <a:lnTo>
                    <a:pt x="2120694" y="560137"/>
                  </a:lnTo>
                  <a:lnTo>
                    <a:pt x="2119622" y="560655"/>
                  </a:lnTo>
                  <a:lnTo>
                    <a:pt x="2118550" y="561173"/>
                  </a:lnTo>
                  <a:lnTo>
                    <a:pt x="2117479" y="561691"/>
                  </a:lnTo>
                  <a:lnTo>
                    <a:pt x="2116407" y="562210"/>
                  </a:lnTo>
                  <a:lnTo>
                    <a:pt x="2115336" y="562728"/>
                  </a:lnTo>
                  <a:lnTo>
                    <a:pt x="2114264" y="563247"/>
                  </a:lnTo>
                  <a:lnTo>
                    <a:pt x="2113192" y="563766"/>
                  </a:lnTo>
                  <a:lnTo>
                    <a:pt x="2112121" y="564285"/>
                  </a:lnTo>
                  <a:lnTo>
                    <a:pt x="2111049" y="564805"/>
                  </a:lnTo>
                  <a:lnTo>
                    <a:pt x="2109978" y="565324"/>
                  </a:lnTo>
                  <a:lnTo>
                    <a:pt x="2108906" y="565844"/>
                  </a:lnTo>
                  <a:lnTo>
                    <a:pt x="2107834" y="566364"/>
                  </a:lnTo>
                  <a:lnTo>
                    <a:pt x="2106763" y="566884"/>
                  </a:lnTo>
                  <a:lnTo>
                    <a:pt x="2105691" y="567405"/>
                  </a:lnTo>
                  <a:lnTo>
                    <a:pt x="2104620" y="567925"/>
                  </a:lnTo>
                  <a:lnTo>
                    <a:pt x="2103548" y="568446"/>
                  </a:lnTo>
                  <a:lnTo>
                    <a:pt x="2102476" y="568967"/>
                  </a:lnTo>
                  <a:lnTo>
                    <a:pt x="2101405" y="569489"/>
                  </a:lnTo>
                  <a:lnTo>
                    <a:pt x="2100333" y="570010"/>
                  </a:lnTo>
                  <a:lnTo>
                    <a:pt x="2099262" y="570532"/>
                  </a:lnTo>
                  <a:lnTo>
                    <a:pt x="2098190" y="571053"/>
                  </a:lnTo>
                  <a:lnTo>
                    <a:pt x="2097118" y="571576"/>
                  </a:lnTo>
                  <a:lnTo>
                    <a:pt x="2096047" y="572098"/>
                  </a:lnTo>
                  <a:lnTo>
                    <a:pt x="2094975" y="572620"/>
                  </a:lnTo>
                  <a:lnTo>
                    <a:pt x="2093904" y="573143"/>
                  </a:lnTo>
                  <a:lnTo>
                    <a:pt x="2092832" y="573666"/>
                  </a:lnTo>
                  <a:lnTo>
                    <a:pt x="2091760" y="574189"/>
                  </a:lnTo>
                  <a:lnTo>
                    <a:pt x="2090689" y="574712"/>
                  </a:lnTo>
                  <a:lnTo>
                    <a:pt x="2089617" y="575236"/>
                  </a:lnTo>
                  <a:lnTo>
                    <a:pt x="2088546" y="575759"/>
                  </a:lnTo>
                  <a:lnTo>
                    <a:pt x="2087474" y="576283"/>
                  </a:lnTo>
                  <a:lnTo>
                    <a:pt x="2086402" y="576807"/>
                  </a:lnTo>
                  <a:lnTo>
                    <a:pt x="2085331" y="577332"/>
                  </a:lnTo>
                  <a:lnTo>
                    <a:pt x="2084259" y="577856"/>
                  </a:lnTo>
                  <a:lnTo>
                    <a:pt x="2083188" y="578381"/>
                  </a:lnTo>
                  <a:lnTo>
                    <a:pt x="2082116" y="578906"/>
                  </a:lnTo>
                  <a:lnTo>
                    <a:pt x="2081044" y="579431"/>
                  </a:lnTo>
                  <a:lnTo>
                    <a:pt x="2079973" y="579956"/>
                  </a:lnTo>
                  <a:lnTo>
                    <a:pt x="2078901" y="580482"/>
                  </a:lnTo>
                  <a:lnTo>
                    <a:pt x="2077830" y="581007"/>
                  </a:lnTo>
                  <a:lnTo>
                    <a:pt x="2076758" y="581533"/>
                  </a:lnTo>
                  <a:lnTo>
                    <a:pt x="2075686" y="582060"/>
                  </a:lnTo>
                  <a:lnTo>
                    <a:pt x="2074615" y="582586"/>
                  </a:lnTo>
                  <a:lnTo>
                    <a:pt x="2073543" y="583113"/>
                  </a:lnTo>
                  <a:lnTo>
                    <a:pt x="2072472" y="583639"/>
                  </a:lnTo>
                  <a:lnTo>
                    <a:pt x="2071400" y="584166"/>
                  </a:lnTo>
                  <a:lnTo>
                    <a:pt x="2070328" y="584694"/>
                  </a:lnTo>
                  <a:lnTo>
                    <a:pt x="2069257" y="585221"/>
                  </a:lnTo>
                  <a:lnTo>
                    <a:pt x="2068185" y="585749"/>
                  </a:lnTo>
                  <a:lnTo>
                    <a:pt x="2067114" y="586276"/>
                  </a:lnTo>
                  <a:lnTo>
                    <a:pt x="2066042" y="586805"/>
                  </a:lnTo>
                  <a:lnTo>
                    <a:pt x="2064970" y="587333"/>
                  </a:lnTo>
                  <a:lnTo>
                    <a:pt x="2063899" y="587861"/>
                  </a:lnTo>
                  <a:lnTo>
                    <a:pt x="2062827" y="588390"/>
                  </a:lnTo>
                  <a:lnTo>
                    <a:pt x="2061756" y="588919"/>
                  </a:lnTo>
                  <a:lnTo>
                    <a:pt x="2060684" y="589448"/>
                  </a:lnTo>
                  <a:lnTo>
                    <a:pt x="2059612" y="589977"/>
                  </a:lnTo>
                  <a:lnTo>
                    <a:pt x="2058541" y="590507"/>
                  </a:lnTo>
                  <a:lnTo>
                    <a:pt x="2057469" y="591037"/>
                  </a:lnTo>
                  <a:lnTo>
                    <a:pt x="2056398" y="591567"/>
                  </a:lnTo>
                  <a:lnTo>
                    <a:pt x="2055326" y="592097"/>
                  </a:lnTo>
                  <a:lnTo>
                    <a:pt x="2054254" y="592627"/>
                  </a:lnTo>
                  <a:lnTo>
                    <a:pt x="2053183" y="593158"/>
                  </a:lnTo>
                  <a:lnTo>
                    <a:pt x="2052111" y="593689"/>
                  </a:lnTo>
                  <a:lnTo>
                    <a:pt x="2051040" y="594220"/>
                  </a:lnTo>
                  <a:lnTo>
                    <a:pt x="2049968" y="594751"/>
                  </a:lnTo>
                  <a:lnTo>
                    <a:pt x="2048896" y="595283"/>
                  </a:lnTo>
                  <a:lnTo>
                    <a:pt x="2047825" y="595814"/>
                  </a:lnTo>
                  <a:lnTo>
                    <a:pt x="2046753" y="596346"/>
                  </a:lnTo>
                  <a:lnTo>
                    <a:pt x="2045682" y="596878"/>
                  </a:lnTo>
                  <a:lnTo>
                    <a:pt x="2044610" y="597411"/>
                  </a:lnTo>
                  <a:lnTo>
                    <a:pt x="2043538" y="597943"/>
                  </a:lnTo>
                  <a:lnTo>
                    <a:pt x="2042467" y="598476"/>
                  </a:lnTo>
                  <a:lnTo>
                    <a:pt x="2041395" y="599009"/>
                  </a:lnTo>
                  <a:lnTo>
                    <a:pt x="2040324" y="599542"/>
                  </a:lnTo>
                  <a:lnTo>
                    <a:pt x="2039252" y="600076"/>
                  </a:lnTo>
                  <a:lnTo>
                    <a:pt x="2038180" y="600610"/>
                  </a:lnTo>
                  <a:lnTo>
                    <a:pt x="2037109" y="601143"/>
                  </a:lnTo>
                  <a:lnTo>
                    <a:pt x="2036037" y="601678"/>
                  </a:lnTo>
                  <a:lnTo>
                    <a:pt x="2034966" y="602212"/>
                  </a:lnTo>
                  <a:lnTo>
                    <a:pt x="2033894" y="602747"/>
                  </a:lnTo>
                  <a:lnTo>
                    <a:pt x="2032822" y="603282"/>
                  </a:lnTo>
                  <a:lnTo>
                    <a:pt x="2031751" y="603817"/>
                  </a:lnTo>
                  <a:lnTo>
                    <a:pt x="2030679" y="604352"/>
                  </a:lnTo>
                  <a:lnTo>
                    <a:pt x="2029608" y="604888"/>
                  </a:lnTo>
                  <a:lnTo>
                    <a:pt x="2028536" y="605424"/>
                  </a:lnTo>
                  <a:lnTo>
                    <a:pt x="2027464" y="605960"/>
                  </a:lnTo>
                  <a:lnTo>
                    <a:pt x="2026393" y="606496"/>
                  </a:lnTo>
                  <a:lnTo>
                    <a:pt x="2025321" y="607033"/>
                  </a:lnTo>
                  <a:lnTo>
                    <a:pt x="2024250" y="607570"/>
                  </a:lnTo>
                  <a:lnTo>
                    <a:pt x="2023178" y="608107"/>
                  </a:lnTo>
                  <a:lnTo>
                    <a:pt x="2022106" y="608644"/>
                  </a:lnTo>
                  <a:lnTo>
                    <a:pt x="2021035" y="609182"/>
                  </a:lnTo>
                  <a:lnTo>
                    <a:pt x="2019963" y="609720"/>
                  </a:lnTo>
                  <a:lnTo>
                    <a:pt x="2018892" y="610258"/>
                  </a:lnTo>
                  <a:lnTo>
                    <a:pt x="2017820" y="610797"/>
                  </a:lnTo>
                  <a:lnTo>
                    <a:pt x="2016748" y="611336"/>
                  </a:lnTo>
                  <a:lnTo>
                    <a:pt x="2015677" y="611875"/>
                  </a:lnTo>
                  <a:lnTo>
                    <a:pt x="2014605" y="612414"/>
                  </a:lnTo>
                  <a:lnTo>
                    <a:pt x="2013534" y="612954"/>
                  </a:lnTo>
                  <a:lnTo>
                    <a:pt x="2012462" y="613494"/>
                  </a:lnTo>
                  <a:lnTo>
                    <a:pt x="2011390" y="614034"/>
                  </a:lnTo>
                  <a:lnTo>
                    <a:pt x="2010319" y="614575"/>
                  </a:lnTo>
                  <a:lnTo>
                    <a:pt x="2009247" y="615116"/>
                  </a:lnTo>
                  <a:lnTo>
                    <a:pt x="2008176" y="615657"/>
                  </a:lnTo>
                  <a:lnTo>
                    <a:pt x="2007104" y="616199"/>
                  </a:lnTo>
                  <a:lnTo>
                    <a:pt x="2006032" y="616740"/>
                  </a:lnTo>
                  <a:lnTo>
                    <a:pt x="2004961" y="617283"/>
                  </a:lnTo>
                  <a:lnTo>
                    <a:pt x="2003889" y="617825"/>
                  </a:lnTo>
                  <a:lnTo>
                    <a:pt x="2002818" y="618368"/>
                  </a:lnTo>
                  <a:lnTo>
                    <a:pt x="2001746" y="618911"/>
                  </a:lnTo>
                  <a:lnTo>
                    <a:pt x="2000674" y="619454"/>
                  </a:lnTo>
                  <a:lnTo>
                    <a:pt x="1999603" y="619998"/>
                  </a:lnTo>
                  <a:lnTo>
                    <a:pt x="1998531" y="620542"/>
                  </a:lnTo>
                  <a:lnTo>
                    <a:pt x="1997460" y="621086"/>
                  </a:lnTo>
                  <a:lnTo>
                    <a:pt x="1996388" y="621631"/>
                  </a:lnTo>
                  <a:lnTo>
                    <a:pt x="1995316" y="622176"/>
                  </a:lnTo>
                  <a:lnTo>
                    <a:pt x="1994245" y="622722"/>
                  </a:lnTo>
                  <a:lnTo>
                    <a:pt x="1993173" y="623267"/>
                  </a:lnTo>
                  <a:lnTo>
                    <a:pt x="1992102" y="623813"/>
                  </a:lnTo>
                  <a:lnTo>
                    <a:pt x="1991030" y="624360"/>
                  </a:lnTo>
                  <a:lnTo>
                    <a:pt x="1989958" y="624907"/>
                  </a:lnTo>
                  <a:lnTo>
                    <a:pt x="1988887" y="625454"/>
                  </a:lnTo>
                  <a:lnTo>
                    <a:pt x="1987815" y="626001"/>
                  </a:lnTo>
                  <a:lnTo>
                    <a:pt x="1986744" y="626549"/>
                  </a:lnTo>
                  <a:lnTo>
                    <a:pt x="1985672" y="627097"/>
                  </a:lnTo>
                  <a:lnTo>
                    <a:pt x="1984600" y="627646"/>
                  </a:lnTo>
                  <a:lnTo>
                    <a:pt x="1983529" y="628195"/>
                  </a:lnTo>
                  <a:lnTo>
                    <a:pt x="1982457" y="628744"/>
                  </a:lnTo>
                  <a:lnTo>
                    <a:pt x="1981386" y="629294"/>
                  </a:lnTo>
                  <a:lnTo>
                    <a:pt x="1980314" y="629844"/>
                  </a:lnTo>
                  <a:lnTo>
                    <a:pt x="1979242" y="630394"/>
                  </a:lnTo>
                  <a:lnTo>
                    <a:pt x="1978171" y="630945"/>
                  </a:lnTo>
                  <a:lnTo>
                    <a:pt x="1977099" y="631496"/>
                  </a:lnTo>
                  <a:lnTo>
                    <a:pt x="1976028" y="632048"/>
                  </a:lnTo>
                  <a:lnTo>
                    <a:pt x="1974956" y="632600"/>
                  </a:lnTo>
                  <a:lnTo>
                    <a:pt x="1973884" y="633152"/>
                  </a:lnTo>
                  <a:lnTo>
                    <a:pt x="1972813" y="633705"/>
                  </a:lnTo>
                  <a:lnTo>
                    <a:pt x="1971741" y="634258"/>
                  </a:lnTo>
                  <a:lnTo>
                    <a:pt x="1970670" y="634811"/>
                  </a:lnTo>
                  <a:lnTo>
                    <a:pt x="1969598" y="635365"/>
                  </a:lnTo>
                  <a:lnTo>
                    <a:pt x="1968526" y="635919"/>
                  </a:lnTo>
                  <a:lnTo>
                    <a:pt x="1967455" y="636474"/>
                  </a:lnTo>
                  <a:lnTo>
                    <a:pt x="1966383" y="637029"/>
                  </a:lnTo>
                  <a:lnTo>
                    <a:pt x="1965312" y="637585"/>
                  </a:lnTo>
                  <a:lnTo>
                    <a:pt x="1964240" y="638141"/>
                  </a:lnTo>
                  <a:lnTo>
                    <a:pt x="1963168" y="638697"/>
                  </a:lnTo>
                  <a:lnTo>
                    <a:pt x="1962097" y="639254"/>
                  </a:lnTo>
                  <a:lnTo>
                    <a:pt x="1961025" y="639811"/>
                  </a:lnTo>
                  <a:lnTo>
                    <a:pt x="1959954" y="640368"/>
                  </a:lnTo>
                  <a:lnTo>
                    <a:pt x="1958882" y="640926"/>
                  </a:lnTo>
                  <a:lnTo>
                    <a:pt x="1957810" y="641485"/>
                  </a:lnTo>
                  <a:lnTo>
                    <a:pt x="1956739" y="642044"/>
                  </a:lnTo>
                  <a:lnTo>
                    <a:pt x="1955667" y="642603"/>
                  </a:lnTo>
                  <a:lnTo>
                    <a:pt x="1954596" y="643163"/>
                  </a:lnTo>
                  <a:lnTo>
                    <a:pt x="1953524" y="643723"/>
                  </a:lnTo>
                  <a:lnTo>
                    <a:pt x="1952453" y="644283"/>
                  </a:lnTo>
                  <a:lnTo>
                    <a:pt x="1951381" y="644844"/>
                  </a:lnTo>
                  <a:lnTo>
                    <a:pt x="1950309" y="645406"/>
                  </a:lnTo>
                  <a:lnTo>
                    <a:pt x="1949238" y="645968"/>
                  </a:lnTo>
                  <a:lnTo>
                    <a:pt x="1948166" y="646530"/>
                  </a:lnTo>
                  <a:lnTo>
                    <a:pt x="1947095" y="647093"/>
                  </a:lnTo>
                  <a:lnTo>
                    <a:pt x="1946023" y="647656"/>
                  </a:lnTo>
                  <a:lnTo>
                    <a:pt x="1944951" y="648220"/>
                  </a:lnTo>
                  <a:lnTo>
                    <a:pt x="1943880" y="648784"/>
                  </a:lnTo>
                  <a:lnTo>
                    <a:pt x="1942808" y="649348"/>
                  </a:lnTo>
                  <a:lnTo>
                    <a:pt x="1941737" y="649913"/>
                  </a:lnTo>
                  <a:lnTo>
                    <a:pt x="1940665" y="650479"/>
                  </a:lnTo>
                  <a:lnTo>
                    <a:pt x="1939593" y="651045"/>
                  </a:lnTo>
                  <a:lnTo>
                    <a:pt x="1938522" y="651611"/>
                  </a:lnTo>
                  <a:lnTo>
                    <a:pt x="1937450" y="652178"/>
                  </a:lnTo>
                  <a:lnTo>
                    <a:pt x="1936379" y="652745"/>
                  </a:lnTo>
                  <a:lnTo>
                    <a:pt x="1935307" y="653313"/>
                  </a:lnTo>
                  <a:lnTo>
                    <a:pt x="1934235" y="653882"/>
                  </a:lnTo>
                  <a:lnTo>
                    <a:pt x="1933164" y="654450"/>
                  </a:lnTo>
                  <a:lnTo>
                    <a:pt x="1932092" y="655020"/>
                  </a:lnTo>
                  <a:lnTo>
                    <a:pt x="1931021" y="655589"/>
                  </a:lnTo>
                  <a:lnTo>
                    <a:pt x="1929949" y="656160"/>
                  </a:lnTo>
                  <a:lnTo>
                    <a:pt x="1928877" y="656730"/>
                  </a:lnTo>
                  <a:lnTo>
                    <a:pt x="1927806" y="657301"/>
                  </a:lnTo>
                  <a:lnTo>
                    <a:pt x="1926734" y="657873"/>
                  </a:lnTo>
                  <a:lnTo>
                    <a:pt x="1925663" y="658445"/>
                  </a:lnTo>
                  <a:lnTo>
                    <a:pt x="1924591" y="659018"/>
                  </a:lnTo>
                  <a:lnTo>
                    <a:pt x="1923519" y="659591"/>
                  </a:lnTo>
                  <a:lnTo>
                    <a:pt x="1922448" y="660165"/>
                  </a:lnTo>
                  <a:lnTo>
                    <a:pt x="1921376" y="660739"/>
                  </a:lnTo>
                  <a:lnTo>
                    <a:pt x="1920305" y="661313"/>
                  </a:lnTo>
                  <a:lnTo>
                    <a:pt x="1919233" y="661889"/>
                  </a:lnTo>
                  <a:lnTo>
                    <a:pt x="1918161" y="662464"/>
                  </a:lnTo>
                  <a:lnTo>
                    <a:pt x="1917090" y="663040"/>
                  </a:lnTo>
                  <a:lnTo>
                    <a:pt x="1916018" y="663617"/>
                  </a:lnTo>
                  <a:lnTo>
                    <a:pt x="1914947" y="664194"/>
                  </a:lnTo>
                  <a:lnTo>
                    <a:pt x="1913875" y="664772"/>
                  </a:lnTo>
                  <a:lnTo>
                    <a:pt x="1912803" y="665350"/>
                  </a:lnTo>
                  <a:lnTo>
                    <a:pt x="1911732" y="665929"/>
                  </a:lnTo>
                  <a:lnTo>
                    <a:pt x="1910660" y="666508"/>
                  </a:lnTo>
                  <a:lnTo>
                    <a:pt x="1909589" y="667088"/>
                  </a:lnTo>
                  <a:lnTo>
                    <a:pt x="1908517" y="667668"/>
                  </a:lnTo>
                  <a:lnTo>
                    <a:pt x="1907445" y="668249"/>
                  </a:lnTo>
                  <a:lnTo>
                    <a:pt x="1906374" y="668830"/>
                  </a:lnTo>
                  <a:lnTo>
                    <a:pt x="1905302" y="669412"/>
                  </a:lnTo>
                  <a:lnTo>
                    <a:pt x="1904231" y="669994"/>
                  </a:lnTo>
                  <a:lnTo>
                    <a:pt x="1903159" y="670577"/>
                  </a:lnTo>
                  <a:lnTo>
                    <a:pt x="1902087" y="671161"/>
                  </a:lnTo>
                  <a:lnTo>
                    <a:pt x="1901016" y="671745"/>
                  </a:lnTo>
                  <a:lnTo>
                    <a:pt x="1899944" y="672329"/>
                  </a:lnTo>
                  <a:lnTo>
                    <a:pt x="1898873" y="672914"/>
                  </a:lnTo>
                  <a:lnTo>
                    <a:pt x="1897801" y="673500"/>
                  </a:lnTo>
                  <a:lnTo>
                    <a:pt x="1896729" y="674086"/>
                  </a:lnTo>
                  <a:lnTo>
                    <a:pt x="1895658" y="674673"/>
                  </a:lnTo>
                  <a:lnTo>
                    <a:pt x="1894586" y="675260"/>
                  </a:lnTo>
                  <a:lnTo>
                    <a:pt x="1893515" y="675848"/>
                  </a:lnTo>
                  <a:lnTo>
                    <a:pt x="1892443" y="676436"/>
                  </a:lnTo>
                  <a:lnTo>
                    <a:pt x="1891371" y="677025"/>
                  </a:lnTo>
                  <a:lnTo>
                    <a:pt x="1890300" y="677615"/>
                  </a:lnTo>
                  <a:lnTo>
                    <a:pt x="1889228" y="678205"/>
                  </a:lnTo>
                  <a:lnTo>
                    <a:pt x="1888157" y="678795"/>
                  </a:lnTo>
                  <a:lnTo>
                    <a:pt x="1887085" y="679386"/>
                  </a:lnTo>
                  <a:lnTo>
                    <a:pt x="1886013" y="679978"/>
                  </a:lnTo>
                  <a:lnTo>
                    <a:pt x="1884942" y="680570"/>
                  </a:lnTo>
                  <a:lnTo>
                    <a:pt x="1883870" y="681163"/>
                  </a:lnTo>
                  <a:lnTo>
                    <a:pt x="1882799" y="681756"/>
                  </a:lnTo>
                  <a:lnTo>
                    <a:pt x="1881727" y="682350"/>
                  </a:lnTo>
                  <a:lnTo>
                    <a:pt x="1880655" y="682945"/>
                  </a:lnTo>
                  <a:lnTo>
                    <a:pt x="1879584" y="683540"/>
                  </a:lnTo>
                  <a:lnTo>
                    <a:pt x="1878512" y="684135"/>
                  </a:lnTo>
                  <a:lnTo>
                    <a:pt x="1877441" y="684732"/>
                  </a:lnTo>
                  <a:lnTo>
                    <a:pt x="1876369" y="685328"/>
                  </a:lnTo>
                  <a:lnTo>
                    <a:pt x="1875297" y="685926"/>
                  </a:lnTo>
                  <a:lnTo>
                    <a:pt x="1874226" y="686524"/>
                  </a:lnTo>
                  <a:lnTo>
                    <a:pt x="1873154" y="687122"/>
                  </a:lnTo>
                  <a:lnTo>
                    <a:pt x="1872083" y="687721"/>
                  </a:lnTo>
                  <a:lnTo>
                    <a:pt x="1871011" y="688321"/>
                  </a:lnTo>
                  <a:lnTo>
                    <a:pt x="1869939" y="688921"/>
                  </a:lnTo>
                  <a:lnTo>
                    <a:pt x="1868868" y="689522"/>
                  </a:lnTo>
                  <a:lnTo>
                    <a:pt x="1867796" y="690123"/>
                  </a:lnTo>
                  <a:lnTo>
                    <a:pt x="1866725" y="690725"/>
                  </a:lnTo>
                  <a:lnTo>
                    <a:pt x="1865653" y="691328"/>
                  </a:lnTo>
                  <a:lnTo>
                    <a:pt x="1864581" y="691931"/>
                  </a:lnTo>
                  <a:lnTo>
                    <a:pt x="1863510" y="692535"/>
                  </a:lnTo>
                  <a:lnTo>
                    <a:pt x="1862438" y="693139"/>
                  </a:lnTo>
                  <a:lnTo>
                    <a:pt x="1861367" y="693744"/>
                  </a:lnTo>
                  <a:lnTo>
                    <a:pt x="1860295" y="694350"/>
                  </a:lnTo>
                  <a:lnTo>
                    <a:pt x="1859223" y="694956"/>
                  </a:lnTo>
                  <a:lnTo>
                    <a:pt x="1858152" y="695563"/>
                  </a:lnTo>
                  <a:lnTo>
                    <a:pt x="1857080" y="696170"/>
                  </a:lnTo>
                  <a:lnTo>
                    <a:pt x="1856009" y="696778"/>
                  </a:lnTo>
                  <a:lnTo>
                    <a:pt x="1854937" y="697387"/>
                  </a:lnTo>
                  <a:lnTo>
                    <a:pt x="1853865" y="697996"/>
                  </a:lnTo>
                  <a:lnTo>
                    <a:pt x="1852794" y="698606"/>
                  </a:lnTo>
                  <a:lnTo>
                    <a:pt x="1851722" y="699216"/>
                  </a:lnTo>
                  <a:lnTo>
                    <a:pt x="1850651" y="699827"/>
                  </a:lnTo>
                  <a:lnTo>
                    <a:pt x="1849579" y="700439"/>
                  </a:lnTo>
                  <a:lnTo>
                    <a:pt x="1848507" y="701051"/>
                  </a:lnTo>
                  <a:lnTo>
                    <a:pt x="1847436" y="701664"/>
                  </a:lnTo>
                  <a:lnTo>
                    <a:pt x="1846364" y="702277"/>
                  </a:lnTo>
                  <a:lnTo>
                    <a:pt x="1845293" y="702891"/>
                  </a:lnTo>
                  <a:lnTo>
                    <a:pt x="1844221" y="703506"/>
                  </a:lnTo>
                  <a:lnTo>
                    <a:pt x="1843149" y="704121"/>
                  </a:lnTo>
                  <a:lnTo>
                    <a:pt x="1842078" y="704737"/>
                  </a:lnTo>
                  <a:lnTo>
                    <a:pt x="1841006" y="705353"/>
                  </a:lnTo>
                  <a:lnTo>
                    <a:pt x="1839935" y="705970"/>
                  </a:lnTo>
                  <a:lnTo>
                    <a:pt x="1838863" y="706588"/>
                  </a:lnTo>
                  <a:lnTo>
                    <a:pt x="1837791" y="707206"/>
                  </a:lnTo>
                  <a:lnTo>
                    <a:pt x="1836720" y="707825"/>
                  </a:lnTo>
                  <a:lnTo>
                    <a:pt x="1835648" y="708445"/>
                  </a:lnTo>
                  <a:lnTo>
                    <a:pt x="1834577" y="709065"/>
                  </a:lnTo>
                  <a:lnTo>
                    <a:pt x="1833505" y="709686"/>
                  </a:lnTo>
                  <a:lnTo>
                    <a:pt x="1832433" y="710307"/>
                  </a:lnTo>
                  <a:lnTo>
                    <a:pt x="1831362" y="710929"/>
                  </a:lnTo>
                  <a:lnTo>
                    <a:pt x="1830290" y="711552"/>
                  </a:lnTo>
                  <a:lnTo>
                    <a:pt x="1829219" y="712175"/>
                  </a:lnTo>
                  <a:lnTo>
                    <a:pt x="1828147" y="712799"/>
                  </a:lnTo>
                  <a:lnTo>
                    <a:pt x="1827075" y="713424"/>
                  </a:lnTo>
                  <a:lnTo>
                    <a:pt x="1826004" y="714049"/>
                  </a:lnTo>
                  <a:lnTo>
                    <a:pt x="1824932" y="714675"/>
                  </a:lnTo>
                  <a:lnTo>
                    <a:pt x="1823861" y="715301"/>
                  </a:lnTo>
                  <a:lnTo>
                    <a:pt x="1822789" y="715928"/>
                  </a:lnTo>
                  <a:lnTo>
                    <a:pt x="1821717" y="716556"/>
                  </a:lnTo>
                  <a:lnTo>
                    <a:pt x="1820646" y="717184"/>
                  </a:lnTo>
                  <a:lnTo>
                    <a:pt x="1819574" y="717813"/>
                  </a:lnTo>
                  <a:lnTo>
                    <a:pt x="1818503" y="718443"/>
                  </a:lnTo>
                  <a:lnTo>
                    <a:pt x="1817431" y="719073"/>
                  </a:lnTo>
                  <a:lnTo>
                    <a:pt x="1816359" y="719704"/>
                  </a:lnTo>
                  <a:lnTo>
                    <a:pt x="1815288" y="720335"/>
                  </a:lnTo>
                  <a:lnTo>
                    <a:pt x="1814216" y="720967"/>
                  </a:lnTo>
                  <a:lnTo>
                    <a:pt x="1813145" y="721600"/>
                  </a:lnTo>
                  <a:lnTo>
                    <a:pt x="1812073" y="722233"/>
                  </a:lnTo>
                  <a:lnTo>
                    <a:pt x="1811001" y="722867"/>
                  </a:lnTo>
                  <a:lnTo>
                    <a:pt x="1809930" y="723502"/>
                  </a:lnTo>
                  <a:lnTo>
                    <a:pt x="1808858" y="724137"/>
                  </a:lnTo>
                  <a:lnTo>
                    <a:pt x="1807787" y="724773"/>
                  </a:lnTo>
                  <a:lnTo>
                    <a:pt x="1806715" y="725409"/>
                  </a:lnTo>
                  <a:lnTo>
                    <a:pt x="1805643" y="726046"/>
                  </a:lnTo>
                  <a:lnTo>
                    <a:pt x="1804572" y="726684"/>
                  </a:lnTo>
                  <a:lnTo>
                    <a:pt x="1803500" y="727323"/>
                  </a:lnTo>
                  <a:lnTo>
                    <a:pt x="1802429" y="727962"/>
                  </a:lnTo>
                  <a:lnTo>
                    <a:pt x="1801357" y="728601"/>
                  </a:lnTo>
                  <a:lnTo>
                    <a:pt x="1800285" y="729241"/>
                  </a:lnTo>
                  <a:lnTo>
                    <a:pt x="1799214" y="729882"/>
                  </a:lnTo>
                  <a:lnTo>
                    <a:pt x="1798142" y="730524"/>
                  </a:lnTo>
                  <a:lnTo>
                    <a:pt x="1797071" y="731166"/>
                  </a:lnTo>
                  <a:lnTo>
                    <a:pt x="1795999" y="731809"/>
                  </a:lnTo>
                  <a:lnTo>
                    <a:pt x="1794927" y="732452"/>
                  </a:lnTo>
                  <a:lnTo>
                    <a:pt x="1793856" y="733096"/>
                  </a:lnTo>
                  <a:lnTo>
                    <a:pt x="1792784" y="733741"/>
                  </a:lnTo>
                  <a:lnTo>
                    <a:pt x="1791713" y="734386"/>
                  </a:lnTo>
                  <a:lnTo>
                    <a:pt x="1790641" y="735032"/>
                  </a:lnTo>
                  <a:lnTo>
                    <a:pt x="1789569" y="735679"/>
                  </a:lnTo>
                  <a:lnTo>
                    <a:pt x="1788498" y="736326"/>
                  </a:lnTo>
                  <a:lnTo>
                    <a:pt x="1787426" y="736974"/>
                  </a:lnTo>
                  <a:lnTo>
                    <a:pt x="1786355" y="737622"/>
                  </a:lnTo>
                  <a:lnTo>
                    <a:pt x="1785283" y="738271"/>
                  </a:lnTo>
                  <a:lnTo>
                    <a:pt x="1784211" y="738921"/>
                  </a:lnTo>
                  <a:lnTo>
                    <a:pt x="1783140" y="739571"/>
                  </a:lnTo>
                  <a:lnTo>
                    <a:pt x="1782068" y="740222"/>
                  </a:lnTo>
                  <a:lnTo>
                    <a:pt x="1780997" y="740874"/>
                  </a:lnTo>
                  <a:lnTo>
                    <a:pt x="1779925" y="741526"/>
                  </a:lnTo>
                  <a:lnTo>
                    <a:pt x="1778853" y="742179"/>
                  </a:lnTo>
                  <a:lnTo>
                    <a:pt x="1777782" y="742832"/>
                  </a:lnTo>
                  <a:lnTo>
                    <a:pt x="1776710" y="743486"/>
                  </a:lnTo>
                  <a:lnTo>
                    <a:pt x="1775639" y="744141"/>
                  </a:lnTo>
                  <a:lnTo>
                    <a:pt x="1774567" y="744796"/>
                  </a:lnTo>
                  <a:lnTo>
                    <a:pt x="1773496" y="745452"/>
                  </a:lnTo>
                  <a:lnTo>
                    <a:pt x="1772424" y="746108"/>
                  </a:lnTo>
                  <a:lnTo>
                    <a:pt x="1771352" y="746766"/>
                  </a:lnTo>
                  <a:lnTo>
                    <a:pt x="1770281" y="747423"/>
                  </a:lnTo>
                  <a:lnTo>
                    <a:pt x="1769209" y="748082"/>
                  </a:lnTo>
                  <a:lnTo>
                    <a:pt x="1768138" y="748741"/>
                  </a:lnTo>
                  <a:lnTo>
                    <a:pt x="1767066" y="749400"/>
                  </a:lnTo>
                  <a:lnTo>
                    <a:pt x="1765994" y="750060"/>
                  </a:lnTo>
                  <a:lnTo>
                    <a:pt x="1764923" y="750721"/>
                  </a:lnTo>
                  <a:lnTo>
                    <a:pt x="1763851" y="751382"/>
                  </a:lnTo>
                  <a:lnTo>
                    <a:pt x="1762780" y="752044"/>
                  </a:lnTo>
                  <a:lnTo>
                    <a:pt x="1761708" y="752707"/>
                  </a:lnTo>
                  <a:lnTo>
                    <a:pt x="1760636" y="753370"/>
                  </a:lnTo>
                  <a:lnTo>
                    <a:pt x="1759565" y="754034"/>
                  </a:lnTo>
                  <a:lnTo>
                    <a:pt x="1758493" y="754698"/>
                  </a:lnTo>
                  <a:lnTo>
                    <a:pt x="1757422" y="755363"/>
                  </a:lnTo>
                  <a:lnTo>
                    <a:pt x="1756350" y="756029"/>
                  </a:lnTo>
                  <a:lnTo>
                    <a:pt x="1755278" y="756695"/>
                  </a:lnTo>
                  <a:lnTo>
                    <a:pt x="1754207" y="757362"/>
                  </a:lnTo>
                  <a:lnTo>
                    <a:pt x="1753135" y="758029"/>
                  </a:lnTo>
                  <a:lnTo>
                    <a:pt x="1752064" y="758697"/>
                  </a:lnTo>
                  <a:lnTo>
                    <a:pt x="1750992" y="759366"/>
                  </a:lnTo>
                  <a:lnTo>
                    <a:pt x="1749920" y="760035"/>
                  </a:lnTo>
                  <a:lnTo>
                    <a:pt x="1748849" y="760704"/>
                  </a:lnTo>
                  <a:lnTo>
                    <a:pt x="1747777" y="761375"/>
                  </a:lnTo>
                  <a:lnTo>
                    <a:pt x="1746706" y="762045"/>
                  </a:lnTo>
                  <a:lnTo>
                    <a:pt x="1745634" y="762717"/>
                  </a:lnTo>
                  <a:lnTo>
                    <a:pt x="1744562" y="763389"/>
                  </a:lnTo>
                  <a:lnTo>
                    <a:pt x="1743491" y="764061"/>
                  </a:lnTo>
                  <a:lnTo>
                    <a:pt x="1742419" y="764734"/>
                  </a:lnTo>
                  <a:lnTo>
                    <a:pt x="1741348" y="765408"/>
                  </a:lnTo>
                  <a:lnTo>
                    <a:pt x="1740276" y="766082"/>
                  </a:lnTo>
                  <a:lnTo>
                    <a:pt x="1739204" y="766757"/>
                  </a:lnTo>
                  <a:lnTo>
                    <a:pt x="1738133" y="767432"/>
                  </a:lnTo>
                  <a:lnTo>
                    <a:pt x="1737061" y="768108"/>
                  </a:lnTo>
                  <a:lnTo>
                    <a:pt x="1735990" y="768785"/>
                  </a:lnTo>
                  <a:lnTo>
                    <a:pt x="1734918" y="769462"/>
                  </a:lnTo>
                  <a:lnTo>
                    <a:pt x="1733846" y="770139"/>
                  </a:lnTo>
                  <a:lnTo>
                    <a:pt x="1732775" y="770817"/>
                  </a:lnTo>
                  <a:lnTo>
                    <a:pt x="1731703" y="771496"/>
                  </a:lnTo>
                  <a:lnTo>
                    <a:pt x="1730632" y="772175"/>
                  </a:lnTo>
                  <a:lnTo>
                    <a:pt x="1729560" y="772855"/>
                  </a:lnTo>
                  <a:lnTo>
                    <a:pt x="1728488" y="773535"/>
                  </a:lnTo>
                  <a:lnTo>
                    <a:pt x="1727417" y="774216"/>
                  </a:lnTo>
                  <a:lnTo>
                    <a:pt x="1726345" y="774897"/>
                  </a:lnTo>
                  <a:lnTo>
                    <a:pt x="1725274" y="775579"/>
                  </a:lnTo>
                  <a:lnTo>
                    <a:pt x="1724202" y="776261"/>
                  </a:lnTo>
                  <a:lnTo>
                    <a:pt x="1723130" y="776944"/>
                  </a:lnTo>
                  <a:lnTo>
                    <a:pt x="1722059" y="777627"/>
                  </a:lnTo>
                  <a:lnTo>
                    <a:pt x="1720987" y="778311"/>
                  </a:lnTo>
                  <a:lnTo>
                    <a:pt x="1719916" y="778995"/>
                  </a:lnTo>
                  <a:lnTo>
                    <a:pt x="1718844" y="779680"/>
                  </a:lnTo>
                  <a:lnTo>
                    <a:pt x="1717772" y="780366"/>
                  </a:lnTo>
                  <a:lnTo>
                    <a:pt x="1716701" y="781051"/>
                  </a:lnTo>
                  <a:lnTo>
                    <a:pt x="1715629" y="781738"/>
                  </a:lnTo>
                  <a:lnTo>
                    <a:pt x="1714558" y="782425"/>
                  </a:lnTo>
                  <a:lnTo>
                    <a:pt x="1713486" y="783112"/>
                  </a:lnTo>
                  <a:lnTo>
                    <a:pt x="1712414" y="783800"/>
                  </a:lnTo>
                  <a:lnTo>
                    <a:pt x="1711343" y="784488"/>
                  </a:lnTo>
                  <a:lnTo>
                    <a:pt x="1710271" y="785177"/>
                  </a:lnTo>
                  <a:lnTo>
                    <a:pt x="1709200" y="785866"/>
                  </a:lnTo>
                  <a:lnTo>
                    <a:pt x="1708128" y="786555"/>
                  </a:lnTo>
                  <a:lnTo>
                    <a:pt x="1707056" y="787245"/>
                  </a:lnTo>
                  <a:lnTo>
                    <a:pt x="1705985" y="787936"/>
                  </a:lnTo>
                  <a:lnTo>
                    <a:pt x="1704913" y="788627"/>
                  </a:lnTo>
                  <a:lnTo>
                    <a:pt x="1703842" y="789318"/>
                  </a:lnTo>
                  <a:lnTo>
                    <a:pt x="1702770" y="790010"/>
                  </a:lnTo>
                  <a:lnTo>
                    <a:pt x="1701698" y="790702"/>
                  </a:lnTo>
                  <a:lnTo>
                    <a:pt x="1700627" y="791395"/>
                  </a:lnTo>
                  <a:lnTo>
                    <a:pt x="1699555" y="792088"/>
                  </a:lnTo>
                  <a:lnTo>
                    <a:pt x="1698484" y="792782"/>
                  </a:lnTo>
                  <a:lnTo>
                    <a:pt x="1697412" y="793476"/>
                  </a:lnTo>
                  <a:lnTo>
                    <a:pt x="1696340" y="794170"/>
                  </a:lnTo>
                  <a:lnTo>
                    <a:pt x="1695269" y="794865"/>
                  </a:lnTo>
                  <a:lnTo>
                    <a:pt x="1694197" y="795560"/>
                  </a:lnTo>
                  <a:lnTo>
                    <a:pt x="1693126" y="796256"/>
                  </a:lnTo>
                  <a:lnTo>
                    <a:pt x="1692054" y="796952"/>
                  </a:lnTo>
                  <a:lnTo>
                    <a:pt x="1690982" y="797648"/>
                  </a:lnTo>
                  <a:lnTo>
                    <a:pt x="1689911" y="798345"/>
                  </a:lnTo>
                  <a:lnTo>
                    <a:pt x="1688839" y="799042"/>
                  </a:lnTo>
                  <a:lnTo>
                    <a:pt x="1687768" y="799739"/>
                  </a:lnTo>
                  <a:lnTo>
                    <a:pt x="1686696" y="800437"/>
                  </a:lnTo>
                  <a:lnTo>
                    <a:pt x="1685624" y="801135"/>
                  </a:lnTo>
                  <a:lnTo>
                    <a:pt x="1684553" y="801834"/>
                  </a:lnTo>
                  <a:lnTo>
                    <a:pt x="1683481" y="802533"/>
                  </a:lnTo>
                  <a:lnTo>
                    <a:pt x="1682410" y="803232"/>
                  </a:lnTo>
                  <a:lnTo>
                    <a:pt x="1681338" y="803931"/>
                  </a:lnTo>
                  <a:lnTo>
                    <a:pt x="1680266" y="804631"/>
                  </a:lnTo>
                  <a:lnTo>
                    <a:pt x="1679195" y="805332"/>
                  </a:lnTo>
                  <a:lnTo>
                    <a:pt x="1678123" y="806032"/>
                  </a:lnTo>
                  <a:lnTo>
                    <a:pt x="1677052" y="806733"/>
                  </a:lnTo>
                  <a:lnTo>
                    <a:pt x="1675980" y="807434"/>
                  </a:lnTo>
                  <a:lnTo>
                    <a:pt x="1674908" y="808135"/>
                  </a:lnTo>
                  <a:lnTo>
                    <a:pt x="1673837" y="808837"/>
                  </a:lnTo>
                  <a:lnTo>
                    <a:pt x="1672765" y="809539"/>
                  </a:lnTo>
                  <a:lnTo>
                    <a:pt x="1671694" y="810241"/>
                  </a:lnTo>
                  <a:lnTo>
                    <a:pt x="1670622" y="810944"/>
                  </a:lnTo>
                  <a:lnTo>
                    <a:pt x="1669550" y="811647"/>
                  </a:lnTo>
                  <a:lnTo>
                    <a:pt x="1668479" y="812350"/>
                  </a:lnTo>
                  <a:lnTo>
                    <a:pt x="1667407" y="813053"/>
                  </a:lnTo>
                  <a:lnTo>
                    <a:pt x="1666336" y="813757"/>
                  </a:lnTo>
                  <a:lnTo>
                    <a:pt x="1665264" y="814461"/>
                  </a:lnTo>
                  <a:lnTo>
                    <a:pt x="1664192" y="815165"/>
                  </a:lnTo>
                  <a:lnTo>
                    <a:pt x="1663121" y="815869"/>
                  </a:lnTo>
                  <a:lnTo>
                    <a:pt x="1662049" y="816573"/>
                  </a:lnTo>
                  <a:lnTo>
                    <a:pt x="1660978" y="817278"/>
                  </a:lnTo>
                  <a:lnTo>
                    <a:pt x="1659906" y="817983"/>
                  </a:lnTo>
                  <a:lnTo>
                    <a:pt x="1658834" y="818688"/>
                  </a:lnTo>
                  <a:lnTo>
                    <a:pt x="1657763" y="819394"/>
                  </a:lnTo>
                  <a:lnTo>
                    <a:pt x="1656691" y="820099"/>
                  </a:lnTo>
                  <a:lnTo>
                    <a:pt x="1655620" y="820805"/>
                  </a:lnTo>
                  <a:lnTo>
                    <a:pt x="1654548" y="821510"/>
                  </a:lnTo>
                  <a:lnTo>
                    <a:pt x="1653476" y="822216"/>
                  </a:lnTo>
                  <a:lnTo>
                    <a:pt x="1652405" y="822923"/>
                  </a:lnTo>
                  <a:lnTo>
                    <a:pt x="1651333" y="823629"/>
                  </a:lnTo>
                  <a:lnTo>
                    <a:pt x="1650262" y="824335"/>
                  </a:lnTo>
                  <a:lnTo>
                    <a:pt x="1649190" y="825042"/>
                  </a:lnTo>
                  <a:lnTo>
                    <a:pt x="1648118" y="825749"/>
                  </a:lnTo>
                  <a:lnTo>
                    <a:pt x="1647047" y="826455"/>
                  </a:lnTo>
                  <a:lnTo>
                    <a:pt x="1645975" y="827162"/>
                  </a:lnTo>
                  <a:lnTo>
                    <a:pt x="1644904" y="827869"/>
                  </a:lnTo>
                  <a:lnTo>
                    <a:pt x="1643832" y="828577"/>
                  </a:lnTo>
                  <a:lnTo>
                    <a:pt x="1642760" y="829284"/>
                  </a:lnTo>
                  <a:lnTo>
                    <a:pt x="1641689" y="829991"/>
                  </a:lnTo>
                  <a:lnTo>
                    <a:pt x="1640617" y="830698"/>
                  </a:lnTo>
                  <a:lnTo>
                    <a:pt x="1639546" y="831406"/>
                  </a:lnTo>
                  <a:lnTo>
                    <a:pt x="1638474" y="832113"/>
                  </a:lnTo>
                  <a:lnTo>
                    <a:pt x="1637402" y="832821"/>
                  </a:lnTo>
                  <a:lnTo>
                    <a:pt x="1636331" y="833528"/>
                  </a:lnTo>
                  <a:lnTo>
                    <a:pt x="1635259" y="834236"/>
                  </a:lnTo>
                  <a:lnTo>
                    <a:pt x="1634188" y="834944"/>
                  </a:lnTo>
                  <a:lnTo>
                    <a:pt x="1633116" y="835651"/>
                  </a:lnTo>
                  <a:lnTo>
                    <a:pt x="1632044" y="836359"/>
                  </a:lnTo>
                  <a:lnTo>
                    <a:pt x="1630973" y="837067"/>
                  </a:lnTo>
                  <a:lnTo>
                    <a:pt x="1629901" y="837774"/>
                  </a:lnTo>
                  <a:lnTo>
                    <a:pt x="1628830" y="838482"/>
                  </a:lnTo>
                  <a:lnTo>
                    <a:pt x="1627758" y="839190"/>
                  </a:lnTo>
                  <a:lnTo>
                    <a:pt x="1626686" y="839897"/>
                  </a:lnTo>
                  <a:lnTo>
                    <a:pt x="1625615" y="840605"/>
                  </a:lnTo>
                  <a:lnTo>
                    <a:pt x="1624543" y="841312"/>
                  </a:lnTo>
                  <a:lnTo>
                    <a:pt x="1623472" y="842020"/>
                  </a:lnTo>
                  <a:lnTo>
                    <a:pt x="1622400" y="842727"/>
                  </a:lnTo>
                  <a:lnTo>
                    <a:pt x="1621328" y="843434"/>
                  </a:lnTo>
                  <a:lnTo>
                    <a:pt x="1620257" y="844141"/>
                  </a:lnTo>
                  <a:lnTo>
                    <a:pt x="1619185" y="844849"/>
                  </a:lnTo>
                  <a:lnTo>
                    <a:pt x="1618114" y="845556"/>
                  </a:lnTo>
                  <a:lnTo>
                    <a:pt x="1617042" y="846262"/>
                  </a:lnTo>
                  <a:lnTo>
                    <a:pt x="1615970" y="846969"/>
                  </a:lnTo>
                  <a:lnTo>
                    <a:pt x="1614899" y="847676"/>
                  </a:lnTo>
                  <a:lnTo>
                    <a:pt x="1613827" y="848382"/>
                  </a:lnTo>
                  <a:lnTo>
                    <a:pt x="1612756" y="849089"/>
                  </a:lnTo>
                  <a:lnTo>
                    <a:pt x="1611684" y="849795"/>
                  </a:lnTo>
                  <a:lnTo>
                    <a:pt x="1610612" y="850501"/>
                  </a:lnTo>
                  <a:lnTo>
                    <a:pt x="1609541" y="851207"/>
                  </a:lnTo>
                  <a:lnTo>
                    <a:pt x="1608469" y="851913"/>
                  </a:lnTo>
                  <a:lnTo>
                    <a:pt x="1607398" y="852618"/>
                  </a:lnTo>
                  <a:lnTo>
                    <a:pt x="1606326" y="853323"/>
                  </a:lnTo>
                  <a:lnTo>
                    <a:pt x="1605254" y="854029"/>
                  </a:lnTo>
                  <a:lnTo>
                    <a:pt x="1604183" y="854733"/>
                  </a:lnTo>
                  <a:lnTo>
                    <a:pt x="1603111" y="855438"/>
                  </a:lnTo>
                  <a:lnTo>
                    <a:pt x="1602040" y="856143"/>
                  </a:lnTo>
                  <a:lnTo>
                    <a:pt x="1600968" y="856847"/>
                  </a:lnTo>
                  <a:lnTo>
                    <a:pt x="1599896" y="857551"/>
                  </a:lnTo>
                  <a:lnTo>
                    <a:pt x="1598825" y="858255"/>
                  </a:lnTo>
                  <a:lnTo>
                    <a:pt x="1597753" y="858958"/>
                  </a:lnTo>
                  <a:lnTo>
                    <a:pt x="1596682" y="859661"/>
                  </a:lnTo>
                  <a:lnTo>
                    <a:pt x="1595610" y="860364"/>
                  </a:lnTo>
                  <a:lnTo>
                    <a:pt x="1594539" y="861067"/>
                  </a:lnTo>
                  <a:lnTo>
                    <a:pt x="1593467" y="861769"/>
                  </a:lnTo>
                  <a:lnTo>
                    <a:pt x="1592395" y="862471"/>
                  </a:lnTo>
                  <a:lnTo>
                    <a:pt x="1591324" y="863173"/>
                  </a:lnTo>
                  <a:lnTo>
                    <a:pt x="1590252" y="863874"/>
                  </a:lnTo>
                  <a:lnTo>
                    <a:pt x="1589181" y="864575"/>
                  </a:lnTo>
                  <a:lnTo>
                    <a:pt x="1588109" y="865276"/>
                  </a:lnTo>
                  <a:lnTo>
                    <a:pt x="1587037" y="865976"/>
                  </a:lnTo>
                  <a:lnTo>
                    <a:pt x="1585966" y="866676"/>
                  </a:lnTo>
                  <a:lnTo>
                    <a:pt x="1584894" y="867375"/>
                  </a:lnTo>
                  <a:lnTo>
                    <a:pt x="1583823" y="868075"/>
                  </a:lnTo>
                  <a:lnTo>
                    <a:pt x="1582751" y="868773"/>
                  </a:lnTo>
                  <a:lnTo>
                    <a:pt x="1581679" y="869472"/>
                  </a:lnTo>
                  <a:lnTo>
                    <a:pt x="1580608" y="870170"/>
                  </a:lnTo>
                  <a:lnTo>
                    <a:pt x="1579536" y="870867"/>
                  </a:lnTo>
                  <a:lnTo>
                    <a:pt x="1578465" y="871564"/>
                  </a:lnTo>
                  <a:lnTo>
                    <a:pt x="1577393" y="872261"/>
                  </a:lnTo>
                  <a:lnTo>
                    <a:pt x="1576321" y="872957"/>
                  </a:lnTo>
                  <a:lnTo>
                    <a:pt x="1575250" y="873653"/>
                  </a:lnTo>
                  <a:lnTo>
                    <a:pt x="1574178" y="874349"/>
                  </a:lnTo>
                  <a:lnTo>
                    <a:pt x="1573107" y="875043"/>
                  </a:lnTo>
                  <a:lnTo>
                    <a:pt x="1572035" y="875738"/>
                  </a:lnTo>
                  <a:lnTo>
                    <a:pt x="1570963" y="876432"/>
                  </a:lnTo>
                  <a:lnTo>
                    <a:pt x="1569892" y="877125"/>
                  </a:lnTo>
                  <a:lnTo>
                    <a:pt x="1568820" y="877818"/>
                  </a:lnTo>
                  <a:lnTo>
                    <a:pt x="1567749" y="878511"/>
                  </a:lnTo>
                  <a:lnTo>
                    <a:pt x="1566677" y="879202"/>
                  </a:lnTo>
                  <a:lnTo>
                    <a:pt x="1565605" y="879894"/>
                  </a:lnTo>
                  <a:lnTo>
                    <a:pt x="1564534" y="880585"/>
                  </a:lnTo>
                  <a:lnTo>
                    <a:pt x="1563462" y="881275"/>
                  </a:lnTo>
                  <a:lnTo>
                    <a:pt x="1562391" y="881965"/>
                  </a:lnTo>
                  <a:lnTo>
                    <a:pt x="1561319" y="882654"/>
                  </a:lnTo>
                  <a:lnTo>
                    <a:pt x="1560247" y="883343"/>
                  </a:lnTo>
                  <a:lnTo>
                    <a:pt x="1559176" y="884031"/>
                  </a:lnTo>
                  <a:lnTo>
                    <a:pt x="1558104" y="884718"/>
                  </a:lnTo>
                  <a:lnTo>
                    <a:pt x="1557033" y="885405"/>
                  </a:lnTo>
                  <a:lnTo>
                    <a:pt x="1555961" y="886091"/>
                  </a:lnTo>
                  <a:lnTo>
                    <a:pt x="1554889" y="886777"/>
                  </a:lnTo>
                  <a:lnTo>
                    <a:pt x="1553818" y="887462"/>
                  </a:lnTo>
                  <a:lnTo>
                    <a:pt x="1552746" y="888146"/>
                  </a:lnTo>
                  <a:lnTo>
                    <a:pt x="1551675" y="888830"/>
                  </a:lnTo>
                  <a:lnTo>
                    <a:pt x="1550603" y="889513"/>
                  </a:lnTo>
                  <a:lnTo>
                    <a:pt x="1549531" y="890195"/>
                  </a:lnTo>
                  <a:lnTo>
                    <a:pt x="1548460" y="890877"/>
                  </a:lnTo>
                  <a:lnTo>
                    <a:pt x="1547388" y="891558"/>
                  </a:lnTo>
                  <a:lnTo>
                    <a:pt x="1546317" y="892239"/>
                  </a:lnTo>
                  <a:lnTo>
                    <a:pt x="1545245" y="892918"/>
                  </a:lnTo>
                  <a:lnTo>
                    <a:pt x="1544173" y="893597"/>
                  </a:lnTo>
                  <a:lnTo>
                    <a:pt x="1543102" y="894276"/>
                  </a:lnTo>
                  <a:lnTo>
                    <a:pt x="1542030" y="895045"/>
                  </a:lnTo>
                  <a:lnTo>
                    <a:pt x="1540959" y="895983"/>
                  </a:lnTo>
                  <a:lnTo>
                    <a:pt x="1539887" y="896922"/>
                  </a:lnTo>
                  <a:lnTo>
                    <a:pt x="1538815" y="897861"/>
                  </a:lnTo>
                  <a:lnTo>
                    <a:pt x="1537744" y="898800"/>
                  </a:lnTo>
                  <a:lnTo>
                    <a:pt x="1536672" y="899739"/>
                  </a:lnTo>
                  <a:lnTo>
                    <a:pt x="1535601" y="900679"/>
                  </a:lnTo>
                  <a:lnTo>
                    <a:pt x="1534529" y="901619"/>
                  </a:lnTo>
                  <a:lnTo>
                    <a:pt x="1533457" y="902558"/>
                  </a:lnTo>
                  <a:lnTo>
                    <a:pt x="1532386" y="903499"/>
                  </a:lnTo>
                  <a:lnTo>
                    <a:pt x="1531314" y="904439"/>
                  </a:lnTo>
                  <a:lnTo>
                    <a:pt x="1530243" y="905380"/>
                  </a:lnTo>
                  <a:lnTo>
                    <a:pt x="1529171" y="906320"/>
                  </a:lnTo>
                  <a:lnTo>
                    <a:pt x="1528099" y="907261"/>
                  </a:lnTo>
                  <a:lnTo>
                    <a:pt x="1527028" y="908202"/>
                  </a:lnTo>
                  <a:lnTo>
                    <a:pt x="1525956" y="909144"/>
                  </a:lnTo>
                  <a:lnTo>
                    <a:pt x="1524885" y="910085"/>
                  </a:lnTo>
                  <a:lnTo>
                    <a:pt x="1523813" y="911027"/>
                  </a:lnTo>
                  <a:lnTo>
                    <a:pt x="1522741" y="911969"/>
                  </a:lnTo>
                  <a:lnTo>
                    <a:pt x="1521670" y="912911"/>
                  </a:lnTo>
                  <a:lnTo>
                    <a:pt x="1520598" y="913853"/>
                  </a:lnTo>
                  <a:lnTo>
                    <a:pt x="1519527" y="914796"/>
                  </a:lnTo>
                  <a:lnTo>
                    <a:pt x="1518455" y="915738"/>
                  </a:lnTo>
                  <a:lnTo>
                    <a:pt x="1517383" y="916681"/>
                  </a:lnTo>
                  <a:lnTo>
                    <a:pt x="1516312" y="917624"/>
                  </a:lnTo>
                  <a:lnTo>
                    <a:pt x="1515240" y="918567"/>
                  </a:lnTo>
                  <a:lnTo>
                    <a:pt x="1514169" y="919511"/>
                  </a:lnTo>
                  <a:lnTo>
                    <a:pt x="1513097" y="920454"/>
                  </a:lnTo>
                  <a:lnTo>
                    <a:pt x="1512025" y="921398"/>
                  </a:lnTo>
                  <a:lnTo>
                    <a:pt x="1510954" y="922342"/>
                  </a:lnTo>
                  <a:lnTo>
                    <a:pt x="1509882" y="923286"/>
                  </a:lnTo>
                  <a:lnTo>
                    <a:pt x="1508811" y="924230"/>
                  </a:lnTo>
                  <a:lnTo>
                    <a:pt x="1507739" y="925174"/>
                  </a:lnTo>
                  <a:lnTo>
                    <a:pt x="1506667" y="926119"/>
                  </a:lnTo>
                  <a:lnTo>
                    <a:pt x="1505596" y="927064"/>
                  </a:lnTo>
                  <a:lnTo>
                    <a:pt x="1504524" y="928008"/>
                  </a:lnTo>
                  <a:lnTo>
                    <a:pt x="1503453" y="928953"/>
                  </a:lnTo>
                  <a:lnTo>
                    <a:pt x="1502381" y="929898"/>
                  </a:lnTo>
                  <a:lnTo>
                    <a:pt x="1501309" y="930844"/>
                  </a:lnTo>
                  <a:lnTo>
                    <a:pt x="1500238" y="931789"/>
                  </a:lnTo>
                  <a:lnTo>
                    <a:pt x="1499166" y="932735"/>
                  </a:lnTo>
                  <a:lnTo>
                    <a:pt x="1498095" y="933680"/>
                  </a:lnTo>
                  <a:lnTo>
                    <a:pt x="1497023" y="934626"/>
                  </a:lnTo>
                  <a:lnTo>
                    <a:pt x="1495951" y="935572"/>
                  </a:lnTo>
                  <a:lnTo>
                    <a:pt x="1494880" y="936518"/>
                  </a:lnTo>
                  <a:lnTo>
                    <a:pt x="1493808" y="937464"/>
                  </a:lnTo>
                  <a:lnTo>
                    <a:pt x="1492737" y="938410"/>
                  </a:lnTo>
                  <a:lnTo>
                    <a:pt x="1491665" y="939357"/>
                  </a:lnTo>
                  <a:lnTo>
                    <a:pt x="1490593" y="940303"/>
                  </a:lnTo>
                  <a:lnTo>
                    <a:pt x="1489522" y="941250"/>
                  </a:lnTo>
                  <a:lnTo>
                    <a:pt x="1488450" y="942196"/>
                  </a:lnTo>
                  <a:lnTo>
                    <a:pt x="1487379" y="943143"/>
                  </a:lnTo>
                  <a:lnTo>
                    <a:pt x="1486307" y="944090"/>
                  </a:lnTo>
                  <a:lnTo>
                    <a:pt x="1485235" y="945037"/>
                  </a:lnTo>
                  <a:lnTo>
                    <a:pt x="1484164" y="945984"/>
                  </a:lnTo>
                  <a:lnTo>
                    <a:pt x="1483092" y="946931"/>
                  </a:lnTo>
                  <a:lnTo>
                    <a:pt x="1482021" y="947878"/>
                  </a:lnTo>
                  <a:lnTo>
                    <a:pt x="1480949" y="948825"/>
                  </a:lnTo>
                  <a:lnTo>
                    <a:pt x="1479877" y="949772"/>
                  </a:lnTo>
                  <a:lnTo>
                    <a:pt x="1478806" y="950720"/>
                  </a:lnTo>
                  <a:lnTo>
                    <a:pt x="1477734" y="951667"/>
                  </a:lnTo>
                  <a:lnTo>
                    <a:pt x="1476663" y="952614"/>
                  </a:lnTo>
                  <a:lnTo>
                    <a:pt x="1475591" y="953562"/>
                  </a:lnTo>
                  <a:lnTo>
                    <a:pt x="1474519" y="954509"/>
                  </a:lnTo>
                  <a:lnTo>
                    <a:pt x="1473448" y="955457"/>
                  </a:lnTo>
                  <a:lnTo>
                    <a:pt x="1472376" y="956405"/>
                  </a:lnTo>
                  <a:lnTo>
                    <a:pt x="1471305" y="957352"/>
                  </a:lnTo>
                  <a:lnTo>
                    <a:pt x="1470233" y="958300"/>
                  </a:lnTo>
                  <a:lnTo>
                    <a:pt x="1469161" y="959248"/>
                  </a:lnTo>
                  <a:lnTo>
                    <a:pt x="1468090" y="960195"/>
                  </a:lnTo>
                  <a:lnTo>
                    <a:pt x="1467018" y="961143"/>
                  </a:lnTo>
                  <a:lnTo>
                    <a:pt x="1465947" y="962091"/>
                  </a:lnTo>
                  <a:lnTo>
                    <a:pt x="1464875" y="963038"/>
                  </a:lnTo>
                  <a:lnTo>
                    <a:pt x="1463803" y="963986"/>
                  </a:lnTo>
                  <a:lnTo>
                    <a:pt x="1462732" y="964934"/>
                  </a:lnTo>
                  <a:lnTo>
                    <a:pt x="1461660" y="965881"/>
                  </a:lnTo>
                  <a:lnTo>
                    <a:pt x="1460589" y="966829"/>
                  </a:lnTo>
                  <a:lnTo>
                    <a:pt x="1459517" y="967776"/>
                  </a:lnTo>
                  <a:lnTo>
                    <a:pt x="1458445" y="968724"/>
                  </a:lnTo>
                  <a:lnTo>
                    <a:pt x="1457374" y="969672"/>
                  </a:lnTo>
                  <a:lnTo>
                    <a:pt x="1456302" y="970619"/>
                  </a:lnTo>
                  <a:lnTo>
                    <a:pt x="1455231" y="971567"/>
                  </a:lnTo>
                  <a:lnTo>
                    <a:pt x="1454159" y="972514"/>
                  </a:lnTo>
                  <a:lnTo>
                    <a:pt x="1453087" y="973461"/>
                  </a:lnTo>
                  <a:lnTo>
                    <a:pt x="1452016" y="974409"/>
                  </a:lnTo>
                  <a:lnTo>
                    <a:pt x="1450944" y="975356"/>
                  </a:lnTo>
                  <a:lnTo>
                    <a:pt x="1449873" y="976303"/>
                  </a:lnTo>
                  <a:lnTo>
                    <a:pt x="1448801" y="977250"/>
                  </a:lnTo>
                  <a:lnTo>
                    <a:pt x="1447729" y="978197"/>
                  </a:lnTo>
                  <a:lnTo>
                    <a:pt x="1446658" y="979144"/>
                  </a:lnTo>
                  <a:lnTo>
                    <a:pt x="1445586" y="980091"/>
                  </a:lnTo>
                  <a:lnTo>
                    <a:pt x="1444515" y="981038"/>
                  </a:lnTo>
                  <a:lnTo>
                    <a:pt x="1443443" y="981985"/>
                  </a:lnTo>
                  <a:lnTo>
                    <a:pt x="1442371" y="982931"/>
                  </a:lnTo>
                  <a:lnTo>
                    <a:pt x="1441300" y="983878"/>
                  </a:lnTo>
                  <a:lnTo>
                    <a:pt x="1440228" y="984824"/>
                  </a:lnTo>
                  <a:lnTo>
                    <a:pt x="1439157" y="985770"/>
                  </a:lnTo>
                  <a:lnTo>
                    <a:pt x="1438085" y="986716"/>
                  </a:lnTo>
                  <a:lnTo>
                    <a:pt x="1437013" y="987662"/>
                  </a:lnTo>
                  <a:lnTo>
                    <a:pt x="1435942" y="988608"/>
                  </a:lnTo>
                  <a:lnTo>
                    <a:pt x="1434870" y="989554"/>
                  </a:lnTo>
                  <a:lnTo>
                    <a:pt x="1433799" y="990499"/>
                  </a:lnTo>
                  <a:lnTo>
                    <a:pt x="1432727" y="991445"/>
                  </a:lnTo>
                  <a:lnTo>
                    <a:pt x="1431655" y="992390"/>
                  </a:lnTo>
                  <a:lnTo>
                    <a:pt x="1430584" y="993335"/>
                  </a:lnTo>
                  <a:lnTo>
                    <a:pt x="1429512" y="994280"/>
                  </a:lnTo>
                  <a:lnTo>
                    <a:pt x="1428441" y="995225"/>
                  </a:lnTo>
                  <a:lnTo>
                    <a:pt x="1427369" y="996170"/>
                  </a:lnTo>
                  <a:lnTo>
                    <a:pt x="1426297" y="997114"/>
                  </a:lnTo>
                  <a:lnTo>
                    <a:pt x="1425226" y="998058"/>
                  </a:lnTo>
                  <a:lnTo>
                    <a:pt x="1424154" y="999002"/>
                  </a:lnTo>
                  <a:lnTo>
                    <a:pt x="1423083" y="999946"/>
                  </a:lnTo>
                  <a:lnTo>
                    <a:pt x="1422011" y="1000890"/>
                  </a:lnTo>
                  <a:lnTo>
                    <a:pt x="1420939" y="1001833"/>
                  </a:lnTo>
                  <a:lnTo>
                    <a:pt x="1419868" y="1002777"/>
                  </a:lnTo>
                  <a:lnTo>
                    <a:pt x="1418796" y="1003720"/>
                  </a:lnTo>
                  <a:lnTo>
                    <a:pt x="1417725" y="1004662"/>
                  </a:lnTo>
                  <a:lnTo>
                    <a:pt x="1416653" y="1005605"/>
                  </a:lnTo>
                  <a:lnTo>
                    <a:pt x="1415582" y="1006547"/>
                  </a:lnTo>
                  <a:lnTo>
                    <a:pt x="1414510" y="1007489"/>
                  </a:lnTo>
                  <a:lnTo>
                    <a:pt x="1413438" y="1008431"/>
                  </a:lnTo>
                  <a:lnTo>
                    <a:pt x="1412367" y="1009373"/>
                  </a:lnTo>
                  <a:lnTo>
                    <a:pt x="1411295" y="1010314"/>
                  </a:lnTo>
                  <a:lnTo>
                    <a:pt x="1410224" y="1011255"/>
                  </a:lnTo>
                  <a:lnTo>
                    <a:pt x="1409152" y="1012196"/>
                  </a:lnTo>
                  <a:lnTo>
                    <a:pt x="1408080" y="1013137"/>
                  </a:lnTo>
                  <a:lnTo>
                    <a:pt x="1407009" y="1014077"/>
                  </a:lnTo>
                  <a:lnTo>
                    <a:pt x="1405937" y="1015017"/>
                  </a:lnTo>
                  <a:lnTo>
                    <a:pt x="1404866" y="1015957"/>
                  </a:lnTo>
                  <a:lnTo>
                    <a:pt x="1403794" y="1016897"/>
                  </a:lnTo>
                  <a:lnTo>
                    <a:pt x="1402722" y="1017836"/>
                  </a:lnTo>
                  <a:lnTo>
                    <a:pt x="1401651" y="1018775"/>
                  </a:lnTo>
                  <a:lnTo>
                    <a:pt x="1400579" y="1019713"/>
                  </a:lnTo>
                  <a:lnTo>
                    <a:pt x="1399508" y="1020651"/>
                  </a:lnTo>
                  <a:lnTo>
                    <a:pt x="1398436" y="1021589"/>
                  </a:lnTo>
                  <a:lnTo>
                    <a:pt x="1397364" y="1022527"/>
                  </a:lnTo>
                  <a:lnTo>
                    <a:pt x="1396293" y="1023464"/>
                  </a:lnTo>
                  <a:lnTo>
                    <a:pt x="1395221" y="1024401"/>
                  </a:lnTo>
                  <a:lnTo>
                    <a:pt x="1394150" y="1025338"/>
                  </a:lnTo>
                  <a:lnTo>
                    <a:pt x="1393078" y="1026274"/>
                  </a:lnTo>
                  <a:lnTo>
                    <a:pt x="1392006" y="1027210"/>
                  </a:lnTo>
                  <a:lnTo>
                    <a:pt x="1390935" y="1028146"/>
                  </a:lnTo>
                  <a:lnTo>
                    <a:pt x="1389863" y="1029081"/>
                  </a:lnTo>
                  <a:lnTo>
                    <a:pt x="1388792" y="1030016"/>
                  </a:lnTo>
                  <a:lnTo>
                    <a:pt x="1387720" y="1030951"/>
                  </a:lnTo>
                  <a:lnTo>
                    <a:pt x="1386648" y="1031885"/>
                  </a:lnTo>
                  <a:lnTo>
                    <a:pt x="1385577" y="1032819"/>
                  </a:lnTo>
                  <a:lnTo>
                    <a:pt x="1384505" y="1033752"/>
                  </a:lnTo>
                  <a:lnTo>
                    <a:pt x="1383434" y="1034685"/>
                  </a:lnTo>
                  <a:lnTo>
                    <a:pt x="1382362" y="1035618"/>
                  </a:lnTo>
                  <a:lnTo>
                    <a:pt x="1381290" y="1036550"/>
                  </a:lnTo>
                  <a:lnTo>
                    <a:pt x="1380219" y="1037482"/>
                  </a:lnTo>
                  <a:lnTo>
                    <a:pt x="1379147" y="1038414"/>
                  </a:lnTo>
                  <a:lnTo>
                    <a:pt x="1378076" y="1039345"/>
                  </a:lnTo>
                  <a:lnTo>
                    <a:pt x="1377004" y="1040276"/>
                  </a:lnTo>
                  <a:lnTo>
                    <a:pt x="1375932" y="1041206"/>
                  </a:lnTo>
                  <a:lnTo>
                    <a:pt x="1374861" y="1042136"/>
                  </a:lnTo>
                  <a:lnTo>
                    <a:pt x="1373789" y="1043065"/>
                  </a:lnTo>
                  <a:lnTo>
                    <a:pt x="1372718" y="1043994"/>
                  </a:lnTo>
                  <a:lnTo>
                    <a:pt x="1371646" y="1044923"/>
                  </a:lnTo>
                  <a:lnTo>
                    <a:pt x="1370574" y="1045851"/>
                  </a:lnTo>
                  <a:lnTo>
                    <a:pt x="1369503" y="1046778"/>
                  </a:lnTo>
                  <a:lnTo>
                    <a:pt x="1368431" y="1047706"/>
                  </a:lnTo>
                  <a:lnTo>
                    <a:pt x="1367360" y="1048632"/>
                  </a:lnTo>
                  <a:lnTo>
                    <a:pt x="1366288" y="1049559"/>
                  </a:lnTo>
                  <a:lnTo>
                    <a:pt x="1365216" y="1050484"/>
                  </a:lnTo>
                  <a:lnTo>
                    <a:pt x="1364145" y="1051410"/>
                  </a:lnTo>
                  <a:lnTo>
                    <a:pt x="1363073" y="1052335"/>
                  </a:lnTo>
                  <a:lnTo>
                    <a:pt x="1362002" y="1053259"/>
                  </a:lnTo>
                  <a:lnTo>
                    <a:pt x="1360930" y="1054183"/>
                  </a:lnTo>
                  <a:lnTo>
                    <a:pt x="1359858" y="1055106"/>
                  </a:lnTo>
                  <a:lnTo>
                    <a:pt x="1358787" y="1056029"/>
                  </a:lnTo>
                  <a:lnTo>
                    <a:pt x="1357715" y="1056952"/>
                  </a:lnTo>
                  <a:lnTo>
                    <a:pt x="1356644" y="1057874"/>
                  </a:lnTo>
                  <a:lnTo>
                    <a:pt x="1355572" y="1058795"/>
                  </a:lnTo>
                  <a:lnTo>
                    <a:pt x="1354500" y="1059716"/>
                  </a:lnTo>
                  <a:lnTo>
                    <a:pt x="1353429" y="1060636"/>
                  </a:lnTo>
                  <a:lnTo>
                    <a:pt x="1352357" y="1061556"/>
                  </a:lnTo>
                  <a:lnTo>
                    <a:pt x="1351286" y="1062476"/>
                  </a:lnTo>
                  <a:lnTo>
                    <a:pt x="1350214" y="1063394"/>
                  </a:lnTo>
                  <a:lnTo>
                    <a:pt x="1349142" y="1064313"/>
                  </a:lnTo>
                  <a:lnTo>
                    <a:pt x="1348071" y="1065230"/>
                  </a:lnTo>
                  <a:lnTo>
                    <a:pt x="1346999" y="1066148"/>
                  </a:lnTo>
                  <a:lnTo>
                    <a:pt x="1345928" y="1067064"/>
                  </a:lnTo>
                  <a:lnTo>
                    <a:pt x="1344856" y="1067980"/>
                  </a:lnTo>
                  <a:lnTo>
                    <a:pt x="1343784" y="1068896"/>
                  </a:lnTo>
                  <a:lnTo>
                    <a:pt x="1342713" y="1069811"/>
                  </a:lnTo>
                  <a:lnTo>
                    <a:pt x="1341641" y="1070725"/>
                  </a:lnTo>
                  <a:lnTo>
                    <a:pt x="1340570" y="1071639"/>
                  </a:lnTo>
                  <a:lnTo>
                    <a:pt x="1339498" y="1072552"/>
                  </a:lnTo>
                  <a:lnTo>
                    <a:pt x="1338426" y="1073465"/>
                  </a:lnTo>
                  <a:lnTo>
                    <a:pt x="1337355" y="1074377"/>
                  </a:lnTo>
                  <a:lnTo>
                    <a:pt x="1336283" y="1075288"/>
                  </a:lnTo>
                  <a:lnTo>
                    <a:pt x="1335212" y="1076199"/>
                  </a:lnTo>
                  <a:lnTo>
                    <a:pt x="1334140" y="1077110"/>
                  </a:lnTo>
                  <a:lnTo>
                    <a:pt x="1333068" y="1078019"/>
                  </a:lnTo>
                  <a:lnTo>
                    <a:pt x="1331997" y="1078928"/>
                  </a:lnTo>
                  <a:lnTo>
                    <a:pt x="1330925" y="1079837"/>
                  </a:lnTo>
                  <a:lnTo>
                    <a:pt x="1329854" y="1080745"/>
                  </a:lnTo>
                  <a:lnTo>
                    <a:pt x="1328782" y="1081652"/>
                  </a:lnTo>
                  <a:lnTo>
                    <a:pt x="1327710" y="1082559"/>
                  </a:lnTo>
                  <a:lnTo>
                    <a:pt x="1326639" y="1083465"/>
                  </a:lnTo>
                  <a:lnTo>
                    <a:pt x="1325567" y="1084370"/>
                  </a:lnTo>
                  <a:lnTo>
                    <a:pt x="1324496" y="1085275"/>
                  </a:lnTo>
                  <a:lnTo>
                    <a:pt x="1323424" y="1086179"/>
                  </a:lnTo>
                  <a:lnTo>
                    <a:pt x="1322352" y="1087082"/>
                  </a:lnTo>
                  <a:lnTo>
                    <a:pt x="1321281" y="1087985"/>
                  </a:lnTo>
                  <a:lnTo>
                    <a:pt x="1320209" y="1088887"/>
                  </a:lnTo>
                  <a:lnTo>
                    <a:pt x="1319138" y="1089788"/>
                  </a:lnTo>
                  <a:lnTo>
                    <a:pt x="1318066" y="1090689"/>
                  </a:lnTo>
                  <a:lnTo>
                    <a:pt x="1316994" y="1091589"/>
                  </a:lnTo>
                  <a:lnTo>
                    <a:pt x="1315923" y="1092489"/>
                  </a:lnTo>
                  <a:lnTo>
                    <a:pt x="1314851" y="1093388"/>
                  </a:lnTo>
                  <a:lnTo>
                    <a:pt x="1313780" y="1094286"/>
                  </a:lnTo>
                  <a:lnTo>
                    <a:pt x="1312708" y="1095183"/>
                  </a:lnTo>
                  <a:lnTo>
                    <a:pt x="1311636" y="1096080"/>
                  </a:lnTo>
                  <a:lnTo>
                    <a:pt x="1310565" y="1096976"/>
                  </a:lnTo>
                  <a:lnTo>
                    <a:pt x="1309493" y="1097871"/>
                  </a:lnTo>
                  <a:lnTo>
                    <a:pt x="1308422" y="1098766"/>
                  </a:lnTo>
                  <a:lnTo>
                    <a:pt x="1307350" y="1099660"/>
                  </a:lnTo>
                  <a:lnTo>
                    <a:pt x="1306278" y="1100553"/>
                  </a:lnTo>
                  <a:lnTo>
                    <a:pt x="1305207" y="1101445"/>
                  </a:lnTo>
                  <a:lnTo>
                    <a:pt x="1304135" y="1102337"/>
                  </a:lnTo>
                  <a:lnTo>
                    <a:pt x="1303064" y="1103228"/>
                  </a:lnTo>
                  <a:lnTo>
                    <a:pt x="1301992" y="1104119"/>
                  </a:lnTo>
                  <a:lnTo>
                    <a:pt x="1300920" y="1105008"/>
                  </a:lnTo>
                  <a:lnTo>
                    <a:pt x="1299849" y="1105897"/>
                  </a:lnTo>
                  <a:lnTo>
                    <a:pt x="1298777" y="1106785"/>
                  </a:lnTo>
                  <a:lnTo>
                    <a:pt x="1297706" y="1107673"/>
                  </a:lnTo>
                  <a:lnTo>
                    <a:pt x="1296634" y="1108559"/>
                  </a:lnTo>
                  <a:lnTo>
                    <a:pt x="1295562" y="1109445"/>
                  </a:lnTo>
                  <a:lnTo>
                    <a:pt x="1294491" y="1110331"/>
                  </a:lnTo>
                  <a:lnTo>
                    <a:pt x="1293419" y="1111215"/>
                  </a:lnTo>
                  <a:lnTo>
                    <a:pt x="1292348" y="1112099"/>
                  </a:lnTo>
                  <a:lnTo>
                    <a:pt x="1291276" y="1112982"/>
                  </a:lnTo>
                  <a:lnTo>
                    <a:pt x="1290204" y="1113864"/>
                  </a:lnTo>
                  <a:lnTo>
                    <a:pt x="1289133" y="1114745"/>
                  </a:lnTo>
                  <a:lnTo>
                    <a:pt x="1288061" y="1115626"/>
                  </a:lnTo>
                  <a:lnTo>
                    <a:pt x="1286990" y="1116506"/>
                  </a:lnTo>
                  <a:lnTo>
                    <a:pt x="1285918" y="1117385"/>
                  </a:lnTo>
                  <a:lnTo>
                    <a:pt x="1284846" y="1118263"/>
                  </a:lnTo>
                  <a:lnTo>
                    <a:pt x="1283775" y="1119140"/>
                  </a:lnTo>
                  <a:lnTo>
                    <a:pt x="1282703" y="1120017"/>
                  </a:lnTo>
                  <a:lnTo>
                    <a:pt x="1281632" y="1120893"/>
                  </a:lnTo>
                  <a:lnTo>
                    <a:pt x="1280560" y="1121768"/>
                  </a:lnTo>
                  <a:lnTo>
                    <a:pt x="1279488" y="1122642"/>
                  </a:lnTo>
                  <a:lnTo>
                    <a:pt x="1278417" y="1123516"/>
                  </a:lnTo>
                  <a:lnTo>
                    <a:pt x="1277345" y="1124388"/>
                  </a:lnTo>
                  <a:lnTo>
                    <a:pt x="1276274" y="1125260"/>
                  </a:lnTo>
                  <a:lnTo>
                    <a:pt x="1275202" y="1126131"/>
                  </a:lnTo>
                  <a:lnTo>
                    <a:pt x="1274130" y="1127001"/>
                  </a:lnTo>
                  <a:lnTo>
                    <a:pt x="1273059" y="1127871"/>
                  </a:lnTo>
                  <a:lnTo>
                    <a:pt x="1271987" y="1128739"/>
                  </a:lnTo>
                  <a:lnTo>
                    <a:pt x="1270916" y="1129607"/>
                  </a:lnTo>
                  <a:lnTo>
                    <a:pt x="1269844" y="1130474"/>
                  </a:lnTo>
                  <a:lnTo>
                    <a:pt x="1268772" y="1131340"/>
                  </a:lnTo>
                  <a:lnTo>
                    <a:pt x="1267701" y="1132205"/>
                  </a:lnTo>
                  <a:lnTo>
                    <a:pt x="1266629" y="1133070"/>
                  </a:lnTo>
                  <a:lnTo>
                    <a:pt x="1265558" y="1133933"/>
                  </a:lnTo>
                  <a:lnTo>
                    <a:pt x="1264486" y="1134796"/>
                  </a:lnTo>
                  <a:lnTo>
                    <a:pt x="1263414" y="1135658"/>
                  </a:lnTo>
                  <a:lnTo>
                    <a:pt x="1262343" y="1136519"/>
                  </a:lnTo>
                  <a:lnTo>
                    <a:pt x="1261271" y="1137379"/>
                  </a:lnTo>
                  <a:lnTo>
                    <a:pt x="1260200" y="1138238"/>
                  </a:lnTo>
                  <a:lnTo>
                    <a:pt x="1259128" y="1139096"/>
                  </a:lnTo>
                  <a:lnTo>
                    <a:pt x="1258056" y="1139954"/>
                  </a:lnTo>
                  <a:lnTo>
                    <a:pt x="1256985" y="1140811"/>
                  </a:lnTo>
                  <a:lnTo>
                    <a:pt x="1255913" y="1141666"/>
                  </a:lnTo>
                  <a:lnTo>
                    <a:pt x="1254842" y="1142521"/>
                  </a:lnTo>
                  <a:lnTo>
                    <a:pt x="1253770" y="1143375"/>
                  </a:lnTo>
                  <a:lnTo>
                    <a:pt x="1252698" y="1144228"/>
                  </a:lnTo>
                  <a:lnTo>
                    <a:pt x="1251627" y="1145081"/>
                  </a:lnTo>
                  <a:lnTo>
                    <a:pt x="1250555" y="1145932"/>
                  </a:lnTo>
                  <a:lnTo>
                    <a:pt x="1249484" y="1146782"/>
                  </a:lnTo>
                  <a:lnTo>
                    <a:pt x="1248412" y="1147632"/>
                  </a:lnTo>
                  <a:lnTo>
                    <a:pt x="1247340" y="1148480"/>
                  </a:lnTo>
                  <a:lnTo>
                    <a:pt x="1246269" y="1149328"/>
                  </a:lnTo>
                  <a:lnTo>
                    <a:pt x="1245197" y="1150175"/>
                  </a:lnTo>
                  <a:lnTo>
                    <a:pt x="1244126" y="1151021"/>
                  </a:lnTo>
                  <a:lnTo>
                    <a:pt x="1243054" y="1151866"/>
                  </a:lnTo>
                  <a:lnTo>
                    <a:pt x="1241983" y="1152710"/>
                  </a:lnTo>
                  <a:lnTo>
                    <a:pt x="1240911" y="1153553"/>
                  </a:lnTo>
                  <a:lnTo>
                    <a:pt x="1239839" y="1154395"/>
                  </a:lnTo>
                  <a:lnTo>
                    <a:pt x="1238768" y="1155237"/>
                  </a:lnTo>
                  <a:lnTo>
                    <a:pt x="1237696" y="1156077"/>
                  </a:lnTo>
                  <a:lnTo>
                    <a:pt x="1236625" y="1156916"/>
                  </a:lnTo>
                  <a:lnTo>
                    <a:pt x="1235553" y="1157755"/>
                  </a:lnTo>
                  <a:lnTo>
                    <a:pt x="1234481" y="1158592"/>
                  </a:lnTo>
                  <a:lnTo>
                    <a:pt x="1233410" y="1159429"/>
                  </a:lnTo>
                  <a:lnTo>
                    <a:pt x="1232338" y="1160265"/>
                  </a:lnTo>
                  <a:lnTo>
                    <a:pt x="1231267" y="1161100"/>
                  </a:lnTo>
                  <a:lnTo>
                    <a:pt x="1230195" y="1161933"/>
                  </a:lnTo>
                  <a:lnTo>
                    <a:pt x="1229123" y="1162766"/>
                  </a:lnTo>
                  <a:lnTo>
                    <a:pt x="1228052" y="1163598"/>
                  </a:lnTo>
                  <a:lnTo>
                    <a:pt x="1226980" y="1164429"/>
                  </a:lnTo>
                  <a:lnTo>
                    <a:pt x="1225909" y="1165259"/>
                  </a:lnTo>
                  <a:lnTo>
                    <a:pt x="1224837" y="1166088"/>
                  </a:lnTo>
                  <a:lnTo>
                    <a:pt x="1223765" y="1166916"/>
                  </a:lnTo>
                  <a:lnTo>
                    <a:pt x="1222694" y="1167743"/>
                  </a:lnTo>
                  <a:lnTo>
                    <a:pt x="1221622" y="1168569"/>
                  </a:lnTo>
                  <a:lnTo>
                    <a:pt x="1220551" y="1169394"/>
                  </a:lnTo>
                  <a:lnTo>
                    <a:pt x="1219479" y="1170218"/>
                  </a:lnTo>
                  <a:lnTo>
                    <a:pt x="1218407" y="1171042"/>
                  </a:lnTo>
                  <a:lnTo>
                    <a:pt x="1217336" y="1171864"/>
                  </a:lnTo>
                  <a:lnTo>
                    <a:pt x="1216264" y="1172685"/>
                  </a:lnTo>
                  <a:lnTo>
                    <a:pt x="1215193" y="1173505"/>
                  </a:lnTo>
                  <a:lnTo>
                    <a:pt x="1214121" y="1174324"/>
                  </a:lnTo>
                  <a:lnTo>
                    <a:pt x="1213049" y="1175143"/>
                  </a:lnTo>
                  <a:lnTo>
                    <a:pt x="1211978" y="1175960"/>
                  </a:lnTo>
                  <a:lnTo>
                    <a:pt x="1210906" y="1176776"/>
                  </a:lnTo>
                  <a:lnTo>
                    <a:pt x="1209835" y="1177591"/>
                  </a:lnTo>
                  <a:lnTo>
                    <a:pt x="1208763" y="1178406"/>
                  </a:lnTo>
                  <a:lnTo>
                    <a:pt x="1207691" y="1179219"/>
                  </a:lnTo>
                  <a:lnTo>
                    <a:pt x="1206620" y="1180031"/>
                  </a:lnTo>
                  <a:lnTo>
                    <a:pt x="1205548" y="1180842"/>
                  </a:lnTo>
                  <a:lnTo>
                    <a:pt x="1204477" y="1181653"/>
                  </a:lnTo>
                  <a:lnTo>
                    <a:pt x="1203405" y="1182462"/>
                  </a:lnTo>
                  <a:lnTo>
                    <a:pt x="1202333" y="1183270"/>
                  </a:lnTo>
                  <a:lnTo>
                    <a:pt x="1201262" y="1184077"/>
                  </a:lnTo>
                  <a:lnTo>
                    <a:pt x="1200190" y="1184883"/>
                  </a:lnTo>
                  <a:lnTo>
                    <a:pt x="1199119" y="1185688"/>
                  </a:lnTo>
                  <a:lnTo>
                    <a:pt x="1198047" y="1186492"/>
                  </a:lnTo>
                  <a:lnTo>
                    <a:pt x="1196975" y="1187296"/>
                  </a:lnTo>
                  <a:lnTo>
                    <a:pt x="1195904" y="1188098"/>
                  </a:lnTo>
                  <a:lnTo>
                    <a:pt x="1194832" y="1188899"/>
                  </a:lnTo>
                  <a:lnTo>
                    <a:pt x="1193761" y="1189699"/>
                  </a:lnTo>
                  <a:lnTo>
                    <a:pt x="1192689" y="1190497"/>
                  </a:lnTo>
                  <a:lnTo>
                    <a:pt x="1191617" y="1191295"/>
                  </a:lnTo>
                  <a:lnTo>
                    <a:pt x="1190546" y="1192092"/>
                  </a:lnTo>
                  <a:lnTo>
                    <a:pt x="1189474" y="1192888"/>
                  </a:lnTo>
                  <a:lnTo>
                    <a:pt x="1188403" y="1193683"/>
                  </a:lnTo>
                  <a:lnTo>
                    <a:pt x="1187331" y="1194477"/>
                  </a:lnTo>
                  <a:lnTo>
                    <a:pt x="1186259" y="1195269"/>
                  </a:lnTo>
                  <a:lnTo>
                    <a:pt x="1185188" y="1196061"/>
                  </a:lnTo>
                  <a:lnTo>
                    <a:pt x="1184116" y="1196851"/>
                  </a:lnTo>
                  <a:lnTo>
                    <a:pt x="1183045" y="1197641"/>
                  </a:lnTo>
                  <a:lnTo>
                    <a:pt x="1181973" y="1198429"/>
                  </a:lnTo>
                  <a:lnTo>
                    <a:pt x="1180901" y="1199217"/>
                  </a:lnTo>
                  <a:lnTo>
                    <a:pt x="1179830" y="1200003"/>
                  </a:lnTo>
                  <a:lnTo>
                    <a:pt x="1178758" y="1200788"/>
                  </a:lnTo>
                  <a:lnTo>
                    <a:pt x="1177687" y="1201573"/>
                  </a:lnTo>
                  <a:lnTo>
                    <a:pt x="1176615" y="1202356"/>
                  </a:lnTo>
                  <a:lnTo>
                    <a:pt x="1175543" y="1203138"/>
                  </a:lnTo>
                  <a:lnTo>
                    <a:pt x="1174472" y="1203919"/>
                  </a:lnTo>
                  <a:lnTo>
                    <a:pt x="1173400" y="1204699"/>
                  </a:lnTo>
                  <a:lnTo>
                    <a:pt x="1172329" y="1205477"/>
                  </a:lnTo>
                  <a:lnTo>
                    <a:pt x="1171257" y="1206255"/>
                  </a:lnTo>
                  <a:lnTo>
                    <a:pt x="1170185" y="1207032"/>
                  </a:lnTo>
                  <a:lnTo>
                    <a:pt x="1169114" y="1207807"/>
                  </a:lnTo>
                  <a:lnTo>
                    <a:pt x="1168042" y="1208582"/>
                  </a:lnTo>
                  <a:lnTo>
                    <a:pt x="1166971" y="1209355"/>
                  </a:lnTo>
                  <a:lnTo>
                    <a:pt x="1165899" y="1210128"/>
                  </a:lnTo>
                  <a:lnTo>
                    <a:pt x="1164827" y="1210899"/>
                  </a:lnTo>
                  <a:lnTo>
                    <a:pt x="1163756" y="1211669"/>
                  </a:lnTo>
                  <a:lnTo>
                    <a:pt x="1162684" y="1212438"/>
                  </a:lnTo>
                  <a:lnTo>
                    <a:pt x="1161613" y="1213206"/>
                  </a:lnTo>
                  <a:lnTo>
                    <a:pt x="1160541" y="1213973"/>
                  </a:lnTo>
                  <a:lnTo>
                    <a:pt x="1159469" y="1214739"/>
                  </a:lnTo>
                  <a:lnTo>
                    <a:pt x="1158398" y="1215504"/>
                  </a:lnTo>
                  <a:lnTo>
                    <a:pt x="1157326" y="1216267"/>
                  </a:lnTo>
                  <a:lnTo>
                    <a:pt x="1156255" y="1217030"/>
                  </a:lnTo>
                  <a:lnTo>
                    <a:pt x="1155183" y="1217791"/>
                  </a:lnTo>
                  <a:lnTo>
                    <a:pt x="1154111" y="1218551"/>
                  </a:lnTo>
                  <a:lnTo>
                    <a:pt x="1153040" y="1219310"/>
                  </a:lnTo>
                  <a:lnTo>
                    <a:pt x="1151968" y="1220068"/>
                  </a:lnTo>
                  <a:lnTo>
                    <a:pt x="1150897" y="1220825"/>
                  </a:lnTo>
                  <a:lnTo>
                    <a:pt x="1149825" y="1221581"/>
                  </a:lnTo>
                  <a:lnTo>
                    <a:pt x="1148753" y="1222336"/>
                  </a:lnTo>
                  <a:lnTo>
                    <a:pt x="1147682" y="1223090"/>
                  </a:lnTo>
                  <a:lnTo>
                    <a:pt x="1146610" y="1223842"/>
                  </a:lnTo>
                  <a:lnTo>
                    <a:pt x="1145539" y="1224593"/>
                  </a:lnTo>
                  <a:lnTo>
                    <a:pt x="1144467" y="1225344"/>
                  </a:lnTo>
                  <a:lnTo>
                    <a:pt x="1143395" y="1226093"/>
                  </a:lnTo>
                  <a:lnTo>
                    <a:pt x="1142324" y="1226841"/>
                  </a:lnTo>
                  <a:lnTo>
                    <a:pt x="1141252" y="1227588"/>
                  </a:lnTo>
                  <a:lnTo>
                    <a:pt x="1140181" y="1228333"/>
                  </a:lnTo>
                  <a:lnTo>
                    <a:pt x="1139109" y="1229078"/>
                  </a:lnTo>
                  <a:lnTo>
                    <a:pt x="1138037" y="1229821"/>
                  </a:lnTo>
                  <a:lnTo>
                    <a:pt x="1136966" y="1230564"/>
                  </a:lnTo>
                  <a:lnTo>
                    <a:pt x="1135894" y="1231305"/>
                  </a:lnTo>
                  <a:lnTo>
                    <a:pt x="1134823" y="1232045"/>
                  </a:lnTo>
                  <a:lnTo>
                    <a:pt x="1133751" y="1232784"/>
                  </a:lnTo>
                  <a:lnTo>
                    <a:pt x="1132679" y="1233522"/>
                  </a:lnTo>
                  <a:lnTo>
                    <a:pt x="1131608" y="1234259"/>
                  </a:lnTo>
                  <a:lnTo>
                    <a:pt x="1130536" y="1234994"/>
                  </a:lnTo>
                  <a:lnTo>
                    <a:pt x="1129465" y="1235729"/>
                  </a:lnTo>
                  <a:lnTo>
                    <a:pt x="1128393" y="1236462"/>
                  </a:lnTo>
                  <a:lnTo>
                    <a:pt x="1127321" y="1237194"/>
                  </a:lnTo>
                  <a:lnTo>
                    <a:pt x="1126250" y="1237925"/>
                  </a:lnTo>
                  <a:lnTo>
                    <a:pt x="1125178" y="1238655"/>
                  </a:lnTo>
                  <a:lnTo>
                    <a:pt x="1124107" y="1239384"/>
                  </a:lnTo>
                  <a:lnTo>
                    <a:pt x="1123035" y="1240111"/>
                  </a:lnTo>
                  <a:lnTo>
                    <a:pt x="1121963" y="1240837"/>
                  </a:lnTo>
                  <a:lnTo>
                    <a:pt x="1120892" y="1241563"/>
                  </a:lnTo>
                  <a:lnTo>
                    <a:pt x="1119820" y="1242287"/>
                  </a:lnTo>
                  <a:lnTo>
                    <a:pt x="1118749" y="1243010"/>
                  </a:lnTo>
                  <a:lnTo>
                    <a:pt x="1117677" y="1243732"/>
                  </a:lnTo>
                  <a:lnTo>
                    <a:pt x="1116605" y="1244452"/>
                  </a:lnTo>
                  <a:lnTo>
                    <a:pt x="1115534" y="1245172"/>
                  </a:lnTo>
                  <a:lnTo>
                    <a:pt x="1114462" y="1245890"/>
                  </a:lnTo>
                  <a:lnTo>
                    <a:pt x="1113391" y="1246607"/>
                  </a:lnTo>
                  <a:lnTo>
                    <a:pt x="1112319" y="1247323"/>
                  </a:lnTo>
                  <a:lnTo>
                    <a:pt x="1111247" y="1248038"/>
                  </a:lnTo>
                  <a:lnTo>
                    <a:pt x="1110176" y="1248752"/>
                  </a:lnTo>
                  <a:lnTo>
                    <a:pt x="1109104" y="1249464"/>
                  </a:lnTo>
                  <a:lnTo>
                    <a:pt x="1108033" y="1250176"/>
                  </a:lnTo>
                  <a:lnTo>
                    <a:pt x="1106961" y="1250886"/>
                  </a:lnTo>
                  <a:lnTo>
                    <a:pt x="1105889" y="1251595"/>
                  </a:lnTo>
                  <a:lnTo>
                    <a:pt x="1104818" y="1252303"/>
                  </a:lnTo>
                  <a:lnTo>
                    <a:pt x="1103746" y="1253010"/>
                  </a:lnTo>
                  <a:lnTo>
                    <a:pt x="1102675" y="1253715"/>
                  </a:lnTo>
                  <a:lnTo>
                    <a:pt x="1101603" y="1254420"/>
                  </a:lnTo>
                  <a:lnTo>
                    <a:pt x="1100531" y="1255123"/>
                  </a:lnTo>
                  <a:lnTo>
                    <a:pt x="1099460" y="1255825"/>
                  </a:lnTo>
                  <a:lnTo>
                    <a:pt x="1098388" y="1256526"/>
                  </a:lnTo>
                  <a:lnTo>
                    <a:pt x="1097317" y="1257225"/>
                  </a:lnTo>
                  <a:lnTo>
                    <a:pt x="1096245" y="1257924"/>
                  </a:lnTo>
                  <a:lnTo>
                    <a:pt x="1095173" y="1258621"/>
                  </a:lnTo>
                  <a:lnTo>
                    <a:pt x="1094102" y="1259318"/>
                  </a:lnTo>
                  <a:lnTo>
                    <a:pt x="1093030" y="1260013"/>
                  </a:lnTo>
                  <a:lnTo>
                    <a:pt x="1091959" y="1260706"/>
                  </a:lnTo>
                  <a:lnTo>
                    <a:pt x="1090887" y="1261399"/>
                  </a:lnTo>
                  <a:lnTo>
                    <a:pt x="1089815" y="1262091"/>
                  </a:lnTo>
                  <a:lnTo>
                    <a:pt x="1088744" y="1262781"/>
                  </a:lnTo>
                  <a:lnTo>
                    <a:pt x="1087672" y="1263470"/>
                  </a:lnTo>
                  <a:lnTo>
                    <a:pt x="1086601" y="1264158"/>
                  </a:lnTo>
                  <a:lnTo>
                    <a:pt x="1085529" y="1264845"/>
                  </a:lnTo>
                  <a:lnTo>
                    <a:pt x="1084457" y="1265530"/>
                  </a:lnTo>
                  <a:lnTo>
                    <a:pt x="1083386" y="1266215"/>
                  </a:lnTo>
                  <a:lnTo>
                    <a:pt x="1082314" y="1266898"/>
                  </a:lnTo>
                  <a:lnTo>
                    <a:pt x="1081243" y="1267580"/>
                  </a:lnTo>
                  <a:lnTo>
                    <a:pt x="1080171" y="1268261"/>
                  </a:lnTo>
                  <a:lnTo>
                    <a:pt x="1079099" y="1268941"/>
                  </a:lnTo>
                  <a:lnTo>
                    <a:pt x="1078028" y="1269619"/>
                  </a:lnTo>
                  <a:lnTo>
                    <a:pt x="1076956" y="1270297"/>
                  </a:lnTo>
                  <a:lnTo>
                    <a:pt x="1075885" y="1270973"/>
                  </a:lnTo>
                  <a:lnTo>
                    <a:pt x="1074813" y="1271648"/>
                  </a:lnTo>
                  <a:lnTo>
                    <a:pt x="1073741" y="1272322"/>
                  </a:lnTo>
                  <a:lnTo>
                    <a:pt x="1072670" y="1272994"/>
                  </a:lnTo>
                  <a:lnTo>
                    <a:pt x="1071598" y="1273666"/>
                  </a:lnTo>
                  <a:lnTo>
                    <a:pt x="1070527" y="1274336"/>
                  </a:lnTo>
                  <a:lnTo>
                    <a:pt x="1069455" y="1275005"/>
                  </a:lnTo>
                  <a:lnTo>
                    <a:pt x="1068383" y="1275673"/>
                  </a:lnTo>
                  <a:lnTo>
                    <a:pt x="1067312" y="1276340"/>
                  </a:lnTo>
                  <a:lnTo>
                    <a:pt x="1066240" y="1277006"/>
                  </a:lnTo>
                  <a:lnTo>
                    <a:pt x="1065169" y="1277671"/>
                  </a:lnTo>
                  <a:lnTo>
                    <a:pt x="1064097" y="1278334"/>
                  </a:lnTo>
                  <a:lnTo>
                    <a:pt x="1063026" y="1278997"/>
                  </a:lnTo>
                  <a:lnTo>
                    <a:pt x="1061954" y="1279658"/>
                  </a:lnTo>
                  <a:lnTo>
                    <a:pt x="1060882" y="1280318"/>
                  </a:lnTo>
                  <a:lnTo>
                    <a:pt x="1059811" y="1280977"/>
                  </a:lnTo>
                  <a:lnTo>
                    <a:pt x="1058739" y="1281635"/>
                  </a:lnTo>
                  <a:lnTo>
                    <a:pt x="1057668" y="1282292"/>
                  </a:lnTo>
                  <a:lnTo>
                    <a:pt x="1056596" y="1282947"/>
                  </a:lnTo>
                  <a:lnTo>
                    <a:pt x="1055524" y="1283602"/>
                  </a:lnTo>
                  <a:lnTo>
                    <a:pt x="1054453" y="1284255"/>
                  </a:lnTo>
                  <a:lnTo>
                    <a:pt x="1053381" y="1284908"/>
                  </a:lnTo>
                  <a:lnTo>
                    <a:pt x="1052310" y="1285559"/>
                  </a:lnTo>
                  <a:lnTo>
                    <a:pt x="1051238" y="1286209"/>
                  </a:lnTo>
                  <a:lnTo>
                    <a:pt x="1050166" y="1286858"/>
                  </a:lnTo>
                  <a:lnTo>
                    <a:pt x="1049095" y="1287506"/>
                  </a:lnTo>
                  <a:lnTo>
                    <a:pt x="1048023" y="1288153"/>
                  </a:lnTo>
                  <a:lnTo>
                    <a:pt x="1046952" y="1288799"/>
                  </a:lnTo>
                  <a:lnTo>
                    <a:pt x="1045880" y="1289444"/>
                  </a:lnTo>
                  <a:lnTo>
                    <a:pt x="1044808" y="1290088"/>
                  </a:lnTo>
                  <a:lnTo>
                    <a:pt x="1043737" y="1290730"/>
                  </a:lnTo>
                  <a:lnTo>
                    <a:pt x="1042665" y="1291372"/>
                  </a:lnTo>
                  <a:lnTo>
                    <a:pt x="1041594" y="1292012"/>
                  </a:lnTo>
                  <a:lnTo>
                    <a:pt x="1040522" y="1292652"/>
                  </a:lnTo>
                  <a:lnTo>
                    <a:pt x="1039450" y="1293290"/>
                  </a:lnTo>
                  <a:lnTo>
                    <a:pt x="1038379" y="1293928"/>
                  </a:lnTo>
                  <a:lnTo>
                    <a:pt x="1037307" y="1294564"/>
                  </a:lnTo>
                  <a:lnTo>
                    <a:pt x="1036236" y="1295200"/>
                  </a:lnTo>
                  <a:lnTo>
                    <a:pt x="1035164" y="1295834"/>
                  </a:lnTo>
                  <a:lnTo>
                    <a:pt x="1034092" y="1296467"/>
                  </a:lnTo>
                  <a:lnTo>
                    <a:pt x="1033021" y="1297100"/>
                  </a:lnTo>
                  <a:lnTo>
                    <a:pt x="1031949" y="1297731"/>
                  </a:lnTo>
                  <a:lnTo>
                    <a:pt x="1030878" y="1298361"/>
                  </a:lnTo>
                  <a:lnTo>
                    <a:pt x="1029806" y="1298991"/>
                  </a:lnTo>
                  <a:lnTo>
                    <a:pt x="1028734" y="1299619"/>
                  </a:lnTo>
                  <a:lnTo>
                    <a:pt x="1027663" y="1300246"/>
                  </a:lnTo>
                  <a:lnTo>
                    <a:pt x="1026591" y="1300872"/>
                  </a:lnTo>
                  <a:lnTo>
                    <a:pt x="1025520" y="1301498"/>
                  </a:lnTo>
                  <a:lnTo>
                    <a:pt x="1024448" y="1302122"/>
                  </a:lnTo>
                  <a:lnTo>
                    <a:pt x="1023376" y="1302745"/>
                  </a:lnTo>
                  <a:lnTo>
                    <a:pt x="1022305" y="1303368"/>
                  </a:lnTo>
                  <a:lnTo>
                    <a:pt x="1021233" y="1303989"/>
                  </a:lnTo>
                  <a:lnTo>
                    <a:pt x="1020162" y="1304609"/>
                  </a:lnTo>
                  <a:lnTo>
                    <a:pt x="1019090" y="1305229"/>
                  </a:lnTo>
                  <a:lnTo>
                    <a:pt x="1018018" y="1305847"/>
                  </a:lnTo>
                  <a:lnTo>
                    <a:pt x="1016947" y="1306465"/>
                  </a:lnTo>
                  <a:lnTo>
                    <a:pt x="1015875" y="1307081"/>
                  </a:lnTo>
                  <a:lnTo>
                    <a:pt x="1014804" y="1307697"/>
                  </a:lnTo>
                  <a:lnTo>
                    <a:pt x="1013732" y="1308311"/>
                  </a:lnTo>
                  <a:lnTo>
                    <a:pt x="1012660" y="1308925"/>
                  </a:lnTo>
                  <a:lnTo>
                    <a:pt x="1011589" y="1309538"/>
                  </a:lnTo>
                  <a:lnTo>
                    <a:pt x="1010517" y="1310149"/>
                  </a:lnTo>
                  <a:lnTo>
                    <a:pt x="1009446" y="1310760"/>
                  </a:lnTo>
                  <a:lnTo>
                    <a:pt x="1008374" y="1311370"/>
                  </a:lnTo>
                  <a:lnTo>
                    <a:pt x="1007302" y="1311979"/>
                  </a:lnTo>
                  <a:lnTo>
                    <a:pt x="1006231" y="1312587"/>
                  </a:lnTo>
                  <a:lnTo>
                    <a:pt x="1005159" y="1313194"/>
                  </a:lnTo>
                  <a:lnTo>
                    <a:pt x="1004088" y="1313800"/>
                  </a:lnTo>
                  <a:lnTo>
                    <a:pt x="1003016" y="1314406"/>
                  </a:lnTo>
                  <a:lnTo>
                    <a:pt x="1001944" y="1315010"/>
                  </a:lnTo>
                  <a:lnTo>
                    <a:pt x="1000873" y="1315613"/>
                  </a:lnTo>
                  <a:lnTo>
                    <a:pt x="999801" y="1316216"/>
                  </a:lnTo>
                  <a:lnTo>
                    <a:pt x="998730" y="1316818"/>
                  </a:lnTo>
                  <a:lnTo>
                    <a:pt x="997658" y="1317418"/>
                  </a:lnTo>
                  <a:lnTo>
                    <a:pt x="996586" y="1318018"/>
                  </a:lnTo>
                  <a:lnTo>
                    <a:pt x="995515" y="1318617"/>
                  </a:lnTo>
                  <a:lnTo>
                    <a:pt x="994443" y="1319215"/>
                  </a:lnTo>
                  <a:lnTo>
                    <a:pt x="993372" y="1319813"/>
                  </a:lnTo>
                  <a:lnTo>
                    <a:pt x="992300" y="1320409"/>
                  </a:lnTo>
                  <a:lnTo>
                    <a:pt x="991228" y="1321004"/>
                  </a:lnTo>
                  <a:lnTo>
                    <a:pt x="990157" y="1321599"/>
                  </a:lnTo>
                  <a:lnTo>
                    <a:pt x="989085" y="1322193"/>
                  </a:lnTo>
                  <a:lnTo>
                    <a:pt x="988014" y="1322786"/>
                  </a:lnTo>
                  <a:lnTo>
                    <a:pt x="986942" y="1323378"/>
                  </a:lnTo>
                  <a:lnTo>
                    <a:pt x="985870" y="1323969"/>
                  </a:lnTo>
                  <a:lnTo>
                    <a:pt x="984799" y="1324559"/>
                  </a:lnTo>
                  <a:lnTo>
                    <a:pt x="983727" y="1325148"/>
                  </a:lnTo>
                  <a:lnTo>
                    <a:pt x="982656" y="1325737"/>
                  </a:lnTo>
                  <a:lnTo>
                    <a:pt x="981584" y="1326325"/>
                  </a:lnTo>
                  <a:lnTo>
                    <a:pt x="980512" y="1326912"/>
                  </a:lnTo>
                  <a:lnTo>
                    <a:pt x="979441" y="1327498"/>
                  </a:lnTo>
                  <a:lnTo>
                    <a:pt x="978369" y="1328083"/>
                  </a:lnTo>
                  <a:lnTo>
                    <a:pt x="977298" y="1328667"/>
                  </a:lnTo>
                  <a:lnTo>
                    <a:pt x="976226" y="1329251"/>
                  </a:lnTo>
                  <a:lnTo>
                    <a:pt x="975154" y="1329834"/>
                  </a:lnTo>
                  <a:lnTo>
                    <a:pt x="974083" y="1330416"/>
                  </a:lnTo>
                  <a:lnTo>
                    <a:pt x="973011" y="1330997"/>
                  </a:lnTo>
                  <a:lnTo>
                    <a:pt x="971940" y="1331577"/>
                  </a:lnTo>
                  <a:lnTo>
                    <a:pt x="970868" y="1332157"/>
                  </a:lnTo>
                  <a:lnTo>
                    <a:pt x="969796" y="1332735"/>
                  </a:lnTo>
                  <a:lnTo>
                    <a:pt x="968725" y="1333313"/>
                  </a:lnTo>
                  <a:lnTo>
                    <a:pt x="967653" y="1333890"/>
                  </a:lnTo>
                  <a:lnTo>
                    <a:pt x="966582" y="1334467"/>
                  </a:lnTo>
                  <a:lnTo>
                    <a:pt x="965510" y="1335042"/>
                  </a:lnTo>
                  <a:lnTo>
                    <a:pt x="964438" y="1335617"/>
                  </a:lnTo>
                  <a:lnTo>
                    <a:pt x="963367" y="1336191"/>
                  </a:lnTo>
                  <a:lnTo>
                    <a:pt x="962295" y="1336764"/>
                  </a:lnTo>
                  <a:lnTo>
                    <a:pt x="961224" y="1337337"/>
                  </a:lnTo>
                  <a:lnTo>
                    <a:pt x="960152" y="1337908"/>
                  </a:lnTo>
                  <a:lnTo>
                    <a:pt x="959080" y="1338479"/>
                  </a:lnTo>
                  <a:lnTo>
                    <a:pt x="958009" y="1339049"/>
                  </a:lnTo>
                  <a:lnTo>
                    <a:pt x="956937" y="1339619"/>
                  </a:lnTo>
                  <a:lnTo>
                    <a:pt x="955866" y="1340187"/>
                  </a:lnTo>
                  <a:lnTo>
                    <a:pt x="954794" y="1340755"/>
                  </a:lnTo>
                  <a:lnTo>
                    <a:pt x="953722" y="1341322"/>
                  </a:lnTo>
                  <a:lnTo>
                    <a:pt x="952651" y="1341889"/>
                  </a:lnTo>
                  <a:lnTo>
                    <a:pt x="951579" y="1342454"/>
                  </a:lnTo>
                  <a:lnTo>
                    <a:pt x="950508" y="1343019"/>
                  </a:lnTo>
                  <a:lnTo>
                    <a:pt x="949436" y="1343583"/>
                  </a:lnTo>
                  <a:lnTo>
                    <a:pt x="948364" y="1344147"/>
                  </a:lnTo>
                  <a:lnTo>
                    <a:pt x="947293" y="1344709"/>
                  </a:lnTo>
                  <a:lnTo>
                    <a:pt x="946221" y="1345271"/>
                  </a:lnTo>
                  <a:lnTo>
                    <a:pt x="945150" y="1345832"/>
                  </a:lnTo>
                  <a:lnTo>
                    <a:pt x="944078" y="1346393"/>
                  </a:lnTo>
                  <a:lnTo>
                    <a:pt x="943006" y="1346953"/>
                  </a:lnTo>
                  <a:lnTo>
                    <a:pt x="941935" y="1347512"/>
                  </a:lnTo>
                  <a:lnTo>
                    <a:pt x="940863" y="1348070"/>
                  </a:lnTo>
                  <a:lnTo>
                    <a:pt x="939792" y="1348628"/>
                  </a:lnTo>
                  <a:lnTo>
                    <a:pt x="938720" y="1349185"/>
                  </a:lnTo>
                  <a:lnTo>
                    <a:pt x="937648" y="1349741"/>
                  </a:lnTo>
                  <a:lnTo>
                    <a:pt x="936577" y="1350297"/>
                  </a:lnTo>
                  <a:lnTo>
                    <a:pt x="935505" y="1350852"/>
                  </a:lnTo>
                  <a:lnTo>
                    <a:pt x="934434" y="1351406"/>
                  </a:lnTo>
                  <a:lnTo>
                    <a:pt x="933362" y="1351959"/>
                  </a:lnTo>
                  <a:lnTo>
                    <a:pt x="932290" y="1352512"/>
                  </a:lnTo>
                  <a:lnTo>
                    <a:pt x="931219" y="1353064"/>
                  </a:lnTo>
                  <a:lnTo>
                    <a:pt x="930147" y="1353616"/>
                  </a:lnTo>
                  <a:lnTo>
                    <a:pt x="929076" y="1354167"/>
                  </a:lnTo>
                  <a:lnTo>
                    <a:pt x="928004" y="1354717"/>
                  </a:lnTo>
                  <a:lnTo>
                    <a:pt x="926932" y="1355266"/>
                  </a:lnTo>
                  <a:lnTo>
                    <a:pt x="925861" y="1355815"/>
                  </a:lnTo>
                  <a:lnTo>
                    <a:pt x="924789" y="1356363"/>
                  </a:lnTo>
                  <a:lnTo>
                    <a:pt x="923718" y="1356911"/>
                  </a:lnTo>
                  <a:lnTo>
                    <a:pt x="922646" y="1357457"/>
                  </a:lnTo>
                  <a:lnTo>
                    <a:pt x="921574" y="1358004"/>
                  </a:lnTo>
                  <a:lnTo>
                    <a:pt x="920503" y="1358549"/>
                  </a:lnTo>
                  <a:lnTo>
                    <a:pt x="919431" y="1359094"/>
                  </a:lnTo>
                  <a:lnTo>
                    <a:pt x="918360" y="1359638"/>
                  </a:lnTo>
                  <a:lnTo>
                    <a:pt x="917288" y="1360182"/>
                  </a:lnTo>
                  <a:lnTo>
                    <a:pt x="916216" y="1360725"/>
                  </a:lnTo>
                  <a:lnTo>
                    <a:pt x="915145" y="1361267"/>
                  </a:lnTo>
                  <a:lnTo>
                    <a:pt x="914073" y="1361809"/>
                  </a:lnTo>
                  <a:lnTo>
                    <a:pt x="913002" y="1362350"/>
                  </a:lnTo>
                  <a:lnTo>
                    <a:pt x="911930" y="1362891"/>
                  </a:lnTo>
                  <a:lnTo>
                    <a:pt x="910858" y="1363431"/>
                  </a:lnTo>
                  <a:lnTo>
                    <a:pt x="909787" y="1363970"/>
                  </a:lnTo>
                  <a:lnTo>
                    <a:pt x="908715" y="1364509"/>
                  </a:lnTo>
                  <a:lnTo>
                    <a:pt x="907644" y="1365047"/>
                  </a:lnTo>
                  <a:lnTo>
                    <a:pt x="906572" y="1365584"/>
                  </a:lnTo>
                  <a:lnTo>
                    <a:pt x="905500" y="1366121"/>
                  </a:lnTo>
                  <a:lnTo>
                    <a:pt x="904429" y="1366658"/>
                  </a:lnTo>
                  <a:lnTo>
                    <a:pt x="903357" y="1367193"/>
                  </a:lnTo>
                  <a:lnTo>
                    <a:pt x="902286" y="1367728"/>
                  </a:lnTo>
                  <a:lnTo>
                    <a:pt x="901214" y="1368263"/>
                  </a:lnTo>
                  <a:lnTo>
                    <a:pt x="900142" y="1368797"/>
                  </a:lnTo>
                  <a:lnTo>
                    <a:pt x="899071" y="1369330"/>
                  </a:lnTo>
                  <a:lnTo>
                    <a:pt x="897999" y="1369863"/>
                  </a:lnTo>
                  <a:lnTo>
                    <a:pt x="896928" y="1370395"/>
                  </a:lnTo>
                  <a:lnTo>
                    <a:pt x="895856" y="1370927"/>
                  </a:lnTo>
                  <a:lnTo>
                    <a:pt x="894784" y="1371458"/>
                  </a:lnTo>
                  <a:lnTo>
                    <a:pt x="893713" y="1371989"/>
                  </a:lnTo>
                  <a:lnTo>
                    <a:pt x="892641" y="1372519"/>
                  </a:lnTo>
                  <a:lnTo>
                    <a:pt x="891570" y="1373048"/>
                  </a:lnTo>
                  <a:lnTo>
                    <a:pt x="890498" y="1373577"/>
                  </a:lnTo>
                  <a:lnTo>
                    <a:pt x="889426" y="1374105"/>
                  </a:lnTo>
                  <a:lnTo>
                    <a:pt x="888355" y="1374633"/>
                  </a:lnTo>
                  <a:lnTo>
                    <a:pt x="887283" y="1375160"/>
                  </a:lnTo>
                  <a:lnTo>
                    <a:pt x="886212" y="1375687"/>
                  </a:lnTo>
                  <a:lnTo>
                    <a:pt x="885140" y="1376213"/>
                  </a:lnTo>
                  <a:lnTo>
                    <a:pt x="884069" y="1376739"/>
                  </a:lnTo>
                  <a:lnTo>
                    <a:pt x="882997" y="1377264"/>
                  </a:lnTo>
                  <a:lnTo>
                    <a:pt x="881925" y="1377789"/>
                  </a:lnTo>
                  <a:lnTo>
                    <a:pt x="880854" y="1378313"/>
                  </a:lnTo>
                  <a:lnTo>
                    <a:pt x="879782" y="1378836"/>
                  </a:lnTo>
                  <a:lnTo>
                    <a:pt x="878711" y="1379359"/>
                  </a:lnTo>
                  <a:lnTo>
                    <a:pt x="877639" y="1379882"/>
                  </a:lnTo>
                  <a:lnTo>
                    <a:pt x="876567" y="1380404"/>
                  </a:lnTo>
                  <a:lnTo>
                    <a:pt x="875496" y="1380925"/>
                  </a:lnTo>
                  <a:lnTo>
                    <a:pt x="874424" y="1381446"/>
                  </a:lnTo>
                  <a:lnTo>
                    <a:pt x="873353" y="1381967"/>
                  </a:lnTo>
                  <a:lnTo>
                    <a:pt x="872281" y="1382487"/>
                  </a:lnTo>
                  <a:lnTo>
                    <a:pt x="871209" y="1383006"/>
                  </a:lnTo>
                  <a:lnTo>
                    <a:pt x="870138" y="1383525"/>
                  </a:lnTo>
                  <a:lnTo>
                    <a:pt x="869066" y="1384044"/>
                  </a:lnTo>
                  <a:lnTo>
                    <a:pt x="867995" y="1384562"/>
                  </a:lnTo>
                  <a:lnTo>
                    <a:pt x="866923" y="1385079"/>
                  </a:lnTo>
                  <a:lnTo>
                    <a:pt x="865851" y="1385596"/>
                  </a:lnTo>
                  <a:lnTo>
                    <a:pt x="864780" y="1386113"/>
                  </a:lnTo>
                  <a:lnTo>
                    <a:pt x="863708" y="1386629"/>
                  </a:lnTo>
                  <a:lnTo>
                    <a:pt x="862637" y="1387145"/>
                  </a:lnTo>
                  <a:lnTo>
                    <a:pt x="861565" y="1387660"/>
                  </a:lnTo>
                  <a:lnTo>
                    <a:pt x="860493" y="1388175"/>
                  </a:lnTo>
                  <a:lnTo>
                    <a:pt x="859422" y="1388689"/>
                  </a:lnTo>
                  <a:lnTo>
                    <a:pt x="858350" y="1389203"/>
                  </a:lnTo>
                  <a:lnTo>
                    <a:pt x="857279" y="1389716"/>
                  </a:lnTo>
                  <a:lnTo>
                    <a:pt x="856207" y="1390229"/>
                  </a:lnTo>
                  <a:lnTo>
                    <a:pt x="855135" y="1390741"/>
                  </a:lnTo>
                  <a:lnTo>
                    <a:pt x="854064" y="1391253"/>
                  </a:lnTo>
                  <a:lnTo>
                    <a:pt x="852992" y="1391765"/>
                  </a:lnTo>
                  <a:lnTo>
                    <a:pt x="851921" y="1392276"/>
                  </a:lnTo>
                  <a:lnTo>
                    <a:pt x="850849" y="1392787"/>
                  </a:lnTo>
                  <a:lnTo>
                    <a:pt x="849777" y="1393297"/>
                  </a:lnTo>
                  <a:lnTo>
                    <a:pt x="848706" y="1393807"/>
                  </a:lnTo>
                  <a:lnTo>
                    <a:pt x="847634" y="1394316"/>
                  </a:lnTo>
                  <a:lnTo>
                    <a:pt x="846563" y="1394825"/>
                  </a:lnTo>
                  <a:lnTo>
                    <a:pt x="845491" y="1395334"/>
                  </a:lnTo>
                  <a:lnTo>
                    <a:pt x="844419" y="1395842"/>
                  </a:lnTo>
                  <a:lnTo>
                    <a:pt x="843348" y="1396350"/>
                  </a:lnTo>
                  <a:lnTo>
                    <a:pt x="842276" y="1396857"/>
                  </a:lnTo>
                  <a:lnTo>
                    <a:pt x="841205" y="1397364"/>
                  </a:lnTo>
                  <a:lnTo>
                    <a:pt x="840133" y="1397871"/>
                  </a:lnTo>
                  <a:lnTo>
                    <a:pt x="839061" y="1398377"/>
                  </a:lnTo>
                  <a:lnTo>
                    <a:pt x="837990" y="1398882"/>
                  </a:lnTo>
                  <a:lnTo>
                    <a:pt x="836918" y="1399388"/>
                  </a:lnTo>
                  <a:lnTo>
                    <a:pt x="835847" y="1399893"/>
                  </a:lnTo>
                  <a:lnTo>
                    <a:pt x="834775" y="1400397"/>
                  </a:lnTo>
                  <a:lnTo>
                    <a:pt x="833703" y="1400901"/>
                  </a:lnTo>
                  <a:lnTo>
                    <a:pt x="832632" y="1401405"/>
                  </a:lnTo>
                  <a:lnTo>
                    <a:pt x="831560" y="1401908"/>
                  </a:lnTo>
                  <a:lnTo>
                    <a:pt x="830489" y="1402411"/>
                  </a:lnTo>
                  <a:lnTo>
                    <a:pt x="829417" y="1402914"/>
                  </a:lnTo>
                  <a:lnTo>
                    <a:pt x="828345" y="1403416"/>
                  </a:lnTo>
                  <a:lnTo>
                    <a:pt x="827274" y="1403918"/>
                  </a:lnTo>
                  <a:lnTo>
                    <a:pt x="826202" y="1404420"/>
                  </a:lnTo>
                  <a:lnTo>
                    <a:pt x="825131" y="1404921"/>
                  </a:lnTo>
                  <a:lnTo>
                    <a:pt x="824059" y="1405421"/>
                  </a:lnTo>
                  <a:lnTo>
                    <a:pt x="822987" y="1405922"/>
                  </a:lnTo>
                  <a:lnTo>
                    <a:pt x="821916" y="1406422"/>
                  </a:lnTo>
                  <a:lnTo>
                    <a:pt x="820844" y="1406922"/>
                  </a:lnTo>
                  <a:lnTo>
                    <a:pt x="819773" y="1407421"/>
                  </a:lnTo>
                  <a:lnTo>
                    <a:pt x="818701" y="1407920"/>
                  </a:lnTo>
                  <a:lnTo>
                    <a:pt x="817629" y="1408419"/>
                  </a:lnTo>
                  <a:lnTo>
                    <a:pt x="816558" y="1408917"/>
                  </a:lnTo>
                  <a:lnTo>
                    <a:pt x="815486" y="1409415"/>
                  </a:lnTo>
                  <a:lnTo>
                    <a:pt x="814415" y="1409912"/>
                  </a:lnTo>
                  <a:lnTo>
                    <a:pt x="813343" y="1410410"/>
                  </a:lnTo>
                  <a:lnTo>
                    <a:pt x="812271" y="1410907"/>
                  </a:lnTo>
                  <a:lnTo>
                    <a:pt x="811200" y="1411403"/>
                  </a:lnTo>
                  <a:lnTo>
                    <a:pt x="810128" y="1411900"/>
                  </a:lnTo>
                  <a:lnTo>
                    <a:pt x="809057" y="1412396"/>
                  </a:lnTo>
                  <a:lnTo>
                    <a:pt x="807985" y="1412891"/>
                  </a:lnTo>
                  <a:lnTo>
                    <a:pt x="806913" y="1413387"/>
                  </a:lnTo>
                  <a:lnTo>
                    <a:pt x="805842" y="1413882"/>
                  </a:lnTo>
                  <a:lnTo>
                    <a:pt x="804770" y="1414376"/>
                  </a:lnTo>
                  <a:lnTo>
                    <a:pt x="803699" y="1414871"/>
                  </a:lnTo>
                  <a:lnTo>
                    <a:pt x="802627" y="1415365"/>
                  </a:lnTo>
                  <a:lnTo>
                    <a:pt x="801555" y="1415859"/>
                  </a:lnTo>
                  <a:lnTo>
                    <a:pt x="800484" y="1416352"/>
                  </a:lnTo>
                  <a:lnTo>
                    <a:pt x="799412" y="1416845"/>
                  </a:lnTo>
                  <a:lnTo>
                    <a:pt x="798341" y="1417338"/>
                  </a:lnTo>
                  <a:lnTo>
                    <a:pt x="797269" y="1417831"/>
                  </a:lnTo>
                  <a:lnTo>
                    <a:pt x="796197" y="1418323"/>
                  </a:lnTo>
                  <a:lnTo>
                    <a:pt x="795126" y="1418815"/>
                  </a:lnTo>
                  <a:lnTo>
                    <a:pt x="794054" y="1419307"/>
                  </a:lnTo>
                  <a:lnTo>
                    <a:pt x="792983" y="1419798"/>
                  </a:lnTo>
                  <a:lnTo>
                    <a:pt x="791911" y="1420289"/>
                  </a:lnTo>
                  <a:lnTo>
                    <a:pt x="790839" y="1420780"/>
                  </a:lnTo>
                  <a:lnTo>
                    <a:pt x="789768" y="1421271"/>
                  </a:lnTo>
                  <a:lnTo>
                    <a:pt x="788696" y="1421761"/>
                  </a:lnTo>
                  <a:lnTo>
                    <a:pt x="787625" y="1422251"/>
                  </a:lnTo>
                  <a:lnTo>
                    <a:pt x="786553" y="1422741"/>
                  </a:lnTo>
                  <a:lnTo>
                    <a:pt x="785481" y="1423230"/>
                  </a:lnTo>
                  <a:lnTo>
                    <a:pt x="784410" y="1423720"/>
                  </a:lnTo>
                  <a:lnTo>
                    <a:pt x="783338" y="1424209"/>
                  </a:lnTo>
                  <a:lnTo>
                    <a:pt x="782267" y="1424697"/>
                  </a:lnTo>
                  <a:lnTo>
                    <a:pt x="781195" y="1425186"/>
                  </a:lnTo>
                  <a:lnTo>
                    <a:pt x="780123" y="1425674"/>
                  </a:lnTo>
                  <a:lnTo>
                    <a:pt x="779052" y="1426162"/>
                  </a:lnTo>
                  <a:lnTo>
                    <a:pt x="777980" y="1426650"/>
                  </a:lnTo>
                  <a:lnTo>
                    <a:pt x="776909" y="1427137"/>
                  </a:lnTo>
                  <a:lnTo>
                    <a:pt x="775837" y="1427624"/>
                  </a:lnTo>
                  <a:lnTo>
                    <a:pt x="774765" y="1428111"/>
                  </a:lnTo>
                  <a:lnTo>
                    <a:pt x="773694" y="1428598"/>
                  </a:lnTo>
                  <a:lnTo>
                    <a:pt x="772622" y="1429085"/>
                  </a:lnTo>
                  <a:lnTo>
                    <a:pt x="771551" y="1429571"/>
                  </a:lnTo>
                  <a:lnTo>
                    <a:pt x="770479" y="1430057"/>
                  </a:lnTo>
                  <a:lnTo>
                    <a:pt x="769407" y="1430543"/>
                  </a:lnTo>
                  <a:lnTo>
                    <a:pt x="768336" y="1431028"/>
                  </a:lnTo>
                  <a:lnTo>
                    <a:pt x="767264" y="1431513"/>
                  </a:lnTo>
                  <a:lnTo>
                    <a:pt x="766193" y="1431999"/>
                  </a:lnTo>
                  <a:lnTo>
                    <a:pt x="765121" y="1432483"/>
                  </a:lnTo>
                  <a:lnTo>
                    <a:pt x="764049" y="1432968"/>
                  </a:lnTo>
                  <a:lnTo>
                    <a:pt x="762978" y="1433453"/>
                  </a:lnTo>
                  <a:lnTo>
                    <a:pt x="761906" y="1433937"/>
                  </a:lnTo>
                  <a:lnTo>
                    <a:pt x="760835" y="1434421"/>
                  </a:lnTo>
                  <a:lnTo>
                    <a:pt x="759763" y="1434905"/>
                  </a:lnTo>
                  <a:lnTo>
                    <a:pt x="758691" y="1435388"/>
                  </a:lnTo>
                  <a:lnTo>
                    <a:pt x="757620" y="1435871"/>
                  </a:lnTo>
                  <a:lnTo>
                    <a:pt x="756548" y="1436355"/>
                  </a:lnTo>
                  <a:lnTo>
                    <a:pt x="755477" y="1436838"/>
                  </a:lnTo>
                  <a:lnTo>
                    <a:pt x="754405" y="1437320"/>
                  </a:lnTo>
                  <a:lnTo>
                    <a:pt x="753333" y="1437803"/>
                  </a:lnTo>
                  <a:lnTo>
                    <a:pt x="752262" y="1438285"/>
                  </a:lnTo>
                  <a:lnTo>
                    <a:pt x="751190" y="1438767"/>
                  </a:lnTo>
                  <a:lnTo>
                    <a:pt x="750119" y="1439249"/>
                  </a:lnTo>
                  <a:lnTo>
                    <a:pt x="749047" y="1439731"/>
                  </a:lnTo>
                  <a:lnTo>
                    <a:pt x="747975" y="1440213"/>
                  </a:lnTo>
                  <a:lnTo>
                    <a:pt x="746904" y="1440694"/>
                  </a:lnTo>
                  <a:lnTo>
                    <a:pt x="745832" y="1441175"/>
                  </a:lnTo>
                  <a:lnTo>
                    <a:pt x="744761" y="1441656"/>
                  </a:lnTo>
                  <a:lnTo>
                    <a:pt x="743689" y="1442137"/>
                  </a:lnTo>
                  <a:lnTo>
                    <a:pt x="742617" y="1442618"/>
                  </a:lnTo>
                  <a:lnTo>
                    <a:pt x="741546" y="1443098"/>
                  </a:lnTo>
                  <a:lnTo>
                    <a:pt x="740474" y="1443579"/>
                  </a:lnTo>
                  <a:lnTo>
                    <a:pt x="739403" y="1444059"/>
                  </a:lnTo>
                  <a:lnTo>
                    <a:pt x="738331" y="1444539"/>
                  </a:lnTo>
                  <a:lnTo>
                    <a:pt x="737259" y="1445018"/>
                  </a:lnTo>
                  <a:lnTo>
                    <a:pt x="736188" y="1445498"/>
                  </a:lnTo>
                  <a:lnTo>
                    <a:pt x="735116" y="1445978"/>
                  </a:lnTo>
                  <a:lnTo>
                    <a:pt x="734045" y="1446457"/>
                  </a:lnTo>
                  <a:lnTo>
                    <a:pt x="732973" y="1446936"/>
                  </a:lnTo>
                  <a:lnTo>
                    <a:pt x="731901" y="1447415"/>
                  </a:lnTo>
                  <a:lnTo>
                    <a:pt x="730830" y="1447894"/>
                  </a:lnTo>
                  <a:lnTo>
                    <a:pt x="729758" y="1448372"/>
                  </a:lnTo>
                  <a:lnTo>
                    <a:pt x="728687" y="1448851"/>
                  </a:lnTo>
                  <a:lnTo>
                    <a:pt x="727615" y="1449329"/>
                  </a:lnTo>
                  <a:lnTo>
                    <a:pt x="726543" y="1449807"/>
                  </a:lnTo>
                  <a:lnTo>
                    <a:pt x="725472" y="1450285"/>
                  </a:lnTo>
                  <a:lnTo>
                    <a:pt x="724400" y="1450763"/>
                  </a:lnTo>
                  <a:lnTo>
                    <a:pt x="723329" y="1451241"/>
                  </a:lnTo>
                  <a:lnTo>
                    <a:pt x="722257" y="1451718"/>
                  </a:lnTo>
                  <a:lnTo>
                    <a:pt x="721185" y="1452196"/>
                  </a:lnTo>
                  <a:lnTo>
                    <a:pt x="720114" y="1452673"/>
                  </a:lnTo>
                  <a:lnTo>
                    <a:pt x="719042" y="1453150"/>
                  </a:lnTo>
                  <a:lnTo>
                    <a:pt x="717971" y="1453627"/>
                  </a:lnTo>
                  <a:lnTo>
                    <a:pt x="716899" y="1454104"/>
                  </a:lnTo>
                  <a:lnTo>
                    <a:pt x="715827" y="1454580"/>
                  </a:lnTo>
                  <a:lnTo>
                    <a:pt x="714756" y="1455057"/>
                  </a:lnTo>
                  <a:lnTo>
                    <a:pt x="713684" y="1455533"/>
                  </a:lnTo>
                  <a:lnTo>
                    <a:pt x="712613" y="1456010"/>
                  </a:lnTo>
                  <a:lnTo>
                    <a:pt x="711541" y="1456486"/>
                  </a:lnTo>
                  <a:lnTo>
                    <a:pt x="710469" y="1456962"/>
                  </a:lnTo>
                  <a:lnTo>
                    <a:pt x="709398" y="1457438"/>
                  </a:lnTo>
                  <a:lnTo>
                    <a:pt x="708326" y="1457913"/>
                  </a:lnTo>
                  <a:lnTo>
                    <a:pt x="707255" y="1458389"/>
                  </a:lnTo>
                  <a:lnTo>
                    <a:pt x="706183" y="1458864"/>
                  </a:lnTo>
                  <a:lnTo>
                    <a:pt x="705112" y="1459340"/>
                  </a:lnTo>
                  <a:lnTo>
                    <a:pt x="704040" y="1459815"/>
                  </a:lnTo>
                  <a:lnTo>
                    <a:pt x="702968" y="1460290"/>
                  </a:lnTo>
                  <a:lnTo>
                    <a:pt x="701897" y="1460765"/>
                  </a:lnTo>
                  <a:lnTo>
                    <a:pt x="700825" y="1461240"/>
                  </a:lnTo>
                  <a:lnTo>
                    <a:pt x="699754" y="1461715"/>
                  </a:lnTo>
                  <a:lnTo>
                    <a:pt x="698682" y="1462189"/>
                  </a:lnTo>
                  <a:lnTo>
                    <a:pt x="697610" y="1462664"/>
                  </a:lnTo>
                  <a:lnTo>
                    <a:pt x="696539" y="1463138"/>
                  </a:lnTo>
                  <a:lnTo>
                    <a:pt x="695467" y="1463612"/>
                  </a:lnTo>
                  <a:lnTo>
                    <a:pt x="694396" y="1464086"/>
                  </a:lnTo>
                  <a:lnTo>
                    <a:pt x="693324" y="1464561"/>
                  </a:lnTo>
                  <a:lnTo>
                    <a:pt x="692252" y="1465034"/>
                  </a:lnTo>
                  <a:lnTo>
                    <a:pt x="691181" y="1465508"/>
                  </a:lnTo>
                  <a:lnTo>
                    <a:pt x="690109" y="1465982"/>
                  </a:lnTo>
                  <a:lnTo>
                    <a:pt x="689038" y="1466455"/>
                  </a:lnTo>
                  <a:lnTo>
                    <a:pt x="687966" y="1466929"/>
                  </a:lnTo>
                  <a:lnTo>
                    <a:pt x="686894" y="1467402"/>
                  </a:lnTo>
                  <a:lnTo>
                    <a:pt x="685823" y="1467875"/>
                  </a:lnTo>
                  <a:lnTo>
                    <a:pt x="684751" y="1468349"/>
                  </a:lnTo>
                  <a:lnTo>
                    <a:pt x="683680" y="1468822"/>
                  </a:lnTo>
                  <a:lnTo>
                    <a:pt x="682608" y="1469295"/>
                  </a:lnTo>
                  <a:lnTo>
                    <a:pt x="681536" y="1469767"/>
                  </a:lnTo>
                  <a:lnTo>
                    <a:pt x="680465" y="1470240"/>
                  </a:lnTo>
                  <a:lnTo>
                    <a:pt x="679393" y="1470713"/>
                  </a:lnTo>
                  <a:lnTo>
                    <a:pt x="678322" y="1471185"/>
                  </a:lnTo>
                  <a:lnTo>
                    <a:pt x="677250" y="1471658"/>
                  </a:lnTo>
                  <a:lnTo>
                    <a:pt x="676178" y="1472130"/>
                  </a:lnTo>
                  <a:lnTo>
                    <a:pt x="675107" y="1472602"/>
                  </a:lnTo>
                  <a:lnTo>
                    <a:pt x="674035" y="1473074"/>
                  </a:lnTo>
                  <a:lnTo>
                    <a:pt x="672964" y="1473546"/>
                  </a:lnTo>
                  <a:lnTo>
                    <a:pt x="671892" y="1474018"/>
                  </a:lnTo>
                  <a:lnTo>
                    <a:pt x="670820" y="1474490"/>
                  </a:lnTo>
                  <a:lnTo>
                    <a:pt x="669749" y="1474961"/>
                  </a:lnTo>
                  <a:lnTo>
                    <a:pt x="668677" y="1475433"/>
                  </a:lnTo>
                  <a:lnTo>
                    <a:pt x="667606" y="1475904"/>
                  </a:lnTo>
                  <a:lnTo>
                    <a:pt x="666534" y="1476376"/>
                  </a:lnTo>
                  <a:lnTo>
                    <a:pt x="665462" y="1476847"/>
                  </a:lnTo>
                  <a:lnTo>
                    <a:pt x="664391" y="1477318"/>
                  </a:lnTo>
                  <a:lnTo>
                    <a:pt x="663319" y="1477789"/>
                  </a:lnTo>
                  <a:lnTo>
                    <a:pt x="662248" y="1478260"/>
                  </a:lnTo>
                  <a:lnTo>
                    <a:pt x="661176" y="1478731"/>
                  </a:lnTo>
                  <a:lnTo>
                    <a:pt x="660104" y="1479202"/>
                  </a:lnTo>
                  <a:lnTo>
                    <a:pt x="659033" y="1479673"/>
                  </a:lnTo>
                  <a:lnTo>
                    <a:pt x="657961" y="1480144"/>
                  </a:lnTo>
                  <a:lnTo>
                    <a:pt x="656890" y="1480614"/>
                  </a:lnTo>
                  <a:lnTo>
                    <a:pt x="655818" y="1481084"/>
                  </a:lnTo>
                  <a:lnTo>
                    <a:pt x="654746" y="1481555"/>
                  </a:lnTo>
                  <a:lnTo>
                    <a:pt x="653675" y="1482025"/>
                  </a:lnTo>
                  <a:lnTo>
                    <a:pt x="652603" y="1482495"/>
                  </a:lnTo>
                  <a:lnTo>
                    <a:pt x="651532" y="1482965"/>
                  </a:lnTo>
                  <a:lnTo>
                    <a:pt x="650460" y="1483435"/>
                  </a:lnTo>
                  <a:lnTo>
                    <a:pt x="649388" y="1483905"/>
                  </a:lnTo>
                  <a:lnTo>
                    <a:pt x="648317" y="1484375"/>
                  </a:lnTo>
                  <a:lnTo>
                    <a:pt x="647245" y="1484845"/>
                  </a:lnTo>
                  <a:lnTo>
                    <a:pt x="646174" y="1485314"/>
                  </a:lnTo>
                  <a:lnTo>
                    <a:pt x="645102" y="1485784"/>
                  </a:lnTo>
                  <a:lnTo>
                    <a:pt x="644030" y="1486253"/>
                  </a:lnTo>
                  <a:lnTo>
                    <a:pt x="642959" y="1486723"/>
                  </a:lnTo>
                  <a:lnTo>
                    <a:pt x="641887" y="1487192"/>
                  </a:lnTo>
                  <a:lnTo>
                    <a:pt x="640816" y="1487661"/>
                  </a:lnTo>
                  <a:lnTo>
                    <a:pt x="639744" y="1488130"/>
                  </a:lnTo>
                  <a:lnTo>
                    <a:pt x="638672" y="1488599"/>
                  </a:lnTo>
                  <a:lnTo>
                    <a:pt x="637601" y="1489068"/>
                  </a:lnTo>
                  <a:lnTo>
                    <a:pt x="636529" y="1489537"/>
                  </a:lnTo>
                  <a:lnTo>
                    <a:pt x="635458" y="1490005"/>
                  </a:lnTo>
                  <a:lnTo>
                    <a:pt x="634386" y="1490474"/>
                  </a:lnTo>
                  <a:lnTo>
                    <a:pt x="633314" y="1490942"/>
                  </a:lnTo>
                  <a:lnTo>
                    <a:pt x="632243" y="1491411"/>
                  </a:lnTo>
                  <a:lnTo>
                    <a:pt x="631171" y="1491879"/>
                  </a:lnTo>
                  <a:lnTo>
                    <a:pt x="630100" y="1492347"/>
                  </a:lnTo>
                  <a:lnTo>
                    <a:pt x="629028" y="1492815"/>
                  </a:lnTo>
                  <a:lnTo>
                    <a:pt x="627956" y="1493283"/>
                  </a:lnTo>
                  <a:lnTo>
                    <a:pt x="626885" y="1493751"/>
                  </a:lnTo>
                  <a:lnTo>
                    <a:pt x="625813" y="1494219"/>
                  </a:lnTo>
                  <a:lnTo>
                    <a:pt x="624742" y="1494687"/>
                  </a:lnTo>
                  <a:lnTo>
                    <a:pt x="623670" y="1495155"/>
                  </a:lnTo>
                  <a:lnTo>
                    <a:pt x="622598" y="1495622"/>
                  </a:lnTo>
                  <a:lnTo>
                    <a:pt x="621527" y="1496090"/>
                  </a:lnTo>
                  <a:lnTo>
                    <a:pt x="620455" y="1496557"/>
                  </a:lnTo>
                  <a:lnTo>
                    <a:pt x="619384" y="1497024"/>
                  </a:lnTo>
                  <a:lnTo>
                    <a:pt x="618312" y="1497492"/>
                  </a:lnTo>
                  <a:lnTo>
                    <a:pt x="617240" y="1497959"/>
                  </a:lnTo>
                  <a:lnTo>
                    <a:pt x="616169" y="1498426"/>
                  </a:lnTo>
                  <a:lnTo>
                    <a:pt x="615097" y="1498893"/>
                  </a:lnTo>
                  <a:lnTo>
                    <a:pt x="614026" y="1499359"/>
                  </a:lnTo>
                  <a:lnTo>
                    <a:pt x="612954" y="1499826"/>
                  </a:lnTo>
                  <a:lnTo>
                    <a:pt x="611882" y="1500293"/>
                  </a:lnTo>
                  <a:lnTo>
                    <a:pt x="610811" y="1500759"/>
                  </a:lnTo>
                  <a:lnTo>
                    <a:pt x="609739" y="1501226"/>
                  </a:lnTo>
                  <a:lnTo>
                    <a:pt x="608668" y="1501692"/>
                  </a:lnTo>
                  <a:lnTo>
                    <a:pt x="607596" y="1502158"/>
                  </a:lnTo>
                  <a:lnTo>
                    <a:pt x="606524" y="1502624"/>
                  </a:lnTo>
                  <a:lnTo>
                    <a:pt x="605453" y="1503090"/>
                  </a:lnTo>
                  <a:lnTo>
                    <a:pt x="604381" y="1503556"/>
                  </a:lnTo>
                  <a:lnTo>
                    <a:pt x="603310" y="1504022"/>
                  </a:lnTo>
                  <a:lnTo>
                    <a:pt x="602238" y="1504488"/>
                  </a:lnTo>
                  <a:lnTo>
                    <a:pt x="601166" y="1504953"/>
                  </a:lnTo>
                  <a:lnTo>
                    <a:pt x="600095" y="1505419"/>
                  </a:lnTo>
                  <a:lnTo>
                    <a:pt x="599023" y="1505884"/>
                  </a:lnTo>
                  <a:lnTo>
                    <a:pt x="597952" y="1506349"/>
                  </a:lnTo>
                  <a:lnTo>
                    <a:pt x="596880" y="1506814"/>
                  </a:lnTo>
                  <a:lnTo>
                    <a:pt x="595808" y="1507279"/>
                  </a:lnTo>
                  <a:lnTo>
                    <a:pt x="594737" y="1507744"/>
                  </a:lnTo>
                  <a:lnTo>
                    <a:pt x="593665" y="1508209"/>
                  </a:lnTo>
                  <a:lnTo>
                    <a:pt x="592594" y="1508674"/>
                  </a:lnTo>
                  <a:lnTo>
                    <a:pt x="591522" y="1509139"/>
                  </a:lnTo>
                  <a:lnTo>
                    <a:pt x="590450" y="1509603"/>
                  </a:lnTo>
                  <a:lnTo>
                    <a:pt x="589379" y="1510067"/>
                  </a:lnTo>
                  <a:lnTo>
                    <a:pt x="588307" y="1510532"/>
                  </a:lnTo>
                  <a:lnTo>
                    <a:pt x="587236" y="1510996"/>
                  </a:lnTo>
                  <a:lnTo>
                    <a:pt x="586164" y="1511460"/>
                  </a:lnTo>
                  <a:lnTo>
                    <a:pt x="585092" y="1511924"/>
                  </a:lnTo>
                  <a:lnTo>
                    <a:pt x="584021" y="1512388"/>
                  </a:lnTo>
                  <a:lnTo>
                    <a:pt x="582949" y="1512851"/>
                  </a:lnTo>
                  <a:lnTo>
                    <a:pt x="581878" y="1513315"/>
                  </a:lnTo>
                  <a:lnTo>
                    <a:pt x="580806" y="1513778"/>
                  </a:lnTo>
                  <a:lnTo>
                    <a:pt x="579734" y="1514242"/>
                  </a:lnTo>
                  <a:lnTo>
                    <a:pt x="578663" y="1514705"/>
                  </a:lnTo>
                  <a:lnTo>
                    <a:pt x="577591" y="1515168"/>
                  </a:lnTo>
                  <a:lnTo>
                    <a:pt x="576520" y="1515631"/>
                  </a:lnTo>
                  <a:lnTo>
                    <a:pt x="575448" y="1516094"/>
                  </a:lnTo>
                  <a:lnTo>
                    <a:pt x="574376" y="1516557"/>
                  </a:lnTo>
                  <a:lnTo>
                    <a:pt x="573305" y="1517019"/>
                  </a:lnTo>
                  <a:lnTo>
                    <a:pt x="572233" y="1517482"/>
                  </a:lnTo>
                  <a:lnTo>
                    <a:pt x="571162" y="1517944"/>
                  </a:lnTo>
                  <a:lnTo>
                    <a:pt x="570090" y="1518406"/>
                  </a:lnTo>
                  <a:lnTo>
                    <a:pt x="569018" y="1518868"/>
                  </a:lnTo>
                  <a:lnTo>
                    <a:pt x="567947" y="1519330"/>
                  </a:lnTo>
                  <a:lnTo>
                    <a:pt x="566875" y="1519792"/>
                  </a:lnTo>
                  <a:lnTo>
                    <a:pt x="565804" y="1520254"/>
                  </a:lnTo>
                  <a:lnTo>
                    <a:pt x="564732" y="1520715"/>
                  </a:lnTo>
                  <a:lnTo>
                    <a:pt x="563660" y="1521177"/>
                  </a:lnTo>
                  <a:lnTo>
                    <a:pt x="562589" y="1521638"/>
                  </a:lnTo>
                  <a:lnTo>
                    <a:pt x="561517" y="1522099"/>
                  </a:lnTo>
                  <a:lnTo>
                    <a:pt x="560446" y="1522560"/>
                  </a:lnTo>
                  <a:lnTo>
                    <a:pt x="559374" y="1523021"/>
                  </a:lnTo>
                  <a:lnTo>
                    <a:pt x="558302" y="1523482"/>
                  </a:lnTo>
                  <a:lnTo>
                    <a:pt x="557231" y="1523943"/>
                  </a:lnTo>
                  <a:lnTo>
                    <a:pt x="556159" y="1524403"/>
                  </a:lnTo>
                  <a:lnTo>
                    <a:pt x="555088" y="1524863"/>
                  </a:lnTo>
                  <a:lnTo>
                    <a:pt x="554016" y="1525324"/>
                  </a:lnTo>
                  <a:lnTo>
                    <a:pt x="552944" y="1525784"/>
                  </a:lnTo>
                  <a:lnTo>
                    <a:pt x="551873" y="1526243"/>
                  </a:lnTo>
                  <a:lnTo>
                    <a:pt x="550801" y="1526703"/>
                  </a:lnTo>
                  <a:lnTo>
                    <a:pt x="549730" y="1527163"/>
                  </a:lnTo>
                  <a:lnTo>
                    <a:pt x="548658" y="1527622"/>
                  </a:lnTo>
                  <a:lnTo>
                    <a:pt x="547586" y="1528081"/>
                  </a:lnTo>
                  <a:lnTo>
                    <a:pt x="546515" y="1528541"/>
                  </a:lnTo>
                  <a:lnTo>
                    <a:pt x="545443" y="1529000"/>
                  </a:lnTo>
                  <a:lnTo>
                    <a:pt x="544372" y="1529458"/>
                  </a:lnTo>
                  <a:lnTo>
                    <a:pt x="543300" y="1529917"/>
                  </a:lnTo>
                  <a:lnTo>
                    <a:pt x="542228" y="1530375"/>
                  </a:lnTo>
                  <a:lnTo>
                    <a:pt x="541157" y="1530834"/>
                  </a:lnTo>
                  <a:lnTo>
                    <a:pt x="540085" y="1531292"/>
                  </a:lnTo>
                  <a:lnTo>
                    <a:pt x="539014" y="1531750"/>
                  </a:lnTo>
                  <a:lnTo>
                    <a:pt x="537942" y="1532208"/>
                  </a:lnTo>
                  <a:lnTo>
                    <a:pt x="536870" y="1532666"/>
                  </a:lnTo>
                  <a:lnTo>
                    <a:pt x="535799" y="1533123"/>
                  </a:lnTo>
                  <a:lnTo>
                    <a:pt x="534727" y="1533580"/>
                  </a:lnTo>
                  <a:lnTo>
                    <a:pt x="533656" y="1534038"/>
                  </a:lnTo>
                  <a:lnTo>
                    <a:pt x="532584" y="1534495"/>
                  </a:lnTo>
                  <a:lnTo>
                    <a:pt x="531513" y="1534951"/>
                  </a:lnTo>
                  <a:lnTo>
                    <a:pt x="530441" y="1535408"/>
                  </a:lnTo>
                  <a:lnTo>
                    <a:pt x="529369" y="1535865"/>
                  </a:lnTo>
                  <a:lnTo>
                    <a:pt x="528298" y="1536321"/>
                  </a:lnTo>
                  <a:lnTo>
                    <a:pt x="527226" y="1536777"/>
                  </a:lnTo>
                  <a:lnTo>
                    <a:pt x="526155" y="1537233"/>
                  </a:lnTo>
                  <a:lnTo>
                    <a:pt x="525083" y="1537689"/>
                  </a:lnTo>
                  <a:lnTo>
                    <a:pt x="524011" y="1538145"/>
                  </a:lnTo>
                  <a:lnTo>
                    <a:pt x="522940" y="1538600"/>
                  </a:lnTo>
                  <a:lnTo>
                    <a:pt x="521868" y="1539055"/>
                  </a:lnTo>
                  <a:lnTo>
                    <a:pt x="520797" y="1539510"/>
                  </a:lnTo>
                  <a:lnTo>
                    <a:pt x="519725" y="1539965"/>
                  </a:lnTo>
                  <a:lnTo>
                    <a:pt x="518653" y="1540420"/>
                  </a:lnTo>
                  <a:lnTo>
                    <a:pt x="517582" y="1540874"/>
                  </a:lnTo>
                  <a:lnTo>
                    <a:pt x="516510" y="1541329"/>
                  </a:lnTo>
                  <a:lnTo>
                    <a:pt x="515439" y="1541783"/>
                  </a:lnTo>
                  <a:lnTo>
                    <a:pt x="514367" y="1542237"/>
                  </a:lnTo>
                  <a:lnTo>
                    <a:pt x="513295" y="1542691"/>
                  </a:lnTo>
                  <a:lnTo>
                    <a:pt x="512224" y="1543144"/>
                  </a:lnTo>
                  <a:lnTo>
                    <a:pt x="511152" y="1543597"/>
                  </a:lnTo>
                  <a:lnTo>
                    <a:pt x="510081" y="1544051"/>
                  </a:lnTo>
                  <a:lnTo>
                    <a:pt x="509009" y="1544504"/>
                  </a:lnTo>
                  <a:lnTo>
                    <a:pt x="507937" y="1544956"/>
                  </a:lnTo>
                  <a:lnTo>
                    <a:pt x="506866" y="1545409"/>
                  </a:lnTo>
                  <a:lnTo>
                    <a:pt x="505794" y="1545861"/>
                  </a:lnTo>
                  <a:lnTo>
                    <a:pt x="504723" y="1546313"/>
                  </a:lnTo>
                  <a:lnTo>
                    <a:pt x="503651" y="1546765"/>
                  </a:lnTo>
                  <a:lnTo>
                    <a:pt x="502579" y="1547217"/>
                  </a:lnTo>
                  <a:lnTo>
                    <a:pt x="501508" y="1547669"/>
                  </a:lnTo>
                  <a:lnTo>
                    <a:pt x="500436" y="1548120"/>
                  </a:lnTo>
                  <a:lnTo>
                    <a:pt x="499365" y="1548571"/>
                  </a:lnTo>
                  <a:lnTo>
                    <a:pt x="498293" y="1549022"/>
                  </a:lnTo>
                  <a:lnTo>
                    <a:pt x="497221" y="1549473"/>
                  </a:lnTo>
                  <a:lnTo>
                    <a:pt x="496150" y="1549923"/>
                  </a:lnTo>
                  <a:lnTo>
                    <a:pt x="495078" y="1550373"/>
                  </a:lnTo>
                  <a:lnTo>
                    <a:pt x="494007" y="1550823"/>
                  </a:lnTo>
                  <a:lnTo>
                    <a:pt x="492935" y="1551273"/>
                  </a:lnTo>
                  <a:lnTo>
                    <a:pt x="491863" y="1551723"/>
                  </a:lnTo>
                  <a:lnTo>
                    <a:pt x="490792" y="1552172"/>
                  </a:lnTo>
                  <a:lnTo>
                    <a:pt x="489720" y="1552621"/>
                  </a:lnTo>
                  <a:lnTo>
                    <a:pt x="488649" y="1553070"/>
                  </a:lnTo>
                  <a:lnTo>
                    <a:pt x="487577" y="1553519"/>
                  </a:lnTo>
                  <a:lnTo>
                    <a:pt x="486505" y="1553967"/>
                  </a:lnTo>
                  <a:lnTo>
                    <a:pt x="485434" y="1554416"/>
                  </a:lnTo>
                  <a:lnTo>
                    <a:pt x="484362" y="1554864"/>
                  </a:lnTo>
                  <a:lnTo>
                    <a:pt x="483291" y="1555311"/>
                  </a:lnTo>
                  <a:lnTo>
                    <a:pt x="482219" y="1555759"/>
                  </a:lnTo>
                  <a:lnTo>
                    <a:pt x="481147" y="1556206"/>
                  </a:lnTo>
                  <a:lnTo>
                    <a:pt x="480076" y="1556653"/>
                  </a:lnTo>
                  <a:lnTo>
                    <a:pt x="479004" y="1557100"/>
                  </a:lnTo>
                  <a:lnTo>
                    <a:pt x="477933" y="1557547"/>
                  </a:lnTo>
                  <a:lnTo>
                    <a:pt x="476861" y="1557993"/>
                  </a:lnTo>
                  <a:lnTo>
                    <a:pt x="475789" y="1558439"/>
                  </a:lnTo>
                  <a:lnTo>
                    <a:pt x="474718" y="1558885"/>
                  </a:lnTo>
                  <a:lnTo>
                    <a:pt x="473646" y="1559331"/>
                  </a:lnTo>
                  <a:lnTo>
                    <a:pt x="472575" y="1559776"/>
                  </a:lnTo>
                  <a:lnTo>
                    <a:pt x="471503" y="1560221"/>
                  </a:lnTo>
                  <a:lnTo>
                    <a:pt x="470431" y="1560666"/>
                  </a:lnTo>
                  <a:lnTo>
                    <a:pt x="469360" y="1561111"/>
                  </a:lnTo>
                  <a:lnTo>
                    <a:pt x="468288" y="1561555"/>
                  </a:lnTo>
                  <a:lnTo>
                    <a:pt x="467217" y="1561999"/>
                  </a:lnTo>
                  <a:lnTo>
                    <a:pt x="466145" y="1562443"/>
                  </a:lnTo>
                  <a:lnTo>
                    <a:pt x="465073" y="1562887"/>
                  </a:lnTo>
                  <a:lnTo>
                    <a:pt x="464002" y="1563330"/>
                  </a:lnTo>
                  <a:lnTo>
                    <a:pt x="462930" y="1563773"/>
                  </a:lnTo>
                  <a:lnTo>
                    <a:pt x="461859" y="1564216"/>
                  </a:lnTo>
                  <a:lnTo>
                    <a:pt x="460787" y="1564659"/>
                  </a:lnTo>
                  <a:lnTo>
                    <a:pt x="459715" y="1565101"/>
                  </a:lnTo>
                  <a:lnTo>
                    <a:pt x="458644" y="1565543"/>
                  </a:lnTo>
                  <a:lnTo>
                    <a:pt x="457572" y="1565985"/>
                  </a:lnTo>
                  <a:lnTo>
                    <a:pt x="456501" y="1566426"/>
                  </a:lnTo>
                  <a:lnTo>
                    <a:pt x="455429" y="1566868"/>
                  </a:lnTo>
                  <a:lnTo>
                    <a:pt x="454357" y="1567309"/>
                  </a:lnTo>
                  <a:lnTo>
                    <a:pt x="453286" y="1567749"/>
                  </a:lnTo>
                  <a:lnTo>
                    <a:pt x="452214" y="1568190"/>
                  </a:lnTo>
                  <a:lnTo>
                    <a:pt x="451143" y="1568630"/>
                  </a:lnTo>
                  <a:lnTo>
                    <a:pt x="450071" y="1569070"/>
                  </a:lnTo>
                  <a:lnTo>
                    <a:pt x="448999" y="1569510"/>
                  </a:lnTo>
                  <a:lnTo>
                    <a:pt x="447928" y="1569949"/>
                  </a:lnTo>
                  <a:lnTo>
                    <a:pt x="446856" y="1570388"/>
                  </a:lnTo>
                  <a:lnTo>
                    <a:pt x="445785" y="1570827"/>
                  </a:lnTo>
                  <a:lnTo>
                    <a:pt x="444713" y="1571265"/>
                  </a:lnTo>
                  <a:lnTo>
                    <a:pt x="443641" y="1571704"/>
                  </a:lnTo>
                  <a:lnTo>
                    <a:pt x="442570" y="1572142"/>
                  </a:lnTo>
                  <a:lnTo>
                    <a:pt x="441498" y="1572579"/>
                  </a:lnTo>
                  <a:lnTo>
                    <a:pt x="440427" y="1573017"/>
                  </a:lnTo>
                  <a:lnTo>
                    <a:pt x="439355" y="1573454"/>
                  </a:lnTo>
                  <a:lnTo>
                    <a:pt x="438283" y="1573891"/>
                  </a:lnTo>
                  <a:lnTo>
                    <a:pt x="437212" y="1574327"/>
                  </a:lnTo>
                  <a:lnTo>
                    <a:pt x="436140" y="1574763"/>
                  </a:lnTo>
                  <a:lnTo>
                    <a:pt x="435069" y="1575199"/>
                  </a:lnTo>
                  <a:lnTo>
                    <a:pt x="433997" y="1575635"/>
                  </a:lnTo>
                  <a:lnTo>
                    <a:pt x="432925" y="1576070"/>
                  </a:lnTo>
                  <a:lnTo>
                    <a:pt x="431854" y="1576506"/>
                  </a:lnTo>
                  <a:lnTo>
                    <a:pt x="430782" y="1576940"/>
                  </a:lnTo>
                  <a:lnTo>
                    <a:pt x="429711" y="1577375"/>
                  </a:lnTo>
                  <a:lnTo>
                    <a:pt x="428639" y="1577809"/>
                  </a:lnTo>
                  <a:lnTo>
                    <a:pt x="427567" y="1578243"/>
                  </a:lnTo>
                  <a:lnTo>
                    <a:pt x="426496" y="1578676"/>
                  </a:lnTo>
                  <a:lnTo>
                    <a:pt x="425424" y="1579110"/>
                  </a:lnTo>
                  <a:lnTo>
                    <a:pt x="424353" y="1579543"/>
                  </a:lnTo>
                  <a:lnTo>
                    <a:pt x="423281" y="1579975"/>
                  </a:lnTo>
                  <a:lnTo>
                    <a:pt x="422209" y="1580408"/>
                  </a:lnTo>
                  <a:lnTo>
                    <a:pt x="421138" y="1580840"/>
                  </a:lnTo>
                  <a:lnTo>
                    <a:pt x="420066" y="1581271"/>
                  </a:lnTo>
                  <a:lnTo>
                    <a:pt x="418995" y="1581703"/>
                  </a:lnTo>
                  <a:lnTo>
                    <a:pt x="417923" y="1582134"/>
                  </a:lnTo>
                  <a:lnTo>
                    <a:pt x="416851" y="1582565"/>
                  </a:lnTo>
                  <a:lnTo>
                    <a:pt x="415780" y="1582995"/>
                  </a:lnTo>
                  <a:lnTo>
                    <a:pt x="414708" y="1583425"/>
                  </a:lnTo>
                  <a:lnTo>
                    <a:pt x="413637" y="1583855"/>
                  </a:lnTo>
                  <a:lnTo>
                    <a:pt x="412565" y="1584285"/>
                  </a:lnTo>
                  <a:lnTo>
                    <a:pt x="411493" y="1584714"/>
                  </a:lnTo>
                  <a:lnTo>
                    <a:pt x="410422" y="1585143"/>
                  </a:lnTo>
                  <a:lnTo>
                    <a:pt x="409350" y="1585571"/>
                  </a:lnTo>
                  <a:lnTo>
                    <a:pt x="408279" y="1586000"/>
                  </a:lnTo>
                  <a:lnTo>
                    <a:pt x="407207" y="1586428"/>
                  </a:lnTo>
                  <a:lnTo>
                    <a:pt x="406135" y="1586855"/>
                  </a:lnTo>
                  <a:lnTo>
                    <a:pt x="405064" y="1587283"/>
                  </a:lnTo>
                  <a:lnTo>
                    <a:pt x="403992" y="1587709"/>
                  </a:lnTo>
                  <a:lnTo>
                    <a:pt x="402921" y="1588136"/>
                  </a:lnTo>
                  <a:lnTo>
                    <a:pt x="401849" y="1588562"/>
                  </a:lnTo>
                  <a:lnTo>
                    <a:pt x="400777" y="1588988"/>
                  </a:lnTo>
                  <a:lnTo>
                    <a:pt x="399706" y="1589414"/>
                  </a:lnTo>
                  <a:lnTo>
                    <a:pt x="398634" y="1589839"/>
                  </a:lnTo>
                  <a:lnTo>
                    <a:pt x="397563" y="1590264"/>
                  </a:lnTo>
                  <a:lnTo>
                    <a:pt x="396491" y="1590689"/>
                  </a:lnTo>
                  <a:lnTo>
                    <a:pt x="395419" y="1591113"/>
                  </a:lnTo>
                  <a:lnTo>
                    <a:pt x="394348" y="1591537"/>
                  </a:lnTo>
                  <a:lnTo>
                    <a:pt x="393276" y="1591961"/>
                  </a:lnTo>
                  <a:lnTo>
                    <a:pt x="392205" y="1592384"/>
                  </a:lnTo>
                  <a:lnTo>
                    <a:pt x="391133" y="1592807"/>
                  </a:lnTo>
                  <a:lnTo>
                    <a:pt x="390061" y="1593230"/>
                  </a:lnTo>
                  <a:lnTo>
                    <a:pt x="388990" y="1593652"/>
                  </a:lnTo>
                  <a:lnTo>
                    <a:pt x="387918" y="1594074"/>
                  </a:lnTo>
                  <a:lnTo>
                    <a:pt x="386847" y="1594496"/>
                  </a:lnTo>
                  <a:lnTo>
                    <a:pt x="385775" y="1594917"/>
                  </a:lnTo>
                  <a:lnTo>
                    <a:pt x="384703" y="1595338"/>
                  </a:lnTo>
                  <a:lnTo>
                    <a:pt x="383632" y="1595758"/>
                  </a:lnTo>
                  <a:lnTo>
                    <a:pt x="382560" y="1596179"/>
                  </a:lnTo>
                  <a:lnTo>
                    <a:pt x="381489" y="1596598"/>
                  </a:lnTo>
                  <a:lnTo>
                    <a:pt x="380417" y="1597018"/>
                  </a:lnTo>
                  <a:lnTo>
                    <a:pt x="379345" y="1597437"/>
                  </a:lnTo>
                  <a:lnTo>
                    <a:pt x="378274" y="1597856"/>
                  </a:lnTo>
                  <a:lnTo>
                    <a:pt x="377202" y="1598275"/>
                  </a:lnTo>
                  <a:lnTo>
                    <a:pt x="376131" y="1598693"/>
                  </a:lnTo>
                  <a:lnTo>
                    <a:pt x="375059" y="1599111"/>
                  </a:lnTo>
                  <a:lnTo>
                    <a:pt x="373987" y="1599528"/>
                  </a:lnTo>
                  <a:lnTo>
                    <a:pt x="372916" y="1599945"/>
                  </a:lnTo>
                  <a:lnTo>
                    <a:pt x="371844" y="1600362"/>
                  </a:lnTo>
                  <a:lnTo>
                    <a:pt x="370773" y="1600778"/>
                  </a:lnTo>
                  <a:lnTo>
                    <a:pt x="369701" y="1601194"/>
                  </a:lnTo>
                  <a:lnTo>
                    <a:pt x="368629" y="1601610"/>
                  </a:lnTo>
                  <a:lnTo>
                    <a:pt x="367558" y="1602026"/>
                  </a:lnTo>
                  <a:lnTo>
                    <a:pt x="366486" y="1602441"/>
                  </a:lnTo>
                  <a:lnTo>
                    <a:pt x="365415" y="1602855"/>
                  </a:lnTo>
                  <a:lnTo>
                    <a:pt x="364343" y="1603270"/>
                  </a:lnTo>
                  <a:lnTo>
                    <a:pt x="363271" y="1603683"/>
                  </a:lnTo>
                  <a:lnTo>
                    <a:pt x="362200" y="1604097"/>
                  </a:lnTo>
                  <a:lnTo>
                    <a:pt x="361128" y="1604510"/>
                  </a:lnTo>
                  <a:lnTo>
                    <a:pt x="360057" y="1604923"/>
                  </a:lnTo>
                  <a:lnTo>
                    <a:pt x="358985" y="1605336"/>
                  </a:lnTo>
                  <a:lnTo>
                    <a:pt x="357913" y="1605748"/>
                  </a:lnTo>
                  <a:lnTo>
                    <a:pt x="356842" y="1606160"/>
                  </a:lnTo>
                  <a:lnTo>
                    <a:pt x="355770" y="1606571"/>
                  </a:lnTo>
                  <a:lnTo>
                    <a:pt x="354699" y="1606982"/>
                  </a:lnTo>
                  <a:lnTo>
                    <a:pt x="353627" y="1607393"/>
                  </a:lnTo>
                  <a:lnTo>
                    <a:pt x="352556" y="1607804"/>
                  </a:lnTo>
                  <a:lnTo>
                    <a:pt x="351484" y="1608214"/>
                  </a:lnTo>
                  <a:lnTo>
                    <a:pt x="350412" y="1608623"/>
                  </a:lnTo>
                  <a:lnTo>
                    <a:pt x="349341" y="1609033"/>
                  </a:lnTo>
                  <a:lnTo>
                    <a:pt x="348269" y="1609442"/>
                  </a:lnTo>
                  <a:lnTo>
                    <a:pt x="347198" y="1609850"/>
                  </a:lnTo>
                  <a:lnTo>
                    <a:pt x="346126" y="1610258"/>
                  </a:lnTo>
                  <a:lnTo>
                    <a:pt x="345054" y="1610666"/>
                  </a:lnTo>
                  <a:lnTo>
                    <a:pt x="343983" y="1611074"/>
                  </a:lnTo>
                  <a:lnTo>
                    <a:pt x="342911" y="1611481"/>
                  </a:lnTo>
                  <a:lnTo>
                    <a:pt x="341840" y="1611888"/>
                  </a:lnTo>
                  <a:lnTo>
                    <a:pt x="340768" y="1612294"/>
                  </a:lnTo>
                  <a:lnTo>
                    <a:pt x="339696" y="1612700"/>
                  </a:lnTo>
                  <a:lnTo>
                    <a:pt x="338625" y="1613106"/>
                  </a:lnTo>
                  <a:lnTo>
                    <a:pt x="337553" y="1613511"/>
                  </a:lnTo>
                  <a:lnTo>
                    <a:pt x="336482" y="1613916"/>
                  </a:lnTo>
                  <a:lnTo>
                    <a:pt x="335410" y="1614321"/>
                  </a:lnTo>
                  <a:lnTo>
                    <a:pt x="334338" y="1614725"/>
                  </a:lnTo>
                  <a:lnTo>
                    <a:pt x="333267" y="1615129"/>
                  </a:lnTo>
                  <a:lnTo>
                    <a:pt x="332195" y="1615533"/>
                  </a:lnTo>
                  <a:lnTo>
                    <a:pt x="331124" y="1615936"/>
                  </a:lnTo>
                  <a:lnTo>
                    <a:pt x="330052" y="1616339"/>
                  </a:lnTo>
                  <a:lnTo>
                    <a:pt x="328980" y="1616741"/>
                  </a:lnTo>
                  <a:lnTo>
                    <a:pt x="327909" y="1617143"/>
                  </a:lnTo>
                  <a:lnTo>
                    <a:pt x="326837" y="1617545"/>
                  </a:lnTo>
                  <a:lnTo>
                    <a:pt x="325766" y="1617946"/>
                  </a:lnTo>
                  <a:lnTo>
                    <a:pt x="324694" y="1618347"/>
                  </a:lnTo>
                  <a:lnTo>
                    <a:pt x="323622" y="1618747"/>
                  </a:lnTo>
                  <a:lnTo>
                    <a:pt x="322551" y="1619148"/>
                  </a:lnTo>
                  <a:lnTo>
                    <a:pt x="321479" y="1619548"/>
                  </a:lnTo>
                  <a:lnTo>
                    <a:pt x="320408" y="1619947"/>
                  </a:lnTo>
                  <a:lnTo>
                    <a:pt x="319336" y="1620346"/>
                  </a:lnTo>
                  <a:lnTo>
                    <a:pt x="318264" y="1620745"/>
                  </a:lnTo>
                  <a:lnTo>
                    <a:pt x="317193" y="1621143"/>
                  </a:lnTo>
                  <a:lnTo>
                    <a:pt x="316121" y="1621541"/>
                  </a:lnTo>
                  <a:lnTo>
                    <a:pt x="315050" y="1621939"/>
                  </a:lnTo>
                  <a:lnTo>
                    <a:pt x="313978" y="1622336"/>
                  </a:lnTo>
                  <a:lnTo>
                    <a:pt x="312906" y="1622733"/>
                  </a:lnTo>
                  <a:lnTo>
                    <a:pt x="311835" y="1623129"/>
                  </a:lnTo>
                  <a:lnTo>
                    <a:pt x="310763" y="1623526"/>
                  </a:lnTo>
                  <a:lnTo>
                    <a:pt x="309692" y="1623921"/>
                  </a:lnTo>
                  <a:lnTo>
                    <a:pt x="308620" y="1624317"/>
                  </a:lnTo>
                  <a:lnTo>
                    <a:pt x="307548" y="1624712"/>
                  </a:lnTo>
                  <a:lnTo>
                    <a:pt x="306477" y="1625106"/>
                  </a:lnTo>
                  <a:lnTo>
                    <a:pt x="305405" y="1625501"/>
                  </a:lnTo>
                  <a:lnTo>
                    <a:pt x="304334" y="1625895"/>
                  </a:lnTo>
                  <a:lnTo>
                    <a:pt x="303262" y="1626288"/>
                  </a:lnTo>
                  <a:lnTo>
                    <a:pt x="302190" y="1626681"/>
                  </a:lnTo>
                  <a:lnTo>
                    <a:pt x="301119" y="1627074"/>
                  </a:lnTo>
                  <a:lnTo>
                    <a:pt x="300047" y="1627467"/>
                  </a:lnTo>
                  <a:lnTo>
                    <a:pt x="298976" y="1627859"/>
                  </a:lnTo>
                  <a:lnTo>
                    <a:pt x="297904" y="1628250"/>
                  </a:lnTo>
                  <a:lnTo>
                    <a:pt x="296832" y="1628641"/>
                  </a:lnTo>
                  <a:lnTo>
                    <a:pt x="295761" y="1629032"/>
                  </a:lnTo>
                  <a:lnTo>
                    <a:pt x="294689" y="1629423"/>
                  </a:lnTo>
                  <a:lnTo>
                    <a:pt x="293618" y="1629813"/>
                  </a:lnTo>
                  <a:lnTo>
                    <a:pt x="292546" y="1630203"/>
                  </a:lnTo>
                  <a:lnTo>
                    <a:pt x="291474" y="1630592"/>
                  </a:lnTo>
                  <a:lnTo>
                    <a:pt x="290403" y="1630981"/>
                  </a:lnTo>
                  <a:lnTo>
                    <a:pt x="289331" y="1631370"/>
                  </a:lnTo>
                  <a:lnTo>
                    <a:pt x="288260" y="1631758"/>
                  </a:lnTo>
                  <a:lnTo>
                    <a:pt x="287188" y="1632146"/>
                  </a:lnTo>
                  <a:lnTo>
                    <a:pt x="286116" y="1632534"/>
                  </a:lnTo>
                  <a:lnTo>
                    <a:pt x="285045" y="1632921"/>
                  </a:lnTo>
                  <a:lnTo>
                    <a:pt x="283973" y="1633308"/>
                  </a:lnTo>
                  <a:lnTo>
                    <a:pt x="282902" y="1633694"/>
                  </a:lnTo>
                  <a:lnTo>
                    <a:pt x="281830" y="1634080"/>
                  </a:lnTo>
                  <a:lnTo>
                    <a:pt x="280758" y="1634466"/>
                  </a:lnTo>
                  <a:lnTo>
                    <a:pt x="279687" y="1634851"/>
                  </a:lnTo>
                  <a:lnTo>
                    <a:pt x="278615" y="1635236"/>
                  </a:lnTo>
                  <a:lnTo>
                    <a:pt x="277544" y="1635621"/>
                  </a:lnTo>
                  <a:lnTo>
                    <a:pt x="276472" y="1636005"/>
                  </a:lnTo>
                  <a:lnTo>
                    <a:pt x="275400" y="1636388"/>
                  </a:lnTo>
                  <a:lnTo>
                    <a:pt x="274329" y="1636772"/>
                  </a:lnTo>
                  <a:lnTo>
                    <a:pt x="273257" y="1637155"/>
                  </a:lnTo>
                  <a:lnTo>
                    <a:pt x="272186" y="1637537"/>
                  </a:lnTo>
                  <a:lnTo>
                    <a:pt x="271114" y="1637920"/>
                  </a:lnTo>
                  <a:lnTo>
                    <a:pt x="270042" y="1638302"/>
                  </a:lnTo>
                  <a:lnTo>
                    <a:pt x="268971" y="1638683"/>
                  </a:lnTo>
                  <a:lnTo>
                    <a:pt x="267899" y="1639064"/>
                  </a:lnTo>
                  <a:lnTo>
                    <a:pt x="266828" y="1639445"/>
                  </a:lnTo>
                  <a:lnTo>
                    <a:pt x="265756" y="1639825"/>
                  </a:lnTo>
                  <a:lnTo>
                    <a:pt x="264684" y="1640205"/>
                  </a:lnTo>
                  <a:lnTo>
                    <a:pt x="263613" y="1640585"/>
                  </a:lnTo>
                  <a:lnTo>
                    <a:pt x="262541" y="1640964"/>
                  </a:lnTo>
                  <a:lnTo>
                    <a:pt x="261470" y="1641343"/>
                  </a:lnTo>
                  <a:lnTo>
                    <a:pt x="260398" y="1641722"/>
                  </a:lnTo>
                  <a:lnTo>
                    <a:pt x="259326" y="1642100"/>
                  </a:lnTo>
                  <a:lnTo>
                    <a:pt x="258255" y="1642477"/>
                  </a:lnTo>
                  <a:lnTo>
                    <a:pt x="257183" y="1642855"/>
                  </a:lnTo>
                  <a:lnTo>
                    <a:pt x="256112" y="1643232"/>
                  </a:lnTo>
                  <a:lnTo>
                    <a:pt x="255040" y="1643608"/>
                  </a:lnTo>
                  <a:lnTo>
                    <a:pt x="253968" y="1643985"/>
                  </a:lnTo>
                  <a:lnTo>
                    <a:pt x="252897" y="1644360"/>
                  </a:lnTo>
                  <a:lnTo>
                    <a:pt x="251825" y="1644736"/>
                  </a:lnTo>
                  <a:lnTo>
                    <a:pt x="250754" y="1645111"/>
                  </a:lnTo>
                  <a:lnTo>
                    <a:pt x="249682" y="1645486"/>
                  </a:lnTo>
                  <a:lnTo>
                    <a:pt x="248610" y="1645860"/>
                  </a:lnTo>
                  <a:lnTo>
                    <a:pt x="247539" y="1646234"/>
                  </a:lnTo>
                  <a:lnTo>
                    <a:pt x="246467" y="1646608"/>
                  </a:lnTo>
                  <a:lnTo>
                    <a:pt x="245396" y="1646981"/>
                  </a:lnTo>
                  <a:lnTo>
                    <a:pt x="244324" y="1647354"/>
                  </a:lnTo>
                  <a:lnTo>
                    <a:pt x="243252" y="1647726"/>
                  </a:lnTo>
                  <a:lnTo>
                    <a:pt x="242181" y="1648098"/>
                  </a:lnTo>
                  <a:lnTo>
                    <a:pt x="241109" y="1648470"/>
                  </a:lnTo>
                  <a:lnTo>
                    <a:pt x="240038" y="1648841"/>
                  </a:lnTo>
                  <a:lnTo>
                    <a:pt x="238966" y="1649212"/>
                  </a:lnTo>
                  <a:lnTo>
                    <a:pt x="237894" y="1649583"/>
                  </a:lnTo>
                  <a:lnTo>
                    <a:pt x="236823" y="1649953"/>
                  </a:lnTo>
                  <a:lnTo>
                    <a:pt x="235751" y="1650322"/>
                  </a:lnTo>
                  <a:lnTo>
                    <a:pt x="234680" y="1650692"/>
                  </a:lnTo>
                  <a:lnTo>
                    <a:pt x="233608" y="1651061"/>
                  </a:lnTo>
                  <a:lnTo>
                    <a:pt x="232536" y="1651430"/>
                  </a:lnTo>
                  <a:lnTo>
                    <a:pt x="231465" y="1651798"/>
                  </a:lnTo>
                  <a:lnTo>
                    <a:pt x="230393" y="1652166"/>
                  </a:lnTo>
                  <a:lnTo>
                    <a:pt x="229322" y="1652533"/>
                  </a:lnTo>
                  <a:lnTo>
                    <a:pt x="228250" y="1652900"/>
                  </a:lnTo>
                  <a:lnTo>
                    <a:pt x="227178" y="1653267"/>
                  </a:lnTo>
                  <a:lnTo>
                    <a:pt x="226107" y="1653634"/>
                  </a:lnTo>
                  <a:lnTo>
                    <a:pt x="225035" y="1654000"/>
                  </a:lnTo>
                  <a:lnTo>
                    <a:pt x="223964" y="1654365"/>
                  </a:lnTo>
                  <a:lnTo>
                    <a:pt x="222892" y="1654730"/>
                  </a:lnTo>
                  <a:lnTo>
                    <a:pt x="221820" y="1655095"/>
                  </a:lnTo>
                  <a:lnTo>
                    <a:pt x="220749" y="1655460"/>
                  </a:lnTo>
                  <a:lnTo>
                    <a:pt x="219677" y="1655824"/>
                  </a:lnTo>
                  <a:lnTo>
                    <a:pt x="218606" y="1656188"/>
                  </a:lnTo>
                  <a:lnTo>
                    <a:pt x="217534" y="1656551"/>
                  </a:lnTo>
                  <a:lnTo>
                    <a:pt x="216462" y="1656914"/>
                  </a:lnTo>
                  <a:lnTo>
                    <a:pt x="215391" y="1657277"/>
                  </a:lnTo>
                  <a:lnTo>
                    <a:pt x="214319" y="1657639"/>
                  </a:lnTo>
                  <a:lnTo>
                    <a:pt x="213248" y="1658001"/>
                  </a:lnTo>
                  <a:lnTo>
                    <a:pt x="212176" y="1658362"/>
                  </a:lnTo>
                  <a:lnTo>
                    <a:pt x="211104" y="1658723"/>
                  </a:lnTo>
                  <a:lnTo>
                    <a:pt x="210033" y="1659084"/>
                  </a:lnTo>
                  <a:lnTo>
                    <a:pt x="208961" y="1659444"/>
                  </a:lnTo>
                  <a:lnTo>
                    <a:pt x="207890" y="1659804"/>
                  </a:lnTo>
                  <a:lnTo>
                    <a:pt x="206818" y="1660164"/>
                  </a:lnTo>
                  <a:lnTo>
                    <a:pt x="205746" y="1660523"/>
                  </a:lnTo>
                  <a:lnTo>
                    <a:pt x="204675" y="1660882"/>
                  </a:lnTo>
                  <a:lnTo>
                    <a:pt x="203603" y="1661241"/>
                  </a:lnTo>
                  <a:lnTo>
                    <a:pt x="202532" y="1661599"/>
                  </a:lnTo>
                  <a:lnTo>
                    <a:pt x="201460" y="1661956"/>
                  </a:lnTo>
                  <a:lnTo>
                    <a:pt x="200388" y="1662314"/>
                  </a:lnTo>
                  <a:lnTo>
                    <a:pt x="199317" y="1662671"/>
                  </a:lnTo>
                  <a:lnTo>
                    <a:pt x="198245" y="1663027"/>
                  </a:lnTo>
                  <a:lnTo>
                    <a:pt x="197174" y="1663383"/>
                  </a:lnTo>
                  <a:lnTo>
                    <a:pt x="196102" y="1663739"/>
                  </a:lnTo>
                  <a:lnTo>
                    <a:pt x="195030" y="1664095"/>
                  </a:lnTo>
                  <a:lnTo>
                    <a:pt x="193959" y="1664450"/>
                  </a:lnTo>
                  <a:lnTo>
                    <a:pt x="192887" y="1664805"/>
                  </a:lnTo>
                  <a:lnTo>
                    <a:pt x="191816" y="1665159"/>
                  </a:lnTo>
                  <a:lnTo>
                    <a:pt x="190744" y="1665513"/>
                  </a:lnTo>
                  <a:lnTo>
                    <a:pt x="189672" y="1665866"/>
                  </a:lnTo>
                  <a:lnTo>
                    <a:pt x="188601" y="1666220"/>
                  </a:lnTo>
                  <a:lnTo>
                    <a:pt x="187529" y="1666573"/>
                  </a:lnTo>
                  <a:lnTo>
                    <a:pt x="186458" y="1666925"/>
                  </a:lnTo>
                  <a:lnTo>
                    <a:pt x="185386" y="1667277"/>
                  </a:lnTo>
                  <a:lnTo>
                    <a:pt x="184314" y="1667629"/>
                  </a:lnTo>
                  <a:lnTo>
                    <a:pt x="183243" y="1667980"/>
                  </a:lnTo>
                  <a:lnTo>
                    <a:pt x="182171" y="1668331"/>
                  </a:lnTo>
                  <a:lnTo>
                    <a:pt x="181100" y="1668682"/>
                  </a:lnTo>
                  <a:lnTo>
                    <a:pt x="180028" y="1669032"/>
                  </a:lnTo>
                  <a:lnTo>
                    <a:pt x="178956" y="1669382"/>
                  </a:lnTo>
                  <a:lnTo>
                    <a:pt x="177885" y="1669731"/>
                  </a:lnTo>
                  <a:lnTo>
                    <a:pt x="176813" y="1670080"/>
                  </a:lnTo>
                  <a:lnTo>
                    <a:pt x="175742" y="1670429"/>
                  </a:lnTo>
                  <a:lnTo>
                    <a:pt x="174670" y="1670777"/>
                  </a:lnTo>
                  <a:lnTo>
                    <a:pt x="173599" y="1671125"/>
                  </a:lnTo>
                  <a:lnTo>
                    <a:pt x="172527" y="1671473"/>
                  </a:lnTo>
                  <a:lnTo>
                    <a:pt x="171455" y="1671820"/>
                  </a:lnTo>
                  <a:lnTo>
                    <a:pt x="170384" y="1672167"/>
                  </a:lnTo>
                  <a:lnTo>
                    <a:pt x="169312" y="1672514"/>
                  </a:lnTo>
                  <a:lnTo>
                    <a:pt x="168241" y="1672860"/>
                  </a:lnTo>
                  <a:lnTo>
                    <a:pt x="167169" y="1673205"/>
                  </a:lnTo>
                  <a:lnTo>
                    <a:pt x="166097" y="1673551"/>
                  </a:lnTo>
                  <a:lnTo>
                    <a:pt x="165026" y="1673896"/>
                  </a:lnTo>
                  <a:lnTo>
                    <a:pt x="163954" y="1674241"/>
                  </a:lnTo>
                  <a:lnTo>
                    <a:pt x="162883" y="1674585"/>
                  </a:lnTo>
                  <a:lnTo>
                    <a:pt x="161811" y="1674929"/>
                  </a:lnTo>
                  <a:lnTo>
                    <a:pt x="160739" y="1675272"/>
                  </a:lnTo>
                  <a:lnTo>
                    <a:pt x="159668" y="1675615"/>
                  </a:lnTo>
                  <a:lnTo>
                    <a:pt x="158596" y="1675958"/>
                  </a:lnTo>
                  <a:lnTo>
                    <a:pt x="157525" y="1676301"/>
                  </a:lnTo>
                  <a:lnTo>
                    <a:pt x="156453" y="1676643"/>
                  </a:lnTo>
                  <a:lnTo>
                    <a:pt x="155381" y="1676984"/>
                  </a:lnTo>
                  <a:lnTo>
                    <a:pt x="154310" y="1677326"/>
                  </a:lnTo>
                  <a:lnTo>
                    <a:pt x="153238" y="1677666"/>
                  </a:lnTo>
                  <a:lnTo>
                    <a:pt x="152167" y="1678007"/>
                  </a:lnTo>
                  <a:lnTo>
                    <a:pt x="151095" y="1678347"/>
                  </a:lnTo>
                  <a:lnTo>
                    <a:pt x="150023" y="1678687"/>
                  </a:lnTo>
                  <a:lnTo>
                    <a:pt x="148952" y="1679027"/>
                  </a:lnTo>
                  <a:lnTo>
                    <a:pt x="147880" y="1679366"/>
                  </a:lnTo>
                  <a:lnTo>
                    <a:pt x="146809" y="1679704"/>
                  </a:lnTo>
                  <a:lnTo>
                    <a:pt x="145737" y="1680043"/>
                  </a:lnTo>
                  <a:lnTo>
                    <a:pt x="144665" y="1680381"/>
                  </a:lnTo>
                  <a:lnTo>
                    <a:pt x="143594" y="1680718"/>
                  </a:lnTo>
                  <a:lnTo>
                    <a:pt x="142522" y="1681056"/>
                  </a:lnTo>
                  <a:lnTo>
                    <a:pt x="141451" y="1681392"/>
                  </a:lnTo>
                  <a:lnTo>
                    <a:pt x="140379" y="1681729"/>
                  </a:lnTo>
                  <a:lnTo>
                    <a:pt x="139307" y="1682065"/>
                  </a:lnTo>
                  <a:lnTo>
                    <a:pt x="138236" y="1682401"/>
                  </a:lnTo>
                  <a:lnTo>
                    <a:pt x="137164" y="1682736"/>
                  </a:lnTo>
                  <a:lnTo>
                    <a:pt x="136093" y="1683071"/>
                  </a:lnTo>
                  <a:lnTo>
                    <a:pt x="135021" y="1683406"/>
                  </a:lnTo>
                  <a:lnTo>
                    <a:pt x="133949" y="1683740"/>
                  </a:lnTo>
                  <a:lnTo>
                    <a:pt x="132878" y="1684074"/>
                  </a:lnTo>
                  <a:lnTo>
                    <a:pt x="131806" y="1684408"/>
                  </a:lnTo>
                  <a:lnTo>
                    <a:pt x="130735" y="1684741"/>
                  </a:lnTo>
                  <a:lnTo>
                    <a:pt x="129663" y="1685074"/>
                  </a:lnTo>
                  <a:lnTo>
                    <a:pt x="128591" y="1685406"/>
                  </a:lnTo>
                  <a:lnTo>
                    <a:pt x="127520" y="1685739"/>
                  </a:lnTo>
                  <a:lnTo>
                    <a:pt x="126448" y="1686070"/>
                  </a:lnTo>
                  <a:lnTo>
                    <a:pt x="125377" y="1686402"/>
                  </a:lnTo>
                  <a:lnTo>
                    <a:pt x="124305" y="1686733"/>
                  </a:lnTo>
                  <a:lnTo>
                    <a:pt x="123233" y="1687063"/>
                  </a:lnTo>
                  <a:lnTo>
                    <a:pt x="122162" y="1687394"/>
                  </a:lnTo>
                  <a:lnTo>
                    <a:pt x="121090" y="1687724"/>
                  </a:lnTo>
                  <a:lnTo>
                    <a:pt x="120019" y="1688053"/>
                  </a:lnTo>
                  <a:lnTo>
                    <a:pt x="118947" y="1688383"/>
                  </a:lnTo>
                  <a:lnTo>
                    <a:pt x="117875" y="1688711"/>
                  </a:lnTo>
                  <a:lnTo>
                    <a:pt x="116804" y="1689040"/>
                  </a:lnTo>
                  <a:lnTo>
                    <a:pt x="115732" y="1689368"/>
                  </a:lnTo>
                  <a:lnTo>
                    <a:pt x="114661" y="1689696"/>
                  </a:lnTo>
                  <a:lnTo>
                    <a:pt x="113589" y="1690023"/>
                  </a:lnTo>
                  <a:lnTo>
                    <a:pt x="112517" y="1690350"/>
                  </a:lnTo>
                  <a:lnTo>
                    <a:pt x="111446" y="1690677"/>
                  </a:lnTo>
                  <a:lnTo>
                    <a:pt x="110374" y="1691003"/>
                  </a:lnTo>
                  <a:lnTo>
                    <a:pt x="109303" y="1691329"/>
                  </a:lnTo>
                  <a:lnTo>
                    <a:pt x="108231" y="1691655"/>
                  </a:lnTo>
                  <a:lnTo>
                    <a:pt x="107159" y="1691980"/>
                  </a:lnTo>
                  <a:lnTo>
                    <a:pt x="106088" y="1692305"/>
                  </a:lnTo>
                  <a:lnTo>
                    <a:pt x="105016" y="1692629"/>
                  </a:lnTo>
                  <a:lnTo>
                    <a:pt x="103945" y="1692954"/>
                  </a:lnTo>
                  <a:lnTo>
                    <a:pt x="102873" y="1693277"/>
                  </a:lnTo>
                  <a:lnTo>
                    <a:pt x="101801" y="1693601"/>
                  </a:lnTo>
                  <a:lnTo>
                    <a:pt x="100730" y="1693924"/>
                  </a:lnTo>
                  <a:lnTo>
                    <a:pt x="99658" y="1694247"/>
                  </a:lnTo>
                  <a:lnTo>
                    <a:pt x="98587" y="1694569"/>
                  </a:lnTo>
                  <a:lnTo>
                    <a:pt x="97515" y="1694891"/>
                  </a:lnTo>
                  <a:lnTo>
                    <a:pt x="96443" y="1695213"/>
                  </a:lnTo>
                  <a:lnTo>
                    <a:pt x="95372" y="1695534"/>
                  </a:lnTo>
                  <a:lnTo>
                    <a:pt x="94300" y="1695855"/>
                  </a:lnTo>
                  <a:lnTo>
                    <a:pt x="93229" y="1696175"/>
                  </a:lnTo>
                  <a:lnTo>
                    <a:pt x="92157" y="1696496"/>
                  </a:lnTo>
                  <a:lnTo>
                    <a:pt x="91085" y="1696816"/>
                  </a:lnTo>
                  <a:lnTo>
                    <a:pt x="90014" y="1697135"/>
                  </a:lnTo>
                  <a:lnTo>
                    <a:pt x="88942" y="1697454"/>
                  </a:lnTo>
                  <a:lnTo>
                    <a:pt x="87871" y="1697773"/>
                  </a:lnTo>
                  <a:lnTo>
                    <a:pt x="86799" y="1698091"/>
                  </a:lnTo>
                  <a:lnTo>
                    <a:pt x="85727" y="1698410"/>
                  </a:lnTo>
                  <a:lnTo>
                    <a:pt x="84656" y="1698727"/>
                  </a:lnTo>
                  <a:lnTo>
                    <a:pt x="83584" y="1699045"/>
                  </a:lnTo>
                  <a:lnTo>
                    <a:pt x="82513" y="1699362"/>
                  </a:lnTo>
                  <a:lnTo>
                    <a:pt x="81441" y="1699678"/>
                  </a:lnTo>
                  <a:lnTo>
                    <a:pt x="80369" y="1699995"/>
                  </a:lnTo>
                  <a:lnTo>
                    <a:pt x="79298" y="1700311"/>
                  </a:lnTo>
                  <a:lnTo>
                    <a:pt x="78226" y="1700626"/>
                  </a:lnTo>
                  <a:lnTo>
                    <a:pt x="77155" y="1700941"/>
                  </a:lnTo>
                  <a:lnTo>
                    <a:pt x="76083" y="1701256"/>
                  </a:lnTo>
                  <a:lnTo>
                    <a:pt x="75011" y="1701571"/>
                  </a:lnTo>
                  <a:lnTo>
                    <a:pt x="73940" y="1701885"/>
                  </a:lnTo>
                  <a:lnTo>
                    <a:pt x="72868" y="1702199"/>
                  </a:lnTo>
                  <a:lnTo>
                    <a:pt x="71797" y="1702512"/>
                  </a:lnTo>
                  <a:lnTo>
                    <a:pt x="70725" y="1702826"/>
                  </a:lnTo>
                  <a:lnTo>
                    <a:pt x="69653" y="1703138"/>
                  </a:lnTo>
                  <a:lnTo>
                    <a:pt x="68582" y="1703451"/>
                  </a:lnTo>
                  <a:lnTo>
                    <a:pt x="67510" y="1703763"/>
                  </a:lnTo>
                  <a:lnTo>
                    <a:pt x="66439" y="1704075"/>
                  </a:lnTo>
                  <a:lnTo>
                    <a:pt x="65367" y="1704386"/>
                  </a:lnTo>
                  <a:lnTo>
                    <a:pt x="64295" y="1704697"/>
                  </a:lnTo>
                  <a:lnTo>
                    <a:pt x="63224" y="1705008"/>
                  </a:lnTo>
                  <a:lnTo>
                    <a:pt x="62152" y="1705318"/>
                  </a:lnTo>
                  <a:lnTo>
                    <a:pt x="61081" y="1705628"/>
                  </a:lnTo>
                  <a:lnTo>
                    <a:pt x="60009" y="1705938"/>
                  </a:lnTo>
                  <a:lnTo>
                    <a:pt x="58937" y="1706247"/>
                  </a:lnTo>
                  <a:lnTo>
                    <a:pt x="57866" y="1706556"/>
                  </a:lnTo>
                  <a:lnTo>
                    <a:pt x="56794" y="1706864"/>
                  </a:lnTo>
                  <a:lnTo>
                    <a:pt x="55723" y="1707173"/>
                  </a:lnTo>
                  <a:lnTo>
                    <a:pt x="54651" y="1707480"/>
                  </a:lnTo>
                  <a:lnTo>
                    <a:pt x="53579" y="1707788"/>
                  </a:lnTo>
                  <a:lnTo>
                    <a:pt x="52508" y="1708095"/>
                  </a:lnTo>
                  <a:lnTo>
                    <a:pt x="51436" y="1708402"/>
                  </a:lnTo>
                  <a:lnTo>
                    <a:pt x="50365" y="1708709"/>
                  </a:lnTo>
                  <a:lnTo>
                    <a:pt x="49293" y="1709015"/>
                  </a:lnTo>
                  <a:lnTo>
                    <a:pt x="48221" y="1709321"/>
                  </a:lnTo>
                  <a:lnTo>
                    <a:pt x="47150" y="1709626"/>
                  </a:lnTo>
                  <a:lnTo>
                    <a:pt x="46078" y="1709931"/>
                  </a:lnTo>
                  <a:lnTo>
                    <a:pt x="45007" y="1710236"/>
                  </a:lnTo>
                  <a:lnTo>
                    <a:pt x="43935" y="1710540"/>
                  </a:lnTo>
                  <a:lnTo>
                    <a:pt x="42863" y="1710844"/>
                  </a:lnTo>
                  <a:lnTo>
                    <a:pt x="41792" y="1711148"/>
                  </a:lnTo>
                  <a:lnTo>
                    <a:pt x="40720" y="1711451"/>
                  </a:lnTo>
                  <a:lnTo>
                    <a:pt x="39649" y="1711755"/>
                  </a:lnTo>
                  <a:lnTo>
                    <a:pt x="38577" y="1712057"/>
                  </a:lnTo>
                  <a:lnTo>
                    <a:pt x="37505" y="1712360"/>
                  </a:lnTo>
                  <a:lnTo>
                    <a:pt x="36434" y="1712662"/>
                  </a:lnTo>
                  <a:lnTo>
                    <a:pt x="35362" y="1712963"/>
                  </a:lnTo>
                  <a:lnTo>
                    <a:pt x="34291" y="1713265"/>
                  </a:lnTo>
                  <a:lnTo>
                    <a:pt x="33219" y="1713566"/>
                  </a:lnTo>
                  <a:lnTo>
                    <a:pt x="32147" y="1713866"/>
                  </a:lnTo>
                  <a:lnTo>
                    <a:pt x="31076" y="1714167"/>
                  </a:lnTo>
                  <a:lnTo>
                    <a:pt x="30004" y="1714466"/>
                  </a:lnTo>
                  <a:lnTo>
                    <a:pt x="28933" y="1714766"/>
                  </a:lnTo>
                  <a:lnTo>
                    <a:pt x="27861" y="1715065"/>
                  </a:lnTo>
                  <a:lnTo>
                    <a:pt x="26789" y="1715364"/>
                  </a:lnTo>
                  <a:lnTo>
                    <a:pt x="25718" y="1715663"/>
                  </a:lnTo>
                  <a:lnTo>
                    <a:pt x="24646" y="1715961"/>
                  </a:lnTo>
                  <a:lnTo>
                    <a:pt x="23575" y="1716259"/>
                  </a:lnTo>
                  <a:lnTo>
                    <a:pt x="22503" y="1716557"/>
                  </a:lnTo>
                  <a:lnTo>
                    <a:pt x="21431" y="1716854"/>
                  </a:lnTo>
                  <a:lnTo>
                    <a:pt x="20360" y="1717151"/>
                  </a:lnTo>
                  <a:lnTo>
                    <a:pt x="19288" y="1717447"/>
                  </a:lnTo>
                  <a:lnTo>
                    <a:pt x="18217" y="1717744"/>
                  </a:lnTo>
                  <a:lnTo>
                    <a:pt x="17145" y="1718040"/>
                  </a:lnTo>
                  <a:lnTo>
                    <a:pt x="16073" y="1718335"/>
                  </a:lnTo>
                  <a:lnTo>
                    <a:pt x="15002" y="1718630"/>
                  </a:lnTo>
                  <a:lnTo>
                    <a:pt x="13930" y="1718925"/>
                  </a:lnTo>
                  <a:lnTo>
                    <a:pt x="12859" y="1719220"/>
                  </a:lnTo>
                  <a:lnTo>
                    <a:pt x="11787" y="1719514"/>
                  </a:lnTo>
                  <a:lnTo>
                    <a:pt x="10715" y="1719808"/>
                  </a:lnTo>
                  <a:lnTo>
                    <a:pt x="9644" y="1720101"/>
                  </a:lnTo>
                  <a:lnTo>
                    <a:pt x="8572" y="1720394"/>
                  </a:lnTo>
                  <a:lnTo>
                    <a:pt x="7501" y="1720687"/>
                  </a:lnTo>
                  <a:lnTo>
                    <a:pt x="6429" y="1720980"/>
                  </a:lnTo>
                  <a:lnTo>
                    <a:pt x="5357" y="1721272"/>
                  </a:lnTo>
                  <a:lnTo>
                    <a:pt x="4286" y="1721564"/>
                  </a:lnTo>
                  <a:lnTo>
                    <a:pt x="3214" y="1721855"/>
                  </a:lnTo>
                  <a:lnTo>
                    <a:pt x="2143" y="1722147"/>
                  </a:lnTo>
                  <a:lnTo>
                    <a:pt x="1071" y="1722437"/>
                  </a:lnTo>
                  <a:lnTo>
                    <a:pt x="0" y="1722728"/>
                  </a:lnTo>
                  <a:lnTo>
                    <a:pt x="0" y="172272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684231" y="681258"/>
              <a:ext cx="3856684" cy="1937082"/>
            </a:xfrm>
            <a:custGeom>
              <a:avLst/>
              <a:gdLst/>
              <a:ahLst/>
              <a:cxnLst/>
              <a:rect l="0" t="0" r="0" b="0"/>
              <a:pathLst>
                <a:path w="3856684" h="1937082">
                  <a:moveTo>
                    <a:pt x="0" y="1937082"/>
                  </a:moveTo>
                  <a:lnTo>
                    <a:pt x="1071" y="1936806"/>
                  </a:lnTo>
                  <a:lnTo>
                    <a:pt x="2143" y="1936530"/>
                  </a:lnTo>
                  <a:lnTo>
                    <a:pt x="3214" y="1936254"/>
                  </a:lnTo>
                  <a:lnTo>
                    <a:pt x="4286" y="1935978"/>
                  </a:lnTo>
                  <a:lnTo>
                    <a:pt x="5357" y="1935701"/>
                  </a:lnTo>
                  <a:lnTo>
                    <a:pt x="6429" y="1935424"/>
                  </a:lnTo>
                  <a:lnTo>
                    <a:pt x="7501" y="1935147"/>
                  </a:lnTo>
                  <a:lnTo>
                    <a:pt x="8572" y="1934870"/>
                  </a:lnTo>
                  <a:lnTo>
                    <a:pt x="9644" y="1934592"/>
                  </a:lnTo>
                  <a:lnTo>
                    <a:pt x="10715" y="1934315"/>
                  </a:lnTo>
                  <a:lnTo>
                    <a:pt x="11787" y="1934037"/>
                  </a:lnTo>
                  <a:lnTo>
                    <a:pt x="12859" y="1933758"/>
                  </a:lnTo>
                  <a:lnTo>
                    <a:pt x="13930" y="1933480"/>
                  </a:lnTo>
                  <a:lnTo>
                    <a:pt x="15002" y="1933201"/>
                  </a:lnTo>
                  <a:lnTo>
                    <a:pt x="16073" y="1932922"/>
                  </a:lnTo>
                  <a:lnTo>
                    <a:pt x="17145" y="1932642"/>
                  </a:lnTo>
                  <a:lnTo>
                    <a:pt x="18217" y="1932363"/>
                  </a:lnTo>
                  <a:lnTo>
                    <a:pt x="19288" y="1932083"/>
                  </a:lnTo>
                  <a:lnTo>
                    <a:pt x="20360" y="1931803"/>
                  </a:lnTo>
                  <a:lnTo>
                    <a:pt x="21431" y="1931522"/>
                  </a:lnTo>
                  <a:lnTo>
                    <a:pt x="22503" y="1931242"/>
                  </a:lnTo>
                  <a:lnTo>
                    <a:pt x="23575" y="1930961"/>
                  </a:lnTo>
                  <a:lnTo>
                    <a:pt x="24646" y="1930680"/>
                  </a:lnTo>
                  <a:lnTo>
                    <a:pt x="25718" y="1930398"/>
                  </a:lnTo>
                  <a:lnTo>
                    <a:pt x="26789" y="1930117"/>
                  </a:lnTo>
                  <a:lnTo>
                    <a:pt x="27861" y="1929835"/>
                  </a:lnTo>
                  <a:lnTo>
                    <a:pt x="28933" y="1929553"/>
                  </a:lnTo>
                  <a:lnTo>
                    <a:pt x="30004" y="1929271"/>
                  </a:lnTo>
                  <a:lnTo>
                    <a:pt x="31076" y="1928988"/>
                  </a:lnTo>
                  <a:lnTo>
                    <a:pt x="32147" y="1928705"/>
                  </a:lnTo>
                  <a:lnTo>
                    <a:pt x="33219" y="1928422"/>
                  </a:lnTo>
                  <a:lnTo>
                    <a:pt x="34291" y="1928138"/>
                  </a:lnTo>
                  <a:lnTo>
                    <a:pt x="35362" y="1927855"/>
                  </a:lnTo>
                  <a:lnTo>
                    <a:pt x="36434" y="1927571"/>
                  </a:lnTo>
                  <a:lnTo>
                    <a:pt x="37505" y="1927287"/>
                  </a:lnTo>
                  <a:lnTo>
                    <a:pt x="38577" y="1927002"/>
                  </a:lnTo>
                  <a:lnTo>
                    <a:pt x="39649" y="1926718"/>
                  </a:lnTo>
                  <a:lnTo>
                    <a:pt x="40720" y="1926433"/>
                  </a:lnTo>
                  <a:lnTo>
                    <a:pt x="41792" y="1926147"/>
                  </a:lnTo>
                  <a:lnTo>
                    <a:pt x="42863" y="1925862"/>
                  </a:lnTo>
                  <a:lnTo>
                    <a:pt x="43935" y="1925576"/>
                  </a:lnTo>
                  <a:lnTo>
                    <a:pt x="45007" y="1925290"/>
                  </a:lnTo>
                  <a:lnTo>
                    <a:pt x="46078" y="1925004"/>
                  </a:lnTo>
                  <a:lnTo>
                    <a:pt x="47150" y="1924718"/>
                  </a:lnTo>
                  <a:lnTo>
                    <a:pt x="48221" y="1924431"/>
                  </a:lnTo>
                  <a:lnTo>
                    <a:pt x="49293" y="1924144"/>
                  </a:lnTo>
                  <a:lnTo>
                    <a:pt x="50365" y="1923857"/>
                  </a:lnTo>
                  <a:lnTo>
                    <a:pt x="51436" y="1923569"/>
                  </a:lnTo>
                  <a:lnTo>
                    <a:pt x="52508" y="1923281"/>
                  </a:lnTo>
                  <a:lnTo>
                    <a:pt x="53579" y="1922993"/>
                  </a:lnTo>
                  <a:lnTo>
                    <a:pt x="54651" y="1922705"/>
                  </a:lnTo>
                  <a:lnTo>
                    <a:pt x="55723" y="1922417"/>
                  </a:lnTo>
                  <a:lnTo>
                    <a:pt x="56794" y="1922128"/>
                  </a:lnTo>
                  <a:lnTo>
                    <a:pt x="57866" y="1921839"/>
                  </a:lnTo>
                  <a:lnTo>
                    <a:pt x="58937" y="1921549"/>
                  </a:lnTo>
                  <a:lnTo>
                    <a:pt x="60009" y="1921260"/>
                  </a:lnTo>
                  <a:lnTo>
                    <a:pt x="61081" y="1920970"/>
                  </a:lnTo>
                  <a:lnTo>
                    <a:pt x="62152" y="1920680"/>
                  </a:lnTo>
                  <a:lnTo>
                    <a:pt x="63224" y="1920389"/>
                  </a:lnTo>
                  <a:lnTo>
                    <a:pt x="64295" y="1920099"/>
                  </a:lnTo>
                  <a:lnTo>
                    <a:pt x="65367" y="1919808"/>
                  </a:lnTo>
                  <a:lnTo>
                    <a:pt x="66439" y="1919517"/>
                  </a:lnTo>
                  <a:lnTo>
                    <a:pt x="67510" y="1919225"/>
                  </a:lnTo>
                  <a:lnTo>
                    <a:pt x="68582" y="1918934"/>
                  </a:lnTo>
                  <a:lnTo>
                    <a:pt x="69653" y="1918642"/>
                  </a:lnTo>
                  <a:lnTo>
                    <a:pt x="70725" y="1918349"/>
                  </a:lnTo>
                  <a:lnTo>
                    <a:pt x="71797" y="1918057"/>
                  </a:lnTo>
                  <a:lnTo>
                    <a:pt x="72868" y="1917764"/>
                  </a:lnTo>
                  <a:lnTo>
                    <a:pt x="73940" y="1917471"/>
                  </a:lnTo>
                  <a:lnTo>
                    <a:pt x="75011" y="1917178"/>
                  </a:lnTo>
                  <a:lnTo>
                    <a:pt x="76083" y="1916884"/>
                  </a:lnTo>
                  <a:lnTo>
                    <a:pt x="77155" y="1916591"/>
                  </a:lnTo>
                  <a:lnTo>
                    <a:pt x="78226" y="1916297"/>
                  </a:lnTo>
                  <a:lnTo>
                    <a:pt x="79298" y="1916002"/>
                  </a:lnTo>
                  <a:lnTo>
                    <a:pt x="80369" y="1915708"/>
                  </a:lnTo>
                  <a:lnTo>
                    <a:pt x="81441" y="1915413"/>
                  </a:lnTo>
                  <a:lnTo>
                    <a:pt x="82513" y="1915118"/>
                  </a:lnTo>
                  <a:lnTo>
                    <a:pt x="83584" y="1914822"/>
                  </a:lnTo>
                  <a:lnTo>
                    <a:pt x="84656" y="1914527"/>
                  </a:lnTo>
                  <a:lnTo>
                    <a:pt x="85727" y="1914231"/>
                  </a:lnTo>
                  <a:lnTo>
                    <a:pt x="86799" y="1913935"/>
                  </a:lnTo>
                  <a:lnTo>
                    <a:pt x="87871" y="1913638"/>
                  </a:lnTo>
                  <a:lnTo>
                    <a:pt x="88942" y="1913341"/>
                  </a:lnTo>
                  <a:lnTo>
                    <a:pt x="90014" y="1913044"/>
                  </a:lnTo>
                  <a:lnTo>
                    <a:pt x="91085" y="1912747"/>
                  </a:lnTo>
                  <a:lnTo>
                    <a:pt x="92157" y="1912450"/>
                  </a:lnTo>
                  <a:lnTo>
                    <a:pt x="93229" y="1912152"/>
                  </a:lnTo>
                  <a:lnTo>
                    <a:pt x="94300" y="1911854"/>
                  </a:lnTo>
                  <a:lnTo>
                    <a:pt x="95372" y="1911555"/>
                  </a:lnTo>
                  <a:lnTo>
                    <a:pt x="96443" y="1911257"/>
                  </a:lnTo>
                  <a:lnTo>
                    <a:pt x="97515" y="1910958"/>
                  </a:lnTo>
                  <a:lnTo>
                    <a:pt x="98587" y="1910659"/>
                  </a:lnTo>
                  <a:lnTo>
                    <a:pt x="99658" y="1910359"/>
                  </a:lnTo>
                  <a:lnTo>
                    <a:pt x="100730" y="1910060"/>
                  </a:lnTo>
                  <a:lnTo>
                    <a:pt x="101801" y="1909760"/>
                  </a:lnTo>
                  <a:lnTo>
                    <a:pt x="102873" y="1909460"/>
                  </a:lnTo>
                  <a:lnTo>
                    <a:pt x="103945" y="1909159"/>
                  </a:lnTo>
                  <a:lnTo>
                    <a:pt x="105016" y="1908858"/>
                  </a:lnTo>
                  <a:lnTo>
                    <a:pt x="106088" y="1908557"/>
                  </a:lnTo>
                  <a:lnTo>
                    <a:pt x="107159" y="1908256"/>
                  </a:lnTo>
                  <a:lnTo>
                    <a:pt x="108231" y="1907955"/>
                  </a:lnTo>
                  <a:lnTo>
                    <a:pt x="109303" y="1907653"/>
                  </a:lnTo>
                  <a:lnTo>
                    <a:pt x="110374" y="1907351"/>
                  </a:lnTo>
                  <a:lnTo>
                    <a:pt x="111446" y="1907048"/>
                  </a:lnTo>
                  <a:lnTo>
                    <a:pt x="112517" y="1906746"/>
                  </a:lnTo>
                  <a:lnTo>
                    <a:pt x="113589" y="1906443"/>
                  </a:lnTo>
                  <a:lnTo>
                    <a:pt x="114661" y="1906139"/>
                  </a:lnTo>
                  <a:lnTo>
                    <a:pt x="115732" y="1905836"/>
                  </a:lnTo>
                  <a:lnTo>
                    <a:pt x="116804" y="1905532"/>
                  </a:lnTo>
                  <a:lnTo>
                    <a:pt x="117875" y="1905228"/>
                  </a:lnTo>
                  <a:lnTo>
                    <a:pt x="118947" y="1904924"/>
                  </a:lnTo>
                  <a:lnTo>
                    <a:pt x="120019" y="1904619"/>
                  </a:lnTo>
                  <a:lnTo>
                    <a:pt x="121090" y="1904314"/>
                  </a:lnTo>
                  <a:lnTo>
                    <a:pt x="122162" y="1904009"/>
                  </a:lnTo>
                  <a:lnTo>
                    <a:pt x="123233" y="1903704"/>
                  </a:lnTo>
                  <a:lnTo>
                    <a:pt x="124305" y="1903398"/>
                  </a:lnTo>
                  <a:lnTo>
                    <a:pt x="125377" y="1903092"/>
                  </a:lnTo>
                  <a:lnTo>
                    <a:pt x="126448" y="1902786"/>
                  </a:lnTo>
                  <a:lnTo>
                    <a:pt x="127520" y="1902480"/>
                  </a:lnTo>
                  <a:lnTo>
                    <a:pt x="128591" y="1902173"/>
                  </a:lnTo>
                  <a:lnTo>
                    <a:pt x="129663" y="1901866"/>
                  </a:lnTo>
                  <a:lnTo>
                    <a:pt x="130735" y="1901559"/>
                  </a:lnTo>
                  <a:lnTo>
                    <a:pt x="131806" y="1901251"/>
                  </a:lnTo>
                  <a:lnTo>
                    <a:pt x="132878" y="1900943"/>
                  </a:lnTo>
                  <a:lnTo>
                    <a:pt x="133949" y="1900635"/>
                  </a:lnTo>
                  <a:lnTo>
                    <a:pt x="135021" y="1900326"/>
                  </a:lnTo>
                  <a:lnTo>
                    <a:pt x="136093" y="1900018"/>
                  </a:lnTo>
                  <a:lnTo>
                    <a:pt x="137164" y="1899709"/>
                  </a:lnTo>
                  <a:lnTo>
                    <a:pt x="138236" y="1899399"/>
                  </a:lnTo>
                  <a:lnTo>
                    <a:pt x="139307" y="1899090"/>
                  </a:lnTo>
                  <a:lnTo>
                    <a:pt x="140379" y="1898780"/>
                  </a:lnTo>
                  <a:lnTo>
                    <a:pt x="141451" y="1898470"/>
                  </a:lnTo>
                  <a:lnTo>
                    <a:pt x="142522" y="1898160"/>
                  </a:lnTo>
                  <a:lnTo>
                    <a:pt x="143594" y="1897849"/>
                  </a:lnTo>
                  <a:lnTo>
                    <a:pt x="144665" y="1897538"/>
                  </a:lnTo>
                  <a:lnTo>
                    <a:pt x="145737" y="1897227"/>
                  </a:lnTo>
                  <a:lnTo>
                    <a:pt x="146809" y="1896915"/>
                  </a:lnTo>
                  <a:lnTo>
                    <a:pt x="147880" y="1896603"/>
                  </a:lnTo>
                  <a:lnTo>
                    <a:pt x="148952" y="1896291"/>
                  </a:lnTo>
                  <a:lnTo>
                    <a:pt x="150023" y="1895979"/>
                  </a:lnTo>
                  <a:lnTo>
                    <a:pt x="151095" y="1895666"/>
                  </a:lnTo>
                  <a:lnTo>
                    <a:pt x="152167" y="1895354"/>
                  </a:lnTo>
                  <a:lnTo>
                    <a:pt x="153238" y="1895040"/>
                  </a:lnTo>
                  <a:lnTo>
                    <a:pt x="154310" y="1894727"/>
                  </a:lnTo>
                  <a:lnTo>
                    <a:pt x="155381" y="1894413"/>
                  </a:lnTo>
                  <a:lnTo>
                    <a:pt x="156453" y="1894099"/>
                  </a:lnTo>
                  <a:lnTo>
                    <a:pt x="157525" y="1893785"/>
                  </a:lnTo>
                  <a:lnTo>
                    <a:pt x="158596" y="1893470"/>
                  </a:lnTo>
                  <a:lnTo>
                    <a:pt x="159668" y="1893155"/>
                  </a:lnTo>
                  <a:lnTo>
                    <a:pt x="160739" y="1892840"/>
                  </a:lnTo>
                  <a:lnTo>
                    <a:pt x="161811" y="1892525"/>
                  </a:lnTo>
                  <a:lnTo>
                    <a:pt x="162883" y="1892209"/>
                  </a:lnTo>
                  <a:lnTo>
                    <a:pt x="163954" y="1891893"/>
                  </a:lnTo>
                  <a:lnTo>
                    <a:pt x="165026" y="1891577"/>
                  </a:lnTo>
                  <a:lnTo>
                    <a:pt x="166097" y="1891260"/>
                  </a:lnTo>
                  <a:lnTo>
                    <a:pt x="167169" y="1890943"/>
                  </a:lnTo>
                  <a:lnTo>
                    <a:pt x="168241" y="1890626"/>
                  </a:lnTo>
                  <a:lnTo>
                    <a:pt x="169312" y="1890308"/>
                  </a:lnTo>
                  <a:lnTo>
                    <a:pt x="170384" y="1889991"/>
                  </a:lnTo>
                  <a:lnTo>
                    <a:pt x="171455" y="1889673"/>
                  </a:lnTo>
                  <a:lnTo>
                    <a:pt x="172527" y="1889354"/>
                  </a:lnTo>
                  <a:lnTo>
                    <a:pt x="173599" y="1889036"/>
                  </a:lnTo>
                  <a:lnTo>
                    <a:pt x="174670" y="1888717"/>
                  </a:lnTo>
                  <a:lnTo>
                    <a:pt x="175742" y="1888398"/>
                  </a:lnTo>
                  <a:lnTo>
                    <a:pt x="176813" y="1888078"/>
                  </a:lnTo>
                  <a:lnTo>
                    <a:pt x="177885" y="1887759"/>
                  </a:lnTo>
                  <a:lnTo>
                    <a:pt x="178956" y="1887439"/>
                  </a:lnTo>
                  <a:lnTo>
                    <a:pt x="180028" y="1887118"/>
                  </a:lnTo>
                  <a:lnTo>
                    <a:pt x="181100" y="1886798"/>
                  </a:lnTo>
                  <a:lnTo>
                    <a:pt x="182171" y="1886477"/>
                  </a:lnTo>
                  <a:lnTo>
                    <a:pt x="183243" y="1886156"/>
                  </a:lnTo>
                  <a:lnTo>
                    <a:pt x="184314" y="1885834"/>
                  </a:lnTo>
                  <a:lnTo>
                    <a:pt x="185386" y="1885512"/>
                  </a:lnTo>
                  <a:lnTo>
                    <a:pt x="186458" y="1885190"/>
                  </a:lnTo>
                  <a:lnTo>
                    <a:pt x="187529" y="1884868"/>
                  </a:lnTo>
                  <a:lnTo>
                    <a:pt x="188601" y="1884545"/>
                  </a:lnTo>
                  <a:lnTo>
                    <a:pt x="189672" y="1884222"/>
                  </a:lnTo>
                  <a:lnTo>
                    <a:pt x="190744" y="1883899"/>
                  </a:lnTo>
                  <a:lnTo>
                    <a:pt x="191816" y="1883576"/>
                  </a:lnTo>
                  <a:lnTo>
                    <a:pt x="192887" y="1883252"/>
                  </a:lnTo>
                  <a:lnTo>
                    <a:pt x="193959" y="1882928"/>
                  </a:lnTo>
                  <a:lnTo>
                    <a:pt x="195030" y="1882603"/>
                  </a:lnTo>
                  <a:lnTo>
                    <a:pt x="196102" y="1882279"/>
                  </a:lnTo>
                  <a:lnTo>
                    <a:pt x="197174" y="1881954"/>
                  </a:lnTo>
                  <a:lnTo>
                    <a:pt x="198245" y="1881628"/>
                  </a:lnTo>
                  <a:lnTo>
                    <a:pt x="199317" y="1881303"/>
                  </a:lnTo>
                  <a:lnTo>
                    <a:pt x="200388" y="1880977"/>
                  </a:lnTo>
                  <a:lnTo>
                    <a:pt x="201460" y="1880651"/>
                  </a:lnTo>
                  <a:lnTo>
                    <a:pt x="202532" y="1880324"/>
                  </a:lnTo>
                  <a:lnTo>
                    <a:pt x="203603" y="1879998"/>
                  </a:lnTo>
                  <a:lnTo>
                    <a:pt x="204675" y="1879671"/>
                  </a:lnTo>
                  <a:lnTo>
                    <a:pt x="205746" y="1879343"/>
                  </a:lnTo>
                  <a:lnTo>
                    <a:pt x="206818" y="1879016"/>
                  </a:lnTo>
                  <a:lnTo>
                    <a:pt x="207890" y="1878688"/>
                  </a:lnTo>
                  <a:lnTo>
                    <a:pt x="208961" y="1878360"/>
                  </a:lnTo>
                  <a:lnTo>
                    <a:pt x="210033" y="1878031"/>
                  </a:lnTo>
                  <a:lnTo>
                    <a:pt x="211104" y="1877702"/>
                  </a:lnTo>
                  <a:lnTo>
                    <a:pt x="212176" y="1877373"/>
                  </a:lnTo>
                  <a:lnTo>
                    <a:pt x="213248" y="1877044"/>
                  </a:lnTo>
                  <a:lnTo>
                    <a:pt x="214319" y="1876714"/>
                  </a:lnTo>
                  <a:lnTo>
                    <a:pt x="215391" y="1876384"/>
                  </a:lnTo>
                  <a:lnTo>
                    <a:pt x="216462" y="1876054"/>
                  </a:lnTo>
                  <a:lnTo>
                    <a:pt x="217534" y="1875723"/>
                  </a:lnTo>
                  <a:lnTo>
                    <a:pt x="218606" y="1875392"/>
                  </a:lnTo>
                  <a:lnTo>
                    <a:pt x="219677" y="1875061"/>
                  </a:lnTo>
                  <a:lnTo>
                    <a:pt x="220749" y="1874730"/>
                  </a:lnTo>
                  <a:lnTo>
                    <a:pt x="221820" y="1874398"/>
                  </a:lnTo>
                  <a:lnTo>
                    <a:pt x="222892" y="1874066"/>
                  </a:lnTo>
                  <a:lnTo>
                    <a:pt x="223964" y="1873734"/>
                  </a:lnTo>
                  <a:lnTo>
                    <a:pt x="225035" y="1873401"/>
                  </a:lnTo>
                  <a:lnTo>
                    <a:pt x="226107" y="1873068"/>
                  </a:lnTo>
                  <a:lnTo>
                    <a:pt x="227178" y="1872735"/>
                  </a:lnTo>
                  <a:lnTo>
                    <a:pt x="228250" y="1872401"/>
                  </a:lnTo>
                  <a:lnTo>
                    <a:pt x="229322" y="1872067"/>
                  </a:lnTo>
                  <a:lnTo>
                    <a:pt x="230393" y="1871733"/>
                  </a:lnTo>
                  <a:lnTo>
                    <a:pt x="231465" y="1871399"/>
                  </a:lnTo>
                  <a:lnTo>
                    <a:pt x="232536" y="1871064"/>
                  </a:lnTo>
                  <a:lnTo>
                    <a:pt x="233608" y="1870729"/>
                  </a:lnTo>
                  <a:lnTo>
                    <a:pt x="234680" y="1870393"/>
                  </a:lnTo>
                  <a:lnTo>
                    <a:pt x="235751" y="1870058"/>
                  </a:lnTo>
                  <a:lnTo>
                    <a:pt x="236823" y="1869722"/>
                  </a:lnTo>
                  <a:lnTo>
                    <a:pt x="237894" y="1869385"/>
                  </a:lnTo>
                  <a:lnTo>
                    <a:pt x="238966" y="1869049"/>
                  </a:lnTo>
                  <a:lnTo>
                    <a:pt x="240038" y="1868712"/>
                  </a:lnTo>
                  <a:lnTo>
                    <a:pt x="241109" y="1868375"/>
                  </a:lnTo>
                  <a:lnTo>
                    <a:pt x="242181" y="1868037"/>
                  </a:lnTo>
                  <a:lnTo>
                    <a:pt x="243252" y="1867699"/>
                  </a:lnTo>
                  <a:lnTo>
                    <a:pt x="244324" y="1867361"/>
                  </a:lnTo>
                  <a:lnTo>
                    <a:pt x="245396" y="1867023"/>
                  </a:lnTo>
                  <a:lnTo>
                    <a:pt x="246467" y="1866684"/>
                  </a:lnTo>
                  <a:lnTo>
                    <a:pt x="247539" y="1866345"/>
                  </a:lnTo>
                  <a:lnTo>
                    <a:pt x="248610" y="1866006"/>
                  </a:lnTo>
                  <a:lnTo>
                    <a:pt x="249682" y="1865666"/>
                  </a:lnTo>
                  <a:lnTo>
                    <a:pt x="250754" y="1865326"/>
                  </a:lnTo>
                  <a:lnTo>
                    <a:pt x="251825" y="1864986"/>
                  </a:lnTo>
                  <a:lnTo>
                    <a:pt x="252897" y="1864645"/>
                  </a:lnTo>
                  <a:lnTo>
                    <a:pt x="253968" y="1864305"/>
                  </a:lnTo>
                  <a:lnTo>
                    <a:pt x="255040" y="1863963"/>
                  </a:lnTo>
                  <a:lnTo>
                    <a:pt x="256112" y="1863622"/>
                  </a:lnTo>
                  <a:lnTo>
                    <a:pt x="257183" y="1863280"/>
                  </a:lnTo>
                  <a:lnTo>
                    <a:pt x="258255" y="1862938"/>
                  </a:lnTo>
                  <a:lnTo>
                    <a:pt x="259326" y="1862596"/>
                  </a:lnTo>
                  <a:lnTo>
                    <a:pt x="260398" y="1862253"/>
                  </a:lnTo>
                  <a:lnTo>
                    <a:pt x="261470" y="1861910"/>
                  </a:lnTo>
                  <a:lnTo>
                    <a:pt x="262541" y="1861567"/>
                  </a:lnTo>
                  <a:lnTo>
                    <a:pt x="263613" y="1861223"/>
                  </a:lnTo>
                  <a:lnTo>
                    <a:pt x="264684" y="1860879"/>
                  </a:lnTo>
                  <a:lnTo>
                    <a:pt x="265756" y="1860535"/>
                  </a:lnTo>
                  <a:lnTo>
                    <a:pt x="266828" y="1860190"/>
                  </a:lnTo>
                  <a:lnTo>
                    <a:pt x="267899" y="1859845"/>
                  </a:lnTo>
                  <a:lnTo>
                    <a:pt x="268971" y="1859500"/>
                  </a:lnTo>
                  <a:lnTo>
                    <a:pt x="270042" y="1859155"/>
                  </a:lnTo>
                  <a:lnTo>
                    <a:pt x="271114" y="1858809"/>
                  </a:lnTo>
                  <a:lnTo>
                    <a:pt x="272186" y="1858463"/>
                  </a:lnTo>
                  <a:lnTo>
                    <a:pt x="273257" y="1858116"/>
                  </a:lnTo>
                  <a:lnTo>
                    <a:pt x="274329" y="1857770"/>
                  </a:lnTo>
                  <a:lnTo>
                    <a:pt x="275400" y="1857423"/>
                  </a:lnTo>
                  <a:lnTo>
                    <a:pt x="276472" y="1857075"/>
                  </a:lnTo>
                  <a:lnTo>
                    <a:pt x="277544" y="1856728"/>
                  </a:lnTo>
                  <a:lnTo>
                    <a:pt x="278615" y="1856380"/>
                  </a:lnTo>
                  <a:lnTo>
                    <a:pt x="279687" y="1856031"/>
                  </a:lnTo>
                  <a:lnTo>
                    <a:pt x="280758" y="1855683"/>
                  </a:lnTo>
                  <a:lnTo>
                    <a:pt x="281830" y="1855334"/>
                  </a:lnTo>
                  <a:lnTo>
                    <a:pt x="282902" y="1854984"/>
                  </a:lnTo>
                  <a:lnTo>
                    <a:pt x="283973" y="1854635"/>
                  </a:lnTo>
                  <a:lnTo>
                    <a:pt x="285045" y="1854285"/>
                  </a:lnTo>
                  <a:lnTo>
                    <a:pt x="286116" y="1853935"/>
                  </a:lnTo>
                  <a:lnTo>
                    <a:pt x="287188" y="1853584"/>
                  </a:lnTo>
                  <a:lnTo>
                    <a:pt x="288260" y="1853233"/>
                  </a:lnTo>
                  <a:lnTo>
                    <a:pt x="289331" y="1852882"/>
                  </a:lnTo>
                  <a:lnTo>
                    <a:pt x="290403" y="1852531"/>
                  </a:lnTo>
                  <a:lnTo>
                    <a:pt x="291474" y="1852179"/>
                  </a:lnTo>
                  <a:lnTo>
                    <a:pt x="292546" y="1851827"/>
                  </a:lnTo>
                  <a:lnTo>
                    <a:pt x="293618" y="1851475"/>
                  </a:lnTo>
                  <a:lnTo>
                    <a:pt x="294689" y="1851122"/>
                  </a:lnTo>
                  <a:lnTo>
                    <a:pt x="295761" y="1850769"/>
                  </a:lnTo>
                  <a:lnTo>
                    <a:pt x="296832" y="1850415"/>
                  </a:lnTo>
                  <a:lnTo>
                    <a:pt x="297904" y="1850062"/>
                  </a:lnTo>
                  <a:lnTo>
                    <a:pt x="298976" y="1849708"/>
                  </a:lnTo>
                  <a:lnTo>
                    <a:pt x="300047" y="1849353"/>
                  </a:lnTo>
                  <a:lnTo>
                    <a:pt x="301119" y="1848999"/>
                  </a:lnTo>
                  <a:lnTo>
                    <a:pt x="302190" y="1848644"/>
                  </a:lnTo>
                  <a:lnTo>
                    <a:pt x="303262" y="1848289"/>
                  </a:lnTo>
                  <a:lnTo>
                    <a:pt x="304334" y="1847933"/>
                  </a:lnTo>
                  <a:lnTo>
                    <a:pt x="305405" y="1847577"/>
                  </a:lnTo>
                  <a:lnTo>
                    <a:pt x="306477" y="1847221"/>
                  </a:lnTo>
                  <a:lnTo>
                    <a:pt x="307548" y="1846864"/>
                  </a:lnTo>
                  <a:lnTo>
                    <a:pt x="308620" y="1846507"/>
                  </a:lnTo>
                  <a:lnTo>
                    <a:pt x="309692" y="1846150"/>
                  </a:lnTo>
                  <a:lnTo>
                    <a:pt x="310763" y="1845793"/>
                  </a:lnTo>
                  <a:lnTo>
                    <a:pt x="311835" y="1845435"/>
                  </a:lnTo>
                  <a:lnTo>
                    <a:pt x="312906" y="1845077"/>
                  </a:lnTo>
                  <a:lnTo>
                    <a:pt x="313978" y="1844718"/>
                  </a:lnTo>
                  <a:lnTo>
                    <a:pt x="315050" y="1844359"/>
                  </a:lnTo>
                  <a:lnTo>
                    <a:pt x="316121" y="1844000"/>
                  </a:lnTo>
                  <a:lnTo>
                    <a:pt x="317193" y="1843641"/>
                  </a:lnTo>
                  <a:lnTo>
                    <a:pt x="318264" y="1843281"/>
                  </a:lnTo>
                  <a:lnTo>
                    <a:pt x="319336" y="1842921"/>
                  </a:lnTo>
                  <a:lnTo>
                    <a:pt x="320408" y="1842561"/>
                  </a:lnTo>
                  <a:lnTo>
                    <a:pt x="321479" y="1842200"/>
                  </a:lnTo>
                  <a:lnTo>
                    <a:pt x="322551" y="1841839"/>
                  </a:lnTo>
                  <a:lnTo>
                    <a:pt x="323622" y="1841477"/>
                  </a:lnTo>
                  <a:lnTo>
                    <a:pt x="324694" y="1841116"/>
                  </a:lnTo>
                  <a:lnTo>
                    <a:pt x="325766" y="1840753"/>
                  </a:lnTo>
                  <a:lnTo>
                    <a:pt x="326837" y="1840391"/>
                  </a:lnTo>
                  <a:lnTo>
                    <a:pt x="327909" y="1840028"/>
                  </a:lnTo>
                  <a:lnTo>
                    <a:pt x="328980" y="1839665"/>
                  </a:lnTo>
                  <a:lnTo>
                    <a:pt x="330052" y="1839302"/>
                  </a:lnTo>
                  <a:lnTo>
                    <a:pt x="331124" y="1838938"/>
                  </a:lnTo>
                  <a:lnTo>
                    <a:pt x="332195" y="1838574"/>
                  </a:lnTo>
                  <a:lnTo>
                    <a:pt x="333267" y="1838210"/>
                  </a:lnTo>
                  <a:lnTo>
                    <a:pt x="334338" y="1837845"/>
                  </a:lnTo>
                  <a:lnTo>
                    <a:pt x="335410" y="1837480"/>
                  </a:lnTo>
                  <a:lnTo>
                    <a:pt x="336482" y="1837115"/>
                  </a:lnTo>
                  <a:lnTo>
                    <a:pt x="337553" y="1836749"/>
                  </a:lnTo>
                  <a:lnTo>
                    <a:pt x="338625" y="1836383"/>
                  </a:lnTo>
                  <a:lnTo>
                    <a:pt x="339696" y="1836017"/>
                  </a:lnTo>
                  <a:lnTo>
                    <a:pt x="340768" y="1835650"/>
                  </a:lnTo>
                  <a:lnTo>
                    <a:pt x="341840" y="1835283"/>
                  </a:lnTo>
                  <a:lnTo>
                    <a:pt x="342911" y="1834916"/>
                  </a:lnTo>
                  <a:lnTo>
                    <a:pt x="343983" y="1834548"/>
                  </a:lnTo>
                  <a:lnTo>
                    <a:pt x="345054" y="1834180"/>
                  </a:lnTo>
                  <a:lnTo>
                    <a:pt x="346126" y="1833812"/>
                  </a:lnTo>
                  <a:lnTo>
                    <a:pt x="347198" y="1833443"/>
                  </a:lnTo>
                  <a:lnTo>
                    <a:pt x="348269" y="1833075"/>
                  </a:lnTo>
                  <a:lnTo>
                    <a:pt x="349341" y="1832705"/>
                  </a:lnTo>
                  <a:lnTo>
                    <a:pt x="350412" y="1832336"/>
                  </a:lnTo>
                  <a:lnTo>
                    <a:pt x="351484" y="1831966"/>
                  </a:lnTo>
                  <a:lnTo>
                    <a:pt x="352556" y="1831595"/>
                  </a:lnTo>
                  <a:lnTo>
                    <a:pt x="353627" y="1831225"/>
                  </a:lnTo>
                  <a:lnTo>
                    <a:pt x="354699" y="1830854"/>
                  </a:lnTo>
                  <a:lnTo>
                    <a:pt x="355770" y="1830482"/>
                  </a:lnTo>
                  <a:lnTo>
                    <a:pt x="356842" y="1830111"/>
                  </a:lnTo>
                  <a:lnTo>
                    <a:pt x="357913" y="1829739"/>
                  </a:lnTo>
                  <a:lnTo>
                    <a:pt x="358985" y="1829366"/>
                  </a:lnTo>
                  <a:lnTo>
                    <a:pt x="360057" y="1828994"/>
                  </a:lnTo>
                  <a:lnTo>
                    <a:pt x="361128" y="1828621"/>
                  </a:lnTo>
                  <a:lnTo>
                    <a:pt x="362200" y="1828248"/>
                  </a:lnTo>
                  <a:lnTo>
                    <a:pt x="363271" y="1827874"/>
                  </a:lnTo>
                  <a:lnTo>
                    <a:pt x="364343" y="1827500"/>
                  </a:lnTo>
                  <a:lnTo>
                    <a:pt x="365415" y="1827126"/>
                  </a:lnTo>
                  <a:lnTo>
                    <a:pt x="366486" y="1826751"/>
                  </a:lnTo>
                  <a:lnTo>
                    <a:pt x="367558" y="1826376"/>
                  </a:lnTo>
                  <a:lnTo>
                    <a:pt x="368629" y="1826001"/>
                  </a:lnTo>
                  <a:lnTo>
                    <a:pt x="369701" y="1825625"/>
                  </a:lnTo>
                  <a:lnTo>
                    <a:pt x="370773" y="1825249"/>
                  </a:lnTo>
                  <a:lnTo>
                    <a:pt x="371844" y="1824873"/>
                  </a:lnTo>
                  <a:lnTo>
                    <a:pt x="372916" y="1824496"/>
                  </a:lnTo>
                  <a:lnTo>
                    <a:pt x="373987" y="1824119"/>
                  </a:lnTo>
                  <a:lnTo>
                    <a:pt x="375059" y="1823741"/>
                  </a:lnTo>
                  <a:lnTo>
                    <a:pt x="376131" y="1823364"/>
                  </a:lnTo>
                  <a:lnTo>
                    <a:pt x="377202" y="1822986"/>
                  </a:lnTo>
                  <a:lnTo>
                    <a:pt x="378274" y="1822607"/>
                  </a:lnTo>
                  <a:lnTo>
                    <a:pt x="379345" y="1822229"/>
                  </a:lnTo>
                  <a:lnTo>
                    <a:pt x="380417" y="1821850"/>
                  </a:lnTo>
                  <a:lnTo>
                    <a:pt x="381489" y="1821470"/>
                  </a:lnTo>
                  <a:lnTo>
                    <a:pt x="382560" y="1821090"/>
                  </a:lnTo>
                  <a:lnTo>
                    <a:pt x="383632" y="1820710"/>
                  </a:lnTo>
                  <a:lnTo>
                    <a:pt x="384703" y="1820330"/>
                  </a:lnTo>
                  <a:lnTo>
                    <a:pt x="385775" y="1819949"/>
                  </a:lnTo>
                  <a:lnTo>
                    <a:pt x="386847" y="1819568"/>
                  </a:lnTo>
                  <a:lnTo>
                    <a:pt x="387918" y="1819186"/>
                  </a:lnTo>
                  <a:lnTo>
                    <a:pt x="388990" y="1818805"/>
                  </a:lnTo>
                  <a:lnTo>
                    <a:pt x="390061" y="1818422"/>
                  </a:lnTo>
                  <a:lnTo>
                    <a:pt x="391133" y="1818040"/>
                  </a:lnTo>
                  <a:lnTo>
                    <a:pt x="392205" y="1817657"/>
                  </a:lnTo>
                  <a:lnTo>
                    <a:pt x="393276" y="1817274"/>
                  </a:lnTo>
                  <a:lnTo>
                    <a:pt x="394348" y="1816890"/>
                  </a:lnTo>
                  <a:lnTo>
                    <a:pt x="395419" y="1816506"/>
                  </a:lnTo>
                  <a:lnTo>
                    <a:pt x="396491" y="1816122"/>
                  </a:lnTo>
                  <a:lnTo>
                    <a:pt x="397563" y="1815738"/>
                  </a:lnTo>
                  <a:lnTo>
                    <a:pt x="398634" y="1815353"/>
                  </a:lnTo>
                  <a:lnTo>
                    <a:pt x="399706" y="1814968"/>
                  </a:lnTo>
                  <a:lnTo>
                    <a:pt x="400777" y="1814582"/>
                  </a:lnTo>
                  <a:lnTo>
                    <a:pt x="401849" y="1814196"/>
                  </a:lnTo>
                  <a:lnTo>
                    <a:pt x="402921" y="1813810"/>
                  </a:lnTo>
                  <a:lnTo>
                    <a:pt x="403992" y="1813423"/>
                  </a:lnTo>
                  <a:lnTo>
                    <a:pt x="405064" y="1813036"/>
                  </a:lnTo>
                  <a:lnTo>
                    <a:pt x="406135" y="1812649"/>
                  </a:lnTo>
                  <a:lnTo>
                    <a:pt x="407207" y="1812261"/>
                  </a:lnTo>
                  <a:lnTo>
                    <a:pt x="408279" y="1811873"/>
                  </a:lnTo>
                  <a:lnTo>
                    <a:pt x="409350" y="1811484"/>
                  </a:lnTo>
                  <a:lnTo>
                    <a:pt x="410422" y="1811096"/>
                  </a:lnTo>
                  <a:lnTo>
                    <a:pt x="411493" y="1810707"/>
                  </a:lnTo>
                  <a:lnTo>
                    <a:pt x="412565" y="1810317"/>
                  </a:lnTo>
                  <a:lnTo>
                    <a:pt x="413637" y="1809927"/>
                  </a:lnTo>
                  <a:lnTo>
                    <a:pt x="414708" y="1809537"/>
                  </a:lnTo>
                  <a:lnTo>
                    <a:pt x="415780" y="1809147"/>
                  </a:lnTo>
                  <a:lnTo>
                    <a:pt x="416851" y="1808756"/>
                  </a:lnTo>
                  <a:lnTo>
                    <a:pt x="417923" y="1808365"/>
                  </a:lnTo>
                  <a:lnTo>
                    <a:pt x="418995" y="1807973"/>
                  </a:lnTo>
                  <a:lnTo>
                    <a:pt x="420066" y="1807581"/>
                  </a:lnTo>
                  <a:lnTo>
                    <a:pt x="421138" y="1807189"/>
                  </a:lnTo>
                  <a:lnTo>
                    <a:pt x="422209" y="1806796"/>
                  </a:lnTo>
                  <a:lnTo>
                    <a:pt x="423281" y="1806403"/>
                  </a:lnTo>
                  <a:lnTo>
                    <a:pt x="424353" y="1806010"/>
                  </a:lnTo>
                  <a:lnTo>
                    <a:pt x="425424" y="1805616"/>
                  </a:lnTo>
                  <a:lnTo>
                    <a:pt x="426496" y="1805222"/>
                  </a:lnTo>
                  <a:lnTo>
                    <a:pt x="427567" y="1804828"/>
                  </a:lnTo>
                  <a:lnTo>
                    <a:pt x="428639" y="1804433"/>
                  </a:lnTo>
                  <a:lnTo>
                    <a:pt x="429711" y="1804038"/>
                  </a:lnTo>
                  <a:lnTo>
                    <a:pt x="430782" y="1803643"/>
                  </a:lnTo>
                  <a:lnTo>
                    <a:pt x="431854" y="1803247"/>
                  </a:lnTo>
                  <a:lnTo>
                    <a:pt x="432925" y="1802851"/>
                  </a:lnTo>
                  <a:lnTo>
                    <a:pt x="433997" y="1802454"/>
                  </a:lnTo>
                  <a:lnTo>
                    <a:pt x="435069" y="1802058"/>
                  </a:lnTo>
                  <a:lnTo>
                    <a:pt x="436140" y="1801660"/>
                  </a:lnTo>
                  <a:lnTo>
                    <a:pt x="437212" y="1801263"/>
                  </a:lnTo>
                  <a:lnTo>
                    <a:pt x="438283" y="1800865"/>
                  </a:lnTo>
                  <a:lnTo>
                    <a:pt x="439355" y="1800467"/>
                  </a:lnTo>
                  <a:lnTo>
                    <a:pt x="440427" y="1800068"/>
                  </a:lnTo>
                  <a:lnTo>
                    <a:pt x="441498" y="1799669"/>
                  </a:lnTo>
                  <a:lnTo>
                    <a:pt x="442570" y="1799270"/>
                  </a:lnTo>
                  <a:lnTo>
                    <a:pt x="443641" y="1798870"/>
                  </a:lnTo>
                  <a:lnTo>
                    <a:pt x="444713" y="1798470"/>
                  </a:lnTo>
                  <a:lnTo>
                    <a:pt x="445785" y="1798070"/>
                  </a:lnTo>
                  <a:lnTo>
                    <a:pt x="446856" y="1797669"/>
                  </a:lnTo>
                  <a:lnTo>
                    <a:pt x="447928" y="1797268"/>
                  </a:lnTo>
                  <a:lnTo>
                    <a:pt x="448999" y="1796866"/>
                  </a:lnTo>
                  <a:lnTo>
                    <a:pt x="450071" y="1796465"/>
                  </a:lnTo>
                  <a:lnTo>
                    <a:pt x="451143" y="1796062"/>
                  </a:lnTo>
                  <a:lnTo>
                    <a:pt x="452214" y="1795660"/>
                  </a:lnTo>
                  <a:lnTo>
                    <a:pt x="453286" y="1795257"/>
                  </a:lnTo>
                  <a:lnTo>
                    <a:pt x="454357" y="1794854"/>
                  </a:lnTo>
                  <a:lnTo>
                    <a:pt x="455429" y="1794450"/>
                  </a:lnTo>
                  <a:lnTo>
                    <a:pt x="456501" y="1794046"/>
                  </a:lnTo>
                  <a:lnTo>
                    <a:pt x="457572" y="1793642"/>
                  </a:lnTo>
                  <a:lnTo>
                    <a:pt x="458644" y="1793237"/>
                  </a:lnTo>
                  <a:lnTo>
                    <a:pt x="459715" y="1792832"/>
                  </a:lnTo>
                  <a:lnTo>
                    <a:pt x="460787" y="1792427"/>
                  </a:lnTo>
                  <a:lnTo>
                    <a:pt x="461859" y="1792021"/>
                  </a:lnTo>
                  <a:lnTo>
                    <a:pt x="462930" y="1791615"/>
                  </a:lnTo>
                  <a:lnTo>
                    <a:pt x="464002" y="1791208"/>
                  </a:lnTo>
                  <a:lnTo>
                    <a:pt x="465073" y="1790801"/>
                  </a:lnTo>
                  <a:lnTo>
                    <a:pt x="466145" y="1790394"/>
                  </a:lnTo>
                  <a:lnTo>
                    <a:pt x="467217" y="1789987"/>
                  </a:lnTo>
                  <a:lnTo>
                    <a:pt x="468288" y="1789579"/>
                  </a:lnTo>
                  <a:lnTo>
                    <a:pt x="469360" y="1789170"/>
                  </a:lnTo>
                  <a:lnTo>
                    <a:pt x="470431" y="1788762"/>
                  </a:lnTo>
                  <a:lnTo>
                    <a:pt x="471503" y="1788353"/>
                  </a:lnTo>
                  <a:lnTo>
                    <a:pt x="472575" y="1787943"/>
                  </a:lnTo>
                  <a:lnTo>
                    <a:pt x="473646" y="1787534"/>
                  </a:lnTo>
                  <a:lnTo>
                    <a:pt x="474718" y="1787123"/>
                  </a:lnTo>
                  <a:lnTo>
                    <a:pt x="475789" y="1786713"/>
                  </a:lnTo>
                  <a:lnTo>
                    <a:pt x="476861" y="1786302"/>
                  </a:lnTo>
                  <a:lnTo>
                    <a:pt x="477933" y="1785891"/>
                  </a:lnTo>
                  <a:lnTo>
                    <a:pt x="479004" y="1785479"/>
                  </a:lnTo>
                  <a:lnTo>
                    <a:pt x="480076" y="1785068"/>
                  </a:lnTo>
                  <a:lnTo>
                    <a:pt x="481147" y="1784655"/>
                  </a:lnTo>
                  <a:lnTo>
                    <a:pt x="482219" y="1784243"/>
                  </a:lnTo>
                  <a:lnTo>
                    <a:pt x="483291" y="1783830"/>
                  </a:lnTo>
                  <a:lnTo>
                    <a:pt x="484362" y="1783416"/>
                  </a:lnTo>
                  <a:lnTo>
                    <a:pt x="485434" y="1783002"/>
                  </a:lnTo>
                  <a:lnTo>
                    <a:pt x="486505" y="1782588"/>
                  </a:lnTo>
                  <a:lnTo>
                    <a:pt x="487577" y="1782174"/>
                  </a:lnTo>
                  <a:lnTo>
                    <a:pt x="488649" y="1781759"/>
                  </a:lnTo>
                  <a:lnTo>
                    <a:pt x="489720" y="1781344"/>
                  </a:lnTo>
                  <a:lnTo>
                    <a:pt x="490792" y="1780928"/>
                  </a:lnTo>
                  <a:lnTo>
                    <a:pt x="491863" y="1780512"/>
                  </a:lnTo>
                  <a:lnTo>
                    <a:pt x="492935" y="1780096"/>
                  </a:lnTo>
                  <a:lnTo>
                    <a:pt x="494007" y="1779679"/>
                  </a:lnTo>
                  <a:lnTo>
                    <a:pt x="495078" y="1779262"/>
                  </a:lnTo>
                  <a:lnTo>
                    <a:pt x="496150" y="1778845"/>
                  </a:lnTo>
                  <a:lnTo>
                    <a:pt x="497221" y="1778427"/>
                  </a:lnTo>
                  <a:lnTo>
                    <a:pt x="498293" y="1778009"/>
                  </a:lnTo>
                  <a:lnTo>
                    <a:pt x="499365" y="1777591"/>
                  </a:lnTo>
                  <a:lnTo>
                    <a:pt x="500436" y="1777172"/>
                  </a:lnTo>
                  <a:lnTo>
                    <a:pt x="501508" y="1776752"/>
                  </a:lnTo>
                  <a:lnTo>
                    <a:pt x="502579" y="1776333"/>
                  </a:lnTo>
                  <a:lnTo>
                    <a:pt x="503651" y="1775913"/>
                  </a:lnTo>
                  <a:lnTo>
                    <a:pt x="504723" y="1775493"/>
                  </a:lnTo>
                  <a:lnTo>
                    <a:pt x="505794" y="1775072"/>
                  </a:lnTo>
                  <a:lnTo>
                    <a:pt x="506866" y="1774651"/>
                  </a:lnTo>
                  <a:lnTo>
                    <a:pt x="507937" y="1774229"/>
                  </a:lnTo>
                  <a:lnTo>
                    <a:pt x="509009" y="1773807"/>
                  </a:lnTo>
                  <a:lnTo>
                    <a:pt x="510081" y="1773385"/>
                  </a:lnTo>
                  <a:lnTo>
                    <a:pt x="511152" y="1772963"/>
                  </a:lnTo>
                  <a:lnTo>
                    <a:pt x="512224" y="1772540"/>
                  </a:lnTo>
                  <a:lnTo>
                    <a:pt x="513295" y="1772117"/>
                  </a:lnTo>
                  <a:lnTo>
                    <a:pt x="514367" y="1771693"/>
                  </a:lnTo>
                  <a:lnTo>
                    <a:pt x="515439" y="1771269"/>
                  </a:lnTo>
                  <a:lnTo>
                    <a:pt x="516510" y="1770844"/>
                  </a:lnTo>
                  <a:lnTo>
                    <a:pt x="517582" y="1770420"/>
                  </a:lnTo>
                  <a:lnTo>
                    <a:pt x="518653" y="1769994"/>
                  </a:lnTo>
                  <a:lnTo>
                    <a:pt x="519725" y="1769569"/>
                  </a:lnTo>
                  <a:lnTo>
                    <a:pt x="520797" y="1769143"/>
                  </a:lnTo>
                  <a:lnTo>
                    <a:pt x="521868" y="1768717"/>
                  </a:lnTo>
                  <a:lnTo>
                    <a:pt x="522940" y="1768290"/>
                  </a:lnTo>
                  <a:lnTo>
                    <a:pt x="524011" y="1767863"/>
                  </a:lnTo>
                  <a:lnTo>
                    <a:pt x="525083" y="1767436"/>
                  </a:lnTo>
                  <a:lnTo>
                    <a:pt x="526155" y="1767008"/>
                  </a:lnTo>
                  <a:lnTo>
                    <a:pt x="527226" y="1766580"/>
                  </a:lnTo>
                  <a:lnTo>
                    <a:pt x="528298" y="1766151"/>
                  </a:lnTo>
                  <a:lnTo>
                    <a:pt x="529369" y="1765722"/>
                  </a:lnTo>
                  <a:lnTo>
                    <a:pt x="530441" y="1765293"/>
                  </a:lnTo>
                  <a:lnTo>
                    <a:pt x="531513" y="1764864"/>
                  </a:lnTo>
                  <a:lnTo>
                    <a:pt x="532584" y="1764434"/>
                  </a:lnTo>
                  <a:lnTo>
                    <a:pt x="533656" y="1764003"/>
                  </a:lnTo>
                  <a:lnTo>
                    <a:pt x="534727" y="1763572"/>
                  </a:lnTo>
                  <a:lnTo>
                    <a:pt x="535799" y="1763141"/>
                  </a:lnTo>
                  <a:lnTo>
                    <a:pt x="536870" y="1762710"/>
                  </a:lnTo>
                  <a:lnTo>
                    <a:pt x="537942" y="1762278"/>
                  </a:lnTo>
                  <a:lnTo>
                    <a:pt x="539014" y="1761846"/>
                  </a:lnTo>
                  <a:lnTo>
                    <a:pt x="540085" y="1761413"/>
                  </a:lnTo>
                  <a:lnTo>
                    <a:pt x="541157" y="1760980"/>
                  </a:lnTo>
                  <a:lnTo>
                    <a:pt x="542228" y="1760547"/>
                  </a:lnTo>
                  <a:lnTo>
                    <a:pt x="543300" y="1760113"/>
                  </a:lnTo>
                  <a:lnTo>
                    <a:pt x="544372" y="1759679"/>
                  </a:lnTo>
                  <a:lnTo>
                    <a:pt x="545443" y="1759244"/>
                  </a:lnTo>
                  <a:lnTo>
                    <a:pt x="546515" y="1758809"/>
                  </a:lnTo>
                  <a:lnTo>
                    <a:pt x="547586" y="1758374"/>
                  </a:lnTo>
                  <a:lnTo>
                    <a:pt x="548658" y="1757938"/>
                  </a:lnTo>
                  <a:lnTo>
                    <a:pt x="549730" y="1757502"/>
                  </a:lnTo>
                  <a:lnTo>
                    <a:pt x="550801" y="1757066"/>
                  </a:lnTo>
                  <a:lnTo>
                    <a:pt x="551873" y="1756629"/>
                  </a:lnTo>
                  <a:lnTo>
                    <a:pt x="552944" y="1756192"/>
                  </a:lnTo>
                  <a:lnTo>
                    <a:pt x="554016" y="1755755"/>
                  </a:lnTo>
                  <a:lnTo>
                    <a:pt x="555088" y="1755317"/>
                  </a:lnTo>
                  <a:lnTo>
                    <a:pt x="556159" y="1754878"/>
                  </a:lnTo>
                  <a:lnTo>
                    <a:pt x="557231" y="1754440"/>
                  </a:lnTo>
                  <a:lnTo>
                    <a:pt x="558302" y="1754001"/>
                  </a:lnTo>
                  <a:lnTo>
                    <a:pt x="559374" y="1753561"/>
                  </a:lnTo>
                  <a:lnTo>
                    <a:pt x="560446" y="1753121"/>
                  </a:lnTo>
                  <a:lnTo>
                    <a:pt x="561517" y="1752681"/>
                  </a:lnTo>
                  <a:lnTo>
                    <a:pt x="562589" y="1752241"/>
                  </a:lnTo>
                  <a:lnTo>
                    <a:pt x="563660" y="1751800"/>
                  </a:lnTo>
                  <a:lnTo>
                    <a:pt x="564732" y="1751358"/>
                  </a:lnTo>
                  <a:lnTo>
                    <a:pt x="565804" y="1750917"/>
                  </a:lnTo>
                  <a:lnTo>
                    <a:pt x="566875" y="1750475"/>
                  </a:lnTo>
                  <a:lnTo>
                    <a:pt x="567947" y="1750032"/>
                  </a:lnTo>
                  <a:lnTo>
                    <a:pt x="569018" y="1749589"/>
                  </a:lnTo>
                  <a:lnTo>
                    <a:pt x="570090" y="1749146"/>
                  </a:lnTo>
                  <a:lnTo>
                    <a:pt x="571162" y="1748702"/>
                  </a:lnTo>
                  <a:lnTo>
                    <a:pt x="572233" y="1748258"/>
                  </a:lnTo>
                  <a:lnTo>
                    <a:pt x="573305" y="1747814"/>
                  </a:lnTo>
                  <a:lnTo>
                    <a:pt x="574376" y="1747369"/>
                  </a:lnTo>
                  <a:lnTo>
                    <a:pt x="575448" y="1746924"/>
                  </a:lnTo>
                  <a:lnTo>
                    <a:pt x="576520" y="1746478"/>
                  </a:lnTo>
                  <a:lnTo>
                    <a:pt x="577591" y="1746033"/>
                  </a:lnTo>
                  <a:lnTo>
                    <a:pt x="578663" y="1745586"/>
                  </a:lnTo>
                  <a:lnTo>
                    <a:pt x="579734" y="1745140"/>
                  </a:lnTo>
                  <a:lnTo>
                    <a:pt x="580806" y="1744692"/>
                  </a:lnTo>
                  <a:lnTo>
                    <a:pt x="581878" y="1744245"/>
                  </a:lnTo>
                  <a:lnTo>
                    <a:pt x="582949" y="1743797"/>
                  </a:lnTo>
                  <a:lnTo>
                    <a:pt x="584021" y="1743349"/>
                  </a:lnTo>
                  <a:lnTo>
                    <a:pt x="585092" y="1742900"/>
                  </a:lnTo>
                  <a:lnTo>
                    <a:pt x="586164" y="1742451"/>
                  </a:lnTo>
                  <a:lnTo>
                    <a:pt x="587236" y="1742002"/>
                  </a:lnTo>
                  <a:lnTo>
                    <a:pt x="588307" y="1741552"/>
                  </a:lnTo>
                  <a:lnTo>
                    <a:pt x="589379" y="1741102"/>
                  </a:lnTo>
                  <a:lnTo>
                    <a:pt x="590450" y="1740652"/>
                  </a:lnTo>
                  <a:lnTo>
                    <a:pt x="591522" y="1740201"/>
                  </a:lnTo>
                  <a:lnTo>
                    <a:pt x="592594" y="1739749"/>
                  </a:lnTo>
                  <a:lnTo>
                    <a:pt x="593665" y="1739298"/>
                  </a:lnTo>
                  <a:lnTo>
                    <a:pt x="594737" y="1738846"/>
                  </a:lnTo>
                  <a:lnTo>
                    <a:pt x="595808" y="1738393"/>
                  </a:lnTo>
                  <a:lnTo>
                    <a:pt x="596880" y="1737940"/>
                  </a:lnTo>
                  <a:lnTo>
                    <a:pt x="597952" y="1737487"/>
                  </a:lnTo>
                  <a:lnTo>
                    <a:pt x="599023" y="1737033"/>
                  </a:lnTo>
                  <a:lnTo>
                    <a:pt x="600095" y="1736579"/>
                  </a:lnTo>
                  <a:lnTo>
                    <a:pt x="601166" y="1736125"/>
                  </a:lnTo>
                  <a:lnTo>
                    <a:pt x="602238" y="1735670"/>
                  </a:lnTo>
                  <a:lnTo>
                    <a:pt x="603310" y="1735215"/>
                  </a:lnTo>
                  <a:lnTo>
                    <a:pt x="604381" y="1734759"/>
                  </a:lnTo>
                  <a:lnTo>
                    <a:pt x="605453" y="1734303"/>
                  </a:lnTo>
                  <a:lnTo>
                    <a:pt x="606524" y="1733847"/>
                  </a:lnTo>
                  <a:lnTo>
                    <a:pt x="607596" y="1733390"/>
                  </a:lnTo>
                  <a:lnTo>
                    <a:pt x="608668" y="1732933"/>
                  </a:lnTo>
                  <a:lnTo>
                    <a:pt x="609739" y="1732476"/>
                  </a:lnTo>
                  <a:lnTo>
                    <a:pt x="610811" y="1732018"/>
                  </a:lnTo>
                  <a:lnTo>
                    <a:pt x="611882" y="1731559"/>
                  </a:lnTo>
                  <a:lnTo>
                    <a:pt x="612954" y="1731101"/>
                  </a:lnTo>
                  <a:lnTo>
                    <a:pt x="614026" y="1730642"/>
                  </a:lnTo>
                  <a:lnTo>
                    <a:pt x="615097" y="1730182"/>
                  </a:lnTo>
                  <a:lnTo>
                    <a:pt x="616169" y="1729722"/>
                  </a:lnTo>
                  <a:lnTo>
                    <a:pt x="617240" y="1729262"/>
                  </a:lnTo>
                  <a:lnTo>
                    <a:pt x="618312" y="1728801"/>
                  </a:lnTo>
                  <a:lnTo>
                    <a:pt x="619384" y="1728340"/>
                  </a:lnTo>
                  <a:lnTo>
                    <a:pt x="620455" y="1727879"/>
                  </a:lnTo>
                  <a:lnTo>
                    <a:pt x="621527" y="1727417"/>
                  </a:lnTo>
                  <a:lnTo>
                    <a:pt x="622598" y="1726955"/>
                  </a:lnTo>
                  <a:lnTo>
                    <a:pt x="623670" y="1726492"/>
                  </a:lnTo>
                  <a:lnTo>
                    <a:pt x="624742" y="1726029"/>
                  </a:lnTo>
                  <a:lnTo>
                    <a:pt x="625813" y="1725566"/>
                  </a:lnTo>
                  <a:lnTo>
                    <a:pt x="626885" y="1725102"/>
                  </a:lnTo>
                  <a:lnTo>
                    <a:pt x="627956" y="1724638"/>
                  </a:lnTo>
                  <a:lnTo>
                    <a:pt x="629028" y="1724173"/>
                  </a:lnTo>
                  <a:lnTo>
                    <a:pt x="630100" y="1723709"/>
                  </a:lnTo>
                  <a:lnTo>
                    <a:pt x="631171" y="1723243"/>
                  </a:lnTo>
                  <a:lnTo>
                    <a:pt x="632243" y="1722777"/>
                  </a:lnTo>
                  <a:lnTo>
                    <a:pt x="633314" y="1722311"/>
                  </a:lnTo>
                  <a:lnTo>
                    <a:pt x="634386" y="1721845"/>
                  </a:lnTo>
                  <a:lnTo>
                    <a:pt x="635458" y="1721378"/>
                  </a:lnTo>
                  <a:lnTo>
                    <a:pt x="636529" y="1720910"/>
                  </a:lnTo>
                  <a:lnTo>
                    <a:pt x="637601" y="1720443"/>
                  </a:lnTo>
                  <a:lnTo>
                    <a:pt x="638672" y="1719975"/>
                  </a:lnTo>
                  <a:lnTo>
                    <a:pt x="639744" y="1719506"/>
                  </a:lnTo>
                  <a:lnTo>
                    <a:pt x="640816" y="1719037"/>
                  </a:lnTo>
                  <a:lnTo>
                    <a:pt x="641887" y="1718568"/>
                  </a:lnTo>
                  <a:lnTo>
                    <a:pt x="642959" y="1718098"/>
                  </a:lnTo>
                  <a:lnTo>
                    <a:pt x="644030" y="1717628"/>
                  </a:lnTo>
                  <a:lnTo>
                    <a:pt x="645102" y="1717158"/>
                  </a:lnTo>
                  <a:lnTo>
                    <a:pt x="646174" y="1716687"/>
                  </a:lnTo>
                  <a:lnTo>
                    <a:pt x="647245" y="1716215"/>
                  </a:lnTo>
                  <a:lnTo>
                    <a:pt x="648317" y="1715744"/>
                  </a:lnTo>
                  <a:lnTo>
                    <a:pt x="649388" y="1715272"/>
                  </a:lnTo>
                  <a:lnTo>
                    <a:pt x="650460" y="1714799"/>
                  </a:lnTo>
                  <a:lnTo>
                    <a:pt x="651532" y="1714326"/>
                  </a:lnTo>
                  <a:lnTo>
                    <a:pt x="652603" y="1713853"/>
                  </a:lnTo>
                  <a:lnTo>
                    <a:pt x="653675" y="1713379"/>
                  </a:lnTo>
                  <a:lnTo>
                    <a:pt x="654746" y="1712905"/>
                  </a:lnTo>
                  <a:lnTo>
                    <a:pt x="655818" y="1712431"/>
                  </a:lnTo>
                  <a:lnTo>
                    <a:pt x="656890" y="1711956"/>
                  </a:lnTo>
                  <a:lnTo>
                    <a:pt x="657961" y="1711481"/>
                  </a:lnTo>
                  <a:lnTo>
                    <a:pt x="659033" y="1711005"/>
                  </a:lnTo>
                  <a:lnTo>
                    <a:pt x="660104" y="1710529"/>
                  </a:lnTo>
                  <a:lnTo>
                    <a:pt x="661176" y="1710053"/>
                  </a:lnTo>
                  <a:lnTo>
                    <a:pt x="662248" y="1709576"/>
                  </a:lnTo>
                  <a:lnTo>
                    <a:pt x="663319" y="1709098"/>
                  </a:lnTo>
                  <a:lnTo>
                    <a:pt x="664391" y="1708621"/>
                  </a:lnTo>
                  <a:lnTo>
                    <a:pt x="665462" y="1708143"/>
                  </a:lnTo>
                  <a:lnTo>
                    <a:pt x="666534" y="1707664"/>
                  </a:lnTo>
                  <a:lnTo>
                    <a:pt x="667606" y="1707185"/>
                  </a:lnTo>
                  <a:lnTo>
                    <a:pt x="668677" y="1706706"/>
                  </a:lnTo>
                  <a:lnTo>
                    <a:pt x="669749" y="1706226"/>
                  </a:lnTo>
                  <a:lnTo>
                    <a:pt x="670820" y="1705746"/>
                  </a:lnTo>
                  <a:lnTo>
                    <a:pt x="671892" y="1705266"/>
                  </a:lnTo>
                  <a:lnTo>
                    <a:pt x="672964" y="1704785"/>
                  </a:lnTo>
                  <a:lnTo>
                    <a:pt x="674035" y="1704304"/>
                  </a:lnTo>
                  <a:lnTo>
                    <a:pt x="675107" y="1703822"/>
                  </a:lnTo>
                  <a:lnTo>
                    <a:pt x="676178" y="1703340"/>
                  </a:lnTo>
                  <a:lnTo>
                    <a:pt x="677250" y="1702858"/>
                  </a:lnTo>
                  <a:lnTo>
                    <a:pt x="678322" y="1702375"/>
                  </a:lnTo>
                  <a:lnTo>
                    <a:pt x="679393" y="1701891"/>
                  </a:lnTo>
                  <a:lnTo>
                    <a:pt x="680465" y="1701408"/>
                  </a:lnTo>
                  <a:lnTo>
                    <a:pt x="681536" y="1700924"/>
                  </a:lnTo>
                  <a:lnTo>
                    <a:pt x="682608" y="1700439"/>
                  </a:lnTo>
                  <a:lnTo>
                    <a:pt x="683680" y="1699954"/>
                  </a:lnTo>
                  <a:lnTo>
                    <a:pt x="684751" y="1699469"/>
                  </a:lnTo>
                  <a:lnTo>
                    <a:pt x="685823" y="1698983"/>
                  </a:lnTo>
                  <a:lnTo>
                    <a:pt x="686894" y="1698497"/>
                  </a:lnTo>
                  <a:lnTo>
                    <a:pt x="687966" y="1698011"/>
                  </a:lnTo>
                  <a:lnTo>
                    <a:pt x="689038" y="1697524"/>
                  </a:lnTo>
                  <a:lnTo>
                    <a:pt x="690109" y="1697036"/>
                  </a:lnTo>
                  <a:lnTo>
                    <a:pt x="691181" y="1696549"/>
                  </a:lnTo>
                  <a:lnTo>
                    <a:pt x="692252" y="1696060"/>
                  </a:lnTo>
                  <a:lnTo>
                    <a:pt x="693324" y="1695572"/>
                  </a:lnTo>
                  <a:lnTo>
                    <a:pt x="694396" y="1695083"/>
                  </a:lnTo>
                  <a:lnTo>
                    <a:pt x="695467" y="1694594"/>
                  </a:lnTo>
                  <a:lnTo>
                    <a:pt x="696539" y="1694104"/>
                  </a:lnTo>
                  <a:lnTo>
                    <a:pt x="697610" y="1693614"/>
                  </a:lnTo>
                  <a:lnTo>
                    <a:pt x="698682" y="1693123"/>
                  </a:lnTo>
                  <a:lnTo>
                    <a:pt x="699754" y="1692632"/>
                  </a:lnTo>
                  <a:lnTo>
                    <a:pt x="700825" y="1692141"/>
                  </a:lnTo>
                  <a:lnTo>
                    <a:pt x="701897" y="1691649"/>
                  </a:lnTo>
                  <a:lnTo>
                    <a:pt x="702968" y="1691157"/>
                  </a:lnTo>
                  <a:lnTo>
                    <a:pt x="704040" y="1690664"/>
                  </a:lnTo>
                  <a:lnTo>
                    <a:pt x="705112" y="1690171"/>
                  </a:lnTo>
                  <a:lnTo>
                    <a:pt x="706183" y="1689678"/>
                  </a:lnTo>
                  <a:lnTo>
                    <a:pt x="707255" y="1689184"/>
                  </a:lnTo>
                  <a:lnTo>
                    <a:pt x="708326" y="1688690"/>
                  </a:lnTo>
                  <a:lnTo>
                    <a:pt x="709398" y="1688195"/>
                  </a:lnTo>
                  <a:lnTo>
                    <a:pt x="710469" y="1687700"/>
                  </a:lnTo>
                  <a:lnTo>
                    <a:pt x="711541" y="1687205"/>
                  </a:lnTo>
                  <a:lnTo>
                    <a:pt x="712613" y="1686709"/>
                  </a:lnTo>
                  <a:lnTo>
                    <a:pt x="713684" y="1686212"/>
                  </a:lnTo>
                  <a:lnTo>
                    <a:pt x="714756" y="1685716"/>
                  </a:lnTo>
                  <a:lnTo>
                    <a:pt x="715827" y="1685219"/>
                  </a:lnTo>
                  <a:lnTo>
                    <a:pt x="716899" y="1684721"/>
                  </a:lnTo>
                  <a:lnTo>
                    <a:pt x="717971" y="1684223"/>
                  </a:lnTo>
                  <a:lnTo>
                    <a:pt x="719042" y="1683725"/>
                  </a:lnTo>
                  <a:lnTo>
                    <a:pt x="720114" y="1683226"/>
                  </a:lnTo>
                  <a:lnTo>
                    <a:pt x="721185" y="1682727"/>
                  </a:lnTo>
                  <a:lnTo>
                    <a:pt x="722257" y="1682227"/>
                  </a:lnTo>
                  <a:lnTo>
                    <a:pt x="723329" y="1681727"/>
                  </a:lnTo>
                  <a:lnTo>
                    <a:pt x="724400" y="1681227"/>
                  </a:lnTo>
                  <a:lnTo>
                    <a:pt x="725472" y="1680726"/>
                  </a:lnTo>
                  <a:lnTo>
                    <a:pt x="726543" y="1680225"/>
                  </a:lnTo>
                  <a:lnTo>
                    <a:pt x="727615" y="1679723"/>
                  </a:lnTo>
                  <a:lnTo>
                    <a:pt x="728687" y="1679221"/>
                  </a:lnTo>
                  <a:lnTo>
                    <a:pt x="729758" y="1678719"/>
                  </a:lnTo>
                  <a:lnTo>
                    <a:pt x="730830" y="1678216"/>
                  </a:lnTo>
                  <a:lnTo>
                    <a:pt x="731901" y="1677713"/>
                  </a:lnTo>
                  <a:lnTo>
                    <a:pt x="732973" y="1677209"/>
                  </a:lnTo>
                  <a:lnTo>
                    <a:pt x="734045" y="1676705"/>
                  </a:lnTo>
                  <a:lnTo>
                    <a:pt x="735116" y="1676201"/>
                  </a:lnTo>
                  <a:lnTo>
                    <a:pt x="736188" y="1675696"/>
                  </a:lnTo>
                  <a:lnTo>
                    <a:pt x="737259" y="1675190"/>
                  </a:lnTo>
                  <a:lnTo>
                    <a:pt x="738331" y="1674685"/>
                  </a:lnTo>
                  <a:lnTo>
                    <a:pt x="739403" y="1674178"/>
                  </a:lnTo>
                  <a:lnTo>
                    <a:pt x="740474" y="1673672"/>
                  </a:lnTo>
                  <a:lnTo>
                    <a:pt x="741546" y="1673165"/>
                  </a:lnTo>
                  <a:lnTo>
                    <a:pt x="742617" y="1672657"/>
                  </a:lnTo>
                  <a:lnTo>
                    <a:pt x="743689" y="1672150"/>
                  </a:lnTo>
                  <a:lnTo>
                    <a:pt x="744761" y="1671641"/>
                  </a:lnTo>
                  <a:lnTo>
                    <a:pt x="745832" y="1671133"/>
                  </a:lnTo>
                  <a:lnTo>
                    <a:pt x="746904" y="1670624"/>
                  </a:lnTo>
                  <a:lnTo>
                    <a:pt x="747975" y="1670114"/>
                  </a:lnTo>
                  <a:lnTo>
                    <a:pt x="749047" y="1669604"/>
                  </a:lnTo>
                  <a:lnTo>
                    <a:pt x="750119" y="1669094"/>
                  </a:lnTo>
                  <a:lnTo>
                    <a:pt x="751190" y="1668583"/>
                  </a:lnTo>
                  <a:lnTo>
                    <a:pt x="752262" y="1668072"/>
                  </a:lnTo>
                  <a:lnTo>
                    <a:pt x="753333" y="1667561"/>
                  </a:lnTo>
                  <a:lnTo>
                    <a:pt x="754405" y="1667049"/>
                  </a:lnTo>
                  <a:lnTo>
                    <a:pt x="755477" y="1666536"/>
                  </a:lnTo>
                  <a:lnTo>
                    <a:pt x="756548" y="1666024"/>
                  </a:lnTo>
                  <a:lnTo>
                    <a:pt x="757620" y="1665510"/>
                  </a:lnTo>
                  <a:lnTo>
                    <a:pt x="758691" y="1664997"/>
                  </a:lnTo>
                  <a:lnTo>
                    <a:pt x="759763" y="1664483"/>
                  </a:lnTo>
                  <a:lnTo>
                    <a:pt x="760835" y="1663968"/>
                  </a:lnTo>
                  <a:lnTo>
                    <a:pt x="761906" y="1663453"/>
                  </a:lnTo>
                  <a:lnTo>
                    <a:pt x="762978" y="1662938"/>
                  </a:lnTo>
                  <a:lnTo>
                    <a:pt x="764049" y="1662422"/>
                  </a:lnTo>
                  <a:lnTo>
                    <a:pt x="765121" y="1661906"/>
                  </a:lnTo>
                  <a:lnTo>
                    <a:pt x="766193" y="1661390"/>
                  </a:lnTo>
                  <a:lnTo>
                    <a:pt x="767264" y="1660873"/>
                  </a:lnTo>
                  <a:lnTo>
                    <a:pt x="768336" y="1660355"/>
                  </a:lnTo>
                  <a:lnTo>
                    <a:pt x="769407" y="1659837"/>
                  </a:lnTo>
                  <a:lnTo>
                    <a:pt x="770479" y="1659319"/>
                  </a:lnTo>
                  <a:lnTo>
                    <a:pt x="771551" y="1658801"/>
                  </a:lnTo>
                  <a:lnTo>
                    <a:pt x="772622" y="1658281"/>
                  </a:lnTo>
                  <a:lnTo>
                    <a:pt x="773694" y="1657762"/>
                  </a:lnTo>
                  <a:lnTo>
                    <a:pt x="774765" y="1657242"/>
                  </a:lnTo>
                  <a:lnTo>
                    <a:pt x="775837" y="1656722"/>
                  </a:lnTo>
                  <a:lnTo>
                    <a:pt x="776909" y="1656201"/>
                  </a:lnTo>
                  <a:lnTo>
                    <a:pt x="777980" y="1655680"/>
                  </a:lnTo>
                  <a:lnTo>
                    <a:pt x="779052" y="1655158"/>
                  </a:lnTo>
                  <a:lnTo>
                    <a:pt x="780123" y="1654636"/>
                  </a:lnTo>
                  <a:lnTo>
                    <a:pt x="781195" y="1654114"/>
                  </a:lnTo>
                  <a:lnTo>
                    <a:pt x="782267" y="1653591"/>
                  </a:lnTo>
                  <a:lnTo>
                    <a:pt x="783338" y="1653068"/>
                  </a:lnTo>
                  <a:lnTo>
                    <a:pt x="784410" y="1652544"/>
                  </a:lnTo>
                  <a:lnTo>
                    <a:pt x="785481" y="1652020"/>
                  </a:lnTo>
                  <a:lnTo>
                    <a:pt x="786553" y="1651495"/>
                  </a:lnTo>
                  <a:lnTo>
                    <a:pt x="787625" y="1650970"/>
                  </a:lnTo>
                  <a:lnTo>
                    <a:pt x="788696" y="1650445"/>
                  </a:lnTo>
                  <a:lnTo>
                    <a:pt x="789768" y="1649919"/>
                  </a:lnTo>
                  <a:lnTo>
                    <a:pt x="790839" y="1649393"/>
                  </a:lnTo>
                  <a:lnTo>
                    <a:pt x="791911" y="1648866"/>
                  </a:lnTo>
                  <a:lnTo>
                    <a:pt x="792983" y="1648339"/>
                  </a:lnTo>
                  <a:lnTo>
                    <a:pt x="794054" y="1647812"/>
                  </a:lnTo>
                  <a:lnTo>
                    <a:pt x="795126" y="1647284"/>
                  </a:lnTo>
                  <a:lnTo>
                    <a:pt x="796197" y="1646756"/>
                  </a:lnTo>
                  <a:lnTo>
                    <a:pt x="797269" y="1646227"/>
                  </a:lnTo>
                  <a:lnTo>
                    <a:pt x="798341" y="1645698"/>
                  </a:lnTo>
                  <a:lnTo>
                    <a:pt x="799412" y="1645168"/>
                  </a:lnTo>
                  <a:lnTo>
                    <a:pt x="800484" y="1644638"/>
                  </a:lnTo>
                  <a:lnTo>
                    <a:pt x="801555" y="1644108"/>
                  </a:lnTo>
                  <a:lnTo>
                    <a:pt x="802627" y="1643577"/>
                  </a:lnTo>
                  <a:lnTo>
                    <a:pt x="803699" y="1643045"/>
                  </a:lnTo>
                  <a:lnTo>
                    <a:pt x="804770" y="1642514"/>
                  </a:lnTo>
                  <a:lnTo>
                    <a:pt x="805842" y="1641981"/>
                  </a:lnTo>
                  <a:lnTo>
                    <a:pt x="806913" y="1641449"/>
                  </a:lnTo>
                  <a:lnTo>
                    <a:pt x="807985" y="1640916"/>
                  </a:lnTo>
                  <a:lnTo>
                    <a:pt x="809057" y="1640382"/>
                  </a:lnTo>
                  <a:lnTo>
                    <a:pt x="810128" y="1639849"/>
                  </a:lnTo>
                  <a:lnTo>
                    <a:pt x="811200" y="1639314"/>
                  </a:lnTo>
                  <a:lnTo>
                    <a:pt x="812271" y="1638780"/>
                  </a:lnTo>
                  <a:lnTo>
                    <a:pt x="813343" y="1638244"/>
                  </a:lnTo>
                  <a:lnTo>
                    <a:pt x="814415" y="1637709"/>
                  </a:lnTo>
                  <a:lnTo>
                    <a:pt x="815486" y="1637173"/>
                  </a:lnTo>
                  <a:lnTo>
                    <a:pt x="816558" y="1636637"/>
                  </a:lnTo>
                  <a:lnTo>
                    <a:pt x="817629" y="1636100"/>
                  </a:lnTo>
                  <a:lnTo>
                    <a:pt x="818701" y="1635562"/>
                  </a:lnTo>
                  <a:lnTo>
                    <a:pt x="819773" y="1635025"/>
                  </a:lnTo>
                  <a:lnTo>
                    <a:pt x="820844" y="1634487"/>
                  </a:lnTo>
                  <a:lnTo>
                    <a:pt x="821916" y="1633948"/>
                  </a:lnTo>
                  <a:lnTo>
                    <a:pt x="822987" y="1633409"/>
                  </a:lnTo>
                  <a:lnTo>
                    <a:pt x="824059" y="1632870"/>
                  </a:lnTo>
                  <a:lnTo>
                    <a:pt x="825131" y="1632330"/>
                  </a:lnTo>
                  <a:lnTo>
                    <a:pt x="826202" y="1631790"/>
                  </a:lnTo>
                  <a:lnTo>
                    <a:pt x="827274" y="1631249"/>
                  </a:lnTo>
                  <a:lnTo>
                    <a:pt x="828345" y="1630708"/>
                  </a:lnTo>
                  <a:lnTo>
                    <a:pt x="829417" y="1630166"/>
                  </a:lnTo>
                  <a:lnTo>
                    <a:pt x="830489" y="1629624"/>
                  </a:lnTo>
                  <a:lnTo>
                    <a:pt x="831560" y="1629082"/>
                  </a:lnTo>
                  <a:lnTo>
                    <a:pt x="832632" y="1628539"/>
                  </a:lnTo>
                  <a:lnTo>
                    <a:pt x="833703" y="1627996"/>
                  </a:lnTo>
                  <a:lnTo>
                    <a:pt x="834775" y="1627452"/>
                  </a:lnTo>
                  <a:lnTo>
                    <a:pt x="835847" y="1626908"/>
                  </a:lnTo>
                  <a:lnTo>
                    <a:pt x="836918" y="1626363"/>
                  </a:lnTo>
                  <a:lnTo>
                    <a:pt x="837990" y="1625818"/>
                  </a:lnTo>
                  <a:lnTo>
                    <a:pt x="839061" y="1625273"/>
                  </a:lnTo>
                  <a:lnTo>
                    <a:pt x="840133" y="1624727"/>
                  </a:lnTo>
                  <a:lnTo>
                    <a:pt x="841205" y="1624181"/>
                  </a:lnTo>
                  <a:lnTo>
                    <a:pt x="842276" y="1623634"/>
                  </a:lnTo>
                  <a:lnTo>
                    <a:pt x="843348" y="1623087"/>
                  </a:lnTo>
                  <a:lnTo>
                    <a:pt x="844419" y="1622540"/>
                  </a:lnTo>
                  <a:lnTo>
                    <a:pt x="845491" y="1621992"/>
                  </a:lnTo>
                  <a:lnTo>
                    <a:pt x="846563" y="1621443"/>
                  </a:lnTo>
                  <a:lnTo>
                    <a:pt x="847634" y="1620894"/>
                  </a:lnTo>
                  <a:lnTo>
                    <a:pt x="848706" y="1620345"/>
                  </a:lnTo>
                  <a:lnTo>
                    <a:pt x="849777" y="1619795"/>
                  </a:lnTo>
                  <a:lnTo>
                    <a:pt x="850849" y="1619245"/>
                  </a:lnTo>
                  <a:lnTo>
                    <a:pt x="851921" y="1618695"/>
                  </a:lnTo>
                  <a:lnTo>
                    <a:pt x="852992" y="1618144"/>
                  </a:lnTo>
                  <a:lnTo>
                    <a:pt x="854064" y="1617592"/>
                  </a:lnTo>
                  <a:lnTo>
                    <a:pt x="855135" y="1617040"/>
                  </a:lnTo>
                  <a:lnTo>
                    <a:pt x="856207" y="1616488"/>
                  </a:lnTo>
                  <a:lnTo>
                    <a:pt x="857279" y="1615935"/>
                  </a:lnTo>
                  <a:lnTo>
                    <a:pt x="858350" y="1615382"/>
                  </a:lnTo>
                  <a:lnTo>
                    <a:pt x="859422" y="1614829"/>
                  </a:lnTo>
                  <a:lnTo>
                    <a:pt x="860493" y="1614274"/>
                  </a:lnTo>
                  <a:lnTo>
                    <a:pt x="861565" y="1613720"/>
                  </a:lnTo>
                  <a:lnTo>
                    <a:pt x="862637" y="1613165"/>
                  </a:lnTo>
                  <a:lnTo>
                    <a:pt x="863708" y="1612610"/>
                  </a:lnTo>
                  <a:lnTo>
                    <a:pt x="864780" y="1612054"/>
                  </a:lnTo>
                  <a:lnTo>
                    <a:pt x="865851" y="1611498"/>
                  </a:lnTo>
                  <a:lnTo>
                    <a:pt x="866923" y="1610941"/>
                  </a:lnTo>
                  <a:lnTo>
                    <a:pt x="867995" y="1610384"/>
                  </a:lnTo>
                  <a:lnTo>
                    <a:pt x="869066" y="1609827"/>
                  </a:lnTo>
                  <a:lnTo>
                    <a:pt x="870138" y="1609269"/>
                  </a:lnTo>
                  <a:lnTo>
                    <a:pt x="871209" y="1608710"/>
                  </a:lnTo>
                  <a:lnTo>
                    <a:pt x="872281" y="1608151"/>
                  </a:lnTo>
                  <a:lnTo>
                    <a:pt x="873353" y="1607592"/>
                  </a:lnTo>
                  <a:lnTo>
                    <a:pt x="874424" y="1607033"/>
                  </a:lnTo>
                  <a:lnTo>
                    <a:pt x="875496" y="1606472"/>
                  </a:lnTo>
                  <a:lnTo>
                    <a:pt x="876567" y="1605912"/>
                  </a:lnTo>
                  <a:lnTo>
                    <a:pt x="877639" y="1605351"/>
                  </a:lnTo>
                  <a:lnTo>
                    <a:pt x="878711" y="1604790"/>
                  </a:lnTo>
                  <a:lnTo>
                    <a:pt x="879782" y="1604228"/>
                  </a:lnTo>
                  <a:lnTo>
                    <a:pt x="880854" y="1603665"/>
                  </a:lnTo>
                  <a:lnTo>
                    <a:pt x="881925" y="1603103"/>
                  </a:lnTo>
                  <a:lnTo>
                    <a:pt x="882997" y="1602539"/>
                  </a:lnTo>
                  <a:lnTo>
                    <a:pt x="884069" y="1601976"/>
                  </a:lnTo>
                  <a:lnTo>
                    <a:pt x="885140" y="1601412"/>
                  </a:lnTo>
                  <a:lnTo>
                    <a:pt x="886212" y="1600847"/>
                  </a:lnTo>
                  <a:lnTo>
                    <a:pt x="887283" y="1600282"/>
                  </a:lnTo>
                  <a:lnTo>
                    <a:pt x="888355" y="1599717"/>
                  </a:lnTo>
                  <a:lnTo>
                    <a:pt x="889426" y="1599151"/>
                  </a:lnTo>
                  <a:lnTo>
                    <a:pt x="890498" y="1598585"/>
                  </a:lnTo>
                  <a:lnTo>
                    <a:pt x="891570" y="1598018"/>
                  </a:lnTo>
                  <a:lnTo>
                    <a:pt x="892641" y="1597451"/>
                  </a:lnTo>
                  <a:lnTo>
                    <a:pt x="893713" y="1596884"/>
                  </a:lnTo>
                  <a:lnTo>
                    <a:pt x="894784" y="1596316"/>
                  </a:lnTo>
                  <a:lnTo>
                    <a:pt x="895856" y="1595747"/>
                  </a:lnTo>
                  <a:lnTo>
                    <a:pt x="896928" y="1595179"/>
                  </a:lnTo>
                  <a:lnTo>
                    <a:pt x="897999" y="1594609"/>
                  </a:lnTo>
                  <a:lnTo>
                    <a:pt x="899071" y="1594040"/>
                  </a:lnTo>
                  <a:lnTo>
                    <a:pt x="900142" y="1593469"/>
                  </a:lnTo>
                  <a:lnTo>
                    <a:pt x="901214" y="1592899"/>
                  </a:lnTo>
                  <a:lnTo>
                    <a:pt x="902286" y="1592328"/>
                  </a:lnTo>
                  <a:lnTo>
                    <a:pt x="903357" y="1591756"/>
                  </a:lnTo>
                  <a:lnTo>
                    <a:pt x="904429" y="1591184"/>
                  </a:lnTo>
                  <a:lnTo>
                    <a:pt x="905500" y="1590612"/>
                  </a:lnTo>
                  <a:lnTo>
                    <a:pt x="906572" y="1590039"/>
                  </a:lnTo>
                  <a:lnTo>
                    <a:pt x="907644" y="1589466"/>
                  </a:lnTo>
                  <a:lnTo>
                    <a:pt x="908715" y="1588892"/>
                  </a:lnTo>
                  <a:lnTo>
                    <a:pt x="909787" y="1588318"/>
                  </a:lnTo>
                  <a:lnTo>
                    <a:pt x="910858" y="1587744"/>
                  </a:lnTo>
                  <a:lnTo>
                    <a:pt x="911930" y="1587169"/>
                  </a:lnTo>
                  <a:lnTo>
                    <a:pt x="913002" y="1586593"/>
                  </a:lnTo>
                  <a:lnTo>
                    <a:pt x="914073" y="1586017"/>
                  </a:lnTo>
                  <a:lnTo>
                    <a:pt x="915145" y="1585441"/>
                  </a:lnTo>
                  <a:lnTo>
                    <a:pt x="916216" y="1584864"/>
                  </a:lnTo>
                  <a:lnTo>
                    <a:pt x="917288" y="1584287"/>
                  </a:lnTo>
                  <a:lnTo>
                    <a:pt x="918360" y="1583709"/>
                  </a:lnTo>
                  <a:lnTo>
                    <a:pt x="919431" y="1583131"/>
                  </a:lnTo>
                  <a:lnTo>
                    <a:pt x="920503" y="1582553"/>
                  </a:lnTo>
                  <a:lnTo>
                    <a:pt x="921574" y="1581974"/>
                  </a:lnTo>
                  <a:lnTo>
                    <a:pt x="922646" y="1581394"/>
                  </a:lnTo>
                  <a:lnTo>
                    <a:pt x="923718" y="1580815"/>
                  </a:lnTo>
                  <a:lnTo>
                    <a:pt x="924789" y="1580234"/>
                  </a:lnTo>
                  <a:lnTo>
                    <a:pt x="925861" y="1579653"/>
                  </a:lnTo>
                  <a:lnTo>
                    <a:pt x="926932" y="1579072"/>
                  </a:lnTo>
                  <a:lnTo>
                    <a:pt x="928004" y="1578491"/>
                  </a:lnTo>
                  <a:lnTo>
                    <a:pt x="929076" y="1577909"/>
                  </a:lnTo>
                  <a:lnTo>
                    <a:pt x="930147" y="1577326"/>
                  </a:lnTo>
                  <a:lnTo>
                    <a:pt x="931219" y="1576743"/>
                  </a:lnTo>
                  <a:lnTo>
                    <a:pt x="932290" y="1576160"/>
                  </a:lnTo>
                  <a:lnTo>
                    <a:pt x="933362" y="1575576"/>
                  </a:lnTo>
                  <a:lnTo>
                    <a:pt x="934434" y="1574992"/>
                  </a:lnTo>
                  <a:lnTo>
                    <a:pt x="935505" y="1574407"/>
                  </a:lnTo>
                  <a:lnTo>
                    <a:pt x="936577" y="1573822"/>
                  </a:lnTo>
                  <a:lnTo>
                    <a:pt x="937648" y="1573236"/>
                  </a:lnTo>
                  <a:lnTo>
                    <a:pt x="938720" y="1572650"/>
                  </a:lnTo>
                  <a:lnTo>
                    <a:pt x="939792" y="1572064"/>
                  </a:lnTo>
                  <a:lnTo>
                    <a:pt x="940863" y="1571477"/>
                  </a:lnTo>
                  <a:lnTo>
                    <a:pt x="941935" y="1570889"/>
                  </a:lnTo>
                  <a:lnTo>
                    <a:pt x="943006" y="1570302"/>
                  </a:lnTo>
                  <a:lnTo>
                    <a:pt x="944078" y="1569713"/>
                  </a:lnTo>
                  <a:lnTo>
                    <a:pt x="945150" y="1569125"/>
                  </a:lnTo>
                  <a:lnTo>
                    <a:pt x="946221" y="1568535"/>
                  </a:lnTo>
                  <a:lnTo>
                    <a:pt x="947293" y="1567946"/>
                  </a:lnTo>
                  <a:lnTo>
                    <a:pt x="948364" y="1567356"/>
                  </a:lnTo>
                  <a:lnTo>
                    <a:pt x="949436" y="1566765"/>
                  </a:lnTo>
                  <a:lnTo>
                    <a:pt x="950508" y="1566174"/>
                  </a:lnTo>
                  <a:lnTo>
                    <a:pt x="951579" y="1565583"/>
                  </a:lnTo>
                  <a:lnTo>
                    <a:pt x="952651" y="1564991"/>
                  </a:lnTo>
                  <a:lnTo>
                    <a:pt x="953722" y="1564399"/>
                  </a:lnTo>
                  <a:lnTo>
                    <a:pt x="954794" y="1563806"/>
                  </a:lnTo>
                  <a:lnTo>
                    <a:pt x="955866" y="1563213"/>
                  </a:lnTo>
                  <a:lnTo>
                    <a:pt x="956937" y="1562619"/>
                  </a:lnTo>
                  <a:lnTo>
                    <a:pt x="958009" y="1562025"/>
                  </a:lnTo>
                  <a:lnTo>
                    <a:pt x="959080" y="1561431"/>
                  </a:lnTo>
                  <a:lnTo>
                    <a:pt x="960152" y="1560836"/>
                  </a:lnTo>
                  <a:lnTo>
                    <a:pt x="961224" y="1560240"/>
                  </a:lnTo>
                  <a:lnTo>
                    <a:pt x="962295" y="1559645"/>
                  </a:lnTo>
                  <a:lnTo>
                    <a:pt x="963367" y="1559048"/>
                  </a:lnTo>
                  <a:lnTo>
                    <a:pt x="964438" y="1558452"/>
                  </a:lnTo>
                  <a:lnTo>
                    <a:pt x="965510" y="1557854"/>
                  </a:lnTo>
                  <a:lnTo>
                    <a:pt x="966582" y="1557257"/>
                  </a:lnTo>
                  <a:lnTo>
                    <a:pt x="967653" y="1556659"/>
                  </a:lnTo>
                  <a:lnTo>
                    <a:pt x="968725" y="1556060"/>
                  </a:lnTo>
                  <a:lnTo>
                    <a:pt x="969796" y="1555461"/>
                  </a:lnTo>
                  <a:lnTo>
                    <a:pt x="970868" y="1554862"/>
                  </a:lnTo>
                  <a:lnTo>
                    <a:pt x="971940" y="1554262"/>
                  </a:lnTo>
                  <a:lnTo>
                    <a:pt x="973011" y="1553662"/>
                  </a:lnTo>
                  <a:lnTo>
                    <a:pt x="974083" y="1553061"/>
                  </a:lnTo>
                  <a:lnTo>
                    <a:pt x="975154" y="1552460"/>
                  </a:lnTo>
                  <a:lnTo>
                    <a:pt x="976226" y="1551858"/>
                  </a:lnTo>
                  <a:lnTo>
                    <a:pt x="977298" y="1551256"/>
                  </a:lnTo>
                  <a:lnTo>
                    <a:pt x="978369" y="1550653"/>
                  </a:lnTo>
                  <a:lnTo>
                    <a:pt x="979441" y="1550050"/>
                  </a:lnTo>
                  <a:lnTo>
                    <a:pt x="980512" y="1549447"/>
                  </a:lnTo>
                  <a:lnTo>
                    <a:pt x="981584" y="1548843"/>
                  </a:lnTo>
                  <a:lnTo>
                    <a:pt x="982656" y="1548239"/>
                  </a:lnTo>
                  <a:lnTo>
                    <a:pt x="983727" y="1547634"/>
                  </a:lnTo>
                  <a:lnTo>
                    <a:pt x="984799" y="1547029"/>
                  </a:lnTo>
                  <a:lnTo>
                    <a:pt x="985870" y="1546423"/>
                  </a:lnTo>
                  <a:lnTo>
                    <a:pt x="986942" y="1545817"/>
                  </a:lnTo>
                  <a:lnTo>
                    <a:pt x="988014" y="1545210"/>
                  </a:lnTo>
                  <a:lnTo>
                    <a:pt x="989085" y="1544603"/>
                  </a:lnTo>
                  <a:lnTo>
                    <a:pt x="990157" y="1543996"/>
                  </a:lnTo>
                  <a:lnTo>
                    <a:pt x="991228" y="1543388"/>
                  </a:lnTo>
                  <a:lnTo>
                    <a:pt x="992300" y="1542780"/>
                  </a:lnTo>
                  <a:lnTo>
                    <a:pt x="993372" y="1542171"/>
                  </a:lnTo>
                  <a:lnTo>
                    <a:pt x="994443" y="1541561"/>
                  </a:lnTo>
                  <a:lnTo>
                    <a:pt x="995515" y="1540952"/>
                  </a:lnTo>
                  <a:lnTo>
                    <a:pt x="996586" y="1540342"/>
                  </a:lnTo>
                  <a:lnTo>
                    <a:pt x="997658" y="1539731"/>
                  </a:lnTo>
                  <a:lnTo>
                    <a:pt x="998730" y="1539120"/>
                  </a:lnTo>
                  <a:lnTo>
                    <a:pt x="999801" y="1538508"/>
                  </a:lnTo>
                  <a:lnTo>
                    <a:pt x="1000873" y="1537896"/>
                  </a:lnTo>
                  <a:lnTo>
                    <a:pt x="1001944" y="1537284"/>
                  </a:lnTo>
                  <a:lnTo>
                    <a:pt x="1003016" y="1536671"/>
                  </a:lnTo>
                  <a:lnTo>
                    <a:pt x="1004088" y="1536058"/>
                  </a:lnTo>
                  <a:lnTo>
                    <a:pt x="1005159" y="1535444"/>
                  </a:lnTo>
                  <a:lnTo>
                    <a:pt x="1006231" y="1534830"/>
                  </a:lnTo>
                  <a:lnTo>
                    <a:pt x="1007302" y="1534215"/>
                  </a:lnTo>
                  <a:lnTo>
                    <a:pt x="1008374" y="1533600"/>
                  </a:lnTo>
                  <a:lnTo>
                    <a:pt x="1009446" y="1532984"/>
                  </a:lnTo>
                  <a:lnTo>
                    <a:pt x="1010517" y="1532368"/>
                  </a:lnTo>
                  <a:lnTo>
                    <a:pt x="1011589" y="1531752"/>
                  </a:lnTo>
                  <a:lnTo>
                    <a:pt x="1012660" y="1531135"/>
                  </a:lnTo>
                  <a:lnTo>
                    <a:pt x="1013732" y="1530517"/>
                  </a:lnTo>
                  <a:lnTo>
                    <a:pt x="1014804" y="1529899"/>
                  </a:lnTo>
                  <a:lnTo>
                    <a:pt x="1015875" y="1529281"/>
                  </a:lnTo>
                  <a:lnTo>
                    <a:pt x="1016947" y="1528662"/>
                  </a:lnTo>
                  <a:lnTo>
                    <a:pt x="1018018" y="1528043"/>
                  </a:lnTo>
                  <a:lnTo>
                    <a:pt x="1019090" y="1527424"/>
                  </a:lnTo>
                  <a:lnTo>
                    <a:pt x="1020162" y="1526803"/>
                  </a:lnTo>
                  <a:lnTo>
                    <a:pt x="1021233" y="1526183"/>
                  </a:lnTo>
                  <a:lnTo>
                    <a:pt x="1022305" y="1525562"/>
                  </a:lnTo>
                  <a:lnTo>
                    <a:pt x="1023376" y="1524940"/>
                  </a:lnTo>
                  <a:lnTo>
                    <a:pt x="1024448" y="1524319"/>
                  </a:lnTo>
                  <a:lnTo>
                    <a:pt x="1025520" y="1523696"/>
                  </a:lnTo>
                  <a:lnTo>
                    <a:pt x="1026591" y="1523073"/>
                  </a:lnTo>
                  <a:lnTo>
                    <a:pt x="1027663" y="1522450"/>
                  </a:lnTo>
                  <a:lnTo>
                    <a:pt x="1028734" y="1521826"/>
                  </a:lnTo>
                  <a:lnTo>
                    <a:pt x="1029806" y="1521202"/>
                  </a:lnTo>
                  <a:lnTo>
                    <a:pt x="1030878" y="1520578"/>
                  </a:lnTo>
                  <a:lnTo>
                    <a:pt x="1031949" y="1519952"/>
                  </a:lnTo>
                  <a:lnTo>
                    <a:pt x="1033021" y="1519327"/>
                  </a:lnTo>
                  <a:lnTo>
                    <a:pt x="1034092" y="1518701"/>
                  </a:lnTo>
                  <a:lnTo>
                    <a:pt x="1035164" y="1518074"/>
                  </a:lnTo>
                  <a:lnTo>
                    <a:pt x="1036236" y="1517448"/>
                  </a:lnTo>
                  <a:lnTo>
                    <a:pt x="1037307" y="1516820"/>
                  </a:lnTo>
                  <a:lnTo>
                    <a:pt x="1038379" y="1516192"/>
                  </a:lnTo>
                  <a:lnTo>
                    <a:pt x="1039450" y="1515564"/>
                  </a:lnTo>
                  <a:lnTo>
                    <a:pt x="1040522" y="1514935"/>
                  </a:lnTo>
                  <a:lnTo>
                    <a:pt x="1041594" y="1514306"/>
                  </a:lnTo>
                  <a:lnTo>
                    <a:pt x="1042665" y="1513677"/>
                  </a:lnTo>
                  <a:lnTo>
                    <a:pt x="1043737" y="1513046"/>
                  </a:lnTo>
                  <a:lnTo>
                    <a:pt x="1044808" y="1512416"/>
                  </a:lnTo>
                  <a:lnTo>
                    <a:pt x="1045880" y="1511785"/>
                  </a:lnTo>
                  <a:lnTo>
                    <a:pt x="1046952" y="1511154"/>
                  </a:lnTo>
                  <a:lnTo>
                    <a:pt x="1048023" y="1510522"/>
                  </a:lnTo>
                  <a:lnTo>
                    <a:pt x="1049095" y="1509889"/>
                  </a:lnTo>
                  <a:lnTo>
                    <a:pt x="1050166" y="1509256"/>
                  </a:lnTo>
                  <a:lnTo>
                    <a:pt x="1051238" y="1508623"/>
                  </a:lnTo>
                  <a:lnTo>
                    <a:pt x="1052310" y="1507989"/>
                  </a:lnTo>
                  <a:lnTo>
                    <a:pt x="1053381" y="1507355"/>
                  </a:lnTo>
                  <a:lnTo>
                    <a:pt x="1054453" y="1506721"/>
                  </a:lnTo>
                  <a:lnTo>
                    <a:pt x="1055524" y="1506086"/>
                  </a:lnTo>
                  <a:lnTo>
                    <a:pt x="1056596" y="1505450"/>
                  </a:lnTo>
                  <a:lnTo>
                    <a:pt x="1057668" y="1504814"/>
                  </a:lnTo>
                  <a:lnTo>
                    <a:pt x="1058739" y="1504178"/>
                  </a:lnTo>
                  <a:lnTo>
                    <a:pt x="1059811" y="1503541"/>
                  </a:lnTo>
                  <a:lnTo>
                    <a:pt x="1060882" y="1502903"/>
                  </a:lnTo>
                  <a:lnTo>
                    <a:pt x="1061954" y="1502266"/>
                  </a:lnTo>
                  <a:lnTo>
                    <a:pt x="1063026" y="1501627"/>
                  </a:lnTo>
                  <a:lnTo>
                    <a:pt x="1064097" y="1500989"/>
                  </a:lnTo>
                  <a:lnTo>
                    <a:pt x="1065169" y="1500349"/>
                  </a:lnTo>
                  <a:lnTo>
                    <a:pt x="1066240" y="1499710"/>
                  </a:lnTo>
                  <a:lnTo>
                    <a:pt x="1067312" y="1499070"/>
                  </a:lnTo>
                  <a:lnTo>
                    <a:pt x="1068383" y="1498429"/>
                  </a:lnTo>
                  <a:lnTo>
                    <a:pt x="1069455" y="1497788"/>
                  </a:lnTo>
                  <a:lnTo>
                    <a:pt x="1070527" y="1497147"/>
                  </a:lnTo>
                  <a:lnTo>
                    <a:pt x="1071598" y="1496505"/>
                  </a:lnTo>
                  <a:lnTo>
                    <a:pt x="1072670" y="1495862"/>
                  </a:lnTo>
                  <a:lnTo>
                    <a:pt x="1073741" y="1495219"/>
                  </a:lnTo>
                  <a:lnTo>
                    <a:pt x="1074813" y="1494576"/>
                  </a:lnTo>
                  <a:lnTo>
                    <a:pt x="1075885" y="1493932"/>
                  </a:lnTo>
                  <a:lnTo>
                    <a:pt x="1076956" y="1493288"/>
                  </a:lnTo>
                  <a:lnTo>
                    <a:pt x="1078028" y="1492644"/>
                  </a:lnTo>
                  <a:lnTo>
                    <a:pt x="1079099" y="1491998"/>
                  </a:lnTo>
                  <a:lnTo>
                    <a:pt x="1080171" y="1491353"/>
                  </a:lnTo>
                  <a:lnTo>
                    <a:pt x="1081243" y="1490707"/>
                  </a:lnTo>
                  <a:lnTo>
                    <a:pt x="1082314" y="1490060"/>
                  </a:lnTo>
                  <a:lnTo>
                    <a:pt x="1083386" y="1489413"/>
                  </a:lnTo>
                  <a:lnTo>
                    <a:pt x="1084457" y="1488766"/>
                  </a:lnTo>
                  <a:lnTo>
                    <a:pt x="1085529" y="1488118"/>
                  </a:lnTo>
                  <a:lnTo>
                    <a:pt x="1086601" y="1487470"/>
                  </a:lnTo>
                  <a:lnTo>
                    <a:pt x="1087672" y="1486821"/>
                  </a:lnTo>
                  <a:lnTo>
                    <a:pt x="1088744" y="1486172"/>
                  </a:lnTo>
                  <a:lnTo>
                    <a:pt x="1089815" y="1485522"/>
                  </a:lnTo>
                  <a:lnTo>
                    <a:pt x="1090887" y="1484872"/>
                  </a:lnTo>
                  <a:lnTo>
                    <a:pt x="1091959" y="1484221"/>
                  </a:lnTo>
                  <a:lnTo>
                    <a:pt x="1093030" y="1483570"/>
                  </a:lnTo>
                  <a:lnTo>
                    <a:pt x="1094102" y="1482919"/>
                  </a:lnTo>
                  <a:lnTo>
                    <a:pt x="1095173" y="1482267"/>
                  </a:lnTo>
                  <a:lnTo>
                    <a:pt x="1096245" y="1481614"/>
                  </a:lnTo>
                  <a:lnTo>
                    <a:pt x="1097317" y="1480962"/>
                  </a:lnTo>
                  <a:lnTo>
                    <a:pt x="1098388" y="1480308"/>
                  </a:lnTo>
                  <a:lnTo>
                    <a:pt x="1099460" y="1479655"/>
                  </a:lnTo>
                  <a:lnTo>
                    <a:pt x="1100531" y="1479000"/>
                  </a:lnTo>
                  <a:lnTo>
                    <a:pt x="1101603" y="1478346"/>
                  </a:lnTo>
                  <a:lnTo>
                    <a:pt x="1102675" y="1477690"/>
                  </a:lnTo>
                  <a:lnTo>
                    <a:pt x="1103746" y="1477035"/>
                  </a:lnTo>
                  <a:lnTo>
                    <a:pt x="1104818" y="1476379"/>
                  </a:lnTo>
                  <a:lnTo>
                    <a:pt x="1105889" y="1475722"/>
                  </a:lnTo>
                  <a:lnTo>
                    <a:pt x="1106961" y="1475065"/>
                  </a:lnTo>
                  <a:lnTo>
                    <a:pt x="1108033" y="1474408"/>
                  </a:lnTo>
                  <a:lnTo>
                    <a:pt x="1109104" y="1473750"/>
                  </a:lnTo>
                  <a:lnTo>
                    <a:pt x="1110176" y="1473092"/>
                  </a:lnTo>
                  <a:lnTo>
                    <a:pt x="1111247" y="1472433"/>
                  </a:lnTo>
                  <a:lnTo>
                    <a:pt x="1112319" y="1471774"/>
                  </a:lnTo>
                  <a:lnTo>
                    <a:pt x="1113391" y="1471114"/>
                  </a:lnTo>
                  <a:lnTo>
                    <a:pt x="1114462" y="1470454"/>
                  </a:lnTo>
                  <a:lnTo>
                    <a:pt x="1115534" y="1469794"/>
                  </a:lnTo>
                  <a:lnTo>
                    <a:pt x="1116605" y="1469133"/>
                  </a:lnTo>
                  <a:lnTo>
                    <a:pt x="1117677" y="1468471"/>
                  </a:lnTo>
                  <a:lnTo>
                    <a:pt x="1118749" y="1467809"/>
                  </a:lnTo>
                  <a:lnTo>
                    <a:pt x="1119820" y="1467147"/>
                  </a:lnTo>
                  <a:lnTo>
                    <a:pt x="1120892" y="1466484"/>
                  </a:lnTo>
                  <a:lnTo>
                    <a:pt x="1121963" y="1465821"/>
                  </a:lnTo>
                  <a:lnTo>
                    <a:pt x="1123035" y="1465157"/>
                  </a:lnTo>
                  <a:lnTo>
                    <a:pt x="1124107" y="1464493"/>
                  </a:lnTo>
                  <a:lnTo>
                    <a:pt x="1125178" y="1463828"/>
                  </a:lnTo>
                  <a:lnTo>
                    <a:pt x="1126250" y="1463163"/>
                  </a:lnTo>
                  <a:lnTo>
                    <a:pt x="1127321" y="1462498"/>
                  </a:lnTo>
                  <a:lnTo>
                    <a:pt x="1128393" y="1461832"/>
                  </a:lnTo>
                  <a:lnTo>
                    <a:pt x="1129465" y="1461165"/>
                  </a:lnTo>
                  <a:lnTo>
                    <a:pt x="1130536" y="1460499"/>
                  </a:lnTo>
                  <a:lnTo>
                    <a:pt x="1131608" y="1459831"/>
                  </a:lnTo>
                  <a:lnTo>
                    <a:pt x="1132679" y="1459164"/>
                  </a:lnTo>
                  <a:lnTo>
                    <a:pt x="1133751" y="1458495"/>
                  </a:lnTo>
                  <a:lnTo>
                    <a:pt x="1134823" y="1457827"/>
                  </a:lnTo>
                  <a:lnTo>
                    <a:pt x="1135894" y="1457158"/>
                  </a:lnTo>
                  <a:lnTo>
                    <a:pt x="1136966" y="1456488"/>
                  </a:lnTo>
                  <a:lnTo>
                    <a:pt x="1138037" y="1455818"/>
                  </a:lnTo>
                  <a:lnTo>
                    <a:pt x="1139109" y="1455148"/>
                  </a:lnTo>
                  <a:lnTo>
                    <a:pt x="1140181" y="1454477"/>
                  </a:lnTo>
                  <a:lnTo>
                    <a:pt x="1141252" y="1453805"/>
                  </a:lnTo>
                  <a:lnTo>
                    <a:pt x="1142324" y="1453134"/>
                  </a:lnTo>
                  <a:lnTo>
                    <a:pt x="1143395" y="1452461"/>
                  </a:lnTo>
                  <a:lnTo>
                    <a:pt x="1144467" y="1451789"/>
                  </a:lnTo>
                  <a:lnTo>
                    <a:pt x="1145539" y="1451116"/>
                  </a:lnTo>
                  <a:lnTo>
                    <a:pt x="1146610" y="1450442"/>
                  </a:lnTo>
                  <a:lnTo>
                    <a:pt x="1147682" y="1449768"/>
                  </a:lnTo>
                  <a:lnTo>
                    <a:pt x="1148753" y="1449094"/>
                  </a:lnTo>
                  <a:lnTo>
                    <a:pt x="1149825" y="1448419"/>
                  </a:lnTo>
                  <a:lnTo>
                    <a:pt x="1150897" y="1447744"/>
                  </a:lnTo>
                  <a:lnTo>
                    <a:pt x="1151968" y="1447068"/>
                  </a:lnTo>
                  <a:lnTo>
                    <a:pt x="1153040" y="1446392"/>
                  </a:lnTo>
                  <a:lnTo>
                    <a:pt x="1154111" y="1445715"/>
                  </a:lnTo>
                  <a:lnTo>
                    <a:pt x="1155183" y="1445038"/>
                  </a:lnTo>
                  <a:lnTo>
                    <a:pt x="1156255" y="1444360"/>
                  </a:lnTo>
                  <a:lnTo>
                    <a:pt x="1157326" y="1443682"/>
                  </a:lnTo>
                  <a:lnTo>
                    <a:pt x="1158398" y="1443004"/>
                  </a:lnTo>
                  <a:lnTo>
                    <a:pt x="1159469" y="1442325"/>
                  </a:lnTo>
                  <a:lnTo>
                    <a:pt x="1160541" y="1441646"/>
                  </a:lnTo>
                  <a:lnTo>
                    <a:pt x="1161613" y="1440966"/>
                  </a:lnTo>
                  <a:lnTo>
                    <a:pt x="1162684" y="1440286"/>
                  </a:lnTo>
                  <a:lnTo>
                    <a:pt x="1163756" y="1439605"/>
                  </a:lnTo>
                  <a:lnTo>
                    <a:pt x="1164827" y="1438924"/>
                  </a:lnTo>
                  <a:lnTo>
                    <a:pt x="1165899" y="1438243"/>
                  </a:lnTo>
                  <a:lnTo>
                    <a:pt x="1166971" y="1437561"/>
                  </a:lnTo>
                  <a:lnTo>
                    <a:pt x="1168042" y="1436878"/>
                  </a:lnTo>
                  <a:lnTo>
                    <a:pt x="1169114" y="1436195"/>
                  </a:lnTo>
                  <a:lnTo>
                    <a:pt x="1170185" y="1435512"/>
                  </a:lnTo>
                  <a:lnTo>
                    <a:pt x="1171257" y="1434828"/>
                  </a:lnTo>
                  <a:lnTo>
                    <a:pt x="1172329" y="1434144"/>
                  </a:lnTo>
                  <a:lnTo>
                    <a:pt x="1173400" y="1433460"/>
                  </a:lnTo>
                  <a:lnTo>
                    <a:pt x="1174472" y="1432775"/>
                  </a:lnTo>
                  <a:lnTo>
                    <a:pt x="1175543" y="1432089"/>
                  </a:lnTo>
                  <a:lnTo>
                    <a:pt x="1176615" y="1431403"/>
                  </a:lnTo>
                  <a:lnTo>
                    <a:pt x="1177687" y="1430717"/>
                  </a:lnTo>
                  <a:lnTo>
                    <a:pt x="1178758" y="1430030"/>
                  </a:lnTo>
                  <a:lnTo>
                    <a:pt x="1179830" y="1429343"/>
                  </a:lnTo>
                  <a:lnTo>
                    <a:pt x="1180901" y="1428655"/>
                  </a:lnTo>
                  <a:lnTo>
                    <a:pt x="1181973" y="1427967"/>
                  </a:lnTo>
                  <a:lnTo>
                    <a:pt x="1183045" y="1427279"/>
                  </a:lnTo>
                  <a:lnTo>
                    <a:pt x="1184116" y="1426590"/>
                  </a:lnTo>
                  <a:lnTo>
                    <a:pt x="1185188" y="1425900"/>
                  </a:lnTo>
                  <a:lnTo>
                    <a:pt x="1186259" y="1425211"/>
                  </a:lnTo>
                  <a:lnTo>
                    <a:pt x="1187331" y="1424520"/>
                  </a:lnTo>
                  <a:lnTo>
                    <a:pt x="1188403" y="1423830"/>
                  </a:lnTo>
                  <a:lnTo>
                    <a:pt x="1189474" y="1423138"/>
                  </a:lnTo>
                  <a:lnTo>
                    <a:pt x="1190546" y="1422447"/>
                  </a:lnTo>
                  <a:lnTo>
                    <a:pt x="1191617" y="1421755"/>
                  </a:lnTo>
                  <a:lnTo>
                    <a:pt x="1192689" y="1421063"/>
                  </a:lnTo>
                  <a:lnTo>
                    <a:pt x="1193761" y="1420370"/>
                  </a:lnTo>
                  <a:lnTo>
                    <a:pt x="1194832" y="1419676"/>
                  </a:lnTo>
                  <a:lnTo>
                    <a:pt x="1195904" y="1418983"/>
                  </a:lnTo>
                  <a:lnTo>
                    <a:pt x="1196975" y="1418288"/>
                  </a:lnTo>
                  <a:lnTo>
                    <a:pt x="1198047" y="1417594"/>
                  </a:lnTo>
                  <a:lnTo>
                    <a:pt x="1199119" y="1416899"/>
                  </a:lnTo>
                  <a:lnTo>
                    <a:pt x="1200190" y="1416203"/>
                  </a:lnTo>
                  <a:lnTo>
                    <a:pt x="1201262" y="1415508"/>
                  </a:lnTo>
                  <a:lnTo>
                    <a:pt x="1202333" y="1414811"/>
                  </a:lnTo>
                  <a:lnTo>
                    <a:pt x="1203405" y="1414114"/>
                  </a:lnTo>
                  <a:lnTo>
                    <a:pt x="1204477" y="1413417"/>
                  </a:lnTo>
                  <a:lnTo>
                    <a:pt x="1205548" y="1412720"/>
                  </a:lnTo>
                  <a:lnTo>
                    <a:pt x="1206620" y="1412022"/>
                  </a:lnTo>
                  <a:lnTo>
                    <a:pt x="1207691" y="1411323"/>
                  </a:lnTo>
                  <a:lnTo>
                    <a:pt x="1208763" y="1410624"/>
                  </a:lnTo>
                  <a:lnTo>
                    <a:pt x="1209835" y="1409925"/>
                  </a:lnTo>
                  <a:lnTo>
                    <a:pt x="1210906" y="1409225"/>
                  </a:lnTo>
                  <a:lnTo>
                    <a:pt x="1211978" y="1408525"/>
                  </a:lnTo>
                  <a:lnTo>
                    <a:pt x="1213049" y="1407824"/>
                  </a:lnTo>
                  <a:lnTo>
                    <a:pt x="1214121" y="1407123"/>
                  </a:lnTo>
                  <a:lnTo>
                    <a:pt x="1215193" y="1406422"/>
                  </a:lnTo>
                  <a:lnTo>
                    <a:pt x="1216264" y="1405720"/>
                  </a:lnTo>
                  <a:lnTo>
                    <a:pt x="1217336" y="1405018"/>
                  </a:lnTo>
                  <a:lnTo>
                    <a:pt x="1218407" y="1404315"/>
                  </a:lnTo>
                  <a:lnTo>
                    <a:pt x="1219479" y="1403612"/>
                  </a:lnTo>
                  <a:lnTo>
                    <a:pt x="1220551" y="1402908"/>
                  </a:lnTo>
                  <a:lnTo>
                    <a:pt x="1221622" y="1402204"/>
                  </a:lnTo>
                  <a:lnTo>
                    <a:pt x="1222694" y="1401500"/>
                  </a:lnTo>
                  <a:lnTo>
                    <a:pt x="1223765" y="1400795"/>
                  </a:lnTo>
                  <a:lnTo>
                    <a:pt x="1224837" y="1400090"/>
                  </a:lnTo>
                  <a:lnTo>
                    <a:pt x="1225909" y="1399384"/>
                  </a:lnTo>
                  <a:lnTo>
                    <a:pt x="1226980" y="1398678"/>
                  </a:lnTo>
                  <a:lnTo>
                    <a:pt x="1228052" y="1397971"/>
                  </a:lnTo>
                  <a:lnTo>
                    <a:pt x="1229123" y="1397264"/>
                  </a:lnTo>
                  <a:lnTo>
                    <a:pt x="1230195" y="1396557"/>
                  </a:lnTo>
                  <a:lnTo>
                    <a:pt x="1231267" y="1395849"/>
                  </a:lnTo>
                  <a:lnTo>
                    <a:pt x="1232338" y="1395141"/>
                  </a:lnTo>
                  <a:lnTo>
                    <a:pt x="1233410" y="1394432"/>
                  </a:lnTo>
                  <a:lnTo>
                    <a:pt x="1234481" y="1393723"/>
                  </a:lnTo>
                  <a:lnTo>
                    <a:pt x="1235553" y="1393014"/>
                  </a:lnTo>
                  <a:lnTo>
                    <a:pt x="1236625" y="1392304"/>
                  </a:lnTo>
                  <a:lnTo>
                    <a:pt x="1237696" y="1391593"/>
                  </a:lnTo>
                  <a:lnTo>
                    <a:pt x="1238768" y="1390883"/>
                  </a:lnTo>
                  <a:lnTo>
                    <a:pt x="1239839" y="1390172"/>
                  </a:lnTo>
                  <a:lnTo>
                    <a:pt x="1240911" y="1389460"/>
                  </a:lnTo>
                  <a:lnTo>
                    <a:pt x="1241983" y="1388748"/>
                  </a:lnTo>
                  <a:lnTo>
                    <a:pt x="1243054" y="1388036"/>
                  </a:lnTo>
                  <a:lnTo>
                    <a:pt x="1244126" y="1387323"/>
                  </a:lnTo>
                  <a:lnTo>
                    <a:pt x="1245197" y="1386609"/>
                  </a:lnTo>
                  <a:lnTo>
                    <a:pt x="1246269" y="1385896"/>
                  </a:lnTo>
                  <a:lnTo>
                    <a:pt x="1247340" y="1385182"/>
                  </a:lnTo>
                  <a:lnTo>
                    <a:pt x="1248412" y="1384467"/>
                  </a:lnTo>
                  <a:lnTo>
                    <a:pt x="1249484" y="1383752"/>
                  </a:lnTo>
                  <a:lnTo>
                    <a:pt x="1250555" y="1383037"/>
                  </a:lnTo>
                  <a:lnTo>
                    <a:pt x="1251627" y="1382321"/>
                  </a:lnTo>
                  <a:lnTo>
                    <a:pt x="1252698" y="1381605"/>
                  </a:lnTo>
                  <a:lnTo>
                    <a:pt x="1253770" y="1380888"/>
                  </a:lnTo>
                  <a:lnTo>
                    <a:pt x="1254842" y="1380171"/>
                  </a:lnTo>
                  <a:lnTo>
                    <a:pt x="1255913" y="1379454"/>
                  </a:lnTo>
                  <a:lnTo>
                    <a:pt x="1256985" y="1378736"/>
                  </a:lnTo>
                  <a:lnTo>
                    <a:pt x="1258056" y="1378018"/>
                  </a:lnTo>
                  <a:lnTo>
                    <a:pt x="1259128" y="1377299"/>
                  </a:lnTo>
                  <a:lnTo>
                    <a:pt x="1260200" y="1376580"/>
                  </a:lnTo>
                  <a:lnTo>
                    <a:pt x="1261271" y="1375861"/>
                  </a:lnTo>
                  <a:lnTo>
                    <a:pt x="1262343" y="1375141"/>
                  </a:lnTo>
                  <a:lnTo>
                    <a:pt x="1263414" y="1374421"/>
                  </a:lnTo>
                  <a:lnTo>
                    <a:pt x="1264486" y="1373700"/>
                  </a:lnTo>
                  <a:lnTo>
                    <a:pt x="1265558" y="1372979"/>
                  </a:lnTo>
                  <a:lnTo>
                    <a:pt x="1266629" y="1372257"/>
                  </a:lnTo>
                  <a:lnTo>
                    <a:pt x="1267701" y="1371535"/>
                  </a:lnTo>
                  <a:lnTo>
                    <a:pt x="1268772" y="1370813"/>
                  </a:lnTo>
                  <a:lnTo>
                    <a:pt x="1269844" y="1370090"/>
                  </a:lnTo>
                  <a:lnTo>
                    <a:pt x="1270916" y="1369367"/>
                  </a:lnTo>
                  <a:lnTo>
                    <a:pt x="1271987" y="1368644"/>
                  </a:lnTo>
                  <a:lnTo>
                    <a:pt x="1273059" y="1367920"/>
                  </a:lnTo>
                  <a:lnTo>
                    <a:pt x="1274130" y="1367195"/>
                  </a:lnTo>
                  <a:lnTo>
                    <a:pt x="1275202" y="1366471"/>
                  </a:lnTo>
                  <a:lnTo>
                    <a:pt x="1276274" y="1365745"/>
                  </a:lnTo>
                  <a:lnTo>
                    <a:pt x="1277345" y="1365020"/>
                  </a:lnTo>
                  <a:lnTo>
                    <a:pt x="1278417" y="1364294"/>
                  </a:lnTo>
                  <a:lnTo>
                    <a:pt x="1279488" y="1363567"/>
                  </a:lnTo>
                  <a:lnTo>
                    <a:pt x="1280560" y="1362841"/>
                  </a:lnTo>
                  <a:lnTo>
                    <a:pt x="1281632" y="1362113"/>
                  </a:lnTo>
                  <a:lnTo>
                    <a:pt x="1282703" y="1361386"/>
                  </a:lnTo>
                  <a:lnTo>
                    <a:pt x="1283775" y="1360658"/>
                  </a:lnTo>
                  <a:lnTo>
                    <a:pt x="1284846" y="1359930"/>
                  </a:lnTo>
                  <a:lnTo>
                    <a:pt x="1285918" y="1359201"/>
                  </a:lnTo>
                  <a:lnTo>
                    <a:pt x="1286990" y="1358472"/>
                  </a:lnTo>
                  <a:lnTo>
                    <a:pt x="1288061" y="1357742"/>
                  </a:lnTo>
                  <a:lnTo>
                    <a:pt x="1289133" y="1357012"/>
                  </a:lnTo>
                  <a:lnTo>
                    <a:pt x="1290204" y="1356282"/>
                  </a:lnTo>
                  <a:lnTo>
                    <a:pt x="1291276" y="1355551"/>
                  </a:lnTo>
                  <a:lnTo>
                    <a:pt x="1292348" y="1354820"/>
                  </a:lnTo>
                  <a:lnTo>
                    <a:pt x="1293419" y="1354088"/>
                  </a:lnTo>
                  <a:lnTo>
                    <a:pt x="1294491" y="1353356"/>
                  </a:lnTo>
                  <a:lnTo>
                    <a:pt x="1295562" y="1352624"/>
                  </a:lnTo>
                  <a:lnTo>
                    <a:pt x="1296634" y="1351891"/>
                  </a:lnTo>
                  <a:lnTo>
                    <a:pt x="1297706" y="1351158"/>
                  </a:lnTo>
                  <a:lnTo>
                    <a:pt x="1298777" y="1350424"/>
                  </a:lnTo>
                  <a:lnTo>
                    <a:pt x="1299849" y="1349690"/>
                  </a:lnTo>
                  <a:lnTo>
                    <a:pt x="1300920" y="1348956"/>
                  </a:lnTo>
                  <a:lnTo>
                    <a:pt x="1301992" y="1348221"/>
                  </a:lnTo>
                  <a:lnTo>
                    <a:pt x="1303064" y="1347486"/>
                  </a:lnTo>
                  <a:lnTo>
                    <a:pt x="1304135" y="1346750"/>
                  </a:lnTo>
                  <a:lnTo>
                    <a:pt x="1305207" y="1346014"/>
                  </a:lnTo>
                  <a:lnTo>
                    <a:pt x="1306278" y="1345278"/>
                  </a:lnTo>
                  <a:lnTo>
                    <a:pt x="1307350" y="1344541"/>
                  </a:lnTo>
                  <a:lnTo>
                    <a:pt x="1308422" y="1343804"/>
                  </a:lnTo>
                  <a:lnTo>
                    <a:pt x="1309493" y="1343067"/>
                  </a:lnTo>
                  <a:lnTo>
                    <a:pt x="1310565" y="1342329"/>
                  </a:lnTo>
                  <a:lnTo>
                    <a:pt x="1311636" y="1341590"/>
                  </a:lnTo>
                  <a:lnTo>
                    <a:pt x="1312708" y="1340852"/>
                  </a:lnTo>
                  <a:lnTo>
                    <a:pt x="1313780" y="1340113"/>
                  </a:lnTo>
                  <a:lnTo>
                    <a:pt x="1314851" y="1339373"/>
                  </a:lnTo>
                  <a:lnTo>
                    <a:pt x="1315923" y="1338633"/>
                  </a:lnTo>
                  <a:lnTo>
                    <a:pt x="1316994" y="1337893"/>
                  </a:lnTo>
                  <a:lnTo>
                    <a:pt x="1318066" y="1337153"/>
                  </a:lnTo>
                  <a:lnTo>
                    <a:pt x="1319138" y="1336412"/>
                  </a:lnTo>
                  <a:lnTo>
                    <a:pt x="1320209" y="1335670"/>
                  </a:lnTo>
                  <a:lnTo>
                    <a:pt x="1321281" y="1334928"/>
                  </a:lnTo>
                  <a:lnTo>
                    <a:pt x="1322352" y="1334186"/>
                  </a:lnTo>
                  <a:lnTo>
                    <a:pt x="1323424" y="1333444"/>
                  </a:lnTo>
                  <a:lnTo>
                    <a:pt x="1324496" y="1332701"/>
                  </a:lnTo>
                  <a:lnTo>
                    <a:pt x="1325567" y="1331957"/>
                  </a:lnTo>
                  <a:lnTo>
                    <a:pt x="1326639" y="1331214"/>
                  </a:lnTo>
                  <a:lnTo>
                    <a:pt x="1327710" y="1330470"/>
                  </a:lnTo>
                  <a:lnTo>
                    <a:pt x="1328782" y="1329725"/>
                  </a:lnTo>
                  <a:lnTo>
                    <a:pt x="1329854" y="1328980"/>
                  </a:lnTo>
                  <a:lnTo>
                    <a:pt x="1330925" y="1328235"/>
                  </a:lnTo>
                  <a:lnTo>
                    <a:pt x="1331997" y="1327490"/>
                  </a:lnTo>
                  <a:lnTo>
                    <a:pt x="1333068" y="1326744"/>
                  </a:lnTo>
                  <a:lnTo>
                    <a:pt x="1334140" y="1325997"/>
                  </a:lnTo>
                  <a:lnTo>
                    <a:pt x="1335212" y="1325250"/>
                  </a:lnTo>
                  <a:lnTo>
                    <a:pt x="1336283" y="1324503"/>
                  </a:lnTo>
                  <a:lnTo>
                    <a:pt x="1337355" y="1323756"/>
                  </a:lnTo>
                  <a:lnTo>
                    <a:pt x="1338426" y="1323008"/>
                  </a:lnTo>
                  <a:lnTo>
                    <a:pt x="1339498" y="1322260"/>
                  </a:lnTo>
                  <a:lnTo>
                    <a:pt x="1340570" y="1321511"/>
                  </a:lnTo>
                  <a:lnTo>
                    <a:pt x="1341641" y="1320762"/>
                  </a:lnTo>
                  <a:lnTo>
                    <a:pt x="1342713" y="1320013"/>
                  </a:lnTo>
                  <a:lnTo>
                    <a:pt x="1343784" y="1319263"/>
                  </a:lnTo>
                  <a:lnTo>
                    <a:pt x="1344856" y="1318513"/>
                  </a:lnTo>
                  <a:lnTo>
                    <a:pt x="1345928" y="1317762"/>
                  </a:lnTo>
                  <a:lnTo>
                    <a:pt x="1346999" y="1317011"/>
                  </a:lnTo>
                  <a:lnTo>
                    <a:pt x="1348071" y="1316260"/>
                  </a:lnTo>
                  <a:lnTo>
                    <a:pt x="1349142" y="1315509"/>
                  </a:lnTo>
                  <a:lnTo>
                    <a:pt x="1350214" y="1314757"/>
                  </a:lnTo>
                  <a:lnTo>
                    <a:pt x="1351286" y="1314004"/>
                  </a:lnTo>
                  <a:lnTo>
                    <a:pt x="1352357" y="1313252"/>
                  </a:lnTo>
                  <a:lnTo>
                    <a:pt x="1353429" y="1312498"/>
                  </a:lnTo>
                  <a:lnTo>
                    <a:pt x="1354500" y="1311745"/>
                  </a:lnTo>
                  <a:lnTo>
                    <a:pt x="1355572" y="1310991"/>
                  </a:lnTo>
                  <a:lnTo>
                    <a:pt x="1356644" y="1310237"/>
                  </a:lnTo>
                  <a:lnTo>
                    <a:pt x="1357715" y="1309482"/>
                  </a:lnTo>
                  <a:lnTo>
                    <a:pt x="1358787" y="1308727"/>
                  </a:lnTo>
                  <a:lnTo>
                    <a:pt x="1359858" y="1307972"/>
                  </a:lnTo>
                  <a:lnTo>
                    <a:pt x="1360930" y="1307216"/>
                  </a:lnTo>
                  <a:lnTo>
                    <a:pt x="1362002" y="1306460"/>
                  </a:lnTo>
                  <a:lnTo>
                    <a:pt x="1363073" y="1305704"/>
                  </a:lnTo>
                  <a:lnTo>
                    <a:pt x="1364145" y="1304947"/>
                  </a:lnTo>
                  <a:lnTo>
                    <a:pt x="1365216" y="1304190"/>
                  </a:lnTo>
                  <a:lnTo>
                    <a:pt x="1366288" y="1303433"/>
                  </a:lnTo>
                  <a:lnTo>
                    <a:pt x="1367360" y="1302675"/>
                  </a:lnTo>
                  <a:lnTo>
                    <a:pt x="1368431" y="1301917"/>
                  </a:lnTo>
                  <a:lnTo>
                    <a:pt x="1369503" y="1301158"/>
                  </a:lnTo>
                  <a:lnTo>
                    <a:pt x="1370574" y="1300399"/>
                  </a:lnTo>
                  <a:lnTo>
                    <a:pt x="1371646" y="1299640"/>
                  </a:lnTo>
                  <a:lnTo>
                    <a:pt x="1372718" y="1298880"/>
                  </a:lnTo>
                  <a:lnTo>
                    <a:pt x="1373789" y="1298120"/>
                  </a:lnTo>
                  <a:lnTo>
                    <a:pt x="1374861" y="1297360"/>
                  </a:lnTo>
                  <a:lnTo>
                    <a:pt x="1375932" y="1296599"/>
                  </a:lnTo>
                  <a:lnTo>
                    <a:pt x="1377004" y="1295838"/>
                  </a:lnTo>
                  <a:lnTo>
                    <a:pt x="1378076" y="1295076"/>
                  </a:lnTo>
                  <a:lnTo>
                    <a:pt x="1379147" y="1294315"/>
                  </a:lnTo>
                  <a:lnTo>
                    <a:pt x="1380219" y="1293552"/>
                  </a:lnTo>
                  <a:lnTo>
                    <a:pt x="1381290" y="1292790"/>
                  </a:lnTo>
                  <a:lnTo>
                    <a:pt x="1382362" y="1292027"/>
                  </a:lnTo>
                  <a:lnTo>
                    <a:pt x="1383434" y="1291264"/>
                  </a:lnTo>
                  <a:lnTo>
                    <a:pt x="1384505" y="1290500"/>
                  </a:lnTo>
                  <a:lnTo>
                    <a:pt x="1385577" y="1289736"/>
                  </a:lnTo>
                  <a:lnTo>
                    <a:pt x="1386648" y="1288972"/>
                  </a:lnTo>
                  <a:lnTo>
                    <a:pt x="1387720" y="1288207"/>
                  </a:lnTo>
                  <a:lnTo>
                    <a:pt x="1388792" y="1287442"/>
                  </a:lnTo>
                  <a:lnTo>
                    <a:pt x="1389863" y="1286677"/>
                  </a:lnTo>
                  <a:lnTo>
                    <a:pt x="1390935" y="1285911"/>
                  </a:lnTo>
                  <a:lnTo>
                    <a:pt x="1392006" y="1285145"/>
                  </a:lnTo>
                  <a:lnTo>
                    <a:pt x="1393078" y="1284379"/>
                  </a:lnTo>
                  <a:lnTo>
                    <a:pt x="1394150" y="1283612"/>
                  </a:lnTo>
                  <a:lnTo>
                    <a:pt x="1395221" y="1282845"/>
                  </a:lnTo>
                  <a:lnTo>
                    <a:pt x="1396293" y="1282078"/>
                  </a:lnTo>
                  <a:lnTo>
                    <a:pt x="1397364" y="1281310"/>
                  </a:lnTo>
                  <a:lnTo>
                    <a:pt x="1398436" y="1280542"/>
                  </a:lnTo>
                  <a:lnTo>
                    <a:pt x="1399508" y="1279774"/>
                  </a:lnTo>
                  <a:lnTo>
                    <a:pt x="1400579" y="1279005"/>
                  </a:lnTo>
                  <a:lnTo>
                    <a:pt x="1401651" y="1278236"/>
                  </a:lnTo>
                  <a:lnTo>
                    <a:pt x="1402722" y="1277466"/>
                  </a:lnTo>
                  <a:lnTo>
                    <a:pt x="1403794" y="1276696"/>
                  </a:lnTo>
                  <a:lnTo>
                    <a:pt x="1404866" y="1275926"/>
                  </a:lnTo>
                  <a:lnTo>
                    <a:pt x="1405937" y="1275156"/>
                  </a:lnTo>
                  <a:lnTo>
                    <a:pt x="1407009" y="1274385"/>
                  </a:lnTo>
                  <a:lnTo>
                    <a:pt x="1408080" y="1273614"/>
                  </a:lnTo>
                  <a:lnTo>
                    <a:pt x="1409152" y="1272842"/>
                  </a:lnTo>
                  <a:lnTo>
                    <a:pt x="1410224" y="1272070"/>
                  </a:lnTo>
                  <a:lnTo>
                    <a:pt x="1411295" y="1271298"/>
                  </a:lnTo>
                  <a:lnTo>
                    <a:pt x="1412367" y="1270526"/>
                  </a:lnTo>
                  <a:lnTo>
                    <a:pt x="1413438" y="1269753"/>
                  </a:lnTo>
                  <a:lnTo>
                    <a:pt x="1414510" y="1268980"/>
                  </a:lnTo>
                  <a:lnTo>
                    <a:pt x="1415582" y="1268206"/>
                  </a:lnTo>
                  <a:lnTo>
                    <a:pt x="1416653" y="1267432"/>
                  </a:lnTo>
                  <a:lnTo>
                    <a:pt x="1417725" y="1266658"/>
                  </a:lnTo>
                  <a:lnTo>
                    <a:pt x="1418796" y="1265883"/>
                  </a:lnTo>
                  <a:lnTo>
                    <a:pt x="1419868" y="1265109"/>
                  </a:lnTo>
                  <a:lnTo>
                    <a:pt x="1420939" y="1264333"/>
                  </a:lnTo>
                  <a:lnTo>
                    <a:pt x="1422011" y="1263558"/>
                  </a:lnTo>
                  <a:lnTo>
                    <a:pt x="1423083" y="1262782"/>
                  </a:lnTo>
                  <a:lnTo>
                    <a:pt x="1424154" y="1262006"/>
                  </a:lnTo>
                  <a:lnTo>
                    <a:pt x="1425226" y="1261229"/>
                  </a:lnTo>
                  <a:lnTo>
                    <a:pt x="1426297" y="1260452"/>
                  </a:lnTo>
                  <a:lnTo>
                    <a:pt x="1427369" y="1259675"/>
                  </a:lnTo>
                  <a:lnTo>
                    <a:pt x="1428441" y="1258898"/>
                  </a:lnTo>
                  <a:lnTo>
                    <a:pt x="1429512" y="1258120"/>
                  </a:lnTo>
                  <a:lnTo>
                    <a:pt x="1430584" y="1257342"/>
                  </a:lnTo>
                  <a:lnTo>
                    <a:pt x="1431655" y="1256563"/>
                  </a:lnTo>
                  <a:lnTo>
                    <a:pt x="1432727" y="1255785"/>
                  </a:lnTo>
                  <a:lnTo>
                    <a:pt x="1433799" y="1255006"/>
                  </a:lnTo>
                  <a:lnTo>
                    <a:pt x="1434870" y="1254226"/>
                  </a:lnTo>
                  <a:lnTo>
                    <a:pt x="1435942" y="1253446"/>
                  </a:lnTo>
                  <a:lnTo>
                    <a:pt x="1437013" y="1252666"/>
                  </a:lnTo>
                  <a:lnTo>
                    <a:pt x="1438085" y="1251886"/>
                  </a:lnTo>
                  <a:lnTo>
                    <a:pt x="1439157" y="1251105"/>
                  </a:lnTo>
                  <a:lnTo>
                    <a:pt x="1440228" y="1250324"/>
                  </a:lnTo>
                  <a:lnTo>
                    <a:pt x="1441300" y="1249543"/>
                  </a:lnTo>
                  <a:lnTo>
                    <a:pt x="1442371" y="1248761"/>
                  </a:lnTo>
                  <a:lnTo>
                    <a:pt x="1443443" y="1247979"/>
                  </a:lnTo>
                  <a:lnTo>
                    <a:pt x="1444515" y="1247197"/>
                  </a:lnTo>
                  <a:lnTo>
                    <a:pt x="1445586" y="1246414"/>
                  </a:lnTo>
                  <a:lnTo>
                    <a:pt x="1446658" y="1245631"/>
                  </a:lnTo>
                  <a:lnTo>
                    <a:pt x="1447729" y="1244848"/>
                  </a:lnTo>
                  <a:lnTo>
                    <a:pt x="1448801" y="1244065"/>
                  </a:lnTo>
                  <a:lnTo>
                    <a:pt x="1449873" y="1243281"/>
                  </a:lnTo>
                  <a:lnTo>
                    <a:pt x="1450944" y="1242497"/>
                  </a:lnTo>
                  <a:lnTo>
                    <a:pt x="1452016" y="1241712"/>
                  </a:lnTo>
                  <a:lnTo>
                    <a:pt x="1453087" y="1240927"/>
                  </a:lnTo>
                  <a:lnTo>
                    <a:pt x="1454159" y="1240142"/>
                  </a:lnTo>
                  <a:lnTo>
                    <a:pt x="1455231" y="1239357"/>
                  </a:lnTo>
                  <a:lnTo>
                    <a:pt x="1456302" y="1238571"/>
                  </a:lnTo>
                  <a:lnTo>
                    <a:pt x="1457374" y="1237785"/>
                  </a:lnTo>
                  <a:lnTo>
                    <a:pt x="1458445" y="1236999"/>
                  </a:lnTo>
                  <a:lnTo>
                    <a:pt x="1459517" y="1236212"/>
                  </a:lnTo>
                  <a:lnTo>
                    <a:pt x="1460589" y="1235425"/>
                  </a:lnTo>
                  <a:lnTo>
                    <a:pt x="1461660" y="1234638"/>
                  </a:lnTo>
                  <a:lnTo>
                    <a:pt x="1462732" y="1233850"/>
                  </a:lnTo>
                  <a:lnTo>
                    <a:pt x="1463803" y="1233062"/>
                  </a:lnTo>
                  <a:lnTo>
                    <a:pt x="1464875" y="1232274"/>
                  </a:lnTo>
                  <a:lnTo>
                    <a:pt x="1465947" y="1231486"/>
                  </a:lnTo>
                  <a:lnTo>
                    <a:pt x="1467018" y="1230697"/>
                  </a:lnTo>
                  <a:lnTo>
                    <a:pt x="1468090" y="1229908"/>
                  </a:lnTo>
                  <a:lnTo>
                    <a:pt x="1469161" y="1229119"/>
                  </a:lnTo>
                  <a:lnTo>
                    <a:pt x="1470233" y="1228329"/>
                  </a:lnTo>
                  <a:lnTo>
                    <a:pt x="1471305" y="1227539"/>
                  </a:lnTo>
                  <a:lnTo>
                    <a:pt x="1472376" y="1226749"/>
                  </a:lnTo>
                  <a:lnTo>
                    <a:pt x="1473448" y="1225958"/>
                  </a:lnTo>
                  <a:lnTo>
                    <a:pt x="1474519" y="1225167"/>
                  </a:lnTo>
                  <a:lnTo>
                    <a:pt x="1475591" y="1224376"/>
                  </a:lnTo>
                  <a:lnTo>
                    <a:pt x="1476663" y="1223585"/>
                  </a:lnTo>
                  <a:lnTo>
                    <a:pt x="1477734" y="1222793"/>
                  </a:lnTo>
                  <a:lnTo>
                    <a:pt x="1478806" y="1222001"/>
                  </a:lnTo>
                  <a:lnTo>
                    <a:pt x="1479877" y="1221209"/>
                  </a:lnTo>
                  <a:lnTo>
                    <a:pt x="1480949" y="1220416"/>
                  </a:lnTo>
                  <a:lnTo>
                    <a:pt x="1482021" y="1219624"/>
                  </a:lnTo>
                  <a:lnTo>
                    <a:pt x="1483092" y="1218830"/>
                  </a:lnTo>
                  <a:lnTo>
                    <a:pt x="1484164" y="1218037"/>
                  </a:lnTo>
                  <a:lnTo>
                    <a:pt x="1485235" y="1217243"/>
                  </a:lnTo>
                  <a:lnTo>
                    <a:pt x="1486307" y="1216449"/>
                  </a:lnTo>
                  <a:lnTo>
                    <a:pt x="1487379" y="1215655"/>
                  </a:lnTo>
                  <a:lnTo>
                    <a:pt x="1488450" y="1214860"/>
                  </a:lnTo>
                  <a:lnTo>
                    <a:pt x="1489522" y="1214065"/>
                  </a:lnTo>
                  <a:lnTo>
                    <a:pt x="1490593" y="1213270"/>
                  </a:lnTo>
                  <a:lnTo>
                    <a:pt x="1491665" y="1212475"/>
                  </a:lnTo>
                  <a:lnTo>
                    <a:pt x="1492737" y="1211679"/>
                  </a:lnTo>
                  <a:lnTo>
                    <a:pt x="1493808" y="1210883"/>
                  </a:lnTo>
                  <a:lnTo>
                    <a:pt x="1494880" y="1210087"/>
                  </a:lnTo>
                  <a:lnTo>
                    <a:pt x="1495951" y="1209290"/>
                  </a:lnTo>
                  <a:lnTo>
                    <a:pt x="1497023" y="1208493"/>
                  </a:lnTo>
                  <a:lnTo>
                    <a:pt x="1498095" y="1207696"/>
                  </a:lnTo>
                  <a:lnTo>
                    <a:pt x="1499166" y="1206899"/>
                  </a:lnTo>
                  <a:lnTo>
                    <a:pt x="1500238" y="1206101"/>
                  </a:lnTo>
                  <a:lnTo>
                    <a:pt x="1501309" y="1205303"/>
                  </a:lnTo>
                  <a:lnTo>
                    <a:pt x="1502381" y="1204505"/>
                  </a:lnTo>
                  <a:lnTo>
                    <a:pt x="1503453" y="1203707"/>
                  </a:lnTo>
                  <a:lnTo>
                    <a:pt x="1504524" y="1202908"/>
                  </a:lnTo>
                  <a:lnTo>
                    <a:pt x="1505596" y="1202109"/>
                  </a:lnTo>
                  <a:lnTo>
                    <a:pt x="1506667" y="1201310"/>
                  </a:lnTo>
                  <a:lnTo>
                    <a:pt x="1507739" y="1200510"/>
                  </a:lnTo>
                  <a:lnTo>
                    <a:pt x="1508811" y="1199710"/>
                  </a:lnTo>
                  <a:lnTo>
                    <a:pt x="1509882" y="1198910"/>
                  </a:lnTo>
                  <a:lnTo>
                    <a:pt x="1510954" y="1198110"/>
                  </a:lnTo>
                  <a:lnTo>
                    <a:pt x="1512025" y="1197309"/>
                  </a:lnTo>
                  <a:lnTo>
                    <a:pt x="1513097" y="1196508"/>
                  </a:lnTo>
                  <a:lnTo>
                    <a:pt x="1514169" y="1195707"/>
                  </a:lnTo>
                  <a:lnTo>
                    <a:pt x="1515240" y="1194906"/>
                  </a:lnTo>
                  <a:lnTo>
                    <a:pt x="1516312" y="1194104"/>
                  </a:lnTo>
                  <a:lnTo>
                    <a:pt x="1517383" y="1193302"/>
                  </a:lnTo>
                  <a:lnTo>
                    <a:pt x="1518455" y="1192500"/>
                  </a:lnTo>
                  <a:lnTo>
                    <a:pt x="1519527" y="1191697"/>
                  </a:lnTo>
                  <a:lnTo>
                    <a:pt x="1520598" y="1190895"/>
                  </a:lnTo>
                  <a:lnTo>
                    <a:pt x="1521670" y="1190092"/>
                  </a:lnTo>
                  <a:lnTo>
                    <a:pt x="1522741" y="1189288"/>
                  </a:lnTo>
                  <a:lnTo>
                    <a:pt x="1523813" y="1188485"/>
                  </a:lnTo>
                  <a:lnTo>
                    <a:pt x="1524885" y="1187681"/>
                  </a:lnTo>
                  <a:lnTo>
                    <a:pt x="1525956" y="1186877"/>
                  </a:lnTo>
                  <a:lnTo>
                    <a:pt x="1527028" y="1186073"/>
                  </a:lnTo>
                  <a:lnTo>
                    <a:pt x="1528099" y="1185268"/>
                  </a:lnTo>
                  <a:lnTo>
                    <a:pt x="1529171" y="1184464"/>
                  </a:lnTo>
                  <a:lnTo>
                    <a:pt x="1530243" y="1183659"/>
                  </a:lnTo>
                  <a:lnTo>
                    <a:pt x="1531314" y="1182853"/>
                  </a:lnTo>
                  <a:lnTo>
                    <a:pt x="1532386" y="1182048"/>
                  </a:lnTo>
                  <a:lnTo>
                    <a:pt x="1533457" y="1181242"/>
                  </a:lnTo>
                  <a:lnTo>
                    <a:pt x="1534529" y="1180436"/>
                  </a:lnTo>
                  <a:lnTo>
                    <a:pt x="1535601" y="1179630"/>
                  </a:lnTo>
                  <a:lnTo>
                    <a:pt x="1536672" y="1178823"/>
                  </a:lnTo>
                  <a:lnTo>
                    <a:pt x="1537744" y="1178016"/>
                  </a:lnTo>
                  <a:lnTo>
                    <a:pt x="1538815" y="1177209"/>
                  </a:lnTo>
                  <a:lnTo>
                    <a:pt x="1539887" y="1176402"/>
                  </a:lnTo>
                  <a:lnTo>
                    <a:pt x="1540959" y="1175595"/>
                  </a:lnTo>
                  <a:lnTo>
                    <a:pt x="1542030" y="1174787"/>
                  </a:lnTo>
                  <a:lnTo>
                    <a:pt x="1543102" y="1173979"/>
                  </a:lnTo>
                  <a:lnTo>
                    <a:pt x="1544173" y="1173171"/>
                  </a:lnTo>
                  <a:lnTo>
                    <a:pt x="1545245" y="1172362"/>
                  </a:lnTo>
                  <a:lnTo>
                    <a:pt x="1546317" y="1171554"/>
                  </a:lnTo>
                  <a:lnTo>
                    <a:pt x="1547388" y="1170745"/>
                  </a:lnTo>
                  <a:lnTo>
                    <a:pt x="1548460" y="1169936"/>
                  </a:lnTo>
                  <a:lnTo>
                    <a:pt x="1549531" y="1169126"/>
                  </a:lnTo>
                  <a:lnTo>
                    <a:pt x="1550603" y="1168317"/>
                  </a:lnTo>
                  <a:lnTo>
                    <a:pt x="1551675" y="1167507"/>
                  </a:lnTo>
                  <a:lnTo>
                    <a:pt x="1552746" y="1166697"/>
                  </a:lnTo>
                  <a:lnTo>
                    <a:pt x="1553818" y="1165886"/>
                  </a:lnTo>
                  <a:lnTo>
                    <a:pt x="1554889" y="1165076"/>
                  </a:lnTo>
                  <a:lnTo>
                    <a:pt x="1555961" y="1164265"/>
                  </a:lnTo>
                  <a:lnTo>
                    <a:pt x="1557033" y="1163454"/>
                  </a:lnTo>
                  <a:lnTo>
                    <a:pt x="1558104" y="1162643"/>
                  </a:lnTo>
                  <a:lnTo>
                    <a:pt x="1559176" y="1161832"/>
                  </a:lnTo>
                  <a:lnTo>
                    <a:pt x="1560247" y="1161020"/>
                  </a:lnTo>
                  <a:lnTo>
                    <a:pt x="1561319" y="1160208"/>
                  </a:lnTo>
                  <a:lnTo>
                    <a:pt x="1562391" y="1159396"/>
                  </a:lnTo>
                  <a:lnTo>
                    <a:pt x="1563462" y="1158584"/>
                  </a:lnTo>
                  <a:lnTo>
                    <a:pt x="1564534" y="1157771"/>
                  </a:lnTo>
                  <a:lnTo>
                    <a:pt x="1565605" y="1156958"/>
                  </a:lnTo>
                  <a:lnTo>
                    <a:pt x="1566677" y="1156145"/>
                  </a:lnTo>
                  <a:lnTo>
                    <a:pt x="1567749" y="1155332"/>
                  </a:lnTo>
                  <a:lnTo>
                    <a:pt x="1568820" y="1154519"/>
                  </a:lnTo>
                  <a:lnTo>
                    <a:pt x="1569892" y="1153705"/>
                  </a:lnTo>
                  <a:lnTo>
                    <a:pt x="1570963" y="1152891"/>
                  </a:lnTo>
                  <a:lnTo>
                    <a:pt x="1572035" y="1152077"/>
                  </a:lnTo>
                  <a:lnTo>
                    <a:pt x="1573107" y="1151263"/>
                  </a:lnTo>
                  <a:lnTo>
                    <a:pt x="1574178" y="1150449"/>
                  </a:lnTo>
                  <a:lnTo>
                    <a:pt x="1575250" y="1149634"/>
                  </a:lnTo>
                  <a:lnTo>
                    <a:pt x="1576321" y="1148819"/>
                  </a:lnTo>
                  <a:lnTo>
                    <a:pt x="1577393" y="1148004"/>
                  </a:lnTo>
                  <a:lnTo>
                    <a:pt x="1578465" y="1147189"/>
                  </a:lnTo>
                  <a:lnTo>
                    <a:pt x="1579536" y="1146374"/>
                  </a:lnTo>
                  <a:lnTo>
                    <a:pt x="1580608" y="1145558"/>
                  </a:lnTo>
                  <a:lnTo>
                    <a:pt x="1581679" y="1144742"/>
                  </a:lnTo>
                  <a:lnTo>
                    <a:pt x="1582751" y="1143926"/>
                  </a:lnTo>
                  <a:lnTo>
                    <a:pt x="1583823" y="1143110"/>
                  </a:lnTo>
                  <a:lnTo>
                    <a:pt x="1584894" y="1142294"/>
                  </a:lnTo>
                  <a:lnTo>
                    <a:pt x="1585966" y="1141477"/>
                  </a:lnTo>
                  <a:lnTo>
                    <a:pt x="1587037" y="1140660"/>
                  </a:lnTo>
                  <a:lnTo>
                    <a:pt x="1588109" y="1139843"/>
                  </a:lnTo>
                  <a:lnTo>
                    <a:pt x="1589181" y="1139026"/>
                  </a:lnTo>
                  <a:lnTo>
                    <a:pt x="1590252" y="1138209"/>
                  </a:lnTo>
                  <a:lnTo>
                    <a:pt x="1591324" y="1137391"/>
                  </a:lnTo>
                  <a:lnTo>
                    <a:pt x="1592395" y="1136573"/>
                  </a:lnTo>
                  <a:lnTo>
                    <a:pt x="1593467" y="1135756"/>
                  </a:lnTo>
                  <a:lnTo>
                    <a:pt x="1594539" y="1134937"/>
                  </a:lnTo>
                  <a:lnTo>
                    <a:pt x="1595610" y="1134119"/>
                  </a:lnTo>
                  <a:lnTo>
                    <a:pt x="1596682" y="1133301"/>
                  </a:lnTo>
                  <a:lnTo>
                    <a:pt x="1597753" y="1132482"/>
                  </a:lnTo>
                  <a:lnTo>
                    <a:pt x="1598825" y="1131663"/>
                  </a:lnTo>
                  <a:lnTo>
                    <a:pt x="1599896" y="1130844"/>
                  </a:lnTo>
                  <a:lnTo>
                    <a:pt x="1600968" y="1130025"/>
                  </a:lnTo>
                  <a:lnTo>
                    <a:pt x="1602040" y="1129206"/>
                  </a:lnTo>
                  <a:lnTo>
                    <a:pt x="1603111" y="1128386"/>
                  </a:lnTo>
                  <a:lnTo>
                    <a:pt x="1604183" y="1127567"/>
                  </a:lnTo>
                  <a:lnTo>
                    <a:pt x="1605254" y="1126747"/>
                  </a:lnTo>
                  <a:lnTo>
                    <a:pt x="1606326" y="1125927"/>
                  </a:lnTo>
                  <a:lnTo>
                    <a:pt x="1607398" y="1125107"/>
                  </a:lnTo>
                  <a:lnTo>
                    <a:pt x="1608469" y="1124286"/>
                  </a:lnTo>
                  <a:lnTo>
                    <a:pt x="1609541" y="1123466"/>
                  </a:lnTo>
                  <a:lnTo>
                    <a:pt x="1610612" y="1122645"/>
                  </a:lnTo>
                  <a:lnTo>
                    <a:pt x="1611684" y="1121824"/>
                  </a:lnTo>
                  <a:lnTo>
                    <a:pt x="1612756" y="1121003"/>
                  </a:lnTo>
                  <a:lnTo>
                    <a:pt x="1613827" y="1120182"/>
                  </a:lnTo>
                  <a:lnTo>
                    <a:pt x="1614899" y="1119361"/>
                  </a:lnTo>
                  <a:lnTo>
                    <a:pt x="1615970" y="1118540"/>
                  </a:lnTo>
                  <a:lnTo>
                    <a:pt x="1617042" y="1117718"/>
                  </a:lnTo>
                  <a:lnTo>
                    <a:pt x="1618114" y="1116896"/>
                  </a:lnTo>
                  <a:lnTo>
                    <a:pt x="1619185" y="1116074"/>
                  </a:lnTo>
                  <a:lnTo>
                    <a:pt x="1620257" y="1115252"/>
                  </a:lnTo>
                  <a:lnTo>
                    <a:pt x="1621328" y="1114430"/>
                  </a:lnTo>
                  <a:lnTo>
                    <a:pt x="1622400" y="1113608"/>
                  </a:lnTo>
                  <a:lnTo>
                    <a:pt x="1623472" y="1112785"/>
                  </a:lnTo>
                  <a:lnTo>
                    <a:pt x="1624543" y="1111963"/>
                  </a:lnTo>
                  <a:lnTo>
                    <a:pt x="1625615" y="1111140"/>
                  </a:lnTo>
                  <a:lnTo>
                    <a:pt x="1626686" y="1110317"/>
                  </a:lnTo>
                  <a:lnTo>
                    <a:pt x="1627758" y="1109494"/>
                  </a:lnTo>
                  <a:lnTo>
                    <a:pt x="1628830" y="1108671"/>
                  </a:lnTo>
                  <a:lnTo>
                    <a:pt x="1629901" y="1107847"/>
                  </a:lnTo>
                  <a:lnTo>
                    <a:pt x="1630973" y="1107024"/>
                  </a:lnTo>
                  <a:lnTo>
                    <a:pt x="1632044" y="1106200"/>
                  </a:lnTo>
                  <a:lnTo>
                    <a:pt x="1633116" y="1105376"/>
                  </a:lnTo>
                  <a:lnTo>
                    <a:pt x="1634188" y="1104553"/>
                  </a:lnTo>
                  <a:lnTo>
                    <a:pt x="1635259" y="1103729"/>
                  </a:lnTo>
                  <a:lnTo>
                    <a:pt x="1636331" y="1102904"/>
                  </a:lnTo>
                  <a:lnTo>
                    <a:pt x="1637402" y="1102080"/>
                  </a:lnTo>
                  <a:lnTo>
                    <a:pt x="1638474" y="1101256"/>
                  </a:lnTo>
                  <a:lnTo>
                    <a:pt x="1639546" y="1100431"/>
                  </a:lnTo>
                  <a:lnTo>
                    <a:pt x="1640617" y="1099607"/>
                  </a:lnTo>
                  <a:lnTo>
                    <a:pt x="1641689" y="1098782"/>
                  </a:lnTo>
                  <a:lnTo>
                    <a:pt x="1642760" y="1097957"/>
                  </a:lnTo>
                  <a:lnTo>
                    <a:pt x="1643832" y="1097132"/>
                  </a:lnTo>
                  <a:lnTo>
                    <a:pt x="1644904" y="1096307"/>
                  </a:lnTo>
                  <a:lnTo>
                    <a:pt x="1645975" y="1095482"/>
                  </a:lnTo>
                  <a:lnTo>
                    <a:pt x="1647047" y="1094656"/>
                  </a:lnTo>
                  <a:lnTo>
                    <a:pt x="1648118" y="1093831"/>
                  </a:lnTo>
                  <a:lnTo>
                    <a:pt x="1649190" y="1093005"/>
                  </a:lnTo>
                  <a:lnTo>
                    <a:pt x="1650262" y="1092180"/>
                  </a:lnTo>
                  <a:lnTo>
                    <a:pt x="1651333" y="1091354"/>
                  </a:lnTo>
                  <a:lnTo>
                    <a:pt x="1652405" y="1090528"/>
                  </a:lnTo>
                  <a:lnTo>
                    <a:pt x="1653476" y="1089702"/>
                  </a:lnTo>
                  <a:lnTo>
                    <a:pt x="1654548" y="1088876"/>
                  </a:lnTo>
                  <a:lnTo>
                    <a:pt x="1655620" y="1088050"/>
                  </a:lnTo>
                  <a:lnTo>
                    <a:pt x="1656691" y="1087223"/>
                  </a:lnTo>
                  <a:lnTo>
                    <a:pt x="1657763" y="1086397"/>
                  </a:lnTo>
                  <a:lnTo>
                    <a:pt x="1658834" y="1085570"/>
                  </a:lnTo>
                  <a:lnTo>
                    <a:pt x="1659906" y="1084744"/>
                  </a:lnTo>
                  <a:lnTo>
                    <a:pt x="1660978" y="1083917"/>
                  </a:lnTo>
                  <a:lnTo>
                    <a:pt x="1662049" y="1083090"/>
                  </a:lnTo>
                  <a:lnTo>
                    <a:pt x="1663121" y="1082263"/>
                  </a:lnTo>
                  <a:lnTo>
                    <a:pt x="1664192" y="1081436"/>
                  </a:lnTo>
                  <a:lnTo>
                    <a:pt x="1665264" y="1080609"/>
                  </a:lnTo>
                  <a:lnTo>
                    <a:pt x="1666336" y="1079782"/>
                  </a:lnTo>
                  <a:lnTo>
                    <a:pt x="1667407" y="1078955"/>
                  </a:lnTo>
                  <a:lnTo>
                    <a:pt x="1668479" y="1078128"/>
                  </a:lnTo>
                  <a:lnTo>
                    <a:pt x="1669550" y="1077300"/>
                  </a:lnTo>
                  <a:lnTo>
                    <a:pt x="1670622" y="1076473"/>
                  </a:lnTo>
                  <a:lnTo>
                    <a:pt x="1671694" y="1075645"/>
                  </a:lnTo>
                  <a:lnTo>
                    <a:pt x="1672765" y="1074818"/>
                  </a:lnTo>
                  <a:lnTo>
                    <a:pt x="1673837" y="1073990"/>
                  </a:lnTo>
                  <a:lnTo>
                    <a:pt x="1674908" y="1073162"/>
                  </a:lnTo>
                  <a:lnTo>
                    <a:pt x="1675980" y="1072334"/>
                  </a:lnTo>
                  <a:lnTo>
                    <a:pt x="1677052" y="1071506"/>
                  </a:lnTo>
                  <a:lnTo>
                    <a:pt x="1678123" y="1070678"/>
                  </a:lnTo>
                  <a:lnTo>
                    <a:pt x="1679195" y="1069850"/>
                  </a:lnTo>
                  <a:lnTo>
                    <a:pt x="1680266" y="1069022"/>
                  </a:lnTo>
                  <a:lnTo>
                    <a:pt x="1681338" y="1068194"/>
                  </a:lnTo>
                  <a:lnTo>
                    <a:pt x="1682410" y="1067365"/>
                  </a:lnTo>
                  <a:lnTo>
                    <a:pt x="1683481" y="1066537"/>
                  </a:lnTo>
                  <a:lnTo>
                    <a:pt x="1684553" y="1065709"/>
                  </a:lnTo>
                  <a:lnTo>
                    <a:pt x="1685624" y="1064880"/>
                  </a:lnTo>
                  <a:lnTo>
                    <a:pt x="1686696" y="1064052"/>
                  </a:lnTo>
                  <a:lnTo>
                    <a:pt x="1687768" y="1063223"/>
                  </a:lnTo>
                  <a:lnTo>
                    <a:pt x="1688839" y="1062394"/>
                  </a:lnTo>
                  <a:lnTo>
                    <a:pt x="1689911" y="1061566"/>
                  </a:lnTo>
                  <a:lnTo>
                    <a:pt x="1690982" y="1060737"/>
                  </a:lnTo>
                  <a:lnTo>
                    <a:pt x="1692054" y="1059908"/>
                  </a:lnTo>
                  <a:lnTo>
                    <a:pt x="1693126" y="1059079"/>
                  </a:lnTo>
                  <a:lnTo>
                    <a:pt x="1694197" y="1058250"/>
                  </a:lnTo>
                  <a:lnTo>
                    <a:pt x="1695269" y="1057421"/>
                  </a:lnTo>
                  <a:lnTo>
                    <a:pt x="1696340" y="1056592"/>
                  </a:lnTo>
                  <a:lnTo>
                    <a:pt x="1697412" y="1055763"/>
                  </a:lnTo>
                  <a:lnTo>
                    <a:pt x="1698484" y="1054934"/>
                  </a:lnTo>
                  <a:lnTo>
                    <a:pt x="1699555" y="1054105"/>
                  </a:lnTo>
                  <a:lnTo>
                    <a:pt x="1700627" y="1053276"/>
                  </a:lnTo>
                  <a:lnTo>
                    <a:pt x="1701698" y="1052447"/>
                  </a:lnTo>
                  <a:lnTo>
                    <a:pt x="1702770" y="1051617"/>
                  </a:lnTo>
                  <a:lnTo>
                    <a:pt x="1703842" y="1050788"/>
                  </a:lnTo>
                  <a:lnTo>
                    <a:pt x="1704913" y="1049959"/>
                  </a:lnTo>
                  <a:lnTo>
                    <a:pt x="1705985" y="1049129"/>
                  </a:lnTo>
                  <a:lnTo>
                    <a:pt x="1707056" y="1048300"/>
                  </a:lnTo>
                  <a:lnTo>
                    <a:pt x="1708128" y="1047471"/>
                  </a:lnTo>
                  <a:lnTo>
                    <a:pt x="1709200" y="1046641"/>
                  </a:lnTo>
                  <a:lnTo>
                    <a:pt x="1710271" y="1045812"/>
                  </a:lnTo>
                  <a:lnTo>
                    <a:pt x="1711343" y="1044982"/>
                  </a:lnTo>
                  <a:lnTo>
                    <a:pt x="1712414" y="1044153"/>
                  </a:lnTo>
                  <a:lnTo>
                    <a:pt x="1713486" y="1043323"/>
                  </a:lnTo>
                  <a:lnTo>
                    <a:pt x="1714558" y="1042494"/>
                  </a:lnTo>
                  <a:lnTo>
                    <a:pt x="1715629" y="1041664"/>
                  </a:lnTo>
                  <a:lnTo>
                    <a:pt x="1716701" y="1040835"/>
                  </a:lnTo>
                  <a:lnTo>
                    <a:pt x="1717772" y="1040005"/>
                  </a:lnTo>
                  <a:lnTo>
                    <a:pt x="1718844" y="1039176"/>
                  </a:lnTo>
                  <a:lnTo>
                    <a:pt x="1719916" y="1038346"/>
                  </a:lnTo>
                  <a:lnTo>
                    <a:pt x="1720987" y="1037516"/>
                  </a:lnTo>
                  <a:lnTo>
                    <a:pt x="1722059" y="1036687"/>
                  </a:lnTo>
                  <a:lnTo>
                    <a:pt x="1723130" y="1035857"/>
                  </a:lnTo>
                  <a:lnTo>
                    <a:pt x="1724202" y="1035028"/>
                  </a:lnTo>
                  <a:lnTo>
                    <a:pt x="1725274" y="1034198"/>
                  </a:lnTo>
                  <a:lnTo>
                    <a:pt x="1726345" y="1033368"/>
                  </a:lnTo>
                  <a:lnTo>
                    <a:pt x="1727417" y="1032539"/>
                  </a:lnTo>
                  <a:lnTo>
                    <a:pt x="1728488" y="1031709"/>
                  </a:lnTo>
                  <a:lnTo>
                    <a:pt x="1729560" y="1030879"/>
                  </a:lnTo>
                  <a:lnTo>
                    <a:pt x="1730632" y="1030050"/>
                  </a:lnTo>
                  <a:lnTo>
                    <a:pt x="1731703" y="1029220"/>
                  </a:lnTo>
                  <a:lnTo>
                    <a:pt x="1732775" y="1028391"/>
                  </a:lnTo>
                  <a:lnTo>
                    <a:pt x="1733846" y="1027561"/>
                  </a:lnTo>
                  <a:lnTo>
                    <a:pt x="1734918" y="1026732"/>
                  </a:lnTo>
                  <a:lnTo>
                    <a:pt x="1735990" y="1025902"/>
                  </a:lnTo>
                  <a:lnTo>
                    <a:pt x="1737061" y="1025072"/>
                  </a:lnTo>
                  <a:lnTo>
                    <a:pt x="1738133" y="1024243"/>
                  </a:lnTo>
                  <a:lnTo>
                    <a:pt x="1739204" y="1023413"/>
                  </a:lnTo>
                  <a:lnTo>
                    <a:pt x="1740276" y="1022584"/>
                  </a:lnTo>
                  <a:lnTo>
                    <a:pt x="1741348" y="1021755"/>
                  </a:lnTo>
                  <a:lnTo>
                    <a:pt x="1742419" y="1020925"/>
                  </a:lnTo>
                  <a:lnTo>
                    <a:pt x="1743491" y="1020096"/>
                  </a:lnTo>
                  <a:lnTo>
                    <a:pt x="1744562" y="1019266"/>
                  </a:lnTo>
                  <a:lnTo>
                    <a:pt x="1745634" y="1018437"/>
                  </a:lnTo>
                  <a:lnTo>
                    <a:pt x="1746706" y="1017608"/>
                  </a:lnTo>
                  <a:lnTo>
                    <a:pt x="1747777" y="1016779"/>
                  </a:lnTo>
                  <a:lnTo>
                    <a:pt x="1748849" y="1015949"/>
                  </a:lnTo>
                  <a:lnTo>
                    <a:pt x="1749920" y="1015120"/>
                  </a:lnTo>
                  <a:lnTo>
                    <a:pt x="1750992" y="1014291"/>
                  </a:lnTo>
                  <a:lnTo>
                    <a:pt x="1752064" y="1013462"/>
                  </a:lnTo>
                  <a:lnTo>
                    <a:pt x="1753135" y="1012633"/>
                  </a:lnTo>
                  <a:lnTo>
                    <a:pt x="1754207" y="1011804"/>
                  </a:lnTo>
                  <a:lnTo>
                    <a:pt x="1755278" y="1010975"/>
                  </a:lnTo>
                  <a:lnTo>
                    <a:pt x="1756350" y="1010146"/>
                  </a:lnTo>
                  <a:lnTo>
                    <a:pt x="1757422" y="1009317"/>
                  </a:lnTo>
                  <a:lnTo>
                    <a:pt x="1758493" y="1008488"/>
                  </a:lnTo>
                  <a:lnTo>
                    <a:pt x="1759565" y="1007659"/>
                  </a:lnTo>
                  <a:lnTo>
                    <a:pt x="1760636" y="1006831"/>
                  </a:lnTo>
                  <a:lnTo>
                    <a:pt x="1761708" y="1006002"/>
                  </a:lnTo>
                  <a:lnTo>
                    <a:pt x="1762780" y="1005173"/>
                  </a:lnTo>
                  <a:lnTo>
                    <a:pt x="1763851" y="1004345"/>
                  </a:lnTo>
                  <a:lnTo>
                    <a:pt x="1764923" y="1003516"/>
                  </a:lnTo>
                  <a:lnTo>
                    <a:pt x="1765994" y="1002688"/>
                  </a:lnTo>
                  <a:lnTo>
                    <a:pt x="1767066" y="1001860"/>
                  </a:lnTo>
                  <a:lnTo>
                    <a:pt x="1768138" y="1001031"/>
                  </a:lnTo>
                  <a:lnTo>
                    <a:pt x="1769209" y="1000203"/>
                  </a:lnTo>
                  <a:lnTo>
                    <a:pt x="1770281" y="999375"/>
                  </a:lnTo>
                  <a:lnTo>
                    <a:pt x="1771352" y="998547"/>
                  </a:lnTo>
                  <a:lnTo>
                    <a:pt x="1772424" y="997719"/>
                  </a:lnTo>
                  <a:lnTo>
                    <a:pt x="1773496" y="996891"/>
                  </a:lnTo>
                  <a:lnTo>
                    <a:pt x="1774567" y="996063"/>
                  </a:lnTo>
                  <a:lnTo>
                    <a:pt x="1775639" y="995235"/>
                  </a:lnTo>
                  <a:lnTo>
                    <a:pt x="1776710" y="994408"/>
                  </a:lnTo>
                  <a:lnTo>
                    <a:pt x="1777782" y="993580"/>
                  </a:lnTo>
                  <a:lnTo>
                    <a:pt x="1778853" y="992753"/>
                  </a:lnTo>
                  <a:lnTo>
                    <a:pt x="1779925" y="991925"/>
                  </a:lnTo>
                  <a:lnTo>
                    <a:pt x="1780997" y="991098"/>
                  </a:lnTo>
                  <a:lnTo>
                    <a:pt x="1782068" y="990271"/>
                  </a:lnTo>
                  <a:lnTo>
                    <a:pt x="1783140" y="989443"/>
                  </a:lnTo>
                  <a:lnTo>
                    <a:pt x="1784211" y="988616"/>
                  </a:lnTo>
                  <a:lnTo>
                    <a:pt x="1785283" y="987789"/>
                  </a:lnTo>
                  <a:lnTo>
                    <a:pt x="1786355" y="986963"/>
                  </a:lnTo>
                  <a:lnTo>
                    <a:pt x="1787426" y="986136"/>
                  </a:lnTo>
                  <a:lnTo>
                    <a:pt x="1788498" y="985309"/>
                  </a:lnTo>
                  <a:lnTo>
                    <a:pt x="1789569" y="984483"/>
                  </a:lnTo>
                  <a:lnTo>
                    <a:pt x="1790641" y="983656"/>
                  </a:lnTo>
                  <a:lnTo>
                    <a:pt x="1791713" y="982830"/>
                  </a:lnTo>
                  <a:lnTo>
                    <a:pt x="1792784" y="982004"/>
                  </a:lnTo>
                  <a:lnTo>
                    <a:pt x="1793856" y="981177"/>
                  </a:lnTo>
                  <a:lnTo>
                    <a:pt x="1794927" y="980351"/>
                  </a:lnTo>
                  <a:lnTo>
                    <a:pt x="1795999" y="979525"/>
                  </a:lnTo>
                  <a:lnTo>
                    <a:pt x="1797071" y="978700"/>
                  </a:lnTo>
                  <a:lnTo>
                    <a:pt x="1798142" y="977874"/>
                  </a:lnTo>
                  <a:lnTo>
                    <a:pt x="1799214" y="977048"/>
                  </a:lnTo>
                  <a:lnTo>
                    <a:pt x="1800285" y="976223"/>
                  </a:lnTo>
                  <a:lnTo>
                    <a:pt x="1801357" y="975398"/>
                  </a:lnTo>
                  <a:lnTo>
                    <a:pt x="1802429" y="974573"/>
                  </a:lnTo>
                  <a:lnTo>
                    <a:pt x="1803500" y="973748"/>
                  </a:lnTo>
                  <a:lnTo>
                    <a:pt x="1804572" y="972923"/>
                  </a:lnTo>
                  <a:lnTo>
                    <a:pt x="1805643" y="972098"/>
                  </a:lnTo>
                  <a:lnTo>
                    <a:pt x="1806715" y="971273"/>
                  </a:lnTo>
                  <a:lnTo>
                    <a:pt x="1807787" y="970449"/>
                  </a:lnTo>
                  <a:lnTo>
                    <a:pt x="1808858" y="969624"/>
                  </a:lnTo>
                  <a:lnTo>
                    <a:pt x="1809930" y="968800"/>
                  </a:lnTo>
                  <a:lnTo>
                    <a:pt x="1811001" y="967976"/>
                  </a:lnTo>
                  <a:lnTo>
                    <a:pt x="1812073" y="967152"/>
                  </a:lnTo>
                  <a:lnTo>
                    <a:pt x="1813145" y="966328"/>
                  </a:lnTo>
                  <a:lnTo>
                    <a:pt x="1814216" y="965504"/>
                  </a:lnTo>
                  <a:lnTo>
                    <a:pt x="1815288" y="964681"/>
                  </a:lnTo>
                  <a:lnTo>
                    <a:pt x="1816359" y="963858"/>
                  </a:lnTo>
                  <a:lnTo>
                    <a:pt x="1817431" y="963034"/>
                  </a:lnTo>
                  <a:lnTo>
                    <a:pt x="1818503" y="962211"/>
                  </a:lnTo>
                  <a:lnTo>
                    <a:pt x="1819574" y="961388"/>
                  </a:lnTo>
                  <a:lnTo>
                    <a:pt x="1820646" y="960566"/>
                  </a:lnTo>
                  <a:lnTo>
                    <a:pt x="1821717" y="959743"/>
                  </a:lnTo>
                  <a:lnTo>
                    <a:pt x="1822789" y="958921"/>
                  </a:lnTo>
                  <a:lnTo>
                    <a:pt x="1823861" y="958098"/>
                  </a:lnTo>
                  <a:lnTo>
                    <a:pt x="1824932" y="957276"/>
                  </a:lnTo>
                  <a:lnTo>
                    <a:pt x="1826004" y="956454"/>
                  </a:lnTo>
                  <a:lnTo>
                    <a:pt x="1827075" y="955632"/>
                  </a:lnTo>
                  <a:lnTo>
                    <a:pt x="1828147" y="954811"/>
                  </a:lnTo>
                  <a:lnTo>
                    <a:pt x="1829219" y="953989"/>
                  </a:lnTo>
                  <a:lnTo>
                    <a:pt x="1830290" y="953168"/>
                  </a:lnTo>
                  <a:lnTo>
                    <a:pt x="1831362" y="952347"/>
                  </a:lnTo>
                  <a:lnTo>
                    <a:pt x="1832433" y="951526"/>
                  </a:lnTo>
                  <a:lnTo>
                    <a:pt x="1833505" y="950705"/>
                  </a:lnTo>
                  <a:lnTo>
                    <a:pt x="1834577" y="949885"/>
                  </a:lnTo>
                  <a:lnTo>
                    <a:pt x="1835648" y="949065"/>
                  </a:lnTo>
                  <a:lnTo>
                    <a:pt x="1836720" y="948244"/>
                  </a:lnTo>
                  <a:lnTo>
                    <a:pt x="1837791" y="947424"/>
                  </a:lnTo>
                  <a:lnTo>
                    <a:pt x="1838863" y="946605"/>
                  </a:lnTo>
                  <a:lnTo>
                    <a:pt x="1839935" y="945785"/>
                  </a:lnTo>
                  <a:lnTo>
                    <a:pt x="1841006" y="944966"/>
                  </a:lnTo>
                  <a:lnTo>
                    <a:pt x="1842078" y="944146"/>
                  </a:lnTo>
                  <a:lnTo>
                    <a:pt x="1843149" y="943327"/>
                  </a:lnTo>
                  <a:lnTo>
                    <a:pt x="1844221" y="942509"/>
                  </a:lnTo>
                  <a:lnTo>
                    <a:pt x="1845293" y="941690"/>
                  </a:lnTo>
                  <a:lnTo>
                    <a:pt x="1846364" y="940872"/>
                  </a:lnTo>
                  <a:lnTo>
                    <a:pt x="1847436" y="940053"/>
                  </a:lnTo>
                  <a:lnTo>
                    <a:pt x="1848507" y="939235"/>
                  </a:lnTo>
                  <a:lnTo>
                    <a:pt x="1849579" y="938418"/>
                  </a:lnTo>
                  <a:lnTo>
                    <a:pt x="1850651" y="937600"/>
                  </a:lnTo>
                  <a:lnTo>
                    <a:pt x="1851722" y="936783"/>
                  </a:lnTo>
                  <a:lnTo>
                    <a:pt x="1852794" y="935966"/>
                  </a:lnTo>
                  <a:lnTo>
                    <a:pt x="1853865" y="935149"/>
                  </a:lnTo>
                  <a:lnTo>
                    <a:pt x="1854937" y="934332"/>
                  </a:lnTo>
                  <a:lnTo>
                    <a:pt x="1856009" y="933516"/>
                  </a:lnTo>
                  <a:lnTo>
                    <a:pt x="1857080" y="932699"/>
                  </a:lnTo>
                  <a:lnTo>
                    <a:pt x="1858152" y="931883"/>
                  </a:lnTo>
                  <a:lnTo>
                    <a:pt x="1859223" y="931068"/>
                  </a:lnTo>
                  <a:lnTo>
                    <a:pt x="1860295" y="930252"/>
                  </a:lnTo>
                  <a:lnTo>
                    <a:pt x="1861367" y="929437"/>
                  </a:lnTo>
                  <a:lnTo>
                    <a:pt x="1862438" y="928622"/>
                  </a:lnTo>
                  <a:lnTo>
                    <a:pt x="1863510" y="927807"/>
                  </a:lnTo>
                  <a:lnTo>
                    <a:pt x="1864581" y="926992"/>
                  </a:lnTo>
                  <a:lnTo>
                    <a:pt x="1865653" y="926178"/>
                  </a:lnTo>
                  <a:lnTo>
                    <a:pt x="1866725" y="925364"/>
                  </a:lnTo>
                  <a:lnTo>
                    <a:pt x="1867796" y="924550"/>
                  </a:lnTo>
                  <a:lnTo>
                    <a:pt x="1868868" y="923736"/>
                  </a:lnTo>
                  <a:lnTo>
                    <a:pt x="1869939" y="922923"/>
                  </a:lnTo>
                  <a:lnTo>
                    <a:pt x="1871011" y="922110"/>
                  </a:lnTo>
                  <a:lnTo>
                    <a:pt x="1872083" y="921297"/>
                  </a:lnTo>
                  <a:lnTo>
                    <a:pt x="1873154" y="920484"/>
                  </a:lnTo>
                  <a:lnTo>
                    <a:pt x="1874226" y="919672"/>
                  </a:lnTo>
                  <a:lnTo>
                    <a:pt x="1875297" y="918860"/>
                  </a:lnTo>
                  <a:lnTo>
                    <a:pt x="1876369" y="918048"/>
                  </a:lnTo>
                  <a:lnTo>
                    <a:pt x="1877441" y="917236"/>
                  </a:lnTo>
                  <a:lnTo>
                    <a:pt x="1878512" y="916425"/>
                  </a:lnTo>
                  <a:lnTo>
                    <a:pt x="1879584" y="915614"/>
                  </a:lnTo>
                  <a:lnTo>
                    <a:pt x="1880655" y="914803"/>
                  </a:lnTo>
                  <a:lnTo>
                    <a:pt x="1881727" y="913992"/>
                  </a:lnTo>
                  <a:lnTo>
                    <a:pt x="1882799" y="913182"/>
                  </a:lnTo>
                  <a:lnTo>
                    <a:pt x="1883870" y="912372"/>
                  </a:lnTo>
                  <a:lnTo>
                    <a:pt x="1884942" y="911562"/>
                  </a:lnTo>
                  <a:lnTo>
                    <a:pt x="1886013" y="910753"/>
                  </a:lnTo>
                  <a:lnTo>
                    <a:pt x="1887085" y="909944"/>
                  </a:lnTo>
                  <a:lnTo>
                    <a:pt x="1888157" y="909135"/>
                  </a:lnTo>
                  <a:lnTo>
                    <a:pt x="1889228" y="908326"/>
                  </a:lnTo>
                  <a:lnTo>
                    <a:pt x="1890300" y="907518"/>
                  </a:lnTo>
                  <a:lnTo>
                    <a:pt x="1891371" y="906710"/>
                  </a:lnTo>
                  <a:lnTo>
                    <a:pt x="1892443" y="905902"/>
                  </a:lnTo>
                  <a:lnTo>
                    <a:pt x="1893515" y="905095"/>
                  </a:lnTo>
                  <a:lnTo>
                    <a:pt x="1894586" y="904288"/>
                  </a:lnTo>
                  <a:lnTo>
                    <a:pt x="1895658" y="903481"/>
                  </a:lnTo>
                  <a:lnTo>
                    <a:pt x="1896729" y="902675"/>
                  </a:lnTo>
                  <a:lnTo>
                    <a:pt x="1897801" y="901868"/>
                  </a:lnTo>
                  <a:lnTo>
                    <a:pt x="1898873" y="901063"/>
                  </a:lnTo>
                  <a:lnTo>
                    <a:pt x="1899944" y="900257"/>
                  </a:lnTo>
                  <a:lnTo>
                    <a:pt x="1901016" y="899452"/>
                  </a:lnTo>
                  <a:lnTo>
                    <a:pt x="1902087" y="898647"/>
                  </a:lnTo>
                  <a:lnTo>
                    <a:pt x="1903159" y="897842"/>
                  </a:lnTo>
                  <a:lnTo>
                    <a:pt x="1904231" y="897038"/>
                  </a:lnTo>
                  <a:lnTo>
                    <a:pt x="1905302" y="896234"/>
                  </a:lnTo>
                  <a:lnTo>
                    <a:pt x="1906374" y="895430"/>
                  </a:lnTo>
                  <a:lnTo>
                    <a:pt x="1907445" y="894627"/>
                  </a:lnTo>
                  <a:lnTo>
                    <a:pt x="1908517" y="893823"/>
                  </a:lnTo>
                  <a:lnTo>
                    <a:pt x="1909589" y="893021"/>
                  </a:lnTo>
                  <a:lnTo>
                    <a:pt x="1910660" y="892218"/>
                  </a:lnTo>
                  <a:lnTo>
                    <a:pt x="1911732" y="891416"/>
                  </a:lnTo>
                  <a:lnTo>
                    <a:pt x="1912803" y="890614"/>
                  </a:lnTo>
                  <a:lnTo>
                    <a:pt x="1913875" y="889813"/>
                  </a:lnTo>
                  <a:lnTo>
                    <a:pt x="1914947" y="889012"/>
                  </a:lnTo>
                  <a:lnTo>
                    <a:pt x="1916018" y="888211"/>
                  </a:lnTo>
                  <a:lnTo>
                    <a:pt x="1917090" y="887411"/>
                  </a:lnTo>
                  <a:lnTo>
                    <a:pt x="1918161" y="886611"/>
                  </a:lnTo>
                  <a:lnTo>
                    <a:pt x="1919233" y="885811"/>
                  </a:lnTo>
                  <a:lnTo>
                    <a:pt x="1920305" y="885012"/>
                  </a:lnTo>
                  <a:lnTo>
                    <a:pt x="1921376" y="884213"/>
                  </a:lnTo>
                  <a:lnTo>
                    <a:pt x="1922448" y="883414"/>
                  </a:lnTo>
                  <a:lnTo>
                    <a:pt x="1923519" y="882616"/>
                  </a:lnTo>
                  <a:lnTo>
                    <a:pt x="1924591" y="881818"/>
                  </a:lnTo>
                  <a:lnTo>
                    <a:pt x="1925663" y="881020"/>
                  </a:lnTo>
                  <a:lnTo>
                    <a:pt x="1926734" y="880223"/>
                  </a:lnTo>
                  <a:lnTo>
                    <a:pt x="1927806" y="879426"/>
                  </a:lnTo>
                  <a:lnTo>
                    <a:pt x="1928877" y="878629"/>
                  </a:lnTo>
                  <a:lnTo>
                    <a:pt x="1929949" y="877833"/>
                  </a:lnTo>
                  <a:lnTo>
                    <a:pt x="1931021" y="877038"/>
                  </a:lnTo>
                  <a:lnTo>
                    <a:pt x="1932092" y="876242"/>
                  </a:lnTo>
                  <a:lnTo>
                    <a:pt x="1933164" y="875447"/>
                  </a:lnTo>
                  <a:lnTo>
                    <a:pt x="1934235" y="874652"/>
                  </a:lnTo>
                  <a:lnTo>
                    <a:pt x="1935307" y="873858"/>
                  </a:lnTo>
                  <a:lnTo>
                    <a:pt x="1936379" y="873064"/>
                  </a:lnTo>
                  <a:lnTo>
                    <a:pt x="1937450" y="872271"/>
                  </a:lnTo>
                  <a:lnTo>
                    <a:pt x="1938522" y="871478"/>
                  </a:lnTo>
                  <a:lnTo>
                    <a:pt x="1939593" y="870685"/>
                  </a:lnTo>
                  <a:lnTo>
                    <a:pt x="1940665" y="869892"/>
                  </a:lnTo>
                  <a:lnTo>
                    <a:pt x="1941737" y="869101"/>
                  </a:lnTo>
                  <a:lnTo>
                    <a:pt x="1942808" y="868309"/>
                  </a:lnTo>
                  <a:lnTo>
                    <a:pt x="1943880" y="867518"/>
                  </a:lnTo>
                  <a:lnTo>
                    <a:pt x="1944951" y="866727"/>
                  </a:lnTo>
                  <a:lnTo>
                    <a:pt x="1946023" y="865937"/>
                  </a:lnTo>
                  <a:lnTo>
                    <a:pt x="1947095" y="865147"/>
                  </a:lnTo>
                  <a:lnTo>
                    <a:pt x="1948166" y="864357"/>
                  </a:lnTo>
                  <a:lnTo>
                    <a:pt x="1949238" y="863568"/>
                  </a:lnTo>
                  <a:lnTo>
                    <a:pt x="1950309" y="862779"/>
                  </a:lnTo>
                  <a:lnTo>
                    <a:pt x="1951381" y="861991"/>
                  </a:lnTo>
                  <a:lnTo>
                    <a:pt x="1952453" y="861203"/>
                  </a:lnTo>
                  <a:lnTo>
                    <a:pt x="1953524" y="860415"/>
                  </a:lnTo>
                  <a:lnTo>
                    <a:pt x="1954596" y="859628"/>
                  </a:lnTo>
                  <a:lnTo>
                    <a:pt x="1955667" y="858841"/>
                  </a:lnTo>
                  <a:lnTo>
                    <a:pt x="1956739" y="858055"/>
                  </a:lnTo>
                  <a:lnTo>
                    <a:pt x="1957810" y="857269"/>
                  </a:lnTo>
                  <a:lnTo>
                    <a:pt x="1958882" y="856484"/>
                  </a:lnTo>
                  <a:lnTo>
                    <a:pt x="1959954" y="855699"/>
                  </a:lnTo>
                  <a:lnTo>
                    <a:pt x="1961025" y="854914"/>
                  </a:lnTo>
                  <a:lnTo>
                    <a:pt x="1962097" y="854130"/>
                  </a:lnTo>
                  <a:lnTo>
                    <a:pt x="1963168" y="853347"/>
                  </a:lnTo>
                  <a:lnTo>
                    <a:pt x="1964240" y="852563"/>
                  </a:lnTo>
                  <a:lnTo>
                    <a:pt x="1965312" y="851780"/>
                  </a:lnTo>
                  <a:lnTo>
                    <a:pt x="1966383" y="850998"/>
                  </a:lnTo>
                  <a:lnTo>
                    <a:pt x="1967455" y="850216"/>
                  </a:lnTo>
                  <a:lnTo>
                    <a:pt x="1968526" y="849435"/>
                  </a:lnTo>
                  <a:lnTo>
                    <a:pt x="1969598" y="848654"/>
                  </a:lnTo>
                  <a:lnTo>
                    <a:pt x="1970670" y="847873"/>
                  </a:lnTo>
                  <a:lnTo>
                    <a:pt x="1971741" y="847093"/>
                  </a:lnTo>
                  <a:lnTo>
                    <a:pt x="1972813" y="846313"/>
                  </a:lnTo>
                  <a:lnTo>
                    <a:pt x="1973884" y="845534"/>
                  </a:lnTo>
                  <a:lnTo>
                    <a:pt x="1974956" y="844755"/>
                  </a:lnTo>
                  <a:lnTo>
                    <a:pt x="1976028" y="843977"/>
                  </a:lnTo>
                  <a:lnTo>
                    <a:pt x="1977099" y="843199"/>
                  </a:lnTo>
                  <a:lnTo>
                    <a:pt x="1978171" y="842422"/>
                  </a:lnTo>
                  <a:lnTo>
                    <a:pt x="1979242" y="841645"/>
                  </a:lnTo>
                  <a:lnTo>
                    <a:pt x="1980314" y="840868"/>
                  </a:lnTo>
                  <a:lnTo>
                    <a:pt x="1981386" y="840093"/>
                  </a:lnTo>
                  <a:lnTo>
                    <a:pt x="1982457" y="839317"/>
                  </a:lnTo>
                  <a:lnTo>
                    <a:pt x="1983529" y="838542"/>
                  </a:lnTo>
                  <a:lnTo>
                    <a:pt x="1984600" y="837768"/>
                  </a:lnTo>
                  <a:lnTo>
                    <a:pt x="1985672" y="836994"/>
                  </a:lnTo>
                  <a:lnTo>
                    <a:pt x="1986744" y="836220"/>
                  </a:lnTo>
                  <a:lnTo>
                    <a:pt x="1987815" y="835447"/>
                  </a:lnTo>
                  <a:lnTo>
                    <a:pt x="1988887" y="834674"/>
                  </a:lnTo>
                  <a:lnTo>
                    <a:pt x="1989958" y="833902"/>
                  </a:lnTo>
                  <a:lnTo>
                    <a:pt x="1991030" y="833131"/>
                  </a:lnTo>
                  <a:lnTo>
                    <a:pt x="1992102" y="832360"/>
                  </a:lnTo>
                  <a:lnTo>
                    <a:pt x="1993173" y="831589"/>
                  </a:lnTo>
                  <a:lnTo>
                    <a:pt x="1994245" y="830819"/>
                  </a:lnTo>
                  <a:lnTo>
                    <a:pt x="1995316" y="830049"/>
                  </a:lnTo>
                  <a:lnTo>
                    <a:pt x="1996388" y="829280"/>
                  </a:lnTo>
                  <a:lnTo>
                    <a:pt x="1997460" y="828512"/>
                  </a:lnTo>
                  <a:lnTo>
                    <a:pt x="1998531" y="827744"/>
                  </a:lnTo>
                  <a:lnTo>
                    <a:pt x="1999603" y="826976"/>
                  </a:lnTo>
                  <a:lnTo>
                    <a:pt x="2000674" y="826209"/>
                  </a:lnTo>
                  <a:lnTo>
                    <a:pt x="2001746" y="825443"/>
                  </a:lnTo>
                  <a:lnTo>
                    <a:pt x="2002818" y="824677"/>
                  </a:lnTo>
                  <a:lnTo>
                    <a:pt x="2003889" y="823911"/>
                  </a:lnTo>
                  <a:lnTo>
                    <a:pt x="2004961" y="823146"/>
                  </a:lnTo>
                  <a:lnTo>
                    <a:pt x="2006032" y="822382"/>
                  </a:lnTo>
                  <a:lnTo>
                    <a:pt x="2007104" y="821618"/>
                  </a:lnTo>
                  <a:lnTo>
                    <a:pt x="2008176" y="820854"/>
                  </a:lnTo>
                  <a:lnTo>
                    <a:pt x="2009247" y="820092"/>
                  </a:lnTo>
                  <a:lnTo>
                    <a:pt x="2010319" y="819329"/>
                  </a:lnTo>
                  <a:lnTo>
                    <a:pt x="2011390" y="818568"/>
                  </a:lnTo>
                  <a:lnTo>
                    <a:pt x="2012462" y="817806"/>
                  </a:lnTo>
                  <a:lnTo>
                    <a:pt x="2013534" y="817046"/>
                  </a:lnTo>
                  <a:lnTo>
                    <a:pt x="2014605" y="816286"/>
                  </a:lnTo>
                  <a:lnTo>
                    <a:pt x="2015677" y="815526"/>
                  </a:lnTo>
                  <a:lnTo>
                    <a:pt x="2016748" y="814767"/>
                  </a:lnTo>
                  <a:lnTo>
                    <a:pt x="2017820" y="814009"/>
                  </a:lnTo>
                  <a:lnTo>
                    <a:pt x="2018892" y="813251"/>
                  </a:lnTo>
                  <a:lnTo>
                    <a:pt x="2019963" y="812493"/>
                  </a:lnTo>
                  <a:lnTo>
                    <a:pt x="2021035" y="811736"/>
                  </a:lnTo>
                  <a:lnTo>
                    <a:pt x="2022106" y="810980"/>
                  </a:lnTo>
                  <a:lnTo>
                    <a:pt x="2023178" y="810225"/>
                  </a:lnTo>
                  <a:lnTo>
                    <a:pt x="2024250" y="809469"/>
                  </a:lnTo>
                  <a:lnTo>
                    <a:pt x="2025321" y="808715"/>
                  </a:lnTo>
                  <a:lnTo>
                    <a:pt x="2026393" y="807961"/>
                  </a:lnTo>
                  <a:lnTo>
                    <a:pt x="2027464" y="807207"/>
                  </a:lnTo>
                  <a:lnTo>
                    <a:pt x="2028536" y="806455"/>
                  </a:lnTo>
                  <a:lnTo>
                    <a:pt x="2029608" y="805702"/>
                  </a:lnTo>
                  <a:lnTo>
                    <a:pt x="2030679" y="804951"/>
                  </a:lnTo>
                  <a:lnTo>
                    <a:pt x="2031751" y="804200"/>
                  </a:lnTo>
                  <a:lnTo>
                    <a:pt x="2032822" y="803449"/>
                  </a:lnTo>
                  <a:lnTo>
                    <a:pt x="2033894" y="802699"/>
                  </a:lnTo>
                  <a:lnTo>
                    <a:pt x="2034966" y="801950"/>
                  </a:lnTo>
                  <a:lnTo>
                    <a:pt x="2036037" y="801201"/>
                  </a:lnTo>
                  <a:lnTo>
                    <a:pt x="2037109" y="800453"/>
                  </a:lnTo>
                  <a:lnTo>
                    <a:pt x="2038180" y="799706"/>
                  </a:lnTo>
                  <a:lnTo>
                    <a:pt x="2039252" y="798959"/>
                  </a:lnTo>
                  <a:lnTo>
                    <a:pt x="2040324" y="798212"/>
                  </a:lnTo>
                  <a:lnTo>
                    <a:pt x="2041395" y="797467"/>
                  </a:lnTo>
                  <a:lnTo>
                    <a:pt x="2042467" y="796721"/>
                  </a:lnTo>
                  <a:lnTo>
                    <a:pt x="2043538" y="795977"/>
                  </a:lnTo>
                  <a:lnTo>
                    <a:pt x="2044610" y="795233"/>
                  </a:lnTo>
                  <a:lnTo>
                    <a:pt x="2045682" y="794490"/>
                  </a:lnTo>
                  <a:lnTo>
                    <a:pt x="2046753" y="793747"/>
                  </a:lnTo>
                  <a:lnTo>
                    <a:pt x="2047825" y="793005"/>
                  </a:lnTo>
                  <a:lnTo>
                    <a:pt x="2048896" y="792264"/>
                  </a:lnTo>
                  <a:lnTo>
                    <a:pt x="2049968" y="791523"/>
                  </a:lnTo>
                  <a:lnTo>
                    <a:pt x="2051040" y="790782"/>
                  </a:lnTo>
                  <a:lnTo>
                    <a:pt x="2052111" y="790043"/>
                  </a:lnTo>
                  <a:lnTo>
                    <a:pt x="2053183" y="789304"/>
                  </a:lnTo>
                  <a:lnTo>
                    <a:pt x="2054254" y="788565"/>
                  </a:lnTo>
                  <a:lnTo>
                    <a:pt x="2055326" y="787828"/>
                  </a:lnTo>
                  <a:lnTo>
                    <a:pt x="2056398" y="787090"/>
                  </a:lnTo>
                  <a:lnTo>
                    <a:pt x="2057469" y="786354"/>
                  </a:lnTo>
                  <a:lnTo>
                    <a:pt x="2058541" y="785618"/>
                  </a:lnTo>
                  <a:lnTo>
                    <a:pt x="2059612" y="784882"/>
                  </a:lnTo>
                  <a:lnTo>
                    <a:pt x="2060684" y="784148"/>
                  </a:lnTo>
                  <a:lnTo>
                    <a:pt x="2061756" y="783414"/>
                  </a:lnTo>
                  <a:lnTo>
                    <a:pt x="2062827" y="782680"/>
                  </a:lnTo>
                  <a:lnTo>
                    <a:pt x="2063899" y="781947"/>
                  </a:lnTo>
                  <a:lnTo>
                    <a:pt x="2064970" y="781215"/>
                  </a:lnTo>
                  <a:lnTo>
                    <a:pt x="2066042" y="780483"/>
                  </a:lnTo>
                  <a:lnTo>
                    <a:pt x="2067114" y="779752"/>
                  </a:lnTo>
                  <a:lnTo>
                    <a:pt x="2068185" y="779022"/>
                  </a:lnTo>
                  <a:lnTo>
                    <a:pt x="2069257" y="778292"/>
                  </a:lnTo>
                  <a:lnTo>
                    <a:pt x="2070328" y="777562"/>
                  </a:lnTo>
                  <a:lnTo>
                    <a:pt x="2071400" y="776834"/>
                  </a:lnTo>
                  <a:lnTo>
                    <a:pt x="2072472" y="776106"/>
                  </a:lnTo>
                  <a:lnTo>
                    <a:pt x="2073543" y="775378"/>
                  </a:lnTo>
                  <a:lnTo>
                    <a:pt x="2074615" y="774652"/>
                  </a:lnTo>
                  <a:lnTo>
                    <a:pt x="2075686" y="773925"/>
                  </a:lnTo>
                  <a:lnTo>
                    <a:pt x="2076758" y="773200"/>
                  </a:lnTo>
                  <a:lnTo>
                    <a:pt x="2077830" y="772475"/>
                  </a:lnTo>
                  <a:lnTo>
                    <a:pt x="2078901" y="771751"/>
                  </a:lnTo>
                  <a:lnTo>
                    <a:pt x="2079973" y="771027"/>
                  </a:lnTo>
                  <a:lnTo>
                    <a:pt x="2081044" y="770304"/>
                  </a:lnTo>
                  <a:lnTo>
                    <a:pt x="2082116" y="769581"/>
                  </a:lnTo>
                  <a:lnTo>
                    <a:pt x="2083188" y="768859"/>
                  </a:lnTo>
                  <a:lnTo>
                    <a:pt x="2084259" y="768138"/>
                  </a:lnTo>
                  <a:lnTo>
                    <a:pt x="2085331" y="767418"/>
                  </a:lnTo>
                  <a:lnTo>
                    <a:pt x="2086402" y="766698"/>
                  </a:lnTo>
                  <a:lnTo>
                    <a:pt x="2087474" y="765978"/>
                  </a:lnTo>
                  <a:lnTo>
                    <a:pt x="2088546" y="765259"/>
                  </a:lnTo>
                  <a:lnTo>
                    <a:pt x="2089617" y="764541"/>
                  </a:lnTo>
                  <a:lnTo>
                    <a:pt x="2090689" y="763824"/>
                  </a:lnTo>
                  <a:lnTo>
                    <a:pt x="2091760" y="763107"/>
                  </a:lnTo>
                  <a:lnTo>
                    <a:pt x="2092832" y="762390"/>
                  </a:lnTo>
                  <a:lnTo>
                    <a:pt x="2093904" y="761675"/>
                  </a:lnTo>
                  <a:lnTo>
                    <a:pt x="2094975" y="760959"/>
                  </a:lnTo>
                  <a:lnTo>
                    <a:pt x="2096047" y="760245"/>
                  </a:lnTo>
                  <a:lnTo>
                    <a:pt x="2097118" y="759531"/>
                  </a:lnTo>
                  <a:lnTo>
                    <a:pt x="2098190" y="758818"/>
                  </a:lnTo>
                  <a:lnTo>
                    <a:pt x="2099262" y="758105"/>
                  </a:lnTo>
                  <a:lnTo>
                    <a:pt x="2100333" y="757393"/>
                  </a:lnTo>
                  <a:lnTo>
                    <a:pt x="2101405" y="756682"/>
                  </a:lnTo>
                  <a:lnTo>
                    <a:pt x="2102476" y="755971"/>
                  </a:lnTo>
                  <a:lnTo>
                    <a:pt x="2103548" y="755261"/>
                  </a:lnTo>
                  <a:lnTo>
                    <a:pt x="2104620" y="754551"/>
                  </a:lnTo>
                  <a:lnTo>
                    <a:pt x="2105691" y="753842"/>
                  </a:lnTo>
                  <a:lnTo>
                    <a:pt x="2106763" y="753134"/>
                  </a:lnTo>
                  <a:lnTo>
                    <a:pt x="2107834" y="752426"/>
                  </a:lnTo>
                  <a:lnTo>
                    <a:pt x="2108906" y="751719"/>
                  </a:lnTo>
                  <a:lnTo>
                    <a:pt x="2109978" y="751013"/>
                  </a:lnTo>
                  <a:lnTo>
                    <a:pt x="2111049" y="750307"/>
                  </a:lnTo>
                  <a:lnTo>
                    <a:pt x="2112121" y="749602"/>
                  </a:lnTo>
                  <a:lnTo>
                    <a:pt x="2113192" y="748897"/>
                  </a:lnTo>
                  <a:lnTo>
                    <a:pt x="2114264" y="748193"/>
                  </a:lnTo>
                  <a:lnTo>
                    <a:pt x="2115336" y="747490"/>
                  </a:lnTo>
                  <a:lnTo>
                    <a:pt x="2116407" y="746787"/>
                  </a:lnTo>
                  <a:lnTo>
                    <a:pt x="2117479" y="746085"/>
                  </a:lnTo>
                  <a:lnTo>
                    <a:pt x="2118550" y="745383"/>
                  </a:lnTo>
                  <a:lnTo>
                    <a:pt x="2119622" y="744682"/>
                  </a:lnTo>
                  <a:lnTo>
                    <a:pt x="2120694" y="743982"/>
                  </a:lnTo>
                  <a:lnTo>
                    <a:pt x="2121765" y="743283"/>
                  </a:lnTo>
                  <a:lnTo>
                    <a:pt x="2122837" y="742583"/>
                  </a:lnTo>
                  <a:lnTo>
                    <a:pt x="2123908" y="741885"/>
                  </a:lnTo>
                  <a:lnTo>
                    <a:pt x="2124980" y="741187"/>
                  </a:lnTo>
                  <a:lnTo>
                    <a:pt x="2126052" y="740490"/>
                  </a:lnTo>
                  <a:lnTo>
                    <a:pt x="2127123" y="739793"/>
                  </a:lnTo>
                  <a:lnTo>
                    <a:pt x="2128195" y="739098"/>
                  </a:lnTo>
                  <a:lnTo>
                    <a:pt x="2129266" y="738402"/>
                  </a:lnTo>
                  <a:lnTo>
                    <a:pt x="2130338" y="737707"/>
                  </a:lnTo>
                  <a:lnTo>
                    <a:pt x="2131409" y="737013"/>
                  </a:lnTo>
                  <a:lnTo>
                    <a:pt x="2132481" y="736320"/>
                  </a:lnTo>
                  <a:lnTo>
                    <a:pt x="2133553" y="735627"/>
                  </a:lnTo>
                  <a:lnTo>
                    <a:pt x="2134624" y="734935"/>
                  </a:lnTo>
                  <a:lnTo>
                    <a:pt x="2135696" y="734243"/>
                  </a:lnTo>
                  <a:lnTo>
                    <a:pt x="2136767" y="733552"/>
                  </a:lnTo>
                  <a:lnTo>
                    <a:pt x="2137839" y="732862"/>
                  </a:lnTo>
                  <a:lnTo>
                    <a:pt x="2138911" y="732172"/>
                  </a:lnTo>
                  <a:lnTo>
                    <a:pt x="2139982" y="731483"/>
                  </a:lnTo>
                  <a:lnTo>
                    <a:pt x="2141054" y="730794"/>
                  </a:lnTo>
                  <a:lnTo>
                    <a:pt x="2142125" y="730106"/>
                  </a:lnTo>
                  <a:lnTo>
                    <a:pt x="2143197" y="729419"/>
                  </a:lnTo>
                  <a:lnTo>
                    <a:pt x="2144269" y="728732"/>
                  </a:lnTo>
                  <a:lnTo>
                    <a:pt x="2145340" y="728046"/>
                  </a:lnTo>
                  <a:lnTo>
                    <a:pt x="2146412" y="727361"/>
                  </a:lnTo>
                  <a:lnTo>
                    <a:pt x="2147483" y="726676"/>
                  </a:lnTo>
                  <a:lnTo>
                    <a:pt x="2148555" y="725992"/>
                  </a:lnTo>
                  <a:lnTo>
                    <a:pt x="2149627" y="725308"/>
                  </a:lnTo>
                  <a:lnTo>
                    <a:pt x="2150698" y="724625"/>
                  </a:lnTo>
                  <a:lnTo>
                    <a:pt x="2151770" y="723943"/>
                  </a:lnTo>
                  <a:lnTo>
                    <a:pt x="2152841" y="723261"/>
                  </a:lnTo>
                  <a:lnTo>
                    <a:pt x="2153913" y="722580"/>
                  </a:lnTo>
                  <a:lnTo>
                    <a:pt x="2154985" y="721900"/>
                  </a:lnTo>
                  <a:lnTo>
                    <a:pt x="2156056" y="721220"/>
                  </a:lnTo>
                  <a:lnTo>
                    <a:pt x="2157128" y="720541"/>
                  </a:lnTo>
                  <a:lnTo>
                    <a:pt x="2158199" y="719862"/>
                  </a:lnTo>
                  <a:lnTo>
                    <a:pt x="2159271" y="719184"/>
                  </a:lnTo>
                  <a:lnTo>
                    <a:pt x="2160343" y="718507"/>
                  </a:lnTo>
                  <a:lnTo>
                    <a:pt x="2161414" y="717830"/>
                  </a:lnTo>
                  <a:lnTo>
                    <a:pt x="2162486" y="717154"/>
                  </a:lnTo>
                  <a:lnTo>
                    <a:pt x="2163557" y="716478"/>
                  </a:lnTo>
                  <a:lnTo>
                    <a:pt x="2164629" y="715803"/>
                  </a:lnTo>
                  <a:lnTo>
                    <a:pt x="2165701" y="715129"/>
                  </a:lnTo>
                  <a:lnTo>
                    <a:pt x="2166772" y="714455"/>
                  </a:lnTo>
                  <a:lnTo>
                    <a:pt x="2167844" y="713782"/>
                  </a:lnTo>
                  <a:lnTo>
                    <a:pt x="2168915" y="713110"/>
                  </a:lnTo>
                  <a:lnTo>
                    <a:pt x="2169987" y="712438"/>
                  </a:lnTo>
                  <a:lnTo>
                    <a:pt x="2171059" y="711766"/>
                  </a:lnTo>
                  <a:lnTo>
                    <a:pt x="2172130" y="711096"/>
                  </a:lnTo>
                  <a:lnTo>
                    <a:pt x="2173202" y="710426"/>
                  </a:lnTo>
                  <a:lnTo>
                    <a:pt x="2174273" y="709756"/>
                  </a:lnTo>
                  <a:lnTo>
                    <a:pt x="2175345" y="709088"/>
                  </a:lnTo>
                  <a:lnTo>
                    <a:pt x="2176417" y="708420"/>
                  </a:lnTo>
                  <a:lnTo>
                    <a:pt x="2177488" y="707752"/>
                  </a:lnTo>
                  <a:lnTo>
                    <a:pt x="2178560" y="707085"/>
                  </a:lnTo>
                  <a:lnTo>
                    <a:pt x="2179631" y="706419"/>
                  </a:lnTo>
                  <a:lnTo>
                    <a:pt x="2180703" y="705753"/>
                  </a:lnTo>
                  <a:lnTo>
                    <a:pt x="2181775" y="705088"/>
                  </a:lnTo>
                  <a:lnTo>
                    <a:pt x="2182846" y="704424"/>
                  </a:lnTo>
                  <a:lnTo>
                    <a:pt x="2183918" y="703760"/>
                  </a:lnTo>
                  <a:lnTo>
                    <a:pt x="2184989" y="703097"/>
                  </a:lnTo>
                  <a:lnTo>
                    <a:pt x="2186061" y="702434"/>
                  </a:lnTo>
                  <a:lnTo>
                    <a:pt x="2187133" y="701772"/>
                  </a:lnTo>
                  <a:lnTo>
                    <a:pt x="2188204" y="701111"/>
                  </a:lnTo>
                  <a:lnTo>
                    <a:pt x="2189276" y="700450"/>
                  </a:lnTo>
                  <a:lnTo>
                    <a:pt x="2190347" y="699790"/>
                  </a:lnTo>
                  <a:lnTo>
                    <a:pt x="2191419" y="699130"/>
                  </a:lnTo>
                  <a:lnTo>
                    <a:pt x="2192491" y="698471"/>
                  </a:lnTo>
                  <a:lnTo>
                    <a:pt x="2193562" y="697813"/>
                  </a:lnTo>
                  <a:lnTo>
                    <a:pt x="2194634" y="697155"/>
                  </a:lnTo>
                  <a:lnTo>
                    <a:pt x="2195705" y="696498"/>
                  </a:lnTo>
                  <a:lnTo>
                    <a:pt x="2196777" y="695842"/>
                  </a:lnTo>
                  <a:lnTo>
                    <a:pt x="2197849" y="695186"/>
                  </a:lnTo>
                  <a:lnTo>
                    <a:pt x="2198920" y="694531"/>
                  </a:lnTo>
                  <a:lnTo>
                    <a:pt x="2199992" y="693876"/>
                  </a:lnTo>
                  <a:lnTo>
                    <a:pt x="2201063" y="693222"/>
                  </a:lnTo>
                  <a:lnTo>
                    <a:pt x="2202135" y="692569"/>
                  </a:lnTo>
                  <a:lnTo>
                    <a:pt x="2203207" y="691916"/>
                  </a:lnTo>
                  <a:lnTo>
                    <a:pt x="2204278" y="691264"/>
                  </a:lnTo>
                  <a:lnTo>
                    <a:pt x="2205350" y="690612"/>
                  </a:lnTo>
                  <a:lnTo>
                    <a:pt x="2206421" y="689961"/>
                  </a:lnTo>
                  <a:lnTo>
                    <a:pt x="2207493" y="689311"/>
                  </a:lnTo>
                  <a:lnTo>
                    <a:pt x="2208565" y="688661"/>
                  </a:lnTo>
                  <a:lnTo>
                    <a:pt x="2209636" y="688012"/>
                  </a:lnTo>
                  <a:lnTo>
                    <a:pt x="2210708" y="687364"/>
                  </a:lnTo>
                  <a:lnTo>
                    <a:pt x="2211779" y="686716"/>
                  </a:lnTo>
                  <a:lnTo>
                    <a:pt x="2212851" y="686069"/>
                  </a:lnTo>
                  <a:lnTo>
                    <a:pt x="2213923" y="685422"/>
                  </a:lnTo>
                  <a:lnTo>
                    <a:pt x="2214994" y="684776"/>
                  </a:lnTo>
                  <a:lnTo>
                    <a:pt x="2216066" y="684131"/>
                  </a:lnTo>
                  <a:lnTo>
                    <a:pt x="2217137" y="683486"/>
                  </a:lnTo>
                  <a:lnTo>
                    <a:pt x="2218209" y="682842"/>
                  </a:lnTo>
                  <a:lnTo>
                    <a:pt x="2219281" y="682198"/>
                  </a:lnTo>
                  <a:lnTo>
                    <a:pt x="2220352" y="681555"/>
                  </a:lnTo>
                  <a:lnTo>
                    <a:pt x="2221424" y="680913"/>
                  </a:lnTo>
                  <a:lnTo>
                    <a:pt x="2222495" y="680271"/>
                  </a:lnTo>
                  <a:lnTo>
                    <a:pt x="2223567" y="679630"/>
                  </a:lnTo>
                  <a:lnTo>
                    <a:pt x="2224639" y="678989"/>
                  </a:lnTo>
                  <a:lnTo>
                    <a:pt x="2225710" y="678349"/>
                  </a:lnTo>
                  <a:lnTo>
                    <a:pt x="2226782" y="677710"/>
                  </a:lnTo>
                  <a:lnTo>
                    <a:pt x="2227853" y="677071"/>
                  </a:lnTo>
                  <a:lnTo>
                    <a:pt x="2228925" y="676433"/>
                  </a:lnTo>
                  <a:lnTo>
                    <a:pt x="2229997" y="675796"/>
                  </a:lnTo>
                  <a:lnTo>
                    <a:pt x="2231068" y="675159"/>
                  </a:lnTo>
                  <a:lnTo>
                    <a:pt x="2232140" y="674523"/>
                  </a:lnTo>
                  <a:lnTo>
                    <a:pt x="2233211" y="673887"/>
                  </a:lnTo>
                  <a:lnTo>
                    <a:pt x="2234283" y="673252"/>
                  </a:lnTo>
                  <a:lnTo>
                    <a:pt x="2235355" y="672618"/>
                  </a:lnTo>
                  <a:lnTo>
                    <a:pt x="2236426" y="671984"/>
                  </a:lnTo>
                  <a:lnTo>
                    <a:pt x="2237498" y="671351"/>
                  </a:lnTo>
                  <a:lnTo>
                    <a:pt x="2238569" y="670718"/>
                  </a:lnTo>
                  <a:lnTo>
                    <a:pt x="2239641" y="670086"/>
                  </a:lnTo>
                  <a:lnTo>
                    <a:pt x="2240713" y="669454"/>
                  </a:lnTo>
                  <a:lnTo>
                    <a:pt x="2241784" y="668824"/>
                  </a:lnTo>
                  <a:lnTo>
                    <a:pt x="2242856" y="668193"/>
                  </a:lnTo>
                  <a:lnTo>
                    <a:pt x="2243927" y="667564"/>
                  </a:lnTo>
                  <a:lnTo>
                    <a:pt x="2244999" y="666935"/>
                  </a:lnTo>
                  <a:lnTo>
                    <a:pt x="2246071" y="666307"/>
                  </a:lnTo>
                  <a:lnTo>
                    <a:pt x="2247142" y="665679"/>
                  </a:lnTo>
                  <a:lnTo>
                    <a:pt x="2248214" y="665052"/>
                  </a:lnTo>
                  <a:lnTo>
                    <a:pt x="2249285" y="664425"/>
                  </a:lnTo>
                  <a:lnTo>
                    <a:pt x="2250357" y="663799"/>
                  </a:lnTo>
                  <a:lnTo>
                    <a:pt x="2251429" y="663174"/>
                  </a:lnTo>
                  <a:lnTo>
                    <a:pt x="2252500" y="662549"/>
                  </a:lnTo>
                  <a:lnTo>
                    <a:pt x="2253572" y="661925"/>
                  </a:lnTo>
                  <a:lnTo>
                    <a:pt x="2254643" y="661301"/>
                  </a:lnTo>
                  <a:lnTo>
                    <a:pt x="2255715" y="660678"/>
                  </a:lnTo>
                  <a:lnTo>
                    <a:pt x="2256787" y="660056"/>
                  </a:lnTo>
                  <a:lnTo>
                    <a:pt x="2257858" y="659434"/>
                  </a:lnTo>
                  <a:lnTo>
                    <a:pt x="2258930" y="658813"/>
                  </a:lnTo>
                  <a:lnTo>
                    <a:pt x="2260001" y="658192"/>
                  </a:lnTo>
                  <a:lnTo>
                    <a:pt x="2261073" y="657572"/>
                  </a:lnTo>
                  <a:lnTo>
                    <a:pt x="2262145" y="656953"/>
                  </a:lnTo>
                  <a:lnTo>
                    <a:pt x="2263216" y="656334"/>
                  </a:lnTo>
                  <a:lnTo>
                    <a:pt x="2264288" y="655716"/>
                  </a:lnTo>
                  <a:lnTo>
                    <a:pt x="2265359" y="655099"/>
                  </a:lnTo>
                  <a:lnTo>
                    <a:pt x="2266431" y="654482"/>
                  </a:lnTo>
                  <a:lnTo>
                    <a:pt x="2267503" y="653865"/>
                  </a:lnTo>
                  <a:lnTo>
                    <a:pt x="2268574" y="653250"/>
                  </a:lnTo>
                  <a:lnTo>
                    <a:pt x="2269646" y="652635"/>
                  </a:lnTo>
                  <a:lnTo>
                    <a:pt x="2270717" y="652020"/>
                  </a:lnTo>
                  <a:lnTo>
                    <a:pt x="2271789" y="651406"/>
                  </a:lnTo>
                  <a:lnTo>
                    <a:pt x="2272861" y="650793"/>
                  </a:lnTo>
                  <a:lnTo>
                    <a:pt x="2273932" y="650180"/>
                  </a:lnTo>
                  <a:lnTo>
                    <a:pt x="2275004" y="649568"/>
                  </a:lnTo>
                  <a:lnTo>
                    <a:pt x="2276075" y="648956"/>
                  </a:lnTo>
                  <a:lnTo>
                    <a:pt x="2277147" y="648345"/>
                  </a:lnTo>
                  <a:lnTo>
                    <a:pt x="2278219" y="647735"/>
                  </a:lnTo>
                  <a:lnTo>
                    <a:pt x="2279290" y="647125"/>
                  </a:lnTo>
                  <a:lnTo>
                    <a:pt x="2280362" y="646516"/>
                  </a:lnTo>
                  <a:lnTo>
                    <a:pt x="2281433" y="645907"/>
                  </a:lnTo>
                  <a:lnTo>
                    <a:pt x="2282505" y="645299"/>
                  </a:lnTo>
                  <a:lnTo>
                    <a:pt x="2283577" y="644692"/>
                  </a:lnTo>
                  <a:lnTo>
                    <a:pt x="2284648" y="644085"/>
                  </a:lnTo>
                  <a:lnTo>
                    <a:pt x="2285720" y="643479"/>
                  </a:lnTo>
                  <a:lnTo>
                    <a:pt x="2286791" y="642873"/>
                  </a:lnTo>
                  <a:lnTo>
                    <a:pt x="2287863" y="642268"/>
                  </a:lnTo>
                  <a:lnTo>
                    <a:pt x="2288935" y="641664"/>
                  </a:lnTo>
                  <a:lnTo>
                    <a:pt x="2290006" y="641060"/>
                  </a:lnTo>
                  <a:lnTo>
                    <a:pt x="2291078" y="640457"/>
                  </a:lnTo>
                  <a:lnTo>
                    <a:pt x="2292149" y="639854"/>
                  </a:lnTo>
                  <a:lnTo>
                    <a:pt x="2293221" y="639252"/>
                  </a:lnTo>
                  <a:lnTo>
                    <a:pt x="2294293" y="638651"/>
                  </a:lnTo>
                  <a:lnTo>
                    <a:pt x="2295364" y="638050"/>
                  </a:lnTo>
                  <a:lnTo>
                    <a:pt x="2296436" y="637449"/>
                  </a:lnTo>
                  <a:lnTo>
                    <a:pt x="2297507" y="636850"/>
                  </a:lnTo>
                  <a:lnTo>
                    <a:pt x="2298579" y="636251"/>
                  </a:lnTo>
                  <a:lnTo>
                    <a:pt x="2299651" y="635652"/>
                  </a:lnTo>
                  <a:lnTo>
                    <a:pt x="2300722" y="635054"/>
                  </a:lnTo>
                  <a:lnTo>
                    <a:pt x="2301794" y="634457"/>
                  </a:lnTo>
                  <a:lnTo>
                    <a:pt x="2302865" y="633860"/>
                  </a:lnTo>
                  <a:lnTo>
                    <a:pt x="2303937" y="633264"/>
                  </a:lnTo>
                  <a:lnTo>
                    <a:pt x="2305009" y="632668"/>
                  </a:lnTo>
                  <a:lnTo>
                    <a:pt x="2306080" y="632073"/>
                  </a:lnTo>
                  <a:lnTo>
                    <a:pt x="2307152" y="631479"/>
                  </a:lnTo>
                  <a:lnTo>
                    <a:pt x="2308223" y="630885"/>
                  </a:lnTo>
                  <a:lnTo>
                    <a:pt x="2309295" y="630292"/>
                  </a:lnTo>
                  <a:lnTo>
                    <a:pt x="2310366" y="629699"/>
                  </a:lnTo>
                  <a:lnTo>
                    <a:pt x="2311438" y="629107"/>
                  </a:lnTo>
                  <a:lnTo>
                    <a:pt x="2312510" y="628516"/>
                  </a:lnTo>
                  <a:lnTo>
                    <a:pt x="2313581" y="627925"/>
                  </a:lnTo>
                  <a:lnTo>
                    <a:pt x="2314653" y="627334"/>
                  </a:lnTo>
                  <a:lnTo>
                    <a:pt x="2315724" y="626745"/>
                  </a:lnTo>
                  <a:lnTo>
                    <a:pt x="2316796" y="626155"/>
                  </a:lnTo>
                  <a:lnTo>
                    <a:pt x="2317868" y="625567"/>
                  </a:lnTo>
                  <a:lnTo>
                    <a:pt x="2318939" y="624979"/>
                  </a:lnTo>
                  <a:lnTo>
                    <a:pt x="2320011" y="624391"/>
                  </a:lnTo>
                  <a:lnTo>
                    <a:pt x="2321082" y="623805"/>
                  </a:lnTo>
                  <a:lnTo>
                    <a:pt x="2322154" y="623218"/>
                  </a:lnTo>
                  <a:lnTo>
                    <a:pt x="2323226" y="622633"/>
                  </a:lnTo>
                  <a:lnTo>
                    <a:pt x="2324297" y="622048"/>
                  </a:lnTo>
                  <a:lnTo>
                    <a:pt x="2325369" y="621463"/>
                  </a:lnTo>
                  <a:lnTo>
                    <a:pt x="2326440" y="620879"/>
                  </a:lnTo>
                  <a:lnTo>
                    <a:pt x="2327512" y="620296"/>
                  </a:lnTo>
                  <a:lnTo>
                    <a:pt x="2328584" y="619713"/>
                  </a:lnTo>
                  <a:lnTo>
                    <a:pt x="2329655" y="619131"/>
                  </a:lnTo>
                  <a:lnTo>
                    <a:pt x="2330727" y="618549"/>
                  </a:lnTo>
                  <a:lnTo>
                    <a:pt x="2331798" y="617968"/>
                  </a:lnTo>
                  <a:lnTo>
                    <a:pt x="2332870" y="617388"/>
                  </a:lnTo>
                  <a:lnTo>
                    <a:pt x="2333942" y="616808"/>
                  </a:lnTo>
                  <a:lnTo>
                    <a:pt x="2335013" y="616228"/>
                  </a:lnTo>
                  <a:lnTo>
                    <a:pt x="2336085" y="615650"/>
                  </a:lnTo>
                  <a:lnTo>
                    <a:pt x="2337156" y="615071"/>
                  </a:lnTo>
                  <a:lnTo>
                    <a:pt x="2338228" y="614494"/>
                  </a:lnTo>
                  <a:lnTo>
                    <a:pt x="2339300" y="613917"/>
                  </a:lnTo>
                  <a:lnTo>
                    <a:pt x="2340371" y="613340"/>
                  </a:lnTo>
                  <a:lnTo>
                    <a:pt x="2341443" y="612764"/>
                  </a:lnTo>
                  <a:lnTo>
                    <a:pt x="2342514" y="612189"/>
                  </a:lnTo>
                  <a:lnTo>
                    <a:pt x="2343586" y="611614"/>
                  </a:lnTo>
                  <a:lnTo>
                    <a:pt x="2344658" y="611040"/>
                  </a:lnTo>
                  <a:lnTo>
                    <a:pt x="2345729" y="610466"/>
                  </a:lnTo>
                  <a:lnTo>
                    <a:pt x="2346801" y="609893"/>
                  </a:lnTo>
                  <a:lnTo>
                    <a:pt x="2347872" y="609321"/>
                  </a:lnTo>
                  <a:lnTo>
                    <a:pt x="2348944" y="608749"/>
                  </a:lnTo>
                  <a:lnTo>
                    <a:pt x="2350016" y="608178"/>
                  </a:lnTo>
                  <a:lnTo>
                    <a:pt x="2351087" y="607607"/>
                  </a:lnTo>
                  <a:lnTo>
                    <a:pt x="2352159" y="607037"/>
                  </a:lnTo>
                  <a:lnTo>
                    <a:pt x="2353230" y="606467"/>
                  </a:lnTo>
                  <a:lnTo>
                    <a:pt x="2354302" y="605898"/>
                  </a:lnTo>
                  <a:lnTo>
                    <a:pt x="2355374" y="605330"/>
                  </a:lnTo>
                  <a:lnTo>
                    <a:pt x="2356445" y="604762"/>
                  </a:lnTo>
                  <a:lnTo>
                    <a:pt x="2357517" y="604194"/>
                  </a:lnTo>
                  <a:lnTo>
                    <a:pt x="2358588" y="603627"/>
                  </a:lnTo>
                  <a:lnTo>
                    <a:pt x="2359660" y="603061"/>
                  </a:lnTo>
                  <a:lnTo>
                    <a:pt x="2360732" y="602495"/>
                  </a:lnTo>
                  <a:lnTo>
                    <a:pt x="2361803" y="601930"/>
                  </a:lnTo>
                  <a:lnTo>
                    <a:pt x="2362875" y="601366"/>
                  </a:lnTo>
                  <a:lnTo>
                    <a:pt x="2363946" y="600802"/>
                  </a:lnTo>
                  <a:lnTo>
                    <a:pt x="2365018" y="600238"/>
                  </a:lnTo>
                  <a:lnTo>
                    <a:pt x="2366090" y="599675"/>
                  </a:lnTo>
                  <a:lnTo>
                    <a:pt x="2367161" y="599113"/>
                  </a:lnTo>
                  <a:lnTo>
                    <a:pt x="2368233" y="598551"/>
                  </a:lnTo>
                  <a:lnTo>
                    <a:pt x="2369304" y="597990"/>
                  </a:lnTo>
                  <a:lnTo>
                    <a:pt x="2370376" y="597430"/>
                  </a:lnTo>
                  <a:lnTo>
                    <a:pt x="2371448" y="596869"/>
                  </a:lnTo>
                  <a:lnTo>
                    <a:pt x="2372519" y="596310"/>
                  </a:lnTo>
                  <a:lnTo>
                    <a:pt x="2373591" y="595751"/>
                  </a:lnTo>
                  <a:lnTo>
                    <a:pt x="2374662" y="595192"/>
                  </a:lnTo>
                  <a:lnTo>
                    <a:pt x="2375734" y="594635"/>
                  </a:lnTo>
                  <a:lnTo>
                    <a:pt x="2376806" y="594077"/>
                  </a:lnTo>
                  <a:lnTo>
                    <a:pt x="2377877" y="593521"/>
                  </a:lnTo>
                  <a:lnTo>
                    <a:pt x="2378949" y="592964"/>
                  </a:lnTo>
                  <a:lnTo>
                    <a:pt x="2380020" y="592409"/>
                  </a:lnTo>
                  <a:lnTo>
                    <a:pt x="2381092" y="591854"/>
                  </a:lnTo>
                  <a:lnTo>
                    <a:pt x="2382164" y="591299"/>
                  </a:lnTo>
                  <a:lnTo>
                    <a:pt x="2383235" y="590745"/>
                  </a:lnTo>
                  <a:lnTo>
                    <a:pt x="2384307" y="590192"/>
                  </a:lnTo>
                  <a:lnTo>
                    <a:pt x="2385378" y="589639"/>
                  </a:lnTo>
                  <a:lnTo>
                    <a:pt x="2386450" y="589086"/>
                  </a:lnTo>
                  <a:lnTo>
                    <a:pt x="2387522" y="588535"/>
                  </a:lnTo>
                  <a:lnTo>
                    <a:pt x="2388593" y="587983"/>
                  </a:lnTo>
                  <a:lnTo>
                    <a:pt x="2389665" y="587433"/>
                  </a:lnTo>
                  <a:lnTo>
                    <a:pt x="2390736" y="586883"/>
                  </a:lnTo>
                  <a:lnTo>
                    <a:pt x="2391808" y="586333"/>
                  </a:lnTo>
                  <a:lnTo>
                    <a:pt x="2392880" y="585784"/>
                  </a:lnTo>
                  <a:lnTo>
                    <a:pt x="2393951" y="585235"/>
                  </a:lnTo>
                  <a:lnTo>
                    <a:pt x="2395023" y="584687"/>
                  </a:lnTo>
                  <a:lnTo>
                    <a:pt x="2396094" y="584140"/>
                  </a:lnTo>
                  <a:lnTo>
                    <a:pt x="2397166" y="583593"/>
                  </a:lnTo>
                  <a:lnTo>
                    <a:pt x="2398238" y="583047"/>
                  </a:lnTo>
                  <a:lnTo>
                    <a:pt x="2399309" y="582501"/>
                  </a:lnTo>
                  <a:lnTo>
                    <a:pt x="2400381" y="581956"/>
                  </a:lnTo>
                  <a:lnTo>
                    <a:pt x="2401452" y="581411"/>
                  </a:lnTo>
                  <a:lnTo>
                    <a:pt x="2402524" y="580867"/>
                  </a:lnTo>
                  <a:lnTo>
                    <a:pt x="2403596" y="580323"/>
                  </a:lnTo>
                  <a:lnTo>
                    <a:pt x="2404667" y="579780"/>
                  </a:lnTo>
                  <a:lnTo>
                    <a:pt x="2405739" y="579238"/>
                  </a:lnTo>
                  <a:lnTo>
                    <a:pt x="2406810" y="578696"/>
                  </a:lnTo>
                  <a:lnTo>
                    <a:pt x="2407882" y="578154"/>
                  </a:lnTo>
                  <a:lnTo>
                    <a:pt x="2408954" y="577613"/>
                  </a:lnTo>
                  <a:lnTo>
                    <a:pt x="2410025" y="577073"/>
                  </a:lnTo>
                  <a:lnTo>
                    <a:pt x="2411097" y="576533"/>
                  </a:lnTo>
                  <a:lnTo>
                    <a:pt x="2412168" y="575994"/>
                  </a:lnTo>
                  <a:lnTo>
                    <a:pt x="2413240" y="575455"/>
                  </a:lnTo>
                  <a:lnTo>
                    <a:pt x="2414312" y="574917"/>
                  </a:lnTo>
                  <a:lnTo>
                    <a:pt x="2415383" y="574379"/>
                  </a:lnTo>
                  <a:lnTo>
                    <a:pt x="2416455" y="573842"/>
                  </a:lnTo>
                  <a:lnTo>
                    <a:pt x="2417526" y="573305"/>
                  </a:lnTo>
                  <a:lnTo>
                    <a:pt x="2418598" y="572769"/>
                  </a:lnTo>
                  <a:lnTo>
                    <a:pt x="2419670" y="572233"/>
                  </a:lnTo>
                  <a:lnTo>
                    <a:pt x="2420741" y="571698"/>
                  </a:lnTo>
                  <a:lnTo>
                    <a:pt x="2421813" y="571164"/>
                  </a:lnTo>
                  <a:lnTo>
                    <a:pt x="2422884" y="570630"/>
                  </a:lnTo>
                  <a:lnTo>
                    <a:pt x="2423956" y="570096"/>
                  </a:lnTo>
                  <a:lnTo>
                    <a:pt x="2425028" y="569563"/>
                  </a:lnTo>
                  <a:lnTo>
                    <a:pt x="2426099" y="569031"/>
                  </a:lnTo>
                  <a:lnTo>
                    <a:pt x="2427171" y="568499"/>
                  </a:lnTo>
                  <a:lnTo>
                    <a:pt x="2428242" y="567967"/>
                  </a:lnTo>
                  <a:lnTo>
                    <a:pt x="2429314" y="567437"/>
                  </a:lnTo>
                  <a:lnTo>
                    <a:pt x="2430386" y="566906"/>
                  </a:lnTo>
                  <a:lnTo>
                    <a:pt x="2431457" y="566376"/>
                  </a:lnTo>
                  <a:lnTo>
                    <a:pt x="2432529" y="565847"/>
                  </a:lnTo>
                  <a:lnTo>
                    <a:pt x="2433600" y="565318"/>
                  </a:lnTo>
                  <a:lnTo>
                    <a:pt x="2434672" y="564790"/>
                  </a:lnTo>
                  <a:lnTo>
                    <a:pt x="2435744" y="564263"/>
                  </a:lnTo>
                  <a:lnTo>
                    <a:pt x="2436815" y="563735"/>
                  </a:lnTo>
                  <a:lnTo>
                    <a:pt x="2437887" y="563209"/>
                  </a:lnTo>
                  <a:lnTo>
                    <a:pt x="2438958" y="562682"/>
                  </a:lnTo>
                  <a:lnTo>
                    <a:pt x="2440030" y="562157"/>
                  </a:lnTo>
                  <a:lnTo>
                    <a:pt x="2441102" y="561632"/>
                  </a:lnTo>
                  <a:lnTo>
                    <a:pt x="2442173" y="561107"/>
                  </a:lnTo>
                  <a:lnTo>
                    <a:pt x="2443245" y="560583"/>
                  </a:lnTo>
                  <a:lnTo>
                    <a:pt x="2444316" y="560059"/>
                  </a:lnTo>
                  <a:lnTo>
                    <a:pt x="2445388" y="559536"/>
                  </a:lnTo>
                  <a:lnTo>
                    <a:pt x="2446460" y="559014"/>
                  </a:lnTo>
                  <a:lnTo>
                    <a:pt x="2447531" y="558492"/>
                  </a:lnTo>
                  <a:lnTo>
                    <a:pt x="2448603" y="557970"/>
                  </a:lnTo>
                  <a:lnTo>
                    <a:pt x="2449674" y="557449"/>
                  </a:lnTo>
                  <a:lnTo>
                    <a:pt x="2450746" y="556929"/>
                  </a:lnTo>
                  <a:lnTo>
                    <a:pt x="2451818" y="556409"/>
                  </a:lnTo>
                  <a:lnTo>
                    <a:pt x="2452889" y="555889"/>
                  </a:lnTo>
                  <a:lnTo>
                    <a:pt x="2453961" y="555370"/>
                  </a:lnTo>
                  <a:lnTo>
                    <a:pt x="2455032" y="554852"/>
                  </a:lnTo>
                  <a:lnTo>
                    <a:pt x="2456104" y="554334"/>
                  </a:lnTo>
                  <a:lnTo>
                    <a:pt x="2457176" y="553817"/>
                  </a:lnTo>
                  <a:lnTo>
                    <a:pt x="2458247" y="553300"/>
                  </a:lnTo>
                  <a:lnTo>
                    <a:pt x="2459319" y="552783"/>
                  </a:lnTo>
                  <a:lnTo>
                    <a:pt x="2460390" y="552267"/>
                  </a:lnTo>
                  <a:lnTo>
                    <a:pt x="2461462" y="551752"/>
                  </a:lnTo>
                  <a:lnTo>
                    <a:pt x="2462534" y="551237"/>
                  </a:lnTo>
                  <a:lnTo>
                    <a:pt x="2463605" y="550723"/>
                  </a:lnTo>
                  <a:lnTo>
                    <a:pt x="2464677" y="550209"/>
                  </a:lnTo>
                  <a:lnTo>
                    <a:pt x="2465748" y="549695"/>
                  </a:lnTo>
                  <a:lnTo>
                    <a:pt x="2466820" y="549182"/>
                  </a:lnTo>
                  <a:lnTo>
                    <a:pt x="2467892" y="548670"/>
                  </a:lnTo>
                  <a:lnTo>
                    <a:pt x="2468963" y="548158"/>
                  </a:lnTo>
                  <a:lnTo>
                    <a:pt x="2470035" y="547647"/>
                  </a:lnTo>
                  <a:lnTo>
                    <a:pt x="2471106" y="547136"/>
                  </a:lnTo>
                  <a:lnTo>
                    <a:pt x="2472178" y="546625"/>
                  </a:lnTo>
                  <a:lnTo>
                    <a:pt x="2473250" y="546116"/>
                  </a:lnTo>
                  <a:lnTo>
                    <a:pt x="2474321" y="545606"/>
                  </a:lnTo>
                  <a:lnTo>
                    <a:pt x="2475393" y="545097"/>
                  </a:lnTo>
                  <a:lnTo>
                    <a:pt x="2476464" y="544589"/>
                  </a:lnTo>
                  <a:lnTo>
                    <a:pt x="2477536" y="544081"/>
                  </a:lnTo>
                  <a:lnTo>
                    <a:pt x="2478608" y="543573"/>
                  </a:lnTo>
                  <a:lnTo>
                    <a:pt x="2479679" y="543066"/>
                  </a:lnTo>
                  <a:lnTo>
                    <a:pt x="2480751" y="542560"/>
                  </a:lnTo>
                  <a:lnTo>
                    <a:pt x="2481822" y="542054"/>
                  </a:lnTo>
                  <a:lnTo>
                    <a:pt x="2482894" y="541549"/>
                  </a:lnTo>
                  <a:lnTo>
                    <a:pt x="2483966" y="541044"/>
                  </a:lnTo>
                  <a:lnTo>
                    <a:pt x="2485037" y="540539"/>
                  </a:lnTo>
                  <a:lnTo>
                    <a:pt x="2486109" y="540035"/>
                  </a:lnTo>
                  <a:lnTo>
                    <a:pt x="2487180" y="539532"/>
                  </a:lnTo>
                  <a:lnTo>
                    <a:pt x="2488252" y="539028"/>
                  </a:lnTo>
                  <a:lnTo>
                    <a:pt x="2489323" y="538526"/>
                  </a:lnTo>
                  <a:lnTo>
                    <a:pt x="2490395" y="538024"/>
                  </a:lnTo>
                  <a:lnTo>
                    <a:pt x="2491467" y="537522"/>
                  </a:lnTo>
                  <a:lnTo>
                    <a:pt x="2492538" y="537021"/>
                  </a:lnTo>
                  <a:lnTo>
                    <a:pt x="2493610" y="536521"/>
                  </a:lnTo>
                  <a:lnTo>
                    <a:pt x="2494681" y="536020"/>
                  </a:lnTo>
                  <a:lnTo>
                    <a:pt x="2495753" y="535521"/>
                  </a:lnTo>
                  <a:lnTo>
                    <a:pt x="2496825" y="535022"/>
                  </a:lnTo>
                  <a:lnTo>
                    <a:pt x="2497896" y="534523"/>
                  </a:lnTo>
                  <a:lnTo>
                    <a:pt x="2498968" y="534025"/>
                  </a:lnTo>
                  <a:lnTo>
                    <a:pt x="2500039" y="533527"/>
                  </a:lnTo>
                  <a:lnTo>
                    <a:pt x="2501111" y="533030"/>
                  </a:lnTo>
                  <a:lnTo>
                    <a:pt x="2502183" y="532533"/>
                  </a:lnTo>
                  <a:lnTo>
                    <a:pt x="2503254" y="532036"/>
                  </a:lnTo>
                  <a:lnTo>
                    <a:pt x="2504326" y="531541"/>
                  </a:lnTo>
                  <a:lnTo>
                    <a:pt x="2505397" y="531045"/>
                  </a:lnTo>
                  <a:lnTo>
                    <a:pt x="2506469" y="530550"/>
                  </a:lnTo>
                  <a:lnTo>
                    <a:pt x="2507541" y="530056"/>
                  </a:lnTo>
                  <a:lnTo>
                    <a:pt x="2508612" y="529562"/>
                  </a:lnTo>
                  <a:lnTo>
                    <a:pt x="2509684" y="529069"/>
                  </a:lnTo>
                  <a:lnTo>
                    <a:pt x="2510755" y="528576"/>
                  </a:lnTo>
                  <a:lnTo>
                    <a:pt x="2511827" y="528083"/>
                  </a:lnTo>
                  <a:lnTo>
                    <a:pt x="2512899" y="527591"/>
                  </a:lnTo>
                  <a:lnTo>
                    <a:pt x="2513970" y="527099"/>
                  </a:lnTo>
                  <a:lnTo>
                    <a:pt x="2515042" y="526608"/>
                  </a:lnTo>
                  <a:lnTo>
                    <a:pt x="2516113" y="526117"/>
                  </a:lnTo>
                  <a:lnTo>
                    <a:pt x="2517185" y="525627"/>
                  </a:lnTo>
                  <a:lnTo>
                    <a:pt x="2518257" y="525137"/>
                  </a:lnTo>
                  <a:lnTo>
                    <a:pt x="2519328" y="524648"/>
                  </a:lnTo>
                  <a:lnTo>
                    <a:pt x="2520400" y="524159"/>
                  </a:lnTo>
                  <a:lnTo>
                    <a:pt x="2521471" y="523671"/>
                  </a:lnTo>
                  <a:lnTo>
                    <a:pt x="2522543" y="523183"/>
                  </a:lnTo>
                  <a:lnTo>
                    <a:pt x="2523615" y="522696"/>
                  </a:lnTo>
                  <a:lnTo>
                    <a:pt x="2524686" y="522209"/>
                  </a:lnTo>
                  <a:lnTo>
                    <a:pt x="2525758" y="521722"/>
                  </a:lnTo>
                  <a:lnTo>
                    <a:pt x="2526829" y="521236"/>
                  </a:lnTo>
                  <a:lnTo>
                    <a:pt x="2527901" y="520750"/>
                  </a:lnTo>
                  <a:lnTo>
                    <a:pt x="2528973" y="520265"/>
                  </a:lnTo>
                  <a:lnTo>
                    <a:pt x="2530044" y="519781"/>
                  </a:lnTo>
                  <a:lnTo>
                    <a:pt x="2531116" y="519296"/>
                  </a:lnTo>
                  <a:lnTo>
                    <a:pt x="2532187" y="518812"/>
                  </a:lnTo>
                  <a:lnTo>
                    <a:pt x="2533259" y="518329"/>
                  </a:lnTo>
                  <a:lnTo>
                    <a:pt x="2534331" y="517846"/>
                  </a:lnTo>
                  <a:lnTo>
                    <a:pt x="2535402" y="517364"/>
                  </a:lnTo>
                  <a:lnTo>
                    <a:pt x="2536474" y="516882"/>
                  </a:lnTo>
                  <a:lnTo>
                    <a:pt x="2537545" y="516400"/>
                  </a:lnTo>
                  <a:lnTo>
                    <a:pt x="2538617" y="515919"/>
                  </a:lnTo>
                  <a:lnTo>
                    <a:pt x="2539689" y="515439"/>
                  </a:lnTo>
                  <a:lnTo>
                    <a:pt x="2540760" y="514958"/>
                  </a:lnTo>
                  <a:lnTo>
                    <a:pt x="2541832" y="514479"/>
                  </a:lnTo>
                  <a:lnTo>
                    <a:pt x="2542903" y="513999"/>
                  </a:lnTo>
                  <a:lnTo>
                    <a:pt x="2543975" y="513520"/>
                  </a:lnTo>
                  <a:lnTo>
                    <a:pt x="2545047" y="513042"/>
                  </a:lnTo>
                  <a:lnTo>
                    <a:pt x="2546118" y="512564"/>
                  </a:lnTo>
                  <a:lnTo>
                    <a:pt x="2547190" y="512086"/>
                  </a:lnTo>
                  <a:lnTo>
                    <a:pt x="2548261" y="511609"/>
                  </a:lnTo>
                  <a:lnTo>
                    <a:pt x="2549333" y="511133"/>
                  </a:lnTo>
                  <a:lnTo>
                    <a:pt x="2550405" y="510656"/>
                  </a:lnTo>
                  <a:lnTo>
                    <a:pt x="2551476" y="510181"/>
                  </a:lnTo>
                  <a:lnTo>
                    <a:pt x="2552548" y="509705"/>
                  </a:lnTo>
                  <a:lnTo>
                    <a:pt x="2553619" y="509230"/>
                  </a:lnTo>
                  <a:lnTo>
                    <a:pt x="2554691" y="508756"/>
                  </a:lnTo>
                  <a:lnTo>
                    <a:pt x="2555763" y="508282"/>
                  </a:lnTo>
                  <a:lnTo>
                    <a:pt x="2556834" y="507808"/>
                  </a:lnTo>
                  <a:lnTo>
                    <a:pt x="2557906" y="507335"/>
                  </a:lnTo>
                  <a:lnTo>
                    <a:pt x="2558977" y="506862"/>
                  </a:lnTo>
                  <a:lnTo>
                    <a:pt x="2560049" y="506390"/>
                  </a:lnTo>
                  <a:lnTo>
                    <a:pt x="2561121" y="505918"/>
                  </a:lnTo>
                  <a:lnTo>
                    <a:pt x="2562192" y="505446"/>
                  </a:lnTo>
                  <a:lnTo>
                    <a:pt x="2563264" y="504975"/>
                  </a:lnTo>
                  <a:lnTo>
                    <a:pt x="2564335" y="504505"/>
                  </a:lnTo>
                  <a:lnTo>
                    <a:pt x="2565407" y="504035"/>
                  </a:lnTo>
                  <a:lnTo>
                    <a:pt x="2566479" y="503565"/>
                  </a:lnTo>
                  <a:lnTo>
                    <a:pt x="2567550" y="503096"/>
                  </a:lnTo>
                  <a:lnTo>
                    <a:pt x="2568622" y="502627"/>
                  </a:lnTo>
                  <a:lnTo>
                    <a:pt x="2569693" y="502158"/>
                  </a:lnTo>
                  <a:lnTo>
                    <a:pt x="2570765" y="501690"/>
                  </a:lnTo>
                  <a:lnTo>
                    <a:pt x="2571837" y="501222"/>
                  </a:lnTo>
                  <a:lnTo>
                    <a:pt x="2572908" y="500755"/>
                  </a:lnTo>
                  <a:lnTo>
                    <a:pt x="2573980" y="500288"/>
                  </a:lnTo>
                  <a:lnTo>
                    <a:pt x="2575051" y="499822"/>
                  </a:lnTo>
                  <a:lnTo>
                    <a:pt x="2576123" y="499356"/>
                  </a:lnTo>
                  <a:lnTo>
                    <a:pt x="2577195" y="498890"/>
                  </a:lnTo>
                  <a:lnTo>
                    <a:pt x="2578266" y="498425"/>
                  </a:lnTo>
                  <a:lnTo>
                    <a:pt x="2579338" y="497961"/>
                  </a:lnTo>
                  <a:lnTo>
                    <a:pt x="2580409" y="497496"/>
                  </a:lnTo>
                  <a:lnTo>
                    <a:pt x="2581481" y="497032"/>
                  </a:lnTo>
                  <a:lnTo>
                    <a:pt x="2582553" y="496569"/>
                  </a:lnTo>
                  <a:lnTo>
                    <a:pt x="2583624" y="496106"/>
                  </a:lnTo>
                  <a:lnTo>
                    <a:pt x="2584696" y="495643"/>
                  </a:lnTo>
                  <a:lnTo>
                    <a:pt x="2585767" y="495181"/>
                  </a:lnTo>
                  <a:lnTo>
                    <a:pt x="2586839" y="494719"/>
                  </a:lnTo>
                  <a:lnTo>
                    <a:pt x="2587911" y="494258"/>
                  </a:lnTo>
                  <a:lnTo>
                    <a:pt x="2588982" y="493796"/>
                  </a:lnTo>
                  <a:lnTo>
                    <a:pt x="2590054" y="493336"/>
                  </a:lnTo>
                  <a:lnTo>
                    <a:pt x="2591125" y="492876"/>
                  </a:lnTo>
                  <a:lnTo>
                    <a:pt x="2592197" y="492416"/>
                  </a:lnTo>
                  <a:lnTo>
                    <a:pt x="2593269" y="491956"/>
                  </a:lnTo>
                  <a:lnTo>
                    <a:pt x="2594340" y="491497"/>
                  </a:lnTo>
                  <a:lnTo>
                    <a:pt x="2595412" y="491039"/>
                  </a:lnTo>
                  <a:lnTo>
                    <a:pt x="2596483" y="490580"/>
                  </a:lnTo>
                  <a:lnTo>
                    <a:pt x="2597555" y="490123"/>
                  </a:lnTo>
                  <a:lnTo>
                    <a:pt x="2598627" y="489665"/>
                  </a:lnTo>
                  <a:lnTo>
                    <a:pt x="2599698" y="489208"/>
                  </a:lnTo>
                  <a:lnTo>
                    <a:pt x="2600770" y="488751"/>
                  </a:lnTo>
                  <a:lnTo>
                    <a:pt x="2601841" y="488295"/>
                  </a:lnTo>
                  <a:lnTo>
                    <a:pt x="2602913" y="487839"/>
                  </a:lnTo>
                  <a:lnTo>
                    <a:pt x="2603985" y="487384"/>
                  </a:lnTo>
                  <a:lnTo>
                    <a:pt x="2605056" y="486929"/>
                  </a:lnTo>
                  <a:lnTo>
                    <a:pt x="2606128" y="486474"/>
                  </a:lnTo>
                  <a:lnTo>
                    <a:pt x="2607199" y="486020"/>
                  </a:lnTo>
                  <a:lnTo>
                    <a:pt x="2608271" y="485566"/>
                  </a:lnTo>
                  <a:lnTo>
                    <a:pt x="2609343" y="485112"/>
                  </a:lnTo>
                  <a:lnTo>
                    <a:pt x="2610414" y="484659"/>
                  </a:lnTo>
                  <a:lnTo>
                    <a:pt x="2611486" y="484207"/>
                  </a:lnTo>
                  <a:lnTo>
                    <a:pt x="2612557" y="483754"/>
                  </a:lnTo>
                  <a:lnTo>
                    <a:pt x="2613629" y="483302"/>
                  </a:lnTo>
                  <a:lnTo>
                    <a:pt x="2614701" y="482851"/>
                  </a:lnTo>
                  <a:lnTo>
                    <a:pt x="2615772" y="482399"/>
                  </a:lnTo>
                  <a:lnTo>
                    <a:pt x="2616844" y="481949"/>
                  </a:lnTo>
                  <a:lnTo>
                    <a:pt x="2617915" y="481498"/>
                  </a:lnTo>
                  <a:lnTo>
                    <a:pt x="2618987" y="481048"/>
                  </a:lnTo>
                  <a:lnTo>
                    <a:pt x="2620059" y="480598"/>
                  </a:lnTo>
                  <a:lnTo>
                    <a:pt x="2621130" y="480149"/>
                  </a:lnTo>
                  <a:lnTo>
                    <a:pt x="2622202" y="479700"/>
                  </a:lnTo>
                  <a:lnTo>
                    <a:pt x="2623273" y="479252"/>
                  </a:lnTo>
                  <a:lnTo>
                    <a:pt x="2624345" y="478803"/>
                  </a:lnTo>
                  <a:lnTo>
                    <a:pt x="2625417" y="478356"/>
                  </a:lnTo>
                  <a:lnTo>
                    <a:pt x="2626488" y="477908"/>
                  </a:lnTo>
                  <a:lnTo>
                    <a:pt x="2627560" y="477461"/>
                  </a:lnTo>
                  <a:lnTo>
                    <a:pt x="2628631" y="477014"/>
                  </a:lnTo>
                  <a:lnTo>
                    <a:pt x="2629703" y="476568"/>
                  </a:lnTo>
                  <a:lnTo>
                    <a:pt x="2630775" y="476122"/>
                  </a:lnTo>
                  <a:lnTo>
                    <a:pt x="2631846" y="475676"/>
                  </a:lnTo>
                  <a:lnTo>
                    <a:pt x="2632918" y="475231"/>
                  </a:lnTo>
                  <a:lnTo>
                    <a:pt x="2633989" y="474786"/>
                  </a:lnTo>
                  <a:lnTo>
                    <a:pt x="2635061" y="474342"/>
                  </a:lnTo>
                  <a:lnTo>
                    <a:pt x="2636133" y="473898"/>
                  </a:lnTo>
                  <a:lnTo>
                    <a:pt x="2637204" y="473454"/>
                  </a:lnTo>
                  <a:lnTo>
                    <a:pt x="2638276" y="473011"/>
                  </a:lnTo>
                  <a:lnTo>
                    <a:pt x="2639347" y="472567"/>
                  </a:lnTo>
                  <a:lnTo>
                    <a:pt x="2640419" y="472125"/>
                  </a:lnTo>
                  <a:lnTo>
                    <a:pt x="2641491" y="471682"/>
                  </a:lnTo>
                  <a:lnTo>
                    <a:pt x="2642562" y="471240"/>
                  </a:lnTo>
                  <a:lnTo>
                    <a:pt x="2643634" y="470799"/>
                  </a:lnTo>
                  <a:lnTo>
                    <a:pt x="2644705" y="470358"/>
                  </a:lnTo>
                  <a:lnTo>
                    <a:pt x="2645777" y="469917"/>
                  </a:lnTo>
                  <a:lnTo>
                    <a:pt x="2646849" y="469476"/>
                  </a:lnTo>
                  <a:lnTo>
                    <a:pt x="2647920" y="469036"/>
                  </a:lnTo>
                  <a:lnTo>
                    <a:pt x="2648992" y="468596"/>
                  </a:lnTo>
                  <a:lnTo>
                    <a:pt x="2650063" y="468157"/>
                  </a:lnTo>
                  <a:lnTo>
                    <a:pt x="2651135" y="467717"/>
                  </a:lnTo>
                  <a:lnTo>
                    <a:pt x="2652207" y="467279"/>
                  </a:lnTo>
                  <a:lnTo>
                    <a:pt x="2653278" y="466840"/>
                  </a:lnTo>
                  <a:lnTo>
                    <a:pt x="2654350" y="466402"/>
                  </a:lnTo>
                  <a:lnTo>
                    <a:pt x="2655421" y="465964"/>
                  </a:lnTo>
                  <a:lnTo>
                    <a:pt x="2656493" y="465527"/>
                  </a:lnTo>
                  <a:lnTo>
                    <a:pt x="2657565" y="465090"/>
                  </a:lnTo>
                  <a:lnTo>
                    <a:pt x="2658636" y="464653"/>
                  </a:lnTo>
                  <a:lnTo>
                    <a:pt x="2659708" y="464217"/>
                  </a:lnTo>
                  <a:lnTo>
                    <a:pt x="2660779" y="463780"/>
                  </a:lnTo>
                  <a:lnTo>
                    <a:pt x="2661851" y="463345"/>
                  </a:lnTo>
                  <a:lnTo>
                    <a:pt x="2662922" y="462909"/>
                  </a:lnTo>
                  <a:lnTo>
                    <a:pt x="2663994" y="462474"/>
                  </a:lnTo>
                  <a:lnTo>
                    <a:pt x="2665066" y="462040"/>
                  </a:lnTo>
                  <a:lnTo>
                    <a:pt x="2666137" y="461605"/>
                  </a:lnTo>
                  <a:lnTo>
                    <a:pt x="2667209" y="461171"/>
                  </a:lnTo>
                  <a:lnTo>
                    <a:pt x="2668280" y="460737"/>
                  </a:lnTo>
                  <a:lnTo>
                    <a:pt x="2669352" y="460304"/>
                  </a:lnTo>
                  <a:lnTo>
                    <a:pt x="2670424" y="459871"/>
                  </a:lnTo>
                  <a:lnTo>
                    <a:pt x="2671495" y="459438"/>
                  </a:lnTo>
                  <a:lnTo>
                    <a:pt x="2672567" y="459006"/>
                  </a:lnTo>
                  <a:lnTo>
                    <a:pt x="2673638" y="458574"/>
                  </a:lnTo>
                  <a:lnTo>
                    <a:pt x="2674710" y="458142"/>
                  </a:lnTo>
                  <a:lnTo>
                    <a:pt x="2675782" y="457711"/>
                  </a:lnTo>
                  <a:lnTo>
                    <a:pt x="2676853" y="457279"/>
                  </a:lnTo>
                  <a:lnTo>
                    <a:pt x="2677925" y="456849"/>
                  </a:lnTo>
                  <a:lnTo>
                    <a:pt x="2678996" y="456418"/>
                  </a:lnTo>
                  <a:lnTo>
                    <a:pt x="2680068" y="455988"/>
                  </a:lnTo>
                  <a:lnTo>
                    <a:pt x="2681140" y="455558"/>
                  </a:lnTo>
                  <a:lnTo>
                    <a:pt x="2682211" y="455129"/>
                  </a:lnTo>
                  <a:lnTo>
                    <a:pt x="2683283" y="454700"/>
                  </a:lnTo>
                  <a:lnTo>
                    <a:pt x="2684354" y="454271"/>
                  </a:lnTo>
                  <a:lnTo>
                    <a:pt x="2685426" y="453842"/>
                  </a:lnTo>
                  <a:lnTo>
                    <a:pt x="2686498" y="453414"/>
                  </a:lnTo>
                  <a:lnTo>
                    <a:pt x="2687569" y="452986"/>
                  </a:lnTo>
                  <a:lnTo>
                    <a:pt x="2688641" y="452559"/>
                  </a:lnTo>
                  <a:lnTo>
                    <a:pt x="2689712" y="452131"/>
                  </a:lnTo>
                  <a:lnTo>
                    <a:pt x="2690784" y="451704"/>
                  </a:lnTo>
                  <a:lnTo>
                    <a:pt x="2691856" y="451278"/>
                  </a:lnTo>
                  <a:lnTo>
                    <a:pt x="2692927" y="450851"/>
                  </a:lnTo>
                  <a:lnTo>
                    <a:pt x="2693999" y="450425"/>
                  </a:lnTo>
                  <a:lnTo>
                    <a:pt x="2695070" y="449999"/>
                  </a:lnTo>
                  <a:lnTo>
                    <a:pt x="2696142" y="449574"/>
                  </a:lnTo>
                  <a:lnTo>
                    <a:pt x="2697214" y="449149"/>
                  </a:lnTo>
                  <a:lnTo>
                    <a:pt x="2698285" y="448724"/>
                  </a:lnTo>
                  <a:lnTo>
                    <a:pt x="2699357" y="448299"/>
                  </a:lnTo>
                  <a:lnTo>
                    <a:pt x="2700428" y="447875"/>
                  </a:lnTo>
                  <a:lnTo>
                    <a:pt x="2701500" y="447451"/>
                  </a:lnTo>
                  <a:lnTo>
                    <a:pt x="2702572" y="447028"/>
                  </a:lnTo>
                  <a:lnTo>
                    <a:pt x="2703643" y="446604"/>
                  </a:lnTo>
                  <a:lnTo>
                    <a:pt x="2704715" y="446181"/>
                  </a:lnTo>
                  <a:lnTo>
                    <a:pt x="2705786" y="445758"/>
                  </a:lnTo>
                  <a:lnTo>
                    <a:pt x="2706858" y="445336"/>
                  </a:lnTo>
                  <a:lnTo>
                    <a:pt x="2707930" y="444914"/>
                  </a:lnTo>
                  <a:lnTo>
                    <a:pt x="2709001" y="444492"/>
                  </a:lnTo>
                  <a:lnTo>
                    <a:pt x="2710073" y="444070"/>
                  </a:lnTo>
                  <a:lnTo>
                    <a:pt x="2711144" y="443649"/>
                  </a:lnTo>
                  <a:lnTo>
                    <a:pt x="2712216" y="443228"/>
                  </a:lnTo>
                  <a:lnTo>
                    <a:pt x="2713288" y="442807"/>
                  </a:lnTo>
                  <a:lnTo>
                    <a:pt x="2714359" y="442387"/>
                  </a:lnTo>
                  <a:lnTo>
                    <a:pt x="2715431" y="441967"/>
                  </a:lnTo>
                  <a:lnTo>
                    <a:pt x="2716502" y="441547"/>
                  </a:lnTo>
                  <a:lnTo>
                    <a:pt x="2717574" y="441127"/>
                  </a:lnTo>
                  <a:lnTo>
                    <a:pt x="2718646" y="440708"/>
                  </a:lnTo>
                  <a:lnTo>
                    <a:pt x="2719717" y="440289"/>
                  </a:lnTo>
                  <a:lnTo>
                    <a:pt x="2720789" y="439870"/>
                  </a:lnTo>
                  <a:lnTo>
                    <a:pt x="2721860" y="439452"/>
                  </a:lnTo>
                  <a:lnTo>
                    <a:pt x="2722932" y="439033"/>
                  </a:lnTo>
                  <a:lnTo>
                    <a:pt x="2724004" y="438616"/>
                  </a:lnTo>
                  <a:lnTo>
                    <a:pt x="2725075" y="438198"/>
                  </a:lnTo>
                  <a:lnTo>
                    <a:pt x="2726147" y="437781"/>
                  </a:lnTo>
                  <a:lnTo>
                    <a:pt x="2727218" y="437363"/>
                  </a:lnTo>
                  <a:lnTo>
                    <a:pt x="2728290" y="436947"/>
                  </a:lnTo>
                  <a:lnTo>
                    <a:pt x="2729362" y="436530"/>
                  </a:lnTo>
                  <a:lnTo>
                    <a:pt x="2730433" y="436114"/>
                  </a:lnTo>
                  <a:lnTo>
                    <a:pt x="2731505" y="435698"/>
                  </a:lnTo>
                  <a:lnTo>
                    <a:pt x="2732576" y="435282"/>
                  </a:lnTo>
                  <a:lnTo>
                    <a:pt x="2733648" y="434867"/>
                  </a:lnTo>
                  <a:lnTo>
                    <a:pt x="2734720" y="434451"/>
                  </a:lnTo>
                  <a:lnTo>
                    <a:pt x="2735791" y="434036"/>
                  </a:lnTo>
                  <a:lnTo>
                    <a:pt x="2736863" y="433622"/>
                  </a:lnTo>
                  <a:lnTo>
                    <a:pt x="2737934" y="433207"/>
                  </a:lnTo>
                  <a:lnTo>
                    <a:pt x="2739006" y="432793"/>
                  </a:lnTo>
                  <a:lnTo>
                    <a:pt x="2740078" y="432379"/>
                  </a:lnTo>
                  <a:lnTo>
                    <a:pt x="2741149" y="431965"/>
                  </a:lnTo>
                  <a:lnTo>
                    <a:pt x="2742221" y="431552"/>
                  </a:lnTo>
                  <a:lnTo>
                    <a:pt x="2743292" y="431139"/>
                  </a:lnTo>
                  <a:lnTo>
                    <a:pt x="2744364" y="430726"/>
                  </a:lnTo>
                  <a:lnTo>
                    <a:pt x="2745436" y="430313"/>
                  </a:lnTo>
                  <a:lnTo>
                    <a:pt x="2746507" y="429901"/>
                  </a:lnTo>
                  <a:lnTo>
                    <a:pt x="2747579" y="429489"/>
                  </a:lnTo>
                  <a:lnTo>
                    <a:pt x="2748650" y="429077"/>
                  </a:lnTo>
                  <a:lnTo>
                    <a:pt x="2749722" y="428665"/>
                  </a:lnTo>
                  <a:lnTo>
                    <a:pt x="2750794" y="428254"/>
                  </a:lnTo>
                  <a:lnTo>
                    <a:pt x="2751865" y="427843"/>
                  </a:lnTo>
                  <a:lnTo>
                    <a:pt x="2752937" y="427432"/>
                  </a:lnTo>
                  <a:lnTo>
                    <a:pt x="2754008" y="427021"/>
                  </a:lnTo>
                  <a:lnTo>
                    <a:pt x="2755080" y="426611"/>
                  </a:lnTo>
                  <a:lnTo>
                    <a:pt x="2756152" y="426201"/>
                  </a:lnTo>
                  <a:lnTo>
                    <a:pt x="2757223" y="425791"/>
                  </a:lnTo>
                  <a:lnTo>
                    <a:pt x="2758295" y="425381"/>
                  </a:lnTo>
                  <a:lnTo>
                    <a:pt x="2759366" y="424972"/>
                  </a:lnTo>
                  <a:lnTo>
                    <a:pt x="2760438" y="424562"/>
                  </a:lnTo>
                  <a:lnTo>
                    <a:pt x="2761510" y="424153"/>
                  </a:lnTo>
                  <a:lnTo>
                    <a:pt x="2762581" y="423745"/>
                  </a:lnTo>
                  <a:lnTo>
                    <a:pt x="2763653" y="423336"/>
                  </a:lnTo>
                  <a:lnTo>
                    <a:pt x="2764724" y="422928"/>
                  </a:lnTo>
                  <a:lnTo>
                    <a:pt x="2765796" y="422520"/>
                  </a:lnTo>
                  <a:lnTo>
                    <a:pt x="2766868" y="422112"/>
                  </a:lnTo>
                  <a:lnTo>
                    <a:pt x="2767939" y="421704"/>
                  </a:lnTo>
                  <a:lnTo>
                    <a:pt x="2769011" y="421297"/>
                  </a:lnTo>
                  <a:lnTo>
                    <a:pt x="2770082" y="420890"/>
                  </a:lnTo>
                  <a:lnTo>
                    <a:pt x="2771154" y="420483"/>
                  </a:lnTo>
                  <a:lnTo>
                    <a:pt x="2772226" y="420076"/>
                  </a:lnTo>
                  <a:lnTo>
                    <a:pt x="2773297" y="419670"/>
                  </a:lnTo>
                  <a:lnTo>
                    <a:pt x="2774369" y="419264"/>
                  </a:lnTo>
                  <a:lnTo>
                    <a:pt x="2775440" y="418858"/>
                  </a:lnTo>
                  <a:lnTo>
                    <a:pt x="2776512" y="418452"/>
                  </a:lnTo>
                  <a:lnTo>
                    <a:pt x="2777584" y="418046"/>
                  </a:lnTo>
                  <a:lnTo>
                    <a:pt x="2778655" y="417641"/>
                  </a:lnTo>
                  <a:lnTo>
                    <a:pt x="2779727" y="417236"/>
                  </a:lnTo>
                  <a:lnTo>
                    <a:pt x="2780798" y="416831"/>
                  </a:lnTo>
                  <a:lnTo>
                    <a:pt x="2781870" y="416426"/>
                  </a:lnTo>
                  <a:lnTo>
                    <a:pt x="2782942" y="416021"/>
                  </a:lnTo>
                  <a:lnTo>
                    <a:pt x="2784013" y="415617"/>
                  </a:lnTo>
                  <a:lnTo>
                    <a:pt x="2785085" y="415213"/>
                  </a:lnTo>
                  <a:lnTo>
                    <a:pt x="2786156" y="414809"/>
                  </a:lnTo>
                  <a:lnTo>
                    <a:pt x="2787228" y="414406"/>
                  </a:lnTo>
                  <a:lnTo>
                    <a:pt x="2788300" y="414002"/>
                  </a:lnTo>
                  <a:lnTo>
                    <a:pt x="2789371" y="413599"/>
                  </a:lnTo>
                  <a:lnTo>
                    <a:pt x="2790443" y="413196"/>
                  </a:lnTo>
                  <a:lnTo>
                    <a:pt x="2791514" y="412793"/>
                  </a:lnTo>
                  <a:lnTo>
                    <a:pt x="2792586" y="412390"/>
                  </a:lnTo>
                  <a:lnTo>
                    <a:pt x="2793658" y="411988"/>
                  </a:lnTo>
                  <a:lnTo>
                    <a:pt x="2794729" y="411585"/>
                  </a:lnTo>
                  <a:lnTo>
                    <a:pt x="2795801" y="411183"/>
                  </a:lnTo>
                  <a:lnTo>
                    <a:pt x="2796872" y="410782"/>
                  </a:lnTo>
                  <a:lnTo>
                    <a:pt x="2797944" y="410380"/>
                  </a:lnTo>
                  <a:lnTo>
                    <a:pt x="2799016" y="409978"/>
                  </a:lnTo>
                  <a:lnTo>
                    <a:pt x="2800087" y="409577"/>
                  </a:lnTo>
                  <a:lnTo>
                    <a:pt x="2801159" y="409176"/>
                  </a:lnTo>
                  <a:lnTo>
                    <a:pt x="2802230" y="408775"/>
                  </a:lnTo>
                  <a:lnTo>
                    <a:pt x="2803302" y="408374"/>
                  </a:lnTo>
                  <a:lnTo>
                    <a:pt x="2804374" y="407974"/>
                  </a:lnTo>
                  <a:lnTo>
                    <a:pt x="2805445" y="407573"/>
                  </a:lnTo>
                  <a:lnTo>
                    <a:pt x="2806517" y="407173"/>
                  </a:lnTo>
                  <a:lnTo>
                    <a:pt x="2807588" y="406773"/>
                  </a:lnTo>
                  <a:lnTo>
                    <a:pt x="2808660" y="406374"/>
                  </a:lnTo>
                  <a:lnTo>
                    <a:pt x="2809732" y="405974"/>
                  </a:lnTo>
                  <a:lnTo>
                    <a:pt x="2810803" y="405575"/>
                  </a:lnTo>
                  <a:lnTo>
                    <a:pt x="2811875" y="405175"/>
                  </a:lnTo>
                  <a:lnTo>
                    <a:pt x="2812946" y="404776"/>
                  </a:lnTo>
                  <a:lnTo>
                    <a:pt x="2814018" y="404377"/>
                  </a:lnTo>
                  <a:lnTo>
                    <a:pt x="2815090" y="403979"/>
                  </a:lnTo>
                  <a:lnTo>
                    <a:pt x="2816161" y="403580"/>
                  </a:lnTo>
                  <a:lnTo>
                    <a:pt x="2817233" y="403182"/>
                  </a:lnTo>
                  <a:lnTo>
                    <a:pt x="2818304" y="402783"/>
                  </a:lnTo>
                  <a:lnTo>
                    <a:pt x="2819376" y="402385"/>
                  </a:lnTo>
                  <a:lnTo>
                    <a:pt x="2820448" y="401988"/>
                  </a:lnTo>
                  <a:lnTo>
                    <a:pt x="2821519" y="401590"/>
                  </a:lnTo>
                  <a:lnTo>
                    <a:pt x="2822591" y="401192"/>
                  </a:lnTo>
                  <a:lnTo>
                    <a:pt x="2823662" y="400795"/>
                  </a:lnTo>
                  <a:lnTo>
                    <a:pt x="2824734" y="400398"/>
                  </a:lnTo>
                  <a:lnTo>
                    <a:pt x="2825806" y="400001"/>
                  </a:lnTo>
                  <a:lnTo>
                    <a:pt x="2826877" y="399604"/>
                  </a:lnTo>
                  <a:lnTo>
                    <a:pt x="2827949" y="399207"/>
                  </a:lnTo>
                  <a:lnTo>
                    <a:pt x="2829020" y="398811"/>
                  </a:lnTo>
                  <a:lnTo>
                    <a:pt x="2830092" y="398414"/>
                  </a:lnTo>
                  <a:lnTo>
                    <a:pt x="2831164" y="398018"/>
                  </a:lnTo>
                  <a:lnTo>
                    <a:pt x="2832235" y="397622"/>
                  </a:lnTo>
                  <a:lnTo>
                    <a:pt x="2833307" y="397226"/>
                  </a:lnTo>
                  <a:lnTo>
                    <a:pt x="2834378" y="396830"/>
                  </a:lnTo>
                  <a:lnTo>
                    <a:pt x="2835450" y="396435"/>
                  </a:lnTo>
                  <a:lnTo>
                    <a:pt x="2836522" y="396039"/>
                  </a:lnTo>
                  <a:lnTo>
                    <a:pt x="2837593" y="395644"/>
                  </a:lnTo>
                  <a:lnTo>
                    <a:pt x="2838665" y="395249"/>
                  </a:lnTo>
                  <a:lnTo>
                    <a:pt x="2839736" y="394854"/>
                  </a:lnTo>
                  <a:lnTo>
                    <a:pt x="2840808" y="394459"/>
                  </a:lnTo>
                  <a:lnTo>
                    <a:pt x="2841879" y="394064"/>
                  </a:lnTo>
                  <a:lnTo>
                    <a:pt x="2842951" y="393669"/>
                  </a:lnTo>
                  <a:lnTo>
                    <a:pt x="2844023" y="393275"/>
                  </a:lnTo>
                  <a:lnTo>
                    <a:pt x="2845094" y="392881"/>
                  </a:lnTo>
                  <a:lnTo>
                    <a:pt x="2846166" y="392486"/>
                  </a:lnTo>
                  <a:lnTo>
                    <a:pt x="2847237" y="392092"/>
                  </a:lnTo>
                  <a:lnTo>
                    <a:pt x="2848309" y="391699"/>
                  </a:lnTo>
                  <a:lnTo>
                    <a:pt x="2849381" y="391305"/>
                  </a:lnTo>
                  <a:lnTo>
                    <a:pt x="2850452" y="390911"/>
                  </a:lnTo>
                  <a:lnTo>
                    <a:pt x="2851524" y="390518"/>
                  </a:lnTo>
                  <a:lnTo>
                    <a:pt x="2852595" y="390124"/>
                  </a:lnTo>
                  <a:lnTo>
                    <a:pt x="2853667" y="389731"/>
                  </a:lnTo>
                  <a:lnTo>
                    <a:pt x="2854739" y="389338"/>
                  </a:lnTo>
                  <a:lnTo>
                    <a:pt x="2855810" y="388945"/>
                  </a:lnTo>
                  <a:lnTo>
                    <a:pt x="2856882" y="388552"/>
                  </a:lnTo>
                  <a:lnTo>
                    <a:pt x="2857953" y="388159"/>
                  </a:lnTo>
                  <a:lnTo>
                    <a:pt x="2859025" y="387767"/>
                  </a:lnTo>
                  <a:lnTo>
                    <a:pt x="2860097" y="387374"/>
                  </a:lnTo>
                  <a:lnTo>
                    <a:pt x="2861168" y="386982"/>
                  </a:lnTo>
                  <a:lnTo>
                    <a:pt x="2862240" y="386590"/>
                  </a:lnTo>
                  <a:lnTo>
                    <a:pt x="2863311" y="386198"/>
                  </a:lnTo>
                  <a:lnTo>
                    <a:pt x="2864383" y="385806"/>
                  </a:lnTo>
                  <a:lnTo>
                    <a:pt x="2865455" y="385414"/>
                  </a:lnTo>
                  <a:lnTo>
                    <a:pt x="2866526" y="385022"/>
                  </a:lnTo>
                  <a:lnTo>
                    <a:pt x="2867598" y="384630"/>
                  </a:lnTo>
                  <a:lnTo>
                    <a:pt x="2868669" y="384239"/>
                  </a:lnTo>
                  <a:lnTo>
                    <a:pt x="2869741" y="383847"/>
                  </a:lnTo>
                  <a:lnTo>
                    <a:pt x="2870813" y="383456"/>
                  </a:lnTo>
                  <a:lnTo>
                    <a:pt x="2871884" y="383065"/>
                  </a:lnTo>
                  <a:lnTo>
                    <a:pt x="2872956" y="382674"/>
                  </a:lnTo>
                  <a:lnTo>
                    <a:pt x="2874027" y="382283"/>
                  </a:lnTo>
                  <a:lnTo>
                    <a:pt x="2875099" y="381892"/>
                  </a:lnTo>
                  <a:lnTo>
                    <a:pt x="2876171" y="381501"/>
                  </a:lnTo>
                  <a:lnTo>
                    <a:pt x="2877242" y="381110"/>
                  </a:lnTo>
                  <a:lnTo>
                    <a:pt x="2878314" y="380720"/>
                  </a:lnTo>
                  <a:lnTo>
                    <a:pt x="2879385" y="380329"/>
                  </a:lnTo>
                  <a:lnTo>
                    <a:pt x="2880457" y="379939"/>
                  </a:lnTo>
                  <a:lnTo>
                    <a:pt x="2881529" y="379549"/>
                  </a:lnTo>
                  <a:lnTo>
                    <a:pt x="2882600" y="379158"/>
                  </a:lnTo>
                  <a:lnTo>
                    <a:pt x="2883672" y="378768"/>
                  </a:lnTo>
                  <a:lnTo>
                    <a:pt x="2884743" y="378378"/>
                  </a:lnTo>
                  <a:lnTo>
                    <a:pt x="2885815" y="377988"/>
                  </a:lnTo>
                  <a:lnTo>
                    <a:pt x="2886887" y="377598"/>
                  </a:lnTo>
                  <a:lnTo>
                    <a:pt x="2887958" y="377209"/>
                  </a:lnTo>
                  <a:lnTo>
                    <a:pt x="2889030" y="376819"/>
                  </a:lnTo>
                  <a:lnTo>
                    <a:pt x="2890101" y="376429"/>
                  </a:lnTo>
                  <a:lnTo>
                    <a:pt x="2891173" y="376040"/>
                  </a:lnTo>
                  <a:lnTo>
                    <a:pt x="2892245" y="375651"/>
                  </a:lnTo>
                  <a:lnTo>
                    <a:pt x="2893316" y="375261"/>
                  </a:lnTo>
                  <a:lnTo>
                    <a:pt x="2894388" y="374872"/>
                  </a:lnTo>
                  <a:lnTo>
                    <a:pt x="2895459" y="374483"/>
                  </a:lnTo>
                  <a:lnTo>
                    <a:pt x="2896531" y="374094"/>
                  </a:lnTo>
                  <a:lnTo>
                    <a:pt x="2897603" y="373705"/>
                  </a:lnTo>
                  <a:lnTo>
                    <a:pt x="2898674" y="373316"/>
                  </a:lnTo>
                  <a:lnTo>
                    <a:pt x="2899746" y="372927"/>
                  </a:lnTo>
                  <a:lnTo>
                    <a:pt x="2900817" y="372538"/>
                  </a:lnTo>
                  <a:lnTo>
                    <a:pt x="2901889" y="372149"/>
                  </a:lnTo>
                  <a:lnTo>
                    <a:pt x="2902961" y="371761"/>
                  </a:lnTo>
                  <a:lnTo>
                    <a:pt x="2904032" y="371372"/>
                  </a:lnTo>
                  <a:lnTo>
                    <a:pt x="2905104" y="370984"/>
                  </a:lnTo>
                  <a:lnTo>
                    <a:pt x="2906175" y="370595"/>
                  </a:lnTo>
                  <a:lnTo>
                    <a:pt x="2907247" y="370207"/>
                  </a:lnTo>
                  <a:lnTo>
                    <a:pt x="2908319" y="369819"/>
                  </a:lnTo>
                  <a:lnTo>
                    <a:pt x="2909390" y="369430"/>
                  </a:lnTo>
                  <a:lnTo>
                    <a:pt x="2910462" y="369042"/>
                  </a:lnTo>
                  <a:lnTo>
                    <a:pt x="2911533" y="368654"/>
                  </a:lnTo>
                  <a:lnTo>
                    <a:pt x="2912605" y="368266"/>
                  </a:lnTo>
                  <a:lnTo>
                    <a:pt x="2913677" y="367878"/>
                  </a:lnTo>
                  <a:lnTo>
                    <a:pt x="2914748" y="367490"/>
                  </a:lnTo>
                  <a:lnTo>
                    <a:pt x="2915820" y="367102"/>
                  </a:lnTo>
                  <a:lnTo>
                    <a:pt x="2916891" y="366714"/>
                  </a:lnTo>
                  <a:lnTo>
                    <a:pt x="2917963" y="366326"/>
                  </a:lnTo>
                  <a:lnTo>
                    <a:pt x="2919035" y="365939"/>
                  </a:lnTo>
                  <a:lnTo>
                    <a:pt x="2920106" y="365551"/>
                  </a:lnTo>
                  <a:lnTo>
                    <a:pt x="2921178" y="365163"/>
                  </a:lnTo>
                  <a:lnTo>
                    <a:pt x="2922249" y="364776"/>
                  </a:lnTo>
                  <a:lnTo>
                    <a:pt x="2923321" y="364388"/>
                  </a:lnTo>
                  <a:lnTo>
                    <a:pt x="2924393" y="364001"/>
                  </a:lnTo>
                  <a:lnTo>
                    <a:pt x="2925464" y="363613"/>
                  </a:lnTo>
                  <a:lnTo>
                    <a:pt x="2926536" y="363226"/>
                  </a:lnTo>
                  <a:lnTo>
                    <a:pt x="2927607" y="362838"/>
                  </a:lnTo>
                  <a:lnTo>
                    <a:pt x="2928679" y="362451"/>
                  </a:lnTo>
                  <a:lnTo>
                    <a:pt x="2929751" y="362064"/>
                  </a:lnTo>
                  <a:lnTo>
                    <a:pt x="2930822" y="361676"/>
                  </a:lnTo>
                  <a:lnTo>
                    <a:pt x="2931894" y="361289"/>
                  </a:lnTo>
                  <a:lnTo>
                    <a:pt x="2932965" y="360902"/>
                  </a:lnTo>
                  <a:lnTo>
                    <a:pt x="2934037" y="360515"/>
                  </a:lnTo>
                  <a:lnTo>
                    <a:pt x="2935109" y="360127"/>
                  </a:lnTo>
                  <a:lnTo>
                    <a:pt x="2936180" y="359740"/>
                  </a:lnTo>
                  <a:lnTo>
                    <a:pt x="2937252" y="359353"/>
                  </a:lnTo>
                  <a:lnTo>
                    <a:pt x="2938323" y="358966"/>
                  </a:lnTo>
                  <a:lnTo>
                    <a:pt x="2939395" y="358579"/>
                  </a:lnTo>
                  <a:lnTo>
                    <a:pt x="2940467" y="358192"/>
                  </a:lnTo>
                  <a:lnTo>
                    <a:pt x="2941538" y="357805"/>
                  </a:lnTo>
                  <a:lnTo>
                    <a:pt x="2942610" y="357418"/>
                  </a:lnTo>
                  <a:lnTo>
                    <a:pt x="2943681" y="357031"/>
                  </a:lnTo>
                  <a:lnTo>
                    <a:pt x="2944753" y="356644"/>
                  </a:lnTo>
                  <a:lnTo>
                    <a:pt x="2945825" y="356257"/>
                  </a:lnTo>
                  <a:lnTo>
                    <a:pt x="2946896" y="355870"/>
                  </a:lnTo>
                  <a:lnTo>
                    <a:pt x="2947968" y="355483"/>
                  </a:lnTo>
                  <a:lnTo>
                    <a:pt x="2949039" y="355096"/>
                  </a:lnTo>
                  <a:lnTo>
                    <a:pt x="2950111" y="354709"/>
                  </a:lnTo>
                  <a:lnTo>
                    <a:pt x="2951183" y="354323"/>
                  </a:lnTo>
                  <a:lnTo>
                    <a:pt x="2952254" y="353936"/>
                  </a:lnTo>
                  <a:lnTo>
                    <a:pt x="2953326" y="353549"/>
                  </a:lnTo>
                  <a:lnTo>
                    <a:pt x="2954397" y="353162"/>
                  </a:lnTo>
                  <a:lnTo>
                    <a:pt x="2955469" y="352775"/>
                  </a:lnTo>
                  <a:lnTo>
                    <a:pt x="2956541" y="352388"/>
                  </a:lnTo>
                  <a:lnTo>
                    <a:pt x="2957612" y="352001"/>
                  </a:lnTo>
                  <a:lnTo>
                    <a:pt x="2958684" y="351614"/>
                  </a:lnTo>
                  <a:lnTo>
                    <a:pt x="2959755" y="351228"/>
                  </a:lnTo>
                  <a:lnTo>
                    <a:pt x="2960827" y="350841"/>
                  </a:lnTo>
                  <a:lnTo>
                    <a:pt x="2961899" y="350454"/>
                  </a:lnTo>
                  <a:lnTo>
                    <a:pt x="2962970" y="350067"/>
                  </a:lnTo>
                  <a:lnTo>
                    <a:pt x="2964042" y="349680"/>
                  </a:lnTo>
                  <a:lnTo>
                    <a:pt x="2965113" y="349293"/>
                  </a:lnTo>
                  <a:lnTo>
                    <a:pt x="2966185" y="348906"/>
                  </a:lnTo>
                  <a:lnTo>
                    <a:pt x="2967257" y="348519"/>
                  </a:lnTo>
                  <a:lnTo>
                    <a:pt x="2968328" y="348132"/>
                  </a:lnTo>
                  <a:lnTo>
                    <a:pt x="2969400" y="347745"/>
                  </a:lnTo>
                  <a:lnTo>
                    <a:pt x="2970471" y="347359"/>
                  </a:lnTo>
                  <a:lnTo>
                    <a:pt x="2971543" y="346972"/>
                  </a:lnTo>
                  <a:lnTo>
                    <a:pt x="2972615" y="346585"/>
                  </a:lnTo>
                  <a:lnTo>
                    <a:pt x="2973686" y="346198"/>
                  </a:lnTo>
                  <a:lnTo>
                    <a:pt x="2974758" y="345810"/>
                  </a:lnTo>
                  <a:lnTo>
                    <a:pt x="2975829" y="345423"/>
                  </a:lnTo>
                  <a:lnTo>
                    <a:pt x="2976901" y="345036"/>
                  </a:lnTo>
                  <a:lnTo>
                    <a:pt x="2977973" y="344649"/>
                  </a:lnTo>
                  <a:lnTo>
                    <a:pt x="2979044" y="344262"/>
                  </a:lnTo>
                  <a:lnTo>
                    <a:pt x="2980116" y="343875"/>
                  </a:lnTo>
                  <a:lnTo>
                    <a:pt x="2981187" y="343488"/>
                  </a:lnTo>
                  <a:lnTo>
                    <a:pt x="2982259" y="343100"/>
                  </a:lnTo>
                  <a:lnTo>
                    <a:pt x="2983331" y="342713"/>
                  </a:lnTo>
                  <a:lnTo>
                    <a:pt x="2984402" y="342326"/>
                  </a:lnTo>
                  <a:lnTo>
                    <a:pt x="2985474" y="341939"/>
                  </a:lnTo>
                  <a:lnTo>
                    <a:pt x="2986545" y="341551"/>
                  </a:lnTo>
                  <a:lnTo>
                    <a:pt x="2987617" y="341164"/>
                  </a:lnTo>
                  <a:lnTo>
                    <a:pt x="2988689" y="340776"/>
                  </a:lnTo>
                  <a:lnTo>
                    <a:pt x="2989760" y="340389"/>
                  </a:lnTo>
                  <a:lnTo>
                    <a:pt x="2990832" y="340001"/>
                  </a:lnTo>
                  <a:lnTo>
                    <a:pt x="2991903" y="339614"/>
                  </a:lnTo>
                  <a:lnTo>
                    <a:pt x="2992975" y="339226"/>
                  </a:lnTo>
                  <a:lnTo>
                    <a:pt x="2994047" y="338838"/>
                  </a:lnTo>
                  <a:lnTo>
                    <a:pt x="2995118" y="338451"/>
                  </a:lnTo>
                  <a:lnTo>
                    <a:pt x="2996190" y="338063"/>
                  </a:lnTo>
                  <a:lnTo>
                    <a:pt x="2997261" y="337675"/>
                  </a:lnTo>
                  <a:lnTo>
                    <a:pt x="2998333" y="337287"/>
                  </a:lnTo>
                  <a:lnTo>
                    <a:pt x="2999405" y="336899"/>
                  </a:lnTo>
                  <a:lnTo>
                    <a:pt x="3000476" y="336511"/>
                  </a:lnTo>
                  <a:lnTo>
                    <a:pt x="3001548" y="336123"/>
                  </a:lnTo>
                  <a:lnTo>
                    <a:pt x="3002619" y="335735"/>
                  </a:lnTo>
                  <a:lnTo>
                    <a:pt x="3003691" y="335347"/>
                  </a:lnTo>
                  <a:lnTo>
                    <a:pt x="3004763" y="334959"/>
                  </a:lnTo>
                  <a:lnTo>
                    <a:pt x="3005834" y="334570"/>
                  </a:lnTo>
                  <a:lnTo>
                    <a:pt x="3006906" y="334182"/>
                  </a:lnTo>
                  <a:lnTo>
                    <a:pt x="3007977" y="333794"/>
                  </a:lnTo>
                  <a:lnTo>
                    <a:pt x="3009049" y="333405"/>
                  </a:lnTo>
                  <a:lnTo>
                    <a:pt x="3010121" y="333016"/>
                  </a:lnTo>
                  <a:lnTo>
                    <a:pt x="3011192" y="332628"/>
                  </a:lnTo>
                  <a:lnTo>
                    <a:pt x="3012264" y="332239"/>
                  </a:lnTo>
                  <a:lnTo>
                    <a:pt x="3013335" y="331850"/>
                  </a:lnTo>
                  <a:lnTo>
                    <a:pt x="3014407" y="331462"/>
                  </a:lnTo>
                  <a:lnTo>
                    <a:pt x="3015479" y="331073"/>
                  </a:lnTo>
                  <a:lnTo>
                    <a:pt x="3016550" y="330684"/>
                  </a:lnTo>
                  <a:lnTo>
                    <a:pt x="3017622" y="330295"/>
                  </a:lnTo>
                  <a:lnTo>
                    <a:pt x="3018693" y="329905"/>
                  </a:lnTo>
                  <a:lnTo>
                    <a:pt x="3019765" y="329516"/>
                  </a:lnTo>
                  <a:lnTo>
                    <a:pt x="3020836" y="329127"/>
                  </a:lnTo>
                  <a:lnTo>
                    <a:pt x="3021908" y="328737"/>
                  </a:lnTo>
                  <a:lnTo>
                    <a:pt x="3022980" y="328348"/>
                  </a:lnTo>
                  <a:lnTo>
                    <a:pt x="3024051" y="327958"/>
                  </a:lnTo>
                  <a:lnTo>
                    <a:pt x="3025123" y="327569"/>
                  </a:lnTo>
                  <a:lnTo>
                    <a:pt x="3026194" y="327179"/>
                  </a:lnTo>
                  <a:lnTo>
                    <a:pt x="3027266" y="326789"/>
                  </a:lnTo>
                  <a:lnTo>
                    <a:pt x="3028338" y="326399"/>
                  </a:lnTo>
                  <a:lnTo>
                    <a:pt x="3029409" y="326009"/>
                  </a:lnTo>
                  <a:lnTo>
                    <a:pt x="3030481" y="325619"/>
                  </a:lnTo>
                  <a:lnTo>
                    <a:pt x="3031552" y="325229"/>
                  </a:lnTo>
                  <a:lnTo>
                    <a:pt x="3032624" y="324839"/>
                  </a:lnTo>
                  <a:lnTo>
                    <a:pt x="3033696" y="324449"/>
                  </a:lnTo>
                  <a:lnTo>
                    <a:pt x="3034767" y="324058"/>
                  </a:lnTo>
                  <a:lnTo>
                    <a:pt x="3035839" y="323668"/>
                  </a:lnTo>
                  <a:lnTo>
                    <a:pt x="3036910" y="323277"/>
                  </a:lnTo>
                  <a:lnTo>
                    <a:pt x="3037982" y="322887"/>
                  </a:lnTo>
                  <a:lnTo>
                    <a:pt x="3039054" y="322496"/>
                  </a:lnTo>
                  <a:lnTo>
                    <a:pt x="3040125" y="322105"/>
                  </a:lnTo>
                  <a:lnTo>
                    <a:pt x="3041197" y="321715"/>
                  </a:lnTo>
                  <a:lnTo>
                    <a:pt x="3042268" y="321324"/>
                  </a:lnTo>
                  <a:lnTo>
                    <a:pt x="3043340" y="320933"/>
                  </a:lnTo>
                  <a:lnTo>
                    <a:pt x="3044412" y="320542"/>
                  </a:lnTo>
                  <a:lnTo>
                    <a:pt x="3045483" y="320150"/>
                  </a:lnTo>
                  <a:lnTo>
                    <a:pt x="3046555" y="319759"/>
                  </a:lnTo>
                  <a:lnTo>
                    <a:pt x="3047626" y="319368"/>
                  </a:lnTo>
                  <a:lnTo>
                    <a:pt x="3048698" y="318976"/>
                  </a:lnTo>
                  <a:lnTo>
                    <a:pt x="3049770" y="318585"/>
                  </a:lnTo>
                  <a:lnTo>
                    <a:pt x="3050841" y="318193"/>
                  </a:lnTo>
                  <a:lnTo>
                    <a:pt x="3051913" y="317802"/>
                  </a:lnTo>
                  <a:lnTo>
                    <a:pt x="3052984" y="317410"/>
                  </a:lnTo>
                  <a:lnTo>
                    <a:pt x="3054056" y="317018"/>
                  </a:lnTo>
                  <a:lnTo>
                    <a:pt x="3055128" y="316626"/>
                  </a:lnTo>
                  <a:lnTo>
                    <a:pt x="3056199" y="316235"/>
                  </a:lnTo>
                  <a:lnTo>
                    <a:pt x="3057271" y="315843"/>
                  </a:lnTo>
                  <a:lnTo>
                    <a:pt x="3058342" y="315450"/>
                  </a:lnTo>
                  <a:lnTo>
                    <a:pt x="3059414" y="315058"/>
                  </a:lnTo>
                  <a:lnTo>
                    <a:pt x="3060486" y="314666"/>
                  </a:lnTo>
                  <a:lnTo>
                    <a:pt x="3061557" y="314274"/>
                  </a:lnTo>
                  <a:lnTo>
                    <a:pt x="3062629" y="313881"/>
                  </a:lnTo>
                  <a:lnTo>
                    <a:pt x="3063700" y="313489"/>
                  </a:lnTo>
                  <a:lnTo>
                    <a:pt x="3064772" y="313096"/>
                  </a:lnTo>
                  <a:lnTo>
                    <a:pt x="3065844" y="312703"/>
                  </a:lnTo>
                  <a:lnTo>
                    <a:pt x="3066915" y="312311"/>
                  </a:lnTo>
                  <a:lnTo>
                    <a:pt x="3067987" y="311918"/>
                  </a:lnTo>
                  <a:lnTo>
                    <a:pt x="3069058" y="311525"/>
                  </a:lnTo>
                  <a:lnTo>
                    <a:pt x="3070130" y="311132"/>
                  </a:lnTo>
                  <a:lnTo>
                    <a:pt x="3071202" y="310739"/>
                  </a:lnTo>
                  <a:lnTo>
                    <a:pt x="3072273" y="310346"/>
                  </a:lnTo>
                  <a:lnTo>
                    <a:pt x="3073345" y="309953"/>
                  </a:lnTo>
                  <a:lnTo>
                    <a:pt x="3074416" y="309559"/>
                  </a:lnTo>
                  <a:lnTo>
                    <a:pt x="3075488" y="309166"/>
                  </a:lnTo>
                  <a:lnTo>
                    <a:pt x="3076560" y="308772"/>
                  </a:lnTo>
                  <a:lnTo>
                    <a:pt x="3077631" y="308379"/>
                  </a:lnTo>
                  <a:lnTo>
                    <a:pt x="3078703" y="307985"/>
                  </a:lnTo>
                  <a:lnTo>
                    <a:pt x="3079774" y="307592"/>
                  </a:lnTo>
                  <a:lnTo>
                    <a:pt x="3080846" y="307198"/>
                  </a:lnTo>
                  <a:lnTo>
                    <a:pt x="3081918" y="306804"/>
                  </a:lnTo>
                  <a:lnTo>
                    <a:pt x="3082989" y="306410"/>
                  </a:lnTo>
                  <a:lnTo>
                    <a:pt x="3084061" y="306016"/>
                  </a:lnTo>
                  <a:lnTo>
                    <a:pt x="3085132" y="305622"/>
                  </a:lnTo>
                  <a:lnTo>
                    <a:pt x="3086204" y="305228"/>
                  </a:lnTo>
                  <a:lnTo>
                    <a:pt x="3087276" y="304833"/>
                  </a:lnTo>
                  <a:lnTo>
                    <a:pt x="3088347" y="304439"/>
                  </a:lnTo>
                  <a:lnTo>
                    <a:pt x="3089419" y="304045"/>
                  </a:lnTo>
                  <a:lnTo>
                    <a:pt x="3090490" y="303650"/>
                  </a:lnTo>
                  <a:lnTo>
                    <a:pt x="3091562" y="303255"/>
                  </a:lnTo>
                  <a:lnTo>
                    <a:pt x="3092634" y="302861"/>
                  </a:lnTo>
                  <a:lnTo>
                    <a:pt x="3093705" y="302466"/>
                  </a:lnTo>
                  <a:lnTo>
                    <a:pt x="3094777" y="302071"/>
                  </a:lnTo>
                  <a:lnTo>
                    <a:pt x="3095848" y="301676"/>
                  </a:lnTo>
                  <a:lnTo>
                    <a:pt x="3096920" y="301281"/>
                  </a:lnTo>
                  <a:lnTo>
                    <a:pt x="3097992" y="300886"/>
                  </a:lnTo>
                  <a:lnTo>
                    <a:pt x="3099063" y="300491"/>
                  </a:lnTo>
                  <a:lnTo>
                    <a:pt x="3100135" y="300096"/>
                  </a:lnTo>
                  <a:lnTo>
                    <a:pt x="3101206" y="299701"/>
                  </a:lnTo>
                  <a:lnTo>
                    <a:pt x="3102278" y="299305"/>
                  </a:lnTo>
                  <a:lnTo>
                    <a:pt x="3103350" y="298910"/>
                  </a:lnTo>
                  <a:lnTo>
                    <a:pt x="3104421" y="298514"/>
                  </a:lnTo>
                  <a:lnTo>
                    <a:pt x="3105493" y="298119"/>
                  </a:lnTo>
                  <a:lnTo>
                    <a:pt x="3106564" y="297723"/>
                  </a:lnTo>
                  <a:lnTo>
                    <a:pt x="3107636" y="297327"/>
                  </a:lnTo>
                  <a:lnTo>
                    <a:pt x="3108708" y="296931"/>
                  </a:lnTo>
                  <a:lnTo>
                    <a:pt x="3109779" y="296535"/>
                  </a:lnTo>
                  <a:lnTo>
                    <a:pt x="3110851" y="296139"/>
                  </a:lnTo>
                  <a:lnTo>
                    <a:pt x="3111922" y="295743"/>
                  </a:lnTo>
                  <a:lnTo>
                    <a:pt x="3112994" y="295347"/>
                  </a:lnTo>
                  <a:lnTo>
                    <a:pt x="3114066" y="294951"/>
                  </a:lnTo>
                  <a:lnTo>
                    <a:pt x="3115137" y="294554"/>
                  </a:lnTo>
                  <a:lnTo>
                    <a:pt x="3116209" y="294158"/>
                  </a:lnTo>
                  <a:lnTo>
                    <a:pt x="3117280" y="293761"/>
                  </a:lnTo>
                  <a:lnTo>
                    <a:pt x="3118352" y="293365"/>
                  </a:lnTo>
                  <a:lnTo>
                    <a:pt x="3119424" y="292968"/>
                  </a:lnTo>
                  <a:lnTo>
                    <a:pt x="3120495" y="292571"/>
                  </a:lnTo>
                  <a:lnTo>
                    <a:pt x="3121567" y="292174"/>
                  </a:lnTo>
                  <a:lnTo>
                    <a:pt x="3122638" y="291777"/>
                  </a:lnTo>
                  <a:lnTo>
                    <a:pt x="3123710" y="291380"/>
                  </a:lnTo>
                  <a:lnTo>
                    <a:pt x="3124782" y="290983"/>
                  </a:lnTo>
                  <a:lnTo>
                    <a:pt x="3125853" y="290586"/>
                  </a:lnTo>
                  <a:lnTo>
                    <a:pt x="3126925" y="290189"/>
                  </a:lnTo>
                  <a:lnTo>
                    <a:pt x="3127996" y="289792"/>
                  </a:lnTo>
                  <a:lnTo>
                    <a:pt x="3129068" y="289394"/>
                  </a:lnTo>
                  <a:lnTo>
                    <a:pt x="3130140" y="288997"/>
                  </a:lnTo>
                  <a:lnTo>
                    <a:pt x="3131211" y="288599"/>
                  </a:lnTo>
                  <a:lnTo>
                    <a:pt x="3132283" y="288202"/>
                  </a:lnTo>
                  <a:lnTo>
                    <a:pt x="3133354" y="287804"/>
                  </a:lnTo>
                  <a:lnTo>
                    <a:pt x="3134426" y="287406"/>
                  </a:lnTo>
                  <a:lnTo>
                    <a:pt x="3135498" y="287008"/>
                  </a:lnTo>
                  <a:lnTo>
                    <a:pt x="3136569" y="286610"/>
                  </a:lnTo>
                  <a:lnTo>
                    <a:pt x="3137641" y="286212"/>
                  </a:lnTo>
                  <a:lnTo>
                    <a:pt x="3138712" y="285814"/>
                  </a:lnTo>
                  <a:lnTo>
                    <a:pt x="3139784" y="285416"/>
                  </a:lnTo>
                  <a:lnTo>
                    <a:pt x="3140856" y="285017"/>
                  </a:lnTo>
                  <a:lnTo>
                    <a:pt x="3141927" y="284619"/>
                  </a:lnTo>
                  <a:lnTo>
                    <a:pt x="3142999" y="284221"/>
                  </a:lnTo>
                  <a:lnTo>
                    <a:pt x="3144070" y="283822"/>
                  </a:lnTo>
                  <a:lnTo>
                    <a:pt x="3145142" y="283423"/>
                  </a:lnTo>
                  <a:lnTo>
                    <a:pt x="3146214" y="283025"/>
                  </a:lnTo>
                  <a:lnTo>
                    <a:pt x="3147285" y="282626"/>
                  </a:lnTo>
                  <a:lnTo>
                    <a:pt x="3148357" y="282227"/>
                  </a:lnTo>
                  <a:lnTo>
                    <a:pt x="3149428" y="281828"/>
                  </a:lnTo>
                  <a:lnTo>
                    <a:pt x="3150500" y="281429"/>
                  </a:lnTo>
                  <a:lnTo>
                    <a:pt x="3151572" y="281030"/>
                  </a:lnTo>
                  <a:lnTo>
                    <a:pt x="3152643" y="280631"/>
                  </a:lnTo>
                  <a:lnTo>
                    <a:pt x="3153715" y="280232"/>
                  </a:lnTo>
                  <a:lnTo>
                    <a:pt x="3154786" y="279832"/>
                  </a:lnTo>
                  <a:lnTo>
                    <a:pt x="3155858" y="279433"/>
                  </a:lnTo>
                  <a:lnTo>
                    <a:pt x="3156930" y="279033"/>
                  </a:lnTo>
                  <a:lnTo>
                    <a:pt x="3158001" y="278634"/>
                  </a:lnTo>
                  <a:lnTo>
                    <a:pt x="3159073" y="278234"/>
                  </a:lnTo>
                  <a:lnTo>
                    <a:pt x="3160144" y="277834"/>
                  </a:lnTo>
                  <a:lnTo>
                    <a:pt x="3161216" y="277434"/>
                  </a:lnTo>
                  <a:lnTo>
                    <a:pt x="3162288" y="277034"/>
                  </a:lnTo>
                  <a:lnTo>
                    <a:pt x="3163359" y="276634"/>
                  </a:lnTo>
                  <a:lnTo>
                    <a:pt x="3164431" y="276234"/>
                  </a:lnTo>
                  <a:lnTo>
                    <a:pt x="3165502" y="275834"/>
                  </a:lnTo>
                  <a:lnTo>
                    <a:pt x="3166574" y="275434"/>
                  </a:lnTo>
                  <a:lnTo>
                    <a:pt x="3167646" y="275034"/>
                  </a:lnTo>
                  <a:lnTo>
                    <a:pt x="3168717" y="274633"/>
                  </a:lnTo>
                  <a:lnTo>
                    <a:pt x="3169789" y="274233"/>
                  </a:lnTo>
                  <a:lnTo>
                    <a:pt x="3170860" y="273832"/>
                  </a:lnTo>
                  <a:lnTo>
                    <a:pt x="3171932" y="273432"/>
                  </a:lnTo>
                  <a:lnTo>
                    <a:pt x="3173004" y="273031"/>
                  </a:lnTo>
                  <a:lnTo>
                    <a:pt x="3174075" y="272630"/>
                  </a:lnTo>
                  <a:lnTo>
                    <a:pt x="3175147" y="272229"/>
                  </a:lnTo>
                  <a:lnTo>
                    <a:pt x="3176218" y="271828"/>
                  </a:lnTo>
                  <a:lnTo>
                    <a:pt x="3177290" y="271427"/>
                  </a:lnTo>
                  <a:lnTo>
                    <a:pt x="3178362" y="271026"/>
                  </a:lnTo>
                  <a:lnTo>
                    <a:pt x="3179433" y="270625"/>
                  </a:lnTo>
                  <a:lnTo>
                    <a:pt x="3180505" y="270223"/>
                  </a:lnTo>
                  <a:lnTo>
                    <a:pt x="3181576" y="269822"/>
                  </a:lnTo>
                  <a:lnTo>
                    <a:pt x="3182648" y="269420"/>
                  </a:lnTo>
                  <a:lnTo>
                    <a:pt x="3183720" y="269019"/>
                  </a:lnTo>
                  <a:lnTo>
                    <a:pt x="3184791" y="268617"/>
                  </a:lnTo>
                  <a:lnTo>
                    <a:pt x="3185863" y="268216"/>
                  </a:lnTo>
                  <a:lnTo>
                    <a:pt x="3186934" y="267814"/>
                  </a:lnTo>
                  <a:lnTo>
                    <a:pt x="3188006" y="267412"/>
                  </a:lnTo>
                  <a:lnTo>
                    <a:pt x="3189078" y="267010"/>
                  </a:lnTo>
                  <a:lnTo>
                    <a:pt x="3190149" y="266608"/>
                  </a:lnTo>
                  <a:lnTo>
                    <a:pt x="3191221" y="266206"/>
                  </a:lnTo>
                  <a:lnTo>
                    <a:pt x="3192292" y="265804"/>
                  </a:lnTo>
                  <a:lnTo>
                    <a:pt x="3193364" y="265401"/>
                  </a:lnTo>
                  <a:lnTo>
                    <a:pt x="3194436" y="264999"/>
                  </a:lnTo>
                  <a:lnTo>
                    <a:pt x="3195507" y="264596"/>
                  </a:lnTo>
                  <a:lnTo>
                    <a:pt x="3196579" y="264194"/>
                  </a:lnTo>
                  <a:lnTo>
                    <a:pt x="3197650" y="263791"/>
                  </a:lnTo>
                  <a:lnTo>
                    <a:pt x="3198722" y="263389"/>
                  </a:lnTo>
                  <a:lnTo>
                    <a:pt x="3199793" y="262986"/>
                  </a:lnTo>
                  <a:lnTo>
                    <a:pt x="3200865" y="262583"/>
                  </a:lnTo>
                  <a:lnTo>
                    <a:pt x="3201937" y="262180"/>
                  </a:lnTo>
                  <a:lnTo>
                    <a:pt x="3203008" y="261777"/>
                  </a:lnTo>
                  <a:lnTo>
                    <a:pt x="3204080" y="261374"/>
                  </a:lnTo>
                  <a:lnTo>
                    <a:pt x="3205151" y="260971"/>
                  </a:lnTo>
                  <a:lnTo>
                    <a:pt x="3206223" y="260567"/>
                  </a:lnTo>
                  <a:lnTo>
                    <a:pt x="3207295" y="260164"/>
                  </a:lnTo>
                  <a:lnTo>
                    <a:pt x="3208366" y="259761"/>
                  </a:lnTo>
                  <a:lnTo>
                    <a:pt x="3209438" y="259357"/>
                  </a:lnTo>
                  <a:lnTo>
                    <a:pt x="3210509" y="258954"/>
                  </a:lnTo>
                  <a:lnTo>
                    <a:pt x="3211581" y="258550"/>
                  </a:lnTo>
                  <a:lnTo>
                    <a:pt x="3212653" y="258146"/>
                  </a:lnTo>
                  <a:lnTo>
                    <a:pt x="3213724" y="257742"/>
                  </a:lnTo>
                  <a:lnTo>
                    <a:pt x="3214796" y="257338"/>
                  </a:lnTo>
                  <a:lnTo>
                    <a:pt x="3215867" y="256934"/>
                  </a:lnTo>
                  <a:lnTo>
                    <a:pt x="3216939" y="256530"/>
                  </a:lnTo>
                  <a:lnTo>
                    <a:pt x="3218011" y="256126"/>
                  </a:lnTo>
                  <a:lnTo>
                    <a:pt x="3219082" y="255722"/>
                  </a:lnTo>
                  <a:lnTo>
                    <a:pt x="3220154" y="255317"/>
                  </a:lnTo>
                  <a:lnTo>
                    <a:pt x="3221225" y="254913"/>
                  </a:lnTo>
                  <a:lnTo>
                    <a:pt x="3222297" y="254509"/>
                  </a:lnTo>
                  <a:lnTo>
                    <a:pt x="3223369" y="254104"/>
                  </a:lnTo>
                  <a:lnTo>
                    <a:pt x="3224440" y="253699"/>
                  </a:lnTo>
                  <a:lnTo>
                    <a:pt x="3225512" y="253295"/>
                  </a:lnTo>
                  <a:lnTo>
                    <a:pt x="3226583" y="252890"/>
                  </a:lnTo>
                  <a:lnTo>
                    <a:pt x="3227655" y="252485"/>
                  </a:lnTo>
                  <a:lnTo>
                    <a:pt x="3228727" y="252080"/>
                  </a:lnTo>
                  <a:lnTo>
                    <a:pt x="3229798" y="251675"/>
                  </a:lnTo>
                  <a:lnTo>
                    <a:pt x="3230870" y="251270"/>
                  </a:lnTo>
                  <a:lnTo>
                    <a:pt x="3231941" y="250864"/>
                  </a:lnTo>
                  <a:lnTo>
                    <a:pt x="3233013" y="250459"/>
                  </a:lnTo>
                  <a:lnTo>
                    <a:pt x="3234085" y="250054"/>
                  </a:lnTo>
                  <a:lnTo>
                    <a:pt x="3235156" y="249648"/>
                  </a:lnTo>
                  <a:lnTo>
                    <a:pt x="3236228" y="249243"/>
                  </a:lnTo>
                  <a:lnTo>
                    <a:pt x="3237299" y="248837"/>
                  </a:lnTo>
                  <a:lnTo>
                    <a:pt x="3238371" y="248431"/>
                  </a:lnTo>
                  <a:lnTo>
                    <a:pt x="3239443" y="248025"/>
                  </a:lnTo>
                  <a:lnTo>
                    <a:pt x="3240514" y="247619"/>
                  </a:lnTo>
                  <a:lnTo>
                    <a:pt x="3241586" y="247213"/>
                  </a:lnTo>
                  <a:lnTo>
                    <a:pt x="3242657" y="246807"/>
                  </a:lnTo>
                  <a:lnTo>
                    <a:pt x="3243729" y="246401"/>
                  </a:lnTo>
                  <a:lnTo>
                    <a:pt x="3244801" y="245995"/>
                  </a:lnTo>
                  <a:lnTo>
                    <a:pt x="3245872" y="245589"/>
                  </a:lnTo>
                  <a:lnTo>
                    <a:pt x="3246944" y="245182"/>
                  </a:lnTo>
                  <a:lnTo>
                    <a:pt x="3248015" y="244776"/>
                  </a:lnTo>
                  <a:lnTo>
                    <a:pt x="3249087" y="244369"/>
                  </a:lnTo>
                  <a:lnTo>
                    <a:pt x="3250159" y="243963"/>
                  </a:lnTo>
                  <a:lnTo>
                    <a:pt x="3251230" y="243556"/>
                  </a:lnTo>
                  <a:lnTo>
                    <a:pt x="3252302" y="243149"/>
                  </a:lnTo>
                  <a:lnTo>
                    <a:pt x="3253373" y="242742"/>
                  </a:lnTo>
                  <a:lnTo>
                    <a:pt x="3254445" y="242335"/>
                  </a:lnTo>
                  <a:lnTo>
                    <a:pt x="3255517" y="241928"/>
                  </a:lnTo>
                  <a:lnTo>
                    <a:pt x="3256588" y="241521"/>
                  </a:lnTo>
                  <a:lnTo>
                    <a:pt x="3257660" y="241114"/>
                  </a:lnTo>
                  <a:lnTo>
                    <a:pt x="3258731" y="240706"/>
                  </a:lnTo>
                  <a:lnTo>
                    <a:pt x="3259803" y="240299"/>
                  </a:lnTo>
                  <a:lnTo>
                    <a:pt x="3260875" y="239891"/>
                  </a:lnTo>
                  <a:lnTo>
                    <a:pt x="3261946" y="239484"/>
                  </a:lnTo>
                  <a:lnTo>
                    <a:pt x="3263018" y="239076"/>
                  </a:lnTo>
                  <a:lnTo>
                    <a:pt x="3264089" y="238669"/>
                  </a:lnTo>
                  <a:lnTo>
                    <a:pt x="3265161" y="238261"/>
                  </a:lnTo>
                  <a:lnTo>
                    <a:pt x="3266233" y="237853"/>
                  </a:lnTo>
                  <a:lnTo>
                    <a:pt x="3267304" y="237445"/>
                  </a:lnTo>
                  <a:lnTo>
                    <a:pt x="3268376" y="237037"/>
                  </a:lnTo>
                  <a:lnTo>
                    <a:pt x="3269447" y="236629"/>
                  </a:lnTo>
                  <a:lnTo>
                    <a:pt x="3270519" y="236220"/>
                  </a:lnTo>
                  <a:lnTo>
                    <a:pt x="3271591" y="235812"/>
                  </a:lnTo>
                  <a:lnTo>
                    <a:pt x="3272662" y="235404"/>
                  </a:lnTo>
                  <a:lnTo>
                    <a:pt x="3273734" y="234995"/>
                  </a:lnTo>
                  <a:lnTo>
                    <a:pt x="3274805" y="234587"/>
                  </a:lnTo>
                  <a:lnTo>
                    <a:pt x="3275877" y="234178"/>
                  </a:lnTo>
                  <a:lnTo>
                    <a:pt x="3276949" y="233769"/>
                  </a:lnTo>
                  <a:lnTo>
                    <a:pt x="3278020" y="233361"/>
                  </a:lnTo>
                  <a:lnTo>
                    <a:pt x="3279092" y="232952"/>
                  </a:lnTo>
                  <a:lnTo>
                    <a:pt x="3280163" y="232543"/>
                  </a:lnTo>
                  <a:lnTo>
                    <a:pt x="3281235" y="232134"/>
                  </a:lnTo>
                  <a:lnTo>
                    <a:pt x="3282307" y="231725"/>
                  </a:lnTo>
                  <a:lnTo>
                    <a:pt x="3283378" y="231315"/>
                  </a:lnTo>
                  <a:lnTo>
                    <a:pt x="3284450" y="230906"/>
                  </a:lnTo>
                  <a:lnTo>
                    <a:pt x="3285521" y="230497"/>
                  </a:lnTo>
                  <a:lnTo>
                    <a:pt x="3286593" y="230087"/>
                  </a:lnTo>
                  <a:lnTo>
                    <a:pt x="3287665" y="229678"/>
                  </a:lnTo>
                  <a:lnTo>
                    <a:pt x="3288736" y="229268"/>
                  </a:lnTo>
                  <a:lnTo>
                    <a:pt x="3289808" y="228858"/>
                  </a:lnTo>
                  <a:lnTo>
                    <a:pt x="3290879" y="228448"/>
                  </a:lnTo>
                  <a:lnTo>
                    <a:pt x="3291951" y="228039"/>
                  </a:lnTo>
                  <a:lnTo>
                    <a:pt x="3293023" y="227629"/>
                  </a:lnTo>
                  <a:lnTo>
                    <a:pt x="3294094" y="227219"/>
                  </a:lnTo>
                  <a:lnTo>
                    <a:pt x="3295166" y="226808"/>
                  </a:lnTo>
                  <a:lnTo>
                    <a:pt x="3296237" y="226398"/>
                  </a:lnTo>
                  <a:lnTo>
                    <a:pt x="3297309" y="225988"/>
                  </a:lnTo>
                  <a:lnTo>
                    <a:pt x="3298381" y="225577"/>
                  </a:lnTo>
                  <a:lnTo>
                    <a:pt x="3299452" y="225167"/>
                  </a:lnTo>
                  <a:lnTo>
                    <a:pt x="3300524" y="224756"/>
                  </a:lnTo>
                  <a:lnTo>
                    <a:pt x="3301595" y="224346"/>
                  </a:lnTo>
                  <a:lnTo>
                    <a:pt x="3302667" y="223935"/>
                  </a:lnTo>
                  <a:lnTo>
                    <a:pt x="3303739" y="223524"/>
                  </a:lnTo>
                  <a:lnTo>
                    <a:pt x="3304810" y="223113"/>
                  </a:lnTo>
                  <a:lnTo>
                    <a:pt x="3305882" y="222702"/>
                  </a:lnTo>
                  <a:lnTo>
                    <a:pt x="3306953" y="222291"/>
                  </a:lnTo>
                  <a:lnTo>
                    <a:pt x="3308025" y="221880"/>
                  </a:lnTo>
                  <a:lnTo>
                    <a:pt x="3309097" y="221469"/>
                  </a:lnTo>
                  <a:lnTo>
                    <a:pt x="3310168" y="221058"/>
                  </a:lnTo>
                  <a:lnTo>
                    <a:pt x="3311240" y="220646"/>
                  </a:lnTo>
                  <a:lnTo>
                    <a:pt x="3312311" y="220235"/>
                  </a:lnTo>
                  <a:lnTo>
                    <a:pt x="3313383" y="219823"/>
                  </a:lnTo>
                  <a:lnTo>
                    <a:pt x="3314455" y="219412"/>
                  </a:lnTo>
                  <a:lnTo>
                    <a:pt x="3315526" y="219000"/>
                  </a:lnTo>
                  <a:lnTo>
                    <a:pt x="3316598" y="218588"/>
                  </a:lnTo>
                  <a:lnTo>
                    <a:pt x="3317669" y="218176"/>
                  </a:lnTo>
                  <a:lnTo>
                    <a:pt x="3318741" y="217764"/>
                  </a:lnTo>
                  <a:lnTo>
                    <a:pt x="3319813" y="217352"/>
                  </a:lnTo>
                  <a:lnTo>
                    <a:pt x="3320884" y="216940"/>
                  </a:lnTo>
                  <a:lnTo>
                    <a:pt x="3321956" y="216528"/>
                  </a:lnTo>
                  <a:lnTo>
                    <a:pt x="3323027" y="216115"/>
                  </a:lnTo>
                  <a:lnTo>
                    <a:pt x="3324099" y="215703"/>
                  </a:lnTo>
                  <a:lnTo>
                    <a:pt x="3325171" y="215291"/>
                  </a:lnTo>
                  <a:lnTo>
                    <a:pt x="3326242" y="214878"/>
                  </a:lnTo>
                  <a:lnTo>
                    <a:pt x="3327314" y="214465"/>
                  </a:lnTo>
                  <a:lnTo>
                    <a:pt x="3328385" y="214053"/>
                  </a:lnTo>
                  <a:lnTo>
                    <a:pt x="3329457" y="213640"/>
                  </a:lnTo>
                  <a:lnTo>
                    <a:pt x="3330529" y="213227"/>
                  </a:lnTo>
                  <a:lnTo>
                    <a:pt x="3331600" y="212814"/>
                  </a:lnTo>
                  <a:lnTo>
                    <a:pt x="3332672" y="212401"/>
                  </a:lnTo>
                  <a:lnTo>
                    <a:pt x="3333743" y="211988"/>
                  </a:lnTo>
                  <a:lnTo>
                    <a:pt x="3334815" y="211574"/>
                  </a:lnTo>
                  <a:lnTo>
                    <a:pt x="3335887" y="211161"/>
                  </a:lnTo>
                  <a:lnTo>
                    <a:pt x="3336958" y="210748"/>
                  </a:lnTo>
                  <a:lnTo>
                    <a:pt x="3338030" y="210334"/>
                  </a:lnTo>
                  <a:lnTo>
                    <a:pt x="3339101" y="209921"/>
                  </a:lnTo>
                  <a:lnTo>
                    <a:pt x="3340173" y="209507"/>
                  </a:lnTo>
                  <a:lnTo>
                    <a:pt x="3341245" y="209093"/>
                  </a:lnTo>
                  <a:lnTo>
                    <a:pt x="3342316" y="208679"/>
                  </a:lnTo>
                  <a:lnTo>
                    <a:pt x="3343388" y="208266"/>
                  </a:lnTo>
                  <a:lnTo>
                    <a:pt x="3344459" y="207852"/>
                  </a:lnTo>
                  <a:lnTo>
                    <a:pt x="3345531" y="207437"/>
                  </a:lnTo>
                  <a:lnTo>
                    <a:pt x="3346603" y="207023"/>
                  </a:lnTo>
                  <a:lnTo>
                    <a:pt x="3347674" y="206609"/>
                  </a:lnTo>
                  <a:lnTo>
                    <a:pt x="3348746" y="206195"/>
                  </a:lnTo>
                  <a:lnTo>
                    <a:pt x="3349817" y="205780"/>
                  </a:lnTo>
                  <a:lnTo>
                    <a:pt x="3350889" y="205366"/>
                  </a:lnTo>
                  <a:lnTo>
                    <a:pt x="3351961" y="204951"/>
                  </a:lnTo>
                  <a:lnTo>
                    <a:pt x="3353032" y="204537"/>
                  </a:lnTo>
                  <a:lnTo>
                    <a:pt x="3354104" y="204122"/>
                  </a:lnTo>
                  <a:lnTo>
                    <a:pt x="3355175" y="203707"/>
                  </a:lnTo>
                  <a:lnTo>
                    <a:pt x="3356247" y="203292"/>
                  </a:lnTo>
                  <a:lnTo>
                    <a:pt x="3357319" y="202877"/>
                  </a:lnTo>
                  <a:lnTo>
                    <a:pt x="3358390" y="202462"/>
                  </a:lnTo>
                  <a:lnTo>
                    <a:pt x="3359462" y="202047"/>
                  </a:lnTo>
                  <a:lnTo>
                    <a:pt x="3360533" y="201632"/>
                  </a:lnTo>
                  <a:lnTo>
                    <a:pt x="3361605" y="201216"/>
                  </a:lnTo>
                  <a:lnTo>
                    <a:pt x="3362677" y="200801"/>
                  </a:lnTo>
                  <a:lnTo>
                    <a:pt x="3363748" y="200385"/>
                  </a:lnTo>
                  <a:lnTo>
                    <a:pt x="3364820" y="199970"/>
                  </a:lnTo>
                  <a:lnTo>
                    <a:pt x="3365891" y="199554"/>
                  </a:lnTo>
                  <a:lnTo>
                    <a:pt x="3366963" y="199138"/>
                  </a:lnTo>
                  <a:lnTo>
                    <a:pt x="3368035" y="198722"/>
                  </a:lnTo>
                  <a:lnTo>
                    <a:pt x="3369106" y="198306"/>
                  </a:lnTo>
                  <a:lnTo>
                    <a:pt x="3370178" y="197890"/>
                  </a:lnTo>
                  <a:lnTo>
                    <a:pt x="3371249" y="197474"/>
                  </a:lnTo>
                  <a:lnTo>
                    <a:pt x="3372321" y="197058"/>
                  </a:lnTo>
                  <a:lnTo>
                    <a:pt x="3373392" y="196642"/>
                  </a:lnTo>
                  <a:lnTo>
                    <a:pt x="3374464" y="196225"/>
                  </a:lnTo>
                  <a:lnTo>
                    <a:pt x="3375536" y="195809"/>
                  </a:lnTo>
                  <a:lnTo>
                    <a:pt x="3376607" y="195392"/>
                  </a:lnTo>
                  <a:lnTo>
                    <a:pt x="3377679" y="194976"/>
                  </a:lnTo>
                  <a:lnTo>
                    <a:pt x="3378750" y="194559"/>
                  </a:lnTo>
                  <a:lnTo>
                    <a:pt x="3379822" y="194142"/>
                  </a:lnTo>
                  <a:lnTo>
                    <a:pt x="3380894" y="193726"/>
                  </a:lnTo>
                  <a:lnTo>
                    <a:pt x="3381965" y="193309"/>
                  </a:lnTo>
                  <a:lnTo>
                    <a:pt x="3383037" y="192892"/>
                  </a:lnTo>
                  <a:lnTo>
                    <a:pt x="3384108" y="192474"/>
                  </a:lnTo>
                  <a:lnTo>
                    <a:pt x="3385180" y="192057"/>
                  </a:lnTo>
                  <a:lnTo>
                    <a:pt x="3386252" y="191640"/>
                  </a:lnTo>
                  <a:lnTo>
                    <a:pt x="3387323" y="191223"/>
                  </a:lnTo>
                  <a:lnTo>
                    <a:pt x="3388395" y="190805"/>
                  </a:lnTo>
                  <a:lnTo>
                    <a:pt x="3389466" y="190388"/>
                  </a:lnTo>
                  <a:lnTo>
                    <a:pt x="3390538" y="189970"/>
                  </a:lnTo>
                  <a:lnTo>
                    <a:pt x="3391610" y="189552"/>
                  </a:lnTo>
                  <a:lnTo>
                    <a:pt x="3392681" y="189134"/>
                  </a:lnTo>
                  <a:lnTo>
                    <a:pt x="3393753" y="188716"/>
                  </a:lnTo>
                  <a:lnTo>
                    <a:pt x="3394824" y="188299"/>
                  </a:lnTo>
                  <a:lnTo>
                    <a:pt x="3395896" y="187880"/>
                  </a:lnTo>
                  <a:lnTo>
                    <a:pt x="3396968" y="187462"/>
                  </a:lnTo>
                  <a:lnTo>
                    <a:pt x="3398039" y="187044"/>
                  </a:lnTo>
                  <a:lnTo>
                    <a:pt x="3399111" y="186626"/>
                  </a:lnTo>
                  <a:lnTo>
                    <a:pt x="3400182" y="186207"/>
                  </a:lnTo>
                  <a:lnTo>
                    <a:pt x="3401254" y="185789"/>
                  </a:lnTo>
                  <a:lnTo>
                    <a:pt x="3402326" y="185370"/>
                  </a:lnTo>
                  <a:lnTo>
                    <a:pt x="3403397" y="184952"/>
                  </a:lnTo>
                  <a:lnTo>
                    <a:pt x="3404469" y="184533"/>
                  </a:lnTo>
                  <a:lnTo>
                    <a:pt x="3405540" y="184114"/>
                  </a:lnTo>
                  <a:lnTo>
                    <a:pt x="3406612" y="183695"/>
                  </a:lnTo>
                  <a:lnTo>
                    <a:pt x="3407684" y="183276"/>
                  </a:lnTo>
                  <a:lnTo>
                    <a:pt x="3408755" y="182857"/>
                  </a:lnTo>
                  <a:lnTo>
                    <a:pt x="3409827" y="182438"/>
                  </a:lnTo>
                  <a:lnTo>
                    <a:pt x="3410898" y="182019"/>
                  </a:lnTo>
                  <a:lnTo>
                    <a:pt x="3411970" y="181599"/>
                  </a:lnTo>
                  <a:lnTo>
                    <a:pt x="3413042" y="181180"/>
                  </a:lnTo>
                  <a:lnTo>
                    <a:pt x="3414113" y="180760"/>
                  </a:lnTo>
                  <a:lnTo>
                    <a:pt x="3415185" y="180341"/>
                  </a:lnTo>
                  <a:lnTo>
                    <a:pt x="3416256" y="179921"/>
                  </a:lnTo>
                  <a:lnTo>
                    <a:pt x="3417328" y="179501"/>
                  </a:lnTo>
                  <a:lnTo>
                    <a:pt x="3418400" y="179082"/>
                  </a:lnTo>
                  <a:lnTo>
                    <a:pt x="3419471" y="178662"/>
                  </a:lnTo>
                  <a:lnTo>
                    <a:pt x="3420543" y="178242"/>
                  </a:lnTo>
                  <a:lnTo>
                    <a:pt x="3421614" y="177822"/>
                  </a:lnTo>
                  <a:lnTo>
                    <a:pt x="3422686" y="177401"/>
                  </a:lnTo>
                  <a:lnTo>
                    <a:pt x="3423758" y="176981"/>
                  </a:lnTo>
                  <a:lnTo>
                    <a:pt x="3424829" y="176561"/>
                  </a:lnTo>
                  <a:lnTo>
                    <a:pt x="3425901" y="176140"/>
                  </a:lnTo>
                  <a:lnTo>
                    <a:pt x="3426972" y="175720"/>
                  </a:lnTo>
                  <a:lnTo>
                    <a:pt x="3428044" y="175299"/>
                  </a:lnTo>
                  <a:lnTo>
                    <a:pt x="3429116" y="174878"/>
                  </a:lnTo>
                  <a:lnTo>
                    <a:pt x="3430187" y="174458"/>
                  </a:lnTo>
                  <a:lnTo>
                    <a:pt x="3431259" y="174037"/>
                  </a:lnTo>
                  <a:lnTo>
                    <a:pt x="3432330" y="173616"/>
                  </a:lnTo>
                  <a:lnTo>
                    <a:pt x="3433402" y="173195"/>
                  </a:lnTo>
                  <a:lnTo>
                    <a:pt x="3434474" y="172774"/>
                  </a:lnTo>
                  <a:lnTo>
                    <a:pt x="3435545" y="172352"/>
                  </a:lnTo>
                  <a:lnTo>
                    <a:pt x="3436617" y="171931"/>
                  </a:lnTo>
                  <a:lnTo>
                    <a:pt x="3437688" y="171510"/>
                  </a:lnTo>
                  <a:lnTo>
                    <a:pt x="3438760" y="171088"/>
                  </a:lnTo>
                  <a:lnTo>
                    <a:pt x="3439832" y="170667"/>
                  </a:lnTo>
                  <a:lnTo>
                    <a:pt x="3440903" y="170245"/>
                  </a:lnTo>
                  <a:lnTo>
                    <a:pt x="3441975" y="169823"/>
                  </a:lnTo>
                  <a:lnTo>
                    <a:pt x="3443046" y="169401"/>
                  </a:lnTo>
                  <a:lnTo>
                    <a:pt x="3444118" y="168980"/>
                  </a:lnTo>
                  <a:lnTo>
                    <a:pt x="3445190" y="168558"/>
                  </a:lnTo>
                  <a:lnTo>
                    <a:pt x="3446261" y="168136"/>
                  </a:lnTo>
                  <a:lnTo>
                    <a:pt x="3447333" y="167713"/>
                  </a:lnTo>
                  <a:lnTo>
                    <a:pt x="3448404" y="167291"/>
                  </a:lnTo>
                  <a:lnTo>
                    <a:pt x="3449476" y="166869"/>
                  </a:lnTo>
                  <a:lnTo>
                    <a:pt x="3450548" y="166446"/>
                  </a:lnTo>
                  <a:lnTo>
                    <a:pt x="3451619" y="166024"/>
                  </a:lnTo>
                  <a:lnTo>
                    <a:pt x="3452691" y="165601"/>
                  </a:lnTo>
                  <a:lnTo>
                    <a:pt x="3453762" y="165179"/>
                  </a:lnTo>
                  <a:lnTo>
                    <a:pt x="3454834" y="164756"/>
                  </a:lnTo>
                  <a:lnTo>
                    <a:pt x="3455906" y="164333"/>
                  </a:lnTo>
                  <a:lnTo>
                    <a:pt x="3456977" y="163910"/>
                  </a:lnTo>
                  <a:lnTo>
                    <a:pt x="3458049" y="163487"/>
                  </a:lnTo>
                  <a:lnTo>
                    <a:pt x="3459120" y="163064"/>
                  </a:lnTo>
                  <a:lnTo>
                    <a:pt x="3460192" y="162641"/>
                  </a:lnTo>
                  <a:lnTo>
                    <a:pt x="3461264" y="162217"/>
                  </a:lnTo>
                  <a:lnTo>
                    <a:pt x="3462335" y="161794"/>
                  </a:lnTo>
                  <a:lnTo>
                    <a:pt x="3463407" y="161371"/>
                  </a:lnTo>
                  <a:lnTo>
                    <a:pt x="3464478" y="160947"/>
                  </a:lnTo>
                  <a:lnTo>
                    <a:pt x="3465550" y="160524"/>
                  </a:lnTo>
                  <a:lnTo>
                    <a:pt x="3466622" y="160100"/>
                  </a:lnTo>
                  <a:lnTo>
                    <a:pt x="3467693" y="159676"/>
                  </a:lnTo>
                  <a:lnTo>
                    <a:pt x="3468765" y="159252"/>
                  </a:lnTo>
                  <a:lnTo>
                    <a:pt x="3469836" y="158828"/>
                  </a:lnTo>
                  <a:lnTo>
                    <a:pt x="3470908" y="158404"/>
                  </a:lnTo>
                  <a:lnTo>
                    <a:pt x="3471980" y="157980"/>
                  </a:lnTo>
                  <a:lnTo>
                    <a:pt x="3473051" y="157556"/>
                  </a:lnTo>
                  <a:lnTo>
                    <a:pt x="3474123" y="157131"/>
                  </a:lnTo>
                  <a:lnTo>
                    <a:pt x="3475194" y="156707"/>
                  </a:lnTo>
                  <a:lnTo>
                    <a:pt x="3476266" y="156283"/>
                  </a:lnTo>
                  <a:lnTo>
                    <a:pt x="3477338" y="155858"/>
                  </a:lnTo>
                  <a:lnTo>
                    <a:pt x="3478409" y="155433"/>
                  </a:lnTo>
                  <a:lnTo>
                    <a:pt x="3479481" y="155009"/>
                  </a:lnTo>
                  <a:lnTo>
                    <a:pt x="3480552" y="154584"/>
                  </a:lnTo>
                  <a:lnTo>
                    <a:pt x="3481624" y="154159"/>
                  </a:lnTo>
                  <a:lnTo>
                    <a:pt x="3482696" y="153734"/>
                  </a:lnTo>
                  <a:lnTo>
                    <a:pt x="3483767" y="153309"/>
                  </a:lnTo>
                  <a:lnTo>
                    <a:pt x="3484839" y="152884"/>
                  </a:lnTo>
                  <a:lnTo>
                    <a:pt x="3485910" y="152458"/>
                  </a:lnTo>
                  <a:lnTo>
                    <a:pt x="3486982" y="152033"/>
                  </a:lnTo>
                  <a:lnTo>
                    <a:pt x="3488054" y="151608"/>
                  </a:lnTo>
                  <a:lnTo>
                    <a:pt x="3489125" y="151182"/>
                  </a:lnTo>
                  <a:lnTo>
                    <a:pt x="3490197" y="150756"/>
                  </a:lnTo>
                  <a:lnTo>
                    <a:pt x="3491268" y="150331"/>
                  </a:lnTo>
                  <a:lnTo>
                    <a:pt x="3492340" y="149905"/>
                  </a:lnTo>
                  <a:lnTo>
                    <a:pt x="3493412" y="149479"/>
                  </a:lnTo>
                  <a:lnTo>
                    <a:pt x="3494483" y="149053"/>
                  </a:lnTo>
                  <a:lnTo>
                    <a:pt x="3495555" y="148627"/>
                  </a:lnTo>
                  <a:lnTo>
                    <a:pt x="3496626" y="148201"/>
                  </a:lnTo>
                  <a:lnTo>
                    <a:pt x="3497698" y="147775"/>
                  </a:lnTo>
                  <a:lnTo>
                    <a:pt x="3498770" y="147348"/>
                  </a:lnTo>
                  <a:lnTo>
                    <a:pt x="3499841" y="146922"/>
                  </a:lnTo>
                  <a:lnTo>
                    <a:pt x="3500913" y="146496"/>
                  </a:lnTo>
                  <a:lnTo>
                    <a:pt x="3501984" y="146069"/>
                  </a:lnTo>
                  <a:lnTo>
                    <a:pt x="3503056" y="145642"/>
                  </a:lnTo>
                  <a:lnTo>
                    <a:pt x="3504128" y="145216"/>
                  </a:lnTo>
                  <a:lnTo>
                    <a:pt x="3505199" y="144789"/>
                  </a:lnTo>
                  <a:lnTo>
                    <a:pt x="3506271" y="144362"/>
                  </a:lnTo>
                  <a:lnTo>
                    <a:pt x="3507342" y="143935"/>
                  </a:lnTo>
                  <a:lnTo>
                    <a:pt x="3508414" y="143508"/>
                  </a:lnTo>
                  <a:lnTo>
                    <a:pt x="3509486" y="143081"/>
                  </a:lnTo>
                  <a:lnTo>
                    <a:pt x="3510557" y="142653"/>
                  </a:lnTo>
                  <a:lnTo>
                    <a:pt x="3511629" y="142226"/>
                  </a:lnTo>
                  <a:lnTo>
                    <a:pt x="3512700" y="141799"/>
                  </a:lnTo>
                  <a:lnTo>
                    <a:pt x="3513772" y="141371"/>
                  </a:lnTo>
                  <a:lnTo>
                    <a:pt x="3514844" y="140943"/>
                  </a:lnTo>
                  <a:lnTo>
                    <a:pt x="3515915" y="140516"/>
                  </a:lnTo>
                  <a:lnTo>
                    <a:pt x="3516987" y="140088"/>
                  </a:lnTo>
                  <a:lnTo>
                    <a:pt x="3518058" y="139660"/>
                  </a:lnTo>
                  <a:lnTo>
                    <a:pt x="3519130" y="139232"/>
                  </a:lnTo>
                  <a:lnTo>
                    <a:pt x="3520202" y="138804"/>
                  </a:lnTo>
                  <a:lnTo>
                    <a:pt x="3521273" y="138376"/>
                  </a:lnTo>
                  <a:lnTo>
                    <a:pt x="3522345" y="137948"/>
                  </a:lnTo>
                  <a:lnTo>
                    <a:pt x="3523416" y="137519"/>
                  </a:lnTo>
                  <a:lnTo>
                    <a:pt x="3524488" y="137091"/>
                  </a:lnTo>
                  <a:lnTo>
                    <a:pt x="3525560" y="136663"/>
                  </a:lnTo>
                  <a:lnTo>
                    <a:pt x="3526631" y="136234"/>
                  </a:lnTo>
                  <a:lnTo>
                    <a:pt x="3527703" y="135805"/>
                  </a:lnTo>
                  <a:lnTo>
                    <a:pt x="3528774" y="135377"/>
                  </a:lnTo>
                  <a:lnTo>
                    <a:pt x="3529846" y="134948"/>
                  </a:lnTo>
                  <a:lnTo>
                    <a:pt x="3530918" y="134519"/>
                  </a:lnTo>
                  <a:lnTo>
                    <a:pt x="3531989" y="134090"/>
                  </a:lnTo>
                  <a:lnTo>
                    <a:pt x="3533061" y="133661"/>
                  </a:lnTo>
                  <a:lnTo>
                    <a:pt x="3534132" y="133232"/>
                  </a:lnTo>
                  <a:lnTo>
                    <a:pt x="3535204" y="132802"/>
                  </a:lnTo>
                  <a:lnTo>
                    <a:pt x="3536276" y="132373"/>
                  </a:lnTo>
                  <a:lnTo>
                    <a:pt x="3537347" y="131944"/>
                  </a:lnTo>
                  <a:lnTo>
                    <a:pt x="3538419" y="131514"/>
                  </a:lnTo>
                  <a:lnTo>
                    <a:pt x="3539490" y="131084"/>
                  </a:lnTo>
                  <a:lnTo>
                    <a:pt x="3540562" y="130655"/>
                  </a:lnTo>
                  <a:lnTo>
                    <a:pt x="3541634" y="130225"/>
                  </a:lnTo>
                  <a:lnTo>
                    <a:pt x="3542705" y="129795"/>
                  </a:lnTo>
                  <a:lnTo>
                    <a:pt x="3543777" y="129365"/>
                  </a:lnTo>
                  <a:lnTo>
                    <a:pt x="3544848" y="128935"/>
                  </a:lnTo>
                  <a:lnTo>
                    <a:pt x="3545920" y="128505"/>
                  </a:lnTo>
                  <a:lnTo>
                    <a:pt x="3546992" y="128075"/>
                  </a:lnTo>
                  <a:lnTo>
                    <a:pt x="3548063" y="127644"/>
                  </a:lnTo>
                  <a:lnTo>
                    <a:pt x="3549135" y="127214"/>
                  </a:lnTo>
                  <a:lnTo>
                    <a:pt x="3550206" y="126784"/>
                  </a:lnTo>
                  <a:lnTo>
                    <a:pt x="3551278" y="126353"/>
                  </a:lnTo>
                  <a:lnTo>
                    <a:pt x="3552349" y="125922"/>
                  </a:lnTo>
                  <a:lnTo>
                    <a:pt x="3553421" y="125492"/>
                  </a:lnTo>
                  <a:lnTo>
                    <a:pt x="3554493" y="125061"/>
                  </a:lnTo>
                  <a:lnTo>
                    <a:pt x="3555564" y="124630"/>
                  </a:lnTo>
                  <a:lnTo>
                    <a:pt x="3556636" y="124199"/>
                  </a:lnTo>
                  <a:lnTo>
                    <a:pt x="3557707" y="123768"/>
                  </a:lnTo>
                  <a:lnTo>
                    <a:pt x="3558779" y="123337"/>
                  </a:lnTo>
                  <a:lnTo>
                    <a:pt x="3559851" y="122905"/>
                  </a:lnTo>
                  <a:lnTo>
                    <a:pt x="3560922" y="122474"/>
                  </a:lnTo>
                  <a:lnTo>
                    <a:pt x="3561994" y="122042"/>
                  </a:lnTo>
                  <a:lnTo>
                    <a:pt x="3563065" y="121611"/>
                  </a:lnTo>
                  <a:lnTo>
                    <a:pt x="3564137" y="121179"/>
                  </a:lnTo>
                  <a:lnTo>
                    <a:pt x="3565209" y="120748"/>
                  </a:lnTo>
                  <a:lnTo>
                    <a:pt x="3566280" y="120316"/>
                  </a:lnTo>
                  <a:lnTo>
                    <a:pt x="3567352" y="119884"/>
                  </a:lnTo>
                  <a:lnTo>
                    <a:pt x="3568423" y="119452"/>
                  </a:lnTo>
                  <a:lnTo>
                    <a:pt x="3569495" y="119020"/>
                  </a:lnTo>
                  <a:lnTo>
                    <a:pt x="3570567" y="118588"/>
                  </a:lnTo>
                  <a:lnTo>
                    <a:pt x="3571638" y="118155"/>
                  </a:lnTo>
                  <a:lnTo>
                    <a:pt x="3572710" y="117723"/>
                  </a:lnTo>
                  <a:lnTo>
                    <a:pt x="3573781" y="117291"/>
                  </a:lnTo>
                  <a:lnTo>
                    <a:pt x="3574853" y="116858"/>
                  </a:lnTo>
                  <a:lnTo>
                    <a:pt x="3575925" y="116426"/>
                  </a:lnTo>
                  <a:lnTo>
                    <a:pt x="3576996" y="115993"/>
                  </a:lnTo>
                  <a:lnTo>
                    <a:pt x="3578068" y="115560"/>
                  </a:lnTo>
                  <a:lnTo>
                    <a:pt x="3579139" y="115127"/>
                  </a:lnTo>
                  <a:lnTo>
                    <a:pt x="3580211" y="114694"/>
                  </a:lnTo>
                  <a:lnTo>
                    <a:pt x="3581283" y="114261"/>
                  </a:lnTo>
                  <a:lnTo>
                    <a:pt x="3582354" y="113828"/>
                  </a:lnTo>
                  <a:lnTo>
                    <a:pt x="3583426" y="113395"/>
                  </a:lnTo>
                  <a:lnTo>
                    <a:pt x="3584497" y="112962"/>
                  </a:lnTo>
                  <a:lnTo>
                    <a:pt x="3585569" y="112528"/>
                  </a:lnTo>
                  <a:lnTo>
                    <a:pt x="3586641" y="112095"/>
                  </a:lnTo>
                  <a:lnTo>
                    <a:pt x="3587712" y="111661"/>
                  </a:lnTo>
                  <a:lnTo>
                    <a:pt x="3588784" y="111228"/>
                  </a:lnTo>
                  <a:lnTo>
                    <a:pt x="3589855" y="110794"/>
                  </a:lnTo>
                  <a:lnTo>
                    <a:pt x="3590927" y="110360"/>
                  </a:lnTo>
                  <a:lnTo>
                    <a:pt x="3591999" y="109926"/>
                  </a:lnTo>
                  <a:lnTo>
                    <a:pt x="3593070" y="109492"/>
                  </a:lnTo>
                  <a:lnTo>
                    <a:pt x="3594142" y="109058"/>
                  </a:lnTo>
                  <a:lnTo>
                    <a:pt x="3595213" y="108624"/>
                  </a:lnTo>
                  <a:lnTo>
                    <a:pt x="3596285" y="108190"/>
                  </a:lnTo>
                  <a:lnTo>
                    <a:pt x="3597357" y="107755"/>
                  </a:lnTo>
                  <a:lnTo>
                    <a:pt x="3598428" y="107321"/>
                  </a:lnTo>
                  <a:lnTo>
                    <a:pt x="3599500" y="106886"/>
                  </a:lnTo>
                  <a:lnTo>
                    <a:pt x="3600571" y="106452"/>
                  </a:lnTo>
                  <a:lnTo>
                    <a:pt x="3601643" y="106017"/>
                  </a:lnTo>
                  <a:lnTo>
                    <a:pt x="3602715" y="105582"/>
                  </a:lnTo>
                  <a:lnTo>
                    <a:pt x="3603786" y="105147"/>
                  </a:lnTo>
                  <a:lnTo>
                    <a:pt x="3604858" y="104712"/>
                  </a:lnTo>
                  <a:lnTo>
                    <a:pt x="3605929" y="104277"/>
                  </a:lnTo>
                  <a:lnTo>
                    <a:pt x="3607001" y="103842"/>
                  </a:lnTo>
                  <a:lnTo>
                    <a:pt x="3608073" y="103407"/>
                  </a:lnTo>
                  <a:lnTo>
                    <a:pt x="3609144" y="102971"/>
                  </a:lnTo>
                  <a:lnTo>
                    <a:pt x="3610216" y="102536"/>
                  </a:lnTo>
                  <a:lnTo>
                    <a:pt x="3611287" y="102101"/>
                  </a:lnTo>
                  <a:lnTo>
                    <a:pt x="3612359" y="101665"/>
                  </a:lnTo>
                  <a:lnTo>
                    <a:pt x="3613431" y="101229"/>
                  </a:lnTo>
                  <a:lnTo>
                    <a:pt x="3614502" y="100794"/>
                  </a:lnTo>
                  <a:lnTo>
                    <a:pt x="3615574" y="100358"/>
                  </a:lnTo>
                  <a:lnTo>
                    <a:pt x="3616645" y="99922"/>
                  </a:lnTo>
                  <a:lnTo>
                    <a:pt x="3617717" y="99486"/>
                  </a:lnTo>
                  <a:lnTo>
                    <a:pt x="3618789" y="99050"/>
                  </a:lnTo>
                  <a:lnTo>
                    <a:pt x="3619860" y="98613"/>
                  </a:lnTo>
                  <a:lnTo>
                    <a:pt x="3620932" y="98177"/>
                  </a:lnTo>
                  <a:lnTo>
                    <a:pt x="3622003" y="97741"/>
                  </a:lnTo>
                  <a:lnTo>
                    <a:pt x="3623075" y="97304"/>
                  </a:lnTo>
                  <a:lnTo>
                    <a:pt x="3624147" y="96868"/>
                  </a:lnTo>
                  <a:lnTo>
                    <a:pt x="3625218" y="96431"/>
                  </a:lnTo>
                  <a:lnTo>
                    <a:pt x="3626290" y="95994"/>
                  </a:lnTo>
                  <a:lnTo>
                    <a:pt x="3627361" y="95557"/>
                  </a:lnTo>
                  <a:lnTo>
                    <a:pt x="3628433" y="95120"/>
                  </a:lnTo>
                  <a:lnTo>
                    <a:pt x="3629505" y="94683"/>
                  </a:lnTo>
                  <a:lnTo>
                    <a:pt x="3630576" y="94246"/>
                  </a:lnTo>
                  <a:lnTo>
                    <a:pt x="3631648" y="93809"/>
                  </a:lnTo>
                  <a:lnTo>
                    <a:pt x="3632719" y="93372"/>
                  </a:lnTo>
                  <a:lnTo>
                    <a:pt x="3633791" y="92934"/>
                  </a:lnTo>
                  <a:lnTo>
                    <a:pt x="3634863" y="92497"/>
                  </a:lnTo>
                  <a:lnTo>
                    <a:pt x="3635934" y="92059"/>
                  </a:lnTo>
                  <a:lnTo>
                    <a:pt x="3637006" y="91622"/>
                  </a:lnTo>
                  <a:lnTo>
                    <a:pt x="3638077" y="91184"/>
                  </a:lnTo>
                  <a:lnTo>
                    <a:pt x="3639149" y="90746"/>
                  </a:lnTo>
                  <a:lnTo>
                    <a:pt x="3640221" y="90308"/>
                  </a:lnTo>
                  <a:lnTo>
                    <a:pt x="3641292" y="89870"/>
                  </a:lnTo>
                  <a:lnTo>
                    <a:pt x="3642364" y="89432"/>
                  </a:lnTo>
                  <a:lnTo>
                    <a:pt x="3643435" y="88994"/>
                  </a:lnTo>
                  <a:lnTo>
                    <a:pt x="3644507" y="88556"/>
                  </a:lnTo>
                  <a:lnTo>
                    <a:pt x="3645579" y="88117"/>
                  </a:lnTo>
                  <a:lnTo>
                    <a:pt x="3646650" y="87679"/>
                  </a:lnTo>
                  <a:lnTo>
                    <a:pt x="3647722" y="87240"/>
                  </a:lnTo>
                  <a:lnTo>
                    <a:pt x="3648793" y="86802"/>
                  </a:lnTo>
                  <a:lnTo>
                    <a:pt x="3649865" y="86363"/>
                  </a:lnTo>
                  <a:lnTo>
                    <a:pt x="3650937" y="85924"/>
                  </a:lnTo>
                  <a:lnTo>
                    <a:pt x="3652008" y="85485"/>
                  </a:lnTo>
                  <a:lnTo>
                    <a:pt x="3653080" y="85047"/>
                  </a:lnTo>
                  <a:lnTo>
                    <a:pt x="3654151" y="84607"/>
                  </a:lnTo>
                  <a:lnTo>
                    <a:pt x="3655223" y="84168"/>
                  </a:lnTo>
                  <a:lnTo>
                    <a:pt x="3656295" y="83729"/>
                  </a:lnTo>
                  <a:lnTo>
                    <a:pt x="3657366" y="83290"/>
                  </a:lnTo>
                  <a:lnTo>
                    <a:pt x="3658438" y="82850"/>
                  </a:lnTo>
                  <a:lnTo>
                    <a:pt x="3659509" y="82411"/>
                  </a:lnTo>
                  <a:lnTo>
                    <a:pt x="3660581" y="81971"/>
                  </a:lnTo>
                  <a:lnTo>
                    <a:pt x="3661653" y="81531"/>
                  </a:lnTo>
                  <a:lnTo>
                    <a:pt x="3662724" y="81092"/>
                  </a:lnTo>
                  <a:lnTo>
                    <a:pt x="3663796" y="80652"/>
                  </a:lnTo>
                  <a:lnTo>
                    <a:pt x="3664867" y="80212"/>
                  </a:lnTo>
                  <a:lnTo>
                    <a:pt x="3665939" y="79772"/>
                  </a:lnTo>
                  <a:lnTo>
                    <a:pt x="3667011" y="79332"/>
                  </a:lnTo>
                  <a:lnTo>
                    <a:pt x="3668082" y="78891"/>
                  </a:lnTo>
                  <a:lnTo>
                    <a:pt x="3669154" y="78451"/>
                  </a:lnTo>
                  <a:lnTo>
                    <a:pt x="3670225" y="78011"/>
                  </a:lnTo>
                  <a:lnTo>
                    <a:pt x="3671297" y="77570"/>
                  </a:lnTo>
                  <a:lnTo>
                    <a:pt x="3672369" y="77130"/>
                  </a:lnTo>
                  <a:lnTo>
                    <a:pt x="3673440" y="76689"/>
                  </a:lnTo>
                  <a:lnTo>
                    <a:pt x="3674512" y="76248"/>
                  </a:lnTo>
                  <a:lnTo>
                    <a:pt x="3675583" y="75807"/>
                  </a:lnTo>
                  <a:lnTo>
                    <a:pt x="3676655" y="75366"/>
                  </a:lnTo>
                  <a:lnTo>
                    <a:pt x="3677727" y="74925"/>
                  </a:lnTo>
                  <a:lnTo>
                    <a:pt x="3678798" y="74484"/>
                  </a:lnTo>
                  <a:lnTo>
                    <a:pt x="3679870" y="74043"/>
                  </a:lnTo>
                  <a:lnTo>
                    <a:pt x="3680941" y="73602"/>
                  </a:lnTo>
                  <a:lnTo>
                    <a:pt x="3682013" y="73160"/>
                  </a:lnTo>
                  <a:lnTo>
                    <a:pt x="3683085" y="72719"/>
                  </a:lnTo>
                  <a:lnTo>
                    <a:pt x="3684156" y="72277"/>
                  </a:lnTo>
                  <a:lnTo>
                    <a:pt x="3685228" y="71836"/>
                  </a:lnTo>
                  <a:lnTo>
                    <a:pt x="3686299" y="71394"/>
                  </a:lnTo>
                  <a:lnTo>
                    <a:pt x="3687371" y="70952"/>
                  </a:lnTo>
                  <a:lnTo>
                    <a:pt x="3688443" y="70510"/>
                  </a:lnTo>
                  <a:lnTo>
                    <a:pt x="3689514" y="70068"/>
                  </a:lnTo>
                  <a:lnTo>
                    <a:pt x="3690586" y="69626"/>
                  </a:lnTo>
                  <a:lnTo>
                    <a:pt x="3691657" y="69184"/>
                  </a:lnTo>
                  <a:lnTo>
                    <a:pt x="3692729" y="68741"/>
                  </a:lnTo>
                  <a:lnTo>
                    <a:pt x="3693801" y="68299"/>
                  </a:lnTo>
                  <a:lnTo>
                    <a:pt x="3694872" y="67857"/>
                  </a:lnTo>
                  <a:lnTo>
                    <a:pt x="3695944" y="67414"/>
                  </a:lnTo>
                  <a:lnTo>
                    <a:pt x="3697015" y="66971"/>
                  </a:lnTo>
                  <a:lnTo>
                    <a:pt x="3698087" y="66529"/>
                  </a:lnTo>
                  <a:lnTo>
                    <a:pt x="3699159" y="66086"/>
                  </a:lnTo>
                  <a:lnTo>
                    <a:pt x="3700230" y="65643"/>
                  </a:lnTo>
                  <a:lnTo>
                    <a:pt x="3701302" y="65200"/>
                  </a:lnTo>
                  <a:lnTo>
                    <a:pt x="3702373" y="64757"/>
                  </a:lnTo>
                  <a:lnTo>
                    <a:pt x="3703445" y="64314"/>
                  </a:lnTo>
                  <a:lnTo>
                    <a:pt x="3704517" y="63870"/>
                  </a:lnTo>
                  <a:lnTo>
                    <a:pt x="3705588" y="63427"/>
                  </a:lnTo>
                  <a:lnTo>
                    <a:pt x="3706660" y="62983"/>
                  </a:lnTo>
                  <a:lnTo>
                    <a:pt x="3707731" y="62540"/>
                  </a:lnTo>
                  <a:lnTo>
                    <a:pt x="3708803" y="62096"/>
                  </a:lnTo>
                  <a:lnTo>
                    <a:pt x="3709875" y="61653"/>
                  </a:lnTo>
                  <a:lnTo>
                    <a:pt x="3710946" y="61209"/>
                  </a:lnTo>
                  <a:lnTo>
                    <a:pt x="3712018" y="60765"/>
                  </a:lnTo>
                  <a:lnTo>
                    <a:pt x="3713089" y="60321"/>
                  </a:lnTo>
                  <a:lnTo>
                    <a:pt x="3714161" y="59877"/>
                  </a:lnTo>
                  <a:lnTo>
                    <a:pt x="3715233" y="59433"/>
                  </a:lnTo>
                  <a:lnTo>
                    <a:pt x="3716304" y="58988"/>
                  </a:lnTo>
                  <a:lnTo>
                    <a:pt x="3717376" y="58544"/>
                  </a:lnTo>
                  <a:lnTo>
                    <a:pt x="3718447" y="58099"/>
                  </a:lnTo>
                  <a:lnTo>
                    <a:pt x="3719519" y="57655"/>
                  </a:lnTo>
                  <a:lnTo>
                    <a:pt x="3720591" y="57210"/>
                  </a:lnTo>
                  <a:lnTo>
                    <a:pt x="3721662" y="56765"/>
                  </a:lnTo>
                  <a:lnTo>
                    <a:pt x="3722734" y="56321"/>
                  </a:lnTo>
                  <a:lnTo>
                    <a:pt x="3723805" y="55876"/>
                  </a:lnTo>
                  <a:lnTo>
                    <a:pt x="3724877" y="55431"/>
                  </a:lnTo>
                  <a:lnTo>
                    <a:pt x="3725949" y="54986"/>
                  </a:lnTo>
                  <a:lnTo>
                    <a:pt x="3727020" y="54540"/>
                  </a:lnTo>
                  <a:lnTo>
                    <a:pt x="3728092" y="54095"/>
                  </a:lnTo>
                  <a:lnTo>
                    <a:pt x="3729163" y="53650"/>
                  </a:lnTo>
                  <a:lnTo>
                    <a:pt x="3730235" y="53204"/>
                  </a:lnTo>
                  <a:lnTo>
                    <a:pt x="3731306" y="52759"/>
                  </a:lnTo>
                  <a:lnTo>
                    <a:pt x="3732378" y="52313"/>
                  </a:lnTo>
                  <a:lnTo>
                    <a:pt x="3733450" y="51867"/>
                  </a:lnTo>
                  <a:lnTo>
                    <a:pt x="3734521" y="51422"/>
                  </a:lnTo>
                  <a:lnTo>
                    <a:pt x="3735593" y="50976"/>
                  </a:lnTo>
                  <a:lnTo>
                    <a:pt x="3736664" y="50530"/>
                  </a:lnTo>
                  <a:lnTo>
                    <a:pt x="3737736" y="50084"/>
                  </a:lnTo>
                  <a:lnTo>
                    <a:pt x="3738808" y="49638"/>
                  </a:lnTo>
                  <a:lnTo>
                    <a:pt x="3739879" y="49191"/>
                  </a:lnTo>
                  <a:lnTo>
                    <a:pt x="3740951" y="48745"/>
                  </a:lnTo>
                  <a:lnTo>
                    <a:pt x="3742022" y="48298"/>
                  </a:lnTo>
                  <a:lnTo>
                    <a:pt x="3743094" y="47852"/>
                  </a:lnTo>
                  <a:lnTo>
                    <a:pt x="3744166" y="47405"/>
                  </a:lnTo>
                  <a:lnTo>
                    <a:pt x="3745237" y="46959"/>
                  </a:lnTo>
                  <a:lnTo>
                    <a:pt x="3746309" y="46512"/>
                  </a:lnTo>
                  <a:lnTo>
                    <a:pt x="3747380" y="46065"/>
                  </a:lnTo>
                  <a:lnTo>
                    <a:pt x="3748452" y="45618"/>
                  </a:lnTo>
                  <a:lnTo>
                    <a:pt x="3749524" y="45171"/>
                  </a:lnTo>
                  <a:lnTo>
                    <a:pt x="3750595" y="44724"/>
                  </a:lnTo>
                  <a:lnTo>
                    <a:pt x="3751667" y="44276"/>
                  </a:lnTo>
                  <a:lnTo>
                    <a:pt x="3752738" y="43829"/>
                  </a:lnTo>
                  <a:lnTo>
                    <a:pt x="3753810" y="43381"/>
                  </a:lnTo>
                  <a:lnTo>
                    <a:pt x="3754882" y="42934"/>
                  </a:lnTo>
                  <a:lnTo>
                    <a:pt x="3755953" y="42486"/>
                  </a:lnTo>
                  <a:lnTo>
                    <a:pt x="3757025" y="42039"/>
                  </a:lnTo>
                  <a:lnTo>
                    <a:pt x="3758096" y="41591"/>
                  </a:lnTo>
                  <a:lnTo>
                    <a:pt x="3759168" y="41143"/>
                  </a:lnTo>
                  <a:lnTo>
                    <a:pt x="3760240" y="40695"/>
                  </a:lnTo>
                  <a:lnTo>
                    <a:pt x="3761311" y="40247"/>
                  </a:lnTo>
                  <a:lnTo>
                    <a:pt x="3762383" y="39799"/>
                  </a:lnTo>
                  <a:lnTo>
                    <a:pt x="3763454" y="39350"/>
                  </a:lnTo>
                  <a:lnTo>
                    <a:pt x="3764526" y="38902"/>
                  </a:lnTo>
                  <a:lnTo>
                    <a:pt x="3765598" y="38453"/>
                  </a:lnTo>
                  <a:lnTo>
                    <a:pt x="3766669" y="38005"/>
                  </a:lnTo>
                  <a:lnTo>
                    <a:pt x="3767741" y="37556"/>
                  </a:lnTo>
                  <a:lnTo>
                    <a:pt x="3768812" y="37108"/>
                  </a:lnTo>
                  <a:lnTo>
                    <a:pt x="3769884" y="36659"/>
                  </a:lnTo>
                  <a:lnTo>
                    <a:pt x="3770956" y="36210"/>
                  </a:lnTo>
                  <a:lnTo>
                    <a:pt x="3772027" y="35761"/>
                  </a:lnTo>
                  <a:lnTo>
                    <a:pt x="3773099" y="35312"/>
                  </a:lnTo>
                  <a:lnTo>
                    <a:pt x="3774170" y="34863"/>
                  </a:lnTo>
                  <a:lnTo>
                    <a:pt x="3775242" y="34413"/>
                  </a:lnTo>
                  <a:lnTo>
                    <a:pt x="3776314" y="33964"/>
                  </a:lnTo>
                  <a:lnTo>
                    <a:pt x="3777385" y="33514"/>
                  </a:lnTo>
                  <a:lnTo>
                    <a:pt x="3778457" y="33065"/>
                  </a:lnTo>
                  <a:lnTo>
                    <a:pt x="3779528" y="32615"/>
                  </a:lnTo>
                  <a:lnTo>
                    <a:pt x="3780600" y="32166"/>
                  </a:lnTo>
                  <a:lnTo>
                    <a:pt x="3781672" y="31716"/>
                  </a:lnTo>
                  <a:lnTo>
                    <a:pt x="3782743" y="31266"/>
                  </a:lnTo>
                  <a:lnTo>
                    <a:pt x="3783815" y="30816"/>
                  </a:lnTo>
                  <a:lnTo>
                    <a:pt x="3784886" y="30366"/>
                  </a:lnTo>
                  <a:lnTo>
                    <a:pt x="3785958" y="29916"/>
                  </a:lnTo>
                  <a:lnTo>
                    <a:pt x="3787030" y="29465"/>
                  </a:lnTo>
                  <a:lnTo>
                    <a:pt x="3788101" y="29015"/>
                  </a:lnTo>
                  <a:lnTo>
                    <a:pt x="3789173" y="28564"/>
                  </a:lnTo>
                  <a:lnTo>
                    <a:pt x="3790244" y="28114"/>
                  </a:lnTo>
                  <a:lnTo>
                    <a:pt x="3791316" y="27663"/>
                  </a:lnTo>
                  <a:lnTo>
                    <a:pt x="3792388" y="27212"/>
                  </a:lnTo>
                  <a:lnTo>
                    <a:pt x="3793459" y="26762"/>
                  </a:lnTo>
                  <a:lnTo>
                    <a:pt x="3794531" y="26311"/>
                  </a:lnTo>
                  <a:lnTo>
                    <a:pt x="3795602" y="25860"/>
                  </a:lnTo>
                  <a:lnTo>
                    <a:pt x="3796674" y="25409"/>
                  </a:lnTo>
                  <a:lnTo>
                    <a:pt x="3797746" y="24957"/>
                  </a:lnTo>
                  <a:lnTo>
                    <a:pt x="3798817" y="24506"/>
                  </a:lnTo>
                  <a:lnTo>
                    <a:pt x="3799889" y="24055"/>
                  </a:lnTo>
                  <a:lnTo>
                    <a:pt x="3800960" y="23603"/>
                  </a:lnTo>
                  <a:lnTo>
                    <a:pt x="3802032" y="23152"/>
                  </a:lnTo>
                  <a:lnTo>
                    <a:pt x="3803104" y="22700"/>
                  </a:lnTo>
                  <a:lnTo>
                    <a:pt x="3804175" y="22248"/>
                  </a:lnTo>
                  <a:lnTo>
                    <a:pt x="3805247" y="21796"/>
                  </a:lnTo>
                  <a:lnTo>
                    <a:pt x="3806318" y="21344"/>
                  </a:lnTo>
                  <a:lnTo>
                    <a:pt x="3807390" y="20892"/>
                  </a:lnTo>
                  <a:lnTo>
                    <a:pt x="3808462" y="20440"/>
                  </a:lnTo>
                  <a:lnTo>
                    <a:pt x="3809533" y="19988"/>
                  </a:lnTo>
                  <a:lnTo>
                    <a:pt x="3810605" y="19536"/>
                  </a:lnTo>
                  <a:lnTo>
                    <a:pt x="3811676" y="19083"/>
                  </a:lnTo>
                  <a:lnTo>
                    <a:pt x="3812748" y="18631"/>
                  </a:lnTo>
                  <a:lnTo>
                    <a:pt x="3813820" y="18178"/>
                  </a:lnTo>
                  <a:lnTo>
                    <a:pt x="3814891" y="17726"/>
                  </a:lnTo>
                  <a:lnTo>
                    <a:pt x="3815963" y="17273"/>
                  </a:lnTo>
                  <a:lnTo>
                    <a:pt x="3817034" y="16820"/>
                  </a:lnTo>
                  <a:lnTo>
                    <a:pt x="3818106" y="16367"/>
                  </a:lnTo>
                  <a:lnTo>
                    <a:pt x="3819178" y="15914"/>
                  </a:lnTo>
                  <a:lnTo>
                    <a:pt x="3820249" y="15461"/>
                  </a:lnTo>
                  <a:lnTo>
                    <a:pt x="3821321" y="15008"/>
                  </a:lnTo>
                  <a:lnTo>
                    <a:pt x="3822392" y="14554"/>
                  </a:lnTo>
                  <a:lnTo>
                    <a:pt x="3823464" y="14101"/>
                  </a:lnTo>
                  <a:lnTo>
                    <a:pt x="3824536" y="13647"/>
                  </a:lnTo>
                  <a:lnTo>
                    <a:pt x="3825607" y="13194"/>
                  </a:lnTo>
                  <a:lnTo>
                    <a:pt x="3826679" y="12740"/>
                  </a:lnTo>
                  <a:lnTo>
                    <a:pt x="3827750" y="12286"/>
                  </a:lnTo>
                  <a:lnTo>
                    <a:pt x="3828822" y="11833"/>
                  </a:lnTo>
                  <a:lnTo>
                    <a:pt x="3829894" y="11379"/>
                  </a:lnTo>
                  <a:lnTo>
                    <a:pt x="3830965" y="10925"/>
                  </a:lnTo>
                  <a:lnTo>
                    <a:pt x="3832037" y="10470"/>
                  </a:lnTo>
                  <a:lnTo>
                    <a:pt x="3833108" y="10016"/>
                  </a:lnTo>
                  <a:lnTo>
                    <a:pt x="3834180" y="9562"/>
                  </a:lnTo>
                  <a:lnTo>
                    <a:pt x="3835252" y="9107"/>
                  </a:lnTo>
                  <a:lnTo>
                    <a:pt x="3836323" y="8653"/>
                  </a:lnTo>
                  <a:lnTo>
                    <a:pt x="3837395" y="8198"/>
                  </a:lnTo>
                  <a:lnTo>
                    <a:pt x="3838466" y="7744"/>
                  </a:lnTo>
                  <a:lnTo>
                    <a:pt x="3839538" y="7289"/>
                  </a:lnTo>
                  <a:lnTo>
                    <a:pt x="3840610" y="6834"/>
                  </a:lnTo>
                  <a:lnTo>
                    <a:pt x="3841681" y="6379"/>
                  </a:lnTo>
                  <a:lnTo>
                    <a:pt x="3842753" y="5924"/>
                  </a:lnTo>
                  <a:lnTo>
                    <a:pt x="3843824" y="5469"/>
                  </a:lnTo>
                  <a:lnTo>
                    <a:pt x="3844896" y="5013"/>
                  </a:lnTo>
                  <a:lnTo>
                    <a:pt x="3845968" y="4558"/>
                  </a:lnTo>
                  <a:lnTo>
                    <a:pt x="3847039" y="4103"/>
                  </a:lnTo>
                  <a:lnTo>
                    <a:pt x="3848111" y="3647"/>
                  </a:lnTo>
                  <a:lnTo>
                    <a:pt x="3849182" y="3191"/>
                  </a:lnTo>
                  <a:lnTo>
                    <a:pt x="3850254" y="2736"/>
                  </a:lnTo>
                  <a:lnTo>
                    <a:pt x="3851326" y="2280"/>
                  </a:lnTo>
                  <a:lnTo>
                    <a:pt x="3852397" y="1824"/>
                  </a:lnTo>
                  <a:lnTo>
                    <a:pt x="3853469" y="1368"/>
                  </a:lnTo>
                  <a:lnTo>
                    <a:pt x="3854540" y="912"/>
                  </a:lnTo>
                  <a:lnTo>
                    <a:pt x="3855612" y="456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684231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x32"/>
            <p:cNvSpPr/>
            <p:nvPr/>
          </p:nvSpPr>
          <p:spPr>
            <a:xfrm>
              <a:off x="877065" y="386610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77065" y="646782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x35"/>
            <p:cNvSpPr/>
            <p:nvPr/>
          </p:nvSpPr>
          <p:spPr>
            <a:xfrm>
              <a:off x="443933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43933" y="2342954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43933" y="180871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43933" y="1274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43933" y="7402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43933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2.5</a:t>
              </a:r>
            </a:p>
          </p:txBody>
        </p:sp>
        <p:sp>
          <p:nvSpPr>
            <p:cNvPr id="41" name="pl41"/>
            <p:cNvSpPr/>
            <p:nvPr/>
          </p:nvSpPr>
          <p:spPr>
            <a:xfrm>
              <a:off x="649437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649437" y="23900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649437" y="18557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649437" y="1321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649437" y="7872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649437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15796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27922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40048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tx50"/>
            <p:cNvSpPr/>
            <p:nvPr/>
          </p:nvSpPr>
          <p:spPr>
            <a:xfrm>
              <a:off x="15441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8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567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9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933795" y="2986867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455891" y="3239309"/>
              <a:ext cx="31336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4" name="rc54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034264" y="2657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5034264" y="212288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5034264" y="105440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5034264" y="52016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542570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6572412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7719115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886581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5034264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5034264" y="239000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5034264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5034264" y="1321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5034264" y="78728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5034264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5999061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714576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8292467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5034264" y="316305"/>
              <a:ext cx="3856684" cy="2460128"/>
            </a:xfrm>
            <a:custGeom>
              <a:avLst/>
              <a:gdLst/>
              <a:ahLst/>
              <a:cxnLst/>
              <a:rect l="0" t="0" r="0" b="0"/>
              <a:pathLst>
                <a:path w="3856684" h="2460128">
                  <a:moveTo>
                    <a:pt x="0" y="2317146"/>
                  </a:moveTo>
                  <a:lnTo>
                    <a:pt x="1071" y="2316953"/>
                  </a:lnTo>
                  <a:lnTo>
                    <a:pt x="2143" y="2316760"/>
                  </a:lnTo>
                  <a:lnTo>
                    <a:pt x="3214" y="2316567"/>
                  </a:lnTo>
                  <a:lnTo>
                    <a:pt x="4286" y="2316373"/>
                  </a:lnTo>
                  <a:lnTo>
                    <a:pt x="5357" y="2316180"/>
                  </a:lnTo>
                  <a:lnTo>
                    <a:pt x="6429" y="2315986"/>
                  </a:lnTo>
                  <a:lnTo>
                    <a:pt x="7501" y="2315792"/>
                  </a:lnTo>
                  <a:lnTo>
                    <a:pt x="8572" y="2315598"/>
                  </a:lnTo>
                  <a:lnTo>
                    <a:pt x="9644" y="2315403"/>
                  </a:lnTo>
                  <a:lnTo>
                    <a:pt x="10715" y="2315209"/>
                  </a:lnTo>
                  <a:lnTo>
                    <a:pt x="11787" y="2315014"/>
                  </a:lnTo>
                  <a:lnTo>
                    <a:pt x="12859" y="2314820"/>
                  </a:lnTo>
                  <a:lnTo>
                    <a:pt x="13930" y="2314625"/>
                  </a:lnTo>
                  <a:lnTo>
                    <a:pt x="15002" y="2314430"/>
                  </a:lnTo>
                  <a:lnTo>
                    <a:pt x="16073" y="2314235"/>
                  </a:lnTo>
                  <a:lnTo>
                    <a:pt x="17145" y="2314039"/>
                  </a:lnTo>
                  <a:lnTo>
                    <a:pt x="18217" y="2313844"/>
                  </a:lnTo>
                  <a:lnTo>
                    <a:pt x="19288" y="2313648"/>
                  </a:lnTo>
                  <a:lnTo>
                    <a:pt x="20360" y="2313453"/>
                  </a:lnTo>
                  <a:lnTo>
                    <a:pt x="21431" y="2313257"/>
                  </a:lnTo>
                  <a:lnTo>
                    <a:pt x="22503" y="2313061"/>
                  </a:lnTo>
                  <a:lnTo>
                    <a:pt x="23575" y="2312865"/>
                  </a:lnTo>
                  <a:lnTo>
                    <a:pt x="24646" y="2312668"/>
                  </a:lnTo>
                  <a:lnTo>
                    <a:pt x="25718" y="2312472"/>
                  </a:lnTo>
                  <a:lnTo>
                    <a:pt x="26789" y="2312275"/>
                  </a:lnTo>
                  <a:lnTo>
                    <a:pt x="27861" y="2312078"/>
                  </a:lnTo>
                  <a:lnTo>
                    <a:pt x="28933" y="2311882"/>
                  </a:lnTo>
                  <a:lnTo>
                    <a:pt x="30004" y="2311684"/>
                  </a:lnTo>
                  <a:lnTo>
                    <a:pt x="31076" y="2311487"/>
                  </a:lnTo>
                  <a:lnTo>
                    <a:pt x="32147" y="2311290"/>
                  </a:lnTo>
                  <a:lnTo>
                    <a:pt x="33219" y="2311092"/>
                  </a:lnTo>
                  <a:lnTo>
                    <a:pt x="34291" y="2310895"/>
                  </a:lnTo>
                  <a:lnTo>
                    <a:pt x="35362" y="2310697"/>
                  </a:lnTo>
                  <a:lnTo>
                    <a:pt x="36434" y="2310499"/>
                  </a:lnTo>
                  <a:lnTo>
                    <a:pt x="37505" y="2310301"/>
                  </a:lnTo>
                  <a:lnTo>
                    <a:pt x="38577" y="2310102"/>
                  </a:lnTo>
                  <a:lnTo>
                    <a:pt x="39649" y="2309904"/>
                  </a:lnTo>
                  <a:lnTo>
                    <a:pt x="40720" y="2309705"/>
                  </a:lnTo>
                  <a:lnTo>
                    <a:pt x="41792" y="2309507"/>
                  </a:lnTo>
                  <a:lnTo>
                    <a:pt x="42863" y="2309308"/>
                  </a:lnTo>
                  <a:lnTo>
                    <a:pt x="43935" y="2309109"/>
                  </a:lnTo>
                  <a:lnTo>
                    <a:pt x="45007" y="2308910"/>
                  </a:lnTo>
                  <a:lnTo>
                    <a:pt x="46078" y="2308710"/>
                  </a:lnTo>
                  <a:lnTo>
                    <a:pt x="47150" y="2308511"/>
                  </a:lnTo>
                  <a:lnTo>
                    <a:pt x="48221" y="2308311"/>
                  </a:lnTo>
                  <a:lnTo>
                    <a:pt x="49293" y="2308111"/>
                  </a:lnTo>
                  <a:lnTo>
                    <a:pt x="50365" y="2307911"/>
                  </a:lnTo>
                  <a:lnTo>
                    <a:pt x="51436" y="2307711"/>
                  </a:lnTo>
                  <a:lnTo>
                    <a:pt x="52508" y="2307511"/>
                  </a:lnTo>
                  <a:lnTo>
                    <a:pt x="53579" y="2307310"/>
                  </a:lnTo>
                  <a:lnTo>
                    <a:pt x="54651" y="2307110"/>
                  </a:lnTo>
                  <a:lnTo>
                    <a:pt x="55723" y="2306909"/>
                  </a:lnTo>
                  <a:lnTo>
                    <a:pt x="56794" y="2306708"/>
                  </a:lnTo>
                  <a:lnTo>
                    <a:pt x="57866" y="2306507"/>
                  </a:lnTo>
                  <a:lnTo>
                    <a:pt x="58937" y="2306306"/>
                  </a:lnTo>
                  <a:lnTo>
                    <a:pt x="60009" y="2306105"/>
                  </a:lnTo>
                  <a:lnTo>
                    <a:pt x="61081" y="2305903"/>
                  </a:lnTo>
                  <a:lnTo>
                    <a:pt x="62152" y="2305701"/>
                  </a:lnTo>
                  <a:lnTo>
                    <a:pt x="63224" y="2305500"/>
                  </a:lnTo>
                  <a:lnTo>
                    <a:pt x="64295" y="2305298"/>
                  </a:lnTo>
                  <a:lnTo>
                    <a:pt x="65367" y="2305095"/>
                  </a:lnTo>
                  <a:lnTo>
                    <a:pt x="66439" y="2304893"/>
                  </a:lnTo>
                  <a:lnTo>
                    <a:pt x="67510" y="2304691"/>
                  </a:lnTo>
                  <a:lnTo>
                    <a:pt x="68582" y="2304488"/>
                  </a:lnTo>
                  <a:lnTo>
                    <a:pt x="69653" y="2304285"/>
                  </a:lnTo>
                  <a:lnTo>
                    <a:pt x="70725" y="2304082"/>
                  </a:lnTo>
                  <a:lnTo>
                    <a:pt x="71797" y="2303879"/>
                  </a:lnTo>
                  <a:lnTo>
                    <a:pt x="72868" y="2303676"/>
                  </a:lnTo>
                  <a:lnTo>
                    <a:pt x="73940" y="2303473"/>
                  </a:lnTo>
                  <a:lnTo>
                    <a:pt x="75011" y="2303269"/>
                  </a:lnTo>
                  <a:lnTo>
                    <a:pt x="76083" y="2303065"/>
                  </a:lnTo>
                  <a:lnTo>
                    <a:pt x="77155" y="2302861"/>
                  </a:lnTo>
                  <a:lnTo>
                    <a:pt x="78226" y="2302657"/>
                  </a:lnTo>
                  <a:lnTo>
                    <a:pt x="79298" y="2302453"/>
                  </a:lnTo>
                  <a:lnTo>
                    <a:pt x="80369" y="2302249"/>
                  </a:lnTo>
                  <a:lnTo>
                    <a:pt x="81441" y="2302044"/>
                  </a:lnTo>
                  <a:lnTo>
                    <a:pt x="82513" y="2301840"/>
                  </a:lnTo>
                  <a:lnTo>
                    <a:pt x="83584" y="2301635"/>
                  </a:lnTo>
                  <a:lnTo>
                    <a:pt x="84656" y="2301430"/>
                  </a:lnTo>
                  <a:lnTo>
                    <a:pt x="85727" y="2301224"/>
                  </a:lnTo>
                  <a:lnTo>
                    <a:pt x="86799" y="2301019"/>
                  </a:lnTo>
                  <a:lnTo>
                    <a:pt x="87871" y="2300814"/>
                  </a:lnTo>
                  <a:lnTo>
                    <a:pt x="88942" y="2300608"/>
                  </a:lnTo>
                  <a:lnTo>
                    <a:pt x="90014" y="2300402"/>
                  </a:lnTo>
                  <a:lnTo>
                    <a:pt x="91085" y="2300196"/>
                  </a:lnTo>
                  <a:lnTo>
                    <a:pt x="92157" y="2299990"/>
                  </a:lnTo>
                  <a:lnTo>
                    <a:pt x="93229" y="2299784"/>
                  </a:lnTo>
                  <a:lnTo>
                    <a:pt x="94300" y="2299577"/>
                  </a:lnTo>
                  <a:lnTo>
                    <a:pt x="95372" y="2299371"/>
                  </a:lnTo>
                  <a:lnTo>
                    <a:pt x="96443" y="2299164"/>
                  </a:lnTo>
                  <a:lnTo>
                    <a:pt x="97515" y="2298957"/>
                  </a:lnTo>
                  <a:lnTo>
                    <a:pt x="98587" y="2298750"/>
                  </a:lnTo>
                  <a:lnTo>
                    <a:pt x="99658" y="2298542"/>
                  </a:lnTo>
                  <a:lnTo>
                    <a:pt x="100730" y="2298335"/>
                  </a:lnTo>
                  <a:lnTo>
                    <a:pt x="101801" y="2298127"/>
                  </a:lnTo>
                  <a:lnTo>
                    <a:pt x="102873" y="2297920"/>
                  </a:lnTo>
                  <a:lnTo>
                    <a:pt x="103945" y="2297712"/>
                  </a:lnTo>
                  <a:lnTo>
                    <a:pt x="105016" y="2297504"/>
                  </a:lnTo>
                  <a:lnTo>
                    <a:pt x="106088" y="2297295"/>
                  </a:lnTo>
                  <a:lnTo>
                    <a:pt x="107159" y="2297087"/>
                  </a:lnTo>
                  <a:lnTo>
                    <a:pt x="108231" y="2296878"/>
                  </a:lnTo>
                  <a:lnTo>
                    <a:pt x="109303" y="2296669"/>
                  </a:lnTo>
                  <a:lnTo>
                    <a:pt x="110374" y="2296460"/>
                  </a:lnTo>
                  <a:lnTo>
                    <a:pt x="111446" y="2296251"/>
                  </a:lnTo>
                  <a:lnTo>
                    <a:pt x="112517" y="2296042"/>
                  </a:lnTo>
                  <a:lnTo>
                    <a:pt x="113589" y="2295833"/>
                  </a:lnTo>
                  <a:lnTo>
                    <a:pt x="114661" y="2295623"/>
                  </a:lnTo>
                  <a:lnTo>
                    <a:pt x="115732" y="2295413"/>
                  </a:lnTo>
                  <a:lnTo>
                    <a:pt x="116804" y="2295203"/>
                  </a:lnTo>
                  <a:lnTo>
                    <a:pt x="117875" y="2294993"/>
                  </a:lnTo>
                  <a:lnTo>
                    <a:pt x="118947" y="2294783"/>
                  </a:lnTo>
                  <a:lnTo>
                    <a:pt x="120019" y="2294572"/>
                  </a:lnTo>
                  <a:lnTo>
                    <a:pt x="121090" y="2294362"/>
                  </a:lnTo>
                  <a:lnTo>
                    <a:pt x="122162" y="2294151"/>
                  </a:lnTo>
                  <a:lnTo>
                    <a:pt x="123233" y="2293940"/>
                  </a:lnTo>
                  <a:lnTo>
                    <a:pt x="124305" y="2293729"/>
                  </a:lnTo>
                  <a:lnTo>
                    <a:pt x="125377" y="2293517"/>
                  </a:lnTo>
                  <a:lnTo>
                    <a:pt x="126448" y="2293306"/>
                  </a:lnTo>
                  <a:lnTo>
                    <a:pt x="127520" y="2293094"/>
                  </a:lnTo>
                  <a:lnTo>
                    <a:pt x="128591" y="2292882"/>
                  </a:lnTo>
                  <a:lnTo>
                    <a:pt x="129663" y="2292670"/>
                  </a:lnTo>
                  <a:lnTo>
                    <a:pt x="130735" y="2292458"/>
                  </a:lnTo>
                  <a:lnTo>
                    <a:pt x="131806" y="2292246"/>
                  </a:lnTo>
                  <a:lnTo>
                    <a:pt x="132878" y="2292033"/>
                  </a:lnTo>
                  <a:lnTo>
                    <a:pt x="133949" y="2291821"/>
                  </a:lnTo>
                  <a:lnTo>
                    <a:pt x="135021" y="2291608"/>
                  </a:lnTo>
                  <a:lnTo>
                    <a:pt x="136093" y="2291395"/>
                  </a:lnTo>
                  <a:lnTo>
                    <a:pt x="137164" y="2291182"/>
                  </a:lnTo>
                  <a:lnTo>
                    <a:pt x="138236" y="2290968"/>
                  </a:lnTo>
                  <a:lnTo>
                    <a:pt x="139307" y="2290755"/>
                  </a:lnTo>
                  <a:lnTo>
                    <a:pt x="140379" y="2290541"/>
                  </a:lnTo>
                  <a:lnTo>
                    <a:pt x="141451" y="2290327"/>
                  </a:lnTo>
                  <a:lnTo>
                    <a:pt x="142522" y="2290113"/>
                  </a:lnTo>
                  <a:lnTo>
                    <a:pt x="143594" y="2289899"/>
                  </a:lnTo>
                  <a:lnTo>
                    <a:pt x="144665" y="2289684"/>
                  </a:lnTo>
                  <a:lnTo>
                    <a:pt x="145737" y="2289470"/>
                  </a:lnTo>
                  <a:lnTo>
                    <a:pt x="146809" y="2289255"/>
                  </a:lnTo>
                  <a:lnTo>
                    <a:pt x="147880" y="2289040"/>
                  </a:lnTo>
                  <a:lnTo>
                    <a:pt x="148952" y="2288825"/>
                  </a:lnTo>
                  <a:lnTo>
                    <a:pt x="150023" y="2288609"/>
                  </a:lnTo>
                  <a:lnTo>
                    <a:pt x="151095" y="2288394"/>
                  </a:lnTo>
                  <a:lnTo>
                    <a:pt x="152167" y="2288178"/>
                  </a:lnTo>
                  <a:lnTo>
                    <a:pt x="153238" y="2287962"/>
                  </a:lnTo>
                  <a:lnTo>
                    <a:pt x="154310" y="2287746"/>
                  </a:lnTo>
                  <a:lnTo>
                    <a:pt x="155381" y="2287530"/>
                  </a:lnTo>
                  <a:lnTo>
                    <a:pt x="156453" y="2287314"/>
                  </a:lnTo>
                  <a:lnTo>
                    <a:pt x="157525" y="2287097"/>
                  </a:lnTo>
                  <a:lnTo>
                    <a:pt x="158596" y="2286880"/>
                  </a:lnTo>
                  <a:lnTo>
                    <a:pt x="159668" y="2286663"/>
                  </a:lnTo>
                  <a:lnTo>
                    <a:pt x="160739" y="2286446"/>
                  </a:lnTo>
                  <a:lnTo>
                    <a:pt x="161811" y="2286229"/>
                  </a:lnTo>
                  <a:lnTo>
                    <a:pt x="162883" y="2286012"/>
                  </a:lnTo>
                  <a:lnTo>
                    <a:pt x="163954" y="2285794"/>
                  </a:lnTo>
                  <a:lnTo>
                    <a:pt x="165026" y="2285576"/>
                  </a:lnTo>
                  <a:lnTo>
                    <a:pt x="166097" y="2285358"/>
                  </a:lnTo>
                  <a:lnTo>
                    <a:pt x="167169" y="2285140"/>
                  </a:lnTo>
                  <a:lnTo>
                    <a:pt x="168241" y="2284921"/>
                  </a:lnTo>
                  <a:lnTo>
                    <a:pt x="169312" y="2284703"/>
                  </a:lnTo>
                  <a:lnTo>
                    <a:pt x="170384" y="2284484"/>
                  </a:lnTo>
                  <a:lnTo>
                    <a:pt x="171455" y="2284265"/>
                  </a:lnTo>
                  <a:lnTo>
                    <a:pt x="172527" y="2284046"/>
                  </a:lnTo>
                  <a:lnTo>
                    <a:pt x="173599" y="2283827"/>
                  </a:lnTo>
                  <a:lnTo>
                    <a:pt x="174670" y="2283607"/>
                  </a:lnTo>
                  <a:lnTo>
                    <a:pt x="175742" y="2283388"/>
                  </a:lnTo>
                  <a:lnTo>
                    <a:pt x="176813" y="2283168"/>
                  </a:lnTo>
                  <a:lnTo>
                    <a:pt x="177885" y="2282948"/>
                  </a:lnTo>
                  <a:lnTo>
                    <a:pt x="178956" y="2282728"/>
                  </a:lnTo>
                  <a:lnTo>
                    <a:pt x="180028" y="2282507"/>
                  </a:lnTo>
                  <a:lnTo>
                    <a:pt x="181100" y="2282287"/>
                  </a:lnTo>
                  <a:lnTo>
                    <a:pt x="182171" y="2282066"/>
                  </a:lnTo>
                  <a:lnTo>
                    <a:pt x="183243" y="2281845"/>
                  </a:lnTo>
                  <a:lnTo>
                    <a:pt x="184314" y="2281624"/>
                  </a:lnTo>
                  <a:lnTo>
                    <a:pt x="185386" y="2281402"/>
                  </a:lnTo>
                  <a:lnTo>
                    <a:pt x="186458" y="2281181"/>
                  </a:lnTo>
                  <a:lnTo>
                    <a:pt x="187529" y="2280959"/>
                  </a:lnTo>
                  <a:lnTo>
                    <a:pt x="188601" y="2280737"/>
                  </a:lnTo>
                  <a:lnTo>
                    <a:pt x="189672" y="2280515"/>
                  </a:lnTo>
                  <a:lnTo>
                    <a:pt x="190744" y="2280293"/>
                  </a:lnTo>
                  <a:lnTo>
                    <a:pt x="191816" y="2280070"/>
                  </a:lnTo>
                  <a:lnTo>
                    <a:pt x="192887" y="2279848"/>
                  </a:lnTo>
                  <a:lnTo>
                    <a:pt x="193959" y="2279625"/>
                  </a:lnTo>
                  <a:lnTo>
                    <a:pt x="195030" y="2279402"/>
                  </a:lnTo>
                  <a:lnTo>
                    <a:pt x="196102" y="2279178"/>
                  </a:lnTo>
                  <a:lnTo>
                    <a:pt x="197174" y="2278955"/>
                  </a:lnTo>
                  <a:lnTo>
                    <a:pt x="198245" y="2278731"/>
                  </a:lnTo>
                  <a:lnTo>
                    <a:pt x="199317" y="2278507"/>
                  </a:lnTo>
                  <a:lnTo>
                    <a:pt x="200388" y="2278283"/>
                  </a:lnTo>
                  <a:lnTo>
                    <a:pt x="201460" y="2278059"/>
                  </a:lnTo>
                  <a:lnTo>
                    <a:pt x="202532" y="2277835"/>
                  </a:lnTo>
                  <a:lnTo>
                    <a:pt x="203603" y="2277610"/>
                  </a:lnTo>
                  <a:lnTo>
                    <a:pt x="204675" y="2277385"/>
                  </a:lnTo>
                  <a:lnTo>
                    <a:pt x="205746" y="2277160"/>
                  </a:lnTo>
                  <a:lnTo>
                    <a:pt x="206818" y="2276935"/>
                  </a:lnTo>
                  <a:lnTo>
                    <a:pt x="207890" y="2276710"/>
                  </a:lnTo>
                  <a:lnTo>
                    <a:pt x="208961" y="2276484"/>
                  </a:lnTo>
                  <a:lnTo>
                    <a:pt x="210033" y="2276259"/>
                  </a:lnTo>
                  <a:lnTo>
                    <a:pt x="211104" y="2276033"/>
                  </a:lnTo>
                  <a:lnTo>
                    <a:pt x="212176" y="2275806"/>
                  </a:lnTo>
                  <a:lnTo>
                    <a:pt x="213248" y="2275580"/>
                  </a:lnTo>
                  <a:lnTo>
                    <a:pt x="214319" y="2275353"/>
                  </a:lnTo>
                  <a:lnTo>
                    <a:pt x="215391" y="2275127"/>
                  </a:lnTo>
                  <a:lnTo>
                    <a:pt x="216462" y="2274900"/>
                  </a:lnTo>
                  <a:lnTo>
                    <a:pt x="217534" y="2274673"/>
                  </a:lnTo>
                  <a:lnTo>
                    <a:pt x="218606" y="2274445"/>
                  </a:lnTo>
                  <a:lnTo>
                    <a:pt x="219677" y="2274218"/>
                  </a:lnTo>
                  <a:lnTo>
                    <a:pt x="220749" y="2273990"/>
                  </a:lnTo>
                  <a:lnTo>
                    <a:pt x="221820" y="2273762"/>
                  </a:lnTo>
                  <a:lnTo>
                    <a:pt x="222892" y="2273534"/>
                  </a:lnTo>
                  <a:lnTo>
                    <a:pt x="223964" y="2273305"/>
                  </a:lnTo>
                  <a:lnTo>
                    <a:pt x="225035" y="2273077"/>
                  </a:lnTo>
                  <a:lnTo>
                    <a:pt x="226107" y="2272848"/>
                  </a:lnTo>
                  <a:lnTo>
                    <a:pt x="227178" y="2272619"/>
                  </a:lnTo>
                  <a:lnTo>
                    <a:pt x="228250" y="2272390"/>
                  </a:lnTo>
                  <a:lnTo>
                    <a:pt x="229322" y="2272161"/>
                  </a:lnTo>
                  <a:lnTo>
                    <a:pt x="230393" y="2271931"/>
                  </a:lnTo>
                  <a:lnTo>
                    <a:pt x="231465" y="2271701"/>
                  </a:lnTo>
                  <a:lnTo>
                    <a:pt x="232536" y="2271471"/>
                  </a:lnTo>
                  <a:lnTo>
                    <a:pt x="233608" y="2271241"/>
                  </a:lnTo>
                  <a:lnTo>
                    <a:pt x="234680" y="2271011"/>
                  </a:lnTo>
                  <a:lnTo>
                    <a:pt x="235751" y="2270780"/>
                  </a:lnTo>
                  <a:lnTo>
                    <a:pt x="236823" y="2270549"/>
                  </a:lnTo>
                  <a:lnTo>
                    <a:pt x="237894" y="2270318"/>
                  </a:lnTo>
                  <a:lnTo>
                    <a:pt x="238966" y="2270087"/>
                  </a:lnTo>
                  <a:lnTo>
                    <a:pt x="240038" y="2269856"/>
                  </a:lnTo>
                  <a:lnTo>
                    <a:pt x="241109" y="2269624"/>
                  </a:lnTo>
                  <a:lnTo>
                    <a:pt x="242181" y="2269392"/>
                  </a:lnTo>
                  <a:lnTo>
                    <a:pt x="243252" y="2269160"/>
                  </a:lnTo>
                  <a:lnTo>
                    <a:pt x="244324" y="2268928"/>
                  </a:lnTo>
                  <a:lnTo>
                    <a:pt x="245396" y="2268695"/>
                  </a:lnTo>
                  <a:lnTo>
                    <a:pt x="246467" y="2268463"/>
                  </a:lnTo>
                  <a:lnTo>
                    <a:pt x="247539" y="2268230"/>
                  </a:lnTo>
                  <a:lnTo>
                    <a:pt x="248610" y="2267997"/>
                  </a:lnTo>
                  <a:lnTo>
                    <a:pt x="249682" y="2267763"/>
                  </a:lnTo>
                  <a:lnTo>
                    <a:pt x="250754" y="2267530"/>
                  </a:lnTo>
                  <a:lnTo>
                    <a:pt x="251825" y="2267296"/>
                  </a:lnTo>
                  <a:lnTo>
                    <a:pt x="252897" y="2267062"/>
                  </a:lnTo>
                  <a:lnTo>
                    <a:pt x="253968" y="2266828"/>
                  </a:lnTo>
                  <a:lnTo>
                    <a:pt x="255040" y="2266593"/>
                  </a:lnTo>
                  <a:lnTo>
                    <a:pt x="256112" y="2266359"/>
                  </a:lnTo>
                  <a:lnTo>
                    <a:pt x="257183" y="2266124"/>
                  </a:lnTo>
                  <a:lnTo>
                    <a:pt x="258255" y="2265889"/>
                  </a:lnTo>
                  <a:lnTo>
                    <a:pt x="259326" y="2265654"/>
                  </a:lnTo>
                  <a:lnTo>
                    <a:pt x="260398" y="2265418"/>
                  </a:lnTo>
                  <a:lnTo>
                    <a:pt x="261470" y="2265183"/>
                  </a:lnTo>
                  <a:lnTo>
                    <a:pt x="262541" y="2264947"/>
                  </a:lnTo>
                  <a:lnTo>
                    <a:pt x="263613" y="2264711"/>
                  </a:lnTo>
                  <a:lnTo>
                    <a:pt x="264684" y="2264474"/>
                  </a:lnTo>
                  <a:lnTo>
                    <a:pt x="265756" y="2264238"/>
                  </a:lnTo>
                  <a:lnTo>
                    <a:pt x="266828" y="2264001"/>
                  </a:lnTo>
                  <a:lnTo>
                    <a:pt x="267899" y="2263764"/>
                  </a:lnTo>
                  <a:lnTo>
                    <a:pt x="268971" y="2263527"/>
                  </a:lnTo>
                  <a:lnTo>
                    <a:pt x="270042" y="2263289"/>
                  </a:lnTo>
                  <a:lnTo>
                    <a:pt x="271114" y="2263051"/>
                  </a:lnTo>
                  <a:lnTo>
                    <a:pt x="272186" y="2262814"/>
                  </a:lnTo>
                  <a:lnTo>
                    <a:pt x="273257" y="2262575"/>
                  </a:lnTo>
                  <a:lnTo>
                    <a:pt x="274329" y="2262337"/>
                  </a:lnTo>
                  <a:lnTo>
                    <a:pt x="275400" y="2262099"/>
                  </a:lnTo>
                  <a:lnTo>
                    <a:pt x="276472" y="2261860"/>
                  </a:lnTo>
                  <a:lnTo>
                    <a:pt x="277544" y="2261621"/>
                  </a:lnTo>
                  <a:lnTo>
                    <a:pt x="278615" y="2261382"/>
                  </a:lnTo>
                  <a:lnTo>
                    <a:pt x="279687" y="2261142"/>
                  </a:lnTo>
                  <a:lnTo>
                    <a:pt x="280758" y="2260902"/>
                  </a:lnTo>
                  <a:lnTo>
                    <a:pt x="281830" y="2260663"/>
                  </a:lnTo>
                  <a:lnTo>
                    <a:pt x="282902" y="2260422"/>
                  </a:lnTo>
                  <a:lnTo>
                    <a:pt x="283973" y="2260182"/>
                  </a:lnTo>
                  <a:lnTo>
                    <a:pt x="285045" y="2259941"/>
                  </a:lnTo>
                  <a:lnTo>
                    <a:pt x="286116" y="2259701"/>
                  </a:lnTo>
                  <a:lnTo>
                    <a:pt x="287188" y="2259460"/>
                  </a:lnTo>
                  <a:lnTo>
                    <a:pt x="288260" y="2259218"/>
                  </a:lnTo>
                  <a:lnTo>
                    <a:pt x="289331" y="2258977"/>
                  </a:lnTo>
                  <a:lnTo>
                    <a:pt x="290403" y="2258735"/>
                  </a:lnTo>
                  <a:lnTo>
                    <a:pt x="291474" y="2258493"/>
                  </a:lnTo>
                  <a:lnTo>
                    <a:pt x="292546" y="2258251"/>
                  </a:lnTo>
                  <a:lnTo>
                    <a:pt x="293618" y="2258008"/>
                  </a:lnTo>
                  <a:lnTo>
                    <a:pt x="294689" y="2257766"/>
                  </a:lnTo>
                  <a:lnTo>
                    <a:pt x="295761" y="2257523"/>
                  </a:lnTo>
                  <a:lnTo>
                    <a:pt x="296832" y="2257280"/>
                  </a:lnTo>
                  <a:lnTo>
                    <a:pt x="297904" y="2257036"/>
                  </a:lnTo>
                  <a:lnTo>
                    <a:pt x="298976" y="2256793"/>
                  </a:lnTo>
                  <a:lnTo>
                    <a:pt x="300047" y="2256549"/>
                  </a:lnTo>
                  <a:lnTo>
                    <a:pt x="301119" y="2256305"/>
                  </a:lnTo>
                  <a:lnTo>
                    <a:pt x="302190" y="2256060"/>
                  </a:lnTo>
                  <a:lnTo>
                    <a:pt x="303262" y="2255816"/>
                  </a:lnTo>
                  <a:lnTo>
                    <a:pt x="304334" y="2255571"/>
                  </a:lnTo>
                  <a:lnTo>
                    <a:pt x="305405" y="2255326"/>
                  </a:lnTo>
                  <a:lnTo>
                    <a:pt x="306477" y="2255081"/>
                  </a:lnTo>
                  <a:lnTo>
                    <a:pt x="307548" y="2254835"/>
                  </a:lnTo>
                  <a:lnTo>
                    <a:pt x="308620" y="2254589"/>
                  </a:lnTo>
                  <a:lnTo>
                    <a:pt x="309692" y="2254343"/>
                  </a:lnTo>
                  <a:lnTo>
                    <a:pt x="310763" y="2254097"/>
                  </a:lnTo>
                  <a:lnTo>
                    <a:pt x="311835" y="2253850"/>
                  </a:lnTo>
                  <a:lnTo>
                    <a:pt x="312906" y="2253604"/>
                  </a:lnTo>
                  <a:lnTo>
                    <a:pt x="313978" y="2253357"/>
                  </a:lnTo>
                  <a:lnTo>
                    <a:pt x="315050" y="2253109"/>
                  </a:lnTo>
                  <a:lnTo>
                    <a:pt x="316121" y="2252862"/>
                  </a:lnTo>
                  <a:lnTo>
                    <a:pt x="317193" y="2252614"/>
                  </a:lnTo>
                  <a:lnTo>
                    <a:pt x="318264" y="2252366"/>
                  </a:lnTo>
                  <a:lnTo>
                    <a:pt x="319336" y="2252118"/>
                  </a:lnTo>
                  <a:lnTo>
                    <a:pt x="320408" y="2251870"/>
                  </a:lnTo>
                  <a:lnTo>
                    <a:pt x="321479" y="2251621"/>
                  </a:lnTo>
                  <a:lnTo>
                    <a:pt x="322551" y="2251372"/>
                  </a:lnTo>
                  <a:lnTo>
                    <a:pt x="323622" y="2251123"/>
                  </a:lnTo>
                  <a:lnTo>
                    <a:pt x="324694" y="2250873"/>
                  </a:lnTo>
                  <a:lnTo>
                    <a:pt x="325766" y="2250623"/>
                  </a:lnTo>
                  <a:lnTo>
                    <a:pt x="326837" y="2250373"/>
                  </a:lnTo>
                  <a:lnTo>
                    <a:pt x="327909" y="2250123"/>
                  </a:lnTo>
                  <a:lnTo>
                    <a:pt x="328980" y="2249873"/>
                  </a:lnTo>
                  <a:lnTo>
                    <a:pt x="330052" y="2249622"/>
                  </a:lnTo>
                  <a:lnTo>
                    <a:pt x="331124" y="2249371"/>
                  </a:lnTo>
                  <a:lnTo>
                    <a:pt x="332195" y="2249120"/>
                  </a:lnTo>
                  <a:lnTo>
                    <a:pt x="333267" y="2248868"/>
                  </a:lnTo>
                  <a:lnTo>
                    <a:pt x="334338" y="2248616"/>
                  </a:lnTo>
                  <a:lnTo>
                    <a:pt x="335410" y="2248364"/>
                  </a:lnTo>
                  <a:lnTo>
                    <a:pt x="336482" y="2248112"/>
                  </a:lnTo>
                  <a:lnTo>
                    <a:pt x="337553" y="2247860"/>
                  </a:lnTo>
                  <a:lnTo>
                    <a:pt x="338625" y="2247607"/>
                  </a:lnTo>
                  <a:lnTo>
                    <a:pt x="339696" y="2247354"/>
                  </a:lnTo>
                  <a:lnTo>
                    <a:pt x="340768" y="2247100"/>
                  </a:lnTo>
                  <a:lnTo>
                    <a:pt x="341840" y="2246847"/>
                  </a:lnTo>
                  <a:lnTo>
                    <a:pt x="342911" y="2246593"/>
                  </a:lnTo>
                  <a:lnTo>
                    <a:pt x="343983" y="2246339"/>
                  </a:lnTo>
                  <a:lnTo>
                    <a:pt x="345054" y="2246084"/>
                  </a:lnTo>
                  <a:lnTo>
                    <a:pt x="346126" y="2245830"/>
                  </a:lnTo>
                  <a:lnTo>
                    <a:pt x="347198" y="2245575"/>
                  </a:lnTo>
                  <a:lnTo>
                    <a:pt x="348269" y="2245320"/>
                  </a:lnTo>
                  <a:lnTo>
                    <a:pt x="349341" y="2245064"/>
                  </a:lnTo>
                  <a:lnTo>
                    <a:pt x="350412" y="2244809"/>
                  </a:lnTo>
                  <a:lnTo>
                    <a:pt x="351484" y="2244553"/>
                  </a:lnTo>
                  <a:lnTo>
                    <a:pt x="352556" y="2244296"/>
                  </a:lnTo>
                  <a:lnTo>
                    <a:pt x="353627" y="2244040"/>
                  </a:lnTo>
                  <a:lnTo>
                    <a:pt x="354699" y="2243783"/>
                  </a:lnTo>
                  <a:lnTo>
                    <a:pt x="355770" y="2243526"/>
                  </a:lnTo>
                  <a:lnTo>
                    <a:pt x="356842" y="2243268"/>
                  </a:lnTo>
                  <a:lnTo>
                    <a:pt x="357913" y="2243011"/>
                  </a:lnTo>
                  <a:lnTo>
                    <a:pt x="358985" y="2242753"/>
                  </a:lnTo>
                  <a:lnTo>
                    <a:pt x="360057" y="2242495"/>
                  </a:lnTo>
                  <a:lnTo>
                    <a:pt x="361128" y="2242236"/>
                  </a:lnTo>
                  <a:lnTo>
                    <a:pt x="362200" y="2241978"/>
                  </a:lnTo>
                  <a:lnTo>
                    <a:pt x="363271" y="2241719"/>
                  </a:lnTo>
                  <a:lnTo>
                    <a:pt x="364343" y="2241459"/>
                  </a:lnTo>
                  <a:lnTo>
                    <a:pt x="365415" y="2241200"/>
                  </a:lnTo>
                  <a:lnTo>
                    <a:pt x="366486" y="2240940"/>
                  </a:lnTo>
                  <a:lnTo>
                    <a:pt x="367558" y="2240680"/>
                  </a:lnTo>
                  <a:lnTo>
                    <a:pt x="368629" y="2240419"/>
                  </a:lnTo>
                  <a:lnTo>
                    <a:pt x="369701" y="2240159"/>
                  </a:lnTo>
                  <a:lnTo>
                    <a:pt x="370773" y="2239898"/>
                  </a:lnTo>
                  <a:lnTo>
                    <a:pt x="371844" y="2239636"/>
                  </a:lnTo>
                  <a:lnTo>
                    <a:pt x="372916" y="2239375"/>
                  </a:lnTo>
                  <a:lnTo>
                    <a:pt x="373987" y="2239113"/>
                  </a:lnTo>
                  <a:lnTo>
                    <a:pt x="375059" y="2238851"/>
                  </a:lnTo>
                  <a:lnTo>
                    <a:pt x="376131" y="2238588"/>
                  </a:lnTo>
                  <a:lnTo>
                    <a:pt x="377202" y="2238326"/>
                  </a:lnTo>
                  <a:lnTo>
                    <a:pt x="378274" y="2238063"/>
                  </a:lnTo>
                  <a:lnTo>
                    <a:pt x="379345" y="2237799"/>
                  </a:lnTo>
                  <a:lnTo>
                    <a:pt x="380417" y="2237536"/>
                  </a:lnTo>
                  <a:lnTo>
                    <a:pt x="381489" y="2237272"/>
                  </a:lnTo>
                  <a:lnTo>
                    <a:pt x="382560" y="2237008"/>
                  </a:lnTo>
                  <a:lnTo>
                    <a:pt x="383632" y="2236743"/>
                  </a:lnTo>
                  <a:lnTo>
                    <a:pt x="384703" y="2236478"/>
                  </a:lnTo>
                  <a:lnTo>
                    <a:pt x="385775" y="2236213"/>
                  </a:lnTo>
                  <a:lnTo>
                    <a:pt x="386847" y="2235948"/>
                  </a:lnTo>
                  <a:lnTo>
                    <a:pt x="387918" y="2235682"/>
                  </a:lnTo>
                  <a:lnTo>
                    <a:pt x="388990" y="2235416"/>
                  </a:lnTo>
                  <a:lnTo>
                    <a:pt x="390061" y="2235150"/>
                  </a:lnTo>
                  <a:lnTo>
                    <a:pt x="391133" y="2234883"/>
                  </a:lnTo>
                  <a:lnTo>
                    <a:pt x="392205" y="2234617"/>
                  </a:lnTo>
                  <a:lnTo>
                    <a:pt x="393276" y="2234349"/>
                  </a:lnTo>
                  <a:lnTo>
                    <a:pt x="394348" y="2234082"/>
                  </a:lnTo>
                  <a:lnTo>
                    <a:pt x="395419" y="2233814"/>
                  </a:lnTo>
                  <a:lnTo>
                    <a:pt x="396491" y="2233546"/>
                  </a:lnTo>
                  <a:lnTo>
                    <a:pt x="397563" y="2233278"/>
                  </a:lnTo>
                  <a:lnTo>
                    <a:pt x="398634" y="2233009"/>
                  </a:lnTo>
                  <a:lnTo>
                    <a:pt x="399706" y="2232740"/>
                  </a:lnTo>
                  <a:lnTo>
                    <a:pt x="400777" y="2232471"/>
                  </a:lnTo>
                  <a:lnTo>
                    <a:pt x="401849" y="2232201"/>
                  </a:lnTo>
                  <a:lnTo>
                    <a:pt x="402921" y="2231931"/>
                  </a:lnTo>
                  <a:lnTo>
                    <a:pt x="403992" y="2231661"/>
                  </a:lnTo>
                  <a:lnTo>
                    <a:pt x="405064" y="2231390"/>
                  </a:lnTo>
                  <a:lnTo>
                    <a:pt x="406135" y="2231119"/>
                  </a:lnTo>
                  <a:lnTo>
                    <a:pt x="407207" y="2230848"/>
                  </a:lnTo>
                  <a:lnTo>
                    <a:pt x="408279" y="2230576"/>
                  </a:lnTo>
                  <a:lnTo>
                    <a:pt x="409350" y="2230304"/>
                  </a:lnTo>
                  <a:lnTo>
                    <a:pt x="410422" y="2230032"/>
                  </a:lnTo>
                  <a:lnTo>
                    <a:pt x="411493" y="2229760"/>
                  </a:lnTo>
                  <a:lnTo>
                    <a:pt x="412565" y="2229487"/>
                  </a:lnTo>
                  <a:lnTo>
                    <a:pt x="413637" y="2229214"/>
                  </a:lnTo>
                  <a:lnTo>
                    <a:pt x="414708" y="2228940"/>
                  </a:lnTo>
                  <a:lnTo>
                    <a:pt x="415780" y="2228666"/>
                  </a:lnTo>
                  <a:lnTo>
                    <a:pt x="416851" y="2228392"/>
                  </a:lnTo>
                  <a:lnTo>
                    <a:pt x="417923" y="2228118"/>
                  </a:lnTo>
                  <a:lnTo>
                    <a:pt x="418995" y="2227843"/>
                  </a:lnTo>
                  <a:lnTo>
                    <a:pt x="420066" y="2227568"/>
                  </a:lnTo>
                  <a:lnTo>
                    <a:pt x="421138" y="2227292"/>
                  </a:lnTo>
                  <a:lnTo>
                    <a:pt x="422209" y="2227016"/>
                  </a:lnTo>
                  <a:lnTo>
                    <a:pt x="423281" y="2226740"/>
                  </a:lnTo>
                  <a:lnTo>
                    <a:pt x="424353" y="2226464"/>
                  </a:lnTo>
                  <a:lnTo>
                    <a:pt x="425424" y="2226187"/>
                  </a:lnTo>
                  <a:lnTo>
                    <a:pt x="426496" y="2225909"/>
                  </a:lnTo>
                  <a:lnTo>
                    <a:pt x="427567" y="2225632"/>
                  </a:lnTo>
                  <a:lnTo>
                    <a:pt x="428639" y="2225354"/>
                  </a:lnTo>
                  <a:lnTo>
                    <a:pt x="429711" y="2225076"/>
                  </a:lnTo>
                  <a:lnTo>
                    <a:pt x="430782" y="2224797"/>
                  </a:lnTo>
                  <a:lnTo>
                    <a:pt x="431854" y="2224518"/>
                  </a:lnTo>
                  <a:lnTo>
                    <a:pt x="432925" y="2224239"/>
                  </a:lnTo>
                  <a:lnTo>
                    <a:pt x="433997" y="2223959"/>
                  </a:lnTo>
                  <a:lnTo>
                    <a:pt x="435069" y="2223679"/>
                  </a:lnTo>
                  <a:lnTo>
                    <a:pt x="436140" y="2223398"/>
                  </a:lnTo>
                  <a:lnTo>
                    <a:pt x="437212" y="2223118"/>
                  </a:lnTo>
                  <a:lnTo>
                    <a:pt x="438283" y="2222837"/>
                  </a:lnTo>
                  <a:lnTo>
                    <a:pt x="439355" y="2222555"/>
                  </a:lnTo>
                  <a:lnTo>
                    <a:pt x="440427" y="2222273"/>
                  </a:lnTo>
                  <a:lnTo>
                    <a:pt x="441498" y="2221991"/>
                  </a:lnTo>
                  <a:lnTo>
                    <a:pt x="442570" y="2221708"/>
                  </a:lnTo>
                  <a:lnTo>
                    <a:pt x="443641" y="2221425"/>
                  </a:lnTo>
                  <a:lnTo>
                    <a:pt x="444713" y="2221142"/>
                  </a:lnTo>
                  <a:lnTo>
                    <a:pt x="445785" y="2220858"/>
                  </a:lnTo>
                  <a:lnTo>
                    <a:pt x="446856" y="2220574"/>
                  </a:lnTo>
                  <a:lnTo>
                    <a:pt x="447928" y="2220290"/>
                  </a:lnTo>
                  <a:lnTo>
                    <a:pt x="448999" y="2220005"/>
                  </a:lnTo>
                  <a:lnTo>
                    <a:pt x="450071" y="2219720"/>
                  </a:lnTo>
                  <a:lnTo>
                    <a:pt x="451143" y="2219434"/>
                  </a:lnTo>
                  <a:lnTo>
                    <a:pt x="452214" y="2219148"/>
                  </a:lnTo>
                  <a:lnTo>
                    <a:pt x="453286" y="2218861"/>
                  </a:lnTo>
                  <a:lnTo>
                    <a:pt x="454357" y="2218575"/>
                  </a:lnTo>
                  <a:lnTo>
                    <a:pt x="455429" y="2218287"/>
                  </a:lnTo>
                  <a:lnTo>
                    <a:pt x="456501" y="2218000"/>
                  </a:lnTo>
                  <a:lnTo>
                    <a:pt x="457572" y="2217712"/>
                  </a:lnTo>
                  <a:lnTo>
                    <a:pt x="458644" y="2217424"/>
                  </a:lnTo>
                  <a:lnTo>
                    <a:pt x="459715" y="2217135"/>
                  </a:lnTo>
                  <a:lnTo>
                    <a:pt x="460787" y="2216846"/>
                  </a:lnTo>
                  <a:lnTo>
                    <a:pt x="461859" y="2216556"/>
                  </a:lnTo>
                  <a:lnTo>
                    <a:pt x="462930" y="2216266"/>
                  </a:lnTo>
                  <a:lnTo>
                    <a:pt x="464002" y="2215976"/>
                  </a:lnTo>
                  <a:lnTo>
                    <a:pt x="465073" y="2215685"/>
                  </a:lnTo>
                  <a:lnTo>
                    <a:pt x="466145" y="2215394"/>
                  </a:lnTo>
                  <a:lnTo>
                    <a:pt x="467217" y="2215102"/>
                  </a:lnTo>
                  <a:lnTo>
                    <a:pt x="468288" y="2214810"/>
                  </a:lnTo>
                  <a:lnTo>
                    <a:pt x="469360" y="2214518"/>
                  </a:lnTo>
                  <a:lnTo>
                    <a:pt x="470431" y="2214225"/>
                  </a:lnTo>
                  <a:lnTo>
                    <a:pt x="471503" y="2213932"/>
                  </a:lnTo>
                  <a:lnTo>
                    <a:pt x="472575" y="2213638"/>
                  </a:lnTo>
                  <a:lnTo>
                    <a:pt x="473646" y="2213344"/>
                  </a:lnTo>
                  <a:lnTo>
                    <a:pt x="474718" y="2213049"/>
                  </a:lnTo>
                  <a:lnTo>
                    <a:pt x="475789" y="2212754"/>
                  </a:lnTo>
                  <a:lnTo>
                    <a:pt x="476861" y="2212459"/>
                  </a:lnTo>
                  <a:lnTo>
                    <a:pt x="477933" y="2212163"/>
                  </a:lnTo>
                  <a:lnTo>
                    <a:pt x="479004" y="2211867"/>
                  </a:lnTo>
                  <a:lnTo>
                    <a:pt x="480076" y="2211570"/>
                  </a:lnTo>
                  <a:lnTo>
                    <a:pt x="481147" y="2211273"/>
                  </a:lnTo>
                  <a:lnTo>
                    <a:pt x="482219" y="2210976"/>
                  </a:lnTo>
                  <a:lnTo>
                    <a:pt x="483291" y="2210678"/>
                  </a:lnTo>
                  <a:lnTo>
                    <a:pt x="484362" y="2210379"/>
                  </a:lnTo>
                  <a:lnTo>
                    <a:pt x="485434" y="2210081"/>
                  </a:lnTo>
                  <a:lnTo>
                    <a:pt x="486505" y="2209781"/>
                  </a:lnTo>
                  <a:lnTo>
                    <a:pt x="487577" y="2209482"/>
                  </a:lnTo>
                  <a:lnTo>
                    <a:pt x="488649" y="2209182"/>
                  </a:lnTo>
                  <a:lnTo>
                    <a:pt x="489720" y="2208881"/>
                  </a:lnTo>
                  <a:lnTo>
                    <a:pt x="490792" y="2208580"/>
                  </a:lnTo>
                  <a:lnTo>
                    <a:pt x="491863" y="2208278"/>
                  </a:lnTo>
                  <a:lnTo>
                    <a:pt x="492935" y="2207976"/>
                  </a:lnTo>
                  <a:lnTo>
                    <a:pt x="494007" y="2207674"/>
                  </a:lnTo>
                  <a:lnTo>
                    <a:pt x="495078" y="2207371"/>
                  </a:lnTo>
                  <a:lnTo>
                    <a:pt x="496150" y="2207068"/>
                  </a:lnTo>
                  <a:lnTo>
                    <a:pt x="497221" y="2206764"/>
                  </a:lnTo>
                  <a:lnTo>
                    <a:pt x="498293" y="2206460"/>
                  </a:lnTo>
                  <a:lnTo>
                    <a:pt x="499365" y="2206155"/>
                  </a:lnTo>
                  <a:lnTo>
                    <a:pt x="500436" y="2205850"/>
                  </a:lnTo>
                  <a:lnTo>
                    <a:pt x="501508" y="2205544"/>
                  </a:lnTo>
                  <a:lnTo>
                    <a:pt x="502579" y="2205238"/>
                  </a:lnTo>
                  <a:lnTo>
                    <a:pt x="503651" y="2204931"/>
                  </a:lnTo>
                  <a:lnTo>
                    <a:pt x="504723" y="2204624"/>
                  </a:lnTo>
                  <a:lnTo>
                    <a:pt x="505794" y="2204317"/>
                  </a:lnTo>
                  <a:lnTo>
                    <a:pt x="506866" y="2204009"/>
                  </a:lnTo>
                  <a:lnTo>
                    <a:pt x="507937" y="2203700"/>
                  </a:lnTo>
                  <a:lnTo>
                    <a:pt x="509009" y="2203391"/>
                  </a:lnTo>
                  <a:lnTo>
                    <a:pt x="510081" y="2203082"/>
                  </a:lnTo>
                  <a:lnTo>
                    <a:pt x="511152" y="2202772"/>
                  </a:lnTo>
                  <a:lnTo>
                    <a:pt x="512224" y="2202461"/>
                  </a:lnTo>
                  <a:lnTo>
                    <a:pt x="513295" y="2202150"/>
                  </a:lnTo>
                  <a:lnTo>
                    <a:pt x="514367" y="2201839"/>
                  </a:lnTo>
                  <a:lnTo>
                    <a:pt x="515439" y="2201527"/>
                  </a:lnTo>
                  <a:lnTo>
                    <a:pt x="516510" y="2201215"/>
                  </a:lnTo>
                  <a:lnTo>
                    <a:pt x="517582" y="2200902"/>
                  </a:lnTo>
                  <a:lnTo>
                    <a:pt x="518653" y="2200588"/>
                  </a:lnTo>
                  <a:lnTo>
                    <a:pt x="519725" y="2200274"/>
                  </a:lnTo>
                  <a:lnTo>
                    <a:pt x="520797" y="2199960"/>
                  </a:lnTo>
                  <a:lnTo>
                    <a:pt x="521868" y="2199645"/>
                  </a:lnTo>
                  <a:lnTo>
                    <a:pt x="522940" y="2199329"/>
                  </a:lnTo>
                  <a:lnTo>
                    <a:pt x="524011" y="2199013"/>
                  </a:lnTo>
                  <a:lnTo>
                    <a:pt x="525083" y="2198697"/>
                  </a:lnTo>
                  <a:lnTo>
                    <a:pt x="526155" y="2198380"/>
                  </a:lnTo>
                  <a:lnTo>
                    <a:pt x="527226" y="2198062"/>
                  </a:lnTo>
                  <a:lnTo>
                    <a:pt x="528298" y="2197744"/>
                  </a:lnTo>
                  <a:lnTo>
                    <a:pt x="529369" y="2197426"/>
                  </a:lnTo>
                  <a:lnTo>
                    <a:pt x="530441" y="2197107"/>
                  </a:lnTo>
                  <a:lnTo>
                    <a:pt x="531513" y="2196787"/>
                  </a:lnTo>
                  <a:lnTo>
                    <a:pt x="532584" y="2196467"/>
                  </a:lnTo>
                  <a:lnTo>
                    <a:pt x="533656" y="2196146"/>
                  </a:lnTo>
                  <a:lnTo>
                    <a:pt x="534727" y="2195825"/>
                  </a:lnTo>
                  <a:lnTo>
                    <a:pt x="535799" y="2195504"/>
                  </a:lnTo>
                  <a:lnTo>
                    <a:pt x="536870" y="2195181"/>
                  </a:lnTo>
                  <a:lnTo>
                    <a:pt x="537942" y="2194859"/>
                  </a:lnTo>
                  <a:lnTo>
                    <a:pt x="539014" y="2194535"/>
                  </a:lnTo>
                  <a:lnTo>
                    <a:pt x="540085" y="2194211"/>
                  </a:lnTo>
                  <a:lnTo>
                    <a:pt x="541157" y="2193887"/>
                  </a:lnTo>
                  <a:lnTo>
                    <a:pt x="542228" y="2193562"/>
                  </a:lnTo>
                  <a:lnTo>
                    <a:pt x="543300" y="2193236"/>
                  </a:lnTo>
                  <a:lnTo>
                    <a:pt x="544372" y="2192910"/>
                  </a:lnTo>
                  <a:lnTo>
                    <a:pt x="545443" y="2192584"/>
                  </a:lnTo>
                  <a:lnTo>
                    <a:pt x="546515" y="2192257"/>
                  </a:lnTo>
                  <a:lnTo>
                    <a:pt x="547586" y="2191929"/>
                  </a:lnTo>
                  <a:lnTo>
                    <a:pt x="548658" y="2191601"/>
                  </a:lnTo>
                  <a:lnTo>
                    <a:pt x="549730" y="2191272"/>
                  </a:lnTo>
                  <a:lnTo>
                    <a:pt x="550801" y="2190942"/>
                  </a:lnTo>
                  <a:lnTo>
                    <a:pt x="551873" y="2190612"/>
                  </a:lnTo>
                  <a:lnTo>
                    <a:pt x="552944" y="2190282"/>
                  </a:lnTo>
                  <a:lnTo>
                    <a:pt x="554016" y="2189951"/>
                  </a:lnTo>
                  <a:lnTo>
                    <a:pt x="555088" y="2189619"/>
                  </a:lnTo>
                  <a:lnTo>
                    <a:pt x="556159" y="2189287"/>
                  </a:lnTo>
                  <a:lnTo>
                    <a:pt x="557231" y="2188954"/>
                  </a:lnTo>
                  <a:lnTo>
                    <a:pt x="558302" y="2188621"/>
                  </a:lnTo>
                  <a:lnTo>
                    <a:pt x="559374" y="2188287"/>
                  </a:lnTo>
                  <a:lnTo>
                    <a:pt x="560446" y="2187952"/>
                  </a:lnTo>
                  <a:lnTo>
                    <a:pt x="561517" y="2187617"/>
                  </a:lnTo>
                  <a:lnTo>
                    <a:pt x="562589" y="2187281"/>
                  </a:lnTo>
                  <a:lnTo>
                    <a:pt x="563660" y="2186945"/>
                  </a:lnTo>
                  <a:lnTo>
                    <a:pt x="564732" y="2186608"/>
                  </a:lnTo>
                  <a:lnTo>
                    <a:pt x="565804" y="2186270"/>
                  </a:lnTo>
                  <a:lnTo>
                    <a:pt x="566875" y="2185932"/>
                  </a:lnTo>
                  <a:lnTo>
                    <a:pt x="567947" y="2185594"/>
                  </a:lnTo>
                  <a:lnTo>
                    <a:pt x="569018" y="2185254"/>
                  </a:lnTo>
                  <a:lnTo>
                    <a:pt x="570090" y="2184914"/>
                  </a:lnTo>
                  <a:lnTo>
                    <a:pt x="571162" y="2184574"/>
                  </a:lnTo>
                  <a:lnTo>
                    <a:pt x="572233" y="2184233"/>
                  </a:lnTo>
                  <a:lnTo>
                    <a:pt x="573305" y="2183891"/>
                  </a:lnTo>
                  <a:lnTo>
                    <a:pt x="574376" y="2183549"/>
                  </a:lnTo>
                  <a:lnTo>
                    <a:pt x="575448" y="2183206"/>
                  </a:lnTo>
                  <a:lnTo>
                    <a:pt x="576520" y="2182862"/>
                  </a:lnTo>
                  <a:lnTo>
                    <a:pt x="577591" y="2182518"/>
                  </a:lnTo>
                  <a:lnTo>
                    <a:pt x="578663" y="2182173"/>
                  </a:lnTo>
                  <a:lnTo>
                    <a:pt x="579734" y="2181828"/>
                  </a:lnTo>
                  <a:lnTo>
                    <a:pt x="580806" y="2181482"/>
                  </a:lnTo>
                  <a:lnTo>
                    <a:pt x="581878" y="2181135"/>
                  </a:lnTo>
                  <a:lnTo>
                    <a:pt x="582949" y="2180788"/>
                  </a:lnTo>
                  <a:lnTo>
                    <a:pt x="584021" y="2180440"/>
                  </a:lnTo>
                  <a:lnTo>
                    <a:pt x="585092" y="2180091"/>
                  </a:lnTo>
                  <a:lnTo>
                    <a:pt x="586164" y="2179742"/>
                  </a:lnTo>
                  <a:lnTo>
                    <a:pt x="587236" y="2179392"/>
                  </a:lnTo>
                  <a:lnTo>
                    <a:pt x="588307" y="2179042"/>
                  </a:lnTo>
                  <a:lnTo>
                    <a:pt x="589379" y="2178691"/>
                  </a:lnTo>
                  <a:lnTo>
                    <a:pt x="590450" y="2178339"/>
                  </a:lnTo>
                  <a:lnTo>
                    <a:pt x="591522" y="2177987"/>
                  </a:lnTo>
                  <a:lnTo>
                    <a:pt x="592594" y="2177633"/>
                  </a:lnTo>
                  <a:lnTo>
                    <a:pt x="593665" y="2177280"/>
                  </a:lnTo>
                  <a:lnTo>
                    <a:pt x="594737" y="2176925"/>
                  </a:lnTo>
                  <a:lnTo>
                    <a:pt x="595808" y="2176570"/>
                  </a:lnTo>
                  <a:lnTo>
                    <a:pt x="596880" y="2176215"/>
                  </a:lnTo>
                  <a:lnTo>
                    <a:pt x="597952" y="2175858"/>
                  </a:lnTo>
                  <a:lnTo>
                    <a:pt x="599023" y="2175501"/>
                  </a:lnTo>
                  <a:lnTo>
                    <a:pt x="600095" y="2175144"/>
                  </a:lnTo>
                  <a:lnTo>
                    <a:pt x="601166" y="2174786"/>
                  </a:lnTo>
                  <a:lnTo>
                    <a:pt x="602238" y="2174427"/>
                  </a:lnTo>
                  <a:lnTo>
                    <a:pt x="603310" y="2174067"/>
                  </a:lnTo>
                  <a:lnTo>
                    <a:pt x="604381" y="2173707"/>
                  </a:lnTo>
                  <a:lnTo>
                    <a:pt x="605453" y="2173346"/>
                  </a:lnTo>
                  <a:lnTo>
                    <a:pt x="606524" y="2172984"/>
                  </a:lnTo>
                  <a:lnTo>
                    <a:pt x="607596" y="2172622"/>
                  </a:lnTo>
                  <a:lnTo>
                    <a:pt x="608668" y="2172258"/>
                  </a:lnTo>
                  <a:lnTo>
                    <a:pt x="609739" y="2171895"/>
                  </a:lnTo>
                  <a:lnTo>
                    <a:pt x="610811" y="2171530"/>
                  </a:lnTo>
                  <a:lnTo>
                    <a:pt x="611882" y="2171165"/>
                  </a:lnTo>
                  <a:lnTo>
                    <a:pt x="612954" y="2170799"/>
                  </a:lnTo>
                  <a:lnTo>
                    <a:pt x="614026" y="2170433"/>
                  </a:lnTo>
                  <a:lnTo>
                    <a:pt x="615097" y="2170066"/>
                  </a:lnTo>
                  <a:lnTo>
                    <a:pt x="616169" y="2169698"/>
                  </a:lnTo>
                  <a:lnTo>
                    <a:pt x="617240" y="2169329"/>
                  </a:lnTo>
                  <a:lnTo>
                    <a:pt x="618312" y="2168960"/>
                  </a:lnTo>
                  <a:lnTo>
                    <a:pt x="619384" y="2168590"/>
                  </a:lnTo>
                  <a:lnTo>
                    <a:pt x="620455" y="2168220"/>
                  </a:lnTo>
                  <a:lnTo>
                    <a:pt x="621527" y="2167848"/>
                  </a:lnTo>
                  <a:lnTo>
                    <a:pt x="622598" y="2167476"/>
                  </a:lnTo>
                  <a:lnTo>
                    <a:pt x="623670" y="2167103"/>
                  </a:lnTo>
                  <a:lnTo>
                    <a:pt x="624742" y="2166730"/>
                  </a:lnTo>
                  <a:lnTo>
                    <a:pt x="625813" y="2166356"/>
                  </a:lnTo>
                  <a:lnTo>
                    <a:pt x="626885" y="2165981"/>
                  </a:lnTo>
                  <a:lnTo>
                    <a:pt x="627956" y="2165605"/>
                  </a:lnTo>
                  <a:lnTo>
                    <a:pt x="629028" y="2165229"/>
                  </a:lnTo>
                  <a:lnTo>
                    <a:pt x="630100" y="2164851"/>
                  </a:lnTo>
                  <a:lnTo>
                    <a:pt x="631171" y="2164474"/>
                  </a:lnTo>
                  <a:lnTo>
                    <a:pt x="632243" y="2164095"/>
                  </a:lnTo>
                  <a:lnTo>
                    <a:pt x="633314" y="2163716"/>
                  </a:lnTo>
                  <a:lnTo>
                    <a:pt x="634386" y="2163336"/>
                  </a:lnTo>
                  <a:lnTo>
                    <a:pt x="635458" y="2162955"/>
                  </a:lnTo>
                  <a:lnTo>
                    <a:pt x="636529" y="2162573"/>
                  </a:lnTo>
                  <a:lnTo>
                    <a:pt x="637601" y="2162191"/>
                  </a:lnTo>
                  <a:lnTo>
                    <a:pt x="638672" y="2161808"/>
                  </a:lnTo>
                  <a:lnTo>
                    <a:pt x="639744" y="2161424"/>
                  </a:lnTo>
                  <a:lnTo>
                    <a:pt x="640816" y="2161040"/>
                  </a:lnTo>
                  <a:lnTo>
                    <a:pt x="641887" y="2160655"/>
                  </a:lnTo>
                  <a:lnTo>
                    <a:pt x="642959" y="2160269"/>
                  </a:lnTo>
                  <a:lnTo>
                    <a:pt x="644030" y="2159882"/>
                  </a:lnTo>
                  <a:lnTo>
                    <a:pt x="645102" y="2159495"/>
                  </a:lnTo>
                  <a:lnTo>
                    <a:pt x="646174" y="2159106"/>
                  </a:lnTo>
                  <a:lnTo>
                    <a:pt x="647245" y="2158717"/>
                  </a:lnTo>
                  <a:lnTo>
                    <a:pt x="648317" y="2158328"/>
                  </a:lnTo>
                  <a:lnTo>
                    <a:pt x="649388" y="2157937"/>
                  </a:lnTo>
                  <a:lnTo>
                    <a:pt x="650460" y="2157546"/>
                  </a:lnTo>
                  <a:lnTo>
                    <a:pt x="651532" y="2157154"/>
                  </a:lnTo>
                  <a:lnTo>
                    <a:pt x="652603" y="2156761"/>
                  </a:lnTo>
                  <a:lnTo>
                    <a:pt x="653675" y="2156367"/>
                  </a:lnTo>
                  <a:lnTo>
                    <a:pt x="654746" y="2155973"/>
                  </a:lnTo>
                  <a:lnTo>
                    <a:pt x="655818" y="2155578"/>
                  </a:lnTo>
                  <a:lnTo>
                    <a:pt x="656890" y="2155182"/>
                  </a:lnTo>
                  <a:lnTo>
                    <a:pt x="657961" y="2154785"/>
                  </a:lnTo>
                  <a:lnTo>
                    <a:pt x="659033" y="2154388"/>
                  </a:lnTo>
                  <a:lnTo>
                    <a:pt x="660104" y="2153990"/>
                  </a:lnTo>
                  <a:lnTo>
                    <a:pt x="661176" y="2153591"/>
                  </a:lnTo>
                  <a:lnTo>
                    <a:pt x="662248" y="2153191"/>
                  </a:lnTo>
                  <a:lnTo>
                    <a:pt x="663319" y="2152790"/>
                  </a:lnTo>
                  <a:lnTo>
                    <a:pt x="664391" y="2152389"/>
                  </a:lnTo>
                  <a:lnTo>
                    <a:pt x="665462" y="2151987"/>
                  </a:lnTo>
                  <a:lnTo>
                    <a:pt x="666534" y="2151584"/>
                  </a:lnTo>
                  <a:lnTo>
                    <a:pt x="667606" y="2151180"/>
                  </a:lnTo>
                  <a:lnTo>
                    <a:pt x="668677" y="2150775"/>
                  </a:lnTo>
                  <a:lnTo>
                    <a:pt x="669749" y="2150370"/>
                  </a:lnTo>
                  <a:lnTo>
                    <a:pt x="670820" y="2149964"/>
                  </a:lnTo>
                  <a:lnTo>
                    <a:pt x="671892" y="2149557"/>
                  </a:lnTo>
                  <a:lnTo>
                    <a:pt x="672964" y="2149149"/>
                  </a:lnTo>
                  <a:lnTo>
                    <a:pt x="674035" y="2148741"/>
                  </a:lnTo>
                  <a:lnTo>
                    <a:pt x="675107" y="2148331"/>
                  </a:lnTo>
                  <a:lnTo>
                    <a:pt x="676178" y="2147921"/>
                  </a:lnTo>
                  <a:lnTo>
                    <a:pt x="677250" y="2147510"/>
                  </a:lnTo>
                  <a:lnTo>
                    <a:pt x="678322" y="2147098"/>
                  </a:lnTo>
                  <a:lnTo>
                    <a:pt x="679393" y="2146686"/>
                  </a:lnTo>
                  <a:lnTo>
                    <a:pt x="680465" y="2146272"/>
                  </a:lnTo>
                  <a:lnTo>
                    <a:pt x="681536" y="2145858"/>
                  </a:lnTo>
                  <a:lnTo>
                    <a:pt x="682608" y="2145443"/>
                  </a:lnTo>
                  <a:lnTo>
                    <a:pt x="683680" y="2145027"/>
                  </a:lnTo>
                  <a:lnTo>
                    <a:pt x="684751" y="2144610"/>
                  </a:lnTo>
                  <a:lnTo>
                    <a:pt x="685823" y="2144193"/>
                  </a:lnTo>
                  <a:lnTo>
                    <a:pt x="686894" y="2143774"/>
                  </a:lnTo>
                  <a:lnTo>
                    <a:pt x="687966" y="2143355"/>
                  </a:lnTo>
                  <a:lnTo>
                    <a:pt x="689038" y="2142935"/>
                  </a:lnTo>
                  <a:lnTo>
                    <a:pt x="690109" y="2142514"/>
                  </a:lnTo>
                  <a:lnTo>
                    <a:pt x="691181" y="2142093"/>
                  </a:lnTo>
                  <a:lnTo>
                    <a:pt x="692252" y="2141670"/>
                  </a:lnTo>
                  <a:lnTo>
                    <a:pt x="693324" y="2141247"/>
                  </a:lnTo>
                  <a:lnTo>
                    <a:pt x="694396" y="2140823"/>
                  </a:lnTo>
                  <a:lnTo>
                    <a:pt x="695467" y="2140397"/>
                  </a:lnTo>
                  <a:lnTo>
                    <a:pt x="696539" y="2139972"/>
                  </a:lnTo>
                  <a:lnTo>
                    <a:pt x="697610" y="2139545"/>
                  </a:lnTo>
                  <a:lnTo>
                    <a:pt x="698682" y="2139117"/>
                  </a:lnTo>
                  <a:lnTo>
                    <a:pt x="699754" y="2138689"/>
                  </a:lnTo>
                  <a:lnTo>
                    <a:pt x="700825" y="2138260"/>
                  </a:lnTo>
                  <a:lnTo>
                    <a:pt x="701897" y="2137830"/>
                  </a:lnTo>
                  <a:lnTo>
                    <a:pt x="702968" y="2137399"/>
                  </a:lnTo>
                  <a:lnTo>
                    <a:pt x="704040" y="2136967"/>
                  </a:lnTo>
                  <a:lnTo>
                    <a:pt x="705112" y="2136534"/>
                  </a:lnTo>
                  <a:lnTo>
                    <a:pt x="706183" y="2136101"/>
                  </a:lnTo>
                  <a:lnTo>
                    <a:pt x="707255" y="2135666"/>
                  </a:lnTo>
                  <a:lnTo>
                    <a:pt x="708326" y="2135231"/>
                  </a:lnTo>
                  <a:lnTo>
                    <a:pt x="709398" y="2134795"/>
                  </a:lnTo>
                  <a:lnTo>
                    <a:pt x="710469" y="2134358"/>
                  </a:lnTo>
                  <a:lnTo>
                    <a:pt x="711541" y="2133920"/>
                  </a:lnTo>
                  <a:lnTo>
                    <a:pt x="712613" y="2133482"/>
                  </a:lnTo>
                  <a:lnTo>
                    <a:pt x="713684" y="2133042"/>
                  </a:lnTo>
                  <a:lnTo>
                    <a:pt x="714756" y="2132602"/>
                  </a:lnTo>
                  <a:lnTo>
                    <a:pt x="715827" y="2132160"/>
                  </a:lnTo>
                  <a:lnTo>
                    <a:pt x="716899" y="2131718"/>
                  </a:lnTo>
                  <a:lnTo>
                    <a:pt x="717971" y="2131275"/>
                  </a:lnTo>
                  <a:lnTo>
                    <a:pt x="719042" y="2130831"/>
                  </a:lnTo>
                  <a:lnTo>
                    <a:pt x="720114" y="2130387"/>
                  </a:lnTo>
                  <a:lnTo>
                    <a:pt x="721185" y="2129941"/>
                  </a:lnTo>
                  <a:lnTo>
                    <a:pt x="722257" y="2129495"/>
                  </a:lnTo>
                  <a:lnTo>
                    <a:pt x="723329" y="2129047"/>
                  </a:lnTo>
                  <a:lnTo>
                    <a:pt x="724400" y="2128599"/>
                  </a:lnTo>
                  <a:lnTo>
                    <a:pt x="725472" y="2128150"/>
                  </a:lnTo>
                  <a:lnTo>
                    <a:pt x="726543" y="2127700"/>
                  </a:lnTo>
                  <a:lnTo>
                    <a:pt x="727615" y="2127249"/>
                  </a:lnTo>
                  <a:lnTo>
                    <a:pt x="728687" y="2126797"/>
                  </a:lnTo>
                  <a:lnTo>
                    <a:pt x="729758" y="2126345"/>
                  </a:lnTo>
                  <a:lnTo>
                    <a:pt x="730830" y="2125891"/>
                  </a:lnTo>
                  <a:lnTo>
                    <a:pt x="731901" y="2125437"/>
                  </a:lnTo>
                  <a:lnTo>
                    <a:pt x="732973" y="2124982"/>
                  </a:lnTo>
                  <a:lnTo>
                    <a:pt x="734045" y="2124526"/>
                  </a:lnTo>
                  <a:lnTo>
                    <a:pt x="735116" y="2124069"/>
                  </a:lnTo>
                  <a:lnTo>
                    <a:pt x="736188" y="2123611"/>
                  </a:lnTo>
                  <a:lnTo>
                    <a:pt x="737259" y="2123152"/>
                  </a:lnTo>
                  <a:lnTo>
                    <a:pt x="738331" y="2122692"/>
                  </a:lnTo>
                  <a:lnTo>
                    <a:pt x="739403" y="2122232"/>
                  </a:lnTo>
                  <a:lnTo>
                    <a:pt x="740474" y="2121770"/>
                  </a:lnTo>
                  <a:lnTo>
                    <a:pt x="741546" y="2121308"/>
                  </a:lnTo>
                  <a:lnTo>
                    <a:pt x="742617" y="2120845"/>
                  </a:lnTo>
                  <a:lnTo>
                    <a:pt x="743689" y="2120381"/>
                  </a:lnTo>
                  <a:lnTo>
                    <a:pt x="744761" y="2119916"/>
                  </a:lnTo>
                  <a:lnTo>
                    <a:pt x="745832" y="2119450"/>
                  </a:lnTo>
                  <a:lnTo>
                    <a:pt x="746904" y="2118983"/>
                  </a:lnTo>
                  <a:lnTo>
                    <a:pt x="747975" y="2118515"/>
                  </a:lnTo>
                  <a:lnTo>
                    <a:pt x="749047" y="2118047"/>
                  </a:lnTo>
                  <a:lnTo>
                    <a:pt x="750119" y="2117577"/>
                  </a:lnTo>
                  <a:lnTo>
                    <a:pt x="751190" y="2117107"/>
                  </a:lnTo>
                  <a:lnTo>
                    <a:pt x="752262" y="2116636"/>
                  </a:lnTo>
                  <a:lnTo>
                    <a:pt x="753333" y="2116163"/>
                  </a:lnTo>
                  <a:lnTo>
                    <a:pt x="754405" y="2115690"/>
                  </a:lnTo>
                  <a:lnTo>
                    <a:pt x="755477" y="2115216"/>
                  </a:lnTo>
                  <a:lnTo>
                    <a:pt x="756548" y="2114742"/>
                  </a:lnTo>
                  <a:lnTo>
                    <a:pt x="757620" y="2114266"/>
                  </a:lnTo>
                  <a:lnTo>
                    <a:pt x="758691" y="2113789"/>
                  </a:lnTo>
                  <a:lnTo>
                    <a:pt x="759763" y="2113312"/>
                  </a:lnTo>
                  <a:lnTo>
                    <a:pt x="760835" y="2112833"/>
                  </a:lnTo>
                  <a:lnTo>
                    <a:pt x="761906" y="2112354"/>
                  </a:lnTo>
                  <a:lnTo>
                    <a:pt x="762978" y="2111874"/>
                  </a:lnTo>
                  <a:lnTo>
                    <a:pt x="764049" y="2111392"/>
                  </a:lnTo>
                  <a:lnTo>
                    <a:pt x="765121" y="2110910"/>
                  </a:lnTo>
                  <a:lnTo>
                    <a:pt x="766193" y="2110427"/>
                  </a:lnTo>
                  <a:lnTo>
                    <a:pt x="767264" y="2109944"/>
                  </a:lnTo>
                  <a:lnTo>
                    <a:pt x="768336" y="2109459"/>
                  </a:lnTo>
                  <a:lnTo>
                    <a:pt x="769407" y="2108973"/>
                  </a:lnTo>
                  <a:lnTo>
                    <a:pt x="770479" y="2108487"/>
                  </a:lnTo>
                  <a:lnTo>
                    <a:pt x="771551" y="2107999"/>
                  </a:lnTo>
                  <a:lnTo>
                    <a:pt x="772622" y="2107511"/>
                  </a:lnTo>
                  <a:lnTo>
                    <a:pt x="773694" y="2107022"/>
                  </a:lnTo>
                  <a:lnTo>
                    <a:pt x="774765" y="2106532"/>
                  </a:lnTo>
                  <a:lnTo>
                    <a:pt x="775837" y="2106040"/>
                  </a:lnTo>
                  <a:lnTo>
                    <a:pt x="776909" y="2105549"/>
                  </a:lnTo>
                  <a:lnTo>
                    <a:pt x="777980" y="2105056"/>
                  </a:lnTo>
                  <a:lnTo>
                    <a:pt x="779052" y="2104562"/>
                  </a:lnTo>
                  <a:lnTo>
                    <a:pt x="780123" y="2104067"/>
                  </a:lnTo>
                  <a:lnTo>
                    <a:pt x="781195" y="2103572"/>
                  </a:lnTo>
                  <a:lnTo>
                    <a:pt x="782267" y="2103075"/>
                  </a:lnTo>
                  <a:lnTo>
                    <a:pt x="783338" y="2102578"/>
                  </a:lnTo>
                  <a:lnTo>
                    <a:pt x="784410" y="2102080"/>
                  </a:lnTo>
                  <a:lnTo>
                    <a:pt x="785481" y="2101581"/>
                  </a:lnTo>
                  <a:lnTo>
                    <a:pt x="786553" y="2101080"/>
                  </a:lnTo>
                  <a:lnTo>
                    <a:pt x="787625" y="2100579"/>
                  </a:lnTo>
                  <a:lnTo>
                    <a:pt x="788696" y="2100078"/>
                  </a:lnTo>
                  <a:lnTo>
                    <a:pt x="789768" y="2099575"/>
                  </a:lnTo>
                  <a:lnTo>
                    <a:pt x="790839" y="2099071"/>
                  </a:lnTo>
                  <a:lnTo>
                    <a:pt x="791911" y="2098567"/>
                  </a:lnTo>
                  <a:lnTo>
                    <a:pt x="792983" y="2098061"/>
                  </a:lnTo>
                  <a:lnTo>
                    <a:pt x="794054" y="2097555"/>
                  </a:lnTo>
                  <a:lnTo>
                    <a:pt x="795126" y="2097048"/>
                  </a:lnTo>
                  <a:lnTo>
                    <a:pt x="796197" y="2096539"/>
                  </a:lnTo>
                  <a:lnTo>
                    <a:pt x="797269" y="2096030"/>
                  </a:lnTo>
                  <a:lnTo>
                    <a:pt x="798341" y="2095520"/>
                  </a:lnTo>
                  <a:lnTo>
                    <a:pt x="799412" y="2095010"/>
                  </a:lnTo>
                  <a:lnTo>
                    <a:pt x="800484" y="2094498"/>
                  </a:lnTo>
                  <a:lnTo>
                    <a:pt x="801555" y="2093985"/>
                  </a:lnTo>
                  <a:lnTo>
                    <a:pt x="802627" y="2093472"/>
                  </a:lnTo>
                  <a:lnTo>
                    <a:pt x="803699" y="2092957"/>
                  </a:lnTo>
                  <a:lnTo>
                    <a:pt x="804770" y="2092442"/>
                  </a:lnTo>
                  <a:lnTo>
                    <a:pt x="805842" y="2091926"/>
                  </a:lnTo>
                  <a:lnTo>
                    <a:pt x="806913" y="2091409"/>
                  </a:lnTo>
                  <a:lnTo>
                    <a:pt x="807985" y="2090891"/>
                  </a:lnTo>
                  <a:lnTo>
                    <a:pt x="809057" y="2090372"/>
                  </a:lnTo>
                  <a:lnTo>
                    <a:pt x="810128" y="2089852"/>
                  </a:lnTo>
                  <a:lnTo>
                    <a:pt x="811200" y="2089331"/>
                  </a:lnTo>
                  <a:lnTo>
                    <a:pt x="812271" y="2088810"/>
                  </a:lnTo>
                  <a:lnTo>
                    <a:pt x="813343" y="2088287"/>
                  </a:lnTo>
                  <a:lnTo>
                    <a:pt x="814415" y="2087764"/>
                  </a:lnTo>
                  <a:lnTo>
                    <a:pt x="815486" y="2087240"/>
                  </a:lnTo>
                  <a:lnTo>
                    <a:pt x="816558" y="2086715"/>
                  </a:lnTo>
                  <a:lnTo>
                    <a:pt x="817629" y="2086189"/>
                  </a:lnTo>
                  <a:lnTo>
                    <a:pt x="818701" y="2085662"/>
                  </a:lnTo>
                  <a:lnTo>
                    <a:pt x="819773" y="2085134"/>
                  </a:lnTo>
                  <a:lnTo>
                    <a:pt x="820844" y="2084606"/>
                  </a:lnTo>
                  <a:lnTo>
                    <a:pt x="821916" y="2084076"/>
                  </a:lnTo>
                  <a:lnTo>
                    <a:pt x="822987" y="2083546"/>
                  </a:lnTo>
                  <a:lnTo>
                    <a:pt x="824059" y="2083014"/>
                  </a:lnTo>
                  <a:lnTo>
                    <a:pt x="825131" y="2082482"/>
                  </a:lnTo>
                  <a:lnTo>
                    <a:pt x="826202" y="2081949"/>
                  </a:lnTo>
                  <a:lnTo>
                    <a:pt x="827274" y="2081415"/>
                  </a:lnTo>
                  <a:lnTo>
                    <a:pt x="828345" y="2080881"/>
                  </a:lnTo>
                  <a:lnTo>
                    <a:pt x="829417" y="2080345"/>
                  </a:lnTo>
                  <a:lnTo>
                    <a:pt x="830489" y="2079809"/>
                  </a:lnTo>
                  <a:lnTo>
                    <a:pt x="831560" y="2079271"/>
                  </a:lnTo>
                  <a:lnTo>
                    <a:pt x="832632" y="2078733"/>
                  </a:lnTo>
                  <a:lnTo>
                    <a:pt x="833703" y="2078194"/>
                  </a:lnTo>
                  <a:lnTo>
                    <a:pt x="834775" y="2077654"/>
                  </a:lnTo>
                  <a:lnTo>
                    <a:pt x="835847" y="2077113"/>
                  </a:lnTo>
                  <a:lnTo>
                    <a:pt x="836918" y="2076571"/>
                  </a:lnTo>
                  <a:lnTo>
                    <a:pt x="837990" y="2076029"/>
                  </a:lnTo>
                  <a:lnTo>
                    <a:pt x="839061" y="2075485"/>
                  </a:lnTo>
                  <a:lnTo>
                    <a:pt x="840133" y="2074941"/>
                  </a:lnTo>
                  <a:lnTo>
                    <a:pt x="841205" y="2074396"/>
                  </a:lnTo>
                  <a:lnTo>
                    <a:pt x="842276" y="2073850"/>
                  </a:lnTo>
                  <a:lnTo>
                    <a:pt x="843348" y="2073303"/>
                  </a:lnTo>
                  <a:lnTo>
                    <a:pt x="844419" y="2072755"/>
                  </a:lnTo>
                  <a:lnTo>
                    <a:pt x="845491" y="2072206"/>
                  </a:lnTo>
                  <a:lnTo>
                    <a:pt x="846563" y="2071657"/>
                  </a:lnTo>
                  <a:lnTo>
                    <a:pt x="847634" y="2071107"/>
                  </a:lnTo>
                  <a:lnTo>
                    <a:pt x="848706" y="2070555"/>
                  </a:lnTo>
                  <a:lnTo>
                    <a:pt x="849777" y="2070003"/>
                  </a:lnTo>
                  <a:lnTo>
                    <a:pt x="850849" y="2069451"/>
                  </a:lnTo>
                  <a:lnTo>
                    <a:pt x="851921" y="2068897"/>
                  </a:lnTo>
                  <a:lnTo>
                    <a:pt x="852992" y="2068342"/>
                  </a:lnTo>
                  <a:lnTo>
                    <a:pt x="854064" y="2067787"/>
                  </a:lnTo>
                  <a:lnTo>
                    <a:pt x="855135" y="2067231"/>
                  </a:lnTo>
                  <a:lnTo>
                    <a:pt x="856207" y="2066674"/>
                  </a:lnTo>
                  <a:lnTo>
                    <a:pt x="857279" y="2066116"/>
                  </a:lnTo>
                  <a:lnTo>
                    <a:pt x="858350" y="2065557"/>
                  </a:lnTo>
                  <a:lnTo>
                    <a:pt x="859422" y="2064997"/>
                  </a:lnTo>
                  <a:lnTo>
                    <a:pt x="860493" y="2064437"/>
                  </a:lnTo>
                  <a:lnTo>
                    <a:pt x="861565" y="2063876"/>
                  </a:lnTo>
                  <a:lnTo>
                    <a:pt x="862637" y="2063314"/>
                  </a:lnTo>
                  <a:lnTo>
                    <a:pt x="863708" y="2062751"/>
                  </a:lnTo>
                  <a:lnTo>
                    <a:pt x="864780" y="2062187"/>
                  </a:lnTo>
                  <a:lnTo>
                    <a:pt x="865851" y="2061623"/>
                  </a:lnTo>
                  <a:lnTo>
                    <a:pt x="866923" y="2061057"/>
                  </a:lnTo>
                  <a:lnTo>
                    <a:pt x="867995" y="2060491"/>
                  </a:lnTo>
                  <a:lnTo>
                    <a:pt x="869066" y="2059924"/>
                  </a:lnTo>
                  <a:lnTo>
                    <a:pt x="870138" y="2059356"/>
                  </a:lnTo>
                  <a:lnTo>
                    <a:pt x="871209" y="2058788"/>
                  </a:lnTo>
                  <a:lnTo>
                    <a:pt x="872281" y="2058218"/>
                  </a:lnTo>
                  <a:lnTo>
                    <a:pt x="873353" y="2057648"/>
                  </a:lnTo>
                  <a:lnTo>
                    <a:pt x="874424" y="2057077"/>
                  </a:lnTo>
                  <a:lnTo>
                    <a:pt x="875496" y="2056505"/>
                  </a:lnTo>
                  <a:lnTo>
                    <a:pt x="876567" y="2055932"/>
                  </a:lnTo>
                  <a:lnTo>
                    <a:pt x="877639" y="2055359"/>
                  </a:lnTo>
                  <a:lnTo>
                    <a:pt x="878711" y="2054785"/>
                  </a:lnTo>
                  <a:lnTo>
                    <a:pt x="879782" y="2054210"/>
                  </a:lnTo>
                  <a:lnTo>
                    <a:pt x="880854" y="2053634"/>
                  </a:lnTo>
                  <a:lnTo>
                    <a:pt x="881925" y="2053057"/>
                  </a:lnTo>
                  <a:lnTo>
                    <a:pt x="882997" y="2052480"/>
                  </a:lnTo>
                  <a:lnTo>
                    <a:pt x="884069" y="2051901"/>
                  </a:lnTo>
                  <a:lnTo>
                    <a:pt x="885140" y="2051322"/>
                  </a:lnTo>
                  <a:lnTo>
                    <a:pt x="886212" y="2050742"/>
                  </a:lnTo>
                  <a:lnTo>
                    <a:pt x="887283" y="2050162"/>
                  </a:lnTo>
                  <a:lnTo>
                    <a:pt x="888355" y="2049580"/>
                  </a:lnTo>
                  <a:lnTo>
                    <a:pt x="889426" y="2048998"/>
                  </a:lnTo>
                  <a:lnTo>
                    <a:pt x="890498" y="2048415"/>
                  </a:lnTo>
                  <a:lnTo>
                    <a:pt x="891570" y="2047832"/>
                  </a:lnTo>
                  <a:lnTo>
                    <a:pt x="892641" y="2047247"/>
                  </a:lnTo>
                  <a:lnTo>
                    <a:pt x="893713" y="2046662"/>
                  </a:lnTo>
                  <a:lnTo>
                    <a:pt x="894784" y="2046076"/>
                  </a:lnTo>
                  <a:lnTo>
                    <a:pt x="895856" y="2045489"/>
                  </a:lnTo>
                  <a:lnTo>
                    <a:pt x="896928" y="2044901"/>
                  </a:lnTo>
                  <a:lnTo>
                    <a:pt x="897999" y="2044313"/>
                  </a:lnTo>
                  <a:lnTo>
                    <a:pt x="899071" y="2043724"/>
                  </a:lnTo>
                  <a:lnTo>
                    <a:pt x="900142" y="2043134"/>
                  </a:lnTo>
                  <a:lnTo>
                    <a:pt x="901214" y="2042544"/>
                  </a:lnTo>
                  <a:lnTo>
                    <a:pt x="902286" y="2041952"/>
                  </a:lnTo>
                  <a:lnTo>
                    <a:pt x="903357" y="2041360"/>
                  </a:lnTo>
                  <a:lnTo>
                    <a:pt x="904429" y="2040767"/>
                  </a:lnTo>
                  <a:lnTo>
                    <a:pt x="905500" y="2040174"/>
                  </a:lnTo>
                  <a:lnTo>
                    <a:pt x="906572" y="2039579"/>
                  </a:lnTo>
                  <a:lnTo>
                    <a:pt x="907644" y="2038984"/>
                  </a:lnTo>
                  <a:lnTo>
                    <a:pt x="908715" y="2038388"/>
                  </a:lnTo>
                  <a:lnTo>
                    <a:pt x="909787" y="2037792"/>
                  </a:lnTo>
                  <a:lnTo>
                    <a:pt x="910858" y="2037194"/>
                  </a:lnTo>
                  <a:lnTo>
                    <a:pt x="911930" y="2036596"/>
                  </a:lnTo>
                  <a:lnTo>
                    <a:pt x="913002" y="2035998"/>
                  </a:lnTo>
                  <a:lnTo>
                    <a:pt x="914073" y="2035398"/>
                  </a:lnTo>
                  <a:lnTo>
                    <a:pt x="915145" y="2034798"/>
                  </a:lnTo>
                  <a:lnTo>
                    <a:pt x="916216" y="2034197"/>
                  </a:lnTo>
                  <a:lnTo>
                    <a:pt x="917288" y="2033595"/>
                  </a:lnTo>
                  <a:lnTo>
                    <a:pt x="918360" y="2032993"/>
                  </a:lnTo>
                  <a:lnTo>
                    <a:pt x="919431" y="2032390"/>
                  </a:lnTo>
                  <a:lnTo>
                    <a:pt x="920503" y="2031786"/>
                  </a:lnTo>
                  <a:lnTo>
                    <a:pt x="921574" y="2031182"/>
                  </a:lnTo>
                  <a:lnTo>
                    <a:pt x="922646" y="2030577"/>
                  </a:lnTo>
                  <a:lnTo>
                    <a:pt x="923718" y="2029971"/>
                  </a:lnTo>
                  <a:lnTo>
                    <a:pt x="924789" y="2029364"/>
                  </a:lnTo>
                  <a:lnTo>
                    <a:pt x="925861" y="2028757"/>
                  </a:lnTo>
                  <a:lnTo>
                    <a:pt x="926932" y="2028149"/>
                  </a:lnTo>
                  <a:lnTo>
                    <a:pt x="928004" y="2027540"/>
                  </a:lnTo>
                  <a:lnTo>
                    <a:pt x="929076" y="2026931"/>
                  </a:lnTo>
                  <a:lnTo>
                    <a:pt x="930147" y="2026321"/>
                  </a:lnTo>
                  <a:lnTo>
                    <a:pt x="931219" y="2025710"/>
                  </a:lnTo>
                  <a:lnTo>
                    <a:pt x="932290" y="2025098"/>
                  </a:lnTo>
                  <a:lnTo>
                    <a:pt x="933362" y="2024486"/>
                  </a:lnTo>
                  <a:lnTo>
                    <a:pt x="934434" y="2023873"/>
                  </a:lnTo>
                  <a:lnTo>
                    <a:pt x="935505" y="2023260"/>
                  </a:lnTo>
                  <a:lnTo>
                    <a:pt x="936577" y="2022646"/>
                  </a:lnTo>
                  <a:lnTo>
                    <a:pt x="937648" y="2022031"/>
                  </a:lnTo>
                  <a:lnTo>
                    <a:pt x="938720" y="2021416"/>
                  </a:lnTo>
                  <a:lnTo>
                    <a:pt x="939792" y="2020799"/>
                  </a:lnTo>
                  <a:lnTo>
                    <a:pt x="940863" y="2020183"/>
                  </a:lnTo>
                  <a:lnTo>
                    <a:pt x="941935" y="2019565"/>
                  </a:lnTo>
                  <a:lnTo>
                    <a:pt x="943006" y="2018947"/>
                  </a:lnTo>
                  <a:lnTo>
                    <a:pt x="944078" y="2018328"/>
                  </a:lnTo>
                  <a:lnTo>
                    <a:pt x="945150" y="2017709"/>
                  </a:lnTo>
                  <a:lnTo>
                    <a:pt x="946221" y="2017089"/>
                  </a:lnTo>
                  <a:lnTo>
                    <a:pt x="947293" y="2016468"/>
                  </a:lnTo>
                  <a:lnTo>
                    <a:pt x="948364" y="2015847"/>
                  </a:lnTo>
                  <a:lnTo>
                    <a:pt x="949436" y="2015225"/>
                  </a:lnTo>
                  <a:lnTo>
                    <a:pt x="950508" y="2014602"/>
                  </a:lnTo>
                  <a:lnTo>
                    <a:pt x="951579" y="2013979"/>
                  </a:lnTo>
                  <a:lnTo>
                    <a:pt x="952651" y="2013355"/>
                  </a:lnTo>
                  <a:lnTo>
                    <a:pt x="953722" y="2012730"/>
                  </a:lnTo>
                  <a:lnTo>
                    <a:pt x="954794" y="2012105"/>
                  </a:lnTo>
                  <a:lnTo>
                    <a:pt x="955866" y="2011480"/>
                  </a:lnTo>
                  <a:lnTo>
                    <a:pt x="956937" y="2010853"/>
                  </a:lnTo>
                  <a:lnTo>
                    <a:pt x="958009" y="2010226"/>
                  </a:lnTo>
                  <a:lnTo>
                    <a:pt x="959080" y="2009599"/>
                  </a:lnTo>
                  <a:lnTo>
                    <a:pt x="960152" y="2008970"/>
                  </a:lnTo>
                  <a:lnTo>
                    <a:pt x="961224" y="2008342"/>
                  </a:lnTo>
                  <a:lnTo>
                    <a:pt x="962295" y="2007712"/>
                  </a:lnTo>
                  <a:lnTo>
                    <a:pt x="963367" y="2007082"/>
                  </a:lnTo>
                  <a:lnTo>
                    <a:pt x="964438" y="2006451"/>
                  </a:lnTo>
                  <a:lnTo>
                    <a:pt x="965510" y="2005820"/>
                  </a:lnTo>
                  <a:lnTo>
                    <a:pt x="966582" y="2005188"/>
                  </a:lnTo>
                  <a:lnTo>
                    <a:pt x="967653" y="2004556"/>
                  </a:lnTo>
                  <a:lnTo>
                    <a:pt x="968725" y="2003923"/>
                  </a:lnTo>
                  <a:lnTo>
                    <a:pt x="969796" y="2003290"/>
                  </a:lnTo>
                  <a:lnTo>
                    <a:pt x="970868" y="2002655"/>
                  </a:lnTo>
                  <a:lnTo>
                    <a:pt x="971940" y="2002021"/>
                  </a:lnTo>
                  <a:lnTo>
                    <a:pt x="973011" y="2001385"/>
                  </a:lnTo>
                  <a:lnTo>
                    <a:pt x="974083" y="2000750"/>
                  </a:lnTo>
                  <a:lnTo>
                    <a:pt x="975154" y="2000113"/>
                  </a:lnTo>
                  <a:lnTo>
                    <a:pt x="976226" y="1999476"/>
                  </a:lnTo>
                  <a:lnTo>
                    <a:pt x="977298" y="1998839"/>
                  </a:lnTo>
                  <a:lnTo>
                    <a:pt x="978369" y="1998200"/>
                  </a:lnTo>
                  <a:lnTo>
                    <a:pt x="979441" y="1997562"/>
                  </a:lnTo>
                  <a:lnTo>
                    <a:pt x="980512" y="1996923"/>
                  </a:lnTo>
                  <a:lnTo>
                    <a:pt x="981584" y="1996283"/>
                  </a:lnTo>
                  <a:lnTo>
                    <a:pt x="982656" y="1995642"/>
                  </a:lnTo>
                  <a:lnTo>
                    <a:pt x="983727" y="1995002"/>
                  </a:lnTo>
                  <a:lnTo>
                    <a:pt x="984799" y="1994360"/>
                  </a:lnTo>
                  <a:lnTo>
                    <a:pt x="985870" y="1993718"/>
                  </a:lnTo>
                  <a:lnTo>
                    <a:pt x="986942" y="1993076"/>
                  </a:lnTo>
                  <a:lnTo>
                    <a:pt x="988014" y="1992433"/>
                  </a:lnTo>
                  <a:lnTo>
                    <a:pt x="989085" y="1991789"/>
                  </a:lnTo>
                  <a:lnTo>
                    <a:pt x="990157" y="1991145"/>
                  </a:lnTo>
                  <a:lnTo>
                    <a:pt x="991228" y="1990501"/>
                  </a:lnTo>
                  <a:lnTo>
                    <a:pt x="992300" y="1989856"/>
                  </a:lnTo>
                  <a:lnTo>
                    <a:pt x="993372" y="1989210"/>
                  </a:lnTo>
                  <a:lnTo>
                    <a:pt x="994443" y="1988564"/>
                  </a:lnTo>
                  <a:lnTo>
                    <a:pt x="995515" y="1987917"/>
                  </a:lnTo>
                  <a:lnTo>
                    <a:pt x="996586" y="1987270"/>
                  </a:lnTo>
                  <a:lnTo>
                    <a:pt x="997658" y="1986622"/>
                  </a:lnTo>
                  <a:lnTo>
                    <a:pt x="998730" y="1985974"/>
                  </a:lnTo>
                  <a:lnTo>
                    <a:pt x="999801" y="1985326"/>
                  </a:lnTo>
                  <a:lnTo>
                    <a:pt x="1000873" y="1984676"/>
                  </a:lnTo>
                  <a:lnTo>
                    <a:pt x="1001944" y="1984027"/>
                  </a:lnTo>
                  <a:lnTo>
                    <a:pt x="1003016" y="1983377"/>
                  </a:lnTo>
                  <a:lnTo>
                    <a:pt x="1004088" y="1982726"/>
                  </a:lnTo>
                  <a:lnTo>
                    <a:pt x="1005159" y="1982075"/>
                  </a:lnTo>
                  <a:lnTo>
                    <a:pt x="1006231" y="1981424"/>
                  </a:lnTo>
                  <a:lnTo>
                    <a:pt x="1007302" y="1980772"/>
                  </a:lnTo>
                  <a:lnTo>
                    <a:pt x="1008374" y="1980119"/>
                  </a:lnTo>
                  <a:lnTo>
                    <a:pt x="1009446" y="1979466"/>
                  </a:lnTo>
                  <a:lnTo>
                    <a:pt x="1010517" y="1978813"/>
                  </a:lnTo>
                  <a:lnTo>
                    <a:pt x="1011589" y="1978159"/>
                  </a:lnTo>
                  <a:lnTo>
                    <a:pt x="1012660" y="1977505"/>
                  </a:lnTo>
                  <a:lnTo>
                    <a:pt x="1013732" y="1976850"/>
                  </a:lnTo>
                  <a:lnTo>
                    <a:pt x="1014804" y="1976195"/>
                  </a:lnTo>
                  <a:lnTo>
                    <a:pt x="1015875" y="1975539"/>
                  </a:lnTo>
                  <a:lnTo>
                    <a:pt x="1016947" y="1974883"/>
                  </a:lnTo>
                  <a:lnTo>
                    <a:pt x="1018018" y="1974226"/>
                  </a:lnTo>
                  <a:lnTo>
                    <a:pt x="1019090" y="1973569"/>
                  </a:lnTo>
                  <a:lnTo>
                    <a:pt x="1020162" y="1972912"/>
                  </a:lnTo>
                  <a:lnTo>
                    <a:pt x="1021233" y="1972254"/>
                  </a:lnTo>
                  <a:lnTo>
                    <a:pt x="1022305" y="1971596"/>
                  </a:lnTo>
                  <a:lnTo>
                    <a:pt x="1023376" y="1970937"/>
                  </a:lnTo>
                  <a:lnTo>
                    <a:pt x="1024448" y="1970278"/>
                  </a:lnTo>
                  <a:lnTo>
                    <a:pt x="1025520" y="1969618"/>
                  </a:lnTo>
                  <a:lnTo>
                    <a:pt x="1026591" y="1968958"/>
                  </a:lnTo>
                  <a:lnTo>
                    <a:pt x="1027663" y="1968298"/>
                  </a:lnTo>
                  <a:lnTo>
                    <a:pt x="1028734" y="1967637"/>
                  </a:lnTo>
                  <a:lnTo>
                    <a:pt x="1029806" y="1966976"/>
                  </a:lnTo>
                  <a:lnTo>
                    <a:pt x="1030878" y="1966314"/>
                  </a:lnTo>
                  <a:lnTo>
                    <a:pt x="1031949" y="1965652"/>
                  </a:lnTo>
                  <a:lnTo>
                    <a:pt x="1033021" y="1964990"/>
                  </a:lnTo>
                  <a:lnTo>
                    <a:pt x="1034092" y="1964327"/>
                  </a:lnTo>
                  <a:lnTo>
                    <a:pt x="1035164" y="1963664"/>
                  </a:lnTo>
                  <a:lnTo>
                    <a:pt x="1036236" y="1963000"/>
                  </a:lnTo>
                  <a:lnTo>
                    <a:pt x="1037307" y="1962336"/>
                  </a:lnTo>
                  <a:lnTo>
                    <a:pt x="1038379" y="1961672"/>
                  </a:lnTo>
                  <a:lnTo>
                    <a:pt x="1039450" y="1961007"/>
                  </a:lnTo>
                  <a:lnTo>
                    <a:pt x="1040522" y="1960342"/>
                  </a:lnTo>
                  <a:lnTo>
                    <a:pt x="1041594" y="1959677"/>
                  </a:lnTo>
                  <a:lnTo>
                    <a:pt x="1042665" y="1959011"/>
                  </a:lnTo>
                  <a:lnTo>
                    <a:pt x="1043737" y="1958345"/>
                  </a:lnTo>
                  <a:lnTo>
                    <a:pt x="1044808" y="1957678"/>
                  </a:lnTo>
                  <a:lnTo>
                    <a:pt x="1045880" y="1957012"/>
                  </a:lnTo>
                  <a:lnTo>
                    <a:pt x="1046952" y="1956344"/>
                  </a:lnTo>
                  <a:lnTo>
                    <a:pt x="1048023" y="1955677"/>
                  </a:lnTo>
                  <a:lnTo>
                    <a:pt x="1049095" y="1955009"/>
                  </a:lnTo>
                  <a:lnTo>
                    <a:pt x="1050166" y="1954341"/>
                  </a:lnTo>
                  <a:lnTo>
                    <a:pt x="1051238" y="1953672"/>
                  </a:lnTo>
                  <a:lnTo>
                    <a:pt x="1052310" y="1953003"/>
                  </a:lnTo>
                  <a:lnTo>
                    <a:pt x="1053381" y="1952334"/>
                  </a:lnTo>
                  <a:lnTo>
                    <a:pt x="1054453" y="1951664"/>
                  </a:lnTo>
                  <a:lnTo>
                    <a:pt x="1055524" y="1950995"/>
                  </a:lnTo>
                  <a:lnTo>
                    <a:pt x="1056596" y="1950324"/>
                  </a:lnTo>
                  <a:lnTo>
                    <a:pt x="1057668" y="1949654"/>
                  </a:lnTo>
                  <a:lnTo>
                    <a:pt x="1058739" y="1948983"/>
                  </a:lnTo>
                  <a:lnTo>
                    <a:pt x="1059811" y="1948312"/>
                  </a:lnTo>
                  <a:lnTo>
                    <a:pt x="1060882" y="1947640"/>
                  </a:lnTo>
                  <a:lnTo>
                    <a:pt x="1061954" y="1946969"/>
                  </a:lnTo>
                  <a:lnTo>
                    <a:pt x="1063026" y="1946297"/>
                  </a:lnTo>
                  <a:lnTo>
                    <a:pt x="1064097" y="1945624"/>
                  </a:lnTo>
                  <a:lnTo>
                    <a:pt x="1065169" y="1944952"/>
                  </a:lnTo>
                  <a:lnTo>
                    <a:pt x="1066240" y="1944279"/>
                  </a:lnTo>
                  <a:lnTo>
                    <a:pt x="1067312" y="1943606"/>
                  </a:lnTo>
                  <a:lnTo>
                    <a:pt x="1068383" y="1942932"/>
                  </a:lnTo>
                  <a:lnTo>
                    <a:pt x="1069455" y="1942258"/>
                  </a:lnTo>
                  <a:lnTo>
                    <a:pt x="1070527" y="1941584"/>
                  </a:lnTo>
                  <a:lnTo>
                    <a:pt x="1071598" y="1940910"/>
                  </a:lnTo>
                  <a:lnTo>
                    <a:pt x="1072670" y="1940235"/>
                  </a:lnTo>
                  <a:lnTo>
                    <a:pt x="1073741" y="1939561"/>
                  </a:lnTo>
                  <a:lnTo>
                    <a:pt x="1074813" y="1938885"/>
                  </a:lnTo>
                  <a:lnTo>
                    <a:pt x="1075885" y="1938210"/>
                  </a:lnTo>
                  <a:lnTo>
                    <a:pt x="1076956" y="1937534"/>
                  </a:lnTo>
                  <a:lnTo>
                    <a:pt x="1078028" y="1936859"/>
                  </a:lnTo>
                  <a:lnTo>
                    <a:pt x="1079099" y="1936183"/>
                  </a:lnTo>
                  <a:lnTo>
                    <a:pt x="1080171" y="1935506"/>
                  </a:lnTo>
                  <a:lnTo>
                    <a:pt x="1081243" y="1934830"/>
                  </a:lnTo>
                  <a:lnTo>
                    <a:pt x="1082314" y="1934153"/>
                  </a:lnTo>
                  <a:lnTo>
                    <a:pt x="1083386" y="1933476"/>
                  </a:lnTo>
                  <a:lnTo>
                    <a:pt x="1084457" y="1932798"/>
                  </a:lnTo>
                  <a:lnTo>
                    <a:pt x="1085529" y="1932121"/>
                  </a:lnTo>
                  <a:lnTo>
                    <a:pt x="1086601" y="1931443"/>
                  </a:lnTo>
                  <a:lnTo>
                    <a:pt x="1087672" y="1930765"/>
                  </a:lnTo>
                  <a:lnTo>
                    <a:pt x="1088744" y="1930087"/>
                  </a:lnTo>
                  <a:lnTo>
                    <a:pt x="1089815" y="1929409"/>
                  </a:lnTo>
                  <a:lnTo>
                    <a:pt x="1090887" y="1928730"/>
                  </a:lnTo>
                  <a:lnTo>
                    <a:pt x="1091959" y="1928051"/>
                  </a:lnTo>
                  <a:lnTo>
                    <a:pt x="1093030" y="1927372"/>
                  </a:lnTo>
                  <a:lnTo>
                    <a:pt x="1094102" y="1926693"/>
                  </a:lnTo>
                  <a:lnTo>
                    <a:pt x="1095173" y="1926014"/>
                  </a:lnTo>
                  <a:lnTo>
                    <a:pt x="1096245" y="1925334"/>
                  </a:lnTo>
                  <a:lnTo>
                    <a:pt x="1097317" y="1924655"/>
                  </a:lnTo>
                  <a:lnTo>
                    <a:pt x="1098388" y="1923975"/>
                  </a:lnTo>
                  <a:lnTo>
                    <a:pt x="1099460" y="1923295"/>
                  </a:lnTo>
                  <a:lnTo>
                    <a:pt x="1100531" y="1922614"/>
                  </a:lnTo>
                  <a:lnTo>
                    <a:pt x="1101603" y="1921934"/>
                  </a:lnTo>
                  <a:lnTo>
                    <a:pt x="1102675" y="1921253"/>
                  </a:lnTo>
                  <a:lnTo>
                    <a:pt x="1103746" y="1920573"/>
                  </a:lnTo>
                  <a:lnTo>
                    <a:pt x="1104818" y="1919892"/>
                  </a:lnTo>
                  <a:lnTo>
                    <a:pt x="1105889" y="1919211"/>
                  </a:lnTo>
                  <a:lnTo>
                    <a:pt x="1106961" y="1918529"/>
                  </a:lnTo>
                  <a:lnTo>
                    <a:pt x="1108033" y="1917848"/>
                  </a:lnTo>
                  <a:lnTo>
                    <a:pt x="1109104" y="1917166"/>
                  </a:lnTo>
                  <a:lnTo>
                    <a:pt x="1110176" y="1916485"/>
                  </a:lnTo>
                  <a:lnTo>
                    <a:pt x="1111247" y="1915803"/>
                  </a:lnTo>
                  <a:lnTo>
                    <a:pt x="1112319" y="1915121"/>
                  </a:lnTo>
                  <a:lnTo>
                    <a:pt x="1113391" y="1914439"/>
                  </a:lnTo>
                  <a:lnTo>
                    <a:pt x="1114462" y="1913757"/>
                  </a:lnTo>
                  <a:lnTo>
                    <a:pt x="1115534" y="1913074"/>
                  </a:lnTo>
                  <a:lnTo>
                    <a:pt x="1116605" y="1912392"/>
                  </a:lnTo>
                  <a:lnTo>
                    <a:pt x="1117677" y="1911709"/>
                  </a:lnTo>
                  <a:lnTo>
                    <a:pt x="1118749" y="1911027"/>
                  </a:lnTo>
                  <a:lnTo>
                    <a:pt x="1119820" y="1910344"/>
                  </a:lnTo>
                  <a:lnTo>
                    <a:pt x="1120892" y="1909661"/>
                  </a:lnTo>
                  <a:lnTo>
                    <a:pt x="1121963" y="1908978"/>
                  </a:lnTo>
                  <a:lnTo>
                    <a:pt x="1123035" y="1908295"/>
                  </a:lnTo>
                  <a:lnTo>
                    <a:pt x="1124107" y="1907612"/>
                  </a:lnTo>
                  <a:lnTo>
                    <a:pt x="1125178" y="1906929"/>
                  </a:lnTo>
                  <a:lnTo>
                    <a:pt x="1126250" y="1906245"/>
                  </a:lnTo>
                  <a:lnTo>
                    <a:pt x="1127321" y="1905562"/>
                  </a:lnTo>
                  <a:lnTo>
                    <a:pt x="1128393" y="1904878"/>
                  </a:lnTo>
                  <a:lnTo>
                    <a:pt x="1129465" y="1904195"/>
                  </a:lnTo>
                  <a:lnTo>
                    <a:pt x="1130536" y="1903511"/>
                  </a:lnTo>
                  <a:lnTo>
                    <a:pt x="1131608" y="1902827"/>
                  </a:lnTo>
                  <a:lnTo>
                    <a:pt x="1132679" y="1902144"/>
                  </a:lnTo>
                  <a:lnTo>
                    <a:pt x="1133751" y="1901460"/>
                  </a:lnTo>
                  <a:lnTo>
                    <a:pt x="1134823" y="1900776"/>
                  </a:lnTo>
                  <a:lnTo>
                    <a:pt x="1135894" y="1900092"/>
                  </a:lnTo>
                  <a:lnTo>
                    <a:pt x="1136966" y="1899408"/>
                  </a:lnTo>
                  <a:lnTo>
                    <a:pt x="1138037" y="1898724"/>
                  </a:lnTo>
                  <a:lnTo>
                    <a:pt x="1139109" y="1898040"/>
                  </a:lnTo>
                  <a:lnTo>
                    <a:pt x="1140181" y="1897356"/>
                  </a:lnTo>
                  <a:lnTo>
                    <a:pt x="1141252" y="1896671"/>
                  </a:lnTo>
                  <a:lnTo>
                    <a:pt x="1142324" y="1895987"/>
                  </a:lnTo>
                  <a:lnTo>
                    <a:pt x="1143395" y="1895303"/>
                  </a:lnTo>
                  <a:lnTo>
                    <a:pt x="1144467" y="1894619"/>
                  </a:lnTo>
                  <a:lnTo>
                    <a:pt x="1145539" y="1893935"/>
                  </a:lnTo>
                  <a:lnTo>
                    <a:pt x="1146610" y="1893250"/>
                  </a:lnTo>
                  <a:lnTo>
                    <a:pt x="1147682" y="1892566"/>
                  </a:lnTo>
                  <a:lnTo>
                    <a:pt x="1148753" y="1891882"/>
                  </a:lnTo>
                  <a:lnTo>
                    <a:pt x="1149825" y="1891197"/>
                  </a:lnTo>
                  <a:lnTo>
                    <a:pt x="1150897" y="1890513"/>
                  </a:lnTo>
                  <a:lnTo>
                    <a:pt x="1151968" y="1889829"/>
                  </a:lnTo>
                  <a:lnTo>
                    <a:pt x="1153040" y="1889144"/>
                  </a:lnTo>
                  <a:lnTo>
                    <a:pt x="1154111" y="1888460"/>
                  </a:lnTo>
                  <a:lnTo>
                    <a:pt x="1155183" y="1887775"/>
                  </a:lnTo>
                  <a:lnTo>
                    <a:pt x="1156255" y="1887091"/>
                  </a:lnTo>
                  <a:lnTo>
                    <a:pt x="1157326" y="1886407"/>
                  </a:lnTo>
                  <a:lnTo>
                    <a:pt x="1158398" y="1885722"/>
                  </a:lnTo>
                  <a:lnTo>
                    <a:pt x="1159469" y="1885038"/>
                  </a:lnTo>
                  <a:lnTo>
                    <a:pt x="1160541" y="1884353"/>
                  </a:lnTo>
                  <a:lnTo>
                    <a:pt x="1161613" y="1883669"/>
                  </a:lnTo>
                  <a:lnTo>
                    <a:pt x="1162684" y="1882984"/>
                  </a:lnTo>
                  <a:lnTo>
                    <a:pt x="1163756" y="1882300"/>
                  </a:lnTo>
                  <a:lnTo>
                    <a:pt x="1164827" y="1881615"/>
                  </a:lnTo>
                  <a:lnTo>
                    <a:pt x="1165899" y="1880931"/>
                  </a:lnTo>
                  <a:lnTo>
                    <a:pt x="1166971" y="1880246"/>
                  </a:lnTo>
                  <a:lnTo>
                    <a:pt x="1168042" y="1879561"/>
                  </a:lnTo>
                  <a:lnTo>
                    <a:pt x="1169114" y="1878877"/>
                  </a:lnTo>
                  <a:lnTo>
                    <a:pt x="1170185" y="1878192"/>
                  </a:lnTo>
                  <a:lnTo>
                    <a:pt x="1171257" y="1877508"/>
                  </a:lnTo>
                  <a:lnTo>
                    <a:pt x="1172329" y="1876823"/>
                  </a:lnTo>
                  <a:lnTo>
                    <a:pt x="1173400" y="1876138"/>
                  </a:lnTo>
                  <a:lnTo>
                    <a:pt x="1174472" y="1875454"/>
                  </a:lnTo>
                  <a:lnTo>
                    <a:pt x="1175543" y="1874769"/>
                  </a:lnTo>
                  <a:lnTo>
                    <a:pt x="1176615" y="1874084"/>
                  </a:lnTo>
                  <a:lnTo>
                    <a:pt x="1177687" y="1873399"/>
                  </a:lnTo>
                  <a:lnTo>
                    <a:pt x="1178758" y="1872715"/>
                  </a:lnTo>
                  <a:lnTo>
                    <a:pt x="1179830" y="1872030"/>
                  </a:lnTo>
                  <a:lnTo>
                    <a:pt x="1180901" y="1871345"/>
                  </a:lnTo>
                  <a:lnTo>
                    <a:pt x="1181973" y="1870660"/>
                  </a:lnTo>
                  <a:lnTo>
                    <a:pt x="1183045" y="1869975"/>
                  </a:lnTo>
                  <a:lnTo>
                    <a:pt x="1184116" y="1869291"/>
                  </a:lnTo>
                  <a:lnTo>
                    <a:pt x="1185188" y="1868606"/>
                  </a:lnTo>
                  <a:lnTo>
                    <a:pt x="1186259" y="1867921"/>
                  </a:lnTo>
                  <a:lnTo>
                    <a:pt x="1187331" y="1867236"/>
                  </a:lnTo>
                  <a:lnTo>
                    <a:pt x="1188403" y="1866551"/>
                  </a:lnTo>
                  <a:lnTo>
                    <a:pt x="1189474" y="1865866"/>
                  </a:lnTo>
                  <a:lnTo>
                    <a:pt x="1190546" y="1865181"/>
                  </a:lnTo>
                  <a:lnTo>
                    <a:pt x="1191617" y="1864496"/>
                  </a:lnTo>
                  <a:lnTo>
                    <a:pt x="1192689" y="1863811"/>
                  </a:lnTo>
                  <a:lnTo>
                    <a:pt x="1193761" y="1863126"/>
                  </a:lnTo>
                  <a:lnTo>
                    <a:pt x="1194832" y="1862441"/>
                  </a:lnTo>
                  <a:lnTo>
                    <a:pt x="1195904" y="1861756"/>
                  </a:lnTo>
                  <a:lnTo>
                    <a:pt x="1196975" y="1861071"/>
                  </a:lnTo>
                  <a:lnTo>
                    <a:pt x="1198047" y="1860385"/>
                  </a:lnTo>
                  <a:lnTo>
                    <a:pt x="1199119" y="1859700"/>
                  </a:lnTo>
                  <a:lnTo>
                    <a:pt x="1200190" y="1859015"/>
                  </a:lnTo>
                  <a:lnTo>
                    <a:pt x="1201262" y="1858330"/>
                  </a:lnTo>
                  <a:lnTo>
                    <a:pt x="1202333" y="1857645"/>
                  </a:lnTo>
                  <a:lnTo>
                    <a:pt x="1203405" y="1856959"/>
                  </a:lnTo>
                  <a:lnTo>
                    <a:pt x="1204477" y="1856274"/>
                  </a:lnTo>
                  <a:lnTo>
                    <a:pt x="1205548" y="1855589"/>
                  </a:lnTo>
                  <a:lnTo>
                    <a:pt x="1206620" y="1854903"/>
                  </a:lnTo>
                  <a:lnTo>
                    <a:pt x="1207691" y="1854218"/>
                  </a:lnTo>
                  <a:lnTo>
                    <a:pt x="1208763" y="1853532"/>
                  </a:lnTo>
                  <a:lnTo>
                    <a:pt x="1209835" y="1852847"/>
                  </a:lnTo>
                  <a:lnTo>
                    <a:pt x="1210906" y="1852161"/>
                  </a:lnTo>
                  <a:lnTo>
                    <a:pt x="1211978" y="1851476"/>
                  </a:lnTo>
                  <a:lnTo>
                    <a:pt x="1213049" y="1850790"/>
                  </a:lnTo>
                  <a:lnTo>
                    <a:pt x="1214121" y="1850104"/>
                  </a:lnTo>
                  <a:lnTo>
                    <a:pt x="1215193" y="1849419"/>
                  </a:lnTo>
                  <a:lnTo>
                    <a:pt x="1216264" y="1848733"/>
                  </a:lnTo>
                  <a:lnTo>
                    <a:pt x="1217336" y="1848047"/>
                  </a:lnTo>
                  <a:lnTo>
                    <a:pt x="1218407" y="1847361"/>
                  </a:lnTo>
                  <a:lnTo>
                    <a:pt x="1219479" y="1846676"/>
                  </a:lnTo>
                  <a:lnTo>
                    <a:pt x="1220551" y="1845990"/>
                  </a:lnTo>
                  <a:lnTo>
                    <a:pt x="1221622" y="1845304"/>
                  </a:lnTo>
                  <a:lnTo>
                    <a:pt x="1222694" y="1844618"/>
                  </a:lnTo>
                  <a:lnTo>
                    <a:pt x="1223765" y="1843932"/>
                  </a:lnTo>
                  <a:lnTo>
                    <a:pt x="1224837" y="1843246"/>
                  </a:lnTo>
                  <a:lnTo>
                    <a:pt x="1225909" y="1842560"/>
                  </a:lnTo>
                  <a:lnTo>
                    <a:pt x="1226980" y="1841873"/>
                  </a:lnTo>
                  <a:lnTo>
                    <a:pt x="1228052" y="1841187"/>
                  </a:lnTo>
                  <a:lnTo>
                    <a:pt x="1229123" y="1840501"/>
                  </a:lnTo>
                  <a:lnTo>
                    <a:pt x="1230195" y="1839815"/>
                  </a:lnTo>
                  <a:lnTo>
                    <a:pt x="1231267" y="1839128"/>
                  </a:lnTo>
                  <a:lnTo>
                    <a:pt x="1232338" y="1838442"/>
                  </a:lnTo>
                  <a:lnTo>
                    <a:pt x="1233410" y="1837755"/>
                  </a:lnTo>
                  <a:lnTo>
                    <a:pt x="1234481" y="1837069"/>
                  </a:lnTo>
                  <a:lnTo>
                    <a:pt x="1235553" y="1836382"/>
                  </a:lnTo>
                  <a:lnTo>
                    <a:pt x="1236625" y="1835695"/>
                  </a:lnTo>
                  <a:lnTo>
                    <a:pt x="1237696" y="1835009"/>
                  </a:lnTo>
                  <a:lnTo>
                    <a:pt x="1238768" y="1834322"/>
                  </a:lnTo>
                  <a:lnTo>
                    <a:pt x="1239839" y="1833635"/>
                  </a:lnTo>
                  <a:lnTo>
                    <a:pt x="1240911" y="1832948"/>
                  </a:lnTo>
                  <a:lnTo>
                    <a:pt x="1241983" y="1832261"/>
                  </a:lnTo>
                  <a:lnTo>
                    <a:pt x="1243054" y="1831574"/>
                  </a:lnTo>
                  <a:lnTo>
                    <a:pt x="1244126" y="1830887"/>
                  </a:lnTo>
                  <a:lnTo>
                    <a:pt x="1245197" y="1830200"/>
                  </a:lnTo>
                  <a:lnTo>
                    <a:pt x="1246269" y="1829513"/>
                  </a:lnTo>
                  <a:lnTo>
                    <a:pt x="1247340" y="1828825"/>
                  </a:lnTo>
                  <a:lnTo>
                    <a:pt x="1248412" y="1828138"/>
                  </a:lnTo>
                  <a:lnTo>
                    <a:pt x="1249484" y="1827450"/>
                  </a:lnTo>
                  <a:lnTo>
                    <a:pt x="1250555" y="1826763"/>
                  </a:lnTo>
                  <a:lnTo>
                    <a:pt x="1251627" y="1826075"/>
                  </a:lnTo>
                  <a:lnTo>
                    <a:pt x="1252698" y="1825387"/>
                  </a:lnTo>
                  <a:lnTo>
                    <a:pt x="1253770" y="1824700"/>
                  </a:lnTo>
                  <a:lnTo>
                    <a:pt x="1254842" y="1824012"/>
                  </a:lnTo>
                  <a:lnTo>
                    <a:pt x="1255913" y="1823324"/>
                  </a:lnTo>
                  <a:lnTo>
                    <a:pt x="1256985" y="1822636"/>
                  </a:lnTo>
                  <a:lnTo>
                    <a:pt x="1258056" y="1821948"/>
                  </a:lnTo>
                  <a:lnTo>
                    <a:pt x="1259128" y="1821260"/>
                  </a:lnTo>
                  <a:lnTo>
                    <a:pt x="1260200" y="1820571"/>
                  </a:lnTo>
                  <a:lnTo>
                    <a:pt x="1261271" y="1819883"/>
                  </a:lnTo>
                  <a:lnTo>
                    <a:pt x="1262343" y="1819194"/>
                  </a:lnTo>
                  <a:lnTo>
                    <a:pt x="1263414" y="1818506"/>
                  </a:lnTo>
                  <a:lnTo>
                    <a:pt x="1264486" y="1817817"/>
                  </a:lnTo>
                  <a:lnTo>
                    <a:pt x="1265558" y="1817128"/>
                  </a:lnTo>
                  <a:lnTo>
                    <a:pt x="1266629" y="1816440"/>
                  </a:lnTo>
                  <a:lnTo>
                    <a:pt x="1267701" y="1815751"/>
                  </a:lnTo>
                  <a:lnTo>
                    <a:pt x="1268772" y="1815062"/>
                  </a:lnTo>
                  <a:lnTo>
                    <a:pt x="1269844" y="1814372"/>
                  </a:lnTo>
                  <a:lnTo>
                    <a:pt x="1270916" y="1813683"/>
                  </a:lnTo>
                  <a:lnTo>
                    <a:pt x="1271987" y="1812994"/>
                  </a:lnTo>
                  <a:lnTo>
                    <a:pt x="1273059" y="1812304"/>
                  </a:lnTo>
                  <a:lnTo>
                    <a:pt x="1274130" y="1811615"/>
                  </a:lnTo>
                  <a:lnTo>
                    <a:pt x="1275202" y="1810925"/>
                  </a:lnTo>
                  <a:lnTo>
                    <a:pt x="1276274" y="1810235"/>
                  </a:lnTo>
                  <a:lnTo>
                    <a:pt x="1277345" y="1809545"/>
                  </a:lnTo>
                  <a:lnTo>
                    <a:pt x="1278417" y="1808855"/>
                  </a:lnTo>
                  <a:lnTo>
                    <a:pt x="1279488" y="1808165"/>
                  </a:lnTo>
                  <a:lnTo>
                    <a:pt x="1280560" y="1807475"/>
                  </a:lnTo>
                  <a:lnTo>
                    <a:pt x="1281632" y="1806785"/>
                  </a:lnTo>
                  <a:lnTo>
                    <a:pt x="1282703" y="1806094"/>
                  </a:lnTo>
                  <a:lnTo>
                    <a:pt x="1283775" y="1805404"/>
                  </a:lnTo>
                  <a:lnTo>
                    <a:pt x="1284846" y="1804713"/>
                  </a:lnTo>
                  <a:lnTo>
                    <a:pt x="1285918" y="1804022"/>
                  </a:lnTo>
                  <a:lnTo>
                    <a:pt x="1286990" y="1803331"/>
                  </a:lnTo>
                  <a:lnTo>
                    <a:pt x="1288061" y="1802640"/>
                  </a:lnTo>
                  <a:lnTo>
                    <a:pt x="1289133" y="1801949"/>
                  </a:lnTo>
                  <a:lnTo>
                    <a:pt x="1290204" y="1801257"/>
                  </a:lnTo>
                  <a:lnTo>
                    <a:pt x="1291276" y="1800566"/>
                  </a:lnTo>
                  <a:lnTo>
                    <a:pt x="1292348" y="1799874"/>
                  </a:lnTo>
                  <a:lnTo>
                    <a:pt x="1293419" y="1799182"/>
                  </a:lnTo>
                  <a:lnTo>
                    <a:pt x="1294491" y="1798490"/>
                  </a:lnTo>
                  <a:lnTo>
                    <a:pt x="1295562" y="1797798"/>
                  </a:lnTo>
                  <a:lnTo>
                    <a:pt x="1296634" y="1797106"/>
                  </a:lnTo>
                  <a:lnTo>
                    <a:pt x="1297706" y="1796414"/>
                  </a:lnTo>
                  <a:lnTo>
                    <a:pt x="1298777" y="1795721"/>
                  </a:lnTo>
                  <a:lnTo>
                    <a:pt x="1299849" y="1795029"/>
                  </a:lnTo>
                  <a:lnTo>
                    <a:pt x="1300920" y="1794336"/>
                  </a:lnTo>
                  <a:lnTo>
                    <a:pt x="1301992" y="1793643"/>
                  </a:lnTo>
                  <a:lnTo>
                    <a:pt x="1303064" y="1792950"/>
                  </a:lnTo>
                  <a:lnTo>
                    <a:pt x="1304135" y="1792256"/>
                  </a:lnTo>
                  <a:lnTo>
                    <a:pt x="1305207" y="1791563"/>
                  </a:lnTo>
                  <a:lnTo>
                    <a:pt x="1306278" y="1790869"/>
                  </a:lnTo>
                  <a:lnTo>
                    <a:pt x="1307350" y="1790175"/>
                  </a:lnTo>
                  <a:lnTo>
                    <a:pt x="1308422" y="1789482"/>
                  </a:lnTo>
                  <a:lnTo>
                    <a:pt x="1309493" y="1788787"/>
                  </a:lnTo>
                  <a:lnTo>
                    <a:pt x="1310565" y="1788093"/>
                  </a:lnTo>
                  <a:lnTo>
                    <a:pt x="1311636" y="1787399"/>
                  </a:lnTo>
                  <a:lnTo>
                    <a:pt x="1312708" y="1786704"/>
                  </a:lnTo>
                  <a:lnTo>
                    <a:pt x="1313780" y="1786009"/>
                  </a:lnTo>
                  <a:lnTo>
                    <a:pt x="1314851" y="1785314"/>
                  </a:lnTo>
                  <a:lnTo>
                    <a:pt x="1315923" y="1784619"/>
                  </a:lnTo>
                  <a:lnTo>
                    <a:pt x="1316994" y="1783924"/>
                  </a:lnTo>
                  <a:lnTo>
                    <a:pt x="1318066" y="1783228"/>
                  </a:lnTo>
                  <a:lnTo>
                    <a:pt x="1319138" y="1782533"/>
                  </a:lnTo>
                  <a:lnTo>
                    <a:pt x="1320209" y="1781837"/>
                  </a:lnTo>
                  <a:lnTo>
                    <a:pt x="1321281" y="1781141"/>
                  </a:lnTo>
                  <a:lnTo>
                    <a:pt x="1322352" y="1780444"/>
                  </a:lnTo>
                  <a:lnTo>
                    <a:pt x="1323424" y="1779748"/>
                  </a:lnTo>
                  <a:lnTo>
                    <a:pt x="1324496" y="1779051"/>
                  </a:lnTo>
                  <a:lnTo>
                    <a:pt x="1325567" y="1778354"/>
                  </a:lnTo>
                  <a:lnTo>
                    <a:pt x="1326639" y="1777657"/>
                  </a:lnTo>
                  <a:lnTo>
                    <a:pt x="1327710" y="1776960"/>
                  </a:lnTo>
                  <a:lnTo>
                    <a:pt x="1328782" y="1776263"/>
                  </a:lnTo>
                  <a:lnTo>
                    <a:pt x="1329854" y="1775565"/>
                  </a:lnTo>
                  <a:lnTo>
                    <a:pt x="1330925" y="1774867"/>
                  </a:lnTo>
                  <a:lnTo>
                    <a:pt x="1331997" y="1774169"/>
                  </a:lnTo>
                  <a:lnTo>
                    <a:pt x="1333068" y="1773471"/>
                  </a:lnTo>
                  <a:lnTo>
                    <a:pt x="1334140" y="1772772"/>
                  </a:lnTo>
                  <a:lnTo>
                    <a:pt x="1335212" y="1772073"/>
                  </a:lnTo>
                  <a:lnTo>
                    <a:pt x="1336283" y="1771374"/>
                  </a:lnTo>
                  <a:lnTo>
                    <a:pt x="1337355" y="1770675"/>
                  </a:lnTo>
                  <a:lnTo>
                    <a:pt x="1338426" y="1769976"/>
                  </a:lnTo>
                  <a:lnTo>
                    <a:pt x="1339498" y="1769276"/>
                  </a:lnTo>
                  <a:lnTo>
                    <a:pt x="1340570" y="1768576"/>
                  </a:lnTo>
                  <a:lnTo>
                    <a:pt x="1341641" y="1767876"/>
                  </a:lnTo>
                  <a:lnTo>
                    <a:pt x="1342713" y="1767176"/>
                  </a:lnTo>
                  <a:lnTo>
                    <a:pt x="1343784" y="1766475"/>
                  </a:lnTo>
                  <a:lnTo>
                    <a:pt x="1344856" y="1765774"/>
                  </a:lnTo>
                  <a:lnTo>
                    <a:pt x="1345928" y="1765073"/>
                  </a:lnTo>
                  <a:lnTo>
                    <a:pt x="1346999" y="1764372"/>
                  </a:lnTo>
                  <a:lnTo>
                    <a:pt x="1348071" y="1763670"/>
                  </a:lnTo>
                  <a:lnTo>
                    <a:pt x="1349142" y="1762969"/>
                  </a:lnTo>
                  <a:lnTo>
                    <a:pt x="1350214" y="1762267"/>
                  </a:lnTo>
                  <a:lnTo>
                    <a:pt x="1351286" y="1761564"/>
                  </a:lnTo>
                  <a:lnTo>
                    <a:pt x="1352357" y="1760862"/>
                  </a:lnTo>
                  <a:lnTo>
                    <a:pt x="1353429" y="1760159"/>
                  </a:lnTo>
                  <a:lnTo>
                    <a:pt x="1354500" y="1759456"/>
                  </a:lnTo>
                  <a:lnTo>
                    <a:pt x="1355572" y="1758752"/>
                  </a:lnTo>
                  <a:lnTo>
                    <a:pt x="1356644" y="1758049"/>
                  </a:lnTo>
                  <a:lnTo>
                    <a:pt x="1357715" y="1757345"/>
                  </a:lnTo>
                  <a:lnTo>
                    <a:pt x="1358787" y="1756641"/>
                  </a:lnTo>
                  <a:lnTo>
                    <a:pt x="1359858" y="1755936"/>
                  </a:lnTo>
                  <a:lnTo>
                    <a:pt x="1360930" y="1755232"/>
                  </a:lnTo>
                  <a:lnTo>
                    <a:pt x="1362002" y="1754527"/>
                  </a:lnTo>
                  <a:lnTo>
                    <a:pt x="1363073" y="1753821"/>
                  </a:lnTo>
                  <a:lnTo>
                    <a:pt x="1364145" y="1753116"/>
                  </a:lnTo>
                  <a:lnTo>
                    <a:pt x="1365216" y="1752410"/>
                  </a:lnTo>
                  <a:lnTo>
                    <a:pt x="1366288" y="1751704"/>
                  </a:lnTo>
                  <a:lnTo>
                    <a:pt x="1367360" y="1750998"/>
                  </a:lnTo>
                  <a:lnTo>
                    <a:pt x="1368431" y="1750291"/>
                  </a:lnTo>
                  <a:lnTo>
                    <a:pt x="1369503" y="1749584"/>
                  </a:lnTo>
                  <a:lnTo>
                    <a:pt x="1370574" y="1748877"/>
                  </a:lnTo>
                  <a:lnTo>
                    <a:pt x="1371646" y="1748169"/>
                  </a:lnTo>
                  <a:lnTo>
                    <a:pt x="1372718" y="1747461"/>
                  </a:lnTo>
                  <a:lnTo>
                    <a:pt x="1373789" y="1746753"/>
                  </a:lnTo>
                  <a:lnTo>
                    <a:pt x="1374861" y="1746044"/>
                  </a:lnTo>
                  <a:lnTo>
                    <a:pt x="1375932" y="1745335"/>
                  </a:lnTo>
                  <a:lnTo>
                    <a:pt x="1377004" y="1744626"/>
                  </a:lnTo>
                  <a:lnTo>
                    <a:pt x="1378076" y="1743917"/>
                  </a:lnTo>
                  <a:lnTo>
                    <a:pt x="1379147" y="1743207"/>
                  </a:lnTo>
                  <a:lnTo>
                    <a:pt x="1380219" y="1742497"/>
                  </a:lnTo>
                  <a:lnTo>
                    <a:pt x="1381290" y="1741786"/>
                  </a:lnTo>
                  <a:lnTo>
                    <a:pt x="1382362" y="1741076"/>
                  </a:lnTo>
                  <a:lnTo>
                    <a:pt x="1383434" y="1740365"/>
                  </a:lnTo>
                  <a:lnTo>
                    <a:pt x="1384505" y="1739653"/>
                  </a:lnTo>
                  <a:lnTo>
                    <a:pt x="1385577" y="1738941"/>
                  </a:lnTo>
                  <a:lnTo>
                    <a:pt x="1386648" y="1738229"/>
                  </a:lnTo>
                  <a:lnTo>
                    <a:pt x="1387720" y="1737517"/>
                  </a:lnTo>
                  <a:lnTo>
                    <a:pt x="1388792" y="1736804"/>
                  </a:lnTo>
                  <a:lnTo>
                    <a:pt x="1389863" y="1736091"/>
                  </a:lnTo>
                  <a:lnTo>
                    <a:pt x="1390935" y="1735377"/>
                  </a:lnTo>
                  <a:lnTo>
                    <a:pt x="1392006" y="1734664"/>
                  </a:lnTo>
                  <a:lnTo>
                    <a:pt x="1393078" y="1733949"/>
                  </a:lnTo>
                  <a:lnTo>
                    <a:pt x="1394150" y="1733235"/>
                  </a:lnTo>
                  <a:lnTo>
                    <a:pt x="1395221" y="1732520"/>
                  </a:lnTo>
                  <a:lnTo>
                    <a:pt x="1396293" y="1731805"/>
                  </a:lnTo>
                  <a:lnTo>
                    <a:pt x="1397364" y="1731089"/>
                  </a:lnTo>
                  <a:lnTo>
                    <a:pt x="1398436" y="1730373"/>
                  </a:lnTo>
                  <a:lnTo>
                    <a:pt x="1399508" y="1729657"/>
                  </a:lnTo>
                  <a:lnTo>
                    <a:pt x="1400579" y="1728940"/>
                  </a:lnTo>
                  <a:lnTo>
                    <a:pt x="1401651" y="1728223"/>
                  </a:lnTo>
                  <a:lnTo>
                    <a:pt x="1402722" y="1727505"/>
                  </a:lnTo>
                  <a:lnTo>
                    <a:pt x="1403794" y="1726787"/>
                  </a:lnTo>
                  <a:lnTo>
                    <a:pt x="1404866" y="1726069"/>
                  </a:lnTo>
                  <a:lnTo>
                    <a:pt x="1405937" y="1725350"/>
                  </a:lnTo>
                  <a:lnTo>
                    <a:pt x="1407009" y="1724631"/>
                  </a:lnTo>
                  <a:lnTo>
                    <a:pt x="1408080" y="1723912"/>
                  </a:lnTo>
                  <a:lnTo>
                    <a:pt x="1409152" y="1723192"/>
                  </a:lnTo>
                  <a:lnTo>
                    <a:pt x="1410224" y="1722471"/>
                  </a:lnTo>
                  <a:lnTo>
                    <a:pt x="1411295" y="1721751"/>
                  </a:lnTo>
                  <a:lnTo>
                    <a:pt x="1412367" y="1721030"/>
                  </a:lnTo>
                  <a:lnTo>
                    <a:pt x="1413438" y="1720308"/>
                  </a:lnTo>
                  <a:lnTo>
                    <a:pt x="1414510" y="1719586"/>
                  </a:lnTo>
                  <a:lnTo>
                    <a:pt x="1415582" y="1718864"/>
                  </a:lnTo>
                  <a:lnTo>
                    <a:pt x="1416653" y="1718141"/>
                  </a:lnTo>
                  <a:lnTo>
                    <a:pt x="1417725" y="1717418"/>
                  </a:lnTo>
                  <a:lnTo>
                    <a:pt x="1418796" y="1716694"/>
                  </a:lnTo>
                  <a:lnTo>
                    <a:pt x="1419868" y="1715970"/>
                  </a:lnTo>
                  <a:lnTo>
                    <a:pt x="1420939" y="1715246"/>
                  </a:lnTo>
                  <a:lnTo>
                    <a:pt x="1422011" y="1714521"/>
                  </a:lnTo>
                  <a:lnTo>
                    <a:pt x="1423083" y="1713796"/>
                  </a:lnTo>
                  <a:lnTo>
                    <a:pt x="1424154" y="1713070"/>
                  </a:lnTo>
                  <a:lnTo>
                    <a:pt x="1425226" y="1712344"/>
                  </a:lnTo>
                  <a:lnTo>
                    <a:pt x="1426297" y="1711617"/>
                  </a:lnTo>
                  <a:lnTo>
                    <a:pt x="1427369" y="1710890"/>
                  </a:lnTo>
                  <a:lnTo>
                    <a:pt x="1428441" y="1710162"/>
                  </a:lnTo>
                  <a:lnTo>
                    <a:pt x="1429512" y="1709434"/>
                  </a:lnTo>
                  <a:lnTo>
                    <a:pt x="1430584" y="1708706"/>
                  </a:lnTo>
                  <a:lnTo>
                    <a:pt x="1431655" y="1707977"/>
                  </a:lnTo>
                  <a:lnTo>
                    <a:pt x="1432727" y="1707247"/>
                  </a:lnTo>
                  <a:lnTo>
                    <a:pt x="1433799" y="1706517"/>
                  </a:lnTo>
                  <a:lnTo>
                    <a:pt x="1434870" y="1705787"/>
                  </a:lnTo>
                  <a:lnTo>
                    <a:pt x="1435942" y="1705056"/>
                  </a:lnTo>
                  <a:lnTo>
                    <a:pt x="1437013" y="1704325"/>
                  </a:lnTo>
                  <a:lnTo>
                    <a:pt x="1438085" y="1703593"/>
                  </a:lnTo>
                  <a:lnTo>
                    <a:pt x="1439157" y="1702861"/>
                  </a:lnTo>
                  <a:lnTo>
                    <a:pt x="1440228" y="1702128"/>
                  </a:lnTo>
                  <a:lnTo>
                    <a:pt x="1441300" y="1701395"/>
                  </a:lnTo>
                  <a:lnTo>
                    <a:pt x="1442371" y="1700661"/>
                  </a:lnTo>
                  <a:lnTo>
                    <a:pt x="1443443" y="1699927"/>
                  </a:lnTo>
                  <a:lnTo>
                    <a:pt x="1444515" y="1699192"/>
                  </a:lnTo>
                  <a:lnTo>
                    <a:pt x="1445586" y="1698457"/>
                  </a:lnTo>
                  <a:lnTo>
                    <a:pt x="1446658" y="1697721"/>
                  </a:lnTo>
                  <a:lnTo>
                    <a:pt x="1447729" y="1696985"/>
                  </a:lnTo>
                  <a:lnTo>
                    <a:pt x="1448801" y="1696248"/>
                  </a:lnTo>
                  <a:lnTo>
                    <a:pt x="1449873" y="1695511"/>
                  </a:lnTo>
                  <a:lnTo>
                    <a:pt x="1450944" y="1694773"/>
                  </a:lnTo>
                  <a:lnTo>
                    <a:pt x="1452016" y="1694035"/>
                  </a:lnTo>
                  <a:lnTo>
                    <a:pt x="1453087" y="1693296"/>
                  </a:lnTo>
                  <a:lnTo>
                    <a:pt x="1454159" y="1692556"/>
                  </a:lnTo>
                  <a:lnTo>
                    <a:pt x="1455231" y="1691816"/>
                  </a:lnTo>
                  <a:lnTo>
                    <a:pt x="1456302" y="1691076"/>
                  </a:lnTo>
                  <a:lnTo>
                    <a:pt x="1457374" y="1690335"/>
                  </a:lnTo>
                  <a:lnTo>
                    <a:pt x="1458445" y="1689593"/>
                  </a:lnTo>
                  <a:lnTo>
                    <a:pt x="1459517" y="1688851"/>
                  </a:lnTo>
                  <a:lnTo>
                    <a:pt x="1460589" y="1688109"/>
                  </a:lnTo>
                  <a:lnTo>
                    <a:pt x="1461660" y="1687365"/>
                  </a:lnTo>
                  <a:lnTo>
                    <a:pt x="1462732" y="1686622"/>
                  </a:lnTo>
                  <a:lnTo>
                    <a:pt x="1463803" y="1685877"/>
                  </a:lnTo>
                  <a:lnTo>
                    <a:pt x="1464875" y="1685133"/>
                  </a:lnTo>
                  <a:lnTo>
                    <a:pt x="1465947" y="1684387"/>
                  </a:lnTo>
                  <a:lnTo>
                    <a:pt x="1467018" y="1683641"/>
                  </a:lnTo>
                  <a:lnTo>
                    <a:pt x="1468090" y="1682895"/>
                  </a:lnTo>
                  <a:lnTo>
                    <a:pt x="1469161" y="1682147"/>
                  </a:lnTo>
                  <a:lnTo>
                    <a:pt x="1470233" y="1681400"/>
                  </a:lnTo>
                  <a:lnTo>
                    <a:pt x="1471305" y="1680651"/>
                  </a:lnTo>
                  <a:lnTo>
                    <a:pt x="1472376" y="1679902"/>
                  </a:lnTo>
                  <a:lnTo>
                    <a:pt x="1473448" y="1679153"/>
                  </a:lnTo>
                  <a:lnTo>
                    <a:pt x="1474519" y="1678403"/>
                  </a:lnTo>
                  <a:lnTo>
                    <a:pt x="1475591" y="1677652"/>
                  </a:lnTo>
                  <a:lnTo>
                    <a:pt x="1476663" y="1676901"/>
                  </a:lnTo>
                  <a:lnTo>
                    <a:pt x="1477734" y="1676149"/>
                  </a:lnTo>
                  <a:lnTo>
                    <a:pt x="1478806" y="1675397"/>
                  </a:lnTo>
                  <a:lnTo>
                    <a:pt x="1479877" y="1674643"/>
                  </a:lnTo>
                  <a:lnTo>
                    <a:pt x="1480949" y="1673890"/>
                  </a:lnTo>
                  <a:lnTo>
                    <a:pt x="1482021" y="1673135"/>
                  </a:lnTo>
                  <a:lnTo>
                    <a:pt x="1483092" y="1672380"/>
                  </a:lnTo>
                  <a:lnTo>
                    <a:pt x="1484164" y="1671625"/>
                  </a:lnTo>
                  <a:lnTo>
                    <a:pt x="1485235" y="1670869"/>
                  </a:lnTo>
                  <a:lnTo>
                    <a:pt x="1486307" y="1670112"/>
                  </a:lnTo>
                  <a:lnTo>
                    <a:pt x="1487379" y="1669354"/>
                  </a:lnTo>
                  <a:lnTo>
                    <a:pt x="1488450" y="1668596"/>
                  </a:lnTo>
                  <a:lnTo>
                    <a:pt x="1489522" y="1667838"/>
                  </a:lnTo>
                  <a:lnTo>
                    <a:pt x="1490593" y="1667078"/>
                  </a:lnTo>
                  <a:lnTo>
                    <a:pt x="1491665" y="1666318"/>
                  </a:lnTo>
                  <a:lnTo>
                    <a:pt x="1492737" y="1665558"/>
                  </a:lnTo>
                  <a:lnTo>
                    <a:pt x="1493808" y="1664796"/>
                  </a:lnTo>
                  <a:lnTo>
                    <a:pt x="1494880" y="1664034"/>
                  </a:lnTo>
                  <a:lnTo>
                    <a:pt x="1495951" y="1663272"/>
                  </a:lnTo>
                  <a:lnTo>
                    <a:pt x="1497023" y="1662508"/>
                  </a:lnTo>
                  <a:lnTo>
                    <a:pt x="1498095" y="1661744"/>
                  </a:lnTo>
                  <a:lnTo>
                    <a:pt x="1499166" y="1660980"/>
                  </a:lnTo>
                  <a:lnTo>
                    <a:pt x="1500238" y="1660214"/>
                  </a:lnTo>
                  <a:lnTo>
                    <a:pt x="1501309" y="1659448"/>
                  </a:lnTo>
                  <a:lnTo>
                    <a:pt x="1502381" y="1658682"/>
                  </a:lnTo>
                  <a:lnTo>
                    <a:pt x="1503453" y="1657914"/>
                  </a:lnTo>
                  <a:lnTo>
                    <a:pt x="1504524" y="1657146"/>
                  </a:lnTo>
                  <a:lnTo>
                    <a:pt x="1505596" y="1656378"/>
                  </a:lnTo>
                  <a:lnTo>
                    <a:pt x="1506667" y="1655608"/>
                  </a:lnTo>
                  <a:lnTo>
                    <a:pt x="1507739" y="1654838"/>
                  </a:lnTo>
                  <a:lnTo>
                    <a:pt x="1508811" y="1654067"/>
                  </a:lnTo>
                  <a:lnTo>
                    <a:pt x="1509882" y="1653296"/>
                  </a:lnTo>
                  <a:lnTo>
                    <a:pt x="1510954" y="1652523"/>
                  </a:lnTo>
                  <a:lnTo>
                    <a:pt x="1512025" y="1651750"/>
                  </a:lnTo>
                  <a:lnTo>
                    <a:pt x="1513097" y="1650977"/>
                  </a:lnTo>
                  <a:lnTo>
                    <a:pt x="1514169" y="1650202"/>
                  </a:lnTo>
                  <a:lnTo>
                    <a:pt x="1515240" y="1649427"/>
                  </a:lnTo>
                  <a:lnTo>
                    <a:pt x="1516312" y="1648651"/>
                  </a:lnTo>
                  <a:lnTo>
                    <a:pt x="1517383" y="1647875"/>
                  </a:lnTo>
                  <a:lnTo>
                    <a:pt x="1518455" y="1647098"/>
                  </a:lnTo>
                  <a:lnTo>
                    <a:pt x="1519527" y="1646319"/>
                  </a:lnTo>
                  <a:lnTo>
                    <a:pt x="1520598" y="1645541"/>
                  </a:lnTo>
                  <a:lnTo>
                    <a:pt x="1521670" y="1644761"/>
                  </a:lnTo>
                  <a:lnTo>
                    <a:pt x="1522741" y="1643981"/>
                  </a:lnTo>
                  <a:lnTo>
                    <a:pt x="1523813" y="1643200"/>
                  </a:lnTo>
                  <a:lnTo>
                    <a:pt x="1524885" y="1642418"/>
                  </a:lnTo>
                  <a:lnTo>
                    <a:pt x="1525956" y="1641636"/>
                  </a:lnTo>
                  <a:lnTo>
                    <a:pt x="1527028" y="1640852"/>
                  </a:lnTo>
                  <a:lnTo>
                    <a:pt x="1528099" y="1640068"/>
                  </a:lnTo>
                  <a:lnTo>
                    <a:pt x="1529171" y="1639283"/>
                  </a:lnTo>
                  <a:lnTo>
                    <a:pt x="1530243" y="1638498"/>
                  </a:lnTo>
                  <a:lnTo>
                    <a:pt x="1531314" y="1637711"/>
                  </a:lnTo>
                  <a:lnTo>
                    <a:pt x="1532386" y="1636924"/>
                  </a:lnTo>
                  <a:lnTo>
                    <a:pt x="1533457" y="1636136"/>
                  </a:lnTo>
                  <a:lnTo>
                    <a:pt x="1534529" y="1635348"/>
                  </a:lnTo>
                  <a:lnTo>
                    <a:pt x="1535601" y="1634558"/>
                  </a:lnTo>
                  <a:lnTo>
                    <a:pt x="1536672" y="1633768"/>
                  </a:lnTo>
                  <a:lnTo>
                    <a:pt x="1537744" y="1632977"/>
                  </a:lnTo>
                  <a:lnTo>
                    <a:pt x="1538815" y="1632185"/>
                  </a:lnTo>
                  <a:lnTo>
                    <a:pt x="1539887" y="1631392"/>
                  </a:lnTo>
                  <a:lnTo>
                    <a:pt x="1540959" y="1630599"/>
                  </a:lnTo>
                  <a:lnTo>
                    <a:pt x="1542030" y="1629804"/>
                  </a:lnTo>
                  <a:lnTo>
                    <a:pt x="1543102" y="1629009"/>
                  </a:lnTo>
                  <a:lnTo>
                    <a:pt x="1544173" y="1628213"/>
                  </a:lnTo>
                  <a:lnTo>
                    <a:pt x="1545245" y="1627416"/>
                  </a:lnTo>
                  <a:lnTo>
                    <a:pt x="1546317" y="1626619"/>
                  </a:lnTo>
                  <a:lnTo>
                    <a:pt x="1547388" y="1625820"/>
                  </a:lnTo>
                  <a:lnTo>
                    <a:pt x="1548460" y="1625021"/>
                  </a:lnTo>
                  <a:lnTo>
                    <a:pt x="1549531" y="1624221"/>
                  </a:lnTo>
                  <a:lnTo>
                    <a:pt x="1550603" y="1623420"/>
                  </a:lnTo>
                  <a:lnTo>
                    <a:pt x="1551675" y="1622619"/>
                  </a:lnTo>
                  <a:lnTo>
                    <a:pt x="1552746" y="1621816"/>
                  </a:lnTo>
                  <a:lnTo>
                    <a:pt x="1553818" y="1621013"/>
                  </a:lnTo>
                  <a:lnTo>
                    <a:pt x="1554889" y="1620208"/>
                  </a:lnTo>
                  <a:lnTo>
                    <a:pt x="1555961" y="1619403"/>
                  </a:lnTo>
                  <a:lnTo>
                    <a:pt x="1557033" y="1618597"/>
                  </a:lnTo>
                  <a:lnTo>
                    <a:pt x="1558104" y="1617790"/>
                  </a:lnTo>
                  <a:lnTo>
                    <a:pt x="1559176" y="1616983"/>
                  </a:lnTo>
                  <a:lnTo>
                    <a:pt x="1560247" y="1616174"/>
                  </a:lnTo>
                  <a:lnTo>
                    <a:pt x="1561319" y="1615365"/>
                  </a:lnTo>
                  <a:lnTo>
                    <a:pt x="1562391" y="1614554"/>
                  </a:lnTo>
                  <a:lnTo>
                    <a:pt x="1563462" y="1613743"/>
                  </a:lnTo>
                  <a:lnTo>
                    <a:pt x="1564534" y="1612931"/>
                  </a:lnTo>
                  <a:lnTo>
                    <a:pt x="1565605" y="1612118"/>
                  </a:lnTo>
                  <a:lnTo>
                    <a:pt x="1566677" y="1611304"/>
                  </a:lnTo>
                  <a:lnTo>
                    <a:pt x="1567749" y="1610490"/>
                  </a:lnTo>
                  <a:lnTo>
                    <a:pt x="1568820" y="1609674"/>
                  </a:lnTo>
                  <a:lnTo>
                    <a:pt x="1569892" y="1608857"/>
                  </a:lnTo>
                  <a:lnTo>
                    <a:pt x="1570963" y="1608040"/>
                  </a:lnTo>
                  <a:lnTo>
                    <a:pt x="1572035" y="1607222"/>
                  </a:lnTo>
                  <a:lnTo>
                    <a:pt x="1573107" y="1606403"/>
                  </a:lnTo>
                  <a:lnTo>
                    <a:pt x="1574178" y="1605582"/>
                  </a:lnTo>
                  <a:lnTo>
                    <a:pt x="1575250" y="1604761"/>
                  </a:lnTo>
                  <a:lnTo>
                    <a:pt x="1576321" y="1603939"/>
                  </a:lnTo>
                  <a:lnTo>
                    <a:pt x="1577393" y="1603117"/>
                  </a:lnTo>
                  <a:lnTo>
                    <a:pt x="1578465" y="1602293"/>
                  </a:lnTo>
                  <a:lnTo>
                    <a:pt x="1579536" y="1601468"/>
                  </a:lnTo>
                  <a:lnTo>
                    <a:pt x="1580608" y="1600643"/>
                  </a:lnTo>
                  <a:lnTo>
                    <a:pt x="1581679" y="1599816"/>
                  </a:lnTo>
                  <a:lnTo>
                    <a:pt x="1582751" y="1598989"/>
                  </a:lnTo>
                  <a:lnTo>
                    <a:pt x="1583823" y="1598160"/>
                  </a:lnTo>
                  <a:lnTo>
                    <a:pt x="1584894" y="1597331"/>
                  </a:lnTo>
                  <a:lnTo>
                    <a:pt x="1585966" y="1596501"/>
                  </a:lnTo>
                  <a:lnTo>
                    <a:pt x="1587037" y="1595669"/>
                  </a:lnTo>
                  <a:lnTo>
                    <a:pt x="1588109" y="1594837"/>
                  </a:lnTo>
                  <a:lnTo>
                    <a:pt x="1589181" y="1594004"/>
                  </a:lnTo>
                  <a:lnTo>
                    <a:pt x="1590252" y="1593170"/>
                  </a:lnTo>
                  <a:lnTo>
                    <a:pt x="1591324" y="1592335"/>
                  </a:lnTo>
                  <a:lnTo>
                    <a:pt x="1592395" y="1591499"/>
                  </a:lnTo>
                  <a:lnTo>
                    <a:pt x="1593467" y="1590662"/>
                  </a:lnTo>
                  <a:lnTo>
                    <a:pt x="1594539" y="1589824"/>
                  </a:lnTo>
                  <a:lnTo>
                    <a:pt x="1595610" y="1588986"/>
                  </a:lnTo>
                  <a:lnTo>
                    <a:pt x="1596682" y="1588146"/>
                  </a:lnTo>
                  <a:lnTo>
                    <a:pt x="1597753" y="1587305"/>
                  </a:lnTo>
                  <a:lnTo>
                    <a:pt x="1598825" y="1586463"/>
                  </a:lnTo>
                  <a:lnTo>
                    <a:pt x="1599896" y="1585620"/>
                  </a:lnTo>
                  <a:lnTo>
                    <a:pt x="1600968" y="1584777"/>
                  </a:lnTo>
                  <a:lnTo>
                    <a:pt x="1602040" y="1583932"/>
                  </a:lnTo>
                  <a:lnTo>
                    <a:pt x="1603111" y="1583086"/>
                  </a:lnTo>
                  <a:lnTo>
                    <a:pt x="1604183" y="1582240"/>
                  </a:lnTo>
                  <a:lnTo>
                    <a:pt x="1605254" y="1581392"/>
                  </a:lnTo>
                  <a:lnTo>
                    <a:pt x="1606326" y="1580544"/>
                  </a:lnTo>
                  <a:lnTo>
                    <a:pt x="1607398" y="1579694"/>
                  </a:lnTo>
                  <a:lnTo>
                    <a:pt x="1608469" y="1578844"/>
                  </a:lnTo>
                  <a:lnTo>
                    <a:pt x="1609541" y="1577992"/>
                  </a:lnTo>
                  <a:lnTo>
                    <a:pt x="1610612" y="1577139"/>
                  </a:lnTo>
                  <a:lnTo>
                    <a:pt x="1611684" y="1576286"/>
                  </a:lnTo>
                  <a:lnTo>
                    <a:pt x="1612756" y="1575431"/>
                  </a:lnTo>
                  <a:lnTo>
                    <a:pt x="1613827" y="1574576"/>
                  </a:lnTo>
                  <a:lnTo>
                    <a:pt x="1614899" y="1573719"/>
                  </a:lnTo>
                  <a:lnTo>
                    <a:pt x="1615970" y="1572862"/>
                  </a:lnTo>
                  <a:lnTo>
                    <a:pt x="1617042" y="1572003"/>
                  </a:lnTo>
                  <a:lnTo>
                    <a:pt x="1618114" y="1571143"/>
                  </a:lnTo>
                  <a:lnTo>
                    <a:pt x="1619185" y="1570283"/>
                  </a:lnTo>
                  <a:lnTo>
                    <a:pt x="1620257" y="1569421"/>
                  </a:lnTo>
                  <a:lnTo>
                    <a:pt x="1621328" y="1568559"/>
                  </a:lnTo>
                  <a:lnTo>
                    <a:pt x="1622400" y="1567695"/>
                  </a:lnTo>
                  <a:lnTo>
                    <a:pt x="1623472" y="1566830"/>
                  </a:lnTo>
                  <a:lnTo>
                    <a:pt x="1624543" y="1565965"/>
                  </a:lnTo>
                  <a:lnTo>
                    <a:pt x="1625615" y="1565098"/>
                  </a:lnTo>
                  <a:lnTo>
                    <a:pt x="1626686" y="1564230"/>
                  </a:lnTo>
                  <a:lnTo>
                    <a:pt x="1627758" y="1563362"/>
                  </a:lnTo>
                  <a:lnTo>
                    <a:pt x="1628830" y="1562492"/>
                  </a:lnTo>
                  <a:lnTo>
                    <a:pt x="1629901" y="1561621"/>
                  </a:lnTo>
                  <a:lnTo>
                    <a:pt x="1630973" y="1560749"/>
                  </a:lnTo>
                  <a:lnTo>
                    <a:pt x="1632044" y="1559876"/>
                  </a:lnTo>
                  <a:lnTo>
                    <a:pt x="1633116" y="1559003"/>
                  </a:lnTo>
                  <a:lnTo>
                    <a:pt x="1634188" y="1558128"/>
                  </a:lnTo>
                  <a:lnTo>
                    <a:pt x="1635259" y="1557252"/>
                  </a:lnTo>
                  <a:lnTo>
                    <a:pt x="1636331" y="1556375"/>
                  </a:lnTo>
                  <a:lnTo>
                    <a:pt x="1637402" y="1555497"/>
                  </a:lnTo>
                  <a:lnTo>
                    <a:pt x="1638474" y="1554618"/>
                  </a:lnTo>
                  <a:lnTo>
                    <a:pt x="1639546" y="1553738"/>
                  </a:lnTo>
                  <a:lnTo>
                    <a:pt x="1640617" y="1552857"/>
                  </a:lnTo>
                  <a:lnTo>
                    <a:pt x="1641689" y="1551975"/>
                  </a:lnTo>
                  <a:lnTo>
                    <a:pt x="1642760" y="1551092"/>
                  </a:lnTo>
                  <a:lnTo>
                    <a:pt x="1643832" y="1550207"/>
                  </a:lnTo>
                  <a:lnTo>
                    <a:pt x="1644904" y="1549322"/>
                  </a:lnTo>
                  <a:lnTo>
                    <a:pt x="1645975" y="1548436"/>
                  </a:lnTo>
                  <a:lnTo>
                    <a:pt x="1647047" y="1547549"/>
                  </a:lnTo>
                  <a:lnTo>
                    <a:pt x="1648118" y="1546660"/>
                  </a:lnTo>
                  <a:lnTo>
                    <a:pt x="1649190" y="1545771"/>
                  </a:lnTo>
                  <a:lnTo>
                    <a:pt x="1650262" y="1544881"/>
                  </a:lnTo>
                  <a:lnTo>
                    <a:pt x="1651333" y="1543989"/>
                  </a:lnTo>
                  <a:lnTo>
                    <a:pt x="1652405" y="1543097"/>
                  </a:lnTo>
                  <a:lnTo>
                    <a:pt x="1653476" y="1542203"/>
                  </a:lnTo>
                  <a:lnTo>
                    <a:pt x="1654548" y="1541309"/>
                  </a:lnTo>
                  <a:lnTo>
                    <a:pt x="1655620" y="1540413"/>
                  </a:lnTo>
                  <a:lnTo>
                    <a:pt x="1656691" y="1539517"/>
                  </a:lnTo>
                  <a:lnTo>
                    <a:pt x="1657763" y="1538361"/>
                  </a:lnTo>
                  <a:lnTo>
                    <a:pt x="1658834" y="1537186"/>
                  </a:lnTo>
                  <a:lnTo>
                    <a:pt x="1659906" y="1536010"/>
                  </a:lnTo>
                  <a:lnTo>
                    <a:pt x="1660978" y="1534835"/>
                  </a:lnTo>
                  <a:lnTo>
                    <a:pt x="1662049" y="1533659"/>
                  </a:lnTo>
                  <a:lnTo>
                    <a:pt x="1663121" y="1532483"/>
                  </a:lnTo>
                  <a:lnTo>
                    <a:pt x="1664192" y="1531307"/>
                  </a:lnTo>
                  <a:lnTo>
                    <a:pt x="1665264" y="1530131"/>
                  </a:lnTo>
                  <a:lnTo>
                    <a:pt x="1666336" y="1528955"/>
                  </a:lnTo>
                  <a:lnTo>
                    <a:pt x="1667407" y="1527778"/>
                  </a:lnTo>
                  <a:lnTo>
                    <a:pt x="1668479" y="1526601"/>
                  </a:lnTo>
                  <a:lnTo>
                    <a:pt x="1669550" y="1525424"/>
                  </a:lnTo>
                  <a:lnTo>
                    <a:pt x="1670622" y="1524247"/>
                  </a:lnTo>
                  <a:lnTo>
                    <a:pt x="1671694" y="1523069"/>
                  </a:lnTo>
                  <a:lnTo>
                    <a:pt x="1672765" y="1521892"/>
                  </a:lnTo>
                  <a:lnTo>
                    <a:pt x="1673837" y="1520714"/>
                  </a:lnTo>
                  <a:lnTo>
                    <a:pt x="1674908" y="1519536"/>
                  </a:lnTo>
                  <a:lnTo>
                    <a:pt x="1675980" y="1518357"/>
                  </a:lnTo>
                  <a:lnTo>
                    <a:pt x="1677052" y="1517179"/>
                  </a:lnTo>
                  <a:lnTo>
                    <a:pt x="1678123" y="1516000"/>
                  </a:lnTo>
                  <a:lnTo>
                    <a:pt x="1679195" y="1514821"/>
                  </a:lnTo>
                  <a:lnTo>
                    <a:pt x="1680266" y="1513641"/>
                  </a:lnTo>
                  <a:lnTo>
                    <a:pt x="1681338" y="1512462"/>
                  </a:lnTo>
                  <a:lnTo>
                    <a:pt x="1682410" y="1511282"/>
                  </a:lnTo>
                  <a:lnTo>
                    <a:pt x="1683481" y="1510102"/>
                  </a:lnTo>
                  <a:lnTo>
                    <a:pt x="1684553" y="1508921"/>
                  </a:lnTo>
                  <a:lnTo>
                    <a:pt x="1685624" y="1507741"/>
                  </a:lnTo>
                  <a:lnTo>
                    <a:pt x="1686696" y="1506560"/>
                  </a:lnTo>
                  <a:lnTo>
                    <a:pt x="1687768" y="1505379"/>
                  </a:lnTo>
                  <a:lnTo>
                    <a:pt x="1688839" y="1504197"/>
                  </a:lnTo>
                  <a:lnTo>
                    <a:pt x="1689911" y="1503016"/>
                  </a:lnTo>
                  <a:lnTo>
                    <a:pt x="1690982" y="1501834"/>
                  </a:lnTo>
                  <a:lnTo>
                    <a:pt x="1692054" y="1500651"/>
                  </a:lnTo>
                  <a:lnTo>
                    <a:pt x="1693126" y="1499469"/>
                  </a:lnTo>
                  <a:lnTo>
                    <a:pt x="1694197" y="1498286"/>
                  </a:lnTo>
                  <a:lnTo>
                    <a:pt x="1695269" y="1497103"/>
                  </a:lnTo>
                  <a:lnTo>
                    <a:pt x="1696340" y="1495919"/>
                  </a:lnTo>
                  <a:lnTo>
                    <a:pt x="1697412" y="1494736"/>
                  </a:lnTo>
                  <a:lnTo>
                    <a:pt x="1698484" y="1493552"/>
                  </a:lnTo>
                  <a:lnTo>
                    <a:pt x="1699555" y="1492367"/>
                  </a:lnTo>
                  <a:lnTo>
                    <a:pt x="1700627" y="1491183"/>
                  </a:lnTo>
                  <a:lnTo>
                    <a:pt x="1701698" y="1489998"/>
                  </a:lnTo>
                  <a:lnTo>
                    <a:pt x="1702770" y="1488812"/>
                  </a:lnTo>
                  <a:lnTo>
                    <a:pt x="1703842" y="1487627"/>
                  </a:lnTo>
                  <a:lnTo>
                    <a:pt x="1704913" y="1486441"/>
                  </a:lnTo>
                  <a:lnTo>
                    <a:pt x="1705985" y="1485254"/>
                  </a:lnTo>
                  <a:lnTo>
                    <a:pt x="1707056" y="1484068"/>
                  </a:lnTo>
                  <a:lnTo>
                    <a:pt x="1708128" y="1482881"/>
                  </a:lnTo>
                  <a:lnTo>
                    <a:pt x="1709200" y="1481693"/>
                  </a:lnTo>
                  <a:lnTo>
                    <a:pt x="1710271" y="1480505"/>
                  </a:lnTo>
                  <a:lnTo>
                    <a:pt x="1711343" y="1479317"/>
                  </a:lnTo>
                  <a:lnTo>
                    <a:pt x="1712414" y="1478129"/>
                  </a:lnTo>
                  <a:lnTo>
                    <a:pt x="1713486" y="1476940"/>
                  </a:lnTo>
                  <a:lnTo>
                    <a:pt x="1714558" y="1475751"/>
                  </a:lnTo>
                  <a:lnTo>
                    <a:pt x="1715629" y="1474561"/>
                  </a:lnTo>
                  <a:lnTo>
                    <a:pt x="1716701" y="1473372"/>
                  </a:lnTo>
                  <a:lnTo>
                    <a:pt x="1717772" y="1472181"/>
                  </a:lnTo>
                  <a:lnTo>
                    <a:pt x="1718844" y="1470991"/>
                  </a:lnTo>
                  <a:lnTo>
                    <a:pt x="1719916" y="1469799"/>
                  </a:lnTo>
                  <a:lnTo>
                    <a:pt x="1720987" y="1468608"/>
                  </a:lnTo>
                  <a:lnTo>
                    <a:pt x="1722059" y="1467416"/>
                  </a:lnTo>
                  <a:lnTo>
                    <a:pt x="1723130" y="1466224"/>
                  </a:lnTo>
                  <a:lnTo>
                    <a:pt x="1724202" y="1465031"/>
                  </a:lnTo>
                  <a:lnTo>
                    <a:pt x="1725274" y="1463838"/>
                  </a:lnTo>
                  <a:lnTo>
                    <a:pt x="1726345" y="1462645"/>
                  </a:lnTo>
                  <a:lnTo>
                    <a:pt x="1727417" y="1461451"/>
                  </a:lnTo>
                  <a:lnTo>
                    <a:pt x="1728488" y="1460256"/>
                  </a:lnTo>
                  <a:lnTo>
                    <a:pt x="1729560" y="1459062"/>
                  </a:lnTo>
                  <a:lnTo>
                    <a:pt x="1730632" y="1457866"/>
                  </a:lnTo>
                  <a:lnTo>
                    <a:pt x="1731703" y="1456671"/>
                  </a:lnTo>
                  <a:lnTo>
                    <a:pt x="1732775" y="1455475"/>
                  </a:lnTo>
                  <a:lnTo>
                    <a:pt x="1733846" y="1454278"/>
                  </a:lnTo>
                  <a:lnTo>
                    <a:pt x="1734918" y="1453081"/>
                  </a:lnTo>
                  <a:lnTo>
                    <a:pt x="1735990" y="1451884"/>
                  </a:lnTo>
                  <a:lnTo>
                    <a:pt x="1737061" y="1450686"/>
                  </a:lnTo>
                  <a:lnTo>
                    <a:pt x="1738133" y="1449488"/>
                  </a:lnTo>
                  <a:lnTo>
                    <a:pt x="1739204" y="1448289"/>
                  </a:lnTo>
                  <a:lnTo>
                    <a:pt x="1740276" y="1447089"/>
                  </a:lnTo>
                  <a:lnTo>
                    <a:pt x="1741348" y="1445890"/>
                  </a:lnTo>
                  <a:lnTo>
                    <a:pt x="1742419" y="1444690"/>
                  </a:lnTo>
                  <a:lnTo>
                    <a:pt x="1743491" y="1443489"/>
                  </a:lnTo>
                  <a:lnTo>
                    <a:pt x="1744562" y="1442288"/>
                  </a:lnTo>
                  <a:lnTo>
                    <a:pt x="1745634" y="1441086"/>
                  </a:lnTo>
                  <a:lnTo>
                    <a:pt x="1746706" y="1439884"/>
                  </a:lnTo>
                  <a:lnTo>
                    <a:pt x="1747777" y="1438681"/>
                  </a:lnTo>
                  <a:lnTo>
                    <a:pt x="1748849" y="1437478"/>
                  </a:lnTo>
                  <a:lnTo>
                    <a:pt x="1749920" y="1436274"/>
                  </a:lnTo>
                  <a:lnTo>
                    <a:pt x="1750992" y="1435070"/>
                  </a:lnTo>
                  <a:lnTo>
                    <a:pt x="1752064" y="1433865"/>
                  </a:lnTo>
                  <a:lnTo>
                    <a:pt x="1753135" y="1432660"/>
                  </a:lnTo>
                  <a:lnTo>
                    <a:pt x="1754207" y="1431455"/>
                  </a:lnTo>
                  <a:lnTo>
                    <a:pt x="1755278" y="1430248"/>
                  </a:lnTo>
                  <a:lnTo>
                    <a:pt x="1756350" y="1429041"/>
                  </a:lnTo>
                  <a:lnTo>
                    <a:pt x="1757422" y="1427834"/>
                  </a:lnTo>
                  <a:lnTo>
                    <a:pt x="1758493" y="1426626"/>
                  </a:lnTo>
                  <a:lnTo>
                    <a:pt x="1759565" y="1425418"/>
                  </a:lnTo>
                  <a:lnTo>
                    <a:pt x="1760636" y="1424209"/>
                  </a:lnTo>
                  <a:lnTo>
                    <a:pt x="1761708" y="1422999"/>
                  </a:lnTo>
                  <a:lnTo>
                    <a:pt x="1762780" y="1421789"/>
                  </a:lnTo>
                  <a:lnTo>
                    <a:pt x="1763851" y="1420579"/>
                  </a:lnTo>
                  <a:lnTo>
                    <a:pt x="1764923" y="1419368"/>
                  </a:lnTo>
                  <a:lnTo>
                    <a:pt x="1765994" y="1418156"/>
                  </a:lnTo>
                  <a:lnTo>
                    <a:pt x="1767066" y="1416944"/>
                  </a:lnTo>
                  <a:lnTo>
                    <a:pt x="1768138" y="1415731"/>
                  </a:lnTo>
                  <a:lnTo>
                    <a:pt x="1769209" y="1414517"/>
                  </a:lnTo>
                  <a:lnTo>
                    <a:pt x="1770281" y="1413303"/>
                  </a:lnTo>
                  <a:lnTo>
                    <a:pt x="1771352" y="1412089"/>
                  </a:lnTo>
                  <a:lnTo>
                    <a:pt x="1772424" y="1410874"/>
                  </a:lnTo>
                  <a:lnTo>
                    <a:pt x="1773496" y="1409658"/>
                  </a:lnTo>
                  <a:lnTo>
                    <a:pt x="1774567" y="1408441"/>
                  </a:lnTo>
                  <a:lnTo>
                    <a:pt x="1775639" y="1407225"/>
                  </a:lnTo>
                  <a:lnTo>
                    <a:pt x="1776710" y="1406007"/>
                  </a:lnTo>
                  <a:lnTo>
                    <a:pt x="1777782" y="1404789"/>
                  </a:lnTo>
                  <a:lnTo>
                    <a:pt x="1778853" y="1403570"/>
                  </a:lnTo>
                  <a:lnTo>
                    <a:pt x="1779925" y="1402351"/>
                  </a:lnTo>
                  <a:lnTo>
                    <a:pt x="1780997" y="1401131"/>
                  </a:lnTo>
                  <a:lnTo>
                    <a:pt x="1782068" y="1399910"/>
                  </a:lnTo>
                  <a:lnTo>
                    <a:pt x="1783140" y="1398689"/>
                  </a:lnTo>
                  <a:lnTo>
                    <a:pt x="1784211" y="1397467"/>
                  </a:lnTo>
                  <a:lnTo>
                    <a:pt x="1785283" y="1396245"/>
                  </a:lnTo>
                  <a:lnTo>
                    <a:pt x="1786355" y="1395022"/>
                  </a:lnTo>
                  <a:lnTo>
                    <a:pt x="1787426" y="1393798"/>
                  </a:lnTo>
                  <a:lnTo>
                    <a:pt x="1788498" y="1392573"/>
                  </a:lnTo>
                  <a:lnTo>
                    <a:pt x="1789569" y="1391348"/>
                  </a:lnTo>
                  <a:lnTo>
                    <a:pt x="1790641" y="1390123"/>
                  </a:lnTo>
                  <a:lnTo>
                    <a:pt x="1791713" y="1388897"/>
                  </a:lnTo>
                  <a:lnTo>
                    <a:pt x="1792784" y="1387670"/>
                  </a:lnTo>
                  <a:lnTo>
                    <a:pt x="1793856" y="1386442"/>
                  </a:lnTo>
                  <a:lnTo>
                    <a:pt x="1794927" y="1385214"/>
                  </a:lnTo>
                  <a:lnTo>
                    <a:pt x="1795999" y="1383985"/>
                  </a:lnTo>
                  <a:lnTo>
                    <a:pt x="1797071" y="1382755"/>
                  </a:lnTo>
                  <a:lnTo>
                    <a:pt x="1798142" y="1381525"/>
                  </a:lnTo>
                  <a:lnTo>
                    <a:pt x="1799214" y="1380294"/>
                  </a:lnTo>
                  <a:lnTo>
                    <a:pt x="1800285" y="1379063"/>
                  </a:lnTo>
                  <a:lnTo>
                    <a:pt x="1801357" y="1377831"/>
                  </a:lnTo>
                  <a:lnTo>
                    <a:pt x="1802429" y="1376598"/>
                  </a:lnTo>
                  <a:lnTo>
                    <a:pt x="1803500" y="1375364"/>
                  </a:lnTo>
                  <a:lnTo>
                    <a:pt x="1804572" y="1374130"/>
                  </a:lnTo>
                  <a:lnTo>
                    <a:pt x="1805643" y="1372895"/>
                  </a:lnTo>
                  <a:lnTo>
                    <a:pt x="1806715" y="1371660"/>
                  </a:lnTo>
                  <a:lnTo>
                    <a:pt x="1807787" y="1370424"/>
                  </a:lnTo>
                  <a:lnTo>
                    <a:pt x="1808858" y="1369187"/>
                  </a:lnTo>
                  <a:lnTo>
                    <a:pt x="1809930" y="1367949"/>
                  </a:lnTo>
                  <a:lnTo>
                    <a:pt x="1811001" y="1366711"/>
                  </a:lnTo>
                  <a:lnTo>
                    <a:pt x="1812073" y="1365472"/>
                  </a:lnTo>
                  <a:lnTo>
                    <a:pt x="1813145" y="1364232"/>
                  </a:lnTo>
                  <a:lnTo>
                    <a:pt x="1814216" y="1362992"/>
                  </a:lnTo>
                  <a:lnTo>
                    <a:pt x="1815288" y="1361751"/>
                  </a:lnTo>
                  <a:lnTo>
                    <a:pt x="1816359" y="1360509"/>
                  </a:lnTo>
                  <a:lnTo>
                    <a:pt x="1817431" y="1359267"/>
                  </a:lnTo>
                  <a:lnTo>
                    <a:pt x="1818503" y="1358024"/>
                  </a:lnTo>
                  <a:lnTo>
                    <a:pt x="1819574" y="1356780"/>
                  </a:lnTo>
                  <a:lnTo>
                    <a:pt x="1820646" y="1355535"/>
                  </a:lnTo>
                  <a:lnTo>
                    <a:pt x="1821717" y="1354290"/>
                  </a:lnTo>
                  <a:lnTo>
                    <a:pt x="1822789" y="1353044"/>
                  </a:lnTo>
                  <a:lnTo>
                    <a:pt x="1823861" y="1351798"/>
                  </a:lnTo>
                  <a:lnTo>
                    <a:pt x="1824932" y="1350550"/>
                  </a:lnTo>
                  <a:lnTo>
                    <a:pt x="1826004" y="1349302"/>
                  </a:lnTo>
                  <a:lnTo>
                    <a:pt x="1827075" y="1348053"/>
                  </a:lnTo>
                  <a:lnTo>
                    <a:pt x="1828147" y="1346804"/>
                  </a:lnTo>
                  <a:lnTo>
                    <a:pt x="1829219" y="1345554"/>
                  </a:lnTo>
                  <a:lnTo>
                    <a:pt x="1830290" y="1344303"/>
                  </a:lnTo>
                  <a:lnTo>
                    <a:pt x="1831362" y="1343051"/>
                  </a:lnTo>
                  <a:lnTo>
                    <a:pt x="1832433" y="1341799"/>
                  </a:lnTo>
                  <a:lnTo>
                    <a:pt x="1833505" y="1340546"/>
                  </a:lnTo>
                  <a:lnTo>
                    <a:pt x="1834577" y="1339292"/>
                  </a:lnTo>
                  <a:lnTo>
                    <a:pt x="1835648" y="1338038"/>
                  </a:lnTo>
                  <a:lnTo>
                    <a:pt x="1836720" y="1336782"/>
                  </a:lnTo>
                  <a:lnTo>
                    <a:pt x="1837791" y="1335527"/>
                  </a:lnTo>
                  <a:lnTo>
                    <a:pt x="1838863" y="1334270"/>
                  </a:lnTo>
                  <a:lnTo>
                    <a:pt x="1839935" y="1333013"/>
                  </a:lnTo>
                  <a:lnTo>
                    <a:pt x="1841006" y="1331754"/>
                  </a:lnTo>
                  <a:lnTo>
                    <a:pt x="1842078" y="1330496"/>
                  </a:lnTo>
                  <a:lnTo>
                    <a:pt x="1843149" y="1329236"/>
                  </a:lnTo>
                  <a:lnTo>
                    <a:pt x="1844221" y="1327976"/>
                  </a:lnTo>
                  <a:lnTo>
                    <a:pt x="1845293" y="1326715"/>
                  </a:lnTo>
                  <a:lnTo>
                    <a:pt x="1846364" y="1325453"/>
                  </a:lnTo>
                  <a:lnTo>
                    <a:pt x="1847436" y="1324191"/>
                  </a:lnTo>
                  <a:lnTo>
                    <a:pt x="1848507" y="1322928"/>
                  </a:lnTo>
                  <a:lnTo>
                    <a:pt x="1849579" y="1321664"/>
                  </a:lnTo>
                  <a:lnTo>
                    <a:pt x="1850651" y="1320399"/>
                  </a:lnTo>
                  <a:lnTo>
                    <a:pt x="1851722" y="1319134"/>
                  </a:lnTo>
                  <a:lnTo>
                    <a:pt x="1852794" y="1317868"/>
                  </a:lnTo>
                  <a:lnTo>
                    <a:pt x="1853865" y="1316601"/>
                  </a:lnTo>
                  <a:lnTo>
                    <a:pt x="1854937" y="1315334"/>
                  </a:lnTo>
                  <a:lnTo>
                    <a:pt x="1856009" y="1314066"/>
                  </a:lnTo>
                  <a:lnTo>
                    <a:pt x="1857080" y="1312797"/>
                  </a:lnTo>
                  <a:lnTo>
                    <a:pt x="1858152" y="1311527"/>
                  </a:lnTo>
                  <a:lnTo>
                    <a:pt x="1859223" y="1310257"/>
                  </a:lnTo>
                  <a:lnTo>
                    <a:pt x="1860295" y="1308986"/>
                  </a:lnTo>
                  <a:lnTo>
                    <a:pt x="1861367" y="1307714"/>
                  </a:lnTo>
                  <a:lnTo>
                    <a:pt x="1862438" y="1306442"/>
                  </a:lnTo>
                  <a:lnTo>
                    <a:pt x="1863510" y="1305169"/>
                  </a:lnTo>
                  <a:lnTo>
                    <a:pt x="1864581" y="1303895"/>
                  </a:lnTo>
                  <a:lnTo>
                    <a:pt x="1865653" y="1302620"/>
                  </a:lnTo>
                  <a:lnTo>
                    <a:pt x="1866725" y="1301345"/>
                  </a:lnTo>
                  <a:lnTo>
                    <a:pt x="1867796" y="1300069"/>
                  </a:lnTo>
                  <a:lnTo>
                    <a:pt x="1868868" y="1298792"/>
                  </a:lnTo>
                  <a:lnTo>
                    <a:pt x="1869939" y="1297515"/>
                  </a:lnTo>
                  <a:lnTo>
                    <a:pt x="1871011" y="1296236"/>
                  </a:lnTo>
                  <a:lnTo>
                    <a:pt x="1872083" y="1294957"/>
                  </a:lnTo>
                  <a:lnTo>
                    <a:pt x="1873154" y="1293678"/>
                  </a:lnTo>
                  <a:lnTo>
                    <a:pt x="1874226" y="1292398"/>
                  </a:lnTo>
                  <a:lnTo>
                    <a:pt x="1875297" y="1291117"/>
                  </a:lnTo>
                  <a:lnTo>
                    <a:pt x="1876369" y="1289835"/>
                  </a:lnTo>
                  <a:lnTo>
                    <a:pt x="1877441" y="1288553"/>
                  </a:lnTo>
                  <a:lnTo>
                    <a:pt x="1878512" y="1287269"/>
                  </a:lnTo>
                  <a:lnTo>
                    <a:pt x="1879584" y="1285986"/>
                  </a:lnTo>
                  <a:lnTo>
                    <a:pt x="1880655" y="1284701"/>
                  </a:lnTo>
                  <a:lnTo>
                    <a:pt x="1881727" y="1283416"/>
                  </a:lnTo>
                  <a:lnTo>
                    <a:pt x="1882799" y="1282130"/>
                  </a:lnTo>
                  <a:lnTo>
                    <a:pt x="1883870" y="1280844"/>
                  </a:lnTo>
                  <a:lnTo>
                    <a:pt x="1884942" y="1279556"/>
                  </a:lnTo>
                  <a:lnTo>
                    <a:pt x="1886013" y="1278268"/>
                  </a:lnTo>
                  <a:lnTo>
                    <a:pt x="1887085" y="1276980"/>
                  </a:lnTo>
                  <a:lnTo>
                    <a:pt x="1888157" y="1275691"/>
                  </a:lnTo>
                  <a:lnTo>
                    <a:pt x="1889228" y="1274401"/>
                  </a:lnTo>
                  <a:lnTo>
                    <a:pt x="1890300" y="1273110"/>
                  </a:lnTo>
                  <a:lnTo>
                    <a:pt x="1891371" y="1271819"/>
                  </a:lnTo>
                  <a:lnTo>
                    <a:pt x="1892443" y="1270527"/>
                  </a:lnTo>
                  <a:lnTo>
                    <a:pt x="1893515" y="1269234"/>
                  </a:lnTo>
                  <a:lnTo>
                    <a:pt x="1894586" y="1267941"/>
                  </a:lnTo>
                  <a:lnTo>
                    <a:pt x="1895658" y="1266647"/>
                  </a:lnTo>
                  <a:lnTo>
                    <a:pt x="1896729" y="1265352"/>
                  </a:lnTo>
                  <a:lnTo>
                    <a:pt x="1897801" y="1264057"/>
                  </a:lnTo>
                  <a:lnTo>
                    <a:pt x="1898873" y="1262761"/>
                  </a:lnTo>
                  <a:lnTo>
                    <a:pt x="1899944" y="1261464"/>
                  </a:lnTo>
                  <a:lnTo>
                    <a:pt x="1901016" y="1260167"/>
                  </a:lnTo>
                  <a:lnTo>
                    <a:pt x="1902087" y="1258869"/>
                  </a:lnTo>
                  <a:lnTo>
                    <a:pt x="1903159" y="1257570"/>
                  </a:lnTo>
                  <a:lnTo>
                    <a:pt x="1904231" y="1256271"/>
                  </a:lnTo>
                  <a:lnTo>
                    <a:pt x="1905302" y="1254971"/>
                  </a:lnTo>
                  <a:lnTo>
                    <a:pt x="1906374" y="1253671"/>
                  </a:lnTo>
                  <a:lnTo>
                    <a:pt x="1907445" y="1252370"/>
                  </a:lnTo>
                  <a:lnTo>
                    <a:pt x="1908517" y="1251068"/>
                  </a:lnTo>
                  <a:lnTo>
                    <a:pt x="1909589" y="1249766"/>
                  </a:lnTo>
                  <a:lnTo>
                    <a:pt x="1910660" y="1248463"/>
                  </a:lnTo>
                  <a:lnTo>
                    <a:pt x="1911732" y="1247159"/>
                  </a:lnTo>
                  <a:lnTo>
                    <a:pt x="1912803" y="1245855"/>
                  </a:lnTo>
                  <a:lnTo>
                    <a:pt x="1913875" y="1244550"/>
                  </a:lnTo>
                  <a:lnTo>
                    <a:pt x="1914947" y="1243244"/>
                  </a:lnTo>
                  <a:lnTo>
                    <a:pt x="1916018" y="1241938"/>
                  </a:lnTo>
                  <a:lnTo>
                    <a:pt x="1917090" y="1240632"/>
                  </a:lnTo>
                  <a:lnTo>
                    <a:pt x="1918161" y="1239324"/>
                  </a:lnTo>
                  <a:lnTo>
                    <a:pt x="1919233" y="1238017"/>
                  </a:lnTo>
                  <a:lnTo>
                    <a:pt x="1920305" y="1236708"/>
                  </a:lnTo>
                  <a:lnTo>
                    <a:pt x="1921376" y="1235399"/>
                  </a:lnTo>
                  <a:lnTo>
                    <a:pt x="1922448" y="1234090"/>
                  </a:lnTo>
                  <a:lnTo>
                    <a:pt x="1923519" y="1232779"/>
                  </a:lnTo>
                  <a:lnTo>
                    <a:pt x="1924591" y="1231469"/>
                  </a:lnTo>
                  <a:lnTo>
                    <a:pt x="1925663" y="1230157"/>
                  </a:lnTo>
                  <a:lnTo>
                    <a:pt x="1926734" y="1228845"/>
                  </a:lnTo>
                  <a:lnTo>
                    <a:pt x="1927806" y="1227533"/>
                  </a:lnTo>
                  <a:lnTo>
                    <a:pt x="1928877" y="1226220"/>
                  </a:lnTo>
                  <a:lnTo>
                    <a:pt x="1929949" y="1224906"/>
                  </a:lnTo>
                  <a:lnTo>
                    <a:pt x="1931021" y="1223592"/>
                  </a:lnTo>
                  <a:lnTo>
                    <a:pt x="1932092" y="1222277"/>
                  </a:lnTo>
                  <a:lnTo>
                    <a:pt x="1933164" y="1220962"/>
                  </a:lnTo>
                  <a:lnTo>
                    <a:pt x="1934235" y="1219646"/>
                  </a:lnTo>
                  <a:lnTo>
                    <a:pt x="1935307" y="1218330"/>
                  </a:lnTo>
                  <a:lnTo>
                    <a:pt x="1936379" y="1217013"/>
                  </a:lnTo>
                  <a:lnTo>
                    <a:pt x="1937450" y="1215696"/>
                  </a:lnTo>
                  <a:lnTo>
                    <a:pt x="1938522" y="1214378"/>
                  </a:lnTo>
                  <a:lnTo>
                    <a:pt x="1939593" y="1213059"/>
                  </a:lnTo>
                  <a:lnTo>
                    <a:pt x="1940665" y="1211741"/>
                  </a:lnTo>
                  <a:lnTo>
                    <a:pt x="1941737" y="1210421"/>
                  </a:lnTo>
                  <a:lnTo>
                    <a:pt x="1942808" y="1209101"/>
                  </a:lnTo>
                  <a:lnTo>
                    <a:pt x="1943880" y="1207781"/>
                  </a:lnTo>
                  <a:lnTo>
                    <a:pt x="1944951" y="1206460"/>
                  </a:lnTo>
                  <a:lnTo>
                    <a:pt x="1946023" y="1205138"/>
                  </a:lnTo>
                  <a:lnTo>
                    <a:pt x="1947095" y="1203817"/>
                  </a:lnTo>
                  <a:lnTo>
                    <a:pt x="1948166" y="1202494"/>
                  </a:lnTo>
                  <a:lnTo>
                    <a:pt x="1949238" y="1201171"/>
                  </a:lnTo>
                  <a:lnTo>
                    <a:pt x="1950309" y="1199848"/>
                  </a:lnTo>
                  <a:lnTo>
                    <a:pt x="1951381" y="1198524"/>
                  </a:lnTo>
                  <a:lnTo>
                    <a:pt x="1952453" y="1197200"/>
                  </a:lnTo>
                  <a:lnTo>
                    <a:pt x="1953524" y="1195875"/>
                  </a:lnTo>
                  <a:lnTo>
                    <a:pt x="1954596" y="1194550"/>
                  </a:lnTo>
                  <a:lnTo>
                    <a:pt x="1955667" y="1193225"/>
                  </a:lnTo>
                  <a:lnTo>
                    <a:pt x="1956739" y="1191899"/>
                  </a:lnTo>
                  <a:lnTo>
                    <a:pt x="1957810" y="1190572"/>
                  </a:lnTo>
                  <a:lnTo>
                    <a:pt x="1958882" y="1189245"/>
                  </a:lnTo>
                  <a:lnTo>
                    <a:pt x="1959954" y="1187918"/>
                  </a:lnTo>
                  <a:lnTo>
                    <a:pt x="1961025" y="1186591"/>
                  </a:lnTo>
                  <a:lnTo>
                    <a:pt x="1962097" y="1185262"/>
                  </a:lnTo>
                  <a:lnTo>
                    <a:pt x="1963168" y="1183934"/>
                  </a:lnTo>
                  <a:lnTo>
                    <a:pt x="1964240" y="1182605"/>
                  </a:lnTo>
                  <a:lnTo>
                    <a:pt x="1965312" y="1181276"/>
                  </a:lnTo>
                  <a:lnTo>
                    <a:pt x="1966383" y="1179946"/>
                  </a:lnTo>
                  <a:lnTo>
                    <a:pt x="1967455" y="1178616"/>
                  </a:lnTo>
                  <a:lnTo>
                    <a:pt x="1968526" y="1177286"/>
                  </a:lnTo>
                  <a:lnTo>
                    <a:pt x="1969598" y="1175955"/>
                  </a:lnTo>
                  <a:lnTo>
                    <a:pt x="1970670" y="1174624"/>
                  </a:lnTo>
                  <a:lnTo>
                    <a:pt x="1971741" y="1173292"/>
                  </a:lnTo>
                  <a:lnTo>
                    <a:pt x="1972813" y="1171960"/>
                  </a:lnTo>
                  <a:lnTo>
                    <a:pt x="1973884" y="1170628"/>
                  </a:lnTo>
                  <a:lnTo>
                    <a:pt x="1974956" y="1169296"/>
                  </a:lnTo>
                  <a:lnTo>
                    <a:pt x="1976028" y="1167963"/>
                  </a:lnTo>
                  <a:lnTo>
                    <a:pt x="1977099" y="1166630"/>
                  </a:lnTo>
                  <a:lnTo>
                    <a:pt x="1978171" y="1165296"/>
                  </a:lnTo>
                  <a:lnTo>
                    <a:pt x="1979242" y="1163962"/>
                  </a:lnTo>
                  <a:lnTo>
                    <a:pt x="1980314" y="1162628"/>
                  </a:lnTo>
                  <a:lnTo>
                    <a:pt x="1981386" y="1161294"/>
                  </a:lnTo>
                  <a:lnTo>
                    <a:pt x="1982457" y="1159959"/>
                  </a:lnTo>
                  <a:lnTo>
                    <a:pt x="1983529" y="1158624"/>
                  </a:lnTo>
                  <a:lnTo>
                    <a:pt x="1984600" y="1157289"/>
                  </a:lnTo>
                  <a:lnTo>
                    <a:pt x="1985672" y="1155953"/>
                  </a:lnTo>
                  <a:lnTo>
                    <a:pt x="1986744" y="1154617"/>
                  </a:lnTo>
                  <a:lnTo>
                    <a:pt x="1987815" y="1153281"/>
                  </a:lnTo>
                  <a:lnTo>
                    <a:pt x="1988887" y="1151945"/>
                  </a:lnTo>
                  <a:lnTo>
                    <a:pt x="1989958" y="1150608"/>
                  </a:lnTo>
                  <a:lnTo>
                    <a:pt x="1991030" y="1149271"/>
                  </a:lnTo>
                  <a:lnTo>
                    <a:pt x="1992102" y="1147934"/>
                  </a:lnTo>
                  <a:lnTo>
                    <a:pt x="1993173" y="1146597"/>
                  </a:lnTo>
                  <a:lnTo>
                    <a:pt x="1994245" y="1145259"/>
                  </a:lnTo>
                  <a:lnTo>
                    <a:pt x="1995316" y="1143922"/>
                  </a:lnTo>
                  <a:lnTo>
                    <a:pt x="1996388" y="1142584"/>
                  </a:lnTo>
                  <a:lnTo>
                    <a:pt x="1997460" y="1141245"/>
                  </a:lnTo>
                  <a:lnTo>
                    <a:pt x="1998531" y="1139907"/>
                  </a:lnTo>
                  <a:lnTo>
                    <a:pt x="1999603" y="1138569"/>
                  </a:lnTo>
                  <a:lnTo>
                    <a:pt x="2000674" y="1137230"/>
                  </a:lnTo>
                  <a:lnTo>
                    <a:pt x="2001746" y="1135891"/>
                  </a:lnTo>
                  <a:lnTo>
                    <a:pt x="2002818" y="1134552"/>
                  </a:lnTo>
                  <a:lnTo>
                    <a:pt x="2003889" y="1133213"/>
                  </a:lnTo>
                  <a:lnTo>
                    <a:pt x="2004961" y="1131873"/>
                  </a:lnTo>
                  <a:lnTo>
                    <a:pt x="2006032" y="1130534"/>
                  </a:lnTo>
                  <a:lnTo>
                    <a:pt x="2007104" y="1129194"/>
                  </a:lnTo>
                  <a:lnTo>
                    <a:pt x="2008176" y="1127854"/>
                  </a:lnTo>
                  <a:lnTo>
                    <a:pt x="2009247" y="1126514"/>
                  </a:lnTo>
                  <a:lnTo>
                    <a:pt x="2010319" y="1125174"/>
                  </a:lnTo>
                  <a:lnTo>
                    <a:pt x="2011390" y="1123834"/>
                  </a:lnTo>
                  <a:lnTo>
                    <a:pt x="2012462" y="1122494"/>
                  </a:lnTo>
                  <a:lnTo>
                    <a:pt x="2013534" y="1121153"/>
                  </a:lnTo>
                  <a:lnTo>
                    <a:pt x="2014605" y="1119813"/>
                  </a:lnTo>
                  <a:lnTo>
                    <a:pt x="2015677" y="1118473"/>
                  </a:lnTo>
                  <a:lnTo>
                    <a:pt x="2016748" y="1117132"/>
                  </a:lnTo>
                  <a:lnTo>
                    <a:pt x="2017820" y="1115791"/>
                  </a:lnTo>
                  <a:lnTo>
                    <a:pt x="2018892" y="1114451"/>
                  </a:lnTo>
                  <a:lnTo>
                    <a:pt x="2019963" y="1113110"/>
                  </a:lnTo>
                  <a:lnTo>
                    <a:pt x="2021035" y="1111769"/>
                  </a:lnTo>
                  <a:lnTo>
                    <a:pt x="2022106" y="1110428"/>
                  </a:lnTo>
                  <a:lnTo>
                    <a:pt x="2023178" y="1109087"/>
                  </a:lnTo>
                  <a:lnTo>
                    <a:pt x="2024250" y="1107746"/>
                  </a:lnTo>
                  <a:lnTo>
                    <a:pt x="2025321" y="1106406"/>
                  </a:lnTo>
                  <a:lnTo>
                    <a:pt x="2026393" y="1105065"/>
                  </a:lnTo>
                  <a:lnTo>
                    <a:pt x="2027464" y="1103724"/>
                  </a:lnTo>
                  <a:lnTo>
                    <a:pt x="2028536" y="1102383"/>
                  </a:lnTo>
                  <a:lnTo>
                    <a:pt x="2029608" y="1101042"/>
                  </a:lnTo>
                  <a:lnTo>
                    <a:pt x="2030679" y="1099701"/>
                  </a:lnTo>
                  <a:lnTo>
                    <a:pt x="2031751" y="1098360"/>
                  </a:lnTo>
                  <a:lnTo>
                    <a:pt x="2032822" y="1097020"/>
                  </a:lnTo>
                  <a:lnTo>
                    <a:pt x="2033894" y="1095679"/>
                  </a:lnTo>
                  <a:lnTo>
                    <a:pt x="2034966" y="1094338"/>
                  </a:lnTo>
                  <a:lnTo>
                    <a:pt x="2036037" y="1092998"/>
                  </a:lnTo>
                  <a:lnTo>
                    <a:pt x="2037109" y="1091657"/>
                  </a:lnTo>
                  <a:lnTo>
                    <a:pt x="2038180" y="1090317"/>
                  </a:lnTo>
                  <a:lnTo>
                    <a:pt x="2039252" y="1088976"/>
                  </a:lnTo>
                  <a:lnTo>
                    <a:pt x="2040324" y="1087636"/>
                  </a:lnTo>
                  <a:lnTo>
                    <a:pt x="2041395" y="1086296"/>
                  </a:lnTo>
                  <a:lnTo>
                    <a:pt x="2042467" y="1084956"/>
                  </a:lnTo>
                  <a:lnTo>
                    <a:pt x="2043538" y="1083616"/>
                  </a:lnTo>
                  <a:lnTo>
                    <a:pt x="2044610" y="1082277"/>
                  </a:lnTo>
                  <a:lnTo>
                    <a:pt x="2045682" y="1080937"/>
                  </a:lnTo>
                  <a:lnTo>
                    <a:pt x="2046753" y="1079598"/>
                  </a:lnTo>
                  <a:lnTo>
                    <a:pt x="2047825" y="1078258"/>
                  </a:lnTo>
                  <a:lnTo>
                    <a:pt x="2048896" y="1076919"/>
                  </a:lnTo>
                  <a:lnTo>
                    <a:pt x="2049968" y="1075580"/>
                  </a:lnTo>
                  <a:lnTo>
                    <a:pt x="2051040" y="1074241"/>
                  </a:lnTo>
                  <a:lnTo>
                    <a:pt x="2052111" y="1072903"/>
                  </a:lnTo>
                  <a:lnTo>
                    <a:pt x="2053183" y="1071565"/>
                  </a:lnTo>
                  <a:lnTo>
                    <a:pt x="2054254" y="1070226"/>
                  </a:lnTo>
                  <a:lnTo>
                    <a:pt x="2055326" y="1068889"/>
                  </a:lnTo>
                  <a:lnTo>
                    <a:pt x="2056398" y="1067551"/>
                  </a:lnTo>
                  <a:lnTo>
                    <a:pt x="2057469" y="1066213"/>
                  </a:lnTo>
                  <a:lnTo>
                    <a:pt x="2058541" y="1064876"/>
                  </a:lnTo>
                  <a:lnTo>
                    <a:pt x="2059612" y="1063539"/>
                  </a:lnTo>
                  <a:lnTo>
                    <a:pt x="2060684" y="1062203"/>
                  </a:lnTo>
                  <a:lnTo>
                    <a:pt x="2061756" y="1060866"/>
                  </a:lnTo>
                  <a:lnTo>
                    <a:pt x="2062827" y="1059530"/>
                  </a:lnTo>
                  <a:lnTo>
                    <a:pt x="2063899" y="1058194"/>
                  </a:lnTo>
                  <a:lnTo>
                    <a:pt x="2064970" y="1056859"/>
                  </a:lnTo>
                  <a:lnTo>
                    <a:pt x="2066042" y="1055523"/>
                  </a:lnTo>
                  <a:lnTo>
                    <a:pt x="2067114" y="1054188"/>
                  </a:lnTo>
                  <a:lnTo>
                    <a:pt x="2068185" y="1052854"/>
                  </a:lnTo>
                  <a:lnTo>
                    <a:pt x="2069257" y="1051520"/>
                  </a:lnTo>
                  <a:lnTo>
                    <a:pt x="2070328" y="1050186"/>
                  </a:lnTo>
                  <a:lnTo>
                    <a:pt x="2071400" y="1048852"/>
                  </a:lnTo>
                  <a:lnTo>
                    <a:pt x="2072472" y="1047519"/>
                  </a:lnTo>
                  <a:lnTo>
                    <a:pt x="2073543" y="1046186"/>
                  </a:lnTo>
                  <a:lnTo>
                    <a:pt x="2074615" y="1044854"/>
                  </a:lnTo>
                  <a:lnTo>
                    <a:pt x="2075686" y="1043521"/>
                  </a:lnTo>
                  <a:lnTo>
                    <a:pt x="2076758" y="1042190"/>
                  </a:lnTo>
                  <a:lnTo>
                    <a:pt x="2077830" y="1040859"/>
                  </a:lnTo>
                  <a:lnTo>
                    <a:pt x="2078901" y="1039528"/>
                  </a:lnTo>
                  <a:lnTo>
                    <a:pt x="2079973" y="1038197"/>
                  </a:lnTo>
                  <a:lnTo>
                    <a:pt x="2081044" y="1036867"/>
                  </a:lnTo>
                  <a:lnTo>
                    <a:pt x="2082116" y="1035538"/>
                  </a:lnTo>
                  <a:lnTo>
                    <a:pt x="2083188" y="1034209"/>
                  </a:lnTo>
                  <a:lnTo>
                    <a:pt x="2084259" y="1032880"/>
                  </a:lnTo>
                  <a:lnTo>
                    <a:pt x="2085331" y="1031552"/>
                  </a:lnTo>
                  <a:lnTo>
                    <a:pt x="2086402" y="1030224"/>
                  </a:lnTo>
                  <a:lnTo>
                    <a:pt x="2087474" y="1028897"/>
                  </a:lnTo>
                  <a:lnTo>
                    <a:pt x="2088546" y="1027570"/>
                  </a:lnTo>
                  <a:lnTo>
                    <a:pt x="2089617" y="1026244"/>
                  </a:lnTo>
                  <a:lnTo>
                    <a:pt x="2090689" y="1024919"/>
                  </a:lnTo>
                  <a:lnTo>
                    <a:pt x="2091760" y="1023593"/>
                  </a:lnTo>
                  <a:lnTo>
                    <a:pt x="2092832" y="1022269"/>
                  </a:lnTo>
                  <a:lnTo>
                    <a:pt x="2093904" y="1020945"/>
                  </a:lnTo>
                  <a:lnTo>
                    <a:pt x="2094975" y="1019621"/>
                  </a:lnTo>
                  <a:lnTo>
                    <a:pt x="2096047" y="1018298"/>
                  </a:lnTo>
                  <a:lnTo>
                    <a:pt x="2097118" y="1016976"/>
                  </a:lnTo>
                  <a:lnTo>
                    <a:pt x="2098190" y="1015654"/>
                  </a:lnTo>
                  <a:lnTo>
                    <a:pt x="2099262" y="1014333"/>
                  </a:lnTo>
                  <a:lnTo>
                    <a:pt x="2100333" y="1013013"/>
                  </a:lnTo>
                  <a:lnTo>
                    <a:pt x="2101405" y="1011693"/>
                  </a:lnTo>
                  <a:lnTo>
                    <a:pt x="2102476" y="1010374"/>
                  </a:lnTo>
                  <a:lnTo>
                    <a:pt x="2103548" y="1009055"/>
                  </a:lnTo>
                  <a:lnTo>
                    <a:pt x="2104620" y="1007737"/>
                  </a:lnTo>
                  <a:lnTo>
                    <a:pt x="2105691" y="1006420"/>
                  </a:lnTo>
                  <a:lnTo>
                    <a:pt x="2106763" y="1005103"/>
                  </a:lnTo>
                  <a:lnTo>
                    <a:pt x="2107834" y="1003787"/>
                  </a:lnTo>
                  <a:lnTo>
                    <a:pt x="2108906" y="1002472"/>
                  </a:lnTo>
                  <a:lnTo>
                    <a:pt x="2109978" y="1001157"/>
                  </a:lnTo>
                  <a:lnTo>
                    <a:pt x="2111049" y="999843"/>
                  </a:lnTo>
                  <a:lnTo>
                    <a:pt x="2112121" y="998530"/>
                  </a:lnTo>
                  <a:lnTo>
                    <a:pt x="2113192" y="997218"/>
                  </a:lnTo>
                  <a:lnTo>
                    <a:pt x="2114264" y="995906"/>
                  </a:lnTo>
                  <a:lnTo>
                    <a:pt x="2115336" y="994595"/>
                  </a:lnTo>
                  <a:lnTo>
                    <a:pt x="2116407" y="993285"/>
                  </a:lnTo>
                  <a:lnTo>
                    <a:pt x="2117479" y="991975"/>
                  </a:lnTo>
                  <a:lnTo>
                    <a:pt x="2118550" y="990667"/>
                  </a:lnTo>
                  <a:lnTo>
                    <a:pt x="2119622" y="989359"/>
                  </a:lnTo>
                  <a:lnTo>
                    <a:pt x="2120694" y="988052"/>
                  </a:lnTo>
                  <a:lnTo>
                    <a:pt x="2121765" y="986745"/>
                  </a:lnTo>
                  <a:lnTo>
                    <a:pt x="2122837" y="985440"/>
                  </a:lnTo>
                  <a:lnTo>
                    <a:pt x="2123908" y="984135"/>
                  </a:lnTo>
                  <a:lnTo>
                    <a:pt x="2124980" y="982832"/>
                  </a:lnTo>
                  <a:lnTo>
                    <a:pt x="2126052" y="981529"/>
                  </a:lnTo>
                  <a:lnTo>
                    <a:pt x="2127123" y="980227"/>
                  </a:lnTo>
                  <a:lnTo>
                    <a:pt x="2128195" y="978925"/>
                  </a:lnTo>
                  <a:lnTo>
                    <a:pt x="2129266" y="977625"/>
                  </a:lnTo>
                  <a:lnTo>
                    <a:pt x="2130338" y="976326"/>
                  </a:lnTo>
                  <a:lnTo>
                    <a:pt x="2131409" y="975027"/>
                  </a:lnTo>
                  <a:lnTo>
                    <a:pt x="2132481" y="973729"/>
                  </a:lnTo>
                  <a:lnTo>
                    <a:pt x="2133553" y="972433"/>
                  </a:lnTo>
                  <a:lnTo>
                    <a:pt x="2134624" y="971137"/>
                  </a:lnTo>
                  <a:lnTo>
                    <a:pt x="2135696" y="969842"/>
                  </a:lnTo>
                  <a:lnTo>
                    <a:pt x="2136767" y="968548"/>
                  </a:lnTo>
                  <a:lnTo>
                    <a:pt x="2137839" y="967255"/>
                  </a:lnTo>
                  <a:lnTo>
                    <a:pt x="2138911" y="965964"/>
                  </a:lnTo>
                  <a:lnTo>
                    <a:pt x="2139982" y="964673"/>
                  </a:lnTo>
                  <a:lnTo>
                    <a:pt x="2141054" y="963383"/>
                  </a:lnTo>
                  <a:lnTo>
                    <a:pt x="2142125" y="962094"/>
                  </a:lnTo>
                  <a:lnTo>
                    <a:pt x="2143197" y="960806"/>
                  </a:lnTo>
                  <a:lnTo>
                    <a:pt x="2144269" y="959519"/>
                  </a:lnTo>
                  <a:lnTo>
                    <a:pt x="2145340" y="958233"/>
                  </a:lnTo>
                  <a:lnTo>
                    <a:pt x="2146412" y="956948"/>
                  </a:lnTo>
                  <a:lnTo>
                    <a:pt x="2147483" y="955665"/>
                  </a:lnTo>
                  <a:lnTo>
                    <a:pt x="2148555" y="954382"/>
                  </a:lnTo>
                  <a:lnTo>
                    <a:pt x="2149627" y="953101"/>
                  </a:lnTo>
                  <a:lnTo>
                    <a:pt x="2150698" y="951820"/>
                  </a:lnTo>
                  <a:lnTo>
                    <a:pt x="2151770" y="950541"/>
                  </a:lnTo>
                  <a:lnTo>
                    <a:pt x="2152841" y="949263"/>
                  </a:lnTo>
                  <a:lnTo>
                    <a:pt x="2153913" y="947985"/>
                  </a:lnTo>
                  <a:lnTo>
                    <a:pt x="2154985" y="946709"/>
                  </a:lnTo>
                  <a:lnTo>
                    <a:pt x="2156056" y="945435"/>
                  </a:lnTo>
                  <a:lnTo>
                    <a:pt x="2157128" y="944161"/>
                  </a:lnTo>
                  <a:lnTo>
                    <a:pt x="2158199" y="942889"/>
                  </a:lnTo>
                  <a:lnTo>
                    <a:pt x="2159271" y="941617"/>
                  </a:lnTo>
                  <a:lnTo>
                    <a:pt x="2160343" y="940347"/>
                  </a:lnTo>
                  <a:lnTo>
                    <a:pt x="2161414" y="939078"/>
                  </a:lnTo>
                  <a:lnTo>
                    <a:pt x="2162486" y="937811"/>
                  </a:lnTo>
                  <a:lnTo>
                    <a:pt x="2163557" y="936544"/>
                  </a:lnTo>
                  <a:lnTo>
                    <a:pt x="2164629" y="935279"/>
                  </a:lnTo>
                  <a:lnTo>
                    <a:pt x="2165701" y="934015"/>
                  </a:lnTo>
                  <a:lnTo>
                    <a:pt x="2166772" y="932752"/>
                  </a:lnTo>
                  <a:lnTo>
                    <a:pt x="2167844" y="931491"/>
                  </a:lnTo>
                  <a:lnTo>
                    <a:pt x="2168915" y="930231"/>
                  </a:lnTo>
                  <a:lnTo>
                    <a:pt x="2169987" y="928972"/>
                  </a:lnTo>
                  <a:lnTo>
                    <a:pt x="2171059" y="927714"/>
                  </a:lnTo>
                  <a:lnTo>
                    <a:pt x="2172130" y="926458"/>
                  </a:lnTo>
                  <a:lnTo>
                    <a:pt x="2173202" y="925203"/>
                  </a:lnTo>
                  <a:lnTo>
                    <a:pt x="2174273" y="923949"/>
                  </a:lnTo>
                  <a:lnTo>
                    <a:pt x="2175345" y="922697"/>
                  </a:lnTo>
                  <a:lnTo>
                    <a:pt x="2176417" y="921446"/>
                  </a:lnTo>
                  <a:lnTo>
                    <a:pt x="2177488" y="920197"/>
                  </a:lnTo>
                  <a:lnTo>
                    <a:pt x="2178560" y="918949"/>
                  </a:lnTo>
                  <a:lnTo>
                    <a:pt x="2179631" y="917702"/>
                  </a:lnTo>
                  <a:lnTo>
                    <a:pt x="2180703" y="916457"/>
                  </a:lnTo>
                  <a:lnTo>
                    <a:pt x="2181775" y="915213"/>
                  </a:lnTo>
                  <a:lnTo>
                    <a:pt x="2182846" y="913970"/>
                  </a:lnTo>
                  <a:lnTo>
                    <a:pt x="2183918" y="912729"/>
                  </a:lnTo>
                  <a:lnTo>
                    <a:pt x="2184989" y="911490"/>
                  </a:lnTo>
                  <a:lnTo>
                    <a:pt x="2186061" y="910252"/>
                  </a:lnTo>
                  <a:lnTo>
                    <a:pt x="2187133" y="909015"/>
                  </a:lnTo>
                  <a:lnTo>
                    <a:pt x="2188204" y="907780"/>
                  </a:lnTo>
                  <a:lnTo>
                    <a:pt x="2189276" y="906546"/>
                  </a:lnTo>
                  <a:lnTo>
                    <a:pt x="2190347" y="905314"/>
                  </a:lnTo>
                  <a:lnTo>
                    <a:pt x="2191419" y="904083"/>
                  </a:lnTo>
                  <a:lnTo>
                    <a:pt x="2192491" y="902854"/>
                  </a:lnTo>
                  <a:lnTo>
                    <a:pt x="2193562" y="901626"/>
                  </a:lnTo>
                  <a:lnTo>
                    <a:pt x="2194634" y="900400"/>
                  </a:lnTo>
                  <a:lnTo>
                    <a:pt x="2195705" y="899176"/>
                  </a:lnTo>
                  <a:lnTo>
                    <a:pt x="2196777" y="897952"/>
                  </a:lnTo>
                  <a:lnTo>
                    <a:pt x="2197849" y="896731"/>
                  </a:lnTo>
                  <a:lnTo>
                    <a:pt x="2198920" y="895511"/>
                  </a:lnTo>
                  <a:lnTo>
                    <a:pt x="2199992" y="894292"/>
                  </a:lnTo>
                  <a:lnTo>
                    <a:pt x="2201063" y="893075"/>
                  </a:lnTo>
                  <a:lnTo>
                    <a:pt x="2202135" y="891859"/>
                  </a:lnTo>
                  <a:lnTo>
                    <a:pt x="2203207" y="890645"/>
                  </a:lnTo>
                  <a:lnTo>
                    <a:pt x="2204278" y="889433"/>
                  </a:lnTo>
                  <a:lnTo>
                    <a:pt x="2205350" y="888222"/>
                  </a:lnTo>
                  <a:lnTo>
                    <a:pt x="2206421" y="887012"/>
                  </a:lnTo>
                  <a:lnTo>
                    <a:pt x="2207493" y="885804"/>
                  </a:lnTo>
                  <a:lnTo>
                    <a:pt x="2208565" y="884598"/>
                  </a:lnTo>
                  <a:lnTo>
                    <a:pt x="2209636" y="883393"/>
                  </a:lnTo>
                  <a:lnTo>
                    <a:pt x="2210708" y="882190"/>
                  </a:lnTo>
                  <a:lnTo>
                    <a:pt x="2211779" y="880988"/>
                  </a:lnTo>
                  <a:lnTo>
                    <a:pt x="2212851" y="879787"/>
                  </a:lnTo>
                  <a:lnTo>
                    <a:pt x="2213923" y="878589"/>
                  </a:lnTo>
                  <a:lnTo>
                    <a:pt x="2214994" y="877391"/>
                  </a:lnTo>
                  <a:lnTo>
                    <a:pt x="2216066" y="876196"/>
                  </a:lnTo>
                  <a:lnTo>
                    <a:pt x="2217137" y="875002"/>
                  </a:lnTo>
                  <a:lnTo>
                    <a:pt x="2218209" y="873809"/>
                  </a:lnTo>
                  <a:lnTo>
                    <a:pt x="2219281" y="872618"/>
                  </a:lnTo>
                  <a:lnTo>
                    <a:pt x="2220352" y="871429"/>
                  </a:lnTo>
                  <a:lnTo>
                    <a:pt x="2221424" y="870241"/>
                  </a:lnTo>
                  <a:lnTo>
                    <a:pt x="2222495" y="869054"/>
                  </a:lnTo>
                  <a:lnTo>
                    <a:pt x="2223567" y="867870"/>
                  </a:lnTo>
                  <a:lnTo>
                    <a:pt x="2224639" y="866686"/>
                  </a:lnTo>
                  <a:lnTo>
                    <a:pt x="2225710" y="865505"/>
                  </a:lnTo>
                  <a:lnTo>
                    <a:pt x="2226782" y="864325"/>
                  </a:lnTo>
                  <a:lnTo>
                    <a:pt x="2227853" y="863146"/>
                  </a:lnTo>
                  <a:lnTo>
                    <a:pt x="2228925" y="861969"/>
                  </a:lnTo>
                  <a:lnTo>
                    <a:pt x="2229997" y="860794"/>
                  </a:lnTo>
                  <a:lnTo>
                    <a:pt x="2231068" y="859620"/>
                  </a:lnTo>
                  <a:lnTo>
                    <a:pt x="2232140" y="858448"/>
                  </a:lnTo>
                  <a:lnTo>
                    <a:pt x="2233211" y="857277"/>
                  </a:lnTo>
                  <a:lnTo>
                    <a:pt x="2234283" y="856108"/>
                  </a:lnTo>
                  <a:lnTo>
                    <a:pt x="2235355" y="854940"/>
                  </a:lnTo>
                  <a:lnTo>
                    <a:pt x="2236426" y="853774"/>
                  </a:lnTo>
                  <a:lnTo>
                    <a:pt x="2237498" y="852610"/>
                  </a:lnTo>
                  <a:lnTo>
                    <a:pt x="2238569" y="851447"/>
                  </a:lnTo>
                  <a:lnTo>
                    <a:pt x="2239641" y="850286"/>
                  </a:lnTo>
                  <a:lnTo>
                    <a:pt x="2240713" y="849126"/>
                  </a:lnTo>
                  <a:lnTo>
                    <a:pt x="2241784" y="847968"/>
                  </a:lnTo>
                  <a:lnTo>
                    <a:pt x="2242856" y="846812"/>
                  </a:lnTo>
                  <a:lnTo>
                    <a:pt x="2243927" y="845657"/>
                  </a:lnTo>
                  <a:lnTo>
                    <a:pt x="2244999" y="844504"/>
                  </a:lnTo>
                  <a:lnTo>
                    <a:pt x="2246071" y="843352"/>
                  </a:lnTo>
                  <a:lnTo>
                    <a:pt x="2247142" y="842202"/>
                  </a:lnTo>
                  <a:lnTo>
                    <a:pt x="2248214" y="841053"/>
                  </a:lnTo>
                  <a:lnTo>
                    <a:pt x="2249285" y="839906"/>
                  </a:lnTo>
                  <a:lnTo>
                    <a:pt x="2250357" y="838761"/>
                  </a:lnTo>
                  <a:lnTo>
                    <a:pt x="2251429" y="837618"/>
                  </a:lnTo>
                  <a:lnTo>
                    <a:pt x="2252500" y="836475"/>
                  </a:lnTo>
                  <a:lnTo>
                    <a:pt x="2253572" y="835335"/>
                  </a:lnTo>
                  <a:lnTo>
                    <a:pt x="2254643" y="834196"/>
                  </a:lnTo>
                  <a:lnTo>
                    <a:pt x="2255715" y="833059"/>
                  </a:lnTo>
                  <a:lnTo>
                    <a:pt x="2256787" y="831923"/>
                  </a:lnTo>
                  <a:lnTo>
                    <a:pt x="2257858" y="830789"/>
                  </a:lnTo>
                  <a:lnTo>
                    <a:pt x="2258930" y="829657"/>
                  </a:lnTo>
                  <a:lnTo>
                    <a:pt x="2260001" y="828526"/>
                  </a:lnTo>
                  <a:lnTo>
                    <a:pt x="2261073" y="827396"/>
                  </a:lnTo>
                  <a:lnTo>
                    <a:pt x="2262145" y="826269"/>
                  </a:lnTo>
                  <a:lnTo>
                    <a:pt x="2263216" y="825143"/>
                  </a:lnTo>
                  <a:lnTo>
                    <a:pt x="2264288" y="824018"/>
                  </a:lnTo>
                  <a:lnTo>
                    <a:pt x="2265359" y="822896"/>
                  </a:lnTo>
                  <a:lnTo>
                    <a:pt x="2266431" y="821774"/>
                  </a:lnTo>
                  <a:lnTo>
                    <a:pt x="2267503" y="820655"/>
                  </a:lnTo>
                  <a:lnTo>
                    <a:pt x="2268574" y="819537"/>
                  </a:lnTo>
                  <a:lnTo>
                    <a:pt x="2269646" y="818421"/>
                  </a:lnTo>
                  <a:lnTo>
                    <a:pt x="2270717" y="817306"/>
                  </a:lnTo>
                  <a:lnTo>
                    <a:pt x="2271789" y="816193"/>
                  </a:lnTo>
                  <a:lnTo>
                    <a:pt x="2272861" y="815081"/>
                  </a:lnTo>
                  <a:lnTo>
                    <a:pt x="2273932" y="813972"/>
                  </a:lnTo>
                  <a:lnTo>
                    <a:pt x="2275004" y="812863"/>
                  </a:lnTo>
                  <a:lnTo>
                    <a:pt x="2276075" y="811757"/>
                  </a:lnTo>
                  <a:lnTo>
                    <a:pt x="2277147" y="810652"/>
                  </a:lnTo>
                  <a:lnTo>
                    <a:pt x="2278219" y="809548"/>
                  </a:lnTo>
                  <a:lnTo>
                    <a:pt x="2279290" y="808447"/>
                  </a:lnTo>
                  <a:lnTo>
                    <a:pt x="2280362" y="807347"/>
                  </a:lnTo>
                  <a:lnTo>
                    <a:pt x="2281433" y="806248"/>
                  </a:lnTo>
                  <a:lnTo>
                    <a:pt x="2282505" y="805152"/>
                  </a:lnTo>
                  <a:lnTo>
                    <a:pt x="2283577" y="804056"/>
                  </a:lnTo>
                  <a:lnTo>
                    <a:pt x="2284648" y="802963"/>
                  </a:lnTo>
                  <a:lnTo>
                    <a:pt x="2285720" y="801871"/>
                  </a:lnTo>
                  <a:lnTo>
                    <a:pt x="2286791" y="800781"/>
                  </a:lnTo>
                  <a:lnTo>
                    <a:pt x="2287863" y="799692"/>
                  </a:lnTo>
                  <a:lnTo>
                    <a:pt x="2288935" y="798605"/>
                  </a:lnTo>
                  <a:lnTo>
                    <a:pt x="2290006" y="797520"/>
                  </a:lnTo>
                  <a:lnTo>
                    <a:pt x="2291078" y="796436"/>
                  </a:lnTo>
                  <a:lnTo>
                    <a:pt x="2292149" y="795354"/>
                  </a:lnTo>
                  <a:lnTo>
                    <a:pt x="2293221" y="794274"/>
                  </a:lnTo>
                  <a:lnTo>
                    <a:pt x="2294293" y="793195"/>
                  </a:lnTo>
                  <a:lnTo>
                    <a:pt x="2295364" y="792118"/>
                  </a:lnTo>
                  <a:lnTo>
                    <a:pt x="2296436" y="791042"/>
                  </a:lnTo>
                  <a:lnTo>
                    <a:pt x="2297507" y="789968"/>
                  </a:lnTo>
                  <a:lnTo>
                    <a:pt x="2298579" y="788896"/>
                  </a:lnTo>
                  <a:lnTo>
                    <a:pt x="2299651" y="787825"/>
                  </a:lnTo>
                  <a:lnTo>
                    <a:pt x="2300722" y="786757"/>
                  </a:lnTo>
                  <a:lnTo>
                    <a:pt x="2301794" y="785689"/>
                  </a:lnTo>
                  <a:lnTo>
                    <a:pt x="2302865" y="784624"/>
                  </a:lnTo>
                  <a:lnTo>
                    <a:pt x="2303937" y="783560"/>
                  </a:lnTo>
                  <a:lnTo>
                    <a:pt x="2305009" y="782497"/>
                  </a:lnTo>
                  <a:lnTo>
                    <a:pt x="2306080" y="781437"/>
                  </a:lnTo>
                  <a:lnTo>
                    <a:pt x="2307152" y="780378"/>
                  </a:lnTo>
                  <a:lnTo>
                    <a:pt x="2308223" y="779320"/>
                  </a:lnTo>
                  <a:lnTo>
                    <a:pt x="2309295" y="778264"/>
                  </a:lnTo>
                  <a:lnTo>
                    <a:pt x="2310366" y="777210"/>
                  </a:lnTo>
                  <a:lnTo>
                    <a:pt x="2311438" y="776158"/>
                  </a:lnTo>
                  <a:lnTo>
                    <a:pt x="2312510" y="775107"/>
                  </a:lnTo>
                  <a:lnTo>
                    <a:pt x="2313581" y="774058"/>
                  </a:lnTo>
                  <a:lnTo>
                    <a:pt x="2314653" y="773011"/>
                  </a:lnTo>
                  <a:lnTo>
                    <a:pt x="2315724" y="771965"/>
                  </a:lnTo>
                  <a:lnTo>
                    <a:pt x="2316796" y="770921"/>
                  </a:lnTo>
                  <a:lnTo>
                    <a:pt x="2317868" y="769878"/>
                  </a:lnTo>
                  <a:lnTo>
                    <a:pt x="2318939" y="768837"/>
                  </a:lnTo>
                  <a:lnTo>
                    <a:pt x="2320011" y="767798"/>
                  </a:lnTo>
                  <a:lnTo>
                    <a:pt x="2321082" y="766760"/>
                  </a:lnTo>
                  <a:lnTo>
                    <a:pt x="2322154" y="765724"/>
                  </a:lnTo>
                  <a:lnTo>
                    <a:pt x="2323226" y="764690"/>
                  </a:lnTo>
                  <a:lnTo>
                    <a:pt x="2324297" y="763658"/>
                  </a:lnTo>
                  <a:lnTo>
                    <a:pt x="2325369" y="762627"/>
                  </a:lnTo>
                  <a:lnTo>
                    <a:pt x="2326440" y="761597"/>
                  </a:lnTo>
                  <a:lnTo>
                    <a:pt x="2327512" y="760570"/>
                  </a:lnTo>
                  <a:lnTo>
                    <a:pt x="2328584" y="759544"/>
                  </a:lnTo>
                  <a:lnTo>
                    <a:pt x="2329655" y="758519"/>
                  </a:lnTo>
                  <a:lnTo>
                    <a:pt x="2330727" y="757497"/>
                  </a:lnTo>
                  <a:lnTo>
                    <a:pt x="2331798" y="756476"/>
                  </a:lnTo>
                  <a:lnTo>
                    <a:pt x="2332870" y="755457"/>
                  </a:lnTo>
                  <a:lnTo>
                    <a:pt x="2333942" y="754439"/>
                  </a:lnTo>
                  <a:lnTo>
                    <a:pt x="2335013" y="753423"/>
                  </a:lnTo>
                  <a:lnTo>
                    <a:pt x="2336085" y="752408"/>
                  </a:lnTo>
                  <a:lnTo>
                    <a:pt x="2337156" y="751396"/>
                  </a:lnTo>
                  <a:lnTo>
                    <a:pt x="2338228" y="750385"/>
                  </a:lnTo>
                  <a:lnTo>
                    <a:pt x="2339300" y="749375"/>
                  </a:lnTo>
                  <a:lnTo>
                    <a:pt x="2340371" y="748368"/>
                  </a:lnTo>
                  <a:lnTo>
                    <a:pt x="2341443" y="747362"/>
                  </a:lnTo>
                  <a:lnTo>
                    <a:pt x="2342514" y="746357"/>
                  </a:lnTo>
                  <a:lnTo>
                    <a:pt x="2343586" y="745354"/>
                  </a:lnTo>
                  <a:lnTo>
                    <a:pt x="2344658" y="744353"/>
                  </a:lnTo>
                  <a:lnTo>
                    <a:pt x="2345729" y="743354"/>
                  </a:lnTo>
                  <a:lnTo>
                    <a:pt x="2346801" y="742356"/>
                  </a:lnTo>
                  <a:lnTo>
                    <a:pt x="2347872" y="741360"/>
                  </a:lnTo>
                  <a:lnTo>
                    <a:pt x="2348944" y="740366"/>
                  </a:lnTo>
                  <a:lnTo>
                    <a:pt x="2350016" y="739373"/>
                  </a:lnTo>
                  <a:lnTo>
                    <a:pt x="2351087" y="738382"/>
                  </a:lnTo>
                  <a:lnTo>
                    <a:pt x="2352159" y="737392"/>
                  </a:lnTo>
                  <a:lnTo>
                    <a:pt x="2353230" y="736404"/>
                  </a:lnTo>
                  <a:lnTo>
                    <a:pt x="2354302" y="735418"/>
                  </a:lnTo>
                  <a:lnTo>
                    <a:pt x="2355374" y="734434"/>
                  </a:lnTo>
                  <a:lnTo>
                    <a:pt x="2356445" y="733451"/>
                  </a:lnTo>
                  <a:lnTo>
                    <a:pt x="2357517" y="732470"/>
                  </a:lnTo>
                  <a:lnTo>
                    <a:pt x="2358588" y="731490"/>
                  </a:lnTo>
                  <a:lnTo>
                    <a:pt x="2359660" y="730512"/>
                  </a:lnTo>
                  <a:lnTo>
                    <a:pt x="2360732" y="729536"/>
                  </a:lnTo>
                  <a:lnTo>
                    <a:pt x="2361803" y="728562"/>
                  </a:lnTo>
                  <a:lnTo>
                    <a:pt x="2362875" y="727589"/>
                  </a:lnTo>
                  <a:lnTo>
                    <a:pt x="2363946" y="726618"/>
                  </a:lnTo>
                  <a:lnTo>
                    <a:pt x="2365018" y="725648"/>
                  </a:lnTo>
                  <a:lnTo>
                    <a:pt x="2366090" y="724680"/>
                  </a:lnTo>
                  <a:lnTo>
                    <a:pt x="2367161" y="723714"/>
                  </a:lnTo>
                  <a:lnTo>
                    <a:pt x="2368233" y="722749"/>
                  </a:lnTo>
                  <a:lnTo>
                    <a:pt x="2369304" y="721786"/>
                  </a:lnTo>
                  <a:lnTo>
                    <a:pt x="2370376" y="720825"/>
                  </a:lnTo>
                  <a:lnTo>
                    <a:pt x="2371448" y="719866"/>
                  </a:lnTo>
                  <a:lnTo>
                    <a:pt x="2372519" y="718908"/>
                  </a:lnTo>
                  <a:lnTo>
                    <a:pt x="2373591" y="717951"/>
                  </a:lnTo>
                  <a:lnTo>
                    <a:pt x="2374662" y="716997"/>
                  </a:lnTo>
                  <a:lnTo>
                    <a:pt x="2375734" y="716044"/>
                  </a:lnTo>
                  <a:lnTo>
                    <a:pt x="2376806" y="715092"/>
                  </a:lnTo>
                  <a:lnTo>
                    <a:pt x="2377877" y="714143"/>
                  </a:lnTo>
                  <a:lnTo>
                    <a:pt x="2378949" y="713195"/>
                  </a:lnTo>
                  <a:lnTo>
                    <a:pt x="2380020" y="712248"/>
                  </a:lnTo>
                  <a:lnTo>
                    <a:pt x="2381092" y="711304"/>
                  </a:lnTo>
                  <a:lnTo>
                    <a:pt x="2382164" y="710361"/>
                  </a:lnTo>
                  <a:lnTo>
                    <a:pt x="2383235" y="709419"/>
                  </a:lnTo>
                  <a:lnTo>
                    <a:pt x="2384307" y="708479"/>
                  </a:lnTo>
                  <a:lnTo>
                    <a:pt x="2385378" y="707541"/>
                  </a:lnTo>
                  <a:lnTo>
                    <a:pt x="2386450" y="706605"/>
                  </a:lnTo>
                  <a:lnTo>
                    <a:pt x="2387522" y="705670"/>
                  </a:lnTo>
                  <a:lnTo>
                    <a:pt x="2388593" y="704737"/>
                  </a:lnTo>
                  <a:lnTo>
                    <a:pt x="2389665" y="703805"/>
                  </a:lnTo>
                  <a:lnTo>
                    <a:pt x="2390736" y="702876"/>
                  </a:lnTo>
                  <a:lnTo>
                    <a:pt x="2391808" y="701947"/>
                  </a:lnTo>
                  <a:lnTo>
                    <a:pt x="2392880" y="701021"/>
                  </a:lnTo>
                  <a:lnTo>
                    <a:pt x="2393951" y="700096"/>
                  </a:lnTo>
                  <a:lnTo>
                    <a:pt x="2395023" y="699173"/>
                  </a:lnTo>
                  <a:lnTo>
                    <a:pt x="2396094" y="698251"/>
                  </a:lnTo>
                  <a:lnTo>
                    <a:pt x="2397166" y="697331"/>
                  </a:lnTo>
                  <a:lnTo>
                    <a:pt x="2398238" y="696413"/>
                  </a:lnTo>
                  <a:lnTo>
                    <a:pt x="2399309" y="695496"/>
                  </a:lnTo>
                  <a:lnTo>
                    <a:pt x="2400381" y="694581"/>
                  </a:lnTo>
                  <a:lnTo>
                    <a:pt x="2401452" y="693668"/>
                  </a:lnTo>
                  <a:lnTo>
                    <a:pt x="2402524" y="692756"/>
                  </a:lnTo>
                  <a:lnTo>
                    <a:pt x="2403596" y="691846"/>
                  </a:lnTo>
                  <a:lnTo>
                    <a:pt x="2404667" y="690938"/>
                  </a:lnTo>
                  <a:lnTo>
                    <a:pt x="2405739" y="690031"/>
                  </a:lnTo>
                  <a:lnTo>
                    <a:pt x="2406810" y="689126"/>
                  </a:lnTo>
                  <a:lnTo>
                    <a:pt x="2407882" y="688222"/>
                  </a:lnTo>
                  <a:lnTo>
                    <a:pt x="2408954" y="687320"/>
                  </a:lnTo>
                  <a:lnTo>
                    <a:pt x="2410025" y="686420"/>
                  </a:lnTo>
                  <a:lnTo>
                    <a:pt x="2411097" y="685522"/>
                  </a:lnTo>
                  <a:lnTo>
                    <a:pt x="2412168" y="684625"/>
                  </a:lnTo>
                  <a:lnTo>
                    <a:pt x="2413240" y="683729"/>
                  </a:lnTo>
                  <a:lnTo>
                    <a:pt x="2414312" y="682836"/>
                  </a:lnTo>
                  <a:lnTo>
                    <a:pt x="2415383" y="681944"/>
                  </a:lnTo>
                  <a:lnTo>
                    <a:pt x="2416455" y="681053"/>
                  </a:lnTo>
                  <a:lnTo>
                    <a:pt x="2417526" y="680164"/>
                  </a:lnTo>
                  <a:lnTo>
                    <a:pt x="2418598" y="679277"/>
                  </a:lnTo>
                  <a:lnTo>
                    <a:pt x="2419670" y="678392"/>
                  </a:lnTo>
                  <a:lnTo>
                    <a:pt x="2420741" y="677508"/>
                  </a:lnTo>
                  <a:lnTo>
                    <a:pt x="2421813" y="676626"/>
                  </a:lnTo>
                  <a:lnTo>
                    <a:pt x="2422884" y="675745"/>
                  </a:lnTo>
                  <a:lnTo>
                    <a:pt x="2423956" y="674866"/>
                  </a:lnTo>
                  <a:lnTo>
                    <a:pt x="2425028" y="673989"/>
                  </a:lnTo>
                  <a:lnTo>
                    <a:pt x="2426099" y="673113"/>
                  </a:lnTo>
                  <a:lnTo>
                    <a:pt x="2427171" y="672239"/>
                  </a:lnTo>
                  <a:lnTo>
                    <a:pt x="2428242" y="671366"/>
                  </a:lnTo>
                  <a:lnTo>
                    <a:pt x="2429314" y="670495"/>
                  </a:lnTo>
                  <a:lnTo>
                    <a:pt x="2430386" y="669626"/>
                  </a:lnTo>
                  <a:lnTo>
                    <a:pt x="2431457" y="668758"/>
                  </a:lnTo>
                  <a:lnTo>
                    <a:pt x="2432529" y="667892"/>
                  </a:lnTo>
                  <a:lnTo>
                    <a:pt x="2433600" y="667028"/>
                  </a:lnTo>
                  <a:lnTo>
                    <a:pt x="2434672" y="666165"/>
                  </a:lnTo>
                  <a:lnTo>
                    <a:pt x="2435744" y="665304"/>
                  </a:lnTo>
                  <a:lnTo>
                    <a:pt x="2436815" y="664445"/>
                  </a:lnTo>
                  <a:lnTo>
                    <a:pt x="2437887" y="663587"/>
                  </a:lnTo>
                  <a:lnTo>
                    <a:pt x="2438958" y="662731"/>
                  </a:lnTo>
                  <a:lnTo>
                    <a:pt x="2440030" y="661876"/>
                  </a:lnTo>
                  <a:lnTo>
                    <a:pt x="2441102" y="661023"/>
                  </a:lnTo>
                  <a:lnTo>
                    <a:pt x="2442173" y="660171"/>
                  </a:lnTo>
                  <a:lnTo>
                    <a:pt x="2443245" y="659321"/>
                  </a:lnTo>
                  <a:lnTo>
                    <a:pt x="2444316" y="658473"/>
                  </a:lnTo>
                  <a:lnTo>
                    <a:pt x="2445388" y="657627"/>
                  </a:lnTo>
                  <a:lnTo>
                    <a:pt x="2446460" y="656782"/>
                  </a:lnTo>
                  <a:lnTo>
                    <a:pt x="2447531" y="655938"/>
                  </a:lnTo>
                  <a:lnTo>
                    <a:pt x="2448603" y="655096"/>
                  </a:lnTo>
                  <a:lnTo>
                    <a:pt x="2449674" y="654256"/>
                  </a:lnTo>
                  <a:lnTo>
                    <a:pt x="2450746" y="653418"/>
                  </a:lnTo>
                  <a:lnTo>
                    <a:pt x="2451818" y="652581"/>
                  </a:lnTo>
                  <a:lnTo>
                    <a:pt x="2452889" y="651745"/>
                  </a:lnTo>
                  <a:lnTo>
                    <a:pt x="2453961" y="650911"/>
                  </a:lnTo>
                  <a:lnTo>
                    <a:pt x="2455032" y="650079"/>
                  </a:lnTo>
                  <a:lnTo>
                    <a:pt x="2456104" y="649249"/>
                  </a:lnTo>
                  <a:lnTo>
                    <a:pt x="2457176" y="648420"/>
                  </a:lnTo>
                  <a:lnTo>
                    <a:pt x="2458247" y="647592"/>
                  </a:lnTo>
                  <a:lnTo>
                    <a:pt x="2459319" y="646766"/>
                  </a:lnTo>
                  <a:lnTo>
                    <a:pt x="2460390" y="645942"/>
                  </a:lnTo>
                  <a:lnTo>
                    <a:pt x="2461462" y="645120"/>
                  </a:lnTo>
                  <a:lnTo>
                    <a:pt x="2462534" y="644299"/>
                  </a:lnTo>
                  <a:lnTo>
                    <a:pt x="2463605" y="643479"/>
                  </a:lnTo>
                  <a:lnTo>
                    <a:pt x="2464677" y="642661"/>
                  </a:lnTo>
                  <a:lnTo>
                    <a:pt x="2465748" y="641845"/>
                  </a:lnTo>
                  <a:lnTo>
                    <a:pt x="2466820" y="641030"/>
                  </a:lnTo>
                  <a:lnTo>
                    <a:pt x="2467892" y="640217"/>
                  </a:lnTo>
                  <a:lnTo>
                    <a:pt x="2468963" y="639406"/>
                  </a:lnTo>
                  <a:lnTo>
                    <a:pt x="2470035" y="638596"/>
                  </a:lnTo>
                  <a:lnTo>
                    <a:pt x="2471106" y="637787"/>
                  </a:lnTo>
                  <a:lnTo>
                    <a:pt x="2472178" y="636980"/>
                  </a:lnTo>
                  <a:lnTo>
                    <a:pt x="2473250" y="636175"/>
                  </a:lnTo>
                  <a:lnTo>
                    <a:pt x="2474321" y="635372"/>
                  </a:lnTo>
                  <a:lnTo>
                    <a:pt x="2475393" y="634570"/>
                  </a:lnTo>
                  <a:lnTo>
                    <a:pt x="2476464" y="633769"/>
                  </a:lnTo>
                  <a:lnTo>
                    <a:pt x="2477536" y="632970"/>
                  </a:lnTo>
                  <a:lnTo>
                    <a:pt x="2478608" y="632173"/>
                  </a:lnTo>
                  <a:lnTo>
                    <a:pt x="2479679" y="631377"/>
                  </a:lnTo>
                  <a:lnTo>
                    <a:pt x="2480751" y="630583"/>
                  </a:lnTo>
                  <a:lnTo>
                    <a:pt x="2481822" y="629790"/>
                  </a:lnTo>
                  <a:lnTo>
                    <a:pt x="2482894" y="628999"/>
                  </a:lnTo>
                  <a:lnTo>
                    <a:pt x="2483966" y="628209"/>
                  </a:lnTo>
                  <a:lnTo>
                    <a:pt x="2485037" y="627421"/>
                  </a:lnTo>
                  <a:lnTo>
                    <a:pt x="2486109" y="626635"/>
                  </a:lnTo>
                  <a:lnTo>
                    <a:pt x="2487180" y="625850"/>
                  </a:lnTo>
                  <a:lnTo>
                    <a:pt x="2488252" y="625067"/>
                  </a:lnTo>
                  <a:lnTo>
                    <a:pt x="2489323" y="624285"/>
                  </a:lnTo>
                  <a:lnTo>
                    <a:pt x="2490395" y="623505"/>
                  </a:lnTo>
                  <a:lnTo>
                    <a:pt x="2491467" y="622726"/>
                  </a:lnTo>
                  <a:lnTo>
                    <a:pt x="2492538" y="621949"/>
                  </a:lnTo>
                  <a:lnTo>
                    <a:pt x="2493610" y="621173"/>
                  </a:lnTo>
                  <a:lnTo>
                    <a:pt x="2494681" y="620399"/>
                  </a:lnTo>
                  <a:lnTo>
                    <a:pt x="2495753" y="619627"/>
                  </a:lnTo>
                  <a:lnTo>
                    <a:pt x="2496825" y="618856"/>
                  </a:lnTo>
                  <a:lnTo>
                    <a:pt x="2497896" y="618087"/>
                  </a:lnTo>
                  <a:lnTo>
                    <a:pt x="2498968" y="617319"/>
                  </a:lnTo>
                  <a:lnTo>
                    <a:pt x="2500039" y="616552"/>
                  </a:lnTo>
                  <a:lnTo>
                    <a:pt x="2501111" y="615788"/>
                  </a:lnTo>
                  <a:lnTo>
                    <a:pt x="2502183" y="615024"/>
                  </a:lnTo>
                  <a:lnTo>
                    <a:pt x="2503254" y="614263"/>
                  </a:lnTo>
                  <a:lnTo>
                    <a:pt x="2504326" y="613503"/>
                  </a:lnTo>
                  <a:lnTo>
                    <a:pt x="2505397" y="612744"/>
                  </a:lnTo>
                  <a:lnTo>
                    <a:pt x="2506469" y="611987"/>
                  </a:lnTo>
                  <a:lnTo>
                    <a:pt x="2507541" y="611231"/>
                  </a:lnTo>
                  <a:lnTo>
                    <a:pt x="2508612" y="610477"/>
                  </a:lnTo>
                  <a:lnTo>
                    <a:pt x="2509684" y="609725"/>
                  </a:lnTo>
                  <a:lnTo>
                    <a:pt x="2510755" y="608973"/>
                  </a:lnTo>
                  <a:lnTo>
                    <a:pt x="2511827" y="608224"/>
                  </a:lnTo>
                  <a:lnTo>
                    <a:pt x="2512899" y="607476"/>
                  </a:lnTo>
                  <a:lnTo>
                    <a:pt x="2513970" y="606729"/>
                  </a:lnTo>
                  <a:lnTo>
                    <a:pt x="2515042" y="605984"/>
                  </a:lnTo>
                  <a:lnTo>
                    <a:pt x="2516113" y="605241"/>
                  </a:lnTo>
                  <a:lnTo>
                    <a:pt x="2517185" y="604499"/>
                  </a:lnTo>
                  <a:lnTo>
                    <a:pt x="2518257" y="603759"/>
                  </a:lnTo>
                  <a:lnTo>
                    <a:pt x="2519328" y="603020"/>
                  </a:lnTo>
                  <a:lnTo>
                    <a:pt x="2520400" y="602282"/>
                  </a:lnTo>
                  <a:lnTo>
                    <a:pt x="2521471" y="601546"/>
                  </a:lnTo>
                  <a:lnTo>
                    <a:pt x="2522543" y="600812"/>
                  </a:lnTo>
                  <a:lnTo>
                    <a:pt x="2523615" y="600079"/>
                  </a:lnTo>
                  <a:lnTo>
                    <a:pt x="2524686" y="599347"/>
                  </a:lnTo>
                  <a:lnTo>
                    <a:pt x="2525758" y="598617"/>
                  </a:lnTo>
                  <a:lnTo>
                    <a:pt x="2526829" y="597889"/>
                  </a:lnTo>
                  <a:lnTo>
                    <a:pt x="2527901" y="597162"/>
                  </a:lnTo>
                  <a:lnTo>
                    <a:pt x="2528973" y="596437"/>
                  </a:lnTo>
                  <a:lnTo>
                    <a:pt x="2530044" y="595713"/>
                  </a:lnTo>
                  <a:lnTo>
                    <a:pt x="2531116" y="594990"/>
                  </a:lnTo>
                  <a:lnTo>
                    <a:pt x="2532187" y="594269"/>
                  </a:lnTo>
                  <a:lnTo>
                    <a:pt x="2533259" y="593549"/>
                  </a:lnTo>
                  <a:lnTo>
                    <a:pt x="2534331" y="592831"/>
                  </a:lnTo>
                  <a:lnTo>
                    <a:pt x="2535402" y="592115"/>
                  </a:lnTo>
                  <a:lnTo>
                    <a:pt x="2536474" y="591400"/>
                  </a:lnTo>
                  <a:lnTo>
                    <a:pt x="2537545" y="590686"/>
                  </a:lnTo>
                  <a:lnTo>
                    <a:pt x="2538617" y="589974"/>
                  </a:lnTo>
                  <a:lnTo>
                    <a:pt x="2539689" y="589263"/>
                  </a:lnTo>
                  <a:lnTo>
                    <a:pt x="2540760" y="588554"/>
                  </a:lnTo>
                  <a:lnTo>
                    <a:pt x="2541832" y="587846"/>
                  </a:lnTo>
                  <a:lnTo>
                    <a:pt x="2542903" y="587140"/>
                  </a:lnTo>
                  <a:lnTo>
                    <a:pt x="2543975" y="586435"/>
                  </a:lnTo>
                  <a:lnTo>
                    <a:pt x="2545047" y="585731"/>
                  </a:lnTo>
                  <a:lnTo>
                    <a:pt x="2546118" y="585029"/>
                  </a:lnTo>
                  <a:lnTo>
                    <a:pt x="2547190" y="584329"/>
                  </a:lnTo>
                  <a:lnTo>
                    <a:pt x="2548261" y="583630"/>
                  </a:lnTo>
                  <a:lnTo>
                    <a:pt x="2549333" y="582932"/>
                  </a:lnTo>
                  <a:lnTo>
                    <a:pt x="2550405" y="582236"/>
                  </a:lnTo>
                  <a:lnTo>
                    <a:pt x="2551476" y="581541"/>
                  </a:lnTo>
                  <a:lnTo>
                    <a:pt x="2552548" y="580848"/>
                  </a:lnTo>
                  <a:lnTo>
                    <a:pt x="2553619" y="580156"/>
                  </a:lnTo>
                  <a:lnTo>
                    <a:pt x="2554691" y="579466"/>
                  </a:lnTo>
                  <a:lnTo>
                    <a:pt x="2555763" y="578777"/>
                  </a:lnTo>
                  <a:lnTo>
                    <a:pt x="2556834" y="578089"/>
                  </a:lnTo>
                  <a:lnTo>
                    <a:pt x="2557906" y="577403"/>
                  </a:lnTo>
                  <a:lnTo>
                    <a:pt x="2558977" y="576719"/>
                  </a:lnTo>
                  <a:lnTo>
                    <a:pt x="2560049" y="576035"/>
                  </a:lnTo>
                  <a:lnTo>
                    <a:pt x="2561121" y="575354"/>
                  </a:lnTo>
                  <a:lnTo>
                    <a:pt x="2562192" y="574673"/>
                  </a:lnTo>
                  <a:lnTo>
                    <a:pt x="2563264" y="573994"/>
                  </a:lnTo>
                  <a:lnTo>
                    <a:pt x="2564335" y="573317"/>
                  </a:lnTo>
                  <a:lnTo>
                    <a:pt x="2565407" y="572640"/>
                  </a:lnTo>
                  <a:lnTo>
                    <a:pt x="2566479" y="571966"/>
                  </a:lnTo>
                  <a:lnTo>
                    <a:pt x="2567550" y="571292"/>
                  </a:lnTo>
                  <a:lnTo>
                    <a:pt x="2568622" y="570621"/>
                  </a:lnTo>
                  <a:lnTo>
                    <a:pt x="2569693" y="569950"/>
                  </a:lnTo>
                  <a:lnTo>
                    <a:pt x="2570765" y="569281"/>
                  </a:lnTo>
                  <a:lnTo>
                    <a:pt x="2571837" y="568613"/>
                  </a:lnTo>
                  <a:lnTo>
                    <a:pt x="2572908" y="567947"/>
                  </a:lnTo>
                  <a:lnTo>
                    <a:pt x="2573980" y="567282"/>
                  </a:lnTo>
                  <a:lnTo>
                    <a:pt x="2575051" y="566619"/>
                  </a:lnTo>
                  <a:lnTo>
                    <a:pt x="2576123" y="565956"/>
                  </a:lnTo>
                  <a:lnTo>
                    <a:pt x="2577195" y="565296"/>
                  </a:lnTo>
                  <a:lnTo>
                    <a:pt x="2578266" y="564636"/>
                  </a:lnTo>
                  <a:lnTo>
                    <a:pt x="2579338" y="563978"/>
                  </a:lnTo>
                  <a:lnTo>
                    <a:pt x="2580409" y="563322"/>
                  </a:lnTo>
                  <a:lnTo>
                    <a:pt x="2581481" y="562667"/>
                  </a:lnTo>
                  <a:lnTo>
                    <a:pt x="2582553" y="562013"/>
                  </a:lnTo>
                  <a:lnTo>
                    <a:pt x="2583624" y="561360"/>
                  </a:lnTo>
                  <a:lnTo>
                    <a:pt x="2584696" y="560709"/>
                  </a:lnTo>
                  <a:lnTo>
                    <a:pt x="2585767" y="560060"/>
                  </a:lnTo>
                  <a:lnTo>
                    <a:pt x="2586839" y="559411"/>
                  </a:lnTo>
                  <a:lnTo>
                    <a:pt x="2587911" y="558764"/>
                  </a:lnTo>
                  <a:lnTo>
                    <a:pt x="2588982" y="558119"/>
                  </a:lnTo>
                  <a:lnTo>
                    <a:pt x="2590054" y="557475"/>
                  </a:lnTo>
                  <a:lnTo>
                    <a:pt x="2591125" y="556832"/>
                  </a:lnTo>
                  <a:lnTo>
                    <a:pt x="2592197" y="556190"/>
                  </a:lnTo>
                  <a:lnTo>
                    <a:pt x="2593269" y="555550"/>
                  </a:lnTo>
                  <a:lnTo>
                    <a:pt x="2594340" y="554911"/>
                  </a:lnTo>
                  <a:lnTo>
                    <a:pt x="2595412" y="554274"/>
                  </a:lnTo>
                  <a:lnTo>
                    <a:pt x="2596483" y="553638"/>
                  </a:lnTo>
                  <a:lnTo>
                    <a:pt x="2597555" y="553003"/>
                  </a:lnTo>
                  <a:lnTo>
                    <a:pt x="2598627" y="552369"/>
                  </a:lnTo>
                  <a:lnTo>
                    <a:pt x="2599698" y="551737"/>
                  </a:lnTo>
                  <a:lnTo>
                    <a:pt x="2600770" y="551107"/>
                  </a:lnTo>
                  <a:lnTo>
                    <a:pt x="2601841" y="550477"/>
                  </a:lnTo>
                  <a:lnTo>
                    <a:pt x="2602913" y="549849"/>
                  </a:lnTo>
                  <a:lnTo>
                    <a:pt x="2603985" y="549222"/>
                  </a:lnTo>
                  <a:lnTo>
                    <a:pt x="2605056" y="548597"/>
                  </a:lnTo>
                  <a:lnTo>
                    <a:pt x="2606128" y="547973"/>
                  </a:lnTo>
                  <a:lnTo>
                    <a:pt x="2607199" y="547350"/>
                  </a:lnTo>
                  <a:lnTo>
                    <a:pt x="2608271" y="546728"/>
                  </a:lnTo>
                  <a:lnTo>
                    <a:pt x="2609343" y="546108"/>
                  </a:lnTo>
                  <a:lnTo>
                    <a:pt x="2610414" y="545489"/>
                  </a:lnTo>
                  <a:lnTo>
                    <a:pt x="2611486" y="544872"/>
                  </a:lnTo>
                  <a:lnTo>
                    <a:pt x="2612557" y="544256"/>
                  </a:lnTo>
                  <a:lnTo>
                    <a:pt x="2613629" y="543641"/>
                  </a:lnTo>
                  <a:lnTo>
                    <a:pt x="2614701" y="543027"/>
                  </a:lnTo>
                  <a:lnTo>
                    <a:pt x="2615772" y="542415"/>
                  </a:lnTo>
                  <a:lnTo>
                    <a:pt x="2616844" y="541804"/>
                  </a:lnTo>
                  <a:lnTo>
                    <a:pt x="2617915" y="541194"/>
                  </a:lnTo>
                  <a:lnTo>
                    <a:pt x="2618987" y="540585"/>
                  </a:lnTo>
                  <a:lnTo>
                    <a:pt x="2620059" y="539978"/>
                  </a:lnTo>
                  <a:lnTo>
                    <a:pt x="2621130" y="539372"/>
                  </a:lnTo>
                  <a:lnTo>
                    <a:pt x="2622202" y="538768"/>
                  </a:lnTo>
                  <a:lnTo>
                    <a:pt x="2623273" y="538164"/>
                  </a:lnTo>
                  <a:lnTo>
                    <a:pt x="2624345" y="537562"/>
                  </a:lnTo>
                  <a:lnTo>
                    <a:pt x="2625417" y="536961"/>
                  </a:lnTo>
                  <a:lnTo>
                    <a:pt x="2626488" y="536362"/>
                  </a:lnTo>
                  <a:lnTo>
                    <a:pt x="2627560" y="535764"/>
                  </a:lnTo>
                  <a:lnTo>
                    <a:pt x="2628631" y="535167"/>
                  </a:lnTo>
                  <a:lnTo>
                    <a:pt x="2629703" y="534571"/>
                  </a:lnTo>
                  <a:lnTo>
                    <a:pt x="2630775" y="533977"/>
                  </a:lnTo>
                  <a:lnTo>
                    <a:pt x="2631846" y="533383"/>
                  </a:lnTo>
                  <a:lnTo>
                    <a:pt x="2632918" y="532791"/>
                  </a:lnTo>
                  <a:lnTo>
                    <a:pt x="2633989" y="532201"/>
                  </a:lnTo>
                  <a:lnTo>
                    <a:pt x="2635061" y="531611"/>
                  </a:lnTo>
                  <a:lnTo>
                    <a:pt x="2636133" y="531023"/>
                  </a:lnTo>
                  <a:lnTo>
                    <a:pt x="2637204" y="530436"/>
                  </a:lnTo>
                  <a:lnTo>
                    <a:pt x="2638276" y="529850"/>
                  </a:lnTo>
                  <a:lnTo>
                    <a:pt x="2639347" y="529266"/>
                  </a:lnTo>
                  <a:lnTo>
                    <a:pt x="2640419" y="528683"/>
                  </a:lnTo>
                  <a:lnTo>
                    <a:pt x="2641491" y="528101"/>
                  </a:lnTo>
                  <a:lnTo>
                    <a:pt x="2642562" y="527520"/>
                  </a:lnTo>
                  <a:lnTo>
                    <a:pt x="2643634" y="526940"/>
                  </a:lnTo>
                  <a:lnTo>
                    <a:pt x="2644705" y="526362"/>
                  </a:lnTo>
                  <a:lnTo>
                    <a:pt x="2645777" y="525785"/>
                  </a:lnTo>
                  <a:lnTo>
                    <a:pt x="2646849" y="525209"/>
                  </a:lnTo>
                  <a:lnTo>
                    <a:pt x="2647920" y="524634"/>
                  </a:lnTo>
                  <a:lnTo>
                    <a:pt x="2648992" y="524061"/>
                  </a:lnTo>
                  <a:lnTo>
                    <a:pt x="2650063" y="523489"/>
                  </a:lnTo>
                  <a:lnTo>
                    <a:pt x="2651135" y="522918"/>
                  </a:lnTo>
                  <a:lnTo>
                    <a:pt x="2652207" y="522348"/>
                  </a:lnTo>
                  <a:lnTo>
                    <a:pt x="2653278" y="521779"/>
                  </a:lnTo>
                  <a:lnTo>
                    <a:pt x="2654350" y="521212"/>
                  </a:lnTo>
                  <a:lnTo>
                    <a:pt x="2655421" y="520645"/>
                  </a:lnTo>
                  <a:lnTo>
                    <a:pt x="2656493" y="520080"/>
                  </a:lnTo>
                  <a:lnTo>
                    <a:pt x="2657565" y="519516"/>
                  </a:lnTo>
                  <a:lnTo>
                    <a:pt x="2658636" y="518954"/>
                  </a:lnTo>
                  <a:lnTo>
                    <a:pt x="2659708" y="518392"/>
                  </a:lnTo>
                  <a:lnTo>
                    <a:pt x="2660779" y="517832"/>
                  </a:lnTo>
                  <a:lnTo>
                    <a:pt x="2661851" y="517273"/>
                  </a:lnTo>
                  <a:lnTo>
                    <a:pt x="2662922" y="516715"/>
                  </a:lnTo>
                  <a:lnTo>
                    <a:pt x="2663994" y="516158"/>
                  </a:lnTo>
                  <a:lnTo>
                    <a:pt x="2665066" y="515602"/>
                  </a:lnTo>
                  <a:lnTo>
                    <a:pt x="2666137" y="515048"/>
                  </a:lnTo>
                  <a:lnTo>
                    <a:pt x="2667209" y="514494"/>
                  </a:lnTo>
                  <a:lnTo>
                    <a:pt x="2668280" y="513942"/>
                  </a:lnTo>
                  <a:lnTo>
                    <a:pt x="2669352" y="513391"/>
                  </a:lnTo>
                  <a:lnTo>
                    <a:pt x="2670424" y="512841"/>
                  </a:lnTo>
                  <a:lnTo>
                    <a:pt x="2671495" y="512293"/>
                  </a:lnTo>
                  <a:lnTo>
                    <a:pt x="2672567" y="511745"/>
                  </a:lnTo>
                  <a:lnTo>
                    <a:pt x="2673638" y="511199"/>
                  </a:lnTo>
                  <a:lnTo>
                    <a:pt x="2674710" y="510653"/>
                  </a:lnTo>
                  <a:lnTo>
                    <a:pt x="2675782" y="510109"/>
                  </a:lnTo>
                  <a:lnTo>
                    <a:pt x="2676853" y="509566"/>
                  </a:lnTo>
                  <a:lnTo>
                    <a:pt x="2677925" y="509024"/>
                  </a:lnTo>
                  <a:lnTo>
                    <a:pt x="2678996" y="508484"/>
                  </a:lnTo>
                  <a:lnTo>
                    <a:pt x="2680068" y="507944"/>
                  </a:lnTo>
                  <a:lnTo>
                    <a:pt x="2681140" y="507405"/>
                  </a:lnTo>
                  <a:lnTo>
                    <a:pt x="2682211" y="506868"/>
                  </a:lnTo>
                  <a:lnTo>
                    <a:pt x="2683283" y="506332"/>
                  </a:lnTo>
                  <a:lnTo>
                    <a:pt x="2684354" y="505797"/>
                  </a:lnTo>
                  <a:lnTo>
                    <a:pt x="2685426" y="505262"/>
                  </a:lnTo>
                  <a:lnTo>
                    <a:pt x="2686498" y="504730"/>
                  </a:lnTo>
                  <a:lnTo>
                    <a:pt x="2687569" y="504198"/>
                  </a:lnTo>
                  <a:lnTo>
                    <a:pt x="2688641" y="503667"/>
                  </a:lnTo>
                  <a:lnTo>
                    <a:pt x="2689712" y="503137"/>
                  </a:lnTo>
                  <a:lnTo>
                    <a:pt x="2690784" y="502609"/>
                  </a:lnTo>
                  <a:lnTo>
                    <a:pt x="2691856" y="502081"/>
                  </a:lnTo>
                  <a:lnTo>
                    <a:pt x="2692927" y="501555"/>
                  </a:lnTo>
                  <a:lnTo>
                    <a:pt x="2693999" y="501029"/>
                  </a:lnTo>
                  <a:lnTo>
                    <a:pt x="2695070" y="500505"/>
                  </a:lnTo>
                  <a:lnTo>
                    <a:pt x="2696142" y="499982"/>
                  </a:lnTo>
                  <a:lnTo>
                    <a:pt x="2697214" y="499460"/>
                  </a:lnTo>
                  <a:lnTo>
                    <a:pt x="2698285" y="498939"/>
                  </a:lnTo>
                  <a:lnTo>
                    <a:pt x="2699357" y="498419"/>
                  </a:lnTo>
                  <a:lnTo>
                    <a:pt x="2700428" y="497900"/>
                  </a:lnTo>
                  <a:lnTo>
                    <a:pt x="2701500" y="497382"/>
                  </a:lnTo>
                  <a:lnTo>
                    <a:pt x="2702572" y="496865"/>
                  </a:lnTo>
                  <a:lnTo>
                    <a:pt x="2703643" y="496350"/>
                  </a:lnTo>
                  <a:lnTo>
                    <a:pt x="2704715" y="495835"/>
                  </a:lnTo>
                  <a:lnTo>
                    <a:pt x="2705786" y="495321"/>
                  </a:lnTo>
                  <a:lnTo>
                    <a:pt x="2706858" y="494809"/>
                  </a:lnTo>
                  <a:lnTo>
                    <a:pt x="2707930" y="494297"/>
                  </a:lnTo>
                  <a:lnTo>
                    <a:pt x="2709001" y="493787"/>
                  </a:lnTo>
                  <a:lnTo>
                    <a:pt x="2710073" y="493277"/>
                  </a:lnTo>
                  <a:lnTo>
                    <a:pt x="2711144" y="492769"/>
                  </a:lnTo>
                  <a:lnTo>
                    <a:pt x="2712216" y="492262"/>
                  </a:lnTo>
                  <a:lnTo>
                    <a:pt x="2713288" y="491755"/>
                  </a:lnTo>
                  <a:lnTo>
                    <a:pt x="2714359" y="491250"/>
                  </a:lnTo>
                  <a:lnTo>
                    <a:pt x="2715431" y="490745"/>
                  </a:lnTo>
                  <a:lnTo>
                    <a:pt x="2716502" y="490242"/>
                  </a:lnTo>
                  <a:lnTo>
                    <a:pt x="2717574" y="489740"/>
                  </a:lnTo>
                  <a:lnTo>
                    <a:pt x="2718646" y="489238"/>
                  </a:lnTo>
                  <a:lnTo>
                    <a:pt x="2719717" y="488738"/>
                  </a:lnTo>
                  <a:lnTo>
                    <a:pt x="2720789" y="488239"/>
                  </a:lnTo>
                  <a:lnTo>
                    <a:pt x="2721860" y="487741"/>
                  </a:lnTo>
                  <a:lnTo>
                    <a:pt x="2722932" y="487243"/>
                  </a:lnTo>
                  <a:lnTo>
                    <a:pt x="2724004" y="486747"/>
                  </a:lnTo>
                  <a:lnTo>
                    <a:pt x="2725075" y="486252"/>
                  </a:lnTo>
                  <a:lnTo>
                    <a:pt x="2726147" y="485757"/>
                  </a:lnTo>
                  <a:lnTo>
                    <a:pt x="2727218" y="485264"/>
                  </a:lnTo>
                  <a:lnTo>
                    <a:pt x="2728290" y="484771"/>
                  </a:lnTo>
                  <a:lnTo>
                    <a:pt x="2729362" y="484280"/>
                  </a:lnTo>
                  <a:lnTo>
                    <a:pt x="2730433" y="483790"/>
                  </a:lnTo>
                  <a:lnTo>
                    <a:pt x="2731505" y="483300"/>
                  </a:lnTo>
                  <a:lnTo>
                    <a:pt x="2732576" y="482812"/>
                  </a:lnTo>
                  <a:lnTo>
                    <a:pt x="2733648" y="482324"/>
                  </a:lnTo>
                  <a:lnTo>
                    <a:pt x="2734720" y="481837"/>
                  </a:lnTo>
                  <a:lnTo>
                    <a:pt x="2735791" y="481352"/>
                  </a:lnTo>
                  <a:lnTo>
                    <a:pt x="2736863" y="480867"/>
                  </a:lnTo>
                  <a:lnTo>
                    <a:pt x="2737934" y="480383"/>
                  </a:lnTo>
                  <a:lnTo>
                    <a:pt x="2739006" y="479900"/>
                  </a:lnTo>
                  <a:lnTo>
                    <a:pt x="2740078" y="479419"/>
                  </a:lnTo>
                  <a:lnTo>
                    <a:pt x="2741149" y="478938"/>
                  </a:lnTo>
                  <a:lnTo>
                    <a:pt x="2742221" y="478458"/>
                  </a:lnTo>
                  <a:lnTo>
                    <a:pt x="2743292" y="477979"/>
                  </a:lnTo>
                  <a:lnTo>
                    <a:pt x="2744364" y="477500"/>
                  </a:lnTo>
                  <a:lnTo>
                    <a:pt x="2745436" y="477023"/>
                  </a:lnTo>
                  <a:lnTo>
                    <a:pt x="2746507" y="476547"/>
                  </a:lnTo>
                  <a:lnTo>
                    <a:pt x="2747579" y="476071"/>
                  </a:lnTo>
                  <a:lnTo>
                    <a:pt x="2748650" y="475597"/>
                  </a:lnTo>
                  <a:lnTo>
                    <a:pt x="2749722" y="475123"/>
                  </a:lnTo>
                  <a:lnTo>
                    <a:pt x="2750794" y="474651"/>
                  </a:lnTo>
                  <a:lnTo>
                    <a:pt x="2751865" y="474179"/>
                  </a:lnTo>
                  <a:lnTo>
                    <a:pt x="2752937" y="473708"/>
                  </a:lnTo>
                  <a:lnTo>
                    <a:pt x="2754008" y="473238"/>
                  </a:lnTo>
                  <a:lnTo>
                    <a:pt x="2755080" y="472769"/>
                  </a:lnTo>
                  <a:lnTo>
                    <a:pt x="2756152" y="472301"/>
                  </a:lnTo>
                  <a:lnTo>
                    <a:pt x="2757223" y="471834"/>
                  </a:lnTo>
                  <a:lnTo>
                    <a:pt x="2758295" y="471367"/>
                  </a:lnTo>
                  <a:lnTo>
                    <a:pt x="2759366" y="470902"/>
                  </a:lnTo>
                  <a:lnTo>
                    <a:pt x="2760438" y="470437"/>
                  </a:lnTo>
                  <a:lnTo>
                    <a:pt x="2761510" y="469973"/>
                  </a:lnTo>
                  <a:lnTo>
                    <a:pt x="2762581" y="469510"/>
                  </a:lnTo>
                  <a:lnTo>
                    <a:pt x="2763653" y="469048"/>
                  </a:lnTo>
                  <a:lnTo>
                    <a:pt x="2764724" y="468587"/>
                  </a:lnTo>
                  <a:lnTo>
                    <a:pt x="2765796" y="468126"/>
                  </a:lnTo>
                  <a:lnTo>
                    <a:pt x="2766868" y="467667"/>
                  </a:lnTo>
                  <a:lnTo>
                    <a:pt x="2767939" y="467208"/>
                  </a:lnTo>
                  <a:lnTo>
                    <a:pt x="2769011" y="466751"/>
                  </a:lnTo>
                  <a:lnTo>
                    <a:pt x="2770082" y="466294"/>
                  </a:lnTo>
                  <a:lnTo>
                    <a:pt x="2771154" y="465837"/>
                  </a:lnTo>
                  <a:lnTo>
                    <a:pt x="2772226" y="465382"/>
                  </a:lnTo>
                  <a:lnTo>
                    <a:pt x="2773297" y="464928"/>
                  </a:lnTo>
                  <a:lnTo>
                    <a:pt x="2774369" y="464474"/>
                  </a:lnTo>
                  <a:lnTo>
                    <a:pt x="2775440" y="464021"/>
                  </a:lnTo>
                  <a:lnTo>
                    <a:pt x="2776512" y="463569"/>
                  </a:lnTo>
                  <a:lnTo>
                    <a:pt x="2777584" y="463118"/>
                  </a:lnTo>
                  <a:lnTo>
                    <a:pt x="2778655" y="462668"/>
                  </a:lnTo>
                  <a:lnTo>
                    <a:pt x="2779727" y="462218"/>
                  </a:lnTo>
                  <a:lnTo>
                    <a:pt x="2780798" y="461769"/>
                  </a:lnTo>
                  <a:lnTo>
                    <a:pt x="2781870" y="461321"/>
                  </a:lnTo>
                  <a:lnTo>
                    <a:pt x="2782942" y="460874"/>
                  </a:lnTo>
                  <a:lnTo>
                    <a:pt x="2784013" y="460428"/>
                  </a:lnTo>
                  <a:lnTo>
                    <a:pt x="2785085" y="459982"/>
                  </a:lnTo>
                  <a:lnTo>
                    <a:pt x="2786156" y="459538"/>
                  </a:lnTo>
                  <a:lnTo>
                    <a:pt x="2787228" y="459094"/>
                  </a:lnTo>
                  <a:lnTo>
                    <a:pt x="2788300" y="458650"/>
                  </a:lnTo>
                  <a:lnTo>
                    <a:pt x="2789371" y="458208"/>
                  </a:lnTo>
                  <a:lnTo>
                    <a:pt x="2790443" y="457766"/>
                  </a:lnTo>
                  <a:lnTo>
                    <a:pt x="2791514" y="457325"/>
                  </a:lnTo>
                  <a:lnTo>
                    <a:pt x="2792586" y="456885"/>
                  </a:lnTo>
                  <a:lnTo>
                    <a:pt x="2793658" y="456446"/>
                  </a:lnTo>
                  <a:lnTo>
                    <a:pt x="2794729" y="456007"/>
                  </a:lnTo>
                  <a:lnTo>
                    <a:pt x="2795801" y="455569"/>
                  </a:lnTo>
                  <a:lnTo>
                    <a:pt x="2796872" y="455132"/>
                  </a:lnTo>
                  <a:lnTo>
                    <a:pt x="2797944" y="454696"/>
                  </a:lnTo>
                  <a:lnTo>
                    <a:pt x="2799016" y="454260"/>
                  </a:lnTo>
                  <a:lnTo>
                    <a:pt x="2800087" y="453825"/>
                  </a:lnTo>
                  <a:lnTo>
                    <a:pt x="2801159" y="453391"/>
                  </a:lnTo>
                  <a:lnTo>
                    <a:pt x="2802230" y="452958"/>
                  </a:lnTo>
                  <a:lnTo>
                    <a:pt x="2803302" y="452525"/>
                  </a:lnTo>
                  <a:lnTo>
                    <a:pt x="2804374" y="452093"/>
                  </a:lnTo>
                  <a:lnTo>
                    <a:pt x="2805445" y="451662"/>
                  </a:lnTo>
                  <a:lnTo>
                    <a:pt x="2806517" y="451232"/>
                  </a:lnTo>
                  <a:lnTo>
                    <a:pt x="2807588" y="450802"/>
                  </a:lnTo>
                  <a:lnTo>
                    <a:pt x="2808660" y="450373"/>
                  </a:lnTo>
                  <a:lnTo>
                    <a:pt x="2809732" y="449944"/>
                  </a:lnTo>
                  <a:lnTo>
                    <a:pt x="2810803" y="449517"/>
                  </a:lnTo>
                  <a:lnTo>
                    <a:pt x="2811875" y="449090"/>
                  </a:lnTo>
                  <a:lnTo>
                    <a:pt x="2812946" y="448664"/>
                  </a:lnTo>
                  <a:lnTo>
                    <a:pt x="2814018" y="448238"/>
                  </a:lnTo>
                  <a:lnTo>
                    <a:pt x="2815090" y="447813"/>
                  </a:lnTo>
                  <a:lnTo>
                    <a:pt x="2816161" y="447389"/>
                  </a:lnTo>
                  <a:lnTo>
                    <a:pt x="2817233" y="446966"/>
                  </a:lnTo>
                  <a:lnTo>
                    <a:pt x="2818304" y="446543"/>
                  </a:lnTo>
                  <a:lnTo>
                    <a:pt x="2819376" y="446121"/>
                  </a:lnTo>
                  <a:lnTo>
                    <a:pt x="2820448" y="445699"/>
                  </a:lnTo>
                  <a:lnTo>
                    <a:pt x="2821519" y="445278"/>
                  </a:lnTo>
                  <a:lnTo>
                    <a:pt x="2822591" y="444858"/>
                  </a:lnTo>
                  <a:lnTo>
                    <a:pt x="2823662" y="444439"/>
                  </a:lnTo>
                  <a:lnTo>
                    <a:pt x="2824734" y="444020"/>
                  </a:lnTo>
                  <a:lnTo>
                    <a:pt x="2825806" y="443602"/>
                  </a:lnTo>
                  <a:lnTo>
                    <a:pt x="2826877" y="443184"/>
                  </a:lnTo>
                  <a:lnTo>
                    <a:pt x="2827949" y="442767"/>
                  </a:lnTo>
                  <a:lnTo>
                    <a:pt x="2829020" y="442351"/>
                  </a:lnTo>
                  <a:lnTo>
                    <a:pt x="2830092" y="441935"/>
                  </a:lnTo>
                  <a:lnTo>
                    <a:pt x="2831164" y="441520"/>
                  </a:lnTo>
                  <a:lnTo>
                    <a:pt x="2832235" y="441106"/>
                  </a:lnTo>
                  <a:lnTo>
                    <a:pt x="2833307" y="440692"/>
                  </a:lnTo>
                  <a:lnTo>
                    <a:pt x="2834378" y="440279"/>
                  </a:lnTo>
                  <a:lnTo>
                    <a:pt x="2835450" y="439867"/>
                  </a:lnTo>
                  <a:lnTo>
                    <a:pt x="2836522" y="439455"/>
                  </a:lnTo>
                  <a:lnTo>
                    <a:pt x="2837593" y="439044"/>
                  </a:lnTo>
                  <a:lnTo>
                    <a:pt x="2838665" y="438633"/>
                  </a:lnTo>
                  <a:lnTo>
                    <a:pt x="2839736" y="438223"/>
                  </a:lnTo>
                  <a:lnTo>
                    <a:pt x="2840808" y="437813"/>
                  </a:lnTo>
                  <a:lnTo>
                    <a:pt x="2841879" y="437405"/>
                  </a:lnTo>
                  <a:lnTo>
                    <a:pt x="2842951" y="436996"/>
                  </a:lnTo>
                  <a:lnTo>
                    <a:pt x="2844023" y="436589"/>
                  </a:lnTo>
                  <a:lnTo>
                    <a:pt x="2845094" y="436182"/>
                  </a:lnTo>
                  <a:lnTo>
                    <a:pt x="2846166" y="435775"/>
                  </a:lnTo>
                  <a:lnTo>
                    <a:pt x="2847237" y="435369"/>
                  </a:lnTo>
                  <a:lnTo>
                    <a:pt x="2848309" y="434964"/>
                  </a:lnTo>
                  <a:lnTo>
                    <a:pt x="2849381" y="434559"/>
                  </a:lnTo>
                  <a:lnTo>
                    <a:pt x="2850452" y="434155"/>
                  </a:lnTo>
                  <a:lnTo>
                    <a:pt x="2851524" y="433751"/>
                  </a:lnTo>
                  <a:lnTo>
                    <a:pt x="2852595" y="433348"/>
                  </a:lnTo>
                  <a:lnTo>
                    <a:pt x="2853667" y="432946"/>
                  </a:lnTo>
                  <a:lnTo>
                    <a:pt x="2854739" y="432544"/>
                  </a:lnTo>
                  <a:lnTo>
                    <a:pt x="2855810" y="432142"/>
                  </a:lnTo>
                  <a:lnTo>
                    <a:pt x="2856882" y="431741"/>
                  </a:lnTo>
                  <a:lnTo>
                    <a:pt x="2857953" y="431341"/>
                  </a:lnTo>
                  <a:lnTo>
                    <a:pt x="2859025" y="430941"/>
                  </a:lnTo>
                  <a:lnTo>
                    <a:pt x="2860097" y="430542"/>
                  </a:lnTo>
                  <a:lnTo>
                    <a:pt x="2861168" y="430143"/>
                  </a:lnTo>
                  <a:lnTo>
                    <a:pt x="2862240" y="429745"/>
                  </a:lnTo>
                  <a:lnTo>
                    <a:pt x="2863311" y="429347"/>
                  </a:lnTo>
                  <a:lnTo>
                    <a:pt x="2864383" y="428950"/>
                  </a:lnTo>
                  <a:lnTo>
                    <a:pt x="2865455" y="428553"/>
                  </a:lnTo>
                  <a:lnTo>
                    <a:pt x="2866526" y="428157"/>
                  </a:lnTo>
                  <a:lnTo>
                    <a:pt x="2867598" y="427762"/>
                  </a:lnTo>
                  <a:lnTo>
                    <a:pt x="2868669" y="427367"/>
                  </a:lnTo>
                  <a:lnTo>
                    <a:pt x="2869741" y="426972"/>
                  </a:lnTo>
                  <a:lnTo>
                    <a:pt x="2870813" y="426578"/>
                  </a:lnTo>
                  <a:lnTo>
                    <a:pt x="2871884" y="426184"/>
                  </a:lnTo>
                  <a:lnTo>
                    <a:pt x="2872956" y="425791"/>
                  </a:lnTo>
                  <a:lnTo>
                    <a:pt x="2874027" y="425398"/>
                  </a:lnTo>
                  <a:lnTo>
                    <a:pt x="2875099" y="425006"/>
                  </a:lnTo>
                  <a:lnTo>
                    <a:pt x="2876171" y="424614"/>
                  </a:lnTo>
                  <a:lnTo>
                    <a:pt x="2877242" y="424223"/>
                  </a:lnTo>
                  <a:lnTo>
                    <a:pt x="2878314" y="423832"/>
                  </a:lnTo>
                  <a:lnTo>
                    <a:pt x="2879385" y="423442"/>
                  </a:lnTo>
                  <a:lnTo>
                    <a:pt x="2880457" y="423052"/>
                  </a:lnTo>
                  <a:lnTo>
                    <a:pt x="2881529" y="422663"/>
                  </a:lnTo>
                  <a:lnTo>
                    <a:pt x="2882600" y="422274"/>
                  </a:lnTo>
                  <a:lnTo>
                    <a:pt x="2883672" y="421885"/>
                  </a:lnTo>
                  <a:lnTo>
                    <a:pt x="2884743" y="421497"/>
                  </a:lnTo>
                  <a:lnTo>
                    <a:pt x="2885815" y="421109"/>
                  </a:lnTo>
                  <a:lnTo>
                    <a:pt x="2886887" y="420722"/>
                  </a:lnTo>
                  <a:lnTo>
                    <a:pt x="2887958" y="420336"/>
                  </a:lnTo>
                  <a:lnTo>
                    <a:pt x="2889030" y="419949"/>
                  </a:lnTo>
                  <a:lnTo>
                    <a:pt x="2890101" y="419563"/>
                  </a:lnTo>
                  <a:lnTo>
                    <a:pt x="2891173" y="419178"/>
                  </a:lnTo>
                  <a:lnTo>
                    <a:pt x="2892245" y="418793"/>
                  </a:lnTo>
                  <a:lnTo>
                    <a:pt x="2893316" y="418408"/>
                  </a:lnTo>
                  <a:lnTo>
                    <a:pt x="2894388" y="418024"/>
                  </a:lnTo>
                  <a:lnTo>
                    <a:pt x="2895459" y="417640"/>
                  </a:lnTo>
                  <a:lnTo>
                    <a:pt x="2896531" y="417257"/>
                  </a:lnTo>
                  <a:lnTo>
                    <a:pt x="2897603" y="416874"/>
                  </a:lnTo>
                  <a:lnTo>
                    <a:pt x="2898674" y="416491"/>
                  </a:lnTo>
                  <a:lnTo>
                    <a:pt x="2899746" y="416109"/>
                  </a:lnTo>
                  <a:lnTo>
                    <a:pt x="2900817" y="415727"/>
                  </a:lnTo>
                  <a:lnTo>
                    <a:pt x="2901889" y="415346"/>
                  </a:lnTo>
                  <a:lnTo>
                    <a:pt x="2902961" y="414965"/>
                  </a:lnTo>
                  <a:lnTo>
                    <a:pt x="2904032" y="414584"/>
                  </a:lnTo>
                  <a:lnTo>
                    <a:pt x="2905104" y="414204"/>
                  </a:lnTo>
                  <a:lnTo>
                    <a:pt x="2906175" y="413824"/>
                  </a:lnTo>
                  <a:lnTo>
                    <a:pt x="2907247" y="413444"/>
                  </a:lnTo>
                  <a:lnTo>
                    <a:pt x="2908319" y="413065"/>
                  </a:lnTo>
                  <a:lnTo>
                    <a:pt x="2909390" y="412686"/>
                  </a:lnTo>
                  <a:lnTo>
                    <a:pt x="2910462" y="412308"/>
                  </a:lnTo>
                  <a:lnTo>
                    <a:pt x="2911533" y="411930"/>
                  </a:lnTo>
                  <a:lnTo>
                    <a:pt x="2912605" y="411552"/>
                  </a:lnTo>
                  <a:lnTo>
                    <a:pt x="2913677" y="411174"/>
                  </a:lnTo>
                  <a:lnTo>
                    <a:pt x="2914748" y="410797"/>
                  </a:lnTo>
                  <a:lnTo>
                    <a:pt x="2915820" y="410420"/>
                  </a:lnTo>
                  <a:lnTo>
                    <a:pt x="2916891" y="410044"/>
                  </a:lnTo>
                  <a:lnTo>
                    <a:pt x="2917963" y="409668"/>
                  </a:lnTo>
                  <a:lnTo>
                    <a:pt x="2919035" y="409292"/>
                  </a:lnTo>
                  <a:lnTo>
                    <a:pt x="2920106" y="408917"/>
                  </a:lnTo>
                  <a:lnTo>
                    <a:pt x="2921178" y="408541"/>
                  </a:lnTo>
                  <a:lnTo>
                    <a:pt x="2922249" y="408167"/>
                  </a:lnTo>
                  <a:lnTo>
                    <a:pt x="2923321" y="407792"/>
                  </a:lnTo>
                  <a:lnTo>
                    <a:pt x="2924393" y="407418"/>
                  </a:lnTo>
                  <a:lnTo>
                    <a:pt x="2925464" y="407044"/>
                  </a:lnTo>
                  <a:lnTo>
                    <a:pt x="2926536" y="406670"/>
                  </a:lnTo>
                  <a:lnTo>
                    <a:pt x="2927607" y="406297"/>
                  </a:lnTo>
                  <a:lnTo>
                    <a:pt x="2928679" y="405924"/>
                  </a:lnTo>
                  <a:lnTo>
                    <a:pt x="2929751" y="405551"/>
                  </a:lnTo>
                  <a:lnTo>
                    <a:pt x="2930822" y="405179"/>
                  </a:lnTo>
                  <a:lnTo>
                    <a:pt x="2931894" y="404807"/>
                  </a:lnTo>
                  <a:lnTo>
                    <a:pt x="2932965" y="404435"/>
                  </a:lnTo>
                  <a:lnTo>
                    <a:pt x="2934037" y="404063"/>
                  </a:lnTo>
                  <a:lnTo>
                    <a:pt x="2935109" y="403692"/>
                  </a:lnTo>
                  <a:lnTo>
                    <a:pt x="2936180" y="403321"/>
                  </a:lnTo>
                  <a:lnTo>
                    <a:pt x="2937252" y="402950"/>
                  </a:lnTo>
                  <a:lnTo>
                    <a:pt x="2938323" y="402579"/>
                  </a:lnTo>
                  <a:lnTo>
                    <a:pt x="2939395" y="402209"/>
                  </a:lnTo>
                  <a:lnTo>
                    <a:pt x="2940467" y="401839"/>
                  </a:lnTo>
                  <a:lnTo>
                    <a:pt x="2941538" y="401469"/>
                  </a:lnTo>
                  <a:lnTo>
                    <a:pt x="2942610" y="401100"/>
                  </a:lnTo>
                  <a:lnTo>
                    <a:pt x="2943681" y="400730"/>
                  </a:lnTo>
                  <a:lnTo>
                    <a:pt x="2944753" y="400361"/>
                  </a:lnTo>
                  <a:lnTo>
                    <a:pt x="2945825" y="399992"/>
                  </a:lnTo>
                  <a:lnTo>
                    <a:pt x="2946896" y="399624"/>
                  </a:lnTo>
                  <a:lnTo>
                    <a:pt x="2947968" y="399255"/>
                  </a:lnTo>
                  <a:lnTo>
                    <a:pt x="2949039" y="398887"/>
                  </a:lnTo>
                  <a:lnTo>
                    <a:pt x="2950111" y="398519"/>
                  </a:lnTo>
                  <a:lnTo>
                    <a:pt x="2951183" y="398151"/>
                  </a:lnTo>
                  <a:lnTo>
                    <a:pt x="2952254" y="397784"/>
                  </a:lnTo>
                  <a:lnTo>
                    <a:pt x="2953326" y="397416"/>
                  </a:lnTo>
                  <a:lnTo>
                    <a:pt x="2954397" y="397049"/>
                  </a:lnTo>
                  <a:lnTo>
                    <a:pt x="2955469" y="396682"/>
                  </a:lnTo>
                  <a:lnTo>
                    <a:pt x="2956541" y="396315"/>
                  </a:lnTo>
                  <a:lnTo>
                    <a:pt x="2957612" y="395949"/>
                  </a:lnTo>
                  <a:lnTo>
                    <a:pt x="2958684" y="395582"/>
                  </a:lnTo>
                  <a:lnTo>
                    <a:pt x="2959755" y="395216"/>
                  </a:lnTo>
                  <a:lnTo>
                    <a:pt x="2960827" y="394850"/>
                  </a:lnTo>
                  <a:lnTo>
                    <a:pt x="2961899" y="394484"/>
                  </a:lnTo>
                  <a:lnTo>
                    <a:pt x="2962970" y="394119"/>
                  </a:lnTo>
                  <a:lnTo>
                    <a:pt x="2964042" y="393753"/>
                  </a:lnTo>
                  <a:lnTo>
                    <a:pt x="2965113" y="393388"/>
                  </a:lnTo>
                  <a:lnTo>
                    <a:pt x="2966185" y="393023"/>
                  </a:lnTo>
                  <a:lnTo>
                    <a:pt x="2967257" y="392658"/>
                  </a:lnTo>
                  <a:lnTo>
                    <a:pt x="2968328" y="392293"/>
                  </a:lnTo>
                  <a:lnTo>
                    <a:pt x="2969400" y="391928"/>
                  </a:lnTo>
                  <a:lnTo>
                    <a:pt x="2970471" y="391563"/>
                  </a:lnTo>
                  <a:lnTo>
                    <a:pt x="2971543" y="391199"/>
                  </a:lnTo>
                  <a:lnTo>
                    <a:pt x="2972615" y="390835"/>
                  </a:lnTo>
                  <a:lnTo>
                    <a:pt x="2973686" y="390471"/>
                  </a:lnTo>
                  <a:lnTo>
                    <a:pt x="2974758" y="390106"/>
                  </a:lnTo>
                  <a:lnTo>
                    <a:pt x="2975829" y="389743"/>
                  </a:lnTo>
                  <a:lnTo>
                    <a:pt x="2976901" y="389379"/>
                  </a:lnTo>
                  <a:lnTo>
                    <a:pt x="2977973" y="389015"/>
                  </a:lnTo>
                  <a:lnTo>
                    <a:pt x="2979044" y="388652"/>
                  </a:lnTo>
                  <a:lnTo>
                    <a:pt x="2980116" y="388288"/>
                  </a:lnTo>
                  <a:lnTo>
                    <a:pt x="2981187" y="387925"/>
                  </a:lnTo>
                  <a:lnTo>
                    <a:pt x="2982259" y="387562"/>
                  </a:lnTo>
                  <a:lnTo>
                    <a:pt x="2983331" y="387198"/>
                  </a:lnTo>
                  <a:lnTo>
                    <a:pt x="2984402" y="386835"/>
                  </a:lnTo>
                  <a:lnTo>
                    <a:pt x="2985474" y="386473"/>
                  </a:lnTo>
                  <a:lnTo>
                    <a:pt x="2986545" y="386110"/>
                  </a:lnTo>
                  <a:lnTo>
                    <a:pt x="2987617" y="385747"/>
                  </a:lnTo>
                  <a:lnTo>
                    <a:pt x="2988689" y="385384"/>
                  </a:lnTo>
                  <a:lnTo>
                    <a:pt x="2989760" y="385022"/>
                  </a:lnTo>
                  <a:lnTo>
                    <a:pt x="2990832" y="384659"/>
                  </a:lnTo>
                  <a:lnTo>
                    <a:pt x="2991903" y="384297"/>
                  </a:lnTo>
                  <a:lnTo>
                    <a:pt x="2992975" y="383934"/>
                  </a:lnTo>
                  <a:lnTo>
                    <a:pt x="2994047" y="383572"/>
                  </a:lnTo>
                  <a:lnTo>
                    <a:pt x="2995118" y="383210"/>
                  </a:lnTo>
                  <a:lnTo>
                    <a:pt x="2996190" y="382848"/>
                  </a:lnTo>
                  <a:lnTo>
                    <a:pt x="2997261" y="382486"/>
                  </a:lnTo>
                  <a:lnTo>
                    <a:pt x="2998333" y="382123"/>
                  </a:lnTo>
                  <a:lnTo>
                    <a:pt x="2999405" y="381761"/>
                  </a:lnTo>
                  <a:lnTo>
                    <a:pt x="3000476" y="381399"/>
                  </a:lnTo>
                  <a:lnTo>
                    <a:pt x="3001548" y="381037"/>
                  </a:lnTo>
                  <a:lnTo>
                    <a:pt x="3002619" y="380676"/>
                  </a:lnTo>
                  <a:lnTo>
                    <a:pt x="3003691" y="380314"/>
                  </a:lnTo>
                  <a:lnTo>
                    <a:pt x="3004763" y="379952"/>
                  </a:lnTo>
                  <a:lnTo>
                    <a:pt x="3005834" y="379590"/>
                  </a:lnTo>
                  <a:lnTo>
                    <a:pt x="3006906" y="379228"/>
                  </a:lnTo>
                  <a:lnTo>
                    <a:pt x="3007977" y="378866"/>
                  </a:lnTo>
                  <a:lnTo>
                    <a:pt x="3009049" y="378505"/>
                  </a:lnTo>
                  <a:lnTo>
                    <a:pt x="3010121" y="378143"/>
                  </a:lnTo>
                  <a:lnTo>
                    <a:pt x="3011192" y="377781"/>
                  </a:lnTo>
                  <a:lnTo>
                    <a:pt x="3012264" y="377419"/>
                  </a:lnTo>
                  <a:lnTo>
                    <a:pt x="3013335" y="377058"/>
                  </a:lnTo>
                  <a:lnTo>
                    <a:pt x="3014407" y="376696"/>
                  </a:lnTo>
                  <a:lnTo>
                    <a:pt x="3015479" y="376334"/>
                  </a:lnTo>
                  <a:lnTo>
                    <a:pt x="3016550" y="375972"/>
                  </a:lnTo>
                  <a:lnTo>
                    <a:pt x="3017622" y="375611"/>
                  </a:lnTo>
                  <a:lnTo>
                    <a:pt x="3018693" y="375249"/>
                  </a:lnTo>
                  <a:lnTo>
                    <a:pt x="3019765" y="374887"/>
                  </a:lnTo>
                  <a:lnTo>
                    <a:pt x="3020836" y="374525"/>
                  </a:lnTo>
                  <a:lnTo>
                    <a:pt x="3021908" y="374163"/>
                  </a:lnTo>
                  <a:lnTo>
                    <a:pt x="3022980" y="373801"/>
                  </a:lnTo>
                  <a:lnTo>
                    <a:pt x="3024051" y="373439"/>
                  </a:lnTo>
                  <a:lnTo>
                    <a:pt x="3025123" y="373077"/>
                  </a:lnTo>
                  <a:lnTo>
                    <a:pt x="3026194" y="372715"/>
                  </a:lnTo>
                  <a:lnTo>
                    <a:pt x="3027266" y="372353"/>
                  </a:lnTo>
                  <a:lnTo>
                    <a:pt x="3028338" y="371991"/>
                  </a:lnTo>
                  <a:lnTo>
                    <a:pt x="3029409" y="371629"/>
                  </a:lnTo>
                  <a:lnTo>
                    <a:pt x="3030481" y="371267"/>
                  </a:lnTo>
                  <a:lnTo>
                    <a:pt x="3031552" y="370905"/>
                  </a:lnTo>
                  <a:lnTo>
                    <a:pt x="3032624" y="370542"/>
                  </a:lnTo>
                  <a:lnTo>
                    <a:pt x="3033696" y="370180"/>
                  </a:lnTo>
                  <a:lnTo>
                    <a:pt x="3034767" y="369817"/>
                  </a:lnTo>
                  <a:lnTo>
                    <a:pt x="3035839" y="369455"/>
                  </a:lnTo>
                  <a:lnTo>
                    <a:pt x="3036910" y="369092"/>
                  </a:lnTo>
                  <a:lnTo>
                    <a:pt x="3037982" y="368729"/>
                  </a:lnTo>
                  <a:lnTo>
                    <a:pt x="3039054" y="368367"/>
                  </a:lnTo>
                  <a:lnTo>
                    <a:pt x="3040125" y="368004"/>
                  </a:lnTo>
                  <a:lnTo>
                    <a:pt x="3041197" y="367641"/>
                  </a:lnTo>
                  <a:lnTo>
                    <a:pt x="3042268" y="367278"/>
                  </a:lnTo>
                  <a:lnTo>
                    <a:pt x="3043340" y="366914"/>
                  </a:lnTo>
                  <a:lnTo>
                    <a:pt x="3044412" y="366551"/>
                  </a:lnTo>
                  <a:lnTo>
                    <a:pt x="3045483" y="366188"/>
                  </a:lnTo>
                  <a:lnTo>
                    <a:pt x="3046555" y="365824"/>
                  </a:lnTo>
                  <a:lnTo>
                    <a:pt x="3047626" y="365461"/>
                  </a:lnTo>
                  <a:lnTo>
                    <a:pt x="3048698" y="365097"/>
                  </a:lnTo>
                  <a:lnTo>
                    <a:pt x="3049770" y="364733"/>
                  </a:lnTo>
                  <a:lnTo>
                    <a:pt x="3050841" y="364369"/>
                  </a:lnTo>
                  <a:lnTo>
                    <a:pt x="3051913" y="364005"/>
                  </a:lnTo>
                  <a:lnTo>
                    <a:pt x="3052984" y="363641"/>
                  </a:lnTo>
                  <a:lnTo>
                    <a:pt x="3054056" y="363277"/>
                  </a:lnTo>
                  <a:lnTo>
                    <a:pt x="3055128" y="362912"/>
                  </a:lnTo>
                  <a:lnTo>
                    <a:pt x="3056199" y="362547"/>
                  </a:lnTo>
                  <a:lnTo>
                    <a:pt x="3057271" y="362183"/>
                  </a:lnTo>
                  <a:lnTo>
                    <a:pt x="3058342" y="361818"/>
                  </a:lnTo>
                  <a:lnTo>
                    <a:pt x="3059414" y="361453"/>
                  </a:lnTo>
                  <a:lnTo>
                    <a:pt x="3060486" y="361087"/>
                  </a:lnTo>
                  <a:lnTo>
                    <a:pt x="3061557" y="360722"/>
                  </a:lnTo>
                  <a:lnTo>
                    <a:pt x="3062629" y="360357"/>
                  </a:lnTo>
                  <a:lnTo>
                    <a:pt x="3063700" y="359991"/>
                  </a:lnTo>
                  <a:lnTo>
                    <a:pt x="3064772" y="359625"/>
                  </a:lnTo>
                  <a:lnTo>
                    <a:pt x="3065844" y="359259"/>
                  </a:lnTo>
                  <a:lnTo>
                    <a:pt x="3066915" y="358893"/>
                  </a:lnTo>
                  <a:lnTo>
                    <a:pt x="3067987" y="358526"/>
                  </a:lnTo>
                  <a:lnTo>
                    <a:pt x="3069058" y="358160"/>
                  </a:lnTo>
                  <a:lnTo>
                    <a:pt x="3070130" y="357793"/>
                  </a:lnTo>
                  <a:lnTo>
                    <a:pt x="3071202" y="357426"/>
                  </a:lnTo>
                  <a:lnTo>
                    <a:pt x="3072273" y="357059"/>
                  </a:lnTo>
                  <a:lnTo>
                    <a:pt x="3073345" y="356692"/>
                  </a:lnTo>
                  <a:lnTo>
                    <a:pt x="3074416" y="356324"/>
                  </a:lnTo>
                  <a:lnTo>
                    <a:pt x="3075488" y="355956"/>
                  </a:lnTo>
                  <a:lnTo>
                    <a:pt x="3076560" y="355588"/>
                  </a:lnTo>
                  <a:lnTo>
                    <a:pt x="3077631" y="355220"/>
                  </a:lnTo>
                  <a:lnTo>
                    <a:pt x="3078703" y="354852"/>
                  </a:lnTo>
                  <a:lnTo>
                    <a:pt x="3079774" y="354483"/>
                  </a:lnTo>
                  <a:lnTo>
                    <a:pt x="3080846" y="354115"/>
                  </a:lnTo>
                  <a:lnTo>
                    <a:pt x="3081918" y="353746"/>
                  </a:lnTo>
                  <a:lnTo>
                    <a:pt x="3082989" y="353376"/>
                  </a:lnTo>
                  <a:lnTo>
                    <a:pt x="3084061" y="353007"/>
                  </a:lnTo>
                  <a:lnTo>
                    <a:pt x="3085132" y="352637"/>
                  </a:lnTo>
                  <a:lnTo>
                    <a:pt x="3086204" y="352267"/>
                  </a:lnTo>
                  <a:lnTo>
                    <a:pt x="3087276" y="351897"/>
                  </a:lnTo>
                  <a:lnTo>
                    <a:pt x="3088347" y="351527"/>
                  </a:lnTo>
                  <a:lnTo>
                    <a:pt x="3089419" y="351156"/>
                  </a:lnTo>
                  <a:lnTo>
                    <a:pt x="3090490" y="350785"/>
                  </a:lnTo>
                  <a:lnTo>
                    <a:pt x="3091562" y="350414"/>
                  </a:lnTo>
                  <a:lnTo>
                    <a:pt x="3092634" y="350043"/>
                  </a:lnTo>
                  <a:lnTo>
                    <a:pt x="3093705" y="349671"/>
                  </a:lnTo>
                  <a:lnTo>
                    <a:pt x="3094777" y="349299"/>
                  </a:lnTo>
                  <a:lnTo>
                    <a:pt x="3095848" y="348927"/>
                  </a:lnTo>
                  <a:lnTo>
                    <a:pt x="3096920" y="348554"/>
                  </a:lnTo>
                  <a:lnTo>
                    <a:pt x="3097992" y="348182"/>
                  </a:lnTo>
                  <a:lnTo>
                    <a:pt x="3099063" y="347809"/>
                  </a:lnTo>
                  <a:lnTo>
                    <a:pt x="3100135" y="347436"/>
                  </a:lnTo>
                  <a:lnTo>
                    <a:pt x="3101206" y="347062"/>
                  </a:lnTo>
                  <a:lnTo>
                    <a:pt x="3102278" y="346688"/>
                  </a:lnTo>
                  <a:lnTo>
                    <a:pt x="3103350" y="346314"/>
                  </a:lnTo>
                  <a:lnTo>
                    <a:pt x="3104421" y="345940"/>
                  </a:lnTo>
                  <a:lnTo>
                    <a:pt x="3105493" y="345565"/>
                  </a:lnTo>
                  <a:lnTo>
                    <a:pt x="3106564" y="345190"/>
                  </a:lnTo>
                  <a:lnTo>
                    <a:pt x="3107636" y="344815"/>
                  </a:lnTo>
                  <a:lnTo>
                    <a:pt x="3108708" y="344439"/>
                  </a:lnTo>
                  <a:lnTo>
                    <a:pt x="3109779" y="344063"/>
                  </a:lnTo>
                  <a:lnTo>
                    <a:pt x="3110851" y="343687"/>
                  </a:lnTo>
                  <a:lnTo>
                    <a:pt x="3111922" y="343310"/>
                  </a:lnTo>
                  <a:lnTo>
                    <a:pt x="3112994" y="342934"/>
                  </a:lnTo>
                  <a:lnTo>
                    <a:pt x="3114066" y="342556"/>
                  </a:lnTo>
                  <a:lnTo>
                    <a:pt x="3115137" y="342179"/>
                  </a:lnTo>
                  <a:lnTo>
                    <a:pt x="3116209" y="341801"/>
                  </a:lnTo>
                  <a:lnTo>
                    <a:pt x="3117280" y="341423"/>
                  </a:lnTo>
                  <a:lnTo>
                    <a:pt x="3118352" y="341045"/>
                  </a:lnTo>
                  <a:lnTo>
                    <a:pt x="3119424" y="340666"/>
                  </a:lnTo>
                  <a:lnTo>
                    <a:pt x="3120495" y="340287"/>
                  </a:lnTo>
                  <a:lnTo>
                    <a:pt x="3121567" y="339907"/>
                  </a:lnTo>
                  <a:lnTo>
                    <a:pt x="3122638" y="339527"/>
                  </a:lnTo>
                  <a:lnTo>
                    <a:pt x="3123710" y="339147"/>
                  </a:lnTo>
                  <a:lnTo>
                    <a:pt x="3124782" y="338767"/>
                  </a:lnTo>
                  <a:lnTo>
                    <a:pt x="3125853" y="338386"/>
                  </a:lnTo>
                  <a:lnTo>
                    <a:pt x="3126925" y="338005"/>
                  </a:lnTo>
                  <a:lnTo>
                    <a:pt x="3127996" y="337623"/>
                  </a:lnTo>
                  <a:lnTo>
                    <a:pt x="3129068" y="337241"/>
                  </a:lnTo>
                  <a:lnTo>
                    <a:pt x="3130140" y="336859"/>
                  </a:lnTo>
                  <a:lnTo>
                    <a:pt x="3131211" y="336476"/>
                  </a:lnTo>
                  <a:lnTo>
                    <a:pt x="3132283" y="336093"/>
                  </a:lnTo>
                  <a:lnTo>
                    <a:pt x="3133354" y="335710"/>
                  </a:lnTo>
                  <a:lnTo>
                    <a:pt x="3134426" y="335326"/>
                  </a:lnTo>
                  <a:lnTo>
                    <a:pt x="3135498" y="334942"/>
                  </a:lnTo>
                  <a:lnTo>
                    <a:pt x="3136569" y="334557"/>
                  </a:lnTo>
                  <a:lnTo>
                    <a:pt x="3137641" y="334172"/>
                  </a:lnTo>
                  <a:lnTo>
                    <a:pt x="3138712" y="333787"/>
                  </a:lnTo>
                  <a:lnTo>
                    <a:pt x="3139784" y="333401"/>
                  </a:lnTo>
                  <a:lnTo>
                    <a:pt x="3140856" y="333015"/>
                  </a:lnTo>
                  <a:lnTo>
                    <a:pt x="3141927" y="332629"/>
                  </a:lnTo>
                  <a:lnTo>
                    <a:pt x="3142999" y="332242"/>
                  </a:lnTo>
                  <a:lnTo>
                    <a:pt x="3144070" y="331855"/>
                  </a:lnTo>
                  <a:lnTo>
                    <a:pt x="3145142" y="331467"/>
                  </a:lnTo>
                  <a:lnTo>
                    <a:pt x="3146214" y="331079"/>
                  </a:lnTo>
                  <a:lnTo>
                    <a:pt x="3147285" y="330691"/>
                  </a:lnTo>
                  <a:lnTo>
                    <a:pt x="3148357" y="330302"/>
                  </a:lnTo>
                  <a:lnTo>
                    <a:pt x="3149428" y="329913"/>
                  </a:lnTo>
                  <a:lnTo>
                    <a:pt x="3150500" y="329523"/>
                  </a:lnTo>
                  <a:lnTo>
                    <a:pt x="3151572" y="329134"/>
                  </a:lnTo>
                  <a:lnTo>
                    <a:pt x="3152643" y="328743"/>
                  </a:lnTo>
                  <a:lnTo>
                    <a:pt x="3153715" y="328353"/>
                  </a:lnTo>
                  <a:lnTo>
                    <a:pt x="3154786" y="327962"/>
                  </a:lnTo>
                  <a:lnTo>
                    <a:pt x="3155858" y="327570"/>
                  </a:lnTo>
                  <a:lnTo>
                    <a:pt x="3156930" y="327179"/>
                  </a:lnTo>
                  <a:lnTo>
                    <a:pt x="3158001" y="326787"/>
                  </a:lnTo>
                  <a:lnTo>
                    <a:pt x="3159073" y="326394"/>
                  </a:lnTo>
                  <a:lnTo>
                    <a:pt x="3160144" y="326001"/>
                  </a:lnTo>
                  <a:lnTo>
                    <a:pt x="3161216" y="325608"/>
                  </a:lnTo>
                  <a:lnTo>
                    <a:pt x="3162288" y="325214"/>
                  </a:lnTo>
                  <a:lnTo>
                    <a:pt x="3163359" y="324820"/>
                  </a:lnTo>
                  <a:lnTo>
                    <a:pt x="3164431" y="324426"/>
                  </a:lnTo>
                  <a:lnTo>
                    <a:pt x="3165502" y="324031"/>
                  </a:lnTo>
                  <a:lnTo>
                    <a:pt x="3166574" y="323636"/>
                  </a:lnTo>
                  <a:lnTo>
                    <a:pt x="3167646" y="323241"/>
                  </a:lnTo>
                  <a:lnTo>
                    <a:pt x="3168717" y="322845"/>
                  </a:lnTo>
                  <a:lnTo>
                    <a:pt x="3169789" y="322449"/>
                  </a:lnTo>
                  <a:lnTo>
                    <a:pt x="3170860" y="322052"/>
                  </a:lnTo>
                  <a:lnTo>
                    <a:pt x="3171932" y="321655"/>
                  </a:lnTo>
                  <a:lnTo>
                    <a:pt x="3173004" y="321258"/>
                  </a:lnTo>
                  <a:lnTo>
                    <a:pt x="3174075" y="320860"/>
                  </a:lnTo>
                  <a:lnTo>
                    <a:pt x="3175147" y="320462"/>
                  </a:lnTo>
                  <a:lnTo>
                    <a:pt x="3176218" y="320063"/>
                  </a:lnTo>
                  <a:lnTo>
                    <a:pt x="3177290" y="319665"/>
                  </a:lnTo>
                  <a:lnTo>
                    <a:pt x="3178362" y="319265"/>
                  </a:lnTo>
                  <a:lnTo>
                    <a:pt x="3179433" y="318866"/>
                  </a:lnTo>
                  <a:lnTo>
                    <a:pt x="3180505" y="318466"/>
                  </a:lnTo>
                  <a:lnTo>
                    <a:pt x="3181576" y="318065"/>
                  </a:lnTo>
                  <a:lnTo>
                    <a:pt x="3182648" y="317665"/>
                  </a:lnTo>
                  <a:lnTo>
                    <a:pt x="3183720" y="317264"/>
                  </a:lnTo>
                  <a:lnTo>
                    <a:pt x="3184791" y="316862"/>
                  </a:lnTo>
                  <a:lnTo>
                    <a:pt x="3185863" y="316460"/>
                  </a:lnTo>
                  <a:lnTo>
                    <a:pt x="3186934" y="316058"/>
                  </a:lnTo>
                  <a:lnTo>
                    <a:pt x="3188006" y="315656"/>
                  </a:lnTo>
                  <a:lnTo>
                    <a:pt x="3189078" y="315253"/>
                  </a:lnTo>
                  <a:lnTo>
                    <a:pt x="3190149" y="314849"/>
                  </a:lnTo>
                  <a:lnTo>
                    <a:pt x="3191221" y="314446"/>
                  </a:lnTo>
                  <a:lnTo>
                    <a:pt x="3192292" y="314042"/>
                  </a:lnTo>
                  <a:lnTo>
                    <a:pt x="3193364" y="313637"/>
                  </a:lnTo>
                  <a:lnTo>
                    <a:pt x="3194436" y="313232"/>
                  </a:lnTo>
                  <a:lnTo>
                    <a:pt x="3195507" y="312827"/>
                  </a:lnTo>
                  <a:lnTo>
                    <a:pt x="3196579" y="312421"/>
                  </a:lnTo>
                  <a:lnTo>
                    <a:pt x="3197650" y="312016"/>
                  </a:lnTo>
                  <a:lnTo>
                    <a:pt x="3198722" y="311609"/>
                  </a:lnTo>
                  <a:lnTo>
                    <a:pt x="3199793" y="311203"/>
                  </a:lnTo>
                  <a:lnTo>
                    <a:pt x="3200865" y="310796"/>
                  </a:lnTo>
                  <a:lnTo>
                    <a:pt x="3201937" y="310388"/>
                  </a:lnTo>
                  <a:lnTo>
                    <a:pt x="3203008" y="309980"/>
                  </a:lnTo>
                  <a:lnTo>
                    <a:pt x="3204080" y="309572"/>
                  </a:lnTo>
                  <a:lnTo>
                    <a:pt x="3205151" y="309164"/>
                  </a:lnTo>
                  <a:lnTo>
                    <a:pt x="3206223" y="308755"/>
                  </a:lnTo>
                  <a:lnTo>
                    <a:pt x="3207295" y="308345"/>
                  </a:lnTo>
                  <a:lnTo>
                    <a:pt x="3208366" y="307936"/>
                  </a:lnTo>
                  <a:lnTo>
                    <a:pt x="3209438" y="307526"/>
                  </a:lnTo>
                  <a:lnTo>
                    <a:pt x="3210509" y="307115"/>
                  </a:lnTo>
                  <a:lnTo>
                    <a:pt x="3211581" y="306705"/>
                  </a:lnTo>
                  <a:lnTo>
                    <a:pt x="3212653" y="306294"/>
                  </a:lnTo>
                  <a:lnTo>
                    <a:pt x="3213724" y="305882"/>
                  </a:lnTo>
                  <a:lnTo>
                    <a:pt x="3214796" y="305470"/>
                  </a:lnTo>
                  <a:lnTo>
                    <a:pt x="3215867" y="305058"/>
                  </a:lnTo>
                  <a:lnTo>
                    <a:pt x="3216939" y="304645"/>
                  </a:lnTo>
                  <a:lnTo>
                    <a:pt x="3218011" y="304232"/>
                  </a:lnTo>
                  <a:lnTo>
                    <a:pt x="3219082" y="303819"/>
                  </a:lnTo>
                  <a:lnTo>
                    <a:pt x="3220154" y="303405"/>
                  </a:lnTo>
                  <a:lnTo>
                    <a:pt x="3221225" y="302991"/>
                  </a:lnTo>
                  <a:lnTo>
                    <a:pt x="3222297" y="302577"/>
                  </a:lnTo>
                  <a:lnTo>
                    <a:pt x="3223369" y="302162"/>
                  </a:lnTo>
                  <a:lnTo>
                    <a:pt x="3224440" y="301747"/>
                  </a:lnTo>
                  <a:lnTo>
                    <a:pt x="3225512" y="301331"/>
                  </a:lnTo>
                  <a:lnTo>
                    <a:pt x="3226583" y="300915"/>
                  </a:lnTo>
                  <a:lnTo>
                    <a:pt x="3227655" y="300499"/>
                  </a:lnTo>
                  <a:lnTo>
                    <a:pt x="3228727" y="300082"/>
                  </a:lnTo>
                  <a:lnTo>
                    <a:pt x="3229798" y="299665"/>
                  </a:lnTo>
                  <a:lnTo>
                    <a:pt x="3230870" y="299248"/>
                  </a:lnTo>
                  <a:lnTo>
                    <a:pt x="3231941" y="298830"/>
                  </a:lnTo>
                  <a:lnTo>
                    <a:pt x="3233013" y="298412"/>
                  </a:lnTo>
                  <a:lnTo>
                    <a:pt x="3234085" y="297994"/>
                  </a:lnTo>
                  <a:lnTo>
                    <a:pt x="3235156" y="297575"/>
                  </a:lnTo>
                  <a:lnTo>
                    <a:pt x="3236228" y="297156"/>
                  </a:lnTo>
                  <a:lnTo>
                    <a:pt x="3237299" y="296736"/>
                  </a:lnTo>
                  <a:lnTo>
                    <a:pt x="3238371" y="296316"/>
                  </a:lnTo>
                  <a:lnTo>
                    <a:pt x="3239443" y="295896"/>
                  </a:lnTo>
                  <a:lnTo>
                    <a:pt x="3240514" y="295475"/>
                  </a:lnTo>
                  <a:lnTo>
                    <a:pt x="3241586" y="295054"/>
                  </a:lnTo>
                  <a:lnTo>
                    <a:pt x="3242657" y="294633"/>
                  </a:lnTo>
                  <a:lnTo>
                    <a:pt x="3243729" y="294211"/>
                  </a:lnTo>
                  <a:lnTo>
                    <a:pt x="3244801" y="293789"/>
                  </a:lnTo>
                  <a:lnTo>
                    <a:pt x="3245872" y="293366"/>
                  </a:lnTo>
                  <a:lnTo>
                    <a:pt x="3246944" y="292944"/>
                  </a:lnTo>
                  <a:lnTo>
                    <a:pt x="3248015" y="292520"/>
                  </a:lnTo>
                  <a:lnTo>
                    <a:pt x="3249087" y="292097"/>
                  </a:lnTo>
                  <a:lnTo>
                    <a:pt x="3250159" y="291673"/>
                  </a:lnTo>
                  <a:lnTo>
                    <a:pt x="3251230" y="291248"/>
                  </a:lnTo>
                  <a:lnTo>
                    <a:pt x="3252302" y="290824"/>
                  </a:lnTo>
                  <a:lnTo>
                    <a:pt x="3253373" y="290399"/>
                  </a:lnTo>
                  <a:lnTo>
                    <a:pt x="3254445" y="289973"/>
                  </a:lnTo>
                  <a:lnTo>
                    <a:pt x="3255517" y="289548"/>
                  </a:lnTo>
                  <a:lnTo>
                    <a:pt x="3256588" y="289121"/>
                  </a:lnTo>
                  <a:lnTo>
                    <a:pt x="3257660" y="288695"/>
                  </a:lnTo>
                  <a:lnTo>
                    <a:pt x="3258731" y="288268"/>
                  </a:lnTo>
                  <a:lnTo>
                    <a:pt x="3259803" y="287841"/>
                  </a:lnTo>
                  <a:lnTo>
                    <a:pt x="3260875" y="287413"/>
                  </a:lnTo>
                  <a:lnTo>
                    <a:pt x="3261946" y="286985"/>
                  </a:lnTo>
                  <a:lnTo>
                    <a:pt x="3263018" y="286557"/>
                  </a:lnTo>
                  <a:lnTo>
                    <a:pt x="3264089" y="286128"/>
                  </a:lnTo>
                  <a:lnTo>
                    <a:pt x="3265161" y="285699"/>
                  </a:lnTo>
                  <a:lnTo>
                    <a:pt x="3266233" y="285270"/>
                  </a:lnTo>
                  <a:lnTo>
                    <a:pt x="3267304" y="284840"/>
                  </a:lnTo>
                  <a:lnTo>
                    <a:pt x="3268376" y="284410"/>
                  </a:lnTo>
                  <a:lnTo>
                    <a:pt x="3269447" y="283980"/>
                  </a:lnTo>
                  <a:lnTo>
                    <a:pt x="3270519" y="283549"/>
                  </a:lnTo>
                  <a:lnTo>
                    <a:pt x="3271591" y="283118"/>
                  </a:lnTo>
                  <a:lnTo>
                    <a:pt x="3272662" y="282686"/>
                  </a:lnTo>
                  <a:lnTo>
                    <a:pt x="3273734" y="282254"/>
                  </a:lnTo>
                  <a:lnTo>
                    <a:pt x="3274805" y="281822"/>
                  </a:lnTo>
                  <a:lnTo>
                    <a:pt x="3275877" y="281389"/>
                  </a:lnTo>
                  <a:lnTo>
                    <a:pt x="3276949" y="280956"/>
                  </a:lnTo>
                  <a:lnTo>
                    <a:pt x="3278020" y="280523"/>
                  </a:lnTo>
                  <a:lnTo>
                    <a:pt x="3279092" y="280089"/>
                  </a:lnTo>
                  <a:lnTo>
                    <a:pt x="3280163" y="279655"/>
                  </a:lnTo>
                  <a:lnTo>
                    <a:pt x="3281235" y="279221"/>
                  </a:lnTo>
                  <a:lnTo>
                    <a:pt x="3282307" y="278786"/>
                  </a:lnTo>
                  <a:lnTo>
                    <a:pt x="3283378" y="278351"/>
                  </a:lnTo>
                  <a:lnTo>
                    <a:pt x="3284450" y="277915"/>
                  </a:lnTo>
                  <a:lnTo>
                    <a:pt x="3285521" y="277480"/>
                  </a:lnTo>
                  <a:lnTo>
                    <a:pt x="3286593" y="277043"/>
                  </a:lnTo>
                  <a:lnTo>
                    <a:pt x="3287665" y="276607"/>
                  </a:lnTo>
                  <a:lnTo>
                    <a:pt x="3288736" y="276170"/>
                  </a:lnTo>
                  <a:lnTo>
                    <a:pt x="3289808" y="275733"/>
                  </a:lnTo>
                  <a:lnTo>
                    <a:pt x="3290879" y="275295"/>
                  </a:lnTo>
                  <a:lnTo>
                    <a:pt x="3291951" y="274857"/>
                  </a:lnTo>
                  <a:lnTo>
                    <a:pt x="3293023" y="274419"/>
                  </a:lnTo>
                  <a:lnTo>
                    <a:pt x="3294094" y="273980"/>
                  </a:lnTo>
                  <a:lnTo>
                    <a:pt x="3295166" y="273541"/>
                  </a:lnTo>
                  <a:lnTo>
                    <a:pt x="3296237" y="273101"/>
                  </a:lnTo>
                  <a:lnTo>
                    <a:pt x="3297309" y="272662"/>
                  </a:lnTo>
                  <a:lnTo>
                    <a:pt x="3298381" y="272222"/>
                  </a:lnTo>
                  <a:lnTo>
                    <a:pt x="3299452" y="271781"/>
                  </a:lnTo>
                  <a:lnTo>
                    <a:pt x="3300524" y="271340"/>
                  </a:lnTo>
                  <a:lnTo>
                    <a:pt x="3301595" y="270899"/>
                  </a:lnTo>
                  <a:lnTo>
                    <a:pt x="3302667" y="270458"/>
                  </a:lnTo>
                  <a:lnTo>
                    <a:pt x="3303739" y="270016"/>
                  </a:lnTo>
                  <a:lnTo>
                    <a:pt x="3304810" y="269573"/>
                  </a:lnTo>
                  <a:lnTo>
                    <a:pt x="3305882" y="269131"/>
                  </a:lnTo>
                  <a:lnTo>
                    <a:pt x="3306953" y="268688"/>
                  </a:lnTo>
                  <a:lnTo>
                    <a:pt x="3308025" y="268245"/>
                  </a:lnTo>
                  <a:lnTo>
                    <a:pt x="3309097" y="267801"/>
                  </a:lnTo>
                  <a:lnTo>
                    <a:pt x="3310168" y="267357"/>
                  </a:lnTo>
                  <a:lnTo>
                    <a:pt x="3311240" y="266913"/>
                  </a:lnTo>
                  <a:lnTo>
                    <a:pt x="3312311" y="266468"/>
                  </a:lnTo>
                  <a:lnTo>
                    <a:pt x="3313383" y="266023"/>
                  </a:lnTo>
                  <a:lnTo>
                    <a:pt x="3314455" y="265577"/>
                  </a:lnTo>
                  <a:lnTo>
                    <a:pt x="3315526" y="265132"/>
                  </a:lnTo>
                  <a:lnTo>
                    <a:pt x="3316598" y="264685"/>
                  </a:lnTo>
                  <a:lnTo>
                    <a:pt x="3317669" y="264239"/>
                  </a:lnTo>
                  <a:lnTo>
                    <a:pt x="3318741" y="263792"/>
                  </a:lnTo>
                  <a:lnTo>
                    <a:pt x="3319813" y="263345"/>
                  </a:lnTo>
                  <a:lnTo>
                    <a:pt x="3320884" y="262897"/>
                  </a:lnTo>
                  <a:lnTo>
                    <a:pt x="3321956" y="262450"/>
                  </a:lnTo>
                  <a:lnTo>
                    <a:pt x="3323027" y="262001"/>
                  </a:lnTo>
                  <a:lnTo>
                    <a:pt x="3324099" y="261553"/>
                  </a:lnTo>
                  <a:lnTo>
                    <a:pt x="3325171" y="261104"/>
                  </a:lnTo>
                  <a:lnTo>
                    <a:pt x="3326242" y="260655"/>
                  </a:lnTo>
                  <a:lnTo>
                    <a:pt x="3327314" y="260205"/>
                  </a:lnTo>
                  <a:lnTo>
                    <a:pt x="3328385" y="259755"/>
                  </a:lnTo>
                  <a:lnTo>
                    <a:pt x="3329457" y="259305"/>
                  </a:lnTo>
                  <a:lnTo>
                    <a:pt x="3330529" y="258854"/>
                  </a:lnTo>
                  <a:lnTo>
                    <a:pt x="3331600" y="258403"/>
                  </a:lnTo>
                  <a:lnTo>
                    <a:pt x="3332672" y="257952"/>
                  </a:lnTo>
                  <a:lnTo>
                    <a:pt x="3333743" y="257500"/>
                  </a:lnTo>
                  <a:lnTo>
                    <a:pt x="3334815" y="257048"/>
                  </a:lnTo>
                  <a:lnTo>
                    <a:pt x="3335887" y="256596"/>
                  </a:lnTo>
                  <a:lnTo>
                    <a:pt x="3336958" y="256143"/>
                  </a:lnTo>
                  <a:lnTo>
                    <a:pt x="3338030" y="255690"/>
                  </a:lnTo>
                  <a:lnTo>
                    <a:pt x="3339101" y="255236"/>
                  </a:lnTo>
                  <a:lnTo>
                    <a:pt x="3340173" y="254782"/>
                  </a:lnTo>
                  <a:lnTo>
                    <a:pt x="3341245" y="254328"/>
                  </a:lnTo>
                  <a:lnTo>
                    <a:pt x="3342316" y="253874"/>
                  </a:lnTo>
                  <a:lnTo>
                    <a:pt x="3343388" y="253419"/>
                  </a:lnTo>
                  <a:lnTo>
                    <a:pt x="3344459" y="252964"/>
                  </a:lnTo>
                  <a:lnTo>
                    <a:pt x="3345531" y="252508"/>
                  </a:lnTo>
                  <a:lnTo>
                    <a:pt x="3346603" y="252052"/>
                  </a:lnTo>
                  <a:lnTo>
                    <a:pt x="3347674" y="251596"/>
                  </a:lnTo>
                  <a:lnTo>
                    <a:pt x="3348746" y="251140"/>
                  </a:lnTo>
                  <a:lnTo>
                    <a:pt x="3349817" y="250683"/>
                  </a:lnTo>
                  <a:lnTo>
                    <a:pt x="3350889" y="250226"/>
                  </a:lnTo>
                  <a:lnTo>
                    <a:pt x="3351961" y="249768"/>
                  </a:lnTo>
                  <a:lnTo>
                    <a:pt x="3353032" y="249310"/>
                  </a:lnTo>
                  <a:lnTo>
                    <a:pt x="3354104" y="248852"/>
                  </a:lnTo>
                  <a:lnTo>
                    <a:pt x="3355175" y="248393"/>
                  </a:lnTo>
                  <a:lnTo>
                    <a:pt x="3356247" y="247934"/>
                  </a:lnTo>
                  <a:lnTo>
                    <a:pt x="3357319" y="247475"/>
                  </a:lnTo>
                  <a:lnTo>
                    <a:pt x="3358390" y="247015"/>
                  </a:lnTo>
                  <a:lnTo>
                    <a:pt x="3359462" y="246555"/>
                  </a:lnTo>
                  <a:lnTo>
                    <a:pt x="3360533" y="246095"/>
                  </a:lnTo>
                  <a:lnTo>
                    <a:pt x="3361605" y="245634"/>
                  </a:lnTo>
                  <a:lnTo>
                    <a:pt x="3362677" y="245173"/>
                  </a:lnTo>
                  <a:lnTo>
                    <a:pt x="3363748" y="244712"/>
                  </a:lnTo>
                  <a:lnTo>
                    <a:pt x="3364820" y="244250"/>
                  </a:lnTo>
                  <a:lnTo>
                    <a:pt x="3365891" y="243788"/>
                  </a:lnTo>
                  <a:lnTo>
                    <a:pt x="3366963" y="243326"/>
                  </a:lnTo>
                  <a:lnTo>
                    <a:pt x="3368035" y="242863"/>
                  </a:lnTo>
                  <a:lnTo>
                    <a:pt x="3369106" y="242400"/>
                  </a:lnTo>
                  <a:lnTo>
                    <a:pt x="3370178" y="241937"/>
                  </a:lnTo>
                  <a:lnTo>
                    <a:pt x="3371249" y="241473"/>
                  </a:lnTo>
                  <a:lnTo>
                    <a:pt x="3372321" y="241009"/>
                  </a:lnTo>
                  <a:lnTo>
                    <a:pt x="3373392" y="240545"/>
                  </a:lnTo>
                  <a:lnTo>
                    <a:pt x="3374464" y="240080"/>
                  </a:lnTo>
                  <a:lnTo>
                    <a:pt x="3375536" y="239615"/>
                  </a:lnTo>
                  <a:lnTo>
                    <a:pt x="3376607" y="239149"/>
                  </a:lnTo>
                  <a:lnTo>
                    <a:pt x="3377679" y="238684"/>
                  </a:lnTo>
                  <a:lnTo>
                    <a:pt x="3378750" y="238217"/>
                  </a:lnTo>
                  <a:lnTo>
                    <a:pt x="3379822" y="237751"/>
                  </a:lnTo>
                  <a:lnTo>
                    <a:pt x="3380894" y="237284"/>
                  </a:lnTo>
                  <a:lnTo>
                    <a:pt x="3381965" y="236817"/>
                  </a:lnTo>
                  <a:lnTo>
                    <a:pt x="3383037" y="236350"/>
                  </a:lnTo>
                  <a:lnTo>
                    <a:pt x="3384108" y="235882"/>
                  </a:lnTo>
                  <a:lnTo>
                    <a:pt x="3385180" y="235414"/>
                  </a:lnTo>
                  <a:lnTo>
                    <a:pt x="3386252" y="234945"/>
                  </a:lnTo>
                  <a:lnTo>
                    <a:pt x="3387323" y="234477"/>
                  </a:lnTo>
                  <a:lnTo>
                    <a:pt x="3388395" y="234007"/>
                  </a:lnTo>
                  <a:lnTo>
                    <a:pt x="3389466" y="233538"/>
                  </a:lnTo>
                  <a:lnTo>
                    <a:pt x="3390538" y="233068"/>
                  </a:lnTo>
                  <a:lnTo>
                    <a:pt x="3391610" y="232598"/>
                  </a:lnTo>
                  <a:lnTo>
                    <a:pt x="3392681" y="232128"/>
                  </a:lnTo>
                  <a:lnTo>
                    <a:pt x="3393753" y="231657"/>
                  </a:lnTo>
                  <a:lnTo>
                    <a:pt x="3394824" y="231186"/>
                  </a:lnTo>
                  <a:lnTo>
                    <a:pt x="3395896" y="230714"/>
                  </a:lnTo>
                  <a:lnTo>
                    <a:pt x="3396968" y="230242"/>
                  </a:lnTo>
                  <a:lnTo>
                    <a:pt x="3398039" y="229770"/>
                  </a:lnTo>
                  <a:lnTo>
                    <a:pt x="3399111" y="229298"/>
                  </a:lnTo>
                  <a:lnTo>
                    <a:pt x="3400182" y="228825"/>
                  </a:lnTo>
                  <a:lnTo>
                    <a:pt x="3401254" y="228352"/>
                  </a:lnTo>
                  <a:lnTo>
                    <a:pt x="3402326" y="227878"/>
                  </a:lnTo>
                  <a:lnTo>
                    <a:pt x="3403397" y="227404"/>
                  </a:lnTo>
                  <a:lnTo>
                    <a:pt x="3404469" y="226930"/>
                  </a:lnTo>
                  <a:lnTo>
                    <a:pt x="3405540" y="226456"/>
                  </a:lnTo>
                  <a:lnTo>
                    <a:pt x="3406612" y="225981"/>
                  </a:lnTo>
                  <a:lnTo>
                    <a:pt x="3407684" y="225506"/>
                  </a:lnTo>
                  <a:lnTo>
                    <a:pt x="3408755" y="225030"/>
                  </a:lnTo>
                  <a:lnTo>
                    <a:pt x="3409827" y="224555"/>
                  </a:lnTo>
                  <a:lnTo>
                    <a:pt x="3410898" y="224078"/>
                  </a:lnTo>
                  <a:lnTo>
                    <a:pt x="3411970" y="223602"/>
                  </a:lnTo>
                  <a:lnTo>
                    <a:pt x="3413042" y="223125"/>
                  </a:lnTo>
                  <a:lnTo>
                    <a:pt x="3414113" y="222648"/>
                  </a:lnTo>
                  <a:lnTo>
                    <a:pt x="3415185" y="222171"/>
                  </a:lnTo>
                  <a:lnTo>
                    <a:pt x="3416256" y="221693"/>
                  </a:lnTo>
                  <a:lnTo>
                    <a:pt x="3417328" y="221215"/>
                  </a:lnTo>
                  <a:lnTo>
                    <a:pt x="3418400" y="220736"/>
                  </a:lnTo>
                  <a:lnTo>
                    <a:pt x="3419471" y="220258"/>
                  </a:lnTo>
                  <a:lnTo>
                    <a:pt x="3420543" y="219779"/>
                  </a:lnTo>
                  <a:lnTo>
                    <a:pt x="3421614" y="219299"/>
                  </a:lnTo>
                  <a:lnTo>
                    <a:pt x="3422686" y="218819"/>
                  </a:lnTo>
                  <a:lnTo>
                    <a:pt x="3423758" y="218339"/>
                  </a:lnTo>
                  <a:lnTo>
                    <a:pt x="3424829" y="217859"/>
                  </a:lnTo>
                  <a:lnTo>
                    <a:pt x="3425901" y="217378"/>
                  </a:lnTo>
                  <a:lnTo>
                    <a:pt x="3426972" y="216897"/>
                  </a:lnTo>
                  <a:lnTo>
                    <a:pt x="3428044" y="216416"/>
                  </a:lnTo>
                  <a:lnTo>
                    <a:pt x="3429116" y="215934"/>
                  </a:lnTo>
                  <a:lnTo>
                    <a:pt x="3430187" y="215452"/>
                  </a:lnTo>
                  <a:lnTo>
                    <a:pt x="3431259" y="214970"/>
                  </a:lnTo>
                  <a:lnTo>
                    <a:pt x="3432330" y="214487"/>
                  </a:lnTo>
                  <a:lnTo>
                    <a:pt x="3433402" y="214004"/>
                  </a:lnTo>
                  <a:lnTo>
                    <a:pt x="3434474" y="213520"/>
                  </a:lnTo>
                  <a:lnTo>
                    <a:pt x="3435545" y="213037"/>
                  </a:lnTo>
                  <a:lnTo>
                    <a:pt x="3436617" y="212553"/>
                  </a:lnTo>
                  <a:lnTo>
                    <a:pt x="3437688" y="212068"/>
                  </a:lnTo>
                  <a:lnTo>
                    <a:pt x="3438760" y="211584"/>
                  </a:lnTo>
                  <a:lnTo>
                    <a:pt x="3439832" y="211099"/>
                  </a:lnTo>
                  <a:lnTo>
                    <a:pt x="3440903" y="210614"/>
                  </a:lnTo>
                  <a:lnTo>
                    <a:pt x="3441975" y="210128"/>
                  </a:lnTo>
                  <a:lnTo>
                    <a:pt x="3443046" y="209642"/>
                  </a:lnTo>
                  <a:lnTo>
                    <a:pt x="3444118" y="209156"/>
                  </a:lnTo>
                  <a:lnTo>
                    <a:pt x="3445190" y="208669"/>
                  </a:lnTo>
                  <a:lnTo>
                    <a:pt x="3446261" y="208182"/>
                  </a:lnTo>
                  <a:lnTo>
                    <a:pt x="3447333" y="207695"/>
                  </a:lnTo>
                  <a:lnTo>
                    <a:pt x="3448404" y="207207"/>
                  </a:lnTo>
                  <a:lnTo>
                    <a:pt x="3449476" y="206720"/>
                  </a:lnTo>
                  <a:lnTo>
                    <a:pt x="3450548" y="206231"/>
                  </a:lnTo>
                  <a:lnTo>
                    <a:pt x="3451619" y="205743"/>
                  </a:lnTo>
                  <a:lnTo>
                    <a:pt x="3452691" y="205254"/>
                  </a:lnTo>
                  <a:lnTo>
                    <a:pt x="3453762" y="204765"/>
                  </a:lnTo>
                  <a:lnTo>
                    <a:pt x="3454834" y="204275"/>
                  </a:lnTo>
                  <a:lnTo>
                    <a:pt x="3455906" y="203786"/>
                  </a:lnTo>
                  <a:lnTo>
                    <a:pt x="3456977" y="203295"/>
                  </a:lnTo>
                  <a:lnTo>
                    <a:pt x="3458049" y="202805"/>
                  </a:lnTo>
                  <a:lnTo>
                    <a:pt x="3459120" y="202314"/>
                  </a:lnTo>
                  <a:lnTo>
                    <a:pt x="3460192" y="201823"/>
                  </a:lnTo>
                  <a:lnTo>
                    <a:pt x="3461264" y="201332"/>
                  </a:lnTo>
                  <a:lnTo>
                    <a:pt x="3462335" y="200840"/>
                  </a:lnTo>
                  <a:lnTo>
                    <a:pt x="3463407" y="200348"/>
                  </a:lnTo>
                  <a:lnTo>
                    <a:pt x="3464478" y="199856"/>
                  </a:lnTo>
                  <a:lnTo>
                    <a:pt x="3465550" y="199363"/>
                  </a:lnTo>
                  <a:lnTo>
                    <a:pt x="3466622" y="198870"/>
                  </a:lnTo>
                  <a:lnTo>
                    <a:pt x="3467693" y="198377"/>
                  </a:lnTo>
                  <a:lnTo>
                    <a:pt x="3468765" y="197883"/>
                  </a:lnTo>
                  <a:lnTo>
                    <a:pt x="3469836" y="197389"/>
                  </a:lnTo>
                  <a:lnTo>
                    <a:pt x="3470908" y="196895"/>
                  </a:lnTo>
                  <a:lnTo>
                    <a:pt x="3471980" y="196400"/>
                  </a:lnTo>
                  <a:lnTo>
                    <a:pt x="3473051" y="195905"/>
                  </a:lnTo>
                  <a:lnTo>
                    <a:pt x="3474123" y="195410"/>
                  </a:lnTo>
                  <a:lnTo>
                    <a:pt x="3475194" y="194914"/>
                  </a:lnTo>
                  <a:lnTo>
                    <a:pt x="3476266" y="194419"/>
                  </a:lnTo>
                  <a:lnTo>
                    <a:pt x="3477338" y="193922"/>
                  </a:lnTo>
                  <a:lnTo>
                    <a:pt x="3478409" y="193426"/>
                  </a:lnTo>
                  <a:lnTo>
                    <a:pt x="3479481" y="192929"/>
                  </a:lnTo>
                  <a:lnTo>
                    <a:pt x="3480552" y="192432"/>
                  </a:lnTo>
                  <a:lnTo>
                    <a:pt x="3481624" y="191935"/>
                  </a:lnTo>
                  <a:lnTo>
                    <a:pt x="3482696" y="191437"/>
                  </a:lnTo>
                  <a:lnTo>
                    <a:pt x="3483767" y="190939"/>
                  </a:lnTo>
                  <a:lnTo>
                    <a:pt x="3484839" y="190440"/>
                  </a:lnTo>
                  <a:lnTo>
                    <a:pt x="3485910" y="189942"/>
                  </a:lnTo>
                  <a:lnTo>
                    <a:pt x="3486982" y="189443"/>
                  </a:lnTo>
                  <a:lnTo>
                    <a:pt x="3488054" y="188943"/>
                  </a:lnTo>
                  <a:lnTo>
                    <a:pt x="3489125" y="188444"/>
                  </a:lnTo>
                  <a:lnTo>
                    <a:pt x="3490197" y="187944"/>
                  </a:lnTo>
                  <a:lnTo>
                    <a:pt x="3491268" y="187444"/>
                  </a:lnTo>
                  <a:lnTo>
                    <a:pt x="3492340" y="186943"/>
                  </a:lnTo>
                  <a:lnTo>
                    <a:pt x="3493412" y="186442"/>
                  </a:lnTo>
                  <a:lnTo>
                    <a:pt x="3494483" y="185941"/>
                  </a:lnTo>
                  <a:lnTo>
                    <a:pt x="3495555" y="185439"/>
                  </a:lnTo>
                  <a:lnTo>
                    <a:pt x="3496626" y="184938"/>
                  </a:lnTo>
                  <a:lnTo>
                    <a:pt x="3497698" y="184435"/>
                  </a:lnTo>
                  <a:lnTo>
                    <a:pt x="3498770" y="183933"/>
                  </a:lnTo>
                  <a:lnTo>
                    <a:pt x="3499841" y="183430"/>
                  </a:lnTo>
                  <a:lnTo>
                    <a:pt x="3500913" y="182927"/>
                  </a:lnTo>
                  <a:lnTo>
                    <a:pt x="3501984" y="182424"/>
                  </a:lnTo>
                  <a:lnTo>
                    <a:pt x="3503056" y="181920"/>
                  </a:lnTo>
                  <a:lnTo>
                    <a:pt x="3504128" y="181416"/>
                  </a:lnTo>
                  <a:lnTo>
                    <a:pt x="3505199" y="180912"/>
                  </a:lnTo>
                  <a:lnTo>
                    <a:pt x="3506271" y="180407"/>
                  </a:lnTo>
                  <a:lnTo>
                    <a:pt x="3507342" y="179902"/>
                  </a:lnTo>
                  <a:lnTo>
                    <a:pt x="3508414" y="179397"/>
                  </a:lnTo>
                  <a:lnTo>
                    <a:pt x="3509486" y="178891"/>
                  </a:lnTo>
                  <a:lnTo>
                    <a:pt x="3510557" y="178386"/>
                  </a:lnTo>
                  <a:lnTo>
                    <a:pt x="3511629" y="177879"/>
                  </a:lnTo>
                  <a:lnTo>
                    <a:pt x="3512700" y="177373"/>
                  </a:lnTo>
                  <a:lnTo>
                    <a:pt x="3513772" y="176866"/>
                  </a:lnTo>
                  <a:lnTo>
                    <a:pt x="3514844" y="176359"/>
                  </a:lnTo>
                  <a:lnTo>
                    <a:pt x="3515915" y="175852"/>
                  </a:lnTo>
                  <a:lnTo>
                    <a:pt x="3516987" y="175344"/>
                  </a:lnTo>
                  <a:lnTo>
                    <a:pt x="3518058" y="174836"/>
                  </a:lnTo>
                  <a:lnTo>
                    <a:pt x="3519130" y="174328"/>
                  </a:lnTo>
                  <a:lnTo>
                    <a:pt x="3520202" y="173819"/>
                  </a:lnTo>
                  <a:lnTo>
                    <a:pt x="3521273" y="173310"/>
                  </a:lnTo>
                  <a:lnTo>
                    <a:pt x="3522345" y="172801"/>
                  </a:lnTo>
                  <a:lnTo>
                    <a:pt x="3523416" y="172291"/>
                  </a:lnTo>
                  <a:lnTo>
                    <a:pt x="3524488" y="171781"/>
                  </a:lnTo>
                  <a:lnTo>
                    <a:pt x="3525560" y="171271"/>
                  </a:lnTo>
                  <a:lnTo>
                    <a:pt x="3526631" y="170761"/>
                  </a:lnTo>
                  <a:lnTo>
                    <a:pt x="3527703" y="170250"/>
                  </a:lnTo>
                  <a:lnTo>
                    <a:pt x="3528774" y="169739"/>
                  </a:lnTo>
                  <a:lnTo>
                    <a:pt x="3529846" y="169228"/>
                  </a:lnTo>
                  <a:lnTo>
                    <a:pt x="3530918" y="168716"/>
                  </a:lnTo>
                  <a:lnTo>
                    <a:pt x="3531989" y="168204"/>
                  </a:lnTo>
                  <a:lnTo>
                    <a:pt x="3533061" y="167692"/>
                  </a:lnTo>
                  <a:lnTo>
                    <a:pt x="3534132" y="167179"/>
                  </a:lnTo>
                  <a:lnTo>
                    <a:pt x="3535204" y="166666"/>
                  </a:lnTo>
                  <a:lnTo>
                    <a:pt x="3536276" y="166153"/>
                  </a:lnTo>
                  <a:lnTo>
                    <a:pt x="3537347" y="165639"/>
                  </a:lnTo>
                  <a:lnTo>
                    <a:pt x="3538419" y="165126"/>
                  </a:lnTo>
                  <a:lnTo>
                    <a:pt x="3539490" y="164612"/>
                  </a:lnTo>
                  <a:lnTo>
                    <a:pt x="3540562" y="164097"/>
                  </a:lnTo>
                  <a:lnTo>
                    <a:pt x="3541634" y="163582"/>
                  </a:lnTo>
                  <a:lnTo>
                    <a:pt x="3542705" y="163067"/>
                  </a:lnTo>
                  <a:lnTo>
                    <a:pt x="3543777" y="162552"/>
                  </a:lnTo>
                  <a:lnTo>
                    <a:pt x="3544848" y="162036"/>
                  </a:lnTo>
                  <a:lnTo>
                    <a:pt x="3545920" y="161521"/>
                  </a:lnTo>
                  <a:lnTo>
                    <a:pt x="3546992" y="161004"/>
                  </a:lnTo>
                  <a:lnTo>
                    <a:pt x="3548063" y="160488"/>
                  </a:lnTo>
                  <a:lnTo>
                    <a:pt x="3549135" y="159971"/>
                  </a:lnTo>
                  <a:lnTo>
                    <a:pt x="3550206" y="159454"/>
                  </a:lnTo>
                  <a:lnTo>
                    <a:pt x="3551278" y="158936"/>
                  </a:lnTo>
                  <a:lnTo>
                    <a:pt x="3552349" y="158419"/>
                  </a:lnTo>
                  <a:lnTo>
                    <a:pt x="3553421" y="157901"/>
                  </a:lnTo>
                  <a:lnTo>
                    <a:pt x="3554493" y="157382"/>
                  </a:lnTo>
                  <a:lnTo>
                    <a:pt x="3555564" y="156864"/>
                  </a:lnTo>
                  <a:lnTo>
                    <a:pt x="3556636" y="156345"/>
                  </a:lnTo>
                  <a:lnTo>
                    <a:pt x="3557707" y="155826"/>
                  </a:lnTo>
                  <a:lnTo>
                    <a:pt x="3558779" y="155306"/>
                  </a:lnTo>
                  <a:lnTo>
                    <a:pt x="3559851" y="154786"/>
                  </a:lnTo>
                  <a:lnTo>
                    <a:pt x="3560922" y="154266"/>
                  </a:lnTo>
                  <a:lnTo>
                    <a:pt x="3561994" y="153746"/>
                  </a:lnTo>
                  <a:lnTo>
                    <a:pt x="3563065" y="153225"/>
                  </a:lnTo>
                  <a:lnTo>
                    <a:pt x="3564137" y="152704"/>
                  </a:lnTo>
                  <a:lnTo>
                    <a:pt x="3565209" y="152183"/>
                  </a:lnTo>
                  <a:lnTo>
                    <a:pt x="3566280" y="151661"/>
                  </a:lnTo>
                  <a:lnTo>
                    <a:pt x="3567352" y="151139"/>
                  </a:lnTo>
                  <a:lnTo>
                    <a:pt x="3568423" y="150617"/>
                  </a:lnTo>
                  <a:lnTo>
                    <a:pt x="3569495" y="150094"/>
                  </a:lnTo>
                  <a:lnTo>
                    <a:pt x="3570567" y="149572"/>
                  </a:lnTo>
                  <a:lnTo>
                    <a:pt x="3571638" y="149049"/>
                  </a:lnTo>
                  <a:lnTo>
                    <a:pt x="3572710" y="148525"/>
                  </a:lnTo>
                  <a:lnTo>
                    <a:pt x="3573781" y="148002"/>
                  </a:lnTo>
                  <a:lnTo>
                    <a:pt x="3574853" y="147478"/>
                  </a:lnTo>
                  <a:lnTo>
                    <a:pt x="3575925" y="146953"/>
                  </a:lnTo>
                  <a:lnTo>
                    <a:pt x="3576996" y="146429"/>
                  </a:lnTo>
                  <a:lnTo>
                    <a:pt x="3578068" y="145904"/>
                  </a:lnTo>
                  <a:lnTo>
                    <a:pt x="3579139" y="145379"/>
                  </a:lnTo>
                  <a:lnTo>
                    <a:pt x="3580211" y="144853"/>
                  </a:lnTo>
                  <a:lnTo>
                    <a:pt x="3581283" y="144327"/>
                  </a:lnTo>
                  <a:lnTo>
                    <a:pt x="3582354" y="143801"/>
                  </a:lnTo>
                  <a:lnTo>
                    <a:pt x="3583426" y="143275"/>
                  </a:lnTo>
                  <a:lnTo>
                    <a:pt x="3584497" y="142748"/>
                  </a:lnTo>
                  <a:lnTo>
                    <a:pt x="3585569" y="142222"/>
                  </a:lnTo>
                  <a:lnTo>
                    <a:pt x="3586641" y="141694"/>
                  </a:lnTo>
                  <a:lnTo>
                    <a:pt x="3587712" y="141167"/>
                  </a:lnTo>
                  <a:lnTo>
                    <a:pt x="3588784" y="140639"/>
                  </a:lnTo>
                  <a:lnTo>
                    <a:pt x="3589855" y="140111"/>
                  </a:lnTo>
                  <a:lnTo>
                    <a:pt x="3590927" y="139583"/>
                  </a:lnTo>
                  <a:lnTo>
                    <a:pt x="3591999" y="139054"/>
                  </a:lnTo>
                  <a:lnTo>
                    <a:pt x="3593070" y="138525"/>
                  </a:lnTo>
                  <a:lnTo>
                    <a:pt x="3594142" y="137996"/>
                  </a:lnTo>
                  <a:lnTo>
                    <a:pt x="3595213" y="137466"/>
                  </a:lnTo>
                  <a:lnTo>
                    <a:pt x="3596285" y="136936"/>
                  </a:lnTo>
                  <a:lnTo>
                    <a:pt x="3597357" y="136406"/>
                  </a:lnTo>
                  <a:lnTo>
                    <a:pt x="3598428" y="135876"/>
                  </a:lnTo>
                  <a:lnTo>
                    <a:pt x="3599500" y="135345"/>
                  </a:lnTo>
                  <a:lnTo>
                    <a:pt x="3600571" y="134814"/>
                  </a:lnTo>
                  <a:lnTo>
                    <a:pt x="3601643" y="134283"/>
                  </a:lnTo>
                  <a:lnTo>
                    <a:pt x="3602715" y="133751"/>
                  </a:lnTo>
                  <a:lnTo>
                    <a:pt x="3603786" y="133219"/>
                  </a:lnTo>
                  <a:lnTo>
                    <a:pt x="3604858" y="132687"/>
                  </a:lnTo>
                  <a:lnTo>
                    <a:pt x="3605929" y="132155"/>
                  </a:lnTo>
                  <a:lnTo>
                    <a:pt x="3607001" y="131622"/>
                  </a:lnTo>
                  <a:lnTo>
                    <a:pt x="3608073" y="131089"/>
                  </a:lnTo>
                  <a:lnTo>
                    <a:pt x="3609144" y="130556"/>
                  </a:lnTo>
                  <a:lnTo>
                    <a:pt x="3610216" y="130022"/>
                  </a:lnTo>
                  <a:lnTo>
                    <a:pt x="3611287" y="129488"/>
                  </a:lnTo>
                  <a:lnTo>
                    <a:pt x="3612359" y="128954"/>
                  </a:lnTo>
                  <a:lnTo>
                    <a:pt x="3613431" y="128419"/>
                  </a:lnTo>
                  <a:lnTo>
                    <a:pt x="3614502" y="127885"/>
                  </a:lnTo>
                  <a:lnTo>
                    <a:pt x="3615574" y="127350"/>
                  </a:lnTo>
                  <a:lnTo>
                    <a:pt x="3616645" y="126814"/>
                  </a:lnTo>
                  <a:lnTo>
                    <a:pt x="3617717" y="126279"/>
                  </a:lnTo>
                  <a:lnTo>
                    <a:pt x="3618789" y="125743"/>
                  </a:lnTo>
                  <a:lnTo>
                    <a:pt x="3619860" y="125206"/>
                  </a:lnTo>
                  <a:lnTo>
                    <a:pt x="3620932" y="124670"/>
                  </a:lnTo>
                  <a:lnTo>
                    <a:pt x="3622003" y="124133"/>
                  </a:lnTo>
                  <a:lnTo>
                    <a:pt x="3623075" y="123596"/>
                  </a:lnTo>
                  <a:lnTo>
                    <a:pt x="3624147" y="123059"/>
                  </a:lnTo>
                  <a:lnTo>
                    <a:pt x="3625218" y="122521"/>
                  </a:lnTo>
                  <a:lnTo>
                    <a:pt x="3626290" y="121983"/>
                  </a:lnTo>
                  <a:lnTo>
                    <a:pt x="3627361" y="121445"/>
                  </a:lnTo>
                  <a:lnTo>
                    <a:pt x="3628433" y="120907"/>
                  </a:lnTo>
                  <a:lnTo>
                    <a:pt x="3629505" y="120368"/>
                  </a:lnTo>
                  <a:lnTo>
                    <a:pt x="3630576" y="119829"/>
                  </a:lnTo>
                  <a:lnTo>
                    <a:pt x="3631648" y="119289"/>
                  </a:lnTo>
                  <a:lnTo>
                    <a:pt x="3632719" y="118750"/>
                  </a:lnTo>
                  <a:lnTo>
                    <a:pt x="3633791" y="118210"/>
                  </a:lnTo>
                  <a:lnTo>
                    <a:pt x="3634863" y="117670"/>
                  </a:lnTo>
                  <a:lnTo>
                    <a:pt x="3635934" y="117129"/>
                  </a:lnTo>
                  <a:lnTo>
                    <a:pt x="3637006" y="116588"/>
                  </a:lnTo>
                  <a:lnTo>
                    <a:pt x="3638077" y="116047"/>
                  </a:lnTo>
                  <a:lnTo>
                    <a:pt x="3639149" y="115506"/>
                  </a:lnTo>
                  <a:lnTo>
                    <a:pt x="3640221" y="114964"/>
                  </a:lnTo>
                  <a:lnTo>
                    <a:pt x="3641292" y="114423"/>
                  </a:lnTo>
                  <a:lnTo>
                    <a:pt x="3642364" y="113880"/>
                  </a:lnTo>
                  <a:lnTo>
                    <a:pt x="3643435" y="113338"/>
                  </a:lnTo>
                  <a:lnTo>
                    <a:pt x="3644507" y="112795"/>
                  </a:lnTo>
                  <a:lnTo>
                    <a:pt x="3645579" y="112252"/>
                  </a:lnTo>
                  <a:lnTo>
                    <a:pt x="3646650" y="111709"/>
                  </a:lnTo>
                  <a:lnTo>
                    <a:pt x="3647722" y="111165"/>
                  </a:lnTo>
                  <a:lnTo>
                    <a:pt x="3648793" y="110621"/>
                  </a:lnTo>
                  <a:lnTo>
                    <a:pt x="3649865" y="110077"/>
                  </a:lnTo>
                  <a:lnTo>
                    <a:pt x="3650937" y="109533"/>
                  </a:lnTo>
                  <a:lnTo>
                    <a:pt x="3652008" y="108988"/>
                  </a:lnTo>
                  <a:lnTo>
                    <a:pt x="3653080" y="108443"/>
                  </a:lnTo>
                  <a:lnTo>
                    <a:pt x="3654151" y="107898"/>
                  </a:lnTo>
                  <a:lnTo>
                    <a:pt x="3655223" y="107352"/>
                  </a:lnTo>
                  <a:lnTo>
                    <a:pt x="3656295" y="106806"/>
                  </a:lnTo>
                  <a:lnTo>
                    <a:pt x="3657366" y="106260"/>
                  </a:lnTo>
                  <a:lnTo>
                    <a:pt x="3658438" y="105714"/>
                  </a:lnTo>
                  <a:lnTo>
                    <a:pt x="3659509" y="105167"/>
                  </a:lnTo>
                  <a:lnTo>
                    <a:pt x="3660581" y="104620"/>
                  </a:lnTo>
                  <a:lnTo>
                    <a:pt x="3661653" y="104073"/>
                  </a:lnTo>
                  <a:lnTo>
                    <a:pt x="3662724" y="103525"/>
                  </a:lnTo>
                  <a:lnTo>
                    <a:pt x="3663796" y="102978"/>
                  </a:lnTo>
                  <a:lnTo>
                    <a:pt x="3664867" y="102430"/>
                  </a:lnTo>
                  <a:lnTo>
                    <a:pt x="3665939" y="101881"/>
                  </a:lnTo>
                  <a:lnTo>
                    <a:pt x="3667011" y="101333"/>
                  </a:lnTo>
                  <a:lnTo>
                    <a:pt x="3668082" y="100784"/>
                  </a:lnTo>
                  <a:lnTo>
                    <a:pt x="3669154" y="100235"/>
                  </a:lnTo>
                  <a:lnTo>
                    <a:pt x="3670225" y="99685"/>
                  </a:lnTo>
                  <a:lnTo>
                    <a:pt x="3671297" y="99135"/>
                  </a:lnTo>
                  <a:lnTo>
                    <a:pt x="3672369" y="98585"/>
                  </a:lnTo>
                  <a:lnTo>
                    <a:pt x="3673440" y="98035"/>
                  </a:lnTo>
                  <a:lnTo>
                    <a:pt x="3674512" y="97484"/>
                  </a:lnTo>
                  <a:lnTo>
                    <a:pt x="3675583" y="96934"/>
                  </a:lnTo>
                  <a:lnTo>
                    <a:pt x="3676655" y="96383"/>
                  </a:lnTo>
                  <a:lnTo>
                    <a:pt x="3677727" y="95831"/>
                  </a:lnTo>
                  <a:lnTo>
                    <a:pt x="3678798" y="95279"/>
                  </a:lnTo>
                  <a:lnTo>
                    <a:pt x="3679870" y="94727"/>
                  </a:lnTo>
                  <a:lnTo>
                    <a:pt x="3680941" y="94175"/>
                  </a:lnTo>
                  <a:lnTo>
                    <a:pt x="3682013" y="93623"/>
                  </a:lnTo>
                  <a:lnTo>
                    <a:pt x="3683085" y="93070"/>
                  </a:lnTo>
                  <a:lnTo>
                    <a:pt x="3684156" y="92517"/>
                  </a:lnTo>
                  <a:lnTo>
                    <a:pt x="3685228" y="91964"/>
                  </a:lnTo>
                  <a:lnTo>
                    <a:pt x="3686299" y="91410"/>
                  </a:lnTo>
                  <a:lnTo>
                    <a:pt x="3687371" y="90856"/>
                  </a:lnTo>
                  <a:lnTo>
                    <a:pt x="3688443" y="90302"/>
                  </a:lnTo>
                  <a:lnTo>
                    <a:pt x="3689514" y="89748"/>
                  </a:lnTo>
                  <a:lnTo>
                    <a:pt x="3690586" y="89193"/>
                  </a:lnTo>
                  <a:lnTo>
                    <a:pt x="3691657" y="88638"/>
                  </a:lnTo>
                  <a:lnTo>
                    <a:pt x="3692729" y="88083"/>
                  </a:lnTo>
                  <a:lnTo>
                    <a:pt x="3693801" y="87527"/>
                  </a:lnTo>
                  <a:lnTo>
                    <a:pt x="3694872" y="86971"/>
                  </a:lnTo>
                  <a:lnTo>
                    <a:pt x="3695944" y="86415"/>
                  </a:lnTo>
                  <a:lnTo>
                    <a:pt x="3697015" y="85859"/>
                  </a:lnTo>
                  <a:lnTo>
                    <a:pt x="3698087" y="85302"/>
                  </a:lnTo>
                  <a:lnTo>
                    <a:pt x="3699159" y="84745"/>
                  </a:lnTo>
                  <a:lnTo>
                    <a:pt x="3700230" y="84188"/>
                  </a:lnTo>
                  <a:lnTo>
                    <a:pt x="3701302" y="83631"/>
                  </a:lnTo>
                  <a:lnTo>
                    <a:pt x="3702373" y="83073"/>
                  </a:lnTo>
                  <a:lnTo>
                    <a:pt x="3703445" y="82515"/>
                  </a:lnTo>
                  <a:lnTo>
                    <a:pt x="3704517" y="81957"/>
                  </a:lnTo>
                  <a:lnTo>
                    <a:pt x="3705588" y="81398"/>
                  </a:lnTo>
                  <a:lnTo>
                    <a:pt x="3706660" y="80839"/>
                  </a:lnTo>
                  <a:lnTo>
                    <a:pt x="3707731" y="80280"/>
                  </a:lnTo>
                  <a:lnTo>
                    <a:pt x="3708803" y="79721"/>
                  </a:lnTo>
                  <a:lnTo>
                    <a:pt x="3709875" y="79161"/>
                  </a:lnTo>
                  <a:lnTo>
                    <a:pt x="3710946" y="78602"/>
                  </a:lnTo>
                  <a:lnTo>
                    <a:pt x="3712018" y="78041"/>
                  </a:lnTo>
                  <a:lnTo>
                    <a:pt x="3713089" y="77481"/>
                  </a:lnTo>
                  <a:lnTo>
                    <a:pt x="3714161" y="76920"/>
                  </a:lnTo>
                  <a:lnTo>
                    <a:pt x="3715233" y="76359"/>
                  </a:lnTo>
                  <a:lnTo>
                    <a:pt x="3716304" y="75798"/>
                  </a:lnTo>
                  <a:lnTo>
                    <a:pt x="3717376" y="75237"/>
                  </a:lnTo>
                  <a:lnTo>
                    <a:pt x="3718447" y="74675"/>
                  </a:lnTo>
                  <a:lnTo>
                    <a:pt x="3719519" y="74113"/>
                  </a:lnTo>
                  <a:lnTo>
                    <a:pt x="3720591" y="73550"/>
                  </a:lnTo>
                  <a:lnTo>
                    <a:pt x="3721662" y="72988"/>
                  </a:lnTo>
                  <a:lnTo>
                    <a:pt x="3722734" y="72425"/>
                  </a:lnTo>
                  <a:lnTo>
                    <a:pt x="3723805" y="71862"/>
                  </a:lnTo>
                  <a:lnTo>
                    <a:pt x="3724877" y="71298"/>
                  </a:lnTo>
                  <a:lnTo>
                    <a:pt x="3725949" y="70735"/>
                  </a:lnTo>
                  <a:lnTo>
                    <a:pt x="3727020" y="70171"/>
                  </a:lnTo>
                  <a:lnTo>
                    <a:pt x="3728092" y="69607"/>
                  </a:lnTo>
                  <a:lnTo>
                    <a:pt x="3729163" y="69042"/>
                  </a:lnTo>
                  <a:lnTo>
                    <a:pt x="3730235" y="68477"/>
                  </a:lnTo>
                  <a:lnTo>
                    <a:pt x="3731306" y="67912"/>
                  </a:lnTo>
                  <a:lnTo>
                    <a:pt x="3732378" y="67347"/>
                  </a:lnTo>
                  <a:lnTo>
                    <a:pt x="3733450" y="66782"/>
                  </a:lnTo>
                  <a:lnTo>
                    <a:pt x="3734521" y="66216"/>
                  </a:lnTo>
                  <a:lnTo>
                    <a:pt x="3735593" y="65650"/>
                  </a:lnTo>
                  <a:lnTo>
                    <a:pt x="3736664" y="65083"/>
                  </a:lnTo>
                  <a:lnTo>
                    <a:pt x="3737736" y="64517"/>
                  </a:lnTo>
                  <a:lnTo>
                    <a:pt x="3738808" y="63950"/>
                  </a:lnTo>
                  <a:lnTo>
                    <a:pt x="3739879" y="63383"/>
                  </a:lnTo>
                  <a:lnTo>
                    <a:pt x="3740951" y="62815"/>
                  </a:lnTo>
                  <a:lnTo>
                    <a:pt x="3742022" y="62248"/>
                  </a:lnTo>
                  <a:lnTo>
                    <a:pt x="3743094" y="61680"/>
                  </a:lnTo>
                  <a:lnTo>
                    <a:pt x="3744166" y="61112"/>
                  </a:lnTo>
                  <a:lnTo>
                    <a:pt x="3745237" y="60543"/>
                  </a:lnTo>
                  <a:lnTo>
                    <a:pt x="3746309" y="59974"/>
                  </a:lnTo>
                  <a:lnTo>
                    <a:pt x="3747380" y="59405"/>
                  </a:lnTo>
                  <a:lnTo>
                    <a:pt x="3748452" y="58836"/>
                  </a:lnTo>
                  <a:lnTo>
                    <a:pt x="3749524" y="58267"/>
                  </a:lnTo>
                  <a:lnTo>
                    <a:pt x="3750595" y="57697"/>
                  </a:lnTo>
                  <a:lnTo>
                    <a:pt x="3751667" y="57127"/>
                  </a:lnTo>
                  <a:lnTo>
                    <a:pt x="3752738" y="56556"/>
                  </a:lnTo>
                  <a:lnTo>
                    <a:pt x="3753810" y="55986"/>
                  </a:lnTo>
                  <a:lnTo>
                    <a:pt x="3754882" y="55415"/>
                  </a:lnTo>
                  <a:lnTo>
                    <a:pt x="3755953" y="54844"/>
                  </a:lnTo>
                  <a:lnTo>
                    <a:pt x="3757025" y="54272"/>
                  </a:lnTo>
                  <a:lnTo>
                    <a:pt x="3758096" y="53701"/>
                  </a:lnTo>
                  <a:lnTo>
                    <a:pt x="3759168" y="53129"/>
                  </a:lnTo>
                  <a:lnTo>
                    <a:pt x="3760240" y="52557"/>
                  </a:lnTo>
                  <a:lnTo>
                    <a:pt x="3761311" y="51984"/>
                  </a:lnTo>
                  <a:lnTo>
                    <a:pt x="3762383" y="51412"/>
                  </a:lnTo>
                  <a:lnTo>
                    <a:pt x="3763454" y="50839"/>
                  </a:lnTo>
                  <a:lnTo>
                    <a:pt x="3764526" y="50265"/>
                  </a:lnTo>
                  <a:lnTo>
                    <a:pt x="3765598" y="49692"/>
                  </a:lnTo>
                  <a:lnTo>
                    <a:pt x="3766669" y="49118"/>
                  </a:lnTo>
                  <a:lnTo>
                    <a:pt x="3767741" y="48544"/>
                  </a:lnTo>
                  <a:lnTo>
                    <a:pt x="3768812" y="47970"/>
                  </a:lnTo>
                  <a:lnTo>
                    <a:pt x="3769884" y="47395"/>
                  </a:lnTo>
                  <a:lnTo>
                    <a:pt x="3770956" y="46820"/>
                  </a:lnTo>
                  <a:lnTo>
                    <a:pt x="3772027" y="46245"/>
                  </a:lnTo>
                  <a:lnTo>
                    <a:pt x="3773099" y="45670"/>
                  </a:lnTo>
                  <a:lnTo>
                    <a:pt x="3774170" y="45095"/>
                  </a:lnTo>
                  <a:lnTo>
                    <a:pt x="3775242" y="44519"/>
                  </a:lnTo>
                  <a:lnTo>
                    <a:pt x="3776314" y="43943"/>
                  </a:lnTo>
                  <a:lnTo>
                    <a:pt x="3777385" y="43366"/>
                  </a:lnTo>
                  <a:lnTo>
                    <a:pt x="3778457" y="42790"/>
                  </a:lnTo>
                  <a:lnTo>
                    <a:pt x="3779528" y="42213"/>
                  </a:lnTo>
                  <a:lnTo>
                    <a:pt x="3780600" y="41635"/>
                  </a:lnTo>
                  <a:lnTo>
                    <a:pt x="3781672" y="41058"/>
                  </a:lnTo>
                  <a:lnTo>
                    <a:pt x="3782743" y="40480"/>
                  </a:lnTo>
                  <a:lnTo>
                    <a:pt x="3783815" y="39902"/>
                  </a:lnTo>
                  <a:lnTo>
                    <a:pt x="3784886" y="39324"/>
                  </a:lnTo>
                  <a:lnTo>
                    <a:pt x="3785958" y="38746"/>
                  </a:lnTo>
                  <a:lnTo>
                    <a:pt x="3787030" y="38167"/>
                  </a:lnTo>
                  <a:lnTo>
                    <a:pt x="3788101" y="37588"/>
                  </a:lnTo>
                  <a:lnTo>
                    <a:pt x="3789173" y="37009"/>
                  </a:lnTo>
                  <a:lnTo>
                    <a:pt x="3790244" y="36429"/>
                  </a:lnTo>
                  <a:lnTo>
                    <a:pt x="3791316" y="35850"/>
                  </a:lnTo>
                  <a:lnTo>
                    <a:pt x="3792388" y="35270"/>
                  </a:lnTo>
                  <a:lnTo>
                    <a:pt x="3793459" y="34689"/>
                  </a:lnTo>
                  <a:lnTo>
                    <a:pt x="3794531" y="34109"/>
                  </a:lnTo>
                  <a:lnTo>
                    <a:pt x="3795602" y="33528"/>
                  </a:lnTo>
                  <a:lnTo>
                    <a:pt x="3796674" y="32947"/>
                  </a:lnTo>
                  <a:lnTo>
                    <a:pt x="3797746" y="32366"/>
                  </a:lnTo>
                  <a:lnTo>
                    <a:pt x="3798817" y="31784"/>
                  </a:lnTo>
                  <a:lnTo>
                    <a:pt x="3799889" y="31202"/>
                  </a:lnTo>
                  <a:lnTo>
                    <a:pt x="3800960" y="30620"/>
                  </a:lnTo>
                  <a:lnTo>
                    <a:pt x="3802032" y="30038"/>
                  </a:lnTo>
                  <a:lnTo>
                    <a:pt x="3803104" y="29455"/>
                  </a:lnTo>
                  <a:lnTo>
                    <a:pt x="3804175" y="28872"/>
                  </a:lnTo>
                  <a:lnTo>
                    <a:pt x="3805247" y="28289"/>
                  </a:lnTo>
                  <a:lnTo>
                    <a:pt x="3806318" y="27706"/>
                  </a:lnTo>
                  <a:lnTo>
                    <a:pt x="3807390" y="27122"/>
                  </a:lnTo>
                  <a:lnTo>
                    <a:pt x="3808462" y="26538"/>
                  </a:lnTo>
                  <a:lnTo>
                    <a:pt x="3809533" y="25954"/>
                  </a:lnTo>
                  <a:lnTo>
                    <a:pt x="3810605" y="25370"/>
                  </a:lnTo>
                  <a:lnTo>
                    <a:pt x="3811676" y="24785"/>
                  </a:lnTo>
                  <a:lnTo>
                    <a:pt x="3812748" y="24200"/>
                  </a:lnTo>
                  <a:lnTo>
                    <a:pt x="3813820" y="23615"/>
                  </a:lnTo>
                  <a:lnTo>
                    <a:pt x="3814891" y="23030"/>
                  </a:lnTo>
                  <a:lnTo>
                    <a:pt x="3815963" y="22444"/>
                  </a:lnTo>
                  <a:lnTo>
                    <a:pt x="3817034" y="21858"/>
                  </a:lnTo>
                  <a:lnTo>
                    <a:pt x="3818106" y="21272"/>
                  </a:lnTo>
                  <a:lnTo>
                    <a:pt x="3819178" y="20685"/>
                  </a:lnTo>
                  <a:lnTo>
                    <a:pt x="3820249" y="20099"/>
                  </a:lnTo>
                  <a:lnTo>
                    <a:pt x="3821321" y="19512"/>
                  </a:lnTo>
                  <a:lnTo>
                    <a:pt x="3822392" y="18924"/>
                  </a:lnTo>
                  <a:lnTo>
                    <a:pt x="3823464" y="18337"/>
                  </a:lnTo>
                  <a:lnTo>
                    <a:pt x="3824536" y="17749"/>
                  </a:lnTo>
                  <a:lnTo>
                    <a:pt x="3825607" y="17161"/>
                  </a:lnTo>
                  <a:lnTo>
                    <a:pt x="3826679" y="16573"/>
                  </a:lnTo>
                  <a:lnTo>
                    <a:pt x="3827750" y="15985"/>
                  </a:lnTo>
                  <a:lnTo>
                    <a:pt x="3828822" y="15396"/>
                  </a:lnTo>
                  <a:lnTo>
                    <a:pt x="3829894" y="14807"/>
                  </a:lnTo>
                  <a:lnTo>
                    <a:pt x="3830965" y="14218"/>
                  </a:lnTo>
                  <a:lnTo>
                    <a:pt x="3832037" y="13628"/>
                  </a:lnTo>
                  <a:lnTo>
                    <a:pt x="3833108" y="13038"/>
                  </a:lnTo>
                  <a:lnTo>
                    <a:pt x="3834180" y="12448"/>
                  </a:lnTo>
                  <a:lnTo>
                    <a:pt x="3835252" y="11858"/>
                  </a:lnTo>
                  <a:lnTo>
                    <a:pt x="3836323" y="11268"/>
                  </a:lnTo>
                  <a:lnTo>
                    <a:pt x="3837395" y="10677"/>
                  </a:lnTo>
                  <a:lnTo>
                    <a:pt x="3838466" y="10086"/>
                  </a:lnTo>
                  <a:lnTo>
                    <a:pt x="3839538" y="9494"/>
                  </a:lnTo>
                  <a:lnTo>
                    <a:pt x="3840610" y="8903"/>
                  </a:lnTo>
                  <a:lnTo>
                    <a:pt x="3841681" y="8311"/>
                  </a:lnTo>
                  <a:lnTo>
                    <a:pt x="3842753" y="7719"/>
                  </a:lnTo>
                  <a:lnTo>
                    <a:pt x="3843824" y="7127"/>
                  </a:lnTo>
                  <a:lnTo>
                    <a:pt x="3844896" y="6534"/>
                  </a:lnTo>
                  <a:lnTo>
                    <a:pt x="3845968" y="5941"/>
                  </a:lnTo>
                  <a:lnTo>
                    <a:pt x="3847039" y="5348"/>
                  </a:lnTo>
                  <a:lnTo>
                    <a:pt x="3848111" y="4755"/>
                  </a:lnTo>
                  <a:lnTo>
                    <a:pt x="3849182" y="4161"/>
                  </a:lnTo>
                  <a:lnTo>
                    <a:pt x="3850254" y="3568"/>
                  </a:lnTo>
                  <a:lnTo>
                    <a:pt x="3851326" y="2974"/>
                  </a:lnTo>
                  <a:lnTo>
                    <a:pt x="3852397" y="2379"/>
                  </a:lnTo>
                  <a:lnTo>
                    <a:pt x="3853469" y="1785"/>
                  </a:lnTo>
                  <a:lnTo>
                    <a:pt x="3854540" y="1190"/>
                  </a:lnTo>
                  <a:lnTo>
                    <a:pt x="3855612" y="595"/>
                  </a:lnTo>
                  <a:lnTo>
                    <a:pt x="3856684" y="0"/>
                  </a:lnTo>
                  <a:lnTo>
                    <a:pt x="3856684" y="559927"/>
                  </a:lnTo>
                  <a:lnTo>
                    <a:pt x="3855612" y="560065"/>
                  </a:lnTo>
                  <a:lnTo>
                    <a:pt x="3854540" y="560202"/>
                  </a:lnTo>
                  <a:lnTo>
                    <a:pt x="3853469" y="560339"/>
                  </a:lnTo>
                  <a:lnTo>
                    <a:pt x="3852397" y="560477"/>
                  </a:lnTo>
                  <a:lnTo>
                    <a:pt x="3851326" y="560614"/>
                  </a:lnTo>
                  <a:lnTo>
                    <a:pt x="3850254" y="560752"/>
                  </a:lnTo>
                  <a:lnTo>
                    <a:pt x="3849182" y="560890"/>
                  </a:lnTo>
                  <a:lnTo>
                    <a:pt x="3848111" y="561028"/>
                  </a:lnTo>
                  <a:lnTo>
                    <a:pt x="3847039" y="561165"/>
                  </a:lnTo>
                  <a:lnTo>
                    <a:pt x="3845968" y="561303"/>
                  </a:lnTo>
                  <a:lnTo>
                    <a:pt x="3844896" y="561442"/>
                  </a:lnTo>
                  <a:lnTo>
                    <a:pt x="3843824" y="561580"/>
                  </a:lnTo>
                  <a:lnTo>
                    <a:pt x="3842753" y="561718"/>
                  </a:lnTo>
                  <a:lnTo>
                    <a:pt x="3841681" y="561856"/>
                  </a:lnTo>
                  <a:lnTo>
                    <a:pt x="3840610" y="561995"/>
                  </a:lnTo>
                  <a:lnTo>
                    <a:pt x="3839538" y="562133"/>
                  </a:lnTo>
                  <a:lnTo>
                    <a:pt x="3838466" y="562272"/>
                  </a:lnTo>
                  <a:lnTo>
                    <a:pt x="3837395" y="562410"/>
                  </a:lnTo>
                  <a:lnTo>
                    <a:pt x="3836323" y="562549"/>
                  </a:lnTo>
                  <a:lnTo>
                    <a:pt x="3835252" y="562688"/>
                  </a:lnTo>
                  <a:lnTo>
                    <a:pt x="3834180" y="562827"/>
                  </a:lnTo>
                  <a:lnTo>
                    <a:pt x="3833108" y="562966"/>
                  </a:lnTo>
                  <a:lnTo>
                    <a:pt x="3832037" y="563105"/>
                  </a:lnTo>
                  <a:lnTo>
                    <a:pt x="3830965" y="563244"/>
                  </a:lnTo>
                  <a:lnTo>
                    <a:pt x="3829894" y="563383"/>
                  </a:lnTo>
                  <a:lnTo>
                    <a:pt x="3828822" y="563523"/>
                  </a:lnTo>
                  <a:lnTo>
                    <a:pt x="3827750" y="563662"/>
                  </a:lnTo>
                  <a:lnTo>
                    <a:pt x="3826679" y="563801"/>
                  </a:lnTo>
                  <a:lnTo>
                    <a:pt x="3825607" y="563941"/>
                  </a:lnTo>
                  <a:lnTo>
                    <a:pt x="3824536" y="564081"/>
                  </a:lnTo>
                  <a:lnTo>
                    <a:pt x="3823464" y="564221"/>
                  </a:lnTo>
                  <a:lnTo>
                    <a:pt x="3822392" y="564360"/>
                  </a:lnTo>
                  <a:lnTo>
                    <a:pt x="3821321" y="564500"/>
                  </a:lnTo>
                  <a:lnTo>
                    <a:pt x="3820249" y="564640"/>
                  </a:lnTo>
                  <a:lnTo>
                    <a:pt x="3819178" y="564780"/>
                  </a:lnTo>
                  <a:lnTo>
                    <a:pt x="3818106" y="564921"/>
                  </a:lnTo>
                  <a:lnTo>
                    <a:pt x="3817034" y="565061"/>
                  </a:lnTo>
                  <a:lnTo>
                    <a:pt x="3815963" y="565201"/>
                  </a:lnTo>
                  <a:lnTo>
                    <a:pt x="3814891" y="565342"/>
                  </a:lnTo>
                  <a:lnTo>
                    <a:pt x="3813820" y="565482"/>
                  </a:lnTo>
                  <a:lnTo>
                    <a:pt x="3812748" y="565623"/>
                  </a:lnTo>
                  <a:lnTo>
                    <a:pt x="3811676" y="565764"/>
                  </a:lnTo>
                  <a:lnTo>
                    <a:pt x="3810605" y="565904"/>
                  </a:lnTo>
                  <a:lnTo>
                    <a:pt x="3809533" y="566045"/>
                  </a:lnTo>
                  <a:lnTo>
                    <a:pt x="3808462" y="566186"/>
                  </a:lnTo>
                  <a:lnTo>
                    <a:pt x="3807390" y="566327"/>
                  </a:lnTo>
                  <a:lnTo>
                    <a:pt x="3806318" y="566469"/>
                  </a:lnTo>
                  <a:lnTo>
                    <a:pt x="3805247" y="566610"/>
                  </a:lnTo>
                  <a:lnTo>
                    <a:pt x="3804175" y="566751"/>
                  </a:lnTo>
                  <a:lnTo>
                    <a:pt x="3803104" y="566893"/>
                  </a:lnTo>
                  <a:lnTo>
                    <a:pt x="3802032" y="567034"/>
                  </a:lnTo>
                  <a:lnTo>
                    <a:pt x="3800960" y="567176"/>
                  </a:lnTo>
                  <a:lnTo>
                    <a:pt x="3799889" y="567317"/>
                  </a:lnTo>
                  <a:lnTo>
                    <a:pt x="3798817" y="567459"/>
                  </a:lnTo>
                  <a:lnTo>
                    <a:pt x="3797746" y="567601"/>
                  </a:lnTo>
                  <a:lnTo>
                    <a:pt x="3796674" y="567743"/>
                  </a:lnTo>
                  <a:lnTo>
                    <a:pt x="3795602" y="567885"/>
                  </a:lnTo>
                  <a:lnTo>
                    <a:pt x="3794531" y="568027"/>
                  </a:lnTo>
                  <a:lnTo>
                    <a:pt x="3793459" y="568170"/>
                  </a:lnTo>
                  <a:lnTo>
                    <a:pt x="3792388" y="568312"/>
                  </a:lnTo>
                  <a:lnTo>
                    <a:pt x="3791316" y="568454"/>
                  </a:lnTo>
                  <a:lnTo>
                    <a:pt x="3790244" y="568597"/>
                  </a:lnTo>
                  <a:lnTo>
                    <a:pt x="3789173" y="568739"/>
                  </a:lnTo>
                  <a:lnTo>
                    <a:pt x="3788101" y="568882"/>
                  </a:lnTo>
                  <a:lnTo>
                    <a:pt x="3787030" y="569025"/>
                  </a:lnTo>
                  <a:lnTo>
                    <a:pt x="3785958" y="569168"/>
                  </a:lnTo>
                  <a:lnTo>
                    <a:pt x="3784886" y="569311"/>
                  </a:lnTo>
                  <a:lnTo>
                    <a:pt x="3783815" y="569454"/>
                  </a:lnTo>
                  <a:lnTo>
                    <a:pt x="3782743" y="569597"/>
                  </a:lnTo>
                  <a:lnTo>
                    <a:pt x="3781672" y="569740"/>
                  </a:lnTo>
                  <a:lnTo>
                    <a:pt x="3780600" y="569884"/>
                  </a:lnTo>
                  <a:lnTo>
                    <a:pt x="3779528" y="570027"/>
                  </a:lnTo>
                  <a:lnTo>
                    <a:pt x="3778457" y="570171"/>
                  </a:lnTo>
                  <a:lnTo>
                    <a:pt x="3777385" y="570314"/>
                  </a:lnTo>
                  <a:lnTo>
                    <a:pt x="3776314" y="570458"/>
                  </a:lnTo>
                  <a:lnTo>
                    <a:pt x="3775242" y="570602"/>
                  </a:lnTo>
                  <a:lnTo>
                    <a:pt x="3774170" y="570746"/>
                  </a:lnTo>
                  <a:lnTo>
                    <a:pt x="3773099" y="570890"/>
                  </a:lnTo>
                  <a:lnTo>
                    <a:pt x="3772027" y="571034"/>
                  </a:lnTo>
                  <a:lnTo>
                    <a:pt x="3770956" y="571178"/>
                  </a:lnTo>
                  <a:lnTo>
                    <a:pt x="3769884" y="571323"/>
                  </a:lnTo>
                  <a:lnTo>
                    <a:pt x="3768812" y="571467"/>
                  </a:lnTo>
                  <a:lnTo>
                    <a:pt x="3767741" y="571611"/>
                  </a:lnTo>
                  <a:lnTo>
                    <a:pt x="3766669" y="571756"/>
                  </a:lnTo>
                  <a:lnTo>
                    <a:pt x="3765598" y="571901"/>
                  </a:lnTo>
                  <a:lnTo>
                    <a:pt x="3764526" y="572046"/>
                  </a:lnTo>
                  <a:lnTo>
                    <a:pt x="3763454" y="572190"/>
                  </a:lnTo>
                  <a:lnTo>
                    <a:pt x="3762383" y="572335"/>
                  </a:lnTo>
                  <a:lnTo>
                    <a:pt x="3761311" y="572481"/>
                  </a:lnTo>
                  <a:lnTo>
                    <a:pt x="3760240" y="572626"/>
                  </a:lnTo>
                  <a:lnTo>
                    <a:pt x="3759168" y="572771"/>
                  </a:lnTo>
                  <a:lnTo>
                    <a:pt x="3758096" y="572916"/>
                  </a:lnTo>
                  <a:lnTo>
                    <a:pt x="3757025" y="573062"/>
                  </a:lnTo>
                  <a:lnTo>
                    <a:pt x="3755953" y="573207"/>
                  </a:lnTo>
                  <a:lnTo>
                    <a:pt x="3754882" y="573353"/>
                  </a:lnTo>
                  <a:lnTo>
                    <a:pt x="3753810" y="573499"/>
                  </a:lnTo>
                  <a:lnTo>
                    <a:pt x="3752738" y="573645"/>
                  </a:lnTo>
                  <a:lnTo>
                    <a:pt x="3751667" y="573791"/>
                  </a:lnTo>
                  <a:lnTo>
                    <a:pt x="3750595" y="573937"/>
                  </a:lnTo>
                  <a:lnTo>
                    <a:pt x="3749524" y="574083"/>
                  </a:lnTo>
                  <a:lnTo>
                    <a:pt x="3748452" y="574229"/>
                  </a:lnTo>
                  <a:lnTo>
                    <a:pt x="3747380" y="574375"/>
                  </a:lnTo>
                  <a:lnTo>
                    <a:pt x="3746309" y="574522"/>
                  </a:lnTo>
                  <a:lnTo>
                    <a:pt x="3745237" y="574668"/>
                  </a:lnTo>
                  <a:lnTo>
                    <a:pt x="3744166" y="574815"/>
                  </a:lnTo>
                  <a:lnTo>
                    <a:pt x="3743094" y="574962"/>
                  </a:lnTo>
                  <a:lnTo>
                    <a:pt x="3742022" y="575109"/>
                  </a:lnTo>
                  <a:lnTo>
                    <a:pt x="3740951" y="575256"/>
                  </a:lnTo>
                  <a:lnTo>
                    <a:pt x="3739879" y="575403"/>
                  </a:lnTo>
                  <a:lnTo>
                    <a:pt x="3738808" y="575550"/>
                  </a:lnTo>
                  <a:lnTo>
                    <a:pt x="3737736" y="575697"/>
                  </a:lnTo>
                  <a:lnTo>
                    <a:pt x="3736664" y="575845"/>
                  </a:lnTo>
                  <a:lnTo>
                    <a:pt x="3735593" y="575992"/>
                  </a:lnTo>
                  <a:lnTo>
                    <a:pt x="3734521" y="576140"/>
                  </a:lnTo>
                  <a:lnTo>
                    <a:pt x="3733450" y="576287"/>
                  </a:lnTo>
                  <a:lnTo>
                    <a:pt x="3732378" y="576435"/>
                  </a:lnTo>
                  <a:lnTo>
                    <a:pt x="3731306" y="576583"/>
                  </a:lnTo>
                  <a:lnTo>
                    <a:pt x="3730235" y="576731"/>
                  </a:lnTo>
                  <a:lnTo>
                    <a:pt x="3729163" y="576879"/>
                  </a:lnTo>
                  <a:lnTo>
                    <a:pt x="3728092" y="577027"/>
                  </a:lnTo>
                  <a:lnTo>
                    <a:pt x="3727020" y="577175"/>
                  </a:lnTo>
                  <a:lnTo>
                    <a:pt x="3725949" y="577324"/>
                  </a:lnTo>
                  <a:lnTo>
                    <a:pt x="3724877" y="577472"/>
                  </a:lnTo>
                  <a:lnTo>
                    <a:pt x="3723805" y="577621"/>
                  </a:lnTo>
                  <a:lnTo>
                    <a:pt x="3722734" y="577770"/>
                  </a:lnTo>
                  <a:lnTo>
                    <a:pt x="3721662" y="577918"/>
                  </a:lnTo>
                  <a:lnTo>
                    <a:pt x="3720591" y="578067"/>
                  </a:lnTo>
                  <a:lnTo>
                    <a:pt x="3719519" y="578216"/>
                  </a:lnTo>
                  <a:lnTo>
                    <a:pt x="3718447" y="578365"/>
                  </a:lnTo>
                  <a:lnTo>
                    <a:pt x="3717376" y="578515"/>
                  </a:lnTo>
                  <a:lnTo>
                    <a:pt x="3716304" y="578664"/>
                  </a:lnTo>
                  <a:lnTo>
                    <a:pt x="3715233" y="578813"/>
                  </a:lnTo>
                  <a:lnTo>
                    <a:pt x="3714161" y="578963"/>
                  </a:lnTo>
                  <a:lnTo>
                    <a:pt x="3713089" y="579113"/>
                  </a:lnTo>
                  <a:lnTo>
                    <a:pt x="3712018" y="579262"/>
                  </a:lnTo>
                  <a:lnTo>
                    <a:pt x="3710946" y="579412"/>
                  </a:lnTo>
                  <a:lnTo>
                    <a:pt x="3709875" y="579562"/>
                  </a:lnTo>
                  <a:lnTo>
                    <a:pt x="3708803" y="579712"/>
                  </a:lnTo>
                  <a:lnTo>
                    <a:pt x="3707731" y="579862"/>
                  </a:lnTo>
                  <a:lnTo>
                    <a:pt x="3706660" y="580013"/>
                  </a:lnTo>
                  <a:lnTo>
                    <a:pt x="3705588" y="580163"/>
                  </a:lnTo>
                  <a:lnTo>
                    <a:pt x="3704517" y="580314"/>
                  </a:lnTo>
                  <a:lnTo>
                    <a:pt x="3703445" y="580464"/>
                  </a:lnTo>
                  <a:lnTo>
                    <a:pt x="3702373" y="580615"/>
                  </a:lnTo>
                  <a:lnTo>
                    <a:pt x="3701302" y="580766"/>
                  </a:lnTo>
                  <a:lnTo>
                    <a:pt x="3700230" y="580917"/>
                  </a:lnTo>
                  <a:lnTo>
                    <a:pt x="3699159" y="581068"/>
                  </a:lnTo>
                  <a:lnTo>
                    <a:pt x="3698087" y="581219"/>
                  </a:lnTo>
                  <a:lnTo>
                    <a:pt x="3697015" y="581370"/>
                  </a:lnTo>
                  <a:lnTo>
                    <a:pt x="3695944" y="581522"/>
                  </a:lnTo>
                  <a:lnTo>
                    <a:pt x="3694872" y="581673"/>
                  </a:lnTo>
                  <a:lnTo>
                    <a:pt x="3693801" y="581825"/>
                  </a:lnTo>
                  <a:lnTo>
                    <a:pt x="3692729" y="581976"/>
                  </a:lnTo>
                  <a:lnTo>
                    <a:pt x="3691657" y="582128"/>
                  </a:lnTo>
                  <a:lnTo>
                    <a:pt x="3690586" y="582280"/>
                  </a:lnTo>
                  <a:lnTo>
                    <a:pt x="3689514" y="582432"/>
                  </a:lnTo>
                  <a:lnTo>
                    <a:pt x="3688443" y="582584"/>
                  </a:lnTo>
                  <a:lnTo>
                    <a:pt x="3687371" y="582737"/>
                  </a:lnTo>
                  <a:lnTo>
                    <a:pt x="3686299" y="582889"/>
                  </a:lnTo>
                  <a:lnTo>
                    <a:pt x="3685228" y="583041"/>
                  </a:lnTo>
                  <a:lnTo>
                    <a:pt x="3684156" y="583194"/>
                  </a:lnTo>
                  <a:lnTo>
                    <a:pt x="3683085" y="583347"/>
                  </a:lnTo>
                  <a:lnTo>
                    <a:pt x="3682013" y="583500"/>
                  </a:lnTo>
                  <a:lnTo>
                    <a:pt x="3680941" y="583653"/>
                  </a:lnTo>
                  <a:lnTo>
                    <a:pt x="3679870" y="583806"/>
                  </a:lnTo>
                  <a:lnTo>
                    <a:pt x="3678798" y="583959"/>
                  </a:lnTo>
                  <a:lnTo>
                    <a:pt x="3677727" y="584112"/>
                  </a:lnTo>
                  <a:lnTo>
                    <a:pt x="3676655" y="584265"/>
                  </a:lnTo>
                  <a:lnTo>
                    <a:pt x="3675583" y="584419"/>
                  </a:lnTo>
                  <a:lnTo>
                    <a:pt x="3674512" y="584573"/>
                  </a:lnTo>
                  <a:lnTo>
                    <a:pt x="3673440" y="584726"/>
                  </a:lnTo>
                  <a:lnTo>
                    <a:pt x="3672369" y="584880"/>
                  </a:lnTo>
                  <a:lnTo>
                    <a:pt x="3671297" y="585034"/>
                  </a:lnTo>
                  <a:lnTo>
                    <a:pt x="3670225" y="585188"/>
                  </a:lnTo>
                  <a:lnTo>
                    <a:pt x="3669154" y="585342"/>
                  </a:lnTo>
                  <a:lnTo>
                    <a:pt x="3668082" y="585497"/>
                  </a:lnTo>
                  <a:lnTo>
                    <a:pt x="3667011" y="585651"/>
                  </a:lnTo>
                  <a:lnTo>
                    <a:pt x="3665939" y="585806"/>
                  </a:lnTo>
                  <a:lnTo>
                    <a:pt x="3664867" y="585960"/>
                  </a:lnTo>
                  <a:lnTo>
                    <a:pt x="3663796" y="586115"/>
                  </a:lnTo>
                  <a:lnTo>
                    <a:pt x="3662724" y="586270"/>
                  </a:lnTo>
                  <a:lnTo>
                    <a:pt x="3661653" y="586425"/>
                  </a:lnTo>
                  <a:lnTo>
                    <a:pt x="3660581" y="586580"/>
                  </a:lnTo>
                  <a:lnTo>
                    <a:pt x="3659509" y="586735"/>
                  </a:lnTo>
                  <a:lnTo>
                    <a:pt x="3658438" y="586891"/>
                  </a:lnTo>
                  <a:lnTo>
                    <a:pt x="3657366" y="587046"/>
                  </a:lnTo>
                  <a:lnTo>
                    <a:pt x="3656295" y="587202"/>
                  </a:lnTo>
                  <a:lnTo>
                    <a:pt x="3655223" y="587357"/>
                  </a:lnTo>
                  <a:lnTo>
                    <a:pt x="3654151" y="587513"/>
                  </a:lnTo>
                  <a:lnTo>
                    <a:pt x="3653080" y="587669"/>
                  </a:lnTo>
                  <a:lnTo>
                    <a:pt x="3652008" y="587825"/>
                  </a:lnTo>
                  <a:lnTo>
                    <a:pt x="3650937" y="587981"/>
                  </a:lnTo>
                  <a:lnTo>
                    <a:pt x="3649865" y="588138"/>
                  </a:lnTo>
                  <a:lnTo>
                    <a:pt x="3648793" y="588294"/>
                  </a:lnTo>
                  <a:lnTo>
                    <a:pt x="3647722" y="588451"/>
                  </a:lnTo>
                  <a:lnTo>
                    <a:pt x="3646650" y="588607"/>
                  </a:lnTo>
                  <a:lnTo>
                    <a:pt x="3645579" y="588764"/>
                  </a:lnTo>
                  <a:lnTo>
                    <a:pt x="3644507" y="588921"/>
                  </a:lnTo>
                  <a:lnTo>
                    <a:pt x="3643435" y="589078"/>
                  </a:lnTo>
                  <a:lnTo>
                    <a:pt x="3642364" y="589235"/>
                  </a:lnTo>
                  <a:lnTo>
                    <a:pt x="3641292" y="589392"/>
                  </a:lnTo>
                  <a:lnTo>
                    <a:pt x="3640221" y="589550"/>
                  </a:lnTo>
                  <a:lnTo>
                    <a:pt x="3639149" y="589707"/>
                  </a:lnTo>
                  <a:lnTo>
                    <a:pt x="3638077" y="589865"/>
                  </a:lnTo>
                  <a:lnTo>
                    <a:pt x="3637006" y="590022"/>
                  </a:lnTo>
                  <a:lnTo>
                    <a:pt x="3635934" y="590180"/>
                  </a:lnTo>
                  <a:lnTo>
                    <a:pt x="3634863" y="590338"/>
                  </a:lnTo>
                  <a:lnTo>
                    <a:pt x="3633791" y="590496"/>
                  </a:lnTo>
                  <a:lnTo>
                    <a:pt x="3632719" y="590655"/>
                  </a:lnTo>
                  <a:lnTo>
                    <a:pt x="3631648" y="590813"/>
                  </a:lnTo>
                  <a:lnTo>
                    <a:pt x="3630576" y="590971"/>
                  </a:lnTo>
                  <a:lnTo>
                    <a:pt x="3629505" y="591130"/>
                  </a:lnTo>
                  <a:lnTo>
                    <a:pt x="3628433" y="591289"/>
                  </a:lnTo>
                  <a:lnTo>
                    <a:pt x="3627361" y="591448"/>
                  </a:lnTo>
                  <a:lnTo>
                    <a:pt x="3626290" y="591607"/>
                  </a:lnTo>
                  <a:lnTo>
                    <a:pt x="3625218" y="591766"/>
                  </a:lnTo>
                  <a:lnTo>
                    <a:pt x="3624147" y="591925"/>
                  </a:lnTo>
                  <a:lnTo>
                    <a:pt x="3623075" y="592084"/>
                  </a:lnTo>
                  <a:lnTo>
                    <a:pt x="3622003" y="592244"/>
                  </a:lnTo>
                  <a:lnTo>
                    <a:pt x="3620932" y="592403"/>
                  </a:lnTo>
                  <a:lnTo>
                    <a:pt x="3619860" y="592563"/>
                  </a:lnTo>
                  <a:lnTo>
                    <a:pt x="3618789" y="592723"/>
                  </a:lnTo>
                  <a:lnTo>
                    <a:pt x="3617717" y="592883"/>
                  </a:lnTo>
                  <a:lnTo>
                    <a:pt x="3616645" y="593043"/>
                  </a:lnTo>
                  <a:lnTo>
                    <a:pt x="3615574" y="593203"/>
                  </a:lnTo>
                  <a:lnTo>
                    <a:pt x="3614502" y="593364"/>
                  </a:lnTo>
                  <a:lnTo>
                    <a:pt x="3613431" y="593524"/>
                  </a:lnTo>
                  <a:lnTo>
                    <a:pt x="3612359" y="593685"/>
                  </a:lnTo>
                  <a:lnTo>
                    <a:pt x="3611287" y="593845"/>
                  </a:lnTo>
                  <a:lnTo>
                    <a:pt x="3610216" y="594006"/>
                  </a:lnTo>
                  <a:lnTo>
                    <a:pt x="3609144" y="594167"/>
                  </a:lnTo>
                  <a:lnTo>
                    <a:pt x="3608073" y="594328"/>
                  </a:lnTo>
                  <a:lnTo>
                    <a:pt x="3607001" y="594490"/>
                  </a:lnTo>
                  <a:lnTo>
                    <a:pt x="3605929" y="594651"/>
                  </a:lnTo>
                  <a:lnTo>
                    <a:pt x="3604858" y="594813"/>
                  </a:lnTo>
                  <a:lnTo>
                    <a:pt x="3603786" y="594974"/>
                  </a:lnTo>
                  <a:lnTo>
                    <a:pt x="3602715" y="595136"/>
                  </a:lnTo>
                  <a:lnTo>
                    <a:pt x="3601643" y="595298"/>
                  </a:lnTo>
                  <a:lnTo>
                    <a:pt x="3600571" y="595460"/>
                  </a:lnTo>
                  <a:lnTo>
                    <a:pt x="3599500" y="595622"/>
                  </a:lnTo>
                  <a:lnTo>
                    <a:pt x="3598428" y="595784"/>
                  </a:lnTo>
                  <a:lnTo>
                    <a:pt x="3597357" y="595947"/>
                  </a:lnTo>
                  <a:lnTo>
                    <a:pt x="3596285" y="596109"/>
                  </a:lnTo>
                  <a:lnTo>
                    <a:pt x="3595213" y="596272"/>
                  </a:lnTo>
                  <a:lnTo>
                    <a:pt x="3594142" y="596435"/>
                  </a:lnTo>
                  <a:lnTo>
                    <a:pt x="3593070" y="596598"/>
                  </a:lnTo>
                  <a:lnTo>
                    <a:pt x="3591999" y="596761"/>
                  </a:lnTo>
                  <a:lnTo>
                    <a:pt x="3590927" y="596924"/>
                  </a:lnTo>
                  <a:lnTo>
                    <a:pt x="3589855" y="597087"/>
                  </a:lnTo>
                  <a:lnTo>
                    <a:pt x="3588784" y="597251"/>
                  </a:lnTo>
                  <a:lnTo>
                    <a:pt x="3587712" y="597415"/>
                  </a:lnTo>
                  <a:lnTo>
                    <a:pt x="3586641" y="597578"/>
                  </a:lnTo>
                  <a:lnTo>
                    <a:pt x="3585569" y="597742"/>
                  </a:lnTo>
                  <a:lnTo>
                    <a:pt x="3584497" y="597906"/>
                  </a:lnTo>
                  <a:lnTo>
                    <a:pt x="3583426" y="598070"/>
                  </a:lnTo>
                  <a:lnTo>
                    <a:pt x="3582354" y="598235"/>
                  </a:lnTo>
                  <a:lnTo>
                    <a:pt x="3581283" y="598399"/>
                  </a:lnTo>
                  <a:lnTo>
                    <a:pt x="3580211" y="598564"/>
                  </a:lnTo>
                  <a:lnTo>
                    <a:pt x="3579139" y="598728"/>
                  </a:lnTo>
                  <a:lnTo>
                    <a:pt x="3578068" y="598893"/>
                  </a:lnTo>
                  <a:lnTo>
                    <a:pt x="3576996" y="599058"/>
                  </a:lnTo>
                  <a:lnTo>
                    <a:pt x="3575925" y="599223"/>
                  </a:lnTo>
                  <a:lnTo>
                    <a:pt x="3574853" y="599388"/>
                  </a:lnTo>
                  <a:lnTo>
                    <a:pt x="3573781" y="599554"/>
                  </a:lnTo>
                  <a:lnTo>
                    <a:pt x="3572710" y="599719"/>
                  </a:lnTo>
                  <a:lnTo>
                    <a:pt x="3571638" y="599885"/>
                  </a:lnTo>
                  <a:lnTo>
                    <a:pt x="3570567" y="600051"/>
                  </a:lnTo>
                  <a:lnTo>
                    <a:pt x="3569495" y="600216"/>
                  </a:lnTo>
                  <a:lnTo>
                    <a:pt x="3568423" y="600383"/>
                  </a:lnTo>
                  <a:lnTo>
                    <a:pt x="3567352" y="600549"/>
                  </a:lnTo>
                  <a:lnTo>
                    <a:pt x="3566280" y="600715"/>
                  </a:lnTo>
                  <a:lnTo>
                    <a:pt x="3565209" y="600881"/>
                  </a:lnTo>
                  <a:lnTo>
                    <a:pt x="3564137" y="601048"/>
                  </a:lnTo>
                  <a:lnTo>
                    <a:pt x="3563065" y="601215"/>
                  </a:lnTo>
                  <a:lnTo>
                    <a:pt x="3561994" y="601382"/>
                  </a:lnTo>
                  <a:lnTo>
                    <a:pt x="3560922" y="601549"/>
                  </a:lnTo>
                  <a:lnTo>
                    <a:pt x="3559851" y="601716"/>
                  </a:lnTo>
                  <a:lnTo>
                    <a:pt x="3558779" y="601883"/>
                  </a:lnTo>
                  <a:lnTo>
                    <a:pt x="3557707" y="602051"/>
                  </a:lnTo>
                  <a:lnTo>
                    <a:pt x="3556636" y="602218"/>
                  </a:lnTo>
                  <a:lnTo>
                    <a:pt x="3555564" y="602386"/>
                  </a:lnTo>
                  <a:lnTo>
                    <a:pt x="3554493" y="602554"/>
                  </a:lnTo>
                  <a:lnTo>
                    <a:pt x="3553421" y="602722"/>
                  </a:lnTo>
                  <a:lnTo>
                    <a:pt x="3552349" y="602890"/>
                  </a:lnTo>
                  <a:lnTo>
                    <a:pt x="3551278" y="603058"/>
                  </a:lnTo>
                  <a:lnTo>
                    <a:pt x="3550206" y="603227"/>
                  </a:lnTo>
                  <a:lnTo>
                    <a:pt x="3549135" y="603395"/>
                  </a:lnTo>
                  <a:lnTo>
                    <a:pt x="3548063" y="603564"/>
                  </a:lnTo>
                  <a:lnTo>
                    <a:pt x="3546992" y="603733"/>
                  </a:lnTo>
                  <a:lnTo>
                    <a:pt x="3545920" y="603902"/>
                  </a:lnTo>
                  <a:lnTo>
                    <a:pt x="3544848" y="604071"/>
                  </a:lnTo>
                  <a:lnTo>
                    <a:pt x="3543777" y="604240"/>
                  </a:lnTo>
                  <a:lnTo>
                    <a:pt x="3542705" y="604410"/>
                  </a:lnTo>
                  <a:lnTo>
                    <a:pt x="3541634" y="604579"/>
                  </a:lnTo>
                  <a:lnTo>
                    <a:pt x="3540562" y="604749"/>
                  </a:lnTo>
                  <a:lnTo>
                    <a:pt x="3539490" y="604919"/>
                  </a:lnTo>
                  <a:lnTo>
                    <a:pt x="3538419" y="605089"/>
                  </a:lnTo>
                  <a:lnTo>
                    <a:pt x="3537347" y="605259"/>
                  </a:lnTo>
                  <a:lnTo>
                    <a:pt x="3536276" y="605429"/>
                  </a:lnTo>
                  <a:lnTo>
                    <a:pt x="3535204" y="605600"/>
                  </a:lnTo>
                  <a:lnTo>
                    <a:pt x="3534132" y="605770"/>
                  </a:lnTo>
                  <a:lnTo>
                    <a:pt x="3533061" y="605941"/>
                  </a:lnTo>
                  <a:lnTo>
                    <a:pt x="3531989" y="606112"/>
                  </a:lnTo>
                  <a:lnTo>
                    <a:pt x="3530918" y="606283"/>
                  </a:lnTo>
                  <a:lnTo>
                    <a:pt x="3529846" y="606454"/>
                  </a:lnTo>
                  <a:lnTo>
                    <a:pt x="3528774" y="606625"/>
                  </a:lnTo>
                  <a:lnTo>
                    <a:pt x="3527703" y="606797"/>
                  </a:lnTo>
                  <a:lnTo>
                    <a:pt x="3526631" y="606968"/>
                  </a:lnTo>
                  <a:lnTo>
                    <a:pt x="3525560" y="607140"/>
                  </a:lnTo>
                  <a:lnTo>
                    <a:pt x="3524488" y="607312"/>
                  </a:lnTo>
                  <a:lnTo>
                    <a:pt x="3523416" y="607484"/>
                  </a:lnTo>
                  <a:lnTo>
                    <a:pt x="3522345" y="607656"/>
                  </a:lnTo>
                  <a:lnTo>
                    <a:pt x="3521273" y="607829"/>
                  </a:lnTo>
                  <a:lnTo>
                    <a:pt x="3520202" y="608001"/>
                  </a:lnTo>
                  <a:lnTo>
                    <a:pt x="3519130" y="608174"/>
                  </a:lnTo>
                  <a:lnTo>
                    <a:pt x="3518058" y="608347"/>
                  </a:lnTo>
                  <a:lnTo>
                    <a:pt x="3516987" y="608520"/>
                  </a:lnTo>
                  <a:lnTo>
                    <a:pt x="3515915" y="608693"/>
                  </a:lnTo>
                  <a:lnTo>
                    <a:pt x="3514844" y="608866"/>
                  </a:lnTo>
                  <a:lnTo>
                    <a:pt x="3513772" y="609039"/>
                  </a:lnTo>
                  <a:lnTo>
                    <a:pt x="3512700" y="609213"/>
                  </a:lnTo>
                  <a:lnTo>
                    <a:pt x="3511629" y="609387"/>
                  </a:lnTo>
                  <a:lnTo>
                    <a:pt x="3510557" y="609561"/>
                  </a:lnTo>
                  <a:lnTo>
                    <a:pt x="3509486" y="609735"/>
                  </a:lnTo>
                  <a:lnTo>
                    <a:pt x="3508414" y="609909"/>
                  </a:lnTo>
                  <a:lnTo>
                    <a:pt x="3507342" y="610083"/>
                  </a:lnTo>
                  <a:lnTo>
                    <a:pt x="3506271" y="610258"/>
                  </a:lnTo>
                  <a:lnTo>
                    <a:pt x="3505199" y="610432"/>
                  </a:lnTo>
                  <a:lnTo>
                    <a:pt x="3504128" y="610607"/>
                  </a:lnTo>
                  <a:lnTo>
                    <a:pt x="3503056" y="610782"/>
                  </a:lnTo>
                  <a:lnTo>
                    <a:pt x="3501984" y="610957"/>
                  </a:lnTo>
                  <a:lnTo>
                    <a:pt x="3500913" y="611132"/>
                  </a:lnTo>
                  <a:lnTo>
                    <a:pt x="3499841" y="611308"/>
                  </a:lnTo>
                  <a:lnTo>
                    <a:pt x="3498770" y="611483"/>
                  </a:lnTo>
                  <a:lnTo>
                    <a:pt x="3497698" y="611659"/>
                  </a:lnTo>
                  <a:lnTo>
                    <a:pt x="3496626" y="611835"/>
                  </a:lnTo>
                  <a:lnTo>
                    <a:pt x="3495555" y="612011"/>
                  </a:lnTo>
                  <a:lnTo>
                    <a:pt x="3494483" y="612187"/>
                  </a:lnTo>
                  <a:lnTo>
                    <a:pt x="3493412" y="612363"/>
                  </a:lnTo>
                  <a:lnTo>
                    <a:pt x="3492340" y="612540"/>
                  </a:lnTo>
                  <a:lnTo>
                    <a:pt x="3491268" y="612716"/>
                  </a:lnTo>
                  <a:lnTo>
                    <a:pt x="3490197" y="612893"/>
                  </a:lnTo>
                  <a:lnTo>
                    <a:pt x="3489125" y="613070"/>
                  </a:lnTo>
                  <a:lnTo>
                    <a:pt x="3488054" y="613247"/>
                  </a:lnTo>
                  <a:lnTo>
                    <a:pt x="3486982" y="613425"/>
                  </a:lnTo>
                  <a:lnTo>
                    <a:pt x="3485910" y="613602"/>
                  </a:lnTo>
                  <a:lnTo>
                    <a:pt x="3484839" y="613780"/>
                  </a:lnTo>
                  <a:lnTo>
                    <a:pt x="3483767" y="613957"/>
                  </a:lnTo>
                  <a:lnTo>
                    <a:pt x="3482696" y="614135"/>
                  </a:lnTo>
                  <a:lnTo>
                    <a:pt x="3481624" y="614313"/>
                  </a:lnTo>
                  <a:lnTo>
                    <a:pt x="3480552" y="614492"/>
                  </a:lnTo>
                  <a:lnTo>
                    <a:pt x="3479481" y="614670"/>
                  </a:lnTo>
                  <a:lnTo>
                    <a:pt x="3478409" y="614848"/>
                  </a:lnTo>
                  <a:lnTo>
                    <a:pt x="3477338" y="615027"/>
                  </a:lnTo>
                  <a:lnTo>
                    <a:pt x="3476266" y="615206"/>
                  </a:lnTo>
                  <a:lnTo>
                    <a:pt x="3475194" y="615385"/>
                  </a:lnTo>
                  <a:lnTo>
                    <a:pt x="3474123" y="615564"/>
                  </a:lnTo>
                  <a:lnTo>
                    <a:pt x="3473051" y="615744"/>
                  </a:lnTo>
                  <a:lnTo>
                    <a:pt x="3471980" y="615923"/>
                  </a:lnTo>
                  <a:lnTo>
                    <a:pt x="3470908" y="616103"/>
                  </a:lnTo>
                  <a:lnTo>
                    <a:pt x="3469836" y="616283"/>
                  </a:lnTo>
                  <a:lnTo>
                    <a:pt x="3468765" y="616463"/>
                  </a:lnTo>
                  <a:lnTo>
                    <a:pt x="3467693" y="616643"/>
                  </a:lnTo>
                  <a:lnTo>
                    <a:pt x="3466622" y="616823"/>
                  </a:lnTo>
                  <a:lnTo>
                    <a:pt x="3465550" y="617004"/>
                  </a:lnTo>
                  <a:lnTo>
                    <a:pt x="3464478" y="617184"/>
                  </a:lnTo>
                  <a:lnTo>
                    <a:pt x="3463407" y="617365"/>
                  </a:lnTo>
                  <a:lnTo>
                    <a:pt x="3462335" y="617546"/>
                  </a:lnTo>
                  <a:lnTo>
                    <a:pt x="3461264" y="617727"/>
                  </a:lnTo>
                  <a:lnTo>
                    <a:pt x="3460192" y="617908"/>
                  </a:lnTo>
                  <a:lnTo>
                    <a:pt x="3459120" y="618090"/>
                  </a:lnTo>
                  <a:lnTo>
                    <a:pt x="3458049" y="618272"/>
                  </a:lnTo>
                  <a:lnTo>
                    <a:pt x="3456977" y="618453"/>
                  </a:lnTo>
                  <a:lnTo>
                    <a:pt x="3455906" y="618635"/>
                  </a:lnTo>
                  <a:lnTo>
                    <a:pt x="3454834" y="618817"/>
                  </a:lnTo>
                  <a:lnTo>
                    <a:pt x="3453762" y="619000"/>
                  </a:lnTo>
                  <a:lnTo>
                    <a:pt x="3452691" y="619182"/>
                  </a:lnTo>
                  <a:lnTo>
                    <a:pt x="3451619" y="619365"/>
                  </a:lnTo>
                  <a:lnTo>
                    <a:pt x="3450548" y="619548"/>
                  </a:lnTo>
                  <a:lnTo>
                    <a:pt x="3449476" y="619731"/>
                  </a:lnTo>
                  <a:lnTo>
                    <a:pt x="3448404" y="619914"/>
                  </a:lnTo>
                  <a:lnTo>
                    <a:pt x="3447333" y="620097"/>
                  </a:lnTo>
                  <a:lnTo>
                    <a:pt x="3446261" y="620280"/>
                  </a:lnTo>
                  <a:lnTo>
                    <a:pt x="3445190" y="620464"/>
                  </a:lnTo>
                  <a:lnTo>
                    <a:pt x="3444118" y="620648"/>
                  </a:lnTo>
                  <a:lnTo>
                    <a:pt x="3443046" y="620832"/>
                  </a:lnTo>
                  <a:lnTo>
                    <a:pt x="3441975" y="621016"/>
                  </a:lnTo>
                  <a:lnTo>
                    <a:pt x="3440903" y="621200"/>
                  </a:lnTo>
                  <a:lnTo>
                    <a:pt x="3439832" y="621385"/>
                  </a:lnTo>
                  <a:lnTo>
                    <a:pt x="3438760" y="621569"/>
                  </a:lnTo>
                  <a:lnTo>
                    <a:pt x="3437688" y="621754"/>
                  </a:lnTo>
                  <a:lnTo>
                    <a:pt x="3436617" y="621939"/>
                  </a:lnTo>
                  <a:lnTo>
                    <a:pt x="3435545" y="622124"/>
                  </a:lnTo>
                  <a:lnTo>
                    <a:pt x="3434474" y="622310"/>
                  </a:lnTo>
                  <a:lnTo>
                    <a:pt x="3433402" y="622495"/>
                  </a:lnTo>
                  <a:lnTo>
                    <a:pt x="3432330" y="622681"/>
                  </a:lnTo>
                  <a:lnTo>
                    <a:pt x="3431259" y="622867"/>
                  </a:lnTo>
                  <a:lnTo>
                    <a:pt x="3430187" y="623053"/>
                  </a:lnTo>
                  <a:lnTo>
                    <a:pt x="3429116" y="623239"/>
                  </a:lnTo>
                  <a:lnTo>
                    <a:pt x="3428044" y="623425"/>
                  </a:lnTo>
                  <a:lnTo>
                    <a:pt x="3426972" y="623612"/>
                  </a:lnTo>
                  <a:lnTo>
                    <a:pt x="3425901" y="623799"/>
                  </a:lnTo>
                  <a:lnTo>
                    <a:pt x="3424829" y="623986"/>
                  </a:lnTo>
                  <a:lnTo>
                    <a:pt x="3423758" y="624173"/>
                  </a:lnTo>
                  <a:lnTo>
                    <a:pt x="3422686" y="624360"/>
                  </a:lnTo>
                  <a:lnTo>
                    <a:pt x="3421614" y="624547"/>
                  </a:lnTo>
                  <a:lnTo>
                    <a:pt x="3420543" y="624735"/>
                  </a:lnTo>
                  <a:lnTo>
                    <a:pt x="3419471" y="624923"/>
                  </a:lnTo>
                  <a:lnTo>
                    <a:pt x="3418400" y="625111"/>
                  </a:lnTo>
                  <a:lnTo>
                    <a:pt x="3417328" y="625299"/>
                  </a:lnTo>
                  <a:lnTo>
                    <a:pt x="3416256" y="625487"/>
                  </a:lnTo>
                  <a:lnTo>
                    <a:pt x="3415185" y="625675"/>
                  </a:lnTo>
                  <a:lnTo>
                    <a:pt x="3414113" y="625864"/>
                  </a:lnTo>
                  <a:lnTo>
                    <a:pt x="3413042" y="626053"/>
                  </a:lnTo>
                  <a:lnTo>
                    <a:pt x="3411970" y="626242"/>
                  </a:lnTo>
                  <a:lnTo>
                    <a:pt x="3410898" y="626431"/>
                  </a:lnTo>
                  <a:lnTo>
                    <a:pt x="3409827" y="626620"/>
                  </a:lnTo>
                  <a:lnTo>
                    <a:pt x="3408755" y="626810"/>
                  </a:lnTo>
                  <a:lnTo>
                    <a:pt x="3407684" y="627000"/>
                  </a:lnTo>
                  <a:lnTo>
                    <a:pt x="3406612" y="627190"/>
                  </a:lnTo>
                  <a:lnTo>
                    <a:pt x="3405540" y="627380"/>
                  </a:lnTo>
                  <a:lnTo>
                    <a:pt x="3404469" y="627570"/>
                  </a:lnTo>
                  <a:lnTo>
                    <a:pt x="3403397" y="627760"/>
                  </a:lnTo>
                  <a:lnTo>
                    <a:pt x="3402326" y="627951"/>
                  </a:lnTo>
                  <a:lnTo>
                    <a:pt x="3401254" y="628142"/>
                  </a:lnTo>
                  <a:lnTo>
                    <a:pt x="3400182" y="628333"/>
                  </a:lnTo>
                  <a:lnTo>
                    <a:pt x="3399111" y="628524"/>
                  </a:lnTo>
                  <a:lnTo>
                    <a:pt x="3398039" y="628715"/>
                  </a:lnTo>
                  <a:lnTo>
                    <a:pt x="3396968" y="628907"/>
                  </a:lnTo>
                  <a:lnTo>
                    <a:pt x="3395896" y="629098"/>
                  </a:lnTo>
                  <a:lnTo>
                    <a:pt x="3394824" y="629290"/>
                  </a:lnTo>
                  <a:lnTo>
                    <a:pt x="3393753" y="629482"/>
                  </a:lnTo>
                  <a:lnTo>
                    <a:pt x="3392681" y="629674"/>
                  </a:lnTo>
                  <a:lnTo>
                    <a:pt x="3391610" y="629867"/>
                  </a:lnTo>
                  <a:lnTo>
                    <a:pt x="3390538" y="630059"/>
                  </a:lnTo>
                  <a:lnTo>
                    <a:pt x="3389466" y="630252"/>
                  </a:lnTo>
                  <a:lnTo>
                    <a:pt x="3388395" y="630445"/>
                  </a:lnTo>
                  <a:lnTo>
                    <a:pt x="3387323" y="630638"/>
                  </a:lnTo>
                  <a:lnTo>
                    <a:pt x="3386252" y="630832"/>
                  </a:lnTo>
                  <a:lnTo>
                    <a:pt x="3385180" y="631025"/>
                  </a:lnTo>
                  <a:lnTo>
                    <a:pt x="3384108" y="631219"/>
                  </a:lnTo>
                  <a:lnTo>
                    <a:pt x="3383037" y="631413"/>
                  </a:lnTo>
                  <a:lnTo>
                    <a:pt x="3381965" y="631607"/>
                  </a:lnTo>
                  <a:lnTo>
                    <a:pt x="3380894" y="631801"/>
                  </a:lnTo>
                  <a:lnTo>
                    <a:pt x="3379822" y="631996"/>
                  </a:lnTo>
                  <a:lnTo>
                    <a:pt x="3378750" y="632190"/>
                  </a:lnTo>
                  <a:lnTo>
                    <a:pt x="3377679" y="632385"/>
                  </a:lnTo>
                  <a:lnTo>
                    <a:pt x="3376607" y="632580"/>
                  </a:lnTo>
                  <a:lnTo>
                    <a:pt x="3375536" y="632775"/>
                  </a:lnTo>
                  <a:lnTo>
                    <a:pt x="3374464" y="632971"/>
                  </a:lnTo>
                  <a:lnTo>
                    <a:pt x="3373392" y="633166"/>
                  </a:lnTo>
                  <a:lnTo>
                    <a:pt x="3372321" y="633362"/>
                  </a:lnTo>
                  <a:lnTo>
                    <a:pt x="3371249" y="633558"/>
                  </a:lnTo>
                  <a:lnTo>
                    <a:pt x="3370178" y="633754"/>
                  </a:lnTo>
                  <a:lnTo>
                    <a:pt x="3369106" y="633950"/>
                  </a:lnTo>
                  <a:lnTo>
                    <a:pt x="3368035" y="634147"/>
                  </a:lnTo>
                  <a:lnTo>
                    <a:pt x="3366963" y="634343"/>
                  </a:lnTo>
                  <a:lnTo>
                    <a:pt x="3365891" y="634540"/>
                  </a:lnTo>
                  <a:lnTo>
                    <a:pt x="3364820" y="634737"/>
                  </a:lnTo>
                  <a:lnTo>
                    <a:pt x="3363748" y="634935"/>
                  </a:lnTo>
                  <a:lnTo>
                    <a:pt x="3362677" y="635132"/>
                  </a:lnTo>
                  <a:lnTo>
                    <a:pt x="3361605" y="635330"/>
                  </a:lnTo>
                  <a:lnTo>
                    <a:pt x="3360533" y="635527"/>
                  </a:lnTo>
                  <a:lnTo>
                    <a:pt x="3359462" y="635725"/>
                  </a:lnTo>
                  <a:lnTo>
                    <a:pt x="3358390" y="635924"/>
                  </a:lnTo>
                  <a:lnTo>
                    <a:pt x="3357319" y="636122"/>
                  </a:lnTo>
                  <a:lnTo>
                    <a:pt x="3356247" y="636321"/>
                  </a:lnTo>
                  <a:lnTo>
                    <a:pt x="3355175" y="636519"/>
                  </a:lnTo>
                  <a:lnTo>
                    <a:pt x="3354104" y="636718"/>
                  </a:lnTo>
                  <a:lnTo>
                    <a:pt x="3353032" y="636918"/>
                  </a:lnTo>
                  <a:lnTo>
                    <a:pt x="3351961" y="637117"/>
                  </a:lnTo>
                  <a:lnTo>
                    <a:pt x="3350889" y="637316"/>
                  </a:lnTo>
                  <a:lnTo>
                    <a:pt x="3349817" y="637516"/>
                  </a:lnTo>
                  <a:lnTo>
                    <a:pt x="3348746" y="637716"/>
                  </a:lnTo>
                  <a:lnTo>
                    <a:pt x="3347674" y="637916"/>
                  </a:lnTo>
                  <a:lnTo>
                    <a:pt x="3346603" y="638117"/>
                  </a:lnTo>
                  <a:lnTo>
                    <a:pt x="3345531" y="638317"/>
                  </a:lnTo>
                  <a:lnTo>
                    <a:pt x="3344459" y="638518"/>
                  </a:lnTo>
                  <a:lnTo>
                    <a:pt x="3343388" y="638719"/>
                  </a:lnTo>
                  <a:lnTo>
                    <a:pt x="3342316" y="638920"/>
                  </a:lnTo>
                  <a:lnTo>
                    <a:pt x="3341245" y="639121"/>
                  </a:lnTo>
                  <a:lnTo>
                    <a:pt x="3340173" y="639323"/>
                  </a:lnTo>
                  <a:lnTo>
                    <a:pt x="3339101" y="639524"/>
                  </a:lnTo>
                  <a:lnTo>
                    <a:pt x="3338030" y="639726"/>
                  </a:lnTo>
                  <a:lnTo>
                    <a:pt x="3336958" y="639928"/>
                  </a:lnTo>
                  <a:lnTo>
                    <a:pt x="3335887" y="640130"/>
                  </a:lnTo>
                  <a:lnTo>
                    <a:pt x="3334815" y="640333"/>
                  </a:lnTo>
                  <a:lnTo>
                    <a:pt x="3333743" y="640536"/>
                  </a:lnTo>
                  <a:lnTo>
                    <a:pt x="3332672" y="640738"/>
                  </a:lnTo>
                  <a:lnTo>
                    <a:pt x="3331600" y="640941"/>
                  </a:lnTo>
                  <a:lnTo>
                    <a:pt x="3330529" y="641145"/>
                  </a:lnTo>
                  <a:lnTo>
                    <a:pt x="3329457" y="641348"/>
                  </a:lnTo>
                  <a:lnTo>
                    <a:pt x="3328385" y="641552"/>
                  </a:lnTo>
                  <a:lnTo>
                    <a:pt x="3327314" y="641756"/>
                  </a:lnTo>
                  <a:lnTo>
                    <a:pt x="3326242" y="641960"/>
                  </a:lnTo>
                  <a:lnTo>
                    <a:pt x="3325171" y="642164"/>
                  </a:lnTo>
                  <a:lnTo>
                    <a:pt x="3324099" y="642368"/>
                  </a:lnTo>
                  <a:lnTo>
                    <a:pt x="3323027" y="642573"/>
                  </a:lnTo>
                  <a:lnTo>
                    <a:pt x="3321956" y="642778"/>
                  </a:lnTo>
                  <a:lnTo>
                    <a:pt x="3320884" y="642983"/>
                  </a:lnTo>
                  <a:lnTo>
                    <a:pt x="3319813" y="643188"/>
                  </a:lnTo>
                  <a:lnTo>
                    <a:pt x="3318741" y="643394"/>
                  </a:lnTo>
                  <a:lnTo>
                    <a:pt x="3317669" y="643599"/>
                  </a:lnTo>
                  <a:lnTo>
                    <a:pt x="3316598" y="643805"/>
                  </a:lnTo>
                  <a:lnTo>
                    <a:pt x="3315526" y="644011"/>
                  </a:lnTo>
                  <a:lnTo>
                    <a:pt x="3314455" y="644217"/>
                  </a:lnTo>
                  <a:lnTo>
                    <a:pt x="3313383" y="644424"/>
                  </a:lnTo>
                  <a:lnTo>
                    <a:pt x="3312311" y="644631"/>
                  </a:lnTo>
                  <a:lnTo>
                    <a:pt x="3311240" y="644837"/>
                  </a:lnTo>
                  <a:lnTo>
                    <a:pt x="3310168" y="645044"/>
                  </a:lnTo>
                  <a:lnTo>
                    <a:pt x="3309097" y="645252"/>
                  </a:lnTo>
                  <a:lnTo>
                    <a:pt x="3308025" y="645459"/>
                  </a:lnTo>
                  <a:lnTo>
                    <a:pt x="3306953" y="645667"/>
                  </a:lnTo>
                  <a:lnTo>
                    <a:pt x="3305882" y="645875"/>
                  </a:lnTo>
                  <a:lnTo>
                    <a:pt x="3304810" y="646083"/>
                  </a:lnTo>
                  <a:lnTo>
                    <a:pt x="3303739" y="646291"/>
                  </a:lnTo>
                  <a:lnTo>
                    <a:pt x="3302667" y="646500"/>
                  </a:lnTo>
                  <a:lnTo>
                    <a:pt x="3301595" y="646708"/>
                  </a:lnTo>
                  <a:lnTo>
                    <a:pt x="3300524" y="646917"/>
                  </a:lnTo>
                  <a:lnTo>
                    <a:pt x="3299452" y="647126"/>
                  </a:lnTo>
                  <a:lnTo>
                    <a:pt x="3298381" y="647336"/>
                  </a:lnTo>
                  <a:lnTo>
                    <a:pt x="3297309" y="647545"/>
                  </a:lnTo>
                  <a:lnTo>
                    <a:pt x="3296237" y="647755"/>
                  </a:lnTo>
                  <a:lnTo>
                    <a:pt x="3295166" y="647965"/>
                  </a:lnTo>
                  <a:lnTo>
                    <a:pt x="3294094" y="648175"/>
                  </a:lnTo>
                  <a:lnTo>
                    <a:pt x="3293023" y="648385"/>
                  </a:lnTo>
                  <a:lnTo>
                    <a:pt x="3291951" y="648596"/>
                  </a:lnTo>
                  <a:lnTo>
                    <a:pt x="3290879" y="648806"/>
                  </a:lnTo>
                  <a:lnTo>
                    <a:pt x="3289808" y="649017"/>
                  </a:lnTo>
                  <a:lnTo>
                    <a:pt x="3288736" y="649229"/>
                  </a:lnTo>
                  <a:lnTo>
                    <a:pt x="3287665" y="649440"/>
                  </a:lnTo>
                  <a:lnTo>
                    <a:pt x="3286593" y="649652"/>
                  </a:lnTo>
                  <a:lnTo>
                    <a:pt x="3285521" y="649863"/>
                  </a:lnTo>
                  <a:lnTo>
                    <a:pt x="3284450" y="650075"/>
                  </a:lnTo>
                  <a:lnTo>
                    <a:pt x="3283378" y="650288"/>
                  </a:lnTo>
                  <a:lnTo>
                    <a:pt x="3282307" y="650500"/>
                  </a:lnTo>
                  <a:lnTo>
                    <a:pt x="3281235" y="650713"/>
                  </a:lnTo>
                  <a:lnTo>
                    <a:pt x="3280163" y="650925"/>
                  </a:lnTo>
                  <a:lnTo>
                    <a:pt x="3279092" y="651138"/>
                  </a:lnTo>
                  <a:lnTo>
                    <a:pt x="3278020" y="651352"/>
                  </a:lnTo>
                  <a:lnTo>
                    <a:pt x="3276949" y="651565"/>
                  </a:lnTo>
                  <a:lnTo>
                    <a:pt x="3275877" y="651779"/>
                  </a:lnTo>
                  <a:lnTo>
                    <a:pt x="3274805" y="651993"/>
                  </a:lnTo>
                  <a:lnTo>
                    <a:pt x="3273734" y="652207"/>
                  </a:lnTo>
                  <a:lnTo>
                    <a:pt x="3272662" y="652421"/>
                  </a:lnTo>
                  <a:lnTo>
                    <a:pt x="3271591" y="652636"/>
                  </a:lnTo>
                  <a:lnTo>
                    <a:pt x="3270519" y="652850"/>
                  </a:lnTo>
                  <a:lnTo>
                    <a:pt x="3269447" y="653065"/>
                  </a:lnTo>
                  <a:lnTo>
                    <a:pt x="3268376" y="653280"/>
                  </a:lnTo>
                  <a:lnTo>
                    <a:pt x="3267304" y="653496"/>
                  </a:lnTo>
                  <a:lnTo>
                    <a:pt x="3266233" y="653711"/>
                  </a:lnTo>
                  <a:lnTo>
                    <a:pt x="3265161" y="653927"/>
                  </a:lnTo>
                  <a:lnTo>
                    <a:pt x="3264089" y="654143"/>
                  </a:lnTo>
                  <a:lnTo>
                    <a:pt x="3263018" y="654359"/>
                  </a:lnTo>
                  <a:lnTo>
                    <a:pt x="3261946" y="654576"/>
                  </a:lnTo>
                  <a:lnTo>
                    <a:pt x="3260875" y="654793"/>
                  </a:lnTo>
                  <a:lnTo>
                    <a:pt x="3259803" y="655009"/>
                  </a:lnTo>
                  <a:lnTo>
                    <a:pt x="3258731" y="655226"/>
                  </a:lnTo>
                  <a:lnTo>
                    <a:pt x="3257660" y="655444"/>
                  </a:lnTo>
                  <a:lnTo>
                    <a:pt x="3256588" y="655661"/>
                  </a:lnTo>
                  <a:lnTo>
                    <a:pt x="3255517" y="655879"/>
                  </a:lnTo>
                  <a:lnTo>
                    <a:pt x="3254445" y="656097"/>
                  </a:lnTo>
                  <a:lnTo>
                    <a:pt x="3253373" y="656315"/>
                  </a:lnTo>
                  <a:lnTo>
                    <a:pt x="3252302" y="656533"/>
                  </a:lnTo>
                  <a:lnTo>
                    <a:pt x="3251230" y="656752"/>
                  </a:lnTo>
                  <a:lnTo>
                    <a:pt x="3250159" y="656971"/>
                  </a:lnTo>
                  <a:lnTo>
                    <a:pt x="3249087" y="657190"/>
                  </a:lnTo>
                  <a:lnTo>
                    <a:pt x="3248015" y="657409"/>
                  </a:lnTo>
                  <a:lnTo>
                    <a:pt x="3246944" y="657628"/>
                  </a:lnTo>
                  <a:lnTo>
                    <a:pt x="3245872" y="657848"/>
                  </a:lnTo>
                  <a:lnTo>
                    <a:pt x="3244801" y="658068"/>
                  </a:lnTo>
                  <a:lnTo>
                    <a:pt x="3243729" y="658288"/>
                  </a:lnTo>
                  <a:lnTo>
                    <a:pt x="3242657" y="658508"/>
                  </a:lnTo>
                  <a:lnTo>
                    <a:pt x="3241586" y="658729"/>
                  </a:lnTo>
                  <a:lnTo>
                    <a:pt x="3240514" y="658950"/>
                  </a:lnTo>
                  <a:lnTo>
                    <a:pt x="3239443" y="659171"/>
                  </a:lnTo>
                  <a:lnTo>
                    <a:pt x="3238371" y="659392"/>
                  </a:lnTo>
                  <a:lnTo>
                    <a:pt x="3237299" y="659613"/>
                  </a:lnTo>
                  <a:lnTo>
                    <a:pt x="3236228" y="659835"/>
                  </a:lnTo>
                  <a:lnTo>
                    <a:pt x="3235156" y="660057"/>
                  </a:lnTo>
                  <a:lnTo>
                    <a:pt x="3234085" y="660279"/>
                  </a:lnTo>
                  <a:lnTo>
                    <a:pt x="3233013" y="660501"/>
                  </a:lnTo>
                  <a:lnTo>
                    <a:pt x="3231941" y="660724"/>
                  </a:lnTo>
                  <a:lnTo>
                    <a:pt x="3230870" y="660946"/>
                  </a:lnTo>
                  <a:lnTo>
                    <a:pt x="3229798" y="661169"/>
                  </a:lnTo>
                  <a:lnTo>
                    <a:pt x="3228727" y="661392"/>
                  </a:lnTo>
                  <a:lnTo>
                    <a:pt x="3227655" y="661616"/>
                  </a:lnTo>
                  <a:lnTo>
                    <a:pt x="3226583" y="661839"/>
                  </a:lnTo>
                  <a:lnTo>
                    <a:pt x="3225512" y="662063"/>
                  </a:lnTo>
                  <a:lnTo>
                    <a:pt x="3224440" y="662287"/>
                  </a:lnTo>
                  <a:lnTo>
                    <a:pt x="3223369" y="662511"/>
                  </a:lnTo>
                  <a:lnTo>
                    <a:pt x="3222297" y="662736"/>
                  </a:lnTo>
                  <a:lnTo>
                    <a:pt x="3221225" y="662961"/>
                  </a:lnTo>
                  <a:lnTo>
                    <a:pt x="3220154" y="663186"/>
                  </a:lnTo>
                  <a:lnTo>
                    <a:pt x="3219082" y="663411"/>
                  </a:lnTo>
                  <a:lnTo>
                    <a:pt x="3218011" y="663636"/>
                  </a:lnTo>
                  <a:lnTo>
                    <a:pt x="3216939" y="663862"/>
                  </a:lnTo>
                  <a:lnTo>
                    <a:pt x="3215867" y="664088"/>
                  </a:lnTo>
                  <a:lnTo>
                    <a:pt x="3214796" y="664314"/>
                  </a:lnTo>
                  <a:lnTo>
                    <a:pt x="3213724" y="664540"/>
                  </a:lnTo>
                  <a:lnTo>
                    <a:pt x="3212653" y="664766"/>
                  </a:lnTo>
                  <a:lnTo>
                    <a:pt x="3211581" y="664993"/>
                  </a:lnTo>
                  <a:lnTo>
                    <a:pt x="3210509" y="665220"/>
                  </a:lnTo>
                  <a:lnTo>
                    <a:pt x="3209438" y="665447"/>
                  </a:lnTo>
                  <a:lnTo>
                    <a:pt x="3208366" y="665675"/>
                  </a:lnTo>
                  <a:lnTo>
                    <a:pt x="3207295" y="665902"/>
                  </a:lnTo>
                  <a:lnTo>
                    <a:pt x="3206223" y="666130"/>
                  </a:lnTo>
                  <a:lnTo>
                    <a:pt x="3205151" y="666358"/>
                  </a:lnTo>
                  <a:lnTo>
                    <a:pt x="3204080" y="666586"/>
                  </a:lnTo>
                  <a:lnTo>
                    <a:pt x="3203008" y="666815"/>
                  </a:lnTo>
                  <a:lnTo>
                    <a:pt x="3201937" y="667044"/>
                  </a:lnTo>
                  <a:lnTo>
                    <a:pt x="3200865" y="667272"/>
                  </a:lnTo>
                  <a:lnTo>
                    <a:pt x="3199793" y="667502"/>
                  </a:lnTo>
                  <a:lnTo>
                    <a:pt x="3198722" y="667731"/>
                  </a:lnTo>
                  <a:lnTo>
                    <a:pt x="3197650" y="667961"/>
                  </a:lnTo>
                  <a:lnTo>
                    <a:pt x="3196579" y="668191"/>
                  </a:lnTo>
                  <a:lnTo>
                    <a:pt x="3195507" y="668421"/>
                  </a:lnTo>
                  <a:lnTo>
                    <a:pt x="3194436" y="668651"/>
                  </a:lnTo>
                  <a:lnTo>
                    <a:pt x="3193364" y="668881"/>
                  </a:lnTo>
                  <a:lnTo>
                    <a:pt x="3192292" y="669112"/>
                  </a:lnTo>
                  <a:lnTo>
                    <a:pt x="3191221" y="669343"/>
                  </a:lnTo>
                  <a:lnTo>
                    <a:pt x="3190149" y="669574"/>
                  </a:lnTo>
                  <a:lnTo>
                    <a:pt x="3189078" y="669806"/>
                  </a:lnTo>
                  <a:lnTo>
                    <a:pt x="3188006" y="670038"/>
                  </a:lnTo>
                  <a:lnTo>
                    <a:pt x="3186934" y="670269"/>
                  </a:lnTo>
                  <a:lnTo>
                    <a:pt x="3185863" y="670502"/>
                  </a:lnTo>
                  <a:lnTo>
                    <a:pt x="3184791" y="670734"/>
                  </a:lnTo>
                  <a:lnTo>
                    <a:pt x="3183720" y="670967"/>
                  </a:lnTo>
                  <a:lnTo>
                    <a:pt x="3182648" y="671199"/>
                  </a:lnTo>
                  <a:lnTo>
                    <a:pt x="3181576" y="671432"/>
                  </a:lnTo>
                  <a:lnTo>
                    <a:pt x="3180505" y="671666"/>
                  </a:lnTo>
                  <a:lnTo>
                    <a:pt x="3179433" y="671899"/>
                  </a:lnTo>
                  <a:lnTo>
                    <a:pt x="3178362" y="672133"/>
                  </a:lnTo>
                  <a:lnTo>
                    <a:pt x="3177290" y="672367"/>
                  </a:lnTo>
                  <a:lnTo>
                    <a:pt x="3176218" y="672601"/>
                  </a:lnTo>
                  <a:lnTo>
                    <a:pt x="3175147" y="672835"/>
                  </a:lnTo>
                  <a:lnTo>
                    <a:pt x="3174075" y="673070"/>
                  </a:lnTo>
                  <a:lnTo>
                    <a:pt x="3173004" y="673305"/>
                  </a:lnTo>
                  <a:lnTo>
                    <a:pt x="3171932" y="673540"/>
                  </a:lnTo>
                  <a:lnTo>
                    <a:pt x="3170860" y="673775"/>
                  </a:lnTo>
                  <a:lnTo>
                    <a:pt x="3169789" y="674011"/>
                  </a:lnTo>
                  <a:lnTo>
                    <a:pt x="3168717" y="674247"/>
                  </a:lnTo>
                  <a:lnTo>
                    <a:pt x="3167646" y="674483"/>
                  </a:lnTo>
                  <a:lnTo>
                    <a:pt x="3166574" y="674719"/>
                  </a:lnTo>
                  <a:lnTo>
                    <a:pt x="3165502" y="674955"/>
                  </a:lnTo>
                  <a:lnTo>
                    <a:pt x="3164431" y="675192"/>
                  </a:lnTo>
                  <a:lnTo>
                    <a:pt x="3163359" y="675429"/>
                  </a:lnTo>
                  <a:lnTo>
                    <a:pt x="3162288" y="675666"/>
                  </a:lnTo>
                  <a:lnTo>
                    <a:pt x="3161216" y="675904"/>
                  </a:lnTo>
                  <a:lnTo>
                    <a:pt x="3160144" y="676141"/>
                  </a:lnTo>
                  <a:lnTo>
                    <a:pt x="3159073" y="676379"/>
                  </a:lnTo>
                  <a:lnTo>
                    <a:pt x="3158001" y="676617"/>
                  </a:lnTo>
                  <a:lnTo>
                    <a:pt x="3156930" y="676856"/>
                  </a:lnTo>
                  <a:lnTo>
                    <a:pt x="3155858" y="677094"/>
                  </a:lnTo>
                  <a:lnTo>
                    <a:pt x="3154786" y="677333"/>
                  </a:lnTo>
                  <a:lnTo>
                    <a:pt x="3153715" y="677572"/>
                  </a:lnTo>
                  <a:lnTo>
                    <a:pt x="3152643" y="677811"/>
                  </a:lnTo>
                  <a:lnTo>
                    <a:pt x="3151572" y="678051"/>
                  </a:lnTo>
                  <a:lnTo>
                    <a:pt x="3150500" y="678291"/>
                  </a:lnTo>
                  <a:lnTo>
                    <a:pt x="3149428" y="678531"/>
                  </a:lnTo>
                  <a:lnTo>
                    <a:pt x="3148357" y="678771"/>
                  </a:lnTo>
                  <a:lnTo>
                    <a:pt x="3147285" y="679011"/>
                  </a:lnTo>
                  <a:lnTo>
                    <a:pt x="3146214" y="679252"/>
                  </a:lnTo>
                  <a:lnTo>
                    <a:pt x="3145142" y="679493"/>
                  </a:lnTo>
                  <a:lnTo>
                    <a:pt x="3144070" y="679734"/>
                  </a:lnTo>
                  <a:lnTo>
                    <a:pt x="3142999" y="679975"/>
                  </a:lnTo>
                  <a:lnTo>
                    <a:pt x="3141927" y="680217"/>
                  </a:lnTo>
                  <a:lnTo>
                    <a:pt x="3140856" y="680459"/>
                  </a:lnTo>
                  <a:lnTo>
                    <a:pt x="3139784" y="680701"/>
                  </a:lnTo>
                  <a:lnTo>
                    <a:pt x="3138712" y="680943"/>
                  </a:lnTo>
                  <a:lnTo>
                    <a:pt x="3137641" y="681185"/>
                  </a:lnTo>
                  <a:lnTo>
                    <a:pt x="3136569" y="681428"/>
                  </a:lnTo>
                  <a:lnTo>
                    <a:pt x="3135498" y="681671"/>
                  </a:lnTo>
                  <a:lnTo>
                    <a:pt x="3134426" y="681914"/>
                  </a:lnTo>
                  <a:lnTo>
                    <a:pt x="3133354" y="682158"/>
                  </a:lnTo>
                  <a:lnTo>
                    <a:pt x="3132283" y="682402"/>
                  </a:lnTo>
                  <a:lnTo>
                    <a:pt x="3131211" y="682646"/>
                  </a:lnTo>
                  <a:lnTo>
                    <a:pt x="3130140" y="682890"/>
                  </a:lnTo>
                  <a:lnTo>
                    <a:pt x="3129068" y="683134"/>
                  </a:lnTo>
                  <a:lnTo>
                    <a:pt x="3127996" y="683379"/>
                  </a:lnTo>
                  <a:lnTo>
                    <a:pt x="3126925" y="683624"/>
                  </a:lnTo>
                  <a:lnTo>
                    <a:pt x="3125853" y="683869"/>
                  </a:lnTo>
                  <a:lnTo>
                    <a:pt x="3124782" y="684114"/>
                  </a:lnTo>
                  <a:lnTo>
                    <a:pt x="3123710" y="684360"/>
                  </a:lnTo>
                  <a:lnTo>
                    <a:pt x="3122638" y="684606"/>
                  </a:lnTo>
                  <a:lnTo>
                    <a:pt x="3121567" y="684852"/>
                  </a:lnTo>
                  <a:lnTo>
                    <a:pt x="3120495" y="685098"/>
                  </a:lnTo>
                  <a:lnTo>
                    <a:pt x="3119424" y="685345"/>
                  </a:lnTo>
                  <a:lnTo>
                    <a:pt x="3118352" y="685592"/>
                  </a:lnTo>
                  <a:lnTo>
                    <a:pt x="3117280" y="685839"/>
                  </a:lnTo>
                  <a:lnTo>
                    <a:pt x="3116209" y="686087"/>
                  </a:lnTo>
                  <a:lnTo>
                    <a:pt x="3115137" y="686334"/>
                  </a:lnTo>
                  <a:lnTo>
                    <a:pt x="3114066" y="686582"/>
                  </a:lnTo>
                  <a:lnTo>
                    <a:pt x="3112994" y="686831"/>
                  </a:lnTo>
                  <a:lnTo>
                    <a:pt x="3111922" y="687079"/>
                  </a:lnTo>
                  <a:lnTo>
                    <a:pt x="3110851" y="687328"/>
                  </a:lnTo>
                  <a:lnTo>
                    <a:pt x="3109779" y="687577"/>
                  </a:lnTo>
                  <a:lnTo>
                    <a:pt x="3108708" y="687826"/>
                  </a:lnTo>
                  <a:lnTo>
                    <a:pt x="3107636" y="688076"/>
                  </a:lnTo>
                  <a:lnTo>
                    <a:pt x="3106564" y="688326"/>
                  </a:lnTo>
                  <a:lnTo>
                    <a:pt x="3105493" y="688576"/>
                  </a:lnTo>
                  <a:lnTo>
                    <a:pt x="3104421" y="688826"/>
                  </a:lnTo>
                  <a:lnTo>
                    <a:pt x="3103350" y="689077"/>
                  </a:lnTo>
                  <a:lnTo>
                    <a:pt x="3102278" y="689328"/>
                  </a:lnTo>
                  <a:lnTo>
                    <a:pt x="3101206" y="689580"/>
                  </a:lnTo>
                  <a:lnTo>
                    <a:pt x="3100135" y="689831"/>
                  </a:lnTo>
                  <a:lnTo>
                    <a:pt x="3099063" y="690083"/>
                  </a:lnTo>
                  <a:lnTo>
                    <a:pt x="3097992" y="690335"/>
                  </a:lnTo>
                  <a:lnTo>
                    <a:pt x="3096920" y="690588"/>
                  </a:lnTo>
                  <a:lnTo>
                    <a:pt x="3095848" y="690841"/>
                  </a:lnTo>
                  <a:lnTo>
                    <a:pt x="3094777" y="691094"/>
                  </a:lnTo>
                  <a:lnTo>
                    <a:pt x="3093705" y="691347"/>
                  </a:lnTo>
                  <a:lnTo>
                    <a:pt x="3092634" y="691601"/>
                  </a:lnTo>
                  <a:lnTo>
                    <a:pt x="3091562" y="691855"/>
                  </a:lnTo>
                  <a:lnTo>
                    <a:pt x="3090490" y="692109"/>
                  </a:lnTo>
                  <a:lnTo>
                    <a:pt x="3089419" y="692364"/>
                  </a:lnTo>
                  <a:lnTo>
                    <a:pt x="3088347" y="692619"/>
                  </a:lnTo>
                  <a:lnTo>
                    <a:pt x="3087276" y="692874"/>
                  </a:lnTo>
                  <a:lnTo>
                    <a:pt x="3086204" y="693130"/>
                  </a:lnTo>
                  <a:lnTo>
                    <a:pt x="3085132" y="693386"/>
                  </a:lnTo>
                  <a:lnTo>
                    <a:pt x="3084061" y="693642"/>
                  </a:lnTo>
                  <a:lnTo>
                    <a:pt x="3082989" y="693898"/>
                  </a:lnTo>
                  <a:lnTo>
                    <a:pt x="3081918" y="694155"/>
                  </a:lnTo>
                  <a:lnTo>
                    <a:pt x="3080846" y="694412"/>
                  </a:lnTo>
                  <a:lnTo>
                    <a:pt x="3079774" y="694670"/>
                  </a:lnTo>
                  <a:lnTo>
                    <a:pt x="3078703" y="694928"/>
                  </a:lnTo>
                  <a:lnTo>
                    <a:pt x="3077631" y="695186"/>
                  </a:lnTo>
                  <a:lnTo>
                    <a:pt x="3076560" y="695444"/>
                  </a:lnTo>
                  <a:lnTo>
                    <a:pt x="3075488" y="695703"/>
                  </a:lnTo>
                  <a:lnTo>
                    <a:pt x="3074416" y="695962"/>
                  </a:lnTo>
                  <a:lnTo>
                    <a:pt x="3073345" y="696222"/>
                  </a:lnTo>
                  <a:lnTo>
                    <a:pt x="3072273" y="696482"/>
                  </a:lnTo>
                  <a:lnTo>
                    <a:pt x="3071202" y="696742"/>
                  </a:lnTo>
                  <a:lnTo>
                    <a:pt x="3070130" y="697002"/>
                  </a:lnTo>
                  <a:lnTo>
                    <a:pt x="3069058" y="697263"/>
                  </a:lnTo>
                  <a:lnTo>
                    <a:pt x="3067987" y="697524"/>
                  </a:lnTo>
                  <a:lnTo>
                    <a:pt x="3066915" y="697786"/>
                  </a:lnTo>
                  <a:lnTo>
                    <a:pt x="3065844" y="698048"/>
                  </a:lnTo>
                  <a:lnTo>
                    <a:pt x="3064772" y="698310"/>
                  </a:lnTo>
                  <a:lnTo>
                    <a:pt x="3063700" y="698572"/>
                  </a:lnTo>
                  <a:lnTo>
                    <a:pt x="3062629" y="698835"/>
                  </a:lnTo>
                  <a:lnTo>
                    <a:pt x="3061557" y="699099"/>
                  </a:lnTo>
                  <a:lnTo>
                    <a:pt x="3060486" y="699362"/>
                  </a:lnTo>
                  <a:lnTo>
                    <a:pt x="3059414" y="699626"/>
                  </a:lnTo>
                  <a:lnTo>
                    <a:pt x="3058342" y="699890"/>
                  </a:lnTo>
                  <a:lnTo>
                    <a:pt x="3057271" y="700155"/>
                  </a:lnTo>
                  <a:lnTo>
                    <a:pt x="3056199" y="700420"/>
                  </a:lnTo>
                  <a:lnTo>
                    <a:pt x="3055128" y="700686"/>
                  </a:lnTo>
                  <a:lnTo>
                    <a:pt x="3054056" y="700951"/>
                  </a:lnTo>
                  <a:lnTo>
                    <a:pt x="3052984" y="701217"/>
                  </a:lnTo>
                  <a:lnTo>
                    <a:pt x="3051913" y="701484"/>
                  </a:lnTo>
                  <a:lnTo>
                    <a:pt x="3050841" y="701751"/>
                  </a:lnTo>
                  <a:lnTo>
                    <a:pt x="3049770" y="702018"/>
                  </a:lnTo>
                  <a:lnTo>
                    <a:pt x="3048698" y="702286"/>
                  </a:lnTo>
                  <a:lnTo>
                    <a:pt x="3047626" y="702554"/>
                  </a:lnTo>
                  <a:lnTo>
                    <a:pt x="3046555" y="702822"/>
                  </a:lnTo>
                  <a:lnTo>
                    <a:pt x="3045483" y="703091"/>
                  </a:lnTo>
                  <a:lnTo>
                    <a:pt x="3044412" y="703360"/>
                  </a:lnTo>
                  <a:lnTo>
                    <a:pt x="3043340" y="703629"/>
                  </a:lnTo>
                  <a:lnTo>
                    <a:pt x="3042268" y="703899"/>
                  </a:lnTo>
                  <a:lnTo>
                    <a:pt x="3041197" y="704169"/>
                  </a:lnTo>
                  <a:lnTo>
                    <a:pt x="3040125" y="704440"/>
                  </a:lnTo>
                  <a:lnTo>
                    <a:pt x="3039054" y="704711"/>
                  </a:lnTo>
                  <a:lnTo>
                    <a:pt x="3037982" y="704982"/>
                  </a:lnTo>
                  <a:lnTo>
                    <a:pt x="3036910" y="705254"/>
                  </a:lnTo>
                  <a:lnTo>
                    <a:pt x="3035839" y="705526"/>
                  </a:lnTo>
                  <a:lnTo>
                    <a:pt x="3034767" y="705799"/>
                  </a:lnTo>
                  <a:lnTo>
                    <a:pt x="3033696" y="706072"/>
                  </a:lnTo>
                  <a:lnTo>
                    <a:pt x="3032624" y="706345"/>
                  </a:lnTo>
                  <a:lnTo>
                    <a:pt x="3031552" y="706619"/>
                  </a:lnTo>
                  <a:lnTo>
                    <a:pt x="3030481" y="706893"/>
                  </a:lnTo>
                  <a:lnTo>
                    <a:pt x="3029409" y="707167"/>
                  </a:lnTo>
                  <a:lnTo>
                    <a:pt x="3028338" y="707442"/>
                  </a:lnTo>
                  <a:lnTo>
                    <a:pt x="3027266" y="707718"/>
                  </a:lnTo>
                  <a:lnTo>
                    <a:pt x="3026194" y="707993"/>
                  </a:lnTo>
                  <a:lnTo>
                    <a:pt x="3025123" y="708270"/>
                  </a:lnTo>
                  <a:lnTo>
                    <a:pt x="3024051" y="708546"/>
                  </a:lnTo>
                  <a:lnTo>
                    <a:pt x="3022980" y="708823"/>
                  </a:lnTo>
                  <a:lnTo>
                    <a:pt x="3021908" y="709100"/>
                  </a:lnTo>
                  <a:lnTo>
                    <a:pt x="3020836" y="709378"/>
                  </a:lnTo>
                  <a:lnTo>
                    <a:pt x="3019765" y="709656"/>
                  </a:lnTo>
                  <a:lnTo>
                    <a:pt x="3018693" y="709935"/>
                  </a:lnTo>
                  <a:lnTo>
                    <a:pt x="3017622" y="710214"/>
                  </a:lnTo>
                  <a:lnTo>
                    <a:pt x="3016550" y="710493"/>
                  </a:lnTo>
                  <a:lnTo>
                    <a:pt x="3015479" y="710773"/>
                  </a:lnTo>
                  <a:lnTo>
                    <a:pt x="3014407" y="711053"/>
                  </a:lnTo>
                  <a:lnTo>
                    <a:pt x="3013335" y="711334"/>
                  </a:lnTo>
                  <a:lnTo>
                    <a:pt x="3012264" y="711615"/>
                  </a:lnTo>
                  <a:lnTo>
                    <a:pt x="3011192" y="711896"/>
                  </a:lnTo>
                  <a:lnTo>
                    <a:pt x="3010121" y="712178"/>
                  </a:lnTo>
                  <a:lnTo>
                    <a:pt x="3009049" y="712460"/>
                  </a:lnTo>
                  <a:lnTo>
                    <a:pt x="3007977" y="712743"/>
                  </a:lnTo>
                  <a:lnTo>
                    <a:pt x="3006906" y="713026"/>
                  </a:lnTo>
                  <a:lnTo>
                    <a:pt x="3005834" y="713310"/>
                  </a:lnTo>
                  <a:lnTo>
                    <a:pt x="3004763" y="713594"/>
                  </a:lnTo>
                  <a:lnTo>
                    <a:pt x="3003691" y="713878"/>
                  </a:lnTo>
                  <a:lnTo>
                    <a:pt x="3002619" y="714163"/>
                  </a:lnTo>
                  <a:lnTo>
                    <a:pt x="3001548" y="714448"/>
                  </a:lnTo>
                  <a:lnTo>
                    <a:pt x="3000476" y="714734"/>
                  </a:lnTo>
                  <a:lnTo>
                    <a:pt x="2999405" y="715020"/>
                  </a:lnTo>
                  <a:lnTo>
                    <a:pt x="2998333" y="715306"/>
                  </a:lnTo>
                  <a:lnTo>
                    <a:pt x="2997261" y="715593"/>
                  </a:lnTo>
                  <a:lnTo>
                    <a:pt x="2996190" y="715881"/>
                  </a:lnTo>
                  <a:lnTo>
                    <a:pt x="2995118" y="716169"/>
                  </a:lnTo>
                  <a:lnTo>
                    <a:pt x="2994047" y="716457"/>
                  </a:lnTo>
                  <a:lnTo>
                    <a:pt x="2992975" y="716746"/>
                  </a:lnTo>
                  <a:lnTo>
                    <a:pt x="2991903" y="717035"/>
                  </a:lnTo>
                  <a:lnTo>
                    <a:pt x="2990832" y="717324"/>
                  </a:lnTo>
                  <a:lnTo>
                    <a:pt x="2989760" y="717615"/>
                  </a:lnTo>
                  <a:lnTo>
                    <a:pt x="2988689" y="717905"/>
                  </a:lnTo>
                  <a:lnTo>
                    <a:pt x="2987617" y="718196"/>
                  </a:lnTo>
                  <a:lnTo>
                    <a:pt x="2986545" y="718487"/>
                  </a:lnTo>
                  <a:lnTo>
                    <a:pt x="2985474" y="718779"/>
                  </a:lnTo>
                  <a:lnTo>
                    <a:pt x="2984402" y="719071"/>
                  </a:lnTo>
                  <a:lnTo>
                    <a:pt x="2983331" y="719364"/>
                  </a:lnTo>
                  <a:lnTo>
                    <a:pt x="2982259" y="719657"/>
                  </a:lnTo>
                  <a:lnTo>
                    <a:pt x="2981187" y="719951"/>
                  </a:lnTo>
                  <a:lnTo>
                    <a:pt x="2980116" y="720245"/>
                  </a:lnTo>
                  <a:lnTo>
                    <a:pt x="2979044" y="720540"/>
                  </a:lnTo>
                  <a:lnTo>
                    <a:pt x="2977973" y="720835"/>
                  </a:lnTo>
                  <a:lnTo>
                    <a:pt x="2976901" y="721130"/>
                  </a:lnTo>
                  <a:lnTo>
                    <a:pt x="2975829" y="721426"/>
                  </a:lnTo>
                  <a:lnTo>
                    <a:pt x="2974758" y="721722"/>
                  </a:lnTo>
                  <a:lnTo>
                    <a:pt x="2973686" y="722019"/>
                  </a:lnTo>
                  <a:lnTo>
                    <a:pt x="2972615" y="722317"/>
                  </a:lnTo>
                  <a:lnTo>
                    <a:pt x="2971543" y="722614"/>
                  </a:lnTo>
                  <a:lnTo>
                    <a:pt x="2970471" y="722912"/>
                  </a:lnTo>
                  <a:lnTo>
                    <a:pt x="2969400" y="723211"/>
                  </a:lnTo>
                  <a:lnTo>
                    <a:pt x="2968328" y="723510"/>
                  </a:lnTo>
                  <a:lnTo>
                    <a:pt x="2967257" y="723810"/>
                  </a:lnTo>
                  <a:lnTo>
                    <a:pt x="2966185" y="724110"/>
                  </a:lnTo>
                  <a:lnTo>
                    <a:pt x="2965113" y="724410"/>
                  </a:lnTo>
                  <a:lnTo>
                    <a:pt x="2964042" y="724711"/>
                  </a:lnTo>
                  <a:lnTo>
                    <a:pt x="2962970" y="725013"/>
                  </a:lnTo>
                  <a:lnTo>
                    <a:pt x="2961899" y="725315"/>
                  </a:lnTo>
                  <a:lnTo>
                    <a:pt x="2960827" y="725617"/>
                  </a:lnTo>
                  <a:lnTo>
                    <a:pt x="2959755" y="725920"/>
                  </a:lnTo>
                  <a:lnTo>
                    <a:pt x="2958684" y="726224"/>
                  </a:lnTo>
                  <a:lnTo>
                    <a:pt x="2957612" y="726527"/>
                  </a:lnTo>
                  <a:lnTo>
                    <a:pt x="2956541" y="726832"/>
                  </a:lnTo>
                  <a:lnTo>
                    <a:pt x="2955469" y="727136"/>
                  </a:lnTo>
                  <a:lnTo>
                    <a:pt x="2954397" y="727442"/>
                  </a:lnTo>
                  <a:lnTo>
                    <a:pt x="2953326" y="727747"/>
                  </a:lnTo>
                  <a:lnTo>
                    <a:pt x="2952254" y="728054"/>
                  </a:lnTo>
                  <a:lnTo>
                    <a:pt x="2951183" y="728360"/>
                  </a:lnTo>
                  <a:lnTo>
                    <a:pt x="2950111" y="728667"/>
                  </a:lnTo>
                  <a:lnTo>
                    <a:pt x="2949039" y="728975"/>
                  </a:lnTo>
                  <a:lnTo>
                    <a:pt x="2947968" y="729283"/>
                  </a:lnTo>
                  <a:lnTo>
                    <a:pt x="2946896" y="729592"/>
                  </a:lnTo>
                  <a:lnTo>
                    <a:pt x="2945825" y="729901"/>
                  </a:lnTo>
                  <a:lnTo>
                    <a:pt x="2944753" y="730211"/>
                  </a:lnTo>
                  <a:lnTo>
                    <a:pt x="2943681" y="730521"/>
                  </a:lnTo>
                  <a:lnTo>
                    <a:pt x="2942610" y="730831"/>
                  </a:lnTo>
                  <a:lnTo>
                    <a:pt x="2941538" y="731142"/>
                  </a:lnTo>
                  <a:lnTo>
                    <a:pt x="2940467" y="731454"/>
                  </a:lnTo>
                  <a:lnTo>
                    <a:pt x="2939395" y="731766"/>
                  </a:lnTo>
                  <a:lnTo>
                    <a:pt x="2938323" y="732078"/>
                  </a:lnTo>
                  <a:lnTo>
                    <a:pt x="2937252" y="732391"/>
                  </a:lnTo>
                  <a:lnTo>
                    <a:pt x="2936180" y="732705"/>
                  </a:lnTo>
                  <a:lnTo>
                    <a:pt x="2935109" y="733019"/>
                  </a:lnTo>
                  <a:lnTo>
                    <a:pt x="2934037" y="733333"/>
                  </a:lnTo>
                  <a:lnTo>
                    <a:pt x="2932965" y="733648"/>
                  </a:lnTo>
                  <a:lnTo>
                    <a:pt x="2931894" y="733964"/>
                  </a:lnTo>
                  <a:lnTo>
                    <a:pt x="2930822" y="734280"/>
                  </a:lnTo>
                  <a:lnTo>
                    <a:pt x="2929751" y="734596"/>
                  </a:lnTo>
                  <a:lnTo>
                    <a:pt x="2928679" y="734913"/>
                  </a:lnTo>
                  <a:lnTo>
                    <a:pt x="2927607" y="735231"/>
                  </a:lnTo>
                  <a:lnTo>
                    <a:pt x="2926536" y="735549"/>
                  </a:lnTo>
                  <a:lnTo>
                    <a:pt x="2925464" y="735867"/>
                  </a:lnTo>
                  <a:lnTo>
                    <a:pt x="2924393" y="736186"/>
                  </a:lnTo>
                  <a:lnTo>
                    <a:pt x="2923321" y="736506"/>
                  </a:lnTo>
                  <a:lnTo>
                    <a:pt x="2922249" y="736826"/>
                  </a:lnTo>
                  <a:lnTo>
                    <a:pt x="2921178" y="737146"/>
                  </a:lnTo>
                  <a:lnTo>
                    <a:pt x="2920106" y="737467"/>
                  </a:lnTo>
                  <a:lnTo>
                    <a:pt x="2919035" y="737789"/>
                  </a:lnTo>
                  <a:lnTo>
                    <a:pt x="2917963" y="738111"/>
                  </a:lnTo>
                  <a:lnTo>
                    <a:pt x="2916891" y="738433"/>
                  </a:lnTo>
                  <a:lnTo>
                    <a:pt x="2915820" y="738756"/>
                  </a:lnTo>
                  <a:lnTo>
                    <a:pt x="2914748" y="739080"/>
                  </a:lnTo>
                  <a:lnTo>
                    <a:pt x="2913677" y="739404"/>
                  </a:lnTo>
                  <a:lnTo>
                    <a:pt x="2912605" y="739729"/>
                  </a:lnTo>
                  <a:lnTo>
                    <a:pt x="2911533" y="740054"/>
                  </a:lnTo>
                  <a:lnTo>
                    <a:pt x="2910462" y="740379"/>
                  </a:lnTo>
                  <a:lnTo>
                    <a:pt x="2909390" y="740705"/>
                  </a:lnTo>
                  <a:lnTo>
                    <a:pt x="2908319" y="741032"/>
                  </a:lnTo>
                  <a:lnTo>
                    <a:pt x="2907247" y="741359"/>
                  </a:lnTo>
                  <a:lnTo>
                    <a:pt x="2906175" y="741687"/>
                  </a:lnTo>
                  <a:lnTo>
                    <a:pt x="2905104" y="742015"/>
                  </a:lnTo>
                  <a:lnTo>
                    <a:pt x="2904032" y="742344"/>
                  </a:lnTo>
                  <a:lnTo>
                    <a:pt x="2902961" y="742673"/>
                  </a:lnTo>
                  <a:lnTo>
                    <a:pt x="2901889" y="743002"/>
                  </a:lnTo>
                  <a:lnTo>
                    <a:pt x="2900817" y="743333"/>
                  </a:lnTo>
                  <a:lnTo>
                    <a:pt x="2899746" y="743663"/>
                  </a:lnTo>
                  <a:lnTo>
                    <a:pt x="2898674" y="743995"/>
                  </a:lnTo>
                  <a:lnTo>
                    <a:pt x="2897603" y="744327"/>
                  </a:lnTo>
                  <a:lnTo>
                    <a:pt x="2896531" y="744659"/>
                  </a:lnTo>
                  <a:lnTo>
                    <a:pt x="2895459" y="744992"/>
                  </a:lnTo>
                  <a:lnTo>
                    <a:pt x="2894388" y="745325"/>
                  </a:lnTo>
                  <a:lnTo>
                    <a:pt x="2893316" y="745659"/>
                  </a:lnTo>
                  <a:lnTo>
                    <a:pt x="2892245" y="745993"/>
                  </a:lnTo>
                  <a:lnTo>
                    <a:pt x="2891173" y="746328"/>
                  </a:lnTo>
                  <a:lnTo>
                    <a:pt x="2890101" y="746664"/>
                  </a:lnTo>
                  <a:lnTo>
                    <a:pt x="2889030" y="747000"/>
                  </a:lnTo>
                  <a:lnTo>
                    <a:pt x="2887958" y="747336"/>
                  </a:lnTo>
                  <a:lnTo>
                    <a:pt x="2886887" y="747673"/>
                  </a:lnTo>
                  <a:lnTo>
                    <a:pt x="2885815" y="748011"/>
                  </a:lnTo>
                  <a:lnTo>
                    <a:pt x="2884743" y="748349"/>
                  </a:lnTo>
                  <a:lnTo>
                    <a:pt x="2883672" y="748688"/>
                  </a:lnTo>
                  <a:lnTo>
                    <a:pt x="2882600" y="749027"/>
                  </a:lnTo>
                  <a:lnTo>
                    <a:pt x="2881529" y="749367"/>
                  </a:lnTo>
                  <a:lnTo>
                    <a:pt x="2880457" y="749707"/>
                  </a:lnTo>
                  <a:lnTo>
                    <a:pt x="2879385" y="750048"/>
                  </a:lnTo>
                  <a:lnTo>
                    <a:pt x="2878314" y="750389"/>
                  </a:lnTo>
                  <a:lnTo>
                    <a:pt x="2877242" y="750731"/>
                  </a:lnTo>
                  <a:lnTo>
                    <a:pt x="2876171" y="751073"/>
                  </a:lnTo>
                  <a:lnTo>
                    <a:pt x="2875099" y="751416"/>
                  </a:lnTo>
                  <a:lnTo>
                    <a:pt x="2874027" y="751760"/>
                  </a:lnTo>
                  <a:lnTo>
                    <a:pt x="2872956" y="752104"/>
                  </a:lnTo>
                  <a:lnTo>
                    <a:pt x="2871884" y="752448"/>
                  </a:lnTo>
                  <a:lnTo>
                    <a:pt x="2870813" y="752793"/>
                  </a:lnTo>
                  <a:lnTo>
                    <a:pt x="2869741" y="753139"/>
                  </a:lnTo>
                  <a:lnTo>
                    <a:pt x="2868669" y="753485"/>
                  </a:lnTo>
                  <a:lnTo>
                    <a:pt x="2867598" y="753832"/>
                  </a:lnTo>
                  <a:lnTo>
                    <a:pt x="2866526" y="754179"/>
                  </a:lnTo>
                  <a:lnTo>
                    <a:pt x="2865455" y="754527"/>
                  </a:lnTo>
                  <a:lnTo>
                    <a:pt x="2864383" y="754875"/>
                  </a:lnTo>
                  <a:lnTo>
                    <a:pt x="2863311" y="755224"/>
                  </a:lnTo>
                  <a:lnTo>
                    <a:pt x="2862240" y="755573"/>
                  </a:lnTo>
                  <a:lnTo>
                    <a:pt x="2861168" y="755923"/>
                  </a:lnTo>
                  <a:lnTo>
                    <a:pt x="2860097" y="756274"/>
                  </a:lnTo>
                  <a:lnTo>
                    <a:pt x="2859025" y="756625"/>
                  </a:lnTo>
                  <a:lnTo>
                    <a:pt x="2857953" y="756977"/>
                  </a:lnTo>
                  <a:lnTo>
                    <a:pt x="2856882" y="757329"/>
                  </a:lnTo>
                  <a:lnTo>
                    <a:pt x="2855810" y="757681"/>
                  </a:lnTo>
                  <a:lnTo>
                    <a:pt x="2854739" y="758035"/>
                  </a:lnTo>
                  <a:lnTo>
                    <a:pt x="2853667" y="758388"/>
                  </a:lnTo>
                  <a:lnTo>
                    <a:pt x="2852595" y="758743"/>
                  </a:lnTo>
                  <a:lnTo>
                    <a:pt x="2851524" y="759098"/>
                  </a:lnTo>
                  <a:lnTo>
                    <a:pt x="2850452" y="759453"/>
                  </a:lnTo>
                  <a:lnTo>
                    <a:pt x="2849381" y="759809"/>
                  </a:lnTo>
                  <a:lnTo>
                    <a:pt x="2848309" y="760166"/>
                  </a:lnTo>
                  <a:lnTo>
                    <a:pt x="2847237" y="760523"/>
                  </a:lnTo>
                  <a:lnTo>
                    <a:pt x="2846166" y="760880"/>
                  </a:lnTo>
                  <a:lnTo>
                    <a:pt x="2845094" y="761238"/>
                  </a:lnTo>
                  <a:lnTo>
                    <a:pt x="2844023" y="761597"/>
                  </a:lnTo>
                  <a:lnTo>
                    <a:pt x="2842951" y="761957"/>
                  </a:lnTo>
                  <a:lnTo>
                    <a:pt x="2841879" y="762316"/>
                  </a:lnTo>
                  <a:lnTo>
                    <a:pt x="2840808" y="762677"/>
                  </a:lnTo>
                  <a:lnTo>
                    <a:pt x="2839736" y="763038"/>
                  </a:lnTo>
                  <a:lnTo>
                    <a:pt x="2838665" y="763399"/>
                  </a:lnTo>
                  <a:lnTo>
                    <a:pt x="2837593" y="763761"/>
                  </a:lnTo>
                  <a:lnTo>
                    <a:pt x="2836522" y="764124"/>
                  </a:lnTo>
                  <a:lnTo>
                    <a:pt x="2835450" y="764487"/>
                  </a:lnTo>
                  <a:lnTo>
                    <a:pt x="2834378" y="764851"/>
                  </a:lnTo>
                  <a:lnTo>
                    <a:pt x="2833307" y="765215"/>
                  </a:lnTo>
                  <a:lnTo>
                    <a:pt x="2832235" y="765580"/>
                  </a:lnTo>
                  <a:lnTo>
                    <a:pt x="2831164" y="765946"/>
                  </a:lnTo>
                  <a:lnTo>
                    <a:pt x="2830092" y="766312"/>
                  </a:lnTo>
                  <a:lnTo>
                    <a:pt x="2829020" y="766678"/>
                  </a:lnTo>
                  <a:lnTo>
                    <a:pt x="2827949" y="767045"/>
                  </a:lnTo>
                  <a:lnTo>
                    <a:pt x="2826877" y="767413"/>
                  </a:lnTo>
                  <a:lnTo>
                    <a:pt x="2825806" y="767781"/>
                  </a:lnTo>
                  <a:lnTo>
                    <a:pt x="2824734" y="768150"/>
                  </a:lnTo>
                  <a:lnTo>
                    <a:pt x="2823662" y="768519"/>
                  </a:lnTo>
                  <a:lnTo>
                    <a:pt x="2822591" y="768889"/>
                  </a:lnTo>
                  <a:lnTo>
                    <a:pt x="2821519" y="769260"/>
                  </a:lnTo>
                  <a:lnTo>
                    <a:pt x="2820448" y="769631"/>
                  </a:lnTo>
                  <a:lnTo>
                    <a:pt x="2819376" y="770003"/>
                  </a:lnTo>
                  <a:lnTo>
                    <a:pt x="2818304" y="770375"/>
                  </a:lnTo>
                  <a:lnTo>
                    <a:pt x="2817233" y="770748"/>
                  </a:lnTo>
                  <a:lnTo>
                    <a:pt x="2816161" y="771121"/>
                  </a:lnTo>
                  <a:lnTo>
                    <a:pt x="2815090" y="771495"/>
                  </a:lnTo>
                  <a:lnTo>
                    <a:pt x="2814018" y="771869"/>
                  </a:lnTo>
                  <a:lnTo>
                    <a:pt x="2812946" y="772244"/>
                  </a:lnTo>
                  <a:lnTo>
                    <a:pt x="2811875" y="772620"/>
                  </a:lnTo>
                  <a:lnTo>
                    <a:pt x="2810803" y="772996"/>
                  </a:lnTo>
                  <a:lnTo>
                    <a:pt x="2809732" y="773373"/>
                  </a:lnTo>
                  <a:lnTo>
                    <a:pt x="2808660" y="773750"/>
                  </a:lnTo>
                  <a:lnTo>
                    <a:pt x="2807588" y="774128"/>
                  </a:lnTo>
                  <a:lnTo>
                    <a:pt x="2806517" y="774507"/>
                  </a:lnTo>
                  <a:lnTo>
                    <a:pt x="2805445" y="774886"/>
                  </a:lnTo>
                  <a:lnTo>
                    <a:pt x="2804374" y="775265"/>
                  </a:lnTo>
                  <a:lnTo>
                    <a:pt x="2803302" y="775646"/>
                  </a:lnTo>
                  <a:lnTo>
                    <a:pt x="2802230" y="776026"/>
                  </a:lnTo>
                  <a:lnTo>
                    <a:pt x="2801159" y="776408"/>
                  </a:lnTo>
                  <a:lnTo>
                    <a:pt x="2800087" y="776790"/>
                  </a:lnTo>
                  <a:lnTo>
                    <a:pt x="2799016" y="777172"/>
                  </a:lnTo>
                  <a:lnTo>
                    <a:pt x="2797944" y="777555"/>
                  </a:lnTo>
                  <a:lnTo>
                    <a:pt x="2796872" y="777939"/>
                  </a:lnTo>
                  <a:lnTo>
                    <a:pt x="2795801" y="778323"/>
                  </a:lnTo>
                  <a:lnTo>
                    <a:pt x="2794729" y="778708"/>
                  </a:lnTo>
                  <a:lnTo>
                    <a:pt x="2793658" y="779093"/>
                  </a:lnTo>
                  <a:lnTo>
                    <a:pt x="2792586" y="779479"/>
                  </a:lnTo>
                  <a:lnTo>
                    <a:pt x="2791514" y="779866"/>
                  </a:lnTo>
                  <a:lnTo>
                    <a:pt x="2790443" y="780253"/>
                  </a:lnTo>
                  <a:lnTo>
                    <a:pt x="2789371" y="780641"/>
                  </a:lnTo>
                  <a:lnTo>
                    <a:pt x="2788300" y="781029"/>
                  </a:lnTo>
                  <a:lnTo>
                    <a:pt x="2787228" y="781418"/>
                  </a:lnTo>
                  <a:lnTo>
                    <a:pt x="2786156" y="781807"/>
                  </a:lnTo>
                  <a:lnTo>
                    <a:pt x="2785085" y="782197"/>
                  </a:lnTo>
                  <a:lnTo>
                    <a:pt x="2784013" y="782588"/>
                  </a:lnTo>
                  <a:lnTo>
                    <a:pt x="2782942" y="782979"/>
                  </a:lnTo>
                  <a:lnTo>
                    <a:pt x="2781870" y="783371"/>
                  </a:lnTo>
                  <a:lnTo>
                    <a:pt x="2780798" y="783763"/>
                  </a:lnTo>
                  <a:lnTo>
                    <a:pt x="2779727" y="784156"/>
                  </a:lnTo>
                  <a:lnTo>
                    <a:pt x="2778655" y="784549"/>
                  </a:lnTo>
                  <a:lnTo>
                    <a:pt x="2777584" y="784944"/>
                  </a:lnTo>
                  <a:lnTo>
                    <a:pt x="2776512" y="785338"/>
                  </a:lnTo>
                  <a:lnTo>
                    <a:pt x="2775440" y="785733"/>
                  </a:lnTo>
                  <a:lnTo>
                    <a:pt x="2774369" y="786129"/>
                  </a:lnTo>
                  <a:lnTo>
                    <a:pt x="2773297" y="786526"/>
                  </a:lnTo>
                  <a:lnTo>
                    <a:pt x="2772226" y="786923"/>
                  </a:lnTo>
                  <a:lnTo>
                    <a:pt x="2771154" y="787320"/>
                  </a:lnTo>
                  <a:lnTo>
                    <a:pt x="2770082" y="787719"/>
                  </a:lnTo>
                  <a:lnTo>
                    <a:pt x="2769011" y="788117"/>
                  </a:lnTo>
                  <a:lnTo>
                    <a:pt x="2767939" y="788517"/>
                  </a:lnTo>
                  <a:lnTo>
                    <a:pt x="2766868" y="788917"/>
                  </a:lnTo>
                  <a:lnTo>
                    <a:pt x="2765796" y="789317"/>
                  </a:lnTo>
                  <a:lnTo>
                    <a:pt x="2764724" y="789718"/>
                  </a:lnTo>
                  <a:lnTo>
                    <a:pt x="2763653" y="790120"/>
                  </a:lnTo>
                  <a:lnTo>
                    <a:pt x="2762581" y="790522"/>
                  </a:lnTo>
                  <a:lnTo>
                    <a:pt x="2761510" y="790925"/>
                  </a:lnTo>
                  <a:lnTo>
                    <a:pt x="2760438" y="791329"/>
                  </a:lnTo>
                  <a:lnTo>
                    <a:pt x="2759366" y="791733"/>
                  </a:lnTo>
                  <a:lnTo>
                    <a:pt x="2758295" y="792137"/>
                  </a:lnTo>
                  <a:lnTo>
                    <a:pt x="2757223" y="792543"/>
                  </a:lnTo>
                  <a:lnTo>
                    <a:pt x="2756152" y="792949"/>
                  </a:lnTo>
                  <a:lnTo>
                    <a:pt x="2755080" y="793355"/>
                  </a:lnTo>
                  <a:lnTo>
                    <a:pt x="2754008" y="793762"/>
                  </a:lnTo>
                  <a:lnTo>
                    <a:pt x="2752937" y="794170"/>
                  </a:lnTo>
                  <a:lnTo>
                    <a:pt x="2751865" y="794578"/>
                  </a:lnTo>
                  <a:lnTo>
                    <a:pt x="2750794" y="794987"/>
                  </a:lnTo>
                  <a:lnTo>
                    <a:pt x="2749722" y="795396"/>
                  </a:lnTo>
                  <a:lnTo>
                    <a:pt x="2748650" y="795806"/>
                  </a:lnTo>
                  <a:lnTo>
                    <a:pt x="2747579" y="796217"/>
                  </a:lnTo>
                  <a:lnTo>
                    <a:pt x="2746507" y="796628"/>
                  </a:lnTo>
                  <a:lnTo>
                    <a:pt x="2745436" y="797040"/>
                  </a:lnTo>
                  <a:lnTo>
                    <a:pt x="2744364" y="797452"/>
                  </a:lnTo>
                  <a:lnTo>
                    <a:pt x="2743292" y="797865"/>
                  </a:lnTo>
                  <a:lnTo>
                    <a:pt x="2742221" y="798279"/>
                  </a:lnTo>
                  <a:lnTo>
                    <a:pt x="2741149" y="798693"/>
                  </a:lnTo>
                  <a:lnTo>
                    <a:pt x="2740078" y="799108"/>
                  </a:lnTo>
                  <a:lnTo>
                    <a:pt x="2739006" y="799523"/>
                  </a:lnTo>
                  <a:lnTo>
                    <a:pt x="2737934" y="799939"/>
                  </a:lnTo>
                  <a:lnTo>
                    <a:pt x="2736863" y="800356"/>
                  </a:lnTo>
                  <a:lnTo>
                    <a:pt x="2735791" y="800773"/>
                  </a:lnTo>
                  <a:lnTo>
                    <a:pt x="2734720" y="801191"/>
                  </a:lnTo>
                  <a:lnTo>
                    <a:pt x="2733648" y="801609"/>
                  </a:lnTo>
                  <a:lnTo>
                    <a:pt x="2732576" y="802028"/>
                  </a:lnTo>
                  <a:lnTo>
                    <a:pt x="2731505" y="802447"/>
                  </a:lnTo>
                  <a:lnTo>
                    <a:pt x="2730433" y="802868"/>
                  </a:lnTo>
                  <a:lnTo>
                    <a:pt x="2729362" y="803288"/>
                  </a:lnTo>
                  <a:lnTo>
                    <a:pt x="2728290" y="803710"/>
                  </a:lnTo>
                  <a:lnTo>
                    <a:pt x="2727218" y="804132"/>
                  </a:lnTo>
                  <a:lnTo>
                    <a:pt x="2726147" y="804554"/>
                  </a:lnTo>
                  <a:lnTo>
                    <a:pt x="2725075" y="804977"/>
                  </a:lnTo>
                  <a:lnTo>
                    <a:pt x="2724004" y="805401"/>
                  </a:lnTo>
                  <a:lnTo>
                    <a:pt x="2722932" y="805826"/>
                  </a:lnTo>
                  <a:lnTo>
                    <a:pt x="2721860" y="806251"/>
                  </a:lnTo>
                  <a:lnTo>
                    <a:pt x="2720789" y="806676"/>
                  </a:lnTo>
                  <a:lnTo>
                    <a:pt x="2719717" y="807102"/>
                  </a:lnTo>
                  <a:lnTo>
                    <a:pt x="2718646" y="807529"/>
                  </a:lnTo>
                  <a:lnTo>
                    <a:pt x="2717574" y="807957"/>
                  </a:lnTo>
                  <a:lnTo>
                    <a:pt x="2716502" y="808385"/>
                  </a:lnTo>
                  <a:lnTo>
                    <a:pt x="2715431" y="808813"/>
                  </a:lnTo>
                  <a:lnTo>
                    <a:pt x="2714359" y="809242"/>
                  </a:lnTo>
                  <a:lnTo>
                    <a:pt x="2713288" y="809672"/>
                  </a:lnTo>
                  <a:lnTo>
                    <a:pt x="2712216" y="810103"/>
                  </a:lnTo>
                  <a:lnTo>
                    <a:pt x="2711144" y="810534"/>
                  </a:lnTo>
                  <a:lnTo>
                    <a:pt x="2710073" y="810965"/>
                  </a:lnTo>
                  <a:lnTo>
                    <a:pt x="2709001" y="811398"/>
                  </a:lnTo>
                  <a:lnTo>
                    <a:pt x="2707930" y="811830"/>
                  </a:lnTo>
                  <a:lnTo>
                    <a:pt x="2706858" y="812264"/>
                  </a:lnTo>
                  <a:lnTo>
                    <a:pt x="2705786" y="812698"/>
                  </a:lnTo>
                  <a:lnTo>
                    <a:pt x="2704715" y="813133"/>
                  </a:lnTo>
                  <a:lnTo>
                    <a:pt x="2703643" y="813568"/>
                  </a:lnTo>
                  <a:lnTo>
                    <a:pt x="2702572" y="814004"/>
                  </a:lnTo>
                  <a:lnTo>
                    <a:pt x="2701500" y="814440"/>
                  </a:lnTo>
                  <a:lnTo>
                    <a:pt x="2700428" y="814877"/>
                  </a:lnTo>
                  <a:lnTo>
                    <a:pt x="2699357" y="815315"/>
                  </a:lnTo>
                  <a:lnTo>
                    <a:pt x="2698285" y="815753"/>
                  </a:lnTo>
                  <a:lnTo>
                    <a:pt x="2697214" y="816192"/>
                  </a:lnTo>
                  <a:lnTo>
                    <a:pt x="2696142" y="816632"/>
                  </a:lnTo>
                  <a:lnTo>
                    <a:pt x="2695070" y="817072"/>
                  </a:lnTo>
                  <a:lnTo>
                    <a:pt x="2693999" y="817513"/>
                  </a:lnTo>
                  <a:lnTo>
                    <a:pt x="2692927" y="817954"/>
                  </a:lnTo>
                  <a:lnTo>
                    <a:pt x="2691856" y="818396"/>
                  </a:lnTo>
                  <a:lnTo>
                    <a:pt x="2690784" y="818839"/>
                  </a:lnTo>
                  <a:lnTo>
                    <a:pt x="2689712" y="819282"/>
                  </a:lnTo>
                  <a:lnTo>
                    <a:pt x="2688641" y="819726"/>
                  </a:lnTo>
                  <a:lnTo>
                    <a:pt x="2687569" y="820170"/>
                  </a:lnTo>
                  <a:lnTo>
                    <a:pt x="2686498" y="820615"/>
                  </a:lnTo>
                  <a:lnTo>
                    <a:pt x="2685426" y="821061"/>
                  </a:lnTo>
                  <a:lnTo>
                    <a:pt x="2684354" y="821507"/>
                  </a:lnTo>
                  <a:lnTo>
                    <a:pt x="2683283" y="821954"/>
                  </a:lnTo>
                  <a:lnTo>
                    <a:pt x="2682211" y="822402"/>
                  </a:lnTo>
                  <a:lnTo>
                    <a:pt x="2681140" y="822850"/>
                  </a:lnTo>
                  <a:lnTo>
                    <a:pt x="2680068" y="823299"/>
                  </a:lnTo>
                  <a:lnTo>
                    <a:pt x="2678996" y="823748"/>
                  </a:lnTo>
                  <a:lnTo>
                    <a:pt x="2677925" y="824198"/>
                  </a:lnTo>
                  <a:lnTo>
                    <a:pt x="2676853" y="824649"/>
                  </a:lnTo>
                  <a:lnTo>
                    <a:pt x="2675782" y="825100"/>
                  </a:lnTo>
                  <a:lnTo>
                    <a:pt x="2674710" y="825552"/>
                  </a:lnTo>
                  <a:lnTo>
                    <a:pt x="2673638" y="826004"/>
                  </a:lnTo>
                  <a:lnTo>
                    <a:pt x="2672567" y="826457"/>
                  </a:lnTo>
                  <a:lnTo>
                    <a:pt x="2671495" y="826911"/>
                  </a:lnTo>
                  <a:lnTo>
                    <a:pt x="2670424" y="827365"/>
                  </a:lnTo>
                  <a:lnTo>
                    <a:pt x="2669352" y="827820"/>
                  </a:lnTo>
                  <a:lnTo>
                    <a:pt x="2668280" y="828276"/>
                  </a:lnTo>
                  <a:lnTo>
                    <a:pt x="2667209" y="828732"/>
                  </a:lnTo>
                  <a:lnTo>
                    <a:pt x="2666137" y="829188"/>
                  </a:lnTo>
                  <a:lnTo>
                    <a:pt x="2665066" y="829646"/>
                  </a:lnTo>
                  <a:lnTo>
                    <a:pt x="2663994" y="830104"/>
                  </a:lnTo>
                  <a:lnTo>
                    <a:pt x="2662922" y="830563"/>
                  </a:lnTo>
                  <a:lnTo>
                    <a:pt x="2661851" y="831022"/>
                  </a:lnTo>
                  <a:lnTo>
                    <a:pt x="2660779" y="831482"/>
                  </a:lnTo>
                  <a:lnTo>
                    <a:pt x="2659708" y="831942"/>
                  </a:lnTo>
                  <a:lnTo>
                    <a:pt x="2658636" y="832403"/>
                  </a:lnTo>
                  <a:lnTo>
                    <a:pt x="2657565" y="832865"/>
                  </a:lnTo>
                  <a:lnTo>
                    <a:pt x="2656493" y="833327"/>
                  </a:lnTo>
                  <a:lnTo>
                    <a:pt x="2655421" y="833790"/>
                  </a:lnTo>
                  <a:lnTo>
                    <a:pt x="2654350" y="834254"/>
                  </a:lnTo>
                  <a:lnTo>
                    <a:pt x="2653278" y="834718"/>
                  </a:lnTo>
                  <a:lnTo>
                    <a:pt x="2652207" y="835183"/>
                  </a:lnTo>
                  <a:lnTo>
                    <a:pt x="2651135" y="835648"/>
                  </a:lnTo>
                  <a:lnTo>
                    <a:pt x="2650063" y="836114"/>
                  </a:lnTo>
                  <a:lnTo>
                    <a:pt x="2648992" y="836581"/>
                  </a:lnTo>
                  <a:lnTo>
                    <a:pt x="2647920" y="837048"/>
                  </a:lnTo>
                  <a:lnTo>
                    <a:pt x="2646849" y="837516"/>
                  </a:lnTo>
                  <a:lnTo>
                    <a:pt x="2645777" y="837985"/>
                  </a:lnTo>
                  <a:lnTo>
                    <a:pt x="2644705" y="838454"/>
                  </a:lnTo>
                  <a:lnTo>
                    <a:pt x="2643634" y="838924"/>
                  </a:lnTo>
                  <a:lnTo>
                    <a:pt x="2642562" y="839394"/>
                  </a:lnTo>
                  <a:lnTo>
                    <a:pt x="2641491" y="839865"/>
                  </a:lnTo>
                  <a:lnTo>
                    <a:pt x="2640419" y="840337"/>
                  </a:lnTo>
                  <a:lnTo>
                    <a:pt x="2639347" y="840809"/>
                  </a:lnTo>
                  <a:lnTo>
                    <a:pt x="2638276" y="841282"/>
                  </a:lnTo>
                  <a:lnTo>
                    <a:pt x="2637204" y="841756"/>
                  </a:lnTo>
                  <a:lnTo>
                    <a:pt x="2636133" y="842230"/>
                  </a:lnTo>
                  <a:lnTo>
                    <a:pt x="2635061" y="842705"/>
                  </a:lnTo>
                  <a:lnTo>
                    <a:pt x="2633989" y="843180"/>
                  </a:lnTo>
                  <a:lnTo>
                    <a:pt x="2632918" y="843656"/>
                  </a:lnTo>
                  <a:lnTo>
                    <a:pt x="2631846" y="844133"/>
                  </a:lnTo>
                  <a:lnTo>
                    <a:pt x="2630775" y="844610"/>
                  </a:lnTo>
                  <a:lnTo>
                    <a:pt x="2629703" y="845088"/>
                  </a:lnTo>
                  <a:lnTo>
                    <a:pt x="2628631" y="845567"/>
                  </a:lnTo>
                  <a:lnTo>
                    <a:pt x="2627560" y="846046"/>
                  </a:lnTo>
                  <a:lnTo>
                    <a:pt x="2626488" y="846526"/>
                  </a:lnTo>
                  <a:lnTo>
                    <a:pt x="2625417" y="847006"/>
                  </a:lnTo>
                  <a:lnTo>
                    <a:pt x="2624345" y="847487"/>
                  </a:lnTo>
                  <a:lnTo>
                    <a:pt x="2623273" y="847969"/>
                  </a:lnTo>
                  <a:lnTo>
                    <a:pt x="2622202" y="848452"/>
                  </a:lnTo>
                  <a:lnTo>
                    <a:pt x="2621130" y="848934"/>
                  </a:lnTo>
                  <a:lnTo>
                    <a:pt x="2620059" y="849418"/>
                  </a:lnTo>
                  <a:lnTo>
                    <a:pt x="2618987" y="849902"/>
                  </a:lnTo>
                  <a:lnTo>
                    <a:pt x="2617915" y="850387"/>
                  </a:lnTo>
                  <a:lnTo>
                    <a:pt x="2616844" y="850873"/>
                  </a:lnTo>
                  <a:lnTo>
                    <a:pt x="2615772" y="851359"/>
                  </a:lnTo>
                  <a:lnTo>
                    <a:pt x="2614701" y="851846"/>
                  </a:lnTo>
                  <a:lnTo>
                    <a:pt x="2613629" y="852333"/>
                  </a:lnTo>
                  <a:lnTo>
                    <a:pt x="2612557" y="852821"/>
                  </a:lnTo>
                  <a:lnTo>
                    <a:pt x="2611486" y="853310"/>
                  </a:lnTo>
                  <a:lnTo>
                    <a:pt x="2610414" y="853799"/>
                  </a:lnTo>
                  <a:lnTo>
                    <a:pt x="2609343" y="854289"/>
                  </a:lnTo>
                  <a:lnTo>
                    <a:pt x="2608271" y="854779"/>
                  </a:lnTo>
                  <a:lnTo>
                    <a:pt x="2607199" y="855270"/>
                  </a:lnTo>
                  <a:lnTo>
                    <a:pt x="2606128" y="855762"/>
                  </a:lnTo>
                  <a:lnTo>
                    <a:pt x="2605056" y="856255"/>
                  </a:lnTo>
                  <a:lnTo>
                    <a:pt x="2603985" y="856748"/>
                  </a:lnTo>
                  <a:lnTo>
                    <a:pt x="2602913" y="857241"/>
                  </a:lnTo>
                  <a:lnTo>
                    <a:pt x="2601841" y="857736"/>
                  </a:lnTo>
                  <a:lnTo>
                    <a:pt x="2600770" y="858231"/>
                  </a:lnTo>
                  <a:lnTo>
                    <a:pt x="2599698" y="858726"/>
                  </a:lnTo>
                  <a:lnTo>
                    <a:pt x="2598627" y="859223"/>
                  </a:lnTo>
                  <a:lnTo>
                    <a:pt x="2597555" y="859719"/>
                  </a:lnTo>
                  <a:lnTo>
                    <a:pt x="2596483" y="860217"/>
                  </a:lnTo>
                  <a:lnTo>
                    <a:pt x="2595412" y="860715"/>
                  </a:lnTo>
                  <a:lnTo>
                    <a:pt x="2594340" y="861214"/>
                  </a:lnTo>
                  <a:lnTo>
                    <a:pt x="2593269" y="861713"/>
                  </a:lnTo>
                  <a:lnTo>
                    <a:pt x="2592197" y="862213"/>
                  </a:lnTo>
                  <a:lnTo>
                    <a:pt x="2591125" y="862714"/>
                  </a:lnTo>
                  <a:lnTo>
                    <a:pt x="2590054" y="863215"/>
                  </a:lnTo>
                  <a:lnTo>
                    <a:pt x="2588982" y="863717"/>
                  </a:lnTo>
                  <a:lnTo>
                    <a:pt x="2587911" y="864220"/>
                  </a:lnTo>
                  <a:lnTo>
                    <a:pt x="2586839" y="864723"/>
                  </a:lnTo>
                  <a:lnTo>
                    <a:pt x="2585767" y="865227"/>
                  </a:lnTo>
                  <a:lnTo>
                    <a:pt x="2584696" y="865731"/>
                  </a:lnTo>
                  <a:lnTo>
                    <a:pt x="2583624" y="866236"/>
                  </a:lnTo>
                  <a:lnTo>
                    <a:pt x="2582553" y="866742"/>
                  </a:lnTo>
                  <a:lnTo>
                    <a:pt x="2581481" y="867248"/>
                  </a:lnTo>
                  <a:lnTo>
                    <a:pt x="2580409" y="867756"/>
                  </a:lnTo>
                  <a:lnTo>
                    <a:pt x="2579338" y="868263"/>
                  </a:lnTo>
                  <a:lnTo>
                    <a:pt x="2578266" y="868771"/>
                  </a:lnTo>
                  <a:lnTo>
                    <a:pt x="2577195" y="869280"/>
                  </a:lnTo>
                  <a:lnTo>
                    <a:pt x="2576123" y="869790"/>
                  </a:lnTo>
                  <a:lnTo>
                    <a:pt x="2575051" y="870300"/>
                  </a:lnTo>
                  <a:lnTo>
                    <a:pt x="2573980" y="870811"/>
                  </a:lnTo>
                  <a:lnTo>
                    <a:pt x="2572908" y="871323"/>
                  </a:lnTo>
                  <a:lnTo>
                    <a:pt x="2571837" y="871835"/>
                  </a:lnTo>
                  <a:lnTo>
                    <a:pt x="2570765" y="872347"/>
                  </a:lnTo>
                  <a:lnTo>
                    <a:pt x="2569693" y="872861"/>
                  </a:lnTo>
                  <a:lnTo>
                    <a:pt x="2568622" y="873375"/>
                  </a:lnTo>
                  <a:lnTo>
                    <a:pt x="2567550" y="873890"/>
                  </a:lnTo>
                  <a:lnTo>
                    <a:pt x="2566479" y="874405"/>
                  </a:lnTo>
                  <a:lnTo>
                    <a:pt x="2565407" y="874921"/>
                  </a:lnTo>
                  <a:lnTo>
                    <a:pt x="2564335" y="875437"/>
                  </a:lnTo>
                  <a:lnTo>
                    <a:pt x="2563264" y="875955"/>
                  </a:lnTo>
                  <a:lnTo>
                    <a:pt x="2562192" y="876473"/>
                  </a:lnTo>
                  <a:lnTo>
                    <a:pt x="2561121" y="876991"/>
                  </a:lnTo>
                  <a:lnTo>
                    <a:pt x="2560049" y="877510"/>
                  </a:lnTo>
                  <a:lnTo>
                    <a:pt x="2558977" y="878030"/>
                  </a:lnTo>
                  <a:lnTo>
                    <a:pt x="2557906" y="878551"/>
                  </a:lnTo>
                  <a:lnTo>
                    <a:pt x="2556834" y="879072"/>
                  </a:lnTo>
                  <a:lnTo>
                    <a:pt x="2555763" y="879593"/>
                  </a:lnTo>
                  <a:lnTo>
                    <a:pt x="2554691" y="880116"/>
                  </a:lnTo>
                  <a:lnTo>
                    <a:pt x="2553619" y="880639"/>
                  </a:lnTo>
                  <a:lnTo>
                    <a:pt x="2552548" y="881162"/>
                  </a:lnTo>
                  <a:lnTo>
                    <a:pt x="2551476" y="881687"/>
                  </a:lnTo>
                  <a:lnTo>
                    <a:pt x="2550405" y="882212"/>
                  </a:lnTo>
                  <a:lnTo>
                    <a:pt x="2549333" y="882737"/>
                  </a:lnTo>
                  <a:lnTo>
                    <a:pt x="2548261" y="883264"/>
                  </a:lnTo>
                  <a:lnTo>
                    <a:pt x="2547190" y="883790"/>
                  </a:lnTo>
                  <a:lnTo>
                    <a:pt x="2546118" y="884318"/>
                  </a:lnTo>
                  <a:lnTo>
                    <a:pt x="2545047" y="884846"/>
                  </a:lnTo>
                  <a:lnTo>
                    <a:pt x="2543975" y="885375"/>
                  </a:lnTo>
                  <a:lnTo>
                    <a:pt x="2542903" y="885904"/>
                  </a:lnTo>
                  <a:lnTo>
                    <a:pt x="2541832" y="886434"/>
                  </a:lnTo>
                  <a:lnTo>
                    <a:pt x="2540760" y="886965"/>
                  </a:lnTo>
                  <a:lnTo>
                    <a:pt x="2539689" y="887496"/>
                  </a:lnTo>
                  <a:lnTo>
                    <a:pt x="2538617" y="888028"/>
                  </a:lnTo>
                  <a:lnTo>
                    <a:pt x="2537545" y="888561"/>
                  </a:lnTo>
                  <a:lnTo>
                    <a:pt x="2536474" y="889094"/>
                  </a:lnTo>
                  <a:lnTo>
                    <a:pt x="2535402" y="889628"/>
                  </a:lnTo>
                  <a:lnTo>
                    <a:pt x="2534331" y="890163"/>
                  </a:lnTo>
                  <a:lnTo>
                    <a:pt x="2533259" y="890698"/>
                  </a:lnTo>
                  <a:lnTo>
                    <a:pt x="2532187" y="891234"/>
                  </a:lnTo>
                  <a:lnTo>
                    <a:pt x="2531116" y="891771"/>
                  </a:lnTo>
                  <a:lnTo>
                    <a:pt x="2530044" y="892308"/>
                  </a:lnTo>
                  <a:lnTo>
                    <a:pt x="2528973" y="892846"/>
                  </a:lnTo>
                  <a:lnTo>
                    <a:pt x="2527901" y="893384"/>
                  </a:lnTo>
                  <a:lnTo>
                    <a:pt x="2526829" y="893923"/>
                  </a:lnTo>
                  <a:lnTo>
                    <a:pt x="2525758" y="894463"/>
                  </a:lnTo>
                  <a:lnTo>
                    <a:pt x="2524686" y="895003"/>
                  </a:lnTo>
                  <a:lnTo>
                    <a:pt x="2523615" y="895544"/>
                  </a:lnTo>
                  <a:lnTo>
                    <a:pt x="2522543" y="896086"/>
                  </a:lnTo>
                  <a:lnTo>
                    <a:pt x="2521471" y="896629"/>
                  </a:lnTo>
                  <a:lnTo>
                    <a:pt x="2520400" y="897172"/>
                  </a:lnTo>
                  <a:lnTo>
                    <a:pt x="2519328" y="897715"/>
                  </a:lnTo>
                  <a:lnTo>
                    <a:pt x="2518257" y="898259"/>
                  </a:lnTo>
                  <a:lnTo>
                    <a:pt x="2517185" y="898804"/>
                  </a:lnTo>
                  <a:lnTo>
                    <a:pt x="2516113" y="899350"/>
                  </a:lnTo>
                  <a:lnTo>
                    <a:pt x="2515042" y="899896"/>
                  </a:lnTo>
                  <a:lnTo>
                    <a:pt x="2513970" y="900443"/>
                  </a:lnTo>
                  <a:lnTo>
                    <a:pt x="2512899" y="900991"/>
                  </a:lnTo>
                  <a:lnTo>
                    <a:pt x="2511827" y="901539"/>
                  </a:lnTo>
                  <a:lnTo>
                    <a:pt x="2510755" y="902088"/>
                  </a:lnTo>
                  <a:lnTo>
                    <a:pt x="2509684" y="902637"/>
                  </a:lnTo>
                  <a:lnTo>
                    <a:pt x="2508612" y="903187"/>
                  </a:lnTo>
                  <a:lnTo>
                    <a:pt x="2507541" y="903738"/>
                  </a:lnTo>
                  <a:lnTo>
                    <a:pt x="2506469" y="904289"/>
                  </a:lnTo>
                  <a:lnTo>
                    <a:pt x="2505397" y="904841"/>
                  </a:lnTo>
                  <a:lnTo>
                    <a:pt x="2504326" y="905394"/>
                  </a:lnTo>
                  <a:lnTo>
                    <a:pt x="2503254" y="905948"/>
                  </a:lnTo>
                  <a:lnTo>
                    <a:pt x="2502183" y="906502"/>
                  </a:lnTo>
                  <a:lnTo>
                    <a:pt x="2501111" y="907056"/>
                  </a:lnTo>
                  <a:lnTo>
                    <a:pt x="2500039" y="907612"/>
                  </a:lnTo>
                  <a:lnTo>
                    <a:pt x="2498968" y="908168"/>
                  </a:lnTo>
                  <a:lnTo>
                    <a:pt x="2497896" y="908724"/>
                  </a:lnTo>
                  <a:lnTo>
                    <a:pt x="2496825" y="909281"/>
                  </a:lnTo>
                  <a:lnTo>
                    <a:pt x="2495753" y="909839"/>
                  </a:lnTo>
                  <a:lnTo>
                    <a:pt x="2494681" y="910398"/>
                  </a:lnTo>
                  <a:lnTo>
                    <a:pt x="2493610" y="910957"/>
                  </a:lnTo>
                  <a:lnTo>
                    <a:pt x="2492538" y="911517"/>
                  </a:lnTo>
                  <a:lnTo>
                    <a:pt x="2491467" y="912077"/>
                  </a:lnTo>
                  <a:lnTo>
                    <a:pt x="2490395" y="912639"/>
                  </a:lnTo>
                  <a:lnTo>
                    <a:pt x="2489323" y="913200"/>
                  </a:lnTo>
                  <a:lnTo>
                    <a:pt x="2488252" y="913763"/>
                  </a:lnTo>
                  <a:lnTo>
                    <a:pt x="2487180" y="914326"/>
                  </a:lnTo>
                  <a:lnTo>
                    <a:pt x="2486109" y="914890"/>
                  </a:lnTo>
                  <a:lnTo>
                    <a:pt x="2485037" y="915454"/>
                  </a:lnTo>
                  <a:lnTo>
                    <a:pt x="2483966" y="916019"/>
                  </a:lnTo>
                  <a:lnTo>
                    <a:pt x="2482894" y="916585"/>
                  </a:lnTo>
                  <a:lnTo>
                    <a:pt x="2481822" y="917151"/>
                  </a:lnTo>
                  <a:lnTo>
                    <a:pt x="2480751" y="917719"/>
                  </a:lnTo>
                  <a:lnTo>
                    <a:pt x="2479679" y="918286"/>
                  </a:lnTo>
                  <a:lnTo>
                    <a:pt x="2478608" y="918855"/>
                  </a:lnTo>
                  <a:lnTo>
                    <a:pt x="2477536" y="919424"/>
                  </a:lnTo>
                  <a:lnTo>
                    <a:pt x="2476464" y="919993"/>
                  </a:lnTo>
                  <a:lnTo>
                    <a:pt x="2475393" y="920563"/>
                  </a:lnTo>
                  <a:lnTo>
                    <a:pt x="2474321" y="921134"/>
                  </a:lnTo>
                  <a:lnTo>
                    <a:pt x="2473250" y="921706"/>
                  </a:lnTo>
                  <a:lnTo>
                    <a:pt x="2472178" y="922278"/>
                  </a:lnTo>
                  <a:lnTo>
                    <a:pt x="2471106" y="922851"/>
                  </a:lnTo>
                  <a:lnTo>
                    <a:pt x="2470035" y="923425"/>
                  </a:lnTo>
                  <a:lnTo>
                    <a:pt x="2468963" y="923999"/>
                  </a:lnTo>
                  <a:lnTo>
                    <a:pt x="2467892" y="924574"/>
                  </a:lnTo>
                  <a:lnTo>
                    <a:pt x="2466820" y="925149"/>
                  </a:lnTo>
                  <a:lnTo>
                    <a:pt x="2465748" y="925726"/>
                  </a:lnTo>
                  <a:lnTo>
                    <a:pt x="2464677" y="926302"/>
                  </a:lnTo>
                  <a:lnTo>
                    <a:pt x="2463605" y="926880"/>
                  </a:lnTo>
                  <a:lnTo>
                    <a:pt x="2462534" y="927458"/>
                  </a:lnTo>
                  <a:lnTo>
                    <a:pt x="2461462" y="928037"/>
                  </a:lnTo>
                  <a:lnTo>
                    <a:pt x="2460390" y="928616"/>
                  </a:lnTo>
                  <a:lnTo>
                    <a:pt x="2459319" y="929196"/>
                  </a:lnTo>
                  <a:lnTo>
                    <a:pt x="2458247" y="929777"/>
                  </a:lnTo>
                  <a:lnTo>
                    <a:pt x="2457176" y="930359"/>
                  </a:lnTo>
                  <a:lnTo>
                    <a:pt x="2456104" y="930941"/>
                  </a:lnTo>
                  <a:lnTo>
                    <a:pt x="2455032" y="931523"/>
                  </a:lnTo>
                  <a:lnTo>
                    <a:pt x="2453961" y="932107"/>
                  </a:lnTo>
                  <a:lnTo>
                    <a:pt x="2452889" y="932691"/>
                  </a:lnTo>
                  <a:lnTo>
                    <a:pt x="2451818" y="933276"/>
                  </a:lnTo>
                  <a:lnTo>
                    <a:pt x="2450746" y="933861"/>
                  </a:lnTo>
                  <a:lnTo>
                    <a:pt x="2449674" y="934447"/>
                  </a:lnTo>
                  <a:lnTo>
                    <a:pt x="2448603" y="935034"/>
                  </a:lnTo>
                  <a:lnTo>
                    <a:pt x="2447531" y="935621"/>
                  </a:lnTo>
                  <a:lnTo>
                    <a:pt x="2446460" y="936209"/>
                  </a:lnTo>
                  <a:lnTo>
                    <a:pt x="2445388" y="936797"/>
                  </a:lnTo>
                  <a:lnTo>
                    <a:pt x="2444316" y="937387"/>
                  </a:lnTo>
                  <a:lnTo>
                    <a:pt x="2443245" y="937977"/>
                  </a:lnTo>
                  <a:lnTo>
                    <a:pt x="2442173" y="938567"/>
                  </a:lnTo>
                  <a:lnTo>
                    <a:pt x="2441102" y="939159"/>
                  </a:lnTo>
                  <a:lnTo>
                    <a:pt x="2440030" y="939750"/>
                  </a:lnTo>
                  <a:lnTo>
                    <a:pt x="2438958" y="940343"/>
                  </a:lnTo>
                  <a:lnTo>
                    <a:pt x="2437887" y="940936"/>
                  </a:lnTo>
                  <a:lnTo>
                    <a:pt x="2436815" y="941530"/>
                  </a:lnTo>
                  <a:lnTo>
                    <a:pt x="2435744" y="942125"/>
                  </a:lnTo>
                  <a:lnTo>
                    <a:pt x="2434672" y="942720"/>
                  </a:lnTo>
                  <a:lnTo>
                    <a:pt x="2433600" y="943316"/>
                  </a:lnTo>
                  <a:lnTo>
                    <a:pt x="2432529" y="943912"/>
                  </a:lnTo>
                  <a:lnTo>
                    <a:pt x="2431457" y="944509"/>
                  </a:lnTo>
                  <a:lnTo>
                    <a:pt x="2430386" y="945107"/>
                  </a:lnTo>
                  <a:lnTo>
                    <a:pt x="2429314" y="945706"/>
                  </a:lnTo>
                  <a:lnTo>
                    <a:pt x="2428242" y="946305"/>
                  </a:lnTo>
                  <a:lnTo>
                    <a:pt x="2427171" y="946905"/>
                  </a:lnTo>
                  <a:lnTo>
                    <a:pt x="2426099" y="947505"/>
                  </a:lnTo>
                  <a:lnTo>
                    <a:pt x="2425028" y="948106"/>
                  </a:lnTo>
                  <a:lnTo>
                    <a:pt x="2423956" y="948708"/>
                  </a:lnTo>
                  <a:lnTo>
                    <a:pt x="2422884" y="949311"/>
                  </a:lnTo>
                  <a:lnTo>
                    <a:pt x="2421813" y="949914"/>
                  </a:lnTo>
                  <a:lnTo>
                    <a:pt x="2420741" y="950517"/>
                  </a:lnTo>
                  <a:lnTo>
                    <a:pt x="2419670" y="951122"/>
                  </a:lnTo>
                  <a:lnTo>
                    <a:pt x="2418598" y="951727"/>
                  </a:lnTo>
                  <a:lnTo>
                    <a:pt x="2417526" y="952333"/>
                  </a:lnTo>
                  <a:lnTo>
                    <a:pt x="2416455" y="952939"/>
                  </a:lnTo>
                  <a:lnTo>
                    <a:pt x="2415383" y="953546"/>
                  </a:lnTo>
                  <a:lnTo>
                    <a:pt x="2414312" y="954154"/>
                  </a:lnTo>
                  <a:lnTo>
                    <a:pt x="2413240" y="954762"/>
                  </a:lnTo>
                  <a:lnTo>
                    <a:pt x="2412168" y="955371"/>
                  </a:lnTo>
                  <a:lnTo>
                    <a:pt x="2411097" y="955981"/>
                  </a:lnTo>
                  <a:lnTo>
                    <a:pt x="2410025" y="956591"/>
                  </a:lnTo>
                  <a:lnTo>
                    <a:pt x="2408954" y="957202"/>
                  </a:lnTo>
                  <a:lnTo>
                    <a:pt x="2407882" y="957814"/>
                  </a:lnTo>
                  <a:lnTo>
                    <a:pt x="2406810" y="958426"/>
                  </a:lnTo>
                  <a:lnTo>
                    <a:pt x="2405739" y="959039"/>
                  </a:lnTo>
                  <a:lnTo>
                    <a:pt x="2404667" y="959653"/>
                  </a:lnTo>
                  <a:lnTo>
                    <a:pt x="2403596" y="960267"/>
                  </a:lnTo>
                  <a:lnTo>
                    <a:pt x="2402524" y="960882"/>
                  </a:lnTo>
                  <a:lnTo>
                    <a:pt x="2401452" y="961498"/>
                  </a:lnTo>
                  <a:lnTo>
                    <a:pt x="2400381" y="962114"/>
                  </a:lnTo>
                  <a:lnTo>
                    <a:pt x="2399309" y="962731"/>
                  </a:lnTo>
                  <a:lnTo>
                    <a:pt x="2398238" y="963349"/>
                  </a:lnTo>
                  <a:lnTo>
                    <a:pt x="2397166" y="963967"/>
                  </a:lnTo>
                  <a:lnTo>
                    <a:pt x="2396094" y="964586"/>
                  </a:lnTo>
                  <a:lnTo>
                    <a:pt x="2395023" y="965205"/>
                  </a:lnTo>
                  <a:lnTo>
                    <a:pt x="2393951" y="965826"/>
                  </a:lnTo>
                  <a:lnTo>
                    <a:pt x="2392880" y="966446"/>
                  </a:lnTo>
                  <a:lnTo>
                    <a:pt x="2391808" y="967068"/>
                  </a:lnTo>
                  <a:lnTo>
                    <a:pt x="2390736" y="967690"/>
                  </a:lnTo>
                  <a:lnTo>
                    <a:pt x="2389665" y="968313"/>
                  </a:lnTo>
                  <a:lnTo>
                    <a:pt x="2388593" y="968937"/>
                  </a:lnTo>
                  <a:lnTo>
                    <a:pt x="2387522" y="969561"/>
                  </a:lnTo>
                  <a:lnTo>
                    <a:pt x="2386450" y="970186"/>
                  </a:lnTo>
                  <a:lnTo>
                    <a:pt x="2385378" y="970811"/>
                  </a:lnTo>
                  <a:lnTo>
                    <a:pt x="2384307" y="971438"/>
                  </a:lnTo>
                  <a:lnTo>
                    <a:pt x="2383235" y="972064"/>
                  </a:lnTo>
                  <a:lnTo>
                    <a:pt x="2382164" y="972692"/>
                  </a:lnTo>
                  <a:lnTo>
                    <a:pt x="2381092" y="973320"/>
                  </a:lnTo>
                  <a:lnTo>
                    <a:pt x="2380020" y="973949"/>
                  </a:lnTo>
                  <a:lnTo>
                    <a:pt x="2378949" y="974578"/>
                  </a:lnTo>
                  <a:lnTo>
                    <a:pt x="2377877" y="975209"/>
                  </a:lnTo>
                  <a:lnTo>
                    <a:pt x="2376806" y="975839"/>
                  </a:lnTo>
                  <a:lnTo>
                    <a:pt x="2375734" y="976471"/>
                  </a:lnTo>
                  <a:lnTo>
                    <a:pt x="2374662" y="977103"/>
                  </a:lnTo>
                  <a:lnTo>
                    <a:pt x="2373591" y="977736"/>
                  </a:lnTo>
                  <a:lnTo>
                    <a:pt x="2372519" y="978369"/>
                  </a:lnTo>
                  <a:lnTo>
                    <a:pt x="2371448" y="979004"/>
                  </a:lnTo>
                  <a:lnTo>
                    <a:pt x="2370376" y="979638"/>
                  </a:lnTo>
                  <a:lnTo>
                    <a:pt x="2369304" y="980274"/>
                  </a:lnTo>
                  <a:lnTo>
                    <a:pt x="2368233" y="980910"/>
                  </a:lnTo>
                  <a:lnTo>
                    <a:pt x="2367161" y="981547"/>
                  </a:lnTo>
                  <a:lnTo>
                    <a:pt x="2366090" y="982184"/>
                  </a:lnTo>
                  <a:lnTo>
                    <a:pt x="2365018" y="982822"/>
                  </a:lnTo>
                  <a:lnTo>
                    <a:pt x="2363946" y="983461"/>
                  </a:lnTo>
                  <a:lnTo>
                    <a:pt x="2362875" y="984100"/>
                  </a:lnTo>
                  <a:lnTo>
                    <a:pt x="2361803" y="984741"/>
                  </a:lnTo>
                  <a:lnTo>
                    <a:pt x="2360732" y="985381"/>
                  </a:lnTo>
                  <a:lnTo>
                    <a:pt x="2359660" y="986023"/>
                  </a:lnTo>
                  <a:lnTo>
                    <a:pt x="2358588" y="986665"/>
                  </a:lnTo>
                  <a:lnTo>
                    <a:pt x="2357517" y="987308"/>
                  </a:lnTo>
                  <a:lnTo>
                    <a:pt x="2356445" y="987951"/>
                  </a:lnTo>
                  <a:lnTo>
                    <a:pt x="2355374" y="988595"/>
                  </a:lnTo>
                  <a:lnTo>
                    <a:pt x="2354302" y="989240"/>
                  </a:lnTo>
                  <a:lnTo>
                    <a:pt x="2353230" y="989885"/>
                  </a:lnTo>
                  <a:lnTo>
                    <a:pt x="2352159" y="990531"/>
                  </a:lnTo>
                  <a:lnTo>
                    <a:pt x="2351087" y="991178"/>
                  </a:lnTo>
                  <a:lnTo>
                    <a:pt x="2350016" y="991826"/>
                  </a:lnTo>
                  <a:lnTo>
                    <a:pt x="2348944" y="992474"/>
                  </a:lnTo>
                  <a:lnTo>
                    <a:pt x="2347872" y="993122"/>
                  </a:lnTo>
                  <a:lnTo>
                    <a:pt x="2346801" y="993772"/>
                  </a:lnTo>
                  <a:lnTo>
                    <a:pt x="2345729" y="994422"/>
                  </a:lnTo>
                  <a:lnTo>
                    <a:pt x="2344658" y="995072"/>
                  </a:lnTo>
                  <a:lnTo>
                    <a:pt x="2343586" y="995724"/>
                  </a:lnTo>
                  <a:lnTo>
                    <a:pt x="2342514" y="996376"/>
                  </a:lnTo>
                  <a:lnTo>
                    <a:pt x="2341443" y="997029"/>
                  </a:lnTo>
                  <a:lnTo>
                    <a:pt x="2340371" y="997682"/>
                  </a:lnTo>
                  <a:lnTo>
                    <a:pt x="2339300" y="998336"/>
                  </a:lnTo>
                  <a:lnTo>
                    <a:pt x="2338228" y="998991"/>
                  </a:lnTo>
                  <a:lnTo>
                    <a:pt x="2337156" y="999646"/>
                  </a:lnTo>
                  <a:lnTo>
                    <a:pt x="2336085" y="1000302"/>
                  </a:lnTo>
                  <a:lnTo>
                    <a:pt x="2335013" y="1000959"/>
                  </a:lnTo>
                  <a:lnTo>
                    <a:pt x="2333942" y="1001616"/>
                  </a:lnTo>
                  <a:lnTo>
                    <a:pt x="2332870" y="1002274"/>
                  </a:lnTo>
                  <a:lnTo>
                    <a:pt x="2331798" y="1002933"/>
                  </a:lnTo>
                  <a:lnTo>
                    <a:pt x="2330727" y="1003592"/>
                  </a:lnTo>
                  <a:lnTo>
                    <a:pt x="2329655" y="1004252"/>
                  </a:lnTo>
                  <a:lnTo>
                    <a:pt x="2328584" y="1004913"/>
                  </a:lnTo>
                  <a:lnTo>
                    <a:pt x="2327512" y="1005574"/>
                  </a:lnTo>
                  <a:lnTo>
                    <a:pt x="2326440" y="1006236"/>
                  </a:lnTo>
                  <a:lnTo>
                    <a:pt x="2325369" y="1006899"/>
                  </a:lnTo>
                  <a:lnTo>
                    <a:pt x="2324297" y="1007562"/>
                  </a:lnTo>
                  <a:lnTo>
                    <a:pt x="2323226" y="1008226"/>
                  </a:lnTo>
                  <a:lnTo>
                    <a:pt x="2322154" y="1008891"/>
                  </a:lnTo>
                  <a:lnTo>
                    <a:pt x="2321082" y="1009556"/>
                  </a:lnTo>
                  <a:lnTo>
                    <a:pt x="2320011" y="1010222"/>
                  </a:lnTo>
                  <a:lnTo>
                    <a:pt x="2318939" y="1010889"/>
                  </a:lnTo>
                  <a:lnTo>
                    <a:pt x="2317868" y="1011556"/>
                  </a:lnTo>
                  <a:lnTo>
                    <a:pt x="2316796" y="1012224"/>
                  </a:lnTo>
                  <a:lnTo>
                    <a:pt x="2315724" y="1012893"/>
                  </a:lnTo>
                  <a:lnTo>
                    <a:pt x="2314653" y="1013562"/>
                  </a:lnTo>
                  <a:lnTo>
                    <a:pt x="2313581" y="1014232"/>
                  </a:lnTo>
                  <a:lnTo>
                    <a:pt x="2312510" y="1014903"/>
                  </a:lnTo>
                  <a:lnTo>
                    <a:pt x="2311438" y="1015574"/>
                  </a:lnTo>
                  <a:lnTo>
                    <a:pt x="2310366" y="1016246"/>
                  </a:lnTo>
                  <a:lnTo>
                    <a:pt x="2309295" y="1016919"/>
                  </a:lnTo>
                  <a:lnTo>
                    <a:pt x="2308223" y="1017592"/>
                  </a:lnTo>
                  <a:lnTo>
                    <a:pt x="2307152" y="1018266"/>
                  </a:lnTo>
                  <a:lnTo>
                    <a:pt x="2306080" y="1018941"/>
                  </a:lnTo>
                  <a:lnTo>
                    <a:pt x="2305009" y="1019616"/>
                  </a:lnTo>
                  <a:lnTo>
                    <a:pt x="2303937" y="1020292"/>
                  </a:lnTo>
                  <a:lnTo>
                    <a:pt x="2302865" y="1020969"/>
                  </a:lnTo>
                  <a:lnTo>
                    <a:pt x="2301794" y="1021646"/>
                  </a:lnTo>
                  <a:lnTo>
                    <a:pt x="2300722" y="1022324"/>
                  </a:lnTo>
                  <a:lnTo>
                    <a:pt x="2299651" y="1023003"/>
                  </a:lnTo>
                  <a:lnTo>
                    <a:pt x="2298579" y="1023682"/>
                  </a:lnTo>
                  <a:lnTo>
                    <a:pt x="2297507" y="1024362"/>
                  </a:lnTo>
                  <a:lnTo>
                    <a:pt x="2296436" y="1025043"/>
                  </a:lnTo>
                  <a:lnTo>
                    <a:pt x="2295364" y="1025724"/>
                  </a:lnTo>
                  <a:lnTo>
                    <a:pt x="2294293" y="1026406"/>
                  </a:lnTo>
                  <a:lnTo>
                    <a:pt x="2293221" y="1027089"/>
                  </a:lnTo>
                  <a:lnTo>
                    <a:pt x="2292149" y="1027772"/>
                  </a:lnTo>
                  <a:lnTo>
                    <a:pt x="2291078" y="1028456"/>
                  </a:lnTo>
                  <a:lnTo>
                    <a:pt x="2290006" y="1029141"/>
                  </a:lnTo>
                  <a:lnTo>
                    <a:pt x="2288935" y="1029826"/>
                  </a:lnTo>
                  <a:lnTo>
                    <a:pt x="2287863" y="1030512"/>
                  </a:lnTo>
                  <a:lnTo>
                    <a:pt x="2286791" y="1031199"/>
                  </a:lnTo>
                  <a:lnTo>
                    <a:pt x="2285720" y="1031886"/>
                  </a:lnTo>
                  <a:lnTo>
                    <a:pt x="2284648" y="1032574"/>
                  </a:lnTo>
                  <a:lnTo>
                    <a:pt x="2283577" y="1033263"/>
                  </a:lnTo>
                  <a:lnTo>
                    <a:pt x="2282505" y="1033952"/>
                  </a:lnTo>
                  <a:lnTo>
                    <a:pt x="2281433" y="1034642"/>
                  </a:lnTo>
                  <a:lnTo>
                    <a:pt x="2280362" y="1035333"/>
                  </a:lnTo>
                  <a:lnTo>
                    <a:pt x="2279290" y="1036024"/>
                  </a:lnTo>
                  <a:lnTo>
                    <a:pt x="2278219" y="1036716"/>
                  </a:lnTo>
                  <a:lnTo>
                    <a:pt x="2277147" y="1037409"/>
                  </a:lnTo>
                  <a:lnTo>
                    <a:pt x="2276075" y="1038102"/>
                  </a:lnTo>
                  <a:lnTo>
                    <a:pt x="2275004" y="1038796"/>
                  </a:lnTo>
                  <a:lnTo>
                    <a:pt x="2273932" y="1039491"/>
                  </a:lnTo>
                  <a:lnTo>
                    <a:pt x="2272861" y="1040186"/>
                  </a:lnTo>
                  <a:lnTo>
                    <a:pt x="2271789" y="1040882"/>
                  </a:lnTo>
                  <a:lnTo>
                    <a:pt x="2270717" y="1041579"/>
                  </a:lnTo>
                  <a:lnTo>
                    <a:pt x="2269646" y="1042276"/>
                  </a:lnTo>
                  <a:lnTo>
                    <a:pt x="2268574" y="1042974"/>
                  </a:lnTo>
                  <a:lnTo>
                    <a:pt x="2267503" y="1043673"/>
                  </a:lnTo>
                  <a:lnTo>
                    <a:pt x="2266431" y="1044372"/>
                  </a:lnTo>
                  <a:lnTo>
                    <a:pt x="2265359" y="1045072"/>
                  </a:lnTo>
                  <a:lnTo>
                    <a:pt x="2264288" y="1045773"/>
                  </a:lnTo>
                  <a:lnTo>
                    <a:pt x="2263216" y="1046474"/>
                  </a:lnTo>
                  <a:lnTo>
                    <a:pt x="2262145" y="1047176"/>
                  </a:lnTo>
                  <a:lnTo>
                    <a:pt x="2261073" y="1047879"/>
                  </a:lnTo>
                  <a:lnTo>
                    <a:pt x="2260001" y="1048582"/>
                  </a:lnTo>
                  <a:lnTo>
                    <a:pt x="2258930" y="1049286"/>
                  </a:lnTo>
                  <a:lnTo>
                    <a:pt x="2257858" y="1049991"/>
                  </a:lnTo>
                  <a:lnTo>
                    <a:pt x="2256787" y="1050696"/>
                  </a:lnTo>
                  <a:lnTo>
                    <a:pt x="2255715" y="1051402"/>
                  </a:lnTo>
                  <a:lnTo>
                    <a:pt x="2254643" y="1052109"/>
                  </a:lnTo>
                  <a:lnTo>
                    <a:pt x="2253572" y="1052817"/>
                  </a:lnTo>
                  <a:lnTo>
                    <a:pt x="2252500" y="1053525"/>
                  </a:lnTo>
                  <a:lnTo>
                    <a:pt x="2251429" y="1054233"/>
                  </a:lnTo>
                  <a:lnTo>
                    <a:pt x="2250357" y="1054943"/>
                  </a:lnTo>
                  <a:lnTo>
                    <a:pt x="2249285" y="1055653"/>
                  </a:lnTo>
                  <a:lnTo>
                    <a:pt x="2248214" y="1056364"/>
                  </a:lnTo>
                  <a:lnTo>
                    <a:pt x="2247142" y="1057075"/>
                  </a:lnTo>
                  <a:lnTo>
                    <a:pt x="2246071" y="1057787"/>
                  </a:lnTo>
                  <a:lnTo>
                    <a:pt x="2244999" y="1058500"/>
                  </a:lnTo>
                  <a:lnTo>
                    <a:pt x="2243927" y="1059213"/>
                  </a:lnTo>
                  <a:lnTo>
                    <a:pt x="2242856" y="1059927"/>
                  </a:lnTo>
                  <a:lnTo>
                    <a:pt x="2241784" y="1060642"/>
                  </a:lnTo>
                  <a:lnTo>
                    <a:pt x="2240713" y="1061357"/>
                  </a:lnTo>
                  <a:lnTo>
                    <a:pt x="2239641" y="1062074"/>
                  </a:lnTo>
                  <a:lnTo>
                    <a:pt x="2238569" y="1062790"/>
                  </a:lnTo>
                  <a:lnTo>
                    <a:pt x="2237498" y="1063508"/>
                  </a:lnTo>
                  <a:lnTo>
                    <a:pt x="2236426" y="1064226"/>
                  </a:lnTo>
                  <a:lnTo>
                    <a:pt x="2235355" y="1064945"/>
                  </a:lnTo>
                  <a:lnTo>
                    <a:pt x="2234283" y="1065664"/>
                  </a:lnTo>
                  <a:lnTo>
                    <a:pt x="2233211" y="1066384"/>
                  </a:lnTo>
                  <a:lnTo>
                    <a:pt x="2232140" y="1067105"/>
                  </a:lnTo>
                  <a:lnTo>
                    <a:pt x="2231068" y="1067827"/>
                  </a:lnTo>
                  <a:lnTo>
                    <a:pt x="2229997" y="1068549"/>
                  </a:lnTo>
                  <a:lnTo>
                    <a:pt x="2228925" y="1069272"/>
                  </a:lnTo>
                  <a:lnTo>
                    <a:pt x="2227853" y="1069995"/>
                  </a:lnTo>
                  <a:lnTo>
                    <a:pt x="2226782" y="1070719"/>
                  </a:lnTo>
                  <a:lnTo>
                    <a:pt x="2225710" y="1071444"/>
                  </a:lnTo>
                  <a:lnTo>
                    <a:pt x="2224639" y="1072170"/>
                  </a:lnTo>
                  <a:lnTo>
                    <a:pt x="2223567" y="1072896"/>
                  </a:lnTo>
                  <a:lnTo>
                    <a:pt x="2222495" y="1073623"/>
                  </a:lnTo>
                  <a:lnTo>
                    <a:pt x="2221424" y="1074350"/>
                  </a:lnTo>
                  <a:lnTo>
                    <a:pt x="2220352" y="1075078"/>
                  </a:lnTo>
                  <a:lnTo>
                    <a:pt x="2219281" y="1075807"/>
                  </a:lnTo>
                  <a:lnTo>
                    <a:pt x="2218209" y="1076537"/>
                  </a:lnTo>
                  <a:lnTo>
                    <a:pt x="2217137" y="1077267"/>
                  </a:lnTo>
                  <a:lnTo>
                    <a:pt x="2216066" y="1077998"/>
                  </a:lnTo>
                  <a:lnTo>
                    <a:pt x="2214994" y="1078730"/>
                  </a:lnTo>
                  <a:lnTo>
                    <a:pt x="2213923" y="1079462"/>
                  </a:lnTo>
                  <a:lnTo>
                    <a:pt x="2212851" y="1080195"/>
                  </a:lnTo>
                  <a:lnTo>
                    <a:pt x="2211779" y="1080928"/>
                  </a:lnTo>
                  <a:lnTo>
                    <a:pt x="2210708" y="1081663"/>
                  </a:lnTo>
                  <a:lnTo>
                    <a:pt x="2209636" y="1082398"/>
                  </a:lnTo>
                  <a:lnTo>
                    <a:pt x="2208565" y="1083133"/>
                  </a:lnTo>
                  <a:lnTo>
                    <a:pt x="2207493" y="1083870"/>
                  </a:lnTo>
                  <a:lnTo>
                    <a:pt x="2206421" y="1084607"/>
                  </a:lnTo>
                  <a:lnTo>
                    <a:pt x="2205350" y="1085344"/>
                  </a:lnTo>
                  <a:lnTo>
                    <a:pt x="2204278" y="1086083"/>
                  </a:lnTo>
                  <a:lnTo>
                    <a:pt x="2203207" y="1086822"/>
                  </a:lnTo>
                  <a:lnTo>
                    <a:pt x="2202135" y="1087561"/>
                  </a:lnTo>
                  <a:lnTo>
                    <a:pt x="2201063" y="1088302"/>
                  </a:lnTo>
                  <a:lnTo>
                    <a:pt x="2199992" y="1089043"/>
                  </a:lnTo>
                  <a:lnTo>
                    <a:pt x="2198920" y="1089785"/>
                  </a:lnTo>
                  <a:lnTo>
                    <a:pt x="2197849" y="1090527"/>
                  </a:lnTo>
                  <a:lnTo>
                    <a:pt x="2196777" y="1091270"/>
                  </a:lnTo>
                  <a:lnTo>
                    <a:pt x="2195705" y="1092014"/>
                  </a:lnTo>
                  <a:lnTo>
                    <a:pt x="2194634" y="1092758"/>
                  </a:lnTo>
                  <a:lnTo>
                    <a:pt x="2193562" y="1093503"/>
                  </a:lnTo>
                  <a:lnTo>
                    <a:pt x="2192491" y="1094249"/>
                  </a:lnTo>
                  <a:lnTo>
                    <a:pt x="2191419" y="1094996"/>
                  </a:lnTo>
                  <a:lnTo>
                    <a:pt x="2190347" y="1095743"/>
                  </a:lnTo>
                  <a:lnTo>
                    <a:pt x="2189276" y="1096491"/>
                  </a:lnTo>
                  <a:lnTo>
                    <a:pt x="2188204" y="1097239"/>
                  </a:lnTo>
                  <a:lnTo>
                    <a:pt x="2187133" y="1097989"/>
                  </a:lnTo>
                  <a:lnTo>
                    <a:pt x="2186061" y="1098739"/>
                  </a:lnTo>
                  <a:lnTo>
                    <a:pt x="2184989" y="1099489"/>
                  </a:lnTo>
                  <a:lnTo>
                    <a:pt x="2183918" y="1100240"/>
                  </a:lnTo>
                  <a:lnTo>
                    <a:pt x="2182846" y="1100992"/>
                  </a:lnTo>
                  <a:lnTo>
                    <a:pt x="2181775" y="1101745"/>
                  </a:lnTo>
                  <a:lnTo>
                    <a:pt x="2180703" y="1102498"/>
                  </a:lnTo>
                  <a:lnTo>
                    <a:pt x="2179631" y="1103252"/>
                  </a:lnTo>
                  <a:lnTo>
                    <a:pt x="2178560" y="1104007"/>
                  </a:lnTo>
                  <a:lnTo>
                    <a:pt x="2177488" y="1104763"/>
                  </a:lnTo>
                  <a:lnTo>
                    <a:pt x="2176417" y="1105519"/>
                  </a:lnTo>
                  <a:lnTo>
                    <a:pt x="2175345" y="1106275"/>
                  </a:lnTo>
                  <a:lnTo>
                    <a:pt x="2174273" y="1107033"/>
                  </a:lnTo>
                  <a:lnTo>
                    <a:pt x="2173202" y="1107791"/>
                  </a:lnTo>
                  <a:lnTo>
                    <a:pt x="2172130" y="1108550"/>
                  </a:lnTo>
                  <a:lnTo>
                    <a:pt x="2171059" y="1109310"/>
                  </a:lnTo>
                  <a:lnTo>
                    <a:pt x="2169987" y="1110070"/>
                  </a:lnTo>
                  <a:lnTo>
                    <a:pt x="2168915" y="1110831"/>
                  </a:lnTo>
                  <a:lnTo>
                    <a:pt x="2167844" y="1111592"/>
                  </a:lnTo>
                  <a:lnTo>
                    <a:pt x="2166772" y="1112355"/>
                  </a:lnTo>
                  <a:lnTo>
                    <a:pt x="2165701" y="1113118"/>
                  </a:lnTo>
                  <a:lnTo>
                    <a:pt x="2164629" y="1113881"/>
                  </a:lnTo>
                  <a:lnTo>
                    <a:pt x="2163557" y="1114646"/>
                  </a:lnTo>
                  <a:lnTo>
                    <a:pt x="2162486" y="1115411"/>
                  </a:lnTo>
                  <a:lnTo>
                    <a:pt x="2161414" y="1116177"/>
                  </a:lnTo>
                  <a:lnTo>
                    <a:pt x="2160343" y="1116943"/>
                  </a:lnTo>
                  <a:lnTo>
                    <a:pt x="2159271" y="1117711"/>
                  </a:lnTo>
                  <a:lnTo>
                    <a:pt x="2158199" y="1118478"/>
                  </a:lnTo>
                  <a:lnTo>
                    <a:pt x="2157128" y="1119247"/>
                  </a:lnTo>
                  <a:lnTo>
                    <a:pt x="2156056" y="1120016"/>
                  </a:lnTo>
                  <a:lnTo>
                    <a:pt x="2154985" y="1120786"/>
                  </a:lnTo>
                  <a:lnTo>
                    <a:pt x="2153913" y="1121557"/>
                  </a:lnTo>
                  <a:lnTo>
                    <a:pt x="2152841" y="1122329"/>
                  </a:lnTo>
                  <a:lnTo>
                    <a:pt x="2151770" y="1123101"/>
                  </a:lnTo>
                  <a:lnTo>
                    <a:pt x="2150698" y="1123874"/>
                  </a:lnTo>
                  <a:lnTo>
                    <a:pt x="2149627" y="1124647"/>
                  </a:lnTo>
                  <a:lnTo>
                    <a:pt x="2148555" y="1125421"/>
                  </a:lnTo>
                  <a:lnTo>
                    <a:pt x="2147483" y="1126196"/>
                  </a:lnTo>
                  <a:lnTo>
                    <a:pt x="2146412" y="1126972"/>
                  </a:lnTo>
                  <a:lnTo>
                    <a:pt x="2145340" y="1127748"/>
                  </a:lnTo>
                  <a:lnTo>
                    <a:pt x="2144269" y="1128526"/>
                  </a:lnTo>
                  <a:lnTo>
                    <a:pt x="2143197" y="1129303"/>
                  </a:lnTo>
                  <a:lnTo>
                    <a:pt x="2142125" y="1130082"/>
                  </a:lnTo>
                  <a:lnTo>
                    <a:pt x="2141054" y="1130861"/>
                  </a:lnTo>
                  <a:lnTo>
                    <a:pt x="2139982" y="1131641"/>
                  </a:lnTo>
                  <a:lnTo>
                    <a:pt x="2138911" y="1132422"/>
                  </a:lnTo>
                  <a:lnTo>
                    <a:pt x="2137839" y="1133203"/>
                  </a:lnTo>
                  <a:lnTo>
                    <a:pt x="2136767" y="1133985"/>
                  </a:lnTo>
                  <a:lnTo>
                    <a:pt x="2135696" y="1134768"/>
                  </a:lnTo>
                  <a:lnTo>
                    <a:pt x="2134624" y="1135551"/>
                  </a:lnTo>
                  <a:lnTo>
                    <a:pt x="2133553" y="1136336"/>
                  </a:lnTo>
                  <a:lnTo>
                    <a:pt x="2132481" y="1137121"/>
                  </a:lnTo>
                  <a:lnTo>
                    <a:pt x="2131409" y="1137906"/>
                  </a:lnTo>
                  <a:lnTo>
                    <a:pt x="2130338" y="1138693"/>
                  </a:lnTo>
                  <a:lnTo>
                    <a:pt x="2129266" y="1139480"/>
                  </a:lnTo>
                  <a:lnTo>
                    <a:pt x="2128195" y="1140268"/>
                  </a:lnTo>
                  <a:lnTo>
                    <a:pt x="2127123" y="1141056"/>
                  </a:lnTo>
                  <a:lnTo>
                    <a:pt x="2126052" y="1141845"/>
                  </a:lnTo>
                  <a:lnTo>
                    <a:pt x="2124980" y="1142635"/>
                  </a:lnTo>
                  <a:lnTo>
                    <a:pt x="2123908" y="1143426"/>
                  </a:lnTo>
                  <a:lnTo>
                    <a:pt x="2122837" y="1144217"/>
                  </a:lnTo>
                  <a:lnTo>
                    <a:pt x="2121765" y="1145010"/>
                  </a:lnTo>
                  <a:lnTo>
                    <a:pt x="2120694" y="1145802"/>
                  </a:lnTo>
                  <a:lnTo>
                    <a:pt x="2119622" y="1146596"/>
                  </a:lnTo>
                  <a:lnTo>
                    <a:pt x="2118550" y="1147390"/>
                  </a:lnTo>
                  <a:lnTo>
                    <a:pt x="2117479" y="1148185"/>
                  </a:lnTo>
                  <a:lnTo>
                    <a:pt x="2116407" y="1148981"/>
                  </a:lnTo>
                  <a:lnTo>
                    <a:pt x="2115336" y="1149777"/>
                  </a:lnTo>
                  <a:lnTo>
                    <a:pt x="2114264" y="1150575"/>
                  </a:lnTo>
                  <a:lnTo>
                    <a:pt x="2113192" y="1151373"/>
                  </a:lnTo>
                  <a:lnTo>
                    <a:pt x="2112121" y="1152171"/>
                  </a:lnTo>
                  <a:lnTo>
                    <a:pt x="2111049" y="1152971"/>
                  </a:lnTo>
                  <a:lnTo>
                    <a:pt x="2109978" y="1153771"/>
                  </a:lnTo>
                  <a:lnTo>
                    <a:pt x="2108906" y="1154571"/>
                  </a:lnTo>
                  <a:lnTo>
                    <a:pt x="2107834" y="1155373"/>
                  </a:lnTo>
                  <a:lnTo>
                    <a:pt x="2106763" y="1156175"/>
                  </a:lnTo>
                  <a:lnTo>
                    <a:pt x="2105691" y="1156978"/>
                  </a:lnTo>
                  <a:lnTo>
                    <a:pt x="2104620" y="1157782"/>
                  </a:lnTo>
                  <a:lnTo>
                    <a:pt x="2103548" y="1158586"/>
                  </a:lnTo>
                  <a:lnTo>
                    <a:pt x="2102476" y="1159392"/>
                  </a:lnTo>
                  <a:lnTo>
                    <a:pt x="2101405" y="1160197"/>
                  </a:lnTo>
                  <a:lnTo>
                    <a:pt x="2100333" y="1161004"/>
                  </a:lnTo>
                  <a:lnTo>
                    <a:pt x="2099262" y="1161811"/>
                  </a:lnTo>
                  <a:lnTo>
                    <a:pt x="2098190" y="1162620"/>
                  </a:lnTo>
                  <a:lnTo>
                    <a:pt x="2097118" y="1163428"/>
                  </a:lnTo>
                  <a:lnTo>
                    <a:pt x="2096047" y="1164238"/>
                  </a:lnTo>
                  <a:lnTo>
                    <a:pt x="2094975" y="1165048"/>
                  </a:lnTo>
                  <a:lnTo>
                    <a:pt x="2093904" y="1165859"/>
                  </a:lnTo>
                  <a:lnTo>
                    <a:pt x="2092832" y="1166671"/>
                  </a:lnTo>
                  <a:lnTo>
                    <a:pt x="2091760" y="1167483"/>
                  </a:lnTo>
                  <a:lnTo>
                    <a:pt x="2090689" y="1168297"/>
                  </a:lnTo>
                  <a:lnTo>
                    <a:pt x="2089617" y="1169111"/>
                  </a:lnTo>
                  <a:lnTo>
                    <a:pt x="2088546" y="1169925"/>
                  </a:lnTo>
                  <a:lnTo>
                    <a:pt x="2087474" y="1170741"/>
                  </a:lnTo>
                  <a:lnTo>
                    <a:pt x="2086402" y="1171557"/>
                  </a:lnTo>
                  <a:lnTo>
                    <a:pt x="2085331" y="1172374"/>
                  </a:lnTo>
                  <a:lnTo>
                    <a:pt x="2084259" y="1173191"/>
                  </a:lnTo>
                  <a:lnTo>
                    <a:pt x="2083188" y="1174010"/>
                  </a:lnTo>
                  <a:lnTo>
                    <a:pt x="2082116" y="1174829"/>
                  </a:lnTo>
                  <a:lnTo>
                    <a:pt x="2081044" y="1175648"/>
                  </a:lnTo>
                  <a:lnTo>
                    <a:pt x="2079973" y="1176469"/>
                  </a:lnTo>
                  <a:lnTo>
                    <a:pt x="2078901" y="1177290"/>
                  </a:lnTo>
                  <a:lnTo>
                    <a:pt x="2077830" y="1178112"/>
                  </a:lnTo>
                  <a:lnTo>
                    <a:pt x="2076758" y="1178935"/>
                  </a:lnTo>
                  <a:lnTo>
                    <a:pt x="2075686" y="1179759"/>
                  </a:lnTo>
                  <a:lnTo>
                    <a:pt x="2074615" y="1180583"/>
                  </a:lnTo>
                  <a:lnTo>
                    <a:pt x="2073543" y="1181408"/>
                  </a:lnTo>
                  <a:lnTo>
                    <a:pt x="2072472" y="1182233"/>
                  </a:lnTo>
                  <a:lnTo>
                    <a:pt x="2071400" y="1183060"/>
                  </a:lnTo>
                  <a:lnTo>
                    <a:pt x="2070328" y="1183887"/>
                  </a:lnTo>
                  <a:lnTo>
                    <a:pt x="2069257" y="1184715"/>
                  </a:lnTo>
                  <a:lnTo>
                    <a:pt x="2068185" y="1185543"/>
                  </a:lnTo>
                  <a:lnTo>
                    <a:pt x="2067114" y="1186373"/>
                  </a:lnTo>
                  <a:lnTo>
                    <a:pt x="2066042" y="1187203"/>
                  </a:lnTo>
                  <a:lnTo>
                    <a:pt x="2064970" y="1188034"/>
                  </a:lnTo>
                  <a:lnTo>
                    <a:pt x="2063899" y="1188865"/>
                  </a:lnTo>
                  <a:lnTo>
                    <a:pt x="2062827" y="1189697"/>
                  </a:lnTo>
                  <a:lnTo>
                    <a:pt x="2061756" y="1190531"/>
                  </a:lnTo>
                  <a:lnTo>
                    <a:pt x="2060684" y="1191364"/>
                  </a:lnTo>
                  <a:lnTo>
                    <a:pt x="2059612" y="1192199"/>
                  </a:lnTo>
                  <a:lnTo>
                    <a:pt x="2058541" y="1193034"/>
                  </a:lnTo>
                  <a:lnTo>
                    <a:pt x="2057469" y="1193870"/>
                  </a:lnTo>
                  <a:lnTo>
                    <a:pt x="2056398" y="1194707"/>
                  </a:lnTo>
                  <a:lnTo>
                    <a:pt x="2055326" y="1195544"/>
                  </a:lnTo>
                  <a:lnTo>
                    <a:pt x="2054254" y="1196382"/>
                  </a:lnTo>
                  <a:lnTo>
                    <a:pt x="2053183" y="1197221"/>
                  </a:lnTo>
                  <a:lnTo>
                    <a:pt x="2052111" y="1198061"/>
                  </a:lnTo>
                  <a:lnTo>
                    <a:pt x="2051040" y="1198901"/>
                  </a:lnTo>
                  <a:lnTo>
                    <a:pt x="2049968" y="1199742"/>
                  </a:lnTo>
                  <a:lnTo>
                    <a:pt x="2048896" y="1200584"/>
                  </a:lnTo>
                  <a:lnTo>
                    <a:pt x="2047825" y="1201427"/>
                  </a:lnTo>
                  <a:lnTo>
                    <a:pt x="2046753" y="1202270"/>
                  </a:lnTo>
                  <a:lnTo>
                    <a:pt x="2045682" y="1203114"/>
                  </a:lnTo>
                  <a:lnTo>
                    <a:pt x="2044610" y="1203959"/>
                  </a:lnTo>
                  <a:lnTo>
                    <a:pt x="2043538" y="1204804"/>
                  </a:lnTo>
                  <a:lnTo>
                    <a:pt x="2042467" y="1205651"/>
                  </a:lnTo>
                  <a:lnTo>
                    <a:pt x="2041395" y="1206498"/>
                  </a:lnTo>
                  <a:lnTo>
                    <a:pt x="2040324" y="1207345"/>
                  </a:lnTo>
                  <a:lnTo>
                    <a:pt x="2039252" y="1208194"/>
                  </a:lnTo>
                  <a:lnTo>
                    <a:pt x="2038180" y="1209043"/>
                  </a:lnTo>
                  <a:lnTo>
                    <a:pt x="2037109" y="1209893"/>
                  </a:lnTo>
                  <a:lnTo>
                    <a:pt x="2036037" y="1210743"/>
                  </a:lnTo>
                  <a:lnTo>
                    <a:pt x="2034966" y="1211595"/>
                  </a:lnTo>
                  <a:lnTo>
                    <a:pt x="2033894" y="1212447"/>
                  </a:lnTo>
                  <a:lnTo>
                    <a:pt x="2032822" y="1213300"/>
                  </a:lnTo>
                  <a:lnTo>
                    <a:pt x="2031751" y="1214153"/>
                  </a:lnTo>
                  <a:lnTo>
                    <a:pt x="2030679" y="1215008"/>
                  </a:lnTo>
                  <a:lnTo>
                    <a:pt x="2029608" y="1215863"/>
                  </a:lnTo>
                  <a:lnTo>
                    <a:pt x="2028536" y="1216718"/>
                  </a:lnTo>
                  <a:lnTo>
                    <a:pt x="2027464" y="1217575"/>
                  </a:lnTo>
                  <a:lnTo>
                    <a:pt x="2026393" y="1218432"/>
                  </a:lnTo>
                  <a:lnTo>
                    <a:pt x="2025321" y="1219290"/>
                  </a:lnTo>
                  <a:lnTo>
                    <a:pt x="2024250" y="1220149"/>
                  </a:lnTo>
                  <a:lnTo>
                    <a:pt x="2023178" y="1221008"/>
                  </a:lnTo>
                  <a:lnTo>
                    <a:pt x="2022106" y="1221868"/>
                  </a:lnTo>
                  <a:lnTo>
                    <a:pt x="2021035" y="1222729"/>
                  </a:lnTo>
                  <a:lnTo>
                    <a:pt x="2019963" y="1223591"/>
                  </a:lnTo>
                  <a:lnTo>
                    <a:pt x="2018892" y="1224453"/>
                  </a:lnTo>
                  <a:lnTo>
                    <a:pt x="2017820" y="1225316"/>
                  </a:lnTo>
                  <a:lnTo>
                    <a:pt x="2016748" y="1226180"/>
                  </a:lnTo>
                  <a:lnTo>
                    <a:pt x="2015677" y="1227044"/>
                  </a:lnTo>
                  <a:lnTo>
                    <a:pt x="2014605" y="1227909"/>
                  </a:lnTo>
                  <a:lnTo>
                    <a:pt x="2013534" y="1228775"/>
                  </a:lnTo>
                  <a:lnTo>
                    <a:pt x="2012462" y="1229642"/>
                  </a:lnTo>
                  <a:lnTo>
                    <a:pt x="2011390" y="1230509"/>
                  </a:lnTo>
                  <a:lnTo>
                    <a:pt x="2010319" y="1231378"/>
                  </a:lnTo>
                  <a:lnTo>
                    <a:pt x="2009247" y="1232246"/>
                  </a:lnTo>
                  <a:lnTo>
                    <a:pt x="2008176" y="1233116"/>
                  </a:lnTo>
                  <a:lnTo>
                    <a:pt x="2007104" y="1233986"/>
                  </a:lnTo>
                  <a:lnTo>
                    <a:pt x="2006032" y="1234857"/>
                  </a:lnTo>
                  <a:lnTo>
                    <a:pt x="2004961" y="1235729"/>
                  </a:lnTo>
                  <a:lnTo>
                    <a:pt x="2003889" y="1236601"/>
                  </a:lnTo>
                  <a:lnTo>
                    <a:pt x="2002818" y="1237474"/>
                  </a:lnTo>
                  <a:lnTo>
                    <a:pt x="2001746" y="1238348"/>
                  </a:lnTo>
                  <a:lnTo>
                    <a:pt x="2000674" y="1239223"/>
                  </a:lnTo>
                  <a:lnTo>
                    <a:pt x="1999603" y="1240098"/>
                  </a:lnTo>
                  <a:lnTo>
                    <a:pt x="1998531" y="1240974"/>
                  </a:lnTo>
                  <a:lnTo>
                    <a:pt x="1997460" y="1241851"/>
                  </a:lnTo>
                  <a:lnTo>
                    <a:pt x="1996388" y="1242728"/>
                  </a:lnTo>
                  <a:lnTo>
                    <a:pt x="1995316" y="1243606"/>
                  </a:lnTo>
                  <a:lnTo>
                    <a:pt x="1994245" y="1244485"/>
                  </a:lnTo>
                  <a:lnTo>
                    <a:pt x="1993173" y="1245364"/>
                  </a:lnTo>
                  <a:lnTo>
                    <a:pt x="1992102" y="1246245"/>
                  </a:lnTo>
                  <a:lnTo>
                    <a:pt x="1991030" y="1247126"/>
                  </a:lnTo>
                  <a:lnTo>
                    <a:pt x="1989958" y="1248007"/>
                  </a:lnTo>
                  <a:lnTo>
                    <a:pt x="1988887" y="1248890"/>
                  </a:lnTo>
                  <a:lnTo>
                    <a:pt x="1987815" y="1249773"/>
                  </a:lnTo>
                  <a:lnTo>
                    <a:pt x="1986744" y="1250656"/>
                  </a:lnTo>
                  <a:lnTo>
                    <a:pt x="1985672" y="1251541"/>
                  </a:lnTo>
                  <a:lnTo>
                    <a:pt x="1984600" y="1252426"/>
                  </a:lnTo>
                  <a:lnTo>
                    <a:pt x="1983529" y="1253312"/>
                  </a:lnTo>
                  <a:lnTo>
                    <a:pt x="1982457" y="1254198"/>
                  </a:lnTo>
                  <a:lnTo>
                    <a:pt x="1981386" y="1255086"/>
                  </a:lnTo>
                  <a:lnTo>
                    <a:pt x="1980314" y="1255974"/>
                  </a:lnTo>
                  <a:lnTo>
                    <a:pt x="1979242" y="1256862"/>
                  </a:lnTo>
                  <a:lnTo>
                    <a:pt x="1978171" y="1257752"/>
                  </a:lnTo>
                  <a:lnTo>
                    <a:pt x="1977099" y="1258642"/>
                  </a:lnTo>
                  <a:lnTo>
                    <a:pt x="1976028" y="1259532"/>
                  </a:lnTo>
                  <a:lnTo>
                    <a:pt x="1974956" y="1260424"/>
                  </a:lnTo>
                  <a:lnTo>
                    <a:pt x="1973884" y="1261316"/>
                  </a:lnTo>
                  <a:lnTo>
                    <a:pt x="1972813" y="1262209"/>
                  </a:lnTo>
                  <a:lnTo>
                    <a:pt x="1971741" y="1263102"/>
                  </a:lnTo>
                  <a:lnTo>
                    <a:pt x="1970670" y="1263996"/>
                  </a:lnTo>
                  <a:lnTo>
                    <a:pt x="1969598" y="1264891"/>
                  </a:lnTo>
                  <a:lnTo>
                    <a:pt x="1968526" y="1265787"/>
                  </a:lnTo>
                  <a:lnTo>
                    <a:pt x="1967455" y="1266683"/>
                  </a:lnTo>
                  <a:lnTo>
                    <a:pt x="1966383" y="1267580"/>
                  </a:lnTo>
                  <a:lnTo>
                    <a:pt x="1965312" y="1268477"/>
                  </a:lnTo>
                  <a:lnTo>
                    <a:pt x="1964240" y="1269376"/>
                  </a:lnTo>
                  <a:lnTo>
                    <a:pt x="1963168" y="1270275"/>
                  </a:lnTo>
                  <a:lnTo>
                    <a:pt x="1962097" y="1271174"/>
                  </a:lnTo>
                  <a:lnTo>
                    <a:pt x="1961025" y="1272075"/>
                  </a:lnTo>
                  <a:lnTo>
                    <a:pt x="1959954" y="1272975"/>
                  </a:lnTo>
                  <a:lnTo>
                    <a:pt x="1958882" y="1273877"/>
                  </a:lnTo>
                  <a:lnTo>
                    <a:pt x="1957810" y="1274779"/>
                  </a:lnTo>
                  <a:lnTo>
                    <a:pt x="1956739" y="1275682"/>
                  </a:lnTo>
                  <a:lnTo>
                    <a:pt x="1955667" y="1276586"/>
                  </a:lnTo>
                  <a:lnTo>
                    <a:pt x="1954596" y="1277490"/>
                  </a:lnTo>
                  <a:lnTo>
                    <a:pt x="1953524" y="1278395"/>
                  </a:lnTo>
                  <a:lnTo>
                    <a:pt x="1952453" y="1279301"/>
                  </a:lnTo>
                  <a:lnTo>
                    <a:pt x="1951381" y="1280207"/>
                  </a:lnTo>
                  <a:lnTo>
                    <a:pt x="1950309" y="1281114"/>
                  </a:lnTo>
                  <a:lnTo>
                    <a:pt x="1949238" y="1282021"/>
                  </a:lnTo>
                  <a:lnTo>
                    <a:pt x="1948166" y="1282930"/>
                  </a:lnTo>
                  <a:lnTo>
                    <a:pt x="1947095" y="1283838"/>
                  </a:lnTo>
                  <a:lnTo>
                    <a:pt x="1946023" y="1284748"/>
                  </a:lnTo>
                  <a:lnTo>
                    <a:pt x="1944951" y="1285658"/>
                  </a:lnTo>
                  <a:lnTo>
                    <a:pt x="1943880" y="1286569"/>
                  </a:lnTo>
                  <a:lnTo>
                    <a:pt x="1942808" y="1287480"/>
                  </a:lnTo>
                  <a:lnTo>
                    <a:pt x="1941737" y="1288392"/>
                  </a:lnTo>
                  <a:lnTo>
                    <a:pt x="1940665" y="1289305"/>
                  </a:lnTo>
                  <a:lnTo>
                    <a:pt x="1939593" y="1290218"/>
                  </a:lnTo>
                  <a:lnTo>
                    <a:pt x="1938522" y="1291132"/>
                  </a:lnTo>
                  <a:lnTo>
                    <a:pt x="1937450" y="1292047"/>
                  </a:lnTo>
                  <a:lnTo>
                    <a:pt x="1936379" y="1292962"/>
                  </a:lnTo>
                  <a:lnTo>
                    <a:pt x="1935307" y="1293878"/>
                  </a:lnTo>
                  <a:lnTo>
                    <a:pt x="1934235" y="1294795"/>
                  </a:lnTo>
                  <a:lnTo>
                    <a:pt x="1933164" y="1295712"/>
                  </a:lnTo>
                  <a:lnTo>
                    <a:pt x="1932092" y="1296630"/>
                  </a:lnTo>
                  <a:lnTo>
                    <a:pt x="1931021" y="1297548"/>
                  </a:lnTo>
                  <a:lnTo>
                    <a:pt x="1929949" y="1298467"/>
                  </a:lnTo>
                  <a:lnTo>
                    <a:pt x="1928877" y="1299386"/>
                  </a:lnTo>
                  <a:lnTo>
                    <a:pt x="1927806" y="1300307"/>
                  </a:lnTo>
                  <a:lnTo>
                    <a:pt x="1926734" y="1301227"/>
                  </a:lnTo>
                  <a:lnTo>
                    <a:pt x="1925663" y="1302149"/>
                  </a:lnTo>
                  <a:lnTo>
                    <a:pt x="1924591" y="1303071"/>
                  </a:lnTo>
                  <a:lnTo>
                    <a:pt x="1923519" y="1303993"/>
                  </a:lnTo>
                  <a:lnTo>
                    <a:pt x="1922448" y="1304917"/>
                  </a:lnTo>
                  <a:lnTo>
                    <a:pt x="1921376" y="1305841"/>
                  </a:lnTo>
                  <a:lnTo>
                    <a:pt x="1920305" y="1306765"/>
                  </a:lnTo>
                  <a:lnTo>
                    <a:pt x="1919233" y="1307690"/>
                  </a:lnTo>
                  <a:lnTo>
                    <a:pt x="1918161" y="1308616"/>
                  </a:lnTo>
                  <a:lnTo>
                    <a:pt x="1917090" y="1309542"/>
                  </a:lnTo>
                  <a:lnTo>
                    <a:pt x="1916018" y="1310468"/>
                  </a:lnTo>
                  <a:lnTo>
                    <a:pt x="1914947" y="1311396"/>
                  </a:lnTo>
                  <a:lnTo>
                    <a:pt x="1913875" y="1312324"/>
                  </a:lnTo>
                  <a:lnTo>
                    <a:pt x="1912803" y="1313252"/>
                  </a:lnTo>
                  <a:lnTo>
                    <a:pt x="1911732" y="1314181"/>
                  </a:lnTo>
                  <a:lnTo>
                    <a:pt x="1910660" y="1315111"/>
                  </a:lnTo>
                  <a:lnTo>
                    <a:pt x="1909589" y="1316041"/>
                  </a:lnTo>
                  <a:lnTo>
                    <a:pt x="1908517" y="1316972"/>
                  </a:lnTo>
                  <a:lnTo>
                    <a:pt x="1907445" y="1317903"/>
                  </a:lnTo>
                  <a:lnTo>
                    <a:pt x="1906374" y="1318835"/>
                  </a:lnTo>
                  <a:lnTo>
                    <a:pt x="1905302" y="1319767"/>
                  </a:lnTo>
                  <a:lnTo>
                    <a:pt x="1904231" y="1320700"/>
                  </a:lnTo>
                  <a:lnTo>
                    <a:pt x="1903159" y="1321634"/>
                  </a:lnTo>
                  <a:lnTo>
                    <a:pt x="1902087" y="1322568"/>
                  </a:lnTo>
                  <a:lnTo>
                    <a:pt x="1901016" y="1323502"/>
                  </a:lnTo>
                  <a:lnTo>
                    <a:pt x="1899944" y="1324438"/>
                  </a:lnTo>
                  <a:lnTo>
                    <a:pt x="1898873" y="1325373"/>
                  </a:lnTo>
                  <a:lnTo>
                    <a:pt x="1897801" y="1326309"/>
                  </a:lnTo>
                  <a:lnTo>
                    <a:pt x="1896729" y="1327246"/>
                  </a:lnTo>
                  <a:lnTo>
                    <a:pt x="1895658" y="1328183"/>
                  </a:lnTo>
                  <a:lnTo>
                    <a:pt x="1894586" y="1329121"/>
                  </a:lnTo>
                  <a:lnTo>
                    <a:pt x="1893515" y="1330059"/>
                  </a:lnTo>
                  <a:lnTo>
                    <a:pt x="1892443" y="1330998"/>
                  </a:lnTo>
                  <a:lnTo>
                    <a:pt x="1891371" y="1331937"/>
                  </a:lnTo>
                  <a:lnTo>
                    <a:pt x="1890300" y="1332877"/>
                  </a:lnTo>
                  <a:lnTo>
                    <a:pt x="1889228" y="1333818"/>
                  </a:lnTo>
                  <a:lnTo>
                    <a:pt x="1888157" y="1334758"/>
                  </a:lnTo>
                  <a:lnTo>
                    <a:pt x="1887085" y="1335700"/>
                  </a:lnTo>
                  <a:lnTo>
                    <a:pt x="1886013" y="1336641"/>
                  </a:lnTo>
                  <a:lnTo>
                    <a:pt x="1884942" y="1337584"/>
                  </a:lnTo>
                  <a:lnTo>
                    <a:pt x="1883870" y="1338526"/>
                  </a:lnTo>
                  <a:lnTo>
                    <a:pt x="1882799" y="1339470"/>
                  </a:lnTo>
                  <a:lnTo>
                    <a:pt x="1881727" y="1340413"/>
                  </a:lnTo>
                  <a:lnTo>
                    <a:pt x="1880655" y="1341358"/>
                  </a:lnTo>
                  <a:lnTo>
                    <a:pt x="1879584" y="1342302"/>
                  </a:lnTo>
                  <a:lnTo>
                    <a:pt x="1878512" y="1343247"/>
                  </a:lnTo>
                  <a:lnTo>
                    <a:pt x="1877441" y="1344193"/>
                  </a:lnTo>
                  <a:lnTo>
                    <a:pt x="1876369" y="1345139"/>
                  </a:lnTo>
                  <a:lnTo>
                    <a:pt x="1875297" y="1346085"/>
                  </a:lnTo>
                  <a:lnTo>
                    <a:pt x="1874226" y="1347032"/>
                  </a:lnTo>
                  <a:lnTo>
                    <a:pt x="1873154" y="1347980"/>
                  </a:lnTo>
                  <a:lnTo>
                    <a:pt x="1872083" y="1348927"/>
                  </a:lnTo>
                  <a:lnTo>
                    <a:pt x="1871011" y="1349876"/>
                  </a:lnTo>
                  <a:lnTo>
                    <a:pt x="1869939" y="1350824"/>
                  </a:lnTo>
                  <a:lnTo>
                    <a:pt x="1868868" y="1351773"/>
                  </a:lnTo>
                  <a:lnTo>
                    <a:pt x="1867796" y="1352723"/>
                  </a:lnTo>
                  <a:lnTo>
                    <a:pt x="1866725" y="1353673"/>
                  </a:lnTo>
                  <a:lnTo>
                    <a:pt x="1865653" y="1354623"/>
                  </a:lnTo>
                  <a:lnTo>
                    <a:pt x="1864581" y="1355574"/>
                  </a:lnTo>
                  <a:lnTo>
                    <a:pt x="1863510" y="1356525"/>
                  </a:lnTo>
                  <a:lnTo>
                    <a:pt x="1862438" y="1357476"/>
                  </a:lnTo>
                  <a:lnTo>
                    <a:pt x="1861367" y="1358428"/>
                  </a:lnTo>
                  <a:lnTo>
                    <a:pt x="1860295" y="1359380"/>
                  </a:lnTo>
                  <a:lnTo>
                    <a:pt x="1859223" y="1360333"/>
                  </a:lnTo>
                  <a:lnTo>
                    <a:pt x="1858152" y="1361286"/>
                  </a:lnTo>
                  <a:lnTo>
                    <a:pt x="1857080" y="1362240"/>
                  </a:lnTo>
                  <a:lnTo>
                    <a:pt x="1856009" y="1363193"/>
                  </a:lnTo>
                  <a:lnTo>
                    <a:pt x="1854937" y="1364147"/>
                  </a:lnTo>
                  <a:lnTo>
                    <a:pt x="1853865" y="1365102"/>
                  </a:lnTo>
                  <a:lnTo>
                    <a:pt x="1852794" y="1366057"/>
                  </a:lnTo>
                  <a:lnTo>
                    <a:pt x="1851722" y="1367012"/>
                  </a:lnTo>
                  <a:lnTo>
                    <a:pt x="1850651" y="1367967"/>
                  </a:lnTo>
                  <a:lnTo>
                    <a:pt x="1849579" y="1368923"/>
                  </a:lnTo>
                  <a:lnTo>
                    <a:pt x="1848507" y="1369879"/>
                  </a:lnTo>
                  <a:lnTo>
                    <a:pt x="1847436" y="1370836"/>
                  </a:lnTo>
                  <a:lnTo>
                    <a:pt x="1846364" y="1371793"/>
                  </a:lnTo>
                  <a:lnTo>
                    <a:pt x="1845293" y="1372750"/>
                  </a:lnTo>
                  <a:lnTo>
                    <a:pt x="1844221" y="1373707"/>
                  </a:lnTo>
                  <a:lnTo>
                    <a:pt x="1843149" y="1374665"/>
                  </a:lnTo>
                  <a:lnTo>
                    <a:pt x="1842078" y="1375623"/>
                  </a:lnTo>
                  <a:lnTo>
                    <a:pt x="1841006" y="1376581"/>
                  </a:lnTo>
                  <a:lnTo>
                    <a:pt x="1839935" y="1377540"/>
                  </a:lnTo>
                  <a:lnTo>
                    <a:pt x="1838863" y="1378499"/>
                  </a:lnTo>
                  <a:lnTo>
                    <a:pt x="1837791" y="1379458"/>
                  </a:lnTo>
                  <a:lnTo>
                    <a:pt x="1836720" y="1380417"/>
                  </a:lnTo>
                  <a:lnTo>
                    <a:pt x="1835648" y="1381377"/>
                  </a:lnTo>
                  <a:lnTo>
                    <a:pt x="1834577" y="1382337"/>
                  </a:lnTo>
                  <a:lnTo>
                    <a:pt x="1833505" y="1383297"/>
                  </a:lnTo>
                  <a:lnTo>
                    <a:pt x="1832433" y="1384258"/>
                  </a:lnTo>
                  <a:lnTo>
                    <a:pt x="1831362" y="1385218"/>
                  </a:lnTo>
                  <a:lnTo>
                    <a:pt x="1830290" y="1386179"/>
                  </a:lnTo>
                  <a:lnTo>
                    <a:pt x="1829219" y="1387140"/>
                  </a:lnTo>
                  <a:lnTo>
                    <a:pt x="1828147" y="1388102"/>
                  </a:lnTo>
                  <a:lnTo>
                    <a:pt x="1827075" y="1389063"/>
                  </a:lnTo>
                  <a:lnTo>
                    <a:pt x="1826004" y="1390025"/>
                  </a:lnTo>
                  <a:lnTo>
                    <a:pt x="1824932" y="1390987"/>
                  </a:lnTo>
                  <a:lnTo>
                    <a:pt x="1823861" y="1391949"/>
                  </a:lnTo>
                  <a:lnTo>
                    <a:pt x="1822789" y="1392912"/>
                  </a:lnTo>
                  <a:lnTo>
                    <a:pt x="1821717" y="1393874"/>
                  </a:lnTo>
                  <a:lnTo>
                    <a:pt x="1820646" y="1394837"/>
                  </a:lnTo>
                  <a:lnTo>
                    <a:pt x="1819574" y="1395800"/>
                  </a:lnTo>
                  <a:lnTo>
                    <a:pt x="1818503" y="1396763"/>
                  </a:lnTo>
                  <a:lnTo>
                    <a:pt x="1817431" y="1397726"/>
                  </a:lnTo>
                  <a:lnTo>
                    <a:pt x="1816359" y="1398689"/>
                  </a:lnTo>
                  <a:lnTo>
                    <a:pt x="1815288" y="1399653"/>
                  </a:lnTo>
                  <a:lnTo>
                    <a:pt x="1814216" y="1400616"/>
                  </a:lnTo>
                  <a:lnTo>
                    <a:pt x="1813145" y="1401580"/>
                  </a:lnTo>
                  <a:lnTo>
                    <a:pt x="1812073" y="1402544"/>
                  </a:lnTo>
                  <a:lnTo>
                    <a:pt x="1811001" y="1403508"/>
                  </a:lnTo>
                  <a:lnTo>
                    <a:pt x="1809930" y="1404472"/>
                  </a:lnTo>
                  <a:lnTo>
                    <a:pt x="1808858" y="1405436"/>
                  </a:lnTo>
                  <a:lnTo>
                    <a:pt x="1807787" y="1406400"/>
                  </a:lnTo>
                  <a:lnTo>
                    <a:pt x="1806715" y="1407364"/>
                  </a:lnTo>
                  <a:lnTo>
                    <a:pt x="1805643" y="1408329"/>
                  </a:lnTo>
                  <a:lnTo>
                    <a:pt x="1804572" y="1409293"/>
                  </a:lnTo>
                  <a:lnTo>
                    <a:pt x="1803500" y="1410258"/>
                  </a:lnTo>
                  <a:lnTo>
                    <a:pt x="1802429" y="1411222"/>
                  </a:lnTo>
                  <a:lnTo>
                    <a:pt x="1801357" y="1412187"/>
                  </a:lnTo>
                  <a:lnTo>
                    <a:pt x="1800285" y="1413152"/>
                  </a:lnTo>
                  <a:lnTo>
                    <a:pt x="1799214" y="1414116"/>
                  </a:lnTo>
                  <a:lnTo>
                    <a:pt x="1798142" y="1415081"/>
                  </a:lnTo>
                  <a:lnTo>
                    <a:pt x="1797071" y="1416046"/>
                  </a:lnTo>
                  <a:lnTo>
                    <a:pt x="1795999" y="1417011"/>
                  </a:lnTo>
                  <a:lnTo>
                    <a:pt x="1794927" y="1417976"/>
                  </a:lnTo>
                  <a:lnTo>
                    <a:pt x="1793856" y="1418940"/>
                  </a:lnTo>
                  <a:lnTo>
                    <a:pt x="1792784" y="1419905"/>
                  </a:lnTo>
                  <a:lnTo>
                    <a:pt x="1791713" y="1420870"/>
                  </a:lnTo>
                  <a:lnTo>
                    <a:pt x="1790641" y="1421835"/>
                  </a:lnTo>
                  <a:lnTo>
                    <a:pt x="1789569" y="1422799"/>
                  </a:lnTo>
                  <a:lnTo>
                    <a:pt x="1788498" y="1423764"/>
                  </a:lnTo>
                  <a:lnTo>
                    <a:pt x="1787426" y="1424729"/>
                  </a:lnTo>
                  <a:lnTo>
                    <a:pt x="1786355" y="1425693"/>
                  </a:lnTo>
                  <a:lnTo>
                    <a:pt x="1785283" y="1426658"/>
                  </a:lnTo>
                  <a:lnTo>
                    <a:pt x="1784211" y="1427622"/>
                  </a:lnTo>
                  <a:lnTo>
                    <a:pt x="1783140" y="1428586"/>
                  </a:lnTo>
                  <a:lnTo>
                    <a:pt x="1782068" y="1429551"/>
                  </a:lnTo>
                  <a:lnTo>
                    <a:pt x="1780997" y="1430515"/>
                  </a:lnTo>
                  <a:lnTo>
                    <a:pt x="1779925" y="1431479"/>
                  </a:lnTo>
                  <a:lnTo>
                    <a:pt x="1778853" y="1432443"/>
                  </a:lnTo>
                  <a:lnTo>
                    <a:pt x="1777782" y="1433407"/>
                  </a:lnTo>
                  <a:lnTo>
                    <a:pt x="1776710" y="1434370"/>
                  </a:lnTo>
                  <a:lnTo>
                    <a:pt x="1775639" y="1435334"/>
                  </a:lnTo>
                  <a:lnTo>
                    <a:pt x="1774567" y="1436297"/>
                  </a:lnTo>
                  <a:lnTo>
                    <a:pt x="1773496" y="1437261"/>
                  </a:lnTo>
                  <a:lnTo>
                    <a:pt x="1772424" y="1438224"/>
                  </a:lnTo>
                  <a:lnTo>
                    <a:pt x="1771352" y="1439187"/>
                  </a:lnTo>
                  <a:lnTo>
                    <a:pt x="1770281" y="1440149"/>
                  </a:lnTo>
                  <a:lnTo>
                    <a:pt x="1769209" y="1441112"/>
                  </a:lnTo>
                  <a:lnTo>
                    <a:pt x="1768138" y="1442074"/>
                  </a:lnTo>
                  <a:lnTo>
                    <a:pt x="1767066" y="1443037"/>
                  </a:lnTo>
                  <a:lnTo>
                    <a:pt x="1765994" y="1443999"/>
                  </a:lnTo>
                  <a:lnTo>
                    <a:pt x="1764923" y="1444960"/>
                  </a:lnTo>
                  <a:lnTo>
                    <a:pt x="1763851" y="1445922"/>
                  </a:lnTo>
                  <a:lnTo>
                    <a:pt x="1762780" y="1446883"/>
                  </a:lnTo>
                  <a:lnTo>
                    <a:pt x="1761708" y="1447844"/>
                  </a:lnTo>
                  <a:lnTo>
                    <a:pt x="1760636" y="1448805"/>
                  </a:lnTo>
                  <a:lnTo>
                    <a:pt x="1759565" y="1449766"/>
                  </a:lnTo>
                  <a:lnTo>
                    <a:pt x="1758493" y="1450726"/>
                  </a:lnTo>
                  <a:lnTo>
                    <a:pt x="1757422" y="1451686"/>
                  </a:lnTo>
                  <a:lnTo>
                    <a:pt x="1756350" y="1452646"/>
                  </a:lnTo>
                  <a:lnTo>
                    <a:pt x="1755278" y="1453605"/>
                  </a:lnTo>
                  <a:lnTo>
                    <a:pt x="1754207" y="1454564"/>
                  </a:lnTo>
                  <a:lnTo>
                    <a:pt x="1753135" y="1455523"/>
                  </a:lnTo>
                  <a:lnTo>
                    <a:pt x="1752064" y="1456482"/>
                  </a:lnTo>
                  <a:lnTo>
                    <a:pt x="1750992" y="1457440"/>
                  </a:lnTo>
                  <a:lnTo>
                    <a:pt x="1749920" y="1458398"/>
                  </a:lnTo>
                  <a:lnTo>
                    <a:pt x="1748849" y="1459355"/>
                  </a:lnTo>
                  <a:lnTo>
                    <a:pt x="1747777" y="1460312"/>
                  </a:lnTo>
                  <a:lnTo>
                    <a:pt x="1746706" y="1461269"/>
                  </a:lnTo>
                  <a:lnTo>
                    <a:pt x="1745634" y="1462226"/>
                  </a:lnTo>
                  <a:lnTo>
                    <a:pt x="1744562" y="1463182"/>
                  </a:lnTo>
                  <a:lnTo>
                    <a:pt x="1743491" y="1464137"/>
                  </a:lnTo>
                  <a:lnTo>
                    <a:pt x="1742419" y="1465093"/>
                  </a:lnTo>
                  <a:lnTo>
                    <a:pt x="1741348" y="1466048"/>
                  </a:lnTo>
                  <a:lnTo>
                    <a:pt x="1740276" y="1467002"/>
                  </a:lnTo>
                  <a:lnTo>
                    <a:pt x="1739204" y="1467956"/>
                  </a:lnTo>
                  <a:lnTo>
                    <a:pt x="1738133" y="1468910"/>
                  </a:lnTo>
                  <a:lnTo>
                    <a:pt x="1737061" y="1469863"/>
                  </a:lnTo>
                  <a:lnTo>
                    <a:pt x="1735990" y="1470816"/>
                  </a:lnTo>
                  <a:lnTo>
                    <a:pt x="1734918" y="1471768"/>
                  </a:lnTo>
                  <a:lnTo>
                    <a:pt x="1733846" y="1472720"/>
                  </a:lnTo>
                  <a:lnTo>
                    <a:pt x="1732775" y="1473672"/>
                  </a:lnTo>
                  <a:lnTo>
                    <a:pt x="1731703" y="1474623"/>
                  </a:lnTo>
                  <a:lnTo>
                    <a:pt x="1730632" y="1475573"/>
                  </a:lnTo>
                  <a:lnTo>
                    <a:pt x="1729560" y="1476523"/>
                  </a:lnTo>
                  <a:lnTo>
                    <a:pt x="1728488" y="1477472"/>
                  </a:lnTo>
                  <a:lnTo>
                    <a:pt x="1727417" y="1478421"/>
                  </a:lnTo>
                  <a:lnTo>
                    <a:pt x="1726345" y="1479370"/>
                  </a:lnTo>
                  <a:lnTo>
                    <a:pt x="1725274" y="1480318"/>
                  </a:lnTo>
                  <a:lnTo>
                    <a:pt x="1724202" y="1481265"/>
                  </a:lnTo>
                  <a:lnTo>
                    <a:pt x="1723130" y="1482212"/>
                  </a:lnTo>
                  <a:lnTo>
                    <a:pt x="1722059" y="1483158"/>
                  </a:lnTo>
                  <a:lnTo>
                    <a:pt x="1720987" y="1484104"/>
                  </a:lnTo>
                  <a:lnTo>
                    <a:pt x="1719916" y="1485049"/>
                  </a:lnTo>
                  <a:lnTo>
                    <a:pt x="1718844" y="1485994"/>
                  </a:lnTo>
                  <a:lnTo>
                    <a:pt x="1717772" y="1486938"/>
                  </a:lnTo>
                  <a:lnTo>
                    <a:pt x="1716701" y="1487881"/>
                  </a:lnTo>
                  <a:lnTo>
                    <a:pt x="1715629" y="1488824"/>
                  </a:lnTo>
                  <a:lnTo>
                    <a:pt x="1714558" y="1489766"/>
                  </a:lnTo>
                  <a:lnTo>
                    <a:pt x="1713486" y="1490707"/>
                  </a:lnTo>
                  <a:lnTo>
                    <a:pt x="1712414" y="1491648"/>
                  </a:lnTo>
                  <a:lnTo>
                    <a:pt x="1711343" y="1492589"/>
                  </a:lnTo>
                  <a:lnTo>
                    <a:pt x="1710271" y="1493528"/>
                  </a:lnTo>
                  <a:lnTo>
                    <a:pt x="1709200" y="1494467"/>
                  </a:lnTo>
                  <a:lnTo>
                    <a:pt x="1708128" y="1495406"/>
                  </a:lnTo>
                  <a:lnTo>
                    <a:pt x="1707056" y="1496343"/>
                  </a:lnTo>
                  <a:lnTo>
                    <a:pt x="1705985" y="1497280"/>
                  </a:lnTo>
                  <a:lnTo>
                    <a:pt x="1704913" y="1498217"/>
                  </a:lnTo>
                  <a:lnTo>
                    <a:pt x="1703842" y="1499152"/>
                  </a:lnTo>
                  <a:lnTo>
                    <a:pt x="1702770" y="1500087"/>
                  </a:lnTo>
                  <a:lnTo>
                    <a:pt x="1701698" y="1501021"/>
                  </a:lnTo>
                  <a:lnTo>
                    <a:pt x="1700627" y="1501955"/>
                  </a:lnTo>
                  <a:lnTo>
                    <a:pt x="1699555" y="1502888"/>
                  </a:lnTo>
                  <a:lnTo>
                    <a:pt x="1698484" y="1503820"/>
                  </a:lnTo>
                  <a:lnTo>
                    <a:pt x="1697412" y="1504751"/>
                  </a:lnTo>
                  <a:lnTo>
                    <a:pt x="1696340" y="1505682"/>
                  </a:lnTo>
                  <a:lnTo>
                    <a:pt x="1695269" y="1506612"/>
                  </a:lnTo>
                  <a:lnTo>
                    <a:pt x="1694197" y="1507541"/>
                  </a:lnTo>
                  <a:lnTo>
                    <a:pt x="1693126" y="1508469"/>
                  </a:lnTo>
                  <a:lnTo>
                    <a:pt x="1692054" y="1509396"/>
                  </a:lnTo>
                  <a:lnTo>
                    <a:pt x="1690982" y="1510323"/>
                  </a:lnTo>
                  <a:lnTo>
                    <a:pt x="1689911" y="1511249"/>
                  </a:lnTo>
                  <a:lnTo>
                    <a:pt x="1688839" y="1512174"/>
                  </a:lnTo>
                  <a:lnTo>
                    <a:pt x="1687768" y="1513098"/>
                  </a:lnTo>
                  <a:lnTo>
                    <a:pt x="1686696" y="1514022"/>
                  </a:lnTo>
                  <a:lnTo>
                    <a:pt x="1685624" y="1514944"/>
                  </a:lnTo>
                  <a:lnTo>
                    <a:pt x="1684553" y="1515866"/>
                  </a:lnTo>
                  <a:lnTo>
                    <a:pt x="1683481" y="1516787"/>
                  </a:lnTo>
                  <a:lnTo>
                    <a:pt x="1682410" y="1517707"/>
                  </a:lnTo>
                  <a:lnTo>
                    <a:pt x="1681338" y="1518627"/>
                  </a:lnTo>
                  <a:lnTo>
                    <a:pt x="1680266" y="1519545"/>
                  </a:lnTo>
                  <a:lnTo>
                    <a:pt x="1679195" y="1520463"/>
                  </a:lnTo>
                  <a:lnTo>
                    <a:pt x="1678123" y="1521379"/>
                  </a:lnTo>
                  <a:lnTo>
                    <a:pt x="1677052" y="1522295"/>
                  </a:lnTo>
                  <a:lnTo>
                    <a:pt x="1675980" y="1523210"/>
                  </a:lnTo>
                  <a:lnTo>
                    <a:pt x="1674908" y="1524124"/>
                  </a:lnTo>
                  <a:lnTo>
                    <a:pt x="1673837" y="1525037"/>
                  </a:lnTo>
                  <a:lnTo>
                    <a:pt x="1672765" y="1525949"/>
                  </a:lnTo>
                  <a:lnTo>
                    <a:pt x="1671694" y="1526860"/>
                  </a:lnTo>
                  <a:lnTo>
                    <a:pt x="1670622" y="1527771"/>
                  </a:lnTo>
                  <a:lnTo>
                    <a:pt x="1669550" y="1528680"/>
                  </a:lnTo>
                  <a:lnTo>
                    <a:pt x="1668479" y="1529589"/>
                  </a:lnTo>
                  <a:lnTo>
                    <a:pt x="1667407" y="1530496"/>
                  </a:lnTo>
                  <a:lnTo>
                    <a:pt x="1666336" y="1531403"/>
                  </a:lnTo>
                  <a:lnTo>
                    <a:pt x="1665264" y="1532308"/>
                  </a:lnTo>
                  <a:lnTo>
                    <a:pt x="1664192" y="1533213"/>
                  </a:lnTo>
                  <a:lnTo>
                    <a:pt x="1663121" y="1534116"/>
                  </a:lnTo>
                  <a:lnTo>
                    <a:pt x="1662049" y="1535019"/>
                  </a:lnTo>
                  <a:lnTo>
                    <a:pt x="1660978" y="1535920"/>
                  </a:lnTo>
                  <a:lnTo>
                    <a:pt x="1659906" y="1536821"/>
                  </a:lnTo>
                  <a:lnTo>
                    <a:pt x="1658834" y="1537721"/>
                  </a:lnTo>
                  <a:lnTo>
                    <a:pt x="1657763" y="1538619"/>
                  </a:lnTo>
                  <a:lnTo>
                    <a:pt x="1656691" y="1539536"/>
                  </a:lnTo>
                  <a:lnTo>
                    <a:pt x="1655620" y="1540710"/>
                  </a:lnTo>
                  <a:lnTo>
                    <a:pt x="1654548" y="1541885"/>
                  </a:lnTo>
                  <a:lnTo>
                    <a:pt x="1653476" y="1543059"/>
                  </a:lnTo>
                  <a:lnTo>
                    <a:pt x="1652405" y="1544233"/>
                  </a:lnTo>
                  <a:lnTo>
                    <a:pt x="1651333" y="1545407"/>
                  </a:lnTo>
                  <a:lnTo>
                    <a:pt x="1650262" y="1546581"/>
                  </a:lnTo>
                  <a:lnTo>
                    <a:pt x="1649190" y="1547755"/>
                  </a:lnTo>
                  <a:lnTo>
                    <a:pt x="1648118" y="1548928"/>
                  </a:lnTo>
                  <a:lnTo>
                    <a:pt x="1647047" y="1550102"/>
                  </a:lnTo>
                  <a:lnTo>
                    <a:pt x="1645975" y="1551275"/>
                  </a:lnTo>
                  <a:lnTo>
                    <a:pt x="1644904" y="1552448"/>
                  </a:lnTo>
                  <a:lnTo>
                    <a:pt x="1643832" y="1553620"/>
                  </a:lnTo>
                  <a:lnTo>
                    <a:pt x="1642760" y="1554793"/>
                  </a:lnTo>
                  <a:lnTo>
                    <a:pt x="1641689" y="1555965"/>
                  </a:lnTo>
                  <a:lnTo>
                    <a:pt x="1640617" y="1557137"/>
                  </a:lnTo>
                  <a:lnTo>
                    <a:pt x="1639546" y="1558309"/>
                  </a:lnTo>
                  <a:lnTo>
                    <a:pt x="1638474" y="1559481"/>
                  </a:lnTo>
                  <a:lnTo>
                    <a:pt x="1637402" y="1560652"/>
                  </a:lnTo>
                  <a:lnTo>
                    <a:pt x="1636331" y="1561823"/>
                  </a:lnTo>
                  <a:lnTo>
                    <a:pt x="1635259" y="1562994"/>
                  </a:lnTo>
                  <a:lnTo>
                    <a:pt x="1634188" y="1564165"/>
                  </a:lnTo>
                  <a:lnTo>
                    <a:pt x="1633116" y="1565335"/>
                  </a:lnTo>
                  <a:lnTo>
                    <a:pt x="1632044" y="1566506"/>
                  </a:lnTo>
                  <a:lnTo>
                    <a:pt x="1630973" y="1567676"/>
                  </a:lnTo>
                  <a:lnTo>
                    <a:pt x="1629901" y="1568846"/>
                  </a:lnTo>
                  <a:lnTo>
                    <a:pt x="1628830" y="1570015"/>
                  </a:lnTo>
                  <a:lnTo>
                    <a:pt x="1627758" y="1571185"/>
                  </a:lnTo>
                  <a:lnTo>
                    <a:pt x="1626686" y="1572354"/>
                  </a:lnTo>
                  <a:lnTo>
                    <a:pt x="1625615" y="1573522"/>
                  </a:lnTo>
                  <a:lnTo>
                    <a:pt x="1624543" y="1574691"/>
                  </a:lnTo>
                  <a:lnTo>
                    <a:pt x="1623472" y="1575859"/>
                  </a:lnTo>
                  <a:lnTo>
                    <a:pt x="1622400" y="1577027"/>
                  </a:lnTo>
                  <a:lnTo>
                    <a:pt x="1621328" y="1578195"/>
                  </a:lnTo>
                  <a:lnTo>
                    <a:pt x="1620257" y="1579363"/>
                  </a:lnTo>
                  <a:lnTo>
                    <a:pt x="1619185" y="1580530"/>
                  </a:lnTo>
                  <a:lnTo>
                    <a:pt x="1618114" y="1581697"/>
                  </a:lnTo>
                  <a:lnTo>
                    <a:pt x="1617042" y="1582864"/>
                  </a:lnTo>
                  <a:lnTo>
                    <a:pt x="1615970" y="1584030"/>
                  </a:lnTo>
                  <a:lnTo>
                    <a:pt x="1614899" y="1585196"/>
                  </a:lnTo>
                  <a:lnTo>
                    <a:pt x="1613827" y="1586362"/>
                  </a:lnTo>
                  <a:lnTo>
                    <a:pt x="1612756" y="1587527"/>
                  </a:lnTo>
                  <a:lnTo>
                    <a:pt x="1611684" y="1588693"/>
                  </a:lnTo>
                  <a:lnTo>
                    <a:pt x="1610612" y="1589857"/>
                  </a:lnTo>
                  <a:lnTo>
                    <a:pt x="1609541" y="1591022"/>
                  </a:lnTo>
                  <a:lnTo>
                    <a:pt x="1608469" y="1592186"/>
                  </a:lnTo>
                  <a:lnTo>
                    <a:pt x="1607398" y="1593350"/>
                  </a:lnTo>
                  <a:lnTo>
                    <a:pt x="1606326" y="1594514"/>
                  </a:lnTo>
                  <a:lnTo>
                    <a:pt x="1605254" y="1595677"/>
                  </a:lnTo>
                  <a:lnTo>
                    <a:pt x="1604183" y="1596840"/>
                  </a:lnTo>
                  <a:lnTo>
                    <a:pt x="1603111" y="1598003"/>
                  </a:lnTo>
                  <a:lnTo>
                    <a:pt x="1602040" y="1599165"/>
                  </a:lnTo>
                  <a:lnTo>
                    <a:pt x="1600968" y="1600327"/>
                  </a:lnTo>
                  <a:lnTo>
                    <a:pt x="1599896" y="1601489"/>
                  </a:lnTo>
                  <a:lnTo>
                    <a:pt x="1598825" y="1602650"/>
                  </a:lnTo>
                  <a:lnTo>
                    <a:pt x="1597753" y="1603811"/>
                  </a:lnTo>
                  <a:lnTo>
                    <a:pt x="1596682" y="1604971"/>
                  </a:lnTo>
                  <a:lnTo>
                    <a:pt x="1595610" y="1606131"/>
                  </a:lnTo>
                  <a:lnTo>
                    <a:pt x="1594539" y="1607291"/>
                  </a:lnTo>
                  <a:lnTo>
                    <a:pt x="1593467" y="1608450"/>
                  </a:lnTo>
                  <a:lnTo>
                    <a:pt x="1592395" y="1609609"/>
                  </a:lnTo>
                  <a:lnTo>
                    <a:pt x="1591324" y="1610768"/>
                  </a:lnTo>
                  <a:lnTo>
                    <a:pt x="1590252" y="1611926"/>
                  </a:lnTo>
                  <a:lnTo>
                    <a:pt x="1589181" y="1613084"/>
                  </a:lnTo>
                  <a:lnTo>
                    <a:pt x="1588109" y="1614241"/>
                  </a:lnTo>
                  <a:lnTo>
                    <a:pt x="1587037" y="1615398"/>
                  </a:lnTo>
                  <a:lnTo>
                    <a:pt x="1585966" y="1616555"/>
                  </a:lnTo>
                  <a:lnTo>
                    <a:pt x="1584894" y="1617711"/>
                  </a:lnTo>
                  <a:lnTo>
                    <a:pt x="1583823" y="1618867"/>
                  </a:lnTo>
                  <a:lnTo>
                    <a:pt x="1582751" y="1620022"/>
                  </a:lnTo>
                  <a:lnTo>
                    <a:pt x="1581679" y="1621177"/>
                  </a:lnTo>
                  <a:lnTo>
                    <a:pt x="1580608" y="1622331"/>
                  </a:lnTo>
                  <a:lnTo>
                    <a:pt x="1579536" y="1623485"/>
                  </a:lnTo>
                  <a:lnTo>
                    <a:pt x="1578465" y="1624639"/>
                  </a:lnTo>
                  <a:lnTo>
                    <a:pt x="1577393" y="1625792"/>
                  </a:lnTo>
                  <a:lnTo>
                    <a:pt x="1576321" y="1626945"/>
                  </a:lnTo>
                  <a:lnTo>
                    <a:pt x="1575250" y="1628097"/>
                  </a:lnTo>
                  <a:lnTo>
                    <a:pt x="1574178" y="1629249"/>
                  </a:lnTo>
                  <a:lnTo>
                    <a:pt x="1573107" y="1630400"/>
                  </a:lnTo>
                  <a:lnTo>
                    <a:pt x="1572035" y="1631551"/>
                  </a:lnTo>
                  <a:lnTo>
                    <a:pt x="1570963" y="1632701"/>
                  </a:lnTo>
                  <a:lnTo>
                    <a:pt x="1569892" y="1633851"/>
                  </a:lnTo>
                  <a:lnTo>
                    <a:pt x="1568820" y="1635000"/>
                  </a:lnTo>
                  <a:lnTo>
                    <a:pt x="1567749" y="1636149"/>
                  </a:lnTo>
                  <a:lnTo>
                    <a:pt x="1566677" y="1637297"/>
                  </a:lnTo>
                  <a:lnTo>
                    <a:pt x="1565605" y="1638445"/>
                  </a:lnTo>
                  <a:lnTo>
                    <a:pt x="1564534" y="1639592"/>
                  </a:lnTo>
                  <a:lnTo>
                    <a:pt x="1563462" y="1640739"/>
                  </a:lnTo>
                  <a:lnTo>
                    <a:pt x="1562391" y="1641885"/>
                  </a:lnTo>
                  <a:lnTo>
                    <a:pt x="1561319" y="1643031"/>
                  </a:lnTo>
                  <a:lnTo>
                    <a:pt x="1560247" y="1644176"/>
                  </a:lnTo>
                  <a:lnTo>
                    <a:pt x="1559176" y="1645321"/>
                  </a:lnTo>
                  <a:lnTo>
                    <a:pt x="1558104" y="1646465"/>
                  </a:lnTo>
                  <a:lnTo>
                    <a:pt x="1557033" y="1647609"/>
                  </a:lnTo>
                  <a:lnTo>
                    <a:pt x="1555961" y="1648752"/>
                  </a:lnTo>
                  <a:lnTo>
                    <a:pt x="1554889" y="1649894"/>
                  </a:lnTo>
                  <a:lnTo>
                    <a:pt x="1553818" y="1651036"/>
                  </a:lnTo>
                  <a:lnTo>
                    <a:pt x="1552746" y="1652178"/>
                  </a:lnTo>
                  <a:lnTo>
                    <a:pt x="1551675" y="1653318"/>
                  </a:lnTo>
                  <a:lnTo>
                    <a:pt x="1550603" y="1654459"/>
                  </a:lnTo>
                  <a:lnTo>
                    <a:pt x="1549531" y="1655598"/>
                  </a:lnTo>
                  <a:lnTo>
                    <a:pt x="1548460" y="1656737"/>
                  </a:lnTo>
                  <a:lnTo>
                    <a:pt x="1547388" y="1657876"/>
                  </a:lnTo>
                  <a:lnTo>
                    <a:pt x="1546317" y="1659014"/>
                  </a:lnTo>
                  <a:lnTo>
                    <a:pt x="1545245" y="1660151"/>
                  </a:lnTo>
                  <a:lnTo>
                    <a:pt x="1544173" y="1661287"/>
                  </a:lnTo>
                  <a:lnTo>
                    <a:pt x="1543102" y="1662424"/>
                  </a:lnTo>
                  <a:lnTo>
                    <a:pt x="1542030" y="1663559"/>
                  </a:lnTo>
                  <a:lnTo>
                    <a:pt x="1540959" y="1664694"/>
                  </a:lnTo>
                  <a:lnTo>
                    <a:pt x="1539887" y="1665828"/>
                  </a:lnTo>
                  <a:lnTo>
                    <a:pt x="1538815" y="1666962"/>
                  </a:lnTo>
                  <a:lnTo>
                    <a:pt x="1537744" y="1668094"/>
                  </a:lnTo>
                  <a:lnTo>
                    <a:pt x="1536672" y="1669227"/>
                  </a:lnTo>
                  <a:lnTo>
                    <a:pt x="1535601" y="1670358"/>
                  </a:lnTo>
                  <a:lnTo>
                    <a:pt x="1534529" y="1671489"/>
                  </a:lnTo>
                  <a:lnTo>
                    <a:pt x="1533457" y="1672620"/>
                  </a:lnTo>
                  <a:lnTo>
                    <a:pt x="1532386" y="1673749"/>
                  </a:lnTo>
                  <a:lnTo>
                    <a:pt x="1531314" y="1674878"/>
                  </a:lnTo>
                  <a:lnTo>
                    <a:pt x="1530243" y="1676007"/>
                  </a:lnTo>
                  <a:lnTo>
                    <a:pt x="1529171" y="1677134"/>
                  </a:lnTo>
                  <a:lnTo>
                    <a:pt x="1528099" y="1678261"/>
                  </a:lnTo>
                  <a:lnTo>
                    <a:pt x="1527028" y="1679388"/>
                  </a:lnTo>
                  <a:lnTo>
                    <a:pt x="1525956" y="1680513"/>
                  </a:lnTo>
                  <a:lnTo>
                    <a:pt x="1524885" y="1681638"/>
                  </a:lnTo>
                  <a:lnTo>
                    <a:pt x="1523813" y="1682763"/>
                  </a:lnTo>
                  <a:lnTo>
                    <a:pt x="1522741" y="1683886"/>
                  </a:lnTo>
                  <a:lnTo>
                    <a:pt x="1521670" y="1685009"/>
                  </a:lnTo>
                  <a:lnTo>
                    <a:pt x="1520598" y="1686131"/>
                  </a:lnTo>
                  <a:lnTo>
                    <a:pt x="1519527" y="1687253"/>
                  </a:lnTo>
                  <a:lnTo>
                    <a:pt x="1518455" y="1688373"/>
                  </a:lnTo>
                  <a:lnTo>
                    <a:pt x="1517383" y="1689493"/>
                  </a:lnTo>
                  <a:lnTo>
                    <a:pt x="1516312" y="1690612"/>
                  </a:lnTo>
                  <a:lnTo>
                    <a:pt x="1515240" y="1691731"/>
                  </a:lnTo>
                  <a:lnTo>
                    <a:pt x="1514169" y="1692849"/>
                  </a:lnTo>
                  <a:lnTo>
                    <a:pt x="1513097" y="1693966"/>
                  </a:lnTo>
                  <a:lnTo>
                    <a:pt x="1512025" y="1695082"/>
                  </a:lnTo>
                  <a:lnTo>
                    <a:pt x="1510954" y="1696198"/>
                  </a:lnTo>
                  <a:lnTo>
                    <a:pt x="1509882" y="1697312"/>
                  </a:lnTo>
                  <a:lnTo>
                    <a:pt x="1508811" y="1698426"/>
                  </a:lnTo>
                  <a:lnTo>
                    <a:pt x="1507739" y="1699540"/>
                  </a:lnTo>
                  <a:lnTo>
                    <a:pt x="1506667" y="1700652"/>
                  </a:lnTo>
                  <a:lnTo>
                    <a:pt x="1505596" y="1701764"/>
                  </a:lnTo>
                  <a:lnTo>
                    <a:pt x="1504524" y="1702875"/>
                  </a:lnTo>
                  <a:lnTo>
                    <a:pt x="1503453" y="1703985"/>
                  </a:lnTo>
                  <a:lnTo>
                    <a:pt x="1502381" y="1705094"/>
                  </a:lnTo>
                  <a:lnTo>
                    <a:pt x="1501309" y="1706203"/>
                  </a:lnTo>
                  <a:lnTo>
                    <a:pt x="1500238" y="1707310"/>
                  </a:lnTo>
                  <a:lnTo>
                    <a:pt x="1499166" y="1708417"/>
                  </a:lnTo>
                  <a:lnTo>
                    <a:pt x="1498095" y="1709523"/>
                  </a:lnTo>
                  <a:lnTo>
                    <a:pt x="1497023" y="1710629"/>
                  </a:lnTo>
                  <a:lnTo>
                    <a:pt x="1495951" y="1711733"/>
                  </a:lnTo>
                  <a:lnTo>
                    <a:pt x="1494880" y="1712837"/>
                  </a:lnTo>
                  <a:lnTo>
                    <a:pt x="1493808" y="1713940"/>
                  </a:lnTo>
                  <a:lnTo>
                    <a:pt x="1492737" y="1715042"/>
                  </a:lnTo>
                  <a:lnTo>
                    <a:pt x="1491665" y="1716143"/>
                  </a:lnTo>
                  <a:lnTo>
                    <a:pt x="1490593" y="1717243"/>
                  </a:lnTo>
                  <a:lnTo>
                    <a:pt x="1489522" y="1718343"/>
                  </a:lnTo>
                  <a:lnTo>
                    <a:pt x="1488450" y="1719441"/>
                  </a:lnTo>
                  <a:lnTo>
                    <a:pt x="1487379" y="1720539"/>
                  </a:lnTo>
                  <a:lnTo>
                    <a:pt x="1486307" y="1721636"/>
                  </a:lnTo>
                  <a:lnTo>
                    <a:pt x="1485235" y="1722732"/>
                  </a:lnTo>
                  <a:lnTo>
                    <a:pt x="1484164" y="1723828"/>
                  </a:lnTo>
                  <a:lnTo>
                    <a:pt x="1483092" y="1724922"/>
                  </a:lnTo>
                  <a:lnTo>
                    <a:pt x="1482021" y="1726015"/>
                  </a:lnTo>
                  <a:lnTo>
                    <a:pt x="1480949" y="1727108"/>
                  </a:lnTo>
                  <a:lnTo>
                    <a:pt x="1479877" y="1728200"/>
                  </a:lnTo>
                  <a:lnTo>
                    <a:pt x="1478806" y="1729291"/>
                  </a:lnTo>
                  <a:lnTo>
                    <a:pt x="1477734" y="1730380"/>
                  </a:lnTo>
                  <a:lnTo>
                    <a:pt x="1476663" y="1731470"/>
                  </a:lnTo>
                  <a:lnTo>
                    <a:pt x="1475591" y="1732558"/>
                  </a:lnTo>
                  <a:lnTo>
                    <a:pt x="1474519" y="1733645"/>
                  </a:lnTo>
                  <a:lnTo>
                    <a:pt x="1473448" y="1734731"/>
                  </a:lnTo>
                  <a:lnTo>
                    <a:pt x="1472376" y="1735817"/>
                  </a:lnTo>
                  <a:lnTo>
                    <a:pt x="1471305" y="1736901"/>
                  </a:lnTo>
                  <a:lnTo>
                    <a:pt x="1470233" y="1737985"/>
                  </a:lnTo>
                  <a:lnTo>
                    <a:pt x="1469161" y="1739068"/>
                  </a:lnTo>
                  <a:lnTo>
                    <a:pt x="1468090" y="1740149"/>
                  </a:lnTo>
                  <a:lnTo>
                    <a:pt x="1467018" y="1741230"/>
                  </a:lnTo>
                  <a:lnTo>
                    <a:pt x="1465947" y="1742310"/>
                  </a:lnTo>
                  <a:lnTo>
                    <a:pt x="1464875" y="1743389"/>
                  </a:lnTo>
                  <a:lnTo>
                    <a:pt x="1463803" y="1744467"/>
                  </a:lnTo>
                  <a:lnTo>
                    <a:pt x="1462732" y="1745544"/>
                  </a:lnTo>
                  <a:lnTo>
                    <a:pt x="1461660" y="1746620"/>
                  </a:lnTo>
                  <a:lnTo>
                    <a:pt x="1460589" y="1747695"/>
                  </a:lnTo>
                  <a:lnTo>
                    <a:pt x="1459517" y="1748770"/>
                  </a:lnTo>
                  <a:lnTo>
                    <a:pt x="1458445" y="1749843"/>
                  </a:lnTo>
                  <a:lnTo>
                    <a:pt x="1457374" y="1750915"/>
                  </a:lnTo>
                  <a:lnTo>
                    <a:pt x="1456302" y="1751986"/>
                  </a:lnTo>
                  <a:lnTo>
                    <a:pt x="1455231" y="1753057"/>
                  </a:lnTo>
                  <a:lnTo>
                    <a:pt x="1454159" y="1754126"/>
                  </a:lnTo>
                  <a:lnTo>
                    <a:pt x="1453087" y="1755195"/>
                  </a:lnTo>
                  <a:lnTo>
                    <a:pt x="1452016" y="1756262"/>
                  </a:lnTo>
                  <a:lnTo>
                    <a:pt x="1450944" y="1757328"/>
                  </a:lnTo>
                  <a:lnTo>
                    <a:pt x="1449873" y="1758394"/>
                  </a:lnTo>
                  <a:lnTo>
                    <a:pt x="1448801" y="1759458"/>
                  </a:lnTo>
                  <a:lnTo>
                    <a:pt x="1447729" y="1760522"/>
                  </a:lnTo>
                  <a:lnTo>
                    <a:pt x="1446658" y="1761584"/>
                  </a:lnTo>
                  <a:lnTo>
                    <a:pt x="1445586" y="1762645"/>
                  </a:lnTo>
                  <a:lnTo>
                    <a:pt x="1444515" y="1763706"/>
                  </a:lnTo>
                  <a:lnTo>
                    <a:pt x="1443443" y="1764765"/>
                  </a:lnTo>
                  <a:lnTo>
                    <a:pt x="1442371" y="1765824"/>
                  </a:lnTo>
                  <a:lnTo>
                    <a:pt x="1441300" y="1766881"/>
                  </a:lnTo>
                  <a:lnTo>
                    <a:pt x="1440228" y="1767937"/>
                  </a:lnTo>
                  <a:lnTo>
                    <a:pt x="1439157" y="1768993"/>
                  </a:lnTo>
                  <a:lnTo>
                    <a:pt x="1438085" y="1770047"/>
                  </a:lnTo>
                  <a:lnTo>
                    <a:pt x="1437013" y="1771100"/>
                  </a:lnTo>
                  <a:lnTo>
                    <a:pt x="1435942" y="1772152"/>
                  </a:lnTo>
                  <a:lnTo>
                    <a:pt x="1434870" y="1773203"/>
                  </a:lnTo>
                  <a:lnTo>
                    <a:pt x="1433799" y="1774253"/>
                  </a:lnTo>
                  <a:lnTo>
                    <a:pt x="1432727" y="1775303"/>
                  </a:lnTo>
                  <a:lnTo>
                    <a:pt x="1431655" y="1776351"/>
                  </a:lnTo>
                  <a:lnTo>
                    <a:pt x="1430584" y="1777397"/>
                  </a:lnTo>
                  <a:lnTo>
                    <a:pt x="1429512" y="1778443"/>
                  </a:lnTo>
                  <a:lnTo>
                    <a:pt x="1428441" y="1779488"/>
                  </a:lnTo>
                  <a:lnTo>
                    <a:pt x="1427369" y="1780532"/>
                  </a:lnTo>
                  <a:lnTo>
                    <a:pt x="1426297" y="1781575"/>
                  </a:lnTo>
                  <a:lnTo>
                    <a:pt x="1425226" y="1782616"/>
                  </a:lnTo>
                  <a:lnTo>
                    <a:pt x="1424154" y="1783657"/>
                  </a:lnTo>
                  <a:lnTo>
                    <a:pt x="1423083" y="1784696"/>
                  </a:lnTo>
                  <a:lnTo>
                    <a:pt x="1422011" y="1785735"/>
                  </a:lnTo>
                  <a:lnTo>
                    <a:pt x="1420939" y="1786772"/>
                  </a:lnTo>
                  <a:lnTo>
                    <a:pt x="1419868" y="1787808"/>
                  </a:lnTo>
                  <a:lnTo>
                    <a:pt x="1418796" y="1788843"/>
                  </a:lnTo>
                  <a:lnTo>
                    <a:pt x="1417725" y="1789877"/>
                  </a:lnTo>
                  <a:lnTo>
                    <a:pt x="1416653" y="1790910"/>
                  </a:lnTo>
                  <a:lnTo>
                    <a:pt x="1415582" y="1791942"/>
                  </a:lnTo>
                  <a:lnTo>
                    <a:pt x="1414510" y="1792973"/>
                  </a:lnTo>
                  <a:lnTo>
                    <a:pt x="1413438" y="1794002"/>
                  </a:lnTo>
                  <a:lnTo>
                    <a:pt x="1412367" y="1795031"/>
                  </a:lnTo>
                  <a:lnTo>
                    <a:pt x="1411295" y="1796058"/>
                  </a:lnTo>
                  <a:lnTo>
                    <a:pt x="1410224" y="1797085"/>
                  </a:lnTo>
                  <a:lnTo>
                    <a:pt x="1409152" y="1798110"/>
                  </a:lnTo>
                  <a:lnTo>
                    <a:pt x="1408080" y="1799134"/>
                  </a:lnTo>
                  <a:lnTo>
                    <a:pt x="1407009" y="1800157"/>
                  </a:lnTo>
                  <a:lnTo>
                    <a:pt x="1405937" y="1801179"/>
                  </a:lnTo>
                  <a:lnTo>
                    <a:pt x="1404866" y="1802199"/>
                  </a:lnTo>
                  <a:lnTo>
                    <a:pt x="1403794" y="1803219"/>
                  </a:lnTo>
                  <a:lnTo>
                    <a:pt x="1402722" y="1804237"/>
                  </a:lnTo>
                  <a:lnTo>
                    <a:pt x="1401651" y="1805254"/>
                  </a:lnTo>
                  <a:lnTo>
                    <a:pt x="1400579" y="1806270"/>
                  </a:lnTo>
                  <a:lnTo>
                    <a:pt x="1399508" y="1807285"/>
                  </a:lnTo>
                  <a:lnTo>
                    <a:pt x="1398436" y="1808299"/>
                  </a:lnTo>
                  <a:lnTo>
                    <a:pt x="1397364" y="1809312"/>
                  </a:lnTo>
                  <a:lnTo>
                    <a:pt x="1396293" y="1810323"/>
                  </a:lnTo>
                  <a:lnTo>
                    <a:pt x="1395221" y="1811334"/>
                  </a:lnTo>
                  <a:lnTo>
                    <a:pt x="1394150" y="1812343"/>
                  </a:lnTo>
                  <a:lnTo>
                    <a:pt x="1393078" y="1813351"/>
                  </a:lnTo>
                  <a:lnTo>
                    <a:pt x="1392006" y="1814358"/>
                  </a:lnTo>
                  <a:lnTo>
                    <a:pt x="1390935" y="1815364"/>
                  </a:lnTo>
                  <a:lnTo>
                    <a:pt x="1389863" y="1816368"/>
                  </a:lnTo>
                  <a:lnTo>
                    <a:pt x="1388792" y="1817371"/>
                  </a:lnTo>
                  <a:lnTo>
                    <a:pt x="1387720" y="1818374"/>
                  </a:lnTo>
                  <a:lnTo>
                    <a:pt x="1386648" y="1819375"/>
                  </a:lnTo>
                  <a:lnTo>
                    <a:pt x="1385577" y="1820374"/>
                  </a:lnTo>
                  <a:lnTo>
                    <a:pt x="1384505" y="1821373"/>
                  </a:lnTo>
                  <a:lnTo>
                    <a:pt x="1383434" y="1822371"/>
                  </a:lnTo>
                  <a:lnTo>
                    <a:pt x="1382362" y="1823367"/>
                  </a:lnTo>
                  <a:lnTo>
                    <a:pt x="1381290" y="1824362"/>
                  </a:lnTo>
                  <a:lnTo>
                    <a:pt x="1380219" y="1825356"/>
                  </a:lnTo>
                  <a:lnTo>
                    <a:pt x="1379147" y="1826348"/>
                  </a:lnTo>
                  <a:lnTo>
                    <a:pt x="1378076" y="1827340"/>
                  </a:lnTo>
                  <a:lnTo>
                    <a:pt x="1377004" y="1828330"/>
                  </a:lnTo>
                  <a:lnTo>
                    <a:pt x="1375932" y="1829319"/>
                  </a:lnTo>
                  <a:lnTo>
                    <a:pt x="1374861" y="1830307"/>
                  </a:lnTo>
                  <a:lnTo>
                    <a:pt x="1373789" y="1831294"/>
                  </a:lnTo>
                  <a:lnTo>
                    <a:pt x="1372718" y="1832279"/>
                  </a:lnTo>
                  <a:lnTo>
                    <a:pt x="1371646" y="1833264"/>
                  </a:lnTo>
                  <a:lnTo>
                    <a:pt x="1370574" y="1834247"/>
                  </a:lnTo>
                  <a:lnTo>
                    <a:pt x="1369503" y="1835228"/>
                  </a:lnTo>
                  <a:lnTo>
                    <a:pt x="1368431" y="1836209"/>
                  </a:lnTo>
                  <a:lnTo>
                    <a:pt x="1367360" y="1837188"/>
                  </a:lnTo>
                  <a:lnTo>
                    <a:pt x="1366288" y="1838167"/>
                  </a:lnTo>
                  <a:lnTo>
                    <a:pt x="1365216" y="1839144"/>
                  </a:lnTo>
                  <a:lnTo>
                    <a:pt x="1364145" y="1840119"/>
                  </a:lnTo>
                  <a:lnTo>
                    <a:pt x="1363073" y="1841094"/>
                  </a:lnTo>
                  <a:lnTo>
                    <a:pt x="1362002" y="1842067"/>
                  </a:lnTo>
                  <a:lnTo>
                    <a:pt x="1360930" y="1843039"/>
                  </a:lnTo>
                  <a:lnTo>
                    <a:pt x="1359858" y="1844010"/>
                  </a:lnTo>
                  <a:lnTo>
                    <a:pt x="1358787" y="1844979"/>
                  </a:lnTo>
                  <a:lnTo>
                    <a:pt x="1357715" y="1845948"/>
                  </a:lnTo>
                  <a:lnTo>
                    <a:pt x="1356644" y="1846915"/>
                  </a:lnTo>
                  <a:lnTo>
                    <a:pt x="1355572" y="1847880"/>
                  </a:lnTo>
                  <a:lnTo>
                    <a:pt x="1354500" y="1848845"/>
                  </a:lnTo>
                  <a:lnTo>
                    <a:pt x="1353429" y="1849808"/>
                  </a:lnTo>
                  <a:lnTo>
                    <a:pt x="1352357" y="1850770"/>
                  </a:lnTo>
                  <a:lnTo>
                    <a:pt x="1351286" y="1851731"/>
                  </a:lnTo>
                  <a:lnTo>
                    <a:pt x="1350214" y="1852691"/>
                  </a:lnTo>
                  <a:lnTo>
                    <a:pt x="1349142" y="1853649"/>
                  </a:lnTo>
                  <a:lnTo>
                    <a:pt x="1348071" y="1854606"/>
                  </a:lnTo>
                  <a:lnTo>
                    <a:pt x="1346999" y="1855562"/>
                  </a:lnTo>
                  <a:lnTo>
                    <a:pt x="1345928" y="1856516"/>
                  </a:lnTo>
                  <a:lnTo>
                    <a:pt x="1344856" y="1857469"/>
                  </a:lnTo>
                  <a:lnTo>
                    <a:pt x="1343784" y="1858421"/>
                  </a:lnTo>
                  <a:lnTo>
                    <a:pt x="1342713" y="1859372"/>
                  </a:lnTo>
                  <a:lnTo>
                    <a:pt x="1341641" y="1860322"/>
                  </a:lnTo>
                  <a:lnTo>
                    <a:pt x="1340570" y="1861270"/>
                  </a:lnTo>
                  <a:lnTo>
                    <a:pt x="1339498" y="1862217"/>
                  </a:lnTo>
                  <a:lnTo>
                    <a:pt x="1338426" y="1863162"/>
                  </a:lnTo>
                  <a:lnTo>
                    <a:pt x="1337355" y="1864107"/>
                  </a:lnTo>
                  <a:lnTo>
                    <a:pt x="1336283" y="1865050"/>
                  </a:lnTo>
                  <a:lnTo>
                    <a:pt x="1335212" y="1865991"/>
                  </a:lnTo>
                  <a:lnTo>
                    <a:pt x="1334140" y="1866932"/>
                  </a:lnTo>
                  <a:lnTo>
                    <a:pt x="1333068" y="1867871"/>
                  </a:lnTo>
                  <a:lnTo>
                    <a:pt x="1331997" y="1868809"/>
                  </a:lnTo>
                  <a:lnTo>
                    <a:pt x="1330925" y="1869746"/>
                  </a:lnTo>
                  <a:lnTo>
                    <a:pt x="1329854" y="1870681"/>
                  </a:lnTo>
                  <a:lnTo>
                    <a:pt x="1328782" y="1871615"/>
                  </a:lnTo>
                  <a:lnTo>
                    <a:pt x="1327710" y="1872548"/>
                  </a:lnTo>
                  <a:lnTo>
                    <a:pt x="1326639" y="1873479"/>
                  </a:lnTo>
                  <a:lnTo>
                    <a:pt x="1325567" y="1874410"/>
                  </a:lnTo>
                  <a:lnTo>
                    <a:pt x="1324496" y="1875338"/>
                  </a:lnTo>
                  <a:lnTo>
                    <a:pt x="1323424" y="1876266"/>
                  </a:lnTo>
                  <a:lnTo>
                    <a:pt x="1322352" y="1877192"/>
                  </a:lnTo>
                  <a:lnTo>
                    <a:pt x="1321281" y="1878117"/>
                  </a:lnTo>
                  <a:lnTo>
                    <a:pt x="1320209" y="1879041"/>
                  </a:lnTo>
                  <a:lnTo>
                    <a:pt x="1319138" y="1879963"/>
                  </a:lnTo>
                  <a:lnTo>
                    <a:pt x="1318066" y="1880884"/>
                  </a:lnTo>
                  <a:lnTo>
                    <a:pt x="1316994" y="1881804"/>
                  </a:lnTo>
                  <a:lnTo>
                    <a:pt x="1315923" y="1882722"/>
                  </a:lnTo>
                  <a:lnTo>
                    <a:pt x="1314851" y="1883640"/>
                  </a:lnTo>
                  <a:lnTo>
                    <a:pt x="1313780" y="1884555"/>
                  </a:lnTo>
                  <a:lnTo>
                    <a:pt x="1312708" y="1885470"/>
                  </a:lnTo>
                  <a:lnTo>
                    <a:pt x="1311636" y="1886383"/>
                  </a:lnTo>
                  <a:lnTo>
                    <a:pt x="1310565" y="1887295"/>
                  </a:lnTo>
                  <a:lnTo>
                    <a:pt x="1309493" y="1888206"/>
                  </a:lnTo>
                  <a:lnTo>
                    <a:pt x="1308422" y="1889115"/>
                  </a:lnTo>
                  <a:lnTo>
                    <a:pt x="1307350" y="1890023"/>
                  </a:lnTo>
                  <a:lnTo>
                    <a:pt x="1306278" y="1890929"/>
                  </a:lnTo>
                  <a:lnTo>
                    <a:pt x="1305207" y="1891835"/>
                  </a:lnTo>
                  <a:lnTo>
                    <a:pt x="1304135" y="1892739"/>
                  </a:lnTo>
                  <a:lnTo>
                    <a:pt x="1303064" y="1893641"/>
                  </a:lnTo>
                  <a:lnTo>
                    <a:pt x="1301992" y="1894542"/>
                  </a:lnTo>
                  <a:lnTo>
                    <a:pt x="1300920" y="1895442"/>
                  </a:lnTo>
                  <a:lnTo>
                    <a:pt x="1299849" y="1896341"/>
                  </a:lnTo>
                  <a:lnTo>
                    <a:pt x="1298777" y="1897238"/>
                  </a:lnTo>
                  <a:lnTo>
                    <a:pt x="1297706" y="1898134"/>
                  </a:lnTo>
                  <a:lnTo>
                    <a:pt x="1296634" y="1899029"/>
                  </a:lnTo>
                  <a:lnTo>
                    <a:pt x="1295562" y="1899922"/>
                  </a:lnTo>
                  <a:lnTo>
                    <a:pt x="1294491" y="1900814"/>
                  </a:lnTo>
                  <a:lnTo>
                    <a:pt x="1293419" y="1901705"/>
                  </a:lnTo>
                  <a:lnTo>
                    <a:pt x="1292348" y="1902594"/>
                  </a:lnTo>
                  <a:lnTo>
                    <a:pt x="1291276" y="1903482"/>
                  </a:lnTo>
                  <a:lnTo>
                    <a:pt x="1290204" y="1904369"/>
                  </a:lnTo>
                  <a:lnTo>
                    <a:pt x="1289133" y="1905254"/>
                  </a:lnTo>
                  <a:lnTo>
                    <a:pt x="1288061" y="1906138"/>
                  </a:lnTo>
                  <a:lnTo>
                    <a:pt x="1286990" y="1907021"/>
                  </a:lnTo>
                  <a:lnTo>
                    <a:pt x="1285918" y="1907902"/>
                  </a:lnTo>
                  <a:lnTo>
                    <a:pt x="1284846" y="1908782"/>
                  </a:lnTo>
                  <a:lnTo>
                    <a:pt x="1283775" y="1909660"/>
                  </a:lnTo>
                  <a:lnTo>
                    <a:pt x="1282703" y="1910538"/>
                  </a:lnTo>
                  <a:lnTo>
                    <a:pt x="1281632" y="1911413"/>
                  </a:lnTo>
                  <a:lnTo>
                    <a:pt x="1280560" y="1912288"/>
                  </a:lnTo>
                  <a:lnTo>
                    <a:pt x="1279488" y="1913161"/>
                  </a:lnTo>
                  <a:lnTo>
                    <a:pt x="1278417" y="1914033"/>
                  </a:lnTo>
                  <a:lnTo>
                    <a:pt x="1277345" y="1914904"/>
                  </a:lnTo>
                  <a:lnTo>
                    <a:pt x="1276274" y="1915773"/>
                  </a:lnTo>
                  <a:lnTo>
                    <a:pt x="1275202" y="1916640"/>
                  </a:lnTo>
                  <a:lnTo>
                    <a:pt x="1274130" y="1917507"/>
                  </a:lnTo>
                  <a:lnTo>
                    <a:pt x="1273059" y="1918372"/>
                  </a:lnTo>
                  <a:lnTo>
                    <a:pt x="1271987" y="1919236"/>
                  </a:lnTo>
                  <a:lnTo>
                    <a:pt x="1270916" y="1920098"/>
                  </a:lnTo>
                  <a:lnTo>
                    <a:pt x="1269844" y="1920959"/>
                  </a:lnTo>
                  <a:lnTo>
                    <a:pt x="1268772" y="1921819"/>
                  </a:lnTo>
                  <a:lnTo>
                    <a:pt x="1267701" y="1922677"/>
                  </a:lnTo>
                  <a:lnTo>
                    <a:pt x="1266629" y="1923534"/>
                  </a:lnTo>
                  <a:lnTo>
                    <a:pt x="1265558" y="1924390"/>
                  </a:lnTo>
                  <a:lnTo>
                    <a:pt x="1264486" y="1925244"/>
                  </a:lnTo>
                  <a:lnTo>
                    <a:pt x="1263414" y="1926097"/>
                  </a:lnTo>
                  <a:lnTo>
                    <a:pt x="1262343" y="1926948"/>
                  </a:lnTo>
                  <a:lnTo>
                    <a:pt x="1261271" y="1927798"/>
                  </a:lnTo>
                  <a:lnTo>
                    <a:pt x="1260200" y="1928647"/>
                  </a:lnTo>
                  <a:lnTo>
                    <a:pt x="1259128" y="1929494"/>
                  </a:lnTo>
                  <a:lnTo>
                    <a:pt x="1258056" y="1930341"/>
                  </a:lnTo>
                  <a:lnTo>
                    <a:pt x="1256985" y="1931185"/>
                  </a:lnTo>
                  <a:lnTo>
                    <a:pt x="1255913" y="1932029"/>
                  </a:lnTo>
                  <a:lnTo>
                    <a:pt x="1254842" y="1932871"/>
                  </a:lnTo>
                  <a:lnTo>
                    <a:pt x="1253770" y="1933711"/>
                  </a:lnTo>
                  <a:lnTo>
                    <a:pt x="1252698" y="1934550"/>
                  </a:lnTo>
                  <a:lnTo>
                    <a:pt x="1251627" y="1935388"/>
                  </a:lnTo>
                  <a:lnTo>
                    <a:pt x="1250555" y="1936225"/>
                  </a:lnTo>
                  <a:lnTo>
                    <a:pt x="1249484" y="1937060"/>
                  </a:lnTo>
                  <a:lnTo>
                    <a:pt x="1248412" y="1937894"/>
                  </a:lnTo>
                  <a:lnTo>
                    <a:pt x="1247340" y="1938726"/>
                  </a:lnTo>
                  <a:lnTo>
                    <a:pt x="1246269" y="1939557"/>
                  </a:lnTo>
                  <a:lnTo>
                    <a:pt x="1245197" y="1940387"/>
                  </a:lnTo>
                  <a:lnTo>
                    <a:pt x="1244126" y="1941215"/>
                  </a:lnTo>
                  <a:lnTo>
                    <a:pt x="1243054" y="1942042"/>
                  </a:lnTo>
                  <a:lnTo>
                    <a:pt x="1241983" y="1942868"/>
                  </a:lnTo>
                  <a:lnTo>
                    <a:pt x="1240911" y="1943692"/>
                  </a:lnTo>
                  <a:lnTo>
                    <a:pt x="1239839" y="1944515"/>
                  </a:lnTo>
                  <a:lnTo>
                    <a:pt x="1238768" y="1945336"/>
                  </a:lnTo>
                  <a:lnTo>
                    <a:pt x="1237696" y="1946156"/>
                  </a:lnTo>
                  <a:lnTo>
                    <a:pt x="1236625" y="1946975"/>
                  </a:lnTo>
                  <a:lnTo>
                    <a:pt x="1235553" y="1947792"/>
                  </a:lnTo>
                  <a:lnTo>
                    <a:pt x="1234481" y="1948608"/>
                  </a:lnTo>
                  <a:lnTo>
                    <a:pt x="1233410" y="1949423"/>
                  </a:lnTo>
                  <a:lnTo>
                    <a:pt x="1232338" y="1950236"/>
                  </a:lnTo>
                  <a:lnTo>
                    <a:pt x="1231267" y="1951048"/>
                  </a:lnTo>
                  <a:lnTo>
                    <a:pt x="1230195" y="1951858"/>
                  </a:lnTo>
                  <a:lnTo>
                    <a:pt x="1229123" y="1952667"/>
                  </a:lnTo>
                  <a:lnTo>
                    <a:pt x="1228052" y="1953475"/>
                  </a:lnTo>
                  <a:lnTo>
                    <a:pt x="1226980" y="1954281"/>
                  </a:lnTo>
                  <a:lnTo>
                    <a:pt x="1225909" y="1955086"/>
                  </a:lnTo>
                  <a:lnTo>
                    <a:pt x="1224837" y="1955890"/>
                  </a:lnTo>
                  <a:lnTo>
                    <a:pt x="1223765" y="1956692"/>
                  </a:lnTo>
                  <a:lnTo>
                    <a:pt x="1222694" y="1957493"/>
                  </a:lnTo>
                  <a:lnTo>
                    <a:pt x="1221622" y="1958293"/>
                  </a:lnTo>
                  <a:lnTo>
                    <a:pt x="1220551" y="1959091"/>
                  </a:lnTo>
                  <a:lnTo>
                    <a:pt x="1219479" y="1959887"/>
                  </a:lnTo>
                  <a:lnTo>
                    <a:pt x="1218407" y="1960683"/>
                  </a:lnTo>
                  <a:lnTo>
                    <a:pt x="1217336" y="1961477"/>
                  </a:lnTo>
                  <a:lnTo>
                    <a:pt x="1216264" y="1962269"/>
                  </a:lnTo>
                  <a:lnTo>
                    <a:pt x="1215193" y="1963061"/>
                  </a:lnTo>
                  <a:lnTo>
                    <a:pt x="1214121" y="1963851"/>
                  </a:lnTo>
                  <a:lnTo>
                    <a:pt x="1213049" y="1964639"/>
                  </a:lnTo>
                  <a:lnTo>
                    <a:pt x="1211978" y="1965426"/>
                  </a:lnTo>
                  <a:lnTo>
                    <a:pt x="1210906" y="1966212"/>
                  </a:lnTo>
                  <a:lnTo>
                    <a:pt x="1209835" y="1966996"/>
                  </a:lnTo>
                  <a:lnTo>
                    <a:pt x="1208763" y="1967779"/>
                  </a:lnTo>
                  <a:lnTo>
                    <a:pt x="1207691" y="1968561"/>
                  </a:lnTo>
                  <a:lnTo>
                    <a:pt x="1206620" y="1969341"/>
                  </a:lnTo>
                  <a:lnTo>
                    <a:pt x="1205548" y="1970120"/>
                  </a:lnTo>
                  <a:lnTo>
                    <a:pt x="1204477" y="1970898"/>
                  </a:lnTo>
                  <a:lnTo>
                    <a:pt x="1203405" y="1971674"/>
                  </a:lnTo>
                  <a:lnTo>
                    <a:pt x="1202333" y="1972449"/>
                  </a:lnTo>
                  <a:lnTo>
                    <a:pt x="1201262" y="1973222"/>
                  </a:lnTo>
                  <a:lnTo>
                    <a:pt x="1200190" y="1973994"/>
                  </a:lnTo>
                  <a:lnTo>
                    <a:pt x="1199119" y="1974765"/>
                  </a:lnTo>
                  <a:lnTo>
                    <a:pt x="1198047" y="1975534"/>
                  </a:lnTo>
                  <a:lnTo>
                    <a:pt x="1196975" y="1976302"/>
                  </a:lnTo>
                  <a:lnTo>
                    <a:pt x="1195904" y="1977069"/>
                  </a:lnTo>
                  <a:lnTo>
                    <a:pt x="1194832" y="1977834"/>
                  </a:lnTo>
                  <a:lnTo>
                    <a:pt x="1193761" y="1978598"/>
                  </a:lnTo>
                  <a:lnTo>
                    <a:pt x="1192689" y="1979360"/>
                  </a:lnTo>
                  <a:lnTo>
                    <a:pt x="1191617" y="1980121"/>
                  </a:lnTo>
                  <a:lnTo>
                    <a:pt x="1190546" y="1980881"/>
                  </a:lnTo>
                  <a:lnTo>
                    <a:pt x="1189474" y="1981639"/>
                  </a:lnTo>
                  <a:lnTo>
                    <a:pt x="1188403" y="1982396"/>
                  </a:lnTo>
                  <a:lnTo>
                    <a:pt x="1187331" y="1983152"/>
                  </a:lnTo>
                  <a:lnTo>
                    <a:pt x="1186259" y="1983906"/>
                  </a:lnTo>
                  <a:lnTo>
                    <a:pt x="1185188" y="1984659"/>
                  </a:lnTo>
                  <a:lnTo>
                    <a:pt x="1184116" y="1985410"/>
                  </a:lnTo>
                  <a:lnTo>
                    <a:pt x="1183045" y="1986161"/>
                  </a:lnTo>
                  <a:lnTo>
                    <a:pt x="1181973" y="1986909"/>
                  </a:lnTo>
                  <a:lnTo>
                    <a:pt x="1180901" y="1987657"/>
                  </a:lnTo>
                  <a:lnTo>
                    <a:pt x="1179830" y="1988403"/>
                  </a:lnTo>
                  <a:lnTo>
                    <a:pt x="1178758" y="1989147"/>
                  </a:lnTo>
                  <a:lnTo>
                    <a:pt x="1177687" y="1989891"/>
                  </a:lnTo>
                  <a:lnTo>
                    <a:pt x="1176615" y="1990633"/>
                  </a:lnTo>
                  <a:lnTo>
                    <a:pt x="1175543" y="1991373"/>
                  </a:lnTo>
                  <a:lnTo>
                    <a:pt x="1174472" y="1992113"/>
                  </a:lnTo>
                  <a:lnTo>
                    <a:pt x="1173400" y="1992850"/>
                  </a:lnTo>
                  <a:lnTo>
                    <a:pt x="1172329" y="1993587"/>
                  </a:lnTo>
                  <a:lnTo>
                    <a:pt x="1171257" y="1994322"/>
                  </a:lnTo>
                  <a:lnTo>
                    <a:pt x="1170185" y="1995056"/>
                  </a:lnTo>
                  <a:lnTo>
                    <a:pt x="1169114" y="1995788"/>
                  </a:lnTo>
                  <a:lnTo>
                    <a:pt x="1168042" y="1996519"/>
                  </a:lnTo>
                  <a:lnTo>
                    <a:pt x="1166971" y="1997249"/>
                  </a:lnTo>
                  <a:lnTo>
                    <a:pt x="1165899" y="1997977"/>
                  </a:lnTo>
                  <a:lnTo>
                    <a:pt x="1164827" y="1998704"/>
                  </a:lnTo>
                  <a:lnTo>
                    <a:pt x="1163756" y="1999430"/>
                  </a:lnTo>
                  <a:lnTo>
                    <a:pt x="1162684" y="2000154"/>
                  </a:lnTo>
                  <a:lnTo>
                    <a:pt x="1161613" y="2000877"/>
                  </a:lnTo>
                  <a:lnTo>
                    <a:pt x="1160541" y="2001599"/>
                  </a:lnTo>
                  <a:lnTo>
                    <a:pt x="1159469" y="2002319"/>
                  </a:lnTo>
                  <a:lnTo>
                    <a:pt x="1158398" y="2003038"/>
                  </a:lnTo>
                  <a:lnTo>
                    <a:pt x="1157326" y="2003756"/>
                  </a:lnTo>
                  <a:lnTo>
                    <a:pt x="1156255" y="2004472"/>
                  </a:lnTo>
                  <a:lnTo>
                    <a:pt x="1155183" y="2005187"/>
                  </a:lnTo>
                  <a:lnTo>
                    <a:pt x="1154111" y="2005900"/>
                  </a:lnTo>
                  <a:lnTo>
                    <a:pt x="1153040" y="2006612"/>
                  </a:lnTo>
                  <a:lnTo>
                    <a:pt x="1151968" y="2007323"/>
                  </a:lnTo>
                  <a:lnTo>
                    <a:pt x="1150897" y="2008032"/>
                  </a:lnTo>
                  <a:lnTo>
                    <a:pt x="1149825" y="2008741"/>
                  </a:lnTo>
                  <a:lnTo>
                    <a:pt x="1148753" y="2009447"/>
                  </a:lnTo>
                  <a:lnTo>
                    <a:pt x="1147682" y="2010153"/>
                  </a:lnTo>
                  <a:lnTo>
                    <a:pt x="1146610" y="2010857"/>
                  </a:lnTo>
                  <a:lnTo>
                    <a:pt x="1145539" y="2011560"/>
                  </a:lnTo>
                  <a:lnTo>
                    <a:pt x="1144467" y="2012261"/>
                  </a:lnTo>
                  <a:lnTo>
                    <a:pt x="1143395" y="2012961"/>
                  </a:lnTo>
                  <a:lnTo>
                    <a:pt x="1142324" y="2013660"/>
                  </a:lnTo>
                  <a:lnTo>
                    <a:pt x="1141252" y="2014357"/>
                  </a:lnTo>
                  <a:lnTo>
                    <a:pt x="1140181" y="2015053"/>
                  </a:lnTo>
                  <a:lnTo>
                    <a:pt x="1139109" y="2015748"/>
                  </a:lnTo>
                  <a:lnTo>
                    <a:pt x="1138037" y="2016441"/>
                  </a:lnTo>
                  <a:lnTo>
                    <a:pt x="1136966" y="2017134"/>
                  </a:lnTo>
                  <a:lnTo>
                    <a:pt x="1135894" y="2017824"/>
                  </a:lnTo>
                  <a:lnTo>
                    <a:pt x="1134823" y="2018514"/>
                  </a:lnTo>
                  <a:lnTo>
                    <a:pt x="1133751" y="2019202"/>
                  </a:lnTo>
                  <a:lnTo>
                    <a:pt x="1132679" y="2019889"/>
                  </a:lnTo>
                  <a:lnTo>
                    <a:pt x="1131608" y="2020575"/>
                  </a:lnTo>
                  <a:lnTo>
                    <a:pt x="1130536" y="2021259"/>
                  </a:lnTo>
                  <a:lnTo>
                    <a:pt x="1129465" y="2021942"/>
                  </a:lnTo>
                  <a:lnTo>
                    <a:pt x="1128393" y="2022624"/>
                  </a:lnTo>
                  <a:lnTo>
                    <a:pt x="1127321" y="2023305"/>
                  </a:lnTo>
                  <a:lnTo>
                    <a:pt x="1126250" y="2023984"/>
                  </a:lnTo>
                  <a:lnTo>
                    <a:pt x="1125178" y="2024662"/>
                  </a:lnTo>
                  <a:lnTo>
                    <a:pt x="1124107" y="2025339"/>
                  </a:lnTo>
                  <a:lnTo>
                    <a:pt x="1123035" y="2026015"/>
                  </a:lnTo>
                  <a:lnTo>
                    <a:pt x="1121963" y="2026689"/>
                  </a:lnTo>
                  <a:lnTo>
                    <a:pt x="1120892" y="2027362"/>
                  </a:lnTo>
                  <a:lnTo>
                    <a:pt x="1119820" y="2028034"/>
                  </a:lnTo>
                  <a:lnTo>
                    <a:pt x="1118749" y="2028705"/>
                  </a:lnTo>
                  <a:lnTo>
                    <a:pt x="1117677" y="2029374"/>
                  </a:lnTo>
                  <a:lnTo>
                    <a:pt x="1116605" y="2030043"/>
                  </a:lnTo>
                  <a:lnTo>
                    <a:pt x="1115534" y="2030710"/>
                  </a:lnTo>
                  <a:lnTo>
                    <a:pt x="1114462" y="2031375"/>
                  </a:lnTo>
                  <a:lnTo>
                    <a:pt x="1113391" y="2032040"/>
                  </a:lnTo>
                  <a:lnTo>
                    <a:pt x="1112319" y="2032704"/>
                  </a:lnTo>
                  <a:lnTo>
                    <a:pt x="1111247" y="2033366"/>
                  </a:lnTo>
                  <a:lnTo>
                    <a:pt x="1110176" y="2034027"/>
                  </a:lnTo>
                  <a:lnTo>
                    <a:pt x="1109104" y="2034687"/>
                  </a:lnTo>
                  <a:lnTo>
                    <a:pt x="1108033" y="2035345"/>
                  </a:lnTo>
                  <a:lnTo>
                    <a:pt x="1106961" y="2036003"/>
                  </a:lnTo>
                  <a:lnTo>
                    <a:pt x="1105889" y="2036659"/>
                  </a:lnTo>
                  <a:lnTo>
                    <a:pt x="1104818" y="2037314"/>
                  </a:lnTo>
                  <a:lnTo>
                    <a:pt x="1103746" y="2037968"/>
                  </a:lnTo>
                  <a:lnTo>
                    <a:pt x="1102675" y="2038621"/>
                  </a:lnTo>
                  <a:lnTo>
                    <a:pt x="1101603" y="2039273"/>
                  </a:lnTo>
                  <a:lnTo>
                    <a:pt x="1100531" y="2039923"/>
                  </a:lnTo>
                  <a:lnTo>
                    <a:pt x="1099460" y="2040573"/>
                  </a:lnTo>
                  <a:lnTo>
                    <a:pt x="1098388" y="2041221"/>
                  </a:lnTo>
                  <a:lnTo>
                    <a:pt x="1097317" y="2041868"/>
                  </a:lnTo>
                  <a:lnTo>
                    <a:pt x="1096245" y="2042514"/>
                  </a:lnTo>
                  <a:lnTo>
                    <a:pt x="1095173" y="2043159"/>
                  </a:lnTo>
                  <a:lnTo>
                    <a:pt x="1094102" y="2043803"/>
                  </a:lnTo>
                  <a:lnTo>
                    <a:pt x="1093030" y="2044445"/>
                  </a:lnTo>
                  <a:lnTo>
                    <a:pt x="1091959" y="2045087"/>
                  </a:lnTo>
                  <a:lnTo>
                    <a:pt x="1090887" y="2045727"/>
                  </a:lnTo>
                  <a:lnTo>
                    <a:pt x="1089815" y="2046367"/>
                  </a:lnTo>
                  <a:lnTo>
                    <a:pt x="1088744" y="2047005"/>
                  </a:lnTo>
                  <a:lnTo>
                    <a:pt x="1087672" y="2047642"/>
                  </a:lnTo>
                  <a:lnTo>
                    <a:pt x="1086601" y="2048278"/>
                  </a:lnTo>
                  <a:lnTo>
                    <a:pt x="1085529" y="2048913"/>
                  </a:lnTo>
                  <a:lnTo>
                    <a:pt x="1084457" y="2049547"/>
                  </a:lnTo>
                  <a:lnTo>
                    <a:pt x="1083386" y="2050180"/>
                  </a:lnTo>
                  <a:lnTo>
                    <a:pt x="1082314" y="2050811"/>
                  </a:lnTo>
                  <a:lnTo>
                    <a:pt x="1081243" y="2051442"/>
                  </a:lnTo>
                  <a:lnTo>
                    <a:pt x="1080171" y="2052072"/>
                  </a:lnTo>
                  <a:lnTo>
                    <a:pt x="1079099" y="2052700"/>
                  </a:lnTo>
                  <a:lnTo>
                    <a:pt x="1078028" y="2053328"/>
                  </a:lnTo>
                  <a:lnTo>
                    <a:pt x="1076956" y="2053954"/>
                  </a:lnTo>
                  <a:lnTo>
                    <a:pt x="1075885" y="2054579"/>
                  </a:lnTo>
                  <a:lnTo>
                    <a:pt x="1074813" y="2055204"/>
                  </a:lnTo>
                  <a:lnTo>
                    <a:pt x="1073741" y="2055827"/>
                  </a:lnTo>
                  <a:lnTo>
                    <a:pt x="1072670" y="2056449"/>
                  </a:lnTo>
                  <a:lnTo>
                    <a:pt x="1071598" y="2057070"/>
                  </a:lnTo>
                  <a:lnTo>
                    <a:pt x="1070527" y="2057691"/>
                  </a:lnTo>
                  <a:lnTo>
                    <a:pt x="1069455" y="2058310"/>
                  </a:lnTo>
                  <a:lnTo>
                    <a:pt x="1068383" y="2058928"/>
                  </a:lnTo>
                  <a:lnTo>
                    <a:pt x="1067312" y="2059545"/>
                  </a:lnTo>
                  <a:lnTo>
                    <a:pt x="1066240" y="2060161"/>
                  </a:lnTo>
                  <a:lnTo>
                    <a:pt x="1065169" y="2060776"/>
                  </a:lnTo>
                  <a:lnTo>
                    <a:pt x="1064097" y="2061391"/>
                  </a:lnTo>
                  <a:lnTo>
                    <a:pt x="1063026" y="2062004"/>
                  </a:lnTo>
                  <a:lnTo>
                    <a:pt x="1061954" y="2062616"/>
                  </a:lnTo>
                  <a:lnTo>
                    <a:pt x="1060882" y="2063227"/>
                  </a:lnTo>
                  <a:lnTo>
                    <a:pt x="1059811" y="2063837"/>
                  </a:lnTo>
                  <a:lnTo>
                    <a:pt x="1058739" y="2064446"/>
                  </a:lnTo>
                  <a:lnTo>
                    <a:pt x="1057668" y="2065055"/>
                  </a:lnTo>
                  <a:lnTo>
                    <a:pt x="1056596" y="2065662"/>
                  </a:lnTo>
                  <a:lnTo>
                    <a:pt x="1055524" y="2066268"/>
                  </a:lnTo>
                  <a:lnTo>
                    <a:pt x="1054453" y="2066874"/>
                  </a:lnTo>
                  <a:lnTo>
                    <a:pt x="1053381" y="2067478"/>
                  </a:lnTo>
                  <a:lnTo>
                    <a:pt x="1052310" y="2068081"/>
                  </a:lnTo>
                  <a:lnTo>
                    <a:pt x="1051238" y="2068684"/>
                  </a:lnTo>
                  <a:lnTo>
                    <a:pt x="1050166" y="2069285"/>
                  </a:lnTo>
                  <a:lnTo>
                    <a:pt x="1049095" y="2069886"/>
                  </a:lnTo>
                  <a:lnTo>
                    <a:pt x="1048023" y="2070486"/>
                  </a:lnTo>
                  <a:lnTo>
                    <a:pt x="1046952" y="2071085"/>
                  </a:lnTo>
                  <a:lnTo>
                    <a:pt x="1045880" y="2071682"/>
                  </a:lnTo>
                  <a:lnTo>
                    <a:pt x="1044808" y="2072279"/>
                  </a:lnTo>
                  <a:lnTo>
                    <a:pt x="1043737" y="2072875"/>
                  </a:lnTo>
                  <a:lnTo>
                    <a:pt x="1042665" y="2073470"/>
                  </a:lnTo>
                  <a:lnTo>
                    <a:pt x="1041594" y="2074064"/>
                  </a:lnTo>
                  <a:lnTo>
                    <a:pt x="1040522" y="2074658"/>
                  </a:lnTo>
                  <a:lnTo>
                    <a:pt x="1039450" y="2075250"/>
                  </a:lnTo>
                  <a:lnTo>
                    <a:pt x="1038379" y="2075841"/>
                  </a:lnTo>
                  <a:lnTo>
                    <a:pt x="1037307" y="2076432"/>
                  </a:lnTo>
                  <a:lnTo>
                    <a:pt x="1036236" y="2077022"/>
                  </a:lnTo>
                  <a:lnTo>
                    <a:pt x="1035164" y="2077610"/>
                  </a:lnTo>
                  <a:lnTo>
                    <a:pt x="1034092" y="2078198"/>
                  </a:lnTo>
                  <a:lnTo>
                    <a:pt x="1033021" y="2078785"/>
                  </a:lnTo>
                  <a:lnTo>
                    <a:pt x="1031949" y="2079371"/>
                  </a:lnTo>
                  <a:lnTo>
                    <a:pt x="1030878" y="2079957"/>
                  </a:lnTo>
                  <a:lnTo>
                    <a:pt x="1029806" y="2080541"/>
                  </a:lnTo>
                  <a:lnTo>
                    <a:pt x="1028734" y="2081124"/>
                  </a:lnTo>
                  <a:lnTo>
                    <a:pt x="1027663" y="2081707"/>
                  </a:lnTo>
                  <a:lnTo>
                    <a:pt x="1026591" y="2082289"/>
                  </a:lnTo>
                  <a:lnTo>
                    <a:pt x="1025520" y="2082870"/>
                  </a:lnTo>
                  <a:lnTo>
                    <a:pt x="1024448" y="2083450"/>
                  </a:lnTo>
                  <a:lnTo>
                    <a:pt x="1023376" y="2084029"/>
                  </a:lnTo>
                  <a:lnTo>
                    <a:pt x="1022305" y="2084608"/>
                  </a:lnTo>
                  <a:lnTo>
                    <a:pt x="1021233" y="2085185"/>
                  </a:lnTo>
                  <a:lnTo>
                    <a:pt x="1020162" y="2085762"/>
                  </a:lnTo>
                  <a:lnTo>
                    <a:pt x="1019090" y="2086338"/>
                  </a:lnTo>
                  <a:lnTo>
                    <a:pt x="1018018" y="2086913"/>
                  </a:lnTo>
                  <a:lnTo>
                    <a:pt x="1016947" y="2087487"/>
                  </a:lnTo>
                  <a:lnTo>
                    <a:pt x="1015875" y="2088061"/>
                  </a:lnTo>
                  <a:lnTo>
                    <a:pt x="1014804" y="2088634"/>
                  </a:lnTo>
                  <a:lnTo>
                    <a:pt x="1013732" y="2089205"/>
                  </a:lnTo>
                  <a:lnTo>
                    <a:pt x="1012660" y="2089776"/>
                  </a:lnTo>
                  <a:lnTo>
                    <a:pt x="1011589" y="2090347"/>
                  </a:lnTo>
                  <a:lnTo>
                    <a:pt x="1010517" y="2090916"/>
                  </a:lnTo>
                  <a:lnTo>
                    <a:pt x="1009446" y="2091485"/>
                  </a:lnTo>
                  <a:lnTo>
                    <a:pt x="1008374" y="2092053"/>
                  </a:lnTo>
                  <a:lnTo>
                    <a:pt x="1007302" y="2092620"/>
                  </a:lnTo>
                  <a:lnTo>
                    <a:pt x="1006231" y="2093186"/>
                  </a:lnTo>
                  <a:lnTo>
                    <a:pt x="1005159" y="2093752"/>
                  </a:lnTo>
                  <a:lnTo>
                    <a:pt x="1004088" y="2094317"/>
                  </a:lnTo>
                  <a:lnTo>
                    <a:pt x="1003016" y="2094881"/>
                  </a:lnTo>
                  <a:lnTo>
                    <a:pt x="1001944" y="2095444"/>
                  </a:lnTo>
                  <a:lnTo>
                    <a:pt x="1000873" y="2096006"/>
                  </a:lnTo>
                  <a:lnTo>
                    <a:pt x="999801" y="2096568"/>
                  </a:lnTo>
                  <a:lnTo>
                    <a:pt x="998730" y="2097129"/>
                  </a:lnTo>
                  <a:lnTo>
                    <a:pt x="997658" y="2097689"/>
                  </a:lnTo>
                  <a:lnTo>
                    <a:pt x="996586" y="2098249"/>
                  </a:lnTo>
                  <a:lnTo>
                    <a:pt x="995515" y="2098808"/>
                  </a:lnTo>
                  <a:lnTo>
                    <a:pt x="994443" y="2099366"/>
                  </a:lnTo>
                  <a:lnTo>
                    <a:pt x="993372" y="2099923"/>
                  </a:lnTo>
                  <a:lnTo>
                    <a:pt x="992300" y="2100479"/>
                  </a:lnTo>
                  <a:lnTo>
                    <a:pt x="991228" y="2101035"/>
                  </a:lnTo>
                  <a:lnTo>
                    <a:pt x="990157" y="2101590"/>
                  </a:lnTo>
                  <a:lnTo>
                    <a:pt x="989085" y="2102145"/>
                  </a:lnTo>
                  <a:lnTo>
                    <a:pt x="988014" y="2102698"/>
                  </a:lnTo>
                  <a:lnTo>
                    <a:pt x="986942" y="2103251"/>
                  </a:lnTo>
                  <a:lnTo>
                    <a:pt x="985870" y="2103804"/>
                  </a:lnTo>
                  <a:lnTo>
                    <a:pt x="984799" y="2104355"/>
                  </a:lnTo>
                  <a:lnTo>
                    <a:pt x="983727" y="2104906"/>
                  </a:lnTo>
                  <a:lnTo>
                    <a:pt x="982656" y="2105456"/>
                  </a:lnTo>
                  <a:lnTo>
                    <a:pt x="981584" y="2106006"/>
                  </a:lnTo>
                  <a:lnTo>
                    <a:pt x="980512" y="2106554"/>
                  </a:lnTo>
                  <a:lnTo>
                    <a:pt x="979441" y="2107102"/>
                  </a:lnTo>
                  <a:lnTo>
                    <a:pt x="978369" y="2107650"/>
                  </a:lnTo>
                  <a:lnTo>
                    <a:pt x="977298" y="2108197"/>
                  </a:lnTo>
                  <a:lnTo>
                    <a:pt x="976226" y="2108743"/>
                  </a:lnTo>
                  <a:lnTo>
                    <a:pt x="975154" y="2109288"/>
                  </a:lnTo>
                  <a:lnTo>
                    <a:pt x="974083" y="2109833"/>
                  </a:lnTo>
                  <a:lnTo>
                    <a:pt x="973011" y="2110377"/>
                  </a:lnTo>
                  <a:lnTo>
                    <a:pt x="971940" y="2110920"/>
                  </a:lnTo>
                  <a:lnTo>
                    <a:pt x="970868" y="2111463"/>
                  </a:lnTo>
                  <a:lnTo>
                    <a:pt x="969796" y="2112005"/>
                  </a:lnTo>
                  <a:lnTo>
                    <a:pt x="968725" y="2112546"/>
                  </a:lnTo>
                  <a:lnTo>
                    <a:pt x="967653" y="2113087"/>
                  </a:lnTo>
                  <a:lnTo>
                    <a:pt x="966582" y="2113627"/>
                  </a:lnTo>
                  <a:lnTo>
                    <a:pt x="965510" y="2114167"/>
                  </a:lnTo>
                  <a:lnTo>
                    <a:pt x="964438" y="2114706"/>
                  </a:lnTo>
                  <a:lnTo>
                    <a:pt x="963367" y="2115244"/>
                  </a:lnTo>
                  <a:lnTo>
                    <a:pt x="962295" y="2115782"/>
                  </a:lnTo>
                  <a:lnTo>
                    <a:pt x="961224" y="2116319"/>
                  </a:lnTo>
                  <a:lnTo>
                    <a:pt x="960152" y="2116855"/>
                  </a:lnTo>
                  <a:lnTo>
                    <a:pt x="959080" y="2117391"/>
                  </a:lnTo>
                  <a:lnTo>
                    <a:pt x="958009" y="2117926"/>
                  </a:lnTo>
                  <a:lnTo>
                    <a:pt x="956937" y="2118461"/>
                  </a:lnTo>
                  <a:lnTo>
                    <a:pt x="955866" y="2118994"/>
                  </a:lnTo>
                  <a:lnTo>
                    <a:pt x="954794" y="2119528"/>
                  </a:lnTo>
                  <a:lnTo>
                    <a:pt x="953722" y="2120061"/>
                  </a:lnTo>
                  <a:lnTo>
                    <a:pt x="952651" y="2120593"/>
                  </a:lnTo>
                  <a:lnTo>
                    <a:pt x="951579" y="2121124"/>
                  </a:lnTo>
                  <a:lnTo>
                    <a:pt x="950508" y="2121655"/>
                  </a:lnTo>
                  <a:lnTo>
                    <a:pt x="949436" y="2122186"/>
                  </a:lnTo>
                  <a:lnTo>
                    <a:pt x="948364" y="2122715"/>
                  </a:lnTo>
                  <a:lnTo>
                    <a:pt x="947293" y="2123245"/>
                  </a:lnTo>
                  <a:lnTo>
                    <a:pt x="946221" y="2123773"/>
                  </a:lnTo>
                  <a:lnTo>
                    <a:pt x="945150" y="2124301"/>
                  </a:lnTo>
                  <a:lnTo>
                    <a:pt x="944078" y="2124829"/>
                  </a:lnTo>
                  <a:lnTo>
                    <a:pt x="943006" y="2125356"/>
                  </a:lnTo>
                  <a:lnTo>
                    <a:pt x="941935" y="2125882"/>
                  </a:lnTo>
                  <a:lnTo>
                    <a:pt x="940863" y="2126408"/>
                  </a:lnTo>
                  <a:lnTo>
                    <a:pt x="939792" y="2126933"/>
                  </a:lnTo>
                  <a:lnTo>
                    <a:pt x="938720" y="2127458"/>
                  </a:lnTo>
                  <a:lnTo>
                    <a:pt x="937648" y="2127982"/>
                  </a:lnTo>
                  <a:lnTo>
                    <a:pt x="936577" y="2128506"/>
                  </a:lnTo>
                  <a:lnTo>
                    <a:pt x="935505" y="2129029"/>
                  </a:lnTo>
                  <a:lnTo>
                    <a:pt x="934434" y="2129552"/>
                  </a:lnTo>
                  <a:lnTo>
                    <a:pt x="933362" y="2130074"/>
                  </a:lnTo>
                  <a:lnTo>
                    <a:pt x="932290" y="2130595"/>
                  </a:lnTo>
                  <a:lnTo>
                    <a:pt x="931219" y="2131116"/>
                  </a:lnTo>
                  <a:lnTo>
                    <a:pt x="930147" y="2131637"/>
                  </a:lnTo>
                  <a:lnTo>
                    <a:pt x="929076" y="2132157"/>
                  </a:lnTo>
                  <a:lnTo>
                    <a:pt x="928004" y="2132676"/>
                  </a:lnTo>
                  <a:lnTo>
                    <a:pt x="926932" y="2133195"/>
                  </a:lnTo>
                  <a:lnTo>
                    <a:pt x="925861" y="2133713"/>
                  </a:lnTo>
                  <a:lnTo>
                    <a:pt x="924789" y="2134231"/>
                  </a:lnTo>
                  <a:lnTo>
                    <a:pt x="923718" y="2134749"/>
                  </a:lnTo>
                  <a:lnTo>
                    <a:pt x="922646" y="2135266"/>
                  </a:lnTo>
                  <a:lnTo>
                    <a:pt x="921574" y="2135782"/>
                  </a:lnTo>
                  <a:lnTo>
                    <a:pt x="920503" y="2136298"/>
                  </a:lnTo>
                  <a:lnTo>
                    <a:pt x="919431" y="2136813"/>
                  </a:lnTo>
                  <a:lnTo>
                    <a:pt x="918360" y="2137328"/>
                  </a:lnTo>
                  <a:lnTo>
                    <a:pt x="917288" y="2137843"/>
                  </a:lnTo>
                  <a:lnTo>
                    <a:pt x="916216" y="2138357"/>
                  </a:lnTo>
                  <a:lnTo>
                    <a:pt x="915145" y="2138870"/>
                  </a:lnTo>
                  <a:lnTo>
                    <a:pt x="914073" y="2139383"/>
                  </a:lnTo>
                  <a:lnTo>
                    <a:pt x="913002" y="2139896"/>
                  </a:lnTo>
                  <a:lnTo>
                    <a:pt x="911930" y="2140408"/>
                  </a:lnTo>
                  <a:lnTo>
                    <a:pt x="910858" y="2140919"/>
                  </a:lnTo>
                  <a:lnTo>
                    <a:pt x="909787" y="2141430"/>
                  </a:lnTo>
                  <a:lnTo>
                    <a:pt x="908715" y="2141941"/>
                  </a:lnTo>
                  <a:lnTo>
                    <a:pt x="907644" y="2142451"/>
                  </a:lnTo>
                  <a:lnTo>
                    <a:pt x="906572" y="2142961"/>
                  </a:lnTo>
                  <a:lnTo>
                    <a:pt x="905500" y="2143470"/>
                  </a:lnTo>
                  <a:lnTo>
                    <a:pt x="904429" y="2143979"/>
                  </a:lnTo>
                  <a:lnTo>
                    <a:pt x="903357" y="2144488"/>
                  </a:lnTo>
                  <a:lnTo>
                    <a:pt x="902286" y="2144996"/>
                  </a:lnTo>
                  <a:lnTo>
                    <a:pt x="901214" y="2145503"/>
                  </a:lnTo>
                  <a:lnTo>
                    <a:pt x="900142" y="2146010"/>
                  </a:lnTo>
                  <a:lnTo>
                    <a:pt x="899071" y="2146517"/>
                  </a:lnTo>
                  <a:lnTo>
                    <a:pt x="897999" y="2147023"/>
                  </a:lnTo>
                  <a:lnTo>
                    <a:pt x="896928" y="2147529"/>
                  </a:lnTo>
                  <a:lnTo>
                    <a:pt x="895856" y="2148035"/>
                  </a:lnTo>
                  <a:lnTo>
                    <a:pt x="894784" y="2148540"/>
                  </a:lnTo>
                  <a:lnTo>
                    <a:pt x="893713" y="2149044"/>
                  </a:lnTo>
                  <a:lnTo>
                    <a:pt x="892641" y="2149548"/>
                  </a:lnTo>
                  <a:lnTo>
                    <a:pt x="891570" y="2150052"/>
                  </a:lnTo>
                  <a:lnTo>
                    <a:pt x="890498" y="2150555"/>
                  </a:lnTo>
                  <a:lnTo>
                    <a:pt x="889426" y="2151058"/>
                  </a:lnTo>
                  <a:lnTo>
                    <a:pt x="888355" y="2151561"/>
                  </a:lnTo>
                  <a:lnTo>
                    <a:pt x="887283" y="2152063"/>
                  </a:lnTo>
                  <a:lnTo>
                    <a:pt x="886212" y="2152565"/>
                  </a:lnTo>
                  <a:lnTo>
                    <a:pt x="885140" y="2153066"/>
                  </a:lnTo>
                  <a:lnTo>
                    <a:pt x="884069" y="2153567"/>
                  </a:lnTo>
                  <a:lnTo>
                    <a:pt x="882997" y="2154068"/>
                  </a:lnTo>
                  <a:lnTo>
                    <a:pt x="881925" y="2154568"/>
                  </a:lnTo>
                  <a:lnTo>
                    <a:pt x="880854" y="2155068"/>
                  </a:lnTo>
                  <a:lnTo>
                    <a:pt x="879782" y="2155567"/>
                  </a:lnTo>
                  <a:lnTo>
                    <a:pt x="878711" y="2156066"/>
                  </a:lnTo>
                  <a:lnTo>
                    <a:pt x="877639" y="2156565"/>
                  </a:lnTo>
                  <a:lnTo>
                    <a:pt x="876567" y="2157063"/>
                  </a:lnTo>
                  <a:lnTo>
                    <a:pt x="875496" y="2157561"/>
                  </a:lnTo>
                  <a:lnTo>
                    <a:pt x="874424" y="2158058"/>
                  </a:lnTo>
                  <a:lnTo>
                    <a:pt x="873353" y="2158555"/>
                  </a:lnTo>
                  <a:lnTo>
                    <a:pt x="872281" y="2159052"/>
                  </a:lnTo>
                  <a:lnTo>
                    <a:pt x="871209" y="2159549"/>
                  </a:lnTo>
                  <a:lnTo>
                    <a:pt x="870138" y="2160045"/>
                  </a:lnTo>
                  <a:lnTo>
                    <a:pt x="869066" y="2160541"/>
                  </a:lnTo>
                  <a:lnTo>
                    <a:pt x="867995" y="2161036"/>
                  </a:lnTo>
                  <a:lnTo>
                    <a:pt x="866923" y="2161531"/>
                  </a:lnTo>
                  <a:lnTo>
                    <a:pt x="865851" y="2162026"/>
                  </a:lnTo>
                  <a:lnTo>
                    <a:pt x="864780" y="2162520"/>
                  </a:lnTo>
                  <a:lnTo>
                    <a:pt x="863708" y="2163014"/>
                  </a:lnTo>
                  <a:lnTo>
                    <a:pt x="862637" y="2163508"/>
                  </a:lnTo>
                  <a:lnTo>
                    <a:pt x="861565" y="2164001"/>
                  </a:lnTo>
                  <a:lnTo>
                    <a:pt x="860493" y="2164494"/>
                  </a:lnTo>
                  <a:lnTo>
                    <a:pt x="859422" y="2164987"/>
                  </a:lnTo>
                  <a:lnTo>
                    <a:pt x="858350" y="2165479"/>
                  </a:lnTo>
                  <a:lnTo>
                    <a:pt x="857279" y="2165971"/>
                  </a:lnTo>
                  <a:lnTo>
                    <a:pt x="856207" y="2166463"/>
                  </a:lnTo>
                  <a:lnTo>
                    <a:pt x="855135" y="2166954"/>
                  </a:lnTo>
                  <a:lnTo>
                    <a:pt x="854064" y="2167445"/>
                  </a:lnTo>
                  <a:lnTo>
                    <a:pt x="852992" y="2167936"/>
                  </a:lnTo>
                  <a:lnTo>
                    <a:pt x="851921" y="2168426"/>
                  </a:lnTo>
                  <a:lnTo>
                    <a:pt x="850849" y="2168916"/>
                  </a:lnTo>
                  <a:lnTo>
                    <a:pt x="849777" y="2169406"/>
                  </a:lnTo>
                  <a:lnTo>
                    <a:pt x="848706" y="2169895"/>
                  </a:lnTo>
                  <a:lnTo>
                    <a:pt x="847634" y="2170385"/>
                  </a:lnTo>
                  <a:lnTo>
                    <a:pt x="846563" y="2170873"/>
                  </a:lnTo>
                  <a:lnTo>
                    <a:pt x="845491" y="2171362"/>
                  </a:lnTo>
                  <a:lnTo>
                    <a:pt x="844419" y="2171850"/>
                  </a:lnTo>
                  <a:lnTo>
                    <a:pt x="843348" y="2172338"/>
                  </a:lnTo>
                  <a:lnTo>
                    <a:pt x="842276" y="2172826"/>
                  </a:lnTo>
                  <a:lnTo>
                    <a:pt x="841205" y="2173313"/>
                  </a:lnTo>
                  <a:lnTo>
                    <a:pt x="840133" y="2173800"/>
                  </a:lnTo>
                  <a:lnTo>
                    <a:pt x="839061" y="2174287"/>
                  </a:lnTo>
                  <a:lnTo>
                    <a:pt x="837990" y="2174774"/>
                  </a:lnTo>
                  <a:lnTo>
                    <a:pt x="836918" y="2175260"/>
                  </a:lnTo>
                  <a:lnTo>
                    <a:pt x="835847" y="2175746"/>
                  </a:lnTo>
                  <a:lnTo>
                    <a:pt x="834775" y="2176231"/>
                  </a:lnTo>
                  <a:lnTo>
                    <a:pt x="833703" y="2176717"/>
                  </a:lnTo>
                  <a:lnTo>
                    <a:pt x="832632" y="2177202"/>
                  </a:lnTo>
                  <a:lnTo>
                    <a:pt x="831560" y="2177687"/>
                  </a:lnTo>
                  <a:lnTo>
                    <a:pt x="830489" y="2178171"/>
                  </a:lnTo>
                  <a:lnTo>
                    <a:pt x="829417" y="2178655"/>
                  </a:lnTo>
                  <a:lnTo>
                    <a:pt x="828345" y="2179139"/>
                  </a:lnTo>
                  <a:lnTo>
                    <a:pt x="827274" y="2179623"/>
                  </a:lnTo>
                  <a:lnTo>
                    <a:pt x="826202" y="2180106"/>
                  </a:lnTo>
                  <a:lnTo>
                    <a:pt x="825131" y="2180590"/>
                  </a:lnTo>
                  <a:lnTo>
                    <a:pt x="824059" y="2181073"/>
                  </a:lnTo>
                  <a:lnTo>
                    <a:pt x="822987" y="2181555"/>
                  </a:lnTo>
                  <a:lnTo>
                    <a:pt x="821916" y="2182038"/>
                  </a:lnTo>
                  <a:lnTo>
                    <a:pt x="820844" y="2182520"/>
                  </a:lnTo>
                  <a:lnTo>
                    <a:pt x="819773" y="2183002"/>
                  </a:lnTo>
                  <a:lnTo>
                    <a:pt x="818701" y="2183483"/>
                  </a:lnTo>
                  <a:lnTo>
                    <a:pt x="817629" y="2183965"/>
                  </a:lnTo>
                  <a:lnTo>
                    <a:pt x="816558" y="2184446"/>
                  </a:lnTo>
                  <a:lnTo>
                    <a:pt x="815486" y="2184927"/>
                  </a:lnTo>
                  <a:lnTo>
                    <a:pt x="814415" y="2185407"/>
                  </a:lnTo>
                  <a:lnTo>
                    <a:pt x="813343" y="2185888"/>
                  </a:lnTo>
                  <a:lnTo>
                    <a:pt x="812271" y="2186368"/>
                  </a:lnTo>
                  <a:lnTo>
                    <a:pt x="811200" y="2186848"/>
                  </a:lnTo>
                  <a:lnTo>
                    <a:pt x="810128" y="2187327"/>
                  </a:lnTo>
                  <a:lnTo>
                    <a:pt x="809057" y="2187807"/>
                  </a:lnTo>
                  <a:lnTo>
                    <a:pt x="807985" y="2188286"/>
                  </a:lnTo>
                  <a:lnTo>
                    <a:pt x="806913" y="2188765"/>
                  </a:lnTo>
                  <a:lnTo>
                    <a:pt x="805842" y="2189244"/>
                  </a:lnTo>
                  <a:lnTo>
                    <a:pt x="804770" y="2189722"/>
                  </a:lnTo>
                  <a:lnTo>
                    <a:pt x="803699" y="2190200"/>
                  </a:lnTo>
                  <a:lnTo>
                    <a:pt x="802627" y="2190678"/>
                  </a:lnTo>
                  <a:lnTo>
                    <a:pt x="801555" y="2191156"/>
                  </a:lnTo>
                  <a:lnTo>
                    <a:pt x="800484" y="2191634"/>
                  </a:lnTo>
                  <a:lnTo>
                    <a:pt x="799412" y="2192111"/>
                  </a:lnTo>
                  <a:lnTo>
                    <a:pt x="798341" y="2192588"/>
                  </a:lnTo>
                  <a:lnTo>
                    <a:pt x="797269" y="2193065"/>
                  </a:lnTo>
                  <a:lnTo>
                    <a:pt x="796197" y="2193541"/>
                  </a:lnTo>
                  <a:lnTo>
                    <a:pt x="795126" y="2194018"/>
                  </a:lnTo>
                  <a:lnTo>
                    <a:pt x="794054" y="2194494"/>
                  </a:lnTo>
                  <a:lnTo>
                    <a:pt x="792983" y="2194970"/>
                  </a:lnTo>
                  <a:lnTo>
                    <a:pt x="791911" y="2195446"/>
                  </a:lnTo>
                  <a:lnTo>
                    <a:pt x="790839" y="2195921"/>
                  </a:lnTo>
                  <a:lnTo>
                    <a:pt x="789768" y="2196397"/>
                  </a:lnTo>
                  <a:lnTo>
                    <a:pt x="788696" y="2196872"/>
                  </a:lnTo>
                  <a:lnTo>
                    <a:pt x="787625" y="2197347"/>
                  </a:lnTo>
                  <a:lnTo>
                    <a:pt x="786553" y="2197821"/>
                  </a:lnTo>
                  <a:lnTo>
                    <a:pt x="785481" y="2198296"/>
                  </a:lnTo>
                  <a:lnTo>
                    <a:pt x="784410" y="2198770"/>
                  </a:lnTo>
                  <a:lnTo>
                    <a:pt x="783338" y="2199244"/>
                  </a:lnTo>
                  <a:lnTo>
                    <a:pt x="782267" y="2199718"/>
                  </a:lnTo>
                  <a:lnTo>
                    <a:pt x="781195" y="2200191"/>
                  </a:lnTo>
                  <a:lnTo>
                    <a:pt x="780123" y="2200665"/>
                  </a:lnTo>
                  <a:lnTo>
                    <a:pt x="779052" y="2201138"/>
                  </a:lnTo>
                  <a:lnTo>
                    <a:pt x="777980" y="2201611"/>
                  </a:lnTo>
                  <a:lnTo>
                    <a:pt x="776909" y="2202084"/>
                  </a:lnTo>
                  <a:lnTo>
                    <a:pt x="775837" y="2202556"/>
                  </a:lnTo>
                  <a:lnTo>
                    <a:pt x="774765" y="2203029"/>
                  </a:lnTo>
                  <a:lnTo>
                    <a:pt x="773694" y="2203501"/>
                  </a:lnTo>
                  <a:lnTo>
                    <a:pt x="772622" y="2203973"/>
                  </a:lnTo>
                  <a:lnTo>
                    <a:pt x="771551" y="2204445"/>
                  </a:lnTo>
                  <a:lnTo>
                    <a:pt x="770479" y="2204916"/>
                  </a:lnTo>
                  <a:lnTo>
                    <a:pt x="769407" y="2205388"/>
                  </a:lnTo>
                  <a:lnTo>
                    <a:pt x="768336" y="2205859"/>
                  </a:lnTo>
                  <a:lnTo>
                    <a:pt x="767264" y="2206330"/>
                  </a:lnTo>
                  <a:lnTo>
                    <a:pt x="766193" y="2206800"/>
                  </a:lnTo>
                  <a:lnTo>
                    <a:pt x="765121" y="2207271"/>
                  </a:lnTo>
                  <a:lnTo>
                    <a:pt x="764049" y="2207741"/>
                  </a:lnTo>
                  <a:lnTo>
                    <a:pt x="762978" y="2208212"/>
                  </a:lnTo>
                  <a:lnTo>
                    <a:pt x="761906" y="2208681"/>
                  </a:lnTo>
                  <a:lnTo>
                    <a:pt x="760835" y="2209151"/>
                  </a:lnTo>
                  <a:lnTo>
                    <a:pt x="759763" y="2209621"/>
                  </a:lnTo>
                  <a:lnTo>
                    <a:pt x="758691" y="2210090"/>
                  </a:lnTo>
                  <a:lnTo>
                    <a:pt x="757620" y="2210559"/>
                  </a:lnTo>
                  <a:lnTo>
                    <a:pt x="756548" y="2211028"/>
                  </a:lnTo>
                  <a:lnTo>
                    <a:pt x="755477" y="2211497"/>
                  </a:lnTo>
                  <a:lnTo>
                    <a:pt x="754405" y="2211966"/>
                  </a:lnTo>
                  <a:lnTo>
                    <a:pt x="753333" y="2212434"/>
                  </a:lnTo>
                  <a:lnTo>
                    <a:pt x="752262" y="2212903"/>
                  </a:lnTo>
                  <a:lnTo>
                    <a:pt x="751190" y="2213371"/>
                  </a:lnTo>
                  <a:lnTo>
                    <a:pt x="750119" y="2213838"/>
                  </a:lnTo>
                  <a:lnTo>
                    <a:pt x="749047" y="2214306"/>
                  </a:lnTo>
                  <a:lnTo>
                    <a:pt x="747975" y="2214774"/>
                  </a:lnTo>
                  <a:lnTo>
                    <a:pt x="746904" y="2215241"/>
                  </a:lnTo>
                  <a:lnTo>
                    <a:pt x="745832" y="2215708"/>
                  </a:lnTo>
                  <a:lnTo>
                    <a:pt x="744761" y="2216175"/>
                  </a:lnTo>
                  <a:lnTo>
                    <a:pt x="743689" y="2216641"/>
                  </a:lnTo>
                  <a:lnTo>
                    <a:pt x="742617" y="2217108"/>
                  </a:lnTo>
                  <a:lnTo>
                    <a:pt x="741546" y="2217574"/>
                  </a:lnTo>
                  <a:lnTo>
                    <a:pt x="740474" y="2218040"/>
                  </a:lnTo>
                  <a:lnTo>
                    <a:pt x="739403" y="2218506"/>
                  </a:lnTo>
                  <a:lnTo>
                    <a:pt x="738331" y="2218972"/>
                  </a:lnTo>
                  <a:lnTo>
                    <a:pt x="737259" y="2219438"/>
                  </a:lnTo>
                  <a:lnTo>
                    <a:pt x="736188" y="2219903"/>
                  </a:lnTo>
                  <a:lnTo>
                    <a:pt x="735116" y="2220368"/>
                  </a:lnTo>
                  <a:lnTo>
                    <a:pt x="734045" y="2220833"/>
                  </a:lnTo>
                  <a:lnTo>
                    <a:pt x="732973" y="2221298"/>
                  </a:lnTo>
                  <a:lnTo>
                    <a:pt x="731901" y="2221763"/>
                  </a:lnTo>
                  <a:lnTo>
                    <a:pt x="730830" y="2222227"/>
                  </a:lnTo>
                  <a:lnTo>
                    <a:pt x="729758" y="2222691"/>
                  </a:lnTo>
                  <a:lnTo>
                    <a:pt x="728687" y="2223155"/>
                  </a:lnTo>
                  <a:lnTo>
                    <a:pt x="727615" y="2223619"/>
                  </a:lnTo>
                  <a:lnTo>
                    <a:pt x="726543" y="2224083"/>
                  </a:lnTo>
                  <a:lnTo>
                    <a:pt x="725472" y="2224546"/>
                  </a:lnTo>
                  <a:lnTo>
                    <a:pt x="724400" y="2225010"/>
                  </a:lnTo>
                  <a:lnTo>
                    <a:pt x="723329" y="2225473"/>
                  </a:lnTo>
                  <a:lnTo>
                    <a:pt x="722257" y="2225936"/>
                  </a:lnTo>
                  <a:lnTo>
                    <a:pt x="721185" y="2226398"/>
                  </a:lnTo>
                  <a:lnTo>
                    <a:pt x="720114" y="2226861"/>
                  </a:lnTo>
                  <a:lnTo>
                    <a:pt x="719042" y="2227323"/>
                  </a:lnTo>
                  <a:lnTo>
                    <a:pt x="717971" y="2227785"/>
                  </a:lnTo>
                  <a:lnTo>
                    <a:pt x="716899" y="2228247"/>
                  </a:lnTo>
                  <a:lnTo>
                    <a:pt x="715827" y="2228709"/>
                  </a:lnTo>
                  <a:lnTo>
                    <a:pt x="714756" y="2229171"/>
                  </a:lnTo>
                  <a:lnTo>
                    <a:pt x="713684" y="2229632"/>
                  </a:lnTo>
                  <a:lnTo>
                    <a:pt x="712613" y="2230093"/>
                  </a:lnTo>
                  <a:lnTo>
                    <a:pt x="711541" y="2230554"/>
                  </a:lnTo>
                  <a:lnTo>
                    <a:pt x="710469" y="2231015"/>
                  </a:lnTo>
                  <a:lnTo>
                    <a:pt x="709398" y="2231475"/>
                  </a:lnTo>
                  <a:lnTo>
                    <a:pt x="708326" y="2231936"/>
                  </a:lnTo>
                  <a:lnTo>
                    <a:pt x="707255" y="2232396"/>
                  </a:lnTo>
                  <a:lnTo>
                    <a:pt x="706183" y="2232856"/>
                  </a:lnTo>
                  <a:lnTo>
                    <a:pt x="705112" y="2233316"/>
                  </a:lnTo>
                  <a:lnTo>
                    <a:pt x="704040" y="2233775"/>
                  </a:lnTo>
                  <a:lnTo>
                    <a:pt x="702968" y="2234235"/>
                  </a:lnTo>
                  <a:lnTo>
                    <a:pt x="701897" y="2234694"/>
                  </a:lnTo>
                  <a:lnTo>
                    <a:pt x="700825" y="2235153"/>
                  </a:lnTo>
                  <a:lnTo>
                    <a:pt x="699754" y="2235612"/>
                  </a:lnTo>
                  <a:lnTo>
                    <a:pt x="698682" y="2236071"/>
                  </a:lnTo>
                  <a:lnTo>
                    <a:pt x="697610" y="2236529"/>
                  </a:lnTo>
                  <a:lnTo>
                    <a:pt x="696539" y="2236987"/>
                  </a:lnTo>
                  <a:lnTo>
                    <a:pt x="695467" y="2237445"/>
                  </a:lnTo>
                  <a:lnTo>
                    <a:pt x="694396" y="2237903"/>
                  </a:lnTo>
                  <a:lnTo>
                    <a:pt x="693324" y="2238361"/>
                  </a:lnTo>
                  <a:lnTo>
                    <a:pt x="692252" y="2238818"/>
                  </a:lnTo>
                  <a:lnTo>
                    <a:pt x="691181" y="2239275"/>
                  </a:lnTo>
                  <a:lnTo>
                    <a:pt x="690109" y="2239732"/>
                  </a:lnTo>
                  <a:lnTo>
                    <a:pt x="689038" y="2240189"/>
                  </a:lnTo>
                  <a:lnTo>
                    <a:pt x="687966" y="2240646"/>
                  </a:lnTo>
                  <a:lnTo>
                    <a:pt x="686894" y="2241102"/>
                  </a:lnTo>
                  <a:lnTo>
                    <a:pt x="685823" y="2241558"/>
                  </a:lnTo>
                  <a:lnTo>
                    <a:pt x="684751" y="2242014"/>
                  </a:lnTo>
                  <a:lnTo>
                    <a:pt x="683680" y="2242470"/>
                  </a:lnTo>
                  <a:lnTo>
                    <a:pt x="682608" y="2242926"/>
                  </a:lnTo>
                  <a:lnTo>
                    <a:pt x="681536" y="2243381"/>
                  </a:lnTo>
                  <a:lnTo>
                    <a:pt x="680465" y="2243836"/>
                  </a:lnTo>
                  <a:lnTo>
                    <a:pt x="679393" y="2244291"/>
                  </a:lnTo>
                  <a:lnTo>
                    <a:pt x="678322" y="2244746"/>
                  </a:lnTo>
                  <a:lnTo>
                    <a:pt x="677250" y="2245200"/>
                  </a:lnTo>
                  <a:lnTo>
                    <a:pt x="676178" y="2245655"/>
                  </a:lnTo>
                  <a:lnTo>
                    <a:pt x="675107" y="2246109"/>
                  </a:lnTo>
                  <a:lnTo>
                    <a:pt x="674035" y="2246562"/>
                  </a:lnTo>
                  <a:lnTo>
                    <a:pt x="672964" y="2247016"/>
                  </a:lnTo>
                  <a:lnTo>
                    <a:pt x="671892" y="2247470"/>
                  </a:lnTo>
                  <a:lnTo>
                    <a:pt x="670820" y="2247923"/>
                  </a:lnTo>
                  <a:lnTo>
                    <a:pt x="669749" y="2248376"/>
                  </a:lnTo>
                  <a:lnTo>
                    <a:pt x="668677" y="2248829"/>
                  </a:lnTo>
                  <a:lnTo>
                    <a:pt x="667606" y="2249281"/>
                  </a:lnTo>
                  <a:lnTo>
                    <a:pt x="666534" y="2249733"/>
                  </a:lnTo>
                  <a:lnTo>
                    <a:pt x="665462" y="2250185"/>
                  </a:lnTo>
                  <a:lnTo>
                    <a:pt x="664391" y="2250637"/>
                  </a:lnTo>
                  <a:lnTo>
                    <a:pt x="663319" y="2251089"/>
                  </a:lnTo>
                  <a:lnTo>
                    <a:pt x="662248" y="2251540"/>
                  </a:lnTo>
                  <a:lnTo>
                    <a:pt x="661176" y="2251992"/>
                  </a:lnTo>
                  <a:lnTo>
                    <a:pt x="660104" y="2252443"/>
                  </a:lnTo>
                  <a:lnTo>
                    <a:pt x="659033" y="2252893"/>
                  </a:lnTo>
                  <a:lnTo>
                    <a:pt x="657961" y="2253344"/>
                  </a:lnTo>
                  <a:lnTo>
                    <a:pt x="656890" y="2253794"/>
                  </a:lnTo>
                  <a:lnTo>
                    <a:pt x="655818" y="2254244"/>
                  </a:lnTo>
                  <a:lnTo>
                    <a:pt x="654746" y="2254694"/>
                  </a:lnTo>
                  <a:lnTo>
                    <a:pt x="653675" y="2255144"/>
                  </a:lnTo>
                  <a:lnTo>
                    <a:pt x="652603" y="2255593"/>
                  </a:lnTo>
                  <a:lnTo>
                    <a:pt x="651532" y="2256042"/>
                  </a:lnTo>
                  <a:lnTo>
                    <a:pt x="650460" y="2256491"/>
                  </a:lnTo>
                  <a:lnTo>
                    <a:pt x="649388" y="2256940"/>
                  </a:lnTo>
                  <a:lnTo>
                    <a:pt x="648317" y="2257388"/>
                  </a:lnTo>
                  <a:lnTo>
                    <a:pt x="647245" y="2257836"/>
                  </a:lnTo>
                  <a:lnTo>
                    <a:pt x="646174" y="2258284"/>
                  </a:lnTo>
                  <a:lnTo>
                    <a:pt x="645102" y="2258732"/>
                  </a:lnTo>
                  <a:lnTo>
                    <a:pt x="644030" y="2259179"/>
                  </a:lnTo>
                  <a:lnTo>
                    <a:pt x="642959" y="2259627"/>
                  </a:lnTo>
                  <a:lnTo>
                    <a:pt x="641887" y="2260074"/>
                  </a:lnTo>
                  <a:lnTo>
                    <a:pt x="640816" y="2260520"/>
                  </a:lnTo>
                  <a:lnTo>
                    <a:pt x="639744" y="2260967"/>
                  </a:lnTo>
                  <a:lnTo>
                    <a:pt x="638672" y="2261413"/>
                  </a:lnTo>
                  <a:lnTo>
                    <a:pt x="637601" y="2261859"/>
                  </a:lnTo>
                  <a:lnTo>
                    <a:pt x="636529" y="2262305"/>
                  </a:lnTo>
                  <a:lnTo>
                    <a:pt x="635458" y="2262750"/>
                  </a:lnTo>
                  <a:lnTo>
                    <a:pt x="634386" y="2263195"/>
                  </a:lnTo>
                  <a:lnTo>
                    <a:pt x="633314" y="2263640"/>
                  </a:lnTo>
                  <a:lnTo>
                    <a:pt x="632243" y="2264085"/>
                  </a:lnTo>
                  <a:lnTo>
                    <a:pt x="631171" y="2264529"/>
                  </a:lnTo>
                  <a:lnTo>
                    <a:pt x="630100" y="2264974"/>
                  </a:lnTo>
                  <a:lnTo>
                    <a:pt x="629028" y="2265418"/>
                  </a:lnTo>
                  <a:lnTo>
                    <a:pt x="627956" y="2265861"/>
                  </a:lnTo>
                  <a:lnTo>
                    <a:pt x="626885" y="2266305"/>
                  </a:lnTo>
                  <a:lnTo>
                    <a:pt x="625813" y="2266748"/>
                  </a:lnTo>
                  <a:lnTo>
                    <a:pt x="624742" y="2267191"/>
                  </a:lnTo>
                  <a:lnTo>
                    <a:pt x="623670" y="2267633"/>
                  </a:lnTo>
                  <a:lnTo>
                    <a:pt x="622598" y="2268076"/>
                  </a:lnTo>
                  <a:lnTo>
                    <a:pt x="621527" y="2268518"/>
                  </a:lnTo>
                  <a:lnTo>
                    <a:pt x="620455" y="2268960"/>
                  </a:lnTo>
                  <a:lnTo>
                    <a:pt x="619384" y="2269401"/>
                  </a:lnTo>
                  <a:lnTo>
                    <a:pt x="618312" y="2269843"/>
                  </a:lnTo>
                  <a:lnTo>
                    <a:pt x="617240" y="2270284"/>
                  </a:lnTo>
                  <a:lnTo>
                    <a:pt x="616169" y="2270724"/>
                  </a:lnTo>
                  <a:lnTo>
                    <a:pt x="615097" y="2271165"/>
                  </a:lnTo>
                  <a:lnTo>
                    <a:pt x="614026" y="2271605"/>
                  </a:lnTo>
                  <a:lnTo>
                    <a:pt x="612954" y="2272045"/>
                  </a:lnTo>
                  <a:lnTo>
                    <a:pt x="611882" y="2272485"/>
                  </a:lnTo>
                  <a:lnTo>
                    <a:pt x="610811" y="2272924"/>
                  </a:lnTo>
                  <a:lnTo>
                    <a:pt x="609739" y="2273363"/>
                  </a:lnTo>
                  <a:lnTo>
                    <a:pt x="608668" y="2273802"/>
                  </a:lnTo>
                  <a:lnTo>
                    <a:pt x="607596" y="2274241"/>
                  </a:lnTo>
                  <a:lnTo>
                    <a:pt x="606524" y="2274679"/>
                  </a:lnTo>
                  <a:lnTo>
                    <a:pt x="605453" y="2275117"/>
                  </a:lnTo>
                  <a:lnTo>
                    <a:pt x="604381" y="2275554"/>
                  </a:lnTo>
                  <a:lnTo>
                    <a:pt x="603310" y="2275992"/>
                  </a:lnTo>
                  <a:lnTo>
                    <a:pt x="602238" y="2276429"/>
                  </a:lnTo>
                  <a:lnTo>
                    <a:pt x="601166" y="2276866"/>
                  </a:lnTo>
                  <a:lnTo>
                    <a:pt x="600095" y="2277302"/>
                  </a:lnTo>
                  <a:lnTo>
                    <a:pt x="599023" y="2277739"/>
                  </a:lnTo>
                  <a:lnTo>
                    <a:pt x="597952" y="2278175"/>
                  </a:lnTo>
                  <a:lnTo>
                    <a:pt x="596880" y="2278610"/>
                  </a:lnTo>
                  <a:lnTo>
                    <a:pt x="595808" y="2279046"/>
                  </a:lnTo>
                  <a:lnTo>
                    <a:pt x="594737" y="2279481"/>
                  </a:lnTo>
                  <a:lnTo>
                    <a:pt x="593665" y="2279915"/>
                  </a:lnTo>
                  <a:lnTo>
                    <a:pt x="592594" y="2280350"/>
                  </a:lnTo>
                  <a:lnTo>
                    <a:pt x="591522" y="2280784"/>
                  </a:lnTo>
                  <a:lnTo>
                    <a:pt x="590450" y="2281218"/>
                  </a:lnTo>
                  <a:lnTo>
                    <a:pt x="589379" y="2281652"/>
                  </a:lnTo>
                  <a:lnTo>
                    <a:pt x="588307" y="2282085"/>
                  </a:lnTo>
                  <a:lnTo>
                    <a:pt x="587236" y="2282518"/>
                  </a:lnTo>
                  <a:lnTo>
                    <a:pt x="586164" y="2282951"/>
                  </a:lnTo>
                  <a:lnTo>
                    <a:pt x="585092" y="2283383"/>
                  </a:lnTo>
                  <a:lnTo>
                    <a:pt x="584021" y="2283815"/>
                  </a:lnTo>
                  <a:lnTo>
                    <a:pt x="582949" y="2284247"/>
                  </a:lnTo>
                  <a:lnTo>
                    <a:pt x="581878" y="2284678"/>
                  </a:lnTo>
                  <a:lnTo>
                    <a:pt x="580806" y="2285109"/>
                  </a:lnTo>
                  <a:lnTo>
                    <a:pt x="579734" y="2285540"/>
                  </a:lnTo>
                  <a:lnTo>
                    <a:pt x="578663" y="2285971"/>
                  </a:lnTo>
                  <a:lnTo>
                    <a:pt x="577591" y="2286401"/>
                  </a:lnTo>
                  <a:lnTo>
                    <a:pt x="576520" y="2286831"/>
                  </a:lnTo>
                  <a:lnTo>
                    <a:pt x="575448" y="2287260"/>
                  </a:lnTo>
                  <a:lnTo>
                    <a:pt x="574376" y="2287689"/>
                  </a:lnTo>
                  <a:lnTo>
                    <a:pt x="573305" y="2288118"/>
                  </a:lnTo>
                  <a:lnTo>
                    <a:pt x="572233" y="2288547"/>
                  </a:lnTo>
                  <a:lnTo>
                    <a:pt x="571162" y="2288975"/>
                  </a:lnTo>
                  <a:lnTo>
                    <a:pt x="570090" y="2289403"/>
                  </a:lnTo>
                  <a:lnTo>
                    <a:pt x="569018" y="2289831"/>
                  </a:lnTo>
                  <a:lnTo>
                    <a:pt x="567947" y="2290258"/>
                  </a:lnTo>
                  <a:lnTo>
                    <a:pt x="566875" y="2290685"/>
                  </a:lnTo>
                  <a:lnTo>
                    <a:pt x="565804" y="2291112"/>
                  </a:lnTo>
                  <a:lnTo>
                    <a:pt x="564732" y="2291538"/>
                  </a:lnTo>
                  <a:lnTo>
                    <a:pt x="563660" y="2291964"/>
                  </a:lnTo>
                  <a:lnTo>
                    <a:pt x="562589" y="2292390"/>
                  </a:lnTo>
                  <a:lnTo>
                    <a:pt x="561517" y="2292815"/>
                  </a:lnTo>
                  <a:lnTo>
                    <a:pt x="560446" y="2293240"/>
                  </a:lnTo>
                  <a:lnTo>
                    <a:pt x="559374" y="2293665"/>
                  </a:lnTo>
                  <a:lnTo>
                    <a:pt x="558302" y="2294089"/>
                  </a:lnTo>
                  <a:lnTo>
                    <a:pt x="557231" y="2294513"/>
                  </a:lnTo>
                  <a:lnTo>
                    <a:pt x="556159" y="2294937"/>
                  </a:lnTo>
                  <a:lnTo>
                    <a:pt x="555088" y="2295360"/>
                  </a:lnTo>
                  <a:lnTo>
                    <a:pt x="554016" y="2295783"/>
                  </a:lnTo>
                  <a:lnTo>
                    <a:pt x="552944" y="2296206"/>
                  </a:lnTo>
                  <a:lnTo>
                    <a:pt x="551873" y="2296628"/>
                  </a:lnTo>
                  <a:lnTo>
                    <a:pt x="550801" y="2297050"/>
                  </a:lnTo>
                  <a:lnTo>
                    <a:pt x="549730" y="2297472"/>
                  </a:lnTo>
                  <a:lnTo>
                    <a:pt x="548658" y="2297893"/>
                  </a:lnTo>
                  <a:lnTo>
                    <a:pt x="547586" y="2298314"/>
                  </a:lnTo>
                  <a:lnTo>
                    <a:pt x="546515" y="2298735"/>
                  </a:lnTo>
                  <a:lnTo>
                    <a:pt x="545443" y="2299155"/>
                  </a:lnTo>
                  <a:lnTo>
                    <a:pt x="544372" y="2299575"/>
                  </a:lnTo>
                  <a:lnTo>
                    <a:pt x="543300" y="2299994"/>
                  </a:lnTo>
                  <a:lnTo>
                    <a:pt x="542228" y="2300414"/>
                  </a:lnTo>
                  <a:lnTo>
                    <a:pt x="541157" y="2300832"/>
                  </a:lnTo>
                  <a:lnTo>
                    <a:pt x="540085" y="2301251"/>
                  </a:lnTo>
                  <a:lnTo>
                    <a:pt x="539014" y="2301669"/>
                  </a:lnTo>
                  <a:lnTo>
                    <a:pt x="537942" y="2302087"/>
                  </a:lnTo>
                  <a:lnTo>
                    <a:pt x="536870" y="2302504"/>
                  </a:lnTo>
                  <a:lnTo>
                    <a:pt x="535799" y="2302921"/>
                  </a:lnTo>
                  <a:lnTo>
                    <a:pt x="534727" y="2303338"/>
                  </a:lnTo>
                  <a:lnTo>
                    <a:pt x="533656" y="2303754"/>
                  </a:lnTo>
                  <a:lnTo>
                    <a:pt x="532584" y="2304170"/>
                  </a:lnTo>
                  <a:lnTo>
                    <a:pt x="531513" y="2304586"/>
                  </a:lnTo>
                  <a:lnTo>
                    <a:pt x="530441" y="2305001"/>
                  </a:lnTo>
                  <a:lnTo>
                    <a:pt x="529369" y="2305416"/>
                  </a:lnTo>
                  <a:lnTo>
                    <a:pt x="528298" y="2305831"/>
                  </a:lnTo>
                  <a:lnTo>
                    <a:pt x="527226" y="2306245"/>
                  </a:lnTo>
                  <a:lnTo>
                    <a:pt x="526155" y="2306659"/>
                  </a:lnTo>
                  <a:lnTo>
                    <a:pt x="525083" y="2307072"/>
                  </a:lnTo>
                  <a:lnTo>
                    <a:pt x="524011" y="2307485"/>
                  </a:lnTo>
                  <a:lnTo>
                    <a:pt x="522940" y="2307898"/>
                  </a:lnTo>
                  <a:lnTo>
                    <a:pt x="521868" y="2308310"/>
                  </a:lnTo>
                  <a:lnTo>
                    <a:pt x="520797" y="2308722"/>
                  </a:lnTo>
                  <a:lnTo>
                    <a:pt x="519725" y="2309134"/>
                  </a:lnTo>
                  <a:lnTo>
                    <a:pt x="518653" y="2309545"/>
                  </a:lnTo>
                  <a:lnTo>
                    <a:pt x="517582" y="2309956"/>
                  </a:lnTo>
                  <a:lnTo>
                    <a:pt x="516510" y="2310366"/>
                  </a:lnTo>
                  <a:lnTo>
                    <a:pt x="515439" y="2310777"/>
                  </a:lnTo>
                  <a:lnTo>
                    <a:pt x="514367" y="2311186"/>
                  </a:lnTo>
                  <a:lnTo>
                    <a:pt x="513295" y="2311596"/>
                  </a:lnTo>
                  <a:lnTo>
                    <a:pt x="512224" y="2312005"/>
                  </a:lnTo>
                  <a:lnTo>
                    <a:pt x="511152" y="2312413"/>
                  </a:lnTo>
                  <a:lnTo>
                    <a:pt x="510081" y="2312821"/>
                  </a:lnTo>
                  <a:lnTo>
                    <a:pt x="509009" y="2313229"/>
                  </a:lnTo>
                  <a:lnTo>
                    <a:pt x="507937" y="2313637"/>
                  </a:lnTo>
                  <a:lnTo>
                    <a:pt x="506866" y="2314044"/>
                  </a:lnTo>
                  <a:lnTo>
                    <a:pt x="505794" y="2314450"/>
                  </a:lnTo>
                  <a:lnTo>
                    <a:pt x="504723" y="2314857"/>
                  </a:lnTo>
                  <a:lnTo>
                    <a:pt x="503651" y="2315263"/>
                  </a:lnTo>
                  <a:lnTo>
                    <a:pt x="502579" y="2315668"/>
                  </a:lnTo>
                  <a:lnTo>
                    <a:pt x="501508" y="2316073"/>
                  </a:lnTo>
                  <a:lnTo>
                    <a:pt x="500436" y="2316478"/>
                  </a:lnTo>
                  <a:lnTo>
                    <a:pt x="499365" y="2316882"/>
                  </a:lnTo>
                  <a:lnTo>
                    <a:pt x="498293" y="2317286"/>
                  </a:lnTo>
                  <a:lnTo>
                    <a:pt x="497221" y="2317690"/>
                  </a:lnTo>
                  <a:lnTo>
                    <a:pt x="496150" y="2318093"/>
                  </a:lnTo>
                  <a:lnTo>
                    <a:pt x="495078" y="2318496"/>
                  </a:lnTo>
                  <a:lnTo>
                    <a:pt x="494007" y="2318898"/>
                  </a:lnTo>
                  <a:lnTo>
                    <a:pt x="492935" y="2319300"/>
                  </a:lnTo>
                  <a:lnTo>
                    <a:pt x="491863" y="2319702"/>
                  </a:lnTo>
                  <a:lnTo>
                    <a:pt x="490792" y="2320103"/>
                  </a:lnTo>
                  <a:lnTo>
                    <a:pt x="489720" y="2320504"/>
                  </a:lnTo>
                  <a:lnTo>
                    <a:pt x="488649" y="2320905"/>
                  </a:lnTo>
                  <a:lnTo>
                    <a:pt x="487577" y="2321305"/>
                  </a:lnTo>
                  <a:lnTo>
                    <a:pt x="486505" y="2321704"/>
                  </a:lnTo>
                  <a:lnTo>
                    <a:pt x="485434" y="2322104"/>
                  </a:lnTo>
                  <a:lnTo>
                    <a:pt x="484362" y="2322502"/>
                  </a:lnTo>
                  <a:lnTo>
                    <a:pt x="483291" y="2322901"/>
                  </a:lnTo>
                  <a:lnTo>
                    <a:pt x="482219" y="2323299"/>
                  </a:lnTo>
                  <a:lnTo>
                    <a:pt x="481147" y="2323696"/>
                  </a:lnTo>
                  <a:lnTo>
                    <a:pt x="480076" y="2324094"/>
                  </a:lnTo>
                  <a:lnTo>
                    <a:pt x="479004" y="2324491"/>
                  </a:lnTo>
                  <a:lnTo>
                    <a:pt x="477933" y="2324887"/>
                  </a:lnTo>
                  <a:lnTo>
                    <a:pt x="476861" y="2325283"/>
                  </a:lnTo>
                  <a:lnTo>
                    <a:pt x="475789" y="2325679"/>
                  </a:lnTo>
                  <a:lnTo>
                    <a:pt x="474718" y="2326074"/>
                  </a:lnTo>
                  <a:lnTo>
                    <a:pt x="473646" y="2326469"/>
                  </a:lnTo>
                  <a:lnTo>
                    <a:pt x="472575" y="2326863"/>
                  </a:lnTo>
                  <a:lnTo>
                    <a:pt x="471503" y="2327257"/>
                  </a:lnTo>
                  <a:lnTo>
                    <a:pt x="470431" y="2327651"/>
                  </a:lnTo>
                  <a:lnTo>
                    <a:pt x="469360" y="2328044"/>
                  </a:lnTo>
                  <a:lnTo>
                    <a:pt x="468288" y="2328436"/>
                  </a:lnTo>
                  <a:lnTo>
                    <a:pt x="467217" y="2328829"/>
                  </a:lnTo>
                  <a:lnTo>
                    <a:pt x="466145" y="2329221"/>
                  </a:lnTo>
                  <a:lnTo>
                    <a:pt x="465073" y="2329612"/>
                  </a:lnTo>
                  <a:lnTo>
                    <a:pt x="464002" y="2330003"/>
                  </a:lnTo>
                  <a:lnTo>
                    <a:pt x="462930" y="2330394"/>
                  </a:lnTo>
                  <a:lnTo>
                    <a:pt x="461859" y="2330784"/>
                  </a:lnTo>
                  <a:lnTo>
                    <a:pt x="460787" y="2331174"/>
                  </a:lnTo>
                  <a:lnTo>
                    <a:pt x="459715" y="2331564"/>
                  </a:lnTo>
                  <a:lnTo>
                    <a:pt x="458644" y="2331953"/>
                  </a:lnTo>
                  <a:lnTo>
                    <a:pt x="457572" y="2332341"/>
                  </a:lnTo>
                  <a:lnTo>
                    <a:pt x="456501" y="2332730"/>
                  </a:lnTo>
                  <a:lnTo>
                    <a:pt x="455429" y="2333117"/>
                  </a:lnTo>
                  <a:lnTo>
                    <a:pt x="454357" y="2333505"/>
                  </a:lnTo>
                  <a:lnTo>
                    <a:pt x="453286" y="2333892"/>
                  </a:lnTo>
                  <a:lnTo>
                    <a:pt x="452214" y="2334278"/>
                  </a:lnTo>
                  <a:lnTo>
                    <a:pt x="451143" y="2334664"/>
                  </a:lnTo>
                  <a:lnTo>
                    <a:pt x="450071" y="2335050"/>
                  </a:lnTo>
                  <a:lnTo>
                    <a:pt x="448999" y="2335435"/>
                  </a:lnTo>
                  <a:lnTo>
                    <a:pt x="447928" y="2335820"/>
                  </a:lnTo>
                  <a:lnTo>
                    <a:pt x="446856" y="2336204"/>
                  </a:lnTo>
                  <a:lnTo>
                    <a:pt x="445785" y="2336588"/>
                  </a:lnTo>
                  <a:lnTo>
                    <a:pt x="444713" y="2336972"/>
                  </a:lnTo>
                  <a:lnTo>
                    <a:pt x="443641" y="2337355"/>
                  </a:lnTo>
                  <a:lnTo>
                    <a:pt x="442570" y="2337738"/>
                  </a:lnTo>
                  <a:lnTo>
                    <a:pt x="441498" y="2338120"/>
                  </a:lnTo>
                  <a:lnTo>
                    <a:pt x="440427" y="2338502"/>
                  </a:lnTo>
                  <a:lnTo>
                    <a:pt x="439355" y="2338883"/>
                  </a:lnTo>
                  <a:lnTo>
                    <a:pt x="438283" y="2339264"/>
                  </a:lnTo>
                  <a:lnTo>
                    <a:pt x="437212" y="2339645"/>
                  </a:lnTo>
                  <a:lnTo>
                    <a:pt x="436140" y="2340025"/>
                  </a:lnTo>
                  <a:lnTo>
                    <a:pt x="435069" y="2340405"/>
                  </a:lnTo>
                  <a:lnTo>
                    <a:pt x="433997" y="2340784"/>
                  </a:lnTo>
                  <a:lnTo>
                    <a:pt x="432925" y="2341163"/>
                  </a:lnTo>
                  <a:lnTo>
                    <a:pt x="431854" y="2341541"/>
                  </a:lnTo>
                  <a:lnTo>
                    <a:pt x="430782" y="2341919"/>
                  </a:lnTo>
                  <a:lnTo>
                    <a:pt x="429711" y="2342297"/>
                  </a:lnTo>
                  <a:lnTo>
                    <a:pt x="428639" y="2342674"/>
                  </a:lnTo>
                  <a:lnTo>
                    <a:pt x="427567" y="2343051"/>
                  </a:lnTo>
                  <a:lnTo>
                    <a:pt x="426496" y="2343427"/>
                  </a:lnTo>
                  <a:lnTo>
                    <a:pt x="425424" y="2343803"/>
                  </a:lnTo>
                  <a:lnTo>
                    <a:pt x="424353" y="2344178"/>
                  </a:lnTo>
                  <a:lnTo>
                    <a:pt x="423281" y="2344553"/>
                  </a:lnTo>
                  <a:lnTo>
                    <a:pt x="422209" y="2344928"/>
                  </a:lnTo>
                  <a:lnTo>
                    <a:pt x="421138" y="2345302"/>
                  </a:lnTo>
                  <a:lnTo>
                    <a:pt x="420066" y="2345676"/>
                  </a:lnTo>
                  <a:lnTo>
                    <a:pt x="418995" y="2346049"/>
                  </a:lnTo>
                  <a:lnTo>
                    <a:pt x="417923" y="2346422"/>
                  </a:lnTo>
                  <a:lnTo>
                    <a:pt x="416851" y="2346794"/>
                  </a:lnTo>
                  <a:lnTo>
                    <a:pt x="415780" y="2347166"/>
                  </a:lnTo>
                  <a:lnTo>
                    <a:pt x="414708" y="2347537"/>
                  </a:lnTo>
                  <a:lnTo>
                    <a:pt x="413637" y="2347908"/>
                  </a:lnTo>
                  <a:lnTo>
                    <a:pt x="412565" y="2348279"/>
                  </a:lnTo>
                  <a:lnTo>
                    <a:pt x="411493" y="2348649"/>
                  </a:lnTo>
                  <a:lnTo>
                    <a:pt x="410422" y="2349019"/>
                  </a:lnTo>
                  <a:lnTo>
                    <a:pt x="409350" y="2349388"/>
                  </a:lnTo>
                  <a:lnTo>
                    <a:pt x="408279" y="2349757"/>
                  </a:lnTo>
                  <a:lnTo>
                    <a:pt x="407207" y="2350126"/>
                  </a:lnTo>
                  <a:lnTo>
                    <a:pt x="406135" y="2350494"/>
                  </a:lnTo>
                  <a:lnTo>
                    <a:pt x="405064" y="2350861"/>
                  </a:lnTo>
                  <a:lnTo>
                    <a:pt x="403992" y="2351228"/>
                  </a:lnTo>
                  <a:lnTo>
                    <a:pt x="402921" y="2351595"/>
                  </a:lnTo>
                  <a:lnTo>
                    <a:pt x="401849" y="2351961"/>
                  </a:lnTo>
                  <a:lnTo>
                    <a:pt x="400777" y="2352327"/>
                  </a:lnTo>
                  <a:lnTo>
                    <a:pt x="399706" y="2352692"/>
                  </a:lnTo>
                  <a:lnTo>
                    <a:pt x="398634" y="2353057"/>
                  </a:lnTo>
                  <a:lnTo>
                    <a:pt x="397563" y="2353421"/>
                  </a:lnTo>
                  <a:lnTo>
                    <a:pt x="396491" y="2353785"/>
                  </a:lnTo>
                  <a:lnTo>
                    <a:pt x="395419" y="2354149"/>
                  </a:lnTo>
                  <a:lnTo>
                    <a:pt x="394348" y="2354512"/>
                  </a:lnTo>
                  <a:lnTo>
                    <a:pt x="393276" y="2354875"/>
                  </a:lnTo>
                  <a:lnTo>
                    <a:pt x="392205" y="2355237"/>
                  </a:lnTo>
                  <a:lnTo>
                    <a:pt x="391133" y="2355599"/>
                  </a:lnTo>
                  <a:lnTo>
                    <a:pt x="390061" y="2355960"/>
                  </a:lnTo>
                  <a:lnTo>
                    <a:pt x="388990" y="2356321"/>
                  </a:lnTo>
                  <a:lnTo>
                    <a:pt x="387918" y="2356682"/>
                  </a:lnTo>
                  <a:lnTo>
                    <a:pt x="386847" y="2357042"/>
                  </a:lnTo>
                  <a:lnTo>
                    <a:pt x="385775" y="2357401"/>
                  </a:lnTo>
                  <a:lnTo>
                    <a:pt x="384703" y="2357760"/>
                  </a:lnTo>
                  <a:lnTo>
                    <a:pt x="383632" y="2358119"/>
                  </a:lnTo>
                  <a:lnTo>
                    <a:pt x="382560" y="2358477"/>
                  </a:lnTo>
                  <a:lnTo>
                    <a:pt x="381489" y="2358835"/>
                  </a:lnTo>
                  <a:lnTo>
                    <a:pt x="380417" y="2359192"/>
                  </a:lnTo>
                  <a:lnTo>
                    <a:pt x="379345" y="2359549"/>
                  </a:lnTo>
                  <a:lnTo>
                    <a:pt x="378274" y="2359906"/>
                  </a:lnTo>
                  <a:lnTo>
                    <a:pt x="377202" y="2360262"/>
                  </a:lnTo>
                  <a:lnTo>
                    <a:pt x="376131" y="2360618"/>
                  </a:lnTo>
                  <a:lnTo>
                    <a:pt x="375059" y="2360973"/>
                  </a:lnTo>
                  <a:lnTo>
                    <a:pt x="373987" y="2361327"/>
                  </a:lnTo>
                  <a:lnTo>
                    <a:pt x="372916" y="2361682"/>
                  </a:lnTo>
                  <a:lnTo>
                    <a:pt x="371844" y="2362036"/>
                  </a:lnTo>
                  <a:lnTo>
                    <a:pt x="370773" y="2362389"/>
                  </a:lnTo>
                  <a:lnTo>
                    <a:pt x="369701" y="2362742"/>
                  </a:lnTo>
                  <a:lnTo>
                    <a:pt x="368629" y="2363094"/>
                  </a:lnTo>
                  <a:lnTo>
                    <a:pt x="367558" y="2363447"/>
                  </a:lnTo>
                  <a:lnTo>
                    <a:pt x="366486" y="2363798"/>
                  </a:lnTo>
                  <a:lnTo>
                    <a:pt x="365415" y="2364149"/>
                  </a:lnTo>
                  <a:lnTo>
                    <a:pt x="364343" y="2364500"/>
                  </a:lnTo>
                  <a:lnTo>
                    <a:pt x="363271" y="2364850"/>
                  </a:lnTo>
                  <a:lnTo>
                    <a:pt x="362200" y="2365200"/>
                  </a:lnTo>
                  <a:lnTo>
                    <a:pt x="361128" y="2365550"/>
                  </a:lnTo>
                  <a:lnTo>
                    <a:pt x="360057" y="2365899"/>
                  </a:lnTo>
                  <a:lnTo>
                    <a:pt x="358985" y="2366247"/>
                  </a:lnTo>
                  <a:lnTo>
                    <a:pt x="357913" y="2366595"/>
                  </a:lnTo>
                  <a:lnTo>
                    <a:pt x="356842" y="2366943"/>
                  </a:lnTo>
                  <a:lnTo>
                    <a:pt x="355770" y="2367290"/>
                  </a:lnTo>
                  <a:lnTo>
                    <a:pt x="354699" y="2367637"/>
                  </a:lnTo>
                  <a:lnTo>
                    <a:pt x="353627" y="2367983"/>
                  </a:lnTo>
                  <a:lnTo>
                    <a:pt x="352556" y="2368329"/>
                  </a:lnTo>
                  <a:lnTo>
                    <a:pt x="351484" y="2368675"/>
                  </a:lnTo>
                  <a:lnTo>
                    <a:pt x="350412" y="2369020"/>
                  </a:lnTo>
                  <a:lnTo>
                    <a:pt x="349341" y="2369365"/>
                  </a:lnTo>
                  <a:lnTo>
                    <a:pt x="348269" y="2369709"/>
                  </a:lnTo>
                  <a:lnTo>
                    <a:pt x="347198" y="2370052"/>
                  </a:lnTo>
                  <a:lnTo>
                    <a:pt x="346126" y="2370396"/>
                  </a:lnTo>
                  <a:lnTo>
                    <a:pt x="345054" y="2370739"/>
                  </a:lnTo>
                  <a:lnTo>
                    <a:pt x="343983" y="2371081"/>
                  </a:lnTo>
                  <a:lnTo>
                    <a:pt x="342911" y="2371423"/>
                  </a:lnTo>
                  <a:lnTo>
                    <a:pt x="341840" y="2371764"/>
                  </a:lnTo>
                  <a:lnTo>
                    <a:pt x="340768" y="2372106"/>
                  </a:lnTo>
                  <a:lnTo>
                    <a:pt x="339696" y="2372446"/>
                  </a:lnTo>
                  <a:lnTo>
                    <a:pt x="338625" y="2372786"/>
                  </a:lnTo>
                  <a:lnTo>
                    <a:pt x="337553" y="2373126"/>
                  </a:lnTo>
                  <a:lnTo>
                    <a:pt x="336482" y="2373466"/>
                  </a:lnTo>
                  <a:lnTo>
                    <a:pt x="335410" y="2373804"/>
                  </a:lnTo>
                  <a:lnTo>
                    <a:pt x="334338" y="2374143"/>
                  </a:lnTo>
                  <a:lnTo>
                    <a:pt x="333267" y="2374481"/>
                  </a:lnTo>
                  <a:lnTo>
                    <a:pt x="332195" y="2374819"/>
                  </a:lnTo>
                  <a:lnTo>
                    <a:pt x="331124" y="2375156"/>
                  </a:lnTo>
                  <a:lnTo>
                    <a:pt x="330052" y="2375492"/>
                  </a:lnTo>
                  <a:lnTo>
                    <a:pt x="328980" y="2375829"/>
                  </a:lnTo>
                  <a:lnTo>
                    <a:pt x="327909" y="2376165"/>
                  </a:lnTo>
                  <a:lnTo>
                    <a:pt x="326837" y="2376500"/>
                  </a:lnTo>
                  <a:lnTo>
                    <a:pt x="325766" y="2376835"/>
                  </a:lnTo>
                  <a:lnTo>
                    <a:pt x="324694" y="2377170"/>
                  </a:lnTo>
                  <a:lnTo>
                    <a:pt x="323622" y="2377504"/>
                  </a:lnTo>
                  <a:lnTo>
                    <a:pt x="322551" y="2377837"/>
                  </a:lnTo>
                  <a:lnTo>
                    <a:pt x="321479" y="2378171"/>
                  </a:lnTo>
                  <a:lnTo>
                    <a:pt x="320408" y="2378504"/>
                  </a:lnTo>
                  <a:lnTo>
                    <a:pt x="319336" y="2378836"/>
                  </a:lnTo>
                  <a:lnTo>
                    <a:pt x="318264" y="2379168"/>
                  </a:lnTo>
                  <a:lnTo>
                    <a:pt x="317193" y="2379499"/>
                  </a:lnTo>
                  <a:lnTo>
                    <a:pt x="316121" y="2379830"/>
                  </a:lnTo>
                  <a:lnTo>
                    <a:pt x="315050" y="2380161"/>
                  </a:lnTo>
                  <a:lnTo>
                    <a:pt x="313978" y="2380491"/>
                  </a:lnTo>
                  <a:lnTo>
                    <a:pt x="312906" y="2380821"/>
                  </a:lnTo>
                  <a:lnTo>
                    <a:pt x="311835" y="2381150"/>
                  </a:lnTo>
                  <a:lnTo>
                    <a:pt x="310763" y="2381479"/>
                  </a:lnTo>
                  <a:lnTo>
                    <a:pt x="309692" y="2381808"/>
                  </a:lnTo>
                  <a:lnTo>
                    <a:pt x="308620" y="2382136"/>
                  </a:lnTo>
                  <a:lnTo>
                    <a:pt x="307548" y="2382464"/>
                  </a:lnTo>
                  <a:lnTo>
                    <a:pt x="306477" y="2382791"/>
                  </a:lnTo>
                  <a:lnTo>
                    <a:pt x="305405" y="2383118"/>
                  </a:lnTo>
                  <a:lnTo>
                    <a:pt x="304334" y="2383444"/>
                  </a:lnTo>
                  <a:lnTo>
                    <a:pt x="303262" y="2383770"/>
                  </a:lnTo>
                  <a:lnTo>
                    <a:pt x="302190" y="2384095"/>
                  </a:lnTo>
                  <a:lnTo>
                    <a:pt x="301119" y="2384420"/>
                  </a:lnTo>
                  <a:lnTo>
                    <a:pt x="300047" y="2384745"/>
                  </a:lnTo>
                  <a:lnTo>
                    <a:pt x="298976" y="2385069"/>
                  </a:lnTo>
                  <a:lnTo>
                    <a:pt x="297904" y="2385393"/>
                  </a:lnTo>
                  <a:lnTo>
                    <a:pt x="296832" y="2385716"/>
                  </a:lnTo>
                  <a:lnTo>
                    <a:pt x="295761" y="2386039"/>
                  </a:lnTo>
                  <a:lnTo>
                    <a:pt x="294689" y="2386362"/>
                  </a:lnTo>
                  <a:lnTo>
                    <a:pt x="293618" y="2386684"/>
                  </a:lnTo>
                  <a:lnTo>
                    <a:pt x="292546" y="2387006"/>
                  </a:lnTo>
                  <a:lnTo>
                    <a:pt x="291474" y="2387327"/>
                  </a:lnTo>
                  <a:lnTo>
                    <a:pt x="290403" y="2387648"/>
                  </a:lnTo>
                  <a:lnTo>
                    <a:pt x="289331" y="2387968"/>
                  </a:lnTo>
                  <a:lnTo>
                    <a:pt x="288260" y="2388288"/>
                  </a:lnTo>
                  <a:lnTo>
                    <a:pt x="287188" y="2388607"/>
                  </a:lnTo>
                  <a:lnTo>
                    <a:pt x="286116" y="2388926"/>
                  </a:lnTo>
                  <a:lnTo>
                    <a:pt x="285045" y="2389245"/>
                  </a:lnTo>
                  <a:lnTo>
                    <a:pt x="283973" y="2389563"/>
                  </a:lnTo>
                  <a:lnTo>
                    <a:pt x="282902" y="2389881"/>
                  </a:lnTo>
                  <a:lnTo>
                    <a:pt x="281830" y="2390198"/>
                  </a:lnTo>
                  <a:lnTo>
                    <a:pt x="280758" y="2390515"/>
                  </a:lnTo>
                  <a:lnTo>
                    <a:pt x="279687" y="2390832"/>
                  </a:lnTo>
                  <a:lnTo>
                    <a:pt x="278615" y="2391148"/>
                  </a:lnTo>
                  <a:lnTo>
                    <a:pt x="277544" y="2391464"/>
                  </a:lnTo>
                  <a:lnTo>
                    <a:pt x="276472" y="2391779"/>
                  </a:lnTo>
                  <a:lnTo>
                    <a:pt x="275400" y="2392094"/>
                  </a:lnTo>
                  <a:lnTo>
                    <a:pt x="274329" y="2392408"/>
                  </a:lnTo>
                  <a:lnTo>
                    <a:pt x="273257" y="2392722"/>
                  </a:lnTo>
                  <a:lnTo>
                    <a:pt x="272186" y="2393036"/>
                  </a:lnTo>
                  <a:lnTo>
                    <a:pt x="271114" y="2393349"/>
                  </a:lnTo>
                  <a:lnTo>
                    <a:pt x="270042" y="2393662"/>
                  </a:lnTo>
                  <a:lnTo>
                    <a:pt x="268971" y="2393974"/>
                  </a:lnTo>
                  <a:lnTo>
                    <a:pt x="267899" y="2394286"/>
                  </a:lnTo>
                  <a:lnTo>
                    <a:pt x="266828" y="2394598"/>
                  </a:lnTo>
                  <a:lnTo>
                    <a:pt x="265756" y="2394909"/>
                  </a:lnTo>
                  <a:lnTo>
                    <a:pt x="264684" y="2395219"/>
                  </a:lnTo>
                  <a:lnTo>
                    <a:pt x="263613" y="2395530"/>
                  </a:lnTo>
                  <a:lnTo>
                    <a:pt x="262541" y="2395839"/>
                  </a:lnTo>
                  <a:lnTo>
                    <a:pt x="261470" y="2396149"/>
                  </a:lnTo>
                  <a:lnTo>
                    <a:pt x="260398" y="2396458"/>
                  </a:lnTo>
                  <a:lnTo>
                    <a:pt x="259326" y="2396766"/>
                  </a:lnTo>
                  <a:lnTo>
                    <a:pt x="258255" y="2397074"/>
                  </a:lnTo>
                  <a:lnTo>
                    <a:pt x="257183" y="2397382"/>
                  </a:lnTo>
                  <a:lnTo>
                    <a:pt x="256112" y="2397690"/>
                  </a:lnTo>
                  <a:lnTo>
                    <a:pt x="255040" y="2397996"/>
                  </a:lnTo>
                  <a:lnTo>
                    <a:pt x="253968" y="2398303"/>
                  </a:lnTo>
                  <a:lnTo>
                    <a:pt x="252897" y="2398609"/>
                  </a:lnTo>
                  <a:lnTo>
                    <a:pt x="251825" y="2398915"/>
                  </a:lnTo>
                  <a:lnTo>
                    <a:pt x="250754" y="2399220"/>
                  </a:lnTo>
                  <a:lnTo>
                    <a:pt x="249682" y="2399525"/>
                  </a:lnTo>
                  <a:lnTo>
                    <a:pt x="248610" y="2399829"/>
                  </a:lnTo>
                  <a:lnTo>
                    <a:pt x="247539" y="2400133"/>
                  </a:lnTo>
                  <a:lnTo>
                    <a:pt x="246467" y="2400437"/>
                  </a:lnTo>
                  <a:lnTo>
                    <a:pt x="245396" y="2400740"/>
                  </a:lnTo>
                  <a:lnTo>
                    <a:pt x="244324" y="2401043"/>
                  </a:lnTo>
                  <a:lnTo>
                    <a:pt x="243252" y="2401345"/>
                  </a:lnTo>
                  <a:lnTo>
                    <a:pt x="242181" y="2401647"/>
                  </a:lnTo>
                  <a:lnTo>
                    <a:pt x="241109" y="2401949"/>
                  </a:lnTo>
                  <a:lnTo>
                    <a:pt x="240038" y="2402250"/>
                  </a:lnTo>
                  <a:lnTo>
                    <a:pt x="238966" y="2402550"/>
                  </a:lnTo>
                  <a:lnTo>
                    <a:pt x="237894" y="2402851"/>
                  </a:lnTo>
                  <a:lnTo>
                    <a:pt x="236823" y="2403151"/>
                  </a:lnTo>
                  <a:lnTo>
                    <a:pt x="235751" y="2403450"/>
                  </a:lnTo>
                  <a:lnTo>
                    <a:pt x="234680" y="2403749"/>
                  </a:lnTo>
                  <a:lnTo>
                    <a:pt x="233608" y="2404048"/>
                  </a:lnTo>
                  <a:lnTo>
                    <a:pt x="232536" y="2404346"/>
                  </a:lnTo>
                  <a:lnTo>
                    <a:pt x="231465" y="2404644"/>
                  </a:lnTo>
                  <a:lnTo>
                    <a:pt x="230393" y="2404941"/>
                  </a:lnTo>
                  <a:lnTo>
                    <a:pt x="229322" y="2405238"/>
                  </a:lnTo>
                  <a:lnTo>
                    <a:pt x="228250" y="2405535"/>
                  </a:lnTo>
                  <a:lnTo>
                    <a:pt x="227178" y="2405831"/>
                  </a:lnTo>
                  <a:lnTo>
                    <a:pt x="226107" y="2406127"/>
                  </a:lnTo>
                  <a:lnTo>
                    <a:pt x="225035" y="2406423"/>
                  </a:lnTo>
                  <a:lnTo>
                    <a:pt x="223964" y="2406718"/>
                  </a:lnTo>
                  <a:lnTo>
                    <a:pt x="222892" y="2407012"/>
                  </a:lnTo>
                  <a:lnTo>
                    <a:pt x="221820" y="2407306"/>
                  </a:lnTo>
                  <a:lnTo>
                    <a:pt x="220749" y="2407600"/>
                  </a:lnTo>
                  <a:lnTo>
                    <a:pt x="219677" y="2407894"/>
                  </a:lnTo>
                  <a:lnTo>
                    <a:pt x="218606" y="2408187"/>
                  </a:lnTo>
                  <a:lnTo>
                    <a:pt x="217534" y="2408479"/>
                  </a:lnTo>
                  <a:lnTo>
                    <a:pt x="216462" y="2408771"/>
                  </a:lnTo>
                  <a:lnTo>
                    <a:pt x="215391" y="2409063"/>
                  </a:lnTo>
                  <a:lnTo>
                    <a:pt x="214319" y="2409355"/>
                  </a:lnTo>
                  <a:lnTo>
                    <a:pt x="213248" y="2409646"/>
                  </a:lnTo>
                  <a:lnTo>
                    <a:pt x="212176" y="2409936"/>
                  </a:lnTo>
                  <a:lnTo>
                    <a:pt x="211104" y="2410226"/>
                  </a:lnTo>
                  <a:lnTo>
                    <a:pt x="210033" y="2410516"/>
                  </a:lnTo>
                  <a:lnTo>
                    <a:pt x="208961" y="2410805"/>
                  </a:lnTo>
                  <a:lnTo>
                    <a:pt x="207890" y="2411094"/>
                  </a:lnTo>
                  <a:lnTo>
                    <a:pt x="206818" y="2411383"/>
                  </a:lnTo>
                  <a:lnTo>
                    <a:pt x="205746" y="2411671"/>
                  </a:lnTo>
                  <a:lnTo>
                    <a:pt x="204675" y="2411959"/>
                  </a:lnTo>
                  <a:lnTo>
                    <a:pt x="203603" y="2412246"/>
                  </a:lnTo>
                  <a:lnTo>
                    <a:pt x="202532" y="2412533"/>
                  </a:lnTo>
                  <a:lnTo>
                    <a:pt x="201460" y="2412820"/>
                  </a:lnTo>
                  <a:lnTo>
                    <a:pt x="200388" y="2413106"/>
                  </a:lnTo>
                  <a:lnTo>
                    <a:pt x="199317" y="2413392"/>
                  </a:lnTo>
                  <a:lnTo>
                    <a:pt x="198245" y="2413677"/>
                  </a:lnTo>
                  <a:lnTo>
                    <a:pt x="197174" y="2413963"/>
                  </a:lnTo>
                  <a:lnTo>
                    <a:pt x="196102" y="2414247"/>
                  </a:lnTo>
                  <a:lnTo>
                    <a:pt x="195030" y="2414531"/>
                  </a:lnTo>
                  <a:lnTo>
                    <a:pt x="193959" y="2414815"/>
                  </a:lnTo>
                  <a:lnTo>
                    <a:pt x="192887" y="2415099"/>
                  </a:lnTo>
                  <a:lnTo>
                    <a:pt x="191816" y="2415382"/>
                  </a:lnTo>
                  <a:lnTo>
                    <a:pt x="190744" y="2415664"/>
                  </a:lnTo>
                  <a:lnTo>
                    <a:pt x="189672" y="2415947"/>
                  </a:lnTo>
                  <a:lnTo>
                    <a:pt x="188601" y="2416229"/>
                  </a:lnTo>
                  <a:lnTo>
                    <a:pt x="187529" y="2416510"/>
                  </a:lnTo>
                  <a:lnTo>
                    <a:pt x="186458" y="2416791"/>
                  </a:lnTo>
                  <a:lnTo>
                    <a:pt x="185386" y="2417072"/>
                  </a:lnTo>
                  <a:lnTo>
                    <a:pt x="184314" y="2417352"/>
                  </a:lnTo>
                  <a:lnTo>
                    <a:pt x="183243" y="2417632"/>
                  </a:lnTo>
                  <a:lnTo>
                    <a:pt x="182171" y="2417912"/>
                  </a:lnTo>
                  <a:lnTo>
                    <a:pt x="181100" y="2418191"/>
                  </a:lnTo>
                  <a:lnTo>
                    <a:pt x="180028" y="2418470"/>
                  </a:lnTo>
                  <a:lnTo>
                    <a:pt x="178956" y="2418748"/>
                  </a:lnTo>
                  <a:lnTo>
                    <a:pt x="177885" y="2419026"/>
                  </a:lnTo>
                  <a:lnTo>
                    <a:pt x="176813" y="2419303"/>
                  </a:lnTo>
                  <a:lnTo>
                    <a:pt x="175742" y="2419581"/>
                  </a:lnTo>
                  <a:lnTo>
                    <a:pt x="174670" y="2419858"/>
                  </a:lnTo>
                  <a:lnTo>
                    <a:pt x="173599" y="2420134"/>
                  </a:lnTo>
                  <a:lnTo>
                    <a:pt x="172527" y="2420410"/>
                  </a:lnTo>
                  <a:lnTo>
                    <a:pt x="171455" y="2420686"/>
                  </a:lnTo>
                  <a:lnTo>
                    <a:pt x="170384" y="2420961"/>
                  </a:lnTo>
                  <a:lnTo>
                    <a:pt x="169312" y="2421236"/>
                  </a:lnTo>
                  <a:lnTo>
                    <a:pt x="168241" y="2421510"/>
                  </a:lnTo>
                  <a:lnTo>
                    <a:pt x="167169" y="2421785"/>
                  </a:lnTo>
                  <a:lnTo>
                    <a:pt x="166097" y="2422058"/>
                  </a:lnTo>
                  <a:lnTo>
                    <a:pt x="165026" y="2422332"/>
                  </a:lnTo>
                  <a:lnTo>
                    <a:pt x="163954" y="2422605"/>
                  </a:lnTo>
                  <a:lnTo>
                    <a:pt x="162883" y="2422877"/>
                  </a:lnTo>
                  <a:lnTo>
                    <a:pt x="161811" y="2423149"/>
                  </a:lnTo>
                  <a:lnTo>
                    <a:pt x="160739" y="2423421"/>
                  </a:lnTo>
                  <a:lnTo>
                    <a:pt x="159668" y="2423693"/>
                  </a:lnTo>
                  <a:lnTo>
                    <a:pt x="158596" y="2423964"/>
                  </a:lnTo>
                  <a:lnTo>
                    <a:pt x="157525" y="2424235"/>
                  </a:lnTo>
                  <a:lnTo>
                    <a:pt x="156453" y="2424505"/>
                  </a:lnTo>
                  <a:lnTo>
                    <a:pt x="155381" y="2424775"/>
                  </a:lnTo>
                  <a:lnTo>
                    <a:pt x="154310" y="2425044"/>
                  </a:lnTo>
                  <a:lnTo>
                    <a:pt x="153238" y="2425314"/>
                  </a:lnTo>
                  <a:lnTo>
                    <a:pt x="152167" y="2425582"/>
                  </a:lnTo>
                  <a:lnTo>
                    <a:pt x="151095" y="2425851"/>
                  </a:lnTo>
                  <a:lnTo>
                    <a:pt x="150023" y="2426119"/>
                  </a:lnTo>
                  <a:lnTo>
                    <a:pt x="148952" y="2426387"/>
                  </a:lnTo>
                  <a:lnTo>
                    <a:pt x="147880" y="2426654"/>
                  </a:lnTo>
                  <a:lnTo>
                    <a:pt x="146809" y="2426921"/>
                  </a:lnTo>
                  <a:lnTo>
                    <a:pt x="145737" y="2427187"/>
                  </a:lnTo>
                  <a:lnTo>
                    <a:pt x="144665" y="2427453"/>
                  </a:lnTo>
                  <a:lnTo>
                    <a:pt x="143594" y="2427719"/>
                  </a:lnTo>
                  <a:lnTo>
                    <a:pt x="142522" y="2427985"/>
                  </a:lnTo>
                  <a:lnTo>
                    <a:pt x="141451" y="2428250"/>
                  </a:lnTo>
                  <a:lnTo>
                    <a:pt x="140379" y="2428514"/>
                  </a:lnTo>
                  <a:lnTo>
                    <a:pt x="139307" y="2428779"/>
                  </a:lnTo>
                  <a:lnTo>
                    <a:pt x="138236" y="2429043"/>
                  </a:lnTo>
                  <a:lnTo>
                    <a:pt x="137164" y="2429306"/>
                  </a:lnTo>
                  <a:lnTo>
                    <a:pt x="136093" y="2429569"/>
                  </a:lnTo>
                  <a:lnTo>
                    <a:pt x="135021" y="2429832"/>
                  </a:lnTo>
                  <a:lnTo>
                    <a:pt x="133949" y="2430095"/>
                  </a:lnTo>
                  <a:lnTo>
                    <a:pt x="132878" y="2430357"/>
                  </a:lnTo>
                  <a:lnTo>
                    <a:pt x="131806" y="2430619"/>
                  </a:lnTo>
                  <a:lnTo>
                    <a:pt x="130735" y="2430880"/>
                  </a:lnTo>
                  <a:lnTo>
                    <a:pt x="129663" y="2431141"/>
                  </a:lnTo>
                  <a:lnTo>
                    <a:pt x="128591" y="2431402"/>
                  </a:lnTo>
                  <a:lnTo>
                    <a:pt x="127520" y="2431662"/>
                  </a:lnTo>
                  <a:lnTo>
                    <a:pt x="126448" y="2431922"/>
                  </a:lnTo>
                  <a:lnTo>
                    <a:pt x="125377" y="2432181"/>
                  </a:lnTo>
                  <a:lnTo>
                    <a:pt x="124305" y="2432440"/>
                  </a:lnTo>
                  <a:lnTo>
                    <a:pt x="123233" y="2432699"/>
                  </a:lnTo>
                  <a:lnTo>
                    <a:pt x="122162" y="2432957"/>
                  </a:lnTo>
                  <a:lnTo>
                    <a:pt x="121090" y="2433216"/>
                  </a:lnTo>
                  <a:lnTo>
                    <a:pt x="120019" y="2433473"/>
                  </a:lnTo>
                  <a:lnTo>
                    <a:pt x="118947" y="2433731"/>
                  </a:lnTo>
                  <a:lnTo>
                    <a:pt x="117875" y="2433987"/>
                  </a:lnTo>
                  <a:lnTo>
                    <a:pt x="116804" y="2434244"/>
                  </a:lnTo>
                  <a:lnTo>
                    <a:pt x="115732" y="2434500"/>
                  </a:lnTo>
                  <a:lnTo>
                    <a:pt x="114661" y="2434756"/>
                  </a:lnTo>
                  <a:lnTo>
                    <a:pt x="113589" y="2435012"/>
                  </a:lnTo>
                  <a:lnTo>
                    <a:pt x="112517" y="2435267"/>
                  </a:lnTo>
                  <a:lnTo>
                    <a:pt x="111446" y="2435522"/>
                  </a:lnTo>
                  <a:lnTo>
                    <a:pt x="110374" y="2435776"/>
                  </a:lnTo>
                  <a:lnTo>
                    <a:pt x="109303" y="2436030"/>
                  </a:lnTo>
                  <a:lnTo>
                    <a:pt x="108231" y="2436284"/>
                  </a:lnTo>
                  <a:lnTo>
                    <a:pt x="107159" y="2436537"/>
                  </a:lnTo>
                  <a:lnTo>
                    <a:pt x="106088" y="2436790"/>
                  </a:lnTo>
                  <a:lnTo>
                    <a:pt x="105016" y="2437043"/>
                  </a:lnTo>
                  <a:lnTo>
                    <a:pt x="103945" y="2437295"/>
                  </a:lnTo>
                  <a:lnTo>
                    <a:pt x="102873" y="2437547"/>
                  </a:lnTo>
                  <a:lnTo>
                    <a:pt x="101801" y="2437798"/>
                  </a:lnTo>
                  <a:lnTo>
                    <a:pt x="100730" y="2438050"/>
                  </a:lnTo>
                  <a:lnTo>
                    <a:pt x="99658" y="2438300"/>
                  </a:lnTo>
                  <a:lnTo>
                    <a:pt x="98587" y="2438551"/>
                  </a:lnTo>
                  <a:lnTo>
                    <a:pt x="97515" y="2438801"/>
                  </a:lnTo>
                  <a:lnTo>
                    <a:pt x="96443" y="2439051"/>
                  </a:lnTo>
                  <a:lnTo>
                    <a:pt x="95372" y="2439300"/>
                  </a:lnTo>
                  <a:lnTo>
                    <a:pt x="94300" y="2439549"/>
                  </a:lnTo>
                  <a:lnTo>
                    <a:pt x="93229" y="2439798"/>
                  </a:lnTo>
                  <a:lnTo>
                    <a:pt x="92157" y="2440046"/>
                  </a:lnTo>
                  <a:lnTo>
                    <a:pt x="91085" y="2440294"/>
                  </a:lnTo>
                  <a:lnTo>
                    <a:pt x="90014" y="2440542"/>
                  </a:lnTo>
                  <a:lnTo>
                    <a:pt x="88942" y="2440789"/>
                  </a:lnTo>
                  <a:lnTo>
                    <a:pt x="87871" y="2441036"/>
                  </a:lnTo>
                  <a:lnTo>
                    <a:pt x="86799" y="2441283"/>
                  </a:lnTo>
                  <a:lnTo>
                    <a:pt x="85727" y="2441529"/>
                  </a:lnTo>
                  <a:lnTo>
                    <a:pt x="84656" y="2441775"/>
                  </a:lnTo>
                  <a:lnTo>
                    <a:pt x="83584" y="2442020"/>
                  </a:lnTo>
                  <a:lnTo>
                    <a:pt x="82513" y="2442266"/>
                  </a:lnTo>
                  <a:lnTo>
                    <a:pt x="81441" y="2442510"/>
                  </a:lnTo>
                  <a:lnTo>
                    <a:pt x="80369" y="2442755"/>
                  </a:lnTo>
                  <a:lnTo>
                    <a:pt x="79298" y="2442999"/>
                  </a:lnTo>
                  <a:lnTo>
                    <a:pt x="78226" y="2443243"/>
                  </a:lnTo>
                  <a:lnTo>
                    <a:pt x="77155" y="2443486"/>
                  </a:lnTo>
                  <a:lnTo>
                    <a:pt x="76083" y="2443729"/>
                  </a:lnTo>
                  <a:lnTo>
                    <a:pt x="75011" y="2443972"/>
                  </a:lnTo>
                  <a:lnTo>
                    <a:pt x="73940" y="2444214"/>
                  </a:lnTo>
                  <a:lnTo>
                    <a:pt x="72868" y="2444457"/>
                  </a:lnTo>
                  <a:lnTo>
                    <a:pt x="71797" y="2444698"/>
                  </a:lnTo>
                  <a:lnTo>
                    <a:pt x="70725" y="2444940"/>
                  </a:lnTo>
                  <a:lnTo>
                    <a:pt x="69653" y="2445181"/>
                  </a:lnTo>
                  <a:lnTo>
                    <a:pt x="68582" y="2445421"/>
                  </a:lnTo>
                  <a:lnTo>
                    <a:pt x="67510" y="2445662"/>
                  </a:lnTo>
                  <a:lnTo>
                    <a:pt x="66439" y="2445902"/>
                  </a:lnTo>
                  <a:lnTo>
                    <a:pt x="65367" y="2446141"/>
                  </a:lnTo>
                  <a:lnTo>
                    <a:pt x="64295" y="2446381"/>
                  </a:lnTo>
                  <a:lnTo>
                    <a:pt x="63224" y="2446619"/>
                  </a:lnTo>
                  <a:lnTo>
                    <a:pt x="62152" y="2446858"/>
                  </a:lnTo>
                  <a:lnTo>
                    <a:pt x="61081" y="2447096"/>
                  </a:lnTo>
                  <a:lnTo>
                    <a:pt x="60009" y="2447334"/>
                  </a:lnTo>
                  <a:lnTo>
                    <a:pt x="58937" y="2447572"/>
                  </a:lnTo>
                  <a:lnTo>
                    <a:pt x="57866" y="2447809"/>
                  </a:lnTo>
                  <a:lnTo>
                    <a:pt x="56794" y="2448046"/>
                  </a:lnTo>
                  <a:lnTo>
                    <a:pt x="55723" y="2448283"/>
                  </a:lnTo>
                  <a:lnTo>
                    <a:pt x="54651" y="2448519"/>
                  </a:lnTo>
                  <a:lnTo>
                    <a:pt x="53579" y="2448755"/>
                  </a:lnTo>
                  <a:lnTo>
                    <a:pt x="52508" y="2448990"/>
                  </a:lnTo>
                  <a:lnTo>
                    <a:pt x="51436" y="2449226"/>
                  </a:lnTo>
                  <a:lnTo>
                    <a:pt x="50365" y="2449460"/>
                  </a:lnTo>
                  <a:lnTo>
                    <a:pt x="49293" y="2449695"/>
                  </a:lnTo>
                  <a:lnTo>
                    <a:pt x="48221" y="2449929"/>
                  </a:lnTo>
                  <a:lnTo>
                    <a:pt x="47150" y="2450163"/>
                  </a:lnTo>
                  <a:lnTo>
                    <a:pt x="46078" y="2450397"/>
                  </a:lnTo>
                  <a:lnTo>
                    <a:pt x="45007" y="2450630"/>
                  </a:lnTo>
                  <a:lnTo>
                    <a:pt x="43935" y="2450863"/>
                  </a:lnTo>
                  <a:lnTo>
                    <a:pt x="42863" y="2451095"/>
                  </a:lnTo>
                  <a:lnTo>
                    <a:pt x="41792" y="2451327"/>
                  </a:lnTo>
                  <a:lnTo>
                    <a:pt x="40720" y="2451559"/>
                  </a:lnTo>
                  <a:lnTo>
                    <a:pt x="39649" y="2451791"/>
                  </a:lnTo>
                  <a:lnTo>
                    <a:pt x="38577" y="2452022"/>
                  </a:lnTo>
                  <a:lnTo>
                    <a:pt x="37505" y="2452253"/>
                  </a:lnTo>
                  <a:lnTo>
                    <a:pt x="36434" y="2452483"/>
                  </a:lnTo>
                  <a:lnTo>
                    <a:pt x="35362" y="2452714"/>
                  </a:lnTo>
                  <a:lnTo>
                    <a:pt x="34291" y="2452944"/>
                  </a:lnTo>
                  <a:lnTo>
                    <a:pt x="33219" y="2453173"/>
                  </a:lnTo>
                  <a:lnTo>
                    <a:pt x="32147" y="2453402"/>
                  </a:lnTo>
                  <a:lnTo>
                    <a:pt x="31076" y="2453631"/>
                  </a:lnTo>
                  <a:lnTo>
                    <a:pt x="30004" y="2453860"/>
                  </a:lnTo>
                  <a:lnTo>
                    <a:pt x="28933" y="2454088"/>
                  </a:lnTo>
                  <a:lnTo>
                    <a:pt x="27861" y="2454316"/>
                  </a:lnTo>
                  <a:lnTo>
                    <a:pt x="26789" y="2454544"/>
                  </a:lnTo>
                  <a:lnTo>
                    <a:pt x="25718" y="2454771"/>
                  </a:lnTo>
                  <a:lnTo>
                    <a:pt x="24646" y="2454998"/>
                  </a:lnTo>
                  <a:lnTo>
                    <a:pt x="23575" y="2455224"/>
                  </a:lnTo>
                  <a:lnTo>
                    <a:pt x="22503" y="2455451"/>
                  </a:lnTo>
                  <a:lnTo>
                    <a:pt x="21431" y="2455676"/>
                  </a:lnTo>
                  <a:lnTo>
                    <a:pt x="20360" y="2455902"/>
                  </a:lnTo>
                  <a:lnTo>
                    <a:pt x="19288" y="2456127"/>
                  </a:lnTo>
                  <a:lnTo>
                    <a:pt x="18217" y="2456352"/>
                  </a:lnTo>
                  <a:lnTo>
                    <a:pt x="17145" y="2456577"/>
                  </a:lnTo>
                  <a:lnTo>
                    <a:pt x="16073" y="2456801"/>
                  </a:lnTo>
                  <a:lnTo>
                    <a:pt x="15002" y="2457025"/>
                  </a:lnTo>
                  <a:lnTo>
                    <a:pt x="13930" y="2457249"/>
                  </a:lnTo>
                  <a:lnTo>
                    <a:pt x="12859" y="2457472"/>
                  </a:lnTo>
                  <a:lnTo>
                    <a:pt x="11787" y="2457695"/>
                  </a:lnTo>
                  <a:lnTo>
                    <a:pt x="10715" y="2457918"/>
                  </a:lnTo>
                  <a:lnTo>
                    <a:pt x="9644" y="2458141"/>
                  </a:lnTo>
                  <a:lnTo>
                    <a:pt x="8572" y="2458363"/>
                  </a:lnTo>
                  <a:lnTo>
                    <a:pt x="7501" y="2458584"/>
                  </a:lnTo>
                  <a:lnTo>
                    <a:pt x="6429" y="2458806"/>
                  </a:lnTo>
                  <a:lnTo>
                    <a:pt x="5357" y="2459027"/>
                  </a:lnTo>
                  <a:lnTo>
                    <a:pt x="4286" y="2459248"/>
                  </a:lnTo>
                  <a:lnTo>
                    <a:pt x="3214" y="2459468"/>
                  </a:lnTo>
                  <a:lnTo>
                    <a:pt x="2143" y="2459688"/>
                  </a:lnTo>
                  <a:lnTo>
                    <a:pt x="1071" y="2459908"/>
                  </a:lnTo>
                  <a:lnTo>
                    <a:pt x="0" y="2460128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5034264" y="316305"/>
              <a:ext cx="3856684" cy="2317146"/>
            </a:xfrm>
            <a:custGeom>
              <a:avLst/>
              <a:gdLst/>
              <a:ahLst/>
              <a:cxnLst/>
              <a:rect l="0" t="0" r="0" b="0"/>
              <a:pathLst>
                <a:path w="3856684" h="2317146">
                  <a:moveTo>
                    <a:pt x="0" y="2317146"/>
                  </a:moveTo>
                  <a:lnTo>
                    <a:pt x="1071" y="2316953"/>
                  </a:lnTo>
                  <a:lnTo>
                    <a:pt x="2143" y="2316760"/>
                  </a:lnTo>
                  <a:lnTo>
                    <a:pt x="3214" y="2316567"/>
                  </a:lnTo>
                  <a:lnTo>
                    <a:pt x="4286" y="2316373"/>
                  </a:lnTo>
                  <a:lnTo>
                    <a:pt x="5357" y="2316180"/>
                  </a:lnTo>
                  <a:lnTo>
                    <a:pt x="6429" y="2315986"/>
                  </a:lnTo>
                  <a:lnTo>
                    <a:pt x="7501" y="2315792"/>
                  </a:lnTo>
                  <a:lnTo>
                    <a:pt x="8572" y="2315598"/>
                  </a:lnTo>
                  <a:lnTo>
                    <a:pt x="9644" y="2315403"/>
                  </a:lnTo>
                  <a:lnTo>
                    <a:pt x="10715" y="2315209"/>
                  </a:lnTo>
                  <a:lnTo>
                    <a:pt x="11787" y="2315014"/>
                  </a:lnTo>
                  <a:lnTo>
                    <a:pt x="12859" y="2314820"/>
                  </a:lnTo>
                  <a:lnTo>
                    <a:pt x="13930" y="2314625"/>
                  </a:lnTo>
                  <a:lnTo>
                    <a:pt x="15002" y="2314430"/>
                  </a:lnTo>
                  <a:lnTo>
                    <a:pt x="16073" y="2314235"/>
                  </a:lnTo>
                  <a:lnTo>
                    <a:pt x="17145" y="2314039"/>
                  </a:lnTo>
                  <a:lnTo>
                    <a:pt x="18217" y="2313844"/>
                  </a:lnTo>
                  <a:lnTo>
                    <a:pt x="19288" y="2313648"/>
                  </a:lnTo>
                  <a:lnTo>
                    <a:pt x="20360" y="2313453"/>
                  </a:lnTo>
                  <a:lnTo>
                    <a:pt x="21431" y="2313257"/>
                  </a:lnTo>
                  <a:lnTo>
                    <a:pt x="22503" y="2313061"/>
                  </a:lnTo>
                  <a:lnTo>
                    <a:pt x="23575" y="2312865"/>
                  </a:lnTo>
                  <a:lnTo>
                    <a:pt x="24646" y="2312668"/>
                  </a:lnTo>
                  <a:lnTo>
                    <a:pt x="25718" y="2312472"/>
                  </a:lnTo>
                  <a:lnTo>
                    <a:pt x="26789" y="2312275"/>
                  </a:lnTo>
                  <a:lnTo>
                    <a:pt x="27861" y="2312078"/>
                  </a:lnTo>
                  <a:lnTo>
                    <a:pt x="28933" y="2311882"/>
                  </a:lnTo>
                  <a:lnTo>
                    <a:pt x="30004" y="2311684"/>
                  </a:lnTo>
                  <a:lnTo>
                    <a:pt x="31076" y="2311487"/>
                  </a:lnTo>
                  <a:lnTo>
                    <a:pt x="32147" y="2311290"/>
                  </a:lnTo>
                  <a:lnTo>
                    <a:pt x="33219" y="2311092"/>
                  </a:lnTo>
                  <a:lnTo>
                    <a:pt x="34291" y="2310895"/>
                  </a:lnTo>
                  <a:lnTo>
                    <a:pt x="35362" y="2310697"/>
                  </a:lnTo>
                  <a:lnTo>
                    <a:pt x="36434" y="2310499"/>
                  </a:lnTo>
                  <a:lnTo>
                    <a:pt x="37505" y="2310301"/>
                  </a:lnTo>
                  <a:lnTo>
                    <a:pt x="38577" y="2310102"/>
                  </a:lnTo>
                  <a:lnTo>
                    <a:pt x="39649" y="2309904"/>
                  </a:lnTo>
                  <a:lnTo>
                    <a:pt x="40720" y="2309705"/>
                  </a:lnTo>
                  <a:lnTo>
                    <a:pt x="41792" y="2309507"/>
                  </a:lnTo>
                  <a:lnTo>
                    <a:pt x="42863" y="2309308"/>
                  </a:lnTo>
                  <a:lnTo>
                    <a:pt x="43935" y="2309109"/>
                  </a:lnTo>
                  <a:lnTo>
                    <a:pt x="45007" y="2308910"/>
                  </a:lnTo>
                  <a:lnTo>
                    <a:pt x="46078" y="2308710"/>
                  </a:lnTo>
                  <a:lnTo>
                    <a:pt x="47150" y="2308511"/>
                  </a:lnTo>
                  <a:lnTo>
                    <a:pt x="48221" y="2308311"/>
                  </a:lnTo>
                  <a:lnTo>
                    <a:pt x="49293" y="2308111"/>
                  </a:lnTo>
                  <a:lnTo>
                    <a:pt x="50365" y="2307911"/>
                  </a:lnTo>
                  <a:lnTo>
                    <a:pt x="51436" y="2307711"/>
                  </a:lnTo>
                  <a:lnTo>
                    <a:pt x="52508" y="2307511"/>
                  </a:lnTo>
                  <a:lnTo>
                    <a:pt x="53579" y="2307310"/>
                  </a:lnTo>
                  <a:lnTo>
                    <a:pt x="54651" y="2307110"/>
                  </a:lnTo>
                  <a:lnTo>
                    <a:pt x="55723" y="2306909"/>
                  </a:lnTo>
                  <a:lnTo>
                    <a:pt x="56794" y="2306708"/>
                  </a:lnTo>
                  <a:lnTo>
                    <a:pt x="57866" y="2306507"/>
                  </a:lnTo>
                  <a:lnTo>
                    <a:pt x="58937" y="2306306"/>
                  </a:lnTo>
                  <a:lnTo>
                    <a:pt x="60009" y="2306105"/>
                  </a:lnTo>
                  <a:lnTo>
                    <a:pt x="61081" y="2305903"/>
                  </a:lnTo>
                  <a:lnTo>
                    <a:pt x="62152" y="2305701"/>
                  </a:lnTo>
                  <a:lnTo>
                    <a:pt x="63224" y="2305500"/>
                  </a:lnTo>
                  <a:lnTo>
                    <a:pt x="64295" y="2305298"/>
                  </a:lnTo>
                  <a:lnTo>
                    <a:pt x="65367" y="2305095"/>
                  </a:lnTo>
                  <a:lnTo>
                    <a:pt x="66439" y="2304893"/>
                  </a:lnTo>
                  <a:lnTo>
                    <a:pt x="67510" y="2304691"/>
                  </a:lnTo>
                  <a:lnTo>
                    <a:pt x="68582" y="2304488"/>
                  </a:lnTo>
                  <a:lnTo>
                    <a:pt x="69653" y="2304285"/>
                  </a:lnTo>
                  <a:lnTo>
                    <a:pt x="70725" y="2304082"/>
                  </a:lnTo>
                  <a:lnTo>
                    <a:pt x="71797" y="2303879"/>
                  </a:lnTo>
                  <a:lnTo>
                    <a:pt x="72868" y="2303676"/>
                  </a:lnTo>
                  <a:lnTo>
                    <a:pt x="73940" y="2303473"/>
                  </a:lnTo>
                  <a:lnTo>
                    <a:pt x="75011" y="2303269"/>
                  </a:lnTo>
                  <a:lnTo>
                    <a:pt x="76083" y="2303065"/>
                  </a:lnTo>
                  <a:lnTo>
                    <a:pt x="77155" y="2302861"/>
                  </a:lnTo>
                  <a:lnTo>
                    <a:pt x="78226" y="2302657"/>
                  </a:lnTo>
                  <a:lnTo>
                    <a:pt x="79298" y="2302453"/>
                  </a:lnTo>
                  <a:lnTo>
                    <a:pt x="80369" y="2302249"/>
                  </a:lnTo>
                  <a:lnTo>
                    <a:pt x="81441" y="2302044"/>
                  </a:lnTo>
                  <a:lnTo>
                    <a:pt x="82513" y="2301840"/>
                  </a:lnTo>
                  <a:lnTo>
                    <a:pt x="83584" y="2301635"/>
                  </a:lnTo>
                  <a:lnTo>
                    <a:pt x="84656" y="2301430"/>
                  </a:lnTo>
                  <a:lnTo>
                    <a:pt x="85727" y="2301224"/>
                  </a:lnTo>
                  <a:lnTo>
                    <a:pt x="86799" y="2301019"/>
                  </a:lnTo>
                  <a:lnTo>
                    <a:pt x="87871" y="2300814"/>
                  </a:lnTo>
                  <a:lnTo>
                    <a:pt x="88942" y="2300608"/>
                  </a:lnTo>
                  <a:lnTo>
                    <a:pt x="90014" y="2300402"/>
                  </a:lnTo>
                  <a:lnTo>
                    <a:pt x="91085" y="2300196"/>
                  </a:lnTo>
                  <a:lnTo>
                    <a:pt x="92157" y="2299990"/>
                  </a:lnTo>
                  <a:lnTo>
                    <a:pt x="93229" y="2299784"/>
                  </a:lnTo>
                  <a:lnTo>
                    <a:pt x="94300" y="2299577"/>
                  </a:lnTo>
                  <a:lnTo>
                    <a:pt x="95372" y="2299371"/>
                  </a:lnTo>
                  <a:lnTo>
                    <a:pt x="96443" y="2299164"/>
                  </a:lnTo>
                  <a:lnTo>
                    <a:pt x="97515" y="2298957"/>
                  </a:lnTo>
                  <a:lnTo>
                    <a:pt x="98587" y="2298750"/>
                  </a:lnTo>
                  <a:lnTo>
                    <a:pt x="99658" y="2298542"/>
                  </a:lnTo>
                  <a:lnTo>
                    <a:pt x="100730" y="2298335"/>
                  </a:lnTo>
                  <a:lnTo>
                    <a:pt x="101801" y="2298127"/>
                  </a:lnTo>
                  <a:lnTo>
                    <a:pt x="102873" y="2297920"/>
                  </a:lnTo>
                  <a:lnTo>
                    <a:pt x="103945" y="2297712"/>
                  </a:lnTo>
                  <a:lnTo>
                    <a:pt x="105016" y="2297504"/>
                  </a:lnTo>
                  <a:lnTo>
                    <a:pt x="106088" y="2297295"/>
                  </a:lnTo>
                  <a:lnTo>
                    <a:pt x="107159" y="2297087"/>
                  </a:lnTo>
                  <a:lnTo>
                    <a:pt x="108231" y="2296878"/>
                  </a:lnTo>
                  <a:lnTo>
                    <a:pt x="109303" y="2296669"/>
                  </a:lnTo>
                  <a:lnTo>
                    <a:pt x="110374" y="2296460"/>
                  </a:lnTo>
                  <a:lnTo>
                    <a:pt x="111446" y="2296251"/>
                  </a:lnTo>
                  <a:lnTo>
                    <a:pt x="112517" y="2296042"/>
                  </a:lnTo>
                  <a:lnTo>
                    <a:pt x="113589" y="2295833"/>
                  </a:lnTo>
                  <a:lnTo>
                    <a:pt x="114661" y="2295623"/>
                  </a:lnTo>
                  <a:lnTo>
                    <a:pt x="115732" y="2295413"/>
                  </a:lnTo>
                  <a:lnTo>
                    <a:pt x="116804" y="2295203"/>
                  </a:lnTo>
                  <a:lnTo>
                    <a:pt x="117875" y="2294993"/>
                  </a:lnTo>
                  <a:lnTo>
                    <a:pt x="118947" y="2294783"/>
                  </a:lnTo>
                  <a:lnTo>
                    <a:pt x="120019" y="2294572"/>
                  </a:lnTo>
                  <a:lnTo>
                    <a:pt x="121090" y="2294362"/>
                  </a:lnTo>
                  <a:lnTo>
                    <a:pt x="122162" y="2294151"/>
                  </a:lnTo>
                  <a:lnTo>
                    <a:pt x="123233" y="2293940"/>
                  </a:lnTo>
                  <a:lnTo>
                    <a:pt x="124305" y="2293729"/>
                  </a:lnTo>
                  <a:lnTo>
                    <a:pt x="125377" y="2293517"/>
                  </a:lnTo>
                  <a:lnTo>
                    <a:pt x="126448" y="2293306"/>
                  </a:lnTo>
                  <a:lnTo>
                    <a:pt x="127520" y="2293094"/>
                  </a:lnTo>
                  <a:lnTo>
                    <a:pt x="128591" y="2292882"/>
                  </a:lnTo>
                  <a:lnTo>
                    <a:pt x="129663" y="2292670"/>
                  </a:lnTo>
                  <a:lnTo>
                    <a:pt x="130735" y="2292458"/>
                  </a:lnTo>
                  <a:lnTo>
                    <a:pt x="131806" y="2292246"/>
                  </a:lnTo>
                  <a:lnTo>
                    <a:pt x="132878" y="2292033"/>
                  </a:lnTo>
                  <a:lnTo>
                    <a:pt x="133949" y="2291821"/>
                  </a:lnTo>
                  <a:lnTo>
                    <a:pt x="135021" y="2291608"/>
                  </a:lnTo>
                  <a:lnTo>
                    <a:pt x="136093" y="2291395"/>
                  </a:lnTo>
                  <a:lnTo>
                    <a:pt x="137164" y="2291182"/>
                  </a:lnTo>
                  <a:lnTo>
                    <a:pt x="138236" y="2290968"/>
                  </a:lnTo>
                  <a:lnTo>
                    <a:pt x="139307" y="2290755"/>
                  </a:lnTo>
                  <a:lnTo>
                    <a:pt x="140379" y="2290541"/>
                  </a:lnTo>
                  <a:lnTo>
                    <a:pt x="141451" y="2290327"/>
                  </a:lnTo>
                  <a:lnTo>
                    <a:pt x="142522" y="2290113"/>
                  </a:lnTo>
                  <a:lnTo>
                    <a:pt x="143594" y="2289899"/>
                  </a:lnTo>
                  <a:lnTo>
                    <a:pt x="144665" y="2289684"/>
                  </a:lnTo>
                  <a:lnTo>
                    <a:pt x="145737" y="2289470"/>
                  </a:lnTo>
                  <a:lnTo>
                    <a:pt x="146809" y="2289255"/>
                  </a:lnTo>
                  <a:lnTo>
                    <a:pt x="147880" y="2289040"/>
                  </a:lnTo>
                  <a:lnTo>
                    <a:pt x="148952" y="2288825"/>
                  </a:lnTo>
                  <a:lnTo>
                    <a:pt x="150023" y="2288609"/>
                  </a:lnTo>
                  <a:lnTo>
                    <a:pt x="151095" y="2288394"/>
                  </a:lnTo>
                  <a:lnTo>
                    <a:pt x="152167" y="2288178"/>
                  </a:lnTo>
                  <a:lnTo>
                    <a:pt x="153238" y="2287962"/>
                  </a:lnTo>
                  <a:lnTo>
                    <a:pt x="154310" y="2287746"/>
                  </a:lnTo>
                  <a:lnTo>
                    <a:pt x="155381" y="2287530"/>
                  </a:lnTo>
                  <a:lnTo>
                    <a:pt x="156453" y="2287314"/>
                  </a:lnTo>
                  <a:lnTo>
                    <a:pt x="157525" y="2287097"/>
                  </a:lnTo>
                  <a:lnTo>
                    <a:pt x="158596" y="2286880"/>
                  </a:lnTo>
                  <a:lnTo>
                    <a:pt x="159668" y="2286663"/>
                  </a:lnTo>
                  <a:lnTo>
                    <a:pt x="160739" y="2286446"/>
                  </a:lnTo>
                  <a:lnTo>
                    <a:pt x="161811" y="2286229"/>
                  </a:lnTo>
                  <a:lnTo>
                    <a:pt x="162883" y="2286012"/>
                  </a:lnTo>
                  <a:lnTo>
                    <a:pt x="163954" y="2285794"/>
                  </a:lnTo>
                  <a:lnTo>
                    <a:pt x="165026" y="2285576"/>
                  </a:lnTo>
                  <a:lnTo>
                    <a:pt x="166097" y="2285358"/>
                  </a:lnTo>
                  <a:lnTo>
                    <a:pt x="167169" y="2285140"/>
                  </a:lnTo>
                  <a:lnTo>
                    <a:pt x="168241" y="2284921"/>
                  </a:lnTo>
                  <a:lnTo>
                    <a:pt x="169312" y="2284703"/>
                  </a:lnTo>
                  <a:lnTo>
                    <a:pt x="170384" y="2284484"/>
                  </a:lnTo>
                  <a:lnTo>
                    <a:pt x="171455" y="2284265"/>
                  </a:lnTo>
                  <a:lnTo>
                    <a:pt x="172527" y="2284046"/>
                  </a:lnTo>
                  <a:lnTo>
                    <a:pt x="173599" y="2283827"/>
                  </a:lnTo>
                  <a:lnTo>
                    <a:pt x="174670" y="2283607"/>
                  </a:lnTo>
                  <a:lnTo>
                    <a:pt x="175742" y="2283388"/>
                  </a:lnTo>
                  <a:lnTo>
                    <a:pt x="176813" y="2283168"/>
                  </a:lnTo>
                  <a:lnTo>
                    <a:pt x="177885" y="2282948"/>
                  </a:lnTo>
                  <a:lnTo>
                    <a:pt x="178956" y="2282728"/>
                  </a:lnTo>
                  <a:lnTo>
                    <a:pt x="180028" y="2282507"/>
                  </a:lnTo>
                  <a:lnTo>
                    <a:pt x="181100" y="2282287"/>
                  </a:lnTo>
                  <a:lnTo>
                    <a:pt x="182171" y="2282066"/>
                  </a:lnTo>
                  <a:lnTo>
                    <a:pt x="183243" y="2281845"/>
                  </a:lnTo>
                  <a:lnTo>
                    <a:pt x="184314" y="2281624"/>
                  </a:lnTo>
                  <a:lnTo>
                    <a:pt x="185386" y="2281402"/>
                  </a:lnTo>
                  <a:lnTo>
                    <a:pt x="186458" y="2281181"/>
                  </a:lnTo>
                  <a:lnTo>
                    <a:pt x="187529" y="2280959"/>
                  </a:lnTo>
                  <a:lnTo>
                    <a:pt x="188601" y="2280737"/>
                  </a:lnTo>
                  <a:lnTo>
                    <a:pt x="189672" y="2280515"/>
                  </a:lnTo>
                  <a:lnTo>
                    <a:pt x="190744" y="2280293"/>
                  </a:lnTo>
                  <a:lnTo>
                    <a:pt x="191816" y="2280070"/>
                  </a:lnTo>
                  <a:lnTo>
                    <a:pt x="192887" y="2279848"/>
                  </a:lnTo>
                  <a:lnTo>
                    <a:pt x="193959" y="2279625"/>
                  </a:lnTo>
                  <a:lnTo>
                    <a:pt x="195030" y="2279402"/>
                  </a:lnTo>
                  <a:lnTo>
                    <a:pt x="196102" y="2279178"/>
                  </a:lnTo>
                  <a:lnTo>
                    <a:pt x="197174" y="2278955"/>
                  </a:lnTo>
                  <a:lnTo>
                    <a:pt x="198245" y="2278731"/>
                  </a:lnTo>
                  <a:lnTo>
                    <a:pt x="199317" y="2278507"/>
                  </a:lnTo>
                  <a:lnTo>
                    <a:pt x="200388" y="2278283"/>
                  </a:lnTo>
                  <a:lnTo>
                    <a:pt x="201460" y="2278059"/>
                  </a:lnTo>
                  <a:lnTo>
                    <a:pt x="202532" y="2277835"/>
                  </a:lnTo>
                  <a:lnTo>
                    <a:pt x="203603" y="2277610"/>
                  </a:lnTo>
                  <a:lnTo>
                    <a:pt x="204675" y="2277385"/>
                  </a:lnTo>
                  <a:lnTo>
                    <a:pt x="205746" y="2277160"/>
                  </a:lnTo>
                  <a:lnTo>
                    <a:pt x="206818" y="2276935"/>
                  </a:lnTo>
                  <a:lnTo>
                    <a:pt x="207890" y="2276710"/>
                  </a:lnTo>
                  <a:lnTo>
                    <a:pt x="208961" y="2276484"/>
                  </a:lnTo>
                  <a:lnTo>
                    <a:pt x="210033" y="2276259"/>
                  </a:lnTo>
                  <a:lnTo>
                    <a:pt x="211104" y="2276033"/>
                  </a:lnTo>
                  <a:lnTo>
                    <a:pt x="212176" y="2275806"/>
                  </a:lnTo>
                  <a:lnTo>
                    <a:pt x="213248" y="2275580"/>
                  </a:lnTo>
                  <a:lnTo>
                    <a:pt x="214319" y="2275353"/>
                  </a:lnTo>
                  <a:lnTo>
                    <a:pt x="215391" y="2275127"/>
                  </a:lnTo>
                  <a:lnTo>
                    <a:pt x="216462" y="2274900"/>
                  </a:lnTo>
                  <a:lnTo>
                    <a:pt x="217534" y="2274673"/>
                  </a:lnTo>
                  <a:lnTo>
                    <a:pt x="218606" y="2274445"/>
                  </a:lnTo>
                  <a:lnTo>
                    <a:pt x="219677" y="2274218"/>
                  </a:lnTo>
                  <a:lnTo>
                    <a:pt x="220749" y="2273990"/>
                  </a:lnTo>
                  <a:lnTo>
                    <a:pt x="221820" y="2273762"/>
                  </a:lnTo>
                  <a:lnTo>
                    <a:pt x="222892" y="2273534"/>
                  </a:lnTo>
                  <a:lnTo>
                    <a:pt x="223964" y="2273305"/>
                  </a:lnTo>
                  <a:lnTo>
                    <a:pt x="225035" y="2273077"/>
                  </a:lnTo>
                  <a:lnTo>
                    <a:pt x="226107" y="2272848"/>
                  </a:lnTo>
                  <a:lnTo>
                    <a:pt x="227178" y="2272619"/>
                  </a:lnTo>
                  <a:lnTo>
                    <a:pt x="228250" y="2272390"/>
                  </a:lnTo>
                  <a:lnTo>
                    <a:pt x="229322" y="2272161"/>
                  </a:lnTo>
                  <a:lnTo>
                    <a:pt x="230393" y="2271931"/>
                  </a:lnTo>
                  <a:lnTo>
                    <a:pt x="231465" y="2271701"/>
                  </a:lnTo>
                  <a:lnTo>
                    <a:pt x="232536" y="2271471"/>
                  </a:lnTo>
                  <a:lnTo>
                    <a:pt x="233608" y="2271241"/>
                  </a:lnTo>
                  <a:lnTo>
                    <a:pt x="234680" y="2271011"/>
                  </a:lnTo>
                  <a:lnTo>
                    <a:pt x="235751" y="2270780"/>
                  </a:lnTo>
                  <a:lnTo>
                    <a:pt x="236823" y="2270549"/>
                  </a:lnTo>
                  <a:lnTo>
                    <a:pt x="237894" y="2270318"/>
                  </a:lnTo>
                  <a:lnTo>
                    <a:pt x="238966" y="2270087"/>
                  </a:lnTo>
                  <a:lnTo>
                    <a:pt x="240038" y="2269856"/>
                  </a:lnTo>
                  <a:lnTo>
                    <a:pt x="241109" y="2269624"/>
                  </a:lnTo>
                  <a:lnTo>
                    <a:pt x="242181" y="2269392"/>
                  </a:lnTo>
                  <a:lnTo>
                    <a:pt x="243252" y="2269160"/>
                  </a:lnTo>
                  <a:lnTo>
                    <a:pt x="244324" y="2268928"/>
                  </a:lnTo>
                  <a:lnTo>
                    <a:pt x="245396" y="2268695"/>
                  </a:lnTo>
                  <a:lnTo>
                    <a:pt x="246467" y="2268463"/>
                  </a:lnTo>
                  <a:lnTo>
                    <a:pt x="247539" y="2268230"/>
                  </a:lnTo>
                  <a:lnTo>
                    <a:pt x="248610" y="2267997"/>
                  </a:lnTo>
                  <a:lnTo>
                    <a:pt x="249682" y="2267763"/>
                  </a:lnTo>
                  <a:lnTo>
                    <a:pt x="250754" y="2267530"/>
                  </a:lnTo>
                  <a:lnTo>
                    <a:pt x="251825" y="2267296"/>
                  </a:lnTo>
                  <a:lnTo>
                    <a:pt x="252897" y="2267062"/>
                  </a:lnTo>
                  <a:lnTo>
                    <a:pt x="253968" y="2266828"/>
                  </a:lnTo>
                  <a:lnTo>
                    <a:pt x="255040" y="2266593"/>
                  </a:lnTo>
                  <a:lnTo>
                    <a:pt x="256112" y="2266359"/>
                  </a:lnTo>
                  <a:lnTo>
                    <a:pt x="257183" y="2266124"/>
                  </a:lnTo>
                  <a:lnTo>
                    <a:pt x="258255" y="2265889"/>
                  </a:lnTo>
                  <a:lnTo>
                    <a:pt x="259326" y="2265654"/>
                  </a:lnTo>
                  <a:lnTo>
                    <a:pt x="260398" y="2265418"/>
                  </a:lnTo>
                  <a:lnTo>
                    <a:pt x="261470" y="2265183"/>
                  </a:lnTo>
                  <a:lnTo>
                    <a:pt x="262541" y="2264947"/>
                  </a:lnTo>
                  <a:lnTo>
                    <a:pt x="263613" y="2264711"/>
                  </a:lnTo>
                  <a:lnTo>
                    <a:pt x="264684" y="2264474"/>
                  </a:lnTo>
                  <a:lnTo>
                    <a:pt x="265756" y="2264238"/>
                  </a:lnTo>
                  <a:lnTo>
                    <a:pt x="266828" y="2264001"/>
                  </a:lnTo>
                  <a:lnTo>
                    <a:pt x="267899" y="2263764"/>
                  </a:lnTo>
                  <a:lnTo>
                    <a:pt x="268971" y="2263527"/>
                  </a:lnTo>
                  <a:lnTo>
                    <a:pt x="270042" y="2263289"/>
                  </a:lnTo>
                  <a:lnTo>
                    <a:pt x="271114" y="2263051"/>
                  </a:lnTo>
                  <a:lnTo>
                    <a:pt x="272186" y="2262814"/>
                  </a:lnTo>
                  <a:lnTo>
                    <a:pt x="273257" y="2262575"/>
                  </a:lnTo>
                  <a:lnTo>
                    <a:pt x="274329" y="2262337"/>
                  </a:lnTo>
                  <a:lnTo>
                    <a:pt x="275400" y="2262099"/>
                  </a:lnTo>
                  <a:lnTo>
                    <a:pt x="276472" y="2261860"/>
                  </a:lnTo>
                  <a:lnTo>
                    <a:pt x="277544" y="2261621"/>
                  </a:lnTo>
                  <a:lnTo>
                    <a:pt x="278615" y="2261382"/>
                  </a:lnTo>
                  <a:lnTo>
                    <a:pt x="279687" y="2261142"/>
                  </a:lnTo>
                  <a:lnTo>
                    <a:pt x="280758" y="2260902"/>
                  </a:lnTo>
                  <a:lnTo>
                    <a:pt x="281830" y="2260663"/>
                  </a:lnTo>
                  <a:lnTo>
                    <a:pt x="282902" y="2260422"/>
                  </a:lnTo>
                  <a:lnTo>
                    <a:pt x="283973" y="2260182"/>
                  </a:lnTo>
                  <a:lnTo>
                    <a:pt x="285045" y="2259941"/>
                  </a:lnTo>
                  <a:lnTo>
                    <a:pt x="286116" y="2259701"/>
                  </a:lnTo>
                  <a:lnTo>
                    <a:pt x="287188" y="2259460"/>
                  </a:lnTo>
                  <a:lnTo>
                    <a:pt x="288260" y="2259218"/>
                  </a:lnTo>
                  <a:lnTo>
                    <a:pt x="289331" y="2258977"/>
                  </a:lnTo>
                  <a:lnTo>
                    <a:pt x="290403" y="2258735"/>
                  </a:lnTo>
                  <a:lnTo>
                    <a:pt x="291474" y="2258493"/>
                  </a:lnTo>
                  <a:lnTo>
                    <a:pt x="292546" y="2258251"/>
                  </a:lnTo>
                  <a:lnTo>
                    <a:pt x="293618" y="2258008"/>
                  </a:lnTo>
                  <a:lnTo>
                    <a:pt x="294689" y="2257766"/>
                  </a:lnTo>
                  <a:lnTo>
                    <a:pt x="295761" y="2257523"/>
                  </a:lnTo>
                  <a:lnTo>
                    <a:pt x="296832" y="2257280"/>
                  </a:lnTo>
                  <a:lnTo>
                    <a:pt x="297904" y="2257036"/>
                  </a:lnTo>
                  <a:lnTo>
                    <a:pt x="298976" y="2256793"/>
                  </a:lnTo>
                  <a:lnTo>
                    <a:pt x="300047" y="2256549"/>
                  </a:lnTo>
                  <a:lnTo>
                    <a:pt x="301119" y="2256305"/>
                  </a:lnTo>
                  <a:lnTo>
                    <a:pt x="302190" y="2256060"/>
                  </a:lnTo>
                  <a:lnTo>
                    <a:pt x="303262" y="2255816"/>
                  </a:lnTo>
                  <a:lnTo>
                    <a:pt x="304334" y="2255571"/>
                  </a:lnTo>
                  <a:lnTo>
                    <a:pt x="305405" y="2255326"/>
                  </a:lnTo>
                  <a:lnTo>
                    <a:pt x="306477" y="2255081"/>
                  </a:lnTo>
                  <a:lnTo>
                    <a:pt x="307548" y="2254835"/>
                  </a:lnTo>
                  <a:lnTo>
                    <a:pt x="308620" y="2254589"/>
                  </a:lnTo>
                  <a:lnTo>
                    <a:pt x="309692" y="2254343"/>
                  </a:lnTo>
                  <a:lnTo>
                    <a:pt x="310763" y="2254097"/>
                  </a:lnTo>
                  <a:lnTo>
                    <a:pt x="311835" y="2253850"/>
                  </a:lnTo>
                  <a:lnTo>
                    <a:pt x="312906" y="2253604"/>
                  </a:lnTo>
                  <a:lnTo>
                    <a:pt x="313978" y="2253357"/>
                  </a:lnTo>
                  <a:lnTo>
                    <a:pt x="315050" y="2253109"/>
                  </a:lnTo>
                  <a:lnTo>
                    <a:pt x="316121" y="2252862"/>
                  </a:lnTo>
                  <a:lnTo>
                    <a:pt x="317193" y="2252614"/>
                  </a:lnTo>
                  <a:lnTo>
                    <a:pt x="318264" y="2252366"/>
                  </a:lnTo>
                  <a:lnTo>
                    <a:pt x="319336" y="2252118"/>
                  </a:lnTo>
                  <a:lnTo>
                    <a:pt x="320408" y="2251870"/>
                  </a:lnTo>
                  <a:lnTo>
                    <a:pt x="321479" y="2251621"/>
                  </a:lnTo>
                  <a:lnTo>
                    <a:pt x="322551" y="2251372"/>
                  </a:lnTo>
                  <a:lnTo>
                    <a:pt x="323622" y="2251123"/>
                  </a:lnTo>
                  <a:lnTo>
                    <a:pt x="324694" y="2250873"/>
                  </a:lnTo>
                  <a:lnTo>
                    <a:pt x="325766" y="2250623"/>
                  </a:lnTo>
                  <a:lnTo>
                    <a:pt x="326837" y="2250373"/>
                  </a:lnTo>
                  <a:lnTo>
                    <a:pt x="327909" y="2250123"/>
                  </a:lnTo>
                  <a:lnTo>
                    <a:pt x="328980" y="2249873"/>
                  </a:lnTo>
                  <a:lnTo>
                    <a:pt x="330052" y="2249622"/>
                  </a:lnTo>
                  <a:lnTo>
                    <a:pt x="331124" y="2249371"/>
                  </a:lnTo>
                  <a:lnTo>
                    <a:pt x="332195" y="2249120"/>
                  </a:lnTo>
                  <a:lnTo>
                    <a:pt x="333267" y="2248868"/>
                  </a:lnTo>
                  <a:lnTo>
                    <a:pt x="334338" y="2248616"/>
                  </a:lnTo>
                  <a:lnTo>
                    <a:pt x="335410" y="2248364"/>
                  </a:lnTo>
                  <a:lnTo>
                    <a:pt x="336482" y="2248112"/>
                  </a:lnTo>
                  <a:lnTo>
                    <a:pt x="337553" y="2247860"/>
                  </a:lnTo>
                  <a:lnTo>
                    <a:pt x="338625" y="2247607"/>
                  </a:lnTo>
                  <a:lnTo>
                    <a:pt x="339696" y="2247354"/>
                  </a:lnTo>
                  <a:lnTo>
                    <a:pt x="340768" y="2247100"/>
                  </a:lnTo>
                  <a:lnTo>
                    <a:pt x="341840" y="2246847"/>
                  </a:lnTo>
                  <a:lnTo>
                    <a:pt x="342911" y="2246593"/>
                  </a:lnTo>
                  <a:lnTo>
                    <a:pt x="343983" y="2246339"/>
                  </a:lnTo>
                  <a:lnTo>
                    <a:pt x="345054" y="2246084"/>
                  </a:lnTo>
                  <a:lnTo>
                    <a:pt x="346126" y="2245830"/>
                  </a:lnTo>
                  <a:lnTo>
                    <a:pt x="347198" y="2245575"/>
                  </a:lnTo>
                  <a:lnTo>
                    <a:pt x="348269" y="2245320"/>
                  </a:lnTo>
                  <a:lnTo>
                    <a:pt x="349341" y="2245064"/>
                  </a:lnTo>
                  <a:lnTo>
                    <a:pt x="350412" y="2244809"/>
                  </a:lnTo>
                  <a:lnTo>
                    <a:pt x="351484" y="2244553"/>
                  </a:lnTo>
                  <a:lnTo>
                    <a:pt x="352556" y="2244296"/>
                  </a:lnTo>
                  <a:lnTo>
                    <a:pt x="353627" y="2244040"/>
                  </a:lnTo>
                  <a:lnTo>
                    <a:pt x="354699" y="2243783"/>
                  </a:lnTo>
                  <a:lnTo>
                    <a:pt x="355770" y="2243526"/>
                  </a:lnTo>
                  <a:lnTo>
                    <a:pt x="356842" y="2243268"/>
                  </a:lnTo>
                  <a:lnTo>
                    <a:pt x="357913" y="2243011"/>
                  </a:lnTo>
                  <a:lnTo>
                    <a:pt x="358985" y="2242753"/>
                  </a:lnTo>
                  <a:lnTo>
                    <a:pt x="360057" y="2242495"/>
                  </a:lnTo>
                  <a:lnTo>
                    <a:pt x="361128" y="2242236"/>
                  </a:lnTo>
                  <a:lnTo>
                    <a:pt x="362200" y="2241978"/>
                  </a:lnTo>
                  <a:lnTo>
                    <a:pt x="363271" y="2241719"/>
                  </a:lnTo>
                  <a:lnTo>
                    <a:pt x="364343" y="2241459"/>
                  </a:lnTo>
                  <a:lnTo>
                    <a:pt x="365415" y="2241200"/>
                  </a:lnTo>
                  <a:lnTo>
                    <a:pt x="366486" y="2240940"/>
                  </a:lnTo>
                  <a:lnTo>
                    <a:pt x="367558" y="2240680"/>
                  </a:lnTo>
                  <a:lnTo>
                    <a:pt x="368629" y="2240419"/>
                  </a:lnTo>
                  <a:lnTo>
                    <a:pt x="369701" y="2240159"/>
                  </a:lnTo>
                  <a:lnTo>
                    <a:pt x="370773" y="2239898"/>
                  </a:lnTo>
                  <a:lnTo>
                    <a:pt x="371844" y="2239636"/>
                  </a:lnTo>
                  <a:lnTo>
                    <a:pt x="372916" y="2239375"/>
                  </a:lnTo>
                  <a:lnTo>
                    <a:pt x="373987" y="2239113"/>
                  </a:lnTo>
                  <a:lnTo>
                    <a:pt x="375059" y="2238851"/>
                  </a:lnTo>
                  <a:lnTo>
                    <a:pt x="376131" y="2238588"/>
                  </a:lnTo>
                  <a:lnTo>
                    <a:pt x="377202" y="2238326"/>
                  </a:lnTo>
                  <a:lnTo>
                    <a:pt x="378274" y="2238063"/>
                  </a:lnTo>
                  <a:lnTo>
                    <a:pt x="379345" y="2237799"/>
                  </a:lnTo>
                  <a:lnTo>
                    <a:pt x="380417" y="2237536"/>
                  </a:lnTo>
                  <a:lnTo>
                    <a:pt x="381489" y="2237272"/>
                  </a:lnTo>
                  <a:lnTo>
                    <a:pt x="382560" y="2237008"/>
                  </a:lnTo>
                  <a:lnTo>
                    <a:pt x="383632" y="2236743"/>
                  </a:lnTo>
                  <a:lnTo>
                    <a:pt x="384703" y="2236478"/>
                  </a:lnTo>
                  <a:lnTo>
                    <a:pt x="385775" y="2236213"/>
                  </a:lnTo>
                  <a:lnTo>
                    <a:pt x="386847" y="2235948"/>
                  </a:lnTo>
                  <a:lnTo>
                    <a:pt x="387918" y="2235682"/>
                  </a:lnTo>
                  <a:lnTo>
                    <a:pt x="388990" y="2235416"/>
                  </a:lnTo>
                  <a:lnTo>
                    <a:pt x="390061" y="2235150"/>
                  </a:lnTo>
                  <a:lnTo>
                    <a:pt x="391133" y="2234883"/>
                  </a:lnTo>
                  <a:lnTo>
                    <a:pt x="392205" y="2234617"/>
                  </a:lnTo>
                  <a:lnTo>
                    <a:pt x="393276" y="2234349"/>
                  </a:lnTo>
                  <a:lnTo>
                    <a:pt x="394348" y="2234082"/>
                  </a:lnTo>
                  <a:lnTo>
                    <a:pt x="395419" y="2233814"/>
                  </a:lnTo>
                  <a:lnTo>
                    <a:pt x="396491" y="2233546"/>
                  </a:lnTo>
                  <a:lnTo>
                    <a:pt x="397563" y="2233278"/>
                  </a:lnTo>
                  <a:lnTo>
                    <a:pt x="398634" y="2233009"/>
                  </a:lnTo>
                  <a:lnTo>
                    <a:pt x="399706" y="2232740"/>
                  </a:lnTo>
                  <a:lnTo>
                    <a:pt x="400777" y="2232471"/>
                  </a:lnTo>
                  <a:lnTo>
                    <a:pt x="401849" y="2232201"/>
                  </a:lnTo>
                  <a:lnTo>
                    <a:pt x="402921" y="2231931"/>
                  </a:lnTo>
                  <a:lnTo>
                    <a:pt x="403992" y="2231661"/>
                  </a:lnTo>
                  <a:lnTo>
                    <a:pt x="405064" y="2231390"/>
                  </a:lnTo>
                  <a:lnTo>
                    <a:pt x="406135" y="2231119"/>
                  </a:lnTo>
                  <a:lnTo>
                    <a:pt x="407207" y="2230848"/>
                  </a:lnTo>
                  <a:lnTo>
                    <a:pt x="408279" y="2230576"/>
                  </a:lnTo>
                  <a:lnTo>
                    <a:pt x="409350" y="2230304"/>
                  </a:lnTo>
                  <a:lnTo>
                    <a:pt x="410422" y="2230032"/>
                  </a:lnTo>
                  <a:lnTo>
                    <a:pt x="411493" y="2229760"/>
                  </a:lnTo>
                  <a:lnTo>
                    <a:pt x="412565" y="2229487"/>
                  </a:lnTo>
                  <a:lnTo>
                    <a:pt x="413637" y="2229214"/>
                  </a:lnTo>
                  <a:lnTo>
                    <a:pt x="414708" y="2228940"/>
                  </a:lnTo>
                  <a:lnTo>
                    <a:pt x="415780" y="2228666"/>
                  </a:lnTo>
                  <a:lnTo>
                    <a:pt x="416851" y="2228392"/>
                  </a:lnTo>
                  <a:lnTo>
                    <a:pt x="417923" y="2228118"/>
                  </a:lnTo>
                  <a:lnTo>
                    <a:pt x="418995" y="2227843"/>
                  </a:lnTo>
                  <a:lnTo>
                    <a:pt x="420066" y="2227568"/>
                  </a:lnTo>
                  <a:lnTo>
                    <a:pt x="421138" y="2227292"/>
                  </a:lnTo>
                  <a:lnTo>
                    <a:pt x="422209" y="2227016"/>
                  </a:lnTo>
                  <a:lnTo>
                    <a:pt x="423281" y="2226740"/>
                  </a:lnTo>
                  <a:lnTo>
                    <a:pt x="424353" y="2226464"/>
                  </a:lnTo>
                  <a:lnTo>
                    <a:pt x="425424" y="2226187"/>
                  </a:lnTo>
                  <a:lnTo>
                    <a:pt x="426496" y="2225909"/>
                  </a:lnTo>
                  <a:lnTo>
                    <a:pt x="427567" y="2225632"/>
                  </a:lnTo>
                  <a:lnTo>
                    <a:pt x="428639" y="2225354"/>
                  </a:lnTo>
                  <a:lnTo>
                    <a:pt x="429711" y="2225076"/>
                  </a:lnTo>
                  <a:lnTo>
                    <a:pt x="430782" y="2224797"/>
                  </a:lnTo>
                  <a:lnTo>
                    <a:pt x="431854" y="2224518"/>
                  </a:lnTo>
                  <a:lnTo>
                    <a:pt x="432925" y="2224239"/>
                  </a:lnTo>
                  <a:lnTo>
                    <a:pt x="433997" y="2223959"/>
                  </a:lnTo>
                  <a:lnTo>
                    <a:pt x="435069" y="2223679"/>
                  </a:lnTo>
                  <a:lnTo>
                    <a:pt x="436140" y="2223398"/>
                  </a:lnTo>
                  <a:lnTo>
                    <a:pt x="437212" y="2223118"/>
                  </a:lnTo>
                  <a:lnTo>
                    <a:pt x="438283" y="2222837"/>
                  </a:lnTo>
                  <a:lnTo>
                    <a:pt x="439355" y="2222555"/>
                  </a:lnTo>
                  <a:lnTo>
                    <a:pt x="440427" y="2222273"/>
                  </a:lnTo>
                  <a:lnTo>
                    <a:pt x="441498" y="2221991"/>
                  </a:lnTo>
                  <a:lnTo>
                    <a:pt x="442570" y="2221708"/>
                  </a:lnTo>
                  <a:lnTo>
                    <a:pt x="443641" y="2221425"/>
                  </a:lnTo>
                  <a:lnTo>
                    <a:pt x="444713" y="2221142"/>
                  </a:lnTo>
                  <a:lnTo>
                    <a:pt x="445785" y="2220858"/>
                  </a:lnTo>
                  <a:lnTo>
                    <a:pt x="446856" y="2220574"/>
                  </a:lnTo>
                  <a:lnTo>
                    <a:pt x="447928" y="2220290"/>
                  </a:lnTo>
                  <a:lnTo>
                    <a:pt x="448999" y="2220005"/>
                  </a:lnTo>
                  <a:lnTo>
                    <a:pt x="450071" y="2219720"/>
                  </a:lnTo>
                  <a:lnTo>
                    <a:pt x="451143" y="2219434"/>
                  </a:lnTo>
                  <a:lnTo>
                    <a:pt x="452214" y="2219148"/>
                  </a:lnTo>
                  <a:lnTo>
                    <a:pt x="453286" y="2218861"/>
                  </a:lnTo>
                  <a:lnTo>
                    <a:pt x="454357" y="2218575"/>
                  </a:lnTo>
                  <a:lnTo>
                    <a:pt x="455429" y="2218287"/>
                  </a:lnTo>
                  <a:lnTo>
                    <a:pt x="456501" y="2218000"/>
                  </a:lnTo>
                  <a:lnTo>
                    <a:pt x="457572" y="2217712"/>
                  </a:lnTo>
                  <a:lnTo>
                    <a:pt x="458644" y="2217424"/>
                  </a:lnTo>
                  <a:lnTo>
                    <a:pt x="459715" y="2217135"/>
                  </a:lnTo>
                  <a:lnTo>
                    <a:pt x="460787" y="2216846"/>
                  </a:lnTo>
                  <a:lnTo>
                    <a:pt x="461859" y="2216556"/>
                  </a:lnTo>
                  <a:lnTo>
                    <a:pt x="462930" y="2216266"/>
                  </a:lnTo>
                  <a:lnTo>
                    <a:pt x="464002" y="2215976"/>
                  </a:lnTo>
                  <a:lnTo>
                    <a:pt x="465073" y="2215685"/>
                  </a:lnTo>
                  <a:lnTo>
                    <a:pt x="466145" y="2215394"/>
                  </a:lnTo>
                  <a:lnTo>
                    <a:pt x="467217" y="2215102"/>
                  </a:lnTo>
                  <a:lnTo>
                    <a:pt x="468288" y="2214810"/>
                  </a:lnTo>
                  <a:lnTo>
                    <a:pt x="469360" y="2214518"/>
                  </a:lnTo>
                  <a:lnTo>
                    <a:pt x="470431" y="2214225"/>
                  </a:lnTo>
                  <a:lnTo>
                    <a:pt x="471503" y="2213932"/>
                  </a:lnTo>
                  <a:lnTo>
                    <a:pt x="472575" y="2213638"/>
                  </a:lnTo>
                  <a:lnTo>
                    <a:pt x="473646" y="2213344"/>
                  </a:lnTo>
                  <a:lnTo>
                    <a:pt x="474718" y="2213049"/>
                  </a:lnTo>
                  <a:lnTo>
                    <a:pt x="475789" y="2212754"/>
                  </a:lnTo>
                  <a:lnTo>
                    <a:pt x="476861" y="2212459"/>
                  </a:lnTo>
                  <a:lnTo>
                    <a:pt x="477933" y="2212163"/>
                  </a:lnTo>
                  <a:lnTo>
                    <a:pt x="479004" y="2211867"/>
                  </a:lnTo>
                  <a:lnTo>
                    <a:pt x="480076" y="2211570"/>
                  </a:lnTo>
                  <a:lnTo>
                    <a:pt x="481147" y="2211273"/>
                  </a:lnTo>
                  <a:lnTo>
                    <a:pt x="482219" y="2210976"/>
                  </a:lnTo>
                  <a:lnTo>
                    <a:pt x="483291" y="2210678"/>
                  </a:lnTo>
                  <a:lnTo>
                    <a:pt x="484362" y="2210379"/>
                  </a:lnTo>
                  <a:lnTo>
                    <a:pt x="485434" y="2210081"/>
                  </a:lnTo>
                  <a:lnTo>
                    <a:pt x="486505" y="2209781"/>
                  </a:lnTo>
                  <a:lnTo>
                    <a:pt x="487577" y="2209482"/>
                  </a:lnTo>
                  <a:lnTo>
                    <a:pt x="488649" y="2209182"/>
                  </a:lnTo>
                  <a:lnTo>
                    <a:pt x="489720" y="2208881"/>
                  </a:lnTo>
                  <a:lnTo>
                    <a:pt x="490792" y="2208580"/>
                  </a:lnTo>
                  <a:lnTo>
                    <a:pt x="491863" y="2208278"/>
                  </a:lnTo>
                  <a:lnTo>
                    <a:pt x="492935" y="2207976"/>
                  </a:lnTo>
                  <a:lnTo>
                    <a:pt x="494007" y="2207674"/>
                  </a:lnTo>
                  <a:lnTo>
                    <a:pt x="495078" y="2207371"/>
                  </a:lnTo>
                  <a:lnTo>
                    <a:pt x="496150" y="2207068"/>
                  </a:lnTo>
                  <a:lnTo>
                    <a:pt x="497221" y="2206764"/>
                  </a:lnTo>
                  <a:lnTo>
                    <a:pt x="498293" y="2206460"/>
                  </a:lnTo>
                  <a:lnTo>
                    <a:pt x="499365" y="2206155"/>
                  </a:lnTo>
                  <a:lnTo>
                    <a:pt x="500436" y="2205850"/>
                  </a:lnTo>
                  <a:lnTo>
                    <a:pt x="501508" y="2205544"/>
                  </a:lnTo>
                  <a:lnTo>
                    <a:pt x="502579" y="2205238"/>
                  </a:lnTo>
                  <a:lnTo>
                    <a:pt x="503651" y="2204931"/>
                  </a:lnTo>
                  <a:lnTo>
                    <a:pt x="504723" y="2204624"/>
                  </a:lnTo>
                  <a:lnTo>
                    <a:pt x="505794" y="2204317"/>
                  </a:lnTo>
                  <a:lnTo>
                    <a:pt x="506866" y="2204009"/>
                  </a:lnTo>
                  <a:lnTo>
                    <a:pt x="507937" y="2203700"/>
                  </a:lnTo>
                  <a:lnTo>
                    <a:pt x="509009" y="2203391"/>
                  </a:lnTo>
                  <a:lnTo>
                    <a:pt x="510081" y="2203082"/>
                  </a:lnTo>
                  <a:lnTo>
                    <a:pt x="511152" y="2202772"/>
                  </a:lnTo>
                  <a:lnTo>
                    <a:pt x="512224" y="2202461"/>
                  </a:lnTo>
                  <a:lnTo>
                    <a:pt x="513295" y="2202150"/>
                  </a:lnTo>
                  <a:lnTo>
                    <a:pt x="514367" y="2201839"/>
                  </a:lnTo>
                  <a:lnTo>
                    <a:pt x="515439" y="2201527"/>
                  </a:lnTo>
                  <a:lnTo>
                    <a:pt x="516510" y="2201215"/>
                  </a:lnTo>
                  <a:lnTo>
                    <a:pt x="517582" y="2200902"/>
                  </a:lnTo>
                  <a:lnTo>
                    <a:pt x="518653" y="2200588"/>
                  </a:lnTo>
                  <a:lnTo>
                    <a:pt x="519725" y="2200274"/>
                  </a:lnTo>
                  <a:lnTo>
                    <a:pt x="520797" y="2199960"/>
                  </a:lnTo>
                  <a:lnTo>
                    <a:pt x="521868" y="2199645"/>
                  </a:lnTo>
                  <a:lnTo>
                    <a:pt x="522940" y="2199329"/>
                  </a:lnTo>
                  <a:lnTo>
                    <a:pt x="524011" y="2199013"/>
                  </a:lnTo>
                  <a:lnTo>
                    <a:pt x="525083" y="2198697"/>
                  </a:lnTo>
                  <a:lnTo>
                    <a:pt x="526155" y="2198380"/>
                  </a:lnTo>
                  <a:lnTo>
                    <a:pt x="527226" y="2198062"/>
                  </a:lnTo>
                  <a:lnTo>
                    <a:pt x="528298" y="2197744"/>
                  </a:lnTo>
                  <a:lnTo>
                    <a:pt x="529369" y="2197426"/>
                  </a:lnTo>
                  <a:lnTo>
                    <a:pt x="530441" y="2197107"/>
                  </a:lnTo>
                  <a:lnTo>
                    <a:pt x="531513" y="2196787"/>
                  </a:lnTo>
                  <a:lnTo>
                    <a:pt x="532584" y="2196467"/>
                  </a:lnTo>
                  <a:lnTo>
                    <a:pt x="533656" y="2196146"/>
                  </a:lnTo>
                  <a:lnTo>
                    <a:pt x="534727" y="2195825"/>
                  </a:lnTo>
                  <a:lnTo>
                    <a:pt x="535799" y="2195504"/>
                  </a:lnTo>
                  <a:lnTo>
                    <a:pt x="536870" y="2195181"/>
                  </a:lnTo>
                  <a:lnTo>
                    <a:pt x="537942" y="2194859"/>
                  </a:lnTo>
                  <a:lnTo>
                    <a:pt x="539014" y="2194535"/>
                  </a:lnTo>
                  <a:lnTo>
                    <a:pt x="540085" y="2194211"/>
                  </a:lnTo>
                  <a:lnTo>
                    <a:pt x="541157" y="2193887"/>
                  </a:lnTo>
                  <a:lnTo>
                    <a:pt x="542228" y="2193562"/>
                  </a:lnTo>
                  <a:lnTo>
                    <a:pt x="543300" y="2193236"/>
                  </a:lnTo>
                  <a:lnTo>
                    <a:pt x="544372" y="2192910"/>
                  </a:lnTo>
                  <a:lnTo>
                    <a:pt x="545443" y="2192584"/>
                  </a:lnTo>
                  <a:lnTo>
                    <a:pt x="546515" y="2192257"/>
                  </a:lnTo>
                  <a:lnTo>
                    <a:pt x="547586" y="2191929"/>
                  </a:lnTo>
                  <a:lnTo>
                    <a:pt x="548658" y="2191601"/>
                  </a:lnTo>
                  <a:lnTo>
                    <a:pt x="549730" y="2191272"/>
                  </a:lnTo>
                  <a:lnTo>
                    <a:pt x="550801" y="2190942"/>
                  </a:lnTo>
                  <a:lnTo>
                    <a:pt x="551873" y="2190612"/>
                  </a:lnTo>
                  <a:lnTo>
                    <a:pt x="552944" y="2190282"/>
                  </a:lnTo>
                  <a:lnTo>
                    <a:pt x="554016" y="2189951"/>
                  </a:lnTo>
                  <a:lnTo>
                    <a:pt x="555088" y="2189619"/>
                  </a:lnTo>
                  <a:lnTo>
                    <a:pt x="556159" y="2189287"/>
                  </a:lnTo>
                  <a:lnTo>
                    <a:pt x="557231" y="2188954"/>
                  </a:lnTo>
                  <a:lnTo>
                    <a:pt x="558302" y="2188621"/>
                  </a:lnTo>
                  <a:lnTo>
                    <a:pt x="559374" y="2188287"/>
                  </a:lnTo>
                  <a:lnTo>
                    <a:pt x="560446" y="2187952"/>
                  </a:lnTo>
                  <a:lnTo>
                    <a:pt x="561517" y="2187617"/>
                  </a:lnTo>
                  <a:lnTo>
                    <a:pt x="562589" y="2187281"/>
                  </a:lnTo>
                  <a:lnTo>
                    <a:pt x="563660" y="2186945"/>
                  </a:lnTo>
                  <a:lnTo>
                    <a:pt x="564732" y="2186608"/>
                  </a:lnTo>
                  <a:lnTo>
                    <a:pt x="565804" y="2186270"/>
                  </a:lnTo>
                  <a:lnTo>
                    <a:pt x="566875" y="2185932"/>
                  </a:lnTo>
                  <a:lnTo>
                    <a:pt x="567947" y="2185594"/>
                  </a:lnTo>
                  <a:lnTo>
                    <a:pt x="569018" y="2185254"/>
                  </a:lnTo>
                  <a:lnTo>
                    <a:pt x="570090" y="2184914"/>
                  </a:lnTo>
                  <a:lnTo>
                    <a:pt x="571162" y="2184574"/>
                  </a:lnTo>
                  <a:lnTo>
                    <a:pt x="572233" y="2184233"/>
                  </a:lnTo>
                  <a:lnTo>
                    <a:pt x="573305" y="2183891"/>
                  </a:lnTo>
                  <a:lnTo>
                    <a:pt x="574376" y="2183549"/>
                  </a:lnTo>
                  <a:lnTo>
                    <a:pt x="575448" y="2183206"/>
                  </a:lnTo>
                  <a:lnTo>
                    <a:pt x="576520" y="2182862"/>
                  </a:lnTo>
                  <a:lnTo>
                    <a:pt x="577591" y="2182518"/>
                  </a:lnTo>
                  <a:lnTo>
                    <a:pt x="578663" y="2182173"/>
                  </a:lnTo>
                  <a:lnTo>
                    <a:pt x="579734" y="2181828"/>
                  </a:lnTo>
                  <a:lnTo>
                    <a:pt x="580806" y="2181482"/>
                  </a:lnTo>
                  <a:lnTo>
                    <a:pt x="581878" y="2181135"/>
                  </a:lnTo>
                  <a:lnTo>
                    <a:pt x="582949" y="2180788"/>
                  </a:lnTo>
                  <a:lnTo>
                    <a:pt x="584021" y="2180440"/>
                  </a:lnTo>
                  <a:lnTo>
                    <a:pt x="585092" y="2180091"/>
                  </a:lnTo>
                  <a:lnTo>
                    <a:pt x="586164" y="2179742"/>
                  </a:lnTo>
                  <a:lnTo>
                    <a:pt x="587236" y="2179392"/>
                  </a:lnTo>
                  <a:lnTo>
                    <a:pt x="588307" y="2179042"/>
                  </a:lnTo>
                  <a:lnTo>
                    <a:pt x="589379" y="2178691"/>
                  </a:lnTo>
                  <a:lnTo>
                    <a:pt x="590450" y="2178339"/>
                  </a:lnTo>
                  <a:lnTo>
                    <a:pt x="591522" y="2177987"/>
                  </a:lnTo>
                  <a:lnTo>
                    <a:pt x="592594" y="2177633"/>
                  </a:lnTo>
                  <a:lnTo>
                    <a:pt x="593665" y="2177280"/>
                  </a:lnTo>
                  <a:lnTo>
                    <a:pt x="594737" y="2176925"/>
                  </a:lnTo>
                  <a:lnTo>
                    <a:pt x="595808" y="2176570"/>
                  </a:lnTo>
                  <a:lnTo>
                    <a:pt x="596880" y="2176215"/>
                  </a:lnTo>
                  <a:lnTo>
                    <a:pt x="597952" y="2175858"/>
                  </a:lnTo>
                  <a:lnTo>
                    <a:pt x="599023" y="2175501"/>
                  </a:lnTo>
                  <a:lnTo>
                    <a:pt x="600095" y="2175144"/>
                  </a:lnTo>
                  <a:lnTo>
                    <a:pt x="601166" y="2174786"/>
                  </a:lnTo>
                  <a:lnTo>
                    <a:pt x="602238" y="2174427"/>
                  </a:lnTo>
                  <a:lnTo>
                    <a:pt x="603310" y="2174067"/>
                  </a:lnTo>
                  <a:lnTo>
                    <a:pt x="604381" y="2173707"/>
                  </a:lnTo>
                  <a:lnTo>
                    <a:pt x="605453" y="2173346"/>
                  </a:lnTo>
                  <a:lnTo>
                    <a:pt x="606524" y="2172984"/>
                  </a:lnTo>
                  <a:lnTo>
                    <a:pt x="607596" y="2172622"/>
                  </a:lnTo>
                  <a:lnTo>
                    <a:pt x="608668" y="2172258"/>
                  </a:lnTo>
                  <a:lnTo>
                    <a:pt x="609739" y="2171895"/>
                  </a:lnTo>
                  <a:lnTo>
                    <a:pt x="610811" y="2171530"/>
                  </a:lnTo>
                  <a:lnTo>
                    <a:pt x="611882" y="2171165"/>
                  </a:lnTo>
                  <a:lnTo>
                    <a:pt x="612954" y="2170799"/>
                  </a:lnTo>
                  <a:lnTo>
                    <a:pt x="614026" y="2170433"/>
                  </a:lnTo>
                  <a:lnTo>
                    <a:pt x="615097" y="2170066"/>
                  </a:lnTo>
                  <a:lnTo>
                    <a:pt x="616169" y="2169698"/>
                  </a:lnTo>
                  <a:lnTo>
                    <a:pt x="617240" y="2169329"/>
                  </a:lnTo>
                  <a:lnTo>
                    <a:pt x="618312" y="2168960"/>
                  </a:lnTo>
                  <a:lnTo>
                    <a:pt x="619384" y="2168590"/>
                  </a:lnTo>
                  <a:lnTo>
                    <a:pt x="620455" y="2168220"/>
                  </a:lnTo>
                  <a:lnTo>
                    <a:pt x="621527" y="2167848"/>
                  </a:lnTo>
                  <a:lnTo>
                    <a:pt x="622598" y="2167476"/>
                  </a:lnTo>
                  <a:lnTo>
                    <a:pt x="623670" y="2167103"/>
                  </a:lnTo>
                  <a:lnTo>
                    <a:pt x="624742" y="2166730"/>
                  </a:lnTo>
                  <a:lnTo>
                    <a:pt x="625813" y="2166356"/>
                  </a:lnTo>
                  <a:lnTo>
                    <a:pt x="626885" y="2165981"/>
                  </a:lnTo>
                  <a:lnTo>
                    <a:pt x="627956" y="2165605"/>
                  </a:lnTo>
                  <a:lnTo>
                    <a:pt x="629028" y="2165229"/>
                  </a:lnTo>
                  <a:lnTo>
                    <a:pt x="630100" y="2164851"/>
                  </a:lnTo>
                  <a:lnTo>
                    <a:pt x="631171" y="2164474"/>
                  </a:lnTo>
                  <a:lnTo>
                    <a:pt x="632243" y="2164095"/>
                  </a:lnTo>
                  <a:lnTo>
                    <a:pt x="633314" y="2163716"/>
                  </a:lnTo>
                  <a:lnTo>
                    <a:pt x="634386" y="2163336"/>
                  </a:lnTo>
                  <a:lnTo>
                    <a:pt x="635458" y="2162955"/>
                  </a:lnTo>
                  <a:lnTo>
                    <a:pt x="636529" y="2162573"/>
                  </a:lnTo>
                  <a:lnTo>
                    <a:pt x="637601" y="2162191"/>
                  </a:lnTo>
                  <a:lnTo>
                    <a:pt x="638672" y="2161808"/>
                  </a:lnTo>
                  <a:lnTo>
                    <a:pt x="639744" y="2161424"/>
                  </a:lnTo>
                  <a:lnTo>
                    <a:pt x="640816" y="2161040"/>
                  </a:lnTo>
                  <a:lnTo>
                    <a:pt x="641887" y="2160655"/>
                  </a:lnTo>
                  <a:lnTo>
                    <a:pt x="642959" y="2160269"/>
                  </a:lnTo>
                  <a:lnTo>
                    <a:pt x="644030" y="2159882"/>
                  </a:lnTo>
                  <a:lnTo>
                    <a:pt x="645102" y="2159495"/>
                  </a:lnTo>
                  <a:lnTo>
                    <a:pt x="646174" y="2159106"/>
                  </a:lnTo>
                  <a:lnTo>
                    <a:pt x="647245" y="2158717"/>
                  </a:lnTo>
                  <a:lnTo>
                    <a:pt x="648317" y="2158328"/>
                  </a:lnTo>
                  <a:lnTo>
                    <a:pt x="649388" y="2157937"/>
                  </a:lnTo>
                  <a:lnTo>
                    <a:pt x="650460" y="2157546"/>
                  </a:lnTo>
                  <a:lnTo>
                    <a:pt x="651532" y="2157154"/>
                  </a:lnTo>
                  <a:lnTo>
                    <a:pt x="652603" y="2156761"/>
                  </a:lnTo>
                  <a:lnTo>
                    <a:pt x="653675" y="2156367"/>
                  </a:lnTo>
                  <a:lnTo>
                    <a:pt x="654746" y="2155973"/>
                  </a:lnTo>
                  <a:lnTo>
                    <a:pt x="655818" y="2155578"/>
                  </a:lnTo>
                  <a:lnTo>
                    <a:pt x="656890" y="2155182"/>
                  </a:lnTo>
                  <a:lnTo>
                    <a:pt x="657961" y="2154785"/>
                  </a:lnTo>
                  <a:lnTo>
                    <a:pt x="659033" y="2154388"/>
                  </a:lnTo>
                  <a:lnTo>
                    <a:pt x="660104" y="2153990"/>
                  </a:lnTo>
                  <a:lnTo>
                    <a:pt x="661176" y="2153591"/>
                  </a:lnTo>
                  <a:lnTo>
                    <a:pt x="662248" y="2153191"/>
                  </a:lnTo>
                  <a:lnTo>
                    <a:pt x="663319" y="2152790"/>
                  </a:lnTo>
                  <a:lnTo>
                    <a:pt x="664391" y="2152389"/>
                  </a:lnTo>
                  <a:lnTo>
                    <a:pt x="665462" y="2151987"/>
                  </a:lnTo>
                  <a:lnTo>
                    <a:pt x="666534" y="2151584"/>
                  </a:lnTo>
                  <a:lnTo>
                    <a:pt x="667606" y="2151180"/>
                  </a:lnTo>
                  <a:lnTo>
                    <a:pt x="668677" y="2150775"/>
                  </a:lnTo>
                  <a:lnTo>
                    <a:pt x="669749" y="2150370"/>
                  </a:lnTo>
                  <a:lnTo>
                    <a:pt x="670820" y="2149964"/>
                  </a:lnTo>
                  <a:lnTo>
                    <a:pt x="671892" y="2149557"/>
                  </a:lnTo>
                  <a:lnTo>
                    <a:pt x="672964" y="2149149"/>
                  </a:lnTo>
                  <a:lnTo>
                    <a:pt x="674035" y="2148741"/>
                  </a:lnTo>
                  <a:lnTo>
                    <a:pt x="675107" y="2148331"/>
                  </a:lnTo>
                  <a:lnTo>
                    <a:pt x="676178" y="2147921"/>
                  </a:lnTo>
                  <a:lnTo>
                    <a:pt x="677250" y="2147510"/>
                  </a:lnTo>
                  <a:lnTo>
                    <a:pt x="678322" y="2147098"/>
                  </a:lnTo>
                  <a:lnTo>
                    <a:pt x="679393" y="2146686"/>
                  </a:lnTo>
                  <a:lnTo>
                    <a:pt x="680465" y="2146272"/>
                  </a:lnTo>
                  <a:lnTo>
                    <a:pt x="681536" y="2145858"/>
                  </a:lnTo>
                  <a:lnTo>
                    <a:pt x="682608" y="2145443"/>
                  </a:lnTo>
                  <a:lnTo>
                    <a:pt x="683680" y="2145027"/>
                  </a:lnTo>
                  <a:lnTo>
                    <a:pt x="684751" y="2144610"/>
                  </a:lnTo>
                  <a:lnTo>
                    <a:pt x="685823" y="2144193"/>
                  </a:lnTo>
                  <a:lnTo>
                    <a:pt x="686894" y="2143774"/>
                  </a:lnTo>
                  <a:lnTo>
                    <a:pt x="687966" y="2143355"/>
                  </a:lnTo>
                  <a:lnTo>
                    <a:pt x="689038" y="2142935"/>
                  </a:lnTo>
                  <a:lnTo>
                    <a:pt x="690109" y="2142514"/>
                  </a:lnTo>
                  <a:lnTo>
                    <a:pt x="691181" y="2142093"/>
                  </a:lnTo>
                  <a:lnTo>
                    <a:pt x="692252" y="2141670"/>
                  </a:lnTo>
                  <a:lnTo>
                    <a:pt x="693324" y="2141247"/>
                  </a:lnTo>
                  <a:lnTo>
                    <a:pt x="694396" y="2140823"/>
                  </a:lnTo>
                  <a:lnTo>
                    <a:pt x="695467" y="2140397"/>
                  </a:lnTo>
                  <a:lnTo>
                    <a:pt x="696539" y="2139972"/>
                  </a:lnTo>
                  <a:lnTo>
                    <a:pt x="697610" y="2139545"/>
                  </a:lnTo>
                  <a:lnTo>
                    <a:pt x="698682" y="2139117"/>
                  </a:lnTo>
                  <a:lnTo>
                    <a:pt x="699754" y="2138689"/>
                  </a:lnTo>
                  <a:lnTo>
                    <a:pt x="700825" y="2138260"/>
                  </a:lnTo>
                  <a:lnTo>
                    <a:pt x="701897" y="2137830"/>
                  </a:lnTo>
                  <a:lnTo>
                    <a:pt x="702968" y="2137399"/>
                  </a:lnTo>
                  <a:lnTo>
                    <a:pt x="704040" y="2136967"/>
                  </a:lnTo>
                  <a:lnTo>
                    <a:pt x="705112" y="2136534"/>
                  </a:lnTo>
                  <a:lnTo>
                    <a:pt x="706183" y="2136101"/>
                  </a:lnTo>
                  <a:lnTo>
                    <a:pt x="707255" y="2135666"/>
                  </a:lnTo>
                  <a:lnTo>
                    <a:pt x="708326" y="2135231"/>
                  </a:lnTo>
                  <a:lnTo>
                    <a:pt x="709398" y="2134795"/>
                  </a:lnTo>
                  <a:lnTo>
                    <a:pt x="710469" y="2134358"/>
                  </a:lnTo>
                  <a:lnTo>
                    <a:pt x="711541" y="2133920"/>
                  </a:lnTo>
                  <a:lnTo>
                    <a:pt x="712613" y="2133482"/>
                  </a:lnTo>
                  <a:lnTo>
                    <a:pt x="713684" y="2133042"/>
                  </a:lnTo>
                  <a:lnTo>
                    <a:pt x="714756" y="2132602"/>
                  </a:lnTo>
                  <a:lnTo>
                    <a:pt x="715827" y="2132160"/>
                  </a:lnTo>
                  <a:lnTo>
                    <a:pt x="716899" y="2131718"/>
                  </a:lnTo>
                  <a:lnTo>
                    <a:pt x="717971" y="2131275"/>
                  </a:lnTo>
                  <a:lnTo>
                    <a:pt x="719042" y="2130831"/>
                  </a:lnTo>
                  <a:lnTo>
                    <a:pt x="720114" y="2130387"/>
                  </a:lnTo>
                  <a:lnTo>
                    <a:pt x="721185" y="2129941"/>
                  </a:lnTo>
                  <a:lnTo>
                    <a:pt x="722257" y="2129495"/>
                  </a:lnTo>
                  <a:lnTo>
                    <a:pt x="723329" y="2129047"/>
                  </a:lnTo>
                  <a:lnTo>
                    <a:pt x="724400" y="2128599"/>
                  </a:lnTo>
                  <a:lnTo>
                    <a:pt x="725472" y="2128150"/>
                  </a:lnTo>
                  <a:lnTo>
                    <a:pt x="726543" y="2127700"/>
                  </a:lnTo>
                  <a:lnTo>
                    <a:pt x="727615" y="2127249"/>
                  </a:lnTo>
                  <a:lnTo>
                    <a:pt x="728687" y="2126797"/>
                  </a:lnTo>
                  <a:lnTo>
                    <a:pt x="729758" y="2126345"/>
                  </a:lnTo>
                  <a:lnTo>
                    <a:pt x="730830" y="2125891"/>
                  </a:lnTo>
                  <a:lnTo>
                    <a:pt x="731901" y="2125437"/>
                  </a:lnTo>
                  <a:lnTo>
                    <a:pt x="732973" y="2124982"/>
                  </a:lnTo>
                  <a:lnTo>
                    <a:pt x="734045" y="2124526"/>
                  </a:lnTo>
                  <a:lnTo>
                    <a:pt x="735116" y="2124069"/>
                  </a:lnTo>
                  <a:lnTo>
                    <a:pt x="736188" y="2123611"/>
                  </a:lnTo>
                  <a:lnTo>
                    <a:pt x="737259" y="2123152"/>
                  </a:lnTo>
                  <a:lnTo>
                    <a:pt x="738331" y="2122692"/>
                  </a:lnTo>
                  <a:lnTo>
                    <a:pt x="739403" y="2122232"/>
                  </a:lnTo>
                  <a:lnTo>
                    <a:pt x="740474" y="2121770"/>
                  </a:lnTo>
                  <a:lnTo>
                    <a:pt x="741546" y="2121308"/>
                  </a:lnTo>
                  <a:lnTo>
                    <a:pt x="742617" y="2120845"/>
                  </a:lnTo>
                  <a:lnTo>
                    <a:pt x="743689" y="2120381"/>
                  </a:lnTo>
                  <a:lnTo>
                    <a:pt x="744761" y="2119916"/>
                  </a:lnTo>
                  <a:lnTo>
                    <a:pt x="745832" y="2119450"/>
                  </a:lnTo>
                  <a:lnTo>
                    <a:pt x="746904" y="2118983"/>
                  </a:lnTo>
                  <a:lnTo>
                    <a:pt x="747975" y="2118515"/>
                  </a:lnTo>
                  <a:lnTo>
                    <a:pt x="749047" y="2118047"/>
                  </a:lnTo>
                  <a:lnTo>
                    <a:pt x="750119" y="2117577"/>
                  </a:lnTo>
                  <a:lnTo>
                    <a:pt x="751190" y="2117107"/>
                  </a:lnTo>
                  <a:lnTo>
                    <a:pt x="752262" y="2116636"/>
                  </a:lnTo>
                  <a:lnTo>
                    <a:pt x="753333" y="2116163"/>
                  </a:lnTo>
                  <a:lnTo>
                    <a:pt x="754405" y="2115690"/>
                  </a:lnTo>
                  <a:lnTo>
                    <a:pt x="755477" y="2115216"/>
                  </a:lnTo>
                  <a:lnTo>
                    <a:pt x="756548" y="2114742"/>
                  </a:lnTo>
                  <a:lnTo>
                    <a:pt x="757620" y="2114266"/>
                  </a:lnTo>
                  <a:lnTo>
                    <a:pt x="758691" y="2113789"/>
                  </a:lnTo>
                  <a:lnTo>
                    <a:pt x="759763" y="2113312"/>
                  </a:lnTo>
                  <a:lnTo>
                    <a:pt x="760835" y="2112833"/>
                  </a:lnTo>
                  <a:lnTo>
                    <a:pt x="761906" y="2112354"/>
                  </a:lnTo>
                  <a:lnTo>
                    <a:pt x="762978" y="2111874"/>
                  </a:lnTo>
                  <a:lnTo>
                    <a:pt x="764049" y="2111392"/>
                  </a:lnTo>
                  <a:lnTo>
                    <a:pt x="765121" y="2110910"/>
                  </a:lnTo>
                  <a:lnTo>
                    <a:pt x="766193" y="2110427"/>
                  </a:lnTo>
                  <a:lnTo>
                    <a:pt x="767264" y="2109944"/>
                  </a:lnTo>
                  <a:lnTo>
                    <a:pt x="768336" y="2109459"/>
                  </a:lnTo>
                  <a:lnTo>
                    <a:pt x="769407" y="2108973"/>
                  </a:lnTo>
                  <a:lnTo>
                    <a:pt x="770479" y="2108487"/>
                  </a:lnTo>
                  <a:lnTo>
                    <a:pt x="771551" y="2107999"/>
                  </a:lnTo>
                  <a:lnTo>
                    <a:pt x="772622" y="2107511"/>
                  </a:lnTo>
                  <a:lnTo>
                    <a:pt x="773694" y="2107022"/>
                  </a:lnTo>
                  <a:lnTo>
                    <a:pt x="774765" y="2106532"/>
                  </a:lnTo>
                  <a:lnTo>
                    <a:pt x="775837" y="2106040"/>
                  </a:lnTo>
                  <a:lnTo>
                    <a:pt x="776909" y="2105549"/>
                  </a:lnTo>
                  <a:lnTo>
                    <a:pt x="777980" y="2105056"/>
                  </a:lnTo>
                  <a:lnTo>
                    <a:pt x="779052" y="2104562"/>
                  </a:lnTo>
                  <a:lnTo>
                    <a:pt x="780123" y="2104067"/>
                  </a:lnTo>
                  <a:lnTo>
                    <a:pt x="781195" y="2103572"/>
                  </a:lnTo>
                  <a:lnTo>
                    <a:pt x="782267" y="2103075"/>
                  </a:lnTo>
                  <a:lnTo>
                    <a:pt x="783338" y="2102578"/>
                  </a:lnTo>
                  <a:lnTo>
                    <a:pt x="784410" y="2102080"/>
                  </a:lnTo>
                  <a:lnTo>
                    <a:pt x="785481" y="2101581"/>
                  </a:lnTo>
                  <a:lnTo>
                    <a:pt x="786553" y="2101080"/>
                  </a:lnTo>
                  <a:lnTo>
                    <a:pt x="787625" y="2100579"/>
                  </a:lnTo>
                  <a:lnTo>
                    <a:pt x="788696" y="2100078"/>
                  </a:lnTo>
                  <a:lnTo>
                    <a:pt x="789768" y="2099575"/>
                  </a:lnTo>
                  <a:lnTo>
                    <a:pt x="790839" y="2099071"/>
                  </a:lnTo>
                  <a:lnTo>
                    <a:pt x="791911" y="2098567"/>
                  </a:lnTo>
                  <a:lnTo>
                    <a:pt x="792983" y="2098061"/>
                  </a:lnTo>
                  <a:lnTo>
                    <a:pt x="794054" y="2097555"/>
                  </a:lnTo>
                  <a:lnTo>
                    <a:pt x="795126" y="2097048"/>
                  </a:lnTo>
                  <a:lnTo>
                    <a:pt x="796197" y="2096539"/>
                  </a:lnTo>
                  <a:lnTo>
                    <a:pt x="797269" y="2096030"/>
                  </a:lnTo>
                  <a:lnTo>
                    <a:pt x="798341" y="2095520"/>
                  </a:lnTo>
                  <a:lnTo>
                    <a:pt x="799412" y="2095010"/>
                  </a:lnTo>
                  <a:lnTo>
                    <a:pt x="800484" y="2094498"/>
                  </a:lnTo>
                  <a:lnTo>
                    <a:pt x="801555" y="2093985"/>
                  </a:lnTo>
                  <a:lnTo>
                    <a:pt x="802627" y="2093472"/>
                  </a:lnTo>
                  <a:lnTo>
                    <a:pt x="803699" y="2092957"/>
                  </a:lnTo>
                  <a:lnTo>
                    <a:pt x="804770" y="2092442"/>
                  </a:lnTo>
                  <a:lnTo>
                    <a:pt x="805842" y="2091926"/>
                  </a:lnTo>
                  <a:lnTo>
                    <a:pt x="806913" y="2091409"/>
                  </a:lnTo>
                  <a:lnTo>
                    <a:pt x="807985" y="2090891"/>
                  </a:lnTo>
                  <a:lnTo>
                    <a:pt x="809057" y="2090372"/>
                  </a:lnTo>
                  <a:lnTo>
                    <a:pt x="810128" y="2089852"/>
                  </a:lnTo>
                  <a:lnTo>
                    <a:pt x="811200" y="2089331"/>
                  </a:lnTo>
                  <a:lnTo>
                    <a:pt x="812271" y="2088810"/>
                  </a:lnTo>
                  <a:lnTo>
                    <a:pt x="813343" y="2088287"/>
                  </a:lnTo>
                  <a:lnTo>
                    <a:pt x="814415" y="2087764"/>
                  </a:lnTo>
                  <a:lnTo>
                    <a:pt x="815486" y="2087240"/>
                  </a:lnTo>
                  <a:lnTo>
                    <a:pt x="816558" y="2086715"/>
                  </a:lnTo>
                  <a:lnTo>
                    <a:pt x="817629" y="2086189"/>
                  </a:lnTo>
                  <a:lnTo>
                    <a:pt x="818701" y="2085662"/>
                  </a:lnTo>
                  <a:lnTo>
                    <a:pt x="819773" y="2085134"/>
                  </a:lnTo>
                  <a:lnTo>
                    <a:pt x="820844" y="2084606"/>
                  </a:lnTo>
                  <a:lnTo>
                    <a:pt x="821916" y="2084076"/>
                  </a:lnTo>
                  <a:lnTo>
                    <a:pt x="822987" y="2083546"/>
                  </a:lnTo>
                  <a:lnTo>
                    <a:pt x="824059" y="2083014"/>
                  </a:lnTo>
                  <a:lnTo>
                    <a:pt x="825131" y="2082482"/>
                  </a:lnTo>
                  <a:lnTo>
                    <a:pt x="826202" y="2081949"/>
                  </a:lnTo>
                  <a:lnTo>
                    <a:pt x="827274" y="2081415"/>
                  </a:lnTo>
                  <a:lnTo>
                    <a:pt x="828345" y="2080881"/>
                  </a:lnTo>
                  <a:lnTo>
                    <a:pt x="829417" y="2080345"/>
                  </a:lnTo>
                  <a:lnTo>
                    <a:pt x="830489" y="2079809"/>
                  </a:lnTo>
                  <a:lnTo>
                    <a:pt x="831560" y="2079271"/>
                  </a:lnTo>
                  <a:lnTo>
                    <a:pt x="832632" y="2078733"/>
                  </a:lnTo>
                  <a:lnTo>
                    <a:pt x="833703" y="2078194"/>
                  </a:lnTo>
                  <a:lnTo>
                    <a:pt x="834775" y="2077654"/>
                  </a:lnTo>
                  <a:lnTo>
                    <a:pt x="835847" y="2077113"/>
                  </a:lnTo>
                  <a:lnTo>
                    <a:pt x="836918" y="2076571"/>
                  </a:lnTo>
                  <a:lnTo>
                    <a:pt x="837990" y="2076029"/>
                  </a:lnTo>
                  <a:lnTo>
                    <a:pt x="839061" y="2075485"/>
                  </a:lnTo>
                  <a:lnTo>
                    <a:pt x="840133" y="2074941"/>
                  </a:lnTo>
                  <a:lnTo>
                    <a:pt x="841205" y="2074396"/>
                  </a:lnTo>
                  <a:lnTo>
                    <a:pt x="842276" y="2073850"/>
                  </a:lnTo>
                  <a:lnTo>
                    <a:pt x="843348" y="2073303"/>
                  </a:lnTo>
                  <a:lnTo>
                    <a:pt x="844419" y="2072755"/>
                  </a:lnTo>
                  <a:lnTo>
                    <a:pt x="845491" y="2072206"/>
                  </a:lnTo>
                  <a:lnTo>
                    <a:pt x="846563" y="2071657"/>
                  </a:lnTo>
                  <a:lnTo>
                    <a:pt x="847634" y="2071107"/>
                  </a:lnTo>
                  <a:lnTo>
                    <a:pt x="848706" y="2070555"/>
                  </a:lnTo>
                  <a:lnTo>
                    <a:pt x="849777" y="2070003"/>
                  </a:lnTo>
                  <a:lnTo>
                    <a:pt x="850849" y="2069451"/>
                  </a:lnTo>
                  <a:lnTo>
                    <a:pt x="851921" y="2068897"/>
                  </a:lnTo>
                  <a:lnTo>
                    <a:pt x="852992" y="2068342"/>
                  </a:lnTo>
                  <a:lnTo>
                    <a:pt x="854064" y="2067787"/>
                  </a:lnTo>
                  <a:lnTo>
                    <a:pt x="855135" y="2067231"/>
                  </a:lnTo>
                  <a:lnTo>
                    <a:pt x="856207" y="2066674"/>
                  </a:lnTo>
                  <a:lnTo>
                    <a:pt x="857279" y="2066116"/>
                  </a:lnTo>
                  <a:lnTo>
                    <a:pt x="858350" y="2065557"/>
                  </a:lnTo>
                  <a:lnTo>
                    <a:pt x="859422" y="2064997"/>
                  </a:lnTo>
                  <a:lnTo>
                    <a:pt x="860493" y="2064437"/>
                  </a:lnTo>
                  <a:lnTo>
                    <a:pt x="861565" y="2063876"/>
                  </a:lnTo>
                  <a:lnTo>
                    <a:pt x="862637" y="2063314"/>
                  </a:lnTo>
                  <a:lnTo>
                    <a:pt x="863708" y="2062751"/>
                  </a:lnTo>
                  <a:lnTo>
                    <a:pt x="864780" y="2062187"/>
                  </a:lnTo>
                  <a:lnTo>
                    <a:pt x="865851" y="2061623"/>
                  </a:lnTo>
                  <a:lnTo>
                    <a:pt x="866923" y="2061057"/>
                  </a:lnTo>
                  <a:lnTo>
                    <a:pt x="867995" y="2060491"/>
                  </a:lnTo>
                  <a:lnTo>
                    <a:pt x="869066" y="2059924"/>
                  </a:lnTo>
                  <a:lnTo>
                    <a:pt x="870138" y="2059356"/>
                  </a:lnTo>
                  <a:lnTo>
                    <a:pt x="871209" y="2058788"/>
                  </a:lnTo>
                  <a:lnTo>
                    <a:pt x="872281" y="2058218"/>
                  </a:lnTo>
                  <a:lnTo>
                    <a:pt x="873353" y="2057648"/>
                  </a:lnTo>
                  <a:lnTo>
                    <a:pt x="874424" y="2057077"/>
                  </a:lnTo>
                  <a:lnTo>
                    <a:pt x="875496" y="2056505"/>
                  </a:lnTo>
                  <a:lnTo>
                    <a:pt x="876567" y="2055932"/>
                  </a:lnTo>
                  <a:lnTo>
                    <a:pt x="877639" y="2055359"/>
                  </a:lnTo>
                  <a:lnTo>
                    <a:pt x="878711" y="2054785"/>
                  </a:lnTo>
                  <a:lnTo>
                    <a:pt x="879782" y="2054210"/>
                  </a:lnTo>
                  <a:lnTo>
                    <a:pt x="880854" y="2053634"/>
                  </a:lnTo>
                  <a:lnTo>
                    <a:pt x="881925" y="2053057"/>
                  </a:lnTo>
                  <a:lnTo>
                    <a:pt x="882997" y="2052480"/>
                  </a:lnTo>
                  <a:lnTo>
                    <a:pt x="884069" y="2051901"/>
                  </a:lnTo>
                  <a:lnTo>
                    <a:pt x="885140" y="2051322"/>
                  </a:lnTo>
                  <a:lnTo>
                    <a:pt x="886212" y="2050742"/>
                  </a:lnTo>
                  <a:lnTo>
                    <a:pt x="887283" y="2050162"/>
                  </a:lnTo>
                  <a:lnTo>
                    <a:pt x="888355" y="2049580"/>
                  </a:lnTo>
                  <a:lnTo>
                    <a:pt x="889426" y="2048998"/>
                  </a:lnTo>
                  <a:lnTo>
                    <a:pt x="890498" y="2048415"/>
                  </a:lnTo>
                  <a:lnTo>
                    <a:pt x="891570" y="2047832"/>
                  </a:lnTo>
                  <a:lnTo>
                    <a:pt x="892641" y="2047247"/>
                  </a:lnTo>
                  <a:lnTo>
                    <a:pt x="893713" y="2046662"/>
                  </a:lnTo>
                  <a:lnTo>
                    <a:pt x="894784" y="2046076"/>
                  </a:lnTo>
                  <a:lnTo>
                    <a:pt x="895856" y="2045489"/>
                  </a:lnTo>
                  <a:lnTo>
                    <a:pt x="896928" y="2044901"/>
                  </a:lnTo>
                  <a:lnTo>
                    <a:pt x="897999" y="2044313"/>
                  </a:lnTo>
                  <a:lnTo>
                    <a:pt x="899071" y="2043724"/>
                  </a:lnTo>
                  <a:lnTo>
                    <a:pt x="900142" y="2043134"/>
                  </a:lnTo>
                  <a:lnTo>
                    <a:pt x="901214" y="2042544"/>
                  </a:lnTo>
                  <a:lnTo>
                    <a:pt x="902286" y="2041952"/>
                  </a:lnTo>
                  <a:lnTo>
                    <a:pt x="903357" y="2041360"/>
                  </a:lnTo>
                  <a:lnTo>
                    <a:pt x="904429" y="2040767"/>
                  </a:lnTo>
                  <a:lnTo>
                    <a:pt x="905500" y="2040174"/>
                  </a:lnTo>
                  <a:lnTo>
                    <a:pt x="906572" y="2039579"/>
                  </a:lnTo>
                  <a:lnTo>
                    <a:pt x="907644" y="2038984"/>
                  </a:lnTo>
                  <a:lnTo>
                    <a:pt x="908715" y="2038388"/>
                  </a:lnTo>
                  <a:lnTo>
                    <a:pt x="909787" y="2037792"/>
                  </a:lnTo>
                  <a:lnTo>
                    <a:pt x="910858" y="2037194"/>
                  </a:lnTo>
                  <a:lnTo>
                    <a:pt x="911930" y="2036596"/>
                  </a:lnTo>
                  <a:lnTo>
                    <a:pt x="913002" y="2035998"/>
                  </a:lnTo>
                  <a:lnTo>
                    <a:pt x="914073" y="2035398"/>
                  </a:lnTo>
                  <a:lnTo>
                    <a:pt x="915145" y="2034798"/>
                  </a:lnTo>
                  <a:lnTo>
                    <a:pt x="916216" y="2034197"/>
                  </a:lnTo>
                  <a:lnTo>
                    <a:pt x="917288" y="2033595"/>
                  </a:lnTo>
                  <a:lnTo>
                    <a:pt x="918360" y="2032993"/>
                  </a:lnTo>
                  <a:lnTo>
                    <a:pt x="919431" y="2032390"/>
                  </a:lnTo>
                  <a:lnTo>
                    <a:pt x="920503" y="2031786"/>
                  </a:lnTo>
                  <a:lnTo>
                    <a:pt x="921574" y="2031182"/>
                  </a:lnTo>
                  <a:lnTo>
                    <a:pt x="922646" y="2030577"/>
                  </a:lnTo>
                  <a:lnTo>
                    <a:pt x="923718" y="2029971"/>
                  </a:lnTo>
                  <a:lnTo>
                    <a:pt x="924789" y="2029364"/>
                  </a:lnTo>
                  <a:lnTo>
                    <a:pt x="925861" y="2028757"/>
                  </a:lnTo>
                  <a:lnTo>
                    <a:pt x="926932" y="2028149"/>
                  </a:lnTo>
                  <a:lnTo>
                    <a:pt x="928004" y="2027540"/>
                  </a:lnTo>
                  <a:lnTo>
                    <a:pt x="929076" y="2026931"/>
                  </a:lnTo>
                  <a:lnTo>
                    <a:pt x="930147" y="2026321"/>
                  </a:lnTo>
                  <a:lnTo>
                    <a:pt x="931219" y="2025710"/>
                  </a:lnTo>
                  <a:lnTo>
                    <a:pt x="932290" y="2025098"/>
                  </a:lnTo>
                  <a:lnTo>
                    <a:pt x="933362" y="2024486"/>
                  </a:lnTo>
                  <a:lnTo>
                    <a:pt x="934434" y="2023873"/>
                  </a:lnTo>
                  <a:lnTo>
                    <a:pt x="935505" y="2023260"/>
                  </a:lnTo>
                  <a:lnTo>
                    <a:pt x="936577" y="2022646"/>
                  </a:lnTo>
                  <a:lnTo>
                    <a:pt x="937648" y="2022031"/>
                  </a:lnTo>
                  <a:lnTo>
                    <a:pt x="938720" y="2021416"/>
                  </a:lnTo>
                  <a:lnTo>
                    <a:pt x="939792" y="2020799"/>
                  </a:lnTo>
                  <a:lnTo>
                    <a:pt x="940863" y="2020183"/>
                  </a:lnTo>
                  <a:lnTo>
                    <a:pt x="941935" y="2019565"/>
                  </a:lnTo>
                  <a:lnTo>
                    <a:pt x="943006" y="2018947"/>
                  </a:lnTo>
                  <a:lnTo>
                    <a:pt x="944078" y="2018328"/>
                  </a:lnTo>
                  <a:lnTo>
                    <a:pt x="945150" y="2017709"/>
                  </a:lnTo>
                  <a:lnTo>
                    <a:pt x="946221" y="2017089"/>
                  </a:lnTo>
                  <a:lnTo>
                    <a:pt x="947293" y="2016468"/>
                  </a:lnTo>
                  <a:lnTo>
                    <a:pt x="948364" y="2015847"/>
                  </a:lnTo>
                  <a:lnTo>
                    <a:pt x="949436" y="2015225"/>
                  </a:lnTo>
                  <a:lnTo>
                    <a:pt x="950508" y="2014602"/>
                  </a:lnTo>
                  <a:lnTo>
                    <a:pt x="951579" y="2013979"/>
                  </a:lnTo>
                  <a:lnTo>
                    <a:pt x="952651" y="2013355"/>
                  </a:lnTo>
                  <a:lnTo>
                    <a:pt x="953722" y="2012730"/>
                  </a:lnTo>
                  <a:lnTo>
                    <a:pt x="954794" y="2012105"/>
                  </a:lnTo>
                  <a:lnTo>
                    <a:pt x="955866" y="2011480"/>
                  </a:lnTo>
                  <a:lnTo>
                    <a:pt x="956937" y="2010853"/>
                  </a:lnTo>
                  <a:lnTo>
                    <a:pt x="958009" y="2010226"/>
                  </a:lnTo>
                  <a:lnTo>
                    <a:pt x="959080" y="2009599"/>
                  </a:lnTo>
                  <a:lnTo>
                    <a:pt x="960152" y="2008970"/>
                  </a:lnTo>
                  <a:lnTo>
                    <a:pt x="961224" y="2008342"/>
                  </a:lnTo>
                  <a:lnTo>
                    <a:pt x="962295" y="2007712"/>
                  </a:lnTo>
                  <a:lnTo>
                    <a:pt x="963367" y="2007082"/>
                  </a:lnTo>
                  <a:lnTo>
                    <a:pt x="964438" y="2006451"/>
                  </a:lnTo>
                  <a:lnTo>
                    <a:pt x="965510" y="2005820"/>
                  </a:lnTo>
                  <a:lnTo>
                    <a:pt x="966582" y="2005188"/>
                  </a:lnTo>
                  <a:lnTo>
                    <a:pt x="967653" y="2004556"/>
                  </a:lnTo>
                  <a:lnTo>
                    <a:pt x="968725" y="2003923"/>
                  </a:lnTo>
                  <a:lnTo>
                    <a:pt x="969796" y="2003290"/>
                  </a:lnTo>
                  <a:lnTo>
                    <a:pt x="970868" y="2002655"/>
                  </a:lnTo>
                  <a:lnTo>
                    <a:pt x="971940" y="2002021"/>
                  </a:lnTo>
                  <a:lnTo>
                    <a:pt x="973011" y="2001385"/>
                  </a:lnTo>
                  <a:lnTo>
                    <a:pt x="974083" y="2000750"/>
                  </a:lnTo>
                  <a:lnTo>
                    <a:pt x="975154" y="2000113"/>
                  </a:lnTo>
                  <a:lnTo>
                    <a:pt x="976226" y="1999476"/>
                  </a:lnTo>
                  <a:lnTo>
                    <a:pt x="977298" y="1998839"/>
                  </a:lnTo>
                  <a:lnTo>
                    <a:pt x="978369" y="1998200"/>
                  </a:lnTo>
                  <a:lnTo>
                    <a:pt x="979441" y="1997562"/>
                  </a:lnTo>
                  <a:lnTo>
                    <a:pt x="980512" y="1996923"/>
                  </a:lnTo>
                  <a:lnTo>
                    <a:pt x="981584" y="1996283"/>
                  </a:lnTo>
                  <a:lnTo>
                    <a:pt x="982656" y="1995642"/>
                  </a:lnTo>
                  <a:lnTo>
                    <a:pt x="983727" y="1995002"/>
                  </a:lnTo>
                  <a:lnTo>
                    <a:pt x="984799" y="1994360"/>
                  </a:lnTo>
                  <a:lnTo>
                    <a:pt x="985870" y="1993718"/>
                  </a:lnTo>
                  <a:lnTo>
                    <a:pt x="986942" y="1993076"/>
                  </a:lnTo>
                  <a:lnTo>
                    <a:pt x="988014" y="1992433"/>
                  </a:lnTo>
                  <a:lnTo>
                    <a:pt x="989085" y="1991789"/>
                  </a:lnTo>
                  <a:lnTo>
                    <a:pt x="990157" y="1991145"/>
                  </a:lnTo>
                  <a:lnTo>
                    <a:pt x="991228" y="1990501"/>
                  </a:lnTo>
                  <a:lnTo>
                    <a:pt x="992300" y="1989856"/>
                  </a:lnTo>
                  <a:lnTo>
                    <a:pt x="993372" y="1989210"/>
                  </a:lnTo>
                  <a:lnTo>
                    <a:pt x="994443" y="1988564"/>
                  </a:lnTo>
                  <a:lnTo>
                    <a:pt x="995515" y="1987917"/>
                  </a:lnTo>
                  <a:lnTo>
                    <a:pt x="996586" y="1987270"/>
                  </a:lnTo>
                  <a:lnTo>
                    <a:pt x="997658" y="1986622"/>
                  </a:lnTo>
                  <a:lnTo>
                    <a:pt x="998730" y="1985974"/>
                  </a:lnTo>
                  <a:lnTo>
                    <a:pt x="999801" y="1985326"/>
                  </a:lnTo>
                  <a:lnTo>
                    <a:pt x="1000873" y="1984676"/>
                  </a:lnTo>
                  <a:lnTo>
                    <a:pt x="1001944" y="1984027"/>
                  </a:lnTo>
                  <a:lnTo>
                    <a:pt x="1003016" y="1983377"/>
                  </a:lnTo>
                  <a:lnTo>
                    <a:pt x="1004088" y="1982726"/>
                  </a:lnTo>
                  <a:lnTo>
                    <a:pt x="1005159" y="1982075"/>
                  </a:lnTo>
                  <a:lnTo>
                    <a:pt x="1006231" y="1981424"/>
                  </a:lnTo>
                  <a:lnTo>
                    <a:pt x="1007302" y="1980772"/>
                  </a:lnTo>
                  <a:lnTo>
                    <a:pt x="1008374" y="1980119"/>
                  </a:lnTo>
                  <a:lnTo>
                    <a:pt x="1009446" y="1979466"/>
                  </a:lnTo>
                  <a:lnTo>
                    <a:pt x="1010517" y="1978813"/>
                  </a:lnTo>
                  <a:lnTo>
                    <a:pt x="1011589" y="1978159"/>
                  </a:lnTo>
                  <a:lnTo>
                    <a:pt x="1012660" y="1977505"/>
                  </a:lnTo>
                  <a:lnTo>
                    <a:pt x="1013732" y="1976850"/>
                  </a:lnTo>
                  <a:lnTo>
                    <a:pt x="1014804" y="1976195"/>
                  </a:lnTo>
                  <a:lnTo>
                    <a:pt x="1015875" y="1975539"/>
                  </a:lnTo>
                  <a:lnTo>
                    <a:pt x="1016947" y="1974883"/>
                  </a:lnTo>
                  <a:lnTo>
                    <a:pt x="1018018" y="1974226"/>
                  </a:lnTo>
                  <a:lnTo>
                    <a:pt x="1019090" y="1973569"/>
                  </a:lnTo>
                  <a:lnTo>
                    <a:pt x="1020162" y="1972912"/>
                  </a:lnTo>
                  <a:lnTo>
                    <a:pt x="1021233" y="1972254"/>
                  </a:lnTo>
                  <a:lnTo>
                    <a:pt x="1022305" y="1971596"/>
                  </a:lnTo>
                  <a:lnTo>
                    <a:pt x="1023376" y="1970937"/>
                  </a:lnTo>
                  <a:lnTo>
                    <a:pt x="1024448" y="1970278"/>
                  </a:lnTo>
                  <a:lnTo>
                    <a:pt x="1025520" y="1969618"/>
                  </a:lnTo>
                  <a:lnTo>
                    <a:pt x="1026591" y="1968958"/>
                  </a:lnTo>
                  <a:lnTo>
                    <a:pt x="1027663" y="1968298"/>
                  </a:lnTo>
                  <a:lnTo>
                    <a:pt x="1028734" y="1967637"/>
                  </a:lnTo>
                  <a:lnTo>
                    <a:pt x="1029806" y="1966976"/>
                  </a:lnTo>
                  <a:lnTo>
                    <a:pt x="1030878" y="1966314"/>
                  </a:lnTo>
                  <a:lnTo>
                    <a:pt x="1031949" y="1965652"/>
                  </a:lnTo>
                  <a:lnTo>
                    <a:pt x="1033021" y="1964990"/>
                  </a:lnTo>
                  <a:lnTo>
                    <a:pt x="1034092" y="1964327"/>
                  </a:lnTo>
                  <a:lnTo>
                    <a:pt x="1035164" y="1963664"/>
                  </a:lnTo>
                  <a:lnTo>
                    <a:pt x="1036236" y="1963000"/>
                  </a:lnTo>
                  <a:lnTo>
                    <a:pt x="1037307" y="1962336"/>
                  </a:lnTo>
                  <a:lnTo>
                    <a:pt x="1038379" y="1961672"/>
                  </a:lnTo>
                  <a:lnTo>
                    <a:pt x="1039450" y="1961007"/>
                  </a:lnTo>
                  <a:lnTo>
                    <a:pt x="1040522" y="1960342"/>
                  </a:lnTo>
                  <a:lnTo>
                    <a:pt x="1041594" y="1959677"/>
                  </a:lnTo>
                  <a:lnTo>
                    <a:pt x="1042665" y="1959011"/>
                  </a:lnTo>
                  <a:lnTo>
                    <a:pt x="1043737" y="1958345"/>
                  </a:lnTo>
                  <a:lnTo>
                    <a:pt x="1044808" y="1957678"/>
                  </a:lnTo>
                  <a:lnTo>
                    <a:pt x="1045880" y="1957012"/>
                  </a:lnTo>
                  <a:lnTo>
                    <a:pt x="1046952" y="1956344"/>
                  </a:lnTo>
                  <a:lnTo>
                    <a:pt x="1048023" y="1955677"/>
                  </a:lnTo>
                  <a:lnTo>
                    <a:pt x="1049095" y="1955009"/>
                  </a:lnTo>
                  <a:lnTo>
                    <a:pt x="1050166" y="1954341"/>
                  </a:lnTo>
                  <a:lnTo>
                    <a:pt x="1051238" y="1953672"/>
                  </a:lnTo>
                  <a:lnTo>
                    <a:pt x="1052310" y="1953003"/>
                  </a:lnTo>
                  <a:lnTo>
                    <a:pt x="1053381" y="1952334"/>
                  </a:lnTo>
                  <a:lnTo>
                    <a:pt x="1054453" y="1951664"/>
                  </a:lnTo>
                  <a:lnTo>
                    <a:pt x="1055524" y="1950995"/>
                  </a:lnTo>
                  <a:lnTo>
                    <a:pt x="1056596" y="1950324"/>
                  </a:lnTo>
                  <a:lnTo>
                    <a:pt x="1057668" y="1949654"/>
                  </a:lnTo>
                  <a:lnTo>
                    <a:pt x="1058739" y="1948983"/>
                  </a:lnTo>
                  <a:lnTo>
                    <a:pt x="1059811" y="1948312"/>
                  </a:lnTo>
                  <a:lnTo>
                    <a:pt x="1060882" y="1947640"/>
                  </a:lnTo>
                  <a:lnTo>
                    <a:pt x="1061954" y="1946969"/>
                  </a:lnTo>
                  <a:lnTo>
                    <a:pt x="1063026" y="1946297"/>
                  </a:lnTo>
                  <a:lnTo>
                    <a:pt x="1064097" y="1945624"/>
                  </a:lnTo>
                  <a:lnTo>
                    <a:pt x="1065169" y="1944952"/>
                  </a:lnTo>
                  <a:lnTo>
                    <a:pt x="1066240" y="1944279"/>
                  </a:lnTo>
                  <a:lnTo>
                    <a:pt x="1067312" y="1943606"/>
                  </a:lnTo>
                  <a:lnTo>
                    <a:pt x="1068383" y="1942932"/>
                  </a:lnTo>
                  <a:lnTo>
                    <a:pt x="1069455" y="1942258"/>
                  </a:lnTo>
                  <a:lnTo>
                    <a:pt x="1070527" y="1941584"/>
                  </a:lnTo>
                  <a:lnTo>
                    <a:pt x="1071598" y="1940910"/>
                  </a:lnTo>
                  <a:lnTo>
                    <a:pt x="1072670" y="1940235"/>
                  </a:lnTo>
                  <a:lnTo>
                    <a:pt x="1073741" y="1939561"/>
                  </a:lnTo>
                  <a:lnTo>
                    <a:pt x="1074813" y="1938885"/>
                  </a:lnTo>
                  <a:lnTo>
                    <a:pt x="1075885" y="1938210"/>
                  </a:lnTo>
                  <a:lnTo>
                    <a:pt x="1076956" y="1937534"/>
                  </a:lnTo>
                  <a:lnTo>
                    <a:pt x="1078028" y="1936859"/>
                  </a:lnTo>
                  <a:lnTo>
                    <a:pt x="1079099" y="1936183"/>
                  </a:lnTo>
                  <a:lnTo>
                    <a:pt x="1080171" y="1935506"/>
                  </a:lnTo>
                  <a:lnTo>
                    <a:pt x="1081243" y="1934830"/>
                  </a:lnTo>
                  <a:lnTo>
                    <a:pt x="1082314" y="1934153"/>
                  </a:lnTo>
                  <a:lnTo>
                    <a:pt x="1083386" y="1933476"/>
                  </a:lnTo>
                  <a:lnTo>
                    <a:pt x="1084457" y="1932798"/>
                  </a:lnTo>
                  <a:lnTo>
                    <a:pt x="1085529" y="1932121"/>
                  </a:lnTo>
                  <a:lnTo>
                    <a:pt x="1086601" y="1931443"/>
                  </a:lnTo>
                  <a:lnTo>
                    <a:pt x="1087672" y="1930765"/>
                  </a:lnTo>
                  <a:lnTo>
                    <a:pt x="1088744" y="1930087"/>
                  </a:lnTo>
                  <a:lnTo>
                    <a:pt x="1089815" y="1929409"/>
                  </a:lnTo>
                  <a:lnTo>
                    <a:pt x="1090887" y="1928730"/>
                  </a:lnTo>
                  <a:lnTo>
                    <a:pt x="1091959" y="1928051"/>
                  </a:lnTo>
                  <a:lnTo>
                    <a:pt x="1093030" y="1927372"/>
                  </a:lnTo>
                  <a:lnTo>
                    <a:pt x="1094102" y="1926693"/>
                  </a:lnTo>
                  <a:lnTo>
                    <a:pt x="1095173" y="1926014"/>
                  </a:lnTo>
                  <a:lnTo>
                    <a:pt x="1096245" y="1925334"/>
                  </a:lnTo>
                  <a:lnTo>
                    <a:pt x="1097317" y="1924655"/>
                  </a:lnTo>
                  <a:lnTo>
                    <a:pt x="1098388" y="1923975"/>
                  </a:lnTo>
                  <a:lnTo>
                    <a:pt x="1099460" y="1923295"/>
                  </a:lnTo>
                  <a:lnTo>
                    <a:pt x="1100531" y="1922614"/>
                  </a:lnTo>
                  <a:lnTo>
                    <a:pt x="1101603" y="1921934"/>
                  </a:lnTo>
                  <a:lnTo>
                    <a:pt x="1102675" y="1921253"/>
                  </a:lnTo>
                  <a:lnTo>
                    <a:pt x="1103746" y="1920573"/>
                  </a:lnTo>
                  <a:lnTo>
                    <a:pt x="1104818" y="1919892"/>
                  </a:lnTo>
                  <a:lnTo>
                    <a:pt x="1105889" y="1919211"/>
                  </a:lnTo>
                  <a:lnTo>
                    <a:pt x="1106961" y="1918529"/>
                  </a:lnTo>
                  <a:lnTo>
                    <a:pt x="1108033" y="1917848"/>
                  </a:lnTo>
                  <a:lnTo>
                    <a:pt x="1109104" y="1917166"/>
                  </a:lnTo>
                  <a:lnTo>
                    <a:pt x="1110176" y="1916485"/>
                  </a:lnTo>
                  <a:lnTo>
                    <a:pt x="1111247" y="1915803"/>
                  </a:lnTo>
                  <a:lnTo>
                    <a:pt x="1112319" y="1915121"/>
                  </a:lnTo>
                  <a:lnTo>
                    <a:pt x="1113391" y="1914439"/>
                  </a:lnTo>
                  <a:lnTo>
                    <a:pt x="1114462" y="1913757"/>
                  </a:lnTo>
                  <a:lnTo>
                    <a:pt x="1115534" y="1913074"/>
                  </a:lnTo>
                  <a:lnTo>
                    <a:pt x="1116605" y="1912392"/>
                  </a:lnTo>
                  <a:lnTo>
                    <a:pt x="1117677" y="1911709"/>
                  </a:lnTo>
                  <a:lnTo>
                    <a:pt x="1118749" y="1911027"/>
                  </a:lnTo>
                  <a:lnTo>
                    <a:pt x="1119820" y="1910344"/>
                  </a:lnTo>
                  <a:lnTo>
                    <a:pt x="1120892" y="1909661"/>
                  </a:lnTo>
                  <a:lnTo>
                    <a:pt x="1121963" y="1908978"/>
                  </a:lnTo>
                  <a:lnTo>
                    <a:pt x="1123035" y="1908295"/>
                  </a:lnTo>
                  <a:lnTo>
                    <a:pt x="1124107" y="1907612"/>
                  </a:lnTo>
                  <a:lnTo>
                    <a:pt x="1125178" y="1906929"/>
                  </a:lnTo>
                  <a:lnTo>
                    <a:pt x="1126250" y="1906245"/>
                  </a:lnTo>
                  <a:lnTo>
                    <a:pt x="1127321" y="1905562"/>
                  </a:lnTo>
                  <a:lnTo>
                    <a:pt x="1128393" y="1904878"/>
                  </a:lnTo>
                  <a:lnTo>
                    <a:pt x="1129465" y="1904195"/>
                  </a:lnTo>
                  <a:lnTo>
                    <a:pt x="1130536" y="1903511"/>
                  </a:lnTo>
                  <a:lnTo>
                    <a:pt x="1131608" y="1902827"/>
                  </a:lnTo>
                  <a:lnTo>
                    <a:pt x="1132679" y="1902144"/>
                  </a:lnTo>
                  <a:lnTo>
                    <a:pt x="1133751" y="1901460"/>
                  </a:lnTo>
                  <a:lnTo>
                    <a:pt x="1134823" y="1900776"/>
                  </a:lnTo>
                  <a:lnTo>
                    <a:pt x="1135894" y="1900092"/>
                  </a:lnTo>
                  <a:lnTo>
                    <a:pt x="1136966" y="1899408"/>
                  </a:lnTo>
                  <a:lnTo>
                    <a:pt x="1138037" y="1898724"/>
                  </a:lnTo>
                  <a:lnTo>
                    <a:pt x="1139109" y="1898040"/>
                  </a:lnTo>
                  <a:lnTo>
                    <a:pt x="1140181" y="1897356"/>
                  </a:lnTo>
                  <a:lnTo>
                    <a:pt x="1141252" y="1896671"/>
                  </a:lnTo>
                  <a:lnTo>
                    <a:pt x="1142324" y="1895987"/>
                  </a:lnTo>
                  <a:lnTo>
                    <a:pt x="1143395" y="1895303"/>
                  </a:lnTo>
                  <a:lnTo>
                    <a:pt x="1144467" y="1894619"/>
                  </a:lnTo>
                  <a:lnTo>
                    <a:pt x="1145539" y="1893935"/>
                  </a:lnTo>
                  <a:lnTo>
                    <a:pt x="1146610" y="1893250"/>
                  </a:lnTo>
                  <a:lnTo>
                    <a:pt x="1147682" y="1892566"/>
                  </a:lnTo>
                  <a:lnTo>
                    <a:pt x="1148753" y="1891882"/>
                  </a:lnTo>
                  <a:lnTo>
                    <a:pt x="1149825" y="1891197"/>
                  </a:lnTo>
                  <a:lnTo>
                    <a:pt x="1150897" y="1890513"/>
                  </a:lnTo>
                  <a:lnTo>
                    <a:pt x="1151968" y="1889829"/>
                  </a:lnTo>
                  <a:lnTo>
                    <a:pt x="1153040" y="1889144"/>
                  </a:lnTo>
                  <a:lnTo>
                    <a:pt x="1154111" y="1888460"/>
                  </a:lnTo>
                  <a:lnTo>
                    <a:pt x="1155183" y="1887775"/>
                  </a:lnTo>
                  <a:lnTo>
                    <a:pt x="1156255" y="1887091"/>
                  </a:lnTo>
                  <a:lnTo>
                    <a:pt x="1157326" y="1886407"/>
                  </a:lnTo>
                  <a:lnTo>
                    <a:pt x="1158398" y="1885722"/>
                  </a:lnTo>
                  <a:lnTo>
                    <a:pt x="1159469" y="1885038"/>
                  </a:lnTo>
                  <a:lnTo>
                    <a:pt x="1160541" y="1884353"/>
                  </a:lnTo>
                  <a:lnTo>
                    <a:pt x="1161613" y="1883669"/>
                  </a:lnTo>
                  <a:lnTo>
                    <a:pt x="1162684" y="1882984"/>
                  </a:lnTo>
                  <a:lnTo>
                    <a:pt x="1163756" y="1882300"/>
                  </a:lnTo>
                  <a:lnTo>
                    <a:pt x="1164827" y="1881615"/>
                  </a:lnTo>
                  <a:lnTo>
                    <a:pt x="1165899" y="1880931"/>
                  </a:lnTo>
                  <a:lnTo>
                    <a:pt x="1166971" y="1880246"/>
                  </a:lnTo>
                  <a:lnTo>
                    <a:pt x="1168042" y="1879561"/>
                  </a:lnTo>
                  <a:lnTo>
                    <a:pt x="1169114" y="1878877"/>
                  </a:lnTo>
                  <a:lnTo>
                    <a:pt x="1170185" y="1878192"/>
                  </a:lnTo>
                  <a:lnTo>
                    <a:pt x="1171257" y="1877508"/>
                  </a:lnTo>
                  <a:lnTo>
                    <a:pt x="1172329" y="1876823"/>
                  </a:lnTo>
                  <a:lnTo>
                    <a:pt x="1173400" y="1876138"/>
                  </a:lnTo>
                  <a:lnTo>
                    <a:pt x="1174472" y="1875454"/>
                  </a:lnTo>
                  <a:lnTo>
                    <a:pt x="1175543" y="1874769"/>
                  </a:lnTo>
                  <a:lnTo>
                    <a:pt x="1176615" y="1874084"/>
                  </a:lnTo>
                  <a:lnTo>
                    <a:pt x="1177687" y="1873399"/>
                  </a:lnTo>
                  <a:lnTo>
                    <a:pt x="1178758" y="1872715"/>
                  </a:lnTo>
                  <a:lnTo>
                    <a:pt x="1179830" y="1872030"/>
                  </a:lnTo>
                  <a:lnTo>
                    <a:pt x="1180901" y="1871345"/>
                  </a:lnTo>
                  <a:lnTo>
                    <a:pt x="1181973" y="1870660"/>
                  </a:lnTo>
                  <a:lnTo>
                    <a:pt x="1183045" y="1869975"/>
                  </a:lnTo>
                  <a:lnTo>
                    <a:pt x="1184116" y="1869291"/>
                  </a:lnTo>
                  <a:lnTo>
                    <a:pt x="1185188" y="1868606"/>
                  </a:lnTo>
                  <a:lnTo>
                    <a:pt x="1186259" y="1867921"/>
                  </a:lnTo>
                  <a:lnTo>
                    <a:pt x="1187331" y="1867236"/>
                  </a:lnTo>
                  <a:lnTo>
                    <a:pt x="1188403" y="1866551"/>
                  </a:lnTo>
                  <a:lnTo>
                    <a:pt x="1189474" y="1865866"/>
                  </a:lnTo>
                  <a:lnTo>
                    <a:pt x="1190546" y="1865181"/>
                  </a:lnTo>
                  <a:lnTo>
                    <a:pt x="1191617" y="1864496"/>
                  </a:lnTo>
                  <a:lnTo>
                    <a:pt x="1192689" y="1863811"/>
                  </a:lnTo>
                  <a:lnTo>
                    <a:pt x="1193761" y="1863126"/>
                  </a:lnTo>
                  <a:lnTo>
                    <a:pt x="1194832" y="1862441"/>
                  </a:lnTo>
                  <a:lnTo>
                    <a:pt x="1195904" y="1861756"/>
                  </a:lnTo>
                  <a:lnTo>
                    <a:pt x="1196975" y="1861071"/>
                  </a:lnTo>
                  <a:lnTo>
                    <a:pt x="1198047" y="1860385"/>
                  </a:lnTo>
                  <a:lnTo>
                    <a:pt x="1199119" y="1859700"/>
                  </a:lnTo>
                  <a:lnTo>
                    <a:pt x="1200190" y="1859015"/>
                  </a:lnTo>
                  <a:lnTo>
                    <a:pt x="1201262" y="1858330"/>
                  </a:lnTo>
                  <a:lnTo>
                    <a:pt x="1202333" y="1857645"/>
                  </a:lnTo>
                  <a:lnTo>
                    <a:pt x="1203405" y="1856959"/>
                  </a:lnTo>
                  <a:lnTo>
                    <a:pt x="1204477" y="1856274"/>
                  </a:lnTo>
                  <a:lnTo>
                    <a:pt x="1205548" y="1855589"/>
                  </a:lnTo>
                  <a:lnTo>
                    <a:pt x="1206620" y="1854903"/>
                  </a:lnTo>
                  <a:lnTo>
                    <a:pt x="1207691" y="1854218"/>
                  </a:lnTo>
                  <a:lnTo>
                    <a:pt x="1208763" y="1853532"/>
                  </a:lnTo>
                  <a:lnTo>
                    <a:pt x="1209835" y="1852847"/>
                  </a:lnTo>
                  <a:lnTo>
                    <a:pt x="1210906" y="1852161"/>
                  </a:lnTo>
                  <a:lnTo>
                    <a:pt x="1211978" y="1851476"/>
                  </a:lnTo>
                  <a:lnTo>
                    <a:pt x="1213049" y="1850790"/>
                  </a:lnTo>
                  <a:lnTo>
                    <a:pt x="1214121" y="1850104"/>
                  </a:lnTo>
                  <a:lnTo>
                    <a:pt x="1215193" y="1849419"/>
                  </a:lnTo>
                  <a:lnTo>
                    <a:pt x="1216264" y="1848733"/>
                  </a:lnTo>
                  <a:lnTo>
                    <a:pt x="1217336" y="1848047"/>
                  </a:lnTo>
                  <a:lnTo>
                    <a:pt x="1218407" y="1847361"/>
                  </a:lnTo>
                  <a:lnTo>
                    <a:pt x="1219479" y="1846676"/>
                  </a:lnTo>
                  <a:lnTo>
                    <a:pt x="1220551" y="1845990"/>
                  </a:lnTo>
                  <a:lnTo>
                    <a:pt x="1221622" y="1845304"/>
                  </a:lnTo>
                  <a:lnTo>
                    <a:pt x="1222694" y="1844618"/>
                  </a:lnTo>
                  <a:lnTo>
                    <a:pt x="1223765" y="1843932"/>
                  </a:lnTo>
                  <a:lnTo>
                    <a:pt x="1224837" y="1843246"/>
                  </a:lnTo>
                  <a:lnTo>
                    <a:pt x="1225909" y="1842560"/>
                  </a:lnTo>
                  <a:lnTo>
                    <a:pt x="1226980" y="1841873"/>
                  </a:lnTo>
                  <a:lnTo>
                    <a:pt x="1228052" y="1841187"/>
                  </a:lnTo>
                  <a:lnTo>
                    <a:pt x="1229123" y="1840501"/>
                  </a:lnTo>
                  <a:lnTo>
                    <a:pt x="1230195" y="1839815"/>
                  </a:lnTo>
                  <a:lnTo>
                    <a:pt x="1231267" y="1839128"/>
                  </a:lnTo>
                  <a:lnTo>
                    <a:pt x="1232338" y="1838442"/>
                  </a:lnTo>
                  <a:lnTo>
                    <a:pt x="1233410" y="1837755"/>
                  </a:lnTo>
                  <a:lnTo>
                    <a:pt x="1234481" y="1837069"/>
                  </a:lnTo>
                  <a:lnTo>
                    <a:pt x="1235553" y="1836382"/>
                  </a:lnTo>
                  <a:lnTo>
                    <a:pt x="1236625" y="1835695"/>
                  </a:lnTo>
                  <a:lnTo>
                    <a:pt x="1237696" y="1835009"/>
                  </a:lnTo>
                  <a:lnTo>
                    <a:pt x="1238768" y="1834322"/>
                  </a:lnTo>
                  <a:lnTo>
                    <a:pt x="1239839" y="1833635"/>
                  </a:lnTo>
                  <a:lnTo>
                    <a:pt x="1240911" y="1832948"/>
                  </a:lnTo>
                  <a:lnTo>
                    <a:pt x="1241983" y="1832261"/>
                  </a:lnTo>
                  <a:lnTo>
                    <a:pt x="1243054" y="1831574"/>
                  </a:lnTo>
                  <a:lnTo>
                    <a:pt x="1244126" y="1830887"/>
                  </a:lnTo>
                  <a:lnTo>
                    <a:pt x="1245197" y="1830200"/>
                  </a:lnTo>
                  <a:lnTo>
                    <a:pt x="1246269" y="1829513"/>
                  </a:lnTo>
                  <a:lnTo>
                    <a:pt x="1247340" y="1828825"/>
                  </a:lnTo>
                  <a:lnTo>
                    <a:pt x="1248412" y="1828138"/>
                  </a:lnTo>
                  <a:lnTo>
                    <a:pt x="1249484" y="1827450"/>
                  </a:lnTo>
                  <a:lnTo>
                    <a:pt x="1250555" y="1826763"/>
                  </a:lnTo>
                  <a:lnTo>
                    <a:pt x="1251627" y="1826075"/>
                  </a:lnTo>
                  <a:lnTo>
                    <a:pt x="1252698" y="1825387"/>
                  </a:lnTo>
                  <a:lnTo>
                    <a:pt x="1253770" y="1824700"/>
                  </a:lnTo>
                  <a:lnTo>
                    <a:pt x="1254842" y="1824012"/>
                  </a:lnTo>
                  <a:lnTo>
                    <a:pt x="1255913" y="1823324"/>
                  </a:lnTo>
                  <a:lnTo>
                    <a:pt x="1256985" y="1822636"/>
                  </a:lnTo>
                  <a:lnTo>
                    <a:pt x="1258056" y="1821948"/>
                  </a:lnTo>
                  <a:lnTo>
                    <a:pt x="1259128" y="1821260"/>
                  </a:lnTo>
                  <a:lnTo>
                    <a:pt x="1260200" y="1820571"/>
                  </a:lnTo>
                  <a:lnTo>
                    <a:pt x="1261271" y="1819883"/>
                  </a:lnTo>
                  <a:lnTo>
                    <a:pt x="1262343" y="1819194"/>
                  </a:lnTo>
                  <a:lnTo>
                    <a:pt x="1263414" y="1818506"/>
                  </a:lnTo>
                  <a:lnTo>
                    <a:pt x="1264486" y="1817817"/>
                  </a:lnTo>
                  <a:lnTo>
                    <a:pt x="1265558" y="1817128"/>
                  </a:lnTo>
                  <a:lnTo>
                    <a:pt x="1266629" y="1816440"/>
                  </a:lnTo>
                  <a:lnTo>
                    <a:pt x="1267701" y="1815751"/>
                  </a:lnTo>
                  <a:lnTo>
                    <a:pt x="1268772" y="1815062"/>
                  </a:lnTo>
                  <a:lnTo>
                    <a:pt x="1269844" y="1814372"/>
                  </a:lnTo>
                  <a:lnTo>
                    <a:pt x="1270916" y="1813683"/>
                  </a:lnTo>
                  <a:lnTo>
                    <a:pt x="1271987" y="1812994"/>
                  </a:lnTo>
                  <a:lnTo>
                    <a:pt x="1273059" y="1812304"/>
                  </a:lnTo>
                  <a:lnTo>
                    <a:pt x="1274130" y="1811615"/>
                  </a:lnTo>
                  <a:lnTo>
                    <a:pt x="1275202" y="1810925"/>
                  </a:lnTo>
                  <a:lnTo>
                    <a:pt x="1276274" y="1810235"/>
                  </a:lnTo>
                  <a:lnTo>
                    <a:pt x="1277345" y="1809545"/>
                  </a:lnTo>
                  <a:lnTo>
                    <a:pt x="1278417" y="1808855"/>
                  </a:lnTo>
                  <a:lnTo>
                    <a:pt x="1279488" y="1808165"/>
                  </a:lnTo>
                  <a:lnTo>
                    <a:pt x="1280560" y="1807475"/>
                  </a:lnTo>
                  <a:lnTo>
                    <a:pt x="1281632" y="1806785"/>
                  </a:lnTo>
                  <a:lnTo>
                    <a:pt x="1282703" y="1806094"/>
                  </a:lnTo>
                  <a:lnTo>
                    <a:pt x="1283775" y="1805404"/>
                  </a:lnTo>
                  <a:lnTo>
                    <a:pt x="1284846" y="1804713"/>
                  </a:lnTo>
                  <a:lnTo>
                    <a:pt x="1285918" y="1804022"/>
                  </a:lnTo>
                  <a:lnTo>
                    <a:pt x="1286990" y="1803331"/>
                  </a:lnTo>
                  <a:lnTo>
                    <a:pt x="1288061" y="1802640"/>
                  </a:lnTo>
                  <a:lnTo>
                    <a:pt x="1289133" y="1801949"/>
                  </a:lnTo>
                  <a:lnTo>
                    <a:pt x="1290204" y="1801257"/>
                  </a:lnTo>
                  <a:lnTo>
                    <a:pt x="1291276" y="1800566"/>
                  </a:lnTo>
                  <a:lnTo>
                    <a:pt x="1292348" y="1799874"/>
                  </a:lnTo>
                  <a:lnTo>
                    <a:pt x="1293419" y="1799182"/>
                  </a:lnTo>
                  <a:lnTo>
                    <a:pt x="1294491" y="1798490"/>
                  </a:lnTo>
                  <a:lnTo>
                    <a:pt x="1295562" y="1797798"/>
                  </a:lnTo>
                  <a:lnTo>
                    <a:pt x="1296634" y="1797106"/>
                  </a:lnTo>
                  <a:lnTo>
                    <a:pt x="1297706" y="1796414"/>
                  </a:lnTo>
                  <a:lnTo>
                    <a:pt x="1298777" y="1795721"/>
                  </a:lnTo>
                  <a:lnTo>
                    <a:pt x="1299849" y="1795029"/>
                  </a:lnTo>
                  <a:lnTo>
                    <a:pt x="1300920" y="1794336"/>
                  </a:lnTo>
                  <a:lnTo>
                    <a:pt x="1301992" y="1793643"/>
                  </a:lnTo>
                  <a:lnTo>
                    <a:pt x="1303064" y="1792950"/>
                  </a:lnTo>
                  <a:lnTo>
                    <a:pt x="1304135" y="1792256"/>
                  </a:lnTo>
                  <a:lnTo>
                    <a:pt x="1305207" y="1791563"/>
                  </a:lnTo>
                  <a:lnTo>
                    <a:pt x="1306278" y="1790869"/>
                  </a:lnTo>
                  <a:lnTo>
                    <a:pt x="1307350" y="1790175"/>
                  </a:lnTo>
                  <a:lnTo>
                    <a:pt x="1308422" y="1789482"/>
                  </a:lnTo>
                  <a:lnTo>
                    <a:pt x="1309493" y="1788787"/>
                  </a:lnTo>
                  <a:lnTo>
                    <a:pt x="1310565" y="1788093"/>
                  </a:lnTo>
                  <a:lnTo>
                    <a:pt x="1311636" y="1787399"/>
                  </a:lnTo>
                  <a:lnTo>
                    <a:pt x="1312708" y="1786704"/>
                  </a:lnTo>
                  <a:lnTo>
                    <a:pt x="1313780" y="1786009"/>
                  </a:lnTo>
                  <a:lnTo>
                    <a:pt x="1314851" y="1785314"/>
                  </a:lnTo>
                  <a:lnTo>
                    <a:pt x="1315923" y="1784619"/>
                  </a:lnTo>
                  <a:lnTo>
                    <a:pt x="1316994" y="1783924"/>
                  </a:lnTo>
                  <a:lnTo>
                    <a:pt x="1318066" y="1783228"/>
                  </a:lnTo>
                  <a:lnTo>
                    <a:pt x="1319138" y="1782533"/>
                  </a:lnTo>
                  <a:lnTo>
                    <a:pt x="1320209" y="1781837"/>
                  </a:lnTo>
                  <a:lnTo>
                    <a:pt x="1321281" y="1781141"/>
                  </a:lnTo>
                  <a:lnTo>
                    <a:pt x="1322352" y="1780444"/>
                  </a:lnTo>
                  <a:lnTo>
                    <a:pt x="1323424" y="1779748"/>
                  </a:lnTo>
                  <a:lnTo>
                    <a:pt x="1324496" y="1779051"/>
                  </a:lnTo>
                  <a:lnTo>
                    <a:pt x="1325567" y="1778354"/>
                  </a:lnTo>
                  <a:lnTo>
                    <a:pt x="1326639" y="1777657"/>
                  </a:lnTo>
                  <a:lnTo>
                    <a:pt x="1327710" y="1776960"/>
                  </a:lnTo>
                  <a:lnTo>
                    <a:pt x="1328782" y="1776263"/>
                  </a:lnTo>
                  <a:lnTo>
                    <a:pt x="1329854" y="1775565"/>
                  </a:lnTo>
                  <a:lnTo>
                    <a:pt x="1330925" y="1774867"/>
                  </a:lnTo>
                  <a:lnTo>
                    <a:pt x="1331997" y="1774169"/>
                  </a:lnTo>
                  <a:lnTo>
                    <a:pt x="1333068" y="1773471"/>
                  </a:lnTo>
                  <a:lnTo>
                    <a:pt x="1334140" y="1772772"/>
                  </a:lnTo>
                  <a:lnTo>
                    <a:pt x="1335212" y="1772073"/>
                  </a:lnTo>
                  <a:lnTo>
                    <a:pt x="1336283" y="1771374"/>
                  </a:lnTo>
                  <a:lnTo>
                    <a:pt x="1337355" y="1770675"/>
                  </a:lnTo>
                  <a:lnTo>
                    <a:pt x="1338426" y="1769976"/>
                  </a:lnTo>
                  <a:lnTo>
                    <a:pt x="1339498" y="1769276"/>
                  </a:lnTo>
                  <a:lnTo>
                    <a:pt x="1340570" y="1768576"/>
                  </a:lnTo>
                  <a:lnTo>
                    <a:pt x="1341641" y="1767876"/>
                  </a:lnTo>
                  <a:lnTo>
                    <a:pt x="1342713" y="1767176"/>
                  </a:lnTo>
                  <a:lnTo>
                    <a:pt x="1343784" y="1766475"/>
                  </a:lnTo>
                  <a:lnTo>
                    <a:pt x="1344856" y="1765774"/>
                  </a:lnTo>
                  <a:lnTo>
                    <a:pt x="1345928" y="1765073"/>
                  </a:lnTo>
                  <a:lnTo>
                    <a:pt x="1346999" y="1764372"/>
                  </a:lnTo>
                  <a:lnTo>
                    <a:pt x="1348071" y="1763670"/>
                  </a:lnTo>
                  <a:lnTo>
                    <a:pt x="1349142" y="1762969"/>
                  </a:lnTo>
                  <a:lnTo>
                    <a:pt x="1350214" y="1762267"/>
                  </a:lnTo>
                  <a:lnTo>
                    <a:pt x="1351286" y="1761564"/>
                  </a:lnTo>
                  <a:lnTo>
                    <a:pt x="1352357" y="1760862"/>
                  </a:lnTo>
                  <a:lnTo>
                    <a:pt x="1353429" y="1760159"/>
                  </a:lnTo>
                  <a:lnTo>
                    <a:pt x="1354500" y="1759456"/>
                  </a:lnTo>
                  <a:lnTo>
                    <a:pt x="1355572" y="1758752"/>
                  </a:lnTo>
                  <a:lnTo>
                    <a:pt x="1356644" y="1758049"/>
                  </a:lnTo>
                  <a:lnTo>
                    <a:pt x="1357715" y="1757345"/>
                  </a:lnTo>
                  <a:lnTo>
                    <a:pt x="1358787" y="1756641"/>
                  </a:lnTo>
                  <a:lnTo>
                    <a:pt x="1359858" y="1755936"/>
                  </a:lnTo>
                  <a:lnTo>
                    <a:pt x="1360930" y="1755232"/>
                  </a:lnTo>
                  <a:lnTo>
                    <a:pt x="1362002" y="1754527"/>
                  </a:lnTo>
                  <a:lnTo>
                    <a:pt x="1363073" y="1753821"/>
                  </a:lnTo>
                  <a:lnTo>
                    <a:pt x="1364145" y="1753116"/>
                  </a:lnTo>
                  <a:lnTo>
                    <a:pt x="1365216" y="1752410"/>
                  </a:lnTo>
                  <a:lnTo>
                    <a:pt x="1366288" y="1751704"/>
                  </a:lnTo>
                  <a:lnTo>
                    <a:pt x="1367360" y="1750998"/>
                  </a:lnTo>
                  <a:lnTo>
                    <a:pt x="1368431" y="1750291"/>
                  </a:lnTo>
                  <a:lnTo>
                    <a:pt x="1369503" y="1749584"/>
                  </a:lnTo>
                  <a:lnTo>
                    <a:pt x="1370574" y="1748877"/>
                  </a:lnTo>
                  <a:lnTo>
                    <a:pt x="1371646" y="1748169"/>
                  </a:lnTo>
                  <a:lnTo>
                    <a:pt x="1372718" y="1747461"/>
                  </a:lnTo>
                  <a:lnTo>
                    <a:pt x="1373789" y="1746753"/>
                  </a:lnTo>
                  <a:lnTo>
                    <a:pt x="1374861" y="1746044"/>
                  </a:lnTo>
                  <a:lnTo>
                    <a:pt x="1375932" y="1745335"/>
                  </a:lnTo>
                  <a:lnTo>
                    <a:pt x="1377004" y="1744626"/>
                  </a:lnTo>
                  <a:lnTo>
                    <a:pt x="1378076" y="1743917"/>
                  </a:lnTo>
                  <a:lnTo>
                    <a:pt x="1379147" y="1743207"/>
                  </a:lnTo>
                  <a:lnTo>
                    <a:pt x="1380219" y="1742497"/>
                  </a:lnTo>
                  <a:lnTo>
                    <a:pt x="1381290" y="1741786"/>
                  </a:lnTo>
                  <a:lnTo>
                    <a:pt x="1382362" y="1741076"/>
                  </a:lnTo>
                  <a:lnTo>
                    <a:pt x="1383434" y="1740365"/>
                  </a:lnTo>
                  <a:lnTo>
                    <a:pt x="1384505" y="1739653"/>
                  </a:lnTo>
                  <a:lnTo>
                    <a:pt x="1385577" y="1738941"/>
                  </a:lnTo>
                  <a:lnTo>
                    <a:pt x="1386648" y="1738229"/>
                  </a:lnTo>
                  <a:lnTo>
                    <a:pt x="1387720" y="1737517"/>
                  </a:lnTo>
                  <a:lnTo>
                    <a:pt x="1388792" y="1736804"/>
                  </a:lnTo>
                  <a:lnTo>
                    <a:pt x="1389863" y="1736091"/>
                  </a:lnTo>
                  <a:lnTo>
                    <a:pt x="1390935" y="1735377"/>
                  </a:lnTo>
                  <a:lnTo>
                    <a:pt x="1392006" y="1734664"/>
                  </a:lnTo>
                  <a:lnTo>
                    <a:pt x="1393078" y="1733949"/>
                  </a:lnTo>
                  <a:lnTo>
                    <a:pt x="1394150" y="1733235"/>
                  </a:lnTo>
                  <a:lnTo>
                    <a:pt x="1395221" y="1732520"/>
                  </a:lnTo>
                  <a:lnTo>
                    <a:pt x="1396293" y="1731805"/>
                  </a:lnTo>
                  <a:lnTo>
                    <a:pt x="1397364" y="1731089"/>
                  </a:lnTo>
                  <a:lnTo>
                    <a:pt x="1398436" y="1730373"/>
                  </a:lnTo>
                  <a:lnTo>
                    <a:pt x="1399508" y="1729657"/>
                  </a:lnTo>
                  <a:lnTo>
                    <a:pt x="1400579" y="1728940"/>
                  </a:lnTo>
                  <a:lnTo>
                    <a:pt x="1401651" y="1728223"/>
                  </a:lnTo>
                  <a:lnTo>
                    <a:pt x="1402722" y="1727505"/>
                  </a:lnTo>
                  <a:lnTo>
                    <a:pt x="1403794" y="1726787"/>
                  </a:lnTo>
                  <a:lnTo>
                    <a:pt x="1404866" y="1726069"/>
                  </a:lnTo>
                  <a:lnTo>
                    <a:pt x="1405937" y="1725350"/>
                  </a:lnTo>
                  <a:lnTo>
                    <a:pt x="1407009" y="1724631"/>
                  </a:lnTo>
                  <a:lnTo>
                    <a:pt x="1408080" y="1723912"/>
                  </a:lnTo>
                  <a:lnTo>
                    <a:pt x="1409152" y="1723192"/>
                  </a:lnTo>
                  <a:lnTo>
                    <a:pt x="1410224" y="1722471"/>
                  </a:lnTo>
                  <a:lnTo>
                    <a:pt x="1411295" y="1721751"/>
                  </a:lnTo>
                  <a:lnTo>
                    <a:pt x="1412367" y="1721030"/>
                  </a:lnTo>
                  <a:lnTo>
                    <a:pt x="1413438" y="1720308"/>
                  </a:lnTo>
                  <a:lnTo>
                    <a:pt x="1414510" y="1719586"/>
                  </a:lnTo>
                  <a:lnTo>
                    <a:pt x="1415582" y="1718864"/>
                  </a:lnTo>
                  <a:lnTo>
                    <a:pt x="1416653" y="1718141"/>
                  </a:lnTo>
                  <a:lnTo>
                    <a:pt x="1417725" y="1717418"/>
                  </a:lnTo>
                  <a:lnTo>
                    <a:pt x="1418796" y="1716694"/>
                  </a:lnTo>
                  <a:lnTo>
                    <a:pt x="1419868" y="1715970"/>
                  </a:lnTo>
                  <a:lnTo>
                    <a:pt x="1420939" y="1715246"/>
                  </a:lnTo>
                  <a:lnTo>
                    <a:pt x="1422011" y="1714521"/>
                  </a:lnTo>
                  <a:lnTo>
                    <a:pt x="1423083" y="1713796"/>
                  </a:lnTo>
                  <a:lnTo>
                    <a:pt x="1424154" y="1713070"/>
                  </a:lnTo>
                  <a:lnTo>
                    <a:pt x="1425226" y="1712344"/>
                  </a:lnTo>
                  <a:lnTo>
                    <a:pt x="1426297" y="1711617"/>
                  </a:lnTo>
                  <a:lnTo>
                    <a:pt x="1427369" y="1710890"/>
                  </a:lnTo>
                  <a:lnTo>
                    <a:pt x="1428441" y="1710162"/>
                  </a:lnTo>
                  <a:lnTo>
                    <a:pt x="1429512" y="1709434"/>
                  </a:lnTo>
                  <a:lnTo>
                    <a:pt x="1430584" y="1708706"/>
                  </a:lnTo>
                  <a:lnTo>
                    <a:pt x="1431655" y="1707977"/>
                  </a:lnTo>
                  <a:lnTo>
                    <a:pt x="1432727" y="1707247"/>
                  </a:lnTo>
                  <a:lnTo>
                    <a:pt x="1433799" y="1706517"/>
                  </a:lnTo>
                  <a:lnTo>
                    <a:pt x="1434870" y="1705787"/>
                  </a:lnTo>
                  <a:lnTo>
                    <a:pt x="1435942" y="1705056"/>
                  </a:lnTo>
                  <a:lnTo>
                    <a:pt x="1437013" y="1704325"/>
                  </a:lnTo>
                  <a:lnTo>
                    <a:pt x="1438085" y="1703593"/>
                  </a:lnTo>
                  <a:lnTo>
                    <a:pt x="1439157" y="1702861"/>
                  </a:lnTo>
                  <a:lnTo>
                    <a:pt x="1440228" y="1702128"/>
                  </a:lnTo>
                  <a:lnTo>
                    <a:pt x="1441300" y="1701395"/>
                  </a:lnTo>
                  <a:lnTo>
                    <a:pt x="1442371" y="1700661"/>
                  </a:lnTo>
                  <a:lnTo>
                    <a:pt x="1443443" y="1699927"/>
                  </a:lnTo>
                  <a:lnTo>
                    <a:pt x="1444515" y="1699192"/>
                  </a:lnTo>
                  <a:lnTo>
                    <a:pt x="1445586" y="1698457"/>
                  </a:lnTo>
                  <a:lnTo>
                    <a:pt x="1446658" y="1697721"/>
                  </a:lnTo>
                  <a:lnTo>
                    <a:pt x="1447729" y="1696985"/>
                  </a:lnTo>
                  <a:lnTo>
                    <a:pt x="1448801" y="1696248"/>
                  </a:lnTo>
                  <a:lnTo>
                    <a:pt x="1449873" y="1695511"/>
                  </a:lnTo>
                  <a:lnTo>
                    <a:pt x="1450944" y="1694773"/>
                  </a:lnTo>
                  <a:lnTo>
                    <a:pt x="1452016" y="1694035"/>
                  </a:lnTo>
                  <a:lnTo>
                    <a:pt x="1453087" y="1693296"/>
                  </a:lnTo>
                  <a:lnTo>
                    <a:pt x="1454159" y="1692556"/>
                  </a:lnTo>
                  <a:lnTo>
                    <a:pt x="1455231" y="1691816"/>
                  </a:lnTo>
                  <a:lnTo>
                    <a:pt x="1456302" y="1691076"/>
                  </a:lnTo>
                  <a:lnTo>
                    <a:pt x="1457374" y="1690335"/>
                  </a:lnTo>
                  <a:lnTo>
                    <a:pt x="1458445" y="1689593"/>
                  </a:lnTo>
                  <a:lnTo>
                    <a:pt x="1459517" y="1688851"/>
                  </a:lnTo>
                  <a:lnTo>
                    <a:pt x="1460589" y="1688109"/>
                  </a:lnTo>
                  <a:lnTo>
                    <a:pt x="1461660" y="1687365"/>
                  </a:lnTo>
                  <a:lnTo>
                    <a:pt x="1462732" y="1686622"/>
                  </a:lnTo>
                  <a:lnTo>
                    <a:pt x="1463803" y="1685877"/>
                  </a:lnTo>
                  <a:lnTo>
                    <a:pt x="1464875" y="1685133"/>
                  </a:lnTo>
                  <a:lnTo>
                    <a:pt x="1465947" y="1684387"/>
                  </a:lnTo>
                  <a:lnTo>
                    <a:pt x="1467018" y="1683641"/>
                  </a:lnTo>
                  <a:lnTo>
                    <a:pt x="1468090" y="1682895"/>
                  </a:lnTo>
                  <a:lnTo>
                    <a:pt x="1469161" y="1682147"/>
                  </a:lnTo>
                  <a:lnTo>
                    <a:pt x="1470233" y="1681400"/>
                  </a:lnTo>
                  <a:lnTo>
                    <a:pt x="1471305" y="1680651"/>
                  </a:lnTo>
                  <a:lnTo>
                    <a:pt x="1472376" y="1679902"/>
                  </a:lnTo>
                  <a:lnTo>
                    <a:pt x="1473448" y="1679153"/>
                  </a:lnTo>
                  <a:lnTo>
                    <a:pt x="1474519" y="1678403"/>
                  </a:lnTo>
                  <a:lnTo>
                    <a:pt x="1475591" y="1677652"/>
                  </a:lnTo>
                  <a:lnTo>
                    <a:pt x="1476663" y="1676901"/>
                  </a:lnTo>
                  <a:lnTo>
                    <a:pt x="1477734" y="1676149"/>
                  </a:lnTo>
                  <a:lnTo>
                    <a:pt x="1478806" y="1675397"/>
                  </a:lnTo>
                  <a:lnTo>
                    <a:pt x="1479877" y="1674643"/>
                  </a:lnTo>
                  <a:lnTo>
                    <a:pt x="1480949" y="1673890"/>
                  </a:lnTo>
                  <a:lnTo>
                    <a:pt x="1482021" y="1673135"/>
                  </a:lnTo>
                  <a:lnTo>
                    <a:pt x="1483092" y="1672380"/>
                  </a:lnTo>
                  <a:lnTo>
                    <a:pt x="1484164" y="1671625"/>
                  </a:lnTo>
                  <a:lnTo>
                    <a:pt x="1485235" y="1670869"/>
                  </a:lnTo>
                  <a:lnTo>
                    <a:pt x="1486307" y="1670112"/>
                  </a:lnTo>
                  <a:lnTo>
                    <a:pt x="1487379" y="1669354"/>
                  </a:lnTo>
                  <a:lnTo>
                    <a:pt x="1488450" y="1668596"/>
                  </a:lnTo>
                  <a:lnTo>
                    <a:pt x="1489522" y="1667838"/>
                  </a:lnTo>
                  <a:lnTo>
                    <a:pt x="1490593" y="1667078"/>
                  </a:lnTo>
                  <a:lnTo>
                    <a:pt x="1491665" y="1666318"/>
                  </a:lnTo>
                  <a:lnTo>
                    <a:pt x="1492737" y="1665558"/>
                  </a:lnTo>
                  <a:lnTo>
                    <a:pt x="1493808" y="1664796"/>
                  </a:lnTo>
                  <a:lnTo>
                    <a:pt x="1494880" y="1664034"/>
                  </a:lnTo>
                  <a:lnTo>
                    <a:pt x="1495951" y="1663272"/>
                  </a:lnTo>
                  <a:lnTo>
                    <a:pt x="1497023" y="1662508"/>
                  </a:lnTo>
                  <a:lnTo>
                    <a:pt x="1498095" y="1661744"/>
                  </a:lnTo>
                  <a:lnTo>
                    <a:pt x="1499166" y="1660980"/>
                  </a:lnTo>
                  <a:lnTo>
                    <a:pt x="1500238" y="1660214"/>
                  </a:lnTo>
                  <a:lnTo>
                    <a:pt x="1501309" y="1659448"/>
                  </a:lnTo>
                  <a:lnTo>
                    <a:pt x="1502381" y="1658682"/>
                  </a:lnTo>
                  <a:lnTo>
                    <a:pt x="1503453" y="1657914"/>
                  </a:lnTo>
                  <a:lnTo>
                    <a:pt x="1504524" y="1657146"/>
                  </a:lnTo>
                  <a:lnTo>
                    <a:pt x="1505596" y="1656378"/>
                  </a:lnTo>
                  <a:lnTo>
                    <a:pt x="1506667" y="1655608"/>
                  </a:lnTo>
                  <a:lnTo>
                    <a:pt x="1507739" y="1654838"/>
                  </a:lnTo>
                  <a:lnTo>
                    <a:pt x="1508811" y="1654067"/>
                  </a:lnTo>
                  <a:lnTo>
                    <a:pt x="1509882" y="1653296"/>
                  </a:lnTo>
                  <a:lnTo>
                    <a:pt x="1510954" y="1652523"/>
                  </a:lnTo>
                  <a:lnTo>
                    <a:pt x="1512025" y="1651750"/>
                  </a:lnTo>
                  <a:lnTo>
                    <a:pt x="1513097" y="1650977"/>
                  </a:lnTo>
                  <a:lnTo>
                    <a:pt x="1514169" y="1650202"/>
                  </a:lnTo>
                  <a:lnTo>
                    <a:pt x="1515240" y="1649427"/>
                  </a:lnTo>
                  <a:lnTo>
                    <a:pt x="1516312" y="1648651"/>
                  </a:lnTo>
                  <a:lnTo>
                    <a:pt x="1517383" y="1647875"/>
                  </a:lnTo>
                  <a:lnTo>
                    <a:pt x="1518455" y="1647098"/>
                  </a:lnTo>
                  <a:lnTo>
                    <a:pt x="1519527" y="1646319"/>
                  </a:lnTo>
                  <a:lnTo>
                    <a:pt x="1520598" y="1645541"/>
                  </a:lnTo>
                  <a:lnTo>
                    <a:pt x="1521670" y="1644761"/>
                  </a:lnTo>
                  <a:lnTo>
                    <a:pt x="1522741" y="1643981"/>
                  </a:lnTo>
                  <a:lnTo>
                    <a:pt x="1523813" y="1643200"/>
                  </a:lnTo>
                  <a:lnTo>
                    <a:pt x="1524885" y="1642418"/>
                  </a:lnTo>
                  <a:lnTo>
                    <a:pt x="1525956" y="1641636"/>
                  </a:lnTo>
                  <a:lnTo>
                    <a:pt x="1527028" y="1640852"/>
                  </a:lnTo>
                  <a:lnTo>
                    <a:pt x="1528099" y="1640068"/>
                  </a:lnTo>
                  <a:lnTo>
                    <a:pt x="1529171" y="1639283"/>
                  </a:lnTo>
                  <a:lnTo>
                    <a:pt x="1530243" y="1638498"/>
                  </a:lnTo>
                  <a:lnTo>
                    <a:pt x="1531314" y="1637711"/>
                  </a:lnTo>
                  <a:lnTo>
                    <a:pt x="1532386" y="1636924"/>
                  </a:lnTo>
                  <a:lnTo>
                    <a:pt x="1533457" y="1636136"/>
                  </a:lnTo>
                  <a:lnTo>
                    <a:pt x="1534529" y="1635348"/>
                  </a:lnTo>
                  <a:lnTo>
                    <a:pt x="1535601" y="1634558"/>
                  </a:lnTo>
                  <a:lnTo>
                    <a:pt x="1536672" y="1633768"/>
                  </a:lnTo>
                  <a:lnTo>
                    <a:pt x="1537744" y="1632977"/>
                  </a:lnTo>
                  <a:lnTo>
                    <a:pt x="1538815" y="1632185"/>
                  </a:lnTo>
                  <a:lnTo>
                    <a:pt x="1539887" y="1631392"/>
                  </a:lnTo>
                  <a:lnTo>
                    <a:pt x="1540959" y="1630599"/>
                  </a:lnTo>
                  <a:lnTo>
                    <a:pt x="1542030" y="1629804"/>
                  </a:lnTo>
                  <a:lnTo>
                    <a:pt x="1543102" y="1629009"/>
                  </a:lnTo>
                  <a:lnTo>
                    <a:pt x="1544173" y="1628213"/>
                  </a:lnTo>
                  <a:lnTo>
                    <a:pt x="1545245" y="1627416"/>
                  </a:lnTo>
                  <a:lnTo>
                    <a:pt x="1546317" y="1626619"/>
                  </a:lnTo>
                  <a:lnTo>
                    <a:pt x="1547388" y="1625820"/>
                  </a:lnTo>
                  <a:lnTo>
                    <a:pt x="1548460" y="1625021"/>
                  </a:lnTo>
                  <a:lnTo>
                    <a:pt x="1549531" y="1624221"/>
                  </a:lnTo>
                  <a:lnTo>
                    <a:pt x="1550603" y="1623420"/>
                  </a:lnTo>
                  <a:lnTo>
                    <a:pt x="1551675" y="1622619"/>
                  </a:lnTo>
                  <a:lnTo>
                    <a:pt x="1552746" y="1621816"/>
                  </a:lnTo>
                  <a:lnTo>
                    <a:pt x="1553818" y="1621013"/>
                  </a:lnTo>
                  <a:lnTo>
                    <a:pt x="1554889" y="1620208"/>
                  </a:lnTo>
                  <a:lnTo>
                    <a:pt x="1555961" y="1619403"/>
                  </a:lnTo>
                  <a:lnTo>
                    <a:pt x="1557033" y="1618597"/>
                  </a:lnTo>
                  <a:lnTo>
                    <a:pt x="1558104" y="1617790"/>
                  </a:lnTo>
                  <a:lnTo>
                    <a:pt x="1559176" y="1616983"/>
                  </a:lnTo>
                  <a:lnTo>
                    <a:pt x="1560247" y="1616174"/>
                  </a:lnTo>
                  <a:lnTo>
                    <a:pt x="1561319" y="1615365"/>
                  </a:lnTo>
                  <a:lnTo>
                    <a:pt x="1562391" y="1614554"/>
                  </a:lnTo>
                  <a:lnTo>
                    <a:pt x="1563462" y="1613743"/>
                  </a:lnTo>
                  <a:lnTo>
                    <a:pt x="1564534" y="1612931"/>
                  </a:lnTo>
                  <a:lnTo>
                    <a:pt x="1565605" y="1612118"/>
                  </a:lnTo>
                  <a:lnTo>
                    <a:pt x="1566677" y="1611304"/>
                  </a:lnTo>
                  <a:lnTo>
                    <a:pt x="1567749" y="1610490"/>
                  </a:lnTo>
                  <a:lnTo>
                    <a:pt x="1568820" y="1609674"/>
                  </a:lnTo>
                  <a:lnTo>
                    <a:pt x="1569892" y="1608857"/>
                  </a:lnTo>
                  <a:lnTo>
                    <a:pt x="1570963" y="1608040"/>
                  </a:lnTo>
                  <a:lnTo>
                    <a:pt x="1572035" y="1607222"/>
                  </a:lnTo>
                  <a:lnTo>
                    <a:pt x="1573107" y="1606403"/>
                  </a:lnTo>
                  <a:lnTo>
                    <a:pt x="1574178" y="1605582"/>
                  </a:lnTo>
                  <a:lnTo>
                    <a:pt x="1575250" y="1604761"/>
                  </a:lnTo>
                  <a:lnTo>
                    <a:pt x="1576321" y="1603939"/>
                  </a:lnTo>
                  <a:lnTo>
                    <a:pt x="1577393" y="1603117"/>
                  </a:lnTo>
                  <a:lnTo>
                    <a:pt x="1578465" y="1602293"/>
                  </a:lnTo>
                  <a:lnTo>
                    <a:pt x="1579536" y="1601468"/>
                  </a:lnTo>
                  <a:lnTo>
                    <a:pt x="1580608" y="1600643"/>
                  </a:lnTo>
                  <a:lnTo>
                    <a:pt x="1581679" y="1599816"/>
                  </a:lnTo>
                  <a:lnTo>
                    <a:pt x="1582751" y="1598989"/>
                  </a:lnTo>
                  <a:lnTo>
                    <a:pt x="1583823" y="1598160"/>
                  </a:lnTo>
                  <a:lnTo>
                    <a:pt x="1584894" y="1597331"/>
                  </a:lnTo>
                  <a:lnTo>
                    <a:pt x="1585966" y="1596501"/>
                  </a:lnTo>
                  <a:lnTo>
                    <a:pt x="1587037" y="1595669"/>
                  </a:lnTo>
                  <a:lnTo>
                    <a:pt x="1588109" y="1594837"/>
                  </a:lnTo>
                  <a:lnTo>
                    <a:pt x="1589181" y="1594004"/>
                  </a:lnTo>
                  <a:lnTo>
                    <a:pt x="1590252" y="1593170"/>
                  </a:lnTo>
                  <a:lnTo>
                    <a:pt x="1591324" y="1592335"/>
                  </a:lnTo>
                  <a:lnTo>
                    <a:pt x="1592395" y="1591499"/>
                  </a:lnTo>
                  <a:lnTo>
                    <a:pt x="1593467" y="1590662"/>
                  </a:lnTo>
                  <a:lnTo>
                    <a:pt x="1594539" y="1589824"/>
                  </a:lnTo>
                  <a:lnTo>
                    <a:pt x="1595610" y="1588986"/>
                  </a:lnTo>
                  <a:lnTo>
                    <a:pt x="1596682" y="1588146"/>
                  </a:lnTo>
                  <a:lnTo>
                    <a:pt x="1597753" y="1587305"/>
                  </a:lnTo>
                  <a:lnTo>
                    <a:pt x="1598825" y="1586463"/>
                  </a:lnTo>
                  <a:lnTo>
                    <a:pt x="1599896" y="1585620"/>
                  </a:lnTo>
                  <a:lnTo>
                    <a:pt x="1600968" y="1584777"/>
                  </a:lnTo>
                  <a:lnTo>
                    <a:pt x="1602040" y="1583932"/>
                  </a:lnTo>
                  <a:lnTo>
                    <a:pt x="1603111" y="1583086"/>
                  </a:lnTo>
                  <a:lnTo>
                    <a:pt x="1604183" y="1582240"/>
                  </a:lnTo>
                  <a:lnTo>
                    <a:pt x="1605254" y="1581392"/>
                  </a:lnTo>
                  <a:lnTo>
                    <a:pt x="1606326" y="1580544"/>
                  </a:lnTo>
                  <a:lnTo>
                    <a:pt x="1607398" y="1579694"/>
                  </a:lnTo>
                  <a:lnTo>
                    <a:pt x="1608469" y="1578844"/>
                  </a:lnTo>
                  <a:lnTo>
                    <a:pt x="1609541" y="1577992"/>
                  </a:lnTo>
                  <a:lnTo>
                    <a:pt x="1610612" y="1577139"/>
                  </a:lnTo>
                  <a:lnTo>
                    <a:pt x="1611684" y="1576286"/>
                  </a:lnTo>
                  <a:lnTo>
                    <a:pt x="1612756" y="1575431"/>
                  </a:lnTo>
                  <a:lnTo>
                    <a:pt x="1613827" y="1574576"/>
                  </a:lnTo>
                  <a:lnTo>
                    <a:pt x="1614899" y="1573719"/>
                  </a:lnTo>
                  <a:lnTo>
                    <a:pt x="1615970" y="1572862"/>
                  </a:lnTo>
                  <a:lnTo>
                    <a:pt x="1617042" y="1572003"/>
                  </a:lnTo>
                  <a:lnTo>
                    <a:pt x="1618114" y="1571143"/>
                  </a:lnTo>
                  <a:lnTo>
                    <a:pt x="1619185" y="1570283"/>
                  </a:lnTo>
                  <a:lnTo>
                    <a:pt x="1620257" y="1569421"/>
                  </a:lnTo>
                  <a:lnTo>
                    <a:pt x="1621328" y="1568559"/>
                  </a:lnTo>
                  <a:lnTo>
                    <a:pt x="1622400" y="1567695"/>
                  </a:lnTo>
                  <a:lnTo>
                    <a:pt x="1623472" y="1566830"/>
                  </a:lnTo>
                  <a:lnTo>
                    <a:pt x="1624543" y="1565965"/>
                  </a:lnTo>
                  <a:lnTo>
                    <a:pt x="1625615" y="1565098"/>
                  </a:lnTo>
                  <a:lnTo>
                    <a:pt x="1626686" y="1564230"/>
                  </a:lnTo>
                  <a:lnTo>
                    <a:pt x="1627758" y="1563362"/>
                  </a:lnTo>
                  <a:lnTo>
                    <a:pt x="1628830" y="1562492"/>
                  </a:lnTo>
                  <a:lnTo>
                    <a:pt x="1629901" y="1561621"/>
                  </a:lnTo>
                  <a:lnTo>
                    <a:pt x="1630973" y="1560749"/>
                  </a:lnTo>
                  <a:lnTo>
                    <a:pt x="1632044" y="1559876"/>
                  </a:lnTo>
                  <a:lnTo>
                    <a:pt x="1633116" y="1559003"/>
                  </a:lnTo>
                  <a:lnTo>
                    <a:pt x="1634188" y="1558128"/>
                  </a:lnTo>
                  <a:lnTo>
                    <a:pt x="1635259" y="1557252"/>
                  </a:lnTo>
                  <a:lnTo>
                    <a:pt x="1636331" y="1556375"/>
                  </a:lnTo>
                  <a:lnTo>
                    <a:pt x="1637402" y="1555497"/>
                  </a:lnTo>
                  <a:lnTo>
                    <a:pt x="1638474" y="1554618"/>
                  </a:lnTo>
                  <a:lnTo>
                    <a:pt x="1639546" y="1553738"/>
                  </a:lnTo>
                  <a:lnTo>
                    <a:pt x="1640617" y="1552857"/>
                  </a:lnTo>
                  <a:lnTo>
                    <a:pt x="1641689" y="1551975"/>
                  </a:lnTo>
                  <a:lnTo>
                    <a:pt x="1642760" y="1551092"/>
                  </a:lnTo>
                  <a:lnTo>
                    <a:pt x="1643832" y="1550207"/>
                  </a:lnTo>
                  <a:lnTo>
                    <a:pt x="1644904" y="1549322"/>
                  </a:lnTo>
                  <a:lnTo>
                    <a:pt x="1645975" y="1548436"/>
                  </a:lnTo>
                  <a:lnTo>
                    <a:pt x="1647047" y="1547549"/>
                  </a:lnTo>
                  <a:lnTo>
                    <a:pt x="1648118" y="1546660"/>
                  </a:lnTo>
                  <a:lnTo>
                    <a:pt x="1649190" y="1545771"/>
                  </a:lnTo>
                  <a:lnTo>
                    <a:pt x="1650262" y="1544881"/>
                  </a:lnTo>
                  <a:lnTo>
                    <a:pt x="1651333" y="1543989"/>
                  </a:lnTo>
                  <a:lnTo>
                    <a:pt x="1652405" y="1543097"/>
                  </a:lnTo>
                  <a:lnTo>
                    <a:pt x="1653476" y="1542203"/>
                  </a:lnTo>
                  <a:lnTo>
                    <a:pt x="1654548" y="1541309"/>
                  </a:lnTo>
                  <a:lnTo>
                    <a:pt x="1655620" y="1540413"/>
                  </a:lnTo>
                  <a:lnTo>
                    <a:pt x="1656691" y="1539517"/>
                  </a:lnTo>
                  <a:lnTo>
                    <a:pt x="1657763" y="1538361"/>
                  </a:lnTo>
                  <a:lnTo>
                    <a:pt x="1658834" y="1537186"/>
                  </a:lnTo>
                  <a:lnTo>
                    <a:pt x="1659906" y="1536010"/>
                  </a:lnTo>
                  <a:lnTo>
                    <a:pt x="1660978" y="1534835"/>
                  </a:lnTo>
                  <a:lnTo>
                    <a:pt x="1662049" y="1533659"/>
                  </a:lnTo>
                  <a:lnTo>
                    <a:pt x="1663121" y="1532483"/>
                  </a:lnTo>
                  <a:lnTo>
                    <a:pt x="1664192" y="1531307"/>
                  </a:lnTo>
                  <a:lnTo>
                    <a:pt x="1665264" y="1530131"/>
                  </a:lnTo>
                  <a:lnTo>
                    <a:pt x="1666336" y="1528955"/>
                  </a:lnTo>
                  <a:lnTo>
                    <a:pt x="1667407" y="1527778"/>
                  </a:lnTo>
                  <a:lnTo>
                    <a:pt x="1668479" y="1526601"/>
                  </a:lnTo>
                  <a:lnTo>
                    <a:pt x="1669550" y="1525424"/>
                  </a:lnTo>
                  <a:lnTo>
                    <a:pt x="1670622" y="1524247"/>
                  </a:lnTo>
                  <a:lnTo>
                    <a:pt x="1671694" y="1523069"/>
                  </a:lnTo>
                  <a:lnTo>
                    <a:pt x="1672765" y="1521892"/>
                  </a:lnTo>
                  <a:lnTo>
                    <a:pt x="1673837" y="1520714"/>
                  </a:lnTo>
                  <a:lnTo>
                    <a:pt x="1674908" y="1519536"/>
                  </a:lnTo>
                  <a:lnTo>
                    <a:pt x="1675980" y="1518357"/>
                  </a:lnTo>
                  <a:lnTo>
                    <a:pt x="1677052" y="1517179"/>
                  </a:lnTo>
                  <a:lnTo>
                    <a:pt x="1678123" y="1516000"/>
                  </a:lnTo>
                  <a:lnTo>
                    <a:pt x="1679195" y="1514821"/>
                  </a:lnTo>
                  <a:lnTo>
                    <a:pt x="1680266" y="1513641"/>
                  </a:lnTo>
                  <a:lnTo>
                    <a:pt x="1681338" y="1512462"/>
                  </a:lnTo>
                  <a:lnTo>
                    <a:pt x="1682410" y="1511282"/>
                  </a:lnTo>
                  <a:lnTo>
                    <a:pt x="1683481" y="1510102"/>
                  </a:lnTo>
                  <a:lnTo>
                    <a:pt x="1684553" y="1508921"/>
                  </a:lnTo>
                  <a:lnTo>
                    <a:pt x="1685624" y="1507741"/>
                  </a:lnTo>
                  <a:lnTo>
                    <a:pt x="1686696" y="1506560"/>
                  </a:lnTo>
                  <a:lnTo>
                    <a:pt x="1687768" y="1505379"/>
                  </a:lnTo>
                  <a:lnTo>
                    <a:pt x="1688839" y="1504197"/>
                  </a:lnTo>
                  <a:lnTo>
                    <a:pt x="1689911" y="1503016"/>
                  </a:lnTo>
                  <a:lnTo>
                    <a:pt x="1690982" y="1501834"/>
                  </a:lnTo>
                  <a:lnTo>
                    <a:pt x="1692054" y="1500651"/>
                  </a:lnTo>
                  <a:lnTo>
                    <a:pt x="1693126" y="1499469"/>
                  </a:lnTo>
                  <a:lnTo>
                    <a:pt x="1694197" y="1498286"/>
                  </a:lnTo>
                  <a:lnTo>
                    <a:pt x="1695269" y="1497103"/>
                  </a:lnTo>
                  <a:lnTo>
                    <a:pt x="1696340" y="1495919"/>
                  </a:lnTo>
                  <a:lnTo>
                    <a:pt x="1697412" y="1494736"/>
                  </a:lnTo>
                  <a:lnTo>
                    <a:pt x="1698484" y="1493552"/>
                  </a:lnTo>
                  <a:lnTo>
                    <a:pt x="1699555" y="1492367"/>
                  </a:lnTo>
                  <a:lnTo>
                    <a:pt x="1700627" y="1491183"/>
                  </a:lnTo>
                  <a:lnTo>
                    <a:pt x="1701698" y="1489998"/>
                  </a:lnTo>
                  <a:lnTo>
                    <a:pt x="1702770" y="1488812"/>
                  </a:lnTo>
                  <a:lnTo>
                    <a:pt x="1703842" y="1487627"/>
                  </a:lnTo>
                  <a:lnTo>
                    <a:pt x="1704913" y="1486441"/>
                  </a:lnTo>
                  <a:lnTo>
                    <a:pt x="1705985" y="1485254"/>
                  </a:lnTo>
                  <a:lnTo>
                    <a:pt x="1707056" y="1484068"/>
                  </a:lnTo>
                  <a:lnTo>
                    <a:pt x="1708128" y="1482881"/>
                  </a:lnTo>
                  <a:lnTo>
                    <a:pt x="1709200" y="1481693"/>
                  </a:lnTo>
                  <a:lnTo>
                    <a:pt x="1710271" y="1480505"/>
                  </a:lnTo>
                  <a:lnTo>
                    <a:pt x="1711343" y="1479317"/>
                  </a:lnTo>
                  <a:lnTo>
                    <a:pt x="1712414" y="1478129"/>
                  </a:lnTo>
                  <a:lnTo>
                    <a:pt x="1713486" y="1476940"/>
                  </a:lnTo>
                  <a:lnTo>
                    <a:pt x="1714558" y="1475751"/>
                  </a:lnTo>
                  <a:lnTo>
                    <a:pt x="1715629" y="1474561"/>
                  </a:lnTo>
                  <a:lnTo>
                    <a:pt x="1716701" y="1473372"/>
                  </a:lnTo>
                  <a:lnTo>
                    <a:pt x="1717772" y="1472181"/>
                  </a:lnTo>
                  <a:lnTo>
                    <a:pt x="1718844" y="1470991"/>
                  </a:lnTo>
                  <a:lnTo>
                    <a:pt x="1719916" y="1469799"/>
                  </a:lnTo>
                  <a:lnTo>
                    <a:pt x="1720987" y="1468608"/>
                  </a:lnTo>
                  <a:lnTo>
                    <a:pt x="1722059" y="1467416"/>
                  </a:lnTo>
                  <a:lnTo>
                    <a:pt x="1723130" y="1466224"/>
                  </a:lnTo>
                  <a:lnTo>
                    <a:pt x="1724202" y="1465031"/>
                  </a:lnTo>
                  <a:lnTo>
                    <a:pt x="1725274" y="1463838"/>
                  </a:lnTo>
                  <a:lnTo>
                    <a:pt x="1726345" y="1462645"/>
                  </a:lnTo>
                  <a:lnTo>
                    <a:pt x="1727417" y="1461451"/>
                  </a:lnTo>
                  <a:lnTo>
                    <a:pt x="1728488" y="1460256"/>
                  </a:lnTo>
                  <a:lnTo>
                    <a:pt x="1729560" y="1459062"/>
                  </a:lnTo>
                  <a:lnTo>
                    <a:pt x="1730632" y="1457866"/>
                  </a:lnTo>
                  <a:lnTo>
                    <a:pt x="1731703" y="1456671"/>
                  </a:lnTo>
                  <a:lnTo>
                    <a:pt x="1732775" y="1455475"/>
                  </a:lnTo>
                  <a:lnTo>
                    <a:pt x="1733846" y="1454278"/>
                  </a:lnTo>
                  <a:lnTo>
                    <a:pt x="1734918" y="1453081"/>
                  </a:lnTo>
                  <a:lnTo>
                    <a:pt x="1735990" y="1451884"/>
                  </a:lnTo>
                  <a:lnTo>
                    <a:pt x="1737061" y="1450686"/>
                  </a:lnTo>
                  <a:lnTo>
                    <a:pt x="1738133" y="1449488"/>
                  </a:lnTo>
                  <a:lnTo>
                    <a:pt x="1739204" y="1448289"/>
                  </a:lnTo>
                  <a:lnTo>
                    <a:pt x="1740276" y="1447089"/>
                  </a:lnTo>
                  <a:lnTo>
                    <a:pt x="1741348" y="1445890"/>
                  </a:lnTo>
                  <a:lnTo>
                    <a:pt x="1742419" y="1444690"/>
                  </a:lnTo>
                  <a:lnTo>
                    <a:pt x="1743491" y="1443489"/>
                  </a:lnTo>
                  <a:lnTo>
                    <a:pt x="1744562" y="1442288"/>
                  </a:lnTo>
                  <a:lnTo>
                    <a:pt x="1745634" y="1441086"/>
                  </a:lnTo>
                  <a:lnTo>
                    <a:pt x="1746706" y="1439884"/>
                  </a:lnTo>
                  <a:lnTo>
                    <a:pt x="1747777" y="1438681"/>
                  </a:lnTo>
                  <a:lnTo>
                    <a:pt x="1748849" y="1437478"/>
                  </a:lnTo>
                  <a:lnTo>
                    <a:pt x="1749920" y="1436274"/>
                  </a:lnTo>
                  <a:lnTo>
                    <a:pt x="1750992" y="1435070"/>
                  </a:lnTo>
                  <a:lnTo>
                    <a:pt x="1752064" y="1433865"/>
                  </a:lnTo>
                  <a:lnTo>
                    <a:pt x="1753135" y="1432660"/>
                  </a:lnTo>
                  <a:lnTo>
                    <a:pt x="1754207" y="1431455"/>
                  </a:lnTo>
                  <a:lnTo>
                    <a:pt x="1755278" y="1430248"/>
                  </a:lnTo>
                  <a:lnTo>
                    <a:pt x="1756350" y="1429041"/>
                  </a:lnTo>
                  <a:lnTo>
                    <a:pt x="1757422" y="1427834"/>
                  </a:lnTo>
                  <a:lnTo>
                    <a:pt x="1758493" y="1426626"/>
                  </a:lnTo>
                  <a:lnTo>
                    <a:pt x="1759565" y="1425418"/>
                  </a:lnTo>
                  <a:lnTo>
                    <a:pt x="1760636" y="1424209"/>
                  </a:lnTo>
                  <a:lnTo>
                    <a:pt x="1761708" y="1422999"/>
                  </a:lnTo>
                  <a:lnTo>
                    <a:pt x="1762780" y="1421789"/>
                  </a:lnTo>
                  <a:lnTo>
                    <a:pt x="1763851" y="1420579"/>
                  </a:lnTo>
                  <a:lnTo>
                    <a:pt x="1764923" y="1419368"/>
                  </a:lnTo>
                  <a:lnTo>
                    <a:pt x="1765994" y="1418156"/>
                  </a:lnTo>
                  <a:lnTo>
                    <a:pt x="1767066" y="1416944"/>
                  </a:lnTo>
                  <a:lnTo>
                    <a:pt x="1768138" y="1415731"/>
                  </a:lnTo>
                  <a:lnTo>
                    <a:pt x="1769209" y="1414517"/>
                  </a:lnTo>
                  <a:lnTo>
                    <a:pt x="1770281" y="1413303"/>
                  </a:lnTo>
                  <a:lnTo>
                    <a:pt x="1771352" y="1412089"/>
                  </a:lnTo>
                  <a:lnTo>
                    <a:pt x="1772424" y="1410874"/>
                  </a:lnTo>
                  <a:lnTo>
                    <a:pt x="1773496" y="1409658"/>
                  </a:lnTo>
                  <a:lnTo>
                    <a:pt x="1774567" y="1408441"/>
                  </a:lnTo>
                  <a:lnTo>
                    <a:pt x="1775639" y="1407225"/>
                  </a:lnTo>
                  <a:lnTo>
                    <a:pt x="1776710" y="1406007"/>
                  </a:lnTo>
                  <a:lnTo>
                    <a:pt x="1777782" y="1404789"/>
                  </a:lnTo>
                  <a:lnTo>
                    <a:pt x="1778853" y="1403570"/>
                  </a:lnTo>
                  <a:lnTo>
                    <a:pt x="1779925" y="1402351"/>
                  </a:lnTo>
                  <a:lnTo>
                    <a:pt x="1780997" y="1401131"/>
                  </a:lnTo>
                  <a:lnTo>
                    <a:pt x="1782068" y="1399910"/>
                  </a:lnTo>
                  <a:lnTo>
                    <a:pt x="1783140" y="1398689"/>
                  </a:lnTo>
                  <a:lnTo>
                    <a:pt x="1784211" y="1397467"/>
                  </a:lnTo>
                  <a:lnTo>
                    <a:pt x="1785283" y="1396245"/>
                  </a:lnTo>
                  <a:lnTo>
                    <a:pt x="1786355" y="1395022"/>
                  </a:lnTo>
                  <a:lnTo>
                    <a:pt x="1787426" y="1393798"/>
                  </a:lnTo>
                  <a:lnTo>
                    <a:pt x="1788498" y="1392573"/>
                  </a:lnTo>
                  <a:lnTo>
                    <a:pt x="1789569" y="1391348"/>
                  </a:lnTo>
                  <a:lnTo>
                    <a:pt x="1790641" y="1390123"/>
                  </a:lnTo>
                  <a:lnTo>
                    <a:pt x="1791713" y="1388897"/>
                  </a:lnTo>
                  <a:lnTo>
                    <a:pt x="1792784" y="1387670"/>
                  </a:lnTo>
                  <a:lnTo>
                    <a:pt x="1793856" y="1386442"/>
                  </a:lnTo>
                  <a:lnTo>
                    <a:pt x="1794927" y="1385214"/>
                  </a:lnTo>
                  <a:lnTo>
                    <a:pt x="1795999" y="1383985"/>
                  </a:lnTo>
                  <a:lnTo>
                    <a:pt x="1797071" y="1382755"/>
                  </a:lnTo>
                  <a:lnTo>
                    <a:pt x="1798142" y="1381525"/>
                  </a:lnTo>
                  <a:lnTo>
                    <a:pt x="1799214" y="1380294"/>
                  </a:lnTo>
                  <a:lnTo>
                    <a:pt x="1800285" y="1379063"/>
                  </a:lnTo>
                  <a:lnTo>
                    <a:pt x="1801357" y="1377831"/>
                  </a:lnTo>
                  <a:lnTo>
                    <a:pt x="1802429" y="1376598"/>
                  </a:lnTo>
                  <a:lnTo>
                    <a:pt x="1803500" y="1375364"/>
                  </a:lnTo>
                  <a:lnTo>
                    <a:pt x="1804572" y="1374130"/>
                  </a:lnTo>
                  <a:lnTo>
                    <a:pt x="1805643" y="1372895"/>
                  </a:lnTo>
                  <a:lnTo>
                    <a:pt x="1806715" y="1371660"/>
                  </a:lnTo>
                  <a:lnTo>
                    <a:pt x="1807787" y="1370424"/>
                  </a:lnTo>
                  <a:lnTo>
                    <a:pt x="1808858" y="1369187"/>
                  </a:lnTo>
                  <a:lnTo>
                    <a:pt x="1809930" y="1367949"/>
                  </a:lnTo>
                  <a:lnTo>
                    <a:pt x="1811001" y="1366711"/>
                  </a:lnTo>
                  <a:lnTo>
                    <a:pt x="1812073" y="1365472"/>
                  </a:lnTo>
                  <a:lnTo>
                    <a:pt x="1813145" y="1364232"/>
                  </a:lnTo>
                  <a:lnTo>
                    <a:pt x="1814216" y="1362992"/>
                  </a:lnTo>
                  <a:lnTo>
                    <a:pt x="1815288" y="1361751"/>
                  </a:lnTo>
                  <a:lnTo>
                    <a:pt x="1816359" y="1360509"/>
                  </a:lnTo>
                  <a:lnTo>
                    <a:pt x="1817431" y="1359267"/>
                  </a:lnTo>
                  <a:lnTo>
                    <a:pt x="1818503" y="1358024"/>
                  </a:lnTo>
                  <a:lnTo>
                    <a:pt x="1819574" y="1356780"/>
                  </a:lnTo>
                  <a:lnTo>
                    <a:pt x="1820646" y="1355535"/>
                  </a:lnTo>
                  <a:lnTo>
                    <a:pt x="1821717" y="1354290"/>
                  </a:lnTo>
                  <a:lnTo>
                    <a:pt x="1822789" y="1353044"/>
                  </a:lnTo>
                  <a:lnTo>
                    <a:pt x="1823861" y="1351798"/>
                  </a:lnTo>
                  <a:lnTo>
                    <a:pt x="1824932" y="1350550"/>
                  </a:lnTo>
                  <a:lnTo>
                    <a:pt x="1826004" y="1349302"/>
                  </a:lnTo>
                  <a:lnTo>
                    <a:pt x="1827075" y="1348053"/>
                  </a:lnTo>
                  <a:lnTo>
                    <a:pt x="1828147" y="1346804"/>
                  </a:lnTo>
                  <a:lnTo>
                    <a:pt x="1829219" y="1345554"/>
                  </a:lnTo>
                  <a:lnTo>
                    <a:pt x="1830290" y="1344303"/>
                  </a:lnTo>
                  <a:lnTo>
                    <a:pt x="1831362" y="1343051"/>
                  </a:lnTo>
                  <a:lnTo>
                    <a:pt x="1832433" y="1341799"/>
                  </a:lnTo>
                  <a:lnTo>
                    <a:pt x="1833505" y="1340546"/>
                  </a:lnTo>
                  <a:lnTo>
                    <a:pt x="1834577" y="1339292"/>
                  </a:lnTo>
                  <a:lnTo>
                    <a:pt x="1835648" y="1338038"/>
                  </a:lnTo>
                  <a:lnTo>
                    <a:pt x="1836720" y="1336782"/>
                  </a:lnTo>
                  <a:lnTo>
                    <a:pt x="1837791" y="1335527"/>
                  </a:lnTo>
                  <a:lnTo>
                    <a:pt x="1838863" y="1334270"/>
                  </a:lnTo>
                  <a:lnTo>
                    <a:pt x="1839935" y="1333013"/>
                  </a:lnTo>
                  <a:lnTo>
                    <a:pt x="1841006" y="1331754"/>
                  </a:lnTo>
                  <a:lnTo>
                    <a:pt x="1842078" y="1330496"/>
                  </a:lnTo>
                  <a:lnTo>
                    <a:pt x="1843149" y="1329236"/>
                  </a:lnTo>
                  <a:lnTo>
                    <a:pt x="1844221" y="1327976"/>
                  </a:lnTo>
                  <a:lnTo>
                    <a:pt x="1845293" y="1326715"/>
                  </a:lnTo>
                  <a:lnTo>
                    <a:pt x="1846364" y="1325453"/>
                  </a:lnTo>
                  <a:lnTo>
                    <a:pt x="1847436" y="1324191"/>
                  </a:lnTo>
                  <a:lnTo>
                    <a:pt x="1848507" y="1322928"/>
                  </a:lnTo>
                  <a:lnTo>
                    <a:pt x="1849579" y="1321664"/>
                  </a:lnTo>
                  <a:lnTo>
                    <a:pt x="1850651" y="1320399"/>
                  </a:lnTo>
                  <a:lnTo>
                    <a:pt x="1851722" y="1319134"/>
                  </a:lnTo>
                  <a:lnTo>
                    <a:pt x="1852794" y="1317868"/>
                  </a:lnTo>
                  <a:lnTo>
                    <a:pt x="1853865" y="1316601"/>
                  </a:lnTo>
                  <a:lnTo>
                    <a:pt x="1854937" y="1315334"/>
                  </a:lnTo>
                  <a:lnTo>
                    <a:pt x="1856009" y="1314066"/>
                  </a:lnTo>
                  <a:lnTo>
                    <a:pt x="1857080" y="1312797"/>
                  </a:lnTo>
                  <a:lnTo>
                    <a:pt x="1858152" y="1311527"/>
                  </a:lnTo>
                  <a:lnTo>
                    <a:pt x="1859223" y="1310257"/>
                  </a:lnTo>
                  <a:lnTo>
                    <a:pt x="1860295" y="1308986"/>
                  </a:lnTo>
                  <a:lnTo>
                    <a:pt x="1861367" y="1307714"/>
                  </a:lnTo>
                  <a:lnTo>
                    <a:pt x="1862438" y="1306442"/>
                  </a:lnTo>
                  <a:lnTo>
                    <a:pt x="1863510" y="1305169"/>
                  </a:lnTo>
                  <a:lnTo>
                    <a:pt x="1864581" y="1303895"/>
                  </a:lnTo>
                  <a:lnTo>
                    <a:pt x="1865653" y="1302620"/>
                  </a:lnTo>
                  <a:lnTo>
                    <a:pt x="1866725" y="1301345"/>
                  </a:lnTo>
                  <a:lnTo>
                    <a:pt x="1867796" y="1300069"/>
                  </a:lnTo>
                  <a:lnTo>
                    <a:pt x="1868868" y="1298792"/>
                  </a:lnTo>
                  <a:lnTo>
                    <a:pt x="1869939" y="1297515"/>
                  </a:lnTo>
                  <a:lnTo>
                    <a:pt x="1871011" y="1296236"/>
                  </a:lnTo>
                  <a:lnTo>
                    <a:pt x="1872083" y="1294957"/>
                  </a:lnTo>
                  <a:lnTo>
                    <a:pt x="1873154" y="1293678"/>
                  </a:lnTo>
                  <a:lnTo>
                    <a:pt x="1874226" y="1292398"/>
                  </a:lnTo>
                  <a:lnTo>
                    <a:pt x="1875297" y="1291117"/>
                  </a:lnTo>
                  <a:lnTo>
                    <a:pt x="1876369" y="1289835"/>
                  </a:lnTo>
                  <a:lnTo>
                    <a:pt x="1877441" y="1288553"/>
                  </a:lnTo>
                  <a:lnTo>
                    <a:pt x="1878512" y="1287269"/>
                  </a:lnTo>
                  <a:lnTo>
                    <a:pt x="1879584" y="1285986"/>
                  </a:lnTo>
                  <a:lnTo>
                    <a:pt x="1880655" y="1284701"/>
                  </a:lnTo>
                  <a:lnTo>
                    <a:pt x="1881727" y="1283416"/>
                  </a:lnTo>
                  <a:lnTo>
                    <a:pt x="1882799" y="1282130"/>
                  </a:lnTo>
                  <a:lnTo>
                    <a:pt x="1883870" y="1280844"/>
                  </a:lnTo>
                  <a:lnTo>
                    <a:pt x="1884942" y="1279556"/>
                  </a:lnTo>
                  <a:lnTo>
                    <a:pt x="1886013" y="1278268"/>
                  </a:lnTo>
                  <a:lnTo>
                    <a:pt x="1887085" y="1276980"/>
                  </a:lnTo>
                  <a:lnTo>
                    <a:pt x="1888157" y="1275691"/>
                  </a:lnTo>
                  <a:lnTo>
                    <a:pt x="1889228" y="1274401"/>
                  </a:lnTo>
                  <a:lnTo>
                    <a:pt x="1890300" y="1273110"/>
                  </a:lnTo>
                  <a:lnTo>
                    <a:pt x="1891371" y="1271819"/>
                  </a:lnTo>
                  <a:lnTo>
                    <a:pt x="1892443" y="1270527"/>
                  </a:lnTo>
                  <a:lnTo>
                    <a:pt x="1893515" y="1269234"/>
                  </a:lnTo>
                  <a:lnTo>
                    <a:pt x="1894586" y="1267941"/>
                  </a:lnTo>
                  <a:lnTo>
                    <a:pt x="1895658" y="1266647"/>
                  </a:lnTo>
                  <a:lnTo>
                    <a:pt x="1896729" y="1265352"/>
                  </a:lnTo>
                  <a:lnTo>
                    <a:pt x="1897801" y="1264057"/>
                  </a:lnTo>
                  <a:lnTo>
                    <a:pt x="1898873" y="1262761"/>
                  </a:lnTo>
                  <a:lnTo>
                    <a:pt x="1899944" y="1261464"/>
                  </a:lnTo>
                  <a:lnTo>
                    <a:pt x="1901016" y="1260167"/>
                  </a:lnTo>
                  <a:lnTo>
                    <a:pt x="1902087" y="1258869"/>
                  </a:lnTo>
                  <a:lnTo>
                    <a:pt x="1903159" y="1257570"/>
                  </a:lnTo>
                  <a:lnTo>
                    <a:pt x="1904231" y="1256271"/>
                  </a:lnTo>
                  <a:lnTo>
                    <a:pt x="1905302" y="1254971"/>
                  </a:lnTo>
                  <a:lnTo>
                    <a:pt x="1906374" y="1253671"/>
                  </a:lnTo>
                  <a:lnTo>
                    <a:pt x="1907445" y="1252370"/>
                  </a:lnTo>
                  <a:lnTo>
                    <a:pt x="1908517" y="1251068"/>
                  </a:lnTo>
                  <a:lnTo>
                    <a:pt x="1909589" y="1249766"/>
                  </a:lnTo>
                  <a:lnTo>
                    <a:pt x="1910660" y="1248463"/>
                  </a:lnTo>
                  <a:lnTo>
                    <a:pt x="1911732" y="1247159"/>
                  </a:lnTo>
                  <a:lnTo>
                    <a:pt x="1912803" y="1245855"/>
                  </a:lnTo>
                  <a:lnTo>
                    <a:pt x="1913875" y="1244550"/>
                  </a:lnTo>
                  <a:lnTo>
                    <a:pt x="1914947" y="1243244"/>
                  </a:lnTo>
                  <a:lnTo>
                    <a:pt x="1916018" y="1241938"/>
                  </a:lnTo>
                  <a:lnTo>
                    <a:pt x="1917090" y="1240632"/>
                  </a:lnTo>
                  <a:lnTo>
                    <a:pt x="1918161" y="1239324"/>
                  </a:lnTo>
                  <a:lnTo>
                    <a:pt x="1919233" y="1238017"/>
                  </a:lnTo>
                  <a:lnTo>
                    <a:pt x="1920305" y="1236708"/>
                  </a:lnTo>
                  <a:lnTo>
                    <a:pt x="1921376" y="1235399"/>
                  </a:lnTo>
                  <a:lnTo>
                    <a:pt x="1922448" y="1234090"/>
                  </a:lnTo>
                  <a:lnTo>
                    <a:pt x="1923519" y="1232779"/>
                  </a:lnTo>
                  <a:lnTo>
                    <a:pt x="1924591" y="1231469"/>
                  </a:lnTo>
                  <a:lnTo>
                    <a:pt x="1925663" y="1230157"/>
                  </a:lnTo>
                  <a:lnTo>
                    <a:pt x="1926734" y="1228845"/>
                  </a:lnTo>
                  <a:lnTo>
                    <a:pt x="1927806" y="1227533"/>
                  </a:lnTo>
                  <a:lnTo>
                    <a:pt x="1928877" y="1226220"/>
                  </a:lnTo>
                  <a:lnTo>
                    <a:pt x="1929949" y="1224906"/>
                  </a:lnTo>
                  <a:lnTo>
                    <a:pt x="1931021" y="1223592"/>
                  </a:lnTo>
                  <a:lnTo>
                    <a:pt x="1932092" y="1222277"/>
                  </a:lnTo>
                  <a:lnTo>
                    <a:pt x="1933164" y="1220962"/>
                  </a:lnTo>
                  <a:lnTo>
                    <a:pt x="1934235" y="1219646"/>
                  </a:lnTo>
                  <a:lnTo>
                    <a:pt x="1935307" y="1218330"/>
                  </a:lnTo>
                  <a:lnTo>
                    <a:pt x="1936379" y="1217013"/>
                  </a:lnTo>
                  <a:lnTo>
                    <a:pt x="1937450" y="1215696"/>
                  </a:lnTo>
                  <a:lnTo>
                    <a:pt x="1938522" y="1214378"/>
                  </a:lnTo>
                  <a:lnTo>
                    <a:pt x="1939593" y="1213059"/>
                  </a:lnTo>
                  <a:lnTo>
                    <a:pt x="1940665" y="1211741"/>
                  </a:lnTo>
                  <a:lnTo>
                    <a:pt x="1941737" y="1210421"/>
                  </a:lnTo>
                  <a:lnTo>
                    <a:pt x="1942808" y="1209101"/>
                  </a:lnTo>
                  <a:lnTo>
                    <a:pt x="1943880" y="1207781"/>
                  </a:lnTo>
                  <a:lnTo>
                    <a:pt x="1944951" y="1206460"/>
                  </a:lnTo>
                  <a:lnTo>
                    <a:pt x="1946023" y="1205138"/>
                  </a:lnTo>
                  <a:lnTo>
                    <a:pt x="1947095" y="1203817"/>
                  </a:lnTo>
                  <a:lnTo>
                    <a:pt x="1948166" y="1202494"/>
                  </a:lnTo>
                  <a:lnTo>
                    <a:pt x="1949238" y="1201171"/>
                  </a:lnTo>
                  <a:lnTo>
                    <a:pt x="1950309" y="1199848"/>
                  </a:lnTo>
                  <a:lnTo>
                    <a:pt x="1951381" y="1198524"/>
                  </a:lnTo>
                  <a:lnTo>
                    <a:pt x="1952453" y="1197200"/>
                  </a:lnTo>
                  <a:lnTo>
                    <a:pt x="1953524" y="1195875"/>
                  </a:lnTo>
                  <a:lnTo>
                    <a:pt x="1954596" y="1194550"/>
                  </a:lnTo>
                  <a:lnTo>
                    <a:pt x="1955667" y="1193225"/>
                  </a:lnTo>
                  <a:lnTo>
                    <a:pt x="1956739" y="1191899"/>
                  </a:lnTo>
                  <a:lnTo>
                    <a:pt x="1957810" y="1190572"/>
                  </a:lnTo>
                  <a:lnTo>
                    <a:pt x="1958882" y="1189245"/>
                  </a:lnTo>
                  <a:lnTo>
                    <a:pt x="1959954" y="1187918"/>
                  </a:lnTo>
                  <a:lnTo>
                    <a:pt x="1961025" y="1186591"/>
                  </a:lnTo>
                  <a:lnTo>
                    <a:pt x="1962097" y="1185262"/>
                  </a:lnTo>
                  <a:lnTo>
                    <a:pt x="1963168" y="1183934"/>
                  </a:lnTo>
                  <a:lnTo>
                    <a:pt x="1964240" y="1182605"/>
                  </a:lnTo>
                  <a:lnTo>
                    <a:pt x="1965312" y="1181276"/>
                  </a:lnTo>
                  <a:lnTo>
                    <a:pt x="1966383" y="1179946"/>
                  </a:lnTo>
                  <a:lnTo>
                    <a:pt x="1967455" y="1178616"/>
                  </a:lnTo>
                  <a:lnTo>
                    <a:pt x="1968526" y="1177286"/>
                  </a:lnTo>
                  <a:lnTo>
                    <a:pt x="1969598" y="1175955"/>
                  </a:lnTo>
                  <a:lnTo>
                    <a:pt x="1970670" y="1174624"/>
                  </a:lnTo>
                  <a:lnTo>
                    <a:pt x="1971741" y="1173292"/>
                  </a:lnTo>
                  <a:lnTo>
                    <a:pt x="1972813" y="1171960"/>
                  </a:lnTo>
                  <a:lnTo>
                    <a:pt x="1973884" y="1170628"/>
                  </a:lnTo>
                  <a:lnTo>
                    <a:pt x="1974956" y="1169296"/>
                  </a:lnTo>
                  <a:lnTo>
                    <a:pt x="1976028" y="1167963"/>
                  </a:lnTo>
                  <a:lnTo>
                    <a:pt x="1977099" y="1166630"/>
                  </a:lnTo>
                  <a:lnTo>
                    <a:pt x="1978171" y="1165296"/>
                  </a:lnTo>
                  <a:lnTo>
                    <a:pt x="1979242" y="1163962"/>
                  </a:lnTo>
                  <a:lnTo>
                    <a:pt x="1980314" y="1162628"/>
                  </a:lnTo>
                  <a:lnTo>
                    <a:pt x="1981386" y="1161294"/>
                  </a:lnTo>
                  <a:lnTo>
                    <a:pt x="1982457" y="1159959"/>
                  </a:lnTo>
                  <a:lnTo>
                    <a:pt x="1983529" y="1158624"/>
                  </a:lnTo>
                  <a:lnTo>
                    <a:pt x="1984600" y="1157289"/>
                  </a:lnTo>
                  <a:lnTo>
                    <a:pt x="1985672" y="1155953"/>
                  </a:lnTo>
                  <a:lnTo>
                    <a:pt x="1986744" y="1154617"/>
                  </a:lnTo>
                  <a:lnTo>
                    <a:pt x="1987815" y="1153281"/>
                  </a:lnTo>
                  <a:lnTo>
                    <a:pt x="1988887" y="1151945"/>
                  </a:lnTo>
                  <a:lnTo>
                    <a:pt x="1989958" y="1150608"/>
                  </a:lnTo>
                  <a:lnTo>
                    <a:pt x="1991030" y="1149271"/>
                  </a:lnTo>
                  <a:lnTo>
                    <a:pt x="1992102" y="1147934"/>
                  </a:lnTo>
                  <a:lnTo>
                    <a:pt x="1993173" y="1146597"/>
                  </a:lnTo>
                  <a:lnTo>
                    <a:pt x="1994245" y="1145259"/>
                  </a:lnTo>
                  <a:lnTo>
                    <a:pt x="1995316" y="1143922"/>
                  </a:lnTo>
                  <a:lnTo>
                    <a:pt x="1996388" y="1142584"/>
                  </a:lnTo>
                  <a:lnTo>
                    <a:pt x="1997460" y="1141245"/>
                  </a:lnTo>
                  <a:lnTo>
                    <a:pt x="1998531" y="1139907"/>
                  </a:lnTo>
                  <a:lnTo>
                    <a:pt x="1999603" y="1138569"/>
                  </a:lnTo>
                  <a:lnTo>
                    <a:pt x="2000674" y="1137230"/>
                  </a:lnTo>
                  <a:lnTo>
                    <a:pt x="2001746" y="1135891"/>
                  </a:lnTo>
                  <a:lnTo>
                    <a:pt x="2002818" y="1134552"/>
                  </a:lnTo>
                  <a:lnTo>
                    <a:pt x="2003889" y="1133213"/>
                  </a:lnTo>
                  <a:lnTo>
                    <a:pt x="2004961" y="1131873"/>
                  </a:lnTo>
                  <a:lnTo>
                    <a:pt x="2006032" y="1130534"/>
                  </a:lnTo>
                  <a:lnTo>
                    <a:pt x="2007104" y="1129194"/>
                  </a:lnTo>
                  <a:lnTo>
                    <a:pt x="2008176" y="1127854"/>
                  </a:lnTo>
                  <a:lnTo>
                    <a:pt x="2009247" y="1126514"/>
                  </a:lnTo>
                  <a:lnTo>
                    <a:pt x="2010319" y="1125174"/>
                  </a:lnTo>
                  <a:lnTo>
                    <a:pt x="2011390" y="1123834"/>
                  </a:lnTo>
                  <a:lnTo>
                    <a:pt x="2012462" y="1122494"/>
                  </a:lnTo>
                  <a:lnTo>
                    <a:pt x="2013534" y="1121153"/>
                  </a:lnTo>
                  <a:lnTo>
                    <a:pt x="2014605" y="1119813"/>
                  </a:lnTo>
                  <a:lnTo>
                    <a:pt x="2015677" y="1118473"/>
                  </a:lnTo>
                  <a:lnTo>
                    <a:pt x="2016748" y="1117132"/>
                  </a:lnTo>
                  <a:lnTo>
                    <a:pt x="2017820" y="1115791"/>
                  </a:lnTo>
                  <a:lnTo>
                    <a:pt x="2018892" y="1114451"/>
                  </a:lnTo>
                  <a:lnTo>
                    <a:pt x="2019963" y="1113110"/>
                  </a:lnTo>
                  <a:lnTo>
                    <a:pt x="2021035" y="1111769"/>
                  </a:lnTo>
                  <a:lnTo>
                    <a:pt x="2022106" y="1110428"/>
                  </a:lnTo>
                  <a:lnTo>
                    <a:pt x="2023178" y="1109087"/>
                  </a:lnTo>
                  <a:lnTo>
                    <a:pt x="2024250" y="1107746"/>
                  </a:lnTo>
                  <a:lnTo>
                    <a:pt x="2025321" y="1106406"/>
                  </a:lnTo>
                  <a:lnTo>
                    <a:pt x="2026393" y="1105065"/>
                  </a:lnTo>
                  <a:lnTo>
                    <a:pt x="2027464" y="1103724"/>
                  </a:lnTo>
                  <a:lnTo>
                    <a:pt x="2028536" y="1102383"/>
                  </a:lnTo>
                  <a:lnTo>
                    <a:pt x="2029608" y="1101042"/>
                  </a:lnTo>
                  <a:lnTo>
                    <a:pt x="2030679" y="1099701"/>
                  </a:lnTo>
                  <a:lnTo>
                    <a:pt x="2031751" y="1098360"/>
                  </a:lnTo>
                  <a:lnTo>
                    <a:pt x="2032822" y="1097020"/>
                  </a:lnTo>
                  <a:lnTo>
                    <a:pt x="2033894" y="1095679"/>
                  </a:lnTo>
                  <a:lnTo>
                    <a:pt x="2034966" y="1094338"/>
                  </a:lnTo>
                  <a:lnTo>
                    <a:pt x="2036037" y="1092998"/>
                  </a:lnTo>
                  <a:lnTo>
                    <a:pt x="2037109" y="1091657"/>
                  </a:lnTo>
                  <a:lnTo>
                    <a:pt x="2038180" y="1090317"/>
                  </a:lnTo>
                  <a:lnTo>
                    <a:pt x="2039252" y="1088976"/>
                  </a:lnTo>
                  <a:lnTo>
                    <a:pt x="2040324" y="1087636"/>
                  </a:lnTo>
                  <a:lnTo>
                    <a:pt x="2041395" y="1086296"/>
                  </a:lnTo>
                  <a:lnTo>
                    <a:pt x="2042467" y="1084956"/>
                  </a:lnTo>
                  <a:lnTo>
                    <a:pt x="2043538" y="1083616"/>
                  </a:lnTo>
                  <a:lnTo>
                    <a:pt x="2044610" y="1082277"/>
                  </a:lnTo>
                  <a:lnTo>
                    <a:pt x="2045682" y="1080937"/>
                  </a:lnTo>
                  <a:lnTo>
                    <a:pt x="2046753" y="1079598"/>
                  </a:lnTo>
                  <a:lnTo>
                    <a:pt x="2047825" y="1078258"/>
                  </a:lnTo>
                  <a:lnTo>
                    <a:pt x="2048896" y="1076919"/>
                  </a:lnTo>
                  <a:lnTo>
                    <a:pt x="2049968" y="1075580"/>
                  </a:lnTo>
                  <a:lnTo>
                    <a:pt x="2051040" y="1074241"/>
                  </a:lnTo>
                  <a:lnTo>
                    <a:pt x="2052111" y="1072903"/>
                  </a:lnTo>
                  <a:lnTo>
                    <a:pt x="2053183" y="1071565"/>
                  </a:lnTo>
                  <a:lnTo>
                    <a:pt x="2054254" y="1070226"/>
                  </a:lnTo>
                  <a:lnTo>
                    <a:pt x="2055326" y="1068889"/>
                  </a:lnTo>
                  <a:lnTo>
                    <a:pt x="2056398" y="1067551"/>
                  </a:lnTo>
                  <a:lnTo>
                    <a:pt x="2057469" y="1066213"/>
                  </a:lnTo>
                  <a:lnTo>
                    <a:pt x="2058541" y="1064876"/>
                  </a:lnTo>
                  <a:lnTo>
                    <a:pt x="2059612" y="1063539"/>
                  </a:lnTo>
                  <a:lnTo>
                    <a:pt x="2060684" y="1062203"/>
                  </a:lnTo>
                  <a:lnTo>
                    <a:pt x="2061756" y="1060866"/>
                  </a:lnTo>
                  <a:lnTo>
                    <a:pt x="2062827" y="1059530"/>
                  </a:lnTo>
                  <a:lnTo>
                    <a:pt x="2063899" y="1058194"/>
                  </a:lnTo>
                  <a:lnTo>
                    <a:pt x="2064970" y="1056859"/>
                  </a:lnTo>
                  <a:lnTo>
                    <a:pt x="2066042" y="1055523"/>
                  </a:lnTo>
                  <a:lnTo>
                    <a:pt x="2067114" y="1054188"/>
                  </a:lnTo>
                  <a:lnTo>
                    <a:pt x="2068185" y="1052854"/>
                  </a:lnTo>
                  <a:lnTo>
                    <a:pt x="2069257" y="1051520"/>
                  </a:lnTo>
                  <a:lnTo>
                    <a:pt x="2070328" y="1050186"/>
                  </a:lnTo>
                  <a:lnTo>
                    <a:pt x="2071400" y="1048852"/>
                  </a:lnTo>
                  <a:lnTo>
                    <a:pt x="2072472" y="1047519"/>
                  </a:lnTo>
                  <a:lnTo>
                    <a:pt x="2073543" y="1046186"/>
                  </a:lnTo>
                  <a:lnTo>
                    <a:pt x="2074615" y="1044854"/>
                  </a:lnTo>
                  <a:lnTo>
                    <a:pt x="2075686" y="1043521"/>
                  </a:lnTo>
                  <a:lnTo>
                    <a:pt x="2076758" y="1042190"/>
                  </a:lnTo>
                  <a:lnTo>
                    <a:pt x="2077830" y="1040859"/>
                  </a:lnTo>
                  <a:lnTo>
                    <a:pt x="2078901" y="1039528"/>
                  </a:lnTo>
                  <a:lnTo>
                    <a:pt x="2079973" y="1038197"/>
                  </a:lnTo>
                  <a:lnTo>
                    <a:pt x="2081044" y="1036867"/>
                  </a:lnTo>
                  <a:lnTo>
                    <a:pt x="2082116" y="1035538"/>
                  </a:lnTo>
                  <a:lnTo>
                    <a:pt x="2083188" y="1034209"/>
                  </a:lnTo>
                  <a:lnTo>
                    <a:pt x="2084259" y="1032880"/>
                  </a:lnTo>
                  <a:lnTo>
                    <a:pt x="2085331" y="1031552"/>
                  </a:lnTo>
                  <a:lnTo>
                    <a:pt x="2086402" y="1030224"/>
                  </a:lnTo>
                  <a:lnTo>
                    <a:pt x="2087474" y="1028897"/>
                  </a:lnTo>
                  <a:lnTo>
                    <a:pt x="2088546" y="1027570"/>
                  </a:lnTo>
                  <a:lnTo>
                    <a:pt x="2089617" y="1026244"/>
                  </a:lnTo>
                  <a:lnTo>
                    <a:pt x="2090689" y="1024919"/>
                  </a:lnTo>
                  <a:lnTo>
                    <a:pt x="2091760" y="1023593"/>
                  </a:lnTo>
                  <a:lnTo>
                    <a:pt x="2092832" y="1022269"/>
                  </a:lnTo>
                  <a:lnTo>
                    <a:pt x="2093904" y="1020945"/>
                  </a:lnTo>
                  <a:lnTo>
                    <a:pt x="2094975" y="1019621"/>
                  </a:lnTo>
                  <a:lnTo>
                    <a:pt x="2096047" y="1018298"/>
                  </a:lnTo>
                  <a:lnTo>
                    <a:pt x="2097118" y="1016976"/>
                  </a:lnTo>
                  <a:lnTo>
                    <a:pt x="2098190" y="1015654"/>
                  </a:lnTo>
                  <a:lnTo>
                    <a:pt x="2099262" y="1014333"/>
                  </a:lnTo>
                  <a:lnTo>
                    <a:pt x="2100333" y="1013013"/>
                  </a:lnTo>
                  <a:lnTo>
                    <a:pt x="2101405" y="1011693"/>
                  </a:lnTo>
                  <a:lnTo>
                    <a:pt x="2102476" y="1010374"/>
                  </a:lnTo>
                  <a:lnTo>
                    <a:pt x="2103548" y="1009055"/>
                  </a:lnTo>
                  <a:lnTo>
                    <a:pt x="2104620" y="1007737"/>
                  </a:lnTo>
                  <a:lnTo>
                    <a:pt x="2105691" y="1006420"/>
                  </a:lnTo>
                  <a:lnTo>
                    <a:pt x="2106763" y="1005103"/>
                  </a:lnTo>
                  <a:lnTo>
                    <a:pt x="2107834" y="1003787"/>
                  </a:lnTo>
                  <a:lnTo>
                    <a:pt x="2108906" y="1002472"/>
                  </a:lnTo>
                  <a:lnTo>
                    <a:pt x="2109978" y="1001157"/>
                  </a:lnTo>
                  <a:lnTo>
                    <a:pt x="2111049" y="999843"/>
                  </a:lnTo>
                  <a:lnTo>
                    <a:pt x="2112121" y="998530"/>
                  </a:lnTo>
                  <a:lnTo>
                    <a:pt x="2113192" y="997218"/>
                  </a:lnTo>
                  <a:lnTo>
                    <a:pt x="2114264" y="995906"/>
                  </a:lnTo>
                  <a:lnTo>
                    <a:pt x="2115336" y="994595"/>
                  </a:lnTo>
                  <a:lnTo>
                    <a:pt x="2116407" y="993285"/>
                  </a:lnTo>
                  <a:lnTo>
                    <a:pt x="2117479" y="991975"/>
                  </a:lnTo>
                  <a:lnTo>
                    <a:pt x="2118550" y="990667"/>
                  </a:lnTo>
                  <a:lnTo>
                    <a:pt x="2119622" y="989359"/>
                  </a:lnTo>
                  <a:lnTo>
                    <a:pt x="2120694" y="988052"/>
                  </a:lnTo>
                  <a:lnTo>
                    <a:pt x="2121765" y="986745"/>
                  </a:lnTo>
                  <a:lnTo>
                    <a:pt x="2122837" y="985440"/>
                  </a:lnTo>
                  <a:lnTo>
                    <a:pt x="2123908" y="984135"/>
                  </a:lnTo>
                  <a:lnTo>
                    <a:pt x="2124980" y="982832"/>
                  </a:lnTo>
                  <a:lnTo>
                    <a:pt x="2126052" y="981529"/>
                  </a:lnTo>
                  <a:lnTo>
                    <a:pt x="2127123" y="980227"/>
                  </a:lnTo>
                  <a:lnTo>
                    <a:pt x="2128195" y="978925"/>
                  </a:lnTo>
                  <a:lnTo>
                    <a:pt x="2129266" y="977625"/>
                  </a:lnTo>
                  <a:lnTo>
                    <a:pt x="2130338" y="976326"/>
                  </a:lnTo>
                  <a:lnTo>
                    <a:pt x="2131409" y="975027"/>
                  </a:lnTo>
                  <a:lnTo>
                    <a:pt x="2132481" y="973729"/>
                  </a:lnTo>
                  <a:lnTo>
                    <a:pt x="2133553" y="972433"/>
                  </a:lnTo>
                  <a:lnTo>
                    <a:pt x="2134624" y="971137"/>
                  </a:lnTo>
                  <a:lnTo>
                    <a:pt x="2135696" y="969842"/>
                  </a:lnTo>
                  <a:lnTo>
                    <a:pt x="2136767" y="968548"/>
                  </a:lnTo>
                  <a:lnTo>
                    <a:pt x="2137839" y="967255"/>
                  </a:lnTo>
                  <a:lnTo>
                    <a:pt x="2138911" y="965964"/>
                  </a:lnTo>
                  <a:lnTo>
                    <a:pt x="2139982" y="964673"/>
                  </a:lnTo>
                  <a:lnTo>
                    <a:pt x="2141054" y="963383"/>
                  </a:lnTo>
                  <a:lnTo>
                    <a:pt x="2142125" y="962094"/>
                  </a:lnTo>
                  <a:lnTo>
                    <a:pt x="2143197" y="960806"/>
                  </a:lnTo>
                  <a:lnTo>
                    <a:pt x="2144269" y="959519"/>
                  </a:lnTo>
                  <a:lnTo>
                    <a:pt x="2145340" y="958233"/>
                  </a:lnTo>
                  <a:lnTo>
                    <a:pt x="2146412" y="956948"/>
                  </a:lnTo>
                  <a:lnTo>
                    <a:pt x="2147483" y="955665"/>
                  </a:lnTo>
                  <a:lnTo>
                    <a:pt x="2148555" y="954382"/>
                  </a:lnTo>
                  <a:lnTo>
                    <a:pt x="2149627" y="953101"/>
                  </a:lnTo>
                  <a:lnTo>
                    <a:pt x="2150698" y="951820"/>
                  </a:lnTo>
                  <a:lnTo>
                    <a:pt x="2151770" y="950541"/>
                  </a:lnTo>
                  <a:lnTo>
                    <a:pt x="2152841" y="949263"/>
                  </a:lnTo>
                  <a:lnTo>
                    <a:pt x="2153913" y="947985"/>
                  </a:lnTo>
                  <a:lnTo>
                    <a:pt x="2154985" y="946709"/>
                  </a:lnTo>
                  <a:lnTo>
                    <a:pt x="2156056" y="945435"/>
                  </a:lnTo>
                  <a:lnTo>
                    <a:pt x="2157128" y="944161"/>
                  </a:lnTo>
                  <a:lnTo>
                    <a:pt x="2158199" y="942889"/>
                  </a:lnTo>
                  <a:lnTo>
                    <a:pt x="2159271" y="941617"/>
                  </a:lnTo>
                  <a:lnTo>
                    <a:pt x="2160343" y="940347"/>
                  </a:lnTo>
                  <a:lnTo>
                    <a:pt x="2161414" y="939078"/>
                  </a:lnTo>
                  <a:lnTo>
                    <a:pt x="2162486" y="937811"/>
                  </a:lnTo>
                  <a:lnTo>
                    <a:pt x="2163557" y="936544"/>
                  </a:lnTo>
                  <a:lnTo>
                    <a:pt x="2164629" y="935279"/>
                  </a:lnTo>
                  <a:lnTo>
                    <a:pt x="2165701" y="934015"/>
                  </a:lnTo>
                  <a:lnTo>
                    <a:pt x="2166772" y="932752"/>
                  </a:lnTo>
                  <a:lnTo>
                    <a:pt x="2167844" y="931491"/>
                  </a:lnTo>
                  <a:lnTo>
                    <a:pt x="2168915" y="930231"/>
                  </a:lnTo>
                  <a:lnTo>
                    <a:pt x="2169987" y="928972"/>
                  </a:lnTo>
                  <a:lnTo>
                    <a:pt x="2171059" y="927714"/>
                  </a:lnTo>
                  <a:lnTo>
                    <a:pt x="2172130" y="926458"/>
                  </a:lnTo>
                  <a:lnTo>
                    <a:pt x="2173202" y="925203"/>
                  </a:lnTo>
                  <a:lnTo>
                    <a:pt x="2174273" y="923949"/>
                  </a:lnTo>
                  <a:lnTo>
                    <a:pt x="2175345" y="922697"/>
                  </a:lnTo>
                  <a:lnTo>
                    <a:pt x="2176417" y="921446"/>
                  </a:lnTo>
                  <a:lnTo>
                    <a:pt x="2177488" y="920197"/>
                  </a:lnTo>
                  <a:lnTo>
                    <a:pt x="2178560" y="918949"/>
                  </a:lnTo>
                  <a:lnTo>
                    <a:pt x="2179631" y="917702"/>
                  </a:lnTo>
                  <a:lnTo>
                    <a:pt x="2180703" y="916457"/>
                  </a:lnTo>
                  <a:lnTo>
                    <a:pt x="2181775" y="915213"/>
                  </a:lnTo>
                  <a:lnTo>
                    <a:pt x="2182846" y="913970"/>
                  </a:lnTo>
                  <a:lnTo>
                    <a:pt x="2183918" y="912729"/>
                  </a:lnTo>
                  <a:lnTo>
                    <a:pt x="2184989" y="911490"/>
                  </a:lnTo>
                  <a:lnTo>
                    <a:pt x="2186061" y="910252"/>
                  </a:lnTo>
                  <a:lnTo>
                    <a:pt x="2187133" y="909015"/>
                  </a:lnTo>
                  <a:lnTo>
                    <a:pt x="2188204" y="907780"/>
                  </a:lnTo>
                  <a:lnTo>
                    <a:pt x="2189276" y="906546"/>
                  </a:lnTo>
                  <a:lnTo>
                    <a:pt x="2190347" y="905314"/>
                  </a:lnTo>
                  <a:lnTo>
                    <a:pt x="2191419" y="904083"/>
                  </a:lnTo>
                  <a:lnTo>
                    <a:pt x="2192491" y="902854"/>
                  </a:lnTo>
                  <a:lnTo>
                    <a:pt x="2193562" y="901626"/>
                  </a:lnTo>
                  <a:lnTo>
                    <a:pt x="2194634" y="900400"/>
                  </a:lnTo>
                  <a:lnTo>
                    <a:pt x="2195705" y="899176"/>
                  </a:lnTo>
                  <a:lnTo>
                    <a:pt x="2196777" y="897952"/>
                  </a:lnTo>
                  <a:lnTo>
                    <a:pt x="2197849" y="896731"/>
                  </a:lnTo>
                  <a:lnTo>
                    <a:pt x="2198920" y="895511"/>
                  </a:lnTo>
                  <a:lnTo>
                    <a:pt x="2199992" y="894292"/>
                  </a:lnTo>
                  <a:lnTo>
                    <a:pt x="2201063" y="893075"/>
                  </a:lnTo>
                  <a:lnTo>
                    <a:pt x="2202135" y="891859"/>
                  </a:lnTo>
                  <a:lnTo>
                    <a:pt x="2203207" y="890645"/>
                  </a:lnTo>
                  <a:lnTo>
                    <a:pt x="2204278" y="889433"/>
                  </a:lnTo>
                  <a:lnTo>
                    <a:pt x="2205350" y="888222"/>
                  </a:lnTo>
                  <a:lnTo>
                    <a:pt x="2206421" y="887012"/>
                  </a:lnTo>
                  <a:lnTo>
                    <a:pt x="2207493" y="885804"/>
                  </a:lnTo>
                  <a:lnTo>
                    <a:pt x="2208565" y="884598"/>
                  </a:lnTo>
                  <a:lnTo>
                    <a:pt x="2209636" y="883393"/>
                  </a:lnTo>
                  <a:lnTo>
                    <a:pt x="2210708" y="882190"/>
                  </a:lnTo>
                  <a:lnTo>
                    <a:pt x="2211779" y="880988"/>
                  </a:lnTo>
                  <a:lnTo>
                    <a:pt x="2212851" y="879787"/>
                  </a:lnTo>
                  <a:lnTo>
                    <a:pt x="2213923" y="878589"/>
                  </a:lnTo>
                  <a:lnTo>
                    <a:pt x="2214994" y="877391"/>
                  </a:lnTo>
                  <a:lnTo>
                    <a:pt x="2216066" y="876196"/>
                  </a:lnTo>
                  <a:lnTo>
                    <a:pt x="2217137" y="875002"/>
                  </a:lnTo>
                  <a:lnTo>
                    <a:pt x="2218209" y="873809"/>
                  </a:lnTo>
                  <a:lnTo>
                    <a:pt x="2219281" y="872618"/>
                  </a:lnTo>
                  <a:lnTo>
                    <a:pt x="2220352" y="871429"/>
                  </a:lnTo>
                  <a:lnTo>
                    <a:pt x="2221424" y="870241"/>
                  </a:lnTo>
                  <a:lnTo>
                    <a:pt x="2222495" y="869054"/>
                  </a:lnTo>
                  <a:lnTo>
                    <a:pt x="2223567" y="867870"/>
                  </a:lnTo>
                  <a:lnTo>
                    <a:pt x="2224639" y="866686"/>
                  </a:lnTo>
                  <a:lnTo>
                    <a:pt x="2225710" y="865505"/>
                  </a:lnTo>
                  <a:lnTo>
                    <a:pt x="2226782" y="864325"/>
                  </a:lnTo>
                  <a:lnTo>
                    <a:pt x="2227853" y="863146"/>
                  </a:lnTo>
                  <a:lnTo>
                    <a:pt x="2228925" y="861969"/>
                  </a:lnTo>
                  <a:lnTo>
                    <a:pt x="2229997" y="860794"/>
                  </a:lnTo>
                  <a:lnTo>
                    <a:pt x="2231068" y="859620"/>
                  </a:lnTo>
                  <a:lnTo>
                    <a:pt x="2232140" y="858448"/>
                  </a:lnTo>
                  <a:lnTo>
                    <a:pt x="2233211" y="857277"/>
                  </a:lnTo>
                  <a:lnTo>
                    <a:pt x="2234283" y="856108"/>
                  </a:lnTo>
                  <a:lnTo>
                    <a:pt x="2235355" y="854940"/>
                  </a:lnTo>
                  <a:lnTo>
                    <a:pt x="2236426" y="853774"/>
                  </a:lnTo>
                  <a:lnTo>
                    <a:pt x="2237498" y="852610"/>
                  </a:lnTo>
                  <a:lnTo>
                    <a:pt x="2238569" y="851447"/>
                  </a:lnTo>
                  <a:lnTo>
                    <a:pt x="2239641" y="850286"/>
                  </a:lnTo>
                  <a:lnTo>
                    <a:pt x="2240713" y="849126"/>
                  </a:lnTo>
                  <a:lnTo>
                    <a:pt x="2241784" y="847968"/>
                  </a:lnTo>
                  <a:lnTo>
                    <a:pt x="2242856" y="846812"/>
                  </a:lnTo>
                  <a:lnTo>
                    <a:pt x="2243927" y="845657"/>
                  </a:lnTo>
                  <a:lnTo>
                    <a:pt x="2244999" y="844504"/>
                  </a:lnTo>
                  <a:lnTo>
                    <a:pt x="2246071" y="843352"/>
                  </a:lnTo>
                  <a:lnTo>
                    <a:pt x="2247142" y="842202"/>
                  </a:lnTo>
                  <a:lnTo>
                    <a:pt x="2248214" y="841053"/>
                  </a:lnTo>
                  <a:lnTo>
                    <a:pt x="2249285" y="839906"/>
                  </a:lnTo>
                  <a:lnTo>
                    <a:pt x="2250357" y="838761"/>
                  </a:lnTo>
                  <a:lnTo>
                    <a:pt x="2251429" y="837618"/>
                  </a:lnTo>
                  <a:lnTo>
                    <a:pt x="2252500" y="836475"/>
                  </a:lnTo>
                  <a:lnTo>
                    <a:pt x="2253572" y="835335"/>
                  </a:lnTo>
                  <a:lnTo>
                    <a:pt x="2254643" y="834196"/>
                  </a:lnTo>
                  <a:lnTo>
                    <a:pt x="2255715" y="833059"/>
                  </a:lnTo>
                  <a:lnTo>
                    <a:pt x="2256787" y="831923"/>
                  </a:lnTo>
                  <a:lnTo>
                    <a:pt x="2257858" y="830789"/>
                  </a:lnTo>
                  <a:lnTo>
                    <a:pt x="2258930" y="829657"/>
                  </a:lnTo>
                  <a:lnTo>
                    <a:pt x="2260001" y="828526"/>
                  </a:lnTo>
                  <a:lnTo>
                    <a:pt x="2261073" y="827396"/>
                  </a:lnTo>
                  <a:lnTo>
                    <a:pt x="2262145" y="826269"/>
                  </a:lnTo>
                  <a:lnTo>
                    <a:pt x="2263216" y="825143"/>
                  </a:lnTo>
                  <a:lnTo>
                    <a:pt x="2264288" y="824018"/>
                  </a:lnTo>
                  <a:lnTo>
                    <a:pt x="2265359" y="822896"/>
                  </a:lnTo>
                  <a:lnTo>
                    <a:pt x="2266431" y="821774"/>
                  </a:lnTo>
                  <a:lnTo>
                    <a:pt x="2267503" y="820655"/>
                  </a:lnTo>
                  <a:lnTo>
                    <a:pt x="2268574" y="819537"/>
                  </a:lnTo>
                  <a:lnTo>
                    <a:pt x="2269646" y="818421"/>
                  </a:lnTo>
                  <a:lnTo>
                    <a:pt x="2270717" y="817306"/>
                  </a:lnTo>
                  <a:lnTo>
                    <a:pt x="2271789" y="816193"/>
                  </a:lnTo>
                  <a:lnTo>
                    <a:pt x="2272861" y="815081"/>
                  </a:lnTo>
                  <a:lnTo>
                    <a:pt x="2273932" y="813972"/>
                  </a:lnTo>
                  <a:lnTo>
                    <a:pt x="2275004" y="812863"/>
                  </a:lnTo>
                  <a:lnTo>
                    <a:pt x="2276075" y="811757"/>
                  </a:lnTo>
                  <a:lnTo>
                    <a:pt x="2277147" y="810652"/>
                  </a:lnTo>
                  <a:lnTo>
                    <a:pt x="2278219" y="809548"/>
                  </a:lnTo>
                  <a:lnTo>
                    <a:pt x="2279290" y="808447"/>
                  </a:lnTo>
                  <a:lnTo>
                    <a:pt x="2280362" y="807347"/>
                  </a:lnTo>
                  <a:lnTo>
                    <a:pt x="2281433" y="806248"/>
                  </a:lnTo>
                  <a:lnTo>
                    <a:pt x="2282505" y="805152"/>
                  </a:lnTo>
                  <a:lnTo>
                    <a:pt x="2283577" y="804056"/>
                  </a:lnTo>
                  <a:lnTo>
                    <a:pt x="2284648" y="802963"/>
                  </a:lnTo>
                  <a:lnTo>
                    <a:pt x="2285720" y="801871"/>
                  </a:lnTo>
                  <a:lnTo>
                    <a:pt x="2286791" y="800781"/>
                  </a:lnTo>
                  <a:lnTo>
                    <a:pt x="2287863" y="799692"/>
                  </a:lnTo>
                  <a:lnTo>
                    <a:pt x="2288935" y="798605"/>
                  </a:lnTo>
                  <a:lnTo>
                    <a:pt x="2290006" y="797520"/>
                  </a:lnTo>
                  <a:lnTo>
                    <a:pt x="2291078" y="796436"/>
                  </a:lnTo>
                  <a:lnTo>
                    <a:pt x="2292149" y="795354"/>
                  </a:lnTo>
                  <a:lnTo>
                    <a:pt x="2293221" y="794274"/>
                  </a:lnTo>
                  <a:lnTo>
                    <a:pt x="2294293" y="793195"/>
                  </a:lnTo>
                  <a:lnTo>
                    <a:pt x="2295364" y="792118"/>
                  </a:lnTo>
                  <a:lnTo>
                    <a:pt x="2296436" y="791042"/>
                  </a:lnTo>
                  <a:lnTo>
                    <a:pt x="2297507" y="789968"/>
                  </a:lnTo>
                  <a:lnTo>
                    <a:pt x="2298579" y="788896"/>
                  </a:lnTo>
                  <a:lnTo>
                    <a:pt x="2299651" y="787825"/>
                  </a:lnTo>
                  <a:lnTo>
                    <a:pt x="2300722" y="786757"/>
                  </a:lnTo>
                  <a:lnTo>
                    <a:pt x="2301794" y="785689"/>
                  </a:lnTo>
                  <a:lnTo>
                    <a:pt x="2302865" y="784624"/>
                  </a:lnTo>
                  <a:lnTo>
                    <a:pt x="2303937" y="783560"/>
                  </a:lnTo>
                  <a:lnTo>
                    <a:pt x="2305009" y="782497"/>
                  </a:lnTo>
                  <a:lnTo>
                    <a:pt x="2306080" y="781437"/>
                  </a:lnTo>
                  <a:lnTo>
                    <a:pt x="2307152" y="780378"/>
                  </a:lnTo>
                  <a:lnTo>
                    <a:pt x="2308223" y="779320"/>
                  </a:lnTo>
                  <a:lnTo>
                    <a:pt x="2309295" y="778264"/>
                  </a:lnTo>
                  <a:lnTo>
                    <a:pt x="2310366" y="777210"/>
                  </a:lnTo>
                  <a:lnTo>
                    <a:pt x="2311438" y="776158"/>
                  </a:lnTo>
                  <a:lnTo>
                    <a:pt x="2312510" y="775107"/>
                  </a:lnTo>
                  <a:lnTo>
                    <a:pt x="2313581" y="774058"/>
                  </a:lnTo>
                  <a:lnTo>
                    <a:pt x="2314653" y="773011"/>
                  </a:lnTo>
                  <a:lnTo>
                    <a:pt x="2315724" y="771965"/>
                  </a:lnTo>
                  <a:lnTo>
                    <a:pt x="2316796" y="770921"/>
                  </a:lnTo>
                  <a:lnTo>
                    <a:pt x="2317868" y="769878"/>
                  </a:lnTo>
                  <a:lnTo>
                    <a:pt x="2318939" y="768837"/>
                  </a:lnTo>
                  <a:lnTo>
                    <a:pt x="2320011" y="767798"/>
                  </a:lnTo>
                  <a:lnTo>
                    <a:pt x="2321082" y="766760"/>
                  </a:lnTo>
                  <a:lnTo>
                    <a:pt x="2322154" y="765724"/>
                  </a:lnTo>
                  <a:lnTo>
                    <a:pt x="2323226" y="764690"/>
                  </a:lnTo>
                  <a:lnTo>
                    <a:pt x="2324297" y="763658"/>
                  </a:lnTo>
                  <a:lnTo>
                    <a:pt x="2325369" y="762627"/>
                  </a:lnTo>
                  <a:lnTo>
                    <a:pt x="2326440" y="761597"/>
                  </a:lnTo>
                  <a:lnTo>
                    <a:pt x="2327512" y="760570"/>
                  </a:lnTo>
                  <a:lnTo>
                    <a:pt x="2328584" y="759544"/>
                  </a:lnTo>
                  <a:lnTo>
                    <a:pt x="2329655" y="758519"/>
                  </a:lnTo>
                  <a:lnTo>
                    <a:pt x="2330727" y="757497"/>
                  </a:lnTo>
                  <a:lnTo>
                    <a:pt x="2331798" y="756476"/>
                  </a:lnTo>
                  <a:lnTo>
                    <a:pt x="2332870" y="755457"/>
                  </a:lnTo>
                  <a:lnTo>
                    <a:pt x="2333942" y="754439"/>
                  </a:lnTo>
                  <a:lnTo>
                    <a:pt x="2335013" y="753423"/>
                  </a:lnTo>
                  <a:lnTo>
                    <a:pt x="2336085" y="752408"/>
                  </a:lnTo>
                  <a:lnTo>
                    <a:pt x="2337156" y="751396"/>
                  </a:lnTo>
                  <a:lnTo>
                    <a:pt x="2338228" y="750385"/>
                  </a:lnTo>
                  <a:lnTo>
                    <a:pt x="2339300" y="749375"/>
                  </a:lnTo>
                  <a:lnTo>
                    <a:pt x="2340371" y="748368"/>
                  </a:lnTo>
                  <a:lnTo>
                    <a:pt x="2341443" y="747362"/>
                  </a:lnTo>
                  <a:lnTo>
                    <a:pt x="2342514" y="746357"/>
                  </a:lnTo>
                  <a:lnTo>
                    <a:pt x="2343586" y="745354"/>
                  </a:lnTo>
                  <a:lnTo>
                    <a:pt x="2344658" y="744353"/>
                  </a:lnTo>
                  <a:lnTo>
                    <a:pt x="2345729" y="743354"/>
                  </a:lnTo>
                  <a:lnTo>
                    <a:pt x="2346801" y="742356"/>
                  </a:lnTo>
                  <a:lnTo>
                    <a:pt x="2347872" y="741360"/>
                  </a:lnTo>
                  <a:lnTo>
                    <a:pt x="2348944" y="740366"/>
                  </a:lnTo>
                  <a:lnTo>
                    <a:pt x="2350016" y="739373"/>
                  </a:lnTo>
                  <a:lnTo>
                    <a:pt x="2351087" y="738382"/>
                  </a:lnTo>
                  <a:lnTo>
                    <a:pt x="2352159" y="737392"/>
                  </a:lnTo>
                  <a:lnTo>
                    <a:pt x="2353230" y="736404"/>
                  </a:lnTo>
                  <a:lnTo>
                    <a:pt x="2354302" y="735418"/>
                  </a:lnTo>
                  <a:lnTo>
                    <a:pt x="2355374" y="734434"/>
                  </a:lnTo>
                  <a:lnTo>
                    <a:pt x="2356445" y="733451"/>
                  </a:lnTo>
                  <a:lnTo>
                    <a:pt x="2357517" y="732470"/>
                  </a:lnTo>
                  <a:lnTo>
                    <a:pt x="2358588" y="731490"/>
                  </a:lnTo>
                  <a:lnTo>
                    <a:pt x="2359660" y="730512"/>
                  </a:lnTo>
                  <a:lnTo>
                    <a:pt x="2360732" y="729536"/>
                  </a:lnTo>
                  <a:lnTo>
                    <a:pt x="2361803" y="728562"/>
                  </a:lnTo>
                  <a:lnTo>
                    <a:pt x="2362875" y="727589"/>
                  </a:lnTo>
                  <a:lnTo>
                    <a:pt x="2363946" y="726618"/>
                  </a:lnTo>
                  <a:lnTo>
                    <a:pt x="2365018" y="725648"/>
                  </a:lnTo>
                  <a:lnTo>
                    <a:pt x="2366090" y="724680"/>
                  </a:lnTo>
                  <a:lnTo>
                    <a:pt x="2367161" y="723714"/>
                  </a:lnTo>
                  <a:lnTo>
                    <a:pt x="2368233" y="722749"/>
                  </a:lnTo>
                  <a:lnTo>
                    <a:pt x="2369304" y="721786"/>
                  </a:lnTo>
                  <a:lnTo>
                    <a:pt x="2370376" y="720825"/>
                  </a:lnTo>
                  <a:lnTo>
                    <a:pt x="2371448" y="719866"/>
                  </a:lnTo>
                  <a:lnTo>
                    <a:pt x="2372519" y="718908"/>
                  </a:lnTo>
                  <a:lnTo>
                    <a:pt x="2373591" y="717951"/>
                  </a:lnTo>
                  <a:lnTo>
                    <a:pt x="2374662" y="716997"/>
                  </a:lnTo>
                  <a:lnTo>
                    <a:pt x="2375734" y="716044"/>
                  </a:lnTo>
                  <a:lnTo>
                    <a:pt x="2376806" y="715092"/>
                  </a:lnTo>
                  <a:lnTo>
                    <a:pt x="2377877" y="714143"/>
                  </a:lnTo>
                  <a:lnTo>
                    <a:pt x="2378949" y="713195"/>
                  </a:lnTo>
                  <a:lnTo>
                    <a:pt x="2380020" y="712248"/>
                  </a:lnTo>
                  <a:lnTo>
                    <a:pt x="2381092" y="711304"/>
                  </a:lnTo>
                  <a:lnTo>
                    <a:pt x="2382164" y="710361"/>
                  </a:lnTo>
                  <a:lnTo>
                    <a:pt x="2383235" y="709419"/>
                  </a:lnTo>
                  <a:lnTo>
                    <a:pt x="2384307" y="708479"/>
                  </a:lnTo>
                  <a:lnTo>
                    <a:pt x="2385378" y="707541"/>
                  </a:lnTo>
                  <a:lnTo>
                    <a:pt x="2386450" y="706605"/>
                  </a:lnTo>
                  <a:lnTo>
                    <a:pt x="2387522" y="705670"/>
                  </a:lnTo>
                  <a:lnTo>
                    <a:pt x="2388593" y="704737"/>
                  </a:lnTo>
                  <a:lnTo>
                    <a:pt x="2389665" y="703805"/>
                  </a:lnTo>
                  <a:lnTo>
                    <a:pt x="2390736" y="702876"/>
                  </a:lnTo>
                  <a:lnTo>
                    <a:pt x="2391808" y="701947"/>
                  </a:lnTo>
                  <a:lnTo>
                    <a:pt x="2392880" y="701021"/>
                  </a:lnTo>
                  <a:lnTo>
                    <a:pt x="2393951" y="700096"/>
                  </a:lnTo>
                  <a:lnTo>
                    <a:pt x="2395023" y="699173"/>
                  </a:lnTo>
                  <a:lnTo>
                    <a:pt x="2396094" y="698251"/>
                  </a:lnTo>
                  <a:lnTo>
                    <a:pt x="2397166" y="697331"/>
                  </a:lnTo>
                  <a:lnTo>
                    <a:pt x="2398238" y="696413"/>
                  </a:lnTo>
                  <a:lnTo>
                    <a:pt x="2399309" y="695496"/>
                  </a:lnTo>
                  <a:lnTo>
                    <a:pt x="2400381" y="694581"/>
                  </a:lnTo>
                  <a:lnTo>
                    <a:pt x="2401452" y="693668"/>
                  </a:lnTo>
                  <a:lnTo>
                    <a:pt x="2402524" y="692756"/>
                  </a:lnTo>
                  <a:lnTo>
                    <a:pt x="2403596" y="691846"/>
                  </a:lnTo>
                  <a:lnTo>
                    <a:pt x="2404667" y="690938"/>
                  </a:lnTo>
                  <a:lnTo>
                    <a:pt x="2405739" y="690031"/>
                  </a:lnTo>
                  <a:lnTo>
                    <a:pt x="2406810" y="689126"/>
                  </a:lnTo>
                  <a:lnTo>
                    <a:pt x="2407882" y="688222"/>
                  </a:lnTo>
                  <a:lnTo>
                    <a:pt x="2408954" y="687320"/>
                  </a:lnTo>
                  <a:lnTo>
                    <a:pt x="2410025" y="686420"/>
                  </a:lnTo>
                  <a:lnTo>
                    <a:pt x="2411097" y="685522"/>
                  </a:lnTo>
                  <a:lnTo>
                    <a:pt x="2412168" y="684625"/>
                  </a:lnTo>
                  <a:lnTo>
                    <a:pt x="2413240" y="683729"/>
                  </a:lnTo>
                  <a:lnTo>
                    <a:pt x="2414312" y="682836"/>
                  </a:lnTo>
                  <a:lnTo>
                    <a:pt x="2415383" y="681944"/>
                  </a:lnTo>
                  <a:lnTo>
                    <a:pt x="2416455" y="681053"/>
                  </a:lnTo>
                  <a:lnTo>
                    <a:pt x="2417526" y="680164"/>
                  </a:lnTo>
                  <a:lnTo>
                    <a:pt x="2418598" y="679277"/>
                  </a:lnTo>
                  <a:lnTo>
                    <a:pt x="2419670" y="678392"/>
                  </a:lnTo>
                  <a:lnTo>
                    <a:pt x="2420741" y="677508"/>
                  </a:lnTo>
                  <a:lnTo>
                    <a:pt x="2421813" y="676626"/>
                  </a:lnTo>
                  <a:lnTo>
                    <a:pt x="2422884" y="675745"/>
                  </a:lnTo>
                  <a:lnTo>
                    <a:pt x="2423956" y="674866"/>
                  </a:lnTo>
                  <a:lnTo>
                    <a:pt x="2425028" y="673989"/>
                  </a:lnTo>
                  <a:lnTo>
                    <a:pt x="2426099" y="673113"/>
                  </a:lnTo>
                  <a:lnTo>
                    <a:pt x="2427171" y="672239"/>
                  </a:lnTo>
                  <a:lnTo>
                    <a:pt x="2428242" y="671366"/>
                  </a:lnTo>
                  <a:lnTo>
                    <a:pt x="2429314" y="670495"/>
                  </a:lnTo>
                  <a:lnTo>
                    <a:pt x="2430386" y="669626"/>
                  </a:lnTo>
                  <a:lnTo>
                    <a:pt x="2431457" y="668758"/>
                  </a:lnTo>
                  <a:lnTo>
                    <a:pt x="2432529" y="667892"/>
                  </a:lnTo>
                  <a:lnTo>
                    <a:pt x="2433600" y="667028"/>
                  </a:lnTo>
                  <a:lnTo>
                    <a:pt x="2434672" y="666165"/>
                  </a:lnTo>
                  <a:lnTo>
                    <a:pt x="2435744" y="665304"/>
                  </a:lnTo>
                  <a:lnTo>
                    <a:pt x="2436815" y="664445"/>
                  </a:lnTo>
                  <a:lnTo>
                    <a:pt x="2437887" y="663587"/>
                  </a:lnTo>
                  <a:lnTo>
                    <a:pt x="2438958" y="662731"/>
                  </a:lnTo>
                  <a:lnTo>
                    <a:pt x="2440030" y="661876"/>
                  </a:lnTo>
                  <a:lnTo>
                    <a:pt x="2441102" y="661023"/>
                  </a:lnTo>
                  <a:lnTo>
                    <a:pt x="2442173" y="660171"/>
                  </a:lnTo>
                  <a:lnTo>
                    <a:pt x="2443245" y="659321"/>
                  </a:lnTo>
                  <a:lnTo>
                    <a:pt x="2444316" y="658473"/>
                  </a:lnTo>
                  <a:lnTo>
                    <a:pt x="2445388" y="657627"/>
                  </a:lnTo>
                  <a:lnTo>
                    <a:pt x="2446460" y="656782"/>
                  </a:lnTo>
                  <a:lnTo>
                    <a:pt x="2447531" y="655938"/>
                  </a:lnTo>
                  <a:lnTo>
                    <a:pt x="2448603" y="655096"/>
                  </a:lnTo>
                  <a:lnTo>
                    <a:pt x="2449674" y="654256"/>
                  </a:lnTo>
                  <a:lnTo>
                    <a:pt x="2450746" y="653418"/>
                  </a:lnTo>
                  <a:lnTo>
                    <a:pt x="2451818" y="652581"/>
                  </a:lnTo>
                  <a:lnTo>
                    <a:pt x="2452889" y="651745"/>
                  </a:lnTo>
                  <a:lnTo>
                    <a:pt x="2453961" y="650911"/>
                  </a:lnTo>
                  <a:lnTo>
                    <a:pt x="2455032" y="650079"/>
                  </a:lnTo>
                  <a:lnTo>
                    <a:pt x="2456104" y="649249"/>
                  </a:lnTo>
                  <a:lnTo>
                    <a:pt x="2457176" y="648420"/>
                  </a:lnTo>
                  <a:lnTo>
                    <a:pt x="2458247" y="647592"/>
                  </a:lnTo>
                  <a:lnTo>
                    <a:pt x="2459319" y="646766"/>
                  </a:lnTo>
                  <a:lnTo>
                    <a:pt x="2460390" y="645942"/>
                  </a:lnTo>
                  <a:lnTo>
                    <a:pt x="2461462" y="645120"/>
                  </a:lnTo>
                  <a:lnTo>
                    <a:pt x="2462534" y="644299"/>
                  </a:lnTo>
                  <a:lnTo>
                    <a:pt x="2463605" y="643479"/>
                  </a:lnTo>
                  <a:lnTo>
                    <a:pt x="2464677" y="642661"/>
                  </a:lnTo>
                  <a:lnTo>
                    <a:pt x="2465748" y="641845"/>
                  </a:lnTo>
                  <a:lnTo>
                    <a:pt x="2466820" y="641030"/>
                  </a:lnTo>
                  <a:lnTo>
                    <a:pt x="2467892" y="640217"/>
                  </a:lnTo>
                  <a:lnTo>
                    <a:pt x="2468963" y="639406"/>
                  </a:lnTo>
                  <a:lnTo>
                    <a:pt x="2470035" y="638596"/>
                  </a:lnTo>
                  <a:lnTo>
                    <a:pt x="2471106" y="637787"/>
                  </a:lnTo>
                  <a:lnTo>
                    <a:pt x="2472178" y="636980"/>
                  </a:lnTo>
                  <a:lnTo>
                    <a:pt x="2473250" y="636175"/>
                  </a:lnTo>
                  <a:lnTo>
                    <a:pt x="2474321" y="635372"/>
                  </a:lnTo>
                  <a:lnTo>
                    <a:pt x="2475393" y="634570"/>
                  </a:lnTo>
                  <a:lnTo>
                    <a:pt x="2476464" y="633769"/>
                  </a:lnTo>
                  <a:lnTo>
                    <a:pt x="2477536" y="632970"/>
                  </a:lnTo>
                  <a:lnTo>
                    <a:pt x="2478608" y="632173"/>
                  </a:lnTo>
                  <a:lnTo>
                    <a:pt x="2479679" y="631377"/>
                  </a:lnTo>
                  <a:lnTo>
                    <a:pt x="2480751" y="630583"/>
                  </a:lnTo>
                  <a:lnTo>
                    <a:pt x="2481822" y="629790"/>
                  </a:lnTo>
                  <a:lnTo>
                    <a:pt x="2482894" y="628999"/>
                  </a:lnTo>
                  <a:lnTo>
                    <a:pt x="2483966" y="628209"/>
                  </a:lnTo>
                  <a:lnTo>
                    <a:pt x="2485037" y="627421"/>
                  </a:lnTo>
                  <a:lnTo>
                    <a:pt x="2486109" y="626635"/>
                  </a:lnTo>
                  <a:lnTo>
                    <a:pt x="2487180" y="625850"/>
                  </a:lnTo>
                  <a:lnTo>
                    <a:pt x="2488252" y="625067"/>
                  </a:lnTo>
                  <a:lnTo>
                    <a:pt x="2489323" y="624285"/>
                  </a:lnTo>
                  <a:lnTo>
                    <a:pt x="2490395" y="623505"/>
                  </a:lnTo>
                  <a:lnTo>
                    <a:pt x="2491467" y="622726"/>
                  </a:lnTo>
                  <a:lnTo>
                    <a:pt x="2492538" y="621949"/>
                  </a:lnTo>
                  <a:lnTo>
                    <a:pt x="2493610" y="621173"/>
                  </a:lnTo>
                  <a:lnTo>
                    <a:pt x="2494681" y="620399"/>
                  </a:lnTo>
                  <a:lnTo>
                    <a:pt x="2495753" y="619627"/>
                  </a:lnTo>
                  <a:lnTo>
                    <a:pt x="2496825" y="618856"/>
                  </a:lnTo>
                  <a:lnTo>
                    <a:pt x="2497896" y="618087"/>
                  </a:lnTo>
                  <a:lnTo>
                    <a:pt x="2498968" y="617319"/>
                  </a:lnTo>
                  <a:lnTo>
                    <a:pt x="2500039" y="616552"/>
                  </a:lnTo>
                  <a:lnTo>
                    <a:pt x="2501111" y="615788"/>
                  </a:lnTo>
                  <a:lnTo>
                    <a:pt x="2502183" y="615024"/>
                  </a:lnTo>
                  <a:lnTo>
                    <a:pt x="2503254" y="614263"/>
                  </a:lnTo>
                  <a:lnTo>
                    <a:pt x="2504326" y="613503"/>
                  </a:lnTo>
                  <a:lnTo>
                    <a:pt x="2505397" y="612744"/>
                  </a:lnTo>
                  <a:lnTo>
                    <a:pt x="2506469" y="611987"/>
                  </a:lnTo>
                  <a:lnTo>
                    <a:pt x="2507541" y="611231"/>
                  </a:lnTo>
                  <a:lnTo>
                    <a:pt x="2508612" y="610477"/>
                  </a:lnTo>
                  <a:lnTo>
                    <a:pt x="2509684" y="609725"/>
                  </a:lnTo>
                  <a:lnTo>
                    <a:pt x="2510755" y="608973"/>
                  </a:lnTo>
                  <a:lnTo>
                    <a:pt x="2511827" y="608224"/>
                  </a:lnTo>
                  <a:lnTo>
                    <a:pt x="2512899" y="607476"/>
                  </a:lnTo>
                  <a:lnTo>
                    <a:pt x="2513970" y="606729"/>
                  </a:lnTo>
                  <a:lnTo>
                    <a:pt x="2515042" y="605984"/>
                  </a:lnTo>
                  <a:lnTo>
                    <a:pt x="2516113" y="605241"/>
                  </a:lnTo>
                  <a:lnTo>
                    <a:pt x="2517185" y="604499"/>
                  </a:lnTo>
                  <a:lnTo>
                    <a:pt x="2518257" y="603759"/>
                  </a:lnTo>
                  <a:lnTo>
                    <a:pt x="2519328" y="603020"/>
                  </a:lnTo>
                  <a:lnTo>
                    <a:pt x="2520400" y="602282"/>
                  </a:lnTo>
                  <a:lnTo>
                    <a:pt x="2521471" y="601546"/>
                  </a:lnTo>
                  <a:lnTo>
                    <a:pt x="2522543" y="600812"/>
                  </a:lnTo>
                  <a:lnTo>
                    <a:pt x="2523615" y="600079"/>
                  </a:lnTo>
                  <a:lnTo>
                    <a:pt x="2524686" y="599347"/>
                  </a:lnTo>
                  <a:lnTo>
                    <a:pt x="2525758" y="598617"/>
                  </a:lnTo>
                  <a:lnTo>
                    <a:pt x="2526829" y="597889"/>
                  </a:lnTo>
                  <a:lnTo>
                    <a:pt x="2527901" y="597162"/>
                  </a:lnTo>
                  <a:lnTo>
                    <a:pt x="2528973" y="596437"/>
                  </a:lnTo>
                  <a:lnTo>
                    <a:pt x="2530044" y="595713"/>
                  </a:lnTo>
                  <a:lnTo>
                    <a:pt x="2531116" y="594990"/>
                  </a:lnTo>
                  <a:lnTo>
                    <a:pt x="2532187" y="594269"/>
                  </a:lnTo>
                  <a:lnTo>
                    <a:pt x="2533259" y="593549"/>
                  </a:lnTo>
                  <a:lnTo>
                    <a:pt x="2534331" y="592831"/>
                  </a:lnTo>
                  <a:lnTo>
                    <a:pt x="2535402" y="592115"/>
                  </a:lnTo>
                  <a:lnTo>
                    <a:pt x="2536474" y="591400"/>
                  </a:lnTo>
                  <a:lnTo>
                    <a:pt x="2537545" y="590686"/>
                  </a:lnTo>
                  <a:lnTo>
                    <a:pt x="2538617" y="589974"/>
                  </a:lnTo>
                  <a:lnTo>
                    <a:pt x="2539689" y="589263"/>
                  </a:lnTo>
                  <a:lnTo>
                    <a:pt x="2540760" y="588554"/>
                  </a:lnTo>
                  <a:lnTo>
                    <a:pt x="2541832" y="587846"/>
                  </a:lnTo>
                  <a:lnTo>
                    <a:pt x="2542903" y="587140"/>
                  </a:lnTo>
                  <a:lnTo>
                    <a:pt x="2543975" y="586435"/>
                  </a:lnTo>
                  <a:lnTo>
                    <a:pt x="2545047" y="585731"/>
                  </a:lnTo>
                  <a:lnTo>
                    <a:pt x="2546118" y="585029"/>
                  </a:lnTo>
                  <a:lnTo>
                    <a:pt x="2547190" y="584329"/>
                  </a:lnTo>
                  <a:lnTo>
                    <a:pt x="2548261" y="583630"/>
                  </a:lnTo>
                  <a:lnTo>
                    <a:pt x="2549333" y="582932"/>
                  </a:lnTo>
                  <a:lnTo>
                    <a:pt x="2550405" y="582236"/>
                  </a:lnTo>
                  <a:lnTo>
                    <a:pt x="2551476" y="581541"/>
                  </a:lnTo>
                  <a:lnTo>
                    <a:pt x="2552548" y="580848"/>
                  </a:lnTo>
                  <a:lnTo>
                    <a:pt x="2553619" y="580156"/>
                  </a:lnTo>
                  <a:lnTo>
                    <a:pt x="2554691" y="579466"/>
                  </a:lnTo>
                  <a:lnTo>
                    <a:pt x="2555763" y="578777"/>
                  </a:lnTo>
                  <a:lnTo>
                    <a:pt x="2556834" y="578089"/>
                  </a:lnTo>
                  <a:lnTo>
                    <a:pt x="2557906" y="577403"/>
                  </a:lnTo>
                  <a:lnTo>
                    <a:pt x="2558977" y="576719"/>
                  </a:lnTo>
                  <a:lnTo>
                    <a:pt x="2560049" y="576035"/>
                  </a:lnTo>
                  <a:lnTo>
                    <a:pt x="2561121" y="575354"/>
                  </a:lnTo>
                  <a:lnTo>
                    <a:pt x="2562192" y="574673"/>
                  </a:lnTo>
                  <a:lnTo>
                    <a:pt x="2563264" y="573994"/>
                  </a:lnTo>
                  <a:lnTo>
                    <a:pt x="2564335" y="573317"/>
                  </a:lnTo>
                  <a:lnTo>
                    <a:pt x="2565407" y="572640"/>
                  </a:lnTo>
                  <a:lnTo>
                    <a:pt x="2566479" y="571966"/>
                  </a:lnTo>
                  <a:lnTo>
                    <a:pt x="2567550" y="571292"/>
                  </a:lnTo>
                  <a:lnTo>
                    <a:pt x="2568622" y="570621"/>
                  </a:lnTo>
                  <a:lnTo>
                    <a:pt x="2569693" y="569950"/>
                  </a:lnTo>
                  <a:lnTo>
                    <a:pt x="2570765" y="569281"/>
                  </a:lnTo>
                  <a:lnTo>
                    <a:pt x="2571837" y="568613"/>
                  </a:lnTo>
                  <a:lnTo>
                    <a:pt x="2572908" y="567947"/>
                  </a:lnTo>
                  <a:lnTo>
                    <a:pt x="2573980" y="567282"/>
                  </a:lnTo>
                  <a:lnTo>
                    <a:pt x="2575051" y="566619"/>
                  </a:lnTo>
                  <a:lnTo>
                    <a:pt x="2576123" y="565956"/>
                  </a:lnTo>
                  <a:lnTo>
                    <a:pt x="2577195" y="565296"/>
                  </a:lnTo>
                  <a:lnTo>
                    <a:pt x="2578266" y="564636"/>
                  </a:lnTo>
                  <a:lnTo>
                    <a:pt x="2579338" y="563978"/>
                  </a:lnTo>
                  <a:lnTo>
                    <a:pt x="2580409" y="563322"/>
                  </a:lnTo>
                  <a:lnTo>
                    <a:pt x="2581481" y="562667"/>
                  </a:lnTo>
                  <a:lnTo>
                    <a:pt x="2582553" y="562013"/>
                  </a:lnTo>
                  <a:lnTo>
                    <a:pt x="2583624" y="561360"/>
                  </a:lnTo>
                  <a:lnTo>
                    <a:pt x="2584696" y="560709"/>
                  </a:lnTo>
                  <a:lnTo>
                    <a:pt x="2585767" y="560060"/>
                  </a:lnTo>
                  <a:lnTo>
                    <a:pt x="2586839" y="559411"/>
                  </a:lnTo>
                  <a:lnTo>
                    <a:pt x="2587911" y="558764"/>
                  </a:lnTo>
                  <a:lnTo>
                    <a:pt x="2588982" y="558119"/>
                  </a:lnTo>
                  <a:lnTo>
                    <a:pt x="2590054" y="557475"/>
                  </a:lnTo>
                  <a:lnTo>
                    <a:pt x="2591125" y="556832"/>
                  </a:lnTo>
                  <a:lnTo>
                    <a:pt x="2592197" y="556190"/>
                  </a:lnTo>
                  <a:lnTo>
                    <a:pt x="2593269" y="555550"/>
                  </a:lnTo>
                  <a:lnTo>
                    <a:pt x="2594340" y="554911"/>
                  </a:lnTo>
                  <a:lnTo>
                    <a:pt x="2595412" y="554274"/>
                  </a:lnTo>
                  <a:lnTo>
                    <a:pt x="2596483" y="553638"/>
                  </a:lnTo>
                  <a:lnTo>
                    <a:pt x="2597555" y="553003"/>
                  </a:lnTo>
                  <a:lnTo>
                    <a:pt x="2598627" y="552369"/>
                  </a:lnTo>
                  <a:lnTo>
                    <a:pt x="2599698" y="551737"/>
                  </a:lnTo>
                  <a:lnTo>
                    <a:pt x="2600770" y="551107"/>
                  </a:lnTo>
                  <a:lnTo>
                    <a:pt x="2601841" y="550477"/>
                  </a:lnTo>
                  <a:lnTo>
                    <a:pt x="2602913" y="549849"/>
                  </a:lnTo>
                  <a:lnTo>
                    <a:pt x="2603985" y="549222"/>
                  </a:lnTo>
                  <a:lnTo>
                    <a:pt x="2605056" y="548597"/>
                  </a:lnTo>
                  <a:lnTo>
                    <a:pt x="2606128" y="547973"/>
                  </a:lnTo>
                  <a:lnTo>
                    <a:pt x="2607199" y="547350"/>
                  </a:lnTo>
                  <a:lnTo>
                    <a:pt x="2608271" y="546728"/>
                  </a:lnTo>
                  <a:lnTo>
                    <a:pt x="2609343" y="546108"/>
                  </a:lnTo>
                  <a:lnTo>
                    <a:pt x="2610414" y="545489"/>
                  </a:lnTo>
                  <a:lnTo>
                    <a:pt x="2611486" y="544872"/>
                  </a:lnTo>
                  <a:lnTo>
                    <a:pt x="2612557" y="544256"/>
                  </a:lnTo>
                  <a:lnTo>
                    <a:pt x="2613629" y="543641"/>
                  </a:lnTo>
                  <a:lnTo>
                    <a:pt x="2614701" y="543027"/>
                  </a:lnTo>
                  <a:lnTo>
                    <a:pt x="2615772" y="542415"/>
                  </a:lnTo>
                  <a:lnTo>
                    <a:pt x="2616844" y="541804"/>
                  </a:lnTo>
                  <a:lnTo>
                    <a:pt x="2617915" y="541194"/>
                  </a:lnTo>
                  <a:lnTo>
                    <a:pt x="2618987" y="540585"/>
                  </a:lnTo>
                  <a:lnTo>
                    <a:pt x="2620059" y="539978"/>
                  </a:lnTo>
                  <a:lnTo>
                    <a:pt x="2621130" y="539372"/>
                  </a:lnTo>
                  <a:lnTo>
                    <a:pt x="2622202" y="538768"/>
                  </a:lnTo>
                  <a:lnTo>
                    <a:pt x="2623273" y="538164"/>
                  </a:lnTo>
                  <a:lnTo>
                    <a:pt x="2624345" y="537562"/>
                  </a:lnTo>
                  <a:lnTo>
                    <a:pt x="2625417" y="536961"/>
                  </a:lnTo>
                  <a:lnTo>
                    <a:pt x="2626488" y="536362"/>
                  </a:lnTo>
                  <a:lnTo>
                    <a:pt x="2627560" y="535764"/>
                  </a:lnTo>
                  <a:lnTo>
                    <a:pt x="2628631" y="535167"/>
                  </a:lnTo>
                  <a:lnTo>
                    <a:pt x="2629703" y="534571"/>
                  </a:lnTo>
                  <a:lnTo>
                    <a:pt x="2630775" y="533977"/>
                  </a:lnTo>
                  <a:lnTo>
                    <a:pt x="2631846" y="533383"/>
                  </a:lnTo>
                  <a:lnTo>
                    <a:pt x="2632918" y="532791"/>
                  </a:lnTo>
                  <a:lnTo>
                    <a:pt x="2633989" y="532201"/>
                  </a:lnTo>
                  <a:lnTo>
                    <a:pt x="2635061" y="531611"/>
                  </a:lnTo>
                  <a:lnTo>
                    <a:pt x="2636133" y="531023"/>
                  </a:lnTo>
                  <a:lnTo>
                    <a:pt x="2637204" y="530436"/>
                  </a:lnTo>
                  <a:lnTo>
                    <a:pt x="2638276" y="529850"/>
                  </a:lnTo>
                  <a:lnTo>
                    <a:pt x="2639347" y="529266"/>
                  </a:lnTo>
                  <a:lnTo>
                    <a:pt x="2640419" y="528683"/>
                  </a:lnTo>
                  <a:lnTo>
                    <a:pt x="2641491" y="528101"/>
                  </a:lnTo>
                  <a:lnTo>
                    <a:pt x="2642562" y="527520"/>
                  </a:lnTo>
                  <a:lnTo>
                    <a:pt x="2643634" y="526940"/>
                  </a:lnTo>
                  <a:lnTo>
                    <a:pt x="2644705" y="526362"/>
                  </a:lnTo>
                  <a:lnTo>
                    <a:pt x="2645777" y="525785"/>
                  </a:lnTo>
                  <a:lnTo>
                    <a:pt x="2646849" y="525209"/>
                  </a:lnTo>
                  <a:lnTo>
                    <a:pt x="2647920" y="524634"/>
                  </a:lnTo>
                  <a:lnTo>
                    <a:pt x="2648992" y="524061"/>
                  </a:lnTo>
                  <a:lnTo>
                    <a:pt x="2650063" y="523489"/>
                  </a:lnTo>
                  <a:lnTo>
                    <a:pt x="2651135" y="522918"/>
                  </a:lnTo>
                  <a:lnTo>
                    <a:pt x="2652207" y="522348"/>
                  </a:lnTo>
                  <a:lnTo>
                    <a:pt x="2653278" y="521779"/>
                  </a:lnTo>
                  <a:lnTo>
                    <a:pt x="2654350" y="521212"/>
                  </a:lnTo>
                  <a:lnTo>
                    <a:pt x="2655421" y="520645"/>
                  </a:lnTo>
                  <a:lnTo>
                    <a:pt x="2656493" y="520080"/>
                  </a:lnTo>
                  <a:lnTo>
                    <a:pt x="2657565" y="519516"/>
                  </a:lnTo>
                  <a:lnTo>
                    <a:pt x="2658636" y="518954"/>
                  </a:lnTo>
                  <a:lnTo>
                    <a:pt x="2659708" y="518392"/>
                  </a:lnTo>
                  <a:lnTo>
                    <a:pt x="2660779" y="517832"/>
                  </a:lnTo>
                  <a:lnTo>
                    <a:pt x="2661851" y="517273"/>
                  </a:lnTo>
                  <a:lnTo>
                    <a:pt x="2662922" y="516715"/>
                  </a:lnTo>
                  <a:lnTo>
                    <a:pt x="2663994" y="516158"/>
                  </a:lnTo>
                  <a:lnTo>
                    <a:pt x="2665066" y="515602"/>
                  </a:lnTo>
                  <a:lnTo>
                    <a:pt x="2666137" y="515048"/>
                  </a:lnTo>
                  <a:lnTo>
                    <a:pt x="2667209" y="514494"/>
                  </a:lnTo>
                  <a:lnTo>
                    <a:pt x="2668280" y="513942"/>
                  </a:lnTo>
                  <a:lnTo>
                    <a:pt x="2669352" y="513391"/>
                  </a:lnTo>
                  <a:lnTo>
                    <a:pt x="2670424" y="512841"/>
                  </a:lnTo>
                  <a:lnTo>
                    <a:pt x="2671495" y="512293"/>
                  </a:lnTo>
                  <a:lnTo>
                    <a:pt x="2672567" y="511745"/>
                  </a:lnTo>
                  <a:lnTo>
                    <a:pt x="2673638" y="511199"/>
                  </a:lnTo>
                  <a:lnTo>
                    <a:pt x="2674710" y="510653"/>
                  </a:lnTo>
                  <a:lnTo>
                    <a:pt x="2675782" y="510109"/>
                  </a:lnTo>
                  <a:lnTo>
                    <a:pt x="2676853" y="509566"/>
                  </a:lnTo>
                  <a:lnTo>
                    <a:pt x="2677925" y="509024"/>
                  </a:lnTo>
                  <a:lnTo>
                    <a:pt x="2678996" y="508484"/>
                  </a:lnTo>
                  <a:lnTo>
                    <a:pt x="2680068" y="507944"/>
                  </a:lnTo>
                  <a:lnTo>
                    <a:pt x="2681140" y="507405"/>
                  </a:lnTo>
                  <a:lnTo>
                    <a:pt x="2682211" y="506868"/>
                  </a:lnTo>
                  <a:lnTo>
                    <a:pt x="2683283" y="506332"/>
                  </a:lnTo>
                  <a:lnTo>
                    <a:pt x="2684354" y="505797"/>
                  </a:lnTo>
                  <a:lnTo>
                    <a:pt x="2685426" y="505262"/>
                  </a:lnTo>
                  <a:lnTo>
                    <a:pt x="2686498" y="504730"/>
                  </a:lnTo>
                  <a:lnTo>
                    <a:pt x="2687569" y="504198"/>
                  </a:lnTo>
                  <a:lnTo>
                    <a:pt x="2688641" y="503667"/>
                  </a:lnTo>
                  <a:lnTo>
                    <a:pt x="2689712" y="503137"/>
                  </a:lnTo>
                  <a:lnTo>
                    <a:pt x="2690784" y="502609"/>
                  </a:lnTo>
                  <a:lnTo>
                    <a:pt x="2691856" y="502081"/>
                  </a:lnTo>
                  <a:lnTo>
                    <a:pt x="2692927" y="501555"/>
                  </a:lnTo>
                  <a:lnTo>
                    <a:pt x="2693999" y="501029"/>
                  </a:lnTo>
                  <a:lnTo>
                    <a:pt x="2695070" y="500505"/>
                  </a:lnTo>
                  <a:lnTo>
                    <a:pt x="2696142" y="499982"/>
                  </a:lnTo>
                  <a:lnTo>
                    <a:pt x="2697214" y="499460"/>
                  </a:lnTo>
                  <a:lnTo>
                    <a:pt x="2698285" y="498939"/>
                  </a:lnTo>
                  <a:lnTo>
                    <a:pt x="2699357" y="498419"/>
                  </a:lnTo>
                  <a:lnTo>
                    <a:pt x="2700428" y="497900"/>
                  </a:lnTo>
                  <a:lnTo>
                    <a:pt x="2701500" y="497382"/>
                  </a:lnTo>
                  <a:lnTo>
                    <a:pt x="2702572" y="496865"/>
                  </a:lnTo>
                  <a:lnTo>
                    <a:pt x="2703643" y="496350"/>
                  </a:lnTo>
                  <a:lnTo>
                    <a:pt x="2704715" y="495835"/>
                  </a:lnTo>
                  <a:lnTo>
                    <a:pt x="2705786" y="495321"/>
                  </a:lnTo>
                  <a:lnTo>
                    <a:pt x="2706858" y="494809"/>
                  </a:lnTo>
                  <a:lnTo>
                    <a:pt x="2707930" y="494297"/>
                  </a:lnTo>
                  <a:lnTo>
                    <a:pt x="2709001" y="493787"/>
                  </a:lnTo>
                  <a:lnTo>
                    <a:pt x="2710073" y="493277"/>
                  </a:lnTo>
                  <a:lnTo>
                    <a:pt x="2711144" y="492769"/>
                  </a:lnTo>
                  <a:lnTo>
                    <a:pt x="2712216" y="492262"/>
                  </a:lnTo>
                  <a:lnTo>
                    <a:pt x="2713288" y="491755"/>
                  </a:lnTo>
                  <a:lnTo>
                    <a:pt x="2714359" y="491250"/>
                  </a:lnTo>
                  <a:lnTo>
                    <a:pt x="2715431" y="490745"/>
                  </a:lnTo>
                  <a:lnTo>
                    <a:pt x="2716502" y="490242"/>
                  </a:lnTo>
                  <a:lnTo>
                    <a:pt x="2717574" y="489740"/>
                  </a:lnTo>
                  <a:lnTo>
                    <a:pt x="2718646" y="489238"/>
                  </a:lnTo>
                  <a:lnTo>
                    <a:pt x="2719717" y="488738"/>
                  </a:lnTo>
                  <a:lnTo>
                    <a:pt x="2720789" y="488239"/>
                  </a:lnTo>
                  <a:lnTo>
                    <a:pt x="2721860" y="487741"/>
                  </a:lnTo>
                  <a:lnTo>
                    <a:pt x="2722932" y="487243"/>
                  </a:lnTo>
                  <a:lnTo>
                    <a:pt x="2724004" y="486747"/>
                  </a:lnTo>
                  <a:lnTo>
                    <a:pt x="2725075" y="486252"/>
                  </a:lnTo>
                  <a:lnTo>
                    <a:pt x="2726147" y="485757"/>
                  </a:lnTo>
                  <a:lnTo>
                    <a:pt x="2727218" y="485264"/>
                  </a:lnTo>
                  <a:lnTo>
                    <a:pt x="2728290" y="484771"/>
                  </a:lnTo>
                  <a:lnTo>
                    <a:pt x="2729362" y="484280"/>
                  </a:lnTo>
                  <a:lnTo>
                    <a:pt x="2730433" y="483790"/>
                  </a:lnTo>
                  <a:lnTo>
                    <a:pt x="2731505" y="483300"/>
                  </a:lnTo>
                  <a:lnTo>
                    <a:pt x="2732576" y="482812"/>
                  </a:lnTo>
                  <a:lnTo>
                    <a:pt x="2733648" y="482324"/>
                  </a:lnTo>
                  <a:lnTo>
                    <a:pt x="2734720" y="481837"/>
                  </a:lnTo>
                  <a:lnTo>
                    <a:pt x="2735791" y="481352"/>
                  </a:lnTo>
                  <a:lnTo>
                    <a:pt x="2736863" y="480867"/>
                  </a:lnTo>
                  <a:lnTo>
                    <a:pt x="2737934" y="480383"/>
                  </a:lnTo>
                  <a:lnTo>
                    <a:pt x="2739006" y="479900"/>
                  </a:lnTo>
                  <a:lnTo>
                    <a:pt x="2740078" y="479419"/>
                  </a:lnTo>
                  <a:lnTo>
                    <a:pt x="2741149" y="478938"/>
                  </a:lnTo>
                  <a:lnTo>
                    <a:pt x="2742221" y="478458"/>
                  </a:lnTo>
                  <a:lnTo>
                    <a:pt x="2743292" y="477979"/>
                  </a:lnTo>
                  <a:lnTo>
                    <a:pt x="2744364" y="477500"/>
                  </a:lnTo>
                  <a:lnTo>
                    <a:pt x="2745436" y="477023"/>
                  </a:lnTo>
                  <a:lnTo>
                    <a:pt x="2746507" y="476547"/>
                  </a:lnTo>
                  <a:lnTo>
                    <a:pt x="2747579" y="476071"/>
                  </a:lnTo>
                  <a:lnTo>
                    <a:pt x="2748650" y="475597"/>
                  </a:lnTo>
                  <a:lnTo>
                    <a:pt x="2749722" y="475123"/>
                  </a:lnTo>
                  <a:lnTo>
                    <a:pt x="2750794" y="474651"/>
                  </a:lnTo>
                  <a:lnTo>
                    <a:pt x="2751865" y="474179"/>
                  </a:lnTo>
                  <a:lnTo>
                    <a:pt x="2752937" y="473708"/>
                  </a:lnTo>
                  <a:lnTo>
                    <a:pt x="2754008" y="473238"/>
                  </a:lnTo>
                  <a:lnTo>
                    <a:pt x="2755080" y="472769"/>
                  </a:lnTo>
                  <a:lnTo>
                    <a:pt x="2756152" y="472301"/>
                  </a:lnTo>
                  <a:lnTo>
                    <a:pt x="2757223" y="471834"/>
                  </a:lnTo>
                  <a:lnTo>
                    <a:pt x="2758295" y="471367"/>
                  </a:lnTo>
                  <a:lnTo>
                    <a:pt x="2759366" y="470902"/>
                  </a:lnTo>
                  <a:lnTo>
                    <a:pt x="2760438" y="470437"/>
                  </a:lnTo>
                  <a:lnTo>
                    <a:pt x="2761510" y="469973"/>
                  </a:lnTo>
                  <a:lnTo>
                    <a:pt x="2762581" y="469510"/>
                  </a:lnTo>
                  <a:lnTo>
                    <a:pt x="2763653" y="469048"/>
                  </a:lnTo>
                  <a:lnTo>
                    <a:pt x="2764724" y="468587"/>
                  </a:lnTo>
                  <a:lnTo>
                    <a:pt x="2765796" y="468126"/>
                  </a:lnTo>
                  <a:lnTo>
                    <a:pt x="2766868" y="467667"/>
                  </a:lnTo>
                  <a:lnTo>
                    <a:pt x="2767939" y="467208"/>
                  </a:lnTo>
                  <a:lnTo>
                    <a:pt x="2769011" y="466751"/>
                  </a:lnTo>
                  <a:lnTo>
                    <a:pt x="2770082" y="466294"/>
                  </a:lnTo>
                  <a:lnTo>
                    <a:pt x="2771154" y="465837"/>
                  </a:lnTo>
                  <a:lnTo>
                    <a:pt x="2772226" y="465382"/>
                  </a:lnTo>
                  <a:lnTo>
                    <a:pt x="2773297" y="464928"/>
                  </a:lnTo>
                  <a:lnTo>
                    <a:pt x="2774369" y="464474"/>
                  </a:lnTo>
                  <a:lnTo>
                    <a:pt x="2775440" y="464021"/>
                  </a:lnTo>
                  <a:lnTo>
                    <a:pt x="2776512" y="463569"/>
                  </a:lnTo>
                  <a:lnTo>
                    <a:pt x="2777584" y="463118"/>
                  </a:lnTo>
                  <a:lnTo>
                    <a:pt x="2778655" y="462668"/>
                  </a:lnTo>
                  <a:lnTo>
                    <a:pt x="2779727" y="462218"/>
                  </a:lnTo>
                  <a:lnTo>
                    <a:pt x="2780798" y="461769"/>
                  </a:lnTo>
                  <a:lnTo>
                    <a:pt x="2781870" y="461321"/>
                  </a:lnTo>
                  <a:lnTo>
                    <a:pt x="2782942" y="460874"/>
                  </a:lnTo>
                  <a:lnTo>
                    <a:pt x="2784013" y="460428"/>
                  </a:lnTo>
                  <a:lnTo>
                    <a:pt x="2785085" y="459982"/>
                  </a:lnTo>
                  <a:lnTo>
                    <a:pt x="2786156" y="459538"/>
                  </a:lnTo>
                  <a:lnTo>
                    <a:pt x="2787228" y="459094"/>
                  </a:lnTo>
                  <a:lnTo>
                    <a:pt x="2788300" y="458650"/>
                  </a:lnTo>
                  <a:lnTo>
                    <a:pt x="2789371" y="458208"/>
                  </a:lnTo>
                  <a:lnTo>
                    <a:pt x="2790443" y="457766"/>
                  </a:lnTo>
                  <a:lnTo>
                    <a:pt x="2791514" y="457325"/>
                  </a:lnTo>
                  <a:lnTo>
                    <a:pt x="2792586" y="456885"/>
                  </a:lnTo>
                  <a:lnTo>
                    <a:pt x="2793658" y="456446"/>
                  </a:lnTo>
                  <a:lnTo>
                    <a:pt x="2794729" y="456007"/>
                  </a:lnTo>
                  <a:lnTo>
                    <a:pt x="2795801" y="455569"/>
                  </a:lnTo>
                  <a:lnTo>
                    <a:pt x="2796872" y="455132"/>
                  </a:lnTo>
                  <a:lnTo>
                    <a:pt x="2797944" y="454696"/>
                  </a:lnTo>
                  <a:lnTo>
                    <a:pt x="2799016" y="454260"/>
                  </a:lnTo>
                  <a:lnTo>
                    <a:pt x="2800087" y="453825"/>
                  </a:lnTo>
                  <a:lnTo>
                    <a:pt x="2801159" y="453391"/>
                  </a:lnTo>
                  <a:lnTo>
                    <a:pt x="2802230" y="452958"/>
                  </a:lnTo>
                  <a:lnTo>
                    <a:pt x="2803302" y="452525"/>
                  </a:lnTo>
                  <a:lnTo>
                    <a:pt x="2804374" y="452093"/>
                  </a:lnTo>
                  <a:lnTo>
                    <a:pt x="2805445" y="451662"/>
                  </a:lnTo>
                  <a:lnTo>
                    <a:pt x="2806517" y="451232"/>
                  </a:lnTo>
                  <a:lnTo>
                    <a:pt x="2807588" y="450802"/>
                  </a:lnTo>
                  <a:lnTo>
                    <a:pt x="2808660" y="450373"/>
                  </a:lnTo>
                  <a:lnTo>
                    <a:pt x="2809732" y="449944"/>
                  </a:lnTo>
                  <a:lnTo>
                    <a:pt x="2810803" y="449517"/>
                  </a:lnTo>
                  <a:lnTo>
                    <a:pt x="2811875" y="449090"/>
                  </a:lnTo>
                  <a:lnTo>
                    <a:pt x="2812946" y="448664"/>
                  </a:lnTo>
                  <a:lnTo>
                    <a:pt x="2814018" y="448238"/>
                  </a:lnTo>
                  <a:lnTo>
                    <a:pt x="2815090" y="447813"/>
                  </a:lnTo>
                  <a:lnTo>
                    <a:pt x="2816161" y="447389"/>
                  </a:lnTo>
                  <a:lnTo>
                    <a:pt x="2817233" y="446966"/>
                  </a:lnTo>
                  <a:lnTo>
                    <a:pt x="2818304" y="446543"/>
                  </a:lnTo>
                  <a:lnTo>
                    <a:pt x="2819376" y="446121"/>
                  </a:lnTo>
                  <a:lnTo>
                    <a:pt x="2820448" y="445699"/>
                  </a:lnTo>
                  <a:lnTo>
                    <a:pt x="2821519" y="445278"/>
                  </a:lnTo>
                  <a:lnTo>
                    <a:pt x="2822591" y="444858"/>
                  </a:lnTo>
                  <a:lnTo>
                    <a:pt x="2823662" y="444439"/>
                  </a:lnTo>
                  <a:lnTo>
                    <a:pt x="2824734" y="444020"/>
                  </a:lnTo>
                  <a:lnTo>
                    <a:pt x="2825806" y="443602"/>
                  </a:lnTo>
                  <a:lnTo>
                    <a:pt x="2826877" y="443184"/>
                  </a:lnTo>
                  <a:lnTo>
                    <a:pt x="2827949" y="442767"/>
                  </a:lnTo>
                  <a:lnTo>
                    <a:pt x="2829020" y="442351"/>
                  </a:lnTo>
                  <a:lnTo>
                    <a:pt x="2830092" y="441935"/>
                  </a:lnTo>
                  <a:lnTo>
                    <a:pt x="2831164" y="441520"/>
                  </a:lnTo>
                  <a:lnTo>
                    <a:pt x="2832235" y="441106"/>
                  </a:lnTo>
                  <a:lnTo>
                    <a:pt x="2833307" y="440692"/>
                  </a:lnTo>
                  <a:lnTo>
                    <a:pt x="2834378" y="440279"/>
                  </a:lnTo>
                  <a:lnTo>
                    <a:pt x="2835450" y="439867"/>
                  </a:lnTo>
                  <a:lnTo>
                    <a:pt x="2836522" y="439455"/>
                  </a:lnTo>
                  <a:lnTo>
                    <a:pt x="2837593" y="439044"/>
                  </a:lnTo>
                  <a:lnTo>
                    <a:pt x="2838665" y="438633"/>
                  </a:lnTo>
                  <a:lnTo>
                    <a:pt x="2839736" y="438223"/>
                  </a:lnTo>
                  <a:lnTo>
                    <a:pt x="2840808" y="437813"/>
                  </a:lnTo>
                  <a:lnTo>
                    <a:pt x="2841879" y="437405"/>
                  </a:lnTo>
                  <a:lnTo>
                    <a:pt x="2842951" y="436996"/>
                  </a:lnTo>
                  <a:lnTo>
                    <a:pt x="2844023" y="436589"/>
                  </a:lnTo>
                  <a:lnTo>
                    <a:pt x="2845094" y="436182"/>
                  </a:lnTo>
                  <a:lnTo>
                    <a:pt x="2846166" y="435775"/>
                  </a:lnTo>
                  <a:lnTo>
                    <a:pt x="2847237" y="435369"/>
                  </a:lnTo>
                  <a:lnTo>
                    <a:pt x="2848309" y="434964"/>
                  </a:lnTo>
                  <a:lnTo>
                    <a:pt x="2849381" y="434559"/>
                  </a:lnTo>
                  <a:lnTo>
                    <a:pt x="2850452" y="434155"/>
                  </a:lnTo>
                  <a:lnTo>
                    <a:pt x="2851524" y="433751"/>
                  </a:lnTo>
                  <a:lnTo>
                    <a:pt x="2852595" y="433348"/>
                  </a:lnTo>
                  <a:lnTo>
                    <a:pt x="2853667" y="432946"/>
                  </a:lnTo>
                  <a:lnTo>
                    <a:pt x="2854739" y="432544"/>
                  </a:lnTo>
                  <a:lnTo>
                    <a:pt x="2855810" y="432142"/>
                  </a:lnTo>
                  <a:lnTo>
                    <a:pt x="2856882" y="431741"/>
                  </a:lnTo>
                  <a:lnTo>
                    <a:pt x="2857953" y="431341"/>
                  </a:lnTo>
                  <a:lnTo>
                    <a:pt x="2859025" y="430941"/>
                  </a:lnTo>
                  <a:lnTo>
                    <a:pt x="2860097" y="430542"/>
                  </a:lnTo>
                  <a:lnTo>
                    <a:pt x="2861168" y="430143"/>
                  </a:lnTo>
                  <a:lnTo>
                    <a:pt x="2862240" y="429745"/>
                  </a:lnTo>
                  <a:lnTo>
                    <a:pt x="2863311" y="429347"/>
                  </a:lnTo>
                  <a:lnTo>
                    <a:pt x="2864383" y="428950"/>
                  </a:lnTo>
                  <a:lnTo>
                    <a:pt x="2865455" y="428553"/>
                  </a:lnTo>
                  <a:lnTo>
                    <a:pt x="2866526" y="428157"/>
                  </a:lnTo>
                  <a:lnTo>
                    <a:pt x="2867598" y="427762"/>
                  </a:lnTo>
                  <a:lnTo>
                    <a:pt x="2868669" y="427367"/>
                  </a:lnTo>
                  <a:lnTo>
                    <a:pt x="2869741" y="426972"/>
                  </a:lnTo>
                  <a:lnTo>
                    <a:pt x="2870813" y="426578"/>
                  </a:lnTo>
                  <a:lnTo>
                    <a:pt x="2871884" y="426184"/>
                  </a:lnTo>
                  <a:lnTo>
                    <a:pt x="2872956" y="425791"/>
                  </a:lnTo>
                  <a:lnTo>
                    <a:pt x="2874027" y="425398"/>
                  </a:lnTo>
                  <a:lnTo>
                    <a:pt x="2875099" y="425006"/>
                  </a:lnTo>
                  <a:lnTo>
                    <a:pt x="2876171" y="424614"/>
                  </a:lnTo>
                  <a:lnTo>
                    <a:pt x="2877242" y="424223"/>
                  </a:lnTo>
                  <a:lnTo>
                    <a:pt x="2878314" y="423832"/>
                  </a:lnTo>
                  <a:lnTo>
                    <a:pt x="2879385" y="423442"/>
                  </a:lnTo>
                  <a:lnTo>
                    <a:pt x="2880457" y="423052"/>
                  </a:lnTo>
                  <a:lnTo>
                    <a:pt x="2881529" y="422663"/>
                  </a:lnTo>
                  <a:lnTo>
                    <a:pt x="2882600" y="422274"/>
                  </a:lnTo>
                  <a:lnTo>
                    <a:pt x="2883672" y="421885"/>
                  </a:lnTo>
                  <a:lnTo>
                    <a:pt x="2884743" y="421497"/>
                  </a:lnTo>
                  <a:lnTo>
                    <a:pt x="2885815" y="421109"/>
                  </a:lnTo>
                  <a:lnTo>
                    <a:pt x="2886887" y="420722"/>
                  </a:lnTo>
                  <a:lnTo>
                    <a:pt x="2887958" y="420336"/>
                  </a:lnTo>
                  <a:lnTo>
                    <a:pt x="2889030" y="419949"/>
                  </a:lnTo>
                  <a:lnTo>
                    <a:pt x="2890101" y="419563"/>
                  </a:lnTo>
                  <a:lnTo>
                    <a:pt x="2891173" y="419178"/>
                  </a:lnTo>
                  <a:lnTo>
                    <a:pt x="2892245" y="418793"/>
                  </a:lnTo>
                  <a:lnTo>
                    <a:pt x="2893316" y="418408"/>
                  </a:lnTo>
                  <a:lnTo>
                    <a:pt x="2894388" y="418024"/>
                  </a:lnTo>
                  <a:lnTo>
                    <a:pt x="2895459" y="417640"/>
                  </a:lnTo>
                  <a:lnTo>
                    <a:pt x="2896531" y="417257"/>
                  </a:lnTo>
                  <a:lnTo>
                    <a:pt x="2897603" y="416874"/>
                  </a:lnTo>
                  <a:lnTo>
                    <a:pt x="2898674" y="416491"/>
                  </a:lnTo>
                  <a:lnTo>
                    <a:pt x="2899746" y="416109"/>
                  </a:lnTo>
                  <a:lnTo>
                    <a:pt x="2900817" y="415727"/>
                  </a:lnTo>
                  <a:lnTo>
                    <a:pt x="2901889" y="415346"/>
                  </a:lnTo>
                  <a:lnTo>
                    <a:pt x="2902961" y="414965"/>
                  </a:lnTo>
                  <a:lnTo>
                    <a:pt x="2904032" y="414584"/>
                  </a:lnTo>
                  <a:lnTo>
                    <a:pt x="2905104" y="414204"/>
                  </a:lnTo>
                  <a:lnTo>
                    <a:pt x="2906175" y="413824"/>
                  </a:lnTo>
                  <a:lnTo>
                    <a:pt x="2907247" y="413444"/>
                  </a:lnTo>
                  <a:lnTo>
                    <a:pt x="2908319" y="413065"/>
                  </a:lnTo>
                  <a:lnTo>
                    <a:pt x="2909390" y="412686"/>
                  </a:lnTo>
                  <a:lnTo>
                    <a:pt x="2910462" y="412308"/>
                  </a:lnTo>
                  <a:lnTo>
                    <a:pt x="2911533" y="411930"/>
                  </a:lnTo>
                  <a:lnTo>
                    <a:pt x="2912605" y="411552"/>
                  </a:lnTo>
                  <a:lnTo>
                    <a:pt x="2913677" y="411174"/>
                  </a:lnTo>
                  <a:lnTo>
                    <a:pt x="2914748" y="410797"/>
                  </a:lnTo>
                  <a:lnTo>
                    <a:pt x="2915820" y="410420"/>
                  </a:lnTo>
                  <a:lnTo>
                    <a:pt x="2916891" y="410044"/>
                  </a:lnTo>
                  <a:lnTo>
                    <a:pt x="2917963" y="409668"/>
                  </a:lnTo>
                  <a:lnTo>
                    <a:pt x="2919035" y="409292"/>
                  </a:lnTo>
                  <a:lnTo>
                    <a:pt x="2920106" y="408917"/>
                  </a:lnTo>
                  <a:lnTo>
                    <a:pt x="2921178" y="408541"/>
                  </a:lnTo>
                  <a:lnTo>
                    <a:pt x="2922249" y="408167"/>
                  </a:lnTo>
                  <a:lnTo>
                    <a:pt x="2923321" y="407792"/>
                  </a:lnTo>
                  <a:lnTo>
                    <a:pt x="2924393" y="407418"/>
                  </a:lnTo>
                  <a:lnTo>
                    <a:pt x="2925464" y="407044"/>
                  </a:lnTo>
                  <a:lnTo>
                    <a:pt x="2926536" y="406670"/>
                  </a:lnTo>
                  <a:lnTo>
                    <a:pt x="2927607" y="406297"/>
                  </a:lnTo>
                  <a:lnTo>
                    <a:pt x="2928679" y="405924"/>
                  </a:lnTo>
                  <a:lnTo>
                    <a:pt x="2929751" y="405551"/>
                  </a:lnTo>
                  <a:lnTo>
                    <a:pt x="2930822" y="405179"/>
                  </a:lnTo>
                  <a:lnTo>
                    <a:pt x="2931894" y="404807"/>
                  </a:lnTo>
                  <a:lnTo>
                    <a:pt x="2932965" y="404435"/>
                  </a:lnTo>
                  <a:lnTo>
                    <a:pt x="2934037" y="404063"/>
                  </a:lnTo>
                  <a:lnTo>
                    <a:pt x="2935109" y="403692"/>
                  </a:lnTo>
                  <a:lnTo>
                    <a:pt x="2936180" y="403321"/>
                  </a:lnTo>
                  <a:lnTo>
                    <a:pt x="2937252" y="402950"/>
                  </a:lnTo>
                  <a:lnTo>
                    <a:pt x="2938323" y="402579"/>
                  </a:lnTo>
                  <a:lnTo>
                    <a:pt x="2939395" y="402209"/>
                  </a:lnTo>
                  <a:lnTo>
                    <a:pt x="2940467" y="401839"/>
                  </a:lnTo>
                  <a:lnTo>
                    <a:pt x="2941538" y="401469"/>
                  </a:lnTo>
                  <a:lnTo>
                    <a:pt x="2942610" y="401100"/>
                  </a:lnTo>
                  <a:lnTo>
                    <a:pt x="2943681" y="400730"/>
                  </a:lnTo>
                  <a:lnTo>
                    <a:pt x="2944753" y="400361"/>
                  </a:lnTo>
                  <a:lnTo>
                    <a:pt x="2945825" y="399992"/>
                  </a:lnTo>
                  <a:lnTo>
                    <a:pt x="2946896" y="399624"/>
                  </a:lnTo>
                  <a:lnTo>
                    <a:pt x="2947968" y="399255"/>
                  </a:lnTo>
                  <a:lnTo>
                    <a:pt x="2949039" y="398887"/>
                  </a:lnTo>
                  <a:lnTo>
                    <a:pt x="2950111" y="398519"/>
                  </a:lnTo>
                  <a:lnTo>
                    <a:pt x="2951183" y="398151"/>
                  </a:lnTo>
                  <a:lnTo>
                    <a:pt x="2952254" y="397784"/>
                  </a:lnTo>
                  <a:lnTo>
                    <a:pt x="2953326" y="397416"/>
                  </a:lnTo>
                  <a:lnTo>
                    <a:pt x="2954397" y="397049"/>
                  </a:lnTo>
                  <a:lnTo>
                    <a:pt x="2955469" y="396682"/>
                  </a:lnTo>
                  <a:lnTo>
                    <a:pt x="2956541" y="396315"/>
                  </a:lnTo>
                  <a:lnTo>
                    <a:pt x="2957612" y="395949"/>
                  </a:lnTo>
                  <a:lnTo>
                    <a:pt x="2958684" y="395582"/>
                  </a:lnTo>
                  <a:lnTo>
                    <a:pt x="2959755" y="395216"/>
                  </a:lnTo>
                  <a:lnTo>
                    <a:pt x="2960827" y="394850"/>
                  </a:lnTo>
                  <a:lnTo>
                    <a:pt x="2961899" y="394484"/>
                  </a:lnTo>
                  <a:lnTo>
                    <a:pt x="2962970" y="394119"/>
                  </a:lnTo>
                  <a:lnTo>
                    <a:pt x="2964042" y="393753"/>
                  </a:lnTo>
                  <a:lnTo>
                    <a:pt x="2965113" y="393388"/>
                  </a:lnTo>
                  <a:lnTo>
                    <a:pt x="2966185" y="393023"/>
                  </a:lnTo>
                  <a:lnTo>
                    <a:pt x="2967257" y="392658"/>
                  </a:lnTo>
                  <a:lnTo>
                    <a:pt x="2968328" y="392293"/>
                  </a:lnTo>
                  <a:lnTo>
                    <a:pt x="2969400" y="391928"/>
                  </a:lnTo>
                  <a:lnTo>
                    <a:pt x="2970471" y="391563"/>
                  </a:lnTo>
                  <a:lnTo>
                    <a:pt x="2971543" y="391199"/>
                  </a:lnTo>
                  <a:lnTo>
                    <a:pt x="2972615" y="390835"/>
                  </a:lnTo>
                  <a:lnTo>
                    <a:pt x="2973686" y="390471"/>
                  </a:lnTo>
                  <a:lnTo>
                    <a:pt x="2974758" y="390106"/>
                  </a:lnTo>
                  <a:lnTo>
                    <a:pt x="2975829" y="389743"/>
                  </a:lnTo>
                  <a:lnTo>
                    <a:pt x="2976901" y="389379"/>
                  </a:lnTo>
                  <a:lnTo>
                    <a:pt x="2977973" y="389015"/>
                  </a:lnTo>
                  <a:lnTo>
                    <a:pt x="2979044" y="388652"/>
                  </a:lnTo>
                  <a:lnTo>
                    <a:pt x="2980116" y="388288"/>
                  </a:lnTo>
                  <a:lnTo>
                    <a:pt x="2981187" y="387925"/>
                  </a:lnTo>
                  <a:lnTo>
                    <a:pt x="2982259" y="387562"/>
                  </a:lnTo>
                  <a:lnTo>
                    <a:pt x="2983331" y="387198"/>
                  </a:lnTo>
                  <a:lnTo>
                    <a:pt x="2984402" y="386835"/>
                  </a:lnTo>
                  <a:lnTo>
                    <a:pt x="2985474" y="386473"/>
                  </a:lnTo>
                  <a:lnTo>
                    <a:pt x="2986545" y="386110"/>
                  </a:lnTo>
                  <a:lnTo>
                    <a:pt x="2987617" y="385747"/>
                  </a:lnTo>
                  <a:lnTo>
                    <a:pt x="2988689" y="385384"/>
                  </a:lnTo>
                  <a:lnTo>
                    <a:pt x="2989760" y="385022"/>
                  </a:lnTo>
                  <a:lnTo>
                    <a:pt x="2990832" y="384659"/>
                  </a:lnTo>
                  <a:lnTo>
                    <a:pt x="2991903" y="384297"/>
                  </a:lnTo>
                  <a:lnTo>
                    <a:pt x="2992975" y="383934"/>
                  </a:lnTo>
                  <a:lnTo>
                    <a:pt x="2994047" y="383572"/>
                  </a:lnTo>
                  <a:lnTo>
                    <a:pt x="2995118" y="383210"/>
                  </a:lnTo>
                  <a:lnTo>
                    <a:pt x="2996190" y="382848"/>
                  </a:lnTo>
                  <a:lnTo>
                    <a:pt x="2997261" y="382486"/>
                  </a:lnTo>
                  <a:lnTo>
                    <a:pt x="2998333" y="382123"/>
                  </a:lnTo>
                  <a:lnTo>
                    <a:pt x="2999405" y="381761"/>
                  </a:lnTo>
                  <a:lnTo>
                    <a:pt x="3000476" y="381399"/>
                  </a:lnTo>
                  <a:lnTo>
                    <a:pt x="3001548" y="381037"/>
                  </a:lnTo>
                  <a:lnTo>
                    <a:pt x="3002619" y="380676"/>
                  </a:lnTo>
                  <a:lnTo>
                    <a:pt x="3003691" y="380314"/>
                  </a:lnTo>
                  <a:lnTo>
                    <a:pt x="3004763" y="379952"/>
                  </a:lnTo>
                  <a:lnTo>
                    <a:pt x="3005834" y="379590"/>
                  </a:lnTo>
                  <a:lnTo>
                    <a:pt x="3006906" y="379228"/>
                  </a:lnTo>
                  <a:lnTo>
                    <a:pt x="3007977" y="378866"/>
                  </a:lnTo>
                  <a:lnTo>
                    <a:pt x="3009049" y="378505"/>
                  </a:lnTo>
                  <a:lnTo>
                    <a:pt x="3010121" y="378143"/>
                  </a:lnTo>
                  <a:lnTo>
                    <a:pt x="3011192" y="377781"/>
                  </a:lnTo>
                  <a:lnTo>
                    <a:pt x="3012264" y="377419"/>
                  </a:lnTo>
                  <a:lnTo>
                    <a:pt x="3013335" y="377058"/>
                  </a:lnTo>
                  <a:lnTo>
                    <a:pt x="3014407" y="376696"/>
                  </a:lnTo>
                  <a:lnTo>
                    <a:pt x="3015479" y="376334"/>
                  </a:lnTo>
                  <a:lnTo>
                    <a:pt x="3016550" y="375972"/>
                  </a:lnTo>
                  <a:lnTo>
                    <a:pt x="3017622" y="375611"/>
                  </a:lnTo>
                  <a:lnTo>
                    <a:pt x="3018693" y="375249"/>
                  </a:lnTo>
                  <a:lnTo>
                    <a:pt x="3019765" y="374887"/>
                  </a:lnTo>
                  <a:lnTo>
                    <a:pt x="3020836" y="374525"/>
                  </a:lnTo>
                  <a:lnTo>
                    <a:pt x="3021908" y="374163"/>
                  </a:lnTo>
                  <a:lnTo>
                    <a:pt x="3022980" y="373801"/>
                  </a:lnTo>
                  <a:lnTo>
                    <a:pt x="3024051" y="373439"/>
                  </a:lnTo>
                  <a:lnTo>
                    <a:pt x="3025123" y="373077"/>
                  </a:lnTo>
                  <a:lnTo>
                    <a:pt x="3026194" y="372715"/>
                  </a:lnTo>
                  <a:lnTo>
                    <a:pt x="3027266" y="372353"/>
                  </a:lnTo>
                  <a:lnTo>
                    <a:pt x="3028338" y="371991"/>
                  </a:lnTo>
                  <a:lnTo>
                    <a:pt x="3029409" y="371629"/>
                  </a:lnTo>
                  <a:lnTo>
                    <a:pt x="3030481" y="371267"/>
                  </a:lnTo>
                  <a:lnTo>
                    <a:pt x="3031552" y="370905"/>
                  </a:lnTo>
                  <a:lnTo>
                    <a:pt x="3032624" y="370542"/>
                  </a:lnTo>
                  <a:lnTo>
                    <a:pt x="3033696" y="370180"/>
                  </a:lnTo>
                  <a:lnTo>
                    <a:pt x="3034767" y="369817"/>
                  </a:lnTo>
                  <a:lnTo>
                    <a:pt x="3035839" y="369455"/>
                  </a:lnTo>
                  <a:lnTo>
                    <a:pt x="3036910" y="369092"/>
                  </a:lnTo>
                  <a:lnTo>
                    <a:pt x="3037982" y="368729"/>
                  </a:lnTo>
                  <a:lnTo>
                    <a:pt x="3039054" y="368367"/>
                  </a:lnTo>
                  <a:lnTo>
                    <a:pt x="3040125" y="368004"/>
                  </a:lnTo>
                  <a:lnTo>
                    <a:pt x="3041197" y="367641"/>
                  </a:lnTo>
                  <a:lnTo>
                    <a:pt x="3042268" y="367278"/>
                  </a:lnTo>
                  <a:lnTo>
                    <a:pt x="3043340" y="366914"/>
                  </a:lnTo>
                  <a:lnTo>
                    <a:pt x="3044412" y="366551"/>
                  </a:lnTo>
                  <a:lnTo>
                    <a:pt x="3045483" y="366188"/>
                  </a:lnTo>
                  <a:lnTo>
                    <a:pt x="3046555" y="365824"/>
                  </a:lnTo>
                  <a:lnTo>
                    <a:pt x="3047626" y="365461"/>
                  </a:lnTo>
                  <a:lnTo>
                    <a:pt x="3048698" y="365097"/>
                  </a:lnTo>
                  <a:lnTo>
                    <a:pt x="3049770" y="364733"/>
                  </a:lnTo>
                  <a:lnTo>
                    <a:pt x="3050841" y="364369"/>
                  </a:lnTo>
                  <a:lnTo>
                    <a:pt x="3051913" y="364005"/>
                  </a:lnTo>
                  <a:lnTo>
                    <a:pt x="3052984" y="363641"/>
                  </a:lnTo>
                  <a:lnTo>
                    <a:pt x="3054056" y="363277"/>
                  </a:lnTo>
                  <a:lnTo>
                    <a:pt x="3055128" y="362912"/>
                  </a:lnTo>
                  <a:lnTo>
                    <a:pt x="3056199" y="362547"/>
                  </a:lnTo>
                  <a:lnTo>
                    <a:pt x="3057271" y="362183"/>
                  </a:lnTo>
                  <a:lnTo>
                    <a:pt x="3058342" y="361818"/>
                  </a:lnTo>
                  <a:lnTo>
                    <a:pt x="3059414" y="361453"/>
                  </a:lnTo>
                  <a:lnTo>
                    <a:pt x="3060486" y="361087"/>
                  </a:lnTo>
                  <a:lnTo>
                    <a:pt x="3061557" y="360722"/>
                  </a:lnTo>
                  <a:lnTo>
                    <a:pt x="3062629" y="360357"/>
                  </a:lnTo>
                  <a:lnTo>
                    <a:pt x="3063700" y="359991"/>
                  </a:lnTo>
                  <a:lnTo>
                    <a:pt x="3064772" y="359625"/>
                  </a:lnTo>
                  <a:lnTo>
                    <a:pt x="3065844" y="359259"/>
                  </a:lnTo>
                  <a:lnTo>
                    <a:pt x="3066915" y="358893"/>
                  </a:lnTo>
                  <a:lnTo>
                    <a:pt x="3067987" y="358526"/>
                  </a:lnTo>
                  <a:lnTo>
                    <a:pt x="3069058" y="358160"/>
                  </a:lnTo>
                  <a:lnTo>
                    <a:pt x="3070130" y="357793"/>
                  </a:lnTo>
                  <a:lnTo>
                    <a:pt x="3071202" y="357426"/>
                  </a:lnTo>
                  <a:lnTo>
                    <a:pt x="3072273" y="357059"/>
                  </a:lnTo>
                  <a:lnTo>
                    <a:pt x="3073345" y="356692"/>
                  </a:lnTo>
                  <a:lnTo>
                    <a:pt x="3074416" y="356324"/>
                  </a:lnTo>
                  <a:lnTo>
                    <a:pt x="3075488" y="355956"/>
                  </a:lnTo>
                  <a:lnTo>
                    <a:pt x="3076560" y="355588"/>
                  </a:lnTo>
                  <a:lnTo>
                    <a:pt x="3077631" y="355220"/>
                  </a:lnTo>
                  <a:lnTo>
                    <a:pt x="3078703" y="354852"/>
                  </a:lnTo>
                  <a:lnTo>
                    <a:pt x="3079774" y="354483"/>
                  </a:lnTo>
                  <a:lnTo>
                    <a:pt x="3080846" y="354115"/>
                  </a:lnTo>
                  <a:lnTo>
                    <a:pt x="3081918" y="353746"/>
                  </a:lnTo>
                  <a:lnTo>
                    <a:pt x="3082989" y="353376"/>
                  </a:lnTo>
                  <a:lnTo>
                    <a:pt x="3084061" y="353007"/>
                  </a:lnTo>
                  <a:lnTo>
                    <a:pt x="3085132" y="352637"/>
                  </a:lnTo>
                  <a:lnTo>
                    <a:pt x="3086204" y="352267"/>
                  </a:lnTo>
                  <a:lnTo>
                    <a:pt x="3087276" y="351897"/>
                  </a:lnTo>
                  <a:lnTo>
                    <a:pt x="3088347" y="351527"/>
                  </a:lnTo>
                  <a:lnTo>
                    <a:pt x="3089419" y="351156"/>
                  </a:lnTo>
                  <a:lnTo>
                    <a:pt x="3090490" y="350785"/>
                  </a:lnTo>
                  <a:lnTo>
                    <a:pt x="3091562" y="350414"/>
                  </a:lnTo>
                  <a:lnTo>
                    <a:pt x="3092634" y="350043"/>
                  </a:lnTo>
                  <a:lnTo>
                    <a:pt x="3093705" y="349671"/>
                  </a:lnTo>
                  <a:lnTo>
                    <a:pt x="3094777" y="349299"/>
                  </a:lnTo>
                  <a:lnTo>
                    <a:pt x="3095848" y="348927"/>
                  </a:lnTo>
                  <a:lnTo>
                    <a:pt x="3096920" y="348554"/>
                  </a:lnTo>
                  <a:lnTo>
                    <a:pt x="3097992" y="348182"/>
                  </a:lnTo>
                  <a:lnTo>
                    <a:pt x="3099063" y="347809"/>
                  </a:lnTo>
                  <a:lnTo>
                    <a:pt x="3100135" y="347436"/>
                  </a:lnTo>
                  <a:lnTo>
                    <a:pt x="3101206" y="347062"/>
                  </a:lnTo>
                  <a:lnTo>
                    <a:pt x="3102278" y="346688"/>
                  </a:lnTo>
                  <a:lnTo>
                    <a:pt x="3103350" y="346314"/>
                  </a:lnTo>
                  <a:lnTo>
                    <a:pt x="3104421" y="345940"/>
                  </a:lnTo>
                  <a:lnTo>
                    <a:pt x="3105493" y="345565"/>
                  </a:lnTo>
                  <a:lnTo>
                    <a:pt x="3106564" y="345190"/>
                  </a:lnTo>
                  <a:lnTo>
                    <a:pt x="3107636" y="344815"/>
                  </a:lnTo>
                  <a:lnTo>
                    <a:pt x="3108708" y="344439"/>
                  </a:lnTo>
                  <a:lnTo>
                    <a:pt x="3109779" y="344063"/>
                  </a:lnTo>
                  <a:lnTo>
                    <a:pt x="3110851" y="343687"/>
                  </a:lnTo>
                  <a:lnTo>
                    <a:pt x="3111922" y="343310"/>
                  </a:lnTo>
                  <a:lnTo>
                    <a:pt x="3112994" y="342934"/>
                  </a:lnTo>
                  <a:lnTo>
                    <a:pt x="3114066" y="342556"/>
                  </a:lnTo>
                  <a:lnTo>
                    <a:pt x="3115137" y="342179"/>
                  </a:lnTo>
                  <a:lnTo>
                    <a:pt x="3116209" y="341801"/>
                  </a:lnTo>
                  <a:lnTo>
                    <a:pt x="3117280" y="341423"/>
                  </a:lnTo>
                  <a:lnTo>
                    <a:pt x="3118352" y="341045"/>
                  </a:lnTo>
                  <a:lnTo>
                    <a:pt x="3119424" y="340666"/>
                  </a:lnTo>
                  <a:lnTo>
                    <a:pt x="3120495" y="340287"/>
                  </a:lnTo>
                  <a:lnTo>
                    <a:pt x="3121567" y="339907"/>
                  </a:lnTo>
                  <a:lnTo>
                    <a:pt x="3122638" y="339527"/>
                  </a:lnTo>
                  <a:lnTo>
                    <a:pt x="3123710" y="339147"/>
                  </a:lnTo>
                  <a:lnTo>
                    <a:pt x="3124782" y="338767"/>
                  </a:lnTo>
                  <a:lnTo>
                    <a:pt x="3125853" y="338386"/>
                  </a:lnTo>
                  <a:lnTo>
                    <a:pt x="3126925" y="338005"/>
                  </a:lnTo>
                  <a:lnTo>
                    <a:pt x="3127996" y="337623"/>
                  </a:lnTo>
                  <a:lnTo>
                    <a:pt x="3129068" y="337241"/>
                  </a:lnTo>
                  <a:lnTo>
                    <a:pt x="3130140" y="336859"/>
                  </a:lnTo>
                  <a:lnTo>
                    <a:pt x="3131211" y="336476"/>
                  </a:lnTo>
                  <a:lnTo>
                    <a:pt x="3132283" y="336093"/>
                  </a:lnTo>
                  <a:lnTo>
                    <a:pt x="3133354" y="335710"/>
                  </a:lnTo>
                  <a:lnTo>
                    <a:pt x="3134426" y="335326"/>
                  </a:lnTo>
                  <a:lnTo>
                    <a:pt x="3135498" y="334942"/>
                  </a:lnTo>
                  <a:lnTo>
                    <a:pt x="3136569" y="334557"/>
                  </a:lnTo>
                  <a:lnTo>
                    <a:pt x="3137641" y="334172"/>
                  </a:lnTo>
                  <a:lnTo>
                    <a:pt x="3138712" y="333787"/>
                  </a:lnTo>
                  <a:lnTo>
                    <a:pt x="3139784" y="333401"/>
                  </a:lnTo>
                  <a:lnTo>
                    <a:pt x="3140856" y="333015"/>
                  </a:lnTo>
                  <a:lnTo>
                    <a:pt x="3141927" y="332629"/>
                  </a:lnTo>
                  <a:lnTo>
                    <a:pt x="3142999" y="332242"/>
                  </a:lnTo>
                  <a:lnTo>
                    <a:pt x="3144070" y="331855"/>
                  </a:lnTo>
                  <a:lnTo>
                    <a:pt x="3145142" y="331467"/>
                  </a:lnTo>
                  <a:lnTo>
                    <a:pt x="3146214" y="331079"/>
                  </a:lnTo>
                  <a:lnTo>
                    <a:pt x="3147285" y="330691"/>
                  </a:lnTo>
                  <a:lnTo>
                    <a:pt x="3148357" y="330302"/>
                  </a:lnTo>
                  <a:lnTo>
                    <a:pt x="3149428" y="329913"/>
                  </a:lnTo>
                  <a:lnTo>
                    <a:pt x="3150500" y="329523"/>
                  </a:lnTo>
                  <a:lnTo>
                    <a:pt x="3151572" y="329134"/>
                  </a:lnTo>
                  <a:lnTo>
                    <a:pt x="3152643" y="328743"/>
                  </a:lnTo>
                  <a:lnTo>
                    <a:pt x="3153715" y="328353"/>
                  </a:lnTo>
                  <a:lnTo>
                    <a:pt x="3154786" y="327962"/>
                  </a:lnTo>
                  <a:lnTo>
                    <a:pt x="3155858" y="327570"/>
                  </a:lnTo>
                  <a:lnTo>
                    <a:pt x="3156930" y="327179"/>
                  </a:lnTo>
                  <a:lnTo>
                    <a:pt x="3158001" y="326787"/>
                  </a:lnTo>
                  <a:lnTo>
                    <a:pt x="3159073" y="326394"/>
                  </a:lnTo>
                  <a:lnTo>
                    <a:pt x="3160144" y="326001"/>
                  </a:lnTo>
                  <a:lnTo>
                    <a:pt x="3161216" y="325608"/>
                  </a:lnTo>
                  <a:lnTo>
                    <a:pt x="3162288" y="325214"/>
                  </a:lnTo>
                  <a:lnTo>
                    <a:pt x="3163359" y="324820"/>
                  </a:lnTo>
                  <a:lnTo>
                    <a:pt x="3164431" y="324426"/>
                  </a:lnTo>
                  <a:lnTo>
                    <a:pt x="3165502" y="324031"/>
                  </a:lnTo>
                  <a:lnTo>
                    <a:pt x="3166574" y="323636"/>
                  </a:lnTo>
                  <a:lnTo>
                    <a:pt x="3167646" y="323241"/>
                  </a:lnTo>
                  <a:lnTo>
                    <a:pt x="3168717" y="322845"/>
                  </a:lnTo>
                  <a:lnTo>
                    <a:pt x="3169789" y="322449"/>
                  </a:lnTo>
                  <a:lnTo>
                    <a:pt x="3170860" y="322052"/>
                  </a:lnTo>
                  <a:lnTo>
                    <a:pt x="3171932" y="321655"/>
                  </a:lnTo>
                  <a:lnTo>
                    <a:pt x="3173004" y="321258"/>
                  </a:lnTo>
                  <a:lnTo>
                    <a:pt x="3174075" y="320860"/>
                  </a:lnTo>
                  <a:lnTo>
                    <a:pt x="3175147" y="320462"/>
                  </a:lnTo>
                  <a:lnTo>
                    <a:pt x="3176218" y="320063"/>
                  </a:lnTo>
                  <a:lnTo>
                    <a:pt x="3177290" y="319665"/>
                  </a:lnTo>
                  <a:lnTo>
                    <a:pt x="3178362" y="319265"/>
                  </a:lnTo>
                  <a:lnTo>
                    <a:pt x="3179433" y="318866"/>
                  </a:lnTo>
                  <a:lnTo>
                    <a:pt x="3180505" y="318466"/>
                  </a:lnTo>
                  <a:lnTo>
                    <a:pt x="3181576" y="318065"/>
                  </a:lnTo>
                  <a:lnTo>
                    <a:pt x="3182648" y="317665"/>
                  </a:lnTo>
                  <a:lnTo>
                    <a:pt x="3183720" y="317264"/>
                  </a:lnTo>
                  <a:lnTo>
                    <a:pt x="3184791" y="316862"/>
                  </a:lnTo>
                  <a:lnTo>
                    <a:pt x="3185863" y="316460"/>
                  </a:lnTo>
                  <a:lnTo>
                    <a:pt x="3186934" y="316058"/>
                  </a:lnTo>
                  <a:lnTo>
                    <a:pt x="3188006" y="315656"/>
                  </a:lnTo>
                  <a:lnTo>
                    <a:pt x="3189078" y="315253"/>
                  </a:lnTo>
                  <a:lnTo>
                    <a:pt x="3190149" y="314849"/>
                  </a:lnTo>
                  <a:lnTo>
                    <a:pt x="3191221" y="314446"/>
                  </a:lnTo>
                  <a:lnTo>
                    <a:pt x="3192292" y="314042"/>
                  </a:lnTo>
                  <a:lnTo>
                    <a:pt x="3193364" y="313637"/>
                  </a:lnTo>
                  <a:lnTo>
                    <a:pt x="3194436" y="313232"/>
                  </a:lnTo>
                  <a:lnTo>
                    <a:pt x="3195507" y="312827"/>
                  </a:lnTo>
                  <a:lnTo>
                    <a:pt x="3196579" y="312421"/>
                  </a:lnTo>
                  <a:lnTo>
                    <a:pt x="3197650" y="312016"/>
                  </a:lnTo>
                  <a:lnTo>
                    <a:pt x="3198722" y="311609"/>
                  </a:lnTo>
                  <a:lnTo>
                    <a:pt x="3199793" y="311203"/>
                  </a:lnTo>
                  <a:lnTo>
                    <a:pt x="3200865" y="310796"/>
                  </a:lnTo>
                  <a:lnTo>
                    <a:pt x="3201937" y="310388"/>
                  </a:lnTo>
                  <a:lnTo>
                    <a:pt x="3203008" y="309980"/>
                  </a:lnTo>
                  <a:lnTo>
                    <a:pt x="3204080" y="309572"/>
                  </a:lnTo>
                  <a:lnTo>
                    <a:pt x="3205151" y="309164"/>
                  </a:lnTo>
                  <a:lnTo>
                    <a:pt x="3206223" y="308755"/>
                  </a:lnTo>
                  <a:lnTo>
                    <a:pt x="3207295" y="308345"/>
                  </a:lnTo>
                  <a:lnTo>
                    <a:pt x="3208366" y="307936"/>
                  </a:lnTo>
                  <a:lnTo>
                    <a:pt x="3209438" y="307526"/>
                  </a:lnTo>
                  <a:lnTo>
                    <a:pt x="3210509" y="307115"/>
                  </a:lnTo>
                  <a:lnTo>
                    <a:pt x="3211581" y="306705"/>
                  </a:lnTo>
                  <a:lnTo>
                    <a:pt x="3212653" y="306294"/>
                  </a:lnTo>
                  <a:lnTo>
                    <a:pt x="3213724" y="305882"/>
                  </a:lnTo>
                  <a:lnTo>
                    <a:pt x="3214796" y="305470"/>
                  </a:lnTo>
                  <a:lnTo>
                    <a:pt x="3215867" y="305058"/>
                  </a:lnTo>
                  <a:lnTo>
                    <a:pt x="3216939" y="304645"/>
                  </a:lnTo>
                  <a:lnTo>
                    <a:pt x="3218011" y="304232"/>
                  </a:lnTo>
                  <a:lnTo>
                    <a:pt x="3219082" y="303819"/>
                  </a:lnTo>
                  <a:lnTo>
                    <a:pt x="3220154" y="303405"/>
                  </a:lnTo>
                  <a:lnTo>
                    <a:pt x="3221225" y="302991"/>
                  </a:lnTo>
                  <a:lnTo>
                    <a:pt x="3222297" y="302577"/>
                  </a:lnTo>
                  <a:lnTo>
                    <a:pt x="3223369" y="302162"/>
                  </a:lnTo>
                  <a:lnTo>
                    <a:pt x="3224440" y="301747"/>
                  </a:lnTo>
                  <a:lnTo>
                    <a:pt x="3225512" y="301331"/>
                  </a:lnTo>
                  <a:lnTo>
                    <a:pt x="3226583" y="300915"/>
                  </a:lnTo>
                  <a:lnTo>
                    <a:pt x="3227655" y="300499"/>
                  </a:lnTo>
                  <a:lnTo>
                    <a:pt x="3228727" y="300082"/>
                  </a:lnTo>
                  <a:lnTo>
                    <a:pt x="3229798" y="299665"/>
                  </a:lnTo>
                  <a:lnTo>
                    <a:pt x="3230870" y="299248"/>
                  </a:lnTo>
                  <a:lnTo>
                    <a:pt x="3231941" y="298830"/>
                  </a:lnTo>
                  <a:lnTo>
                    <a:pt x="3233013" y="298412"/>
                  </a:lnTo>
                  <a:lnTo>
                    <a:pt x="3234085" y="297994"/>
                  </a:lnTo>
                  <a:lnTo>
                    <a:pt x="3235156" y="297575"/>
                  </a:lnTo>
                  <a:lnTo>
                    <a:pt x="3236228" y="297156"/>
                  </a:lnTo>
                  <a:lnTo>
                    <a:pt x="3237299" y="296736"/>
                  </a:lnTo>
                  <a:lnTo>
                    <a:pt x="3238371" y="296316"/>
                  </a:lnTo>
                  <a:lnTo>
                    <a:pt x="3239443" y="295896"/>
                  </a:lnTo>
                  <a:lnTo>
                    <a:pt x="3240514" y="295475"/>
                  </a:lnTo>
                  <a:lnTo>
                    <a:pt x="3241586" y="295054"/>
                  </a:lnTo>
                  <a:lnTo>
                    <a:pt x="3242657" y="294633"/>
                  </a:lnTo>
                  <a:lnTo>
                    <a:pt x="3243729" y="294211"/>
                  </a:lnTo>
                  <a:lnTo>
                    <a:pt x="3244801" y="293789"/>
                  </a:lnTo>
                  <a:lnTo>
                    <a:pt x="3245872" y="293366"/>
                  </a:lnTo>
                  <a:lnTo>
                    <a:pt x="3246944" y="292944"/>
                  </a:lnTo>
                  <a:lnTo>
                    <a:pt x="3248015" y="292520"/>
                  </a:lnTo>
                  <a:lnTo>
                    <a:pt x="3249087" y="292097"/>
                  </a:lnTo>
                  <a:lnTo>
                    <a:pt x="3250159" y="291673"/>
                  </a:lnTo>
                  <a:lnTo>
                    <a:pt x="3251230" y="291248"/>
                  </a:lnTo>
                  <a:lnTo>
                    <a:pt x="3252302" y="290824"/>
                  </a:lnTo>
                  <a:lnTo>
                    <a:pt x="3253373" y="290399"/>
                  </a:lnTo>
                  <a:lnTo>
                    <a:pt x="3254445" y="289973"/>
                  </a:lnTo>
                  <a:lnTo>
                    <a:pt x="3255517" y="289548"/>
                  </a:lnTo>
                  <a:lnTo>
                    <a:pt x="3256588" y="289121"/>
                  </a:lnTo>
                  <a:lnTo>
                    <a:pt x="3257660" y="288695"/>
                  </a:lnTo>
                  <a:lnTo>
                    <a:pt x="3258731" y="288268"/>
                  </a:lnTo>
                  <a:lnTo>
                    <a:pt x="3259803" y="287841"/>
                  </a:lnTo>
                  <a:lnTo>
                    <a:pt x="3260875" y="287413"/>
                  </a:lnTo>
                  <a:lnTo>
                    <a:pt x="3261946" y="286985"/>
                  </a:lnTo>
                  <a:lnTo>
                    <a:pt x="3263018" y="286557"/>
                  </a:lnTo>
                  <a:lnTo>
                    <a:pt x="3264089" y="286128"/>
                  </a:lnTo>
                  <a:lnTo>
                    <a:pt x="3265161" y="285699"/>
                  </a:lnTo>
                  <a:lnTo>
                    <a:pt x="3266233" y="285270"/>
                  </a:lnTo>
                  <a:lnTo>
                    <a:pt x="3267304" y="284840"/>
                  </a:lnTo>
                  <a:lnTo>
                    <a:pt x="3268376" y="284410"/>
                  </a:lnTo>
                  <a:lnTo>
                    <a:pt x="3269447" y="283980"/>
                  </a:lnTo>
                  <a:lnTo>
                    <a:pt x="3270519" y="283549"/>
                  </a:lnTo>
                  <a:lnTo>
                    <a:pt x="3271591" y="283118"/>
                  </a:lnTo>
                  <a:lnTo>
                    <a:pt x="3272662" y="282686"/>
                  </a:lnTo>
                  <a:lnTo>
                    <a:pt x="3273734" y="282254"/>
                  </a:lnTo>
                  <a:lnTo>
                    <a:pt x="3274805" y="281822"/>
                  </a:lnTo>
                  <a:lnTo>
                    <a:pt x="3275877" y="281389"/>
                  </a:lnTo>
                  <a:lnTo>
                    <a:pt x="3276949" y="280956"/>
                  </a:lnTo>
                  <a:lnTo>
                    <a:pt x="3278020" y="280523"/>
                  </a:lnTo>
                  <a:lnTo>
                    <a:pt x="3279092" y="280089"/>
                  </a:lnTo>
                  <a:lnTo>
                    <a:pt x="3280163" y="279655"/>
                  </a:lnTo>
                  <a:lnTo>
                    <a:pt x="3281235" y="279221"/>
                  </a:lnTo>
                  <a:lnTo>
                    <a:pt x="3282307" y="278786"/>
                  </a:lnTo>
                  <a:lnTo>
                    <a:pt x="3283378" y="278351"/>
                  </a:lnTo>
                  <a:lnTo>
                    <a:pt x="3284450" y="277915"/>
                  </a:lnTo>
                  <a:lnTo>
                    <a:pt x="3285521" y="277480"/>
                  </a:lnTo>
                  <a:lnTo>
                    <a:pt x="3286593" y="277043"/>
                  </a:lnTo>
                  <a:lnTo>
                    <a:pt x="3287665" y="276607"/>
                  </a:lnTo>
                  <a:lnTo>
                    <a:pt x="3288736" y="276170"/>
                  </a:lnTo>
                  <a:lnTo>
                    <a:pt x="3289808" y="275733"/>
                  </a:lnTo>
                  <a:lnTo>
                    <a:pt x="3290879" y="275295"/>
                  </a:lnTo>
                  <a:lnTo>
                    <a:pt x="3291951" y="274857"/>
                  </a:lnTo>
                  <a:lnTo>
                    <a:pt x="3293023" y="274419"/>
                  </a:lnTo>
                  <a:lnTo>
                    <a:pt x="3294094" y="273980"/>
                  </a:lnTo>
                  <a:lnTo>
                    <a:pt x="3295166" y="273541"/>
                  </a:lnTo>
                  <a:lnTo>
                    <a:pt x="3296237" y="273101"/>
                  </a:lnTo>
                  <a:lnTo>
                    <a:pt x="3297309" y="272662"/>
                  </a:lnTo>
                  <a:lnTo>
                    <a:pt x="3298381" y="272222"/>
                  </a:lnTo>
                  <a:lnTo>
                    <a:pt x="3299452" y="271781"/>
                  </a:lnTo>
                  <a:lnTo>
                    <a:pt x="3300524" y="271340"/>
                  </a:lnTo>
                  <a:lnTo>
                    <a:pt x="3301595" y="270899"/>
                  </a:lnTo>
                  <a:lnTo>
                    <a:pt x="3302667" y="270458"/>
                  </a:lnTo>
                  <a:lnTo>
                    <a:pt x="3303739" y="270016"/>
                  </a:lnTo>
                  <a:lnTo>
                    <a:pt x="3304810" y="269573"/>
                  </a:lnTo>
                  <a:lnTo>
                    <a:pt x="3305882" y="269131"/>
                  </a:lnTo>
                  <a:lnTo>
                    <a:pt x="3306953" y="268688"/>
                  </a:lnTo>
                  <a:lnTo>
                    <a:pt x="3308025" y="268245"/>
                  </a:lnTo>
                  <a:lnTo>
                    <a:pt x="3309097" y="267801"/>
                  </a:lnTo>
                  <a:lnTo>
                    <a:pt x="3310168" y="267357"/>
                  </a:lnTo>
                  <a:lnTo>
                    <a:pt x="3311240" y="266913"/>
                  </a:lnTo>
                  <a:lnTo>
                    <a:pt x="3312311" y="266468"/>
                  </a:lnTo>
                  <a:lnTo>
                    <a:pt x="3313383" y="266023"/>
                  </a:lnTo>
                  <a:lnTo>
                    <a:pt x="3314455" y="265577"/>
                  </a:lnTo>
                  <a:lnTo>
                    <a:pt x="3315526" y="265132"/>
                  </a:lnTo>
                  <a:lnTo>
                    <a:pt x="3316598" y="264685"/>
                  </a:lnTo>
                  <a:lnTo>
                    <a:pt x="3317669" y="264239"/>
                  </a:lnTo>
                  <a:lnTo>
                    <a:pt x="3318741" y="263792"/>
                  </a:lnTo>
                  <a:lnTo>
                    <a:pt x="3319813" y="263345"/>
                  </a:lnTo>
                  <a:lnTo>
                    <a:pt x="3320884" y="262897"/>
                  </a:lnTo>
                  <a:lnTo>
                    <a:pt x="3321956" y="262450"/>
                  </a:lnTo>
                  <a:lnTo>
                    <a:pt x="3323027" y="262001"/>
                  </a:lnTo>
                  <a:lnTo>
                    <a:pt x="3324099" y="261553"/>
                  </a:lnTo>
                  <a:lnTo>
                    <a:pt x="3325171" y="261104"/>
                  </a:lnTo>
                  <a:lnTo>
                    <a:pt x="3326242" y="260655"/>
                  </a:lnTo>
                  <a:lnTo>
                    <a:pt x="3327314" y="260205"/>
                  </a:lnTo>
                  <a:lnTo>
                    <a:pt x="3328385" y="259755"/>
                  </a:lnTo>
                  <a:lnTo>
                    <a:pt x="3329457" y="259305"/>
                  </a:lnTo>
                  <a:lnTo>
                    <a:pt x="3330529" y="258854"/>
                  </a:lnTo>
                  <a:lnTo>
                    <a:pt x="3331600" y="258403"/>
                  </a:lnTo>
                  <a:lnTo>
                    <a:pt x="3332672" y="257952"/>
                  </a:lnTo>
                  <a:lnTo>
                    <a:pt x="3333743" y="257500"/>
                  </a:lnTo>
                  <a:lnTo>
                    <a:pt x="3334815" y="257048"/>
                  </a:lnTo>
                  <a:lnTo>
                    <a:pt x="3335887" y="256596"/>
                  </a:lnTo>
                  <a:lnTo>
                    <a:pt x="3336958" y="256143"/>
                  </a:lnTo>
                  <a:lnTo>
                    <a:pt x="3338030" y="255690"/>
                  </a:lnTo>
                  <a:lnTo>
                    <a:pt x="3339101" y="255236"/>
                  </a:lnTo>
                  <a:lnTo>
                    <a:pt x="3340173" y="254782"/>
                  </a:lnTo>
                  <a:lnTo>
                    <a:pt x="3341245" y="254328"/>
                  </a:lnTo>
                  <a:lnTo>
                    <a:pt x="3342316" y="253874"/>
                  </a:lnTo>
                  <a:lnTo>
                    <a:pt x="3343388" y="253419"/>
                  </a:lnTo>
                  <a:lnTo>
                    <a:pt x="3344459" y="252964"/>
                  </a:lnTo>
                  <a:lnTo>
                    <a:pt x="3345531" y="252508"/>
                  </a:lnTo>
                  <a:lnTo>
                    <a:pt x="3346603" y="252052"/>
                  </a:lnTo>
                  <a:lnTo>
                    <a:pt x="3347674" y="251596"/>
                  </a:lnTo>
                  <a:lnTo>
                    <a:pt x="3348746" y="251140"/>
                  </a:lnTo>
                  <a:lnTo>
                    <a:pt x="3349817" y="250683"/>
                  </a:lnTo>
                  <a:lnTo>
                    <a:pt x="3350889" y="250226"/>
                  </a:lnTo>
                  <a:lnTo>
                    <a:pt x="3351961" y="249768"/>
                  </a:lnTo>
                  <a:lnTo>
                    <a:pt x="3353032" y="249310"/>
                  </a:lnTo>
                  <a:lnTo>
                    <a:pt x="3354104" y="248852"/>
                  </a:lnTo>
                  <a:lnTo>
                    <a:pt x="3355175" y="248393"/>
                  </a:lnTo>
                  <a:lnTo>
                    <a:pt x="3356247" y="247934"/>
                  </a:lnTo>
                  <a:lnTo>
                    <a:pt x="3357319" y="247475"/>
                  </a:lnTo>
                  <a:lnTo>
                    <a:pt x="3358390" y="247015"/>
                  </a:lnTo>
                  <a:lnTo>
                    <a:pt x="3359462" y="246555"/>
                  </a:lnTo>
                  <a:lnTo>
                    <a:pt x="3360533" y="246095"/>
                  </a:lnTo>
                  <a:lnTo>
                    <a:pt x="3361605" y="245634"/>
                  </a:lnTo>
                  <a:lnTo>
                    <a:pt x="3362677" y="245173"/>
                  </a:lnTo>
                  <a:lnTo>
                    <a:pt x="3363748" y="244712"/>
                  </a:lnTo>
                  <a:lnTo>
                    <a:pt x="3364820" y="244250"/>
                  </a:lnTo>
                  <a:lnTo>
                    <a:pt x="3365891" y="243788"/>
                  </a:lnTo>
                  <a:lnTo>
                    <a:pt x="3366963" y="243326"/>
                  </a:lnTo>
                  <a:lnTo>
                    <a:pt x="3368035" y="242863"/>
                  </a:lnTo>
                  <a:lnTo>
                    <a:pt x="3369106" y="242400"/>
                  </a:lnTo>
                  <a:lnTo>
                    <a:pt x="3370178" y="241937"/>
                  </a:lnTo>
                  <a:lnTo>
                    <a:pt x="3371249" y="241473"/>
                  </a:lnTo>
                  <a:lnTo>
                    <a:pt x="3372321" y="241009"/>
                  </a:lnTo>
                  <a:lnTo>
                    <a:pt x="3373392" y="240545"/>
                  </a:lnTo>
                  <a:lnTo>
                    <a:pt x="3374464" y="240080"/>
                  </a:lnTo>
                  <a:lnTo>
                    <a:pt x="3375536" y="239615"/>
                  </a:lnTo>
                  <a:lnTo>
                    <a:pt x="3376607" y="239149"/>
                  </a:lnTo>
                  <a:lnTo>
                    <a:pt x="3377679" y="238684"/>
                  </a:lnTo>
                  <a:lnTo>
                    <a:pt x="3378750" y="238217"/>
                  </a:lnTo>
                  <a:lnTo>
                    <a:pt x="3379822" y="237751"/>
                  </a:lnTo>
                  <a:lnTo>
                    <a:pt x="3380894" y="237284"/>
                  </a:lnTo>
                  <a:lnTo>
                    <a:pt x="3381965" y="236817"/>
                  </a:lnTo>
                  <a:lnTo>
                    <a:pt x="3383037" y="236350"/>
                  </a:lnTo>
                  <a:lnTo>
                    <a:pt x="3384108" y="235882"/>
                  </a:lnTo>
                  <a:lnTo>
                    <a:pt x="3385180" y="235414"/>
                  </a:lnTo>
                  <a:lnTo>
                    <a:pt x="3386252" y="234945"/>
                  </a:lnTo>
                  <a:lnTo>
                    <a:pt x="3387323" y="234477"/>
                  </a:lnTo>
                  <a:lnTo>
                    <a:pt x="3388395" y="234007"/>
                  </a:lnTo>
                  <a:lnTo>
                    <a:pt x="3389466" y="233538"/>
                  </a:lnTo>
                  <a:lnTo>
                    <a:pt x="3390538" y="233068"/>
                  </a:lnTo>
                  <a:lnTo>
                    <a:pt x="3391610" y="232598"/>
                  </a:lnTo>
                  <a:lnTo>
                    <a:pt x="3392681" y="232128"/>
                  </a:lnTo>
                  <a:lnTo>
                    <a:pt x="3393753" y="231657"/>
                  </a:lnTo>
                  <a:lnTo>
                    <a:pt x="3394824" y="231186"/>
                  </a:lnTo>
                  <a:lnTo>
                    <a:pt x="3395896" y="230714"/>
                  </a:lnTo>
                  <a:lnTo>
                    <a:pt x="3396968" y="230242"/>
                  </a:lnTo>
                  <a:lnTo>
                    <a:pt x="3398039" y="229770"/>
                  </a:lnTo>
                  <a:lnTo>
                    <a:pt x="3399111" y="229298"/>
                  </a:lnTo>
                  <a:lnTo>
                    <a:pt x="3400182" y="228825"/>
                  </a:lnTo>
                  <a:lnTo>
                    <a:pt x="3401254" y="228352"/>
                  </a:lnTo>
                  <a:lnTo>
                    <a:pt x="3402326" y="227878"/>
                  </a:lnTo>
                  <a:lnTo>
                    <a:pt x="3403397" y="227404"/>
                  </a:lnTo>
                  <a:lnTo>
                    <a:pt x="3404469" y="226930"/>
                  </a:lnTo>
                  <a:lnTo>
                    <a:pt x="3405540" y="226456"/>
                  </a:lnTo>
                  <a:lnTo>
                    <a:pt x="3406612" y="225981"/>
                  </a:lnTo>
                  <a:lnTo>
                    <a:pt x="3407684" y="225506"/>
                  </a:lnTo>
                  <a:lnTo>
                    <a:pt x="3408755" y="225030"/>
                  </a:lnTo>
                  <a:lnTo>
                    <a:pt x="3409827" y="224555"/>
                  </a:lnTo>
                  <a:lnTo>
                    <a:pt x="3410898" y="224078"/>
                  </a:lnTo>
                  <a:lnTo>
                    <a:pt x="3411970" y="223602"/>
                  </a:lnTo>
                  <a:lnTo>
                    <a:pt x="3413042" y="223125"/>
                  </a:lnTo>
                  <a:lnTo>
                    <a:pt x="3414113" y="222648"/>
                  </a:lnTo>
                  <a:lnTo>
                    <a:pt x="3415185" y="222171"/>
                  </a:lnTo>
                  <a:lnTo>
                    <a:pt x="3416256" y="221693"/>
                  </a:lnTo>
                  <a:lnTo>
                    <a:pt x="3417328" y="221215"/>
                  </a:lnTo>
                  <a:lnTo>
                    <a:pt x="3418400" y="220736"/>
                  </a:lnTo>
                  <a:lnTo>
                    <a:pt x="3419471" y="220258"/>
                  </a:lnTo>
                  <a:lnTo>
                    <a:pt x="3420543" y="219779"/>
                  </a:lnTo>
                  <a:lnTo>
                    <a:pt x="3421614" y="219299"/>
                  </a:lnTo>
                  <a:lnTo>
                    <a:pt x="3422686" y="218819"/>
                  </a:lnTo>
                  <a:lnTo>
                    <a:pt x="3423758" y="218339"/>
                  </a:lnTo>
                  <a:lnTo>
                    <a:pt x="3424829" y="217859"/>
                  </a:lnTo>
                  <a:lnTo>
                    <a:pt x="3425901" y="217378"/>
                  </a:lnTo>
                  <a:lnTo>
                    <a:pt x="3426972" y="216897"/>
                  </a:lnTo>
                  <a:lnTo>
                    <a:pt x="3428044" y="216416"/>
                  </a:lnTo>
                  <a:lnTo>
                    <a:pt x="3429116" y="215934"/>
                  </a:lnTo>
                  <a:lnTo>
                    <a:pt x="3430187" y="215452"/>
                  </a:lnTo>
                  <a:lnTo>
                    <a:pt x="3431259" y="214970"/>
                  </a:lnTo>
                  <a:lnTo>
                    <a:pt x="3432330" y="214487"/>
                  </a:lnTo>
                  <a:lnTo>
                    <a:pt x="3433402" y="214004"/>
                  </a:lnTo>
                  <a:lnTo>
                    <a:pt x="3434474" y="213520"/>
                  </a:lnTo>
                  <a:lnTo>
                    <a:pt x="3435545" y="213037"/>
                  </a:lnTo>
                  <a:lnTo>
                    <a:pt x="3436617" y="212553"/>
                  </a:lnTo>
                  <a:lnTo>
                    <a:pt x="3437688" y="212068"/>
                  </a:lnTo>
                  <a:lnTo>
                    <a:pt x="3438760" y="211584"/>
                  </a:lnTo>
                  <a:lnTo>
                    <a:pt x="3439832" y="211099"/>
                  </a:lnTo>
                  <a:lnTo>
                    <a:pt x="3440903" y="210614"/>
                  </a:lnTo>
                  <a:lnTo>
                    <a:pt x="3441975" y="210128"/>
                  </a:lnTo>
                  <a:lnTo>
                    <a:pt x="3443046" y="209642"/>
                  </a:lnTo>
                  <a:lnTo>
                    <a:pt x="3444118" y="209156"/>
                  </a:lnTo>
                  <a:lnTo>
                    <a:pt x="3445190" y="208669"/>
                  </a:lnTo>
                  <a:lnTo>
                    <a:pt x="3446261" y="208182"/>
                  </a:lnTo>
                  <a:lnTo>
                    <a:pt x="3447333" y="207695"/>
                  </a:lnTo>
                  <a:lnTo>
                    <a:pt x="3448404" y="207207"/>
                  </a:lnTo>
                  <a:lnTo>
                    <a:pt x="3449476" y="206720"/>
                  </a:lnTo>
                  <a:lnTo>
                    <a:pt x="3450548" y="206231"/>
                  </a:lnTo>
                  <a:lnTo>
                    <a:pt x="3451619" y="205743"/>
                  </a:lnTo>
                  <a:lnTo>
                    <a:pt x="3452691" y="205254"/>
                  </a:lnTo>
                  <a:lnTo>
                    <a:pt x="3453762" y="204765"/>
                  </a:lnTo>
                  <a:lnTo>
                    <a:pt x="3454834" y="204275"/>
                  </a:lnTo>
                  <a:lnTo>
                    <a:pt x="3455906" y="203786"/>
                  </a:lnTo>
                  <a:lnTo>
                    <a:pt x="3456977" y="203295"/>
                  </a:lnTo>
                  <a:lnTo>
                    <a:pt x="3458049" y="202805"/>
                  </a:lnTo>
                  <a:lnTo>
                    <a:pt x="3459120" y="202314"/>
                  </a:lnTo>
                  <a:lnTo>
                    <a:pt x="3460192" y="201823"/>
                  </a:lnTo>
                  <a:lnTo>
                    <a:pt x="3461264" y="201332"/>
                  </a:lnTo>
                  <a:lnTo>
                    <a:pt x="3462335" y="200840"/>
                  </a:lnTo>
                  <a:lnTo>
                    <a:pt x="3463407" y="200348"/>
                  </a:lnTo>
                  <a:lnTo>
                    <a:pt x="3464478" y="199856"/>
                  </a:lnTo>
                  <a:lnTo>
                    <a:pt x="3465550" y="199363"/>
                  </a:lnTo>
                  <a:lnTo>
                    <a:pt x="3466622" y="198870"/>
                  </a:lnTo>
                  <a:lnTo>
                    <a:pt x="3467693" y="198377"/>
                  </a:lnTo>
                  <a:lnTo>
                    <a:pt x="3468765" y="197883"/>
                  </a:lnTo>
                  <a:lnTo>
                    <a:pt x="3469836" y="197389"/>
                  </a:lnTo>
                  <a:lnTo>
                    <a:pt x="3470908" y="196895"/>
                  </a:lnTo>
                  <a:lnTo>
                    <a:pt x="3471980" y="196400"/>
                  </a:lnTo>
                  <a:lnTo>
                    <a:pt x="3473051" y="195905"/>
                  </a:lnTo>
                  <a:lnTo>
                    <a:pt x="3474123" y="195410"/>
                  </a:lnTo>
                  <a:lnTo>
                    <a:pt x="3475194" y="194914"/>
                  </a:lnTo>
                  <a:lnTo>
                    <a:pt x="3476266" y="194419"/>
                  </a:lnTo>
                  <a:lnTo>
                    <a:pt x="3477338" y="193922"/>
                  </a:lnTo>
                  <a:lnTo>
                    <a:pt x="3478409" y="193426"/>
                  </a:lnTo>
                  <a:lnTo>
                    <a:pt x="3479481" y="192929"/>
                  </a:lnTo>
                  <a:lnTo>
                    <a:pt x="3480552" y="192432"/>
                  </a:lnTo>
                  <a:lnTo>
                    <a:pt x="3481624" y="191935"/>
                  </a:lnTo>
                  <a:lnTo>
                    <a:pt x="3482696" y="191437"/>
                  </a:lnTo>
                  <a:lnTo>
                    <a:pt x="3483767" y="190939"/>
                  </a:lnTo>
                  <a:lnTo>
                    <a:pt x="3484839" y="190440"/>
                  </a:lnTo>
                  <a:lnTo>
                    <a:pt x="3485910" y="189942"/>
                  </a:lnTo>
                  <a:lnTo>
                    <a:pt x="3486982" y="189443"/>
                  </a:lnTo>
                  <a:lnTo>
                    <a:pt x="3488054" y="188943"/>
                  </a:lnTo>
                  <a:lnTo>
                    <a:pt x="3489125" y="188444"/>
                  </a:lnTo>
                  <a:lnTo>
                    <a:pt x="3490197" y="187944"/>
                  </a:lnTo>
                  <a:lnTo>
                    <a:pt x="3491268" y="187444"/>
                  </a:lnTo>
                  <a:lnTo>
                    <a:pt x="3492340" y="186943"/>
                  </a:lnTo>
                  <a:lnTo>
                    <a:pt x="3493412" y="186442"/>
                  </a:lnTo>
                  <a:lnTo>
                    <a:pt x="3494483" y="185941"/>
                  </a:lnTo>
                  <a:lnTo>
                    <a:pt x="3495555" y="185439"/>
                  </a:lnTo>
                  <a:lnTo>
                    <a:pt x="3496626" y="184938"/>
                  </a:lnTo>
                  <a:lnTo>
                    <a:pt x="3497698" y="184435"/>
                  </a:lnTo>
                  <a:lnTo>
                    <a:pt x="3498770" y="183933"/>
                  </a:lnTo>
                  <a:lnTo>
                    <a:pt x="3499841" y="183430"/>
                  </a:lnTo>
                  <a:lnTo>
                    <a:pt x="3500913" y="182927"/>
                  </a:lnTo>
                  <a:lnTo>
                    <a:pt x="3501984" y="182424"/>
                  </a:lnTo>
                  <a:lnTo>
                    <a:pt x="3503056" y="181920"/>
                  </a:lnTo>
                  <a:lnTo>
                    <a:pt x="3504128" y="181416"/>
                  </a:lnTo>
                  <a:lnTo>
                    <a:pt x="3505199" y="180912"/>
                  </a:lnTo>
                  <a:lnTo>
                    <a:pt x="3506271" y="180407"/>
                  </a:lnTo>
                  <a:lnTo>
                    <a:pt x="3507342" y="179902"/>
                  </a:lnTo>
                  <a:lnTo>
                    <a:pt x="3508414" y="179397"/>
                  </a:lnTo>
                  <a:lnTo>
                    <a:pt x="3509486" y="178891"/>
                  </a:lnTo>
                  <a:lnTo>
                    <a:pt x="3510557" y="178386"/>
                  </a:lnTo>
                  <a:lnTo>
                    <a:pt x="3511629" y="177879"/>
                  </a:lnTo>
                  <a:lnTo>
                    <a:pt x="3512700" y="177373"/>
                  </a:lnTo>
                  <a:lnTo>
                    <a:pt x="3513772" y="176866"/>
                  </a:lnTo>
                  <a:lnTo>
                    <a:pt x="3514844" y="176359"/>
                  </a:lnTo>
                  <a:lnTo>
                    <a:pt x="3515915" y="175852"/>
                  </a:lnTo>
                  <a:lnTo>
                    <a:pt x="3516987" y="175344"/>
                  </a:lnTo>
                  <a:lnTo>
                    <a:pt x="3518058" y="174836"/>
                  </a:lnTo>
                  <a:lnTo>
                    <a:pt x="3519130" y="174328"/>
                  </a:lnTo>
                  <a:lnTo>
                    <a:pt x="3520202" y="173819"/>
                  </a:lnTo>
                  <a:lnTo>
                    <a:pt x="3521273" y="173310"/>
                  </a:lnTo>
                  <a:lnTo>
                    <a:pt x="3522345" y="172801"/>
                  </a:lnTo>
                  <a:lnTo>
                    <a:pt x="3523416" y="172291"/>
                  </a:lnTo>
                  <a:lnTo>
                    <a:pt x="3524488" y="171781"/>
                  </a:lnTo>
                  <a:lnTo>
                    <a:pt x="3525560" y="171271"/>
                  </a:lnTo>
                  <a:lnTo>
                    <a:pt x="3526631" y="170761"/>
                  </a:lnTo>
                  <a:lnTo>
                    <a:pt x="3527703" y="170250"/>
                  </a:lnTo>
                  <a:lnTo>
                    <a:pt x="3528774" y="169739"/>
                  </a:lnTo>
                  <a:lnTo>
                    <a:pt x="3529846" y="169228"/>
                  </a:lnTo>
                  <a:lnTo>
                    <a:pt x="3530918" y="168716"/>
                  </a:lnTo>
                  <a:lnTo>
                    <a:pt x="3531989" y="168204"/>
                  </a:lnTo>
                  <a:lnTo>
                    <a:pt x="3533061" y="167692"/>
                  </a:lnTo>
                  <a:lnTo>
                    <a:pt x="3534132" y="167179"/>
                  </a:lnTo>
                  <a:lnTo>
                    <a:pt x="3535204" y="166666"/>
                  </a:lnTo>
                  <a:lnTo>
                    <a:pt x="3536276" y="166153"/>
                  </a:lnTo>
                  <a:lnTo>
                    <a:pt x="3537347" y="165639"/>
                  </a:lnTo>
                  <a:lnTo>
                    <a:pt x="3538419" y="165126"/>
                  </a:lnTo>
                  <a:lnTo>
                    <a:pt x="3539490" y="164612"/>
                  </a:lnTo>
                  <a:lnTo>
                    <a:pt x="3540562" y="164097"/>
                  </a:lnTo>
                  <a:lnTo>
                    <a:pt x="3541634" y="163582"/>
                  </a:lnTo>
                  <a:lnTo>
                    <a:pt x="3542705" y="163067"/>
                  </a:lnTo>
                  <a:lnTo>
                    <a:pt x="3543777" y="162552"/>
                  </a:lnTo>
                  <a:lnTo>
                    <a:pt x="3544848" y="162036"/>
                  </a:lnTo>
                  <a:lnTo>
                    <a:pt x="3545920" y="161521"/>
                  </a:lnTo>
                  <a:lnTo>
                    <a:pt x="3546992" y="161004"/>
                  </a:lnTo>
                  <a:lnTo>
                    <a:pt x="3548063" y="160488"/>
                  </a:lnTo>
                  <a:lnTo>
                    <a:pt x="3549135" y="159971"/>
                  </a:lnTo>
                  <a:lnTo>
                    <a:pt x="3550206" y="159454"/>
                  </a:lnTo>
                  <a:lnTo>
                    <a:pt x="3551278" y="158936"/>
                  </a:lnTo>
                  <a:lnTo>
                    <a:pt x="3552349" y="158419"/>
                  </a:lnTo>
                  <a:lnTo>
                    <a:pt x="3553421" y="157901"/>
                  </a:lnTo>
                  <a:lnTo>
                    <a:pt x="3554493" y="157382"/>
                  </a:lnTo>
                  <a:lnTo>
                    <a:pt x="3555564" y="156864"/>
                  </a:lnTo>
                  <a:lnTo>
                    <a:pt x="3556636" y="156345"/>
                  </a:lnTo>
                  <a:lnTo>
                    <a:pt x="3557707" y="155826"/>
                  </a:lnTo>
                  <a:lnTo>
                    <a:pt x="3558779" y="155306"/>
                  </a:lnTo>
                  <a:lnTo>
                    <a:pt x="3559851" y="154786"/>
                  </a:lnTo>
                  <a:lnTo>
                    <a:pt x="3560922" y="154266"/>
                  </a:lnTo>
                  <a:lnTo>
                    <a:pt x="3561994" y="153746"/>
                  </a:lnTo>
                  <a:lnTo>
                    <a:pt x="3563065" y="153225"/>
                  </a:lnTo>
                  <a:lnTo>
                    <a:pt x="3564137" y="152704"/>
                  </a:lnTo>
                  <a:lnTo>
                    <a:pt x="3565209" y="152183"/>
                  </a:lnTo>
                  <a:lnTo>
                    <a:pt x="3566280" y="151661"/>
                  </a:lnTo>
                  <a:lnTo>
                    <a:pt x="3567352" y="151139"/>
                  </a:lnTo>
                  <a:lnTo>
                    <a:pt x="3568423" y="150617"/>
                  </a:lnTo>
                  <a:lnTo>
                    <a:pt x="3569495" y="150094"/>
                  </a:lnTo>
                  <a:lnTo>
                    <a:pt x="3570567" y="149572"/>
                  </a:lnTo>
                  <a:lnTo>
                    <a:pt x="3571638" y="149049"/>
                  </a:lnTo>
                  <a:lnTo>
                    <a:pt x="3572710" y="148525"/>
                  </a:lnTo>
                  <a:lnTo>
                    <a:pt x="3573781" y="148002"/>
                  </a:lnTo>
                  <a:lnTo>
                    <a:pt x="3574853" y="147478"/>
                  </a:lnTo>
                  <a:lnTo>
                    <a:pt x="3575925" y="146953"/>
                  </a:lnTo>
                  <a:lnTo>
                    <a:pt x="3576996" y="146429"/>
                  </a:lnTo>
                  <a:lnTo>
                    <a:pt x="3578068" y="145904"/>
                  </a:lnTo>
                  <a:lnTo>
                    <a:pt x="3579139" y="145379"/>
                  </a:lnTo>
                  <a:lnTo>
                    <a:pt x="3580211" y="144853"/>
                  </a:lnTo>
                  <a:lnTo>
                    <a:pt x="3581283" y="144327"/>
                  </a:lnTo>
                  <a:lnTo>
                    <a:pt x="3582354" y="143801"/>
                  </a:lnTo>
                  <a:lnTo>
                    <a:pt x="3583426" y="143275"/>
                  </a:lnTo>
                  <a:lnTo>
                    <a:pt x="3584497" y="142748"/>
                  </a:lnTo>
                  <a:lnTo>
                    <a:pt x="3585569" y="142222"/>
                  </a:lnTo>
                  <a:lnTo>
                    <a:pt x="3586641" y="141694"/>
                  </a:lnTo>
                  <a:lnTo>
                    <a:pt x="3587712" y="141167"/>
                  </a:lnTo>
                  <a:lnTo>
                    <a:pt x="3588784" y="140639"/>
                  </a:lnTo>
                  <a:lnTo>
                    <a:pt x="3589855" y="140111"/>
                  </a:lnTo>
                  <a:lnTo>
                    <a:pt x="3590927" y="139583"/>
                  </a:lnTo>
                  <a:lnTo>
                    <a:pt x="3591999" y="139054"/>
                  </a:lnTo>
                  <a:lnTo>
                    <a:pt x="3593070" y="138525"/>
                  </a:lnTo>
                  <a:lnTo>
                    <a:pt x="3594142" y="137996"/>
                  </a:lnTo>
                  <a:lnTo>
                    <a:pt x="3595213" y="137466"/>
                  </a:lnTo>
                  <a:lnTo>
                    <a:pt x="3596285" y="136936"/>
                  </a:lnTo>
                  <a:lnTo>
                    <a:pt x="3597357" y="136406"/>
                  </a:lnTo>
                  <a:lnTo>
                    <a:pt x="3598428" y="135876"/>
                  </a:lnTo>
                  <a:lnTo>
                    <a:pt x="3599500" y="135345"/>
                  </a:lnTo>
                  <a:lnTo>
                    <a:pt x="3600571" y="134814"/>
                  </a:lnTo>
                  <a:lnTo>
                    <a:pt x="3601643" y="134283"/>
                  </a:lnTo>
                  <a:lnTo>
                    <a:pt x="3602715" y="133751"/>
                  </a:lnTo>
                  <a:lnTo>
                    <a:pt x="3603786" y="133219"/>
                  </a:lnTo>
                  <a:lnTo>
                    <a:pt x="3604858" y="132687"/>
                  </a:lnTo>
                  <a:lnTo>
                    <a:pt x="3605929" y="132155"/>
                  </a:lnTo>
                  <a:lnTo>
                    <a:pt x="3607001" y="131622"/>
                  </a:lnTo>
                  <a:lnTo>
                    <a:pt x="3608073" y="131089"/>
                  </a:lnTo>
                  <a:lnTo>
                    <a:pt x="3609144" y="130556"/>
                  </a:lnTo>
                  <a:lnTo>
                    <a:pt x="3610216" y="130022"/>
                  </a:lnTo>
                  <a:lnTo>
                    <a:pt x="3611287" y="129488"/>
                  </a:lnTo>
                  <a:lnTo>
                    <a:pt x="3612359" y="128954"/>
                  </a:lnTo>
                  <a:lnTo>
                    <a:pt x="3613431" y="128419"/>
                  </a:lnTo>
                  <a:lnTo>
                    <a:pt x="3614502" y="127885"/>
                  </a:lnTo>
                  <a:lnTo>
                    <a:pt x="3615574" y="127350"/>
                  </a:lnTo>
                  <a:lnTo>
                    <a:pt x="3616645" y="126814"/>
                  </a:lnTo>
                  <a:lnTo>
                    <a:pt x="3617717" y="126279"/>
                  </a:lnTo>
                  <a:lnTo>
                    <a:pt x="3618789" y="125743"/>
                  </a:lnTo>
                  <a:lnTo>
                    <a:pt x="3619860" y="125206"/>
                  </a:lnTo>
                  <a:lnTo>
                    <a:pt x="3620932" y="124670"/>
                  </a:lnTo>
                  <a:lnTo>
                    <a:pt x="3622003" y="124133"/>
                  </a:lnTo>
                  <a:lnTo>
                    <a:pt x="3623075" y="123596"/>
                  </a:lnTo>
                  <a:lnTo>
                    <a:pt x="3624147" y="123059"/>
                  </a:lnTo>
                  <a:lnTo>
                    <a:pt x="3625218" y="122521"/>
                  </a:lnTo>
                  <a:lnTo>
                    <a:pt x="3626290" y="121983"/>
                  </a:lnTo>
                  <a:lnTo>
                    <a:pt x="3627361" y="121445"/>
                  </a:lnTo>
                  <a:lnTo>
                    <a:pt x="3628433" y="120907"/>
                  </a:lnTo>
                  <a:lnTo>
                    <a:pt x="3629505" y="120368"/>
                  </a:lnTo>
                  <a:lnTo>
                    <a:pt x="3630576" y="119829"/>
                  </a:lnTo>
                  <a:lnTo>
                    <a:pt x="3631648" y="119289"/>
                  </a:lnTo>
                  <a:lnTo>
                    <a:pt x="3632719" y="118750"/>
                  </a:lnTo>
                  <a:lnTo>
                    <a:pt x="3633791" y="118210"/>
                  </a:lnTo>
                  <a:lnTo>
                    <a:pt x="3634863" y="117670"/>
                  </a:lnTo>
                  <a:lnTo>
                    <a:pt x="3635934" y="117129"/>
                  </a:lnTo>
                  <a:lnTo>
                    <a:pt x="3637006" y="116588"/>
                  </a:lnTo>
                  <a:lnTo>
                    <a:pt x="3638077" y="116047"/>
                  </a:lnTo>
                  <a:lnTo>
                    <a:pt x="3639149" y="115506"/>
                  </a:lnTo>
                  <a:lnTo>
                    <a:pt x="3640221" y="114964"/>
                  </a:lnTo>
                  <a:lnTo>
                    <a:pt x="3641292" y="114423"/>
                  </a:lnTo>
                  <a:lnTo>
                    <a:pt x="3642364" y="113880"/>
                  </a:lnTo>
                  <a:lnTo>
                    <a:pt x="3643435" y="113338"/>
                  </a:lnTo>
                  <a:lnTo>
                    <a:pt x="3644507" y="112795"/>
                  </a:lnTo>
                  <a:lnTo>
                    <a:pt x="3645579" y="112252"/>
                  </a:lnTo>
                  <a:lnTo>
                    <a:pt x="3646650" y="111709"/>
                  </a:lnTo>
                  <a:lnTo>
                    <a:pt x="3647722" y="111165"/>
                  </a:lnTo>
                  <a:lnTo>
                    <a:pt x="3648793" y="110621"/>
                  </a:lnTo>
                  <a:lnTo>
                    <a:pt x="3649865" y="110077"/>
                  </a:lnTo>
                  <a:lnTo>
                    <a:pt x="3650937" y="109533"/>
                  </a:lnTo>
                  <a:lnTo>
                    <a:pt x="3652008" y="108988"/>
                  </a:lnTo>
                  <a:lnTo>
                    <a:pt x="3653080" y="108443"/>
                  </a:lnTo>
                  <a:lnTo>
                    <a:pt x="3654151" y="107898"/>
                  </a:lnTo>
                  <a:lnTo>
                    <a:pt x="3655223" y="107352"/>
                  </a:lnTo>
                  <a:lnTo>
                    <a:pt x="3656295" y="106806"/>
                  </a:lnTo>
                  <a:lnTo>
                    <a:pt x="3657366" y="106260"/>
                  </a:lnTo>
                  <a:lnTo>
                    <a:pt x="3658438" y="105714"/>
                  </a:lnTo>
                  <a:lnTo>
                    <a:pt x="3659509" y="105167"/>
                  </a:lnTo>
                  <a:lnTo>
                    <a:pt x="3660581" y="104620"/>
                  </a:lnTo>
                  <a:lnTo>
                    <a:pt x="3661653" y="104073"/>
                  </a:lnTo>
                  <a:lnTo>
                    <a:pt x="3662724" y="103525"/>
                  </a:lnTo>
                  <a:lnTo>
                    <a:pt x="3663796" y="102978"/>
                  </a:lnTo>
                  <a:lnTo>
                    <a:pt x="3664867" y="102430"/>
                  </a:lnTo>
                  <a:lnTo>
                    <a:pt x="3665939" y="101881"/>
                  </a:lnTo>
                  <a:lnTo>
                    <a:pt x="3667011" y="101333"/>
                  </a:lnTo>
                  <a:lnTo>
                    <a:pt x="3668082" y="100784"/>
                  </a:lnTo>
                  <a:lnTo>
                    <a:pt x="3669154" y="100235"/>
                  </a:lnTo>
                  <a:lnTo>
                    <a:pt x="3670225" y="99685"/>
                  </a:lnTo>
                  <a:lnTo>
                    <a:pt x="3671297" y="99135"/>
                  </a:lnTo>
                  <a:lnTo>
                    <a:pt x="3672369" y="98585"/>
                  </a:lnTo>
                  <a:lnTo>
                    <a:pt x="3673440" y="98035"/>
                  </a:lnTo>
                  <a:lnTo>
                    <a:pt x="3674512" y="97484"/>
                  </a:lnTo>
                  <a:lnTo>
                    <a:pt x="3675583" y="96934"/>
                  </a:lnTo>
                  <a:lnTo>
                    <a:pt x="3676655" y="96383"/>
                  </a:lnTo>
                  <a:lnTo>
                    <a:pt x="3677727" y="95831"/>
                  </a:lnTo>
                  <a:lnTo>
                    <a:pt x="3678798" y="95279"/>
                  </a:lnTo>
                  <a:lnTo>
                    <a:pt x="3679870" y="94727"/>
                  </a:lnTo>
                  <a:lnTo>
                    <a:pt x="3680941" y="94175"/>
                  </a:lnTo>
                  <a:lnTo>
                    <a:pt x="3682013" y="93623"/>
                  </a:lnTo>
                  <a:lnTo>
                    <a:pt x="3683085" y="93070"/>
                  </a:lnTo>
                  <a:lnTo>
                    <a:pt x="3684156" y="92517"/>
                  </a:lnTo>
                  <a:lnTo>
                    <a:pt x="3685228" y="91964"/>
                  </a:lnTo>
                  <a:lnTo>
                    <a:pt x="3686299" y="91410"/>
                  </a:lnTo>
                  <a:lnTo>
                    <a:pt x="3687371" y="90856"/>
                  </a:lnTo>
                  <a:lnTo>
                    <a:pt x="3688443" y="90302"/>
                  </a:lnTo>
                  <a:lnTo>
                    <a:pt x="3689514" y="89748"/>
                  </a:lnTo>
                  <a:lnTo>
                    <a:pt x="3690586" y="89193"/>
                  </a:lnTo>
                  <a:lnTo>
                    <a:pt x="3691657" y="88638"/>
                  </a:lnTo>
                  <a:lnTo>
                    <a:pt x="3692729" y="88083"/>
                  </a:lnTo>
                  <a:lnTo>
                    <a:pt x="3693801" y="87527"/>
                  </a:lnTo>
                  <a:lnTo>
                    <a:pt x="3694872" y="86971"/>
                  </a:lnTo>
                  <a:lnTo>
                    <a:pt x="3695944" y="86415"/>
                  </a:lnTo>
                  <a:lnTo>
                    <a:pt x="3697015" y="85859"/>
                  </a:lnTo>
                  <a:lnTo>
                    <a:pt x="3698087" y="85302"/>
                  </a:lnTo>
                  <a:lnTo>
                    <a:pt x="3699159" y="84745"/>
                  </a:lnTo>
                  <a:lnTo>
                    <a:pt x="3700230" y="84188"/>
                  </a:lnTo>
                  <a:lnTo>
                    <a:pt x="3701302" y="83631"/>
                  </a:lnTo>
                  <a:lnTo>
                    <a:pt x="3702373" y="83073"/>
                  </a:lnTo>
                  <a:lnTo>
                    <a:pt x="3703445" y="82515"/>
                  </a:lnTo>
                  <a:lnTo>
                    <a:pt x="3704517" y="81957"/>
                  </a:lnTo>
                  <a:lnTo>
                    <a:pt x="3705588" y="81398"/>
                  </a:lnTo>
                  <a:lnTo>
                    <a:pt x="3706660" y="80839"/>
                  </a:lnTo>
                  <a:lnTo>
                    <a:pt x="3707731" y="80280"/>
                  </a:lnTo>
                  <a:lnTo>
                    <a:pt x="3708803" y="79721"/>
                  </a:lnTo>
                  <a:lnTo>
                    <a:pt x="3709875" y="79161"/>
                  </a:lnTo>
                  <a:lnTo>
                    <a:pt x="3710946" y="78602"/>
                  </a:lnTo>
                  <a:lnTo>
                    <a:pt x="3712018" y="78041"/>
                  </a:lnTo>
                  <a:lnTo>
                    <a:pt x="3713089" y="77481"/>
                  </a:lnTo>
                  <a:lnTo>
                    <a:pt x="3714161" y="76920"/>
                  </a:lnTo>
                  <a:lnTo>
                    <a:pt x="3715233" y="76359"/>
                  </a:lnTo>
                  <a:lnTo>
                    <a:pt x="3716304" y="75798"/>
                  </a:lnTo>
                  <a:lnTo>
                    <a:pt x="3717376" y="75237"/>
                  </a:lnTo>
                  <a:lnTo>
                    <a:pt x="3718447" y="74675"/>
                  </a:lnTo>
                  <a:lnTo>
                    <a:pt x="3719519" y="74113"/>
                  </a:lnTo>
                  <a:lnTo>
                    <a:pt x="3720591" y="73550"/>
                  </a:lnTo>
                  <a:lnTo>
                    <a:pt x="3721662" y="72988"/>
                  </a:lnTo>
                  <a:lnTo>
                    <a:pt x="3722734" y="72425"/>
                  </a:lnTo>
                  <a:lnTo>
                    <a:pt x="3723805" y="71862"/>
                  </a:lnTo>
                  <a:lnTo>
                    <a:pt x="3724877" y="71298"/>
                  </a:lnTo>
                  <a:lnTo>
                    <a:pt x="3725949" y="70735"/>
                  </a:lnTo>
                  <a:lnTo>
                    <a:pt x="3727020" y="70171"/>
                  </a:lnTo>
                  <a:lnTo>
                    <a:pt x="3728092" y="69607"/>
                  </a:lnTo>
                  <a:lnTo>
                    <a:pt x="3729163" y="69042"/>
                  </a:lnTo>
                  <a:lnTo>
                    <a:pt x="3730235" y="68477"/>
                  </a:lnTo>
                  <a:lnTo>
                    <a:pt x="3731306" y="67912"/>
                  </a:lnTo>
                  <a:lnTo>
                    <a:pt x="3732378" y="67347"/>
                  </a:lnTo>
                  <a:lnTo>
                    <a:pt x="3733450" y="66782"/>
                  </a:lnTo>
                  <a:lnTo>
                    <a:pt x="3734521" y="66216"/>
                  </a:lnTo>
                  <a:lnTo>
                    <a:pt x="3735593" y="65650"/>
                  </a:lnTo>
                  <a:lnTo>
                    <a:pt x="3736664" y="65083"/>
                  </a:lnTo>
                  <a:lnTo>
                    <a:pt x="3737736" y="64517"/>
                  </a:lnTo>
                  <a:lnTo>
                    <a:pt x="3738808" y="63950"/>
                  </a:lnTo>
                  <a:lnTo>
                    <a:pt x="3739879" y="63383"/>
                  </a:lnTo>
                  <a:lnTo>
                    <a:pt x="3740951" y="62815"/>
                  </a:lnTo>
                  <a:lnTo>
                    <a:pt x="3742022" y="62248"/>
                  </a:lnTo>
                  <a:lnTo>
                    <a:pt x="3743094" y="61680"/>
                  </a:lnTo>
                  <a:lnTo>
                    <a:pt x="3744166" y="61112"/>
                  </a:lnTo>
                  <a:lnTo>
                    <a:pt x="3745237" y="60543"/>
                  </a:lnTo>
                  <a:lnTo>
                    <a:pt x="3746309" y="59974"/>
                  </a:lnTo>
                  <a:lnTo>
                    <a:pt x="3747380" y="59405"/>
                  </a:lnTo>
                  <a:lnTo>
                    <a:pt x="3748452" y="58836"/>
                  </a:lnTo>
                  <a:lnTo>
                    <a:pt x="3749524" y="58267"/>
                  </a:lnTo>
                  <a:lnTo>
                    <a:pt x="3750595" y="57697"/>
                  </a:lnTo>
                  <a:lnTo>
                    <a:pt x="3751667" y="57127"/>
                  </a:lnTo>
                  <a:lnTo>
                    <a:pt x="3752738" y="56556"/>
                  </a:lnTo>
                  <a:lnTo>
                    <a:pt x="3753810" y="55986"/>
                  </a:lnTo>
                  <a:lnTo>
                    <a:pt x="3754882" y="55415"/>
                  </a:lnTo>
                  <a:lnTo>
                    <a:pt x="3755953" y="54844"/>
                  </a:lnTo>
                  <a:lnTo>
                    <a:pt x="3757025" y="54272"/>
                  </a:lnTo>
                  <a:lnTo>
                    <a:pt x="3758096" y="53701"/>
                  </a:lnTo>
                  <a:lnTo>
                    <a:pt x="3759168" y="53129"/>
                  </a:lnTo>
                  <a:lnTo>
                    <a:pt x="3760240" y="52557"/>
                  </a:lnTo>
                  <a:lnTo>
                    <a:pt x="3761311" y="51984"/>
                  </a:lnTo>
                  <a:lnTo>
                    <a:pt x="3762383" y="51412"/>
                  </a:lnTo>
                  <a:lnTo>
                    <a:pt x="3763454" y="50839"/>
                  </a:lnTo>
                  <a:lnTo>
                    <a:pt x="3764526" y="50265"/>
                  </a:lnTo>
                  <a:lnTo>
                    <a:pt x="3765598" y="49692"/>
                  </a:lnTo>
                  <a:lnTo>
                    <a:pt x="3766669" y="49118"/>
                  </a:lnTo>
                  <a:lnTo>
                    <a:pt x="3767741" y="48544"/>
                  </a:lnTo>
                  <a:lnTo>
                    <a:pt x="3768812" y="47970"/>
                  </a:lnTo>
                  <a:lnTo>
                    <a:pt x="3769884" y="47395"/>
                  </a:lnTo>
                  <a:lnTo>
                    <a:pt x="3770956" y="46820"/>
                  </a:lnTo>
                  <a:lnTo>
                    <a:pt x="3772027" y="46245"/>
                  </a:lnTo>
                  <a:lnTo>
                    <a:pt x="3773099" y="45670"/>
                  </a:lnTo>
                  <a:lnTo>
                    <a:pt x="3774170" y="45095"/>
                  </a:lnTo>
                  <a:lnTo>
                    <a:pt x="3775242" y="44519"/>
                  </a:lnTo>
                  <a:lnTo>
                    <a:pt x="3776314" y="43943"/>
                  </a:lnTo>
                  <a:lnTo>
                    <a:pt x="3777385" y="43366"/>
                  </a:lnTo>
                  <a:lnTo>
                    <a:pt x="3778457" y="42790"/>
                  </a:lnTo>
                  <a:lnTo>
                    <a:pt x="3779528" y="42213"/>
                  </a:lnTo>
                  <a:lnTo>
                    <a:pt x="3780600" y="41635"/>
                  </a:lnTo>
                  <a:lnTo>
                    <a:pt x="3781672" y="41058"/>
                  </a:lnTo>
                  <a:lnTo>
                    <a:pt x="3782743" y="40480"/>
                  </a:lnTo>
                  <a:lnTo>
                    <a:pt x="3783815" y="39902"/>
                  </a:lnTo>
                  <a:lnTo>
                    <a:pt x="3784886" y="39324"/>
                  </a:lnTo>
                  <a:lnTo>
                    <a:pt x="3785958" y="38746"/>
                  </a:lnTo>
                  <a:lnTo>
                    <a:pt x="3787030" y="38167"/>
                  </a:lnTo>
                  <a:lnTo>
                    <a:pt x="3788101" y="37588"/>
                  </a:lnTo>
                  <a:lnTo>
                    <a:pt x="3789173" y="37009"/>
                  </a:lnTo>
                  <a:lnTo>
                    <a:pt x="3790244" y="36429"/>
                  </a:lnTo>
                  <a:lnTo>
                    <a:pt x="3791316" y="35850"/>
                  </a:lnTo>
                  <a:lnTo>
                    <a:pt x="3792388" y="35270"/>
                  </a:lnTo>
                  <a:lnTo>
                    <a:pt x="3793459" y="34689"/>
                  </a:lnTo>
                  <a:lnTo>
                    <a:pt x="3794531" y="34109"/>
                  </a:lnTo>
                  <a:lnTo>
                    <a:pt x="3795602" y="33528"/>
                  </a:lnTo>
                  <a:lnTo>
                    <a:pt x="3796674" y="32947"/>
                  </a:lnTo>
                  <a:lnTo>
                    <a:pt x="3797746" y="32366"/>
                  </a:lnTo>
                  <a:lnTo>
                    <a:pt x="3798817" y="31784"/>
                  </a:lnTo>
                  <a:lnTo>
                    <a:pt x="3799889" y="31202"/>
                  </a:lnTo>
                  <a:lnTo>
                    <a:pt x="3800960" y="30620"/>
                  </a:lnTo>
                  <a:lnTo>
                    <a:pt x="3802032" y="30038"/>
                  </a:lnTo>
                  <a:lnTo>
                    <a:pt x="3803104" y="29455"/>
                  </a:lnTo>
                  <a:lnTo>
                    <a:pt x="3804175" y="28872"/>
                  </a:lnTo>
                  <a:lnTo>
                    <a:pt x="3805247" y="28289"/>
                  </a:lnTo>
                  <a:lnTo>
                    <a:pt x="3806318" y="27706"/>
                  </a:lnTo>
                  <a:lnTo>
                    <a:pt x="3807390" y="27122"/>
                  </a:lnTo>
                  <a:lnTo>
                    <a:pt x="3808462" y="26538"/>
                  </a:lnTo>
                  <a:lnTo>
                    <a:pt x="3809533" y="25954"/>
                  </a:lnTo>
                  <a:lnTo>
                    <a:pt x="3810605" y="25370"/>
                  </a:lnTo>
                  <a:lnTo>
                    <a:pt x="3811676" y="24785"/>
                  </a:lnTo>
                  <a:lnTo>
                    <a:pt x="3812748" y="24200"/>
                  </a:lnTo>
                  <a:lnTo>
                    <a:pt x="3813820" y="23615"/>
                  </a:lnTo>
                  <a:lnTo>
                    <a:pt x="3814891" y="23030"/>
                  </a:lnTo>
                  <a:lnTo>
                    <a:pt x="3815963" y="22444"/>
                  </a:lnTo>
                  <a:lnTo>
                    <a:pt x="3817034" y="21858"/>
                  </a:lnTo>
                  <a:lnTo>
                    <a:pt x="3818106" y="21272"/>
                  </a:lnTo>
                  <a:lnTo>
                    <a:pt x="3819178" y="20685"/>
                  </a:lnTo>
                  <a:lnTo>
                    <a:pt x="3820249" y="20099"/>
                  </a:lnTo>
                  <a:lnTo>
                    <a:pt x="3821321" y="19512"/>
                  </a:lnTo>
                  <a:lnTo>
                    <a:pt x="3822392" y="18924"/>
                  </a:lnTo>
                  <a:lnTo>
                    <a:pt x="3823464" y="18337"/>
                  </a:lnTo>
                  <a:lnTo>
                    <a:pt x="3824536" y="17749"/>
                  </a:lnTo>
                  <a:lnTo>
                    <a:pt x="3825607" y="17161"/>
                  </a:lnTo>
                  <a:lnTo>
                    <a:pt x="3826679" y="16573"/>
                  </a:lnTo>
                  <a:lnTo>
                    <a:pt x="3827750" y="15985"/>
                  </a:lnTo>
                  <a:lnTo>
                    <a:pt x="3828822" y="15396"/>
                  </a:lnTo>
                  <a:lnTo>
                    <a:pt x="3829894" y="14807"/>
                  </a:lnTo>
                  <a:lnTo>
                    <a:pt x="3830965" y="14218"/>
                  </a:lnTo>
                  <a:lnTo>
                    <a:pt x="3832037" y="13628"/>
                  </a:lnTo>
                  <a:lnTo>
                    <a:pt x="3833108" y="13038"/>
                  </a:lnTo>
                  <a:lnTo>
                    <a:pt x="3834180" y="12448"/>
                  </a:lnTo>
                  <a:lnTo>
                    <a:pt x="3835252" y="11858"/>
                  </a:lnTo>
                  <a:lnTo>
                    <a:pt x="3836323" y="11268"/>
                  </a:lnTo>
                  <a:lnTo>
                    <a:pt x="3837395" y="10677"/>
                  </a:lnTo>
                  <a:lnTo>
                    <a:pt x="3838466" y="10086"/>
                  </a:lnTo>
                  <a:lnTo>
                    <a:pt x="3839538" y="9494"/>
                  </a:lnTo>
                  <a:lnTo>
                    <a:pt x="3840610" y="8903"/>
                  </a:lnTo>
                  <a:lnTo>
                    <a:pt x="3841681" y="8311"/>
                  </a:lnTo>
                  <a:lnTo>
                    <a:pt x="3842753" y="7719"/>
                  </a:lnTo>
                  <a:lnTo>
                    <a:pt x="3843824" y="7127"/>
                  </a:lnTo>
                  <a:lnTo>
                    <a:pt x="3844896" y="6534"/>
                  </a:lnTo>
                  <a:lnTo>
                    <a:pt x="3845968" y="5941"/>
                  </a:lnTo>
                  <a:lnTo>
                    <a:pt x="3847039" y="5348"/>
                  </a:lnTo>
                  <a:lnTo>
                    <a:pt x="3848111" y="4755"/>
                  </a:lnTo>
                  <a:lnTo>
                    <a:pt x="3849182" y="4161"/>
                  </a:lnTo>
                  <a:lnTo>
                    <a:pt x="3850254" y="3568"/>
                  </a:lnTo>
                  <a:lnTo>
                    <a:pt x="3851326" y="2974"/>
                  </a:lnTo>
                  <a:lnTo>
                    <a:pt x="3852397" y="2379"/>
                  </a:lnTo>
                  <a:lnTo>
                    <a:pt x="3853469" y="1785"/>
                  </a:lnTo>
                  <a:lnTo>
                    <a:pt x="3854540" y="1190"/>
                  </a:lnTo>
                  <a:lnTo>
                    <a:pt x="3855612" y="59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5034264" y="876233"/>
              <a:ext cx="3856684" cy="1900200"/>
            </a:xfrm>
            <a:custGeom>
              <a:avLst/>
              <a:gdLst/>
              <a:ahLst/>
              <a:cxnLst/>
              <a:rect l="0" t="0" r="0" b="0"/>
              <a:pathLst>
                <a:path w="3856684" h="1900200">
                  <a:moveTo>
                    <a:pt x="3856684" y="0"/>
                  </a:moveTo>
                  <a:lnTo>
                    <a:pt x="3855612" y="137"/>
                  </a:lnTo>
                  <a:lnTo>
                    <a:pt x="3854540" y="274"/>
                  </a:lnTo>
                  <a:lnTo>
                    <a:pt x="3853469" y="411"/>
                  </a:lnTo>
                  <a:lnTo>
                    <a:pt x="3852397" y="549"/>
                  </a:lnTo>
                  <a:lnTo>
                    <a:pt x="3851326" y="687"/>
                  </a:lnTo>
                  <a:lnTo>
                    <a:pt x="3850254" y="824"/>
                  </a:lnTo>
                  <a:lnTo>
                    <a:pt x="3849182" y="962"/>
                  </a:lnTo>
                  <a:lnTo>
                    <a:pt x="3848111" y="1100"/>
                  </a:lnTo>
                  <a:lnTo>
                    <a:pt x="3847039" y="1238"/>
                  </a:lnTo>
                  <a:lnTo>
                    <a:pt x="3845968" y="1376"/>
                  </a:lnTo>
                  <a:lnTo>
                    <a:pt x="3844896" y="1514"/>
                  </a:lnTo>
                  <a:lnTo>
                    <a:pt x="3843824" y="1652"/>
                  </a:lnTo>
                  <a:lnTo>
                    <a:pt x="3842753" y="1790"/>
                  </a:lnTo>
                  <a:lnTo>
                    <a:pt x="3841681" y="1928"/>
                  </a:lnTo>
                  <a:lnTo>
                    <a:pt x="3840610" y="2067"/>
                  </a:lnTo>
                  <a:lnTo>
                    <a:pt x="3839538" y="2205"/>
                  </a:lnTo>
                  <a:lnTo>
                    <a:pt x="3838466" y="2344"/>
                  </a:lnTo>
                  <a:lnTo>
                    <a:pt x="3837395" y="2482"/>
                  </a:lnTo>
                  <a:lnTo>
                    <a:pt x="3836323" y="2621"/>
                  </a:lnTo>
                  <a:lnTo>
                    <a:pt x="3835252" y="2760"/>
                  </a:lnTo>
                  <a:lnTo>
                    <a:pt x="3834180" y="2899"/>
                  </a:lnTo>
                  <a:lnTo>
                    <a:pt x="3833108" y="3038"/>
                  </a:lnTo>
                  <a:lnTo>
                    <a:pt x="3832037" y="3177"/>
                  </a:lnTo>
                  <a:lnTo>
                    <a:pt x="3830965" y="3316"/>
                  </a:lnTo>
                  <a:lnTo>
                    <a:pt x="3829894" y="3455"/>
                  </a:lnTo>
                  <a:lnTo>
                    <a:pt x="3828822" y="3595"/>
                  </a:lnTo>
                  <a:lnTo>
                    <a:pt x="3827750" y="3734"/>
                  </a:lnTo>
                  <a:lnTo>
                    <a:pt x="3826679" y="3874"/>
                  </a:lnTo>
                  <a:lnTo>
                    <a:pt x="3825607" y="4013"/>
                  </a:lnTo>
                  <a:lnTo>
                    <a:pt x="3824536" y="4153"/>
                  </a:lnTo>
                  <a:lnTo>
                    <a:pt x="3823464" y="4293"/>
                  </a:lnTo>
                  <a:lnTo>
                    <a:pt x="3822392" y="4433"/>
                  </a:lnTo>
                  <a:lnTo>
                    <a:pt x="3821321" y="4572"/>
                  </a:lnTo>
                  <a:lnTo>
                    <a:pt x="3820249" y="4712"/>
                  </a:lnTo>
                  <a:lnTo>
                    <a:pt x="3819178" y="4853"/>
                  </a:lnTo>
                  <a:lnTo>
                    <a:pt x="3818106" y="4993"/>
                  </a:lnTo>
                  <a:lnTo>
                    <a:pt x="3817034" y="5133"/>
                  </a:lnTo>
                  <a:lnTo>
                    <a:pt x="3815963" y="5273"/>
                  </a:lnTo>
                  <a:lnTo>
                    <a:pt x="3814891" y="5414"/>
                  </a:lnTo>
                  <a:lnTo>
                    <a:pt x="3813820" y="5554"/>
                  </a:lnTo>
                  <a:lnTo>
                    <a:pt x="3812748" y="5695"/>
                  </a:lnTo>
                  <a:lnTo>
                    <a:pt x="3811676" y="5836"/>
                  </a:lnTo>
                  <a:lnTo>
                    <a:pt x="3810605" y="5977"/>
                  </a:lnTo>
                  <a:lnTo>
                    <a:pt x="3809533" y="6118"/>
                  </a:lnTo>
                  <a:lnTo>
                    <a:pt x="3808462" y="6258"/>
                  </a:lnTo>
                  <a:lnTo>
                    <a:pt x="3807390" y="6400"/>
                  </a:lnTo>
                  <a:lnTo>
                    <a:pt x="3806318" y="6541"/>
                  </a:lnTo>
                  <a:lnTo>
                    <a:pt x="3805247" y="6682"/>
                  </a:lnTo>
                  <a:lnTo>
                    <a:pt x="3804175" y="6823"/>
                  </a:lnTo>
                  <a:lnTo>
                    <a:pt x="3803104" y="6965"/>
                  </a:lnTo>
                  <a:lnTo>
                    <a:pt x="3802032" y="7106"/>
                  </a:lnTo>
                  <a:lnTo>
                    <a:pt x="3800960" y="7248"/>
                  </a:lnTo>
                  <a:lnTo>
                    <a:pt x="3799889" y="7390"/>
                  </a:lnTo>
                  <a:lnTo>
                    <a:pt x="3798817" y="7531"/>
                  </a:lnTo>
                  <a:lnTo>
                    <a:pt x="3797746" y="7673"/>
                  </a:lnTo>
                  <a:lnTo>
                    <a:pt x="3796674" y="7815"/>
                  </a:lnTo>
                  <a:lnTo>
                    <a:pt x="3795602" y="7957"/>
                  </a:lnTo>
                  <a:lnTo>
                    <a:pt x="3794531" y="8099"/>
                  </a:lnTo>
                  <a:lnTo>
                    <a:pt x="3793459" y="8242"/>
                  </a:lnTo>
                  <a:lnTo>
                    <a:pt x="3792388" y="8384"/>
                  </a:lnTo>
                  <a:lnTo>
                    <a:pt x="3791316" y="8527"/>
                  </a:lnTo>
                  <a:lnTo>
                    <a:pt x="3790244" y="8669"/>
                  </a:lnTo>
                  <a:lnTo>
                    <a:pt x="3789173" y="8812"/>
                  </a:lnTo>
                  <a:lnTo>
                    <a:pt x="3788101" y="8954"/>
                  </a:lnTo>
                  <a:lnTo>
                    <a:pt x="3787030" y="9097"/>
                  </a:lnTo>
                  <a:lnTo>
                    <a:pt x="3785958" y="9240"/>
                  </a:lnTo>
                  <a:lnTo>
                    <a:pt x="3784886" y="9383"/>
                  </a:lnTo>
                  <a:lnTo>
                    <a:pt x="3783815" y="9526"/>
                  </a:lnTo>
                  <a:lnTo>
                    <a:pt x="3782743" y="9669"/>
                  </a:lnTo>
                  <a:lnTo>
                    <a:pt x="3781672" y="9813"/>
                  </a:lnTo>
                  <a:lnTo>
                    <a:pt x="3780600" y="9956"/>
                  </a:lnTo>
                  <a:lnTo>
                    <a:pt x="3779528" y="10099"/>
                  </a:lnTo>
                  <a:lnTo>
                    <a:pt x="3778457" y="10243"/>
                  </a:lnTo>
                  <a:lnTo>
                    <a:pt x="3777385" y="10387"/>
                  </a:lnTo>
                  <a:lnTo>
                    <a:pt x="3776314" y="10530"/>
                  </a:lnTo>
                  <a:lnTo>
                    <a:pt x="3775242" y="10674"/>
                  </a:lnTo>
                  <a:lnTo>
                    <a:pt x="3774170" y="10818"/>
                  </a:lnTo>
                  <a:lnTo>
                    <a:pt x="3773099" y="10962"/>
                  </a:lnTo>
                  <a:lnTo>
                    <a:pt x="3772027" y="11106"/>
                  </a:lnTo>
                  <a:lnTo>
                    <a:pt x="3770956" y="11250"/>
                  </a:lnTo>
                  <a:lnTo>
                    <a:pt x="3769884" y="11395"/>
                  </a:lnTo>
                  <a:lnTo>
                    <a:pt x="3768812" y="11539"/>
                  </a:lnTo>
                  <a:lnTo>
                    <a:pt x="3767741" y="11684"/>
                  </a:lnTo>
                  <a:lnTo>
                    <a:pt x="3766669" y="11828"/>
                  </a:lnTo>
                  <a:lnTo>
                    <a:pt x="3765598" y="11973"/>
                  </a:lnTo>
                  <a:lnTo>
                    <a:pt x="3764526" y="12118"/>
                  </a:lnTo>
                  <a:lnTo>
                    <a:pt x="3763454" y="12263"/>
                  </a:lnTo>
                  <a:lnTo>
                    <a:pt x="3762383" y="12408"/>
                  </a:lnTo>
                  <a:lnTo>
                    <a:pt x="3761311" y="12553"/>
                  </a:lnTo>
                  <a:lnTo>
                    <a:pt x="3760240" y="12698"/>
                  </a:lnTo>
                  <a:lnTo>
                    <a:pt x="3759168" y="12843"/>
                  </a:lnTo>
                  <a:lnTo>
                    <a:pt x="3758096" y="12988"/>
                  </a:lnTo>
                  <a:lnTo>
                    <a:pt x="3757025" y="13134"/>
                  </a:lnTo>
                  <a:lnTo>
                    <a:pt x="3755953" y="13280"/>
                  </a:lnTo>
                  <a:lnTo>
                    <a:pt x="3754882" y="13425"/>
                  </a:lnTo>
                  <a:lnTo>
                    <a:pt x="3753810" y="13571"/>
                  </a:lnTo>
                  <a:lnTo>
                    <a:pt x="3752738" y="13717"/>
                  </a:lnTo>
                  <a:lnTo>
                    <a:pt x="3751667" y="13863"/>
                  </a:lnTo>
                  <a:lnTo>
                    <a:pt x="3750595" y="14009"/>
                  </a:lnTo>
                  <a:lnTo>
                    <a:pt x="3749524" y="14155"/>
                  </a:lnTo>
                  <a:lnTo>
                    <a:pt x="3748452" y="14301"/>
                  </a:lnTo>
                  <a:lnTo>
                    <a:pt x="3747380" y="14448"/>
                  </a:lnTo>
                  <a:lnTo>
                    <a:pt x="3746309" y="14594"/>
                  </a:lnTo>
                  <a:lnTo>
                    <a:pt x="3745237" y="14741"/>
                  </a:lnTo>
                  <a:lnTo>
                    <a:pt x="3744166" y="14887"/>
                  </a:lnTo>
                  <a:lnTo>
                    <a:pt x="3743094" y="15034"/>
                  </a:lnTo>
                  <a:lnTo>
                    <a:pt x="3742022" y="15181"/>
                  </a:lnTo>
                  <a:lnTo>
                    <a:pt x="3740951" y="15328"/>
                  </a:lnTo>
                  <a:lnTo>
                    <a:pt x="3739879" y="15475"/>
                  </a:lnTo>
                  <a:lnTo>
                    <a:pt x="3738808" y="15622"/>
                  </a:lnTo>
                  <a:lnTo>
                    <a:pt x="3737736" y="15769"/>
                  </a:lnTo>
                  <a:lnTo>
                    <a:pt x="3736664" y="15917"/>
                  </a:lnTo>
                  <a:lnTo>
                    <a:pt x="3735593" y="16064"/>
                  </a:lnTo>
                  <a:lnTo>
                    <a:pt x="3734521" y="16212"/>
                  </a:lnTo>
                  <a:lnTo>
                    <a:pt x="3733450" y="16359"/>
                  </a:lnTo>
                  <a:lnTo>
                    <a:pt x="3732378" y="16507"/>
                  </a:lnTo>
                  <a:lnTo>
                    <a:pt x="3731306" y="16655"/>
                  </a:lnTo>
                  <a:lnTo>
                    <a:pt x="3730235" y="16803"/>
                  </a:lnTo>
                  <a:lnTo>
                    <a:pt x="3729163" y="16951"/>
                  </a:lnTo>
                  <a:lnTo>
                    <a:pt x="3728092" y="17099"/>
                  </a:lnTo>
                  <a:lnTo>
                    <a:pt x="3727020" y="17248"/>
                  </a:lnTo>
                  <a:lnTo>
                    <a:pt x="3725949" y="17396"/>
                  </a:lnTo>
                  <a:lnTo>
                    <a:pt x="3724877" y="17544"/>
                  </a:lnTo>
                  <a:lnTo>
                    <a:pt x="3723805" y="17693"/>
                  </a:lnTo>
                  <a:lnTo>
                    <a:pt x="3722734" y="17842"/>
                  </a:lnTo>
                  <a:lnTo>
                    <a:pt x="3721662" y="17991"/>
                  </a:lnTo>
                  <a:lnTo>
                    <a:pt x="3720591" y="18139"/>
                  </a:lnTo>
                  <a:lnTo>
                    <a:pt x="3719519" y="18289"/>
                  </a:lnTo>
                  <a:lnTo>
                    <a:pt x="3718447" y="18438"/>
                  </a:lnTo>
                  <a:lnTo>
                    <a:pt x="3717376" y="18587"/>
                  </a:lnTo>
                  <a:lnTo>
                    <a:pt x="3716304" y="18736"/>
                  </a:lnTo>
                  <a:lnTo>
                    <a:pt x="3715233" y="18886"/>
                  </a:lnTo>
                  <a:lnTo>
                    <a:pt x="3714161" y="19035"/>
                  </a:lnTo>
                  <a:lnTo>
                    <a:pt x="3713089" y="19185"/>
                  </a:lnTo>
                  <a:lnTo>
                    <a:pt x="3712018" y="19335"/>
                  </a:lnTo>
                  <a:lnTo>
                    <a:pt x="3710946" y="19484"/>
                  </a:lnTo>
                  <a:lnTo>
                    <a:pt x="3709875" y="19634"/>
                  </a:lnTo>
                  <a:lnTo>
                    <a:pt x="3708803" y="19784"/>
                  </a:lnTo>
                  <a:lnTo>
                    <a:pt x="3707731" y="19935"/>
                  </a:lnTo>
                  <a:lnTo>
                    <a:pt x="3706660" y="20085"/>
                  </a:lnTo>
                  <a:lnTo>
                    <a:pt x="3705588" y="20235"/>
                  </a:lnTo>
                  <a:lnTo>
                    <a:pt x="3704517" y="20386"/>
                  </a:lnTo>
                  <a:lnTo>
                    <a:pt x="3703445" y="20536"/>
                  </a:lnTo>
                  <a:lnTo>
                    <a:pt x="3702373" y="20687"/>
                  </a:lnTo>
                  <a:lnTo>
                    <a:pt x="3701302" y="20838"/>
                  </a:lnTo>
                  <a:lnTo>
                    <a:pt x="3700230" y="20989"/>
                  </a:lnTo>
                  <a:lnTo>
                    <a:pt x="3699159" y="21140"/>
                  </a:lnTo>
                  <a:lnTo>
                    <a:pt x="3698087" y="21291"/>
                  </a:lnTo>
                  <a:lnTo>
                    <a:pt x="3697015" y="21442"/>
                  </a:lnTo>
                  <a:lnTo>
                    <a:pt x="3695944" y="21594"/>
                  </a:lnTo>
                  <a:lnTo>
                    <a:pt x="3694872" y="21745"/>
                  </a:lnTo>
                  <a:lnTo>
                    <a:pt x="3693801" y="21897"/>
                  </a:lnTo>
                  <a:lnTo>
                    <a:pt x="3692729" y="22049"/>
                  </a:lnTo>
                  <a:lnTo>
                    <a:pt x="3691657" y="22200"/>
                  </a:lnTo>
                  <a:lnTo>
                    <a:pt x="3690586" y="22352"/>
                  </a:lnTo>
                  <a:lnTo>
                    <a:pt x="3689514" y="22504"/>
                  </a:lnTo>
                  <a:lnTo>
                    <a:pt x="3688443" y="22657"/>
                  </a:lnTo>
                  <a:lnTo>
                    <a:pt x="3687371" y="22809"/>
                  </a:lnTo>
                  <a:lnTo>
                    <a:pt x="3686299" y="22961"/>
                  </a:lnTo>
                  <a:lnTo>
                    <a:pt x="3685228" y="23114"/>
                  </a:lnTo>
                  <a:lnTo>
                    <a:pt x="3684156" y="23266"/>
                  </a:lnTo>
                  <a:lnTo>
                    <a:pt x="3683085" y="23419"/>
                  </a:lnTo>
                  <a:lnTo>
                    <a:pt x="3682013" y="23572"/>
                  </a:lnTo>
                  <a:lnTo>
                    <a:pt x="3680941" y="23725"/>
                  </a:lnTo>
                  <a:lnTo>
                    <a:pt x="3679870" y="23878"/>
                  </a:lnTo>
                  <a:lnTo>
                    <a:pt x="3678798" y="24031"/>
                  </a:lnTo>
                  <a:lnTo>
                    <a:pt x="3677727" y="24184"/>
                  </a:lnTo>
                  <a:lnTo>
                    <a:pt x="3676655" y="24338"/>
                  </a:lnTo>
                  <a:lnTo>
                    <a:pt x="3675583" y="24491"/>
                  </a:lnTo>
                  <a:lnTo>
                    <a:pt x="3674512" y="24645"/>
                  </a:lnTo>
                  <a:lnTo>
                    <a:pt x="3673440" y="24798"/>
                  </a:lnTo>
                  <a:lnTo>
                    <a:pt x="3672369" y="24952"/>
                  </a:lnTo>
                  <a:lnTo>
                    <a:pt x="3671297" y="25106"/>
                  </a:lnTo>
                  <a:lnTo>
                    <a:pt x="3670225" y="25260"/>
                  </a:lnTo>
                  <a:lnTo>
                    <a:pt x="3669154" y="25414"/>
                  </a:lnTo>
                  <a:lnTo>
                    <a:pt x="3668082" y="25569"/>
                  </a:lnTo>
                  <a:lnTo>
                    <a:pt x="3667011" y="25723"/>
                  </a:lnTo>
                  <a:lnTo>
                    <a:pt x="3665939" y="25878"/>
                  </a:lnTo>
                  <a:lnTo>
                    <a:pt x="3664867" y="26032"/>
                  </a:lnTo>
                  <a:lnTo>
                    <a:pt x="3663796" y="26187"/>
                  </a:lnTo>
                  <a:lnTo>
                    <a:pt x="3662724" y="26342"/>
                  </a:lnTo>
                  <a:lnTo>
                    <a:pt x="3661653" y="26497"/>
                  </a:lnTo>
                  <a:lnTo>
                    <a:pt x="3660581" y="26652"/>
                  </a:lnTo>
                  <a:lnTo>
                    <a:pt x="3659509" y="26807"/>
                  </a:lnTo>
                  <a:lnTo>
                    <a:pt x="3658438" y="26963"/>
                  </a:lnTo>
                  <a:lnTo>
                    <a:pt x="3657366" y="27118"/>
                  </a:lnTo>
                  <a:lnTo>
                    <a:pt x="3656295" y="27274"/>
                  </a:lnTo>
                  <a:lnTo>
                    <a:pt x="3655223" y="27429"/>
                  </a:lnTo>
                  <a:lnTo>
                    <a:pt x="3654151" y="27585"/>
                  </a:lnTo>
                  <a:lnTo>
                    <a:pt x="3653080" y="27741"/>
                  </a:lnTo>
                  <a:lnTo>
                    <a:pt x="3652008" y="27897"/>
                  </a:lnTo>
                  <a:lnTo>
                    <a:pt x="3650937" y="28053"/>
                  </a:lnTo>
                  <a:lnTo>
                    <a:pt x="3649865" y="28210"/>
                  </a:lnTo>
                  <a:lnTo>
                    <a:pt x="3648793" y="28366"/>
                  </a:lnTo>
                  <a:lnTo>
                    <a:pt x="3647722" y="28523"/>
                  </a:lnTo>
                  <a:lnTo>
                    <a:pt x="3646650" y="28679"/>
                  </a:lnTo>
                  <a:lnTo>
                    <a:pt x="3645579" y="28836"/>
                  </a:lnTo>
                  <a:lnTo>
                    <a:pt x="3644507" y="28993"/>
                  </a:lnTo>
                  <a:lnTo>
                    <a:pt x="3643435" y="29150"/>
                  </a:lnTo>
                  <a:lnTo>
                    <a:pt x="3642364" y="29307"/>
                  </a:lnTo>
                  <a:lnTo>
                    <a:pt x="3641292" y="29464"/>
                  </a:lnTo>
                  <a:lnTo>
                    <a:pt x="3640221" y="29622"/>
                  </a:lnTo>
                  <a:lnTo>
                    <a:pt x="3639149" y="29779"/>
                  </a:lnTo>
                  <a:lnTo>
                    <a:pt x="3638077" y="29937"/>
                  </a:lnTo>
                  <a:lnTo>
                    <a:pt x="3637006" y="30095"/>
                  </a:lnTo>
                  <a:lnTo>
                    <a:pt x="3635934" y="30253"/>
                  </a:lnTo>
                  <a:lnTo>
                    <a:pt x="3634863" y="30410"/>
                  </a:lnTo>
                  <a:lnTo>
                    <a:pt x="3633791" y="30569"/>
                  </a:lnTo>
                  <a:lnTo>
                    <a:pt x="3632719" y="30727"/>
                  </a:lnTo>
                  <a:lnTo>
                    <a:pt x="3631648" y="30885"/>
                  </a:lnTo>
                  <a:lnTo>
                    <a:pt x="3630576" y="31044"/>
                  </a:lnTo>
                  <a:lnTo>
                    <a:pt x="3629505" y="31202"/>
                  </a:lnTo>
                  <a:lnTo>
                    <a:pt x="3628433" y="31361"/>
                  </a:lnTo>
                  <a:lnTo>
                    <a:pt x="3627361" y="31520"/>
                  </a:lnTo>
                  <a:lnTo>
                    <a:pt x="3626290" y="31679"/>
                  </a:lnTo>
                  <a:lnTo>
                    <a:pt x="3625218" y="31838"/>
                  </a:lnTo>
                  <a:lnTo>
                    <a:pt x="3624147" y="31997"/>
                  </a:lnTo>
                  <a:lnTo>
                    <a:pt x="3623075" y="32156"/>
                  </a:lnTo>
                  <a:lnTo>
                    <a:pt x="3622003" y="32316"/>
                  </a:lnTo>
                  <a:lnTo>
                    <a:pt x="3620932" y="32476"/>
                  </a:lnTo>
                  <a:lnTo>
                    <a:pt x="3619860" y="32635"/>
                  </a:lnTo>
                  <a:lnTo>
                    <a:pt x="3618789" y="32795"/>
                  </a:lnTo>
                  <a:lnTo>
                    <a:pt x="3617717" y="32955"/>
                  </a:lnTo>
                  <a:lnTo>
                    <a:pt x="3616645" y="33115"/>
                  </a:lnTo>
                  <a:lnTo>
                    <a:pt x="3615574" y="33275"/>
                  </a:lnTo>
                  <a:lnTo>
                    <a:pt x="3614502" y="33436"/>
                  </a:lnTo>
                  <a:lnTo>
                    <a:pt x="3613431" y="33596"/>
                  </a:lnTo>
                  <a:lnTo>
                    <a:pt x="3612359" y="33757"/>
                  </a:lnTo>
                  <a:lnTo>
                    <a:pt x="3611287" y="33918"/>
                  </a:lnTo>
                  <a:lnTo>
                    <a:pt x="3610216" y="34078"/>
                  </a:lnTo>
                  <a:lnTo>
                    <a:pt x="3609144" y="34239"/>
                  </a:lnTo>
                  <a:lnTo>
                    <a:pt x="3608073" y="34401"/>
                  </a:lnTo>
                  <a:lnTo>
                    <a:pt x="3607001" y="34562"/>
                  </a:lnTo>
                  <a:lnTo>
                    <a:pt x="3605929" y="34723"/>
                  </a:lnTo>
                  <a:lnTo>
                    <a:pt x="3604858" y="34885"/>
                  </a:lnTo>
                  <a:lnTo>
                    <a:pt x="3603786" y="35046"/>
                  </a:lnTo>
                  <a:lnTo>
                    <a:pt x="3602715" y="35208"/>
                  </a:lnTo>
                  <a:lnTo>
                    <a:pt x="3601643" y="35370"/>
                  </a:lnTo>
                  <a:lnTo>
                    <a:pt x="3600571" y="35532"/>
                  </a:lnTo>
                  <a:lnTo>
                    <a:pt x="3599500" y="35694"/>
                  </a:lnTo>
                  <a:lnTo>
                    <a:pt x="3598428" y="35857"/>
                  </a:lnTo>
                  <a:lnTo>
                    <a:pt x="3597357" y="36019"/>
                  </a:lnTo>
                  <a:lnTo>
                    <a:pt x="3596285" y="36182"/>
                  </a:lnTo>
                  <a:lnTo>
                    <a:pt x="3595213" y="36344"/>
                  </a:lnTo>
                  <a:lnTo>
                    <a:pt x="3594142" y="36507"/>
                  </a:lnTo>
                  <a:lnTo>
                    <a:pt x="3593070" y="36670"/>
                  </a:lnTo>
                  <a:lnTo>
                    <a:pt x="3591999" y="36833"/>
                  </a:lnTo>
                  <a:lnTo>
                    <a:pt x="3590927" y="36996"/>
                  </a:lnTo>
                  <a:lnTo>
                    <a:pt x="3589855" y="37160"/>
                  </a:lnTo>
                  <a:lnTo>
                    <a:pt x="3588784" y="37323"/>
                  </a:lnTo>
                  <a:lnTo>
                    <a:pt x="3587712" y="37487"/>
                  </a:lnTo>
                  <a:lnTo>
                    <a:pt x="3586641" y="37650"/>
                  </a:lnTo>
                  <a:lnTo>
                    <a:pt x="3585569" y="37814"/>
                  </a:lnTo>
                  <a:lnTo>
                    <a:pt x="3584497" y="37978"/>
                  </a:lnTo>
                  <a:lnTo>
                    <a:pt x="3583426" y="38142"/>
                  </a:lnTo>
                  <a:lnTo>
                    <a:pt x="3582354" y="38307"/>
                  </a:lnTo>
                  <a:lnTo>
                    <a:pt x="3581283" y="38471"/>
                  </a:lnTo>
                  <a:lnTo>
                    <a:pt x="3580211" y="38636"/>
                  </a:lnTo>
                  <a:lnTo>
                    <a:pt x="3579139" y="38800"/>
                  </a:lnTo>
                  <a:lnTo>
                    <a:pt x="3578068" y="38965"/>
                  </a:lnTo>
                  <a:lnTo>
                    <a:pt x="3576996" y="39130"/>
                  </a:lnTo>
                  <a:lnTo>
                    <a:pt x="3575925" y="39295"/>
                  </a:lnTo>
                  <a:lnTo>
                    <a:pt x="3574853" y="39460"/>
                  </a:lnTo>
                  <a:lnTo>
                    <a:pt x="3573781" y="39626"/>
                  </a:lnTo>
                  <a:lnTo>
                    <a:pt x="3572710" y="39791"/>
                  </a:lnTo>
                  <a:lnTo>
                    <a:pt x="3571638" y="39957"/>
                  </a:lnTo>
                  <a:lnTo>
                    <a:pt x="3570567" y="40123"/>
                  </a:lnTo>
                  <a:lnTo>
                    <a:pt x="3569495" y="40289"/>
                  </a:lnTo>
                  <a:lnTo>
                    <a:pt x="3568423" y="40455"/>
                  </a:lnTo>
                  <a:lnTo>
                    <a:pt x="3567352" y="40621"/>
                  </a:lnTo>
                  <a:lnTo>
                    <a:pt x="3566280" y="40787"/>
                  </a:lnTo>
                  <a:lnTo>
                    <a:pt x="3565209" y="40954"/>
                  </a:lnTo>
                  <a:lnTo>
                    <a:pt x="3564137" y="41120"/>
                  </a:lnTo>
                  <a:lnTo>
                    <a:pt x="3563065" y="41287"/>
                  </a:lnTo>
                  <a:lnTo>
                    <a:pt x="3561994" y="41454"/>
                  </a:lnTo>
                  <a:lnTo>
                    <a:pt x="3560922" y="41621"/>
                  </a:lnTo>
                  <a:lnTo>
                    <a:pt x="3559851" y="41788"/>
                  </a:lnTo>
                  <a:lnTo>
                    <a:pt x="3558779" y="41955"/>
                  </a:lnTo>
                  <a:lnTo>
                    <a:pt x="3557707" y="42123"/>
                  </a:lnTo>
                  <a:lnTo>
                    <a:pt x="3556636" y="42290"/>
                  </a:lnTo>
                  <a:lnTo>
                    <a:pt x="3555564" y="42458"/>
                  </a:lnTo>
                  <a:lnTo>
                    <a:pt x="3554493" y="42626"/>
                  </a:lnTo>
                  <a:lnTo>
                    <a:pt x="3553421" y="42794"/>
                  </a:lnTo>
                  <a:lnTo>
                    <a:pt x="3552349" y="42962"/>
                  </a:lnTo>
                  <a:lnTo>
                    <a:pt x="3551278" y="43130"/>
                  </a:lnTo>
                  <a:lnTo>
                    <a:pt x="3550206" y="43299"/>
                  </a:lnTo>
                  <a:lnTo>
                    <a:pt x="3549135" y="43467"/>
                  </a:lnTo>
                  <a:lnTo>
                    <a:pt x="3548063" y="43636"/>
                  </a:lnTo>
                  <a:lnTo>
                    <a:pt x="3546992" y="43805"/>
                  </a:lnTo>
                  <a:lnTo>
                    <a:pt x="3545920" y="43974"/>
                  </a:lnTo>
                  <a:lnTo>
                    <a:pt x="3544848" y="44143"/>
                  </a:lnTo>
                  <a:lnTo>
                    <a:pt x="3543777" y="44312"/>
                  </a:lnTo>
                  <a:lnTo>
                    <a:pt x="3542705" y="44482"/>
                  </a:lnTo>
                  <a:lnTo>
                    <a:pt x="3541634" y="44651"/>
                  </a:lnTo>
                  <a:lnTo>
                    <a:pt x="3540562" y="44821"/>
                  </a:lnTo>
                  <a:lnTo>
                    <a:pt x="3539490" y="44991"/>
                  </a:lnTo>
                  <a:lnTo>
                    <a:pt x="3538419" y="45161"/>
                  </a:lnTo>
                  <a:lnTo>
                    <a:pt x="3537347" y="45331"/>
                  </a:lnTo>
                  <a:lnTo>
                    <a:pt x="3536276" y="45501"/>
                  </a:lnTo>
                  <a:lnTo>
                    <a:pt x="3535204" y="45672"/>
                  </a:lnTo>
                  <a:lnTo>
                    <a:pt x="3534132" y="45842"/>
                  </a:lnTo>
                  <a:lnTo>
                    <a:pt x="3533061" y="46013"/>
                  </a:lnTo>
                  <a:lnTo>
                    <a:pt x="3531989" y="46184"/>
                  </a:lnTo>
                  <a:lnTo>
                    <a:pt x="3530918" y="46355"/>
                  </a:lnTo>
                  <a:lnTo>
                    <a:pt x="3529846" y="46526"/>
                  </a:lnTo>
                  <a:lnTo>
                    <a:pt x="3528774" y="46698"/>
                  </a:lnTo>
                  <a:lnTo>
                    <a:pt x="3527703" y="46869"/>
                  </a:lnTo>
                  <a:lnTo>
                    <a:pt x="3526631" y="47041"/>
                  </a:lnTo>
                  <a:lnTo>
                    <a:pt x="3525560" y="47212"/>
                  </a:lnTo>
                  <a:lnTo>
                    <a:pt x="3524488" y="47384"/>
                  </a:lnTo>
                  <a:lnTo>
                    <a:pt x="3523416" y="47556"/>
                  </a:lnTo>
                  <a:lnTo>
                    <a:pt x="3522345" y="47729"/>
                  </a:lnTo>
                  <a:lnTo>
                    <a:pt x="3521273" y="47901"/>
                  </a:lnTo>
                  <a:lnTo>
                    <a:pt x="3520202" y="48073"/>
                  </a:lnTo>
                  <a:lnTo>
                    <a:pt x="3519130" y="48246"/>
                  </a:lnTo>
                  <a:lnTo>
                    <a:pt x="3518058" y="48419"/>
                  </a:lnTo>
                  <a:lnTo>
                    <a:pt x="3516987" y="48592"/>
                  </a:lnTo>
                  <a:lnTo>
                    <a:pt x="3515915" y="48765"/>
                  </a:lnTo>
                  <a:lnTo>
                    <a:pt x="3514844" y="48938"/>
                  </a:lnTo>
                  <a:lnTo>
                    <a:pt x="3513772" y="49112"/>
                  </a:lnTo>
                  <a:lnTo>
                    <a:pt x="3512700" y="49285"/>
                  </a:lnTo>
                  <a:lnTo>
                    <a:pt x="3511629" y="49459"/>
                  </a:lnTo>
                  <a:lnTo>
                    <a:pt x="3510557" y="49633"/>
                  </a:lnTo>
                  <a:lnTo>
                    <a:pt x="3509486" y="49807"/>
                  </a:lnTo>
                  <a:lnTo>
                    <a:pt x="3508414" y="49981"/>
                  </a:lnTo>
                  <a:lnTo>
                    <a:pt x="3507342" y="50155"/>
                  </a:lnTo>
                  <a:lnTo>
                    <a:pt x="3506271" y="50330"/>
                  </a:lnTo>
                  <a:lnTo>
                    <a:pt x="3505199" y="50504"/>
                  </a:lnTo>
                  <a:lnTo>
                    <a:pt x="3504128" y="50679"/>
                  </a:lnTo>
                  <a:lnTo>
                    <a:pt x="3503056" y="50854"/>
                  </a:lnTo>
                  <a:lnTo>
                    <a:pt x="3501984" y="51029"/>
                  </a:lnTo>
                  <a:lnTo>
                    <a:pt x="3500913" y="51204"/>
                  </a:lnTo>
                  <a:lnTo>
                    <a:pt x="3499841" y="51380"/>
                  </a:lnTo>
                  <a:lnTo>
                    <a:pt x="3498770" y="51555"/>
                  </a:lnTo>
                  <a:lnTo>
                    <a:pt x="3497698" y="51731"/>
                  </a:lnTo>
                  <a:lnTo>
                    <a:pt x="3496626" y="51907"/>
                  </a:lnTo>
                  <a:lnTo>
                    <a:pt x="3495555" y="52083"/>
                  </a:lnTo>
                  <a:lnTo>
                    <a:pt x="3494483" y="52259"/>
                  </a:lnTo>
                  <a:lnTo>
                    <a:pt x="3493412" y="52435"/>
                  </a:lnTo>
                  <a:lnTo>
                    <a:pt x="3492340" y="52612"/>
                  </a:lnTo>
                  <a:lnTo>
                    <a:pt x="3491268" y="52789"/>
                  </a:lnTo>
                  <a:lnTo>
                    <a:pt x="3490197" y="52965"/>
                  </a:lnTo>
                  <a:lnTo>
                    <a:pt x="3489125" y="53142"/>
                  </a:lnTo>
                  <a:lnTo>
                    <a:pt x="3488054" y="53319"/>
                  </a:lnTo>
                  <a:lnTo>
                    <a:pt x="3486982" y="53497"/>
                  </a:lnTo>
                  <a:lnTo>
                    <a:pt x="3485910" y="53674"/>
                  </a:lnTo>
                  <a:lnTo>
                    <a:pt x="3484839" y="53852"/>
                  </a:lnTo>
                  <a:lnTo>
                    <a:pt x="3483767" y="54029"/>
                  </a:lnTo>
                  <a:lnTo>
                    <a:pt x="3482696" y="54207"/>
                  </a:lnTo>
                  <a:lnTo>
                    <a:pt x="3481624" y="54385"/>
                  </a:lnTo>
                  <a:lnTo>
                    <a:pt x="3480552" y="54564"/>
                  </a:lnTo>
                  <a:lnTo>
                    <a:pt x="3479481" y="54742"/>
                  </a:lnTo>
                  <a:lnTo>
                    <a:pt x="3478409" y="54921"/>
                  </a:lnTo>
                  <a:lnTo>
                    <a:pt x="3477338" y="55099"/>
                  </a:lnTo>
                  <a:lnTo>
                    <a:pt x="3476266" y="55278"/>
                  </a:lnTo>
                  <a:lnTo>
                    <a:pt x="3475194" y="55457"/>
                  </a:lnTo>
                  <a:lnTo>
                    <a:pt x="3474123" y="55636"/>
                  </a:lnTo>
                  <a:lnTo>
                    <a:pt x="3473051" y="55816"/>
                  </a:lnTo>
                  <a:lnTo>
                    <a:pt x="3471980" y="55995"/>
                  </a:lnTo>
                  <a:lnTo>
                    <a:pt x="3470908" y="56175"/>
                  </a:lnTo>
                  <a:lnTo>
                    <a:pt x="3469836" y="56355"/>
                  </a:lnTo>
                  <a:lnTo>
                    <a:pt x="3468765" y="56535"/>
                  </a:lnTo>
                  <a:lnTo>
                    <a:pt x="3467693" y="56715"/>
                  </a:lnTo>
                  <a:lnTo>
                    <a:pt x="3466622" y="56895"/>
                  </a:lnTo>
                  <a:lnTo>
                    <a:pt x="3465550" y="57076"/>
                  </a:lnTo>
                  <a:lnTo>
                    <a:pt x="3464478" y="57256"/>
                  </a:lnTo>
                  <a:lnTo>
                    <a:pt x="3463407" y="57437"/>
                  </a:lnTo>
                  <a:lnTo>
                    <a:pt x="3462335" y="57618"/>
                  </a:lnTo>
                  <a:lnTo>
                    <a:pt x="3461264" y="57799"/>
                  </a:lnTo>
                  <a:lnTo>
                    <a:pt x="3460192" y="57981"/>
                  </a:lnTo>
                  <a:lnTo>
                    <a:pt x="3459120" y="58162"/>
                  </a:lnTo>
                  <a:lnTo>
                    <a:pt x="3458049" y="58344"/>
                  </a:lnTo>
                  <a:lnTo>
                    <a:pt x="3456977" y="58525"/>
                  </a:lnTo>
                  <a:lnTo>
                    <a:pt x="3455906" y="58707"/>
                  </a:lnTo>
                  <a:lnTo>
                    <a:pt x="3454834" y="58890"/>
                  </a:lnTo>
                  <a:lnTo>
                    <a:pt x="3453762" y="59072"/>
                  </a:lnTo>
                  <a:lnTo>
                    <a:pt x="3452691" y="59254"/>
                  </a:lnTo>
                  <a:lnTo>
                    <a:pt x="3451619" y="59437"/>
                  </a:lnTo>
                  <a:lnTo>
                    <a:pt x="3450548" y="59620"/>
                  </a:lnTo>
                  <a:lnTo>
                    <a:pt x="3449476" y="59803"/>
                  </a:lnTo>
                  <a:lnTo>
                    <a:pt x="3448404" y="59986"/>
                  </a:lnTo>
                  <a:lnTo>
                    <a:pt x="3447333" y="60169"/>
                  </a:lnTo>
                  <a:lnTo>
                    <a:pt x="3446261" y="60353"/>
                  </a:lnTo>
                  <a:lnTo>
                    <a:pt x="3445190" y="60536"/>
                  </a:lnTo>
                  <a:lnTo>
                    <a:pt x="3444118" y="60720"/>
                  </a:lnTo>
                  <a:lnTo>
                    <a:pt x="3443046" y="60904"/>
                  </a:lnTo>
                  <a:lnTo>
                    <a:pt x="3441975" y="61088"/>
                  </a:lnTo>
                  <a:lnTo>
                    <a:pt x="3440903" y="61273"/>
                  </a:lnTo>
                  <a:lnTo>
                    <a:pt x="3439832" y="61457"/>
                  </a:lnTo>
                  <a:lnTo>
                    <a:pt x="3438760" y="61642"/>
                  </a:lnTo>
                  <a:lnTo>
                    <a:pt x="3437688" y="61826"/>
                  </a:lnTo>
                  <a:lnTo>
                    <a:pt x="3436617" y="62011"/>
                  </a:lnTo>
                  <a:lnTo>
                    <a:pt x="3435545" y="62197"/>
                  </a:lnTo>
                  <a:lnTo>
                    <a:pt x="3434474" y="62382"/>
                  </a:lnTo>
                  <a:lnTo>
                    <a:pt x="3433402" y="62567"/>
                  </a:lnTo>
                  <a:lnTo>
                    <a:pt x="3432330" y="62753"/>
                  </a:lnTo>
                  <a:lnTo>
                    <a:pt x="3431259" y="62939"/>
                  </a:lnTo>
                  <a:lnTo>
                    <a:pt x="3430187" y="63125"/>
                  </a:lnTo>
                  <a:lnTo>
                    <a:pt x="3429116" y="63311"/>
                  </a:lnTo>
                  <a:lnTo>
                    <a:pt x="3428044" y="63498"/>
                  </a:lnTo>
                  <a:lnTo>
                    <a:pt x="3426972" y="63684"/>
                  </a:lnTo>
                  <a:lnTo>
                    <a:pt x="3425901" y="63871"/>
                  </a:lnTo>
                  <a:lnTo>
                    <a:pt x="3424829" y="64058"/>
                  </a:lnTo>
                  <a:lnTo>
                    <a:pt x="3423758" y="64245"/>
                  </a:lnTo>
                  <a:lnTo>
                    <a:pt x="3422686" y="64432"/>
                  </a:lnTo>
                  <a:lnTo>
                    <a:pt x="3421614" y="64619"/>
                  </a:lnTo>
                  <a:lnTo>
                    <a:pt x="3420543" y="64807"/>
                  </a:lnTo>
                  <a:lnTo>
                    <a:pt x="3419471" y="64995"/>
                  </a:lnTo>
                  <a:lnTo>
                    <a:pt x="3418400" y="65183"/>
                  </a:lnTo>
                  <a:lnTo>
                    <a:pt x="3417328" y="65371"/>
                  </a:lnTo>
                  <a:lnTo>
                    <a:pt x="3416256" y="65559"/>
                  </a:lnTo>
                  <a:lnTo>
                    <a:pt x="3415185" y="65748"/>
                  </a:lnTo>
                  <a:lnTo>
                    <a:pt x="3414113" y="65936"/>
                  </a:lnTo>
                  <a:lnTo>
                    <a:pt x="3413042" y="66125"/>
                  </a:lnTo>
                  <a:lnTo>
                    <a:pt x="3411970" y="66314"/>
                  </a:lnTo>
                  <a:lnTo>
                    <a:pt x="3410898" y="66503"/>
                  </a:lnTo>
                  <a:lnTo>
                    <a:pt x="3409827" y="66693"/>
                  </a:lnTo>
                  <a:lnTo>
                    <a:pt x="3408755" y="66882"/>
                  </a:lnTo>
                  <a:lnTo>
                    <a:pt x="3407684" y="67072"/>
                  </a:lnTo>
                  <a:lnTo>
                    <a:pt x="3406612" y="67262"/>
                  </a:lnTo>
                  <a:lnTo>
                    <a:pt x="3405540" y="67452"/>
                  </a:lnTo>
                  <a:lnTo>
                    <a:pt x="3404469" y="67642"/>
                  </a:lnTo>
                  <a:lnTo>
                    <a:pt x="3403397" y="67832"/>
                  </a:lnTo>
                  <a:lnTo>
                    <a:pt x="3402326" y="68023"/>
                  </a:lnTo>
                  <a:lnTo>
                    <a:pt x="3401254" y="68214"/>
                  </a:lnTo>
                  <a:lnTo>
                    <a:pt x="3400182" y="68405"/>
                  </a:lnTo>
                  <a:lnTo>
                    <a:pt x="3399111" y="68596"/>
                  </a:lnTo>
                  <a:lnTo>
                    <a:pt x="3398039" y="68787"/>
                  </a:lnTo>
                  <a:lnTo>
                    <a:pt x="3396968" y="68979"/>
                  </a:lnTo>
                  <a:lnTo>
                    <a:pt x="3395896" y="69171"/>
                  </a:lnTo>
                  <a:lnTo>
                    <a:pt x="3394824" y="69362"/>
                  </a:lnTo>
                  <a:lnTo>
                    <a:pt x="3393753" y="69554"/>
                  </a:lnTo>
                  <a:lnTo>
                    <a:pt x="3392681" y="69747"/>
                  </a:lnTo>
                  <a:lnTo>
                    <a:pt x="3391610" y="69939"/>
                  </a:lnTo>
                  <a:lnTo>
                    <a:pt x="3390538" y="70132"/>
                  </a:lnTo>
                  <a:lnTo>
                    <a:pt x="3389466" y="70324"/>
                  </a:lnTo>
                  <a:lnTo>
                    <a:pt x="3388395" y="70517"/>
                  </a:lnTo>
                  <a:lnTo>
                    <a:pt x="3387323" y="70711"/>
                  </a:lnTo>
                  <a:lnTo>
                    <a:pt x="3386252" y="70904"/>
                  </a:lnTo>
                  <a:lnTo>
                    <a:pt x="3385180" y="71097"/>
                  </a:lnTo>
                  <a:lnTo>
                    <a:pt x="3384108" y="71291"/>
                  </a:lnTo>
                  <a:lnTo>
                    <a:pt x="3383037" y="71485"/>
                  </a:lnTo>
                  <a:lnTo>
                    <a:pt x="3381965" y="71679"/>
                  </a:lnTo>
                  <a:lnTo>
                    <a:pt x="3380894" y="71873"/>
                  </a:lnTo>
                  <a:lnTo>
                    <a:pt x="3379822" y="72068"/>
                  </a:lnTo>
                  <a:lnTo>
                    <a:pt x="3378750" y="72262"/>
                  </a:lnTo>
                  <a:lnTo>
                    <a:pt x="3377679" y="72457"/>
                  </a:lnTo>
                  <a:lnTo>
                    <a:pt x="3376607" y="72652"/>
                  </a:lnTo>
                  <a:lnTo>
                    <a:pt x="3375536" y="72847"/>
                  </a:lnTo>
                  <a:lnTo>
                    <a:pt x="3374464" y="73043"/>
                  </a:lnTo>
                  <a:lnTo>
                    <a:pt x="3373392" y="73238"/>
                  </a:lnTo>
                  <a:lnTo>
                    <a:pt x="3372321" y="73434"/>
                  </a:lnTo>
                  <a:lnTo>
                    <a:pt x="3371249" y="73630"/>
                  </a:lnTo>
                  <a:lnTo>
                    <a:pt x="3370178" y="73826"/>
                  </a:lnTo>
                  <a:lnTo>
                    <a:pt x="3369106" y="74022"/>
                  </a:lnTo>
                  <a:lnTo>
                    <a:pt x="3368035" y="74219"/>
                  </a:lnTo>
                  <a:lnTo>
                    <a:pt x="3366963" y="74416"/>
                  </a:lnTo>
                  <a:lnTo>
                    <a:pt x="3365891" y="74612"/>
                  </a:lnTo>
                  <a:lnTo>
                    <a:pt x="3364820" y="74809"/>
                  </a:lnTo>
                  <a:lnTo>
                    <a:pt x="3363748" y="75007"/>
                  </a:lnTo>
                  <a:lnTo>
                    <a:pt x="3362677" y="75204"/>
                  </a:lnTo>
                  <a:lnTo>
                    <a:pt x="3361605" y="75402"/>
                  </a:lnTo>
                  <a:lnTo>
                    <a:pt x="3360533" y="75600"/>
                  </a:lnTo>
                  <a:lnTo>
                    <a:pt x="3359462" y="75798"/>
                  </a:lnTo>
                  <a:lnTo>
                    <a:pt x="3358390" y="75996"/>
                  </a:lnTo>
                  <a:lnTo>
                    <a:pt x="3357319" y="76194"/>
                  </a:lnTo>
                  <a:lnTo>
                    <a:pt x="3356247" y="76393"/>
                  </a:lnTo>
                  <a:lnTo>
                    <a:pt x="3355175" y="76592"/>
                  </a:lnTo>
                  <a:lnTo>
                    <a:pt x="3354104" y="76791"/>
                  </a:lnTo>
                  <a:lnTo>
                    <a:pt x="3353032" y="76990"/>
                  </a:lnTo>
                  <a:lnTo>
                    <a:pt x="3351961" y="77189"/>
                  </a:lnTo>
                  <a:lnTo>
                    <a:pt x="3350889" y="77389"/>
                  </a:lnTo>
                  <a:lnTo>
                    <a:pt x="3349817" y="77588"/>
                  </a:lnTo>
                  <a:lnTo>
                    <a:pt x="3348746" y="77788"/>
                  </a:lnTo>
                  <a:lnTo>
                    <a:pt x="3347674" y="77988"/>
                  </a:lnTo>
                  <a:lnTo>
                    <a:pt x="3346603" y="78189"/>
                  </a:lnTo>
                  <a:lnTo>
                    <a:pt x="3345531" y="78389"/>
                  </a:lnTo>
                  <a:lnTo>
                    <a:pt x="3344459" y="78590"/>
                  </a:lnTo>
                  <a:lnTo>
                    <a:pt x="3343388" y="78791"/>
                  </a:lnTo>
                  <a:lnTo>
                    <a:pt x="3342316" y="78992"/>
                  </a:lnTo>
                  <a:lnTo>
                    <a:pt x="3341245" y="79193"/>
                  </a:lnTo>
                  <a:lnTo>
                    <a:pt x="3340173" y="79395"/>
                  </a:lnTo>
                  <a:lnTo>
                    <a:pt x="3339101" y="79596"/>
                  </a:lnTo>
                  <a:lnTo>
                    <a:pt x="3338030" y="79798"/>
                  </a:lnTo>
                  <a:lnTo>
                    <a:pt x="3336958" y="80000"/>
                  </a:lnTo>
                  <a:lnTo>
                    <a:pt x="3335887" y="80203"/>
                  </a:lnTo>
                  <a:lnTo>
                    <a:pt x="3334815" y="80405"/>
                  </a:lnTo>
                  <a:lnTo>
                    <a:pt x="3333743" y="80608"/>
                  </a:lnTo>
                  <a:lnTo>
                    <a:pt x="3332672" y="80811"/>
                  </a:lnTo>
                  <a:lnTo>
                    <a:pt x="3331600" y="81014"/>
                  </a:lnTo>
                  <a:lnTo>
                    <a:pt x="3330529" y="81217"/>
                  </a:lnTo>
                  <a:lnTo>
                    <a:pt x="3329457" y="81420"/>
                  </a:lnTo>
                  <a:lnTo>
                    <a:pt x="3328385" y="81624"/>
                  </a:lnTo>
                  <a:lnTo>
                    <a:pt x="3327314" y="81828"/>
                  </a:lnTo>
                  <a:lnTo>
                    <a:pt x="3326242" y="82032"/>
                  </a:lnTo>
                  <a:lnTo>
                    <a:pt x="3325171" y="82236"/>
                  </a:lnTo>
                  <a:lnTo>
                    <a:pt x="3324099" y="82441"/>
                  </a:lnTo>
                  <a:lnTo>
                    <a:pt x="3323027" y="82645"/>
                  </a:lnTo>
                  <a:lnTo>
                    <a:pt x="3321956" y="82850"/>
                  </a:lnTo>
                  <a:lnTo>
                    <a:pt x="3320884" y="83055"/>
                  </a:lnTo>
                  <a:lnTo>
                    <a:pt x="3319813" y="83260"/>
                  </a:lnTo>
                  <a:lnTo>
                    <a:pt x="3318741" y="83466"/>
                  </a:lnTo>
                  <a:lnTo>
                    <a:pt x="3317669" y="83671"/>
                  </a:lnTo>
                  <a:lnTo>
                    <a:pt x="3316598" y="83877"/>
                  </a:lnTo>
                  <a:lnTo>
                    <a:pt x="3315526" y="84083"/>
                  </a:lnTo>
                  <a:lnTo>
                    <a:pt x="3314455" y="84290"/>
                  </a:lnTo>
                  <a:lnTo>
                    <a:pt x="3313383" y="84496"/>
                  </a:lnTo>
                  <a:lnTo>
                    <a:pt x="3312311" y="84703"/>
                  </a:lnTo>
                  <a:lnTo>
                    <a:pt x="3311240" y="84910"/>
                  </a:lnTo>
                  <a:lnTo>
                    <a:pt x="3310168" y="85117"/>
                  </a:lnTo>
                  <a:lnTo>
                    <a:pt x="3309097" y="85324"/>
                  </a:lnTo>
                  <a:lnTo>
                    <a:pt x="3308025" y="85531"/>
                  </a:lnTo>
                  <a:lnTo>
                    <a:pt x="3306953" y="85739"/>
                  </a:lnTo>
                  <a:lnTo>
                    <a:pt x="3305882" y="85947"/>
                  </a:lnTo>
                  <a:lnTo>
                    <a:pt x="3304810" y="86155"/>
                  </a:lnTo>
                  <a:lnTo>
                    <a:pt x="3303739" y="86363"/>
                  </a:lnTo>
                  <a:lnTo>
                    <a:pt x="3302667" y="86572"/>
                  </a:lnTo>
                  <a:lnTo>
                    <a:pt x="3301595" y="86780"/>
                  </a:lnTo>
                  <a:lnTo>
                    <a:pt x="3300524" y="86989"/>
                  </a:lnTo>
                  <a:lnTo>
                    <a:pt x="3299452" y="87198"/>
                  </a:lnTo>
                  <a:lnTo>
                    <a:pt x="3298381" y="87408"/>
                  </a:lnTo>
                  <a:lnTo>
                    <a:pt x="3297309" y="87617"/>
                  </a:lnTo>
                  <a:lnTo>
                    <a:pt x="3296237" y="87827"/>
                  </a:lnTo>
                  <a:lnTo>
                    <a:pt x="3295166" y="88037"/>
                  </a:lnTo>
                  <a:lnTo>
                    <a:pt x="3294094" y="88247"/>
                  </a:lnTo>
                  <a:lnTo>
                    <a:pt x="3293023" y="88457"/>
                  </a:lnTo>
                  <a:lnTo>
                    <a:pt x="3291951" y="88668"/>
                  </a:lnTo>
                  <a:lnTo>
                    <a:pt x="3290879" y="88879"/>
                  </a:lnTo>
                  <a:lnTo>
                    <a:pt x="3289808" y="89090"/>
                  </a:lnTo>
                  <a:lnTo>
                    <a:pt x="3288736" y="89301"/>
                  </a:lnTo>
                  <a:lnTo>
                    <a:pt x="3287665" y="89512"/>
                  </a:lnTo>
                  <a:lnTo>
                    <a:pt x="3286593" y="89724"/>
                  </a:lnTo>
                  <a:lnTo>
                    <a:pt x="3285521" y="89935"/>
                  </a:lnTo>
                  <a:lnTo>
                    <a:pt x="3284450" y="90147"/>
                  </a:lnTo>
                  <a:lnTo>
                    <a:pt x="3283378" y="90360"/>
                  </a:lnTo>
                  <a:lnTo>
                    <a:pt x="3282307" y="90572"/>
                  </a:lnTo>
                  <a:lnTo>
                    <a:pt x="3281235" y="90785"/>
                  </a:lnTo>
                  <a:lnTo>
                    <a:pt x="3280163" y="90998"/>
                  </a:lnTo>
                  <a:lnTo>
                    <a:pt x="3279092" y="91211"/>
                  </a:lnTo>
                  <a:lnTo>
                    <a:pt x="3278020" y="91424"/>
                  </a:lnTo>
                  <a:lnTo>
                    <a:pt x="3276949" y="91637"/>
                  </a:lnTo>
                  <a:lnTo>
                    <a:pt x="3275877" y="91851"/>
                  </a:lnTo>
                  <a:lnTo>
                    <a:pt x="3274805" y="92065"/>
                  </a:lnTo>
                  <a:lnTo>
                    <a:pt x="3273734" y="92279"/>
                  </a:lnTo>
                  <a:lnTo>
                    <a:pt x="3272662" y="92493"/>
                  </a:lnTo>
                  <a:lnTo>
                    <a:pt x="3271591" y="92708"/>
                  </a:lnTo>
                  <a:lnTo>
                    <a:pt x="3270519" y="92923"/>
                  </a:lnTo>
                  <a:lnTo>
                    <a:pt x="3269447" y="93137"/>
                  </a:lnTo>
                  <a:lnTo>
                    <a:pt x="3268376" y="93353"/>
                  </a:lnTo>
                  <a:lnTo>
                    <a:pt x="3267304" y="93568"/>
                  </a:lnTo>
                  <a:lnTo>
                    <a:pt x="3266233" y="93784"/>
                  </a:lnTo>
                  <a:lnTo>
                    <a:pt x="3265161" y="93999"/>
                  </a:lnTo>
                  <a:lnTo>
                    <a:pt x="3264089" y="94215"/>
                  </a:lnTo>
                  <a:lnTo>
                    <a:pt x="3263018" y="94432"/>
                  </a:lnTo>
                  <a:lnTo>
                    <a:pt x="3261946" y="94648"/>
                  </a:lnTo>
                  <a:lnTo>
                    <a:pt x="3260875" y="94865"/>
                  </a:lnTo>
                  <a:lnTo>
                    <a:pt x="3259803" y="95082"/>
                  </a:lnTo>
                  <a:lnTo>
                    <a:pt x="3258731" y="95299"/>
                  </a:lnTo>
                  <a:lnTo>
                    <a:pt x="3257660" y="95516"/>
                  </a:lnTo>
                  <a:lnTo>
                    <a:pt x="3256588" y="95733"/>
                  </a:lnTo>
                  <a:lnTo>
                    <a:pt x="3255517" y="95951"/>
                  </a:lnTo>
                  <a:lnTo>
                    <a:pt x="3254445" y="96169"/>
                  </a:lnTo>
                  <a:lnTo>
                    <a:pt x="3253373" y="96387"/>
                  </a:lnTo>
                  <a:lnTo>
                    <a:pt x="3252302" y="96606"/>
                  </a:lnTo>
                  <a:lnTo>
                    <a:pt x="3251230" y="96824"/>
                  </a:lnTo>
                  <a:lnTo>
                    <a:pt x="3250159" y="97043"/>
                  </a:lnTo>
                  <a:lnTo>
                    <a:pt x="3249087" y="97262"/>
                  </a:lnTo>
                  <a:lnTo>
                    <a:pt x="3248015" y="97481"/>
                  </a:lnTo>
                  <a:lnTo>
                    <a:pt x="3246944" y="97701"/>
                  </a:lnTo>
                  <a:lnTo>
                    <a:pt x="3245872" y="97920"/>
                  </a:lnTo>
                  <a:lnTo>
                    <a:pt x="3244801" y="98140"/>
                  </a:lnTo>
                  <a:lnTo>
                    <a:pt x="3243729" y="98360"/>
                  </a:lnTo>
                  <a:lnTo>
                    <a:pt x="3242657" y="98581"/>
                  </a:lnTo>
                  <a:lnTo>
                    <a:pt x="3241586" y="98801"/>
                  </a:lnTo>
                  <a:lnTo>
                    <a:pt x="3240514" y="99022"/>
                  </a:lnTo>
                  <a:lnTo>
                    <a:pt x="3239443" y="99243"/>
                  </a:lnTo>
                  <a:lnTo>
                    <a:pt x="3238371" y="99464"/>
                  </a:lnTo>
                  <a:lnTo>
                    <a:pt x="3237299" y="99685"/>
                  </a:lnTo>
                  <a:lnTo>
                    <a:pt x="3236228" y="99907"/>
                  </a:lnTo>
                  <a:lnTo>
                    <a:pt x="3235156" y="100129"/>
                  </a:lnTo>
                  <a:lnTo>
                    <a:pt x="3234085" y="100351"/>
                  </a:lnTo>
                  <a:lnTo>
                    <a:pt x="3233013" y="100573"/>
                  </a:lnTo>
                  <a:lnTo>
                    <a:pt x="3231941" y="100796"/>
                  </a:lnTo>
                  <a:lnTo>
                    <a:pt x="3230870" y="101018"/>
                  </a:lnTo>
                  <a:lnTo>
                    <a:pt x="3229798" y="101241"/>
                  </a:lnTo>
                  <a:lnTo>
                    <a:pt x="3228727" y="101465"/>
                  </a:lnTo>
                  <a:lnTo>
                    <a:pt x="3227655" y="101688"/>
                  </a:lnTo>
                  <a:lnTo>
                    <a:pt x="3226583" y="101912"/>
                  </a:lnTo>
                  <a:lnTo>
                    <a:pt x="3225512" y="102135"/>
                  </a:lnTo>
                  <a:lnTo>
                    <a:pt x="3224440" y="102359"/>
                  </a:lnTo>
                  <a:lnTo>
                    <a:pt x="3223369" y="102584"/>
                  </a:lnTo>
                  <a:lnTo>
                    <a:pt x="3222297" y="102808"/>
                  </a:lnTo>
                  <a:lnTo>
                    <a:pt x="3221225" y="103033"/>
                  </a:lnTo>
                  <a:lnTo>
                    <a:pt x="3220154" y="103258"/>
                  </a:lnTo>
                  <a:lnTo>
                    <a:pt x="3219082" y="103483"/>
                  </a:lnTo>
                  <a:lnTo>
                    <a:pt x="3218011" y="103708"/>
                  </a:lnTo>
                  <a:lnTo>
                    <a:pt x="3216939" y="103934"/>
                  </a:lnTo>
                  <a:lnTo>
                    <a:pt x="3215867" y="104160"/>
                  </a:lnTo>
                  <a:lnTo>
                    <a:pt x="3214796" y="104386"/>
                  </a:lnTo>
                  <a:lnTo>
                    <a:pt x="3213724" y="104612"/>
                  </a:lnTo>
                  <a:lnTo>
                    <a:pt x="3212653" y="104838"/>
                  </a:lnTo>
                  <a:lnTo>
                    <a:pt x="3211581" y="105065"/>
                  </a:lnTo>
                  <a:lnTo>
                    <a:pt x="3210509" y="105292"/>
                  </a:lnTo>
                  <a:lnTo>
                    <a:pt x="3209438" y="105519"/>
                  </a:lnTo>
                  <a:lnTo>
                    <a:pt x="3208366" y="105747"/>
                  </a:lnTo>
                  <a:lnTo>
                    <a:pt x="3207295" y="105974"/>
                  </a:lnTo>
                  <a:lnTo>
                    <a:pt x="3206223" y="106202"/>
                  </a:lnTo>
                  <a:lnTo>
                    <a:pt x="3205151" y="106430"/>
                  </a:lnTo>
                  <a:lnTo>
                    <a:pt x="3204080" y="106658"/>
                  </a:lnTo>
                  <a:lnTo>
                    <a:pt x="3203008" y="106887"/>
                  </a:lnTo>
                  <a:lnTo>
                    <a:pt x="3201937" y="107116"/>
                  </a:lnTo>
                  <a:lnTo>
                    <a:pt x="3200865" y="107345"/>
                  </a:lnTo>
                  <a:lnTo>
                    <a:pt x="3199793" y="107574"/>
                  </a:lnTo>
                  <a:lnTo>
                    <a:pt x="3198722" y="107803"/>
                  </a:lnTo>
                  <a:lnTo>
                    <a:pt x="3197650" y="108033"/>
                  </a:lnTo>
                  <a:lnTo>
                    <a:pt x="3196579" y="108263"/>
                  </a:lnTo>
                  <a:lnTo>
                    <a:pt x="3195507" y="108493"/>
                  </a:lnTo>
                  <a:lnTo>
                    <a:pt x="3194436" y="108723"/>
                  </a:lnTo>
                  <a:lnTo>
                    <a:pt x="3193364" y="108954"/>
                  </a:lnTo>
                  <a:lnTo>
                    <a:pt x="3192292" y="109184"/>
                  </a:lnTo>
                  <a:lnTo>
                    <a:pt x="3191221" y="109415"/>
                  </a:lnTo>
                  <a:lnTo>
                    <a:pt x="3190149" y="109647"/>
                  </a:lnTo>
                  <a:lnTo>
                    <a:pt x="3189078" y="109878"/>
                  </a:lnTo>
                  <a:lnTo>
                    <a:pt x="3188006" y="110110"/>
                  </a:lnTo>
                  <a:lnTo>
                    <a:pt x="3186934" y="110342"/>
                  </a:lnTo>
                  <a:lnTo>
                    <a:pt x="3185863" y="110574"/>
                  </a:lnTo>
                  <a:lnTo>
                    <a:pt x="3184791" y="110806"/>
                  </a:lnTo>
                  <a:lnTo>
                    <a:pt x="3183720" y="111039"/>
                  </a:lnTo>
                  <a:lnTo>
                    <a:pt x="3182648" y="111272"/>
                  </a:lnTo>
                  <a:lnTo>
                    <a:pt x="3181576" y="111505"/>
                  </a:lnTo>
                  <a:lnTo>
                    <a:pt x="3180505" y="111738"/>
                  </a:lnTo>
                  <a:lnTo>
                    <a:pt x="3179433" y="111971"/>
                  </a:lnTo>
                  <a:lnTo>
                    <a:pt x="3178362" y="112205"/>
                  </a:lnTo>
                  <a:lnTo>
                    <a:pt x="3177290" y="112439"/>
                  </a:lnTo>
                  <a:lnTo>
                    <a:pt x="3176218" y="112673"/>
                  </a:lnTo>
                  <a:lnTo>
                    <a:pt x="3175147" y="112908"/>
                  </a:lnTo>
                  <a:lnTo>
                    <a:pt x="3174075" y="113142"/>
                  </a:lnTo>
                  <a:lnTo>
                    <a:pt x="3173004" y="113377"/>
                  </a:lnTo>
                  <a:lnTo>
                    <a:pt x="3171932" y="113612"/>
                  </a:lnTo>
                  <a:lnTo>
                    <a:pt x="3170860" y="113848"/>
                  </a:lnTo>
                  <a:lnTo>
                    <a:pt x="3169789" y="114083"/>
                  </a:lnTo>
                  <a:lnTo>
                    <a:pt x="3168717" y="114319"/>
                  </a:lnTo>
                  <a:lnTo>
                    <a:pt x="3167646" y="114555"/>
                  </a:lnTo>
                  <a:lnTo>
                    <a:pt x="3166574" y="114791"/>
                  </a:lnTo>
                  <a:lnTo>
                    <a:pt x="3165502" y="115028"/>
                  </a:lnTo>
                  <a:lnTo>
                    <a:pt x="3164431" y="115264"/>
                  </a:lnTo>
                  <a:lnTo>
                    <a:pt x="3163359" y="115501"/>
                  </a:lnTo>
                  <a:lnTo>
                    <a:pt x="3162288" y="115738"/>
                  </a:lnTo>
                  <a:lnTo>
                    <a:pt x="3161216" y="115976"/>
                  </a:lnTo>
                  <a:lnTo>
                    <a:pt x="3160144" y="116214"/>
                  </a:lnTo>
                  <a:lnTo>
                    <a:pt x="3159073" y="116451"/>
                  </a:lnTo>
                  <a:lnTo>
                    <a:pt x="3158001" y="116690"/>
                  </a:lnTo>
                  <a:lnTo>
                    <a:pt x="3156930" y="116928"/>
                  </a:lnTo>
                  <a:lnTo>
                    <a:pt x="3155858" y="117166"/>
                  </a:lnTo>
                  <a:lnTo>
                    <a:pt x="3154786" y="117405"/>
                  </a:lnTo>
                  <a:lnTo>
                    <a:pt x="3153715" y="117644"/>
                  </a:lnTo>
                  <a:lnTo>
                    <a:pt x="3152643" y="117883"/>
                  </a:lnTo>
                  <a:lnTo>
                    <a:pt x="3151572" y="118123"/>
                  </a:lnTo>
                  <a:lnTo>
                    <a:pt x="3150500" y="118363"/>
                  </a:lnTo>
                  <a:lnTo>
                    <a:pt x="3149428" y="118603"/>
                  </a:lnTo>
                  <a:lnTo>
                    <a:pt x="3148357" y="118843"/>
                  </a:lnTo>
                  <a:lnTo>
                    <a:pt x="3147285" y="119083"/>
                  </a:lnTo>
                  <a:lnTo>
                    <a:pt x="3146214" y="119324"/>
                  </a:lnTo>
                  <a:lnTo>
                    <a:pt x="3145142" y="119565"/>
                  </a:lnTo>
                  <a:lnTo>
                    <a:pt x="3144070" y="119806"/>
                  </a:lnTo>
                  <a:lnTo>
                    <a:pt x="3142999" y="120047"/>
                  </a:lnTo>
                  <a:lnTo>
                    <a:pt x="3141927" y="120289"/>
                  </a:lnTo>
                  <a:lnTo>
                    <a:pt x="3140856" y="120531"/>
                  </a:lnTo>
                  <a:lnTo>
                    <a:pt x="3139784" y="120773"/>
                  </a:lnTo>
                  <a:lnTo>
                    <a:pt x="3138712" y="121015"/>
                  </a:lnTo>
                  <a:lnTo>
                    <a:pt x="3137641" y="121258"/>
                  </a:lnTo>
                  <a:lnTo>
                    <a:pt x="3136569" y="121500"/>
                  </a:lnTo>
                  <a:lnTo>
                    <a:pt x="3135498" y="121743"/>
                  </a:lnTo>
                  <a:lnTo>
                    <a:pt x="3134426" y="121987"/>
                  </a:lnTo>
                  <a:lnTo>
                    <a:pt x="3133354" y="122230"/>
                  </a:lnTo>
                  <a:lnTo>
                    <a:pt x="3132283" y="122474"/>
                  </a:lnTo>
                  <a:lnTo>
                    <a:pt x="3131211" y="122718"/>
                  </a:lnTo>
                  <a:lnTo>
                    <a:pt x="3130140" y="122962"/>
                  </a:lnTo>
                  <a:lnTo>
                    <a:pt x="3129068" y="123206"/>
                  </a:lnTo>
                  <a:lnTo>
                    <a:pt x="3127996" y="123451"/>
                  </a:lnTo>
                  <a:lnTo>
                    <a:pt x="3126925" y="123696"/>
                  </a:lnTo>
                  <a:lnTo>
                    <a:pt x="3125853" y="123941"/>
                  </a:lnTo>
                  <a:lnTo>
                    <a:pt x="3124782" y="124186"/>
                  </a:lnTo>
                  <a:lnTo>
                    <a:pt x="3123710" y="124432"/>
                  </a:lnTo>
                  <a:lnTo>
                    <a:pt x="3122638" y="124678"/>
                  </a:lnTo>
                  <a:lnTo>
                    <a:pt x="3121567" y="124924"/>
                  </a:lnTo>
                  <a:lnTo>
                    <a:pt x="3120495" y="125171"/>
                  </a:lnTo>
                  <a:lnTo>
                    <a:pt x="3119424" y="125417"/>
                  </a:lnTo>
                  <a:lnTo>
                    <a:pt x="3118352" y="125664"/>
                  </a:lnTo>
                  <a:lnTo>
                    <a:pt x="3117280" y="125911"/>
                  </a:lnTo>
                  <a:lnTo>
                    <a:pt x="3116209" y="126159"/>
                  </a:lnTo>
                  <a:lnTo>
                    <a:pt x="3115137" y="126406"/>
                  </a:lnTo>
                  <a:lnTo>
                    <a:pt x="3114066" y="126654"/>
                  </a:lnTo>
                  <a:lnTo>
                    <a:pt x="3112994" y="126903"/>
                  </a:lnTo>
                  <a:lnTo>
                    <a:pt x="3111922" y="127151"/>
                  </a:lnTo>
                  <a:lnTo>
                    <a:pt x="3110851" y="127400"/>
                  </a:lnTo>
                  <a:lnTo>
                    <a:pt x="3109779" y="127649"/>
                  </a:lnTo>
                  <a:lnTo>
                    <a:pt x="3108708" y="127898"/>
                  </a:lnTo>
                  <a:lnTo>
                    <a:pt x="3107636" y="128148"/>
                  </a:lnTo>
                  <a:lnTo>
                    <a:pt x="3106564" y="128398"/>
                  </a:lnTo>
                  <a:lnTo>
                    <a:pt x="3105493" y="128648"/>
                  </a:lnTo>
                  <a:lnTo>
                    <a:pt x="3104421" y="128899"/>
                  </a:lnTo>
                  <a:lnTo>
                    <a:pt x="3103350" y="129149"/>
                  </a:lnTo>
                  <a:lnTo>
                    <a:pt x="3102278" y="129400"/>
                  </a:lnTo>
                  <a:lnTo>
                    <a:pt x="3101206" y="129652"/>
                  </a:lnTo>
                  <a:lnTo>
                    <a:pt x="3100135" y="129903"/>
                  </a:lnTo>
                  <a:lnTo>
                    <a:pt x="3099063" y="130155"/>
                  </a:lnTo>
                  <a:lnTo>
                    <a:pt x="3097992" y="130408"/>
                  </a:lnTo>
                  <a:lnTo>
                    <a:pt x="3096920" y="130660"/>
                  </a:lnTo>
                  <a:lnTo>
                    <a:pt x="3095848" y="130913"/>
                  </a:lnTo>
                  <a:lnTo>
                    <a:pt x="3094777" y="131166"/>
                  </a:lnTo>
                  <a:lnTo>
                    <a:pt x="3093705" y="131419"/>
                  </a:lnTo>
                  <a:lnTo>
                    <a:pt x="3092634" y="131673"/>
                  </a:lnTo>
                  <a:lnTo>
                    <a:pt x="3091562" y="131927"/>
                  </a:lnTo>
                  <a:lnTo>
                    <a:pt x="3090490" y="132181"/>
                  </a:lnTo>
                  <a:lnTo>
                    <a:pt x="3089419" y="132436"/>
                  </a:lnTo>
                  <a:lnTo>
                    <a:pt x="3088347" y="132691"/>
                  </a:lnTo>
                  <a:lnTo>
                    <a:pt x="3087276" y="132946"/>
                  </a:lnTo>
                  <a:lnTo>
                    <a:pt x="3086204" y="133202"/>
                  </a:lnTo>
                  <a:lnTo>
                    <a:pt x="3085132" y="133458"/>
                  </a:lnTo>
                  <a:lnTo>
                    <a:pt x="3084061" y="133714"/>
                  </a:lnTo>
                  <a:lnTo>
                    <a:pt x="3082989" y="133971"/>
                  </a:lnTo>
                  <a:lnTo>
                    <a:pt x="3081918" y="134227"/>
                  </a:lnTo>
                  <a:lnTo>
                    <a:pt x="3080846" y="134485"/>
                  </a:lnTo>
                  <a:lnTo>
                    <a:pt x="3079774" y="134742"/>
                  </a:lnTo>
                  <a:lnTo>
                    <a:pt x="3078703" y="135000"/>
                  </a:lnTo>
                  <a:lnTo>
                    <a:pt x="3077631" y="135258"/>
                  </a:lnTo>
                  <a:lnTo>
                    <a:pt x="3076560" y="135516"/>
                  </a:lnTo>
                  <a:lnTo>
                    <a:pt x="3075488" y="135775"/>
                  </a:lnTo>
                  <a:lnTo>
                    <a:pt x="3074416" y="136034"/>
                  </a:lnTo>
                  <a:lnTo>
                    <a:pt x="3073345" y="136294"/>
                  </a:lnTo>
                  <a:lnTo>
                    <a:pt x="3072273" y="136554"/>
                  </a:lnTo>
                  <a:lnTo>
                    <a:pt x="3071202" y="136814"/>
                  </a:lnTo>
                  <a:lnTo>
                    <a:pt x="3070130" y="137074"/>
                  </a:lnTo>
                  <a:lnTo>
                    <a:pt x="3069058" y="137335"/>
                  </a:lnTo>
                  <a:lnTo>
                    <a:pt x="3067987" y="137596"/>
                  </a:lnTo>
                  <a:lnTo>
                    <a:pt x="3066915" y="137858"/>
                  </a:lnTo>
                  <a:lnTo>
                    <a:pt x="3065844" y="138120"/>
                  </a:lnTo>
                  <a:lnTo>
                    <a:pt x="3064772" y="138382"/>
                  </a:lnTo>
                  <a:lnTo>
                    <a:pt x="3063700" y="138645"/>
                  </a:lnTo>
                  <a:lnTo>
                    <a:pt x="3062629" y="138907"/>
                  </a:lnTo>
                  <a:lnTo>
                    <a:pt x="3061557" y="139171"/>
                  </a:lnTo>
                  <a:lnTo>
                    <a:pt x="3060486" y="139434"/>
                  </a:lnTo>
                  <a:lnTo>
                    <a:pt x="3059414" y="139698"/>
                  </a:lnTo>
                  <a:lnTo>
                    <a:pt x="3058342" y="139963"/>
                  </a:lnTo>
                  <a:lnTo>
                    <a:pt x="3057271" y="140227"/>
                  </a:lnTo>
                  <a:lnTo>
                    <a:pt x="3056199" y="140492"/>
                  </a:lnTo>
                  <a:lnTo>
                    <a:pt x="3055128" y="140758"/>
                  </a:lnTo>
                  <a:lnTo>
                    <a:pt x="3054056" y="141024"/>
                  </a:lnTo>
                  <a:lnTo>
                    <a:pt x="3052984" y="141290"/>
                  </a:lnTo>
                  <a:lnTo>
                    <a:pt x="3051913" y="141556"/>
                  </a:lnTo>
                  <a:lnTo>
                    <a:pt x="3050841" y="141823"/>
                  </a:lnTo>
                  <a:lnTo>
                    <a:pt x="3049770" y="142090"/>
                  </a:lnTo>
                  <a:lnTo>
                    <a:pt x="3048698" y="142358"/>
                  </a:lnTo>
                  <a:lnTo>
                    <a:pt x="3047626" y="142626"/>
                  </a:lnTo>
                  <a:lnTo>
                    <a:pt x="3046555" y="142894"/>
                  </a:lnTo>
                  <a:lnTo>
                    <a:pt x="3045483" y="143163"/>
                  </a:lnTo>
                  <a:lnTo>
                    <a:pt x="3044412" y="143432"/>
                  </a:lnTo>
                  <a:lnTo>
                    <a:pt x="3043340" y="143701"/>
                  </a:lnTo>
                  <a:lnTo>
                    <a:pt x="3042268" y="143971"/>
                  </a:lnTo>
                  <a:lnTo>
                    <a:pt x="3041197" y="144242"/>
                  </a:lnTo>
                  <a:lnTo>
                    <a:pt x="3040125" y="144512"/>
                  </a:lnTo>
                  <a:lnTo>
                    <a:pt x="3039054" y="144783"/>
                  </a:lnTo>
                  <a:lnTo>
                    <a:pt x="3037982" y="145055"/>
                  </a:lnTo>
                  <a:lnTo>
                    <a:pt x="3036910" y="145326"/>
                  </a:lnTo>
                  <a:lnTo>
                    <a:pt x="3035839" y="145599"/>
                  </a:lnTo>
                  <a:lnTo>
                    <a:pt x="3034767" y="145871"/>
                  </a:lnTo>
                  <a:lnTo>
                    <a:pt x="3033696" y="146144"/>
                  </a:lnTo>
                  <a:lnTo>
                    <a:pt x="3032624" y="146417"/>
                  </a:lnTo>
                  <a:lnTo>
                    <a:pt x="3031552" y="146691"/>
                  </a:lnTo>
                  <a:lnTo>
                    <a:pt x="3030481" y="146965"/>
                  </a:lnTo>
                  <a:lnTo>
                    <a:pt x="3029409" y="147240"/>
                  </a:lnTo>
                  <a:lnTo>
                    <a:pt x="3028338" y="147515"/>
                  </a:lnTo>
                  <a:lnTo>
                    <a:pt x="3027266" y="147790"/>
                  </a:lnTo>
                  <a:lnTo>
                    <a:pt x="3026194" y="148066"/>
                  </a:lnTo>
                  <a:lnTo>
                    <a:pt x="3025123" y="148342"/>
                  </a:lnTo>
                  <a:lnTo>
                    <a:pt x="3024051" y="148618"/>
                  </a:lnTo>
                  <a:lnTo>
                    <a:pt x="3022980" y="148895"/>
                  </a:lnTo>
                  <a:lnTo>
                    <a:pt x="3021908" y="149172"/>
                  </a:lnTo>
                  <a:lnTo>
                    <a:pt x="3020836" y="149450"/>
                  </a:lnTo>
                  <a:lnTo>
                    <a:pt x="3019765" y="149728"/>
                  </a:lnTo>
                  <a:lnTo>
                    <a:pt x="3018693" y="150007"/>
                  </a:lnTo>
                  <a:lnTo>
                    <a:pt x="3017622" y="150286"/>
                  </a:lnTo>
                  <a:lnTo>
                    <a:pt x="3016550" y="150565"/>
                  </a:lnTo>
                  <a:lnTo>
                    <a:pt x="3015479" y="150845"/>
                  </a:lnTo>
                  <a:lnTo>
                    <a:pt x="3014407" y="151125"/>
                  </a:lnTo>
                  <a:lnTo>
                    <a:pt x="3013335" y="151406"/>
                  </a:lnTo>
                  <a:lnTo>
                    <a:pt x="3012264" y="151687"/>
                  </a:lnTo>
                  <a:lnTo>
                    <a:pt x="3011192" y="151968"/>
                  </a:lnTo>
                  <a:lnTo>
                    <a:pt x="3010121" y="152250"/>
                  </a:lnTo>
                  <a:lnTo>
                    <a:pt x="3009049" y="152532"/>
                  </a:lnTo>
                  <a:lnTo>
                    <a:pt x="3007977" y="152815"/>
                  </a:lnTo>
                  <a:lnTo>
                    <a:pt x="3006906" y="153098"/>
                  </a:lnTo>
                  <a:lnTo>
                    <a:pt x="3005834" y="153382"/>
                  </a:lnTo>
                  <a:lnTo>
                    <a:pt x="3004763" y="153666"/>
                  </a:lnTo>
                  <a:lnTo>
                    <a:pt x="3003691" y="153950"/>
                  </a:lnTo>
                  <a:lnTo>
                    <a:pt x="3002619" y="154235"/>
                  </a:lnTo>
                  <a:lnTo>
                    <a:pt x="3001548" y="154520"/>
                  </a:lnTo>
                  <a:lnTo>
                    <a:pt x="3000476" y="154806"/>
                  </a:lnTo>
                  <a:lnTo>
                    <a:pt x="2999405" y="155092"/>
                  </a:lnTo>
                  <a:lnTo>
                    <a:pt x="2998333" y="155379"/>
                  </a:lnTo>
                  <a:lnTo>
                    <a:pt x="2997261" y="155666"/>
                  </a:lnTo>
                  <a:lnTo>
                    <a:pt x="2996190" y="155953"/>
                  </a:lnTo>
                  <a:lnTo>
                    <a:pt x="2995118" y="156241"/>
                  </a:lnTo>
                  <a:lnTo>
                    <a:pt x="2994047" y="156529"/>
                  </a:lnTo>
                  <a:lnTo>
                    <a:pt x="2992975" y="156818"/>
                  </a:lnTo>
                  <a:lnTo>
                    <a:pt x="2991903" y="157107"/>
                  </a:lnTo>
                  <a:lnTo>
                    <a:pt x="2990832" y="157397"/>
                  </a:lnTo>
                  <a:lnTo>
                    <a:pt x="2989760" y="157687"/>
                  </a:lnTo>
                  <a:lnTo>
                    <a:pt x="2988689" y="157977"/>
                  </a:lnTo>
                  <a:lnTo>
                    <a:pt x="2987617" y="158268"/>
                  </a:lnTo>
                  <a:lnTo>
                    <a:pt x="2986545" y="158560"/>
                  </a:lnTo>
                  <a:lnTo>
                    <a:pt x="2985474" y="158851"/>
                  </a:lnTo>
                  <a:lnTo>
                    <a:pt x="2984402" y="159144"/>
                  </a:lnTo>
                  <a:lnTo>
                    <a:pt x="2983331" y="159436"/>
                  </a:lnTo>
                  <a:lnTo>
                    <a:pt x="2982259" y="159730"/>
                  </a:lnTo>
                  <a:lnTo>
                    <a:pt x="2981187" y="160023"/>
                  </a:lnTo>
                  <a:lnTo>
                    <a:pt x="2980116" y="160317"/>
                  </a:lnTo>
                  <a:lnTo>
                    <a:pt x="2979044" y="160612"/>
                  </a:lnTo>
                  <a:lnTo>
                    <a:pt x="2977973" y="160907"/>
                  </a:lnTo>
                  <a:lnTo>
                    <a:pt x="2976901" y="161202"/>
                  </a:lnTo>
                  <a:lnTo>
                    <a:pt x="2975829" y="161498"/>
                  </a:lnTo>
                  <a:lnTo>
                    <a:pt x="2974758" y="161795"/>
                  </a:lnTo>
                  <a:lnTo>
                    <a:pt x="2973686" y="162091"/>
                  </a:lnTo>
                  <a:lnTo>
                    <a:pt x="2972615" y="162389"/>
                  </a:lnTo>
                  <a:lnTo>
                    <a:pt x="2971543" y="162686"/>
                  </a:lnTo>
                  <a:lnTo>
                    <a:pt x="2970471" y="162985"/>
                  </a:lnTo>
                  <a:lnTo>
                    <a:pt x="2969400" y="163283"/>
                  </a:lnTo>
                  <a:lnTo>
                    <a:pt x="2968328" y="163582"/>
                  </a:lnTo>
                  <a:lnTo>
                    <a:pt x="2967257" y="163882"/>
                  </a:lnTo>
                  <a:lnTo>
                    <a:pt x="2966185" y="164182"/>
                  </a:lnTo>
                  <a:lnTo>
                    <a:pt x="2965113" y="164483"/>
                  </a:lnTo>
                  <a:lnTo>
                    <a:pt x="2964042" y="164784"/>
                  </a:lnTo>
                  <a:lnTo>
                    <a:pt x="2962970" y="165085"/>
                  </a:lnTo>
                  <a:lnTo>
                    <a:pt x="2961899" y="165387"/>
                  </a:lnTo>
                  <a:lnTo>
                    <a:pt x="2960827" y="165689"/>
                  </a:lnTo>
                  <a:lnTo>
                    <a:pt x="2959755" y="165992"/>
                  </a:lnTo>
                  <a:lnTo>
                    <a:pt x="2958684" y="166296"/>
                  </a:lnTo>
                  <a:lnTo>
                    <a:pt x="2957612" y="166600"/>
                  </a:lnTo>
                  <a:lnTo>
                    <a:pt x="2956541" y="166904"/>
                  </a:lnTo>
                  <a:lnTo>
                    <a:pt x="2955469" y="167209"/>
                  </a:lnTo>
                  <a:lnTo>
                    <a:pt x="2954397" y="167514"/>
                  </a:lnTo>
                  <a:lnTo>
                    <a:pt x="2953326" y="167820"/>
                  </a:lnTo>
                  <a:lnTo>
                    <a:pt x="2952254" y="168126"/>
                  </a:lnTo>
                  <a:lnTo>
                    <a:pt x="2951183" y="168432"/>
                  </a:lnTo>
                  <a:lnTo>
                    <a:pt x="2950111" y="168740"/>
                  </a:lnTo>
                  <a:lnTo>
                    <a:pt x="2949039" y="169047"/>
                  </a:lnTo>
                  <a:lnTo>
                    <a:pt x="2947968" y="169355"/>
                  </a:lnTo>
                  <a:lnTo>
                    <a:pt x="2946896" y="169664"/>
                  </a:lnTo>
                  <a:lnTo>
                    <a:pt x="2945825" y="169973"/>
                  </a:lnTo>
                  <a:lnTo>
                    <a:pt x="2944753" y="170283"/>
                  </a:lnTo>
                  <a:lnTo>
                    <a:pt x="2943681" y="170593"/>
                  </a:lnTo>
                  <a:lnTo>
                    <a:pt x="2942610" y="170903"/>
                  </a:lnTo>
                  <a:lnTo>
                    <a:pt x="2941538" y="171214"/>
                  </a:lnTo>
                  <a:lnTo>
                    <a:pt x="2940467" y="171526"/>
                  </a:lnTo>
                  <a:lnTo>
                    <a:pt x="2939395" y="171838"/>
                  </a:lnTo>
                  <a:lnTo>
                    <a:pt x="2938323" y="172151"/>
                  </a:lnTo>
                  <a:lnTo>
                    <a:pt x="2937252" y="172464"/>
                  </a:lnTo>
                  <a:lnTo>
                    <a:pt x="2936180" y="172777"/>
                  </a:lnTo>
                  <a:lnTo>
                    <a:pt x="2935109" y="173091"/>
                  </a:lnTo>
                  <a:lnTo>
                    <a:pt x="2934037" y="173406"/>
                  </a:lnTo>
                  <a:lnTo>
                    <a:pt x="2932965" y="173721"/>
                  </a:lnTo>
                  <a:lnTo>
                    <a:pt x="2931894" y="174036"/>
                  </a:lnTo>
                  <a:lnTo>
                    <a:pt x="2930822" y="174352"/>
                  </a:lnTo>
                  <a:lnTo>
                    <a:pt x="2929751" y="174669"/>
                  </a:lnTo>
                  <a:lnTo>
                    <a:pt x="2928679" y="174986"/>
                  </a:lnTo>
                  <a:lnTo>
                    <a:pt x="2927607" y="175303"/>
                  </a:lnTo>
                  <a:lnTo>
                    <a:pt x="2926536" y="175621"/>
                  </a:lnTo>
                  <a:lnTo>
                    <a:pt x="2925464" y="175939"/>
                  </a:lnTo>
                  <a:lnTo>
                    <a:pt x="2924393" y="176258"/>
                  </a:lnTo>
                  <a:lnTo>
                    <a:pt x="2923321" y="176578"/>
                  </a:lnTo>
                  <a:lnTo>
                    <a:pt x="2922249" y="176898"/>
                  </a:lnTo>
                  <a:lnTo>
                    <a:pt x="2921178" y="177218"/>
                  </a:lnTo>
                  <a:lnTo>
                    <a:pt x="2920106" y="177539"/>
                  </a:lnTo>
                  <a:lnTo>
                    <a:pt x="2919035" y="177861"/>
                  </a:lnTo>
                  <a:lnTo>
                    <a:pt x="2917963" y="178183"/>
                  </a:lnTo>
                  <a:lnTo>
                    <a:pt x="2916891" y="178506"/>
                  </a:lnTo>
                  <a:lnTo>
                    <a:pt x="2915820" y="178829"/>
                  </a:lnTo>
                  <a:lnTo>
                    <a:pt x="2914748" y="179152"/>
                  </a:lnTo>
                  <a:lnTo>
                    <a:pt x="2913677" y="179476"/>
                  </a:lnTo>
                  <a:lnTo>
                    <a:pt x="2912605" y="179801"/>
                  </a:lnTo>
                  <a:lnTo>
                    <a:pt x="2911533" y="180126"/>
                  </a:lnTo>
                  <a:lnTo>
                    <a:pt x="2910462" y="180451"/>
                  </a:lnTo>
                  <a:lnTo>
                    <a:pt x="2909390" y="180777"/>
                  </a:lnTo>
                  <a:lnTo>
                    <a:pt x="2908319" y="181104"/>
                  </a:lnTo>
                  <a:lnTo>
                    <a:pt x="2907247" y="181431"/>
                  </a:lnTo>
                  <a:lnTo>
                    <a:pt x="2906175" y="181759"/>
                  </a:lnTo>
                  <a:lnTo>
                    <a:pt x="2905104" y="182087"/>
                  </a:lnTo>
                  <a:lnTo>
                    <a:pt x="2904032" y="182416"/>
                  </a:lnTo>
                  <a:lnTo>
                    <a:pt x="2902961" y="182745"/>
                  </a:lnTo>
                  <a:lnTo>
                    <a:pt x="2901889" y="183075"/>
                  </a:lnTo>
                  <a:lnTo>
                    <a:pt x="2900817" y="183405"/>
                  </a:lnTo>
                  <a:lnTo>
                    <a:pt x="2899746" y="183736"/>
                  </a:lnTo>
                  <a:lnTo>
                    <a:pt x="2898674" y="184067"/>
                  </a:lnTo>
                  <a:lnTo>
                    <a:pt x="2897603" y="184399"/>
                  </a:lnTo>
                  <a:lnTo>
                    <a:pt x="2896531" y="184731"/>
                  </a:lnTo>
                  <a:lnTo>
                    <a:pt x="2895459" y="185064"/>
                  </a:lnTo>
                  <a:lnTo>
                    <a:pt x="2894388" y="185397"/>
                  </a:lnTo>
                  <a:lnTo>
                    <a:pt x="2893316" y="185731"/>
                  </a:lnTo>
                  <a:lnTo>
                    <a:pt x="2892245" y="186066"/>
                  </a:lnTo>
                  <a:lnTo>
                    <a:pt x="2891173" y="186401"/>
                  </a:lnTo>
                  <a:lnTo>
                    <a:pt x="2890101" y="186736"/>
                  </a:lnTo>
                  <a:lnTo>
                    <a:pt x="2889030" y="187072"/>
                  </a:lnTo>
                  <a:lnTo>
                    <a:pt x="2887958" y="187409"/>
                  </a:lnTo>
                  <a:lnTo>
                    <a:pt x="2886887" y="187746"/>
                  </a:lnTo>
                  <a:lnTo>
                    <a:pt x="2885815" y="188083"/>
                  </a:lnTo>
                  <a:lnTo>
                    <a:pt x="2884743" y="188421"/>
                  </a:lnTo>
                  <a:lnTo>
                    <a:pt x="2883672" y="188760"/>
                  </a:lnTo>
                  <a:lnTo>
                    <a:pt x="2882600" y="189099"/>
                  </a:lnTo>
                  <a:lnTo>
                    <a:pt x="2881529" y="189439"/>
                  </a:lnTo>
                  <a:lnTo>
                    <a:pt x="2880457" y="189779"/>
                  </a:lnTo>
                  <a:lnTo>
                    <a:pt x="2879385" y="190120"/>
                  </a:lnTo>
                  <a:lnTo>
                    <a:pt x="2878314" y="190461"/>
                  </a:lnTo>
                  <a:lnTo>
                    <a:pt x="2877242" y="190803"/>
                  </a:lnTo>
                  <a:lnTo>
                    <a:pt x="2876171" y="191145"/>
                  </a:lnTo>
                  <a:lnTo>
                    <a:pt x="2875099" y="191488"/>
                  </a:lnTo>
                  <a:lnTo>
                    <a:pt x="2874027" y="191832"/>
                  </a:lnTo>
                  <a:lnTo>
                    <a:pt x="2872956" y="192176"/>
                  </a:lnTo>
                  <a:lnTo>
                    <a:pt x="2871884" y="192520"/>
                  </a:lnTo>
                  <a:lnTo>
                    <a:pt x="2870813" y="192865"/>
                  </a:lnTo>
                  <a:lnTo>
                    <a:pt x="2869741" y="193211"/>
                  </a:lnTo>
                  <a:lnTo>
                    <a:pt x="2868669" y="193557"/>
                  </a:lnTo>
                  <a:lnTo>
                    <a:pt x="2867598" y="193904"/>
                  </a:lnTo>
                  <a:lnTo>
                    <a:pt x="2866526" y="194251"/>
                  </a:lnTo>
                  <a:lnTo>
                    <a:pt x="2865455" y="194599"/>
                  </a:lnTo>
                  <a:lnTo>
                    <a:pt x="2864383" y="194947"/>
                  </a:lnTo>
                  <a:lnTo>
                    <a:pt x="2863311" y="195296"/>
                  </a:lnTo>
                  <a:lnTo>
                    <a:pt x="2862240" y="195646"/>
                  </a:lnTo>
                  <a:lnTo>
                    <a:pt x="2861168" y="195996"/>
                  </a:lnTo>
                  <a:lnTo>
                    <a:pt x="2860097" y="196346"/>
                  </a:lnTo>
                  <a:lnTo>
                    <a:pt x="2859025" y="196697"/>
                  </a:lnTo>
                  <a:lnTo>
                    <a:pt x="2857953" y="197049"/>
                  </a:lnTo>
                  <a:lnTo>
                    <a:pt x="2856882" y="197401"/>
                  </a:lnTo>
                  <a:lnTo>
                    <a:pt x="2855810" y="197754"/>
                  </a:lnTo>
                  <a:lnTo>
                    <a:pt x="2854739" y="198107"/>
                  </a:lnTo>
                  <a:lnTo>
                    <a:pt x="2853667" y="198461"/>
                  </a:lnTo>
                  <a:lnTo>
                    <a:pt x="2852595" y="198815"/>
                  </a:lnTo>
                  <a:lnTo>
                    <a:pt x="2851524" y="199170"/>
                  </a:lnTo>
                  <a:lnTo>
                    <a:pt x="2850452" y="199525"/>
                  </a:lnTo>
                  <a:lnTo>
                    <a:pt x="2849381" y="199881"/>
                  </a:lnTo>
                  <a:lnTo>
                    <a:pt x="2848309" y="200238"/>
                  </a:lnTo>
                  <a:lnTo>
                    <a:pt x="2847237" y="200595"/>
                  </a:lnTo>
                  <a:lnTo>
                    <a:pt x="2846166" y="200952"/>
                  </a:lnTo>
                  <a:lnTo>
                    <a:pt x="2845094" y="201311"/>
                  </a:lnTo>
                  <a:lnTo>
                    <a:pt x="2844023" y="201669"/>
                  </a:lnTo>
                  <a:lnTo>
                    <a:pt x="2842951" y="202029"/>
                  </a:lnTo>
                  <a:lnTo>
                    <a:pt x="2841879" y="202389"/>
                  </a:lnTo>
                  <a:lnTo>
                    <a:pt x="2840808" y="202749"/>
                  </a:lnTo>
                  <a:lnTo>
                    <a:pt x="2839736" y="203110"/>
                  </a:lnTo>
                  <a:lnTo>
                    <a:pt x="2838665" y="203471"/>
                  </a:lnTo>
                  <a:lnTo>
                    <a:pt x="2837593" y="203834"/>
                  </a:lnTo>
                  <a:lnTo>
                    <a:pt x="2836522" y="204196"/>
                  </a:lnTo>
                  <a:lnTo>
                    <a:pt x="2835450" y="204559"/>
                  </a:lnTo>
                  <a:lnTo>
                    <a:pt x="2834378" y="204923"/>
                  </a:lnTo>
                  <a:lnTo>
                    <a:pt x="2833307" y="205288"/>
                  </a:lnTo>
                  <a:lnTo>
                    <a:pt x="2832235" y="205652"/>
                  </a:lnTo>
                  <a:lnTo>
                    <a:pt x="2831164" y="206018"/>
                  </a:lnTo>
                  <a:lnTo>
                    <a:pt x="2830092" y="206384"/>
                  </a:lnTo>
                  <a:lnTo>
                    <a:pt x="2829020" y="206750"/>
                  </a:lnTo>
                  <a:lnTo>
                    <a:pt x="2827949" y="207118"/>
                  </a:lnTo>
                  <a:lnTo>
                    <a:pt x="2826877" y="207485"/>
                  </a:lnTo>
                  <a:lnTo>
                    <a:pt x="2825806" y="207853"/>
                  </a:lnTo>
                  <a:lnTo>
                    <a:pt x="2824734" y="208222"/>
                  </a:lnTo>
                  <a:lnTo>
                    <a:pt x="2823662" y="208592"/>
                  </a:lnTo>
                  <a:lnTo>
                    <a:pt x="2822591" y="208962"/>
                  </a:lnTo>
                  <a:lnTo>
                    <a:pt x="2821519" y="209332"/>
                  </a:lnTo>
                  <a:lnTo>
                    <a:pt x="2820448" y="209703"/>
                  </a:lnTo>
                  <a:lnTo>
                    <a:pt x="2819376" y="210075"/>
                  </a:lnTo>
                  <a:lnTo>
                    <a:pt x="2818304" y="210447"/>
                  </a:lnTo>
                  <a:lnTo>
                    <a:pt x="2817233" y="210820"/>
                  </a:lnTo>
                  <a:lnTo>
                    <a:pt x="2816161" y="211193"/>
                  </a:lnTo>
                  <a:lnTo>
                    <a:pt x="2815090" y="211567"/>
                  </a:lnTo>
                  <a:lnTo>
                    <a:pt x="2814018" y="211942"/>
                  </a:lnTo>
                  <a:lnTo>
                    <a:pt x="2812946" y="212317"/>
                  </a:lnTo>
                  <a:lnTo>
                    <a:pt x="2811875" y="212692"/>
                  </a:lnTo>
                  <a:lnTo>
                    <a:pt x="2810803" y="213068"/>
                  </a:lnTo>
                  <a:lnTo>
                    <a:pt x="2809732" y="213445"/>
                  </a:lnTo>
                  <a:lnTo>
                    <a:pt x="2808660" y="213823"/>
                  </a:lnTo>
                  <a:lnTo>
                    <a:pt x="2807588" y="214200"/>
                  </a:lnTo>
                  <a:lnTo>
                    <a:pt x="2806517" y="214579"/>
                  </a:lnTo>
                  <a:lnTo>
                    <a:pt x="2805445" y="214958"/>
                  </a:lnTo>
                  <a:lnTo>
                    <a:pt x="2804374" y="215338"/>
                  </a:lnTo>
                  <a:lnTo>
                    <a:pt x="2803302" y="215718"/>
                  </a:lnTo>
                  <a:lnTo>
                    <a:pt x="2802230" y="216099"/>
                  </a:lnTo>
                  <a:lnTo>
                    <a:pt x="2801159" y="216480"/>
                  </a:lnTo>
                  <a:lnTo>
                    <a:pt x="2800087" y="216862"/>
                  </a:lnTo>
                  <a:lnTo>
                    <a:pt x="2799016" y="217244"/>
                  </a:lnTo>
                  <a:lnTo>
                    <a:pt x="2797944" y="217627"/>
                  </a:lnTo>
                  <a:lnTo>
                    <a:pt x="2796872" y="218011"/>
                  </a:lnTo>
                  <a:lnTo>
                    <a:pt x="2795801" y="218395"/>
                  </a:lnTo>
                  <a:lnTo>
                    <a:pt x="2794729" y="218780"/>
                  </a:lnTo>
                  <a:lnTo>
                    <a:pt x="2793658" y="219165"/>
                  </a:lnTo>
                  <a:lnTo>
                    <a:pt x="2792586" y="219551"/>
                  </a:lnTo>
                  <a:lnTo>
                    <a:pt x="2791514" y="219938"/>
                  </a:lnTo>
                  <a:lnTo>
                    <a:pt x="2790443" y="220325"/>
                  </a:lnTo>
                  <a:lnTo>
                    <a:pt x="2789371" y="220713"/>
                  </a:lnTo>
                  <a:lnTo>
                    <a:pt x="2788300" y="221101"/>
                  </a:lnTo>
                  <a:lnTo>
                    <a:pt x="2787228" y="221490"/>
                  </a:lnTo>
                  <a:lnTo>
                    <a:pt x="2786156" y="221879"/>
                  </a:lnTo>
                  <a:lnTo>
                    <a:pt x="2785085" y="222269"/>
                  </a:lnTo>
                  <a:lnTo>
                    <a:pt x="2784013" y="222660"/>
                  </a:lnTo>
                  <a:lnTo>
                    <a:pt x="2782942" y="223051"/>
                  </a:lnTo>
                  <a:lnTo>
                    <a:pt x="2781870" y="223443"/>
                  </a:lnTo>
                  <a:lnTo>
                    <a:pt x="2780798" y="223835"/>
                  </a:lnTo>
                  <a:lnTo>
                    <a:pt x="2779727" y="224228"/>
                  </a:lnTo>
                  <a:lnTo>
                    <a:pt x="2778655" y="224622"/>
                  </a:lnTo>
                  <a:lnTo>
                    <a:pt x="2777584" y="225016"/>
                  </a:lnTo>
                  <a:lnTo>
                    <a:pt x="2776512" y="225410"/>
                  </a:lnTo>
                  <a:lnTo>
                    <a:pt x="2775440" y="225806"/>
                  </a:lnTo>
                  <a:lnTo>
                    <a:pt x="2774369" y="226201"/>
                  </a:lnTo>
                  <a:lnTo>
                    <a:pt x="2773297" y="226598"/>
                  </a:lnTo>
                  <a:lnTo>
                    <a:pt x="2772226" y="226995"/>
                  </a:lnTo>
                  <a:lnTo>
                    <a:pt x="2771154" y="227393"/>
                  </a:lnTo>
                  <a:lnTo>
                    <a:pt x="2770082" y="227791"/>
                  </a:lnTo>
                  <a:lnTo>
                    <a:pt x="2769011" y="228189"/>
                  </a:lnTo>
                  <a:lnTo>
                    <a:pt x="2767939" y="228589"/>
                  </a:lnTo>
                  <a:lnTo>
                    <a:pt x="2766868" y="228989"/>
                  </a:lnTo>
                  <a:lnTo>
                    <a:pt x="2765796" y="229389"/>
                  </a:lnTo>
                  <a:lnTo>
                    <a:pt x="2764724" y="229790"/>
                  </a:lnTo>
                  <a:lnTo>
                    <a:pt x="2763653" y="230192"/>
                  </a:lnTo>
                  <a:lnTo>
                    <a:pt x="2762581" y="230594"/>
                  </a:lnTo>
                  <a:lnTo>
                    <a:pt x="2761510" y="230997"/>
                  </a:lnTo>
                  <a:lnTo>
                    <a:pt x="2760438" y="231401"/>
                  </a:lnTo>
                  <a:lnTo>
                    <a:pt x="2759366" y="231805"/>
                  </a:lnTo>
                  <a:lnTo>
                    <a:pt x="2758295" y="232210"/>
                  </a:lnTo>
                  <a:lnTo>
                    <a:pt x="2757223" y="232615"/>
                  </a:lnTo>
                  <a:lnTo>
                    <a:pt x="2756152" y="233021"/>
                  </a:lnTo>
                  <a:lnTo>
                    <a:pt x="2755080" y="233427"/>
                  </a:lnTo>
                  <a:lnTo>
                    <a:pt x="2754008" y="233834"/>
                  </a:lnTo>
                  <a:lnTo>
                    <a:pt x="2752937" y="234242"/>
                  </a:lnTo>
                  <a:lnTo>
                    <a:pt x="2751865" y="234650"/>
                  </a:lnTo>
                  <a:lnTo>
                    <a:pt x="2750794" y="235059"/>
                  </a:lnTo>
                  <a:lnTo>
                    <a:pt x="2749722" y="235468"/>
                  </a:lnTo>
                  <a:lnTo>
                    <a:pt x="2748650" y="235878"/>
                  </a:lnTo>
                  <a:lnTo>
                    <a:pt x="2747579" y="236289"/>
                  </a:lnTo>
                  <a:lnTo>
                    <a:pt x="2746507" y="236700"/>
                  </a:lnTo>
                  <a:lnTo>
                    <a:pt x="2745436" y="237112"/>
                  </a:lnTo>
                  <a:lnTo>
                    <a:pt x="2744364" y="237524"/>
                  </a:lnTo>
                  <a:lnTo>
                    <a:pt x="2743292" y="237937"/>
                  </a:lnTo>
                  <a:lnTo>
                    <a:pt x="2742221" y="238351"/>
                  </a:lnTo>
                  <a:lnTo>
                    <a:pt x="2741149" y="238765"/>
                  </a:lnTo>
                  <a:lnTo>
                    <a:pt x="2740078" y="239180"/>
                  </a:lnTo>
                  <a:lnTo>
                    <a:pt x="2739006" y="239595"/>
                  </a:lnTo>
                  <a:lnTo>
                    <a:pt x="2737934" y="240011"/>
                  </a:lnTo>
                  <a:lnTo>
                    <a:pt x="2736863" y="240428"/>
                  </a:lnTo>
                  <a:lnTo>
                    <a:pt x="2735791" y="240845"/>
                  </a:lnTo>
                  <a:lnTo>
                    <a:pt x="2734720" y="241263"/>
                  </a:lnTo>
                  <a:lnTo>
                    <a:pt x="2733648" y="241681"/>
                  </a:lnTo>
                  <a:lnTo>
                    <a:pt x="2732576" y="242100"/>
                  </a:lnTo>
                  <a:lnTo>
                    <a:pt x="2731505" y="242520"/>
                  </a:lnTo>
                  <a:lnTo>
                    <a:pt x="2730433" y="242940"/>
                  </a:lnTo>
                  <a:lnTo>
                    <a:pt x="2729362" y="243361"/>
                  </a:lnTo>
                  <a:lnTo>
                    <a:pt x="2728290" y="243782"/>
                  </a:lnTo>
                  <a:lnTo>
                    <a:pt x="2727218" y="244204"/>
                  </a:lnTo>
                  <a:lnTo>
                    <a:pt x="2726147" y="244626"/>
                  </a:lnTo>
                  <a:lnTo>
                    <a:pt x="2725075" y="245050"/>
                  </a:lnTo>
                  <a:lnTo>
                    <a:pt x="2724004" y="245473"/>
                  </a:lnTo>
                  <a:lnTo>
                    <a:pt x="2722932" y="245898"/>
                  </a:lnTo>
                  <a:lnTo>
                    <a:pt x="2721860" y="246323"/>
                  </a:lnTo>
                  <a:lnTo>
                    <a:pt x="2720789" y="246748"/>
                  </a:lnTo>
                  <a:lnTo>
                    <a:pt x="2719717" y="247175"/>
                  </a:lnTo>
                  <a:lnTo>
                    <a:pt x="2718646" y="247601"/>
                  </a:lnTo>
                  <a:lnTo>
                    <a:pt x="2717574" y="248029"/>
                  </a:lnTo>
                  <a:lnTo>
                    <a:pt x="2716502" y="248457"/>
                  </a:lnTo>
                  <a:lnTo>
                    <a:pt x="2715431" y="248885"/>
                  </a:lnTo>
                  <a:lnTo>
                    <a:pt x="2714359" y="249315"/>
                  </a:lnTo>
                  <a:lnTo>
                    <a:pt x="2713288" y="249744"/>
                  </a:lnTo>
                  <a:lnTo>
                    <a:pt x="2712216" y="250175"/>
                  </a:lnTo>
                  <a:lnTo>
                    <a:pt x="2711144" y="250606"/>
                  </a:lnTo>
                  <a:lnTo>
                    <a:pt x="2710073" y="251037"/>
                  </a:lnTo>
                  <a:lnTo>
                    <a:pt x="2709001" y="251470"/>
                  </a:lnTo>
                  <a:lnTo>
                    <a:pt x="2707930" y="251903"/>
                  </a:lnTo>
                  <a:lnTo>
                    <a:pt x="2706858" y="252336"/>
                  </a:lnTo>
                  <a:lnTo>
                    <a:pt x="2705786" y="252770"/>
                  </a:lnTo>
                  <a:lnTo>
                    <a:pt x="2704715" y="253205"/>
                  </a:lnTo>
                  <a:lnTo>
                    <a:pt x="2703643" y="253640"/>
                  </a:lnTo>
                  <a:lnTo>
                    <a:pt x="2702572" y="254076"/>
                  </a:lnTo>
                  <a:lnTo>
                    <a:pt x="2701500" y="254512"/>
                  </a:lnTo>
                  <a:lnTo>
                    <a:pt x="2700428" y="254950"/>
                  </a:lnTo>
                  <a:lnTo>
                    <a:pt x="2699357" y="255387"/>
                  </a:lnTo>
                  <a:lnTo>
                    <a:pt x="2698285" y="255826"/>
                  </a:lnTo>
                  <a:lnTo>
                    <a:pt x="2697214" y="256265"/>
                  </a:lnTo>
                  <a:lnTo>
                    <a:pt x="2696142" y="256704"/>
                  </a:lnTo>
                  <a:lnTo>
                    <a:pt x="2695070" y="257144"/>
                  </a:lnTo>
                  <a:lnTo>
                    <a:pt x="2693999" y="257585"/>
                  </a:lnTo>
                  <a:lnTo>
                    <a:pt x="2692927" y="258026"/>
                  </a:lnTo>
                  <a:lnTo>
                    <a:pt x="2691856" y="258468"/>
                  </a:lnTo>
                  <a:lnTo>
                    <a:pt x="2690784" y="258911"/>
                  </a:lnTo>
                  <a:lnTo>
                    <a:pt x="2689712" y="259354"/>
                  </a:lnTo>
                  <a:lnTo>
                    <a:pt x="2688641" y="259798"/>
                  </a:lnTo>
                  <a:lnTo>
                    <a:pt x="2687569" y="260243"/>
                  </a:lnTo>
                  <a:lnTo>
                    <a:pt x="2686498" y="260688"/>
                  </a:lnTo>
                  <a:lnTo>
                    <a:pt x="2685426" y="261133"/>
                  </a:lnTo>
                  <a:lnTo>
                    <a:pt x="2684354" y="261580"/>
                  </a:lnTo>
                  <a:lnTo>
                    <a:pt x="2683283" y="262026"/>
                  </a:lnTo>
                  <a:lnTo>
                    <a:pt x="2682211" y="262474"/>
                  </a:lnTo>
                  <a:lnTo>
                    <a:pt x="2681140" y="262922"/>
                  </a:lnTo>
                  <a:lnTo>
                    <a:pt x="2680068" y="263371"/>
                  </a:lnTo>
                  <a:lnTo>
                    <a:pt x="2678996" y="263820"/>
                  </a:lnTo>
                  <a:lnTo>
                    <a:pt x="2677925" y="264270"/>
                  </a:lnTo>
                  <a:lnTo>
                    <a:pt x="2676853" y="264721"/>
                  </a:lnTo>
                  <a:lnTo>
                    <a:pt x="2675782" y="265172"/>
                  </a:lnTo>
                  <a:lnTo>
                    <a:pt x="2674710" y="265624"/>
                  </a:lnTo>
                  <a:lnTo>
                    <a:pt x="2673638" y="266076"/>
                  </a:lnTo>
                  <a:lnTo>
                    <a:pt x="2672567" y="266529"/>
                  </a:lnTo>
                  <a:lnTo>
                    <a:pt x="2671495" y="266983"/>
                  </a:lnTo>
                  <a:lnTo>
                    <a:pt x="2670424" y="267437"/>
                  </a:lnTo>
                  <a:lnTo>
                    <a:pt x="2669352" y="267892"/>
                  </a:lnTo>
                  <a:lnTo>
                    <a:pt x="2668280" y="268348"/>
                  </a:lnTo>
                  <a:lnTo>
                    <a:pt x="2667209" y="268804"/>
                  </a:lnTo>
                  <a:lnTo>
                    <a:pt x="2666137" y="269261"/>
                  </a:lnTo>
                  <a:lnTo>
                    <a:pt x="2665066" y="269718"/>
                  </a:lnTo>
                  <a:lnTo>
                    <a:pt x="2663994" y="270176"/>
                  </a:lnTo>
                  <a:lnTo>
                    <a:pt x="2662922" y="270635"/>
                  </a:lnTo>
                  <a:lnTo>
                    <a:pt x="2661851" y="271094"/>
                  </a:lnTo>
                  <a:lnTo>
                    <a:pt x="2660779" y="271554"/>
                  </a:lnTo>
                  <a:lnTo>
                    <a:pt x="2659708" y="272014"/>
                  </a:lnTo>
                  <a:lnTo>
                    <a:pt x="2658636" y="272475"/>
                  </a:lnTo>
                  <a:lnTo>
                    <a:pt x="2657565" y="272937"/>
                  </a:lnTo>
                  <a:lnTo>
                    <a:pt x="2656493" y="273399"/>
                  </a:lnTo>
                  <a:lnTo>
                    <a:pt x="2655421" y="273862"/>
                  </a:lnTo>
                  <a:lnTo>
                    <a:pt x="2654350" y="274326"/>
                  </a:lnTo>
                  <a:lnTo>
                    <a:pt x="2653278" y="274790"/>
                  </a:lnTo>
                  <a:lnTo>
                    <a:pt x="2652207" y="275255"/>
                  </a:lnTo>
                  <a:lnTo>
                    <a:pt x="2651135" y="275720"/>
                  </a:lnTo>
                  <a:lnTo>
                    <a:pt x="2650063" y="276187"/>
                  </a:lnTo>
                  <a:lnTo>
                    <a:pt x="2648992" y="276653"/>
                  </a:lnTo>
                  <a:lnTo>
                    <a:pt x="2647920" y="277121"/>
                  </a:lnTo>
                  <a:lnTo>
                    <a:pt x="2646849" y="277588"/>
                  </a:lnTo>
                  <a:lnTo>
                    <a:pt x="2645777" y="278057"/>
                  </a:lnTo>
                  <a:lnTo>
                    <a:pt x="2644705" y="278526"/>
                  </a:lnTo>
                  <a:lnTo>
                    <a:pt x="2643634" y="278996"/>
                  </a:lnTo>
                  <a:lnTo>
                    <a:pt x="2642562" y="279466"/>
                  </a:lnTo>
                  <a:lnTo>
                    <a:pt x="2641491" y="279938"/>
                  </a:lnTo>
                  <a:lnTo>
                    <a:pt x="2640419" y="280409"/>
                  </a:lnTo>
                  <a:lnTo>
                    <a:pt x="2639347" y="280882"/>
                  </a:lnTo>
                  <a:lnTo>
                    <a:pt x="2638276" y="281354"/>
                  </a:lnTo>
                  <a:lnTo>
                    <a:pt x="2637204" y="281828"/>
                  </a:lnTo>
                  <a:lnTo>
                    <a:pt x="2636133" y="282302"/>
                  </a:lnTo>
                  <a:lnTo>
                    <a:pt x="2635061" y="282777"/>
                  </a:lnTo>
                  <a:lnTo>
                    <a:pt x="2633989" y="283252"/>
                  </a:lnTo>
                  <a:lnTo>
                    <a:pt x="2632918" y="283729"/>
                  </a:lnTo>
                  <a:lnTo>
                    <a:pt x="2631846" y="284205"/>
                  </a:lnTo>
                  <a:lnTo>
                    <a:pt x="2630775" y="284683"/>
                  </a:lnTo>
                  <a:lnTo>
                    <a:pt x="2629703" y="285160"/>
                  </a:lnTo>
                  <a:lnTo>
                    <a:pt x="2628631" y="285639"/>
                  </a:lnTo>
                  <a:lnTo>
                    <a:pt x="2627560" y="286118"/>
                  </a:lnTo>
                  <a:lnTo>
                    <a:pt x="2626488" y="286598"/>
                  </a:lnTo>
                  <a:lnTo>
                    <a:pt x="2625417" y="287079"/>
                  </a:lnTo>
                  <a:lnTo>
                    <a:pt x="2624345" y="287560"/>
                  </a:lnTo>
                  <a:lnTo>
                    <a:pt x="2623273" y="288041"/>
                  </a:lnTo>
                  <a:lnTo>
                    <a:pt x="2622202" y="288524"/>
                  </a:lnTo>
                  <a:lnTo>
                    <a:pt x="2621130" y="289007"/>
                  </a:lnTo>
                  <a:lnTo>
                    <a:pt x="2620059" y="289490"/>
                  </a:lnTo>
                  <a:lnTo>
                    <a:pt x="2618987" y="289974"/>
                  </a:lnTo>
                  <a:lnTo>
                    <a:pt x="2617915" y="290459"/>
                  </a:lnTo>
                  <a:lnTo>
                    <a:pt x="2616844" y="290945"/>
                  </a:lnTo>
                  <a:lnTo>
                    <a:pt x="2615772" y="291431"/>
                  </a:lnTo>
                  <a:lnTo>
                    <a:pt x="2614701" y="291918"/>
                  </a:lnTo>
                  <a:lnTo>
                    <a:pt x="2613629" y="292405"/>
                  </a:lnTo>
                  <a:lnTo>
                    <a:pt x="2612557" y="292893"/>
                  </a:lnTo>
                  <a:lnTo>
                    <a:pt x="2611486" y="293382"/>
                  </a:lnTo>
                  <a:lnTo>
                    <a:pt x="2610414" y="293871"/>
                  </a:lnTo>
                  <a:lnTo>
                    <a:pt x="2609343" y="294361"/>
                  </a:lnTo>
                  <a:lnTo>
                    <a:pt x="2608271" y="294851"/>
                  </a:lnTo>
                  <a:lnTo>
                    <a:pt x="2607199" y="295343"/>
                  </a:lnTo>
                  <a:lnTo>
                    <a:pt x="2606128" y="295834"/>
                  </a:lnTo>
                  <a:lnTo>
                    <a:pt x="2605056" y="296327"/>
                  </a:lnTo>
                  <a:lnTo>
                    <a:pt x="2603985" y="296820"/>
                  </a:lnTo>
                  <a:lnTo>
                    <a:pt x="2602913" y="297314"/>
                  </a:lnTo>
                  <a:lnTo>
                    <a:pt x="2601841" y="297808"/>
                  </a:lnTo>
                  <a:lnTo>
                    <a:pt x="2600770" y="298303"/>
                  </a:lnTo>
                  <a:lnTo>
                    <a:pt x="2599698" y="298798"/>
                  </a:lnTo>
                  <a:lnTo>
                    <a:pt x="2598627" y="299295"/>
                  </a:lnTo>
                  <a:lnTo>
                    <a:pt x="2597555" y="299792"/>
                  </a:lnTo>
                  <a:lnTo>
                    <a:pt x="2596483" y="300289"/>
                  </a:lnTo>
                  <a:lnTo>
                    <a:pt x="2595412" y="300787"/>
                  </a:lnTo>
                  <a:lnTo>
                    <a:pt x="2594340" y="301286"/>
                  </a:lnTo>
                  <a:lnTo>
                    <a:pt x="2593269" y="301785"/>
                  </a:lnTo>
                  <a:lnTo>
                    <a:pt x="2592197" y="302285"/>
                  </a:lnTo>
                  <a:lnTo>
                    <a:pt x="2591125" y="302786"/>
                  </a:lnTo>
                  <a:lnTo>
                    <a:pt x="2590054" y="303287"/>
                  </a:lnTo>
                  <a:lnTo>
                    <a:pt x="2588982" y="303789"/>
                  </a:lnTo>
                  <a:lnTo>
                    <a:pt x="2587911" y="304292"/>
                  </a:lnTo>
                  <a:lnTo>
                    <a:pt x="2586839" y="304795"/>
                  </a:lnTo>
                  <a:lnTo>
                    <a:pt x="2585767" y="305299"/>
                  </a:lnTo>
                  <a:lnTo>
                    <a:pt x="2584696" y="305803"/>
                  </a:lnTo>
                  <a:lnTo>
                    <a:pt x="2583624" y="306308"/>
                  </a:lnTo>
                  <a:lnTo>
                    <a:pt x="2582553" y="306814"/>
                  </a:lnTo>
                  <a:lnTo>
                    <a:pt x="2581481" y="307321"/>
                  </a:lnTo>
                  <a:lnTo>
                    <a:pt x="2580409" y="307828"/>
                  </a:lnTo>
                  <a:lnTo>
                    <a:pt x="2579338" y="308335"/>
                  </a:lnTo>
                  <a:lnTo>
                    <a:pt x="2578266" y="308844"/>
                  </a:lnTo>
                  <a:lnTo>
                    <a:pt x="2577195" y="309353"/>
                  </a:lnTo>
                  <a:lnTo>
                    <a:pt x="2576123" y="309862"/>
                  </a:lnTo>
                  <a:lnTo>
                    <a:pt x="2575051" y="310372"/>
                  </a:lnTo>
                  <a:lnTo>
                    <a:pt x="2573980" y="310883"/>
                  </a:lnTo>
                  <a:lnTo>
                    <a:pt x="2572908" y="311395"/>
                  </a:lnTo>
                  <a:lnTo>
                    <a:pt x="2571837" y="311907"/>
                  </a:lnTo>
                  <a:lnTo>
                    <a:pt x="2570765" y="312420"/>
                  </a:lnTo>
                  <a:lnTo>
                    <a:pt x="2569693" y="312933"/>
                  </a:lnTo>
                  <a:lnTo>
                    <a:pt x="2568622" y="313447"/>
                  </a:lnTo>
                  <a:lnTo>
                    <a:pt x="2567550" y="313962"/>
                  </a:lnTo>
                  <a:lnTo>
                    <a:pt x="2566479" y="314477"/>
                  </a:lnTo>
                  <a:lnTo>
                    <a:pt x="2565407" y="314993"/>
                  </a:lnTo>
                  <a:lnTo>
                    <a:pt x="2564335" y="315510"/>
                  </a:lnTo>
                  <a:lnTo>
                    <a:pt x="2563264" y="316027"/>
                  </a:lnTo>
                  <a:lnTo>
                    <a:pt x="2562192" y="316545"/>
                  </a:lnTo>
                  <a:lnTo>
                    <a:pt x="2561121" y="317063"/>
                  </a:lnTo>
                  <a:lnTo>
                    <a:pt x="2560049" y="317582"/>
                  </a:lnTo>
                  <a:lnTo>
                    <a:pt x="2558977" y="318102"/>
                  </a:lnTo>
                  <a:lnTo>
                    <a:pt x="2557906" y="318623"/>
                  </a:lnTo>
                  <a:lnTo>
                    <a:pt x="2556834" y="319144"/>
                  </a:lnTo>
                  <a:lnTo>
                    <a:pt x="2555763" y="319666"/>
                  </a:lnTo>
                  <a:lnTo>
                    <a:pt x="2554691" y="320188"/>
                  </a:lnTo>
                  <a:lnTo>
                    <a:pt x="2553619" y="320711"/>
                  </a:lnTo>
                  <a:lnTo>
                    <a:pt x="2552548" y="321235"/>
                  </a:lnTo>
                  <a:lnTo>
                    <a:pt x="2551476" y="321759"/>
                  </a:lnTo>
                  <a:lnTo>
                    <a:pt x="2550405" y="322284"/>
                  </a:lnTo>
                  <a:lnTo>
                    <a:pt x="2549333" y="322809"/>
                  </a:lnTo>
                  <a:lnTo>
                    <a:pt x="2548261" y="323336"/>
                  </a:lnTo>
                  <a:lnTo>
                    <a:pt x="2547190" y="323863"/>
                  </a:lnTo>
                  <a:lnTo>
                    <a:pt x="2546118" y="324390"/>
                  </a:lnTo>
                  <a:lnTo>
                    <a:pt x="2545047" y="324918"/>
                  </a:lnTo>
                  <a:lnTo>
                    <a:pt x="2543975" y="325447"/>
                  </a:lnTo>
                  <a:lnTo>
                    <a:pt x="2542903" y="325976"/>
                  </a:lnTo>
                  <a:lnTo>
                    <a:pt x="2541832" y="326507"/>
                  </a:lnTo>
                  <a:lnTo>
                    <a:pt x="2540760" y="327037"/>
                  </a:lnTo>
                  <a:lnTo>
                    <a:pt x="2539689" y="327569"/>
                  </a:lnTo>
                  <a:lnTo>
                    <a:pt x="2538617" y="328101"/>
                  </a:lnTo>
                  <a:lnTo>
                    <a:pt x="2537545" y="328633"/>
                  </a:lnTo>
                  <a:lnTo>
                    <a:pt x="2536474" y="329167"/>
                  </a:lnTo>
                  <a:lnTo>
                    <a:pt x="2535402" y="329701"/>
                  </a:lnTo>
                  <a:lnTo>
                    <a:pt x="2534331" y="330235"/>
                  </a:lnTo>
                  <a:lnTo>
                    <a:pt x="2533259" y="330770"/>
                  </a:lnTo>
                  <a:lnTo>
                    <a:pt x="2532187" y="331306"/>
                  </a:lnTo>
                  <a:lnTo>
                    <a:pt x="2531116" y="331843"/>
                  </a:lnTo>
                  <a:lnTo>
                    <a:pt x="2530044" y="332380"/>
                  </a:lnTo>
                  <a:lnTo>
                    <a:pt x="2528973" y="332918"/>
                  </a:lnTo>
                  <a:lnTo>
                    <a:pt x="2527901" y="333456"/>
                  </a:lnTo>
                  <a:lnTo>
                    <a:pt x="2526829" y="333995"/>
                  </a:lnTo>
                  <a:lnTo>
                    <a:pt x="2525758" y="334535"/>
                  </a:lnTo>
                  <a:lnTo>
                    <a:pt x="2524686" y="335076"/>
                  </a:lnTo>
                  <a:lnTo>
                    <a:pt x="2523615" y="335617"/>
                  </a:lnTo>
                  <a:lnTo>
                    <a:pt x="2522543" y="336158"/>
                  </a:lnTo>
                  <a:lnTo>
                    <a:pt x="2521471" y="336701"/>
                  </a:lnTo>
                  <a:lnTo>
                    <a:pt x="2520400" y="337244"/>
                  </a:lnTo>
                  <a:lnTo>
                    <a:pt x="2519328" y="337787"/>
                  </a:lnTo>
                  <a:lnTo>
                    <a:pt x="2518257" y="338332"/>
                  </a:lnTo>
                  <a:lnTo>
                    <a:pt x="2517185" y="338877"/>
                  </a:lnTo>
                  <a:lnTo>
                    <a:pt x="2516113" y="339422"/>
                  </a:lnTo>
                  <a:lnTo>
                    <a:pt x="2515042" y="339968"/>
                  </a:lnTo>
                  <a:lnTo>
                    <a:pt x="2513970" y="340515"/>
                  </a:lnTo>
                  <a:lnTo>
                    <a:pt x="2512899" y="341063"/>
                  </a:lnTo>
                  <a:lnTo>
                    <a:pt x="2511827" y="341611"/>
                  </a:lnTo>
                  <a:lnTo>
                    <a:pt x="2510755" y="342160"/>
                  </a:lnTo>
                  <a:lnTo>
                    <a:pt x="2509684" y="342709"/>
                  </a:lnTo>
                  <a:lnTo>
                    <a:pt x="2508612" y="343259"/>
                  </a:lnTo>
                  <a:lnTo>
                    <a:pt x="2507541" y="343810"/>
                  </a:lnTo>
                  <a:lnTo>
                    <a:pt x="2506469" y="344362"/>
                  </a:lnTo>
                  <a:lnTo>
                    <a:pt x="2505397" y="344914"/>
                  </a:lnTo>
                  <a:lnTo>
                    <a:pt x="2504326" y="345466"/>
                  </a:lnTo>
                  <a:lnTo>
                    <a:pt x="2503254" y="346020"/>
                  </a:lnTo>
                  <a:lnTo>
                    <a:pt x="2502183" y="346574"/>
                  </a:lnTo>
                  <a:lnTo>
                    <a:pt x="2501111" y="347128"/>
                  </a:lnTo>
                  <a:lnTo>
                    <a:pt x="2500039" y="347684"/>
                  </a:lnTo>
                  <a:lnTo>
                    <a:pt x="2498968" y="348240"/>
                  </a:lnTo>
                  <a:lnTo>
                    <a:pt x="2497896" y="348796"/>
                  </a:lnTo>
                  <a:lnTo>
                    <a:pt x="2496825" y="349354"/>
                  </a:lnTo>
                  <a:lnTo>
                    <a:pt x="2495753" y="349911"/>
                  </a:lnTo>
                  <a:lnTo>
                    <a:pt x="2494681" y="350470"/>
                  </a:lnTo>
                  <a:lnTo>
                    <a:pt x="2493610" y="351029"/>
                  </a:lnTo>
                  <a:lnTo>
                    <a:pt x="2492538" y="351589"/>
                  </a:lnTo>
                  <a:lnTo>
                    <a:pt x="2491467" y="352150"/>
                  </a:lnTo>
                  <a:lnTo>
                    <a:pt x="2490395" y="352711"/>
                  </a:lnTo>
                  <a:lnTo>
                    <a:pt x="2489323" y="353273"/>
                  </a:lnTo>
                  <a:lnTo>
                    <a:pt x="2488252" y="353835"/>
                  </a:lnTo>
                  <a:lnTo>
                    <a:pt x="2487180" y="354398"/>
                  </a:lnTo>
                  <a:lnTo>
                    <a:pt x="2486109" y="354962"/>
                  </a:lnTo>
                  <a:lnTo>
                    <a:pt x="2485037" y="355526"/>
                  </a:lnTo>
                  <a:lnTo>
                    <a:pt x="2483966" y="356092"/>
                  </a:lnTo>
                  <a:lnTo>
                    <a:pt x="2482894" y="356657"/>
                  </a:lnTo>
                  <a:lnTo>
                    <a:pt x="2481822" y="357224"/>
                  </a:lnTo>
                  <a:lnTo>
                    <a:pt x="2480751" y="357791"/>
                  </a:lnTo>
                  <a:lnTo>
                    <a:pt x="2479679" y="358358"/>
                  </a:lnTo>
                  <a:lnTo>
                    <a:pt x="2478608" y="358927"/>
                  </a:lnTo>
                  <a:lnTo>
                    <a:pt x="2477536" y="359496"/>
                  </a:lnTo>
                  <a:lnTo>
                    <a:pt x="2476464" y="360065"/>
                  </a:lnTo>
                  <a:lnTo>
                    <a:pt x="2475393" y="360636"/>
                  </a:lnTo>
                  <a:lnTo>
                    <a:pt x="2474321" y="361207"/>
                  </a:lnTo>
                  <a:lnTo>
                    <a:pt x="2473250" y="361778"/>
                  </a:lnTo>
                  <a:lnTo>
                    <a:pt x="2472178" y="362350"/>
                  </a:lnTo>
                  <a:lnTo>
                    <a:pt x="2471106" y="362923"/>
                  </a:lnTo>
                  <a:lnTo>
                    <a:pt x="2470035" y="363497"/>
                  </a:lnTo>
                  <a:lnTo>
                    <a:pt x="2468963" y="364071"/>
                  </a:lnTo>
                  <a:lnTo>
                    <a:pt x="2467892" y="364646"/>
                  </a:lnTo>
                  <a:lnTo>
                    <a:pt x="2466820" y="365222"/>
                  </a:lnTo>
                  <a:lnTo>
                    <a:pt x="2465748" y="365798"/>
                  </a:lnTo>
                  <a:lnTo>
                    <a:pt x="2464677" y="366375"/>
                  </a:lnTo>
                  <a:lnTo>
                    <a:pt x="2463605" y="366952"/>
                  </a:lnTo>
                  <a:lnTo>
                    <a:pt x="2462534" y="367530"/>
                  </a:lnTo>
                  <a:lnTo>
                    <a:pt x="2461462" y="368109"/>
                  </a:lnTo>
                  <a:lnTo>
                    <a:pt x="2460390" y="368688"/>
                  </a:lnTo>
                  <a:lnTo>
                    <a:pt x="2459319" y="369269"/>
                  </a:lnTo>
                  <a:lnTo>
                    <a:pt x="2458247" y="369849"/>
                  </a:lnTo>
                  <a:lnTo>
                    <a:pt x="2457176" y="370431"/>
                  </a:lnTo>
                  <a:lnTo>
                    <a:pt x="2456104" y="371013"/>
                  </a:lnTo>
                  <a:lnTo>
                    <a:pt x="2455032" y="371596"/>
                  </a:lnTo>
                  <a:lnTo>
                    <a:pt x="2453961" y="372179"/>
                  </a:lnTo>
                  <a:lnTo>
                    <a:pt x="2452889" y="372763"/>
                  </a:lnTo>
                  <a:lnTo>
                    <a:pt x="2451818" y="373348"/>
                  </a:lnTo>
                  <a:lnTo>
                    <a:pt x="2450746" y="373933"/>
                  </a:lnTo>
                  <a:lnTo>
                    <a:pt x="2449674" y="374519"/>
                  </a:lnTo>
                  <a:lnTo>
                    <a:pt x="2448603" y="375106"/>
                  </a:lnTo>
                  <a:lnTo>
                    <a:pt x="2447531" y="375693"/>
                  </a:lnTo>
                  <a:lnTo>
                    <a:pt x="2446460" y="376281"/>
                  </a:lnTo>
                  <a:lnTo>
                    <a:pt x="2445388" y="376870"/>
                  </a:lnTo>
                  <a:lnTo>
                    <a:pt x="2444316" y="377459"/>
                  </a:lnTo>
                  <a:lnTo>
                    <a:pt x="2443245" y="378049"/>
                  </a:lnTo>
                  <a:lnTo>
                    <a:pt x="2442173" y="378639"/>
                  </a:lnTo>
                  <a:lnTo>
                    <a:pt x="2441102" y="379231"/>
                  </a:lnTo>
                  <a:lnTo>
                    <a:pt x="2440030" y="379823"/>
                  </a:lnTo>
                  <a:lnTo>
                    <a:pt x="2438958" y="380415"/>
                  </a:lnTo>
                  <a:lnTo>
                    <a:pt x="2437887" y="381008"/>
                  </a:lnTo>
                  <a:lnTo>
                    <a:pt x="2436815" y="381602"/>
                  </a:lnTo>
                  <a:lnTo>
                    <a:pt x="2435744" y="382197"/>
                  </a:lnTo>
                  <a:lnTo>
                    <a:pt x="2434672" y="382792"/>
                  </a:lnTo>
                  <a:lnTo>
                    <a:pt x="2433600" y="383388"/>
                  </a:lnTo>
                  <a:lnTo>
                    <a:pt x="2432529" y="383984"/>
                  </a:lnTo>
                  <a:lnTo>
                    <a:pt x="2431457" y="384582"/>
                  </a:lnTo>
                  <a:lnTo>
                    <a:pt x="2430386" y="385179"/>
                  </a:lnTo>
                  <a:lnTo>
                    <a:pt x="2429314" y="385778"/>
                  </a:lnTo>
                  <a:lnTo>
                    <a:pt x="2428242" y="386377"/>
                  </a:lnTo>
                  <a:lnTo>
                    <a:pt x="2427171" y="386977"/>
                  </a:lnTo>
                  <a:lnTo>
                    <a:pt x="2426099" y="387577"/>
                  </a:lnTo>
                  <a:lnTo>
                    <a:pt x="2425028" y="388178"/>
                  </a:lnTo>
                  <a:lnTo>
                    <a:pt x="2423956" y="388780"/>
                  </a:lnTo>
                  <a:lnTo>
                    <a:pt x="2422884" y="389383"/>
                  </a:lnTo>
                  <a:lnTo>
                    <a:pt x="2421813" y="389986"/>
                  </a:lnTo>
                  <a:lnTo>
                    <a:pt x="2420741" y="390590"/>
                  </a:lnTo>
                  <a:lnTo>
                    <a:pt x="2419670" y="391194"/>
                  </a:lnTo>
                  <a:lnTo>
                    <a:pt x="2418598" y="391799"/>
                  </a:lnTo>
                  <a:lnTo>
                    <a:pt x="2417526" y="392405"/>
                  </a:lnTo>
                  <a:lnTo>
                    <a:pt x="2416455" y="393011"/>
                  </a:lnTo>
                  <a:lnTo>
                    <a:pt x="2415383" y="393618"/>
                  </a:lnTo>
                  <a:lnTo>
                    <a:pt x="2414312" y="394226"/>
                  </a:lnTo>
                  <a:lnTo>
                    <a:pt x="2413240" y="394834"/>
                  </a:lnTo>
                  <a:lnTo>
                    <a:pt x="2412168" y="395443"/>
                  </a:lnTo>
                  <a:lnTo>
                    <a:pt x="2411097" y="396053"/>
                  </a:lnTo>
                  <a:lnTo>
                    <a:pt x="2410025" y="396663"/>
                  </a:lnTo>
                  <a:lnTo>
                    <a:pt x="2408954" y="397274"/>
                  </a:lnTo>
                  <a:lnTo>
                    <a:pt x="2407882" y="397886"/>
                  </a:lnTo>
                  <a:lnTo>
                    <a:pt x="2406810" y="398498"/>
                  </a:lnTo>
                  <a:lnTo>
                    <a:pt x="2405739" y="399111"/>
                  </a:lnTo>
                  <a:lnTo>
                    <a:pt x="2404667" y="399725"/>
                  </a:lnTo>
                  <a:lnTo>
                    <a:pt x="2403596" y="400339"/>
                  </a:lnTo>
                  <a:lnTo>
                    <a:pt x="2402524" y="400954"/>
                  </a:lnTo>
                  <a:lnTo>
                    <a:pt x="2401452" y="401570"/>
                  </a:lnTo>
                  <a:lnTo>
                    <a:pt x="2400381" y="402186"/>
                  </a:lnTo>
                  <a:lnTo>
                    <a:pt x="2399309" y="402803"/>
                  </a:lnTo>
                  <a:lnTo>
                    <a:pt x="2398238" y="403421"/>
                  </a:lnTo>
                  <a:lnTo>
                    <a:pt x="2397166" y="404039"/>
                  </a:lnTo>
                  <a:lnTo>
                    <a:pt x="2396094" y="404658"/>
                  </a:lnTo>
                  <a:lnTo>
                    <a:pt x="2395023" y="405277"/>
                  </a:lnTo>
                  <a:lnTo>
                    <a:pt x="2393951" y="405898"/>
                  </a:lnTo>
                  <a:lnTo>
                    <a:pt x="2392880" y="406519"/>
                  </a:lnTo>
                  <a:lnTo>
                    <a:pt x="2391808" y="407140"/>
                  </a:lnTo>
                  <a:lnTo>
                    <a:pt x="2390736" y="407762"/>
                  </a:lnTo>
                  <a:lnTo>
                    <a:pt x="2389665" y="408385"/>
                  </a:lnTo>
                  <a:lnTo>
                    <a:pt x="2388593" y="409009"/>
                  </a:lnTo>
                  <a:lnTo>
                    <a:pt x="2387522" y="409633"/>
                  </a:lnTo>
                  <a:lnTo>
                    <a:pt x="2386450" y="410258"/>
                  </a:lnTo>
                  <a:lnTo>
                    <a:pt x="2385378" y="410883"/>
                  </a:lnTo>
                  <a:lnTo>
                    <a:pt x="2384307" y="411510"/>
                  </a:lnTo>
                  <a:lnTo>
                    <a:pt x="2383235" y="412137"/>
                  </a:lnTo>
                  <a:lnTo>
                    <a:pt x="2382164" y="412764"/>
                  </a:lnTo>
                  <a:lnTo>
                    <a:pt x="2381092" y="413392"/>
                  </a:lnTo>
                  <a:lnTo>
                    <a:pt x="2380020" y="414021"/>
                  </a:lnTo>
                  <a:lnTo>
                    <a:pt x="2378949" y="414651"/>
                  </a:lnTo>
                  <a:lnTo>
                    <a:pt x="2377877" y="415281"/>
                  </a:lnTo>
                  <a:lnTo>
                    <a:pt x="2376806" y="415912"/>
                  </a:lnTo>
                  <a:lnTo>
                    <a:pt x="2375734" y="416543"/>
                  </a:lnTo>
                  <a:lnTo>
                    <a:pt x="2374662" y="417175"/>
                  </a:lnTo>
                  <a:lnTo>
                    <a:pt x="2373591" y="417808"/>
                  </a:lnTo>
                  <a:lnTo>
                    <a:pt x="2372519" y="418442"/>
                  </a:lnTo>
                  <a:lnTo>
                    <a:pt x="2371448" y="419076"/>
                  </a:lnTo>
                  <a:lnTo>
                    <a:pt x="2370376" y="419710"/>
                  </a:lnTo>
                  <a:lnTo>
                    <a:pt x="2369304" y="420346"/>
                  </a:lnTo>
                  <a:lnTo>
                    <a:pt x="2368233" y="420982"/>
                  </a:lnTo>
                  <a:lnTo>
                    <a:pt x="2367161" y="421619"/>
                  </a:lnTo>
                  <a:lnTo>
                    <a:pt x="2366090" y="422256"/>
                  </a:lnTo>
                  <a:lnTo>
                    <a:pt x="2365018" y="422894"/>
                  </a:lnTo>
                  <a:lnTo>
                    <a:pt x="2363946" y="423533"/>
                  </a:lnTo>
                  <a:lnTo>
                    <a:pt x="2362875" y="424173"/>
                  </a:lnTo>
                  <a:lnTo>
                    <a:pt x="2361803" y="424813"/>
                  </a:lnTo>
                  <a:lnTo>
                    <a:pt x="2360732" y="425454"/>
                  </a:lnTo>
                  <a:lnTo>
                    <a:pt x="2359660" y="426095"/>
                  </a:lnTo>
                  <a:lnTo>
                    <a:pt x="2358588" y="426737"/>
                  </a:lnTo>
                  <a:lnTo>
                    <a:pt x="2357517" y="427380"/>
                  </a:lnTo>
                  <a:lnTo>
                    <a:pt x="2356445" y="428023"/>
                  </a:lnTo>
                  <a:lnTo>
                    <a:pt x="2355374" y="428667"/>
                  </a:lnTo>
                  <a:lnTo>
                    <a:pt x="2354302" y="429312"/>
                  </a:lnTo>
                  <a:lnTo>
                    <a:pt x="2353230" y="429957"/>
                  </a:lnTo>
                  <a:lnTo>
                    <a:pt x="2352159" y="430604"/>
                  </a:lnTo>
                  <a:lnTo>
                    <a:pt x="2351087" y="431250"/>
                  </a:lnTo>
                  <a:lnTo>
                    <a:pt x="2350016" y="431898"/>
                  </a:lnTo>
                  <a:lnTo>
                    <a:pt x="2348944" y="432546"/>
                  </a:lnTo>
                  <a:lnTo>
                    <a:pt x="2347872" y="433194"/>
                  </a:lnTo>
                  <a:lnTo>
                    <a:pt x="2346801" y="433844"/>
                  </a:lnTo>
                  <a:lnTo>
                    <a:pt x="2345729" y="434494"/>
                  </a:lnTo>
                  <a:lnTo>
                    <a:pt x="2344658" y="435145"/>
                  </a:lnTo>
                  <a:lnTo>
                    <a:pt x="2343586" y="435796"/>
                  </a:lnTo>
                  <a:lnTo>
                    <a:pt x="2342514" y="436448"/>
                  </a:lnTo>
                  <a:lnTo>
                    <a:pt x="2341443" y="437101"/>
                  </a:lnTo>
                  <a:lnTo>
                    <a:pt x="2340371" y="437754"/>
                  </a:lnTo>
                  <a:lnTo>
                    <a:pt x="2339300" y="438408"/>
                  </a:lnTo>
                  <a:lnTo>
                    <a:pt x="2338228" y="439063"/>
                  </a:lnTo>
                  <a:lnTo>
                    <a:pt x="2337156" y="439718"/>
                  </a:lnTo>
                  <a:lnTo>
                    <a:pt x="2336085" y="440374"/>
                  </a:lnTo>
                  <a:lnTo>
                    <a:pt x="2335013" y="441031"/>
                  </a:lnTo>
                  <a:lnTo>
                    <a:pt x="2333942" y="441688"/>
                  </a:lnTo>
                  <a:lnTo>
                    <a:pt x="2332870" y="442346"/>
                  </a:lnTo>
                  <a:lnTo>
                    <a:pt x="2331798" y="443005"/>
                  </a:lnTo>
                  <a:lnTo>
                    <a:pt x="2330727" y="443664"/>
                  </a:lnTo>
                  <a:lnTo>
                    <a:pt x="2329655" y="444324"/>
                  </a:lnTo>
                  <a:lnTo>
                    <a:pt x="2328584" y="444985"/>
                  </a:lnTo>
                  <a:lnTo>
                    <a:pt x="2327512" y="445646"/>
                  </a:lnTo>
                  <a:lnTo>
                    <a:pt x="2326440" y="446308"/>
                  </a:lnTo>
                  <a:lnTo>
                    <a:pt x="2325369" y="446971"/>
                  </a:lnTo>
                  <a:lnTo>
                    <a:pt x="2324297" y="447635"/>
                  </a:lnTo>
                  <a:lnTo>
                    <a:pt x="2323226" y="448299"/>
                  </a:lnTo>
                  <a:lnTo>
                    <a:pt x="2322154" y="448963"/>
                  </a:lnTo>
                  <a:lnTo>
                    <a:pt x="2321082" y="449629"/>
                  </a:lnTo>
                  <a:lnTo>
                    <a:pt x="2320011" y="450295"/>
                  </a:lnTo>
                  <a:lnTo>
                    <a:pt x="2318939" y="450961"/>
                  </a:lnTo>
                  <a:lnTo>
                    <a:pt x="2317868" y="451629"/>
                  </a:lnTo>
                  <a:lnTo>
                    <a:pt x="2316796" y="452297"/>
                  </a:lnTo>
                  <a:lnTo>
                    <a:pt x="2315724" y="452965"/>
                  </a:lnTo>
                  <a:lnTo>
                    <a:pt x="2314653" y="453635"/>
                  </a:lnTo>
                  <a:lnTo>
                    <a:pt x="2313581" y="454305"/>
                  </a:lnTo>
                  <a:lnTo>
                    <a:pt x="2312510" y="454975"/>
                  </a:lnTo>
                  <a:lnTo>
                    <a:pt x="2311438" y="455647"/>
                  </a:lnTo>
                  <a:lnTo>
                    <a:pt x="2310366" y="456319"/>
                  </a:lnTo>
                  <a:lnTo>
                    <a:pt x="2309295" y="456991"/>
                  </a:lnTo>
                  <a:lnTo>
                    <a:pt x="2308223" y="457665"/>
                  </a:lnTo>
                  <a:lnTo>
                    <a:pt x="2307152" y="458339"/>
                  </a:lnTo>
                  <a:lnTo>
                    <a:pt x="2306080" y="459013"/>
                  </a:lnTo>
                  <a:lnTo>
                    <a:pt x="2305009" y="459688"/>
                  </a:lnTo>
                  <a:lnTo>
                    <a:pt x="2303937" y="460364"/>
                  </a:lnTo>
                  <a:lnTo>
                    <a:pt x="2302865" y="461041"/>
                  </a:lnTo>
                  <a:lnTo>
                    <a:pt x="2301794" y="461718"/>
                  </a:lnTo>
                  <a:lnTo>
                    <a:pt x="2300722" y="462396"/>
                  </a:lnTo>
                  <a:lnTo>
                    <a:pt x="2299651" y="463075"/>
                  </a:lnTo>
                  <a:lnTo>
                    <a:pt x="2298579" y="463754"/>
                  </a:lnTo>
                  <a:lnTo>
                    <a:pt x="2297507" y="464434"/>
                  </a:lnTo>
                  <a:lnTo>
                    <a:pt x="2296436" y="465115"/>
                  </a:lnTo>
                  <a:lnTo>
                    <a:pt x="2295364" y="465796"/>
                  </a:lnTo>
                  <a:lnTo>
                    <a:pt x="2294293" y="466478"/>
                  </a:lnTo>
                  <a:lnTo>
                    <a:pt x="2293221" y="467161"/>
                  </a:lnTo>
                  <a:lnTo>
                    <a:pt x="2292149" y="467844"/>
                  </a:lnTo>
                  <a:lnTo>
                    <a:pt x="2291078" y="468528"/>
                  </a:lnTo>
                  <a:lnTo>
                    <a:pt x="2290006" y="469213"/>
                  </a:lnTo>
                  <a:lnTo>
                    <a:pt x="2288935" y="469898"/>
                  </a:lnTo>
                  <a:lnTo>
                    <a:pt x="2287863" y="470584"/>
                  </a:lnTo>
                  <a:lnTo>
                    <a:pt x="2286791" y="471271"/>
                  </a:lnTo>
                  <a:lnTo>
                    <a:pt x="2285720" y="471958"/>
                  </a:lnTo>
                  <a:lnTo>
                    <a:pt x="2284648" y="472646"/>
                  </a:lnTo>
                  <a:lnTo>
                    <a:pt x="2283577" y="473335"/>
                  </a:lnTo>
                  <a:lnTo>
                    <a:pt x="2282505" y="474024"/>
                  </a:lnTo>
                  <a:lnTo>
                    <a:pt x="2281433" y="474714"/>
                  </a:lnTo>
                  <a:lnTo>
                    <a:pt x="2280362" y="475405"/>
                  </a:lnTo>
                  <a:lnTo>
                    <a:pt x="2279290" y="476096"/>
                  </a:lnTo>
                  <a:lnTo>
                    <a:pt x="2278219" y="476788"/>
                  </a:lnTo>
                  <a:lnTo>
                    <a:pt x="2277147" y="477481"/>
                  </a:lnTo>
                  <a:lnTo>
                    <a:pt x="2276075" y="478174"/>
                  </a:lnTo>
                  <a:lnTo>
                    <a:pt x="2275004" y="478868"/>
                  </a:lnTo>
                  <a:lnTo>
                    <a:pt x="2273932" y="479563"/>
                  </a:lnTo>
                  <a:lnTo>
                    <a:pt x="2272861" y="480258"/>
                  </a:lnTo>
                  <a:lnTo>
                    <a:pt x="2271789" y="480954"/>
                  </a:lnTo>
                  <a:lnTo>
                    <a:pt x="2270717" y="481651"/>
                  </a:lnTo>
                  <a:lnTo>
                    <a:pt x="2269646" y="482348"/>
                  </a:lnTo>
                  <a:lnTo>
                    <a:pt x="2268574" y="483046"/>
                  </a:lnTo>
                  <a:lnTo>
                    <a:pt x="2267503" y="483745"/>
                  </a:lnTo>
                  <a:lnTo>
                    <a:pt x="2266431" y="484444"/>
                  </a:lnTo>
                  <a:lnTo>
                    <a:pt x="2265359" y="485144"/>
                  </a:lnTo>
                  <a:lnTo>
                    <a:pt x="2264288" y="485845"/>
                  </a:lnTo>
                  <a:lnTo>
                    <a:pt x="2263216" y="486546"/>
                  </a:lnTo>
                  <a:lnTo>
                    <a:pt x="2262145" y="487248"/>
                  </a:lnTo>
                  <a:lnTo>
                    <a:pt x="2261073" y="487951"/>
                  </a:lnTo>
                  <a:lnTo>
                    <a:pt x="2260001" y="488655"/>
                  </a:lnTo>
                  <a:lnTo>
                    <a:pt x="2258930" y="489359"/>
                  </a:lnTo>
                  <a:lnTo>
                    <a:pt x="2257858" y="490063"/>
                  </a:lnTo>
                  <a:lnTo>
                    <a:pt x="2256787" y="490769"/>
                  </a:lnTo>
                  <a:lnTo>
                    <a:pt x="2255715" y="491475"/>
                  </a:lnTo>
                  <a:lnTo>
                    <a:pt x="2254643" y="492181"/>
                  </a:lnTo>
                  <a:lnTo>
                    <a:pt x="2253572" y="492889"/>
                  </a:lnTo>
                  <a:lnTo>
                    <a:pt x="2252500" y="493597"/>
                  </a:lnTo>
                  <a:lnTo>
                    <a:pt x="2251429" y="494306"/>
                  </a:lnTo>
                  <a:lnTo>
                    <a:pt x="2250357" y="495015"/>
                  </a:lnTo>
                  <a:lnTo>
                    <a:pt x="2249285" y="495725"/>
                  </a:lnTo>
                  <a:lnTo>
                    <a:pt x="2248214" y="496436"/>
                  </a:lnTo>
                  <a:lnTo>
                    <a:pt x="2247142" y="497147"/>
                  </a:lnTo>
                  <a:lnTo>
                    <a:pt x="2246071" y="497859"/>
                  </a:lnTo>
                  <a:lnTo>
                    <a:pt x="2244999" y="498572"/>
                  </a:lnTo>
                  <a:lnTo>
                    <a:pt x="2243927" y="499285"/>
                  </a:lnTo>
                  <a:lnTo>
                    <a:pt x="2242856" y="499999"/>
                  </a:lnTo>
                  <a:lnTo>
                    <a:pt x="2241784" y="500714"/>
                  </a:lnTo>
                  <a:lnTo>
                    <a:pt x="2240713" y="501430"/>
                  </a:lnTo>
                  <a:lnTo>
                    <a:pt x="2239641" y="502146"/>
                  </a:lnTo>
                  <a:lnTo>
                    <a:pt x="2238569" y="502862"/>
                  </a:lnTo>
                  <a:lnTo>
                    <a:pt x="2237498" y="503580"/>
                  </a:lnTo>
                  <a:lnTo>
                    <a:pt x="2236426" y="504298"/>
                  </a:lnTo>
                  <a:lnTo>
                    <a:pt x="2235355" y="505017"/>
                  </a:lnTo>
                  <a:lnTo>
                    <a:pt x="2234283" y="505736"/>
                  </a:lnTo>
                  <a:lnTo>
                    <a:pt x="2233211" y="506456"/>
                  </a:lnTo>
                  <a:lnTo>
                    <a:pt x="2232140" y="507177"/>
                  </a:lnTo>
                  <a:lnTo>
                    <a:pt x="2231068" y="507899"/>
                  </a:lnTo>
                  <a:lnTo>
                    <a:pt x="2229997" y="508621"/>
                  </a:lnTo>
                  <a:lnTo>
                    <a:pt x="2228925" y="509344"/>
                  </a:lnTo>
                  <a:lnTo>
                    <a:pt x="2227853" y="510067"/>
                  </a:lnTo>
                  <a:lnTo>
                    <a:pt x="2226782" y="510791"/>
                  </a:lnTo>
                  <a:lnTo>
                    <a:pt x="2225710" y="511516"/>
                  </a:lnTo>
                  <a:lnTo>
                    <a:pt x="2224639" y="512242"/>
                  </a:lnTo>
                  <a:lnTo>
                    <a:pt x="2223567" y="512968"/>
                  </a:lnTo>
                  <a:lnTo>
                    <a:pt x="2222495" y="513695"/>
                  </a:lnTo>
                  <a:lnTo>
                    <a:pt x="2221424" y="514422"/>
                  </a:lnTo>
                  <a:lnTo>
                    <a:pt x="2220352" y="515151"/>
                  </a:lnTo>
                  <a:lnTo>
                    <a:pt x="2219281" y="515879"/>
                  </a:lnTo>
                  <a:lnTo>
                    <a:pt x="2218209" y="516609"/>
                  </a:lnTo>
                  <a:lnTo>
                    <a:pt x="2217137" y="517339"/>
                  </a:lnTo>
                  <a:lnTo>
                    <a:pt x="2216066" y="518070"/>
                  </a:lnTo>
                  <a:lnTo>
                    <a:pt x="2214994" y="518802"/>
                  </a:lnTo>
                  <a:lnTo>
                    <a:pt x="2213923" y="519534"/>
                  </a:lnTo>
                  <a:lnTo>
                    <a:pt x="2212851" y="520267"/>
                  </a:lnTo>
                  <a:lnTo>
                    <a:pt x="2211779" y="521001"/>
                  </a:lnTo>
                  <a:lnTo>
                    <a:pt x="2210708" y="521735"/>
                  </a:lnTo>
                  <a:lnTo>
                    <a:pt x="2209636" y="522470"/>
                  </a:lnTo>
                  <a:lnTo>
                    <a:pt x="2208565" y="523205"/>
                  </a:lnTo>
                  <a:lnTo>
                    <a:pt x="2207493" y="523942"/>
                  </a:lnTo>
                  <a:lnTo>
                    <a:pt x="2206421" y="524679"/>
                  </a:lnTo>
                  <a:lnTo>
                    <a:pt x="2205350" y="525416"/>
                  </a:lnTo>
                  <a:lnTo>
                    <a:pt x="2204278" y="526155"/>
                  </a:lnTo>
                  <a:lnTo>
                    <a:pt x="2203207" y="526894"/>
                  </a:lnTo>
                  <a:lnTo>
                    <a:pt x="2202135" y="527634"/>
                  </a:lnTo>
                  <a:lnTo>
                    <a:pt x="2201063" y="528374"/>
                  </a:lnTo>
                  <a:lnTo>
                    <a:pt x="2199992" y="529115"/>
                  </a:lnTo>
                  <a:lnTo>
                    <a:pt x="2198920" y="529857"/>
                  </a:lnTo>
                  <a:lnTo>
                    <a:pt x="2197849" y="530599"/>
                  </a:lnTo>
                  <a:lnTo>
                    <a:pt x="2196777" y="531342"/>
                  </a:lnTo>
                  <a:lnTo>
                    <a:pt x="2195705" y="532086"/>
                  </a:lnTo>
                  <a:lnTo>
                    <a:pt x="2194634" y="532831"/>
                  </a:lnTo>
                  <a:lnTo>
                    <a:pt x="2193562" y="533576"/>
                  </a:lnTo>
                  <a:lnTo>
                    <a:pt x="2192491" y="534321"/>
                  </a:lnTo>
                  <a:lnTo>
                    <a:pt x="2191419" y="535068"/>
                  </a:lnTo>
                  <a:lnTo>
                    <a:pt x="2190347" y="535815"/>
                  </a:lnTo>
                  <a:lnTo>
                    <a:pt x="2189276" y="536563"/>
                  </a:lnTo>
                  <a:lnTo>
                    <a:pt x="2188204" y="537312"/>
                  </a:lnTo>
                  <a:lnTo>
                    <a:pt x="2187133" y="538061"/>
                  </a:lnTo>
                  <a:lnTo>
                    <a:pt x="2186061" y="538811"/>
                  </a:lnTo>
                  <a:lnTo>
                    <a:pt x="2184989" y="539561"/>
                  </a:lnTo>
                  <a:lnTo>
                    <a:pt x="2183918" y="540313"/>
                  </a:lnTo>
                  <a:lnTo>
                    <a:pt x="2182846" y="541065"/>
                  </a:lnTo>
                  <a:lnTo>
                    <a:pt x="2181775" y="541817"/>
                  </a:lnTo>
                  <a:lnTo>
                    <a:pt x="2180703" y="542571"/>
                  </a:lnTo>
                  <a:lnTo>
                    <a:pt x="2179631" y="543325"/>
                  </a:lnTo>
                  <a:lnTo>
                    <a:pt x="2178560" y="544079"/>
                  </a:lnTo>
                  <a:lnTo>
                    <a:pt x="2177488" y="544835"/>
                  </a:lnTo>
                  <a:lnTo>
                    <a:pt x="2176417" y="545591"/>
                  </a:lnTo>
                  <a:lnTo>
                    <a:pt x="2175345" y="546348"/>
                  </a:lnTo>
                  <a:lnTo>
                    <a:pt x="2174273" y="547105"/>
                  </a:lnTo>
                  <a:lnTo>
                    <a:pt x="2173202" y="547863"/>
                  </a:lnTo>
                  <a:lnTo>
                    <a:pt x="2172130" y="548622"/>
                  </a:lnTo>
                  <a:lnTo>
                    <a:pt x="2171059" y="549382"/>
                  </a:lnTo>
                  <a:lnTo>
                    <a:pt x="2169987" y="550142"/>
                  </a:lnTo>
                  <a:lnTo>
                    <a:pt x="2168915" y="550903"/>
                  </a:lnTo>
                  <a:lnTo>
                    <a:pt x="2167844" y="551664"/>
                  </a:lnTo>
                  <a:lnTo>
                    <a:pt x="2166772" y="552427"/>
                  </a:lnTo>
                  <a:lnTo>
                    <a:pt x="2165701" y="553190"/>
                  </a:lnTo>
                  <a:lnTo>
                    <a:pt x="2164629" y="553954"/>
                  </a:lnTo>
                  <a:lnTo>
                    <a:pt x="2163557" y="554718"/>
                  </a:lnTo>
                  <a:lnTo>
                    <a:pt x="2162486" y="555483"/>
                  </a:lnTo>
                  <a:lnTo>
                    <a:pt x="2161414" y="556249"/>
                  </a:lnTo>
                  <a:lnTo>
                    <a:pt x="2160343" y="557015"/>
                  </a:lnTo>
                  <a:lnTo>
                    <a:pt x="2159271" y="557783"/>
                  </a:lnTo>
                  <a:lnTo>
                    <a:pt x="2158199" y="558551"/>
                  </a:lnTo>
                  <a:lnTo>
                    <a:pt x="2157128" y="559319"/>
                  </a:lnTo>
                  <a:lnTo>
                    <a:pt x="2156056" y="560089"/>
                  </a:lnTo>
                  <a:lnTo>
                    <a:pt x="2154985" y="560859"/>
                  </a:lnTo>
                  <a:lnTo>
                    <a:pt x="2153913" y="561629"/>
                  </a:lnTo>
                  <a:lnTo>
                    <a:pt x="2152841" y="562401"/>
                  </a:lnTo>
                  <a:lnTo>
                    <a:pt x="2151770" y="563173"/>
                  </a:lnTo>
                  <a:lnTo>
                    <a:pt x="2150698" y="563946"/>
                  </a:lnTo>
                  <a:lnTo>
                    <a:pt x="2149627" y="564719"/>
                  </a:lnTo>
                  <a:lnTo>
                    <a:pt x="2148555" y="565494"/>
                  </a:lnTo>
                  <a:lnTo>
                    <a:pt x="2147483" y="566269"/>
                  </a:lnTo>
                  <a:lnTo>
                    <a:pt x="2146412" y="567044"/>
                  </a:lnTo>
                  <a:lnTo>
                    <a:pt x="2145340" y="567821"/>
                  </a:lnTo>
                  <a:lnTo>
                    <a:pt x="2144269" y="568598"/>
                  </a:lnTo>
                  <a:lnTo>
                    <a:pt x="2143197" y="569376"/>
                  </a:lnTo>
                  <a:lnTo>
                    <a:pt x="2142125" y="570154"/>
                  </a:lnTo>
                  <a:lnTo>
                    <a:pt x="2141054" y="570933"/>
                  </a:lnTo>
                  <a:lnTo>
                    <a:pt x="2139982" y="571713"/>
                  </a:lnTo>
                  <a:lnTo>
                    <a:pt x="2138911" y="572494"/>
                  </a:lnTo>
                  <a:lnTo>
                    <a:pt x="2137839" y="573275"/>
                  </a:lnTo>
                  <a:lnTo>
                    <a:pt x="2136767" y="574057"/>
                  </a:lnTo>
                  <a:lnTo>
                    <a:pt x="2135696" y="574840"/>
                  </a:lnTo>
                  <a:lnTo>
                    <a:pt x="2134624" y="575624"/>
                  </a:lnTo>
                  <a:lnTo>
                    <a:pt x="2133553" y="576408"/>
                  </a:lnTo>
                  <a:lnTo>
                    <a:pt x="2132481" y="577193"/>
                  </a:lnTo>
                  <a:lnTo>
                    <a:pt x="2131409" y="577978"/>
                  </a:lnTo>
                  <a:lnTo>
                    <a:pt x="2130338" y="578765"/>
                  </a:lnTo>
                  <a:lnTo>
                    <a:pt x="2129266" y="579552"/>
                  </a:lnTo>
                  <a:lnTo>
                    <a:pt x="2128195" y="580340"/>
                  </a:lnTo>
                  <a:lnTo>
                    <a:pt x="2127123" y="581128"/>
                  </a:lnTo>
                  <a:lnTo>
                    <a:pt x="2126052" y="581918"/>
                  </a:lnTo>
                  <a:lnTo>
                    <a:pt x="2124980" y="582707"/>
                  </a:lnTo>
                  <a:lnTo>
                    <a:pt x="2123908" y="583498"/>
                  </a:lnTo>
                  <a:lnTo>
                    <a:pt x="2122837" y="584290"/>
                  </a:lnTo>
                  <a:lnTo>
                    <a:pt x="2121765" y="585082"/>
                  </a:lnTo>
                  <a:lnTo>
                    <a:pt x="2120694" y="585875"/>
                  </a:lnTo>
                  <a:lnTo>
                    <a:pt x="2119622" y="586668"/>
                  </a:lnTo>
                  <a:lnTo>
                    <a:pt x="2118550" y="587462"/>
                  </a:lnTo>
                  <a:lnTo>
                    <a:pt x="2117479" y="588257"/>
                  </a:lnTo>
                  <a:lnTo>
                    <a:pt x="2116407" y="589053"/>
                  </a:lnTo>
                  <a:lnTo>
                    <a:pt x="2115336" y="589850"/>
                  </a:lnTo>
                  <a:lnTo>
                    <a:pt x="2114264" y="590647"/>
                  </a:lnTo>
                  <a:lnTo>
                    <a:pt x="2113192" y="591445"/>
                  </a:lnTo>
                  <a:lnTo>
                    <a:pt x="2112121" y="592243"/>
                  </a:lnTo>
                  <a:lnTo>
                    <a:pt x="2111049" y="593043"/>
                  </a:lnTo>
                  <a:lnTo>
                    <a:pt x="2109978" y="593843"/>
                  </a:lnTo>
                  <a:lnTo>
                    <a:pt x="2108906" y="594644"/>
                  </a:lnTo>
                  <a:lnTo>
                    <a:pt x="2107834" y="595445"/>
                  </a:lnTo>
                  <a:lnTo>
                    <a:pt x="2106763" y="596247"/>
                  </a:lnTo>
                  <a:lnTo>
                    <a:pt x="2105691" y="597050"/>
                  </a:lnTo>
                  <a:lnTo>
                    <a:pt x="2104620" y="597854"/>
                  </a:lnTo>
                  <a:lnTo>
                    <a:pt x="2103548" y="598659"/>
                  </a:lnTo>
                  <a:lnTo>
                    <a:pt x="2102476" y="599464"/>
                  </a:lnTo>
                  <a:lnTo>
                    <a:pt x="2101405" y="600270"/>
                  </a:lnTo>
                  <a:lnTo>
                    <a:pt x="2100333" y="601076"/>
                  </a:lnTo>
                  <a:lnTo>
                    <a:pt x="2099262" y="601884"/>
                  </a:lnTo>
                  <a:lnTo>
                    <a:pt x="2098190" y="602692"/>
                  </a:lnTo>
                  <a:lnTo>
                    <a:pt x="2097118" y="603501"/>
                  </a:lnTo>
                  <a:lnTo>
                    <a:pt x="2096047" y="604310"/>
                  </a:lnTo>
                  <a:lnTo>
                    <a:pt x="2094975" y="605120"/>
                  </a:lnTo>
                  <a:lnTo>
                    <a:pt x="2093904" y="605931"/>
                  </a:lnTo>
                  <a:lnTo>
                    <a:pt x="2092832" y="606743"/>
                  </a:lnTo>
                  <a:lnTo>
                    <a:pt x="2091760" y="607556"/>
                  </a:lnTo>
                  <a:lnTo>
                    <a:pt x="2090689" y="608369"/>
                  </a:lnTo>
                  <a:lnTo>
                    <a:pt x="2089617" y="609183"/>
                  </a:lnTo>
                  <a:lnTo>
                    <a:pt x="2088546" y="609997"/>
                  </a:lnTo>
                  <a:lnTo>
                    <a:pt x="2087474" y="610813"/>
                  </a:lnTo>
                  <a:lnTo>
                    <a:pt x="2086402" y="611629"/>
                  </a:lnTo>
                  <a:lnTo>
                    <a:pt x="2085331" y="612446"/>
                  </a:lnTo>
                  <a:lnTo>
                    <a:pt x="2084259" y="613263"/>
                  </a:lnTo>
                  <a:lnTo>
                    <a:pt x="2083188" y="614082"/>
                  </a:lnTo>
                  <a:lnTo>
                    <a:pt x="2082116" y="614901"/>
                  </a:lnTo>
                  <a:lnTo>
                    <a:pt x="2081044" y="615721"/>
                  </a:lnTo>
                  <a:lnTo>
                    <a:pt x="2079973" y="616541"/>
                  </a:lnTo>
                  <a:lnTo>
                    <a:pt x="2078901" y="617362"/>
                  </a:lnTo>
                  <a:lnTo>
                    <a:pt x="2077830" y="618184"/>
                  </a:lnTo>
                  <a:lnTo>
                    <a:pt x="2076758" y="619007"/>
                  </a:lnTo>
                  <a:lnTo>
                    <a:pt x="2075686" y="619831"/>
                  </a:lnTo>
                  <a:lnTo>
                    <a:pt x="2074615" y="620655"/>
                  </a:lnTo>
                  <a:lnTo>
                    <a:pt x="2073543" y="621480"/>
                  </a:lnTo>
                  <a:lnTo>
                    <a:pt x="2072472" y="622306"/>
                  </a:lnTo>
                  <a:lnTo>
                    <a:pt x="2071400" y="623132"/>
                  </a:lnTo>
                  <a:lnTo>
                    <a:pt x="2070328" y="623959"/>
                  </a:lnTo>
                  <a:lnTo>
                    <a:pt x="2069257" y="624787"/>
                  </a:lnTo>
                  <a:lnTo>
                    <a:pt x="2068185" y="625616"/>
                  </a:lnTo>
                  <a:lnTo>
                    <a:pt x="2067114" y="626445"/>
                  </a:lnTo>
                  <a:lnTo>
                    <a:pt x="2066042" y="627275"/>
                  </a:lnTo>
                  <a:lnTo>
                    <a:pt x="2064970" y="628106"/>
                  </a:lnTo>
                  <a:lnTo>
                    <a:pt x="2063899" y="628937"/>
                  </a:lnTo>
                  <a:lnTo>
                    <a:pt x="2062827" y="629770"/>
                  </a:lnTo>
                  <a:lnTo>
                    <a:pt x="2061756" y="630603"/>
                  </a:lnTo>
                  <a:lnTo>
                    <a:pt x="2060684" y="631436"/>
                  </a:lnTo>
                  <a:lnTo>
                    <a:pt x="2059612" y="632271"/>
                  </a:lnTo>
                  <a:lnTo>
                    <a:pt x="2058541" y="633106"/>
                  </a:lnTo>
                  <a:lnTo>
                    <a:pt x="2057469" y="633942"/>
                  </a:lnTo>
                  <a:lnTo>
                    <a:pt x="2056398" y="634779"/>
                  </a:lnTo>
                  <a:lnTo>
                    <a:pt x="2055326" y="635616"/>
                  </a:lnTo>
                  <a:lnTo>
                    <a:pt x="2054254" y="636454"/>
                  </a:lnTo>
                  <a:lnTo>
                    <a:pt x="2053183" y="637293"/>
                  </a:lnTo>
                  <a:lnTo>
                    <a:pt x="2052111" y="638133"/>
                  </a:lnTo>
                  <a:lnTo>
                    <a:pt x="2051040" y="638973"/>
                  </a:lnTo>
                  <a:lnTo>
                    <a:pt x="2049968" y="639814"/>
                  </a:lnTo>
                  <a:lnTo>
                    <a:pt x="2048896" y="640656"/>
                  </a:lnTo>
                  <a:lnTo>
                    <a:pt x="2047825" y="641499"/>
                  </a:lnTo>
                  <a:lnTo>
                    <a:pt x="2046753" y="642342"/>
                  </a:lnTo>
                  <a:lnTo>
                    <a:pt x="2045682" y="643186"/>
                  </a:lnTo>
                  <a:lnTo>
                    <a:pt x="2044610" y="644031"/>
                  </a:lnTo>
                  <a:lnTo>
                    <a:pt x="2043538" y="644877"/>
                  </a:lnTo>
                  <a:lnTo>
                    <a:pt x="2042467" y="645723"/>
                  </a:lnTo>
                  <a:lnTo>
                    <a:pt x="2041395" y="646570"/>
                  </a:lnTo>
                  <a:lnTo>
                    <a:pt x="2040324" y="647417"/>
                  </a:lnTo>
                  <a:lnTo>
                    <a:pt x="2039252" y="648266"/>
                  </a:lnTo>
                  <a:lnTo>
                    <a:pt x="2038180" y="649115"/>
                  </a:lnTo>
                  <a:lnTo>
                    <a:pt x="2037109" y="649965"/>
                  </a:lnTo>
                  <a:lnTo>
                    <a:pt x="2036037" y="650816"/>
                  </a:lnTo>
                  <a:lnTo>
                    <a:pt x="2034966" y="651667"/>
                  </a:lnTo>
                  <a:lnTo>
                    <a:pt x="2033894" y="652519"/>
                  </a:lnTo>
                  <a:lnTo>
                    <a:pt x="2032822" y="653372"/>
                  </a:lnTo>
                  <a:lnTo>
                    <a:pt x="2031751" y="654226"/>
                  </a:lnTo>
                  <a:lnTo>
                    <a:pt x="2030679" y="655080"/>
                  </a:lnTo>
                  <a:lnTo>
                    <a:pt x="2029608" y="655935"/>
                  </a:lnTo>
                  <a:lnTo>
                    <a:pt x="2028536" y="656791"/>
                  </a:lnTo>
                  <a:lnTo>
                    <a:pt x="2027464" y="657647"/>
                  </a:lnTo>
                  <a:lnTo>
                    <a:pt x="2026393" y="658504"/>
                  </a:lnTo>
                  <a:lnTo>
                    <a:pt x="2025321" y="659362"/>
                  </a:lnTo>
                  <a:lnTo>
                    <a:pt x="2024250" y="660221"/>
                  </a:lnTo>
                  <a:lnTo>
                    <a:pt x="2023178" y="661080"/>
                  </a:lnTo>
                  <a:lnTo>
                    <a:pt x="2022106" y="661940"/>
                  </a:lnTo>
                  <a:lnTo>
                    <a:pt x="2021035" y="662801"/>
                  </a:lnTo>
                  <a:lnTo>
                    <a:pt x="2019963" y="663663"/>
                  </a:lnTo>
                  <a:lnTo>
                    <a:pt x="2018892" y="664525"/>
                  </a:lnTo>
                  <a:lnTo>
                    <a:pt x="2017820" y="665388"/>
                  </a:lnTo>
                  <a:lnTo>
                    <a:pt x="2016748" y="666252"/>
                  </a:lnTo>
                  <a:lnTo>
                    <a:pt x="2015677" y="667116"/>
                  </a:lnTo>
                  <a:lnTo>
                    <a:pt x="2014605" y="667982"/>
                  </a:lnTo>
                  <a:lnTo>
                    <a:pt x="2013534" y="668848"/>
                  </a:lnTo>
                  <a:lnTo>
                    <a:pt x="2012462" y="669714"/>
                  </a:lnTo>
                  <a:lnTo>
                    <a:pt x="2011390" y="670582"/>
                  </a:lnTo>
                  <a:lnTo>
                    <a:pt x="2010319" y="671450"/>
                  </a:lnTo>
                  <a:lnTo>
                    <a:pt x="2009247" y="672318"/>
                  </a:lnTo>
                  <a:lnTo>
                    <a:pt x="2008176" y="673188"/>
                  </a:lnTo>
                  <a:lnTo>
                    <a:pt x="2007104" y="674058"/>
                  </a:lnTo>
                  <a:lnTo>
                    <a:pt x="2006032" y="674929"/>
                  </a:lnTo>
                  <a:lnTo>
                    <a:pt x="2004961" y="675801"/>
                  </a:lnTo>
                  <a:lnTo>
                    <a:pt x="2003889" y="676673"/>
                  </a:lnTo>
                  <a:lnTo>
                    <a:pt x="2002818" y="677546"/>
                  </a:lnTo>
                  <a:lnTo>
                    <a:pt x="2001746" y="678420"/>
                  </a:lnTo>
                  <a:lnTo>
                    <a:pt x="2000674" y="679295"/>
                  </a:lnTo>
                  <a:lnTo>
                    <a:pt x="1999603" y="680170"/>
                  </a:lnTo>
                  <a:lnTo>
                    <a:pt x="1998531" y="681046"/>
                  </a:lnTo>
                  <a:lnTo>
                    <a:pt x="1997460" y="681923"/>
                  </a:lnTo>
                  <a:lnTo>
                    <a:pt x="1996388" y="682800"/>
                  </a:lnTo>
                  <a:lnTo>
                    <a:pt x="1995316" y="683678"/>
                  </a:lnTo>
                  <a:lnTo>
                    <a:pt x="1994245" y="684557"/>
                  </a:lnTo>
                  <a:lnTo>
                    <a:pt x="1993173" y="685437"/>
                  </a:lnTo>
                  <a:lnTo>
                    <a:pt x="1992102" y="686317"/>
                  </a:lnTo>
                  <a:lnTo>
                    <a:pt x="1991030" y="687198"/>
                  </a:lnTo>
                  <a:lnTo>
                    <a:pt x="1989958" y="688079"/>
                  </a:lnTo>
                  <a:lnTo>
                    <a:pt x="1988887" y="688962"/>
                  </a:lnTo>
                  <a:lnTo>
                    <a:pt x="1987815" y="689845"/>
                  </a:lnTo>
                  <a:lnTo>
                    <a:pt x="1986744" y="690729"/>
                  </a:lnTo>
                  <a:lnTo>
                    <a:pt x="1985672" y="691613"/>
                  </a:lnTo>
                  <a:lnTo>
                    <a:pt x="1984600" y="692498"/>
                  </a:lnTo>
                  <a:lnTo>
                    <a:pt x="1983529" y="693384"/>
                  </a:lnTo>
                  <a:lnTo>
                    <a:pt x="1982457" y="694271"/>
                  </a:lnTo>
                  <a:lnTo>
                    <a:pt x="1981386" y="695158"/>
                  </a:lnTo>
                  <a:lnTo>
                    <a:pt x="1980314" y="696046"/>
                  </a:lnTo>
                  <a:lnTo>
                    <a:pt x="1979242" y="696934"/>
                  </a:lnTo>
                  <a:lnTo>
                    <a:pt x="1978171" y="697824"/>
                  </a:lnTo>
                  <a:lnTo>
                    <a:pt x="1977099" y="698714"/>
                  </a:lnTo>
                  <a:lnTo>
                    <a:pt x="1976028" y="699605"/>
                  </a:lnTo>
                  <a:lnTo>
                    <a:pt x="1974956" y="700496"/>
                  </a:lnTo>
                  <a:lnTo>
                    <a:pt x="1973884" y="701388"/>
                  </a:lnTo>
                  <a:lnTo>
                    <a:pt x="1972813" y="702281"/>
                  </a:lnTo>
                  <a:lnTo>
                    <a:pt x="1971741" y="703174"/>
                  </a:lnTo>
                  <a:lnTo>
                    <a:pt x="1970670" y="704069"/>
                  </a:lnTo>
                  <a:lnTo>
                    <a:pt x="1969598" y="704963"/>
                  </a:lnTo>
                  <a:lnTo>
                    <a:pt x="1968526" y="705859"/>
                  </a:lnTo>
                  <a:lnTo>
                    <a:pt x="1967455" y="706755"/>
                  </a:lnTo>
                  <a:lnTo>
                    <a:pt x="1966383" y="707652"/>
                  </a:lnTo>
                  <a:lnTo>
                    <a:pt x="1965312" y="708550"/>
                  </a:lnTo>
                  <a:lnTo>
                    <a:pt x="1964240" y="709448"/>
                  </a:lnTo>
                  <a:lnTo>
                    <a:pt x="1963168" y="710347"/>
                  </a:lnTo>
                  <a:lnTo>
                    <a:pt x="1962097" y="711246"/>
                  </a:lnTo>
                  <a:lnTo>
                    <a:pt x="1961025" y="712147"/>
                  </a:lnTo>
                  <a:lnTo>
                    <a:pt x="1959954" y="713048"/>
                  </a:lnTo>
                  <a:lnTo>
                    <a:pt x="1958882" y="713949"/>
                  </a:lnTo>
                  <a:lnTo>
                    <a:pt x="1957810" y="714852"/>
                  </a:lnTo>
                  <a:lnTo>
                    <a:pt x="1956739" y="715754"/>
                  </a:lnTo>
                  <a:lnTo>
                    <a:pt x="1955667" y="716658"/>
                  </a:lnTo>
                  <a:lnTo>
                    <a:pt x="1954596" y="717562"/>
                  </a:lnTo>
                  <a:lnTo>
                    <a:pt x="1953524" y="718467"/>
                  </a:lnTo>
                  <a:lnTo>
                    <a:pt x="1952453" y="719373"/>
                  </a:lnTo>
                  <a:lnTo>
                    <a:pt x="1951381" y="720279"/>
                  </a:lnTo>
                  <a:lnTo>
                    <a:pt x="1950309" y="721186"/>
                  </a:lnTo>
                  <a:lnTo>
                    <a:pt x="1949238" y="722094"/>
                  </a:lnTo>
                  <a:lnTo>
                    <a:pt x="1948166" y="723002"/>
                  </a:lnTo>
                  <a:lnTo>
                    <a:pt x="1947095" y="723911"/>
                  </a:lnTo>
                  <a:lnTo>
                    <a:pt x="1946023" y="724820"/>
                  </a:lnTo>
                  <a:lnTo>
                    <a:pt x="1944951" y="725730"/>
                  </a:lnTo>
                  <a:lnTo>
                    <a:pt x="1943880" y="726641"/>
                  </a:lnTo>
                  <a:lnTo>
                    <a:pt x="1942808" y="727552"/>
                  </a:lnTo>
                  <a:lnTo>
                    <a:pt x="1941737" y="728465"/>
                  </a:lnTo>
                  <a:lnTo>
                    <a:pt x="1940665" y="729377"/>
                  </a:lnTo>
                  <a:lnTo>
                    <a:pt x="1939593" y="730291"/>
                  </a:lnTo>
                  <a:lnTo>
                    <a:pt x="1938522" y="731205"/>
                  </a:lnTo>
                  <a:lnTo>
                    <a:pt x="1937450" y="732119"/>
                  </a:lnTo>
                  <a:lnTo>
                    <a:pt x="1936379" y="733034"/>
                  </a:lnTo>
                  <a:lnTo>
                    <a:pt x="1935307" y="733950"/>
                  </a:lnTo>
                  <a:lnTo>
                    <a:pt x="1934235" y="734867"/>
                  </a:lnTo>
                  <a:lnTo>
                    <a:pt x="1933164" y="735784"/>
                  </a:lnTo>
                  <a:lnTo>
                    <a:pt x="1932092" y="736702"/>
                  </a:lnTo>
                  <a:lnTo>
                    <a:pt x="1931021" y="737620"/>
                  </a:lnTo>
                  <a:lnTo>
                    <a:pt x="1929949" y="738539"/>
                  </a:lnTo>
                  <a:lnTo>
                    <a:pt x="1928877" y="739459"/>
                  </a:lnTo>
                  <a:lnTo>
                    <a:pt x="1927806" y="740379"/>
                  </a:lnTo>
                  <a:lnTo>
                    <a:pt x="1926734" y="741300"/>
                  </a:lnTo>
                  <a:lnTo>
                    <a:pt x="1925663" y="742221"/>
                  </a:lnTo>
                  <a:lnTo>
                    <a:pt x="1924591" y="743143"/>
                  </a:lnTo>
                  <a:lnTo>
                    <a:pt x="1923519" y="744066"/>
                  </a:lnTo>
                  <a:lnTo>
                    <a:pt x="1922448" y="744989"/>
                  </a:lnTo>
                  <a:lnTo>
                    <a:pt x="1921376" y="745913"/>
                  </a:lnTo>
                  <a:lnTo>
                    <a:pt x="1920305" y="746837"/>
                  </a:lnTo>
                  <a:lnTo>
                    <a:pt x="1919233" y="747762"/>
                  </a:lnTo>
                  <a:lnTo>
                    <a:pt x="1918161" y="748688"/>
                  </a:lnTo>
                  <a:lnTo>
                    <a:pt x="1917090" y="749614"/>
                  </a:lnTo>
                  <a:lnTo>
                    <a:pt x="1916018" y="750541"/>
                  </a:lnTo>
                  <a:lnTo>
                    <a:pt x="1914947" y="751468"/>
                  </a:lnTo>
                  <a:lnTo>
                    <a:pt x="1913875" y="752396"/>
                  </a:lnTo>
                  <a:lnTo>
                    <a:pt x="1912803" y="753324"/>
                  </a:lnTo>
                  <a:lnTo>
                    <a:pt x="1911732" y="754253"/>
                  </a:lnTo>
                  <a:lnTo>
                    <a:pt x="1910660" y="755183"/>
                  </a:lnTo>
                  <a:lnTo>
                    <a:pt x="1909589" y="756113"/>
                  </a:lnTo>
                  <a:lnTo>
                    <a:pt x="1908517" y="757044"/>
                  </a:lnTo>
                  <a:lnTo>
                    <a:pt x="1907445" y="757975"/>
                  </a:lnTo>
                  <a:lnTo>
                    <a:pt x="1906374" y="758907"/>
                  </a:lnTo>
                  <a:lnTo>
                    <a:pt x="1905302" y="759839"/>
                  </a:lnTo>
                  <a:lnTo>
                    <a:pt x="1904231" y="760772"/>
                  </a:lnTo>
                  <a:lnTo>
                    <a:pt x="1903159" y="761706"/>
                  </a:lnTo>
                  <a:lnTo>
                    <a:pt x="1902087" y="762640"/>
                  </a:lnTo>
                  <a:lnTo>
                    <a:pt x="1901016" y="763575"/>
                  </a:lnTo>
                  <a:lnTo>
                    <a:pt x="1899944" y="764510"/>
                  </a:lnTo>
                  <a:lnTo>
                    <a:pt x="1898873" y="765445"/>
                  </a:lnTo>
                  <a:lnTo>
                    <a:pt x="1897801" y="766382"/>
                  </a:lnTo>
                  <a:lnTo>
                    <a:pt x="1896729" y="767318"/>
                  </a:lnTo>
                  <a:lnTo>
                    <a:pt x="1895658" y="768256"/>
                  </a:lnTo>
                  <a:lnTo>
                    <a:pt x="1894586" y="769193"/>
                  </a:lnTo>
                  <a:lnTo>
                    <a:pt x="1893515" y="770132"/>
                  </a:lnTo>
                  <a:lnTo>
                    <a:pt x="1892443" y="771070"/>
                  </a:lnTo>
                  <a:lnTo>
                    <a:pt x="1891371" y="772010"/>
                  </a:lnTo>
                  <a:lnTo>
                    <a:pt x="1890300" y="772949"/>
                  </a:lnTo>
                  <a:lnTo>
                    <a:pt x="1889228" y="773890"/>
                  </a:lnTo>
                  <a:lnTo>
                    <a:pt x="1888157" y="774831"/>
                  </a:lnTo>
                  <a:lnTo>
                    <a:pt x="1887085" y="775772"/>
                  </a:lnTo>
                  <a:lnTo>
                    <a:pt x="1886013" y="776714"/>
                  </a:lnTo>
                  <a:lnTo>
                    <a:pt x="1884942" y="777656"/>
                  </a:lnTo>
                  <a:lnTo>
                    <a:pt x="1883870" y="778599"/>
                  </a:lnTo>
                  <a:lnTo>
                    <a:pt x="1882799" y="779542"/>
                  </a:lnTo>
                  <a:lnTo>
                    <a:pt x="1881727" y="780486"/>
                  </a:lnTo>
                  <a:lnTo>
                    <a:pt x="1880655" y="781430"/>
                  </a:lnTo>
                  <a:lnTo>
                    <a:pt x="1879584" y="782374"/>
                  </a:lnTo>
                  <a:lnTo>
                    <a:pt x="1878512" y="783319"/>
                  </a:lnTo>
                  <a:lnTo>
                    <a:pt x="1877441" y="784265"/>
                  </a:lnTo>
                  <a:lnTo>
                    <a:pt x="1876369" y="785211"/>
                  </a:lnTo>
                  <a:lnTo>
                    <a:pt x="1875297" y="786157"/>
                  </a:lnTo>
                  <a:lnTo>
                    <a:pt x="1874226" y="787104"/>
                  </a:lnTo>
                  <a:lnTo>
                    <a:pt x="1873154" y="788052"/>
                  </a:lnTo>
                  <a:lnTo>
                    <a:pt x="1872083" y="789000"/>
                  </a:lnTo>
                  <a:lnTo>
                    <a:pt x="1871011" y="789948"/>
                  </a:lnTo>
                  <a:lnTo>
                    <a:pt x="1869939" y="790896"/>
                  </a:lnTo>
                  <a:lnTo>
                    <a:pt x="1868868" y="791845"/>
                  </a:lnTo>
                  <a:lnTo>
                    <a:pt x="1867796" y="792795"/>
                  </a:lnTo>
                  <a:lnTo>
                    <a:pt x="1866725" y="793745"/>
                  </a:lnTo>
                  <a:lnTo>
                    <a:pt x="1865653" y="794695"/>
                  </a:lnTo>
                  <a:lnTo>
                    <a:pt x="1864581" y="795646"/>
                  </a:lnTo>
                  <a:lnTo>
                    <a:pt x="1863510" y="796597"/>
                  </a:lnTo>
                  <a:lnTo>
                    <a:pt x="1862438" y="797548"/>
                  </a:lnTo>
                  <a:lnTo>
                    <a:pt x="1861367" y="798500"/>
                  </a:lnTo>
                  <a:lnTo>
                    <a:pt x="1860295" y="799453"/>
                  </a:lnTo>
                  <a:lnTo>
                    <a:pt x="1859223" y="800405"/>
                  </a:lnTo>
                  <a:lnTo>
                    <a:pt x="1858152" y="801358"/>
                  </a:lnTo>
                  <a:lnTo>
                    <a:pt x="1857080" y="802312"/>
                  </a:lnTo>
                  <a:lnTo>
                    <a:pt x="1856009" y="803265"/>
                  </a:lnTo>
                  <a:lnTo>
                    <a:pt x="1854937" y="804220"/>
                  </a:lnTo>
                  <a:lnTo>
                    <a:pt x="1853865" y="805174"/>
                  </a:lnTo>
                  <a:lnTo>
                    <a:pt x="1852794" y="806129"/>
                  </a:lnTo>
                  <a:lnTo>
                    <a:pt x="1851722" y="807084"/>
                  </a:lnTo>
                  <a:lnTo>
                    <a:pt x="1850651" y="808040"/>
                  </a:lnTo>
                  <a:lnTo>
                    <a:pt x="1849579" y="808995"/>
                  </a:lnTo>
                  <a:lnTo>
                    <a:pt x="1848507" y="809952"/>
                  </a:lnTo>
                  <a:lnTo>
                    <a:pt x="1847436" y="810908"/>
                  </a:lnTo>
                  <a:lnTo>
                    <a:pt x="1846364" y="811865"/>
                  </a:lnTo>
                  <a:lnTo>
                    <a:pt x="1845293" y="812822"/>
                  </a:lnTo>
                  <a:lnTo>
                    <a:pt x="1844221" y="813779"/>
                  </a:lnTo>
                  <a:lnTo>
                    <a:pt x="1843149" y="814737"/>
                  </a:lnTo>
                  <a:lnTo>
                    <a:pt x="1842078" y="815695"/>
                  </a:lnTo>
                  <a:lnTo>
                    <a:pt x="1841006" y="816654"/>
                  </a:lnTo>
                  <a:lnTo>
                    <a:pt x="1839935" y="817612"/>
                  </a:lnTo>
                  <a:lnTo>
                    <a:pt x="1838863" y="818571"/>
                  </a:lnTo>
                  <a:lnTo>
                    <a:pt x="1837791" y="819530"/>
                  </a:lnTo>
                  <a:lnTo>
                    <a:pt x="1836720" y="820490"/>
                  </a:lnTo>
                  <a:lnTo>
                    <a:pt x="1835648" y="821449"/>
                  </a:lnTo>
                  <a:lnTo>
                    <a:pt x="1834577" y="822409"/>
                  </a:lnTo>
                  <a:lnTo>
                    <a:pt x="1833505" y="823369"/>
                  </a:lnTo>
                  <a:lnTo>
                    <a:pt x="1832433" y="824330"/>
                  </a:lnTo>
                  <a:lnTo>
                    <a:pt x="1831362" y="825291"/>
                  </a:lnTo>
                  <a:lnTo>
                    <a:pt x="1830290" y="826251"/>
                  </a:lnTo>
                  <a:lnTo>
                    <a:pt x="1829219" y="827213"/>
                  </a:lnTo>
                  <a:lnTo>
                    <a:pt x="1828147" y="828174"/>
                  </a:lnTo>
                  <a:lnTo>
                    <a:pt x="1827075" y="829135"/>
                  </a:lnTo>
                  <a:lnTo>
                    <a:pt x="1826004" y="830097"/>
                  </a:lnTo>
                  <a:lnTo>
                    <a:pt x="1824932" y="831059"/>
                  </a:lnTo>
                  <a:lnTo>
                    <a:pt x="1823861" y="832021"/>
                  </a:lnTo>
                  <a:lnTo>
                    <a:pt x="1822789" y="832984"/>
                  </a:lnTo>
                  <a:lnTo>
                    <a:pt x="1821717" y="833946"/>
                  </a:lnTo>
                  <a:lnTo>
                    <a:pt x="1820646" y="834909"/>
                  </a:lnTo>
                  <a:lnTo>
                    <a:pt x="1819574" y="835872"/>
                  </a:lnTo>
                  <a:lnTo>
                    <a:pt x="1818503" y="836835"/>
                  </a:lnTo>
                  <a:lnTo>
                    <a:pt x="1817431" y="837798"/>
                  </a:lnTo>
                  <a:lnTo>
                    <a:pt x="1816359" y="838761"/>
                  </a:lnTo>
                  <a:lnTo>
                    <a:pt x="1815288" y="839725"/>
                  </a:lnTo>
                  <a:lnTo>
                    <a:pt x="1814216" y="840688"/>
                  </a:lnTo>
                  <a:lnTo>
                    <a:pt x="1813145" y="841652"/>
                  </a:lnTo>
                  <a:lnTo>
                    <a:pt x="1812073" y="842616"/>
                  </a:lnTo>
                  <a:lnTo>
                    <a:pt x="1811001" y="843580"/>
                  </a:lnTo>
                  <a:lnTo>
                    <a:pt x="1809930" y="844544"/>
                  </a:lnTo>
                  <a:lnTo>
                    <a:pt x="1808858" y="845508"/>
                  </a:lnTo>
                  <a:lnTo>
                    <a:pt x="1807787" y="846472"/>
                  </a:lnTo>
                  <a:lnTo>
                    <a:pt x="1806715" y="847437"/>
                  </a:lnTo>
                  <a:lnTo>
                    <a:pt x="1805643" y="848401"/>
                  </a:lnTo>
                  <a:lnTo>
                    <a:pt x="1804572" y="849365"/>
                  </a:lnTo>
                  <a:lnTo>
                    <a:pt x="1803500" y="850330"/>
                  </a:lnTo>
                  <a:lnTo>
                    <a:pt x="1802429" y="851295"/>
                  </a:lnTo>
                  <a:lnTo>
                    <a:pt x="1801357" y="852259"/>
                  </a:lnTo>
                  <a:lnTo>
                    <a:pt x="1800285" y="853224"/>
                  </a:lnTo>
                  <a:lnTo>
                    <a:pt x="1799214" y="854189"/>
                  </a:lnTo>
                  <a:lnTo>
                    <a:pt x="1798142" y="855153"/>
                  </a:lnTo>
                  <a:lnTo>
                    <a:pt x="1797071" y="856118"/>
                  </a:lnTo>
                  <a:lnTo>
                    <a:pt x="1795999" y="857083"/>
                  </a:lnTo>
                  <a:lnTo>
                    <a:pt x="1794927" y="858048"/>
                  </a:lnTo>
                  <a:lnTo>
                    <a:pt x="1793856" y="859013"/>
                  </a:lnTo>
                  <a:lnTo>
                    <a:pt x="1792784" y="859977"/>
                  </a:lnTo>
                  <a:lnTo>
                    <a:pt x="1791713" y="860942"/>
                  </a:lnTo>
                  <a:lnTo>
                    <a:pt x="1790641" y="861907"/>
                  </a:lnTo>
                  <a:lnTo>
                    <a:pt x="1789569" y="862871"/>
                  </a:lnTo>
                  <a:lnTo>
                    <a:pt x="1788498" y="863836"/>
                  </a:lnTo>
                  <a:lnTo>
                    <a:pt x="1787426" y="864801"/>
                  </a:lnTo>
                  <a:lnTo>
                    <a:pt x="1786355" y="865765"/>
                  </a:lnTo>
                  <a:lnTo>
                    <a:pt x="1785283" y="866730"/>
                  </a:lnTo>
                  <a:lnTo>
                    <a:pt x="1784211" y="867694"/>
                  </a:lnTo>
                  <a:lnTo>
                    <a:pt x="1783140" y="868659"/>
                  </a:lnTo>
                  <a:lnTo>
                    <a:pt x="1782068" y="869623"/>
                  </a:lnTo>
                  <a:lnTo>
                    <a:pt x="1780997" y="870587"/>
                  </a:lnTo>
                  <a:lnTo>
                    <a:pt x="1779925" y="871551"/>
                  </a:lnTo>
                  <a:lnTo>
                    <a:pt x="1778853" y="872515"/>
                  </a:lnTo>
                  <a:lnTo>
                    <a:pt x="1777782" y="873479"/>
                  </a:lnTo>
                  <a:lnTo>
                    <a:pt x="1776710" y="874442"/>
                  </a:lnTo>
                  <a:lnTo>
                    <a:pt x="1775639" y="875406"/>
                  </a:lnTo>
                  <a:lnTo>
                    <a:pt x="1774567" y="876369"/>
                  </a:lnTo>
                  <a:lnTo>
                    <a:pt x="1773496" y="877333"/>
                  </a:lnTo>
                  <a:lnTo>
                    <a:pt x="1772424" y="878296"/>
                  </a:lnTo>
                  <a:lnTo>
                    <a:pt x="1771352" y="879259"/>
                  </a:lnTo>
                  <a:lnTo>
                    <a:pt x="1770281" y="880222"/>
                  </a:lnTo>
                  <a:lnTo>
                    <a:pt x="1769209" y="881184"/>
                  </a:lnTo>
                  <a:lnTo>
                    <a:pt x="1768138" y="882147"/>
                  </a:lnTo>
                  <a:lnTo>
                    <a:pt x="1767066" y="883109"/>
                  </a:lnTo>
                  <a:lnTo>
                    <a:pt x="1765994" y="884071"/>
                  </a:lnTo>
                  <a:lnTo>
                    <a:pt x="1764923" y="885032"/>
                  </a:lnTo>
                  <a:lnTo>
                    <a:pt x="1763851" y="885994"/>
                  </a:lnTo>
                  <a:lnTo>
                    <a:pt x="1762780" y="886955"/>
                  </a:lnTo>
                  <a:lnTo>
                    <a:pt x="1761708" y="887916"/>
                  </a:lnTo>
                  <a:lnTo>
                    <a:pt x="1760636" y="888877"/>
                  </a:lnTo>
                  <a:lnTo>
                    <a:pt x="1759565" y="889838"/>
                  </a:lnTo>
                  <a:lnTo>
                    <a:pt x="1758493" y="890798"/>
                  </a:lnTo>
                  <a:lnTo>
                    <a:pt x="1757422" y="891758"/>
                  </a:lnTo>
                  <a:lnTo>
                    <a:pt x="1756350" y="892718"/>
                  </a:lnTo>
                  <a:lnTo>
                    <a:pt x="1755278" y="893677"/>
                  </a:lnTo>
                  <a:lnTo>
                    <a:pt x="1754207" y="894636"/>
                  </a:lnTo>
                  <a:lnTo>
                    <a:pt x="1753135" y="895595"/>
                  </a:lnTo>
                  <a:lnTo>
                    <a:pt x="1752064" y="896554"/>
                  </a:lnTo>
                  <a:lnTo>
                    <a:pt x="1750992" y="897512"/>
                  </a:lnTo>
                  <a:lnTo>
                    <a:pt x="1749920" y="898470"/>
                  </a:lnTo>
                  <a:lnTo>
                    <a:pt x="1748849" y="899427"/>
                  </a:lnTo>
                  <a:lnTo>
                    <a:pt x="1747777" y="900385"/>
                  </a:lnTo>
                  <a:lnTo>
                    <a:pt x="1746706" y="901341"/>
                  </a:lnTo>
                  <a:lnTo>
                    <a:pt x="1745634" y="902298"/>
                  </a:lnTo>
                  <a:lnTo>
                    <a:pt x="1744562" y="903254"/>
                  </a:lnTo>
                  <a:lnTo>
                    <a:pt x="1743491" y="904210"/>
                  </a:lnTo>
                  <a:lnTo>
                    <a:pt x="1742419" y="905165"/>
                  </a:lnTo>
                  <a:lnTo>
                    <a:pt x="1741348" y="906120"/>
                  </a:lnTo>
                  <a:lnTo>
                    <a:pt x="1740276" y="907074"/>
                  </a:lnTo>
                  <a:lnTo>
                    <a:pt x="1739204" y="908028"/>
                  </a:lnTo>
                  <a:lnTo>
                    <a:pt x="1738133" y="908982"/>
                  </a:lnTo>
                  <a:lnTo>
                    <a:pt x="1737061" y="909935"/>
                  </a:lnTo>
                  <a:lnTo>
                    <a:pt x="1735990" y="910888"/>
                  </a:lnTo>
                  <a:lnTo>
                    <a:pt x="1734918" y="911840"/>
                  </a:lnTo>
                  <a:lnTo>
                    <a:pt x="1733846" y="912792"/>
                  </a:lnTo>
                  <a:lnTo>
                    <a:pt x="1732775" y="913744"/>
                  </a:lnTo>
                  <a:lnTo>
                    <a:pt x="1731703" y="914695"/>
                  </a:lnTo>
                  <a:lnTo>
                    <a:pt x="1730632" y="915645"/>
                  </a:lnTo>
                  <a:lnTo>
                    <a:pt x="1729560" y="916595"/>
                  </a:lnTo>
                  <a:lnTo>
                    <a:pt x="1728488" y="917545"/>
                  </a:lnTo>
                  <a:lnTo>
                    <a:pt x="1727417" y="918493"/>
                  </a:lnTo>
                  <a:lnTo>
                    <a:pt x="1726345" y="919442"/>
                  </a:lnTo>
                  <a:lnTo>
                    <a:pt x="1725274" y="920390"/>
                  </a:lnTo>
                  <a:lnTo>
                    <a:pt x="1724202" y="921337"/>
                  </a:lnTo>
                  <a:lnTo>
                    <a:pt x="1723130" y="922284"/>
                  </a:lnTo>
                  <a:lnTo>
                    <a:pt x="1722059" y="923230"/>
                  </a:lnTo>
                  <a:lnTo>
                    <a:pt x="1720987" y="924176"/>
                  </a:lnTo>
                  <a:lnTo>
                    <a:pt x="1719916" y="925121"/>
                  </a:lnTo>
                  <a:lnTo>
                    <a:pt x="1718844" y="926066"/>
                  </a:lnTo>
                  <a:lnTo>
                    <a:pt x="1717772" y="927010"/>
                  </a:lnTo>
                  <a:lnTo>
                    <a:pt x="1716701" y="927953"/>
                  </a:lnTo>
                  <a:lnTo>
                    <a:pt x="1715629" y="928896"/>
                  </a:lnTo>
                  <a:lnTo>
                    <a:pt x="1714558" y="929838"/>
                  </a:lnTo>
                  <a:lnTo>
                    <a:pt x="1713486" y="930780"/>
                  </a:lnTo>
                  <a:lnTo>
                    <a:pt x="1712414" y="931721"/>
                  </a:lnTo>
                  <a:lnTo>
                    <a:pt x="1711343" y="932661"/>
                  </a:lnTo>
                  <a:lnTo>
                    <a:pt x="1710271" y="933600"/>
                  </a:lnTo>
                  <a:lnTo>
                    <a:pt x="1709200" y="934540"/>
                  </a:lnTo>
                  <a:lnTo>
                    <a:pt x="1708128" y="935478"/>
                  </a:lnTo>
                  <a:lnTo>
                    <a:pt x="1707056" y="936416"/>
                  </a:lnTo>
                  <a:lnTo>
                    <a:pt x="1705985" y="937353"/>
                  </a:lnTo>
                  <a:lnTo>
                    <a:pt x="1704913" y="938289"/>
                  </a:lnTo>
                  <a:lnTo>
                    <a:pt x="1703842" y="939224"/>
                  </a:lnTo>
                  <a:lnTo>
                    <a:pt x="1702770" y="940159"/>
                  </a:lnTo>
                  <a:lnTo>
                    <a:pt x="1701698" y="941094"/>
                  </a:lnTo>
                  <a:lnTo>
                    <a:pt x="1700627" y="942027"/>
                  </a:lnTo>
                  <a:lnTo>
                    <a:pt x="1699555" y="942960"/>
                  </a:lnTo>
                  <a:lnTo>
                    <a:pt x="1698484" y="943892"/>
                  </a:lnTo>
                  <a:lnTo>
                    <a:pt x="1697412" y="944823"/>
                  </a:lnTo>
                  <a:lnTo>
                    <a:pt x="1696340" y="945754"/>
                  </a:lnTo>
                  <a:lnTo>
                    <a:pt x="1695269" y="946684"/>
                  </a:lnTo>
                  <a:lnTo>
                    <a:pt x="1694197" y="947613"/>
                  </a:lnTo>
                  <a:lnTo>
                    <a:pt x="1693126" y="948541"/>
                  </a:lnTo>
                  <a:lnTo>
                    <a:pt x="1692054" y="949468"/>
                  </a:lnTo>
                  <a:lnTo>
                    <a:pt x="1690982" y="950395"/>
                  </a:lnTo>
                  <a:lnTo>
                    <a:pt x="1689911" y="951321"/>
                  </a:lnTo>
                  <a:lnTo>
                    <a:pt x="1688839" y="952246"/>
                  </a:lnTo>
                  <a:lnTo>
                    <a:pt x="1687768" y="953171"/>
                  </a:lnTo>
                  <a:lnTo>
                    <a:pt x="1686696" y="954094"/>
                  </a:lnTo>
                  <a:lnTo>
                    <a:pt x="1685624" y="955017"/>
                  </a:lnTo>
                  <a:lnTo>
                    <a:pt x="1684553" y="955938"/>
                  </a:lnTo>
                  <a:lnTo>
                    <a:pt x="1683481" y="956859"/>
                  </a:lnTo>
                  <a:lnTo>
                    <a:pt x="1682410" y="957780"/>
                  </a:lnTo>
                  <a:lnTo>
                    <a:pt x="1681338" y="958699"/>
                  </a:lnTo>
                  <a:lnTo>
                    <a:pt x="1680266" y="959617"/>
                  </a:lnTo>
                  <a:lnTo>
                    <a:pt x="1679195" y="960535"/>
                  </a:lnTo>
                  <a:lnTo>
                    <a:pt x="1678123" y="961452"/>
                  </a:lnTo>
                  <a:lnTo>
                    <a:pt x="1677052" y="962367"/>
                  </a:lnTo>
                  <a:lnTo>
                    <a:pt x="1675980" y="963282"/>
                  </a:lnTo>
                  <a:lnTo>
                    <a:pt x="1674908" y="964196"/>
                  </a:lnTo>
                  <a:lnTo>
                    <a:pt x="1673837" y="965109"/>
                  </a:lnTo>
                  <a:lnTo>
                    <a:pt x="1672765" y="966021"/>
                  </a:lnTo>
                  <a:lnTo>
                    <a:pt x="1671694" y="966933"/>
                  </a:lnTo>
                  <a:lnTo>
                    <a:pt x="1670622" y="967843"/>
                  </a:lnTo>
                  <a:lnTo>
                    <a:pt x="1669550" y="968752"/>
                  </a:lnTo>
                  <a:lnTo>
                    <a:pt x="1668479" y="969661"/>
                  </a:lnTo>
                  <a:lnTo>
                    <a:pt x="1667407" y="970568"/>
                  </a:lnTo>
                  <a:lnTo>
                    <a:pt x="1666336" y="971475"/>
                  </a:lnTo>
                  <a:lnTo>
                    <a:pt x="1665264" y="972380"/>
                  </a:lnTo>
                  <a:lnTo>
                    <a:pt x="1664192" y="973285"/>
                  </a:lnTo>
                  <a:lnTo>
                    <a:pt x="1663121" y="974188"/>
                  </a:lnTo>
                  <a:lnTo>
                    <a:pt x="1662049" y="975091"/>
                  </a:lnTo>
                  <a:lnTo>
                    <a:pt x="1660978" y="975993"/>
                  </a:lnTo>
                  <a:lnTo>
                    <a:pt x="1659906" y="976893"/>
                  </a:lnTo>
                  <a:lnTo>
                    <a:pt x="1658834" y="977793"/>
                  </a:lnTo>
                  <a:lnTo>
                    <a:pt x="1657763" y="978691"/>
                  </a:lnTo>
                  <a:lnTo>
                    <a:pt x="1656691" y="979608"/>
                  </a:lnTo>
                  <a:lnTo>
                    <a:pt x="1655620" y="980782"/>
                  </a:lnTo>
                  <a:lnTo>
                    <a:pt x="1654548" y="981957"/>
                  </a:lnTo>
                  <a:lnTo>
                    <a:pt x="1653476" y="983131"/>
                  </a:lnTo>
                  <a:lnTo>
                    <a:pt x="1652405" y="984306"/>
                  </a:lnTo>
                  <a:lnTo>
                    <a:pt x="1651333" y="985480"/>
                  </a:lnTo>
                  <a:lnTo>
                    <a:pt x="1650262" y="986653"/>
                  </a:lnTo>
                  <a:lnTo>
                    <a:pt x="1649190" y="987827"/>
                  </a:lnTo>
                  <a:lnTo>
                    <a:pt x="1648118" y="989001"/>
                  </a:lnTo>
                  <a:lnTo>
                    <a:pt x="1647047" y="990174"/>
                  </a:lnTo>
                  <a:lnTo>
                    <a:pt x="1645975" y="991347"/>
                  </a:lnTo>
                  <a:lnTo>
                    <a:pt x="1644904" y="992520"/>
                  </a:lnTo>
                  <a:lnTo>
                    <a:pt x="1643832" y="993692"/>
                  </a:lnTo>
                  <a:lnTo>
                    <a:pt x="1642760" y="994865"/>
                  </a:lnTo>
                  <a:lnTo>
                    <a:pt x="1641689" y="996037"/>
                  </a:lnTo>
                  <a:lnTo>
                    <a:pt x="1640617" y="997209"/>
                  </a:lnTo>
                  <a:lnTo>
                    <a:pt x="1639546" y="998381"/>
                  </a:lnTo>
                  <a:lnTo>
                    <a:pt x="1638474" y="999553"/>
                  </a:lnTo>
                  <a:lnTo>
                    <a:pt x="1637402" y="1000724"/>
                  </a:lnTo>
                  <a:lnTo>
                    <a:pt x="1636331" y="1001895"/>
                  </a:lnTo>
                  <a:lnTo>
                    <a:pt x="1635259" y="1003066"/>
                  </a:lnTo>
                  <a:lnTo>
                    <a:pt x="1634188" y="1004237"/>
                  </a:lnTo>
                  <a:lnTo>
                    <a:pt x="1633116" y="1005408"/>
                  </a:lnTo>
                  <a:lnTo>
                    <a:pt x="1632044" y="1006578"/>
                  </a:lnTo>
                  <a:lnTo>
                    <a:pt x="1630973" y="1007748"/>
                  </a:lnTo>
                  <a:lnTo>
                    <a:pt x="1629901" y="1008918"/>
                  </a:lnTo>
                  <a:lnTo>
                    <a:pt x="1628830" y="1010087"/>
                  </a:lnTo>
                  <a:lnTo>
                    <a:pt x="1627758" y="1011257"/>
                  </a:lnTo>
                  <a:lnTo>
                    <a:pt x="1626686" y="1012426"/>
                  </a:lnTo>
                  <a:lnTo>
                    <a:pt x="1625615" y="1013595"/>
                  </a:lnTo>
                  <a:lnTo>
                    <a:pt x="1624543" y="1014763"/>
                  </a:lnTo>
                  <a:lnTo>
                    <a:pt x="1623472" y="1015932"/>
                  </a:lnTo>
                  <a:lnTo>
                    <a:pt x="1622400" y="1017100"/>
                  </a:lnTo>
                  <a:lnTo>
                    <a:pt x="1621328" y="1018267"/>
                  </a:lnTo>
                  <a:lnTo>
                    <a:pt x="1620257" y="1019435"/>
                  </a:lnTo>
                  <a:lnTo>
                    <a:pt x="1619185" y="1020602"/>
                  </a:lnTo>
                  <a:lnTo>
                    <a:pt x="1618114" y="1021769"/>
                  </a:lnTo>
                  <a:lnTo>
                    <a:pt x="1617042" y="1022936"/>
                  </a:lnTo>
                  <a:lnTo>
                    <a:pt x="1615970" y="1024102"/>
                  </a:lnTo>
                  <a:lnTo>
                    <a:pt x="1614899" y="1025268"/>
                  </a:lnTo>
                  <a:lnTo>
                    <a:pt x="1613827" y="1026434"/>
                  </a:lnTo>
                  <a:lnTo>
                    <a:pt x="1612756" y="1027600"/>
                  </a:lnTo>
                  <a:lnTo>
                    <a:pt x="1611684" y="1028765"/>
                  </a:lnTo>
                  <a:lnTo>
                    <a:pt x="1610612" y="1029930"/>
                  </a:lnTo>
                  <a:lnTo>
                    <a:pt x="1609541" y="1031094"/>
                  </a:lnTo>
                  <a:lnTo>
                    <a:pt x="1608469" y="1032259"/>
                  </a:lnTo>
                  <a:lnTo>
                    <a:pt x="1607398" y="1033422"/>
                  </a:lnTo>
                  <a:lnTo>
                    <a:pt x="1606326" y="1034586"/>
                  </a:lnTo>
                  <a:lnTo>
                    <a:pt x="1605254" y="1035749"/>
                  </a:lnTo>
                  <a:lnTo>
                    <a:pt x="1604183" y="1036912"/>
                  </a:lnTo>
                  <a:lnTo>
                    <a:pt x="1603111" y="1038075"/>
                  </a:lnTo>
                  <a:lnTo>
                    <a:pt x="1602040" y="1039237"/>
                  </a:lnTo>
                  <a:lnTo>
                    <a:pt x="1600968" y="1040399"/>
                  </a:lnTo>
                  <a:lnTo>
                    <a:pt x="1599896" y="1041561"/>
                  </a:lnTo>
                  <a:lnTo>
                    <a:pt x="1598825" y="1042722"/>
                  </a:lnTo>
                  <a:lnTo>
                    <a:pt x="1597753" y="1043883"/>
                  </a:lnTo>
                  <a:lnTo>
                    <a:pt x="1596682" y="1045043"/>
                  </a:lnTo>
                  <a:lnTo>
                    <a:pt x="1595610" y="1046203"/>
                  </a:lnTo>
                  <a:lnTo>
                    <a:pt x="1594539" y="1047363"/>
                  </a:lnTo>
                  <a:lnTo>
                    <a:pt x="1593467" y="1048523"/>
                  </a:lnTo>
                  <a:lnTo>
                    <a:pt x="1592395" y="1049682"/>
                  </a:lnTo>
                  <a:lnTo>
                    <a:pt x="1591324" y="1050840"/>
                  </a:lnTo>
                  <a:lnTo>
                    <a:pt x="1590252" y="1051998"/>
                  </a:lnTo>
                  <a:lnTo>
                    <a:pt x="1589181" y="1053156"/>
                  </a:lnTo>
                  <a:lnTo>
                    <a:pt x="1588109" y="1054314"/>
                  </a:lnTo>
                  <a:lnTo>
                    <a:pt x="1587037" y="1055470"/>
                  </a:lnTo>
                  <a:lnTo>
                    <a:pt x="1585966" y="1056627"/>
                  </a:lnTo>
                  <a:lnTo>
                    <a:pt x="1584894" y="1057783"/>
                  </a:lnTo>
                  <a:lnTo>
                    <a:pt x="1583823" y="1058939"/>
                  </a:lnTo>
                  <a:lnTo>
                    <a:pt x="1582751" y="1060094"/>
                  </a:lnTo>
                  <a:lnTo>
                    <a:pt x="1581679" y="1061249"/>
                  </a:lnTo>
                  <a:lnTo>
                    <a:pt x="1580608" y="1062404"/>
                  </a:lnTo>
                  <a:lnTo>
                    <a:pt x="1579536" y="1063558"/>
                  </a:lnTo>
                  <a:lnTo>
                    <a:pt x="1578465" y="1064711"/>
                  </a:lnTo>
                  <a:lnTo>
                    <a:pt x="1577393" y="1065864"/>
                  </a:lnTo>
                  <a:lnTo>
                    <a:pt x="1576321" y="1067017"/>
                  </a:lnTo>
                  <a:lnTo>
                    <a:pt x="1575250" y="1068169"/>
                  </a:lnTo>
                  <a:lnTo>
                    <a:pt x="1574178" y="1069321"/>
                  </a:lnTo>
                  <a:lnTo>
                    <a:pt x="1573107" y="1070472"/>
                  </a:lnTo>
                  <a:lnTo>
                    <a:pt x="1572035" y="1071623"/>
                  </a:lnTo>
                  <a:lnTo>
                    <a:pt x="1570963" y="1072773"/>
                  </a:lnTo>
                  <a:lnTo>
                    <a:pt x="1569892" y="1073923"/>
                  </a:lnTo>
                  <a:lnTo>
                    <a:pt x="1568820" y="1075072"/>
                  </a:lnTo>
                  <a:lnTo>
                    <a:pt x="1567749" y="1076221"/>
                  </a:lnTo>
                  <a:lnTo>
                    <a:pt x="1566677" y="1077369"/>
                  </a:lnTo>
                  <a:lnTo>
                    <a:pt x="1565605" y="1078517"/>
                  </a:lnTo>
                  <a:lnTo>
                    <a:pt x="1564534" y="1079664"/>
                  </a:lnTo>
                  <a:lnTo>
                    <a:pt x="1563462" y="1080811"/>
                  </a:lnTo>
                  <a:lnTo>
                    <a:pt x="1562391" y="1081958"/>
                  </a:lnTo>
                  <a:lnTo>
                    <a:pt x="1561319" y="1083103"/>
                  </a:lnTo>
                  <a:lnTo>
                    <a:pt x="1560247" y="1084248"/>
                  </a:lnTo>
                  <a:lnTo>
                    <a:pt x="1559176" y="1085393"/>
                  </a:lnTo>
                  <a:lnTo>
                    <a:pt x="1558104" y="1086537"/>
                  </a:lnTo>
                  <a:lnTo>
                    <a:pt x="1557033" y="1087681"/>
                  </a:lnTo>
                  <a:lnTo>
                    <a:pt x="1555961" y="1088824"/>
                  </a:lnTo>
                  <a:lnTo>
                    <a:pt x="1554889" y="1089966"/>
                  </a:lnTo>
                  <a:lnTo>
                    <a:pt x="1553818" y="1091108"/>
                  </a:lnTo>
                  <a:lnTo>
                    <a:pt x="1552746" y="1092250"/>
                  </a:lnTo>
                  <a:lnTo>
                    <a:pt x="1551675" y="1093390"/>
                  </a:lnTo>
                  <a:lnTo>
                    <a:pt x="1550603" y="1094531"/>
                  </a:lnTo>
                  <a:lnTo>
                    <a:pt x="1549531" y="1095670"/>
                  </a:lnTo>
                  <a:lnTo>
                    <a:pt x="1548460" y="1096809"/>
                  </a:lnTo>
                  <a:lnTo>
                    <a:pt x="1547388" y="1097948"/>
                  </a:lnTo>
                  <a:lnTo>
                    <a:pt x="1546317" y="1099086"/>
                  </a:lnTo>
                  <a:lnTo>
                    <a:pt x="1545245" y="1100223"/>
                  </a:lnTo>
                  <a:lnTo>
                    <a:pt x="1544173" y="1101360"/>
                  </a:lnTo>
                  <a:lnTo>
                    <a:pt x="1543102" y="1102496"/>
                  </a:lnTo>
                  <a:lnTo>
                    <a:pt x="1542030" y="1103631"/>
                  </a:lnTo>
                  <a:lnTo>
                    <a:pt x="1540959" y="1104766"/>
                  </a:lnTo>
                  <a:lnTo>
                    <a:pt x="1539887" y="1105900"/>
                  </a:lnTo>
                  <a:lnTo>
                    <a:pt x="1538815" y="1107034"/>
                  </a:lnTo>
                  <a:lnTo>
                    <a:pt x="1537744" y="1108167"/>
                  </a:lnTo>
                  <a:lnTo>
                    <a:pt x="1536672" y="1109299"/>
                  </a:lnTo>
                  <a:lnTo>
                    <a:pt x="1535601" y="1110431"/>
                  </a:lnTo>
                  <a:lnTo>
                    <a:pt x="1534529" y="1111562"/>
                  </a:lnTo>
                  <a:lnTo>
                    <a:pt x="1533457" y="1112692"/>
                  </a:lnTo>
                  <a:lnTo>
                    <a:pt x="1532386" y="1113822"/>
                  </a:lnTo>
                  <a:lnTo>
                    <a:pt x="1531314" y="1114951"/>
                  </a:lnTo>
                  <a:lnTo>
                    <a:pt x="1530243" y="1116079"/>
                  </a:lnTo>
                  <a:lnTo>
                    <a:pt x="1529171" y="1117207"/>
                  </a:lnTo>
                  <a:lnTo>
                    <a:pt x="1528099" y="1118334"/>
                  </a:lnTo>
                  <a:lnTo>
                    <a:pt x="1527028" y="1119460"/>
                  </a:lnTo>
                  <a:lnTo>
                    <a:pt x="1525956" y="1120586"/>
                  </a:lnTo>
                  <a:lnTo>
                    <a:pt x="1524885" y="1121711"/>
                  </a:lnTo>
                  <a:lnTo>
                    <a:pt x="1523813" y="1122835"/>
                  </a:lnTo>
                  <a:lnTo>
                    <a:pt x="1522741" y="1123958"/>
                  </a:lnTo>
                  <a:lnTo>
                    <a:pt x="1521670" y="1125081"/>
                  </a:lnTo>
                  <a:lnTo>
                    <a:pt x="1520598" y="1126203"/>
                  </a:lnTo>
                  <a:lnTo>
                    <a:pt x="1519527" y="1127325"/>
                  </a:lnTo>
                  <a:lnTo>
                    <a:pt x="1518455" y="1128445"/>
                  </a:lnTo>
                  <a:lnTo>
                    <a:pt x="1517383" y="1129565"/>
                  </a:lnTo>
                  <a:lnTo>
                    <a:pt x="1516312" y="1130685"/>
                  </a:lnTo>
                  <a:lnTo>
                    <a:pt x="1515240" y="1131803"/>
                  </a:lnTo>
                  <a:lnTo>
                    <a:pt x="1514169" y="1132921"/>
                  </a:lnTo>
                  <a:lnTo>
                    <a:pt x="1513097" y="1134038"/>
                  </a:lnTo>
                  <a:lnTo>
                    <a:pt x="1512025" y="1135154"/>
                  </a:lnTo>
                  <a:lnTo>
                    <a:pt x="1510954" y="1136270"/>
                  </a:lnTo>
                  <a:lnTo>
                    <a:pt x="1509882" y="1137384"/>
                  </a:lnTo>
                  <a:lnTo>
                    <a:pt x="1508811" y="1138498"/>
                  </a:lnTo>
                  <a:lnTo>
                    <a:pt x="1507739" y="1139612"/>
                  </a:lnTo>
                  <a:lnTo>
                    <a:pt x="1506667" y="1140724"/>
                  </a:lnTo>
                  <a:lnTo>
                    <a:pt x="1505596" y="1141836"/>
                  </a:lnTo>
                  <a:lnTo>
                    <a:pt x="1504524" y="1142947"/>
                  </a:lnTo>
                  <a:lnTo>
                    <a:pt x="1503453" y="1144057"/>
                  </a:lnTo>
                  <a:lnTo>
                    <a:pt x="1502381" y="1145166"/>
                  </a:lnTo>
                  <a:lnTo>
                    <a:pt x="1501309" y="1146275"/>
                  </a:lnTo>
                  <a:lnTo>
                    <a:pt x="1500238" y="1147382"/>
                  </a:lnTo>
                  <a:lnTo>
                    <a:pt x="1499166" y="1148489"/>
                  </a:lnTo>
                  <a:lnTo>
                    <a:pt x="1498095" y="1149596"/>
                  </a:lnTo>
                  <a:lnTo>
                    <a:pt x="1497023" y="1150701"/>
                  </a:lnTo>
                  <a:lnTo>
                    <a:pt x="1495951" y="1151805"/>
                  </a:lnTo>
                  <a:lnTo>
                    <a:pt x="1494880" y="1152909"/>
                  </a:lnTo>
                  <a:lnTo>
                    <a:pt x="1493808" y="1154012"/>
                  </a:lnTo>
                  <a:lnTo>
                    <a:pt x="1492737" y="1155114"/>
                  </a:lnTo>
                  <a:lnTo>
                    <a:pt x="1491665" y="1156215"/>
                  </a:lnTo>
                  <a:lnTo>
                    <a:pt x="1490593" y="1157315"/>
                  </a:lnTo>
                  <a:lnTo>
                    <a:pt x="1489522" y="1158415"/>
                  </a:lnTo>
                  <a:lnTo>
                    <a:pt x="1488450" y="1159514"/>
                  </a:lnTo>
                  <a:lnTo>
                    <a:pt x="1487379" y="1160611"/>
                  </a:lnTo>
                  <a:lnTo>
                    <a:pt x="1486307" y="1161708"/>
                  </a:lnTo>
                  <a:lnTo>
                    <a:pt x="1485235" y="1162804"/>
                  </a:lnTo>
                  <a:lnTo>
                    <a:pt x="1484164" y="1163900"/>
                  </a:lnTo>
                  <a:lnTo>
                    <a:pt x="1483092" y="1164994"/>
                  </a:lnTo>
                  <a:lnTo>
                    <a:pt x="1482021" y="1166088"/>
                  </a:lnTo>
                  <a:lnTo>
                    <a:pt x="1480949" y="1167180"/>
                  </a:lnTo>
                  <a:lnTo>
                    <a:pt x="1479877" y="1168272"/>
                  </a:lnTo>
                  <a:lnTo>
                    <a:pt x="1478806" y="1169363"/>
                  </a:lnTo>
                  <a:lnTo>
                    <a:pt x="1477734" y="1170453"/>
                  </a:lnTo>
                  <a:lnTo>
                    <a:pt x="1476663" y="1171542"/>
                  </a:lnTo>
                  <a:lnTo>
                    <a:pt x="1475591" y="1172630"/>
                  </a:lnTo>
                  <a:lnTo>
                    <a:pt x="1474519" y="1173717"/>
                  </a:lnTo>
                  <a:lnTo>
                    <a:pt x="1473448" y="1174803"/>
                  </a:lnTo>
                  <a:lnTo>
                    <a:pt x="1472376" y="1175889"/>
                  </a:lnTo>
                  <a:lnTo>
                    <a:pt x="1471305" y="1176973"/>
                  </a:lnTo>
                  <a:lnTo>
                    <a:pt x="1470233" y="1178057"/>
                  </a:lnTo>
                  <a:lnTo>
                    <a:pt x="1469161" y="1179140"/>
                  </a:lnTo>
                  <a:lnTo>
                    <a:pt x="1468090" y="1180222"/>
                  </a:lnTo>
                  <a:lnTo>
                    <a:pt x="1467018" y="1181302"/>
                  </a:lnTo>
                  <a:lnTo>
                    <a:pt x="1465947" y="1182382"/>
                  </a:lnTo>
                  <a:lnTo>
                    <a:pt x="1464875" y="1183461"/>
                  </a:lnTo>
                  <a:lnTo>
                    <a:pt x="1463803" y="1184539"/>
                  </a:lnTo>
                  <a:lnTo>
                    <a:pt x="1462732" y="1185616"/>
                  </a:lnTo>
                  <a:lnTo>
                    <a:pt x="1461660" y="1186692"/>
                  </a:lnTo>
                  <a:lnTo>
                    <a:pt x="1460589" y="1187768"/>
                  </a:lnTo>
                  <a:lnTo>
                    <a:pt x="1459517" y="1188842"/>
                  </a:lnTo>
                  <a:lnTo>
                    <a:pt x="1458445" y="1189915"/>
                  </a:lnTo>
                  <a:lnTo>
                    <a:pt x="1457374" y="1190987"/>
                  </a:lnTo>
                  <a:lnTo>
                    <a:pt x="1456302" y="1192059"/>
                  </a:lnTo>
                  <a:lnTo>
                    <a:pt x="1455231" y="1193129"/>
                  </a:lnTo>
                  <a:lnTo>
                    <a:pt x="1454159" y="1194198"/>
                  </a:lnTo>
                  <a:lnTo>
                    <a:pt x="1453087" y="1195267"/>
                  </a:lnTo>
                  <a:lnTo>
                    <a:pt x="1452016" y="1196334"/>
                  </a:lnTo>
                  <a:lnTo>
                    <a:pt x="1450944" y="1197400"/>
                  </a:lnTo>
                  <a:lnTo>
                    <a:pt x="1449873" y="1198466"/>
                  </a:lnTo>
                  <a:lnTo>
                    <a:pt x="1448801" y="1199530"/>
                  </a:lnTo>
                  <a:lnTo>
                    <a:pt x="1447729" y="1200594"/>
                  </a:lnTo>
                  <a:lnTo>
                    <a:pt x="1446658" y="1201656"/>
                  </a:lnTo>
                  <a:lnTo>
                    <a:pt x="1445586" y="1202718"/>
                  </a:lnTo>
                  <a:lnTo>
                    <a:pt x="1444515" y="1203778"/>
                  </a:lnTo>
                  <a:lnTo>
                    <a:pt x="1443443" y="1204837"/>
                  </a:lnTo>
                  <a:lnTo>
                    <a:pt x="1442371" y="1205896"/>
                  </a:lnTo>
                  <a:lnTo>
                    <a:pt x="1441300" y="1206953"/>
                  </a:lnTo>
                  <a:lnTo>
                    <a:pt x="1440228" y="1208009"/>
                  </a:lnTo>
                  <a:lnTo>
                    <a:pt x="1439157" y="1209065"/>
                  </a:lnTo>
                  <a:lnTo>
                    <a:pt x="1438085" y="1210119"/>
                  </a:lnTo>
                  <a:lnTo>
                    <a:pt x="1437013" y="1211172"/>
                  </a:lnTo>
                  <a:lnTo>
                    <a:pt x="1435942" y="1212224"/>
                  </a:lnTo>
                  <a:lnTo>
                    <a:pt x="1434870" y="1213276"/>
                  </a:lnTo>
                  <a:lnTo>
                    <a:pt x="1433799" y="1214326"/>
                  </a:lnTo>
                  <a:lnTo>
                    <a:pt x="1432727" y="1215375"/>
                  </a:lnTo>
                  <a:lnTo>
                    <a:pt x="1431655" y="1216423"/>
                  </a:lnTo>
                  <a:lnTo>
                    <a:pt x="1430584" y="1217470"/>
                  </a:lnTo>
                  <a:lnTo>
                    <a:pt x="1429512" y="1218516"/>
                  </a:lnTo>
                  <a:lnTo>
                    <a:pt x="1428441" y="1219560"/>
                  </a:lnTo>
                  <a:lnTo>
                    <a:pt x="1427369" y="1220604"/>
                  </a:lnTo>
                  <a:lnTo>
                    <a:pt x="1426297" y="1221647"/>
                  </a:lnTo>
                  <a:lnTo>
                    <a:pt x="1425226" y="1222688"/>
                  </a:lnTo>
                  <a:lnTo>
                    <a:pt x="1424154" y="1223729"/>
                  </a:lnTo>
                  <a:lnTo>
                    <a:pt x="1423083" y="1224768"/>
                  </a:lnTo>
                  <a:lnTo>
                    <a:pt x="1422011" y="1225807"/>
                  </a:lnTo>
                  <a:lnTo>
                    <a:pt x="1420939" y="1226844"/>
                  </a:lnTo>
                  <a:lnTo>
                    <a:pt x="1419868" y="1227880"/>
                  </a:lnTo>
                  <a:lnTo>
                    <a:pt x="1418796" y="1228915"/>
                  </a:lnTo>
                  <a:lnTo>
                    <a:pt x="1417725" y="1229950"/>
                  </a:lnTo>
                  <a:lnTo>
                    <a:pt x="1416653" y="1230982"/>
                  </a:lnTo>
                  <a:lnTo>
                    <a:pt x="1415582" y="1232014"/>
                  </a:lnTo>
                  <a:lnTo>
                    <a:pt x="1414510" y="1233045"/>
                  </a:lnTo>
                  <a:lnTo>
                    <a:pt x="1413438" y="1234075"/>
                  </a:lnTo>
                  <a:lnTo>
                    <a:pt x="1412367" y="1235103"/>
                  </a:lnTo>
                  <a:lnTo>
                    <a:pt x="1411295" y="1236131"/>
                  </a:lnTo>
                  <a:lnTo>
                    <a:pt x="1410224" y="1237157"/>
                  </a:lnTo>
                  <a:lnTo>
                    <a:pt x="1409152" y="1238182"/>
                  </a:lnTo>
                  <a:lnTo>
                    <a:pt x="1408080" y="1239206"/>
                  </a:lnTo>
                  <a:lnTo>
                    <a:pt x="1407009" y="1240229"/>
                  </a:lnTo>
                  <a:lnTo>
                    <a:pt x="1405937" y="1241251"/>
                  </a:lnTo>
                  <a:lnTo>
                    <a:pt x="1404866" y="1242271"/>
                  </a:lnTo>
                  <a:lnTo>
                    <a:pt x="1403794" y="1243291"/>
                  </a:lnTo>
                  <a:lnTo>
                    <a:pt x="1402722" y="1244309"/>
                  </a:lnTo>
                  <a:lnTo>
                    <a:pt x="1401651" y="1245327"/>
                  </a:lnTo>
                  <a:lnTo>
                    <a:pt x="1400579" y="1246343"/>
                  </a:lnTo>
                  <a:lnTo>
                    <a:pt x="1399508" y="1247358"/>
                  </a:lnTo>
                  <a:lnTo>
                    <a:pt x="1398436" y="1248371"/>
                  </a:lnTo>
                  <a:lnTo>
                    <a:pt x="1397364" y="1249384"/>
                  </a:lnTo>
                  <a:lnTo>
                    <a:pt x="1396293" y="1250396"/>
                  </a:lnTo>
                  <a:lnTo>
                    <a:pt x="1395221" y="1251406"/>
                  </a:lnTo>
                  <a:lnTo>
                    <a:pt x="1394150" y="1252415"/>
                  </a:lnTo>
                  <a:lnTo>
                    <a:pt x="1393078" y="1253423"/>
                  </a:lnTo>
                  <a:lnTo>
                    <a:pt x="1392006" y="1254430"/>
                  </a:lnTo>
                  <a:lnTo>
                    <a:pt x="1390935" y="1255436"/>
                  </a:lnTo>
                  <a:lnTo>
                    <a:pt x="1389863" y="1256440"/>
                  </a:lnTo>
                  <a:lnTo>
                    <a:pt x="1388792" y="1257444"/>
                  </a:lnTo>
                  <a:lnTo>
                    <a:pt x="1387720" y="1258446"/>
                  </a:lnTo>
                  <a:lnTo>
                    <a:pt x="1386648" y="1259447"/>
                  </a:lnTo>
                  <a:lnTo>
                    <a:pt x="1385577" y="1260447"/>
                  </a:lnTo>
                  <a:lnTo>
                    <a:pt x="1384505" y="1261445"/>
                  </a:lnTo>
                  <a:lnTo>
                    <a:pt x="1383434" y="1262443"/>
                  </a:lnTo>
                  <a:lnTo>
                    <a:pt x="1382362" y="1263439"/>
                  </a:lnTo>
                  <a:lnTo>
                    <a:pt x="1381290" y="1264434"/>
                  </a:lnTo>
                  <a:lnTo>
                    <a:pt x="1380219" y="1265428"/>
                  </a:lnTo>
                  <a:lnTo>
                    <a:pt x="1379147" y="1266421"/>
                  </a:lnTo>
                  <a:lnTo>
                    <a:pt x="1378076" y="1267412"/>
                  </a:lnTo>
                  <a:lnTo>
                    <a:pt x="1377004" y="1268402"/>
                  </a:lnTo>
                  <a:lnTo>
                    <a:pt x="1375932" y="1269391"/>
                  </a:lnTo>
                  <a:lnTo>
                    <a:pt x="1374861" y="1270379"/>
                  </a:lnTo>
                  <a:lnTo>
                    <a:pt x="1373789" y="1271366"/>
                  </a:lnTo>
                  <a:lnTo>
                    <a:pt x="1372718" y="1272351"/>
                  </a:lnTo>
                  <a:lnTo>
                    <a:pt x="1371646" y="1273336"/>
                  </a:lnTo>
                  <a:lnTo>
                    <a:pt x="1370574" y="1274319"/>
                  </a:lnTo>
                  <a:lnTo>
                    <a:pt x="1369503" y="1275301"/>
                  </a:lnTo>
                  <a:lnTo>
                    <a:pt x="1368431" y="1276281"/>
                  </a:lnTo>
                  <a:lnTo>
                    <a:pt x="1367360" y="1277261"/>
                  </a:lnTo>
                  <a:lnTo>
                    <a:pt x="1366288" y="1278239"/>
                  </a:lnTo>
                  <a:lnTo>
                    <a:pt x="1365216" y="1279216"/>
                  </a:lnTo>
                  <a:lnTo>
                    <a:pt x="1364145" y="1280191"/>
                  </a:lnTo>
                  <a:lnTo>
                    <a:pt x="1363073" y="1281166"/>
                  </a:lnTo>
                  <a:lnTo>
                    <a:pt x="1362002" y="1282139"/>
                  </a:lnTo>
                  <a:lnTo>
                    <a:pt x="1360930" y="1283111"/>
                  </a:lnTo>
                  <a:lnTo>
                    <a:pt x="1359858" y="1284082"/>
                  </a:lnTo>
                  <a:lnTo>
                    <a:pt x="1358787" y="1285051"/>
                  </a:lnTo>
                  <a:lnTo>
                    <a:pt x="1357715" y="1286020"/>
                  </a:lnTo>
                  <a:lnTo>
                    <a:pt x="1356644" y="1286987"/>
                  </a:lnTo>
                  <a:lnTo>
                    <a:pt x="1355572" y="1287953"/>
                  </a:lnTo>
                  <a:lnTo>
                    <a:pt x="1354500" y="1288917"/>
                  </a:lnTo>
                  <a:lnTo>
                    <a:pt x="1353429" y="1289880"/>
                  </a:lnTo>
                  <a:lnTo>
                    <a:pt x="1352357" y="1290842"/>
                  </a:lnTo>
                  <a:lnTo>
                    <a:pt x="1351286" y="1291803"/>
                  </a:lnTo>
                  <a:lnTo>
                    <a:pt x="1350214" y="1292763"/>
                  </a:lnTo>
                  <a:lnTo>
                    <a:pt x="1349142" y="1293721"/>
                  </a:lnTo>
                  <a:lnTo>
                    <a:pt x="1348071" y="1294678"/>
                  </a:lnTo>
                  <a:lnTo>
                    <a:pt x="1346999" y="1295634"/>
                  </a:lnTo>
                  <a:lnTo>
                    <a:pt x="1345928" y="1296588"/>
                  </a:lnTo>
                  <a:lnTo>
                    <a:pt x="1344856" y="1297542"/>
                  </a:lnTo>
                  <a:lnTo>
                    <a:pt x="1343784" y="1298494"/>
                  </a:lnTo>
                  <a:lnTo>
                    <a:pt x="1342713" y="1299444"/>
                  </a:lnTo>
                  <a:lnTo>
                    <a:pt x="1341641" y="1300394"/>
                  </a:lnTo>
                  <a:lnTo>
                    <a:pt x="1340570" y="1301342"/>
                  </a:lnTo>
                  <a:lnTo>
                    <a:pt x="1339498" y="1302289"/>
                  </a:lnTo>
                  <a:lnTo>
                    <a:pt x="1338426" y="1303234"/>
                  </a:lnTo>
                  <a:lnTo>
                    <a:pt x="1337355" y="1304179"/>
                  </a:lnTo>
                  <a:lnTo>
                    <a:pt x="1336283" y="1305122"/>
                  </a:lnTo>
                  <a:lnTo>
                    <a:pt x="1335212" y="1306064"/>
                  </a:lnTo>
                  <a:lnTo>
                    <a:pt x="1334140" y="1307004"/>
                  </a:lnTo>
                  <a:lnTo>
                    <a:pt x="1333068" y="1307943"/>
                  </a:lnTo>
                  <a:lnTo>
                    <a:pt x="1331997" y="1308881"/>
                  </a:lnTo>
                  <a:lnTo>
                    <a:pt x="1330925" y="1309818"/>
                  </a:lnTo>
                  <a:lnTo>
                    <a:pt x="1329854" y="1310753"/>
                  </a:lnTo>
                  <a:lnTo>
                    <a:pt x="1328782" y="1311687"/>
                  </a:lnTo>
                  <a:lnTo>
                    <a:pt x="1327710" y="1312620"/>
                  </a:lnTo>
                  <a:lnTo>
                    <a:pt x="1326639" y="1313552"/>
                  </a:lnTo>
                  <a:lnTo>
                    <a:pt x="1325567" y="1314482"/>
                  </a:lnTo>
                  <a:lnTo>
                    <a:pt x="1324496" y="1315411"/>
                  </a:lnTo>
                  <a:lnTo>
                    <a:pt x="1323424" y="1316338"/>
                  </a:lnTo>
                  <a:lnTo>
                    <a:pt x="1322352" y="1317264"/>
                  </a:lnTo>
                  <a:lnTo>
                    <a:pt x="1321281" y="1318189"/>
                  </a:lnTo>
                  <a:lnTo>
                    <a:pt x="1320209" y="1319113"/>
                  </a:lnTo>
                  <a:lnTo>
                    <a:pt x="1319138" y="1320035"/>
                  </a:lnTo>
                  <a:lnTo>
                    <a:pt x="1318066" y="1320956"/>
                  </a:lnTo>
                  <a:lnTo>
                    <a:pt x="1316994" y="1321876"/>
                  </a:lnTo>
                  <a:lnTo>
                    <a:pt x="1315923" y="1322795"/>
                  </a:lnTo>
                  <a:lnTo>
                    <a:pt x="1314851" y="1323712"/>
                  </a:lnTo>
                  <a:lnTo>
                    <a:pt x="1313780" y="1324628"/>
                  </a:lnTo>
                  <a:lnTo>
                    <a:pt x="1312708" y="1325542"/>
                  </a:lnTo>
                  <a:lnTo>
                    <a:pt x="1311636" y="1326455"/>
                  </a:lnTo>
                  <a:lnTo>
                    <a:pt x="1310565" y="1327367"/>
                  </a:lnTo>
                  <a:lnTo>
                    <a:pt x="1309493" y="1328278"/>
                  </a:lnTo>
                  <a:lnTo>
                    <a:pt x="1308422" y="1329187"/>
                  </a:lnTo>
                  <a:lnTo>
                    <a:pt x="1307350" y="1330095"/>
                  </a:lnTo>
                  <a:lnTo>
                    <a:pt x="1306278" y="1331001"/>
                  </a:lnTo>
                  <a:lnTo>
                    <a:pt x="1305207" y="1331907"/>
                  </a:lnTo>
                  <a:lnTo>
                    <a:pt x="1304135" y="1332811"/>
                  </a:lnTo>
                  <a:lnTo>
                    <a:pt x="1303064" y="1333713"/>
                  </a:lnTo>
                  <a:lnTo>
                    <a:pt x="1301992" y="1334615"/>
                  </a:lnTo>
                  <a:lnTo>
                    <a:pt x="1300920" y="1335515"/>
                  </a:lnTo>
                  <a:lnTo>
                    <a:pt x="1299849" y="1336413"/>
                  </a:lnTo>
                  <a:lnTo>
                    <a:pt x="1298777" y="1337310"/>
                  </a:lnTo>
                  <a:lnTo>
                    <a:pt x="1297706" y="1338206"/>
                  </a:lnTo>
                  <a:lnTo>
                    <a:pt x="1296634" y="1339101"/>
                  </a:lnTo>
                  <a:lnTo>
                    <a:pt x="1295562" y="1339994"/>
                  </a:lnTo>
                  <a:lnTo>
                    <a:pt x="1294491" y="1340886"/>
                  </a:lnTo>
                  <a:lnTo>
                    <a:pt x="1293419" y="1341777"/>
                  </a:lnTo>
                  <a:lnTo>
                    <a:pt x="1292348" y="1342666"/>
                  </a:lnTo>
                  <a:lnTo>
                    <a:pt x="1291276" y="1343554"/>
                  </a:lnTo>
                  <a:lnTo>
                    <a:pt x="1290204" y="1344441"/>
                  </a:lnTo>
                  <a:lnTo>
                    <a:pt x="1289133" y="1345326"/>
                  </a:lnTo>
                  <a:lnTo>
                    <a:pt x="1288061" y="1346210"/>
                  </a:lnTo>
                  <a:lnTo>
                    <a:pt x="1286990" y="1347093"/>
                  </a:lnTo>
                  <a:lnTo>
                    <a:pt x="1285918" y="1347974"/>
                  </a:lnTo>
                  <a:lnTo>
                    <a:pt x="1284846" y="1348854"/>
                  </a:lnTo>
                  <a:lnTo>
                    <a:pt x="1283775" y="1349733"/>
                  </a:lnTo>
                  <a:lnTo>
                    <a:pt x="1282703" y="1350610"/>
                  </a:lnTo>
                  <a:lnTo>
                    <a:pt x="1281632" y="1351486"/>
                  </a:lnTo>
                  <a:lnTo>
                    <a:pt x="1280560" y="1352360"/>
                  </a:lnTo>
                  <a:lnTo>
                    <a:pt x="1279488" y="1353233"/>
                  </a:lnTo>
                  <a:lnTo>
                    <a:pt x="1278417" y="1354105"/>
                  </a:lnTo>
                  <a:lnTo>
                    <a:pt x="1277345" y="1354976"/>
                  </a:lnTo>
                  <a:lnTo>
                    <a:pt x="1276274" y="1355845"/>
                  </a:lnTo>
                  <a:lnTo>
                    <a:pt x="1275202" y="1356713"/>
                  </a:lnTo>
                  <a:lnTo>
                    <a:pt x="1274130" y="1357579"/>
                  </a:lnTo>
                  <a:lnTo>
                    <a:pt x="1273059" y="1358444"/>
                  </a:lnTo>
                  <a:lnTo>
                    <a:pt x="1271987" y="1359308"/>
                  </a:lnTo>
                  <a:lnTo>
                    <a:pt x="1270916" y="1360170"/>
                  </a:lnTo>
                  <a:lnTo>
                    <a:pt x="1269844" y="1361031"/>
                  </a:lnTo>
                  <a:lnTo>
                    <a:pt x="1268772" y="1361891"/>
                  </a:lnTo>
                  <a:lnTo>
                    <a:pt x="1267701" y="1362749"/>
                  </a:lnTo>
                  <a:lnTo>
                    <a:pt x="1266629" y="1363606"/>
                  </a:lnTo>
                  <a:lnTo>
                    <a:pt x="1265558" y="1364462"/>
                  </a:lnTo>
                  <a:lnTo>
                    <a:pt x="1264486" y="1365316"/>
                  </a:lnTo>
                  <a:lnTo>
                    <a:pt x="1263414" y="1366169"/>
                  </a:lnTo>
                  <a:lnTo>
                    <a:pt x="1262343" y="1367020"/>
                  </a:lnTo>
                  <a:lnTo>
                    <a:pt x="1261271" y="1367870"/>
                  </a:lnTo>
                  <a:lnTo>
                    <a:pt x="1260200" y="1368719"/>
                  </a:lnTo>
                  <a:lnTo>
                    <a:pt x="1259128" y="1369567"/>
                  </a:lnTo>
                  <a:lnTo>
                    <a:pt x="1258056" y="1370413"/>
                  </a:lnTo>
                  <a:lnTo>
                    <a:pt x="1256985" y="1371257"/>
                  </a:lnTo>
                  <a:lnTo>
                    <a:pt x="1255913" y="1372101"/>
                  </a:lnTo>
                  <a:lnTo>
                    <a:pt x="1254842" y="1372943"/>
                  </a:lnTo>
                  <a:lnTo>
                    <a:pt x="1253770" y="1373783"/>
                  </a:lnTo>
                  <a:lnTo>
                    <a:pt x="1252698" y="1374623"/>
                  </a:lnTo>
                  <a:lnTo>
                    <a:pt x="1251627" y="1375460"/>
                  </a:lnTo>
                  <a:lnTo>
                    <a:pt x="1250555" y="1376297"/>
                  </a:lnTo>
                  <a:lnTo>
                    <a:pt x="1249484" y="1377132"/>
                  </a:lnTo>
                  <a:lnTo>
                    <a:pt x="1248412" y="1377966"/>
                  </a:lnTo>
                  <a:lnTo>
                    <a:pt x="1247340" y="1378798"/>
                  </a:lnTo>
                  <a:lnTo>
                    <a:pt x="1246269" y="1379629"/>
                  </a:lnTo>
                  <a:lnTo>
                    <a:pt x="1245197" y="1380459"/>
                  </a:lnTo>
                  <a:lnTo>
                    <a:pt x="1244126" y="1381287"/>
                  </a:lnTo>
                  <a:lnTo>
                    <a:pt x="1243054" y="1382114"/>
                  </a:lnTo>
                  <a:lnTo>
                    <a:pt x="1241983" y="1382940"/>
                  </a:lnTo>
                  <a:lnTo>
                    <a:pt x="1240911" y="1383764"/>
                  </a:lnTo>
                  <a:lnTo>
                    <a:pt x="1239839" y="1384587"/>
                  </a:lnTo>
                  <a:lnTo>
                    <a:pt x="1238768" y="1385408"/>
                  </a:lnTo>
                  <a:lnTo>
                    <a:pt x="1237696" y="1386228"/>
                  </a:lnTo>
                  <a:lnTo>
                    <a:pt x="1236625" y="1387047"/>
                  </a:lnTo>
                  <a:lnTo>
                    <a:pt x="1235553" y="1387864"/>
                  </a:lnTo>
                  <a:lnTo>
                    <a:pt x="1234481" y="1388680"/>
                  </a:lnTo>
                  <a:lnTo>
                    <a:pt x="1233410" y="1389495"/>
                  </a:lnTo>
                  <a:lnTo>
                    <a:pt x="1232338" y="1390308"/>
                  </a:lnTo>
                  <a:lnTo>
                    <a:pt x="1231267" y="1391120"/>
                  </a:lnTo>
                  <a:lnTo>
                    <a:pt x="1230195" y="1391930"/>
                  </a:lnTo>
                  <a:lnTo>
                    <a:pt x="1229123" y="1392739"/>
                  </a:lnTo>
                  <a:lnTo>
                    <a:pt x="1228052" y="1393547"/>
                  </a:lnTo>
                  <a:lnTo>
                    <a:pt x="1226980" y="1394354"/>
                  </a:lnTo>
                  <a:lnTo>
                    <a:pt x="1225909" y="1395159"/>
                  </a:lnTo>
                  <a:lnTo>
                    <a:pt x="1224837" y="1395962"/>
                  </a:lnTo>
                  <a:lnTo>
                    <a:pt x="1223765" y="1396764"/>
                  </a:lnTo>
                  <a:lnTo>
                    <a:pt x="1222694" y="1397565"/>
                  </a:lnTo>
                  <a:lnTo>
                    <a:pt x="1221622" y="1398365"/>
                  </a:lnTo>
                  <a:lnTo>
                    <a:pt x="1220551" y="1399163"/>
                  </a:lnTo>
                  <a:lnTo>
                    <a:pt x="1219479" y="1399960"/>
                  </a:lnTo>
                  <a:lnTo>
                    <a:pt x="1218407" y="1400755"/>
                  </a:lnTo>
                  <a:lnTo>
                    <a:pt x="1217336" y="1401549"/>
                  </a:lnTo>
                  <a:lnTo>
                    <a:pt x="1216264" y="1402342"/>
                  </a:lnTo>
                  <a:lnTo>
                    <a:pt x="1215193" y="1403133"/>
                  </a:lnTo>
                  <a:lnTo>
                    <a:pt x="1214121" y="1403923"/>
                  </a:lnTo>
                  <a:lnTo>
                    <a:pt x="1213049" y="1404711"/>
                  </a:lnTo>
                  <a:lnTo>
                    <a:pt x="1211978" y="1405498"/>
                  </a:lnTo>
                  <a:lnTo>
                    <a:pt x="1210906" y="1406284"/>
                  </a:lnTo>
                  <a:lnTo>
                    <a:pt x="1209835" y="1407069"/>
                  </a:lnTo>
                  <a:lnTo>
                    <a:pt x="1208763" y="1407852"/>
                  </a:lnTo>
                  <a:lnTo>
                    <a:pt x="1207691" y="1408633"/>
                  </a:lnTo>
                  <a:lnTo>
                    <a:pt x="1206620" y="1409414"/>
                  </a:lnTo>
                  <a:lnTo>
                    <a:pt x="1205548" y="1410192"/>
                  </a:lnTo>
                  <a:lnTo>
                    <a:pt x="1204477" y="1410970"/>
                  </a:lnTo>
                  <a:lnTo>
                    <a:pt x="1203405" y="1411746"/>
                  </a:lnTo>
                  <a:lnTo>
                    <a:pt x="1202333" y="1412521"/>
                  </a:lnTo>
                  <a:lnTo>
                    <a:pt x="1201262" y="1413294"/>
                  </a:lnTo>
                  <a:lnTo>
                    <a:pt x="1200190" y="1414066"/>
                  </a:lnTo>
                  <a:lnTo>
                    <a:pt x="1199119" y="1414837"/>
                  </a:lnTo>
                  <a:lnTo>
                    <a:pt x="1198047" y="1415606"/>
                  </a:lnTo>
                  <a:lnTo>
                    <a:pt x="1196975" y="1416374"/>
                  </a:lnTo>
                  <a:lnTo>
                    <a:pt x="1195904" y="1417141"/>
                  </a:lnTo>
                  <a:lnTo>
                    <a:pt x="1194832" y="1417906"/>
                  </a:lnTo>
                  <a:lnTo>
                    <a:pt x="1193761" y="1418670"/>
                  </a:lnTo>
                  <a:lnTo>
                    <a:pt x="1192689" y="1419432"/>
                  </a:lnTo>
                  <a:lnTo>
                    <a:pt x="1191617" y="1420193"/>
                  </a:lnTo>
                  <a:lnTo>
                    <a:pt x="1190546" y="1420953"/>
                  </a:lnTo>
                  <a:lnTo>
                    <a:pt x="1189474" y="1421711"/>
                  </a:lnTo>
                  <a:lnTo>
                    <a:pt x="1188403" y="1422468"/>
                  </a:lnTo>
                  <a:lnTo>
                    <a:pt x="1187331" y="1423224"/>
                  </a:lnTo>
                  <a:lnTo>
                    <a:pt x="1186259" y="1423978"/>
                  </a:lnTo>
                  <a:lnTo>
                    <a:pt x="1185188" y="1424731"/>
                  </a:lnTo>
                  <a:lnTo>
                    <a:pt x="1184116" y="1425483"/>
                  </a:lnTo>
                  <a:lnTo>
                    <a:pt x="1183045" y="1426233"/>
                  </a:lnTo>
                  <a:lnTo>
                    <a:pt x="1181973" y="1426981"/>
                  </a:lnTo>
                  <a:lnTo>
                    <a:pt x="1180901" y="1427729"/>
                  </a:lnTo>
                  <a:lnTo>
                    <a:pt x="1179830" y="1428475"/>
                  </a:lnTo>
                  <a:lnTo>
                    <a:pt x="1178758" y="1429220"/>
                  </a:lnTo>
                  <a:lnTo>
                    <a:pt x="1177687" y="1429963"/>
                  </a:lnTo>
                  <a:lnTo>
                    <a:pt x="1176615" y="1430705"/>
                  </a:lnTo>
                  <a:lnTo>
                    <a:pt x="1175543" y="1431445"/>
                  </a:lnTo>
                  <a:lnTo>
                    <a:pt x="1174472" y="1432185"/>
                  </a:lnTo>
                  <a:lnTo>
                    <a:pt x="1173400" y="1432923"/>
                  </a:lnTo>
                  <a:lnTo>
                    <a:pt x="1172329" y="1433659"/>
                  </a:lnTo>
                  <a:lnTo>
                    <a:pt x="1171257" y="1434394"/>
                  </a:lnTo>
                  <a:lnTo>
                    <a:pt x="1170185" y="1435128"/>
                  </a:lnTo>
                  <a:lnTo>
                    <a:pt x="1169114" y="1435860"/>
                  </a:lnTo>
                  <a:lnTo>
                    <a:pt x="1168042" y="1436592"/>
                  </a:lnTo>
                  <a:lnTo>
                    <a:pt x="1166971" y="1437321"/>
                  </a:lnTo>
                  <a:lnTo>
                    <a:pt x="1165899" y="1438050"/>
                  </a:lnTo>
                  <a:lnTo>
                    <a:pt x="1164827" y="1438777"/>
                  </a:lnTo>
                  <a:lnTo>
                    <a:pt x="1163756" y="1439502"/>
                  </a:lnTo>
                  <a:lnTo>
                    <a:pt x="1162684" y="1440227"/>
                  </a:lnTo>
                  <a:lnTo>
                    <a:pt x="1161613" y="1440949"/>
                  </a:lnTo>
                  <a:lnTo>
                    <a:pt x="1160541" y="1441671"/>
                  </a:lnTo>
                  <a:lnTo>
                    <a:pt x="1159469" y="1442391"/>
                  </a:lnTo>
                  <a:lnTo>
                    <a:pt x="1158398" y="1443110"/>
                  </a:lnTo>
                  <a:lnTo>
                    <a:pt x="1157326" y="1443828"/>
                  </a:lnTo>
                  <a:lnTo>
                    <a:pt x="1156255" y="1444544"/>
                  </a:lnTo>
                  <a:lnTo>
                    <a:pt x="1155183" y="1445259"/>
                  </a:lnTo>
                  <a:lnTo>
                    <a:pt x="1154111" y="1445972"/>
                  </a:lnTo>
                  <a:lnTo>
                    <a:pt x="1153040" y="1446684"/>
                  </a:lnTo>
                  <a:lnTo>
                    <a:pt x="1151968" y="1447395"/>
                  </a:lnTo>
                  <a:lnTo>
                    <a:pt x="1150897" y="1448105"/>
                  </a:lnTo>
                  <a:lnTo>
                    <a:pt x="1149825" y="1448813"/>
                  </a:lnTo>
                  <a:lnTo>
                    <a:pt x="1148753" y="1449519"/>
                  </a:lnTo>
                  <a:lnTo>
                    <a:pt x="1147682" y="1450225"/>
                  </a:lnTo>
                  <a:lnTo>
                    <a:pt x="1146610" y="1450929"/>
                  </a:lnTo>
                  <a:lnTo>
                    <a:pt x="1145539" y="1451632"/>
                  </a:lnTo>
                  <a:lnTo>
                    <a:pt x="1144467" y="1452333"/>
                  </a:lnTo>
                  <a:lnTo>
                    <a:pt x="1143395" y="1453033"/>
                  </a:lnTo>
                  <a:lnTo>
                    <a:pt x="1142324" y="1453732"/>
                  </a:lnTo>
                  <a:lnTo>
                    <a:pt x="1141252" y="1454429"/>
                  </a:lnTo>
                  <a:lnTo>
                    <a:pt x="1140181" y="1455125"/>
                  </a:lnTo>
                  <a:lnTo>
                    <a:pt x="1139109" y="1455820"/>
                  </a:lnTo>
                  <a:lnTo>
                    <a:pt x="1138037" y="1456514"/>
                  </a:lnTo>
                  <a:lnTo>
                    <a:pt x="1136966" y="1457206"/>
                  </a:lnTo>
                  <a:lnTo>
                    <a:pt x="1135894" y="1457897"/>
                  </a:lnTo>
                  <a:lnTo>
                    <a:pt x="1134823" y="1458586"/>
                  </a:lnTo>
                  <a:lnTo>
                    <a:pt x="1133751" y="1459274"/>
                  </a:lnTo>
                  <a:lnTo>
                    <a:pt x="1132679" y="1459961"/>
                  </a:lnTo>
                  <a:lnTo>
                    <a:pt x="1131608" y="1460647"/>
                  </a:lnTo>
                  <a:lnTo>
                    <a:pt x="1130536" y="1461332"/>
                  </a:lnTo>
                  <a:lnTo>
                    <a:pt x="1129465" y="1462015"/>
                  </a:lnTo>
                  <a:lnTo>
                    <a:pt x="1128393" y="1462697"/>
                  </a:lnTo>
                  <a:lnTo>
                    <a:pt x="1127321" y="1463377"/>
                  </a:lnTo>
                  <a:lnTo>
                    <a:pt x="1126250" y="1464056"/>
                  </a:lnTo>
                  <a:lnTo>
                    <a:pt x="1125178" y="1464735"/>
                  </a:lnTo>
                  <a:lnTo>
                    <a:pt x="1124107" y="1465411"/>
                  </a:lnTo>
                  <a:lnTo>
                    <a:pt x="1123035" y="1466087"/>
                  </a:lnTo>
                  <a:lnTo>
                    <a:pt x="1121963" y="1466761"/>
                  </a:lnTo>
                  <a:lnTo>
                    <a:pt x="1120892" y="1467435"/>
                  </a:lnTo>
                  <a:lnTo>
                    <a:pt x="1119820" y="1468106"/>
                  </a:lnTo>
                  <a:lnTo>
                    <a:pt x="1118749" y="1468777"/>
                  </a:lnTo>
                  <a:lnTo>
                    <a:pt x="1117677" y="1469447"/>
                  </a:lnTo>
                  <a:lnTo>
                    <a:pt x="1116605" y="1470115"/>
                  </a:lnTo>
                  <a:lnTo>
                    <a:pt x="1115534" y="1470782"/>
                  </a:lnTo>
                  <a:lnTo>
                    <a:pt x="1114462" y="1471448"/>
                  </a:lnTo>
                  <a:lnTo>
                    <a:pt x="1113391" y="1472112"/>
                  </a:lnTo>
                  <a:lnTo>
                    <a:pt x="1112319" y="1472776"/>
                  </a:lnTo>
                  <a:lnTo>
                    <a:pt x="1111247" y="1473438"/>
                  </a:lnTo>
                  <a:lnTo>
                    <a:pt x="1110176" y="1474099"/>
                  </a:lnTo>
                  <a:lnTo>
                    <a:pt x="1109104" y="1474759"/>
                  </a:lnTo>
                  <a:lnTo>
                    <a:pt x="1108033" y="1475417"/>
                  </a:lnTo>
                  <a:lnTo>
                    <a:pt x="1106961" y="1476075"/>
                  </a:lnTo>
                  <a:lnTo>
                    <a:pt x="1105889" y="1476731"/>
                  </a:lnTo>
                  <a:lnTo>
                    <a:pt x="1104818" y="1477386"/>
                  </a:lnTo>
                  <a:lnTo>
                    <a:pt x="1103746" y="1478040"/>
                  </a:lnTo>
                  <a:lnTo>
                    <a:pt x="1102675" y="1478693"/>
                  </a:lnTo>
                  <a:lnTo>
                    <a:pt x="1101603" y="1479345"/>
                  </a:lnTo>
                  <a:lnTo>
                    <a:pt x="1100531" y="1479996"/>
                  </a:lnTo>
                  <a:lnTo>
                    <a:pt x="1099460" y="1480645"/>
                  </a:lnTo>
                  <a:lnTo>
                    <a:pt x="1098388" y="1481293"/>
                  </a:lnTo>
                  <a:lnTo>
                    <a:pt x="1097317" y="1481940"/>
                  </a:lnTo>
                  <a:lnTo>
                    <a:pt x="1096245" y="1482586"/>
                  </a:lnTo>
                  <a:lnTo>
                    <a:pt x="1095173" y="1483231"/>
                  </a:lnTo>
                  <a:lnTo>
                    <a:pt x="1094102" y="1483875"/>
                  </a:lnTo>
                  <a:lnTo>
                    <a:pt x="1093030" y="1484518"/>
                  </a:lnTo>
                  <a:lnTo>
                    <a:pt x="1091959" y="1485159"/>
                  </a:lnTo>
                  <a:lnTo>
                    <a:pt x="1090887" y="1485800"/>
                  </a:lnTo>
                  <a:lnTo>
                    <a:pt x="1089815" y="1486439"/>
                  </a:lnTo>
                  <a:lnTo>
                    <a:pt x="1088744" y="1487077"/>
                  </a:lnTo>
                  <a:lnTo>
                    <a:pt x="1087672" y="1487714"/>
                  </a:lnTo>
                  <a:lnTo>
                    <a:pt x="1086601" y="1488350"/>
                  </a:lnTo>
                  <a:lnTo>
                    <a:pt x="1085529" y="1488985"/>
                  </a:lnTo>
                  <a:lnTo>
                    <a:pt x="1084457" y="1489619"/>
                  </a:lnTo>
                  <a:lnTo>
                    <a:pt x="1083386" y="1490252"/>
                  </a:lnTo>
                  <a:lnTo>
                    <a:pt x="1082314" y="1490883"/>
                  </a:lnTo>
                  <a:lnTo>
                    <a:pt x="1081243" y="1491514"/>
                  </a:lnTo>
                  <a:lnTo>
                    <a:pt x="1080171" y="1492144"/>
                  </a:lnTo>
                  <a:lnTo>
                    <a:pt x="1079099" y="1492772"/>
                  </a:lnTo>
                  <a:lnTo>
                    <a:pt x="1078028" y="1493400"/>
                  </a:lnTo>
                  <a:lnTo>
                    <a:pt x="1076956" y="1494026"/>
                  </a:lnTo>
                  <a:lnTo>
                    <a:pt x="1075885" y="1494651"/>
                  </a:lnTo>
                  <a:lnTo>
                    <a:pt x="1074813" y="1495276"/>
                  </a:lnTo>
                  <a:lnTo>
                    <a:pt x="1073741" y="1495899"/>
                  </a:lnTo>
                  <a:lnTo>
                    <a:pt x="1072670" y="1496521"/>
                  </a:lnTo>
                  <a:lnTo>
                    <a:pt x="1071598" y="1497143"/>
                  </a:lnTo>
                  <a:lnTo>
                    <a:pt x="1070527" y="1497763"/>
                  </a:lnTo>
                  <a:lnTo>
                    <a:pt x="1069455" y="1498382"/>
                  </a:lnTo>
                  <a:lnTo>
                    <a:pt x="1068383" y="1499000"/>
                  </a:lnTo>
                  <a:lnTo>
                    <a:pt x="1067312" y="1499617"/>
                  </a:lnTo>
                  <a:lnTo>
                    <a:pt x="1066240" y="1500233"/>
                  </a:lnTo>
                  <a:lnTo>
                    <a:pt x="1065169" y="1500849"/>
                  </a:lnTo>
                  <a:lnTo>
                    <a:pt x="1064097" y="1501463"/>
                  </a:lnTo>
                  <a:lnTo>
                    <a:pt x="1063026" y="1502076"/>
                  </a:lnTo>
                  <a:lnTo>
                    <a:pt x="1061954" y="1502688"/>
                  </a:lnTo>
                  <a:lnTo>
                    <a:pt x="1060882" y="1503299"/>
                  </a:lnTo>
                  <a:lnTo>
                    <a:pt x="1059811" y="1503909"/>
                  </a:lnTo>
                  <a:lnTo>
                    <a:pt x="1058739" y="1504519"/>
                  </a:lnTo>
                  <a:lnTo>
                    <a:pt x="1057668" y="1505127"/>
                  </a:lnTo>
                  <a:lnTo>
                    <a:pt x="1056596" y="1505734"/>
                  </a:lnTo>
                  <a:lnTo>
                    <a:pt x="1055524" y="1506340"/>
                  </a:lnTo>
                  <a:lnTo>
                    <a:pt x="1054453" y="1506946"/>
                  </a:lnTo>
                  <a:lnTo>
                    <a:pt x="1053381" y="1507550"/>
                  </a:lnTo>
                  <a:lnTo>
                    <a:pt x="1052310" y="1508154"/>
                  </a:lnTo>
                  <a:lnTo>
                    <a:pt x="1051238" y="1508756"/>
                  </a:lnTo>
                  <a:lnTo>
                    <a:pt x="1050166" y="1509358"/>
                  </a:lnTo>
                  <a:lnTo>
                    <a:pt x="1049095" y="1509958"/>
                  </a:lnTo>
                  <a:lnTo>
                    <a:pt x="1048023" y="1510558"/>
                  </a:lnTo>
                  <a:lnTo>
                    <a:pt x="1046952" y="1511157"/>
                  </a:lnTo>
                  <a:lnTo>
                    <a:pt x="1045880" y="1511754"/>
                  </a:lnTo>
                  <a:lnTo>
                    <a:pt x="1044808" y="1512351"/>
                  </a:lnTo>
                  <a:lnTo>
                    <a:pt x="1043737" y="1512947"/>
                  </a:lnTo>
                  <a:lnTo>
                    <a:pt x="1042665" y="1513542"/>
                  </a:lnTo>
                  <a:lnTo>
                    <a:pt x="1041594" y="1514137"/>
                  </a:lnTo>
                  <a:lnTo>
                    <a:pt x="1040522" y="1514730"/>
                  </a:lnTo>
                  <a:lnTo>
                    <a:pt x="1039450" y="1515322"/>
                  </a:lnTo>
                  <a:lnTo>
                    <a:pt x="1038379" y="1515914"/>
                  </a:lnTo>
                  <a:lnTo>
                    <a:pt x="1037307" y="1516504"/>
                  </a:lnTo>
                  <a:lnTo>
                    <a:pt x="1036236" y="1517094"/>
                  </a:lnTo>
                  <a:lnTo>
                    <a:pt x="1035164" y="1517682"/>
                  </a:lnTo>
                  <a:lnTo>
                    <a:pt x="1034092" y="1518270"/>
                  </a:lnTo>
                  <a:lnTo>
                    <a:pt x="1033021" y="1518857"/>
                  </a:lnTo>
                  <a:lnTo>
                    <a:pt x="1031949" y="1519443"/>
                  </a:lnTo>
                  <a:lnTo>
                    <a:pt x="1030878" y="1520029"/>
                  </a:lnTo>
                  <a:lnTo>
                    <a:pt x="1029806" y="1520613"/>
                  </a:lnTo>
                  <a:lnTo>
                    <a:pt x="1028734" y="1521197"/>
                  </a:lnTo>
                  <a:lnTo>
                    <a:pt x="1027663" y="1521779"/>
                  </a:lnTo>
                  <a:lnTo>
                    <a:pt x="1026591" y="1522361"/>
                  </a:lnTo>
                  <a:lnTo>
                    <a:pt x="1025520" y="1522942"/>
                  </a:lnTo>
                  <a:lnTo>
                    <a:pt x="1024448" y="1523522"/>
                  </a:lnTo>
                  <a:lnTo>
                    <a:pt x="1023376" y="1524101"/>
                  </a:lnTo>
                  <a:lnTo>
                    <a:pt x="1022305" y="1524680"/>
                  </a:lnTo>
                  <a:lnTo>
                    <a:pt x="1021233" y="1525257"/>
                  </a:lnTo>
                  <a:lnTo>
                    <a:pt x="1020162" y="1525834"/>
                  </a:lnTo>
                  <a:lnTo>
                    <a:pt x="1019090" y="1526410"/>
                  </a:lnTo>
                  <a:lnTo>
                    <a:pt x="1018018" y="1526985"/>
                  </a:lnTo>
                  <a:lnTo>
                    <a:pt x="1016947" y="1527560"/>
                  </a:lnTo>
                  <a:lnTo>
                    <a:pt x="1015875" y="1528133"/>
                  </a:lnTo>
                  <a:lnTo>
                    <a:pt x="1014804" y="1528706"/>
                  </a:lnTo>
                  <a:lnTo>
                    <a:pt x="1013732" y="1529278"/>
                  </a:lnTo>
                  <a:lnTo>
                    <a:pt x="1012660" y="1529849"/>
                  </a:lnTo>
                  <a:lnTo>
                    <a:pt x="1011589" y="1530419"/>
                  </a:lnTo>
                  <a:lnTo>
                    <a:pt x="1010517" y="1530988"/>
                  </a:lnTo>
                  <a:lnTo>
                    <a:pt x="1009446" y="1531557"/>
                  </a:lnTo>
                  <a:lnTo>
                    <a:pt x="1008374" y="1532125"/>
                  </a:lnTo>
                  <a:lnTo>
                    <a:pt x="1007302" y="1532692"/>
                  </a:lnTo>
                  <a:lnTo>
                    <a:pt x="1006231" y="1533258"/>
                  </a:lnTo>
                  <a:lnTo>
                    <a:pt x="1005159" y="1533824"/>
                  </a:lnTo>
                  <a:lnTo>
                    <a:pt x="1004088" y="1534389"/>
                  </a:lnTo>
                  <a:lnTo>
                    <a:pt x="1003016" y="1534953"/>
                  </a:lnTo>
                  <a:lnTo>
                    <a:pt x="1001944" y="1535516"/>
                  </a:lnTo>
                  <a:lnTo>
                    <a:pt x="1000873" y="1536079"/>
                  </a:lnTo>
                  <a:lnTo>
                    <a:pt x="999801" y="1536640"/>
                  </a:lnTo>
                  <a:lnTo>
                    <a:pt x="998730" y="1537201"/>
                  </a:lnTo>
                  <a:lnTo>
                    <a:pt x="997658" y="1537761"/>
                  </a:lnTo>
                  <a:lnTo>
                    <a:pt x="996586" y="1538321"/>
                  </a:lnTo>
                  <a:lnTo>
                    <a:pt x="995515" y="1538880"/>
                  </a:lnTo>
                  <a:lnTo>
                    <a:pt x="994443" y="1539438"/>
                  </a:lnTo>
                  <a:lnTo>
                    <a:pt x="993372" y="1539995"/>
                  </a:lnTo>
                  <a:lnTo>
                    <a:pt x="992300" y="1540552"/>
                  </a:lnTo>
                  <a:lnTo>
                    <a:pt x="991228" y="1541107"/>
                  </a:lnTo>
                  <a:lnTo>
                    <a:pt x="990157" y="1541662"/>
                  </a:lnTo>
                  <a:lnTo>
                    <a:pt x="989085" y="1542217"/>
                  </a:lnTo>
                  <a:lnTo>
                    <a:pt x="988014" y="1542770"/>
                  </a:lnTo>
                  <a:lnTo>
                    <a:pt x="986942" y="1543323"/>
                  </a:lnTo>
                  <a:lnTo>
                    <a:pt x="985870" y="1543876"/>
                  </a:lnTo>
                  <a:lnTo>
                    <a:pt x="984799" y="1544427"/>
                  </a:lnTo>
                  <a:lnTo>
                    <a:pt x="983727" y="1544978"/>
                  </a:lnTo>
                  <a:lnTo>
                    <a:pt x="982656" y="1545528"/>
                  </a:lnTo>
                  <a:lnTo>
                    <a:pt x="981584" y="1546078"/>
                  </a:lnTo>
                  <a:lnTo>
                    <a:pt x="980512" y="1546626"/>
                  </a:lnTo>
                  <a:lnTo>
                    <a:pt x="979441" y="1547175"/>
                  </a:lnTo>
                  <a:lnTo>
                    <a:pt x="978369" y="1547722"/>
                  </a:lnTo>
                  <a:lnTo>
                    <a:pt x="977298" y="1548269"/>
                  </a:lnTo>
                  <a:lnTo>
                    <a:pt x="976226" y="1548815"/>
                  </a:lnTo>
                  <a:lnTo>
                    <a:pt x="975154" y="1549360"/>
                  </a:lnTo>
                  <a:lnTo>
                    <a:pt x="974083" y="1549905"/>
                  </a:lnTo>
                  <a:lnTo>
                    <a:pt x="973011" y="1550449"/>
                  </a:lnTo>
                  <a:lnTo>
                    <a:pt x="971940" y="1550992"/>
                  </a:lnTo>
                  <a:lnTo>
                    <a:pt x="970868" y="1551535"/>
                  </a:lnTo>
                  <a:lnTo>
                    <a:pt x="969796" y="1552077"/>
                  </a:lnTo>
                  <a:lnTo>
                    <a:pt x="968725" y="1552619"/>
                  </a:lnTo>
                  <a:lnTo>
                    <a:pt x="967653" y="1553159"/>
                  </a:lnTo>
                  <a:lnTo>
                    <a:pt x="966582" y="1553700"/>
                  </a:lnTo>
                  <a:lnTo>
                    <a:pt x="965510" y="1554239"/>
                  </a:lnTo>
                  <a:lnTo>
                    <a:pt x="964438" y="1554778"/>
                  </a:lnTo>
                  <a:lnTo>
                    <a:pt x="963367" y="1555316"/>
                  </a:lnTo>
                  <a:lnTo>
                    <a:pt x="962295" y="1555854"/>
                  </a:lnTo>
                  <a:lnTo>
                    <a:pt x="961224" y="1556391"/>
                  </a:lnTo>
                  <a:lnTo>
                    <a:pt x="960152" y="1556927"/>
                  </a:lnTo>
                  <a:lnTo>
                    <a:pt x="959080" y="1557463"/>
                  </a:lnTo>
                  <a:lnTo>
                    <a:pt x="958009" y="1557998"/>
                  </a:lnTo>
                  <a:lnTo>
                    <a:pt x="956937" y="1558533"/>
                  </a:lnTo>
                  <a:lnTo>
                    <a:pt x="955866" y="1559067"/>
                  </a:lnTo>
                  <a:lnTo>
                    <a:pt x="954794" y="1559600"/>
                  </a:lnTo>
                  <a:lnTo>
                    <a:pt x="953722" y="1560133"/>
                  </a:lnTo>
                  <a:lnTo>
                    <a:pt x="952651" y="1560665"/>
                  </a:lnTo>
                  <a:lnTo>
                    <a:pt x="951579" y="1561196"/>
                  </a:lnTo>
                  <a:lnTo>
                    <a:pt x="950508" y="1561727"/>
                  </a:lnTo>
                  <a:lnTo>
                    <a:pt x="949436" y="1562258"/>
                  </a:lnTo>
                  <a:lnTo>
                    <a:pt x="948364" y="1562788"/>
                  </a:lnTo>
                  <a:lnTo>
                    <a:pt x="947293" y="1563317"/>
                  </a:lnTo>
                  <a:lnTo>
                    <a:pt x="946221" y="1563846"/>
                  </a:lnTo>
                  <a:lnTo>
                    <a:pt x="945150" y="1564374"/>
                  </a:lnTo>
                  <a:lnTo>
                    <a:pt x="944078" y="1564901"/>
                  </a:lnTo>
                  <a:lnTo>
                    <a:pt x="943006" y="1565428"/>
                  </a:lnTo>
                  <a:lnTo>
                    <a:pt x="941935" y="1565955"/>
                  </a:lnTo>
                  <a:lnTo>
                    <a:pt x="940863" y="1566480"/>
                  </a:lnTo>
                  <a:lnTo>
                    <a:pt x="939792" y="1567006"/>
                  </a:lnTo>
                  <a:lnTo>
                    <a:pt x="938720" y="1567530"/>
                  </a:lnTo>
                  <a:lnTo>
                    <a:pt x="937648" y="1568055"/>
                  </a:lnTo>
                  <a:lnTo>
                    <a:pt x="936577" y="1568578"/>
                  </a:lnTo>
                  <a:lnTo>
                    <a:pt x="935505" y="1569101"/>
                  </a:lnTo>
                  <a:lnTo>
                    <a:pt x="934434" y="1569624"/>
                  </a:lnTo>
                  <a:lnTo>
                    <a:pt x="933362" y="1570146"/>
                  </a:lnTo>
                  <a:lnTo>
                    <a:pt x="932290" y="1570667"/>
                  </a:lnTo>
                  <a:lnTo>
                    <a:pt x="931219" y="1571188"/>
                  </a:lnTo>
                  <a:lnTo>
                    <a:pt x="930147" y="1571709"/>
                  </a:lnTo>
                  <a:lnTo>
                    <a:pt x="929076" y="1572229"/>
                  </a:lnTo>
                  <a:lnTo>
                    <a:pt x="928004" y="1572748"/>
                  </a:lnTo>
                  <a:lnTo>
                    <a:pt x="926932" y="1573267"/>
                  </a:lnTo>
                  <a:lnTo>
                    <a:pt x="925861" y="1573786"/>
                  </a:lnTo>
                  <a:lnTo>
                    <a:pt x="924789" y="1574304"/>
                  </a:lnTo>
                  <a:lnTo>
                    <a:pt x="923718" y="1574821"/>
                  </a:lnTo>
                  <a:lnTo>
                    <a:pt x="922646" y="1575338"/>
                  </a:lnTo>
                  <a:lnTo>
                    <a:pt x="921574" y="1575854"/>
                  </a:lnTo>
                  <a:lnTo>
                    <a:pt x="920503" y="1576370"/>
                  </a:lnTo>
                  <a:lnTo>
                    <a:pt x="919431" y="1576886"/>
                  </a:lnTo>
                  <a:lnTo>
                    <a:pt x="918360" y="1577400"/>
                  </a:lnTo>
                  <a:lnTo>
                    <a:pt x="917288" y="1577915"/>
                  </a:lnTo>
                  <a:lnTo>
                    <a:pt x="916216" y="1578429"/>
                  </a:lnTo>
                  <a:lnTo>
                    <a:pt x="915145" y="1578942"/>
                  </a:lnTo>
                  <a:lnTo>
                    <a:pt x="914073" y="1579455"/>
                  </a:lnTo>
                  <a:lnTo>
                    <a:pt x="913002" y="1579968"/>
                  </a:lnTo>
                  <a:lnTo>
                    <a:pt x="911930" y="1580480"/>
                  </a:lnTo>
                  <a:lnTo>
                    <a:pt x="910858" y="1580992"/>
                  </a:lnTo>
                  <a:lnTo>
                    <a:pt x="909787" y="1581503"/>
                  </a:lnTo>
                  <a:lnTo>
                    <a:pt x="908715" y="1582013"/>
                  </a:lnTo>
                  <a:lnTo>
                    <a:pt x="907644" y="1582524"/>
                  </a:lnTo>
                  <a:lnTo>
                    <a:pt x="906572" y="1583033"/>
                  </a:lnTo>
                  <a:lnTo>
                    <a:pt x="905500" y="1583543"/>
                  </a:lnTo>
                  <a:lnTo>
                    <a:pt x="904429" y="1584052"/>
                  </a:lnTo>
                  <a:lnTo>
                    <a:pt x="903357" y="1584560"/>
                  </a:lnTo>
                  <a:lnTo>
                    <a:pt x="902286" y="1585068"/>
                  </a:lnTo>
                  <a:lnTo>
                    <a:pt x="901214" y="1585576"/>
                  </a:lnTo>
                  <a:lnTo>
                    <a:pt x="900142" y="1586083"/>
                  </a:lnTo>
                  <a:lnTo>
                    <a:pt x="899071" y="1586589"/>
                  </a:lnTo>
                  <a:lnTo>
                    <a:pt x="897999" y="1587096"/>
                  </a:lnTo>
                  <a:lnTo>
                    <a:pt x="896928" y="1587601"/>
                  </a:lnTo>
                  <a:lnTo>
                    <a:pt x="895856" y="1588107"/>
                  </a:lnTo>
                  <a:lnTo>
                    <a:pt x="894784" y="1588612"/>
                  </a:lnTo>
                  <a:lnTo>
                    <a:pt x="893713" y="1589116"/>
                  </a:lnTo>
                  <a:lnTo>
                    <a:pt x="892641" y="1589621"/>
                  </a:lnTo>
                  <a:lnTo>
                    <a:pt x="891570" y="1590124"/>
                  </a:lnTo>
                  <a:lnTo>
                    <a:pt x="890498" y="1590628"/>
                  </a:lnTo>
                  <a:lnTo>
                    <a:pt x="889426" y="1591131"/>
                  </a:lnTo>
                  <a:lnTo>
                    <a:pt x="888355" y="1591633"/>
                  </a:lnTo>
                  <a:lnTo>
                    <a:pt x="887283" y="1592135"/>
                  </a:lnTo>
                  <a:lnTo>
                    <a:pt x="886212" y="1592637"/>
                  </a:lnTo>
                  <a:lnTo>
                    <a:pt x="885140" y="1593138"/>
                  </a:lnTo>
                  <a:lnTo>
                    <a:pt x="884069" y="1593639"/>
                  </a:lnTo>
                  <a:lnTo>
                    <a:pt x="882997" y="1594140"/>
                  </a:lnTo>
                  <a:lnTo>
                    <a:pt x="881925" y="1594640"/>
                  </a:lnTo>
                  <a:lnTo>
                    <a:pt x="880854" y="1595140"/>
                  </a:lnTo>
                  <a:lnTo>
                    <a:pt x="879782" y="1595639"/>
                  </a:lnTo>
                  <a:lnTo>
                    <a:pt x="878711" y="1596138"/>
                  </a:lnTo>
                  <a:lnTo>
                    <a:pt x="877639" y="1596637"/>
                  </a:lnTo>
                  <a:lnTo>
                    <a:pt x="876567" y="1597135"/>
                  </a:lnTo>
                  <a:lnTo>
                    <a:pt x="875496" y="1597633"/>
                  </a:lnTo>
                  <a:lnTo>
                    <a:pt x="874424" y="1598130"/>
                  </a:lnTo>
                  <a:lnTo>
                    <a:pt x="873353" y="1598628"/>
                  </a:lnTo>
                  <a:lnTo>
                    <a:pt x="872281" y="1599124"/>
                  </a:lnTo>
                  <a:lnTo>
                    <a:pt x="871209" y="1599621"/>
                  </a:lnTo>
                  <a:lnTo>
                    <a:pt x="870138" y="1600117"/>
                  </a:lnTo>
                  <a:lnTo>
                    <a:pt x="869066" y="1600613"/>
                  </a:lnTo>
                  <a:lnTo>
                    <a:pt x="867995" y="1601108"/>
                  </a:lnTo>
                  <a:lnTo>
                    <a:pt x="866923" y="1601603"/>
                  </a:lnTo>
                  <a:lnTo>
                    <a:pt x="865851" y="1602098"/>
                  </a:lnTo>
                  <a:lnTo>
                    <a:pt x="864780" y="1602592"/>
                  </a:lnTo>
                  <a:lnTo>
                    <a:pt x="863708" y="1603086"/>
                  </a:lnTo>
                  <a:lnTo>
                    <a:pt x="862637" y="1603580"/>
                  </a:lnTo>
                  <a:lnTo>
                    <a:pt x="861565" y="1604073"/>
                  </a:lnTo>
                  <a:lnTo>
                    <a:pt x="860493" y="1604566"/>
                  </a:lnTo>
                  <a:lnTo>
                    <a:pt x="859422" y="1605059"/>
                  </a:lnTo>
                  <a:lnTo>
                    <a:pt x="858350" y="1605551"/>
                  </a:lnTo>
                  <a:lnTo>
                    <a:pt x="857279" y="1606043"/>
                  </a:lnTo>
                  <a:lnTo>
                    <a:pt x="856207" y="1606535"/>
                  </a:lnTo>
                  <a:lnTo>
                    <a:pt x="855135" y="1607026"/>
                  </a:lnTo>
                  <a:lnTo>
                    <a:pt x="854064" y="1607517"/>
                  </a:lnTo>
                  <a:lnTo>
                    <a:pt x="852992" y="1608008"/>
                  </a:lnTo>
                  <a:lnTo>
                    <a:pt x="851921" y="1608498"/>
                  </a:lnTo>
                  <a:lnTo>
                    <a:pt x="850849" y="1608988"/>
                  </a:lnTo>
                  <a:lnTo>
                    <a:pt x="849777" y="1609478"/>
                  </a:lnTo>
                  <a:lnTo>
                    <a:pt x="848706" y="1609968"/>
                  </a:lnTo>
                  <a:lnTo>
                    <a:pt x="847634" y="1610457"/>
                  </a:lnTo>
                  <a:lnTo>
                    <a:pt x="846563" y="1610946"/>
                  </a:lnTo>
                  <a:lnTo>
                    <a:pt x="845491" y="1611434"/>
                  </a:lnTo>
                  <a:lnTo>
                    <a:pt x="844419" y="1611922"/>
                  </a:lnTo>
                  <a:lnTo>
                    <a:pt x="843348" y="1612410"/>
                  </a:lnTo>
                  <a:lnTo>
                    <a:pt x="842276" y="1612898"/>
                  </a:lnTo>
                  <a:lnTo>
                    <a:pt x="841205" y="1613385"/>
                  </a:lnTo>
                  <a:lnTo>
                    <a:pt x="840133" y="1613872"/>
                  </a:lnTo>
                  <a:lnTo>
                    <a:pt x="839061" y="1614359"/>
                  </a:lnTo>
                  <a:lnTo>
                    <a:pt x="837990" y="1614846"/>
                  </a:lnTo>
                  <a:lnTo>
                    <a:pt x="836918" y="1615332"/>
                  </a:lnTo>
                  <a:lnTo>
                    <a:pt x="835847" y="1615818"/>
                  </a:lnTo>
                  <a:lnTo>
                    <a:pt x="834775" y="1616303"/>
                  </a:lnTo>
                  <a:lnTo>
                    <a:pt x="833703" y="1616789"/>
                  </a:lnTo>
                  <a:lnTo>
                    <a:pt x="832632" y="1617274"/>
                  </a:lnTo>
                  <a:lnTo>
                    <a:pt x="831560" y="1617759"/>
                  </a:lnTo>
                  <a:lnTo>
                    <a:pt x="830489" y="1618243"/>
                  </a:lnTo>
                  <a:lnTo>
                    <a:pt x="829417" y="1618727"/>
                  </a:lnTo>
                  <a:lnTo>
                    <a:pt x="828345" y="1619211"/>
                  </a:lnTo>
                  <a:lnTo>
                    <a:pt x="827274" y="1619695"/>
                  </a:lnTo>
                  <a:lnTo>
                    <a:pt x="826202" y="1620179"/>
                  </a:lnTo>
                  <a:lnTo>
                    <a:pt x="825131" y="1620662"/>
                  </a:lnTo>
                  <a:lnTo>
                    <a:pt x="824059" y="1621145"/>
                  </a:lnTo>
                  <a:lnTo>
                    <a:pt x="822987" y="1621627"/>
                  </a:lnTo>
                  <a:lnTo>
                    <a:pt x="821916" y="1622110"/>
                  </a:lnTo>
                  <a:lnTo>
                    <a:pt x="820844" y="1622592"/>
                  </a:lnTo>
                  <a:lnTo>
                    <a:pt x="819773" y="1623074"/>
                  </a:lnTo>
                  <a:lnTo>
                    <a:pt x="818701" y="1623555"/>
                  </a:lnTo>
                  <a:lnTo>
                    <a:pt x="817629" y="1624037"/>
                  </a:lnTo>
                  <a:lnTo>
                    <a:pt x="816558" y="1624518"/>
                  </a:lnTo>
                  <a:lnTo>
                    <a:pt x="815486" y="1624999"/>
                  </a:lnTo>
                  <a:lnTo>
                    <a:pt x="814415" y="1625479"/>
                  </a:lnTo>
                  <a:lnTo>
                    <a:pt x="813343" y="1625960"/>
                  </a:lnTo>
                  <a:lnTo>
                    <a:pt x="812271" y="1626440"/>
                  </a:lnTo>
                  <a:lnTo>
                    <a:pt x="811200" y="1626920"/>
                  </a:lnTo>
                  <a:lnTo>
                    <a:pt x="810128" y="1627400"/>
                  </a:lnTo>
                  <a:lnTo>
                    <a:pt x="809057" y="1627879"/>
                  </a:lnTo>
                  <a:lnTo>
                    <a:pt x="807985" y="1628358"/>
                  </a:lnTo>
                  <a:lnTo>
                    <a:pt x="806913" y="1628837"/>
                  </a:lnTo>
                  <a:lnTo>
                    <a:pt x="805842" y="1629316"/>
                  </a:lnTo>
                  <a:lnTo>
                    <a:pt x="804770" y="1629794"/>
                  </a:lnTo>
                  <a:lnTo>
                    <a:pt x="803699" y="1630272"/>
                  </a:lnTo>
                  <a:lnTo>
                    <a:pt x="802627" y="1630750"/>
                  </a:lnTo>
                  <a:lnTo>
                    <a:pt x="801555" y="1631228"/>
                  </a:lnTo>
                  <a:lnTo>
                    <a:pt x="800484" y="1631706"/>
                  </a:lnTo>
                  <a:lnTo>
                    <a:pt x="799412" y="1632183"/>
                  </a:lnTo>
                  <a:lnTo>
                    <a:pt x="798341" y="1632660"/>
                  </a:lnTo>
                  <a:lnTo>
                    <a:pt x="797269" y="1633137"/>
                  </a:lnTo>
                  <a:lnTo>
                    <a:pt x="796197" y="1633614"/>
                  </a:lnTo>
                  <a:lnTo>
                    <a:pt x="795126" y="1634090"/>
                  </a:lnTo>
                  <a:lnTo>
                    <a:pt x="794054" y="1634566"/>
                  </a:lnTo>
                  <a:lnTo>
                    <a:pt x="792983" y="1635042"/>
                  </a:lnTo>
                  <a:lnTo>
                    <a:pt x="791911" y="1635518"/>
                  </a:lnTo>
                  <a:lnTo>
                    <a:pt x="790839" y="1635993"/>
                  </a:lnTo>
                  <a:lnTo>
                    <a:pt x="789768" y="1636469"/>
                  </a:lnTo>
                  <a:lnTo>
                    <a:pt x="788696" y="1636944"/>
                  </a:lnTo>
                  <a:lnTo>
                    <a:pt x="787625" y="1637419"/>
                  </a:lnTo>
                  <a:lnTo>
                    <a:pt x="786553" y="1637893"/>
                  </a:lnTo>
                  <a:lnTo>
                    <a:pt x="785481" y="1638368"/>
                  </a:lnTo>
                  <a:lnTo>
                    <a:pt x="784410" y="1638842"/>
                  </a:lnTo>
                  <a:lnTo>
                    <a:pt x="783338" y="1639316"/>
                  </a:lnTo>
                  <a:lnTo>
                    <a:pt x="782267" y="1639790"/>
                  </a:lnTo>
                  <a:lnTo>
                    <a:pt x="781195" y="1640264"/>
                  </a:lnTo>
                  <a:lnTo>
                    <a:pt x="780123" y="1640737"/>
                  </a:lnTo>
                  <a:lnTo>
                    <a:pt x="779052" y="1641210"/>
                  </a:lnTo>
                  <a:lnTo>
                    <a:pt x="777980" y="1641683"/>
                  </a:lnTo>
                  <a:lnTo>
                    <a:pt x="776909" y="1642156"/>
                  </a:lnTo>
                  <a:lnTo>
                    <a:pt x="775837" y="1642628"/>
                  </a:lnTo>
                  <a:lnTo>
                    <a:pt x="774765" y="1643101"/>
                  </a:lnTo>
                  <a:lnTo>
                    <a:pt x="773694" y="1643573"/>
                  </a:lnTo>
                  <a:lnTo>
                    <a:pt x="772622" y="1644045"/>
                  </a:lnTo>
                  <a:lnTo>
                    <a:pt x="771551" y="1644517"/>
                  </a:lnTo>
                  <a:lnTo>
                    <a:pt x="770479" y="1644988"/>
                  </a:lnTo>
                  <a:lnTo>
                    <a:pt x="769407" y="1645460"/>
                  </a:lnTo>
                  <a:lnTo>
                    <a:pt x="768336" y="1645931"/>
                  </a:lnTo>
                  <a:lnTo>
                    <a:pt x="767264" y="1646402"/>
                  </a:lnTo>
                  <a:lnTo>
                    <a:pt x="766193" y="1646873"/>
                  </a:lnTo>
                  <a:lnTo>
                    <a:pt x="765121" y="1647343"/>
                  </a:lnTo>
                  <a:lnTo>
                    <a:pt x="764049" y="1647814"/>
                  </a:lnTo>
                  <a:lnTo>
                    <a:pt x="762978" y="1648284"/>
                  </a:lnTo>
                  <a:lnTo>
                    <a:pt x="761906" y="1648754"/>
                  </a:lnTo>
                  <a:lnTo>
                    <a:pt x="760835" y="1649223"/>
                  </a:lnTo>
                  <a:lnTo>
                    <a:pt x="759763" y="1649693"/>
                  </a:lnTo>
                  <a:lnTo>
                    <a:pt x="758691" y="1650162"/>
                  </a:lnTo>
                  <a:lnTo>
                    <a:pt x="757620" y="1650632"/>
                  </a:lnTo>
                  <a:lnTo>
                    <a:pt x="756548" y="1651101"/>
                  </a:lnTo>
                  <a:lnTo>
                    <a:pt x="755477" y="1651569"/>
                  </a:lnTo>
                  <a:lnTo>
                    <a:pt x="754405" y="1652038"/>
                  </a:lnTo>
                  <a:lnTo>
                    <a:pt x="753333" y="1652506"/>
                  </a:lnTo>
                  <a:lnTo>
                    <a:pt x="752262" y="1652975"/>
                  </a:lnTo>
                  <a:lnTo>
                    <a:pt x="751190" y="1653443"/>
                  </a:lnTo>
                  <a:lnTo>
                    <a:pt x="750119" y="1653911"/>
                  </a:lnTo>
                  <a:lnTo>
                    <a:pt x="749047" y="1654378"/>
                  </a:lnTo>
                  <a:lnTo>
                    <a:pt x="747975" y="1654846"/>
                  </a:lnTo>
                  <a:lnTo>
                    <a:pt x="746904" y="1655313"/>
                  </a:lnTo>
                  <a:lnTo>
                    <a:pt x="745832" y="1655780"/>
                  </a:lnTo>
                  <a:lnTo>
                    <a:pt x="744761" y="1656247"/>
                  </a:lnTo>
                  <a:lnTo>
                    <a:pt x="743689" y="1656714"/>
                  </a:lnTo>
                  <a:lnTo>
                    <a:pt x="742617" y="1657180"/>
                  </a:lnTo>
                  <a:lnTo>
                    <a:pt x="741546" y="1657646"/>
                  </a:lnTo>
                  <a:lnTo>
                    <a:pt x="740474" y="1658113"/>
                  </a:lnTo>
                  <a:lnTo>
                    <a:pt x="739403" y="1658579"/>
                  </a:lnTo>
                  <a:lnTo>
                    <a:pt x="738331" y="1659044"/>
                  </a:lnTo>
                  <a:lnTo>
                    <a:pt x="737259" y="1659510"/>
                  </a:lnTo>
                  <a:lnTo>
                    <a:pt x="736188" y="1659975"/>
                  </a:lnTo>
                  <a:lnTo>
                    <a:pt x="735116" y="1660440"/>
                  </a:lnTo>
                  <a:lnTo>
                    <a:pt x="734045" y="1660905"/>
                  </a:lnTo>
                  <a:lnTo>
                    <a:pt x="732973" y="1661370"/>
                  </a:lnTo>
                  <a:lnTo>
                    <a:pt x="731901" y="1661835"/>
                  </a:lnTo>
                  <a:lnTo>
                    <a:pt x="730830" y="1662299"/>
                  </a:lnTo>
                  <a:lnTo>
                    <a:pt x="729758" y="1662763"/>
                  </a:lnTo>
                  <a:lnTo>
                    <a:pt x="728687" y="1663228"/>
                  </a:lnTo>
                  <a:lnTo>
                    <a:pt x="727615" y="1663691"/>
                  </a:lnTo>
                  <a:lnTo>
                    <a:pt x="726543" y="1664155"/>
                  </a:lnTo>
                  <a:lnTo>
                    <a:pt x="725472" y="1664619"/>
                  </a:lnTo>
                  <a:lnTo>
                    <a:pt x="724400" y="1665082"/>
                  </a:lnTo>
                  <a:lnTo>
                    <a:pt x="723329" y="1665545"/>
                  </a:lnTo>
                  <a:lnTo>
                    <a:pt x="722257" y="1666008"/>
                  </a:lnTo>
                  <a:lnTo>
                    <a:pt x="721185" y="1666470"/>
                  </a:lnTo>
                  <a:lnTo>
                    <a:pt x="720114" y="1666933"/>
                  </a:lnTo>
                  <a:lnTo>
                    <a:pt x="719042" y="1667395"/>
                  </a:lnTo>
                  <a:lnTo>
                    <a:pt x="717971" y="1667857"/>
                  </a:lnTo>
                  <a:lnTo>
                    <a:pt x="716899" y="1668319"/>
                  </a:lnTo>
                  <a:lnTo>
                    <a:pt x="715827" y="1668781"/>
                  </a:lnTo>
                  <a:lnTo>
                    <a:pt x="714756" y="1669243"/>
                  </a:lnTo>
                  <a:lnTo>
                    <a:pt x="713684" y="1669704"/>
                  </a:lnTo>
                  <a:lnTo>
                    <a:pt x="712613" y="1670165"/>
                  </a:lnTo>
                  <a:lnTo>
                    <a:pt x="711541" y="1670626"/>
                  </a:lnTo>
                  <a:lnTo>
                    <a:pt x="710469" y="1671087"/>
                  </a:lnTo>
                  <a:lnTo>
                    <a:pt x="709398" y="1671548"/>
                  </a:lnTo>
                  <a:lnTo>
                    <a:pt x="708326" y="1672008"/>
                  </a:lnTo>
                  <a:lnTo>
                    <a:pt x="707255" y="1672468"/>
                  </a:lnTo>
                  <a:lnTo>
                    <a:pt x="706183" y="1672928"/>
                  </a:lnTo>
                  <a:lnTo>
                    <a:pt x="705112" y="1673388"/>
                  </a:lnTo>
                  <a:lnTo>
                    <a:pt x="704040" y="1673848"/>
                  </a:lnTo>
                  <a:lnTo>
                    <a:pt x="702968" y="1674307"/>
                  </a:lnTo>
                  <a:lnTo>
                    <a:pt x="701897" y="1674766"/>
                  </a:lnTo>
                  <a:lnTo>
                    <a:pt x="700825" y="1675225"/>
                  </a:lnTo>
                  <a:lnTo>
                    <a:pt x="699754" y="1675684"/>
                  </a:lnTo>
                  <a:lnTo>
                    <a:pt x="698682" y="1676143"/>
                  </a:lnTo>
                  <a:lnTo>
                    <a:pt x="697610" y="1676601"/>
                  </a:lnTo>
                  <a:lnTo>
                    <a:pt x="696539" y="1677059"/>
                  </a:lnTo>
                  <a:lnTo>
                    <a:pt x="695467" y="1677517"/>
                  </a:lnTo>
                  <a:lnTo>
                    <a:pt x="694396" y="1677975"/>
                  </a:lnTo>
                  <a:lnTo>
                    <a:pt x="693324" y="1678433"/>
                  </a:lnTo>
                  <a:lnTo>
                    <a:pt x="692252" y="1678890"/>
                  </a:lnTo>
                  <a:lnTo>
                    <a:pt x="691181" y="1679347"/>
                  </a:lnTo>
                  <a:lnTo>
                    <a:pt x="690109" y="1679804"/>
                  </a:lnTo>
                  <a:lnTo>
                    <a:pt x="689038" y="1680261"/>
                  </a:lnTo>
                  <a:lnTo>
                    <a:pt x="687966" y="1680718"/>
                  </a:lnTo>
                  <a:lnTo>
                    <a:pt x="686894" y="1681174"/>
                  </a:lnTo>
                  <a:lnTo>
                    <a:pt x="685823" y="1681630"/>
                  </a:lnTo>
                  <a:lnTo>
                    <a:pt x="684751" y="1682086"/>
                  </a:lnTo>
                  <a:lnTo>
                    <a:pt x="683680" y="1682542"/>
                  </a:lnTo>
                  <a:lnTo>
                    <a:pt x="682608" y="1682998"/>
                  </a:lnTo>
                  <a:lnTo>
                    <a:pt x="681536" y="1683453"/>
                  </a:lnTo>
                  <a:lnTo>
                    <a:pt x="680465" y="1683908"/>
                  </a:lnTo>
                  <a:lnTo>
                    <a:pt x="679393" y="1684363"/>
                  </a:lnTo>
                  <a:lnTo>
                    <a:pt x="678322" y="1684818"/>
                  </a:lnTo>
                  <a:lnTo>
                    <a:pt x="677250" y="1685272"/>
                  </a:lnTo>
                  <a:lnTo>
                    <a:pt x="676178" y="1685727"/>
                  </a:lnTo>
                  <a:lnTo>
                    <a:pt x="675107" y="1686181"/>
                  </a:lnTo>
                  <a:lnTo>
                    <a:pt x="674035" y="1686635"/>
                  </a:lnTo>
                  <a:lnTo>
                    <a:pt x="672964" y="1687088"/>
                  </a:lnTo>
                  <a:lnTo>
                    <a:pt x="671892" y="1687542"/>
                  </a:lnTo>
                  <a:lnTo>
                    <a:pt x="670820" y="1687995"/>
                  </a:lnTo>
                  <a:lnTo>
                    <a:pt x="669749" y="1688448"/>
                  </a:lnTo>
                  <a:lnTo>
                    <a:pt x="668677" y="1688901"/>
                  </a:lnTo>
                  <a:lnTo>
                    <a:pt x="667606" y="1689353"/>
                  </a:lnTo>
                  <a:lnTo>
                    <a:pt x="666534" y="1689806"/>
                  </a:lnTo>
                  <a:lnTo>
                    <a:pt x="665462" y="1690258"/>
                  </a:lnTo>
                  <a:lnTo>
                    <a:pt x="664391" y="1690710"/>
                  </a:lnTo>
                  <a:lnTo>
                    <a:pt x="663319" y="1691161"/>
                  </a:lnTo>
                  <a:lnTo>
                    <a:pt x="662248" y="1691613"/>
                  </a:lnTo>
                  <a:lnTo>
                    <a:pt x="661176" y="1692064"/>
                  </a:lnTo>
                  <a:lnTo>
                    <a:pt x="660104" y="1692515"/>
                  </a:lnTo>
                  <a:lnTo>
                    <a:pt x="659033" y="1692966"/>
                  </a:lnTo>
                  <a:lnTo>
                    <a:pt x="657961" y="1693416"/>
                  </a:lnTo>
                  <a:lnTo>
                    <a:pt x="656890" y="1693866"/>
                  </a:lnTo>
                  <a:lnTo>
                    <a:pt x="655818" y="1694316"/>
                  </a:lnTo>
                  <a:lnTo>
                    <a:pt x="654746" y="1694766"/>
                  </a:lnTo>
                  <a:lnTo>
                    <a:pt x="653675" y="1695216"/>
                  </a:lnTo>
                  <a:lnTo>
                    <a:pt x="652603" y="1695665"/>
                  </a:lnTo>
                  <a:lnTo>
                    <a:pt x="651532" y="1696114"/>
                  </a:lnTo>
                  <a:lnTo>
                    <a:pt x="650460" y="1696563"/>
                  </a:lnTo>
                  <a:lnTo>
                    <a:pt x="649388" y="1697012"/>
                  </a:lnTo>
                  <a:lnTo>
                    <a:pt x="648317" y="1697460"/>
                  </a:lnTo>
                  <a:lnTo>
                    <a:pt x="647245" y="1697908"/>
                  </a:lnTo>
                  <a:lnTo>
                    <a:pt x="646174" y="1698356"/>
                  </a:lnTo>
                  <a:lnTo>
                    <a:pt x="645102" y="1698804"/>
                  </a:lnTo>
                  <a:lnTo>
                    <a:pt x="644030" y="1699252"/>
                  </a:lnTo>
                  <a:lnTo>
                    <a:pt x="642959" y="1699699"/>
                  </a:lnTo>
                  <a:lnTo>
                    <a:pt x="641887" y="1700146"/>
                  </a:lnTo>
                  <a:lnTo>
                    <a:pt x="640816" y="1700592"/>
                  </a:lnTo>
                  <a:lnTo>
                    <a:pt x="639744" y="1701039"/>
                  </a:lnTo>
                  <a:lnTo>
                    <a:pt x="638672" y="1701485"/>
                  </a:lnTo>
                  <a:lnTo>
                    <a:pt x="637601" y="1701931"/>
                  </a:lnTo>
                  <a:lnTo>
                    <a:pt x="636529" y="1702377"/>
                  </a:lnTo>
                  <a:lnTo>
                    <a:pt x="635458" y="1702822"/>
                  </a:lnTo>
                  <a:lnTo>
                    <a:pt x="634386" y="1703268"/>
                  </a:lnTo>
                  <a:lnTo>
                    <a:pt x="633314" y="1703712"/>
                  </a:lnTo>
                  <a:lnTo>
                    <a:pt x="632243" y="1704157"/>
                  </a:lnTo>
                  <a:lnTo>
                    <a:pt x="631171" y="1704602"/>
                  </a:lnTo>
                  <a:lnTo>
                    <a:pt x="630100" y="1705046"/>
                  </a:lnTo>
                  <a:lnTo>
                    <a:pt x="629028" y="1705490"/>
                  </a:lnTo>
                  <a:lnTo>
                    <a:pt x="627956" y="1705933"/>
                  </a:lnTo>
                  <a:lnTo>
                    <a:pt x="626885" y="1706377"/>
                  </a:lnTo>
                  <a:lnTo>
                    <a:pt x="625813" y="1706820"/>
                  </a:lnTo>
                  <a:lnTo>
                    <a:pt x="624742" y="1707263"/>
                  </a:lnTo>
                  <a:lnTo>
                    <a:pt x="623670" y="1707706"/>
                  </a:lnTo>
                  <a:lnTo>
                    <a:pt x="622598" y="1708148"/>
                  </a:lnTo>
                  <a:lnTo>
                    <a:pt x="621527" y="1708590"/>
                  </a:lnTo>
                  <a:lnTo>
                    <a:pt x="620455" y="1709032"/>
                  </a:lnTo>
                  <a:lnTo>
                    <a:pt x="619384" y="1709473"/>
                  </a:lnTo>
                  <a:lnTo>
                    <a:pt x="618312" y="1709915"/>
                  </a:lnTo>
                  <a:lnTo>
                    <a:pt x="617240" y="1710356"/>
                  </a:lnTo>
                  <a:lnTo>
                    <a:pt x="616169" y="1710797"/>
                  </a:lnTo>
                  <a:lnTo>
                    <a:pt x="615097" y="1711237"/>
                  </a:lnTo>
                  <a:lnTo>
                    <a:pt x="614026" y="1711677"/>
                  </a:lnTo>
                  <a:lnTo>
                    <a:pt x="612954" y="1712117"/>
                  </a:lnTo>
                  <a:lnTo>
                    <a:pt x="611882" y="1712557"/>
                  </a:lnTo>
                  <a:lnTo>
                    <a:pt x="610811" y="1712996"/>
                  </a:lnTo>
                  <a:lnTo>
                    <a:pt x="609739" y="1713435"/>
                  </a:lnTo>
                  <a:lnTo>
                    <a:pt x="608668" y="1713874"/>
                  </a:lnTo>
                  <a:lnTo>
                    <a:pt x="607596" y="1714313"/>
                  </a:lnTo>
                  <a:lnTo>
                    <a:pt x="606524" y="1714751"/>
                  </a:lnTo>
                  <a:lnTo>
                    <a:pt x="605453" y="1715189"/>
                  </a:lnTo>
                  <a:lnTo>
                    <a:pt x="604381" y="1715627"/>
                  </a:lnTo>
                  <a:lnTo>
                    <a:pt x="603310" y="1716064"/>
                  </a:lnTo>
                  <a:lnTo>
                    <a:pt x="602238" y="1716501"/>
                  </a:lnTo>
                  <a:lnTo>
                    <a:pt x="601166" y="1716938"/>
                  </a:lnTo>
                  <a:lnTo>
                    <a:pt x="600095" y="1717375"/>
                  </a:lnTo>
                  <a:lnTo>
                    <a:pt x="599023" y="1717811"/>
                  </a:lnTo>
                  <a:lnTo>
                    <a:pt x="597952" y="1718247"/>
                  </a:lnTo>
                  <a:lnTo>
                    <a:pt x="596880" y="1718682"/>
                  </a:lnTo>
                  <a:lnTo>
                    <a:pt x="595808" y="1719118"/>
                  </a:lnTo>
                  <a:lnTo>
                    <a:pt x="594737" y="1719553"/>
                  </a:lnTo>
                  <a:lnTo>
                    <a:pt x="593665" y="1719988"/>
                  </a:lnTo>
                  <a:lnTo>
                    <a:pt x="592594" y="1720422"/>
                  </a:lnTo>
                  <a:lnTo>
                    <a:pt x="591522" y="1720856"/>
                  </a:lnTo>
                  <a:lnTo>
                    <a:pt x="590450" y="1721290"/>
                  </a:lnTo>
                  <a:lnTo>
                    <a:pt x="589379" y="1721724"/>
                  </a:lnTo>
                  <a:lnTo>
                    <a:pt x="588307" y="1722157"/>
                  </a:lnTo>
                  <a:lnTo>
                    <a:pt x="587236" y="1722590"/>
                  </a:lnTo>
                  <a:lnTo>
                    <a:pt x="586164" y="1723023"/>
                  </a:lnTo>
                  <a:lnTo>
                    <a:pt x="585092" y="1723455"/>
                  </a:lnTo>
                  <a:lnTo>
                    <a:pt x="584021" y="1723887"/>
                  </a:lnTo>
                  <a:lnTo>
                    <a:pt x="582949" y="1724319"/>
                  </a:lnTo>
                  <a:lnTo>
                    <a:pt x="581878" y="1724750"/>
                  </a:lnTo>
                  <a:lnTo>
                    <a:pt x="580806" y="1725181"/>
                  </a:lnTo>
                  <a:lnTo>
                    <a:pt x="579734" y="1725612"/>
                  </a:lnTo>
                  <a:lnTo>
                    <a:pt x="578663" y="1726043"/>
                  </a:lnTo>
                  <a:lnTo>
                    <a:pt x="577591" y="1726473"/>
                  </a:lnTo>
                  <a:lnTo>
                    <a:pt x="576520" y="1726903"/>
                  </a:lnTo>
                  <a:lnTo>
                    <a:pt x="575448" y="1727332"/>
                  </a:lnTo>
                  <a:lnTo>
                    <a:pt x="574376" y="1727762"/>
                  </a:lnTo>
                  <a:lnTo>
                    <a:pt x="573305" y="1728191"/>
                  </a:lnTo>
                  <a:lnTo>
                    <a:pt x="572233" y="1728619"/>
                  </a:lnTo>
                  <a:lnTo>
                    <a:pt x="571162" y="1729047"/>
                  </a:lnTo>
                  <a:lnTo>
                    <a:pt x="570090" y="1729475"/>
                  </a:lnTo>
                  <a:lnTo>
                    <a:pt x="569018" y="1729903"/>
                  </a:lnTo>
                  <a:lnTo>
                    <a:pt x="567947" y="1730330"/>
                  </a:lnTo>
                  <a:lnTo>
                    <a:pt x="566875" y="1730757"/>
                  </a:lnTo>
                  <a:lnTo>
                    <a:pt x="565804" y="1731184"/>
                  </a:lnTo>
                  <a:lnTo>
                    <a:pt x="564732" y="1731610"/>
                  </a:lnTo>
                  <a:lnTo>
                    <a:pt x="563660" y="1732036"/>
                  </a:lnTo>
                  <a:lnTo>
                    <a:pt x="562589" y="1732462"/>
                  </a:lnTo>
                  <a:lnTo>
                    <a:pt x="561517" y="1732887"/>
                  </a:lnTo>
                  <a:lnTo>
                    <a:pt x="560446" y="1733312"/>
                  </a:lnTo>
                  <a:lnTo>
                    <a:pt x="559374" y="1733737"/>
                  </a:lnTo>
                  <a:lnTo>
                    <a:pt x="558302" y="1734161"/>
                  </a:lnTo>
                  <a:lnTo>
                    <a:pt x="557231" y="1734585"/>
                  </a:lnTo>
                  <a:lnTo>
                    <a:pt x="556159" y="1735009"/>
                  </a:lnTo>
                  <a:lnTo>
                    <a:pt x="555088" y="1735432"/>
                  </a:lnTo>
                  <a:lnTo>
                    <a:pt x="554016" y="1735855"/>
                  </a:lnTo>
                  <a:lnTo>
                    <a:pt x="552944" y="1736278"/>
                  </a:lnTo>
                  <a:lnTo>
                    <a:pt x="551873" y="1736700"/>
                  </a:lnTo>
                  <a:lnTo>
                    <a:pt x="550801" y="1737122"/>
                  </a:lnTo>
                  <a:lnTo>
                    <a:pt x="549730" y="1737544"/>
                  </a:lnTo>
                  <a:lnTo>
                    <a:pt x="548658" y="1737965"/>
                  </a:lnTo>
                  <a:lnTo>
                    <a:pt x="547586" y="1738386"/>
                  </a:lnTo>
                  <a:lnTo>
                    <a:pt x="546515" y="1738807"/>
                  </a:lnTo>
                  <a:lnTo>
                    <a:pt x="545443" y="1739227"/>
                  </a:lnTo>
                  <a:lnTo>
                    <a:pt x="544372" y="1739647"/>
                  </a:lnTo>
                  <a:lnTo>
                    <a:pt x="543300" y="1740066"/>
                  </a:lnTo>
                  <a:lnTo>
                    <a:pt x="542228" y="1740486"/>
                  </a:lnTo>
                  <a:lnTo>
                    <a:pt x="541157" y="1740905"/>
                  </a:lnTo>
                  <a:lnTo>
                    <a:pt x="540085" y="1741323"/>
                  </a:lnTo>
                  <a:lnTo>
                    <a:pt x="539014" y="1741741"/>
                  </a:lnTo>
                  <a:lnTo>
                    <a:pt x="537942" y="1742159"/>
                  </a:lnTo>
                  <a:lnTo>
                    <a:pt x="536870" y="1742576"/>
                  </a:lnTo>
                  <a:lnTo>
                    <a:pt x="535799" y="1742993"/>
                  </a:lnTo>
                  <a:lnTo>
                    <a:pt x="534727" y="1743410"/>
                  </a:lnTo>
                  <a:lnTo>
                    <a:pt x="533656" y="1743827"/>
                  </a:lnTo>
                  <a:lnTo>
                    <a:pt x="532584" y="1744243"/>
                  </a:lnTo>
                  <a:lnTo>
                    <a:pt x="531513" y="1744658"/>
                  </a:lnTo>
                  <a:lnTo>
                    <a:pt x="530441" y="1745073"/>
                  </a:lnTo>
                  <a:lnTo>
                    <a:pt x="529369" y="1745488"/>
                  </a:lnTo>
                  <a:lnTo>
                    <a:pt x="528298" y="1745903"/>
                  </a:lnTo>
                  <a:lnTo>
                    <a:pt x="527226" y="1746317"/>
                  </a:lnTo>
                  <a:lnTo>
                    <a:pt x="526155" y="1746731"/>
                  </a:lnTo>
                  <a:lnTo>
                    <a:pt x="525083" y="1747144"/>
                  </a:lnTo>
                  <a:lnTo>
                    <a:pt x="524011" y="1747557"/>
                  </a:lnTo>
                  <a:lnTo>
                    <a:pt x="522940" y="1747970"/>
                  </a:lnTo>
                  <a:lnTo>
                    <a:pt x="521868" y="1748382"/>
                  </a:lnTo>
                  <a:lnTo>
                    <a:pt x="520797" y="1748794"/>
                  </a:lnTo>
                  <a:lnTo>
                    <a:pt x="519725" y="1749206"/>
                  </a:lnTo>
                  <a:lnTo>
                    <a:pt x="518653" y="1749617"/>
                  </a:lnTo>
                  <a:lnTo>
                    <a:pt x="517582" y="1750028"/>
                  </a:lnTo>
                  <a:lnTo>
                    <a:pt x="516510" y="1750439"/>
                  </a:lnTo>
                  <a:lnTo>
                    <a:pt x="515439" y="1750849"/>
                  </a:lnTo>
                  <a:lnTo>
                    <a:pt x="514367" y="1751258"/>
                  </a:lnTo>
                  <a:lnTo>
                    <a:pt x="513295" y="1751668"/>
                  </a:lnTo>
                  <a:lnTo>
                    <a:pt x="512224" y="1752077"/>
                  </a:lnTo>
                  <a:lnTo>
                    <a:pt x="511152" y="1752485"/>
                  </a:lnTo>
                  <a:lnTo>
                    <a:pt x="510081" y="1752894"/>
                  </a:lnTo>
                  <a:lnTo>
                    <a:pt x="509009" y="1753301"/>
                  </a:lnTo>
                  <a:lnTo>
                    <a:pt x="507937" y="1753709"/>
                  </a:lnTo>
                  <a:lnTo>
                    <a:pt x="506866" y="1754116"/>
                  </a:lnTo>
                  <a:lnTo>
                    <a:pt x="505794" y="1754523"/>
                  </a:lnTo>
                  <a:lnTo>
                    <a:pt x="504723" y="1754929"/>
                  </a:lnTo>
                  <a:lnTo>
                    <a:pt x="503651" y="1755335"/>
                  </a:lnTo>
                  <a:lnTo>
                    <a:pt x="502579" y="1755740"/>
                  </a:lnTo>
                  <a:lnTo>
                    <a:pt x="501508" y="1756146"/>
                  </a:lnTo>
                  <a:lnTo>
                    <a:pt x="500436" y="1756550"/>
                  </a:lnTo>
                  <a:lnTo>
                    <a:pt x="499365" y="1756955"/>
                  </a:lnTo>
                  <a:lnTo>
                    <a:pt x="498293" y="1757359"/>
                  </a:lnTo>
                  <a:lnTo>
                    <a:pt x="497221" y="1757762"/>
                  </a:lnTo>
                  <a:lnTo>
                    <a:pt x="496150" y="1758165"/>
                  </a:lnTo>
                  <a:lnTo>
                    <a:pt x="495078" y="1758568"/>
                  </a:lnTo>
                  <a:lnTo>
                    <a:pt x="494007" y="1758971"/>
                  </a:lnTo>
                  <a:lnTo>
                    <a:pt x="492935" y="1759373"/>
                  </a:lnTo>
                  <a:lnTo>
                    <a:pt x="491863" y="1759774"/>
                  </a:lnTo>
                  <a:lnTo>
                    <a:pt x="490792" y="1760175"/>
                  </a:lnTo>
                  <a:lnTo>
                    <a:pt x="489720" y="1760576"/>
                  </a:lnTo>
                  <a:lnTo>
                    <a:pt x="488649" y="1760977"/>
                  </a:lnTo>
                  <a:lnTo>
                    <a:pt x="487577" y="1761377"/>
                  </a:lnTo>
                  <a:lnTo>
                    <a:pt x="486505" y="1761776"/>
                  </a:lnTo>
                  <a:lnTo>
                    <a:pt x="485434" y="1762176"/>
                  </a:lnTo>
                  <a:lnTo>
                    <a:pt x="484362" y="1762575"/>
                  </a:lnTo>
                  <a:lnTo>
                    <a:pt x="483291" y="1762973"/>
                  </a:lnTo>
                  <a:lnTo>
                    <a:pt x="482219" y="1763371"/>
                  </a:lnTo>
                  <a:lnTo>
                    <a:pt x="481147" y="1763769"/>
                  </a:lnTo>
                  <a:lnTo>
                    <a:pt x="480076" y="1764166"/>
                  </a:lnTo>
                  <a:lnTo>
                    <a:pt x="479004" y="1764563"/>
                  </a:lnTo>
                  <a:lnTo>
                    <a:pt x="477933" y="1764959"/>
                  </a:lnTo>
                  <a:lnTo>
                    <a:pt x="476861" y="1765355"/>
                  </a:lnTo>
                  <a:lnTo>
                    <a:pt x="475789" y="1765751"/>
                  </a:lnTo>
                  <a:lnTo>
                    <a:pt x="474718" y="1766146"/>
                  </a:lnTo>
                  <a:lnTo>
                    <a:pt x="473646" y="1766541"/>
                  </a:lnTo>
                  <a:lnTo>
                    <a:pt x="472575" y="1766935"/>
                  </a:lnTo>
                  <a:lnTo>
                    <a:pt x="471503" y="1767329"/>
                  </a:lnTo>
                  <a:lnTo>
                    <a:pt x="470431" y="1767723"/>
                  </a:lnTo>
                  <a:lnTo>
                    <a:pt x="469360" y="1768116"/>
                  </a:lnTo>
                  <a:lnTo>
                    <a:pt x="468288" y="1768509"/>
                  </a:lnTo>
                  <a:lnTo>
                    <a:pt x="467217" y="1768901"/>
                  </a:lnTo>
                  <a:lnTo>
                    <a:pt x="466145" y="1769293"/>
                  </a:lnTo>
                  <a:lnTo>
                    <a:pt x="465073" y="1769684"/>
                  </a:lnTo>
                  <a:lnTo>
                    <a:pt x="464002" y="1770076"/>
                  </a:lnTo>
                  <a:lnTo>
                    <a:pt x="462930" y="1770466"/>
                  </a:lnTo>
                  <a:lnTo>
                    <a:pt x="461859" y="1770857"/>
                  </a:lnTo>
                  <a:lnTo>
                    <a:pt x="460787" y="1771246"/>
                  </a:lnTo>
                  <a:lnTo>
                    <a:pt x="459715" y="1771636"/>
                  </a:lnTo>
                  <a:lnTo>
                    <a:pt x="458644" y="1772025"/>
                  </a:lnTo>
                  <a:lnTo>
                    <a:pt x="457572" y="1772413"/>
                  </a:lnTo>
                  <a:lnTo>
                    <a:pt x="456501" y="1772802"/>
                  </a:lnTo>
                  <a:lnTo>
                    <a:pt x="455429" y="1773189"/>
                  </a:lnTo>
                  <a:lnTo>
                    <a:pt x="454357" y="1773577"/>
                  </a:lnTo>
                  <a:lnTo>
                    <a:pt x="453286" y="1773964"/>
                  </a:lnTo>
                  <a:lnTo>
                    <a:pt x="452214" y="1774350"/>
                  </a:lnTo>
                  <a:lnTo>
                    <a:pt x="451143" y="1774736"/>
                  </a:lnTo>
                  <a:lnTo>
                    <a:pt x="450071" y="1775122"/>
                  </a:lnTo>
                  <a:lnTo>
                    <a:pt x="448999" y="1775507"/>
                  </a:lnTo>
                  <a:lnTo>
                    <a:pt x="447928" y="1775892"/>
                  </a:lnTo>
                  <a:lnTo>
                    <a:pt x="446856" y="1776277"/>
                  </a:lnTo>
                  <a:lnTo>
                    <a:pt x="445785" y="1776661"/>
                  </a:lnTo>
                  <a:lnTo>
                    <a:pt x="444713" y="1777044"/>
                  </a:lnTo>
                  <a:lnTo>
                    <a:pt x="443641" y="1777427"/>
                  </a:lnTo>
                  <a:lnTo>
                    <a:pt x="442570" y="1777810"/>
                  </a:lnTo>
                  <a:lnTo>
                    <a:pt x="441498" y="1778192"/>
                  </a:lnTo>
                  <a:lnTo>
                    <a:pt x="440427" y="1778574"/>
                  </a:lnTo>
                  <a:lnTo>
                    <a:pt x="439355" y="1778956"/>
                  </a:lnTo>
                  <a:lnTo>
                    <a:pt x="438283" y="1779337"/>
                  </a:lnTo>
                  <a:lnTo>
                    <a:pt x="437212" y="1779717"/>
                  </a:lnTo>
                  <a:lnTo>
                    <a:pt x="436140" y="1780097"/>
                  </a:lnTo>
                  <a:lnTo>
                    <a:pt x="435069" y="1780477"/>
                  </a:lnTo>
                  <a:lnTo>
                    <a:pt x="433997" y="1780856"/>
                  </a:lnTo>
                  <a:lnTo>
                    <a:pt x="432925" y="1781235"/>
                  </a:lnTo>
                  <a:lnTo>
                    <a:pt x="431854" y="1781614"/>
                  </a:lnTo>
                  <a:lnTo>
                    <a:pt x="430782" y="1781992"/>
                  </a:lnTo>
                  <a:lnTo>
                    <a:pt x="429711" y="1782369"/>
                  </a:lnTo>
                  <a:lnTo>
                    <a:pt x="428639" y="1782746"/>
                  </a:lnTo>
                  <a:lnTo>
                    <a:pt x="427567" y="1783123"/>
                  </a:lnTo>
                  <a:lnTo>
                    <a:pt x="426496" y="1783499"/>
                  </a:lnTo>
                  <a:lnTo>
                    <a:pt x="425424" y="1783875"/>
                  </a:lnTo>
                  <a:lnTo>
                    <a:pt x="424353" y="1784251"/>
                  </a:lnTo>
                  <a:lnTo>
                    <a:pt x="423281" y="1784626"/>
                  </a:lnTo>
                  <a:lnTo>
                    <a:pt x="422209" y="1785000"/>
                  </a:lnTo>
                  <a:lnTo>
                    <a:pt x="421138" y="1785374"/>
                  </a:lnTo>
                  <a:lnTo>
                    <a:pt x="420066" y="1785748"/>
                  </a:lnTo>
                  <a:lnTo>
                    <a:pt x="418995" y="1786121"/>
                  </a:lnTo>
                  <a:lnTo>
                    <a:pt x="417923" y="1786494"/>
                  </a:lnTo>
                  <a:lnTo>
                    <a:pt x="416851" y="1786866"/>
                  </a:lnTo>
                  <a:lnTo>
                    <a:pt x="415780" y="1787238"/>
                  </a:lnTo>
                  <a:lnTo>
                    <a:pt x="414708" y="1787610"/>
                  </a:lnTo>
                  <a:lnTo>
                    <a:pt x="413637" y="1787981"/>
                  </a:lnTo>
                  <a:lnTo>
                    <a:pt x="412565" y="1788351"/>
                  </a:lnTo>
                  <a:lnTo>
                    <a:pt x="411493" y="1788721"/>
                  </a:lnTo>
                  <a:lnTo>
                    <a:pt x="410422" y="1789091"/>
                  </a:lnTo>
                  <a:lnTo>
                    <a:pt x="409350" y="1789460"/>
                  </a:lnTo>
                  <a:lnTo>
                    <a:pt x="408279" y="1789829"/>
                  </a:lnTo>
                  <a:lnTo>
                    <a:pt x="407207" y="1790198"/>
                  </a:lnTo>
                  <a:lnTo>
                    <a:pt x="406135" y="1790566"/>
                  </a:lnTo>
                  <a:lnTo>
                    <a:pt x="405064" y="1790933"/>
                  </a:lnTo>
                  <a:lnTo>
                    <a:pt x="403992" y="1791300"/>
                  </a:lnTo>
                  <a:lnTo>
                    <a:pt x="402921" y="1791667"/>
                  </a:lnTo>
                  <a:lnTo>
                    <a:pt x="401849" y="1792033"/>
                  </a:lnTo>
                  <a:lnTo>
                    <a:pt x="400777" y="1792399"/>
                  </a:lnTo>
                  <a:lnTo>
                    <a:pt x="399706" y="1792764"/>
                  </a:lnTo>
                  <a:lnTo>
                    <a:pt x="398634" y="1793129"/>
                  </a:lnTo>
                  <a:lnTo>
                    <a:pt x="397563" y="1793494"/>
                  </a:lnTo>
                  <a:lnTo>
                    <a:pt x="396491" y="1793858"/>
                  </a:lnTo>
                  <a:lnTo>
                    <a:pt x="395419" y="1794221"/>
                  </a:lnTo>
                  <a:lnTo>
                    <a:pt x="394348" y="1794584"/>
                  </a:lnTo>
                  <a:lnTo>
                    <a:pt x="393276" y="1794947"/>
                  </a:lnTo>
                  <a:lnTo>
                    <a:pt x="392205" y="1795309"/>
                  </a:lnTo>
                  <a:lnTo>
                    <a:pt x="391133" y="1795671"/>
                  </a:lnTo>
                  <a:lnTo>
                    <a:pt x="390061" y="1796032"/>
                  </a:lnTo>
                  <a:lnTo>
                    <a:pt x="388990" y="1796393"/>
                  </a:lnTo>
                  <a:lnTo>
                    <a:pt x="387918" y="1796754"/>
                  </a:lnTo>
                  <a:lnTo>
                    <a:pt x="386847" y="1797114"/>
                  </a:lnTo>
                  <a:lnTo>
                    <a:pt x="385775" y="1797473"/>
                  </a:lnTo>
                  <a:lnTo>
                    <a:pt x="384703" y="1797832"/>
                  </a:lnTo>
                  <a:lnTo>
                    <a:pt x="383632" y="1798191"/>
                  </a:lnTo>
                  <a:lnTo>
                    <a:pt x="382560" y="1798549"/>
                  </a:lnTo>
                  <a:lnTo>
                    <a:pt x="381489" y="1798907"/>
                  </a:lnTo>
                  <a:lnTo>
                    <a:pt x="380417" y="1799265"/>
                  </a:lnTo>
                  <a:lnTo>
                    <a:pt x="379345" y="1799622"/>
                  </a:lnTo>
                  <a:lnTo>
                    <a:pt x="378274" y="1799978"/>
                  </a:lnTo>
                  <a:lnTo>
                    <a:pt x="377202" y="1800334"/>
                  </a:lnTo>
                  <a:lnTo>
                    <a:pt x="376131" y="1800690"/>
                  </a:lnTo>
                  <a:lnTo>
                    <a:pt x="375059" y="1801045"/>
                  </a:lnTo>
                  <a:lnTo>
                    <a:pt x="373987" y="1801400"/>
                  </a:lnTo>
                  <a:lnTo>
                    <a:pt x="372916" y="1801754"/>
                  </a:lnTo>
                  <a:lnTo>
                    <a:pt x="371844" y="1802108"/>
                  </a:lnTo>
                  <a:lnTo>
                    <a:pt x="370773" y="1802461"/>
                  </a:lnTo>
                  <a:lnTo>
                    <a:pt x="369701" y="1802814"/>
                  </a:lnTo>
                  <a:lnTo>
                    <a:pt x="368629" y="1803167"/>
                  </a:lnTo>
                  <a:lnTo>
                    <a:pt x="367558" y="1803519"/>
                  </a:lnTo>
                  <a:lnTo>
                    <a:pt x="366486" y="1803870"/>
                  </a:lnTo>
                  <a:lnTo>
                    <a:pt x="365415" y="1804222"/>
                  </a:lnTo>
                  <a:lnTo>
                    <a:pt x="364343" y="1804572"/>
                  </a:lnTo>
                  <a:lnTo>
                    <a:pt x="363271" y="1804923"/>
                  </a:lnTo>
                  <a:lnTo>
                    <a:pt x="362200" y="1805272"/>
                  </a:lnTo>
                  <a:lnTo>
                    <a:pt x="361128" y="1805622"/>
                  </a:lnTo>
                  <a:lnTo>
                    <a:pt x="360057" y="1805971"/>
                  </a:lnTo>
                  <a:lnTo>
                    <a:pt x="358985" y="1806319"/>
                  </a:lnTo>
                  <a:lnTo>
                    <a:pt x="357913" y="1806668"/>
                  </a:lnTo>
                  <a:lnTo>
                    <a:pt x="356842" y="1807015"/>
                  </a:lnTo>
                  <a:lnTo>
                    <a:pt x="355770" y="1807362"/>
                  </a:lnTo>
                  <a:lnTo>
                    <a:pt x="354699" y="1807709"/>
                  </a:lnTo>
                  <a:lnTo>
                    <a:pt x="353627" y="1808056"/>
                  </a:lnTo>
                  <a:lnTo>
                    <a:pt x="352556" y="1808402"/>
                  </a:lnTo>
                  <a:lnTo>
                    <a:pt x="351484" y="1808747"/>
                  </a:lnTo>
                  <a:lnTo>
                    <a:pt x="350412" y="1809092"/>
                  </a:lnTo>
                  <a:lnTo>
                    <a:pt x="349341" y="1809437"/>
                  </a:lnTo>
                  <a:lnTo>
                    <a:pt x="348269" y="1809781"/>
                  </a:lnTo>
                  <a:lnTo>
                    <a:pt x="347198" y="1810125"/>
                  </a:lnTo>
                  <a:lnTo>
                    <a:pt x="346126" y="1810468"/>
                  </a:lnTo>
                  <a:lnTo>
                    <a:pt x="345054" y="1810811"/>
                  </a:lnTo>
                  <a:lnTo>
                    <a:pt x="343983" y="1811153"/>
                  </a:lnTo>
                  <a:lnTo>
                    <a:pt x="342911" y="1811495"/>
                  </a:lnTo>
                  <a:lnTo>
                    <a:pt x="341840" y="1811837"/>
                  </a:lnTo>
                  <a:lnTo>
                    <a:pt x="340768" y="1812178"/>
                  </a:lnTo>
                  <a:lnTo>
                    <a:pt x="339696" y="1812518"/>
                  </a:lnTo>
                  <a:lnTo>
                    <a:pt x="338625" y="1812859"/>
                  </a:lnTo>
                  <a:lnTo>
                    <a:pt x="337553" y="1813198"/>
                  </a:lnTo>
                  <a:lnTo>
                    <a:pt x="336482" y="1813538"/>
                  </a:lnTo>
                  <a:lnTo>
                    <a:pt x="335410" y="1813877"/>
                  </a:lnTo>
                  <a:lnTo>
                    <a:pt x="334338" y="1814215"/>
                  </a:lnTo>
                  <a:lnTo>
                    <a:pt x="333267" y="1814553"/>
                  </a:lnTo>
                  <a:lnTo>
                    <a:pt x="332195" y="1814891"/>
                  </a:lnTo>
                  <a:lnTo>
                    <a:pt x="331124" y="1815228"/>
                  </a:lnTo>
                  <a:lnTo>
                    <a:pt x="330052" y="1815565"/>
                  </a:lnTo>
                  <a:lnTo>
                    <a:pt x="328980" y="1815901"/>
                  </a:lnTo>
                  <a:lnTo>
                    <a:pt x="327909" y="1816237"/>
                  </a:lnTo>
                  <a:lnTo>
                    <a:pt x="326837" y="1816572"/>
                  </a:lnTo>
                  <a:lnTo>
                    <a:pt x="325766" y="1816907"/>
                  </a:lnTo>
                  <a:lnTo>
                    <a:pt x="324694" y="1817242"/>
                  </a:lnTo>
                  <a:lnTo>
                    <a:pt x="323622" y="1817576"/>
                  </a:lnTo>
                  <a:lnTo>
                    <a:pt x="322551" y="1817910"/>
                  </a:lnTo>
                  <a:lnTo>
                    <a:pt x="321479" y="1818243"/>
                  </a:lnTo>
                  <a:lnTo>
                    <a:pt x="320408" y="1818576"/>
                  </a:lnTo>
                  <a:lnTo>
                    <a:pt x="319336" y="1818908"/>
                  </a:lnTo>
                  <a:lnTo>
                    <a:pt x="318264" y="1819240"/>
                  </a:lnTo>
                  <a:lnTo>
                    <a:pt x="317193" y="1819572"/>
                  </a:lnTo>
                  <a:lnTo>
                    <a:pt x="316121" y="1819903"/>
                  </a:lnTo>
                  <a:lnTo>
                    <a:pt x="315050" y="1820233"/>
                  </a:lnTo>
                  <a:lnTo>
                    <a:pt x="313978" y="1820564"/>
                  </a:lnTo>
                  <a:lnTo>
                    <a:pt x="312906" y="1820893"/>
                  </a:lnTo>
                  <a:lnTo>
                    <a:pt x="311835" y="1821223"/>
                  </a:lnTo>
                  <a:lnTo>
                    <a:pt x="310763" y="1821552"/>
                  </a:lnTo>
                  <a:lnTo>
                    <a:pt x="309692" y="1821880"/>
                  </a:lnTo>
                  <a:lnTo>
                    <a:pt x="308620" y="1822208"/>
                  </a:lnTo>
                  <a:lnTo>
                    <a:pt x="307548" y="1822536"/>
                  </a:lnTo>
                  <a:lnTo>
                    <a:pt x="306477" y="1822863"/>
                  </a:lnTo>
                  <a:lnTo>
                    <a:pt x="305405" y="1823190"/>
                  </a:lnTo>
                  <a:lnTo>
                    <a:pt x="304334" y="1823516"/>
                  </a:lnTo>
                  <a:lnTo>
                    <a:pt x="303262" y="1823842"/>
                  </a:lnTo>
                  <a:lnTo>
                    <a:pt x="302190" y="1824168"/>
                  </a:lnTo>
                  <a:lnTo>
                    <a:pt x="301119" y="1824493"/>
                  </a:lnTo>
                  <a:lnTo>
                    <a:pt x="300047" y="1824817"/>
                  </a:lnTo>
                  <a:lnTo>
                    <a:pt x="298976" y="1825141"/>
                  </a:lnTo>
                  <a:lnTo>
                    <a:pt x="297904" y="1825465"/>
                  </a:lnTo>
                  <a:lnTo>
                    <a:pt x="296832" y="1825789"/>
                  </a:lnTo>
                  <a:lnTo>
                    <a:pt x="295761" y="1826111"/>
                  </a:lnTo>
                  <a:lnTo>
                    <a:pt x="294689" y="1826434"/>
                  </a:lnTo>
                  <a:lnTo>
                    <a:pt x="293618" y="1826756"/>
                  </a:lnTo>
                  <a:lnTo>
                    <a:pt x="292546" y="1827078"/>
                  </a:lnTo>
                  <a:lnTo>
                    <a:pt x="291474" y="1827399"/>
                  </a:lnTo>
                  <a:lnTo>
                    <a:pt x="290403" y="1827720"/>
                  </a:lnTo>
                  <a:lnTo>
                    <a:pt x="289331" y="1828040"/>
                  </a:lnTo>
                  <a:lnTo>
                    <a:pt x="288260" y="1828360"/>
                  </a:lnTo>
                  <a:lnTo>
                    <a:pt x="287188" y="1828679"/>
                  </a:lnTo>
                  <a:lnTo>
                    <a:pt x="286116" y="1828999"/>
                  </a:lnTo>
                  <a:lnTo>
                    <a:pt x="285045" y="1829317"/>
                  </a:lnTo>
                  <a:lnTo>
                    <a:pt x="283973" y="1829635"/>
                  </a:lnTo>
                  <a:lnTo>
                    <a:pt x="282902" y="1829953"/>
                  </a:lnTo>
                  <a:lnTo>
                    <a:pt x="281830" y="1830271"/>
                  </a:lnTo>
                  <a:lnTo>
                    <a:pt x="280758" y="1830588"/>
                  </a:lnTo>
                  <a:lnTo>
                    <a:pt x="279687" y="1830904"/>
                  </a:lnTo>
                  <a:lnTo>
                    <a:pt x="278615" y="1831220"/>
                  </a:lnTo>
                  <a:lnTo>
                    <a:pt x="277544" y="1831536"/>
                  </a:lnTo>
                  <a:lnTo>
                    <a:pt x="276472" y="1831851"/>
                  </a:lnTo>
                  <a:lnTo>
                    <a:pt x="275400" y="1832166"/>
                  </a:lnTo>
                  <a:lnTo>
                    <a:pt x="274329" y="1832481"/>
                  </a:lnTo>
                  <a:lnTo>
                    <a:pt x="273257" y="1832795"/>
                  </a:lnTo>
                  <a:lnTo>
                    <a:pt x="272186" y="1833108"/>
                  </a:lnTo>
                  <a:lnTo>
                    <a:pt x="271114" y="1833421"/>
                  </a:lnTo>
                  <a:lnTo>
                    <a:pt x="270042" y="1833734"/>
                  </a:lnTo>
                  <a:lnTo>
                    <a:pt x="268971" y="1834046"/>
                  </a:lnTo>
                  <a:lnTo>
                    <a:pt x="267899" y="1834358"/>
                  </a:lnTo>
                  <a:lnTo>
                    <a:pt x="266828" y="1834670"/>
                  </a:lnTo>
                  <a:lnTo>
                    <a:pt x="265756" y="1834981"/>
                  </a:lnTo>
                  <a:lnTo>
                    <a:pt x="264684" y="1835292"/>
                  </a:lnTo>
                  <a:lnTo>
                    <a:pt x="263613" y="1835602"/>
                  </a:lnTo>
                  <a:lnTo>
                    <a:pt x="262541" y="1835912"/>
                  </a:lnTo>
                  <a:lnTo>
                    <a:pt x="261470" y="1836221"/>
                  </a:lnTo>
                  <a:lnTo>
                    <a:pt x="260398" y="1836530"/>
                  </a:lnTo>
                  <a:lnTo>
                    <a:pt x="259326" y="1836839"/>
                  </a:lnTo>
                  <a:lnTo>
                    <a:pt x="258255" y="1837147"/>
                  </a:lnTo>
                  <a:lnTo>
                    <a:pt x="257183" y="1837454"/>
                  </a:lnTo>
                  <a:lnTo>
                    <a:pt x="256112" y="1837762"/>
                  </a:lnTo>
                  <a:lnTo>
                    <a:pt x="255040" y="1838069"/>
                  </a:lnTo>
                  <a:lnTo>
                    <a:pt x="253968" y="1838375"/>
                  </a:lnTo>
                  <a:lnTo>
                    <a:pt x="252897" y="1838681"/>
                  </a:lnTo>
                  <a:lnTo>
                    <a:pt x="251825" y="1838987"/>
                  </a:lnTo>
                  <a:lnTo>
                    <a:pt x="250754" y="1839292"/>
                  </a:lnTo>
                  <a:lnTo>
                    <a:pt x="249682" y="1839597"/>
                  </a:lnTo>
                  <a:lnTo>
                    <a:pt x="248610" y="1839901"/>
                  </a:lnTo>
                  <a:lnTo>
                    <a:pt x="247539" y="1840205"/>
                  </a:lnTo>
                  <a:lnTo>
                    <a:pt x="246467" y="1840509"/>
                  </a:lnTo>
                  <a:lnTo>
                    <a:pt x="245396" y="1840812"/>
                  </a:lnTo>
                  <a:lnTo>
                    <a:pt x="244324" y="1841115"/>
                  </a:lnTo>
                  <a:lnTo>
                    <a:pt x="243252" y="1841417"/>
                  </a:lnTo>
                  <a:lnTo>
                    <a:pt x="242181" y="1841719"/>
                  </a:lnTo>
                  <a:lnTo>
                    <a:pt x="241109" y="1842021"/>
                  </a:lnTo>
                  <a:lnTo>
                    <a:pt x="240038" y="1842322"/>
                  </a:lnTo>
                  <a:lnTo>
                    <a:pt x="238966" y="1842623"/>
                  </a:lnTo>
                  <a:lnTo>
                    <a:pt x="237894" y="1842923"/>
                  </a:lnTo>
                  <a:lnTo>
                    <a:pt x="236823" y="1843223"/>
                  </a:lnTo>
                  <a:lnTo>
                    <a:pt x="235751" y="1843522"/>
                  </a:lnTo>
                  <a:lnTo>
                    <a:pt x="234680" y="1843821"/>
                  </a:lnTo>
                  <a:lnTo>
                    <a:pt x="233608" y="1844120"/>
                  </a:lnTo>
                  <a:lnTo>
                    <a:pt x="232536" y="1844418"/>
                  </a:lnTo>
                  <a:lnTo>
                    <a:pt x="231465" y="1844716"/>
                  </a:lnTo>
                  <a:lnTo>
                    <a:pt x="230393" y="1845014"/>
                  </a:lnTo>
                  <a:lnTo>
                    <a:pt x="229322" y="1845311"/>
                  </a:lnTo>
                  <a:lnTo>
                    <a:pt x="228250" y="1845607"/>
                  </a:lnTo>
                  <a:lnTo>
                    <a:pt x="227178" y="1845903"/>
                  </a:lnTo>
                  <a:lnTo>
                    <a:pt x="226107" y="1846199"/>
                  </a:lnTo>
                  <a:lnTo>
                    <a:pt x="225035" y="1846495"/>
                  </a:lnTo>
                  <a:lnTo>
                    <a:pt x="223964" y="1846790"/>
                  </a:lnTo>
                  <a:lnTo>
                    <a:pt x="222892" y="1847084"/>
                  </a:lnTo>
                  <a:lnTo>
                    <a:pt x="221820" y="1847379"/>
                  </a:lnTo>
                  <a:lnTo>
                    <a:pt x="220749" y="1847672"/>
                  </a:lnTo>
                  <a:lnTo>
                    <a:pt x="219677" y="1847966"/>
                  </a:lnTo>
                  <a:lnTo>
                    <a:pt x="218606" y="1848259"/>
                  </a:lnTo>
                  <a:lnTo>
                    <a:pt x="217534" y="1848551"/>
                  </a:lnTo>
                  <a:lnTo>
                    <a:pt x="216462" y="1848844"/>
                  </a:lnTo>
                  <a:lnTo>
                    <a:pt x="215391" y="1849135"/>
                  </a:lnTo>
                  <a:lnTo>
                    <a:pt x="214319" y="1849427"/>
                  </a:lnTo>
                  <a:lnTo>
                    <a:pt x="213248" y="1849718"/>
                  </a:lnTo>
                  <a:lnTo>
                    <a:pt x="212176" y="1850008"/>
                  </a:lnTo>
                  <a:lnTo>
                    <a:pt x="211104" y="1850298"/>
                  </a:lnTo>
                  <a:lnTo>
                    <a:pt x="210033" y="1850588"/>
                  </a:lnTo>
                  <a:lnTo>
                    <a:pt x="208961" y="1850878"/>
                  </a:lnTo>
                  <a:lnTo>
                    <a:pt x="207890" y="1851167"/>
                  </a:lnTo>
                  <a:lnTo>
                    <a:pt x="206818" y="1851455"/>
                  </a:lnTo>
                  <a:lnTo>
                    <a:pt x="205746" y="1851743"/>
                  </a:lnTo>
                  <a:lnTo>
                    <a:pt x="204675" y="1852031"/>
                  </a:lnTo>
                  <a:lnTo>
                    <a:pt x="203603" y="1852319"/>
                  </a:lnTo>
                  <a:lnTo>
                    <a:pt x="202532" y="1852606"/>
                  </a:lnTo>
                  <a:lnTo>
                    <a:pt x="201460" y="1852892"/>
                  </a:lnTo>
                  <a:lnTo>
                    <a:pt x="200388" y="1853178"/>
                  </a:lnTo>
                  <a:lnTo>
                    <a:pt x="199317" y="1853464"/>
                  </a:lnTo>
                  <a:lnTo>
                    <a:pt x="198245" y="1853750"/>
                  </a:lnTo>
                  <a:lnTo>
                    <a:pt x="197174" y="1854035"/>
                  </a:lnTo>
                  <a:lnTo>
                    <a:pt x="196102" y="1854319"/>
                  </a:lnTo>
                  <a:lnTo>
                    <a:pt x="195030" y="1854604"/>
                  </a:lnTo>
                  <a:lnTo>
                    <a:pt x="193959" y="1854887"/>
                  </a:lnTo>
                  <a:lnTo>
                    <a:pt x="192887" y="1855171"/>
                  </a:lnTo>
                  <a:lnTo>
                    <a:pt x="191816" y="1855454"/>
                  </a:lnTo>
                  <a:lnTo>
                    <a:pt x="190744" y="1855737"/>
                  </a:lnTo>
                  <a:lnTo>
                    <a:pt x="189672" y="1856019"/>
                  </a:lnTo>
                  <a:lnTo>
                    <a:pt x="188601" y="1856301"/>
                  </a:lnTo>
                  <a:lnTo>
                    <a:pt x="187529" y="1856582"/>
                  </a:lnTo>
                  <a:lnTo>
                    <a:pt x="186458" y="1856863"/>
                  </a:lnTo>
                  <a:lnTo>
                    <a:pt x="185386" y="1857144"/>
                  </a:lnTo>
                  <a:lnTo>
                    <a:pt x="184314" y="1857424"/>
                  </a:lnTo>
                  <a:lnTo>
                    <a:pt x="183243" y="1857704"/>
                  </a:lnTo>
                  <a:lnTo>
                    <a:pt x="182171" y="1857984"/>
                  </a:lnTo>
                  <a:lnTo>
                    <a:pt x="181100" y="1858263"/>
                  </a:lnTo>
                  <a:lnTo>
                    <a:pt x="180028" y="1858542"/>
                  </a:lnTo>
                  <a:lnTo>
                    <a:pt x="178956" y="1858820"/>
                  </a:lnTo>
                  <a:lnTo>
                    <a:pt x="177885" y="1859098"/>
                  </a:lnTo>
                  <a:lnTo>
                    <a:pt x="176813" y="1859376"/>
                  </a:lnTo>
                  <a:lnTo>
                    <a:pt x="175742" y="1859653"/>
                  </a:lnTo>
                  <a:lnTo>
                    <a:pt x="174670" y="1859930"/>
                  </a:lnTo>
                  <a:lnTo>
                    <a:pt x="173599" y="1860206"/>
                  </a:lnTo>
                  <a:lnTo>
                    <a:pt x="172527" y="1860482"/>
                  </a:lnTo>
                  <a:lnTo>
                    <a:pt x="171455" y="1860758"/>
                  </a:lnTo>
                  <a:lnTo>
                    <a:pt x="170384" y="1861033"/>
                  </a:lnTo>
                  <a:lnTo>
                    <a:pt x="169312" y="1861308"/>
                  </a:lnTo>
                  <a:lnTo>
                    <a:pt x="168241" y="1861583"/>
                  </a:lnTo>
                  <a:lnTo>
                    <a:pt x="167169" y="1861857"/>
                  </a:lnTo>
                  <a:lnTo>
                    <a:pt x="166097" y="1862130"/>
                  </a:lnTo>
                  <a:lnTo>
                    <a:pt x="165026" y="1862404"/>
                  </a:lnTo>
                  <a:lnTo>
                    <a:pt x="163954" y="1862677"/>
                  </a:lnTo>
                  <a:lnTo>
                    <a:pt x="162883" y="1862949"/>
                  </a:lnTo>
                  <a:lnTo>
                    <a:pt x="161811" y="1863222"/>
                  </a:lnTo>
                  <a:lnTo>
                    <a:pt x="160739" y="1863493"/>
                  </a:lnTo>
                  <a:lnTo>
                    <a:pt x="159668" y="1863765"/>
                  </a:lnTo>
                  <a:lnTo>
                    <a:pt x="158596" y="1864036"/>
                  </a:lnTo>
                  <a:lnTo>
                    <a:pt x="157525" y="1864307"/>
                  </a:lnTo>
                  <a:lnTo>
                    <a:pt x="156453" y="1864577"/>
                  </a:lnTo>
                  <a:lnTo>
                    <a:pt x="155381" y="1864847"/>
                  </a:lnTo>
                  <a:lnTo>
                    <a:pt x="154310" y="1865117"/>
                  </a:lnTo>
                  <a:lnTo>
                    <a:pt x="153238" y="1865386"/>
                  </a:lnTo>
                  <a:lnTo>
                    <a:pt x="152167" y="1865655"/>
                  </a:lnTo>
                  <a:lnTo>
                    <a:pt x="151095" y="1865923"/>
                  </a:lnTo>
                  <a:lnTo>
                    <a:pt x="150023" y="1866191"/>
                  </a:lnTo>
                  <a:lnTo>
                    <a:pt x="148952" y="1866459"/>
                  </a:lnTo>
                  <a:lnTo>
                    <a:pt x="147880" y="1866726"/>
                  </a:lnTo>
                  <a:lnTo>
                    <a:pt x="146809" y="1866993"/>
                  </a:lnTo>
                  <a:lnTo>
                    <a:pt x="145737" y="1867259"/>
                  </a:lnTo>
                  <a:lnTo>
                    <a:pt x="144665" y="1867526"/>
                  </a:lnTo>
                  <a:lnTo>
                    <a:pt x="143594" y="1867791"/>
                  </a:lnTo>
                  <a:lnTo>
                    <a:pt x="142522" y="1868057"/>
                  </a:lnTo>
                  <a:lnTo>
                    <a:pt x="141451" y="1868322"/>
                  </a:lnTo>
                  <a:lnTo>
                    <a:pt x="140379" y="1868587"/>
                  </a:lnTo>
                  <a:lnTo>
                    <a:pt x="139307" y="1868851"/>
                  </a:lnTo>
                  <a:lnTo>
                    <a:pt x="138236" y="1869115"/>
                  </a:lnTo>
                  <a:lnTo>
                    <a:pt x="137164" y="1869378"/>
                  </a:lnTo>
                  <a:lnTo>
                    <a:pt x="136093" y="1869642"/>
                  </a:lnTo>
                  <a:lnTo>
                    <a:pt x="135021" y="1869904"/>
                  </a:lnTo>
                  <a:lnTo>
                    <a:pt x="133949" y="1870167"/>
                  </a:lnTo>
                  <a:lnTo>
                    <a:pt x="132878" y="1870429"/>
                  </a:lnTo>
                  <a:lnTo>
                    <a:pt x="131806" y="1870691"/>
                  </a:lnTo>
                  <a:lnTo>
                    <a:pt x="130735" y="1870952"/>
                  </a:lnTo>
                  <a:lnTo>
                    <a:pt x="129663" y="1871213"/>
                  </a:lnTo>
                  <a:lnTo>
                    <a:pt x="128591" y="1871474"/>
                  </a:lnTo>
                  <a:lnTo>
                    <a:pt x="127520" y="1871734"/>
                  </a:lnTo>
                  <a:lnTo>
                    <a:pt x="126448" y="1871994"/>
                  </a:lnTo>
                  <a:lnTo>
                    <a:pt x="125377" y="1872253"/>
                  </a:lnTo>
                  <a:lnTo>
                    <a:pt x="124305" y="1872512"/>
                  </a:lnTo>
                  <a:lnTo>
                    <a:pt x="123233" y="1872771"/>
                  </a:lnTo>
                  <a:lnTo>
                    <a:pt x="122162" y="1873030"/>
                  </a:lnTo>
                  <a:lnTo>
                    <a:pt x="121090" y="1873288"/>
                  </a:lnTo>
                  <a:lnTo>
                    <a:pt x="120019" y="1873545"/>
                  </a:lnTo>
                  <a:lnTo>
                    <a:pt x="118947" y="1873803"/>
                  </a:lnTo>
                  <a:lnTo>
                    <a:pt x="117875" y="1874060"/>
                  </a:lnTo>
                  <a:lnTo>
                    <a:pt x="116804" y="1874316"/>
                  </a:lnTo>
                  <a:lnTo>
                    <a:pt x="115732" y="1874572"/>
                  </a:lnTo>
                  <a:lnTo>
                    <a:pt x="114661" y="1874828"/>
                  </a:lnTo>
                  <a:lnTo>
                    <a:pt x="113589" y="1875084"/>
                  </a:lnTo>
                  <a:lnTo>
                    <a:pt x="112517" y="1875339"/>
                  </a:lnTo>
                  <a:lnTo>
                    <a:pt x="111446" y="1875594"/>
                  </a:lnTo>
                  <a:lnTo>
                    <a:pt x="110374" y="1875848"/>
                  </a:lnTo>
                  <a:lnTo>
                    <a:pt x="109303" y="1876102"/>
                  </a:lnTo>
                  <a:lnTo>
                    <a:pt x="108231" y="1876356"/>
                  </a:lnTo>
                  <a:lnTo>
                    <a:pt x="107159" y="1876609"/>
                  </a:lnTo>
                  <a:lnTo>
                    <a:pt x="106088" y="1876862"/>
                  </a:lnTo>
                  <a:lnTo>
                    <a:pt x="105016" y="1877115"/>
                  </a:lnTo>
                  <a:lnTo>
                    <a:pt x="103945" y="1877367"/>
                  </a:lnTo>
                  <a:lnTo>
                    <a:pt x="102873" y="1877619"/>
                  </a:lnTo>
                  <a:lnTo>
                    <a:pt x="101801" y="1877871"/>
                  </a:lnTo>
                  <a:lnTo>
                    <a:pt x="100730" y="1878122"/>
                  </a:lnTo>
                  <a:lnTo>
                    <a:pt x="99658" y="1878373"/>
                  </a:lnTo>
                  <a:lnTo>
                    <a:pt x="98587" y="1878623"/>
                  </a:lnTo>
                  <a:lnTo>
                    <a:pt x="97515" y="1878873"/>
                  </a:lnTo>
                  <a:lnTo>
                    <a:pt x="96443" y="1879123"/>
                  </a:lnTo>
                  <a:lnTo>
                    <a:pt x="95372" y="1879372"/>
                  </a:lnTo>
                  <a:lnTo>
                    <a:pt x="94300" y="1879621"/>
                  </a:lnTo>
                  <a:lnTo>
                    <a:pt x="93229" y="1879870"/>
                  </a:lnTo>
                  <a:lnTo>
                    <a:pt x="92157" y="1880118"/>
                  </a:lnTo>
                  <a:lnTo>
                    <a:pt x="91085" y="1880366"/>
                  </a:lnTo>
                  <a:lnTo>
                    <a:pt x="90014" y="1880614"/>
                  </a:lnTo>
                  <a:lnTo>
                    <a:pt x="88942" y="1880861"/>
                  </a:lnTo>
                  <a:lnTo>
                    <a:pt x="87871" y="1881108"/>
                  </a:lnTo>
                  <a:lnTo>
                    <a:pt x="86799" y="1881355"/>
                  </a:lnTo>
                  <a:lnTo>
                    <a:pt x="85727" y="1881601"/>
                  </a:lnTo>
                  <a:lnTo>
                    <a:pt x="84656" y="1881847"/>
                  </a:lnTo>
                  <a:lnTo>
                    <a:pt x="83584" y="1882093"/>
                  </a:lnTo>
                  <a:lnTo>
                    <a:pt x="82513" y="1882338"/>
                  </a:lnTo>
                  <a:lnTo>
                    <a:pt x="81441" y="1882583"/>
                  </a:lnTo>
                  <a:lnTo>
                    <a:pt x="80369" y="1882827"/>
                  </a:lnTo>
                  <a:lnTo>
                    <a:pt x="79298" y="1883071"/>
                  </a:lnTo>
                  <a:lnTo>
                    <a:pt x="78226" y="1883315"/>
                  </a:lnTo>
                  <a:lnTo>
                    <a:pt x="77155" y="1883558"/>
                  </a:lnTo>
                  <a:lnTo>
                    <a:pt x="76083" y="1883801"/>
                  </a:lnTo>
                  <a:lnTo>
                    <a:pt x="75011" y="1884044"/>
                  </a:lnTo>
                  <a:lnTo>
                    <a:pt x="73940" y="1884287"/>
                  </a:lnTo>
                  <a:lnTo>
                    <a:pt x="72868" y="1884529"/>
                  </a:lnTo>
                  <a:lnTo>
                    <a:pt x="71797" y="1884770"/>
                  </a:lnTo>
                  <a:lnTo>
                    <a:pt x="70725" y="1885012"/>
                  </a:lnTo>
                  <a:lnTo>
                    <a:pt x="69653" y="1885253"/>
                  </a:lnTo>
                  <a:lnTo>
                    <a:pt x="68582" y="1885493"/>
                  </a:lnTo>
                  <a:lnTo>
                    <a:pt x="67510" y="1885734"/>
                  </a:lnTo>
                  <a:lnTo>
                    <a:pt x="66439" y="1885974"/>
                  </a:lnTo>
                  <a:lnTo>
                    <a:pt x="65367" y="1886213"/>
                  </a:lnTo>
                  <a:lnTo>
                    <a:pt x="64295" y="1886453"/>
                  </a:lnTo>
                  <a:lnTo>
                    <a:pt x="63224" y="1886692"/>
                  </a:lnTo>
                  <a:lnTo>
                    <a:pt x="62152" y="1886930"/>
                  </a:lnTo>
                  <a:lnTo>
                    <a:pt x="61081" y="1887169"/>
                  </a:lnTo>
                  <a:lnTo>
                    <a:pt x="60009" y="1887406"/>
                  </a:lnTo>
                  <a:lnTo>
                    <a:pt x="58937" y="1887644"/>
                  </a:lnTo>
                  <a:lnTo>
                    <a:pt x="57866" y="1887881"/>
                  </a:lnTo>
                  <a:lnTo>
                    <a:pt x="56794" y="1888118"/>
                  </a:lnTo>
                  <a:lnTo>
                    <a:pt x="55723" y="1888355"/>
                  </a:lnTo>
                  <a:lnTo>
                    <a:pt x="54651" y="1888591"/>
                  </a:lnTo>
                  <a:lnTo>
                    <a:pt x="53579" y="1888827"/>
                  </a:lnTo>
                  <a:lnTo>
                    <a:pt x="52508" y="1889063"/>
                  </a:lnTo>
                  <a:lnTo>
                    <a:pt x="51436" y="1889298"/>
                  </a:lnTo>
                  <a:lnTo>
                    <a:pt x="50365" y="1889533"/>
                  </a:lnTo>
                  <a:lnTo>
                    <a:pt x="49293" y="1889767"/>
                  </a:lnTo>
                  <a:lnTo>
                    <a:pt x="48221" y="1890001"/>
                  </a:lnTo>
                  <a:lnTo>
                    <a:pt x="47150" y="1890235"/>
                  </a:lnTo>
                  <a:lnTo>
                    <a:pt x="46078" y="1890469"/>
                  </a:lnTo>
                  <a:lnTo>
                    <a:pt x="45007" y="1890702"/>
                  </a:lnTo>
                  <a:lnTo>
                    <a:pt x="43935" y="1890935"/>
                  </a:lnTo>
                  <a:lnTo>
                    <a:pt x="42863" y="1891167"/>
                  </a:lnTo>
                  <a:lnTo>
                    <a:pt x="41792" y="1891400"/>
                  </a:lnTo>
                  <a:lnTo>
                    <a:pt x="40720" y="1891631"/>
                  </a:lnTo>
                  <a:lnTo>
                    <a:pt x="39649" y="1891863"/>
                  </a:lnTo>
                  <a:lnTo>
                    <a:pt x="38577" y="1892094"/>
                  </a:lnTo>
                  <a:lnTo>
                    <a:pt x="37505" y="1892325"/>
                  </a:lnTo>
                  <a:lnTo>
                    <a:pt x="36434" y="1892556"/>
                  </a:lnTo>
                  <a:lnTo>
                    <a:pt x="35362" y="1892786"/>
                  </a:lnTo>
                  <a:lnTo>
                    <a:pt x="34291" y="1893016"/>
                  </a:lnTo>
                  <a:lnTo>
                    <a:pt x="33219" y="1893245"/>
                  </a:lnTo>
                  <a:lnTo>
                    <a:pt x="32147" y="1893475"/>
                  </a:lnTo>
                  <a:lnTo>
                    <a:pt x="31076" y="1893703"/>
                  </a:lnTo>
                  <a:lnTo>
                    <a:pt x="30004" y="1893932"/>
                  </a:lnTo>
                  <a:lnTo>
                    <a:pt x="28933" y="1894160"/>
                  </a:lnTo>
                  <a:lnTo>
                    <a:pt x="27861" y="1894388"/>
                  </a:lnTo>
                  <a:lnTo>
                    <a:pt x="26789" y="1894616"/>
                  </a:lnTo>
                  <a:lnTo>
                    <a:pt x="25718" y="1894843"/>
                  </a:lnTo>
                  <a:lnTo>
                    <a:pt x="24646" y="1895070"/>
                  </a:lnTo>
                  <a:lnTo>
                    <a:pt x="23575" y="1895296"/>
                  </a:lnTo>
                  <a:lnTo>
                    <a:pt x="22503" y="1895523"/>
                  </a:lnTo>
                  <a:lnTo>
                    <a:pt x="21431" y="1895749"/>
                  </a:lnTo>
                  <a:lnTo>
                    <a:pt x="20360" y="1895974"/>
                  </a:lnTo>
                  <a:lnTo>
                    <a:pt x="19288" y="1896200"/>
                  </a:lnTo>
                  <a:lnTo>
                    <a:pt x="18217" y="1896425"/>
                  </a:lnTo>
                  <a:lnTo>
                    <a:pt x="17145" y="1896649"/>
                  </a:lnTo>
                  <a:lnTo>
                    <a:pt x="16073" y="1896874"/>
                  </a:lnTo>
                  <a:lnTo>
                    <a:pt x="15002" y="1897098"/>
                  </a:lnTo>
                  <a:lnTo>
                    <a:pt x="13930" y="1897321"/>
                  </a:lnTo>
                  <a:lnTo>
                    <a:pt x="12859" y="1897545"/>
                  </a:lnTo>
                  <a:lnTo>
                    <a:pt x="11787" y="1897768"/>
                  </a:lnTo>
                  <a:lnTo>
                    <a:pt x="10715" y="1897990"/>
                  </a:lnTo>
                  <a:lnTo>
                    <a:pt x="9644" y="1898213"/>
                  </a:lnTo>
                  <a:lnTo>
                    <a:pt x="8572" y="1898435"/>
                  </a:lnTo>
                  <a:lnTo>
                    <a:pt x="7501" y="1898656"/>
                  </a:lnTo>
                  <a:lnTo>
                    <a:pt x="6429" y="1898878"/>
                  </a:lnTo>
                  <a:lnTo>
                    <a:pt x="5357" y="1899099"/>
                  </a:lnTo>
                  <a:lnTo>
                    <a:pt x="4286" y="1899320"/>
                  </a:lnTo>
                  <a:lnTo>
                    <a:pt x="3214" y="1899540"/>
                  </a:lnTo>
                  <a:lnTo>
                    <a:pt x="2143" y="1899760"/>
                  </a:lnTo>
                  <a:lnTo>
                    <a:pt x="1071" y="1899980"/>
                  </a:lnTo>
                  <a:lnTo>
                    <a:pt x="0" y="1900200"/>
                  </a:lnTo>
                  <a:lnTo>
                    <a:pt x="0" y="190020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5034264" y="613165"/>
              <a:ext cx="3856684" cy="2103758"/>
            </a:xfrm>
            <a:custGeom>
              <a:avLst/>
              <a:gdLst/>
              <a:ahLst/>
              <a:cxnLst/>
              <a:rect l="0" t="0" r="0" b="0"/>
              <a:pathLst>
                <a:path w="3856684" h="2103758">
                  <a:moveTo>
                    <a:pt x="0" y="2103758"/>
                  </a:moveTo>
                  <a:lnTo>
                    <a:pt x="1071" y="2103535"/>
                  </a:lnTo>
                  <a:lnTo>
                    <a:pt x="2143" y="2103312"/>
                  </a:lnTo>
                  <a:lnTo>
                    <a:pt x="3214" y="2103089"/>
                  </a:lnTo>
                  <a:lnTo>
                    <a:pt x="4286" y="2102865"/>
                  </a:lnTo>
                  <a:lnTo>
                    <a:pt x="5357" y="2102642"/>
                  </a:lnTo>
                  <a:lnTo>
                    <a:pt x="6429" y="2102418"/>
                  </a:lnTo>
                  <a:lnTo>
                    <a:pt x="7501" y="2102193"/>
                  </a:lnTo>
                  <a:lnTo>
                    <a:pt x="8572" y="2101969"/>
                  </a:lnTo>
                  <a:lnTo>
                    <a:pt x="9644" y="2101744"/>
                  </a:lnTo>
                  <a:lnTo>
                    <a:pt x="10715" y="2101519"/>
                  </a:lnTo>
                  <a:lnTo>
                    <a:pt x="11787" y="2101294"/>
                  </a:lnTo>
                  <a:lnTo>
                    <a:pt x="12859" y="2101069"/>
                  </a:lnTo>
                  <a:lnTo>
                    <a:pt x="13930" y="2100843"/>
                  </a:lnTo>
                  <a:lnTo>
                    <a:pt x="15002" y="2100617"/>
                  </a:lnTo>
                  <a:lnTo>
                    <a:pt x="16073" y="2100391"/>
                  </a:lnTo>
                  <a:lnTo>
                    <a:pt x="17145" y="2100165"/>
                  </a:lnTo>
                  <a:lnTo>
                    <a:pt x="18217" y="2099938"/>
                  </a:lnTo>
                  <a:lnTo>
                    <a:pt x="19288" y="2099711"/>
                  </a:lnTo>
                  <a:lnTo>
                    <a:pt x="20360" y="2099484"/>
                  </a:lnTo>
                  <a:lnTo>
                    <a:pt x="21431" y="2099257"/>
                  </a:lnTo>
                  <a:lnTo>
                    <a:pt x="22503" y="2099029"/>
                  </a:lnTo>
                  <a:lnTo>
                    <a:pt x="23575" y="2098801"/>
                  </a:lnTo>
                  <a:lnTo>
                    <a:pt x="24646" y="2098573"/>
                  </a:lnTo>
                  <a:lnTo>
                    <a:pt x="25718" y="2098345"/>
                  </a:lnTo>
                  <a:lnTo>
                    <a:pt x="26789" y="2098116"/>
                  </a:lnTo>
                  <a:lnTo>
                    <a:pt x="27861" y="2097887"/>
                  </a:lnTo>
                  <a:lnTo>
                    <a:pt x="28933" y="2097658"/>
                  </a:lnTo>
                  <a:lnTo>
                    <a:pt x="30004" y="2097429"/>
                  </a:lnTo>
                  <a:lnTo>
                    <a:pt x="31076" y="2097199"/>
                  </a:lnTo>
                  <a:lnTo>
                    <a:pt x="32147" y="2096970"/>
                  </a:lnTo>
                  <a:lnTo>
                    <a:pt x="33219" y="2096740"/>
                  </a:lnTo>
                  <a:lnTo>
                    <a:pt x="34291" y="2096509"/>
                  </a:lnTo>
                  <a:lnTo>
                    <a:pt x="35362" y="2096279"/>
                  </a:lnTo>
                  <a:lnTo>
                    <a:pt x="36434" y="2096048"/>
                  </a:lnTo>
                  <a:lnTo>
                    <a:pt x="37505" y="2095817"/>
                  </a:lnTo>
                  <a:lnTo>
                    <a:pt x="38577" y="2095586"/>
                  </a:lnTo>
                  <a:lnTo>
                    <a:pt x="39649" y="2095354"/>
                  </a:lnTo>
                  <a:lnTo>
                    <a:pt x="40720" y="2095122"/>
                  </a:lnTo>
                  <a:lnTo>
                    <a:pt x="41792" y="2094890"/>
                  </a:lnTo>
                  <a:lnTo>
                    <a:pt x="42863" y="2094658"/>
                  </a:lnTo>
                  <a:lnTo>
                    <a:pt x="43935" y="2094425"/>
                  </a:lnTo>
                  <a:lnTo>
                    <a:pt x="45007" y="2094193"/>
                  </a:lnTo>
                  <a:lnTo>
                    <a:pt x="46078" y="2093959"/>
                  </a:lnTo>
                  <a:lnTo>
                    <a:pt x="47150" y="2093726"/>
                  </a:lnTo>
                  <a:lnTo>
                    <a:pt x="48221" y="2093493"/>
                  </a:lnTo>
                  <a:lnTo>
                    <a:pt x="49293" y="2093259"/>
                  </a:lnTo>
                  <a:lnTo>
                    <a:pt x="50365" y="2093025"/>
                  </a:lnTo>
                  <a:lnTo>
                    <a:pt x="51436" y="2092791"/>
                  </a:lnTo>
                  <a:lnTo>
                    <a:pt x="52508" y="2092556"/>
                  </a:lnTo>
                  <a:lnTo>
                    <a:pt x="53579" y="2092321"/>
                  </a:lnTo>
                  <a:lnTo>
                    <a:pt x="54651" y="2092086"/>
                  </a:lnTo>
                  <a:lnTo>
                    <a:pt x="55723" y="2091851"/>
                  </a:lnTo>
                  <a:lnTo>
                    <a:pt x="56794" y="2091615"/>
                  </a:lnTo>
                  <a:lnTo>
                    <a:pt x="57866" y="2091379"/>
                  </a:lnTo>
                  <a:lnTo>
                    <a:pt x="58937" y="2091143"/>
                  </a:lnTo>
                  <a:lnTo>
                    <a:pt x="60009" y="2090907"/>
                  </a:lnTo>
                  <a:lnTo>
                    <a:pt x="61081" y="2090670"/>
                  </a:lnTo>
                  <a:lnTo>
                    <a:pt x="62152" y="2090434"/>
                  </a:lnTo>
                  <a:lnTo>
                    <a:pt x="63224" y="2090197"/>
                  </a:lnTo>
                  <a:lnTo>
                    <a:pt x="64295" y="2089959"/>
                  </a:lnTo>
                  <a:lnTo>
                    <a:pt x="65367" y="2089722"/>
                  </a:lnTo>
                  <a:lnTo>
                    <a:pt x="66439" y="2089484"/>
                  </a:lnTo>
                  <a:lnTo>
                    <a:pt x="67510" y="2089246"/>
                  </a:lnTo>
                  <a:lnTo>
                    <a:pt x="68582" y="2089007"/>
                  </a:lnTo>
                  <a:lnTo>
                    <a:pt x="69653" y="2088769"/>
                  </a:lnTo>
                  <a:lnTo>
                    <a:pt x="70725" y="2088530"/>
                  </a:lnTo>
                  <a:lnTo>
                    <a:pt x="71797" y="2088291"/>
                  </a:lnTo>
                  <a:lnTo>
                    <a:pt x="72868" y="2088051"/>
                  </a:lnTo>
                  <a:lnTo>
                    <a:pt x="73940" y="2087812"/>
                  </a:lnTo>
                  <a:lnTo>
                    <a:pt x="75011" y="2087572"/>
                  </a:lnTo>
                  <a:lnTo>
                    <a:pt x="76083" y="2087332"/>
                  </a:lnTo>
                  <a:lnTo>
                    <a:pt x="77155" y="2087091"/>
                  </a:lnTo>
                  <a:lnTo>
                    <a:pt x="78226" y="2086851"/>
                  </a:lnTo>
                  <a:lnTo>
                    <a:pt x="79298" y="2086610"/>
                  </a:lnTo>
                  <a:lnTo>
                    <a:pt x="80369" y="2086368"/>
                  </a:lnTo>
                  <a:lnTo>
                    <a:pt x="81441" y="2086127"/>
                  </a:lnTo>
                  <a:lnTo>
                    <a:pt x="82513" y="2085885"/>
                  </a:lnTo>
                  <a:lnTo>
                    <a:pt x="83584" y="2085643"/>
                  </a:lnTo>
                  <a:lnTo>
                    <a:pt x="84656" y="2085401"/>
                  </a:lnTo>
                  <a:lnTo>
                    <a:pt x="85727" y="2085159"/>
                  </a:lnTo>
                  <a:lnTo>
                    <a:pt x="86799" y="2084916"/>
                  </a:lnTo>
                  <a:lnTo>
                    <a:pt x="87871" y="2084673"/>
                  </a:lnTo>
                  <a:lnTo>
                    <a:pt x="88942" y="2084430"/>
                  </a:lnTo>
                  <a:lnTo>
                    <a:pt x="90014" y="2084186"/>
                  </a:lnTo>
                  <a:lnTo>
                    <a:pt x="91085" y="2083942"/>
                  </a:lnTo>
                  <a:lnTo>
                    <a:pt x="92157" y="2083698"/>
                  </a:lnTo>
                  <a:lnTo>
                    <a:pt x="93229" y="2083454"/>
                  </a:lnTo>
                  <a:lnTo>
                    <a:pt x="94300" y="2083209"/>
                  </a:lnTo>
                  <a:lnTo>
                    <a:pt x="95372" y="2082964"/>
                  </a:lnTo>
                  <a:lnTo>
                    <a:pt x="96443" y="2082719"/>
                  </a:lnTo>
                  <a:lnTo>
                    <a:pt x="97515" y="2082474"/>
                  </a:lnTo>
                  <a:lnTo>
                    <a:pt x="98587" y="2082228"/>
                  </a:lnTo>
                  <a:lnTo>
                    <a:pt x="99658" y="2081982"/>
                  </a:lnTo>
                  <a:lnTo>
                    <a:pt x="100730" y="2081736"/>
                  </a:lnTo>
                  <a:lnTo>
                    <a:pt x="101801" y="2081490"/>
                  </a:lnTo>
                  <a:lnTo>
                    <a:pt x="102873" y="2081243"/>
                  </a:lnTo>
                  <a:lnTo>
                    <a:pt x="103945" y="2080996"/>
                  </a:lnTo>
                  <a:lnTo>
                    <a:pt x="105016" y="2080749"/>
                  </a:lnTo>
                  <a:lnTo>
                    <a:pt x="106088" y="2080501"/>
                  </a:lnTo>
                  <a:lnTo>
                    <a:pt x="107159" y="2080254"/>
                  </a:lnTo>
                  <a:lnTo>
                    <a:pt x="108231" y="2080006"/>
                  </a:lnTo>
                  <a:lnTo>
                    <a:pt x="109303" y="2079757"/>
                  </a:lnTo>
                  <a:lnTo>
                    <a:pt x="110374" y="2079509"/>
                  </a:lnTo>
                  <a:lnTo>
                    <a:pt x="111446" y="2079260"/>
                  </a:lnTo>
                  <a:lnTo>
                    <a:pt x="112517" y="2079011"/>
                  </a:lnTo>
                  <a:lnTo>
                    <a:pt x="113589" y="2078762"/>
                  </a:lnTo>
                  <a:lnTo>
                    <a:pt x="114661" y="2078512"/>
                  </a:lnTo>
                  <a:lnTo>
                    <a:pt x="115732" y="2078262"/>
                  </a:lnTo>
                  <a:lnTo>
                    <a:pt x="116804" y="2078012"/>
                  </a:lnTo>
                  <a:lnTo>
                    <a:pt x="117875" y="2077761"/>
                  </a:lnTo>
                  <a:lnTo>
                    <a:pt x="118947" y="2077511"/>
                  </a:lnTo>
                  <a:lnTo>
                    <a:pt x="120019" y="2077260"/>
                  </a:lnTo>
                  <a:lnTo>
                    <a:pt x="121090" y="2077009"/>
                  </a:lnTo>
                  <a:lnTo>
                    <a:pt x="122162" y="2076757"/>
                  </a:lnTo>
                  <a:lnTo>
                    <a:pt x="123233" y="2076505"/>
                  </a:lnTo>
                  <a:lnTo>
                    <a:pt x="124305" y="2076253"/>
                  </a:lnTo>
                  <a:lnTo>
                    <a:pt x="125377" y="2076001"/>
                  </a:lnTo>
                  <a:lnTo>
                    <a:pt x="126448" y="2075748"/>
                  </a:lnTo>
                  <a:lnTo>
                    <a:pt x="127520" y="2075495"/>
                  </a:lnTo>
                  <a:lnTo>
                    <a:pt x="128591" y="2075242"/>
                  </a:lnTo>
                  <a:lnTo>
                    <a:pt x="129663" y="2074989"/>
                  </a:lnTo>
                  <a:lnTo>
                    <a:pt x="130735" y="2074735"/>
                  </a:lnTo>
                  <a:lnTo>
                    <a:pt x="131806" y="2074481"/>
                  </a:lnTo>
                  <a:lnTo>
                    <a:pt x="132878" y="2074227"/>
                  </a:lnTo>
                  <a:lnTo>
                    <a:pt x="133949" y="2073973"/>
                  </a:lnTo>
                  <a:lnTo>
                    <a:pt x="135021" y="2073718"/>
                  </a:lnTo>
                  <a:lnTo>
                    <a:pt x="136093" y="2073463"/>
                  </a:lnTo>
                  <a:lnTo>
                    <a:pt x="137164" y="2073207"/>
                  </a:lnTo>
                  <a:lnTo>
                    <a:pt x="138236" y="2072952"/>
                  </a:lnTo>
                  <a:lnTo>
                    <a:pt x="139307" y="2072696"/>
                  </a:lnTo>
                  <a:lnTo>
                    <a:pt x="140379" y="2072440"/>
                  </a:lnTo>
                  <a:lnTo>
                    <a:pt x="141451" y="2072183"/>
                  </a:lnTo>
                  <a:lnTo>
                    <a:pt x="142522" y="2071927"/>
                  </a:lnTo>
                  <a:lnTo>
                    <a:pt x="143594" y="2071670"/>
                  </a:lnTo>
                  <a:lnTo>
                    <a:pt x="144665" y="2071412"/>
                  </a:lnTo>
                  <a:lnTo>
                    <a:pt x="145737" y="2071155"/>
                  </a:lnTo>
                  <a:lnTo>
                    <a:pt x="146809" y="2070897"/>
                  </a:lnTo>
                  <a:lnTo>
                    <a:pt x="147880" y="2070639"/>
                  </a:lnTo>
                  <a:lnTo>
                    <a:pt x="148952" y="2070381"/>
                  </a:lnTo>
                  <a:lnTo>
                    <a:pt x="150023" y="2070122"/>
                  </a:lnTo>
                  <a:lnTo>
                    <a:pt x="151095" y="2069863"/>
                  </a:lnTo>
                  <a:lnTo>
                    <a:pt x="152167" y="2069604"/>
                  </a:lnTo>
                  <a:lnTo>
                    <a:pt x="153238" y="2069345"/>
                  </a:lnTo>
                  <a:lnTo>
                    <a:pt x="154310" y="2069085"/>
                  </a:lnTo>
                  <a:lnTo>
                    <a:pt x="155381" y="2068825"/>
                  </a:lnTo>
                  <a:lnTo>
                    <a:pt x="156453" y="2068564"/>
                  </a:lnTo>
                  <a:lnTo>
                    <a:pt x="157525" y="2068304"/>
                  </a:lnTo>
                  <a:lnTo>
                    <a:pt x="158596" y="2068043"/>
                  </a:lnTo>
                  <a:lnTo>
                    <a:pt x="159668" y="2067782"/>
                  </a:lnTo>
                  <a:lnTo>
                    <a:pt x="160739" y="2067520"/>
                  </a:lnTo>
                  <a:lnTo>
                    <a:pt x="161811" y="2067259"/>
                  </a:lnTo>
                  <a:lnTo>
                    <a:pt x="162883" y="2066997"/>
                  </a:lnTo>
                  <a:lnTo>
                    <a:pt x="163954" y="2066735"/>
                  </a:lnTo>
                  <a:lnTo>
                    <a:pt x="165026" y="2066472"/>
                  </a:lnTo>
                  <a:lnTo>
                    <a:pt x="166097" y="2066209"/>
                  </a:lnTo>
                  <a:lnTo>
                    <a:pt x="167169" y="2065946"/>
                  </a:lnTo>
                  <a:lnTo>
                    <a:pt x="168241" y="2065683"/>
                  </a:lnTo>
                  <a:lnTo>
                    <a:pt x="169312" y="2065419"/>
                  </a:lnTo>
                  <a:lnTo>
                    <a:pt x="170384" y="2065155"/>
                  </a:lnTo>
                  <a:lnTo>
                    <a:pt x="171455" y="2064891"/>
                  </a:lnTo>
                  <a:lnTo>
                    <a:pt x="172527" y="2064626"/>
                  </a:lnTo>
                  <a:lnTo>
                    <a:pt x="173599" y="2064361"/>
                  </a:lnTo>
                  <a:lnTo>
                    <a:pt x="174670" y="2064096"/>
                  </a:lnTo>
                  <a:lnTo>
                    <a:pt x="175742" y="2063831"/>
                  </a:lnTo>
                  <a:lnTo>
                    <a:pt x="176813" y="2063565"/>
                  </a:lnTo>
                  <a:lnTo>
                    <a:pt x="177885" y="2063299"/>
                  </a:lnTo>
                  <a:lnTo>
                    <a:pt x="178956" y="2063033"/>
                  </a:lnTo>
                  <a:lnTo>
                    <a:pt x="180028" y="2062767"/>
                  </a:lnTo>
                  <a:lnTo>
                    <a:pt x="181100" y="2062500"/>
                  </a:lnTo>
                  <a:lnTo>
                    <a:pt x="182171" y="2062233"/>
                  </a:lnTo>
                  <a:lnTo>
                    <a:pt x="183243" y="2061965"/>
                  </a:lnTo>
                  <a:lnTo>
                    <a:pt x="184314" y="2061698"/>
                  </a:lnTo>
                  <a:lnTo>
                    <a:pt x="185386" y="2061430"/>
                  </a:lnTo>
                  <a:lnTo>
                    <a:pt x="186458" y="2061161"/>
                  </a:lnTo>
                  <a:lnTo>
                    <a:pt x="187529" y="2060893"/>
                  </a:lnTo>
                  <a:lnTo>
                    <a:pt x="188601" y="2060624"/>
                  </a:lnTo>
                  <a:lnTo>
                    <a:pt x="189672" y="2060355"/>
                  </a:lnTo>
                  <a:lnTo>
                    <a:pt x="190744" y="2060086"/>
                  </a:lnTo>
                  <a:lnTo>
                    <a:pt x="191816" y="2059816"/>
                  </a:lnTo>
                  <a:lnTo>
                    <a:pt x="192887" y="2059546"/>
                  </a:lnTo>
                  <a:lnTo>
                    <a:pt x="193959" y="2059276"/>
                  </a:lnTo>
                  <a:lnTo>
                    <a:pt x="195030" y="2059005"/>
                  </a:lnTo>
                  <a:lnTo>
                    <a:pt x="196102" y="2058734"/>
                  </a:lnTo>
                  <a:lnTo>
                    <a:pt x="197174" y="2058463"/>
                  </a:lnTo>
                  <a:lnTo>
                    <a:pt x="198245" y="2058192"/>
                  </a:lnTo>
                  <a:lnTo>
                    <a:pt x="199317" y="2057920"/>
                  </a:lnTo>
                  <a:lnTo>
                    <a:pt x="200388" y="2057648"/>
                  </a:lnTo>
                  <a:lnTo>
                    <a:pt x="201460" y="2057376"/>
                  </a:lnTo>
                  <a:lnTo>
                    <a:pt x="202532" y="2057103"/>
                  </a:lnTo>
                  <a:lnTo>
                    <a:pt x="203603" y="2056830"/>
                  </a:lnTo>
                  <a:lnTo>
                    <a:pt x="204675" y="2056557"/>
                  </a:lnTo>
                  <a:lnTo>
                    <a:pt x="205746" y="2056283"/>
                  </a:lnTo>
                  <a:lnTo>
                    <a:pt x="206818" y="2056010"/>
                  </a:lnTo>
                  <a:lnTo>
                    <a:pt x="207890" y="2055735"/>
                  </a:lnTo>
                  <a:lnTo>
                    <a:pt x="208961" y="2055461"/>
                  </a:lnTo>
                  <a:lnTo>
                    <a:pt x="210033" y="2055186"/>
                  </a:lnTo>
                  <a:lnTo>
                    <a:pt x="211104" y="2054912"/>
                  </a:lnTo>
                  <a:lnTo>
                    <a:pt x="212176" y="2054636"/>
                  </a:lnTo>
                  <a:lnTo>
                    <a:pt x="213248" y="2054361"/>
                  </a:lnTo>
                  <a:lnTo>
                    <a:pt x="214319" y="2054085"/>
                  </a:lnTo>
                  <a:lnTo>
                    <a:pt x="215391" y="2053809"/>
                  </a:lnTo>
                  <a:lnTo>
                    <a:pt x="216462" y="2053532"/>
                  </a:lnTo>
                  <a:lnTo>
                    <a:pt x="217534" y="2053256"/>
                  </a:lnTo>
                  <a:lnTo>
                    <a:pt x="218606" y="2052979"/>
                  </a:lnTo>
                  <a:lnTo>
                    <a:pt x="219677" y="2052701"/>
                  </a:lnTo>
                  <a:lnTo>
                    <a:pt x="220749" y="2052424"/>
                  </a:lnTo>
                  <a:lnTo>
                    <a:pt x="221820" y="2052146"/>
                  </a:lnTo>
                  <a:lnTo>
                    <a:pt x="222892" y="2051867"/>
                  </a:lnTo>
                  <a:lnTo>
                    <a:pt x="223964" y="2051589"/>
                  </a:lnTo>
                  <a:lnTo>
                    <a:pt x="225035" y="2051310"/>
                  </a:lnTo>
                  <a:lnTo>
                    <a:pt x="226107" y="2051031"/>
                  </a:lnTo>
                  <a:lnTo>
                    <a:pt x="227178" y="2050752"/>
                  </a:lnTo>
                  <a:lnTo>
                    <a:pt x="228250" y="2050472"/>
                  </a:lnTo>
                  <a:lnTo>
                    <a:pt x="229322" y="2050192"/>
                  </a:lnTo>
                  <a:lnTo>
                    <a:pt x="230393" y="2049911"/>
                  </a:lnTo>
                  <a:lnTo>
                    <a:pt x="231465" y="2049631"/>
                  </a:lnTo>
                  <a:lnTo>
                    <a:pt x="232536" y="2049350"/>
                  </a:lnTo>
                  <a:lnTo>
                    <a:pt x="233608" y="2049069"/>
                  </a:lnTo>
                  <a:lnTo>
                    <a:pt x="234680" y="2048787"/>
                  </a:lnTo>
                  <a:lnTo>
                    <a:pt x="235751" y="2048505"/>
                  </a:lnTo>
                  <a:lnTo>
                    <a:pt x="236823" y="2048223"/>
                  </a:lnTo>
                  <a:lnTo>
                    <a:pt x="237894" y="2047941"/>
                  </a:lnTo>
                  <a:lnTo>
                    <a:pt x="238966" y="2047658"/>
                  </a:lnTo>
                  <a:lnTo>
                    <a:pt x="240038" y="2047375"/>
                  </a:lnTo>
                  <a:lnTo>
                    <a:pt x="241109" y="2047092"/>
                  </a:lnTo>
                  <a:lnTo>
                    <a:pt x="242181" y="2046808"/>
                  </a:lnTo>
                  <a:lnTo>
                    <a:pt x="243252" y="2046524"/>
                  </a:lnTo>
                  <a:lnTo>
                    <a:pt x="244324" y="2046240"/>
                  </a:lnTo>
                  <a:lnTo>
                    <a:pt x="245396" y="2045955"/>
                  </a:lnTo>
                  <a:lnTo>
                    <a:pt x="246467" y="2045670"/>
                  </a:lnTo>
                  <a:lnTo>
                    <a:pt x="247539" y="2045385"/>
                  </a:lnTo>
                  <a:lnTo>
                    <a:pt x="248610" y="2045100"/>
                  </a:lnTo>
                  <a:lnTo>
                    <a:pt x="249682" y="2044814"/>
                  </a:lnTo>
                  <a:lnTo>
                    <a:pt x="250754" y="2044528"/>
                  </a:lnTo>
                  <a:lnTo>
                    <a:pt x="251825" y="2044241"/>
                  </a:lnTo>
                  <a:lnTo>
                    <a:pt x="252897" y="2043955"/>
                  </a:lnTo>
                  <a:lnTo>
                    <a:pt x="253968" y="2043668"/>
                  </a:lnTo>
                  <a:lnTo>
                    <a:pt x="255040" y="2043380"/>
                  </a:lnTo>
                  <a:lnTo>
                    <a:pt x="256112" y="2043093"/>
                  </a:lnTo>
                  <a:lnTo>
                    <a:pt x="257183" y="2042805"/>
                  </a:lnTo>
                  <a:lnTo>
                    <a:pt x="258255" y="2042516"/>
                  </a:lnTo>
                  <a:lnTo>
                    <a:pt x="259326" y="2042228"/>
                  </a:lnTo>
                  <a:lnTo>
                    <a:pt x="260398" y="2041939"/>
                  </a:lnTo>
                  <a:lnTo>
                    <a:pt x="261470" y="2041650"/>
                  </a:lnTo>
                  <a:lnTo>
                    <a:pt x="262541" y="2041360"/>
                  </a:lnTo>
                  <a:lnTo>
                    <a:pt x="263613" y="2041070"/>
                  </a:lnTo>
                  <a:lnTo>
                    <a:pt x="264684" y="2040780"/>
                  </a:lnTo>
                  <a:lnTo>
                    <a:pt x="265756" y="2040490"/>
                  </a:lnTo>
                  <a:lnTo>
                    <a:pt x="266828" y="2040199"/>
                  </a:lnTo>
                  <a:lnTo>
                    <a:pt x="267899" y="2039908"/>
                  </a:lnTo>
                  <a:lnTo>
                    <a:pt x="268971" y="2039617"/>
                  </a:lnTo>
                  <a:lnTo>
                    <a:pt x="270042" y="2039325"/>
                  </a:lnTo>
                  <a:lnTo>
                    <a:pt x="271114" y="2039033"/>
                  </a:lnTo>
                  <a:lnTo>
                    <a:pt x="272186" y="2038741"/>
                  </a:lnTo>
                  <a:lnTo>
                    <a:pt x="273257" y="2038448"/>
                  </a:lnTo>
                  <a:lnTo>
                    <a:pt x="274329" y="2038155"/>
                  </a:lnTo>
                  <a:lnTo>
                    <a:pt x="275400" y="2037862"/>
                  </a:lnTo>
                  <a:lnTo>
                    <a:pt x="276472" y="2037568"/>
                  </a:lnTo>
                  <a:lnTo>
                    <a:pt x="277544" y="2037274"/>
                  </a:lnTo>
                  <a:lnTo>
                    <a:pt x="278615" y="2036980"/>
                  </a:lnTo>
                  <a:lnTo>
                    <a:pt x="279687" y="2036686"/>
                  </a:lnTo>
                  <a:lnTo>
                    <a:pt x="280758" y="2036391"/>
                  </a:lnTo>
                  <a:lnTo>
                    <a:pt x="281830" y="2036096"/>
                  </a:lnTo>
                  <a:lnTo>
                    <a:pt x="282902" y="2035800"/>
                  </a:lnTo>
                  <a:lnTo>
                    <a:pt x="283973" y="2035504"/>
                  </a:lnTo>
                  <a:lnTo>
                    <a:pt x="285045" y="2035208"/>
                  </a:lnTo>
                  <a:lnTo>
                    <a:pt x="286116" y="2034912"/>
                  </a:lnTo>
                  <a:lnTo>
                    <a:pt x="287188" y="2034615"/>
                  </a:lnTo>
                  <a:lnTo>
                    <a:pt x="288260" y="2034318"/>
                  </a:lnTo>
                  <a:lnTo>
                    <a:pt x="289331" y="2034021"/>
                  </a:lnTo>
                  <a:lnTo>
                    <a:pt x="290403" y="2033723"/>
                  </a:lnTo>
                  <a:lnTo>
                    <a:pt x="291474" y="2033425"/>
                  </a:lnTo>
                  <a:lnTo>
                    <a:pt x="292546" y="2033127"/>
                  </a:lnTo>
                  <a:lnTo>
                    <a:pt x="293618" y="2032828"/>
                  </a:lnTo>
                  <a:lnTo>
                    <a:pt x="294689" y="2032529"/>
                  </a:lnTo>
                  <a:lnTo>
                    <a:pt x="295761" y="2032230"/>
                  </a:lnTo>
                  <a:lnTo>
                    <a:pt x="296832" y="2031930"/>
                  </a:lnTo>
                  <a:lnTo>
                    <a:pt x="297904" y="2031630"/>
                  </a:lnTo>
                  <a:lnTo>
                    <a:pt x="298976" y="2031330"/>
                  </a:lnTo>
                  <a:lnTo>
                    <a:pt x="300047" y="2031029"/>
                  </a:lnTo>
                  <a:lnTo>
                    <a:pt x="301119" y="2030728"/>
                  </a:lnTo>
                  <a:lnTo>
                    <a:pt x="302190" y="2030427"/>
                  </a:lnTo>
                  <a:lnTo>
                    <a:pt x="303262" y="2030126"/>
                  </a:lnTo>
                  <a:lnTo>
                    <a:pt x="304334" y="2029824"/>
                  </a:lnTo>
                  <a:lnTo>
                    <a:pt x="305405" y="2029521"/>
                  </a:lnTo>
                  <a:lnTo>
                    <a:pt x="306477" y="2029219"/>
                  </a:lnTo>
                  <a:lnTo>
                    <a:pt x="307548" y="2028916"/>
                  </a:lnTo>
                  <a:lnTo>
                    <a:pt x="308620" y="2028613"/>
                  </a:lnTo>
                  <a:lnTo>
                    <a:pt x="309692" y="2028309"/>
                  </a:lnTo>
                  <a:lnTo>
                    <a:pt x="310763" y="2028006"/>
                  </a:lnTo>
                  <a:lnTo>
                    <a:pt x="311835" y="2027701"/>
                  </a:lnTo>
                  <a:lnTo>
                    <a:pt x="312906" y="2027397"/>
                  </a:lnTo>
                  <a:lnTo>
                    <a:pt x="313978" y="2027092"/>
                  </a:lnTo>
                  <a:lnTo>
                    <a:pt x="315050" y="2026787"/>
                  </a:lnTo>
                  <a:lnTo>
                    <a:pt x="316121" y="2026481"/>
                  </a:lnTo>
                  <a:lnTo>
                    <a:pt x="317193" y="2026176"/>
                  </a:lnTo>
                  <a:lnTo>
                    <a:pt x="318264" y="2025870"/>
                  </a:lnTo>
                  <a:lnTo>
                    <a:pt x="319336" y="2025563"/>
                  </a:lnTo>
                  <a:lnTo>
                    <a:pt x="320408" y="2025256"/>
                  </a:lnTo>
                  <a:lnTo>
                    <a:pt x="321479" y="2024949"/>
                  </a:lnTo>
                  <a:lnTo>
                    <a:pt x="322551" y="2024642"/>
                  </a:lnTo>
                  <a:lnTo>
                    <a:pt x="323622" y="2024334"/>
                  </a:lnTo>
                  <a:lnTo>
                    <a:pt x="324694" y="2024026"/>
                  </a:lnTo>
                  <a:lnTo>
                    <a:pt x="325766" y="2023717"/>
                  </a:lnTo>
                  <a:lnTo>
                    <a:pt x="326837" y="2023409"/>
                  </a:lnTo>
                  <a:lnTo>
                    <a:pt x="327909" y="2023100"/>
                  </a:lnTo>
                  <a:lnTo>
                    <a:pt x="328980" y="2022790"/>
                  </a:lnTo>
                  <a:lnTo>
                    <a:pt x="330052" y="2022480"/>
                  </a:lnTo>
                  <a:lnTo>
                    <a:pt x="331124" y="2022170"/>
                  </a:lnTo>
                  <a:lnTo>
                    <a:pt x="332195" y="2021860"/>
                  </a:lnTo>
                  <a:lnTo>
                    <a:pt x="333267" y="2021549"/>
                  </a:lnTo>
                  <a:lnTo>
                    <a:pt x="334338" y="2021238"/>
                  </a:lnTo>
                  <a:lnTo>
                    <a:pt x="335410" y="2020926"/>
                  </a:lnTo>
                  <a:lnTo>
                    <a:pt x="336482" y="2020615"/>
                  </a:lnTo>
                  <a:lnTo>
                    <a:pt x="337553" y="2020303"/>
                  </a:lnTo>
                  <a:lnTo>
                    <a:pt x="338625" y="2019990"/>
                  </a:lnTo>
                  <a:lnTo>
                    <a:pt x="339696" y="2019677"/>
                  </a:lnTo>
                  <a:lnTo>
                    <a:pt x="340768" y="2019364"/>
                  </a:lnTo>
                  <a:lnTo>
                    <a:pt x="341840" y="2019051"/>
                  </a:lnTo>
                  <a:lnTo>
                    <a:pt x="342911" y="2018737"/>
                  </a:lnTo>
                  <a:lnTo>
                    <a:pt x="343983" y="2018423"/>
                  </a:lnTo>
                  <a:lnTo>
                    <a:pt x="345054" y="2018108"/>
                  </a:lnTo>
                  <a:lnTo>
                    <a:pt x="346126" y="2017794"/>
                  </a:lnTo>
                  <a:lnTo>
                    <a:pt x="347198" y="2017479"/>
                  </a:lnTo>
                  <a:lnTo>
                    <a:pt x="348269" y="2017163"/>
                  </a:lnTo>
                  <a:lnTo>
                    <a:pt x="349341" y="2016847"/>
                  </a:lnTo>
                  <a:lnTo>
                    <a:pt x="350412" y="2016531"/>
                  </a:lnTo>
                  <a:lnTo>
                    <a:pt x="351484" y="2016215"/>
                  </a:lnTo>
                  <a:lnTo>
                    <a:pt x="352556" y="2015898"/>
                  </a:lnTo>
                  <a:lnTo>
                    <a:pt x="353627" y="2015581"/>
                  </a:lnTo>
                  <a:lnTo>
                    <a:pt x="354699" y="2015263"/>
                  </a:lnTo>
                  <a:lnTo>
                    <a:pt x="355770" y="2014945"/>
                  </a:lnTo>
                  <a:lnTo>
                    <a:pt x="356842" y="2014627"/>
                  </a:lnTo>
                  <a:lnTo>
                    <a:pt x="357913" y="2014308"/>
                  </a:lnTo>
                  <a:lnTo>
                    <a:pt x="358985" y="2013990"/>
                  </a:lnTo>
                  <a:lnTo>
                    <a:pt x="360057" y="2013670"/>
                  </a:lnTo>
                  <a:lnTo>
                    <a:pt x="361128" y="2013351"/>
                  </a:lnTo>
                  <a:lnTo>
                    <a:pt x="362200" y="2013031"/>
                  </a:lnTo>
                  <a:lnTo>
                    <a:pt x="363271" y="2012711"/>
                  </a:lnTo>
                  <a:lnTo>
                    <a:pt x="364343" y="2012390"/>
                  </a:lnTo>
                  <a:lnTo>
                    <a:pt x="365415" y="2012069"/>
                  </a:lnTo>
                  <a:lnTo>
                    <a:pt x="366486" y="2011748"/>
                  </a:lnTo>
                  <a:lnTo>
                    <a:pt x="367558" y="2011426"/>
                  </a:lnTo>
                  <a:lnTo>
                    <a:pt x="368629" y="2011104"/>
                  </a:lnTo>
                  <a:lnTo>
                    <a:pt x="369701" y="2010782"/>
                  </a:lnTo>
                  <a:lnTo>
                    <a:pt x="370773" y="2010459"/>
                  </a:lnTo>
                  <a:lnTo>
                    <a:pt x="371844" y="2010136"/>
                  </a:lnTo>
                  <a:lnTo>
                    <a:pt x="372916" y="2009813"/>
                  </a:lnTo>
                  <a:lnTo>
                    <a:pt x="373987" y="2009489"/>
                  </a:lnTo>
                  <a:lnTo>
                    <a:pt x="375059" y="2009165"/>
                  </a:lnTo>
                  <a:lnTo>
                    <a:pt x="376131" y="2008841"/>
                  </a:lnTo>
                  <a:lnTo>
                    <a:pt x="377202" y="2008516"/>
                  </a:lnTo>
                  <a:lnTo>
                    <a:pt x="378274" y="2008191"/>
                  </a:lnTo>
                  <a:lnTo>
                    <a:pt x="379345" y="2007865"/>
                  </a:lnTo>
                  <a:lnTo>
                    <a:pt x="380417" y="2007540"/>
                  </a:lnTo>
                  <a:lnTo>
                    <a:pt x="381489" y="2007213"/>
                  </a:lnTo>
                  <a:lnTo>
                    <a:pt x="382560" y="2006887"/>
                  </a:lnTo>
                  <a:lnTo>
                    <a:pt x="383632" y="2006560"/>
                  </a:lnTo>
                  <a:lnTo>
                    <a:pt x="384703" y="2006233"/>
                  </a:lnTo>
                  <a:lnTo>
                    <a:pt x="385775" y="2005905"/>
                  </a:lnTo>
                  <a:lnTo>
                    <a:pt x="386847" y="2005577"/>
                  </a:lnTo>
                  <a:lnTo>
                    <a:pt x="387918" y="2005249"/>
                  </a:lnTo>
                  <a:lnTo>
                    <a:pt x="388990" y="2004920"/>
                  </a:lnTo>
                  <a:lnTo>
                    <a:pt x="390061" y="2004591"/>
                  </a:lnTo>
                  <a:lnTo>
                    <a:pt x="391133" y="2004262"/>
                  </a:lnTo>
                  <a:lnTo>
                    <a:pt x="392205" y="2003932"/>
                  </a:lnTo>
                  <a:lnTo>
                    <a:pt x="393276" y="2003602"/>
                  </a:lnTo>
                  <a:lnTo>
                    <a:pt x="394348" y="2003272"/>
                  </a:lnTo>
                  <a:lnTo>
                    <a:pt x="395419" y="2002941"/>
                  </a:lnTo>
                  <a:lnTo>
                    <a:pt x="396491" y="2002610"/>
                  </a:lnTo>
                  <a:lnTo>
                    <a:pt x="397563" y="2002279"/>
                  </a:lnTo>
                  <a:lnTo>
                    <a:pt x="398634" y="2001947"/>
                  </a:lnTo>
                  <a:lnTo>
                    <a:pt x="399706" y="2001615"/>
                  </a:lnTo>
                  <a:lnTo>
                    <a:pt x="400777" y="2001282"/>
                  </a:lnTo>
                  <a:lnTo>
                    <a:pt x="401849" y="2000949"/>
                  </a:lnTo>
                  <a:lnTo>
                    <a:pt x="402921" y="2000616"/>
                  </a:lnTo>
                  <a:lnTo>
                    <a:pt x="403992" y="2000283"/>
                  </a:lnTo>
                  <a:lnTo>
                    <a:pt x="405064" y="1999949"/>
                  </a:lnTo>
                  <a:lnTo>
                    <a:pt x="406135" y="1999614"/>
                  </a:lnTo>
                  <a:lnTo>
                    <a:pt x="407207" y="1999280"/>
                  </a:lnTo>
                  <a:lnTo>
                    <a:pt x="408279" y="1998945"/>
                  </a:lnTo>
                  <a:lnTo>
                    <a:pt x="409350" y="1998609"/>
                  </a:lnTo>
                  <a:lnTo>
                    <a:pt x="410422" y="1998273"/>
                  </a:lnTo>
                  <a:lnTo>
                    <a:pt x="411493" y="1997937"/>
                  </a:lnTo>
                  <a:lnTo>
                    <a:pt x="412565" y="1997601"/>
                  </a:lnTo>
                  <a:lnTo>
                    <a:pt x="413637" y="1997264"/>
                  </a:lnTo>
                  <a:lnTo>
                    <a:pt x="414708" y="1996927"/>
                  </a:lnTo>
                  <a:lnTo>
                    <a:pt x="415780" y="1996589"/>
                  </a:lnTo>
                  <a:lnTo>
                    <a:pt x="416851" y="1996251"/>
                  </a:lnTo>
                  <a:lnTo>
                    <a:pt x="417923" y="1995913"/>
                  </a:lnTo>
                  <a:lnTo>
                    <a:pt x="418995" y="1995574"/>
                  </a:lnTo>
                  <a:lnTo>
                    <a:pt x="420066" y="1995235"/>
                  </a:lnTo>
                  <a:lnTo>
                    <a:pt x="421138" y="1994896"/>
                  </a:lnTo>
                  <a:lnTo>
                    <a:pt x="422209" y="1994556"/>
                  </a:lnTo>
                  <a:lnTo>
                    <a:pt x="423281" y="1994216"/>
                  </a:lnTo>
                  <a:lnTo>
                    <a:pt x="424353" y="1993876"/>
                  </a:lnTo>
                  <a:lnTo>
                    <a:pt x="425424" y="1993535"/>
                  </a:lnTo>
                  <a:lnTo>
                    <a:pt x="426496" y="1993194"/>
                  </a:lnTo>
                  <a:lnTo>
                    <a:pt x="427567" y="1992852"/>
                  </a:lnTo>
                  <a:lnTo>
                    <a:pt x="428639" y="1992510"/>
                  </a:lnTo>
                  <a:lnTo>
                    <a:pt x="429711" y="1992168"/>
                  </a:lnTo>
                  <a:lnTo>
                    <a:pt x="430782" y="1991825"/>
                  </a:lnTo>
                  <a:lnTo>
                    <a:pt x="431854" y="1991482"/>
                  </a:lnTo>
                  <a:lnTo>
                    <a:pt x="432925" y="1991139"/>
                  </a:lnTo>
                  <a:lnTo>
                    <a:pt x="433997" y="1990795"/>
                  </a:lnTo>
                  <a:lnTo>
                    <a:pt x="435069" y="1990451"/>
                  </a:lnTo>
                  <a:lnTo>
                    <a:pt x="436140" y="1990106"/>
                  </a:lnTo>
                  <a:lnTo>
                    <a:pt x="437212" y="1989762"/>
                  </a:lnTo>
                  <a:lnTo>
                    <a:pt x="438283" y="1989416"/>
                  </a:lnTo>
                  <a:lnTo>
                    <a:pt x="439355" y="1989071"/>
                  </a:lnTo>
                  <a:lnTo>
                    <a:pt x="440427" y="1988725"/>
                  </a:lnTo>
                  <a:lnTo>
                    <a:pt x="441498" y="1988378"/>
                  </a:lnTo>
                  <a:lnTo>
                    <a:pt x="442570" y="1988032"/>
                  </a:lnTo>
                  <a:lnTo>
                    <a:pt x="443641" y="1987684"/>
                  </a:lnTo>
                  <a:lnTo>
                    <a:pt x="444713" y="1987337"/>
                  </a:lnTo>
                  <a:lnTo>
                    <a:pt x="445785" y="1986989"/>
                  </a:lnTo>
                  <a:lnTo>
                    <a:pt x="446856" y="1986641"/>
                  </a:lnTo>
                  <a:lnTo>
                    <a:pt x="447928" y="1986292"/>
                  </a:lnTo>
                  <a:lnTo>
                    <a:pt x="448999" y="1985943"/>
                  </a:lnTo>
                  <a:lnTo>
                    <a:pt x="450071" y="1985594"/>
                  </a:lnTo>
                  <a:lnTo>
                    <a:pt x="451143" y="1985244"/>
                  </a:lnTo>
                  <a:lnTo>
                    <a:pt x="452214" y="1984894"/>
                  </a:lnTo>
                  <a:lnTo>
                    <a:pt x="453286" y="1984544"/>
                  </a:lnTo>
                  <a:lnTo>
                    <a:pt x="454357" y="1984193"/>
                  </a:lnTo>
                  <a:lnTo>
                    <a:pt x="455429" y="1983842"/>
                  </a:lnTo>
                  <a:lnTo>
                    <a:pt x="456501" y="1983490"/>
                  </a:lnTo>
                  <a:lnTo>
                    <a:pt x="457572" y="1983138"/>
                  </a:lnTo>
                  <a:lnTo>
                    <a:pt x="458644" y="1982786"/>
                  </a:lnTo>
                  <a:lnTo>
                    <a:pt x="459715" y="1982433"/>
                  </a:lnTo>
                  <a:lnTo>
                    <a:pt x="460787" y="1982080"/>
                  </a:lnTo>
                  <a:lnTo>
                    <a:pt x="461859" y="1981726"/>
                  </a:lnTo>
                  <a:lnTo>
                    <a:pt x="462930" y="1981372"/>
                  </a:lnTo>
                  <a:lnTo>
                    <a:pt x="464002" y="1981018"/>
                  </a:lnTo>
                  <a:lnTo>
                    <a:pt x="465073" y="1980663"/>
                  </a:lnTo>
                  <a:lnTo>
                    <a:pt x="466145" y="1980308"/>
                  </a:lnTo>
                  <a:lnTo>
                    <a:pt x="467217" y="1979953"/>
                  </a:lnTo>
                  <a:lnTo>
                    <a:pt x="468288" y="1979597"/>
                  </a:lnTo>
                  <a:lnTo>
                    <a:pt x="469360" y="1979241"/>
                  </a:lnTo>
                  <a:lnTo>
                    <a:pt x="470431" y="1978885"/>
                  </a:lnTo>
                  <a:lnTo>
                    <a:pt x="471503" y="1978528"/>
                  </a:lnTo>
                  <a:lnTo>
                    <a:pt x="472575" y="1978170"/>
                  </a:lnTo>
                  <a:lnTo>
                    <a:pt x="473646" y="1977813"/>
                  </a:lnTo>
                  <a:lnTo>
                    <a:pt x="474718" y="1977454"/>
                  </a:lnTo>
                  <a:lnTo>
                    <a:pt x="475789" y="1977096"/>
                  </a:lnTo>
                  <a:lnTo>
                    <a:pt x="476861" y="1976737"/>
                  </a:lnTo>
                  <a:lnTo>
                    <a:pt x="477933" y="1976378"/>
                  </a:lnTo>
                  <a:lnTo>
                    <a:pt x="479004" y="1976018"/>
                  </a:lnTo>
                  <a:lnTo>
                    <a:pt x="480076" y="1975658"/>
                  </a:lnTo>
                  <a:lnTo>
                    <a:pt x="481147" y="1975298"/>
                  </a:lnTo>
                  <a:lnTo>
                    <a:pt x="482219" y="1974937"/>
                  </a:lnTo>
                  <a:lnTo>
                    <a:pt x="483291" y="1974576"/>
                  </a:lnTo>
                  <a:lnTo>
                    <a:pt x="484362" y="1974214"/>
                  </a:lnTo>
                  <a:lnTo>
                    <a:pt x="485434" y="1973853"/>
                  </a:lnTo>
                  <a:lnTo>
                    <a:pt x="486505" y="1973490"/>
                  </a:lnTo>
                  <a:lnTo>
                    <a:pt x="487577" y="1973127"/>
                  </a:lnTo>
                  <a:lnTo>
                    <a:pt x="488649" y="1972764"/>
                  </a:lnTo>
                  <a:lnTo>
                    <a:pt x="489720" y="1972401"/>
                  </a:lnTo>
                  <a:lnTo>
                    <a:pt x="490792" y="1972037"/>
                  </a:lnTo>
                  <a:lnTo>
                    <a:pt x="491863" y="1971673"/>
                  </a:lnTo>
                  <a:lnTo>
                    <a:pt x="492935" y="1971308"/>
                  </a:lnTo>
                  <a:lnTo>
                    <a:pt x="494007" y="1970943"/>
                  </a:lnTo>
                  <a:lnTo>
                    <a:pt x="495078" y="1970578"/>
                  </a:lnTo>
                  <a:lnTo>
                    <a:pt x="496150" y="1970212"/>
                  </a:lnTo>
                  <a:lnTo>
                    <a:pt x="497221" y="1969845"/>
                  </a:lnTo>
                  <a:lnTo>
                    <a:pt x="498293" y="1969479"/>
                  </a:lnTo>
                  <a:lnTo>
                    <a:pt x="499365" y="1969112"/>
                  </a:lnTo>
                  <a:lnTo>
                    <a:pt x="500436" y="1968744"/>
                  </a:lnTo>
                  <a:lnTo>
                    <a:pt x="501508" y="1968377"/>
                  </a:lnTo>
                  <a:lnTo>
                    <a:pt x="502579" y="1968008"/>
                  </a:lnTo>
                  <a:lnTo>
                    <a:pt x="503651" y="1967640"/>
                  </a:lnTo>
                  <a:lnTo>
                    <a:pt x="504723" y="1967271"/>
                  </a:lnTo>
                  <a:lnTo>
                    <a:pt x="505794" y="1966901"/>
                  </a:lnTo>
                  <a:lnTo>
                    <a:pt x="506866" y="1966532"/>
                  </a:lnTo>
                  <a:lnTo>
                    <a:pt x="507937" y="1966161"/>
                  </a:lnTo>
                  <a:lnTo>
                    <a:pt x="509009" y="1965791"/>
                  </a:lnTo>
                  <a:lnTo>
                    <a:pt x="510081" y="1965420"/>
                  </a:lnTo>
                  <a:lnTo>
                    <a:pt x="511152" y="1965049"/>
                  </a:lnTo>
                  <a:lnTo>
                    <a:pt x="512224" y="1964677"/>
                  </a:lnTo>
                  <a:lnTo>
                    <a:pt x="513295" y="1964305"/>
                  </a:lnTo>
                  <a:lnTo>
                    <a:pt x="514367" y="1963932"/>
                  </a:lnTo>
                  <a:lnTo>
                    <a:pt x="515439" y="1963559"/>
                  </a:lnTo>
                  <a:lnTo>
                    <a:pt x="516510" y="1963186"/>
                  </a:lnTo>
                  <a:lnTo>
                    <a:pt x="517582" y="1962812"/>
                  </a:lnTo>
                  <a:lnTo>
                    <a:pt x="518653" y="1962438"/>
                  </a:lnTo>
                  <a:lnTo>
                    <a:pt x="519725" y="1962063"/>
                  </a:lnTo>
                  <a:lnTo>
                    <a:pt x="520797" y="1961688"/>
                  </a:lnTo>
                  <a:lnTo>
                    <a:pt x="521868" y="1961313"/>
                  </a:lnTo>
                  <a:lnTo>
                    <a:pt x="522940" y="1960937"/>
                  </a:lnTo>
                  <a:lnTo>
                    <a:pt x="524011" y="1960561"/>
                  </a:lnTo>
                  <a:lnTo>
                    <a:pt x="525083" y="1960184"/>
                  </a:lnTo>
                  <a:lnTo>
                    <a:pt x="526155" y="1959807"/>
                  </a:lnTo>
                  <a:lnTo>
                    <a:pt x="527226" y="1959430"/>
                  </a:lnTo>
                  <a:lnTo>
                    <a:pt x="528298" y="1959052"/>
                  </a:lnTo>
                  <a:lnTo>
                    <a:pt x="529369" y="1958674"/>
                  </a:lnTo>
                  <a:lnTo>
                    <a:pt x="530441" y="1958295"/>
                  </a:lnTo>
                  <a:lnTo>
                    <a:pt x="531513" y="1957916"/>
                  </a:lnTo>
                  <a:lnTo>
                    <a:pt x="532584" y="1957537"/>
                  </a:lnTo>
                  <a:lnTo>
                    <a:pt x="533656" y="1957157"/>
                  </a:lnTo>
                  <a:lnTo>
                    <a:pt x="534727" y="1956777"/>
                  </a:lnTo>
                  <a:lnTo>
                    <a:pt x="535799" y="1956396"/>
                  </a:lnTo>
                  <a:lnTo>
                    <a:pt x="536870" y="1956015"/>
                  </a:lnTo>
                  <a:lnTo>
                    <a:pt x="537942" y="1955634"/>
                  </a:lnTo>
                  <a:lnTo>
                    <a:pt x="539014" y="1955252"/>
                  </a:lnTo>
                  <a:lnTo>
                    <a:pt x="540085" y="1954870"/>
                  </a:lnTo>
                  <a:lnTo>
                    <a:pt x="541157" y="1954487"/>
                  </a:lnTo>
                  <a:lnTo>
                    <a:pt x="542228" y="1954104"/>
                  </a:lnTo>
                  <a:lnTo>
                    <a:pt x="543300" y="1953720"/>
                  </a:lnTo>
                  <a:lnTo>
                    <a:pt x="544372" y="1953337"/>
                  </a:lnTo>
                  <a:lnTo>
                    <a:pt x="545443" y="1952952"/>
                  </a:lnTo>
                  <a:lnTo>
                    <a:pt x="546515" y="1952568"/>
                  </a:lnTo>
                  <a:lnTo>
                    <a:pt x="547586" y="1952182"/>
                  </a:lnTo>
                  <a:lnTo>
                    <a:pt x="548658" y="1951797"/>
                  </a:lnTo>
                  <a:lnTo>
                    <a:pt x="549730" y="1951411"/>
                  </a:lnTo>
                  <a:lnTo>
                    <a:pt x="550801" y="1951024"/>
                  </a:lnTo>
                  <a:lnTo>
                    <a:pt x="551873" y="1950638"/>
                  </a:lnTo>
                  <a:lnTo>
                    <a:pt x="552944" y="1950250"/>
                  </a:lnTo>
                  <a:lnTo>
                    <a:pt x="554016" y="1949863"/>
                  </a:lnTo>
                  <a:lnTo>
                    <a:pt x="555088" y="1949475"/>
                  </a:lnTo>
                  <a:lnTo>
                    <a:pt x="556159" y="1949086"/>
                  </a:lnTo>
                  <a:lnTo>
                    <a:pt x="557231" y="1948698"/>
                  </a:lnTo>
                  <a:lnTo>
                    <a:pt x="558302" y="1948308"/>
                  </a:lnTo>
                  <a:lnTo>
                    <a:pt x="559374" y="1947919"/>
                  </a:lnTo>
                  <a:lnTo>
                    <a:pt x="560446" y="1947528"/>
                  </a:lnTo>
                  <a:lnTo>
                    <a:pt x="561517" y="1947138"/>
                  </a:lnTo>
                  <a:lnTo>
                    <a:pt x="562589" y="1946747"/>
                  </a:lnTo>
                  <a:lnTo>
                    <a:pt x="563660" y="1946356"/>
                  </a:lnTo>
                  <a:lnTo>
                    <a:pt x="564732" y="1945964"/>
                  </a:lnTo>
                  <a:lnTo>
                    <a:pt x="565804" y="1945572"/>
                  </a:lnTo>
                  <a:lnTo>
                    <a:pt x="566875" y="1945179"/>
                  </a:lnTo>
                  <a:lnTo>
                    <a:pt x="567947" y="1944786"/>
                  </a:lnTo>
                  <a:lnTo>
                    <a:pt x="569018" y="1944392"/>
                  </a:lnTo>
                  <a:lnTo>
                    <a:pt x="570090" y="1943998"/>
                  </a:lnTo>
                  <a:lnTo>
                    <a:pt x="571162" y="1943604"/>
                  </a:lnTo>
                  <a:lnTo>
                    <a:pt x="572233" y="1943209"/>
                  </a:lnTo>
                  <a:lnTo>
                    <a:pt x="573305" y="1942814"/>
                  </a:lnTo>
                  <a:lnTo>
                    <a:pt x="574376" y="1942419"/>
                  </a:lnTo>
                  <a:lnTo>
                    <a:pt x="575448" y="1942023"/>
                  </a:lnTo>
                  <a:lnTo>
                    <a:pt x="576520" y="1941626"/>
                  </a:lnTo>
                  <a:lnTo>
                    <a:pt x="577591" y="1941229"/>
                  </a:lnTo>
                  <a:lnTo>
                    <a:pt x="578663" y="1940832"/>
                  </a:lnTo>
                  <a:lnTo>
                    <a:pt x="579734" y="1940434"/>
                  </a:lnTo>
                  <a:lnTo>
                    <a:pt x="580806" y="1940036"/>
                  </a:lnTo>
                  <a:lnTo>
                    <a:pt x="581878" y="1939638"/>
                  </a:lnTo>
                  <a:lnTo>
                    <a:pt x="582949" y="1939239"/>
                  </a:lnTo>
                  <a:lnTo>
                    <a:pt x="584021" y="1938839"/>
                  </a:lnTo>
                  <a:lnTo>
                    <a:pt x="585092" y="1938439"/>
                  </a:lnTo>
                  <a:lnTo>
                    <a:pt x="586164" y="1938039"/>
                  </a:lnTo>
                  <a:lnTo>
                    <a:pt x="587236" y="1937638"/>
                  </a:lnTo>
                  <a:lnTo>
                    <a:pt x="588307" y="1937237"/>
                  </a:lnTo>
                  <a:lnTo>
                    <a:pt x="589379" y="1936836"/>
                  </a:lnTo>
                  <a:lnTo>
                    <a:pt x="590450" y="1936434"/>
                  </a:lnTo>
                  <a:lnTo>
                    <a:pt x="591522" y="1936031"/>
                  </a:lnTo>
                  <a:lnTo>
                    <a:pt x="592594" y="1935629"/>
                  </a:lnTo>
                  <a:lnTo>
                    <a:pt x="593665" y="1935225"/>
                  </a:lnTo>
                  <a:lnTo>
                    <a:pt x="594737" y="1934822"/>
                  </a:lnTo>
                  <a:lnTo>
                    <a:pt x="595808" y="1934417"/>
                  </a:lnTo>
                  <a:lnTo>
                    <a:pt x="596880" y="1934013"/>
                  </a:lnTo>
                  <a:lnTo>
                    <a:pt x="597952" y="1933608"/>
                  </a:lnTo>
                  <a:lnTo>
                    <a:pt x="599023" y="1933202"/>
                  </a:lnTo>
                  <a:lnTo>
                    <a:pt x="600095" y="1932797"/>
                  </a:lnTo>
                  <a:lnTo>
                    <a:pt x="601166" y="1932390"/>
                  </a:lnTo>
                  <a:lnTo>
                    <a:pt x="602238" y="1931984"/>
                  </a:lnTo>
                  <a:lnTo>
                    <a:pt x="603310" y="1931576"/>
                  </a:lnTo>
                  <a:lnTo>
                    <a:pt x="604381" y="1931169"/>
                  </a:lnTo>
                  <a:lnTo>
                    <a:pt x="605453" y="1930761"/>
                  </a:lnTo>
                  <a:lnTo>
                    <a:pt x="606524" y="1930352"/>
                  </a:lnTo>
                  <a:lnTo>
                    <a:pt x="607596" y="1929943"/>
                  </a:lnTo>
                  <a:lnTo>
                    <a:pt x="608668" y="1929534"/>
                  </a:lnTo>
                  <a:lnTo>
                    <a:pt x="609739" y="1929124"/>
                  </a:lnTo>
                  <a:lnTo>
                    <a:pt x="610811" y="1928714"/>
                  </a:lnTo>
                  <a:lnTo>
                    <a:pt x="611882" y="1928303"/>
                  </a:lnTo>
                  <a:lnTo>
                    <a:pt x="612954" y="1927892"/>
                  </a:lnTo>
                  <a:lnTo>
                    <a:pt x="614026" y="1927481"/>
                  </a:lnTo>
                  <a:lnTo>
                    <a:pt x="615097" y="1927069"/>
                  </a:lnTo>
                  <a:lnTo>
                    <a:pt x="616169" y="1926656"/>
                  </a:lnTo>
                  <a:lnTo>
                    <a:pt x="617240" y="1926243"/>
                  </a:lnTo>
                  <a:lnTo>
                    <a:pt x="618312" y="1925830"/>
                  </a:lnTo>
                  <a:lnTo>
                    <a:pt x="619384" y="1925416"/>
                  </a:lnTo>
                  <a:lnTo>
                    <a:pt x="620455" y="1925002"/>
                  </a:lnTo>
                  <a:lnTo>
                    <a:pt x="621527" y="1924587"/>
                  </a:lnTo>
                  <a:lnTo>
                    <a:pt x="622598" y="1924172"/>
                  </a:lnTo>
                  <a:lnTo>
                    <a:pt x="623670" y="1923757"/>
                  </a:lnTo>
                  <a:lnTo>
                    <a:pt x="624742" y="1923341"/>
                  </a:lnTo>
                  <a:lnTo>
                    <a:pt x="625813" y="1922924"/>
                  </a:lnTo>
                  <a:lnTo>
                    <a:pt x="626885" y="1922508"/>
                  </a:lnTo>
                  <a:lnTo>
                    <a:pt x="627956" y="1922090"/>
                  </a:lnTo>
                  <a:lnTo>
                    <a:pt x="629028" y="1921672"/>
                  </a:lnTo>
                  <a:lnTo>
                    <a:pt x="630100" y="1921254"/>
                  </a:lnTo>
                  <a:lnTo>
                    <a:pt x="631171" y="1920836"/>
                  </a:lnTo>
                  <a:lnTo>
                    <a:pt x="632243" y="1920417"/>
                  </a:lnTo>
                  <a:lnTo>
                    <a:pt x="633314" y="1919997"/>
                  </a:lnTo>
                  <a:lnTo>
                    <a:pt x="634386" y="1919577"/>
                  </a:lnTo>
                  <a:lnTo>
                    <a:pt x="635458" y="1919157"/>
                  </a:lnTo>
                  <a:lnTo>
                    <a:pt x="636529" y="1918736"/>
                  </a:lnTo>
                  <a:lnTo>
                    <a:pt x="637601" y="1918314"/>
                  </a:lnTo>
                  <a:lnTo>
                    <a:pt x="638672" y="1917893"/>
                  </a:lnTo>
                  <a:lnTo>
                    <a:pt x="639744" y="1917470"/>
                  </a:lnTo>
                  <a:lnTo>
                    <a:pt x="640816" y="1917048"/>
                  </a:lnTo>
                  <a:lnTo>
                    <a:pt x="641887" y="1916624"/>
                  </a:lnTo>
                  <a:lnTo>
                    <a:pt x="642959" y="1916201"/>
                  </a:lnTo>
                  <a:lnTo>
                    <a:pt x="644030" y="1915777"/>
                  </a:lnTo>
                  <a:lnTo>
                    <a:pt x="645102" y="1915352"/>
                  </a:lnTo>
                  <a:lnTo>
                    <a:pt x="646174" y="1914927"/>
                  </a:lnTo>
                  <a:lnTo>
                    <a:pt x="647245" y="1914502"/>
                  </a:lnTo>
                  <a:lnTo>
                    <a:pt x="648317" y="1914076"/>
                  </a:lnTo>
                  <a:lnTo>
                    <a:pt x="649388" y="1913650"/>
                  </a:lnTo>
                  <a:lnTo>
                    <a:pt x="650460" y="1913223"/>
                  </a:lnTo>
                  <a:lnTo>
                    <a:pt x="651532" y="1912796"/>
                  </a:lnTo>
                  <a:lnTo>
                    <a:pt x="652603" y="1912368"/>
                  </a:lnTo>
                  <a:lnTo>
                    <a:pt x="653675" y="1911940"/>
                  </a:lnTo>
                  <a:lnTo>
                    <a:pt x="654746" y="1911511"/>
                  </a:lnTo>
                  <a:lnTo>
                    <a:pt x="655818" y="1911082"/>
                  </a:lnTo>
                  <a:lnTo>
                    <a:pt x="656890" y="1910653"/>
                  </a:lnTo>
                  <a:lnTo>
                    <a:pt x="657961" y="1910223"/>
                  </a:lnTo>
                  <a:lnTo>
                    <a:pt x="659033" y="1909792"/>
                  </a:lnTo>
                  <a:lnTo>
                    <a:pt x="660104" y="1909361"/>
                  </a:lnTo>
                  <a:lnTo>
                    <a:pt x="661176" y="1908930"/>
                  </a:lnTo>
                  <a:lnTo>
                    <a:pt x="662248" y="1908498"/>
                  </a:lnTo>
                  <a:lnTo>
                    <a:pt x="663319" y="1908066"/>
                  </a:lnTo>
                  <a:lnTo>
                    <a:pt x="664391" y="1907633"/>
                  </a:lnTo>
                  <a:lnTo>
                    <a:pt x="665462" y="1907200"/>
                  </a:lnTo>
                  <a:lnTo>
                    <a:pt x="666534" y="1906766"/>
                  </a:lnTo>
                  <a:lnTo>
                    <a:pt x="667606" y="1906332"/>
                  </a:lnTo>
                  <a:lnTo>
                    <a:pt x="668677" y="1905898"/>
                  </a:lnTo>
                  <a:lnTo>
                    <a:pt x="669749" y="1905463"/>
                  </a:lnTo>
                  <a:lnTo>
                    <a:pt x="670820" y="1905027"/>
                  </a:lnTo>
                  <a:lnTo>
                    <a:pt x="671892" y="1904591"/>
                  </a:lnTo>
                  <a:lnTo>
                    <a:pt x="672964" y="1904155"/>
                  </a:lnTo>
                  <a:lnTo>
                    <a:pt x="674035" y="1903718"/>
                  </a:lnTo>
                  <a:lnTo>
                    <a:pt x="675107" y="1903280"/>
                  </a:lnTo>
                  <a:lnTo>
                    <a:pt x="676178" y="1902843"/>
                  </a:lnTo>
                  <a:lnTo>
                    <a:pt x="677250" y="1902404"/>
                  </a:lnTo>
                  <a:lnTo>
                    <a:pt x="678322" y="1901965"/>
                  </a:lnTo>
                  <a:lnTo>
                    <a:pt x="679393" y="1901526"/>
                  </a:lnTo>
                  <a:lnTo>
                    <a:pt x="680465" y="1901087"/>
                  </a:lnTo>
                  <a:lnTo>
                    <a:pt x="681536" y="1900646"/>
                  </a:lnTo>
                  <a:lnTo>
                    <a:pt x="682608" y="1900206"/>
                  </a:lnTo>
                  <a:lnTo>
                    <a:pt x="683680" y="1899765"/>
                  </a:lnTo>
                  <a:lnTo>
                    <a:pt x="684751" y="1899323"/>
                  </a:lnTo>
                  <a:lnTo>
                    <a:pt x="685823" y="1898881"/>
                  </a:lnTo>
                  <a:lnTo>
                    <a:pt x="686894" y="1898438"/>
                  </a:lnTo>
                  <a:lnTo>
                    <a:pt x="687966" y="1897995"/>
                  </a:lnTo>
                  <a:lnTo>
                    <a:pt x="689038" y="1897552"/>
                  </a:lnTo>
                  <a:lnTo>
                    <a:pt x="690109" y="1897108"/>
                  </a:lnTo>
                  <a:lnTo>
                    <a:pt x="691181" y="1896663"/>
                  </a:lnTo>
                  <a:lnTo>
                    <a:pt x="692252" y="1896218"/>
                  </a:lnTo>
                  <a:lnTo>
                    <a:pt x="693324" y="1895773"/>
                  </a:lnTo>
                  <a:lnTo>
                    <a:pt x="694396" y="1895327"/>
                  </a:lnTo>
                  <a:lnTo>
                    <a:pt x="695467" y="1894881"/>
                  </a:lnTo>
                  <a:lnTo>
                    <a:pt x="696539" y="1894434"/>
                  </a:lnTo>
                  <a:lnTo>
                    <a:pt x="697610" y="1893987"/>
                  </a:lnTo>
                  <a:lnTo>
                    <a:pt x="698682" y="1893539"/>
                  </a:lnTo>
                  <a:lnTo>
                    <a:pt x="699754" y="1893091"/>
                  </a:lnTo>
                  <a:lnTo>
                    <a:pt x="700825" y="1892642"/>
                  </a:lnTo>
                  <a:lnTo>
                    <a:pt x="701897" y="1892193"/>
                  </a:lnTo>
                  <a:lnTo>
                    <a:pt x="702968" y="1891743"/>
                  </a:lnTo>
                  <a:lnTo>
                    <a:pt x="704040" y="1891293"/>
                  </a:lnTo>
                  <a:lnTo>
                    <a:pt x="705112" y="1890842"/>
                  </a:lnTo>
                  <a:lnTo>
                    <a:pt x="706183" y="1890391"/>
                  </a:lnTo>
                  <a:lnTo>
                    <a:pt x="707255" y="1889940"/>
                  </a:lnTo>
                  <a:lnTo>
                    <a:pt x="708326" y="1889488"/>
                  </a:lnTo>
                  <a:lnTo>
                    <a:pt x="709398" y="1889035"/>
                  </a:lnTo>
                  <a:lnTo>
                    <a:pt x="710469" y="1888582"/>
                  </a:lnTo>
                  <a:lnTo>
                    <a:pt x="711541" y="1888128"/>
                  </a:lnTo>
                  <a:lnTo>
                    <a:pt x="712613" y="1887674"/>
                  </a:lnTo>
                  <a:lnTo>
                    <a:pt x="713684" y="1887220"/>
                  </a:lnTo>
                  <a:lnTo>
                    <a:pt x="714756" y="1886765"/>
                  </a:lnTo>
                  <a:lnTo>
                    <a:pt x="715827" y="1886309"/>
                  </a:lnTo>
                  <a:lnTo>
                    <a:pt x="716899" y="1885854"/>
                  </a:lnTo>
                  <a:lnTo>
                    <a:pt x="717971" y="1885397"/>
                  </a:lnTo>
                  <a:lnTo>
                    <a:pt x="719042" y="1884940"/>
                  </a:lnTo>
                  <a:lnTo>
                    <a:pt x="720114" y="1884483"/>
                  </a:lnTo>
                  <a:lnTo>
                    <a:pt x="721185" y="1884025"/>
                  </a:lnTo>
                  <a:lnTo>
                    <a:pt x="722257" y="1883566"/>
                  </a:lnTo>
                  <a:lnTo>
                    <a:pt x="723329" y="1883108"/>
                  </a:lnTo>
                  <a:lnTo>
                    <a:pt x="724400" y="1882648"/>
                  </a:lnTo>
                  <a:lnTo>
                    <a:pt x="725472" y="1882188"/>
                  </a:lnTo>
                  <a:lnTo>
                    <a:pt x="726543" y="1881728"/>
                  </a:lnTo>
                  <a:lnTo>
                    <a:pt x="727615" y="1881267"/>
                  </a:lnTo>
                  <a:lnTo>
                    <a:pt x="728687" y="1880806"/>
                  </a:lnTo>
                  <a:lnTo>
                    <a:pt x="729758" y="1880344"/>
                  </a:lnTo>
                  <a:lnTo>
                    <a:pt x="730830" y="1879882"/>
                  </a:lnTo>
                  <a:lnTo>
                    <a:pt x="731901" y="1879419"/>
                  </a:lnTo>
                  <a:lnTo>
                    <a:pt x="732973" y="1878956"/>
                  </a:lnTo>
                  <a:lnTo>
                    <a:pt x="734045" y="1878492"/>
                  </a:lnTo>
                  <a:lnTo>
                    <a:pt x="735116" y="1878027"/>
                  </a:lnTo>
                  <a:lnTo>
                    <a:pt x="736188" y="1877563"/>
                  </a:lnTo>
                  <a:lnTo>
                    <a:pt x="737259" y="1877097"/>
                  </a:lnTo>
                  <a:lnTo>
                    <a:pt x="738331" y="1876632"/>
                  </a:lnTo>
                  <a:lnTo>
                    <a:pt x="739403" y="1876165"/>
                  </a:lnTo>
                  <a:lnTo>
                    <a:pt x="740474" y="1875699"/>
                  </a:lnTo>
                  <a:lnTo>
                    <a:pt x="741546" y="1875231"/>
                  </a:lnTo>
                  <a:lnTo>
                    <a:pt x="742617" y="1874764"/>
                  </a:lnTo>
                  <a:lnTo>
                    <a:pt x="743689" y="1874295"/>
                  </a:lnTo>
                  <a:lnTo>
                    <a:pt x="744761" y="1873827"/>
                  </a:lnTo>
                  <a:lnTo>
                    <a:pt x="745832" y="1873357"/>
                  </a:lnTo>
                  <a:lnTo>
                    <a:pt x="746904" y="1872887"/>
                  </a:lnTo>
                  <a:lnTo>
                    <a:pt x="747975" y="1872417"/>
                  </a:lnTo>
                  <a:lnTo>
                    <a:pt x="749047" y="1871946"/>
                  </a:lnTo>
                  <a:lnTo>
                    <a:pt x="750119" y="1871475"/>
                  </a:lnTo>
                  <a:lnTo>
                    <a:pt x="751190" y="1871003"/>
                  </a:lnTo>
                  <a:lnTo>
                    <a:pt x="752262" y="1870531"/>
                  </a:lnTo>
                  <a:lnTo>
                    <a:pt x="753333" y="1870058"/>
                  </a:lnTo>
                  <a:lnTo>
                    <a:pt x="754405" y="1869585"/>
                  </a:lnTo>
                  <a:lnTo>
                    <a:pt x="755477" y="1869111"/>
                  </a:lnTo>
                  <a:lnTo>
                    <a:pt x="756548" y="1868637"/>
                  </a:lnTo>
                  <a:lnTo>
                    <a:pt x="757620" y="1868162"/>
                  </a:lnTo>
                  <a:lnTo>
                    <a:pt x="758691" y="1867687"/>
                  </a:lnTo>
                  <a:lnTo>
                    <a:pt x="759763" y="1867211"/>
                  </a:lnTo>
                  <a:lnTo>
                    <a:pt x="760835" y="1866735"/>
                  </a:lnTo>
                  <a:lnTo>
                    <a:pt x="761906" y="1866258"/>
                  </a:lnTo>
                  <a:lnTo>
                    <a:pt x="762978" y="1865781"/>
                  </a:lnTo>
                  <a:lnTo>
                    <a:pt x="764049" y="1865303"/>
                  </a:lnTo>
                  <a:lnTo>
                    <a:pt x="765121" y="1864824"/>
                  </a:lnTo>
                  <a:lnTo>
                    <a:pt x="766193" y="1864346"/>
                  </a:lnTo>
                  <a:lnTo>
                    <a:pt x="767264" y="1863866"/>
                  </a:lnTo>
                  <a:lnTo>
                    <a:pt x="768336" y="1863386"/>
                  </a:lnTo>
                  <a:lnTo>
                    <a:pt x="769407" y="1862906"/>
                  </a:lnTo>
                  <a:lnTo>
                    <a:pt x="770479" y="1862425"/>
                  </a:lnTo>
                  <a:lnTo>
                    <a:pt x="771551" y="1861944"/>
                  </a:lnTo>
                  <a:lnTo>
                    <a:pt x="772622" y="1861462"/>
                  </a:lnTo>
                  <a:lnTo>
                    <a:pt x="773694" y="1860979"/>
                  </a:lnTo>
                  <a:lnTo>
                    <a:pt x="774765" y="1860496"/>
                  </a:lnTo>
                  <a:lnTo>
                    <a:pt x="775837" y="1860013"/>
                  </a:lnTo>
                  <a:lnTo>
                    <a:pt x="776909" y="1859529"/>
                  </a:lnTo>
                  <a:lnTo>
                    <a:pt x="777980" y="1859044"/>
                  </a:lnTo>
                  <a:lnTo>
                    <a:pt x="779052" y="1858559"/>
                  </a:lnTo>
                  <a:lnTo>
                    <a:pt x="780123" y="1858074"/>
                  </a:lnTo>
                  <a:lnTo>
                    <a:pt x="781195" y="1857588"/>
                  </a:lnTo>
                  <a:lnTo>
                    <a:pt x="782267" y="1857101"/>
                  </a:lnTo>
                  <a:lnTo>
                    <a:pt x="783338" y="1856614"/>
                  </a:lnTo>
                  <a:lnTo>
                    <a:pt x="784410" y="1856127"/>
                  </a:lnTo>
                  <a:lnTo>
                    <a:pt x="785481" y="1855639"/>
                  </a:lnTo>
                  <a:lnTo>
                    <a:pt x="786553" y="1855150"/>
                  </a:lnTo>
                  <a:lnTo>
                    <a:pt x="787625" y="1854661"/>
                  </a:lnTo>
                  <a:lnTo>
                    <a:pt x="788696" y="1854171"/>
                  </a:lnTo>
                  <a:lnTo>
                    <a:pt x="789768" y="1853681"/>
                  </a:lnTo>
                  <a:lnTo>
                    <a:pt x="790839" y="1853190"/>
                  </a:lnTo>
                  <a:lnTo>
                    <a:pt x="791911" y="1852699"/>
                  </a:lnTo>
                  <a:lnTo>
                    <a:pt x="792983" y="1852207"/>
                  </a:lnTo>
                  <a:lnTo>
                    <a:pt x="794054" y="1851715"/>
                  </a:lnTo>
                  <a:lnTo>
                    <a:pt x="795126" y="1851222"/>
                  </a:lnTo>
                  <a:lnTo>
                    <a:pt x="796197" y="1850729"/>
                  </a:lnTo>
                  <a:lnTo>
                    <a:pt x="797269" y="1850235"/>
                  </a:lnTo>
                  <a:lnTo>
                    <a:pt x="798341" y="1849741"/>
                  </a:lnTo>
                  <a:lnTo>
                    <a:pt x="799412" y="1849246"/>
                  </a:lnTo>
                  <a:lnTo>
                    <a:pt x="800484" y="1848750"/>
                  </a:lnTo>
                  <a:lnTo>
                    <a:pt x="801555" y="1848254"/>
                  </a:lnTo>
                  <a:lnTo>
                    <a:pt x="802627" y="1847758"/>
                  </a:lnTo>
                  <a:lnTo>
                    <a:pt x="803699" y="1847261"/>
                  </a:lnTo>
                  <a:lnTo>
                    <a:pt x="804770" y="1846763"/>
                  </a:lnTo>
                  <a:lnTo>
                    <a:pt x="805842" y="1846265"/>
                  </a:lnTo>
                  <a:lnTo>
                    <a:pt x="806913" y="1845767"/>
                  </a:lnTo>
                  <a:lnTo>
                    <a:pt x="807985" y="1845267"/>
                  </a:lnTo>
                  <a:lnTo>
                    <a:pt x="809057" y="1844768"/>
                  </a:lnTo>
                  <a:lnTo>
                    <a:pt x="810128" y="1844267"/>
                  </a:lnTo>
                  <a:lnTo>
                    <a:pt x="811200" y="1843767"/>
                  </a:lnTo>
                  <a:lnTo>
                    <a:pt x="812271" y="1843266"/>
                  </a:lnTo>
                  <a:lnTo>
                    <a:pt x="813343" y="1842764"/>
                  </a:lnTo>
                  <a:lnTo>
                    <a:pt x="814415" y="1842261"/>
                  </a:lnTo>
                  <a:lnTo>
                    <a:pt x="815486" y="1841759"/>
                  </a:lnTo>
                  <a:lnTo>
                    <a:pt x="816558" y="1841255"/>
                  </a:lnTo>
                  <a:lnTo>
                    <a:pt x="817629" y="1840751"/>
                  </a:lnTo>
                  <a:lnTo>
                    <a:pt x="818701" y="1840247"/>
                  </a:lnTo>
                  <a:lnTo>
                    <a:pt x="819773" y="1839742"/>
                  </a:lnTo>
                  <a:lnTo>
                    <a:pt x="820844" y="1839236"/>
                  </a:lnTo>
                  <a:lnTo>
                    <a:pt x="821916" y="1838730"/>
                  </a:lnTo>
                  <a:lnTo>
                    <a:pt x="822987" y="1838223"/>
                  </a:lnTo>
                  <a:lnTo>
                    <a:pt x="824059" y="1837716"/>
                  </a:lnTo>
                  <a:lnTo>
                    <a:pt x="825131" y="1837209"/>
                  </a:lnTo>
                  <a:lnTo>
                    <a:pt x="826202" y="1836700"/>
                  </a:lnTo>
                  <a:lnTo>
                    <a:pt x="827274" y="1836192"/>
                  </a:lnTo>
                  <a:lnTo>
                    <a:pt x="828345" y="1835682"/>
                  </a:lnTo>
                  <a:lnTo>
                    <a:pt x="829417" y="1835172"/>
                  </a:lnTo>
                  <a:lnTo>
                    <a:pt x="830489" y="1834662"/>
                  </a:lnTo>
                  <a:lnTo>
                    <a:pt x="831560" y="1834151"/>
                  </a:lnTo>
                  <a:lnTo>
                    <a:pt x="832632" y="1833640"/>
                  </a:lnTo>
                  <a:lnTo>
                    <a:pt x="833703" y="1833128"/>
                  </a:lnTo>
                  <a:lnTo>
                    <a:pt x="834775" y="1832615"/>
                  </a:lnTo>
                  <a:lnTo>
                    <a:pt x="835847" y="1832102"/>
                  </a:lnTo>
                  <a:lnTo>
                    <a:pt x="836918" y="1831588"/>
                  </a:lnTo>
                  <a:lnTo>
                    <a:pt x="837990" y="1831074"/>
                  </a:lnTo>
                  <a:lnTo>
                    <a:pt x="839061" y="1830559"/>
                  </a:lnTo>
                  <a:lnTo>
                    <a:pt x="840133" y="1830044"/>
                  </a:lnTo>
                  <a:lnTo>
                    <a:pt x="841205" y="1829528"/>
                  </a:lnTo>
                  <a:lnTo>
                    <a:pt x="842276" y="1829012"/>
                  </a:lnTo>
                  <a:lnTo>
                    <a:pt x="843348" y="1828495"/>
                  </a:lnTo>
                  <a:lnTo>
                    <a:pt x="844419" y="1827977"/>
                  </a:lnTo>
                  <a:lnTo>
                    <a:pt x="845491" y="1827459"/>
                  </a:lnTo>
                  <a:lnTo>
                    <a:pt x="846563" y="1826941"/>
                  </a:lnTo>
                  <a:lnTo>
                    <a:pt x="847634" y="1826421"/>
                  </a:lnTo>
                  <a:lnTo>
                    <a:pt x="848706" y="1825902"/>
                  </a:lnTo>
                  <a:lnTo>
                    <a:pt x="849777" y="1825381"/>
                  </a:lnTo>
                  <a:lnTo>
                    <a:pt x="850849" y="1824861"/>
                  </a:lnTo>
                  <a:lnTo>
                    <a:pt x="851921" y="1824339"/>
                  </a:lnTo>
                  <a:lnTo>
                    <a:pt x="852992" y="1823817"/>
                  </a:lnTo>
                  <a:lnTo>
                    <a:pt x="854064" y="1823295"/>
                  </a:lnTo>
                  <a:lnTo>
                    <a:pt x="855135" y="1822772"/>
                  </a:lnTo>
                  <a:lnTo>
                    <a:pt x="856207" y="1822248"/>
                  </a:lnTo>
                  <a:lnTo>
                    <a:pt x="857279" y="1821724"/>
                  </a:lnTo>
                  <a:lnTo>
                    <a:pt x="858350" y="1821200"/>
                  </a:lnTo>
                  <a:lnTo>
                    <a:pt x="859422" y="1820674"/>
                  </a:lnTo>
                  <a:lnTo>
                    <a:pt x="860493" y="1820148"/>
                  </a:lnTo>
                  <a:lnTo>
                    <a:pt x="861565" y="1819622"/>
                  </a:lnTo>
                  <a:lnTo>
                    <a:pt x="862637" y="1819095"/>
                  </a:lnTo>
                  <a:lnTo>
                    <a:pt x="863708" y="1818568"/>
                  </a:lnTo>
                  <a:lnTo>
                    <a:pt x="864780" y="1818040"/>
                  </a:lnTo>
                  <a:lnTo>
                    <a:pt x="865851" y="1817511"/>
                  </a:lnTo>
                  <a:lnTo>
                    <a:pt x="866923" y="1816982"/>
                  </a:lnTo>
                  <a:lnTo>
                    <a:pt x="867995" y="1816452"/>
                  </a:lnTo>
                  <a:lnTo>
                    <a:pt x="869066" y="1815922"/>
                  </a:lnTo>
                  <a:lnTo>
                    <a:pt x="870138" y="1815391"/>
                  </a:lnTo>
                  <a:lnTo>
                    <a:pt x="871209" y="1814860"/>
                  </a:lnTo>
                  <a:lnTo>
                    <a:pt x="872281" y="1814328"/>
                  </a:lnTo>
                  <a:lnTo>
                    <a:pt x="873353" y="1813795"/>
                  </a:lnTo>
                  <a:lnTo>
                    <a:pt x="874424" y="1813262"/>
                  </a:lnTo>
                  <a:lnTo>
                    <a:pt x="875496" y="1812728"/>
                  </a:lnTo>
                  <a:lnTo>
                    <a:pt x="876567" y="1812194"/>
                  </a:lnTo>
                  <a:lnTo>
                    <a:pt x="877639" y="1811659"/>
                  </a:lnTo>
                  <a:lnTo>
                    <a:pt x="878711" y="1811124"/>
                  </a:lnTo>
                  <a:lnTo>
                    <a:pt x="879782" y="1810588"/>
                  </a:lnTo>
                  <a:lnTo>
                    <a:pt x="880854" y="1810051"/>
                  </a:lnTo>
                  <a:lnTo>
                    <a:pt x="881925" y="1809514"/>
                  </a:lnTo>
                  <a:lnTo>
                    <a:pt x="882997" y="1808977"/>
                  </a:lnTo>
                  <a:lnTo>
                    <a:pt x="884069" y="1808438"/>
                  </a:lnTo>
                  <a:lnTo>
                    <a:pt x="885140" y="1807900"/>
                  </a:lnTo>
                  <a:lnTo>
                    <a:pt x="886212" y="1807360"/>
                  </a:lnTo>
                  <a:lnTo>
                    <a:pt x="887283" y="1806820"/>
                  </a:lnTo>
                  <a:lnTo>
                    <a:pt x="888355" y="1806280"/>
                  </a:lnTo>
                  <a:lnTo>
                    <a:pt x="889426" y="1805739"/>
                  </a:lnTo>
                  <a:lnTo>
                    <a:pt x="890498" y="1805197"/>
                  </a:lnTo>
                  <a:lnTo>
                    <a:pt x="891570" y="1804655"/>
                  </a:lnTo>
                  <a:lnTo>
                    <a:pt x="892641" y="1804112"/>
                  </a:lnTo>
                  <a:lnTo>
                    <a:pt x="893713" y="1803569"/>
                  </a:lnTo>
                  <a:lnTo>
                    <a:pt x="894784" y="1803025"/>
                  </a:lnTo>
                  <a:lnTo>
                    <a:pt x="895856" y="1802480"/>
                  </a:lnTo>
                  <a:lnTo>
                    <a:pt x="896928" y="1801935"/>
                  </a:lnTo>
                  <a:lnTo>
                    <a:pt x="897999" y="1801389"/>
                  </a:lnTo>
                  <a:lnTo>
                    <a:pt x="899071" y="1800843"/>
                  </a:lnTo>
                  <a:lnTo>
                    <a:pt x="900142" y="1800296"/>
                  </a:lnTo>
                  <a:lnTo>
                    <a:pt x="901214" y="1799749"/>
                  </a:lnTo>
                  <a:lnTo>
                    <a:pt x="902286" y="1799201"/>
                  </a:lnTo>
                  <a:lnTo>
                    <a:pt x="903357" y="1798652"/>
                  </a:lnTo>
                  <a:lnTo>
                    <a:pt x="904429" y="1798103"/>
                  </a:lnTo>
                  <a:lnTo>
                    <a:pt x="905500" y="1797553"/>
                  </a:lnTo>
                  <a:lnTo>
                    <a:pt x="906572" y="1797003"/>
                  </a:lnTo>
                  <a:lnTo>
                    <a:pt x="907644" y="1796452"/>
                  </a:lnTo>
                  <a:lnTo>
                    <a:pt x="908715" y="1795900"/>
                  </a:lnTo>
                  <a:lnTo>
                    <a:pt x="909787" y="1795348"/>
                  </a:lnTo>
                  <a:lnTo>
                    <a:pt x="910858" y="1794796"/>
                  </a:lnTo>
                  <a:lnTo>
                    <a:pt x="911930" y="1794242"/>
                  </a:lnTo>
                  <a:lnTo>
                    <a:pt x="913002" y="1793689"/>
                  </a:lnTo>
                  <a:lnTo>
                    <a:pt x="914073" y="1793134"/>
                  </a:lnTo>
                  <a:lnTo>
                    <a:pt x="915145" y="1792579"/>
                  </a:lnTo>
                  <a:lnTo>
                    <a:pt x="916216" y="1792023"/>
                  </a:lnTo>
                  <a:lnTo>
                    <a:pt x="917288" y="1791467"/>
                  </a:lnTo>
                  <a:lnTo>
                    <a:pt x="918360" y="1790910"/>
                  </a:lnTo>
                  <a:lnTo>
                    <a:pt x="919431" y="1790353"/>
                  </a:lnTo>
                  <a:lnTo>
                    <a:pt x="920503" y="1789795"/>
                  </a:lnTo>
                  <a:lnTo>
                    <a:pt x="921574" y="1789237"/>
                  </a:lnTo>
                  <a:lnTo>
                    <a:pt x="922646" y="1788677"/>
                  </a:lnTo>
                  <a:lnTo>
                    <a:pt x="923718" y="1788118"/>
                  </a:lnTo>
                  <a:lnTo>
                    <a:pt x="924789" y="1787557"/>
                  </a:lnTo>
                  <a:lnTo>
                    <a:pt x="925861" y="1786996"/>
                  </a:lnTo>
                  <a:lnTo>
                    <a:pt x="926932" y="1786435"/>
                  </a:lnTo>
                  <a:lnTo>
                    <a:pt x="928004" y="1785873"/>
                  </a:lnTo>
                  <a:lnTo>
                    <a:pt x="929076" y="1785310"/>
                  </a:lnTo>
                  <a:lnTo>
                    <a:pt x="930147" y="1784747"/>
                  </a:lnTo>
                  <a:lnTo>
                    <a:pt x="931219" y="1784183"/>
                  </a:lnTo>
                  <a:lnTo>
                    <a:pt x="932290" y="1783618"/>
                  </a:lnTo>
                  <a:lnTo>
                    <a:pt x="933362" y="1783053"/>
                  </a:lnTo>
                  <a:lnTo>
                    <a:pt x="934434" y="1782487"/>
                  </a:lnTo>
                  <a:lnTo>
                    <a:pt x="935505" y="1781921"/>
                  </a:lnTo>
                  <a:lnTo>
                    <a:pt x="936577" y="1781354"/>
                  </a:lnTo>
                  <a:lnTo>
                    <a:pt x="937648" y="1780787"/>
                  </a:lnTo>
                  <a:lnTo>
                    <a:pt x="938720" y="1780219"/>
                  </a:lnTo>
                  <a:lnTo>
                    <a:pt x="939792" y="1779650"/>
                  </a:lnTo>
                  <a:lnTo>
                    <a:pt x="940863" y="1779081"/>
                  </a:lnTo>
                  <a:lnTo>
                    <a:pt x="941935" y="1778511"/>
                  </a:lnTo>
                  <a:lnTo>
                    <a:pt x="943006" y="1777940"/>
                  </a:lnTo>
                  <a:lnTo>
                    <a:pt x="944078" y="1777369"/>
                  </a:lnTo>
                  <a:lnTo>
                    <a:pt x="945150" y="1776797"/>
                  </a:lnTo>
                  <a:lnTo>
                    <a:pt x="946221" y="1776225"/>
                  </a:lnTo>
                  <a:lnTo>
                    <a:pt x="947293" y="1775652"/>
                  </a:lnTo>
                  <a:lnTo>
                    <a:pt x="948364" y="1775078"/>
                  </a:lnTo>
                  <a:lnTo>
                    <a:pt x="949436" y="1774504"/>
                  </a:lnTo>
                  <a:lnTo>
                    <a:pt x="950508" y="1773929"/>
                  </a:lnTo>
                  <a:lnTo>
                    <a:pt x="951579" y="1773354"/>
                  </a:lnTo>
                  <a:lnTo>
                    <a:pt x="952651" y="1772778"/>
                  </a:lnTo>
                  <a:lnTo>
                    <a:pt x="953722" y="1772202"/>
                  </a:lnTo>
                  <a:lnTo>
                    <a:pt x="954794" y="1771624"/>
                  </a:lnTo>
                  <a:lnTo>
                    <a:pt x="955866" y="1771046"/>
                  </a:lnTo>
                  <a:lnTo>
                    <a:pt x="956937" y="1770468"/>
                  </a:lnTo>
                  <a:lnTo>
                    <a:pt x="958009" y="1769889"/>
                  </a:lnTo>
                  <a:lnTo>
                    <a:pt x="959080" y="1769309"/>
                  </a:lnTo>
                  <a:lnTo>
                    <a:pt x="960152" y="1768729"/>
                  </a:lnTo>
                  <a:lnTo>
                    <a:pt x="961224" y="1768148"/>
                  </a:lnTo>
                  <a:lnTo>
                    <a:pt x="962295" y="1767567"/>
                  </a:lnTo>
                  <a:lnTo>
                    <a:pt x="963367" y="1766985"/>
                  </a:lnTo>
                  <a:lnTo>
                    <a:pt x="964438" y="1766402"/>
                  </a:lnTo>
                  <a:lnTo>
                    <a:pt x="965510" y="1765819"/>
                  </a:lnTo>
                  <a:lnTo>
                    <a:pt x="966582" y="1765235"/>
                  </a:lnTo>
                  <a:lnTo>
                    <a:pt x="967653" y="1764650"/>
                  </a:lnTo>
                  <a:lnTo>
                    <a:pt x="968725" y="1764065"/>
                  </a:lnTo>
                  <a:lnTo>
                    <a:pt x="969796" y="1763479"/>
                  </a:lnTo>
                  <a:lnTo>
                    <a:pt x="970868" y="1762893"/>
                  </a:lnTo>
                  <a:lnTo>
                    <a:pt x="971940" y="1762305"/>
                  </a:lnTo>
                  <a:lnTo>
                    <a:pt x="973011" y="1761718"/>
                  </a:lnTo>
                  <a:lnTo>
                    <a:pt x="974083" y="1761130"/>
                  </a:lnTo>
                  <a:lnTo>
                    <a:pt x="975154" y="1760541"/>
                  </a:lnTo>
                  <a:lnTo>
                    <a:pt x="976226" y="1759951"/>
                  </a:lnTo>
                  <a:lnTo>
                    <a:pt x="977298" y="1759361"/>
                  </a:lnTo>
                  <a:lnTo>
                    <a:pt x="978369" y="1758770"/>
                  </a:lnTo>
                  <a:lnTo>
                    <a:pt x="979441" y="1758179"/>
                  </a:lnTo>
                  <a:lnTo>
                    <a:pt x="980512" y="1757587"/>
                  </a:lnTo>
                  <a:lnTo>
                    <a:pt x="981584" y="1756994"/>
                  </a:lnTo>
                  <a:lnTo>
                    <a:pt x="982656" y="1756401"/>
                  </a:lnTo>
                  <a:lnTo>
                    <a:pt x="983727" y="1755807"/>
                  </a:lnTo>
                  <a:lnTo>
                    <a:pt x="984799" y="1755212"/>
                  </a:lnTo>
                  <a:lnTo>
                    <a:pt x="985870" y="1754617"/>
                  </a:lnTo>
                  <a:lnTo>
                    <a:pt x="986942" y="1754021"/>
                  </a:lnTo>
                  <a:lnTo>
                    <a:pt x="988014" y="1753425"/>
                  </a:lnTo>
                  <a:lnTo>
                    <a:pt x="989085" y="1752828"/>
                  </a:lnTo>
                  <a:lnTo>
                    <a:pt x="990157" y="1752230"/>
                  </a:lnTo>
                  <a:lnTo>
                    <a:pt x="991228" y="1751632"/>
                  </a:lnTo>
                  <a:lnTo>
                    <a:pt x="992300" y="1751033"/>
                  </a:lnTo>
                  <a:lnTo>
                    <a:pt x="993372" y="1750433"/>
                  </a:lnTo>
                  <a:lnTo>
                    <a:pt x="994443" y="1749833"/>
                  </a:lnTo>
                  <a:lnTo>
                    <a:pt x="995515" y="1749232"/>
                  </a:lnTo>
                  <a:lnTo>
                    <a:pt x="996586" y="1748630"/>
                  </a:lnTo>
                  <a:lnTo>
                    <a:pt x="997658" y="1748028"/>
                  </a:lnTo>
                  <a:lnTo>
                    <a:pt x="998730" y="1747425"/>
                  </a:lnTo>
                  <a:lnTo>
                    <a:pt x="999801" y="1746822"/>
                  </a:lnTo>
                  <a:lnTo>
                    <a:pt x="1000873" y="1746218"/>
                  </a:lnTo>
                  <a:lnTo>
                    <a:pt x="1001944" y="1745613"/>
                  </a:lnTo>
                  <a:lnTo>
                    <a:pt x="1003016" y="1745008"/>
                  </a:lnTo>
                  <a:lnTo>
                    <a:pt x="1004088" y="1744402"/>
                  </a:lnTo>
                  <a:lnTo>
                    <a:pt x="1005159" y="1743795"/>
                  </a:lnTo>
                  <a:lnTo>
                    <a:pt x="1006231" y="1743188"/>
                  </a:lnTo>
                  <a:lnTo>
                    <a:pt x="1007302" y="1742580"/>
                  </a:lnTo>
                  <a:lnTo>
                    <a:pt x="1008374" y="1741972"/>
                  </a:lnTo>
                  <a:lnTo>
                    <a:pt x="1009446" y="1741363"/>
                  </a:lnTo>
                  <a:lnTo>
                    <a:pt x="1010517" y="1740753"/>
                  </a:lnTo>
                  <a:lnTo>
                    <a:pt x="1011589" y="1740142"/>
                  </a:lnTo>
                  <a:lnTo>
                    <a:pt x="1012660" y="1739531"/>
                  </a:lnTo>
                  <a:lnTo>
                    <a:pt x="1013732" y="1738919"/>
                  </a:lnTo>
                  <a:lnTo>
                    <a:pt x="1014804" y="1738307"/>
                  </a:lnTo>
                  <a:lnTo>
                    <a:pt x="1015875" y="1737694"/>
                  </a:lnTo>
                  <a:lnTo>
                    <a:pt x="1016947" y="1737080"/>
                  </a:lnTo>
                  <a:lnTo>
                    <a:pt x="1018018" y="1736466"/>
                  </a:lnTo>
                  <a:lnTo>
                    <a:pt x="1019090" y="1735851"/>
                  </a:lnTo>
                  <a:lnTo>
                    <a:pt x="1020162" y="1735235"/>
                  </a:lnTo>
                  <a:lnTo>
                    <a:pt x="1021233" y="1734619"/>
                  </a:lnTo>
                  <a:lnTo>
                    <a:pt x="1022305" y="1734002"/>
                  </a:lnTo>
                  <a:lnTo>
                    <a:pt x="1023376" y="1733384"/>
                  </a:lnTo>
                  <a:lnTo>
                    <a:pt x="1024448" y="1732766"/>
                  </a:lnTo>
                  <a:lnTo>
                    <a:pt x="1025520" y="1732147"/>
                  </a:lnTo>
                  <a:lnTo>
                    <a:pt x="1026591" y="1731528"/>
                  </a:lnTo>
                  <a:lnTo>
                    <a:pt x="1027663" y="1730907"/>
                  </a:lnTo>
                  <a:lnTo>
                    <a:pt x="1028734" y="1730286"/>
                  </a:lnTo>
                  <a:lnTo>
                    <a:pt x="1029806" y="1729665"/>
                  </a:lnTo>
                  <a:lnTo>
                    <a:pt x="1030878" y="1729043"/>
                  </a:lnTo>
                  <a:lnTo>
                    <a:pt x="1031949" y="1728420"/>
                  </a:lnTo>
                  <a:lnTo>
                    <a:pt x="1033021" y="1727796"/>
                  </a:lnTo>
                  <a:lnTo>
                    <a:pt x="1034092" y="1727172"/>
                  </a:lnTo>
                  <a:lnTo>
                    <a:pt x="1035164" y="1726547"/>
                  </a:lnTo>
                  <a:lnTo>
                    <a:pt x="1036236" y="1725922"/>
                  </a:lnTo>
                  <a:lnTo>
                    <a:pt x="1037307" y="1725296"/>
                  </a:lnTo>
                  <a:lnTo>
                    <a:pt x="1038379" y="1724669"/>
                  </a:lnTo>
                  <a:lnTo>
                    <a:pt x="1039450" y="1724042"/>
                  </a:lnTo>
                  <a:lnTo>
                    <a:pt x="1040522" y="1723413"/>
                  </a:lnTo>
                  <a:lnTo>
                    <a:pt x="1041594" y="1722785"/>
                  </a:lnTo>
                  <a:lnTo>
                    <a:pt x="1042665" y="1722155"/>
                  </a:lnTo>
                  <a:lnTo>
                    <a:pt x="1043737" y="1721525"/>
                  </a:lnTo>
                  <a:lnTo>
                    <a:pt x="1044808" y="1720894"/>
                  </a:lnTo>
                  <a:lnTo>
                    <a:pt x="1045880" y="1720263"/>
                  </a:lnTo>
                  <a:lnTo>
                    <a:pt x="1046952" y="1719631"/>
                  </a:lnTo>
                  <a:lnTo>
                    <a:pt x="1048023" y="1718998"/>
                  </a:lnTo>
                  <a:lnTo>
                    <a:pt x="1049095" y="1718365"/>
                  </a:lnTo>
                  <a:lnTo>
                    <a:pt x="1050166" y="1717730"/>
                  </a:lnTo>
                  <a:lnTo>
                    <a:pt x="1051238" y="1717096"/>
                  </a:lnTo>
                  <a:lnTo>
                    <a:pt x="1052310" y="1716460"/>
                  </a:lnTo>
                  <a:lnTo>
                    <a:pt x="1053381" y="1715824"/>
                  </a:lnTo>
                  <a:lnTo>
                    <a:pt x="1054453" y="1715187"/>
                  </a:lnTo>
                  <a:lnTo>
                    <a:pt x="1055524" y="1714550"/>
                  </a:lnTo>
                  <a:lnTo>
                    <a:pt x="1056596" y="1713912"/>
                  </a:lnTo>
                  <a:lnTo>
                    <a:pt x="1057668" y="1713273"/>
                  </a:lnTo>
                  <a:lnTo>
                    <a:pt x="1058739" y="1712633"/>
                  </a:lnTo>
                  <a:lnTo>
                    <a:pt x="1059811" y="1711993"/>
                  </a:lnTo>
                  <a:lnTo>
                    <a:pt x="1060882" y="1711352"/>
                  </a:lnTo>
                  <a:lnTo>
                    <a:pt x="1061954" y="1710711"/>
                  </a:lnTo>
                  <a:lnTo>
                    <a:pt x="1063026" y="1710069"/>
                  </a:lnTo>
                  <a:lnTo>
                    <a:pt x="1064097" y="1709426"/>
                  </a:lnTo>
                  <a:lnTo>
                    <a:pt x="1065169" y="1708782"/>
                  </a:lnTo>
                  <a:lnTo>
                    <a:pt x="1066240" y="1708138"/>
                  </a:lnTo>
                  <a:lnTo>
                    <a:pt x="1067312" y="1707493"/>
                  </a:lnTo>
                  <a:lnTo>
                    <a:pt x="1068383" y="1706848"/>
                  </a:lnTo>
                  <a:lnTo>
                    <a:pt x="1069455" y="1706201"/>
                  </a:lnTo>
                  <a:lnTo>
                    <a:pt x="1070527" y="1705554"/>
                  </a:lnTo>
                  <a:lnTo>
                    <a:pt x="1071598" y="1704907"/>
                  </a:lnTo>
                  <a:lnTo>
                    <a:pt x="1072670" y="1704258"/>
                  </a:lnTo>
                  <a:lnTo>
                    <a:pt x="1073741" y="1703609"/>
                  </a:lnTo>
                  <a:lnTo>
                    <a:pt x="1074813" y="1702960"/>
                  </a:lnTo>
                  <a:lnTo>
                    <a:pt x="1075885" y="1702309"/>
                  </a:lnTo>
                  <a:lnTo>
                    <a:pt x="1076956" y="1701658"/>
                  </a:lnTo>
                  <a:lnTo>
                    <a:pt x="1078028" y="1701007"/>
                  </a:lnTo>
                  <a:lnTo>
                    <a:pt x="1079099" y="1700354"/>
                  </a:lnTo>
                  <a:lnTo>
                    <a:pt x="1080171" y="1699701"/>
                  </a:lnTo>
                  <a:lnTo>
                    <a:pt x="1081243" y="1699047"/>
                  </a:lnTo>
                  <a:lnTo>
                    <a:pt x="1082314" y="1698393"/>
                  </a:lnTo>
                  <a:lnTo>
                    <a:pt x="1083386" y="1697738"/>
                  </a:lnTo>
                  <a:lnTo>
                    <a:pt x="1084457" y="1697082"/>
                  </a:lnTo>
                  <a:lnTo>
                    <a:pt x="1085529" y="1696425"/>
                  </a:lnTo>
                  <a:lnTo>
                    <a:pt x="1086601" y="1695768"/>
                  </a:lnTo>
                  <a:lnTo>
                    <a:pt x="1087672" y="1695110"/>
                  </a:lnTo>
                  <a:lnTo>
                    <a:pt x="1088744" y="1694451"/>
                  </a:lnTo>
                  <a:lnTo>
                    <a:pt x="1089815" y="1693792"/>
                  </a:lnTo>
                  <a:lnTo>
                    <a:pt x="1090887" y="1693132"/>
                  </a:lnTo>
                  <a:lnTo>
                    <a:pt x="1091959" y="1692471"/>
                  </a:lnTo>
                  <a:lnTo>
                    <a:pt x="1093030" y="1691810"/>
                  </a:lnTo>
                  <a:lnTo>
                    <a:pt x="1094102" y="1691148"/>
                  </a:lnTo>
                  <a:lnTo>
                    <a:pt x="1095173" y="1690485"/>
                  </a:lnTo>
                  <a:lnTo>
                    <a:pt x="1096245" y="1689821"/>
                  </a:lnTo>
                  <a:lnTo>
                    <a:pt x="1097317" y="1689157"/>
                  </a:lnTo>
                  <a:lnTo>
                    <a:pt x="1098388" y="1688492"/>
                  </a:lnTo>
                  <a:lnTo>
                    <a:pt x="1099460" y="1687827"/>
                  </a:lnTo>
                  <a:lnTo>
                    <a:pt x="1100531" y="1687160"/>
                  </a:lnTo>
                  <a:lnTo>
                    <a:pt x="1101603" y="1686493"/>
                  </a:lnTo>
                  <a:lnTo>
                    <a:pt x="1102675" y="1685826"/>
                  </a:lnTo>
                  <a:lnTo>
                    <a:pt x="1103746" y="1685157"/>
                  </a:lnTo>
                  <a:lnTo>
                    <a:pt x="1104818" y="1684488"/>
                  </a:lnTo>
                  <a:lnTo>
                    <a:pt x="1105889" y="1683818"/>
                  </a:lnTo>
                  <a:lnTo>
                    <a:pt x="1106961" y="1683148"/>
                  </a:lnTo>
                  <a:lnTo>
                    <a:pt x="1108033" y="1682476"/>
                  </a:lnTo>
                  <a:lnTo>
                    <a:pt x="1109104" y="1681804"/>
                  </a:lnTo>
                  <a:lnTo>
                    <a:pt x="1110176" y="1681132"/>
                  </a:lnTo>
                  <a:lnTo>
                    <a:pt x="1111247" y="1680458"/>
                  </a:lnTo>
                  <a:lnTo>
                    <a:pt x="1112319" y="1679784"/>
                  </a:lnTo>
                  <a:lnTo>
                    <a:pt x="1113391" y="1679110"/>
                  </a:lnTo>
                  <a:lnTo>
                    <a:pt x="1114462" y="1678434"/>
                  </a:lnTo>
                  <a:lnTo>
                    <a:pt x="1115534" y="1677758"/>
                  </a:lnTo>
                  <a:lnTo>
                    <a:pt x="1116605" y="1677081"/>
                  </a:lnTo>
                  <a:lnTo>
                    <a:pt x="1117677" y="1676403"/>
                  </a:lnTo>
                  <a:lnTo>
                    <a:pt x="1118749" y="1675725"/>
                  </a:lnTo>
                  <a:lnTo>
                    <a:pt x="1119820" y="1675046"/>
                  </a:lnTo>
                  <a:lnTo>
                    <a:pt x="1120892" y="1674366"/>
                  </a:lnTo>
                  <a:lnTo>
                    <a:pt x="1121963" y="1673686"/>
                  </a:lnTo>
                  <a:lnTo>
                    <a:pt x="1123035" y="1673004"/>
                  </a:lnTo>
                  <a:lnTo>
                    <a:pt x="1124107" y="1672323"/>
                  </a:lnTo>
                  <a:lnTo>
                    <a:pt x="1125178" y="1671640"/>
                  </a:lnTo>
                  <a:lnTo>
                    <a:pt x="1126250" y="1670957"/>
                  </a:lnTo>
                  <a:lnTo>
                    <a:pt x="1127321" y="1670272"/>
                  </a:lnTo>
                  <a:lnTo>
                    <a:pt x="1128393" y="1669588"/>
                  </a:lnTo>
                  <a:lnTo>
                    <a:pt x="1129465" y="1668902"/>
                  </a:lnTo>
                  <a:lnTo>
                    <a:pt x="1130536" y="1668216"/>
                  </a:lnTo>
                  <a:lnTo>
                    <a:pt x="1131608" y="1667529"/>
                  </a:lnTo>
                  <a:lnTo>
                    <a:pt x="1132679" y="1666841"/>
                  </a:lnTo>
                  <a:lnTo>
                    <a:pt x="1133751" y="1666153"/>
                  </a:lnTo>
                  <a:lnTo>
                    <a:pt x="1134823" y="1665464"/>
                  </a:lnTo>
                  <a:lnTo>
                    <a:pt x="1135894" y="1664774"/>
                  </a:lnTo>
                  <a:lnTo>
                    <a:pt x="1136966" y="1664083"/>
                  </a:lnTo>
                  <a:lnTo>
                    <a:pt x="1138037" y="1663392"/>
                  </a:lnTo>
                  <a:lnTo>
                    <a:pt x="1139109" y="1662700"/>
                  </a:lnTo>
                  <a:lnTo>
                    <a:pt x="1140181" y="1662007"/>
                  </a:lnTo>
                  <a:lnTo>
                    <a:pt x="1141252" y="1661314"/>
                  </a:lnTo>
                  <a:lnTo>
                    <a:pt x="1142324" y="1660619"/>
                  </a:lnTo>
                  <a:lnTo>
                    <a:pt x="1143395" y="1659924"/>
                  </a:lnTo>
                  <a:lnTo>
                    <a:pt x="1144467" y="1659229"/>
                  </a:lnTo>
                  <a:lnTo>
                    <a:pt x="1145539" y="1658532"/>
                  </a:lnTo>
                  <a:lnTo>
                    <a:pt x="1146610" y="1657835"/>
                  </a:lnTo>
                  <a:lnTo>
                    <a:pt x="1147682" y="1657137"/>
                  </a:lnTo>
                  <a:lnTo>
                    <a:pt x="1148753" y="1656439"/>
                  </a:lnTo>
                  <a:lnTo>
                    <a:pt x="1149825" y="1655739"/>
                  </a:lnTo>
                  <a:lnTo>
                    <a:pt x="1150897" y="1655039"/>
                  </a:lnTo>
                  <a:lnTo>
                    <a:pt x="1151968" y="1654339"/>
                  </a:lnTo>
                  <a:lnTo>
                    <a:pt x="1153040" y="1653637"/>
                  </a:lnTo>
                  <a:lnTo>
                    <a:pt x="1154111" y="1652935"/>
                  </a:lnTo>
                  <a:lnTo>
                    <a:pt x="1155183" y="1652232"/>
                  </a:lnTo>
                  <a:lnTo>
                    <a:pt x="1156255" y="1651528"/>
                  </a:lnTo>
                  <a:lnTo>
                    <a:pt x="1157326" y="1650823"/>
                  </a:lnTo>
                  <a:lnTo>
                    <a:pt x="1158398" y="1650118"/>
                  </a:lnTo>
                  <a:lnTo>
                    <a:pt x="1159469" y="1649412"/>
                  </a:lnTo>
                  <a:lnTo>
                    <a:pt x="1160541" y="1648706"/>
                  </a:lnTo>
                  <a:lnTo>
                    <a:pt x="1161613" y="1647998"/>
                  </a:lnTo>
                  <a:lnTo>
                    <a:pt x="1162684" y="1647290"/>
                  </a:lnTo>
                  <a:lnTo>
                    <a:pt x="1163756" y="1646581"/>
                  </a:lnTo>
                  <a:lnTo>
                    <a:pt x="1164827" y="1645871"/>
                  </a:lnTo>
                  <a:lnTo>
                    <a:pt x="1165899" y="1645161"/>
                  </a:lnTo>
                  <a:lnTo>
                    <a:pt x="1166971" y="1644450"/>
                  </a:lnTo>
                  <a:lnTo>
                    <a:pt x="1168042" y="1643738"/>
                  </a:lnTo>
                  <a:lnTo>
                    <a:pt x="1169114" y="1643026"/>
                  </a:lnTo>
                  <a:lnTo>
                    <a:pt x="1170185" y="1642312"/>
                  </a:lnTo>
                  <a:lnTo>
                    <a:pt x="1171257" y="1641598"/>
                  </a:lnTo>
                  <a:lnTo>
                    <a:pt x="1172329" y="1640883"/>
                  </a:lnTo>
                  <a:lnTo>
                    <a:pt x="1173400" y="1640168"/>
                  </a:lnTo>
                  <a:lnTo>
                    <a:pt x="1174472" y="1639452"/>
                  </a:lnTo>
                  <a:lnTo>
                    <a:pt x="1175543" y="1638735"/>
                  </a:lnTo>
                  <a:lnTo>
                    <a:pt x="1176615" y="1638017"/>
                  </a:lnTo>
                  <a:lnTo>
                    <a:pt x="1177687" y="1637298"/>
                  </a:lnTo>
                  <a:lnTo>
                    <a:pt x="1178758" y="1636579"/>
                  </a:lnTo>
                  <a:lnTo>
                    <a:pt x="1179830" y="1635859"/>
                  </a:lnTo>
                  <a:lnTo>
                    <a:pt x="1180901" y="1635138"/>
                  </a:lnTo>
                  <a:lnTo>
                    <a:pt x="1181973" y="1634417"/>
                  </a:lnTo>
                  <a:lnTo>
                    <a:pt x="1183045" y="1633695"/>
                  </a:lnTo>
                  <a:lnTo>
                    <a:pt x="1184116" y="1632972"/>
                  </a:lnTo>
                  <a:lnTo>
                    <a:pt x="1185188" y="1632248"/>
                  </a:lnTo>
                  <a:lnTo>
                    <a:pt x="1186259" y="1631524"/>
                  </a:lnTo>
                  <a:lnTo>
                    <a:pt x="1187331" y="1630799"/>
                  </a:lnTo>
                  <a:lnTo>
                    <a:pt x="1188403" y="1630073"/>
                  </a:lnTo>
                  <a:lnTo>
                    <a:pt x="1189474" y="1629346"/>
                  </a:lnTo>
                  <a:lnTo>
                    <a:pt x="1190546" y="1628619"/>
                  </a:lnTo>
                  <a:lnTo>
                    <a:pt x="1191617" y="1627891"/>
                  </a:lnTo>
                  <a:lnTo>
                    <a:pt x="1192689" y="1627162"/>
                  </a:lnTo>
                  <a:lnTo>
                    <a:pt x="1193761" y="1626432"/>
                  </a:lnTo>
                  <a:lnTo>
                    <a:pt x="1194832" y="1625702"/>
                  </a:lnTo>
                  <a:lnTo>
                    <a:pt x="1195904" y="1624971"/>
                  </a:lnTo>
                  <a:lnTo>
                    <a:pt x="1196975" y="1624239"/>
                  </a:lnTo>
                  <a:lnTo>
                    <a:pt x="1198047" y="1623507"/>
                  </a:lnTo>
                  <a:lnTo>
                    <a:pt x="1199119" y="1622773"/>
                  </a:lnTo>
                  <a:lnTo>
                    <a:pt x="1200190" y="1622039"/>
                  </a:lnTo>
                  <a:lnTo>
                    <a:pt x="1201262" y="1621304"/>
                  </a:lnTo>
                  <a:lnTo>
                    <a:pt x="1202333" y="1620569"/>
                  </a:lnTo>
                  <a:lnTo>
                    <a:pt x="1203405" y="1619833"/>
                  </a:lnTo>
                  <a:lnTo>
                    <a:pt x="1204477" y="1619096"/>
                  </a:lnTo>
                  <a:lnTo>
                    <a:pt x="1205548" y="1618358"/>
                  </a:lnTo>
                  <a:lnTo>
                    <a:pt x="1206620" y="1617619"/>
                  </a:lnTo>
                  <a:lnTo>
                    <a:pt x="1207691" y="1616880"/>
                  </a:lnTo>
                  <a:lnTo>
                    <a:pt x="1208763" y="1616140"/>
                  </a:lnTo>
                  <a:lnTo>
                    <a:pt x="1209835" y="1615399"/>
                  </a:lnTo>
                  <a:lnTo>
                    <a:pt x="1210906" y="1614658"/>
                  </a:lnTo>
                  <a:lnTo>
                    <a:pt x="1211978" y="1613916"/>
                  </a:lnTo>
                  <a:lnTo>
                    <a:pt x="1213049" y="1613173"/>
                  </a:lnTo>
                  <a:lnTo>
                    <a:pt x="1214121" y="1612429"/>
                  </a:lnTo>
                  <a:lnTo>
                    <a:pt x="1215193" y="1611685"/>
                  </a:lnTo>
                  <a:lnTo>
                    <a:pt x="1216264" y="1610939"/>
                  </a:lnTo>
                  <a:lnTo>
                    <a:pt x="1217336" y="1610193"/>
                  </a:lnTo>
                  <a:lnTo>
                    <a:pt x="1218407" y="1609447"/>
                  </a:lnTo>
                  <a:lnTo>
                    <a:pt x="1219479" y="1608699"/>
                  </a:lnTo>
                  <a:lnTo>
                    <a:pt x="1220551" y="1607951"/>
                  </a:lnTo>
                  <a:lnTo>
                    <a:pt x="1221622" y="1607202"/>
                  </a:lnTo>
                  <a:lnTo>
                    <a:pt x="1222694" y="1606452"/>
                  </a:lnTo>
                  <a:lnTo>
                    <a:pt x="1223765" y="1605702"/>
                  </a:lnTo>
                  <a:lnTo>
                    <a:pt x="1224837" y="1604951"/>
                  </a:lnTo>
                  <a:lnTo>
                    <a:pt x="1225909" y="1604199"/>
                  </a:lnTo>
                  <a:lnTo>
                    <a:pt x="1226980" y="1603446"/>
                  </a:lnTo>
                  <a:lnTo>
                    <a:pt x="1228052" y="1602693"/>
                  </a:lnTo>
                  <a:lnTo>
                    <a:pt x="1229123" y="1601939"/>
                  </a:lnTo>
                  <a:lnTo>
                    <a:pt x="1230195" y="1601184"/>
                  </a:lnTo>
                  <a:lnTo>
                    <a:pt x="1231267" y="1600428"/>
                  </a:lnTo>
                  <a:lnTo>
                    <a:pt x="1232338" y="1599672"/>
                  </a:lnTo>
                  <a:lnTo>
                    <a:pt x="1233410" y="1598915"/>
                  </a:lnTo>
                  <a:lnTo>
                    <a:pt x="1234481" y="1598157"/>
                  </a:lnTo>
                  <a:lnTo>
                    <a:pt x="1235553" y="1597398"/>
                  </a:lnTo>
                  <a:lnTo>
                    <a:pt x="1236625" y="1596639"/>
                  </a:lnTo>
                  <a:lnTo>
                    <a:pt x="1237696" y="1595879"/>
                  </a:lnTo>
                  <a:lnTo>
                    <a:pt x="1238768" y="1595118"/>
                  </a:lnTo>
                  <a:lnTo>
                    <a:pt x="1239839" y="1594356"/>
                  </a:lnTo>
                  <a:lnTo>
                    <a:pt x="1240911" y="1593594"/>
                  </a:lnTo>
                  <a:lnTo>
                    <a:pt x="1241983" y="1592831"/>
                  </a:lnTo>
                  <a:lnTo>
                    <a:pt x="1243054" y="1592067"/>
                  </a:lnTo>
                  <a:lnTo>
                    <a:pt x="1244126" y="1591302"/>
                  </a:lnTo>
                  <a:lnTo>
                    <a:pt x="1245197" y="1590537"/>
                  </a:lnTo>
                  <a:lnTo>
                    <a:pt x="1246269" y="1589771"/>
                  </a:lnTo>
                  <a:lnTo>
                    <a:pt x="1247340" y="1589004"/>
                  </a:lnTo>
                  <a:lnTo>
                    <a:pt x="1248412" y="1588236"/>
                  </a:lnTo>
                  <a:lnTo>
                    <a:pt x="1249484" y="1587468"/>
                  </a:lnTo>
                  <a:lnTo>
                    <a:pt x="1250555" y="1586699"/>
                  </a:lnTo>
                  <a:lnTo>
                    <a:pt x="1251627" y="1585929"/>
                  </a:lnTo>
                  <a:lnTo>
                    <a:pt x="1252698" y="1585158"/>
                  </a:lnTo>
                  <a:lnTo>
                    <a:pt x="1253770" y="1584387"/>
                  </a:lnTo>
                  <a:lnTo>
                    <a:pt x="1254842" y="1583615"/>
                  </a:lnTo>
                  <a:lnTo>
                    <a:pt x="1255913" y="1582842"/>
                  </a:lnTo>
                  <a:lnTo>
                    <a:pt x="1256985" y="1582069"/>
                  </a:lnTo>
                  <a:lnTo>
                    <a:pt x="1258056" y="1581294"/>
                  </a:lnTo>
                  <a:lnTo>
                    <a:pt x="1259128" y="1580519"/>
                  </a:lnTo>
                  <a:lnTo>
                    <a:pt x="1260200" y="1579743"/>
                  </a:lnTo>
                  <a:lnTo>
                    <a:pt x="1261271" y="1578967"/>
                  </a:lnTo>
                  <a:lnTo>
                    <a:pt x="1262343" y="1578189"/>
                  </a:lnTo>
                  <a:lnTo>
                    <a:pt x="1263414" y="1577411"/>
                  </a:lnTo>
                  <a:lnTo>
                    <a:pt x="1264486" y="1576632"/>
                  </a:lnTo>
                  <a:lnTo>
                    <a:pt x="1265558" y="1575853"/>
                  </a:lnTo>
                  <a:lnTo>
                    <a:pt x="1266629" y="1575072"/>
                  </a:lnTo>
                  <a:lnTo>
                    <a:pt x="1267701" y="1574291"/>
                  </a:lnTo>
                  <a:lnTo>
                    <a:pt x="1268772" y="1573510"/>
                  </a:lnTo>
                  <a:lnTo>
                    <a:pt x="1269844" y="1572727"/>
                  </a:lnTo>
                  <a:lnTo>
                    <a:pt x="1270916" y="1571944"/>
                  </a:lnTo>
                  <a:lnTo>
                    <a:pt x="1271987" y="1571160"/>
                  </a:lnTo>
                  <a:lnTo>
                    <a:pt x="1273059" y="1570375"/>
                  </a:lnTo>
                  <a:lnTo>
                    <a:pt x="1274130" y="1569589"/>
                  </a:lnTo>
                  <a:lnTo>
                    <a:pt x="1275202" y="1568803"/>
                  </a:lnTo>
                  <a:lnTo>
                    <a:pt x="1276274" y="1568016"/>
                  </a:lnTo>
                  <a:lnTo>
                    <a:pt x="1277345" y="1567228"/>
                  </a:lnTo>
                  <a:lnTo>
                    <a:pt x="1278417" y="1566439"/>
                  </a:lnTo>
                  <a:lnTo>
                    <a:pt x="1279488" y="1565650"/>
                  </a:lnTo>
                  <a:lnTo>
                    <a:pt x="1280560" y="1564860"/>
                  </a:lnTo>
                  <a:lnTo>
                    <a:pt x="1281632" y="1564069"/>
                  </a:lnTo>
                  <a:lnTo>
                    <a:pt x="1282703" y="1563278"/>
                  </a:lnTo>
                  <a:lnTo>
                    <a:pt x="1283775" y="1562485"/>
                  </a:lnTo>
                  <a:lnTo>
                    <a:pt x="1284846" y="1561692"/>
                  </a:lnTo>
                  <a:lnTo>
                    <a:pt x="1285918" y="1560898"/>
                  </a:lnTo>
                  <a:lnTo>
                    <a:pt x="1286990" y="1560104"/>
                  </a:lnTo>
                  <a:lnTo>
                    <a:pt x="1288061" y="1559308"/>
                  </a:lnTo>
                  <a:lnTo>
                    <a:pt x="1289133" y="1558512"/>
                  </a:lnTo>
                  <a:lnTo>
                    <a:pt x="1290204" y="1557715"/>
                  </a:lnTo>
                  <a:lnTo>
                    <a:pt x="1291276" y="1556918"/>
                  </a:lnTo>
                  <a:lnTo>
                    <a:pt x="1292348" y="1556120"/>
                  </a:lnTo>
                  <a:lnTo>
                    <a:pt x="1293419" y="1555320"/>
                  </a:lnTo>
                  <a:lnTo>
                    <a:pt x="1294491" y="1554521"/>
                  </a:lnTo>
                  <a:lnTo>
                    <a:pt x="1295562" y="1553720"/>
                  </a:lnTo>
                  <a:lnTo>
                    <a:pt x="1296634" y="1552919"/>
                  </a:lnTo>
                  <a:lnTo>
                    <a:pt x="1297706" y="1552117"/>
                  </a:lnTo>
                  <a:lnTo>
                    <a:pt x="1298777" y="1551314"/>
                  </a:lnTo>
                  <a:lnTo>
                    <a:pt x="1299849" y="1550510"/>
                  </a:lnTo>
                  <a:lnTo>
                    <a:pt x="1300920" y="1549706"/>
                  </a:lnTo>
                  <a:lnTo>
                    <a:pt x="1301992" y="1548901"/>
                  </a:lnTo>
                  <a:lnTo>
                    <a:pt x="1303064" y="1548095"/>
                  </a:lnTo>
                  <a:lnTo>
                    <a:pt x="1304135" y="1547288"/>
                  </a:lnTo>
                  <a:lnTo>
                    <a:pt x="1305207" y="1546481"/>
                  </a:lnTo>
                  <a:lnTo>
                    <a:pt x="1306278" y="1545673"/>
                  </a:lnTo>
                  <a:lnTo>
                    <a:pt x="1307350" y="1544864"/>
                  </a:lnTo>
                  <a:lnTo>
                    <a:pt x="1308422" y="1544055"/>
                  </a:lnTo>
                  <a:lnTo>
                    <a:pt x="1309493" y="1543244"/>
                  </a:lnTo>
                  <a:lnTo>
                    <a:pt x="1310565" y="1542433"/>
                  </a:lnTo>
                  <a:lnTo>
                    <a:pt x="1311636" y="1541621"/>
                  </a:lnTo>
                  <a:lnTo>
                    <a:pt x="1312708" y="1540809"/>
                  </a:lnTo>
                  <a:lnTo>
                    <a:pt x="1313780" y="1539995"/>
                  </a:lnTo>
                  <a:lnTo>
                    <a:pt x="1314851" y="1539181"/>
                  </a:lnTo>
                  <a:lnTo>
                    <a:pt x="1315923" y="1538367"/>
                  </a:lnTo>
                  <a:lnTo>
                    <a:pt x="1316994" y="1537551"/>
                  </a:lnTo>
                  <a:lnTo>
                    <a:pt x="1318066" y="1536735"/>
                  </a:lnTo>
                  <a:lnTo>
                    <a:pt x="1319138" y="1535918"/>
                  </a:lnTo>
                  <a:lnTo>
                    <a:pt x="1320209" y="1535100"/>
                  </a:lnTo>
                  <a:lnTo>
                    <a:pt x="1321281" y="1534281"/>
                  </a:lnTo>
                  <a:lnTo>
                    <a:pt x="1322352" y="1533462"/>
                  </a:lnTo>
                  <a:lnTo>
                    <a:pt x="1323424" y="1532642"/>
                  </a:lnTo>
                  <a:lnTo>
                    <a:pt x="1324496" y="1531821"/>
                  </a:lnTo>
                  <a:lnTo>
                    <a:pt x="1325567" y="1530999"/>
                  </a:lnTo>
                  <a:lnTo>
                    <a:pt x="1326639" y="1530177"/>
                  </a:lnTo>
                  <a:lnTo>
                    <a:pt x="1327710" y="1529354"/>
                  </a:lnTo>
                  <a:lnTo>
                    <a:pt x="1328782" y="1528530"/>
                  </a:lnTo>
                  <a:lnTo>
                    <a:pt x="1329854" y="1527706"/>
                  </a:lnTo>
                  <a:lnTo>
                    <a:pt x="1330925" y="1526880"/>
                  </a:lnTo>
                  <a:lnTo>
                    <a:pt x="1331997" y="1526054"/>
                  </a:lnTo>
                  <a:lnTo>
                    <a:pt x="1333068" y="1525228"/>
                  </a:lnTo>
                  <a:lnTo>
                    <a:pt x="1334140" y="1524400"/>
                  </a:lnTo>
                  <a:lnTo>
                    <a:pt x="1335212" y="1523572"/>
                  </a:lnTo>
                  <a:lnTo>
                    <a:pt x="1336283" y="1522743"/>
                  </a:lnTo>
                  <a:lnTo>
                    <a:pt x="1337355" y="1521913"/>
                  </a:lnTo>
                  <a:lnTo>
                    <a:pt x="1338426" y="1521082"/>
                  </a:lnTo>
                  <a:lnTo>
                    <a:pt x="1339498" y="1520251"/>
                  </a:lnTo>
                  <a:lnTo>
                    <a:pt x="1340570" y="1519419"/>
                  </a:lnTo>
                  <a:lnTo>
                    <a:pt x="1341641" y="1518586"/>
                  </a:lnTo>
                  <a:lnTo>
                    <a:pt x="1342713" y="1517753"/>
                  </a:lnTo>
                  <a:lnTo>
                    <a:pt x="1343784" y="1516918"/>
                  </a:lnTo>
                  <a:lnTo>
                    <a:pt x="1344856" y="1516083"/>
                  </a:lnTo>
                  <a:lnTo>
                    <a:pt x="1345928" y="1515247"/>
                  </a:lnTo>
                  <a:lnTo>
                    <a:pt x="1346999" y="1514411"/>
                  </a:lnTo>
                  <a:lnTo>
                    <a:pt x="1348071" y="1513574"/>
                  </a:lnTo>
                  <a:lnTo>
                    <a:pt x="1349142" y="1512736"/>
                  </a:lnTo>
                  <a:lnTo>
                    <a:pt x="1350214" y="1511897"/>
                  </a:lnTo>
                  <a:lnTo>
                    <a:pt x="1351286" y="1511057"/>
                  </a:lnTo>
                  <a:lnTo>
                    <a:pt x="1352357" y="1510217"/>
                  </a:lnTo>
                  <a:lnTo>
                    <a:pt x="1353429" y="1509376"/>
                  </a:lnTo>
                  <a:lnTo>
                    <a:pt x="1354500" y="1508534"/>
                  </a:lnTo>
                  <a:lnTo>
                    <a:pt x="1355572" y="1507692"/>
                  </a:lnTo>
                  <a:lnTo>
                    <a:pt x="1356644" y="1506849"/>
                  </a:lnTo>
                  <a:lnTo>
                    <a:pt x="1357715" y="1506005"/>
                  </a:lnTo>
                  <a:lnTo>
                    <a:pt x="1358787" y="1505160"/>
                  </a:lnTo>
                  <a:lnTo>
                    <a:pt x="1359858" y="1504314"/>
                  </a:lnTo>
                  <a:lnTo>
                    <a:pt x="1360930" y="1503468"/>
                  </a:lnTo>
                  <a:lnTo>
                    <a:pt x="1362002" y="1502621"/>
                  </a:lnTo>
                  <a:lnTo>
                    <a:pt x="1363073" y="1501773"/>
                  </a:lnTo>
                  <a:lnTo>
                    <a:pt x="1364145" y="1500925"/>
                  </a:lnTo>
                  <a:lnTo>
                    <a:pt x="1365216" y="1500076"/>
                  </a:lnTo>
                  <a:lnTo>
                    <a:pt x="1366288" y="1499226"/>
                  </a:lnTo>
                  <a:lnTo>
                    <a:pt x="1367360" y="1498375"/>
                  </a:lnTo>
                  <a:lnTo>
                    <a:pt x="1368431" y="1497524"/>
                  </a:lnTo>
                  <a:lnTo>
                    <a:pt x="1369503" y="1496672"/>
                  </a:lnTo>
                  <a:lnTo>
                    <a:pt x="1370574" y="1495819"/>
                  </a:lnTo>
                  <a:lnTo>
                    <a:pt x="1371646" y="1494965"/>
                  </a:lnTo>
                  <a:lnTo>
                    <a:pt x="1372718" y="1494111"/>
                  </a:lnTo>
                  <a:lnTo>
                    <a:pt x="1373789" y="1493255"/>
                  </a:lnTo>
                  <a:lnTo>
                    <a:pt x="1374861" y="1492399"/>
                  </a:lnTo>
                  <a:lnTo>
                    <a:pt x="1375932" y="1491543"/>
                  </a:lnTo>
                  <a:lnTo>
                    <a:pt x="1377004" y="1490685"/>
                  </a:lnTo>
                  <a:lnTo>
                    <a:pt x="1378076" y="1489827"/>
                  </a:lnTo>
                  <a:lnTo>
                    <a:pt x="1379147" y="1488968"/>
                  </a:lnTo>
                  <a:lnTo>
                    <a:pt x="1380219" y="1488109"/>
                  </a:lnTo>
                  <a:lnTo>
                    <a:pt x="1381290" y="1487249"/>
                  </a:lnTo>
                  <a:lnTo>
                    <a:pt x="1382362" y="1486387"/>
                  </a:lnTo>
                  <a:lnTo>
                    <a:pt x="1383434" y="1485526"/>
                  </a:lnTo>
                  <a:lnTo>
                    <a:pt x="1384505" y="1484663"/>
                  </a:lnTo>
                  <a:lnTo>
                    <a:pt x="1385577" y="1483800"/>
                  </a:lnTo>
                  <a:lnTo>
                    <a:pt x="1386648" y="1482936"/>
                  </a:lnTo>
                  <a:lnTo>
                    <a:pt x="1387720" y="1482071"/>
                  </a:lnTo>
                  <a:lnTo>
                    <a:pt x="1388792" y="1481205"/>
                  </a:lnTo>
                  <a:lnTo>
                    <a:pt x="1389863" y="1480339"/>
                  </a:lnTo>
                  <a:lnTo>
                    <a:pt x="1390935" y="1479472"/>
                  </a:lnTo>
                  <a:lnTo>
                    <a:pt x="1392006" y="1478604"/>
                  </a:lnTo>
                  <a:lnTo>
                    <a:pt x="1393078" y="1477736"/>
                  </a:lnTo>
                  <a:lnTo>
                    <a:pt x="1394150" y="1476866"/>
                  </a:lnTo>
                  <a:lnTo>
                    <a:pt x="1395221" y="1475996"/>
                  </a:lnTo>
                  <a:lnTo>
                    <a:pt x="1396293" y="1475126"/>
                  </a:lnTo>
                  <a:lnTo>
                    <a:pt x="1397364" y="1474254"/>
                  </a:lnTo>
                  <a:lnTo>
                    <a:pt x="1398436" y="1473382"/>
                  </a:lnTo>
                  <a:lnTo>
                    <a:pt x="1399508" y="1472509"/>
                  </a:lnTo>
                  <a:lnTo>
                    <a:pt x="1400579" y="1471635"/>
                  </a:lnTo>
                  <a:lnTo>
                    <a:pt x="1401651" y="1470761"/>
                  </a:lnTo>
                  <a:lnTo>
                    <a:pt x="1402722" y="1469886"/>
                  </a:lnTo>
                  <a:lnTo>
                    <a:pt x="1403794" y="1469010"/>
                  </a:lnTo>
                  <a:lnTo>
                    <a:pt x="1404866" y="1468133"/>
                  </a:lnTo>
                  <a:lnTo>
                    <a:pt x="1405937" y="1467256"/>
                  </a:lnTo>
                  <a:lnTo>
                    <a:pt x="1407009" y="1466378"/>
                  </a:lnTo>
                  <a:lnTo>
                    <a:pt x="1408080" y="1465499"/>
                  </a:lnTo>
                  <a:lnTo>
                    <a:pt x="1409152" y="1464620"/>
                  </a:lnTo>
                  <a:lnTo>
                    <a:pt x="1410224" y="1463739"/>
                  </a:lnTo>
                  <a:lnTo>
                    <a:pt x="1411295" y="1462858"/>
                  </a:lnTo>
                  <a:lnTo>
                    <a:pt x="1412367" y="1461976"/>
                  </a:lnTo>
                  <a:lnTo>
                    <a:pt x="1413438" y="1461094"/>
                  </a:lnTo>
                  <a:lnTo>
                    <a:pt x="1414510" y="1460211"/>
                  </a:lnTo>
                  <a:lnTo>
                    <a:pt x="1415582" y="1459327"/>
                  </a:lnTo>
                  <a:lnTo>
                    <a:pt x="1416653" y="1458442"/>
                  </a:lnTo>
                  <a:lnTo>
                    <a:pt x="1417725" y="1457557"/>
                  </a:lnTo>
                  <a:lnTo>
                    <a:pt x="1418796" y="1456670"/>
                  </a:lnTo>
                  <a:lnTo>
                    <a:pt x="1419868" y="1455784"/>
                  </a:lnTo>
                  <a:lnTo>
                    <a:pt x="1420939" y="1454896"/>
                  </a:lnTo>
                  <a:lnTo>
                    <a:pt x="1422011" y="1454008"/>
                  </a:lnTo>
                  <a:lnTo>
                    <a:pt x="1423083" y="1453118"/>
                  </a:lnTo>
                  <a:lnTo>
                    <a:pt x="1424154" y="1452229"/>
                  </a:lnTo>
                  <a:lnTo>
                    <a:pt x="1425226" y="1451338"/>
                  </a:lnTo>
                  <a:lnTo>
                    <a:pt x="1426297" y="1450447"/>
                  </a:lnTo>
                  <a:lnTo>
                    <a:pt x="1427369" y="1449555"/>
                  </a:lnTo>
                  <a:lnTo>
                    <a:pt x="1428441" y="1448662"/>
                  </a:lnTo>
                  <a:lnTo>
                    <a:pt x="1429512" y="1447768"/>
                  </a:lnTo>
                  <a:lnTo>
                    <a:pt x="1430584" y="1446874"/>
                  </a:lnTo>
                  <a:lnTo>
                    <a:pt x="1431655" y="1445979"/>
                  </a:lnTo>
                  <a:lnTo>
                    <a:pt x="1432727" y="1445084"/>
                  </a:lnTo>
                  <a:lnTo>
                    <a:pt x="1433799" y="1444187"/>
                  </a:lnTo>
                  <a:lnTo>
                    <a:pt x="1434870" y="1443290"/>
                  </a:lnTo>
                  <a:lnTo>
                    <a:pt x="1435942" y="1442392"/>
                  </a:lnTo>
                  <a:lnTo>
                    <a:pt x="1437013" y="1441494"/>
                  </a:lnTo>
                  <a:lnTo>
                    <a:pt x="1438085" y="1440594"/>
                  </a:lnTo>
                  <a:lnTo>
                    <a:pt x="1439157" y="1439694"/>
                  </a:lnTo>
                  <a:lnTo>
                    <a:pt x="1440228" y="1438793"/>
                  </a:lnTo>
                  <a:lnTo>
                    <a:pt x="1441300" y="1437892"/>
                  </a:lnTo>
                  <a:lnTo>
                    <a:pt x="1442371" y="1436990"/>
                  </a:lnTo>
                  <a:lnTo>
                    <a:pt x="1443443" y="1436087"/>
                  </a:lnTo>
                  <a:lnTo>
                    <a:pt x="1444515" y="1435183"/>
                  </a:lnTo>
                  <a:lnTo>
                    <a:pt x="1445586" y="1434279"/>
                  </a:lnTo>
                  <a:lnTo>
                    <a:pt x="1446658" y="1433374"/>
                  </a:lnTo>
                  <a:lnTo>
                    <a:pt x="1447729" y="1432468"/>
                  </a:lnTo>
                  <a:lnTo>
                    <a:pt x="1448801" y="1431561"/>
                  </a:lnTo>
                  <a:lnTo>
                    <a:pt x="1449873" y="1430654"/>
                  </a:lnTo>
                  <a:lnTo>
                    <a:pt x="1450944" y="1429746"/>
                  </a:lnTo>
                  <a:lnTo>
                    <a:pt x="1452016" y="1428837"/>
                  </a:lnTo>
                  <a:lnTo>
                    <a:pt x="1453087" y="1427928"/>
                  </a:lnTo>
                  <a:lnTo>
                    <a:pt x="1454159" y="1427017"/>
                  </a:lnTo>
                  <a:lnTo>
                    <a:pt x="1455231" y="1426107"/>
                  </a:lnTo>
                  <a:lnTo>
                    <a:pt x="1456302" y="1425195"/>
                  </a:lnTo>
                  <a:lnTo>
                    <a:pt x="1457374" y="1424283"/>
                  </a:lnTo>
                  <a:lnTo>
                    <a:pt x="1458445" y="1423370"/>
                  </a:lnTo>
                  <a:lnTo>
                    <a:pt x="1459517" y="1422456"/>
                  </a:lnTo>
                  <a:lnTo>
                    <a:pt x="1460589" y="1421541"/>
                  </a:lnTo>
                  <a:lnTo>
                    <a:pt x="1461660" y="1420626"/>
                  </a:lnTo>
                  <a:lnTo>
                    <a:pt x="1462732" y="1419710"/>
                  </a:lnTo>
                  <a:lnTo>
                    <a:pt x="1463803" y="1418793"/>
                  </a:lnTo>
                  <a:lnTo>
                    <a:pt x="1464875" y="1417876"/>
                  </a:lnTo>
                  <a:lnTo>
                    <a:pt x="1465947" y="1416958"/>
                  </a:lnTo>
                  <a:lnTo>
                    <a:pt x="1467018" y="1416039"/>
                  </a:lnTo>
                  <a:lnTo>
                    <a:pt x="1468090" y="1415120"/>
                  </a:lnTo>
                  <a:lnTo>
                    <a:pt x="1469161" y="1414199"/>
                  </a:lnTo>
                  <a:lnTo>
                    <a:pt x="1470233" y="1413278"/>
                  </a:lnTo>
                  <a:lnTo>
                    <a:pt x="1471305" y="1412357"/>
                  </a:lnTo>
                  <a:lnTo>
                    <a:pt x="1472376" y="1411434"/>
                  </a:lnTo>
                  <a:lnTo>
                    <a:pt x="1473448" y="1410511"/>
                  </a:lnTo>
                  <a:lnTo>
                    <a:pt x="1474519" y="1409587"/>
                  </a:lnTo>
                  <a:lnTo>
                    <a:pt x="1475591" y="1408663"/>
                  </a:lnTo>
                  <a:lnTo>
                    <a:pt x="1476663" y="1407738"/>
                  </a:lnTo>
                  <a:lnTo>
                    <a:pt x="1477734" y="1406812"/>
                  </a:lnTo>
                  <a:lnTo>
                    <a:pt x="1478806" y="1405885"/>
                  </a:lnTo>
                  <a:lnTo>
                    <a:pt x="1479877" y="1404958"/>
                  </a:lnTo>
                  <a:lnTo>
                    <a:pt x="1480949" y="1404029"/>
                  </a:lnTo>
                  <a:lnTo>
                    <a:pt x="1482021" y="1403101"/>
                  </a:lnTo>
                  <a:lnTo>
                    <a:pt x="1483092" y="1402171"/>
                  </a:lnTo>
                  <a:lnTo>
                    <a:pt x="1484164" y="1401241"/>
                  </a:lnTo>
                  <a:lnTo>
                    <a:pt x="1485235" y="1400310"/>
                  </a:lnTo>
                  <a:lnTo>
                    <a:pt x="1486307" y="1399378"/>
                  </a:lnTo>
                  <a:lnTo>
                    <a:pt x="1487379" y="1398446"/>
                  </a:lnTo>
                  <a:lnTo>
                    <a:pt x="1488450" y="1397513"/>
                  </a:lnTo>
                  <a:lnTo>
                    <a:pt x="1489522" y="1396579"/>
                  </a:lnTo>
                  <a:lnTo>
                    <a:pt x="1490593" y="1395645"/>
                  </a:lnTo>
                  <a:lnTo>
                    <a:pt x="1491665" y="1394710"/>
                  </a:lnTo>
                  <a:lnTo>
                    <a:pt x="1492737" y="1393774"/>
                  </a:lnTo>
                  <a:lnTo>
                    <a:pt x="1493808" y="1392837"/>
                  </a:lnTo>
                  <a:lnTo>
                    <a:pt x="1494880" y="1391900"/>
                  </a:lnTo>
                  <a:lnTo>
                    <a:pt x="1495951" y="1390962"/>
                  </a:lnTo>
                  <a:lnTo>
                    <a:pt x="1497023" y="1390023"/>
                  </a:lnTo>
                  <a:lnTo>
                    <a:pt x="1498095" y="1389084"/>
                  </a:lnTo>
                  <a:lnTo>
                    <a:pt x="1499166" y="1388144"/>
                  </a:lnTo>
                  <a:lnTo>
                    <a:pt x="1500238" y="1387203"/>
                  </a:lnTo>
                  <a:lnTo>
                    <a:pt x="1501309" y="1386261"/>
                  </a:lnTo>
                  <a:lnTo>
                    <a:pt x="1502381" y="1385319"/>
                  </a:lnTo>
                  <a:lnTo>
                    <a:pt x="1503453" y="1384376"/>
                  </a:lnTo>
                  <a:lnTo>
                    <a:pt x="1504524" y="1383433"/>
                  </a:lnTo>
                  <a:lnTo>
                    <a:pt x="1505596" y="1382488"/>
                  </a:lnTo>
                  <a:lnTo>
                    <a:pt x="1506667" y="1381543"/>
                  </a:lnTo>
                  <a:lnTo>
                    <a:pt x="1507739" y="1380598"/>
                  </a:lnTo>
                  <a:lnTo>
                    <a:pt x="1508811" y="1379651"/>
                  </a:lnTo>
                  <a:lnTo>
                    <a:pt x="1509882" y="1378704"/>
                  </a:lnTo>
                  <a:lnTo>
                    <a:pt x="1510954" y="1377756"/>
                  </a:lnTo>
                  <a:lnTo>
                    <a:pt x="1512025" y="1376808"/>
                  </a:lnTo>
                  <a:lnTo>
                    <a:pt x="1513097" y="1375859"/>
                  </a:lnTo>
                  <a:lnTo>
                    <a:pt x="1514169" y="1374909"/>
                  </a:lnTo>
                  <a:lnTo>
                    <a:pt x="1515240" y="1373958"/>
                  </a:lnTo>
                  <a:lnTo>
                    <a:pt x="1516312" y="1373007"/>
                  </a:lnTo>
                  <a:lnTo>
                    <a:pt x="1517383" y="1372055"/>
                  </a:lnTo>
                  <a:lnTo>
                    <a:pt x="1518455" y="1371102"/>
                  </a:lnTo>
                  <a:lnTo>
                    <a:pt x="1519527" y="1370149"/>
                  </a:lnTo>
                  <a:lnTo>
                    <a:pt x="1520598" y="1369195"/>
                  </a:lnTo>
                  <a:lnTo>
                    <a:pt x="1521670" y="1368240"/>
                  </a:lnTo>
                  <a:lnTo>
                    <a:pt x="1522741" y="1367285"/>
                  </a:lnTo>
                  <a:lnTo>
                    <a:pt x="1523813" y="1366329"/>
                  </a:lnTo>
                  <a:lnTo>
                    <a:pt x="1524885" y="1365372"/>
                  </a:lnTo>
                  <a:lnTo>
                    <a:pt x="1525956" y="1364414"/>
                  </a:lnTo>
                  <a:lnTo>
                    <a:pt x="1527028" y="1363456"/>
                  </a:lnTo>
                  <a:lnTo>
                    <a:pt x="1528099" y="1362497"/>
                  </a:lnTo>
                  <a:lnTo>
                    <a:pt x="1529171" y="1361538"/>
                  </a:lnTo>
                  <a:lnTo>
                    <a:pt x="1530243" y="1360578"/>
                  </a:lnTo>
                  <a:lnTo>
                    <a:pt x="1531314" y="1359617"/>
                  </a:lnTo>
                  <a:lnTo>
                    <a:pt x="1532386" y="1358655"/>
                  </a:lnTo>
                  <a:lnTo>
                    <a:pt x="1533457" y="1357693"/>
                  </a:lnTo>
                  <a:lnTo>
                    <a:pt x="1534529" y="1356730"/>
                  </a:lnTo>
                  <a:lnTo>
                    <a:pt x="1535601" y="1355766"/>
                  </a:lnTo>
                  <a:lnTo>
                    <a:pt x="1536672" y="1354802"/>
                  </a:lnTo>
                  <a:lnTo>
                    <a:pt x="1537744" y="1353837"/>
                  </a:lnTo>
                  <a:lnTo>
                    <a:pt x="1538815" y="1352871"/>
                  </a:lnTo>
                  <a:lnTo>
                    <a:pt x="1539887" y="1351905"/>
                  </a:lnTo>
                  <a:lnTo>
                    <a:pt x="1540959" y="1350938"/>
                  </a:lnTo>
                  <a:lnTo>
                    <a:pt x="1542030" y="1349970"/>
                  </a:lnTo>
                  <a:lnTo>
                    <a:pt x="1543102" y="1349002"/>
                  </a:lnTo>
                  <a:lnTo>
                    <a:pt x="1544173" y="1348033"/>
                  </a:lnTo>
                  <a:lnTo>
                    <a:pt x="1545245" y="1347063"/>
                  </a:lnTo>
                  <a:lnTo>
                    <a:pt x="1546317" y="1346093"/>
                  </a:lnTo>
                  <a:lnTo>
                    <a:pt x="1547388" y="1345121"/>
                  </a:lnTo>
                  <a:lnTo>
                    <a:pt x="1548460" y="1344150"/>
                  </a:lnTo>
                  <a:lnTo>
                    <a:pt x="1549531" y="1343177"/>
                  </a:lnTo>
                  <a:lnTo>
                    <a:pt x="1550603" y="1342204"/>
                  </a:lnTo>
                  <a:lnTo>
                    <a:pt x="1551675" y="1341230"/>
                  </a:lnTo>
                  <a:lnTo>
                    <a:pt x="1552746" y="1340256"/>
                  </a:lnTo>
                  <a:lnTo>
                    <a:pt x="1553818" y="1339281"/>
                  </a:lnTo>
                  <a:lnTo>
                    <a:pt x="1554889" y="1338305"/>
                  </a:lnTo>
                  <a:lnTo>
                    <a:pt x="1555961" y="1337328"/>
                  </a:lnTo>
                  <a:lnTo>
                    <a:pt x="1557033" y="1336351"/>
                  </a:lnTo>
                  <a:lnTo>
                    <a:pt x="1558104" y="1335373"/>
                  </a:lnTo>
                  <a:lnTo>
                    <a:pt x="1559176" y="1334395"/>
                  </a:lnTo>
                  <a:lnTo>
                    <a:pt x="1560247" y="1333416"/>
                  </a:lnTo>
                  <a:lnTo>
                    <a:pt x="1561319" y="1332436"/>
                  </a:lnTo>
                  <a:lnTo>
                    <a:pt x="1562391" y="1331456"/>
                  </a:lnTo>
                  <a:lnTo>
                    <a:pt x="1563462" y="1330474"/>
                  </a:lnTo>
                  <a:lnTo>
                    <a:pt x="1564534" y="1329493"/>
                  </a:lnTo>
                  <a:lnTo>
                    <a:pt x="1565605" y="1328510"/>
                  </a:lnTo>
                  <a:lnTo>
                    <a:pt x="1566677" y="1327527"/>
                  </a:lnTo>
                  <a:lnTo>
                    <a:pt x="1567749" y="1326543"/>
                  </a:lnTo>
                  <a:lnTo>
                    <a:pt x="1568820" y="1325559"/>
                  </a:lnTo>
                  <a:lnTo>
                    <a:pt x="1569892" y="1324574"/>
                  </a:lnTo>
                  <a:lnTo>
                    <a:pt x="1570963" y="1323588"/>
                  </a:lnTo>
                  <a:lnTo>
                    <a:pt x="1572035" y="1322601"/>
                  </a:lnTo>
                  <a:lnTo>
                    <a:pt x="1573107" y="1321614"/>
                  </a:lnTo>
                  <a:lnTo>
                    <a:pt x="1574178" y="1320627"/>
                  </a:lnTo>
                  <a:lnTo>
                    <a:pt x="1575250" y="1319638"/>
                  </a:lnTo>
                  <a:lnTo>
                    <a:pt x="1576321" y="1318649"/>
                  </a:lnTo>
                  <a:lnTo>
                    <a:pt x="1577393" y="1317659"/>
                  </a:lnTo>
                  <a:lnTo>
                    <a:pt x="1578465" y="1316669"/>
                  </a:lnTo>
                  <a:lnTo>
                    <a:pt x="1579536" y="1315678"/>
                  </a:lnTo>
                  <a:lnTo>
                    <a:pt x="1580608" y="1314686"/>
                  </a:lnTo>
                  <a:lnTo>
                    <a:pt x="1581679" y="1313694"/>
                  </a:lnTo>
                  <a:lnTo>
                    <a:pt x="1582751" y="1312701"/>
                  </a:lnTo>
                  <a:lnTo>
                    <a:pt x="1583823" y="1311708"/>
                  </a:lnTo>
                  <a:lnTo>
                    <a:pt x="1584894" y="1310713"/>
                  </a:lnTo>
                  <a:lnTo>
                    <a:pt x="1585966" y="1309718"/>
                  </a:lnTo>
                  <a:lnTo>
                    <a:pt x="1587037" y="1308723"/>
                  </a:lnTo>
                  <a:lnTo>
                    <a:pt x="1588109" y="1307727"/>
                  </a:lnTo>
                  <a:lnTo>
                    <a:pt x="1589181" y="1306730"/>
                  </a:lnTo>
                  <a:lnTo>
                    <a:pt x="1590252" y="1305732"/>
                  </a:lnTo>
                  <a:lnTo>
                    <a:pt x="1591324" y="1304734"/>
                  </a:lnTo>
                  <a:lnTo>
                    <a:pt x="1592395" y="1303735"/>
                  </a:lnTo>
                  <a:lnTo>
                    <a:pt x="1593467" y="1302736"/>
                  </a:lnTo>
                  <a:lnTo>
                    <a:pt x="1594539" y="1301736"/>
                  </a:lnTo>
                  <a:lnTo>
                    <a:pt x="1595610" y="1300735"/>
                  </a:lnTo>
                  <a:lnTo>
                    <a:pt x="1596682" y="1299734"/>
                  </a:lnTo>
                  <a:lnTo>
                    <a:pt x="1597753" y="1298732"/>
                  </a:lnTo>
                  <a:lnTo>
                    <a:pt x="1598825" y="1297729"/>
                  </a:lnTo>
                  <a:lnTo>
                    <a:pt x="1599896" y="1296726"/>
                  </a:lnTo>
                  <a:lnTo>
                    <a:pt x="1600968" y="1295722"/>
                  </a:lnTo>
                  <a:lnTo>
                    <a:pt x="1602040" y="1294718"/>
                  </a:lnTo>
                  <a:lnTo>
                    <a:pt x="1603111" y="1293712"/>
                  </a:lnTo>
                  <a:lnTo>
                    <a:pt x="1604183" y="1292707"/>
                  </a:lnTo>
                  <a:lnTo>
                    <a:pt x="1605254" y="1291700"/>
                  </a:lnTo>
                  <a:lnTo>
                    <a:pt x="1606326" y="1290693"/>
                  </a:lnTo>
                  <a:lnTo>
                    <a:pt x="1607398" y="1289685"/>
                  </a:lnTo>
                  <a:lnTo>
                    <a:pt x="1608469" y="1288677"/>
                  </a:lnTo>
                  <a:lnTo>
                    <a:pt x="1609541" y="1287668"/>
                  </a:lnTo>
                  <a:lnTo>
                    <a:pt x="1610612" y="1286659"/>
                  </a:lnTo>
                  <a:lnTo>
                    <a:pt x="1611684" y="1285648"/>
                  </a:lnTo>
                  <a:lnTo>
                    <a:pt x="1612756" y="1284638"/>
                  </a:lnTo>
                  <a:lnTo>
                    <a:pt x="1613827" y="1283626"/>
                  </a:lnTo>
                  <a:lnTo>
                    <a:pt x="1614899" y="1282614"/>
                  </a:lnTo>
                  <a:lnTo>
                    <a:pt x="1615970" y="1281601"/>
                  </a:lnTo>
                  <a:lnTo>
                    <a:pt x="1617042" y="1280588"/>
                  </a:lnTo>
                  <a:lnTo>
                    <a:pt x="1618114" y="1279574"/>
                  </a:lnTo>
                  <a:lnTo>
                    <a:pt x="1619185" y="1278559"/>
                  </a:lnTo>
                  <a:lnTo>
                    <a:pt x="1620257" y="1277544"/>
                  </a:lnTo>
                  <a:lnTo>
                    <a:pt x="1621328" y="1276529"/>
                  </a:lnTo>
                  <a:lnTo>
                    <a:pt x="1622400" y="1275512"/>
                  </a:lnTo>
                  <a:lnTo>
                    <a:pt x="1623472" y="1274495"/>
                  </a:lnTo>
                  <a:lnTo>
                    <a:pt x="1624543" y="1273477"/>
                  </a:lnTo>
                  <a:lnTo>
                    <a:pt x="1625615" y="1272459"/>
                  </a:lnTo>
                  <a:lnTo>
                    <a:pt x="1626686" y="1271440"/>
                  </a:lnTo>
                  <a:lnTo>
                    <a:pt x="1627758" y="1270421"/>
                  </a:lnTo>
                  <a:lnTo>
                    <a:pt x="1628830" y="1269401"/>
                  </a:lnTo>
                  <a:lnTo>
                    <a:pt x="1629901" y="1268380"/>
                  </a:lnTo>
                  <a:lnTo>
                    <a:pt x="1630973" y="1267359"/>
                  </a:lnTo>
                  <a:lnTo>
                    <a:pt x="1632044" y="1266337"/>
                  </a:lnTo>
                  <a:lnTo>
                    <a:pt x="1633116" y="1265314"/>
                  </a:lnTo>
                  <a:lnTo>
                    <a:pt x="1634188" y="1264291"/>
                  </a:lnTo>
                  <a:lnTo>
                    <a:pt x="1635259" y="1263267"/>
                  </a:lnTo>
                  <a:lnTo>
                    <a:pt x="1636331" y="1262243"/>
                  </a:lnTo>
                  <a:lnTo>
                    <a:pt x="1637402" y="1261218"/>
                  </a:lnTo>
                  <a:lnTo>
                    <a:pt x="1638474" y="1260192"/>
                  </a:lnTo>
                  <a:lnTo>
                    <a:pt x="1639546" y="1259166"/>
                  </a:lnTo>
                  <a:lnTo>
                    <a:pt x="1640617" y="1258139"/>
                  </a:lnTo>
                  <a:lnTo>
                    <a:pt x="1641689" y="1257112"/>
                  </a:lnTo>
                  <a:lnTo>
                    <a:pt x="1642760" y="1256084"/>
                  </a:lnTo>
                  <a:lnTo>
                    <a:pt x="1643832" y="1255056"/>
                  </a:lnTo>
                  <a:lnTo>
                    <a:pt x="1644904" y="1254026"/>
                  </a:lnTo>
                  <a:lnTo>
                    <a:pt x="1645975" y="1252997"/>
                  </a:lnTo>
                  <a:lnTo>
                    <a:pt x="1647047" y="1251966"/>
                  </a:lnTo>
                  <a:lnTo>
                    <a:pt x="1648118" y="1250935"/>
                  </a:lnTo>
                  <a:lnTo>
                    <a:pt x="1649190" y="1249904"/>
                  </a:lnTo>
                  <a:lnTo>
                    <a:pt x="1650262" y="1248872"/>
                  </a:lnTo>
                  <a:lnTo>
                    <a:pt x="1651333" y="1247839"/>
                  </a:lnTo>
                  <a:lnTo>
                    <a:pt x="1652405" y="1246806"/>
                  </a:lnTo>
                  <a:lnTo>
                    <a:pt x="1653476" y="1245772"/>
                  </a:lnTo>
                  <a:lnTo>
                    <a:pt x="1654548" y="1244737"/>
                  </a:lnTo>
                  <a:lnTo>
                    <a:pt x="1655620" y="1243702"/>
                  </a:lnTo>
                  <a:lnTo>
                    <a:pt x="1656691" y="1242667"/>
                  </a:lnTo>
                  <a:lnTo>
                    <a:pt x="1657763" y="1241630"/>
                  </a:lnTo>
                  <a:lnTo>
                    <a:pt x="1658834" y="1240594"/>
                  </a:lnTo>
                  <a:lnTo>
                    <a:pt x="1659906" y="1239556"/>
                  </a:lnTo>
                  <a:lnTo>
                    <a:pt x="1660978" y="1238518"/>
                  </a:lnTo>
                  <a:lnTo>
                    <a:pt x="1662049" y="1237480"/>
                  </a:lnTo>
                  <a:lnTo>
                    <a:pt x="1663121" y="1236440"/>
                  </a:lnTo>
                  <a:lnTo>
                    <a:pt x="1664192" y="1235401"/>
                  </a:lnTo>
                  <a:lnTo>
                    <a:pt x="1665264" y="1234361"/>
                  </a:lnTo>
                  <a:lnTo>
                    <a:pt x="1666336" y="1233320"/>
                  </a:lnTo>
                  <a:lnTo>
                    <a:pt x="1667407" y="1232278"/>
                  </a:lnTo>
                  <a:lnTo>
                    <a:pt x="1668479" y="1231236"/>
                  </a:lnTo>
                  <a:lnTo>
                    <a:pt x="1669550" y="1230194"/>
                  </a:lnTo>
                  <a:lnTo>
                    <a:pt x="1670622" y="1229151"/>
                  </a:lnTo>
                  <a:lnTo>
                    <a:pt x="1671694" y="1228107"/>
                  </a:lnTo>
                  <a:lnTo>
                    <a:pt x="1672765" y="1227063"/>
                  </a:lnTo>
                  <a:lnTo>
                    <a:pt x="1673837" y="1226018"/>
                  </a:lnTo>
                  <a:lnTo>
                    <a:pt x="1674908" y="1224973"/>
                  </a:lnTo>
                  <a:lnTo>
                    <a:pt x="1675980" y="1223927"/>
                  </a:lnTo>
                  <a:lnTo>
                    <a:pt x="1677052" y="1222880"/>
                  </a:lnTo>
                  <a:lnTo>
                    <a:pt x="1678123" y="1221833"/>
                  </a:lnTo>
                  <a:lnTo>
                    <a:pt x="1679195" y="1220786"/>
                  </a:lnTo>
                  <a:lnTo>
                    <a:pt x="1680266" y="1219738"/>
                  </a:lnTo>
                  <a:lnTo>
                    <a:pt x="1681338" y="1218689"/>
                  </a:lnTo>
                  <a:lnTo>
                    <a:pt x="1682410" y="1217640"/>
                  </a:lnTo>
                  <a:lnTo>
                    <a:pt x="1683481" y="1216590"/>
                  </a:lnTo>
                  <a:lnTo>
                    <a:pt x="1684553" y="1215540"/>
                  </a:lnTo>
                  <a:lnTo>
                    <a:pt x="1685624" y="1214489"/>
                  </a:lnTo>
                  <a:lnTo>
                    <a:pt x="1686696" y="1213438"/>
                  </a:lnTo>
                  <a:lnTo>
                    <a:pt x="1687768" y="1212386"/>
                  </a:lnTo>
                  <a:lnTo>
                    <a:pt x="1688839" y="1211333"/>
                  </a:lnTo>
                  <a:lnTo>
                    <a:pt x="1689911" y="1210280"/>
                  </a:lnTo>
                  <a:lnTo>
                    <a:pt x="1690982" y="1209227"/>
                  </a:lnTo>
                  <a:lnTo>
                    <a:pt x="1692054" y="1208173"/>
                  </a:lnTo>
                  <a:lnTo>
                    <a:pt x="1693126" y="1207118"/>
                  </a:lnTo>
                  <a:lnTo>
                    <a:pt x="1694197" y="1206063"/>
                  </a:lnTo>
                  <a:lnTo>
                    <a:pt x="1695269" y="1205008"/>
                  </a:lnTo>
                  <a:lnTo>
                    <a:pt x="1696340" y="1203952"/>
                  </a:lnTo>
                  <a:lnTo>
                    <a:pt x="1697412" y="1202895"/>
                  </a:lnTo>
                  <a:lnTo>
                    <a:pt x="1698484" y="1201838"/>
                  </a:lnTo>
                  <a:lnTo>
                    <a:pt x="1699555" y="1200780"/>
                  </a:lnTo>
                  <a:lnTo>
                    <a:pt x="1700627" y="1199722"/>
                  </a:lnTo>
                  <a:lnTo>
                    <a:pt x="1701698" y="1198664"/>
                  </a:lnTo>
                  <a:lnTo>
                    <a:pt x="1702770" y="1197604"/>
                  </a:lnTo>
                  <a:lnTo>
                    <a:pt x="1703842" y="1196545"/>
                  </a:lnTo>
                  <a:lnTo>
                    <a:pt x="1704913" y="1195485"/>
                  </a:lnTo>
                  <a:lnTo>
                    <a:pt x="1705985" y="1194424"/>
                  </a:lnTo>
                  <a:lnTo>
                    <a:pt x="1707056" y="1193363"/>
                  </a:lnTo>
                  <a:lnTo>
                    <a:pt x="1708128" y="1192301"/>
                  </a:lnTo>
                  <a:lnTo>
                    <a:pt x="1709200" y="1191239"/>
                  </a:lnTo>
                  <a:lnTo>
                    <a:pt x="1710271" y="1190176"/>
                  </a:lnTo>
                  <a:lnTo>
                    <a:pt x="1711343" y="1189113"/>
                  </a:lnTo>
                  <a:lnTo>
                    <a:pt x="1712414" y="1188049"/>
                  </a:lnTo>
                  <a:lnTo>
                    <a:pt x="1713486" y="1186985"/>
                  </a:lnTo>
                  <a:lnTo>
                    <a:pt x="1714558" y="1185921"/>
                  </a:lnTo>
                  <a:lnTo>
                    <a:pt x="1715629" y="1184856"/>
                  </a:lnTo>
                  <a:lnTo>
                    <a:pt x="1716701" y="1183790"/>
                  </a:lnTo>
                  <a:lnTo>
                    <a:pt x="1717772" y="1182724"/>
                  </a:lnTo>
                  <a:lnTo>
                    <a:pt x="1718844" y="1181657"/>
                  </a:lnTo>
                  <a:lnTo>
                    <a:pt x="1719916" y="1180590"/>
                  </a:lnTo>
                  <a:lnTo>
                    <a:pt x="1720987" y="1179523"/>
                  </a:lnTo>
                  <a:lnTo>
                    <a:pt x="1722059" y="1178455"/>
                  </a:lnTo>
                  <a:lnTo>
                    <a:pt x="1723130" y="1177386"/>
                  </a:lnTo>
                  <a:lnTo>
                    <a:pt x="1724202" y="1176318"/>
                  </a:lnTo>
                  <a:lnTo>
                    <a:pt x="1725274" y="1175248"/>
                  </a:lnTo>
                  <a:lnTo>
                    <a:pt x="1726345" y="1174178"/>
                  </a:lnTo>
                  <a:lnTo>
                    <a:pt x="1727417" y="1173108"/>
                  </a:lnTo>
                  <a:lnTo>
                    <a:pt x="1728488" y="1172037"/>
                  </a:lnTo>
                  <a:lnTo>
                    <a:pt x="1729560" y="1170966"/>
                  </a:lnTo>
                  <a:lnTo>
                    <a:pt x="1730632" y="1169894"/>
                  </a:lnTo>
                  <a:lnTo>
                    <a:pt x="1731703" y="1168822"/>
                  </a:lnTo>
                  <a:lnTo>
                    <a:pt x="1732775" y="1167750"/>
                  </a:lnTo>
                  <a:lnTo>
                    <a:pt x="1733846" y="1166677"/>
                  </a:lnTo>
                  <a:lnTo>
                    <a:pt x="1734918" y="1165603"/>
                  </a:lnTo>
                  <a:lnTo>
                    <a:pt x="1735990" y="1164529"/>
                  </a:lnTo>
                  <a:lnTo>
                    <a:pt x="1737061" y="1163455"/>
                  </a:lnTo>
                  <a:lnTo>
                    <a:pt x="1738133" y="1162380"/>
                  </a:lnTo>
                  <a:lnTo>
                    <a:pt x="1739204" y="1161305"/>
                  </a:lnTo>
                  <a:lnTo>
                    <a:pt x="1740276" y="1160229"/>
                  </a:lnTo>
                  <a:lnTo>
                    <a:pt x="1741348" y="1159153"/>
                  </a:lnTo>
                  <a:lnTo>
                    <a:pt x="1742419" y="1158077"/>
                  </a:lnTo>
                  <a:lnTo>
                    <a:pt x="1743491" y="1157000"/>
                  </a:lnTo>
                  <a:lnTo>
                    <a:pt x="1744562" y="1155922"/>
                  </a:lnTo>
                  <a:lnTo>
                    <a:pt x="1745634" y="1154845"/>
                  </a:lnTo>
                  <a:lnTo>
                    <a:pt x="1746706" y="1153766"/>
                  </a:lnTo>
                  <a:lnTo>
                    <a:pt x="1747777" y="1152688"/>
                  </a:lnTo>
                  <a:lnTo>
                    <a:pt x="1748849" y="1151609"/>
                  </a:lnTo>
                  <a:lnTo>
                    <a:pt x="1749920" y="1150529"/>
                  </a:lnTo>
                  <a:lnTo>
                    <a:pt x="1750992" y="1149449"/>
                  </a:lnTo>
                  <a:lnTo>
                    <a:pt x="1752064" y="1148369"/>
                  </a:lnTo>
                  <a:lnTo>
                    <a:pt x="1753135" y="1147288"/>
                  </a:lnTo>
                  <a:lnTo>
                    <a:pt x="1754207" y="1146207"/>
                  </a:lnTo>
                  <a:lnTo>
                    <a:pt x="1755278" y="1145126"/>
                  </a:lnTo>
                  <a:lnTo>
                    <a:pt x="1756350" y="1144044"/>
                  </a:lnTo>
                  <a:lnTo>
                    <a:pt x="1757422" y="1142961"/>
                  </a:lnTo>
                  <a:lnTo>
                    <a:pt x="1758493" y="1141879"/>
                  </a:lnTo>
                  <a:lnTo>
                    <a:pt x="1759565" y="1140795"/>
                  </a:lnTo>
                  <a:lnTo>
                    <a:pt x="1760636" y="1139712"/>
                  </a:lnTo>
                  <a:lnTo>
                    <a:pt x="1761708" y="1138628"/>
                  </a:lnTo>
                  <a:lnTo>
                    <a:pt x="1762780" y="1137544"/>
                  </a:lnTo>
                  <a:lnTo>
                    <a:pt x="1763851" y="1136459"/>
                  </a:lnTo>
                  <a:lnTo>
                    <a:pt x="1764923" y="1135374"/>
                  </a:lnTo>
                  <a:lnTo>
                    <a:pt x="1765994" y="1134289"/>
                  </a:lnTo>
                  <a:lnTo>
                    <a:pt x="1767066" y="1133203"/>
                  </a:lnTo>
                  <a:lnTo>
                    <a:pt x="1768138" y="1132117"/>
                  </a:lnTo>
                  <a:lnTo>
                    <a:pt x="1769209" y="1131030"/>
                  </a:lnTo>
                  <a:lnTo>
                    <a:pt x="1770281" y="1129943"/>
                  </a:lnTo>
                  <a:lnTo>
                    <a:pt x="1771352" y="1128856"/>
                  </a:lnTo>
                  <a:lnTo>
                    <a:pt x="1772424" y="1127768"/>
                  </a:lnTo>
                  <a:lnTo>
                    <a:pt x="1773496" y="1126680"/>
                  </a:lnTo>
                  <a:lnTo>
                    <a:pt x="1774567" y="1125592"/>
                  </a:lnTo>
                  <a:lnTo>
                    <a:pt x="1775639" y="1124503"/>
                  </a:lnTo>
                  <a:lnTo>
                    <a:pt x="1776710" y="1123414"/>
                  </a:lnTo>
                  <a:lnTo>
                    <a:pt x="1777782" y="1122324"/>
                  </a:lnTo>
                  <a:lnTo>
                    <a:pt x="1778853" y="1121234"/>
                  </a:lnTo>
                  <a:lnTo>
                    <a:pt x="1779925" y="1120144"/>
                  </a:lnTo>
                  <a:lnTo>
                    <a:pt x="1780997" y="1119054"/>
                  </a:lnTo>
                  <a:lnTo>
                    <a:pt x="1782068" y="1117963"/>
                  </a:lnTo>
                  <a:lnTo>
                    <a:pt x="1783140" y="1116872"/>
                  </a:lnTo>
                  <a:lnTo>
                    <a:pt x="1784211" y="1115780"/>
                  </a:lnTo>
                  <a:lnTo>
                    <a:pt x="1785283" y="1114688"/>
                  </a:lnTo>
                  <a:lnTo>
                    <a:pt x="1786355" y="1113596"/>
                  </a:lnTo>
                  <a:lnTo>
                    <a:pt x="1787426" y="1112503"/>
                  </a:lnTo>
                  <a:lnTo>
                    <a:pt x="1788498" y="1111410"/>
                  </a:lnTo>
                  <a:lnTo>
                    <a:pt x="1789569" y="1110317"/>
                  </a:lnTo>
                  <a:lnTo>
                    <a:pt x="1790641" y="1109224"/>
                  </a:lnTo>
                  <a:lnTo>
                    <a:pt x="1791713" y="1108130"/>
                  </a:lnTo>
                  <a:lnTo>
                    <a:pt x="1792784" y="1107036"/>
                  </a:lnTo>
                  <a:lnTo>
                    <a:pt x="1793856" y="1105941"/>
                  </a:lnTo>
                  <a:lnTo>
                    <a:pt x="1794927" y="1104846"/>
                  </a:lnTo>
                  <a:lnTo>
                    <a:pt x="1795999" y="1103751"/>
                  </a:lnTo>
                  <a:lnTo>
                    <a:pt x="1797071" y="1102656"/>
                  </a:lnTo>
                  <a:lnTo>
                    <a:pt x="1798142" y="1101560"/>
                  </a:lnTo>
                  <a:lnTo>
                    <a:pt x="1799214" y="1100464"/>
                  </a:lnTo>
                  <a:lnTo>
                    <a:pt x="1800285" y="1099368"/>
                  </a:lnTo>
                  <a:lnTo>
                    <a:pt x="1801357" y="1098271"/>
                  </a:lnTo>
                  <a:lnTo>
                    <a:pt x="1802429" y="1097174"/>
                  </a:lnTo>
                  <a:lnTo>
                    <a:pt x="1803500" y="1096077"/>
                  </a:lnTo>
                  <a:lnTo>
                    <a:pt x="1804572" y="1094979"/>
                  </a:lnTo>
                  <a:lnTo>
                    <a:pt x="1805643" y="1093881"/>
                  </a:lnTo>
                  <a:lnTo>
                    <a:pt x="1806715" y="1092783"/>
                  </a:lnTo>
                  <a:lnTo>
                    <a:pt x="1807787" y="1091685"/>
                  </a:lnTo>
                  <a:lnTo>
                    <a:pt x="1808858" y="1090586"/>
                  </a:lnTo>
                  <a:lnTo>
                    <a:pt x="1809930" y="1089487"/>
                  </a:lnTo>
                  <a:lnTo>
                    <a:pt x="1811001" y="1088388"/>
                  </a:lnTo>
                  <a:lnTo>
                    <a:pt x="1812073" y="1087289"/>
                  </a:lnTo>
                  <a:lnTo>
                    <a:pt x="1813145" y="1086189"/>
                  </a:lnTo>
                  <a:lnTo>
                    <a:pt x="1814216" y="1085089"/>
                  </a:lnTo>
                  <a:lnTo>
                    <a:pt x="1815288" y="1083988"/>
                  </a:lnTo>
                  <a:lnTo>
                    <a:pt x="1816359" y="1082888"/>
                  </a:lnTo>
                  <a:lnTo>
                    <a:pt x="1817431" y="1081787"/>
                  </a:lnTo>
                  <a:lnTo>
                    <a:pt x="1818503" y="1080686"/>
                  </a:lnTo>
                  <a:lnTo>
                    <a:pt x="1819574" y="1079585"/>
                  </a:lnTo>
                  <a:lnTo>
                    <a:pt x="1820646" y="1078483"/>
                  </a:lnTo>
                  <a:lnTo>
                    <a:pt x="1821717" y="1077381"/>
                  </a:lnTo>
                  <a:lnTo>
                    <a:pt x="1822789" y="1076279"/>
                  </a:lnTo>
                  <a:lnTo>
                    <a:pt x="1823861" y="1075177"/>
                  </a:lnTo>
                  <a:lnTo>
                    <a:pt x="1824932" y="1074074"/>
                  </a:lnTo>
                  <a:lnTo>
                    <a:pt x="1826004" y="1072971"/>
                  </a:lnTo>
                  <a:lnTo>
                    <a:pt x="1827075" y="1071868"/>
                  </a:lnTo>
                  <a:lnTo>
                    <a:pt x="1828147" y="1070765"/>
                  </a:lnTo>
                  <a:lnTo>
                    <a:pt x="1829219" y="1069662"/>
                  </a:lnTo>
                  <a:lnTo>
                    <a:pt x="1830290" y="1068558"/>
                  </a:lnTo>
                  <a:lnTo>
                    <a:pt x="1831362" y="1067454"/>
                  </a:lnTo>
                  <a:lnTo>
                    <a:pt x="1832433" y="1066350"/>
                  </a:lnTo>
                  <a:lnTo>
                    <a:pt x="1833505" y="1065245"/>
                  </a:lnTo>
                  <a:lnTo>
                    <a:pt x="1834577" y="1064141"/>
                  </a:lnTo>
                  <a:lnTo>
                    <a:pt x="1835648" y="1063036"/>
                  </a:lnTo>
                  <a:lnTo>
                    <a:pt x="1836720" y="1061931"/>
                  </a:lnTo>
                  <a:lnTo>
                    <a:pt x="1837791" y="1060826"/>
                  </a:lnTo>
                  <a:lnTo>
                    <a:pt x="1838863" y="1059720"/>
                  </a:lnTo>
                  <a:lnTo>
                    <a:pt x="1839935" y="1058615"/>
                  </a:lnTo>
                  <a:lnTo>
                    <a:pt x="1841006" y="1057509"/>
                  </a:lnTo>
                  <a:lnTo>
                    <a:pt x="1842078" y="1056403"/>
                  </a:lnTo>
                  <a:lnTo>
                    <a:pt x="1843149" y="1055296"/>
                  </a:lnTo>
                  <a:lnTo>
                    <a:pt x="1844221" y="1054190"/>
                  </a:lnTo>
                  <a:lnTo>
                    <a:pt x="1845293" y="1053083"/>
                  </a:lnTo>
                  <a:lnTo>
                    <a:pt x="1846364" y="1051977"/>
                  </a:lnTo>
                  <a:lnTo>
                    <a:pt x="1847436" y="1050870"/>
                  </a:lnTo>
                  <a:lnTo>
                    <a:pt x="1848507" y="1049762"/>
                  </a:lnTo>
                  <a:lnTo>
                    <a:pt x="1849579" y="1048655"/>
                  </a:lnTo>
                  <a:lnTo>
                    <a:pt x="1850651" y="1047548"/>
                  </a:lnTo>
                  <a:lnTo>
                    <a:pt x="1851722" y="1046440"/>
                  </a:lnTo>
                  <a:lnTo>
                    <a:pt x="1852794" y="1045332"/>
                  </a:lnTo>
                  <a:lnTo>
                    <a:pt x="1853865" y="1044224"/>
                  </a:lnTo>
                  <a:lnTo>
                    <a:pt x="1854937" y="1043116"/>
                  </a:lnTo>
                  <a:lnTo>
                    <a:pt x="1856009" y="1042008"/>
                  </a:lnTo>
                  <a:lnTo>
                    <a:pt x="1857080" y="1040899"/>
                  </a:lnTo>
                  <a:lnTo>
                    <a:pt x="1858152" y="1039791"/>
                  </a:lnTo>
                  <a:lnTo>
                    <a:pt x="1859223" y="1038682"/>
                  </a:lnTo>
                  <a:lnTo>
                    <a:pt x="1860295" y="1037573"/>
                  </a:lnTo>
                  <a:lnTo>
                    <a:pt x="1861367" y="1036464"/>
                  </a:lnTo>
                  <a:lnTo>
                    <a:pt x="1862438" y="1035355"/>
                  </a:lnTo>
                  <a:lnTo>
                    <a:pt x="1863510" y="1034245"/>
                  </a:lnTo>
                  <a:lnTo>
                    <a:pt x="1864581" y="1033136"/>
                  </a:lnTo>
                  <a:lnTo>
                    <a:pt x="1865653" y="1032026"/>
                  </a:lnTo>
                  <a:lnTo>
                    <a:pt x="1866725" y="1030916"/>
                  </a:lnTo>
                  <a:lnTo>
                    <a:pt x="1867796" y="1029807"/>
                  </a:lnTo>
                  <a:lnTo>
                    <a:pt x="1868868" y="1028697"/>
                  </a:lnTo>
                  <a:lnTo>
                    <a:pt x="1869939" y="1027587"/>
                  </a:lnTo>
                  <a:lnTo>
                    <a:pt x="1871011" y="1026476"/>
                  </a:lnTo>
                  <a:lnTo>
                    <a:pt x="1872083" y="1025366"/>
                  </a:lnTo>
                  <a:lnTo>
                    <a:pt x="1873154" y="1024256"/>
                  </a:lnTo>
                  <a:lnTo>
                    <a:pt x="1874226" y="1023145"/>
                  </a:lnTo>
                  <a:lnTo>
                    <a:pt x="1875297" y="1022034"/>
                  </a:lnTo>
                  <a:lnTo>
                    <a:pt x="1876369" y="1020924"/>
                  </a:lnTo>
                  <a:lnTo>
                    <a:pt x="1877441" y="1019813"/>
                  </a:lnTo>
                  <a:lnTo>
                    <a:pt x="1878512" y="1018702"/>
                  </a:lnTo>
                  <a:lnTo>
                    <a:pt x="1879584" y="1017591"/>
                  </a:lnTo>
                  <a:lnTo>
                    <a:pt x="1880655" y="1016480"/>
                  </a:lnTo>
                  <a:lnTo>
                    <a:pt x="1881727" y="1015368"/>
                  </a:lnTo>
                  <a:lnTo>
                    <a:pt x="1882799" y="1014257"/>
                  </a:lnTo>
                  <a:lnTo>
                    <a:pt x="1883870" y="1013146"/>
                  </a:lnTo>
                  <a:lnTo>
                    <a:pt x="1884942" y="1012034"/>
                  </a:lnTo>
                  <a:lnTo>
                    <a:pt x="1886013" y="1010923"/>
                  </a:lnTo>
                  <a:lnTo>
                    <a:pt x="1887085" y="1009811"/>
                  </a:lnTo>
                  <a:lnTo>
                    <a:pt x="1888157" y="1008700"/>
                  </a:lnTo>
                  <a:lnTo>
                    <a:pt x="1889228" y="1007588"/>
                  </a:lnTo>
                  <a:lnTo>
                    <a:pt x="1890300" y="1006476"/>
                  </a:lnTo>
                  <a:lnTo>
                    <a:pt x="1891371" y="1005364"/>
                  </a:lnTo>
                  <a:lnTo>
                    <a:pt x="1892443" y="1004253"/>
                  </a:lnTo>
                  <a:lnTo>
                    <a:pt x="1893515" y="1003141"/>
                  </a:lnTo>
                  <a:lnTo>
                    <a:pt x="1894586" y="1002029"/>
                  </a:lnTo>
                  <a:lnTo>
                    <a:pt x="1895658" y="1000917"/>
                  </a:lnTo>
                  <a:lnTo>
                    <a:pt x="1896729" y="999805"/>
                  </a:lnTo>
                  <a:lnTo>
                    <a:pt x="1897801" y="998693"/>
                  </a:lnTo>
                  <a:lnTo>
                    <a:pt x="1898873" y="997580"/>
                  </a:lnTo>
                  <a:lnTo>
                    <a:pt x="1899944" y="996468"/>
                  </a:lnTo>
                  <a:lnTo>
                    <a:pt x="1901016" y="995356"/>
                  </a:lnTo>
                  <a:lnTo>
                    <a:pt x="1902087" y="994244"/>
                  </a:lnTo>
                  <a:lnTo>
                    <a:pt x="1903159" y="993132"/>
                  </a:lnTo>
                  <a:lnTo>
                    <a:pt x="1904231" y="992019"/>
                  </a:lnTo>
                  <a:lnTo>
                    <a:pt x="1905302" y="990907"/>
                  </a:lnTo>
                  <a:lnTo>
                    <a:pt x="1906374" y="989795"/>
                  </a:lnTo>
                  <a:lnTo>
                    <a:pt x="1907445" y="988683"/>
                  </a:lnTo>
                  <a:lnTo>
                    <a:pt x="1908517" y="987570"/>
                  </a:lnTo>
                  <a:lnTo>
                    <a:pt x="1909589" y="986458"/>
                  </a:lnTo>
                  <a:lnTo>
                    <a:pt x="1910660" y="985346"/>
                  </a:lnTo>
                  <a:lnTo>
                    <a:pt x="1911732" y="984234"/>
                  </a:lnTo>
                  <a:lnTo>
                    <a:pt x="1912803" y="983121"/>
                  </a:lnTo>
                  <a:lnTo>
                    <a:pt x="1913875" y="982009"/>
                  </a:lnTo>
                  <a:lnTo>
                    <a:pt x="1914947" y="980897"/>
                  </a:lnTo>
                  <a:lnTo>
                    <a:pt x="1916018" y="979785"/>
                  </a:lnTo>
                  <a:lnTo>
                    <a:pt x="1917090" y="978673"/>
                  </a:lnTo>
                  <a:lnTo>
                    <a:pt x="1918161" y="977560"/>
                  </a:lnTo>
                  <a:lnTo>
                    <a:pt x="1919233" y="976448"/>
                  </a:lnTo>
                  <a:lnTo>
                    <a:pt x="1920305" y="975336"/>
                  </a:lnTo>
                  <a:lnTo>
                    <a:pt x="1921376" y="974224"/>
                  </a:lnTo>
                  <a:lnTo>
                    <a:pt x="1922448" y="973112"/>
                  </a:lnTo>
                  <a:lnTo>
                    <a:pt x="1923519" y="972000"/>
                  </a:lnTo>
                  <a:lnTo>
                    <a:pt x="1924591" y="970888"/>
                  </a:lnTo>
                  <a:lnTo>
                    <a:pt x="1925663" y="969776"/>
                  </a:lnTo>
                  <a:lnTo>
                    <a:pt x="1926734" y="968665"/>
                  </a:lnTo>
                  <a:lnTo>
                    <a:pt x="1927806" y="967553"/>
                  </a:lnTo>
                  <a:lnTo>
                    <a:pt x="1928877" y="966441"/>
                  </a:lnTo>
                  <a:lnTo>
                    <a:pt x="1929949" y="965329"/>
                  </a:lnTo>
                  <a:lnTo>
                    <a:pt x="1931021" y="964218"/>
                  </a:lnTo>
                  <a:lnTo>
                    <a:pt x="1932092" y="963106"/>
                  </a:lnTo>
                  <a:lnTo>
                    <a:pt x="1933164" y="961995"/>
                  </a:lnTo>
                  <a:lnTo>
                    <a:pt x="1934235" y="960884"/>
                  </a:lnTo>
                  <a:lnTo>
                    <a:pt x="1935307" y="959772"/>
                  </a:lnTo>
                  <a:lnTo>
                    <a:pt x="1936379" y="958661"/>
                  </a:lnTo>
                  <a:lnTo>
                    <a:pt x="1937450" y="957550"/>
                  </a:lnTo>
                  <a:lnTo>
                    <a:pt x="1938522" y="956439"/>
                  </a:lnTo>
                  <a:lnTo>
                    <a:pt x="1939593" y="955328"/>
                  </a:lnTo>
                  <a:lnTo>
                    <a:pt x="1940665" y="954217"/>
                  </a:lnTo>
                  <a:lnTo>
                    <a:pt x="1941737" y="953107"/>
                  </a:lnTo>
                  <a:lnTo>
                    <a:pt x="1942808" y="951996"/>
                  </a:lnTo>
                  <a:lnTo>
                    <a:pt x="1943880" y="950886"/>
                  </a:lnTo>
                  <a:lnTo>
                    <a:pt x="1944951" y="949775"/>
                  </a:lnTo>
                  <a:lnTo>
                    <a:pt x="1946023" y="948665"/>
                  </a:lnTo>
                  <a:lnTo>
                    <a:pt x="1947095" y="947555"/>
                  </a:lnTo>
                  <a:lnTo>
                    <a:pt x="1948166" y="946445"/>
                  </a:lnTo>
                  <a:lnTo>
                    <a:pt x="1949238" y="945335"/>
                  </a:lnTo>
                  <a:lnTo>
                    <a:pt x="1950309" y="944225"/>
                  </a:lnTo>
                  <a:lnTo>
                    <a:pt x="1951381" y="943116"/>
                  </a:lnTo>
                  <a:lnTo>
                    <a:pt x="1952453" y="942006"/>
                  </a:lnTo>
                  <a:lnTo>
                    <a:pt x="1953524" y="940897"/>
                  </a:lnTo>
                  <a:lnTo>
                    <a:pt x="1954596" y="939788"/>
                  </a:lnTo>
                  <a:lnTo>
                    <a:pt x="1955667" y="938678"/>
                  </a:lnTo>
                  <a:lnTo>
                    <a:pt x="1956739" y="937570"/>
                  </a:lnTo>
                  <a:lnTo>
                    <a:pt x="1957810" y="936461"/>
                  </a:lnTo>
                  <a:lnTo>
                    <a:pt x="1958882" y="935352"/>
                  </a:lnTo>
                  <a:lnTo>
                    <a:pt x="1959954" y="934244"/>
                  </a:lnTo>
                  <a:lnTo>
                    <a:pt x="1961025" y="933136"/>
                  </a:lnTo>
                  <a:lnTo>
                    <a:pt x="1962097" y="932028"/>
                  </a:lnTo>
                  <a:lnTo>
                    <a:pt x="1963168" y="930920"/>
                  </a:lnTo>
                  <a:lnTo>
                    <a:pt x="1964240" y="929812"/>
                  </a:lnTo>
                  <a:lnTo>
                    <a:pt x="1965312" y="928704"/>
                  </a:lnTo>
                  <a:lnTo>
                    <a:pt x="1966383" y="927597"/>
                  </a:lnTo>
                  <a:lnTo>
                    <a:pt x="1967455" y="926490"/>
                  </a:lnTo>
                  <a:lnTo>
                    <a:pt x="1968526" y="925383"/>
                  </a:lnTo>
                  <a:lnTo>
                    <a:pt x="1969598" y="924276"/>
                  </a:lnTo>
                  <a:lnTo>
                    <a:pt x="1970670" y="923170"/>
                  </a:lnTo>
                  <a:lnTo>
                    <a:pt x="1971741" y="922063"/>
                  </a:lnTo>
                  <a:lnTo>
                    <a:pt x="1972813" y="920957"/>
                  </a:lnTo>
                  <a:lnTo>
                    <a:pt x="1973884" y="919851"/>
                  </a:lnTo>
                  <a:lnTo>
                    <a:pt x="1974956" y="918745"/>
                  </a:lnTo>
                  <a:lnTo>
                    <a:pt x="1976028" y="917640"/>
                  </a:lnTo>
                  <a:lnTo>
                    <a:pt x="1977099" y="916535"/>
                  </a:lnTo>
                  <a:lnTo>
                    <a:pt x="1978171" y="915430"/>
                  </a:lnTo>
                  <a:lnTo>
                    <a:pt x="1979242" y="914325"/>
                  </a:lnTo>
                  <a:lnTo>
                    <a:pt x="1980314" y="913220"/>
                  </a:lnTo>
                  <a:lnTo>
                    <a:pt x="1981386" y="912116"/>
                  </a:lnTo>
                  <a:lnTo>
                    <a:pt x="1982457" y="911012"/>
                  </a:lnTo>
                  <a:lnTo>
                    <a:pt x="1983529" y="909908"/>
                  </a:lnTo>
                  <a:lnTo>
                    <a:pt x="1984600" y="908804"/>
                  </a:lnTo>
                  <a:lnTo>
                    <a:pt x="1985672" y="907701"/>
                  </a:lnTo>
                  <a:lnTo>
                    <a:pt x="1986744" y="906598"/>
                  </a:lnTo>
                  <a:lnTo>
                    <a:pt x="1987815" y="905495"/>
                  </a:lnTo>
                  <a:lnTo>
                    <a:pt x="1988887" y="904392"/>
                  </a:lnTo>
                  <a:lnTo>
                    <a:pt x="1989958" y="903290"/>
                  </a:lnTo>
                  <a:lnTo>
                    <a:pt x="1991030" y="902188"/>
                  </a:lnTo>
                  <a:lnTo>
                    <a:pt x="1992102" y="901086"/>
                  </a:lnTo>
                  <a:lnTo>
                    <a:pt x="1993173" y="899985"/>
                  </a:lnTo>
                  <a:lnTo>
                    <a:pt x="1994245" y="898884"/>
                  </a:lnTo>
                  <a:lnTo>
                    <a:pt x="1995316" y="897783"/>
                  </a:lnTo>
                  <a:lnTo>
                    <a:pt x="1996388" y="896682"/>
                  </a:lnTo>
                  <a:lnTo>
                    <a:pt x="1997460" y="895582"/>
                  </a:lnTo>
                  <a:lnTo>
                    <a:pt x="1998531" y="894482"/>
                  </a:lnTo>
                  <a:lnTo>
                    <a:pt x="1999603" y="893382"/>
                  </a:lnTo>
                  <a:lnTo>
                    <a:pt x="2000674" y="892283"/>
                  </a:lnTo>
                  <a:lnTo>
                    <a:pt x="2001746" y="891184"/>
                  </a:lnTo>
                  <a:lnTo>
                    <a:pt x="2002818" y="890085"/>
                  </a:lnTo>
                  <a:lnTo>
                    <a:pt x="2003889" y="888987"/>
                  </a:lnTo>
                  <a:lnTo>
                    <a:pt x="2004961" y="887888"/>
                  </a:lnTo>
                  <a:lnTo>
                    <a:pt x="2006032" y="886791"/>
                  </a:lnTo>
                  <a:lnTo>
                    <a:pt x="2007104" y="885693"/>
                  </a:lnTo>
                  <a:lnTo>
                    <a:pt x="2008176" y="884596"/>
                  </a:lnTo>
                  <a:lnTo>
                    <a:pt x="2009247" y="883499"/>
                  </a:lnTo>
                  <a:lnTo>
                    <a:pt x="2010319" y="882403"/>
                  </a:lnTo>
                  <a:lnTo>
                    <a:pt x="2011390" y="881307"/>
                  </a:lnTo>
                  <a:lnTo>
                    <a:pt x="2012462" y="880211"/>
                  </a:lnTo>
                  <a:lnTo>
                    <a:pt x="2013534" y="879116"/>
                  </a:lnTo>
                  <a:lnTo>
                    <a:pt x="2014605" y="878021"/>
                  </a:lnTo>
                  <a:lnTo>
                    <a:pt x="2015677" y="876926"/>
                  </a:lnTo>
                  <a:lnTo>
                    <a:pt x="2016748" y="875832"/>
                  </a:lnTo>
                  <a:lnTo>
                    <a:pt x="2017820" y="874738"/>
                  </a:lnTo>
                  <a:lnTo>
                    <a:pt x="2018892" y="873644"/>
                  </a:lnTo>
                  <a:lnTo>
                    <a:pt x="2019963" y="872551"/>
                  </a:lnTo>
                  <a:lnTo>
                    <a:pt x="2021035" y="871458"/>
                  </a:lnTo>
                  <a:lnTo>
                    <a:pt x="2022106" y="870366"/>
                  </a:lnTo>
                  <a:lnTo>
                    <a:pt x="2023178" y="869274"/>
                  </a:lnTo>
                  <a:lnTo>
                    <a:pt x="2024250" y="868182"/>
                  </a:lnTo>
                  <a:lnTo>
                    <a:pt x="2025321" y="867091"/>
                  </a:lnTo>
                  <a:lnTo>
                    <a:pt x="2026393" y="866000"/>
                  </a:lnTo>
                  <a:lnTo>
                    <a:pt x="2027464" y="864910"/>
                  </a:lnTo>
                  <a:lnTo>
                    <a:pt x="2028536" y="863820"/>
                  </a:lnTo>
                  <a:lnTo>
                    <a:pt x="2029608" y="862730"/>
                  </a:lnTo>
                  <a:lnTo>
                    <a:pt x="2030679" y="861641"/>
                  </a:lnTo>
                  <a:lnTo>
                    <a:pt x="2031751" y="860552"/>
                  </a:lnTo>
                  <a:lnTo>
                    <a:pt x="2032822" y="859464"/>
                  </a:lnTo>
                  <a:lnTo>
                    <a:pt x="2033894" y="858376"/>
                  </a:lnTo>
                  <a:lnTo>
                    <a:pt x="2034966" y="857289"/>
                  </a:lnTo>
                  <a:lnTo>
                    <a:pt x="2036037" y="856202"/>
                  </a:lnTo>
                  <a:lnTo>
                    <a:pt x="2037109" y="855115"/>
                  </a:lnTo>
                  <a:lnTo>
                    <a:pt x="2038180" y="854029"/>
                  </a:lnTo>
                  <a:lnTo>
                    <a:pt x="2039252" y="852943"/>
                  </a:lnTo>
                  <a:lnTo>
                    <a:pt x="2040324" y="851858"/>
                  </a:lnTo>
                  <a:lnTo>
                    <a:pt x="2041395" y="850774"/>
                  </a:lnTo>
                  <a:lnTo>
                    <a:pt x="2042467" y="849689"/>
                  </a:lnTo>
                  <a:lnTo>
                    <a:pt x="2043538" y="848605"/>
                  </a:lnTo>
                  <a:lnTo>
                    <a:pt x="2044610" y="847522"/>
                  </a:lnTo>
                  <a:lnTo>
                    <a:pt x="2045682" y="846439"/>
                  </a:lnTo>
                  <a:lnTo>
                    <a:pt x="2046753" y="845357"/>
                  </a:lnTo>
                  <a:lnTo>
                    <a:pt x="2047825" y="844275"/>
                  </a:lnTo>
                  <a:lnTo>
                    <a:pt x="2048896" y="843194"/>
                  </a:lnTo>
                  <a:lnTo>
                    <a:pt x="2049968" y="842113"/>
                  </a:lnTo>
                  <a:lnTo>
                    <a:pt x="2051040" y="841033"/>
                  </a:lnTo>
                  <a:lnTo>
                    <a:pt x="2052111" y="839953"/>
                  </a:lnTo>
                  <a:lnTo>
                    <a:pt x="2053183" y="838873"/>
                  </a:lnTo>
                  <a:lnTo>
                    <a:pt x="2054254" y="837794"/>
                  </a:lnTo>
                  <a:lnTo>
                    <a:pt x="2055326" y="836716"/>
                  </a:lnTo>
                  <a:lnTo>
                    <a:pt x="2056398" y="835638"/>
                  </a:lnTo>
                  <a:lnTo>
                    <a:pt x="2057469" y="834561"/>
                  </a:lnTo>
                  <a:lnTo>
                    <a:pt x="2058541" y="833484"/>
                  </a:lnTo>
                  <a:lnTo>
                    <a:pt x="2059612" y="832408"/>
                  </a:lnTo>
                  <a:lnTo>
                    <a:pt x="2060684" y="831332"/>
                  </a:lnTo>
                  <a:lnTo>
                    <a:pt x="2061756" y="830257"/>
                  </a:lnTo>
                  <a:lnTo>
                    <a:pt x="2062827" y="829183"/>
                  </a:lnTo>
                  <a:lnTo>
                    <a:pt x="2063899" y="828109"/>
                  </a:lnTo>
                  <a:lnTo>
                    <a:pt x="2064970" y="827035"/>
                  </a:lnTo>
                  <a:lnTo>
                    <a:pt x="2066042" y="825962"/>
                  </a:lnTo>
                  <a:lnTo>
                    <a:pt x="2067114" y="824890"/>
                  </a:lnTo>
                  <a:lnTo>
                    <a:pt x="2068185" y="823818"/>
                  </a:lnTo>
                  <a:lnTo>
                    <a:pt x="2069257" y="822747"/>
                  </a:lnTo>
                  <a:lnTo>
                    <a:pt x="2070328" y="821676"/>
                  </a:lnTo>
                  <a:lnTo>
                    <a:pt x="2071400" y="820606"/>
                  </a:lnTo>
                  <a:lnTo>
                    <a:pt x="2072472" y="819537"/>
                  </a:lnTo>
                  <a:lnTo>
                    <a:pt x="2073543" y="818468"/>
                  </a:lnTo>
                  <a:lnTo>
                    <a:pt x="2074615" y="817399"/>
                  </a:lnTo>
                  <a:lnTo>
                    <a:pt x="2075686" y="816332"/>
                  </a:lnTo>
                  <a:lnTo>
                    <a:pt x="2076758" y="815265"/>
                  </a:lnTo>
                  <a:lnTo>
                    <a:pt x="2077830" y="814198"/>
                  </a:lnTo>
                  <a:lnTo>
                    <a:pt x="2078901" y="813132"/>
                  </a:lnTo>
                  <a:lnTo>
                    <a:pt x="2079973" y="812067"/>
                  </a:lnTo>
                  <a:lnTo>
                    <a:pt x="2081044" y="811002"/>
                  </a:lnTo>
                  <a:lnTo>
                    <a:pt x="2082116" y="809938"/>
                  </a:lnTo>
                  <a:lnTo>
                    <a:pt x="2083188" y="808875"/>
                  </a:lnTo>
                  <a:lnTo>
                    <a:pt x="2084259" y="807812"/>
                  </a:lnTo>
                  <a:lnTo>
                    <a:pt x="2085331" y="806750"/>
                  </a:lnTo>
                  <a:lnTo>
                    <a:pt x="2086402" y="805689"/>
                  </a:lnTo>
                  <a:lnTo>
                    <a:pt x="2087474" y="804628"/>
                  </a:lnTo>
                  <a:lnTo>
                    <a:pt x="2088546" y="803568"/>
                  </a:lnTo>
                  <a:lnTo>
                    <a:pt x="2089617" y="802508"/>
                  </a:lnTo>
                  <a:lnTo>
                    <a:pt x="2090689" y="801449"/>
                  </a:lnTo>
                  <a:lnTo>
                    <a:pt x="2091760" y="800391"/>
                  </a:lnTo>
                  <a:lnTo>
                    <a:pt x="2092832" y="799334"/>
                  </a:lnTo>
                  <a:lnTo>
                    <a:pt x="2093904" y="798277"/>
                  </a:lnTo>
                  <a:lnTo>
                    <a:pt x="2094975" y="797220"/>
                  </a:lnTo>
                  <a:lnTo>
                    <a:pt x="2096047" y="796165"/>
                  </a:lnTo>
                  <a:lnTo>
                    <a:pt x="2097118" y="795110"/>
                  </a:lnTo>
                  <a:lnTo>
                    <a:pt x="2098190" y="794056"/>
                  </a:lnTo>
                  <a:lnTo>
                    <a:pt x="2099262" y="793003"/>
                  </a:lnTo>
                  <a:lnTo>
                    <a:pt x="2100333" y="791950"/>
                  </a:lnTo>
                  <a:lnTo>
                    <a:pt x="2101405" y="790898"/>
                  </a:lnTo>
                  <a:lnTo>
                    <a:pt x="2102476" y="789847"/>
                  </a:lnTo>
                  <a:lnTo>
                    <a:pt x="2103548" y="788796"/>
                  </a:lnTo>
                  <a:lnTo>
                    <a:pt x="2104620" y="787746"/>
                  </a:lnTo>
                  <a:lnTo>
                    <a:pt x="2105691" y="786697"/>
                  </a:lnTo>
                  <a:lnTo>
                    <a:pt x="2106763" y="785649"/>
                  </a:lnTo>
                  <a:lnTo>
                    <a:pt x="2107834" y="784601"/>
                  </a:lnTo>
                  <a:lnTo>
                    <a:pt x="2108906" y="783554"/>
                  </a:lnTo>
                  <a:lnTo>
                    <a:pt x="2109978" y="782508"/>
                  </a:lnTo>
                  <a:lnTo>
                    <a:pt x="2111049" y="781462"/>
                  </a:lnTo>
                  <a:lnTo>
                    <a:pt x="2112121" y="780418"/>
                  </a:lnTo>
                  <a:lnTo>
                    <a:pt x="2113192" y="779374"/>
                  </a:lnTo>
                  <a:lnTo>
                    <a:pt x="2114264" y="778330"/>
                  </a:lnTo>
                  <a:lnTo>
                    <a:pt x="2115336" y="777288"/>
                  </a:lnTo>
                  <a:lnTo>
                    <a:pt x="2116407" y="776246"/>
                  </a:lnTo>
                  <a:lnTo>
                    <a:pt x="2117479" y="775205"/>
                  </a:lnTo>
                  <a:lnTo>
                    <a:pt x="2118550" y="774165"/>
                  </a:lnTo>
                  <a:lnTo>
                    <a:pt x="2119622" y="773126"/>
                  </a:lnTo>
                  <a:lnTo>
                    <a:pt x="2120694" y="772087"/>
                  </a:lnTo>
                  <a:lnTo>
                    <a:pt x="2121765" y="771050"/>
                  </a:lnTo>
                  <a:lnTo>
                    <a:pt x="2122837" y="770013"/>
                  </a:lnTo>
                  <a:lnTo>
                    <a:pt x="2123908" y="768976"/>
                  </a:lnTo>
                  <a:lnTo>
                    <a:pt x="2124980" y="767941"/>
                  </a:lnTo>
                  <a:lnTo>
                    <a:pt x="2126052" y="766906"/>
                  </a:lnTo>
                  <a:lnTo>
                    <a:pt x="2127123" y="765873"/>
                  </a:lnTo>
                  <a:lnTo>
                    <a:pt x="2128195" y="764840"/>
                  </a:lnTo>
                  <a:lnTo>
                    <a:pt x="2129266" y="763808"/>
                  </a:lnTo>
                  <a:lnTo>
                    <a:pt x="2130338" y="762776"/>
                  </a:lnTo>
                  <a:lnTo>
                    <a:pt x="2131409" y="761746"/>
                  </a:lnTo>
                  <a:lnTo>
                    <a:pt x="2132481" y="760716"/>
                  </a:lnTo>
                  <a:lnTo>
                    <a:pt x="2133553" y="759688"/>
                  </a:lnTo>
                  <a:lnTo>
                    <a:pt x="2134624" y="758660"/>
                  </a:lnTo>
                  <a:lnTo>
                    <a:pt x="2135696" y="757633"/>
                  </a:lnTo>
                  <a:lnTo>
                    <a:pt x="2136767" y="756606"/>
                  </a:lnTo>
                  <a:lnTo>
                    <a:pt x="2137839" y="755581"/>
                  </a:lnTo>
                  <a:lnTo>
                    <a:pt x="2138911" y="754557"/>
                  </a:lnTo>
                  <a:lnTo>
                    <a:pt x="2139982" y="753533"/>
                  </a:lnTo>
                  <a:lnTo>
                    <a:pt x="2141054" y="752510"/>
                  </a:lnTo>
                  <a:lnTo>
                    <a:pt x="2142125" y="751488"/>
                  </a:lnTo>
                  <a:lnTo>
                    <a:pt x="2143197" y="750467"/>
                  </a:lnTo>
                  <a:lnTo>
                    <a:pt x="2144269" y="749447"/>
                  </a:lnTo>
                  <a:lnTo>
                    <a:pt x="2145340" y="748428"/>
                  </a:lnTo>
                  <a:lnTo>
                    <a:pt x="2146412" y="747410"/>
                  </a:lnTo>
                  <a:lnTo>
                    <a:pt x="2147483" y="746392"/>
                  </a:lnTo>
                  <a:lnTo>
                    <a:pt x="2148555" y="745376"/>
                  </a:lnTo>
                  <a:lnTo>
                    <a:pt x="2149627" y="744360"/>
                  </a:lnTo>
                  <a:lnTo>
                    <a:pt x="2150698" y="743346"/>
                  </a:lnTo>
                  <a:lnTo>
                    <a:pt x="2151770" y="742332"/>
                  </a:lnTo>
                  <a:lnTo>
                    <a:pt x="2152841" y="741319"/>
                  </a:lnTo>
                  <a:lnTo>
                    <a:pt x="2153913" y="740307"/>
                  </a:lnTo>
                  <a:lnTo>
                    <a:pt x="2154985" y="739296"/>
                  </a:lnTo>
                  <a:lnTo>
                    <a:pt x="2156056" y="738286"/>
                  </a:lnTo>
                  <a:lnTo>
                    <a:pt x="2157128" y="737277"/>
                  </a:lnTo>
                  <a:lnTo>
                    <a:pt x="2158199" y="736269"/>
                  </a:lnTo>
                  <a:lnTo>
                    <a:pt x="2159271" y="735262"/>
                  </a:lnTo>
                  <a:lnTo>
                    <a:pt x="2160343" y="734256"/>
                  </a:lnTo>
                  <a:lnTo>
                    <a:pt x="2161414" y="733251"/>
                  </a:lnTo>
                  <a:lnTo>
                    <a:pt x="2162486" y="732246"/>
                  </a:lnTo>
                  <a:lnTo>
                    <a:pt x="2163557" y="731243"/>
                  </a:lnTo>
                  <a:lnTo>
                    <a:pt x="2164629" y="730241"/>
                  </a:lnTo>
                  <a:lnTo>
                    <a:pt x="2165701" y="729239"/>
                  </a:lnTo>
                  <a:lnTo>
                    <a:pt x="2166772" y="728239"/>
                  </a:lnTo>
                  <a:lnTo>
                    <a:pt x="2167844" y="727240"/>
                  </a:lnTo>
                  <a:lnTo>
                    <a:pt x="2168915" y="726241"/>
                  </a:lnTo>
                  <a:lnTo>
                    <a:pt x="2169987" y="725244"/>
                  </a:lnTo>
                  <a:lnTo>
                    <a:pt x="2171059" y="724248"/>
                  </a:lnTo>
                  <a:lnTo>
                    <a:pt x="2172130" y="723252"/>
                  </a:lnTo>
                  <a:lnTo>
                    <a:pt x="2173202" y="722258"/>
                  </a:lnTo>
                  <a:lnTo>
                    <a:pt x="2174273" y="721265"/>
                  </a:lnTo>
                  <a:lnTo>
                    <a:pt x="2175345" y="720273"/>
                  </a:lnTo>
                  <a:lnTo>
                    <a:pt x="2176417" y="719281"/>
                  </a:lnTo>
                  <a:lnTo>
                    <a:pt x="2177488" y="718291"/>
                  </a:lnTo>
                  <a:lnTo>
                    <a:pt x="2178560" y="717302"/>
                  </a:lnTo>
                  <a:lnTo>
                    <a:pt x="2179631" y="716314"/>
                  </a:lnTo>
                  <a:lnTo>
                    <a:pt x="2180703" y="715327"/>
                  </a:lnTo>
                  <a:lnTo>
                    <a:pt x="2181775" y="714341"/>
                  </a:lnTo>
                  <a:lnTo>
                    <a:pt x="2182846" y="713356"/>
                  </a:lnTo>
                  <a:lnTo>
                    <a:pt x="2183918" y="712372"/>
                  </a:lnTo>
                  <a:lnTo>
                    <a:pt x="2184989" y="711389"/>
                  </a:lnTo>
                  <a:lnTo>
                    <a:pt x="2186061" y="710407"/>
                  </a:lnTo>
                  <a:lnTo>
                    <a:pt x="2187133" y="709427"/>
                  </a:lnTo>
                  <a:lnTo>
                    <a:pt x="2188204" y="708447"/>
                  </a:lnTo>
                  <a:lnTo>
                    <a:pt x="2189276" y="707469"/>
                  </a:lnTo>
                  <a:lnTo>
                    <a:pt x="2190347" y="706491"/>
                  </a:lnTo>
                  <a:lnTo>
                    <a:pt x="2191419" y="705515"/>
                  </a:lnTo>
                  <a:lnTo>
                    <a:pt x="2192491" y="704540"/>
                  </a:lnTo>
                  <a:lnTo>
                    <a:pt x="2193562" y="703566"/>
                  </a:lnTo>
                  <a:lnTo>
                    <a:pt x="2194634" y="702593"/>
                  </a:lnTo>
                  <a:lnTo>
                    <a:pt x="2195705" y="701621"/>
                  </a:lnTo>
                  <a:lnTo>
                    <a:pt x="2196777" y="700650"/>
                  </a:lnTo>
                  <a:lnTo>
                    <a:pt x="2197849" y="699680"/>
                  </a:lnTo>
                  <a:lnTo>
                    <a:pt x="2198920" y="698711"/>
                  </a:lnTo>
                  <a:lnTo>
                    <a:pt x="2199992" y="697744"/>
                  </a:lnTo>
                  <a:lnTo>
                    <a:pt x="2201063" y="696777"/>
                  </a:lnTo>
                  <a:lnTo>
                    <a:pt x="2202135" y="695812"/>
                  </a:lnTo>
                  <a:lnTo>
                    <a:pt x="2203207" y="694848"/>
                  </a:lnTo>
                  <a:lnTo>
                    <a:pt x="2204278" y="693884"/>
                  </a:lnTo>
                  <a:lnTo>
                    <a:pt x="2205350" y="692922"/>
                  </a:lnTo>
                  <a:lnTo>
                    <a:pt x="2206421" y="691961"/>
                  </a:lnTo>
                  <a:lnTo>
                    <a:pt x="2207493" y="691001"/>
                  </a:lnTo>
                  <a:lnTo>
                    <a:pt x="2208565" y="690043"/>
                  </a:lnTo>
                  <a:lnTo>
                    <a:pt x="2209636" y="689085"/>
                  </a:lnTo>
                  <a:lnTo>
                    <a:pt x="2210708" y="688128"/>
                  </a:lnTo>
                  <a:lnTo>
                    <a:pt x="2211779" y="687173"/>
                  </a:lnTo>
                  <a:lnTo>
                    <a:pt x="2212851" y="686218"/>
                  </a:lnTo>
                  <a:lnTo>
                    <a:pt x="2213923" y="685265"/>
                  </a:lnTo>
                  <a:lnTo>
                    <a:pt x="2214994" y="684313"/>
                  </a:lnTo>
                  <a:lnTo>
                    <a:pt x="2216066" y="683362"/>
                  </a:lnTo>
                  <a:lnTo>
                    <a:pt x="2217137" y="682412"/>
                  </a:lnTo>
                  <a:lnTo>
                    <a:pt x="2218209" y="681463"/>
                  </a:lnTo>
                  <a:lnTo>
                    <a:pt x="2219281" y="680515"/>
                  </a:lnTo>
                  <a:lnTo>
                    <a:pt x="2220352" y="679568"/>
                  </a:lnTo>
                  <a:lnTo>
                    <a:pt x="2221424" y="678623"/>
                  </a:lnTo>
                  <a:lnTo>
                    <a:pt x="2222495" y="677678"/>
                  </a:lnTo>
                  <a:lnTo>
                    <a:pt x="2223567" y="676735"/>
                  </a:lnTo>
                  <a:lnTo>
                    <a:pt x="2224639" y="675793"/>
                  </a:lnTo>
                  <a:lnTo>
                    <a:pt x="2225710" y="674852"/>
                  </a:lnTo>
                  <a:lnTo>
                    <a:pt x="2226782" y="673912"/>
                  </a:lnTo>
                  <a:lnTo>
                    <a:pt x="2227853" y="672973"/>
                  </a:lnTo>
                  <a:lnTo>
                    <a:pt x="2228925" y="672035"/>
                  </a:lnTo>
                  <a:lnTo>
                    <a:pt x="2229997" y="671098"/>
                  </a:lnTo>
                  <a:lnTo>
                    <a:pt x="2231068" y="670163"/>
                  </a:lnTo>
                  <a:lnTo>
                    <a:pt x="2232140" y="669228"/>
                  </a:lnTo>
                  <a:lnTo>
                    <a:pt x="2233211" y="668295"/>
                  </a:lnTo>
                  <a:lnTo>
                    <a:pt x="2234283" y="667363"/>
                  </a:lnTo>
                  <a:lnTo>
                    <a:pt x="2235355" y="666431"/>
                  </a:lnTo>
                  <a:lnTo>
                    <a:pt x="2236426" y="665501"/>
                  </a:lnTo>
                  <a:lnTo>
                    <a:pt x="2237498" y="664572"/>
                  </a:lnTo>
                  <a:lnTo>
                    <a:pt x="2238569" y="663645"/>
                  </a:lnTo>
                  <a:lnTo>
                    <a:pt x="2239641" y="662718"/>
                  </a:lnTo>
                  <a:lnTo>
                    <a:pt x="2240713" y="661793"/>
                  </a:lnTo>
                  <a:lnTo>
                    <a:pt x="2241784" y="660868"/>
                  </a:lnTo>
                  <a:lnTo>
                    <a:pt x="2242856" y="659945"/>
                  </a:lnTo>
                  <a:lnTo>
                    <a:pt x="2243927" y="659023"/>
                  </a:lnTo>
                  <a:lnTo>
                    <a:pt x="2244999" y="658102"/>
                  </a:lnTo>
                  <a:lnTo>
                    <a:pt x="2246071" y="657182"/>
                  </a:lnTo>
                  <a:lnTo>
                    <a:pt x="2247142" y="656263"/>
                  </a:lnTo>
                  <a:lnTo>
                    <a:pt x="2248214" y="655345"/>
                  </a:lnTo>
                  <a:lnTo>
                    <a:pt x="2249285" y="654428"/>
                  </a:lnTo>
                  <a:lnTo>
                    <a:pt x="2250357" y="653513"/>
                  </a:lnTo>
                  <a:lnTo>
                    <a:pt x="2251429" y="652599"/>
                  </a:lnTo>
                  <a:lnTo>
                    <a:pt x="2252500" y="651685"/>
                  </a:lnTo>
                  <a:lnTo>
                    <a:pt x="2253572" y="650773"/>
                  </a:lnTo>
                  <a:lnTo>
                    <a:pt x="2254643" y="649862"/>
                  </a:lnTo>
                  <a:lnTo>
                    <a:pt x="2255715" y="648952"/>
                  </a:lnTo>
                  <a:lnTo>
                    <a:pt x="2256787" y="648044"/>
                  </a:lnTo>
                  <a:lnTo>
                    <a:pt x="2257858" y="647136"/>
                  </a:lnTo>
                  <a:lnTo>
                    <a:pt x="2258930" y="646230"/>
                  </a:lnTo>
                  <a:lnTo>
                    <a:pt x="2260001" y="645324"/>
                  </a:lnTo>
                  <a:lnTo>
                    <a:pt x="2261073" y="644420"/>
                  </a:lnTo>
                  <a:lnTo>
                    <a:pt x="2262145" y="643517"/>
                  </a:lnTo>
                  <a:lnTo>
                    <a:pt x="2263216" y="642615"/>
                  </a:lnTo>
                  <a:lnTo>
                    <a:pt x="2264288" y="641714"/>
                  </a:lnTo>
                  <a:lnTo>
                    <a:pt x="2265359" y="640814"/>
                  </a:lnTo>
                  <a:lnTo>
                    <a:pt x="2266431" y="639916"/>
                  </a:lnTo>
                  <a:lnTo>
                    <a:pt x="2267503" y="639018"/>
                  </a:lnTo>
                  <a:lnTo>
                    <a:pt x="2268574" y="638122"/>
                  </a:lnTo>
                  <a:lnTo>
                    <a:pt x="2269646" y="637227"/>
                  </a:lnTo>
                  <a:lnTo>
                    <a:pt x="2270717" y="636333"/>
                  </a:lnTo>
                  <a:lnTo>
                    <a:pt x="2271789" y="635440"/>
                  </a:lnTo>
                  <a:lnTo>
                    <a:pt x="2272861" y="634548"/>
                  </a:lnTo>
                  <a:lnTo>
                    <a:pt x="2273932" y="633657"/>
                  </a:lnTo>
                  <a:lnTo>
                    <a:pt x="2275004" y="632768"/>
                  </a:lnTo>
                  <a:lnTo>
                    <a:pt x="2276075" y="631879"/>
                  </a:lnTo>
                  <a:lnTo>
                    <a:pt x="2277147" y="630992"/>
                  </a:lnTo>
                  <a:lnTo>
                    <a:pt x="2278219" y="630106"/>
                  </a:lnTo>
                  <a:lnTo>
                    <a:pt x="2279290" y="629221"/>
                  </a:lnTo>
                  <a:lnTo>
                    <a:pt x="2280362" y="628337"/>
                  </a:lnTo>
                  <a:lnTo>
                    <a:pt x="2281433" y="627454"/>
                  </a:lnTo>
                  <a:lnTo>
                    <a:pt x="2282505" y="626572"/>
                  </a:lnTo>
                  <a:lnTo>
                    <a:pt x="2283577" y="625692"/>
                  </a:lnTo>
                  <a:lnTo>
                    <a:pt x="2284648" y="624813"/>
                  </a:lnTo>
                  <a:lnTo>
                    <a:pt x="2285720" y="623934"/>
                  </a:lnTo>
                  <a:lnTo>
                    <a:pt x="2286791" y="623057"/>
                  </a:lnTo>
                  <a:lnTo>
                    <a:pt x="2287863" y="622181"/>
                  </a:lnTo>
                  <a:lnTo>
                    <a:pt x="2288935" y="621306"/>
                  </a:lnTo>
                  <a:lnTo>
                    <a:pt x="2290006" y="620433"/>
                  </a:lnTo>
                  <a:lnTo>
                    <a:pt x="2291078" y="619560"/>
                  </a:lnTo>
                  <a:lnTo>
                    <a:pt x="2292149" y="618689"/>
                  </a:lnTo>
                  <a:lnTo>
                    <a:pt x="2293221" y="617818"/>
                  </a:lnTo>
                  <a:lnTo>
                    <a:pt x="2294293" y="616949"/>
                  </a:lnTo>
                  <a:lnTo>
                    <a:pt x="2295364" y="616081"/>
                  </a:lnTo>
                  <a:lnTo>
                    <a:pt x="2296436" y="615214"/>
                  </a:lnTo>
                  <a:lnTo>
                    <a:pt x="2297507" y="614348"/>
                  </a:lnTo>
                  <a:lnTo>
                    <a:pt x="2298579" y="613484"/>
                  </a:lnTo>
                  <a:lnTo>
                    <a:pt x="2299651" y="612620"/>
                  </a:lnTo>
                  <a:lnTo>
                    <a:pt x="2300722" y="611758"/>
                  </a:lnTo>
                  <a:lnTo>
                    <a:pt x="2301794" y="610897"/>
                  </a:lnTo>
                  <a:lnTo>
                    <a:pt x="2302865" y="610037"/>
                  </a:lnTo>
                  <a:lnTo>
                    <a:pt x="2303937" y="609178"/>
                  </a:lnTo>
                  <a:lnTo>
                    <a:pt x="2305009" y="608320"/>
                  </a:lnTo>
                  <a:lnTo>
                    <a:pt x="2306080" y="607463"/>
                  </a:lnTo>
                  <a:lnTo>
                    <a:pt x="2307152" y="606608"/>
                  </a:lnTo>
                  <a:lnTo>
                    <a:pt x="2308223" y="605753"/>
                  </a:lnTo>
                  <a:lnTo>
                    <a:pt x="2309295" y="604900"/>
                  </a:lnTo>
                  <a:lnTo>
                    <a:pt x="2310366" y="604048"/>
                  </a:lnTo>
                  <a:lnTo>
                    <a:pt x="2311438" y="603197"/>
                  </a:lnTo>
                  <a:lnTo>
                    <a:pt x="2312510" y="602347"/>
                  </a:lnTo>
                  <a:lnTo>
                    <a:pt x="2313581" y="601498"/>
                  </a:lnTo>
                  <a:lnTo>
                    <a:pt x="2314653" y="600650"/>
                  </a:lnTo>
                  <a:lnTo>
                    <a:pt x="2315724" y="599804"/>
                  </a:lnTo>
                  <a:lnTo>
                    <a:pt x="2316796" y="598959"/>
                  </a:lnTo>
                  <a:lnTo>
                    <a:pt x="2317868" y="598115"/>
                  </a:lnTo>
                  <a:lnTo>
                    <a:pt x="2318939" y="597271"/>
                  </a:lnTo>
                  <a:lnTo>
                    <a:pt x="2320011" y="596430"/>
                  </a:lnTo>
                  <a:lnTo>
                    <a:pt x="2321082" y="595589"/>
                  </a:lnTo>
                  <a:lnTo>
                    <a:pt x="2322154" y="594749"/>
                  </a:lnTo>
                  <a:lnTo>
                    <a:pt x="2323226" y="593911"/>
                  </a:lnTo>
                  <a:lnTo>
                    <a:pt x="2324297" y="593073"/>
                  </a:lnTo>
                  <a:lnTo>
                    <a:pt x="2325369" y="592237"/>
                  </a:lnTo>
                  <a:lnTo>
                    <a:pt x="2326440" y="591402"/>
                  </a:lnTo>
                  <a:lnTo>
                    <a:pt x="2327512" y="590568"/>
                  </a:lnTo>
                  <a:lnTo>
                    <a:pt x="2328584" y="589735"/>
                  </a:lnTo>
                  <a:lnTo>
                    <a:pt x="2329655" y="588904"/>
                  </a:lnTo>
                  <a:lnTo>
                    <a:pt x="2330727" y="588073"/>
                  </a:lnTo>
                  <a:lnTo>
                    <a:pt x="2331798" y="587244"/>
                  </a:lnTo>
                  <a:lnTo>
                    <a:pt x="2332870" y="586415"/>
                  </a:lnTo>
                  <a:lnTo>
                    <a:pt x="2333942" y="585588"/>
                  </a:lnTo>
                  <a:lnTo>
                    <a:pt x="2335013" y="584762"/>
                  </a:lnTo>
                  <a:lnTo>
                    <a:pt x="2336085" y="583937"/>
                  </a:lnTo>
                  <a:lnTo>
                    <a:pt x="2337156" y="583114"/>
                  </a:lnTo>
                  <a:lnTo>
                    <a:pt x="2338228" y="582291"/>
                  </a:lnTo>
                  <a:lnTo>
                    <a:pt x="2339300" y="581470"/>
                  </a:lnTo>
                  <a:lnTo>
                    <a:pt x="2340371" y="580649"/>
                  </a:lnTo>
                  <a:lnTo>
                    <a:pt x="2341443" y="579830"/>
                  </a:lnTo>
                  <a:lnTo>
                    <a:pt x="2342514" y="579012"/>
                  </a:lnTo>
                  <a:lnTo>
                    <a:pt x="2343586" y="578195"/>
                  </a:lnTo>
                  <a:lnTo>
                    <a:pt x="2344658" y="577380"/>
                  </a:lnTo>
                  <a:lnTo>
                    <a:pt x="2345729" y="576565"/>
                  </a:lnTo>
                  <a:lnTo>
                    <a:pt x="2346801" y="575752"/>
                  </a:lnTo>
                  <a:lnTo>
                    <a:pt x="2347872" y="574939"/>
                  </a:lnTo>
                  <a:lnTo>
                    <a:pt x="2348944" y="574128"/>
                  </a:lnTo>
                  <a:lnTo>
                    <a:pt x="2350016" y="573318"/>
                  </a:lnTo>
                  <a:lnTo>
                    <a:pt x="2351087" y="572509"/>
                  </a:lnTo>
                  <a:lnTo>
                    <a:pt x="2352159" y="571701"/>
                  </a:lnTo>
                  <a:lnTo>
                    <a:pt x="2353230" y="570895"/>
                  </a:lnTo>
                  <a:lnTo>
                    <a:pt x="2354302" y="570089"/>
                  </a:lnTo>
                  <a:lnTo>
                    <a:pt x="2355374" y="569285"/>
                  </a:lnTo>
                  <a:lnTo>
                    <a:pt x="2356445" y="568481"/>
                  </a:lnTo>
                  <a:lnTo>
                    <a:pt x="2357517" y="567679"/>
                  </a:lnTo>
                  <a:lnTo>
                    <a:pt x="2358588" y="566878"/>
                  </a:lnTo>
                  <a:lnTo>
                    <a:pt x="2359660" y="566078"/>
                  </a:lnTo>
                  <a:lnTo>
                    <a:pt x="2360732" y="565280"/>
                  </a:lnTo>
                  <a:lnTo>
                    <a:pt x="2361803" y="564482"/>
                  </a:lnTo>
                  <a:lnTo>
                    <a:pt x="2362875" y="563686"/>
                  </a:lnTo>
                  <a:lnTo>
                    <a:pt x="2363946" y="562890"/>
                  </a:lnTo>
                  <a:lnTo>
                    <a:pt x="2365018" y="562096"/>
                  </a:lnTo>
                  <a:lnTo>
                    <a:pt x="2366090" y="561303"/>
                  </a:lnTo>
                  <a:lnTo>
                    <a:pt x="2367161" y="560511"/>
                  </a:lnTo>
                  <a:lnTo>
                    <a:pt x="2368233" y="559720"/>
                  </a:lnTo>
                  <a:lnTo>
                    <a:pt x="2369304" y="558931"/>
                  </a:lnTo>
                  <a:lnTo>
                    <a:pt x="2370376" y="558142"/>
                  </a:lnTo>
                  <a:lnTo>
                    <a:pt x="2371448" y="557355"/>
                  </a:lnTo>
                  <a:lnTo>
                    <a:pt x="2372519" y="556569"/>
                  </a:lnTo>
                  <a:lnTo>
                    <a:pt x="2373591" y="555783"/>
                  </a:lnTo>
                  <a:lnTo>
                    <a:pt x="2374662" y="554999"/>
                  </a:lnTo>
                  <a:lnTo>
                    <a:pt x="2375734" y="554217"/>
                  </a:lnTo>
                  <a:lnTo>
                    <a:pt x="2376806" y="553435"/>
                  </a:lnTo>
                  <a:lnTo>
                    <a:pt x="2377877" y="552654"/>
                  </a:lnTo>
                  <a:lnTo>
                    <a:pt x="2378949" y="551875"/>
                  </a:lnTo>
                  <a:lnTo>
                    <a:pt x="2380020" y="551097"/>
                  </a:lnTo>
                  <a:lnTo>
                    <a:pt x="2381092" y="550319"/>
                  </a:lnTo>
                  <a:lnTo>
                    <a:pt x="2382164" y="549543"/>
                  </a:lnTo>
                  <a:lnTo>
                    <a:pt x="2383235" y="548768"/>
                  </a:lnTo>
                  <a:lnTo>
                    <a:pt x="2384307" y="547994"/>
                  </a:lnTo>
                  <a:lnTo>
                    <a:pt x="2385378" y="547222"/>
                  </a:lnTo>
                  <a:lnTo>
                    <a:pt x="2386450" y="546450"/>
                  </a:lnTo>
                  <a:lnTo>
                    <a:pt x="2387522" y="545680"/>
                  </a:lnTo>
                  <a:lnTo>
                    <a:pt x="2388593" y="544911"/>
                  </a:lnTo>
                  <a:lnTo>
                    <a:pt x="2389665" y="544142"/>
                  </a:lnTo>
                  <a:lnTo>
                    <a:pt x="2390736" y="543375"/>
                  </a:lnTo>
                  <a:lnTo>
                    <a:pt x="2391808" y="542609"/>
                  </a:lnTo>
                  <a:lnTo>
                    <a:pt x="2392880" y="541845"/>
                  </a:lnTo>
                  <a:lnTo>
                    <a:pt x="2393951" y="541081"/>
                  </a:lnTo>
                  <a:lnTo>
                    <a:pt x="2395023" y="540318"/>
                  </a:lnTo>
                  <a:lnTo>
                    <a:pt x="2396094" y="539557"/>
                  </a:lnTo>
                  <a:lnTo>
                    <a:pt x="2397166" y="538797"/>
                  </a:lnTo>
                  <a:lnTo>
                    <a:pt x="2398238" y="538038"/>
                  </a:lnTo>
                  <a:lnTo>
                    <a:pt x="2399309" y="537279"/>
                  </a:lnTo>
                  <a:lnTo>
                    <a:pt x="2400381" y="536523"/>
                  </a:lnTo>
                  <a:lnTo>
                    <a:pt x="2401452" y="535767"/>
                  </a:lnTo>
                  <a:lnTo>
                    <a:pt x="2402524" y="535012"/>
                  </a:lnTo>
                  <a:lnTo>
                    <a:pt x="2403596" y="534259"/>
                  </a:lnTo>
                  <a:lnTo>
                    <a:pt x="2404667" y="533506"/>
                  </a:lnTo>
                  <a:lnTo>
                    <a:pt x="2405739" y="532755"/>
                  </a:lnTo>
                  <a:lnTo>
                    <a:pt x="2406810" y="532005"/>
                  </a:lnTo>
                  <a:lnTo>
                    <a:pt x="2407882" y="531256"/>
                  </a:lnTo>
                  <a:lnTo>
                    <a:pt x="2408954" y="530508"/>
                  </a:lnTo>
                  <a:lnTo>
                    <a:pt x="2410025" y="529761"/>
                  </a:lnTo>
                  <a:lnTo>
                    <a:pt x="2411097" y="529015"/>
                  </a:lnTo>
                  <a:lnTo>
                    <a:pt x="2412168" y="528270"/>
                  </a:lnTo>
                  <a:lnTo>
                    <a:pt x="2413240" y="527527"/>
                  </a:lnTo>
                  <a:lnTo>
                    <a:pt x="2414312" y="526785"/>
                  </a:lnTo>
                  <a:lnTo>
                    <a:pt x="2415383" y="526043"/>
                  </a:lnTo>
                  <a:lnTo>
                    <a:pt x="2416455" y="525303"/>
                  </a:lnTo>
                  <a:lnTo>
                    <a:pt x="2417526" y="524564"/>
                  </a:lnTo>
                  <a:lnTo>
                    <a:pt x="2418598" y="523826"/>
                  </a:lnTo>
                  <a:lnTo>
                    <a:pt x="2419670" y="523090"/>
                  </a:lnTo>
                  <a:lnTo>
                    <a:pt x="2420741" y="522354"/>
                  </a:lnTo>
                  <a:lnTo>
                    <a:pt x="2421813" y="521620"/>
                  </a:lnTo>
                  <a:lnTo>
                    <a:pt x="2422884" y="520886"/>
                  </a:lnTo>
                  <a:lnTo>
                    <a:pt x="2423956" y="520154"/>
                  </a:lnTo>
                  <a:lnTo>
                    <a:pt x="2425028" y="519423"/>
                  </a:lnTo>
                  <a:lnTo>
                    <a:pt x="2426099" y="518693"/>
                  </a:lnTo>
                  <a:lnTo>
                    <a:pt x="2427171" y="517964"/>
                  </a:lnTo>
                  <a:lnTo>
                    <a:pt x="2428242" y="517236"/>
                  </a:lnTo>
                  <a:lnTo>
                    <a:pt x="2429314" y="516509"/>
                  </a:lnTo>
                  <a:lnTo>
                    <a:pt x="2430386" y="515783"/>
                  </a:lnTo>
                  <a:lnTo>
                    <a:pt x="2431457" y="515059"/>
                  </a:lnTo>
                  <a:lnTo>
                    <a:pt x="2432529" y="514335"/>
                  </a:lnTo>
                  <a:lnTo>
                    <a:pt x="2433600" y="513613"/>
                  </a:lnTo>
                  <a:lnTo>
                    <a:pt x="2434672" y="512892"/>
                  </a:lnTo>
                  <a:lnTo>
                    <a:pt x="2435744" y="512172"/>
                  </a:lnTo>
                  <a:lnTo>
                    <a:pt x="2436815" y="511453"/>
                  </a:lnTo>
                  <a:lnTo>
                    <a:pt x="2437887" y="510735"/>
                  </a:lnTo>
                  <a:lnTo>
                    <a:pt x="2438958" y="510018"/>
                  </a:lnTo>
                  <a:lnTo>
                    <a:pt x="2440030" y="509302"/>
                  </a:lnTo>
                  <a:lnTo>
                    <a:pt x="2441102" y="508588"/>
                  </a:lnTo>
                  <a:lnTo>
                    <a:pt x="2442173" y="507874"/>
                  </a:lnTo>
                  <a:lnTo>
                    <a:pt x="2443245" y="507162"/>
                  </a:lnTo>
                  <a:lnTo>
                    <a:pt x="2444316" y="506451"/>
                  </a:lnTo>
                  <a:lnTo>
                    <a:pt x="2445388" y="505741"/>
                  </a:lnTo>
                  <a:lnTo>
                    <a:pt x="2446460" y="505032"/>
                  </a:lnTo>
                  <a:lnTo>
                    <a:pt x="2447531" y="504324"/>
                  </a:lnTo>
                  <a:lnTo>
                    <a:pt x="2448603" y="503617"/>
                  </a:lnTo>
                  <a:lnTo>
                    <a:pt x="2449674" y="502911"/>
                  </a:lnTo>
                  <a:lnTo>
                    <a:pt x="2450746" y="502206"/>
                  </a:lnTo>
                  <a:lnTo>
                    <a:pt x="2451818" y="501503"/>
                  </a:lnTo>
                  <a:lnTo>
                    <a:pt x="2452889" y="500800"/>
                  </a:lnTo>
                  <a:lnTo>
                    <a:pt x="2453961" y="500099"/>
                  </a:lnTo>
                  <a:lnTo>
                    <a:pt x="2455032" y="499399"/>
                  </a:lnTo>
                  <a:lnTo>
                    <a:pt x="2456104" y="498700"/>
                  </a:lnTo>
                  <a:lnTo>
                    <a:pt x="2457176" y="498002"/>
                  </a:lnTo>
                  <a:lnTo>
                    <a:pt x="2458247" y="497305"/>
                  </a:lnTo>
                  <a:lnTo>
                    <a:pt x="2459319" y="496609"/>
                  </a:lnTo>
                  <a:lnTo>
                    <a:pt x="2460390" y="495914"/>
                  </a:lnTo>
                  <a:lnTo>
                    <a:pt x="2461462" y="495220"/>
                  </a:lnTo>
                  <a:lnTo>
                    <a:pt x="2462534" y="494528"/>
                  </a:lnTo>
                  <a:lnTo>
                    <a:pt x="2463605" y="493836"/>
                  </a:lnTo>
                  <a:lnTo>
                    <a:pt x="2464677" y="493146"/>
                  </a:lnTo>
                  <a:lnTo>
                    <a:pt x="2465748" y="492456"/>
                  </a:lnTo>
                  <a:lnTo>
                    <a:pt x="2466820" y="491768"/>
                  </a:lnTo>
                  <a:lnTo>
                    <a:pt x="2467892" y="491081"/>
                  </a:lnTo>
                  <a:lnTo>
                    <a:pt x="2468963" y="490395"/>
                  </a:lnTo>
                  <a:lnTo>
                    <a:pt x="2470035" y="489710"/>
                  </a:lnTo>
                  <a:lnTo>
                    <a:pt x="2471106" y="489026"/>
                  </a:lnTo>
                  <a:lnTo>
                    <a:pt x="2472178" y="488343"/>
                  </a:lnTo>
                  <a:lnTo>
                    <a:pt x="2473250" y="487661"/>
                  </a:lnTo>
                  <a:lnTo>
                    <a:pt x="2474321" y="486981"/>
                  </a:lnTo>
                  <a:lnTo>
                    <a:pt x="2475393" y="486301"/>
                  </a:lnTo>
                  <a:lnTo>
                    <a:pt x="2476464" y="485623"/>
                  </a:lnTo>
                  <a:lnTo>
                    <a:pt x="2477536" y="484945"/>
                  </a:lnTo>
                  <a:lnTo>
                    <a:pt x="2478608" y="484269"/>
                  </a:lnTo>
                  <a:lnTo>
                    <a:pt x="2479679" y="483594"/>
                  </a:lnTo>
                  <a:lnTo>
                    <a:pt x="2480751" y="482920"/>
                  </a:lnTo>
                  <a:lnTo>
                    <a:pt x="2481822" y="482247"/>
                  </a:lnTo>
                  <a:lnTo>
                    <a:pt x="2482894" y="481575"/>
                  </a:lnTo>
                  <a:lnTo>
                    <a:pt x="2483966" y="480904"/>
                  </a:lnTo>
                  <a:lnTo>
                    <a:pt x="2485037" y="480234"/>
                  </a:lnTo>
                  <a:lnTo>
                    <a:pt x="2486109" y="479565"/>
                  </a:lnTo>
                  <a:lnTo>
                    <a:pt x="2487180" y="478897"/>
                  </a:lnTo>
                  <a:lnTo>
                    <a:pt x="2488252" y="478231"/>
                  </a:lnTo>
                  <a:lnTo>
                    <a:pt x="2489323" y="477565"/>
                  </a:lnTo>
                  <a:lnTo>
                    <a:pt x="2490395" y="476901"/>
                  </a:lnTo>
                  <a:lnTo>
                    <a:pt x="2491467" y="476237"/>
                  </a:lnTo>
                  <a:lnTo>
                    <a:pt x="2492538" y="475575"/>
                  </a:lnTo>
                  <a:lnTo>
                    <a:pt x="2493610" y="474914"/>
                  </a:lnTo>
                  <a:lnTo>
                    <a:pt x="2494681" y="474253"/>
                  </a:lnTo>
                  <a:lnTo>
                    <a:pt x="2495753" y="473594"/>
                  </a:lnTo>
                  <a:lnTo>
                    <a:pt x="2496825" y="472936"/>
                  </a:lnTo>
                  <a:lnTo>
                    <a:pt x="2497896" y="472279"/>
                  </a:lnTo>
                  <a:lnTo>
                    <a:pt x="2498968" y="471623"/>
                  </a:lnTo>
                  <a:lnTo>
                    <a:pt x="2500039" y="470968"/>
                  </a:lnTo>
                  <a:lnTo>
                    <a:pt x="2501111" y="470314"/>
                  </a:lnTo>
                  <a:lnTo>
                    <a:pt x="2502183" y="469662"/>
                  </a:lnTo>
                  <a:lnTo>
                    <a:pt x="2503254" y="469010"/>
                  </a:lnTo>
                  <a:lnTo>
                    <a:pt x="2504326" y="468359"/>
                  </a:lnTo>
                  <a:lnTo>
                    <a:pt x="2505397" y="467710"/>
                  </a:lnTo>
                  <a:lnTo>
                    <a:pt x="2506469" y="467061"/>
                  </a:lnTo>
                  <a:lnTo>
                    <a:pt x="2507541" y="466414"/>
                  </a:lnTo>
                  <a:lnTo>
                    <a:pt x="2508612" y="465767"/>
                  </a:lnTo>
                  <a:lnTo>
                    <a:pt x="2509684" y="465122"/>
                  </a:lnTo>
                  <a:lnTo>
                    <a:pt x="2510755" y="464478"/>
                  </a:lnTo>
                  <a:lnTo>
                    <a:pt x="2511827" y="463834"/>
                  </a:lnTo>
                  <a:lnTo>
                    <a:pt x="2512899" y="463192"/>
                  </a:lnTo>
                  <a:lnTo>
                    <a:pt x="2513970" y="462551"/>
                  </a:lnTo>
                  <a:lnTo>
                    <a:pt x="2515042" y="461911"/>
                  </a:lnTo>
                  <a:lnTo>
                    <a:pt x="2516113" y="461272"/>
                  </a:lnTo>
                  <a:lnTo>
                    <a:pt x="2517185" y="460634"/>
                  </a:lnTo>
                  <a:lnTo>
                    <a:pt x="2518257" y="459997"/>
                  </a:lnTo>
                  <a:lnTo>
                    <a:pt x="2519328" y="459361"/>
                  </a:lnTo>
                  <a:lnTo>
                    <a:pt x="2520400" y="458726"/>
                  </a:lnTo>
                  <a:lnTo>
                    <a:pt x="2521471" y="458092"/>
                  </a:lnTo>
                  <a:lnTo>
                    <a:pt x="2522543" y="457460"/>
                  </a:lnTo>
                  <a:lnTo>
                    <a:pt x="2523615" y="456828"/>
                  </a:lnTo>
                  <a:lnTo>
                    <a:pt x="2524686" y="456197"/>
                  </a:lnTo>
                  <a:lnTo>
                    <a:pt x="2525758" y="455568"/>
                  </a:lnTo>
                  <a:lnTo>
                    <a:pt x="2526829" y="454939"/>
                  </a:lnTo>
                  <a:lnTo>
                    <a:pt x="2527901" y="454311"/>
                  </a:lnTo>
                  <a:lnTo>
                    <a:pt x="2528973" y="453685"/>
                  </a:lnTo>
                  <a:lnTo>
                    <a:pt x="2530044" y="453059"/>
                  </a:lnTo>
                  <a:lnTo>
                    <a:pt x="2531116" y="452435"/>
                  </a:lnTo>
                  <a:lnTo>
                    <a:pt x="2532187" y="451812"/>
                  </a:lnTo>
                  <a:lnTo>
                    <a:pt x="2533259" y="451189"/>
                  </a:lnTo>
                  <a:lnTo>
                    <a:pt x="2534331" y="450568"/>
                  </a:lnTo>
                  <a:lnTo>
                    <a:pt x="2535402" y="449947"/>
                  </a:lnTo>
                  <a:lnTo>
                    <a:pt x="2536474" y="449328"/>
                  </a:lnTo>
                  <a:lnTo>
                    <a:pt x="2537545" y="448710"/>
                  </a:lnTo>
                  <a:lnTo>
                    <a:pt x="2538617" y="448093"/>
                  </a:lnTo>
                  <a:lnTo>
                    <a:pt x="2539689" y="447476"/>
                  </a:lnTo>
                  <a:lnTo>
                    <a:pt x="2540760" y="446861"/>
                  </a:lnTo>
                  <a:lnTo>
                    <a:pt x="2541832" y="446247"/>
                  </a:lnTo>
                  <a:lnTo>
                    <a:pt x="2542903" y="445634"/>
                  </a:lnTo>
                  <a:lnTo>
                    <a:pt x="2543975" y="445022"/>
                  </a:lnTo>
                  <a:lnTo>
                    <a:pt x="2545047" y="444411"/>
                  </a:lnTo>
                  <a:lnTo>
                    <a:pt x="2546118" y="443801"/>
                  </a:lnTo>
                  <a:lnTo>
                    <a:pt x="2547190" y="443192"/>
                  </a:lnTo>
                  <a:lnTo>
                    <a:pt x="2548261" y="442584"/>
                  </a:lnTo>
                  <a:lnTo>
                    <a:pt x="2549333" y="441977"/>
                  </a:lnTo>
                  <a:lnTo>
                    <a:pt x="2550405" y="441371"/>
                  </a:lnTo>
                  <a:lnTo>
                    <a:pt x="2551476" y="440766"/>
                  </a:lnTo>
                  <a:lnTo>
                    <a:pt x="2552548" y="440162"/>
                  </a:lnTo>
                  <a:lnTo>
                    <a:pt x="2553619" y="439559"/>
                  </a:lnTo>
                  <a:lnTo>
                    <a:pt x="2554691" y="438957"/>
                  </a:lnTo>
                  <a:lnTo>
                    <a:pt x="2555763" y="438356"/>
                  </a:lnTo>
                  <a:lnTo>
                    <a:pt x="2556834" y="437756"/>
                  </a:lnTo>
                  <a:lnTo>
                    <a:pt x="2557906" y="437157"/>
                  </a:lnTo>
                  <a:lnTo>
                    <a:pt x="2558977" y="436559"/>
                  </a:lnTo>
                  <a:lnTo>
                    <a:pt x="2560049" y="435962"/>
                  </a:lnTo>
                  <a:lnTo>
                    <a:pt x="2561121" y="435366"/>
                  </a:lnTo>
                  <a:lnTo>
                    <a:pt x="2562192" y="434771"/>
                  </a:lnTo>
                  <a:lnTo>
                    <a:pt x="2563264" y="434178"/>
                  </a:lnTo>
                  <a:lnTo>
                    <a:pt x="2564335" y="433585"/>
                  </a:lnTo>
                  <a:lnTo>
                    <a:pt x="2565407" y="432993"/>
                  </a:lnTo>
                  <a:lnTo>
                    <a:pt x="2566479" y="432402"/>
                  </a:lnTo>
                  <a:lnTo>
                    <a:pt x="2567550" y="431812"/>
                  </a:lnTo>
                  <a:lnTo>
                    <a:pt x="2568622" y="431223"/>
                  </a:lnTo>
                  <a:lnTo>
                    <a:pt x="2569693" y="430635"/>
                  </a:lnTo>
                  <a:lnTo>
                    <a:pt x="2570765" y="430048"/>
                  </a:lnTo>
                  <a:lnTo>
                    <a:pt x="2571837" y="429462"/>
                  </a:lnTo>
                  <a:lnTo>
                    <a:pt x="2572908" y="428878"/>
                  </a:lnTo>
                  <a:lnTo>
                    <a:pt x="2573980" y="428294"/>
                  </a:lnTo>
                  <a:lnTo>
                    <a:pt x="2575051" y="427711"/>
                  </a:lnTo>
                  <a:lnTo>
                    <a:pt x="2576123" y="427129"/>
                  </a:lnTo>
                  <a:lnTo>
                    <a:pt x="2577195" y="426548"/>
                  </a:lnTo>
                  <a:lnTo>
                    <a:pt x="2578266" y="425968"/>
                  </a:lnTo>
                  <a:lnTo>
                    <a:pt x="2579338" y="425389"/>
                  </a:lnTo>
                  <a:lnTo>
                    <a:pt x="2580409" y="424811"/>
                  </a:lnTo>
                  <a:lnTo>
                    <a:pt x="2581481" y="424234"/>
                  </a:lnTo>
                  <a:lnTo>
                    <a:pt x="2582553" y="423658"/>
                  </a:lnTo>
                  <a:lnTo>
                    <a:pt x="2583624" y="423083"/>
                  </a:lnTo>
                  <a:lnTo>
                    <a:pt x="2584696" y="422509"/>
                  </a:lnTo>
                  <a:lnTo>
                    <a:pt x="2585767" y="421936"/>
                  </a:lnTo>
                  <a:lnTo>
                    <a:pt x="2586839" y="421363"/>
                  </a:lnTo>
                  <a:lnTo>
                    <a:pt x="2587911" y="420792"/>
                  </a:lnTo>
                  <a:lnTo>
                    <a:pt x="2588982" y="420222"/>
                  </a:lnTo>
                  <a:lnTo>
                    <a:pt x="2590054" y="419653"/>
                  </a:lnTo>
                  <a:lnTo>
                    <a:pt x="2591125" y="419085"/>
                  </a:lnTo>
                  <a:lnTo>
                    <a:pt x="2592197" y="418517"/>
                  </a:lnTo>
                  <a:lnTo>
                    <a:pt x="2593269" y="417951"/>
                  </a:lnTo>
                  <a:lnTo>
                    <a:pt x="2594340" y="417386"/>
                  </a:lnTo>
                  <a:lnTo>
                    <a:pt x="2595412" y="416821"/>
                  </a:lnTo>
                  <a:lnTo>
                    <a:pt x="2596483" y="416258"/>
                  </a:lnTo>
                  <a:lnTo>
                    <a:pt x="2597555" y="415696"/>
                  </a:lnTo>
                  <a:lnTo>
                    <a:pt x="2598627" y="415134"/>
                  </a:lnTo>
                  <a:lnTo>
                    <a:pt x="2599698" y="414574"/>
                  </a:lnTo>
                  <a:lnTo>
                    <a:pt x="2600770" y="414014"/>
                  </a:lnTo>
                  <a:lnTo>
                    <a:pt x="2601841" y="413456"/>
                  </a:lnTo>
                  <a:lnTo>
                    <a:pt x="2602913" y="412898"/>
                  </a:lnTo>
                  <a:lnTo>
                    <a:pt x="2603985" y="412341"/>
                  </a:lnTo>
                  <a:lnTo>
                    <a:pt x="2605056" y="411785"/>
                  </a:lnTo>
                  <a:lnTo>
                    <a:pt x="2606128" y="411231"/>
                  </a:lnTo>
                  <a:lnTo>
                    <a:pt x="2607199" y="410677"/>
                  </a:lnTo>
                  <a:lnTo>
                    <a:pt x="2608271" y="410124"/>
                  </a:lnTo>
                  <a:lnTo>
                    <a:pt x="2609343" y="409572"/>
                  </a:lnTo>
                  <a:lnTo>
                    <a:pt x="2610414" y="409021"/>
                  </a:lnTo>
                  <a:lnTo>
                    <a:pt x="2611486" y="408471"/>
                  </a:lnTo>
                  <a:lnTo>
                    <a:pt x="2612557" y="407922"/>
                  </a:lnTo>
                  <a:lnTo>
                    <a:pt x="2613629" y="407374"/>
                  </a:lnTo>
                  <a:lnTo>
                    <a:pt x="2614701" y="406827"/>
                  </a:lnTo>
                  <a:lnTo>
                    <a:pt x="2615772" y="406280"/>
                  </a:lnTo>
                  <a:lnTo>
                    <a:pt x="2616844" y="405735"/>
                  </a:lnTo>
                  <a:lnTo>
                    <a:pt x="2617915" y="405191"/>
                  </a:lnTo>
                  <a:lnTo>
                    <a:pt x="2618987" y="404647"/>
                  </a:lnTo>
                  <a:lnTo>
                    <a:pt x="2620059" y="404105"/>
                  </a:lnTo>
                  <a:lnTo>
                    <a:pt x="2621130" y="403563"/>
                  </a:lnTo>
                  <a:lnTo>
                    <a:pt x="2622202" y="403023"/>
                  </a:lnTo>
                  <a:lnTo>
                    <a:pt x="2623273" y="402483"/>
                  </a:lnTo>
                  <a:lnTo>
                    <a:pt x="2624345" y="401944"/>
                  </a:lnTo>
                  <a:lnTo>
                    <a:pt x="2625417" y="401406"/>
                  </a:lnTo>
                  <a:lnTo>
                    <a:pt x="2626488" y="400869"/>
                  </a:lnTo>
                  <a:lnTo>
                    <a:pt x="2627560" y="400333"/>
                  </a:lnTo>
                  <a:lnTo>
                    <a:pt x="2628631" y="399798"/>
                  </a:lnTo>
                  <a:lnTo>
                    <a:pt x="2629703" y="399264"/>
                  </a:lnTo>
                  <a:lnTo>
                    <a:pt x="2630775" y="398731"/>
                  </a:lnTo>
                  <a:lnTo>
                    <a:pt x="2631846" y="398198"/>
                  </a:lnTo>
                  <a:lnTo>
                    <a:pt x="2632918" y="397667"/>
                  </a:lnTo>
                  <a:lnTo>
                    <a:pt x="2633989" y="397137"/>
                  </a:lnTo>
                  <a:lnTo>
                    <a:pt x="2635061" y="396607"/>
                  </a:lnTo>
                  <a:lnTo>
                    <a:pt x="2636133" y="396078"/>
                  </a:lnTo>
                  <a:lnTo>
                    <a:pt x="2637204" y="395551"/>
                  </a:lnTo>
                  <a:lnTo>
                    <a:pt x="2638276" y="395024"/>
                  </a:lnTo>
                  <a:lnTo>
                    <a:pt x="2639347" y="394498"/>
                  </a:lnTo>
                  <a:lnTo>
                    <a:pt x="2640419" y="393973"/>
                  </a:lnTo>
                  <a:lnTo>
                    <a:pt x="2641491" y="393449"/>
                  </a:lnTo>
                  <a:lnTo>
                    <a:pt x="2642562" y="392926"/>
                  </a:lnTo>
                  <a:lnTo>
                    <a:pt x="2643634" y="392403"/>
                  </a:lnTo>
                  <a:lnTo>
                    <a:pt x="2644705" y="391882"/>
                  </a:lnTo>
                  <a:lnTo>
                    <a:pt x="2645777" y="391361"/>
                  </a:lnTo>
                  <a:lnTo>
                    <a:pt x="2646849" y="390842"/>
                  </a:lnTo>
                  <a:lnTo>
                    <a:pt x="2647920" y="390323"/>
                  </a:lnTo>
                  <a:lnTo>
                    <a:pt x="2648992" y="389805"/>
                  </a:lnTo>
                  <a:lnTo>
                    <a:pt x="2650063" y="389288"/>
                  </a:lnTo>
                  <a:lnTo>
                    <a:pt x="2651135" y="388772"/>
                  </a:lnTo>
                  <a:lnTo>
                    <a:pt x="2652207" y="388257"/>
                  </a:lnTo>
                  <a:lnTo>
                    <a:pt x="2653278" y="387743"/>
                  </a:lnTo>
                  <a:lnTo>
                    <a:pt x="2654350" y="387230"/>
                  </a:lnTo>
                  <a:lnTo>
                    <a:pt x="2655421" y="386717"/>
                  </a:lnTo>
                  <a:lnTo>
                    <a:pt x="2656493" y="386206"/>
                  </a:lnTo>
                  <a:lnTo>
                    <a:pt x="2657565" y="385695"/>
                  </a:lnTo>
                  <a:lnTo>
                    <a:pt x="2658636" y="385185"/>
                  </a:lnTo>
                  <a:lnTo>
                    <a:pt x="2659708" y="384676"/>
                  </a:lnTo>
                  <a:lnTo>
                    <a:pt x="2660779" y="384168"/>
                  </a:lnTo>
                  <a:lnTo>
                    <a:pt x="2661851" y="383661"/>
                  </a:lnTo>
                  <a:lnTo>
                    <a:pt x="2662922" y="383155"/>
                  </a:lnTo>
                  <a:lnTo>
                    <a:pt x="2663994" y="382650"/>
                  </a:lnTo>
                  <a:lnTo>
                    <a:pt x="2665066" y="382145"/>
                  </a:lnTo>
                  <a:lnTo>
                    <a:pt x="2666137" y="381641"/>
                  </a:lnTo>
                  <a:lnTo>
                    <a:pt x="2667209" y="381139"/>
                  </a:lnTo>
                  <a:lnTo>
                    <a:pt x="2668280" y="380637"/>
                  </a:lnTo>
                  <a:lnTo>
                    <a:pt x="2669352" y="380136"/>
                  </a:lnTo>
                  <a:lnTo>
                    <a:pt x="2670424" y="379635"/>
                  </a:lnTo>
                  <a:lnTo>
                    <a:pt x="2671495" y="379136"/>
                  </a:lnTo>
                  <a:lnTo>
                    <a:pt x="2672567" y="378638"/>
                  </a:lnTo>
                  <a:lnTo>
                    <a:pt x="2673638" y="378140"/>
                  </a:lnTo>
                  <a:lnTo>
                    <a:pt x="2674710" y="377643"/>
                  </a:lnTo>
                  <a:lnTo>
                    <a:pt x="2675782" y="377147"/>
                  </a:lnTo>
                  <a:lnTo>
                    <a:pt x="2676853" y="376652"/>
                  </a:lnTo>
                  <a:lnTo>
                    <a:pt x="2677925" y="376158"/>
                  </a:lnTo>
                  <a:lnTo>
                    <a:pt x="2678996" y="375665"/>
                  </a:lnTo>
                  <a:lnTo>
                    <a:pt x="2680068" y="375172"/>
                  </a:lnTo>
                  <a:lnTo>
                    <a:pt x="2681140" y="374681"/>
                  </a:lnTo>
                  <a:lnTo>
                    <a:pt x="2682211" y="374190"/>
                  </a:lnTo>
                  <a:lnTo>
                    <a:pt x="2683283" y="373700"/>
                  </a:lnTo>
                  <a:lnTo>
                    <a:pt x="2684354" y="373211"/>
                  </a:lnTo>
                  <a:lnTo>
                    <a:pt x="2685426" y="372723"/>
                  </a:lnTo>
                  <a:lnTo>
                    <a:pt x="2686498" y="372235"/>
                  </a:lnTo>
                  <a:lnTo>
                    <a:pt x="2687569" y="371749"/>
                  </a:lnTo>
                  <a:lnTo>
                    <a:pt x="2688641" y="371263"/>
                  </a:lnTo>
                  <a:lnTo>
                    <a:pt x="2689712" y="370778"/>
                  </a:lnTo>
                  <a:lnTo>
                    <a:pt x="2690784" y="370294"/>
                  </a:lnTo>
                  <a:lnTo>
                    <a:pt x="2691856" y="369811"/>
                  </a:lnTo>
                  <a:lnTo>
                    <a:pt x="2692927" y="369329"/>
                  </a:lnTo>
                  <a:lnTo>
                    <a:pt x="2693999" y="368847"/>
                  </a:lnTo>
                  <a:lnTo>
                    <a:pt x="2695070" y="368367"/>
                  </a:lnTo>
                  <a:lnTo>
                    <a:pt x="2696142" y="367887"/>
                  </a:lnTo>
                  <a:lnTo>
                    <a:pt x="2697214" y="367408"/>
                  </a:lnTo>
                  <a:lnTo>
                    <a:pt x="2698285" y="366929"/>
                  </a:lnTo>
                  <a:lnTo>
                    <a:pt x="2699357" y="366452"/>
                  </a:lnTo>
                  <a:lnTo>
                    <a:pt x="2700428" y="365975"/>
                  </a:lnTo>
                  <a:lnTo>
                    <a:pt x="2701500" y="365500"/>
                  </a:lnTo>
                  <a:lnTo>
                    <a:pt x="2702572" y="365025"/>
                  </a:lnTo>
                  <a:lnTo>
                    <a:pt x="2703643" y="364551"/>
                  </a:lnTo>
                  <a:lnTo>
                    <a:pt x="2704715" y="364077"/>
                  </a:lnTo>
                  <a:lnTo>
                    <a:pt x="2705786" y="363605"/>
                  </a:lnTo>
                  <a:lnTo>
                    <a:pt x="2706858" y="363133"/>
                  </a:lnTo>
                  <a:lnTo>
                    <a:pt x="2707930" y="362662"/>
                  </a:lnTo>
                  <a:lnTo>
                    <a:pt x="2709001" y="362192"/>
                  </a:lnTo>
                  <a:lnTo>
                    <a:pt x="2710073" y="361723"/>
                  </a:lnTo>
                  <a:lnTo>
                    <a:pt x="2711144" y="361254"/>
                  </a:lnTo>
                  <a:lnTo>
                    <a:pt x="2712216" y="360787"/>
                  </a:lnTo>
                  <a:lnTo>
                    <a:pt x="2713288" y="360320"/>
                  </a:lnTo>
                  <a:lnTo>
                    <a:pt x="2714359" y="359854"/>
                  </a:lnTo>
                  <a:lnTo>
                    <a:pt x="2715431" y="359388"/>
                  </a:lnTo>
                  <a:lnTo>
                    <a:pt x="2716502" y="358924"/>
                  </a:lnTo>
                  <a:lnTo>
                    <a:pt x="2717574" y="358460"/>
                  </a:lnTo>
                  <a:lnTo>
                    <a:pt x="2718646" y="357997"/>
                  </a:lnTo>
                  <a:lnTo>
                    <a:pt x="2719717" y="357535"/>
                  </a:lnTo>
                  <a:lnTo>
                    <a:pt x="2720789" y="357074"/>
                  </a:lnTo>
                  <a:lnTo>
                    <a:pt x="2721860" y="356614"/>
                  </a:lnTo>
                  <a:lnTo>
                    <a:pt x="2722932" y="356154"/>
                  </a:lnTo>
                  <a:lnTo>
                    <a:pt x="2724004" y="355695"/>
                  </a:lnTo>
                  <a:lnTo>
                    <a:pt x="2725075" y="355237"/>
                  </a:lnTo>
                  <a:lnTo>
                    <a:pt x="2726147" y="354779"/>
                  </a:lnTo>
                  <a:lnTo>
                    <a:pt x="2727218" y="354323"/>
                  </a:lnTo>
                  <a:lnTo>
                    <a:pt x="2728290" y="353867"/>
                  </a:lnTo>
                  <a:lnTo>
                    <a:pt x="2729362" y="353412"/>
                  </a:lnTo>
                  <a:lnTo>
                    <a:pt x="2730433" y="352958"/>
                  </a:lnTo>
                  <a:lnTo>
                    <a:pt x="2731505" y="352504"/>
                  </a:lnTo>
                  <a:lnTo>
                    <a:pt x="2732576" y="352051"/>
                  </a:lnTo>
                  <a:lnTo>
                    <a:pt x="2733648" y="351599"/>
                  </a:lnTo>
                  <a:lnTo>
                    <a:pt x="2734720" y="351148"/>
                  </a:lnTo>
                  <a:lnTo>
                    <a:pt x="2735791" y="350698"/>
                  </a:lnTo>
                  <a:lnTo>
                    <a:pt x="2736863" y="350248"/>
                  </a:lnTo>
                  <a:lnTo>
                    <a:pt x="2737934" y="349799"/>
                  </a:lnTo>
                  <a:lnTo>
                    <a:pt x="2739006" y="349351"/>
                  </a:lnTo>
                  <a:lnTo>
                    <a:pt x="2740078" y="348903"/>
                  </a:lnTo>
                  <a:lnTo>
                    <a:pt x="2741149" y="348457"/>
                  </a:lnTo>
                  <a:lnTo>
                    <a:pt x="2742221" y="348011"/>
                  </a:lnTo>
                  <a:lnTo>
                    <a:pt x="2743292" y="347566"/>
                  </a:lnTo>
                  <a:lnTo>
                    <a:pt x="2744364" y="347121"/>
                  </a:lnTo>
                  <a:lnTo>
                    <a:pt x="2745436" y="346678"/>
                  </a:lnTo>
                  <a:lnTo>
                    <a:pt x="2746507" y="346235"/>
                  </a:lnTo>
                  <a:lnTo>
                    <a:pt x="2747579" y="345793"/>
                  </a:lnTo>
                  <a:lnTo>
                    <a:pt x="2748650" y="345351"/>
                  </a:lnTo>
                  <a:lnTo>
                    <a:pt x="2749722" y="344911"/>
                  </a:lnTo>
                  <a:lnTo>
                    <a:pt x="2750794" y="344471"/>
                  </a:lnTo>
                  <a:lnTo>
                    <a:pt x="2751865" y="344032"/>
                  </a:lnTo>
                  <a:lnTo>
                    <a:pt x="2752937" y="343593"/>
                  </a:lnTo>
                  <a:lnTo>
                    <a:pt x="2754008" y="343155"/>
                  </a:lnTo>
                  <a:lnTo>
                    <a:pt x="2755080" y="342718"/>
                  </a:lnTo>
                  <a:lnTo>
                    <a:pt x="2756152" y="342282"/>
                  </a:lnTo>
                  <a:lnTo>
                    <a:pt x="2757223" y="341847"/>
                  </a:lnTo>
                  <a:lnTo>
                    <a:pt x="2758295" y="341412"/>
                  </a:lnTo>
                  <a:lnTo>
                    <a:pt x="2759366" y="340978"/>
                  </a:lnTo>
                  <a:lnTo>
                    <a:pt x="2760438" y="340544"/>
                  </a:lnTo>
                  <a:lnTo>
                    <a:pt x="2761510" y="340112"/>
                  </a:lnTo>
                  <a:lnTo>
                    <a:pt x="2762581" y="339680"/>
                  </a:lnTo>
                  <a:lnTo>
                    <a:pt x="2763653" y="339249"/>
                  </a:lnTo>
                  <a:lnTo>
                    <a:pt x="2764724" y="338818"/>
                  </a:lnTo>
                  <a:lnTo>
                    <a:pt x="2765796" y="338388"/>
                  </a:lnTo>
                  <a:lnTo>
                    <a:pt x="2766868" y="337959"/>
                  </a:lnTo>
                  <a:lnTo>
                    <a:pt x="2767939" y="337531"/>
                  </a:lnTo>
                  <a:lnTo>
                    <a:pt x="2769011" y="337103"/>
                  </a:lnTo>
                  <a:lnTo>
                    <a:pt x="2770082" y="336676"/>
                  </a:lnTo>
                  <a:lnTo>
                    <a:pt x="2771154" y="336250"/>
                  </a:lnTo>
                  <a:lnTo>
                    <a:pt x="2772226" y="335825"/>
                  </a:lnTo>
                  <a:lnTo>
                    <a:pt x="2773297" y="335400"/>
                  </a:lnTo>
                  <a:lnTo>
                    <a:pt x="2774369" y="334976"/>
                  </a:lnTo>
                  <a:lnTo>
                    <a:pt x="2775440" y="334552"/>
                  </a:lnTo>
                  <a:lnTo>
                    <a:pt x="2776512" y="334130"/>
                  </a:lnTo>
                  <a:lnTo>
                    <a:pt x="2777584" y="333708"/>
                  </a:lnTo>
                  <a:lnTo>
                    <a:pt x="2778655" y="333286"/>
                  </a:lnTo>
                  <a:lnTo>
                    <a:pt x="2779727" y="332866"/>
                  </a:lnTo>
                  <a:lnTo>
                    <a:pt x="2780798" y="332446"/>
                  </a:lnTo>
                  <a:lnTo>
                    <a:pt x="2781870" y="332026"/>
                  </a:lnTo>
                  <a:lnTo>
                    <a:pt x="2782942" y="331608"/>
                  </a:lnTo>
                  <a:lnTo>
                    <a:pt x="2784013" y="331190"/>
                  </a:lnTo>
                  <a:lnTo>
                    <a:pt x="2785085" y="330773"/>
                  </a:lnTo>
                  <a:lnTo>
                    <a:pt x="2786156" y="330356"/>
                  </a:lnTo>
                  <a:lnTo>
                    <a:pt x="2787228" y="329940"/>
                  </a:lnTo>
                  <a:lnTo>
                    <a:pt x="2788300" y="329525"/>
                  </a:lnTo>
                  <a:lnTo>
                    <a:pt x="2789371" y="329111"/>
                  </a:lnTo>
                  <a:lnTo>
                    <a:pt x="2790443" y="328697"/>
                  </a:lnTo>
                  <a:lnTo>
                    <a:pt x="2791514" y="328284"/>
                  </a:lnTo>
                  <a:lnTo>
                    <a:pt x="2792586" y="327871"/>
                  </a:lnTo>
                  <a:lnTo>
                    <a:pt x="2793658" y="327459"/>
                  </a:lnTo>
                  <a:lnTo>
                    <a:pt x="2794729" y="327048"/>
                  </a:lnTo>
                  <a:lnTo>
                    <a:pt x="2795801" y="326638"/>
                  </a:lnTo>
                  <a:lnTo>
                    <a:pt x="2796872" y="326228"/>
                  </a:lnTo>
                  <a:lnTo>
                    <a:pt x="2797944" y="325818"/>
                  </a:lnTo>
                  <a:lnTo>
                    <a:pt x="2799016" y="325410"/>
                  </a:lnTo>
                  <a:lnTo>
                    <a:pt x="2800087" y="325002"/>
                  </a:lnTo>
                  <a:lnTo>
                    <a:pt x="2801159" y="324595"/>
                  </a:lnTo>
                  <a:lnTo>
                    <a:pt x="2802230" y="324188"/>
                  </a:lnTo>
                  <a:lnTo>
                    <a:pt x="2803302" y="323782"/>
                  </a:lnTo>
                  <a:lnTo>
                    <a:pt x="2804374" y="323377"/>
                  </a:lnTo>
                  <a:lnTo>
                    <a:pt x="2805445" y="322972"/>
                  </a:lnTo>
                  <a:lnTo>
                    <a:pt x="2806517" y="322568"/>
                  </a:lnTo>
                  <a:lnTo>
                    <a:pt x="2807588" y="322165"/>
                  </a:lnTo>
                  <a:lnTo>
                    <a:pt x="2808660" y="321762"/>
                  </a:lnTo>
                  <a:lnTo>
                    <a:pt x="2809732" y="321360"/>
                  </a:lnTo>
                  <a:lnTo>
                    <a:pt x="2810803" y="320959"/>
                  </a:lnTo>
                  <a:lnTo>
                    <a:pt x="2811875" y="320558"/>
                  </a:lnTo>
                  <a:lnTo>
                    <a:pt x="2812946" y="320158"/>
                  </a:lnTo>
                  <a:lnTo>
                    <a:pt x="2814018" y="319758"/>
                  </a:lnTo>
                  <a:lnTo>
                    <a:pt x="2815090" y="319359"/>
                  </a:lnTo>
                  <a:lnTo>
                    <a:pt x="2816161" y="318961"/>
                  </a:lnTo>
                  <a:lnTo>
                    <a:pt x="2817233" y="318563"/>
                  </a:lnTo>
                  <a:lnTo>
                    <a:pt x="2818304" y="318166"/>
                  </a:lnTo>
                  <a:lnTo>
                    <a:pt x="2819376" y="317769"/>
                  </a:lnTo>
                  <a:lnTo>
                    <a:pt x="2820448" y="317374"/>
                  </a:lnTo>
                  <a:lnTo>
                    <a:pt x="2821519" y="316978"/>
                  </a:lnTo>
                  <a:lnTo>
                    <a:pt x="2822591" y="316584"/>
                  </a:lnTo>
                  <a:lnTo>
                    <a:pt x="2823662" y="316190"/>
                  </a:lnTo>
                  <a:lnTo>
                    <a:pt x="2824734" y="315796"/>
                  </a:lnTo>
                  <a:lnTo>
                    <a:pt x="2825806" y="315404"/>
                  </a:lnTo>
                  <a:lnTo>
                    <a:pt x="2826877" y="315011"/>
                  </a:lnTo>
                  <a:lnTo>
                    <a:pt x="2827949" y="314620"/>
                  </a:lnTo>
                  <a:lnTo>
                    <a:pt x="2829020" y="314229"/>
                  </a:lnTo>
                  <a:lnTo>
                    <a:pt x="2830092" y="313838"/>
                  </a:lnTo>
                  <a:lnTo>
                    <a:pt x="2831164" y="313449"/>
                  </a:lnTo>
                  <a:lnTo>
                    <a:pt x="2832235" y="313059"/>
                  </a:lnTo>
                  <a:lnTo>
                    <a:pt x="2833307" y="312671"/>
                  </a:lnTo>
                  <a:lnTo>
                    <a:pt x="2834378" y="312283"/>
                  </a:lnTo>
                  <a:lnTo>
                    <a:pt x="2835450" y="311895"/>
                  </a:lnTo>
                  <a:lnTo>
                    <a:pt x="2836522" y="311509"/>
                  </a:lnTo>
                  <a:lnTo>
                    <a:pt x="2837593" y="311122"/>
                  </a:lnTo>
                  <a:lnTo>
                    <a:pt x="2838665" y="310737"/>
                  </a:lnTo>
                  <a:lnTo>
                    <a:pt x="2839736" y="310352"/>
                  </a:lnTo>
                  <a:lnTo>
                    <a:pt x="2840808" y="309967"/>
                  </a:lnTo>
                  <a:lnTo>
                    <a:pt x="2841879" y="309583"/>
                  </a:lnTo>
                  <a:lnTo>
                    <a:pt x="2842951" y="309200"/>
                  </a:lnTo>
                  <a:lnTo>
                    <a:pt x="2844023" y="308817"/>
                  </a:lnTo>
                  <a:lnTo>
                    <a:pt x="2845094" y="308435"/>
                  </a:lnTo>
                  <a:lnTo>
                    <a:pt x="2846166" y="308053"/>
                  </a:lnTo>
                  <a:lnTo>
                    <a:pt x="2847237" y="307672"/>
                  </a:lnTo>
                  <a:lnTo>
                    <a:pt x="2848309" y="307292"/>
                  </a:lnTo>
                  <a:lnTo>
                    <a:pt x="2849381" y="306912"/>
                  </a:lnTo>
                  <a:lnTo>
                    <a:pt x="2850452" y="306532"/>
                  </a:lnTo>
                  <a:lnTo>
                    <a:pt x="2851524" y="306153"/>
                  </a:lnTo>
                  <a:lnTo>
                    <a:pt x="2852595" y="305775"/>
                  </a:lnTo>
                  <a:lnTo>
                    <a:pt x="2853667" y="305397"/>
                  </a:lnTo>
                  <a:lnTo>
                    <a:pt x="2854739" y="305020"/>
                  </a:lnTo>
                  <a:lnTo>
                    <a:pt x="2855810" y="304644"/>
                  </a:lnTo>
                  <a:lnTo>
                    <a:pt x="2856882" y="304268"/>
                  </a:lnTo>
                  <a:lnTo>
                    <a:pt x="2857953" y="303892"/>
                  </a:lnTo>
                  <a:lnTo>
                    <a:pt x="2859025" y="303517"/>
                  </a:lnTo>
                  <a:lnTo>
                    <a:pt x="2860097" y="303143"/>
                  </a:lnTo>
                  <a:lnTo>
                    <a:pt x="2861168" y="302769"/>
                  </a:lnTo>
                  <a:lnTo>
                    <a:pt x="2862240" y="302395"/>
                  </a:lnTo>
                  <a:lnTo>
                    <a:pt x="2863311" y="302023"/>
                  </a:lnTo>
                  <a:lnTo>
                    <a:pt x="2864383" y="301650"/>
                  </a:lnTo>
                  <a:lnTo>
                    <a:pt x="2865455" y="301278"/>
                  </a:lnTo>
                  <a:lnTo>
                    <a:pt x="2866526" y="300907"/>
                  </a:lnTo>
                  <a:lnTo>
                    <a:pt x="2867598" y="300537"/>
                  </a:lnTo>
                  <a:lnTo>
                    <a:pt x="2868669" y="300166"/>
                  </a:lnTo>
                  <a:lnTo>
                    <a:pt x="2869741" y="299797"/>
                  </a:lnTo>
                  <a:lnTo>
                    <a:pt x="2870813" y="299428"/>
                  </a:lnTo>
                  <a:lnTo>
                    <a:pt x="2871884" y="299059"/>
                  </a:lnTo>
                  <a:lnTo>
                    <a:pt x="2872956" y="298691"/>
                  </a:lnTo>
                  <a:lnTo>
                    <a:pt x="2874027" y="298323"/>
                  </a:lnTo>
                  <a:lnTo>
                    <a:pt x="2875099" y="297956"/>
                  </a:lnTo>
                  <a:lnTo>
                    <a:pt x="2876171" y="297590"/>
                  </a:lnTo>
                  <a:lnTo>
                    <a:pt x="2877242" y="297224"/>
                  </a:lnTo>
                  <a:lnTo>
                    <a:pt x="2878314" y="296858"/>
                  </a:lnTo>
                  <a:lnTo>
                    <a:pt x="2879385" y="296493"/>
                  </a:lnTo>
                  <a:lnTo>
                    <a:pt x="2880457" y="296129"/>
                  </a:lnTo>
                  <a:lnTo>
                    <a:pt x="2881529" y="295765"/>
                  </a:lnTo>
                  <a:lnTo>
                    <a:pt x="2882600" y="295401"/>
                  </a:lnTo>
                  <a:lnTo>
                    <a:pt x="2883672" y="295038"/>
                  </a:lnTo>
                  <a:lnTo>
                    <a:pt x="2884743" y="294675"/>
                  </a:lnTo>
                  <a:lnTo>
                    <a:pt x="2885815" y="294313"/>
                  </a:lnTo>
                  <a:lnTo>
                    <a:pt x="2886887" y="293952"/>
                  </a:lnTo>
                  <a:lnTo>
                    <a:pt x="2887958" y="293591"/>
                  </a:lnTo>
                  <a:lnTo>
                    <a:pt x="2889030" y="293230"/>
                  </a:lnTo>
                  <a:lnTo>
                    <a:pt x="2890101" y="292870"/>
                  </a:lnTo>
                  <a:lnTo>
                    <a:pt x="2891173" y="292510"/>
                  </a:lnTo>
                  <a:lnTo>
                    <a:pt x="2892245" y="292151"/>
                  </a:lnTo>
                  <a:lnTo>
                    <a:pt x="2893316" y="291793"/>
                  </a:lnTo>
                  <a:lnTo>
                    <a:pt x="2894388" y="291434"/>
                  </a:lnTo>
                  <a:lnTo>
                    <a:pt x="2895459" y="291077"/>
                  </a:lnTo>
                  <a:lnTo>
                    <a:pt x="2896531" y="290719"/>
                  </a:lnTo>
                  <a:lnTo>
                    <a:pt x="2897603" y="290363"/>
                  </a:lnTo>
                  <a:lnTo>
                    <a:pt x="2898674" y="290006"/>
                  </a:lnTo>
                  <a:lnTo>
                    <a:pt x="2899746" y="289650"/>
                  </a:lnTo>
                  <a:lnTo>
                    <a:pt x="2900817" y="289295"/>
                  </a:lnTo>
                  <a:lnTo>
                    <a:pt x="2901889" y="288940"/>
                  </a:lnTo>
                  <a:lnTo>
                    <a:pt x="2902961" y="288586"/>
                  </a:lnTo>
                  <a:lnTo>
                    <a:pt x="2904032" y="288232"/>
                  </a:lnTo>
                  <a:lnTo>
                    <a:pt x="2905104" y="287878"/>
                  </a:lnTo>
                  <a:lnTo>
                    <a:pt x="2906175" y="287525"/>
                  </a:lnTo>
                  <a:lnTo>
                    <a:pt x="2907247" y="287172"/>
                  </a:lnTo>
                  <a:lnTo>
                    <a:pt x="2908319" y="286820"/>
                  </a:lnTo>
                  <a:lnTo>
                    <a:pt x="2909390" y="286468"/>
                  </a:lnTo>
                  <a:lnTo>
                    <a:pt x="2910462" y="286117"/>
                  </a:lnTo>
                  <a:lnTo>
                    <a:pt x="2911533" y="285766"/>
                  </a:lnTo>
                  <a:lnTo>
                    <a:pt x="2912605" y="285416"/>
                  </a:lnTo>
                  <a:lnTo>
                    <a:pt x="2913677" y="285066"/>
                  </a:lnTo>
                  <a:lnTo>
                    <a:pt x="2914748" y="284716"/>
                  </a:lnTo>
                  <a:lnTo>
                    <a:pt x="2915820" y="284367"/>
                  </a:lnTo>
                  <a:lnTo>
                    <a:pt x="2916891" y="284018"/>
                  </a:lnTo>
                  <a:lnTo>
                    <a:pt x="2917963" y="283670"/>
                  </a:lnTo>
                  <a:lnTo>
                    <a:pt x="2919035" y="283322"/>
                  </a:lnTo>
                  <a:lnTo>
                    <a:pt x="2920106" y="282975"/>
                  </a:lnTo>
                  <a:lnTo>
                    <a:pt x="2921178" y="282628"/>
                  </a:lnTo>
                  <a:lnTo>
                    <a:pt x="2922249" y="282281"/>
                  </a:lnTo>
                  <a:lnTo>
                    <a:pt x="2923321" y="281935"/>
                  </a:lnTo>
                  <a:lnTo>
                    <a:pt x="2924393" y="281589"/>
                  </a:lnTo>
                  <a:lnTo>
                    <a:pt x="2925464" y="281244"/>
                  </a:lnTo>
                  <a:lnTo>
                    <a:pt x="2926536" y="280899"/>
                  </a:lnTo>
                  <a:lnTo>
                    <a:pt x="2927607" y="280554"/>
                  </a:lnTo>
                  <a:lnTo>
                    <a:pt x="2928679" y="280210"/>
                  </a:lnTo>
                  <a:lnTo>
                    <a:pt x="2929751" y="279866"/>
                  </a:lnTo>
                  <a:lnTo>
                    <a:pt x="2930822" y="279523"/>
                  </a:lnTo>
                  <a:lnTo>
                    <a:pt x="2931894" y="279180"/>
                  </a:lnTo>
                  <a:lnTo>
                    <a:pt x="2932965" y="278838"/>
                  </a:lnTo>
                  <a:lnTo>
                    <a:pt x="2934037" y="278495"/>
                  </a:lnTo>
                  <a:lnTo>
                    <a:pt x="2935109" y="278154"/>
                  </a:lnTo>
                  <a:lnTo>
                    <a:pt x="2936180" y="277812"/>
                  </a:lnTo>
                  <a:lnTo>
                    <a:pt x="2937252" y="277471"/>
                  </a:lnTo>
                  <a:lnTo>
                    <a:pt x="2938323" y="277131"/>
                  </a:lnTo>
                  <a:lnTo>
                    <a:pt x="2939395" y="276791"/>
                  </a:lnTo>
                  <a:lnTo>
                    <a:pt x="2940467" y="276451"/>
                  </a:lnTo>
                  <a:lnTo>
                    <a:pt x="2941538" y="276111"/>
                  </a:lnTo>
                  <a:lnTo>
                    <a:pt x="2942610" y="275772"/>
                  </a:lnTo>
                  <a:lnTo>
                    <a:pt x="2943681" y="275434"/>
                  </a:lnTo>
                  <a:lnTo>
                    <a:pt x="2944753" y="275095"/>
                  </a:lnTo>
                  <a:lnTo>
                    <a:pt x="2945825" y="274757"/>
                  </a:lnTo>
                  <a:lnTo>
                    <a:pt x="2946896" y="274420"/>
                  </a:lnTo>
                  <a:lnTo>
                    <a:pt x="2947968" y="274082"/>
                  </a:lnTo>
                  <a:lnTo>
                    <a:pt x="2949039" y="273746"/>
                  </a:lnTo>
                  <a:lnTo>
                    <a:pt x="2950111" y="273409"/>
                  </a:lnTo>
                  <a:lnTo>
                    <a:pt x="2951183" y="273073"/>
                  </a:lnTo>
                  <a:lnTo>
                    <a:pt x="2952254" y="272737"/>
                  </a:lnTo>
                  <a:lnTo>
                    <a:pt x="2953326" y="272402"/>
                  </a:lnTo>
                  <a:lnTo>
                    <a:pt x="2954397" y="272067"/>
                  </a:lnTo>
                  <a:lnTo>
                    <a:pt x="2955469" y="271732"/>
                  </a:lnTo>
                  <a:lnTo>
                    <a:pt x="2956541" y="271398"/>
                  </a:lnTo>
                  <a:lnTo>
                    <a:pt x="2957612" y="271064"/>
                  </a:lnTo>
                  <a:lnTo>
                    <a:pt x="2958684" y="270730"/>
                  </a:lnTo>
                  <a:lnTo>
                    <a:pt x="2959755" y="270397"/>
                  </a:lnTo>
                  <a:lnTo>
                    <a:pt x="2960827" y="270064"/>
                  </a:lnTo>
                  <a:lnTo>
                    <a:pt x="2961899" y="269731"/>
                  </a:lnTo>
                  <a:lnTo>
                    <a:pt x="2962970" y="269399"/>
                  </a:lnTo>
                  <a:lnTo>
                    <a:pt x="2964042" y="269067"/>
                  </a:lnTo>
                  <a:lnTo>
                    <a:pt x="2965113" y="268735"/>
                  </a:lnTo>
                  <a:lnTo>
                    <a:pt x="2966185" y="268404"/>
                  </a:lnTo>
                  <a:lnTo>
                    <a:pt x="2967257" y="268073"/>
                  </a:lnTo>
                  <a:lnTo>
                    <a:pt x="2968328" y="267742"/>
                  </a:lnTo>
                  <a:lnTo>
                    <a:pt x="2969400" y="267412"/>
                  </a:lnTo>
                  <a:lnTo>
                    <a:pt x="2970471" y="267082"/>
                  </a:lnTo>
                  <a:lnTo>
                    <a:pt x="2971543" y="266752"/>
                  </a:lnTo>
                  <a:lnTo>
                    <a:pt x="2972615" y="266423"/>
                  </a:lnTo>
                  <a:lnTo>
                    <a:pt x="2973686" y="266093"/>
                  </a:lnTo>
                  <a:lnTo>
                    <a:pt x="2974758" y="265765"/>
                  </a:lnTo>
                  <a:lnTo>
                    <a:pt x="2975829" y="265436"/>
                  </a:lnTo>
                  <a:lnTo>
                    <a:pt x="2976901" y="265108"/>
                  </a:lnTo>
                  <a:lnTo>
                    <a:pt x="2977973" y="264780"/>
                  </a:lnTo>
                  <a:lnTo>
                    <a:pt x="2979044" y="264453"/>
                  </a:lnTo>
                  <a:lnTo>
                    <a:pt x="2980116" y="264125"/>
                  </a:lnTo>
                  <a:lnTo>
                    <a:pt x="2981187" y="263798"/>
                  </a:lnTo>
                  <a:lnTo>
                    <a:pt x="2982259" y="263472"/>
                  </a:lnTo>
                  <a:lnTo>
                    <a:pt x="2983331" y="263145"/>
                  </a:lnTo>
                  <a:lnTo>
                    <a:pt x="2984402" y="262819"/>
                  </a:lnTo>
                  <a:lnTo>
                    <a:pt x="2985474" y="262493"/>
                  </a:lnTo>
                  <a:lnTo>
                    <a:pt x="2986545" y="262168"/>
                  </a:lnTo>
                  <a:lnTo>
                    <a:pt x="2987617" y="261843"/>
                  </a:lnTo>
                  <a:lnTo>
                    <a:pt x="2988689" y="261518"/>
                  </a:lnTo>
                  <a:lnTo>
                    <a:pt x="2989760" y="261193"/>
                  </a:lnTo>
                  <a:lnTo>
                    <a:pt x="2990832" y="260868"/>
                  </a:lnTo>
                  <a:lnTo>
                    <a:pt x="2991903" y="260544"/>
                  </a:lnTo>
                  <a:lnTo>
                    <a:pt x="2992975" y="260220"/>
                  </a:lnTo>
                  <a:lnTo>
                    <a:pt x="2994047" y="259897"/>
                  </a:lnTo>
                  <a:lnTo>
                    <a:pt x="2995118" y="259573"/>
                  </a:lnTo>
                  <a:lnTo>
                    <a:pt x="2996190" y="259250"/>
                  </a:lnTo>
                  <a:lnTo>
                    <a:pt x="2997261" y="258928"/>
                  </a:lnTo>
                  <a:lnTo>
                    <a:pt x="2998333" y="258605"/>
                  </a:lnTo>
                  <a:lnTo>
                    <a:pt x="2999405" y="258283"/>
                  </a:lnTo>
                  <a:lnTo>
                    <a:pt x="3000476" y="257961"/>
                  </a:lnTo>
                  <a:lnTo>
                    <a:pt x="3001548" y="257639"/>
                  </a:lnTo>
                  <a:lnTo>
                    <a:pt x="3002619" y="257317"/>
                  </a:lnTo>
                  <a:lnTo>
                    <a:pt x="3003691" y="256996"/>
                  </a:lnTo>
                  <a:lnTo>
                    <a:pt x="3004763" y="256675"/>
                  </a:lnTo>
                  <a:lnTo>
                    <a:pt x="3005834" y="256354"/>
                  </a:lnTo>
                  <a:lnTo>
                    <a:pt x="3006906" y="256034"/>
                  </a:lnTo>
                  <a:lnTo>
                    <a:pt x="3007977" y="255713"/>
                  </a:lnTo>
                  <a:lnTo>
                    <a:pt x="3009049" y="255393"/>
                  </a:lnTo>
                  <a:lnTo>
                    <a:pt x="3010121" y="255073"/>
                  </a:lnTo>
                  <a:lnTo>
                    <a:pt x="3011192" y="254754"/>
                  </a:lnTo>
                  <a:lnTo>
                    <a:pt x="3012264" y="254434"/>
                  </a:lnTo>
                  <a:lnTo>
                    <a:pt x="3013335" y="254115"/>
                  </a:lnTo>
                  <a:lnTo>
                    <a:pt x="3014407" y="253796"/>
                  </a:lnTo>
                  <a:lnTo>
                    <a:pt x="3015479" y="253478"/>
                  </a:lnTo>
                  <a:lnTo>
                    <a:pt x="3016550" y="253159"/>
                  </a:lnTo>
                  <a:lnTo>
                    <a:pt x="3017622" y="252841"/>
                  </a:lnTo>
                  <a:lnTo>
                    <a:pt x="3018693" y="252523"/>
                  </a:lnTo>
                  <a:lnTo>
                    <a:pt x="3019765" y="252205"/>
                  </a:lnTo>
                  <a:lnTo>
                    <a:pt x="3020836" y="251887"/>
                  </a:lnTo>
                  <a:lnTo>
                    <a:pt x="3021908" y="251570"/>
                  </a:lnTo>
                  <a:lnTo>
                    <a:pt x="3022980" y="251253"/>
                  </a:lnTo>
                  <a:lnTo>
                    <a:pt x="3024051" y="250936"/>
                  </a:lnTo>
                  <a:lnTo>
                    <a:pt x="3025123" y="250619"/>
                  </a:lnTo>
                  <a:lnTo>
                    <a:pt x="3026194" y="250302"/>
                  </a:lnTo>
                  <a:lnTo>
                    <a:pt x="3027266" y="249986"/>
                  </a:lnTo>
                  <a:lnTo>
                    <a:pt x="3028338" y="249669"/>
                  </a:lnTo>
                  <a:lnTo>
                    <a:pt x="3029409" y="249353"/>
                  </a:lnTo>
                  <a:lnTo>
                    <a:pt x="3030481" y="249038"/>
                  </a:lnTo>
                  <a:lnTo>
                    <a:pt x="3031552" y="248722"/>
                  </a:lnTo>
                  <a:lnTo>
                    <a:pt x="3032624" y="248406"/>
                  </a:lnTo>
                  <a:lnTo>
                    <a:pt x="3033696" y="248091"/>
                  </a:lnTo>
                  <a:lnTo>
                    <a:pt x="3034767" y="247776"/>
                  </a:lnTo>
                  <a:lnTo>
                    <a:pt x="3035839" y="247461"/>
                  </a:lnTo>
                  <a:lnTo>
                    <a:pt x="3036910" y="247146"/>
                  </a:lnTo>
                  <a:lnTo>
                    <a:pt x="3037982" y="246832"/>
                  </a:lnTo>
                  <a:lnTo>
                    <a:pt x="3039054" y="246517"/>
                  </a:lnTo>
                  <a:lnTo>
                    <a:pt x="3040125" y="246203"/>
                  </a:lnTo>
                  <a:lnTo>
                    <a:pt x="3041197" y="245889"/>
                  </a:lnTo>
                  <a:lnTo>
                    <a:pt x="3042268" y="245575"/>
                  </a:lnTo>
                  <a:lnTo>
                    <a:pt x="3043340" y="245261"/>
                  </a:lnTo>
                  <a:lnTo>
                    <a:pt x="3044412" y="244948"/>
                  </a:lnTo>
                  <a:lnTo>
                    <a:pt x="3045483" y="244634"/>
                  </a:lnTo>
                  <a:lnTo>
                    <a:pt x="3046555" y="244321"/>
                  </a:lnTo>
                  <a:lnTo>
                    <a:pt x="3047626" y="244008"/>
                  </a:lnTo>
                  <a:lnTo>
                    <a:pt x="3048698" y="243695"/>
                  </a:lnTo>
                  <a:lnTo>
                    <a:pt x="3049770" y="243382"/>
                  </a:lnTo>
                  <a:lnTo>
                    <a:pt x="3050841" y="243069"/>
                  </a:lnTo>
                  <a:lnTo>
                    <a:pt x="3051913" y="242757"/>
                  </a:lnTo>
                  <a:lnTo>
                    <a:pt x="3052984" y="242444"/>
                  </a:lnTo>
                  <a:lnTo>
                    <a:pt x="3054056" y="242132"/>
                  </a:lnTo>
                  <a:lnTo>
                    <a:pt x="3055128" y="241820"/>
                  </a:lnTo>
                  <a:lnTo>
                    <a:pt x="3056199" y="241508"/>
                  </a:lnTo>
                  <a:lnTo>
                    <a:pt x="3057271" y="241196"/>
                  </a:lnTo>
                  <a:lnTo>
                    <a:pt x="3058342" y="240884"/>
                  </a:lnTo>
                  <a:lnTo>
                    <a:pt x="3059414" y="240573"/>
                  </a:lnTo>
                  <a:lnTo>
                    <a:pt x="3060486" y="240261"/>
                  </a:lnTo>
                  <a:lnTo>
                    <a:pt x="3061557" y="239950"/>
                  </a:lnTo>
                  <a:lnTo>
                    <a:pt x="3062629" y="239638"/>
                  </a:lnTo>
                  <a:lnTo>
                    <a:pt x="3063700" y="239327"/>
                  </a:lnTo>
                  <a:lnTo>
                    <a:pt x="3064772" y="239016"/>
                  </a:lnTo>
                  <a:lnTo>
                    <a:pt x="3065844" y="238705"/>
                  </a:lnTo>
                  <a:lnTo>
                    <a:pt x="3066915" y="238394"/>
                  </a:lnTo>
                  <a:lnTo>
                    <a:pt x="3067987" y="238084"/>
                  </a:lnTo>
                  <a:lnTo>
                    <a:pt x="3069058" y="237773"/>
                  </a:lnTo>
                  <a:lnTo>
                    <a:pt x="3070130" y="237463"/>
                  </a:lnTo>
                  <a:lnTo>
                    <a:pt x="3071202" y="237152"/>
                  </a:lnTo>
                  <a:lnTo>
                    <a:pt x="3072273" y="236842"/>
                  </a:lnTo>
                  <a:lnTo>
                    <a:pt x="3073345" y="236532"/>
                  </a:lnTo>
                  <a:lnTo>
                    <a:pt x="3074416" y="236221"/>
                  </a:lnTo>
                  <a:lnTo>
                    <a:pt x="3075488" y="235911"/>
                  </a:lnTo>
                  <a:lnTo>
                    <a:pt x="3076560" y="235602"/>
                  </a:lnTo>
                  <a:lnTo>
                    <a:pt x="3077631" y="235292"/>
                  </a:lnTo>
                  <a:lnTo>
                    <a:pt x="3078703" y="234982"/>
                  </a:lnTo>
                  <a:lnTo>
                    <a:pt x="3079774" y="234672"/>
                  </a:lnTo>
                  <a:lnTo>
                    <a:pt x="3080846" y="234363"/>
                  </a:lnTo>
                  <a:lnTo>
                    <a:pt x="3081918" y="234053"/>
                  </a:lnTo>
                  <a:lnTo>
                    <a:pt x="3082989" y="233743"/>
                  </a:lnTo>
                  <a:lnTo>
                    <a:pt x="3084061" y="233434"/>
                  </a:lnTo>
                  <a:lnTo>
                    <a:pt x="3085132" y="233125"/>
                  </a:lnTo>
                  <a:lnTo>
                    <a:pt x="3086204" y="232815"/>
                  </a:lnTo>
                  <a:lnTo>
                    <a:pt x="3087276" y="232506"/>
                  </a:lnTo>
                  <a:lnTo>
                    <a:pt x="3088347" y="232197"/>
                  </a:lnTo>
                  <a:lnTo>
                    <a:pt x="3089419" y="231888"/>
                  </a:lnTo>
                  <a:lnTo>
                    <a:pt x="3090490" y="231579"/>
                  </a:lnTo>
                  <a:lnTo>
                    <a:pt x="3091562" y="231270"/>
                  </a:lnTo>
                  <a:lnTo>
                    <a:pt x="3092634" y="230961"/>
                  </a:lnTo>
                  <a:lnTo>
                    <a:pt x="3093705" y="230652"/>
                  </a:lnTo>
                  <a:lnTo>
                    <a:pt x="3094777" y="230343"/>
                  </a:lnTo>
                  <a:lnTo>
                    <a:pt x="3095848" y="230034"/>
                  </a:lnTo>
                  <a:lnTo>
                    <a:pt x="3096920" y="229726"/>
                  </a:lnTo>
                  <a:lnTo>
                    <a:pt x="3097992" y="229417"/>
                  </a:lnTo>
                  <a:lnTo>
                    <a:pt x="3099063" y="229108"/>
                  </a:lnTo>
                  <a:lnTo>
                    <a:pt x="3100135" y="228800"/>
                  </a:lnTo>
                  <a:lnTo>
                    <a:pt x="3101206" y="228491"/>
                  </a:lnTo>
                  <a:lnTo>
                    <a:pt x="3102278" y="228182"/>
                  </a:lnTo>
                  <a:lnTo>
                    <a:pt x="3103350" y="227874"/>
                  </a:lnTo>
                  <a:lnTo>
                    <a:pt x="3104421" y="227565"/>
                  </a:lnTo>
                  <a:lnTo>
                    <a:pt x="3105493" y="227257"/>
                  </a:lnTo>
                  <a:lnTo>
                    <a:pt x="3106564" y="226948"/>
                  </a:lnTo>
                  <a:lnTo>
                    <a:pt x="3107636" y="226640"/>
                  </a:lnTo>
                  <a:lnTo>
                    <a:pt x="3108708" y="226331"/>
                  </a:lnTo>
                  <a:lnTo>
                    <a:pt x="3109779" y="226023"/>
                  </a:lnTo>
                  <a:lnTo>
                    <a:pt x="3110851" y="225714"/>
                  </a:lnTo>
                  <a:lnTo>
                    <a:pt x="3111922" y="225406"/>
                  </a:lnTo>
                  <a:lnTo>
                    <a:pt x="3112994" y="225097"/>
                  </a:lnTo>
                  <a:lnTo>
                    <a:pt x="3114066" y="224789"/>
                  </a:lnTo>
                  <a:lnTo>
                    <a:pt x="3115137" y="224480"/>
                  </a:lnTo>
                  <a:lnTo>
                    <a:pt x="3116209" y="224172"/>
                  </a:lnTo>
                  <a:lnTo>
                    <a:pt x="3117280" y="223864"/>
                  </a:lnTo>
                  <a:lnTo>
                    <a:pt x="3118352" y="223555"/>
                  </a:lnTo>
                  <a:lnTo>
                    <a:pt x="3119424" y="223247"/>
                  </a:lnTo>
                  <a:lnTo>
                    <a:pt x="3120495" y="222938"/>
                  </a:lnTo>
                  <a:lnTo>
                    <a:pt x="3121567" y="222630"/>
                  </a:lnTo>
                  <a:lnTo>
                    <a:pt x="3122638" y="222321"/>
                  </a:lnTo>
                  <a:lnTo>
                    <a:pt x="3123710" y="222013"/>
                  </a:lnTo>
                  <a:lnTo>
                    <a:pt x="3124782" y="221704"/>
                  </a:lnTo>
                  <a:lnTo>
                    <a:pt x="3125853" y="221395"/>
                  </a:lnTo>
                  <a:lnTo>
                    <a:pt x="3126925" y="221087"/>
                  </a:lnTo>
                  <a:lnTo>
                    <a:pt x="3127996" y="220778"/>
                  </a:lnTo>
                  <a:lnTo>
                    <a:pt x="3129068" y="220469"/>
                  </a:lnTo>
                  <a:lnTo>
                    <a:pt x="3130140" y="220161"/>
                  </a:lnTo>
                  <a:lnTo>
                    <a:pt x="3131211" y="219852"/>
                  </a:lnTo>
                  <a:lnTo>
                    <a:pt x="3132283" y="219543"/>
                  </a:lnTo>
                  <a:lnTo>
                    <a:pt x="3133354" y="219234"/>
                  </a:lnTo>
                  <a:lnTo>
                    <a:pt x="3134426" y="218925"/>
                  </a:lnTo>
                  <a:lnTo>
                    <a:pt x="3135498" y="218616"/>
                  </a:lnTo>
                  <a:lnTo>
                    <a:pt x="3136569" y="218307"/>
                  </a:lnTo>
                  <a:lnTo>
                    <a:pt x="3137641" y="217998"/>
                  </a:lnTo>
                  <a:lnTo>
                    <a:pt x="3138712" y="217689"/>
                  </a:lnTo>
                  <a:lnTo>
                    <a:pt x="3139784" y="217380"/>
                  </a:lnTo>
                  <a:lnTo>
                    <a:pt x="3140856" y="217071"/>
                  </a:lnTo>
                  <a:lnTo>
                    <a:pt x="3141927" y="216762"/>
                  </a:lnTo>
                  <a:lnTo>
                    <a:pt x="3142999" y="216452"/>
                  </a:lnTo>
                  <a:lnTo>
                    <a:pt x="3144070" y="216143"/>
                  </a:lnTo>
                  <a:lnTo>
                    <a:pt x="3145142" y="215834"/>
                  </a:lnTo>
                  <a:lnTo>
                    <a:pt x="3146214" y="215524"/>
                  </a:lnTo>
                  <a:lnTo>
                    <a:pt x="3147285" y="215215"/>
                  </a:lnTo>
                  <a:lnTo>
                    <a:pt x="3148357" y="214905"/>
                  </a:lnTo>
                  <a:lnTo>
                    <a:pt x="3149428" y="214596"/>
                  </a:lnTo>
                  <a:lnTo>
                    <a:pt x="3150500" y="214286"/>
                  </a:lnTo>
                  <a:lnTo>
                    <a:pt x="3151572" y="213977"/>
                  </a:lnTo>
                  <a:lnTo>
                    <a:pt x="3152643" y="213667"/>
                  </a:lnTo>
                  <a:lnTo>
                    <a:pt x="3153715" y="213357"/>
                  </a:lnTo>
                  <a:lnTo>
                    <a:pt x="3154786" y="213048"/>
                  </a:lnTo>
                  <a:lnTo>
                    <a:pt x="3155858" y="212738"/>
                  </a:lnTo>
                  <a:lnTo>
                    <a:pt x="3156930" y="212428"/>
                  </a:lnTo>
                  <a:lnTo>
                    <a:pt x="3158001" y="212118"/>
                  </a:lnTo>
                  <a:lnTo>
                    <a:pt x="3159073" y="211808"/>
                  </a:lnTo>
                  <a:lnTo>
                    <a:pt x="3160144" y="211498"/>
                  </a:lnTo>
                  <a:lnTo>
                    <a:pt x="3161216" y="211188"/>
                  </a:lnTo>
                  <a:lnTo>
                    <a:pt x="3162288" y="210878"/>
                  </a:lnTo>
                  <a:lnTo>
                    <a:pt x="3163359" y="210568"/>
                  </a:lnTo>
                  <a:lnTo>
                    <a:pt x="3164431" y="210258"/>
                  </a:lnTo>
                  <a:lnTo>
                    <a:pt x="3165502" y="209947"/>
                  </a:lnTo>
                  <a:lnTo>
                    <a:pt x="3166574" y="209637"/>
                  </a:lnTo>
                  <a:lnTo>
                    <a:pt x="3167646" y="209327"/>
                  </a:lnTo>
                  <a:lnTo>
                    <a:pt x="3168717" y="209016"/>
                  </a:lnTo>
                  <a:lnTo>
                    <a:pt x="3169789" y="208706"/>
                  </a:lnTo>
                  <a:lnTo>
                    <a:pt x="3170860" y="208396"/>
                  </a:lnTo>
                  <a:lnTo>
                    <a:pt x="3171932" y="208085"/>
                  </a:lnTo>
                  <a:lnTo>
                    <a:pt x="3173004" y="207775"/>
                  </a:lnTo>
                  <a:lnTo>
                    <a:pt x="3174075" y="207464"/>
                  </a:lnTo>
                  <a:lnTo>
                    <a:pt x="3175147" y="207153"/>
                  </a:lnTo>
                  <a:lnTo>
                    <a:pt x="3176218" y="206843"/>
                  </a:lnTo>
                  <a:lnTo>
                    <a:pt x="3177290" y="206532"/>
                  </a:lnTo>
                  <a:lnTo>
                    <a:pt x="3178362" y="206221"/>
                  </a:lnTo>
                  <a:lnTo>
                    <a:pt x="3179433" y="205910"/>
                  </a:lnTo>
                  <a:lnTo>
                    <a:pt x="3180505" y="205599"/>
                  </a:lnTo>
                  <a:lnTo>
                    <a:pt x="3181576" y="205289"/>
                  </a:lnTo>
                  <a:lnTo>
                    <a:pt x="3182648" y="204978"/>
                  </a:lnTo>
                  <a:lnTo>
                    <a:pt x="3183720" y="204667"/>
                  </a:lnTo>
                  <a:lnTo>
                    <a:pt x="3184791" y="204356"/>
                  </a:lnTo>
                  <a:lnTo>
                    <a:pt x="3185863" y="204044"/>
                  </a:lnTo>
                  <a:lnTo>
                    <a:pt x="3186934" y="203733"/>
                  </a:lnTo>
                  <a:lnTo>
                    <a:pt x="3188006" y="203422"/>
                  </a:lnTo>
                  <a:lnTo>
                    <a:pt x="3189078" y="203111"/>
                  </a:lnTo>
                  <a:lnTo>
                    <a:pt x="3190149" y="202800"/>
                  </a:lnTo>
                  <a:lnTo>
                    <a:pt x="3191221" y="202488"/>
                  </a:lnTo>
                  <a:lnTo>
                    <a:pt x="3192292" y="202177"/>
                  </a:lnTo>
                  <a:lnTo>
                    <a:pt x="3193364" y="201865"/>
                  </a:lnTo>
                  <a:lnTo>
                    <a:pt x="3194436" y="201554"/>
                  </a:lnTo>
                  <a:lnTo>
                    <a:pt x="3195507" y="201243"/>
                  </a:lnTo>
                  <a:lnTo>
                    <a:pt x="3196579" y="200931"/>
                  </a:lnTo>
                  <a:lnTo>
                    <a:pt x="3197650" y="200619"/>
                  </a:lnTo>
                  <a:lnTo>
                    <a:pt x="3198722" y="200308"/>
                  </a:lnTo>
                  <a:lnTo>
                    <a:pt x="3199793" y="199996"/>
                  </a:lnTo>
                  <a:lnTo>
                    <a:pt x="3200865" y="199684"/>
                  </a:lnTo>
                  <a:lnTo>
                    <a:pt x="3201937" y="199372"/>
                  </a:lnTo>
                  <a:lnTo>
                    <a:pt x="3203008" y="199061"/>
                  </a:lnTo>
                  <a:lnTo>
                    <a:pt x="3204080" y="198749"/>
                  </a:lnTo>
                  <a:lnTo>
                    <a:pt x="3205151" y="198437"/>
                  </a:lnTo>
                  <a:lnTo>
                    <a:pt x="3206223" y="198125"/>
                  </a:lnTo>
                  <a:lnTo>
                    <a:pt x="3207295" y="197813"/>
                  </a:lnTo>
                  <a:lnTo>
                    <a:pt x="3208366" y="197501"/>
                  </a:lnTo>
                  <a:lnTo>
                    <a:pt x="3209438" y="197189"/>
                  </a:lnTo>
                  <a:lnTo>
                    <a:pt x="3210509" y="196877"/>
                  </a:lnTo>
                  <a:lnTo>
                    <a:pt x="3211581" y="196564"/>
                  </a:lnTo>
                  <a:lnTo>
                    <a:pt x="3212653" y="196252"/>
                  </a:lnTo>
                  <a:lnTo>
                    <a:pt x="3213724" y="195940"/>
                  </a:lnTo>
                  <a:lnTo>
                    <a:pt x="3214796" y="195627"/>
                  </a:lnTo>
                  <a:lnTo>
                    <a:pt x="3215867" y="195315"/>
                  </a:lnTo>
                  <a:lnTo>
                    <a:pt x="3216939" y="195003"/>
                  </a:lnTo>
                  <a:lnTo>
                    <a:pt x="3218011" y="194690"/>
                  </a:lnTo>
                  <a:lnTo>
                    <a:pt x="3219082" y="194378"/>
                  </a:lnTo>
                  <a:lnTo>
                    <a:pt x="3220154" y="194065"/>
                  </a:lnTo>
                  <a:lnTo>
                    <a:pt x="3221225" y="193752"/>
                  </a:lnTo>
                  <a:lnTo>
                    <a:pt x="3222297" y="193440"/>
                  </a:lnTo>
                  <a:lnTo>
                    <a:pt x="3223369" y="193127"/>
                  </a:lnTo>
                  <a:lnTo>
                    <a:pt x="3224440" y="192814"/>
                  </a:lnTo>
                  <a:lnTo>
                    <a:pt x="3225512" y="192502"/>
                  </a:lnTo>
                  <a:lnTo>
                    <a:pt x="3226583" y="192189"/>
                  </a:lnTo>
                  <a:lnTo>
                    <a:pt x="3227655" y="191876"/>
                  </a:lnTo>
                  <a:lnTo>
                    <a:pt x="3228727" y="191563"/>
                  </a:lnTo>
                  <a:lnTo>
                    <a:pt x="3229798" y="191250"/>
                  </a:lnTo>
                  <a:lnTo>
                    <a:pt x="3230870" y="190937"/>
                  </a:lnTo>
                  <a:lnTo>
                    <a:pt x="3231941" y="190624"/>
                  </a:lnTo>
                  <a:lnTo>
                    <a:pt x="3233013" y="190311"/>
                  </a:lnTo>
                  <a:lnTo>
                    <a:pt x="3234085" y="189998"/>
                  </a:lnTo>
                  <a:lnTo>
                    <a:pt x="3235156" y="189684"/>
                  </a:lnTo>
                  <a:lnTo>
                    <a:pt x="3236228" y="189371"/>
                  </a:lnTo>
                  <a:lnTo>
                    <a:pt x="3237299" y="189058"/>
                  </a:lnTo>
                  <a:lnTo>
                    <a:pt x="3238371" y="188744"/>
                  </a:lnTo>
                  <a:lnTo>
                    <a:pt x="3239443" y="188431"/>
                  </a:lnTo>
                  <a:lnTo>
                    <a:pt x="3240514" y="188118"/>
                  </a:lnTo>
                  <a:lnTo>
                    <a:pt x="3241586" y="187804"/>
                  </a:lnTo>
                  <a:lnTo>
                    <a:pt x="3242657" y="187490"/>
                  </a:lnTo>
                  <a:lnTo>
                    <a:pt x="3243729" y="187177"/>
                  </a:lnTo>
                  <a:lnTo>
                    <a:pt x="3244801" y="186863"/>
                  </a:lnTo>
                  <a:lnTo>
                    <a:pt x="3245872" y="186550"/>
                  </a:lnTo>
                  <a:lnTo>
                    <a:pt x="3246944" y="186236"/>
                  </a:lnTo>
                  <a:lnTo>
                    <a:pt x="3248015" y="185922"/>
                  </a:lnTo>
                  <a:lnTo>
                    <a:pt x="3249087" y="185608"/>
                  </a:lnTo>
                  <a:lnTo>
                    <a:pt x="3250159" y="185294"/>
                  </a:lnTo>
                  <a:lnTo>
                    <a:pt x="3251230" y="184981"/>
                  </a:lnTo>
                  <a:lnTo>
                    <a:pt x="3252302" y="184667"/>
                  </a:lnTo>
                  <a:lnTo>
                    <a:pt x="3253373" y="184353"/>
                  </a:lnTo>
                  <a:lnTo>
                    <a:pt x="3254445" y="184038"/>
                  </a:lnTo>
                  <a:lnTo>
                    <a:pt x="3255517" y="183724"/>
                  </a:lnTo>
                  <a:lnTo>
                    <a:pt x="3256588" y="183410"/>
                  </a:lnTo>
                  <a:lnTo>
                    <a:pt x="3257660" y="183096"/>
                  </a:lnTo>
                  <a:lnTo>
                    <a:pt x="3258731" y="182782"/>
                  </a:lnTo>
                  <a:lnTo>
                    <a:pt x="3259803" y="182468"/>
                  </a:lnTo>
                  <a:lnTo>
                    <a:pt x="3260875" y="182153"/>
                  </a:lnTo>
                  <a:lnTo>
                    <a:pt x="3261946" y="181839"/>
                  </a:lnTo>
                  <a:lnTo>
                    <a:pt x="3263018" y="181524"/>
                  </a:lnTo>
                  <a:lnTo>
                    <a:pt x="3264089" y="181210"/>
                  </a:lnTo>
                  <a:lnTo>
                    <a:pt x="3265161" y="180895"/>
                  </a:lnTo>
                  <a:lnTo>
                    <a:pt x="3266233" y="180581"/>
                  </a:lnTo>
                  <a:lnTo>
                    <a:pt x="3267304" y="180266"/>
                  </a:lnTo>
                  <a:lnTo>
                    <a:pt x="3268376" y="179952"/>
                  </a:lnTo>
                  <a:lnTo>
                    <a:pt x="3269447" y="179637"/>
                  </a:lnTo>
                  <a:lnTo>
                    <a:pt x="3270519" y="179322"/>
                  </a:lnTo>
                  <a:lnTo>
                    <a:pt x="3271591" y="179007"/>
                  </a:lnTo>
                  <a:lnTo>
                    <a:pt x="3272662" y="178693"/>
                  </a:lnTo>
                  <a:lnTo>
                    <a:pt x="3273734" y="178378"/>
                  </a:lnTo>
                  <a:lnTo>
                    <a:pt x="3274805" y="178063"/>
                  </a:lnTo>
                  <a:lnTo>
                    <a:pt x="3275877" y="177748"/>
                  </a:lnTo>
                  <a:lnTo>
                    <a:pt x="3276949" y="177433"/>
                  </a:lnTo>
                  <a:lnTo>
                    <a:pt x="3278020" y="177118"/>
                  </a:lnTo>
                  <a:lnTo>
                    <a:pt x="3279092" y="176803"/>
                  </a:lnTo>
                  <a:lnTo>
                    <a:pt x="3280163" y="176487"/>
                  </a:lnTo>
                  <a:lnTo>
                    <a:pt x="3281235" y="176172"/>
                  </a:lnTo>
                  <a:lnTo>
                    <a:pt x="3282307" y="175857"/>
                  </a:lnTo>
                  <a:lnTo>
                    <a:pt x="3283378" y="175542"/>
                  </a:lnTo>
                  <a:lnTo>
                    <a:pt x="3284450" y="175226"/>
                  </a:lnTo>
                  <a:lnTo>
                    <a:pt x="3285521" y="174911"/>
                  </a:lnTo>
                  <a:lnTo>
                    <a:pt x="3286593" y="174595"/>
                  </a:lnTo>
                  <a:lnTo>
                    <a:pt x="3287665" y="174280"/>
                  </a:lnTo>
                  <a:lnTo>
                    <a:pt x="3288736" y="173964"/>
                  </a:lnTo>
                  <a:lnTo>
                    <a:pt x="3289808" y="173649"/>
                  </a:lnTo>
                  <a:lnTo>
                    <a:pt x="3290879" y="173333"/>
                  </a:lnTo>
                  <a:lnTo>
                    <a:pt x="3291951" y="173018"/>
                  </a:lnTo>
                  <a:lnTo>
                    <a:pt x="3293023" y="172702"/>
                  </a:lnTo>
                  <a:lnTo>
                    <a:pt x="3294094" y="172386"/>
                  </a:lnTo>
                  <a:lnTo>
                    <a:pt x="3295166" y="172070"/>
                  </a:lnTo>
                  <a:lnTo>
                    <a:pt x="3296237" y="171754"/>
                  </a:lnTo>
                  <a:lnTo>
                    <a:pt x="3297309" y="171438"/>
                  </a:lnTo>
                  <a:lnTo>
                    <a:pt x="3298381" y="171122"/>
                  </a:lnTo>
                  <a:lnTo>
                    <a:pt x="3299452" y="170806"/>
                  </a:lnTo>
                  <a:lnTo>
                    <a:pt x="3300524" y="170490"/>
                  </a:lnTo>
                  <a:lnTo>
                    <a:pt x="3301595" y="170174"/>
                  </a:lnTo>
                  <a:lnTo>
                    <a:pt x="3302667" y="169858"/>
                  </a:lnTo>
                  <a:lnTo>
                    <a:pt x="3303739" y="169542"/>
                  </a:lnTo>
                  <a:lnTo>
                    <a:pt x="3304810" y="169226"/>
                  </a:lnTo>
                  <a:lnTo>
                    <a:pt x="3305882" y="168909"/>
                  </a:lnTo>
                  <a:lnTo>
                    <a:pt x="3306953" y="168593"/>
                  </a:lnTo>
                  <a:lnTo>
                    <a:pt x="3308025" y="168277"/>
                  </a:lnTo>
                  <a:lnTo>
                    <a:pt x="3309097" y="167960"/>
                  </a:lnTo>
                  <a:lnTo>
                    <a:pt x="3310168" y="167644"/>
                  </a:lnTo>
                  <a:lnTo>
                    <a:pt x="3311240" y="167327"/>
                  </a:lnTo>
                  <a:lnTo>
                    <a:pt x="3312311" y="167011"/>
                  </a:lnTo>
                  <a:lnTo>
                    <a:pt x="3313383" y="166694"/>
                  </a:lnTo>
                  <a:lnTo>
                    <a:pt x="3314455" y="166378"/>
                  </a:lnTo>
                  <a:lnTo>
                    <a:pt x="3315526" y="166061"/>
                  </a:lnTo>
                  <a:lnTo>
                    <a:pt x="3316598" y="165744"/>
                  </a:lnTo>
                  <a:lnTo>
                    <a:pt x="3317669" y="165427"/>
                  </a:lnTo>
                  <a:lnTo>
                    <a:pt x="3318741" y="165110"/>
                  </a:lnTo>
                  <a:lnTo>
                    <a:pt x="3319813" y="164794"/>
                  </a:lnTo>
                  <a:lnTo>
                    <a:pt x="3320884" y="164477"/>
                  </a:lnTo>
                  <a:lnTo>
                    <a:pt x="3321956" y="164160"/>
                  </a:lnTo>
                  <a:lnTo>
                    <a:pt x="3323027" y="163843"/>
                  </a:lnTo>
                  <a:lnTo>
                    <a:pt x="3324099" y="163526"/>
                  </a:lnTo>
                  <a:lnTo>
                    <a:pt x="3325171" y="163208"/>
                  </a:lnTo>
                  <a:lnTo>
                    <a:pt x="3326242" y="162891"/>
                  </a:lnTo>
                  <a:lnTo>
                    <a:pt x="3327314" y="162574"/>
                  </a:lnTo>
                  <a:lnTo>
                    <a:pt x="3328385" y="162257"/>
                  </a:lnTo>
                  <a:lnTo>
                    <a:pt x="3329457" y="161939"/>
                  </a:lnTo>
                  <a:lnTo>
                    <a:pt x="3330529" y="161622"/>
                  </a:lnTo>
                  <a:lnTo>
                    <a:pt x="3331600" y="161305"/>
                  </a:lnTo>
                  <a:lnTo>
                    <a:pt x="3332672" y="160987"/>
                  </a:lnTo>
                  <a:lnTo>
                    <a:pt x="3333743" y="160670"/>
                  </a:lnTo>
                  <a:lnTo>
                    <a:pt x="3334815" y="160352"/>
                  </a:lnTo>
                  <a:lnTo>
                    <a:pt x="3335887" y="160035"/>
                  </a:lnTo>
                  <a:lnTo>
                    <a:pt x="3336958" y="159717"/>
                  </a:lnTo>
                  <a:lnTo>
                    <a:pt x="3338030" y="159399"/>
                  </a:lnTo>
                  <a:lnTo>
                    <a:pt x="3339101" y="159082"/>
                  </a:lnTo>
                  <a:lnTo>
                    <a:pt x="3340173" y="158764"/>
                  </a:lnTo>
                  <a:lnTo>
                    <a:pt x="3341245" y="158446"/>
                  </a:lnTo>
                  <a:lnTo>
                    <a:pt x="3342316" y="158128"/>
                  </a:lnTo>
                  <a:lnTo>
                    <a:pt x="3343388" y="157810"/>
                  </a:lnTo>
                  <a:lnTo>
                    <a:pt x="3344459" y="157492"/>
                  </a:lnTo>
                  <a:lnTo>
                    <a:pt x="3345531" y="157174"/>
                  </a:lnTo>
                  <a:lnTo>
                    <a:pt x="3346603" y="156856"/>
                  </a:lnTo>
                  <a:lnTo>
                    <a:pt x="3347674" y="156538"/>
                  </a:lnTo>
                  <a:lnTo>
                    <a:pt x="3348746" y="156220"/>
                  </a:lnTo>
                  <a:lnTo>
                    <a:pt x="3349817" y="155902"/>
                  </a:lnTo>
                  <a:lnTo>
                    <a:pt x="3350889" y="155583"/>
                  </a:lnTo>
                  <a:lnTo>
                    <a:pt x="3351961" y="155265"/>
                  </a:lnTo>
                  <a:lnTo>
                    <a:pt x="3353032" y="154947"/>
                  </a:lnTo>
                  <a:lnTo>
                    <a:pt x="3354104" y="154628"/>
                  </a:lnTo>
                  <a:lnTo>
                    <a:pt x="3355175" y="154310"/>
                  </a:lnTo>
                  <a:lnTo>
                    <a:pt x="3356247" y="153991"/>
                  </a:lnTo>
                  <a:lnTo>
                    <a:pt x="3357319" y="153673"/>
                  </a:lnTo>
                  <a:lnTo>
                    <a:pt x="3358390" y="153354"/>
                  </a:lnTo>
                  <a:lnTo>
                    <a:pt x="3359462" y="153036"/>
                  </a:lnTo>
                  <a:lnTo>
                    <a:pt x="3360533" y="152717"/>
                  </a:lnTo>
                  <a:lnTo>
                    <a:pt x="3361605" y="152398"/>
                  </a:lnTo>
                  <a:lnTo>
                    <a:pt x="3362677" y="152079"/>
                  </a:lnTo>
                  <a:lnTo>
                    <a:pt x="3363748" y="151761"/>
                  </a:lnTo>
                  <a:lnTo>
                    <a:pt x="3364820" y="151442"/>
                  </a:lnTo>
                  <a:lnTo>
                    <a:pt x="3365891" y="151123"/>
                  </a:lnTo>
                  <a:lnTo>
                    <a:pt x="3366963" y="150804"/>
                  </a:lnTo>
                  <a:lnTo>
                    <a:pt x="3368035" y="150485"/>
                  </a:lnTo>
                  <a:lnTo>
                    <a:pt x="3369106" y="150166"/>
                  </a:lnTo>
                  <a:lnTo>
                    <a:pt x="3370178" y="149847"/>
                  </a:lnTo>
                  <a:lnTo>
                    <a:pt x="3371249" y="149528"/>
                  </a:lnTo>
                  <a:lnTo>
                    <a:pt x="3372321" y="149208"/>
                  </a:lnTo>
                  <a:lnTo>
                    <a:pt x="3373392" y="148889"/>
                  </a:lnTo>
                  <a:lnTo>
                    <a:pt x="3374464" y="148570"/>
                  </a:lnTo>
                  <a:lnTo>
                    <a:pt x="3375536" y="148251"/>
                  </a:lnTo>
                  <a:lnTo>
                    <a:pt x="3376607" y="147931"/>
                  </a:lnTo>
                  <a:lnTo>
                    <a:pt x="3377679" y="147612"/>
                  </a:lnTo>
                  <a:lnTo>
                    <a:pt x="3378750" y="147292"/>
                  </a:lnTo>
                  <a:lnTo>
                    <a:pt x="3379822" y="146973"/>
                  </a:lnTo>
                  <a:lnTo>
                    <a:pt x="3380894" y="146653"/>
                  </a:lnTo>
                  <a:lnTo>
                    <a:pt x="3381965" y="146334"/>
                  </a:lnTo>
                  <a:lnTo>
                    <a:pt x="3383037" y="146014"/>
                  </a:lnTo>
                  <a:lnTo>
                    <a:pt x="3384108" y="145694"/>
                  </a:lnTo>
                  <a:lnTo>
                    <a:pt x="3385180" y="145374"/>
                  </a:lnTo>
                  <a:lnTo>
                    <a:pt x="3386252" y="145055"/>
                  </a:lnTo>
                  <a:lnTo>
                    <a:pt x="3387323" y="144735"/>
                  </a:lnTo>
                  <a:lnTo>
                    <a:pt x="3388395" y="144415"/>
                  </a:lnTo>
                  <a:lnTo>
                    <a:pt x="3389466" y="144095"/>
                  </a:lnTo>
                  <a:lnTo>
                    <a:pt x="3390538" y="143775"/>
                  </a:lnTo>
                  <a:lnTo>
                    <a:pt x="3391610" y="143455"/>
                  </a:lnTo>
                  <a:lnTo>
                    <a:pt x="3392681" y="143135"/>
                  </a:lnTo>
                  <a:lnTo>
                    <a:pt x="3393753" y="142815"/>
                  </a:lnTo>
                  <a:lnTo>
                    <a:pt x="3394824" y="142495"/>
                  </a:lnTo>
                  <a:lnTo>
                    <a:pt x="3395896" y="142174"/>
                  </a:lnTo>
                  <a:lnTo>
                    <a:pt x="3396968" y="141854"/>
                  </a:lnTo>
                  <a:lnTo>
                    <a:pt x="3398039" y="141534"/>
                  </a:lnTo>
                  <a:lnTo>
                    <a:pt x="3399111" y="141213"/>
                  </a:lnTo>
                  <a:lnTo>
                    <a:pt x="3400182" y="140893"/>
                  </a:lnTo>
                  <a:lnTo>
                    <a:pt x="3401254" y="140572"/>
                  </a:lnTo>
                  <a:lnTo>
                    <a:pt x="3402326" y="140252"/>
                  </a:lnTo>
                  <a:lnTo>
                    <a:pt x="3403397" y="139931"/>
                  </a:lnTo>
                  <a:lnTo>
                    <a:pt x="3404469" y="139611"/>
                  </a:lnTo>
                  <a:lnTo>
                    <a:pt x="3405540" y="139290"/>
                  </a:lnTo>
                  <a:lnTo>
                    <a:pt x="3406612" y="138969"/>
                  </a:lnTo>
                  <a:lnTo>
                    <a:pt x="3407684" y="138649"/>
                  </a:lnTo>
                  <a:lnTo>
                    <a:pt x="3408755" y="138328"/>
                  </a:lnTo>
                  <a:lnTo>
                    <a:pt x="3409827" y="138007"/>
                  </a:lnTo>
                  <a:lnTo>
                    <a:pt x="3410898" y="137686"/>
                  </a:lnTo>
                  <a:lnTo>
                    <a:pt x="3411970" y="137365"/>
                  </a:lnTo>
                  <a:lnTo>
                    <a:pt x="3413042" y="137044"/>
                  </a:lnTo>
                  <a:lnTo>
                    <a:pt x="3414113" y="136723"/>
                  </a:lnTo>
                  <a:lnTo>
                    <a:pt x="3415185" y="136402"/>
                  </a:lnTo>
                  <a:lnTo>
                    <a:pt x="3416256" y="136081"/>
                  </a:lnTo>
                  <a:lnTo>
                    <a:pt x="3417328" y="135760"/>
                  </a:lnTo>
                  <a:lnTo>
                    <a:pt x="3418400" y="135439"/>
                  </a:lnTo>
                  <a:lnTo>
                    <a:pt x="3419471" y="135117"/>
                  </a:lnTo>
                  <a:lnTo>
                    <a:pt x="3420543" y="134796"/>
                  </a:lnTo>
                  <a:lnTo>
                    <a:pt x="3421614" y="134475"/>
                  </a:lnTo>
                  <a:lnTo>
                    <a:pt x="3422686" y="134153"/>
                  </a:lnTo>
                  <a:lnTo>
                    <a:pt x="3423758" y="133832"/>
                  </a:lnTo>
                  <a:lnTo>
                    <a:pt x="3424829" y="133510"/>
                  </a:lnTo>
                  <a:lnTo>
                    <a:pt x="3425901" y="133189"/>
                  </a:lnTo>
                  <a:lnTo>
                    <a:pt x="3426972" y="132867"/>
                  </a:lnTo>
                  <a:lnTo>
                    <a:pt x="3428044" y="132545"/>
                  </a:lnTo>
                  <a:lnTo>
                    <a:pt x="3429116" y="132224"/>
                  </a:lnTo>
                  <a:lnTo>
                    <a:pt x="3430187" y="131902"/>
                  </a:lnTo>
                  <a:lnTo>
                    <a:pt x="3431259" y="131580"/>
                  </a:lnTo>
                  <a:lnTo>
                    <a:pt x="3432330" y="131258"/>
                  </a:lnTo>
                  <a:lnTo>
                    <a:pt x="3433402" y="130936"/>
                  </a:lnTo>
                  <a:lnTo>
                    <a:pt x="3434474" y="130614"/>
                  </a:lnTo>
                  <a:lnTo>
                    <a:pt x="3435545" y="130293"/>
                  </a:lnTo>
                  <a:lnTo>
                    <a:pt x="3436617" y="129970"/>
                  </a:lnTo>
                  <a:lnTo>
                    <a:pt x="3437688" y="129648"/>
                  </a:lnTo>
                  <a:lnTo>
                    <a:pt x="3438760" y="129326"/>
                  </a:lnTo>
                  <a:lnTo>
                    <a:pt x="3439832" y="129004"/>
                  </a:lnTo>
                  <a:lnTo>
                    <a:pt x="3440903" y="128682"/>
                  </a:lnTo>
                  <a:lnTo>
                    <a:pt x="3441975" y="128360"/>
                  </a:lnTo>
                  <a:lnTo>
                    <a:pt x="3443046" y="128037"/>
                  </a:lnTo>
                  <a:lnTo>
                    <a:pt x="3444118" y="127715"/>
                  </a:lnTo>
                  <a:lnTo>
                    <a:pt x="3445190" y="127393"/>
                  </a:lnTo>
                  <a:lnTo>
                    <a:pt x="3446261" y="127070"/>
                  </a:lnTo>
                  <a:lnTo>
                    <a:pt x="3447333" y="126748"/>
                  </a:lnTo>
                  <a:lnTo>
                    <a:pt x="3448404" y="126425"/>
                  </a:lnTo>
                  <a:lnTo>
                    <a:pt x="3449476" y="126102"/>
                  </a:lnTo>
                  <a:lnTo>
                    <a:pt x="3450548" y="125780"/>
                  </a:lnTo>
                  <a:lnTo>
                    <a:pt x="3451619" y="125457"/>
                  </a:lnTo>
                  <a:lnTo>
                    <a:pt x="3452691" y="125134"/>
                  </a:lnTo>
                  <a:lnTo>
                    <a:pt x="3453762" y="124812"/>
                  </a:lnTo>
                  <a:lnTo>
                    <a:pt x="3454834" y="124489"/>
                  </a:lnTo>
                  <a:lnTo>
                    <a:pt x="3455906" y="124166"/>
                  </a:lnTo>
                  <a:lnTo>
                    <a:pt x="3456977" y="123843"/>
                  </a:lnTo>
                  <a:lnTo>
                    <a:pt x="3458049" y="123520"/>
                  </a:lnTo>
                  <a:lnTo>
                    <a:pt x="3459120" y="123197"/>
                  </a:lnTo>
                  <a:lnTo>
                    <a:pt x="3460192" y="122874"/>
                  </a:lnTo>
                  <a:lnTo>
                    <a:pt x="3461264" y="122551"/>
                  </a:lnTo>
                  <a:lnTo>
                    <a:pt x="3462335" y="122227"/>
                  </a:lnTo>
                  <a:lnTo>
                    <a:pt x="3463407" y="121904"/>
                  </a:lnTo>
                  <a:lnTo>
                    <a:pt x="3464478" y="121581"/>
                  </a:lnTo>
                  <a:lnTo>
                    <a:pt x="3465550" y="121258"/>
                  </a:lnTo>
                  <a:lnTo>
                    <a:pt x="3466622" y="120934"/>
                  </a:lnTo>
                  <a:lnTo>
                    <a:pt x="3467693" y="120611"/>
                  </a:lnTo>
                  <a:lnTo>
                    <a:pt x="3468765" y="120287"/>
                  </a:lnTo>
                  <a:lnTo>
                    <a:pt x="3469836" y="119964"/>
                  </a:lnTo>
                  <a:lnTo>
                    <a:pt x="3470908" y="119640"/>
                  </a:lnTo>
                  <a:lnTo>
                    <a:pt x="3471980" y="119317"/>
                  </a:lnTo>
                  <a:lnTo>
                    <a:pt x="3473051" y="118993"/>
                  </a:lnTo>
                  <a:lnTo>
                    <a:pt x="3474123" y="118669"/>
                  </a:lnTo>
                  <a:lnTo>
                    <a:pt x="3475194" y="118346"/>
                  </a:lnTo>
                  <a:lnTo>
                    <a:pt x="3476266" y="118022"/>
                  </a:lnTo>
                  <a:lnTo>
                    <a:pt x="3477338" y="117698"/>
                  </a:lnTo>
                  <a:lnTo>
                    <a:pt x="3478409" y="117374"/>
                  </a:lnTo>
                  <a:lnTo>
                    <a:pt x="3479481" y="117050"/>
                  </a:lnTo>
                  <a:lnTo>
                    <a:pt x="3480552" y="116726"/>
                  </a:lnTo>
                  <a:lnTo>
                    <a:pt x="3481624" y="116402"/>
                  </a:lnTo>
                  <a:lnTo>
                    <a:pt x="3482696" y="116078"/>
                  </a:lnTo>
                  <a:lnTo>
                    <a:pt x="3483767" y="115754"/>
                  </a:lnTo>
                  <a:lnTo>
                    <a:pt x="3484839" y="115430"/>
                  </a:lnTo>
                  <a:lnTo>
                    <a:pt x="3485910" y="115105"/>
                  </a:lnTo>
                  <a:lnTo>
                    <a:pt x="3486982" y="114781"/>
                  </a:lnTo>
                  <a:lnTo>
                    <a:pt x="3488054" y="114457"/>
                  </a:lnTo>
                  <a:lnTo>
                    <a:pt x="3489125" y="114133"/>
                  </a:lnTo>
                  <a:lnTo>
                    <a:pt x="3490197" y="113808"/>
                  </a:lnTo>
                  <a:lnTo>
                    <a:pt x="3491268" y="113484"/>
                  </a:lnTo>
                  <a:lnTo>
                    <a:pt x="3492340" y="113159"/>
                  </a:lnTo>
                  <a:lnTo>
                    <a:pt x="3493412" y="112835"/>
                  </a:lnTo>
                  <a:lnTo>
                    <a:pt x="3494483" y="112510"/>
                  </a:lnTo>
                  <a:lnTo>
                    <a:pt x="3495555" y="112185"/>
                  </a:lnTo>
                  <a:lnTo>
                    <a:pt x="3496626" y="111861"/>
                  </a:lnTo>
                  <a:lnTo>
                    <a:pt x="3497698" y="111536"/>
                  </a:lnTo>
                  <a:lnTo>
                    <a:pt x="3498770" y="111211"/>
                  </a:lnTo>
                  <a:lnTo>
                    <a:pt x="3499841" y="110886"/>
                  </a:lnTo>
                  <a:lnTo>
                    <a:pt x="3500913" y="110561"/>
                  </a:lnTo>
                  <a:lnTo>
                    <a:pt x="3501984" y="110236"/>
                  </a:lnTo>
                  <a:lnTo>
                    <a:pt x="3503056" y="109911"/>
                  </a:lnTo>
                  <a:lnTo>
                    <a:pt x="3504128" y="109586"/>
                  </a:lnTo>
                  <a:lnTo>
                    <a:pt x="3505199" y="109261"/>
                  </a:lnTo>
                  <a:lnTo>
                    <a:pt x="3506271" y="108936"/>
                  </a:lnTo>
                  <a:lnTo>
                    <a:pt x="3507342" y="108611"/>
                  </a:lnTo>
                  <a:lnTo>
                    <a:pt x="3508414" y="108286"/>
                  </a:lnTo>
                  <a:lnTo>
                    <a:pt x="3509486" y="107960"/>
                  </a:lnTo>
                  <a:lnTo>
                    <a:pt x="3510557" y="107635"/>
                  </a:lnTo>
                  <a:lnTo>
                    <a:pt x="3511629" y="107310"/>
                  </a:lnTo>
                  <a:lnTo>
                    <a:pt x="3512700" y="106984"/>
                  </a:lnTo>
                  <a:lnTo>
                    <a:pt x="3513772" y="106659"/>
                  </a:lnTo>
                  <a:lnTo>
                    <a:pt x="3514844" y="106333"/>
                  </a:lnTo>
                  <a:lnTo>
                    <a:pt x="3515915" y="106008"/>
                  </a:lnTo>
                  <a:lnTo>
                    <a:pt x="3516987" y="105682"/>
                  </a:lnTo>
                  <a:lnTo>
                    <a:pt x="3518058" y="105356"/>
                  </a:lnTo>
                  <a:lnTo>
                    <a:pt x="3519130" y="105031"/>
                  </a:lnTo>
                  <a:lnTo>
                    <a:pt x="3520202" y="104705"/>
                  </a:lnTo>
                  <a:lnTo>
                    <a:pt x="3521273" y="104379"/>
                  </a:lnTo>
                  <a:lnTo>
                    <a:pt x="3522345" y="104053"/>
                  </a:lnTo>
                  <a:lnTo>
                    <a:pt x="3523416" y="103727"/>
                  </a:lnTo>
                  <a:lnTo>
                    <a:pt x="3524488" y="103401"/>
                  </a:lnTo>
                  <a:lnTo>
                    <a:pt x="3525560" y="103075"/>
                  </a:lnTo>
                  <a:lnTo>
                    <a:pt x="3526631" y="102749"/>
                  </a:lnTo>
                  <a:lnTo>
                    <a:pt x="3527703" y="102423"/>
                  </a:lnTo>
                  <a:lnTo>
                    <a:pt x="3528774" y="102097"/>
                  </a:lnTo>
                  <a:lnTo>
                    <a:pt x="3529846" y="101771"/>
                  </a:lnTo>
                  <a:lnTo>
                    <a:pt x="3530918" y="101445"/>
                  </a:lnTo>
                  <a:lnTo>
                    <a:pt x="3531989" y="101118"/>
                  </a:lnTo>
                  <a:lnTo>
                    <a:pt x="3533061" y="100792"/>
                  </a:lnTo>
                  <a:lnTo>
                    <a:pt x="3534132" y="100466"/>
                  </a:lnTo>
                  <a:lnTo>
                    <a:pt x="3535204" y="100139"/>
                  </a:lnTo>
                  <a:lnTo>
                    <a:pt x="3536276" y="99813"/>
                  </a:lnTo>
                  <a:lnTo>
                    <a:pt x="3537347" y="99486"/>
                  </a:lnTo>
                  <a:lnTo>
                    <a:pt x="3538419" y="99160"/>
                  </a:lnTo>
                  <a:lnTo>
                    <a:pt x="3539490" y="98833"/>
                  </a:lnTo>
                  <a:lnTo>
                    <a:pt x="3540562" y="98506"/>
                  </a:lnTo>
                  <a:lnTo>
                    <a:pt x="3541634" y="98180"/>
                  </a:lnTo>
                  <a:lnTo>
                    <a:pt x="3542705" y="97853"/>
                  </a:lnTo>
                  <a:lnTo>
                    <a:pt x="3543777" y="97526"/>
                  </a:lnTo>
                  <a:lnTo>
                    <a:pt x="3544848" y="97199"/>
                  </a:lnTo>
                  <a:lnTo>
                    <a:pt x="3545920" y="96872"/>
                  </a:lnTo>
                  <a:lnTo>
                    <a:pt x="3546992" y="96545"/>
                  </a:lnTo>
                  <a:lnTo>
                    <a:pt x="3548063" y="96218"/>
                  </a:lnTo>
                  <a:lnTo>
                    <a:pt x="3549135" y="95891"/>
                  </a:lnTo>
                  <a:lnTo>
                    <a:pt x="3550206" y="95564"/>
                  </a:lnTo>
                  <a:lnTo>
                    <a:pt x="3551278" y="95237"/>
                  </a:lnTo>
                  <a:lnTo>
                    <a:pt x="3552349" y="94910"/>
                  </a:lnTo>
                  <a:lnTo>
                    <a:pt x="3553421" y="94582"/>
                  </a:lnTo>
                  <a:lnTo>
                    <a:pt x="3554493" y="94255"/>
                  </a:lnTo>
                  <a:lnTo>
                    <a:pt x="3555564" y="93928"/>
                  </a:lnTo>
                  <a:lnTo>
                    <a:pt x="3556636" y="93600"/>
                  </a:lnTo>
                  <a:lnTo>
                    <a:pt x="3557707" y="93273"/>
                  </a:lnTo>
                  <a:lnTo>
                    <a:pt x="3558779" y="92945"/>
                  </a:lnTo>
                  <a:lnTo>
                    <a:pt x="3559851" y="92618"/>
                  </a:lnTo>
                  <a:lnTo>
                    <a:pt x="3560922" y="92290"/>
                  </a:lnTo>
                  <a:lnTo>
                    <a:pt x="3561994" y="91963"/>
                  </a:lnTo>
                  <a:lnTo>
                    <a:pt x="3563065" y="91635"/>
                  </a:lnTo>
                  <a:lnTo>
                    <a:pt x="3564137" y="91307"/>
                  </a:lnTo>
                  <a:lnTo>
                    <a:pt x="3565209" y="90979"/>
                  </a:lnTo>
                  <a:lnTo>
                    <a:pt x="3566280" y="90652"/>
                  </a:lnTo>
                  <a:lnTo>
                    <a:pt x="3567352" y="90324"/>
                  </a:lnTo>
                  <a:lnTo>
                    <a:pt x="3568423" y="89996"/>
                  </a:lnTo>
                  <a:lnTo>
                    <a:pt x="3569495" y="89668"/>
                  </a:lnTo>
                  <a:lnTo>
                    <a:pt x="3570567" y="89340"/>
                  </a:lnTo>
                  <a:lnTo>
                    <a:pt x="3571638" y="89012"/>
                  </a:lnTo>
                  <a:lnTo>
                    <a:pt x="3572710" y="88684"/>
                  </a:lnTo>
                  <a:lnTo>
                    <a:pt x="3573781" y="88355"/>
                  </a:lnTo>
                  <a:lnTo>
                    <a:pt x="3574853" y="88027"/>
                  </a:lnTo>
                  <a:lnTo>
                    <a:pt x="3575925" y="87699"/>
                  </a:lnTo>
                  <a:lnTo>
                    <a:pt x="3576996" y="87371"/>
                  </a:lnTo>
                  <a:lnTo>
                    <a:pt x="3578068" y="87042"/>
                  </a:lnTo>
                  <a:lnTo>
                    <a:pt x="3579139" y="86714"/>
                  </a:lnTo>
                  <a:lnTo>
                    <a:pt x="3580211" y="86385"/>
                  </a:lnTo>
                  <a:lnTo>
                    <a:pt x="3581283" y="86057"/>
                  </a:lnTo>
                  <a:lnTo>
                    <a:pt x="3582354" y="85728"/>
                  </a:lnTo>
                  <a:lnTo>
                    <a:pt x="3583426" y="85400"/>
                  </a:lnTo>
                  <a:lnTo>
                    <a:pt x="3584497" y="85071"/>
                  </a:lnTo>
                  <a:lnTo>
                    <a:pt x="3585569" y="84742"/>
                  </a:lnTo>
                  <a:lnTo>
                    <a:pt x="3586641" y="84413"/>
                  </a:lnTo>
                  <a:lnTo>
                    <a:pt x="3587712" y="84085"/>
                  </a:lnTo>
                  <a:lnTo>
                    <a:pt x="3588784" y="83756"/>
                  </a:lnTo>
                  <a:lnTo>
                    <a:pt x="3589855" y="83427"/>
                  </a:lnTo>
                  <a:lnTo>
                    <a:pt x="3590927" y="83098"/>
                  </a:lnTo>
                  <a:lnTo>
                    <a:pt x="3591999" y="82769"/>
                  </a:lnTo>
                  <a:lnTo>
                    <a:pt x="3593070" y="82440"/>
                  </a:lnTo>
                  <a:lnTo>
                    <a:pt x="3594142" y="82111"/>
                  </a:lnTo>
                  <a:lnTo>
                    <a:pt x="3595213" y="81782"/>
                  </a:lnTo>
                  <a:lnTo>
                    <a:pt x="3596285" y="81452"/>
                  </a:lnTo>
                  <a:lnTo>
                    <a:pt x="3597357" y="81123"/>
                  </a:lnTo>
                  <a:lnTo>
                    <a:pt x="3598428" y="80794"/>
                  </a:lnTo>
                  <a:lnTo>
                    <a:pt x="3599500" y="80465"/>
                  </a:lnTo>
                  <a:lnTo>
                    <a:pt x="3600571" y="80135"/>
                  </a:lnTo>
                  <a:lnTo>
                    <a:pt x="3601643" y="79806"/>
                  </a:lnTo>
                  <a:lnTo>
                    <a:pt x="3602715" y="79476"/>
                  </a:lnTo>
                  <a:lnTo>
                    <a:pt x="3603786" y="79147"/>
                  </a:lnTo>
                  <a:lnTo>
                    <a:pt x="3604858" y="78817"/>
                  </a:lnTo>
                  <a:lnTo>
                    <a:pt x="3605929" y="78487"/>
                  </a:lnTo>
                  <a:lnTo>
                    <a:pt x="3607001" y="78158"/>
                  </a:lnTo>
                  <a:lnTo>
                    <a:pt x="3608073" y="77828"/>
                  </a:lnTo>
                  <a:lnTo>
                    <a:pt x="3609144" y="77498"/>
                  </a:lnTo>
                  <a:lnTo>
                    <a:pt x="3610216" y="77168"/>
                  </a:lnTo>
                  <a:lnTo>
                    <a:pt x="3611287" y="76839"/>
                  </a:lnTo>
                  <a:lnTo>
                    <a:pt x="3612359" y="76509"/>
                  </a:lnTo>
                  <a:lnTo>
                    <a:pt x="3613431" y="76179"/>
                  </a:lnTo>
                  <a:lnTo>
                    <a:pt x="3614502" y="75849"/>
                  </a:lnTo>
                  <a:lnTo>
                    <a:pt x="3615574" y="75519"/>
                  </a:lnTo>
                  <a:lnTo>
                    <a:pt x="3616645" y="75188"/>
                  </a:lnTo>
                  <a:lnTo>
                    <a:pt x="3617717" y="74858"/>
                  </a:lnTo>
                  <a:lnTo>
                    <a:pt x="3618789" y="74528"/>
                  </a:lnTo>
                  <a:lnTo>
                    <a:pt x="3619860" y="74198"/>
                  </a:lnTo>
                  <a:lnTo>
                    <a:pt x="3620932" y="73868"/>
                  </a:lnTo>
                  <a:lnTo>
                    <a:pt x="3622003" y="73537"/>
                  </a:lnTo>
                  <a:lnTo>
                    <a:pt x="3623075" y="73207"/>
                  </a:lnTo>
                  <a:lnTo>
                    <a:pt x="3624147" y="72876"/>
                  </a:lnTo>
                  <a:lnTo>
                    <a:pt x="3625218" y="72546"/>
                  </a:lnTo>
                  <a:lnTo>
                    <a:pt x="3626290" y="72215"/>
                  </a:lnTo>
                  <a:lnTo>
                    <a:pt x="3627361" y="71885"/>
                  </a:lnTo>
                  <a:lnTo>
                    <a:pt x="3628433" y="71554"/>
                  </a:lnTo>
                  <a:lnTo>
                    <a:pt x="3629505" y="71223"/>
                  </a:lnTo>
                  <a:lnTo>
                    <a:pt x="3630576" y="70892"/>
                  </a:lnTo>
                  <a:lnTo>
                    <a:pt x="3631648" y="70562"/>
                  </a:lnTo>
                  <a:lnTo>
                    <a:pt x="3632719" y="70231"/>
                  </a:lnTo>
                  <a:lnTo>
                    <a:pt x="3633791" y="69900"/>
                  </a:lnTo>
                  <a:lnTo>
                    <a:pt x="3634863" y="69569"/>
                  </a:lnTo>
                  <a:lnTo>
                    <a:pt x="3635934" y="69238"/>
                  </a:lnTo>
                  <a:lnTo>
                    <a:pt x="3637006" y="68907"/>
                  </a:lnTo>
                  <a:lnTo>
                    <a:pt x="3638077" y="68576"/>
                  </a:lnTo>
                  <a:lnTo>
                    <a:pt x="3639149" y="68245"/>
                  </a:lnTo>
                  <a:lnTo>
                    <a:pt x="3640221" y="67913"/>
                  </a:lnTo>
                  <a:lnTo>
                    <a:pt x="3641292" y="67582"/>
                  </a:lnTo>
                  <a:lnTo>
                    <a:pt x="3642364" y="67251"/>
                  </a:lnTo>
                  <a:lnTo>
                    <a:pt x="3643435" y="66920"/>
                  </a:lnTo>
                  <a:lnTo>
                    <a:pt x="3644507" y="66588"/>
                  </a:lnTo>
                  <a:lnTo>
                    <a:pt x="3645579" y="66257"/>
                  </a:lnTo>
                  <a:lnTo>
                    <a:pt x="3646650" y="65925"/>
                  </a:lnTo>
                  <a:lnTo>
                    <a:pt x="3647722" y="65594"/>
                  </a:lnTo>
                  <a:lnTo>
                    <a:pt x="3648793" y="65262"/>
                  </a:lnTo>
                  <a:lnTo>
                    <a:pt x="3649865" y="64931"/>
                  </a:lnTo>
                  <a:lnTo>
                    <a:pt x="3650937" y="64599"/>
                  </a:lnTo>
                  <a:lnTo>
                    <a:pt x="3652008" y="64267"/>
                  </a:lnTo>
                  <a:lnTo>
                    <a:pt x="3653080" y="63935"/>
                  </a:lnTo>
                  <a:lnTo>
                    <a:pt x="3654151" y="63604"/>
                  </a:lnTo>
                  <a:lnTo>
                    <a:pt x="3655223" y="63272"/>
                  </a:lnTo>
                  <a:lnTo>
                    <a:pt x="3656295" y="62940"/>
                  </a:lnTo>
                  <a:lnTo>
                    <a:pt x="3657366" y="62608"/>
                  </a:lnTo>
                  <a:lnTo>
                    <a:pt x="3658438" y="62276"/>
                  </a:lnTo>
                  <a:lnTo>
                    <a:pt x="3659509" y="61944"/>
                  </a:lnTo>
                  <a:lnTo>
                    <a:pt x="3660581" y="61611"/>
                  </a:lnTo>
                  <a:lnTo>
                    <a:pt x="3661653" y="61279"/>
                  </a:lnTo>
                  <a:lnTo>
                    <a:pt x="3662724" y="60947"/>
                  </a:lnTo>
                  <a:lnTo>
                    <a:pt x="3663796" y="60615"/>
                  </a:lnTo>
                  <a:lnTo>
                    <a:pt x="3664867" y="60283"/>
                  </a:lnTo>
                  <a:lnTo>
                    <a:pt x="3665939" y="59950"/>
                  </a:lnTo>
                  <a:lnTo>
                    <a:pt x="3667011" y="59618"/>
                  </a:lnTo>
                  <a:lnTo>
                    <a:pt x="3668082" y="59285"/>
                  </a:lnTo>
                  <a:lnTo>
                    <a:pt x="3669154" y="58953"/>
                  </a:lnTo>
                  <a:lnTo>
                    <a:pt x="3670225" y="58620"/>
                  </a:lnTo>
                  <a:lnTo>
                    <a:pt x="3671297" y="58288"/>
                  </a:lnTo>
                  <a:lnTo>
                    <a:pt x="3672369" y="57955"/>
                  </a:lnTo>
                  <a:lnTo>
                    <a:pt x="3673440" y="57622"/>
                  </a:lnTo>
                  <a:lnTo>
                    <a:pt x="3674512" y="57289"/>
                  </a:lnTo>
                  <a:lnTo>
                    <a:pt x="3675583" y="56957"/>
                  </a:lnTo>
                  <a:lnTo>
                    <a:pt x="3676655" y="56624"/>
                  </a:lnTo>
                  <a:lnTo>
                    <a:pt x="3677727" y="56291"/>
                  </a:lnTo>
                  <a:lnTo>
                    <a:pt x="3678798" y="55958"/>
                  </a:lnTo>
                  <a:lnTo>
                    <a:pt x="3679870" y="55625"/>
                  </a:lnTo>
                  <a:lnTo>
                    <a:pt x="3680941" y="55292"/>
                  </a:lnTo>
                  <a:lnTo>
                    <a:pt x="3682013" y="54959"/>
                  </a:lnTo>
                  <a:lnTo>
                    <a:pt x="3683085" y="54626"/>
                  </a:lnTo>
                  <a:lnTo>
                    <a:pt x="3684156" y="54292"/>
                  </a:lnTo>
                  <a:lnTo>
                    <a:pt x="3685228" y="53959"/>
                  </a:lnTo>
                  <a:lnTo>
                    <a:pt x="3686299" y="53626"/>
                  </a:lnTo>
                  <a:lnTo>
                    <a:pt x="3687371" y="53292"/>
                  </a:lnTo>
                  <a:lnTo>
                    <a:pt x="3688443" y="52959"/>
                  </a:lnTo>
                  <a:lnTo>
                    <a:pt x="3689514" y="52626"/>
                  </a:lnTo>
                  <a:lnTo>
                    <a:pt x="3690586" y="52292"/>
                  </a:lnTo>
                  <a:lnTo>
                    <a:pt x="3691657" y="51959"/>
                  </a:lnTo>
                  <a:lnTo>
                    <a:pt x="3692729" y="51625"/>
                  </a:lnTo>
                  <a:lnTo>
                    <a:pt x="3693801" y="51291"/>
                  </a:lnTo>
                  <a:lnTo>
                    <a:pt x="3694872" y="50958"/>
                  </a:lnTo>
                  <a:lnTo>
                    <a:pt x="3695944" y="50624"/>
                  </a:lnTo>
                  <a:lnTo>
                    <a:pt x="3697015" y="50290"/>
                  </a:lnTo>
                  <a:lnTo>
                    <a:pt x="3698087" y="49956"/>
                  </a:lnTo>
                  <a:lnTo>
                    <a:pt x="3699159" y="49622"/>
                  </a:lnTo>
                  <a:lnTo>
                    <a:pt x="3700230" y="49288"/>
                  </a:lnTo>
                  <a:lnTo>
                    <a:pt x="3701302" y="48954"/>
                  </a:lnTo>
                  <a:lnTo>
                    <a:pt x="3702373" y="48620"/>
                  </a:lnTo>
                  <a:lnTo>
                    <a:pt x="3703445" y="48286"/>
                  </a:lnTo>
                  <a:lnTo>
                    <a:pt x="3704517" y="47952"/>
                  </a:lnTo>
                  <a:lnTo>
                    <a:pt x="3705588" y="47618"/>
                  </a:lnTo>
                  <a:lnTo>
                    <a:pt x="3706660" y="47284"/>
                  </a:lnTo>
                  <a:lnTo>
                    <a:pt x="3707731" y="46949"/>
                  </a:lnTo>
                  <a:lnTo>
                    <a:pt x="3708803" y="46615"/>
                  </a:lnTo>
                  <a:lnTo>
                    <a:pt x="3709875" y="46281"/>
                  </a:lnTo>
                  <a:lnTo>
                    <a:pt x="3710946" y="45946"/>
                  </a:lnTo>
                  <a:lnTo>
                    <a:pt x="3712018" y="45612"/>
                  </a:lnTo>
                  <a:lnTo>
                    <a:pt x="3713089" y="45277"/>
                  </a:lnTo>
                  <a:lnTo>
                    <a:pt x="3714161" y="44943"/>
                  </a:lnTo>
                  <a:lnTo>
                    <a:pt x="3715233" y="44608"/>
                  </a:lnTo>
                  <a:lnTo>
                    <a:pt x="3716304" y="44273"/>
                  </a:lnTo>
                  <a:lnTo>
                    <a:pt x="3717376" y="43939"/>
                  </a:lnTo>
                  <a:lnTo>
                    <a:pt x="3718447" y="43604"/>
                  </a:lnTo>
                  <a:lnTo>
                    <a:pt x="3719519" y="43269"/>
                  </a:lnTo>
                  <a:lnTo>
                    <a:pt x="3720591" y="42934"/>
                  </a:lnTo>
                  <a:lnTo>
                    <a:pt x="3721662" y="42599"/>
                  </a:lnTo>
                  <a:lnTo>
                    <a:pt x="3722734" y="42264"/>
                  </a:lnTo>
                  <a:lnTo>
                    <a:pt x="3723805" y="41929"/>
                  </a:lnTo>
                  <a:lnTo>
                    <a:pt x="3724877" y="41594"/>
                  </a:lnTo>
                  <a:lnTo>
                    <a:pt x="3725949" y="41259"/>
                  </a:lnTo>
                  <a:lnTo>
                    <a:pt x="3727020" y="40924"/>
                  </a:lnTo>
                  <a:lnTo>
                    <a:pt x="3728092" y="40588"/>
                  </a:lnTo>
                  <a:lnTo>
                    <a:pt x="3729163" y="40253"/>
                  </a:lnTo>
                  <a:lnTo>
                    <a:pt x="3730235" y="39918"/>
                  </a:lnTo>
                  <a:lnTo>
                    <a:pt x="3731306" y="39582"/>
                  </a:lnTo>
                  <a:lnTo>
                    <a:pt x="3732378" y="39247"/>
                  </a:lnTo>
                  <a:lnTo>
                    <a:pt x="3733450" y="38912"/>
                  </a:lnTo>
                  <a:lnTo>
                    <a:pt x="3734521" y="38576"/>
                  </a:lnTo>
                  <a:lnTo>
                    <a:pt x="3735593" y="38240"/>
                  </a:lnTo>
                  <a:lnTo>
                    <a:pt x="3736664" y="37905"/>
                  </a:lnTo>
                  <a:lnTo>
                    <a:pt x="3737736" y="37569"/>
                  </a:lnTo>
                  <a:lnTo>
                    <a:pt x="3738808" y="37233"/>
                  </a:lnTo>
                  <a:lnTo>
                    <a:pt x="3739879" y="36898"/>
                  </a:lnTo>
                  <a:lnTo>
                    <a:pt x="3740951" y="36562"/>
                  </a:lnTo>
                  <a:lnTo>
                    <a:pt x="3742022" y="36226"/>
                  </a:lnTo>
                  <a:lnTo>
                    <a:pt x="3743094" y="35890"/>
                  </a:lnTo>
                  <a:lnTo>
                    <a:pt x="3744166" y="35554"/>
                  </a:lnTo>
                  <a:lnTo>
                    <a:pt x="3745237" y="35218"/>
                  </a:lnTo>
                  <a:lnTo>
                    <a:pt x="3746309" y="34882"/>
                  </a:lnTo>
                  <a:lnTo>
                    <a:pt x="3747380" y="34546"/>
                  </a:lnTo>
                  <a:lnTo>
                    <a:pt x="3748452" y="34210"/>
                  </a:lnTo>
                  <a:lnTo>
                    <a:pt x="3749524" y="33873"/>
                  </a:lnTo>
                  <a:lnTo>
                    <a:pt x="3750595" y="33537"/>
                  </a:lnTo>
                  <a:lnTo>
                    <a:pt x="3751667" y="33201"/>
                  </a:lnTo>
                  <a:lnTo>
                    <a:pt x="3752738" y="32865"/>
                  </a:lnTo>
                  <a:lnTo>
                    <a:pt x="3753810" y="32528"/>
                  </a:lnTo>
                  <a:lnTo>
                    <a:pt x="3754882" y="32192"/>
                  </a:lnTo>
                  <a:lnTo>
                    <a:pt x="3755953" y="31855"/>
                  </a:lnTo>
                  <a:lnTo>
                    <a:pt x="3757025" y="31519"/>
                  </a:lnTo>
                  <a:lnTo>
                    <a:pt x="3758096" y="31182"/>
                  </a:lnTo>
                  <a:lnTo>
                    <a:pt x="3759168" y="30845"/>
                  </a:lnTo>
                  <a:lnTo>
                    <a:pt x="3760240" y="30509"/>
                  </a:lnTo>
                  <a:lnTo>
                    <a:pt x="3761311" y="30172"/>
                  </a:lnTo>
                  <a:lnTo>
                    <a:pt x="3762383" y="29835"/>
                  </a:lnTo>
                  <a:lnTo>
                    <a:pt x="3763454" y="29498"/>
                  </a:lnTo>
                  <a:lnTo>
                    <a:pt x="3764526" y="29161"/>
                  </a:lnTo>
                  <a:lnTo>
                    <a:pt x="3765598" y="28824"/>
                  </a:lnTo>
                  <a:lnTo>
                    <a:pt x="3766669" y="28487"/>
                  </a:lnTo>
                  <a:lnTo>
                    <a:pt x="3767741" y="28150"/>
                  </a:lnTo>
                  <a:lnTo>
                    <a:pt x="3768812" y="27813"/>
                  </a:lnTo>
                  <a:lnTo>
                    <a:pt x="3769884" y="27476"/>
                  </a:lnTo>
                  <a:lnTo>
                    <a:pt x="3770956" y="27139"/>
                  </a:lnTo>
                  <a:lnTo>
                    <a:pt x="3772027" y="26801"/>
                  </a:lnTo>
                  <a:lnTo>
                    <a:pt x="3773099" y="26464"/>
                  </a:lnTo>
                  <a:lnTo>
                    <a:pt x="3774170" y="26127"/>
                  </a:lnTo>
                  <a:lnTo>
                    <a:pt x="3775242" y="25789"/>
                  </a:lnTo>
                  <a:lnTo>
                    <a:pt x="3776314" y="25452"/>
                  </a:lnTo>
                  <a:lnTo>
                    <a:pt x="3777385" y="25114"/>
                  </a:lnTo>
                  <a:lnTo>
                    <a:pt x="3778457" y="24777"/>
                  </a:lnTo>
                  <a:lnTo>
                    <a:pt x="3779528" y="24439"/>
                  </a:lnTo>
                  <a:lnTo>
                    <a:pt x="3780600" y="24101"/>
                  </a:lnTo>
                  <a:lnTo>
                    <a:pt x="3781672" y="23764"/>
                  </a:lnTo>
                  <a:lnTo>
                    <a:pt x="3782743" y="23426"/>
                  </a:lnTo>
                  <a:lnTo>
                    <a:pt x="3783815" y="23088"/>
                  </a:lnTo>
                  <a:lnTo>
                    <a:pt x="3784886" y="22750"/>
                  </a:lnTo>
                  <a:lnTo>
                    <a:pt x="3785958" y="22412"/>
                  </a:lnTo>
                  <a:lnTo>
                    <a:pt x="3787030" y="22074"/>
                  </a:lnTo>
                  <a:lnTo>
                    <a:pt x="3788101" y="21736"/>
                  </a:lnTo>
                  <a:lnTo>
                    <a:pt x="3789173" y="21398"/>
                  </a:lnTo>
                  <a:lnTo>
                    <a:pt x="3790244" y="21060"/>
                  </a:lnTo>
                  <a:lnTo>
                    <a:pt x="3791316" y="20722"/>
                  </a:lnTo>
                  <a:lnTo>
                    <a:pt x="3792388" y="20384"/>
                  </a:lnTo>
                  <a:lnTo>
                    <a:pt x="3793459" y="20046"/>
                  </a:lnTo>
                  <a:lnTo>
                    <a:pt x="3794531" y="19707"/>
                  </a:lnTo>
                  <a:lnTo>
                    <a:pt x="3795602" y="19369"/>
                  </a:lnTo>
                  <a:lnTo>
                    <a:pt x="3796674" y="19031"/>
                  </a:lnTo>
                  <a:lnTo>
                    <a:pt x="3797746" y="18692"/>
                  </a:lnTo>
                  <a:lnTo>
                    <a:pt x="3798817" y="18354"/>
                  </a:lnTo>
                  <a:lnTo>
                    <a:pt x="3799889" y="18015"/>
                  </a:lnTo>
                  <a:lnTo>
                    <a:pt x="3800960" y="17676"/>
                  </a:lnTo>
                  <a:lnTo>
                    <a:pt x="3802032" y="17338"/>
                  </a:lnTo>
                  <a:lnTo>
                    <a:pt x="3803104" y="16999"/>
                  </a:lnTo>
                  <a:lnTo>
                    <a:pt x="3804175" y="16660"/>
                  </a:lnTo>
                  <a:lnTo>
                    <a:pt x="3805247" y="16321"/>
                  </a:lnTo>
                  <a:lnTo>
                    <a:pt x="3806318" y="15983"/>
                  </a:lnTo>
                  <a:lnTo>
                    <a:pt x="3807390" y="15644"/>
                  </a:lnTo>
                  <a:lnTo>
                    <a:pt x="3808462" y="15305"/>
                  </a:lnTo>
                  <a:lnTo>
                    <a:pt x="3809533" y="14966"/>
                  </a:lnTo>
                  <a:lnTo>
                    <a:pt x="3810605" y="14627"/>
                  </a:lnTo>
                  <a:lnTo>
                    <a:pt x="3811676" y="14288"/>
                  </a:lnTo>
                  <a:lnTo>
                    <a:pt x="3812748" y="13948"/>
                  </a:lnTo>
                  <a:lnTo>
                    <a:pt x="3813820" y="13609"/>
                  </a:lnTo>
                  <a:lnTo>
                    <a:pt x="3814891" y="13270"/>
                  </a:lnTo>
                  <a:lnTo>
                    <a:pt x="3815963" y="12931"/>
                  </a:lnTo>
                  <a:lnTo>
                    <a:pt x="3817034" y="12591"/>
                  </a:lnTo>
                  <a:lnTo>
                    <a:pt x="3818106" y="12252"/>
                  </a:lnTo>
                  <a:lnTo>
                    <a:pt x="3819178" y="11912"/>
                  </a:lnTo>
                  <a:lnTo>
                    <a:pt x="3820249" y="11573"/>
                  </a:lnTo>
                  <a:lnTo>
                    <a:pt x="3821321" y="11233"/>
                  </a:lnTo>
                  <a:lnTo>
                    <a:pt x="3822392" y="10894"/>
                  </a:lnTo>
                  <a:lnTo>
                    <a:pt x="3823464" y="10554"/>
                  </a:lnTo>
                  <a:lnTo>
                    <a:pt x="3824536" y="10214"/>
                  </a:lnTo>
                  <a:lnTo>
                    <a:pt x="3825607" y="9874"/>
                  </a:lnTo>
                  <a:lnTo>
                    <a:pt x="3826679" y="9535"/>
                  </a:lnTo>
                  <a:lnTo>
                    <a:pt x="3827750" y="9195"/>
                  </a:lnTo>
                  <a:lnTo>
                    <a:pt x="3828822" y="8855"/>
                  </a:lnTo>
                  <a:lnTo>
                    <a:pt x="3829894" y="8515"/>
                  </a:lnTo>
                  <a:lnTo>
                    <a:pt x="3830965" y="8175"/>
                  </a:lnTo>
                  <a:lnTo>
                    <a:pt x="3832037" y="7835"/>
                  </a:lnTo>
                  <a:lnTo>
                    <a:pt x="3833108" y="7495"/>
                  </a:lnTo>
                  <a:lnTo>
                    <a:pt x="3834180" y="7155"/>
                  </a:lnTo>
                  <a:lnTo>
                    <a:pt x="3835252" y="6814"/>
                  </a:lnTo>
                  <a:lnTo>
                    <a:pt x="3836323" y="6474"/>
                  </a:lnTo>
                  <a:lnTo>
                    <a:pt x="3837395" y="6134"/>
                  </a:lnTo>
                  <a:lnTo>
                    <a:pt x="3838466" y="5793"/>
                  </a:lnTo>
                  <a:lnTo>
                    <a:pt x="3839538" y="5453"/>
                  </a:lnTo>
                  <a:lnTo>
                    <a:pt x="3840610" y="5113"/>
                  </a:lnTo>
                  <a:lnTo>
                    <a:pt x="3841681" y="4772"/>
                  </a:lnTo>
                  <a:lnTo>
                    <a:pt x="3842753" y="4431"/>
                  </a:lnTo>
                  <a:lnTo>
                    <a:pt x="3843824" y="4091"/>
                  </a:lnTo>
                  <a:lnTo>
                    <a:pt x="3844896" y="3750"/>
                  </a:lnTo>
                  <a:lnTo>
                    <a:pt x="3845968" y="3409"/>
                  </a:lnTo>
                  <a:lnTo>
                    <a:pt x="3847039" y="3069"/>
                  </a:lnTo>
                  <a:lnTo>
                    <a:pt x="3848111" y="2728"/>
                  </a:lnTo>
                  <a:lnTo>
                    <a:pt x="3849182" y="2387"/>
                  </a:lnTo>
                  <a:lnTo>
                    <a:pt x="3850254" y="2046"/>
                  </a:lnTo>
                  <a:lnTo>
                    <a:pt x="3851326" y="1705"/>
                  </a:lnTo>
                  <a:lnTo>
                    <a:pt x="3852397" y="1364"/>
                  </a:lnTo>
                  <a:lnTo>
                    <a:pt x="3853469" y="1023"/>
                  </a:lnTo>
                  <a:lnTo>
                    <a:pt x="3854540" y="682"/>
                  </a:lnTo>
                  <a:lnTo>
                    <a:pt x="3855612" y="341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5034264" y="1855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tx78"/>
            <p:cNvSpPr/>
            <p:nvPr/>
          </p:nvSpPr>
          <p:spPr>
            <a:xfrm>
              <a:off x="5227099" y="386610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227099" y="646782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tx81"/>
            <p:cNvSpPr/>
            <p:nvPr/>
          </p:nvSpPr>
          <p:spPr>
            <a:xfrm>
              <a:off x="4793966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793966" y="2342954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4793966" y="180871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793966" y="1274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793966" y="7402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4793966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2.5</a:t>
              </a:r>
            </a:p>
          </p:txBody>
        </p:sp>
        <p:sp>
          <p:nvSpPr>
            <p:cNvPr id="87" name="pl87"/>
            <p:cNvSpPr/>
            <p:nvPr/>
          </p:nvSpPr>
          <p:spPr>
            <a:xfrm>
              <a:off x="4999470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4999470" y="23900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4999470" y="18557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90"/>
            <p:cNvSpPr/>
            <p:nvPr/>
          </p:nvSpPr>
          <p:spPr>
            <a:xfrm>
              <a:off x="4999470" y="1321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91"/>
            <p:cNvSpPr/>
            <p:nvPr/>
          </p:nvSpPr>
          <p:spPr>
            <a:xfrm>
              <a:off x="4999470" y="7872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92"/>
            <p:cNvSpPr/>
            <p:nvPr/>
          </p:nvSpPr>
          <p:spPr>
            <a:xfrm>
              <a:off x="4999470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5999061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94"/>
            <p:cNvSpPr/>
            <p:nvPr/>
          </p:nvSpPr>
          <p:spPr>
            <a:xfrm>
              <a:off x="714576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8292467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tx96"/>
            <p:cNvSpPr/>
            <p:nvPr/>
          </p:nvSpPr>
          <p:spPr>
            <a:xfrm>
              <a:off x="5910227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0.6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56930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203633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573849" y="3239309"/>
              <a:ext cx="77751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-ABSI</a:t>
              </a:r>
            </a:p>
          </p:txBody>
        </p:sp>
        <p:sp>
          <p:nvSpPr>
            <p:cNvPr id="100" name="rc100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684231" y="589281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102"/>
            <p:cNvSpPr/>
            <p:nvPr/>
          </p:nvSpPr>
          <p:spPr>
            <a:xfrm>
              <a:off x="684231" y="522501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103"/>
            <p:cNvSpPr/>
            <p:nvPr/>
          </p:nvSpPr>
          <p:spPr>
            <a:xfrm>
              <a:off x="684231" y="455722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104"/>
            <p:cNvSpPr/>
            <p:nvPr/>
          </p:nvSpPr>
          <p:spPr>
            <a:xfrm>
              <a:off x="684231" y="388942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958584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98066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300274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402483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109"/>
            <p:cNvSpPr/>
            <p:nvPr/>
          </p:nvSpPr>
          <p:spPr>
            <a:xfrm>
              <a:off x="684231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l110"/>
            <p:cNvSpPr/>
            <p:nvPr/>
          </p:nvSpPr>
          <p:spPr>
            <a:xfrm>
              <a:off x="684231" y="55589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684231" y="422332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684231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469625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249170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351379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453587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684231" y="3708563"/>
              <a:ext cx="3856684" cy="1931436"/>
            </a:xfrm>
            <a:custGeom>
              <a:avLst/>
              <a:gdLst/>
              <a:ahLst/>
              <a:cxnLst/>
              <a:rect l="0" t="0" r="0" b="0"/>
              <a:pathLst>
                <a:path w="3856684" h="1931436">
                  <a:moveTo>
                    <a:pt x="0" y="1690725"/>
                  </a:moveTo>
                  <a:lnTo>
                    <a:pt x="1071" y="1690718"/>
                  </a:lnTo>
                  <a:lnTo>
                    <a:pt x="2143" y="1690711"/>
                  </a:lnTo>
                  <a:lnTo>
                    <a:pt x="3214" y="1690704"/>
                  </a:lnTo>
                  <a:lnTo>
                    <a:pt x="4286" y="1690697"/>
                  </a:lnTo>
                  <a:lnTo>
                    <a:pt x="5357" y="1690690"/>
                  </a:lnTo>
                  <a:lnTo>
                    <a:pt x="6429" y="1690683"/>
                  </a:lnTo>
                  <a:lnTo>
                    <a:pt x="7501" y="1690676"/>
                  </a:lnTo>
                  <a:lnTo>
                    <a:pt x="8572" y="1690668"/>
                  </a:lnTo>
                  <a:lnTo>
                    <a:pt x="9644" y="1690661"/>
                  </a:lnTo>
                  <a:lnTo>
                    <a:pt x="10715" y="1690653"/>
                  </a:lnTo>
                  <a:lnTo>
                    <a:pt x="11787" y="1690646"/>
                  </a:lnTo>
                  <a:lnTo>
                    <a:pt x="12859" y="1690638"/>
                  </a:lnTo>
                  <a:lnTo>
                    <a:pt x="13930" y="1690630"/>
                  </a:lnTo>
                  <a:lnTo>
                    <a:pt x="15002" y="1690623"/>
                  </a:lnTo>
                  <a:lnTo>
                    <a:pt x="16073" y="1690615"/>
                  </a:lnTo>
                  <a:lnTo>
                    <a:pt x="17145" y="1690607"/>
                  </a:lnTo>
                  <a:lnTo>
                    <a:pt x="18217" y="1690599"/>
                  </a:lnTo>
                  <a:lnTo>
                    <a:pt x="19288" y="1690590"/>
                  </a:lnTo>
                  <a:lnTo>
                    <a:pt x="20360" y="1690582"/>
                  </a:lnTo>
                  <a:lnTo>
                    <a:pt x="21431" y="1690574"/>
                  </a:lnTo>
                  <a:lnTo>
                    <a:pt x="22503" y="1690565"/>
                  </a:lnTo>
                  <a:lnTo>
                    <a:pt x="23575" y="1690557"/>
                  </a:lnTo>
                  <a:lnTo>
                    <a:pt x="24646" y="1690548"/>
                  </a:lnTo>
                  <a:lnTo>
                    <a:pt x="25718" y="1690540"/>
                  </a:lnTo>
                  <a:lnTo>
                    <a:pt x="26789" y="1690531"/>
                  </a:lnTo>
                  <a:lnTo>
                    <a:pt x="27861" y="1690522"/>
                  </a:lnTo>
                  <a:lnTo>
                    <a:pt x="28933" y="1690513"/>
                  </a:lnTo>
                  <a:lnTo>
                    <a:pt x="30004" y="1690504"/>
                  </a:lnTo>
                  <a:lnTo>
                    <a:pt x="31076" y="1690495"/>
                  </a:lnTo>
                  <a:lnTo>
                    <a:pt x="32147" y="1690486"/>
                  </a:lnTo>
                  <a:lnTo>
                    <a:pt x="33219" y="1690477"/>
                  </a:lnTo>
                  <a:lnTo>
                    <a:pt x="34291" y="1690467"/>
                  </a:lnTo>
                  <a:lnTo>
                    <a:pt x="35362" y="1690458"/>
                  </a:lnTo>
                  <a:lnTo>
                    <a:pt x="36434" y="1690449"/>
                  </a:lnTo>
                  <a:lnTo>
                    <a:pt x="37505" y="1690439"/>
                  </a:lnTo>
                  <a:lnTo>
                    <a:pt x="38577" y="1690429"/>
                  </a:lnTo>
                  <a:lnTo>
                    <a:pt x="39649" y="1690419"/>
                  </a:lnTo>
                  <a:lnTo>
                    <a:pt x="40720" y="1690410"/>
                  </a:lnTo>
                  <a:lnTo>
                    <a:pt x="41792" y="1690400"/>
                  </a:lnTo>
                  <a:lnTo>
                    <a:pt x="42863" y="1690390"/>
                  </a:lnTo>
                  <a:lnTo>
                    <a:pt x="43935" y="1690380"/>
                  </a:lnTo>
                  <a:lnTo>
                    <a:pt x="45007" y="1690369"/>
                  </a:lnTo>
                  <a:lnTo>
                    <a:pt x="46078" y="1690359"/>
                  </a:lnTo>
                  <a:lnTo>
                    <a:pt x="47150" y="1690349"/>
                  </a:lnTo>
                  <a:lnTo>
                    <a:pt x="48221" y="1690338"/>
                  </a:lnTo>
                  <a:lnTo>
                    <a:pt x="49293" y="1690328"/>
                  </a:lnTo>
                  <a:lnTo>
                    <a:pt x="50365" y="1690317"/>
                  </a:lnTo>
                  <a:lnTo>
                    <a:pt x="51436" y="1690306"/>
                  </a:lnTo>
                  <a:lnTo>
                    <a:pt x="52508" y="1690295"/>
                  </a:lnTo>
                  <a:lnTo>
                    <a:pt x="53579" y="1690284"/>
                  </a:lnTo>
                  <a:lnTo>
                    <a:pt x="54651" y="1690273"/>
                  </a:lnTo>
                  <a:lnTo>
                    <a:pt x="55723" y="1690262"/>
                  </a:lnTo>
                  <a:lnTo>
                    <a:pt x="56794" y="1690251"/>
                  </a:lnTo>
                  <a:lnTo>
                    <a:pt x="57866" y="1690240"/>
                  </a:lnTo>
                  <a:lnTo>
                    <a:pt x="58937" y="1690228"/>
                  </a:lnTo>
                  <a:lnTo>
                    <a:pt x="60009" y="1690217"/>
                  </a:lnTo>
                  <a:lnTo>
                    <a:pt x="61081" y="1690205"/>
                  </a:lnTo>
                  <a:lnTo>
                    <a:pt x="62152" y="1690194"/>
                  </a:lnTo>
                  <a:lnTo>
                    <a:pt x="63224" y="1690182"/>
                  </a:lnTo>
                  <a:lnTo>
                    <a:pt x="64295" y="1690170"/>
                  </a:lnTo>
                  <a:lnTo>
                    <a:pt x="65367" y="1690158"/>
                  </a:lnTo>
                  <a:lnTo>
                    <a:pt x="66439" y="1690146"/>
                  </a:lnTo>
                  <a:lnTo>
                    <a:pt x="67510" y="1690134"/>
                  </a:lnTo>
                  <a:lnTo>
                    <a:pt x="68582" y="1690122"/>
                  </a:lnTo>
                  <a:lnTo>
                    <a:pt x="69653" y="1690109"/>
                  </a:lnTo>
                  <a:lnTo>
                    <a:pt x="70725" y="1690097"/>
                  </a:lnTo>
                  <a:lnTo>
                    <a:pt x="71797" y="1690084"/>
                  </a:lnTo>
                  <a:lnTo>
                    <a:pt x="72868" y="1690072"/>
                  </a:lnTo>
                  <a:lnTo>
                    <a:pt x="73940" y="1690059"/>
                  </a:lnTo>
                  <a:lnTo>
                    <a:pt x="75011" y="1690046"/>
                  </a:lnTo>
                  <a:lnTo>
                    <a:pt x="76083" y="1690033"/>
                  </a:lnTo>
                  <a:lnTo>
                    <a:pt x="77155" y="1690020"/>
                  </a:lnTo>
                  <a:lnTo>
                    <a:pt x="78226" y="1690007"/>
                  </a:lnTo>
                  <a:lnTo>
                    <a:pt x="79298" y="1689994"/>
                  </a:lnTo>
                  <a:lnTo>
                    <a:pt x="80369" y="1689980"/>
                  </a:lnTo>
                  <a:lnTo>
                    <a:pt x="81441" y="1689967"/>
                  </a:lnTo>
                  <a:lnTo>
                    <a:pt x="82513" y="1689953"/>
                  </a:lnTo>
                  <a:lnTo>
                    <a:pt x="83584" y="1689940"/>
                  </a:lnTo>
                  <a:lnTo>
                    <a:pt x="84656" y="1689926"/>
                  </a:lnTo>
                  <a:lnTo>
                    <a:pt x="85727" y="1689912"/>
                  </a:lnTo>
                  <a:lnTo>
                    <a:pt x="86799" y="1689898"/>
                  </a:lnTo>
                  <a:lnTo>
                    <a:pt x="87871" y="1689884"/>
                  </a:lnTo>
                  <a:lnTo>
                    <a:pt x="88942" y="1689870"/>
                  </a:lnTo>
                  <a:lnTo>
                    <a:pt x="90014" y="1689856"/>
                  </a:lnTo>
                  <a:lnTo>
                    <a:pt x="91085" y="1689841"/>
                  </a:lnTo>
                  <a:lnTo>
                    <a:pt x="92157" y="1689827"/>
                  </a:lnTo>
                  <a:lnTo>
                    <a:pt x="93229" y="1689812"/>
                  </a:lnTo>
                  <a:lnTo>
                    <a:pt x="94300" y="1689797"/>
                  </a:lnTo>
                  <a:lnTo>
                    <a:pt x="95372" y="1689783"/>
                  </a:lnTo>
                  <a:lnTo>
                    <a:pt x="96443" y="1689768"/>
                  </a:lnTo>
                  <a:lnTo>
                    <a:pt x="97515" y="1689753"/>
                  </a:lnTo>
                  <a:lnTo>
                    <a:pt x="98587" y="1689738"/>
                  </a:lnTo>
                  <a:lnTo>
                    <a:pt x="99658" y="1689722"/>
                  </a:lnTo>
                  <a:lnTo>
                    <a:pt x="100730" y="1689707"/>
                  </a:lnTo>
                  <a:lnTo>
                    <a:pt x="101801" y="1689692"/>
                  </a:lnTo>
                  <a:lnTo>
                    <a:pt x="102873" y="1689676"/>
                  </a:lnTo>
                  <a:lnTo>
                    <a:pt x="103945" y="1689660"/>
                  </a:lnTo>
                  <a:lnTo>
                    <a:pt x="105016" y="1689645"/>
                  </a:lnTo>
                  <a:lnTo>
                    <a:pt x="106088" y="1689629"/>
                  </a:lnTo>
                  <a:lnTo>
                    <a:pt x="107159" y="1689613"/>
                  </a:lnTo>
                  <a:lnTo>
                    <a:pt x="108231" y="1689597"/>
                  </a:lnTo>
                  <a:lnTo>
                    <a:pt x="109303" y="1689580"/>
                  </a:lnTo>
                  <a:lnTo>
                    <a:pt x="110374" y="1689564"/>
                  </a:lnTo>
                  <a:lnTo>
                    <a:pt x="111446" y="1689548"/>
                  </a:lnTo>
                  <a:lnTo>
                    <a:pt x="112517" y="1689531"/>
                  </a:lnTo>
                  <a:lnTo>
                    <a:pt x="113589" y="1689514"/>
                  </a:lnTo>
                  <a:lnTo>
                    <a:pt x="114661" y="1689498"/>
                  </a:lnTo>
                  <a:lnTo>
                    <a:pt x="115732" y="1689481"/>
                  </a:lnTo>
                  <a:lnTo>
                    <a:pt x="116804" y="1689464"/>
                  </a:lnTo>
                  <a:lnTo>
                    <a:pt x="117875" y="1689446"/>
                  </a:lnTo>
                  <a:lnTo>
                    <a:pt x="118947" y="1689429"/>
                  </a:lnTo>
                  <a:lnTo>
                    <a:pt x="120019" y="1689412"/>
                  </a:lnTo>
                  <a:lnTo>
                    <a:pt x="121090" y="1689394"/>
                  </a:lnTo>
                  <a:lnTo>
                    <a:pt x="122162" y="1689377"/>
                  </a:lnTo>
                  <a:lnTo>
                    <a:pt x="123233" y="1689359"/>
                  </a:lnTo>
                  <a:lnTo>
                    <a:pt x="124305" y="1689341"/>
                  </a:lnTo>
                  <a:lnTo>
                    <a:pt x="125377" y="1689323"/>
                  </a:lnTo>
                  <a:lnTo>
                    <a:pt x="126448" y="1689305"/>
                  </a:lnTo>
                  <a:lnTo>
                    <a:pt x="127520" y="1689287"/>
                  </a:lnTo>
                  <a:lnTo>
                    <a:pt x="128591" y="1689269"/>
                  </a:lnTo>
                  <a:lnTo>
                    <a:pt x="129663" y="1689250"/>
                  </a:lnTo>
                  <a:lnTo>
                    <a:pt x="130735" y="1689232"/>
                  </a:lnTo>
                  <a:lnTo>
                    <a:pt x="131806" y="1689213"/>
                  </a:lnTo>
                  <a:lnTo>
                    <a:pt x="132878" y="1689194"/>
                  </a:lnTo>
                  <a:lnTo>
                    <a:pt x="133949" y="1689175"/>
                  </a:lnTo>
                  <a:lnTo>
                    <a:pt x="135021" y="1689156"/>
                  </a:lnTo>
                  <a:lnTo>
                    <a:pt x="136093" y="1689137"/>
                  </a:lnTo>
                  <a:lnTo>
                    <a:pt x="137164" y="1689118"/>
                  </a:lnTo>
                  <a:lnTo>
                    <a:pt x="138236" y="1689098"/>
                  </a:lnTo>
                  <a:lnTo>
                    <a:pt x="139307" y="1689079"/>
                  </a:lnTo>
                  <a:lnTo>
                    <a:pt x="140379" y="1689059"/>
                  </a:lnTo>
                  <a:lnTo>
                    <a:pt x="141451" y="1689039"/>
                  </a:lnTo>
                  <a:lnTo>
                    <a:pt x="142522" y="1689019"/>
                  </a:lnTo>
                  <a:lnTo>
                    <a:pt x="143594" y="1688999"/>
                  </a:lnTo>
                  <a:lnTo>
                    <a:pt x="144665" y="1688979"/>
                  </a:lnTo>
                  <a:lnTo>
                    <a:pt x="145737" y="1688959"/>
                  </a:lnTo>
                  <a:lnTo>
                    <a:pt x="146809" y="1688938"/>
                  </a:lnTo>
                  <a:lnTo>
                    <a:pt x="147880" y="1688918"/>
                  </a:lnTo>
                  <a:lnTo>
                    <a:pt x="148952" y="1688897"/>
                  </a:lnTo>
                  <a:lnTo>
                    <a:pt x="150023" y="1688876"/>
                  </a:lnTo>
                  <a:lnTo>
                    <a:pt x="151095" y="1688855"/>
                  </a:lnTo>
                  <a:lnTo>
                    <a:pt x="152167" y="1688834"/>
                  </a:lnTo>
                  <a:lnTo>
                    <a:pt x="153238" y="1688813"/>
                  </a:lnTo>
                  <a:lnTo>
                    <a:pt x="154310" y="1688791"/>
                  </a:lnTo>
                  <a:lnTo>
                    <a:pt x="155381" y="1688770"/>
                  </a:lnTo>
                  <a:lnTo>
                    <a:pt x="156453" y="1688748"/>
                  </a:lnTo>
                  <a:lnTo>
                    <a:pt x="157525" y="1688726"/>
                  </a:lnTo>
                  <a:lnTo>
                    <a:pt x="158596" y="1688705"/>
                  </a:lnTo>
                  <a:lnTo>
                    <a:pt x="159668" y="1688683"/>
                  </a:lnTo>
                  <a:lnTo>
                    <a:pt x="160739" y="1688660"/>
                  </a:lnTo>
                  <a:lnTo>
                    <a:pt x="161811" y="1688638"/>
                  </a:lnTo>
                  <a:lnTo>
                    <a:pt x="162883" y="1688616"/>
                  </a:lnTo>
                  <a:lnTo>
                    <a:pt x="163954" y="1688593"/>
                  </a:lnTo>
                  <a:lnTo>
                    <a:pt x="165026" y="1688570"/>
                  </a:lnTo>
                  <a:lnTo>
                    <a:pt x="166097" y="1688547"/>
                  </a:lnTo>
                  <a:lnTo>
                    <a:pt x="167169" y="1688524"/>
                  </a:lnTo>
                  <a:lnTo>
                    <a:pt x="168241" y="1688501"/>
                  </a:lnTo>
                  <a:lnTo>
                    <a:pt x="169312" y="1688478"/>
                  </a:lnTo>
                  <a:lnTo>
                    <a:pt x="170384" y="1688455"/>
                  </a:lnTo>
                  <a:lnTo>
                    <a:pt x="171455" y="1688431"/>
                  </a:lnTo>
                  <a:lnTo>
                    <a:pt x="172527" y="1688407"/>
                  </a:lnTo>
                  <a:lnTo>
                    <a:pt x="173599" y="1688383"/>
                  </a:lnTo>
                  <a:lnTo>
                    <a:pt x="174670" y="1688360"/>
                  </a:lnTo>
                  <a:lnTo>
                    <a:pt x="175742" y="1688335"/>
                  </a:lnTo>
                  <a:lnTo>
                    <a:pt x="176813" y="1688311"/>
                  </a:lnTo>
                  <a:lnTo>
                    <a:pt x="177885" y="1688287"/>
                  </a:lnTo>
                  <a:lnTo>
                    <a:pt x="178956" y="1688262"/>
                  </a:lnTo>
                  <a:lnTo>
                    <a:pt x="180028" y="1688237"/>
                  </a:lnTo>
                  <a:lnTo>
                    <a:pt x="181100" y="1688213"/>
                  </a:lnTo>
                  <a:lnTo>
                    <a:pt x="182171" y="1688187"/>
                  </a:lnTo>
                  <a:lnTo>
                    <a:pt x="183243" y="1688162"/>
                  </a:lnTo>
                  <a:lnTo>
                    <a:pt x="184314" y="1688137"/>
                  </a:lnTo>
                  <a:lnTo>
                    <a:pt x="185386" y="1688112"/>
                  </a:lnTo>
                  <a:lnTo>
                    <a:pt x="186458" y="1688086"/>
                  </a:lnTo>
                  <a:lnTo>
                    <a:pt x="187529" y="1688060"/>
                  </a:lnTo>
                  <a:lnTo>
                    <a:pt x="188601" y="1688034"/>
                  </a:lnTo>
                  <a:lnTo>
                    <a:pt x="189672" y="1688008"/>
                  </a:lnTo>
                  <a:lnTo>
                    <a:pt x="190744" y="1687982"/>
                  </a:lnTo>
                  <a:lnTo>
                    <a:pt x="191816" y="1687956"/>
                  </a:lnTo>
                  <a:lnTo>
                    <a:pt x="192887" y="1687929"/>
                  </a:lnTo>
                  <a:lnTo>
                    <a:pt x="193959" y="1687902"/>
                  </a:lnTo>
                  <a:lnTo>
                    <a:pt x="195030" y="1687876"/>
                  </a:lnTo>
                  <a:lnTo>
                    <a:pt x="196102" y="1687849"/>
                  </a:lnTo>
                  <a:lnTo>
                    <a:pt x="197174" y="1687821"/>
                  </a:lnTo>
                  <a:lnTo>
                    <a:pt x="198245" y="1687794"/>
                  </a:lnTo>
                  <a:lnTo>
                    <a:pt x="199317" y="1687767"/>
                  </a:lnTo>
                  <a:lnTo>
                    <a:pt x="200388" y="1687739"/>
                  </a:lnTo>
                  <a:lnTo>
                    <a:pt x="201460" y="1687711"/>
                  </a:lnTo>
                  <a:lnTo>
                    <a:pt x="202532" y="1687683"/>
                  </a:lnTo>
                  <a:lnTo>
                    <a:pt x="203603" y="1687655"/>
                  </a:lnTo>
                  <a:lnTo>
                    <a:pt x="204675" y="1687627"/>
                  </a:lnTo>
                  <a:lnTo>
                    <a:pt x="205746" y="1687599"/>
                  </a:lnTo>
                  <a:lnTo>
                    <a:pt x="206818" y="1687570"/>
                  </a:lnTo>
                  <a:lnTo>
                    <a:pt x="207890" y="1687541"/>
                  </a:lnTo>
                  <a:lnTo>
                    <a:pt x="208961" y="1687512"/>
                  </a:lnTo>
                  <a:lnTo>
                    <a:pt x="210033" y="1687483"/>
                  </a:lnTo>
                  <a:lnTo>
                    <a:pt x="211104" y="1687454"/>
                  </a:lnTo>
                  <a:lnTo>
                    <a:pt x="212176" y="1687425"/>
                  </a:lnTo>
                  <a:lnTo>
                    <a:pt x="213248" y="1687395"/>
                  </a:lnTo>
                  <a:lnTo>
                    <a:pt x="214319" y="1687365"/>
                  </a:lnTo>
                  <a:lnTo>
                    <a:pt x="215391" y="1687336"/>
                  </a:lnTo>
                  <a:lnTo>
                    <a:pt x="216462" y="1687305"/>
                  </a:lnTo>
                  <a:lnTo>
                    <a:pt x="217534" y="1687275"/>
                  </a:lnTo>
                  <a:lnTo>
                    <a:pt x="218606" y="1687245"/>
                  </a:lnTo>
                  <a:lnTo>
                    <a:pt x="219677" y="1687214"/>
                  </a:lnTo>
                  <a:lnTo>
                    <a:pt x="220749" y="1687183"/>
                  </a:lnTo>
                  <a:lnTo>
                    <a:pt x="221820" y="1687153"/>
                  </a:lnTo>
                  <a:lnTo>
                    <a:pt x="222892" y="1687121"/>
                  </a:lnTo>
                  <a:lnTo>
                    <a:pt x="223964" y="1687090"/>
                  </a:lnTo>
                  <a:lnTo>
                    <a:pt x="225035" y="1687059"/>
                  </a:lnTo>
                  <a:lnTo>
                    <a:pt x="226107" y="1687027"/>
                  </a:lnTo>
                  <a:lnTo>
                    <a:pt x="227178" y="1686995"/>
                  </a:lnTo>
                  <a:lnTo>
                    <a:pt x="228250" y="1686963"/>
                  </a:lnTo>
                  <a:lnTo>
                    <a:pt x="229322" y="1686931"/>
                  </a:lnTo>
                  <a:lnTo>
                    <a:pt x="230393" y="1686899"/>
                  </a:lnTo>
                  <a:lnTo>
                    <a:pt x="231465" y="1686866"/>
                  </a:lnTo>
                  <a:lnTo>
                    <a:pt x="232536" y="1686834"/>
                  </a:lnTo>
                  <a:lnTo>
                    <a:pt x="233608" y="1686801"/>
                  </a:lnTo>
                  <a:lnTo>
                    <a:pt x="234680" y="1686768"/>
                  </a:lnTo>
                  <a:lnTo>
                    <a:pt x="235751" y="1686735"/>
                  </a:lnTo>
                  <a:lnTo>
                    <a:pt x="236823" y="1686701"/>
                  </a:lnTo>
                  <a:lnTo>
                    <a:pt x="237894" y="1686668"/>
                  </a:lnTo>
                  <a:lnTo>
                    <a:pt x="238966" y="1686634"/>
                  </a:lnTo>
                  <a:lnTo>
                    <a:pt x="240038" y="1686600"/>
                  </a:lnTo>
                  <a:lnTo>
                    <a:pt x="241109" y="1686566"/>
                  </a:lnTo>
                  <a:lnTo>
                    <a:pt x="242181" y="1686531"/>
                  </a:lnTo>
                  <a:lnTo>
                    <a:pt x="243252" y="1686497"/>
                  </a:lnTo>
                  <a:lnTo>
                    <a:pt x="244324" y="1686462"/>
                  </a:lnTo>
                  <a:lnTo>
                    <a:pt x="245396" y="1686427"/>
                  </a:lnTo>
                  <a:lnTo>
                    <a:pt x="246467" y="1686392"/>
                  </a:lnTo>
                  <a:lnTo>
                    <a:pt x="247539" y="1686357"/>
                  </a:lnTo>
                  <a:lnTo>
                    <a:pt x="248610" y="1686322"/>
                  </a:lnTo>
                  <a:lnTo>
                    <a:pt x="249682" y="1686286"/>
                  </a:lnTo>
                  <a:lnTo>
                    <a:pt x="250754" y="1686250"/>
                  </a:lnTo>
                  <a:lnTo>
                    <a:pt x="251825" y="1686214"/>
                  </a:lnTo>
                  <a:lnTo>
                    <a:pt x="252897" y="1686178"/>
                  </a:lnTo>
                  <a:lnTo>
                    <a:pt x="253968" y="1686141"/>
                  </a:lnTo>
                  <a:lnTo>
                    <a:pt x="255040" y="1686105"/>
                  </a:lnTo>
                  <a:lnTo>
                    <a:pt x="256112" y="1686068"/>
                  </a:lnTo>
                  <a:lnTo>
                    <a:pt x="257183" y="1686031"/>
                  </a:lnTo>
                  <a:lnTo>
                    <a:pt x="258255" y="1685994"/>
                  </a:lnTo>
                  <a:lnTo>
                    <a:pt x="259326" y="1685956"/>
                  </a:lnTo>
                  <a:lnTo>
                    <a:pt x="260398" y="1685919"/>
                  </a:lnTo>
                  <a:lnTo>
                    <a:pt x="261470" y="1685881"/>
                  </a:lnTo>
                  <a:lnTo>
                    <a:pt x="262541" y="1685843"/>
                  </a:lnTo>
                  <a:lnTo>
                    <a:pt x="263613" y="1685805"/>
                  </a:lnTo>
                  <a:lnTo>
                    <a:pt x="264684" y="1685766"/>
                  </a:lnTo>
                  <a:lnTo>
                    <a:pt x="265756" y="1685728"/>
                  </a:lnTo>
                  <a:lnTo>
                    <a:pt x="266828" y="1685689"/>
                  </a:lnTo>
                  <a:lnTo>
                    <a:pt x="267899" y="1685650"/>
                  </a:lnTo>
                  <a:lnTo>
                    <a:pt x="268971" y="1685610"/>
                  </a:lnTo>
                  <a:lnTo>
                    <a:pt x="270042" y="1685571"/>
                  </a:lnTo>
                  <a:lnTo>
                    <a:pt x="271114" y="1685531"/>
                  </a:lnTo>
                  <a:lnTo>
                    <a:pt x="272186" y="1685491"/>
                  </a:lnTo>
                  <a:lnTo>
                    <a:pt x="273257" y="1685451"/>
                  </a:lnTo>
                  <a:lnTo>
                    <a:pt x="274329" y="1685411"/>
                  </a:lnTo>
                  <a:lnTo>
                    <a:pt x="275400" y="1685371"/>
                  </a:lnTo>
                  <a:lnTo>
                    <a:pt x="276472" y="1685330"/>
                  </a:lnTo>
                  <a:lnTo>
                    <a:pt x="277544" y="1685289"/>
                  </a:lnTo>
                  <a:lnTo>
                    <a:pt x="278615" y="1685248"/>
                  </a:lnTo>
                  <a:lnTo>
                    <a:pt x="279687" y="1685206"/>
                  </a:lnTo>
                  <a:lnTo>
                    <a:pt x="280758" y="1685165"/>
                  </a:lnTo>
                  <a:lnTo>
                    <a:pt x="281830" y="1685123"/>
                  </a:lnTo>
                  <a:lnTo>
                    <a:pt x="282902" y="1685081"/>
                  </a:lnTo>
                  <a:lnTo>
                    <a:pt x="283973" y="1685039"/>
                  </a:lnTo>
                  <a:lnTo>
                    <a:pt x="285045" y="1684996"/>
                  </a:lnTo>
                  <a:lnTo>
                    <a:pt x="286116" y="1684954"/>
                  </a:lnTo>
                  <a:lnTo>
                    <a:pt x="287188" y="1684911"/>
                  </a:lnTo>
                  <a:lnTo>
                    <a:pt x="288260" y="1684868"/>
                  </a:lnTo>
                  <a:lnTo>
                    <a:pt x="289331" y="1684824"/>
                  </a:lnTo>
                  <a:lnTo>
                    <a:pt x="290403" y="1684781"/>
                  </a:lnTo>
                  <a:lnTo>
                    <a:pt x="291474" y="1684737"/>
                  </a:lnTo>
                  <a:lnTo>
                    <a:pt x="292546" y="1684693"/>
                  </a:lnTo>
                  <a:lnTo>
                    <a:pt x="293618" y="1684649"/>
                  </a:lnTo>
                  <a:lnTo>
                    <a:pt x="294689" y="1684604"/>
                  </a:lnTo>
                  <a:lnTo>
                    <a:pt x="295761" y="1684560"/>
                  </a:lnTo>
                  <a:lnTo>
                    <a:pt x="296832" y="1684515"/>
                  </a:lnTo>
                  <a:lnTo>
                    <a:pt x="297904" y="1684470"/>
                  </a:lnTo>
                  <a:lnTo>
                    <a:pt x="298976" y="1684424"/>
                  </a:lnTo>
                  <a:lnTo>
                    <a:pt x="300047" y="1684379"/>
                  </a:lnTo>
                  <a:lnTo>
                    <a:pt x="301119" y="1684333"/>
                  </a:lnTo>
                  <a:lnTo>
                    <a:pt x="302190" y="1684287"/>
                  </a:lnTo>
                  <a:lnTo>
                    <a:pt x="303262" y="1684240"/>
                  </a:lnTo>
                  <a:lnTo>
                    <a:pt x="304334" y="1684194"/>
                  </a:lnTo>
                  <a:lnTo>
                    <a:pt x="305405" y="1684147"/>
                  </a:lnTo>
                  <a:lnTo>
                    <a:pt x="306477" y="1684100"/>
                  </a:lnTo>
                  <a:lnTo>
                    <a:pt x="307548" y="1684053"/>
                  </a:lnTo>
                  <a:lnTo>
                    <a:pt x="308620" y="1684005"/>
                  </a:lnTo>
                  <a:lnTo>
                    <a:pt x="309692" y="1683957"/>
                  </a:lnTo>
                  <a:lnTo>
                    <a:pt x="310763" y="1683909"/>
                  </a:lnTo>
                  <a:lnTo>
                    <a:pt x="311835" y="1683861"/>
                  </a:lnTo>
                  <a:lnTo>
                    <a:pt x="312906" y="1683813"/>
                  </a:lnTo>
                  <a:lnTo>
                    <a:pt x="313978" y="1683764"/>
                  </a:lnTo>
                  <a:lnTo>
                    <a:pt x="315050" y="1683715"/>
                  </a:lnTo>
                  <a:lnTo>
                    <a:pt x="316121" y="1683666"/>
                  </a:lnTo>
                  <a:lnTo>
                    <a:pt x="317193" y="1683616"/>
                  </a:lnTo>
                  <a:lnTo>
                    <a:pt x="318264" y="1683566"/>
                  </a:lnTo>
                  <a:lnTo>
                    <a:pt x="319336" y="1683516"/>
                  </a:lnTo>
                  <a:lnTo>
                    <a:pt x="320408" y="1683466"/>
                  </a:lnTo>
                  <a:lnTo>
                    <a:pt x="321479" y="1683416"/>
                  </a:lnTo>
                  <a:lnTo>
                    <a:pt x="322551" y="1683365"/>
                  </a:lnTo>
                  <a:lnTo>
                    <a:pt x="323622" y="1683314"/>
                  </a:lnTo>
                  <a:lnTo>
                    <a:pt x="324694" y="1683263"/>
                  </a:lnTo>
                  <a:lnTo>
                    <a:pt x="325766" y="1683211"/>
                  </a:lnTo>
                  <a:lnTo>
                    <a:pt x="326837" y="1683159"/>
                  </a:lnTo>
                  <a:lnTo>
                    <a:pt x="327909" y="1683107"/>
                  </a:lnTo>
                  <a:lnTo>
                    <a:pt x="328980" y="1683055"/>
                  </a:lnTo>
                  <a:lnTo>
                    <a:pt x="330052" y="1683002"/>
                  </a:lnTo>
                  <a:lnTo>
                    <a:pt x="331124" y="1682950"/>
                  </a:lnTo>
                  <a:lnTo>
                    <a:pt x="332195" y="1682896"/>
                  </a:lnTo>
                  <a:lnTo>
                    <a:pt x="333267" y="1682843"/>
                  </a:lnTo>
                  <a:lnTo>
                    <a:pt x="334338" y="1682789"/>
                  </a:lnTo>
                  <a:lnTo>
                    <a:pt x="335410" y="1682736"/>
                  </a:lnTo>
                  <a:lnTo>
                    <a:pt x="336482" y="1682681"/>
                  </a:lnTo>
                  <a:lnTo>
                    <a:pt x="337553" y="1682627"/>
                  </a:lnTo>
                  <a:lnTo>
                    <a:pt x="338625" y="1682572"/>
                  </a:lnTo>
                  <a:lnTo>
                    <a:pt x="339696" y="1682517"/>
                  </a:lnTo>
                  <a:lnTo>
                    <a:pt x="340768" y="1682462"/>
                  </a:lnTo>
                  <a:lnTo>
                    <a:pt x="341840" y="1682407"/>
                  </a:lnTo>
                  <a:lnTo>
                    <a:pt x="342911" y="1682351"/>
                  </a:lnTo>
                  <a:lnTo>
                    <a:pt x="343983" y="1682295"/>
                  </a:lnTo>
                  <a:lnTo>
                    <a:pt x="345054" y="1682238"/>
                  </a:lnTo>
                  <a:lnTo>
                    <a:pt x="346126" y="1682182"/>
                  </a:lnTo>
                  <a:lnTo>
                    <a:pt x="347198" y="1682125"/>
                  </a:lnTo>
                  <a:lnTo>
                    <a:pt x="348269" y="1682068"/>
                  </a:lnTo>
                  <a:lnTo>
                    <a:pt x="349341" y="1682010"/>
                  </a:lnTo>
                  <a:lnTo>
                    <a:pt x="350412" y="1681952"/>
                  </a:lnTo>
                  <a:lnTo>
                    <a:pt x="351484" y="1681894"/>
                  </a:lnTo>
                  <a:lnTo>
                    <a:pt x="352556" y="1681836"/>
                  </a:lnTo>
                  <a:lnTo>
                    <a:pt x="353627" y="1681777"/>
                  </a:lnTo>
                  <a:lnTo>
                    <a:pt x="354699" y="1681718"/>
                  </a:lnTo>
                  <a:lnTo>
                    <a:pt x="355770" y="1681659"/>
                  </a:lnTo>
                  <a:lnTo>
                    <a:pt x="356842" y="1681600"/>
                  </a:lnTo>
                  <a:lnTo>
                    <a:pt x="357913" y="1681540"/>
                  </a:lnTo>
                  <a:lnTo>
                    <a:pt x="358985" y="1681480"/>
                  </a:lnTo>
                  <a:lnTo>
                    <a:pt x="360057" y="1681420"/>
                  </a:lnTo>
                  <a:lnTo>
                    <a:pt x="361128" y="1681359"/>
                  </a:lnTo>
                  <a:lnTo>
                    <a:pt x="362200" y="1681298"/>
                  </a:lnTo>
                  <a:lnTo>
                    <a:pt x="363271" y="1681237"/>
                  </a:lnTo>
                  <a:lnTo>
                    <a:pt x="364343" y="1681175"/>
                  </a:lnTo>
                  <a:lnTo>
                    <a:pt x="365415" y="1681113"/>
                  </a:lnTo>
                  <a:lnTo>
                    <a:pt x="366486" y="1681051"/>
                  </a:lnTo>
                  <a:lnTo>
                    <a:pt x="367558" y="1680989"/>
                  </a:lnTo>
                  <a:lnTo>
                    <a:pt x="368629" y="1680926"/>
                  </a:lnTo>
                  <a:lnTo>
                    <a:pt x="369701" y="1680863"/>
                  </a:lnTo>
                  <a:lnTo>
                    <a:pt x="370773" y="1680800"/>
                  </a:lnTo>
                  <a:lnTo>
                    <a:pt x="371844" y="1680736"/>
                  </a:lnTo>
                  <a:lnTo>
                    <a:pt x="372916" y="1680672"/>
                  </a:lnTo>
                  <a:lnTo>
                    <a:pt x="373987" y="1680608"/>
                  </a:lnTo>
                  <a:lnTo>
                    <a:pt x="375059" y="1680543"/>
                  </a:lnTo>
                  <a:lnTo>
                    <a:pt x="376131" y="1680478"/>
                  </a:lnTo>
                  <a:lnTo>
                    <a:pt x="377202" y="1680413"/>
                  </a:lnTo>
                  <a:lnTo>
                    <a:pt x="378274" y="1680347"/>
                  </a:lnTo>
                  <a:lnTo>
                    <a:pt x="379345" y="1680282"/>
                  </a:lnTo>
                  <a:lnTo>
                    <a:pt x="380417" y="1680215"/>
                  </a:lnTo>
                  <a:lnTo>
                    <a:pt x="381489" y="1680149"/>
                  </a:lnTo>
                  <a:lnTo>
                    <a:pt x="382560" y="1680082"/>
                  </a:lnTo>
                  <a:lnTo>
                    <a:pt x="383632" y="1680015"/>
                  </a:lnTo>
                  <a:lnTo>
                    <a:pt x="384703" y="1679947"/>
                  </a:lnTo>
                  <a:lnTo>
                    <a:pt x="385775" y="1679880"/>
                  </a:lnTo>
                  <a:lnTo>
                    <a:pt x="386847" y="1679812"/>
                  </a:lnTo>
                  <a:lnTo>
                    <a:pt x="387918" y="1679743"/>
                  </a:lnTo>
                  <a:lnTo>
                    <a:pt x="388990" y="1679674"/>
                  </a:lnTo>
                  <a:lnTo>
                    <a:pt x="390061" y="1679605"/>
                  </a:lnTo>
                  <a:lnTo>
                    <a:pt x="391133" y="1679536"/>
                  </a:lnTo>
                  <a:lnTo>
                    <a:pt x="392205" y="1679466"/>
                  </a:lnTo>
                  <a:lnTo>
                    <a:pt x="393276" y="1679396"/>
                  </a:lnTo>
                  <a:lnTo>
                    <a:pt x="394348" y="1679326"/>
                  </a:lnTo>
                  <a:lnTo>
                    <a:pt x="395419" y="1679255"/>
                  </a:lnTo>
                  <a:lnTo>
                    <a:pt x="396491" y="1679184"/>
                  </a:lnTo>
                  <a:lnTo>
                    <a:pt x="397563" y="1679112"/>
                  </a:lnTo>
                  <a:lnTo>
                    <a:pt x="398634" y="1679041"/>
                  </a:lnTo>
                  <a:lnTo>
                    <a:pt x="399706" y="1678968"/>
                  </a:lnTo>
                  <a:lnTo>
                    <a:pt x="400777" y="1678896"/>
                  </a:lnTo>
                  <a:lnTo>
                    <a:pt x="401849" y="1678823"/>
                  </a:lnTo>
                  <a:lnTo>
                    <a:pt x="402921" y="1678750"/>
                  </a:lnTo>
                  <a:lnTo>
                    <a:pt x="403992" y="1678677"/>
                  </a:lnTo>
                  <a:lnTo>
                    <a:pt x="405064" y="1678603"/>
                  </a:lnTo>
                  <a:lnTo>
                    <a:pt x="406135" y="1678529"/>
                  </a:lnTo>
                  <a:lnTo>
                    <a:pt x="407207" y="1678454"/>
                  </a:lnTo>
                  <a:lnTo>
                    <a:pt x="408279" y="1678379"/>
                  </a:lnTo>
                  <a:lnTo>
                    <a:pt x="409350" y="1678304"/>
                  </a:lnTo>
                  <a:lnTo>
                    <a:pt x="410422" y="1678228"/>
                  </a:lnTo>
                  <a:lnTo>
                    <a:pt x="411493" y="1678152"/>
                  </a:lnTo>
                  <a:lnTo>
                    <a:pt x="412565" y="1678076"/>
                  </a:lnTo>
                  <a:lnTo>
                    <a:pt x="413637" y="1677999"/>
                  </a:lnTo>
                  <a:lnTo>
                    <a:pt x="414708" y="1677922"/>
                  </a:lnTo>
                  <a:lnTo>
                    <a:pt x="415780" y="1677844"/>
                  </a:lnTo>
                  <a:lnTo>
                    <a:pt x="416851" y="1677766"/>
                  </a:lnTo>
                  <a:lnTo>
                    <a:pt x="417923" y="1677688"/>
                  </a:lnTo>
                  <a:lnTo>
                    <a:pt x="418995" y="1677609"/>
                  </a:lnTo>
                  <a:lnTo>
                    <a:pt x="420066" y="1677530"/>
                  </a:lnTo>
                  <a:lnTo>
                    <a:pt x="421138" y="1677450"/>
                  </a:lnTo>
                  <a:lnTo>
                    <a:pt x="422209" y="1677370"/>
                  </a:lnTo>
                  <a:lnTo>
                    <a:pt x="423281" y="1677290"/>
                  </a:lnTo>
                  <a:lnTo>
                    <a:pt x="424353" y="1677209"/>
                  </a:lnTo>
                  <a:lnTo>
                    <a:pt x="425424" y="1677128"/>
                  </a:lnTo>
                  <a:lnTo>
                    <a:pt x="426496" y="1677047"/>
                  </a:lnTo>
                  <a:lnTo>
                    <a:pt x="427567" y="1676965"/>
                  </a:lnTo>
                  <a:lnTo>
                    <a:pt x="428639" y="1676882"/>
                  </a:lnTo>
                  <a:lnTo>
                    <a:pt x="429711" y="1676799"/>
                  </a:lnTo>
                  <a:lnTo>
                    <a:pt x="430782" y="1676716"/>
                  </a:lnTo>
                  <a:lnTo>
                    <a:pt x="431854" y="1676632"/>
                  </a:lnTo>
                  <a:lnTo>
                    <a:pt x="432925" y="1676548"/>
                  </a:lnTo>
                  <a:lnTo>
                    <a:pt x="433997" y="1676464"/>
                  </a:lnTo>
                  <a:lnTo>
                    <a:pt x="435069" y="1676379"/>
                  </a:lnTo>
                  <a:lnTo>
                    <a:pt x="436140" y="1676293"/>
                  </a:lnTo>
                  <a:lnTo>
                    <a:pt x="437212" y="1676208"/>
                  </a:lnTo>
                  <a:lnTo>
                    <a:pt x="438283" y="1676121"/>
                  </a:lnTo>
                  <a:lnTo>
                    <a:pt x="439355" y="1676034"/>
                  </a:lnTo>
                  <a:lnTo>
                    <a:pt x="440427" y="1675947"/>
                  </a:lnTo>
                  <a:lnTo>
                    <a:pt x="441498" y="1675860"/>
                  </a:lnTo>
                  <a:lnTo>
                    <a:pt x="442570" y="1675771"/>
                  </a:lnTo>
                  <a:lnTo>
                    <a:pt x="443641" y="1675683"/>
                  </a:lnTo>
                  <a:lnTo>
                    <a:pt x="444713" y="1675594"/>
                  </a:lnTo>
                  <a:lnTo>
                    <a:pt x="445785" y="1675504"/>
                  </a:lnTo>
                  <a:lnTo>
                    <a:pt x="446856" y="1675414"/>
                  </a:lnTo>
                  <a:lnTo>
                    <a:pt x="447928" y="1675324"/>
                  </a:lnTo>
                  <a:lnTo>
                    <a:pt x="448999" y="1675233"/>
                  </a:lnTo>
                  <a:lnTo>
                    <a:pt x="450071" y="1675141"/>
                  </a:lnTo>
                  <a:lnTo>
                    <a:pt x="451143" y="1675049"/>
                  </a:lnTo>
                  <a:lnTo>
                    <a:pt x="452214" y="1674957"/>
                  </a:lnTo>
                  <a:lnTo>
                    <a:pt x="453286" y="1674864"/>
                  </a:lnTo>
                  <a:lnTo>
                    <a:pt x="454357" y="1674771"/>
                  </a:lnTo>
                  <a:lnTo>
                    <a:pt x="455429" y="1674677"/>
                  </a:lnTo>
                  <a:lnTo>
                    <a:pt x="456501" y="1674583"/>
                  </a:lnTo>
                  <a:lnTo>
                    <a:pt x="457572" y="1674488"/>
                  </a:lnTo>
                  <a:lnTo>
                    <a:pt x="458644" y="1674392"/>
                  </a:lnTo>
                  <a:lnTo>
                    <a:pt x="459715" y="1674297"/>
                  </a:lnTo>
                  <a:lnTo>
                    <a:pt x="460787" y="1674200"/>
                  </a:lnTo>
                  <a:lnTo>
                    <a:pt x="461859" y="1674103"/>
                  </a:lnTo>
                  <a:lnTo>
                    <a:pt x="462930" y="1674006"/>
                  </a:lnTo>
                  <a:lnTo>
                    <a:pt x="464002" y="1673908"/>
                  </a:lnTo>
                  <a:lnTo>
                    <a:pt x="465073" y="1673810"/>
                  </a:lnTo>
                  <a:lnTo>
                    <a:pt x="466145" y="1673711"/>
                  </a:lnTo>
                  <a:lnTo>
                    <a:pt x="467217" y="1673612"/>
                  </a:lnTo>
                  <a:lnTo>
                    <a:pt x="468288" y="1673512"/>
                  </a:lnTo>
                  <a:lnTo>
                    <a:pt x="469360" y="1673411"/>
                  </a:lnTo>
                  <a:lnTo>
                    <a:pt x="470431" y="1673310"/>
                  </a:lnTo>
                  <a:lnTo>
                    <a:pt x="471503" y="1673209"/>
                  </a:lnTo>
                  <a:lnTo>
                    <a:pt x="472575" y="1673106"/>
                  </a:lnTo>
                  <a:lnTo>
                    <a:pt x="473646" y="1673004"/>
                  </a:lnTo>
                  <a:lnTo>
                    <a:pt x="474718" y="1672901"/>
                  </a:lnTo>
                  <a:lnTo>
                    <a:pt x="475789" y="1672797"/>
                  </a:lnTo>
                  <a:lnTo>
                    <a:pt x="476861" y="1672693"/>
                  </a:lnTo>
                  <a:lnTo>
                    <a:pt x="477933" y="1672588"/>
                  </a:lnTo>
                  <a:lnTo>
                    <a:pt x="479004" y="1672483"/>
                  </a:lnTo>
                  <a:lnTo>
                    <a:pt x="480076" y="1672377"/>
                  </a:lnTo>
                  <a:lnTo>
                    <a:pt x="481147" y="1672270"/>
                  </a:lnTo>
                  <a:lnTo>
                    <a:pt x="482219" y="1672163"/>
                  </a:lnTo>
                  <a:lnTo>
                    <a:pt x="483291" y="1672056"/>
                  </a:lnTo>
                  <a:lnTo>
                    <a:pt x="484362" y="1671948"/>
                  </a:lnTo>
                  <a:lnTo>
                    <a:pt x="485434" y="1671839"/>
                  </a:lnTo>
                  <a:lnTo>
                    <a:pt x="486505" y="1671730"/>
                  </a:lnTo>
                  <a:lnTo>
                    <a:pt x="487577" y="1671620"/>
                  </a:lnTo>
                  <a:lnTo>
                    <a:pt x="488649" y="1671510"/>
                  </a:lnTo>
                  <a:lnTo>
                    <a:pt x="489720" y="1671399"/>
                  </a:lnTo>
                  <a:lnTo>
                    <a:pt x="490792" y="1671287"/>
                  </a:lnTo>
                  <a:lnTo>
                    <a:pt x="491863" y="1671175"/>
                  </a:lnTo>
                  <a:lnTo>
                    <a:pt x="492935" y="1671063"/>
                  </a:lnTo>
                  <a:lnTo>
                    <a:pt x="494007" y="1670949"/>
                  </a:lnTo>
                  <a:lnTo>
                    <a:pt x="495078" y="1670836"/>
                  </a:lnTo>
                  <a:lnTo>
                    <a:pt x="496150" y="1670721"/>
                  </a:lnTo>
                  <a:lnTo>
                    <a:pt x="497221" y="1670606"/>
                  </a:lnTo>
                  <a:lnTo>
                    <a:pt x="498293" y="1670490"/>
                  </a:lnTo>
                  <a:lnTo>
                    <a:pt x="499365" y="1670374"/>
                  </a:lnTo>
                  <a:lnTo>
                    <a:pt x="500436" y="1670257"/>
                  </a:lnTo>
                  <a:lnTo>
                    <a:pt x="501508" y="1670140"/>
                  </a:lnTo>
                  <a:lnTo>
                    <a:pt x="502579" y="1670022"/>
                  </a:lnTo>
                  <a:lnTo>
                    <a:pt x="503651" y="1669903"/>
                  </a:lnTo>
                  <a:lnTo>
                    <a:pt x="504723" y="1669784"/>
                  </a:lnTo>
                  <a:lnTo>
                    <a:pt x="505794" y="1669664"/>
                  </a:lnTo>
                  <a:lnTo>
                    <a:pt x="506866" y="1669544"/>
                  </a:lnTo>
                  <a:lnTo>
                    <a:pt x="507937" y="1669423"/>
                  </a:lnTo>
                  <a:lnTo>
                    <a:pt x="509009" y="1669301"/>
                  </a:lnTo>
                  <a:lnTo>
                    <a:pt x="510081" y="1669179"/>
                  </a:lnTo>
                  <a:lnTo>
                    <a:pt x="511152" y="1669056"/>
                  </a:lnTo>
                  <a:lnTo>
                    <a:pt x="512224" y="1668933"/>
                  </a:lnTo>
                  <a:lnTo>
                    <a:pt x="513295" y="1668809"/>
                  </a:lnTo>
                  <a:lnTo>
                    <a:pt x="514367" y="1668684"/>
                  </a:lnTo>
                  <a:lnTo>
                    <a:pt x="515439" y="1668559"/>
                  </a:lnTo>
                  <a:lnTo>
                    <a:pt x="516510" y="1668433"/>
                  </a:lnTo>
                  <a:lnTo>
                    <a:pt x="517582" y="1668306"/>
                  </a:lnTo>
                  <a:lnTo>
                    <a:pt x="518653" y="1668179"/>
                  </a:lnTo>
                  <a:lnTo>
                    <a:pt x="519725" y="1668051"/>
                  </a:lnTo>
                  <a:lnTo>
                    <a:pt x="520797" y="1667922"/>
                  </a:lnTo>
                  <a:lnTo>
                    <a:pt x="521868" y="1667793"/>
                  </a:lnTo>
                  <a:lnTo>
                    <a:pt x="522940" y="1667663"/>
                  </a:lnTo>
                  <a:lnTo>
                    <a:pt x="524011" y="1667533"/>
                  </a:lnTo>
                  <a:lnTo>
                    <a:pt x="525083" y="1667402"/>
                  </a:lnTo>
                  <a:lnTo>
                    <a:pt x="526155" y="1667270"/>
                  </a:lnTo>
                  <a:lnTo>
                    <a:pt x="527226" y="1667138"/>
                  </a:lnTo>
                  <a:lnTo>
                    <a:pt x="528298" y="1667005"/>
                  </a:lnTo>
                  <a:lnTo>
                    <a:pt x="529369" y="1666871"/>
                  </a:lnTo>
                  <a:lnTo>
                    <a:pt x="530441" y="1666736"/>
                  </a:lnTo>
                  <a:lnTo>
                    <a:pt x="531513" y="1666601"/>
                  </a:lnTo>
                  <a:lnTo>
                    <a:pt x="532584" y="1666466"/>
                  </a:lnTo>
                  <a:lnTo>
                    <a:pt x="533656" y="1666329"/>
                  </a:lnTo>
                  <a:lnTo>
                    <a:pt x="534727" y="1666192"/>
                  </a:lnTo>
                  <a:lnTo>
                    <a:pt x="535799" y="1666055"/>
                  </a:lnTo>
                  <a:lnTo>
                    <a:pt x="536870" y="1665917"/>
                  </a:lnTo>
                  <a:lnTo>
                    <a:pt x="537942" y="1665778"/>
                  </a:lnTo>
                  <a:lnTo>
                    <a:pt x="539014" y="1665638"/>
                  </a:lnTo>
                  <a:lnTo>
                    <a:pt x="540085" y="1665498"/>
                  </a:lnTo>
                  <a:lnTo>
                    <a:pt x="541157" y="1665357"/>
                  </a:lnTo>
                  <a:lnTo>
                    <a:pt x="542228" y="1665215"/>
                  </a:lnTo>
                  <a:lnTo>
                    <a:pt x="543300" y="1665073"/>
                  </a:lnTo>
                  <a:lnTo>
                    <a:pt x="544372" y="1664930"/>
                  </a:lnTo>
                  <a:lnTo>
                    <a:pt x="545443" y="1664786"/>
                  </a:lnTo>
                  <a:lnTo>
                    <a:pt x="546515" y="1664641"/>
                  </a:lnTo>
                  <a:lnTo>
                    <a:pt x="547586" y="1664496"/>
                  </a:lnTo>
                  <a:lnTo>
                    <a:pt x="548658" y="1664351"/>
                  </a:lnTo>
                  <a:lnTo>
                    <a:pt x="549730" y="1664204"/>
                  </a:lnTo>
                  <a:lnTo>
                    <a:pt x="550801" y="1664057"/>
                  </a:lnTo>
                  <a:lnTo>
                    <a:pt x="551873" y="1663909"/>
                  </a:lnTo>
                  <a:lnTo>
                    <a:pt x="552944" y="1663761"/>
                  </a:lnTo>
                  <a:lnTo>
                    <a:pt x="554016" y="1663612"/>
                  </a:lnTo>
                  <a:lnTo>
                    <a:pt x="555088" y="1663462"/>
                  </a:lnTo>
                  <a:lnTo>
                    <a:pt x="556159" y="1663311"/>
                  </a:lnTo>
                  <a:lnTo>
                    <a:pt x="557231" y="1663160"/>
                  </a:lnTo>
                  <a:lnTo>
                    <a:pt x="558302" y="1663008"/>
                  </a:lnTo>
                  <a:lnTo>
                    <a:pt x="559374" y="1662855"/>
                  </a:lnTo>
                  <a:lnTo>
                    <a:pt x="560446" y="1662702"/>
                  </a:lnTo>
                  <a:lnTo>
                    <a:pt x="561517" y="1662548"/>
                  </a:lnTo>
                  <a:lnTo>
                    <a:pt x="562589" y="1662393"/>
                  </a:lnTo>
                  <a:lnTo>
                    <a:pt x="563660" y="1662238"/>
                  </a:lnTo>
                  <a:lnTo>
                    <a:pt x="564732" y="1662081"/>
                  </a:lnTo>
                  <a:lnTo>
                    <a:pt x="565804" y="1661924"/>
                  </a:lnTo>
                  <a:lnTo>
                    <a:pt x="566875" y="1661767"/>
                  </a:lnTo>
                  <a:lnTo>
                    <a:pt x="567947" y="1661608"/>
                  </a:lnTo>
                  <a:lnTo>
                    <a:pt x="569018" y="1661449"/>
                  </a:lnTo>
                  <a:lnTo>
                    <a:pt x="570090" y="1661290"/>
                  </a:lnTo>
                  <a:lnTo>
                    <a:pt x="571162" y="1661129"/>
                  </a:lnTo>
                  <a:lnTo>
                    <a:pt x="572233" y="1660968"/>
                  </a:lnTo>
                  <a:lnTo>
                    <a:pt x="573305" y="1660806"/>
                  </a:lnTo>
                  <a:lnTo>
                    <a:pt x="574376" y="1660644"/>
                  </a:lnTo>
                  <a:lnTo>
                    <a:pt x="575448" y="1660480"/>
                  </a:lnTo>
                  <a:lnTo>
                    <a:pt x="576520" y="1660316"/>
                  </a:lnTo>
                  <a:lnTo>
                    <a:pt x="577591" y="1660151"/>
                  </a:lnTo>
                  <a:lnTo>
                    <a:pt x="578663" y="1659986"/>
                  </a:lnTo>
                  <a:lnTo>
                    <a:pt x="579734" y="1659820"/>
                  </a:lnTo>
                  <a:lnTo>
                    <a:pt x="580806" y="1659653"/>
                  </a:lnTo>
                  <a:lnTo>
                    <a:pt x="581878" y="1659485"/>
                  </a:lnTo>
                  <a:lnTo>
                    <a:pt x="582949" y="1659317"/>
                  </a:lnTo>
                  <a:lnTo>
                    <a:pt x="584021" y="1659147"/>
                  </a:lnTo>
                  <a:lnTo>
                    <a:pt x="585092" y="1658978"/>
                  </a:lnTo>
                  <a:lnTo>
                    <a:pt x="586164" y="1658807"/>
                  </a:lnTo>
                  <a:lnTo>
                    <a:pt x="587236" y="1658636"/>
                  </a:lnTo>
                  <a:lnTo>
                    <a:pt x="588307" y="1658463"/>
                  </a:lnTo>
                  <a:lnTo>
                    <a:pt x="589379" y="1658291"/>
                  </a:lnTo>
                  <a:lnTo>
                    <a:pt x="590450" y="1658117"/>
                  </a:lnTo>
                  <a:lnTo>
                    <a:pt x="591522" y="1657943"/>
                  </a:lnTo>
                  <a:lnTo>
                    <a:pt x="592594" y="1657768"/>
                  </a:lnTo>
                  <a:lnTo>
                    <a:pt x="593665" y="1657592"/>
                  </a:lnTo>
                  <a:lnTo>
                    <a:pt x="594737" y="1657416"/>
                  </a:lnTo>
                  <a:lnTo>
                    <a:pt x="595808" y="1657238"/>
                  </a:lnTo>
                  <a:lnTo>
                    <a:pt x="596880" y="1657060"/>
                  </a:lnTo>
                  <a:lnTo>
                    <a:pt x="597952" y="1656882"/>
                  </a:lnTo>
                  <a:lnTo>
                    <a:pt x="599023" y="1656702"/>
                  </a:lnTo>
                  <a:lnTo>
                    <a:pt x="600095" y="1656522"/>
                  </a:lnTo>
                  <a:lnTo>
                    <a:pt x="601166" y="1656341"/>
                  </a:lnTo>
                  <a:lnTo>
                    <a:pt x="602238" y="1656159"/>
                  </a:lnTo>
                  <a:lnTo>
                    <a:pt x="603310" y="1655977"/>
                  </a:lnTo>
                  <a:lnTo>
                    <a:pt x="604381" y="1655793"/>
                  </a:lnTo>
                  <a:lnTo>
                    <a:pt x="605453" y="1655610"/>
                  </a:lnTo>
                  <a:lnTo>
                    <a:pt x="606524" y="1655425"/>
                  </a:lnTo>
                  <a:lnTo>
                    <a:pt x="607596" y="1655239"/>
                  </a:lnTo>
                  <a:lnTo>
                    <a:pt x="608668" y="1655053"/>
                  </a:lnTo>
                  <a:lnTo>
                    <a:pt x="609739" y="1654866"/>
                  </a:lnTo>
                  <a:lnTo>
                    <a:pt x="610811" y="1654678"/>
                  </a:lnTo>
                  <a:lnTo>
                    <a:pt x="611882" y="1654490"/>
                  </a:lnTo>
                  <a:lnTo>
                    <a:pt x="612954" y="1654301"/>
                  </a:lnTo>
                  <a:lnTo>
                    <a:pt x="614026" y="1654111"/>
                  </a:lnTo>
                  <a:lnTo>
                    <a:pt x="615097" y="1653920"/>
                  </a:lnTo>
                  <a:lnTo>
                    <a:pt x="616169" y="1653728"/>
                  </a:lnTo>
                  <a:lnTo>
                    <a:pt x="617240" y="1653536"/>
                  </a:lnTo>
                  <a:lnTo>
                    <a:pt x="618312" y="1653343"/>
                  </a:lnTo>
                  <a:lnTo>
                    <a:pt x="619384" y="1653149"/>
                  </a:lnTo>
                  <a:lnTo>
                    <a:pt x="620455" y="1652955"/>
                  </a:lnTo>
                  <a:lnTo>
                    <a:pt x="621527" y="1652759"/>
                  </a:lnTo>
                  <a:lnTo>
                    <a:pt x="622598" y="1652563"/>
                  </a:lnTo>
                  <a:lnTo>
                    <a:pt x="623670" y="1652366"/>
                  </a:lnTo>
                  <a:lnTo>
                    <a:pt x="624742" y="1652169"/>
                  </a:lnTo>
                  <a:lnTo>
                    <a:pt x="625813" y="1651971"/>
                  </a:lnTo>
                  <a:lnTo>
                    <a:pt x="626885" y="1651771"/>
                  </a:lnTo>
                  <a:lnTo>
                    <a:pt x="627956" y="1651571"/>
                  </a:lnTo>
                  <a:lnTo>
                    <a:pt x="629028" y="1651371"/>
                  </a:lnTo>
                  <a:lnTo>
                    <a:pt x="630100" y="1651169"/>
                  </a:lnTo>
                  <a:lnTo>
                    <a:pt x="631171" y="1650967"/>
                  </a:lnTo>
                  <a:lnTo>
                    <a:pt x="632243" y="1650764"/>
                  </a:lnTo>
                  <a:lnTo>
                    <a:pt x="633314" y="1650560"/>
                  </a:lnTo>
                  <a:lnTo>
                    <a:pt x="634386" y="1650356"/>
                  </a:lnTo>
                  <a:lnTo>
                    <a:pt x="635458" y="1650151"/>
                  </a:lnTo>
                  <a:lnTo>
                    <a:pt x="636529" y="1649945"/>
                  </a:lnTo>
                  <a:lnTo>
                    <a:pt x="637601" y="1649738"/>
                  </a:lnTo>
                  <a:lnTo>
                    <a:pt x="638672" y="1649530"/>
                  </a:lnTo>
                  <a:lnTo>
                    <a:pt x="639744" y="1649322"/>
                  </a:lnTo>
                  <a:lnTo>
                    <a:pt x="640816" y="1649113"/>
                  </a:lnTo>
                  <a:lnTo>
                    <a:pt x="641887" y="1648903"/>
                  </a:lnTo>
                  <a:lnTo>
                    <a:pt x="642959" y="1648692"/>
                  </a:lnTo>
                  <a:lnTo>
                    <a:pt x="644030" y="1648481"/>
                  </a:lnTo>
                  <a:lnTo>
                    <a:pt x="645102" y="1648269"/>
                  </a:lnTo>
                  <a:lnTo>
                    <a:pt x="646174" y="1648056"/>
                  </a:lnTo>
                  <a:lnTo>
                    <a:pt x="647245" y="1647842"/>
                  </a:lnTo>
                  <a:lnTo>
                    <a:pt x="648317" y="1647627"/>
                  </a:lnTo>
                  <a:lnTo>
                    <a:pt x="649388" y="1647412"/>
                  </a:lnTo>
                  <a:lnTo>
                    <a:pt x="650460" y="1647196"/>
                  </a:lnTo>
                  <a:lnTo>
                    <a:pt x="651532" y="1646979"/>
                  </a:lnTo>
                  <a:lnTo>
                    <a:pt x="652603" y="1646761"/>
                  </a:lnTo>
                  <a:lnTo>
                    <a:pt x="653675" y="1646543"/>
                  </a:lnTo>
                  <a:lnTo>
                    <a:pt x="654746" y="1646324"/>
                  </a:lnTo>
                  <a:lnTo>
                    <a:pt x="655818" y="1646104"/>
                  </a:lnTo>
                  <a:lnTo>
                    <a:pt x="656890" y="1645883"/>
                  </a:lnTo>
                  <a:lnTo>
                    <a:pt x="657961" y="1645662"/>
                  </a:lnTo>
                  <a:lnTo>
                    <a:pt x="659033" y="1645439"/>
                  </a:lnTo>
                  <a:lnTo>
                    <a:pt x="660104" y="1645216"/>
                  </a:lnTo>
                  <a:lnTo>
                    <a:pt x="661176" y="1644992"/>
                  </a:lnTo>
                  <a:lnTo>
                    <a:pt x="662248" y="1644768"/>
                  </a:lnTo>
                  <a:lnTo>
                    <a:pt x="663319" y="1644542"/>
                  </a:lnTo>
                  <a:lnTo>
                    <a:pt x="664391" y="1644316"/>
                  </a:lnTo>
                  <a:lnTo>
                    <a:pt x="665462" y="1644089"/>
                  </a:lnTo>
                  <a:lnTo>
                    <a:pt x="666534" y="1643861"/>
                  </a:lnTo>
                  <a:lnTo>
                    <a:pt x="667606" y="1643633"/>
                  </a:lnTo>
                  <a:lnTo>
                    <a:pt x="668677" y="1643404"/>
                  </a:lnTo>
                  <a:lnTo>
                    <a:pt x="669749" y="1643174"/>
                  </a:lnTo>
                  <a:lnTo>
                    <a:pt x="670820" y="1642943"/>
                  </a:lnTo>
                  <a:lnTo>
                    <a:pt x="671892" y="1642711"/>
                  </a:lnTo>
                  <a:lnTo>
                    <a:pt x="672964" y="1642479"/>
                  </a:lnTo>
                  <a:lnTo>
                    <a:pt x="674035" y="1642246"/>
                  </a:lnTo>
                  <a:lnTo>
                    <a:pt x="675107" y="1642012"/>
                  </a:lnTo>
                  <a:lnTo>
                    <a:pt x="676178" y="1641777"/>
                  </a:lnTo>
                  <a:lnTo>
                    <a:pt x="677250" y="1641541"/>
                  </a:lnTo>
                  <a:lnTo>
                    <a:pt x="678322" y="1641305"/>
                  </a:lnTo>
                  <a:lnTo>
                    <a:pt x="679393" y="1641068"/>
                  </a:lnTo>
                  <a:lnTo>
                    <a:pt x="680465" y="1640830"/>
                  </a:lnTo>
                  <a:lnTo>
                    <a:pt x="681536" y="1640591"/>
                  </a:lnTo>
                  <a:lnTo>
                    <a:pt x="682608" y="1640352"/>
                  </a:lnTo>
                  <a:lnTo>
                    <a:pt x="683680" y="1640112"/>
                  </a:lnTo>
                  <a:lnTo>
                    <a:pt x="684751" y="1639871"/>
                  </a:lnTo>
                  <a:lnTo>
                    <a:pt x="685823" y="1639629"/>
                  </a:lnTo>
                  <a:lnTo>
                    <a:pt x="686894" y="1639386"/>
                  </a:lnTo>
                  <a:lnTo>
                    <a:pt x="687966" y="1639143"/>
                  </a:lnTo>
                  <a:lnTo>
                    <a:pt x="689038" y="1638899"/>
                  </a:lnTo>
                  <a:lnTo>
                    <a:pt x="690109" y="1638654"/>
                  </a:lnTo>
                  <a:lnTo>
                    <a:pt x="691181" y="1638408"/>
                  </a:lnTo>
                  <a:lnTo>
                    <a:pt x="692252" y="1638162"/>
                  </a:lnTo>
                  <a:lnTo>
                    <a:pt x="693324" y="1637915"/>
                  </a:lnTo>
                  <a:lnTo>
                    <a:pt x="694396" y="1637667"/>
                  </a:lnTo>
                  <a:lnTo>
                    <a:pt x="695467" y="1637418"/>
                  </a:lnTo>
                  <a:lnTo>
                    <a:pt x="696539" y="1637168"/>
                  </a:lnTo>
                  <a:lnTo>
                    <a:pt x="697610" y="1636918"/>
                  </a:lnTo>
                  <a:lnTo>
                    <a:pt x="698682" y="1636667"/>
                  </a:lnTo>
                  <a:lnTo>
                    <a:pt x="699754" y="1636415"/>
                  </a:lnTo>
                  <a:lnTo>
                    <a:pt x="700825" y="1636162"/>
                  </a:lnTo>
                  <a:lnTo>
                    <a:pt x="701897" y="1635909"/>
                  </a:lnTo>
                  <a:lnTo>
                    <a:pt x="702968" y="1635654"/>
                  </a:lnTo>
                  <a:lnTo>
                    <a:pt x="704040" y="1635399"/>
                  </a:lnTo>
                  <a:lnTo>
                    <a:pt x="705112" y="1635143"/>
                  </a:lnTo>
                  <a:lnTo>
                    <a:pt x="706183" y="1634887"/>
                  </a:lnTo>
                  <a:lnTo>
                    <a:pt x="707255" y="1634629"/>
                  </a:lnTo>
                  <a:lnTo>
                    <a:pt x="708326" y="1634371"/>
                  </a:lnTo>
                  <a:lnTo>
                    <a:pt x="709398" y="1634112"/>
                  </a:lnTo>
                  <a:lnTo>
                    <a:pt x="710469" y="1633853"/>
                  </a:lnTo>
                  <a:lnTo>
                    <a:pt x="711541" y="1633592"/>
                  </a:lnTo>
                  <a:lnTo>
                    <a:pt x="712613" y="1633331"/>
                  </a:lnTo>
                  <a:lnTo>
                    <a:pt x="713684" y="1633069"/>
                  </a:lnTo>
                  <a:lnTo>
                    <a:pt x="714756" y="1632806"/>
                  </a:lnTo>
                  <a:lnTo>
                    <a:pt x="715827" y="1632542"/>
                  </a:lnTo>
                  <a:lnTo>
                    <a:pt x="716899" y="1632278"/>
                  </a:lnTo>
                  <a:lnTo>
                    <a:pt x="717971" y="1632013"/>
                  </a:lnTo>
                  <a:lnTo>
                    <a:pt x="719042" y="1631747"/>
                  </a:lnTo>
                  <a:lnTo>
                    <a:pt x="720114" y="1631480"/>
                  </a:lnTo>
                  <a:lnTo>
                    <a:pt x="721185" y="1631213"/>
                  </a:lnTo>
                  <a:lnTo>
                    <a:pt x="722257" y="1630944"/>
                  </a:lnTo>
                  <a:lnTo>
                    <a:pt x="723329" y="1630675"/>
                  </a:lnTo>
                  <a:lnTo>
                    <a:pt x="724400" y="1630405"/>
                  </a:lnTo>
                  <a:lnTo>
                    <a:pt x="725472" y="1630135"/>
                  </a:lnTo>
                  <a:lnTo>
                    <a:pt x="726543" y="1629863"/>
                  </a:lnTo>
                  <a:lnTo>
                    <a:pt x="727615" y="1629591"/>
                  </a:lnTo>
                  <a:lnTo>
                    <a:pt x="728687" y="1629318"/>
                  </a:lnTo>
                  <a:lnTo>
                    <a:pt x="729758" y="1629045"/>
                  </a:lnTo>
                  <a:lnTo>
                    <a:pt x="730830" y="1628770"/>
                  </a:lnTo>
                  <a:lnTo>
                    <a:pt x="731901" y="1628495"/>
                  </a:lnTo>
                  <a:lnTo>
                    <a:pt x="732973" y="1628219"/>
                  </a:lnTo>
                  <a:lnTo>
                    <a:pt x="734045" y="1627942"/>
                  </a:lnTo>
                  <a:lnTo>
                    <a:pt x="735116" y="1627664"/>
                  </a:lnTo>
                  <a:lnTo>
                    <a:pt x="736188" y="1627386"/>
                  </a:lnTo>
                  <a:lnTo>
                    <a:pt x="737259" y="1627107"/>
                  </a:lnTo>
                  <a:lnTo>
                    <a:pt x="738331" y="1626827"/>
                  </a:lnTo>
                  <a:lnTo>
                    <a:pt x="739403" y="1626546"/>
                  </a:lnTo>
                  <a:lnTo>
                    <a:pt x="740474" y="1626265"/>
                  </a:lnTo>
                  <a:lnTo>
                    <a:pt x="741546" y="1625983"/>
                  </a:lnTo>
                  <a:lnTo>
                    <a:pt x="742617" y="1625700"/>
                  </a:lnTo>
                  <a:lnTo>
                    <a:pt x="743689" y="1625416"/>
                  </a:lnTo>
                  <a:lnTo>
                    <a:pt x="744761" y="1625131"/>
                  </a:lnTo>
                  <a:lnTo>
                    <a:pt x="745832" y="1624846"/>
                  </a:lnTo>
                  <a:lnTo>
                    <a:pt x="746904" y="1624560"/>
                  </a:lnTo>
                  <a:lnTo>
                    <a:pt x="747975" y="1624273"/>
                  </a:lnTo>
                  <a:lnTo>
                    <a:pt x="749047" y="1623985"/>
                  </a:lnTo>
                  <a:lnTo>
                    <a:pt x="750119" y="1623697"/>
                  </a:lnTo>
                  <a:lnTo>
                    <a:pt x="751190" y="1623408"/>
                  </a:lnTo>
                  <a:lnTo>
                    <a:pt x="752262" y="1623118"/>
                  </a:lnTo>
                  <a:lnTo>
                    <a:pt x="753333" y="1622827"/>
                  </a:lnTo>
                  <a:lnTo>
                    <a:pt x="754405" y="1622535"/>
                  </a:lnTo>
                  <a:lnTo>
                    <a:pt x="755477" y="1622243"/>
                  </a:lnTo>
                  <a:lnTo>
                    <a:pt x="756548" y="1621950"/>
                  </a:lnTo>
                  <a:lnTo>
                    <a:pt x="757620" y="1621656"/>
                  </a:lnTo>
                  <a:lnTo>
                    <a:pt x="758691" y="1621362"/>
                  </a:lnTo>
                  <a:lnTo>
                    <a:pt x="759763" y="1621066"/>
                  </a:lnTo>
                  <a:lnTo>
                    <a:pt x="760835" y="1620770"/>
                  </a:lnTo>
                  <a:lnTo>
                    <a:pt x="761906" y="1620473"/>
                  </a:lnTo>
                  <a:lnTo>
                    <a:pt x="762978" y="1620175"/>
                  </a:lnTo>
                  <a:lnTo>
                    <a:pt x="764049" y="1619877"/>
                  </a:lnTo>
                  <a:lnTo>
                    <a:pt x="765121" y="1619578"/>
                  </a:lnTo>
                  <a:lnTo>
                    <a:pt x="766193" y="1619278"/>
                  </a:lnTo>
                  <a:lnTo>
                    <a:pt x="767264" y="1618977"/>
                  </a:lnTo>
                  <a:lnTo>
                    <a:pt x="768336" y="1618676"/>
                  </a:lnTo>
                  <a:lnTo>
                    <a:pt x="769407" y="1618373"/>
                  </a:lnTo>
                  <a:lnTo>
                    <a:pt x="770479" y="1618070"/>
                  </a:lnTo>
                  <a:lnTo>
                    <a:pt x="771551" y="1617766"/>
                  </a:lnTo>
                  <a:lnTo>
                    <a:pt x="772622" y="1617462"/>
                  </a:lnTo>
                  <a:lnTo>
                    <a:pt x="773694" y="1617157"/>
                  </a:lnTo>
                  <a:lnTo>
                    <a:pt x="774765" y="1616850"/>
                  </a:lnTo>
                  <a:lnTo>
                    <a:pt x="775837" y="1616544"/>
                  </a:lnTo>
                  <a:lnTo>
                    <a:pt x="776909" y="1616236"/>
                  </a:lnTo>
                  <a:lnTo>
                    <a:pt x="777980" y="1615927"/>
                  </a:lnTo>
                  <a:lnTo>
                    <a:pt x="779052" y="1615618"/>
                  </a:lnTo>
                  <a:lnTo>
                    <a:pt x="780123" y="1615308"/>
                  </a:lnTo>
                  <a:lnTo>
                    <a:pt x="781195" y="1614998"/>
                  </a:lnTo>
                  <a:lnTo>
                    <a:pt x="782267" y="1614686"/>
                  </a:lnTo>
                  <a:lnTo>
                    <a:pt x="783338" y="1614374"/>
                  </a:lnTo>
                  <a:lnTo>
                    <a:pt x="784410" y="1614061"/>
                  </a:lnTo>
                  <a:lnTo>
                    <a:pt x="785481" y="1613747"/>
                  </a:lnTo>
                  <a:lnTo>
                    <a:pt x="786553" y="1613433"/>
                  </a:lnTo>
                  <a:lnTo>
                    <a:pt x="787625" y="1613117"/>
                  </a:lnTo>
                  <a:lnTo>
                    <a:pt x="788696" y="1612801"/>
                  </a:lnTo>
                  <a:lnTo>
                    <a:pt x="789768" y="1612485"/>
                  </a:lnTo>
                  <a:lnTo>
                    <a:pt x="790839" y="1612167"/>
                  </a:lnTo>
                  <a:lnTo>
                    <a:pt x="791911" y="1611849"/>
                  </a:lnTo>
                  <a:lnTo>
                    <a:pt x="792983" y="1611530"/>
                  </a:lnTo>
                  <a:lnTo>
                    <a:pt x="794054" y="1611210"/>
                  </a:lnTo>
                  <a:lnTo>
                    <a:pt x="795126" y="1610889"/>
                  </a:lnTo>
                  <a:lnTo>
                    <a:pt x="796197" y="1610568"/>
                  </a:lnTo>
                  <a:lnTo>
                    <a:pt x="797269" y="1610246"/>
                  </a:lnTo>
                  <a:lnTo>
                    <a:pt x="798341" y="1609923"/>
                  </a:lnTo>
                  <a:lnTo>
                    <a:pt x="799412" y="1609599"/>
                  </a:lnTo>
                  <a:lnTo>
                    <a:pt x="800484" y="1609275"/>
                  </a:lnTo>
                  <a:lnTo>
                    <a:pt x="801555" y="1608949"/>
                  </a:lnTo>
                  <a:lnTo>
                    <a:pt x="802627" y="1608624"/>
                  </a:lnTo>
                  <a:lnTo>
                    <a:pt x="803699" y="1608297"/>
                  </a:lnTo>
                  <a:lnTo>
                    <a:pt x="804770" y="1607969"/>
                  </a:lnTo>
                  <a:lnTo>
                    <a:pt x="805842" y="1607641"/>
                  </a:lnTo>
                  <a:lnTo>
                    <a:pt x="806913" y="1607312"/>
                  </a:lnTo>
                  <a:lnTo>
                    <a:pt x="807985" y="1606982"/>
                  </a:lnTo>
                  <a:lnTo>
                    <a:pt x="809057" y="1606652"/>
                  </a:lnTo>
                  <a:lnTo>
                    <a:pt x="810128" y="1606321"/>
                  </a:lnTo>
                  <a:lnTo>
                    <a:pt x="811200" y="1605989"/>
                  </a:lnTo>
                  <a:lnTo>
                    <a:pt x="812271" y="1605656"/>
                  </a:lnTo>
                  <a:lnTo>
                    <a:pt x="813343" y="1605322"/>
                  </a:lnTo>
                  <a:lnTo>
                    <a:pt x="814415" y="1604988"/>
                  </a:lnTo>
                  <a:lnTo>
                    <a:pt x="815486" y="1604653"/>
                  </a:lnTo>
                  <a:lnTo>
                    <a:pt x="816558" y="1604317"/>
                  </a:lnTo>
                  <a:lnTo>
                    <a:pt x="817629" y="1603981"/>
                  </a:lnTo>
                  <a:lnTo>
                    <a:pt x="818701" y="1603644"/>
                  </a:lnTo>
                  <a:lnTo>
                    <a:pt x="819773" y="1603305"/>
                  </a:lnTo>
                  <a:lnTo>
                    <a:pt x="820844" y="1602967"/>
                  </a:lnTo>
                  <a:lnTo>
                    <a:pt x="821916" y="1602627"/>
                  </a:lnTo>
                  <a:lnTo>
                    <a:pt x="822987" y="1602287"/>
                  </a:lnTo>
                  <a:lnTo>
                    <a:pt x="824059" y="1601946"/>
                  </a:lnTo>
                  <a:lnTo>
                    <a:pt x="825131" y="1601604"/>
                  </a:lnTo>
                  <a:lnTo>
                    <a:pt x="826202" y="1601261"/>
                  </a:lnTo>
                  <a:lnTo>
                    <a:pt x="827274" y="1600918"/>
                  </a:lnTo>
                  <a:lnTo>
                    <a:pt x="828345" y="1600574"/>
                  </a:lnTo>
                  <a:lnTo>
                    <a:pt x="829417" y="1600229"/>
                  </a:lnTo>
                  <a:lnTo>
                    <a:pt x="830489" y="1599883"/>
                  </a:lnTo>
                  <a:lnTo>
                    <a:pt x="831560" y="1599537"/>
                  </a:lnTo>
                  <a:lnTo>
                    <a:pt x="832632" y="1599190"/>
                  </a:lnTo>
                  <a:lnTo>
                    <a:pt x="833703" y="1598842"/>
                  </a:lnTo>
                  <a:lnTo>
                    <a:pt x="834775" y="1598493"/>
                  </a:lnTo>
                  <a:lnTo>
                    <a:pt x="835847" y="1598144"/>
                  </a:lnTo>
                  <a:lnTo>
                    <a:pt x="836918" y="1597794"/>
                  </a:lnTo>
                  <a:lnTo>
                    <a:pt x="837990" y="1597443"/>
                  </a:lnTo>
                  <a:lnTo>
                    <a:pt x="839061" y="1597091"/>
                  </a:lnTo>
                  <a:lnTo>
                    <a:pt x="840133" y="1596739"/>
                  </a:lnTo>
                  <a:lnTo>
                    <a:pt x="841205" y="1596386"/>
                  </a:lnTo>
                  <a:lnTo>
                    <a:pt x="842276" y="1596032"/>
                  </a:lnTo>
                  <a:lnTo>
                    <a:pt x="843348" y="1595677"/>
                  </a:lnTo>
                  <a:lnTo>
                    <a:pt x="844419" y="1595322"/>
                  </a:lnTo>
                  <a:lnTo>
                    <a:pt x="845491" y="1594966"/>
                  </a:lnTo>
                  <a:lnTo>
                    <a:pt x="846563" y="1594609"/>
                  </a:lnTo>
                  <a:lnTo>
                    <a:pt x="847634" y="1594251"/>
                  </a:lnTo>
                  <a:lnTo>
                    <a:pt x="848706" y="1593893"/>
                  </a:lnTo>
                  <a:lnTo>
                    <a:pt x="849777" y="1593534"/>
                  </a:lnTo>
                  <a:lnTo>
                    <a:pt x="850849" y="1593174"/>
                  </a:lnTo>
                  <a:lnTo>
                    <a:pt x="851921" y="1592813"/>
                  </a:lnTo>
                  <a:lnTo>
                    <a:pt x="852992" y="1592452"/>
                  </a:lnTo>
                  <a:lnTo>
                    <a:pt x="854064" y="1592090"/>
                  </a:lnTo>
                  <a:lnTo>
                    <a:pt x="855135" y="1591727"/>
                  </a:lnTo>
                  <a:lnTo>
                    <a:pt x="856207" y="1591363"/>
                  </a:lnTo>
                  <a:lnTo>
                    <a:pt x="857279" y="1590999"/>
                  </a:lnTo>
                  <a:lnTo>
                    <a:pt x="858350" y="1590634"/>
                  </a:lnTo>
                  <a:lnTo>
                    <a:pt x="859422" y="1590268"/>
                  </a:lnTo>
                  <a:lnTo>
                    <a:pt x="860493" y="1589901"/>
                  </a:lnTo>
                  <a:lnTo>
                    <a:pt x="861565" y="1589534"/>
                  </a:lnTo>
                  <a:lnTo>
                    <a:pt x="862637" y="1589166"/>
                  </a:lnTo>
                  <a:lnTo>
                    <a:pt x="863708" y="1588797"/>
                  </a:lnTo>
                  <a:lnTo>
                    <a:pt x="864780" y="1588427"/>
                  </a:lnTo>
                  <a:lnTo>
                    <a:pt x="865851" y="1588057"/>
                  </a:lnTo>
                  <a:lnTo>
                    <a:pt x="866923" y="1587685"/>
                  </a:lnTo>
                  <a:lnTo>
                    <a:pt x="867995" y="1587314"/>
                  </a:lnTo>
                  <a:lnTo>
                    <a:pt x="869066" y="1586941"/>
                  </a:lnTo>
                  <a:lnTo>
                    <a:pt x="870138" y="1586567"/>
                  </a:lnTo>
                  <a:lnTo>
                    <a:pt x="871209" y="1586193"/>
                  </a:lnTo>
                  <a:lnTo>
                    <a:pt x="872281" y="1585818"/>
                  </a:lnTo>
                  <a:lnTo>
                    <a:pt x="873353" y="1585443"/>
                  </a:lnTo>
                  <a:lnTo>
                    <a:pt x="874424" y="1585066"/>
                  </a:lnTo>
                  <a:lnTo>
                    <a:pt x="875496" y="1584689"/>
                  </a:lnTo>
                  <a:lnTo>
                    <a:pt x="876567" y="1584311"/>
                  </a:lnTo>
                  <a:lnTo>
                    <a:pt x="877639" y="1583933"/>
                  </a:lnTo>
                  <a:lnTo>
                    <a:pt x="878711" y="1583553"/>
                  </a:lnTo>
                  <a:lnTo>
                    <a:pt x="879782" y="1583173"/>
                  </a:lnTo>
                  <a:lnTo>
                    <a:pt x="880854" y="1582792"/>
                  </a:lnTo>
                  <a:lnTo>
                    <a:pt x="881925" y="1582411"/>
                  </a:lnTo>
                  <a:lnTo>
                    <a:pt x="882997" y="1582028"/>
                  </a:lnTo>
                  <a:lnTo>
                    <a:pt x="884069" y="1581645"/>
                  </a:lnTo>
                  <a:lnTo>
                    <a:pt x="885140" y="1581261"/>
                  </a:lnTo>
                  <a:lnTo>
                    <a:pt x="886212" y="1580876"/>
                  </a:lnTo>
                  <a:lnTo>
                    <a:pt x="887283" y="1580491"/>
                  </a:lnTo>
                  <a:lnTo>
                    <a:pt x="888355" y="1580105"/>
                  </a:lnTo>
                  <a:lnTo>
                    <a:pt x="889426" y="1579718"/>
                  </a:lnTo>
                  <a:lnTo>
                    <a:pt x="890498" y="1579330"/>
                  </a:lnTo>
                  <a:lnTo>
                    <a:pt x="891570" y="1578942"/>
                  </a:lnTo>
                  <a:lnTo>
                    <a:pt x="892641" y="1578553"/>
                  </a:lnTo>
                  <a:lnTo>
                    <a:pt x="893713" y="1578163"/>
                  </a:lnTo>
                  <a:lnTo>
                    <a:pt x="894784" y="1577772"/>
                  </a:lnTo>
                  <a:lnTo>
                    <a:pt x="895856" y="1577381"/>
                  </a:lnTo>
                  <a:lnTo>
                    <a:pt x="896928" y="1576989"/>
                  </a:lnTo>
                  <a:lnTo>
                    <a:pt x="897999" y="1576596"/>
                  </a:lnTo>
                  <a:lnTo>
                    <a:pt x="899071" y="1576202"/>
                  </a:lnTo>
                  <a:lnTo>
                    <a:pt x="900142" y="1575808"/>
                  </a:lnTo>
                  <a:lnTo>
                    <a:pt x="901214" y="1575412"/>
                  </a:lnTo>
                  <a:lnTo>
                    <a:pt x="902286" y="1575016"/>
                  </a:lnTo>
                  <a:lnTo>
                    <a:pt x="903357" y="1574620"/>
                  </a:lnTo>
                  <a:lnTo>
                    <a:pt x="904429" y="1574222"/>
                  </a:lnTo>
                  <a:lnTo>
                    <a:pt x="905500" y="1573824"/>
                  </a:lnTo>
                  <a:lnTo>
                    <a:pt x="906572" y="1573425"/>
                  </a:lnTo>
                  <a:lnTo>
                    <a:pt x="907644" y="1573026"/>
                  </a:lnTo>
                  <a:lnTo>
                    <a:pt x="908715" y="1572625"/>
                  </a:lnTo>
                  <a:lnTo>
                    <a:pt x="909787" y="1572224"/>
                  </a:lnTo>
                  <a:lnTo>
                    <a:pt x="910858" y="1571822"/>
                  </a:lnTo>
                  <a:lnTo>
                    <a:pt x="911930" y="1571419"/>
                  </a:lnTo>
                  <a:lnTo>
                    <a:pt x="913002" y="1571016"/>
                  </a:lnTo>
                  <a:lnTo>
                    <a:pt x="914073" y="1570612"/>
                  </a:lnTo>
                  <a:lnTo>
                    <a:pt x="915145" y="1570207"/>
                  </a:lnTo>
                  <a:lnTo>
                    <a:pt x="916216" y="1569801"/>
                  </a:lnTo>
                  <a:lnTo>
                    <a:pt x="917288" y="1569395"/>
                  </a:lnTo>
                  <a:lnTo>
                    <a:pt x="918360" y="1568987"/>
                  </a:lnTo>
                  <a:lnTo>
                    <a:pt x="919431" y="1568579"/>
                  </a:lnTo>
                  <a:lnTo>
                    <a:pt x="920503" y="1568171"/>
                  </a:lnTo>
                  <a:lnTo>
                    <a:pt x="921574" y="1567761"/>
                  </a:lnTo>
                  <a:lnTo>
                    <a:pt x="922646" y="1567351"/>
                  </a:lnTo>
                  <a:lnTo>
                    <a:pt x="923718" y="1566940"/>
                  </a:lnTo>
                  <a:lnTo>
                    <a:pt x="924789" y="1566528"/>
                  </a:lnTo>
                  <a:lnTo>
                    <a:pt x="925861" y="1566116"/>
                  </a:lnTo>
                  <a:lnTo>
                    <a:pt x="926932" y="1565703"/>
                  </a:lnTo>
                  <a:lnTo>
                    <a:pt x="928004" y="1565289"/>
                  </a:lnTo>
                  <a:lnTo>
                    <a:pt x="929076" y="1564874"/>
                  </a:lnTo>
                  <a:lnTo>
                    <a:pt x="930147" y="1564458"/>
                  </a:lnTo>
                  <a:lnTo>
                    <a:pt x="931219" y="1564042"/>
                  </a:lnTo>
                  <a:lnTo>
                    <a:pt x="932290" y="1563625"/>
                  </a:lnTo>
                  <a:lnTo>
                    <a:pt x="933362" y="1563207"/>
                  </a:lnTo>
                  <a:lnTo>
                    <a:pt x="934434" y="1562789"/>
                  </a:lnTo>
                  <a:lnTo>
                    <a:pt x="935505" y="1562370"/>
                  </a:lnTo>
                  <a:lnTo>
                    <a:pt x="936577" y="1561949"/>
                  </a:lnTo>
                  <a:lnTo>
                    <a:pt x="937648" y="1561529"/>
                  </a:lnTo>
                  <a:lnTo>
                    <a:pt x="938720" y="1561107"/>
                  </a:lnTo>
                  <a:lnTo>
                    <a:pt x="939792" y="1560685"/>
                  </a:lnTo>
                  <a:lnTo>
                    <a:pt x="940863" y="1560262"/>
                  </a:lnTo>
                  <a:lnTo>
                    <a:pt x="941935" y="1559838"/>
                  </a:lnTo>
                  <a:lnTo>
                    <a:pt x="943006" y="1559413"/>
                  </a:lnTo>
                  <a:lnTo>
                    <a:pt x="944078" y="1558988"/>
                  </a:lnTo>
                  <a:lnTo>
                    <a:pt x="945150" y="1558562"/>
                  </a:lnTo>
                  <a:lnTo>
                    <a:pt x="946221" y="1558135"/>
                  </a:lnTo>
                  <a:lnTo>
                    <a:pt x="947293" y="1557707"/>
                  </a:lnTo>
                  <a:lnTo>
                    <a:pt x="948364" y="1557279"/>
                  </a:lnTo>
                  <a:lnTo>
                    <a:pt x="949436" y="1556850"/>
                  </a:lnTo>
                  <a:lnTo>
                    <a:pt x="950508" y="1556420"/>
                  </a:lnTo>
                  <a:lnTo>
                    <a:pt x="951579" y="1555989"/>
                  </a:lnTo>
                  <a:lnTo>
                    <a:pt x="952651" y="1555558"/>
                  </a:lnTo>
                  <a:lnTo>
                    <a:pt x="953722" y="1555125"/>
                  </a:lnTo>
                  <a:lnTo>
                    <a:pt x="954794" y="1554692"/>
                  </a:lnTo>
                  <a:lnTo>
                    <a:pt x="955866" y="1554259"/>
                  </a:lnTo>
                  <a:lnTo>
                    <a:pt x="956937" y="1553824"/>
                  </a:lnTo>
                  <a:lnTo>
                    <a:pt x="958009" y="1553389"/>
                  </a:lnTo>
                  <a:lnTo>
                    <a:pt x="959080" y="1552953"/>
                  </a:lnTo>
                  <a:lnTo>
                    <a:pt x="960152" y="1552516"/>
                  </a:lnTo>
                  <a:lnTo>
                    <a:pt x="961224" y="1552078"/>
                  </a:lnTo>
                  <a:lnTo>
                    <a:pt x="962295" y="1551640"/>
                  </a:lnTo>
                  <a:lnTo>
                    <a:pt x="963367" y="1551201"/>
                  </a:lnTo>
                  <a:lnTo>
                    <a:pt x="964438" y="1550761"/>
                  </a:lnTo>
                  <a:lnTo>
                    <a:pt x="965510" y="1550321"/>
                  </a:lnTo>
                  <a:lnTo>
                    <a:pt x="966582" y="1549879"/>
                  </a:lnTo>
                  <a:lnTo>
                    <a:pt x="967653" y="1549437"/>
                  </a:lnTo>
                  <a:lnTo>
                    <a:pt x="968725" y="1548994"/>
                  </a:lnTo>
                  <a:lnTo>
                    <a:pt x="969796" y="1548550"/>
                  </a:lnTo>
                  <a:lnTo>
                    <a:pt x="970868" y="1548106"/>
                  </a:lnTo>
                  <a:lnTo>
                    <a:pt x="971940" y="1547661"/>
                  </a:lnTo>
                  <a:lnTo>
                    <a:pt x="973011" y="1547215"/>
                  </a:lnTo>
                  <a:lnTo>
                    <a:pt x="974083" y="1546768"/>
                  </a:lnTo>
                  <a:lnTo>
                    <a:pt x="975154" y="1546320"/>
                  </a:lnTo>
                  <a:lnTo>
                    <a:pt x="976226" y="1545872"/>
                  </a:lnTo>
                  <a:lnTo>
                    <a:pt x="977298" y="1545423"/>
                  </a:lnTo>
                  <a:lnTo>
                    <a:pt x="978369" y="1544973"/>
                  </a:lnTo>
                  <a:lnTo>
                    <a:pt x="979441" y="1544522"/>
                  </a:lnTo>
                  <a:lnTo>
                    <a:pt x="980512" y="1544071"/>
                  </a:lnTo>
                  <a:lnTo>
                    <a:pt x="981584" y="1543619"/>
                  </a:lnTo>
                  <a:lnTo>
                    <a:pt x="982656" y="1543166"/>
                  </a:lnTo>
                  <a:lnTo>
                    <a:pt x="983727" y="1542712"/>
                  </a:lnTo>
                  <a:lnTo>
                    <a:pt x="984799" y="1542257"/>
                  </a:lnTo>
                  <a:lnTo>
                    <a:pt x="985870" y="1541802"/>
                  </a:lnTo>
                  <a:lnTo>
                    <a:pt x="986942" y="1541346"/>
                  </a:lnTo>
                  <a:lnTo>
                    <a:pt x="988014" y="1540889"/>
                  </a:lnTo>
                  <a:lnTo>
                    <a:pt x="989085" y="1540432"/>
                  </a:lnTo>
                  <a:lnTo>
                    <a:pt x="990157" y="1539973"/>
                  </a:lnTo>
                  <a:lnTo>
                    <a:pt x="991228" y="1539514"/>
                  </a:lnTo>
                  <a:lnTo>
                    <a:pt x="992300" y="1539054"/>
                  </a:lnTo>
                  <a:lnTo>
                    <a:pt x="993372" y="1538593"/>
                  </a:lnTo>
                  <a:lnTo>
                    <a:pt x="994443" y="1538132"/>
                  </a:lnTo>
                  <a:lnTo>
                    <a:pt x="995515" y="1537669"/>
                  </a:lnTo>
                  <a:lnTo>
                    <a:pt x="996586" y="1537206"/>
                  </a:lnTo>
                  <a:lnTo>
                    <a:pt x="997658" y="1536742"/>
                  </a:lnTo>
                  <a:lnTo>
                    <a:pt x="998730" y="1536278"/>
                  </a:lnTo>
                  <a:lnTo>
                    <a:pt x="999801" y="1535812"/>
                  </a:lnTo>
                  <a:lnTo>
                    <a:pt x="1000873" y="1535346"/>
                  </a:lnTo>
                  <a:lnTo>
                    <a:pt x="1001944" y="1534879"/>
                  </a:lnTo>
                  <a:lnTo>
                    <a:pt x="1003016" y="1534411"/>
                  </a:lnTo>
                  <a:lnTo>
                    <a:pt x="1004088" y="1533943"/>
                  </a:lnTo>
                  <a:lnTo>
                    <a:pt x="1005159" y="1533473"/>
                  </a:lnTo>
                  <a:lnTo>
                    <a:pt x="1006231" y="1533003"/>
                  </a:lnTo>
                  <a:lnTo>
                    <a:pt x="1007302" y="1532532"/>
                  </a:lnTo>
                  <a:lnTo>
                    <a:pt x="1008374" y="1532061"/>
                  </a:lnTo>
                  <a:lnTo>
                    <a:pt x="1009446" y="1531588"/>
                  </a:lnTo>
                  <a:lnTo>
                    <a:pt x="1010517" y="1531115"/>
                  </a:lnTo>
                  <a:lnTo>
                    <a:pt x="1011589" y="1530641"/>
                  </a:lnTo>
                  <a:lnTo>
                    <a:pt x="1012660" y="1530166"/>
                  </a:lnTo>
                  <a:lnTo>
                    <a:pt x="1013732" y="1529690"/>
                  </a:lnTo>
                  <a:lnTo>
                    <a:pt x="1014804" y="1529214"/>
                  </a:lnTo>
                  <a:lnTo>
                    <a:pt x="1015875" y="1528736"/>
                  </a:lnTo>
                  <a:lnTo>
                    <a:pt x="1016947" y="1528258"/>
                  </a:lnTo>
                  <a:lnTo>
                    <a:pt x="1018018" y="1527779"/>
                  </a:lnTo>
                  <a:lnTo>
                    <a:pt x="1019090" y="1527300"/>
                  </a:lnTo>
                  <a:lnTo>
                    <a:pt x="1020162" y="1526819"/>
                  </a:lnTo>
                  <a:lnTo>
                    <a:pt x="1021233" y="1526338"/>
                  </a:lnTo>
                  <a:lnTo>
                    <a:pt x="1022305" y="1525856"/>
                  </a:lnTo>
                  <a:lnTo>
                    <a:pt x="1023376" y="1525373"/>
                  </a:lnTo>
                  <a:lnTo>
                    <a:pt x="1024448" y="1524889"/>
                  </a:lnTo>
                  <a:lnTo>
                    <a:pt x="1025520" y="1524405"/>
                  </a:lnTo>
                  <a:lnTo>
                    <a:pt x="1026591" y="1523920"/>
                  </a:lnTo>
                  <a:lnTo>
                    <a:pt x="1027663" y="1523434"/>
                  </a:lnTo>
                  <a:lnTo>
                    <a:pt x="1028734" y="1522947"/>
                  </a:lnTo>
                  <a:lnTo>
                    <a:pt x="1029806" y="1522459"/>
                  </a:lnTo>
                  <a:lnTo>
                    <a:pt x="1030878" y="1521971"/>
                  </a:lnTo>
                  <a:lnTo>
                    <a:pt x="1031949" y="1521482"/>
                  </a:lnTo>
                  <a:lnTo>
                    <a:pt x="1033021" y="1520991"/>
                  </a:lnTo>
                  <a:lnTo>
                    <a:pt x="1034092" y="1520501"/>
                  </a:lnTo>
                  <a:lnTo>
                    <a:pt x="1035164" y="1520009"/>
                  </a:lnTo>
                  <a:lnTo>
                    <a:pt x="1036236" y="1519516"/>
                  </a:lnTo>
                  <a:lnTo>
                    <a:pt x="1037307" y="1519023"/>
                  </a:lnTo>
                  <a:lnTo>
                    <a:pt x="1038379" y="1518529"/>
                  </a:lnTo>
                  <a:lnTo>
                    <a:pt x="1039450" y="1518034"/>
                  </a:lnTo>
                  <a:lnTo>
                    <a:pt x="1040522" y="1517538"/>
                  </a:lnTo>
                  <a:lnTo>
                    <a:pt x="1041594" y="1517042"/>
                  </a:lnTo>
                  <a:lnTo>
                    <a:pt x="1042665" y="1516545"/>
                  </a:lnTo>
                  <a:lnTo>
                    <a:pt x="1043737" y="1516046"/>
                  </a:lnTo>
                  <a:lnTo>
                    <a:pt x="1044808" y="1515547"/>
                  </a:lnTo>
                  <a:lnTo>
                    <a:pt x="1045880" y="1515048"/>
                  </a:lnTo>
                  <a:lnTo>
                    <a:pt x="1046952" y="1514547"/>
                  </a:lnTo>
                  <a:lnTo>
                    <a:pt x="1048023" y="1514046"/>
                  </a:lnTo>
                  <a:lnTo>
                    <a:pt x="1049095" y="1513543"/>
                  </a:lnTo>
                  <a:lnTo>
                    <a:pt x="1050166" y="1513040"/>
                  </a:lnTo>
                  <a:lnTo>
                    <a:pt x="1051238" y="1512536"/>
                  </a:lnTo>
                  <a:lnTo>
                    <a:pt x="1052310" y="1512032"/>
                  </a:lnTo>
                  <a:lnTo>
                    <a:pt x="1053381" y="1511526"/>
                  </a:lnTo>
                  <a:lnTo>
                    <a:pt x="1054453" y="1511020"/>
                  </a:lnTo>
                  <a:lnTo>
                    <a:pt x="1055524" y="1510513"/>
                  </a:lnTo>
                  <a:lnTo>
                    <a:pt x="1056596" y="1510005"/>
                  </a:lnTo>
                  <a:lnTo>
                    <a:pt x="1057668" y="1509496"/>
                  </a:lnTo>
                  <a:lnTo>
                    <a:pt x="1058739" y="1508986"/>
                  </a:lnTo>
                  <a:lnTo>
                    <a:pt x="1059811" y="1508476"/>
                  </a:lnTo>
                  <a:lnTo>
                    <a:pt x="1060882" y="1507965"/>
                  </a:lnTo>
                  <a:lnTo>
                    <a:pt x="1061954" y="1507452"/>
                  </a:lnTo>
                  <a:lnTo>
                    <a:pt x="1063026" y="1506939"/>
                  </a:lnTo>
                  <a:lnTo>
                    <a:pt x="1064097" y="1506426"/>
                  </a:lnTo>
                  <a:lnTo>
                    <a:pt x="1065169" y="1505911"/>
                  </a:lnTo>
                  <a:lnTo>
                    <a:pt x="1066240" y="1505396"/>
                  </a:lnTo>
                  <a:lnTo>
                    <a:pt x="1067312" y="1504879"/>
                  </a:lnTo>
                  <a:lnTo>
                    <a:pt x="1068383" y="1504362"/>
                  </a:lnTo>
                  <a:lnTo>
                    <a:pt x="1069455" y="1503844"/>
                  </a:lnTo>
                  <a:lnTo>
                    <a:pt x="1070527" y="1503326"/>
                  </a:lnTo>
                  <a:lnTo>
                    <a:pt x="1071598" y="1502806"/>
                  </a:lnTo>
                  <a:lnTo>
                    <a:pt x="1072670" y="1502285"/>
                  </a:lnTo>
                  <a:lnTo>
                    <a:pt x="1073741" y="1501764"/>
                  </a:lnTo>
                  <a:lnTo>
                    <a:pt x="1074813" y="1501242"/>
                  </a:lnTo>
                  <a:lnTo>
                    <a:pt x="1075885" y="1500719"/>
                  </a:lnTo>
                  <a:lnTo>
                    <a:pt x="1076956" y="1500195"/>
                  </a:lnTo>
                  <a:lnTo>
                    <a:pt x="1078028" y="1499671"/>
                  </a:lnTo>
                  <a:lnTo>
                    <a:pt x="1079099" y="1499145"/>
                  </a:lnTo>
                  <a:lnTo>
                    <a:pt x="1080171" y="1498619"/>
                  </a:lnTo>
                  <a:lnTo>
                    <a:pt x="1081243" y="1498092"/>
                  </a:lnTo>
                  <a:lnTo>
                    <a:pt x="1082314" y="1497564"/>
                  </a:lnTo>
                  <a:lnTo>
                    <a:pt x="1083386" y="1497035"/>
                  </a:lnTo>
                  <a:lnTo>
                    <a:pt x="1084457" y="1496505"/>
                  </a:lnTo>
                  <a:lnTo>
                    <a:pt x="1085529" y="1495974"/>
                  </a:lnTo>
                  <a:lnTo>
                    <a:pt x="1086601" y="1495443"/>
                  </a:lnTo>
                  <a:lnTo>
                    <a:pt x="1087672" y="1494911"/>
                  </a:lnTo>
                  <a:lnTo>
                    <a:pt x="1088744" y="1494378"/>
                  </a:lnTo>
                  <a:lnTo>
                    <a:pt x="1089815" y="1493844"/>
                  </a:lnTo>
                  <a:lnTo>
                    <a:pt x="1090887" y="1493309"/>
                  </a:lnTo>
                  <a:lnTo>
                    <a:pt x="1091959" y="1492773"/>
                  </a:lnTo>
                  <a:lnTo>
                    <a:pt x="1093030" y="1492236"/>
                  </a:lnTo>
                  <a:lnTo>
                    <a:pt x="1094102" y="1491699"/>
                  </a:lnTo>
                  <a:lnTo>
                    <a:pt x="1095173" y="1491161"/>
                  </a:lnTo>
                  <a:lnTo>
                    <a:pt x="1096245" y="1490622"/>
                  </a:lnTo>
                  <a:lnTo>
                    <a:pt x="1097317" y="1490082"/>
                  </a:lnTo>
                  <a:lnTo>
                    <a:pt x="1098388" y="1489541"/>
                  </a:lnTo>
                  <a:lnTo>
                    <a:pt x="1099460" y="1488999"/>
                  </a:lnTo>
                  <a:lnTo>
                    <a:pt x="1100531" y="1488456"/>
                  </a:lnTo>
                  <a:lnTo>
                    <a:pt x="1101603" y="1487913"/>
                  </a:lnTo>
                  <a:lnTo>
                    <a:pt x="1102675" y="1487369"/>
                  </a:lnTo>
                  <a:lnTo>
                    <a:pt x="1103746" y="1486823"/>
                  </a:lnTo>
                  <a:lnTo>
                    <a:pt x="1104818" y="1486277"/>
                  </a:lnTo>
                  <a:lnTo>
                    <a:pt x="1105889" y="1485730"/>
                  </a:lnTo>
                  <a:lnTo>
                    <a:pt x="1106961" y="1485183"/>
                  </a:lnTo>
                  <a:lnTo>
                    <a:pt x="1108033" y="1484634"/>
                  </a:lnTo>
                  <a:lnTo>
                    <a:pt x="1109104" y="1484084"/>
                  </a:lnTo>
                  <a:lnTo>
                    <a:pt x="1110176" y="1483534"/>
                  </a:lnTo>
                  <a:lnTo>
                    <a:pt x="1111247" y="1482983"/>
                  </a:lnTo>
                  <a:lnTo>
                    <a:pt x="1112319" y="1482430"/>
                  </a:lnTo>
                  <a:lnTo>
                    <a:pt x="1113391" y="1481877"/>
                  </a:lnTo>
                  <a:lnTo>
                    <a:pt x="1114462" y="1481323"/>
                  </a:lnTo>
                  <a:lnTo>
                    <a:pt x="1115534" y="1480768"/>
                  </a:lnTo>
                  <a:lnTo>
                    <a:pt x="1116605" y="1480213"/>
                  </a:lnTo>
                  <a:lnTo>
                    <a:pt x="1117677" y="1479656"/>
                  </a:lnTo>
                  <a:lnTo>
                    <a:pt x="1118749" y="1479099"/>
                  </a:lnTo>
                  <a:lnTo>
                    <a:pt x="1119820" y="1478540"/>
                  </a:lnTo>
                  <a:lnTo>
                    <a:pt x="1120892" y="1477981"/>
                  </a:lnTo>
                  <a:lnTo>
                    <a:pt x="1121963" y="1477421"/>
                  </a:lnTo>
                  <a:lnTo>
                    <a:pt x="1123035" y="1476860"/>
                  </a:lnTo>
                  <a:lnTo>
                    <a:pt x="1124107" y="1476298"/>
                  </a:lnTo>
                  <a:lnTo>
                    <a:pt x="1125178" y="1475735"/>
                  </a:lnTo>
                  <a:lnTo>
                    <a:pt x="1126250" y="1475171"/>
                  </a:lnTo>
                  <a:lnTo>
                    <a:pt x="1127321" y="1474607"/>
                  </a:lnTo>
                  <a:lnTo>
                    <a:pt x="1128393" y="1474041"/>
                  </a:lnTo>
                  <a:lnTo>
                    <a:pt x="1129465" y="1473475"/>
                  </a:lnTo>
                  <a:lnTo>
                    <a:pt x="1130536" y="1472907"/>
                  </a:lnTo>
                  <a:lnTo>
                    <a:pt x="1131608" y="1472339"/>
                  </a:lnTo>
                  <a:lnTo>
                    <a:pt x="1132679" y="1471770"/>
                  </a:lnTo>
                  <a:lnTo>
                    <a:pt x="1133751" y="1471200"/>
                  </a:lnTo>
                  <a:lnTo>
                    <a:pt x="1134823" y="1470629"/>
                  </a:lnTo>
                  <a:lnTo>
                    <a:pt x="1135894" y="1470058"/>
                  </a:lnTo>
                  <a:lnTo>
                    <a:pt x="1136966" y="1469485"/>
                  </a:lnTo>
                  <a:lnTo>
                    <a:pt x="1138037" y="1468912"/>
                  </a:lnTo>
                  <a:lnTo>
                    <a:pt x="1139109" y="1468337"/>
                  </a:lnTo>
                  <a:lnTo>
                    <a:pt x="1140181" y="1467762"/>
                  </a:lnTo>
                  <a:lnTo>
                    <a:pt x="1141252" y="1467186"/>
                  </a:lnTo>
                  <a:lnTo>
                    <a:pt x="1142324" y="1466609"/>
                  </a:lnTo>
                  <a:lnTo>
                    <a:pt x="1143395" y="1466032"/>
                  </a:lnTo>
                  <a:lnTo>
                    <a:pt x="1144467" y="1465453"/>
                  </a:lnTo>
                  <a:lnTo>
                    <a:pt x="1145539" y="1464873"/>
                  </a:lnTo>
                  <a:lnTo>
                    <a:pt x="1146610" y="1464293"/>
                  </a:lnTo>
                  <a:lnTo>
                    <a:pt x="1147682" y="1463712"/>
                  </a:lnTo>
                  <a:lnTo>
                    <a:pt x="1148753" y="1463130"/>
                  </a:lnTo>
                  <a:lnTo>
                    <a:pt x="1149825" y="1462547"/>
                  </a:lnTo>
                  <a:lnTo>
                    <a:pt x="1150897" y="1461964"/>
                  </a:lnTo>
                  <a:lnTo>
                    <a:pt x="1151968" y="1461379"/>
                  </a:lnTo>
                  <a:lnTo>
                    <a:pt x="1153040" y="1460794"/>
                  </a:lnTo>
                  <a:lnTo>
                    <a:pt x="1154111" y="1460208"/>
                  </a:lnTo>
                  <a:lnTo>
                    <a:pt x="1155183" y="1459621"/>
                  </a:lnTo>
                  <a:lnTo>
                    <a:pt x="1156255" y="1459033"/>
                  </a:lnTo>
                  <a:lnTo>
                    <a:pt x="1157326" y="1458445"/>
                  </a:lnTo>
                  <a:lnTo>
                    <a:pt x="1158398" y="1457855"/>
                  </a:lnTo>
                  <a:lnTo>
                    <a:pt x="1159469" y="1457265"/>
                  </a:lnTo>
                  <a:lnTo>
                    <a:pt x="1160541" y="1456674"/>
                  </a:lnTo>
                  <a:lnTo>
                    <a:pt x="1161613" y="1456083"/>
                  </a:lnTo>
                  <a:lnTo>
                    <a:pt x="1162684" y="1455490"/>
                  </a:lnTo>
                  <a:lnTo>
                    <a:pt x="1163756" y="1454897"/>
                  </a:lnTo>
                  <a:lnTo>
                    <a:pt x="1164827" y="1454302"/>
                  </a:lnTo>
                  <a:lnTo>
                    <a:pt x="1165899" y="1453707"/>
                  </a:lnTo>
                  <a:lnTo>
                    <a:pt x="1166971" y="1453112"/>
                  </a:lnTo>
                  <a:lnTo>
                    <a:pt x="1168042" y="1452515"/>
                  </a:lnTo>
                  <a:lnTo>
                    <a:pt x="1169114" y="1451918"/>
                  </a:lnTo>
                  <a:lnTo>
                    <a:pt x="1170185" y="1451320"/>
                  </a:lnTo>
                  <a:lnTo>
                    <a:pt x="1171257" y="1450721"/>
                  </a:lnTo>
                  <a:lnTo>
                    <a:pt x="1172329" y="1450121"/>
                  </a:lnTo>
                  <a:lnTo>
                    <a:pt x="1173400" y="1449521"/>
                  </a:lnTo>
                  <a:lnTo>
                    <a:pt x="1174472" y="1448920"/>
                  </a:lnTo>
                  <a:lnTo>
                    <a:pt x="1175543" y="1448318"/>
                  </a:lnTo>
                  <a:lnTo>
                    <a:pt x="1176615" y="1447715"/>
                  </a:lnTo>
                  <a:lnTo>
                    <a:pt x="1177687" y="1447112"/>
                  </a:lnTo>
                  <a:lnTo>
                    <a:pt x="1178758" y="1446508"/>
                  </a:lnTo>
                  <a:lnTo>
                    <a:pt x="1179830" y="1445903"/>
                  </a:lnTo>
                  <a:lnTo>
                    <a:pt x="1180901" y="1445297"/>
                  </a:lnTo>
                  <a:lnTo>
                    <a:pt x="1181973" y="1444691"/>
                  </a:lnTo>
                  <a:lnTo>
                    <a:pt x="1183045" y="1444084"/>
                  </a:lnTo>
                  <a:lnTo>
                    <a:pt x="1184116" y="1443476"/>
                  </a:lnTo>
                  <a:lnTo>
                    <a:pt x="1185188" y="1442867"/>
                  </a:lnTo>
                  <a:lnTo>
                    <a:pt x="1186259" y="1442258"/>
                  </a:lnTo>
                  <a:lnTo>
                    <a:pt x="1187331" y="1441648"/>
                  </a:lnTo>
                  <a:lnTo>
                    <a:pt x="1188403" y="1441037"/>
                  </a:lnTo>
                  <a:lnTo>
                    <a:pt x="1189474" y="1440425"/>
                  </a:lnTo>
                  <a:lnTo>
                    <a:pt x="1190546" y="1439813"/>
                  </a:lnTo>
                  <a:lnTo>
                    <a:pt x="1191617" y="1439200"/>
                  </a:lnTo>
                  <a:lnTo>
                    <a:pt x="1192689" y="1438586"/>
                  </a:lnTo>
                  <a:lnTo>
                    <a:pt x="1193761" y="1437972"/>
                  </a:lnTo>
                  <a:lnTo>
                    <a:pt x="1194832" y="1437357"/>
                  </a:lnTo>
                  <a:lnTo>
                    <a:pt x="1195904" y="1436741"/>
                  </a:lnTo>
                  <a:lnTo>
                    <a:pt x="1196975" y="1436125"/>
                  </a:lnTo>
                  <a:lnTo>
                    <a:pt x="1198047" y="1435508"/>
                  </a:lnTo>
                  <a:lnTo>
                    <a:pt x="1199119" y="1434890"/>
                  </a:lnTo>
                  <a:lnTo>
                    <a:pt x="1200190" y="1434271"/>
                  </a:lnTo>
                  <a:lnTo>
                    <a:pt x="1201262" y="1433652"/>
                  </a:lnTo>
                  <a:lnTo>
                    <a:pt x="1202333" y="1433032"/>
                  </a:lnTo>
                  <a:lnTo>
                    <a:pt x="1203405" y="1432411"/>
                  </a:lnTo>
                  <a:lnTo>
                    <a:pt x="1204477" y="1431790"/>
                  </a:lnTo>
                  <a:lnTo>
                    <a:pt x="1205548" y="1431168"/>
                  </a:lnTo>
                  <a:lnTo>
                    <a:pt x="1206620" y="1430545"/>
                  </a:lnTo>
                  <a:lnTo>
                    <a:pt x="1207691" y="1429922"/>
                  </a:lnTo>
                  <a:lnTo>
                    <a:pt x="1208763" y="1429298"/>
                  </a:lnTo>
                  <a:lnTo>
                    <a:pt x="1209835" y="1428674"/>
                  </a:lnTo>
                  <a:lnTo>
                    <a:pt x="1210906" y="1428048"/>
                  </a:lnTo>
                  <a:lnTo>
                    <a:pt x="1211978" y="1427422"/>
                  </a:lnTo>
                  <a:lnTo>
                    <a:pt x="1213049" y="1426796"/>
                  </a:lnTo>
                  <a:lnTo>
                    <a:pt x="1214121" y="1426169"/>
                  </a:lnTo>
                  <a:lnTo>
                    <a:pt x="1215193" y="1425541"/>
                  </a:lnTo>
                  <a:lnTo>
                    <a:pt x="1216264" y="1424912"/>
                  </a:lnTo>
                  <a:lnTo>
                    <a:pt x="1217336" y="1424283"/>
                  </a:lnTo>
                  <a:lnTo>
                    <a:pt x="1218407" y="1423653"/>
                  </a:lnTo>
                  <a:lnTo>
                    <a:pt x="1219479" y="1423023"/>
                  </a:lnTo>
                  <a:lnTo>
                    <a:pt x="1220551" y="1422392"/>
                  </a:lnTo>
                  <a:lnTo>
                    <a:pt x="1221622" y="1421760"/>
                  </a:lnTo>
                  <a:lnTo>
                    <a:pt x="1222694" y="1421128"/>
                  </a:lnTo>
                  <a:lnTo>
                    <a:pt x="1223765" y="1420495"/>
                  </a:lnTo>
                  <a:lnTo>
                    <a:pt x="1224837" y="1419861"/>
                  </a:lnTo>
                  <a:lnTo>
                    <a:pt x="1225909" y="1419227"/>
                  </a:lnTo>
                  <a:lnTo>
                    <a:pt x="1226980" y="1418592"/>
                  </a:lnTo>
                  <a:lnTo>
                    <a:pt x="1228052" y="1417957"/>
                  </a:lnTo>
                  <a:lnTo>
                    <a:pt x="1229123" y="1417321"/>
                  </a:lnTo>
                  <a:lnTo>
                    <a:pt x="1230195" y="1416684"/>
                  </a:lnTo>
                  <a:lnTo>
                    <a:pt x="1231267" y="1416047"/>
                  </a:lnTo>
                  <a:lnTo>
                    <a:pt x="1232338" y="1415409"/>
                  </a:lnTo>
                  <a:lnTo>
                    <a:pt x="1233410" y="1414771"/>
                  </a:lnTo>
                  <a:lnTo>
                    <a:pt x="1234481" y="1414132"/>
                  </a:lnTo>
                  <a:lnTo>
                    <a:pt x="1235553" y="1413493"/>
                  </a:lnTo>
                  <a:lnTo>
                    <a:pt x="1236625" y="1412853"/>
                  </a:lnTo>
                  <a:lnTo>
                    <a:pt x="1237696" y="1412212"/>
                  </a:lnTo>
                  <a:lnTo>
                    <a:pt x="1238768" y="1411571"/>
                  </a:lnTo>
                  <a:lnTo>
                    <a:pt x="1239839" y="1410929"/>
                  </a:lnTo>
                  <a:lnTo>
                    <a:pt x="1240911" y="1410286"/>
                  </a:lnTo>
                  <a:lnTo>
                    <a:pt x="1241983" y="1409643"/>
                  </a:lnTo>
                  <a:lnTo>
                    <a:pt x="1243054" y="1409000"/>
                  </a:lnTo>
                  <a:lnTo>
                    <a:pt x="1244126" y="1408356"/>
                  </a:lnTo>
                  <a:lnTo>
                    <a:pt x="1245197" y="1407711"/>
                  </a:lnTo>
                  <a:lnTo>
                    <a:pt x="1246269" y="1407066"/>
                  </a:lnTo>
                  <a:lnTo>
                    <a:pt x="1247340" y="1406420"/>
                  </a:lnTo>
                  <a:lnTo>
                    <a:pt x="1248412" y="1405774"/>
                  </a:lnTo>
                  <a:lnTo>
                    <a:pt x="1249484" y="1405127"/>
                  </a:lnTo>
                  <a:lnTo>
                    <a:pt x="1250555" y="1404480"/>
                  </a:lnTo>
                  <a:lnTo>
                    <a:pt x="1251627" y="1403832"/>
                  </a:lnTo>
                  <a:lnTo>
                    <a:pt x="1252698" y="1403184"/>
                  </a:lnTo>
                  <a:lnTo>
                    <a:pt x="1253770" y="1402535"/>
                  </a:lnTo>
                  <a:lnTo>
                    <a:pt x="1254842" y="1401886"/>
                  </a:lnTo>
                  <a:lnTo>
                    <a:pt x="1255913" y="1401236"/>
                  </a:lnTo>
                  <a:lnTo>
                    <a:pt x="1256985" y="1400585"/>
                  </a:lnTo>
                  <a:lnTo>
                    <a:pt x="1258056" y="1399934"/>
                  </a:lnTo>
                  <a:lnTo>
                    <a:pt x="1259128" y="1399283"/>
                  </a:lnTo>
                  <a:lnTo>
                    <a:pt x="1260200" y="1398631"/>
                  </a:lnTo>
                  <a:lnTo>
                    <a:pt x="1261271" y="1397978"/>
                  </a:lnTo>
                  <a:lnTo>
                    <a:pt x="1262343" y="1397325"/>
                  </a:lnTo>
                  <a:lnTo>
                    <a:pt x="1263414" y="1396672"/>
                  </a:lnTo>
                  <a:lnTo>
                    <a:pt x="1264486" y="1396018"/>
                  </a:lnTo>
                  <a:lnTo>
                    <a:pt x="1265558" y="1395363"/>
                  </a:lnTo>
                  <a:lnTo>
                    <a:pt x="1266629" y="1394709"/>
                  </a:lnTo>
                  <a:lnTo>
                    <a:pt x="1267701" y="1394053"/>
                  </a:lnTo>
                  <a:lnTo>
                    <a:pt x="1268772" y="1393397"/>
                  </a:lnTo>
                  <a:lnTo>
                    <a:pt x="1269844" y="1392741"/>
                  </a:lnTo>
                  <a:lnTo>
                    <a:pt x="1270916" y="1392084"/>
                  </a:lnTo>
                  <a:lnTo>
                    <a:pt x="1271987" y="1391427"/>
                  </a:lnTo>
                  <a:lnTo>
                    <a:pt x="1273059" y="1390769"/>
                  </a:lnTo>
                  <a:lnTo>
                    <a:pt x="1274130" y="1390111"/>
                  </a:lnTo>
                  <a:lnTo>
                    <a:pt x="1275202" y="1389452"/>
                  </a:lnTo>
                  <a:lnTo>
                    <a:pt x="1276274" y="1388793"/>
                  </a:lnTo>
                  <a:lnTo>
                    <a:pt x="1277345" y="1388134"/>
                  </a:lnTo>
                  <a:lnTo>
                    <a:pt x="1278417" y="1387474"/>
                  </a:lnTo>
                  <a:lnTo>
                    <a:pt x="1279488" y="1386813"/>
                  </a:lnTo>
                  <a:lnTo>
                    <a:pt x="1280560" y="1386152"/>
                  </a:lnTo>
                  <a:lnTo>
                    <a:pt x="1281632" y="1385491"/>
                  </a:lnTo>
                  <a:lnTo>
                    <a:pt x="1282703" y="1384829"/>
                  </a:lnTo>
                  <a:lnTo>
                    <a:pt x="1283775" y="1384167"/>
                  </a:lnTo>
                  <a:lnTo>
                    <a:pt x="1284846" y="1383505"/>
                  </a:lnTo>
                  <a:lnTo>
                    <a:pt x="1285918" y="1382842"/>
                  </a:lnTo>
                  <a:lnTo>
                    <a:pt x="1286990" y="1382178"/>
                  </a:lnTo>
                  <a:lnTo>
                    <a:pt x="1288061" y="1381514"/>
                  </a:lnTo>
                  <a:lnTo>
                    <a:pt x="1289133" y="1380850"/>
                  </a:lnTo>
                  <a:lnTo>
                    <a:pt x="1290204" y="1380186"/>
                  </a:lnTo>
                  <a:lnTo>
                    <a:pt x="1291276" y="1379521"/>
                  </a:lnTo>
                  <a:lnTo>
                    <a:pt x="1292348" y="1378855"/>
                  </a:lnTo>
                  <a:lnTo>
                    <a:pt x="1293419" y="1378189"/>
                  </a:lnTo>
                  <a:lnTo>
                    <a:pt x="1294491" y="1377523"/>
                  </a:lnTo>
                  <a:lnTo>
                    <a:pt x="1295562" y="1376857"/>
                  </a:lnTo>
                  <a:lnTo>
                    <a:pt x="1296634" y="1376190"/>
                  </a:lnTo>
                  <a:lnTo>
                    <a:pt x="1297706" y="1375522"/>
                  </a:lnTo>
                  <a:lnTo>
                    <a:pt x="1298777" y="1374855"/>
                  </a:lnTo>
                  <a:lnTo>
                    <a:pt x="1299849" y="1374187"/>
                  </a:lnTo>
                  <a:lnTo>
                    <a:pt x="1300920" y="1373518"/>
                  </a:lnTo>
                  <a:lnTo>
                    <a:pt x="1301992" y="1372849"/>
                  </a:lnTo>
                  <a:lnTo>
                    <a:pt x="1303064" y="1372180"/>
                  </a:lnTo>
                  <a:lnTo>
                    <a:pt x="1304135" y="1371511"/>
                  </a:lnTo>
                  <a:lnTo>
                    <a:pt x="1305207" y="1370841"/>
                  </a:lnTo>
                  <a:lnTo>
                    <a:pt x="1306278" y="1370171"/>
                  </a:lnTo>
                  <a:lnTo>
                    <a:pt x="1307350" y="1369500"/>
                  </a:lnTo>
                  <a:lnTo>
                    <a:pt x="1308422" y="1368829"/>
                  </a:lnTo>
                  <a:lnTo>
                    <a:pt x="1309493" y="1368158"/>
                  </a:lnTo>
                  <a:lnTo>
                    <a:pt x="1310565" y="1367487"/>
                  </a:lnTo>
                  <a:lnTo>
                    <a:pt x="1311636" y="1366815"/>
                  </a:lnTo>
                  <a:lnTo>
                    <a:pt x="1312708" y="1366143"/>
                  </a:lnTo>
                  <a:lnTo>
                    <a:pt x="1313780" y="1365470"/>
                  </a:lnTo>
                  <a:lnTo>
                    <a:pt x="1314851" y="1364797"/>
                  </a:lnTo>
                  <a:lnTo>
                    <a:pt x="1315923" y="1364124"/>
                  </a:lnTo>
                  <a:lnTo>
                    <a:pt x="1316994" y="1363451"/>
                  </a:lnTo>
                  <a:lnTo>
                    <a:pt x="1318066" y="1362777"/>
                  </a:lnTo>
                  <a:lnTo>
                    <a:pt x="1319138" y="1362103"/>
                  </a:lnTo>
                  <a:lnTo>
                    <a:pt x="1320209" y="1361429"/>
                  </a:lnTo>
                  <a:lnTo>
                    <a:pt x="1321281" y="1360754"/>
                  </a:lnTo>
                  <a:lnTo>
                    <a:pt x="1322352" y="1360079"/>
                  </a:lnTo>
                  <a:lnTo>
                    <a:pt x="1323424" y="1359404"/>
                  </a:lnTo>
                  <a:lnTo>
                    <a:pt x="1324496" y="1358729"/>
                  </a:lnTo>
                  <a:lnTo>
                    <a:pt x="1325567" y="1358053"/>
                  </a:lnTo>
                  <a:lnTo>
                    <a:pt x="1326639" y="1357377"/>
                  </a:lnTo>
                  <a:lnTo>
                    <a:pt x="1327710" y="1356701"/>
                  </a:lnTo>
                  <a:lnTo>
                    <a:pt x="1328782" y="1356024"/>
                  </a:lnTo>
                  <a:lnTo>
                    <a:pt x="1329854" y="1355348"/>
                  </a:lnTo>
                  <a:lnTo>
                    <a:pt x="1330925" y="1354671"/>
                  </a:lnTo>
                  <a:lnTo>
                    <a:pt x="1331997" y="1353993"/>
                  </a:lnTo>
                  <a:lnTo>
                    <a:pt x="1333068" y="1353316"/>
                  </a:lnTo>
                  <a:lnTo>
                    <a:pt x="1334140" y="1352638"/>
                  </a:lnTo>
                  <a:lnTo>
                    <a:pt x="1335212" y="1351960"/>
                  </a:lnTo>
                  <a:lnTo>
                    <a:pt x="1336283" y="1351282"/>
                  </a:lnTo>
                  <a:lnTo>
                    <a:pt x="1337355" y="1350603"/>
                  </a:lnTo>
                  <a:lnTo>
                    <a:pt x="1338426" y="1349925"/>
                  </a:lnTo>
                  <a:lnTo>
                    <a:pt x="1339498" y="1349246"/>
                  </a:lnTo>
                  <a:lnTo>
                    <a:pt x="1340570" y="1348567"/>
                  </a:lnTo>
                  <a:lnTo>
                    <a:pt x="1341641" y="1347887"/>
                  </a:lnTo>
                  <a:lnTo>
                    <a:pt x="1342713" y="1347208"/>
                  </a:lnTo>
                  <a:lnTo>
                    <a:pt x="1343784" y="1346528"/>
                  </a:lnTo>
                  <a:lnTo>
                    <a:pt x="1344856" y="1345848"/>
                  </a:lnTo>
                  <a:lnTo>
                    <a:pt x="1345928" y="1345168"/>
                  </a:lnTo>
                  <a:lnTo>
                    <a:pt x="1346999" y="1344488"/>
                  </a:lnTo>
                  <a:lnTo>
                    <a:pt x="1348071" y="1343808"/>
                  </a:lnTo>
                  <a:lnTo>
                    <a:pt x="1349142" y="1343127"/>
                  </a:lnTo>
                  <a:lnTo>
                    <a:pt x="1350214" y="1342446"/>
                  </a:lnTo>
                  <a:lnTo>
                    <a:pt x="1351286" y="1341765"/>
                  </a:lnTo>
                  <a:lnTo>
                    <a:pt x="1352357" y="1341084"/>
                  </a:lnTo>
                  <a:lnTo>
                    <a:pt x="1353429" y="1340403"/>
                  </a:lnTo>
                  <a:lnTo>
                    <a:pt x="1354500" y="1339721"/>
                  </a:lnTo>
                  <a:lnTo>
                    <a:pt x="1355572" y="1339039"/>
                  </a:lnTo>
                  <a:lnTo>
                    <a:pt x="1356644" y="1338358"/>
                  </a:lnTo>
                  <a:lnTo>
                    <a:pt x="1357715" y="1337676"/>
                  </a:lnTo>
                  <a:lnTo>
                    <a:pt x="1358787" y="1336994"/>
                  </a:lnTo>
                  <a:lnTo>
                    <a:pt x="1359858" y="1336311"/>
                  </a:lnTo>
                  <a:lnTo>
                    <a:pt x="1360930" y="1335629"/>
                  </a:lnTo>
                  <a:lnTo>
                    <a:pt x="1362002" y="1334947"/>
                  </a:lnTo>
                  <a:lnTo>
                    <a:pt x="1363073" y="1334264"/>
                  </a:lnTo>
                  <a:lnTo>
                    <a:pt x="1364145" y="1333581"/>
                  </a:lnTo>
                  <a:lnTo>
                    <a:pt x="1365216" y="1332898"/>
                  </a:lnTo>
                  <a:lnTo>
                    <a:pt x="1366288" y="1332216"/>
                  </a:lnTo>
                  <a:lnTo>
                    <a:pt x="1367360" y="1331533"/>
                  </a:lnTo>
                  <a:lnTo>
                    <a:pt x="1368431" y="1330849"/>
                  </a:lnTo>
                  <a:lnTo>
                    <a:pt x="1369503" y="1330166"/>
                  </a:lnTo>
                  <a:lnTo>
                    <a:pt x="1370574" y="1329483"/>
                  </a:lnTo>
                  <a:lnTo>
                    <a:pt x="1371646" y="1328799"/>
                  </a:lnTo>
                  <a:lnTo>
                    <a:pt x="1372718" y="1328116"/>
                  </a:lnTo>
                  <a:lnTo>
                    <a:pt x="1373789" y="1327432"/>
                  </a:lnTo>
                  <a:lnTo>
                    <a:pt x="1374861" y="1326749"/>
                  </a:lnTo>
                  <a:lnTo>
                    <a:pt x="1375932" y="1326065"/>
                  </a:lnTo>
                  <a:lnTo>
                    <a:pt x="1377004" y="1325381"/>
                  </a:lnTo>
                  <a:lnTo>
                    <a:pt x="1378076" y="1324697"/>
                  </a:lnTo>
                  <a:lnTo>
                    <a:pt x="1379147" y="1324014"/>
                  </a:lnTo>
                  <a:lnTo>
                    <a:pt x="1380219" y="1323330"/>
                  </a:lnTo>
                  <a:lnTo>
                    <a:pt x="1381290" y="1322646"/>
                  </a:lnTo>
                  <a:lnTo>
                    <a:pt x="1382362" y="1321962"/>
                  </a:lnTo>
                  <a:lnTo>
                    <a:pt x="1383434" y="1321278"/>
                  </a:lnTo>
                  <a:lnTo>
                    <a:pt x="1384505" y="1320594"/>
                  </a:lnTo>
                  <a:lnTo>
                    <a:pt x="1385577" y="1319909"/>
                  </a:lnTo>
                  <a:lnTo>
                    <a:pt x="1386648" y="1319225"/>
                  </a:lnTo>
                  <a:lnTo>
                    <a:pt x="1387720" y="1318541"/>
                  </a:lnTo>
                  <a:lnTo>
                    <a:pt x="1388792" y="1317857"/>
                  </a:lnTo>
                  <a:lnTo>
                    <a:pt x="1389863" y="1317173"/>
                  </a:lnTo>
                  <a:lnTo>
                    <a:pt x="1390935" y="1316489"/>
                  </a:lnTo>
                  <a:lnTo>
                    <a:pt x="1392006" y="1315805"/>
                  </a:lnTo>
                  <a:lnTo>
                    <a:pt x="1393078" y="1315121"/>
                  </a:lnTo>
                  <a:lnTo>
                    <a:pt x="1394150" y="1314436"/>
                  </a:lnTo>
                  <a:lnTo>
                    <a:pt x="1395221" y="1313752"/>
                  </a:lnTo>
                  <a:lnTo>
                    <a:pt x="1396293" y="1313068"/>
                  </a:lnTo>
                  <a:lnTo>
                    <a:pt x="1397364" y="1312384"/>
                  </a:lnTo>
                  <a:lnTo>
                    <a:pt x="1398436" y="1311700"/>
                  </a:lnTo>
                  <a:lnTo>
                    <a:pt x="1399508" y="1311016"/>
                  </a:lnTo>
                  <a:lnTo>
                    <a:pt x="1400579" y="1310332"/>
                  </a:lnTo>
                  <a:lnTo>
                    <a:pt x="1401651" y="1309648"/>
                  </a:lnTo>
                  <a:lnTo>
                    <a:pt x="1402722" y="1308965"/>
                  </a:lnTo>
                  <a:lnTo>
                    <a:pt x="1403794" y="1308281"/>
                  </a:lnTo>
                  <a:lnTo>
                    <a:pt x="1404866" y="1307597"/>
                  </a:lnTo>
                  <a:lnTo>
                    <a:pt x="1405937" y="1306914"/>
                  </a:lnTo>
                  <a:lnTo>
                    <a:pt x="1407009" y="1306230"/>
                  </a:lnTo>
                  <a:lnTo>
                    <a:pt x="1408080" y="1305547"/>
                  </a:lnTo>
                  <a:lnTo>
                    <a:pt x="1409152" y="1304863"/>
                  </a:lnTo>
                  <a:lnTo>
                    <a:pt x="1410224" y="1304180"/>
                  </a:lnTo>
                  <a:lnTo>
                    <a:pt x="1411295" y="1303497"/>
                  </a:lnTo>
                  <a:lnTo>
                    <a:pt x="1412367" y="1302814"/>
                  </a:lnTo>
                  <a:lnTo>
                    <a:pt x="1413438" y="1302131"/>
                  </a:lnTo>
                  <a:lnTo>
                    <a:pt x="1414510" y="1301448"/>
                  </a:lnTo>
                  <a:lnTo>
                    <a:pt x="1415582" y="1300765"/>
                  </a:lnTo>
                  <a:lnTo>
                    <a:pt x="1416653" y="1300082"/>
                  </a:lnTo>
                  <a:lnTo>
                    <a:pt x="1417725" y="1299400"/>
                  </a:lnTo>
                  <a:lnTo>
                    <a:pt x="1418796" y="1298717"/>
                  </a:lnTo>
                  <a:lnTo>
                    <a:pt x="1419868" y="1298035"/>
                  </a:lnTo>
                  <a:lnTo>
                    <a:pt x="1420939" y="1297353"/>
                  </a:lnTo>
                  <a:lnTo>
                    <a:pt x="1422011" y="1296671"/>
                  </a:lnTo>
                  <a:lnTo>
                    <a:pt x="1423083" y="1295989"/>
                  </a:lnTo>
                  <a:lnTo>
                    <a:pt x="1424154" y="1295308"/>
                  </a:lnTo>
                  <a:lnTo>
                    <a:pt x="1425226" y="1294626"/>
                  </a:lnTo>
                  <a:lnTo>
                    <a:pt x="1426297" y="1293945"/>
                  </a:lnTo>
                  <a:lnTo>
                    <a:pt x="1427369" y="1293264"/>
                  </a:lnTo>
                  <a:lnTo>
                    <a:pt x="1428441" y="1292583"/>
                  </a:lnTo>
                  <a:lnTo>
                    <a:pt x="1429512" y="1291902"/>
                  </a:lnTo>
                  <a:lnTo>
                    <a:pt x="1430584" y="1291221"/>
                  </a:lnTo>
                  <a:lnTo>
                    <a:pt x="1431655" y="1290541"/>
                  </a:lnTo>
                  <a:lnTo>
                    <a:pt x="1432727" y="1289861"/>
                  </a:lnTo>
                  <a:lnTo>
                    <a:pt x="1433799" y="1289181"/>
                  </a:lnTo>
                  <a:lnTo>
                    <a:pt x="1434870" y="1288501"/>
                  </a:lnTo>
                  <a:lnTo>
                    <a:pt x="1435942" y="1287822"/>
                  </a:lnTo>
                  <a:lnTo>
                    <a:pt x="1437013" y="1287142"/>
                  </a:lnTo>
                  <a:lnTo>
                    <a:pt x="1438085" y="1286463"/>
                  </a:lnTo>
                  <a:lnTo>
                    <a:pt x="1439157" y="1285785"/>
                  </a:lnTo>
                  <a:lnTo>
                    <a:pt x="1440228" y="1285106"/>
                  </a:lnTo>
                  <a:lnTo>
                    <a:pt x="1441300" y="1284428"/>
                  </a:lnTo>
                  <a:lnTo>
                    <a:pt x="1442371" y="1283750"/>
                  </a:lnTo>
                  <a:lnTo>
                    <a:pt x="1443443" y="1283072"/>
                  </a:lnTo>
                  <a:lnTo>
                    <a:pt x="1444515" y="1282394"/>
                  </a:lnTo>
                  <a:lnTo>
                    <a:pt x="1445586" y="1281717"/>
                  </a:lnTo>
                  <a:lnTo>
                    <a:pt x="1446658" y="1281040"/>
                  </a:lnTo>
                  <a:lnTo>
                    <a:pt x="1447729" y="1280363"/>
                  </a:lnTo>
                  <a:lnTo>
                    <a:pt x="1448801" y="1279687"/>
                  </a:lnTo>
                  <a:lnTo>
                    <a:pt x="1449873" y="1279011"/>
                  </a:lnTo>
                  <a:lnTo>
                    <a:pt x="1450944" y="1278335"/>
                  </a:lnTo>
                  <a:lnTo>
                    <a:pt x="1452016" y="1277660"/>
                  </a:lnTo>
                  <a:lnTo>
                    <a:pt x="1453087" y="1276984"/>
                  </a:lnTo>
                  <a:lnTo>
                    <a:pt x="1454159" y="1276309"/>
                  </a:lnTo>
                  <a:lnTo>
                    <a:pt x="1455231" y="1275635"/>
                  </a:lnTo>
                  <a:lnTo>
                    <a:pt x="1456302" y="1274961"/>
                  </a:lnTo>
                  <a:lnTo>
                    <a:pt x="1457374" y="1274287"/>
                  </a:lnTo>
                  <a:lnTo>
                    <a:pt x="1458445" y="1273613"/>
                  </a:lnTo>
                  <a:lnTo>
                    <a:pt x="1459517" y="1272940"/>
                  </a:lnTo>
                  <a:lnTo>
                    <a:pt x="1460589" y="1272267"/>
                  </a:lnTo>
                  <a:lnTo>
                    <a:pt x="1461660" y="1271595"/>
                  </a:lnTo>
                  <a:lnTo>
                    <a:pt x="1462732" y="1270923"/>
                  </a:lnTo>
                  <a:lnTo>
                    <a:pt x="1463803" y="1270251"/>
                  </a:lnTo>
                  <a:lnTo>
                    <a:pt x="1464875" y="1269580"/>
                  </a:lnTo>
                  <a:lnTo>
                    <a:pt x="1465947" y="1268909"/>
                  </a:lnTo>
                  <a:lnTo>
                    <a:pt x="1467018" y="1268238"/>
                  </a:lnTo>
                  <a:lnTo>
                    <a:pt x="1468090" y="1267568"/>
                  </a:lnTo>
                  <a:lnTo>
                    <a:pt x="1469161" y="1266899"/>
                  </a:lnTo>
                  <a:lnTo>
                    <a:pt x="1470233" y="1266229"/>
                  </a:lnTo>
                  <a:lnTo>
                    <a:pt x="1471305" y="1265560"/>
                  </a:lnTo>
                  <a:lnTo>
                    <a:pt x="1472376" y="1264892"/>
                  </a:lnTo>
                  <a:lnTo>
                    <a:pt x="1473448" y="1264224"/>
                  </a:lnTo>
                  <a:lnTo>
                    <a:pt x="1474519" y="1263556"/>
                  </a:lnTo>
                  <a:lnTo>
                    <a:pt x="1475591" y="1262889"/>
                  </a:lnTo>
                  <a:lnTo>
                    <a:pt x="1476663" y="1262223"/>
                  </a:lnTo>
                  <a:lnTo>
                    <a:pt x="1477734" y="1261556"/>
                  </a:lnTo>
                  <a:lnTo>
                    <a:pt x="1478806" y="1260891"/>
                  </a:lnTo>
                  <a:lnTo>
                    <a:pt x="1479877" y="1260225"/>
                  </a:lnTo>
                  <a:lnTo>
                    <a:pt x="1480949" y="1259561"/>
                  </a:lnTo>
                  <a:lnTo>
                    <a:pt x="1482021" y="1258896"/>
                  </a:lnTo>
                  <a:lnTo>
                    <a:pt x="1483092" y="1258232"/>
                  </a:lnTo>
                  <a:lnTo>
                    <a:pt x="1484164" y="1257569"/>
                  </a:lnTo>
                  <a:lnTo>
                    <a:pt x="1485235" y="1256906"/>
                  </a:lnTo>
                  <a:lnTo>
                    <a:pt x="1486307" y="1256244"/>
                  </a:lnTo>
                  <a:lnTo>
                    <a:pt x="1487379" y="1255582"/>
                  </a:lnTo>
                  <a:lnTo>
                    <a:pt x="1488450" y="1254921"/>
                  </a:lnTo>
                  <a:lnTo>
                    <a:pt x="1489522" y="1254260"/>
                  </a:lnTo>
                  <a:lnTo>
                    <a:pt x="1490593" y="1253600"/>
                  </a:lnTo>
                  <a:lnTo>
                    <a:pt x="1491665" y="1252941"/>
                  </a:lnTo>
                  <a:lnTo>
                    <a:pt x="1492737" y="1252282"/>
                  </a:lnTo>
                  <a:lnTo>
                    <a:pt x="1493808" y="1251623"/>
                  </a:lnTo>
                  <a:lnTo>
                    <a:pt x="1494880" y="1250965"/>
                  </a:lnTo>
                  <a:lnTo>
                    <a:pt x="1495951" y="1250308"/>
                  </a:lnTo>
                  <a:lnTo>
                    <a:pt x="1497023" y="1249651"/>
                  </a:lnTo>
                  <a:lnTo>
                    <a:pt x="1498095" y="1248995"/>
                  </a:lnTo>
                  <a:lnTo>
                    <a:pt x="1499166" y="1248340"/>
                  </a:lnTo>
                  <a:lnTo>
                    <a:pt x="1500238" y="1247685"/>
                  </a:lnTo>
                  <a:lnTo>
                    <a:pt x="1501309" y="1247031"/>
                  </a:lnTo>
                  <a:lnTo>
                    <a:pt x="1502381" y="1246377"/>
                  </a:lnTo>
                  <a:lnTo>
                    <a:pt x="1503453" y="1245724"/>
                  </a:lnTo>
                  <a:lnTo>
                    <a:pt x="1504524" y="1245072"/>
                  </a:lnTo>
                  <a:lnTo>
                    <a:pt x="1505596" y="1244420"/>
                  </a:lnTo>
                  <a:lnTo>
                    <a:pt x="1506667" y="1243769"/>
                  </a:lnTo>
                  <a:lnTo>
                    <a:pt x="1507739" y="1243118"/>
                  </a:lnTo>
                  <a:lnTo>
                    <a:pt x="1508811" y="1242469"/>
                  </a:lnTo>
                  <a:lnTo>
                    <a:pt x="1509882" y="1241820"/>
                  </a:lnTo>
                  <a:lnTo>
                    <a:pt x="1510954" y="1241171"/>
                  </a:lnTo>
                  <a:lnTo>
                    <a:pt x="1512025" y="1240524"/>
                  </a:lnTo>
                  <a:lnTo>
                    <a:pt x="1513097" y="1239877"/>
                  </a:lnTo>
                  <a:lnTo>
                    <a:pt x="1514169" y="1239231"/>
                  </a:lnTo>
                  <a:lnTo>
                    <a:pt x="1515240" y="1238585"/>
                  </a:lnTo>
                  <a:lnTo>
                    <a:pt x="1516312" y="1237940"/>
                  </a:lnTo>
                  <a:lnTo>
                    <a:pt x="1517383" y="1237296"/>
                  </a:lnTo>
                  <a:lnTo>
                    <a:pt x="1518455" y="1236653"/>
                  </a:lnTo>
                  <a:lnTo>
                    <a:pt x="1519527" y="1236010"/>
                  </a:lnTo>
                  <a:lnTo>
                    <a:pt x="1520598" y="1235369"/>
                  </a:lnTo>
                  <a:lnTo>
                    <a:pt x="1521670" y="1234728"/>
                  </a:lnTo>
                  <a:lnTo>
                    <a:pt x="1522741" y="1234087"/>
                  </a:lnTo>
                  <a:lnTo>
                    <a:pt x="1523813" y="1233448"/>
                  </a:lnTo>
                  <a:lnTo>
                    <a:pt x="1524885" y="1232809"/>
                  </a:lnTo>
                  <a:lnTo>
                    <a:pt x="1525956" y="1232171"/>
                  </a:lnTo>
                  <a:lnTo>
                    <a:pt x="1527028" y="1231534"/>
                  </a:lnTo>
                  <a:lnTo>
                    <a:pt x="1528099" y="1230898"/>
                  </a:lnTo>
                  <a:lnTo>
                    <a:pt x="1529171" y="1230263"/>
                  </a:lnTo>
                  <a:lnTo>
                    <a:pt x="1530243" y="1229628"/>
                  </a:lnTo>
                  <a:lnTo>
                    <a:pt x="1531314" y="1228995"/>
                  </a:lnTo>
                  <a:lnTo>
                    <a:pt x="1532386" y="1228362"/>
                  </a:lnTo>
                  <a:lnTo>
                    <a:pt x="1533457" y="1227730"/>
                  </a:lnTo>
                  <a:lnTo>
                    <a:pt x="1534529" y="1227099"/>
                  </a:lnTo>
                  <a:lnTo>
                    <a:pt x="1535601" y="1226469"/>
                  </a:lnTo>
                  <a:lnTo>
                    <a:pt x="1536672" y="1225839"/>
                  </a:lnTo>
                  <a:lnTo>
                    <a:pt x="1537744" y="1225211"/>
                  </a:lnTo>
                  <a:lnTo>
                    <a:pt x="1538815" y="1224583"/>
                  </a:lnTo>
                  <a:lnTo>
                    <a:pt x="1539887" y="1223957"/>
                  </a:lnTo>
                  <a:lnTo>
                    <a:pt x="1540959" y="1223331"/>
                  </a:lnTo>
                  <a:lnTo>
                    <a:pt x="1542030" y="1222707"/>
                  </a:lnTo>
                  <a:lnTo>
                    <a:pt x="1543102" y="1222083"/>
                  </a:lnTo>
                  <a:lnTo>
                    <a:pt x="1544173" y="1221460"/>
                  </a:lnTo>
                  <a:lnTo>
                    <a:pt x="1545245" y="1220838"/>
                  </a:lnTo>
                  <a:lnTo>
                    <a:pt x="1546317" y="1220218"/>
                  </a:lnTo>
                  <a:lnTo>
                    <a:pt x="1547388" y="1219598"/>
                  </a:lnTo>
                  <a:lnTo>
                    <a:pt x="1548460" y="1218979"/>
                  </a:lnTo>
                  <a:lnTo>
                    <a:pt x="1549531" y="1218361"/>
                  </a:lnTo>
                  <a:lnTo>
                    <a:pt x="1550603" y="1217745"/>
                  </a:lnTo>
                  <a:lnTo>
                    <a:pt x="1551675" y="1217129"/>
                  </a:lnTo>
                  <a:lnTo>
                    <a:pt x="1552746" y="1216514"/>
                  </a:lnTo>
                  <a:lnTo>
                    <a:pt x="1553818" y="1215900"/>
                  </a:lnTo>
                  <a:lnTo>
                    <a:pt x="1554889" y="1215288"/>
                  </a:lnTo>
                  <a:lnTo>
                    <a:pt x="1555961" y="1214676"/>
                  </a:lnTo>
                  <a:lnTo>
                    <a:pt x="1557033" y="1214066"/>
                  </a:lnTo>
                  <a:lnTo>
                    <a:pt x="1558104" y="1213457"/>
                  </a:lnTo>
                  <a:lnTo>
                    <a:pt x="1559176" y="1212849"/>
                  </a:lnTo>
                  <a:lnTo>
                    <a:pt x="1560247" y="1212242"/>
                  </a:lnTo>
                  <a:lnTo>
                    <a:pt x="1561319" y="1211636"/>
                  </a:lnTo>
                  <a:lnTo>
                    <a:pt x="1562391" y="1211031"/>
                  </a:lnTo>
                  <a:lnTo>
                    <a:pt x="1563462" y="1210427"/>
                  </a:lnTo>
                  <a:lnTo>
                    <a:pt x="1564534" y="1209825"/>
                  </a:lnTo>
                  <a:lnTo>
                    <a:pt x="1565605" y="1209223"/>
                  </a:lnTo>
                  <a:lnTo>
                    <a:pt x="1566677" y="1208623"/>
                  </a:lnTo>
                  <a:lnTo>
                    <a:pt x="1567749" y="1208024"/>
                  </a:lnTo>
                  <a:lnTo>
                    <a:pt x="1568820" y="1207427"/>
                  </a:lnTo>
                  <a:lnTo>
                    <a:pt x="1569892" y="1206830"/>
                  </a:lnTo>
                  <a:lnTo>
                    <a:pt x="1570963" y="1206235"/>
                  </a:lnTo>
                  <a:lnTo>
                    <a:pt x="1572035" y="1205641"/>
                  </a:lnTo>
                  <a:lnTo>
                    <a:pt x="1573107" y="1205048"/>
                  </a:lnTo>
                  <a:lnTo>
                    <a:pt x="1574178" y="1204457"/>
                  </a:lnTo>
                  <a:lnTo>
                    <a:pt x="1575250" y="1203867"/>
                  </a:lnTo>
                  <a:lnTo>
                    <a:pt x="1576321" y="1203278"/>
                  </a:lnTo>
                  <a:lnTo>
                    <a:pt x="1577393" y="1202690"/>
                  </a:lnTo>
                  <a:lnTo>
                    <a:pt x="1578465" y="1202104"/>
                  </a:lnTo>
                  <a:lnTo>
                    <a:pt x="1579536" y="1201519"/>
                  </a:lnTo>
                  <a:lnTo>
                    <a:pt x="1580608" y="1200935"/>
                  </a:lnTo>
                  <a:lnTo>
                    <a:pt x="1581679" y="1200353"/>
                  </a:lnTo>
                  <a:lnTo>
                    <a:pt x="1582751" y="1199772"/>
                  </a:lnTo>
                  <a:lnTo>
                    <a:pt x="1583823" y="1199193"/>
                  </a:lnTo>
                  <a:lnTo>
                    <a:pt x="1584894" y="1198615"/>
                  </a:lnTo>
                  <a:lnTo>
                    <a:pt x="1585966" y="1198038"/>
                  </a:lnTo>
                  <a:lnTo>
                    <a:pt x="1587037" y="1197463"/>
                  </a:lnTo>
                  <a:lnTo>
                    <a:pt x="1588109" y="1196889"/>
                  </a:lnTo>
                  <a:lnTo>
                    <a:pt x="1589181" y="1196317"/>
                  </a:lnTo>
                  <a:lnTo>
                    <a:pt x="1590252" y="1195746"/>
                  </a:lnTo>
                  <a:lnTo>
                    <a:pt x="1591324" y="1195177"/>
                  </a:lnTo>
                  <a:lnTo>
                    <a:pt x="1592395" y="1194609"/>
                  </a:lnTo>
                  <a:lnTo>
                    <a:pt x="1593467" y="1194043"/>
                  </a:lnTo>
                  <a:lnTo>
                    <a:pt x="1594539" y="1193478"/>
                  </a:lnTo>
                  <a:lnTo>
                    <a:pt x="1595610" y="1192915"/>
                  </a:lnTo>
                  <a:lnTo>
                    <a:pt x="1596682" y="1192353"/>
                  </a:lnTo>
                  <a:lnTo>
                    <a:pt x="1597753" y="1191793"/>
                  </a:lnTo>
                  <a:lnTo>
                    <a:pt x="1598825" y="1191234"/>
                  </a:lnTo>
                  <a:lnTo>
                    <a:pt x="1599896" y="1190677"/>
                  </a:lnTo>
                  <a:lnTo>
                    <a:pt x="1600968" y="1190122"/>
                  </a:lnTo>
                  <a:lnTo>
                    <a:pt x="1602040" y="1189568"/>
                  </a:lnTo>
                  <a:lnTo>
                    <a:pt x="1603111" y="1189016"/>
                  </a:lnTo>
                  <a:lnTo>
                    <a:pt x="1604183" y="1188466"/>
                  </a:lnTo>
                  <a:lnTo>
                    <a:pt x="1605254" y="1187917"/>
                  </a:lnTo>
                  <a:lnTo>
                    <a:pt x="1606326" y="1187370"/>
                  </a:lnTo>
                  <a:lnTo>
                    <a:pt x="1607398" y="1186825"/>
                  </a:lnTo>
                  <a:lnTo>
                    <a:pt x="1608469" y="1186281"/>
                  </a:lnTo>
                  <a:lnTo>
                    <a:pt x="1609541" y="1185740"/>
                  </a:lnTo>
                  <a:lnTo>
                    <a:pt x="1610612" y="1185200"/>
                  </a:lnTo>
                  <a:lnTo>
                    <a:pt x="1611684" y="1184661"/>
                  </a:lnTo>
                  <a:lnTo>
                    <a:pt x="1612756" y="1184125"/>
                  </a:lnTo>
                  <a:lnTo>
                    <a:pt x="1613827" y="1183590"/>
                  </a:lnTo>
                  <a:lnTo>
                    <a:pt x="1614899" y="1183058"/>
                  </a:lnTo>
                  <a:lnTo>
                    <a:pt x="1615970" y="1182511"/>
                  </a:lnTo>
                  <a:lnTo>
                    <a:pt x="1617042" y="1181697"/>
                  </a:lnTo>
                  <a:lnTo>
                    <a:pt x="1618114" y="1180886"/>
                  </a:lnTo>
                  <a:lnTo>
                    <a:pt x="1619185" y="1180078"/>
                  </a:lnTo>
                  <a:lnTo>
                    <a:pt x="1620257" y="1179272"/>
                  </a:lnTo>
                  <a:lnTo>
                    <a:pt x="1621328" y="1178469"/>
                  </a:lnTo>
                  <a:lnTo>
                    <a:pt x="1622400" y="1177668"/>
                  </a:lnTo>
                  <a:lnTo>
                    <a:pt x="1623472" y="1176871"/>
                  </a:lnTo>
                  <a:lnTo>
                    <a:pt x="1624543" y="1176076"/>
                  </a:lnTo>
                  <a:lnTo>
                    <a:pt x="1625615" y="1175284"/>
                  </a:lnTo>
                  <a:lnTo>
                    <a:pt x="1626686" y="1174494"/>
                  </a:lnTo>
                  <a:lnTo>
                    <a:pt x="1627758" y="1173707"/>
                  </a:lnTo>
                  <a:lnTo>
                    <a:pt x="1628830" y="1172922"/>
                  </a:lnTo>
                  <a:lnTo>
                    <a:pt x="1629901" y="1172141"/>
                  </a:lnTo>
                  <a:lnTo>
                    <a:pt x="1630973" y="1171362"/>
                  </a:lnTo>
                  <a:lnTo>
                    <a:pt x="1632044" y="1170585"/>
                  </a:lnTo>
                  <a:lnTo>
                    <a:pt x="1633116" y="1169811"/>
                  </a:lnTo>
                  <a:lnTo>
                    <a:pt x="1634188" y="1169040"/>
                  </a:lnTo>
                  <a:lnTo>
                    <a:pt x="1635259" y="1168271"/>
                  </a:lnTo>
                  <a:lnTo>
                    <a:pt x="1636331" y="1167504"/>
                  </a:lnTo>
                  <a:lnTo>
                    <a:pt x="1637402" y="1166741"/>
                  </a:lnTo>
                  <a:lnTo>
                    <a:pt x="1638474" y="1165979"/>
                  </a:lnTo>
                  <a:lnTo>
                    <a:pt x="1639546" y="1165221"/>
                  </a:lnTo>
                  <a:lnTo>
                    <a:pt x="1640617" y="1164465"/>
                  </a:lnTo>
                  <a:lnTo>
                    <a:pt x="1641689" y="1163711"/>
                  </a:lnTo>
                  <a:lnTo>
                    <a:pt x="1642760" y="1162960"/>
                  </a:lnTo>
                  <a:lnTo>
                    <a:pt x="1643832" y="1162211"/>
                  </a:lnTo>
                  <a:lnTo>
                    <a:pt x="1644904" y="1161464"/>
                  </a:lnTo>
                  <a:lnTo>
                    <a:pt x="1645975" y="1160720"/>
                  </a:lnTo>
                  <a:lnTo>
                    <a:pt x="1647047" y="1159979"/>
                  </a:lnTo>
                  <a:lnTo>
                    <a:pt x="1648118" y="1159240"/>
                  </a:lnTo>
                  <a:lnTo>
                    <a:pt x="1649190" y="1158503"/>
                  </a:lnTo>
                  <a:lnTo>
                    <a:pt x="1650262" y="1157769"/>
                  </a:lnTo>
                  <a:lnTo>
                    <a:pt x="1651333" y="1157037"/>
                  </a:lnTo>
                  <a:lnTo>
                    <a:pt x="1652405" y="1156308"/>
                  </a:lnTo>
                  <a:lnTo>
                    <a:pt x="1653476" y="1155580"/>
                  </a:lnTo>
                  <a:lnTo>
                    <a:pt x="1654548" y="1154856"/>
                  </a:lnTo>
                  <a:lnTo>
                    <a:pt x="1655620" y="1154133"/>
                  </a:lnTo>
                  <a:lnTo>
                    <a:pt x="1656691" y="1153413"/>
                  </a:lnTo>
                  <a:lnTo>
                    <a:pt x="1657763" y="1152695"/>
                  </a:lnTo>
                  <a:lnTo>
                    <a:pt x="1658834" y="1151980"/>
                  </a:lnTo>
                  <a:lnTo>
                    <a:pt x="1659906" y="1151266"/>
                  </a:lnTo>
                  <a:lnTo>
                    <a:pt x="1660978" y="1150555"/>
                  </a:lnTo>
                  <a:lnTo>
                    <a:pt x="1662049" y="1149846"/>
                  </a:lnTo>
                  <a:lnTo>
                    <a:pt x="1663121" y="1149140"/>
                  </a:lnTo>
                  <a:lnTo>
                    <a:pt x="1664192" y="1148436"/>
                  </a:lnTo>
                  <a:lnTo>
                    <a:pt x="1665264" y="1147734"/>
                  </a:lnTo>
                  <a:lnTo>
                    <a:pt x="1666336" y="1147034"/>
                  </a:lnTo>
                  <a:lnTo>
                    <a:pt x="1667407" y="1146336"/>
                  </a:lnTo>
                  <a:lnTo>
                    <a:pt x="1668479" y="1145641"/>
                  </a:lnTo>
                  <a:lnTo>
                    <a:pt x="1669550" y="1144947"/>
                  </a:lnTo>
                  <a:lnTo>
                    <a:pt x="1670622" y="1144256"/>
                  </a:lnTo>
                  <a:lnTo>
                    <a:pt x="1671694" y="1143567"/>
                  </a:lnTo>
                  <a:lnTo>
                    <a:pt x="1672765" y="1142880"/>
                  </a:lnTo>
                  <a:lnTo>
                    <a:pt x="1673837" y="1142196"/>
                  </a:lnTo>
                  <a:lnTo>
                    <a:pt x="1674908" y="1141513"/>
                  </a:lnTo>
                  <a:lnTo>
                    <a:pt x="1675980" y="1140833"/>
                  </a:lnTo>
                  <a:lnTo>
                    <a:pt x="1677052" y="1140154"/>
                  </a:lnTo>
                  <a:lnTo>
                    <a:pt x="1678123" y="1139478"/>
                  </a:lnTo>
                  <a:lnTo>
                    <a:pt x="1679195" y="1138804"/>
                  </a:lnTo>
                  <a:lnTo>
                    <a:pt x="1680266" y="1138131"/>
                  </a:lnTo>
                  <a:lnTo>
                    <a:pt x="1681338" y="1137461"/>
                  </a:lnTo>
                  <a:lnTo>
                    <a:pt x="1682410" y="1136793"/>
                  </a:lnTo>
                  <a:lnTo>
                    <a:pt x="1683481" y="1136127"/>
                  </a:lnTo>
                  <a:lnTo>
                    <a:pt x="1684553" y="1135463"/>
                  </a:lnTo>
                  <a:lnTo>
                    <a:pt x="1685624" y="1134800"/>
                  </a:lnTo>
                  <a:lnTo>
                    <a:pt x="1686696" y="1134140"/>
                  </a:lnTo>
                  <a:lnTo>
                    <a:pt x="1687768" y="1133482"/>
                  </a:lnTo>
                  <a:lnTo>
                    <a:pt x="1688839" y="1132826"/>
                  </a:lnTo>
                  <a:lnTo>
                    <a:pt x="1689911" y="1132172"/>
                  </a:lnTo>
                  <a:lnTo>
                    <a:pt x="1690982" y="1131519"/>
                  </a:lnTo>
                  <a:lnTo>
                    <a:pt x="1692054" y="1130869"/>
                  </a:lnTo>
                  <a:lnTo>
                    <a:pt x="1693126" y="1130220"/>
                  </a:lnTo>
                  <a:lnTo>
                    <a:pt x="1694197" y="1129574"/>
                  </a:lnTo>
                  <a:lnTo>
                    <a:pt x="1695269" y="1128929"/>
                  </a:lnTo>
                  <a:lnTo>
                    <a:pt x="1696340" y="1128286"/>
                  </a:lnTo>
                  <a:lnTo>
                    <a:pt x="1697412" y="1127645"/>
                  </a:lnTo>
                  <a:lnTo>
                    <a:pt x="1698484" y="1127006"/>
                  </a:lnTo>
                  <a:lnTo>
                    <a:pt x="1699555" y="1126368"/>
                  </a:lnTo>
                  <a:lnTo>
                    <a:pt x="1700627" y="1125733"/>
                  </a:lnTo>
                  <a:lnTo>
                    <a:pt x="1701698" y="1125099"/>
                  </a:lnTo>
                  <a:lnTo>
                    <a:pt x="1702770" y="1124467"/>
                  </a:lnTo>
                  <a:lnTo>
                    <a:pt x="1703842" y="1123837"/>
                  </a:lnTo>
                  <a:lnTo>
                    <a:pt x="1704913" y="1123209"/>
                  </a:lnTo>
                  <a:lnTo>
                    <a:pt x="1705985" y="1122583"/>
                  </a:lnTo>
                  <a:lnTo>
                    <a:pt x="1707056" y="1121958"/>
                  </a:lnTo>
                  <a:lnTo>
                    <a:pt x="1708128" y="1121335"/>
                  </a:lnTo>
                  <a:lnTo>
                    <a:pt x="1709200" y="1120714"/>
                  </a:lnTo>
                  <a:lnTo>
                    <a:pt x="1710271" y="1120094"/>
                  </a:lnTo>
                  <a:lnTo>
                    <a:pt x="1711343" y="1119476"/>
                  </a:lnTo>
                  <a:lnTo>
                    <a:pt x="1712414" y="1118860"/>
                  </a:lnTo>
                  <a:lnTo>
                    <a:pt x="1713486" y="1118246"/>
                  </a:lnTo>
                  <a:lnTo>
                    <a:pt x="1714558" y="1117633"/>
                  </a:lnTo>
                  <a:lnTo>
                    <a:pt x="1715629" y="1117022"/>
                  </a:lnTo>
                  <a:lnTo>
                    <a:pt x="1716701" y="1116413"/>
                  </a:lnTo>
                  <a:lnTo>
                    <a:pt x="1717772" y="1115805"/>
                  </a:lnTo>
                  <a:lnTo>
                    <a:pt x="1718844" y="1115199"/>
                  </a:lnTo>
                  <a:lnTo>
                    <a:pt x="1719916" y="1114594"/>
                  </a:lnTo>
                  <a:lnTo>
                    <a:pt x="1720987" y="1113992"/>
                  </a:lnTo>
                  <a:lnTo>
                    <a:pt x="1722059" y="1113390"/>
                  </a:lnTo>
                  <a:lnTo>
                    <a:pt x="1723130" y="1112791"/>
                  </a:lnTo>
                  <a:lnTo>
                    <a:pt x="1724202" y="1112193"/>
                  </a:lnTo>
                  <a:lnTo>
                    <a:pt x="1725274" y="1111597"/>
                  </a:lnTo>
                  <a:lnTo>
                    <a:pt x="1726345" y="1111002"/>
                  </a:lnTo>
                  <a:lnTo>
                    <a:pt x="1727417" y="1110408"/>
                  </a:lnTo>
                  <a:lnTo>
                    <a:pt x="1728488" y="1109817"/>
                  </a:lnTo>
                  <a:lnTo>
                    <a:pt x="1729560" y="1109227"/>
                  </a:lnTo>
                  <a:lnTo>
                    <a:pt x="1730632" y="1108638"/>
                  </a:lnTo>
                  <a:lnTo>
                    <a:pt x="1731703" y="1108051"/>
                  </a:lnTo>
                  <a:lnTo>
                    <a:pt x="1732775" y="1107465"/>
                  </a:lnTo>
                  <a:lnTo>
                    <a:pt x="1733846" y="1106881"/>
                  </a:lnTo>
                  <a:lnTo>
                    <a:pt x="1734918" y="1106299"/>
                  </a:lnTo>
                  <a:lnTo>
                    <a:pt x="1735990" y="1105717"/>
                  </a:lnTo>
                  <a:lnTo>
                    <a:pt x="1737061" y="1105138"/>
                  </a:lnTo>
                  <a:lnTo>
                    <a:pt x="1738133" y="1104560"/>
                  </a:lnTo>
                  <a:lnTo>
                    <a:pt x="1739204" y="1103983"/>
                  </a:lnTo>
                  <a:lnTo>
                    <a:pt x="1740276" y="1103408"/>
                  </a:lnTo>
                  <a:lnTo>
                    <a:pt x="1741348" y="1102834"/>
                  </a:lnTo>
                  <a:lnTo>
                    <a:pt x="1742419" y="1102262"/>
                  </a:lnTo>
                  <a:lnTo>
                    <a:pt x="1743491" y="1101691"/>
                  </a:lnTo>
                  <a:lnTo>
                    <a:pt x="1744562" y="1101121"/>
                  </a:lnTo>
                  <a:lnTo>
                    <a:pt x="1745634" y="1100553"/>
                  </a:lnTo>
                  <a:lnTo>
                    <a:pt x="1746706" y="1099986"/>
                  </a:lnTo>
                  <a:lnTo>
                    <a:pt x="1747777" y="1099421"/>
                  </a:lnTo>
                  <a:lnTo>
                    <a:pt x="1748849" y="1098857"/>
                  </a:lnTo>
                  <a:lnTo>
                    <a:pt x="1749920" y="1098294"/>
                  </a:lnTo>
                  <a:lnTo>
                    <a:pt x="1750992" y="1097733"/>
                  </a:lnTo>
                  <a:lnTo>
                    <a:pt x="1752064" y="1097173"/>
                  </a:lnTo>
                  <a:lnTo>
                    <a:pt x="1753135" y="1096615"/>
                  </a:lnTo>
                  <a:lnTo>
                    <a:pt x="1754207" y="1096058"/>
                  </a:lnTo>
                  <a:lnTo>
                    <a:pt x="1755278" y="1095502"/>
                  </a:lnTo>
                  <a:lnTo>
                    <a:pt x="1756350" y="1094947"/>
                  </a:lnTo>
                  <a:lnTo>
                    <a:pt x="1757422" y="1094394"/>
                  </a:lnTo>
                  <a:lnTo>
                    <a:pt x="1758493" y="1093842"/>
                  </a:lnTo>
                  <a:lnTo>
                    <a:pt x="1759565" y="1093291"/>
                  </a:lnTo>
                  <a:lnTo>
                    <a:pt x="1760636" y="1092742"/>
                  </a:lnTo>
                  <a:lnTo>
                    <a:pt x="1761708" y="1092194"/>
                  </a:lnTo>
                  <a:lnTo>
                    <a:pt x="1762780" y="1091647"/>
                  </a:lnTo>
                  <a:lnTo>
                    <a:pt x="1763851" y="1091102"/>
                  </a:lnTo>
                  <a:lnTo>
                    <a:pt x="1764923" y="1090557"/>
                  </a:lnTo>
                  <a:lnTo>
                    <a:pt x="1765994" y="1090014"/>
                  </a:lnTo>
                  <a:lnTo>
                    <a:pt x="1767066" y="1089473"/>
                  </a:lnTo>
                  <a:lnTo>
                    <a:pt x="1768138" y="1088932"/>
                  </a:lnTo>
                  <a:lnTo>
                    <a:pt x="1769209" y="1088393"/>
                  </a:lnTo>
                  <a:lnTo>
                    <a:pt x="1770281" y="1087855"/>
                  </a:lnTo>
                  <a:lnTo>
                    <a:pt x="1771352" y="1087318"/>
                  </a:lnTo>
                  <a:lnTo>
                    <a:pt x="1772424" y="1086782"/>
                  </a:lnTo>
                  <a:lnTo>
                    <a:pt x="1773496" y="1086248"/>
                  </a:lnTo>
                  <a:lnTo>
                    <a:pt x="1774567" y="1085714"/>
                  </a:lnTo>
                  <a:lnTo>
                    <a:pt x="1775639" y="1085182"/>
                  </a:lnTo>
                  <a:lnTo>
                    <a:pt x="1776710" y="1084651"/>
                  </a:lnTo>
                  <a:lnTo>
                    <a:pt x="1777782" y="1084122"/>
                  </a:lnTo>
                  <a:lnTo>
                    <a:pt x="1778853" y="1083593"/>
                  </a:lnTo>
                  <a:lnTo>
                    <a:pt x="1779925" y="1083066"/>
                  </a:lnTo>
                  <a:lnTo>
                    <a:pt x="1780997" y="1082539"/>
                  </a:lnTo>
                  <a:lnTo>
                    <a:pt x="1782068" y="1082014"/>
                  </a:lnTo>
                  <a:lnTo>
                    <a:pt x="1783140" y="1081490"/>
                  </a:lnTo>
                  <a:lnTo>
                    <a:pt x="1784211" y="1080967"/>
                  </a:lnTo>
                  <a:lnTo>
                    <a:pt x="1785283" y="1080445"/>
                  </a:lnTo>
                  <a:lnTo>
                    <a:pt x="1786355" y="1079925"/>
                  </a:lnTo>
                  <a:lnTo>
                    <a:pt x="1787426" y="1079405"/>
                  </a:lnTo>
                  <a:lnTo>
                    <a:pt x="1788498" y="1078887"/>
                  </a:lnTo>
                  <a:lnTo>
                    <a:pt x="1789569" y="1078369"/>
                  </a:lnTo>
                  <a:lnTo>
                    <a:pt x="1790641" y="1077853"/>
                  </a:lnTo>
                  <a:lnTo>
                    <a:pt x="1791713" y="1077338"/>
                  </a:lnTo>
                  <a:lnTo>
                    <a:pt x="1792784" y="1076824"/>
                  </a:lnTo>
                  <a:lnTo>
                    <a:pt x="1793856" y="1076311"/>
                  </a:lnTo>
                  <a:lnTo>
                    <a:pt x="1794927" y="1075799"/>
                  </a:lnTo>
                  <a:lnTo>
                    <a:pt x="1795999" y="1075288"/>
                  </a:lnTo>
                  <a:lnTo>
                    <a:pt x="1797071" y="1074778"/>
                  </a:lnTo>
                  <a:lnTo>
                    <a:pt x="1798142" y="1074269"/>
                  </a:lnTo>
                  <a:lnTo>
                    <a:pt x="1799214" y="1073761"/>
                  </a:lnTo>
                  <a:lnTo>
                    <a:pt x="1800285" y="1073255"/>
                  </a:lnTo>
                  <a:lnTo>
                    <a:pt x="1801357" y="1072749"/>
                  </a:lnTo>
                  <a:lnTo>
                    <a:pt x="1802429" y="1072244"/>
                  </a:lnTo>
                  <a:lnTo>
                    <a:pt x="1803500" y="1071740"/>
                  </a:lnTo>
                  <a:lnTo>
                    <a:pt x="1804572" y="1071238"/>
                  </a:lnTo>
                  <a:lnTo>
                    <a:pt x="1805643" y="1070736"/>
                  </a:lnTo>
                  <a:lnTo>
                    <a:pt x="1806715" y="1070235"/>
                  </a:lnTo>
                  <a:lnTo>
                    <a:pt x="1807787" y="1069736"/>
                  </a:lnTo>
                  <a:lnTo>
                    <a:pt x="1808858" y="1069237"/>
                  </a:lnTo>
                  <a:lnTo>
                    <a:pt x="1809930" y="1068739"/>
                  </a:lnTo>
                  <a:lnTo>
                    <a:pt x="1811001" y="1068243"/>
                  </a:lnTo>
                  <a:lnTo>
                    <a:pt x="1812073" y="1067747"/>
                  </a:lnTo>
                  <a:lnTo>
                    <a:pt x="1813145" y="1067252"/>
                  </a:lnTo>
                  <a:lnTo>
                    <a:pt x="1814216" y="1066758"/>
                  </a:lnTo>
                  <a:lnTo>
                    <a:pt x="1815288" y="1066265"/>
                  </a:lnTo>
                  <a:lnTo>
                    <a:pt x="1816359" y="1065773"/>
                  </a:lnTo>
                  <a:lnTo>
                    <a:pt x="1817431" y="1065282"/>
                  </a:lnTo>
                  <a:lnTo>
                    <a:pt x="1818503" y="1064792"/>
                  </a:lnTo>
                  <a:lnTo>
                    <a:pt x="1819574" y="1064303"/>
                  </a:lnTo>
                  <a:lnTo>
                    <a:pt x="1820646" y="1063815"/>
                  </a:lnTo>
                  <a:lnTo>
                    <a:pt x="1821717" y="1063328"/>
                  </a:lnTo>
                  <a:lnTo>
                    <a:pt x="1822789" y="1062842"/>
                  </a:lnTo>
                  <a:lnTo>
                    <a:pt x="1823861" y="1062356"/>
                  </a:lnTo>
                  <a:lnTo>
                    <a:pt x="1824932" y="1061872"/>
                  </a:lnTo>
                  <a:lnTo>
                    <a:pt x="1826004" y="1061388"/>
                  </a:lnTo>
                  <a:lnTo>
                    <a:pt x="1827075" y="1060905"/>
                  </a:lnTo>
                  <a:lnTo>
                    <a:pt x="1828147" y="1060423"/>
                  </a:lnTo>
                  <a:lnTo>
                    <a:pt x="1829219" y="1059943"/>
                  </a:lnTo>
                  <a:lnTo>
                    <a:pt x="1830290" y="1059463"/>
                  </a:lnTo>
                  <a:lnTo>
                    <a:pt x="1831362" y="1058983"/>
                  </a:lnTo>
                  <a:lnTo>
                    <a:pt x="1832433" y="1058505"/>
                  </a:lnTo>
                  <a:lnTo>
                    <a:pt x="1833505" y="1058028"/>
                  </a:lnTo>
                  <a:lnTo>
                    <a:pt x="1834577" y="1057551"/>
                  </a:lnTo>
                  <a:lnTo>
                    <a:pt x="1835648" y="1057075"/>
                  </a:lnTo>
                  <a:lnTo>
                    <a:pt x="1836720" y="1056601"/>
                  </a:lnTo>
                  <a:lnTo>
                    <a:pt x="1837791" y="1056127"/>
                  </a:lnTo>
                  <a:lnTo>
                    <a:pt x="1838863" y="1055653"/>
                  </a:lnTo>
                  <a:lnTo>
                    <a:pt x="1839935" y="1055181"/>
                  </a:lnTo>
                  <a:lnTo>
                    <a:pt x="1841006" y="1054710"/>
                  </a:lnTo>
                  <a:lnTo>
                    <a:pt x="1842078" y="1054239"/>
                  </a:lnTo>
                  <a:lnTo>
                    <a:pt x="1843149" y="1053769"/>
                  </a:lnTo>
                  <a:lnTo>
                    <a:pt x="1844221" y="1053300"/>
                  </a:lnTo>
                  <a:lnTo>
                    <a:pt x="1845293" y="1052832"/>
                  </a:lnTo>
                  <a:lnTo>
                    <a:pt x="1846364" y="1052365"/>
                  </a:lnTo>
                  <a:lnTo>
                    <a:pt x="1847436" y="1051898"/>
                  </a:lnTo>
                  <a:lnTo>
                    <a:pt x="1848507" y="1051433"/>
                  </a:lnTo>
                  <a:lnTo>
                    <a:pt x="1849579" y="1050968"/>
                  </a:lnTo>
                  <a:lnTo>
                    <a:pt x="1850651" y="1050504"/>
                  </a:lnTo>
                  <a:lnTo>
                    <a:pt x="1851722" y="1050040"/>
                  </a:lnTo>
                  <a:lnTo>
                    <a:pt x="1852794" y="1049578"/>
                  </a:lnTo>
                  <a:lnTo>
                    <a:pt x="1853865" y="1049116"/>
                  </a:lnTo>
                  <a:lnTo>
                    <a:pt x="1854937" y="1048655"/>
                  </a:lnTo>
                  <a:lnTo>
                    <a:pt x="1856009" y="1048195"/>
                  </a:lnTo>
                  <a:lnTo>
                    <a:pt x="1857080" y="1047736"/>
                  </a:lnTo>
                  <a:lnTo>
                    <a:pt x="1858152" y="1047277"/>
                  </a:lnTo>
                  <a:lnTo>
                    <a:pt x="1859223" y="1046819"/>
                  </a:lnTo>
                  <a:lnTo>
                    <a:pt x="1860295" y="1046362"/>
                  </a:lnTo>
                  <a:lnTo>
                    <a:pt x="1861367" y="1045906"/>
                  </a:lnTo>
                  <a:lnTo>
                    <a:pt x="1862438" y="1045450"/>
                  </a:lnTo>
                  <a:lnTo>
                    <a:pt x="1863510" y="1044995"/>
                  </a:lnTo>
                  <a:lnTo>
                    <a:pt x="1864581" y="1044541"/>
                  </a:lnTo>
                  <a:lnTo>
                    <a:pt x="1865653" y="1044088"/>
                  </a:lnTo>
                  <a:lnTo>
                    <a:pt x="1866725" y="1043635"/>
                  </a:lnTo>
                  <a:lnTo>
                    <a:pt x="1867796" y="1043184"/>
                  </a:lnTo>
                  <a:lnTo>
                    <a:pt x="1868868" y="1042732"/>
                  </a:lnTo>
                  <a:lnTo>
                    <a:pt x="1869939" y="1042282"/>
                  </a:lnTo>
                  <a:lnTo>
                    <a:pt x="1871011" y="1041832"/>
                  </a:lnTo>
                  <a:lnTo>
                    <a:pt x="1872083" y="1041383"/>
                  </a:lnTo>
                  <a:lnTo>
                    <a:pt x="1873154" y="1040935"/>
                  </a:lnTo>
                  <a:lnTo>
                    <a:pt x="1874226" y="1040488"/>
                  </a:lnTo>
                  <a:lnTo>
                    <a:pt x="1875297" y="1040041"/>
                  </a:lnTo>
                  <a:lnTo>
                    <a:pt x="1876369" y="1039595"/>
                  </a:lnTo>
                  <a:lnTo>
                    <a:pt x="1877441" y="1039149"/>
                  </a:lnTo>
                  <a:lnTo>
                    <a:pt x="1878512" y="1038705"/>
                  </a:lnTo>
                  <a:lnTo>
                    <a:pt x="1879584" y="1038261"/>
                  </a:lnTo>
                  <a:lnTo>
                    <a:pt x="1880655" y="1037817"/>
                  </a:lnTo>
                  <a:lnTo>
                    <a:pt x="1881727" y="1037375"/>
                  </a:lnTo>
                  <a:lnTo>
                    <a:pt x="1882799" y="1036933"/>
                  </a:lnTo>
                  <a:lnTo>
                    <a:pt x="1883870" y="1036491"/>
                  </a:lnTo>
                  <a:lnTo>
                    <a:pt x="1884942" y="1036051"/>
                  </a:lnTo>
                  <a:lnTo>
                    <a:pt x="1886013" y="1035611"/>
                  </a:lnTo>
                  <a:lnTo>
                    <a:pt x="1887085" y="1035172"/>
                  </a:lnTo>
                  <a:lnTo>
                    <a:pt x="1888157" y="1034733"/>
                  </a:lnTo>
                  <a:lnTo>
                    <a:pt x="1889228" y="1034295"/>
                  </a:lnTo>
                  <a:lnTo>
                    <a:pt x="1890300" y="1033858"/>
                  </a:lnTo>
                  <a:lnTo>
                    <a:pt x="1891371" y="1033421"/>
                  </a:lnTo>
                  <a:lnTo>
                    <a:pt x="1892443" y="1032985"/>
                  </a:lnTo>
                  <a:lnTo>
                    <a:pt x="1893515" y="1032550"/>
                  </a:lnTo>
                  <a:lnTo>
                    <a:pt x="1894586" y="1032115"/>
                  </a:lnTo>
                  <a:lnTo>
                    <a:pt x="1895658" y="1031681"/>
                  </a:lnTo>
                  <a:lnTo>
                    <a:pt x="1896729" y="1031248"/>
                  </a:lnTo>
                  <a:lnTo>
                    <a:pt x="1897801" y="1030815"/>
                  </a:lnTo>
                  <a:lnTo>
                    <a:pt x="1898873" y="1030383"/>
                  </a:lnTo>
                  <a:lnTo>
                    <a:pt x="1899944" y="1029951"/>
                  </a:lnTo>
                  <a:lnTo>
                    <a:pt x="1901016" y="1029521"/>
                  </a:lnTo>
                  <a:lnTo>
                    <a:pt x="1902087" y="1029090"/>
                  </a:lnTo>
                  <a:lnTo>
                    <a:pt x="1903159" y="1028661"/>
                  </a:lnTo>
                  <a:lnTo>
                    <a:pt x="1904231" y="1028232"/>
                  </a:lnTo>
                  <a:lnTo>
                    <a:pt x="1905302" y="1027803"/>
                  </a:lnTo>
                  <a:lnTo>
                    <a:pt x="1906374" y="1027375"/>
                  </a:lnTo>
                  <a:lnTo>
                    <a:pt x="1907445" y="1026948"/>
                  </a:lnTo>
                  <a:lnTo>
                    <a:pt x="1908517" y="1026522"/>
                  </a:lnTo>
                  <a:lnTo>
                    <a:pt x="1909589" y="1026096"/>
                  </a:lnTo>
                  <a:lnTo>
                    <a:pt x="1910660" y="1025670"/>
                  </a:lnTo>
                  <a:lnTo>
                    <a:pt x="1911732" y="1025245"/>
                  </a:lnTo>
                  <a:lnTo>
                    <a:pt x="1912803" y="1024821"/>
                  </a:lnTo>
                  <a:lnTo>
                    <a:pt x="1913875" y="1024398"/>
                  </a:lnTo>
                  <a:lnTo>
                    <a:pt x="1914947" y="1023974"/>
                  </a:lnTo>
                  <a:lnTo>
                    <a:pt x="1916018" y="1023552"/>
                  </a:lnTo>
                  <a:lnTo>
                    <a:pt x="1917090" y="1023130"/>
                  </a:lnTo>
                  <a:lnTo>
                    <a:pt x="1918161" y="1022709"/>
                  </a:lnTo>
                  <a:lnTo>
                    <a:pt x="1919233" y="1022288"/>
                  </a:lnTo>
                  <a:lnTo>
                    <a:pt x="1920305" y="1021868"/>
                  </a:lnTo>
                  <a:lnTo>
                    <a:pt x="1921376" y="1021448"/>
                  </a:lnTo>
                  <a:lnTo>
                    <a:pt x="1922448" y="1021029"/>
                  </a:lnTo>
                  <a:lnTo>
                    <a:pt x="1923519" y="1020611"/>
                  </a:lnTo>
                  <a:lnTo>
                    <a:pt x="1924591" y="1020193"/>
                  </a:lnTo>
                  <a:lnTo>
                    <a:pt x="1925663" y="1019775"/>
                  </a:lnTo>
                  <a:lnTo>
                    <a:pt x="1926734" y="1019358"/>
                  </a:lnTo>
                  <a:lnTo>
                    <a:pt x="1927806" y="1018942"/>
                  </a:lnTo>
                  <a:lnTo>
                    <a:pt x="1928877" y="1018526"/>
                  </a:lnTo>
                  <a:lnTo>
                    <a:pt x="1929949" y="1018111"/>
                  </a:lnTo>
                  <a:lnTo>
                    <a:pt x="1931021" y="1017696"/>
                  </a:lnTo>
                  <a:lnTo>
                    <a:pt x="1932092" y="1017282"/>
                  </a:lnTo>
                  <a:lnTo>
                    <a:pt x="1933164" y="1016868"/>
                  </a:lnTo>
                  <a:lnTo>
                    <a:pt x="1934235" y="1016455"/>
                  </a:lnTo>
                  <a:lnTo>
                    <a:pt x="1935307" y="1016043"/>
                  </a:lnTo>
                  <a:lnTo>
                    <a:pt x="1936379" y="1015631"/>
                  </a:lnTo>
                  <a:lnTo>
                    <a:pt x="1937450" y="1015219"/>
                  </a:lnTo>
                  <a:lnTo>
                    <a:pt x="1938522" y="1014808"/>
                  </a:lnTo>
                  <a:lnTo>
                    <a:pt x="1939593" y="1014397"/>
                  </a:lnTo>
                  <a:lnTo>
                    <a:pt x="1940665" y="1013987"/>
                  </a:lnTo>
                  <a:lnTo>
                    <a:pt x="1941737" y="1013578"/>
                  </a:lnTo>
                  <a:lnTo>
                    <a:pt x="1942808" y="1013169"/>
                  </a:lnTo>
                  <a:lnTo>
                    <a:pt x="1943880" y="1012760"/>
                  </a:lnTo>
                  <a:lnTo>
                    <a:pt x="1944951" y="1012352"/>
                  </a:lnTo>
                  <a:lnTo>
                    <a:pt x="1946023" y="1011945"/>
                  </a:lnTo>
                  <a:lnTo>
                    <a:pt x="1947095" y="1011538"/>
                  </a:lnTo>
                  <a:lnTo>
                    <a:pt x="1948166" y="1011131"/>
                  </a:lnTo>
                  <a:lnTo>
                    <a:pt x="1949238" y="1010725"/>
                  </a:lnTo>
                  <a:lnTo>
                    <a:pt x="1950309" y="1010319"/>
                  </a:lnTo>
                  <a:lnTo>
                    <a:pt x="1951381" y="1009914"/>
                  </a:lnTo>
                  <a:lnTo>
                    <a:pt x="1952453" y="1009510"/>
                  </a:lnTo>
                  <a:lnTo>
                    <a:pt x="1953524" y="1009105"/>
                  </a:lnTo>
                  <a:lnTo>
                    <a:pt x="1954596" y="1008702"/>
                  </a:lnTo>
                  <a:lnTo>
                    <a:pt x="1955667" y="1008298"/>
                  </a:lnTo>
                  <a:lnTo>
                    <a:pt x="1956739" y="1007896"/>
                  </a:lnTo>
                  <a:lnTo>
                    <a:pt x="1957810" y="1007493"/>
                  </a:lnTo>
                  <a:lnTo>
                    <a:pt x="1958882" y="1007091"/>
                  </a:lnTo>
                  <a:lnTo>
                    <a:pt x="1959954" y="1006690"/>
                  </a:lnTo>
                  <a:lnTo>
                    <a:pt x="1961025" y="1006289"/>
                  </a:lnTo>
                  <a:lnTo>
                    <a:pt x="1962097" y="1005888"/>
                  </a:lnTo>
                  <a:lnTo>
                    <a:pt x="1963168" y="1005488"/>
                  </a:lnTo>
                  <a:lnTo>
                    <a:pt x="1964240" y="1005089"/>
                  </a:lnTo>
                  <a:lnTo>
                    <a:pt x="1965312" y="1004690"/>
                  </a:lnTo>
                  <a:lnTo>
                    <a:pt x="1966383" y="1004291"/>
                  </a:lnTo>
                  <a:lnTo>
                    <a:pt x="1967455" y="1003892"/>
                  </a:lnTo>
                  <a:lnTo>
                    <a:pt x="1968526" y="1003495"/>
                  </a:lnTo>
                  <a:lnTo>
                    <a:pt x="1969598" y="1003097"/>
                  </a:lnTo>
                  <a:lnTo>
                    <a:pt x="1970670" y="1002700"/>
                  </a:lnTo>
                  <a:lnTo>
                    <a:pt x="1971741" y="1002303"/>
                  </a:lnTo>
                  <a:lnTo>
                    <a:pt x="1972813" y="1001907"/>
                  </a:lnTo>
                  <a:lnTo>
                    <a:pt x="1973884" y="1001511"/>
                  </a:lnTo>
                  <a:lnTo>
                    <a:pt x="1974956" y="1001116"/>
                  </a:lnTo>
                  <a:lnTo>
                    <a:pt x="1976028" y="1000721"/>
                  </a:lnTo>
                  <a:lnTo>
                    <a:pt x="1977099" y="1000326"/>
                  </a:lnTo>
                  <a:lnTo>
                    <a:pt x="1978171" y="999932"/>
                  </a:lnTo>
                  <a:lnTo>
                    <a:pt x="1979242" y="999538"/>
                  </a:lnTo>
                  <a:lnTo>
                    <a:pt x="1980314" y="999145"/>
                  </a:lnTo>
                  <a:lnTo>
                    <a:pt x="1981386" y="998752"/>
                  </a:lnTo>
                  <a:lnTo>
                    <a:pt x="1982457" y="998359"/>
                  </a:lnTo>
                  <a:lnTo>
                    <a:pt x="1983529" y="997967"/>
                  </a:lnTo>
                  <a:lnTo>
                    <a:pt x="1984600" y="997575"/>
                  </a:lnTo>
                  <a:lnTo>
                    <a:pt x="1985672" y="997184"/>
                  </a:lnTo>
                  <a:lnTo>
                    <a:pt x="1986744" y="996793"/>
                  </a:lnTo>
                  <a:lnTo>
                    <a:pt x="1987815" y="996402"/>
                  </a:lnTo>
                  <a:lnTo>
                    <a:pt x="1988887" y="996012"/>
                  </a:lnTo>
                  <a:lnTo>
                    <a:pt x="1989958" y="995622"/>
                  </a:lnTo>
                  <a:lnTo>
                    <a:pt x="1991030" y="995232"/>
                  </a:lnTo>
                  <a:lnTo>
                    <a:pt x="1992102" y="994843"/>
                  </a:lnTo>
                  <a:lnTo>
                    <a:pt x="1993173" y="994454"/>
                  </a:lnTo>
                  <a:lnTo>
                    <a:pt x="1994245" y="994066"/>
                  </a:lnTo>
                  <a:lnTo>
                    <a:pt x="1995316" y="993678"/>
                  </a:lnTo>
                  <a:lnTo>
                    <a:pt x="1996388" y="993290"/>
                  </a:lnTo>
                  <a:lnTo>
                    <a:pt x="1997460" y="992902"/>
                  </a:lnTo>
                  <a:lnTo>
                    <a:pt x="1998531" y="992515"/>
                  </a:lnTo>
                  <a:lnTo>
                    <a:pt x="1999603" y="992129"/>
                  </a:lnTo>
                  <a:lnTo>
                    <a:pt x="2000674" y="991742"/>
                  </a:lnTo>
                  <a:lnTo>
                    <a:pt x="2001746" y="991356"/>
                  </a:lnTo>
                  <a:lnTo>
                    <a:pt x="2002818" y="990970"/>
                  </a:lnTo>
                  <a:lnTo>
                    <a:pt x="2003889" y="990585"/>
                  </a:lnTo>
                  <a:lnTo>
                    <a:pt x="2004961" y="990200"/>
                  </a:lnTo>
                  <a:lnTo>
                    <a:pt x="2006032" y="989815"/>
                  </a:lnTo>
                  <a:lnTo>
                    <a:pt x="2007104" y="989431"/>
                  </a:lnTo>
                  <a:lnTo>
                    <a:pt x="2008176" y="989047"/>
                  </a:lnTo>
                  <a:lnTo>
                    <a:pt x="2009247" y="988663"/>
                  </a:lnTo>
                  <a:lnTo>
                    <a:pt x="2010319" y="988279"/>
                  </a:lnTo>
                  <a:lnTo>
                    <a:pt x="2011390" y="987896"/>
                  </a:lnTo>
                  <a:lnTo>
                    <a:pt x="2012462" y="987514"/>
                  </a:lnTo>
                  <a:lnTo>
                    <a:pt x="2013534" y="987131"/>
                  </a:lnTo>
                  <a:lnTo>
                    <a:pt x="2014605" y="986749"/>
                  </a:lnTo>
                  <a:lnTo>
                    <a:pt x="2015677" y="986367"/>
                  </a:lnTo>
                  <a:lnTo>
                    <a:pt x="2016748" y="985985"/>
                  </a:lnTo>
                  <a:lnTo>
                    <a:pt x="2017820" y="985604"/>
                  </a:lnTo>
                  <a:lnTo>
                    <a:pt x="2018892" y="985223"/>
                  </a:lnTo>
                  <a:lnTo>
                    <a:pt x="2019963" y="984842"/>
                  </a:lnTo>
                  <a:lnTo>
                    <a:pt x="2021035" y="984462"/>
                  </a:lnTo>
                  <a:lnTo>
                    <a:pt x="2022106" y="984081"/>
                  </a:lnTo>
                  <a:lnTo>
                    <a:pt x="2023178" y="983702"/>
                  </a:lnTo>
                  <a:lnTo>
                    <a:pt x="2024250" y="983322"/>
                  </a:lnTo>
                  <a:lnTo>
                    <a:pt x="2025321" y="982943"/>
                  </a:lnTo>
                  <a:lnTo>
                    <a:pt x="2026393" y="982564"/>
                  </a:lnTo>
                  <a:lnTo>
                    <a:pt x="2027464" y="982185"/>
                  </a:lnTo>
                  <a:lnTo>
                    <a:pt x="2028536" y="981806"/>
                  </a:lnTo>
                  <a:lnTo>
                    <a:pt x="2029608" y="981428"/>
                  </a:lnTo>
                  <a:lnTo>
                    <a:pt x="2030679" y="981050"/>
                  </a:lnTo>
                  <a:lnTo>
                    <a:pt x="2031751" y="980672"/>
                  </a:lnTo>
                  <a:lnTo>
                    <a:pt x="2032822" y="980295"/>
                  </a:lnTo>
                  <a:lnTo>
                    <a:pt x="2033894" y="979917"/>
                  </a:lnTo>
                  <a:lnTo>
                    <a:pt x="2034966" y="979540"/>
                  </a:lnTo>
                  <a:lnTo>
                    <a:pt x="2036037" y="979164"/>
                  </a:lnTo>
                  <a:lnTo>
                    <a:pt x="2037109" y="978787"/>
                  </a:lnTo>
                  <a:lnTo>
                    <a:pt x="2038180" y="978411"/>
                  </a:lnTo>
                  <a:lnTo>
                    <a:pt x="2039252" y="978035"/>
                  </a:lnTo>
                  <a:lnTo>
                    <a:pt x="2040324" y="977659"/>
                  </a:lnTo>
                  <a:lnTo>
                    <a:pt x="2041395" y="977283"/>
                  </a:lnTo>
                  <a:lnTo>
                    <a:pt x="2042467" y="976908"/>
                  </a:lnTo>
                  <a:lnTo>
                    <a:pt x="2043538" y="976533"/>
                  </a:lnTo>
                  <a:lnTo>
                    <a:pt x="2044610" y="976158"/>
                  </a:lnTo>
                  <a:lnTo>
                    <a:pt x="2045682" y="975783"/>
                  </a:lnTo>
                  <a:lnTo>
                    <a:pt x="2046753" y="975409"/>
                  </a:lnTo>
                  <a:lnTo>
                    <a:pt x="2047825" y="975035"/>
                  </a:lnTo>
                  <a:lnTo>
                    <a:pt x="2048896" y="974661"/>
                  </a:lnTo>
                  <a:lnTo>
                    <a:pt x="2049968" y="974287"/>
                  </a:lnTo>
                  <a:lnTo>
                    <a:pt x="2051040" y="973913"/>
                  </a:lnTo>
                  <a:lnTo>
                    <a:pt x="2052111" y="973540"/>
                  </a:lnTo>
                  <a:lnTo>
                    <a:pt x="2053183" y="973167"/>
                  </a:lnTo>
                  <a:lnTo>
                    <a:pt x="2054254" y="972793"/>
                  </a:lnTo>
                  <a:lnTo>
                    <a:pt x="2055326" y="972421"/>
                  </a:lnTo>
                  <a:lnTo>
                    <a:pt x="2056398" y="972048"/>
                  </a:lnTo>
                  <a:lnTo>
                    <a:pt x="2057469" y="971676"/>
                  </a:lnTo>
                  <a:lnTo>
                    <a:pt x="2058541" y="971303"/>
                  </a:lnTo>
                  <a:lnTo>
                    <a:pt x="2059612" y="970931"/>
                  </a:lnTo>
                  <a:lnTo>
                    <a:pt x="2060684" y="970559"/>
                  </a:lnTo>
                  <a:lnTo>
                    <a:pt x="2061756" y="970187"/>
                  </a:lnTo>
                  <a:lnTo>
                    <a:pt x="2062827" y="969816"/>
                  </a:lnTo>
                  <a:lnTo>
                    <a:pt x="2063899" y="969444"/>
                  </a:lnTo>
                  <a:lnTo>
                    <a:pt x="2064970" y="969073"/>
                  </a:lnTo>
                  <a:lnTo>
                    <a:pt x="2066042" y="968702"/>
                  </a:lnTo>
                  <a:lnTo>
                    <a:pt x="2067114" y="968331"/>
                  </a:lnTo>
                  <a:lnTo>
                    <a:pt x="2068185" y="967960"/>
                  </a:lnTo>
                  <a:lnTo>
                    <a:pt x="2069257" y="967590"/>
                  </a:lnTo>
                  <a:lnTo>
                    <a:pt x="2070328" y="967219"/>
                  </a:lnTo>
                  <a:lnTo>
                    <a:pt x="2071400" y="966849"/>
                  </a:lnTo>
                  <a:lnTo>
                    <a:pt x="2072472" y="966479"/>
                  </a:lnTo>
                  <a:lnTo>
                    <a:pt x="2073543" y="966109"/>
                  </a:lnTo>
                  <a:lnTo>
                    <a:pt x="2074615" y="965739"/>
                  </a:lnTo>
                  <a:lnTo>
                    <a:pt x="2075686" y="965369"/>
                  </a:lnTo>
                  <a:lnTo>
                    <a:pt x="2076758" y="965000"/>
                  </a:lnTo>
                  <a:lnTo>
                    <a:pt x="2077830" y="964630"/>
                  </a:lnTo>
                  <a:lnTo>
                    <a:pt x="2078901" y="964261"/>
                  </a:lnTo>
                  <a:lnTo>
                    <a:pt x="2079973" y="963892"/>
                  </a:lnTo>
                  <a:lnTo>
                    <a:pt x="2081044" y="963522"/>
                  </a:lnTo>
                  <a:lnTo>
                    <a:pt x="2082116" y="963153"/>
                  </a:lnTo>
                  <a:lnTo>
                    <a:pt x="2083188" y="962784"/>
                  </a:lnTo>
                  <a:lnTo>
                    <a:pt x="2084259" y="962416"/>
                  </a:lnTo>
                  <a:lnTo>
                    <a:pt x="2085331" y="962047"/>
                  </a:lnTo>
                  <a:lnTo>
                    <a:pt x="2086402" y="961678"/>
                  </a:lnTo>
                  <a:lnTo>
                    <a:pt x="2087474" y="961310"/>
                  </a:lnTo>
                  <a:lnTo>
                    <a:pt x="2088546" y="960942"/>
                  </a:lnTo>
                  <a:lnTo>
                    <a:pt x="2089617" y="960573"/>
                  </a:lnTo>
                  <a:lnTo>
                    <a:pt x="2090689" y="960205"/>
                  </a:lnTo>
                  <a:lnTo>
                    <a:pt x="2091760" y="959837"/>
                  </a:lnTo>
                  <a:lnTo>
                    <a:pt x="2092832" y="959469"/>
                  </a:lnTo>
                  <a:lnTo>
                    <a:pt x="2093904" y="959101"/>
                  </a:lnTo>
                  <a:lnTo>
                    <a:pt x="2094975" y="958733"/>
                  </a:lnTo>
                  <a:lnTo>
                    <a:pt x="2096047" y="958366"/>
                  </a:lnTo>
                  <a:lnTo>
                    <a:pt x="2097118" y="957998"/>
                  </a:lnTo>
                  <a:lnTo>
                    <a:pt x="2098190" y="957630"/>
                  </a:lnTo>
                  <a:lnTo>
                    <a:pt x="2099262" y="957263"/>
                  </a:lnTo>
                  <a:lnTo>
                    <a:pt x="2100333" y="956895"/>
                  </a:lnTo>
                  <a:lnTo>
                    <a:pt x="2101405" y="956528"/>
                  </a:lnTo>
                  <a:lnTo>
                    <a:pt x="2102476" y="956161"/>
                  </a:lnTo>
                  <a:lnTo>
                    <a:pt x="2103548" y="955793"/>
                  </a:lnTo>
                  <a:lnTo>
                    <a:pt x="2104620" y="955426"/>
                  </a:lnTo>
                  <a:lnTo>
                    <a:pt x="2105691" y="955059"/>
                  </a:lnTo>
                  <a:lnTo>
                    <a:pt x="2106763" y="954692"/>
                  </a:lnTo>
                  <a:lnTo>
                    <a:pt x="2107834" y="954325"/>
                  </a:lnTo>
                  <a:lnTo>
                    <a:pt x="2108906" y="953958"/>
                  </a:lnTo>
                  <a:lnTo>
                    <a:pt x="2109978" y="953591"/>
                  </a:lnTo>
                  <a:lnTo>
                    <a:pt x="2111049" y="953224"/>
                  </a:lnTo>
                  <a:lnTo>
                    <a:pt x="2112121" y="952857"/>
                  </a:lnTo>
                  <a:lnTo>
                    <a:pt x="2113192" y="952490"/>
                  </a:lnTo>
                  <a:lnTo>
                    <a:pt x="2114264" y="952123"/>
                  </a:lnTo>
                  <a:lnTo>
                    <a:pt x="2115336" y="951756"/>
                  </a:lnTo>
                  <a:lnTo>
                    <a:pt x="2116407" y="951389"/>
                  </a:lnTo>
                  <a:lnTo>
                    <a:pt x="2117479" y="951022"/>
                  </a:lnTo>
                  <a:lnTo>
                    <a:pt x="2118550" y="950655"/>
                  </a:lnTo>
                  <a:lnTo>
                    <a:pt x="2119622" y="950289"/>
                  </a:lnTo>
                  <a:lnTo>
                    <a:pt x="2120694" y="949922"/>
                  </a:lnTo>
                  <a:lnTo>
                    <a:pt x="2121765" y="949555"/>
                  </a:lnTo>
                  <a:lnTo>
                    <a:pt x="2122837" y="949188"/>
                  </a:lnTo>
                  <a:lnTo>
                    <a:pt x="2123908" y="948821"/>
                  </a:lnTo>
                  <a:lnTo>
                    <a:pt x="2124980" y="948454"/>
                  </a:lnTo>
                  <a:lnTo>
                    <a:pt x="2126052" y="948088"/>
                  </a:lnTo>
                  <a:lnTo>
                    <a:pt x="2127123" y="947721"/>
                  </a:lnTo>
                  <a:lnTo>
                    <a:pt x="2128195" y="947354"/>
                  </a:lnTo>
                  <a:lnTo>
                    <a:pt x="2129266" y="946987"/>
                  </a:lnTo>
                  <a:lnTo>
                    <a:pt x="2130338" y="946620"/>
                  </a:lnTo>
                  <a:lnTo>
                    <a:pt x="2131409" y="946253"/>
                  </a:lnTo>
                  <a:lnTo>
                    <a:pt x="2132481" y="945886"/>
                  </a:lnTo>
                  <a:lnTo>
                    <a:pt x="2133553" y="945519"/>
                  </a:lnTo>
                  <a:lnTo>
                    <a:pt x="2134624" y="945152"/>
                  </a:lnTo>
                  <a:lnTo>
                    <a:pt x="2135696" y="944785"/>
                  </a:lnTo>
                  <a:lnTo>
                    <a:pt x="2136767" y="944418"/>
                  </a:lnTo>
                  <a:lnTo>
                    <a:pt x="2137839" y="944051"/>
                  </a:lnTo>
                  <a:lnTo>
                    <a:pt x="2138911" y="943684"/>
                  </a:lnTo>
                  <a:lnTo>
                    <a:pt x="2139982" y="943316"/>
                  </a:lnTo>
                  <a:lnTo>
                    <a:pt x="2141054" y="942949"/>
                  </a:lnTo>
                  <a:lnTo>
                    <a:pt x="2142125" y="942582"/>
                  </a:lnTo>
                  <a:lnTo>
                    <a:pt x="2143197" y="942214"/>
                  </a:lnTo>
                  <a:lnTo>
                    <a:pt x="2144269" y="941847"/>
                  </a:lnTo>
                  <a:lnTo>
                    <a:pt x="2145340" y="941479"/>
                  </a:lnTo>
                  <a:lnTo>
                    <a:pt x="2146412" y="941112"/>
                  </a:lnTo>
                  <a:lnTo>
                    <a:pt x="2147483" y="940744"/>
                  </a:lnTo>
                  <a:lnTo>
                    <a:pt x="2148555" y="940377"/>
                  </a:lnTo>
                  <a:lnTo>
                    <a:pt x="2149627" y="940009"/>
                  </a:lnTo>
                  <a:lnTo>
                    <a:pt x="2150698" y="939641"/>
                  </a:lnTo>
                  <a:lnTo>
                    <a:pt x="2151770" y="939273"/>
                  </a:lnTo>
                  <a:lnTo>
                    <a:pt x="2152841" y="938905"/>
                  </a:lnTo>
                  <a:lnTo>
                    <a:pt x="2153913" y="938537"/>
                  </a:lnTo>
                  <a:lnTo>
                    <a:pt x="2154985" y="938169"/>
                  </a:lnTo>
                  <a:lnTo>
                    <a:pt x="2156056" y="937801"/>
                  </a:lnTo>
                  <a:lnTo>
                    <a:pt x="2157128" y="937433"/>
                  </a:lnTo>
                  <a:lnTo>
                    <a:pt x="2158199" y="937065"/>
                  </a:lnTo>
                  <a:lnTo>
                    <a:pt x="2159271" y="936697"/>
                  </a:lnTo>
                  <a:lnTo>
                    <a:pt x="2160343" y="936329"/>
                  </a:lnTo>
                  <a:lnTo>
                    <a:pt x="2161414" y="935960"/>
                  </a:lnTo>
                  <a:lnTo>
                    <a:pt x="2162486" y="935592"/>
                  </a:lnTo>
                  <a:lnTo>
                    <a:pt x="2163557" y="935223"/>
                  </a:lnTo>
                  <a:lnTo>
                    <a:pt x="2164629" y="934855"/>
                  </a:lnTo>
                  <a:lnTo>
                    <a:pt x="2165701" y="934486"/>
                  </a:lnTo>
                  <a:lnTo>
                    <a:pt x="2166772" y="934118"/>
                  </a:lnTo>
                  <a:lnTo>
                    <a:pt x="2167844" y="933749"/>
                  </a:lnTo>
                  <a:lnTo>
                    <a:pt x="2168915" y="933381"/>
                  </a:lnTo>
                  <a:lnTo>
                    <a:pt x="2169987" y="933012"/>
                  </a:lnTo>
                  <a:lnTo>
                    <a:pt x="2171059" y="932643"/>
                  </a:lnTo>
                  <a:lnTo>
                    <a:pt x="2172130" y="932274"/>
                  </a:lnTo>
                  <a:lnTo>
                    <a:pt x="2173202" y="931905"/>
                  </a:lnTo>
                  <a:lnTo>
                    <a:pt x="2174273" y="931537"/>
                  </a:lnTo>
                  <a:lnTo>
                    <a:pt x="2175345" y="931168"/>
                  </a:lnTo>
                  <a:lnTo>
                    <a:pt x="2176417" y="930799"/>
                  </a:lnTo>
                  <a:lnTo>
                    <a:pt x="2177488" y="930429"/>
                  </a:lnTo>
                  <a:lnTo>
                    <a:pt x="2178560" y="930060"/>
                  </a:lnTo>
                  <a:lnTo>
                    <a:pt x="2179631" y="929691"/>
                  </a:lnTo>
                  <a:lnTo>
                    <a:pt x="2180703" y="929322"/>
                  </a:lnTo>
                  <a:lnTo>
                    <a:pt x="2181775" y="928953"/>
                  </a:lnTo>
                  <a:lnTo>
                    <a:pt x="2182846" y="928583"/>
                  </a:lnTo>
                  <a:lnTo>
                    <a:pt x="2183918" y="928214"/>
                  </a:lnTo>
                  <a:lnTo>
                    <a:pt x="2184989" y="927844"/>
                  </a:lnTo>
                  <a:lnTo>
                    <a:pt x="2186061" y="927475"/>
                  </a:lnTo>
                  <a:lnTo>
                    <a:pt x="2187133" y="927105"/>
                  </a:lnTo>
                  <a:lnTo>
                    <a:pt x="2188204" y="926736"/>
                  </a:lnTo>
                  <a:lnTo>
                    <a:pt x="2189276" y="926366"/>
                  </a:lnTo>
                  <a:lnTo>
                    <a:pt x="2190347" y="925997"/>
                  </a:lnTo>
                  <a:lnTo>
                    <a:pt x="2191419" y="925627"/>
                  </a:lnTo>
                  <a:lnTo>
                    <a:pt x="2192491" y="925257"/>
                  </a:lnTo>
                  <a:lnTo>
                    <a:pt x="2193562" y="924887"/>
                  </a:lnTo>
                  <a:lnTo>
                    <a:pt x="2194634" y="924517"/>
                  </a:lnTo>
                  <a:lnTo>
                    <a:pt x="2195705" y="924147"/>
                  </a:lnTo>
                  <a:lnTo>
                    <a:pt x="2196777" y="923777"/>
                  </a:lnTo>
                  <a:lnTo>
                    <a:pt x="2197849" y="923407"/>
                  </a:lnTo>
                  <a:lnTo>
                    <a:pt x="2198920" y="923037"/>
                  </a:lnTo>
                  <a:lnTo>
                    <a:pt x="2199992" y="922667"/>
                  </a:lnTo>
                  <a:lnTo>
                    <a:pt x="2201063" y="922297"/>
                  </a:lnTo>
                  <a:lnTo>
                    <a:pt x="2202135" y="921927"/>
                  </a:lnTo>
                  <a:lnTo>
                    <a:pt x="2203207" y="921556"/>
                  </a:lnTo>
                  <a:lnTo>
                    <a:pt x="2204278" y="921186"/>
                  </a:lnTo>
                  <a:lnTo>
                    <a:pt x="2205350" y="920815"/>
                  </a:lnTo>
                  <a:lnTo>
                    <a:pt x="2206421" y="920445"/>
                  </a:lnTo>
                  <a:lnTo>
                    <a:pt x="2207493" y="920074"/>
                  </a:lnTo>
                  <a:lnTo>
                    <a:pt x="2208565" y="919704"/>
                  </a:lnTo>
                  <a:lnTo>
                    <a:pt x="2209636" y="919333"/>
                  </a:lnTo>
                  <a:lnTo>
                    <a:pt x="2210708" y="918963"/>
                  </a:lnTo>
                  <a:lnTo>
                    <a:pt x="2211779" y="918592"/>
                  </a:lnTo>
                  <a:lnTo>
                    <a:pt x="2212851" y="918221"/>
                  </a:lnTo>
                  <a:lnTo>
                    <a:pt x="2213923" y="917850"/>
                  </a:lnTo>
                  <a:lnTo>
                    <a:pt x="2214994" y="917479"/>
                  </a:lnTo>
                  <a:lnTo>
                    <a:pt x="2216066" y="917108"/>
                  </a:lnTo>
                  <a:lnTo>
                    <a:pt x="2217137" y="916737"/>
                  </a:lnTo>
                  <a:lnTo>
                    <a:pt x="2218209" y="916366"/>
                  </a:lnTo>
                  <a:lnTo>
                    <a:pt x="2219281" y="915995"/>
                  </a:lnTo>
                  <a:lnTo>
                    <a:pt x="2220352" y="915624"/>
                  </a:lnTo>
                  <a:lnTo>
                    <a:pt x="2221424" y="915253"/>
                  </a:lnTo>
                  <a:lnTo>
                    <a:pt x="2222495" y="914882"/>
                  </a:lnTo>
                  <a:lnTo>
                    <a:pt x="2223567" y="914510"/>
                  </a:lnTo>
                  <a:lnTo>
                    <a:pt x="2224639" y="914139"/>
                  </a:lnTo>
                  <a:lnTo>
                    <a:pt x="2225710" y="913768"/>
                  </a:lnTo>
                  <a:lnTo>
                    <a:pt x="2226782" y="913396"/>
                  </a:lnTo>
                  <a:lnTo>
                    <a:pt x="2227853" y="913025"/>
                  </a:lnTo>
                  <a:lnTo>
                    <a:pt x="2228925" y="912653"/>
                  </a:lnTo>
                  <a:lnTo>
                    <a:pt x="2229997" y="912281"/>
                  </a:lnTo>
                  <a:lnTo>
                    <a:pt x="2231068" y="911910"/>
                  </a:lnTo>
                  <a:lnTo>
                    <a:pt x="2232140" y="911538"/>
                  </a:lnTo>
                  <a:lnTo>
                    <a:pt x="2233211" y="911166"/>
                  </a:lnTo>
                  <a:lnTo>
                    <a:pt x="2234283" y="910794"/>
                  </a:lnTo>
                  <a:lnTo>
                    <a:pt x="2235355" y="910422"/>
                  </a:lnTo>
                  <a:lnTo>
                    <a:pt x="2236426" y="910050"/>
                  </a:lnTo>
                  <a:lnTo>
                    <a:pt x="2237498" y="909678"/>
                  </a:lnTo>
                  <a:lnTo>
                    <a:pt x="2238569" y="909306"/>
                  </a:lnTo>
                  <a:lnTo>
                    <a:pt x="2239641" y="908934"/>
                  </a:lnTo>
                  <a:lnTo>
                    <a:pt x="2240713" y="908562"/>
                  </a:lnTo>
                  <a:lnTo>
                    <a:pt x="2241784" y="908190"/>
                  </a:lnTo>
                  <a:lnTo>
                    <a:pt x="2242856" y="907817"/>
                  </a:lnTo>
                  <a:lnTo>
                    <a:pt x="2243927" y="907445"/>
                  </a:lnTo>
                  <a:lnTo>
                    <a:pt x="2244999" y="907072"/>
                  </a:lnTo>
                  <a:lnTo>
                    <a:pt x="2246071" y="906700"/>
                  </a:lnTo>
                  <a:lnTo>
                    <a:pt x="2247142" y="906327"/>
                  </a:lnTo>
                  <a:lnTo>
                    <a:pt x="2248214" y="905955"/>
                  </a:lnTo>
                  <a:lnTo>
                    <a:pt x="2249285" y="905582"/>
                  </a:lnTo>
                  <a:lnTo>
                    <a:pt x="2250357" y="905209"/>
                  </a:lnTo>
                  <a:lnTo>
                    <a:pt x="2251429" y="904837"/>
                  </a:lnTo>
                  <a:lnTo>
                    <a:pt x="2252500" y="904464"/>
                  </a:lnTo>
                  <a:lnTo>
                    <a:pt x="2253572" y="904091"/>
                  </a:lnTo>
                  <a:lnTo>
                    <a:pt x="2254643" y="903718"/>
                  </a:lnTo>
                  <a:lnTo>
                    <a:pt x="2255715" y="903345"/>
                  </a:lnTo>
                  <a:lnTo>
                    <a:pt x="2256787" y="902972"/>
                  </a:lnTo>
                  <a:lnTo>
                    <a:pt x="2257858" y="902599"/>
                  </a:lnTo>
                  <a:lnTo>
                    <a:pt x="2258930" y="902225"/>
                  </a:lnTo>
                  <a:lnTo>
                    <a:pt x="2260001" y="901852"/>
                  </a:lnTo>
                  <a:lnTo>
                    <a:pt x="2261073" y="901479"/>
                  </a:lnTo>
                  <a:lnTo>
                    <a:pt x="2262145" y="901105"/>
                  </a:lnTo>
                  <a:lnTo>
                    <a:pt x="2263216" y="900732"/>
                  </a:lnTo>
                  <a:lnTo>
                    <a:pt x="2264288" y="900358"/>
                  </a:lnTo>
                  <a:lnTo>
                    <a:pt x="2265359" y="899985"/>
                  </a:lnTo>
                  <a:lnTo>
                    <a:pt x="2266431" y="899611"/>
                  </a:lnTo>
                  <a:lnTo>
                    <a:pt x="2267503" y="899237"/>
                  </a:lnTo>
                  <a:lnTo>
                    <a:pt x="2268574" y="898864"/>
                  </a:lnTo>
                  <a:lnTo>
                    <a:pt x="2269646" y="898490"/>
                  </a:lnTo>
                  <a:lnTo>
                    <a:pt x="2270717" y="898116"/>
                  </a:lnTo>
                  <a:lnTo>
                    <a:pt x="2271789" y="897742"/>
                  </a:lnTo>
                  <a:lnTo>
                    <a:pt x="2272861" y="897368"/>
                  </a:lnTo>
                  <a:lnTo>
                    <a:pt x="2273932" y="896994"/>
                  </a:lnTo>
                  <a:lnTo>
                    <a:pt x="2275004" y="896620"/>
                  </a:lnTo>
                  <a:lnTo>
                    <a:pt x="2276075" y="896246"/>
                  </a:lnTo>
                  <a:lnTo>
                    <a:pt x="2277147" y="895871"/>
                  </a:lnTo>
                  <a:lnTo>
                    <a:pt x="2278219" y="895497"/>
                  </a:lnTo>
                  <a:lnTo>
                    <a:pt x="2279290" y="895123"/>
                  </a:lnTo>
                  <a:lnTo>
                    <a:pt x="2280362" y="894748"/>
                  </a:lnTo>
                  <a:lnTo>
                    <a:pt x="2281433" y="894374"/>
                  </a:lnTo>
                  <a:lnTo>
                    <a:pt x="2282505" y="893999"/>
                  </a:lnTo>
                  <a:lnTo>
                    <a:pt x="2283577" y="893624"/>
                  </a:lnTo>
                  <a:lnTo>
                    <a:pt x="2284648" y="893249"/>
                  </a:lnTo>
                  <a:lnTo>
                    <a:pt x="2285720" y="892875"/>
                  </a:lnTo>
                  <a:lnTo>
                    <a:pt x="2286791" y="892500"/>
                  </a:lnTo>
                  <a:lnTo>
                    <a:pt x="2287863" y="892125"/>
                  </a:lnTo>
                  <a:lnTo>
                    <a:pt x="2288935" y="891750"/>
                  </a:lnTo>
                  <a:lnTo>
                    <a:pt x="2290006" y="891375"/>
                  </a:lnTo>
                  <a:lnTo>
                    <a:pt x="2291078" y="891000"/>
                  </a:lnTo>
                  <a:lnTo>
                    <a:pt x="2292149" y="890624"/>
                  </a:lnTo>
                  <a:lnTo>
                    <a:pt x="2293221" y="890249"/>
                  </a:lnTo>
                  <a:lnTo>
                    <a:pt x="2294293" y="889874"/>
                  </a:lnTo>
                  <a:lnTo>
                    <a:pt x="2295364" y="889498"/>
                  </a:lnTo>
                  <a:lnTo>
                    <a:pt x="2296436" y="889123"/>
                  </a:lnTo>
                  <a:lnTo>
                    <a:pt x="2297507" y="888747"/>
                  </a:lnTo>
                  <a:lnTo>
                    <a:pt x="2298579" y="888372"/>
                  </a:lnTo>
                  <a:lnTo>
                    <a:pt x="2299651" y="887996"/>
                  </a:lnTo>
                  <a:lnTo>
                    <a:pt x="2300722" y="887620"/>
                  </a:lnTo>
                  <a:lnTo>
                    <a:pt x="2301794" y="887244"/>
                  </a:lnTo>
                  <a:lnTo>
                    <a:pt x="2302865" y="886868"/>
                  </a:lnTo>
                  <a:lnTo>
                    <a:pt x="2303937" y="886492"/>
                  </a:lnTo>
                  <a:lnTo>
                    <a:pt x="2305009" y="886116"/>
                  </a:lnTo>
                  <a:lnTo>
                    <a:pt x="2306080" y="885740"/>
                  </a:lnTo>
                  <a:lnTo>
                    <a:pt x="2307152" y="885364"/>
                  </a:lnTo>
                  <a:lnTo>
                    <a:pt x="2308223" y="884988"/>
                  </a:lnTo>
                  <a:lnTo>
                    <a:pt x="2309295" y="884611"/>
                  </a:lnTo>
                  <a:lnTo>
                    <a:pt x="2310366" y="884235"/>
                  </a:lnTo>
                  <a:lnTo>
                    <a:pt x="2311438" y="883858"/>
                  </a:lnTo>
                  <a:lnTo>
                    <a:pt x="2312510" y="883482"/>
                  </a:lnTo>
                  <a:lnTo>
                    <a:pt x="2313581" y="883105"/>
                  </a:lnTo>
                  <a:lnTo>
                    <a:pt x="2314653" y="882728"/>
                  </a:lnTo>
                  <a:lnTo>
                    <a:pt x="2315724" y="882351"/>
                  </a:lnTo>
                  <a:lnTo>
                    <a:pt x="2316796" y="881974"/>
                  </a:lnTo>
                  <a:lnTo>
                    <a:pt x="2317868" y="881597"/>
                  </a:lnTo>
                  <a:lnTo>
                    <a:pt x="2318939" y="881220"/>
                  </a:lnTo>
                  <a:lnTo>
                    <a:pt x="2320011" y="880843"/>
                  </a:lnTo>
                  <a:lnTo>
                    <a:pt x="2321082" y="880466"/>
                  </a:lnTo>
                  <a:lnTo>
                    <a:pt x="2322154" y="880089"/>
                  </a:lnTo>
                  <a:lnTo>
                    <a:pt x="2323226" y="879711"/>
                  </a:lnTo>
                  <a:lnTo>
                    <a:pt x="2324297" y="879334"/>
                  </a:lnTo>
                  <a:lnTo>
                    <a:pt x="2325369" y="878956"/>
                  </a:lnTo>
                  <a:lnTo>
                    <a:pt x="2326440" y="878579"/>
                  </a:lnTo>
                  <a:lnTo>
                    <a:pt x="2327512" y="878201"/>
                  </a:lnTo>
                  <a:lnTo>
                    <a:pt x="2328584" y="877823"/>
                  </a:lnTo>
                  <a:lnTo>
                    <a:pt x="2329655" y="877445"/>
                  </a:lnTo>
                  <a:lnTo>
                    <a:pt x="2330727" y="877067"/>
                  </a:lnTo>
                  <a:lnTo>
                    <a:pt x="2331798" y="876689"/>
                  </a:lnTo>
                  <a:lnTo>
                    <a:pt x="2332870" y="876311"/>
                  </a:lnTo>
                  <a:lnTo>
                    <a:pt x="2333942" y="875933"/>
                  </a:lnTo>
                  <a:lnTo>
                    <a:pt x="2335013" y="875555"/>
                  </a:lnTo>
                  <a:lnTo>
                    <a:pt x="2336085" y="875177"/>
                  </a:lnTo>
                  <a:lnTo>
                    <a:pt x="2337156" y="874798"/>
                  </a:lnTo>
                  <a:lnTo>
                    <a:pt x="2338228" y="874420"/>
                  </a:lnTo>
                  <a:lnTo>
                    <a:pt x="2339300" y="874041"/>
                  </a:lnTo>
                  <a:lnTo>
                    <a:pt x="2340371" y="873662"/>
                  </a:lnTo>
                  <a:lnTo>
                    <a:pt x="2341443" y="873283"/>
                  </a:lnTo>
                  <a:lnTo>
                    <a:pt x="2342514" y="872905"/>
                  </a:lnTo>
                  <a:lnTo>
                    <a:pt x="2343586" y="872526"/>
                  </a:lnTo>
                  <a:lnTo>
                    <a:pt x="2344658" y="872147"/>
                  </a:lnTo>
                  <a:lnTo>
                    <a:pt x="2345729" y="871768"/>
                  </a:lnTo>
                  <a:lnTo>
                    <a:pt x="2346801" y="871388"/>
                  </a:lnTo>
                  <a:lnTo>
                    <a:pt x="2347872" y="871009"/>
                  </a:lnTo>
                  <a:lnTo>
                    <a:pt x="2348944" y="870630"/>
                  </a:lnTo>
                  <a:lnTo>
                    <a:pt x="2350016" y="870250"/>
                  </a:lnTo>
                  <a:lnTo>
                    <a:pt x="2351087" y="869871"/>
                  </a:lnTo>
                  <a:lnTo>
                    <a:pt x="2352159" y="869491"/>
                  </a:lnTo>
                  <a:lnTo>
                    <a:pt x="2353230" y="869111"/>
                  </a:lnTo>
                  <a:lnTo>
                    <a:pt x="2354302" y="868731"/>
                  </a:lnTo>
                  <a:lnTo>
                    <a:pt x="2355374" y="868351"/>
                  </a:lnTo>
                  <a:lnTo>
                    <a:pt x="2356445" y="867971"/>
                  </a:lnTo>
                  <a:lnTo>
                    <a:pt x="2357517" y="867591"/>
                  </a:lnTo>
                  <a:lnTo>
                    <a:pt x="2358588" y="867211"/>
                  </a:lnTo>
                  <a:lnTo>
                    <a:pt x="2359660" y="866831"/>
                  </a:lnTo>
                  <a:lnTo>
                    <a:pt x="2360732" y="866450"/>
                  </a:lnTo>
                  <a:lnTo>
                    <a:pt x="2361803" y="866070"/>
                  </a:lnTo>
                  <a:lnTo>
                    <a:pt x="2362875" y="865689"/>
                  </a:lnTo>
                  <a:lnTo>
                    <a:pt x="2363946" y="865309"/>
                  </a:lnTo>
                  <a:lnTo>
                    <a:pt x="2365018" y="864928"/>
                  </a:lnTo>
                  <a:lnTo>
                    <a:pt x="2366090" y="864547"/>
                  </a:lnTo>
                  <a:lnTo>
                    <a:pt x="2367161" y="864166"/>
                  </a:lnTo>
                  <a:lnTo>
                    <a:pt x="2368233" y="863785"/>
                  </a:lnTo>
                  <a:lnTo>
                    <a:pt x="2369304" y="863404"/>
                  </a:lnTo>
                  <a:lnTo>
                    <a:pt x="2370376" y="863023"/>
                  </a:lnTo>
                  <a:lnTo>
                    <a:pt x="2371448" y="862641"/>
                  </a:lnTo>
                  <a:lnTo>
                    <a:pt x="2372519" y="862260"/>
                  </a:lnTo>
                  <a:lnTo>
                    <a:pt x="2373591" y="861878"/>
                  </a:lnTo>
                  <a:lnTo>
                    <a:pt x="2374662" y="861497"/>
                  </a:lnTo>
                  <a:lnTo>
                    <a:pt x="2375734" y="861115"/>
                  </a:lnTo>
                  <a:lnTo>
                    <a:pt x="2376806" y="860733"/>
                  </a:lnTo>
                  <a:lnTo>
                    <a:pt x="2377877" y="860351"/>
                  </a:lnTo>
                  <a:lnTo>
                    <a:pt x="2378949" y="859969"/>
                  </a:lnTo>
                  <a:lnTo>
                    <a:pt x="2380020" y="859587"/>
                  </a:lnTo>
                  <a:lnTo>
                    <a:pt x="2381092" y="859205"/>
                  </a:lnTo>
                  <a:lnTo>
                    <a:pt x="2382164" y="858822"/>
                  </a:lnTo>
                  <a:lnTo>
                    <a:pt x="2383235" y="858440"/>
                  </a:lnTo>
                  <a:lnTo>
                    <a:pt x="2384307" y="858057"/>
                  </a:lnTo>
                  <a:lnTo>
                    <a:pt x="2385378" y="857675"/>
                  </a:lnTo>
                  <a:lnTo>
                    <a:pt x="2386450" y="857292"/>
                  </a:lnTo>
                  <a:lnTo>
                    <a:pt x="2387522" y="856909"/>
                  </a:lnTo>
                  <a:lnTo>
                    <a:pt x="2388593" y="856526"/>
                  </a:lnTo>
                  <a:lnTo>
                    <a:pt x="2389665" y="856143"/>
                  </a:lnTo>
                  <a:lnTo>
                    <a:pt x="2390736" y="855760"/>
                  </a:lnTo>
                  <a:lnTo>
                    <a:pt x="2391808" y="855377"/>
                  </a:lnTo>
                  <a:lnTo>
                    <a:pt x="2392880" y="854993"/>
                  </a:lnTo>
                  <a:lnTo>
                    <a:pt x="2393951" y="854610"/>
                  </a:lnTo>
                  <a:lnTo>
                    <a:pt x="2395023" y="854226"/>
                  </a:lnTo>
                  <a:lnTo>
                    <a:pt x="2396094" y="853842"/>
                  </a:lnTo>
                  <a:lnTo>
                    <a:pt x="2397166" y="853459"/>
                  </a:lnTo>
                  <a:lnTo>
                    <a:pt x="2398238" y="853075"/>
                  </a:lnTo>
                  <a:lnTo>
                    <a:pt x="2399309" y="852691"/>
                  </a:lnTo>
                  <a:lnTo>
                    <a:pt x="2400381" y="852306"/>
                  </a:lnTo>
                  <a:lnTo>
                    <a:pt x="2401452" y="851922"/>
                  </a:lnTo>
                  <a:lnTo>
                    <a:pt x="2402524" y="851538"/>
                  </a:lnTo>
                  <a:lnTo>
                    <a:pt x="2403596" y="851153"/>
                  </a:lnTo>
                  <a:lnTo>
                    <a:pt x="2404667" y="850769"/>
                  </a:lnTo>
                  <a:lnTo>
                    <a:pt x="2405739" y="850384"/>
                  </a:lnTo>
                  <a:lnTo>
                    <a:pt x="2406810" y="849999"/>
                  </a:lnTo>
                  <a:lnTo>
                    <a:pt x="2407882" y="849614"/>
                  </a:lnTo>
                  <a:lnTo>
                    <a:pt x="2408954" y="849229"/>
                  </a:lnTo>
                  <a:lnTo>
                    <a:pt x="2410025" y="848844"/>
                  </a:lnTo>
                  <a:lnTo>
                    <a:pt x="2411097" y="848459"/>
                  </a:lnTo>
                  <a:lnTo>
                    <a:pt x="2412168" y="848073"/>
                  </a:lnTo>
                  <a:lnTo>
                    <a:pt x="2413240" y="847688"/>
                  </a:lnTo>
                  <a:lnTo>
                    <a:pt x="2414312" y="847302"/>
                  </a:lnTo>
                  <a:lnTo>
                    <a:pt x="2415383" y="846916"/>
                  </a:lnTo>
                  <a:lnTo>
                    <a:pt x="2416455" y="846531"/>
                  </a:lnTo>
                  <a:lnTo>
                    <a:pt x="2417526" y="846145"/>
                  </a:lnTo>
                  <a:lnTo>
                    <a:pt x="2418598" y="845758"/>
                  </a:lnTo>
                  <a:lnTo>
                    <a:pt x="2419670" y="845372"/>
                  </a:lnTo>
                  <a:lnTo>
                    <a:pt x="2420741" y="844986"/>
                  </a:lnTo>
                  <a:lnTo>
                    <a:pt x="2421813" y="844599"/>
                  </a:lnTo>
                  <a:lnTo>
                    <a:pt x="2422884" y="844213"/>
                  </a:lnTo>
                  <a:lnTo>
                    <a:pt x="2423956" y="843826"/>
                  </a:lnTo>
                  <a:lnTo>
                    <a:pt x="2425028" y="843439"/>
                  </a:lnTo>
                  <a:lnTo>
                    <a:pt x="2426099" y="843052"/>
                  </a:lnTo>
                  <a:lnTo>
                    <a:pt x="2427171" y="842665"/>
                  </a:lnTo>
                  <a:lnTo>
                    <a:pt x="2428242" y="842278"/>
                  </a:lnTo>
                  <a:lnTo>
                    <a:pt x="2429314" y="841891"/>
                  </a:lnTo>
                  <a:lnTo>
                    <a:pt x="2430386" y="841503"/>
                  </a:lnTo>
                  <a:lnTo>
                    <a:pt x="2431457" y="841116"/>
                  </a:lnTo>
                  <a:lnTo>
                    <a:pt x="2432529" y="840728"/>
                  </a:lnTo>
                  <a:lnTo>
                    <a:pt x="2433600" y="840340"/>
                  </a:lnTo>
                  <a:lnTo>
                    <a:pt x="2434672" y="839952"/>
                  </a:lnTo>
                  <a:lnTo>
                    <a:pt x="2435744" y="839564"/>
                  </a:lnTo>
                  <a:lnTo>
                    <a:pt x="2436815" y="839176"/>
                  </a:lnTo>
                  <a:lnTo>
                    <a:pt x="2437887" y="838788"/>
                  </a:lnTo>
                  <a:lnTo>
                    <a:pt x="2438958" y="838399"/>
                  </a:lnTo>
                  <a:lnTo>
                    <a:pt x="2440030" y="838011"/>
                  </a:lnTo>
                  <a:lnTo>
                    <a:pt x="2441102" y="837622"/>
                  </a:lnTo>
                  <a:lnTo>
                    <a:pt x="2442173" y="837233"/>
                  </a:lnTo>
                  <a:lnTo>
                    <a:pt x="2443245" y="836844"/>
                  </a:lnTo>
                  <a:lnTo>
                    <a:pt x="2444316" y="836455"/>
                  </a:lnTo>
                  <a:lnTo>
                    <a:pt x="2445388" y="836066"/>
                  </a:lnTo>
                  <a:lnTo>
                    <a:pt x="2446460" y="835676"/>
                  </a:lnTo>
                  <a:lnTo>
                    <a:pt x="2447531" y="835287"/>
                  </a:lnTo>
                  <a:lnTo>
                    <a:pt x="2448603" y="834897"/>
                  </a:lnTo>
                  <a:lnTo>
                    <a:pt x="2449674" y="834507"/>
                  </a:lnTo>
                  <a:lnTo>
                    <a:pt x="2450746" y="834117"/>
                  </a:lnTo>
                  <a:lnTo>
                    <a:pt x="2451818" y="833727"/>
                  </a:lnTo>
                  <a:lnTo>
                    <a:pt x="2452889" y="833337"/>
                  </a:lnTo>
                  <a:lnTo>
                    <a:pt x="2453961" y="832947"/>
                  </a:lnTo>
                  <a:lnTo>
                    <a:pt x="2455032" y="832556"/>
                  </a:lnTo>
                  <a:lnTo>
                    <a:pt x="2456104" y="832166"/>
                  </a:lnTo>
                  <a:lnTo>
                    <a:pt x="2457176" y="831775"/>
                  </a:lnTo>
                  <a:lnTo>
                    <a:pt x="2458247" y="831384"/>
                  </a:lnTo>
                  <a:lnTo>
                    <a:pt x="2459319" y="830993"/>
                  </a:lnTo>
                  <a:lnTo>
                    <a:pt x="2460390" y="830602"/>
                  </a:lnTo>
                  <a:lnTo>
                    <a:pt x="2461462" y="830211"/>
                  </a:lnTo>
                  <a:lnTo>
                    <a:pt x="2462534" y="829819"/>
                  </a:lnTo>
                  <a:lnTo>
                    <a:pt x="2463605" y="829428"/>
                  </a:lnTo>
                  <a:lnTo>
                    <a:pt x="2464677" y="829036"/>
                  </a:lnTo>
                  <a:lnTo>
                    <a:pt x="2465748" y="828644"/>
                  </a:lnTo>
                  <a:lnTo>
                    <a:pt x="2466820" y="828252"/>
                  </a:lnTo>
                  <a:lnTo>
                    <a:pt x="2467892" y="827860"/>
                  </a:lnTo>
                  <a:lnTo>
                    <a:pt x="2468963" y="827468"/>
                  </a:lnTo>
                  <a:lnTo>
                    <a:pt x="2470035" y="827075"/>
                  </a:lnTo>
                  <a:lnTo>
                    <a:pt x="2471106" y="826682"/>
                  </a:lnTo>
                  <a:lnTo>
                    <a:pt x="2472178" y="826290"/>
                  </a:lnTo>
                  <a:lnTo>
                    <a:pt x="2473250" y="825897"/>
                  </a:lnTo>
                  <a:lnTo>
                    <a:pt x="2474321" y="825504"/>
                  </a:lnTo>
                  <a:lnTo>
                    <a:pt x="2475393" y="825111"/>
                  </a:lnTo>
                  <a:lnTo>
                    <a:pt x="2476464" y="824717"/>
                  </a:lnTo>
                  <a:lnTo>
                    <a:pt x="2477536" y="824324"/>
                  </a:lnTo>
                  <a:lnTo>
                    <a:pt x="2478608" y="823930"/>
                  </a:lnTo>
                  <a:lnTo>
                    <a:pt x="2479679" y="823536"/>
                  </a:lnTo>
                  <a:lnTo>
                    <a:pt x="2480751" y="823142"/>
                  </a:lnTo>
                  <a:lnTo>
                    <a:pt x="2481822" y="822748"/>
                  </a:lnTo>
                  <a:lnTo>
                    <a:pt x="2482894" y="822354"/>
                  </a:lnTo>
                  <a:lnTo>
                    <a:pt x="2483966" y="821960"/>
                  </a:lnTo>
                  <a:lnTo>
                    <a:pt x="2485037" y="821565"/>
                  </a:lnTo>
                  <a:lnTo>
                    <a:pt x="2486109" y="821170"/>
                  </a:lnTo>
                  <a:lnTo>
                    <a:pt x="2487180" y="820775"/>
                  </a:lnTo>
                  <a:lnTo>
                    <a:pt x="2488252" y="820380"/>
                  </a:lnTo>
                  <a:lnTo>
                    <a:pt x="2489323" y="819985"/>
                  </a:lnTo>
                  <a:lnTo>
                    <a:pt x="2490395" y="819590"/>
                  </a:lnTo>
                  <a:lnTo>
                    <a:pt x="2491467" y="819194"/>
                  </a:lnTo>
                  <a:lnTo>
                    <a:pt x="2492538" y="818799"/>
                  </a:lnTo>
                  <a:lnTo>
                    <a:pt x="2493610" y="818403"/>
                  </a:lnTo>
                  <a:lnTo>
                    <a:pt x="2494681" y="818007"/>
                  </a:lnTo>
                  <a:lnTo>
                    <a:pt x="2495753" y="817611"/>
                  </a:lnTo>
                  <a:lnTo>
                    <a:pt x="2496825" y="817215"/>
                  </a:lnTo>
                  <a:lnTo>
                    <a:pt x="2497896" y="816818"/>
                  </a:lnTo>
                  <a:lnTo>
                    <a:pt x="2498968" y="816421"/>
                  </a:lnTo>
                  <a:lnTo>
                    <a:pt x="2500039" y="816025"/>
                  </a:lnTo>
                  <a:lnTo>
                    <a:pt x="2501111" y="815628"/>
                  </a:lnTo>
                  <a:lnTo>
                    <a:pt x="2502183" y="815231"/>
                  </a:lnTo>
                  <a:lnTo>
                    <a:pt x="2503254" y="814833"/>
                  </a:lnTo>
                  <a:lnTo>
                    <a:pt x="2504326" y="814436"/>
                  </a:lnTo>
                  <a:lnTo>
                    <a:pt x="2505397" y="814038"/>
                  </a:lnTo>
                  <a:lnTo>
                    <a:pt x="2506469" y="813641"/>
                  </a:lnTo>
                  <a:lnTo>
                    <a:pt x="2507541" y="813243"/>
                  </a:lnTo>
                  <a:lnTo>
                    <a:pt x="2508612" y="812844"/>
                  </a:lnTo>
                  <a:lnTo>
                    <a:pt x="2509684" y="812446"/>
                  </a:lnTo>
                  <a:lnTo>
                    <a:pt x="2510755" y="812048"/>
                  </a:lnTo>
                  <a:lnTo>
                    <a:pt x="2511827" y="811649"/>
                  </a:lnTo>
                  <a:lnTo>
                    <a:pt x="2512899" y="811250"/>
                  </a:lnTo>
                  <a:lnTo>
                    <a:pt x="2513970" y="810851"/>
                  </a:lnTo>
                  <a:lnTo>
                    <a:pt x="2515042" y="810452"/>
                  </a:lnTo>
                  <a:lnTo>
                    <a:pt x="2516113" y="810053"/>
                  </a:lnTo>
                  <a:lnTo>
                    <a:pt x="2517185" y="809653"/>
                  </a:lnTo>
                  <a:lnTo>
                    <a:pt x="2518257" y="809254"/>
                  </a:lnTo>
                  <a:lnTo>
                    <a:pt x="2519328" y="808854"/>
                  </a:lnTo>
                  <a:lnTo>
                    <a:pt x="2520400" y="808454"/>
                  </a:lnTo>
                  <a:lnTo>
                    <a:pt x="2521471" y="808054"/>
                  </a:lnTo>
                  <a:lnTo>
                    <a:pt x="2522543" y="807653"/>
                  </a:lnTo>
                  <a:lnTo>
                    <a:pt x="2523615" y="807253"/>
                  </a:lnTo>
                  <a:lnTo>
                    <a:pt x="2524686" y="806852"/>
                  </a:lnTo>
                  <a:lnTo>
                    <a:pt x="2525758" y="806451"/>
                  </a:lnTo>
                  <a:lnTo>
                    <a:pt x="2526829" y="806050"/>
                  </a:lnTo>
                  <a:lnTo>
                    <a:pt x="2527901" y="805649"/>
                  </a:lnTo>
                  <a:lnTo>
                    <a:pt x="2528973" y="805247"/>
                  </a:lnTo>
                  <a:lnTo>
                    <a:pt x="2530044" y="804846"/>
                  </a:lnTo>
                  <a:lnTo>
                    <a:pt x="2531116" y="804444"/>
                  </a:lnTo>
                  <a:lnTo>
                    <a:pt x="2532187" y="804042"/>
                  </a:lnTo>
                  <a:lnTo>
                    <a:pt x="2533259" y="803640"/>
                  </a:lnTo>
                  <a:lnTo>
                    <a:pt x="2534331" y="803237"/>
                  </a:lnTo>
                  <a:lnTo>
                    <a:pt x="2535402" y="802835"/>
                  </a:lnTo>
                  <a:lnTo>
                    <a:pt x="2536474" y="802432"/>
                  </a:lnTo>
                  <a:lnTo>
                    <a:pt x="2537545" y="802029"/>
                  </a:lnTo>
                  <a:lnTo>
                    <a:pt x="2538617" y="801626"/>
                  </a:lnTo>
                  <a:lnTo>
                    <a:pt x="2539689" y="801223"/>
                  </a:lnTo>
                  <a:lnTo>
                    <a:pt x="2540760" y="800819"/>
                  </a:lnTo>
                  <a:lnTo>
                    <a:pt x="2541832" y="800416"/>
                  </a:lnTo>
                  <a:lnTo>
                    <a:pt x="2542903" y="800012"/>
                  </a:lnTo>
                  <a:lnTo>
                    <a:pt x="2543975" y="799608"/>
                  </a:lnTo>
                  <a:lnTo>
                    <a:pt x="2545047" y="799204"/>
                  </a:lnTo>
                  <a:lnTo>
                    <a:pt x="2546118" y="798799"/>
                  </a:lnTo>
                  <a:lnTo>
                    <a:pt x="2547190" y="798395"/>
                  </a:lnTo>
                  <a:lnTo>
                    <a:pt x="2548261" y="797990"/>
                  </a:lnTo>
                  <a:lnTo>
                    <a:pt x="2549333" y="797585"/>
                  </a:lnTo>
                  <a:lnTo>
                    <a:pt x="2550405" y="797180"/>
                  </a:lnTo>
                  <a:lnTo>
                    <a:pt x="2551476" y="796774"/>
                  </a:lnTo>
                  <a:lnTo>
                    <a:pt x="2552548" y="796368"/>
                  </a:lnTo>
                  <a:lnTo>
                    <a:pt x="2553619" y="795963"/>
                  </a:lnTo>
                  <a:lnTo>
                    <a:pt x="2554691" y="795557"/>
                  </a:lnTo>
                  <a:lnTo>
                    <a:pt x="2555763" y="795151"/>
                  </a:lnTo>
                  <a:lnTo>
                    <a:pt x="2556834" y="794744"/>
                  </a:lnTo>
                  <a:lnTo>
                    <a:pt x="2557906" y="794338"/>
                  </a:lnTo>
                  <a:lnTo>
                    <a:pt x="2558977" y="793931"/>
                  </a:lnTo>
                  <a:lnTo>
                    <a:pt x="2560049" y="793524"/>
                  </a:lnTo>
                  <a:lnTo>
                    <a:pt x="2561121" y="793117"/>
                  </a:lnTo>
                  <a:lnTo>
                    <a:pt x="2562192" y="792709"/>
                  </a:lnTo>
                  <a:lnTo>
                    <a:pt x="2563264" y="792302"/>
                  </a:lnTo>
                  <a:lnTo>
                    <a:pt x="2564335" y="791894"/>
                  </a:lnTo>
                  <a:lnTo>
                    <a:pt x="2565407" y="791486"/>
                  </a:lnTo>
                  <a:lnTo>
                    <a:pt x="2566479" y="791077"/>
                  </a:lnTo>
                  <a:lnTo>
                    <a:pt x="2567550" y="790669"/>
                  </a:lnTo>
                  <a:lnTo>
                    <a:pt x="2568622" y="790260"/>
                  </a:lnTo>
                  <a:lnTo>
                    <a:pt x="2569693" y="789852"/>
                  </a:lnTo>
                  <a:lnTo>
                    <a:pt x="2570765" y="789442"/>
                  </a:lnTo>
                  <a:lnTo>
                    <a:pt x="2571837" y="789033"/>
                  </a:lnTo>
                  <a:lnTo>
                    <a:pt x="2572908" y="788624"/>
                  </a:lnTo>
                  <a:lnTo>
                    <a:pt x="2573980" y="788214"/>
                  </a:lnTo>
                  <a:lnTo>
                    <a:pt x="2575051" y="787804"/>
                  </a:lnTo>
                  <a:lnTo>
                    <a:pt x="2576123" y="787394"/>
                  </a:lnTo>
                  <a:lnTo>
                    <a:pt x="2577195" y="786984"/>
                  </a:lnTo>
                  <a:lnTo>
                    <a:pt x="2578266" y="786573"/>
                  </a:lnTo>
                  <a:lnTo>
                    <a:pt x="2579338" y="786162"/>
                  </a:lnTo>
                  <a:lnTo>
                    <a:pt x="2580409" y="785751"/>
                  </a:lnTo>
                  <a:lnTo>
                    <a:pt x="2581481" y="785340"/>
                  </a:lnTo>
                  <a:lnTo>
                    <a:pt x="2582553" y="784929"/>
                  </a:lnTo>
                  <a:lnTo>
                    <a:pt x="2583624" y="784517"/>
                  </a:lnTo>
                  <a:lnTo>
                    <a:pt x="2584696" y="784105"/>
                  </a:lnTo>
                  <a:lnTo>
                    <a:pt x="2585767" y="783693"/>
                  </a:lnTo>
                  <a:lnTo>
                    <a:pt x="2586839" y="783281"/>
                  </a:lnTo>
                  <a:lnTo>
                    <a:pt x="2587911" y="782869"/>
                  </a:lnTo>
                  <a:lnTo>
                    <a:pt x="2588982" y="782456"/>
                  </a:lnTo>
                  <a:lnTo>
                    <a:pt x="2590054" y="782043"/>
                  </a:lnTo>
                  <a:lnTo>
                    <a:pt x="2591125" y="781630"/>
                  </a:lnTo>
                  <a:lnTo>
                    <a:pt x="2592197" y="781216"/>
                  </a:lnTo>
                  <a:lnTo>
                    <a:pt x="2593269" y="780803"/>
                  </a:lnTo>
                  <a:lnTo>
                    <a:pt x="2594340" y="780389"/>
                  </a:lnTo>
                  <a:lnTo>
                    <a:pt x="2595412" y="779975"/>
                  </a:lnTo>
                  <a:lnTo>
                    <a:pt x="2596483" y="779560"/>
                  </a:lnTo>
                  <a:lnTo>
                    <a:pt x="2597555" y="779146"/>
                  </a:lnTo>
                  <a:lnTo>
                    <a:pt x="2598627" y="778731"/>
                  </a:lnTo>
                  <a:lnTo>
                    <a:pt x="2599698" y="778316"/>
                  </a:lnTo>
                  <a:lnTo>
                    <a:pt x="2600770" y="777901"/>
                  </a:lnTo>
                  <a:lnTo>
                    <a:pt x="2601841" y="777486"/>
                  </a:lnTo>
                  <a:lnTo>
                    <a:pt x="2602913" y="777070"/>
                  </a:lnTo>
                  <a:lnTo>
                    <a:pt x="2603985" y="776654"/>
                  </a:lnTo>
                  <a:lnTo>
                    <a:pt x="2605056" y="776238"/>
                  </a:lnTo>
                  <a:lnTo>
                    <a:pt x="2606128" y="775821"/>
                  </a:lnTo>
                  <a:lnTo>
                    <a:pt x="2607199" y="775405"/>
                  </a:lnTo>
                  <a:lnTo>
                    <a:pt x="2608271" y="774988"/>
                  </a:lnTo>
                  <a:lnTo>
                    <a:pt x="2609343" y="774571"/>
                  </a:lnTo>
                  <a:lnTo>
                    <a:pt x="2610414" y="774154"/>
                  </a:lnTo>
                  <a:lnTo>
                    <a:pt x="2611486" y="773736"/>
                  </a:lnTo>
                  <a:lnTo>
                    <a:pt x="2612557" y="773318"/>
                  </a:lnTo>
                  <a:lnTo>
                    <a:pt x="2613629" y="772900"/>
                  </a:lnTo>
                  <a:lnTo>
                    <a:pt x="2614701" y="772482"/>
                  </a:lnTo>
                  <a:lnTo>
                    <a:pt x="2615772" y="772063"/>
                  </a:lnTo>
                  <a:lnTo>
                    <a:pt x="2616844" y="771645"/>
                  </a:lnTo>
                  <a:lnTo>
                    <a:pt x="2617915" y="771226"/>
                  </a:lnTo>
                  <a:lnTo>
                    <a:pt x="2618987" y="770806"/>
                  </a:lnTo>
                  <a:lnTo>
                    <a:pt x="2620059" y="770387"/>
                  </a:lnTo>
                  <a:lnTo>
                    <a:pt x="2621130" y="769967"/>
                  </a:lnTo>
                  <a:lnTo>
                    <a:pt x="2622202" y="769547"/>
                  </a:lnTo>
                  <a:lnTo>
                    <a:pt x="2623273" y="769127"/>
                  </a:lnTo>
                  <a:lnTo>
                    <a:pt x="2624345" y="768706"/>
                  </a:lnTo>
                  <a:lnTo>
                    <a:pt x="2625417" y="768286"/>
                  </a:lnTo>
                  <a:lnTo>
                    <a:pt x="2626488" y="767865"/>
                  </a:lnTo>
                  <a:lnTo>
                    <a:pt x="2627560" y="767443"/>
                  </a:lnTo>
                  <a:lnTo>
                    <a:pt x="2628631" y="767022"/>
                  </a:lnTo>
                  <a:lnTo>
                    <a:pt x="2629703" y="766600"/>
                  </a:lnTo>
                  <a:lnTo>
                    <a:pt x="2630775" y="766178"/>
                  </a:lnTo>
                  <a:lnTo>
                    <a:pt x="2631846" y="765756"/>
                  </a:lnTo>
                  <a:lnTo>
                    <a:pt x="2632918" y="765333"/>
                  </a:lnTo>
                  <a:lnTo>
                    <a:pt x="2633989" y="764911"/>
                  </a:lnTo>
                  <a:lnTo>
                    <a:pt x="2635061" y="764488"/>
                  </a:lnTo>
                  <a:lnTo>
                    <a:pt x="2636133" y="764064"/>
                  </a:lnTo>
                  <a:lnTo>
                    <a:pt x="2637204" y="763641"/>
                  </a:lnTo>
                  <a:lnTo>
                    <a:pt x="2638276" y="763217"/>
                  </a:lnTo>
                  <a:lnTo>
                    <a:pt x="2639347" y="762793"/>
                  </a:lnTo>
                  <a:lnTo>
                    <a:pt x="2640419" y="762369"/>
                  </a:lnTo>
                  <a:lnTo>
                    <a:pt x="2641491" y="761944"/>
                  </a:lnTo>
                  <a:lnTo>
                    <a:pt x="2642562" y="761519"/>
                  </a:lnTo>
                  <a:lnTo>
                    <a:pt x="2643634" y="761094"/>
                  </a:lnTo>
                  <a:lnTo>
                    <a:pt x="2644705" y="760669"/>
                  </a:lnTo>
                  <a:lnTo>
                    <a:pt x="2645777" y="760243"/>
                  </a:lnTo>
                  <a:lnTo>
                    <a:pt x="2646849" y="759817"/>
                  </a:lnTo>
                  <a:lnTo>
                    <a:pt x="2647920" y="759391"/>
                  </a:lnTo>
                  <a:lnTo>
                    <a:pt x="2648992" y="758965"/>
                  </a:lnTo>
                  <a:lnTo>
                    <a:pt x="2650063" y="758538"/>
                  </a:lnTo>
                  <a:lnTo>
                    <a:pt x="2651135" y="758111"/>
                  </a:lnTo>
                  <a:lnTo>
                    <a:pt x="2652207" y="757684"/>
                  </a:lnTo>
                  <a:lnTo>
                    <a:pt x="2653278" y="757256"/>
                  </a:lnTo>
                  <a:lnTo>
                    <a:pt x="2654350" y="756829"/>
                  </a:lnTo>
                  <a:lnTo>
                    <a:pt x="2655421" y="756401"/>
                  </a:lnTo>
                  <a:lnTo>
                    <a:pt x="2656493" y="755972"/>
                  </a:lnTo>
                  <a:lnTo>
                    <a:pt x="2657565" y="755544"/>
                  </a:lnTo>
                  <a:lnTo>
                    <a:pt x="2658636" y="755115"/>
                  </a:lnTo>
                  <a:lnTo>
                    <a:pt x="2659708" y="754686"/>
                  </a:lnTo>
                  <a:lnTo>
                    <a:pt x="2660779" y="754256"/>
                  </a:lnTo>
                  <a:lnTo>
                    <a:pt x="2661851" y="753827"/>
                  </a:lnTo>
                  <a:lnTo>
                    <a:pt x="2662922" y="753397"/>
                  </a:lnTo>
                  <a:lnTo>
                    <a:pt x="2663994" y="752966"/>
                  </a:lnTo>
                  <a:lnTo>
                    <a:pt x="2665066" y="752536"/>
                  </a:lnTo>
                  <a:lnTo>
                    <a:pt x="2666137" y="752105"/>
                  </a:lnTo>
                  <a:lnTo>
                    <a:pt x="2667209" y="751674"/>
                  </a:lnTo>
                  <a:lnTo>
                    <a:pt x="2668280" y="751243"/>
                  </a:lnTo>
                  <a:lnTo>
                    <a:pt x="2669352" y="750811"/>
                  </a:lnTo>
                  <a:lnTo>
                    <a:pt x="2670424" y="750379"/>
                  </a:lnTo>
                  <a:lnTo>
                    <a:pt x="2671495" y="749947"/>
                  </a:lnTo>
                  <a:lnTo>
                    <a:pt x="2672567" y="749514"/>
                  </a:lnTo>
                  <a:lnTo>
                    <a:pt x="2673638" y="749082"/>
                  </a:lnTo>
                  <a:lnTo>
                    <a:pt x="2674710" y="748649"/>
                  </a:lnTo>
                  <a:lnTo>
                    <a:pt x="2675782" y="748215"/>
                  </a:lnTo>
                  <a:lnTo>
                    <a:pt x="2676853" y="747782"/>
                  </a:lnTo>
                  <a:lnTo>
                    <a:pt x="2677925" y="747348"/>
                  </a:lnTo>
                  <a:lnTo>
                    <a:pt x="2678996" y="746913"/>
                  </a:lnTo>
                  <a:lnTo>
                    <a:pt x="2680068" y="746479"/>
                  </a:lnTo>
                  <a:lnTo>
                    <a:pt x="2681140" y="746044"/>
                  </a:lnTo>
                  <a:lnTo>
                    <a:pt x="2682211" y="745609"/>
                  </a:lnTo>
                  <a:lnTo>
                    <a:pt x="2683283" y="745174"/>
                  </a:lnTo>
                  <a:lnTo>
                    <a:pt x="2684354" y="744738"/>
                  </a:lnTo>
                  <a:lnTo>
                    <a:pt x="2685426" y="744302"/>
                  </a:lnTo>
                  <a:lnTo>
                    <a:pt x="2686498" y="743866"/>
                  </a:lnTo>
                  <a:lnTo>
                    <a:pt x="2687569" y="743429"/>
                  </a:lnTo>
                  <a:lnTo>
                    <a:pt x="2688641" y="742992"/>
                  </a:lnTo>
                  <a:lnTo>
                    <a:pt x="2689712" y="742555"/>
                  </a:lnTo>
                  <a:lnTo>
                    <a:pt x="2690784" y="742117"/>
                  </a:lnTo>
                  <a:lnTo>
                    <a:pt x="2691856" y="741680"/>
                  </a:lnTo>
                  <a:lnTo>
                    <a:pt x="2692927" y="741242"/>
                  </a:lnTo>
                  <a:lnTo>
                    <a:pt x="2693999" y="740803"/>
                  </a:lnTo>
                  <a:lnTo>
                    <a:pt x="2695070" y="740364"/>
                  </a:lnTo>
                  <a:lnTo>
                    <a:pt x="2696142" y="739925"/>
                  </a:lnTo>
                  <a:lnTo>
                    <a:pt x="2697214" y="739486"/>
                  </a:lnTo>
                  <a:lnTo>
                    <a:pt x="2698285" y="739047"/>
                  </a:lnTo>
                  <a:lnTo>
                    <a:pt x="2699357" y="738607"/>
                  </a:lnTo>
                  <a:lnTo>
                    <a:pt x="2700428" y="738166"/>
                  </a:lnTo>
                  <a:lnTo>
                    <a:pt x="2701500" y="737726"/>
                  </a:lnTo>
                  <a:lnTo>
                    <a:pt x="2702572" y="737285"/>
                  </a:lnTo>
                  <a:lnTo>
                    <a:pt x="2703643" y="736844"/>
                  </a:lnTo>
                  <a:lnTo>
                    <a:pt x="2704715" y="736402"/>
                  </a:lnTo>
                  <a:lnTo>
                    <a:pt x="2705786" y="735961"/>
                  </a:lnTo>
                  <a:lnTo>
                    <a:pt x="2706858" y="735519"/>
                  </a:lnTo>
                  <a:lnTo>
                    <a:pt x="2707930" y="735076"/>
                  </a:lnTo>
                  <a:lnTo>
                    <a:pt x="2709001" y="734633"/>
                  </a:lnTo>
                  <a:lnTo>
                    <a:pt x="2710073" y="734190"/>
                  </a:lnTo>
                  <a:lnTo>
                    <a:pt x="2711144" y="733747"/>
                  </a:lnTo>
                  <a:lnTo>
                    <a:pt x="2712216" y="733303"/>
                  </a:lnTo>
                  <a:lnTo>
                    <a:pt x="2713288" y="732859"/>
                  </a:lnTo>
                  <a:lnTo>
                    <a:pt x="2714359" y="732415"/>
                  </a:lnTo>
                  <a:lnTo>
                    <a:pt x="2715431" y="731970"/>
                  </a:lnTo>
                  <a:lnTo>
                    <a:pt x="2716502" y="731525"/>
                  </a:lnTo>
                  <a:lnTo>
                    <a:pt x="2717574" y="731080"/>
                  </a:lnTo>
                  <a:lnTo>
                    <a:pt x="2718646" y="730635"/>
                  </a:lnTo>
                  <a:lnTo>
                    <a:pt x="2719717" y="730189"/>
                  </a:lnTo>
                  <a:lnTo>
                    <a:pt x="2720789" y="729742"/>
                  </a:lnTo>
                  <a:lnTo>
                    <a:pt x="2721860" y="729296"/>
                  </a:lnTo>
                  <a:lnTo>
                    <a:pt x="2722932" y="728849"/>
                  </a:lnTo>
                  <a:lnTo>
                    <a:pt x="2724004" y="728402"/>
                  </a:lnTo>
                  <a:lnTo>
                    <a:pt x="2725075" y="727954"/>
                  </a:lnTo>
                  <a:lnTo>
                    <a:pt x="2726147" y="727506"/>
                  </a:lnTo>
                  <a:lnTo>
                    <a:pt x="2727218" y="727058"/>
                  </a:lnTo>
                  <a:lnTo>
                    <a:pt x="2728290" y="726610"/>
                  </a:lnTo>
                  <a:lnTo>
                    <a:pt x="2729362" y="726161"/>
                  </a:lnTo>
                  <a:lnTo>
                    <a:pt x="2730433" y="725712"/>
                  </a:lnTo>
                  <a:lnTo>
                    <a:pt x="2731505" y="725262"/>
                  </a:lnTo>
                  <a:lnTo>
                    <a:pt x="2732576" y="724812"/>
                  </a:lnTo>
                  <a:lnTo>
                    <a:pt x="2733648" y="724362"/>
                  </a:lnTo>
                  <a:lnTo>
                    <a:pt x="2734720" y="723911"/>
                  </a:lnTo>
                  <a:lnTo>
                    <a:pt x="2735791" y="723460"/>
                  </a:lnTo>
                  <a:lnTo>
                    <a:pt x="2736863" y="723009"/>
                  </a:lnTo>
                  <a:lnTo>
                    <a:pt x="2737934" y="722558"/>
                  </a:lnTo>
                  <a:lnTo>
                    <a:pt x="2739006" y="722106"/>
                  </a:lnTo>
                  <a:lnTo>
                    <a:pt x="2740078" y="721654"/>
                  </a:lnTo>
                  <a:lnTo>
                    <a:pt x="2741149" y="721201"/>
                  </a:lnTo>
                  <a:lnTo>
                    <a:pt x="2742221" y="720748"/>
                  </a:lnTo>
                  <a:lnTo>
                    <a:pt x="2743292" y="720295"/>
                  </a:lnTo>
                  <a:lnTo>
                    <a:pt x="2744364" y="719841"/>
                  </a:lnTo>
                  <a:lnTo>
                    <a:pt x="2745436" y="719387"/>
                  </a:lnTo>
                  <a:lnTo>
                    <a:pt x="2746507" y="718933"/>
                  </a:lnTo>
                  <a:lnTo>
                    <a:pt x="2747579" y="718478"/>
                  </a:lnTo>
                  <a:lnTo>
                    <a:pt x="2748650" y="718023"/>
                  </a:lnTo>
                  <a:lnTo>
                    <a:pt x="2749722" y="717568"/>
                  </a:lnTo>
                  <a:lnTo>
                    <a:pt x="2750794" y="717112"/>
                  </a:lnTo>
                  <a:lnTo>
                    <a:pt x="2751865" y="716656"/>
                  </a:lnTo>
                  <a:lnTo>
                    <a:pt x="2752937" y="716200"/>
                  </a:lnTo>
                  <a:lnTo>
                    <a:pt x="2754008" y="715743"/>
                  </a:lnTo>
                  <a:lnTo>
                    <a:pt x="2755080" y="715286"/>
                  </a:lnTo>
                  <a:lnTo>
                    <a:pt x="2756152" y="714829"/>
                  </a:lnTo>
                  <a:lnTo>
                    <a:pt x="2757223" y="714371"/>
                  </a:lnTo>
                  <a:lnTo>
                    <a:pt x="2758295" y="713913"/>
                  </a:lnTo>
                  <a:lnTo>
                    <a:pt x="2759366" y="713454"/>
                  </a:lnTo>
                  <a:lnTo>
                    <a:pt x="2760438" y="712995"/>
                  </a:lnTo>
                  <a:lnTo>
                    <a:pt x="2761510" y="712536"/>
                  </a:lnTo>
                  <a:lnTo>
                    <a:pt x="2762581" y="712077"/>
                  </a:lnTo>
                  <a:lnTo>
                    <a:pt x="2763653" y="711617"/>
                  </a:lnTo>
                  <a:lnTo>
                    <a:pt x="2764724" y="711156"/>
                  </a:lnTo>
                  <a:lnTo>
                    <a:pt x="2765796" y="710696"/>
                  </a:lnTo>
                  <a:lnTo>
                    <a:pt x="2766868" y="710235"/>
                  </a:lnTo>
                  <a:lnTo>
                    <a:pt x="2767939" y="709773"/>
                  </a:lnTo>
                  <a:lnTo>
                    <a:pt x="2769011" y="709311"/>
                  </a:lnTo>
                  <a:lnTo>
                    <a:pt x="2770082" y="708849"/>
                  </a:lnTo>
                  <a:lnTo>
                    <a:pt x="2771154" y="708387"/>
                  </a:lnTo>
                  <a:lnTo>
                    <a:pt x="2772226" y="707924"/>
                  </a:lnTo>
                  <a:lnTo>
                    <a:pt x="2773297" y="707461"/>
                  </a:lnTo>
                  <a:lnTo>
                    <a:pt x="2774369" y="706997"/>
                  </a:lnTo>
                  <a:lnTo>
                    <a:pt x="2775440" y="706533"/>
                  </a:lnTo>
                  <a:lnTo>
                    <a:pt x="2776512" y="706069"/>
                  </a:lnTo>
                  <a:lnTo>
                    <a:pt x="2777584" y="705604"/>
                  </a:lnTo>
                  <a:lnTo>
                    <a:pt x="2778655" y="705139"/>
                  </a:lnTo>
                  <a:lnTo>
                    <a:pt x="2779727" y="704674"/>
                  </a:lnTo>
                  <a:lnTo>
                    <a:pt x="2780798" y="704208"/>
                  </a:lnTo>
                  <a:lnTo>
                    <a:pt x="2781870" y="703742"/>
                  </a:lnTo>
                  <a:lnTo>
                    <a:pt x="2782942" y="703275"/>
                  </a:lnTo>
                  <a:lnTo>
                    <a:pt x="2784013" y="702808"/>
                  </a:lnTo>
                  <a:lnTo>
                    <a:pt x="2785085" y="702341"/>
                  </a:lnTo>
                  <a:lnTo>
                    <a:pt x="2786156" y="701873"/>
                  </a:lnTo>
                  <a:lnTo>
                    <a:pt x="2787228" y="701405"/>
                  </a:lnTo>
                  <a:lnTo>
                    <a:pt x="2788300" y="700937"/>
                  </a:lnTo>
                  <a:lnTo>
                    <a:pt x="2789371" y="700468"/>
                  </a:lnTo>
                  <a:lnTo>
                    <a:pt x="2790443" y="699999"/>
                  </a:lnTo>
                  <a:lnTo>
                    <a:pt x="2791514" y="699529"/>
                  </a:lnTo>
                  <a:lnTo>
                    <a:pt x="2792586" y="699059"/>
                  </a:lnTo>
                  <a:lnTo>
                    <a:pt x="2793658" y="698589"/>
                  </a:lnTo>
                  <a:lnTo>
                    <a:pt x="2794729" y="698118"/>
                  </a:lnTo>
                  <a:lnTo>
                    <a:pt x="2795801" y="697647"/>
                  </a:lnTo>
                  <a:lnTo>
                    <a:pt x="2796872" y="697175"/>
                  </a:lnTo>
                  <a:lnTo>
                    <a:pt x="2797944" y="696703"/>
                  </a:lnTo>
                  <a:lnTo>
                    <a:pt x="2799016" y="696231"/>
                  </a:lnTo>
                  <a:lnTo>
                    <a:pt x="2800087" y="695758"/>
                  </a:lnTo>
                  <a:lnTo>
                    <a:pt x="2801159" y="695285"/>
                  </a:lnTo>
                  <a:lnTo>
                    <a:pt x="2802230" y="694812"/>
                  </a:lnTo>
                  <a:lnTo>
                    <a:pt x="2803302" y="694338"/>
                  </a:lnTo>
                  <a:lnTo>
                    <a:pt x="2804374" y="693864"/>
                  </a:lnTo>
                  <a:lnTo>
                    <a:pt x="2805445" y="693389"/>
                  </a:lnTo>
                  <a:lnTo>
                    <a:pt x="2806517" y="692914"/>
                  </a:lnTo>
                  <a:lnTo>
                    <a:pt x="2807588" y="692438"/>
                  </a:lnTo>
                  <a:lnTo>
                    <a:pt x="2808660" y="691963"/>
                  </a:lnTo>
                  <a:lnTo>
                    <a:pt x="2809732" y="691486"/>
                  </a:lnTo>
                  <a:lnTo>
                    <a:pt x="2810803" y="691010"/>
                  </a:lnTo>
                  <a:lnTo>
                    <a:pt x="2811875" y="690533"/>
                  </a:lnTo>
                  <a:lnTo>
                    <a:pt x="2812946" y="690055"/>
                  </a:lnTo>
                  <a:lnTo>
                    <a:pt x="2814018" y="689577"/>
                  </a:lnTo>
                  <a:lnTo>
                    <a:pt x="2815090" y="689099"/>
                  </a:lnTo>
                  <a:lnTo>
                    <a:pt x="2816161" y="688621"/>
                  </a:lnTo>
                  <a:lnTo>
                    <a:pt x="2817233" y="688142"/>
                  </a:lnTo>
                  <a:lnTo>
                    <a:pt x="2818304" y="687662"/>
                  </a:lnTo>
                  <a:lnTo>
                    <a:pt x="2819376" y="687182"/>
                  </a:lnTo>
                  <a:lnTo>
                    <a:pt x="2820448" y="686702"/>
                  </a:lnTo>
                  <a:lnTo>
                    <a:pt x="2821519" y="686221"/>
                  </a:lnTo>
                  <a:lnTo>
                    <a:pt x="2822591" y="685740"/>
                  </a:lnTo>
                  <a:lnTo>
                    <a:pt x="2823662" y="685259"/>
                  </a:lnTo>
                  <a:lnTo>
                    <a:pt x="2824734" y="684777"/>
                  </a:lnTo>
                  <a:lnTo>
                    <a:pt x="2825806" y="684295"/>
                  </a:lnTo>
                  <a:lnTo>
                    <a:pt x="2826877" y="683812"/>
                  </a:lnTo>
                  <a:lnTo>
                    <a:pt x="2827949" y="683329"/>
                  </a:lnTo>
                  <a:lnTo>
                    <a:pt x="2829020" y="682846"/>
                  </a:lnTo>
                  <a:lnTo>
                    <a:pt x="2830092" y="682362"/>
                  </a:lnTo>
                  <a:lnTo>
                    <a:pt x="2831164" y="681877"/>
                  </a:lnTo>
                  <a:lnTo>
                    <a:pt x="2832235" y="681393"/>
                  </a:lnTo>
                  <a:lnTo>
                    <a:pt x="2833307" y="680907"/>
                  </a:lnTo>
                  <a:lnTo>
                    <a:pt x="2834378" y="680422"/>
                  </a:lnTo>
                  <a:lnTo>
                    <a:pt x="2835450" y="679936"/>
                  </a:lnTo>
                  <a:lnTo>
                    <a:pt x="2836522" y="679449"/>
                  </a:lnTo>
                  <a:lnTo>
                    <a:pt x="2837593" y="678963"/>
                  </a:lnTo>
                  <a:lnTo>
                    <a:pt x="2838665" y="678475"/>
                  </a:lnTo>
                  <a:lnTo>
                    <a:pt x="2839736" y="677988"/>
                  </a:lnTo>
                  <a:lnTo>
                    <a:pt x="2840808" y="677500"/>
                  </a:lnTo>
                  <a:lnTo>
                    <a:pt x="2841879" y="677011"/>
                  </a:lnTo>
                  <a:lnTo>
                    <a:pt x="2842951" y="676522"/>
                  </a:lnTo>
                  <a:lnTo>
                    <a:pt x="2844023" y="676033"/>
                  </a:lnTo>
                  <a:lnTo>
                    <a:pt x="2845094" y="675543"/>
                  </a:lnTo>
                  <a:lnTo>
                    <a:pt x="2846166" y="675053"/>
                  </a:lnTo>
                  <a:lnTo>
                    <a:pt x="2847237" y="674562"/>
                  </a:lnTo>
                  <a:lnTo>
                    <a:pt x="2848309" y="674071"/>
                  </a:lnTo>
                  <a:lnTo>
                    <a:pt x="2849381" y="673580"/>
                  </a:lnTo>
                  <a:lnTo>
                    <a:pt x="2850452" y="673088"/>
                  </a:lnTo>
                  <a:lnTo>
                    <a:pt x="2851524" y="672595"/>
                  </a:lnTo>
                  <a:lnTo>
                    <a:pt x="2852595" y="672103"/>
                  </a:lnTo>
                  <a:lnTo>
                    <a:pt x="2853667" y="671609"/>
                  </a:lnTo>
                  <a:lnTo>
                    <a:pt x="2854739" y="671116"/>
                  </a:lnTo>
                  <a:lnTo>
                    <a:pt x="2855810" y="670622"/>
                  </a:lnTo>
                  <a:lnTo>
                    <a:pt x="2856882" y="670127"/>
                  </a:lnTo>
                  <a:lnTo>
                    <a:pt x="2857953" y="669632"/>
                  </a:lnTo>
                  <a:lnTo>
                    <a:pt x="2859025" y="669137"/>
                  </a:lnTo>
                  <a:lnTo>
                    <a:pt x="2860097" y="668641"/>
                  </a:lnTo>
                  <a:lnTo>
                    <a:pt x="2861168" y="668145"/>
                  </a:lnTo>
                  <a:lnTo>
                    <a:pt x="2862240" y="667648"/>
                  </a:lnTo>
                  <a:lnTo>
                    <a:pt x="2863311" y="667151"/>
                  </a:lnTo>
                  <a:lnTo>
                    <a:pt x="2864383" y="666654"/>
                  </a:lnTo>
                  <a:lnTo>
                    <a:pt x="2865455" y="666156"/>
                  </a:lnTo>
                  <a:lnTo>
                    <a:pt x="2866526" y="665657"/>
                  </a:lnTo>
                  <a:lnTo>
                    <a:pt x="2867598" y="665159"/>
                  </a:lnTo>
                  <a:lnTo>
                    <a:pt x="2868669" y="664659"/>
                  </a:lnTo>
                  <a:lnTo>
                    <a:pt x="2869741" y="664160"/>
                  </a:lnTo>
                  <a:lnTo>
                    <a:pt x="2870813" y="663659"/>
                  </a:lnTo>
                  <a:lnTo>
                    <a:pt x="2871884" y="663159"/>
                  </a:lnTo>
                  <a:lnTo>
                    <a:pt x="2872956" y="662658"/>
                  </a:lnTo>
                  <a:lnTo>
                    <a:pt x="2874027" y="662156"/>
                  </a:lnTo>
                  <a:lnTo>
                    <a:pt x="2875099" y="661654"/>
                  </a:lnTo>
                  <a:lnTo>
                    <a:pt x="2876171" y="661152"/>
                  </a:lnTo>
                  <a:lnTo>
                    <a:pt x="2877242" y="660649"/>
                  </a:lnTo>
                  <a:lnTo>
                    <a:pt x="2878314" y="660146"/>
                  </a:lnTo>
                  <a:lnTo>
                    <a:pt x="2879385" y="659642"/>
                  </a:lnTo>
                  <a:lnTo>
                    <a:pt x="2880457" y="659138"/>
                  </a:lnTo>
                  <a:lnTo>
                    <a:pt x="2881529" y="658633"/>
                  </a:lnTo>
                  <a:lnTo>
                    <a:pt x="2882600" y="658128"/>
                  </a:lnTo>
                  <a:lnTo>
                    <a:pt x="2883672" y="657623"/>
                  </a:lnTo>
                  <a:lnTo>
                    <a:pt x="2884743" y="657117"/>
                  </a:lnTo>
                  <a:lnTo>
                    <a:pt x="2885815" y="656610"/>
                  </a:lnTo>
                  <a:lnTo>
                    <a:pt x="2886887" y="656104"/>
                  </a:lnTo>
                  <a:lnTo>
                    <a:pt x="2887958" y="655596"/>
                  </a:lnTo>
                  <a:lnTo>
                    <a:pt x="2889030" y="655088"/>
                  </a:lnTo>
                  <a:lnTo>
                    <a:pt x="2890101" y="654580"/>
                  </a:lnTo>
                  <a:lnTo>
                    <a:pt x="2891173" y="654072"/>
                  </a:lnTo>
                  <a:lnTo>
                    <a:pt x="2892245" y="653562"/>
                  </a:lnTo>
                  <a:lnTo>
                    <a:pt x="2893316" y="653053"/>
                  </a:lnTo>
                  <a:lnTo>
                    <a:pt x="2894388" y="652543"/>
                  </a:lnTo>
                  <a:lnTo>
                    <a:pt x="2895459" y="652032"/>
                  </a:lnTo>
                  <a:lnTo>
                    <a:pt x="2896531" y="651521"/>
                  </a:lnTo>
                  <a:lnTo>
                    <a:pt x="2897603" y="651010"/>
                  </a:lnTo>
                  <a:lnTo>
                    <a:pt x="2898674" y="650498"/>
                  </a:lnTo>
                  <a:lnTo>
                    <a:pt x="2899746" y="649986"/>
                  </a:lnTo>
                  <a:lnTo>
                    <a:pt x="2900817" y="649473"/>
                  </a:lnTo>
                  <a:lnTo>
                    <a:pt x="2901889" y="648960"/>
                  </a:lnTo>
                  <a:lnTo>
                    <a:pt x="2902961" y="648446"/>
                  </a:lnTo>
                  <a:lnTo>
                    <a:pt x="2904032" y="647932"/>
                  </a:lnTo>
                  <a:lnTo>
                    <a:pt x="2905104" y="647417"/>
                  </a:lnTo>
                  <a:lnTo>
                    <a:pt x="2906175" y="646902"/>
                  </a:lnTo>
                  <a:lnTo>
                    <a:pt x="2907247" y="646386"/>
                  </a:lnTo>
                  <a:lnTo>
                    <a:pt x="2908319" y="645870"/>
                  </a:lnTo>
                  <a:lnTo>
                    <a:pt x="2909390" y="645354"/>
                  </a:lnTo>
                  <a:lnTo>
                    <a:pt x="2910462" y="644837"/>
                  </a:lnTo>
                  <a:lnTo>
                    <a:pt x="2911533" y="644319"/>
                  </a:lnTo>
                  <a:lnTo>
                    <a:pt x="2912605" y="643802"/>
                  </a:lnTo>
                  <a:lnTo>
                    <a:pt x="2913677" y="643283"/>
                  </a:lnTo>
                  <a:lnTo>
                    <a:pt x="2914748" y="642764"/>
                  </a:lnTo>
                  <a:lnTo>
                    <a:pt x="2915820" y="642245"/>
                  </a:lnTo>
                  <a:lnTo>
                    <a:pt x="2916891" y="641725"/>
                  </a:lnTo>
                  <a:lnTo>
                    <a:pt x="2917963" y="641205"/>
                  </a:lnTo>
                  <a:lnTo>
                    <a:pt x="2919035" y="640684"/>
                  </a:lnTo>
                  <a:lnTo>
                    <a:pt x="2920106" y="640163"/>
                  </a:lnTo>
                  <a:lnTo>
                    <a:pt x="2921178" y="639642"/>
                  </a:lnTo>
                  <a:lnTo>
                    <a:pt x="2922249" y="639119"/>
                  </a:lnTo>
                  <a:lnTo>
                    <a:pt x="2923321" y="638597"/>
                  </a:lnTo>
                  <a:lnTo>
                    <a:pt x="2924393" y="638074"/>
                  </a:lnTo>
                  <a:lnTo>
                    <a:pt x="2925464" y="637550"/>
                  </a:lnTo>
                  <a:lnTo>
                    <a:pt x="2926536" y="637026"/>
                  </a:lnTo>
                  <a:lnTo>
                    <a:pt x="2927607" y="636502"/>
                  </a:lnTo>
                  <a:lnTo>
                    <a:pt x="2928679" y="635977"/>
                  </a:lnTo>
                  <a:lnTo>
                    <a:pt x="2929751" y="635451"/>
                  </a:lnTo>
                  <a:lnTo>
                    <a:pt x="2930822" y="634925"/>
                  </a:lnTo>
                  <a:lnTo>
                    <a:pt x="2931894" y="634399"/>
                  </a:lnTo>
                  <a:lnTo>
                    <a:pt x="2932965" y="633872"/>
                  </a:lnTo>
                  <a:lnTo>
                    <a:pt x="2934037" y="633345"/>
                  </a:lnTo>
                  <a:lnTo>
                    <a:pt x="2935109" y="632817"/>
                  </a:lnTo>
                  <a:lnTo>
                    <a:pt x="2936180" y="632289"/>
                  </a:lnTo>
                  <a:lnTo>
                    <a:pt x="2937252" y="631760"/>
                  </a:lnTo>
                  <a:lnTo>
                    <a:pt x="2938323" y="631230"/>
                  </a:lnTo>
                  <a:lnTo>
                    <a:pt x="2939395" y="630701"/>
                  </a:lnTo>
                  <a:lnTo>
                    <a:pt x="2940467" y="630170"/>
                  </a:lnTo>
                  <a:lnTo>
                    <a:pt x="2941538" y="629640"/>
                  </a:lnTo>
                  <a:lnTo>
                    <a:pt x="2942610" y="629109"/>
                  </a:lnTo>
                  <a:lnTo>
                    <a:pt x="2943681" y="628577"/>
                  </a:lnTo>
                  <a:lnTo>
                    <a:pt x="2944753" y="628045"/>
                  </a:lnTo>
                  <a:lnTo>
                    <a:pt x="2945825" y="627512"/>
                  </a:lnTo>
                  <a:lnTo>
                    <a:pt x="2946896" y="626979"/>
                  </a:lnTo>
                  <a:lnTo>
                    <a:pt x="2947968" y="626445"/>
                  </a:lnTo>
                  <a:lnTo>
                    <a:pt x="2949039" y="625911"/>
                  </a:lnTo>
                  <a:lnTo>
                    <a:pt x="2950111" y="625377"/>
                  </a:lnTo>
                  <a:lnTo>
                    <a:pt x="2951183" y="624842"/>
                  </a:lnTo>
                  <a:lnTo>
                    <a:pt x="2952254" y="624306"/>
                  </a:lnTo>
                  <a:lnTo>
                    <a:pt x="2953326" y="623770"/>
                  </a:lnTo>
                  <a:lnTo>
                    <a:pt x="2954397" y="623233"/>
                  </a:lnTo>
                  <a:lnTo>
                    <a:pt x="2955469" y="622696"/>
                  </a:lnTo>
                  <a:lnTo>
                    <a:pt x="2956541" y="622159"/>
                  </a:lnTo>
                  <a:lnTo>
                    <a:pt x="2957612" y="621621"/>
                  </a:lnTo>
                  <a:lnTo>
                    <a:pt x="2958684" y="621083"/>
                  </a:lnTo>
                  <a:lnTo>
                    <a:pt x="2959755" y="620544"/>
                  </a:lnTo>
                  <a:lnTo>
                    <a:pt x="2960827" y="620004"/>
                  </a:lnTo>
                  <a:lnTo>
                    <a:pt x="2961899" y="619464"/>
                  </a:lnTo>
                  <a:lnTo>
                    <a:pt x="2962970" y="618924"/>
                  </a:lnTo>
                  <a:lnTo>
                    <a:pt x="2964042" y="618383"/>
                  </a:lnTo>
                  <a:lnTo>
                    <a:pt x="2965113" y="617841"/>
                  </a:lnTo>
                  <a:lnTo>
                    <a:pt x="2966185" y="617299"/>
                  </a:lnTo>
                  <a:lnTo>
                    <a:pt x="2967257" y="616757"/>
                  </a:lnTo>
                  <a:lnTo>
                    <a:pt x="2968328" y="616214"/>
                  </a:lnTo>
                  <a:lnTo>
                    <a:pt x="2969400" y="615671"/>
                  </a:lnTo>
                  <a:lnTo>
                    <a:pt x="2970471" y="615127"/>
                  </a:lnTo>
                  <a:lnTo>
                    <a:pt x="2971543" y="614583"/>
                  </a:lnTo>
                  <a:lnTo>
                    <a:pt x="2972615" y="614038"/>
                  </a:lnTo>
                  <a:lnTo>
                    <a:pt x="2973686" y="613492"/>
                  </a:lnTo>
                  <a:lnTo>
                    <a:pt x="2974758" y="612947"/>
                  </a:lnTo>
                  <a:lnTo>
                    <a:pt x="2975829" y="612400"/>
                  </a:lnTo>
                  <a:lnTo>
                    <a:pt x="2976901" y="611853"/>
                  </a:lnTo>
                  <a:lnTo>
                    <a:pt x="2977973" y="611306"/>
                  </a:lnTo>
                  <a:lnTo>
                    <a:pt x="2979044" y="610758"/>
                  </a:lnTo>
                  <a:lnTo>
                    <a:pt x="2980116" y="610210"/>
                  </a:lnTo>
                  <a:lnTo>
                    <a:pt x="2981187" y="609661"/>
                  </a:lnTo>
                  <a:lnTo>
                    <a:pt x="2982259" y="609112"/>
                  </a:lnTo>
                  <a:lnTo>
                    <a:pt x="2983331" y="608562"/>
                  </a:lnTo>
                  <a:lnTo>
                    <a:pt x="2984402" y="608012"/>
                  </a:lnTo>
                  <a:lnTo>
                    <a:pt x="2985474" y="607461"/>
                  </a:lnTo>
                  <a:lnTo>
                    <a:pt x="2986545" y="606910"/>
                  </a:lnTo>
                  <a:lnTo>
                    <a:pt x="2987617" y="606358"/>
                  </a:lnTo>
                  <a:lnTo>
                    <a:pt x="2988689" y="605805"/>
                  </a:lnTo>
                  <a:lnTo>
                    <a:pt x="2989760" y="605253"/>
                  </a:lnTo>
                  <a:lnTo>
                    <a:pt x="2990832" y="604699"/>
                  </a:lnTo>
                  <a:lnTo>
                    <a:pt x="2991903" y="604146"/>
                  </a:lnTo>
                  <a:lnTo>
                    <a:pt x="2992975" y="603591"/>
                  </a:lnTo>
                  <a:lnTo>
                    <a:pt x="2994047" y="603037"/>
                  </a:lnTo>
                  <a:lnTo>
                    <a:pt x="2995118" y="602481"/>
                  </a:lnTo>
                  <a:lnTo>
                    <a:pt x="2996190" y="601925"/>
                  </a:lnTo>
                  <a:lnTo>
                    <a:pt x="2997261" y="601369"/>
                  </a:lnTo>
                  <a:lnTo>
                    <a:pt x="2998333" y="600812"/>
                  </a:lnTo>
                  <a:lnTo>
                    <a:pt x="2999405" y="600255"/>
                  </a:lnTo>
                  <a:lnTo>
                    <a:pt x="3000476" y="599697"/>
                  </a:lnTo>
                  <a:lnTo>
                    <a:pt x="3001548" y="599139"/>
                  </a:lnTo>
                  <a:lnTo>
                    <a:pt x="3002619" y="598580"/>
                  </a:lnTo>
                  <a:lnTo>
                    <a:pt x="3003691" y="598021"/>
                  </a:lnTo>
                  <a:lnTo>
                    <a:pt x="3004763" y="597461"/>
                  </a:lnTo>
                  <a:lnTo>
                    <a:pt x="3005834" y="596901"/>
                  </a:lnTo>
                  <a:lnTo>
                    <a:pt x="3006906" y="596340"/>
                  </a:lnTo>
                  <a:lnTo>
                    <a:pt x="3007977" y="595779"/>
                  </a:lnTo>
                  <a:lnTo>
                    <a:pt x="3009049" y="595217"/>
                  </a:lnTo>
                  <a:lnTo>
                    <a:pt x="3010121" y="594655"/>
                  </a:lnTo>
                  <a:lnTo>
                    <a:pt x="3011192" y="594092"/>
                  </a:lnTo>
                  <a:lnTo>
                    <a:pt x="3012264" y="593529"/>
                  </a:lnTo>
                  <a:lnTo>
                    <a:pt x="3013335" y="592965"/>
                  </a:lnTo>
                  <a:lnTo>
                    <a:pt x="3014407" y="592401"/>
                  </a:lnTo>
                  <a:lnTo>
                    <a:pt x="3015479" y="591836"/>
                  </a:lnTo>
                  <a:lnTo>
                    <a:pt x="3016550" y="591271"/>
                  </a:lnTo>
                  <a:lnTo>
                    <a:pt x="3017622" y="590705"/>
                  </a:lnTo>
                  <a:lnTo>
                    <a:pt x="3018693" y="590138"/>
                  </a:lnTo>
                  <a:lnTo>
                    <a:pt x="3019765" y="589572"/>
                  </a:lnTo>
                  <a:lnTo>
                    <a:pt x="3020836" y="589004"/>
                  </a:lnTo>
                  <a:lnTo>
                    <a:pt x="3021908" y="588436"/>
                  </a:lnTo>
                  <a:lnTo>
                    <a:pt x="3022980" y="587868"/>
                  </a:lnTo>
                  <a:lnTo>
                    <a:pt x="3024051" y="587299"/>
                  </a:lnTo>
                  <a:lnTo>
                    <a:pt x="3025123" y="586730"/>
                  </a:lnTo>
                  <a:lnTo>
                    <a:pt x="3026194" y="586160"/>
                  </a:lnTo>
                  <a:lnTo>
                    <a:pt x="3027266" y="585590"/>
                  </a:lnTo>
                  <a:lnTo>
                    <a:pt x="3028338" y="585019"/>
                  </a:lnTo>
                  <a:lnTo>
                    <a:pt x="3029409" y="584448"/>
                  </a:lnTo>
                  <a:lnTo>
                    <a:pt x="3030481" y="583876"/>
                  </a:lnTo>
                  <a:lnTo>
                    <a:pt x="3031552" y="583304"/>
                  </a:lnTo>
                  <a:lnTo>
                    <a:pt x="3032624" y="582731"/>
                  </a:lnTo>
                  <a:lnTo>
                    <a:pt x="3033696" y="582157"/>
                  </a:lnTo>
                  <a:lnTo>
                    <a:pt x="3034767" y="581584"/>
                  </a:lnTo>
                  <a:lnTo>
                    <a:pt x="3035839" y="581009"/>
                  </a:lnTo>
                  <a:lnTo>
                    <a:pt x="3036910" y="580434"/>
                  </a:lnTo>
                  <a:lnTo>
                    <a:pt x="3037982" y="579859"/>
                  </a:lnTo>
                  <a:lnTo>
                    <a:pt x="3039054" y="579283"/>
                  </a:lnTo>
                  <a:lnTo>
                    <a:pt x="3040125" y="578707"/>
                  </a:lnTo>
                  <a:lnTo>
                    <a:pt x="3041197" y="578130"/>
                  </a:lnTo>
                  <a:lnTo>
                    <a:pt x="3042268" y="577553"/>
                  </a:lnTo>
                  <a:lnTo>
                    <a:pt x="3043340" y="576975"/>
                  </a:lnTo>
                  <a:lnTo>
                    <a:pt x="3044412" y="576396"/>
                  </a:lnTo>
                  <a:lnTo>
                    <a:pt x="3045483" y="575817"/>
                  </a:lnTo>
                  <a:lnTo>
                    <a:pt x="3046555" y="575238"/>
                  </a:lnTo>
                  <a:lnTo>
                    <a:pt x="3047626" y="574658"/>
                  </a:lnTo>
                  <a:lnTo>
                    <a:pt x="3048698" y="574078"/>
                  </a:lnTo>
                  <a:lnTo>
                    <a:pt x="3049770" y="573497"/>
                  </a:lnTo>
                  <a:lnTo>
                    <a:pt x="3050841" y="572916"/>
                  </a:lnTo>
                  <a:lnTo>
                    <a:pt x="3051913" y="572334"/>
                  </a:lnTo>
                  <a:lnTo>
                    <a:pt x="3052984" y="571751"/>
                  </a:lnTo>
                  <a:lnTo>
                    <a:pt x="3054056" y="571168"/>
                  </a:lnTo>
                  <a:lnTo>
                    <a:pt x="3055128" y="570585"/>
                  </a:lnTo>
                  <a:lnTo>
                    <a:pt x="3056199" y="570001"/>
                  </a:lnTo>
                  <a:lnTo>
                    <a:pt x="3057271" y="569417"/>
                  </a:lnTo>
                  <a:lnTo>
                    <a:pt x="3058342" y="568832"/>
                  </a:lnTo>
                  <a:lnTo>
                    <a:pt x="3059414" y="568246"/>
                  </a:lnTo>
                  <a:lnTo>
                    <a:pt x="3060486" y="567660"/>
                  </a:lnTo>
                  <a:lnTo>
                    <a:pt x="3061557" y="567074"/>
                  </a:lnTo>
                  <a:lnTo>
                    <a:pt x="3062629" y="566487"/>
                  </a:lnTo>
                  <a:lnTo>
                    <a:pt x="3063700" y="565900"/>
                  </a:lnTo>
                  <a:lnTo>
                    <a:pt x="3064772" y="565312"/>
                  </a:lnTo>
                  <a:lnTo>
                    <a:pt x="3065844" y="564723"/>
                  </a:lnTo>
                  <a:lnTo>
                    <a:pt x="3066915" y="564135"/>
                  </a:lnTo>
                  <a:lnTo>
                    <a:pt x="3067987" y="563545"/>
                  </a:lnTo>
                  <a:lnTo>
                    <a:pt x="3069058" y="562955"/>
                  </a:lnTo>
                  <a:lnTo>
                    <a:pt x="3070130" y="562365"/>
                  </a:lnTo>
                  <a:lnTo>
                    <a:pt x="3071202" y="561774"/>
                  </a:lnTo>
                  <a:lnTo>
                    <a:pt x="3072273" y="561183"/>
                  </a:lnTo>
                  <a:lnTo>
                    <a:pt x="3073345" y="560591"/>
                  </a:lnTo>
                  <a:lnTo>
                    <a:pt x="3074416" y="559998"/>
                  </a:lnTo>
                  <a:lnTo>
                    <a:pt x="3075488" y="559405"/>
                  </a:lnTo>
                  <a:lnTo>
                    <a:pt x="3076560" y="558812"/>
                  </a:lnTo>
                  <a:lnTo>
                    <a:pt x="3077631" y="558218"/>
                  </a:lnTo>
                  <a:lnTo>
                    <a:pt x="3078703" y="557624"/>
                  </a:lnTo>
                  <a:lnTo>
                    <a:pt x="3079774" y="557029"/>
                  </a:lnTo>
                  <a:lnTo>
                    <a:pt x="3080846" y="556433"/>
                  </a:lnTo>
                  <a:lnTo>
                    <a:pt x="3081918" y="555838"/>
                  </a:lnTo>
                  <a:lnTo>
                    <a:pt x="3082989" y="555241"/>
                  </a:lnTo>
                  <a:lnTo>
                    <a:pt x="3084061" y="554644"/>
                  </a:lnTo>
                  <a:lnTo>
                    <a:pt x="3085132" y="554047"/>
                  </a:lnTo>
                  <a:lnTo>
                    <a:pt x="3086204" y="553449"/>
                  </a:lnTo>
                  <a:lnTo>
                    <a:pt x="3087276" y="552851"/>
                  </a:lnTo>
                  <a:lnTo>
                    <a:pt x="3088347" y="552252"/>
                  </a:lnTo>
                  <a:lnTo>
                    <a:pt x="3089419" y="551653"/>
                  </a:lnTo>
                  <a:lnTo>
                    <a:pt x="3090490" y="551053"/>
                  </a:lnTo>
                  <a:lnTo>
                    <a:pt x="3091562" y="550452"/>
                  </a:lnTo>
                  <a:lnTo>
                    <a:pt x="3092634" y="549852"/>
                  </a:lnTo>
                  <a:lnTo>
                    <a:pt x="3093705" y="549250"/>
                  </a:lnTo>
                  <a:lnTo>
                    <a:pt x="3094777" y="548648"/>
                  </a:lnTo>
                  <a:lnTo>
                    <a:pt x="3095848" y="548046"/>
                  </a:lnTo>
                  <a:lnTo>
                    <a:pt x="3096920" y="547443"/>
                  </a:lnTo>
                  <a:lnTo>
                    <a:pt x="3097992" y="546840"/>
                  </a:lnTo>
                  <a:lnTo>
                    <a:pt x="3099063" y="546236"/>
                  </a:lnTo>
                  <a:lnTo>
                    <a:pt x="3100135" y="545632"/>
                  </a:lnTo>
                  <a:lnTo>
                    <a:pt x="3101206" y="545027"/>
                  </a:lnTo>
                  <a:lnTo>
                    <a:pt x="3102278" y="544422"/>
                  </a:lnTo>
                  <a:lnTo>
                    <a:pt x="3103350" y="543816"/>
                  </a:lnTo>
                  <a:lnTo>
                    <a:pt x="3104421" y="543210"/>
                  </a:lnTo>
                  <a:lnTo>
                    <a:pt x="3105493" y="542603"/>
                  </a:lnTo>
                  <a:lnTo>
                    <a:pt x="3106564" y="541996"/>
                  </a:lnTo>
                  <a:lnTo>
                    <a:pt x="3107636" y="541388"/>
                  </a:lnTo>
                  <a:lnTo>
                    <a:pt x="3108708" y="540780"/>
                  </a:lnTo>
                  <a:lnTo>
                    <a:pt x="3109779" y="540172"/>
                  </a:lnTo>
                  <a:lnTo>
                    <a:pt x="3110851" y="539562"/>
                  </a:lnTo>
                  <a:lnTo>
                    <a:pt x="3111922" y="538953"/>
                  </a:lnTo>
                  <a:lnTo>
                    <a:pt x="3112994" y="538343"/>
                  </a:lnTo>
                  <a:lnTo>
                    <a:pt x="3114066" y="537732"/>
                  </a:lnTo>
                  <a:lnTo>
                    <a:pt x="3115137" y="537121"/>
                  </a:lnTo>
                  <a:lnTo>
                    <a:pt x="3116209" y="536509"/>
                  </a:lnTo>
                  <a:lnTo>
                    <a:pt x="3117280" y="535897"/>
                  </a:lnTo>
                  <a:lnTo>
                    <a:pt x="3118352" y="535284"/>
                  </a:lnTo>
                  <a:lnTo>
                    <a:pt x="3119424" y="534671"/>
                  </a:lnTo>
                  <a:lnTo>
                    <a:pt x="3120495" y="534058"/>
                  </a:lnTo>
                  <a:lnTo>
                    <a:pt x="3121567" y="533444"/>
                  </a:lnTo>
                  <a:lnTo>
                    <a:pt x="3122638" y="532829"/>
                  </a:lnTo>
                  <a:lnTo>
                    <a:pt x="3123710" y="532214"/>
                  </a:lnTo>
                  <a:lnTo>
                    <a:pt x="3124782" y="531599"/>
                  </a:lnTo>
                  <a:lnTo>
                    <a:pt x="3125853" y="530983"/>
                  </a:lnTo>
                  <a:lnTo>
                    <a:pt x="3126925" y="530366"/>
                  </a:lnTo>
                  <a:lnTo>
                    <a:pt x="3127996" y="529749"/>
                  </a:lnTo>
                  <a:lnTo>
                    <a:pt x="3129068" y="529131"/>
                  </a:lnTo>
                  <a:lnTo>
                    <a:pt x="3130140" y="528513"/>
                  </a:lnTo>
                  <a:lnTo>
                    <a:pt x="3131211" y="527895"/>
                  </a:lnTo>
                  <a:lnTo>
                    <a:pt x="3132283" y="527276"/>
                  </a:lnTo>
                  <a:lnTo>
                    <a:pt x="3133354" y="526656"/>
                  </a:lnTo>
                  <a:lnTo>
                    <a:pt x="3134426" y="526037"/>
                  </a:lnTo>
                  <a:lnTo>
                    <a:pt x="3135498" y="525416"/>
                  </a:lnTo>
                  <a:lnTo>
                    <a:pt x="3136569" y="524795"/>
                  </a:lnTo>
                  <a:lnTo>
                    <a:pt x="3137641" y="524174"/>
                  </a:lnTo>
                  <a:lnTo>
                    <a:pt x="3138712" y="523552"/>
                  </a:lnTo>
                  <a:lnTo>
                    <a:pt x="3139784" y="522929"/>
                  </a:lnTo>
                  <a:lnTo>
                    <a:pt x="3140856" y="522306"/>
                  </a:lnTo>
                  <a:lnTo>
                    <a:pt x="3141927" y="521683"/>
                  </a:lnTo>
                  <a:lnTo>
                    <a:pt x="3142999" y="521059"/>
                  </a:lnTo>
                  <a:lnTo>
                    <a:pt x="3144070" y="520435"/>
                  </a:lnTo>
                  <a:lnTo>
                    <a:pt x="3145142" y="519810"/>
                  </a:lnTo>
                  <a:lnTo>
                    <a:pt x="3146214" y="519184"/>
                  </a:lnTo>
                  <a:lnTo>
                    <a:pt x="3147285" y="518559"/>
                  </a:lnTo>
                  <a:lnTo>
                    <a:pt x="3148357" y="517932"/>
                  </a:lnTo>
                  <a:lnTo>
                    <a:pt x="3149428" y="517305"/>
                  </a:lnTo>
                  <a:lnTo>
                    <a:pt x="3150500" y="516678"/>
                  </a:lnTo>
                  <a:lnTo>
                    <a:pt x="3151572" y="516050"/>
                  </a:lnTo>
                  <a:lnTo>
                    <a:pt x="3152643" y="515422"/>
                  </a:lnTo>
                  <a:lnTo>
                    <a:pt x="3153715" y="514793"/>
                  </a:lnTo>
                  <a:lnTo>
                    <a:pt x="3154786" y="514164"/>
                  </a:lnTo>
                  <a:lnTo>
                    <a:pt x="3155858" y="513534"/>
                  </a:lnTo>
                  <a:lnTo>
                    <a:pt x="3156930" y="512904"/>
                  </a:lnTo>
                  <a:lnTo>
                    <a:pt x="3158001" y="512273"/>
                  </a:lnTo>
                  <a:lnTo>
                    <a:pt x="3159073" y="511642"/>
                  </a:lnTo>
                  <a:lnTo>
                    <a:pt x="3160144" y="511010"/>
                  </a:lnTo>
                  <a:lnTo>
                    <a:pt x="3161216" y="510378"/>
                  </a:lnTo>
                  <a:lnTo>
                    <a:pt x="3162288" y="509745"/>
                  </a:lnTo>
                  <a:lnTo>
                    <a:pt x="3163359" y="509112"/>
                  </a:lnTo>
                  <a:lnTo>
                    <a:pt x="3164431" y="508478"/>
                  </a:lnTo>
                  <a:lnTo>
                    <a:pt x="3165502" y="507844"/>
                  </a:lnTo>
                  <a:lnTo>
                    <a:pt x="3166574" y="507209"/>
                  </a:lnTo>
                  <a:lnTo>
                    <a:pt x="3167646" y="506574"/>
                  </a:lnTo>
                  <a:lnTo>
                    <a:pt x="3168717" y="505938"/>
                  </a:lnTo>
                  <a:lnTo>
                    <a:pt x="3169789" y="505302"/>
                  </a:lnTo>
                  <a:lnTo>
                    <a:pt x="3170860" y="504665"/>
                  </a:lnTo>
                  <a:lnTo>
                    <a:pt x="3171932" y="504028"/>
                  </a:lnTo>
                  <a:lnTo>
                    <a:pt x="3173004" y="503391"/>
                  </a:lnTo>
                  <a:lnTo>
                    <a:pt x="3174075" y="502752"/>
                  </a:lnTo>
                  <a:lnTo>
                    <a:pt x="3175147" y="502114"/>
                  </a:lnTo>
                  <a:lnTo>
                    <a:pt x="3176218" y="501475"/>
                  </a:lnTo>
                  <a:lnTo>
                    <a:pt x="3177290" y="500835"/>
                  </a:lnTo>
                  <a:lnTo>
                    <a:pt x="3178362" y="500195"/>
                  </a:lnTo>
                  <a:lnTo>
                    <a:pt x="3179433" y="499554"/>
                  </a:lnTo>
                  <a:lnTo>
                    <a:pt x="3180505" y="498913"/>
                  </a:lnTo>
                  <a:lnTo>
                    <a:pt x="3181576" y="498272"/>
                  </a:lnTo>
                  <a:lnTo>
                    <a:pt x="3182648" y="497630"/>
                  </a:lnTo>
                  <a:lnTo>
                    <a:pt x="3183720" y="496987"/>
                  </a:lnTo>
                  <a:lnTo>
                    <a:pt x="3184791" y="496344"/>
                  </a:lnTo>
                  <a:lnTo>
                    <a:pt x="3185863" y="495701"/>
                  </a:lnTo>
                  <a:lnTo>
                    <a:pt x="3186934" y="495057"/>
                  </a:lnTo>
                  <a:lnTo>
                    <a:pt x="3188006" y="494412"/>
                  </a:lnTo>
                  <a:lnTo>
                    <a:pt x="3189078" y="493767"/>
                  </a:lnTo>
                  <a:lnTo>
                    <a:pt x="3190149" y="493122"/>
                  </a:lnTo>
                  <a:lnTo>
                    <a:pt x="3191221" y="492476"/>
                  </a:lnTo>
                  <a:lnTo>
                    <a:pt x="3192292" y="491829"/>
                  </a:lnTo>
                  <a:lnTo>
                    <a:pt x="3193364" y="491182"/>
                  </a:lnTo>
                  <a:lnTo>
                    <a:pt x="3194436" y="490535"/>
                  </a:lnTo>
                  <a:lnTo>
                    <a:pt x="3195507" y="489887"/>
                  </a:lnTo>
                  <a:lnTo>
                    <a:pt x="3196579" y="489238"/>
                  </a:lnTo>
                  <a:lnTo>
                    <a:pt x="3197650" y="488590"/>
                  </a:lnTo>
                  <a:lnTo>
                    <a:pt x="3198722" y="487940"/>
                  </a:lnTo>
                  <a:lnTo>
                    <a:pt x="3199793" y="487290"/>
                  </a:lnTo>
                  <a:lnTo>
                    <a:pt x="3200865" y="486640"/>
                  </a:lnTo>
                  <a:lnTo>
                    <a:pt x="3201937" y="485989"/>
                  </a:lnTo>
                  <a:lnTo>
                    <a:pt x="3203008" y="485338"/>
                  </a:lnTo>
                  <a:lnTo>
                    <a:pt x="3204080" y="484686"/>
                  </a:lnTo>
                  <a:lnTo>
                    <a:pt x="3205151" y="484033"/>
                  </a:lnTo>
                  <a:lnTo>
                    <a:pt x="3206223" y="483381"/>
                  </a:lnTo>
                  <a:lnTo>
                    <a:pt x="3207295" y="482727"/>
                  </a:lnTo>
                  <a:lnTo>
                    <a:pt x="3208366" y="482073"/>
                  </a:lnTo>
                  <a:lnTo>
                    <a:pt x="3209438" y="481419"/>
                  </a:lnTo>
                  <a:lnTo>
                    <a:pt x="3210509" y="480764"/>
                  </a:lnTo>
                  <a:lnTo>
                    <a:pt x="3211581" y="480109"/>
                  </a:lnTo>
                  <a:lnTo>
                    <a:pt x="3212653" y="479453"/>
                  </a:lnTo>
                  <a:lnTo>
                    <a:pt x="3213724" y="478797"/>
                  </a:lnTo>
                  <a:lnTo>
                    <a:pt x="3214796" y="478140"/>
                  </a:lnTo>
                  <a:lnTo>
                    <a:pt x="3215867" y="477483"/>
                  </a:lnTo>
                  <a:lnTo>
                    <a:pt x="3216939" y="476825"/>
                  </a:lnTo>
                  <a:lnTo>
                    <a:pt x="3218011" y="476167"/>
                  </a:lnTo>
                  <a:lnTo>
                    <a:pt x="3219082" y="475508"/>
                  </a:lnTo>
                  <a:lnTo>
                    <a:pt x="3220154" y="474849"/>
                  </a:lnTo>
                  <a:lnTo>
                    <a:pt x="3221225" y="474190"/>
                  </a:lnTo>
                  <a:lnTo>
                    <a:pt x="3222297" y="473529"/>
                  </a:lnTo>
                  <a:lnTo>
                    <a:pt x="3223369" y="472869"/>
                  </a:lnTo>
                  <a:lnTo>
                    <a:pt x="3224440" y="472208"/>
                  </a:lnTo>
                  <a:lnTo>
                    <a:pt x="3225512" y="471546"/>
                  </a:lnTo>
                  <a:lnTo>
                    <a:pt x="3226583" y="470884"/>
                  </a:lnTo>
                  <a:lnTo>
                    <a:pt x="3227655" y="470221"/>
                  </a:lnTo>
                  <a:lnTo>
                    <a:pt x="3228727" y="469558"/>
                  </a:lnTo>
                  <a:lnTo>
                    <a:pt x="3229798" y="468895"/>
                  </a:lnTo>
                  <a:lnTo>
                    <a:pt x="3230870" y="468231"/>
                  </a:lnTo>
                  <a:lnTo>
                    <a:pt x="3231941" y="467566"/>
                  </a:lnTo>
                  <a:lnTo>
                    <a:pt x="3233013" y="466901"/>
                  </a:lnTo>
                  <a:lnTo>
                    <a:pt x="3234085" y="466235"/>
                  </a:lnTo>
                  <a:lnTo>
                    <a:pt x="3235156" y="465569"/>
                  </a:lnTo>
                  <a:lnTo>
                    <a:pt x="3236228" y="464903"/>
                  </a:lnTo>
                  <a:lnTo>
                    <a:pt x="3237299" y="464236"/>
                  </a:lnTo>
                  <a:lnTo>
                    <a:pt x="3238371" y="463568"/>
                  </a:lnTo>
                  <a:lnTo>
                    <a:pt x="3239443" y="462900"/>
                  </a:lnTo>
                  <a:lnTo>
                    <a:pt x="3240514" y="462232"/>
                  </a:lnTo>
                  <a:lnTo>
                    <a:pt x="3241586" y="461563"/>
                  </a:lnTo>
                  <a:lnTo>
                    <a:pt x="3242657" y="460894"/>
                  </a:lnTo>
                  <a:lnTo>
                    <a:pt x="3243729" y="460224"/>
                  </a:lnTo>
                  <a:lnTo>
                    <a:pt x="3244801" y="459553"/>
                  </a:lnTo>
                  <a:lnTo>
                    <a:pt x="3245872" y="458882"/>
                  </a:lnTo>
                  <a:lnTo>
                    <a:pt x="3246944" y="458211"/>
                  </a:lnTo>
                  <a:lnTo>
                    <a:pt x="3248015" y="457539"/>
                  </a:lnTo>
                  <a:lnTo>
                    <a:pt x="3249087" y="456867"/>
                  </a:lnTo>
                  <a:lnTo>
                    <a:pt x="3250159" y="456194"/>
                  </a:lnTo>
                  <a:lnTo>
                    <a:pt x="3251230" y="455521"/>
                  </a:lnTo>
                  <a:lnTo>
                    <a:pt x="3252302" y="454847"/>
                  </a:lnTo>
                  <a:lnTo>
                    <a:pt x="3253373" y="454173"/>
                  </a:lnTo>
                  <a:lnTo>
                    <a:pt x="3254445" y="453498"/>
                  </a:lnTo>
                  <a:lnTo>
                    <a:pt x="3255517" y="452823"/>
                  </a:lnTo>
                  <a:lnTo>
                    <a:pt x="3256588" y="452147"/>
                  </a:lnTo>
                  <a:lnTo>
                    <a:pt x="3257660" y="451471"/>
                  </a:lnTo>
                  <a:lnTo>
                    <a:pt x="3258731" y="450794"/>
                  </a:lnTo>
                  <a:lnTo>
                    <a:pt x="3259803" y="450117"/>
                  </a:lnTo>
                  <a:lnTo>
                    <a:pt x="3260875" y="449439"/>
                  </a:lnTo>
                  <a:lnTo>
                    <a:pt x="3261946" y="448761"/>
                  </a:lnTo>
                  <a:lnTo>
                    <a:pt x="3263018" y="448082"/>
                  </a:lnTo>
                  <a:lnTo>
                    <a:pt x="3264089" y="447403"/>
                  </a:lnTo>
                  <a:lnTo>
                    <a:pt x="3265161" y="446723"/>
                  </a:lnTo>
                  <a:lnTo>
                    <a:pt x="3266233" y="446043"/>
                  </a:lnTo>
                  <a:lnTo>
                    <a:pt x="3267304" y="445363"/>
                  </a:lnTo>
                  <a:lnTo>
                    <a:pt x="3268376" y="444681"/>
                  </a:lnTo>
                  <a:lnTo>
                    <a:pt x="3269447" y="444000"/>
                  </a:lnTo>
                  <a:lnTo>
                    <a:pt x="3270519" y="443318"/>
                  </a:lnTo>
                  <a:lnTo>
                    <a:pt x="3271591" y="442635"/>
                  </a:lnTo>
                  <a:lnTo>
                    <a:pt x="3272662" y="441952"/>
                  </a:lnTo>
                  <a:lnTo>
                    <a:pt x="3273734" y="441269"/>
                  </a:lnTo>
                  <a:lnTo>
                    <a:pt x="3274805" y="440585"/>
                  </a:lnTo>
                  <a:lnTo>
                    <a:pt x="3275877" y="439900"/>
                  </a:lnTo>
                  <a:lnTo>
                    <a:pt x="3276949" y="439215"/>
                  </a:lnTo>
                  <a:lnTo>
                    <a:pt x="3278020" y="438530"/>
                  </a:lnTo>
                  <a:lnTo>
                    <a:pt x="3279092" y="437844"/>
                  </a:lnTo>
                  <a:lnTo>
                    <a:pt x="3280163" y="437157"/>
                  </a:lnTo>
                  <a:lnTo>
                    <a:pt x="3281235" y="436471"/>
                  </a:lnTo>
                  <a:lnTo>
                    <a:pt x="3282307" y="435783"/>
                  </a:lnTo>
                  <a:lnTo>
                    <a:pt x="3283378" y="435095"/>
                  </a:lnTo>
                  <a:lnTo>
                    <a:pt x="3284450" y="434407"/>
                  </a:lnTo>
                  <a:lnTo>
                    <a:pt x="3285521" y="433718"/>
                  </a:lnTo>
                  <a:lnTo>
                    <a:pt x="3286593" y="433029"/>
                  </a:lnTo>
                  <a:lnTo>
                    <a:pt x="3287665" y="432339"/>
                  </a:lnTo>
                  <a:lnTo>
                    <a:pt x="3288736" y="431649"/>
                  </a:lnTo>
                  <a:lnTo>
                    <a:pt x="3289808" y="430958"/>
                  </a:lnTo>
                  <a:lnTo>
                    <a:pt x="3290879" y="430267"/>
                  </a:lnTo>
                  <a:lnTo>
                    <a:pt x="3291951" y="429575"/>
                  </a:lnTo>
                  <a:lnTo>
                    <a:pt x="3293023" y="428883"/>
                  </a:lnTo>
                  <a:lnTo>
                    <a:pt x="3294094" y="428190"/>
                  </a:lnTo>
                  <a:lnTo>
                    <a:pt x="3295166" y="427497"/>
                  </a:lnTo>
                  <a:lnTo>
                    <a:pt x="3296237" y="426803"/>
                  </a:lnTo>
                  <a:lnTo>
                    <a:pt x="3297309" y="426109"/>
                  </a:lnTo>
                  <a:lnTo>
                    <a:pt x="3298381" y="425414"/>
                  </a:lnTo>
                  <a:lnTo>
                    <a:pt x="3299452" y="424719"/>
                  </a:lnTo>
                  <a:lnTo>
                    <a:pt x="3300524" y="424023"/>
                  </a:lnTo>
                  <a:lnTo>
                    <a:pt x="3301595" y="423327"/>
                  </a:lnTo>
                  <a:lnTo>
                    <a:pt x="3302667" y="422631"/>
                  </a:lnTo>
                  <a:lnTo>
                    <a:pt x="3303739" y="421934"/>
                  </a:lnTo>
                  <a:lnTo>
                    <a:pt x="3304810" y="421236"/>
                  </a:lnTo>
                  <a:lnTo>
                    <a:pt x="3305882" y="420538"/>
                  </a:lnTo>
                  <a:lnTo>
                    <a:pt x="3306953" y="419840"/>
                  </a:lnTo>
                  <a:lnTo>
                    <a:pt x="3308025" y="419141"/>
                  </a:lnTo>
                  <a:lnTo>
                    <a:pt x="3309097" y="418441"/>
                  </a:lnTo>
                  <a:lnTo>
                    <a:pt x="3310168" y="417741"/>
                  </a:lnTo>
                  <a:lnTo>
                    <a:pt x="3311240" y="417041"/>
                  </a:lnTo>
                  <a:lnTo>
                    <a:pt x="3312311" y="416340"/>
                  </a:lnTo>
                  <a:lnTo>
                    <a:pt x="3313383" y="415639"/>
                  </a:lnTo>
                  <a:lnTo>
                    <a:pt x="3314455" y="414937"/>
                  </a:lnTo>
                  <a:lnTo>
                    <a:pt x="3315526" y="414234"/>
                  </a:lnTo>
                  <a:lnTo>
                    <a:pt x="3316598" y="413532"/>
                  </a:lnTo>
                  <a:lnTo>
                    <a:pt x="3317669" y="412828"/>
                  </a:lnTo>
                  <a:lnTo>
                    <a:pt x="3318741" y="412124"/>
                  </a:lnTo>
                  <a:lnTo>
                    <a:pt x="3319813" y="411420"/>
                  </a:lnTo>
                  <a:lnTo>
                    <a:pt x="3320884" y="410715"/>
                  </a:lnTo>
                  <a:lnTo>
                    <a:pt x="3321956" y="410010"/>
                  </a:lnTo>
                  <a:lnTo>
                    <a:pt x="3323027" y="409304"/>
                  </a:lnTo>
                  <a:lnTo>
                    <a:pt x="3324099" y="408598"/>
                  </a:lnTo>
                  <a:lnTo>
                    <a:pt x="3325171" y="407892"/>
                  </a:lnTo>
                  <a:lnTo>
                    <a:pt x="3326242" y="407184"/>
                  </a:lnTo>
                  <a:lnTo>
                    <a:pt x="3327314" y="406477"/>
                  </a:lnTo>
                  <a:lnTo>
                    <a:pt x="3328385" y="405769"/>
                  </a:lnTo>
                  <a:lnTo>
                    <a:pt x="3329457" y="405060"/>
                  </a:lnTo>
                  <a:lnTo>
                    <a:pt x="3330529" y="404351"/>
                  </a:lnTo>
                  <a:lnTo>
                    <a:pt x="3331600" y="403641"/>
                  </a:lnTo>
                  <a:lnTo>
                    <a:pt x="3332672" y="402931"/>
                  </a:lnTo>
                  <a:lnTo>
                    <a:pt x="3333743" y="402221"/>
                  </a:lnTo>
                  <a:lnTo>
                    <a:pt x="3334815" y="401510"/>
                  </a:lnTo>
                  <a:lnTo>
                    <a:pt x="3335887" y="400798"/>
                  </a:lnTo>
                  <a:lnTo>
                    <a:pt x="3336958" y="400087"/>
                  </a:lnTo>
                  <a:lnTo>
                    <a:pt x="3338030" y="399374"/>
                  </a:lnTo>
                  <a:lnTo>
                    <a:pt x="3339101" y="398661"/>
                  </a:lnTo>
                  <a:lnTo>
                    <a:pt x="3340173" y="397948"/>
                  </a:lnTo>
                  <a:lnTo>
                    <a:pt x="3341245" y="397234"/>
                  </a:lnTo>
                  <a:lnTo>
                    <a:pt x="3342316" y="396520"/>
                  </a:lnTo>
                  <a:lnTo>
                    <a:pt x="3343388" y="395805"/>
                  </a:lnTo>
                  <a:lnTo>
                    <a:pt x="3344459" y="395090"/>
                  </a:lnTo>
                  <a:lnTo>
                    <a:pt x="3345531" y="394374"/>
                  </a:lnTo>
                  <a:lnTo>
                    <a:pt x="3346603" y="393657"/>
                  </a:lnTo>
                  <a:lnTo>
                    <a:pt x="3347674" y="392941"/>
                  </a:lnTo>
                  <a:lnTo>
                    <a:pt x="3348746" y="392224"/>
                  </a:lnTo>
                  <a:lnTo>
                    <a:pt x="3349817" y="391506"/>
                  </a:lnTo>
                  <a:lnTo>
                    <a:pt x="3350889" y="390788"/>
                  </a:lnTo>
                  <a:lnTo>
                    <a:pt x="3351961" y="390069"/>
                  </a:lnTo>
                  <a:lnTo>
                    <a:pt x="3353032" y="389350"/>
                  </a:lnTo>
                  <a:lnTo>
                    <a:pt x="3354104" y="388630"/>
                  </a:lnTo>
                  <a:lnTo>
                    <a:pt x="3355175" y="387910"/>
                  </a:lnTo>
                  <a:lnTo>
                    <a:pt x="3356247" y="387190"/>
                  </a:lnTo>
                  <a:lnTo>
                    <a:pt x="3357319" y="386469"/>
                  </a:lnTo>
                  <a:lnTo>
                    <a:pt x="3358390" y="385747"/>
                  </a:lnTo>
                  <a:lnTo>
                    <a:pt x="3359462" y="385025"/>
                  </a:lnTo>
                  <a:lnTo>
                    <a:pt x="3360533" y="384303"/>
                  </a:lnTo>
                  <a:lnTo>
                    <a:pt x="3361605" y="383580"/>
                  </a:lnTo>
                  <a:lnTo>
                    <a:pt x="3362677" y="382856"/>
                  </a:lnTo>
                  <a:lnTo>
                    <a:pt x="3363748" y="382132"/>
                  </a:lnTo>
                  <a:lnTo>
                    <a:pt x="3364820" y="381408"/>
                  </a:lnTo>
                  <a:lnTo>
                    <a:pt x="3365891" y="380683"/>
                  </a:lnTo>
                  <a:lnTo>
                    <a:pt x="3366963" y="379958"/>
                  </a:lnTo>
                  <a:lnTo>
                    <a:pt x="3368035" y="379232"/>
                  </a:lnTo>
                  <a:lnTo>
                    <a:pt x="3369106" y="378506"/>
                  </a:lnTo>
                  <a:lnTo>
                    <a:pt x="3370178" y="377779"/>
                  </a:lnTo>
                  <a:lnTo>
                    <a:pt x="3371249" y="377052"/>
                  </a:lnTo>
                  <a:lnTo>
                    <a:pt x="3372321" y="376324"/>
                  </a:lnTo>
                  <a:lnTo>
                    <a:pt x="3373392" y="375596"/>
                  </a:lnTo>
                  <a:lnTo>
                    <a:pt x="3374464" y="374867"/>
                  </a:lnTo>
                  <a:lnTo>
                    <a:pt x="3375536" y="374138"/>
                  </a:lnTo>
                  <a:lnTo>
                    <a:pt x="3376607" y="373409"/>
                  </a:lnTo>
                  <a:lnTo>
                    <a:pt x="3377679" y="372679"/>
                  </a:lnTo>
                  <a:lnTo>
                    <a:pt x="3378750" y="371948"/>
                  </a:lnTo>
                  <a:lnTo>
                    <a:pt x="3379822" y="371217"/>
                  </a:lnTo>
                  <a:lnTo>
                    <a:pt x="3380894" y="370486"/>
                  </a:lnTo>
                  <a:lnTo>
                    <a:pt x="3381965" y="369754"/>
                  </a:lnTo>
                  <a:lnTo>
                    <a:pt x="3383037" y="369021"/>
                  </a:lnTo>
                  <a:lnTo>
                    <a:pt x="3384108" y="368288"/>
                  </a:lnTo>
                  <a:lnTo>
                    <a:pt x="3385180" y="367555"/>
                  </a:lnTo>
                  <a:lnTo>
                    <a:pt x="3386252" y="366821"/>
                  </a:lnTo>
                  <a:lnTo>
                    <a:pt x="3387323" y="366087"/>
                  </a:lnTo>
                  <a:lnTo>
                    <a:pt x="3388395" y="365352"/>
                  </a:lnTo>
                  <a:lnTo>
                    <a:pt x="3389466" y="364617"/>
                  </a:lnTo>
                  <a:lnTo>
                    <a:pt x="3390538" y="363881"/>
                  </a:lnTo>
                  <a:lnTo>
                    <a:pt x="3391610" y="363145"/>
                  </a:lnTo>
                  <a:lnTo>
                    <a:pt x="3392681" y="362408"/>
                  </a:lnTo>
                  <a:lnTo>
                    <a:pt x="3393753" y="361671"/>
                  </a:lnTo>
                  <a:lnTo>
                    <a:pt x="3394824" y="360933"/>
                  </a:lnTo>
                  <a:lnTo>
                    <a:pt x="3395896" y="360195"/>
                  </a:lnTo>
                  <a:lnTo>
                    <a:pt x="3396968" y="359456"/>
                  </a:lnTo>
                  <a:lnTo>
                    <a:pt x="3398039" y="358717"/>
                  </a:lnTo>
                  <a:lnTo>
                    <a:pt x="3399111" y="357978"/>
                  </a:lnTo>
                  <a:lnTo>
                    <a:pt x="3400182" y="357238"/>
                  </a:lnTo>
                  <a:lnTo>
                    <a:pt x="3401254" y="356497"/>
                  </a:lnTo>
                  <a:lnTo>
                    <a:pt x="3402326" y="355756"/>
                  </a:lnTo>
                  <a:lnTo>
                    <a:pt x="3403397" y="355015"/>
                  </a:lnTo>
                  <a:lnTo>
                    <a:pt x="3404469" y="354273"/>
                  </a:lnTo>
                  <a:lnTo>
                    <a:pt x="3405540" y="353530"/>
                  </a:lnTo>
                  <a:lnTo>
                    <a:pt x="3406612" y="352788"/>
                  </a:lnTo>
                  <a:lnTo>
                    <a:pt x="3407684" y="352044"/>
                  </a:lnTo>
                  <a:lnTo>
                    <a:pt x="3408755" y="351300"/>
                  </a:lnTo>
                  <a:lnTo>
                    <a:pt x="3409827" y="350556"/>
                  </a:lnTo>
                  <a:lnTo>
                    <a:pt x="3410898" y="349811"/>
                  </a:lnTo>
                  <a:lnTo>
                    <a:pt x="3411970" y="349066"/>
                  </a:lnTo>
                  <a:lnTo>
                    <a:pt x="3413042" y="348320"/>
                  </a:lnTo>
                  <a:lnTo>
                    <a:pt x="3414113" y="347574"/>
                  </a:lnTo>
                  <a:lnTo>
                    <a:pt x="3415185" y="346828"/>
                  </a:lnTo>
                  <a:lnTo>
                    <a:pt x="3416256" y="346081"/>
                  </a:lnTo>
                  <a:lnTo>
                    <a:pt x="3417328" y="345333"/>
                  </a:lnTo>
                  <a:lnTo>
                    <a:pt x="3418400" y="344585"/>
                  </a:lnTo>
                  <a:lnTo>
                    <a:pt x="3419471" y="343836"/>
                  </a:lnTo>
                  <a:lnTo>
                    <a:pt x="3420543" y="343087"/>
                  </a:lnTo>
                  <a:lnTo>
                    <a:pt x="3421614" y="342338"/>
                  </a:lnTo>
                  <a:lnTo>
                    <a:pt x="3422686" y="341588"/>
                  </a:lnTo>
                  <a:lnTo>
                    <a:pt x="3423758" y="340838"/>
                  </a:lnTo>
                  <a:lnTo>
                    <a:pt x="3424829" y="340087"/>
                  </a:lnTo>
                  <a:lnTo>
                    <a:pt x="3425901" y="339335"/>
                  </a:lnTo>
                  <a:lnTo>
                    <a:pt x="3426972" y="338584"/>
                  </a:lnTo>
                  <a:lnTo>
                    <a:pt x="3428044" y="337831"/>
                  </a:lnTo>
                  <a:lnTo>
                    <a:pt x="3429116" y="337079"/>
                  </a:lnTo>
                  <a:lnTo>
                    <a:pt x="3430187" y="336325"/>
                  </a:lnTo>
                  <a:lnTo>
                    <a:pt x="3431259" y="335572"/>
                  </a:lnTo>
                  <a:lnTo>
                    <a:pt x="3432330" y="334817"/>
                  </a:lnTo>
                  <a:lnTo>
                    <a:pt x="3433402" y="334063"/>
                  </a:lnTo>
                  <a:lnTo>
                    <a:pt x="3434474" y="333308"/>
                  </a:lnTo>
                  <a:lnTo>
                    <a:pt x="3435545" y="332552"/>
                  </a:lnTo>
                  <a:lnTo>
                    <a:pt x="3436617" y="331796"/>
                  </a:lnTo>
                  <a:lnTo>
                    <a:pt x="3437688" y="331040"/>
                  </a:lnTo>
                  <a:lnTo>
                    <a:pt x="3438760" y="330283"/>
                  </a:lnTo>
                  <a:lnTo>
                    <a:pt x="3439832" y="329525"/>
                  </a:lnTo>
                  <a:lnTo>
                    <a:pt x="3440903" y="328767"/>
                  </a:lnTo>
                  <a:lnTo>
                    <a:pt x="3441975" y="328009"/>
                  </a:lnTo>
                  <a:lnTo>
                    <a:pt x="3443046" y="327250"/>
                  </a:lnTo>
                  <a:lnTo>
                    <a:pt x="3444118" y="326491"/>
                  </a:lnTo>
                  <a:lnTo>
                    <a:pt x="3445190" y="325731"/>
                  </a:lnTo>
                  <a:lnTo>
                    <a:pt x="3446261" y="324971"/>
                  </a:lnTo>
                  <a:lnTo>
                    <a:pt x="3447333" y="324210"/>
                  </a:lnTo>
                  <a:lnTo>
                    <a:pt x="3448404" y="323449"/>
                  </a:lnTo>
                  <a:lnTo>
                    <a:pt x="3449476" y="322687"/>
                  </a:lnTo>
                  <a:lnTo>
                    <a:pt x="3450548" y="321925"/>
                  </a:lnTo>
                  <a:lnTo>
                    <a:pt x="3451619" y="321162"/>
                  </a:lnTo>
                  <a:lnTo>
                    <a:pt x="3452691" y="320399"/>
                  </a:lnTo>
                  <a:lnTo>
                    <a:pt x="3453762" y="319636"/>
                  </a:lnTo>
                  <a:lnTo>
                    <a:pt x="3454834" y="318872"/>
                  </a:lnTo>
                  <a:lnTo>
                    <a:pt x="3455906" y="318107"/>
                  </a:lnTo>
                  <a:lnTo>
                    <a:pt x="3456977" y="317342"/>
                  </a:lnTo>
                  <a:lnTo>
                    <a:pt x="3458049" y="316577"/>
                  </a:lnTo>
                  <a:lnTo>
                    <a:pt x="3459120" y="315811"/>
                  </a:lnTo>
                  <a:lnTo>
                    <a:pt x="3460192" y="315045"/>
                  </a:lnTo>
                  <a:lnTo>
                    <a:pt x="3461264" y="314278"/>
                  </a:lnTo>
                  <a:lnTo>
                    <a:pt x="3462335" y="313511"/>
                  </a:lnTo>
                  <a:lnTo>
                    <a:pt x="3463407" y="312743"/>
                  </a:lnTo>
                  <a:lnTo>
                    <a:pt x="3464478" y="311975"/>
                  </a:lnTo>
                  <a:lnTo>
                    <a:pt x="3465550" y="311206"/>
                  </a:lnTo>
                  <a:lnTo>
                    <a:pt x="3466622" y="310437"/>
                  </a:lnTo>
                  <a:lnTo>
                    <a:pt x="3467693" y="309667"/>
                  </a:lnTo>
                  <a:lnTo>
                    <a:pt x="3468765" y="308897"/>
                  </a:lnTo>
                  <a:lnTo>
                    <a:pt x="3469836" y="308127"/>
                  </a:lnTo>
                  <a:lnTo>
                    <a:pt x="3470908" y="307356"/>
                  </a:lnTo>
                  <a:lnTo>
                    <a:pt x="3471980" y="306584"/>
                  </a:lnTo>
                  <a:lnTo>
                    <a:pt x="3473051" y="305812"/>
                  </a:lnTo>
                  <a:lnTo>
                    <a:pt x="3474123" y="305040"/>
                  </a:lnTo>
                  <a:lnTo>
                    <a:pt x="3475194" y="304267"/>
                  </a:lnTo>
                  <a:lnTo>
                    <a:pt x="3476266" y="303494"/>
                  </a:lnTo>
                  <a:lnTo>
                    <a:pt x="3477338" y="302720"/>
                  </a:lnTo>
                  <a:lnTo>
                    <a:pt x="3478409" y="301946"/>
                  </a:lnTo>
                  <a:lnTo>
                    <a:pt x="3479481" y="301171"/>
                  </a:lnTo>
                  <a:lnTo>
                    <a:pt x="3480552" y="300396"/>
                  </a:lnTo>
                  <a:lnTo>
                    <a:pt x="3481624" y="299620"/>
                  </a:lnTo>
                  <a:lnTo>
                    <a:pt x="3482696" y="298844"/>
                  </a:lnTo>
                  <a:lnTo>
                    <a:pt x="3483767" y="298067"/>
                  </a:lnTo>
                  <a:lnTo>
                    <a:pt x="3484839" y="297290"/>
                  </a:lnTo>
                  <a:lnTo>
                    <a:pt x="3485910" y="296513"/>
                  </a:lnTo>
                  <a:lnTo>
                    <a:pt x="3486982" y="295735"/>
                  </a:lnTo>
                  <a:lnTo>
                    <a:pt x="3488054" y="294956"/>
                  </a:lnTo>
                  <a:lnTo>
                    <a:pt x="3489125" y="294177"/>
                  </a:lnTo>
                  <a:lnTo>
                    <a:pt x="3490197" y="293398"/>
                  </a:lnTo>
                  <a:lnTo>
                    <a:pt x="3491268" y="292618"/>
                  </a:lnTo>
                  <a:lnTo>
                    <a:pt x="3492340" y="291838"/>
                  </a:lnTo>
                  <a:lnTo>
                    <a:pt x="3493412" y="291057"/>
                  </a:lnTo>
                  <a:lnTo>
                    <a:pt x="3494483" y="290276"/>
                  </a:lnTo>
                  <a:lnTo>
                    <a:pt x="3495555" y="289494"/>
                  </a:lnTo>
                  <a:lnTo>
                    <a:pt x="3496626" y="288712"/>
                  </a:lnTo>
                  <a:lnTo>
                    <a:pt x="3497698" y="287929"/>
                  </a:lnTo>
                  <a:lnTo>
                    <a:pt x="3498770" y="287146"/>
                  </a:lnTo>
                  <a:lnTo>
                    <a:pt x="3499841" y="286362"/>
                  </a:lnTo>
                  <a:lnTo>
                    <a:pt x="3500913" y="285578"/>
                  </a:lnTo>
                  <a:lnTo>
                    <a:pt x="3501984" y="284794"/>
                  </a:lnTo>
                  <a:lnTo>
                    <a:pt x="3503056" y="284009"/>
                  </a:lnTo>
                  <a:lnTo>
                    <a:pt x="3504128" y="283224"/>
                  </a:lnTo>
                  <a:lnTo>
                    <a:pt x="3505199" y="282438"/>
                  </a:lnTo>
                  <a:lnTo>
                    <a:pt x="3506271" y="281651"/>
                  </a:lnTo>
                  <a:lnTo>
                    <a:pt x="3507342" y="280865"/>
                  </a:lnTo>
                  <a:lnTo>
                    <a:pt x="3508414" y="280077"/>
                  </a:lnTo>
                  <a:lnTo>
                    <a:pt x="3509486" y="279290"/>
                  </a:lnTo>
                  <a:lnTo>
                    <a:pt x="3510557" y="278501"/>
                  </a:lnTo>
                  <a:lnTo>
                    <a:pt x="3511629" y="277713"/>
                  </a:lnTo>
                  <a:lnTo>
                    <a:pt x="3512700" y="276924"/>
                  </a:lnTo>
                  <a:lnTo>
                    <a:pt x="3513772" y="276134"/>
                  </a:lnTo>
                  <a:lnTo>
                    <a:pt x="3514844" y="275344"/>
                  </a:lnTo>
                  <a:lnTo>
                    <a:pt x="3515915" y="274553"/>
                  </a:lnTo>
                  <a:lnTo>
                    <a:pt x="3516987" y="273762"/>
                  </a:lnTo>
                  <a:lnTo>
                    <a:pt x="3518058" y="272971"/>
                  </a:lnTo>
                  <a:lnTo>
                    <a:pt x="3519130" y="272179"/>
                  </a:lnTo>
                  <a:lnTo>
                    <a:pt x="3520202" y="271387"/>
                  </a:lnTo>
                  <a:lnTo>
                    <a:pt x="3521273" y="270594"/>
                  </a:lnTo>
                  <a:lnTo>
                    <a:pt x="3522345" y="269801"/>
                  </a:lnTo>
                  <a:lnTo>
                    <a:pt x="3523416" y="269007"/>
                  </a:lnTo>
                  <a:lnTo>
                    <a:pt x="3524488" y="268213"/>
                  </a:lnTo>
                  <a:lnTo>
                    <a:pt x="3525560" y="267418"/>
                  </a:lnTo>
                  <a:lnTo>
                    <a:pt x="3526631" y="266623"/>
                  </a:lnTo>
                  <a:lnTo>
                    <a:pt x="3527703" y="265827"/>
                  </a:lnTo>
                  <a:lnTo>
                    <a:pt x="3528774" y="265031"/>
                  </a:lnTo>
                  <a:lnTo>
                    <a:pt x="3529846" y="264235"/>
                  </a:lnTo>
                  <a:lnTo>
                    <a:pt x="3530918" y="263438"/>
                  </a:lnTo>
                  <a:lnTo>
                    <a:pt x="3531989" y="262640"/>
                  </a:lnTo>
                  <a:lnTo>
                    <a:pt x="3533061" y="261842"/>
                  </a:lnTo>
                  <a:lnTo>
                    <a:pt x="3534132" y="261044"/>
                  </a:lnTo>
                  <a:lnTo>
                    <a:pt x="3535204" y="260245"/>
                  </a:lnTo>
                  <a:lnTo>
                    <a:pt x="3536276" y="259446"/>
                  </a:lnTo>
                  <a:lnTo>
                    <a:pt x="3537347" y="258646"/>
                  </a:lnTo>
                  <a:lnTo>
                    <a:pt x="3538419" y="257846"/>
                  </a:lnTo>
                  <a:lnTo>
                    <a:pt x="3539490" y="257045"/>
                  </a:lnTo>
                  <a:lnTo>
                    <a:pt x="3540562" y="256244"/>
                  </a:lnTo>
                  <a:lnTo>
                    <a:pt x="3541634" y="255442"/>
                  </a:lnTo>
                  <a:lnTo>
                    <a:pt x="3542705" y="254640"/>
                  </a:lnTo>
                  <a:lnTo>
                    <a:pt x="3543777" y="253838"/>
                  </a:lnTo>
                  <a:lnTo>
                    <a:pt x="3544848" y="253035"/>
                  </a:lnTo>
                  <a:lnTo>
                    <a:pt x="3545920" y="252231"/>
                  </a:lnTo>
                  <a:lnTo>
                    <a:pt x="3546992" y="251428"/>
                  </a:lnTo>
                  <a:lnTo>
                    <a:pt x="3548063" y="250623"/>
                  </a:lnTo>
                  <a:lnTo>
                    <a:pt x="3549135" y="249818"/>
                  </a:lnTo>
                  <a:lnTo>
                    <a:pt x="3550206" y="249013"/>
                  </a:lnTo>
                  <a:lnTo>
                    <a:pt x="3551278" y="248207"/>
                  </a:lnTo>
                  <a:lnTo>
                    <a:pt x="3552349" y="247401"/>
                  </a:lnTo>
                  <a:lnTo>
                    <a:pt x="3553421" y="246595"/>
                  </a:lnTo>
                  <a:lnTo>
                    <a:pt x="3554493" y="245787"/>
                  </a:lnTo>
                  <a:lnTo>
                    <a:pt x="3555564" y="244980"/>
                  </a:lnTo>
                  <a:lnTo>
                    <a:pt x="3556636" y="244172"/>
                  </a:lnTo>
                  <a:lnTo>
                    <a:pt x="3557707" y="243363"/>
                  </a:lnTo>
                  <a:lnTo>
                    <a:pt x="3558779" y="242554"/>
                  </a:lnTo>
                  <a:lnTo>
                    <a:pt x="3559851" y="241745"/>
                  </a:lnTo>
                  <a:lnTo>
                    <a:pt x="3560922" y="240935"/>
                  </a:lnTo>
                  <a:lnTo>
                    <a:pt x="3561994" y="240125"/>
                  </a:lnTo>
                  <a:lnTo>
                    <a:pt x="3563065" y="239314"/>
                  </a:lnTo>
                  <a:lnTo>
                    <a:pt x="3564137" y="238503"/>
                  </a:lnTo>
                  <a:lnTo>
                    <a:pt x="3565209" y="237691"/>
                  </a:lnTo>
                  <a:lnTo>
                    <a:pt x="3566280" y="236879"/>
                  </a:lnTo>
                  <a:lnTo>
                    <a:pt x="3567352" y="236066"/>
                  </a:lnTo>
                  <a:lnTo>
                    <a:pt x="3568423" y="235253"/>
                  </a:lnTo>
                  <a:lnTo>
                    <a:pt x="3569495" y="234439"/>
                  </a:lnTo>
                  <a:lnTo>
                    <a:pt x="3570567" y="233625"/>
                  </a:lnTo>
                  <a:lnTo>
                    <a:pt x="3571638" y="232811"/>
                  </a:lnTo>
                  <a:lnTo>
                    <a:pt x="3572710" y="231996"/>
                  </a:lnTo>
                  <a:lnTo>
                    <a:pt x="3573781" y="231181"/>
                  </a:lnTo>
                  <a:lnTo>
                    <a:pt x="3574853" y="230365"/>
                  </a:lnTo>
                  <a:lnTo>
                    <a:pt x="3575925" y="229549"/>
                  </a:lnTo>
                  <a:lnTo>
                    <a:pt x="3576996" y="228732"/>
                  </a:lnTo>
                  <a:lnTo>
                    <a:pt x="3578068" y="227915"/>
                  </a:lnTo>
                  <a:lnTo>
                    <a:pt x="3579139" y="227097"/>
                  </a:lnTo>
                  <a:lnTo>
                    <a:pt x="3580211" y="226279"/>
                  </a:lnTo>
                  <a:lnTo>
                    <a:pt x="3581283" y="225460"/>
                  </a:lnTo>
                  <a:lnTo>
                    <a:pt x="3582354" y="224641"/>
                  </a:lnTo>
                  <a:lnTo>
                    <a:pt x="3583426" y="223822"/>
                  </a:lnTo>
                  <a:lnTo>
                    <a:pt x="3584497" y="223002"/>
                  </a:lnTo>
                  <a:lnTo>
                    <a:pt x="3585569" y="222181"/>
                  </a:lnTo>
                  <a:lnTo>
                    <a:pt x="3586641" y="221360"/>
                  </a:lnTo>
                  <a:lnTo>
                    <a:pt x="3587712" y="220539"/>
                  </a:lnTo>
                  <a:lnTo>
                    <a:pt x="3588784" y="219717"/>
                  </a:lnTo>
                  <a:lnTo>
                    <a:pt x="3589855" y="218895"/>
                  </a:lnTo>
                  <a:lnTo>
                    <a:pt x="3590927" y="218072"/>
                  </a:lnTo>
                  <a:lnTo>
                    <a:pt x="3591999" y="217249"/>
                  </a:lnTo>
                  <a:lnTo>
                    <a:pt x="3593070" y="216425"/>
                  </a:lnTo>
                  <a:lnTo>
                    <a:pt x="3594142" y="215601"/>
                  </a:lnTo>
                  <a:lnTo>
                    <a:pt x="3595213" y="214777"/>
                  </a:lnTo>
                  <a:lnTo>
                    <a:pt x="3596285" y="213952"/>
                  </a:lnTo>
                  <a:lnTo>
                    <a:pt x="3597357" y="213126"/>
                  </a:lnTo>
                  <a:lnTo>
                    <a:pt x="3598428" y="212300"/>
                  </a:lnTo>
                  <a:lnTo>
                    <a:pt x="3599500" y="211474"/>
                  </a:lnTo>
                  <a:lnTo>
                    <a:pt x="3600571" y="210647"/>
                  </a:lnTo>
                  <a:lnTo>
                    <a:pt x="3601643" y="209820"/>
                  </a:lnTo>
                  <a:lnTo>
                    <a:pt x="3602715" y="208992"/>
                  </a:lnTo>
                  <a:lnTo>
                    <a:pt x="3603786" y="208164"/>
                  </a:lnTo>
                  <a:lnTo>
                    <a:pt x="3604858" y="207335"/>
                  </a:lnTo>
                  <a:lnTo>
                    <a:pt x="3605929" y="206506"/>
                  </a:lnTo>
                  <a:lnTo>
                    <a:pt x="3607001" y="205677"/>
                  </a:lnTo>
                  <a:lnTo>
                    <a:pt x="3608073" y="204847"/>
                  </a:lnTo>
                  <a:lnTo>
                    <a:pt x="3609144" y="204016"/>
                  </a:lnTo>
                  <a:lnTo>
                    <a:pt x="3610216" y="203185"/>
                  </a:lnTo>
                  <a:lnTo>
                    <a:pt x="3611287" y="202354"/>
                  </a:lnTo>
                  <a:lnTo>
                    <a:pt x="3612359" y="201522"/>
                  </a:lnTo>
                  <a:lnTo>
                    <a:pt x="3613431" y="200690"/>
                  </a:lnTo>
                  <a:lnTo>
                    <a:pt x="3614502" y="199857"/>
                  </a:lnTo>
                  <a:lnTo>
                    <a:pt x="3615574" y="199024"/>
                  </a:lnTo>
                  <a:lnTo>
                    <a:pt x="3616645" y="198190"/>
                  </a:lnTo>
                  <a:lnTo>
                    <a:pt x="3617717" y="197356"/>
                  </a:lnTo>
                  <a:lnTo>
                    <a:pt x="3618789" y="196521"/>
                  </a:lnTo>
                  <a:lnTo>
                    <a:pt x="3619860" y="195686"/>
                  </a:lnTo>
                  <a:lnTo>
                    <a:pt x="3620932" y="194851"/>
                  </a:lnTo>
                  <a:lnTo>
                    <a:pt x="3622003" y="194015"/>
                  </a:lnTo>
                  <a:lnTo>
                    <a:pt x="3623075" y="193178"/>
                  </a:lnTo>
                  <a:lnTo>
                    <a:pt x="3624147" y="192341"/>
                  </a:lnTo>
                  <a:lnTo>
                    <a:pt x="3625218" y="191504"/>
                  </a:lnTo>
                  <a:lnTo>
                    <a:pt x="3626290" y="190666"/>
                  </a:lnTo>
                  <a:lnTo>
                    <a:pt x="3627361" y="189828"/>
                  </a:lnTo>
                  <a:lnTo>
                    <a:pt x="3628433" y="188989"/>
                  </a:lnTo>
                  <a:lnTo>
                    <a:pt x="3629505" y="188150"/>
                  </a:lnTo>
                  <a:lnTo>
                    <a:pt x="3630576" y="187310"/>
                  </a:lnTo>
                  <a:lnTo>
                    <a:pt x="3631648" y="186470"/>
                  </a:lnTo>
                  <a:lnTo>
                    <a:pt x="3632719" y="185630"/>
                  </a:lnTo>
                  <a:lnTo>
                    <a:pt x="3633791" y="184789"/>
                  </a:lnTo>
                  <a:lnTo>
                    <a:pt x="3634863" y="183947"/>
                  </a:lnTo>
                  <a:lnTo>
                    <a:pt x="3635934" y="183106"/>
                  </a:lnTo>
                  <a:lnTo>
                    <a:pt x="3637006" y="182263"/>
                  </a:lnTo>
                  <a:lnTo>
                    <a:pt x="3638077" y="181420"/>
                  </a:lnTo>
                  <a:lnTo>
                    <a:pt x="3639149" y="180577"/>
                  </a:lnTo>
                  <a:lnTo>
                    <a:pt x="3640221" y="179733"/>
                  </a:lnTo>
                  <a:lnTo>
                    <a:pt x="3641292" y="178889"/>
                  </a:lnTo>
                  <a:lnTo>
                    <a:pt x="3642364" y="178045"/>
                  </a:lnTo>
                  <a:lnTo>
                    <a:pt x="3643435" y="177200"/>
                  </a:lnTo>
                  <a:lnTo>
                    <a:pt x="3644507" y="176354"/>
                  </a:lnTo>
                  <a:lnTo>
                    <a:pt x="3645579" y="175508"/>
                  </a:lnTo>
                  <a:lnTo>
                    <a:pt x="3646650" y="174662"/>
                  </a:lnTo>
                  <a:lnTo>
                    <a:pt x="3647722" y="173815"/>
                  </a:lnTo>
                  <a:lnTo>
                    <a:pt x="3648793" y="172967"/>
                  </a:lnTo>
                  <a:lnTo>
                    <a:pt x="3649865" y="172120"/>
                  </a:lnTo>
                  <a:lnTo>
                    <a:pt x="3650937" y="171271"/>
                  </a:lnTo>
                  <a:lnTo>
                    <a:pt x="3652008" y="170423"/>
                  </a:lnTo>
                  <a:lnTo>
                    <a:pt x="3653080" y="169573"/>
                  </a:lnTo>
                  <a:lnTo>
                    <a:pt x="3654151" y="168724"/>
                  </a:lnTo>
                  <a:lnTo>
                    <a:pt x="3655223" y="167874"/>
                  </a:lnTo>
                  <a:lnTo>
                    <a:pt x="3656295" y="167023"/>
                  </a:lnTo>
                  <a:lnTo>
                    <a:pt x="3657366" y="166172"/>
                  </a:lnTo>
                  <a:lnTo>
                    <a:pt x="3658438" y="165321"/>
                  </a:lnTo>
                  <a:lnTo>
                    <a:pt x="3659509" y="164469"/>
                  </a:lnTo>
                  <a:lnTo>
                    <a:pt x="3660581" y="163616"/>
                  </a:lnTo>
                  <a:lnTo>
                    <a:pt x="3661653" y="162764"/>
                  </a:lnTo>
                  <a:lnTo>
                    <a:pt x="3662724" y="161910"/>
                  </a:lnTo>
                  <a:lnTo>
                    <a:pt x="3663796" y="161057"/>
                  </a:lnTo>
                  <a:lnTo>
                    <a:pt x="3664867" y="160202"/>
                  </a:lnTo>
                  <a:lnTo>
                    <a:pt x="3665939" y="159348"/>
                  </a:lnTo>
                  <a:lnTo>
                    <a:pt x="3667011" y="158493"/>
                  </a:lnTo>
                  <a:lnTo>
                    <a:pt x="3668082" y="157637"/>
                  </a:lnTo>
                  <a:lnTo>
                    <a:pt x="3669154" y="156781"/>
                  </a:lnTo>
                  <a:lnTo>
                    <a:pt x="3670225" y="155925"/>
                  </a:lnTo>
                  <a:lnTo>
                    <a:pt x="3671297" y="155068"/>
                  </a:lnTo>
                  <a:lnTo>
                    <a:pt x="3672369" y="154211"/>
                  </a:lnTo>
                  <a:lnTo>
                    <a:pt x="3673440" y="153353"/>
                  </a:lnTo>
                  <a:lnTo>
                    <a:pt x="3674512" y="152494"/>
                  </a:lnTo>
                  <a:lnTo>
                    <a:pt x="3675583" y="151636"/>
                  </a:lnTo>
                  <a:lnTo>
                    <a:pt x="3676655" y="150777"/>
                  </a:lnTo>
                  <a:lnTo>
                    <a:pt x="3677727" y="149917"/>
                  </a:lnTo>
                  <a:lnTo>
                    <a:pt x="3678798" y="149057"/>
                  </a:lnTo>
                  <a:lnTo>
                    <a:pt x="3679870" y="148196"/>
                  </a:lnTo>
                  <a:lnTo>
                    <a:pt x="3680941" y="147335"/>
                  </a:lnTo>
                  <a:lnTo>
                    <a:pt x="3682013" y="146474"/>
                  </a:lnTo>
                  <a:lnTo>
                    <a:pt x="3683085" y="145612"/>
                  </a:lnTo>
                  <a:lnTo>
                    <a:pt x="3684156" y="144750"/>
                  </a:lnTo>
                  <a:lnTo>
                    <a:pt x="3685228" y="143887"/>
                  </a:lnTo>
                  <a:lnTo>
                    <a:pt x="3686299" y="143024"/>
                  </a:lnTo>
                  <a:lnTo>
                    <a:pt x="3687371" y="142160"/>
                  </a:lnTo>
                  <a:lnTo>
                    <a:pt x="3688443" y="141296"/>
                  </a:lnTo>
                  <a:lnTo>
                    <a:pt x="3689514" y="140431"/>
                  </a:lnTo>
                  <a:lnTo>
                    <a:pt x="3690586" y="139566"/>
                  </a:lnTo>
                  <a:lnTo>
                    <a:pt x="3691657" y="138700"/>
                  </a:lnTo>
                  <a:lnTo>
                    <a:pt x="3692729" y="137834"/>
                  </a:lnTo>
                  <a:lnTo>
                    <a:pt x="3693801" y="136968"/>
                  </a:lnTo>
                  <a:lnTo>
                    <a:pt x="3694872" y="136101"/>
                  </a:lnTo>
                  <a:lnTo>
                    <a:pt x="3695944" y="135234"/>
                  </a:lnTo>
                  <a:lnTo>
                    <a:pt x="3697015" y="134366"/>
                  </a:lnTo>
                  <a:lnTo>
                    <a:pt x="3698087" y="133498"/>
                  </a:lnTo>
                  <a:lnTo>
                    <a:pt x="3699159" y="132629"/>
                  </a:lnTo>
                  <a:lnTo>
                    <a:pt x="3700230" y="131760"/>
                  </a:lnTo>
                  <a:lnTo>
                    <a:pt x="3701302" y="130890"/>
                  </a:lnTo>
                  <a:lnTo>
                    <a:pt x="3702373" y="130020"/>
                  </a:lnTo>
                  <a:lnTo>
                    <a:pt x="3703445" y="129150"/>
                  </a:lnTo>
                  <a:lnTo>
                    <a:pt x="3704517" y="128279"/>
                  </a:lnTo>
                  <a:lnTo>
                    <a:pt x="3705588" y="127407"/>
                  </a:lnTo>
                  <a:lnTo>
                    <a:pt x="3706660" y="126535"/>
                  </a:lnTo>
                  <a:lnTo>
                    <a:pt x="3707731" y="125663"/>
                  </a:lnTo>
                  <a:lnTo>
                    <a:pt x="3708803" y="124790"/>
                  </a:lnTo>
                  <a:lnTo>
                    <a:pt x="3709875" y="123917"/>
                  </a:lnTo>
                  <a:lnTo>
                    <a:pt x="3710946" y="123043"/>
                  </a:lnTo>
                  <a:lnTo>
                    <a:pt x="3712018" y="122169"/>
                  </a:lnTo>
                  <a:lnTo>
                    <a:pt x="3713089" y="121295"/>
                  </a:lnTo>
                  <a:lnTo>
                    <a:pt x="3714161" y="120420"/>
                  </a:lnTo>
                  <a:lnTo>
                    <a:pt x="3715233" y="119544"/>
                  </a:lnTo>
                  <a:lnTo>
                    <a:pt x="3716304" y="118668"/>
                  </a:lnTo>
                  <a:lnTo>
                    <a:pt x="3717376" y="117792"/>
                  </a:lnTo>
                  <a:lnTo>
                    <a:pt x="3718447" y="116915"/>
                  </a:lnTo>
                  <a:lnTo>
                    <a:pt x="3719519" y="116037"/>
                  </a:lnTo>
                  <a:lnTo>
                    <a:pt x="3720591" y="115160"/>
                  </a:lnTo>
                  <a:lnTo>
                    <a:pt x="3721662" y="114281"/>
                  </a:lnTo>
                  <a:lnTo>
                    <a:pt x="3722734" y="113403"/>
                  </a:lnTo>
                  <a:lnTo>
                    <a:pt x="3723805" y="112524"/>
                  </a:lnTo>
                  <a:lnTo>
                    <a:pt x="3724877" y="111644"/>
                  </a:lnTo>
                  <a:lnTo>
                    <a:pt x="3725949" y="110764"/>
                  </a:lnTo>
                  <a:lnTo>
                    <a:pt x="3727020" y="109884"/>
                  </a:lnTo>
                  <a:lnTo>
                    <a:pt x="3728092" y="109003"/>
                  </a:lnTo>
                  <a:lnTo>
                    <a:pt x="3729163" y="108121"/>
                  </a:lnTo>
                  <a:lnTo>
                    <a:pt x="3730235" y="107239"/>
                  </a:lnTo>
                  <a:lnTo>
                    <a:pt x="3731306" y="106357"/>
                  </a:lnTo>
                  <a:lnTo>
                    <a:pt x="3732378" y="105474"/>
                  </a:lnTo>
                  <a:lnTo>
                    <a:pt x="3733450" y="104591"/>
                  </a:lnTo>
                  <a:lnTo>
                    <a:pt x="3734521" y="103707"/>
                  </a:lnTo>
                  <a:lnTo>
                    <a:pt x="3735593" y="102823"/>
                  </a:lnTo>
                  <a:lnTo>
                    <a:pt x="3736664" y="101939"/>
                  </a:lnTo>
                  <a:lnTo>
                    <a:pt x="3737736" y="101054"/>
                  </a:lnTo>
                  <a:lnTo>
                    <a:pt x="3738808" y="100168"/>
                  </a:lnTo>
                  <a:lnTo>
                    <a:pt x="3739879" y="99282"/>
                  </a:lnTo>
                  <a:lnTo>
                    <a:pt x="3740951" y="98396"/>
                  </a:lnTo>
                  <a:lnTo>
                    <a:pt x="3742022" y="97509"/>
                  </a:lnTo>
                  <a:lnTo>
                    <a:pt x="3743094" y="96622"/>
                  </a:lnTo>
                  <a:lnTo>
                    <a:pt x="3744166" y="95734"/>
                  </a:lnTo>
                  <a:lnTo>
                    <a:pt x="3745237" y="94846"/>
                  </a:lnTo>
                  <a:lnTo>
                    <a:pt x="3746309" y="93957"/>
                  </a:lnTo>
                  <a:lnTo>
                    <a:pt x="3747380" y="93068"/>
                  </a:lnTo>
                  <a:lnTo>
                    <a:pt x="3748452" y="92179"/>
                  </a:lnTo>
                  <a:lnTo>
                    <a:pt x="3749524" y="91289"/>
                  </a:lnTo>
                  <a:lnTo>
                    <a:pt x="3750595" y="90398"/>
                  </a:lnTo>
                  <a:lnTo>
                    <a:pt x="3751667" y="89507"/>
                  </a:lnTo>
                  <a:lnTo>
                    <a:pt x="3752738" y="88616"/>
                  </a:lnTo>
                  <a:lnTo>
                    <a:pt x="3753810" y="87724"/>
                  </a:lnTo>
                  <a:lnTo>
                    <a:pt x="3754882" y="86832"/>
                  </a:lnTo>
                  <a:lnTo>
                    <a:pt x="3755953" y="85939"/>
                  </a:lnTo>
                  <a:lnTo>
                    <a:pt x="3757025" y="85046"/>
                  </a:lnTo>
                  <a:lnTo>
                    <a:pt x="3758096" y="84152"/>
                  </a:lnTo>
                  <a:lnTo>
                    <a:pt x="3759168" y="83258"/>
                  </a:lnTo>
                  <a:lnTo>
                    <a:pt x="3760240" y="82364"/>
                  </a:lnTo>
                  <a:lnTo>
                    <a:pt x="3761311" y="81469"/>
                  </a:lnTo>
                  <a:lnTo>
                    <a:pt x="3762383" y="80573"/>
                  </a:lnTo>
                  <a:lnTo>
                    <a:pt x="3763454" y="79677"/>
                  </a:lnTo>
                  <a:lnTo>
                    <a:pt x="3764526" y="78781"/>
                  </a:lnTo>
                  <a:lnTo>
                    <a:pt x="3765598" y="77884"/>
                  </a:lnTo>
                  <a:lnTo>
                    <a:pt x="3766669" y="76987"/>
                  </a:lnTo>
                  <a:lnTo>
                    <a:pt x="3767741" y="76089"/>
                  </a:lnTo>
                  <a:lnTo>
                    <a:pt x="3768812" y="75191"/>
                  </a:lnTo>
                  <a:lnTo>
                    <a:pt x="3769884" y="74292"/>
                  </a:lnTo>
                  <a:lnTo>
                    <a:pt x="3770956" y="73393"/>
                  </a:lnTo>
                  <a:lnTo>
                    <a:pt x="3772027" y="72494"/>
                  </a:lnTo>
                  <a:lnTo>
                    <a:pt x="3773099" y="71594"/>
                  </a:lnTo>
                  <a:lnTo>
                    <a:pt x="3774170" y="70693"/>
                  </a:lnTo>
                  <a:lnTo>
                    <a:pt x="3775242" y="69792"/>
                  </a:lnTo>
                  <a:lnTo>
                    <a:pt x="3776314" y="68891"/>
                  </a:lnTo>
                  <a:lnTo>
                    <a:pt x="3777385" y="67989"/>
                  </a:lnTo>
                  <a:lnTo>
                    <a:pt x="3778457" y="67087"/>
                  </a:lnTo>
                  <a:lnTo>
                    <a:pt x="3779528" y="66184"/>
                  </a:lnTo>
                  <a:lnTo>
                    <a:pt x="3780600" y="65281"/>
                  </a:lnTo>
                  <a:lnTo>
                    <a:pt x="3781672" y="64378"/>
                  </a:lnTo>
                  <a:lnTo>
                    <a:pt x="3782743" y="63474"/>
                  </a:lnTo>
                  <a:lnTo>
                    <a:pt x="3783815" y="62569"/>
                  </a:lnTo>
                  <a:lnTo>
                    <a:pt x="3784886" y="61664"/>
                  </a:lnTo>
                  <a:lnTo>
                    <a:pt x="3785958" y="60759"/>
                  </a:lnTo>
                  <a:lnTo>
                    <a:pt x="3787030" y="59853"/>
                  </a:lnTo>
                  <a:lnTo>
                    <a:pt x="3788101" y="58947"/>
                  </a:lnTo>
                  <a:lnTo>
                    <a:pt x="3789173" y="58040"/>
                  </a:lnTo>
                  <a:lnTo>
                    <a:pt x="3790244" y="57133"/>
                  </a:lnTo>
                  <a:lnTo>
                    <a:pt x="3791316" y="56225"/>
                  </a:lnTo>
                  <a:lnTo>
                    <a:pt x="3792388" y="55317"/>
                  </a:lnTo>
                  <a:lnTo>
                    <a:pt x="3793459" y="54408"/>
                  </a:lnTo>
                  <a:lnTo>
                    <a:pt x="3794531" y="53499"/>
                  </a:lnTo>
                  <a:lnTo>
                    <a:pt x="3795602" y="52590"/>
                  </a:lnTo>
                  <a:lnTo>
                    <a:pt x="3796674" y="51680"/>
                  </a:lnTo>
                  <a:lnTo>
                    <a:pt x="3797746" y="50769"/>
                  </a:lnTo>
                  <a:lnTo>
                    <a:pt x="3798817" y="49859"/>
                  </a:lnTo>
                  <a:lnTo>
                    <a:pt x="3799889" y="48947"/>
                  </a:lnTo>
                  <a:lnTo>
                    <a:pt x="3800960" y="48035"/>
                  </a:lnTo>
                  <a:lnTo>
                    <a:pt x="3802032" y="47123"/>
                  </a:lnTo>
                  <a:lnTo>
                    <a:pt x="3803104" y="46211"/>
                  </a:lnTo>
                  <a:lnTo>
                    <a:pt x="3804175" y="45298"/>
                  </a:lnTo>
                  <a:lnTo>
                    <a:pt x="3805247" y="44384"/>
                  </a:lnTo>
                  <a:lnTo>
                    <a:pt x="3806318" y="43470"/>
                  </a:lnTo>
                  <a:lnTo>
                    <a:pt x="3807390" y="42555"/>
                  </a:lnTo>
                  <a:lnTo>
                    <a:pt x="3808462" y="41641"/>
                  </a:lnTo>
                  <a:lnTo>
                    <a:pt x="3809533" y="40725"/>
                  </a:lnTo>
                  <a:lnTo>
                    <a:pt x="3810605" y="39809"/>
                  </a:lnTo>
                  <a:lnTo>
                    <a:pt x="3811676" y="38893"/>
                  </a:lnTo>
                  <a:lnTo>
                    <a:pt x="3812748" y="37976"/>
                  </a:lnTo>
                  <a:lnTo>
                    <a:pt x="3813820" y="37059"/>
                  </a:lnTo>
                  <a:lnTo>
                    <a:pt x="3814891" y="36141"/>
                  </a:lnTo>
                  <a:lnTo>
                    <a:pt x="3815963" y="35223"/>
                  </a:lnTo>
                  <a:lnTo>
                    <a:pt x="3817034" y="34305"/>
                  </a:lnTo>
                  <a:lnTo>
                    <a:pt x="3818106" y="33386"/>
                  </a:lnTo>
                  <a:lnTo>
                    <a:pt x="3819178" y="32466"/>
                  </a:lnTo>
                  <a:lnTo>
                    <a:pt x="3820249" y="31546"/>
                  </a:lnTo>
                  <a:lnTo>
                    <a:pt x="3821321" y="30626"/>
                  </a:lnTo>
                  <a:lnTo>
                    <a:pt x="3822392" y="29705"/>
                  </a:lnTo>
                  <a:lnTo>
                    <a:pt x="3823464" y="28784"/>
                  </a:lnTo>
                  <a:lnTo>
                    <a:pt x="3824536" y="27862"/>
                  </a:lnTo>
                  <a:lnTo>
                    <a:pt x="3825607" y="26940"/>
                  </a:lnTo>
                  <a:lnTo>
                    <a:pt x="3826679" y="26017"/>
                  </a:lnTo>
                  <a:lnTo>
                    <a:pt x="3827750" y="25094"/>
                  </a:lnTo>
                  <a:lnTo>
                    <a:pt x="3828822" y="24171"/>
                  </a:lnTo>
                  <a:lnTo>
                    <a:pt x="3829894" y="23247"/>
                  </a:lnTo>
                  <a:lnTo>
                    <a:pt x="3830965" y="22322"/>
                  </a:lnTo>
                  <a:lnTo>
                    <a:pt x="3832037" y="21397"/>
                  </a:lnTo>
                  <a:lnTo>
                    <a:pt x="3833108" y="20472"/>
                  </a:lnTo>
                  <a:lnTo>
                    <a:pt x="3834180" y="19546"/>
                  </a:lnTo>
                  <a:lnTo>
                    <a:pt x="3835252" y="18620"/>
                  </a:lnTo>
                  <a:lnTo>
                    <a:pt x="3836323" y="17693"/>
                  </a:lnTo>
                  <a:lnTo>
                    <a:pt x="3837395" y="16766"/>
                  </a:lnTo>
                  <a:lnTo>
                    <a:pt x="3838466" y="15839"/>
                  </a:lnTo>
                  <a:lnTo>
                    <a:pt x="3839538" y="14910"/>
                  </a:lnTo>
                  <a:lnTo>
                    <a:pt x="3840610" y="13982"/>
                  </a:lnTo>
                  <a:lnTo>
                    <a:pt x="3841681" y="13053"/>
                  </a:lnTo>
                  <a:lnTo>
                    <a:pt x="3842753" y="12124"/>
                  </a:lnTo>
                  <a:lnTo>
                    <a:pt x="3843824" y="11194"/>
                  </a:lnTo>
                  <a:lnTo>
                    <a:pt x="3844896" y="10263"/>
                  </a:lnTo>
                  <a:lnTo>
                    <a:pt x="3845968" y="9332"/>
                  </a:lnTo>
                  <a:lnTo>
                    <a:pt x="3847039" y="8401"/>
                  </a:lnTo>
                  <a:lnTo>
                    <a:pt x="3848111" y="7470"/>
                  </a:lnTo>
                  <a:lnTo>
                    <a:pt x="3849182" y="6537"/>
                  </a:lnTo>
                  <a:lnTo>
                    <a:pt x="3850254" y="5605"/>
                  </a:lnTo>
                  <a:lnTo>
                    <a:pt x="3851326" y="4672"/>
                  </a:lnTo>
                  <a:lnTo>
                    <a:pt x="3852397" y="3738"/>
                  </a:lnTo>
                  <a:lnTo>
                    <a:pt x="3853469" y="2804"/>
                  </a:lnTo>
                  <a:lnTo>
                    <a:pt x="3854540" y="1870"/>
                  </a:lnTo>
                  <a:lnTo>
                    <a:pt x="3855612" y="935"/>
                  </a:lnTo>
                  <a:lnTo>
                    <a:pt x="3856684" y="0"/>
                  </a:lnTo>
                  <a:lnTo>
                    <a:pt x="3856684" y="606006"/>
                  </a:lnTo>
                  <a:lnTo>
                    <a:pt x="3855612" y="606358"/>
                  </a:lnTo>
                  <a:lnTo>
                    <a:pt x="3854540" y="606709"/>
                  </a:lnTo>
                  <a:lnTo>
                    <a:pt x="3853469" y="607060"/>
                  </a:lnTo>
                  <a:lnTo>
                    <a:pt x="3852397" y="607411"/>
                  </a:lnTo>
                  <a:lnTo>
                    <a:pt x="3851326" y="607762"/>
                  </a:lnTo>
                  <a:lnTo>
                    <a:pt x="3850254" y="608113"/>
                  </a:lnTo>
                  <a:lnTo>
                    <a:pt x="3849182" y="608464"/>
                  </a:lnTo>
                  <a:lnTo>
                    <a:pt x="3848111" y="608815"/>
                  </a:lnTo>
                  <a:lnTo>
                    <a:pt x="3847039" y="609167"/>
                  </a:lnTo>
                  <a:lnTo>
                    <a:pt x="3845968" y="609518"/>
                  </a:lnTo>
                  <a:lnTo>
                    <a:pt x="3844896" y="609869"/>
                  </a:lnTo>
                  <a:lnTo>
                    <a:pt x="3843824" y="610220"/>
                  </a:lnTo>
                  <a:lnTo>
                    <a:pt x="3842753" y="610572"/>
                  </a:lnTo>
                  <a:lnTo>
                    <a:pt x="3841681" y="610923"/>
                  </a:lnTo>
                  <a:lnTo>
                    <a:pt x="3840610" y="611274"/>
                  </a:lnTo>
                  <a:lnTo>
                    <a:pt x="3839538" y="611626"/>
                  </a:lnTo>
                  <a:lnTo>
                    <a:pt x="3838466" y="611977"/>
                  </a:lnTo>
                  <a:lnTo>
                    <a:pt x="3837395" y="612328"/>
                  </a:lnTo>
                  <a:lnTo>
                    <a:pt x="3836323" y="612680"/>
                  </a:lnTo>
                  <a:lnTo>
                    <a:pt x="3835252" y="613031"/>
                  </a:lnTo>
                  <a:lnTo>
                    <a:pt x="3834180" y="613383"/>
                  </a:lnTo>
                  <a:lnTo>
                    <a:pt x="3833108" y="613734"/>
                  </a:lnTo>
                  <a:lnTo>
                    <a:pt x="3832037" y="614086"/>
                  </a:lnTo>
                  <a:lnTo>
                    <a:pt x="3830965" y="614437"/>
                  </a:lnTo>
                  <a:lnTo>
                    <a:pt x="3829894" y="614789"/>
                  </a:lnTo>
                  <a:lnTo>
                    <a:pt x="3828822" y="615140"/>
                  </a:lnTo>
                  <a:lnTo>
                    <a:pt x="3827750" y="615492"/>
                  </a:lnTo>
                  <a:lnTo>
                    <a:pt x="3826679" y="615843"/>
                  </a:lnTo>
                  <a:lnTo>
                    <a:pt x="3825607" y="616195"/>
                  </a:lnTo>
                  <a:lnTo>
                    <a:pt x="3824536" y="616546"/>
                  </a:lnTo>
                  <a:lnTo>
                    <a:pt x="3823464" y="616898"/>
                  </a:lnTo>
                  <a:lnTo>
                    <a:pt x="3822392" y="617250"/>
                  </a:lnTo>
                  <a:lnTo>
                    <a:pt x="3821321" y="617601"/>
                  </a:lnTo>
                  <a:lnTo>
                    <a:pt x="3820249" y="617953"/>
                  </a:lnTo>
                  <a:lnTo>
                    <a:pt x="3819178" y="618305"/>
                  </a:lnTo>
                  <a:lnTo>
                    <a:pt x="3818106" y="618657"/>
                  </a:lnTo>
                  <a:lnTo>
                    <a:pt x="3817034" y="619008"/>
                  </a:lnTo>
                  <a:lnTo>
                    <a:pt x="3815963" y="619360"/>
                  </a:lnTo>
                  <a:lnTo>
                    <a:pt x="3814891" y="619712"/>
                  </a:lnTo>
                  <a:lnTo>
                    <a:pt x="3813820" y="620064"/>
                  </a:lnTo>
                  <a:lnTo>
                    <a:pt x="3812748" y="620416"/>
                  </a:lnTo>
                  <a:lnTo>
                    <a:pt x="3811676" y="620767"/>
                  </a:lnTo>
                  <a:lnTo>
                    <a:pt x="3810605" y="621119"/>
                  </a:lnTo>
                  <a:lnTo>
                    <a:pt x="3809533" y="621471"/>
                  </a:lnTo>
                  <a:lnTo>
                    <a:pt x="3808462" y="621823"/>
                  </a:lnTo>
                  <a:lnTo>
                    <a:pt x="3807390" y="622175"/>
                  </a:lnTo>
                  <a:lnTo>
                    <a:pt x="3806318" y="622527"/>
                  </a:lnTo>
                  <a:lnTo>
                    <a:pt x="3805247" y="622879"/>
                  </a:lnTo>
                  <a:lnTo>
                    <a:pt x="3804175" y="623231"/>
                  </a:lnTo>
                  <a:lnTo>
                    <a:pt x="3803104" y="623583"/>
                  </a:lnTo>
                  <a:lnTo>
                    <a:pt x="3802032" y="623935"/>
                  </a:lnTo>
                  <a:lnTo>
                    <a:pt x="3800960" y="624287"/>
                  </a:lnTo>
                  <a:lnTo>
                    <a:pt x="3799889" y="624640"/>
                  </a:lnTo>
                  <a:lnTo>
                    <a:pt x="3798817" y="624992"/>
                  </a:lnTo>
                  <a:lnTo>
                    <a:pt x="3797746" y="625344"/>
                  </a:lnTo>
                  <a:lnTo>
                    <a:pt x="3796674" y="625696"/>
                  </a:lnTo>
                  <a:lnTo>
                    <a:pt x="3795602" y="626048"/>
                  </a:lnTo>
                  <a:lnTo>
                    <a:pt x="3794531" y="626401"/>
                  </a:lnTo>
                  <a:lnTo>
                    <a:pt x="3793459" y="626753"/>
                  </a:lnTo>
                  <a:lnTo>
                    <a:pt x="3792388" y="627105"/>
                  </a:lnTo>
                  <a:lnTo>
                    <a:pt x="3791316" y="627457"/>
                  </a:lnTo>
                  <a:lnTo>
                    <a:pt x="3790244" y="627810"/>
                  </a:lnTo>
                  <a:lnTo>
                    <a:pt x="3789173" y="628162"/>
                  </a:lnTo>
                  <a:lnTo>
                    <a:pt x="3788101" y="628515"/>
                  </a:lnTo>
                  <a:lnTo>
                    <a:pt x="3787030" y="628867"/>
                  </a:lnTo>
                  <a:lnTo>
                    <a:pt x="3785958" y="629219"/>
                  </a:lnTo>
                  <a:lnTo>
                    <a:pt x="3784886" y="629572"/>
                  </a:lnTo>
                  <a:lnTo>
                    <a:pt x="3783815" y="629924"/>
                  </a:lnTo>
                  <a:lnTo>
                    <a:pt x="3782743" y="630277"/>
                  </a:lnTo>
                  <a:lnTo>
                    <a:pt x="3781672" y="630629"/>
                  </a:lnTo>
                  <a:lnTo>
                    <a:pt x="3780600" y="630982"/>
                  </a:lnTo>
                  <a:lnTo>
                    <a:pt x="3779528" y="631335"/>
                  </a:lnTo>
                  <a:lnTo>
                    <a:pt x="3778457" y="631687"/>
                  </a:lnTo>
                  <a:lnTo>
                    <a:pt x="3777385" y="632040"/>
                  </a:lnTo>
                  <a:lnTo>
                    <a:pt x="3776314" y="632393"/>
                  </a:lnTo>
                  <a:lnTo>
                    <a:pt x="3775242" y="632745"/>
                  </a:lnTo>
                  <a:lnTo>
                    <a:pt x="3774170" y="633098"/>
                  </a:lnTo>
                  <a:lnTo>
                    <a:pt x="3773099" y="633451"/>
                  </a:lnTo>
                  <a:lnTo>
                    <a:pt x="3772027" y="633804"/>
                  </a:lnTo>
                  <a:lnTo>
                    <a:pt x="3770956" y="634156"/>
                  </a:lnTo>
                  <a:lnTo>
                    <a:pt x="3769884" y="634509"/>
                  </a:lnTo>
                  <a:lnTo>
                    <a:pt x="3768812" y="634862"/>
                  </a:lnTo>
                  <a:lnTo>
                    <a:pt x="3767741" y="635215"/>
                  </a:lnTo>
                  <a:lnTo>
                    <a:pt x="3766669" y="635568"/>
                  </a:lnTo>
                  <a:lnTo>
                    <a:pt x="3765598" y="635921"/>
                  </a:lnTo>
                  <a:lnTo>
                    <a:pt x="3764526" y="636274"/>
                  </a:lnTo>
                  <a:lnTo>
                    <a:pt x="3763454" y="636627"/>
                  </a:lnTo>
                  <a:lnTo>
                    <a:pt x="3762383" y="636980"/>
                  </a:lnTo>
                  <a:lnTo>
                    <a:pt x="3761311" y="637333"/>
                  </a:lnTo>
                  <a:lnTo>
                    <a:pt x="3760240" y="637686"/>
                  </a:lnTo>
                  <a:lnTo>
                    <a:pt x="3759168" y="638039"/>
                  </a:lnTo>
                  <a:lnTo>
                    <a:pt x="3758096" y="638393"/>
                  </a:lnTo>
                  <a:lnTo>
                    <a:pt x="3757025" y="638746"/>
                  </a:lnTo>
                  <a:lnTo>
                    <a:pt x="3755953" y="639099"/>
                  </a:lnTo>
                  <a:lnTo>
                    <a:pt x="3754882" y="639452"/>
                  </a:lnTo>
                  <a:lnTo>
                    <a:pt x="3753810" y="639806"/>
                  </a:lnTo>
                  <a:lnTo>
                    <a:pt x="3752738" y="640159"/>
                  </a:lnTo>
                  <a:lnTo>
                    <a:pt x="3751667" y="640512"/>
                  </a:lnTo>
                  <a:lnTo>
                    <a:pt x="3750595" y="640866"/>
                  </a:lnTo>
                  <a:lnTo>
                    <a:pt x="3749524" y="641219"/>
                  </a:lnTo>
                  <a:lnTo>
                    <a:pt x="3748452" y="641572"/>
                  </a:lnTo>
                  <a:lnTo>
                    <a:pt x="3747380" y="641926"/>
                  </a:lnTo>
                  <a:lnTo>
                    <a:pt x="3746309" y="642279"/>
                  </a:lnTo>
                  <a:lnTo>
                    <a:pt x="3745237" y="642633"/>
                  </a:lnTo>
                  <a:lnTo>
                    <a:pt x="3744166" y="642987"/>
                  </a:lnTo>
                  <a:lnTo>
                    <a:pt x="3743094" y="643340"/>
                  </a:lnTo>
                  <a:lnTo>
                    <a:pt x="3742022" y="643694"/>
                  </a:lnTo>
                  <a:lnTo>
                    <a:pt x="3740951" y="644047"/>
                  </a:lnTo>
                  <a:lnTo>
                    <a:pt x="3739879" y="644401"/>
                  </a:lnTo>
                  <a:lnTo>
                    <a:pt x="3738808" y="644755"/>
                  </a:lnTo>
                  <a:lnTo>
                    <a:pt x="3737736" y="645109"/>
                  </a:lnTo>
                  <a:lnTo>
                    <a:pt x="3736664" y="645462"/>
                  </a:lnTo>
                  <a:lnTo>
                    <a:pt x="3735593" y="645816"/>
                  </a:lnTo>
                  <a:lnTo>
                    <a:pt x="3734521" y="646170"/>
                  </a:lnTo>
                  <a:lnTo>
                    <a:pt x="3733450" y="646524"/>
                  </a:lnTo>
                  <a:lnTo>
                    <a:pt x="3732378" y="646878"/>
                  </a:lnTo>
                  <a:lnTo>
                    <a:pt x="3731306" y="647232"/>
                  </a:lnTo>
                  <a:lnTo>
                    <a:pt x="3730235" y="647586"/>
                  </a:lnTo>
                  <a:lnTo>
                    <a:pt x="3729163" y="647940"/>
                  </a:lnTo>
                  <a:lnTo>
                    <a:pt x="3728092" y="648294"/>
                  </a:lnTo>
                  <a:lnTo>
                    <a:pt x="3727020" y="648648"/>
                  </a:lnTo>
                  <a:lnTo>
                    <a:pt x="3725949" y="649002"/>
                  </a:lnTo>
                  <a:lnTo>
                    <a:pt x="3724877" y="649357"/>
                  </a:lnTo>
                  <a:lnTo>
                    <a:pt x="3723805" y="649711"/>
                  </a:lnTo>
                  <a:lnTo>
                    <a:pt x="3722734" y="650065"/>
                  </a:lnTo>
                  <a:lnTo>
                    <a:pt x="3721662" y="650419"/>
                  </a:lnTo>
                  <a:lnTo>
                    <a:pt x="3720591" y="650774"/>
                  </a:lnTo>
                  <a:lnTo>
                    <a:pt x="3719519" y="651128"/>
                  </a:lnTo>
                  <a:lnTo>
                    <a:pt x="3718447" y="651482"/>
                  </a:lnTo>
                  <a:lnTo>
                    <a:pt x="3717376" y="651837"/>
                  </a:lnTo>
                  <a:lnTo>
                    <a:pt x="3716304" y="652191"/>
                  </a:lnTo>
                  <a:lnTo>
                    <a:pt x="3715233" y="652546"/>
                  </a:lnTo>
                  <a:lnTo>
                    <a:pt x="3714161" y="652900"/>
                  </a:lnTo>
                  <a:lnTo>
                    <a:pt x="3713089" y="653255"/>
                  </a:lnTo>
                  <a:lnTo>
                    <a:pt x="3712018" y="653609"/>
                  </a:lnTo>
                  <a:lnTo>
                    <a:pt x="3710946" y="653964"/>
                  </a:lnTo>
                  <a:lnTo>
                    <a:pt x="3709875" y="654319"/>
                  </a:lnTo>
                  <a:lnTo>
                    <a:pt x="3708803" y="654673"/>
                  </a:lnTo>
                  <a:lnTo>
                    <a:pt x="3707731" y="655028"/>
                  </a:lnTo>
                  <a:lnTo>
                    <a:pt x="3706660" y="655383"/>
                  </a:lnTo>
                  <a:lnTo>
                    <a:pt x="3705588" y="655738"/>
                  </a:lnTo>
                  <a:lnTo>
                    <a:pt x="3704517" y="656093"/>
                  </a:lnTo>
                  <a:lnTo>
                    <a:pt x="3703445" y="656448"/>
                  </a:lnTo>
                  <a:lnTo>
                    <a:pt x="3702373" y="656803"/>
                  </a:lnTo>
                  <a:lnTo>
                    <a:pt x="3701302" y="657158"/>
                  </a:lnTo>
                  <a:lnTo>
                    <a:pt x="3700230" y="657513"/>
                  </a:lnTo>
                  <a:lnTo>
                    <a:pt x="3699159" y="657868"/>
                  </a:lnTo>
                  <a:lnTo>
                    <a:pt x="3698087" y="658223"/>
                  </a:lnTo>
                  <a:lnTo>
                    <a:pt x="3697015" y="658578"/>
                  </a:lnTo>
                  <a:lnTo>
                    <a:pt x="3695944" y="658933"/>
                  </a:lnTo>
                  <a:lnTo>
                    <a:pt x="3694872" y="659288"/>
                  </a:lnTo>
                  <a:lnTo>
                    <a:pt x="3693801" y="659644"/>
                  </a:lnTo>
                  <a:lnTo>
                    <a:pt x="3692729" y="659999"/>
                  </a:lnTo>
                  <a:lnTo>
                    <a:pt x="3691657" y="660354"/>
                  </a:lnTo>
                  <a:lnTo>
                    <a:pt x="3690586" y="660710"/>
                  </a:lnTo>
                  <a:lnTo>
                    <a:pt x="3689514" y="661065"/>
                  </a:lnTo>
                  <a:lnTo>
                    <a:pt x="3688443" y="661420"/>
                  </a:lnTo>
                  <a:lnTo>
                    <a:pt x="3687371" y="661776"/>
                  </a:lnTo>
                  <a:lnTo>
                    <a:pt x="3686299" y="662131"/>
                  </a:lnTo>
                  <a:lnTo>
                    <a:pt x="3685228" y="662487"/>
                  </a:lnTo>
                  <a:lnTo>
                    <a:pt x="3684156" y="662843"/>
                  </a:lnTo>
                  <a:lnTo>
                    <a:pt x="3683085" y="663198"/>
                  </a:lnTo>
                  <a:lnTo>
                    <a:pt x="3682013" y="663554"/>
                  </a:lnTo>
                  <a:lnTo>
                    <a:pt x="3680941" y="663910"/>
                  </a:lnTo>
                  <a:lnTo>
                    <a:pt x="3679870" y="664266"/>
                  </a:lnTo>
                  <a:lnTo>
                    <a:pt x="3678798" y="664621"/>
                  </a:lnTo>
                  <a:lnTo>
                    <a:pt x="3677727" y="664977"/>
                  </a:lnTo>
                  <a:lnTo>
                    <a:pt x="3676655" y="665333"/>
                  </a:lnTo>
                  <a:lnTo>
                    <a:pt x="3675583" y="665689"/>
                  </a:lnTo>
                  <a:lnTo>
                    <a:pt x="3674512" y="666045"/>
                  </a:lnTo>
                  <a:lnTo>
                    <a:pt x="3673440" y="666401"/>
                  </a:lnTo>
                  <a:lnTo>
                    <a:pt x="3672369" y="666757"/>
                  </a:lnTo>
                  <a:lnTo>
                    <a:pt x="3671297" y="667113"/>
                  </a:lnTo>
                  <a:lnTo>
                    <a:pt x="3670225" y="667470"/>
                  </a:lnTo>
                  <a:lnTo>
                    <a:pt x="3669154" y="667826"/>
                  </a:lnTo>
                  <a:lnTo>
                    <a:pt x="3668082" y="668182"/>
                  </a:lnTo>
                  <a:lnTo>
                    <a:pt x="3667011" y="668538"/>
                  </a:lnTo>
                  <a:lnTo>
                    <a:pt x="3665939" y="668895"/>
                  </a:lnTo>
                  <a:lnTo>
                    <a:pt x="3664867" y="669251"/>
                  </a:lnTo>
                  <a:lnTo>
                    <a:pt x="3663796" y="669608"/>
                  </a:lnTo>
                  <a:lnTo>
                    <a:pt x="3662724" y="669964"/>
                  </a:lnTo>
                  <a:lnTo>
                    <a:pt x="3661653" y="670321"/>
                  </a:lnTo>
                  <a:lnTo>
                    <a:pt x="3660581" y="670677"/>
                  </a:lnTo>
                  <a:lnTo>
                    <a:pt x="3659509" y="671034"/>
                  </a:lnTo>
                  <a:lnTo>
                    <a:pt x="3658438" y="671391"/>
                  </a:lnTo>
                  <a:lnTo>
                    <a:pt x="3657366" y="671747"/>
                  </a:lnTo>
                  <a:lnTo>
                    <a:pt x="3656295" y="672104"/>
                  </a:lnTo>
                  <a:lnTo>
                    <a:pt x="3655223" y="672461"/>
                  </a:lnTo>
                  <a:lnTo>
                    <a:pt x="3654151" y="672818"/>
                  </a:lnTo>
                  <a:lnTo>
                    <a:pt x="3653080" y="673175"/>
                  </a:lnTo>
                  <a:lnTo>
                    <a:pt x="3652008" y="673532"/>
                  </a:lnTo>
                  <a:lnTo>
                    <a:pt x="3650937" y="673889"/>
                  </a:lnTo>
                  <a:lnTo>
                    <a:pt x="3649865" y="674246"/>
                  </a:lnTo>
                  <a:lnTo>
                    <a:pt x="3648793" y="674603"/>
                  </a:lnTo>
                  <a:lnTo>
                    <a:pt x="3647722" y="674960"/>
                  </a:lnTo>
                  <a:lnTo>
                    <a:pt x="3646650" y="675317"/>
                  </a:lnTo>
                  <a:lnTo>
                    <a:pt x="3645579" y="675674"/>
                  </a:lnTo>
                  <a:lnTo>
                    <a:pt x="3644507" y="676032"/>
                  </a:lnTo>
                  <a:lnTo>
                    <a:pt x="3643435" y="676389"/>
                  </a:lnTo>
                  <a:lnTo>
                    <a:pt x="3642364" y="676746"/>
                  </a:lnTo>
                  <a:lnTo>
                    <a:pt x="3641292" y="677104"/>
                  </a:lnTo>
                  <a:lnTo>
                    <a:pt x="3640221" y="677461"/>
                  </a:lnTo>
                  <a:lnTo>
                    <a:pt x="3639149" y="677819"/>
                  </a:lnTo>
                  <a:lnTo>
                    <a:pt x="3638077" y="678176"/>
                  </a:lnTo>
                  <a:lnTo>
                    <a:pt x="3637006" y="678534"/>
                  </a:lnTo>
                  <a:lnTo>
                    <a:pt x="3635934" y="678892"/>
                  </a:lnTo>
                  <a:lnTo>
                    <a:pt x="3634863" y="679249"/>
                  </a:lnTo>
                  <a:lnTo>
                    <a:pt x="3633791" y="679607"/>
                  </a:lnTo>
                  <a:lnTo>
                    <a:pt x="3632719" y="679965"/>
                  </a:lnTo>
                  <a:lnTo>
                    <a:pt x="3631648" y="680323"/>
                  </a:lnTo>
                  <a:lnTo>
                    <a:pt x="3630576" y="680681"/>
                  </a:lnTo>
                  <a:lnTo>
                    <a:pt x="3629505" y="681039"/>
                  </a:lnTo>
                  <a:lnTo>
                    <a:pt x="3628433" y="681397"/>
                  </a:lnTo>
                  <a:lnTo>
                    <a:pt x="3627361" y="681755"/>
                  </a:lnTo>
                  <a:lnTo>
                    <a:pt x="3626290" y="682113"/>
                  </a:lnTo>
                  <a:lnTo>
                    <a:pt x="3625218" y="682471"/>
                  </a:lnTo>
                  <a:lnTo>
                    <a:pt x="3624147" y="682830"/>
                  </a:lnTo>
                  <a:lnTo>
                    <a:pt x="3623075" y="683188"/>
                  </a:lnTo>
                  <a:lnTo>
                    <a:pt x="3622003" y="683546"/>
                  </a:lnTo>
                  <a:lnTo>
                    <a:pt x="3620932" y="683905"/>
                  </a:lnTo>
                  <a:lnTo>
                    <a:pt x="3619860" y="684263"/>
                  </a:lnTo>
                  <a:lnTo>
                    <a:pt x="3618789" y="684622"/>
                  </a:lnTo>
                  <a:lnTo>
                    <a:pt x="3617717" y="684980"/>
                  </a:lnTo>
                  <a:lnTo>
                    <a:pt x="3616645" y="685339"/>
                  </a:lnTo>
                  <a:lnTo>
                    <a:pt x="3615574" y="685697"/>
                  </a:lnTo>
                  <a:lnTo>
                    <a:pt x="3614502" y="686056"/>
                  </a:lnTo>
                  <a:lnTo>
                    <a:pt x="3613431" y="686415"/>
                  </a:lnTo>
                  <a:lnTo>
                    <a:pt x="3612359" y="686774"/>
                  </a:lnTo>
                  <a:lnTo>
                    <a:pt x="3611287" y="687133"/>
                  </a:lnTo>
                  <a:lnTo>
                    <a:pt x="3610216" y="687492"/>
                  </a:lnTo>
                  <a:lnTo>
                    <a:pt x="3609144" y="687851"/>
                  </a:lnTo>
                  <a:lnTo>
                    <a:pt x="3608073" y="688210"/>
                  </a:lnTo>
                  <a:lnTo>
                    <a:pt x="3607001" y="688569"/>
                  </a:lnTo>
                  <a:lnTo>
                    <a:pt x="3605929" y="688928"/>
                  </a:lnTo>
                  <a:lnTo>
                    <a:pt x="3604858" y="689287"/>
                  </a:lnTo>
                  <a:lnTo>
                    <a:pt x="3603786" y="689646"/>
                  </a:lnTo>
                  <a:lnTo>
                    <a:pt x="3602715" y="690006"/>
                  </a:lnTo>
                  <a:lnTo>
                    <a:pt x="3601643" y="690365"/>
                  </a:lnTo>
                  <a:lnTo>
                    <a:pt x="3600571" y="690724"/>
                  </a:lnTo>
                  <a:lnTo>
                    <a:pt x="3599500" y="691084"/>
                  </a:lnTo>
                  <a:lnTo>
                    <a:pt x="3598428" y="691443"/>
                  </a:lnTo>
                  <a:lnTo>
                    <a:pt x="3597357" y="691803"/>
                  </a:lnTo>
                  <a:lnTo>
                    <a:pt x="3596285" y="692163"/>
                  </a:lnTo>
                  <a:lnTo>
                    <a:pt x="3595213" y="692522"/>
                  </a:lnTo>
                  <a:lnTo>
                    <a:pt x="3594142" y="692882"/>
                  </a:lnTo>
                  <a:lnTo>
                    <a:pt x="3593070" y="693242"/>
                  </a:lnTo>
                  <a:lnTo>
                    <a:pt x="3591999" y="693602"/>
                  </a:lnTo>
                  <a:lnTo>
                    <a:pt x="3590927" y="693962"/>
                  </a:lnTo>
                  <a:lnTo>
                    <a:pt x="3589855" y="694322"/>
                  </a:lnTo>
                  <a:lnTo>
                    <a:pt x="3588784" y="694682"/>
                  </a:lnTo>
                  <a:lnTo>
                    <a:pt x="3587712" y="695042"/>
                  </a:lnTo>
                  <a:lnTo>
                    <a:pt x="3586641" y="695402"/>
                  </a:lnTo>
                  <a:lnTo>
                    <a:pt x="3585569" y="695763"/>
                  </a:lnTo>
                  <a:lnTo>
                    <a:pt x="3584497" y="696123"/>
                  </a:lnTo>
                  <a:lnTo>
                    <a:pt x="3583426" y="696483"/>
                  </a:lnTo>
                  <a:lnTo>
                    <a:pt x="3582354" y="696844"/>
                  </a:lnTo>
                  <a:lnTo>
                    <a:pt x="3581283" y="697204"/>
                  </a:lnTo>
                  <a:lnTo>
                    <a:pt x="3580211" y="697565"/>
                  </a:lnTo>
                  <a:lnTo>
                    <a:pt x="3579139" y="697925"/>
                  </a:lnTo>
                  <a:lnTo>
                    <a:pt x="3578068" y="698286"/>
                  </a:lnTo>
                  <a:lnTo>
                    <a:pt x="3576996" y="698647"/>
                  </a:lnTo>
                  <a:lnTo>
                    <a:pt x="3575925" y="699007"/>
                  </a:lnTo>
                  <a:lnTo>
                    <a:pt x="3574853" y="699368"/>
                  </a:lnTo>
                  <a:lnTo>
                    <a:pt x="3573781" y="699729"/>
                  </a:lnTo>
                  <a:lnTo>
                    <a:pt x="3572710" y="700090"/>
                  </a:lnTo>
                  <a:lnTo>
                    <a:pt x="3571638" y="700451"/>
                  </a:lnTo>
                  <a:lnTo>
                    <a:pt x="3570567" y="700812"/>
                  </a:lnTo>
                  <a:lnTo>
                    <a:pt x="3569495" y="701174"/>
                  </a:lnTo>
                  <a:lnTo>
                    <a:pt x="3568423" y="701535"/>
                  </a:lnTo>
                  <a:lnTo>
                    <a:pt x="3567352" y="701896"/>
                  </a:lnTo>
                  <a:lnTo>
                    <a:pt x="3566280" y="702257"/>
                  </a:lnTo>
                  <a:lnTo>
                    <a:pt x="3565209" y="702619"/>
                  </a:lnTo>
                  <a:lnTo>
                    <a:pt x="3564137" y="702980"/>
                  </a:lnTo>
                  <a:lnTo>
                    <a:pt x="3563065" y="703342"/>
                  </a:lnTo>
                  <a:lnTo>
                    <a:pt x="3561994" y="703703"/>
                  </a:lnTo>
                  <a:lnTo>
                    <a:pt x="3560922" y="704065"/>
                  </a:lnTo>
                  <a:lnTo>
                    <a:pt x="3559851" y="704427"/>
                  </a:lnTo>
                  <a:lnTo>
                    <a:pt x="3558779" y="704789"/>
                  </a:lnTo>
                  <a:lnTo>
                    <a:pt x="3557707" y="705150"/>
                  </a:lnTo>
                  <a:lnTo>
                    <a:pt x="3556636" y="705512"/>
                  </a:lnTo>
                  <a:lnTo>
                    <a:pt x="3555564" y="705874"/>
                  </a:lnTo>
                  <a:lnTo>
                    <a:pt x="3554493" y="706236"/>
                  </a:lnTo>
                  <a:lnTo>
                    <a:pt x="3553421" y="706599"/>
                  </a:lnTo>
                  <a:lnTo>
                    <a:pt x="3552349" y="706961"/>
                  </a:lnTo>
                  <a:lnTo>
                    <a:pt x="3551278" y="707323"/>
                  </a:lnTo>
                  <a:lnTo>
                    <a:pt x="3550206" y="707685"/>
                  </a:lnTo>
                  <a:lnTo>
                    <a:pt x="3549135" y="708048"/>
                  </a:lnTo>
                  <a:lnTo>
                    <a:pt x="3548063" y="708410"/>
                  </a:lnTo>
                  <a:lnTo>
                    <a:pt x="3546992" y="708773"/>
                  </a:lnTo>
                  <a:lnTo>
                    <a:pt x="3545920" y="709135"/>
                  </a:lnTo>
                  <a:lnTo>
                    <a:pt x="3544848" y="709498"/>
                  </a:lnTo>
                  <a:lnTo>
                    <a:pt x="3543777" y="709861"/>
                  </a:lnTo>
                  <a:lnTo>
                    <a:pt x="3542705" y="710223"/>
                  </a:lnTo>
                  <a:lnTo>
                    <a:pt x="3541634" y="710586"/>
                  </a:lnTo>
                  <a:lnTo>
                    <a:pt x="3540562" y="710949"/>
                  </a:lnTo>
                  <a:lnTo>
                    <a:pt x="3539490" y="711312"/>
                  </a:lnTo>
                  <a:lnTo>
                    <a:pt x="3538419" y="711675"/>
                  </a:lnTo>
                  <a:lnTo>
                    <a:pt x="3537347" y="712038"/>
                  </a:lnTo>
                  <a:lnTo>
                    <a:pt x="3536276" y="712402"/>
                  </a:lnTo>
                  <a:lnTo>
                    <a:pt x="3535204" y="712765"/>
                  </a:lnTo>
                  <a:lnTo>
                    <a:pt x="3534132" y="713128"/>
                  </a:lnTo>
                  <a:lnTo>
                    <a:pt x="3533061" y="713492"/>
                  </a:lnTo>
                  <a:lnTo>
                    <a:pt x="3531989" y="713855"/>
                  </a:lnTo>
                  <a:lnTo>
                    <a:pt x="3530918" y="714219"/>
                  </a:lnTo>
                  <a:lnTo>
                    <a:pt x="3529846" y="714582"/>
                  </a:lnTo>
                  <a:lnTo>
                    <a:pt x="3528774" y="714946"/>
                  </a:lnTo>
                  <a:lnTo>
                    <a:pt x="3527703" y="715310"/>
                  </a:lnTo>
                  <a:lnTo>
                    <a:pt x="3526631" y="715674"/>
                  </a:lnTo>
                  <a:lnTo>
                    <a:pt x="3525560" y="716037"/>
                  </a:lnTo>
                  <a:lnTo>
                    <a:pt x="3524488" y="716401"/>
                  </a:lnTo>
                  <a:lnTo>
                    <a:pt x="3523416" y="716765"/>
                  </a:lnTo>
                  <a:lnTo>
                    <a:pt x="3522345" y="717130"/>
                  </a:lnTo>
                  <a:lnTo>
                    <a:pt x="3521273" y="717494"/>
                  </a:lnTo>
                  <a:lnTo>
                    <a:pt x="3520202" y="717858"/>
                  </a:lnTo>
                  <a:lnTo>
                    <a:pt x="3519130" y="718222"/>
                  </a:lnTo>
                  <a:lnTo>
                    <a:pt x="3518058" y="718587"/>
                  </a:lnTo>
                  <a:lnTo>
                    <a:pt x="3516987" y="718951"/>
                  </a:lnTo>
                  <a:lnTo>
                    <a:pt x="3515915" y="719316"/>
                  </a:lnTo>
                  <a:lnTo>
                    <a:pt x="3514844" y="719680"/>
                  </a:lnTo>
                  <a:lnTo>
                    <a:pt x="3513772" y="720045"/>
                  </a:lnTo>
                  <a:lnTo>
                    <a:pt x="3512700" y="720410"/>
                  </a:lnTo>
                  <a:lnTo>
                    <a:pt x="3511629" y="720775"/>
                  </a:lnTo>
                  <a:lnTo>
                    <a:pt x="3510557" y="721140"/>
                  </a:lnTo>
                  <a:lnTo>
                    <a:pt x="3509486" y="721505"/>
                  </a:lnTo>
                  <a:lnTo>
                    <a:pt x="3508414" y="721870"/>
                  </a:lnTo>
                  <a:lnTo>
                    <a:pt x="3507342" y="722235"/>
                  </a:lnTo>
                  <a:lnTo>
                    <a:pt x="3506271" y="722600"/>
                  </a:lnTo>
                  <a:lnTo>
                    <a:pt x="3505199" y="722965"/>
                  </a:lnTo>
                  <a:lnTo>
                    <a:pt x="3504128" y="723331"/>
                  </a:lnTo>
                  <a:lnTo>
                    <a:pt x="3503056" y="723696"/>
                  </a:lnTo>
                  <a:lnTo>
                    <a:pt x="3501984" y="724062"/>
                  </a:lnTo>
                  <a:lnTo>
                    <a:pt x="3500913" y="724427"/>
                  </a:lnTo>
                  <a:lnTo>
                    <a:pt x="3499841" y="724793"/>
                  </a:lnTo>
                  <a:lnTo>
                    <a:pt x="3498770" y="725159"/>
                  </a:lnTo>
                  <a:lnTo>
                    <a:pt x="3497698" y="725525"/>
                  </a:lnTo>
                  <a:lnTo>
                    <a:pt x="3496626" y="725891"/>
                  </a:lnTo>
                  <a:lnTo>
                    <a:pt x="3495555" y="726257"/>
                  </a:lnTo>
                  <a:lnTo>
                    <a:pt x="3494483" y="726623"/>
                  </a:lnTo>
                  <a:lnTo>
                    <a:pt x="3493412" y="726989"/>
                  </a:lnTo>
                  <a:lnTo>
                    <a:pt x="3492340" y="727355"/>
                  </a:lnTo>
                  <a:lnTo>
                    <a:pt x="3491268" y="727721"/>
                  </a:lnTo>
                  <a:lnTo>
                    <a:pt x="3490197" y="728088"/>
                  </a:lnTo>
                  <a:lnTo>
                    <a:pt x="3489125" y="728454"/>
                  </a:lnTo>
                  <a:lnTo>
                    <a:pt x="3488054" y="728821"/>
                  </a:lnTo>
                  <a:lnTo>
                    <a:pt x="3486982" y="729187"/>
                  </a:lnTo>
                  <a:lnTo>
                    <a:pt x="3485910" y="729554"/>
                  </a:lnTo>
                  <a:lnTo>
                    <a:pt x="3484839" y="729921"/>
                  </a:lnTo>
                  <a:lnTo>
                    <a:pt x="3483767" y="730288"/>
                  </a:lnTo>
                  <a:lnTo>
                    <a:pt x="3482696" y="730655"/>
                  </a:lnTo>
                  <a:lnTo>
                    <a:pt x="3481624" y="731022"/>
                  </a:lnTo>
                  <a:lnTo>
                    <a:pt x="3480552" y="731389"/>
                  </a:lnTo>
                  <a:lnTo>
                    <a:pt x="3479481" y="731756"/>
                  </a:lnTo>
                  <a:lnTo>
                    <a:pt x="3478409" y="732123"/>
                  </a:lnTo>
                  <a:lnTo>
                    <a:pt x="3477338" y="732491"/>
                  </a:lnTo>
                  <a:lnTo>
                    <a:pt x="3476266" y="732858"/>
                  </a:lnTo>
                  <a:lnTo>
                    <a:pt x="3475194" y="733225"/>
                  </a:lnTo>
                  <a:lnTo>
                    <a:pt x="3474123" y="733593"/>
                  </a:lnTo>
                  <a:lnTo>
                    <a:pt x="3473051" y="733961"/>
                  </a:lnTo>
                  <a:lnTo>
                    <a:pt x="3471980" y="734328"/>
                  </a:lnTo>
                  <a:lnTo>
                    <a:pt x="3470908" y="734696"/>
                  </a:lnTo>
                  <a:lnTo>
                    <a:pt x="3469836" y="735064"/>
                  </a:lnTo>
                  <a:lnTo>
                    <a:pt x="3468765" y="735432"/>
                  </a:lnTo>
                  <a:lnTo>
                    <a:pt x="3467693" y="735800"/>
                  </a:lnTo>
                  <a:lnTo>
                    <a:pt x="3466622" y="736169"/>
                  </a:lnTo>
                  <a:lnTo>
                    <a:pt x="3465550" y="736537"/>
                  </a:lnTo>
                  <a:lnTo>
                    <a:pt x="3464478" y="736905"/>
                  </a:lnTo>
                  <a:lnTo>
                    <a:pt x="3463407" y="737274"/>
                  </a:lnTo>
                  <a:lnTo>
                    <a:pt x="3462335" y="737642"/>
                  </a:lnTo>
                  <a:lnTo>
                    <a:pt x="3461264" y="738011"/>
                  </a:lnTo>
                  <a:lnTo>
                    <a:pt x="3460192" y="738379"/>
                  </a:lnTo>
                  <a:lnTo>
                    <a:pt x="3459120" y="738748"/>
                  </a:lnTo>
                  <a:lnTo>
                    <a:pt x="3458049" y="739117"/>
                  </a:lnTo>
                  <a:lnTo>
                    <a:pt x="3456977" y="739486"/>
                  </a:lnTo>
                  <a:lnTo>
                    <a:pt x="3455906" y="739855"/>
                  </a:lnTo>
                  <a:lnTo>
                    <a:pt x="3454834" y="740224"/>
                  </a:lnTo>
                  <a:lnTo>
                    <a:pt x="3453762" y="740593"/>
                  </a:lnTo>
                  <a:lnTo>
                    <a:pt x="3452691" y="740963"/>
                  </a:lnTo>
                  <a:lnTo>
                    <a:pt x="3451619" y="741332"/>
                  </a:lnTo>
                  <a:lnTo>
                    <a:pt x="3450548" y="741701"/>
                  </a:lnTo>
                  <a:lnTo>
                    <a:pt x="3449476" y="742071"/>
                  </a:lnTo>
                  <a:lnTo>
                    <a:pt x="3448404" y="742441"/>
                  </a:lnTo>
                  <a:lnTo>
                    <a:pt x="3447333" y="742810"/>
                  </a:lnTo>
                  <a:lnTo>
                    <a:pt x="3446261" y="743180"/>
                  </a:lnTo>
                  <a:lnTo>
                    <a:pt x="3445190" y="743550"/>
                  </a:lnTo>
                  <a:lnTo>
                    <a:pt x="3444118" y="743920"/>
                  </a:lnTo>
                  <a:lnTo>
                    <a:pt x="3443046" y="744290"/>
                  </a:lnTo>
                  <a:lnTo>
                    <a:pt x="3441975" y="744660"/>
                  </a:lnTo>
                  <a:lnTo>
                    <a:pt x="3440903" y="745030"/>
                  </a:lnTo>
                  <a:lnTo>
                    <a:pt x="3439832" y="745401"/>
                  </a:lnTo>
                  <a:lnTo>
                    <a:pt x="3438760" y="745771"/>
                  </a:lnTo>
                  <a:lnTo>
                    <a:pt x="3437688" y="746142"/>
                  </a:lnTo>
                  <a:lnTo>
                    <a:pt x="3436617" y="746512"/>
                  </a:lnTo>
                  <a:lnTo>
                    <a:pt x="3435545" y="746883"/>
                  </a:lnTo>
                  <a:lnTo>
                    <a:pt x="3434474" y="747254"/>
                  </a:lnTo>
                  <a:lnTo>
                    <a:pt x="3433402" y="747625"/>
                  </a:lnTo>
                  <a:lnTo>
                    <a:pt x="3432330" y="747996"/>
                  </a:lnTo>
                  <a:lnTo>
                    <a:pt x="3431259" y="748367"/>
                  </a:lnTo>
                  <a:lnTo>
                    <a:pt x="3430187" y="748738"/>
                  </a:lnTo>
                  <a:lnTo>
                    <a:pt x="3429116" y="749109"/>
                  </a:lnTo>
                  <a:lnTo>
                    <a:pt x="3428044" y="749481"/>
                  </a:lnTo>
                  <a:lnTo>
                    <a:pt x="3426972" y="749852"/>
                  </a:lnTo>
                  <a:lnTo>
                    <a:pt x="3425901" y="750224"/>
                  </a:lnTo>
                  <a:lnTo>
                    <a:pt x="3424829" y="750595"/>
                  </a:lnTo>
                  <a:lnTo>
                    <a:pt x="3423758" y="750967"/>
                  </a:lnTo>
                  <a:lnTo>
                    <a:pt x="3422686" y="751339"/>
                  </a:lnTo>
                  <a:lnTo>
                    <a:pt x="3421614" y="751711"/>
                  </a:lnTo>
                  <a:lnTo>
                    <a:pt x="3420543" y="752083"/>
                  </a:lnTo>
                  <a:lnTo>
                    <a:pt x="3419471" y="752455"/>
                  </a:lnTo>
                  <a:lnTo>
                    <a:pt x="3418400" y="752827"/>
                  </a:lnTo>
                  <a:lnTo>
                    <a:pt x="3417328" y="753199"/>
                  </a:lnTo>
                  <a:lnTo>
                    <a:pt x="3416256" y="753572"/>
                  </a:lnTo>
                  <a:lnTo>
                    <a:pt x="3415185" y="753944"/>
                  </a:lnTo>
                  <a:lnTo>
                    <a:pt x="3414113" y="754317"/>
                  </a:lnTo>
                  <a:lnTo>
                    <a:pt x="3413042" y="754689"/>
                  </a:lnTo>
                  <a:lnTo>
                    <a:pt x="3411970" y="755062"/>
                  </a:lnTo>
                  <a:lnTo>
                    <a:pt x="3410898" y="755435"/>
                  </a:lnTo>
                  <a:lnTo>
                    <a:pt x="3409827" y="755808"/>
                  </a:lnTo>
                  <a:lnTo>
                    <a:pt x="3408755" y="756181"/>
                  </a:lnTo>
                  <a:lnTo>
                    <a:pt x="3407684" y="756554"/>
                  </a:lnTo>
                  <a:lnTo>
                    <a:pt x="3406612" y="756927"/>
                  </a:lnTo>
                  <a:lnTo>
                    <a:pt x="3405540" y="757301"/>
                  </a:lnTo>
                  <a:lnTo>
                    <a:pt x="3404469" y="757674"/>
                  </a:lnTo>
                  <a:lnTo>
                    <a:pt x="3403397" y="758048"/>
                  </a:lnTo>
                  <a:lnTo>
                    <a:pt x="3402326" y="758421"/>
                  </a:lnTo>
                  <a:lnTo>
                    <a:pt x="3401254" y="758795"/>
                  </a:lnTo>
                  <a:lnTo>
                    <a:pt x="3400182" y="759169"/>
                  </a:lnTo>
                  <a:lnTo>
                    <a:pt x="3399111" y="759543"/>
                  </a:lnTo>
                  <a:lnTo>
                    <a:pt x="3398039" y="759917"/>
                  </a:lnTo>
                  <a:lnTo>
                    <a:pt x="3396968" y="760291"/>
                  </a:lnTo>
                  <a:lnTo>
                    <a:pt x="3395896" y="760665"/>
                  </a:lnTo>
                  <a:lnTo>
                    <a:pt x="3394824" y="761040"/>
                  </a:lnTo>
                  <a:lnTo>
                    <a:pt x="3393753" y="761414"/>
                  </a:lnTo>
                  <a:lnTo>
                    <a:pt x="3392681" y="761789"/>
                  </a:lnTo>
                  <a:lnTo>
                    <a:pt x="3391610" y="762163"/>
                  </a:lnTo>
                  <a:lnTo>
                    <a:pt x="3390538" y="762538"/>
                  </a:lnTo>
                  <a:lnTo>
                    <a:pt x="3389466" y="762913"/>
                  </a:lnTo>
                  <a:lnTo>
                    <a:pt x="3388395" y="763288"/>
                  </a:lnTo>
                  <a:lnTo>
                    <a:pt x="3387323" y="763663"/>
                  </a:lnTo>
                  <a:lnTo>
                    <a:pt x="3386252" y="764038"/>
                  </a:lnTo>
                  <a:lnTo>
                    <a:pt x="3385180" y="764413"/>
                  </a:lnTo>
                  <a:lnTo>
                    <a:pt x="3384108" y="764789"/>
                  </a:lnTo>
                  <a:lnTo>
                    <a:pt x="3383037" y="765164"/>
                  </a:lnTo>
                  <a:lnTo>
                    <a:pt x="3381965" y="765540"/>
                  </a:lnTo>
                  <a:lnTo>
                    <a:pt x="3380894" y="765915"/>
                  </a:lnTo>
                  <a:lnTo>
                    <a:pt x="3379822" y="766291"/>
                  </a:lnTo>
                  <a:lnTo>
                    <a:pt x="3378750" y="766667"/>
                  </a:lnTo>
                  <a:lnTo>
                    <a:pt x="3377679" y="767043"/>
                  </a:lnTo>
                  <a:lnTo>
                    <a:pt x="3376607" y="767419"/>
                  </a:lnTo>
                  <a:lnTo>
                    <a:pt x="3375536" y="767795"/>
                  </a:lnTo>
                  <a:lnTo>
                    <a:pt x="3374464" y="768171"/>
                  </a:lnTo>
                  <a:lnTo>
                    <a:pt x="3373392" y="768548"/>
                  </a:lnTo>
                  <a:lnTo>
                    <a:pt x="3372321" y="768924"/>
                  </a:lnTo>
                  <a:lnTo>
                    <a:pt x="3371249" y="769301"/>
                  </a:lnTo>
                  <a:lnTo>
                    <a:pt x="3370178" y="769678"/>
                  </a:lnTo>
                  <a:lnTo>
                    <a:pt x="3369106" y="770054"/>
                  </a:lnTo>
                  <a:lnTo>
                    <a:pt x="3368035" y="770431"/>
                  </a:lnTo>
                  <a:lnTo>
                    <a:pt x="3366963" y="770808"/>
                  </a:lnTo>
                  <a:lnTo>
                    <a:pt x="3365891" y="771185"/>
                  </a:lnTo>
                  <a:lnTo>
                    <a:pt x="3364820" y="771563"/>
                  </a:lnTo>
                  <a:lnTo>
                    <a:pt x="3363748" y="771940"/>
                  </a:lnTo>
                  <a:lnTo>
                    <a:pt x="3362677" y="772317"/>
                  </a:lnTo>
                  <a:lnTo>
                    <a:pt x="3361605" y="772695"/>
                  </a:lnTo>
                  <a:lnTo>
                    <a:pt x="3360533" y="773073"/>
                  </a:lnTo>
                  <a:lnTo>
                    <a:pt x="3359462" y="773450"/>
                  </a:lnTo>
                  <a:lnTo>
                    <a:pt x="3358390" y="773828"/>
                  </a:lnTo>
                  <a:lnTo>
                    <a:pt x="3357319" y="774206"/>
                  </a:lnTo>
                  <a:lnTo>
                    <a:pt x="3356247" y="774584"/>
                  </a:lnTo>
                  <a:lnTo>
                    <a:pt x="3355175" y="774963"/>
                  </a:lnTo>
                  <a:lnTo>
                    <a:pt x="3354104" y="775341"/>
                  </a:lnTo>
                  <a:lnTo>
                    <a:pt x="3353032" y="775719"/>
                  </a:lnTo>
                  <a:lnTo>
                    <a:pt x="3351961" y="776098"/>
                  </a:lnTo>
                  <a:lnTo>
                    <a:pt x="3350889" y="776476"/>
                  </a:lnTo>
                  <a:lnTo>
                    <a:pt x="3349817" y="776855"/>
                  </a:lnTo>
                  <a:lnTo>
                    <a:pt x="3348746" y="777234"/>
                  </a:lnTo>
                  <a:lnTo>
                    <a:pt x="3347674" y="777613"/>
                  </a:lnTo>
                  <a:lnTo>
                    <a:pt x="3346603" y="777992"/>
                  </a:lnTo>
                  <a:lnTo>
                    <a:pt x="3345531" y="778371"/>
                  </a:lnTo>
                  <a:lnTo>
                    <a:pt x="3344459" y="778751"/>
                  </a:lnTo>
                  <a:lnTo>
                    <a:pt x="3343388" y="779130"/>
                  </a:lnTo>
                  <a:lnTo>
                    <a:pt x="3342316" y="779509"/>
                  </a:lnTo>
                  <a:lnTo>
                    <a:pt x="3341245" y="779889"/>
                  </a:lnTo>
                  <a:lnTo>
                    <a:pt x="3340173" y="780269"/>
                  </a:lnTo>
                  <a:lnTo>
                    <a:pt x="3339101" y="780649"/>
                  </a:lnTo>
                  <a:lnTo>
                    <a:pt x="3338030" y="781029"/>
                  </a:lnTo>
                  <a:lnTo>
                    <a:pt x="3336958" y="781409"/>
                  </a:lnTo>
                  <a:lnTo>
                    <a:pt x="3335887" y="781789"/>
                  </a:lnTo>
                  <a:lnTo>
                    <a:pt x="3334815" y="782169"/>
                  </a:lnTo>
                  <a:lnTo>
                    <a:pt x="3333743" y="782550"/>
                  </a:lnTo>
                  <a:lnTo>
                    <a:pt x="3332672" y="782930"/>
                  </a:lnTo>
                  <a:lnTo>
                    <a:pt x="3331600" y="783311"/>
                  </a:lnTo>
                  <a:lnTo>
                    <a:pt x="3330529" y="783692"/>
                  </a:lnTo>
                  <a:lnTo>
                    <a:pt x="3329457" y="784073"/>
                  </a:lnTo>
                  <a:lnTo>
                    <a:pt x="3328385" y="784454"/>
                  </a:lnTo>
                  <a:lnTo>
                    <a:pt x="3327314" y="784835"/>
                  </a:lnTo>
                  <a:lnTo>
                    <a:pt x="3326242" y="785216"/>
                  </a:lnTo>
                  <a:lnTo>
                    <a:pt x="3325171" y="785597"/>
                  </a:lnTo>
                  <a:lnTo>
                    <a:pt x="3324099" y="785979"/>
                  </a:lnTo>
                  <a:lnTo>
                    <a:pt x="3323027" y="786360"/>
                  </a:lnTo>
                  <a:lnTo>
                    <a:pt x="3321956" y="786742"/>
                  </a:lnTo>
                  <a:lnTo>
                    <a:pt x="3320884" y="787124"/>
                  </a:lnTo>
                  <a:lnTo>
                    <a:pt x="3319813" y="787506"/>
                  </a:lnTo>
                  <a:lnTo>
                    <a:pt x="3318741" y="787888"/>
                  </a:lnTo>
                  <a:lnTo>
                    <a:pt x="3317669" y="788270"/>
                  </a:lnTo>
                  <a:lnTo>
                    <a:pt x="3316598" y="788652"/>
                  </a:lnTo>
                  <a:lnTo>
                    <a:pt x="3315526" y="789035"/>
                  </a:lnTo>
                  <a:lnTo>
                    <a:pt x="3314455" y="789417"/>
                  </a:lnTo>
                  <a:lnTo>
                    <a:pt x="3313383" y="789800"/>
                  </a:lnTo>
                  <a:lnTo>
                    <a:pt x="3312311" y="790182"/>
                  </a:lnTo>
                  <a:lnTo>
                    <a:pt x="3311240" y="790565"/>
                  </a:lnTo>
                  <a:lnTo>
                    <a:pt x="3310168" y="790948"/>
                  </a:lnTo>
                  <a:lnTo>
                    <a:pt x="3309097" y="791331"/>
                  </a:lnTo>
                  <a:lnTo>
                    <a:pt x="3308025" y="791715"/>
                  </a:lnTo>
                  <a:lnTo>
                    <a:pt x="3306953" y="792098"/>
                  </a:lnTo>
                  <a:lnTo>
                    <a:pt x="3305882" y="792481"/>
                  </a:lnTo>
                  <a:lnTo>
                    <a:pt x="3304810" y="792865"/>
                  </a:lnTo>
                  <a:lnTo>
                    <a:pt x="3303739" y="793249"/>
                  </a:lnTo>
                  <a:lnTo>
                    <a:pt x="3302667" y="793633"/>
                  </a:lnTo>
                  <a:lnTo>
                    <a:pt x="3301595" y="794017"/>
                  </a:lnTo>
                  <a:lnTo>
                    <a:pt x="3300524" y="794401"/>
                  </a:lnTo>
                  <a:lnTo>
                    <a:pt x="3299452" y="794785"/>
                  </a:lnTo>
                  <a:lnTo>
                    <a:pt x="3298381" y="795169"/>
                  </a:lnTo>
                  <a:lnTo>
                    <a:pt x="3297309" y="795553"/>
                  </a:lnTo>
                  <a:lnTo>
                    <a:pt x="3296237" y="795938"/>
                  </a:lnTo>
                  <a:lnTo>
                    <a:pt x="3295166" y="796323"/>
                  </a:lnTo>
                  <a:lnTo>
                    <a:pt x="3294094" y="796708"/>
                  </a:lnTo>
                  <a:lnTo>
                    <a:pt x="3293023" y="797092"/>
                  </a:lnTo>
                  <a:lnTo>
                    <a:pt x="3291951" y="797477"/>
                  </a:lnTo>
                  <a:lnTo>
                    <a:pt x="3290879" y="797863"/>
                  </a:lnTo>
                  <a:lnTo>
                    <a:pt x="3289808" y="798248"/>
                  </a:lnTo>
                  <a:lnTo>
                    <a:pt x="3288736" y="798633"/>
                  </a:lnTo>
                  <a:lnTo>
                    <a:pt x="3287665" y="799019"/>
                  </a:lnTo>
                  <a:lnTo>
                    <a:pt x="3286593" y="799405"/>
                  </a:lnTo>
                  <a:lnTo>
                    <a:pt x="3285521" y="799790"/>
                  </a:lnTo>
                  <a:lnTo>
                    <a:pt x="3284450" y="800176"/>
                  </a:lnTo>
                  <a:lnTo>
                    <a:pt x="3283378" y="800562"/>
                  </a:lnTo>
                  <a:lnTo>
                    <a:pt x="3282307" y="800948"/>
                  </a:lnTo>
                  <a:lnTo>
                    <a:pt x="3281235" y="801335"/>
                  </a:lnTo>
                  <a:lnTo>
                    <a:pt x="3280163" y="801721"/>
                  </a:lnTo>
                  <a:lnTo>
                    <a:pt x="3279092" y="802108"/>
                  </a:lnTo>
                  <a:lnTo>
                    <a:pt x="3278020" y="802494"/>
                  </a:lnTo>
                  <a:lnTo>
                    <a:pt x="3276949" y="802881"/>
                  </a:lnTo>
                  <a:lnTo>
                    <a:pt x="3275877" y="803268"/>
                  </a:lnTo>
                  <a:lnTo>
                    <a:pt x="3274805" y="803655"/>
                  </a:lnTo>
                  <a:lnTo>
                    <a:pt x="3273734" y="804042"/>
                  </a:lnTo>
                  <a:lnTo>
                    <a:pt x="3272662" y="804429"/>
                  </a:lnTo>
                  <a:lnTo>
                    <a:pt x="3271591" y="804817"/>
                  </a:lnTo>
                  <a:lnTo>
                    <a:pt x="3270519" y="805204"/>
                  </a:lnTo>
                  <a:lnTo>
                    <a:pt x="3269447" y="805592"/>
                  </a:lnTo>
                  <a:lnTo>
                    <a:pt x="3268376" y="805980"/>
                  </a:lnTo>
                  <a:lnTo>
                    <a:pt x="3267304" y="806368"/>
                  </a:lnTo>
                  <a:lnTo>
                    <a:pt x="3266233" y="806756"/>
                  </a:lnTo>
                  <a:lnTo>
                    <a:pt x="3265161" y="807144"/>
                  </a:lnTo>
                  <a:lnTo>
                    <a:pt x="3264089" y="807532"/>
                  </a:lnTo>
                  <a:lnTo>
                    <a:pt x="3263018" y="807921"/>
                  </a:lnTo>
                  <a:lnTo>
                    <a:pt x="3261946" y="808309"/>
                  </a:lnTo>
                  <a:lnTo>
                    <a:pt x="3260875" y="808698"/>
                  </a:lnTo>
                  <a:lnTo>
                    <a:pt x="3259803" y="809087"/>
                  </a:lnTo>
                  <a:lnTo>
                    <a:pt x="3258731" y="809476"/>
                  </a:lnTo>
                  <a:lnTo>
                    <a:pt x="3257660" y="809865"/>
                  </a:lnTo>
                  <a:lnTo>
                    <a:pt x="3256588" y="810254"/>
                  </a:lnTo>
                  <a:lnTo>
                    <a:pt x="3255517" y="810643"/>
                  </a:lnTo>
                  <a:lnTo>
                    <a:pt x="3254445" y="811033"/>
                  </a:lnTo>
                  <a:lnTo>
                    <a:pt x="3253373" y="811422"/>
                  </a:lnTo>
                  <a:lnTo>
                    <a:pt x="3252302" y="811812"/>
                  </a:lnTo>
                  <a:lnTo>
                    <a:pt x="3251230" y="812202"/>
                  </a:lnTo>
                  <a:lnTo>
                    <a:pt x="3250159" y="812592"/>
                  </a:lnTo>
                  <a:lnTo>
                    <a:pt x="3249087" y="812982"/>
                  </a:lnTo>
                  <a:lnTo>
                    <a:pt x="3248015" y="813372"/>
                  </a:lnTo>
                  <a:lnTo>
                    <a:pt x="3246944" y="813763"/>
                  </a:lnTo>
                  <a:lnTo>
                    <a:pt x="3245872" y="814153"/>
                  </a:lnTo>
                  <a:lnTo>
                    <a:pt x="3244801" y="814544"/>
                  </a:lnTo>
                  <a:lnTo>
                    <a:pt x="3243729" y="814935"/>
                  </a:lnTo>
                  <a:lnTo>
                    <a:pt x="3242657" y="815326"/>
                  </a:lnTo>
                  <a:lnTo>
                    <a:pt x="3241586" y="815717"/>
                  </a:lnTo>
                  <a:lnTo>
                    <a:pt x="3240514" y="816108"/>
                  </a:lnTo>
                  <a:lnTo>
                    <a:pt x="3239443" y="816499"/>
                  </a:lnTo>
                  <a:lnTo>
                    <a:pt x="3238371" y="816891"/>
                  </a:lnTo>
                  <a:lnTo>
                    <a:pt x="3237299" y="817282"/>
                  </a:lnTo>
                  <a:lnTo>
                    <a:pt x="3236228" y="817674"/>
                  </a:lnTo>
                  <a:lnTo>
                    <a:pt x="3235156" y="818066"/>
                  </a:lnTo>
                  <a:lnTo>
                    <a:pt x="3234085" y="818458"/>
                  </a:lnTo>
                  <a:lnTo>
                    <a:pt x="3233013" y="818850"/>
                  </a:lnTo>
                  <a:lnTo>
                    <a:pt x="3231941" y="819242"/>
                  </a:lnTo>
                  <a:lnTo>
                    <a:pt x="3230870" y="819635"/>
                  </a:lnTo>
                  <a:lnTo>
                    <a:pt x="3229798" y="820027"/>
                  </a:lnTo>
                  <a:lnTo>
                    <a:pt x="3228727" y="820420"/>
                  </a:lnTo>
                  <a:lnTo>
                    <a:pt x="3227655" y="820813"/>
                  </a:lnTo>
                  <a:lnTo>
                    <a:pt x="3226583" y="821206"/>
                  </a:lnTo>
                  <a:lnTo>
                    <a:pt x="3225512" y="821599"/>
                  </a:lnTo>
                  <a:lnTo>
                    <a:pt x="3224440" y="821992"/>
                  </a:lnTo>
                  <a:lnTo>
                    <a:pt x="3223369" y="822385"/>
                  </a:lnTo>
                  <a:lnTo>
                    <a:pt x="3222297" y="822779"/>
                  </a:lnTo>
                  <a:lnTo>
                    <a:pt x="3221225" y="823172"/>
                  </a:lnTo>
                  <a:lnTo>
                    <a:pt x="3220154" y="823566"/>
                  </a:lnTo>
                  <a:lnTo>
                    <a:pt x="3219082" y="823960"/>
                  </a:lnTo>
                  <a:lnTo>
                    <a:pt x="3218011" y="824354"/>
                  </a:lnTo>
                  <a:lnTo>
                    <a:pt x="3216939" y="824748"/>
                  </a:lnTo>
                  <a:lnTo>
                    <a:pt x="3215867" y="825142"/>
                  </a:lnTo>
                  <a:lnTo>
                    <a:pt x="3214796" y="825537"/>
                  </a:lnTo>
                  <a:lnTo>
                    <a:pt x="3213724" y="825931"/>
                  </a:lnTo>
                  <a:lnTo>
                    <a:pt x="3212653" y="826326"/>
                  </a:lnTo>
                  <a:lnTo>
                    <a:pt x="3211581" y="826721"/>
                  </a:lnTo>
                  <a:lnTo>
                    <a:pt x="3210509" y="827116"/>
                  </a:lnTo>
                  <a:lnTo>
                    <a:pt x="3209438" y="827511"/>
                  </a:lnTo>
                  <a:lnTo>
                    <a:pt x="3208366" y="827906"/>
                  </a:lnTo>
                  <a:lnTo>
                    <a:pt x="3207295" y="828302"/>
                  </a:lnTo>
                  <a:lnTo>
                    <a:pt x="3206223" y="828697"/>
                  </a:lnTo>
                  <a:lnTo>
                    <a:pt x="3205151" y="829093"/>
                  </a:lnTo>
                  <a:lnTo>
                    <a:pt x="3204080" y="829489"/>
                  </a:lnTo>
                  <a:lnTo>
                    <a:pt x="3203008" y="829885"/>
                  </a:lnTo>
                  <a:lnTo>
                    <a:pt x="3201937" y="830281"/>
                  </a:lnTo>
                  <a:lnTo>
                    <a:pt x="3200865" y="830677"/>
                  </a:lnTo>
                  <a:lnTo>
                    <a:pt x="3199793" y="831074"/>
                  </a:lnTo>
                  <a:lnTo>
                    <a:pt x="3198722" y="831470"/>
                  </a:lnTo>
                  <a:lnTo>
                    <a:pt x="3197650" y="831867"/>
                  </a:lnTo>
                  <a:lnTo>
                    <a:pt x="3196579" y="832264"/>
                  </a:lnTo>
                  <a:lnTo>
                    <a:pt x="3195507" y="832660"/>
                  </a:lnTo>
                  <a:lnTo>
                    <a:pt x="3194436" y="833058"/>
                  </a:lnTo>
                  <a:lnTo>
                    <a:pt x="3193364" y="833455"/>
                  </a:lnTo>
                  <a:lnTo>
                    <a:pt x="3192292" y="833852"/>
                  </a:lnTo>
                  <a:lnTo>
                    <a:pt x="3191221" y="834250"/>
                  </a:lnTo>
                  <a:lnTo>
                    <a:pt x="3190149" y="834647"/>
                  </a:lnTo>
                  <a:lnTo>
                    <a:pt x="3189078" y="835045"/>
                  </a:lnTo>
                  <a:lnTo>
                    <a:pt x="3188006" y="835443"/>
                  </a:lnTo>
                  <a:lnTo>
                    <a:pt x="3186934" y="835841"/>
                  </a:lnTo>
                  <a:lnTo>
                    <a:pt x="3185863" y="836239"/>
                  </a:lnTo>
                  <a:lnTo>
                    <a:pt x="3184791" y="836638"/>
                  </a:lnTo>
                  <a:lnTo>
                    <a:pt x="3183720" y="837036"/>
                  </a:lnTo>
                  <a:lnTo>
                    <a:pt x="3182648" y="837435"/>
                  </a:lnTo>
                  <a:lnTo>
                    <a:pt x="3181576" y="837834"/>
                  </a:lnTo>
                  <a:lnTo>
                    <a:pt x="3180505" y="838233"/>
                  </a:lnTo>
                  <a:lnTo>
                    <a:pt x="3179433" y="838632"/>
                  </a:lnTo>
                  <a:lnTo>
                    <a:pt x="3178362" y="839031"/>
                  </a:lnTo>
                  <a:lnTo>
                    <a:pt x="3177290" y="839430"/>
                  </a:lnTo>
                  <a:lnTo>
                    <a:pt x="3176218" y="839830"/>
                  </a:lnTo>
                  <a:lnTo>
                    <a:pt x="3175147" y="840230"/>
                  </a:lnTo>
                  <a:lnTo>
                    <a:pt x="3174075" y="840629"/>
                  </a:lnTo>
                  <a:lnTo>
                    <a:pt x="3173004" y="841029"/>
                  </a:lnTo>
                  <a:lnTo>
                    <a:pt x="3171932" y="841429"/>
                  </a:lnTo>
                  <a:lnTo>
                    <a:pt x="3170860" y="841830"/>
                  </a:lnTo>
                  <a:lnTo>
                    <a:pt x="3169789" y="842230"/>
                  </a:lnTo>
                  <a:lnTo>
                    <a:pt x="3168717" y="842631"/>
                  </a:lnTo>
                  <a:lnTo>
                    <a:pt x="3167646" y="843031"/>
                  </a:lnTo>
                  <a:lnTo>
                    <a:pt x="3166574" y="843432"/>
                  </a:lnTo>
                  <a:lnTo>
                    <a:pt x="3165502" y="843833"/>
                  </a:lnTo>
                  <a:lnTo>
                    <a:pt x="3164431" y="844234"/>
                  </a:lnTo>
                  <a:lnTo>
                    <a:pt x="3163359" y="844636"/>
                  </a:lnTo>
                  <a:lnTo>
                    <a:pt x="3162288" y="845037"/>
                  </a:lnTo>
                  <a:lnTo>
                    <a:pt x="3161216" y="845438"/>
                  </a:lnTo>
                  <a:lnTo>
                    <a:pt x="3160144" y="845840"/>
                  </a:lnTo>
                  <a:lnTo>
                    <a:pt x="3159073" y="846242"/>
                  </a:lnTo>
                  <a:lnTo>
                    <a:pt x="3158001" y="846644"/>
                  </a:lnTo>
                  <a:lnTo>
                    <a:pt x="3156930" y="847046"/>
                  </a:lnTo>
                  <a:lnTo>
                    <a:pt x="3155858" y="847448"/>
                  </a:lnTo>
                  <a:lnTo>
                    <a:pt x="3154786" y="847851"/>
                  </a:lnTo>
                  <a:lnTo>
                    <a:pt x="3153715" y="848254"/>
                  </a:lnTo>
                  <a:lnTo>
                    <a:pt x="3152643" y="848656"/>
                  </a:lnTo>
                  <a:lnTo>
                    <a:pt x="3151572" y="849059"/>
                  </a:lnTo>
                  <a:lnTo>
                    <a:pt x="3150500" y="849462"/>
                  </a:lnTo>
                  <a:lnTo>
                    <a:pt x="3149428" y="849865"/>
                  </a:lnTo>
                  <a:lnTo>
                    <a:pt x="3148357" y="850269"/>
                  </a:lnTo>
                  <a:lnTo>
                    <a:pt x="3147285" y="850672"/>
                  </a:lnTo>
                  <a:lnTo>
                    <a:pt x="3146214" y="851076"/>
                  </a:lnTo>
                  <a:lnTo>
                    <a:pt x="3145142" y="851480"/>
                  </a:lnTo>
                  <a:lnTo>
                    <a:pt x="3144070" y="851883"/>
                  </a:lnTo>
                  <a:lnTo>
                    <a:pt x="3142999" y="852287"/>
                  </a:lnTo>
                  <a:lnTo>
                    <a:pt x="3141927" y="852692"/>
                  </a:lnTo>
                  <a:lnTo>
                    <a:pt x="3140856" y="853096"/>
                  </a:lnTo>
                  <a:lnTo>
                    <a:pt x="3139784" y="853501"/>
                  </a:lnTo>
                  <a:lnTo>
                    <a:pt x="3138712" y="853905"/>
                  </a:lnTo>
                  <a:lnTo>
                    <a:pt x="3137641" y="854310"/>
                  </a:lnTo>
                  <a:lnTo>
                    <a:pt x="3136569" y="854715"/>
                  </a:lnTo>
                  <a:lnTo>
                    <a:pt x="3135498" y="855120"/>
                  </a:lnTo>
                  <a:lnTo>
                    <a:pt x="3134426" y="855525"/>
                  </a:lnTo>
                  <a:lnTo>
                    <a:pt x="3133354" y="855931"/>
                  </a:lnTo>
                  <a:lnTo>
                    <a:pt x="3132283" y="856336"/>
                  </a:lnTo>
                  <a:lnTo>
                    <a:pt x="3131211" y="856742"/>
                  </a:lnTo>
                  <a:lnTo>
                    <a:pt x="3130140" y="857148"/>
                  </a:lnTo>
                  <a:lnTo>
                    <a:pt x="3129068" y="857554"/>
                  </a:lnTo>
                  <a:lnTo>
                    <a:pt x="3127996" y="857960"/>
                  </a:lnTo>
                  <a:lnTo>
                    <a:pt x="3126925" y="858366"/>
                  </a:lnTo>
                  <a:lnTo>
                    <a:pt x="3125853" y="858773"/>
                  </a:lnTo>
                  <a:lnTo>
                    <a:pt x="3124782" y="859179"/>
                  </a:lnTo>
                  <a:lnTo>
                    <a:pt x="3123710" y="859586"/>
                  </a:lnTo>
                  <a:lnTo>
                    <a:pt x="3122638" y="859993"/>
                  </a:lnTo>
                  <a:lnTo>
                    <a:pt x="3121567" y="860400"/>
                  </a:lnTo>
                  <a:lnTo>
                    <a:pt x="3120495" y="860807"/>
                  </a:lnTo>
                  <a:lnTo>
                    <a:pt x="3119424" y="861215"/>
                  </a:lnTo>
                  <a:lnTo>
                    <a:pt x="3118352" y="861622"/>
                  </a:lnTo>
                  <a:lnTo>
                    <a:pt x="3117280" y="862030"/>
                  </a:lnTo>
                  <a:lnTo>
                    <a:pt x="3116209" y="862438"/>
                  </a:lnTo>
                  <a:lnTo>
                    <a:pt x="3115137" y="862846"/>
                  </a:lnTo>
                  <a:lnTo>
                    <a:pt x="3114066" y="863254"/>
                  </a:lnTo>
                  <a:lnTo>
                    <a:pt x="3112994" y="863662"/>
                  </a:lnTo>
                  <a:lnTo>
                    <a:pt x="3111922" y="864071"/>
                  </a:lnTo>
                  <a:lnTo>
                    <a:pt x="3110851" y="864479"/>
                  </a:lnTo>
                  <a:lnTo>
                    <a:pt x="3109779" y="864888"/>
                  </a:lnTo>
                  <a:lnTo>
                    <a:pt x="3108708" y="865297"/>
                  </a:lnTo>
                  <a:lnTo>
                    <a:pt x="3107636" y="865706"/>
                  </a:lnTo>
                  <a:lnTo>
                    <a:pt x="3106564" y="866115"/>
                  </a:lnTo>
                  <a:lnTo>
                    <a:pt x="3105493" y="866524"/>
                  </a:lnTo>
                  <a:lnTo>
                    <a:pt x="3104421" y="866934"/>
                  </a:lnTo>
                  <a:lnTo>
                    <a:pt x="3103350" y="867344"/>
                  </a:lnTo>
                  <a:lnTo>
                    <a:pt x="3102278" y="867753"/>
                  </a:lnTo>
                  <a:lnTo>
                    <a:pt x="3101206" y="868163"/>
                  </a:lnTo>
                  <a:lnTo>
                    <a:pt x="3100135" y="868573"/>
                  </a:lnTo>
                  <a:lnTo>
                    <a:pt x="3099063" y="868984"/>
                  </a:lnTo>
                  <a:lnTo>
                    <a:pt x="3097992" y="869394"/>
                  </a:lnTo>
                  <a:lnTo>
                    <a:pt x="3096920" y="869805"/>
                  </a:lnTo>
                  <a:lnTo>
                    <a:pt x="3095848" y="870215"/>
                  </a:lnTo>
                  <a:lnTo>
                    <a:pt x="3094777" y="870626"/>
                  </a:lnTo>
                  <a:lnTo>
                    <a:pt x="3093705" y="871037"/>
                  </a:lnTo>
                  <a:lnTo>
                    <a:pt x="3092634" y="871448"/>
                  </a:lnTo>
                  <a:lnTo>
                    <a:pt x="3091562" y="871860"/>
                  </a:lnTo>
                  <a:lnTo>
                    <a:pt x="3090490" y="872271"/>
                  </a:lnTo>
                  <a:lnTo>
                    <a:pt x="3089419" y="872683"/>
                  </a:lnTo>
                  <a:lnTo>
                    <a:pt x="3088347" y="873095"/>
                  </a:lnTo>
                  <a:lnTo>
                    <a:pt x="3087276" y="873507"/>
                  </a:lnTo>
                  <a:lnTo>
                    <a:pt x="3086204" y="873919"/>
                  </a:lnTo>
                  <a:lnTo>
                    <a:pt x="3085132" y="874331"/>
                  </a:lnTo>
                  <a:lnTo>
                    <a:pt x="3084061" y="874743"/>
                  </a:lnTo>
                  <a:lnTo>
                    <a:pt x="3082989" y="875155"/>
                  </a:lnTo>
                  <a:lnTo>
                    <a:pt x="3081918" y="875568"/>
                  </a:lnTo>
                  <a:lnTo>
                    <a:pt x="3080846" y="875981"/>
                  </a:lnTo>
                  <a:lnTo>
                    <a:pt x="3079774" y="876394"/>
                  </a:lnTo>
                  <a:lnTo>
                    <a:pt x="3078703" y="876807"/>
                  </a:lnTo>
                  <a:lnTo>
                    <a:pt x="3077631" y="877220"/>
                  </a:lnTo>
                  <a:lnTo>
                    <a:pt x="3076560" y="877633"/>
                  </a:lnTo>
                  <a:lnTo>
                    <a:pt x="3075488" y="878047"/>
                  </a:lnTo>
                  <a:lnTo>
                    <a:pt x="3074416" y="878460"/>
                  </a:lnTo>
                  <a:lnTo>
                    <a:pt x="3073345" y="878874"/>
                  </a:lnTo>
                  <a:lnTo>
                    <a:pt x="3072273" y="879287"/>
                  </a:lnTo>
                  <a:lnTo>
                    <a:pt x="3071202" y="879701"/>
                  </a:lnTo>
                  <a:lnTo>
                    <a:pt x="3070130" y="880115"/>
                  </a:lnTo>
                  <a:lnTo>
                    <a:pt x="3069058" y="880530"/>
                  </a:lnTo>
                  <a:lnTo>
                    <a:pt x="3067987" y="880944"/>
                  </a:lnTo>
                  <a:lnTo>
                    <a:pt x="3066915" y="881358"/>
                  </a:lnTo>
                  <a:lnTo>
                    <a:pt x="3065844" y="881773"/>
                  </a:lnTo>
                  <a:lnTo>
                    <a:pt x="3064772" y="882188"/>
                  </a:lnTo>
                  <a:lnTo>
                    <a:pt x="3063700" y="882602"/>
                  </a:lnTo>
                  <a:lnTo>
                    <a:pt x="3062629" y="883017"/>
                  </a:lnTo>
                  <a:lnTo>
                    <a:pt x="3061557" y="883432"/>
                  </a:lnTo>
                  <a:lnTo>
                    <a:pt x="3060486" y="883847"/>
                  </a:lnTo>
                  <a:lnTo>
                    <a:pt x="3059414" y="884263"/>
                  </a:lnTo>
                  <a:lnTo>
                    <a:pt x="3058342" y="884678"/>
                  </a:lnTo>
                  <a:lnTo>
                    <a:pt x="3057271" y="885094"/>
                  </a:lnTo>
                  <a:lnTo>
                    <a:pt x="3056199" y="885509"/>
                  </a:lnTo>
                  <a:lnTo>
                    <a:pt x="3055128" y="885925"/>
                  </a:lnTo>
                  <a:lnTo>
                    <a:pt x="3054056" y="886341"/>
                  </a:lnTo>
                  <a:lnTo>
                    <a:pt x="3052984" y="886757"/>
                  </a:lnTo>
                  <a:lnTo>
                    <a:pt x="3051913" y="887173"/>
                  </a:lnTo>
                  <a:lnTo>
                    <a:pt x="3050841" y="887589"/>
                  </a:lnTo>
                  <a:lnTo>
                    <a:pt x="3049770" y="888005"/>
                  </a:lnTo>
                  <a:lnTo>
                    <a:pt x="3048698" y="888422"/>
                  </a:lnTo>
                  <a:lnTo>
                    <a:pt x="3047626" y="888838"/>
                  </a:lnTo>
                  <a:lnTo>
                    <a:pt x="3046555" y="889255"/>
                  </a:lnTo>
                  <a:lnTo>
                    <a:pt x="3045483" y="889671"/>
                  </a:lnTo>
                  <a:lnTo>
                    <a:pt x="3044412" y="890088"/>
                  </a:lnTo>
                  <a:lnTo>
                    <a:pt x="3043340" y="890505"/>
                  </a:lnTo>
                  <a:lnTo>
                    <a:pt x="3042268" y="890922"/>
                  </a:lnTo>
                  <a:lnTo>
                    <a:pt x="3041197" y="891339"/>
                  </a:lnTo>
                  <a:lnTo>
                    <a:pt x="3040125" y="891756"/>
                  </a:lnTo>
                  <a:lnTo>
                    <a:pt x="3039054" y="892173"/>
                  </a:lnTo>
                  <a:lnTo>
                    <a:pt x="3037982" y="892591"/>
                  </a:lnTo>
                  <a:lnTo>
                    <a:pt x="3036910" y="893008"/>
                  </a:lnTo>
                  <a:lnTo>
                    <a:pt x="3035839" y="893426"/>
                  </a:lnTo>
                  <a:lnTo>
                    <a:pt x="3034767" y="893843"/>
                  </a:lnTo>
                  <a:lnTo>
                    <a:pt x="3033696" y="894261"/>
                  </a:lnTo>
                  <a:lnTo>
                    <a:pt x="3032624" y="894679"/>
                  </a:lnTo>
                  <a:lnTo>
                    <a:pt x="3031552" y="895097"/>
                  </a:lnTo>
                  <a:lnTo>
                    <a:pt x="3030481" y="895515"/>
                  </a:lnTo>
                  <a:lnTo>
                    <a:pt x="3029409" y="895933"/>
                  </a:lnTo>
                  <a:lnTo>
                    <a:pt x="3028338" y="896351"/>
                  </a:lnTo>
                  <a:lnTo>
                    <a:pt x="3027266" y="896769"/>
                  </a:lnTo>
                  <a:lnTo>
                    <a:pt x="3026194" y="897187"/>
                  </a:lnTo>
                  <a:lnTo>
                    <a:pt x="3025123" y="897606"/>
                  </a:lnTo>
                  <a:lnTo>
                    <a:pt x="3024051" y="898024"/>
                  </a:lnTo>
                  <a:lnTo>
                    <a:pt x="3022980" y="898443"/>
                  </a:lnTo>
                  <a:lnTo>
                    <a:pt x="3021908" y="898861"/>
                  </a:lnTo>
                  <a:lnTo>
                    <a:pt x="3020836" y="899280"/>
                  </a:lnTo>
                  <a:lnTo>
                    <a:pt x="3019765" y="899699"/>
                  </a:lnTo>
                  <a:lnTo>
                    <a:pt x="3018693" y="900118"/>
                  </a:lnTo>
                  <a:lnTo>
                    <a:pt x="3017622" y="900537"/>
                  </a:lnTo>
                  <a:lnTo>
                    <a:pt x="3016550" y="900956"/>
                  </a:lnTo>
                  <a:lnTo>
                    <a:pt x="3015479" y="901375"/>
                  </a:lnTo>
                  <a:lnTo>
                    <a:pt x="3014407" y="901794"/>
                  </a:lnTo>
                  <a:lnTo>
                    <a:pt x="3013335" y="902213"/>
                  </a:lnTo>
                  <a:lnTo>
                    <a:pt x="3012264" y="902632"/>
                  </a:lnTo>
                  <a:lnTo>
                    <a:pt x="3011192" y="903052"/>
                  </a:lnTo>
                  <a:lnTo>
                    <a:pt x="3010121" y="903471"/>
                  </a:lnTo>
                  <a:lnTo>
                    <a:pt x="3009049" y="903890"/>
                  </a:lnTo>
                  <a:lnTo>
                    <a:pt x="3007977" y="904310"/>
                  </a:lnTo>
                  <a:lnTo>
                    <a:pt x="3006906" y="904729"/>
                  </a:lnTo>
                  <a:lnTo>
                    <a:pt x="3005834" y="905149"/>
                  </a:lnTo>
                  <a:lnTo>
                    <a:pt x="3004763" y="905569"/>
                  </a:lnTo>
                  <a:lnTo>
                    <a:pt x="3003691" y="905988"/>
                  </a:lnTo>
                  <a:lnTo>
                    <a:pt x="3002619" y="906408"/>
                  </a:lnTo>
                  <a:lnTo>
                    <a:pt x="3001548" y="906828"/>
                  </a:lnTo>
                  <a:lnTo>
                    <a:pt x="3000476" y="907248"/>
                  </a:lnTo>
                  <a:lnTo>
                    <a:pt x="2999405" y="907668"/>
                  </a:lnTo>
                  <a:lnTo>
                    <a:pt x="2998333" y="908088"/>
                  </a:lnTo>
                  <a:lnTo>
                    <a:pt x="2997261" y="908508"/>
                  </a:lnTo>
                  <a:lnTo>
                    <a:pt x="2996190" y="908928"/>
                  </a:lnTo>
                  <a:lnTo>
                    <a:pt x="2995118" y="909348"/>
                  </a:lnTo>
                  <a:lnTo>
                    <a:pt x="2994047" y="909768"/>
                  </a:lnTo>
                  <a:lnTo>
                    <a:pt x="2992975" y="910188"/>
                  </a:lnTo>
                  <a:lnTo>
                    <a:pt x="2991903" y="910608"/>
                  </a:lnTo>
                  <a:lnTo>
                    <a:pt x="2990832" y="911029"/>
                  </a:lnTo>
                  <a:lnTo>
                    <a:pt x="2989760" y="911449"/>
                  </a:lnTo>
                  <a:lnTo>
                    <a:pt x="2988689" y="911869"/>
                  </a:lnTo>
                  <a:lnTo>
                    <a:pt x="2987617" y="912290"/>
                  </a:lnTo>
                  <a:lnTo>
                    <a:pt x="2986545" y="912710"/>
                  </a:lnTo>
                  <a:lnTo>
                    <a:pt x="2985474" y="913130"/>
                  </a:lnTo>
                  <a:lnTo>
                    <a:pt x="2984402" y="913551"/>
                  </a:lnTo>
                  <a:lnTo>
                    <a:pt x="2983331" y="913971"/>
                  </a:lnTo>
                  <a:lnTo>
                    <a:pt x="2982259" y="914392"/>
                  </a:lnTo>
                  <a:lnTo>
                    <a:pt x="2981187" y="914812"/>
                  </a:lnTo>
                  <a:lnTo>
                    <a:pt x="2980116" y="915233"/>
                  </a:lnTo>
                  <a:lnTo>
                    <a:pt x="2979044" y="915653"/>
                  </a:lnTo>
                  <a:lnTo>
                    <a:pt x="2977973" y="916074"/>
                  </a:lnTo>
                  <a:lnTo>
                    <a:pt x="2976901" y="916495"/>
                  </a:lnTo>
                  <a:lnTo>
                    <a:pt x="2975829" y="916915"/>
                  </a:lnTo>
                  <a:lnTo>
                    <a:pt x="2974758" y="917336"/>
                  </a:lnTo>
                  <a:lnTo>
                    <a:pt x="2973686" y="917757"/>
                  </a:lnTo>
                  <a:lnTo>
                    <a:pt x="2972615" y="918177"/>
                  </a:lnTo>
                  <a:lnTo>
                    <a:pt x="2971543" y="918598"/>
                  </a:lnTo>
                  <a:lnTo>
                    <a:pt x="2970471" y="919019"/>
                  </a:lnTo>
                  <a:lnTo>
                    <a:pt x="2969400" y="919439"/>
                  </a:lnTo>
                  <a:lnTo>
                    <a:pt x="2968328" y="919860"/>
                  </a:lnTo>
                  <a:lnTo>
                    <a:pt x="2967257" y="920281"/>
                  </a:lnTo>
                  <a:lnTo>
                    <a:pt x="2966185" y="920702"/>
                  </a:lnTo>
                  <a:lnTo>
                    <a:pt x="2965113" y="921122"/>
                  </a:lnTo>
                  <a:lnTo>
                    <a:pt x="2964042" y="921543"/>
                  </a:lnTo>
                  <a:lnTo>
                    <a:pt x="2962970" y="921964"/>
                  </a:lnTo>
                  <a:lnTo>
                    <a:pt x="2961899" y="922385"/>
                  </a:lnTo>
                  <a:lnTo>
                    <a:pt x="2960827" y="922805"/>
                  </a:lnTo>
                  <a:lnTo>
                    <a:pt x="2959755" y="923226"/>
                  </a:lnTo>
                  <a:lnTo>
                    <a:pt x="2958684" y="923647"/>
                  </a:lnTo>
                  <a:lnTo>
                    <a:pt x="2957612" y="924068"/>
                  </a:lnTo>
                  <a:lnTo>
                    <a:pt x="2956541" y="924488"/>
                  </a:lnTo>
                  <a:lnTo>
                    <a:pt x="2955469" y="924909"/>
                  </a:lnTo>
                  <a:lnTo>
                    <a:pt x="2954397" y="925330"/>
                  </a:lnTo>
                  <a:lnTo>
                    <a:pt x="2953326" y="925751"/>
                  </a:lnTo>
                  <a:lnTo>
                    <a:pt x="2952254" y="926171"/>
                  </a:lnTo>
                  <a:lnTo>
                    <a:pt x="2951183" y="926592"/>
                  </a:lnTo>
                  <a:lnTo>
                    <a:pt x="2950111" y="927013"/>
                  </a:lnTo>
                  <a:lnTo>
                    <a:pt x="2949039" y="927433"/>
                  </a:lnTo>
                  <a:lnTo>
                    <a:pt x="2947968" y="927854"/>
                  </a:lnTo>
                  <a:lnTo>
                    <a:pt x="2946896" y="928274"/>
                  </a:lnTo>
                  <a:lnTo>
                    <a:pt x="2945825" y="928695"/>
                  </a:lnTo>
                  <a:lnTo>
                    <a:pt x="2944753" y="929116"/>
                  </a:lnTo>
                  <a:lnTo>
                    <a:pt x="2943681" y="929536"/>
                  </a:lnTo>
                  <a:lnTo>
                    <a:pt x="2942610" y="929957"/>
                  </a:lnTo>
                  <a:lnTo>
                    <a:pt x="2941538" y="930377"/>
                  </a:lnTo>
                  <a:lnTo>
                    <a:pt x="2940467" y="930798"/>
                  </a:lnTo>
                  <a:lnTo>
                    <a:pt x="2939395" y="931218"/>
                  </a:lnTo>
                  <a:lnTo>
                    <a:pt x="2938323" y="931638"/>
                  </a:lnTo>
                  <a:lnTo>
                    <a:pt x="2937252" y="932059"/>
                  </a:lnTo>
                  <a:lnTo>
                    <a:pt x="2936180" y="932479"/>
                  </a:lnTo>
                  <a:lnTo>
                    <a:pt x="2935109" y="932899"/>
                  </a:lnTo>
                  <a:lnTo>
                    <a:pt x="2934037" y="933320"/>
                  </a:lnTo>
                  <a:lnTo>
                    <a:pt x="2932965" y="933740"/>
                  </a:lnTo>
                  <a:lnTo>
                    <a:pt x="2931894" y="934160"/>
                  </a:lnTo>
                  <a:lnTo>
                    <a:pt x="2930822" y="934580"/>
                  </a:lnTo>
                  <a:lnTo>
                    <a:pt x="2929751" y="935000"/>
                  </a:lnTo>
                  <a:lnTo>
                    <a:pt x="2928679" y="935420"/>
                  </a:lnTo>
                  <a:lnTo>
                    <a:pt x="2927607" y="935840"/>
                  </a:lnTo>
                  <a:lnTo>
                    <a:pt x="2926536" y="936260"/>
                  </a:lnTo>
                  <a:lnTo>
                    <a:pt x="2925464" y="936680"/>
                  </a:lnTo>
                  <a:lnTo>
                    <a:pt x="2924393" y="937100"/>
                  </a:lnTo>
                  <a:lnTo>
                    <a:pt x="2923321" y="937519"/>
                  </a:lnTo>
                  <a:lnTo>
                    <a:pt x="2922249" y="937939"/>
                  </a:lnTo>
                  <a:lnTo>
                    <a:pt x="2921178" y="938359"/>
                  </a:lnTo>
                  <a:lnTo>
                    <a:pt x="2920106" y="938778"/>
                  </a:lnTo>
                  <a:lnTo>
                    <a:pt x="2919035" y="939198"/>
                  </a:lnTo>
                  <a:lnTo>
                    <a:pt x="2917963" y="939617"/>
                  </a:lnTo>
                  <a:lnTo>
                    <a:pt x="2916891" y="940037"/>
                  </a:lnTo>
                  <a:lnTo>
                    <a:pt x="2915820" y="940456"/>
                  </a:lnTo>
                  <a:lnTo>
                    <a:pt x="2914748" y="940876"/>
                  </a:lnTo>
                  <a:lnTo>
                    <a:pt x="2913677" y="941295"/>
                  </a:lnTo>
                  <a:lnTo>
                    <a:pt x="2912605" y="941714"/>
                  </a:lnTo>
                  <a:lnTo>
                    <a:pt x="2911533" y="942133"/>
                  </a:lnTo>
                  <a:lnTo>
                    <a:pt x="2910462" y="942552"/>
                  </a:lnTo>
                  <a:lnTo>
                    <a:pt x="2909390" y="942971"/>
                  </a:lnTo>
                  <a:lnTo>
                    <a:pt x="2908319" y="943390"/>
                  </a:lnTo>
                  <a:lnTo>
                    <a:pt x="2907247" y="943809"/>
                  </a:lnTo>
                  <a:lnTo>
                    <a:pt x="2906175" y="944227"/>
                  </a:lnTo>
                  <a:lnTo>
                    <a:pt x="2905104" y="944646"/>
                  </a:lnTo>
                  <a:lnTo>
                    <a:pt x="2904032" y="945064"/>
                  </a:lnTo>
                  <a:lnTo>
                    <a:pt x="2902961" y="945483"/>
                  </a:lnTo>
                  <a:lnTo>
                    <a:pt x="2901889" y="945901"/>
                  </a:lnTo>
                  <a:lnTo>
                    <a:pt x="2900817" y="946320"/>
                  </a:lnTo>
                  <a:lnTo>
                    <a:pt x="2899746" y="946738"/>
                  </a:lnTo>
                  <a:lnTo>
                    <a:pt x="2898674" y="947156"/>
                  </a:lnTo>
                  <a:lnTo>
                    <a:pt x="2897603" y="947574"/>
                  </a:lnTo>
                  <a:lnTo>
                    <a:pt x="2896531" y="947992"/>
                  </a:lnTo>
                  <a:lnTo>
                    <a:pt x="2895459" y="948410"/>
                  </a:lnTo>
                  <a:lnTo>
                    <a:pt x="2894388" y="948827"/>
                  </a:lnTo>
                  <a:lnTo>
                    <a:pt x="2893316" y="949245"/>
                  </a:lnTo>
                  <a:lnTo>
                    <a:pt x="2892245" y="949663"/>
                  </a:lnTo>
                  <a:lnTo>
                    <a:pt x="2891173" y="950080"/>
                  </a:lnTo>
                  <a:lnTo>
                    <a:pt x="2890101" y="950497"/>
                  </a:lnTo>
                  <a:lnTo>
                    <a:pt x="2889030" y="950915"/>
                  </a:lnTo>
                  <a:lnTo>
                    <a:pt x="2887958" y="951332"/>
                  </a:lnTo>
                  <a:lnTo>
                    <a:pt x="2886887" y="951749"/>
                  </a:lnTo>
                  <a:lnTo>
                    <a:pt x="2885815" y="952166"/>
                  </a:lnTo>
                  <a:lnTo>
                    <a:pt x="2884743" y="952582"/>
                  </a:lnTo>
                  <a:lnTo>
                    <a:pt x="2883672" y="952999"/>
                  </a:lnTo>
                  <a:lnTo>
                    <a:pt x="2882600" y="953416"/>
                  </a:lnTo>
                  <a:lnTo>
                    <a:pt x="2881529" y="953832"/>
                  </a:lnTo>
                  <a:lnTo>
                    <a:pt x="2880457" y="954248"/>
                  </a:lnTo>
                  <a:lnTo>
                    <a:pt x="2879385" y="954665"/>
                  </a:lnTo>
                  <a:lnTo>
                    <a:pt x="2878314" y="955081"/>
                  </a:lnTo>
                  <a:lnTo>
                    <a:pt x="2877242" y="955497"/>
                  </a:lnTo>
                  <a:lnTo>
                    <a:pt x="2876171" y="955913"/>
                  </a:lnTo>
                  <a:lnTo>
                    <a:pt x="2875099" y="956328"/>
                  </a:lnTo>
                  <a:lnTo>
                    <a:pt x="2874027" y="956744"/>
                  </a:lnTo>
                  <a:lnTo>
                    <a:pt x="2872956" y="957159"/>
                  </a:lnTo>
                  <a:lnTo>
                    <a:pt x="2871884" y="957575"/>
                  </a:lnTo>
                  <a:lnTo>
                    <a:pt x="2870813" y="957990"/>
                  </a:lnTo>
                  <a:lnTo>
                    <a:pt x="2869741" y="958405"/>
                  </a:lnTo>
                  <a:lnTo>
                    <a:pt x="2868669" y="958820"/>
                  </a:lnTo>
                  <a:lnTo>
                    <a:pt x="2867598" y="959235"/>
                  </a:lnTo>
                  <a:lnTo>
                    <a:pt x="2866526" y="959649"/>
                  </a:lnTo>
                  <a:lnTo>
                    <a:pt x="2865455" y="960064"/>
                  </a:lnTo>
                  <a:lnTo>
                    <a:pt x="2864383" y="960478"/>
                  </a:lnTo>
                  <a:lnTo>
                    <a:pt x="2863311" y="960893"/>
                  </a:lnTo>
                  <a:lnTo>
                    <a:pt x="2862240" y="961307"/>
                  </a:lnTo>
                  <a:lnTo>
                    <a:pt x="2861168" y="961721"/>
                  </a:lnTo>
                  <a:lnTo>
                    <a:pt x="2860097" y="962134"/>
                  </a:lnTo>
                  <a:lnTo>
                    <a:pt x="2859025" y="962548"/>
                  </a:lnTo>
                  <a:lnTo>
                    <a:pt x="2857953" y="962962"/>
                  </a:lnTo>
                  <a:lnTo>
                    <a:pt x="2856882" y="963375"/>
                  </a:lnTo>
                  <a:lnTo>
                    <a:pt x="2855810" y="963788"/>
                  </a:lnTo>
                  <a:lnTo>
                    <a:pt x="2854739" y="964201"/>
                  </a:lnTo>
                  <a:lnTo>
                    <a:pt x="2853667" y="964614"/>
                  </a:lnTo>
                  <a:lnTo>
                    <a:pt x="2852595" y="965027"/>
                  </a:lnTo>
                  <a:lnTo>
                    <a:pt x="2851524" y="965439"/>
                  </a:lnTo>
                  <a:lnTo>
                    <a:pt x="2850452" y="965852"/>
                  </a:lnTo>
                  <a:lnTo>
                    <a:pt x="2849381" y="966264"/>
                  </a:lnTo>
                  <a:lnTo>
                    <a:pt x="2848309" y="966676"/>
                  </a:lnTo>
                  <a:lnTo>
                    <a:pt x="2847237" y="967088"/>
                  </a:lnTo>
                  <a:lnTo>
                    <a:pt x="2846166" y="967500"/>
                  </a:lnTo>
                  <a:lnTo>
                    <a:pt x="2845094" y="967911"/>
                  </a:lnTo>
                  <a:lnTo>
                    <a:pt x="2844023" y="968323"/>
                  </a:lnTo>
                  <a:lnTo>
                    <a:pt x="2842951" y="968734"/>
                  </a:lnTo>
                  <a:lnTo>
                    <a:pt x="2841879" y="969145"/>
                  </a:lnTo>
                  <a:lnTo>
                    <a:pt x="2840808" y="969556"/>
                  </a:lnTo>
                  <a:lnTo>
                    <a:pt x="2839736" y="969966"/>
                  </a:lnTo>
                  <a:lnTo>
                    <a:pt x="2838665" y="970377"/>
                  </a:lnTo>
                  <a:lnTo>
                    <a:pt x="2837593" y="970787"/>
                  </a:lnTo>
                  <a:lnTo>
                    <a:pt x="2836522" y="971197"/>
                  </a:lnTo>
                  <a:lnTo>
                    <a:pt x="2835450" y="971607"/>
                  </a:lnTo>
                  <a:lnTo>
                    <a:pt x="2834378" y="972017"/>
                  </a:lnTo>
                  <a:lnTo>
                    <a:pt x="2833307" y="972427"/>
                  </a:lnTo>
                  <a:lnTo>
                    <a:pt x="2832235" y="972836"/>
                  </a:lnTo>
                  <a:lnTo>
                    <a:pt x="2831164" y="973245"/>
                  </a:lnTo>
                  <a:lnTo>
                    <a:pt x="2830092" y="973654"/>
                  </a:lnTo>
                  <a:lnTo>
                    <a:pt x="2829020" y="974063"/>
                  </a:lnTo>
                  <a:lnTo>
                    <a:pt x="2827949" y="974472"/>
                  </a:lnTo>
                  <a:lnTo>
                    <a:pt x="2826877" y="974880"/>
                  </a:lnTo>
                  <a:lnTo>
                    <a:pt x="2825806" y="975288"/>
                  </a:lnTo>
                  <a:lnTo>
                    <a:pt x="2824734" y="975696"/>
                  </a:lnTo>
                  <a:lnTo>
                    <a:pt x="2823662" y="976104"/>
                  </a:lnTo>
                  <a:lnTo>
                    <a:pt x="2822591" y="976511"/>
                  </a:lnTo>
                  <a:lnTo>
                    <a:pt x="2821519" y="976919"/>
                  </a:lnTo>
                  <a:lnTo>
                    <a:pt x="2820448" y="977326"/>
                  </a:lnTo>
                  <a:lnTo>
                    <a:pt x="2819376" y="977733"/>
                  </a:lnTo>
                  <a:lnTo>
                    <a:pt x="2818304" y="978140"/>
                  </a:lnTo>
                  <a:lnTo>
                    <a:pt x="2817233" y="978546"/>
                  </a:lnTo>
                  <a:lnTo>
                    <a:pt x="2816161" y="978953"/>
                  </a:lnTo>
                  <a:lnTo>
                    <a:pt x="2815090" y="979359"/>
                  </a:lnTo>
                  <a:lnTo>
                    <a:pt x="2814018" y="979765"/>
                  </a:lnTo>
                  <a:lnTo>
                    <a:pt x="2812946" y="980170"/>
                  </a:lnTo>
                  <a:lnTo>
                    <a:pt x="2811875" y="980576"/>
                  </a:lnTo>
                  <a:lnTo>
                    <a:pt x="2810803" y="980981"/>
                  </a:lnTo>
                  <a:lnTo>
                    <a:pt x="2809732" y="981386"/>
                  </a:lnTo>
                  <a:lnTo>
                    <a:pt x="2808660" y="981791"/>
                  </a:lnTo>
                  <a:lnTo>
                    <a:pt x="2807588" y="982195"/>
                  </a:lnTo>
                  <a:lnTo>
                    <a:pt x="2806517" y="982599"/>
                  </a:lnTo>
                  <a:lnTo>
                    <a:pt x="2805445" y="983003"/>
                  </a:lnTo>
                  <a:lnTo>
                    <a:pt x="2804374" y="983407"/>
                  </a:lnTo>
                  <a:lnTo>
                    <a:pt x="2803302" y="983811"/>
                  </a:lnTo>
                  <a:lnTo>
                    <a:pt x="2802230" y="984214"/>
                  </a:lnTo>
                  <a:lnTo>
                    <a:pt x="2801159" y="984617"/>
                  </a:lnTo>
                  <a:lnTo>
                    <a:pt x="2800087" y="985020"/>
                  </a:lnTo>
                  <a:lnTo>
                    <a:pt x="2799016" y="985423"/>
                  </a:lnTo>
                  <a:lnTo>
                    <a:pt x="2797944" y="985825"/>
                  </a:lnTo>
                  <a:lnTo>
                    <a:pt x="2796872" y="986227"/>
                  </a:lnTo>
                  <a:lnTo>
                    <a:pt x="2795801" y="986629"/>
                  </a:lnTo>
                  <a:lnTo>
                    <a:pt x="2794729" y="987031"/>
                  </a:lnTo>
                  <a:lnTo>
                    <a:pt x="2793658" y="987432"/>
                  </a:lnTo>
                  <a:lnTo>
                    <a:pt x="2792586" y="987833"/>
                  </a:lnTo>
                  <a:lnTo>
                    <a:pt x="2791514" y="988234"/>
                  </a:lnTo>
                  <a:lnTo>
                    <a:pt x="2790443" y="988635"/>
                  </a:lnTo>
                  <a:lnTo>
                    <a:pt x="2789371" y="989035"/>
                  </a:lnTo>
                  <a:lnTo>
                    <a:pt x="2788300" y="989435"/>
                  </a:lnTo>
                  <a:lnTo>
                    <a:pt x="2787228" y="989835"/>
                  </a:lnTo>
                  <a:lnTo>
                    <a:pt x="2786156" y="990235"/>
                  </a:lnTo>
                  <a:lnTo>
                    <a:pt x="2785085" y="990634"/>
                  </a:lnTo>
                  <a:lnTo>
                    <a:pt x="2784013" y="991033"/>
                  </a:lnTo>
                  <a:lnTo>
                    <a:pt x="2782942" y="991432"/>
                  </a:lnTo>
                  <a:lnTo>
                    <a:pt x="2781870" y="991830"/>
                  </a:lnTo>
                  <a:lnTo>
                    <a:pt x="2780798" y="992229"/>
                  </a:lnTo>
                  <a:lnTo>
                    <a:pt x="2779727" y="992627"/>
                  </a:lnTo>
                  <a:lnTo>
                    <a:pt x="2778655" y="993024"/>
                  </a:lnTo>
                  <a:lnTo>
                    <a:pt x="2777584" y="993422"/>
                  </a:lnTo>
                  <a:lnTo>
                    <a:pt x="2776512" y="993819"/>
                  </a:lnTo>
                  <a:lnTo>
                    <a:pt x="2775440" y="994216"/>
                  </a:lnTo>
                  <a:lnTo>
                    <a:pt x="2774369" y="994612"/>
                  </a:lnTo>
                  <a:lnTo>
                    <a:pt x="2773297" y="995009"/>
                  </a:lnTo>
                  <a:lnTo>
                    <a:pt x="2772226" y="995405"/>
                  </a:lnTo>
                  <a:lnTo>
                    <a:pt x="2771154" y="995800"/>
                  </a:lnTo>
                  <a:lnTo>
                    <a:pt x="2770082" y="996196"/>
                  </a:lnTo>
                  <a:lnTo>
                    <a:pt x="2769011" y="996591"/>
                  </a:lnTo>
                  <a:lnTo>
                    <a:pt x="2767939" y="996986"/>
                  </a:lnTo>
                  <a:lnTo>
                    <a:pt x="2766868" y="997381"/>
                  </a:lnTo>
                  <a:lnTo>
                    <a:pt x="2765796" y="997775"/>
                  </a:lnTo>
                  <a:lnTo>
                    <a:pt x="2764724" y="998169"/>
                  </a:lnTo>
                  <a:lnTo>
                    <a:pt x="2763653" y="998562"/>
                  </a:lnTo>
                  <a:lnTo>
                    <a:pt x="2762581" y="998956"/>
                  </a:lnTo>
                  <a:lnTo>
                    <a:pt x="2761510" y="999349"/>
                  </a:lnTo>
                  <a:lnTo>
                    <a:pt x="2760438" y="999742"/>
                  </a:lnTo>
                  <a:lnTo>
                    <a:pt x="2759366" y="1000134"/>
                  </a:lnTo>
                  <a:lnTo>
                    <a:pt x="2758295" y="1000526"/>
                  </a:lnTo>
                  <a:lnTo>
                    <a:pt x="2757223" y="1000918"/>
                  </a:lnTo>
                  <a:lnTo>
                    <a:pt x="2756152" y="1001310"/>
                  </a:lnTo>
                  <a:lnTo>
                    <a:pt x="2755080" y="1001701"/>
                  </a:lnTo>
                  <a:lnTo>
                    <a:pt x="2754008" y="1002092"/>
                  </a:lnTo>
                  <a:lnTo>
                    <a:pt x="2752937" y="1002483"/>
                  </a:lnTo>
                  <a:lnTo>
                    <a:pt x="2751865" y="1002873"/>
                  </a:lnTo>
                  <a:lnTo>
                    <a:pt x="2750794" y="1003263"/>
                  </a:lnTo>
                  <a:lnTo>
                    <a:pt x="2749722" y="1003653"/>
                  </a:lnTo>
                  <a:lnTo>
                    <a:pt x="2748650" y="1004042"/>
                  </a:lnTo>
                  <a:lnTo>
                    <a:pt x="2747579" y="1004431"/>
                  </a:lnTo>
                  <a:lnTo>
                    <a:pt x="2746507" y="1004820"/>
                  </a:lnTo>
                  <a:lnTo>
                    <a:pt x="2745436" y="1005208"/>
                  </a:lnTo>
                  <a:lnTo>
                    <a:pt x="2744364" y="1005596"/>
                  </a:lnTo>
                  <a:lnTo>
                    <a:pt x="2743292" y="1005984"/>
                  </a:lnTo>
                  <a:lnTo>
                    <a:pt x="2742221" y="1006371"/>
                  </a:lnTo>
                  <a:lnTo>
                    <a:pt x="2741149" y="1006758"/>
                  </a:lnTo>
                  <a:lnTo>
                    <a:pt x="2740078" y="1007145"/>
                  </a:lnTo>
                  <a:lnTo>
                    <a:pt x="2739006" y="1007531"/>
                  </a:lnTo>
                  <a:lnTo>
                    <a:pt x="2737934" y="1007917"/>
                  </a:lnTo>
                  <a:lnTo>
                    <a:pt x="2736863" y="1008303"/>
                  </a:lnTo>
                  <a:lnTo>
                    <a:pt x="2735791" y="1008688"/>
                  </a:lnTo>
                  <a:lnTo>
                    <a:pt x="2734720" y="1009073"/>
                  </a:lnTo>
                  <a:lnTo>
                    <a:pt x="2733648" y="1009458"/>
                  </a:lnTo>
                  <a:lnTo>
                    <a:pt x="2732576" y="1009842"/>
                  </a:lnTo>
                  <a:lnTo>
                    <a:pt x="2731505" y="1010226"/>
                  </a:lnTo>
                  <a:lnTo>
                    <a:pt x="2730433" y="1010610"/>
                  </a:lnTo>
                  <a:lnTo>
                    <a:pt x="2729362" y="1010993"/>
                  </a:lnTo>
                  <a:lnTo>
                    <a:pt x="2728290" y="1011376"/>
                  </a:lnTo>
                  <a:lnTo>
                    <a:pt x="2727218" y="1011759"/>
                  </a:lnTo>
                  <a:lnTo>
                    <a:pt x="2726147" y="1012141"/>
                  </a:lnTo>
                  <a:lnTo>
                    <a:pt x="2725075" y="1012523"/>
                  </a:lnTo>
                  <a:lnTo>
                    <a:pt x="2724004" y="1012904"/>
                  </a:lnTo>
                  <a:lnTo>
                    <a:pt x="2722932" y="1013286"/>
                  </a:lnTo>
                  <a:lnTo>
                    <a:pt x="2721860" y="1013666"/>
                  </a:lnTo>
                  <a:lnTo>
                    <a:pt x="2720789" y="1014047"/>
                  </a:lnTo>
                  <a:lnTo>
                    <a:pt x="2719717" y="1014427"/>
                  </a:lnTo>
                  <a:lnTo>
                    <a:pt x="2718646" y="1014807"/>
                  </a:lnTo>
                  <a:lnTo>
                    <a:pt x="2717574" y="1015186"/>
                  </a:lnTo>
                  <a:lnTo>
                    <a:pt x="2716502" y="1015565"/>
                  </a:lnTo>
                  <a:lnTo>
                    <a:pt x="2715431" y="1015943"/>
                  </a:lnTo>
                  <a:lnTo>
                    <a:pt x="2714359" y="1016322"/>
                  </a:lnTo>
                  <a:lnTo>
                    <a:pt x="2713288" y="1016700"/>
                  </a:lnTo>
                  <a:lnTo>
                    <a:pt x="2712216" y="1017077"/>
                  </a:lnTo>
                  <a:lnTo>
                    <a:pt x="2711144" y="1017454"/>
                  </a:lnTo>
                  <a:lnTo>
                    <a:pt x="2710073" y="1017831"/>
                  </a:lnTo>
                  <a:lnTo>
                    <a:pt x="2709001" y="1018207"/>
                  </a:lnTo>
                  <a:lnTo>
                    <a:pt x="2707930" y="1018583"/>
                  </a:lnTo>
                  <a:lnTo>
                    <a:pt x="2706858" y="1018959"/>
                  </a:lnTo>
                  <a:lnTo>
                    <a:pt x="2705786" y="1019334"/>
                  </a:lnTo>
                  <a:lnTo>
                    <a:pt x="2704715" y="1019709"/>
                  </a:lnTo>
                  <a:lnTo>
                    <a:pt x="2703643" y="1020083"/>
                  </a:lnTo>
                  <a:lnTo>
                    <a:pt x="2702572" y="1020457"/>
                  </a:lnTo>
                  <a:lnTo>
                    <a:pt x="2701500" y="1020831"/>
                  </a:lnTo>
                  <a:lnTo>
                    <a:pt x="2700428" y="1021204"/>
                  </a:lnTo>
                  <a:lnTo>
                    <a:pt x="2699357" y="1021577"/>
                  </a:lnTo>
                  <a:lnTo>
                    <a:pt x="2698285" y="1021949"/>
                  </a:lnTo>
                  <a:lnTo>
                    <a:pt x="2697214" y="1022321"/>
                  </a:lnTo>
                  <a:lnTo>
                    <a:pt x="2696142" y="1022693"/>
                  </a:lnTo>
                  <a:lnTo>
                    <a:pt x="2695070" y="1023064"/>
                  </a:lnTo>
                  <a:lnTo>
                    <a:pt x="2693999" y="1023435"/>
                  </a:lnTo>
                  <a:lnTo>
                    <a:pt x="2692927" y="1023805"/>
                  </a:lnTo>
                  <a:lnTo>
                    <a:pt x="2691856" y="1024175"/>
                  </a:lnTo>
                  <a:lnTo>
                    <a:pt x="2690784" y="1024545"/>
                  </a:lnTo>
                  <a:lnTo>
                    <a:pt x="2689712" y="1024914"/>
                  </a:lnTo>
                  <a:lnTo>
                    <a:pt x="2688641" y="1025283"/>
                  </a:lnTo>
                  <a:lnTo>
                    <a:pt x="2687569" y="1025651"/>
                  </a:lnTo>
                  <a:lnTo>
                    <a:pt x="2686498" y="1026019"/>
                  </a:lnTo>
                  <a:lnTo>
                    <a:pt x="2685426" y="1026387"/>
                  </a:lnTo>
                  <a:lnTo>
                    <a:pt x="2684354" y="1026754"/>
                  </a:lnTo>
                  <a:lnTo>
                    <a:pt x="2683283" y="1027120"/>
                  </a:lnTo>
                  <a:lnTo>
                    <a:pt x="2682211" y="1027487"/>
                  </a:lnTo>
                  <a:lnTo>
                    <a:pt x="2681140" y="1027853"/>
                  </a:lnTo>
                  <a:lnTo>
                    <a:pt x="2680068" y="1028218"/>
                  </a:lnTo>
                  <a:lnTo>
                    <a:pt x="2678996" y="1028583"/>
                  </a:lnTo>
                  <a:lnTo>
                    <a:pt x="2677925" y="1028948"/>
                  </a:lnTo>
                  <a:lnTo>
                    <a:pt x="2676853" y="1029312"/>
                  </a:lnTo>
                  <a:lnTo>
                    <a:pt x="2675782" y="1029675"/>
                  </a:lnTo>
                  <a:lnTo>
                    <a:pt x="2674710" y="1030039"/>
                  </a:lnTo>
                  <a:lnTo>
                    <a:pt x="2673638" y="1030402"/>
                  </a:lnTo>
                  <a:lnTo>
                    <a:pt x="2672567" y="1030764"/>
                  </a:lnTo>
                  <a:lnTo>
                    <a:pt x="2671495" y="1031126"/>
                  </a:lnTo>
                  <a:lnTo>
                    <a:pt x="2670424" y="1031488"/>
                  </a:lnTo>
                  <a:lnTo>
                    <a:pt x="2669352" y="1031849"/>
                  </a:lnTo>
                  <a:lnTo>
                    <a:pt x="2668280" y="1032209"/>
                  </a:lnTo>
                  <a:lnTo>
                    <a:pt x="2667209" y="1032570"/>
                  </a:lnTo>
                  <a:lnTo>
                    <a:pt x="2666137" y="1032929"/>
                  </a:lnTo>
                  <a:lnTo>
                    <a:pt x="2665066" y="1033289"/>
                  </a:lnTo>
                  <a:lnTo>
                    <a:pt x="2663994" y="1033647"/>
                  </a:lnTo>
                  <a:lnTo>
                    <a:pt x="2662922" y="1034006"/>
                  </a:lnTo>
                  <a:lnTo>
                    <a:pt x="2661851" y="1034364"/>
                  </a:lnTo>
                  <a:lnTo>
                    <a:pt x="2660779" y="1034721"/>
                  </a:lnTo>
                  <a:lnTo>
                    <a:pt x="2659708" y="1035078"/>
                  </a:lnTo>
                  <a:lnTo>
                    <a:pt x="2658636" y="1035435"/>
                  </a:lnTo>
                  <a:lnTo>
                    <a:pt x="2657565" y="1035791"/>
                  </a:lnTo>
                  <a:lnTo>
                    <a:pt x="2656493" y="1036147"/>
                  </a:lnTo>
                  <a:lnTo>
                    <a:pt x="2655421" y="1036502"/>
                  </a:lnTo>
                  <a:lnTo>
                    <a:pt x="2654350" y="1036857"/>
                  </a:lnTo>
                  <a:lnTo>
                    <a:pt x="2653278" y="1037211"/>
                  </a:lnTo>
                  <a:lnTo>
                    <a:pt x="2652207" y="1037565"/>
                  </a:lnTo>
                  <a:lnTo>
                    <a:pt x="2651135" y="1037919"/>
                  </a:lnTo>
                  <a:lnTo>
                    <a:pt x="2650063" y="1038271"/>
                  </a:lnTo>
                  <a:lnTo>
                    <a:pt x="2648992" y="1038624"/>
                  </a:lnTo>
                  <a:lnTo>
                    <a:pt x="2647920" y="1038976"/>
                  </a:lnTo>
                  <a:lnTo>
                    <a:pt x="2646849" y="1039327"/>
                  </a:lnTo>
                  <a:lnTo>
                    <a:pt x="2645777" y="1039678"/>
                  </a:lnTo>
                  <a:lnTo>
                    <a:pt x="2644705" y="1040029"/>
                  </a:lnTo>
                  <a:lnTo>
                    <a:pt x="2643634" y="1040379"/>
                  </a:lnTo>
                  <a:lnTo>
                    <a:pt x="2642562" y="1040729"/>
                  </a:lnTo>
                  <a:lnTo>
                    <a:pt x="2641491" y="1041078"/>
                  </a:lnTo>
                  <a:lnTo>
                    <a:pt x="2640419" y="1041426"/>
                  </a:lnTo>
                  <a:lnTo>
                    <a:pt x="2639347" y="1041775"/>
                  </a:lnTo>
                  <a:lnTo>
                    <a:pt x="2638276" y="1042122"/>
                  </a:lnTo>
                  <a:lnTo>
                    <a:pt x="2637204" y="1042469"/>
                  </a:lnTo>
                  <a:lnTo>
                    <a:pt x="2636133" y="1042816"/>
                  </a:lnTo>
                  <a:lnTo>
                    <a:pt x="2635061" y="1043162"/>
                  </a:lnTo>
                  <a:lnTo>
                    <a:pt x="2633989" y="1043508"/>
                  </a:lnTo>
                  <a:lnTo>
                    <a:pt x="2632918" y="1043853"/>
                  </a:lnTo>
                  <a:lnTo>
                    <a:pt x="2631846" y="1044198"/>
                  </a:lnTo>
                  <a:lnTo>
                    <a:pt x="2630775" y="1044542"/>
                  </a:lnTo>
                  <a:lnTo>
                    <a:pt x="2629703" y="1044886"/>
                  </a:lnTo>
                  <a:lnTo>
                    <a:pt x="2628631" y="1045229"/>
                  </a:lnTo>
                  <a:lnTo>
                    <a:pt x="2627560" y="1045572"/>
                  </a:lnTo>
                  <a:lnTo>
                    <a:pt x="2626488" y="1045914"/>
                  </a:lnTo>
                  <a:lnTo>
                    <a:pt x="2625417" y="1046256"/>
                  </a:lnTo>
                  <a:lnTo>
                    <a:pt x="2624345" y="1046597"/>
                  </a:lnTo>
                  <a:lnTo>
                    <a:pt x="2623273" y="1046938"/>
                  </a:lnTo>
                  <a:lnTo>
                    <a:pt x="2622202" y="1047278"/>
                  </a:lnTo>
                  <a:lnTo>
                    <a:pt x="2621130" y="1047618"/>
                  </a:lnTo>
                  <a:lnTo>
                    <a:pt x="2620059" y="1047957"/>
                  </a:lnTo>
                  <a:lnTo>
                    <a:pt x="2618987" y="1048296"/>
                  </a:lnTo>
                  <a:lnTo>
                    <a:pt x="2617915" y="1048634"/>
                  </a:lnTo>
                  <a:lnTo>
                    <a:pt x="2616844" y="1048972"/>
                  </a:lnTo>
                  <a:lnTo>
                    <a:pt x="2615772" y="1049309"/>
                  </a:lnTo>
                  <a:lnTo>
                    <a:pt x="2614701" y="1049645"/>
                  </a:lnTo>
                  <a:lnTo>
                    <a:pt x="2613629" y="1049982"/>
                  </a:lnTo>
                  <a:lnTo>
                    <a:pt x="2612557" y="1050317"/>
                  </a:lnTo>
                  <a:lnTo>
                    <a:pt x="2611486" y="1050652"/>
                  </a:lnTo>
                  <a:lnTo>
                    <a:pt x="2610414" y="1050987"/>
                  </a:lnTo>
                  <a:lnTo>
                    <a:pt x="2609343" y="1051321"/>
                  </a:lnTo>
                  <a:lnTo>
                    <a:pt x="2608271" y="1051654"/>
                  </a:lnTo>
                  <a:lnTo>
                    <a:pt x="2607199" y="1051987"/>
                  </a:lnTo>
                  <a:lnTo>
                    <a:pt x="2606128" y="1052320"/>
                  </a:lnTo>
                  <a:lnTo>
                    <a:pt x="2605056" y="1052652"/>
                  </a:lnTo>
                  <a:lnTo>
                    <a:pt x="2603985" y="1052983"/>
                  </a:lnTo>
                  <a:lnTo>
                    <a:pt x="2602913" y="1053314"/>
                  </a:lnTo>
                  <a:lnTo>
                    <a:pt x="2601841" y="1053644"/>
                  </a:lnTo>
                  <a:lnTo>
                    <a:pt x="2600770" y="1053974"/>
                  </a:lnTo>
                  <a:lnTo>
                    <a:pt x="2599698" y="1054303"/>
                  </a:lnTo>
                  <a:lnTo>
                    <a:pt x="2598627" y="1054632"/>
                  </a:lnTo>
                  <a:lnTo>
                    <a:pt x="2597555" y="1054960"/>
                  </a:lnTo>
                  <a:lnTo>
                    <a:pt x="2596483" y="1055287"/>
                  </a:lnTo>
                  <a:lnTo>
                    <a:pt x="2595412" y="1055615"/>
                  </a:lnTo>
                  <a:lnTo>
                    <a:pt x="2594340" y="1055941"/>
                  </a:lnTo>
                  <a:lnTo>
                    <a:pt x="2593269" y="1056267"/>
                  </a:lnTo>
                  <a:lnTo>
                    <a:pt x="2592197" y="1056592"/>
                  </a:lnTo>
                  <a:lnTo>
                    <a:pt x="2591125" y="1056917"/>
                  </a:lnTo>
                  <a:lnTo>
                    <a:pt x="2590054" y="1057242"/>
                  </a:lnTo>
                  <a:lnTo>
                    <a:pt x="2588982" y="1057565"/>
                  </a:lnTo>
                  <a:lnTo>
                    <a:pt x="2587911" y="1057889"/>
                  </a:lnTo>
                  <a:lnTo>
                    <a:pt x="2586839" y="1058211"/>
                  </a:lnTo>
                  <a:lnTo>
                    <a:pt x="2585767" y="1058533"/>
                  </a:lnTo>
                  <a:lnTo>
                    <a:pt x="2584696" y="1058855"/>
                  </a:lnTo>
                  <a:lnTo>
                    <a:pt x="2583624" y="1059176"/>
                  </a:lnTo>
                  <a:lnTo>
                    <a:pt x="2582553" y="1059496"/>
                  </a:lnTo>
                  <a:lnTo>
                    <a:pt x="2581481" y="1059816"/>
                  </a:lnTo>
                  <a:lnTo>
                    <a:pt x="2580409" y="1060135"/>
                  </a:lnTo>
                  <a:lnTo>
                    <a:pt x="2579338" y="1060454"/>
                  </a:lnTo>
                  <a:lnTo>
                    <a:pt x="2578266" y="1060772"/>
                  </a:lnTo>
                  <a:lnTo>
                    <a:pt x="2577195" y="1061090"/>
                  </a:lnTo>
                  <a:lnTo>
                    <a:pt x="2576123" y="1061407"/>
                  </a:lnTo>
                  <a:lnTo>
                    <a:pt x="2575051" y="1061723"/>
                  </a:lnTo>
                  <a:lnTo>
                    <a:pt x="2573980" y="1062039"/>
                  </a:lnTo>
                  <a:lnTo>
                    <a:pt x="2572908" y="1062354"/>
                  </a:lnTo>
                  <a:lnTo>
                    <a:pt x="2571837" y="1062669"/>
                  </a:lnTo>
                  <a:lnTo>
                    <a:pt x="2570765" y="1062983"/>
                  </a:lnTo>
                  <a:lnTo>
                    <a:pt x="2569693" y="1063297"/>
                  </a:lnTo>
                  <a:lnTo>
                    <a:pt x="2568622" y="1063610"/>
                  </a:lnTo>
                  <a:lnTo>
                    <a:pt x="2567550" y="1063922"/>
                  </a:lnTo>
                  <a:lnTo>
                    <a:pt x="2566479" y="1064234"/>
                  </a:lnTo>
                  <a:lnTo>
                    <a:pt x="2565407" y="1064545"/>
                  </a:lnTo>
                  <a:lnTo>
                    <a:pt x="2564335" y="1064856"/>
                  </a:lnTo>
                  <a:lnTo>
                    <a:pt x="2563264" y="1065166"/>
                  </a:lnTo>
                  <a:lnTo>
                    <a:pt x="2562192" y="1065475"/>
                  </a:lnTo>
                  <a:lnTo>
                    <a:pt x="2561121" y="1065784"/>
                  </a:lnTo>
                  <a:lnTo>
                    <a:pt x="2560049" y="1066093"/>
                  </a:lnTo>
                  <a:lnTo>
                    <a:pt x="2558977" y="1066400"/>
                  </a:lnTo>
                  <a:lnTo>
                    <a:pt x="2557906" y="1066707"/>
                  </a:lnTo>
                  <a:lnTo>
                    <a:pt x="2556834" y="1067014"/>
                  </a:lnTo>
                  <a:lnTo>
                    <a:pt x="2555763" y="1067320"/>
                  </a:lnTo>
                  <a:lnTo>
                    <a:pt x="2554691" y="1067625"/>
                  </a:lnTo>
                  <a:lnTo>
                    <a:pt x="2553619" y="1067930"/>
                  </a:lnTo>
                  <a:lnTo>
                    <a:pt x="2552548" y="1068234"/>
                  </a:lnTo>
                  <a:lnTo>
                    <a:pt x="2551476" y="1068537"/>
                  </a:lnTo>
                  <a:lnTo>
                    <a:pt x="2550405" y="1068840"/>
                  </a:lnTo>
                  <a:lnTo>
                    <a:pt x="2549333" y="1069143"/>
                  </a:lnTo>
                  <a:lnTo>
                    <a:pt x="2548261" y="1069444"/>
                  </a:lnTo>
                  <a:lnTo>
                    <a:pt x="2547190" y="1069745"/>
                  </a:lnTo>
                  <a:lnTo>
                    <a:pt x="2546118" y="1070046"/>
                  </a:lnTo>
                  <a:lnTo>
                    <a:pt x="2545047" y="1070346"/>
                  </a:lnTo>
                  <a:lnTo>
                    <a:pt x="2543975" y="1070645"/>
                  </a:lnTo>
                  <a:lnTo>
                    <a:pt x="2542903" y="1070944"/>
                  </a:lnTo>
                  <a:lnTo>
                    <a:pt x="2541832" y="1071242"/>
                  </a:lnTo>
                  <a:lnTo>
                    <a:pt x="2540760" y="1071539"/>
                  </a:lnTo>
                  <a:lnTo>
                    <a:pt x="2539689" y="1071836"/>
                  </a:lnTo>
                  <a:lnTo>
                    <a:pt x="2538617" y="1072132"/>
                  </a:lnTo>
                  <a:lnTo>
                    <a:pt x="2537545" y="1072428"/>
                  </a:lnTo>
                  <a:lnTo>
                    <a:pt x="2536474" y="1072722"/>
                  </a:lnTo>
                  <a:lnTo>
                    <a:pt x="2535402" y="1073017"/>
                  </a:lnTo>
                  <a:lnTo>
                    <a:pt x="2534331" y="1073310"/>
                  </a:lnTo>
                  <a:lnTo>
                    <a:pt x="2533259" y="1073603"/>
                  </a:lnTo>
                  <a:lnTo>
                    <a:pt x="2532187" y="1073896"/>
                  </a:lnTo>
                  <a:lnTo>
                    <a:pt x="2531116" y="1074188"/>
                  </a:lnTo>
                  <a:lnTo>
                    <a:pt x="2530044" y="1074479"/>
                  </a:lnTo>
                  <a:lnTo>
                    <a:pt x="2528973" y="1074769"/>
                  </a:lnTo>
                  <a:lnTo>
                    <a:pt x="2527901" y="1075059"/>
                  </a:lnTo>
                  <a:lnTo>
                    <a:pt x="2526829" y="1075349"/>
                  </a:lnTo>
                  <a:lnTo>
                    <a:pt x="2525758" y="1075637"/>
                  </a:lnTo>
                  <a:lnTo>
                    <a:pt x="2524686" y="1075925"/>
                  </a:lnTo>
                  <a:lnTo>
                    <a:pt x="2523615" y="1076212"/>
                  </a:lnTo>
                  <a:lnTo>
                    <a:pt x="2522543" y="1076499"/>
                  </a:lnTo>
                  <a:lnTo>
                    <a:pt x="2521471" y="1076785"/>
                  </a:lnTo>
                  <a:lnTo>
                    <a:pt x="2520400" y="1077071"/>
                  </a:lnTo>
                  <a:lnTo>
                    <a:pt x="2519328" y="1077355"/>
                  </a:lnTo>
                  <a:lnTo>
                    <a:pt x="2518257" y="1077640"/>
                  </a:lnTo>
                  <a:lnTo>
                    <a:pt x="2517185" y="1077923"/>
                  </a:lnTo>
                  <a:lnTo>
                    <a:pt x="2516113" y="1078206"/>
                  </a:lnTo>
                  <a:lnTo>
                    <a:pt x="2515042" y="1078488"/>
                  </a:lnTo>
                  <a:lnTo>
                    <a:pt x="2513970" y="1078770"/>
                  </a:lnTo>
                  <a:lnTo>
                    <a:pt x="2512899" y="1079050"/>
                  </a:lnTo>
                  <a:lnTo>
                    <a:pt x="2511827" y="1079331"/>
                  </a:lnTo>
                  <a:lnTo>
                    <a:pt x="2510755" y="1079610"/>
                  </a:lnTo>
                  <a:lnTo>
                    <a:pt x="2509684" y="1079889"/>
                  </a:lnTo>
                  <a:lnTo>
                    <a:pt x="2508612" y="1080167"/>
                  </a:lnTo>
                  <a:lnTo>
                    <a:pt x="2507541" y="1080445"/>
                  </a:lnTo>
                  <a:lnTo>
                    <a:pt x="2506469" y="1080722"/>
                  </a:lnTo>
                  <a:lnTo>
                    <a:pt x="2505397" y="1080998"/>
                  </a:lnTo>
                  <a:lnTo>
                    <a:pt x="2504326" y="1081274"/>
                  </a:lnTo>
                  <a:lnTo>
                    <a:pt x="2503254" y="1081549"/>
                  </a:lnTo>
                  <a:lnTo>
                    <a:pt x="2502183" y="1081823"/>
                  </a:lnTo>
                  <a:lnTo>
                    <a:pt x="2501111" y="1082097"/>
                  </a:lnTo>
                  <a:lnTo>
                    <a:pt x="2500039" y="1082370"/>
                  </a:lnTo>
                  <a:lnTo>
                    <a:pt x="2498968" y="1082642"/>
                  </a:lnTo>
                  <a:lnTo>
                    <a:pt x="2497896" y="1082914"/>
                  </a:lnTo>
                  <a:lnTo>
                    <a:pt x="2496825" y="1083185"/>
                  </a:lnTo>
                  <a:lnTo>
                    <a:pt x="2495753" y="1083455"/>
                  </a:lnTo>
                  <a:lnTo>
                    <a:pt x="2494681" y="1083724"/>
                  </a:lnTo>
                  <a:lnTo>
                    <a:pt x="2493610" y="1083993"/>
                  </a:lnTo>
                  <a:lnTo>
                    <a:pt x="2492538" y="1084261"/>
                  </a:lnTo>
                  <a:lnTo>
                    <a:pt x="2491467" y="1084529"/>
                  </a:lnTo>
                  <a:lnTo>
                    <a:pt x="2490395" y="1084796"/>
                  </a:lnTo>
                  <a:lnTo>
                    <a:pt x="2489323" y="1085062"/>
                  </a:lnTo>
                  <a:lnTo>
                    <a:pt x="2488252" y="1085328"/>
                  </a:lnTo>
                  <a:lnTo>
                    <a:pt x="2487180" y="1085592"/>
                  </a:lnTo>
                  <a:lnTo>
                    <a:pt x="2486109" y="1085857"/>
                  </a:lnTo>
                  <a:lnTo>
                    <a:pt x="2485037" y="1086120"/>
                  </a:lnTo>
                  <a:lnTo>
                    <a:pt x="2483966" y="1086383"/>
                  </a:lnTo>
                  <a:lnTo>
                    <a:pt x="2482894" y="1086645"/>
                  </a:lnTo>
                  <a:lnTo>
                    <a:pt x="2481822" y="1086906"/>
                  </a:lnTo>
                  <a:lnTo>
                    <a:pt x="2480751" y="1087167"/>
                  </a:lnTo>
                  <a:lnTo>
                    <a:pt x="2479679" y="1087427"/>
                  </a:lnTo>
                  <a:lnTo>
                    <a:pt x="2478608" y="1087686"/>
                  </a:lnTo>
                  <a:lnTo>
                    <a:pt x="2477536" y="1087945"/>
                  </a:lnTo>
                  <a:lnTo>
                    <a:pt x="2476464" y="1088203"/>
                  </a:lnTo>
                  <a:lnTo>
                    <a:pt x="2475393" y="1088460"/>
                  </a:lnTo>
                  <a:lnTo>
                    <a:pt x="2474321" y="1088716"/>
                  </a:lnTo>
                  <a:lnTo>
                    <a:pt x="2473250" y="1088972"/>
                  </a:lnTo>
                  <a:lnTo>
                    <a:pt x="2472178" y="1089227"/>
                  </a:lnTo>
                  <a:lnTo>
                    <a:pt x="2471106" y="1089482"/>
                  </a:lnTo>
                  <a:lnTo>
                    <a:pt x="2470035" y="1089735"/>
                  </a:lnTo>
                  <a:lnTo>
                    <a:pt x="2468963" y="1089988"/>
                  </a:lnTo>
                  <a:lnTo>
                    <a:pt x="2467892" y="1090241"/>
                  </a:lnTo>
                  <a:lnTo>
                    <a:pt x="2466820" y="1090492"/>
                  </a:lnTo>
                  <a:lnTo>
                    <a:pt x="2465748" y="1090743"/>
                  </a:lnTo>
                  <a:lnTo>
                    <a:pt x="2464677" y="1090993"/>
                  </a:lnTo>
                  <a:lnTo>
                    <a:pt x="2463605" y="1091243"/>
                  </a:lnTo>
                  <a:lnTo>
                    <a:pt x="2462534" y="1091491"/>
                  </a:lnTo>
                  <a:lnTo>
                    <a:pt x="2461462" y="1091739"/>
                  </a:lnTo>
                  <a:lnTo>
                    <a:pt x="2460390" y="1091987"/>
                  </a:lnTo>
                  <a:lnTo>
                    <a:pt x="2459319" y="1092233"/>
                  </a:lnTo>
                  <a:lnTo>
                    <a:pt x="2458247" y="1092479"/>
                  </a:lnTo>
                  <a:lnTo>
                    <a:pt x="2457176" y="1092724"/>
                  </a:lnTo>
                  <a:lnTo>
                    <a:pt x="2456104" y="1092969"/>
                  </a:lnTo>
                  <a:lnTo>
                    <a:pt x="2455032" y="1093212"/>
                  </a:lnTo>
                  <a:lnTo>
                    <a:pt x="2453961" y="1093455"/>
                  </a:lnTo>
                  <a:lnTo>
                    <a:pt x="2452889" y="1093698"/>
                  </a:lnTo>
                  <a:lnTo>
                    <a:pt x="2451818" y="1093939"/>
                  </a:lnTo>
                  <a:lnTo>
                    <a:pt x="2450746" y="1094180"/>
                  </a:lnTo>
                  <a:lnTo>
                    <a:pt x="2449674" y="1094420"/>
                  </a:lnTo>
                  <a:lnTo>
                    <a:pt x="2448603" y="1094659"/>
                  </a:lnTo>
                  <a:lnTo>
                    <a:pt x="2447531" y="1094898"/>
                  </a:lnTo>
                  <a:lnTo>
                    <a:pt x="2446460" y="1095136"/>
                  </a:lnTo>
                  <a:lnTo>
                    <a:pt x="2445388" y="1095373"/>
                  </a:lnTo>
                  <a:lnTo>
                    <a:pt x="2444316" y="1095609"/>
                  </a:lnTo>
                  <a:lnTo>
                    <a:pt x="2443245" y="1095845"/>
                  </a:lnTo>
                  <a:lnTo>
                    <a:pt x="2442173" y="1096080"/>
                  </a:lnTo>
                  <a:lnTo>
                    <a:pt x="2441102" y="1096314"/>
                  </a:lnTo>
                  <a:lnTo>
                    <a:pt x="2440030" y="1096547"/>
                  </a:lnTo>
                  <a:lnTo>
                    <a:pt x="2438958" y="1096780"/>
                  </a:lnTo>
                  <a:lnTo>
                    <a:pt x="2437887" y="1097012"/>
                  </a:lnTo>
                  <a:lnTo>
                    <a:pt x="2436815" y="1097243"/>
                  </a:lnTo>
                  <a:lnTo>
                    <a:pt x="2435744" y="1097473"/>
                  </a:lnTo>
                  <a:lnTo>
                    <a:pt x="2434672" y="1097703"/>
                  </a:lnTo>
                  <a:lnTo>
                    <a:pt x="2433600" y="1097932"/>
                  </a:lnTo>
                  <a:lnTo>
                    <a:pt x="2432529" y="1098160"/>
                  </a:lnTo>
                  <a:lnTo>
                    <a:pt x="2431457" y="1098388"/>
                  </a:lnTo>
                  <a:lnTo>
                    <a:pt x="2430386" y="1098614"/>
                  </a:lnTo>
                  <a:lnTo>
                    <a:pt x="2429314" y="1098840"/>
                  </a:lnTo>
                  <a:lnTo>
                    <a:pt x="2428242" y="1099065"/>
                  </a:lnTo>
                  <a:lnTo>
                    <a:pt x="2427171" y="1099290"/>
                  </a:lnTo>
                  <a:lnTo>
                    <a:pt x="2426099" y="1099514"/>
                  </a:lnTo>
                  <a:lnTo>
                    <a:pt x="2425028" y="1099736"/>
                  </a:lnTo>
                  <a:lnTo>
                    <a:pt x="2423956" y="1099959"/>
                  </a:lnTo>
                  <a:lnTo>
                    <a:pt x="2422884" y="1100180"/>
                  </a:lnTo>
                  <a:lnTo>
                    <a:pt x="2421813" y="1100401"/>
                  </a:lnTo>
                  <a:lnTo>
                    <a:pt x="2420741" y="1100620"/>
                  </a:lnTo>
                  <a:lnTo>
                    <a:pt x="2419670" y="1100840"/>
                  </a:lnTo>
                  <a:lnTo>
                    <a:pt x="2418598" y="1101058"/>
                  </a:lnTo>
                  <a:lnTo>
                    <a:pt x="2417526" y="1101275"/>
                  </a:lnTo>
                  <a:lnTo>
                    <a:pt x="2416455" y="1101492"/>
                  </a:lnTo>
                  <a:lnTo>
                    <a:pt x="2415383" y="1101708"/>
                  </a:lnTo>
                  <a:lnTo>
                    <a:pt x="2414312" y="1101923"/>
                  </a:lnTo>
                  <a:lnTo>
                    <a:pt x="2413240" y="1102138"/>
                  </a:lnTo>
                  <a:lnTo>
                    <a:pt x="2412168" y="1102352"/>
                  </a:lnTo>
                  <a:lnTo>
                    <a:pt x="2411097" y="1102564"/>
                  </a:lnTo>
                  <a:lnTo>
                    <a:pt x="2410025" y="1102777"/>
                  </a:lnTo>
                  <a:lnTo>
                    <a:pt x="2408954" y="1102988"/>
                  </a:lnTo>
                  <a:lnTo>
                    <a:pt x="2407882" y="1103199"/>
                  </a:lnTo>
                  <a:lnTo>
                    <a:pt x="2406810" y="1103408"/>
                  </a:lnTo>
                  <a:lnTo>
                    <a:pt x="2405739" y="1103617"/>
                  </a:lnTo>
                  <a:lnTo>
                    <a:pt x="2404667" y="1103826"/>
                  </a:lnTo>
                  <a:lnTo>
                    <a:pt x="2403596" y="1104033"/>
                  </a:lnTo>
                  <a:lnTo>
                    <a:pt x="2402524" y="1104240"/>
                  </a:lnTo>
                  <a:lnTo>
                    <a:pt x="2401452" y="1104446"/>
                  </a:lnTo>
                  <a:lnTo>
                    <a:pt x="2400381" y="1104651"/>
                  </a:lnTo>
                  <a:lnTo>
                    <a:pt x="2399309" y="1104855"/>
                  </a:lnTo>
                  <a:lnTo>
                    <a:pt x="2398238" y="1105058"/>
                  </a:lnTo>
                  <a:lnTo>
                    <a:pt x="2397166" y="1105261"/>
                  </a:lnTo>
                  <a:lnTo>
                    <a:pt x="2396094" y="1105463"/>
                  </a:lnTo>
                  <a:lnTo>
                    <a:pt x="2395023" y="1105664"/>
                  </a:lnTo>
                  <a:lnTo>
                    <a:pt x="2393951" y="1105865"/>
                  </a:lnTo>
                  <a:lnTo>
                    <a:pt x="2392880" y="1106064"/>
                  </a:lnTo>
                  <a:lnTo>
                    <a:pt x="2391808" y="1106263"/>
                  </a:lnTo>
                  <a:lnTo>
                    <a:pt x="2390736" y="1106461"/>
                  </a:lnTo>
                  <a:lnTo>
                    <a:pt x="2389665" y="1106658"/>
                  </a:lnTo>
                  <a:lnTo>
                    <a:pt x="2388593" y="1106854"/>
                  </a:lnTo>
                  <a:lnTo>
                    <a:pt x="2387522" y="1107050"/>
                  </a:lnTo>
                  <a:lnTo>
                    <a:pt x="2386450" y="1107244"/>
                  </a:lnTo>
                  <a:lnTo>
                    <a:pt x="2385378" y="1107438"/>
                  </a:lnTo>
                  <a:lnTo>
                    <a:pt x="2384307" y="1107632"/>
                  </a:lnTo>
                  <a:lnTo>
                    <a:pt x="2383235" y="1107824"/>
                  </a:lnTo>
                  <a:lnTo>
                    <a:pt x="2382164" y="1108015"/>
                  </a:lnTo>
                  <a:lnTo>
                    <a:pt x="2381092" y="1108206"/>
                  </a:lnTo>
                  <a:lnTo>
                    <a:pt x="2380020" y="1108396"/>
                  </a:lnTo>
                  <a:lnTo>
                    <a:pt x="2378949" y="1108585"/>
                  </a:lnTo>
                  <a:lnTo>
                    <a:pt x="2377877" y="1108773"/>
                  </a:lnTo>
                  <a:lnTo>
                    <a:pt x="2376806" y="1108961"/>
                  </a:lnTo>
                  <a:lnTo>
                    <a:pt x="2375734" y="1109147"/>
                  </a:lnTo>
                  <a:lnTo>
                    <a:pt x="2374662" y="1109333"/>
                  </a:lnTo>
                  <a:lnTo>
                    <a:pt x="2373591" y="1109518"/>
                  </a:lnTo>
                  <a:lnTo>
                    <a:pt x="2372519" y="1109702"/>
                  </a:lnTo>
                  <a:lnTo>
                    <a:pt x="2371448" y="1109885"/>
                  </a:lnTo>
                  <a:lnTo>
                    <a:pt x="2370376" y="1110068"/>
                  </a:lnTo>
                  <a:lnTo>
                    <a:pt x="2369304" y="1110250"/>
                  </a:lnTo>
                  <a:lnTo>
                    <a:pt x="2368233" y="1110431"/>
                  </a:lnTo>
                  <a:lnTo>
                    <a:pt x="2367161" y="1110611"/>
                  </a:lnTo>
                  <a:lnTo>
                    <a:pt x="2366090" y="1110790"/>
                  </a:lnTo>
                  <a:lnTo>
                    <a:pt x="2365018" y="1110968"/>
                  </a:lnTo>
                  <a:lnTo>
                    <a:pt x="2363946" y="1111146"/>
                  </a:lnTo>
                  <a:lnTo>
                    <a:pt x="2362875" y="1111322"/>
                  </a:lnTo>
                  <a:lnTo>
                    <a:pt x="2361803" y="1111498"/>
                  </a:lnTo>
                  <a:lnTo>
                    <a:pt x="2360732" y="1111673"/>
                  </a:lnTo>
                  <a:lnTo>
                    <a:pt x="2359660" y="1111848"/>
                  </a:lnTo>
                  <a:lnTo>
                    <a:pt x="2358588" y="1112021"/>
                  </a:lnTo>
                  <a:lnTo>
                    <a:pt x="2357517" y="1112193"/>
                  </a:lnTo>
                  <a:lnTo>
                    <a:pt x="2356445" y="1112365"/>
                  </a:lnTo>
                  <a:lnTo>
                    <a:pt x="2355374" y="1112536"/>
                  </a:lnTo>
                  <a:lnTo>
                    <a:pt x="2354302" y="1112706"/>
                  </a:lnTo>
                  <a:lnTo>
                    <a:pt x="2353230" y="1112875"/>
                  </a:lnTo>
                  <a:lnTo>
                    <a:pt x="2352159" y="1113044"/>
                  </a:lnTo>
                  <a:lnTo>
                    <a:pt x="2351087" y="1113211"/>
                  </a:lnTo>
                  <a:lnTo>
                    <a:pt x="2350016" y="1113378"/>
                  </a:lnTo>
                  <a:lnTo>
                    <a:pt x="2348944" y="1113543"/>
                  </a:lnTo>
                  <a:lnTo>
                    <a:pt x="2347872" y="1113708"/>
                  </a:lnTo>
                  <a:lnTo>
                    <a:pt x="2346801" y="1113872"/>
                  </a:lnTo>
                  <a:lnTo>
                    <a:pt x="2345729" y="1114036"/>
                  </a:lnTo>
                  <a:lnTo>
                    <a:pt x="2344658" y="1114198"/>
                  </a:lnTo>
                  <a:lnTo>
                    <a:pt x="2343586" y="1114360"/>
                  </a:lnTo>
                  <a:lnTo>
                    <a:pt x="2342514" y="1114520"/>
                  </a:lnTo>
                  <a:lnTo>
                    <a:pt x="2341443" y="1114680"/>
                  </a:lnTo>
                  <a:lnTo>
                    <a:pt x="2340371" y="1114839"/>
                  </a:lnTo>
                  <a:lnTo>
                    <a:pt x="2339300" y="1114997"/>
                  </a:lnTo>
                  <a:lnTo>
                    <a:pt x="2338228" y="1115154"/>
                  </a:lnTo>
                  <a:lnTo>
                    <a:pt x="2337156" y="1115311"/>
                  </a:lnTo>
                  <a:lnTo>
                    <a:pt x="2336085" y="1115466"/>
                  </a:lnTo>
                  <a:lnTo>
                    <a:pt x="2335013" y="1115621"/>
                  </a:lnTo>
                  <a:lnTo>
                    <a:pt x="2333942" y="1115775"/>
                  </a:lnTo>
                  <a:lnTo>
                    <a:pt x="2332870" y="1115928"/>
                  </a:lnTo>
                  <a:lnTo>
                    <a:pt x="2331798" y="1116080"/>
                  </a:lnTo>
                  <a:lnTo>
                    <a:pt x="2330727" y="1116231"/>
                  </a:lnTo>
                  <a:lnTo>
                    <a:pt x="2329655" y="1116381"/>
                  </a:lnTo>
                  <a:lnTo>
                    <a:pt x="2328584" y="1116531"/>
                  </a:lnTo>
                  <a:lnTo>
                    <a:pt x="2327512" y="1116679"/>
                  </a:lnTo>
                  <a:lnTo>
                    <a:pt x="2326440" y="1116827"/>
                  </a:lnTo>
                  <a:lnTo>
                    <a:pt x="2325369" y="1116974"/>
                  </a:lnTo>
                  <a:lnTo>
                    <a:pt x="2324297" y="1117120"/>
                  </a:lnTo>
                  <a:lnTo>
                    <a:pt x="2323226" y="1117265"/>
                  </a:lnTo>
                  <a:lnTo>
                    <a:pt x="2322154" y="1117409"/>
                  </a:lnTo>
                  <a:lnTo>
                    <a:pt x="2321082" y="1117552"/>
                  </a:lnTo>
                  <a:lnTo>
                    <a:pt x="2320011" y="1117695"/>
                  </a:lnTo>
                  <a:lnTo>
                    <a:pt x="2318939" y="1117836"/>
                  </a:lnTo>
                  <a:lnTo>
                    <a:pt x="2317868" y="1117977"/>
                  </a:lnTo>
                  <a:lnTo>
                    <a:pt x="2316796" y="1118117"/>
                  </a:lnTo>
                  <a:lnTo>
                    <a:pt x="2315724" y="1118256"/>
                  </a:lnTo>
                  <a:lnTo>
                    <a:pt x="2314653" y="1118394"/>
                  </a:lnTo>
                  <a:lnTo>
                    <a:pt x="2313581" y="1118531"/>
                  </a:lnTo>
                  <a:lnTo>
                    <a:pt x="2312510" y="1118667"/>
                  </a:lnTo>
                  <a:lnTo>
                    <a:pt x="2311438" y="1118802"/>
                  </a:lnTo>
                  <a:lnTo>
                    <a:pt x="2310366" y="1118937"/>
                  </a:lnTo>
                  <a:lnTo>
                    <a:pt x="2309295" y="1119071"/>
                  </a:lnTo>
                  <a:lnTo>
                    <a:pt x="2308223" y="1119203"/>
                  </a:lnTo>
                  <a:lnTo>
                    <a:pt x="2307152" y="1119335"/>
                  </a:lnTo>
                  <a:lnTo>
                    <a:pt x="2306080" y="1119466"/>
                  </a:lnTo>
                  <a:lnTo>
                    <a:pt x="2305009" y="1119596"/>
                  </a:lnTo>
                  <a:lnTo>
                    <a:pt x="2303937" y="1119725"/>
                  </a:lnTo>
                  <a:lnTo>
                    <a:pt x="2302865" y="1119853"/>
                  </a:lnTo>
                  <a:lnTo>
                    <a:pt x="2301794" y="1119980"/>
                  </a:lnTo>
                  <a:lnTo>
                    <a:pt x="2300722" y="1120107"/>
                  </a:lnTo>
                  <a:lnTo>
                    <a:pt x="2299651" y="1120232"/>
                  </a:lnTo>
                  <a:lnTo>
                    <a:pt x="2298579" y="1120357"/>
                  </a:lnTo>
                  <a:lnTo>
                    <a:pt x="2297507" y="1120480"/>
                  </a:lnTo>
                  <a:lnTo>
                    <a:pt x="2296436" y="1120603"/>
                  </a:lnTo>
                  <a:lnTo>
                    <a:pt x="2295364" y="1120725"/>
                  </a:lnTo>
                  <a:lnTo>
                    <a:pt x="2294293" y="1120846"/>
                  </a:lnTo>
                  <a:lnTo>
                    <a:pt x="2293221" y="1120966"/>
                  </a:lnTo>
                  <a:lnTo>
                    <a:pt x="2292149" y="1121085"/>
                  </a:lnTo>
                  <a:lnTo>
                    <a:pt x="2291078" y="1121203"/>
                  </a:lnTo>
                  <a:lnTo>
                    <a:pt x="2290006" y="1121321"/>
                  </a:lnTo>
                  <a:lnTo>
                    <a:pt x="2288935" y="1121437"/>
                  </a:lnTo>
                  <a:lnTo>
                    <a:pt x="2287863" y="1121553"/>
                  </a:lnTo>
                  <a:lnTo>
                    <a:pt x="2286791" y="1121667"/>
                  </a:lnTo>
                  <a:lnTo>
                    <a:pt x="2285720" y="1121781"/>
                  </a:lnTo>
                  <a:lnTo>
                    <a:pt x="2284648" y="1121893"/>
                  </a:lnTo>
                  <a:lnTo>
                    <a:pt x="2283577" y="1122005"/>
                  </a:lnTo>
                  <a:lnTo>
                    <a:pt x="2282505" y="1122116"/>
                  </a:lnTo>
                  <a:lnTo>
                    <a:pt x="2281433" y="1122226"/>
                  </a:lnTo>
                  <a:lnTo>
                    <a:pt x="2280362" y="1122335"/>
                  </a:lnTo>
                  <a:lnTo>
                    <a:pt x="2279290" y="1122443"/>
                  </a:lnTo>
                  <a:lnTo>
                    <a:pt x="2278219" y="1122550"/>
                  </a:lnTo>
                  <a:lnTo>
                    <a:pt x="2277147" y="1122656"/>
                  </a:lnTo>
                  <a:lnTo>
                    <a:pt x="2276075" y="1122762"/>
                  </a:lnTo>
                  <a:lnTo>
                    <a:pt x="2275004" y="1122866"/>
                  </a:lnTo>
                  <a:lnTo>
                    <a:pt x="2273932" y="1122969"/>
                  </a:lnTo>
                  <a:lnTo>
                    <a:pt x="2272861" y="1123072"/>
                  </a:lnTo>
                  <a:lnTo>
                    <a:pt x="2271789" y="1123173"/>
                  </a:lnTo>
                  <a:lnTo>
                    <a:pt x="2270717" y="1123274"/>
                  </a:lnTo>
                  <a:lnTo>
                    <a:pt x="2269646" y="1123374"/>
                  </a:lnTo>
                  <a:lnTo>
                    <a:pt x="2268574" y="1123473"/>
                  </a:lnTo>
                  <a:lnTo>
                    <a:pt x="2267503" y="1123570"/>
                  </a:lnTo>
                  <a:lnTo>
                    <a:pt x="2266431" y="1123667"/>
                  </a:lnTo>
                  <a:lnTo>
                    <a:pt x="2265359" y="1123763"/>
                  </a:lnTo>
                  <a:lnTo>
                    <a:pt x="2264288" y="1123858"/>
                  </a:lnTo>
                  <a:lnTo>
                    <a:pt x="2263216" y="1123952"/>
                  </a:lnTo>
                  <a:lnTo>
                    <a:pt x="2262145" y="1124045"/>
                  </a:lnTo>
                  <a:lnTo>
                    <a:pt x="2261073" y="1124137"/>
                  </a:lnTo>
                  <a:lnTo>
                    <a:pt x="2260001" y="1124229"/>
                  </a:lnTo>
                  <a:lnTo>
                    <a:pt x="2258930" y="1124319"/>
                  </a:lnTo>
                  <a:lnTo>
                    <a:pt x="2257858" y="1124408"/>
                  </a:lnTo>
                  <a:lnTo>
                    <a:pt x="2256787" y="1124496"/>
                  </a:lnTo>
                  <a:lnTo>
                    <a:pt x="2255715" y="1124584"/>
                  </a:lnTo>
                  <a:lnTo>
                    <a:pt x="2254643" y="1124670"/>
                  </a:lnTo>
                  <a:lnTo>
                    <a:pt x="2253572" y="1124756"/>
                  </a:lnTo>
                  <a:lnTo>
                    <a:pt x="2252500" y="1124840"/>
                  </a:lnTo>
                  <a:lnTo>
                    <a:pt x="2251429" y="1124924"/>
                  </a:lnTo>
                  <a:lnTo>
                    <a:pt x="2250357" y="1125006"/>
                  </a:lnTo>
                  <a:lnTo>
                    <a:pt x="2249285" y="1125088"/>
                  </a:lnTo>
                  <a:lnTo>
                    <a:pt x="2248214" y="1125169"/>
                  </a:lnTo>
                  <a:lnTo>
                    <a:pt x="2247142" y="1125248"/>
                  </a:lnTo>
                  <a:lnTo>
                    <a:pt x="2246071" y="1125327"/>
                  </a:lnTo>
                  <a:lnTo>
                    <a:pt x="2244999" y="1125405"/>
                  </a:lnTo>
                  <a:lnTo>
                    <a:pt x="2243927" y="1125482"/>
                  </a:lnTo>
                  <a:lnTo>
                    <a:pt x="2242856" y="1125558"/>
                  </a:lnTo>
                  <a:lnTo>
                    <a:pt x="2241784" y="1125633"/>
                  </a:lnTo>
                  <a:lnTo>
                    <a:pt x="2240713" y="1125706"/>
                  </a:lnTo>
                  <a:lnTo>
                    <a:pt x="2239641" y="1125779"/>
                  </a:lnTo>
                  <a:lnTo>
                    <a:pt x="2238569" y="1125851"/>
                  </a:lnTo>
                  <a:lnTo>
                    <a:pt x="2237498" y="1125922"/>
                  </a:lnTo>
                  <a:lnTo>
                    <a:pt x="2236426" y="1125992"/>
                  </a:lnTo>
                  <a:lnTo>
                    <a:pt x="2235355" y="1126061"/>
                  </a:lnTo>
                  <a:lnTo>
                    <a:pt x="2234283" y="1126129"/>
                  </a:lnTo>
                  <a:lnTo>
                    <a:pt x="2233211" y="1126197"/>
                  </a:lnTo>
                  <a:lnTo>
                    <a:pt x="2232140" y="1126263"/>
                  </a:lnTo>
                  <a:lnTo>
                    <a:pt x="2231068" y="1126328"/>
                  </a:lnTo>
                  <a:lnTo>
                    <a:pt x="2229997" y="1126392"/>
                  </a:lnTo>
                  <a:lnTo>
                    <a:pt x="2228925" y="1126455"/>
                  </a:lnTo>
                  <a:lnTo>
                    <a:pt x="2227853" y="1126517"/>
                  </a:lnTo>
                  <a:lnTo>
                    <a:pt x="2226782" y="1126579"/>
                  </a:lnTo>
                  <a:lnTo>
                    <a:pt x="2225710" y="1126639"/>
                  </a:lnTo>
                  <a:lnTo>
                    <a:pt x="2224639" y="1126698"/>
                  </a:lnTo>
                  <a:lnTo>
                    <a:pt x="2223567" y="1126756"/>
                  </a:lnTo>
                  <a:lnTo>
                    <a:pt x="2222495" y="1126813"/>
                  </a:lnTo>
                  <a:lnTo>
                    <a:pt x="2221424" y="1126870"/>
                  </a:lnTo>
                  <a:lnTo>
                    <a:pt x="2220352" y="1126925"/>
                  </a:lnTo>
                  <a:lnTo>
                    <a:pt x="2219281" y="1126979"/>
                  </a:lnTo>
                  <a:lnTo>
                    <a:pt x="2218209" y="1127032"/>
                  </a:lnTo>
                  <a:lnTo>
                    <a:pt x="2217137" y="1127085"/>
                  </a:lnTo>
                  <a:lnTo>
                    <a:pt x="2216066" y="1127136"/>
                  </a:lnTo>
                  <a:lnTo>
                    <a:pt x="2214994" y="1127186"/>
                  </a:lnTo>
                  <a:lnTo>
                    <a:pt x="2213923" y="1127236"/>
                  </a:lnTo>
                  <a:lnTo>
                    <a:pt x="2212851" y="1127284"/>
                  </a:lnTo>
                  <a:lnTo>
                    <a:pt x="2211779" y="1127331"/>
                  </a:lnTo>
                  <a:lnTo>
                    <a:pt x="2210708" y="1127377"/>
                  </a:lnTo>
                  <a:lnTo>
                    <a:pt x="2209636" y="1127423"/>
                  </a:lnTo>
                  <a:lnTo>
                    <a:pt x="2208565" y="1127467"/>
                  </a:lnTo>
                  <a:lnTo>
                    <a:pt x="2207493" y="1127510"/>
                  </a:lnTo>
                  <a:lnTo>
                    <a:pt x="2206421" y="1127552"/>
                  </a:lnTo>
                  <a:lnTo>
                    <a:pt x="2205350" y="1127594"/>
                  </a:lnTo>
                  <a:lnTo>
                    <a:pt x="2204278" y="1127634"/>
                  </a:lnTo>
                  <a:lnTo>
                    <a:pt x="2203207" y="1127673"/>
                  </a:lnTo>
                  <a:lnTo>
                    <a:pt x="2202135" y="1127711"/>
                  </a:lnTo>
                  <a:lnTo>
                    <a:pt x="2201063" y="1127749"/>
                  </a:lnTo>
                  <a:lnTo>
                    <a:pt x="2199992" y="1127785"/>
                  </a:lnTo>
                  <a:lnTo>
                    <a:pt x="2198920" y="1127820"/>
                  </a:lnTo>
                  <a:lnTo>
                    <a:pt x="2197849" y="1127854"/>
                  </a:lnTo>
                  <a:lnTo>
                    <a:pt x="2196777" y="1127887"/>
                  </a:lnTo>
                  <a:lnTo>
                    <a:pt x="2195705" y="1127919"/>
                  </a:lnTo>
                  <a:lnTo>
                    <a:pt x="2194634" y="1127950"/>
                  </a:lnTo>
                  <a:lnTo>
                    <a:pt x="2193562" y="1127980"/>
                  </a:lnTo>
                  <a:lnTo>
                    <a:pt x="2192491" y="1128009"/>
                  </a:lnTo>
                  <a:lnTo>
                    <a:pt x="2191419" y="1128037"/>
                  </a:lnTo>
                  <a:lnTo>
                    <a:pt x="2190347" y="1128064"/>
                  </a:lnTo>
                  <a:lnTo>
                    <a:pt x="2189276" y="1128090"/>
                  </a:lnTo>
                  <a:lnTo>
                    <a:pt x="2188204" y="1128115"/>
                  </a:lnTo>
                  <a:lnTo>
                    <a:pt x="2187133" y="1128139"/>
                  </a:lnTo>
                  <a:lnTo>
                    <a:pt x="2186061" y="1128162"/>
                  </a:lnTo>
                  <a:lnTo>
                    <a:pt x="2184989" y="1128184"/>
                  </a:lnTo>
                  <a:lnTo>
                    <a:pt x="2183918" y="1128205"/>
                  </a:lnTo>
                  <a:lnTo>
                    <a:pt x="2182846" y="1128225"/>
                  </a:lnTo>
                  <a:lnTo>
                    <a:pt x="2181775" y="1128243"/>
                  </a:lnTo>
                  <a:lnTo>
                    <a:pt x="2180703" y="1128261"/>
                  </a:lnTo>
                  <a:lnTo>
                    <a:pt x="2179631" y="1128278"/>
                  </a:lnTo>
                  <a:lnTo>
                    <a:pt x="2178560" y="1128293"/>
                  </a:lnTo>
                  <a:lnTo>
                    <a:pt x="2177488" y="1128308"/>
                  </a:lnTo>
                  <a:lnTo>
                    <a:pt x="2176417" y="1128321"/>
                  </a:lnTo>
                  <a:lnTo>
                    <a:pt x="2175345" y="1128334"/>
                  </a:lnTo>
                  <a:lnTo>
                    <a:pt x="2174273" y="1128345"/>
                  </a:lnTo>
                  <a:lnTo>
                    <a:pt x="2173202" y="1128356"/>
                  </a:lnTo>
                  <a:lnTo>
                    <a:pt x="2172130" y="1128365"/>
                  </a:lnTo>
                  <a:lnTo>
                    <a:pt x="2171059" y="1128374"/>
                  </a:lnTo>
                  <a:lnTo>
                    <a:pt x="2169987" y="1128381"/>
                  </a:lnTo>
                  <a:lnTo>
                    <a:pt x="2168915" y="1128387"/>
                  </a:lnTo>
                  <a:lnTo>
                    <a:pt x="2167844" y="1128392"/>
                  </a:lnTo>
                  <a:lnTo>
                    <a:pt x="2166772" y="1128396"/>
                  </a:lnTo>
                  <a:lnTo>
                    <a:pt x="2165701" y="1128399"/>
                  </a:lnTo>
                  <a:lnTo>
                    <a:pt x="2164629" y="1128402"/>
                  </a:lnTo>
                  <a:lnTo>
                    <a:pt x="2163557" y="1128402"/>
                  </a:lnTo>
                  <a:lnTo>
                    <a:pt x="2162486" y="1128402"/>
                  </a:lnTo>
                  <a:lnTo>
                    <a:pt x="2161414" y="1128401"/>
                  </a:lnTo>
                  <a:lnTo>
                    <a:pt x="2160343" y="1128399"/>
                  </a:lnTo>
                  <a:lnTo>
                    <a:pt x="2159271" y="1128396"/>
                  </a:lnTo>
                  <a:lnTo>
                    <a:pt x="2158199" y="1128392"/>
                  </a:lnTo>
                  <a:lnTo>
                    <a:pt x="2157128" y="1128386"/>
                  </a:lnTo>
                  <a:lnTo>
                    <a:pt x="2156056" y="1128380"/>
                  </a:lnTo>
                  <a:lnTo>
                    <a:pt x="2154985" y="1128372"/>
                  </a:lnTo>
                  <a:lnTo>
                    <a:pt x="2153913" y="1128364"/>
                  </a:lnTo>
                  <a:lnTo>
                    <a:pt x="2152841" y="1128354"/>
                  </a:lnTo>
                  <a:lnTo>
                    <a:pt x="2151770" y="1128343"/>
                  </a:lnTo>
                  <a:lnTo>
                    <a:pt x="2150698" y="1128332"/>
                  </a:lnTo>
                  <a:lnTo>
                    <a:pt x="2149627" y="1128319"/>
                  </a:lnTo>
                  <a:lnTo>
                    <a:pt x="2148555" y="1128305"/>
                  </a:lnTo>
                  <a:lnTo>
                    <a:pt x="2147483" y="1128290"/>
                  </a:lnTo>
                  <a:lnTo>
                    <a:pt x="2146412" y="1128274"/>
                  </a:lnTo>
                  <a:lnTo>
                    <a:pt x="2145340" y="1128257"/>
                  </a:lnTo>
                  <a:lnTo>
                    <a:pt x="2144269" y="1128239"/>
                  </a:lnTo>
                  <a:lnTo>
                    <a:pt x="2143197" y="1128219"/>
                  </a:lnTo>
                  <a:lnTo>
                    <a:pt x="2142125" y="1128199"/>
                  </a:lnTo>
                  <a:lnTo>
                    <a:pt x="2141054" y="1128178"/>
                  </a:lnTo>
                  <a:lnTo>
                    <a:pt x="2139982" y="1128155"/>
                  </a:lnTo>
                  <a:lnTo>
                    <a:pt x="2138911" y="1128132"/>
                  </a:lnTo>
                  <a:lnTo>
                    <a:pt x="2137839" y="1128107"/>
                  </a:lnTo>
                  <a:lnTo>
                    <a:pt x="2136767" y="1128081"/>
                  </a:lnTo>
                  <a:lnTo>
                    <a:pt x="2135696" y="1128055"/>
                  </a:lnTo>
                  <a:lnTo>
                    <a:pt x="2134624" y="1128027"/>
                  </a:lnTo>
                  <a:lnTo>
                    <a:pt x="2133553" y="1127998"/>
                  </a:lnTo>
                  <a:lnTo>
                    <a:pt x="2132481" y="1127968"/>
                  </a:lnTo>
                  <a:lnTo>
                    <a:pt x="2131409" y="1127937"/>
                  </a:lnTo>
                  <a:lnTo>
                    <a:pt x="2130338" y="1127905"/>
                  </a:lnTo>
                  <a:lnTo>
                    <a:pt x="2129266" y="1127873"/>
                  </a:lnTo>
                  <a:lnTo>
                    <a:pt x="2128195" y="1127839"/>
                  </a:lnTo>
                  <a:lnTo>
                    <a:pt x="2127123" y="1127804"/>
                  </a:lnTo>
                  <a:lnTo>
                    <a:pt x="2126052" y="1127768"/>
                  </a:lnTo>
                  <a:lnTo>
                    <a:pt x="2124980" y="1127732"/>
                  </a:lnTo>
                  <a:lnTo>
                    <a:pt x="2123908" y="1127694"/>
                  </a:lnTo>
                  <a:lnTo>
                    <a:pt x="2122837" y="1127656"/>
                  </a:lnTo>
                  <a:lnTo>
                    <a:pt x="2121765" y="1127616"/>
                  </a:lnTo>
                  <a:lnTo>
                    <a:pt x="2120694" y="1127576"/>
                  </a:lnTo>
                  <a:lnTo>
                    <a:pt x="2119622" y="1127535"/>
                  </a:lnTo>
                  <a:lnTo>
                    <a:pt x="2118550" y="1127493"/>
                  </a:lnTo>
                  <a:lnTo>
                    <a:pt x="2117479" y="1127450"/>
                  </a:lnTo>
                  <a:lnTo>
                    <a:pt x="2116407" y="1127406"/>
                  </a:lnTo>
                  <a:lnTo>
                    <a:pt x="2115336" y="1127361"/>
                  </a:lnTo>
                  <a:lnTo>
                    <a:pt x="2114264" y="1127316"/>
                  </a:lnTo>
                  <a:lnTo>
                    <a:pt x="2113192" y="1127270"/>
                  </a:lnTo>
                  <a:lnTo>
                    <a:pt x="2112121" y="1127222"/>
                  </a:lnTo>
                  <a:lnTo>
                    <a:pt x="2111049" y="1127175"/>
                  </a:lnTo>
                  <a:lnTo>
                    <a:pt x="2109978" y="1127126"/>
                  </a:lnTo>
                  <a:lnTo>
                    <a:pt x="2108906" y="1127076"/>
                  </a:lnTo>
                  <a:lnTo>
                    <a:pt x="2107834" y="1127026"/>
                  </a:lnTo>
                  <a:lnTo>
                    <a:pt x="2106763" y="1126975"/>
                  </a:lnTo>
                  <a:lnTo>
                    <a:pt x="2105691" y="1126923"/>
                  </a:lnTo>
                  <a:lnTo>
                    <a:pt x="2104620" y="1126871"/>
                  </a:lnTo>
                  <a:lnTo>
                    <a:pt x="2103548" y="1126817"/>
                  </a:lnTo>
                  <a:lnTo>
                    <a:pt x="2102476" y="1126763"/>
                  </a:lnTo>
                  <a:lnTo>
                    <a:pt x="2101405" y="1126709"/>
                  </a:lnTo>
                  <a:lnTo>
                    <a:pt x="2100333" y="1126653"/>
                  </a:lnTo>
                  <a:lnTo>
                    <a:pt x="2099262" y="1126597"/>
                  </a:lnTo>
                  <a:lnTo>
                    <a:pt x="2098190" y="1126540"/>
                  </a:lnTo>
                  <a:lnTo>
                    <a:pt x="2097118" y="1126483"/>
                  </a:lnTo>
                  <a:lnTo>
                    <a:pt x="2096047" y="1126425"/>
                  </a:lnTo>
                  <a:lnTo>
                    <a:pt x="2094975" y="1126366"/>
                  </a:lnTo>
                  <a:lnTo>
                    <a:pt x="2093904" y="1126307"/>
                  </a:lnTo>
                  <a:lnTo>
                    <a:pt x="2092832" y="1126247"/>
                  </a:lnTo>
                  <a:lnTo>
                    <a:pt x="2091760" y="1126186"/>
                  </a:lnTo>
                  <a:lnTo>
                    <a:pt x="2090689" y="1126125"/>
                  </a:lnTo>
                  <a:lnTo>
                    <a:pt x="2089617" y="1126063"/>
                  </a:lnTo>
                  <a:lnTo>
                    <a:pt x="2088546" y="1126001"/>
                  </a:lnTo>
                  <a:lnTo>
                    <a:pt x="2087474" y="1125938"/>
                  </a:lnTo>
                  <a:lnTo>
                    <a:pt x="2086402" y="1125874"/>
                  </a:lnTo>
                  <a:lnTo>
                    <a:pt x="2085331" y="1125810"/>
                  </a:lnTo>
                  <a:lnTo>
                    <a:pt x="2084259" y="1125746"/>
                  </a:lnTo>
                  <a:lnTo>
                    <a:pt x="2083188" y="1125681"/>
                  </a:lnTo>
                  <a:lnTo>
                    <a:pt x="2082116" y="1125615"/>
                  </a:lnTo>
                  <a:lnTo>
                    <a:pt x="2081044" y="1125549"/>
                  </a:lnTo>
                  <a:lnTo>
                    <a:pt x="2079973" y="1125482"/>
                  </a:lnTo>
                  <a:lnTo>
                    <a:pt x="2078901" y="1125415"/>
                  </a:lnTo>
                  <a:lnTo>
                    <a:pt x="2077830" y="1125347"/>
                  </a:lnTo>
                  <a:lnTo>
                    <a:pt x="2076758" y="1125279"/>
                  </a:lnTo>
                  <a:lnTo>
                    <a:pt x="2075686" y="1125211"/>
                  </a:lnTo>
                  <a:lnTo>
                    <a:pt x="2074615" y="1125142"/>
                  </a:lnTo>
                  <a:lnTo>
                    <a:pt x="2073543" y="1125072"/>
                  </a:lnTo>
                  <a:lnTo>
                    <a:pt x="2072472" y="1125002"/>
                  </a:lnTo>
                  <a:lnTo>
                    <a:pt x="2071400" y="1124932"/>
                  </a:lnTo>
                  <a:lnTo>
                    <a:pt x="2070328" y="1124861"/>
                  </a:lnTo>
                  <a:lnTo>
                    <a:pt x="2069257" y="1124790"/>
                  </a:lnTo>
                  <a:lnTo>
                    <a:pt x="2068185" y="1124719"/>
                  </a:lnTo>
                  <a:lnTo>
                    <a:pt x="2067114" y="1124647"/>
                  </a:lnTo>
                  <a:lnTo>
                    <a:pt x="2066042" y="1124575"/>
                  </a:lnTo>
                  <a:lnTo>
                    <a:pt x="2064970" y="1124502"/>
                  </a:lnTo>
                  <a:lnTo>
                    <a:pt x="2063899" y="1124430"/>
                  </a:lnTo>
                  <a:lnTo>
                    <a:pt x="2062827" y="1124356"/>
                  </a:lnTo>
                  <a:lnTo>
                    <a:pt x="2061756" y="1124283"/>
                  </a:lnTo>
                  <a:lnTo>
                    <a:pt x="2060684" y="1124209"/>
                  </a:lnTo>
                  <a:lnTo>
                    <a:pt x="2059612" y="1124135"/>
                  </a:lnTo>
                  <a:lnTo>
                    <a:pt x="2058541" y="1124061"/>
                  </a:lnTo>
                  <a:lnTo>
                    <a:pt x="2057469" y="1123986"/>
                  </a:lnTo>
                  <a:lnTo>
                    <a:pt x="2056398" y="1123911"/>
                  </a:lnTo>
                  <a:lnTo>
                    <a:pt x="2055326" y="1123836"/>
                  </a:lnTo>
                  <a:lnTo>
                    <a:pt x="2054254" y="1123760"/>
                  </a:lnTo>
                  <a:lnTo>
                    <a:pt x="2053183" y="1123685"/>
                  </a:lnTo>
                  <a:lnTo>
                    <a:pt x="2052111" y="1123609"/>
                  </a:lnTo>
                  <a:lnTo>
                    <a:pt x="2051040" y="1123533"/>
                  </a:lnTo>
                  <a:lnTo>
                    <a:pt x="2049968" y="1123457"/>
                  </a:lnTo>
                  <a:lnTo>
                    <a:pt x="2048896" y="1123380"/>
                  </a:lnTo>
                  <a:lnTo>
                    <a:pt x="2047825" y="1123303"/>
                  </a:lnTo>
                  <a:lnTo>
                    <a:pt x="2046753" y="1123227"/>
                  </a:lnTo>
                  <a:lnTo>
                    <a:pt x="2045682" y="1123150"/>
                  </a:lnTo>
                  <a:lnTo>
                    <a:pt x="2044610" y="1123073"/>
                  </a:lnTo>
                  <a:lnTo>
                    <a:pt x="2043538" y="1122995"/>
                  </a:lnTo>
                  <a:lnTo>
                    <a:pt x="2042467" y="1122918"/>
                  </a:lnTo>
                  <a:lnTo>
                    <a:pt x="2041395" y="1122840"/>
                  </a:lnTo>
                  <a:lnTo>
                    <a:pt x="2040324" y="1122763"/>
                  </a:lnTo>
                  <a:lnTo>
                    <a:pt x="2039252" y="1122685"/>
                  </a:lnTo>
                  <a:lnTo>
                    <a:pt x="2038180" y="1122607"/>
                  </a:lnTo>
                  <a:lnTo>
                    <a:pt x="2037109" y="1122530"/>
                  </a:lnTo>
                  <a:lnTo>
                    <a:pt x="2036037" y="1122452"/>
                  </a:lnTo>
                  <a:lnTo>
                    <a:pt x="2034966" y="1122374"/>
                  </a:lnTo>
                  <a:lnTo>
                    <a:pt x="2033894" y="1122296"/>
                  </a:lnTo>
                  <a:lnTo>
                    <a:pt x="2032822" y="1122218"/>
                  </a:lnTo>
                  <a:lnTo>
                    <a:pt x="2031751" y="1122140"/>
                  </a:lnTo>
                  <a:lnTo>
                    <a:pt x="2030679" y="1122062"/>
                  </a:lnTo>
                  <a:lnTo>
                    <a:pt x="2029608" y="1121984"/>
                  </a:lnTo>
                  <a:lnTo>
                    <a:pt x="2028536" y="1121905"/>
                  </a:lnTo>
                  <a:lnTo>
                    <a:pt x="2027464" y="1121827"/>
                  </a:lnTo>
                  <a:lnTo>
                    <a:pt x="2026393" y="1121750"/>
                  </a:lnTo>
                  <a:lnTo>
                    <a:pt x="2025321" y="1121672"/>
                  </a:lnTo>
                  <a:lnTo>
                    <a:pt x="2024250" y="1121594"/>
                  </a:lnTo>
                  <a:lnTo>
                    <a:pt x="2023178" y="1121516"/>
                  </a:lnTo>
                  <a:lnTo>
                    <a:pt x="2022106" y="1121438"/>
                  </a:lnTo>
                  <a:lnTo>
                    <a:pt x="2021035" y="1121361"/>
                  </a:lnTo>
                  <a:lnTo>
                    <a:pt x="2019963" y="1121283"/>
                  </a:lnTo>
                  <a:lnTo>
                    <a:pt x="2018892" y="1121206"/>
                  </a:lnTo>
                  <a:lnTo>
                    <a:pt x="2017820" y="1121128"/>
                  </a:lnTo>
                  <a:lnTo>
                    <a:pt x="2016748" y="1121051"/>
                  </a:lnTo>
                  <a:lnTo>
                    <a:pt x="2015677" y="1120974"/>
                  </a:lnTo>
                  <a:lnTo>
                    <a:pt x="2014605" y="1120897"/>
                  </a:lnTo>
                  <a:lnTo>
                    <a:pt x="2013534" y="1120821"/>
                  </a:lnTo>
                  <a:lnTo>
                    <a:pt x="2012462" y="1120744"/>
                  </a:lnTo>
                  <a:lnTo>
                    <a:pt x="2011390" y="1120668"/>
                  </a:lnTo>
                  <a:lnTo>
                    <a:pt x="2010319" y="1120592"/>
                  </a:lnTo>
                  <a:lnTo>
                    <a:pt x="2009247" y="1120516"/>
                  </a:lnTo>
                  <a:lnTo>
                    <a:pt x="2008176" y="1120440"/>
                  </a:lnTo>
                  <a:lnTo>
                    <a:pt x="2007104" y="1120364"/>
                  </a:lnTo>
                  <a:lnTo>
                    <a:pt x="2006032" y="1120289"/>
                  </a:lnTo>
                  <a:lnTo>
                    <a:pt x="2004961" y="1120214"/>
                  </a:lnTo>
                  <a:lnTo>
                    <a:pt x="2003889" y="1120139"/>
                  </a:lnTo>
                  <a:lnTo>
                    <a:pt x="2002818" y="1120065"/>
                  </a:lnTo>
                  <a:lnTo>
                    <a:pt x="2001746" y="1119991"/>
                  </a:lnTo>
                  <a:lnTo>
                    <a:pt x="2000674" y="1119917"/>
                  </a:lnTo>
                  <a:lnTo>
                    <a:pt x="1999603" y="1119843"/>
                  </a:lnTo>
                  <a:lnTo>
                    <a:pt x="1998531" y="1119770"/>
                  </a:lnTo>
                  <a:lnTo>
                    <a:pt x="1997460" y="1119697"/>
                  </a:lnTo>
                  <a:lnTo>
                    <a:pt x="1996388" y="1119624"/>
                  </a:lnTo>
                  <a:lnTo>
                    <a:pt x="1995316" y="1119552"/>
                  </a:lnTo>
                  <a:lnTo>
                    <a:pt x="1994245" y="1119480"/>
                  </a:lnTo>
                  <a:lnTo>
                    <a:pt x="1993173" y="1119408"/>
                  </a:lnTo>
                  <a:lnTo>
                    <a:pt x="1992102" y="1119337"/>
                  </a:lnTo>
                  <a:lnTo>
                    <a:pt x="1991030" y="1119266"/>
                  </a:lnTo>
                  <a:lnTo>
                    <a:pt x="1989958" y="1119196"/>
                  </a:lnTo>
                  <a:lnTo>
                    <a:pt x="1988887" y="1119126"/>
                  </a:lnTo>
                  <a:lnTo>
                    <a:pt x="1987815" y="1119056"/>
                  </a:lnTo>
                  <a:lnTo>
                    <a:pt x="1986744" y="1118987"/>
                  </a:lnTo>
                  <a:lnTo>
                    <a:pt x="1985672" y="1118919"/>
                  </a:lnTo>
                  <a:lnTo>
                    <a:pt x="1984600" y="1118850"/>
                  </a:lnTo>
                  <a:lnTo>
                    <a:pt x="1983529" y="1118783"/>
                  </a:lnTo>
                  <a:lnTo>
                    <a:pt x="1982457" y="1118715"/>
                  </a:lnTo>
                  <a:lnTo>
                    <a:pt x="1981386" y="1118648"/>
                  </a:lnTo>
                  <a:lnTo>
                    <a:pt x="1980314" y="1118582"/>
                  </a:lnTo>
                  <a:lnTo>
                    <a:pt x="1979242" y="1118516"/>
                  </a:lnTo>
                  <a:lnTo>
                    <a:pt x="1978171" y="1118451"/>
                  </a:lnTo>
                  <a:lnTo>
                    <a:pt x="1977099" y="1118386"/>
                  </a:lnTo>
                  <a:lnTo>
                    <a:pt x="1976028" y="1118322"/>
                  </a:lnTo>
                  <a:lnTo>
                    <a:pt x="1974956" y="1118258"/>
                  </a:lnTo>
                  <a:lnTo>
                    <a:pt x="1973884" y="1118195"/>
                  </a:lnTo>
                  <a:lnTo>
                    <a:pt x="1972813" y="1118132"/>
                  </a:lnTo>
                  <a:lnTo>
                    <a:pt x="1971741" y="1118070"/>
                  </a:lnTo>
                  <a:lnTo>
                    <a:pt x="1970670" y="1118009"/>
                  </a:lnTo>
                  <a:lnTo>
                    <a:pt x="1969598" y="1117948"/>
                  </a:lnTo>
                  <a:lnTo>
                    <a:pt x="1968526" y="1117888"/>
                  </a:lnTo>
                  <a:lnTo>
                    <a:pt x="1967455" y="1117829"/>
                  </a:lnTo>
                  <a:lnTo>
                    <a:pt x="1966383" y="1117770"/>
                  </a:lnTo>
                  <a:lnTo>
                    <a:pt x="1965312" y="1117711"/>
                  </a:lnTo>
                  <a:lnTo>
                    <a:pt x="1964240" y="1117654"/>
                  </a:lnTo>
                  <a:lnTo>
                    <a:pt x="1963168" y="1117597"/>
                  </a:lnTo>
                  <a:lnTo>
                    <a:pt x="1962097" y="1117540"/>
                  </a:lnTo>
                  <a:lnTo>
                    <a:pt x="1961025" y="1117485"/>
                  </a:lnTo>
                  <a:lnTo>
                    <a:pt x="1959954" y="1117430"/>
                  </a:lnTo>
                  <a:lnTo>
                    <a:pt x="1958882" y="1117376"/>
                  </a:lnTo>
                  <a:lnTo>
                    <a:pt x="1957810" y="1117322"/>
                  </a:lnTo>
                  <a:lnTo>
                    <a:pt x="1956739" y="1117269"/>
                  </a:lnTo>
                  <a:lnTo>
                    <a:pt x="1955667" y="1117217"/>
                  </a:lnTo>
                  <a:lnTo>
                    <a:pt x="1954596" y="1117166"/>
                  </a:lnTo>
                  <a:lnTo>
                    <a:pt x="1953524" y="1117115"/>
                  </a:lnTo>
                  <a:lnTo>
                    <a:pt x="1952453" y="1117066"/>
                  </a:lnTo>
                  <a:lnTo>
                    <a:pt x="1951381" y="1117017"/>
                  </a:lnTo>
                  <a:lnTo>
                    <a:pt x="1950309" y="1116969"/>
                  </a:lnTo>
                  <a:lnTo>
                    <a:pt x="1949238" y="1116921"/>
                  </a:lnTo>
                  <a:lnTo>
                    <a:pt x="1948166" y="1116875"/>
                  </a:lnTo>
                  <a:lnTo>
                    <a:pt x="1947095" y="1116829"/>
                  </a:lnTo>
                  <a:lnTo>
                    <a:pt x="1946023" y="1116784"/>
                  </a:lnTo>
                  <a:lnTo>
                    <a:pt x="1944951" y="1116740"/>
                  </a:lnTo>
                  <a:lnTo>
                    <a:pt x="1943880" y="1116697"/>
                  </a:lnTo>
                  <a:lnTo>
                    <a:pt x="1942808" y="1116654"/>
                  </a:lnTo>
                  <a:lnTo>
                    <a:pt x="1941737" y="1116613"/>
                  </a:lnTo>
                  <a:lnTo>
                    <a:pt x="1940665" y="1116572"/>
                  </a:lnTo>
                  <a:lnTo>
                    <a:pt x="1939593" y="1116533"/>
                  </a:lnTo>
                  <a:lnTo>
                    <a:pt x="1938522" y="1116494"/>
                  </a:lnTo>
                  <a:lnTo>
                    <a:pt x="1937450" y="1116456"/>
                  </a:lnTo>
                  <a:lnTo>
                    <a:pt x="1936379" y="1116419"/>
                  </a:lnTo>
                  <a:lnTo>
                    <a:pt x="1935307" y="1116383"/>
                  </a:lnTo>
                  <a:lnTo>
                    <a:pt x="1934235" y="1116348"/>
                  </a:lnTo>
                  <a:lnTo>
                    <a:pt x="1933164" y="1116314"/>
                  </a:lnTo>
                  <a:lnTo>
                    <a:pt x="1932092" y="1116281"/>
                  </a:lnTo>
                  <a:lnTo>
                    <a:pt x="1931021" y="1116248"/>
                  </a:lnTo>
                  <a:lnTo>
                    <a:pt x="1929949" y="1116217"/>
                  </a:lnTo>
                  <a:lnTo>
                    <a:pt x="1928877" y="1116187"/>
                  </a:lnTo>
                  <a:lnTo>
                    <a:pt x="1927806" y="1116158"/>
                  </a:lnTo>
                  <a:lnTo>
                    <a:pt x="1926734" y="1116130"/>
                  </a:lnTo>
                  <a:lnTo>
                    <a:pt x="1925663" y="1116103"/>
                  </a:lnTo>
                  <a:lnTo>
                    <a:pt x="1924591" y="1116077"/>
                  </a:lnTo>
                  <a:lnTo>
                    <a:pt x="1923519" y="1116052"/>
                  </a:lnTo>
                  <a:lnTo>
                    <a:pt x="1922448" y="1116028"/>
                  </a:lnTo>
                  <a:lnTo>
                    <a:pt x="1921376" y="1116005"/>
                  </a:lnTo>
                  <a:lnTo>
                    <a:pt x="1920305" y="1115983"/>
                  </a:lnTo>
                  <a:lnTo>
                    <a:pt x="1919233" y="1115962"/>
                  </a:lnTo>
                  <a:lnTo>
                    <a:pt x="1918161" y="1115942"/>
                  </a:lnTo>
                  <a:lnTo>
                    <a:pt x="1917090" y="1115924"/>
                  </a:lnTo>
                  <a:lnTo>
                    <a:pt x="1916018" y="1115907"/>
                  </a:lnTo>
                  <a:lnTo>
                    <a:pt x="1914947" y="1115890"/>
                  </a:lnTo>
                  <a:lnTo>
                    <a:pt x="1913875" y="1115875"/>
                  </a:lnTo>
                  <a:lnTo>
                    <a:pt x="1912803" y="1115861"/>
                  </a:lnTo>
                  <a:lnTo>
                    <a:pt x="1911732" y="1115848"/>
                  </a:lnTo>
                  <a:lnTo>
                    <a:pt x="1910660" y="1115837"/>
                  </a:lnTo>
                  <a:lnTo>
                    <a:pt x="1909589" y="1115826"/>
                  </a:lnTo>
                  <a:lnTo>
                    <a:pt x="1908517" y="1115817"/>
                  </a:lnTo>
                  <a:lnTo>
                    <a:pt x="1907445" y="1115809"/>
                  </a:lnTo>
                  <a:lnTo>
                    <a:pt x="1906374" y="1115802"/>
                  </a:lnTo>
                  <a:lnTo>
                    <a:pt x="1905302" y="1115797"/>
                  </a:lnTo>
                  <a:lnTo>
                    <a:pt x="1904231" y="1115792"/>
                  </a:lnTo>
                  <a:lnTo>
                    <a:pt x="1903159" y="1115789"/>
                  </a:lnTo>
                  <a:lnTo>
                    <a:pt x="1902087" y="1115787"/>
                  </a:lnTo>
                  <a:lnTo>
                    <a:pt x="1901016" y="1115787"/>
                  </a:lnTo>
                  <a:lnTo>
                    <a:pt x="1899944" y="1115787"/>
                  </a:lnTo>
                  <a:lnTo>
                    <a:pt x="1898873" y="1115789"/>
                  </a:lnTo>
                  <a:lnTo>
                    <a:pt x="1897801" y="1115792"/>
                  </a:lnTo>
                  <a:lnTo>
                    <a:pt x="1896729" y="1115797"/>
                  </a:lnTo>
                  <a:lnTo>
                    <a:pt x="1895658" y="1115803"/>
                  </a:lnTo>
                  <a:lnTo>
                    <a:pt x="1894586" y="1115810"/>
                  </a:lnTo>
                  <a:lnTo>
                    <a:pt x="1893515" y="1115818"/>
                  </a:lnTo>
                  <a:lnTo>
                    <a:pt x="1892443" y="1115828"/>
                  </a:lnTo>
                  <a:lnTo>
                    <a:pt x="1891371" y="1115839"/>
                  </a:lnTo>
                  <a:lnTo>
                    <a:pt x="1890300" y="1115852"/>
                  </a:lnTo>
                  <a:lnTo>
                    <a:pt x="1889228" y="1115866"/>
                  </a:lnTo>
                  <a:lnTo>
                    <a:pt x="1888157" y="1115881"/>
                  </a:lnTo>
                  <a:lnTo>
                    <a:pt x="1887085" y="1115898"/>
                  </a:lnTo>
                  <a:lnTo>
                    <a:pt x="1886013" y="1115916"/>
                  </a:lnTo>
                  <a:lnTo>
                    <a:pt x="1884942" y="1115935"/>
                  </a:lnTo>
                  <a:lnTo>
                    <a:pt x="1883870" y="1115956"/>
                  </a:lnTo>
                  <a:lnTo>
                    <a:pt x="1882799" y="1115979"/>
                  </a:lnTo>
                  <a:lnTo>
                    <a:pt x="1881727" y="1116002"/>
                  </a:lnTo>
                  <a:lnTo>
                    <a:pt x="1880655" y="1116028"/>
                  </a:lnTo>
                  <a:lnTo>
                    <a:pt x="1879584" y="1116054"/>
                  </a:lnTo>
                  <a:lnTo>
                    <a:pt x="1878512" y="1116082"/>
                  </a:lnTo>
                  <a:lnTo>
                    <a:pt x="1877441" y="1116112"/>
                  </a:lnTo>
                  <a:lnTo>
                    <a:pt x="1876369" y="1116143"/>
                  </a:lnTo>
                  <a:lnTo>
                    <a:pt x="1875297" y="1116176"/>
                  </a:lnTo>
                  <a:lnTo>
                    <a:pt x="1874226" y="1116210"/>
                  </a:lnTo>
                  <a:lnTo>
                    <a:pt x="1873154" y="1116245"/>
                  </a:lnTo>
                  <a:lnTo>
                    <a:pt x="1872083" y="1116282"/>
                  </a:lnTo>
                  <a:lnTo>
                    <a:pt x="1871011" y="1116321"/>
                  </a:lnTo>
                  <a:lnTo>
                    <a:pt x="1869939" y="1116361"/>
                  </a:lnTo>
                  <a:lnTo>
                    <a:pt x="1868868" y="1116403"/>
                  </a:lnTo>
                  <a:lnTo>
                    <a:pt x="1867796" y="1116446"/>
                  </a:lnTo>
                  <a:lnTo>
                    <a:pt x="1866725" y="1116491"/>
                  </a:lnTo>
                  <a:lnTo>
                    <a:pt x="1865653" y="1116538"/>
                  </a:lnTo>
                  <a:lnTo>
                    <a:pt x="1864581" y="1116586"/>
                  </a:lnTo>
                  <a:lnTo>
                    <a:pt x="1863510" y="1116635"/>
                  </a:lnTo>
                  <a:lnTo>
                    <a:pt x="1862438" y="1116687"/>
                  </a:lnTo>
                  <a:lnTo>
                    <a:pt x="1861367" y="1116739"/>
                  </a:lnTo>
                  <a:lnTo>
                    <a:pt x="1860295" y="1116794"/>
                  </a:lnTo>
                  <a:lnTo>
                    <a:pt x="1859223" y="1116850"/>
                  </a:lnTo>
                  <a:lnTo>
                    <a:pt x="1858152" y="1116908"/>
                  </a:lnTo>
                  <a:lnTo>
                    <a:pt x="1857080" y="1116967"/>
                  </a:lnTo>
                  <a:lnTo>
                    <a:pt x="1856009" y="1117028"/>
                  </a:lnTo>
                  <a:lnTo>
                    <a:pt x="1854937" y="1117091"/>
                  </a:lnTo>
                  <a:lnTo>
                    <a:pt x="1853865" y="1117155"/>
                  </a:lnTo>
                  <a:lnTo>
                    <a:pt x="1852794" y="1117221"/>
                  </a:lnTo>
                  <a:lnTo>
                    <a:pt x="1851722" y="1117289"/>
                  </a:lnTo>
                  <a:lnTo>
                    <a:pt x="1850651" y="1117358"/>
                  </a:lnTo>
                  <a:lnTo>
                    <a:pt x="1849579" y="1117430"/>
                  </a:lnTo>
                  <a:lnTo>
                    <a:pt x="1848507" y="1117503"/>
                  </a:lnTo>
                  <a:lnTo>
                    <a:pt x="1847436" y="1117577"/>
                  </a:lnTo>
                  <a:lnTo>
                    <a:pt x="1846364" y="1117653"/>
                  </a:lnTo>
                  <a:lnTo>
                    <a:pt x="1845293" y="1117732"/>
                  </a:lnTo>
                  <a:lnTo>
                    <a:pt x="1844221" y="1117811"/>
                  </a:lnTo>
                  <a:lnTo>
                    <a:pt x="1843149" y="1117893"/>
                  </a:lnTo>
                  <a:lnTo>
                    <a:pt x="1842078" y="1117976"/>
                  </a:lnTo>
                  <a:lnTo>
                    <a:pt x="1841006" y="1118062"/>
                  </a:lnTo>
                  <a:lnTo>
                    <a:pt x="1839935" y="1118148"/>
                  </a:lnTo>
                  <a:lnTo>
                    <a:pt x="1838863" y="1118237"/>
                  </a:lnTo>
                  <a:lnTo>
                    <a:pt x="1837791" y="1118328"/>
                  </a:lnTo>
                  <a:lnTo>
                    <a:pt x="1836720" y="1118420"/>
                  </a:lnTo>
                  <a:lnTo>
                    <a:pt x="1835648" y="1118514"/>
                  </a:lnTo>
                  <a:lnTo>
                    <a:pt x="1834577" y="1118610"/>
                  </a:lnTo>
                  <a:lnTo>
                    <a:pt x="1833505" y="1118708"/>
                  </a:lnTo>
                  <a:lnTo>
                    <a:pt x="1832433" y="1118808"/>
                  </a:lnTo>
                  <a:lnTo>
                    <a:pt x="1831362" y="1118909"/>
                  </a:lnTo>
                  <a:lnTo>
                    <a:pt x="1830290" y="1119012"/>
                  </a:lnTo>
                  <a:lnTo>
                    <a:pt x="1829219" y="1119118"/>
                  </a:lnTo>
                  <a:lnTo>
                    <a:pt x="1828147" y="1119225"/>
                  </a:lnTo>
                  <a:lnTo>
                    <a:pt x="1827075" y="1119334"/>
                  </a:lnTo>
                  <a:lnTo>
                    <a:pt x="1826004" y="1119444"/>
                  </a:lnTo>
                  <a:lnTo>
                    <a:pt x="1824932" y="1119557"/>
                  </a:lnTo>
                  <a:lnTo>
                    <a:pt x="1823861" y="1119672"/>
                  </a:lnTo>
                  <a:lnTo>
                    <a:pt x="1822789" y="1119788"/>
                  </a:lnTo>
                  <a:lnTo>
                    <a:pt x="1821717" y="1119907"/>
                  </a:lnTo>
                  <a:lnTo>
                    <a:pt x="1820646" y="1120027"/>
                  </a:lnTo>
                  <a:lnTo>
                    <a:pt x="1819574" y="1120150"/>
                  </a:lnTo>
                  <a:lnTo>
                    <a:pt x="1818503" y="1120274"/>
                  </a:lnTo>
                  <a:lnTo>
                    <a:pt x="1817431" y="1120400"/>
                  </a:lnTo>
                  <a:lnTo>
                    <a:pt x="1816359" y="1120528"/>
                  </a:lnTo>
                  <a:lnTo>
                    <a:pt x="1815288" y="1120658"/>
                  </a:lnTo>
                  <a:lnTo>
                    <a:pt x="1814216" y="1120790"/>
                  </a:lnTo>
                  <a:lnTo>
                    <a:pt x="1813145" y="1120924"/>
                  </a:lnTo>
                  <a:lnTo>
                    <a:pt x="1812073" y="1121060"/>
                  </a:lnTo>
                  <a:lnTo>
                    <a:pt x="1811001" y="1121198"/>
                  </a:lnTo>
                  <a:lnTo>
                    <a:pt x="1809930" y="1121338"/>
                  </a:lnTo>
                  <a:lnTo>
                    <a:pt x="1808858" y="1121480"/>
                  </a:lnTo>
                  <a:lnTo>
                    <a:pt x="1807787" y="1121624"/>
                  </a:lnTo>
                  <a:lnTo>
                    <a:pt x="1806715" y="1121770"/>
                  </a:lnTo>
                  <a:lnTo>
                    <a:pt x="1805643" y="1121919"/>
                  </a:lnTo>
                  <a:lnTo>
                    <a:pt x="1804572" y="1122069"/>
                  </a:lnTo>
                  <a:lnTo>
                    <a:pt x="1803500" y="1122221"/>
                  </a:lnTo>
                  <a:lnTo>
                    <a:pt x="1802429" y="1122375"/>
                  </a:lnTo>
                  <a:lnTo>
                    <a:pt x="1801357" y="1122531"/>
                  </a:lnTo>
                  <a:lnTo>
                    <a:pt x="1800285" y="1122689"/>
                  </a:lnTo>
                  <a:lnTo>
                    <a:pt x="1799214" y="1122850"/>
                  </a:lnTo>
                  <a:lnTo>
                    <a:pt x="1798142" y="1123012"/>
                  </a:lnTo>
                  <a:lnTo>
                    <a:pt x="1797071" y="1123176"/>
                  </a:lnTo>
                  <a:lnTo>
                    <a:pt x="1795999" y="1123343"/>
                  </a:lnTo>
                  <a:lnTo>
                    <a:pt x="1794927" y="1123511"/>
                  </a:lnTo>
                  <a:lnTo>
                    <a:pt x="1793856" y="1123682"/>
                  </a:lnTo>
                  <a:lnTo>
                    <a:pt x="1792784" y="1123855"/>
                  </a:lnTo>
                  <a:lnTo>
                    <a:pt x="1791713" y="1124030"/>
                  </a:lnTo>
                  <a:lnTo>
                    <a:pt x="1790641" y="1124207"/>
                  </a:lnTo>
                  <a:lnTo>
                    <a:pt x="1789569" y="1124386"/>
                  </a:lnTo>
                  <a:lnTo>
                    <a:pt x="1788498" y="1124567"/>
                  </a:lnTo>
                  <a:lnTo>
                    <a:pt x="1787426" y="1124750"/>
                  </a:lnTo>
                  <a:lnTo>
                    <a:pt x="1786355" y="1124936"/>
                  </a:lnTo>
                  <a:lnTo>
                    <a:pt x="1785283" y="1125123"/>
                  </a:lnTo>
                  <a:lnTo>
                    <a:pt x="1784211" y="1125313"/>
                  </a:lnTo>
                  <a:lnTo>
                    <a:pt x="1783140" y="1125505"/>
                  </a:lnTo>
                  <a:lnTo>
                    <a:pt x="1782068" y="1125699"/>
                  </a:lnTo>
                  <a:lnTo>
                    <a:pt x="1780997" y="1125895"/>
                  </a:lnTo>
                  <a:lnTo>
                    <a:pt x="1779925" y="1126093"/>
                  </a:lnTo>
                  <a:lnTo>
                    <a:pt x="1778853" y="1126293"/>
                  </a:lnTo>
                  <a:lnTo>
                    <a:pt x="1777782" y="1126496"/>
                  </a:lnTo>
                  <a:lnTo>
                    <a:pt x="1776710" y="1126701"/>
                  </a:lnTo>
                  <a:lnTo>
                    <a:pt x="1775639" y="1126908"/>
                  </a:lnTo>
                  <a:lnTo>
                    <a:pt x="1774567" y="1127117"/>
                  </a:lnTo>
                  <a:lnTo>
                    <a:pt x="1773496" y="1127328"/>
                  </a:lnTo>
                  <a:lnTo>
                    <a:pt x="1772424" y="1127541"/>
                  </a:lnTo>
                  <a:lnTo>
                    <a:pt x="1771352" y="1127757"/>
                  </a:lnTo>
                  <a:lnTo>
                    <a:pt x="1770281" y="1127975"/>
                  </a:lnTo>
                  <a:lnTo>
                    <a:pt x="1769209" y="1128195"/>
                  </a:lnTo>
                  <a:lnTo>
                    <a:pt x="1768138" y="1128417"/>
                  </a:lnTo>
                  <a:lnTo>
                    <a:pt x="1767066" y="1128642"/>
                  </a:lnTo>
                  <a:lnTo>
                    <a:pt x="1765994" y="1128868"/>
                  </a:lnTo>
                  <a:lnTo>
                    <a:pt x="1764923" y="1129097"/>
                  </a:lnTo>
                  <a:lnTo>
                    <a:pt x="1763851" y="1129328"/>
                  </a:lnTo>
                  <a:lnTo>
                    <a:pt x="1762780" y="1129561"/>
                  </a:lnTo>
                  <a:lnTo>
                    <a:pt x="1761708" y="1129797"/>
                  </a:lnTo>
                  <a:lnTo>
                    <a:pt x="1760636" y="1130035"/>
                  </a:lnTo>
                  <a:lnTo>
                    <a:pt x="1759565" y="1130275"/>
                  </a:lnTo>
                  <a:lnTo>
                    <a:pt x="1758493" y="1130517"/>
                  </a:lnTo>
                  <a:lnTo>
                    <a:pt x="1757422" y="1130761"/>
                  </a:lnTo>
                  <a:lnTo>
                    <a:pt x="1756350" y="1131008"/>
                  </a:lnTo>
                  <a:lnTo>
                    <a:pt x="1755278" y="1131257"/>
                  </a:lnTo>
                  <a:lnTo>
                    <a:pt x="1754207" y="1131508"/>
                  </a:lnTo>
                  <a:lnTo>
                    <a:pt x="1753135" y="1131761"/>
                  </a:lnTo>
                  <a:lnTo>
                    <a:pt x="1752064" y="1132017"/>
                  </a:lnTo>
                  <a:lnTo>
                    <a:pt x="1750992" y="1132275"/>
                  </a:lnTo>
                  <a:lnTo>
                    <a:pt x="1749920" y="1132535"/>
                  </a:lnTo>
                  <a:lnTo>
                    <a:pt x="1748849" y="1132797"/>
                  </a:lnTo>
                  <a:lnTo>
                    <a:pt x="1747777" y="1133062"/>
                  </a:lnTo>
                  <a:lnTo>
                    <a:pt x="1746706" y="1133329"/>
                  </a:lnTo>
                  <a:lnTo>
                    <a:pt x="1745634" y="1133598"/>
                  </a:lnTo>
                  <a:lnTo>
                    <a:pt x="1744562" y="1133869"/>
                  </a:lnTo>
                  <a:lnTo>
                    <a:pt x="1743491" y="1134143"/>
                  </a:lnTo>
                  <a:lnTo>
                    <a:pt x="1742419" y="1134419"/>
                  </a:lnTo>
                  <a:lnTo>
                    <a:pt x="1741348" y="1134697"/>
                  </a:lnTo>
                  <a:lnTo>
                    <a:pt x="1740276" y="1134977"/>
                  </a:lnTo>
                  <a:lnTo>
                    <a:pt x="1739204" y="1135260"/>
                  </a:lnTo>
                  <a:lnTo>
                    <a:pt x="1738133" y="1135545"/>
                  </a:lnTo>
                  <a:lnTo>
                    <a:pt x="1737061" y="1135832"/>
                  </a:lnTo>
                  <a:lnTo>
                    <a:pt x="1735990" y="1136122"/>
                  </a:lnTo>
                  <a:lnTo>
                    <a:pt x="1734918" y="1136414"/>
                  </a:lnTo>
                  <a:lnTo>
                    <a:pt x="1733846" y="1136708"/>
                  </a:lnTo>
                  <a:lnTo>
                    <a:pt x="1732775" y="1137004"/>
                  </a:lnTo>
                  <a:lnTo>
                    <a:pt x="1731703" y="1137303"/>
                  </a:lnTo>
                  <a:lnTo>
                    <a:pt x="1730632" y="1137604"/>
                  </a:lnTo>
                  <a:lnTo>
                    <a:pt x="1729560" y="1137907"/>
                  </a:lnTo>
                  <a:lnTo>
                    <a:pt x="1728488" y="1138212"/>
                  </a:lnTo>
                  <a:lnTo>
                    <a:pt x="1727417" y="1138520"/>
                  </a:lnTo>
                  <a:lnTo>
                    <a:pt x="1726345" y="1138830"/>
                  </a:lnTo>
                  <a:lnTo>
                    <a:pt x="1725274" y="1139142"/>
                  </a:lnTo>
                  <a:lnTo>
                    <a:pt x="1724202" y="1139457"/>
                  </a:lnTo>
                  <a:lnTo>
                    <a:pt x="1723130" y="1139774"/>
                  </a:lnTo>
                  <a:lnTo>
                    <a:pt x="1722059" y="1140093"/>
                  </a:lnTo>
                  <a:lnTo>
                    <a:pt x="1720987" y="1140414"/>
                  </a:lnTo>
                  <a:lnTo>
                    <a:pt x="1719916" y="1140738"/>
                  </a:lnTo>
                  <a:lnTo>
                    <a:pt x="1718844" y="1141064"/>
                  </a:lnTo>
                  <a:lnTo>
                    <a:pt x="1717772" y="1141392"/>
                  </a:lnTo>
                  <a:lnTo>
                    <a:pt x="1716701" y="1141722"/>
                  </a:lnTo>
                  <a:lnTo>
                    <a:pt x="1715629" y="1142055"/>
                  </a:lnTo>
                  <a:lnTo>
                    <a:pt x="1714558" y="1142390"/>
                  </a:lnTo>
                  <a:lnTo>
                    <a:pt x="1713486" y="1142727"/>
                  </a:lnTo>
                  <a:lnTo>
                    <a:pt x="1712414" y="1143067"/>
                  </a:lnTo>
                  <a:lnTo>
                    <a:pt x="1711343" y="1143409"/>
                  </a:lnTo>
                  <a:lnTo>
                    <a:pt x="1710271" y="1143753"/>
                  </a:lnTo>
                  <a:lnTo>
                    <a:pt x="1709200" y="1144099"/>
                  </a:lnTo>
                  <a:lnTo>
                    <a:pt x="1708128" y="1144448"/>
                  </a:lnTo>
                  <a:lnTo>
                    <a:pt x="1707056" y="1144799"/>
                  </a:lnTo>
                  <a:lnTo>
                    <a:pt x="1705985" y="1145152"/>
                  </a:lnTo>
                  <a:lnTo>
                    <a:pt x="1704913" y="1145507"/>
                  </a:lnTo>
                  <a:lnTo>
                    <a:pt x="1703842" y="1145865"/>
                  </a:lnTo>
                  <a:lnTo>
                    <a:pt x="1702770" y="1146225"/>
                  </a:lnTo>
                  <a:lnTo>
                    <a:pt x="1701698" y="1146587"/>
                  </a:lnTo>
                  <a:lnTo>
                    <a:pt x="1700627" y="1146951"/>
                  </a:lnTo>
                  <a:lnTo>
                    <a:pt x="1699555" y="1147318"/>
                  </a:lnTo>
                  <a:lnTo>
                    <a:pt x="1698484" y="1147687"/>
                  </a:lnTo>
                  <a:lnTo>
                    <a:pt x="1697412" y="1148058"/>
                  </a:lnTo>
                  <a:lnTo>
                    <a:pt x="1696340" y="1148431"/>
                  </a:lnTo>
                  <a:lnTo>
                    <a:pt x="1695269" y="1148807"/>
                  </a:lnTo>
                  <a:lnTo>
                    <a:pt x="1694197" y="1149184"/>
                  </a:lnTo>
                  <a:lnTo>
                    <a:pt x="1693126" y="1149565"/>
                  </a:lnTo>
                  <a:lnTo>
                    <a:pt x="1692054" y="1149947"/>
                  </a:lnTo>
                  <a:lnTo>
                    <a:pt x="1690982" y="1150331"/>
                  </a:lnTo>
                  <a:lnTo>
                    <a:pt x="1689911" y="1150718"/>
                  </a:lnTo>
                  <a:lnTo>
                    <a:pt x="1688839" y="1151107"/>
                  </a:lnTo>
                  <a:lnTo>
                    <a:pt x="1687768" y="1151498"/>
                  </a:lnTo>
                  <a:lnTo>
                    <a:pt x="1686696" y="1151892"/>
                  </a:lnTo>
                  <a:lnTo>
                    <a:pt x="1685624" y="1152287"/>
                  </a:lnTo>
                  <a:lnTo>
                    <a:pt x="1684553" y="1152685"/>
                  </a:lnTo>
                  <a:lnTo>
                    <a:pt x="1683481" y="1153085"/>
                  </a:lnTo>
                  <a:lnTo>
                    <a:pt x="1682410" y="1153487"/>
                  </a:lnTo>
                  <a:lnTo>
                    <a:pt x="1681338" y="1153892"/>
                  </a:lnTo>
                  <a:lnTo>
                    <a:pt x="1680266" y="1154298"/>
                  </a:lnTo>
                  <a:lnTo>
                    <a:pt x="1679195" y="1154707"/>
                  </a:lnTo>
                  <a:lnTo>
                    <a:pt x="1678123" y="1155118"/>
                  </a:lnTo>
                  <a:lnTo>
                    <a:pt x="1677052" y="1155531"/>
                  </a:lnTo>
                  <a:lnTo>
                    <a:pt x="1675980" y="1155946"/>
                  </a:lnTo>
                  <a:lnTo>
                    <a:pt x="1674908" y="1156364"/>
                  </a:lnTo>
                  <a:lnTo>
                    <a:pt x="1673837" y="1156784"/>
                  </a:lnTo>
                  <a:lnTo>
                    <a:pt x="1672765" y="1157205"/>
                  </a:lnTo>
                  <a:lnTo>
                    <a:pt x="1671694" y="1157629"/>
                  </a:lnTo>
                  <a:lnTo>
                    <a:pt x="1670622" y="1158055"/>
                  </a:lnTo>
                  <a:lnTo>
                    <a:pt x="1669550" y="1158484"/>
                  </a:lnTo>
                  <a:lnTo>
                    <a:pt x="1668479" y="1158914"/>
                  </a:lnTo>
                  <a:lnTo>
                    <a:pt x="1667407" y="1159347"/>
                  </a:lnTo>
                  <a:lnTo>
                    <a:pt x="1666336" y="1159781"/>
                  </a:lnTo>
                  <a:lnTo>
                    <a:pt x="1665264" y="1160218"/>
                  </a:lnTo>
                  <a:lnTo>
                    <a:pt x="1664192" y="1160657"/>
                  </a:lnTo>
                  <a:lnTo>
                    <a:pt x="1663121" y="1161098"/>
                  </a:lnTo>
                  <a:lnTo>
                    <a:pt x="1662049" y="1161542"/>
                  </a:lnTo>
                  <a:lnTo>
                    <a:pt x="1660978" y="1161987"/>
                  </a:lnTo>
                  <a:lnTo>
                    <a:pt x="1659906" y="1162434"/>
                  </a:lnTo>
                  <a:lnTo>
                    <a:pt x="1658834" y="1162884"/>
                  </a:lnTo>
                  <a:lnTo>
                    <a:pt x="1657763" y="1163335"/>
                  </a:lnTo>
                  <a:lnTo>
                    <a:pt x="1656691" y="1163789"/>
                  </a:lnTo>
                  <a:lnTo>
                    <a:pt x="1655620" y="1164245"/>
                  </a:lnTo>
                  <a:lnTo>
                    <a:pt x="1654548" y="1164703"/>
                  </a:lnTo>
                  <a:lnTo>
                    <a:pt x="1653476" y="1165163"/>
                  </a:lnTo>
                  <a:lnTo>
                    <a:pt x="1652405" y="1165625"/>
                  </a:lnTo>
                  <a:lnTo>
                    <a:pt x="1651333" y="1166089"/>
                  </a:lnTo>
                  <a:lnTo>
                    <a:pt x="1650262" y="1166555"/>
                  </a:lnTo>
                  <a:lnTo>
                    <a:pt x="1649190" y="1167023"/>
                  </a:lnTo>
                  <a:lnTo>
                    <a:pt x="1648118" y="1167494"/>
                  </a:lnTo>
                  <a:lnTo>
                    <a:pt x="1647047" y="1167966"/>
                  </a:lnTo>
                  <a:lnTo>
                    <a:pt x="1645975" y="1168440"/>
                  </a:lnTo>
                  <a:lnTo>
                    <a:pt x="1644904" y="1168917"/>
                  </a:lnTo>
                  <a:lnTo>
                    <a:pt x="1643832" y="1169395"/>
                  </a:lnTo>
                  <a:lnTo>
                    <a:pt x="1642760" y="1169876"/>
                  </a:lnTo>
                  <a:lnTo>
                    <a:pt x="1641689" y="1170358"/>
                  </a:lnTo>
                  <a:lnTo>
                    <a:pt x="1640617" y="1170842"/>
                  </a:lnTo>
                  <a:lnTo>
                    <a:pt x="1639546" y="1171329"/>
                  </a:lnTo>
                  <a:lnTo>
                    <a:pt x="1638474" y="1171817"/>
                  </a:lnTo>
                  <a:lnTo>
                    <a:pt x="1637402" y="1172308"/>
                  </a:lnTo>
                  <a:lnTo>
                    <a:pt x="1636331" y="1172800"/>
                  </a:lnTo>
                  <a:lnTo>
                    <a:pt x="1635259" y="1173295"/>
                  </a:lnTo>
                  <a:lnTo>
                    <a:pt x="1634188" y="1173791"/>
                  </a:lnTo>
                  <a:lnTo>
                    <a:pt x="1633116" y="1174289"/>
                  </a:lnTo>
                  <a:lnTo>
                    <a:pt x="1632044" y="1174790"/>
                  </a:lnTo>
                  <a:lnTo>
                    <a:pt x="1630973" y="1175292"/>
                  </a:lnTo>
                  <a:lnTo>
                    <a:pt x="1629901" y="1175796"/>
                  </a:lnTo>
                  <a:lnTo>
                    <a:pt x="1628830" y="1176303"/>
                  </a:lnTo>
                  <a:lnTo>
                    <a:pt x="1627758" y="1176811"/>
                  </a:lnTo>
                  <a:lnTo>
                    <a:pt x="1626686" y="1177321"/>
                  </a:lnTo>
                  <a:lnTo>
                    <a:pt x="1625615" y="1177833"/>
                  </a:lnTo>
                  <a:lnTo>
                    <a:pt x="1624543" y="1178347"/>
                  </a:lnTo>
                  <a:lnTo>
                    <a:pt x="1623472" y="1178863"/>
                  </a:lnTo>
                  <a:lnTo>
                    <a:pt x="1622400" y="1179380"/>
                  </a:lnTo>
                  <a:lnTo>
                    <a:pt x="1621328" y="1179900"/>
                  </a:lnTo>
                  <a:lnTo>
                    <a:pt x="1620257" y="1180421"/>
                  </a:lnTo>
                  <a:lnTo>
                    <a:pt x="1619185" y="1180945"/>
                  </a:lnTo>
                  <a:lnTo>
                    <a:pt x="1618114" y="1181470"/>
                  </a:lnTo>
                  <a:lnTo>
                    <a:pt x="1617042" y="1181997"/>
                  </a:lnTo>
                  <a:lnTo>
                    <a:pt x="1615970" y="1182527"/>
                  </a:lnTo>
                  <a:lnTo>
                    <a:pt x="1614899" y="1183328"/>
                  </a:lnTo>
                  <a:lnTo>
                    <a:pt x="1613827" y="1184147"/>
                  </a:lnTo>
                  <a:lnTo>
                    <a:pt x="1612756" y="1184969"/>
                  </a:lnTo>
                  <a:lnTo>
                    <a:pt x="1611684" y="1185794"/>
                  </a:lnTo>
                  <a:lnTo>
                    <a:pt x="1610612" y="1186622"/>
                  </a:lnTo>
                  <a:lnTo>
                    <a:pt x="1609541" y="1187452"/>
                  </a:lnTo>
                  <a:lnTo>
                    <a:pt x="1608469" y="1188285"/>
                  </a:lnTo>
                  <a:lnTo>
                    <a:pt x="1607398" y="1189121"/>
                  </a:lnTo>
                  <a:lnTo>
                    <a:pt x="1606326" y="1189959"/>
                  </a:lnTo>
                  <a:lnTo>
                    <a:pt x="1605254" y="1190800"/>
                  </a:lnTo>
                  <a:lnTo>
                    <a:pt x="1604183" y="1191644"/>
                  </a:lnTo>
                  <a:lnTo>
                    <a:pt x="1603111" y="1192490"/>
                  </a:lnTo>
                  <a:lnTo>
                    <a:pt x="1602040" y="1193339"/>
                  </a:lnTo>
                  <a:lnTo>
                    <a:pt x="1600968" y="1194191"/>
                  </a:lnTo>
                  <a:lnTo>
                    <a:pt x="1599896" y="1195045"/>
                  </a:lnTo>
                  <a:lnTo>
                    <a:pt x="1598825" y="1195902"/>
                  </a:lnTo>
                  <a:lnTo>
                    <a:pt x="1597753" y="1196761"/>
                  </a:lnTo>
                  <a:lnTo>
                    <a:pt x="1596682" y="1197623"/>
                  </a:lnTo>
                  <a:lnTo>
                    <a:pt x="1595610" y="1198488"/>
                  </a:lnTo>
                  <a:lnTo>
                    <a:pt x="1594539" y="1199355"/>
                  </a:lnTo>
                  <a:lnTo>
                    <a:pt x="1593467" y="1200224"/>
                  </a:lnTo>
                  <a:lnTo>
                    <a:pt x="1592395" y="1201096"/>
                  </a:lnTo>
                  <a:lnTo>
                    <a:pt x="1591324" y="1201971"/>
                  </a:lnTo>
                  <a:lnTo>
                    <a:pt x="1590252" y="1202848"/>
                  </a:lnTo>
                  <a:lnTo>
                    <a:pt x="1589181" y="1203728"/>
                  </a:lnTo>
                  <a:lnTo>
                    <a:pt x="1588109" y="1204610"/>
                  </a:lnTo>
                  <a:lnTo>
                    <a:pt x="1587037" y="1205494"/>
                  </a:lnTo>
                  <a:lnTo>
                    <a:pt x="1585966" y="1206381"/>
                  </a:lnTo>
                  <a:lnTo>
                    <a:pt x="1584894" y="1207271"/>
                  </a:lnTo>
                  <a:lnTo>
                    <a:pt x="1583823" y="1208163"/>
                  </a:lnTo>
                  <a:lnTo>
                    <a:pt x="1582751" y="1209057"/>
                  </a:lnTo>
                  <a:lnTo>
                    <a:pt x="1581679" y="1209953"/>
                  </a:lnTo>
                  <a:lnTo>
                    <a:pt x="1580608" y="1210852"/>
                  </a:lnTo>
                  <a:lnTo>
                    <a:pt x="1579536" y="1211754"/>
                  </a:lnTo>
                  <a:lnTo>
                    <a:pt x="1578465" y="1212658"/>
                  </a:lnTo>
                  <a:lnTo>
                    <a:pt x="1577393" y="1213564"/>
                  </a:lnTo>
                  <a:lnTo>
                    <a:pt x="1576321" y="1214472"/>
                  </a:lnTo>
                  <a:lnTo>
                    <a:pt x="1575250" y="1215383"/>
                  </a:lnTo>
                  <a:lnTo>
                    <a:pt x="1574178" y="1216296"/>
                  </a:lnTo>
                  <a:lnTo>
                    <a:pt x="1573107" y="1217211"/>
                  </a:lnTo>
                  <a:lnTo>
                    <a:pt x="1572035" y="1218129"/>
                  </a:lnTo>
                  <a:lnTo>
                    <a:pt x="1570963" y="1219048"/>
                  </a:lnTo>
                  <a:lnTo>
                    <a:pt x="1569892" y="1219971"/>
                  </a:lnTo>
                  <a:lnTo>
                    <a:pt x="1568820" y="1220895"/>
                  </a:lnTo>
                  <a:lnTo>
                    <a:pt x="1567749" y="1221821"/>
                  </a:lnTo>
                  <a:lnTo>
                    <a:pt x="1566677" y="1222750"/>
                  </a:lnTo>
                  <a:lnTo>
                    <a:pt x="1565605" y="1223681"/>
                  </a:lnTo>
                  <a:lnTo>
                    <a:pt x="1564534" y="1224614"/>
                  </a:lnTo>
                  <a:lnTo>
                    <a:pt x="1563462" y="1225549"/>
                  </a:lnTo>
                  <a:lnTo>
                    <a:pt x="1562391" y="1226487"/>
                  </a:lnTo>
                  <a:lnTo>
                    <a:pt x="1561319" y="1227426"/>
                  </a:lnTo>
                  <a:lnTo>
                    <a:pt x="1560247" y="1228368"/>
                  </a:lnTo>
                  <a:lnTo>
                    <a:pt x="1559176" y="1229311"/>
                  </a:lnTo>
                  <a:lnTo>
                    <a:pt x="1558104" y="1230257"/>
                  </a:lnTo>
                  <a:lnTo>
                    <a:pt x="1557033" y="1231205"/>
                  </a:lnTo>
                  <a:lnTo>
                    <a:pt x="1555961" y="1232155"/>
                  </a:lnTo>
                  <a:lnTo>
                    <a:pt x="1554889" y="1233107"/>
                  </a:lnTo>
                  <a:lnTo>
                    <a:pt x="1553818" y="1234060"/>
                  </a:lnTo>
                  <a:lnTo>
                    <a:pt x="1552746" y="1235016"/>
                  </a:lnTo>
                  <a:lnTo>
                    <a:pt x="1551675" y="1235974"/>
                  </a:lnTo>
                  <a:lnTo>
                    <a:pt x="1550603" y="1236934"/>
                  </a:lnTo>
                  <a:lnTo>
                    <a:pt x="1549531" y="1237896"/>
                  </a:lnTo>
                  <a:lnTo>
                    <a:pt x="1548460" y="1238860"/>
                  </a:lnTo>
                  <a:lnTo>
                    <a:pt x="1547388" y="1239825"/>
                  </a:lnTo>
                  <a:lnTo>
                    <a:pt x="1546317" y="1240793"/>
                  </a:lnTo>
                  <a:lnTo>
                    <a:pt x="1545245" y="1241762"/>
                  </a:lnTo>
                  <a:lnTo>
                    <a:pt x="1544173" y="1242734"/>
                  </a:lnTo>
                  <a:lnTo>
                    <a:pt x="1543102" y="1243707"/>
                  </a:lnTo>
                  <a:lnTo>
                    <a:pt x="1542030" y="1244682"/>
                  </a:lnTo>
                  <a:lnTo>
                    <a:pt x="1540959" y="1245659"/>
                  </a:lnTo>
                  <a:lnTo>
                    <a:pt x="1539887" y="1246638"/>
                  </a:lnTo>
                  <a:lnTo>
                    <a:pt x="1538815" y="1247618"/>
                  </a:lnTo>
                  <a:lnTo>
                    <a:pt x="1537744" y="1248601"/>
                  </a:lnTo>
                  <a:lnTo>
                    <a:pt x="1536672" y="1249585"/>
                  </a:lnTo>
                  <a:lnTo>
                    <a:pt x="1535601" y="1250570"/>
                  </a:lnTo>
                  <a:lnTo>
                    <a:pt x="1534529" y="1251558"/>
                  </a:lnTo>
                  <a:lnTo>
                    <a:pt x="1533457" y="1252547"/>
                  </a:lnTo>
                  <a:lnTo>
                    <a:pt x="1532386" y="1253538"/>
                  </a:lnTo>
                  <a:lnTo>
                    <a:pt x="1531314" y="1254531"/>
                  </a:lnTo>
                  <a:lnTo>
                    <a:pt x="1530243" y="1255525"/>
                  </a:lnTo>
                  <a:lnTo>
                    <a:pt x="1529171" y="1256521"/>
                  </a:lnTo>
                  <a:lnTo>
                    <a:pt x="1528099" y="1257519"/>
                  </a:lnTo>
                  <a:lnTo>
                    <a:pt x="1527028" y="1258518"/>
                  </a:lnTo>
                  <a:lnTo>
                    <a:pt x="1525956" y="1259519"/>
                  </a:lnTo>
                  <a:lnTo>
                    <a:pt x="1524885" y="1260521"/>
                  </a:lnTo>
                  <a:lnTo>
                    <a:pt x="1523813" y="1261525"/>
                  </a:lnTo>
                  <a:lnTo>
                    <a:pt x="1522741" y="1262531"/>
                  </a:lnTo>
                  <a:lnTo>
                    <a:pt x="1521670" y="1263538"/>
                  </a:lnTo>
                  <a:lnTo>
                    <a:pt x="1520598" y="1264547"/>
                  </a:lnTo>
                  <a:lnTo>
                    <a:pt x="1519527" y="1265557"/>
                  </a:lnTo>
                  <a:lnTo>
                    <a:pt x="1518455" y="1266569"/>
                  </a:lnTo>
                  <a:lnTo>
                    <a:pt x="1517383" y="1267582"/>
                  </a:lnTo>
                  <a:lnTo>
                    <a:pt x="1516312" y="1268596"/>
                  </a:lnTo>
                  <a:lnTo>
                    <a:pt x="1515240" y="1269612"/>
                  </a:lnTo>
                  <a:lnTo>
                    <a:pt x="1514169" y="1270630"/>
                  </a:lnTo>
                  <a:lnTo>
                    <a:pt x="1513097" y="1271649"/>
                  </a:lnTo>
                  <a:lnTo>
                    <a:pt x="1512025" y="1272669"/>
                  </a:lnTo>
                  <a:lnTo>
                    <a:pt x="1510954" y="1273690"/>
                  </a:lnTo>
                  <a:lnTo>
                    <a:pt x="1509882" y="1274713"/>
                  </a:lnTo>
                  <a:lnTo>
                    <a:pt x="1508811" y="1275738"/>
                  </a:lnTo>
                  <a:lnTo>
                    <a:pt x="1507739" y="1276764"/>
                  </a:lnTo>
                  <a:lnTo>
                    <a:pt x="1506667" y="1277790"/>
                  </a:lnTo>
                  <a:lnTo>
                    <a:pt x="1505596" y="1278819"/>
                  </a:lnTo>
                  <a:lnTo>
                    <a:pt x="1504524" y="1279848"/>
                  </a:lnTo>
                  <a:lnTo>
                    <a:pt x="1503453" y="1280879"/>
                  </a:lnTo>
                  <a:lnTo>
                    <a:pt x="1502381" y="1281911"/>
                  </a:lnTo>
                  <a:lnTo>
                    <a:pt x="1501309" y="1282945"/>
                  </a:lnTo>
                  <a:lnTo>
                    <a:pt x="1500238" y="1283979"/>
                  </a:lnTo>
                  <a:lnTo>
                    <a:pt x="1499166" y="1285015"/>
                  </a:lnTo>
                  <a:lnTo>
                    <a:pt x="1498095" y="1286052"/>
                  </a:lnTo>
                  <a:lnTo>
                    <a:pt x="1497023" y="1287090"/>
                  </a:lnTo>
                  <a:lnTo>
                    <a:pt x="1495951" y="1288129"/>
                  </a:lnTo>
                  <a:lnTo>
                    <a:pt x="1494880" y="1289169"/>
                  </a:lnTo>
                  <a:lnTo>
                    <a:pt x="1493808" y="1290211"/>
                  </a:lnTo>
                  <a:lnTo>
                    <a:pt x="1492737" y="1291253"/>
                  </a:lnTo>
                  <a:lnTo>
                    <a:pt x="1491665" y="1292297"/>
                  </a:lnTo>
                  <a:lnTo>
                    <a:pt x="1490593" y="1293342"/>
                  </a:lnTo>
                  <a:lnTo>
                    <a:pt x="1489522" y="1294388"/>
                  </a:lnTo>
                  <a:lnTo>
                    <a:pt x="1488450" y="1295434"/>
                  </a:lnTo>
                  <a:lnTo>
                    <a:pt x="1487379" y="1296482"/>
                  </a:lnTo>
                  <a:lnTo>
                    <a:pt x="1486307" y="1297531"/>
                  </a:lnTo>
                  <a:lnTo>
                    <a:pt x="1485235" y="1298581"/>
                  </a:lnTo>
                  <a:lnTo>
                    <a:pt x="1484164" y="1299632"/>
                  </a:lnTo>
                  <a:lnTo>
                    <a:pt x="1483092" y="1300684"/>
                  </a:lnTo>
                  <a:lnTo>
                    <a:pt x="1482021" y="1301736"/>
                  </a:lnTo>
                  <a:lnTo>
                    <a:pt x="1480949" y="1302790"/>
                  </a:lnTo>
                  <a:lnTo>
                    <a:pt x="1479877" y="1303845"/>
                  </a:lnTo>
                  <a:lnTo>
                    <a:pt x="1478806" y="1304900"/>
                  </a:lnTo>
                  <a:lnTo>
                    <a:pt x="1477734" y="1305956"/>
                  </a:lnTo>
                  <a:lnTo>
                    <a:pt x="1476663" y="1307014"/>
                  </a:lnTo>
                  <a:lnTo>
                    <a:pt x="1475591" y="1308072"/>
                  </a:lnTo>
                  <a:lnTo>
                    <a:pt x="1474519" y="1309130"/>
                  </a:lnTo>
                  <a:lnTo>
                    <a:pt x="1473448" y="1310190"/>
                  </a:lnTo>
                  <a:lnTo>
                    <a:pt x="1472376" y="1311251"/>
                  </a:lnTo>
                  <a:lnTo>
                    <a:pt x="1471305" y="1312312"/>
                  </a:lnTo>
                  <a:lnTo>
                    <a:pt x="1470233" y="1313374"/>
                  </a:lnTo>
                  <a:lnTo>
                    <a:pt x="1469161" y="1314437"/>
                  </a:lnTo>
                  <a:lnTo>
                    <a:pt x="1468090" y="1315500"/>
                  </a:lnTo>
                  <a:lnTo>
                    <a:pt x="1467018" y="1316564"/>
                  </a:lnTo>
                  <a:lnTo>
                    <a:pt x="1465947" y="1317629"/>
                  </a:lnTo>
                  <a:lnTo>
                    <a:pt x="1464875" y="1318695"/>
                  </a:lnTo>
                  <a:lnTo>
                    <a:pt x="1463803" y="1319761"/>
                  </a:lnTo>
                  <a:lnTo>
                    <a:pt x="1462732" y="1320828"/>
                  </a:lnTo>
                  <a:lnTo>
                    <a:pt x="1461660" y="1321896"/>
                  </a:lnTo>
                  <a:lnTo>
                    <a:pt x="1460589" y="1322964"/>
                  </a:lnTo>
                  <a:lnTo>
                    <a:pt x="1459517" y="1324033"/>
                  </a:lnTo>
                  <a:lnTo>
                    <a:pt x="1458445" y="1325102"/>
                  </a:lnTo>
                  <a:lnTo>
                    <a:pt x="1457374" y="1326172"/>
                  </a:lnTo>
                  <a:lnTo>
                    <a:pt x="1456302" y="1327243"/>
                  </a:lnTo>
                  <a:lnTo>
                    <a:pt x="1455231" y="1328314"/>
                  </a:lnTo>
                  <a:lnTo>
                    <a:pt x="1454159" y="1329385"/>
                  </a:lnTo>
                  <a:lnTo>
                    <a:pt x="1453087" y="1330457"/>
                  </a:lnTo>
                  <a:lnTo>
                    <a:pt x="1452016" y="1331530"/>
                  </a:lnTo>
                  <a:lnTo>
                    <a:pt x="1450944" y="1332603"/>
                  </a:lnTo>
                  <a:lnTo>
                    <a:pt x="1449873" y="1333677"/>
                  </a:lnTo>
                  <a:lnTo>
                    <a:pt x="1448801" y="1334751"/>
                  </a:lnTo>
                  <a:lnTo>
                    <a:pt x="1447729" y="1335825"/>
                  </a:lnTo>
                  <a:lnTo>
                    <a:pt x="1446658" y="1336900"/>
                  </a:lnTo>
                  <a:lnTo>
                    <a:pt x="1445586" y="1337976"/>
                  </a:lnTo>
                  <a:lnTo>
                    <a:pt x="1444515" y="1339051"/>
                  </a:lnTo>
                  <a:lnTo>
                    <a:pt x="1443443" y="1340127"/>
                  </a:lnTo>
                  <a:lnTo>
                    <a:pt x="1442371" y="1341204"/>
                  </a:lnTo>
                  <a:lnTo>
                    <a:pt x="1441300" y="1342281"/>
                  </a:lnTo>
                  <a:lnTo>
                    <a:pt x="1440228" y="1343358"/>
                  </a:lnTo>
                  <a:lnTo>
                    <a:pt x="1439157" y="1344435"/>
                  </a:lnTo>
                  <a:lnTo>
                    <a:pt x="1438085" y="1345513"/>
                  </a:lnTo>
                  <a:lnTo>
                    <a:pt x="1437013" y="1346591"/>
                  </a:lnTo>
                  <a:lnTo>
                    <a:pt x="1435942" y="1347669"/>
                  </a:lnTo>
                  <a:lnTo>
                    <a:pt x="1434870" y="1348748"/>
                  </a:lnTo>
                  <a:lnTo>
                    <a:pt x="1433799" y="1349827"/>
                  </a:lnTo>
                  <a:lnTo>
                    <a:pt x="1432727" y="1350906"/>
                  </a:lnTo>
                  <a:lnTo>
                    <a:pt x="1431655" y="1351985"/>
                  </a:lnTo>
                  <a:lnTo>
                    <a:pt x="1430584" y="1353065"/>
                  </a:lnTo>
                  <a:lnTo>
                    <a:pt x="1429512" y="1354144"/>
                  </a:lnTo>
                  <a:lnTo>
                    <a:pt x="1428441" y="1355224"/>
                  </a:lnTo>
                  <a:lnTo>
                    <a:pt x="1427369" y="1356304"/>
                  </a:lnTo>
                  <a:lnTo>
                    <a:pt x="1426297" y="1357384"/>
                  </a:lnTo>
                  <a:lnTo>
                    <a:pt x="1425226" y="1358464"/>
                  </a:lnTo>
                  <a:lnTo>
                    <a:pt x="1424154" y="1359545"/>
                  </a:lnTo>
                  <a:lnTo>
                    <a:pt x="1423083" y="1360625"/>
                  </a:lnTo>
                  <a:lnTo>
                    <a:pt x="1422011" y="1361706"/>
                  </a:lnTo>
                  <a:lnTo>
                    <a:pt x="1420939" y="1362786"/>
                  </a:lnTo>
                  <a:lnTo>
                    <a:pt x="1419868" y="1363867"/>
                  </a:lnTo>
                  <a:lnTo>
                    <a:pt x="1418796" y="1364948"/>
                  </a:lnTo>
                  <a:lnTo>
                    <a:pt x="1417725" y="1366029"/>
                  </a:lnTo>
                  <a:lnTo>
                    <a:pt x="1416653" y="1367109"/>
                  </a:lnTo>
                  <a:lnTo>
                    <a:pt x="1415582" y="1368190"/>
                  </a:lnTo>
                  <a:lnTo>
                    <a:pt x="1414510" y="1369271"/>
                  </a:lnTo>
                  <a:lnTo>
                    <a:pt x="1413438" y="1370352"/>
                  </a:lnTo>
                  <a:lnTo>
                    <a:pt x="1412367" y="1371432"/>
                  </a:lnTo>
                  <a:lnTo>
                    <a:pt x="1411295" y="1372513"/>
                  </a:lnTo>
                  <a:lnTo>
                    <a:pt x="1410224" y="1373593"/>
                  </a:lnTo>
                  <a:lnTo>
                    <a:pt x="1409152" y="1374674"/>
                  </a:lnTo>
                  <a:lnTo>
                    <a:pt x="1408080" y="1375754"/>
                  </a:lnTo>
                  <a:lnTo>
                    <a:pt x="1407009" y="1376834"/>
                  </a:lnTo>
                  <a:lnTo>
                    <a:pt x="1405937" y="1377915"/>
                  </a:lnTo>
                  <a:lnTo>
                    <a:pt x="1404866" y="1378995"/>
                  </a:lnTo>
                  <a:lnTo>
                    <a:pt x="1403794" y="1380074"/>
                  </a:lnTo>
                  <a:lnTo>
                    <a:pt x="1402722" y="1381154"/>
                  </a:lnTo>
                  <a:lnTo>
                    <a:pt x="1401651" y="1382233"/>
                  </a:lnTo>
                  <a:lnTo>
                    <a:pt x="1400579" y="1383313"/>
                  </a:lnTo>
                  <a:lnTo>
                    <a:pt x="1399508" y="1384392"/>
                  </a:lnTo>
                  <a:lnTo>
                    <a:pt x="1398436" y="1385471"/>
                  </a:lnTo>
                  <a:lnTo>
                    <a:pt x="1397364" y="1386549"/>
                  </a:lnTo>
                  <a:lnTo>
                    <a:pt x="1396293" y="1387628"/>
                  </a:lnTo>
                  <a:lnTo>
                    <a:pt x="1395221" y="1388706"/>
                  </a:lnTo>
                  <a:lnTo>
                    <a:pt x="1394150" y="1389784"/>
                  </a:lnTo>
                  <a:lnTo>
                    <a:pt x="1393078" y="1390861"/>
                  </a:lnTo>
                  <a:lnTo>
                    <a:pt x="1392006" y="1391938"/>
                  </a:lnTo>
                  <a:lnTo>
                    <a:pt x="1390935" y="1393015"/>
                  </a:lnTo>
                  <a:lnTo>
                    <a:pt x="1389863" y="1394092"/>
                  </a:lnTo>
                  <a:lnTo>
                    <a:pt x="1388792" y="1395168"/>
                  </a:lnTo>
                  <a:lnTo>
                    <a:pt x="1387720" y="1396244"/>
                  </a:lnTo>
                  <a:lnTo>
                    <a:pt x="1386648" y="1397319"/>
                  </a:lnTo>
                  <a:lnTo>
                    <a:pt x="1385577" y="1398395"/>
                  </a:lnTo>
                  <a:lnTo>
                    <a:pt x="1384505" y="1399469"/>
                  </a:lnTo>
                  <a:lnTo>
                    <a:pt x="1383434" y="1400544"/>
                  </a:lnTo>
                  <a:lnTo>
                    <a:pt x="1382362" y="1401618"/>
                  </a:lnTo>
                  <a:lnTo>
                    <a:pt x="1381290" y="1402691"/>
                  </a:lnTo>
                  <a:lnTo>
                    <a:pt x="1380219" y="1403764"/>
                  </a:lnTo>
                  <a:lnTo>
                    <a:pt x="1379147" y="1404837"/>
                  </a:lnTo>
                  <a:lnTo>
                    <a:pt x="1378076" y="1405909"/>
                  </a:lnTo>
                  <a:lnTo>
                    <a:pt x="1377004" y="1406980"/>
                  </a:lnTo>
                  <a:lnTo>
                    <a:pt x="1375932" y="1408052"/>
                  </a:lnTo>
                  <a:lnTo>
                    <a:pt x="1374861" y="1409122"/>
                  </a:lnTo>
                  <a:lnTo>
                    <a:pt x="1373789" y="1410192"/>
                  </a:lnTo>
                  <a:lnTo>
                    <a:pt x="1372718" y="1411262"/>
                  </a:lnTo>
                  <a:lnTo>
                    <a:pt x="1371646" y="1412331"/>
                  </a:lnTo>
                  <a:lnTo>
                    <a:pt x="1370574" y="1413399"/>
                  </a:lnTo>
                  <a:lnTo>
                    <a:pt x="1369503" y="1414467"/>
                  </a:lnTo>
                  <a:lnTo>
                    <a:pt x="1368431" y="1415535"/>
                  </a:lnTo>
                  <a:lnTo>
                    <a:pt x="1367360" y="1416601"/>
                  </a:lnTo>
                  <a:lnTo>
                    <a:pt x="1366288" y="1417667"/>
                  </a:lnTo>
                  <a:lnTo>
                    <a:pt x="1365216" y="1418733"/>
                  </a:lnTo>
                  <a:lnTo>
                    <a:pt x="1364145" y="1419798"/>
                  </a:lnTo>
                  <a:lnTo>
                    <a:pt x="1363073" y="1420862"/>
                  </a:lnTo>
                  <a:lnTo>
                    <a:pt x="1362002" y="1421925"/>
                  </a:lnTo>
                  <a:lnTo>
                    <a:pt x="1360930" y="1422988"/>
                  </a:lnTo>
                  <a:lnTo>
                    <a:pt x="1359858" y="1424051"/>
                  </a:lnTo>
                  <a:lnTo>
                    <a:pt x="1358787" y="1425112"/>
                  </a:lnTo>
                  <a:lnTo>
                    <a:pt x="1357715" y="1426173"/>
                  </a:lnTo>
                  <a:lnTo>
                    <a:pt x="1356644" y="1427233"/>
                  </a:lnTo>
                  <a:lnTo>
                    <a:pt x="1355572" y="1428292"/>
                  </a:lnTo>
                  <a:lnTo>
                    <a:pt x="1354500" y="1429351"/>
                  </a:lnTo>
                  <a:lnTo>
                    <a:pt x="1353429" y="1430409"/>
                  </a:lnTo>
                  <a:lnTo>
                    <a:pt x="1352357" y="1431466"/>
                  </a:lnTo>
                  <a:lnTo>
                    <a:pt x="1351286" y="1432522"/>
                  </a:lnTo>
                  <a:lnTo>
                    <a:pt x="1350214" y="1433578"/>
                  </a:lnTo>
                  <a:lnTo>
                    <a:pt x="1349142" y="1434633"/>
                  </a:lnTo>
                  <a:lnTo>
                    <a:pt x="1348071" y="1435687"/>
                  </a:lnTo>
                  <a:lnTo>
                    <a:pt x="1346999" y="1436740"/>
                  </a:lnTo>
                  <a:lnTo>
                    <a:pt x="1345928" y="1437792"/>
                  </a:lnTo>
                  <a:lnTo>
                    <a:pt x="1344856" y="1438843"/>
                  </a:lnTo>
                  <a:lnTo>
                    <a:pt x="1343784" y="1439894"/>
                  </a:lnTo>
                  <a:lnTo>
                    <a:pt x="1342713" y="1440944"/>
                  </a:lnTo>
                  <a:lnTo>
                    <a:pt x="1341641" y="1441993"/>
                  </a:lnTo>
                  <a:lnTo>
                    <a:pt x="1340570" y="1443041"/>
                  </a:lnTo>
                  <a:lnTo>
                    <a:pt x="1339498" y="1444088"/>
                  </a:lnTo>
                  <a:lnTo>
                    <a:pt x="1338426" y="1445134"/>
                  </a:lnTo>
                  <a:lnTo>
                    <a:pt x="1337355" y="1446179"/>
                  </a:lnTo>
                  <a:lnTo>
                    <a:pt x="1336283" y="1447223"/>
                  </a:lnTo>
                  <a:lnTo>
                    <a:pt x="1335212" y="1448267"/>
                  </a:lnTo>
                  <a:lnTo>
                    <a:pt x="1334140" y="1449309"/>
                  </a:lnTo>
                  <a:lnTo>
                    <a:pt x="1333068" y="1450351"/>
                  </a:lnTo>
                  <a:lnTo>
                    <a:pt x="1331997" y="1451391"/>
                  </a:lnTo>
                  <a:lnTo>
                    <a:pt x="1330925" y="1452431"/>
                  </a:lnTo>
                  <a:lnTo>
                    <a:pt x="1329854" y="1453469"/>
                  </a:lnTo>
                  <a:lnTo>
                    <a:pt x="1328782" y="1454507"/>
                  </a:lnTo>
                  <a:lnTo>
                    <a:pt x="1327710" y="1455543"/>
                  </a:lnTo>
                  <a:lnTo>
                    <a:pt x="1326639" y="1456578"/>
                  </a:lnTo>
                  <a:lnTo>
                    <a:pt x="1325567" y="1457613"/>
                  </a:lnTo>
                  <a:lnTo>
                    <a:pt x="1324496" y="1458646"/>
                  </a:lnTo>
                  <a:lnTo>
                    <a:pt x="1323424" y="1459679"/>
                  </a:lnTo>
                  <a:lnTo>
                    <a:pt x="1322352" y="1460710"/>
                  </a:lnTo>
                  <a:lnTo>
                    <a:pt x="1321281" y="1461740"/>
                  </a:lnTo>
                  <a:lnTo>
                    <a:pt x="1320209" y="1462769"/>
                  </a:lnTo>
                  <a:lnTo>
                    <a:pt x="1319138" y="1463797"/>
                  </a:lnTo>
                  <a:lnTo>
                    <a:pt x="1318066" y="1464824"/>
                  </a:lnTo>
                  <a:lnTo>
                    <a:pt x="1316994" y="1465849"/>
                  </a:lnTo>
                  <a:lnTo>
                    <a:pt x="1315923" y="1466874"/>
                  </a:lnTo>
                  <a:lnTo>
                    <a:pt x="1314851" y="1467897"/>
                  </a:lnTo>
                  <a:lnTo>
                    <a:pt x="1313780" y="1468920"/>
                  </a:lnTo>
                  <a:lnTo>
                    <a:pt x="1312708" y="1469941"/>
                  </a:lnTo>
                  <a:lnTo>
                    <a:pt x="1311636" y="1470961"/>
                  </a:lnTo>
                  <a:lnTo>
                    <a:pt x="1310565" y="1471980"/>
                  </a:lnTo>
                  <a:lnTo>
                    <a:pt x="1309493" y="1472997"/>
                  </a:lnTo>
                  <a:lnTo>
                    <a:pt x="1308422" y="1474013"/>
                  </a:lnTo>
                  <a:lnTo>
                    <a:pt x="1307350" y="1475029"/>
                  </a:lnTo>
                  <a:lnTo>
                    <a:pt x="1306278" y="1476043"/>
                  </a:lnTo>
                  <a:lnTo>
                    <a:pt x="1305207" y="1477055"/>
                  </a:lnTo>
                  <a:lnTo>
                    <a:pt x="1304135" y="1478067"/>
                  </a:lnTo>
                  <a:lnTo>
                    <a:pt x="1303064" y="1479077"/>
                  </a:lnTo>
                  <a:lnTo>
                    <a:pt x="1301992" y="1480086"/>
                  </a:lnTo>
                  <a:lnTo>
                    <a:pt x="1300920" y="1481094"/>
                  </a:lnTo>
                  <a:lnTo>
                    <a:pt x="1299849" y="1482100"/>
                  </a:lnTo>
                  <a:lnTo>
                    <a:pt x="1298777" y="1483105"/>
                  </a:lnTo>
                  <a:lnTo>
                    <a:pt x="1297706" y="1484109"/>
                  </a:lnTo>
                  <a:lnTo>
                    <a:pt x="1296634" y="1485111"/>
                  </a:lnTo>
                  <a:lnTo>
                    <a:pt x="1295562" y="1486113"/>
                  </a:lnTo>
                  <a:lnTo>
                    <a:pt x="1294491" y="1487112"/>
                  </a:lnTo>
                  <a:lnTo>
                    <a:pt x="1293419" y="1488111"/>
                  </a:lnTo>
                  <a:lnTo>
                    <a:pt x="1292348" y="1489108"/>
                  </a:lnTo>
                  <a:lnTo>
                    <a:pt x="1291276" y="1490104"/>
                  </a:lnTo>
                  <a:lnTo>
                    <a:pt x="1290204" y="1491098"/>
                  </a:lnTo>
                  <a:lnTo>
                    <a:pt x="1289133" y="1492092"/>
                  </a:lnTo>
                  <a:lnTo>
                    <a:pt x="1288061" y="1493083"/>
                  </a:lnTo>
                  <a:lnTo>
                    <a:pt x="1286990" y="1494074"/>
                  </a:lnTo>
                  <a:lnTo>
                    <a:pt x="1285918" y="1495062"/>
                  </a:lnTo>
                  <a:lnTo>
                    <a:pt x="1284846" y="1496050"/>
                  </a:lnTo>
                  <a:lnTo>
                    <a:pt x="1283775" y="1497036"/>
                  </a:lnTo>
                  <a:lnTo>
                    <a:pt x="1282703" y="1498021"/>
                  </a:lnTo>
                  <a:lnTo>
                    <a:pt x="1281632" y="1499004"/>
                  </a:lnTo>
                  <a:lnTo>
                    <a:pt x="1280560" y="1499986"/>
                  </a:lnTo>
                  <a:lnTo>
                    <a:pt x="1279488" y="1500966"/>
                  </a:lnTo>
                  <a:lnTo>
                    <a:pt x="1278417" y="1501945"/>
                  </a:lnTo>
                  <a:lnTo>
                    <a:pt x="1277345" y="1502922"/>
                  </a:lnTo>
                  <a:lnTo>
                    <a:pt x="1276274" y="1503898"/>
                  </a:lnTo>
                  <a:lnTo>
                    <a:pt x="1275202" y="1504873"/>
                  </a:lnTo>
                  <a:lnTo>
                    <a:pt x="1274130" y="1505846"/>
                  </a:lnTo>
                  <a:lnTo>
                    <a:pt x="1273059" y="1506817"/>
                  </a:lnTo>
                  <a:lnTo>
                    <a:pt x="1271987" y="1507787"/>
                  </a:lnTo>
                  <a:lnTo>
                    <a:pt x="1270916" y="1508755"/>
                  </a:lnTo>
                  <a:lnTo>
                    <a:pt x="1269844" y="1509722"/>
                  </a:lnTo>
                  <a:lnTo>
                    <a:pt x="1268772" y="1510687"/>
                  </a:lnTo>
                  <a:lnTo>
                    <a:pt x="1267701" y="1511651"/>
                  </a:lnTo>
                  <a:lnTo>
                    <a:pt x="1266629" y="1512613"/>
                  </a:lnTo>
                  <a:lnTo>
                    <a:pt x="1265558" y="1513574"/>
                  </a:lnTo>
                  <a:lnTo>
                    <a:pt x="1264486" y="1514533"/>
                  </a:lnTo>
                  <a:lnTo>
                    <a:pt x="1263414" y="1515491"/>
                  </a:lnTo>
                  <a:lnTo>
                    <a:pt x="1262343" y="1516446"/>
                  </a:lnTo>
                  <a:lnTo>
                    <a:pt x="1261271" y="1517401"/>
                  </a:lnTo>
                  <a:lnTo>
                    <a:pt x="1260200" y="1518353"/>
                  </a:lnTo>
                  <a:lnTo>
                    <a:pt x="1259128" y="1519304"/>
                  </a:lnTo>
                  <a:lnTo>
                    <a:pt x="1258056" y="1520254"/>
                  </a:lnTo>
                  <a:lnTo>
                    <a:pt x="1256985" y="1521202"/>
                  </a:lnTo>
                  <a:lnTo>
                    <a:pt x="1255913" y="1522148"/>
                  </a:lnTo>
                  <a:lnTo>
                    <a:pt x="1254842" y="1523093"/>
                  </a:lnTo>
                  <a:lnTo>
                    <a:pt x="1253770" y="1524035"/>
                  </a:lnTo>
                  <a:lnTo>
                    <a:pt x="1252698" y="1524977"/>
                  </a:lnTo>
                  <a:lnTo>
                    <a:pt x="1251627" y="1525916"/>
                  </a:lnTo>
                  <a:lnTo>
                    <a:pt x="1250555" y="1526854"/>
                  </a:lnTo>
                  <a:lnTo>
                    <a:pt x="1249484" y="1527790"/>
                  </a:lnTo>
                  <a:lnTo>
                    <a:pt x="1248412" y="1528725"/>
                  </a:lnTo>
                  <a:lnTo>
                    <a:pt x="1247340" y="1529658"/>
                  </a:lnTo>
                  <a:lnTo>
                    <a:pt x="1246269" y="1530589"/>
                  </a:lnTo>
                  <a:lnTo>
                    <a:pt x="1245197" y="1531518"/>
                  </a:lnTo>
                  <a:lnTo>
                    <a:pt x="1244126" y="1532446"/>
                  </a:lnTo>
                  <a:lnTo>
                    <a:pt x="1243054" y="1533372"/>
                  </a:lnTo>
                  <a:lnTo>
                    <a:pt x="1241983" y="1534296"/>
                  </a:lnTo>
                  <a:lnTo>
                    <a:pt x="1240911" y="1535218"/>
                  </a:lnTo>
                  <a:lnTo>
                    <a:pt x="1239839" y="1536139"/>
                  </a:lnTo>
                  <a:lnTo>
                    <a:pt x="1238768" y="1537058"/>
                  </a:lnTo>
                  <a:lnTo>
                    <a:pt x="1237696" y="1537975"/>
                  </a:lnTo>
                  <a:lnTo>
                    <a:pt x="1236625" y="1538890"/>
                  </a:lnTo>
                  <a:lnTo>
                    <a:pt x="1235553" y="1539804"/>
                  </a:lnTo>
                  <a:lnTo>
                    <a:pt x="1234481" y="1540716"/>
                  </a:lnTo>
                  <a:lnTo>
                    <a:pt x="1233410" y="1541626"/>
                  </a:lnTo>
                  <a:lnTo>
                    <a:pt x="1232338" y="1542534"/>
                  </a:lnTo>
                  <a:lnTo>
                    <a:pt x="1231267" y="1543441"/>
                  </a:lnTo>
                  <a:lnTo>
                    <a:pt x="1230195" y="1544345"/>
                  </a:lnTo>
                  <a:lnTo>
                    <a:pt x="1229123" y="1545248"/>
                  </a:lnTo>
                  <a:lnTo>
                    <a:pt x="1228052" y="1546149"/>
                  </a:lnTo>
                  <a:lnTo>
                    <a:pt x="1226980" y="1547048"/>
                  </a:lnTo>
                  <a:lnTo>
                    <a:pt x="1225909" y="1547945"/>
                  </a:lnTo>
                  <a:lnTo>
                    <a:pt x="1224837" y="1548841"/>
                  </a:lnTo>
                  <a:lnTo>
                    <a:pt x="1223765" y="1549734"/>
                  </a:lnTo>
                  <a:lnTo>
                    <a:pt x="1222694" y="1550626"/>
                  </a:lnTo>
                  <a:lnTo>
                    <a:pt x="1221622" y="1551515"/>
                  </a:lnTo>
                  <a:lnTo>
                    <a:pt x="1220551" y="1552403"/>
                  </a:lnTo>
                  <a:lnTo>
                    <a:pt x="1219479" y="1553289"/>
                  </a:lnTo>
                  <a:lnTo>
                    <a:pt x="1218407" y="1554174"/>
                  </a:lnTo>
                  <a:lnTo>
                    <a:pt x="1217336" y="1555056"/>
                  </a:lnTo>
                  <a:lnTo>
                    <a:pt x="1216264" y="1555936"/>
                  </a:lnTo>
                  <a:lnTo>
                    <a:pt x="1215193" y="1556814"/>
                  </a:lnTo>
                  <a:lnTo>
                    <a:pt x="1214121" y="1557691"/>
                  </a:lnTo>
                  <a:lnTo>
                    <a:pt x="1213049" y="1558565"/>
                  </a:lnTo>
                  <a:lnTo>
                    <a:pt x="1211978" y="1559438"/>
                  </a:lnTo>
                  <a:lnTo>
                    <a:pt x="1210906" y="1560309"/>
                  </a:lnTo>
                  <a:lnTo>
                    <a:pt x="1209835" y="1561177"/>
                  </a:lnTo>
                  <a:lnTo>
                    <a:pt x="1208763" y="1562044"/>
                  </a:lnTo>
                  <a:lnTo>
                    <a:pt x="1207691" y="1562909"/>
                  </a:lnTo>
                  <a:lnTo>
                    <a:pt x="1206620" y="1563772"/>
                  </a:lnTo>
                  <a:lnTo>
                    <a:pt x="1205548" y="1564633"/>
                  </a:lnTo>
                  <a:lnTo>
                    <a:pt x="1204477" y="1565492"/>
                  </a:lnTo>
                  <a:lnTo>
                    <a:pt x="1203405" y="1566349"/>
                  </a:lnTo>
                  <a:lnTo>
                    <a:pt x="1202333" y="1567203"/>
                  </a:lnTo>
                  <a:lnTo>
                    <a:pt x="1201262" y="1568056"/>
                  </a:lnTo>
                  <a:lnTo>
                    <a:pt x="1200190" y="1568907"/>
                  </a:lnTo>
                  <a:lnTo>
                    <a:pt x="1199119" y="1569756"/>
                  </a:lnTo>
                  <a:lnTo>
                    <a:pt x="1198047" y="1570603"/>
                  </a:lnTo>
                  <a:lnTo>
                    <a:pt x="1196975" y="1571448"/>
                  </a:lnTo>
                  <a:lnTo>
                    <a:pt x="1195904" y="1572291"/>
                  </a:lnTo>
                  <a:lnTo>
                    <a:pt x="1194832" y="1573131"/>
                  </a:lnTo>
                  <a:lnTo>
                    <a:pt x="1193761" y="1573970"/>
                  </a:lnTo>
                  <a:lnTo>
                    <a:pt x="1192689" y="1574807"/>
                  </a:lnTo>
                  <a:lnTo>
                    <a:pt x="1191617" y="1575641"/>
                  </a:lnTo>
                  <a:lnTo>
                    <a:pt x="1190546" y="1576474"/>
                  </a:lnTo>
                  <a:lnTo>
                    <a:pt x="1189474" y="1577304"/>
                  </a:lnTo>
                  <a:lnTo>
                    <a:pt x="1188403" y="1578133"/>
                  </a:lnTo>
                  <a:lnTo>
                    <a:pt x="1187331" y="1578959"/>
                  </a:lnTo>
                  <a:lnTo>
                    <a:pt x="1186259" y="1579784"/>
                  </a:lnTo>
                  <a:lnTo>
                    <a:pt x="1185188" y="1580606"/>
                  </a:lnTo>
                  <a:lnTo>
                    <a:pt x="1184116" y="1581426"/>
                  </a:lnTo>
                  <a:lnTo>
                    <a:pt x="1183045" y="1582244"/>
                  </a:lnTo>
                  <a:lnTo>
                    <a:pt x="1181973" y="1583060"/>
                  </a:lnTo>
                  <a:lnTo>
                    <a:pt x="1180901" y="1583873"/>
                  </a:lnTo>
                  <a:lnTo>
                    <a:pt x="1179830" y="1584685"/>
                  </a:lnTo>
                  <a:lnTo>
                    <a:pt x="1178758" y="1585494"/>
                  </a:lnTo>
                  <a:lnTo>
                    <a:pt x="1177687" y="1586302"/>
                  </a:lnTo>
                  <a:lnTo>
                    <a:pt x="1176615" y="1587107"/>
                  </a:lnTo>
                  <a:lnTo>
                    <a:pt x="1175543" y="1587910"/>
                  </a:lnTo>
                  <a:lnTo>
                    <a:pt x="1174472" y="1588711"/>
                  </a:lnTo>
                  <a:lnTo>
                    <a:pt x="1173400" y="1589510"/>
                  </a:lnTo>
                  <a:lnTo>
                    <a:pt x="1172329" y="1590307"/>
                  </a:lnTo>
                  <a:lnTo>
                    <a:pt x="1171257" y="1591101"/>
                  </a:lnTo>
                  <a:lnTo>
                    <a:pt x="1170185" y="1591893"/>
                  </a:lnTo>
                  <a:lnTo>
                    <a:pt x="1169114" y="1592683"/>
                  </a:lnTo>
                  <a:lnTo>
                    <a:pt x="1168042" y="1593471"/>
                  </a:lnTo>
                  <a:lnTo>
                    <a:pt x="1166971" y="1594257"/>
                  </a:lnTo>
                  <a:lnTo>
                    <a:pt x="1165899" y="1595041"/>
                  </a:lnTo>
                  <a:lnTo>
                    <a:pt x="1164827" y="1595822"/>
                  </a:lnTo>
                  <a:lnTo>
                    <a:pt x="1163756" y="1596601"/>
                  </a:lnTo>
                  <a:lnTo>
                    <a:pt x="1162684" y="1597378"/>
                  </a:lnTo>
                  <a:lnTo>
                    <a:pt x="1161613" y="1598153"/>
                  </a:lnTo>
                  <a:lnTo>
                    <a:pt x="1160541" y="1598925"/>
                  </a:lnTo>
                  <a:lnTo>
                    <a:pt x="1159469" y="1599696"/>
                  </a:lnTo>
                  <a:lnTo>
                    <a:pt x="1158398" y="1600464"/>
                  </a:lnTo>
                  <a:lnTo>
                    <a:pt x="1157326" y="1601229"/>
                  </a:lnTo>
                  <a:lnTo>
                    <a:pt x="1156255" y="1601993"/>
                  </a:lnTo>
                  <a:lnTo>
                    <a:pt x="1155183" y="1602754"/>
                  </a:lnTo>
                  <a:lnTo>
                    <a:pt x="1154111" y="1603513"/>
                  </a:lnTo>
                  <a:lnTo>
                    <a:pt x="1153040" y="1604270"/>
                  </a:lnTo>
                  <a:lnTo>
                    <a:pt x="1151968" y="1605025"/>
                  </a:lnTo>
                  <a:lnTo>
                    <a:pt x="1150897" y="1605777"/>
                  </a:lnTo>
                  <a:lnTo>
                    <a:pt x="1149825" y="1606527"/>
                  </a:lnTo>
                  <a:lnTo>
                    <a:pt x="1148753" y="1607275"/>
                  </a:lnTo>
                  <a:lnTo>
                    <a:pt x="1147682" y="1608020"/>
                  </a:lnTo>
                  <a:lnTo>
                    <a:pt x="1146610" y="1608763"/>
                  </a:lnTo>
                  <a:lnTo>
                    <a:pt x="1145539" y="1609504"/>
                  </a:lnTo>
                  <a:lnTo>
                    <a:pt x="1144467" y="1610243"/>
                  </a:lnTo>
                  <a:lnTo>
                    <a:pt x="1143395" y="1610979"/>
                  </a:lnTo>
                  <a:lnTo>
                    <a:pt x="1142324" y="1611713"/>
                  </a:lnTo>
                  <a:lnTo>
                    <a:pt x="1141252" y="1612445"/>
                  </a:lnTo>
                  <a:lnTo>
                    <a:pt x="1140181" y="1613174"/>
                  </a:lnTo>
                  <a:lnTo>
                    <a:pt x="1139109" y="1613901"/>
                  </a:lnTo>
                  <a:lnTo>
                    <a:pt x="1138037" y="1614626"/>
                  </a:lnTo>
                  <a:lnTo>
                    <a:pt x="1136966" y="1615348"/>
                  </a:lnTo>
                  <a:lnTo>
                    <a:pt x="1135894" y="1616068"/>
                  </a:lnTo>
                  <a:lnTo>
                    <a:pt x="1134823" y="1616786"/>
                  </a:lnTo>
                  <a:lnTo>
                    <a:pt x="1133751" y="1617501"/>
                  </a:lnTo>
                  <a:lnTo>
                    <a:pt x="1132679" y="1618214"/>
                  </a:lnTo>
                  <a:lnTo>
                    <a:pt x="1131608" y="1618925"/>
                  </a:lnTo>
                  <a:lnTo>
                    <a:pt x="1130536" y="1619633"/>
                  </a:lnTo>
                  <a:lnTo>
                    <a:pt x="1129465" y="1620339"/>
                  </a:lnTo>
                  <a:lnTo>
                    <a:pt x="1128393" y="1621042"/>
                  </a:lnTo>
                  <a:lnTo>
                    <a:pt x="1127321" y="1621743"/>
                  </a:lnTo>
                  <a:lnTo>
                    <a:pt x="1126250" y="1622442"/>
                  </a:lnTo>
                  <a:lnTo>
                    <a:pt x="1125178" y="1623139"/>
                  </a:lnTo>
                  <a:lnTo>
                    <a:pt x="1124107" y="1623833"/>
                  </a:lnTo>
                  <a:lnTo>
                    <a:pt x="1123035" y="1624524"/>
                  </a:lnTo>
                  <a:lnTo>
                    <a:pt x="1121963" y="1625214"/>
                  </a:lnTo>
                  <a:lnTo>
                    <a:pt x="1120892" y="1625901"/>
                  </a:lnTo>
                  <a:lnTo>
                    <a:pt x="1119820" y="1626585"/>
                  </a:lnTo>
                  <a:lnTo>
                    <a:pt x="1118749" y="1627267"/>
                  </a:lnTo>
                  <a:lnTo>
                    <a:pt x="1117677" y="1627947"/>
                  </a:lnTo>
                  <a:lnTo>
                    <a:pt x="1116605" y="1628625"/>
                  </a:lnTo>
                  <a:lnTo>
                    <a:pt x="1115534" y="1629300"/>
                  </a:lnTo>
                  <a:lnTo>
                    <a:pt x="1114462" y="1629973"/>
                  </a:lnTo>
                  <a:lnTo>
                    <a:pt x="1113391" y="1630644"/>
                  </a:lnTo>
                  <a:lnTo>
                    <a:pt x="1112319" y="1631312"/>
                  </a:lnTo>
                  <a:lnTo>
                    <a:pt x="1111247" y="1631979"/>
                  </a:lnTo>
                  <a:lnTo>
                    <a:pt x="1110176" y="1632642"/>
                  </a:lnTo>
                  <a:lnTo>
                    <a:pt x="1109104" y="1633304"/>
                  </a:lnTo>
                  <a:lnTo>
                    <a:pt x="1108033" y="1633963"/>
                  </a:lnTo>
                  <a:lnTo>
                    <a:pt x="1106961" y="1634621"/>
                  </a:lnTo>
                  <a:lnTo>
                    <a:pt x="1105889" y="1635275"/>
                  </a:lnTo>
                  <a:lnTo>
                    <a:pt x="1104818" y="1635928"/>
                  </a:lnTo>
                  <a:lnTo>
                    <a:pt x="1103746" y="1636578"/>
                  </a:lnTo>
                  <a:lnTo>
                    <a:pt x="1102675" y="1637227"/>
                  </a:lnTo>
                  <a:lnTo>
                    <a:pt x="1101603" y="1637873"/>
                  </a:lnTo>
                  <a:lnTo>
                    <a:pt x="1100531" y="1638516"/>
                  </a:lnTo>
                  <a:lnTo>
                    <a:pt x="1099460" y="1639158"/>
                  </a:lnTo>
                  <a:lnTo>
                    <a:pt x="1098388" y="1639797"/>
                  </a:lnTo>
                  <a:lnTo>
                    <a:pt x="1097317" y="1640435"/>
                  </a:lnTo>
                  <a:lnTo>
                    <a:pt x="1096245" y="1641070"/>
                  </a:lnTo>
                  <a:lnTo>
                    <a:pt x="1095173" y="1641703"/>
                  </a:lnTo>
                  <a:lnTo>
                    <a:pt x="1094102" y="1642333"/>
                  </a:lnTo>
                  <a:lnTo>
                    <a:pt x="1093030" y="1642962"/>
                  </a:lnTo>
                  <a:lnTo>
                    <a:pt x="1091959" y="1643588"/>
                  </a:lnTo>
                  <a:lnTo>
                    <a:pt x="1090887" y="1644213"/>
                  </a:lnTo>
                  <a:lnTo>
                    <a:pt x="1089815" y="1644835"/>
                  </a:lnTo>
                  <a:lnTo>
                    <a:pt x="1088744" y="1645455"/>
                  </a:lnTo>
                  <a:lnTo>
                    <a:pt x="1087672" y="1646073"/>
                  </a:lnTo>
                  <a:lnTo>
                    <a:pt x="1086601" y="1646688"/>
                  </a:lnTo>
                  <a:lnTo>
                    <a:pt x="1085529" y="1647302"/>
                  </a:lnTo>
                  <a:lnTo>
                    <a:pt x="1084457" y="1647914"/>
                  </a:lnTo>
                  <a:lnTo>
                    <a:pt x="1083386" y="1648523"/>
                  </a:lnTo>
                  <a:lnTo>
                    <a:pt x="1082314" y="1649131"/>
                  </a:lnTo>
                  <a:lnTo>
                    <a:pt x="1081243" y="1649736"/>
                  </a:lnTo>
                  <a:lnTo>
                    <a:pt x="1080171" y="1650340"/>
                  </a:lnTo>
                  <a:lnTo>
                    <a:pt x="1079099" y="1650941"/>
                  </a:lnTo>
                  <a:lnTo>
                    <a:pt x="1078028" y="1651540"/>
                  </a:lnTo>
                  <a:lnTo>
                    <a:pt x="1076956" y="1652137"/>
                  </a:lnTo>
                  <a:lnTo>
                    <a:pt x="1075885" y="1652732"/>
                  </a:lnTo>
                  <a:lnTo>
                    <a:pt x="1074813" y="1653325"/>
                  </a:lnTo>
                  <a:lnTo>
                    <a:pt x="1073741" y="1653916"/>
                  </a:lnTo>
                  <a:lnTo>
                    <a:pt x="1072670" y="1654506"/>
                  </a:lnTo>
                  <a:lnTo>
                    <a:pt x="1071598" y="1655093"/>
                  </a:lnTo>
                  <a:lnTo>
                    <a:pt x="1070527" y="1655678"/>
                  </a:lnTo>
                  <a:lnTo>
                    <a:pt x="1069455" y="1656261"/>
                  </a:lnTo>
                  <a:lnTo>
                    <a:pt x="1068383" y="1656842"/>
                  </a:lnTo>
                  <a:lnTo>
                    <a:pt x="1067312" y="1657421"/>
                  </a:lnTo>
                  <a:lnTo>
                    <a:pt x="1066240" y="1657998"/>
                  </a:lnTo>
                  <a:lnTo>
                    <a:pt x="1065169" y="1658573"/>
                  </a:lnTo>
                  <a:lnTo>
                    <a:pt x="1064097" y="1659146"/>
                  </a:lnTo>
                  <a:lnTo>
                    <a:pt x="1063026" y="1659718"/>
                  </a:lnTo>
                  <a:lnTo>
                    <a:pt x="1061954" y="1660287"/>
                  </a:lnTo>
                  <a:lnTo>
                    <a:pt x="1060882" y="1660854"/>
                  </a:lnTo>
                  <a:lnTo>
                    <a:pt x="1059811" y="1661420"/>
                  </a:lnTo>
                  <a:lnTo>
                    <a:pt x="1058739" y="1661983"/>
                  </a:lnTo>
                  <a:lnTo>
                    <a:pt x="1057668" y="1662545"/>
                  </a:lnTo>
                  <a:lnTo>
                    <a:pt x="1056596" y="1663104"/>
                  </a:lnTo>
                  <a:lnTo>
                    <a:pt x="1055524" y="1663662"/>
                  </a:lnTo>
                  <a:lnTo>
                    <a:pt x="1054453" y="1664218"/>
                  </a:lnTo>
                  <a:lnTo>
                    <a:pt x="1053381" y="1664772"/>
                  </a:lnTo>
                  <a:lnTo>
                    <a:pt x="1052310" y="1665324"/>
                  </a:lnTo>
                  <a:lnTo>
                    <a:pt x="1051238" y="1665874"/>
                  </a:lnTo>
                  <a:lnTo>
                    <a:pt x="1050166" y="1666422"/>
                  </a:lnTo>
                  <a:lnTo>
                    <a:pt x="1049095" y="1666969"/>
                  </a:lnTo>
                  <a:lnTo>
                    <a:pt x="1048023" y="1667513"/>
                  </a:lnTo>
                  <a:lnTo>
                    <a:pt x="1046952" y="1668056"/>
                  </a:lnTo>
                  <a:lnTo>
                    <a:pt x="1045880" y="1668597"/>
                  </a:lnTo>
                  <a:lnTo>
                    <a:pt x="1044808" y="1669136"/>
                  </a:lnTo>
                  <a:lnTo>
                    <a:pt x="1043737" y="1669673"/>
                  </a:lnTo>
                  <a:lnTo>
                    <a:pt x="1042665" y="1670208"/>
                  </a:lnTo>
                  <a:lnTo>
                    <a:pt x="1041594" y="1670742"/>
                  </a:lnTo>
                  <a:lnTo>
                    <a:pt x="1040522" y="1671274"/>
                  </a:lnTo>
                  <a:lnTo>
                    <a:pt x="1039450" y="1671804"/>
                  </a:lnTo>
                  <a:lnTo>
                    <a:pt x="1038379" y="1672332"/>
                  </a:lnTo>
                  <a:lnTo>
                    <a:pt x="1037307" y="1672858"/>
                  </a:lnTo>
                  <a:lnTo>
                    <a:pt x="1036236" y="1673383"/>
                  </a:lnTo>
                  <a:lnTo>
                    <a:pt x="1035164" y="1673905"/>
                  </a:lnTo>
                  <a:lnTo>
                    <a:pt x="1034092" y="1674426"/>
                  </a:lnTo>
                  <a:lnTo>
                    <a:pt x="1033021" y="1674945"/>
                  </a:lnTo>
                  <a:lnTo>
                    <a:pt x="1031949" y="1675463"/>
                  </a:lnTo>
                  <a:lnTo>
                    <a:pt x="1030878" y="1675979"/>
                  </a:lnTo>
                  <a:lnTo>
                    <a:pt x="1029806" y="1676492"/>
                  </a:lnTo>
                  <a:lnTo>
                    <a:pt x="1028734" y="1677005"/>
                  </a:lnTo>
                  <a:lnTo>
                    <a:pt x="1027663" y="1677515"/>
                  </a:lnTo>
                  <a:lnTo>
                    <a:pt x="1026591" y="1678024"/>
                  </a:lnTo>
                  <a:lnTo>
                    <a:pt x="1025520" y="1678531"/>
                  </a:lnTo>
                  <a:lnTo>
                    <a:pt x="1024448" y="1679036"/>
                  </a:lnTo>
                  <a:lnTo>
                    <a:pt x="1023376" y="1679539"/>
                  </a:lnTo>
                  <a:lnTo>
                    <a:pt x="1022305" y="1680041"/>
                  </a:lnTo>
                  <a:lnTo>
                    <a:pt x="1021233" y="1680541"/>
                  </a:lnTo>
                  <a:lnTo>
                    <a:pt x="1020162" y="1681040"/>
                  </a:lnTo>
                  <a:lnTo>
                    <a:pt x="1019090" y="1681536"/>
                  </a:lnTo>
                  <a:lnTo>
                    <a:pt x="1018018" y="1682031"/>
                  </a:lnTo>
                  <a:lnTo>
                    <a:pt x="1016947" y="1682525"/>
                  </a:lnTo>
                  <a:lnTo>
                    <a:pt x="1015875" y="1683016"/>
                  </a:lnTo>
                  <a:lnTo>
                    <a:pt x="1014804" y="1683506"/>
                  </a:lnTo>
                  <a:lnTo>
                    <a:pt x="1013732" y="1683995"/>
                  </a:lnTo>
                  <a:lnTo>
                    <a:pt x="1012660" y="1684482"/>
                  </a:lnTo>
                  <a:lnTo>
                    <a:pt x="1011589" y="1684967"/>
                  </a:lnTo>
                  <a:lnTo>
                    <a:pt x="1010517" y="1685450"/>
                  </a:lnTo>
                  <a:lnTo>
                    <a:pt x="1009446" y="1685932"/>
                  </a:lnTo>
                  <a:lnTo>
                    <a:pt x="1008374" y="1686412"/>
                  </a:lnTo>
                  <a:lnTo>
                    <a:pt x="1007302" y="1686890"/>
                  </a:lnTo>
                  <a:lnTo>
                    <a:pt x="1006231" y="1687367"/>
                  </a:lnTo>
                  <a:lnTo>
                    <a:pt x="1005159" y="1687843"/>
                  </a:lnTo>
                  <a:lnTo>
                    <a:pt x="1004088" y="1688316"/>
                  </a:lnTo>
                  <a:lnTo>
                    <a:pt x="1003016" y="1688788"/>
                  </a:lnTo>
                  <a:lnTo>
                    <a:pt x="1001944" y="1689259"/>
                  </a:lnTo>
                  <a:lnTo>
                    <a:pt x="1000873" y="1689728"/>
                  </a:lnTo>
                  <a:lnTo>
                    <a:pt x="999801" y="1690195"/>
                  </a:lnTo>
                  <a:lnTo>
                    <a:pt x="998730" y="1690661"/>
                  </a:lnTo>
                  <a:lnTo>
                    <a:pt x="997658" y="1691125"/>
                  </a:lnTo>
                  <a:lnTo>
                    <a:pt x="996586" y="1691587"/>
                  </a:lnTo>
                  <a:lnTo>
                    <a:pt x="995515" y="1692048"/>
                  </a:lnTo>
                  <a:lnTo>
                    <a:pt x="994443" y="1692508"/>
                  </a:lnTo>
                  <a:lnTo>
                    <a:pt x="993372" y="1692966"/>
                  </a:lnTo>
                  <a:lnTo>
                    <a:pt x="992300" y="1693422"/>
                  </a:lnTo>
                  <a:lnTo>
                    <a:pt x="991228" y="1693877"/>
                  </a:lnTo>
                  <a:lnTo>
                    <a:pt x="990157" y="1694330"/>
                  </a:lnTo>
                  <a:lnTo>
                    <a:pt x="989085" y="1694782"/>
                  </a:lnTo>
                  <a:lnTo>
                    <a:pt x="988014" y="1695232"/>
                  </a:lnTo>
                  <a:lnTo>
                    <a:pt x="986942" y="1695681"/>
                  </a:lnTo>
                  <a:lnTo>
                    <a:pt x="985870" y="1696128"/>
                  </a:lnTo>
                  <a:lnTo>
                    <a:pt x="984799" y="1696574"/>
                  </a:lnTo>
                  <a:lnTo>
                    <a:pt x="983727" y="1697018"/>
                  </a:lnTo>
                  <a:lnTo>
                    <a:pt x="982656" y="1697461"/>
                  </a:lnTo>
                  <a:lnTo>
                    <a:pt x="981584" y="1697902"/>
                  </a:lnTo>
                  <a:lnTo>
                    <a:pt x="980512" y="1698342"/>
                  </a:lnTo>
                  <a:lnTo>
                    <a:pt x="979441" y="1698780"/>
                  </a:lnTo>
                  <a:lnTo>
                    <a:pt x="978369" y="1699217"/>
                  </a:lnTo>
                  <a:lnTo>
                    <a:pt x="977298" y="1699652"/>
                  </a:lnTo>
                  <a:lnTo>
                    <a:pt x="976226" y="1700086"/>
                  </a:lnTo>
                  <a:lnTo>
                    <a:pt x="975154" y="1700519"/>
                  </a:lnTo>
                  <a:lnTo>
                    <a:pt x="974083" y="1700949"/>
                  </a:lnTo>
                  <a:lnTo>
                    <a:pt x="973011" y="1701379"/>
                  </a:lnTo>
                  <a:lnTo>
                    <a:pt x="971940" y="1701807"/>
                  </a:lnTo>
                  <a:lnTo>
                    <a:pt x="970868" y="1702234"/>
                  </a:lnTo>
                  <a:lnTo>
                    <a:pt x="969796" y="1702659"/>
                  </a:lnTo>
                  <a:lnTo>
                    <a:pt x="968725" y="1703083"/>
                  </a:lnTo>
                  <a:lnTo>
                    <a:pt x="967653" y="1703505"/>
                  </a:lnTo>
                  <a:lnTo>
                    <a:pt x="966582" y="1703926"/>
                  </a:lnTo>
                  <a:lnTo>
                    <a:pt x="965510" y="1704346"/>
                  </a:lnTo>
                  <a:lnTo>
                    <a:pt x="964438" y="1704764"/>
                  </a:lnTo>
                  <a:lnTo>
                    <a:pt x="963367" y="1705181"/>
                  </a:lnTo>
                  <a:lnTo>
                    <a:pt x="962295" y="1705596"/>
                  </a:lnTo>
                  <a:lnTo>
                    <a:pt x="961224" y="1706010"/>
                  </a:lnTo>
                  <a:lnTo>
                    <a:pt x="960152" y="1706423"/>
                  </a:lnTo>
                  <a:lnTo>
                    <a:pt x="959080" y="1706834"/>
                  </a:lnTo>
                  <a:lnTo>
                    <a:pt x="958009" y="1707244"/>
                  </a:lnTo>
                  <a:lnTo>
                    <a:pt x="956937" y="1707653"/>
                  </a:lnTo>
                  <a:lnTo>
                    <a:pt x="955866" y="1708060"/>
                  </a:lnTo>
                  <a:lnTo>
                    <a:pt x="954794" y="1708466"/>
                  </a:lnTo>
                  <a:lnTo>
                    <a:pt x="953722" y="1708870"/>
                  </a:lnTo>
                  <a:lnTo>
                    <a:pt x="952651" y="1709274"/>
                  </a:lnTo>
                  <a:lnTo>
                    <a:pt x="951579" y="1709675"/>
                  </a:lnTo>
                  <a:lnTo>
                    <a:pt x="950508" y="1710076"/>
                  </a:lnTo>
                  <a:lnTo>
                    <a:pt x="949436" y="1710475"/>
                  </a:lnTo>
                  <a:lnTo>
                    <a:pt x="948364" y="1710873"/>
                  </a:lnTo>
                  <a:lnTo>
                    <a:pt x="947293" y="1711269"/>
                  </a:lnTo>
                  <a:lnTo>
                    <a:pt x="946221" y="1711665"/>
                  </a:lnTo>
                  <a:lnTo>
                    <a:pt x="945150" y="1712059"/>
                  </a:lnTo>
                  <a:lnTo>
                    <a:pt x="944078" y="1712451"/>
                  </a:lnTo>
                  <a:lnTo>
                    <a:pt x="943006" y="1712843"/>
                  </a:lnTo>
                  <a:lnTo>
                    <a:pt x="941935" y="1713233"/>
                  </a:lnTo>
                  <a:lnTo>
                    <a:pt x="940863" y="1713622"/>
                  </a:lnTo>
                  <a:lnTo>
                    <a:pt x="939792" y="1714009"/>
                  </a:lnTo>
                  <a:lnTo>
                    <a:pt x="938720" y="1714395"/>
                  </a:lnTo>
                  <a:lnTo>
                    <a:pt x="937648" y="1714780"/>
                  </a:lnTo>
                  <a:lnTo>
                    <a:pt x="936577" y="1715164"/>
                  </a:lnTo>
                  <a:lnTo>
                    <a:pt x="935505" y="1715546"/>
                  </a:lnTo>
                  <a:lnTo>
                    <a:pt x="934434" y="1715928"/>
                  </a:lnTo>
                  <a:lnTo>
                    <a:pt x="933362" y="1716308"/>
                  </a:lnTo>
                  <a:lnTo>
                    <a:pt x="932290" y="1716686"/>
                  </a:lnTo>
                  <a:lnTo>
                    <a:pt x="931219" y="1717064"/>
                  </a:lnTo>
                  <a:lnTo>
                    <a:pt x="930147" y="1717440"/>
                  </a:lnTo>
                  <a:lnTo>
                    <a:pt x="929076" y="1717815"/>
                  </a:lnTo>
                  <a:lnTo>
                    <a:pt x="928004" y="1718189"/>
                  </a:lnTo>
                  <a:lnTo>
                    <a:pt x="926932" y="1718562"/>
                  </a:lnTo>
                  <a:lnTo>
                    <a:pt x="925861" y="1718933"/>
                  </a:lnTo>
                  <a:lnTo>
                    <a:pt x="924789" y="1719303"/>
                  </a:lnTo>
                  <a:lnTo>
                    <a:pt x="923718" y="1719672"/>
                  </a:lnTo>
                  <a:lnTo>
                    <a:pt x="922646" y="1720040"/>
                  </a:lnTo>
                  <a:lnTo>
                    <a:pt x="921574" y="1720406"/>
                  </a:lnTo>
                  <a:lnTo>
                    <a:pt x="920503" y="1720772"/>
                  </a:lnTo>
                  <a:lnTo>
                    <a:pt x="919431" y="1721136"/>
                  </a:lnTo>
                  <a:lnTo>
                    <a:pt x="918360" y="1721499"/>
                  </a:lnTo>
                  <a:lnTo>
                    <a:pt x="917288" y="1721861"/>
                  </a:lnTo>
                  <a:lnTo>
                    <a:pt x="916216" y="1722222"/>
                  </a:lnTo>
                  <a:lnTo>
                    <a:pt x="915145" y="1722581"/>
                  </a:lnTo>
                  <a:lnTo>
                    <a:pt x="914073" y="1722940"/>
                  </a:lnTo>
                  <a:lnTo>
                    <a:pt x="913002" y="1723297"/>
                  </a:lnTo>
                  <a:lnTo>
                    <a:pt x="911930" y="1723653"/>
                  </a:lnTo>
                  <a:lnTo>
                    <a:pt x="910858" y="1724008"/>
                  </a:lnTo>
                  <a:lnTo>
                    <a:pt x="909787" y="1724362"/>
                  </a:lnTo>
                  <a:lnTo>
                    <a:pt x="908715" y="1724715"/>
                  </a:lnTo>
                  <a:lnTo>
                    <a:pt x="907644" y="1725067"/>
                  </a:lnTo>
                  <a:lnTo>
                    <a:pt x="906572" y="1725417"/>
                  </a:lnTo>
                  <a:lnTo>
                    <a:pt x="905500" y="1725766"/>
                  </a:lnTo>
                  <a:lnTo>
                    <a:pt x="904429" y="1726115"/>
                  </a:lnTo>
                  <a:lnTo>
                    <a:pt x="903357" y="1726462"/>
                  </a:lnTo>
                  <a:lnTo>
                    <a:pt x="902286" y="1726808"/>
                  </a:lnTo>
                  <a:lnTo>
                    <a:pt x="901214" y="1727153"/>
                  </a:lnTo>
                  <a:lnTo>
                    <a:pt x="900142" y="1727497"/>
                  </a:lnTo>
                  <a:lnTo>
                    <a:pt x="899071" y="1727840"/>
                  </a:lnTo>
                  <a:lnTo>
                    <a:pt x="897999" y="1728181"/>
                  </a:lnTo>
                  <a:lnTo>
                    <a:pt x="896928" y="1728522"/>
                  </a:lnTo>
                  <a:lnTo>
                    <a:pt x="895856" y="1728862"/>
                  </a:lnTo>
                  <a:lnTo>
                    <a:pt x="894784" y="1729200"/>
                  </a:lnTo>
                  <a:lnTo>
                    <a:pt x="893713" y="1729538"/>
                  </a:lnTo>
                  <a:lnTo>
                    <a:pt x="892641" y="1729874"/>
                  </a:lnTo>
                  <a:lnTo>
                    <a:pt x="891570" y="1730209"/>
                  </a:lnTo>
                  <a:lnTo>
                    <a:pt x="890498" y="1730544"/>
                  </a:lnTo>
                  <a:lnTo>
                    <a:pt x="889426" y="1730877"/>
                  </a:lnTo>
                  <a:lnTo>
                    <a:pt x="888355" y="1731209"/>
                  </a:lnTo>
                  <a:lnTo>
                    <a:pt x="887283" y="1731540"/>
                  </a:lnTo>
                  <a:lnTo>
                    <a:pt x="886212" y="1731871"/>
                  </a:lnTo>
                  <a:lnTo>
                    <a:pt x="885140" y="1732200"/>
                  </a:lnTo>
                  <a:lnTo>
                    <a:pt x="884069" y="1732528"/>
                  </a:lnTo>
                  <a:lnTo>
                    <a:pt x="882997" y="1732855"/>
                  </a:lnTo>
                  <a:lnTo>
                    <a:pt x="881925" y="1733181"/>
                  </a:lnTo>
                  <a:lnTo>
                    <a:pt x="880854" y="1733506"/>
                  </a:lnTo>
                  <a:lnTo>
                    <a:pt x="879782" y="1733830"/>
                  </a:lnTo>
                  <a:lnTo>
                    <a:pt x="878711" y="1734154"/>
                  </a:lnTo>
                  <a:lnTo>
                    <a:pt x="877639" y="1734476"/>
                  </a:lnTo>
                  <a:lnTo>
                    <a:pt x="876567" y="1734797"/>
                  </a:lnTo>
                  <a:lnTo>
                    <a:pt x="875496" y="1735117"/>
                  </a:lnTo>
                  <a:lnTo>
                    <a:pt x="874424" y="1735436"/>
                  </a:lnTo>
                  <a:lnTo>
                    <a:pt x="873353" y="1735755"/>
                  </a:lnTo>
                  <a:lnTo>
                    <a:pt x="872281" y="1736072"/>
                  </a:lnTo>
                  <a:lnTo>
                    <a:pt x="871209" y="1736388"/>
                  </a:lnTo>
                  <a:lnTo>
                    <a:pt x="870138" y="1736704"/>
                  </a:lnTo>
                  <a:lnTo>
                    <a:pt x="869066" y="1737018"/>
                  </a:lnTo>
                  <a:lnTo>
                    <a:pt x="867995" y="1737332"/>
                  </a:lnTo>
                  <a:lnTo>
                    <a:pt x="866923" y="1737644"/>
                  </a:lnTo>
                  <a:lnTo>
                    <a:pt x="865851" y="1737956"/>
                  </a:lnTo>
                  <a:lnTo>
                    <a:pt x="864780" y="1738266"/>
                  </a:lnTo>
                  <a:lnTo>
                    <a:pt x="863708" y="1738576"/>
                  </a:lnTo>
                  <a:lnTo>
                    <a:pt x="862637" y="1738885"/>
                  </a:lnTo>
                  <a:lnTo>
                    <a:pt x="861565" y="1739193"/>
                  </a:lnTo>
                  <a:lnTo>
                    <a:pt x="860493" y="1739500"/>
                  </a:lnTo>
                  <a:lnTo>
                    <a:pt x="859422" y="1739806"/>
                  </a:lnTo>
                  <a:lnTo>
                    <a:pt x="858350" y="1740111"/>
                  </a:lnTo>
                  <a:lnTo>
                    <a:pt x="857279" y="1740416"/>
                  </a:lnTo>
                  <a:lnTo>
                    <a:pt x="856207" y="1740719"/>
                  </a:lnTo>
                  <a:lnTo>
                    <a:pt x="855135" y="1741022"/>
                  </a:lnTo>
                  <a:lnTo>
                    <a:pt x="854064" y="1741323"/>
                  </a:lnTo>
                  <a:lnTo>
                    <a:pt x="852992" y="1741624"/>
                  </a:lnTo>
                  <a:lnTo>
                    <a:pt x="851921" y="1741924"/>
                  </a:lnTo>
                  <a:lnTo>
                    <a:pt x="850849" y="1742223"/>
                  </a:lnTo>
                  <a:lnTo>
                    <a:pt x="849777" y="1742521"/>
                  </a:lnTo>
                  <a:lnTo>
                    <a:pt x="848706" y="1742818"/>
                  </a:lnTo>
                  <a:lnTo>
                    <a:pt x="847634" y="1743115"/>
                  </a:lnTo>
                  <a:lnTo>
                    <a:pt x="846563" y="1743410"/>
                  </a:lnTo>
                  <a:lnTo>
                    <a:pt x="845491" y="1743705"/>
                  </a:lnTo>
                  <a:lnTo>
                    <a:pt x="844419" y="1743999"/>
                  </a:lnTo>
                  <a:lnTo>
                    <a:pt x="843348" y="1744292"/>
                  </a:lnTo>
                  <a:lnTo>
                    <a:pt x="842276" y="1744584"/>
                  </a:lnTo>
                  <a:lnTo>
                    <a:pt x="841205" y="1744876"/>
                  </a:lnTo>
                  <a:lnTo>
                    <a:pt x="840133" y="1745167"/>
                  </a:lnTo>
                  <a:lnTo>
                    <a:pt x="839061" y="1745456"/>
                  </a:lnTo>
                  <a:lnTo>
                    <a:pt x="837990" y="1745745"/>
                  </a:lnTo>
                  <a:lnTo>
                    <a:pt x="836918" y="1746033"/>
                  </a:lnTo>
                  <a:lnTo>
                    <a:pt x="835847" y="1746321"/>
                  </a:lnTo>
                  <a:lnTo>
                    <a:pt x="834775" y="1746607"/>
                  </a:lnTo>
                  <a:lnTo>
                    <a:pt x="833703" y="1746893"/>
                  </a:lnTo>
                  <a:lnTo>
                    <a:pt x="832632" y="1747178"/>
                  </a:lnTo>
                  <a:lnTo>
                    <a:pt x="831560" y="1747462"/>
                  </a:lnTo>
                  <a:lnTo>
                    <a:pt x="830489" y="1747746"/>
                  </a:lnTo>
                  <a:lnTo>
                    <a:pt x="829417" y="1748028"/>
                  </a:lnTo>
                  <a:lnTo>
                    <a:pt x="828345" y="1748310"/>
                  </a:lnTo>
                  <a:lnTo>
                    <a:pt x="827274" y="1748591"/>
                  </a:lnTo>
                  <a:lnTo>
                    <a:pt x="826202" y="1748871"/>
                  </a:lnTo>
                  <a:lnTo>
                    <a:pt x="825131" y="1749151"/>
                  </a:lnTo>
                  <a:lnTo>
                    <a:pt x="824059" y="1749430"/>
                  </a:lnTo>
                  <a:lnTo>
                    <a:pt x="822987" y="1749708"/>
                  </a:lnTo>
                  <a:lnTo>
                    <a:pt x="821916" y="1749985"/>
                  </a:lnTo>
                  <a:lnTo>
                    <a:pt x="820844" y="1750262"/>
                  </a:lnTo>
                  <a:lnTo>
                    <a:pt x="819773" y="1750538"/>
                  </a:lnTo>
                  <a:lnTo>
                    <a:pt x="818701" y="1750813"/>
                  </a:lnTo>
                  <a:lnTo>
                    <a:pt x="817629" y="1751087"/>
                  </a:lnTo>
                  <a:lnTo>
                    <a:pt x="816558" y="1751361"/>
                  </a:lnTo>
                  <a:lnTo>
                    <a:pt x="815486" y="1751634"/>
                  </a:lnTo>
                  <a:lnTo>
                    <a:pt x="814415" y="1751906"/>
                  </a:lnTo>
                  <a:lnTo>
                    <a:pt x="813343" y="1752177"/>
                  </a:lnTo>
                  <a:lnTo>
                    <a:pt x="812271" y="1752448"/>
                  </a:lnTo>
                  <a:lnTo>
                    <a:pt x="811200" y="1752718"/>
                  </a:lnTo>
                  <a:lnTo>
                    <a:pt x="810128" y="1752988"/>
                  </a:lnTo>
                  <a:lnTo>
                    <a:pt x="809057" y="1753256"/>
                  </a:lnTo>
                  <a:lnTo>
                    <a:pt x="807985" y="1753524"/>
                  </a:lnTo>
                  <a:lnTo>
                    <a:pt x="806913" y="1753792"/>
                  </a:lnTo>
                  <a:lnTo>
                    <a:pt x="805842" y="1754058"/>
                  </a:lnTo>
                  <a:lnTo>
                    <a:pt x="804770" y="1754324"/>
                  </a:lnTo>
                  <a:lnTo>
                    <a:pt x="803699" y="1754590"/>
                  </a:lnTo>
                  <a:lnTo>
                    <a:pt x="802627" y="1754854"/>
                  </a:lnTo>
                  <a:lnTo>
                    <a:pt x="801555" y="1755118"/>
                  </a:lnTo>
                  <a:lnTo>
                    <a:pt x="800484" y="1755382"/>
                  </a:lnTo>
                  <a:lnTo>
                    <a:pt x="799412" y="1755644"/>
                  </a:lnTo>
                  <a:lnTo>
                    <a:pt x="798341" y="1755906"/>
                  </a:lnTo>
                  <a:lnTo>
                    <a:pt x="797269" y="1756168"/>
                  </a:lnTo>
                  <a:lnTo>
                    <a:pt x="796197" y="1756428"/>
                  </a:lnTo>
                  <a:lnTo>
                    <a:pt x="795126" y="1756689"/>
                  </a:lnTo>
                  <a:lnTo>
                    <a:pt x="794054" y="1756948"/>
                  </a:lnTo>
                  <a:lnTo>
                    <a:pt x="792983" y="1757207"/>
                  </a:lnTo>
                  <a:lnTo>
                    <a:pt x="791911" y="1757465"/>
                  </a:lnTo>
                  <a:lnTo>
                    <a:pt x="790839" y="1757723"/>
                  </a:lnTo>
                  <a:lnTo>
                    <a:pt x="789768" y="1757980"/>
                  </a:lnTo>
                  <a:lnTo>
                    <a:pt x="788696" y="1758236"/>
                  </a:lnTo>
                  <a:lnTo>
                    <a:pt x="787625" y="1758492"/>
                  </a:lnTo>
                  <a:lnTo>
                    <a:pt x="786553" y="1758747"/>
                  </a:lnTo>
                  <a:lnTo>
                    <a:pt x="785481" y="1759002"/>
                  </a:lnTo>
                  <a:lnTo>
                    <a:pt x="784410" y="1759256"/>
                  </a:lnTo>
                  <a:lnTo>
                    <a:pt x="783338" y="1759509"/>
                  </a:lnTo>
                  <a:lnTo>
                    <a:pt x="782267" y="1759762"/>
                  </a:lnTo>
                  <a:lnTo>
                    <a:pt x="781195" y="1760014"/>
                  </a:lnTo>
                  <a:lnTo>
                    <a:pt x="780123" y="1760266"/>
                  </a:lnTo>
                  <a:lnTo>
                    <a:pt x="779052" y="1760517"/>
                  </a:lnTo>
                  <a:lnTo>
                    <a:pt x="777980" y="1760767"/>
                  </a:lnTo>
                  <a:lnTo>
                    <a:pt x="776909" y="1761017"/>
                  </a:lnTo>
                  <a:lnTo>
                    <a:pt x="775837" y="1761267"/>
                  </a:lnTo>
                  <a:lnTo>
                    <a:pt x="774765" y="1761516"/>
                  </a:lnTo>
                  <a:lnTo>
                    <a:pt x="773694" y="1761764"/>
                  </a:lnTo>
                  <a:lnTo>
                    <a:pt x="772622" y="1762012"/>
                  </a:lnTo>
                  <a:lnTo>
                    <a:pt x="771551" y="1762259"/>
                  </a:lnTo>
                  <a:lnTo>
                    <a:pt x="770479" y="1762506"/>
                  </a:lnTo>
                  <a:lnTo>
                    <a:pt x="769407" y="1762752"/>
                  </a:lnTo>
                  <a:lnTo>
                    <a:pt x="768336" y="1762997"/>
                  </a:lnTo>
                  <a:lnTo>
                    <a:pt x="767264" y="1763243"/>
                  </a:lnTo>
                  <a:lnTo>
                    <a:pt x="766193" y="1763487"/>
                  </a:lnTo>
                  <a:lnTo>
                    <a:pt x="765121" y="1763731"/>
                  </a:lnTo>
                  <a:lnTo>
                    <a:pt x="764049" y="1763975"/>
                  </a:lnTo>
                  <a:lnTo>
                    <a:pt x="762978" y="1764218"/>
                  </a:lnTo>
                  <a:lnTo>
                    <a:pt x="761906" y="1764460"/>
                  </a:lnTo>
                  <a:lnTo>
                    <a:pt x="760835" y="1764702"/>
                  </a:lnTo>
                  <a:lnTo>
                    <a:pt x="759763" y="1764944"/>
                  </a:lnTo>
                  <a:lnTo>
                    <a:pt x="758691" y="1765185"/>
                  </a:lnTo>
                  <a:lnTo>
                    <a:pt x="757620" y="1765426"/>
                  </a:lnTo>
                  <a:lnTo>
                    <a:pt x="756548" y="1765666"/>
                  </a:lnTo>
                  <a:lnTo>
                    <a:pt x="755477" y="1765905"/>
                  </a:lnTo>
                  <a:lnTo>
                    <a:pt x="754405" y="1766144"/>
                  </a:lnTo>
                  <a:lnTo>
                    <a:pt x="753333" y="1766383"/>
                  </a:lnTo>
                  <a:lnTo>
                    <a:pt x="752262" y="1766621"/>
                  </a:lnTo>
                  <a:lnTo>
                    <a:pt x="751190" y="1766859"/>
                  </a:lnTo>
                  <a:lnTo>
                    <a:pt x="750119" y="1767096"/>
                  </a:lnTo>
                  <a:lnTo>
                    <a:pt x="749047" y="1767333"/>
                  </a:lnTo>
                  <a:lnTo>
                    <a:pt x="747975" y="1767569"/>
                  </a:lnTo>
                  <a:lnTo>
                    <a:pt x="746904" y="1767805"/>
                  </a:lnTo>
                  <a:lnTo>
                    <a:pt x="745832" y="1768041"/>
                  </a:lnTo>
                  <a:lnTo>
                    <a:pt x="744761" y="1768276"/>
                  </a:lnTo>
                  <a:lnTo>
                    <a:pt x="743689" y="1768511"/>
                  </a:lnTo>
                  <a:lnTo>
                    <a:pt x="742617" y="1768745"/>
                  </a:lnTo>
                  <a:lnTo>
                    <a:pt x="741546" y="1768979"/>
                  </a:lnTo>
                  <a:lnTo>
                    <a:pt x="740474" y="1769212"/>
                  </a:lnTo>
                  <a:lnTo>
                    <a:pt x="739403" y="1769445"/>
                  </a:lnTo>
                  <a:lnTo>
                    <a:pt x="738331" y="1769677"/>
                  </a:lnTo>
                  <a:lnTo>
                    <a:pt x="737259" y="1769909"/>
                  </a:lnTo>
                  <a:lnTo>
                    <a:pt x="736188" y="1770141"/>
                  </a:lnTo>
                  <a:lnTo>
                    <a:pt x="735116" y="1770372"/>
                  </a:lnTo>
                  <a:lnTo>
                    <a:pt x="734045" y="1770603"/>
                  </a:lnTo>
                  <a:lnTo>
                    <a:pt x="732973" y="1770834"/>
                  </a:lnTo>
                  <a:lnTo>
                    <a:pt x="731901" y="1771064"/>
                  </a:lnTo>
                  <a:lnTo>
                    <a:pt x="730830" y="1771294"/>
                  </a:lnTo>
                  <a:lnTo>
                    <a:pt x="729758" y="1771523"/>
                  </a:lnTo>
                  <a:lnTo>
                    <a:pt x="728687" y="1771752"/>
                  </a:lnTo>
                  <a:lnTo>
                    <a:pt x="727615" y="1771981"/>
                  </a:lnTo>
                  <a:lnTo>
                    <a:pt x="726543" y="1772209"/>
                  </a:lnTo>
                  <a:lnTo>
                    <a:pt x="725472" y="1772437"/>
                  </a:lnTo>
                  <a:lnTo>
                    <a:pt x="724400" y="1772664"/>
                  </a:lnTo>
                  <a:lnTo>
                    <a:pt x="723329" y="1772891"/>
                  </a:lnTo>
                  <a:lnTo>
                    <a:pt x="722257" y="1773118"/>
                  </a:lnTo>
                  <a:lnTo>
                    <a:pt x="721185" y="1773344"/>
                  </a:lnTo>
                  <a:lnTo>
                    <a:pt x="720114" y="1773571"/>
                  </a:lnTo>
                  <a:lnTo>
                    <a:pt x="719042" y="1773796"/>
                  </a:lnTo>
                  <a:lnTo>
                    <a:pt x="717971" y="1774022"/>
                  </a:lnTo>
                  <a:lnTo>
                    <a:pt x="716899" y="1774247"/>
                  </a:lnTo>
                  <a:lnTo>
                    <a:pt x="715827" y="1774471"/>
                  </a:lnTo>
                  <a:lnTo>
                    <a:pt x="714756" y="1774696"/>
                  </a:lnTo>
                  <a:lnTo>
                    <a:pt x="713684" y="1774920"/>
                  </a:lnTo>
                  <a:lnTo>
                    <a:pt x="712613" y="1775144"/>
                  </a:lnTo>
                  <a:lnTo>
                    <a:pt x="711541" y="1775367"/>
                  </a:lnTo>
                  <a:lnTo>
                    <a:pt x="710469" y="1775590"/>
                  </a:lnTo>
                  <a:lnTo>
                    <a:pt x="709398" y="1775813"/>
                  </a:lnTo>
                  <a:lnTo>
                    <a:pt x="708326" y="1776036"/>
                  </a:lnTo>
                  <a:lnTo>
                    <a:pt x="707255" y="1776258"/>
                  </a:lnTo>
                  <a:lnTo>
                    <a:pt x="706183" y="1776480"/>
                  </a:lnTo>
                  <a:lnTo>
                    <a:pt x="705112" y="1776701"/>
                  </a:lnTo>
                  <a:lnTo>
                    <a:pt x="704040" y="1776923"/>
                  </a:lnTo>
                  <a:lnTo>
                    <a:pt x="702968" y="1777144"/>
                  </a:lnTo>
                  <a:lnTo>
                    <a:pt x="701897" y="1777365"/>
                  </a:lnTo>
                  <a:lnTo>
                    <a:pt x="700825" y="1777585"/>
                  </a:lnTo>
                  <a:lnTo>
                    <a:pt x="699754" y="1777805"/>
                  </a:lnTo>
                  <a:lnTo>
                    <a:pt x="698682" y="1778025"/>
                  </a:lnTo>
                  <a:lnTo>
                    <a:pt x="697610" y="1778245"/>
                  </a:lnTo>
                  <a:lnTo>
                    <a:pt x="696539" y="1778464"/>
                  </a:lnTo>
                  <a:lnTo>
                    <a:pt x="695467" y="1778683"/>
                  </a:lnTo>
                  <a:lnTo>
                    <a:pt x="694396" y="1778902"/>
                  </a:lnTo>
                  <a:lnTo>
                    <a:pt x="693324" y="1779121"/>
                  </a:lnTo>
                  <a:lnTo>
                    <a:pt x="692252" y="1779339"/>
                  </a:lnTo>
                  <a:lnTo>
                    <a:pt x="691181" y="1779557"/>
                  </a:lnTo>
                  <a:lnTo>
                    <a:pt x="690109" y="1779775"/>
                  </a:lnTo>
                  <a:lnTo>
                    <a:pt x="689038" y="1779993"/>
                  </a:lnTo>
                  <a:lnTo>
                    <a:pt x="687966" y="1780210"/>
                  </a:lnTo>
                  <a:lnTo>
                    <a:pt x="686894" y="1780428"/>
                  </a:lnTo>
                  <a:lnTo>
                    <a:pt x="685823" y="1780645"/>
                  </a:lnTo>
                  <a:lnTo>
                    <a:pt x="684751" y="1780861"/>
                  </a:lnTo>
                  <a:lnTo>
                    <a:pt x="683680" y="1781078"/>
                  </a:lnTo>
                  <a:lnTo>
                    <a:pt x="682608" y="1781294"/>
                  </a:lnTo>
                  <a:lnTo>
                    <a:pt x="681536" y="1781510"/>
                  </a:lnTo>
                  <a:lnTo>
                    <a:pt x="680465" y="1781726"/>
                  </a:lnTo>
                  <a:lnTo>
                    <a:pt x="679393" y="1781942"/>
                  </a:lnTo>
                  <a:lnTo>
                    <a:pt x="678322" y="1782157"/>
                  </a:lnTo>
                  <a:lnTo>
                    <a:pt x="677250" y="1782372"/>
                  </a:lnTo>
                  <a:lnTo>
                    <a:pt x="676178" y="1782587"/>
                  </a:lnTo>
                  <a:lnTo>
                    <a:pt x="675107" y="1782802"/>
                  </a:lnTo>
                  <a:lnTo>
                    <a:pt x="674035" y="1783017"/>
                  </a:lnTo>
                  <a:lnTo>
                    <a:pt x="672964" y="1783231"/>
                  </a:lnTo>
                  <a:lnTo>
                    <a:pt x="671892" y="1783446"/>
                  </a:lnTo>
                  <a:lnTo>
                    <a:pt x="670820" y="1783660"/>
                  </a:lnTo>
                  <a:lnTo>
                    <a:pt x="669749" y="1783874"/>
                  </a:lnTo>
                  <a:lnTo>
                    <a:pt x="668677" y="1784088"/>
                  </a:lnTo>
                  <a:lnTo>
                    <a:pt x="667606" y="1784301"/>
                  </a:lnTo>
                  <a:lnTo>
                    <a:pt x="666534" y="1784515"/>
                  </a:lnTo>
                  <a:lnTo>
                    <a:pt x="665462" y="1784728"/>
                  </a:lnTo>
                  <a:lnTo>
                    <a:pt x="664391" y="1784941"/>
                  </a:lnTo>
                  <a:lnTo>
                    <a:pt x="663319" y="1785154"/>
                  </a:lnTo>
                  <a:lnTo>
                    <a:pt x="662248" y="1785367"/>
                  </a:lnTo>
                  <a:lnTo>
                    <a:pt x="661176" y="1785579"/>
                  </a:lnTo>
                  <a:lnTo>
                    <a:pt x="660104" y="1785792"/>
                  </a:lnTo>
                  <a:lnTo>
                    <a:pt x="659033" y="1786004"/>
                  </a:lnTo>
                  <a:lnTo>
                    <a:pt x="657961" y="1786216"/>
                  </a:lnTo>
                  <a:lnTo>
                    <a:pt x="656890" y="1786428"/>
                  </a:lnTo>
                  <a:lnTo>
                    <a:pt x="655818" y="1786640"/>
                  </a:lnTo>
                  <a:lnTo>
                    <a:pt x="654746" y="1786852"/>
                  </a:lnTo>
                  <a:lnTo>
                    <a:pt x="653675" y="1787064"/>
                  </a:lnTo>
                  <a:lnTo>
                    <a:pt x="652603" y="1787275"/>
                  </a:lnTo>
                  <a:lnTo>
                    <a:pt x="651532" y="1787487"/>
                  </a:lnTo>
                  <a:lnTo>
                    <a:pt x="650460" y="1787698"/>
                  </a:lnTo>
                  <a:lnTo>
                    <a:pt x="649388" y="1787909"/>
                  </a:lnTo>
                  <a:lnTo>
                    <a:pt x="648317" y="1788120"/>
                  </a:lnTo>
                  <a:lnTo>
                    <a:pt x="647245" y="1788331"/>
                  </a:lnTo>
                  <a:lnTo>
                    <a:pt x="646174" y="1788542"/>
                  </a:lnTo>
                  <a:lnTo>
                    <a:pt x="645102" y="1788753"/>
                  </a:lnTo>
                  <a:lnTo>
                    <a:pt x="644030" y="1788964"/>
                  </a:lnTo>
                  <a:lnTo>
                    <a:pt x="642959" y="1789174"/>
                  </a:lnTo>
                  <a:lnTo>
                    <a:pt x="641887" y="1789385"/>
                  </a:lnTo>
                  <a:lnTo>
                    <a:pt x="640816" y="1789595"/>
                  </a:lnTo>
                  <a:lnTo>
                    <a:pt x="639744" y="1789805"/>
                  </a:lnTo>
                  <a:lnTo>
                    <a:pt x="638672" y="1790015"/>
                  </a:lnTo>
                  <a:lnTo>
                    <a:pt x="637601" y="1790225"/>
                  </a:lnTo>
                  <a:lnTo>
                    <a:pt x="636529" y="1790435"/>
                  </a:lnTo>
                  <a:lnTo>
                    <a:pt x="635458" y="1790645"/>
                  </a:lnTo>
                  <a:lnTo>
                    <a:pt x="634386" y="1790855"/>
                  </a:lnTo>
                  <a:lnTo>
                    <a:pt x="633314" y="1791065"/>
                  </a:lnTo>
                  <a:lnTo>
                    <a:pt x="632243" y="1791275"/>
                  </a:lnTo>
                  <a:lnTo>
                    <a:pt x="631171" y="1791484"/>
                  </a:lnTo>
                  <a:lnTo>
                    <a:pt x="630100" y="1791694"/>
                  </a:lnTo>
                  <a:lnTo>
                    <a:pt x="629028" y="1791904"/>
                  </a:lnTo>
                  <a:lnTo>
                    <a:pt x="627956" y="1792113"/>
                  </a:lnTo>
                  <a:lnTo>
                    <a:pt x="626885" y="1792322"/>
                  </a:lnTo>
                  <a:lnTo>
                    <a:pt x="625813" y="1792532"/>
                  </a:lnTo>
                  <a:lnTo>
                    <a:pt x="624742" y="1792741"/>
                  </a:lnTo>
                  <a:lnTo>
                    <a:pt x="623670" y="1792950"/>
                  </a:lnTo>
                  <a:lnTo>
                    <a:pt x="622598" y="1793160"/>
                  </a:lnTo>
                  <a:lnTo>
                    <a:pt x="621527" y="1793369"/>
                  </a:lnTo>
                  <a:lnTo>
                    <a:pt x="620455" y="1793578"/>
                  </a:lnTo>
                  <a:lnTo>
                    <a:pt x="619384" y="1793787"/>
                  </a:lnTo>
                  <a:lnTo>
                    <a:pt x="618312" y="1793996"/>
                  </a:lnTo>
                  <a:lnTo>
                    <a:pt x="617240" y="1794205"/>
                  </a:lnTo>
                  <a:lnTo>
                    <a:pt x="616169" y="1794414"/>
                  </a:lnTo>
                  <a:lnTo>
                    <a:pt x="615097" y="1794623"/>
                  </a:lnTo>
                  <a:lnTo>
                    <a:pt x="614026" y="1794832"/>
                  </a:lnTo>
                  <a:lnTo>
                    <a:pt x="612954" y="1795041"/>
                  </a:lnTo>
                  <a:lnTo>
                    <a:pt x="611882" y="1795250"/>
                  </a:lnTo>
                  <a:lnTo>
                    <a:pt x="610811" y="1795459"/>
                  </a:lnTo>
                  <a:lnTo>
                    <a:pt x="609739" y="1795668"/>
                  </a:lnTo>
                  <a:lnTo>
                    <a:pt x="608668" y="1795877"/>
                  </a:lnTo>
                  <a:lnTo>
                    <a:pt x="607596" y="1796086"/>
                  </a:lnTo>
                  <a:lnTo>
                    <a:pt x="606524" y="1796295"/>
                  </a:lnTo>
                  <a:lnTo>
                    <a:pt x="605453" y="1796503"/>
                  </a:lnTo>
                  <a:lnTo>
                    <a:pt x="604381" y="1796712"/>
                  </a:lnTo>
                  <a:lnTo>
                    <a:pt x="603310" y="1796921"/>
                  </a:lnTo>
                  <a:lnTo>
                    <a:pt x="602238" y="1797130"/>
                  </a:lnTo>
                  <a:lnTo>
                    <a:pt x="601166" y="1797339"/>
                  </a:lnTo>
                  <a:lnTo>
                    <a:pt x="600095" y="1797548"/>
                  </a:lnTo>
                  <a:lnTo>
                    <a:pt x="599023" y="1797757"/>
                  </a:lnTo>
                  <a:lnTo>
                    <a:pt x="597952" y="1797966"/>
                  </a:lnTo>
                  <a:lnTo>
                    <a:pt x="596880" y="1798175"/>
                  </a:lnTo>
                  <a:lnTo>
                    <a:pt x="595808" y="1798384"/>
                  </a:lnTo>
                  <a:lnTo>
                    <a:pt x="594737" y="1798593"/>
                  </a:lnTo>
                  <a:lnTo>
                    <a:pt x="593665" y="1798802"/>
                  </a:lnTo>
                  <a:lnTo>
                    <a:pt x="592594" y="1799011"/>
                  </a:lnTo>
                  <a:lnTo>
                    <a:pt x="591522" y="1799220"/>
                  </a:lnTo>
                  <a:lnTo>
                    <a:pt x="590450" y="1799429"/>
                  </a:lnTo>
                  <a:lnTo>
                    <a:pt x="589379" y="1799638"/>
                  </a:lnTo>
                  <a:lnTo>
                    <a:pt x="588307" y="1799847"/>
                  </a:lnTo>
                  <a:lnTo>
                    <a:pt x="587236" y="1800056"/>
                  </a:lnTo>
                  <a:lnTo>
                    <a:pt x="586164" y="1800265"/>
                  </a:lnTo>
                  <a:lnTo>
                    <a:pt x="585092" y="1800475"/>
                  </a:lnTo>
                  <a:lnTo>
                    <a:pt x="584021" y="1800684"/>
                  </a:lnTo>
                  <a:lnTo>
                    <a:pt x="582949" y="1800893"/>
                  </a:lnTo>
                  <a:lnTo>
                    <a:pt x="581878" y="1801103"/>
                  </a:lnTo>
                  <a:lnTo>
                    <a:pt x="580806" y="1801312"/>
                  </a:lnTo>
                  <a:lnTo>
                    <a:pt x="579734" y="1801522"/>
                  </a:lnTo>
                  <a:lnTo>
                    <a:pt x="578663" y="1801731"/>
                  </a:lnTo>
                  <a:lnTo>
                    <a:pt x="577591" y="1801941"/>
                  </a:lnTo>
                  <a:lnTo>
                    <a:pt x="576520" y="1802150"/>
                  </a:lnTo>
                  <a:lnTo>
                    <a:pt x="575448" y="1802360"/>
                  </a:lnTo>
                  <a:lnTo>
                    <a:pt x="574376" y="1802570"/>
                  </a:lnTo>
                  <a:lnTo>
                    <a:pt x="573305" y="1802780"/>
                  </a:lnTo>
                  <a:lnTo>
                    <a:pt x="572233" y="1802990"/>
                  </a:lnTo>
                  <a:lnTo>
                    <a:pt x="571162" y="1803200"/>
                  </a:lnTo>
                  <a:lnTo>
                    <a:pt x="570090" y="1803410"/>
                  </a:lnTo>
                  <a:lnTo>
                    <a:pt x="569018" y="1803620"/>
                  </a:lnTo>
                  <a:lnTo>
                    <a:pt x="567947" y="1803830"/>
                  </a:lnTo>
                  <a:lnTo>
                    <a:pt x="566875" y="1804040"/>
                  </a:lnTo>
                  <a:lnTo>
                    <a:pt x="565804" y="1804251"/>
                  </a:lnTo>
                  <a:lnTo>
                    <a:pt x="564732" y="1804461"/>
                  </a:lnTo>
                  <a:lnTo>
                    <a:pt x="563660" y="1804672"/>
                  </a:lnTo>
                  <a:lnTo>
                    <a:pt x="562589" y="1804882"/>
                  </a:lnTo>
                  <a:lnTo>
                    <a:pt x="561517" y="1805093"/>
                  </a:lnTo>
                  <a:lnTo>
                    <a:pt x="560446" y="1805304"/>
                  </a:lnTo>
                  <a:lnTo>
                    <a:pt x="559374" y="1805514"/>
                  </a:lnTo>
                  <a:lnTo>
                    <a:pt x="558302" y="1805725"/>
                  </a:lnTo>
                  <a:lnTo>
                    <a:pt x="557231" y="1805936"/>
                  </a:lnTo>
                  <a:lnTo>
                    <a:pt x="556159" y="1806147"/>
                  </a:lnTo>
                  <a:lnTo>
                    <a:pt x="555088" y="1806359"/>
                  </a:lnTo>
                  <a:lnTo>
                    <a:pt x="554016" y="1806570"/>
                  </a:lnTo>
                  <a:lnTo>
                    <a:pt x="552944" y="1806781"/>
                  </a:lnTo>
                  <a:lnTo>
                    <a:pt x="551873" y="1806993"/>
                  </a:lnTo>
                  <a:lnTo>
                    <a:pt x="550801" y="1807204"/>
                  </a:lnTo>
                  <a:lnTo>
                    <a:pt x="549730" y="1807416"/>
                  </a:lnTo>
                  <a:lnTo>
                    <a:pt x="548658" y="1807628"/>
                  </a:lnTo>
                  <a:lnTo>
                    <a:pt x="547586" y="1807840"/>
                  </a:lnTo>
                  <a:lnTo>
                    <a:pt x="546515" y="1808052"/>
                  </a:lnTo>
                  <a:lnTo>
                    <a:pt x="545443" y="1808264"/>
                  </a:lnTo>
                  <a:lnTo>
                    <a:pt x="544372" y="1808476"/>
                  </a:lnTo>
                  <a:lnTo>
                    <a:pt x="543300" y="1808688"/>
                  </a:lnTo>
                  <a:lnTo>
                    <a:pt x="542228" y="1808901"/>
                  </a:lnTo>
                  <a:lnTo>
                    <a:pt x="541157" y="1809113"/>
                  </a:lnTo>
                  <a:lnTo>
                    <a:pt x="540085" y="1809326"/>
                  </a:lnTo>
                  <a:lnTo>
                    <a:pt x="539014" y="1809539"/>
                  </a:lnTo>
                  <a:lnTo>
                    <a:pt x="537942" y="1809752"/>
                  </a:lnTo>
                  <a:lnTo>
                    <a:pt x="536870" y="1809965"/>
                  </a:lnTo>
                  <a:lnTo>
                    <a:pt x="535799" y="1810178"/>
                  </a:lnTo>
                  <a:lnTo>
                    <a:pt x="534727" y="1810391"/>
                  </a:lnTo>
                  <a:lnTo>
                    <a:pt x="533656" y="1810605"/>
                  </a:lnTo>
                  <a:lnTo>
                    <a:pt x="532584" y="1810818"/>
                  </a:lnTo>
                  <a:lnTo>
                    <a:pt x="531513" y="1811032"/>
                  </a:lnTo>
                  <a:lnTo>
                    <a:pt x="530441" y="1811246"/>
                  </a:lnTo>
                  <a:lnTo>
                    <a:pt x="529369" y="1811459"/>
                  </a:lnTo>
                  <a:lnTo>
                    <a:pt x="528298" y="1811673"/>
                  </a:lnTo>
                  <a:lnTo>
                    <a:pt x="527226" y="1811888"/>
                  </a:lnTo>
                  <a:lnTo>
                    <a:pt x="526155" y="1812102"/>
                  </a:lnTo>
                  <a:lnTo>
                    <a:pt x="525083" y="1812316"/>
                  </a:lnTo>
                  <a:lnTo>
                    <a:pt x="524011" y="1812531"/>
                  </a:lnTo>
                  <a:lnTo>
                    <a:pt x="522940" y="1812746"/>
                  </a:lnTo>
                  <a:lnTo>
                    <a:pt x="521868" y="1812960"/>
                  </a:lnTo>
                  <a:lnTo>
                    <a:pt x="520797" y="1813175"/>
                  </a:lnTo>
                  <a:lnTo>
                    <a:pt x="519725" y="1813391"/>
                  </a:lnTo>
                  <a:lnTo>
                    <a:pt x="518653" y="1813606"/>
                  </a:lnTo>
                  <a:lnTo>
                    <a:pt x="517582" y="1813821"/>
                  </a:lnTo>
                  <a:lnTo>
                    <a:pt x="516510" y="1814037"/>
                  </a:lnTo>
                  <a:lnTo>
                    <a:pt x="515439" y="1814252"/>
                  </a:lnTo>
                  <a:lnTo>
                    <a:pt x="514367" y="1814468"/>
                  </a:lnTo>
                  <a:lnTo>
                    <a:pt x="513295" y="1814684"/>
                  </a:lnTo>
                  <a:lnTo>
                    <a:pt x="512224" y="1814900"/>
                  </a:lnTo>
                  <a:lnTo>
                    <a:pt x="511152" y="1815117"/>
                  </a:lnTo>
                  <a:lnTo>
                    <a:pt x="510081" y="1815333"/>
                  </a:lnTo>
                  <a:lnTo>
                    <a:pt x="509009" y="1815550"/>
                  </a:lnTo>
                  <a:lnTo>
                    <a:pt x="507937" y="1815766"/>
                  </a:lnTo>
                  <a:lnTo>
                    <a:pt x="506866" y="1815983"/>
                  </a:lnTo>
                  <a:lnTo>
                    <a:pt x="505794" y="1816200"/>
                  </a:lnTo>
                  <a:lnTo>
                    <a:pt x="504723" y="1816417"/>
                  </a:lnTo>
                  <a:lnTo>
                    <a:pt x="503651" y="1816635"/>
                  </a:lnTo>
                  <a:lnTo>
                    <a:pt x="502579" y="1816852"/>
                  </a:lnTo>
                  <a:lnTo>
                    <a:pt x="501508" y="1817070"/>
                  </a:lnTo>
                  <a:lnTo>
                    <a:pt x="500436" y="1817288"/>
                  </a:lnTo>
                  <a:lnTo>
                    <a:pt x="499365" y="1817506"/>
                  </a:lnTo>
                  <a:lnTo>
                    <a:pt x="498293" y="1817724"/>
                  </a:lnTo>
                  <a:lnTo>
                    <a:pt x="497221" y="1817942"/>
                  </a:lnTo>
                  <a:lnTo>
                    <a:pt x="496150" y="1818161"/>
                  </a:lnTo>
                  <a:lnTo>
                    <a:pt x="495078" y="1818379"/>
                  </a:lnTo>
                  <a:lnTo>
                    <a:pt x="494007" y="1818598"/>
                  </a:lnTo>
                  <a:lnTo>
                    <a:pt x="492935" y="1818817"/>
                  </a:lnTo>
                  <a:lnTo>
                    <a:pt x="491863" y="1819036"/>
                  </a:lnTo>
                  <a:lnTo>
                    <a:pt x="490792" y="1819255"/>
                  </a:lnTo>
                  <a:lnTo>
                    <a:pt x="489720" y="1819475"/>
                  </a:lnTo>
                  <a:lnTo>
                    <a:pt x="488649" y="1819694"/>
                  </a:lnTo>
                  <a:lnTo>
                    <a:pt x="487577" y="1819914"/>
                  </a:lnTo>
                  <a:lnTo>
                    <a:pt x="486505" y="1820134"/>
                  </a:lnTo>
                  <a:lnTo>
                    <a:pt x="485434" y="1820354"/>
                  </a:lnTo>
                  <a:lnTo>
                    <a:pt x="484362" y="1820574"/>
                  </a:lnTo>
                  <a:lnTo>
                    <a:pt x="483291" y="1820795"/>
                  </a:lnTo>
                  <a:lnTo>
                    <a:pt x="482219" y="1821015"/>
                  </a:lnTo>
                  <a:lnTo>
                    <a:pt x="481147" y="1821236"/>
                  </a:lnTo>
                  <a:lnTo>
                    <a:pt x="480076" y="1821457"/>
                  </a:lnTo>
                  <a:lnTo>
                    <a:pt x="479004" y="1821678"/>
                  </a:lnTo>
                  <a:lnTo>
                    <a:pt x="477933" y="1821899"/>
                  </a:lnTo>
                  <a:lnTo>
                    <a:pt x="476861" y="1822121"/>
                  </a:lnTo>
                  <a:lnTo>
                    <a:pt x="475789" y="1822343"/>
                  </a:lnTo>
                  <a:lnTo>
                    <a:pt x="474718" y="1822564"/>
                  </a:lnTo>
                  <a:lnTo>
                    <a:pt x="473646" y="1822786"/>
                  </a:lnTo>
                  <a:lnTo>
                    <a:pt x="472575" y="1823009"/>
                  </a:lnTo>
                  <a:lnTo>
                    <a:pt x="471503" y="1823231"/>
                  </a:lnTo>
                  <a:lnTo>
                    <a:pt x="470431" y="1823453"/>
                  </a:lnTo>
                  <a:lnTo>
                    <a:pt x="469360" y="1823676"/>
                  </a:lnTo>
                  <a:lnTo>
                    <a:pt x="468288" y="1823899"/>
                  </a:lnTo>
                  <a:lnTo>
                    <a:pt x="467217" y="1824122"/>
                  </a:lnTo>
                  <a:lnTo>
                    <a:pt x="466145" y="1824345"/>
                  </a:lnTo>
                  <a:lnTo>
                    <a:pt x="465073" y="1824569"/>
                  </a:lnTo>
                  <a:lnTo>
                    <a:pt x="464002" y="1824792"/>
                  </a:lnTo>
                  <a:lnTo>
                    <a:pt x="462930" y="1825016"/>
                  </a:lnTo>
                  <a:lnTo>
                    <a:pt x="461859" y="1825240"/>
                  </a:lnTo>
                  <a:lnTo>
                    <a:pt x="460787" y="1825464"/>
                  </a:lnTo>
                  <a:lnTo>
                    <a:pt x="459715" y="1825688"/>
                  </a:lnTo>
                  <a:lnTo>
                    <a:pt x="458644" y="1825913"/>
                  </a:lnTo>
                  <a:lnTo>
                    <a:pt x="457572" y="1826138"/>
                  </a:lnTo>
                  <a:lnTo>
                    <a:pt x="456501" y="1826363"/>
                  </a:lnTo>
                  <a:lnTo>
                    <a:pt x="455429" y="1826588"/>
                  </a:lnTo>
                  <a:lnTo>
                    <a:pt x="454357" y="1826813"/>
                  </a:lnTo>
                  <a:lnTo>
                    <a:pt x="453286" y="1827038"/>
                  </a:lnTo>
                  <a:lnTo>
                    <a:pt x="452214" y="1827264"/>
                  </a:lnTo>
                  <a:lnTo>
                    <a:pt x="451143" y="1827490"/>
                  </a:lnTo>
                  <a:lnTo>
                    <a:pt x="450071" y="1827716"/>
                  </a:lnTo>
                  <a:lnTo>
                    <a:pt x="448999" y="1827942"/>
                  </a:lnTo>
                  <a:lnTo>
                    <a:pt x="447928" y="1828168"/>
                  </a:lnTo>
                  <a:lnTo>
                    <a:pt x="446856" y="1828395"/>
                  </a:lnTo>
                  <a:lnTo>
                    <a:pt x="445785" y="1828621"/>
                  </a:lnTo>
                  <a:lnTo>
                    <a:pt x="444713" y="1828848"/>
                  </a:lnTo>
                  <a:lnTo>
                    <a:pt x="443641" y="1829075"/>
                  </a:lnTo>
                  <a:lnTo>
                    <a:pt x="442570" y="1829303"/>
                  </a:lnTo>
                  <a:lnTo>
                    <a:pt x="441498" y="1829530"/>
                  </a:lnTo>
                  <a:lnTo>
                    <a:pt x="440427" y="1829758"/>
                  </a:lnTo>
                  <a:lnTo>
                    <a:pt x="439355" y="1829985"/>
                  </a:lnTo>
                  <a:lnTo>
                    <a:pt x="438283" y="1830214"/>
                  </a:lnTo>
                  <a:lnTo>
                    <a:pt x="437212" y="1830442"/>
                  </a:lnTo>
                  <a:lnTo>
                    <a:pt x="436140" y="1830670"/>
                  </a:lnTo>
                  <a:lnTo>
                    <a:pt x="435069" y="1830899"/>
                  </a:lnTo>
                  <a:lnTo>
                    <a:pt x="433997" y="1831127"/>
                  </a:lnTo>
                  <a:lnTo>
                    <a:pt x="432925" y="1831356"/>
                  </a:lnTo>
                  <a:lnTo>
                    <a:pt x="431854" y="1831586"/>
                  </a:lnTo>
                  <a:lnTo>
                    <a:pt x="430782" y="1831815"/>
                  </a:lnTo>
                  <a:lnTo>
                    <a:pt x="429711" y="1832044"/>
                  </a:lnTo>
                  <a:lnTo>
                    <a:pt x="428639" y="1832274"/>
                  </a:lnTo>
                  <a:lnTo>
                    <a:pt x="427567" y="1832504"/>
                  </a:lnTo>
                  <a:lnTo>
                    <a:pt x="426496" y="1832734"/>
                  </a:lnTo>
                  <a:lnTo>
                    <a:pt x="425424" y="1832964"/>
                  </a:lnTo>
                  <a:lnTo>
                    <a:pt x="424353" y="1833195"/>
                  </a:lnTo>
                  <a:lnTo>
                    <a:pt x="423281" y="1833426"/>
                  </a:lnTo>
                  <a:lnTo>
                    <a:pt x="422209" y="1833656"/>
                  </a:lnTo>
                  <a:lnTo>
                    <a:pt x="421138" y="1833888"/>
                  </a:lnTo>
                  <a:lnTo>
                    <a:pt x="420066" y="1834119"/>
                  </a:lnTo>
                  <a:lnTo>
                    <a:pt x="418995" y="1834350"/>
                  </a:lnTo>
                  <a:lnTo>
                    <a:pt x="417923" y="1834582"/>
                  </a:lnTo>
                  <a:lnTo>
                    <a:pt x="416851" y="1834814"/>
                  </a:lnTo>
                  <a:lnTo>
                    <a:pt x="415780" y="1835046"/>
                  </a:lnTo>
                  <a:lnTo>
                    <a:pt x="414708" y="1835278"/>
                  </a:lnTo>
                  <a:lnTo>
                    <a:pt x="413637" y="1835510"/>
                  </a:lnTo>
                  <a:lnTo>
                    <a:pt x="412565" y="1835743"/>
                  </a:lnTo>
                  <a:lnTo>
                    <a:pt x="411493" y="1835975"/>
                  </a:lnTo>
                  <a:lnTo>
                    <a:pt x="410422" y="1836208"/>
                  </a:lnTo>
                  <a:lnTo>
                    <a:pt x="409350" y="1836442"/>
                  </a:lnTo>
                  <a:lnTo>
                    <a:pt x="408279" y="1836675"/>
                  </a:lnTo>
                  <a:lnTo>
                    <a:pt x="407207" y="1836908"/>
                  </a:lnTo>
                  <a:lnTo>
                    <a:pt x="406135" y="1837142"/>
                  </a:lnTo>
                  <a:lnTo>
                    <a:pt x="405064" y="1837376"/>
                  </a:lnTo>
                  <a:lnTo>
                    <a:pt x="403992" y="1837610"/>
                  </a:lnTo>
                  <a:lnTo>
                    <a:pt x="402921" y="1837844"/>
                  </a:lnTo>
                  <a:lnTo>
                    <a:pt x="401849" y="1838079"/>
                  </a:lnTo>
                  <a:lnTo>
                    <a:pt x="400777" y="1838314"/>
                  </a:lnTo>
                  <a:lnTo>
                    <a:pt x="399706" y="1838548"/>
                  </a:lnTo>
                  <a:lnTo>
                    <a:pt x="398634" y="1838783"/>
                  </a:lnTo>
                  <a:lnTo>
                    <a:pt x="397563" y="1839019"/>
                  </a:lnTo>
                  <a:lnTo>
                    <a:pt x="396491" y="1839254"/>
                  </a:lnTo>
                  <a:lnTo>
                    <a:pt x="395419" y="1839490"/>
                  </a:lnTo>
                  <a:lnTo>
                    <a:pt x="394348" y="1839726"/>
                  </a:lnTo>
                  <a:lnTo>
                    <a:pt x="393276" y="1839961"/>
                  </a:lnTo>
                  <a:lnTo>
                    <a:pt x="392205" y="1840198"/>
                  </a:lnTo>
                  <a:lnTo>
                    <a:pt x="391133" y="1840434"/>
                  </a:lnTo>
                  <a:lnTo>
                    <a:pt x="390061" y="1840671"/>
                  </a:lnTo>
                  <a:lnTo>
                    <a:pt x="388990" y="1840907"/>
                  </a:lnTo>
                  <a:lnTo>
                    <a:pt x="387918" y="1841144"/>
                  </a:lnTo>
                  <a:lnTo>
                    <a:pt x="386847" y="1841381"/>
                  </a:lnTo>
                  <a:lnTo>
                    <a:pt x="385775" y="1841618"/>
                  </a:lnTo>
                  <a:lnTo>
                    <a:pt x="384703" y="1841856"/>
                  </a:lnTo>
                  <a:lnTo>
                    <a:pt x="383632" y="1842093"/>
                  </a:lnTo>
                  <a:lnTo>
                    <a:pt x="382560" y="1842331"/>
                  </a:lnTo>
                  <a:lnTo>
                    <a:pt x="381489" y="1842569"/>
                  </a:lnTo>
                  <a:lnTo>
                    <a:pt x="380417" y="1842807"/>
                  </a:lnTo>
                  <a:lnTo>
                    <a:pt x="379345" y="1843045"/>
                  </a:lnTo>
                  <a:lnTo>
                    <a:pt x="378274" y="1843284"/>
                  </a:lnTo>
                  <a:lnTo>
                    <a:pt x="377202" y="1843522"/>
                  </a:lnTo>
                  <a:lnTo>
                    <a:pt x="376131" y="1843761"/>
                  </a:lnTo>
                  <a:lnTo>
                    <a:pt x="375059" y="1844000"/>
                  </a:lnTo>
                  <a:lnTo>
                    <a:pt x="373987" y="1844239"/>
                  </a:lnTo>
                  <a:lnTo>
                    <a:pt x="372916" y="1844478"/>
                  </a:lnTo>
                  <a:lnTo>
                    <a:pt x="371844" y="1844718"/>
                  </a:lnTo>
                  <a:lnTo>
                    <a:pt x="370773" y="1844957"/>
                  </a:lnTo>
                  <a:lnTo>
                    <a:pt x="369701" y="1845197"/>
                  </a:lnTo>
                  <a:lnTo>
                    <a:pt x="368629" y="1845437"/>
                  </a:lnTo>
                  <a:lnTo>
                    <a:pt x="367558" y="1845677"/>
                  </a:lnTo>
                  <a:lnTo>
                    <a:pt x="366486" y="1845917"/>
                  </a:lnTo>
                  <a:lnTo>
                    <a:pt x="365415" y="1846158"/>
                  </a:lnTo>
                  <a:lnTo>
                    <a:pt x="364343" y="1846398"/>
                  </a:lnTo>
                  <a:lnTo>
                    <a:pt x="363271" y="1846639"/>
                  </a:lnTo>
                  <a:lnTo>
                    <a:pt x="362200" y="1846880"/>
                  </a:lnTo>
                  <a:lnTo>
                    <a:pt x="361128" y="1847121"/>
                  </a:lnTo>
                  <a:lnTo>
                    <a:pt x="360057" y="1847362"/>
                  </a:lnTo>
                  <a:lnTo>
                    <a:pt x="358985" y="1847603"/>
                  </a:lnTo>
                  <a:lnTo>
                    <a:pt x="357913" y="1847844"/>
                  </a:lnTo>
                  <a:lnTo>
                    <a:pt x="356842" y="1848086"/>
                  </a:lnTo>
                  <a:lnTo>
                    <a:pt x="355770" y="1848327"/>
                  </a:lnTo>
                  <a:lnTo>
                    <a:pt x="354699" y="1848569"/>
                  </a:lnTo>
                  <a:lnTo>
                    <a:pt x="353627" y="1848811"/>
                  </a:lnTo>
                  <a:lnTo>
                    <a:pt x="352556" y="1849053"/>
                  </a:lnTo>
                  <a:lnTo>
                    <a:pt x="351484" y="1849296"/>
                  </a:lnTo>
                  <a:lnTo>
                    <a:pt x="350412" y="1849538"/>
                  </a:lnTo>
                  <a:lnTo>
                    <a:pt x="349341" y="1849780"/>
                  </a:lnTo>
                  <a:lnTo>
                    <a:pt x="348269" y="1850023"/>
                  </a:lnTo>
                  <a:lnTo>
                    <a:pt x="347198" y="1850266"/>
                  </a:lnTo>
                  <a:lnTo>
                    <a:pt x="346126" y="1850509"/>
                  </a:lnTo>
                  <a:lnTo>
                    <a:pt x="345054" y="1850752"/>
                  </a:lnTo>
                  <a:lnTo>
                    <a:pt x="343983" y="1850995"/>
                  </a:lnTo>
                  <a:lnTo>
                    <a:pt x="342911" y="1851238"/>
                  </a:lnTo>
                  <a:lnTo>
                    <a:pt x="341840" y="1851482"/>
                  </a:lnTo>
                  <a:lnTo>
                    <a:pt x="340768" y="1851725"/>
                  </a:lnTo>
                  <a:lnTo>
                    <a:pt x="339696" y="1851969"/>
                  </a:lnTo>
                  <a:lnTo>
                    <a:pt x="338625" y="1852213"/>
                  </a:lnTo>
                  <a:lnTo>
                    <a:pt x="337553" y="1852457"/>
                  </a:lnTo>
                  <a:lnTo>
                    <a:pt x="336482" y="1852701"/>
                  </a:lnTo>
                  <a:lnTo>
                    <a:pt x="335410" y="1852945"/>
                  </a:lnTo>
                  <a:lnTo>
                    <a:pt x="334338" y="1853189"/>
                  </a:lnTo>
                  <a:lnTo>
                    <a:pt x="333267" y="1853434"/>
                  </a:lnTo>
                  <a:lnTo>
                    <a:pt x="332195" y="1853678"/>
                  </a:lnTo>
                  <a:lnTo>
                    <a:pt x="331124" y="1853923"/>
                  </a:lnTo>
                  <a:lnTo>
                    <a:pt x="330052" y="1854168"/>
                  </a:lnTo>
                  <a:lnTo>
                    <a:pt x="328980" y="1854413"/>
                  </a:lnTo>
                  <a:lnTo>
                    <a:pt x="327909" y="1854658"/>
                  </a:lnTo>
                  <a:lnTo>
                    <a:pt x="326837" y="1854903"/>
                  </a:lnTo>
                  <a:lnTo>
                    <a:pt x="325766" y="1855148"/>
                  </a:lnTo>
                  <a:lnTo>
                    <a:pt x="324694" y="1855393"/>
                  </a:lnTo>
                  <a:lnTo>
                    <a:pt x="323622" y="1855639"/>
                  </a:lnTo>
                  <a:lnTo>
                    <a:pt x="322551" y="1855884"/>
                  </a:lnTo>
                  <a:lnTo>
                    <a:pt x="321479" y="1856130"/>
                  </a:lnTo>
                  <a:lnTo>
                    <a:pt x="320408" y="1856376"/>
                  </a:lnTo>
                  <a:lnTo>
                    <a:pt x="319336" y="1856622"/>
                  </a:lnTo>
                  <a:lnTo>
                    <a:pt x="318264" y="1856868"/>
                  </a:lnTo>
                  <a:lnTo>
                    <a:pt x="317193" y="1857114"/>
                  </a:lnTo>
                  <a:lnTo>
                    <a:pt x="316121" y="1857360"/>
                  </a:lnTo>
                  <a:lnTo>
                    <a:pt x="315050" y="1857606"/>
                  </a:lnTo>
                  <a:lnTo>
                    <a:pt x="313978" y="1857853"/>
                  </a:lnTo>
                  <a:lnTo>
                    <a:pt x="312906" y="1858099"/>
                  </a:lnTo>
                  <a:lnTo>
                    <a:pt x="311835" y="1858346"/>
                  </a:lnTo>
                  <a:lnTo>
                    <a:pt x="310763" y="1858593"/>
                  </a:lnTo>
                  <a:lnTo>
                    <a:pt x="309692" y="1858840"/>
                  </a:lnTo>
                  <a:lnTo>
                    <a:pt x="308620" y="1859086"/>
                  </a:lnTo>
                  <a:lnTo>
                    <a:pt x="307548" y="1859333"/>
                  </a:lnTo>
                  <a:lnTo>
                    <a:pt x="306477" y="1859581"/>
                  </a:lnTo>
                  <a:lnTo>
                    <a:pt x="305405" y="1859828"/>
                  </a:lnTo>
                  <a:lnTo>
                    <a:pt x="304334" y="1860075"/>
                  </a:lnTo>
                  <a:lnTo>
                    <a:pt x="303262" y="1860323"/>
                  </a:lnTo>
                  <a:lnTo>
                    <a:pt x="302190" y="1860570"/>
                  </a:lnTo>
                  <a:lnTo>
                    <a:pt x="301119" y="1860818"/>
                  </a:lnTo>
                  <a:lnTo>
                    <a:pt x="300047" y="1861065"/>
                  </a:lnTo>
                  <a:lnTo>
                    <a:pt x="298976" y="1861313"/>
                  </a:lnTo>
                  <a:lnTo>
                    <a:pt x="297904" y="1861561"/>
                  </a:lnTo>
                  <a:lnTo>
                    <a:pt x="296832" y="1861809"/>
                  </a:lnTo>
                  <a:lnTo>
                    <a:pt x="295761" y="1862057"/>
                  </a:lnTo>
                  <a:lnTo>
                    <a:pt x="294689" y="1862305"/>
                  </a:lnTo>
                  <a:lnTo>
                    <a:pt x="293618" y="1862553"/>
                  </a:lnTo>
                  <a:lnTo>
                    <a:pt x="292546" y="1862801"/>
                  </a:lnTo>
                  <a:lnTo>
                    <a:pt x="291474" y="1863050"/>
                  </a:lnTo>
                  <a:lnTo>
                    <a:pt x="290403" y="1863298"/>
                  </a:lnTo>
                  <a:lnTo>
                    <a:pt x="289331" y="1863547"/>
                  </a:lnTo>
                  <a:lnTo>
                    <a:pt x="288260" y="1863795"/>
                  </a:lnTo>
                  <a:lnTo>
                    <a:pt x="287188" y="1864044"/>
                  </a:lnTo>
                  <a:lnTo>
                    <a:pt x="286116" y="1864293"/>
                  </a:lnTo>
                  <a:lnTo>
                    <a:pt x="285045" y="1864542"/>
                  </a:lnTo>
                  <a:lnTo>
                    <a:pt x="283973" y="1864790"/>
                  </a:lnTo>
                  <a:lnTo>
                    <a:pt x="282902" y="1865039"/>
                  </a:lnTo>
                  <a:lnTo>
                    <a:pt x="281830" y="1865288"/>
                  </a:lnTo>
                  <a:lnTo>
                    <a:pt x="280758" y="1865538"/>
                  </a:lnTo>
                  <a:lnTo>
                    <a:pt x="279687" y="1865787"/>
                  </a:lnTo>
                  <a:lnTo>
                    <a:pt x="278615" y="1866036"/>
                  </a:lnTo>
                  <a:lnTo>
                    <a:pt x="277544" y="1866285"/>
                  </a:lnTo>
                  <a:lnTo>
                    <a:pt x="276472" y="1866535"/>
                  </a:lnTo>
                  <a:lnTo>
                    <a:pt x="275400" y="1866784"/>
                  </a:lnTo>
                  <a:lnTo>
                    <a:pt x="274329" y="1867034"/>
                  </a:lnTo>
                  <a:lnTo>
                    <a:pt x="273257" y="1867284"/>
                  </a:lnTo>
                  <a:lnTo>
                    <a:pt x="272186" y="1867533"/>
                  </a:lnTo>
                  <a:lnTo>
                    <a:pt x="271114" y="1867783"/>
                  </a:lnTo>
                  <a:lnTo>
                    <a:pt x="270042" y="1868033"/>
                  </a:lnTo>
                  <a:lnTo>
                    <a:pt x="268971" y="1868283"/>
                  </a:lnTo>
                  <a:lnTo>
                    <a:pt x="267899" y="1868533"/>
                  </a:lnTo>
                  <a:lnTo>
                    <a:pt x="266828" y="1868783"/>
                  </a:lnTo>
                  <a:lnTo>
                    <a:pt x="265756" y="1869033"/>
                  </a:lnTo>
                  <a:lnTo>
                    <a:pt x="264684" y="1869283"/>
                  </a:lnTo>
                  <a:lnTo>
                    <a:pt x="263613" y="1869533"/>
                  </a:lnTo>
                  <a:lnTo>
                    <a:pt x="262541" y="1869783"/>
                  </a:lnTo>
                  <a:lnTo>
                    <a:pt x="261470" y="1870034"/>
                  </a:lnTo>
                  <a:lnTo>
                    <a:pt x="260398" y="1870284"/>
                  </a:lnTo>
                  <a:lnTo>
                    <a:pt x="259326" y="1870535"/>
                  </a:lnTo>
                  <a:lnTo>
                    <a:pt x="258255" y="1870785"/>
                  </a:lnTo>
                  <a:lnTo>
                    <a:pt x="257183" y="1871036"/>
                  </a:lnTo>
                  <a:lnTo>
                    <a:pt x="256112" y="1871286"/>
                  </a:lnTo>
                  <a:lnTo>
                    <a:pt x="255040" y="1871537"/>
                  </a:lnTo>
                  <a:lnTo>
                    <a:pt x="253968" y="1871788"/>
                  </a:lnTo>
                  <a:lnTo>
                    <a:pt x="252897" y="1872038"/>
                  </a:lnTo>
                  <a:lnTo>
                    <a:pt x="251825" y="1872289"/>
                  </a:lnTo>
                  <a:lnTo>
                    <a:pt x="250754" y="1872540"/>
                  </a:lnTo>
                  <a:lnTo>
                    <a:pt x="249682" y="1872791"/>
                  </a:lnTo>
                  <a:lnTo>
                    <a:pt x="248610" y="1873042"/>
                  </a:lnTo>
                  <a:lnTo>
                    <a:pt x="247539" y="1873293"/>
                  </a:lnTo>
                  <a:lnTo>
                    <a:pt x="246467" y="1873544"/>
                  </a:lnTo>
                  <a:lnTo>
                    <a:pt x="245396" y="1873795"/>
                  </a:lnTo>
                  <a:lnTo>
                    <a:pt x="244324" y="1874047"/>
                  </a:lnTo>
                  <a:lnTo>
                    <a:pt x="243252" y="1874298"/>
                  </a:lnTo>
                  <a:lnTo>
                    <a:pt x="242181" y="1874549"/>
                  </a:lnTo>
                  <a:lnTo>
                    <a:pt x="241109" y="1874800"/>
                  </a:lnTo>
                  <a:lnTo>
                    <a:pt x="240038" y="1875052"/>
                  </a:lnTo>
                  <a:lnTo>
                    <a:pt x="238966" y="1875303"/>
                  </a:lnTo>
                  <a:lnTo>
                    <a:pt x="237894" y="1875555"/>
                  </a:lnTo>
                  <a:lnTo>
                    <a:pt x="236823" y="1875806"/>
                  </a:lnTo>
                  <a:lnTo>
                    <a:pt x="235751" y="1876058"/>
                  </a:lnTo>
                  <a:lnTo>
                    <a:pt x="234680" y="1876309"/>
                  </a:lnTo>
                  <a:lnTo>
                    <a:pt x="233608" y="1876561"/>
                  </a:lnTo>
                  <a:lnTo>
                    <a:pt x="232536" y="1876812"/>
                  </a:lnTo>
                  <a:lnTo>
                    <a:pt x="231465" y="1877064"/>
                  </a:lnTo>
                  <a:lnTo>
                    <a:pt x="230393" y="1877316"/>
                  </a:lnTo>
                  <a:lnTo>
                    <a:pt x="229322" y="1877568"/>
                  </a:lnTo>
                  <a:lnTo>
                    <a:pt x="228250" y="1877820"/>
                  </a:lnTo>
                  <a:lnTo>
                    <a:pt x="227178" y="1878071"/>
                  </a:lnTo>
                  <a:lnTo>
                    <a:pt x="226107" y="1878323"/>
                  </a:lnTo>
                  <a:lnTo>
                    <a:pt x="225035" y="1878575"/>
                  </a:lnTo>
                  <a:lnTo>
                    <a:pt x="223964" y="1878827"/>
                  </a:lnTo>
                  <a:lnTo>
                    <a:pt x="222892" y="1879079"/>
                  </a:lnTo>
                  <a:lnTo>
                    <a:pt x="221820" y="1879331"/>
                  </a:lnTo>
                  <a:lnTo>
                    <a:pt x="220749" y="1879583"/>
                  </a:lnTo>
                  <a:lnTo>
                    <a:pt x="219677" y="1879835"/>
                  </a:lnTo>
                  <a:lnTo>
                    <a:pt x="218606" y="1880087"/>
                  </a:lnTo>
                  <a:lnTo>
                    <a:pt x="217534" y="1880339"/>
                  </a:lnTo>
                  <a:lnTo>
                    <a:pt x="216462" y="1880592"/>
                  </a:lnTo>
                  <a:lnTo>
                    <a:pt x="215391" y="1880844"/>
                  </a:lnTo>
                  <a:lnTo>
                    <a:pt x="214319" y="1881096"/>
                  </a:lnTo>
                  <a:lnTo>
                    <a:pt x="213248" y="1881348"/>
                  </a:lnTo>
                  <a:lnTo>
                    <a:pt x="212176" y="1881601"/>
                  </a:lnTo>
                  <a:lnTo>
                    <a:pt x="211104" y="1881853"/>
                  </a:lnTo>
                  <a:lnTo>
                    <a:pt x="210033" y="1882105"/>
                  </a:lnTo>
                  <a:lnTo>
                    <a:pt x="208961" y="1882358"/>
                  </a:lnTo>
                  <a:lnTo>
                    <a:pt x="207890" y="1882610"/>
                  </a:lnTo>
                  <a:lnTo>
                    <a:pt x="206818" y="1882862"/>
                  </a:lnTo>
                  <a:lnTo>
                    <a:pt x="205746" y="1883115"/>
                  </a:lnTo>
                  <a:lnTo>
                    <a:pt x="204675" y="1883367"/>
                  </a:lnTo>
                  <a:lnTo>
                    <a:pt x="203603" y="1883620"/>
                  </a:lnTo>
                  <a:lnTo>
                    <a:pt x="202532" y="1883872"/>
                  </a:lnTo>
                  <a:lnTo>
                    <a:pt x="201460" y="1884125"/>
                  </a:lnTo>
                  <a:lnTo>
                    <a:pt x="200388" y="1884377"/>
                  </a:lnTo>
                  <a:lnTo>
                    <a:pt x="199317" y="1884630"/>
                  </a:lnTo>
                  <a:lnTo>
                    <a:pt x="198245" y="1884883"/>
                  </a:lnTo>
                  <a:lnTo>
                    <a:pt x="197174" y="1885135"/>
                  </a:lnTo>
                  <a:lnTo>
                    <a:pt x="196102" y="1885388"/>
                  </a:lnTo>
                  <a:lnTo>
                    <a:pt x="195030" y="1885640"/>
                  </a:lnTo>
                  <a:lnTo>
                    <a:pt x="193959" y="1885893"/>
                  </a:lnTo>
                  <a:lnTo>
                    <a:pt x="192887" y="1886146"/>
                  </a:lnTo>
                  <a:lnTo>
                    <a:pt x="191816" y="1886398"/>
                  </a:lnTo>
                  <a:lnTo>
                    <a:pt x="190744" y="1886651"/>
                  </a:lnTo>
                  <a:lnTo>
                    <a:pt x="189672" y="1886904"/>
                  </a:lnTo>
                  <a:lnTo>
                    <a:pt x="188601" y="1887157"/>
                  </a:lnTo>
                  <a:lnTo>
                    <a:pt x="187529" y="1887409"/>
                  </a:lnTo>
                  <a:lnTo>
                    <a:pt x="186458" y="1887662"/>
                  </a:lnTo>
                  <a:lnTo>
                    <a:pt x="185386" y="1887915"/>
                  </a:lnTo>
                  <a:lnTo>
                    <a:pt x="184314" y="1888168"/>
                  </a:lnTo>
                  <a:lnTo>
                    <a:pt x="183243" y="1888420"/>
                  </a:lnTo>
                  <a:lnTo>
                    <a:pt x="182171" y="1888673"/>
                  </a:lnTo>
                  <a:lnTo>
                    <a:pt x="181100" y="1888926"/>
                  </a:lnTo>
                  <a:lnTo>
                    <a:pt x="180028" y="1889179"/>
                  </a:lnTo>
                  <a:lnTo>
                    <a:pt x="178956" y="1889432"/>
                  </a:lnTo>
                  <a:lnTo>
                    <a:pt x="177885" y="1889685"/>
                  </a:lnTo>
                  <a:lnTo>
                    <a:pt x="176813" y="1889937"/>
                  </a:lnTo>
                  <a:lnTo>
                    <a:pt x="175742" y="1890190"/>
                  </a:lnTo>
                  <a:lnTo>
                    <a:pt x="174670" y="1890443"/>
                  </a:lnTo>
                  <a:lnTo>
                    <a:pt x="173599" y="1890696"/>
                  </a:lnTo>
                  <a:lnTo>
                    <a:pt x="172527" y="1890949"/>
                  </a:lnTo>
                  <a:lnTo>
                    <a:pt x="171455" y="1891202"/>
                  </a:lnTo>
                  <a:lnTo>
                    <a:pt x="170384" y="1891455"/>
                  </a:lnTo>
                  <a:lnTo>
                    <a:pt x="169312" y="1891707"/>
                  </a:lnTo>
                  <a:lnTo>
                    <a:pt x="168241" y="1891960"/>
                  </a:lnTo>
                  <a:lnTo>
                    <a:pt x="167169" y="1892213"/>
                  </a:lnTo>
                  <a:lnTo>
                    <a:pt x="166097" y="1892466"/>
                  </a:lnTo>
                  <a:lnTo>
                    <a:pt x="165026" y="1892719"/>
                  </a:lnTo>
                  <a:lnTo>
                    <a:pt x="163954" y="1892972"/>
                  </a:lnTo>
                  <a:lnTo>
                    <a:pt x="162883" y="1893225"/>
                  </a:lnTo>
                  <a:lnTo>
                    <a:pt x="161811" y="1893478"/>
                  </a:lnTo>
                  <a:lnTo>
                    <a:pt x="160739" y="1893731"/>
                  </a:lnTo>
                  <a:lnTo>
                    <a:pt x="159668" y="1893984"/>
                  </a:lnTo>
                  <a:lnTo>
                    <a:pt x="158596" y="1894237"/>
                  </a:lnTo>
                  <a:lnTo>
                    <a:pt x="157525" y="1894489"/>
                  </a:lnTo>
                  <a:lnTo>
                    <a:pt x="156453" y="1894742"/>
                  </a:lnTo>
                  <a:lnTo>
                    <a:pt x="155381" y="1894995"/>
                  </a:lnTo>
                  <a:lnTo>
                    <a:pt x="154310" y="1895248"/>
                  </a:lnTo>
                  <a:lnTo>
                    <a:pt x="153238" y="1895501"/>
                  </a:lnTo>
                  <a:lnTo>
                    <a:pt x="152167" y="1895754"/>
                  </a:lnTo>
                  <a:lnTo>
                    <a:pt x="151095" y="1896007"/>
                  </a:lnTo>
                  <a:lnTo>
                    <a:pt x="150023" y="1896260"/>
                  </a:lnTo>
                  <a:lnTo>
                    <a:pt x="148952" y="1896513"/>
                  </a:lnTo>
                  <a:lnTo>
                    <a:pt x="147880" y="1896765"/>
                  </a:lnTo>
                  <a:lnTo>
                    <a:pt x="146809" y="1897018"/>
                  </a:lnTo>
                  <a:lnTo>
                    <a:pt x="145737" y="1897271"/>
                  </a:lnTo>
                  <a:lnTo>
                    <a:pt x="144665" y="1897524"/>
                  </a:lnTo>
                  <a:lnTo>
                    <a:pt x="143594" y="1897777"/>
                  </a:lnTo>
                  <a:lnTo>
                    <a:pt x="142522" y="1898030"/>
                  </a:lnTo>
                  <a:lnTo>
                    <a:pt x="141451" y="1898283"/>
                  </a:lnTo>
                  <a:lnTo>
                    <a:pt x="140379" y="1898535"/>
                  </a:lnTo>
                  <a:lnTo>
                    <a:pt x="139307" y="1898788"/>
                  </a:lnTo>
                  <a:lnTo>
                    <a:pt x="138236" y="1899041"/>
                  </a:lnTo>
                  <a:lnTo>
                    <a:pt x="137164" y="1899294"/>
                  </a:lnTo>
                  <a:lnTo>
                    <a:pt x="136093" y="1899547"/>
                  </a:lnTo>
                  <a:lnTo>
                    <a:pt x="135021" y="1899799"/>
                  </a:lnTo>
                  <a:lnTo>
                    <a:pt x="133949" y="1900052"/>
                  </a:lnTo>
                  <a:lnTo>
                    <a:pt x="132878" y="1900305"/>
                  </a:lnTo>
                  <a:lnTo>
                    <a:pt x="131806" y="1900558"/>
                  </a:lnTo>
                  <a:lnTo>
                    <a:pt x="130735" y="1900810"/>
                  </a:lnTo>
                  <a:lnTo>
                    <a:pt x="129663" y="1901063"/>
                  </a:lnTo>
                  <a:lnTo>
                    <a:pt x="128591" y="1901316"/>
                  </a:lnTo>
                  <a:lnTo>
                    <a:pt x="127520" y="1901569"/>
                  </a:lnTo>
                  <a:lnTo>
                    <a:pt x="126448" y="1901821"/>
                  </a:lnTo>
                  <a:lnTo>
                    <a:pt x="125377" y="1902074"/>
                  </a:lnTo>
                  <a:lnTo>
                    <a:pt x="124305" y="1902326"/>
                  </a:lnTo>
                  <a:lnTo>
                    <a:pt x="123233" y="1902579"/>
                  </a:lnTo>
                  <a:lnTo>
                    <a:pt x="122162" y="1902832"/>
                  </a:lnTo>
                  <a:lnTo>
                    <a:pt x="121090" y="1903084"/>
                  </a:lnTo>
                  <a:lnTo>
                    <a:pt x="120019" y="1903337"/>
                  </a:lnTo>
                  <a:lnTo>
                    <a:pt x="118947" y="1903589"/>
                  </a:lnTo>
                  <a:lnTo>
                    <a:pt x="117875" y="1903842"/>
                  </a:lnTo>
                  <a:lnTo>
                    <a:pt x="116804" y="1904095"/>
                  </a:lnTo>
                  <a:lnTo>
                    <a:pt x="115732" y="1904347"/>
                  </a:lnTo>
                  <a:lnTo>
                    <a:pt x="114661" y="1904600"/>
                  </a:lnTo>
                  <a:lnTo>
                    <a:pt x="113589" y="1904852"/>
                  </a:lnTo>
                  <a:lnTo>
                    <a:pt x="112517" y="1905104"/>
                  </a:lnTo>
                  <a:lnTo>
                    <a:pt x="111446" y="1905357"/>
                  </a:lnTo>
                  <a:lnTo>
                    <a:pt x="110374" y="1905609"/>
                  </a:lnTo>
                  <a:lnTo>
                    <a:pt x="109303" y="1905862"/>
                  </a:lnTo>
                  <a:lnTo>
                    <a:pt x="108231" y="1906114"/>
                  </a:lnTo>
                  <a:lnTo>
                    <a:pt x="107159" y="1906366"/>
                  </a:lnTo>
                  <a:lnTo>
                    <a:pt x="106088" y="1906619"/>
                  </a:lnTo>
                  <a:lnTo>
                    <a:pt x="105016" y="1906871"/>
                  </a:lnTo>
                  <a:lnTo>
                    <a:pt x="103945" y="1907123"/>
                  </a:lnTo>
                  <a:lnTo>
                    <a:pt x="102873" y="1907376"/>
                  </a:lnTo>
                  <a:lnTo>
                    <a:pt x="101801" y="1907628"/>
                  </a:lnTo>
                  <a:lnTo>
                    <a:pt x="100730" y="1907880"/>
                  </a:lnTo>
                  <a:lnTo>
                    <a:pt x="99658" y="1908132"/>
                  </a:lnTo>
                  <a:lnTo>
                    <a:pt x="98587" y="1908384"/>
                  </a:lnTo>
                  <a:lnTo>
                    <a:pt x="97515" y="1908637"/>
                  </a:lnTo>
                  <a:lnTo>
                    <a:pt x="96443" y="1908889"/>
                  </a:lnTo>
                  <a:lnTo>
                    <a:pt x="95372" y="1909141"/>
                  </a:lnTo>
                  <a:lnTo>
                    <a:pt x="94300" y="1909393"/>
                  </a:lnTo>
                  <a:lnTo>
                    <a:pt x="93229" y="1909645"/>
                  </a:lnTo>
                  <a:lnTo>
                    <a:pt x="92157" y="1909897"/>
                  </a:lnTo>
                  <a:lnTo>
                    <a:pt x="91085" y="1910149"/>
                  </a:lnTo>
                  <a:lnTo>
                    <a:pt x="90014" y="1910401"/>
                  </a:lnTo>
                  <a:lnTo>
                    <a:pt x="88942" y="1910653"/>
                  </a:lnTo>
                  <a:lnTo>
                    <a:pt x="87871" y="1910905"/>
                  </a:lnTo>
                  <a:lnTo>
                    <a:pt x="86799" y="1911157"/>
                  </a:lnTo>
                  <a:lnTo>
                    <a:pt x="85727" y="1911408"/>
                  </a:lnTo>
                  <a:lnTo>
                    <a:pt x="84656" y="1911660"/>
                  </a:lnTo>
                  <a:lnTo>
                    <a:pt x="83584" y="1911912"/>
                  </a:lnTo>
                  <a:lnTo>
                    <a:pt x="82513" y="1912164"/>
                  </a:lnTo>
                  <a:lnTo>
                    <a:pt x="81441" y="1912415"/>
                  </a:lnTo>
                  <a:lnTo>
                    <a:pt x="80369" y="1912667"/>
                  </a:lnTo>
                  <a:lnTo>
                    <a:pt x="79298" y="1912919"/>
                  </a:lnTo>
                  <a:lnTo>
                    <a:pt x="78226" y="1913170"/>
                  </a:lnTo>
                  <a:lnTo>
                    <a:pt x="77155" y="1913422"/>
                  </a:lnTo>
                  <a:lnTo>
                    <a:pt x="76083" y="1913674"/>
                  </a:lnTo>
                  <a:lnTo>
                    <a:pt x="75011" y="1913925"/>
                  </a:lnTo>
                  <a:lnTo>
                    <a:pt x="73940" y="1914177"/>
                  </a:lnTo>
                  <a:lnTo>
                    <a:pt x="72868" y="1914428"/>
                  </a:lnTo>
                  <a:lnTo>
                    <a:pt x="71797" y="1914680"/>
                  </a:lnTo>
                  <a:lnTo>
                    <a:pt x="70725" y="1914931"/>
                  </a:lnTo>
                  <a:lnTo>
                    <a:pt x="69653" y="1915182"/>
                  </a:lnTo>
                  <a:lnTo>
                    <a:pt x="68582" y="1915434"/>
                  </a:lnTo>
                  <a:lnTo>
                    <a:pt x="67510" y="1915685"/>
                  </a:lnTo>
                  <a:lnTo>
                    <a:pt x="66439" y="1915936"/>
                  </a:lnTo>
                  <a:lnTo>
                    <a:pt x="65367" y="1916188"/>
                  </a:lnTo>
                  <a:lnTo>
                    <a:pt x="64295" y="1916439"/>
                  </a:lnTo>
                  <a:lnTo>
                    <a:pt x="63224" y="1916690"/>
                  </a:lnTo>
                  <a:lnTo>
                    <a:pt x="62152" y="1916941"/>
                  </a:lnTo>
                  <a:lnTo>
                    <a:pt x="61081" y="1917192"/>
                  </a:lnTo>
                  <a:lnTo>
                    <a:pt x="60009" y="1917443"/>
                  </a:lnTo>
                  <a:lnTo>
                    <a:pt x="58937" y="1917694"/>
                  </a:lnTo>
                  <a:lnTo>
                    <a:pt x="57866" y="1917945"/>
                  </a:lnTo>
                  <a:lnTo>
                    <a:pt x="56794" y="1918196"/>
                  </a:lnTo>
                  <a:lnTo>
                    <a:pt x="55723" y="1918447"/>
                  </a:lnTo>
                  <a:lnTo>
                    <a:pt x="54651" y="1918698"/>
                  </a:lnTo>
                  <a:lnTo>
                    <a:pt x="53579" y="1918949"/>
                  </a:lnTo>
                  <a:lnTo>
                    <a:pt x="52508" y="1919200"/>
                  </a:lnTo>
                  <a:lnTo>
                    <a:pt x="51436" y="1919450"/>
                  </a:lnTo>
                  <a:lnTo>
                    <a:pt x="50365" y="1919701"/>
                  </a:lnTo>
                  <a:lnTo>
                    <a:pt x="49293" y="1919952"/>
                  </a:lnTo>
                  <a:lnTo>
                    <a:pt x="48221" y="1920202"/>
                  </a:lnTo>
                  <a:lnTo>
                    <a:pt x="47150" y="1920453"/>
                  </a:lnTo>
                  <a:lnTo>
                    <a:pt x="46078" y="1920703"/>
                  </a:lnTo>
                  <a:lnTo>
                    <a:pt x="45007" y="1920954"/>
                  </a:lnTo>
                  <a:lnTo>
                    <a:pt x="43935" y="1921204"/>
                  </a:lnTo>
                  <a:lnTo>
                    <a:pt x="42863" y="1921455"/>
                  </a:lnTo>
                  <a:lnTo>
                    <a:pt x="41792" y="1921705"/>
                  </a:lnTo>
                  <a:lnTo>
                    <a:pt x="40720" y="1921956"/>
                  </a:lnTo>
                  <a:lnTo>
                    <a:pt x="39649" y="1922206"/>
                  </a:lnTo>
                  <a:lnTo>
                    <a:pt x="38577" y="1922456"/>
                  </a:lnTo>
                  <a:lnTo>
                    <a:pt x="37505" y="1922707"/>
                  </a:lnTo>
                  <a:lnTo>
                    <a:pt x="36434" y="1922957"/>
                  </a:lnTo>
                  <a:lnTo>
                    <a:pt x="35362" y="1923207"/>
                  </a:lnTo>
                  <a:lnTo>
                    <a:pt x="34291" y="1923457"/>
                  </a:lnTo>
                  <a:lnTo>
                    <a:pt x="33219" y="1923707"/>
                  </a:lnTo>
                  <a:lnTo>
                    <a:pt x="32147" y="1923957"/>
                  </a:lnTo>
                  <a:lnTo>
                    <a:pt x="31076" y="1924207"/>
                  </a:lnTo>
                  <a:lnTo>
                    <a:pt x="30004" y="1924457"/>
                  </a:lnTo>
                  <a:lnTo>
                    <a:pt x="28933" y="1924707"/>
                  </a:lnTo>
                  <a:lnTo>
                    <a:pt x="27861" y="1924957"/>
                  </a:lnTo>
                  <a:lnTo>
                    <a:pt x="26789" y="1925206"/>
                  </a:lnTo>
                  <a:lnTo>
                    <a:pt x="25718" y="1925456"/>
                  </a:lnTo>
                  <a:lnTo>
                    <a:pt x="24646" y="1925706"/>
                  </a:lnTo>
                  <a:lnTo>
                    <a:pt x="23575" y="1925956"/>
                  </a:lnTo>
                  <a:lnTo>
                    <a:pt x="22503" y="1926205"/>
                  </a:lnTo>
                  <a:lnTo>
                    <a:pt x="21431" y="1926455"/>
                  </a:lnTo>
                  <a:lnTo>
                    <a:pt x="20360" y="1926704"/>
                  </a:lnTo>
                  <a:lnTo>
                    <a:pt x="19288" y="1926954"/>
                  </a:lnTo>
                  <a:lnTo>
                    <a:pt x="18217" y="1927203"/>
                  </a:lnTo>
                  <a:lnTo>
                    <a:pt x="17145" y="1927452"/>
                  </a:lnTo>
                  <a:lnTo>
                    <a:pt x="16073" y="1927702"/>
                  </a:lnTo>
                  <a:lnTo>
                    <a:pt x="15002" y="1927951"/>
                  </a:lnTo>
                  <a:lnTo>
                    <a:pt x="13930" y="1928200"/>
                  </a:lnTo>
                  <a:lnTo>
                    <a:pt x="12859" y="1928449"/>
                  </a:lnTo>
                  <a:lnTo>
                    <a:pt x="11787" y="1928699"/>
                  </a:lnTo>
                  <a:lnTo>
                    <a:pt x="10715" y="1928948"/>
                  </a:lnTo>
                  <a:lnTo>
                    <a:pt x="9644" y="1929197"/>
                  </a:lnTo>
                  <a:lnTo>
                    <a:pt x="8572" y="1929446"/>
                  </a:lnTo>
                  <a:lnTo>
                    <a:pt x="7501" y="1929695"/>
                  </a:lnTo>
                  <a:lnTo>
                    <a:pt x="6429" y="1929944"/>
                  </a:lnTo>
                  <a:lnTo>
                    <a:pt x="5357" y="1930192"/>
                  </a:lnTo>
                  <a:lnTo>
                    <a:pt x="4286" y="1930441"/>
                  </a:lnTo>
                  <a:lnTo>
                    <a:pt x="3214" y="1930690"/>
                  </a:lnTo>
                  <a:lnTo>
                    <a:pt x="2143" y="1930939"/>
                  </a:lnTo>
                  <a:lnTo>
                    <a:pt x="1071" y="1931187"/>
                  </a:lnTo>
                  <a:lnTo>
                    <a:pt x="0" y="1931436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684231" y="3708563"/>
              <a:ext cx="3856684" cy="1690725"/>
            </a:xfrm>
            <a:custGeom>
              <a:avLst/>
              <a:gdLst/>
              <a:ahLst/>
              <a:cxnLst/>
              <a:rect l="0" t="0" r="0" b="0"/>
              <a:pathLst>
                <a:path w="3856684" h="1690725">
                  <a:moveTo>
                    <a:pt x="0" y="1690725"/>
                  </a:moveTo>
                  <a:lnTo>
                    <a:pt x="1071" y="1690718"/>
                  </a:lnTo>
                  <a:lnTo>
                    <a:pt x="2143" y="1690711"/>
                  </a:lnTo>
                  <a:lnTo>
                    <a:pt x="3214" y="1690704"/>
                  </a:lnTo>
                  <a:lnTo>
                    <a:pt x="4286" y="1690697"/>
                  </a:lnTo>
                  <a:lnTo>
                    <a:pt x="5357" y="1690690"/>
                  </a:lnTo>
                  <a:lnTo>
                    <a:pt x="6429" y="1690683"/>
                  </a:lnTo>
                  <a:lnTo>
                    <a:pt x="7501" y="1690676"/>
                  </a:lnTo>
                  <a:lnTo>
                    <a:pt x="8572" y="1690668"/>
                  </a:lnTo>
                  <a:lnTo>
                    <a:pt x="9644" y="1690661"/>
                  </a:lnTo>
                  <a:lnTo>
                    <a:pt x="10715" y="1690653"/>
                  </a:lnTo>
                  <a:lnTo>
                    <a:pt x="11787" y="1690646"/>
                  </a:lnTo>
                  <a:lnTo>
                    <a:pt x="12859" y="1690638"/>
                  </a:lnTo>
                  <a:lnTo>
                    <a:pt x="13930" y="1690630"/>
                  </a:lnTo>
                  <a:lnTo>
                    <a:pt x="15002" y="1690623"/>
                  </a:lnTo>
                  <a:lnTo>
                    <a:pt x="16073" y="1690615"/>
                  </a:lnTo>
                  <a:lnTo>
                    <a:pt x="17145" y="1690607"/>
                  </a:lnTo>
                  <a:lnTo>
                    <a:pt x="18217" y="1690599"/>
                  </a:lnTo>
                  <a:lnTo>
                    <a:pt x="19288" y="1690590"/>
                  </a:lnTo>
                  <a:lnTo>
                    <a:pt x="20360" y="1690582"/>
                  </a:lnTo>
                  <a:lnTo>
                    <a:pt x="21431" y="1690574"/>
                  </a:lnTo>
                  <a:lnTo>
                    <a:pt x="22503" y="1690565"/>
                  </a:lnTo>
                  <a:lnTo>
                    <a:pt x="23575" y="1690557"/>
                  </a:lnTo>
                  <a:lnTo>
                    <a:pt x="24646" y="1690548"/>
                  </a:lnTo>
                  <a:lnTo>
                    <a:pt x="25718" y="1690540"/>
                  </a:lnTo>
                  <a:lnTo>
                    <a:pt x="26789" y="1690531"/>
                  </a:lnTo>
                  <a:lnTo>
                    <a:pt x="27861" y="1690522"/>
                  </a:lnTo>
                  <a:lnTo>
                    <a:pt x="28933" y="1690513"/>
                  </a:lnTo>
                  <a:lnTo>
                    <a:pt x="30004" y="1690504"/>
                  </a:lnTo>
                  <a:lnTo>
                    <a:pt x="31076" y="1690495"/>
                  </a:lnTo>
                  <a:lnTo>
                    <a:pt x="32147" y="1690486"/>
                  </a:lnTo>
                  <a:lnTo>
                    <a:pt x="33219" y="1690477"/>
                  </a:lnTo>
                  <a:lnTo>
                    <a:pt x="34291" y="1690467"/>
                  </a:lnTo>
                  <a:lnTo>
                    <a:pt x="35362" y="1690458"/>
                  </a:lnTo>
                  <a:lnTo>
                    <a:pt x="36434" y="1690449"/>
                  </a:lnTo>
                  <a:lnTo>
                    <a:pt x="37505" y="1690439"/>
                  </a:lnTo>
                  <a:lnTo>
                    <a:pt x="38577" y="1690429"/>
                  </a:lnTo>
                  <a:lnTo>
                    <a:pt x="39649" y="1690419"/>
                  </a:lnTo>
                  <a:lnTo>
                    <a:pt x="40720" y="1690410"/>
                  </a:lnTo>
                  <a:lnTo>
                    <a:pt x="41792" y="1690400"/>
                  </a:lnTo>
                  <a:lnTo>
                    <a:pt x="42863" y="1690390"/>
                  </a:lnTo>
                  <a:lnTo>
                    <a:pt x="43935" y="1690380"/>
                  </a:lnTo>
                  <a:lnTo>
                    <a:pt x="45007" y="1690369"/>
                  </a:lnTo>
                  <a:lnTo>
                    <a:pt x="46078" y="1690359"/>
                  </a:lnTo>
                  <a:lnTo>
                    <a:pt x="47150" y="1690349"/>
                  </a:lnTo>
                  <a:lnTo>
                    <a:pt x="48221" y="1690338"/>
                  </a:lnTo>
                  <a:lnTo>
                    <a:pt x="49293" y="1690328"/>
                  </a:lnTo>
                  <a:lnTo>
                    <a:pt x="50365" y="1690317"/>
                  </a:lnTo>
                  <a:lnTo>
                    <a:pt x="51436" y="1690306"/>
                  </a:lnTo>
                  <a:lnTo>
                    <a:pt x="52508" y="1690295"/>
                  </a:lnTo>
                  <a:lnTo>
                    <a:pt x="53579" y="1690284"/>
                  </a:lnTo>
                  <a:lnTo>
                    <a:pt x="54651" y="1690273"/>
                  </a:lnTo>
                  <a:lnTo>
                    <a:pt x="55723" y="1690262"/>
                  </a:lnTo>
                  <a:lnTo>
                    <a:pt x="56794" y="1690251"/>
                  </a:lnTo>
                  <a:lnTo>
                    <a:pt x="57866" y="1690240"/>
                  </a:lnTo>
                  <a:lnTo>
                    <a:pt x="58937" y="1690228"/>
                  </a:lnTo>
                  <a:lnTo>
                    <a:pt x="60009" y="1690217"/>
                  </a:lnTo>
                  <a:lnTo>
                    <a:pt x="61081" y="1690205"/>
                  </a:lnTo>
                  <a:lnTo>
                    <a:pt x="62152" y="1690194"/>
                  </a:lnTo>
                  <a:lnTo>
                    <a:pt x="63224" y="1690182"/>
                  </a:lnTo>
                  <a:lnTo>
                    <a:pt x="64295" y="1690170"/>
                  </a:lnTo>
                  <a:lnTo>
                    <a:pt x="65367" y="1690158"/>
                  </a:lnTo>
                  <a:lnTo>
                    <a:pt x="66439" y="1690146"/>
                  </a:lnTo>
                  <a:lnTo>
                    <a:pt x="67510" y="1690134"/>
                  </a:lnTo>
                  <a:lnTo>
                    <a:pt x="68582" y="1690122"/>
                  </a:lnTo>
                  <a:lnTo>
                    <a:pt x="69653" y="1690109"/>
                  </a:lnTo>
                  <a:lnTo>
                    <a:pt x="70725" y="1690097"/>
                  </a:lnTo>
                  <a:lnTo>
                    <a:pt x="71797" y="1690084"/>
                  </a:lnTo>
                  <a:lnTo>
                    <a:pt x="72868" y="1690072"/>
                  </a:lnTo>
                  <a:lnTo>
                    <a:pt x="73940" y="1690059"/>
                  </a:lnTo>
                  <a:lnTo>
                    <a:pt x="75011" y="1690046"/>
                  </a:lnTo>
                  <a:lnTo>
                    <a:pt x="76083" y="1690033"/>
                  </a:lnTo>
                  <a:lnTo>
                    <a:pt x="77155" y="1690020"/>
                  </a:lnTo>
                  <a:lnTo>
                    <a:pt x="78226" y="1690007"/>
                  </a:lnTo>
                  <a:lnTo>
                    <a:pt x="79298" y="1689994"/>
                  </a:lnTo>
                  <a:lnTo>
                    <a:pt x="80369" y="1689980"/>
                  </a:lnTo>
                  <a:lnTo>
                    <a:pt x="81441" y="1689967"/>
                  </a:lnTo>
                  <a:lnTo>
                    <a:pt x="82513" y="1689953"/>
                  </a:lnTo>
                  <a:lnTo>
                    <a:pt x="83584" y="1689940"/>
                  </a:lnTo>
                  <a:lnTo>
                    <a:pt x="84656" y="1689926"/>
                  </a:lnTo>
                  <a:lnTo>
                    <a:pt x="85727" y="1689912"/>
                  </a:lnTo>
                  <a:lnTo>
                    <a:pt x="86799" y="1689898"/>
                  </a:lnTo>
                  <a:lnTo>
                    <a:pt x="87871" y="1689884"/>
                  </a:lnTo>
                  <a:lnTo>
                    <a:pt x="88942" y="1689870"/>
                  </a:lnTo>
                  <a:lnTo>
                    <a:pt x="90014" y="1689856"/>
                  </a:lnTo>
                  <a:lnTo>
                    <a:pt x="91085" y="1689841"/>
                  </a:lnTo>
                  <a:lnTo>
                    <a:pt x="92157" y="1689827"/>
                  </a:lnTo>
                  <a:lnTo>
                    <a:pt x="93229" y="1689812"/>
                  </a:lnTo>
                  <a:lnTo>
                    <a:pt x="94300" y="1689797"/>
                  </a:lnTo>
                  <a:lnTo>
                    <a:pt x="95372" y="1689783"/>
                  </a:lnTo>
                  <a:lnTo>
                    <a:pt x="96443" y="1689768"/>
                  </a:lnTo>
                  <a:lnTo>
                    <a:pt x="97515" y="1689753"/>
                  </a:lnTo>
                  <a:lnTo>
                    <a:pt x="98587" y="1689738"/>
                  </a:lnTo>
                  <a:lnTo>
                    <a:pt x="99658" y="1689722"/>
                  </a:lnTo>
                  <a:lnTo>
                    <a:pt x="100730" y="1689707"/>
                  </a:lnTo>
                  <a:lnTo>
                    <a:pt x="101801" y="1689692"/>
                  </a:lnTo>
                  <a:lnTo>
                    <a:pt x="102873" y="1689676"/>
                  </a:lnTo>
                  <a:lnTo>
                    <a:pt x="103945" y="1689660"/>
                  </a:lnTo>
                  <a:lnTo>
                    <a:pt x="105016" y="1689645"/>
                  </a:lnTo>
                  <a:lnTo>
                    <a:pt x="106088" y="1689629"/>
                  </a:lnTo>
                  <a:lnTo>
                    <a:pt x="107159" y="1689613"/>
                  </a:lnTo>
                  <a:lnTo>
                    <a:pt x="108231" y="1689597"/>
                  </a:lnTo>
                  <a:lnTo>
                    <a:pt x="109303" y="1689580"/>
                  </a:lnTo>
                  <a:lnTo>
                    <a:pt x="110374" y="1689564"/>
                  </a:lnTo>
                  <a:lnTo>
                    <a:pt x="111446" y="1689548"/>
                  </a:lnTo>
                  <a:lnTo>
                    <a:pt x="112517" y="1689531"/>
                  </a:lnTo>
                  <a:lnTo>
                    <a:pt x="113589" y="1689514"/>
                  </a:lnTo>
                  <a:lnTo>
                    <a:pt x="114661" y="1689498"/>
                  </a:lnTo>
                  <a:lnTo>
                    <a:pt x="115732" y="1689481"/>
                  </a:lnTo>
                  <a:lnTo>
                    <a:pt x="116804" y="1689464"/>
                  </a:lnTo>
                  <a:lnTo>
                    <a:pt x="117875" y="1689446"/>
                  </a:lnTo>
                  <a:lnTo>
                    <a:pt x="118947" y="1689429"/>
                  </a:lnTo>
                  <a:lnTo>
                    <a:pt x="120019" y="1689412"/>
                  </a:lnTo>
                  <a:lnTo>
                    <a:pt x="121090" y="1689394"/>
                  </a:lnTo>
                  <a:lnTo>
                    <a:pt x="122162" y="1689377"/>
                  </a:lnTo>
                  <a:lnTo>
                    <a:pt x="123233" y="1689359"/>
                  </a:lnTo>
                  <a:lnTo>
                    <a:pt x="124305" y="1689341"/>
                  </a:lnTo>
                  <a:lnTo>
                    <a:pt x="125377" y="1689323"/>
                  </a:lnTo>
                  <a:lnTo>
                    <a:pt x="126448" y="1689305"/>
                  </a:lnTo>
                  <a:lnTo>
                    <a:pt x="127520" y="1689287"/>
                  </a:lnTo>
                  <a:lnTo>
                    <a:pt x="128591" y="1689269"/>
                  </a:lnTo>
                  <a:lnTo>
                    <a:pt x="129663" y="1689250"/>
                  </a:lnTo>
                  <a:lnTo>
                    <a:pt x="130735" y="1689232"/>
                  </a:lnTo>
                  <a:lnTo>
                    <a:pt x="131806" y="1689213"/>
                  </a:lnTo>
                  <a:lnTo>
                    <a:pt x="132878" y="1689194"/>
                  </a:lnTo>
                  <a:lnTo>
                    <a:pt x="133949" y="1689175"/>
                  </a:lnTo>
                  <a:lnTo>
                    <a:pt x="135021" y="1689156"/>
                  </a:lnTo>
                  <a:lnTo>
                    <a:pt x="136093" y="1689137"/>
                  </a:lnTo>
                  <a:lnTo>
                    <a:pt x="137164" y="1689118"/>
                  </a:lnTo>
                  <a:lnTo>
                    <a:pt x="138236" y="1689098"/>
                  </a:lnTo>
                  <a:lnTo>
                    <a:pt x="139307" y="1689079"/>
                  </a:lnTo>
                  <a:lnTo>
                    <a:pt x="140379" y="1689059"/>
                  </a:lnTo>
                  <a:lnTo>
                    <a:pt x="141451" y="1689039"/>
                  </a:lnTo>
                  <a:lnTo>
                    <a:pt x="142522" y="1689019"/>
                  </a:lnTo>
                  <a:lnTo>
                    <a:pt x="143594" y="1688999"/>
                  </a:lnTo>
                  <a:lnTo>
                    <a:pt x="144665" y="1688979"/>
                  </a:lnTo>
                  <a:lnTo>
                    <a:pt x="145737" y="1688959"/>
                  </a:lnTo>
                  <a:lnTo>
                    <a:pt x="146809" y="1688938"/>
                  </a:lnTo>
                  <a:lnTo>
                    <a:pt x="147880" y="1688918"/>
                  </a:lnTo>
                  <a:lnTo>
                    <a:pt x="148952" y="1688897"/>
                  </a:lnTo>
                  <a:lnTo>
                    <a:pt x="150023" y="1688876"/>
                  </a:lnTo>
                  <a:lnTo>
                    <a:pt x="151095" y="1688855"/>
                  </a:lnTo>
                  <a:lnTo>
                    <a:pt x="152167" y="1688834"/>
                  </a:lnTo>
                  <a:lnTo>
                    <a:pt x="153238" y="1688813"/>
                  </a:lnTo>
                  <a:lnTo>
                    <a:pt x="154310" y="1688791"/>
                  </a:lnTo>
                  <a:lnTo>
                    <a:pt x="155381" y="1688770"/>
                  </a:lnTo>
                  <a:lnTo>
                    <a:pt x="156453" y="1688748"/>
                  </a:lnTo>
                  <a:lnTo>
                    <a:pt x="157525" y="1688726"/>
                  </a:lnTo>
                  <a:lnTo>
                    <a:pt x="158596" y="1688705"/>
                  </a:lnTo>
                  <a:lnTo>
                    <a:pt x="159668" y="1688683"/>
                  </a:lnTo>
                  <a:lnTo>
                    <a:pt x="160739" y="1688660"/>
                  </a:lnTo>
                  <a:lnTo>
                    <a:pt x="161811" y="1688638"/>
                  </a:lnTo>
                  <a:lnTo>
                    <a:pt x="162883" y="1688616"/>
                  </a:lnTo>
                  <a:lnTo>
                    <a:pt x="163954" y="1688593"/>
                  </a:lnTo>
                  <a:lnTo>
                    <a:pt x="165026" y="1688570"/>
                  </a:lnTo>
                  <a:lnTo>
                    <a:pt x="166097" y="1688547"/>
                  </a:lnTo>
                  <a:lnTo>
                    <a:pt x="167169" y="1688524"/>
                  </a:lnTo>
                  <a:lnTo>
                    <a:pt x="168241" y="1688501"/>
                  </a:lnTo>
                  <a:lnTo>
                    <a:pt x="169312" y="1688478"/>
                  </a:lnTo>
                  <a:lnTo>
                    <a:pt x="170384" y="1688455"/>
                  </a:lnTo>
                  <a:lnTo>
                    <a:pt x="171455" y="1688431"/>
                  </a:lnTo>
                  <a:lnTo>
                    <a:pt x="172527" y="1688407"/>
                  </a:lnTo>
                  <a:lnTo>
                    <a:pt x="173599" y="1688383"/>
                  </a:lnTo>
                  <a:lnTo>
                    <a:pt x="174670" y="1688360"/>
                  </a:lnTo>
                  <a:lnTo>
                    <a:pt x="175742" y="1688335"/>
                  </a:lnTo>
                  <a:lnTo>
                    <a:pt x="176813" y="1688311"/>
                  </a:lnTo>
                  <a:lnTo>
                    <a:pt x="177885" y="1688287"/>
                  </a:lnTo>
                  <a:lnTo>
                    <a:pt x="178956" y="1688262"/>
                  </a:lnTo>
                  <a:lnTo>
                    <a:pt x="180028" y="1688237"/>
                  </a:lnTo>
                  <a:lnTo>
                    <a:pt x="181100" y="1688213"/>
                  </a:lnTo>
                  <a:lnTo>
                    <a:pt x="182171" y="1688187"/>
                  </a:lnTo>
                  <a:lnTo>
                    <a:pt x="183243" y="1688162"/>
                  </a:lnTo>
                  <a:lnTo>
                    <a:pt x="184314" y="1688137"/>
                  </a:lnTo>
                  <a:lnTo>
                    <a:pt x="185386" y="1688112"/>
                  </a:lnTo>
                  <a:lnTo>
                    <a:pt x="186458" y="1688086"/>
                  </a:lnTo>
                  <a:lnTo>
                    <a:pt x="187529" y="1688060"/>
                  </a:lnTo>
                  <a:lnTo>
                    <a:pt x="188601" y="1688034"/>
                  </a:lnTo>
                  <a:lnTo>
                    <a:pt x="189672" y="1688008"/>
                  </a:lnTo>
                  <a:lnTo>
                    <a:pt x="190744" y="1687982"/>
                  </a:lnTo>
                  <a:lnTo>
                    <a:pt x="191816" y="1687956"/>
                  </a:lnTo>
                  <a:lnTo>
                    <a:pt x="192887" y="1687929"/>
                  </a:lnTo>
                  <a:lnTo>
                    <a:pt x="193959" y="1687902"/>
                  </a:lnTo>
                  <a:lnTo>
                    <a:pt x="195030" y="1687876"/>
                  </a:lnTo>
                  <a:lnTo>
                    <a:pt x="196102" y="1687849"/>
                  </a:lnTo>
                  <a:lnTo>
                    <a:pt x="197174" y="1687821"/>
                  </a:lnTo>
                  <a:lnTo>
                    <a:pt x="198245" y="1687794"/>
                  </a:lnTo>
                  <a:lnTo>
                    <a:pt x="199317" y="1687767"/>
                  </a:lnTo>
                  <a:lnTo>
                    <a:pt x="200388" y="1687739"/>
                  </a:lnTo>
                  <a:lnTo>
                    <a:pt x="201460" y="1687711"/>
                  </a:lnTo>
                  <a:lnTo>
                    <a:pt x="202532" y="1687683"/>
                  </a:lnTo>
                  <a:lnTo>
                    <a:pt x="203603" y="1687655"/>
                  </a:lnTo>
                  <a:lnTo>
                    <a:pt x="204675" y="1687627"/>
                  </a:lnTo>
                  <a:lnTo>
                    <a:pt x="205746" y="1687599"/>
                  </a:lnTo>
                  <a:lnTo>
                    <a:pt x="206818" y="1687570"/>
                  </a:lnTo>
                  <a:lnTo>
                    <a:pt x="207890" y="1687541"/>
                  </a:lnTo>
                  <a:lnTo>
                    <a:pt x="208961" y="1687512"/>
                  </a:lnTo>
                  <a:lnTo>
                    <a:pt x="210033" y="1687483"/>
                  </a:lnTo>
                  <a:lnTo>
                    <a:pt x="211104" y="1687454"/>
                  </a:lnTo>
                  <a:lnTo>
                    <a:pt x="212176" y="1687425"/>
                  </a:lnTo>
                  <a:lnTo>
                    <a:pt x="213248" y="1687395"/>
                  </a:lnTo>
                  <a:lnTo>
                    <a:pt x="214319" y="1687365"/>
                  </a:lnTo>
                  <a:lnTo>
                    <a:pt x="215391" y="1687336"/>
                  </a:lnTo>
                  <a:lnTo>
                    <a:pt x="216462" y="1687305"/>
                  </a:lnTo>
                  <a:lnTo>
                    <a:pt x="217534" y="1687275"/>
                  </a:lnTo>
                  <a:lnTo>
                    <a:pt x="218606" y="1687245"/>
                  </a:lnTo>
                  <a:lnTo>
                    <a:pt x="219677" y="1687214"/>
                  </a:lnTo>
                  <a:lnTo>
                    <a:pt x="220749" y="1687183"/>
                  </a:lnTo>
                  <a:lnTo>
                    <a:pt x="221820" y="1687153"/>
                  </a:lnTo>
                  <a:lnTo>
                    <a:pt x="222892" y="1687121"/>
                  </a:lnTo>
                  <a:lnTo>
                    <a:pt x="223964" y="1687090"/>
                  </a:lnTo>
                  <a:lnTo>
                    <a:pt x="225035" y="1687059"/>
                  </a:lnTo>
                  <a:lnTo>
                    <a:pt x="226107" y="1687027"/>
                  </a:lnTo>
                  <a:lnTo>
                    <a:pt x="227178" y="1686995"/>
                  </a:lnTo>
                  <a:lnTo>
                    <a:pt x="228250" y="1686963"/>
                  </a:lnTo>
                  <a:lnTo>
                    <a:pt x="229322" y="1686931"/>
                  </a:lnTo>
                  <a:lnTo>
                    <a:pt x="230393" y="1686899"/>
                  </a:lnTo>
                  <a:lnTo>
                    <a:pt x="231465" y="1686866"/>
                  </a:lnTo>
                  <a:lnTo>
                    <a:pt x="232536" y="1686834"/>
                  </a:lnTo>
                  <a:lnTo>
                    <a:pt x="233608" y="1686801"/>
                  </a:lnTo>
                  <a:lnTo>
                    <a:pt x="234680" y="1686768"/>
                  </a:lnTo>
                  <a:lnTo>
                    <a:pt x="235751" y="1686735"/>
                  </a:lnTo>
                  <a:lnTo>
                    <a:pt x="236823" y="1686701"/>
                  </a:lnTo>
                  <a:lnTo>
                    <a:pt x="237894" y="1686668"/>
                  </a:lnTo>
                  <a:lnTo>
                    <a:pt x="238966" y="1686634"/>
                  </a:lnTo>
                  <a:lnTo>
                    <a:pt x="240038" y="1686600"/>
                  </a:lnTo>
                  <a:lnTo>
                    <a:pt x="241109" y="1686566"/>
                  </a:lnTo>
                  <a:lnTo>
                    <a:pt x="242181" y="1686531"/>
                  </a:lnTo>
                  <a:lnTo>
                    <a:pt x="243252" y="1686497"/>
                  </a:lnTo>
                  <a:lnTo>
                    <a:pt x="244324" y="1686462"/>
                  </a:lnTo>
                  <a:lnTo>
                    <a:pt x="245396" y="1686427"/>
                  </a:lnTo>
                  <a:lnTo>
                    <a:pt x="246467" y="1686392"/>
                  </a:lnTo>
                  <a:lnTo>
                    <a:pt x="247539" y="1686357"/>
                  </a:lnTo>
                  <a:lnTo>
                    <a:pt x="248610" y="1686322"/>
                  </a:lnTo>
                  <a:lnTo>
                    <a:pt x="249682" y="1686286"/>
                  </a:lnTo>
                  <a:lnTo>
                    <a:pt x="250754" y="1686250"/>
                  </a:lnTo>
                  <a:lnTo>
                    <a:pt x="251825" y="1686214"/>
                  </a:lnTo>
                  <a:lnTo>
                    <a:pt x="252897" y="1686178"/>
                  </a:lnTo>
                  <a:lnTo>
                    <a:pt x="253968" y="1686141"/>
                  </a:lnTo>
                  <a:lnTo>
                    <a:pt x="255040" y="1686105"/>
                  </a:lnTo>
                  <a:lnTo>
                    <a:pt x="256112" y="1686068"/>
                  </a:lnTo>
                  <a:lnTo>
                    <a:pt x="257183" y="1686031"/>
                  </a:lnTo>
                  <a:lnTo>
                    <a:pt x="258255" y="1685994"/>
                  </a:lnTo>
                  <a:lnTo>
                    <a:pt x="259326" y="1685956"/>
                  </a:lnTo>
                  <a:lnTo>
                    <a:pt x="260398" y="1685919"/>
                  </a:lnTo>
                  <a:lnTo>
                    <a:pt x="261470" y="1685881"/>
                  </a:lnTo>
                  <a:lnTo>
                    <a:pt x="262541" y="1685843"/>
                  </a:lnTo>
                  <a:lnTo>
                    <a:pt x="263613" y="1685805"/>
                  </a:lnTo>
                  <a:lnTo>
                    <a:pt x="264684" y="1685766"/>
                  </a:lnTo>
                  <a:lnTo>
                    <a:pt x="265756" y="1685728"/>
                  </a:lnTo>
                  <a:lnTo>
                    <a:pt x="266828" y="1685689"/>
                  </a:lnTo>
                  <a:lnTo>
                    <a:pt x="267899" y="1685650"/>
                  </a:lnTo>
                  <a:lnTo>
                    <a:pt x="268971" y="1685610"/>
                  </a:lnTo>
                  <a:lnTo>
                    <a:pt x="270042" y="1685571"/>
                  </a:lnTo>
                  <a:lnTo>
                    <a:pt x="271114" y="1685531"/>
                  </a:lnTo>
                  <a:lnTo>
                    <a:pt x="272186" y="1685491"/>
                  </a:lnTo>
                  <a:lnTo>
                    <a:pt x="273257" y="1685451"/>
                  </a:lnTo>
                  <a:lnTo>
                    <a:pt x="274329" y="1685411"/>
                  </a:lnTo>
                  <a:lnTo>
                    <a:pt x="275400" y="1685371"/>
                  </a:lnTo>
                  <a:lnTo>
                    <a:pt x="276472" y="1685330"/>
                  </a:lnTo>
                  <a:lnTo>
                    <a:pt x="277544" y="1685289"/>
                  </a:lnTo>
                  <a:lnTo>
                    <a:pt x="278615" y="1685248"/>
                  </a:lnTo>
                  <a:lnTo>
                    <a:pt x="279687" y="1685206"/>
                  </a:lnTo>
                  <a:lnTo>
                    <a:pt x="280758" y="1685165"/>
                  </a:lnTo>
                  <a:lnTo>
                    <a:pt x="281830" y="1685123"/>
                  </a:lnTo>
                  <a:lnTo>
                    <a:pt x="282902" y="1685081"/>
                  </a:lnTo>
                  <a:lnTo>
                    <a:pt x="283973" y="1685039"/>
                  </a:lnTo>
                  <a:lnTo>
                    <a:pt x="285045" y="1684996"/>
                  </a:lnTo>
                  <a:lnTo>
                    <a:pt x="286116" y="1684954"/>
                  </a:lnTo>
                  <a:lnTo>
                    <a:pt x="287188" y="1684911"/>
                  </a:lnTo>
                  <a:lnTo>
                    <a:pt x="288260" y="1684868"/>
                  </a:lnTo>
                  <a:lnTo>
                    <a:pt x="289331" y="1684824"/>
                  </a:lnTo>
                  <a:lnTo>
                    <a:pt x="290403" y="1684781"/>
                  </a:lnTo>
                  <a:lnTo>
                    <a:pt x="291474" y="1684737"/>
                  </a:lnTo>
                  <a:lnTo>
                    <a:pt x="292546" y="1684693"/>
                  </a:lnTo>
                  <a:lnTo>
                    <a:pt x="293618" y="1684649"/>
                  </a:lnTo>
                  <a:lnTo>
                    <a:pt x="294689" y="1684604"/>
                  </a:lnTo>
                  <a:lnTo>
                    <a:pt x="295761" y="1684560"/>
                  </a:lnTo>
                  <a:lnTo>
                    <a:pt x="296832" y="1684515"/>
                  </a:lnTo>
                  <a:lnTo>
                    <a:pt x="297904" y="1684470"/>
                  </a:lnTo>
                  <a:lnTo>
                    <a:pt x="298976" y="1684424"/>
                  </a:lnTo>
                  <a:lnTo>
                    <a:pt x="300047" y="1684379"/>
                  </a:lnTo>
                  <a:lnTo>
                    <a:pt x="301119" y="1684333"/>
                  </a:lnTo>
                  <a:lnTo>
                    <a:pt x="302190" y="1684287"/>
                  </a:lnTo>
                  <a:lnTo>
                    <a:pt x="303262" y="1684240"/>
                  </a:lnTo>
                  <a:lnTo>
                    <a:pt x="304334" y="1684194"/>
                  </a:lnTo>
                  <a:lnTo>
                    <a:pt x="305405" y="1684147"/>
                  </a:lnTo>
                  <a:lnTo>
                    <a:pt x="306477" y="1684100"/>
                  </a:lnTo>
                  <a:lnTo>
                    <a:pt x="307548" y="1684053"/>
                  </a:lnTo>
                  <a:lnTo>
                    <a:pt x="308620" y="1684005"/>
                  </a:lnTo>
                  <a:lnTo>
                    <a:pt x="309692" y="1683957"/>
                  </a:lnTo>
                  <a:lnTo>
                    <a:pt x="310763" y="1683909"/>
                  </a:lnTo>
                  <a:lnTo>
                    <a:pt x="311835" y="1683861"/>
                  </a:lnTo>
                  <a:lnTo>
                    <a:pt x="312906" y="1683813"/>
                  </a:lnTo>
                  <a:lnTo>
                    <a:pt x="313978" y="1683764"/>
                  </a:lnTo>
                  <a:lnTo>
                    <a:pt x="315050" y="1683715"/>
                  </a:lnTo>
                  <a:lnTo>
                    <a:pt x="316121" y="1683666"/>
                  </a:lnTo>
                  <a:lnTo>
                    <a:pt x="317193" y="1683616"/>
                  </a:lnTo>
                  <a:lnTo>
                    <a:pt x="318264" y="1683566"/>
                  </a:lnTo>
                  <a:lnTo>
                    <a:pt x="319336" y="1683516"/>
                  </a:lnTo>
                  <a:lnTo>
                    <a:pt x="320408" y="1683466"/>
                  </a:lnTo>
                  <a:lnTo>
                    <a:pt x="321479" y="1683416"/>
                  </a:lnTo>
                  <a:lnTo>
                    <a:pt x="322551" y="1683365"/>
                  </a:lnTo>
                  <a:lnTo>
                    <a:pt x="323622" y="1683314"/>
                  </a:lnTo>
                  <a:lnTo>
                    <a:pt x="324694" y="1683263"/>
                  </a:lnTo>
                  <a:lnTo>
                    <a:pt x="325766" y="1683211"/>
                  </a:lnTo>
                  <a:lnTo>
                    <a:pt x="326837" y="1683159"/>
                  </a:lnTo>
                  <a:lnTo>
                    <a:pt x="327909" y="1683107"/>
                  </a:lnTo>
                  <a:lnTo>
                    <a:pt x="328980" y="1683055"/>
                  </a:lnTo>
                  <a:lnTo>
                    <a:pt x="330052" y="1683002"/>
                  </a:lnTo>
                  <a:lnTo>
                    <a:pt x="331124" y="1682950"/>
                  </a:lnTo>
                  <a:lnTo>
                    <a:pt x="332195" y="1682896"/>
                  </a:lnTo>
                  <a:lnTo>
                    <a:pt x="333267" y="1682843"/>
                  </a:lnTo>
                  <a:lnTo>
                    <a:pt x="334338" y="1682789"/>
                  </a:lnTo>
                  <a:lnTo>
                    <a:pt x="335410" y="1682736"/>
                  </a:lnTo>
                  <a:lnTo>
                    <a:pt x="336482" y="1682681"/>
                  </a:lnTo>
                  <a:lnTo>
                    <a:pt x="337553" y="1682627"/>
                  </a:lnTo>
                  <a:lnTo>
                    <a:pt x="338625" y="1682572"/>
                  </a:lnTo>
                  <a:lnTo>
                    <a:pt x="339696" y="1682517"/>
                  </a:lnTo>
                  <a:lnTo>
                    <a:pt x="340768" y="1682462"/>
                  </a:lnTo>
                  <a:lnTo>
                    <a:pt x="341840" y="1682407"/>
                  </a:lnTo>
                  <a:lnTo>
                    <a:pt x="342911" y="1682351"/>
                  </a:lnTo>
                  <a:lnTo>
                    <a:pt x="343983" y="1682295"/>
                  </a:lnTo>
                  <a:lnTo>
                    <a:pt x="345054" y="1682238"/>
                  </a:lnTo>
                  <a:lnTo>
                    <a:pt x="346126" y="1682182"/>
                  </a:lnTo>
                  <a:lnTo>
                    <a:pt x="347198" y="1682125"/>
                  </a:lnTo>
                  <a:lnTo>
                    <a:pt x="348269" y="1682068"/>
                  </a:lnTo>
                  <a:lnTo>
                    <a:pt x="349341" y="1682010"/>
                  </a:lnTo>
                  <a:lnTo>
                    <a:pt x="350412" y="1681952"/>
                  </a:lnTo>
                  <a:lnTo>
                    <a:pt x="351484" y="1681894"/>
                  </a:lnTo>
                  <a:lnTo>
                    <a:pt x="352556" y="1681836"/>
                  </a:lnTo>
                  <a:lnTo>
                    <a:pt x="353627" y="1681777"/>
                  </a:lnTo>
                  <a:lnTo>
                    <a:pt x="354699" y="1681718"/>
                  </a:lnTo>
                  <a:lnTo>
                    <a:pt x="355770" y="1681659"/>
                  </a:lnTo>
                  <a:lnTo>
                    <a:pt x="356842" y="1681600"/>
                  </a:lnTo>
                  <a:lnTo>
                    <a:pt x="357913" y="1681540"/>
                  </a:lnTo>
                  <a:lnTo>
                    <a:pt x="358985" y="1681480"/>
                  </a:lnTo>
                  <a:lnTo>
                    <a:pt x="360057" y="1681420"/>
                  </a:lnTo>
                  <a:lnTo>
                    <a:pt x="361128" y="1681359"/>
                  </a:lnTo>
                  <a:lnTo>
                    <a:pt x="362200" y="1681298"/>
                  </a:lnTo>
                  <a:lnTo>
                    <a:pt x="363271" y="1681237"/>
                  </a:lnTo>
                  <a:lnTo>
                    <a:pt x="364343" y="1681175"/>
                  </a:lnTo>
                  <a:lnTo>
                    <a:pt x="365415" y="1681113"/>
                  </a:lnTo>
                  <a:lnTo>
                    <a:pt x="366486" y="1681051"/>
                  </a:lnTo>
                  <a:lnTo>
                    <a:pt x="367558" y="1680989"/>
                  </a:lnTo>
                  <a:lnTo>
                    <a:pt x="368629" y="1680926"/>
                  </a:lnTo>
                  <a:lnTo>
                    <a:pt x="369701" y="1680863"/>
                  </a:lnTo>
                  <a:lnTo>
                    <a:pt x="370773" y="1680800"/>
                  </a:lnTo>
                  <a:lnTo>
                    <a:pt x="371844" y="1680736"/>
                  </a:lnTo>
                  <a:lnTo>
                    <a:pt x="372916" y="1680672"/>
                  </a:lnTo>
                  <a:lnTo>
                    <a:pt x="373987" y="1680608"/>
                  </a:lnTo>
                  <a:lnTo>
                    <a:pt x="375059" y="1680543"/>
                  </a:lnTo>
                  <a:lnTo>
                    <a:pt x="376131" y="1680478"/>
                  </a:lnTo>
                  <a:lnTo>
                    <a:pt x="377202" y="1680413"/>
                  </a:lnTo>
                  <a:lnTo>
                    <a:pt x="378274" y="1680347"/>
                  </a:lnTo>
                  <a:lnTo>
                    <a:pt x="379345" y="1680282"/>
                  </a:lnTo>
                  <a:lnTo>
                    <a:pt x="380417" y="1680215"/>
                  </a:lnTo>
                  <a:lnTo>
                    <a:pt x="381489" y="1680149"/>
                  </a:lnTo>
                  <a:lnTo>
                    <a:pt x="382560" y="1680082"/>
                  </a:lnTo>
                  <a:lnTo>
                    <a:pt x="383632" y="1680015"/>
                  </a:lnTo>
                  <a:lnTo>
                    <a:pt x="384703" y="1679947"/>
                  </a:lnTo>
                  <a:lnTo>
                    <a:pt x="385775" y="1679880"/>
                  </a:lnTo>
                  <a:lnTo>
                    <a:pt x="386847" y="1679812"/>
                  </a:lnTo>
                  <a:lnTo>
                    <a:pt x="387918" y="1679743"/>
                  </a:lnTo>
                  <a:lnTo>
                    <a:pt x="388990" y="1679674"/>
                  </a:lnTo>
                  <a:lnTo>
                    <a:pt x="390061" y="1679605"/>
                  </a:lnTo>
                  <a:lnTo>
                    <a:pt x="391133" y="1679536"/>
                  </a:lnTo>
                  <a:lnTo>
                    <a:pt x="392205" y="1679466"/>
                  </a:lnTo>
                  <a:lnTo>
                    <a:pt x="393276" y="1679396"/>
                  </a:lnTo>
                  <a:lnTo>
                    <a:pt x="394348" y="1679326"/>
                  </a:lnTo>
                  <a:lnTo>
                    <a:pt x="395419" y="1679255"/>
                  </a:lnTo>
                  <a:lnTo>
                    <a:pt x="396491" y="1679184"/>
                  </a:lnTo>
                  <a:lnTo>
                    <a:pt x="397563" y="1679112"/>
                  </a:lnTo>
                  <a:lnTo>
                    <a:pt x="398634" y="1679041"/>
                  </a:lnTo>
                  <a:lnTo>
                    <a:pt x="399706" y="1678968"/>
                  </a:lnTo>
                  <a:lnTo>
                    <a:pt x="400777" y="1678896"/>
                  </a:lnTo>
                  <a:lnTo>
                    <a:pt x="401849" y="1678823"/>
                  </a:lnTo>
                  <a:lnTo>
                    <a:pt x="402921" y="1678750"/>
                  </a:lnTo>
                  <a:lnTo>
                    <a:pt x="403992" y="1678677"/>
                  </a:lnTo>
                  <a:lnTo>
                    <a:pt x="405064" y="1678603"/>
                  </a:lnTo>
                  <a:lnTo>
                    <a:pt x="406135" y="1678529"/>
                  </a:lnTo>
                  <a:lnTo>
                    <a:pt x="407207" y="1678454"/>
                  </a:lnTo>
                  <a:lnTo>
                    <a:pt x="408279" y="1678379"/>
                  </a:lnTo>
                  <a:lnTo>
                    <a:pt x="409350" y="1678304"/>
                  </a:lnTo>
                  <a:lnTo>
                    <a:pt x="410422" y="1678228"/>
                  </a:lnTo>
                  <a:lnTo>
                    <a:pt x="411493" y="1678152"/>
                  </a:lnTo>
                  <a:lnTo>
                    <a:pt x="412565" y="1678076"/>
                  </a:lnTo>
                  <a:lnTo>
                    <a:pt x="413637" y="1677999"/>
                  </a:lnTo>
                  <a:lnTo>
                    <a:pt x="414708" y="1677922"/>
                  </a:lnTo>
                  <a:lnTo>
                    <a:pt x="415780" y="1677844"/>
                  </a:lnTo>
                  <a:lnTo>
                    <a:pt x="416851" y="1677766"/>
                  </a:lnTo>
                  <a:lnTo>
                    <a:pt x="417923" y="1677688"/>
                  </a:lnTo>
                  <a:lnTo>
                    <a:pt x="418995" y="1677609"/>
                  </a:lnTo>
                  <a:lnTo>
                    <a:pt x="420066" y="1677530"/>
                  </a:lnTo>
                  <a:lnTo>
                    <a:pt x="421138" y="1677450"/>
                  </a:lnTo>
                  <a:lnTo>
                    <a:pt x="422209" y="1677370"/>
                  </a:lnTo>
                  <a:lnTo>
                    <a:pt x="423281" y="1677290"/>
                  </a:lnTo>
                  <a:lnTo>
                    <a:pt x="424353" y="1677209"/>
                  </a:lnTo>
                  <a:lnTo>
                    <a:pt x="425424" y="1677128"/>
                  </a:lnTo>
                  <a:lnTo>
                    <a:pt x="426496" y="1677047"/>
                  </a:lnTo>
                  <a:lnTo>
                    <a:pt x="427567" y="1676965"/>
                  </a:lnTo>
                  <a:lnTo>
                    <a:pt x="428639" y="1676882"/>
                  </a:lnTo>
                  <a:lnTo>
                    <a:pt x="429711" y="1676799"/>
                  </a:lnTo>
                  <a:lnTo>
                    <a:pt x="430782" y="1676716"/>
                  </a:lnTo>
                  <a:lnTo>
                    <a:pt x="431854" y="1676632"/>
                  </a:lnTo>
                  <a:lnTo>
                    <a:pt x="432925" y="1676548"/>
                  </a:lnTo>
                  <a:lnTo>
                    <a:pt x="433997" y="1676464"/>
                  </a:lnTo>
                  <a:lnTo>
                    <a:pt x="435069" y="1676379"/>
                  </a:lnTo>
                  <a:lnTo>
                    <a:pt x="436140" y="1676293"/>
                  </a:lnTo>
                  <a:lnTo>
                    <a:pt x="437212" y="1676208"/>
                  </a:lnTo>
                  <a:lnTo>
                    <a:pt x="438283" y="1676121"/>
                  </a:lnTo>
                  <a:lnTo>
                    <a:pt x="439355" y="1676034"/>
                  </a:lnTo>
                  <a:lnTo>
                    <a:pt x="440427" y="1675947"/>
                  </a:lnTo>
                  <a:lnTo>
                    <a:pt x="441498" y="1675860"/>
                  </a:lnTo>
                  <a:lnTo>
                    <a:pt x="442570" y="1675771"/>
                  </a:lnTo>
                  <a:lnTo>
                    <a:pt x="443641" y="1675683"/>
                  </a:lnTo>
                  <a:lnTo>
                    <a:pt x="444713" y="1675594"/>
                  </a:lnTo>
                  <a:lnTo>
                    <a:pt x="445785" y="1675504"/>
                  </a:lnTo>
                  <a:lnTo>
                    <a:pt x="446856" y="1675414"/>
                  </a:lnTo>
                  <a:lnTo>
                    <a:pt x="447928" y="1675324"/>
                  </a:lnTo>
                  <a:lnTo>
                    <a:pt x="448999" y="1675233"/>
                  </a:lnTo>
                  <a:lnTo>
                    <a:pt x="450071" y="1675141"/>
                  </a:lnTo>
                  <a:lnTo>
                    <a:pt x="451143" y="1675049"/>
                  </a:lnTo>
                  <a:lnTo>
                    <a:pt x="452214" y="1674957"/>
                  </a:lnTo>
                  <a:lnTo>
                    <a:pt x="453286" y="1674864"/>
                  </a:lnTo>
                  <a:lnTo>
                    <a:pt x="454357" y="1674771"/>
                  </a:lnTo>
                  <a:lnTo>
                    <a:pt x="455429" y="1674677"/>
                  </a:lnTo>
                  <a:lnTo>
                    <a:pt x="456501" y="1674583"/>
                  </a:lnTo>
                  <a:lnTo>
                    <a:pt x="457572" y="1674488"/>
                  </a:lnTo>
                  <a:lnTo>
                    <a:pt x="458644" y="1674392"/>
                  </a:lnTo>
                  <a:lnTo>
                    <a:pt x="459715" y="1674297"/>
                  </a:lnTo>
                  <a:lnTo>
                    <a:pt x="460787" y="1674200"/>
                  </a:lnTo>
                  <a:lnTo>
                    <a:pt x="461859" y="1674103"/>
                  </a:lnTo>
                  <a:lnTo>
                    <a:pt x="462930" y="1674006"/>
                  </a:lnTo>
                  <a:lnTo>
                    <a:pt x="464002" y="1673908"/>
                  </a:lnTo>
                  <a:lnTo>
                    <a:pt x="465073" y="1673810"/>
                  </a:lnTo>
                  <a:lnTo>
                    <a:pt x="466145" y="1673711"/>
                  </a:lnTo>
                  <a:lnTo>
                    <a:pt x="467217" y="1673612"/>
                  </a:lnTo>
                  <a:lnTo>
                    <a:pt x="468288" y="1673512"/>
                  </a:lnTo>
                  <a:lnTo>
                    <a:pt x="469360" y="1673411"/>
                  </a:lnTo>
                  <a:lnTo>
                    <a:pt x="470431" y="1673310"/>
                  </a:lnTo>
                  <a:lnTo>
                    <a:pt x="471503" y="1673209"/>
                  </a:lnTo>
                  <a:lnTo>
                    <a:pt x="472575" y="1673106"/>
                  </a:lnTo>
                  <a:lnTo>
                    <a:pt x="473646" y="1673004"/>
                  </a:lnTo>
                  <a:lnTo>
                    <a:pt x="474718" y="1672901"/>
                  </a:lnTo>
                  <a:lnTo>
                    <a:pt x="475789" y="1672797"/>
                  </a:lnTo>
                  <a:lnTo>
                    <a:pt x="476861" y="1672693"/>
                  </a:lnTo>
                  <a:lnTo>
                    <a:pt x="477933" y="1672588"/>
                  </a:lnTo>
                  <a:lnTo>
                    <a:pt x="479004" y="1672483"/>
                  </a:lnTo>
                  <a:lnTo>
                    <a:pt x="480076" y="1672377"/>
                  </a:lnTo>
                  <a:lnTo>
                    <a:pt x="481147" y="1672270"/>
                  </a:lnTo>
                  <a:lnTo>
                    <a:pt x="482219" y="1672163"/>
                  </a:lnTo>
                  <a:lnTo>
                    <a:pt x="483291" y="1672056"/>
                  </a:lnTo>
                  <a:lnTo>
                    <a:pt x="484362" y="1671948"/>
                  </a:lnTo>
                  <a:lnTo>
                    <a:pt x="485434" y="1671839"/>
                  </a:lnTo>
                  <a:lnTo>
                    <a:pt x="486505" y="1671730"/>
                  </a:lnTo>
                  <a:lnTo>
                    <a:pt x="487577" y="1671620"/>
                  </a:lnTo>
                  <a:lnTo>
                    <a:pt x="488649" y="1671510"/>
                  </a:lnTo>
                  <a:lnTo>
                    <a:pt x="489720" y="1671399"/>
                  </a:lnTo>
                  <a:lnTo>
                    <a:pt x="490792" y="1671287"/>
                  </a:lnTo>
                  <a:lnTo>
                    <a:pt x="491863" y="1671175"/>
                  </a:lnTo>
                  <a:lnTo>
                    <a:pt x="492935" y="1671063"/>
                  </a:lnTo>
                  <a:lnTo>
                    <a:pt x="494007" y="1670949"/>
                  </a:lnTo>
                  <a:lnTo>
                    <a:pt x="495078" y="1670836"/>
                  </a:lnTo>
                  <a:lnTo>
                    <a:pt x="496150" y="1670721"/>
                  </a:lnTo>
                  <a:lnTo>
                    <a:pt x="497221" y="1670606"/>
                  </a:lnTo>
                  <a:lnTo>
                    <a:pt x="498293" y="1670490"/>
                  </a:lnTo>
                  <a:lnTo>
                    <a:pt x="499365" y="1670374"/>
                  </a:lnTo>
                  <a:lnTo>
                    <a:pt x="500436" y="1670257"/>
                  </a:lnTo>
                  <a:lnTo>
                    <a:pt x="501508" y="1670140"/>
                  </a:lnTo>
                  <a:lnTo>
                    <a:pt x="502579" y="1670022"/>
                  </a:lnTo>
                  <a:lnTo>
                    <a:pt x="503651" y="1669903"/>
                  </a:lnTo>
                  <a:lnTo>
                    <a:pt x="504723" y="1669784"/>
                  </a:lnTo>
                  <a:lnTo>
                    <a:pt x="505794" y="1669664"/>
                  </a:lnTo>
                  <a:lnTo>
                    <a:pt x="506866" y="1669544"/>
                  </a:lnTo>
                  <a:lnTo>
                    <a:pt x="507937" y="1669423"/>
                  </a:lnTo>
                  <a:lnTo>
                    <a:pt x="509009" y="1669301"/>
                  </a:lnTo>
                  <a:lnTo>
                    <a:pt x="510081" y="1669179"/>
                  </a:lnTo>
                  <a:lnTo>
                    <a:pt x="511152" y="1669056"/>
                  </a:lnTo>
                  <a:lnTo>
                    <a:pt x="512224" y="1668933"/>
                  </a:lnTo>
                  <a:lnTo>
                    <a:pt x="513295" y="1668809"/>
                  </a:lnTo>
                  <a:lnTo>
                    <a:pt x="514367" y="1668684"/>
                  </a:lnTo>
                  <a:lnTo>
                    <a:pt x="515439" y="1668559"/>
                  </a:lnTo>
                  <a:lnTo>
                    <a:pt x="516510" y="1668433"/>
                  </a:lnTo>
                  <a:lnTo>
                    <a:pt x="517582" y="1668306"/>
                  </a:lnTo>
                  <a:lnTo>
                    <a:pt x="518653" y="1668179"/>
                  </a:lnTo>
                  <a:lnTo>
                    <a:pt x="519725" y="1668051"/>
                  </a:lnTo>
                  <a:lnTo>
                    <a:pt x="520797" y="1667922"/>
                  </a:lnTo>
                  <a:lnTo>
                    <a:pt x="521868" y="1667793"/>
                  </a:lnTo>
                  <a:lnTo>
                    <a:pt x="522940" y="1667663"/>
                  </a:lnTo>
                  <a:lnTo>
                    <a:pt x="524011" y="1667533"/>
                  </a:lnTo>
                  <a:lnTo>
                    <a:pt x="525083" y="1667402"/>
                  </a:lnTo>
                  <a:lnTo>
                    <a:pt x="526155" y="1667270"/>
                  </a:lnTo>
                  <a:lnTo>
                    <a:pt x="527226" y="1667138"/>
                  </a:lnTo>
                  <a:lnTo>
                    <a:pt x="528298" y="1667005"/>
                  </a:lnTo>
                  <a:lnTo>
                    <a:pt x="529369" y="1666871"/>
                  </a:lnTo>
                  <a:lnTo>
                    <a:pt x="530441" y="1666736"/>
                  </a:lnTo>
                  <a:lnTo>
                    <a:pt x="531513" y="1666601"/>
                  </a:lnTo>
                  <a:lnTo>
                    <a:pt x="532584" y="1666466"/>
                  </a:lnTo>
                  <a:lnTo>
                    <a:pt x="533656" y="1666329"/>
                  </a:lnTo>
                  <a:lnTo>
                    <a:pt x="534727" y="1666192"/>
                  </a:lnTo>
                  <a:lnTo>
                    <a:pt x="535799" y="1666055"/>
                  </a:lnTo>
                  <a:lnTo>
                    <a:pt x="536870" y="1665917"/>
                  </a:lnTo>
                  <a:lnTo>
                    <a:pt x="537942" y="1665778"/>
                  </a:lnTo>
                  <a:lnTo>
                    <a:pt x="539014" y="1665638"/>
                  </a:lnTo>
                  <a:lnTo>
                    <a:pt x="540085" y="1665498"/>
                  </a:lnTo>
                  <a:lnTo>
                    <a:pt x="541157" y="1665357"/>
                  </a:lnTo>
                  <a:lnTo>
                    <a:pt x="542228" y="1665215"/>
                  </a:lnTo>
                  <a:lnTo>
                    <a:pt x="543300" y="1665073"/>
                  </a:lnTo>
                  <a:lnTo>
                    <a:pt x="544372" y="1664930"/>
                  </a:lnTo>
                  <a:lnTo>
                    <a:pt x="545443" y="1664786"/>
                  </a:lnTo>
                  <a:lnTo>
                    <a:pt x="546515" y="1664641"/>
                  </a:lnTo>
                  <a:lnTo>
                    <a:pt x="547586" y="1664496"/>
                  </a:lnTo>
                  <a:lnTo>
                    <a:pt x="548658" y="1664351"/>
                  </a:lnTo>
                  <a:lnTo>
                    <a:pt x="549730" y="1664204"/>
                  </a:lnTo>
                  <a:lnTo>
                    <a:pt x="550801" y="1664057"/>
                  </a:lnTo>
                  <a:lnTo>
                    <a:pt x="551873" y="1663909"/>
                  </a:lnTo>
                  <a:lnTo>
                    <a:pt x="552944" y="1663761"/>
                  </a:lnTo>
                  <a:lnTo>
                    <a:pt x="554016" y="1663612"/>
                  </a:lnTo>
                  <a:lnTo>
                    <a:pt x="555088" y="1663462"/>
                  </a:lnTo>
                  <a:lnTo>
                    <a:pt x="556159" y="1663311"/>
                  </a:lnTo>
                  <a:lnTo>
                    <a:pt x="557231" y="1663160"/>
                  </a:lnTo>
                  <a:lnTo>
                    <a:pt x="558302" y="1663008"/>
                  </a:lnTo>
                  <a:lnTo>
                    <a:pt x="559374" y="1662855"/>
                  </a:lnTo>
                  <a:lnTo>
                    <a:pt x="560446" y="1662702"/>
                  </a:lnTo>
                  <a:lnTo>
                    <a:pt x="561517" y="1662548"/>
                  </a:lnTo>
                  <a:lnTo>
                    <a:pt x="562589" y="1662393"/>
                  </a:lnTo>
                  <a:lnTo>
                    <a:pt x="563660" y="1662238"/>
                  </a:lnTo>
                  <a:lnTo>
                    <a:pt x="564732" y="1662081"/>
                  </a:lnTo>
                  <a:lnTo>
                    <a:pt x="565804" y="1661924"/>
                  </a:lnTo>
                  <a:lnTo>
                    <a:pt x="566875" y="1661767"/>
                  </a:lnTo>
                  <a:lnTo>
                    <a:pt x="567947" y="1661608"/>
                  </a:lnTo>
                  <a:lnTo>
                    <a:pt x="569018" y="1661449"/>
                  </a:lnTo>
                  <a:lnTo>
                    <a:pt x="570090" y="1661290"/>
                  </a:lnTo>
                  <a:lnTo>
                    <a:pt x="571162" y="1661129"/>
                  </a:lnTo>
                  <a:lnTo>
                    <a:pt x="572233" y="1660968"/>
                  </a:lnTo>
                  <a:lnTo>
                    <a:pt x="573305" y="1660806"/>
                  </a:lnTo>
                  <a:lnTo>
                    <a:pt x="574376" y="1660644"/>
                  </a:lnTo>
                  <a:lnTo>
                    <a:pt x="575448" y="1660480"/>
                  </a:lnTo>
                  <a:lnTo>
                    <a:pt x="576520" y="1660316"/>
                  </a:lnTo>
                  <a:lnTo>
                    <a:pt x="577591" y="1660151"/>
                  </a:lnTo>
                  <a:lnTo>
                    <a:pt x="578663" y="1659986"/>
                  </a:lnTo>
                  <a:lnTo>
                    <a:pt x="579734" y="1659820"/>
                  </a:lnTo>
                  <a:lnTo>
                    <a:pt x="580806" y="1659653"/>
                  </a:lnTo>
                  <a:lnTo>
                    <a:pt x="581878" y="1659485"/>
                  </a:lnTo>
                  <a:lnTo>
                    <a:pt x="582949" y="1659317"/>
                  </a:lnTo>
                  <a:lnTo>
                    <a:pt x="584021" y="1659147"/>
                  </a:lnTo>
                  <a:lnTo>
                    <a:pt x="585092" y="1658978"/>
                  </a:lnTo>
                  <a:lnTo>
                    <a:pt x="586164" y="1658807"/>
                  </a:lnTo>
                  <a:lnTo>
                    <a:pt x="587236" y="1658636"/>
                  </a:lnTo>
                  <a:lnTo>
                    <a:pt x="588307" y="1658463"/>
                  </a:lnTo>
                  <a:lnTo>
                    <a:pt x="589379" y="1658291"/>
                  </a:lnTo>
                  <a:lnTo>
                    <a:pt x="590450" y="1658117"/>
                  </a:lnTo>
                  <a:lnTo>
                    <a:pt x="591522" y="1657943"/>
                  </a:lnTo>
                  <a:lnTo>
                    <a:pt x="592594" y="1657768"/>
                  </a:lnTo>
                  <a:lnTo>
                    <a:pt x="593665" y="1657592"/>
                  </a:lnTo>
                  <a:lnTo>
                    <a:pt x="594737" y="1657416"/>
                  </a:lnTo>
                  <a:lnTo>
                    <a:pt x="595808" y="1657238"/>
                  </a:lnTo>
                  <a:lnTo>
                    <a:pt x="596880" y="1657060"/>
                  </a:lnTo>
                  <a:lnTo>
                    <a:pt x="597952" y="1656882"/>
                  </a:lnTo>
                  <a:lnTo>
                    <a:pt x="599023" y="1656702"/>
                  </a:lnTo>
                  <a:lnTo>
                    <a:pt x="600095" y="1656522"/>
                  </a:lnTo>
                  <a:lnTo>
                    <a:pt x="601166" y="1656341"/>
                  </a:lnTo>
                  <a:lnTo>
                    <a:pt x="602238" y="1656159"/>
                  </a:lnTo>
                  <a:lnTo>
                    <a:pt x="603310" y="1655977"/>
                  </a:lnTo>
                  <a:lnTo>
                    <a:pt x="604381" y="1655793"/>
                  </a:lnTo>
                  <a:lnTo>
                    <a:pt x="605453" y="1655610"/>
                  </a:lnTo>
                  <a:lnTo>
                    <a:pt x="606524" y="1655425"/>
                  </a:lnTo>
                  <a:lnTo>
                    <a:pt x="607596" y="1655239"/>
                  </a:lnTo>
                  <a:lnTo>
                    <a:pt x="608668" y="1655053"/>
                  </a:lnTo>
                  <a:lnTo>
                    <a:pt x="609739" y="1654866"/>
                  </a:lnTo>
                  <a:lnTo>
                    <a:pt x="610811" y="1654678"/>
                  </a:lnTo>
                  <a:lnTo>
                    <a:pt x="611882" y="1654490"/>
                  </a:lnTo>
                  <a:lnTo>
                    <a:pt x="612954" y="1654301"/>
                  </a:lnTo>
                  <a:lnTo>
                    <a:pt x="614026" y="1654111"/>
                  </a:lnTo>
                  <a:lnTo>
                    <a:pt x="615097" y="1653920"/>
                  </a:lnTo>
                  <a:lnTo>
                    <a:pt x="616169" y="1653728"/>
                  </a:lnTo>
                  <a:lnTo>
                    <a:pt x="617240" y="1653536"/>
                  </a:lnTo>
                  <a:lnTo>
                    <a:pt x="618312" y="1653343"/>
                  </a:lnTo>
                  <a:lnTo>
                    <a:pt x="619384" y="1653149"/>
                  </a:lnTo>
                  <a:lnTo>
                    <a:pt x="620455" y="1652955"/>
                  </a:lnTo>
                  <a:lnTo>
                    <a:pt x="621527" y="1652759"/>
                  </a:lnTo>
                  <a:lnTo>
                    <a:pt x="622598" y="1652563"/>
                  </a:lnTo>
                  <a:lnTo>
                    <a:pt x="623670" y="1652366"/>
                  </a:lnTo>
                  <a:lnTo>
                    <a:pt x="624742" y="1652169"/>
                  </a:lnTo>
                  <a:lnTo>
                    <a:pt x="625813" y="1651971"/>
                  </a:lnTo>
                  <a:lnTo>
                    <a:pt x="626885" y="1651771"/>
                  </a:lnTo>
                  <a:lnTo>
                    <a:pt x="627956" y="1651571"/>
                  </a:lnTo>
                  <a:lnTo>
                    <a:pt x="629028" y="1651371"/>
                  </a:lnTo>
                  <a:lnTo>
                    <a:pt x="630100" y="1651169"/>
                  </a:lnTo>
                  <a:lnTo>
                    <a:pt x="631171" y="1650967"/>
                  </a:lnTo>
                  <a:lnTo>
                    <a:pt x="632243" y="1650764"/>
                  </a:lnTo>
                  <a:lnTo>
                    <a:pt x="633314" y="1650560"/>
                  </a:lnTo>
                  <a:lnTo>
                    <a:pt x="634386" y="1650356"/>
                  </a:lnTo>
                  <a:lnTo>
                    <a:pt x="635458" y="1650151"/>
                  </a:lnTo>
                  <a:lnTo>
                    <a:pt x="636529" y="1649945"/>
                  </a:lnTo>
                  <a:lnTo>
                    <a:pt x="637601" y="1649738"/>
                  </a:lnTo>
                  <a:lnTo>
                    <a:pt x="638672" y="1649530"/>
                  </a:lnTo>
                  <a:lnTo>
                    <a:pt x="639744" y="1649322"/>
                  </a:lnTo>
                  <a:lnTo>
                    <a:pt x="640816" y="1649113"/>
                  </a:lnTo>
                  <a:lnTo>
                    <a:pt x="641887" y="1648903"/>
                  </a:lnTo>
                  <a:lnTo>
                    <a:pt x="642959" y="1648692"/>
                  </a:lnTo>
                  <a:lnTo>
                    <a:pt x="644030" y="1648481"/>
                  </a:lnTo>
                  <a:lnTo>
                    <a:pt x="645102" y="1648269"/>
                  </a:lnTo>
                  <a:lnTo>
                    <a:pt x="646174" y="1648056"/>
                  </a:lnTo>
                  <a:lnTo>
                    <a:pt x="647245" y="1647842"/>
                  </a:lnTo>
                  <a:lnTo>
                    <a:pt x="648317" y="1647627"/>
                  </a:lnTo>
                  <a:lnTo>
                    <a:pt x="649388" y="1647412"/>
                  </a:lnTo>
                  <a:lnTo>
                    <a:pt x="650460" y="1647196"/>
                  </a:lnTo>
                  <a:lnTo>
                    <a:pt x="651532" y="1646979"/>
                  </a:lnTo>
                  <a:lnTo>
                    <a:pt x="652603" y="1646761"/>
                  </a:lnTo>
                  <a:lnTo>
                    <a:pt x="653675" y="1646543"/>
                  </a:lnTo>
                  <a:lnTo>
                    <a:pt x="654746" y="1646324"/>
                  </a:lnTo>
                  <a:lnTo>
                    <a:pt x="655818" y="1646104"/>
                  </a:lnTo>
                  <a:lnTo>
                    <a:pt x="656890" y="1645883"/>
                  </a:lnTo>
                  <a:lnTo>
                    <a:pt x="657961" y="1645662"/>
                  </a:lnTo>
                  <a:lnTo>
                    <a:pt x="659033" y="1645439"/>
                  </a:lnTo>
                  <a:lnTo>
                    <a:pt x="660104" y="1645216"/>
                  </a:lnTo>
                  <a:lnTo>
                    <a:pt x="661176" y="1644992"/>
                  </a:lnTo>
                  <a:lnTo>
                    <a:pt x="662248" y="1644768"/>
                  </a:lnTo>
                  <a:lnTo>
                    <a:pt x="663319" y="1644542"/>
                  </a:lnTo>
                  <a:lnTo>
                    <a:pt x="664391" y="1644316"/>
                  </a:lnTo>
                  <a:lnTo>
                    <a:pt x="665462" y="1644089"/>
                  </a:lnTo>
                  <a:lnTo>
                    <a:pt x="666534" y="1643861"/>
                  </a:lnTo>
                  <a:lnTo>
                    <a:pt x="667606" y="1643633"/>
                  </a:lnTo>
                  <a:lnTo>
                    <a:pt x="668677" y="1643404"/>
                  </a:lnTo>
                  <a:lnTo>
                    <a:pt x="669749" y="1643174"/>
                  </a:lnTo>
                  <a:lnTo>
                    <a:pt x="670820" y="1642943"/>
                  </a:lnTo>
                  <a:lnTo>
                    <a:pt x="671892" y="1642711"/>
                  </a:lnTo>
                  <a:lnTo>
                    <a:pt x="672964" y="1642479"/>
                  </a:lnTo>
                  <a:lnTo>
                    <a:pt x="674035" y="1642246"/>
                  </a:lnTo>
                  <a:lnTo>
                    <a:pt x="675107" y="1642012"/>
                  </a:lnTo>
                  <a:lnTo>
                    <a:pt x="676178" y="1641777"/>
                  </a:lnTo>
                  <a:lnTo>
                    <a:pt x="677250" y="1641541"/>
                  </a:lnTo>
                  <a:lnTo>
                    <a:pt x="678322" y="1641305"/>
                  </a:lnTo>
                  <a:lnTo>
                    <a:pt x="679393" y="1641068"/>
                  </a:lnTo>
                  <a:lnTo>
                    <a:pt x="680465" y="1640830"/>
                  </a:lnTo>
                  <a:lnTo>
                    <a:pt x="681536" y="1640591"/>
                  </a:lnTo>
                  <a:lnTo>
                    <a:pt x="682608" y="1640352"/>
                  </a:lnTo>
                  <a:lnTo>
                    <a:pt x="683680" y="1640112"/>
                  </a:lnTo>
                  <a:lnTo>
                    <a:pt x="684751" y="1639871"/>
                  </a:lnTo>
                  <a:lnTo>
                    <a:pt x="685823" y="1639629"/>
                  </a:lnTo>
                  <a:lnTo>
                    <a:pt x="686894" y="1639386"/>
                  </a:lnTo>
                  <a:lnTo>
                    <a:pt x="687966" y="1639143"/>
                  </a:lnTo>
                  <a:lnTo>
                    <a:pt x="689038" y="1638899"/>
                  </a:lnTo>
                  <a:lnTo>
                    <a:pt x="690109" y="1638654"/>
                  </a:lnTo>
                  <a:lnTo>
                    <a:pt x="691181" y="1638408"/>
                  </a:lnTo>
                  <a:lnTo>
                    <a:pt x="692252" y="1638162"/>
                  </a:lnTo>
                  <a:lnTo>
                    <a:pt x="693324" y="1637915"/>
                  </a:lnTo>
                  <a:lnTo>
                    <a:pt x="694396" y="1637667"/>
                  </a:lnTo>
                  <a:lnTo>
                    <a:pt x="695467" y="1637418"/>
                  </a:lnTo>
                  <a:lnTo>
                    <a:pt x="696539" y="1637168"/>
                  </a:lnTo>
                  <a:lnTo>
                    <a:pt x="697610" y="1636918"/>
                  </a:lnTo>
                  <a:lnTo>
                    <a:pt x="698682" y="1636667"/>
                  </a:lnTo>
                  <a:lnTo>
                    <a:pt x="699754" y="1636415"/>
                  </a:lnTo>
                  <a:lnTo>
                    <a:pt x="700825" y="1636162"/>
                  </a:lnTo>
                  <a:lnTo>
                    <a:pt x="701897" y="1635909"/>
                  </a:lnTo>
                  <a:lnTo>
                    <a:pt x="702968" y="1635654"/>
                  </a:lnTo>
                  <a:lnTo>
                    <a:pt x="704040" y="1635399"/>
                  </a:lnTo>
                  <a:lnTo>
                    <a:pt x="705112" y="1635143"/>
                  </a:lnTo>
                  <a:lnTo>
                    <a:pt x="706183" y="1634887"/>
                  </a:lnTo>
                  <a:lnTo>
                    <a:pt x="707255" y="1634629"/>
                  </a:lnTo>
                  <a:lnTo>
                    <a:pt x="708326" y="1634371"/>
                  </a:lnTo>
                  <a:lnTo>
                    <a:pt x="709398" y="1634112"/>
                  </a:lnTo>
                  <a:lnTo>
                    <a:pt x="710469" y="1633853"/>
                  </a:lnTo>
                  <a:lnTo>
                    <a:pt x="711541" y="1633592"/>
                  </a:lnTo>
                  <a:lnTo>
                    <a:pt x="712613" y="1633331"/>
                  </a:lnTo>
                  <a:lnTo>
                    <a:pt x="713684" y="1633069"/>
                  </a:lnTo>
                  <a:lnTo>
                    <a:pt x="714756" y="1632806"/>
                  </a:lnTo>
                  <a:lnTo>
                    <a:pt x="715827" y="1632542"/>
                  </a:lnTo>
                  <a:lnTo>
                    <a:pt x="716899" y="1632278"/>
                  </a:lnTo>
                  <a:lnTo>
                    <a:pt x="717971" y="1632013"/>
                  </a:lnTo>
                  <a:lnTo>
                    <a:pt x="719042" y="1631747"/>
                  </a:lnTo>
                  <a:lnTo>
                    <a:pt x="720114" y="1631480"/>
                  </a:lnTo>
                  <a:lnTo>
                    <a:pt x="721185" y="1631213"/>
                  </a:lnTo>
                  <a:lnTo>
                    <a:pt x="722257" y="1630944"/>
                  </a:lnTo>
                  <a:lnTo>
                    <a:pt x="723329" y="1630675"/>
                  </a:lnTo>
                  <a:lnTo>
                    <a:pt x="724400" y="1630405"/>
                  </a:lnTo>
                  <a:lnTo>
                    <a:pt x="725472" y="1630135"/>
                  </a:lnTo>
                  <a:lnTo>
                    <a:pt x="726543" y="1629863"/>
                  </a:lnTo>
                  <a:lnTo>
                    <a:pt x="727615" y="1629591"/>
                  </a:lnTo>
                  <a:lnTo>
                    <a:pt x="728687" y="1629318"/>
                  </a:lnTo>
                  <a:lnTo>
                    <a:pt x="729758" y="1629045"/>
                  </a:lnTo>
                  <a:lnTo>
                    <a:pt x="730830" y="1628770"/>
                  </a:lnTo>
                  <a:lnTo>
                    <a:pt x="731901" y="1628495"/>
                  </a:lnTo>
                  <a:lnTo>
                    <a:pt x="732973" y="1628219"/>
                  </a:lnTo>
                  <a:lnTo>
                    <a:pt x="734045" y="1627942"/>
                  </a:lnTo>
                  <a:lnTo>
                    <a:pt x="735116" y="1627664"/>
                  </a:lnTo>
                  <a:lnTo>
                    <a:pt x="736188" y="1627386"/>
                  </a:lnTo>
                  <a:lnTo>
                    <a:pt x="737259" y="1627107"/>
                  </a:lnTo>
                  <a:lnTo>
                    <a:pt x="738331" y="1626827"/>
                  </a:lnTo>
                  <a:lnTo>
                    <a:pt x="739403" y="1626546"/>
                  </a:lnTo>
                  <a:lnTo>
                    <a:pt x="740474" y="1626265"/>
                  </a:lnTo>
                  <a:lnTo>
                    <a:pt x="741546" y="1625983"/>
                  </a:lnTo>
                  <a:lnTo>
                    <a:pt x="742617" y="1625700"/>
                  </a:lnTo>
                  <a:lnTo>
                    <a:pt x="743689" y="1625416"/>
                  </a:lnTo>
                  <a:lnTo>
                    <a:pt x="744761" y="1625131"/>
                  </a:lnTo>
                  <a:lnTo>
                    <a:pt x="745832" y="1624846"/>
                  </a:lnTo>
                  <a:lnTo>
                    <a:pt x="746904" y="1624560"/>
                  </a:lnTo>
                  <a:lnTo>
                    <a:pt x="747975" y="1624273"/>
                  </a:lnTo>
                  <a:lnTo>
                    <a:pt x="749047" y="1623985"/>
                  </a:lnTo>
                  <a:lnTo>
                    <a:pt x="750119" y="1623697"/>
                  </a:lnTo>
                  <a:lnTo>
                    <a:pt x="751190" y="1623408"/>
                  </a:lnTo>
                  <a:lnTo>
                    <a:pt x="752262" y="1623118"/>
                  </a:lnTo>
                  <a:lnTo>
                    <a:pt x="753333" y="1622827"/>
                  </a:lnTo>
                  <a:lnTo>
                    <a:pt x="754405" y="1622535"/>
                  </a:lnTo>
                  <a:lnTo>
                    <a:pt x="755477" y="1622243"/>
                  </a:lnTo>
                  <a:lnTo>
                    <a:pt x="756548" y="1621950"/>
                  </a:lnTo>
                  <a:lnTo>
                    <a:pt x="757620" y="1621656"/>
                  </a:lnTo>
                  <a:lnTo>
                    <a:pt x="758691" y="1621362"/>
                  </a:lnTo>
                  <a:lnTo>
                    <a:pt x="759763" y="1621066"/>
                  </a:lnTo>
                  <a:lnTo>
                    <a:pt x="760835" y="1620770"/>
                  </a:lnTo>
                  <a:lnTo>
                    <a:pt x="761906" y="1620473"/>
                  </a:lnTo>
                  <a:lnTo>
                    <a:pt x="762978" y="1620175"/>
                  </a:lnTo>
                  <a:lnTo>
                    <a:pt x="764049" y="1619877"/>
                  </a:lnTo>
                  <a:lnTo>
                    <a:pt x="765121" y="1619578"/>
                  </a:lnTo>
                  <a:lnTo>
                    <a:pt x="766193" y="1619278"/>
                  </a:lnTo>
                  <a:lnTo>
                    <a:pt x="767264" y="1618977"/>
                  </a:lnTo>
                  <a:lnTo>
                    <a:pt x="768336" y="1618676"/>
                  </a:lnTo>
                  <a:lnTo>
                    <a:pt x="769407" y="1618373"/>
                  </a:lnTo>
                  <a:lnTo>
                    <a:pt x="770479" y="1618070"/>
                  </a:lnTo>
                  <a:lnTo>
                    <a:pt x="771551" y="1617766"/>
                  </a:lnTo>
                  <a:lnTo>
                    <a:pt x="772622" y="1617462"/>
                  </a:lnTo>
                  <a:lnTo>
                    <a:pt x="773694" y="1617157"/>
                  </a:lnTo>
                  <a:lnTo>
                    <a:pt x="774765" y="1616850"/>
                  </a:lnTo>
                  <a:lnTo>
                    <a:pt x="775837" y="1616544"/>
                  </a:lnTo>
                  <a:lnTo>
                    <a:pt x="776909" y="1616236"/>
                  </a:lnTo>
                  <a:lnTo>
                    <a:pt x="777980" y="1615927"/>
                  </a:lnTo>
                  <a:lnTo>
                    <a:pt x="779052" y="1615618"/>
                  </a:lnTo>
                  <a:lnTo>
                    <a:pt x="780123" y="1615308"/>
                  </a:lnTo>
                  <a:lnTo>
                    <a:pt x="781195" y="1614998"/>
                  </a:lnTo>
                  <a:lnTo>
                    <a:pt x="782267" y="1614686"/>
                  </a:lnTo>
                  <a:lnTo>
                    <a:pt x="783338" y="1614374"/>
                  </a:lnTo>
                  <a:lnTo>
                    <a:pt x="784410" y="1614061"/>
                  </a:lnTo>
                  <a:lnTo>
                    <a:pt x="785481" y="1613747"/>
                  </a:lnTo>
                  <a:lnTo>
                    <a:pt x="786553" y="1613433"/>
                  </a:lnTo>
                  <a:lnTo>
                    <a:pt x="787625" y="1613117"/>
                  </a:lnTo>
                  <a:lnTo>
                    <a:pt x="788696" y="1612801"/>
                  </a:lnTo>
                  <a:lnTo>
                    <a:pt x="789768" y="1612485"/>
                  </a:lnTo>
                  <a:lnTo>
                    <a:pt x="790839" y="1612167"/>
                  </a:lnTo>
                  <a:lnTo>
                    <a:pt x="791911" y="1611849"/>
                  </a:lnTo>
                  <a:lnTo>
                    <a:pt x="792983" y="1611530"/>
                  </a:lnTo>
                  <a:lnTo>
                    <a:pt x="794054" y="1611210"/>
                  </a:lnTo>
                  <a:lnTo>
                    <a:pt x="795126" y="1610889"/>
                  </a:lnTo>
                  <a:lnTo>
                    <a:pt x="796197" y="1610568"/>
                  </a:lnTo>
                  <a:lnTo>
                    <a:pt x="797269" y="1610246"/>
                  </a:lnTo>
                  <a:lnTo>
                    <a:pt x="798341" y="1609923"/>
                  </a:lnTo>
                  <a:lnTo>
                    <a:pt x="799412" y="1609599"/>
                  </a:lnTo>
                  <a:lnTo>
                    <a:pt x="800484" y="1609275"/>
                  </a:lnTo>
                  <a:lnTo>
                    <a:pt x="801555" y="1608949"/>
                  </a:lnTo>
                  <a:lnTo>
                    <a:pt x="802627" y="1608624"/>
                  </a:lnTo>
                  <a:lnTo>
                    <a:pt x="803699" y="1608297"/>
                  </a:lnTo>
                  <a:lnTo>
                    <a:pt x="804770" y="1607969"/>
                  </a:lnTo>
                  <a:lnTo>
                    <a:pt x="805842" y="1607641"/>
                  </a:lnTo>
                  <a:lnTo>
                    <a:pt x="806913" y="1607312"/>
                  </a:lnTo>
                  <a:lnTo>
                    <a:pt x="807985" y="1606982"/>
                  </a:lnTo>
                  <a:lnTo>
                    <a:pt x="809057" y="1606652"/>
                  </a:lnTo>
                  <a:lnTo>
                    <a:pt x="810128" y="1606321"/>
                  </a:lnTo>
                  <a:lnTo>
                    <a:pt x="811200" y="1605989"/>
                  </a:lnTo>
                  <a:lnTo>
                    <a:pt x="812271" y="1605656"/>
                  </a:lnTo>
                  <a:lnTo>
                    <a:pt x="813343" y="1605322"/>
                  </a:lnTo>
                  <a:lnTo>
                    <a:pt x="814415" y="1604988"/>
                  </a:lnTo>
                  <a:lnTo>
                    <a:pt x="815486" y="1604653"/>
                  </a:lnTo>
                  <a:lnTo>
                    <a:pt x="816558" y="1604317"/>
                  </a:lnTo>
                  <a:lnTo>
                    <a:pt x="817629" y="1603981"/>
                  </a:lnTo>
                  <a:lnTo>
                    <a:pt x="818701" y="1603644"/>
                  </a:lnTo>
                  <a:lnTo>
                    <a:pt x="819773" y="1603305"/>
                  </a:lnTo>
                  <a:lnTo>
                    <a:pt x="820844" y="1602967"/>
                  </a:lnTo>
                  <a:lnTo>
                    <a:pt x="821916" y="1602627"/>
                  </a:lnTo>
                  <a:lnTo>
                    <a:pt x="822987" y="1602287"/>
                  </a:lnTo>
                  <a:lnTo>
                    <a:pt x="824059" y="1601946"/>
                  </a:lnTo>
                  <a:lnTo>
                    <a:pt x="825131" y="1601604"/>
                  </a:lnTo>
                  <a:lnTo>
                    <a:pt x="826202" y="1601261"/>
                  </a:lnTo>
                  <a:lnTo>
                    <a:pt x="827274" y="1600918"/>
                  </a:lnTo>
                  <a:lnTo>
                    <a:pt x="828345" y="1600574"/>
                  </a:lnTo>
                  <a:lnTo>
                    <a:pt x="829417" y="1600229"/>
                  </a:lnTo>
                  <a:lnTo>
                    <a:pt x="830489" y="1599883"/>
                  </a:lnTo>
                  <a:lnTo>
                    <a:pt x="831560" y="1599537"/>
                  </a:lnTo>
                  <a:lnTo>
                    <a:pt x="832632" y="1599190"/>
                  </a:lnTo>
                  <a:lnTo>
                    <a:pt x="833703" y="1598842"/>
                  </a:lnTo>
                  <a:lnTo>
                    <a:pt x="834775" y="1598493"/>
                  </a:lnTo>
                  <a:lnTo>
                    <a:pt x="835847" y="1598144"/>
                  </a:lnTo>
                  <a:lnTo>
                    <a:pt x="836918" y="1597794"/>
                  </a:lnTo>
                  <a:lnTo>
                    <a:pt x="837990" y="1597443"/>
                  </a:lnTo>
                  <a:lnTo>
                    <a:pt x="839061" y="1597091"/>
                  </a:lnTo>
                  <a:lnTo>
                    <a:pt x="840133" y="1596739"/>
                  </a:lnTo>
                  <a:lnTo>
                    <a:pt x="841205" y="1596386"/>
                  </a:lnTo>
                  <a:lnTo>
                    <a:pt x="842276" y="1596032"/>
                  </a:lnTo>
                  <a:lnTo>
                    <a:pt x="843348" y="1595677"/>
                  </a:lnTo>
                  <a:lnTo>
                    <a:pt x="844419" y="1595322"/>
                  </a:lnTo>
                  <a:lnTo>
                    <a:pt x="845491" y="1594966"/>
                  </a:lnTo>
                  <a:lnTo>
                    <a:pt x="846563" y="1594609"/>
                  </a:lnTo>
                  <a:lnTo>
                    <a:pt x="847634" y="1594251"/>
                  </a:lnTo>
                  <a:lnTo>
                    <a:pt x="848706" y="1593893"/>
                  </a:lnTo>
                  <a:lnTo>
                    <a:pt x="849777" y="1593534"/>
                  </a:lnTo>
                  <a:lnTo>
                    <a:pt x="850849" y="1593174"/>
                  </a:lnTo>
                  <a:lnTo>
                    <a:pt x="851921" y="1592813"/>
                  </a:lnTo>
                  <a:lnTo>
                    <a:pt x="852992" y="1592452"/>
                  </a:lnTo>
                  <a:lnTo>
                    <a:pt x="854064" y="1592090"/>
                  </a:lnTo>
                  <a:lnTo>
                    <a:pt x="855135" y="1591727"/>
                  </a:lnTo>
                  <a:lnTo>
                    <a:pt x="856207" y="1591363"/>
                  </a:lnTo>
                  <a:lnTo>
                    <a:pt x="857279" y="1590999"/>
                  </a:lnTo>
                  <a:lnTo>
                    <a:pt x="858350" y="1590634"/>
                  </a:lnTo>
                  <a:lnTo>
                    <a:pt x="859422" y="1590268"/>
                  </a:lnTo>
                  <a:lnTo>
                    <a:pt x="860493" y="1589901"/>
                  </a:lnTo>
                  <a:lnTo>
                    <a:pt x="861565" y="1589534"/>
                  </a:lnTo>
                  <a:lnTo>
                    <a:pt x="862637" y="1589166"/>
                  </a:lnTo>
                  <a:lnTo>
                    <a:pt x="863708" y="1588797"/>
                  </a:lnTo>
                  <a:lnTo>
                    <a:pt x="864780" y="1588427"/>
                  </a:lnTo>
                  <a:lnTo>
                    <a:pt x="865851" y="1588057"/>
                  </a:lnTo>
                  <a:lnTo>
                    <a:pt x="866923" y="1587685"/>
                  </a:lnTo>
                  <a:lnTo>
                    <a:pt x="867995" y="1587314"/>
                  </a:lnTo>
                  <a:lnTo>
                    <a:pt x="869066" y="1586941"/>
                  </a:lnTo>
                  <a:lnTo>
                    <a:pt x="870138" y="1586567"/>
                  </a:lnTo>
                  <a:lnTo>
                    <a:pt x="871209" y="1586193"/>
                  </a:lnTo>
                  <a:lnTo>
                    <a:pt x="872281" y="1585818"/>
                  </a:lnTo>
                  <a:lnTo>
                    <a:pt x="873353" y="1585443"/>
                  </a:lnTo>
                  <a:lnTo>
                    <a:pt x="874424" y="1585066"/>
                  </a:lnTo>
                  <a:lnTo>
                    <a:pt x="875496" y="1584689"/>
                  </a:lnTo>
                  <a:lnTo>
                    <a:pt x="876567" y="1584311"/>
                  </a:lnTo>
                  <a:lnTo>
                    <a:pt x="877639" y="1583933"/>
                  </a:lnTo>
                  <a:lnTo>
                    <a:pt x="878711" y="1583553"/>
                  </a:lnTo>
                  <a:lnTo>
                    <a:pt x="879782" y="1583173"/>
                  </a:lnTo>
                  <a:lnTo>
                    <a:pt x="880854" y="1582792"/>
                  </a:lnTo>
                  <a:lnTo>
                    <a:pt x="881925" y="1582411"/>
                  </a:lnTo>
                  <a:lnTo>
                    <a:pt x="882997" y="1582028"/>
                  </a:lnTo>
                  <a:lnTo>
                    <a:pt x="884069" y="1581645"/>
                  </a:lnTo>
                  <a:lnTo>
                    <a:pt x="885140" y="1581261"/>
                  </a:lnTo>
                  <a:lnTo>
                    <a:pt x="886212" y="1580876"/>
                  </a:lnTo>
                  <a:lnTo>
                    <a:pt x="887283" y="1580491"/>
                  </a:lnTo>
                  <a:lnTo>
                    <a:pt x="888355" y="1580105"/>
                  </a:lnTo>
                  <a:lnTo>
                    <a:pt x="889426" y="1579718"/>
                  </a:lnTo>
                  <a:lnTo>
                    <a:pt x="890498" y="1579330"/>
                  </a:lnTo>
                  <a:lnTo>
                    <a:pt x="891570" y="1578942"/>
                  </a:lnTo>
                  <a:lnTo>
                    <a:pt x="892641" y="1578553"/>
                  </a:lnTo>
                  <a:lnTo>
                    <a:pt x="893713" y="1578163"/>
                  </a:lnTo>
                  <a:lnTo>
                    <a:pt x="894784" y="1577772"/>
                  </a:lnTo>
                  <a:lnTo>
                    <a:pt x="895856" y="1577381"/>
                  </a:lnTo>
                  <a:lnTo>
                    <a:pt x="896928" y="1576989"/>
                  </a:lnTo>
                  <a:lnTo>
                    <a:pt x="897999" y="1576596"/>
                  </a:lnTo>
                  <a:lnTo>
                    <a:pt x="899071" y="1576202"/>
                  </a:lnTo>
                  <a:lnTo>
                    <a:pt x="900142" y="1575808"/>
                  </a:lnTo>
                  <a:lnTo>
                    <a:pt x="901214" y="1575412"/>
                  </a:lnTo>
                  <a:lnTo>
                    <a:pt x="902286" y="1575016"/>
                  </a:lnTo>
                  <a:lnTo>
                    <a:pt x="903357" y="1574620"/>
                  </a:lnTo>
                  <a:lnTo>
                    <a:pt x="904429" y="1574222"/>
                  </a:lnTo>
                  <a:lnTo>
                    <a:pt x="905500" y="1573824"/>
                  </a:lnTo>
                  <a:lnTo>
                    <a:pt x="906572" y="1573425"/>
                  </a:lnTo>
                  <a:lnTo>
                    <a:pt x="907644" y="1573026"/>
                  </a:lnTo>
                  <a:lnTo>
                    <a:pt x="908715" y="1572625"/>
                  </a:lnTo>
                  <a:lnTo>
                    <a:pt x="909787" y="1572224"/>
                  </a:lnTo>
                  <a:lnTo>
                    <a:pt x="910858" y="1571822"/>
                  </a:lnTo>
                  <a:lnTo>
                    <a:pt x="911930" y="1571419"/>
                  </a:lnTo>
                  <a:lnTo>
                    <a:pt x="913002" y="1571016"/>
                  </a:lnTo>
                  <a:lnTo>
                    <a:pt x="914073" y="1570612"/>
                  </a:lnTo>
                  <a:lnTo>
                    <a:pt x="915145" y="1570207"/>
                  </a:lnTo>
                  <a:lnTo>
                    <a:pt x="916216" y="1569801"/>
                  </a:lnTo>
                  <a:lnTo>
                    <a:pt x="917288" y="1569395"/>
                  </a:lnTo>
                  <a:lnTo>
                    <a:pt x="918360" y="1568987"/>
                  </a:lnTo>
                  <a:lnTo>
                    <a:pt x="919431" y="1568579"/>
                  </a:lnTo>
                  <a:lnTo>
                    <a:pt x="920503" y="1568171"/>
                  </a:lnTo>
                  <a:lnTo>
                    <a:pt x="921574" y="1567761"/>
                  </a:lnTo>
                  <a:lnTo>
                    <a:pt x="922646" y="1567351"/>
                  </a:lnTo>
                  <a:lnTo>
                    <a:pt x="923718" y="1566940"/>
                  </a:lnTo>
                  <a:lnTo>
                    <a:pt x="924789" y="1566528"/>
                  </a:lnTo>
                  <a:lnTo>
                    <a:pt x="925861" y="1566116"/>
                  </a:lnTo>
                  <a:lnTo>
                    <a:pt x="926932" y="1565703"/>
                  </a:lnTo>
                  <a:lnTo>
                    <a:pt x="928004" y="1565289"/>
                  </a:lnTo>
                  <a:lnTo>
                    <a:pt x="929076" y="1564874"/>
                  </a:lnTo>
                  <a:lnTo>
                    <a:pt x="930147" y="1564458"/>
                  </a:lnTo>
                  <a:lnTo>
                    <a:pt x="931219" y="1564042"/>
                  </a:lnTo>
                  <a:lnTo>
                    <a:pt x="932290" y="1563625"/>
                  </a:lnTo>
                  <a:lnTo>
                    <a:pt x="933362" y="1563207"/>
                  </a:lnTo>
                  <a:lnTo>
                    <a:pt x="934434" y="1562789"/>
                  </a:lnTo>
                  <a:lnTo>
                    <a:pt x="935505" y="1562370"/>
                  </a:lnTo>
                  <a:lnTo>
                    <a:pt x="936577" y="1561949"/>
                  </a:lnTo>
                  <a:lnTo>
                    <a:pt x="937648" y="1561529"/>
                  </a:lnTo>
                  <a:lnTo>
                    <a:pt x="938720" y="1561107"/>
                  </a:lnTo>
                  <a:lnTo>
                    <a:pt x="939792" y="1560685"/>
                  </a:lnTo>
                  <a:lnTo>
                    <a:pt x="940863" y="1560262"/>
                  </a:lnTo>
                  <a:lnTo>
                    <a:pt x="941935" y="1559838"/>
                  </a:lnTo>
                  <a:lnTo>
                    <a:pt x="943006" y="1559413"/>
                  </a:lnTo>
                  <a:lnTo>
                    <a:pt x="944078" y="1558988"/>
                  </a:lnTo>
                  <a:lnTo>
                    <a:pt x="945150" y="1558562"/>
                  </a:lnTo>
                  <a:lnTo>
                    <a:pt x="946221" y="1558135"/>
                  </a:lnTo>
                  <a:lnTo>
                    <a:pt x="947293" y="1557707"/>
                  </a:lnTo>
                  <a:lnTo>
                    <a:pt x="948364" y="1557279"/>
                  </a:lnTo>
                  <a:lnTo>
                    <a:pt x="949436" y="1556850"/>
                  </a:lnTo>
                  <a:lnTo>
                    <a:pt x="950508" y="1556420"/>
                  </a:lnTo>
                  <a:lnTo>
                    <a:pt x="951579" y="1555989"/>
                  </a:lnTo>
                  <a:lnTo>
                    <a:pt x="952651" y="1555558"/>
                  </a:lnTo>
                  <a:lnTo>
                    <a:pt x="953722" y="1555125"/>
                  </a:lnTo>
                  <a:lnTo>
                    <a:pt x="954794" y="1554692"/>
                  </a:lnTo>
                  <a:lnTo>
                    <a:pt x="955866" y="1554259"/>
                  </a:lnTo>
                  <a:lnTo>
                    <a:pt x="956937" y="1553824"/>
                  </a:lnTo>
                  <a:lnTo>
                    <a:pt x="958009" y="1553389"/>
                  </a:lnTo>
                  <a:lnTo>
                    <a:pt x="959080" y="1552953"/>
                  </a:lnTo>
                  <a:lnTo>
                    <a:pt x="960152" y="1552516"/>
                  </a:lnTo>
                  <a:lnTo>
                    <a:pt x="961224" y="1552078"/>
                  </a:lnTo>
                  <a:lnTo>
                    <a:pt x="962295" y="1551640"/>
                  </a:lnTo>
                  <a:lnTo>
                    <a:pt x="963367" y="1551201"/>
                  </a:lnTo>
                  <a:lnTo>
                    <a:pt x="964438" y="1550761"/>
                  </a:lnTo>
                  <a:lnTo>
                    <a:pt x="965510" y="1550321"/>
                  </a:lnTo>
                  <a:lnTo>
                    <a:pt x="966582" y="1549879"/>
                  </a:lnTo>
                  <a:lnTo>
                    <a:pt x="967653" y="1549437"/>
                  </a:lnTo>
                  <a:lnTo>
                    <a:pt x="968725" y="1548994"/>
                  </a:lnTo>
                  <a:lnTo>
                    <a:pt x="969796" y="1548550"/>
                  </a:lnTo>
                  <a:lnTo>
                    <a:pt x="970868" y="1548106"/>
                  </a:lnTo>
                  <a:lnTo>
                    <a:pt x="971940" y="1547661"/>
                  </a:lnTo>
                  <a:lnTo>
                    <a:pt x="973011" y="1547215"/>
                  </a:lnTo>
                  <a:lnTo>
                    <a:pt x="974083" y="1546768"/>
                  </a:lnTo>
                  <a:lnTo>
                    <a:pt x="975154" y="1546320"/>
                  </a:lnTo>
                  <a:lnTo>
                    <a:pt x="976226" y="1545872"/>
                  </a:lnTo>
                  <a:lnTo>
                    <a:pt x="977298" y="1545423"/>
                  </a:lnTo>
                  <a:lnTo>
                    <a:pt x="978369" y="1544973"/>
                  </a:lnTo>
                  <a:lnTo>
                    <a:pt x="979441" y="1544522"/>
                  </a:lnTo>
                  <a:lnTo>
                    <a:pt x="980512" y="1544071"/>
                  </a:lnTo>
                  <a:lnTo>
                    <a:pt x="981584" y="1543619"/>
                  </a:lnTo>
                  <a:lnTo>
                    <a:pt x="982656" y="1543166"/>
                  </a:lnTo>
                  <a:lnTo>
                    <a:pt x="983727" y="1542712"/>
                  </a:lnTo>
                  <a:lnTo>
                    <a:pt x="984799" y="1542257"/>
                  </a:lnTo>
                  <a:lnTo>
                    <a:pt x="985870" y="1541802"/>
                  </a:lnTo>
                  <a:lnTo>
                    <a:pt x="986942" y="1541346"/>
                  </a:lnTo>
                  <a:lnTo>
                    <a:pt x="988014" y="1540889"/>
                  </a:lnTo>
                  <a:lnTo>
                    <a:pt x="989085" y="1540432"/>
                  </a:lnTo>
                  <a:lnTo>
                    <a:pt x="990157" y="1539973"/>
                  </a:lnTo>
                  <a:lnTo>
                    <a:pt x="991228" y="1539514"/>
                  </a:lnTo>
                  <a:lnTo>
                    <a:pt x="992300" y="1539054"/>
                  </a:lnTo>
                  <a:lnTo>
                    <a:pt x="993372" y="1538593"/>
                  </a:lnTo>
                  <a:lnTo>
                    <a:pt x="994443" y="1538132"/>
                  </a:lnTo>
                  <a:lnTo>
                    <a:pt x="995515" y="1537669"/>
                  </a:lnTo>
                  <a:lnTo>
                    <a:pt x="996586" y="1537206"/>
                  </a:lnTo>
                  <a:lnTo>
                    <a:pt x="997658" y="1536742"/>
                  </a:lnTo>
                  <a:lnTo>
                    <a:pt x="998730" y="1536278"/>
                  </a:lnTo>
                  <a:lnTo>
                    <a:pt x="999801" y="1535812"/>
                  </a:lnTo>
                  <a:lnTo>
                    <a:pt x="1000873" y="1535346"/>
                  </a:lnTo>
                  <a:lnTo>
                    <a:pt x="1001944" y="1534879"/>
                  </a:lnTo>
                  <a:lnTo>
                    <a:pt x="1003016" y="1534411"/>
                  </a:lnTo>
                  <a:lnTo>
                    <a:pt x="1004088" y="1533943"/>
                  </a:lnTo>
                  <a:lnTo>
                    <a:pt x="1005159" y="1533473"/>
                  </a:lnTo>
                  <a:lnTo>
                    <a:pt x="1006231" y="1533003"/>
                  </a:lnTo>
                  <a:lnTo>
                    <a:pt x="1007302" y="1532532"/>
                  </a:lnTo>
                  <a:lnTo>
                    <a:pt x="1008374" y="1532061"/>
                  </a:lnTo>
                  <a:lnTo>
                    <a:pt x="1009446" y="1531588"/>
                  </a:lnTo>
                  <a:lnTo>
                    <a:pt x="1010517" y="1531115"/>
                  </a:lnTo>
                  <a:lnTo>
                    <a:pt x="1011589" y="1530641"/>
                  </a:lnTo>
                  <a:lnTo>
                    <a:pt x="1012660" y="1530166"/>
                  </a:lnTo>
                  <a:lnTo>
                    <a:pt x="1013732" y="1529690"/>
                  </a:lnTo>
                  <a:lnTo>
                    <a:pt x="1014804" y="1529214"/>
                  </a:lnTo>
                  <a:lnTo>
                    <a:pt x="1015875" y="1528736"/>
                  </a:lnTo>
                  <a:lnTo>
                    <a:pt x="1016947" y="1528258"/>
                  </a:lnTo>
                  <a:lnTo>
                    <a:pt x="1018018" y="1527779"/>
                  </a:lnTo>
                  <a:lnTo>
                    <a:pt x="1019090" y="1527300"/>
                  </a:lnTo>
                  <a:lnTo>
                    <a:pt x="1020162" y="1526819"/>
                  </a:lnTo>
                  <a:lnTo>
                    <a:pt x="1021233" y="1526338"/>
                  </a:lnTo>
                  <a:lnTo>
                    <a:pt x="1022305" y="1525856"/>
                  </a:lnTo>
                  <a:lnTo>
                    <a:pt x="1023376" y="1525373"/>
                  </a:lnTo>
                  <a:lnTo>
                    <a:pt x="1024448" y="1524889"/>
                  </a:lnTo>
                  <a:lnTo>
                    <a:pt x="1025520" y="1524405"/>
                  </a:lnTo>
                  <a:lnTo>
                    <a:pt x="1026591" y="1523920"/>
                  </a:lnTo>
                  <a:lnTo>
                    <a:pt x="1027663" y="1523434"/>
                  </a:lnTo>
                  <a:lnTo>
                    <a:pt x="1028734" y="1522947"/>
                  </a:lnTo>
                  <a:lnTo>
                    <a:pt x="1029806" y="1522459"/>
                  </a:lnTo>
                  <a:lnTo>
                    <a:pt x="1030878" y="1521971"/>
                  </a:lnTo>
                  <a:lnTo>
                    <a:pt x="1031949" y="1521482"/>
                  </a:lnTo>
                  <a:lnTo>
                    <a:pt x="1033021" y="1520991"/>
                  </a:lnTo>
                  <a:lnTo>
                    <a:pt x="1034092" y="1520501"/>
                  </a:lnTo>
                  <a:lnTo>
                    <a:pt x="1035164" y="1520009"/>
                  </a:lnTo>
                  <a:lnTo>
                    <a:pt x="1036236" y="1519516"/>
                  </a:lnTo>
                  <a:lnTo>
                    <a:pt x="1037307" y="1519023"/>
                  </a:lnTo>
                  <a:lnTo>
                    <a:pt x="1038379" y="1518529"/>
                  </a:lnTo>
                  <a:lnTo>
                    <a:pt x="1039450" y="1518034"/>
                  </a:lnTo>
                  <a:lnTo>
                    <a:pt x="1040522" y="1517538"/>
                  </a:lnTo>
                  <a:lnTo>
                    <a:pt x="1041594" y="1517042"/>
                  </a:lnTo>
                  <a:lnTo>
                    <a:pt x="1042665" y="1516545"/>
                  </a:lnTo>
                  <a:lnTo>
                    <a:pt x="1043737" y="1516046"/>
                  </a:lnTo>
                  <a:lnTo>
                    <a:pt x="1044808" y="1515547"/>
                  </a:lnTo>
                  <a:lnTo>
                    <a:pt x="1045880" y="1515048"/>
                  </a:lnTo>
                  <a:lnTo>
                    <a:pt x="1046952" y="1514547"/>
                  </a:lnTo>
                  <a:lnTo>
                    <a:pt x="1048023" y="1514046"/>
                  </a:lnTo>
                  <a:lnTo>
                    <a:pt x="1049095" y="1513543"/>
                  </a:lnTo>
                  <a:lnTo>
                    <a:pt x="1050166" y="1513040"/>
                  </a:lnTo>
                  <a:lnTo>
                    <a:pt x="1051238" y="1512536"/>
                  </a:lnTo>
                  <a:lnTo>
                    <a:pt x="1052310" y="1512032"/>
                  </a:lnTo>
                  <a:lnTo>
                    <a:pt x="1053381" y="1511526"/>
                  </a:lnTo>
                  <a:lnTo>
                    <a:pt x="1054453" y="1511020"/>
                  </a:lnTo>
                  <a:lnTo>
                    <a:pt x="1055524" y="1510513"/>
                  </a:lnTo>
                  <a:lnTo>
                    <a:pt x="1056596" y="1510005"/>
                  </a:lnTo>
                  <a:lnTo>
                    <a:pt x="1057668" y="1509496"/>
                  </a:lnTo>
                  <a:lnTo>
                    <a:pt x="1058739" y="1508986"/>
                  </a:lnTo>
                  <a:lnTo>
                    <a:pt x="1059811" y="1508476"/>
                  </a:lnTo>
                  <a:lnTo>
                    <a:pt x="1060882" y="1507965"/>
                  </a:lnTo>
                  <a:lnTo>
                    <a:pt x="1061954" y="1507452"/>
                  </a:lnTo>
                  <a:lnTo>
                    <a:pt x="1063026" y="1506939"/>
                  </a:lnTo>
                  <a:lnTo>
                    <a:pt x="1064097" y="1506426"/>
                  </a:lnTo>
                  <a:lnTo>
                    <a:pt x="1065169" y="1505911"/>
                  </a:lnTo>
                  <a:lnTo>
                    <a:pt x="1066240" y="1505396"/>
                  </a:lnTo>
                  <a:lnTo>
                    <a:pt x="1067312" y="1504879"/>
                  </a:lnTo>
                  <a:lnTo>
                    <a:pt x="1068383" y="1504362"/>
                  </a:lnTo>
                  <a:lnTo>
                    <a:pt x="1069455" y="1503844"/>
                  </a:lnTo>
                  <a:lnTo>
                    <a:pt x="1070527" y="1503326"/>
                  </a:lnTo>
                  <a:lnTo>
                    <a:pt x="1071598" y="1502806"/>
                  </a:lnTo>
                  <a:lnTo>
                    <a:pt x="1072670" y="1502285"/>
                  </a:lnTo>
                  <a:lnTo>
                    <a:pt x="1073741" y="1501764"/>
                  </a:lnTo>
                  <a:lnTo>
                    <a:pt x="1074813" y="1501242"/>
                  </a:lnTo>
                  <a:lnTo>
                    <a:pt x="1075885" y="1500719"/>
                  </a:lnTo>
                  <a:lnTo>
                    <a:pt x="1076956" y="1500195"/>
                  </a:lnTo>
                  <a:lnTo>
                    <a:pt x="1078028" y="1499671"/>
                  </a:lnTo>
                  <a:lnTo>
                    <a:pt x="1079099" y="1499145"/>
                  </a:lnTo>
                  <a:lnTo>
                    <a:pt x="1080171" y="1498619"/>
                  </a:lnTo>
                  <a:lnTo>
                    <a:pt x="1081243" y="1498092"/>
                  </a:lnTo>
                  <a:lnTo>
                    <a:pt x="1082314" y="1497564"/>
                  </a:lnTo>
                  <a:lnTo>
                    <a:pt x="1083386" y="1497035"/>
                  </a:lnTo>
                  <a:lnTo>
                    <a:pt x="1084457" y="1496505"/>
                  </a:lnTo>
                  <a:lnTo>
                    <a:pt x="1085529" y="1495974"/>
                  </a:lnTo>
                  <a:lnTo>
                    <a:pt x="1086601" y="1495443"/>
                  </a:lnTo>
                  <a:lnTo>
                    <a:pt x="1087672" y="1494911"/>
                  </a:lnTo>
                  <a:lnTo>
                    <a:pt x="1088744" y="1494378"/>
                  </a:lnTo>
                  <a:lnTo>
                    <a:pt x="1089815" y="1493844"/>
                  </a:lnTo>
                  <a:lnTo>
                    <a:pt x="1090887" y="1493309"/>
                  </a:lnTo>
                  <a:lnTo>
                    <a:pt x="1091959" y="1492773"/>
                  </a:lnTo>
                  <a:lnTo>
                    <a:pt x="1093030" y="1492236"/>
                  </a:lnTo>
                  <a:lnTo>
                    <a:pt x="1094102" y="1491699"/>
                  </a:lnTo>
                  <a:lnTo>
                    <a:pt x="1095173" y="1491161"/>
                  </a:lnTo>
                  <a:lnTo>
                    <a:pt x="1096245" y="1490622"/>
                  </a:lnTo>
                  <a:lnTo>
                    <a:pt x="1097317" y="1490082"/>
                  </a:lnTo>
                  <a:lnTo>
                    <a:pt x="1098388" y="1489541"/>
                  </a:lnTo>
                  <a:lnTo>
                    <a:pt x="1099460" y="1488999"/>
                  </a:lnTo>
                  <a:lnTo>
                    <a:pt x="1100531" y="1488456"/>
                  </a:lnTo>
                  <a:lnTo>
                    <a:pt x="1101603" y="1487913"/>
                  </a:lnTo>
                  <a:lnTo>
                    <a:pt x="1102675" y="1487369"/>
                  </a:lnTo>
                  <a:lnTo>
                    <a:pt x="1103746" y="1486823"/>
                  </a:lnTo>
                  <a:lnTo>
                    <a:pt x="1104818" y="1486277"/>
                  </a:lnTo>
                  <a:lnTo>
                    <a:pt x="1105889" y="1485730"/>
                  </a:lnTo>
                  <a:lnTo>
                    <a:pt x="1106961" y="1485183"/>
                  </a:lnTo>
                  <a:lnTo>
                    <a:pt x="1108033" y="1484634"/>
                  </a:lnTo>
                  <a:lnTo>
                    <a:pt x="1109104" y="1484084"/>
                  </a:lnTo>
                  <a:lnTo>
                    <a:pt x="1110176" y="1483534"/>
                  </a:lnTo>
                  <a:lnTo>
                    <a:pt x="1111247" y="1482983"/>
                  </a:lnTo>
                  <a:lnTo>
                    <a:pt x="1112319" y="1482430"/>
                  </a:lnTo>
                  <a:lnTo>
                    <a:pt x="1113391" y="1481877"/>
                  </a:lnTo>
                  <a:lnTo>
                    <a:pt x="1114462" y="1481323"/>
                  </a:lnTo>
                  <a:lnTo>
                    <a:pt x="1115534" y="1480768"/>
                  </a:lnTo>
                  <a:lnTo>
                    <a:pt x="1116605" y="1480213"/>
                  </a:lnTo>
                  <a:lnTo>
                    <a:pt x="1117677" y="1479656"/>
                  </a:lnTo>
                  <a:lnTo>
                    <a:pt x="1118749" y="1479099"/>
                  </a:lnTo>
                  <a:lnTo>
                    <a:pt x="1119820" y="1478540"/>
                  </a:lnTo>
                  <a:lnTo>
                    <a:pt x="1120892" y="1477981"/>
                  </a:lnTo>
                  <a:lnTo>
                    <a:pt x="1121963" y="1477421"/>
                  </a:lnTo>
                  <a:lnTo>
                    <a:pt x="1123035" y="1476860"/>
                  </a:lnTo>
                  <a:lnTo>
                    <a:pt x="1124107" y="1476298"/>
                  </a:lnTo>
                  <a:lnTo>
                    <a:pt x="1125178" y="1475735"/>
                  </a:lnTo>
                  <a:lnTo>
                    <a:pt x="1126250" y="1475171"/>
                  </a:lnTo>
                  <a:lnTo>
                    <a:pt x="1127321" y="1474607"/>
                  </a:lnTo>
                  <a:lnTo>
                    <a:pt x="1128393" y="1474041"/>
                  </a:lnTo>
                  <a:lnTo>
                    <a:pt x="1129465" y="1473475"/>
                  </a:lnTo>
                  <a:lnTo>
                    <a:pt x="1130536" y="1472907"/>
                  </a:lnTo>
                  <a:lnTo>
                    <a:pt x="1131608" y="1472339"/>
                  </a:lnTo>
                  <a:lnTo>
                    <a:pt x="1132679" y="1471770"/>
                  </a:lnTo>
                  <a:lnTo>
                    <a:pt x="1133751" y="1471200"/>
                  </a:lnTo>
                  <a:lnTo>
                    <a:pt x="1134823" y="1470629"/>
                  </a:lnTo>
                  <a:lnTo>
                    <a:pt x="1135894" y="1470058"/>
                  </a:lnTo>
                  <a:lnTo>
                    <a:pt x="1136966" y="1469485"/>
                  </a:lnTo>
                  <a:lnTo>
                    <a:pt x="1138037" y="1468912"/>
                  </a:lnTo>
                  <a:lnTo>
                    <a:pt x="1139109" y="1468337"/>
                  </a:lnTo>
                  <a:lnTo>
                    <a:pt x="1140181" y="1467762"/>
                  </a:lnTo>
                  <a:lnTo>
                    <a:pt x="1141252" y="1467186"/>
                  </a:lnTo>
                  <a:lnTo>
                    <a:pt x="1142324" y="1466609"/>
                  </a:lnTo>
                  <a:lnTo>
                    <a:pt x="1143395" y="1466032"/>
                  </a:lnTo>
                  <a:lnTo>
                    <a:pt x="1144467" y="1465453"/>
                  </a:lnTo>
                  <a:lnTo>
                    <a:pt x="1145539" y="1464873"/>
                  </a:lnTo>
                  <a:lnTo>
                    <a:pt x="1146610" y="1464293"/>
                  </a:lnTo>
                  <a:lnTo>
                    <a:pt x="1147682" y="1463712"/>
                  </a:lnTo>
                  <a:lnTo>
                    <a:pt x="1148753" y="1463130"/>
                  </a:lnTo>
                  <a:lnTo>
                    <a:pt x="1149825" y="1462547"/>
                  </a:lnTo>
                  <a:lnTo>
                    <a:pt x="1150897" y="1461964"/>
                  </a:lnTo>
                  <a:lnTo>
                    <a:pt x="1151968" y="1461379"/>
                  </a:lnTo>
                  <a:lnTo>
                    <a:pt x="1153040" y="1460794"/>
                  </a:lnTo>
                  <a:lnTo>
                    <a:pt x="1154111" y="1460208"/>
                  </a:lnTo>
                  <a:lnTo>
                    <a:pt x="1155183" y="1459621"/>
                  </a:lnTo>
                  <a:lnTo>
                    <a:pt x="1156255" y="1459033"/>
                  </a:lnTo>
                  <a:lnTo>
                    <a:pt x="1157326" y="1458445"/>
                  </a:lnTo>
                  <a:lnTo>
                    <a:pt x="1158398" y="1457855"/>
                  </a:lnTo>
                  <a:lnTo>
                    <a:pt x="1159469" y="1457265"/>
                  </a:lnTo>
                  <a:lnTo>
                    <a:pt x="1160541" y="1456674"/>
                  </a:lnTo>
                  <a:lnTo>
                    <a:pt x="1161613" y="1456083"/>
                  </a:lnTo>
                  <a:lnTo>
                    <a:pt x="1162684" y="1455490"/>
                  </a:lnTo>
                  <a:lnTo>
                    <a:pt x="1163756" y="1454897"/>
                  </a:lnTo>
                  <a:lnTo>
                    <a:pt x="1164827" y="1454302"/>
                  </a:lnTo>
                  <a:lnTo>
                    <a:pt x="1165899" y="1453707"/>
                  </a:lnTo>
                  <a:lnTo>
                    <a:pt x="1166971" y="1453112"/>
                  </a:lnTo>
                  <a:lnTo>
                    <a:pt x="1168042" y="1452515"/>
                  </a:lnTo>
                  <a:lnTo>
                    <a:pt x="1169114" y="1451918"/>
                  </a:lnTo>
                  <a:lnTo>
                    <a:pt x="1170185" y="1451320"/>
                  </a:lnTo>
                  <a:lnTo>
                    <a:pt x="1171257" y="1450721"/>
                  </a:lnTo>
                  <a:lnTo>
                    <a:pt x="1172329" y="1450121"/>
                  </a:lnTo>
                  <a:lnTo>
                    <a:pt x="1173400" y="1449521"/>
                  </a:lnTo>
                  <a:lnTo>
                    <a:pt x="1174472" y="1448920"/>
                  </a:lnTo>
                  <a:lnTo>
                    <a:pt x="1175543" y="1448318"/>
                  </a:lnTo>
                  <a:lnTo>
                    <a:pt x="1176615" y="1447715"/>
                  </a:lnTo>
                  <a:lnTo>
                    <a:pt x="1177687" y="1447112"/>
                  </a:lnTo>
                  <a:lnTo>
                    <a:pt x="1178758" y="1446508"/>
                  </a:lnTo>
                  <a:lnTo>
                    <a:pt x="1179830" y="1445903"/>
                  </a:lnTo>
                  <a:lnTo>
                    <a:pt x="1180901" y="1445297"/>
                  </a:lnTo>
                  <a:lnTo>
                    <a:pt x="1181973" y="1444691"/>
                  </a:lnTo>
                  <a:lnTo>
                    <a:pt x="1183045" y="1444084"/>
                  </a:lnTo>
                  <a:lnTo>
                    <a:pt x="1184116" y="1443476"/>
                  </a:lnTo>
                  <a:lnTo>
                    <a:pt x="1185188" y="1442867"/>
                  </a:lnTo>
                  <a:lnTo>
                    <a:pt x="1186259" y="1442258"/>
                  </a:lnTo>
                  <a:lnTo>
                    <a:pt x="1187331" y="1441648"/>
                  </a:lnTo>
                  <a:lnTo>
                    <a:pt x="1188403" y="1441037"/>
                  </a:lnTo>
                  <a:lnTo>
                    <a:pt x="1189474" y="1440425"/>
                  </a:lnTo>
                  <a:lnTo>
                    <a:pt x="1190546" y="1439813"/>
                  </a:lnTo>
                  <a:lnTo>
                    <a:pt x="1191617" y="1439200"/>
                  </a:lnTo>
                  <a:lnTo>
                    <a:pt x="1192689" y="1438586"/>
                  </a:lnTo>
                  <a:lnTo>
                    <a:pt x="1193761" y="1437972"/>
                  </a:lnTo>
                  <a:lnTo>
                    <a:pt x="1194832" y="1437357"/>
                  </a:lnTo>
                  <a:lnTo>
                    <a:pt x="1195904" y="1436741"/>
                  </a:lnTo>
                  <a:lnTo>
                    <a:pt x="1196975" y="1436125"/>
                  </a:lnTo>
                  <a:lnTo>
                    <a:pt x="1198047" y="1435508"/>
                  </a:lnTo>
                  <a:lnTo>
                    <a:pt x="1199119" y="1434890"/>
                  </a:lnTo>
                  <a:lnTo>
                    <a:pt x="1200190" y="1434271"/>
                  </a:lnTo>
                  <a:lnTo>
                    <a:pt x="1201262" y="1433652"/>
                  </a:lnTo>
                  <a:lnTo>
                    <a:pt x="1202333" y="1433032"/>
                  </a:lnTo>
                  <a:lnTo>
                    <a:pt x="1203405" y="1432411"/>
                  </a:lnTo>
                  <a:lnTo>
                    <a:pt x="1204477" y="1431790"/>
                  </a:lnTo>
                  <a:lnTo>
                    <a:pt x="1205548" y="1431168"/>
                  </a:lnTo>
                  <a:lnTo>
                    <a:pt x="1206620" y="1430545"/>
                  </a:lnTo>
                  <a:lnTo>
                    <a:pt x="1207691" y="1429922"/>
                  </a:lnTo>
                  <a:lnTo>
                    <a:pt x="1208763" y="1429298"/>
                  </a:lnTo>
                  <a:lnTo>
                    <a:pt x="1209835" y="1428674"/>
                  </a:lnTo>
                  <a:lnTo>
                    <a:pt x="1210906" y="1428048"/>
                  </a:lnTo>
                  <a:lnTo>
                    <a:pt x="1211978" y="1427422"/>
                  </a:lnTo>
                  <a:lnTo>
                    <a:pt x="1213049" y="1426796"/>
                  </a:lnTo>
                  <a:lnTo>
                    <a:pt x="1214121" y="1426169"/>
                  </a:lnTo>
                  <a:lnTo>
                    <a:pt x="1215193" y="1425541"/>
                  </a:lnTo>
                  <a:lnTo>
                    <a:pt x="1216264" y="1424912"/>
                  </a:lnTo>
                  <a:lnTo>
                    <a:pt x="1217336" y="1424283"/>
                  </a:lnTo>
                  <a:lnTo>
                    <a:pt x="1218407" y="1423653"/>
                  </a:lnTo>
                  <a:lnTo>
                    <a:pt x="1219479" y="1423023"/>
                  </a:lnTo>
                  <a:lnTo>
                    <a:pt x="1220551" y="1422392"/>
                  </a:lnTo>
                  <a:lnTo>
                    <a:pt x="1221622" y="1421760"/>
                  </a:lnTo>
                  <a:lnTo>
                    <a:pt x="1222694" y="1421128"/>
                  </a:lnTo>
                  <a:lnTo>
                    <a:pt x="1223765" y="1420495"/>
                  </a:lnTo>
                  <a:lnTo>
                    <a:pt x="1224837" y="1419861"/>
                  </a:lnTo>
                  <a:lnTo>
                    <a:pt x="1225909" y="1419227"/>
                  </a:lnTo>
                  <a:lnTo>
                    <a:pt x="1226980" y="1418592"/>
                  </a:lnTo>
                  <a:lnTo>
                    <a:pt x="1228052" y="1417957"/>
                  </a:lnTo>
                  <a:lnTo>
                    <a:pt x="1229123" y="1417321"/>
                  </a:lnTo>
                  <a:lnTo>
                    <a:pt x="1230195" y="1416684"/>
                  </a:lnTo>
                  <a:lnTo>
                    <a:pt x="1231267" y="1416047"/>
                  </a:lnTo>
                  <a:lnTo>
                    <a:pt x="1232338" y="1415409"/>
                  </a:lnTo>
                  <a:lnTo>
                    <a:pt x="1233410" y="1414771"/>
                  </a:lnTo>
                  <a:lnTo>
                    <a:pt x="1234481" y="1414132"/>
                  </a:lnTo>
                  <a:lnTo>
                    <a:pt x="1235553" y="1413493"/>
                  </a:lnTo>
                  <a:lnTo>
                    <a:pt x="1236625" y="1412853"/>
                  </a:lnTo>
                  <a:lnTo>
                    <a:pt x="1237696" y="1412212"/>
                  </a:lnTo>
                  <a:lnTo>
                    <a:pt x="1238768" y="1411571"/>
                  </a:lnTo>
                  <a:lnTo>
                    <a:pt x="1239839" y="1410929"/>
                  </a:lnTo>
                  <a:lnTo>
                    <a:pt x="1240911" y="1410286"/>
                  </a:lnTo>
                  <a:lnTo>
                    <a:pt x="1241983" y="1409643"/>
                  </a:lnTo>
                  <a:lnTo>
                    <a:pt x="1243054" y="1409000"/>
                  </a:lnTo>
                  <a:lnTo>
                    <a:pt x="1244126" y="1408356"/>
                  </a:lnTo>
                  <a:lnTo>
                    <a:pt x="1245197" y="1407711"/>
                  </a:lnTo>
                  <a:lnTo>
                    <a:pt x="1246269" y="1407066"/>
                  </a:lnTo>
                  <a:lnTo>
                    <a:pt x="1247340" y="1406420"/>
                  </a:lnTo>
                  <a:lnTo>
                    <a:pt x="1248412" y="1405774"/>
                  </a:lnTo>
                  <a:lnTo>
                    <a:pt x="1249484" y="1405127"/>
                  </a:lnTo>
                  <a:lnTo>
                    <a:pt x="1250555" y="1404480"/>
                  </a:lnTo>
                  <a:lnTo>
                    <a:pt x="1251627" y="1403832"/>
                  </a:lnTo>
                  <a:lnTo>
                    <a:pt x="1252698" y="1403184"/>
                  </a:lnTo>
                  <a:lnTo>
                    <a:pt x="1253770" y="1402535"/>
                  </a:lnTo>
                  <a:lnTo>
                    <a:pt x="1254842" y="1401886"/>
                  </a:lnTo>
                  <a:lnTo>
                    <a:pt x="1255913" y="1401236"/>
                  </a:lnTo>
                  <a:lnTo>
                    <a:pt x="1256985" y="1400585"/>
                  </a:lnTo>
                  <a:lnTo>
                    <a:pt x="1258056" y="1399934"/>
                  </a:lnTo>
                  <a:lnTo>
                    <a:pt x="1259128" y="1399283"/>
                  </a:lnTo>
                  <a:lnTo>
                    <a:pt x="1260200" y="1398631"/>
                  </a:lnTo>
                  <a:lnTo>
                    <a:pt x="1261271" y="1397978"/>
                  </a:lnTo>
                  <a:lnTo>
                    <a:pt x="1262343" y="1397325"/>
                  </a:lnTo>
                  <a:lnTo>
                    <a:pt x="1263414" y="1396672"/>
                  </a:lnTo>
                  <a:lnTo>
                    <a:pt x="1264486" y="1396018"/>
                  </a:lnTo>
                  <a:lnTo>
                    <a:pt x="1265558" y="1395363"/>
                  </a:lnTo>
                  <a:lnTo>
                    <a:pt x="1266629" y="1394709"/>
                  </a:lnTo>
                  <a:lnTo>
                    <a:pt x="1267701" y="1394053"/>
                  </a:lnTo>
                  <a:lnTo>
                    <a:pt x="1268772" y="1393397"/>
                  </a:lnTo>
                  <a:lnTo>
                    <a:pt x="1269844" y="1392741"/>
                  </a:lnTo>
                  <a:lnTo>
                    <a:pt x="1270916" y="1392084"/>
                  </a:lnTo>
                  <a:lnTo>
                    <a:pt x="1271987" y="1391427"/>
                  </a:lnTo>
                  <a:lnTo>
                    <a:pt x="1273059" y="1390769"/>
                  </a:lnTo>
                  <a:lnTo>
                    <a:pt x="1274130" y="1390111"/>
                  </a:lnTo>
                  <a:lnTo>
                    <a:pt x="1275202" y="1389452"/>
                  </a:lnTo>
                  <a:lnTo>
                    <a:pt x="1276274" y="1388793"/>
                  </a:lnTo>
                  <a:lnTo>
                    <a:pt x="1277345" y="1388134"/>
                  </a:lnTo>
                  <a:lnTo>
                    <a:pt x="1278417" y="1387474"/>
                  </a:lnTo>
                  <a:lnTo>
                    <a:pt x="1279488" y="1386813"/>
                  </a:lnTo>
                  <a:lnTo>
                    <a:pt x="1280560" y="1386152"/>
                  </a:lnTo>
                  <a:lnTo>
                    <a:pt x="1281632" y="1385491"/>
                  </a:lnTo>
                  <a:lnTo>
                    <a:pt x="1282703" y="1384829"/>
                  </a:lnTo>
                  <a:lnTo>
                    <a:pt x="1283775" y="1384167"/>
                  </a:lnTo>
                  <a:lnTo>
                    <a:pt x="1284846" y="1383505"/>
                  </a:lnTo>
                  <a:lnTo>
                    <a:pt x="1285918" y="1382842"/>
                  </a:lnTo>
                  <a:lnTo>
                    <a:pt x="1286990" y="1382178"/>
                  </a:lnTo>
                  <a:lnTo>
                    <a:pt x="1288061" y="1381514"/>
                  </a:lnTo>
                  <a:lnTo>
                    <a:pt x="1289133" y="1380850"/>
                  </a:lnTo>
                  <a:lnTo>
                    <a:pt x="1290204" y="1380186"/>
                  </a:lnTo>
                  <a:lnTo>
                    <a:pt x="1291276" y="1379521"/>
                  </a:lnTo>
                  <a:lnTo>
                    <a:pt x="1292348" y="1378855"/>
                  </a:lnTo>
                  <a:lnTo>
                    <a:pt x="1293419" y="1378189"/>
                  </a:lnTo>
                  <a:lnTo>
                    <a:pt x="1294491" y="1377523"/>
                  </a:lnTo>
                  <a:lnTo>
                    <a:pt x="1295562" y="1376857"/>
                  </a:lnTo>
                  <a:lnTo>
                    <a:pt x="1296634" y="1376190"/>
                  </a:lnTo>
                  <a:lnTo>
                    <a:pt x="1297706" y="1375522"/>
                  </a:lnTo>
                  <a:lnTo>
                    <a:pt x="1298777" y="1374855"/>
                  </a:lnTo>
                  <a:lnTo>
                    <a:pt x="1299849" y="1374187"/>
                  </a:lnTo>
                  <a:lnTo>
                    <a:pt x="1300920" y="1373518"/>
                  </a:lnTo>
                  <a:lnTo>
                    <a:pt x="1301992" y="1372849"/>
                  </a:lnTo>
                  <a:lnTo>
                    <a:pt x="1303064" y="1372180"/>
                  </a:lnTo>
                  <a:lnTo>
                    <a:pt x="1304135" y="1371511"/>
                  </a:lnTo>
                  <a:lnTo>
                    <a:pt x="1305207" y="1370841"/>
                  </a:lnTo>
                  <a:lnTo>
                    <a:pt x="1306278" y="1370171"/>
                  </a:lnTo>
                  <a:lnTo>
                    <a:pt x="1307350" y="1369500"/>
                  </a:lnTo>
                  <a:lnTo>
                    <a:pt x="1308422" y="1368829"/>
                  </a:lnTo>
                  <a:lnTo>
                    <a:pt x="1309493" y="1368158"/>
                  </a:lnTo>
                  <a:lnTo>
                    <a:pt x="1310565" y="1367487"/>
                  </a:lnTo>
                  <a:lnTo>
                    <a:pt x="1311636" y="1366815"/>
                  </a:lnTo>
                  <a:lnTo>
                    <a:pt x="1312708" y="1366143"/>
                  </a:lnTo>
                  <a:lnTo>
                    <a:pt x="1313780" y="1365470"/>
                  </a:lnTo>
                  <a:lnTo>
                    <a:pt x="1314851" y="1364797"/>
                  </a:lnTo>
                  <a:lnTo>
                    <a:pt x="1315923" y="1364124"/>
                  </a:lnTo>
                  <a:lnTo>
                    <a:pt x="1316994" y="1363451"/>
                  </a:lnTo>
                  <a:lnTo>
                    <a:pt x="1318066" y="1362777"/>
                  </a:lnTo>
                  <a:lnTo>
                    <a:pt x="1319138" y="1362103"/>
                  </a:lnTo>
                  <a:lnTo>
                    <a:pt x="1320209" y="1361429"/>
                  </a:lnTo>
                  <a:lnTo>
                    <a:pt x="1321281" y="1360754"/>
                  </a:lnTo>
                  <a:lnTo>
                    <a:pt x="1322352" y="1360079"/>
                  </a:lnTo>
                  <a:lnTo>
                    <a:pt x="1323424" y="1359404"/>
                  </a:lnTo>
                  <a:lnTo>
                    <a:pt x="1324496" y="1358729"/>
                  </a:lnTo>
                  <a:lnTo>
                    <a:pt x="1325567" y="1358053"/>
                  </a:lnTo>
                  <a:lnTo>
                    <a:pt x="1326639" y="1357377"/>
                  </a:lnTo>
                  <a:lnTo>
                    <a:pt x="1327710" y="1356701"/>
                  </a:lnTo>
                  <a:lnTo>
                    <a:pt x="1328782" y="1356024"/>
                  </a:lnTo>
                  <a:lnTo>
                    <a:pt x="1329854" y="1355348"/>
                  </a:lnTo>
                  <a:lnTo>
                    <a:pt x="1330925" y="1354671"/>
                  </a:lnTo>
                  <a:lnTo>
                    <a:pt x="1331997" y="1353993"/>
                  </a:lnTo>
                  <a:lnTo>
                    <a:pt x="1333068" y="1353316"/>
                  </a:lnTo>
                  <a:lnTo>
                    <a:pt x="1334140" y="1352638"/>
                  </a:lnTo>
                  <a:lnTo>
                    <a:pt x="1335212" y="1351960"/>
                  </a:lnTo>
                  <a:lnTo>
                    <a:pt x="1336283" y="1351282"/>
                  </a:lnTo>
                  <a:lnTo>
                    <a:pt x="1337355" y="1350603"/>
                  </a:lnTo>
                  <a:lnTo>
                    <a:pt x="1338426" y="1349925"/>
                  </a:lnTo>
                  <a:lnTo>
                    <a:pt x="1339498" y="1349246"/>
                  </a:lnTo>
                  <a:lnTo>
                    <a:pt x="1340570" y="1348567"/>
                  </a:lnTo>
                  <a:lnTo>
                    <a:pt x="1341641" y="1347887"/>
                  </a:lnTo>
                  <a:lnTo>
                    <a:pt x="1342713" y="1347208"/>
                  </a:lnTo>
                  <a:lnTo>
                    <a:pt x="1343784" y="1346528"/>
                  </a:lnTo>
                  <a:lnTo>
                    <a:pt x="1344856" y="1345848"/>
                  </a:lnTo>
                  <a:lnTo>
                    <a:pt x="1345928" y="1345168"/>
                  </a:lnTo>
                  <a:lnTo>
                    <a:pt x="1346999" y="1344488"/>
                  </a:lnTo>
                  <a:lnTo>
                    <a:pt x="1348071" y="1343808"/>
                  </a:lnTo>
                  <a:lnTo>
                    <a:pt x="1349142" y="1343127"/>
                  </a:lnTo>
                  <a:lnTo>
                    <a:pt x="1350214" y="1342446"/>
                  </a:lnTo>
                  <a:lnTo>
                    <a:pt x="1351286" y="1341765"/>
                  </a:lnTo>
                  <a:lnTo>
                    <a:pt x="1352357" y="1341084"/>
                  </a:lnTo>
                  <a:lnTo>
                    <a:pt x="1353429" y="1340403"/>
                  </a:lnTo>
                  <a:lnTo>
                    <a:pt x="1354500" y="1339721"/>
                  </a:lnTo>
                  <a:lnTo>
                    <a:pt x="1355572" y="1339039"/>
                  </a:lnTo>
                  <a:lnTo>
                    <a:pt x="1356644" y="1338358"/>
                  </a:lnTo>
                  <a:lnTo>
                    <a:pt x="1357715" y="1337676"/>
                  </a:lnTo>
                  <a:lnTo>
                    <a:pt x="1358787" y="1336994"/>
                  </a:lnTo>
                  <a:lnTo>
                    <a:pt x="1359858" y="1336311"/>
                  </a:lnTo>
                  <a:lnTo>
                    <a:pt x="1360930" y="1335629"/>
                  </a:lnTo>
                  <a:lnTo>
                    <a:pt x="1362002" y="1334947"/>
                  </a:lnTo>
                  <a:lnTo>
                    <a:pt x="1363073" y="1334264"/>
                  </a:lnTo>
                  <a:lnTo>
                    <a:pt x="1364145" y="1333581"/>
                  </a:lnTo>
                  <a:lnTo>
                    <a:pt x="1365216" y="1332898"/>
                  </a:lnTo>
                  <a:lnTo>
                    <a:pt x="1366288" y="1332216"/>
                  </a:lnTo>
                  <a:lnTo>
                    <a:pt x="1367360" y="1331533"/>
                  </a:lnTo>
                  <a:lnTo>
                    <a:pt x="1368431" y="1330849"/>
                  </a:lnTo>
                  <a:lnTo>
                    <a:pt x="1369503" y="1330166"/>
                  </a:lnTo>
                  <a:lnTo>
                    <a:pt x="1370574" y="1329483"/>
                  </a:lnTo>
                  <a:lnTo>
                    <a:pt x="1371646" y="1328799"/>
                  </a:lnTo>
                  <a:lnTo>
                    <a:pt x="1372718" y="1328116"/>
                  </a:lnTo>
                  <a:lnTo>
                    <a:pt x="1373789" y="1327432"/>
                  </a:lnTo>
                  <a:lnTo>
                    <a:pt x="1374861" y="1326749"/>
                  </a:lnTo>
                  <a:lnTo>
                    <a:pt x="1375932" y="1326065"/>
                  </a:lnTo>
                  <a:lnTo>
                    <a:pt x="1377004" y="1325381"/>
                  </a:lnTo>
                  <a:lnTo>
                    <a:pt x="1378076" y="1324697"/>
                  </a:lnTo>
                  <a:lnTo>
                    <a:pt x="1379147" y="1324014"/>
                  </a:lnTo>
                  <a:lnTo>
                    <a:pt x="1380219" y="1323330"/>
                  </a:lnTo>
                  <a:lnTo>
                    <a:pt x="1381290" y="1322646"/>
                  </a:lnTo>
                  <a:lnTo>
                    <a:pt x="1382362" y="1321962"/>
                  </a:lnTo>
                  <a:lnTo>
                    <a:pt x="1383434" y="1321278"/>
                  </a:lnTo>
                  <a:lnTo>
                    <a:pt x="1384505" y="1320594"/>
                  </a:lnTo>
                  <a:lnTo>
                    <a:pt x="1385577" y="1319909"/>
                  </a:lnTo>
                  <a:lnTo>
                    <a:pt x="1386648" y="1319225"/>
                  </a:lnTo>
                  <a:lnTo>
                    <a:pt x="1387720" y="1318541"/>
                  </a:lnTo>
                  <a:lnTo>
                    <a:pt x="1388792" y="1317857"/>
                  </a:lnTo>
                  <a:lnTo>
                    <a:pt x="1389863" y="1317173"/>
                  </a:lnTo>
                  <a:lnTo>
                    <a:pt x="1390935" y="1316489"/>
                  </a:lnTo>
                  <a:lnTo>
                    <a:pt x="1392006" y="1315805"/>
                  </a:lnTo>
                  <a:lnTo>
                    <a:pt x="1393078" y="1315121"/>
                  </a:lnTo>
                  <a:lnTo>
                    <a:pt x="1394150" y="1314436"/>
                  </a:lnTo>
                  <a:lnTo>
                    <a:pt x="1395221" y="1313752"/>
                  </a:lnTo>
                  <a:lnTo>
                    <a:pt x="1396293" y="1313068"/>
                  </a:lnTo>
                  <a:lnTo>
                    <a:pt x="1397364" y="1312384"/>
                  </a:lnTo>
                  <a:lnTo>
                    <a:pt x="1398436" y="1311700"/>
                  </a:lnTo>
                  <a:lnTo>
                    <a:pt x="1399508" y="1311016"/>
                  </a:lnTo>
                  <a:lnTo>
                    <a:pt x="1400579" y="1310332"/>
                  </a:lnTo>
                  <a:lnTo>
                    <a:pt x="1401651" y="1309648"/>
                  </a:lnTo>
                  <a:lnTo>
                    <a:pt x="1402722" y="1308965"/>
                  </a:lnTo>
                  <a:lnTo>
                    <a:pt x="1403794" y="1308281"/>
                  </a:lnTo>
                  <a:lnTo>
                    <a:pt x="1404866" y="1307597"/>
                  </a:lnTo>
                  <a:lnTo>
                    <a:pt x="1405937" y="1306914"/>
                  </a:lnTo>
                  <a:lnTo>
                    <a:pt x="1407009" y="1306230"/>
                  </a:lnTo>
                  <a:lnTo>
                    <a:pt x="1408080" y="1305547"/>
                  </a:lnTo>
                  <a:lnTo>
                    <a:pt x="1409152" y="1304863"/>
                  </a:lnTo>
                  <a:lnTo>
                    <a:pt x="1410224" y="1304180"/>
                  </a:lnTo>
                  <a:lnTo>
                    <a:pt x="1411295" y="1303497"/>
                  </a:lnTo>
                  <a:lnTo>
                    <a:pt x="1412367" y="1302814"/>
                  </a:lnTo>
                  <a:lnTo>
                    <a:pt x="1413438" y="1302131"/>
                  </a:lnTo>
                  <a:lnTo>
                    <a:pt x="1414510" y="1301448"/>
                  </a:lnTo>
                  <a:lnTo>
                    <a:pt x="1415582" y="1300765"/>
                  </a:lnTo>
                  <a:lnTo>
                    <a:pt x="1416653" y="1300082"/>
                  </a:lnTo>
                  <a:lnTo>
                    <a:pt x="1417725" y="1299400"/>
                  </a:lnTo>
                  <a:lnTo>
                    <a:pt x="1418796" y="1298717"/>
                  </a:lnTo>
                  <a:lnTo>
                    <a:pt x="1419868" y="1298035"/>
                  </a:lnTo>
                  <a:lnTo>
                    <a:pt x="1420939" y="1297353"/>
                  </a:lnTo>
                  <a:lnTo>
                    <a:pt x="1422011" y="1296671"/>
                  </a:lnTo>
                  <a:lnTo>
                    <a:pt x="1423083" y="1295989"/>
                  </a:lnTo>
                  <a:lnTo>
                    <a:pt x="1424154" y="1295308"/>
                  </a:lnTo>
                  <a:lnTo>
                    <a:pt x="1425226" y="1294626"/>
                  </a:lnTo>
                  <a:lnTo>
                    <a:pt x="1426297" y="1293945"/>
                  </a:lnTo>
                  <a:lnTo>
                    <a:pt x="1427369" y="1293264"/>
                  </a:lnTo>
                  <a:lnTo>
                    <a:pt x="1428441" y="1292583"/>
                  </a:lnTo>
                  <a:lnTo>
                    <a:pt x="1429512" y="1291902"/>
                  </a:lnTo>
                  <a:lnTo>
                    <a:pt x="1430584" y="1291221"/>
                  </a:lnTo>
                  <a:lnTo>
                    <a:pt x="1431655" y="1290541"/>
                  </a:lnTo>
                  <a:lnTo>
                    <a:pt x="1432727" y="1289861"/>
                  </a:lnTo>
                  <a:lnTo>
                    <a:pt x="1433799" y="1289181"/>
                  </a:lnTo>
                  <a:lnTo>
                    <a:pt x="1434870" y="1288501"/>
                  </a:lnTo>
                  <a:lnTo>
                    <a:pt x="1435942" y="1287822"/>
                  </a:lnTo>
                  <a:lnTo>
                    <a:pt x="1437013" y="1287142"/>
                  </a:lnTo>
                  <a:lnTo>
                    <a:pt x="1438085" y="1286463"/>
                  </a:lnTo>
                  <a:lnTo>
                    <a:pt x="1439157" y="1285785"/>
                  </a:lnTo>
                  <a:lnTo>
                    <a:pt x="1440228" y="1285106"/>
                  </a:lnTo>
                  <a:lnTo>
                    <a:pt x="1441300" y="1284428"/>
                  </a:lnTo>
                  <a:lnTo>
                    <a:pt x="1442371" y="1283750"/>
                  </a:lnTo>
                  <a:lnTo>
                    <a:pt x="1443443" y="1283072"/>
                  </a:lnTo>
                  <a:lnTo>
                    <a:pt x="1444515" y="1282394"/>
                  </a:lnTo>
                  <a:lnTo>
                    <a:pt x="1445586" y="1281717"/>
                  </a:lnTo>
                  <a:lnTo>
                    <a:pt x="1446658" y="1281040"/>
                  </a:lnTo>
                  <a:lnTo>
                    <a:pt x="1447729" y="1280363"/>
                  </a:lnTo>
                  <a:lnTo>
                    <a:pt x="1448801" y="1279687"/>
                  </a:lnTo>
                  <a:lnTo>
                    <a:pt x="1449873" y="1279011"/>
                  </a:lnTo>
                  <a:lnTo>
                    <a:pt x="1450944" y="1278335"/>
                  </a:lnTo>
                  <a:lnTo>
                    <a:pt x="1452016" y="1277660"/>
                  </a:lnTo>
                  <a:lnTo>
                    <a:pt x="1453087" y="1276984"/>
                  </a:lnTo>
                  <a:lnTo>
                    <a:pt x="1454159" y="1276309"/>
                  </a:lnTo>
                  <a:lnTo>
                    <a:pt x="1455231" y="1275635"/>
                  </a:lnTo>
                  <a:lnTo>
                    <a:pt x="1456302" y="1274961"/>
                  </a:lnTo>
                  <a:lnTo>
                    <a:pt x="1457374" y="1274287"/>
                  </a:lnTo>
                  <a:lnTo>
                    <a:pt x="1458445" y="1273613"/>
                  </a:lnTo>
                  <a:lnTo>
                    <a:pt x="1459517" y="1272940"/>
                  </a:lnTo>
                  <a:lnTo>
                    <a:pt x="1460589" y="1272267"/>
                  </a:lnTo>
                  <a:lnTo>
                    <a:pt x="1461660" y="1271595"/>
                  </a:lnTo>
                  <a:lnTo>
                    <a:pt x="1462732" y="1270923"/>
                  </a:lnTo>
                  <a:lnTo>
                    <a:pt x="1463803" y="1270251"/>
                  </a:lnTo>
                  <a:lnTo>
                    <a:pt x="1464875" y="1269580"/>
                  </a:lnTo>
                  <a:lnTo>
                    <a:pt x="1465947" y="1268909"/>
                  </a:lnTo>
                  <a:lnTo>
                    <a:pt x="1467018" y="1268238"/>
                  </a:lnTo>
                  <a:lnTo>
                    <a:pt x="1468090" y="1267568"/>
                  </a:lnTo>
                  <a:lnTo>
                    <a:pt x="1469161" y="1266899"/>
                  </a:lnTo>
                  <a:lnTo>
                    <a:pt x="1470233" y="1266229"/>
                  </a:lnTo>
                  <a:lnTo>
                    <a:pt x="1471305" y="1265560"/>
                  </a:lnTo>
                  <a:lnTo>
                    <a:pt x="1472376" y="1264892"/>
                  </a:lnTo>
                  <a:lnTo>
                    <a:pt x="1473448" y="1264224"/>
                  </a:lnTo>
                  <a:lnTo>
                    <a:pt x="1474519" y="1263556"/>
                  </a:lnTo>
                  <a:lnTo>
                    <a:pt x="1475591" y="1262889"/>
                  </a:lnTo>
                  <a:lnTo>
                    <a:pt x="1476663" y="1262223"/>
                  </a:lnTo>
                  <a:lnTo>
                    <a:pt x="1477734" y="1261556"/>
                  </a:lnTo>
                  <a:lnTo>
                    <a:pt x="1478806" y="1260891"/>
                  </a:lnTo>
                  <a:lnTo>
                    <a:pt x="1479877" y="1260225"/>
                  </a:lnTo>
                  <a:lnTo>
                    <a:pt x="1480949" y="1259561"/>
                  </a:lnTo>
                  <a:lnTo>
                    <a:pt x="1482021" y="1258896"/>
                  </a:lnTo>
                  <a:lnTo>
                    <a:pt x="1483092" y="1258232"/>
                  </a:lnTo>
                  <a:lnTo>
                    <a:pt x="1484164" y="1257569"/>
                  </a:lnTo>
                  <a:lnTo>
                    <a:pt x="1485235" y="1256906"/>
                  </a:lnTo>
                  <a:lnTo>
                    <a:pt x="1486307" y="1256244"/>
                  </a:lnTo>
                  <a:lnTo>
                    <a:pt x="1487379" y="1255582"/>
                  </a:lnTo>
                  <a:lnTo>
                    <a:pt x="1488450" y="1254921"/>
                  </a:lnTo>
                  <a:lnTo>
                    <a:pt x="1489522" y="1254260"/>
                  </a:lnTo>
                  <a:lnTo>
                    <a:pt x="1490593" y="1253600"/>
                  </a:lnTo>
                  <a:lnTo>
                    <a:pt x="1491665" y="1252941"/>
                  </a:lnTo>
                  <a:lnTo>
                    <a:pt x="1492737" y="1252282"/>
                  </a:lnTo>
                  <a:lnTo>
                    <a:pt x="1493808" y="1251623"/>
                  </a:lnTo>
                  <a:lnTo>
                    <a:pt x="1494880" y="1250965"/>
                  </a:lnTo>
                  <a:lnTo>
                    <a:pt x="1495951" y="1250308"/>
                  </a:lnTo>
                  <a:lnTo>
                    <a:pt x="1497023" y="1249651"/>
                  </a:lnTo>
                  <a:lnTo>
                    <a:pt x="1498095" y="1248995"/>
                  </a:lnTo>
                  <a:lnTo>
                    <a:pt x="1499166" y="1248340"/>
                  </a:lnTo>
                  <a:lnTo>
                    <a:pt x="1500238" y="1247685"/>
                  </a:lnTo>
                  <a:lnTo>
                    <a:pt x="1501309" y="1247031"/>
                  </a:lnTo>
                  <a:lnTo>
                    <a:pt x="1502381" y="1246377"/>
                  </a:lnTo>
                  <a:lnTo>
                    <a:pt x="1503453" y="1245724"/>
                  </a:lnTo>
                  <a:lnTo>
                    <a:pt x="1504524" y="1245072"/>
                  </a:lnTo>
                  <a:lnTo>
                    <a:pt x="1505596" y="1244420"/>
                  </a:lnTo>
                  <a:lnTo>
                    <a:pt x="1506667" y="1243769"/>
                  </a:lnTo>
                  <a:lnTo>
                    <a:pt x="1507739" y="1243118"/>
                  </a:lnTo>
                  <a:lnTo>
                    <a:pt x="1508811" y="1242469"/>
                  </a:lnTo>
                  <a:lnTo>
                    <a:pt x="1509882" y="1241820"/>
                  </a:lnTo>
                  <a:lnTo>
                    <a:pt x="1510954" y="1241171"/>
                  </a:lnTo>
                  <a:lnTo>
                    <a:pt x="1512025" y="1240524"/>
                  </a:lnTo>
                  <a:lnTo>
                    <a:pt x="1513097" y="1239877"/>
                  </a:lnTo>
                  <a:lnTo>
                    <a:pt x="1514169" y="1239231"/>
                  </a:lnTo>
                  <a:lnTo>
                    <a:pt x="1515240" y="1238585"/>
                  </a:lnTo>
                  <a:lnTo>
                    <a:pt x="1516312" y="1237940"/>
                  </a:lnTo>
                  <a:lnTo>
                    <a:pt x="1517383" y="1237296"/>
                  </a:lnTo>
                  <a:lnTo>
                    <a:pt x="1518455" y="1236653"/>
                  </a:lnTo>
                  <a:lnTo>
                    <a:pt x="1519527" y="1236010"/>
                  </a:lnTo>
                  <a:lnTo>
                    <a:pt x="1520598" y="1235369"/>
                  </a:lnTo>
                  <a:lnTo>
                    <a:pt x="1521670" y="1234728"/>
                  </a:lnTo>
                  <a:lnTo>
                    <a:pt x="1522741" y="1234087"/>
                  </a:lnTo>
                  <a:lnTo>
                    <a:pt x="1523813" y="1233448"/>
                  </a:lnTo>
                  <a:lnTo>
                    <a:pt x="1524885" y="1232809"/>
                  </a:lnTo>
                  <a:lnTo>
                    <a:pt x="1525956" y="1232171"/>
                  </a:lnTo>
                  <a:lnTo>
                    <a:pt x="1527028" y="1231534"/>
                  </a:lnTo>
                  <a:lnTo>
                    <a:pt x="1528099" y="1230898"/>
                  </a:lnTo>
                  <a:lnTo>
                    <a:pt x="1529171" y="1230263"/>
                  </a:lnTo>
                  <a:lnTo>
                    <a:pt x="1530243" y="1229628"/>
                  </a:lnTo>
                  <a:lnTo>
                    <a:pt x="1531314" y="1228995"/>
                  </a:lnTo>
                  <a:lnTo>
                    <a:pt x="1532386" y="1228362"/>
                  </a:lnTo>
                  <a:lnTo>
                    <a:pt x="1533457" y="1227730"/>
                  </a:lnTo>
                  <a:lnTo>
                    <a:pt x="1534529" y="1227099"/>
                  </a:lnTo>
                  <a:lnTo>
                    <a:pt x="1535601" y="1226469"/>
                  </a:lnTo>
                  <a:lnTo>
                    <a:pt x="1536672" y="1225839"/>
                  </a:lnTo>
                  <a:lnTo>
                    <a:pt x="1537744" y="1225211"/>
                  </a:lnTo>
                  <a:lnTo>
                    <a:pt x="1538815" y="1224583"/>
                  </a:lnTo>
                  <a:lnTo>
                    <a:pt x="1539887" y="1223957"/>
                  </a:lnTo>
                  <a:lnTo>
                    <a:pt x="1540959" y="1223331"/>
                  </a:lnTo>
                  <a:lnTo>
                    <a:pt x="1542030" y="1222707"/>
                  </a:lnTo>
                  <a:lnTo>
                    <a:pt x="1543102" y="1222083"/>
                  </a:lnTo>
                  <a:lnTo>
                    <a:pt x="1544173" y="1221460"/>
                  </a:lnTo>
                  <a:lnTo>
                    <a:pt x="1545245" y="1220838"/>
                  </a:lnTo>
                  <a:lnTo>
                    <a:pt x="1546317" y="1220218"/>
                  </a:lnTo>
                  <a:lnTo>
                    <a:pt x="1547388" y="1219598"/>
                  </a:lnTo>
                  <a:lnTo>
                    <a:pt x="1548460" y="1218979"/>
                  </a:lnTo>
                  <a:lnTo>
                    <a:pt x="1549531" y="1218361"/>
                  </a:lnTo>
                  <a:lnTo>
                    <a:pt x="1550603" y="1217745"/>
                  </a:lnTo>
                  <a:lnTo>
                    <a:pt x="1551675" y="1217129"/>
                  </a:lnTo>
                  <a:lnTo>
                    <a:pt x="1552746" y="1216514"/>
                  </a:lnTo>
                  <a:lnTo>
                    <a:pt x="1553818" y="1215900"/>
                  </a:lnTo>
                  <a:lnTo>
                    <a:pt x="1554889" y="1215288"/>
                  </a:lnTo>
                  <a:lnTo>
                    <a:pt x="1555961" y="1214676"/>
                  </a:lnTo>
                  <a:lnTo>
                    <a:pt x="1557033" y="1214066"/>
                  </a:lnTo>
                  <a:lnTo>
                    <a:pt x="1558104" y="1213457"/>
                  </a:lnTo>
                  <a:lnTo>
                    <a:pt x="1559176" y="1212849"/>
                  </a:lnTo>
                  <a:lnTo>
                    <a:pt x="1560247" y="1212242"/>
                  </a:lnTo>
                  <a:lnTo>
                    <a:pt x="1561319" y="1211636"/>
                  </a:lnTo>
                  <a:lnTo>
                    <a:pt x="1562391" y="1211031"/>
                  </a:lnTo>
                  <a:lnTo>
                    <a:pt x="1563462" y="1210427"/>
                  </a:lnTo>
                  <a:lnTo>
                    <a:pt x="1564534" y="1209825"/>
                  </a:lnTo>
                  <a:lnTo>
                    <a:pt x="1565605" y="1209223"/>
                  </a:lnTo>
                  <a:lnTo>
                    <a:pt x="1566677" y="1208623"/>
                  </a:lnTo>
                  <a:lnTo>
                    <a:pt x="1567749" y="1208024"/>
                  </a:lnTo>
                  <a:lnTo>
                    <a:pt x="1568820" y="1207427"/>
                  </a:lnTo>
                  <a:lnTo>
                    <a:pt x="1569892" y="1206830"/>
                  </a:lnTo>
                  <a:lnTo>
                    <a:pt x="1570963" y="1206235"/>
                  </a:lnTo>
                  <a:lnTo>
                    <a:pt x="1572035" y="1205641"/>
                  </a:lnTo>
                  <a:lnTo>
                    <a:pt x="1573107" y="1205048"/>
                  </a:lnTo>
                  <a:lnTo>
                    <a:pt x="1574178" y="1204457"/>
                  </a:lnTo>
                  <a:lnTo>
                    <a:pt x="1575250" y="1203867"/>
                  </a:lnTo>
                  <a:lnTo>
                    <a:pt x="1576321" y="1203278"/>
                  </a:lnTo>
                  <a:lnTo>
                    <a:pt x="1577393" y="1202690"/>
                  </a:lnTo>
                  <a:lnTo>
                    <a:pt x="1578465" y="1202104"/>
                  </a:lnTo>
                  <a:lnTo>
                    <a:pt x="1579536" y="1201519"/>
                  </a:lnTo>
                  <a:lnTo>
                    <a:pt x="1580608" y="1200935"/>
                  </a:lnTo>
                  <a:lnTo>
                    <a:pt x="1581679" y="1200353"/>
                  </a:lnTo>
                  <a:lnTo>
                    <a:pt x="1582751" y="1199772"/>
                  </a:lnTo>
                  <a:lnTo>
                    <a:pt x="1583823" y="1199193"/>
                  </a:lnTo>
                  <a:lnTo>
                    <a:pt x="1584894" y="1198615"/>
                  </a:lnTo>
                  <a:lnTo>
                    <a:pt x="1585966" y="1198038"/>
                  </a:lnTo>
                  <a:lnTo>
                    <a:pt x="1587037" y="1197463"/>
                  </a:lnTo>
                  <a:lnTo>
                    <a:pt x="1588109" y="1196889"/>
                  </a:lnTo>
                  <a:lnTo>
                    <a:pt x="1589181" y="1196317"/>
                  </a:lnTo>
                  <a:lnTo>
                    <a:pt x="1590252" y="1195746"/>
                  </a:lnTo>
                  <a:lnTo>
                    <a:pt x="1591324" y="1195177"/>
                  </a:lnTo>
                  <a:lnTo>
                    <a:pt x="1592395" y="1194609"/>
                  </a:lnTo>
                  <a:lnTo>
                    <a:pt x="1593467" y="1194043"/>
                  </a:lnTo>
                  <a:lnTo>
                    <a:pt x="1594539" y="1193478"/>
                  </a:lnTo>
                  <a:lnTo>
                    <a:pt x="1595610" y="1192915"/>
                  </a:lnTo>
                  <a:lnTo>
                    <a:pt x="1596682" y="1192353"/>
                  </a:lnTo>
                  <a:lnTo>
                    <a:pt x="1597753" y="1191793"/>
                  </a:lnTo>
                  <a:lnTo>
                    <a:pt x="1598825" y="1191234"/>
                  </a:lnTo>
                  <a:lnTo>
                    <a:pt x="1599896" y="1190677"/>
                  </a:lnTo>
                  <a:lnTo>
                    <a:pt x="1600968" y="1190122"/>
                  </a:lnTo>
                  <a:lnTo>
                    <a:pt x="1602040" y="1189568"/>
                  </a:lnTo>
                  <a:lnTo>
                    <a:pt x="1603111" y="1189016"/>
                  </a:lnTo>
                  <a:lnTo>
                    <a:pt x="1604183" y="1188466"/>
                  </a:lnTo>
                  <a:lnTo>
                    <a:pt x="1605254" y="1187917"/>
                  </a:lnTo>
                  <a:lnTo>
                    <a:pt x="1606326" y="1187370"/>
                  </a:lnTo>
                  <a:lnTo>
                    <a:pt x="1607398" y="1186825"/>
                  </a:lnTo>
                  <a:lnTo>
                    <a:pt x="1608469" y="1186281"/>
                  </a:lnTo>
                  <a:lnTo>
                    <a:pt x="1609541" y="1185740"/>
                  </a:lnTo>
                  <a:lnTo>
                    <a:pt x="1610612" y="1185200"/>
                  </a:lnTo>
                  <a:lnTo>
                    <a:pt x="1611684" y="1184661"/>
                  </a:lnTo>
                  <a:lnTo>
                    <a:pt x="1612756" y="1184125"/>
                  </a:lnTo>
                  <a:lnTo>
                    <a:pt x="1613827" y="1183590"/>
                  </a:lnTo>
                  <a:lnTo>
                    <a:pt x="1614899" y="1183058"/>
                  </a:lnTo>
                  <a:lnTo>
                    <a:pt x="1615970" y="1182511"/>
                  </a:lnTo>
                  <a:lnTo>
                    <a:pt x="1617042" y="1181697"/>
                  </a:lnTo>
                  <a:lnTo>
                    <a:pt x="1618114" y="1180886"/>
                  </a:lnTo>
                  <a:lnTo>
                    <a:pt x="1619185" y="1180078"/>
                  </a:lnTo>
                  <a:lnTo>
                    <a:pt x="1620257" y="1179272"/>
                  </a:lnTo>
                  <a:lnTo>
                    <a:pt x="1621328" y="1178469"/>
                  </a:lnTo>
                  <a:lnTo>
                    <a:pt x="1622400" y="1177668"/>
                  </a:lnTo>
                  <a:lnTo>
                    <a:pt x="1623472" y="1176871"/>
                  </a:lnTo>
                  <a:lnTo>
                    <a:pt x="1624543" y="1176076"/>
                  </a:lnTo>
                  <a:lnTo>
                    <a:pt x="1625615" y="1175284"/>
                  </a:lnTo>
                  <a:lnTo>
                    <a:pt x="1626686" y="1174494"/>
                  </a:lnTo>
                  <a:lnTo>
                    <a:pt x="1627758" y="1173707"/>
                  </a:lnTo>
                  <a:lnTo>
                    <a:pt x="1628830" y="1172922"/>
                  </a:lnTo>
                  <a:lnTo>
                    <a:pt x="1629901" y="1172141"/>
                  </a:lnTo>
                  <a:lnTo>
                    <a:pt x="1630973" y="1171362"/>
                  </a:lnTo>
                  <a:lnTo>
                    <a:pt x="1632044" y="1170585"/>
                  </a:lnTo>
                  <a:lnTo>
                    <a:pt x="1633116" y="1169811"/>
                  </a:lnTo>
                  <a:lnTo>
                    <a:pt x="1634188" y="1169040"/>
                  </a:lnTo>
                  <a:lnTo>
                    <a:pt x="1635259" y="1168271"/>
                  </a:lnTo>
                  <a:lnTo>
                    <a:pt x="1636331" y="1167504"/>
                  </a:lnTo>
                  <a:lnTo>
                    <a:pt x="1637402" y="1166741"/>
                  </a:lnTo>
                  <a:lnTo>
                    <a:pt x="1638474" y="1165979"/>
                  </a:lnTo>
                  <a:lnTo>
                    <a:pt x="1639546" y="1165221"/>
                  </a:lnTo>
                  <a:lnTo>
                    <a:pt x="1640617" y="1164465"/>
                  </a:lnTo>
                  <a:lnTo>
                    <a:pt x="1641689" y="1163711"/>
                  </a:lnTo>
                  <a:lnTo>
                    <a:pt x="1642760" y="1162960"/>
                  </a:lnTo>
                  <a:lnTo>
                    <a:pt x="1643832" y="1162211"/>
                  </a:lnTo>
                  <a:lnTo>
                    <a:pt x="1644904" y="1161464"/>
                  </a:lnTo>
                  <a:lnTo>
                    <a:pt x="1645975" y="1160720"/>
                  </a:lnTo>
                  <a:lnTo>
                    <a:pt x="1647047" y="1159979"/>
                  </a:lnTo>
                  <a:lnTo>
                    <a:pt x="1648118" y="1159240"/>
                  </a:lnTo>
                  <a:lnTo>
                    <a:pt x="1649190" y="1158503"/>
                  </a:lnTo>
                  <a:lnTo>
                    <a:pt x="1650262" y="1157769"/>
                  </a:lnTo>
                  <a:lnTo>
                    <a:pt x="1651333" y="1157037"/>
                  </a:lnTo>
                  <a:lnTo>
                    <a:pt x="1652405" y="1156308"/>
                  </a:lnTo>
                  <a:lnTo>
                    <a:pt x="1653476" y="1155580"/>
                  </a:lnTo>
                  <a:lnTo>
                    <a:pt x="1654548" y="1154856"/>
                  </a:lnTo>
                  <a:lnTo>
                    <a:pt x="1655620" y="1154133"/>
                  </a:lnTo>
                  <a:lnTo>
                    <a:pt x="1656691" y="1153413"/>
                  </a:lnTo>
                  <a:lnTo>
                    <a:pt x="1657763" y="1152695"/>
                  </a:lnTo>
                  <a:lnTo>
                    <a:pt x="1658834" y="1151980"/>
                  </a:lnTo>
                  <a:lnTo>
                    <a:pt x="1659906" y="1151266"/>
                  </a:lnTo>
                  <a:lnTo>
                    <a:pt x="1660978" y="1150555"/>
                  </a:lnTo>
                  <a:lnTo>
                    <a:pt x="1662049" y="1149846"/>
                  </a:lnTo>
                  <a:lnTo>
                    <a:pt x="1663121" y="1149140"/>
                  </a:lnTo>
                  <a:lnTo>
                    <a:pt x="1664192" y="1148436"/>
                  </a:lnTo>
                  <a:lnTo>
                    <a:pt x="1665264" y="1147734"/>
                  </a:lnTo>
                  <a:lnTo>
                    <a:pt x="1666336" y="1147034"/>
                  </a:lnTo>
                  <a:lnTo>
                    <a:pt x="1667407" y="1146336"/>
                  </a:lnTo>
                  <a:lnTo>
                    <a:pt x="1668479" y="1145641"/>
                  </a:lnTo>
                  <a:lnTo>
                    <a:pt x="1669550" y="1144947"/>
                  </a:lnTo>
                  <a:lnTo>
                    <a:pt x="1670622" y="1144256"/>
                  </a:lnTo>
                  <a:lnTo>
                    <a:pt x="1671694" y="1143567"/>
                  </a:lnTo>
                  <a:lnTo>
                    <a:pt x="1672765" y="1142880"/>
                  </a:lnTo>
                  <a:lnTo>
                    <a:pt x="1673837" y="1142196"/>
                  </a:lnTo>
                  <a:lnTo>
                    <a:pt x="1674908" y="1141513"/>
                  </a:lnTo>
                  <a:lnTo>
                    <a:pt x="1675980" y="1140833"/>
                  </a:lnTo>
                  <a:lnTo>
                    <a:pt x="1677052" y="1140154"/>
                  </a:lnTo>
                  <a:lnTo>
                    <a:pt x="1678123" y="1139478"/>
                  </a:lnTo>
                  <a:lnTo>
                    <a:pt x="1679195" y="1138804"/>
                  </a:lnTo>
                  <a:lnTo>
                    <a:pt x="1680266" y="1138131"/>
                  </a:lnTo>
                  <a:lnTo>
                    <a:pt x="1681338" y="1137461"/>
                  </a:lnTo>
                  <a:lnTo>
                    <a:pt x="1682410" y="1136793"/>
                  </a:lnTo>
                  <a:lnTo>
                    <a:pt x="1683481" y="1136127"/>
                  </a:lnTo>
                  <a:lnTo>
                    <a:pt x="1684553" y="1135463"/>
                  </a:lnTo>
                  <a:lnTo>
                    <a:pt x="1685624" y="1134800"/>
                  </a:lnTo>
                  <a:lnTo>
                    <a:pt x="1686696" y="1134140"/>
                  </a:lnTo>
                  <a:lnTo>
                    <a:pt x="1687768" y="1133482"/>
                  </a:lnTo>
                  <a:lnTo>
                    <a:pt x="1688839" y="1132826"/>
                  </a:lnTo>
                  <a:lnTo>
                    <a:pt x="1689911" y="1132172"/>
                  </a:lnTo>
                  <a:lnTo>
                    <a:pt x="1690982" y="1131519"/>
                  </a:lnTo>
                  <a:lnTo>
                    <a:pt x="1692054" y="1130869"/>
                  </a:lnTo>
                  <a:lnTo>
                    <a:pt x="1693126" y="1130220"/>
                  </a:lnTo>
                  <a:lnTo>
                    <a:pt x="1694197" y="1129574"/>
                  </a:lnTo>
                  <a:lnTo>
                    <a:pt x="1695269" y="1128929"/>
                  </a:lnTo>
                  <a:lnTo>
                    <a:pt x="1696340" y="1128286"/>
                  </a:lnTo>
                  <a:lnTo>
                    <a:pt x="1697412" y="1127645"/>
                  </a:lnTo>
                  <a:lnTo>
                    <a:pt x="1698484" y="1127006"/>
                  </a:lnTo>
                  <a:lnTo>
                    <a:pt x="1699555" y="1126368"/>
                  </a:lnTo>
                  <a:lnTo>
                    <a:pt x="1700627" y="1125733"/>
                  </a:lnTo>
                  <a:lnTo>
                    <a:pt x="1701698" y="1125099"/>
                  </a:lnTo>
                  <a:lnTo>
                    <a:pt x="1702770" y="1124467"/>
                  </a:lnTo>
                  <a:lnTo>
                    <a:pt x="1703842" y="1123837"/>
                  </a:lnTo>
                  <a:lnTo>
                    <a:pt x="1704913" y="1123209"/>
                  </a:lnTo>
                  <a:lnTo>
                    <a:pt x="1705985" y="1122583"/>
                  </a:lnTo>
                  <a:lnTo>
                    <a:pt x="1707056" y="1121958"/>
                  </a:lnTo>
                  <a:lnTo>
                    <a:pt x="1708128" y="1121335"/>
                  </a:lnTo>
                  <a:lnTo>
                    <a:pt x="1709200" y="1120714"/>
                  </a:lnTo>
                  <a:lnTo>
                    <a:pt x="1710271" y="1120094"/>
                  </a:lnTo>
                  <a:lnTo>
                    <a:pt x="1711343" y="1119476"/>
                  </a:lnTo>
                  <a:lnTo>
                    <a:pt x="1712414" y="1118860"/>
                  </a:lnTo>
                  <a:lnTo>
                    <a:pt x="1713486" y="1118246"/>
                  </a:lnTo>
                  <a:lnTo>
                    <a:pt x="1714558" y="1117633"/>
                  </a:lnTo>
                  <a:lnTo>
                    <a:pt x="1715629" y="1117022"/>
                  </a:lnTo>
                  <a:lnTo>
                    <a:pt x="1716701" y="1116413"/>
                  </a:lnTo>
                  <a:lnTo>
                    <a:pt x="1717772" y="1115805"/>
                  </a:lnTo>
                  <a:lnTo>
                    <a:pt x="1718844" y="1115199"/>
                  </a:lnTo>
                  <a:lnTo>
                    <a:pt x="1719916" y="1114594"/>
                  </a:lnTo>
                  <a:lnTo>
                    <a:pt x="1720987" y="1113992"/>
                  </a:lnTo>
                  <a:lnTo>
                    <a:pt x="1722059" y="1113390"/>
                  </a:lnTo>
                  <a:lnTo>
                    <a:pt x="1723130" y="1112791"/>
                  </a:lnTo>
                  <a:lnTo>
                    <a:pt x="1724202" y="1112193"/>
                  </a:lnTo>
                  <a:lnTo>
                    <a:pt x="1725274" y="1111597"/>
                  </a:lnTo>
                  <a:lnTo>
                    <a:pt x="1726345" y="1111002"/>
                  </a:lnTo>
                  <a:lnTo>
                    <a:pt x="1727417" y="1110408"/>
                  </a:lnTo>
                  <a:lnTo>
                    <a:pt x="1728488" y="1109817"/>
                  </a:lnTo>
                  <a:lnTo>
                    <a:pt x="1729560" y="1109227"/>
                  </a:lnTo>
                  <a:lnTo>
                    <a:pt x="1730632" y="1108638"/>
                  </a:lnTo>
                  <a:lnTo>
                    <a:pt x="1731703" y="1108051"/>
                  </a:lnTo>
                  <a:lnTo>
                    <a:pt x="1732775" y="1107465"/>
                  </a:lnTo>
                  <a:lnTo>
                    <a:pt x="1733846" y="1106881"/>
                  </a:lnTo>
                  <a:lnTo>
                    <a:pt x="1734918" y="1106299"/>
                  </a:lnTo>
                  <a:lnTo>
                    <a:pt x="1735990" y="1105717"/>
                  </a:lnTo>
                  <a:lnTo>
                    <a:pt x="1737061" y="1105138"/>
                  </a:lnTo>
                  <a:lnTo>
                    <a:pt x="1738133" y="1104560"/>
                  </a:lnTo>
                  <a:lnTo>
                    <a:pt x="1739204" y="1103983"/>
                  </a:lnTo>
                  <a:lnTo>
                    <a:pt x="1740276" y="1103408"/>
                  </a:lnTo>
                  <a:lnTo>
                    <a:pt x="1741348" y="1102834"/>
                  </a:lnTo>
                  <a:lnTo>
                    <a:pt x="1742419" y="1102262"/>
                  </a:lnTo>
                  <a:lnTo>
                    <a:pt x="1743491" y="1101691"/>
                  </a:lnTo>
                  <a:lnTo>
                    <a:pt x="1744562" y="1101121"/>
                  </a:lnTo>
                  <a:lnTo>
                    <a:pt x="1745634" y="1100553"/>
                  </a:lnTo>
                  <a:lnTo>
                    <a:pt x="1746706" y="1099986"/>
                  </a:lnTo>
                  <a:lnTo>
                    <a:pt x="1747777" y="1099421"/>
                  </a:lnTo>
                  <a:lnTo>
                    <a:pt x="1748849" y="1098857"/>
                  </a:lnTo>
                  <a:lnTo>
                    <a:pt x="1749920" y="1098294"/>
                  </a:lnTo>
                  <a:lnTo>
                    <a:pt x="1750992" y="1097733"/>
                  </a:lnTo>
                  <a:lnTo>
                    <a:pt x="1752064" y="1097173"/>
                  </a:lnTo>
                  <a:lnTo>
                    <a:pt x="1753135" y="1096615"/>
                  </a:lnTo>
                  <a:lnTo>
                    <a:pt x="1754207" y="1096058"/>
                  </a:lnTo>
                  <a:lnTo>
                    <a:pt x="1755278" y="1095502"/>
                  </a:lnTo>
                  <a:lnTo>
                    <a:pt x="1756350" y="1094947"/>
                  </a:lnTo>
                  <a:lnTo>
                    <a:pt x="1757422" y="1094394"/>
                  </a:lnTo>
                  <a:lnTo>
                    <a:pt x="1758493" y="1093842"/>
                  </a:lnTo>
                  <a:lnTo>
                    <a:pt x="1759565" y="1093291"/>
                  </a:lnTo>
                  <a:lnTo>
                    <a:pt x="1760636" y="1092742"/>
                  </a:lnTo>
                  <a:lnTo>
                    <a:pt x="1761708" y="1092194"/>
                  </a:lnTo>
                  <a:lnTo>
                    <a:pt x="1762780" y="1091647"/>
                  </a:lnTo>
                  <a:lnTo>
                    <a:pt x="1763851" y="1091102"/>
                  </a:lnTo>
                  <a:lnTo>
                    <a:pt x="1764923" y="1090557"/>
                  </a:lnTo>
                  <a:lnTo>
                    <a:pt x="1765994" y="1090014"/>
                  </a:lnTo>
                  <a:lnTo>
                    <a:pt x="1767066" y="1089473"/>
                  </a:lnTo>
                  <a:lnTo>
                    <a:pt x="1768138" y="1088932"/>
                  </a:lnTo>
                  <a:lnTo>
                    <a:pt x="1769209" y="1088393"/>
                  </a:lnTo>
                  <a:lnTo>
                    <a:pt x="1770281" y="1087855"/>
                  </a:lnTo>
                  <a:lnTo>
                    <a:pt x="1771352" y="1087318"/>
                  </a:lnTo>
                  <a:lnTo>
                    <a:pt x="1772424" y="1086782"/>
                  </a:lnTo>
                  <a:lnTo>
                    <a:pt x="1773496" y="1086248"/>
                  </a:lnTo>
                  <a:lnTo>
                    <a:pt x="1774567" y="1085714"/>
                  </a:lnTo>
                  <a:lnTo>
                    <a:pt x="1775639" y="1085182"/>
                  </a:lnTo>
                  <a:lnTo>
                    <a:pt x="1776710" y="1084651"/>
                  </a:lnTo>
                  <a:lnTo>
                    <a:pt x="1777782" y="1084122"/>
                  </a:lnTo>
                  <a:lnTo>
                    <a:pt x="1778853" y="1083593"/>
                  </a:lnTo>
                  <a:lnTo>
                    <a:pt x="1779925" y="1083066"/>
                  </a:lnTo>
                  <a:lnTo>
                    <a:pt x="1780997" y="1082539"/>
                  </a:lnTo>
                  <a:lnTo>
                    <a:pt x="1782068" y="1082014"/>
                  </a:lnTo>
                  <a:lnTo>
                    <a:pt x="1783140" y="1081490"/>
                  </a:lnTo>
                  <a:lnTo>
                    <a:pt x="1784211" y="1080967"/>
                  </a:lnTo>
                  <a:lnTo>
                    <a:pt x="1785283" y="1080445"/>
                  </a:lnTo>
                  <a:lnTo>
                    <a:pt x="1786355" y="1079925"/>
                  </a:lnTo>
                  <a:lnTo>
                    <a:pt x="1787426" y="1079405"/>
                  </a:lnTo>
                  <a:lnTo>
                    <a:pt x="1788498" y="1078887"/>
                  </a:lnTo>
                  <a:lnTo>
                    <a:pt x="1789569" y="1078369"/>
                  </a:lnTo>
                  <a:lnTo>
                    <a:pt x="1790641" y="1077853"/>
                  </a:lnTo>
                  <a:lnTo>
                    <a:pt x="1791713" y="1077338"/>
                  </a:lnTo>
                  <a:lnTo>
                    <a:pt x="1792784" y="1076824"/>
                  </a:lnTo>
                  <a:lnTo>
                    <a:pt x="1793856" y="1076311"/>
                  </a:lnTo>
                  <a:lnTo>
                    <a:pt x="1794927" y="1075799"/>
                  </a:lnTo>
                  <a:lnTo>
                    <a:pt x="1795999" y="1075288"/>
                  </a:lnTo>
                  <a:lnTo>
                    <a:pt x="1797071" y="1074778"/>
                  </a:lnTo>
                  <a:lnTo>
                    <a:pt x="1798142" y="1074269"/>
                  </a:lnTo>
                  <a:lnTo>
                    <a:pt x="1799214" y="1073761"/>
                  </a:lnTo>
                  <a:lnTo>
                    <a:pt x="1800285" y="1073255"/>
                  </a:lnTo>
                  <a:lnTo>
                    <a:pt x="1801357" y="1072749"/>
                  </a:lnTo>
                  <a:lnTo>
                    <a:pt x="1802429" y="1072244"/>
                  </a:lnTo>
                  <a:lnTo>
                    <a:pt x="1803500" y="1071740"/>
                  </a:lnTo>
                  <a:lnTo>
                    <a:pt x="1804572" y="1071238"/>
                  </a:lnTo>
                  <a:lnTo>
                    <a:pt x="1805643" y="1070736"/>
                  </a:lnTo>
                  <a:lnTo>
                    <a:pt x="1806715" y="1070235"/>
                  </a:lnTo>
                  <a:lnTo>
                    <a:pt x="1807787" y="1069736"/>
                  </a:lnTo>
                  <a:lnTo>
                    <a:pt x="1808858" y="1069237"/>
                  </a:lnTo>
                  <a:lnTo>
                    <a:pt x="1809930" y="1068739"/>
                  </a:lnTo>
                  <a:lnTo>
                    <a:pt x="1811001" y="1068243"/>
                  </a:lnTo>
                  <a:lnTo>
                    <a:pt x="1812073" y="1067747"/>
                  </a:lnTo>
                  <a:lnTo>
                    <a:pt x="1813145" y="1067252"/>
                  </a:lnTo>
                  <a:lnTo>
                    <a:pt x="1814216" y="1066758"/>
                  </a:lnTo>
                  <a:lnTo>
                    <a:pt x="1815288" y="1066265"/>
                  </a:lnTo>
                  <a:lnTo>
                    <a:pt x="1816359" y="1065773"/>
                  </a:lnTo>
                  <a:lnTo>
                    <a:pt x="1817431" y="1065282"/>
                  </a:lnTo>
                  <a:lnTo>
                    <a:pt x="1818503" y="1064792"/>
                  </a:lnTo>
                  <a:lnTo>
                    <a:pt x="1819574" y="1064303"/>
                  </a:lnTo>
                  <a:lnTo>
                    <a:pt x="1820646" y="1063815"/>
                  </a:lnTo>
                  <a:lnTo>
                    <a:pt x="1821717" y="1063328"/>
                  </a:lnTo>
                  <a:lnTo>
                    <a:pt x="1822789" y="1062842"/>
                  </a:lnTo>
                  <a:lnTo>
                    <a:pt x="1823861" y="1062356"/>
                  </a:lnTo>
                  <a:lnTo>
                    <a:pt x="1824932" y="1061872"/>
                  </a:lnTo>
                  <a:lnTo>
                    <a:pt x="1826004" y="1061388"/>
                  </a:lnTo>
                  <a:lnTo>
                    <a:pt x="1827075" y="1060905"/>
                  </a:lnTo>
                  <a:lnTo>
                    <a:pt x="1828147" y="1060423"/>
                  </a:lnTo>
                  <a:lnTo>
                    <a:pt x="1829219" y="1059943"/>
                  </a:lnTo>
                  <a:lnTo>
                    <a:pt x="1830290" y="1059463"/>
                  </a:lnTo>
                  <a:lnTo>
                    <a:pt x="1831362" y="1058983"/>
                  </a:lnTo>
                  <a:lnTo>
                    <a:pt x="1832433" y="1058505"/>
                  </a:lnTo>
                  <a:lnTo>
                    <a:pt x="1833505" y="1058028"/>
                  </a:lnTo>
                  <a:lnTo>
                    <a:pt x="1834577" y="1057551"/>
                  </a:lnTo>
                  <a:lnTo>
                    <a:pt x="1835648" y="1057075"/>
                  </a:lnTo>
                  <a:lnTo>
                    <a:pt x="1836720" y="1056601"/>
                  </a:lnTo>
                  <a:lnTo>
                    <a:pt x="1837791" y="1056127"/>
                  </a:lnTo>
                  <a:lnTo>
                    <a:pt x="1838863" y="1055653"/>
                  </a:lnTo>
                  <a:lnTo>
                    <a:pt x="1839935" y="1055181"/>
                  </a:lnTo>
                  <a:lnTo>
                    <a:pt x="1841006" y="1054710"/>
                  </a:lnTo>
                  <a:lnTo>
                    <a:pt x="1842078" y="1054239"/>
                  </a:lnTo>
                  <a:lnTo>
                    <a:pt x="1843149" y="1053769"/>
                  </a:lnTo>
                  <a:lnTo>
                    <a:pt x="1844221" y="1053300"/>
                  </a:lnTo>
                  <a:lnTo>
                    <a:pt x="1845293" y="1052832"/>
                  </a:lnTo>
                  <a:lnTo>
                    <a:pt x="1846364" y="1052365"/>
                  </a:lnTo>
                  <a:lnTo>
                    <a:pt x="1847436" y="1051898"/>
                  </a:lnTo>
                  <a:lnTo>
                    <a:pt x="1848507" y="1051433"/>
                  </a:lnTo>
                  <a:lnTo>
                    <a:pt x="1849579" y="1050968"/>
                  </a:lnTo>
                  <a:lnTo>
                    <a:pt x="1850651" y="1050504"/>
                  </a:lnTo>
                  <a:lnTo>
                    <a:pt x="1851722" y="1050040"/>
                  </a:lnTo>
                  <a:lnTo>
                    <a:pt x="1852794" y="1049578"/>
                  </a:lnTo>
                  <a:lnTo>
                    <a:pt x="1853865" y="1049116"/>
                  </a:lnTo>
                  <a:lnTo>
                    <a:pt x="1854937" y="1048655"/>
                  </a:lnTo>
                  <a:lnTo>
                    <a:pt x="1856009" y="1048195"/>
                  </a:lnTo>
                  <a:lnTo>
                    <a:pt x="1857080" y="1047736"/>
                  </a:lnTo>
                  <a:lnTo>
                    <a:pt x="1858152" y="1047277"/>
                  </a:lnTo>
                  <a:lnTo>
                    <a:pt x="1859223" y="1046819"/>
                  </a:lnTo>
                  <a:lnTo>
                    <a:pt x="1860295" y="1046362"/>
                  </a:lnTo>
                  <a:lnTo>
                    <a:pt x="1861367" y="1045906"/>
                  </a:lnTo>
                  <a:lnTo>
                    <a:pt x="1862438" y="1045450"/>
                  </a:lnTo>
                  <a:lnTo>
                    <a:pt x="1863510" y="1044995"/>
                  </a:lnTo>
                  <a:lnTo>
                    <a:pt x="1864581" y="1044541"/>
                  </a:lnTo>
                  <a:lnTo>
                    <a:pt x="1865653" y="1044088"/>
                  </a:lnTo>
                  <a:lnTo>
                    <a:pt x="1866725" y="1043635"/>
                  </a:lnTo>
                  <a:lnTo>
                    <a:pt x="1867796" y="1043184"/>
                  </a:lnTo>
                  <a:lnTo>
                    <a:pt x="1868868" y="1042732"/>
                  </a:lnTo>
                  <a:lnTo>
                    <a:pt x="1869939" y="1042282"/>
                  </a:lnTo>
                  <a:lnTo>
                    <a:pt x="1871011" y="1041832"/>
                  </a:lnTo>
                  <a:lnTo>
                    <a:pt x="1872083" y="1041383"/>
                  </a:lnTo>
                  <a:lnTo>
                    <a:pt x="1873154" y="1040935"/>
                  </a:lnTo>
                  <a:lnTo>
                    <a:pt x="1874226" y="1040488"/>
                  </a:lnTo>
                  <a:lnTo>
                    <a:pt x="1875297" y="1040041"/>
                  </a:lnTo>
                  <a:lnTo>
                    <a:pt x="1876369" y="1039595"/>
                  </a:lnTo>
                  <a:lnTo>
                    <a:pt x="1877441" y="1039149"/>
                  </a:lnTo>
                  <a:lnTo>
                    <a:pt x="1878512" y="1038705"/>
                  </a:lnTo>
                  <a:lnTo>
                    <a:pt x="1879584" y="1038261"/>
                  </a:lnTo>
                  <a:lnTo>
                    <a:pt x="1880655" y="1037817"/>
                  </a:lnTo>
                  <a:lnTo>
                    <a:pt x="1881727" y="1037375"/>
                  </a:lnTo>
                  <a:lnTo>
                    <a:pt x="1882799" y="1036933"/>
                  </a:lnTo>
                  <a:lnTo>
                    <a:pt x="1883870" y="1036491"/>
                  </a:lnTo>
                  <a:lnTo>
                    <a:pt x="1884942" y="1036051"/>
                  </a:lnTo>
                  <a:lnTo>
                    <a:pt x="1886013" y="1035611"/>
                  </a:lnTo>
                  <a:lnTo>
                    <a:pt x="1887085" y="1035172"/>
                  </a:lnTo>
                  <a:lnTo>
                    <a:pt x="1888157" y="1034733"/>
                  </a:lnTo>
                  <a:lnTo>
                    <a:pt x="1889228" y="1034295"/>
                  </a:lnTo>
                  <a:lnTo>
                    <a:pt x="1890300" y="1033858"/>
                  </a:lnTo>
                  <a:lnTo>
                    <a:pt x="1891371" y="1033421"/>
                  </a:lnTo>
                  <a:lnTo>
                    <a:pt x="1892443" y="1032985"/>
                  </a:lnTo>
                  <a:lnTo>
                    <a:pt x="1893515" y="1032550"/>
                  </a:lnTo>
                  <a:lnTo>
                    <a:pt x="1894586" y="1032115"/>
                  </a:lnTo>
                  <a:lnTo>
                    <a:pt x="1895658" y="1031681"/>
                  </a:lnTo>
                  <a:lnTo>
                    <a:pt x="1896729" y="1031248"/>
                  </a:lnTo>
                  <a:lnTo>
                    <a:pt x="1897801" y="1030815"/>
                  </a:lnTo>
                  <a:lnTo>
                    <a:pt x="1898873" y="1030383"/>
                  </a:lnTo>
                  <a:lnTo>
                    <a:pt x="1899944" y="1029951"/>
                  </a:lnTo>
                  <a:lnTo>
                    <a:pt x="1901016" y="1029521"/>
                  </a:lnTo>
                  <a:lnTo>
                    <a:pt x="1902087" y="1029090"/>
                  </a:lnTo>
                  <a:lnTo>
                    <a:pt x="1903159" y="1028661"/>
                  </a:lnTo>
                  <a:lnTo>
                    <a:pt x="1904231" y="1028232"/>
                  </a:lnTo>
                  <a:lnTo>
                    <a:pt x="1905302" y="1027803"/>
                  </a:lnTo>
                  <a:lnTo>
                    <a:pt x="1906374" y="1027375"/>
                  </a:lnTo>
                  <a:lnTo>
                    <a:pt x="1907445" y="1026948"/>
                  </a:lnTo>
                  <a:lnTo>
                    <a:pt x="1908517" y="1026522"/>
                  </a:lnTo>
                  <a:lnTo>
                    <a:pt x="1909589" y="1026096"/>
                  </a:lnTo>
                  <a:lnTo>
                    <a:pt x="1910660" y="1025670"/>
                  </a:lnTo>
                  <a:lnTo>
                    <a:pt x="1911732" y="1025245"/>
                  </a:lnTo>
                  <a:lnTo>
                    <a:pt x="1912803" y="1024821"/>
                  </a:lnTo>
                  <a:lnTo>
                    <a:pt x="1913875" y="1024398"/>
                  </a:lnTo>
                  <a:lnTo>
                    <a:pt x="1914947" y="1023974"/>
                  </a:lnTo>
                  <a:lnTo>
                    <a:pt x="1916018" y="1023552"/>
                  </a:lnTo>
                  <a:lnTo>
                    <a:pt x="1917090" y="1023130"/>
                  </a:lnTo>
                  <a:lnTo>
                    <a:pt x="1918161" y="1022709"/>
                  </a:lnTo>
                  <a:lnTo>
                    <a:pt x="1919233" y="1022288"/>
                  </a:lnTo>
                  <a:lnTo>
                    <a:pt x="1920305" y="1021868"/>
                  </a:lnTo>
                  <a:lnTo>
                    <a:pt x="1921376" y="1021448"/>
                  </a:lnTo>
                  <a:lnTo>
                    <a:pt x="1922448" y="1021029"/>
                  </a:lnTo>
                  <a:lnTo>
                    <a:pt x="1923519" y="1020611"/>
                  </a:lnTo>
                  <a:lnTo>
                    <a:pt x="1924591" y="1020193"/>
                  </a:lnTo>
                  <a:lnTo>
                    <a:pt x="1925663" y="1019775"/>
                  </a:lnTo>
                  <a:lnTo>
                    <a:pt x="1926734" y="1019358"/>
                  </a:lnTo>
                  <a:lnTo>
                    <a:pt x="1927806" y="1018942"/>
                  </a:lnTo>
                  <a:lnTo>
                    <a:pt x="1928877" y="1018526"/>
                  </a:lnTo>
                  <a:lnTo>
                    <a:pt x="1929949" y="1018111"/>
                  </a:lnTo>
                  <a:lnTo>
                    <a:pt x="1931021" y="1017696"/>
                  </a:lnTo>
                  <a:lnTo>
                    <a:pt x="1932092" y="1017282"/>
                  </a:lnTo>
                  <a:lnTo>
                    <a:pt x="1933164" y="1016868"/>
                  </a:lnTo>
                  <a:lnTo>
                    <a:pt x="1934235" y="1016455"/>
                  </a:lnTo>
                  <a:lnTo>
                    <a:pt x="1935307" y="1016043"/>
                  </a:lnTo>
                  <a:lnTo>
                    <a:pt x="1936379" y="1015631"/>
                  </a:lnTo>
                  <a:lnTo>
                    <a:pt x="1937450" y="1015219"/>
                  </a:lnTo>
                  <a:lnTo>
                    <a:pt x="1938522" y="1014808"/>
                  </a:lnTo>
                  <a:lnTo>
                    <a:pt x="1939593" y="1014397"/>
                  </a:lnTo>
                  <a:lnTo>
                    <a:pt x="1940665" y="1013987"/>
                  </a:lnTo>
                  <a:lnTo>
                    <a:pt x="1941737" y="1013578"/>
                  </a:lnTo>
                  <a:lnTo>
                    <a:pt x="1942808" y="1013169"/>
                  </a:lnTo>
                  <a:lnTo>
                    <a:pt x="1943880" y="1012760"/>
                  </a:lnTo>
                  <a:lnTo>
                    <a:pt x="1944951" y="1012352"/>
                  </a:lnTo>
                  <a:lnTo>
                    <a:pt x="1946023" y="1011945"/>
                  </a:lnTo>
                  <a:lnTo>
                    <a:pt x="1947095" y="1011538"/>
                  </a:lnTo>
                  <a:lnTo>
                    <a:pt x="1948166" y="1011131"/>
                  </a:lnTo>
                  <a:lnTo>
                    <a:pt x="1949238" y="1010725"/>
                  </a:lnTo>
                  <a:lnTo>
                    <a:pt x="1950309" y="1010319"/>
                  </a:lnTo>
                  <a:lnTo>
                    <a:pt x="1951381" y="1009914"/>
                  </a:lnTo>
                  <a:lnTo>
                    <a:pt x="1952453" y="1009510"/>
                  </a:lnTo>
                  <a:lnTo>
                    <a:pt x="1953524" y="1009105"/>
                  </a:lnTo>
                  <a:lnTo>
                    <a:pt x="1954596" y="1008702"/>
                  </a:lnTo>
                  <a:lnTo>
                    <a:pt x="1955667" y="1008298"/>
                  </a:lnTo>
                  <a:lnTo>
                    <a:pt x="1956739" y="1007896"/>
                  </a:lnTo>
                  <a:lnTo>
                    <a:pt x="1957810" y="1007493"/>
                  </a:lnTo>
                  <a:lnTo>
                    <a:pt x="1958882" y="1007091"/>
                  </a:lnTo>
                  <a:lnTo>
                    <a:pt x="1959954" y="1006690"/>
                  </a:lnTo>
                  <a:lnTo>
                    <a:pt x="1961025" y="1006289"/>
                  </a:lnTo>
                  <a:lnTo>
                    <a:pt x="1962097" y="1005888"/>
                  </a:lnTo>
                  <a:lnTo>
                    <a:pt x="1963168" y="1005488"/>
                  </a:lnTo>
                  <a:lnTo>
                    <a:pt x="1964240" y="1005089"/>
                  </a:lnTo>
                  <a:lnTo>
                    <a:pt x="1965312" y="1004690"/>
                  </a:lnTo>
                  <a:lnTo>
                    <a:pt x="1966383" y="1004291"/>
                  </a:lnTo>
                  <a:lnTo>
                    <a:pt x="1967455" y="1003892"/>
                  </a:lnTo>
                  <a:lnTo>
                    <a:pt x="1968526" y="1003495"/>
                  </a:lnTo>
                  <a:lnTo>
                    <a:pt x="1969598" y="1003097"/>
                  </a:lnTo>
                  <a:lnTo>
                    <a:pt x="1970670" y="1002700"/>
                  </a:lnTo>
                  <a:lnTo>
                    <a:pt x="1971741" y="1002303"/>
                  </a:lnTo>
                  <a:lnTo>
                    <a:pt x="1972813" y="1001907"/>
                  </a:lnTo>
                  <a:lnTo>
                    <a:pt x="1973884" y="1001511"/>
                  </a:lnTo>
                  <a:lnTo>
                    <a:pt x="1974956" y="1001116"/>
                  </a:lnTo>
                  <a:lnTo>
                    <a:pt x="1976028" y="1000721"/>
                  </a:lnTo>
                  <a:lnTo>
                    <a:pt x="1977099" y="1000326"/>
                  </a:lnTo>
                  <a:lnTo>
                    <a:pt x="1978171" y="999932"/>
                  </a:lnTo>
                  <a:lnTo>
                    <a:pt x="1979242" y="999538"/>
                  </a:lnTo>
                  <a:lnTo>
                    <a:pt x="1980314" y="999145"/>
                  </a:lnTo>
                  <a:lnTo>
                    <a:pt x="1981386" y="998752"/>
                  </a:lnTo>
                  <a:lnTo>
                    <a:pt x="1982457" y="998359"/>
                  </a:lnTo>
                  <a:lnTo>
                    <a:pt x="1983529" y="997967"/>
                  </a:lnTo>
                  <a:lnTo>
                    <a:pt x="1984600" y="997575"/>
                  </a:lnTo>
                  <a:lnTo>
                    <a:pt x="1985672" y="997184"/>
                  </a:lnTo>
                  <a:lnTo>
                    <a:pt x="1986744" y="996793"/>
                  </a:lnTo>
                  <a:lnTo>
                    <a:pt x="1987815" y="996402"/>
                  </a:lnTo>
                  <a:lnTo>
                    <a:pt x="1988887" y="996012"/>
                  </a:lnTo>
                  <a:lnTo>
                    <a:pt x="1989958" y="995622"/>
                  </a:lnTo>
                  <a:lnTo>
                    <a:pt x="1991030" y="995232"/>
                  </a:lnTo>
                  <a:lnTo>
                    <a:pt x="1992102" y="994843"/>
                  </a:lnTo>
                  <a:lnTo>
                    <a:pt x="1993173" y="994454"/>
                  </a:lnTo>
                  <a:lnTo>
                    <a:pt x="1994245" y="994066"/>
                  </a:lnTo>
                  <a:lnTo>
                    <a:pt x="1995316" y="993678"/>
                  </a:lnTo>
                  <a:lnTo>
                    <a:pt x="1996388" y="993290"/>
                  </a:lnTo>
                  <a:lnTo>
                    <a:pt x="1997460" y="992902"/>
                  </a:lnTo>
                  <a:lnTo>
                    <a:pt x="1998531" y="992515"/>
                  </a:lnTo>
                  <a:lnTo>
                    <a:pt x="1999603" y="992129"/>
                  </a:lnTo>
                  <a:lnTo>
                    <a:pt x="2000674" y="991742"/>
                  </a:lnTo>
                  <a:lnTo>
                    <a:pt x="2001746" y="991356"/>
                  </a:lnTo>
                  <a:lnTo>
                    <a:pt x="2002818" y="990970"/>
                  </a:lnTo>
                  <a:lnTo>
                    <a:pt x="2003889" y="990585"/>
                  </a:lnTo>
                  <a:lnTo>
                    <a:pt x="2004961" y="990200"/>
                  </a:lnTo>
                  <a:lnTo>
                    <a:pt x="2006032" y="989815"/>
                  </a:lnTo>
                  <a:lnTo>
                    <a:pt x="2007104" y="989431"/>
                  </a:lnTo>
                  <a:lnTo>
                    <a:pt x="2008176" y="989047"/>
                  </a:lnTo>
                  <a:lnTo>
                    <a:pt x="2009247" y="988663"/>
                  </a:lnTo>
                  <a:lnTo>
                    <a:pt x="2010319" y="988279"/>
                  </a:lnTo>
                  <a:lnTo>
                    <a:pt x="2011390" y="987896"/>
                  </a:lnTo>
                  <a:lnTo>
                    <a:pt x="2012462" y="987514"/>
                  </a:lnTo>
                  <a:lnTo>
                    <a:pt x="2013534" y="987131"/>
                  </a:lnTo>
                  <a:lnTo>
                    <a:pt x="2014605" y="986749"/>
                  </a:lnTo>
                  <a:lnTo>
                    <a:pt x="2015677" y="986367"/>
                  </a:lnTo>
                  <a:lnTo>
                    <a:pt x="2016748" y="985985"/>
                  </a:lnTo>
                  <a:lnTo>
                    <a:pt x="2017820" y="985604"/>
                  </a:lnTo>
                  <a:lnTo>
                    <a:pt x="2018892" y="985223"/>
                  </a:lnTo>
                  <a:lnTo>
                    <a:pt x="2019963" y="984842"/>
                  </a:lnTo>
                  <a:lnTo>
                    <a:pt x="2021035" y="984462"/>
                  </a:lnTo>
                  <a:lnTo>
                    <a:pt x="2022106" y="984081"/>
                  </a:lnTo>
                  <a:lnTo>
                    <a:pt x="2023178" y="983702"/>
                  </a:lnTo>
                  <a:lnTo>
                    <a:pt x="2024250" y="983322"/>
                  </a:lnTo>
                  <a:lnTo>
                    <a:pt x="2025321" y="982943"/>
                  </a:lnTo>
                  <a:lnTo>
                    <a:pt x="2026393" y="982564"/>
                  </a:lnTo>
                  <a:lnTo>
                    <a:pt x="2027464" y="982185"/>
                  </a:lnTo>
                  <a:lnTo>
                    <a:pt x="2028536" y="981806"/>
                  </a:lnTo>
                  <a:lnTo>
                    <a:pt x="2029608" y="981428"/>
                  </a:lnTo>
                  <a:lnTo>
                    <a:pt x="2030679" y="981050"/>
                  </a:lnTo>
                  <a:lnTo>
                    <a:pt x="2031751" y="980672"/>
                  </a:lnTo>
                  <a:lnTo>
                    <a:pt x="2032822" y="980295"/>
                  </a:lnTo>
                  <a:lnTo>
                    <a:pt x="2033894" y="979917"/>
                  </a:lnTo>
                  <a:lnTo>
                    <a:pt x="2034966" y="979540"/>
                  </a:lnTo>
                  <a:lnTo>
                    <a:pt x="2036037" y="979164"/>
                  </a:lnTo>
                  <a:lnTo>
                    <a:pt x="2037109" y="978787"/>
                  </a:lnTo>
                  <a:lnTo>
                    <a:pt x="2038180" y="978411"/>
                  </a:lnTo>
                  <a:lnTo>
                    <a:pt x="2039252" y="978035"/>
                  </a:lnTo>
                  <a:lnTo>
                    <a:pt x="2040324" y="977659"/>
                  </a:lnTo>
                  <a:lnTo>
                    <a:pt x="2041395" y="977283"/>
                  </a:lnTo>
                  <a:lnTo>
                    <a:pt x="2042467" y="976908"/>
                  </a:lnTo>
                  <a:lnTo>
                    <a:pt x="2043538" y="976533"/>
                  </a:lnTo>
                  <a:lnTo>
                    <a:pt x="2044610" y="976158"/>
                  </a:lnTo>
                  <a:lnTo>
                    <a:pt x="2045682" y="975783"/>
                  </a:lnTo>
                  <a:lnTo>
                    <a:pt x="2046753" y="975409"/>
                  </a:lnTo>
                  <a:lnTo>
                    <a:pt x="2047825" y="975035"/>
                  </a:lnTo>
                  <a:lnTo>
                    <a:pt x="2048896" y="974661"/>
                  </a:lnTo>
                  <a:lnTo>
                    <a:pt x="2049968" y="974287"/>
                  </a:lnTo>
                  <a:lnTo>
                    <a:pt x="2051040" y="973913"/>
                  </a:lnTo>
                  <a:lnTo>
                    <a:pt x="2052111" y="973540"/>
                  </a:lnTo>
                  <a:lnTo>
                    <a:pt x="2053183" y="973167"/>
                  </a:lnTo>
                  <a:lnTo>
                    <a:pt x="2054254" y="972793"/>
                  </a:lnTo>
                  <a:lnTo>
                    <a:pt x="2055326" y="972421"/>
                  </a:lnTo>
                  <a:lnTo>
                    <a:pt x="2056398" y="972048"/>
                  </a:lnTo>
                  <a:lnTo>
                    <a:pt x="2057469" y="971676"/>
                  </a:lnTo>
                  <a:lnTo>
                    <a:pt x="2058541" y="971303"/>
                  </a:lnTo>
                  <a:lnTo>
                    <a:pt x="2059612" y="970931"/>
                  </a:lnTo>
                  <a:lnTo>
                    <a:pt x="2060684" y="970559"/>
                  </a:lnTo>
                  <a:lnTo>
                    <a:pt x="2061756" y="970187"/>
                  </a:lnTo>
                  <a:lnTo>
                    <a:pt x="2062827" y="969816"/>
                  </a:lnTo>
                  <a:lnTo>
                    <a:pt x="2063899" y="969444"/>
                  </a:lnTo>
                  <a:lnTo>
                    <a:pt x="2064970" y="969073"/>
                  </a:lnTo>
                  <a:lnTo>
                    <a:pt x="2066042" y="968702"/>
                  </a:lnTo>
                  <a:lnTo>
                    <a:pt x="2067114" y="968331"/>
                  </a:lnTo>
                  <a:lnTo>
                    <a:pt x="2068185" y="967960"/>
                  </a:lnTo>
                  <a:lnTo>
                    <a:pt x="2069257" y="967590"/>
                  </a:lnTo>
                  <a:lnTo>
                    <a:pt x="2070328" y="967219"/>
                  </a:lnTo>
                  <a:lnTo>
                    <a:pt x="2071400" y="966849"/>
                  </a:lnTo>
                  <a:lnTo>
                    <a:pt x="2072472" y="966479"/>
                  </a:lnTo>
                  <a:lnTo>
                    <a:pt x="2073543" y="966109"/>
                  </a:lnTo>
                  <a:lnTo>
                    <a:pt x="2074615" y="965739"/>
                  </a:lnTo>
                  <a:lnTo>
                    <a:pt x="2075686" y="965369"/>
                  </a:lnTo>
                  <a:lnTo>
                    <a:pt x="2076758" y="965000"/>
                  </a:lnTo>
                  <a:lnTo>
                    <a:pt x="2077830" y="964630"/>
                  </a:lnTo>
                  <a:lnTo>
                    <a:pt x="2078901" y="964261"/>
                  </a:lnTo>
                  <a:lnTo>
                    <a:pt x="2079973" y="963892"/>
                  </a:lnTo>
                  <a:lnTo>
                    <a:pt x="2081044" y="963522"/>
                  </a:lnTo>
                  <a:lnTo>
                    <a:pt x="2082116" y="963153"/>
                  </a:lnTo>
                  <a:lnTo>
                    <a:pt x="2083188" y="962784"/>
                  </a:lnTo>
                  <a:lnTo>
                    <a:pt x="2084259" y="962416"/>
                  </a:lnTo>
                  <a:lnTo>
                    <a:pt x="2085331" y="962047"/>
                  </a:lnTo>
                  <a:lnTo>
                    <a:pt x="2086402" y="961678"/>
                  </a:lnTo>
                  <a:lnTo>
                    <a:pt x="2087474" y="961310"/>
                  </a:lnTo>
                  <a:lnTo>
                    <a:pt x="2088546" y="960942"/>
                  </a:lnTo>
                  <a:lnTo>
                    <a:pt x="2089617" y="960573"/>
                  </a:lnTo>
                  <a:lnTo>
                    <a:pt x="2090689" y="960205"/>
                  </a:lnTo>
                  <a:lnTo>
                    <a:pt x="2091760" y="959837"/>
                  </a:lnTo>
                  <a:lnTo>
                    <a:pt x="2092832" y="959469"/>
                  </a:lnTo>
                  <a:lnTo>
                    <a:pt x="2093904" y="959101"/>
                  </a:lnTo>
                  <a:lnTo>
                    <a:pt x="2094975" y="958733"/>
                  </a:lnTo>
                  <a:lnTo>
                    <a:pt x="2096047" y="958366"/>
                  </a:lnTo>
                  <a:lnTo>
                    <a:pt x="2097118" y="957998"/>
                  </a:lnTo>
                  <a:lnTo>
                    <a:pt x="2098190" y="957630"/>
                  </a:lnTo>
                  <a:lnTo>
                    <a:pt x="2099262" y="957263"/>
                  </a:lnTo>
                  <a:lnTo>
                    <a:pt x="2100333" y="956895"/>
                  </a:lnTo>
                  <a:lnTo>
                    <a:pt x="2101405" y="956528"/>
                  </a:lnTo>
                  <a:lnTo>
                    <a:pt x="2102476" y="956161"/>
                  </a:lnTo>
                  <a:lnTo>
                    <a:pt x="2103548" y="955793"/>
                  </a:lnTo>
                  <a:lnTo>
                    <a:pt x="2104620" y="955426"/>
                  </a:lnTo>
                  <a:lnTo>
                    <a:pt x="2105691" y="955059"/>
                  </a:lnTo>
                  <a:lnTo>
                    <a:pt x="2106763" y="954692"/>
                  </a:lnTo>
                  <a:lnTo>
                    <a:pt x="2107834" y="954325"/>
                  </a:lnTo>
                  <a:lnTo>
                    <a:pt x="2108906" y="953958"/>
                  </a:lnTo>
                  <a:lnTo>
                    <a:pt x="2109978" y="953591"/>
                  </a:lnTo>
                  <a:lnTo>
                    <a:pt x="2111049" y="953224"/>
                  </a:lnTo>
                  <a:lnTo>
                    <a:pt x="2112121" y="952857"/>
                  </a:lnTo>
                  <a:lnTo>
                    <a:pt x="2113192" y="952490"/>
                  </a:lnTo>
                  <a:lnTo>
                    <a:pt x="2114264" y="952123"/>
                  </a:lnTo>
                  <a:lnTo>
                    <a:pt x="2115336" y="951756"/>
                  </a:lnTo>
                  <a:lnTo>
                    <a:pt x="2116407" y="951389"/>
                  </a:lnTo>
                  <a:lnTo>
                    <a:pt x="2117479" y="951022"/>
                  </a:lnTo>
                  <a:lnTo>
                    <a:pt x="2118550" y="950655"/>
                  </a:lnTo>
                  <a:lnTo>
                    <a:pt x="2119622" y="950289"/>
                  </a:lnTo>
                  <a:lnTo>
                    <a:pt x="2120694" y="949922"/>
                  </a:lnTo>
                  <a:lnTo>
                    <a:pt x="2121765" y="949555"/>
                  </a:lnTo>
                  <a:lnTo>
                    <a:pt x="2122837" y="949188"/>
                  </a:lnTo>
                  <a:lnTo>
                    <a:pt x="2123908" y="948821"/>
                  </a:lnTo>
                  <a:lnTo>
                    <a:pt x="2124980" y="948454"/>
                  </a:lnTo>
                  <a:lnTo>
                    <a:pt x="2126052" y="948088"/>
                  </a:lnTo>
                  <a:lnTo>
                    <a:pt x="2127123" y="947721"/>
                  </a:lnTo>
                  <a:lnTo>
                    <a:pt x="2128195" y="947354"/>
                  </a:lnTo>
                  <a:lnTo>
                    <a:pt x="2129266" y="946987"/>
                  </a:lnTo>
                  <a:lnTo>
                    <a:pt x="2130338" y="946620"/>
                  </a:lnTo>
                  <a:lnTo>
                    <a:pt x="2131409" y="946253"/>
                  </a:lnTo>
                  <a:lnTo>
                    <a:pt x="2132481" y="945886"/>
                  </a:lnTo>
                  <a:lnTo>
                    <a:pt x="2133553" y="945519"/>
                  </a:lnTo>
                  <a:lnTo>
                    <a:pt x="2134624" y="945152"/>
                  </a:lnTo>
                  <a:lnTo>
                    <a:pt x="2135696" y="944785"/>
                  </a:lnTo>
                  <a:lnTo>
                    <a:pt x="2136767" y="944418"/>
                  </a:lnTo>
                  <a:lnTo>
                    <a:pt x="2137839" y="944051"/>
                  </a:lnTo>
                  <a:lnTo>
                    <a:pt x="2138911" y="943684"/>
                  </a:lnTo>
                  <a:lnTo>
                    <a:pt x="2139982" y="943316"/>
                  </a:lnTo>
                  <a:lnTo>
                    <a:pt x="2141054" y="942949"/>
                  </a:lnTo>
                  <a:lnTo>
                    <a:pt x="2142125" y="942582"/>
                  </a:lnTo>
                  <a:lnTo>
                    <a:pt x="2143197" y="942214"/>
                  </a:lnTo>
                  <a:lnTo>
                    <a:pt x="2144269" y="941847"/>
                  </a:lnTo>
                  <a:lnTo>
                    <a:pt x="2145340" y="941479"/>
                  </a:lnTo>
                  <a:lnTo>
                    <a:pt x="2146412" y="941112"/>
                  </a:lnTo>
                  <a:lnTo>
                    <a:pt x="2147483" y="940744"/>
                  </a:lnTo>
                  <a:lnTo>
                    <a:pt x="2148555" y="940377"/>
                  </a:lnTo>
                  <a:lnTo>
                    <a:pt x="2149627" y="940009"/>
                  </a:lnTo>
                  <a:lnTo>
                    <a:pt x="2150698" y="939641"/>
                  </a:lnTo>
                  <a:lnTo>
                    <a:pt x="2151770" y="939273"/>
                  </a:lnTo>
                  <a:lnTo>
                    <a:pt x="2152841" y="938905"/>
                  </a:lnTo>
                  <a:lnTo>
                    <a:pt x="2153913" y="938537"/>
                  </a:lnTo>
                  <a:lnTo>
                    <a:pt x="2154985" y="938169"/>
                  </a:lnTo>
                  <a:lnTo>
                    <a:pt x="2156056" y="937801"/>
                  </a:lnTo>
                  <a:lnTo>
                    <a:pt x="2157128" y="937433"/>
                  </a:lnTo>
                  <a:lnTo>
                    <a:pt x="2158199" y="937065"/>
                  </a:lnTo>
                  <a:lnTo>
                    <a:pt x="2159271" y="936697"/>
                  </a:lnTo>
                  <a:lnTo>
                    <a:pt x="2160343" y="936329"/>
                  </a:lnTo>
                  <a:lnTo>
                    <a:pt x="2161414" y="935960"/>
                  </a:lnTo>
                  <a:lnTo>
                    <a:pt x="2162486" y="935592"/>
                  </a:lnTo>
                  <a:lnTo>
                    <a:pt x="2163557" y="935223"/>
                  </a:lnTo>
                  <a:lnTo>
                    <a:pt x="2164629" y="934855"/>
                  </a:lnTo>
                  <a:lnTo>
                    <a:pt x="2165701" y="934486"/>
                  </a:lnTo>
                  <a:lnTo>
                    <a:pt x="2166772" y="934118"/>
                  </a:lnTo>
                  <a:lnTo>
                    <a:pt x="2167844" y="933749"/>
                  </a:lnTo>
                  <a:lnTo>
                    <a:pt x="2168915" y="933381"/>
                  </a:lnTo>
                  <a:lnTo>
                    <a:pt x="2169987" y="933012"/>
                  </a:lnTo>
                  <a:lnTo>
                    <a:pt x="2171059" y="932643"/>
                  </a:lnTo>
                  <a:lnTo>
                    <a:pt x="2172130" y="932274"/>
                  </a:lnTo>
                  <a:lnTo>
                    <a:pt x="2173202" y="931905"/>
                  </a:lnTo>
                  <a:lnTo>
                    <a:pt x="2174273" y="931537"/>
                  </a:lnTo>
                  <a:lnTo>
                    <a:pt x="2175345" y="931168"/>
                  </a:lnTo>
                  <a:lnTo>
                    <a:pt x="2176417" y="930799"/>
                  </a:lnTo>
                  <a:lnTo>
                    <a:pt x="2177488" y="930429"/>
                  </a:lnTo>
                  <a:lnTo>
                    <a:pt x="2178560" y="930060"/>
                  </a:lnTo>
                  <a:lnTo>
                    <a:pt x="2179631" y="929691"/>
                  </a:lnTo>
                  <a:lnTo>
                    <a:pt x="2180703" y="929322"/>
                  </a:lnTo>
                  <a:lnTo>
                    <a:pt x="2181775" y="928953"/>
                  </a:lnTo>
                  <a:lnTo>
                    <a:pt x="2182846" y="928583"/>
                  </a:lnTo>
                  <a:lnTo>
                    <a:pt x="2183918" y="928214"/>
                  </a:lnTo>
                  <a:lnTo>
                    <a:pt x="2184989" y="927844"/>
                  </a:lnTo>
                  <a:lnTo>
                    <a:pt x="2186061" y="927475"/>
                  </a:lnTo>
                  <a:lnTo>
                    <a:pt x="2187133" y="927105"/>
                  </a:lnTo>
                  <a:lnTo>
                    <a:pt x="2188204" y="926736"/>
                  </a:lnTo>
                  <a:lnTo>
                    <a:pt x="2189276" y="926366"/>
                  </a:lnTo>
                  <a:lnTo>
                    <a:pt x="2190347" y="925997"/>
                  </a:lnTo>
                  <a:lnTo>
                    <a:pt x="2191419" y="925627"/>
                  </a:lnTo>
                  <a:lnTo>
                    <a:pt x="2192491" y="925257"/>
                  </a:lnTo>
                  <a:lnTo>
                    <a:pt x="2193562" y="924887"/>
                  </a:lnTo>
                  <a:lnTo>
                    <a:pt x="2194634" y="924517"/>
                  </a:lnTo>
                  <a:lnTo>
                    <a:pt x="2195705" y="924147"/>
                  </a:lnTo>
                  <a:lnTo>
                    <a:pt x="2196777" y="923777"/>
                  </a:lnTo>
                  <a:lnTo>
                    <a:pt x="2197849" y="923407"/>
                  </a:lnTo>
                  <a:lnTo>
                    <a:pt x="2198920" y="923037"/>
                  </a:lnTo>
                  <a:lnTo>
                    <a:pt x="2199992" y="922667"/>
                  </a:lnTo>
                  <a:lnTo>
                    <a:pt x="2201063" y="922297"/>
                  </a:lnTo>
                  <a:lnTo>
                    <a:pt x="2202135" y="921927"/>
                  </a:lnTo>
                  <a:lnTo>
                    <a:pt x="2203207" y="921556"/>
                  </a:lnTo>
                  <a:lnTo>
                    <a:pt x="2204278" y="921186"/>
                  </a:lnTo>
                  <a:lnTo>
                    <a:pt x="2205350" y="920815"/>
                  </a:lnTo>
                  <a:lnTo>
                    <a:pt x="2206421" y="920445"/>
                  </a:lnTo>
                  <a:lnTo>
                    <a:pt x="2207493" y="920074"/>
                  </a:lnTo>
                  <a:lnTo>
                    <a:pt x="2208565" y="919704"/>
                  </a:lnTo>
                  <a:lnTo>
                    <a:pt x="2209636" y="919333"/>
                  </a:lnTo>
                  <a:lnTo>
                    <a:pt x="2210708" y="918963"/>
                  </a:lnTo>
                  <a:lnTo>
                    <a:pt x="2211779" y="918592"/>
                  </a:lnTo>
                  <a:lnTo>
                    <a:pt x="2212851" y="918221"/>
                  </a:lnTo>
                  <a:lnTo>
                    <a:pt x="2213923" y="917850"/>
                  </a:lnTo>
                  <a:lnTo>
                    <a:pt x="2214994" y="917479"/>
                  </a:lnTo>
                  <a:lnTo>
                    <a:pt x="2216066" y="917108"/>
                  </a:lnTo>
                  <a:lnTo>
                    <a:pt x="2217137" y="916737"/>
                  </a:lnTo>
                  <a:lnTo>
                    <a:pt x="2218209" y="916366"/>
                  </a:lnTo>
                  <a:lnTo>
                    <a:pt x="2219281" y="915995"/>
                  </a:lnTo>
                  <a:lnTo>
                    <a:pt x="2220352" y="915624"/>
                  </a:lnTo>
                  <a:lnTo>
                    <a:pt x="2221424" y="915253"/>
                  </a:lnTo>
                  <a:lnTo>
                    <a:pt x="2222495" y="914882"/>
                  </a:lnTo>
                  <a:lnTo>
                    <a:pt x="2223567" y="914510"/>
                  </a:lnTo>
                  <a:lnTo>
                    <a:pt x="2224639" y="914139"/>
                  </a:lnTo>
                  <a:lnTo>
                    <a:pt x="2225710" y="913768"/>
                  </a:lnTo>
                  <a:lnTo>
                    <a:pt x="2226782" y="913396"/>
                  </a:lnTo>
                  <a:lnTo>
                    <a:pt x="2227853" y="913025"/>
                  </a:lnTo>
                  <a:lnTo>
                    <a:pt x="2228925" y="912653"/>
                  </a:lnTo>
                  <a:lnTo>
                    <a:pt x="2229997" y="912281"/>
                  </a:lnTo>
                  <a:lnTo>
                    <a:pt x="2231068" y="911910"/>
                  </a:lnTo>
                  <a:lnTo>
                    <a:pt x="2232140" y="911538"/>
                  </a:lnTo>
                  <a:lnTo>
                    <a:pt x="2233211" y="911166"/>
                  </a:lnTo>
                  <a:lnTo>
                    <a:pt x="2234283" y="910794"/>
                  </a:lnTo>
                  <a:lnTo>
                    <a:pt x="2235355" y="910422"/>
                  </a:lnTo>
                  <a:lnTo>
                    <a:pt x="2236426" y="910050"/>
                  </a:lnTo>
                  <a:lnTo>
                    <a:pt x="2237498" y="909678"/>
                  </a:lnTo>
                  <a:lnTo>
                    <a:pt x="2238569" y="909306"/>
                  </a:lnTo>
                  <a:lnTo>
                    <a:pt x="2239641" y="908934"/>
                  </a:lnTo>
                  <a:lnTo>
                    <a:pt x="2240713" y="908562"/>
                  </a:lnTo>
                  <a:lnTo>
                    <a:pt x="2241784" y="908190"/>
                  </a:lnTo>
                  <a:lnTo>
                    <a:pt x="2242856" y="907817"/>
                  </a:lnTo>
                  <a:lnTo>
                    <a:pt x="2243927" y="907445"/>
                  </a:lnTo>
                  <a:lnTo>
                    <a:pt x="2244999" y="907072"/>
                  </a:lnTo>
                  <a:lnTo>
                    <a:pt x="2246071" y="906700"/>
                  </a:lnTo>
                  <a:lnTo>
                    <a:pt x="2247142" y="906327"/>
                  </a:lnTo>
                  <a:lnTo>
                    <a:pt x="2248214" y="905955"/>
                  </a:lnTo>
                  <a:lnTo>
                    <a:pt x="2249285" y="905582"/>
                  </a:lnTo>
                  <a:lnTo>
                    <a:pt x="2250357" y="905209"/>
                  </a:lnTo>
                  <a:lnTo>
                    <a:pt x="2251429" y="904837"/>
                  </a:lnTo>
                  <a:lnTo>
                    <a:pt x="2252500" y="904464"/>
                  </a:lnTo>
                  <a:lnTo>
                    <a:pt x="2253572" y="904091"/>
                  </a:lnTo>
                  <a:lnTo>
                    <a:pt x="2254643" y="903718"/>
                  </a:lnTo>
                  <a:lnTo>
                    <a:pt x="2255715" y="903345"/>
                  </a:lnTo>
                  <a:lnTo>
                    <a:pt x="2256787" y="902972"/>
                  </a:lnTo>
                  <a:lnTo>
                    <a:pt x="2257858" y="902599"/>
                  </a:lnTo>
                  <a:lnTo>
                    <a:pt x="2258930" y="902225"/>
                  </a:lnTo>
                  <a:lnTo>
                    <a:pt x="2260001" y="901852"/>
                  </a:lnTo>
                  <a:lnTo>
                    <a:pt x="2261073" y="901479"/>
                  </a:lnTo>
                  <a:lnTo>
                    <a:pt x="2262145" y="901105"/>
                  </a:lnTo>
                  <a:lnTo>
                    <a:pt x="2263216" y="900732"/>
                  </a:lnTo>
                  <a:lnTo>
                    <a:pt x="2264288" y="900358"/>
                  </a:lnTo>
                  <a:lnTo>
                    <a:pt x="2265359" y="899985"/>
                  </a:lnTo>
                  <a:lnTo>
                    <a:pt x="2266431" y="899611"/>
                  </a:lnTo>
                  <a:lnTo>
                    <a:pt x="2267503" y="899237"/>
                  </a:lnTo>
                  <a:lnTo>
                    <a:pt x="2268574" y="898864"/>
                  </a:lnTo>
                  <a:lnTo>
                    <a:pt x="2269646" y="898490"/>
                  </a:lnTo>
                  <a:lnTo>
                    <a:pt x="2270717" y="898116"/>
                  </a:lnTo>
                  <a:lnTo>
                    <a:pt x="2271789" y="897742"/>
                  </a:lnTo>
                  <a:lnTo>
                    <a:pt x="2272861" y="897368"/>
                  </a:lnTo>
                  <a:lnTo>
                    <a:pt x="2273932" y="896994"/>
                  </a:lnTo>
                  <a:lnTo>
                    <a:pt x="2275004" y="896620"/>
                  </a:lnTo>
                  <a:lnTo>
                    <a:pt x="2276075" y="896246"/>
                  </a:lnTo>
                  <a:lnTo>
                    <a:pt x="2277147" y="895871"/>
                  </a:lnTo>
                  <a:lnTo>
                    <a:pt x="2278219" y="895497"/>
                  </a:lnTo>
                  <a:lnTo>
                    <a:pt x="2279290" y="895123"/>
                  </a:lnTo>
                  <a:lnTo>
                    <a:pt x="2280362" y="894748"/>
                  </a:lnTo>
                  <a:lnTo>
                    <a:pt x="2281433" y="894374"/>
                  </a:lnTo>
                  <a:lnTo>
                    <a:pt x="2282505" y="893999"/>
                  </a:lnTo>
                  <a:lnTo>
                    <a:pt x="2283577" y="893624"/>
                  </a:lnTo>
                  <a:lnTo>
                    <a:pt x="2284648" y="893249"/>
                  </a:lnTo>
                  <a:lnTo>
                    <a:pt x="2285720" y="892875"/>
                  </a:lnTo>
                  <a:lnTo>
                    <a:pt x="2286791" y="892500"/>
                  </a:lnTo>
                  <a:lnTo>
                    <a:pt x="2287863" y="892125"/>
                  </a:lnTo>
                  <a:lnTo>
                    <a:pt x="2288935" y="891750"/>
                  </a:lnTo>
                  <a:lnTo>
                    <a:pt x="2290006" y="891375"/>
                  </a:lnTo>
                  <a:lnTo>
                    <a:pt x="2291078" y="891000"/>
                  </a:lnTo>
                  <a:lnTo>
                    <a:pt x="2292149" y="890624"/>
                  </a:lnTo>
                  <a:lnTo>
                    <a:pt x="2293221" y="890249"/>
                  </a:lnTo>
                  <a:lnTo>
                    <a:pt x="2294293" y="889874"/>
                  </a:lnTo>
                  <a:lnTo>
                    <a:pt x="2295364" y="889498"/>
                  </a:lnTo>
                  <a:lnTo>
                    <a:pt x="2296436" y="889123"/>
                  </a:lnTo>
                  <a:lnTo>
                    <a:pt x="2297507" y="888747"/>
                  </a:lnTo>
                  <a:lnTo>
                    <a:pt x="2298579" y="888372"/>
                  </a:lnTo>
                  <a:lnTo>
                    <a:pt x="2299651" y="887996"/>
                  </a:lnTo>
                  <a:lnTo>
                    <a:pt x="2300722" y="887620"/>
                  </a:lnTo>
                  <a:lnTo>
                    <a:pt x="2301794" y="887244"/>
                  </a:lnTo>
                  <a:lnTo>
                    <a:pt x="2302865" y="886868"/>
                  </a:lnTo>
                  <a:lnTo>
                    <a:pt x="2303937" y="886492"/>
                  </a:lnTo>
                  <a:lnTo>
                    <a:pt x="2305009" y="886116"/>
                  </a:lnTo>
                  <a:lnTo>
                    <a:pt x="2306080" y="885740"/>
                  </a:lnTo>
                  <a:lnTo>
                    <a:pt x="2307152" y="885364"/>
                  </a:lnTo>
                  <a:lnTo>
                    <a:pt x="2308223" y="884988"/>
                  </a:lnTo>
                  <a:lnTo>
                    <a:pt x="2309295" y="884611"/>
                  </a:lnTo>
                  <a:lnTo>
                    <a:pt x="2310366" y="884235"/>
                  </a:lnTo>
                  <a:lnTo>
                    <a:pt x="2311438" y="883858"/>
                  </a:lnTo>
                  <a:lnTo>
                    <a:pt x="2312510" y="883482"/>
                  </a:lnTo>
                  <a:lnTo>
                    <a:pt x="2313581" y="883105"/>
                  </a:lnTo>
                  <a:lnTo>
                    <a:pt x="2314653" y="882728"/>
                  </a:lnTo>
                  <a:lnTo>
                    <a:pt x="2315724" y="882351"/>
                  </a:lnTo>
                  <a:lnTo>
                    <a:pt x="2316796" y="881974"/>
                  </a:lnTo>
                  <a:lnTo>
                    <a:pt x="2317868" y="881597"/>
                  </a:lnTo>
                  <a:lnTo>
                    <a:pt x="2318939" y="881220"/>
                  </a:lnTo>
                  <a:lnTo>
                    <a:pt x="2320011" y="880843"/>
                  </a:lnTo>
                  <a:lnTo>
                    <a:pt x="2321082" y="880466"/>
                  </a:lnTo>
                  <a:lnTo>
                    <a:pt x="2322154" y="880089"/>
                  </a:lnTo>
                  <a:lnTo>
                    <a:pt x="2323226" y="879711"/>
                  </a:lnTo>
                  <a:lnTo>
                    <a:pt x="2324297" y="879334"/>
                  </a:lnTo>
                  <a:lnTo>
                    <a:pt x="2325369" y="878956"/>
                  </a:lnTo>
                  <a:lnTo>
                    <a:pt x="2326440" y="878579"/>
                  </a:lnTo>
                  <a:lnTo>
                    <a:pt x="2327512" y="878201"/>
                  </a:lnTo>
                  <a:lnTo>
                    <a:pt x="2328584" y="877823"/>
                  </a:lnTo>
                  <a:lnTo>
                    <a:pt x="2329655" y="877445"/>
                  </a:lnTo>
                  <a:lnTo>
                    <a:pt x="2330727" y="877067"/>
                  </a:lnTo>
                  <a:lnTo>
                    <a:pt x="2331798" y="876689"/>
                  </a:lnTo>
                  <a:lnTo>
                    <a:pt x="2332870" y="876311"/>
                  </a:lnTo>
                  <a:lnTo>
                    <a:pt x="2333942" y="875933"/>
                  </a:lnTo>
                  <a:lnTo>
                    <a:pt x="2335013" y="875555"/>
                  </a:lnTo>
                  <a:lnTo>
                    <a:pt x="2336085" y="875177"/>
                  </a:lnTo>
                  <a:lnTo>
                    <a:pt x="2337156" y="874798"/>
                  </a:lnTo>
                  <a:lnTo>
                    <a:pt x="2338228" y="874420"/>
                  </a:lnTo>
                  <a:lnTo>
                    <a:pt x="2339300" y="874041"/>
                  </a:lnTo>
                  <a:lnTo>
                    <a:pt x="2340371" y="873662"/>
                  </a:lnTo>
                  <a:lnTo>
                    <a:pt x="2341443" y="873283"/>
                  </a:lnTo>
                  <a:lnTo>
                    <a:pt x="2342514" y="872905"/>
                  </a:lnTo>
                  <a:lnTo>
                    <a:pt x="2343586" y="872526"/>
                  </a:lnTo>
                  <a:lnTo>
                    <a:pt x="2344658" y="872147"/>
                  </a:lnTo>
                  <a:lnTo>
                    <a:pt x="2345729" y="871768"/>
                  </a:lnTo>
                  <a:lnTo>
                    <a:pt x="2346801" y="871388"/>
                  </a:lnTo>
                  <a:lnTo>
                    <a:pt x="2347872" y="871009"/>
                  </a:lnTo>
                  <a:lnTo>
                    <a:pt x="2348944" y="870630"/>
                  </a:lnTo>
                  <a:lnTo>
                    <a:pt x="2350016" y="870250"/>
                  </a:lnTo>
                  <a:lnTo>
                    <a:pt x="2351087" y="869871"/>
                  </a:lnTo>
                  <a:lnTo>
                    <a:pt x="2352159" y="869491"/>
                  </a:lnTo>
                  <a:lnTo>
                    <a:pt x="2353230" y="869111"/>
                  </a:lnTo>
                  <a:lnTo>
                    <a:pt x="2354302" y="868731"/>
                  </a:lnTo>
                  <a:lnTo>
                    <a:pt x="2355374" y="868351"/>
                  </a:lnTo>
                  <a:lnTo>
                    <a:pt x="2356445" y="867971"/>
                  </a:lnTo>
                  <a:lnTo>
                    <a:pt x="2357517" y="867591"/>
                  </a:lnTo>
                  <a:lnTo>
                    <a:pt x="2358588" y="867211"/>
                  </a:lnTo>
                  <a:lnTo>
                    <a:pt x="2359660" y="866831"/>
                  </a:lnTo>
                  <a:lnTo>
                    <a:pt x="2360732" y="866450"/>
                  </a:lnTo>
                  <a:lnTo>
                    <a:pt x="2361803" y="866070"/>
                  </a:lnTo>
                  <a:lnTo>
                    <a:pt x="2362875" y="865689"/>
                  </a:lnTo>
                  <a:lnTo>
                    <a:pt x="2363946" y="865309"/>
                  </a:lnTo>
                  <a:lnTo>
                    <a:pt x="2365018" y="864928"/>
                  </a:lnTo>
                  <a:lnTo>
                    <a:pt x="2366090" y="864547"/>
                  </a:lnTo>
                  <a:lnTo>
                    <a:pt x="2367161" y="864166"/>
                  </a:lnTo>
                  <a:lnTo>
                    <a:pt x="2368233" y="863785"/>
                  </a:lnTo>
                  <a:lnTo>
                    <a:pt x="2369304" y="863404"/>
                  </a:lnTo>
                  <a:lnTo>
                    <a:pt x="2370376" y="863023"/>
                  </a:lnTo>
                  <a:lnTo>
                    <a:pt x="2371448" y="862641"/>
                  </a:lnTo>
                  <a:lnTo>
                    <a:pt x="2372519" y="862260"/>
                  </a:lnTo>
                  <a:lnTo>
                    <a:pt x="2373591" y="861878"/>
                  </a:lnTo>
                  <a:lnTo>
                    <a:pt x="2374662" y="861497"/>
                  </a:lnTo>
                  <a:lnTo>
                    <a:pt x="2375734" y="861115"/>
                  </a:lnTo>
                  <a:lnTo>
                    <a:pt x="2376806" y="860733"/>
                  </a:lnTo>
                  <a:lnTo>
                    <a:pt x="2377877" y="860351"/>
                  </a:lnTo>
                  <a:lnTo>
                    <a:pt x="2378949" y="859969"/>
                  </a:lnTo>
                  <a:lnTo>
                    <a:pt x="2380020" y="859587"/>
                  </a:lnTo>
                  <a:lnTo>
                    <a:pt x="2381092" y="859205"/>
                  </a:lnTo>
                  <a:lnTo>
                    <a:pt x="2382164" y="858822"/>
                  </a:lnTo>
                  <a:lnTo>
                    <a:pt x="2383235" y="858440"/>
                  </a:lnTo>
                  <a:lnTo>
                    <a:pt x="2384307" y="858057"/>
                  </a:lnTo>
                  <a:lnTo>
                    <a:pt x="2385378" y="857675"/>
                  </a:lnTo>
                  <a:lnTo>
                    <a:pt x="2386450" y="857292"/>
                  </a:lnTo>
                  <a:lnTo>
                    <a:pt x="2387522" y="856909"/>
                  </a:lnTo>
                  <a:lnTo>
                    <a:pt x="2388593" y="856526"/>
                  </a:lnTo>
                  <a:lnTo>
                    <a:pt x="2389665" y="856143"/>
                  </a:lnTo>
                  <a:lnTo>
                    <a:pt x="2390736" y="855760"/>
                  </a:lnTo>
                  <a:lnTo>
                    <a:pt x="2391808" y="855377"/>
                  </a:lnTo>
                  <a:lnTo>
                    <a:pt x="2392880" y="854993"/>
                  </a:lnTo>
                  <a:lnTo>
                    <a:pt x="2393951" y="854610"/>
                  </a:lnTo>
                  <a:lnTo>
                    <a:pt x="2395023" y="854226"/>
                  </a:lnTo>
                  <a:lnTo>
                    <a:pt x="2396094" y="853842"/>
                  </a:lnTo>
                  <a:lnTo>
                    <a:pt x="2397166" y="853459"/>
                  </a:lnTo>
                  <a:lnTo>
                    <a:pt x="2398238" y="853075"/>
                  </a:lnTo>
                  <a:lnTo>
                    <a:pt x="2399309" y="852691"/>
                  </a:lnTo>
                  <a:lnTo>
                    <a:pt x="2400381" y="852306"/>
                  </a:lnTo>
                  <a:lnTo>
                    <a:pt x="2401452" y="851922"/>
                  </a:lnTo>
                  <a:lnTo>
                    <a:pt x="2402524" y="851538"/>
                  </a:lnTo>
                  <a:lnTo>
                    <a:pt x="2403596" y="851153"/>
                  </a:lnTo>
                  <a:lnTo>
                    <a:pt x="2404667" y="850769"/>
                  </a:lnTo>
                  <a:lnTo>
                    <a:pt x="2405739" y="850384"/>
                  </a:lnTo>
                  <a:lnTo>
                    <a:pt x="2406810" y="849999"/>
                  </a:lnTo>
                  <a:lnTo>
                    <a:pt x="2407882" y="849614"/>
                  </a:lnTo>
                  <a:lnTo>
                    <a:pt x="2408954" y="849229"/>
                  </a:lnTo>
                  <a:lnTo>
                    <a:pt x="2410025" y="848844"/>
                  </a:lnTo>
                  <a:lnTo>
                    <a:pt x="2411097" y="848459"/>
                  </a:lnTo>
                  <a:lnTo>
                    <a:pt x="2412168" y="848073"/>
                  </a:lnTo>
                  <a:lnTo>
                    <a:pt x="2413240" y="847688"/>
                  </a:lnTo>
                  <a:lnTo>
                    <a:pt x="2414312" y="847302"/>
                  </a:lnTo>
                  <a:lnTo>
                    <a:pt x="2415383" y="846916"/>
                  </a:lnTo>
                  <a:lnTo>
                    <a:pt x="2416455" y="846531"/>
                  </a:lnTo>
                  <a:lnTo>
                    <a:pt x="2417526" y="846145"/>
                  </a:lnTo>
                  <a:lnTo>
                    <a:pt x="2418598" y="845758"/>
                  </a:lnTo>
                  <a:lnTo>
                    <a:pt x="2419670" y="845372"/>
                  </a:lnTo>
                  <a:lnTo>
                    <a:pt x="2420741" y="844986"/>
                  </a:lnTo>
                  <a:lnTo>
                    <a:pt x="2421813" y="844599"/>
                  </a:lnTo>
                  <a:lnTo>
                    <a:pt x="2422884" y="844213"/>
                  </a:lnTo>
                  <a:lnTo>
                    <a:pt x="2423956" y="843826"/>
                  </a:lnTo>
                  <a:lnTo>
                    <a:pt x="2425028" y="843439"/>
                  </a:lnTo>
                  <a:lnTo>
                    <a:pt x="2426099" y="843052"/>
                  </a:lnTo>
                  <a:lnTo>
                    <a:pt x="2427171" y="842665"/>
                  </a:lnTo>
                  <a:lnTo>
                    <a:pt x="2428242" y="842278"/>
                  </a:lnTo>
                  <a:lnTo>
                    <a:pt x="2429314" y="841891"/>
                  </a:lnTo>
                  <a:lnTo>
                    <a:pt x="2430386" y="841503"/>
                  </a:lnTo>
                  <a:lnTo>
                    <a:pt x="2431457" y="841116"/>
                  </a:lnTo>
                  <a:lnTo>
                    <a:pt x="2432529" y="840728"/>
                  </a:lnTo>
                  <a:lnTo>
                    <a:pt x="2433600" y="840340"/>
                  </a:lnTo>
                  <a:lnTo>
                    <a:pt x="2434672" y="839952"/>
                  </a:lnTo>
                  <a:lnTo>
                    <a:pt x="2435744" y="839564"/>
                  </a:lnTo>
                  <a:lnTo>
                    <a:pt x="2436815" y="839176"/>
                  </a:lnTo>
                  <a:lnTo>
                    <a:pt x="2437887" y="838788"/>
                  </a:lnTo>
                  <a:lnTo>
                    <a:pt x="2438958" y="838399"/>
                  </a:lnTo>
                  <a:lnTo>
                    <a:pt x="2440030" y="838011"/>
                  </a:lnTo>
                  <a:lnTo>
                    <a:pt x="2441102" y="837622"/>
                  </a:lnTo>
                  <a:lnTo>
                    <a:pt x="2442173" y="837233"/>
                  </a:lnTo>
                  <a:lnTo>
                    <a:pt x="2443245" y="836844"/>
                  </a:lnTo>
                  <a:lnTo>
                    <a:pt x="2444316" y="836455"/>
                  </a:lnTo>
                  <a:lnTo>
                    <a:pt x="2445388" y="836066"/>
                  </a:lnTo>
                  <a:lnTo>
                    <a:pt x="2446460" y="835676"/>
                  </a:lnTo>
                  <a:lnTo>
                    <a:pt x="2447531" y="835287"/>
                  </a:lnTo>
                  <a:lnTo>
                    <a:pt x="2448603" y="834897"/>
                  </a:lnTo>
                  <a:lnTo>
                    <a:pt x="2449674" y="834507"/>
                  </a:lnTo>
                  <a:lnTo>
                    <a:pt x="2450746" y="834117"/>
                  </a:lnTo>
                  <a:lnTo>
                    <a:pt x="2451818" y="833727"/>
                  </a:lnTo>
                  <a:lnTo>
                    <a:pt x="2452889" y="833337"/>
                  </a:lnTo>
                  <a:lnTo>
                    <a:pt x="2453961" y="832947"/>
                  </a:lnTo>
                  <a:lnTo>
                    <a:pt x="2455032" y="832556"/>
                  </a:lnTo>
                  <a:lnTo>
                    <a:pt x="2456104" y="832166"/>
                  </a:lnTo>
                  <a:lnTo>
                    <a:pt x="2457176" y="831775"/>
                  </a:lnTo>
                  <a:lnTo>
                    <a:pt x="2458247" y="831384"/>
                  </a:lnTo>
                  <a:lnTo>
                    <a:pt x="2459319" y="830993"/>
                  </a:lnTo>
                  <a:lnTo>
                    <a:pt x="2460390" y="830602"/>
                  </a:lnTo>
                  <a:lnTo>
                    <a:pt x="2461462" y="830211"/>
                  </a:lnTo>
                  <a:lnTo>
                    <a:pt x="2462534" y="829819"/>
                  </a:lnTo>
                  <a:lnTo>
                    <a:pt x="2463605" y="829428"/>
                  </a:lnTo>
                  <a:lnTo>
                    <a:pt x="2464677" y="829036"/>
                  </a:lnTo>
                  <a:lnTo>
                    <a:pt x="2465748" y="828644"/>
                  </a:lnTo>
                  <a:lnTo>
                    <a:pt x="2466820" y="828252"/>
                  </a:lnTo>
                  <a:lnTo>
                    <a:pt x="2467892" y="827860"/>
                  </a:lnTo>
                  <a:lnTo>
                    <a:pt x="2468963" y="827468"/>
                  </a:lnTo>
                  <a:lnTo>
                    <a:pt x="2470035" y="827075"/>
                  </a:lnTo>
                  <a:lnTo>
                    <a:pt x="2471106" y="826682"/>
                  </a:lnTo>
                  <a:lnTo>
                    <a:pt x="2472178" y="826290"/>
                  </a:lnTo>
                  <a:lnTo>
                    <a:pt x="2473250" y="825897"/>
                  </a:lnTo>
                  <a:lnTo>
                    <a:pt x="2474321" y="825504"/>
                  </a:lnTo>
                  <a:lnTo>
                    <a:pt x="2475393" y="825111"/>
                  </a:lnTo>
                  <a:lnTo>
                    <a:pt x="2476464" y="824717"/>
                  </a:lnTo>
                  <a:lnTo>
                    <a:pt x="2477536" y="824324"/>
                  </a:lnTo>
                  <a:lnTo>
                    <a:pt x="2478608" y="823930"/>
                  </a:lnTo>
                  <a:lnTo>
                    <a:pt x="2479679" y="823536"/>
                  </a:lnTo>
                  <a:lnTo>
                    <a:pt x="2480751" y="823142"/>
                  </a:lnTo>
                  <a:lnTo>
                    <a:pt x="2481822" y="822748"/>
                  </a:lnTo>
                  <a:lnTo>
                    <a:pt x="2482894" y="822354"/>
                  </a:lnTo>
                  <a:lnTo>
                    <a:pt x="2483966" y="821960"/>
                  </a:lnTo>
                  <a:lnTo>
                    <a:pt x="2485037" y="821565"/>
                  </a:lnTo>
                  <a:lnTo>
                    <a:pt x="2486109" y="821170"/>
                  </a:lnTo>
                  <a:lnTo>
                    <a:pt x="2487180" y="820775"/>
                  </a:lnTo>
                  <a:lnTo>
                    <a:pt x="2488252" y="820380"/>
                  </a:lnTo>
                  <a:lnTo>
                    <a:pt x="2489323" y="819985"/>
                  </a:lnTo>
                  <a:lnTo>
                    <a:pt x="2490395" y="819590"/>
                  </a:lnTo>
                  <a:lnTo>
                    <a:pt x="2491467" y="819194"/>
                  </a:lnTo>
                  <a:lnTo>
                    <a:pt x="2492538" y="818799"/>
                  </a:lnTo>
                  <a:lnTo>
                    <a:pt x="2493610" y="818403"/>
                  </a:lnTo>
                  <a:lnTo>
                    <a:pt x="2494681" y="818007"/>
                  </a:lnTo>
                  <a:lnTo>
                    <a:pt x="2495753" y="817611"/>
                  </a:lnTo>
                  <a:lnTo>
                    <a:pt x="2496825" y="817215"/>
                  </a:lnTo>
                  <a:lnTo>
                    <a:pt x="2497896" y="816818"/>
                  </a:lnTo>
                  <a:lnTo>
                    <a:pt x="2498968" y="816421"/>
                  </a:lnTo>
                  <a:lnTo>
                    <a:pt x="2500039" y="816025"/>
                  </a:lnTo>
                  <a:lnTo>
                    <a:pt x="2501111" y="815628"/>
                  </a:lnTo>
                  <a:lnTo>
                    <a:pt x="2502183" y="815231"/>
                  </a:lnTo>
                  <a:lnTo>
                    <a:pt x="2503254" y="814833"/>
                  </a:lnTo>
                  <a:lnTo>
                    <a:pt x="2504326" y="814436"/>
                  </a:lnTo>
                  <a:lnTo>
                    <a:pt x="2505397" y="814038"/>
                  </a:lnTo>
                  <a:lnTo>
                    <a:pt x="2506469" y="813641"/>
                  </a:lnTo>
                  <a:lnTo>
                    <a:pt x="2507541" y="813243"/>
                  </a:lnTo>
                  <a:lnTo>
                    <a:pt x="2508612" y="812844"/>
                  </a:lnTo>
                  <a:lnTo>
                    <a:pt x="2509684" y="812446"/>
                  </a:lnTo>
                  <a:lnTo>
                    <a:pt x="2510755" y="812048"/>
                  </a:lnTo>
                  <a:lnTo>
                    <a:pt x="2511827" y="811649"/>
                  </a:lnTo>
                  <a:lnTo>
                    <a:pt x="2512899" y="811250"/>
                  </a:lnTo>
                  <a:lnTo>
                    <a:pt x="2513970" y="810851"/>
                  </a:lnTo>
                  <a:lnTo>
                    <a:pt x="2515042" y="810452"/>
                  </a:lnTo>
                  <a:lnTo>
                    <a:pt x="2516113" y="810053"/>
                  </a:lnTo>
                  <a:lnTo>
                    <a:pt x="2517185" y="809653"/>
                  </a:lnTo>
                  <a:lnTo>
                    <a:pt x="2518257" y="809254"/>
                  </a:lnTo>
                  <a:lnTo>
                    <a:pt x="2519328" y="808854"/>
                  </a:lnTo>
                  <a:lnTo>
                    <a:pt x="2520400" y="808454"/>
                  </a:lnTo>
                  <a:lnTo>
                    <a:pt x="2521471" y="808054"/>
                  </a:lnTo>
                  <a:lnTo>
                    <a:pt x="2522543" y="807653"/>
                  </a:lnTo>
                  <a:lnTo>
                    <a:pt x="2523615" y="807253"/>
                  </a:lnTo>
                  <a:lnTo>
                    <a:pt x="2524686" y="806852"/>
                  </a:lnTo>
                  <a:lnTo>
                    <a:pt x="2525758" y="806451"/>
                  </a:lnTo>
                  <a:lnTo>
                    <a:pt x="2526829" y="806050"/>
                  </a:lnTo>
                  <a:lnTo>
                    <a:pt x="2527901" y="805649"/>
                  </a:lnTo>
                  <a:lnTo>
                    <a:pt x="2528973" y="805247"/>
                  </a:lnTo>
                  <a:lnTo>
                    <a:pt x="2530044" y="804846"/>
                  </a:lnTo>
                  <a:lnTo>
                    <a:pt x="2531116" y="804444"/>
                  </a:lnTo>
                  <a:lnTo>
                    <a:pt x="2532187" y="804042"/>
                  </a:lnTo>
                  <a:lnTo>
                    <a:pt x="2533259" y="803640"/>
                  </a:lnTo>
                  <a:lnTo>
                    <a:pt x="2534331" y="803237"/>
                  </a:lnTo>
                  <a:lnTo>
                    <a:pt x="2535402" y="802835"/>
                  </a:lnTo>
                  <a:lnTo>
                    <a:pt x="2536474" y="802432"/>
                  </a:lnTo>
                  <a:lnTo>
                    <a:pt x="2537545" y="802029"/>
                  </a:lnTo>
                  <a:lnTo>
                    <a:pt x="2538617" y="801626"/>
                  </a:lnTo>
                  <a:lnTo>
                    <a:pt x="2539689" y="801223"/>
                  </a:lnTo>
                  <a:lnTo>
                    <a:pt x="2540760" y="800819"/>
                  </a:lnTo>
                  <a:lnTo>
                    <a:pt x="2541832" y="800416"/>
                  </a:lnTo>
                  <a:lnTo>
                    <a:pt x="2542903" y="800012"/>
                  </a:lnTo>
                  <a:lnTo>
                    <a:pt x="2543975" y="799608"/>
                  </a:lnTo>
                  <a:lnTo>
                    <a:pt x="2545047" y="799204"/>
                  </a:lnTo>
                  <a:lnTo>
                    <a:pt x="2546118" y="798799"/>
                  </a:lnTo>
                  <a:lnTo>
                    <a:pt x="2547190" y="798395"/>
                  </a:lnTo>
                  <a:lnTo>
                    <a:pt x="2548261" y="797990"/>
                  </a:lnTo>
                  <a:lnTo>
                    <a:pt x="2549333" y="797585"/>
                  </a:lnTo>
                  <a:lnTo>
                    <a:pt x="2550405" y="797180"/>
                  </a:lnTo>
                  <a:lnTo>
                    <a:pt x="2551476" y="796774"/>
                  </a:lnTo>
                  <a:lnTo>
                    <a:pt x="2552548" y="796368"/>
                  </a:lnTo>
                  <a:lnTo>
                    <a:pt x="2553619" y="795963"/>
                  </a:lnTo>
                  <a:lnTo>
                    <a:pt x="2554691" y="795557"/>
                  </a:lnTo>
                  <a:lnTo>
                    <a:pt x="2555763" y="795151"/>
                  </a:lnTo>
                  <a:lnTo>
                    <a:pt x="2556834" y="794744"/>
                  </a:lnTo>
                  <a:lnTo>
                    <a:pt x="2557906" y="794338"/>
                  </a:lnTo>
                  <a:lnTo>
                    <a:pt x="2558977" y="793931"/>
                  </a:lnTo>
                  <a:lnTo>
                    <a:pt x="2560049" y="793524"/>
                  </a:lnTo>
                  <a:lnTo>
                    <a:pt x="2561121" y="793117"/>
                  </a:lnTo>
                  <a:lnTo>
                    <a:pt x="2562192" y="792709"/>
                  </a:lnTo>
                  <a:lnTo>
                    <a:pt x="2563264" y="792302"/>
                  </a:lnTo>
                  <a:lnTo>
                    <a:pt x="2564335" y="791894"/>
                  </a:lnTo>
                  <a:lnTo>
                    <a:pt x="2565407" y="791486"/>
                  </a:lnTo>
                  <a:lnTo>
                    <a:pt x="2566479" y="791077"/>
                  </a:lnTo>
                  <a:lnTo>
                    <a:pt x="2567550" y="790669"/>
                  </a:lnTo>
                  <a:lnTo>
                    <a:pt x="2568622" y="790260"/>
                  </a:lnTo>
                  <a:lnTo>
                    <a:pt x="2569693" y="789852"/>
                  </a:lnTo>
                  <a:lnTo>
                    <a:pt x="2570765" y="789442"/>
                  </a:lnTo>
                  <a:lnTo>
                    <a:pt x="2571837" y="789033"/>
                  </a:lnTo>
                  <a:lnTo>
                    <a:pt x="2572908" y="788624"/>
                  </a:lnTo>
                  <a:lnTo>
                    <a:pt x="2573980" y="788214"/>
                  </a:lnTo>
                  <a:lnTo>
                    <a:pt x="2575051" y="787804"/>
                  </a:lnTo>
                  <a:lnTo>
                    <a:pt x="2576123" y="787394"/>
                  </a:lnTo>
                  <a:lnTo>
                    <a:pt x="2577195" y="786984"/>
                  </a:lnTo>
                  <a:lnTo>
                    <a:pt x="2578266" y="786573"/>
                  </a:lnTo>
                  <a:lnTo>
                    <a:pt x="2579338" y="786162"/>
                  </a:lnTo>
                  <a:lnTo>
                    <a:pt x="2580409" y="785751"/>
                  </a:lnTo>
                  <a:lnTo>
                    <a:pt x="2581481" y="785340"/>
                  </a:lnTo>
                  <a:lnTo>
                    <a:pt x="2582553" y="784929"/>
                  </a:lnTo>
                  <a:lnTo>
                    <a:pt x="2583624" y="784517"/>
                  </a:lnTo>
                  <a:lnTo>
                    <a:pt x="2584696" y="784105"/>
                  </a:lnTo>
                  <a:lnTo>
                    <a:pt x="2585767" y="783693"/>
                  </a:lnTo>
                  <a:lnTo>
                    <a:pt x="2586839" y="783281"/>
                  </a:lnTo>
                  <a:lnTo>
                    <a:pt x="2587911" y="782869"/>
                  </a:lnTo>
                  <a:lnTo>
                    <a:pt x="2588982" y="782456"/>
                  </a:lnTo>
                  <a:lnTo>
                    <a:pt x="2590054" y="782043"/>
                  </a:lnTo>
                  <a:lnTo>
                    <a:pt x="2591125" y="781630"/>
                  </a:lnTo>
                  <a:lnTo>
                    <a:pt x="2592197" y="781216"/>
                  </a:lnTo>
                  <a:lnTo>
                    <a:pt x="2593269" y="780803"/>
                  </a:lnTo>
                  <a:lnTo>
                    <a:pt x="2594340" y="780389"/>
                  </a:lnTo>
                  <a:lnTo>
                    <a:pt x="2595412" y="779975"/>
                  </a:lnTo>
                  <a:lnTo>
                    <a:pt x="2596483" y="779560"/>
                  </a:lnTo>
                  <a:lnTo>
                    <a:pt x="2597555" y="779146"/>
                  </a:lnTo>
                  <a:lnTo>
                    <a:pt x="2598627" y="778731"/>
                  </a:lnTo>
                  <a:lnTo>
                    <a:pt x="2599698" y="778316"/>
                  </a:lnTo>
                  <a:lnTo>
                    <a:pt x="2600770" y="777901"/>
                  </a:lnTo>
                  <a:lnTo>
                    <a:pt x="2601841" y="777486"/>
                  </a:lnTo>
                  <a:lnTo>
                    <a:pt x="2602913" y="777070"/>
                  </a:lnTo>
                  <a:lnTo>
                    <a:pt x="2603985" y="776654"/>
                  </a:lnTo>
                  <a:lnTo>
                    <a:pt x="2605056" y="776238"/>
                  </a:lnTo>
                  <a:lnTo>
                    <a:pt x="2606128" y="775821"/>
                  </a:lnTo>
                  <a:lnTo>
                    <a:pt x="2607199" y="775405"/>
                  </a:lnTo>
                  <a:lnTo>
                    <a:pt x="2608271" y="774988"/>
                  </a:lnTo>
                  <a:lnTo>
                    <a:pt x="2609343" y="774571"/>
                  </a:lnTo>
                  <a:lnTo>
                    <a:pt x="2610414" y="774154"/>
                  </a:lnTo>
                  <a:lnTo>
                    <a:pt x="2611486" y="773736"/>
                  </a:lnTo>
                  <a:lnTo>
                    <a:pt x="2612557" y="773318"/>
                  </a:lnTo>
                  <a:lnTo>
                    <a:pt x="2613629" y="772900"/>
                  </a:lnTo>
                  <a:lnTo>
                    <a:pt x="2614701" y="772482"/>
                  </a:lnTo>
                  <a:lnTo>
                    <a:pt x="2615772" y="772063"/>
                  </a:lnTo>
                  <a:lnTo>
                    <a:pt x="2616844" y="771645"/>
                  </a:lnTo>
                  <a:lnTo>
                    <a:pt x="2617915" y="771226"/>
                  </a:lnTo>
                  <a:lnTo>
                    <a:pt x="2618987" y="770806"/>
                  </a:lnTo>
                  <a:lnTo>
                    <a:pt x="2620059" y="770387"/>
                  </a:lnTo>
                  <a:lnTo>
                    <a:pt x="2621130" y="769967"/>
                  </a:lnTo>
                  <a:lnTo>
                    <a:pt x="2622202" y="769547"/>
                  </a:lnTo>
                  <a:lnTo>
                    <a:pt x="2623273" y="769127"/>
                  </a:lnTo>
                  <a:lnTo>
                    <a:pt x="2624345" y="768706"/>
                  </a:lnTo>
                  <a:lnTo>
                    <a:pt x="2625417" y="768286"/>
                  </a:lnTo>
                  <a:lnTo>
                    <a:pt x="2626488" y="767865"/>
                  </a:lnTo>
                  <a:lnTo>
                    <a:pt x="2627560" y="767443"/>
                  </a:lnTo>
                  <a:lnTo>
                    <a:pt x="2628631" y="767022"/>
                  </a:lnTo>
                  <a:lnTo>
                    <a:pt x="2629703" y="766600"/>
                  </a:lnTo>
                  <a:lnTo>
                    <a:pt x="2630775" y="766178"/>
                  </a:lnTo>
                  <a:lnTo>
                    <a:pt x="2631846" y="765756"/>
                  </a:lnTo>
                  <a:lnTo>
                    <a:pt x="2632918" y="765333"/>
                  </a:lnTo>
                  <a:lnTo>
                    <a:pt x="2633989" y="764911"/>
                  </a:lnTo>
                  <a:lnTo>
                    <a:pt x="2635061" y="764488"/>
                  </a:lnTo>
                  <a:lnTo>
                    <a:pt x="2636133" y="764064"/>
                  </a:lnTo>
                  <a:lnTo>
                    <a:pt x="2637204" y="763641"/>
                  </a:lnTo>
                  <a:lnTo>
                    <a:pt x="2638276" y="763217"/>
                  </a:lnTo>
                  <a:lnTo>
                    <a:pt x="2639347" y="762793"/>
                  </a:lnTo>
                  <a:lnTo>
                    <a:pt x="2640419" y="762369"/>
                  </a:lnTo>
                  <a:lnTo>
                    <a:pt x="2641491" y="761944"/>
                  </a:lnTo>
                  <a:lnTo>
                    <a:pt x="2642562" y="761519"/>
                  </a:lnTo>
                  <a:lnTo>
                    <a:pt x="2643634" y="761094"/>
                  </a:lnTo>
                  <a:lnTo>
                    <a:pt x="2644705" y="760669"/>
                  </a:lnTo>
                  <a:lnTo>
                    <a:pt x="2645777" y="760243"/>
                  </a:lnTo>
                  <a:lnTo>
                    <a:pt x="2646849" y="759817"/>
                  </a:lnTo>
                  <a:lnTo>
                    <a:pt x="2647920" y="759391"/>
                  </a:lnTo>
                  <a:lnTo>
                    <a:pt x="2648992" y="758965"/>
                  </a:lnTo>
                  <a:lnTo>
                    <a:pt x="2650063" y="758538"/>
                  </a:lnTo>
                  <a:lnTo>
                    <a:pt x="2651135" y="758111"/>
                  </a:lnTo>
                  <a:lnTo>
                    <a:pt x="2652207" y="757684"/>
                  </a:lnTo>
                  <a:lnTo>
                    <a:pt x="2653278" y="757256"/>
                  </a:lnTo>
                  <a:lnTo>
                    <a:pt x="2654350" y="756829"/>
                  </a:lnTo>
                  <a:lnTo>
                    <a:pt x="2655421" y="756401"/>
                  </a:lnTo>
                  <a:lnTo>
                    <a:pt x="2656493" y="755972"/>
                  </a:lnTo>
                  <a:lnTo>
                    <a:pt x="2657565" y="755544"/>
                  </a:lnTo>
                  <a:lnTo>
                    <a:pt x="2658636" y="755115"/>
                  </a:lnTo>
                  <a:lnTo>
                    <a:pt x="2659708" y="754686"/>
                  </a:lnTo>
                  <a:lnTo>
                    <a:pt x="2660779" y="754256"/>
                  </a:lnTo>
                  <a:lnTo>
                    <a:pt x="2661851" y="753827"/>
                  </a:lnTo>
                  <a:lnTo>
                    <a:pt x="2662922" y="753397"/>
                  </a:lnTo>
                  <a:lnTo>
                    <a:pt x="2663994" y="752966"/>
                  </a:lnTo>
                  <a:lnTo>
                    <a:pt x="2665066" y="752536"/>
                  </a:lnTo>
                  <a:lnTo>
                    <a:pt x="2666137" y="752105"/>
                  </a:lnTo>
                  <a:lnTo>
                    <a:pt x="2667209" y="751674"/>
                  </a:lnTo>
                  <a:lnTo>
                    <a:pt x="2668280" y="751243"/>
                  </a:lnTo>
                  <a:lnTo>
                    <a:pt x="2669352" y="750811"/>
                  </a:lnTo>
                  <a:lnTo>
                    <a:pt x="2670424" y="750379"/>
                  </a:lnTo>
                  <a:lnTo>
                    <a:pt x="2671495" y="749947"/>
                  </a:lnTo>
                  <a:lnTo>
                    <a:pt x="2672567" y="749514"/>
                  </a:lnTo>
                  <a:lnTo>
                    <a:pt x="2673638" y="749082"/>
                  </a:lnTo>
                  <a:lnTo>
                    <a:pt x="2674710" y="748649"/>
                  </a:lnTo>
                  <a:lnTo>
                    <a:pt x="2675782" y="748215"/>
                  </a:lnTo>
                  <a:lnTo>
                    <a:pt x="2676853" y="747782"/>
                  </a:lnTo>
                  <a:lnTo>
                    <a:pt x="2677925" y="747348"/>
                  </a:lnTo>
                  <a:lnTo>
                    <a:pt x="2678996" y="746913"/>
                  </a:lnTo>
                  <a:lnTo>
                    <a:pt x="2680068" y="746479"/>
                  </a:lnTo>
                  <a:lnTo>
                    <a:pt x="2681140" y="746044"/>
                  </a:lnTo>
                  <a:lnTo>
                    <a:pt x="2682211" y="745609"/>
                  </a:lnTo>
                  <a:lnTo>
                    <a:pt x="2683283" y="745174"/>
                  </a:lnTo>
                  <a:lnTo>
                    <a:pt x="2684354" y="744738"/>
                  </a:lnTo>
                  <a:lnTo>
                    <a:pt x="2685426" y="744302"/>
                  </a:lnTo>
                  <a:lnTo>
                    <a:pt x="2686498" y="743866"/>
                  </a:lnTo>
                  <a:lnTo>
                    <a:pt x="2687569" y="743429"/>
                  </a:lnTo>
                  <a:lnTo>
                    <a:pt x="2688641" y="742992"/>
                  </a:lnTo>
                  <a:lnTo>
                    <a:pt x="2689712" y="742555"/>
                  </a:lnTo>
                  <a:lnTo>
                    <a:pt x="2690784" y="742117"/>
                  </a:lnTo>
                  <a:lnTo>
                    <a:pt x="2691856" y="741680"/>
                  </a:lnTo>
                  <a:lnTo>
                    <a:pt x="2692927" y="741242"/>
                  </a:lnTo>
                  <a:lnTo>
                    <a:pt x="2693999" y="740803"/>
                  </a:lnTo>
                  <a:lnTo>
                    <a:pt x="2695070" y="740364"/>
                  </a:lnTo>
                  <a:lnTo>
                    <a:pt x="2696142" y="739925"/>
                  </a:lnTo>
                  <a:lnTo>
                    <a:pt x="2697214" y="739486"/>
                  </a:lnTo>
                  <a:lnTo>
                    <a:pt x="2698285" y="739047"/>
                  </a:lnTo>
                  <a:lnTo>
                    <a:pt x="2699357" y="738607"/>
                  </a:lnTo>
                  <a:lnTo>
                    <a:pt x="2700428" y="738166"/>
                  </a:lnTo>
                  <a:lnTo>
                    <a:pt x="2701500" y="737726"/>
                  </a:lnTo>
                  <a:lnTo>
                    <a:pt x="2702572" y="737285"/>
                  </a:lnTo>
                  <a:lnTo>
                    <a:pt x="2703643" y="736844"/>
                  </a:lnTo>
                  <a:lnTo>
                    <a:pt x="2704715" y="736402"/>
                  </a:lnTo>
                  <a:lnTo>
                    <a:pt x="2705786" y="735961"/>
                  </a:lnTo>
                  <a:lnTo>
                    <a:pt x="2706858" y="735519"/>
                  </a:lnTo>
                  <a:lnTo>
                    <a:pt x="2707930" y="735076"/>
                  </a:lnTo>
                  <a:lnTo>
                    <a:pt x="2709001" y="734633"/>
                  </a:lnTo>
                  <a:lnTo>
                    <a:pt x="2710073" y="734190"/>
                  </a:lnTo>
                  <a:lnTo>
                    <a:pt x="2711144" y="733747"/>
                  </a:lnTo>
                  <a:lnTo>
                    <a:pt x="2712216" y="733303"/>
                  </a:lnTo>
                  <a:lnTo>
                    <a:pt x="2713288" y="732859"/>
                  </a:lnTo>
                  <a:lnTo>
                    <a:pt x="2714359" y="732415"/>
                  </a:lnTo>
                  <a:lnTo>
                    <a:pt x="2715431" y="731970"/>
                  </a:lnTo>
                  <a:lnTo>
                    <a:pt x="2716502" y="731525"/>
                  </a:lnTo>
                  <a:lnTo>
                    <a:pt x="2717574" y="731080"/>
                  </a:lnTo>
                  <a:lnTo>
                    <a:pt x="2718646" y="730635"/>
                  </a:lnTo>
                  <a:lnTo>
                    <a:pt x="2719717" y="730189"/>
                  </a:lnTo>
                  <a:lnTo>
                    <a:pt x="2720789" y="729742"/>
                  </a:lnTo>
                  <a:lnTo>
                    <a:pt x="2721860" y="729296"/>
                  </a:lnTo>
                  <a:lnTo>
                    <a:pt x="2722932" y="728849"/>
                  </a:lnTo>
                  <a:lnTo>
                    <a:pt x="2724004" y="728402"/>
                  </a:lnTo>
                  <a:lnTo>
                    <a:pt x="2725075" y="727954"/>
                  </a:lnTo>
                  <a:lnTo>
                    <a:pt x="2726147" y="727506"/>
                  </a:lnTo>
                  <a:lnTo>
                    <a:pt x="2727218" y="727058"/>
                  </a:lnTo>
                  <a:lnTo>
                    <a:pt x="2728290" y="726610"/>
                  </a:lnTo>
                  <a:lnTo>
                    <a:pt x="2729362" y="726161"/>
                  </a:lnTo>
                  <a:lnTo>
                    <a:pt x="2730433" y="725712"/>
                  </a:lnTo>
                  <a:lnTo>
                    <a:pt x="2731505" y="725262"/>
                  </a:lnTo>
                  <a:lnTo>
                    <a:pt x="2732576" y="724812"/>
                  </a:lnTo>
                  <a:lnTo>
                    <a:pt x="2733648" y="724362"/>
                  </a:lnTo>
                  <a:lnTo>
                    <a:pt x="2734720" y="723911"/>
                  </a:lnTo>
                  <a:lnTo>
                    <a:pt x="2735791" y="723460"/>
                  </a:lnTo>
                  <a:lnTo>
                    <a:pt x="2736863" y="723009"/>
                  </a:lnTo>
                  <a:lnTo>
                    <a:pt x="2737934" y="722558"/>
                  </a:lnTo>
                  <a:lnTo>
                    <a:pt x="2739006" y="722106"/>
                  </a:lnTo>
                  <a:lnTo>
                    <a:pt x="2740078" y="721654"/>
                  </a:lnTo>
                  <a:lnTo>
                    <a:pt x="2741149" y="721201"/>
                  </a:lnTo>
                  <a:lnTo>
                    <a:pt x="2742221" y="720748"/>
                  </a:lnTo>
                  <a:lnTo>
                    <a:pt x="2743292" y="720295"/>
                  </a:lnTo>
                  <a:lnTo>
                    <a:pt x="2744364" y="719841"/>
                  </a:lnTo>
                  <a:lnTo>
                    <a:pt x="2745436" y="719387"/>
                  </a:lnTo>
                  <a:lnTo>
                    <a:pt x="2746507" y="718933"/>
                  </a:lnTo>
                  <a:lnTo>
                    <a:pt x="2747579" y="718478"/>
                  </a:lnTo>
                  <a:lnTo>
                    <a:pt x="2748650" y="718023"/>
                  </a:lnTo>
                  <a:lnTo>
                    <a:pt x="2749722" y="717568"/>
                  </a:lnTo>
                  <a:lnTo>
                    <a:pt x="2750794" y="717112"/>
                  </a:lnTo>
                  <a:lnTo>
                    <a:pt x="2751865" y="716656"/>
                  </a:lnTo>
                  <a:lnTo>
                    <a:pt x="2752937" y="716200"/>
                  </a:lnTo>
                  <a:lnTo>
                    <a:pt x="2754008" y="715743"/>
                  </a:lnTo>
                  <a:lnTo>
                    <a:pt x="2755080" y="715286"/>
                  </a:lnTo>
                  <a:lnTo>
                    <a:pt x="2756152" y="714829"/>
                  </a:lnTo>
                  <a:lnTo>
                    <a:pt x="2757223" y="714371"/>
                  </a:lnTo>
                  <a:lnTo>
                    <a:pt x="2758295" y="713913"/>
                  </a:lnTo>
                  <a:lnTo>
                    <a:pt x="2759366" y="713454"/>
                  </a:lnTo>
                  <a:lnTo>
                    <a:pt x="2760438" y="712995"/>
                  </a:lnTo>
                  <a:lnTo>
                    <a:pt x="2761510" y="712536"/>
                  </a:lnTo>
                  <a:lnTo>
                    <a:pt x="2762581" y="712077"/>
                  </a:lnTo>
                  <a:lnTo>
                    <a:pt x="2763653" y="711617"/>
                  </a:lnTo>
                  <a:lnTo>
                    <a:pt x="2764724" y="711156"/>
                  </a:lnTo>
                  <a:lnTo>
                    <a:pt x="2765796" y="710696"/>
                  </a:lnTo>
                  <a:lnTo>
                    <a:pt x="2766868" y="710235"/>
                  </a:lnTo>
                  <a:lnTo>
                    <a:pt x="2767939" y="709773"/>
                  </a:lnTo>
                  <a:lnTo>
                    <a:pt x="2769011" y="709311"/>
                  </a:lnTo>
                  <a:lnTo>
                    <a:pt x="2770082" y="708849"/>
                  </a:lnTo>
                  <a:lnTo>
                    <a:pt x="2771154" y="708387"/>
                  </a:lnTo>
                  <a:lnTo>
                    <a:pt x="2772226" y="707924"/>
                  </a:lnTo>
                  <a:lnTo>
                    <a:pt x="2773297" y="707461"/>
                  </a:lnTo>
                  <a:lnTo>
                    <a:pt x="2774369" y="706997"/>
                  </a:lnTo>
                  <a:lnTo>
                    <a:pt x="2775440" y="706533"/>
                  </a:lnTo>
                  <a:lnTo>
                    <a:pt x="2776512" y="706069"/>
                  </a:lnTo>
                  <a:lnTo>
                    <a:pt x="2777584" y="705604"/>
                  </a:lnTo>
                  <a:lnTo>
                    <a:pt x="2778655" y="705139"/>
                  </a:lnTo>
                  <a:lnTo>
                    <a:pt x="2779727" y="704674"/>
                  </a:lnTo>
                  <a:lnTo>
                    <a:pt x="2780798" y="704208"/>
                  </a:lnTo>
                  <a:lnTo>
                    <a:pt x="2781870" y="703742"/>
                  </a:lnTo>
                  <a:lnTo>
                    <a:pt x="2782942" y="703275"/>
                  </a:lnTo>
                  <a:lnTo>
                    <a:pt x="2784013" y="702808"/>
                  </a:lnTo>
                  <a:lnTo>
                    <a:pt x="2785085" y="702341"/>
                  </a:lnTo>
                  <a:lnTo>
                    <a:pt x="2786156" y="701873"/>
                  </a:lnTo>
                  <a:lnTo>
                    <a:pt x="2787228" y="701405"/>
                  </a:lnTo>
                  <a:lnTo>
                    <a:pt x="2788300" y="700937"/>
                  </a:lnTo>
                  <a:lnTo>
                    <a:pt x="2789371" y="700468"/>
                  </a:lnTo>
                  <a:lnTo>
                    <a:pt x="2790443" y="699999"/>
                  </a:lnTo>
                  <a:lnTo>
                    <a:pt x="2791514" y="699529"/>
                  </a:lnTo>
                  <a:lnTo>
                    <a:pt x="2792586" y="699059"/>
                  </a:lnTo>
                  <a:lnTo>
                    <a:pt x="2793658" y="698589"/>
                  </a:lnTo>
                  <a:lnTo>
                    <a:pt x="2794729" y="698118"/>
                  </a:lnTo>
                  <a:lnTo>
                    <a:pt x="2795801" y="697647"/>
                  </a:lnTo>
                  <a:lnTo>
                    <a:pt x="2796872" y="697175"/>
                  </a:lnTo>
                  <a:lnTo>
                    <a:pt x="2797944" y="696703"/>
                  </a:lnTo>
                  <a:lnTo>
                    <a:pt x="2799016" y="696231"/>
                  </a:lnTo>
                  <a:lnTo>
                    <a:pt x="2800087" y="695758"/>
                  </a:lnTo>
                  <a:lnTo>
                    <a:pt x="2801159" y="695285"/>
                  </a:lnTo>
                  <a:lnTo>
                    <a:pt x="2802230" y="694812"/>
                  </a:lnTo>
                  <a:lnTo>
                    <a:pt x="2803302" y="694338"/>
                  </a:lnTo>
                  <a:lnTo>
                    <a:pt x="2804374" y="693864"/>
                  </a:lnTo>
                  <a:lnTo>
                    <a:pt x="2805445" y="693389"/>
                  </a:lnTo>
                  <a:lnTo>
                    <a:pt x="2806517" y="692914"/>
                  </a:lnTo>
                  <a:lnTo>
                    <a:pt x="2807588" y="692438"/>
                  </a:lnTo>
                  <a:lnTo>
                    <a:pt x="2808660" y="691963"/>
                  </a:lnTo>
                  <a:lnTo>
                    <a:pt x="2809732" y="691486"/>
                  </a:lnTo>
                  <a:lnTo>
                    <a:pt x="2810803" y="691010"/>
                  </a:lnTo>
                  <a:lnTo>
                    <a:pt x="2811875" y="690533"/>
                  </a:lnTo>
                  <a:lnTo>
                    <a:pt x="2812946" y="690055"/>
                  </a:lnTo>
                  <a:lnTo>
                    <a:pt x="2814018" y="689577"/>
                  </a:lnTo>
                  <a:lnTo>
                    <a:pt x="2815090" y="689099"/>
                  </a:lnTo>
                  <a:lnTo>
                    <a:pt x="2816161" y="688621"/>
                  </a:lnTo>
                  <a:lnTo>
                    <a:pt x="2817233" y="688142"/>
                  </a:lnTo>
                  <a:lnTo>
                    <a:pt x="2818304" y="687662"/>
                  </a:lnTo>
                  <a:lnTo>
                    <a:pt x="2819376" y="687182"/>
                  </a:lnTo>
                  <a:lnTo>
                    <a:pt x="2820448" y="686702"/>
                  </a:lnTo>
                  <a:lnTo>
                    <a:pt x="2821519" y="686221"/>
                  </a:lnTo>
                  <a:lnTo>
                    <a:pt x="2822591" y="685740"/>
                  </a:lnTo>
                  <a:lnTo>
                    <a:pt x="2823662" y="685259"/>
                  </a:lnTo>
                  <a:lnTo>
                    <a:pt x="2824734" y="684777"/>
                  </a:lnTo>
                  <a:lnTo>
                    <a:pt x="2825806" y="684295"/>
                  </a:lnTo>
                  <a:lnTo>
                    <a:pt x="2826877" y="683812"/>
                  </a:lnTo>
                  <a:lnTo>
                    <a:pt x="2827949" y="683329"/>
                  </a:lnTo>
                  <a:lnTo>
                    <a:pt x="2829020" y="682846"/>
                  </a:lnTo>
                  <a:lnTo>
                    <a:pt x="2830092" y="682362"/>
                  </a:lnTo>
                  <a:lnTo>
                    <a:pt x="2831164" y="681877"/>
                  </a:lnTo>
                  <a:lnTo>
                    <a:pt x="2832235" y="681393"/>
                  </a:lnTo>
                  <a:lnTo>
                    <a:pt x="2833307" y="680907"/>
                  </a:lnTo>
                  <a:lnTo>
                    <a:pt x="2834378" y="680422"/>
                  </a:lnTo>
                  <a:lnTo>
                    <a:pt x="2835450" y="679936"/>
                  </a:lnTo>
                  <a:lnTo>
                    <a:pt x="2836522" y="679449"/>
                  </a:lnTo>
                  <a:lnTo>
                    <a:pt x="2837593" y="678963"/>
                  </a:lnTo>
                  <a:lnTo>
                    <a:pt x="2838665" y="678475"/>
                  </a:lnTo>
                  <a:lnTo>
                    <a:pt x="2839736" y="677988"/>
                  </a:lnTo>
                  <a:lnTo>
                    <a:pt x="2840808" y="677500"/>
                  </a:lnTo>
                  <a:lnTo>
                    <a:pt x="2841879" y="677011"/>
                  </a:lnTo>
                  <a:lnTo>
                    <a:pt x="2842951" y="676522"/>
                  </a:lnTo>
                  <a:lnTo>
                    <a:pt x="2844023" y="676033"/>
                  </a:lnTo>
                  <a:lnTo>
                    <a:pt x="2845094" y="675543"/>
                  </a:lnTo>
                  <a:lnTo>
                    <a:pt x="2846166" y="675053"/>
                  </a:lnTo>
                  <a:lnTo>
                    <a:pt x="2847237" y="674562"/>
                  </a:lnTo>
                  <a:lnTo>
                    <a:pt x="2848309" y="674071"/>
                  </a:lnTo>
                  <a:lnTo>
                    <a:pt x="2849381" y="673580"/>
                  </a:lnTo>
                  <a:lnTo>
                    <a:pt x="2850452" y="673088"/>
                  </a:lnTo>
                  <a:lnTo>
                    <a:pt x="2851524" y="672595"/>
                  </a:lnTo>
                  <a:lnTo>
                    <a:pt x="2852595" y="672103"/>
                  </a:lnTo>
                  <a:lnTo>
                    <a:pt x="2853667" y="671609"/>
                  </a:lnTo>
                  <a:lnTo>
                    <a:pt x="2854739" y="671116"/>
                  </a:lnTo>
                  <a:lnTo>
                    <a:pt x="2855810" y="670622"/>
                  </a:lnTo>
                  <a:lnTo>
                    <a:pt x="2856882" y="670127"/>
                  </a:lnTo>
                  <a:lnTo>
                    <a:pt x="2857953" y="669632"/>
                  </a:lnTo>
                  <a:lnTo>
                    <a:pt x="2859025" y="669137"/>
                  </a:lnTo>
                  <a:lnTo>
                    <a:pt x="2860097" y="668641"/>
                  </a:lnTo>
                  <a:lnTo>
                    <a:pt x="2861168" y="668145"/>
                  </a:lnTo>
                  <a:lnTo>
                    <a:pt x="2862240" y="667648"/>
                  </a:lnTo>
                  <a:lnTo>
                    <a:pt x="2863311" y="667151"/>
                  </a:lnTo>
                  <a:lnTo>
                    <a:pt x="2864383" y="666654"/>
                  </a:lnTo>
                  <a:lnTo>
                    <a:pt x="2865455" y="666156"/>
                  </a:lnTo>
                  <a:lnTo>
                    <a:pt x="2866526" y="665657"/>
                  </a:lnTo>
                  <a:lnTo>
                    <a:pt x="2867598" y="665159"/>
                  </a:lnTo>
                  <a:lnTo>
                    <a:pt x="2868669" y="664659"/>
                  </a:lnTo>
                  <a:lnTo>
                    <a:pt x="2869741" y="664160"/>
                  </a:lnTo>
                  <a:lnTo>
                    <a:pt x="2870813" y="663659"/>
                  </a:lnTo>
                  <a:lnTo>
                    <a:pt x="2871884" y="663159"/>
                  </a:lnTo>
                  <a:lnTo>
                    <a:pt x="2872956" y="662658"/>
                  </a:lnTo>
                  <a:lnTo>
                    <a:pt x="2874027" y="662156"/>
                  </a:lnTo>
                  <a:lnTo>
                    <a:pt x="2875099" y="661654"/>
                  </a:lnTo>
                  <a:lnTo>
                    <a:pt x="2876171" y="661152"/>
                  </a:lnTo>
                  <a:lnTo>
                    <a:pt x="2877242" y="660649"/>
                  </a:lnTo>
                  <a:lnTo>
                    <a:pt x="2878314" y="660146"/>
                  </a:lnTo>
                  <a:lnTo>
                    <a:pt x="2879385" y="659642"/>
                  </a:lnTo>
                  <a:lnTo>
                    <a:pt x="2880457" y="659138"/>
                  </a:lnTo>
                  <a:lnTo>
                    <a:pt x="2881529" y="658633"/>
                  </a:lnTo>
                  <a:lnTo>
                    <a:pt x="2882600" y="658128"/>
                  </a:lnTo>
                  <a:lnTo>
                    <a:pt x="2883672" y="657623"/>
                  </a:lnTo>
                  <a:lnTo>
                    <a:pt x="2884743" y="657117"/>
                  </a:lnTo>
                  <a:lnTo>
                    <a:pt x="2885815" y="656610"/>
                  </a:lnTo>
                  <a:lnTo>
                    <a:pt x="2886887" y="656104"/>
                  </a:lnTo>
                  <a:lnTo>
                    <a:pt x="2887958" y="655596"/>
                  </a:lnTo>
                  <a:lnTo>
                    <a:pt x="2889030" y="655088"/>
                  </a:lnTo>
                  <a:lnTo>
                    <a:pt x="2890101" y="654580"/>
                  </a:lnTo>
                  <a:lnTo>
                    <a:pt x="2891173" y="654072"/>
                  </a:lnTo>
                  <a:lnTo>
                    <a:pt x="2892245" y="653562"/>
                  </a:lnTo>
                  <a:lnTo>
                    <a:pt x="2893316" y="653053"/>
                  </a:lnTo>
                  <a:lnTo>
                    <a:pt x="2894388" y="652543"/>
                  </a:lnTo>
                  <a:lnTo>
                    <a:pt x="2895459" y="652032"/>
                  </a:lnTo>
                  <a:lnTo>
                    <a:pt x="2896531" y="651521"/>
                  </a:lnTo>
                  <a:lnTo>
                    <a:pt x="2897603" y="651010"/>
                  </a:lnTo>
                  <a:lnTo>
                    <a:pt x="2898674" y="650498"/>
                  </a:lnTo>
                  <a:lnTo>
                    <a:pt x="2899746" y="649986"/>
                  </a:lnTo>
                  <a:lnTo>
                    <a:pt x="2900817" y="649473"/>
                  </a:lnTo>
                  <a:lnTo>
                    <a:pt x="2901889" y="648960"/>
                  </a:lnTo>
                  <a:lnTo>
                    <a:pt x="2902961" y="648446"/>
                  </a:lnTo>
                  <a:lnTo>
                    <a:pt x="2904032" y="647932"/>
                  </a:lnTo>
                  <a:lnTo>
                    <a:pt x="2905104" y="647417"/>
                  </a:lnTo>
                  <a:lnTo>
                    <a:pt x="2906175" y="646902"/>
                  </a:lnTo>
                  <a:lnTo>
                    <a:pt x="2907247" y="646386"/>
                  </a:lnTo>
                  <a:lnTo>
                    <a:pt x="2908319" y="645870"/>
                  </a:lnTo>
                  <a:lnTo>
                    <a:pt x="2909390" y="645354"/>
                  </a:lnTo>
                  <a:lnTo>
                    <a:pt x="2910462" y="644837"/>
                  </a:lnTo>
                  <a:lnTo>
                    <a:pt x="2911533" y="644319"/>
                  </a:lnTo>
                  <a:lnTo>
                    <a:pt x="2912605" y="643802"/>
                  </a:lnTo>
                  <a:lnTo>
                    <a:pt x="2913677" y="643283"/>
                  </a:lnTo>
                  <a:lnTo>
                    <a:pt x="2914748" y="642764"/>
                  </a:lnTo>
                  <a:lnTo>
                    <a:pt x="2915820" y="642245"/>
                  </a:lnTo>
                  <a:lnTo>
                    <a:pt x="2916891" y="641725"/>
                  </a:lnTo>
                  <a:lnTo>
                    <a:pt x="2917963" y="641205"/>
                  </a:lnTo>
                  <a:lnTo>
                    <a:pt x="2919035" y="640684"/>
                  </a:lnTo>
                  <a:lnTo>
                    <a:pt x="2920106" y="640163"/>
                  </a:lnTo>
                  <a:lnTo>
                    <a:pt x="2921178" y="639642"/>
                  </a:lnTo>
                  <a:lnTo>
                    <a:pt x="2922249" y="639119"/>
                  </a:lnTo>
                  <a:lnTo>
                    <a:pt x="2923321" y="638597"/>
                  </a:lnTo>
                  <a:lnTo>
                    <a:pt x="2924393" y="638074"/>
                  </a:lnTo>
                  <a:lnTo>
                    <a:pt x="2925464" y="637550"/>
                  </a:lnTo>
                  <a:lnTo>
                    <a:pt x="2926536" y="637026"/>
                  </a:lnTo>
                  <a:lnTo>
                    <a:pt x="2927607" y="636502"/>
                  </a:lnTo>
                  <a:lnTo>
                    <a:pt x="2928679" y="635977"/>
                  </a:lnTo>
                  <a:lnTo>
                    <a:pt x="2929751" y="635451"/>
                  </a:lnTo>
                  <a:lnTo>
                    <a:pt x="2930822" y="634925"/>
                  </a:lnTo>
                  <a:lnTo>
                    <a:pt x="2931894" y="634399"/>
                  </a:lnTo>
                  <a:lnTo>
                    <a:pt x="2932965" y="633872"/>
                  </a:lnTo>
                  <a:lnTo>
                    <a:pt x="2934037" y="633345"/>
                  </a:lnTo>
                  <a:lnTo>
                    <a:pt x="2935109" y="632817"/>
                  </a:lnTo>
                  <a:lnTo>
                    <a:pt x="2936180" y="632289"/>
                  </a:lnTo>
                  <a:lnTo>
                    <a:pt x="2937252" y="631760"/>
                  </a:lnTo>
                  <a:lnTo>
                    <a:pt x="2938323" y="631230"/>
                  </a:lnTo>
                  <a:lnTo>
                    <a:pt x="2939395" y="630701"/>
                  </a:lnTo>
                  <a:lnTo>
                    <a:pt x="2940467" y="630170"/>
                  </a:lnTo>
                  <a:lnTo>
                    <a:pt x="2941538" y="629640"/>
                  </a:lnTo>
                  <a:lnTo>
                    <a:pt x="2942610" y="629109"/>
                  </a:lnTo>
                  <a:lnTo>
                    <a:pt x="2943681" y="628577"/>
                  </a:lnTo>
                  <a:lnTo>
                    <a:pt x="2944753" y="628045"/>
                  </a:lnTo>
                  <a:lnTo>
                    <a:pt x="2945825" y="627512"/>
                  </a:lnTo>
                  <a:lnTo>
                    <a:pt x="2946896" y="626979"/>
                  </a:lnTo>
                  <a:lnTo>
                    <a:pt x="2947968" y="626445"/>
                  </a:lnTo>
                  <a:lnTo>
                    <a:pt x="2949039" y="625911"/>
                  </a:lnTo>
                  <a:lnTo>
                    <a:pt x="2950111" y="625377"/>
                  </a:lnTo>
                  <a:lnTo>
                    <a:pt x="2951183" y="624842"/>
                  </a:lnTo>
                  <a:lnTo>
                    <a:pt x="2952254" y="624306"/>
                  </a:lnTo>
                  <a:lnTo>
                    <a:pt x="2953326" y="623770"/>
                  </a:lnTo>
                  <a:lnTo>
                    <a:pt x="2954397" y="623233"/>
                  </a:lnTo>
                  <a:lnTo>
                    <a:pt x="2955469" y="622696"/>
                  </a:lnTo>
                  <a:lnTo>
                    <a:pt x="2956541" y="622159"/>
                  </a:lnTo>
                  <a:lnTo>
                    <a:pt x="2957612" y="621621"/>
                  </a:lnTo>
                  <a:lnTo>
                    <a:pt x="2958684" y="621083"/>
                  </a:lnTo>
                  <a:lnTo>
                    <a:pt x="2959755" y="620544"/>
                  </a:lnTo>
                  <a:lnTo>
                    <a:pt x="2960827" y="620004"/>
                  </a:lnTo>
                  <a:lnTo>
                    <a:pt x="2961899" y="619464"/>
                  </a:lnTo>
                  <a:lnTo>
                    <a:pt x="2962970" y="618924"/>
                  </a:lnTo>
                  <a:lnTo>
                    <a:pt x="2964042" y="618383"/>
                  </a:lnTo>
                  <a:lnTo>
                    <a:pt x="2965113" y="617841"/>
                  </a:lnTo>
                  <a:lnTo>
                    <a:pt x="2966185" y="617299"/>
                  </a:lnTo>
                  <a:lnTo>
                    <a:pt x="2967257" y="616757"/>
                  </a:lnTo>
                  <a:lnTo>
                    <a:pt x="2968328" y="616214"/>
                  </a:lnTo>
                  <a:lnTo>
                    <a:pt x="2969400" y="615671"/>
                  </a:lnTo>
                  <a:lnTo>
                    <a:pt x="2970471" y="615127"/>
                  </a:lnTo>
                  <a:lnTo>
                    <a:pt x="2971543" y="614583"/>
                  </a:lnTo>
                  <a:lnTo>
                    <a:pt x="2972615" y="614038"/>
                  </a:lnTo>
                  <a:lnTo>
                    <a:pt x="2973686" y="613492"/>
                  </a:lnTo>
                  <a:lnTo>
                    <a:pt x="2974758" y="612947"/>
                  </a:lnTo>
                  <a:lnTo>
                    <a:pt x="2975829" y="612400"/>
                  </a:lnTo>
                  <a:lnTo>
                    <a:pt x="2976901" y="611853"/>
                  </a:lnTo>
                  <a:lnTo>
                    <a:pt x="2977973" y="611306"/>
                  </a:lnTo>
                  <a:lnTo>
                    <a:pt x="2979044" y="610758"/>
                  </a:lnTo>
                  <a:lnTo>
                    <a:pt x="2980116" y="610210"/>
                  </a:lnTo>
                  <a:lnTo>
                    <a:pt x="2981187" y="609661"/>
                  </a:lnTo>
                  <a:lnTo>
                    <a:pt x="2982259" y="609112"/>
                  </a:lnTo>
                  <a:lnTo>
                    <a:pt x="2983331" y="608562"/>
                  </a:lnTo>
                  <a:lnTo>
                    <a:pt x="2984402" y="608012"/>
                  </a:lnTo>
                  <a:lnTo>
                    <a:pt x="2985474" y="607461"/>
                  </a:lnTo>
                  <a:lnTo>
                    <a:pt x="2986545" y="606910"/>
                  </a:lnTo>
                  <a:lnTo>
                    <a:pt x="2987617" y="606358"/>
                  </a:lnTo>
                  <a:lnTo>
                    <a:pt x="2988689" y="605805"/>
                  </a:lnTo>
                  <a:lnTo>
                    <a:pt x="2989760" y="605253"/>
                  </a:lnTo>
                  <a:lnTo>
                    <a:pt x="2990832" y="604699"/>
                  </a:lnTo>
                  <a:lnTo>
                    <a:pt x="2991903" y="604146"/>
                  </a:lnTo>
                  <a:lnTo>
                    <a:pt x="2992975" y="603591"/>
                  </a:lnTo>
                  <a:lnTo>
                    <a:pt x="2994047" y="603037"/>
                  </a:lnTo>
                  <a:lnTo>
                    <a:pt x="2995118" y="602481"/>
                  </a:lnTo>
                  <a:lnTo>
                    <a:pt x="2996190" y="601925"/>
                  </a:lnTo>
                  <a:lnTo>
                    <a:pt x="2997261" y="601369"/>
                  </a:lnTo>
                  <a:lnTo>
                    <a:pt x="2998333" y="600812"/>
                  </a:lnTo>
                  <a:lnTo>
                    <a:pt x="2999405" y="600255"/>
                  </a:lnTo>
                  <a:lnTo>
                    <a:pt x="3000476" y="599697"/>
                  </a:lnTo>
                  <a:lnTo>
                    <a:pt x="3001548" y="599139"/>
                  </a:lnTo>
                  <a:lnTo>
                    <a:pt x="3002619" y="598580"/>
                  </a:lnTo>
                  <a:lnTo>
                    <a:pt x="3003691" y="598021"/>
                  </a:lnTo>
                  <a:lnTo>
                    <a:pt x="3004763" y="597461"/>
                  </a:lnTo>
                  <a:lnTo>
                    <a:pt x="3005834" y="596901"/>
                  </a:lnTo>
                  <a:lnTo>
                    <a:pt x="3006906" y="596340"/>
                  </a:lnTo>
                  <a:lnTo>
                    <a:pt x="3007977" y="595779"/>
                  </a:lnTo>
                  <a:lnTo>
                    <a:pt x="3009049" y="595217"/>
                  </a:lnTo>
                  <a:lnTo>
                    <a:pt x="3010121" y="594655"/>
                  </a:lnTo>
                  <a:lnTo>
                    <a:pt x="3011192" y="594092"/>
                  </a:lnTo>
                  <a:lnTo>
                    <a:pt x="3012264" y="593529"/>
                  </a:lnTo>
                  <a:lnTo>
                    <a:pt x="3013335" y="592965"/>
                  </a:lnTo>
                  <a:lnTo>
                    <a:pt x="3014407" y="592401"/>
                  </a:lnTo>
                  <a:lnTo>
                    <a:pt x="3015479" y="591836"/>
                  </a:lnTo>
                  <a:lnTo>
                    <a:pt x="3016550" y="591271"/>
                  </a:lnTo>
                  <a:lnTo>
                    <a:pt x="3017622" y="590705"/>
                  </a:lnTo>
                  <a:lnTo>
                    <a:pt x="3018693" y="590138"/>
                  </a:lnTo>
                  <a:lnTo>
                    <a:pt x="3019765" y="589572"/>
                  </a:lnTo>
                  <a:lnTo>
                    <a:pt x="3020836" y="589004"/>
                  </a:lnTo>
                  <a:lnTo>
                    <a:pt x="3021908" y="588436"/>
                  </a:lnTo>
                  <a:lnTo>
                    <a:pt x="3022980" y="587868"/>
                  </a:lnTo>
                  <a:lnTo>
                    <a:pt x="3024051" y="587299"/>
                  </a:lnTo>
                  <a:lnTo>
                    <a:pt x="3025123" y="586730"/>
                  </a:lnTo>
                  <a:lnTo>
                    <a:pt x="3026194" y="586160"/>
                  </a:lnTo>
                  <a:lnTo>
                    <a:pt x="3027266" y="585590"/>
                  </a:lnTo>
                  <a:lnTo>
                    <a:pt x="3028338" y="585019"/>
                  </a:lnTo>
                  <a:lnTo>
                    <a:pt x="3029409" y="584448"/>
                  </a:lnTo>
                  <a:lnTo>
                    <a:pt x="3030481" y="583876"/>
                  </a:lnTo>
                  <a:lnTo>
                    <a:pt x="3031552" y="583304"/>
                  </a:lnTo>
                  <a:lnTo>
                    <a:pt x="3032624" y="582731"/>
                  </a:lnTo>
                  <a:lnTo>
                    <a:pt x="3033696" y="582157"/>
                  </a:lnTo>
                  <a:lnTo>
                    <a:pt x="3034767" y="581584"/>
                  </a:lnTo>
                  <a:lnTo>
                    <a:pt x="3035839" y="581009"/>
                  </a:lnTo>
                  <a:lnTo>
                    <a:pt x="3036910" y="580434"/>
                  </a:lnTo>
                  <a:lnTo>
                    <a:pt x="3037982" y="579859"/>
                  </a:lnTo>
                  <a:lnTo>
                    <a:pt x="3039054" y="579283"/>
                  </a:lnTo>
                  <a:lnTo>
                    <a:pt x="3040125" y="578707"/>
                  </a:lnTo>
                  <a:lnTo>
                    <a:pt x="3041197" y="578130"/>
                  </a:lnTo>
                  <a:lnTo>
                    <a:pt x="3042268" y="577553"/>
                  </a:lnTo>
                  <a:lnTo>
                    <a:pt x="3043340" y="576975"/>
                  </a:lnTo>
                  <a:lnTo>
                    <a:pt x="3044412" y="576396"/>
                  </a:lnTo>
                  <a:lnTo>
                    <a:pt x="3045483" y="575817"/>
                  </a:lnTo>
                  <a:lnTo>
                    <a:pt x="3046555" y="575238"/>
                  </a:lnTo>
                  <a:lnTo>
                    <a:pt x="3047626" y="574658"/>
                  </a:lnTo>
                  <a:lnTo>
                    <a:pt x="3048698" y="574078"/>
                  </a:lnTo>
                  <a:lnTo>
                    <a:pt x="3049770" y="573497"/>
                  </a:lnTo>
                  <a:lnTo>
                    <a:pt x="3050841" y="572916"/>
                  </a:lnTo>
                  <a:lnTo>
                    <a:pt x="3051913" y="572334"/>
                  </a:lnTo>
                  <a:lnTo>
                    <a:pt x="3052984" y="571751"/>
                  </a:lnTo>
                  <a:lnTo>
                    <a:pt x="3054056" y="571168"/>
                  </a:lnTo>
                  <a:lnTo>
                    <a:pt x="3055128" y="570585"/>
                  </a:lnTo>
                  <a:lnTo>
                    <a:pt x="3056199" y="570001"/>
                  </a:lnTo>
                  <a:lnTo>
                    <a:pt x="3057271" y="569417"/>
                  </a:lnTo>
                  <a:lnTo>
                    <a:pt x="3058342" y="568832"/>
                  </a:lnTo>
                  <a:lnTo>
                    <a:pt x="3059414" y="568246"/>
                  </a:lnTo>
                  <a:lnTo>
                    <a:pt x="3060486" y="567660"/>
                  </a:lnTo>
                  <a:lnTo>
                    <a:pt x="3061557" y="567074"/>
                  </a:lnTo>
                  <a:lnTo>
                    <a:pt x="3062629" y="566487"/>
                  </a:lnTo>
                  <a:lnTo>
                    <a:pt x="3063700" y="565900"/>
                  </a:lnTo>
                  <a:lnTo>
                    <a:pt x="3064772" y="565312"/>
                  </a:lnTo>
                  <a:lnTo>
                    <a:pt x="3065844" y="564723"/>
                  </a:lnTo>
                  <a:lnTo>
                    <a:pt x="3066915" y="564135"/>
                  </a:lnTo>
                  <a:lnTo>
                    <a:pt x="3067987" y="563545"/>
                  </a:lnTo>
                  <a:lnTo>
                    <a:pt x="3069058" y="562955"/>
                  </a:lnTo>
                  <a:lnTo>
                    <a:pt x="3070130" y="562365"/>
                  </a:lnTo>
                  <a:lnTo>
                    <a:pt x="3071202" y="561774"/>
                  </a:lnTo>
                  <a:lnTo>
                    <a:pt x="3072273" y="561183"/>
                  </a:lnTo>
                  <a:lnTo>
                    <a:pt x="3073345" y="560591"/>
                  </a:lnTo>
                  <a:lnTo>
                    <a:pt x="3074416" y="559998"/>
                  </a:lnTo>
                  <a:lnTo>
                    <a:pt x="3075488" y="559405"/>
                  </a:lnTo>
                  <a:lnTo>
                    <a:pt x="3076560" y="558812"/>
                  </a:lnTo>
                  <a:lnTo>
                    <a:pt x="3077631" y="558218"/>
                  </a:lnTo>
                  <a:lnTo>
                    <a:pt x="3078703" y="557624"/>
                  </a:lnTo>
                  <a:lnTo>
                    <a:pt x="3079774" y="557029"/>
                  </a:lnTo>
                  <a:lnTo>
                    <a:pt x="3080846" y="556433"/>
                  </a:lnTo>
                  <a:lnTo>
                    <a:pt x="3081918" y="555838"/>
                  </a:lnTo>
                  <a:lnTo>
                    <a:pt x="3082989" y="555241"/>
                  </a:lnTo>
                  <a:lnTo>
                    <a:pt x="3084061" y="554644"/>
                  </a:lnTo>
                  <a:lnTo>
                    <a:pt x="3085132" y="554047"/>
                  </a:lnTo>
                  <a:lnTo>
                    <a:pt x="3086204" y="553449"/>
                  </a:lnTo>
                  <a:lnTo>
                    <a:pt x="3087276" y="552851"/>
                  </a:lnTo>
                  <a:lnTo>
                    <a:pt x="3088347" y="552252"/>
                  </a:lnTo>
                  <a:lnTo>
                    <a:pt x="3089419" y="551653"/>
                  </a:lnTo>
                  <a:lnTo>
                    <a:pt x="3090490" y="551053"/>
                  </a:lnTo>
                  <a:lnTo>
                    <a:pt x="3091562" y="550452"/>
                  </a:lnTo>
                  <a:lnTo>
                    <a:pt x="3092634" y="549852"/>
                  </a:lnTo>
                  <a:lnTo>
                    <a:pt x="3093705" y="549250"/>
                  </a:lnTo>
                  <a:lnTo>
                    <a:pt x="3094777" y="548648"/>
                  </a:lnTo>
                  <a:lnTo>
                    <a:pt x="3095848" y="548046"/>
                  </a:lnTo>
                  <a:lnTo>
                    <a:pt x="3096920" y="547443"/>
                  </a:lnTo>
                  <a:lnTo>
                    <a:pt x="3097992" y="546840"/>
                  </a:lnTo>
                  <a:lnTo>
                    <a:pt x="3099063" y="546236"/>
                  </a:lnTo>
                  <a:lnTo>
                    <a:pt x="3100135" y="545632"/>
                  </a:lnTo>
                  <a:lnTo>
                    <a:pt x="3101206" y="545027"/>
                  </a:lnTo>
                  <a:lnTo>
                    <a:pt x="3102278" y="544422"/>
                  </a:lnTo>
                  <a:lnTo>
                    <a:pt x="3103350" y="543816"/>
                  </a:lnTo>
                  <a:lnTo>
                    <a:pt x="3104421" y="543210"/>
                  </a:lnTo>
                  <a:lnTo>
                    <a:pt x="3105493" y="542603"/>
                  </a:lnTo>
                  <a:lnTo>
                    <a:pt x="3106564" y="541996"/>
                  </a:lnTo>
                  <a:lnTo>
                    <a:pt x="3107636" y="541388"/>
                  </a:lnTo>
                  <a:lnTo>
                    <a:pt x="3108708" y="540780"/>
                  </a:lnTo>
                  <a:lnTo>
                    <a:pt x="3109779" y="540172"/>
                  </a:lnTo>
                  <a:lnTo>
                    <a:pt x="3110851" y="539562"/>
                  </a:lnTo>
                  <a:lnTo>
                    <a:pt x="3111922" y="538953"/>
                  </a:lnTo>
                  <a:lnTo>
                    <a:pt x="3112994" y="538343"/>
                  </a:lnTo>
                  <a:lnTo>
                    <a:pt x="3114066" y="537732"/>
                  </a:lnTo>
                  <a:lnTo>
                    <a:pt x="3115137" y="537121"/>
                  </a:lnTo>
                  <a:lnTo>
                    <a:pt x="3116209" y="536509"/>
                  </a:lnTo>
                  <a:lnTo>
                    <a:pt x="3117280" y="535897"/>
                  </a:lnTo>
                  <a:lnTo>
                    <a:pt x="3118352" y="535284"/>
                  </a:lnTo>
                  <a:lnTo>
                    <a:pt x="3119424" y="534671"/>
                  </a:lnTo>
                  <a:lnTo>
                    <a:pt x="3120495" y="534058"/>
                  </a:lnTo>
                  <a:lnTo>
                    <a:pt x="3121567" y="533444"/>
                  </a:lnTo>
                  <a:lnTo>
                    <a:pt x="3122638" y="532829"/>
                  </a:lnTo>
                  <a:lnTo>
                    <a:pt x="3123710" y="532214"/>
                  </a:lnTo>
                  <a:lnTo>
                    <a:pt x="3124782" y="531599"/>
                  </a:lnTo>
                  <a:lnTo>
                    <a:pt x="3125853" y="530983"/>
                  </a:lnTo>
                  <a:lnTo>
                    <a:pt x="3126925" y="530366"/>
                  </a:lnTo>
                  <a:lnTo>
                    <a:pt x="3127996" y="529749"/>
                  </a:lnTo>
                  <a:lnTo>
                    <a:pt x="3129068" y="529131"/>
                  </a:lnTo>
                  <a:lnTo>
                    <a:pt x="3130140" y="528513"/>
                  </a:lnTo>
                  <a:lnTo>
                    <a:pt x="3131211" y="527895"/>
                  </a:lnTo>
                  <a:lnTo>
                    <a:pt x="3132283" y="527276"/>
                  </a:lnTo>
                  <a:lnTo>
                    <a:pt x="3133354" y="526656"/>
                  </a:lnTo>
                  <a:lnTo>
                    <a:pt x="3134426" y="526037"/>
                  </a:lnTo>
                  <a:lnTo>
                    <a:pt x="3135498" y="525416"/>
                  </a:lnTo>
                  <a:lnTo>
                    <a:pt x="3136569" y="524795"/>
                  </a:lnTo>
                  <a:lnTo>
                    <a:pt x="3137641" y="524174"/>
                  </a:lnTo>
                  <a:lnTo>
                    <a:pt x="3138712" y="523552"/>
                  </a:lnTo>
                  <a:lnTo>
                    <a:pt x="3139784" y="522929"/>
                  </a:lnTo>
                  <a:lnTo>
                    <a:pt x="3140856" y="522306"/>
                  </a:lnTo>
                  <a:lnTo>
                    <a:pt x="3141927" y="521683"/>
                  </a:lnTo>
                  <a:lnTo>
                    <a:pt x="3142999" y="521059"/>
                  </a:lnTo>
                  <a:lnTo>
                    <a:pt x="3144070" y="520435"/>
                  </a:lnTo>
                  <a:lnTo>
                    <a:pt x="3145142" y="519810"/>
                  </a:lnTo>
                  <a:lnTo>
                    <a:pt x="3146214" y="519184"/>
                  </a:lnTo>
                  <a:lnTo>
                    <a:pt x="3147285" y="518559"/>
                  </a:lnTo>
                  <a:lnTo>
                    <a:pt x="3148357" y="517932"/>
                  </a:lnTo>
                  <a:lnTo>
                    <a:pt x="3149428" y="517305"/>
                  </a:lnTo>
                  <a:lnTo>
                    <a:pt x="3150500" y="516678"/>
                  </a:lnTo>
                  <a:lnTo>
                    <a:pt x="3151572" y="516050"/>
                  </a:lnTo>
                  <a:lnTo>
                    <a:pt x="3152643" y="515422"/>
                  </a:lnTo>
                  <a:lnTo>
                    <a:pt x="3153715" y="514793"/>
                  </a:lnTo>
                  <a:lnTo>
                    <a:pt x="3154786" y="514164"/>
                  </a:lnTo>
                  <a:lnTo>
                    <a:pt x="3155858" y="513534"/>
                  </a:lnTo>
                  <a:lnTo>
                    <a:pt x="3156930" y="512904"/>
                  </a:lnTo>
                  <a:lnTo>
                    <a:pt x="3158001" y="512273"/>
                  </a:lnTo>
                  <a:lnTo>
                    <a:pt x="3159073" y="511642"/>
                  </a:lnTo>
                  <a:lnTo>
                    <a:pt x="3160144" y="511010"/>
                  </a:lnTo>
                  <a:lnTo>
                    <a:pt x="3161216" y="510378"/>
                  </a:lnTo>
                  <a:lnTo>
                    <a:pt x="3162288" y="509745"/>
                  </a:lnTo>
                  <a:lnTo>
                    <a:pt x="3163359" y="509112"/>
                  </a:lnTo>
                  <a:lnTo>
                    <a:pt x="3164431" y="508478"/>
                  </a:lnTo>
                  <a:lnTo>
                    <a:pt x="3165502" y="507844"/>
                  </a:lnTo>
                  <a:lnTo>
                    <a:pt x="3166574" y="507209"/>
                  </a:lnTo>
                  <a:lnTo>
                    <a:pt x="3167646" y="506574"/>
                  </a:lnTo>
                  <a:lnTo>
                    <a:pt x="3168717" y="505938"/>
                  </a:lnTo>
                  <a:lnTo>
                    <a:pt x="3169789" y="505302"/>
                  </a:lnTo>
                  <a:lnTo>
                    <a:pt x="3170860" y="504665"/>
                  </a:lnTo>
                  <a:lnTo>
                    <a:pt x="3171932" y="504028"/>
                  </a:lnTo>
                  <a:lnTo>
                    <a:pt x="3173004" y="503391"/>
                  </a:lnTo>
                  <a:lnTo>
                    <a:pt x="3174075" y="502752"/>
                  </a:lnTo>
                  <a:lnTo>
                    <a:pt x="3175147" y="502114"/>
                  </a:lnTo>
                  <a:lnTo>
                    <a:pt x="3176218" y="501475"/>
                  </a:lnTo>
                  <a:lnTo>
                    <a:pt x="3177290" y="500835"/>
                  </a:lnTo>
                  <a:lnTo>
                    <a:pt x="3178362" y="500195"/>
                  </a:lnTo>
                  <a:lnTo>
                    <a:pt x="3179433" y="499554"/>
                  </a:lnTo>
                  <a:lnTo>
                    <a:pt x="3180505" y="498913"/>
                  </a:lnTo>
                  <a:lnTo>
                    <a:pt x="3181576" y="498272"/>
                  </a:lnTo>
                  <a:lnTo>
                    <a:pt x="3182648" y="497630"/>
                  </a:lnTo>
                  <a:lnTo>
                    <a:pt x="3183720" y="496987"/>
                  </a:lnTo>
                  <a:lnTo>
                    <a:pt x="3184791" y="496344"/>
                  </a:lnTo>
                  <a:lnTo>
                    <a:pt x="3185863" y="495701"/>
                  </a:lnTo>
                  <a:lnTo>
                    <a:pt x="3186934" y="495057"/>
                  </a:lnTo>
                  <a:lnTo>
                    <a:pt x="3188006" y="494412"/>
                  </a:lnTo>
                  <a:lnTo>
                    <a:pt x="3189078" y="493767"/>
                  </a:lnTo>
                  <a:lnTo>
                    <a:pt x="3190149" y="493122"/>
                  </a:lnTo>
                  <a:lnTo>
                    <a:pt x="3191221" y="492476"/>
                  </a:lnTo>
                  <a:lnTo>
                    <a:pt x="3192292" y="491829"/>
                  </a:lnTo>
                  <a:lnTo>
                    <a:pt x="3193364" y="491182"/>
                  </a:lnTo>
                  <a:lnTo>
                    <a:pt x="3194436" y="490535"/>
                  </a:lnTo>
                  <a:lnTo>
                    <a:pt x="3195507" y="489887"/>
                  </a:lnTo>
                  <a:lnTo>
                    <a:pt x="3196579" y="489238"/>
                  </a:lnTo>
                  <a:lnTo>
                    <a:pt x="3197650" y="488590"/>
                  </a:lnTo>
                  <a:lnTo>
                    <a:pt x="3198722" y="487940"/>
                  </a:lnTo>
                  <a:lnTo>
                    <a:pt x="3199793" y="487290"/>
                  </a:lnTo>
                  <a:lnTo>
                    <a:pt x="3200865" y="486640"/>
                  </a:lnTo>
                  <a:lnTo>
                    <a:pt x="3201937" y="485989"/>
                  </a:lnTo>
                  <a:lnTo>
                    <a:pt x="3203008" y="485338"/>
                  </a:lnTo>
                  <a:lnTo>
                    <a:pt x="3204080" y="484686"/>
                  </a:lnTo>
                  <a:lnTo>
                    <a:pt x="3205151" y="484033"/>
                  </a:lnTo>
                  <a:lnTo>
                    <a:pt x="3206223" y="483381"/>
                  </a:lnTo>
                  <a:lnTo>
                    <a:pt x="3207295" y="482727"/>
                  </a:lnTo>
                  <a:lnTo>
                    <a:pt x="3208366" y="482073"/>
                  </a:lnTo>
                  <a:lnTo>
                    <a:pt x="3209438" y="481419"/>
                  </a:lnTo>
                  <a:lnTo>
                    <a:pt x="3210509" y="480764"/>
                  </a:lnTo>
                  <a:lnTo>
                    <a:pt x="3211581" y="480109"/>
                  </a:lnTo>
                  <a:lnTo>
                    <a:pt x="3212653" y="479453"/>
                  </a:lnTo>
                  <a:lnTo>
                    <a:pt x="3213724" y="478797"/>
                  </a:lnTo>
                  <a:lnTo>
                    <a:pt x="3214796" y="478140"/>
                  </a:lnTo>
                  <a:lnTo>
                    <a:pt x="3215867" y="477483"/>
                  </a:lnTo>
                  <a:lnTo>
                    <a:pt x="3216939" y="476825"/>
                  </a:lnTo>
                  <a:lnTo>
                    <a:pt x="3218011" y="476167"/>
                  </a:lnTo>
                  <a:lnTo>
                    <a:pt x="3219082" y="475508"/>
                  </a:lnTo>
                  <a:lnTo>
                    <a:pt x="3220154" y="474849"/>
                  </a:lnTo>
                  <a:lnTo>
                    <a:pt x="3221225" y="474190"/>
                  </a:lnTo>
                  <a:lnTo>
                    <a:pt x="3222297" y="473529"/>
                  </a:lnTo>
                  <a:lnTo>
                    <a:pt x="3223369" y="472869"/>
                  </a:lnTo>
                  <a:lnTo>
                    <a:pt x="3224440" y="472208"/>
                  </a:lnTo>
                  <a:lnTo>
                    <a:pt x="3225512" y="471546"/>
                  </a:lnTo>
                  <a:lnTo>
                    <a:pt x="3226583" y="470884"/>
                  </a:lnTo>
                  <a:lnTo>
                    <a:pt x="3227655" y="470221"/>
                  </a:lnTo>
                  <a:lnTo>
                    <a:pt x="3228727" y="469558"/>
                  </a:lnTo>
                  <a:lnTo>
                    <a:pt x="3229798" y="468895"/>
                  </a:lnTo>
                  <a:lnTo>
                    <a:pt x="3230870" y="468231"/>
                  </a:lnTo>
                  <a:lnTo>
                    <a:pt x="3231941" y="467566"/>
                  </a:lnTo>
                  <a:lnTo>
                    <a:pt x="3233013" y="466901"/>
                  </a:lnTo>
                  <a:lnTo>
                    <a:pt x="3234085" y="466235"/>
                  </a:lnTo>
                  <a:lnTo>
                    <a:pt x="3235156" y="465569"/>
                  </a:lnTo>
                  <a:lnTo>
                    <a:pt x="3236228" y="464903"/>
                  </a:lnTo>
                  <a:lnTo>
                    <a:pt x="3237299" y="464236"/>
                  </a:lnTo>
                  <a:lnTo>
                    <a:pt x="3238371" y="463568"/>
                  </a:lnTo>
                  <a:lnTo>
                    <a:pt x="3239443" y="462900"/>
                  </a:lnTo>
                  <a:lnTo>
                    <a:pt x="3240514" y="462232"/>
                  </a:lnTo>
                  <a:lnTo>
                    <a:pt x="3241586" y="461563"/>
                  </a:lnTo>
                  <a:lnTo>
                    <a:pt x="3242657" y="460894"/>
                  </a:lnTo>
                  <a:lnTo>
                    <a:pt x="3243729" y="460224"/>
                  </a:lnTo>
                  <a:lnTo>
                    <a:pt x="3244801" y="459553"/>
                  </a:lnTo>
                  <a:lnTo>
                    <a:pt x="3245872" y="458882"/>
                  </a:lnTo>
                  <a:lnTo>
                    <a:pt x="3246944" y="458211"/>
                  </a:lnTo>
                  <a:lnTo>
                    <a:pt x="3248015" y="457539"/>
                  </a:lnTo>
                  <a:lnTo>
                    <a:pt x="3249087" y="456867"/>
                  </a:lnTo>
                  <a:lnTo>
                    <a:pt x="3250159" y="456194"/>
                  </a:lnTo>
                  <a:lnTo>
                    <a:pt x="3251230" y="455521"/>
                  </a:lnTo>
                  <a:lnTo>
                    <a:pt x="3252302" y="454847"/>
                  </a:lnTo>
                  <a:lnTo>
                    <a:pt x="3253373" y="454173"/>
                  </a:lnTo>
                  <a:lnTo>
                    <a:pt x="3254445" y="453498"/>
                  </a:lnTo>
                  <a:lnTo>
                    <a:pt x="3255517" y="452823"/>
                  </a:lnTo>
                  <a:lnTo>
                    <a:pt x="3256588" y="452147"/>
                  </a:lnTo>
                  <a:lnTo>
                    <a:pt x="3257660" y="451471"/>
                  </a:lnTo>
                  <a:lnTo>
                    <a:pt x="3258731" y="450794"/>
                  </a:lnTo>
                  <a:lnTo>
                    <a:pt x="3259803" y="450117"/>
                  </a:lnTo>
                  <a:lnTo>
                    <a:pt x="3260875" y="449439"/>
                  </a:lnTo>
                  <a:lnTo>
                    <a:pt x="3261946" y="448761"/>
                  </a:lnTo>
                  <a:lnTo>
                    <a:pt x="3263018" y="448082"/>
                  </a:lnTo>
                  <a:lnTo>
                    <a:pt x="3264089" y="447403"/>
                  </a:lnTo>
                  <a:lnTo>
                    <a:pt x="3265161" y="446723"/>
                  </a:lnTo>
                  <a:lnTo>
                    <a:pt x="3266233" y="446043"/>
                  </a:lnTo>
                  <a:lnTo>
                    <a:pt x="3267304" y="445363"/>
                  </a:lnTo>
                  <a:lnTo>
                    <a:pt x="3268376" y="444681"/>
                  </a:lnTo>
                  <a:lnTo>
                    <a:pt x="3269447" y="444000"/>
                  </a:lnTo>
                  <a:lnTo>
                    <a:pt x="3270519" y="443318"/>
                  </a:lnTo>
                  <a:lnTo>
                    <a:pt x="3271591" y="442635"/>
                  </a:lnTo>
                  <a:lnTo>
                    <a:pt x="3272662" y="441952"/>
                  </a:lnTo>
                  <a:lnTo>
                    <a:pt x="3273734" y="441269"/>
                  </a:lnTo>
                  <a:lnTo>
                    <a:pt x="3274805" y="440585"/>
                  </a:lnTo>
                  <a:lnTo>
                    <a:pt x="3275877" y="439900"/>
                  </a:lnTo>
                  <a:lnTo>
                    <a:pt x="3276949" y="439215"/>
                  </a:lnTo>
                  <a:lnTo>
                    <a:pt x="3278020" y="438530"/>
                  </a:lnTo>
                  <a:lnTo>
                    <a:pt x="3279092" y="437844"/>
                  </a:lnTo>
                  <a:lnTo>
                    <a:pt x="3280163" y="437157"/>
                  </a:lnTo>
                  <a:lnTo>
                    <a:pt x="3281235" y="436471"/>
                  </a:lnTo>
                  <a:lnTo>
                    <a:pt x="3282307" y="435783"/>
                  </a:lnTo>
                  <a:lnTo>
                    <a:pt x="3283378" y="435095"/>
                  </a:lnTo>
                  <a:lnTo>
                    <a:pt x="3284450" y="434407"/>
                  </a:lnTo>
                  <a:lnTo>
                    <a:pt x="3285521" y="433718"/>
                  </a:lnTo>
                  <a:lnTo>
                    <a:pt x="3286593" y="433029"/>
                  </a:lnTo>
                  <a:lnTo>
                    <a:pt x="3287665" y="432339"/>
                  </a:lnTo>
                  <a:lnTo>
                    <a:pt x="3288736" y="431649"/>
                  </a:lnTo>
                  <a:lnTo>
                    <a:pt x="3289808" y="430958"/>
                  </a:lnTo>
                  <a:lnTo>
                    <a:pt x="3290879" y="430267"/>
                  </a:lnTo>
                  <a:lnTo>
                    <a:pt x="3291951" y="429575"/>
                  </a:lnTo>
                  <a:lnTo>
                    <a:pt x="3293023" y="428883"/>
                  </a:lnTo>
                  <a:lnTo>
                    <a:pt x="3294094" y="428190"/>
                  </a:lnTo>
                  <a:lnTo>
                    <a:pt x="3295166" y="427497"/>
                  </a:lnTo>
                  <a:lnTo>
                    <a:pt x="3296237" y="426803"/>
                  </a:lnTo>
                  <a:lnTo>
                    <a:pt x="3297309" y="426109"/>
                  </a:lnTo>
                  <a:lnTo>
                    <a:pt x="3298381" y="425414"/>
                  </a:lnTo>
                  <a:lnTo>
                    <a:pt x="3299452" y="424719"/>
                  </a:lnTo>
                  <a:lnTo>
                    <a:pt x="3300524" y="424023"/>
                  </a:lnTo>
                  <a:lnTo>
                    <a:pt x="3301595" y="423327"/>
                  </a:lnTo>
                  <a:lnTo>
                    <a:pt x="3302667" y="422631"/>
                  </a:lnTo>
                  <a:lnTo>
                    <a:pt x="3303739" y="421934"/>
                  </a:lnTo>
                  <a:lnTo>
                    <a:pt x="3304810" y="421236"/>
                  </a:lnTo>
                  <a:lnTo>
                    <a:pt x="3305882" y="420538"/>
                  </a:lnTo>
                  <a:lnTo>
                    <a:pt x="3306953" y="419840"/>
                  </a:lnTo>
                  <a:lnTo>
                    <a:pt x="3308025" y="419141"/>
                  </a:lnTo>
                  <a:lnTo>
                    <a:pt x="3309097" y="418441"/>
                  </a:lnTo>
                  <a:lnTo>
                    <a:pt x="3310168" y="417741"/>
                  </a:lnTo>
                  <a:lnTo>
                    <a:pt x="3311240" y="417041"/>
                  </a:lnTo>
                  <a:lnTo>
                    <a:pt x="3312311" y="416340"/>
                  </a:lnTo>
                  <a:lnTo>
                    <a:pt x="3313383" y="415639"/>
                  </a:lnTo>
                  <a:lnTo>
                    <a:pt x="3314455" y="414937"/>
                  </a:lnTo>
                  <a:lnTo>
                    <a:pt x="3315526" y="414234"/>
                  </a:lnTo>
                  <a:lnTo>
                    <a:pt x="3316598" y="413532"/>
                  </a:lnTo>
                  <a:lnTo>
                    <a:pt x="3317669" y="412828"/>
                  </a:lnTo>
                  <a:lnTo>
                    <a:pt x="3318741" y="412124"/>
                  </a:lnTo>
                  <a:lnTo>
                    <a:pt x="3319813" y="411420"/>
                  </a:lnTo>
                  <a:lnTo>
                    <a:pt x="3320884" y="410715"/>
                  </a:lnTo>
                  <a:lnTo>
                    <a:pt x="3321956" y="410010"/>
                  </a:lnTo>
                  <a:lnTo>
                    <a:pt x="3323027" y="409304"/>
                  </a:lnTo>
                  <a:lnTo>
                    <a:pt x="3324099" y="408598"/>
                  </a:lnTo>
                  <a:lnTo>
                    <a:pt x="3325171" y="407892"/>
                  </a:lnTo>
                  <a:lnTo>
                    <a:pt x="3326242" y="407184"/>
                  </a:lnTo>
                  <a:lnTo>
                    <a:pt x="3327314" y="406477"/>
                  </a:lnTo>
                  <a:lnTo>
                    <a:pt x="3328385" y="405769"/>
                  </a:lnTo>
                  <a:lnTo>
                    <a:pt x="3329457" y="405060"/>
                  </a:lnTo>
                  <a:lnTo>
                    <a:pt x="3330529" y="404351"/>
                  </a:lnTo>
                  <a:lnTo>
                    <a:pt x="3331600" y="403641"/>
                  </a:lnTo>
                  <a:lnTo>
                    <a:pt x="3332672" y="402931"/>
                  </a:lnTo>
                  <a:lnTo>
                    <a:pt x="3333743" y="402221"/>
                  </a:lnTo>
                  <a:lnTo>
                    <a:pt x="3334815" y="401510"/>
                  </a:lnTo>
                  <a:lnTo>
                    <a:pt x="3335887" y="400798"/>
                  </a:lnTo>
                  <a:lnTo>
                    <a:pt x="3336958" y="400087"/>
                  </a:lnTo>
                  <a:lnTo>
                    <a:pt x="3338030" y="399374"/>
                  </a:lnTo>
                  <a:lnTo>
                    <a:pt x="3339101" y="398661"/>
                  </a:lnTo>
                  <a:lnTo>
                    <a:pt x="3340173" y="397948"/>
                  </a:lnTo>
                  <a:lnTo>
                    <a:pt x="3341245" y="397234"/>
                  </a:lnTo>
                  <a:lnTo>
                    <a:pt x="3342316" y="396520"/>
                  </a:lnTo>
                  <a:lnTo>
                    <a:pt x="3343388" y="395805"/>
                  </a:lnTo>
                  <a:lnTo>
                    <a:pt x="3344459" y="395090"/>
                  </a:lnTo>
                  <a:lnTo>
                    <a:pt x="3345531" y="394374"/>
                  </a:lnTo>
                  <a:lnTo>
                    <a:pt x="3346603" y="393657"/>
                  </a:lnTo>
                  <a:lnTo>
                    <a:pt x="3347674" y="392941"/>
                  </a:lnTo>
                  <a:lnTo>
                    <a:pt x="3348746" y="392224"/>
                  </a:lnTo>
                  <a:lnTo>
                    <a:pt x="3349817" y="391506"/>
                  </a:lnTo>
                  <a:lnTo>
                    <a:pt x="3350889" y="390788"/>
                  </a:lnTo>
                  <a:lnTo>
                    <a:pt x="3351961" y="390069"/>
                  </a:lnTo>
                  <a:lnTo>
                    <a:pt x="3353032" y="389350"/>
                  </a:lnTo>
                  <a:lnTo>
                    <a:pt x="3354104" y="388630"/>
                  </a:lnTo>
                  <a:lnTo>
                    <a:pt x="3355175" y="387910"/>
                  </a:lnTo>
                  <a:lnTo>
                    <a:pt x="3356247" y="387190"/>
                  </a:lnTo>
                  <a:lnTo>
                    <a:pt x="3357319" y="386469"/>
                  </a:lnTo>
                  <a:lnTo>
                    <a:pt x="3358390" y="385747"/>
                  </a:lnTo>
                  <a:lnTo>
                    <a:pt x="3359462" y="385025"/>
                  </a:lnTo>
                  <a:lnTo>
                    <a:pt x="3360533" y="384303"/>
                  </a:lnTo>
                  <a:lnTo>
                    <a:pt x="3361605" y="383580"/>
                  </a:lnTo>
                  <a:lnTo>
                    <a:pt x="3362677" y="382856"/>
                  </a:lnTo>
                  <a:lnTo>
                    <a:pt x="3363748" y="382132"/>
                  </a:lnTo>
                  <a:lnTo>
                    <a:pt x="3364820" y="381408"/>
                  </a:lnTo>
                  <a:lnTo>
                    <a:pt x="3365891" y="380683"/>
                  </a:lnTo>
                  <a:lnTo>
                    <a:pt x="3366963" y="379958"/>
                  </a:lnTo>
                  <a:lnTo>
                    <a:pt x="3368035" y="379232"/>
                  </a:lnTo>
                  <a:lnTo>
                    <a:pt x="3369106" y="378506"/>
                  </a:lnTo>
                  <a:lnTo>
                    <a:pt x="3370178" y="377779"/>
                  </a:lnTo>
                  <a:lnTo>
                    <a:pt x="3371249" y="377052"/>
                  </a:lnTo>
                  <a:lnTo>
                    <a:pt x="3372321" y="376324"/>
                  </a:lnTo>
                  <a:lnTo>
                    <a:pt x="3373392" y="375596"/>
                  </a:lnTo>
                  <a:lnTo>
                    <a:pt x="3374464" y="374867"/>
                  </a:lnTo>
                  <a:lnTo>
                    <a:pt x="3375536" y="374138"/>
                  </a:lnTo>
                  <a:lnTo>
                    <a:pt x="3376607" y="373409"/>
                  </a:lnTo>
                  <a:lnTo>
                    <a:pt x="3377679" y="372679"/>
                  </a:lnTo>
                  <a:lnTo>
                    <a:pt x="3378750" y="371948"/>
                  </a:lnTo>
                  <a:lnTo>
                    <a:pt x="3379822" y="371217"/>
                  </a:lnTo>
                  <a:lnTo>
                    <a:pt x="3380894" y="370486"/>
                  </a:lnTo>
                  <a:lnTo>
                    <a:pt x="3381965" y="369754"/>
                  </a:lnTo>
                  <a:lnTo>
                    <a:pt x="3383037" y="369021"/>
                  </a:lnTo>
                  <a:lnTo>
                    <a:pt x="3384108" y="368288"/>
                  </a:lnTo>
                  <a:lnTo>
                    <a:pt x="3385180" y="367555"/>
                  </a:lnTo>
                  <a:lnTo>
                    <a:pt x="3386252" y="366821"/>
                  </a:lnTo>
                  <a:lnTo>
                    <a:pt x="3387323" y="366087"/>
                  </a:lnTo>
                  <a:lnTo>
                    <a:pt x="3388395" y="365352"/>
                  </a:lnTo>
                  <a:lnTo>
                    <a:pt x="3389466" y="364617"/>
                  </a:lnTo>
                  <a:lnTo>
                    <a:pt x="3390538" y="363881"/>
                  </a:lnTo>
                  <a:lnTo>
                    <a:pt x="3391610" y="363145"/>
                  </a:lnTo>
                  <a:lnTo>
                    <a:pt x="3392681" y="362408"/>
                  </a:lnTo>
                  <a:lnTo>
                    <a:pt x="3393753" y="361671"/>
                  </a:lnTo>
                  <a:lnTo>
                    <a:pt x="3394824" y="360933"/>
                  </a:lnTo>
                  <a:lnTo>
                    <a:pt x="3395896" y="360195"/>
                  </a:lnTo>
                  <a:lnTo>
                    <a:pt x="3396968" y="359456"/>
                  </a:lnTo>
                  <a:lnTo>
                    <a:pt x="3398039" y="358717"/>
                  </a:lnTo>
                  <a:lnTo>
                    <a:pt x="3399111" y="357978"/>
                  </a:lnTo>
                  <a:lnTo>
                    <a:pt x="3400182" y="357238"/>
                  </a:lnTo>
                  <a:lnTo>
                    <a:pt x="3401254" y="356497"/>
                  </a:lnTo>
                  <a:lnTo>
                    <a:pt x="3402326" y="355756"/>
                  </a:lnTo>
                  <a:lnTo>
                    <a:pt x="3403397" y="355015"/>
                  </a:lnTo>
                  <a:lnTo>
                    <a:pt x="3404469" y="354273"/>
                  </a:lnTo>
                  <a:lnTo>
                    <a:pt x="3405540" y="353530"/>
                  </a:lnTo>
                  <a:lnTo>
                    <a:pt x="3406612" y="352788"/>
                  </a:lnTo>
                  <a:lnTo>
                    <a:pt x="3407684" y="352044"/>
                  </a:lnTo>
                  <a:lnTo>
                    <a:pt x="3408755" y="351300"/>
                  </a:lnTo>
                  <a:lnTo>
                    <a:pt x="3409827" y="350556"/>
                  </a:lnTo>
                  <a:lnTo>
                    <a:pt x="3410898" y="349811"/>
                  </a:lnTo>
                  <a:lnTo>
                    <a:pt x="3411970" y="349066"/>
                  </a:lnTo>
                  <a:lnTo>
                    <a:pt x="3413042" y="348320"/>
                  </a:lnTo>
                  <a:lnTo>
                    <a:pt x="3414113" y="347574"/>
                  </a:lnTo>
                  <a:lnTo>
                    <a:pt x="3415185" y="346828"/>
                  </a:lnTo>
                  <a:lnTo>
                    <a:pt x="3416256" y="346081"/>
                  </a:lnTo>
                  <a:lnTo>
                    <a:pt x="3417328" y="345333"/>
                  </a:lnTo>
                  <a:lnTo>
                    <a:pt x="3418400" y="344585"/>
                  </a:lnTo>
                  <a:lnTo>
                    <a:pt x="3419471" y="343836"/>
                  </a:lnTo>
                  <a:lnTo>
                    <a:pt x="3420543" y="343087"/>
                  </a:lnTo>
                  <a:lnTo>
                    <a:pt x="3421614" y="342338"/>
                  </a:lnTo>
                  <a:lnTo>
                    <a:pt x="3422686" y="341588"/>
                  </a:lnTo>
                  <a:lnTo>
                    <a:pt x="3423758" y="340838"/>
                  </a:lnTo>
                  <a:lnTo>
                    <a:pt x="3424829" y="340087"/>
                  </a:lnTo>
                  <a:lnTo>
                    <a:pt x="3425901" y="339335"/>
                  </a:lnTo>
                  <a:lnTo>
                    <a:pt x="3426972" y="338584"/>
                  </a:lnTo>
                  <a:lnTo>
                    <a:pt x="3428044" y="337831"/>
                  </a:lnTo>
                  <a:lnTo>
                    <a:pt x="3429116" y="337079"/>
                  </a:lnTo>
                  <a:lnTo>
                    <a:pt x="3430187" y="336325"/>
                  </a:lnTo>
                  <a:lnTo>
                    <a:pt x="3431259" y="335572"/>
                  </a:lnTo>
                  <a:lnTo>
                    <a:pt x="3432330" y="334817"/>
                  </a:lnTo>
                  <a:lnTo>
                    <a:pt x="3433402" y="334063"/>
                  </a:lnTo>
                  <a:lnTo>
                    <a:pt x="3434474" y="333308"/>
                  </a:lnTo>
                  <a:lnTo>
                    <a:pt x="3435545" y="332552"/>
                  </a:lnTo>
                  <a:lnTo>
                    <a:pt x="3436617" y="331796"/>
                  </a:lnTo>
                  <a:lnTo>
                    <a:pt x="3437688" y="331040"/>
                  </a:lnTo>
                  <a:lnTo>
                    <a:pt x="3438760" y="330283"/>
                  </a:lnTo>
                  <a:lnTo>
                    <a:pt x="3439832" y="329525"/>
                  </a:lnTo>
                  <a:lnTo>
                    <a:pt x="3440903" y="328767"/>
                  </a:lnTo>
                  <a:lnTo>
                    <a:pt x="3441975" y="328009"/>
                  </a:lnTo>
                  <a:lnTo>
                    <a:pt x="3443046" y="327250"/>
                  </a:lnTo>
                  <a:lnTo>
                    <a:pt x="3444118" y="326491"/>
                  </a:lnTo>
                  <a:lnTo>
                    <a:pt x="3445190" y="325731"/>
                  </a:lnTo>
                  <a:lnTo>
                    <a:pt x="3446261" y="324971"/>
                  </a:lnTo>
                  <a:lnTo>
                    <a:pt x="3447333" y="324210"/>
                  </a:lnTo>
                  <a:lnTo>
                    <a:pt x="3448404" y="323449"/>
                  </a:lnTo>
                  <a:lnTo>
                    <a:pt x="3449476" y="322687"/>
                  </a:lnTo>
                  <a:lnTo>
                    <a:pt x="3450548" y="321925"/>
                  </a:lnTo>
                  <a:lnTo>
                    <a:pt x="3451619" y="321162"/>
                  </a:lnTo>
                  <a:lnTo>
                    <a:pt x="3452691" y="320399"/>
                  </a:lnTo>
                  <a:lnTo>
                    <a:pt x="3453762" y="319636"/>
                  </a:lnTo>
                  <a:lnTo>
                    <a:pt x="3454834" y="318872"/>
                  </a:lnTo>
                  <a:lnTo>
                    <a:pt x="3455906" y="318107"/>
                  </a:lnTo>
                  <a:lnTo>
                    <a:pt x="3456977" y="317342"/>
                  </a:lnTo>
                  <a:lnTo>
                    <a:pt x="3458049" y="316577"/>
                  </a:lnTo>
                  <a:lnTo>
                    <a:pt x="3459120" y="315811"/>
                  </a:lnTo>
                  <a:lnTo>
                    <a:pt x="3460192" y="315045"/>
                  </a:lnTo>
                  <a:lnTo>
                    <a:pt x="3461264" y="314278"/>
                  </a:lnTo>
                  <a:lnTo>
                    <a:pt x="3462335" y="313511"/>
                  </a:lnTo>
                  <a:lnTo>
                    <a:pt x="3463407" y="312743"/>
                  </a:lnTo>
                  <a:lnTo>
                    <a:pt x="3464478" y="311975"/>
                  </a:lnTo>
                  <a:lnTo>
                    <a:pt x="3465550" y="311206"/>
                  </a:lnTo>
                  <a:lnTo>
                    <a:pt x="3466622" y="310437"/>
                  </a:lnTo>
                  <a:lnTo>
                    <a:pt x="3467693" y="309667"/>
                  </a:lnTo>
                  <a:lnTo>
                    <a:pt x="3468765" y="308897"/>
                  </a:lnTo>
                  <a:lnTo>
                    <a:pt x="3469836" y="308127"/>
                  </a:lnTo>
                  <a:lnTo>
                    <a:pt x="3470908" y="307356"/>
                  </a:lnTo>
                  <a:lnTo>
                    <a:pt x="3471980" y="306584"/>
                  </a:lnTo>
                  <a:lnTo>
                    <a:pt x="3473051" y="305812"/>
                  </a:lnTo>
                  <a:lnTo>
                    <a:pt x="3474123" y="305040"/>
                  </a:lnTo>
                  <a:lnTo>
                    <a:pt x="3475194" y="304267"/>
                  </a:lnTo>
                  <a:lnTo>
                    <a:pt x="3476266" y="303494"/>
                  </a:lnTo>
                  <a:lnTo>
                    <a:pt x="3477338" y="302720"/>
                  </a:lnTo>
                  <a:lnTo>
                    <a:pt x="3478409" y="301946"/>
                  </a:lnTo>
                  <a:lnTo>
                    <a:pt x="3479481" y="301171"/>
                  </a:lnTo>
                  <a:lnTo>
                    <a:pt x="3480552" y="300396"/>
                  </a:lnTo>
                  <a:lnTo>
                    <a:pt x="3481624" y="299620"/>
                  </a:lnTo>
                  <a:lnTo>
                    <a:pt x="3482696" y="298844"/>
                  </a:lnTo>
                  <a:lnTo>
                    <a:pt x="3483767" y="298067"/>
                  </a:lnTo>
                  <a:lnTo>
                    <a:pt x="3484839" y="297290"/>
                  </a:lnTo>
                  <a:lnTo>
                    <a:pt x="3485910" y="296513"/>
                  </a:lnTo>
                  <a:lnTo>
                    <a:pt x="3486982" y="295735"/>
                  </a:lnTo>
                  <a:lnTo>
                    <a:pt x="3488054" y="294956"/>
                  </a:lnTo>
                  <a:lnTo>
                    <a:pt x="3489125" y="294177"/>
                  </a:lnTo>
                  <a:lnTo>
                    <a:pt x="3490197" y="293398"/>
                  </a:lnTo>
                  <a:lnTo>
                    <a:pt x="3491268" y="292618"/>
                  </a:lnTo>
                  <a:lnTo>
                    <a:pt x="3492340" y="291838"/>
                  </a:lnTo>
                  <a:lnTo>
                    <a:pt x="3493412" y="291057"/>
                  </a:lnTo>
                  <a:lnTo>
                    <a:pt x="3494483" y="290276"/>
                  </a:lnTo>
                  <a:lnTo>
                    <a:pt x="3495555" y="289494"/>
                  </a:lnTo>
                  <a:lnTo>
                    <a:pt x="3496626" y="288712"/>
                  </a:lnTo>
                  <a:lnTo>
                    <a:pt x="3497698" y="287929"/>
                  </a:lnTo>
                  <a:lnTo>
                    <a:pt x="3498770" y="287146"/>
                  </a:lnTo>
                  <a:lnTo>
                    <a:pt x="3499841" y="286362"/>
                  </a:lnTo>
                  <a:lnTo>
                    <a:pt x="3500913" y="285578"/>
                  </a:lnTo>
                  <a:lnTo>
                    <a:pt x="3501984" y="284794"/>
                  </a:lnTo>
                  <a:lnTo>
                    <a:pt x="3503056" y="284009"/>
                  </a:lnTo>
                  <a:lnTo>
                    <a:pt x="3504128" y="283224"/>
                  </a:lnTo>
                  <a:lnTo>
                    <a:pt x="3505199" y="282438"/>
                  </a:lnTo>
                  <a:lnTo>
                    <a:pt x="3506271" y="281651"/>
                  </a:lnTo>
                  <a:lnTo>
                    <a:pt x="3507342" y="280865"/>
                  </a:lnTo>
                  <a:lnTo>
                    <a:pt x="3508414" y="280077"/>
                  </a:lnTo>
                  <a:lnTo>
                    <a:pt x="3509486" y="279290"/>
                  </a:lnTo>
                  <a:lnTo>
                    <a:pt x="3510557" y="278501"/>
                  </a:lnTo>
                  <a:lnTo>
                    <a:pt x="3511629" y="277713"/>
                  </a:lnTo>
                  <a:lnTo>
                    <a:pt x="3512700" y="276924"/>
                  </a:lnTo>
                  <a:lnTo>
                    <a:pt x="3513772" y="276134"/>
                  </a:lnTo>
                  <a:lnTo>
                    <a:pt x="3514844" y="275344"/>
                  </a:lnTo>
                  <a:lnTo>
                    <a:pt x="3515915" y="274553"/>
                  </a:lnTo>
                  <a:lnTo>
                    <a:pt x="3516987" y="273762"/>
                  </a:lnTo>
                  <a:lnTo>
                    <a:pt x="3518058" y="272971"/>
                  </a:lnTo>
                  <a:lnTo>
                    <a:pt x="3519130" y="272179"/>
                  </a:lnTo>
                  <a:lnTo>
                    <a:pt x="3520202" y="271387"/>
                  </a:lnTo>
                  <a:lnTo>
                    <a:pt x="3521273" y="270594"/>
                  </a:lnTo>
                  <a:lnTo>
                    <a:pt x="3522345" y="269801"/>
                  </a:lnTo>
                  <a:lnTo>
                    <a:pt x="3523416" y="269007"/>
                  </a:lnTo>
                  <a:lnTo>
                    <a:pt x="3524488" y="268213"/>
                  </a:lnTo>
                  <a:lnTo>
                    <a:pt x="3525560" y="267418"/>
                  </a:lnTo>
                  <a:lnTo>
                    <a:pt x="3526631" y="266623"/>
                  </a:lnTo>
                  <a:lnTo>
                    <a:pt x="3527703" y="265827"/>
                  </a:lnTo>
                  <a:lnTo>
                    <a:pt x="3528774" y="265031"/>
                  </a:lnTo>
                  <a:lnTo>
                    <a:pt x="3529846" y="264235"/>
                  </a:lnTo>
                  <a:lnTo>
                    <a:pt x="3530918" y="263438"/>
                  </a:lnTo>
                  <a:lnTo>
                    <a:pt x="3531989" y="262640"/>
                  </a:lnTo>
                  <a:lnTo>
                    <a:pt x="3533061" y="261842"/>
                  </a:lnTo>
                  <a:lnTo>
                    <a:pt x="3534132" y="261044"/>
                  </a:lnTo>
                  <a:lnTo>
                    <a:pt x="3535204" y="260245"/>
                  </a:lnTo>
                  <a:lnTo>
                    <a:pt x="3536276" y="259446"/>
                  </a:lnTo>
                  <a:lnTo>
                    <a:pt x="3537347" y="258646"/>
                  </a:lnTo>
                  <a:lnTo>
                    <a:pt x="3538419" y="257846"/>
                  </a:lnTo>
                  <a:lnTo>
                    <a:pt x="3539490" y="257045"/>
                  </a:lnTo>
                  <a:lnTo>
                    <a:pt x="3540562" y="256244"/>
                  </a:lnTo>
                  <a:lnTo>
                    <a:pt x="3541634" y="255442"/>
                  </a:lnTo>
                  <a:lnTo>
                    <a:pt x="3542705" y="254640"/>
                  </a:lnTo>
                  <a:lnTo>
                    <a:pt x="3543777" y="253838"/>
                  </a:lnTo>
                  <a:lnTo>
                    <a:pt x="3544848" y="253035"/>
                  </a:lnTo>
                  <a:lnTo>
                    <a:pt x="3545920" y="252231"/>
                  </a:lnTo>
                  <a:lnTo>
                    <a:pt x="3546992" y="251428"/>
                  </a:lnTo>
                  <a:lnTo>
                    <a:pt x="3548063" y="250623"/>
                  </a:lnTo>
                  <a:lnTo>
                    <a:pt x="3549135" y="249818"/>
                  </a:lnTo>
                  <a:lnTo>
                    <a:pt x="3550206" y="249013"/>
                  </a:lnTo>
                  <a:lnTo>
                    <a:pt x="3551278" y="248207"/>
                  </a:lnTo>
                  <a:lnTo>
                    <a:pt x="3552349" y="247401"/>
                  </a:lnTo>
                  <a:lnTo>
                    <a:pt x="3553421" y="246595"/>
                  </a:lnTo>
                  <a:lnTo>
                    <a:pt x="3554493" y="245787"/>
                  </a:lnTo>
                  <a:lnTo>
                    <a:pt x="3555564" y="244980"/>
                  </a:lnTo>
                  <a:lnTo>
                    <a:pt x="3556636" y="244172"/>
                  </a:lnTo>
                  <a:lnTo>
                    <a:pt x="3557707" y="243363"/>
                  </a:lnTo>
                  <a:lnTo>
                    <a:pt x="3558779" y="242554"/>
                  </a:lnTo>
                  <a:lnTo>
                    <a:pt x="3559851" y="241745"/>
                  </a:lnTo>
                  <a:lnTo>
                    <a:pt x="3560922" y="240935"/>
                  </a:lnTo>
                  <a:lnTo>
                    <a:pt x="3561994" y="240125"/>
                  </a:lnTo>
                  <a:lnTo>
                    <a:pt x="3563065" y="239314"/>
                  </a:lnTo>
                  <a:lnTo>
                    <a:pt x="3564137" y="238503"/>
                  </a:lnTo>
                  <a:lnTo>
                    <a:pt x="3565209" y="237691"/>
                  </a:lnTo>
                  <a:lnTo>
                    <a:pt x="3566280" y="236879"/>
                  </a:lnTo>
                  <a:lnTo>
                    <a:pt x="3567352" y="236066"/>
                  </a:lnTo>
                  <a:lnTo>
                    <a:pt x="3568423" y="235253"/>
                  </a:lnTo>
                  <a:lnTo>
                    <a:pt x="3569495" y="234439"/>
                  </a:lnTo>
                  <a:lnTo>
                    <a:pt x="3570567" y="233625"/>
                  </a:lnTo>
                  <a:lnTo>
                    <a:pt x="3571638" y="232811"/>
                  </a:lnTo>
                  <a:lnTo>
                    <a:pt x="3572710" y="231996"/>
                  </a:lnTo>
                  <a:lnTo>
                    <a:pt x="3573781" y="231181"/>
                  </a:lnTo>
                  <a:lnTo>
                    <a:pt x="3574853" y="230365"/>
                  </a:lnTo>
                  <a:lnTo>
                    <a:pt x="3575925" y="229549"/>
                  </a:lnTo>
                  <a:lnTo>
                    <a:pt x="3576996" y="228732"/>
                  </a:lnTo>
                  <a:lnTo>
                    <a:pt x="3578068" y="227915"/>
                  </a:lnTo>
                  <a:lnTo>
                    <a:pt x="3579139" y="227097"/>
                  </a:lnTo>
                  <a:lnTo>
                    <a:pt x="3580211" y="226279"/>
                  </a:lnTo>
                  <a:lnTo>
                    <a:pt x="3581283" y="225460"/>
                  </a:lnTo>
                  <a:lnTo>
                    <a:pt x="3582354" y="224641"/>
                  </a:lnTo>
                  <a:lnTo>
                    <a:pt x="3583426" y="223822"/>
                  </a:lnTo>
                  <a:lnTo>
                    <a:pt x="3584497" y="223002"/>
                  </a:lnTo>
                  <a:lnTo>
                    <a:pt x="3585569" y="222181"/>
                  </a:lnTo>
                  <a:lnTo>
                    <a:pt x="3586641" y="221360"/>
                  </a:lnTo>
                  <a:lnTo>
                    <a:pt x="3587712" y="220539"/>
                  </a:lnTo>
                  <a:lnTo>
                    <a:pt x="3588784" y="219717"/>
                  </a:lnTo>
                  <a:lnTo>
                    <a:pt x="3589855" y="218895"/>
                  </a:lnTo>
                  <a:lnTo>
                    <a:pt x="3590927" y="218072"/>
                  </a:lnTo>
                  <a:lnTo>
                    <a:pt x="3591999" y="217249"/>
                  </a:lnTo>
                  <a:lnTo>
                    <a:pt x="3593070" y="216425"/>
                  </a:lnTo>
                  <a:lnTo>
                    <a:pt x="3594142" y="215601"/>
                  </a:lnTo>
                  <a:lnTo>
                    <a:pt x="3595213" y="214777"/>
                  </a:lnTo>
                  <a:lnTo>
                    <a:pt x="3596285" y="213952"/>
                  </a:lnTo>
                  <a:lnTo>
                    <a:pt x="3597357" y="213126"/>
                  </a:lnTo>
                  <a:lnTo>
                    <a:pt x="3598428" y="212300"/>
                  </a:lnTo>
                  <a:lnTo>
                    <a:pt x="3599500" y="211474"/>
                  </a:lnTo>
                  <a:lnTo>
                    <a:pt x="3600571" y="210647"/>
                  </a:lnTo>
                  <a:lnTo>
                    <a:pt x="3601643" y="209820"/>
                  </a:lnTo>
                  <a:lnTo>
                    <a:pt x="3602715" y="208992"/>
                  </a:lnTo>
                  <a:lnTo>
                    <a:pt x="3603786" y="208164"/>
                  </a:lnTo>
                  <a:lnTo>
                    <a:pt x="3604858" y="207335"/>
                  </a:lnTo>
                  <a:lnTo>
                    <a:pt x="3605929" y="206506"/>
                  </a:lnTo>
                  <a:lnTo>
                    <a:pt x="3607001" y="205677"/>
                  </a:lnTo>
                  <a:lnTo>
                    <a:pt x="3608073" y="204847"/>
                  </a:lnTo>
                  <a:lnTo>
                    <a:pt x="3609144" y="204016"/>
                  </a:lnTo>
                  <a:lnTo>
                    <a:pt x="3610216" y="203185"/>
                  </a:lnTo>
                  <a:lnTo>
                    <a:pt x="3611287" y="202354"/>
                  </a:lnTo>
                  <a:lnTo>
                    <a:pt x="3612359" y="201522"/>
                  </a:lnTo>
                  <a:lnTo>
                    <a:pt x="3613431" y="200690"/>
                  </a:lnTo>
                  <a:lnTo>
                    <a:pt x="3614502" y="199857"/>
                  </a:lnTo>
                  <a:lnTo>
                    <a:pt x="3615574" y="199024"/>
                  </a:lnTo>
                  <a:lnTo>
                    <a:pt x="3616645" y="198190"/>
                  </a:lnTo>
                  <a:lnTo>
                    <a:pt x="3617717" y="197356"/>
                  </a:lnTo>
                  <a:lnTo>
                    <a:pt x="3618789" y="196521"/>
                  </a:lnTo>
                  <a:lnTo>
                    <a:pt x="3619860" y="195686"/>
                  </a:lnTo>
                  <a:lnTo>
                    <a:pt x="3620932" y="194851"/>
                  </a:lnTo>
                  <a:lnTo>
                    <a:pt x="3622003" y="194015"/>
                  </a:lnTo>
                  <a:lnTo>
                    <a:pt x="3623075" y="193178"/>
                  </a:lnTo>
                  <a:lnTo>
                    <a:pt x="3624147" y="192341"/>
                  </a:lnTo>
                  <a:lnTo>
                    <a:pt x="3625218" y="191504"/>
                  </a:lnTo>
                  <a:lnTo>
                    <a:pt x="3626290" y="190666"/>
                  </a:lnTo>
                  <a:lnTo>
                    <a:pt x="3627361" y="189828"/>
                  </a:lnTo>
                  <a:lnTo>
                    <a:pt x="3628433" y="188989"/>
                  </a:lnTo>
                  <a:lnTo>
                    <a:pt x="3629505" y="188150"/>
                  </a:lnTo>
                  <a:lnTo>
                    <a:pt x="3630576" y="187310"/>
                  </a:lnTo>
                  <a:lnTo>
                    <a:pt x="3631648" y="186470"/>
                  </a:lnTo>
                  <a:lnTo>
                    <a:pt x="3632719" y="185630"/>
                  </a:lnTo>
                  <a:lnTo>
                    <a:pt x="3633791" y="184789"/>
                  </a:lnTo>
                  <a:lnTo>
                    <a:pt x="3634863" y="183947"/>
                  </a:lnTo>
                  <a:lnTo>
                    <a:pt x="3635934" y="183106"/>
                  </a:lnTo>
                  <a:lnTo>
                    <a:pt x="3637006" y="182263"/>
                  </a:lnTo>
                  <a:lnTo>
                    <a:pt x="3638077" y="181420"/>
                  </a:lnTo>
                  <a:lnTo>
                    <a:pt x="3639149" y="180577"/>
                  </a:lnTo>
                  <a:lnTo>
                    <a:pt x="3640221" y="179733"/>
                  </a:lnTo>
                  <a:lnTo>
                    <a:pt x="3641292" y="178889"/>
                  </a:lnTo>
                  <a:lnTo>
                    <a:pt x="3642364" y="178045"/>
                  </a:lnTo>
                  <a:lnTo>
                    <a:pt x="3643435" y="177200"/>
                  </a:lnTo>
                  <a:lnTo>
                    <a:pt x="3644507" y="176354"/>
                  </a:lnTo>
                  <a:lnTo>
                    <a:pt x="3645579" y="175508"/>
                  </a:lnTo>
                  <a:lnTo>
                    <a:pt x="3646650" y="174662"/>
                  </a:lnTo>
                  <a:lnTo>
                    <a:pt x="3647722" y="173815"/>
                  </a:lnTo>
                  <a:lnTo>
                    <a:pt x="3648793" y="172967"/>
                  </a:lnTo>
                  <a:lnTo>
                    <a:pt x="3649865" y="172120"/>
                  </a:lnTo>
                  <a:lnTo>
                    <a:pt x="3650937" y="171271"/>
                  </a:lnTo>
                  <a:lnTo>
                    <a:pt x="3652008" y="170423"/>
                  </a:lnTo>
                  <a:lnTo>
                    <a:pt x="3653080" y="169573"/>
                  </a:lnTo>
                  <a:lnTo>
                    <a:pt x="3654151" y="168724"/>
                  </a:lnTo>
                  <a:lnTo>
                    <a:pt x="3655223" y="167874"/>
                  </a:lnTo>
                  <a:lnTo>
                    <a:pt x="3656295" y="167023"/>
                  </a:lnTo>
                  <a:lnTo>
                    <a:pt x="3657366" y="166172"/>
                  </a:lnTo>
                  <a:lnTo>
                    <a:pt x="3658438" y="165321"/>
                  </a:lnTo>
                  <a:lnTo>
                    <a:pt x="3659509" y="164469"/>
                  </a:lnTo>
                  <a:lnTo>
                    <a:pt x="3660581" y="163616"/>
                  </a:lnTo>
                  <a:lnTo>
                    <a:pt x="3661653" y="162764"/>
                  </a:lnTo>
                  <a:lnTo>
                    <a:pt x="3662724" y="161910"/>
                  </a:lnTo>
                  <a:lnTo>
                    <a:pt x="3663796" y="161057"/>
                  </a:lnTo>
                  <a:lnTo>
                    <a:pt x="3664867" y="160202"/>
                  </a:lnTo>
                  <a:lnTo>
                    <a:pt x="3665939" y="159348"/>
                  </a:lnTo>
                  <a:lnTo>
                    <a:pt x="3667011" y="158493"/>
                  </a:lnTo>
                  <a:lnTo>
                    <a:pt x="3668082" y="157637"/>
                  </a:lnTo>
                  <a:lnTo>
                    <a:pt x="3669154" y="156781"/>
                  </a:lnTo>
                  <a:lnTo>
                    <a:pt x="3670225" y="155925"/>
                  </a:lnTo>
                  <a:lnTo>
                    <a:pt x="3671297" y="155068"/>
                  </a:lnTo>
                  <a:lnTo>
                    <a:pt x="3672369" y="154211"/>
                  </a:lnTo>
                  <a:lnTo>
                    <a:pt x="3673440" y="153353"/>
                  </a:lnTo>
                  <a:lnTo>
                    <a:pt x="3674512" y="152494"/>
                  </a:lnTo>
                  <a:lnTo>
                    <a:pt x="3675583" y="151636"/>
                  </a:lnTo>
                  <a:lnTo>
                    <a:pt x="3676655" y="150777"/>
                  </a:lnTo>
                  <a:lnTo>
                    <a:pt x="3677727" y="149917"/>
                  </a:lnTo>
                  <a:lnTo>
                    <a:pt x="3678798" y="149057"/>
                  </a:lnTo>
                  <a:lnTo>
                    <a:pt x="3679870" y="148196"/>
                  </a:lnTo>
                  <a:lnTo>
                    <a:pt x="3680941" y="147335"/>
                  </a:lnTo>
                  <a:lnTo>
                    <a:pt x="3682013" y="146474"/>
                  </a:lnTo>
                  <a:lnTo>
                    <a:pt x="3683085" y="145612"/>
                  </a:lnTo>
                  <a:lnTo>
                    <a:pt x="3684156" y="144750"/>
                  </a:lnTo>
                  <a:lnTo>
                    <a:pt x="3685228" y="143887"/>
                  </a:lnTo>
                  <a:lnTo>
                    <a:pt x="3686299" y="143024"/>
                  </a:lnTo>
                  <a:lnTo>
                    <a:pt x="3687371" y="142160"/>
                  </a:lnTo>
                  <a:lnTo>
                    <a:pt x="3688443" y="141296"/>
                  </a:lnTo>
                  <a:lnTo>
                    <a:pt x="3689514" y="140431"/>
                  </a:lnTo>
                  <a:lnTo>
                    <a:pt x="3690586" y="139566"/>
                  </a:lnTo>
                  <a:lnTo>
                    <a:pt x="3691657" y="138700"/>
                  </a:lnTo>
                  <a:lnTo>
                    <a:pt x="3692729" y="137834"/>
                  </a:lnTo>
                  <a:lnTo>
                    <a:pt x="3693801" y="136968"/>
                  </a:lnTo>
                  <a:lnTo>
                    <a:pt x="3694872" y="136101"/>
                  </a:lnTo>
                  <a:lnTo>
                    <a:pt x="3695944" y="135234"/>
                  </a:lnTo>
                  <a:lnTo>
                    <a:pt x="3697015" y="134366"/>
                  </a:lnTo>
                  <a:lnTo>
                    <a:pt x="3698087" y="133498"/>
                  </a:lnTo>
                  <a:lnTo>
                    <a:pt x="3699159" y="132629"/>
                  </a:lnTo>
                  <a:lnTo>
                    <a:pt x="3700230" y="131760"/>
                  </a:lnTo>
                  <a:lnTo>
                    <a:pt x="3701302" y="130890"/>
                  </a:lnTo>
                  <a:lnTo>
                    <a:pt x="3702373" y="130020"/>
                  </a:lnTo>
                  <a:lnTo>
                    <a:pt x="3703445" y="129150"/>
                  </a:lnTo>
                  <a:lnTo>
                    <a:pt x="3704517" y="128279"/>
                  </a:lnTo>
                  <a:lnTo>
                    <a:pt x="3705588" y="127407"/>
                  </a:lnTo>
                  <a:lnTo>
                    <a:pt x="3706660" y="126535"/>
                  </a:lnTo>
                  <a:lnTo>
                    <a:pt x="3707731" y="125663"/>
                  </a:lnTo>
                  <a:lnTo>
                    <a:pt x="3708803" y="124790"/>
                  </a:lnTo>
                  <a:lnTo>
                    <a:pt x="3709875" y="123917"/>
                  </a:lnTo>
                  <a:lnTo>
                    <a:pt x="3710946" y="123043"/>
                  </a:lnTo>
                  <a:lnTo>
                    <a:pt x="3712018" y="122169"/>
                  </a:lnTo>
                  <a:lnTo>
                    <a:pt x="3713089" y="121295"/>
                  </a:lnTo>
                  <a:lnTo>
                    <a:pt x="3714161" y="120420"/>
                  </a:lnTo>
                  <a:lnTo>
                    <a:pt x="3715233" y="119544"/>
                  </a:lnTo>
                  <a:lnTo>
                    <a:pt x="3716304" y="118668"/>
                  </a:lnTo>
                  <a:lnTo>
                    <a:pt x="3717376" y="117792"/>
                  </a:lnTo>
                  <a:lnTo>
                    <a:pt x="3718447" y="116915"/>
                  </a:lnTo>
                  <a:lnTo>
                    <a:pt x="3719519" y="116037"/>
                  </a:lnTo>
                  <a:lnTo>
                    <a:pt x="3720591" y="115160"/>
                  </a:lnTo>
                  <a:lnTo>
                    <a:pt x="3721662" y="114281"/>
                  </a:lnTo>
                  <a:lnTo>
                    <a:pt x="3722734" y="113403"/>
                  </a:lnTo>
                  <a:lnTo>
                    <a:pt x="3723805" y="112524"/>
                  </a:lnTo>
                  <a:lnTo>
                    <a:pt x="3724877" y="111644"/>
                  </a:lnTo>
                  <a:lnTo>
                    <a:pt x="3725949" y="110764"/>
                  </a:lnTo>
                  <a:lnTo>
                    <a:pt x="3727020" y="109884"/>
                  </a:lnTo>
                  <a:lnTo>
                    <a:pt x="3728092" y="109003"/>
                  </a:lnTo>
                  <a:lnTo>
                    <a:pt x="3729163" y="108121"/>
                  </a:lnTo>
                  <a:lnTo>
                    <a:pt x="3730235" y="107239"/>
                  </a:lnTo>
                  <a:lnTo>
                    <a:pt x="3731306" y="106357"/>
                  </a:lnTo>
                  <a:lnTo>
                    <a:pt x="3732378" y="105474"/>
                  </a:lnTo>
                  <a:lnTo>
                    <a:pt x="3733450" y="104591"/>
                  </a:lnTo>
                  <a:lnTo>
                    <a:pt x="3734521" y="103707"/>
                  </a:lnTo>
                  <a:lnTo>
                    <a:pt x="3735593" y="102823"/>
                  </a:lnTo>
                  <a:lnTo>
                    <a:pt x="3736664" y="101939"/>
                  </a:lnTo>
                  <a:lnTo>
                    <a:pt x="3737736" y="101054"/>
                  </a:lnTo>
                  <a:lnTo>
                    <a:pt x="3738808" y="100168"/>
                  </a:lnTo>
                  <a:lnTo>
                    <a:pt x="3739879" y="99282"/>
                  </a:lnTo>
                  <a:lnTo>
                    <a:pt x="3740951" y="98396"/>
                  </a:lnTo>
                  <a:lnTo>
                    <a:pt x="3742022" y="97509"/>
                  </a:lnTo>
                  <a:lnTo>
                    <a:pt x="3743094" y="96622"/>
                  </a:lnTo>
                  <a:lnTo>
                    <a:pt x="3744166" y="95734"/>
                  </a:lnTo>
                  <a:lnTo>
                    <a:pt x="3745237" y="94846"/>
                  </a:lnTo>
                  <a:lnTo>
                    <a:pt x="3746309" y="93957"/>
                  </a:lnTo>
                  <a:lnTo>
                    <a:pt x="3747380" y="93068"/>
                  </a:lnTo>
                  <a:lnTo>
                    <a:pt x="3748452" y="92179"/>
                  </a:lnTo>
                  <a:lnTo>
                    <a:pt x="3749524" y="91289"/>
                  </a:lnTo>
                  <a:lnTo>
                    <a:pt x="3750595" y="90398"/>
                  </a:lnTo>
                  <a:lnTo>
                    <a:pt x="3751667" y="89507"/>
                  </a:lnTo>
                  <a:lnTo>
                    <a:pt x="3752738" y="88616"/>
                  </a:lnTo>
                  <a:lnTo>
                    <a:pt x="3753810" y="87724"/>
                  </a:lnTo>
                  <a:lnTo>
                    <a:pt x="3754882" y="86832"/>
                  </a:lnTo>
                  <a:lnTo>
                    <a:pt x="3755953" y="85939"/>
                  </a:lnTo>
                  <a:lnTo>
                    <a:pt x="3757025" y="85046"/>
                  </a:lnTo>
                  <a:lnTo>
                    <a:pt x="3758096" y="84152"/>
                  </a:lnTo>
                  <a:lnTo>
                    <a:pt x="3759168" y="83258"/>
                  </a:lnTo>
                  <a:lnTo>
                    <a:pt x="3760240" y="82364"/>
                  </a:lnTo>
                  <a:lnTo>
                    <a:pt x="3761311" y="81469"/>
                  </a:lnTo>
                  <a:lnTo>
                    <a:pt x="3762383" y="80573"/>
                  </a:lnTo>
                  <a:lnTo>
                    <a:pt x="3763454" y="79677"/>
                  </a:lnTo>
                  <a:lnTo>
                    <a:pt x="3764526" y="78781"/>
                  </a:lnTo>
                  <a:lnTo>
                    <a:pt x="3765598" y="77884"/>
                  </a:lnTo>
                  <a:lnTo>
                    <a:pt x="3766669" y="76987"/>
                  </a:lnTo>
                  <a:lnTo>
                    <a:pt x="3767741" y="76089"/>
                  </a:lnTo>
                  <a:lnTo>
                    <a:pt x="3768812" y="75191"/>
                  </a:lnTo>
                  <a:lnTo>
                    <a:pt x="3769884" y="74292"/>
                  </a:lnTo>
                  <a:lnTo>
                    <a:pt x="3770956" y="73393"/>
                  </a:lnTo>
                  <a:lnTo>
                    <a:pt x="3772027" y="72494"/>
                  </a:lnTo>
                  <a:lnTo>
                    <a:pt x="3773099" y="71594"/>
                  </a:lnTo>
                  <a:lnTo>
                    <a:pt x="3774170" y="70693"/>
                  </a:lnTo>
                  <a:lnTo>
                    <a:pt x="3775242" y="69792"/>
                  </a:lnTo>
                  <a:lnTo>
                    <a:pt x="3776314" y="68891"/>
                  </a:lnTo>
                  <a:lnTo>
                    <a:pt x="3777385" y="67989"/>
                  </a:lnTo>
                  <a:lnTo>
                    <a:pt x="3778457" y="67087"/>
                  </a:lnTo>
                  <a:lnTo>
                    <a:pt x="3779528" y="66184"/>
                  </a:lnTo>
                  <a:lnTo>
                    <a:pt x="3780600" y="65281"/>
                  </a:lnTo>
                  <a:lnTo>
                    <a:pt x="3781672" y="64378"/>
                  </a:lnTo>
                  <a:lnTo>
                    <a:pt x="3782743" y="63474"/>
                  </a:lnTo>
                  <a:lnTo>
                    <a:pt x="3783815" y="62569"/>
                  </a:lnTo>
                  <a:lnTo>
                    <a:pt x="3784886" y="61664"/>
                  </a:lnTo>
                  <a:lnTo>
                    <a:pt x="3785958" y="60759"/>
                  </a:lnTo>
                  <a:lnTo>
                    <a:pt x="3787030" y="59853"/>
                  </a:lnTo>
                  <a:lnTo>
                    <a:pt x="3788101" y="58947"/>
                  </a:lnTo>
                  <a:lnTo>
                    <a:pt x="3789173" y="58040"/>
                  </a:lnTo>
                  <a:lnTo>
                    <a:pt x="3790244" y="57133"/>
                  </a:lnTo>
                  <a:lnTo>
                    <a:pt x="3791316" y="56225"/>
                  </a:lnTo>
                  <a:lnTo>
                    <a:pt x="3792388" y="55317"/>
                  </a:lnTo>
                  <a:lnTo>
                    <a:pt x="3793459" y="54408"/>
                  </a:lnTo>
                  <a:lnTo>
                    <a:pt x="3794531" y="53499"/>
                  </a:lnTo>
                  <a:lnTo>
                    <a:pt x="3795602" y="52590"/>
                  </a:lnTo>
                  <a:lnTo>
                    <a:pt x="3796674" y="51680"/>
                  </a:lnTo>
                  <a:lnTo>
                    <a:pt x="3797746" y="50769"/>
                  </a:lnTo>
                  <a:lnTo>
                    <a:pt x="3798817" y="49859"/>
                  </a:lnTo>
                  <a:lnTo>
                    <a:pt x="3799889" y="48947"/>
                  </a:lnTo>
                  <a:lnTo>
                    <a:pt x="3800960" y="48035"/>
                  </a:lnTo>
                  <a:lnTo>
                    <a:pt x="3802032" y="47123"/>
                  </a:lnTo>
                  <a:lnTo>
                    <a:pt x="3803104" y="46211"/>
                  </a:lnTo>
                  <a:lnTo>
                    <a:pt x="3804175" y="45298"/>
                  </a:lnTo>
                  <a:lnTo>
                    <a:pt x="3805247" y="44384"/>
                  </a:lnTo>
                  <a:lnTo>
                    <a:pt x="3806318" y="43470"/>
                  </a:lnTo>
                  <a:lnTo>
                    <a:pt x="3807390" y="42555"/>
                  </a:lnTo>
                  <a:lnTo>
                    <a:pt x="3808462" y="41641"/>
                  </a:lnTo>
                  <a:lnTo>
                    <a:pt x="3809533" y="40725"/>
                  </a:lnTo>
                  <a:lnTo>
                    <a:pt x="3810605" y="39809"/>
                  </a:lnTo>
                  <a:lnTo>
                    <a:pt x="3811676" y="38893"/>
                  </a:lnTo>
                  <a:lnTo>
                    <a:pt x="3812748" y="37976"/>
                  </a:lnTo>
                  <a:lnTo>
                    <a:pt x="3813820" y="37059"/>
                  </a:lnTo>
                  <a:lnTo>
                    <a:pt x="3814891" y="36141"/>
                  </a:lnTo>
                  <a:lnTo>
                    <a:pt x="3815963" y="35223"/>
                  </a:lnTo>
                  <a:lnTo>
                    <a:pt x="3817034" y="34305"/>
                  </a:lnTo>
                  <a:lnTo>
                    <a:pt x="3818106" y="33386"/>
                  </a:lnTo>
                  <a:lnTo>
                    <a:pt x="3819178" y="32466"/>
                  </a:lnTo>
                  <a:lnTo>
                    <a:pt x="3820249" y="31546"/>
                  </a:lnTo>
                  <a:lnTo>
                    <a:pt x="3821321" y="30626"/>
                  </a:lnTo>
                  <a:lnTo>
                    <a:pt x="3822392" y="29705"/>
                  </a:lnTo>
                  <a:lnTo>
                    <a:pt x="3823464" y="28784"/>
                  </a:lnTo>
                  <a:lnTo>
                    <a:pt x="3824536" y="27862"/>
                  </a:lnTo>
                  <a:lnTo>
                    <a:pt x="3825607" y="26940"/>
                  </a:lnTo>
                  <a:lnTo>
                    <a:pt x="3826679" y="26017"/>
                  </a:lnTo>
                  <a:lnTo>
                    <a:pt x="3827750" y="25094"/>
                  </a:lnTo>
                  <a:lnTo>
                    <a:pt x="3828822" y="24171"/>
                  </a:lnTo>
                  <a:lnTo>
                    <a:pt x="3829894" y="23247"/>
                  </a:lnTo>
                  <a:lnTo>
                    <a:pt x="3830965" y="22322"/>
                  </a:lnTo>
                  <a:lnTo>
                    <a:pt x="3832037" y="21397"/>
                  </a:lnTo>
                  <a:lnTo>
                    <a:pt x="3833108" y="20472"/>
                  </a:lnTo>
                  <a:lnTo>
                    <a:pt x="3834180" y="19546"/>
                  </a:lnTo>
                  <a:lnTo>
                    <a:pt x="3835252" y="18620"/>
                  </a:lnTo>
                  <a:lnTo>
                    <a:pt x="3836323" y="17693"/>
                  </a:lnTo>
                  <a:lnTo>
                    <a:pt x="3837395" y="16766"/>
                  </a:lnTo>
                  <a:lnTo>
                    <a:pt x="3838466" y="15839"/>
                  </a:lnTo>
                  <a:lnTo>
                    <a:pt x="3839538" y="14910"/>
                  </a:lnTo>
                  <a:lnTo>
                    <a:pt x="3840610" y="13982"/>
                  </a:lnTo>
                  <a:lnTo>
                    <a:pt x="3841681" y="13053"/>
                  </a:lnTo>
                  <a:lnTo>
                    <a:pt x="3842753" y="12124"/>
                  </a:lnTo>
                  <a:lnTo>
                    <a:pt x="3843824" y="11194"/>
                  </a:lnTo>
                  <a:lnTo>
                    <a:pt x="3844896" y="10263"/>
                  </a:lnTo>
                  <a:lnTo>
                    <a:pt x="3845968" y="9332"/>
                  </a:lnTo>
                  <a:lnTo>
                    <a:pt x="3847039" y="8401"/>
                  </a:lnTo>
                  <a:lnTo>
                    <a:pt x="3848111" y="7470"/>
                  </a:lnTo>
                  <a:lnTo>
                    <a:pt x="3849182" y="6537"/>
                  </a:lnTo>
                  <a:lnTo>
                    <a:pt x="3850254" y="5605"/>
                  </a:lnTo>
                  <a:lnTo>
                    <a:pt x="3851326" y="4672"/>
                  </a:lnTo>
                  <a:lnTo>
                    <a:pt x="3852397" y="3738"/>
                  </a:lnTo>
                  <a:lnTo>
                    <a:pt x="3853469" y="2804"/>
                  </a:lnTo>
                  <a:lnTo>
                    <a:pt x="3854540" y="1870"/>
                  </a:lnTo>
                  <a:lnTo>
                    <a:pt x="3855612" y="93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684231" y="4314570"/>
              <a:ext cx="3856684" cy="1325429"/>
            </a:xfrm>
            <a:custGeom>
              <a:avLst/>
              <a:gdLst/>
              <a:ahLst/>
              <a:cxnLst/>
              <a:rect l="0" t="0" r="0" b="0"/>
              <a:pathLst>
                <a:path w="3856684" h="1325429">
                  <a:moveTo>
                    <a:pt x="3856684" y="0"/>
                  </a:moveTo>
                  <a:lnTo>
                    <a:pt x="3855612" y="351"/>
                  </a:lnTo>
                  <a:lnTo>
                    <a:pt x="3854540" y="702"/>
                  </a:lnTo>
                  <a:lnTo>
                    <a:pt x="3853469" y="1053"/>
                  </a:lnTo>
                  <a:lnTo>
                    <a:pt x="3852397" y="1404"/>
                  </a:lnTo>
                  <a:lnTo>
                    <a:pt x="3851326" y="1755"/>
                  </a:lnTo>
                  <a:lnTo>
                    <a:pt x="3850254" y="2106"/>
                  </a:lnTo>
                  <a:lnTo>
                    <a:pt x="3849182" y="2457"/>
                  </a:lnTo>
                  <a:lnTo>
                    <a:pt x="3848111" y="2809"/>
                  </a:lnTo>
                  <a:lnTo>
                    <a:pt x="3847039" y="3160"/>
                  </a:lnTo>
                  <a:lnTo>
                    <a:pt x="3845968" y="3511"/>
                  </a:lnTo>
                  <a:lnTo>
                    <a:pt x="3844896" y="3862"/>
                  </a:lnTo>
                  <a:lnTo>
                    <a:pt x="3843824" y="4214"/>
                  </a:lnTo>
                  <a:lnTo>
                    <a:pt x="3842753" y="4565"/>
                  </a:lnTo>
                  <a:lnTo>
                    <a:pt x="3841681" y="4916"/>
                  </a:lnTo>
                  <a:lnTo>
                    <a:pt x="3840610" y="5267"/>
                  </a:lnTo>
                  <a:lnTo>
                    <a:pt x="3839538" y="5619"/>
                  </a:lnTo>
                  <a:lnTo>
                    <a:pt x="3838466" y="5970"/>
                  </a:lnTo>
                  <a:lnTo>
                    <a:pt x="3837395" y="6321"/>
                  </a:lnTo>
                  <a:lnTo>
                    <a:pt x="3836323" y="6673"/>
                  </a:lnTo>
                  <a:lnTo>
                    <a:pt x="3835252" y="7024"/>
                  </a:lnTo>
                  <a:lnTo>
                    <a:pt x="3834180" y="7376"/>
                  </a:lnTo>
                  <a:lnTo>
                    <a:pt x="3833108" y="7727"/>
                  </a:lnTo>
                  <a:lnTo>
                    <a:pt x="3832037" y="8079"/>
                  </a:lnTo>
                  <a:lnTo>
                    <a:pt x="3830965" y="8430"/>
                  </a:lnTo>
                  <a:lnTo>
                    <a:pt x="3829894" y="8782"/>
                  </a:lnTo>
                  <a:lnTo>
                    <a:pt x="3828822" y="9133"/>
                  </a:lnTo>
                  <a:lnTo>
                    <a:pt x="3827750" y="9485"/>
                  </a:lnTo>
                  <a:lnTo>
                    <a:pt x="3826679" y="9836"/>
                  </a:lnTo>
                  <a:lnTo>
                    <a:pt x="3825607" y="10188"/>
                  </a:lnTo>
                  <a:lnTo>
                    <a:pt x="3824536" y="10540"/>
                  </a:lnTo>
                  <a:lnTo>
                    <a:pt x="3823464" y="10891"/>
                  </a:lnTo>
                  <a:lnTo>
                    <a:pt x="3822392" y="11243"/>
                  </a:lnTo>
                  <a:lnTo>
                    <a:pt x="3821321" y="11594"/>
                  </a:lnTo>
                  <a:lnTo>
                    <a:pt x="3820249" y="11946"/>
                  </a:lnTo>
                  <a:lnTo>
                    <a:pt x="3819178" y="12298"/>
                  </a:lnTo>
                  <a:lnTo>
                    <a:pt x="3818106" y="12650"/>
                  </a:lnTo>
                  <a:lnTo>
                    <a:pt x="3817034" y="13001"/>
                  </a:lnTo>
                  <a:lnTo>
                    <a:pt x="3815963" y="13353"/>
                  </a:lnTo>
                  <a:lnTo>
                    <a:pt x="3814891" y="13705"/>
                  </a:lnTo>
                  <a:lnTo>
                    <a:pt x="3813820" y="14057"/>
                  </a:lnTo>
                  <a:lnTo>
                    <a:pt x="3812748" y="14409"/>
                  </a:lnTo>
                  <a:lnTo>
                    <a:pt x="3811676" y="14761"/>
                  </a:lnTo>
                  <a:lnTo>
                    <a:pt x="3810605" y="15112"/>
                  </a:lnTo>
                  <a:lnTo>
                    <a:pt x="3809533" y="15464"/>
                  </a:lnTo>
                  <a:lnTo>
                    <a:pt x="3808462" y="15816"/>
                  </a:lnTo>
                  <a:lnTo>
                    <a:pt x="3807390" y="16168"/>
                  </a:lnTo>
                  <a:lnTo>
                    <a:pt x="3806318" y="16520"/>
                  </a:lnTo>
                  <a:lnTo>
                    <a:pt x="3805247" y="16872"/>
                  </a:lnTo>
                  <a:lnTo>
                    <a:pt x="3804175" y="17224"/>
                  </a:lnTo>
                  <a:lnTo>
                    <a:pt x="3803104" y="17576"/>
                  </a:lnTo>
                  <a:lnTo>
                    <a:pt x="3802032" y="17928"/>
                  </a:lnTo>
                  <a:lnTo>
                    <a:pt x="3800960" y="18280"/>
                  </a:lnTo>
                  <a:lnTo>
                    <a:pt x="3799889" y="18633"/>
                  </a:lnTo>
                  <a:lnTo>
                    <a:pt x="3798817" y="18985"/>
                  </a:lnTo>
                  <a:lnTo>
                    <a:pt x="3797746" y="19337"/>
                  </a:lnTo>
                  <a:lnTo>
                    <a:pt x="3796674" y="19689"/>
                  </a:lnTo>
                  <a:lnTo>
                    <a:pt x="3795602" y="20041"/>
                  </a:lnTo>
                  <a:lnTo>
                    <a:pt x="3794531" y="20394"/>
                  </a:lnTo>
                  <a:lnTo>
                    <a:pt x="3793459" y="20746"/>
                  </a:lnTo>
                  <a:lnTo>
                    <a:pt x="3792388" y="21098"/>
                  </a:lnTo>
                  <a:lnTo>
                    <a:pt x="3791316" y="21450"/>
                  </a:lnTo>
                  <a:lnTo>
                    <a:pt x="3790244" y="21803"/>
                  </a:lnTo>
                  <a:lnTo>
                    <a:pt x="3789173" y="22155"/>
                  </a:lnTo>
                  <a:lnTo>
                    <a:pt x="3788101" y="22508"/>
                  </a:lnTo>
                  <a:lnTo>
                    <a:pt x="3787030" y="22860"/>
                  </a:lnTo>
                  <a:lnTo>
                    <a:pt x="3785958" y="23212"/>
                  </a:lnTo>
                  <a:lnTo>
                    <a:pt x="3784886" y="23565"/>
                  </a:lnTo>
                  <a:lnTo>
                    <a:pt x="3783815" y="23917"/>
                  </a:lnTo>
                  <a:lnTo>
                    <a:pt x="3782743" y="24270"/>
                  </a:lnTo>
                  <a:lnTo>
                    <a:pt x="3781672" y="24622"/>
                  </a:lnTo>
                  <a:lnTo>
                    <a:pt x="3780600" y="24975"/>
                  </a:lnTo>
                  <a:lnTo>
                    <a:pt x="3779528" y="25328"/>
                  </a:lnTo>
                  <a:lnTo>
                    <a:pt x="3778457" y="25680"/>
                  </a:lnTo>
                  <a:lnTo>
                    <a:pt x="3777385" y="26033"/>
                  </a:lnTo>
                  <a:lnTo>
                    <a:pt x="3776314" y="26386"/>
                  </a:lnTo>
                  <a:lnTo>
                    <a:pt x="3775242" y="26738"/>
                  </a:lnTo>
                  <a:lnTo>
                    <a:pt x="3774170" y="27091"/>
                  </a:lnTo>
                  <a:lnTo>
                    <a:pt x="3773099" y="27444"/>
                  </a:lnTo>
                  <a:lnTo>
                    <a:pt x="3772027" y="27797"/>
                  </a:lnTo>
                  <a:lnTo>
                    <a:pt x="3770956" y="28149"/>
                  </a:lnTo>
                  <a:lnTo>
                    <a:pt x="3769884" y="28502"/>
                  </a:lnTo>
                  <a:lnTo>
                    <a:pt x="3768812" y="28855"/>
                  </a:lnTo>
                  <a:lnTo>
                    <a:pt x="3767741" y="29208"/>
                  </a:lnTo>
                  <a:lnTo>
                    <a:pt x="3766669" y="29561"/>
                  </a:lnTo>
                  <a:lnTo>
                    <a:pt x="3765598" y="29914"/>
                  </a:lnTo>
                  <a:lnTo>
                    <a:pt x="3764526" y="30267"/>
                  </a:lnTo>
                  <a:lnTo>
                    <a:pt x="3763454" y="30620"/>
                  </a:lnTo>
                  <a:lnTo>
                    <a:pt x="3762383" y="30973"/>
                  </a:lnTo>
                  <a:lnTo>
                    <a:pt x="3761311" y="31326"/>
                  </a:lnTo>
                  <a:lnTo>
                    <a:pt x="3760240" y="31679"/>
                  </a:lnTo>
                  <a:lnTo>
                    <a:pt x="3759168" y="32032"/>
                  </a:lnTo>
                  <a:lnTo>
                    <a:pt x="3758096" y="32386"/>
                  </a:lnTo>
                  <a:lnTo>
                    <a:pt x="3757025" y="32739"/>
                  </a:lnTo>
                  <a:lnTo>
                    <a:pt x="3755953" y="33092"/>
                  </a:lnTo>
                  <a:lnTo>
                    <a:pt x="3754882" y="33445"/>
                  </a:lnTo>
                  <a:lnTo>
                    <a:pt x="3753810" y="33799"/>
                  </a:lnTo>
                  <a:lnTo>
                    <a:pt x="3752738" y="34152"/>
                  </a:lnTo>
                  <a:lnTo>
                    <a:pt x="3751667" y="34505"/>
                  </a:lnTo>
                  <a:lnTo>
                    <a:pt x="3750595" y="34859"/>
                  </a:lnTo>
                  <a:lnTo>
                    <a:pt x="3749524" y="35212"/>
                  </a:lnTo>
                  <a:lnTo>
                    <a:pt x="3748452" y="35566"/>
                  </a:lnTo>
                  <a:lnTo>
                    <a:pt x="3747380" y="35919"/>
                  </a:lnTo>
                  <a:lnTo>
                    <a:pt x="3746309" y="36273"/>
                  </a:lnTo>
                  <a:lnTo>
                    <a:pt x="3745237" y="36626"/>
                  </a:lnTo>
                  <a:lnTo>
                    <a:pt x="3744166" y="36980"/>
                  </a:lnTo>
                  <a:lnTo>
                    <a:pt x="3743094" y="37333"/>
                  </a:lnTo>
                  <a:lnTo>
                    <a:pt x="3742022" y="37687"/>
                  </a:lnTo>
                  <a:lnTo>
                    <a:pt x="3740951" y="38041"/>
                  </a:lnTo>
                  <a:lnTo>
                    <a:pt x="3739879" y="38394"/>
                  </a:lnTo>
                  <a:lnTo>
                    <a:pt x="3738808" y="38748"/>
                  </a:lnTo>
                  <a:lnTo>
                    <a:pt x="3737736" y="39102"/>
                  </a:lnTo>
                  <a:lnTo>
                    <a:pt x="3736664" y="39456"/>
                  </a:lnTo>
                  <a:lnTo>
                    <a:pt x="3735593" y="39809"/>
                  </a:lnTo>
                  <a:lnTo>
                    <a:pt x="3734521" y="40163"/>
                  </a:lnTo>
                  <a:lnTo>
                    <a:pt x="3733450" y="40517"/>
                  </a:lnTo>
                  <a:lnTo>
                    <a:pt x="3732378" y="40871"/>
                  </a:lnTo>
                  <a:lnTo>
                    <a:pt x="3731306" y="41225"/>
                  </a:lnTo>
                  <a:lnTo>
                    <a:pt x="3730235" y="41579"/>
                  </a:lnTo>
                  <a:lnTo>
                    <a:pt x="3729163" y="41933"/>
                  </a:lnTo>
                  <a:lnTo>
                    <a:pt x="3728092" y="42287"/>
                  </a:lnTo>
                  <a:lnTo>
                    <a:pt x="3727020" y="42641"/>
                  </a:lnTo>
                  <a:lnTo>
                    <a:pt x="3725949" y="42995"/>
                  </a:lnTo>
                  <a:lnTo>
                    <a:pt x="3724877" y="43350"/>
                  </a:lnTo>
                  <a:lnTo>
                    <a:pt x="3723805" y="43704"/>
                  </a:lnTo>
                  <a:lnTo>
                    <a:pt x="3722734" y="44058"/>
                  </a:lnTo>
                  <a:lnTo>
                    <a:pt x="3721662" y="44412"/>
                  </a:lnTo>
                  <a:lnTo>
                    <a:pt x="3720591" y="44767"/>
                  </a:lnTo>
                  <a:lnTo>
                    <a:pt x="3719519" y="45121"/>
                  </a:lnTo>
                  <a:lnTo>
                    <a:pt x="3718447" y="45475"/>
                  </a:lnTo>
                  <a:lnTo>
                    <a:pt x="3717376" y="45830"/>
                  </a:lnTo>
                  <a:lnTo>
                    <a:pt x="3716304" y="46184"/>
                  </a:lnTo>
                  <a:lnTo>
                    <a:pt x="3715233" y="46539"/>
                  </a:lnTo>
                  <a:lnTo>
                    <a:pt x="3714161" y="46893"/>
                  </a:lnTo>
                  <a:lnTo>
                    <a:pt x="3713089" y="47248"/>
                  </a:lnTo>
                  <a:lnTo>
                    <a:pt x="3712018" y="47602"/>
                  </a:lnTo>
                  <a:lnTo>
                    <a:pt x="3710946" y="47957"/>
                  </a:lnTo>
                  <a:lnTo>
                    <a:pt x="3709875" y="48312"/>
                  </a:lnTo>
                  <a:lnTo>
                    <a:pt x="3708803" y="48666"/>
                  </a:lnTo>
                  <a:lnTo>
                    <a:pt x="3707731" y="49021"/>
                  </a:lnTo>
                  <a:lnTo>
                    <a:pt x="3706660" y="49376"/>
                  </a:lnTo>
                  <a:lnTo>
                    <a:pt x="3705588" y="49731"/>
                  </a:lnTo>
                  <a:lnTo>
                    <a:pt x="3704517" y="50086"/>
                  </a:lnTo>
                  <a:lnTo>
                    <a:pt x="3703445" y="50441"/>
                  </a:lnTo>
                  <a:lnTo>
                    <a:pt x="3702373" y="50796"/>
                  </a:lnTo>
                  <a:lnTo>
                    <a:pt x="3701302" y="51151"/>
                  </a:lnTo>
                  <a:lnTo>
                    <a:pt x="3700230" y="51506"/>
                  </a:lnTo>
                  <a:lnTo>
                    <a:pt x="3699159" y="51861"/>
                  </a:lnTo>
                  <a:lnTo>
                    <a:pt x="3698087" y="52216"/>
                  </a:lnTo>
                  <a:lnTo>
                    <a:pt x="3697015" y="52571"/>
                  </a:lnTo>
                  <a:lnTo>
                    <a:pt x="3695944" y="52926"/>
                  </a:lnTo>
                  <a:lnTo>
                    <a:pt x="3694872" y="53281"/>
                  </a:lnTo>
                  <a:lnTo>
                    <a:pt x="3693801" y="53637"/>
                  </a:lnTo>
                  <a:lnTo>
                    <a:pt x="3692729" y="53992"/>
                  </a:lnTo>
                  <a:lnTo>
                    <a:pt x="3691657" y="54347"/>
                  </a:lnTo>
                  <a:lnTo>
                    <a:pt x="3690586" y="54703"/>
                  </a:lnTo>
                  <a:lnTo>
                    <a:pt x="3689514" y="55058"/>
                  </a:lnTo>
                  <a:lnTo>
                    <a:pt x="3688443" y="55413"/>
                  </a:lnTo>
                  <a:lnTo>
                    <a:pt x="3687371" y="55769"/>
                  </a:lnTo>
                  <a:lnTo>
                    <a:pt x="3686299" y="56125"/>
                  </a:lnTo>
                  <a:lnTo>
                    <a:pt x="3685228" y="56480"/>
                  </a:lnTo>
                  <a:lnTo>
                    <a:pt x="3684156" y="56836"/>
                  </a:lnTo>
                  <a:lnTo>
                    <a:pt x="3683085" y="57191"/>
                  </a:lnTo>
                  <a:lnTo>
                    <a:pt x="3682013" y="57547"/>
                  </a:lnTo>
                  <a:lnTo>
                    <a:pt x="3680941" y="57903"/>
                  </a:lnTo>
                  <a:lnTo>
                    <a:pt x="3679870" y="58259"/>
                  </a:lnTo>
                  <a:lnTo>
                    <a:pt x="3678798" y="58614"/>
                  </a:lnTo>
                  <a:lnTo>
                    <a:pt x="3677727" y="58970"/>
                  </a:lnTo>
                  <a:lnTo>
                    <a:pt x="3676655" y="59326"/>
                  </a:lnTo>
                  <a:lnTo>
                    <a:pt x="3675583" y="59682"/>
                  </a:lnTo>
                  <a:lnTo>
                    <a:pt x="3674512" y="60038"/>
                  </a:lnTo>
                  <a:lnTo>
                    <a:pt x="3673440" y="60394"/>
                  </a:lnTo>
                  <a:lnTo>
                    <a:pt x="3672369" y="60750"/>
                  </a:lnTo>
                  <a:lnTo>
                    <a:pt x="3671297" y="61107"/>
                  </a:lnTo>
                  <a:lnTo>
                    <a:pt x="3670225" y="61463"/>
                  </a:lnTo>
                  <a:lnTo>
                    <a:pt x="3669154" y="61819"/>
                  </a:lnTo>
                  <a:lnTo>
                    <a:pt x="3668082" y="62175"/>
                  </a:lnTo>
                  <a:lnTo>
                    <a:pt x="3667011" y="62532"/>
                  </a:lnTo>
                  <a:lnTo>
                    <a:pt x="3665939" y="62888"/>
                  </a:lnTo>
                  <a:lnTo>
                    <a:pt x="3664867" y="63244"/>
                  </a:lnTo>
                  <a:lnTo>
                    <a:pt x="3663796" y="63601"/>
                  </a:lnTo>
                  <a:lnTo>
                    <a:pt x="3662724" y="63957"/>
                  </a:lnTo>
                  <a:lnTo>
                    <a:pt x="3661653" y="64314"/>
                  </a:lnTo>
                  <a:lnTo>
                    <a:pt x="3660581" y="64670"/>
                  </a:lnTo>
                  <a:lnTo>
                    <a:pt x="3659509" y="65027"/>
                  </a:lnTo>
                  <a:lnTo>
                    <a:pt x="3658438" y="65384"/>
                  </a:lnTo>
                  <a:lnTo>
                    <a:pt x="3657366" y="65740"/>
                  </a:lnTo>
                  <a:lnTo>
                    <a:pt x="3656295" y="66097"/>
                  </a:lnTo>
                  <a:lnTo>
                    <a:pt x="3655223" y="66454"/>
                  </a:lnTo>
                  <a:lnTo>
                    <a:pt x="3654151" y="66811"/>
                  </a:lnTo>
                  <a:lnTo>
                    <a:pt x="3653080" y="67168"/>
                  </a:lnTo>
                  <a:lnTo>
                    <a:pt x="3652008" y="67525"/>
                  </a:lnTo>
                  <a:lnTo>
                    <a:pt x="3650937" y="67882"/>
                  </a:lnTo>
                  <a:lnTo>
                    <a:pt x="3649865" y="68239"/>
                  </a:lnTo>
                  <a:lnTo>
                    <a:pt x="3648793" y="68596"/>
                  </a:lnTo>
                  <a:lnTo>
                    <a:pt x="3647722" y="68953"/>
                  </a:lnTo>
                  <a:lnTo>
                    <a:pt x="3646650" y="69310"/>
                  </a:lnTo>
                  <a:lnTo>
                    <a:pt x="3645579" y="69667"/>
                  </a:lnTo>
                  <a:lnTo>
                    <a:pt x="3644507" y="70025"/>
                  </a:lnTo>
                  <a:lnTo>
                    <a:pt x="3643435" y="70382"/>
                  </a:lnTo>
                  <a:lnTo>
                    <a:pt x="3642364" y="70739"/>
                  </a:lnTo>
                  <a:lnTo>
                    <a:pt x="3641292" y="71097"/>
                  </a:lnTo>
                  <a:lnTo>
                    <a:pt x="3640221" y="71454"/>
                  </a:lnTo>
                  <a:lnTo>
                    <a:pt x="3639149" y="71812"/>
                  </a:lnTo>
                  <a:lnTo>
                    <a:pt x="3638077" y="72169"/>
                  </a:lnTo>
                  <a:lnTo>
                    <a:pt x="3637006" y="72527"/>
                  </a:lnTo>
                  <a:lnTo>
                    <a:pt x="3635934" y="72885"/>
                  </a:lnTo>
                  <a:lnTo>
                    <a:pt x="3634863" y="73242"/>
                  </a:lnTo>
                  <a:lnTo>
                    <a:pt x="3633791" y="73600"/>
                  </a:lnTo>
                  <a:lnTo>
                    <a:pt x="3632719" y="73958"/>
                  </a:lnTo>
                  <a:lnTo>
                    <a:pt x="3631648" y="74316"/>
                  </a:lnTo>
                  <a:lnTo>
                    <a:pt x="3630576" y="74674"/>
                  </a:lnTo>
                  <a:lnTo>
                    <a:pt x="3629505" y="75032"/>
                  </a:lnTo>
                  <a:lnTo>
                    <a:pt x="3628433" y="75390"/>
                  </a:lnTo>
                  <a:lnTo>
                    <a:pt x="3627361" y="75748"/>
                  </a:lnTo>
                  <a:lnTo>
                    <a:pt x="3626290" y="76106"/>
                  </a:lnTo>
                  <a:lnTo>
                    <a:pt x="3625218" y="76464"/>
                  </a:lnTo>
                  <a:lnTo>
                    <a:pt x="3624147" y="76823"/>
                  </a:lnTo>
                  <a:lnTo>
                    <a:pt x="3623075" y="77181"/>
                  </a:lnTo>
                  <a:lnTo>
                    <a:pt x="3622003" y="77539"/>
                  </a:lnTo>
                  <a:lnTo>
                    <a:pt x="3620932" y="77898"/>
                  </a:lnTo>
                  <a:lnTo>
                    <a:pt x="3619860" y="78256"/>
                  </a:lnTo>
                  <a:lnTo>
                    <a:pt x="3618789" y="78615"/>
                  </a:lnTo>
                  <a:lnTo>
                    <a:pt x="3617717" y="78973"/>
                  </a:lnTo>
                  <a:lnTo>
                    <a:pt x="3616645" y="79332"/>
                  </a:lnTo>
                  <a:lnTo>
                    <a:pt x="3615574" y="79690"/>
                  </a:lnTo>
                  <a:lnTo>
                    <a:pt x="3614502" y="80049"/>
                  </a:lnTo>
                  <a:lnTo>
                    <a:pt x="3613431" y="80408"/>
                  </a:lnTo>
                  <a:lnTo>
                    <a:pt x="3612359" y="80767"/>
                  </a:lnTo>
                  <a:lnTo>
                    <a:pt x="3611287" y="81126"/>
                  </a:lnTo>
                  <a:lnTo>
                    <a:pt x="3610216" y="81485"/>
                  </a:lnTo>
                  <a:lnTo>
                    <a:pt x="3609144" y="81844"/>
                  </a:lnTo>
                  <a:lnTo>
                    <a:pt x="3608073" y="82203"/>
                  </a:lnTo>
                  <a:lnTo>
                    <a:pt x="3607001" y="82562"/>
                  </a:lnTo>
                  <a:lnTo>
                    <a:pt x="3605929" y="82921"/>
                  </a:lnTo>
                  <a:lnTo>
                    <a:pt x="3604858" y="83280"/>
                  </a:lnTo>
                  <a:lnTo>
                    <a:pt x="3603786" y="83639"/>
                  </a:lnTo>
                  <a:lnTo>
                    <a:pt x="3602715" y="83999"/>
                  </a:lnTo>
                  <a:lnTo>
                    <a:pt x="3601643" y="84358"/>
                  </a:lnTo>
                  <a:lnTo>
                    <a:pt x="3600571" y="84717"/>
                  </a:lnTo>
                  <a:lnTo>
                    <a:pt x="3599500" y="85077"/>
                  </a:lnTo>
                  <a:lnTo>
                    <a:pt x="3598428" y="85437"/>
                  </a:lnTo>
                  <a:lnTo>
                    <a:pt x="3597357" y="85796"/>
                  </a:lnTo>
                  <a:lnTo>
                    <a:pt x="3596285" y="86156"/>
                  </a:lnTo>
                  <a:lnTo>
                    <a:pt x="3595213" y="86516"/>
                  </a:lnTo>
                  <a:lnTo>
                    <a:pt x="3594142" y="86875"/>
                  </a:lnTo>
                  <a:lnTo>
                    <a:pt x="3593070" y="87235"/>
                  </a:lnTo>
                  <a:lnTo>
                    <a:pt x="3591999" y="87595"/>
                  </a:lnTo>
                  <a:lnTo>
                    <a:pt x="3590927" y="87955"/>
                  </a:lnTo>
                  <a:lnTo>
                    <a:pt x="3589855" y="88315"/>
                  </a:lnTo>
                  <a:lnTo>
                    <a:pt x="3588784" y="88675"/>
                  </a:lnTo>
                  <a:lnTo>
                    <a:pt x="3587712" y="89035"/>
                  </a:lnTo>
                  <a:lnTo>
                    <a:pt x="3586641" y="89395"/>
                  </a:lnTo>
                  <a:lnTo>
                    <a:pt x="3585569" y="89756"/>
                  </a:lnTo>
                  <a:lnTo>
                    <a:pt x="3584497" y="90116"/>
                  </a:lnTo>
                  <a:lnTo>
                    <a:pt x="3583426" y="90476"/>
                  </a:lnTo>
                  <a:lnTo>
                    <a:pt x="3582354" y="90837"/>
                  </a:lnTo>
                  <a:lnTo>
                    <a:pt x="3581283" y="91197"/>
                  </a:lnTo>
                  <a:lnTo>
                    <a:pt x="3580211" y="91558"/>
                  </a:lnTo>
                  <a:lnTo>
                    <a:pt x="3579139" y="91918"/>
                  </a:lnTo>
                  <a:lnTo>
                    <a:pt x="3578068" y="92279"/>
                  </a:lnTo>
                  <a:lnTo>
                    <a:pt x="3576996" y="92640"/>
                  </a:lnTo>
                  <a:lnTo>
                    <a:pt x="3575925" y="93001"/>
                  </a:lnTo>
                  <a:lnTo>
                    <a:pt x="3574853" y="93361"/>
                  </a:lnTo>
                  <a:lnTo>
                    <a:pt x="3573781" y="93722"/>
                  </a:lnTo>
                  <a:lnTo>
                    <a:pt x="3572710" y="94083"/>
                  </a:lnTo>
                  <a:lnTo>
                    <a:pt x="3571638" y="94444"/>
                  </a:lnTo>
                  <a:lnTo>
                    <a:pt x="3570567" y="94805"/>
                  </a:lnTo>
                  <a:lnTo>
                    <a:pt x="3569495" y="95167"/>
                  </a:lnTo>
                  <a:lnTo>
                    <a:pt x="3568423" y="95528"/>
                  </a:lnTo>
                  <a:lnTo>
                    <a:pt x="3567352" y="95889"/>
                  </a:lnTo>
                  <a:lnTo>
                    <a:pt x="3566280" y="96250"/>
                  </a:lnTo>
                  <a:lnTo>
                    <a:pt x="3565209" y="96612"/>
                  </a:lnTo>
                  <a:lnTo>
                    <a:pt x="3564137" y="96973"/>
                  </a:lnTo>
                  <a:lnTo>
                    <a:pt x="3563065" y="97335"/>
                  </a:lnTo>
                  <a:lnTo>
                    <a:pt x="3561994" y="97696"/>
                  </a:lnTo>
                  <a:lnTo>
                    <a:pt x="3560922" y="98058"/>
                  </a:lnTo>
                  <a:lnTo>
                    <a:pt x="3559851" y="98420"/>
                  </a:lnTo>
                  <a:lnTo>
                    <a:pt x="3558779" y="98782"/>
                  </a:lnTo>
                  <a:lnTo>
                    <a:pt x="3557707" y="99144"/>
                  </a:lnTo>
                  <a:lnTo>
                    <a:pt x="3556636" y="99505"/>
                  </a:lnTo>
                  <a:lnTo>
                    <a:pt x="3555564" y="99867"/>
                  </a:lnTo>
                  <a:lnTo>
                    <a:pt x="3554493" y="100229"/>
                  </a:lnTo>
                  <a:lnTo>
                    <a:pt x="3553421" y="100592"/>
                  </a:lnTo>
                  <a:lnTo>
                    <a:pt x="3552349" y="100954"/>
                  </a:lnTo>
                  <a:lnTo>
                    <a:pt x="3551278" y="101316"/>
                  </a:lnTo>
                  <a:lnTo>
                    <a:pt x="3550206" y="101678"/>
                  </a:lnTo>
                  <a:lnTo>
                    <a:pt x="3549135" y="102041"/>
                  </a:lnTo>
                  <a:lnTo>
                    <a:pt x="3548063" y="102403"/>
                  </a:lnTo>
                  <a:lnTo>
                    <a:pt x="3546992" y="102766"/>
                  </a:lnTo>
                  <a:lnTo>
                    <a:pt x="3545920" y="103128"/>
                  </a:lnTo>
                  <a:lnTo>
                    <a:pt x="3544848" y="103491"/>
                  </a:lnTo>
                  <a:lnTo>
                    <a:pt x="3543777" y="103854"/>
                  </a:lnTo>
                  <a:lnTo>
                    <a:pt x="3542705" y="104216"/>
                  </a:lnTo>
                  <a:lnTo>
                    <a:pt x="3541634" y="104579"/>
                  </a:lnTo>
                  <a:lnTo>
                    <a:pt x="3540562" y="104942"/>
                  </a:lnTo>
                  <a:lnTo>
                    <a:pt x="3539490" y="105305"/>
                  </a:lnTo>
                  <a:lnTo>
                    <a:pt x="3538419" y="105668"/>
                  </a:lnTo>
                  <a:lnTo>
                    <a:pt x="3537347" y="106031"/>
                  </a:lnTo>
                  <a:lnTo>
                    <a:pt x="3536276" y="106395"/>
                  </a:lnTo>
                  <a:lnTo>
                    <a:pt x="3535204" y="106758"/>
                  </a:lnTo>
                  <a:lnTo>
                    <a:pt x="3534132" y="107121"/>
                  </a:lnTo>
                  <a:lnTo>
                    <a:pt x="3533061" y="107485"/>
                  </a:lnTo>
                  <a:lnTo>
                    <a:pt x="3531989" y="107848"/>
                  </a:lnTo>
                  <a:lnTo>
                    <a:pt x="3530918" y="108212"/>
                  </a:lnTo>
                  <a:lnTo>
                    <a:pt x="3529846" y="108575"/>
                  </a:lnTo>
                  <a:lnTo>
                    <a:pt x="3528774" y="108939"/>
                  </a:lnTo>
                  <a:lnTo>
                    <a:pt x="3527703" y="109303"/>
                  </a:lnTo>
                  <a:lnTo>
                    <a:pt x="3526631" y="109667"/>
                  </a:lnTo>
                  <a:lnTo>
                    <a:pt x="3525560" y="110030"/>
                  </a:lnTo>
                  <a:lnTo>
                    <a:pt x="3524488" y="110394"/>
                  </a:lnTo>
                  <a:lnTo>
                    <a:pt x="3523416" y="110759"/>
                  </a:lnTo>
                  <a:lnTo>
                    <a:pt x="3522345" y="111123"/>
                  </a:lnTo>
                  <a:lnTo>
                    <a:pt x="3521273" y="111487"/>
                  </a:lnTo>
                  <a:lnTo>
                    <a:pt x="3520202" y="111851"/>
                  </a:lnTo>
                  <a:lnTo>
                    <a:pt x="3519130" y="112215"/>
                  </a:lnTo>
                  <a:lnTo>
                    <a:pt x="3518058" y="112580"/>
                  </a:lnTo>
                  <a:lnTo>
                    <a:pt x="3516987" y="112944"/>
                  </a:lnTo>
                  <a:lnTo>
                    <a:pt x="3515915" y="113309"/>
                  </a:lnTo>
                  <a:lnTo>
                    <a:pt x="3514844" y="113673"/>
                  </a:lnTo>
                  <a:lnTo>
                    <a:pt x="3513772" y="114038"/>
                  </a:lnTo>
                  <a:lnTo>
                    <a:pt x="3512700" y="114403"/>
                  </a:lnTo>
                  <a:lnTo>
                    <a:pt x="3511629" y="114768"/>
                  </a:lnTo>
                  <a:lnTo>
                    <a:pt x="3510557" y="115133"/>
                  </a:lnTo>
                  <a:lnTo>
                    <a:pt x="3509486" y="115498"/>
                  </a:lnTo>
                  <a:lnTo>
                    <a:pt x="3508414" y="115863"/>
                  </a:lnTo>
                  <a:lnTo>
                    <a:pt x="3507342" y="116228"/>
                  </a:lnTo>
                  <a:lnTo>
                    <a:pt x="3506271" y="116593"/>
                  </a:lnTo>
                  <a:lnTo>
                    <a:pt x="3505199" y="116959"/>
                  </a:lnTo>
                  <a:lnTo>
                    <a:pt x="3504128" y="117324"/>
                  </a:lnTo>
                  <a:lnTo>
                    <a:pt x="3503056" y="117689"/>
                  </a:lnTo>
                  <a:lnTo>
                    <a:pt x="3501984" y="118055"/>
                  </a:lnTo>
                  <a:lnTo>
                    <a:pt x="3500913" y="118420"/>
                  </a:lnTo>
                  <a:lnTo>
                    <a:pt x="3499841" y="118786"/>
                  </a:lnTo>
                  <a:lnTo>
                    <a:pt x="3498770" y="119152"/>
                  </a:lnTo>
                  <a:lnTo>
                    <a:pt x="3497698" y="119518"/>
                  </a:lnTo>
                  <a:lnTo>
                    <a:pt x="3496626" y="119884"/>
                  </a:lnTo>
                  <a:lnTo>
                    <a:pt x="3495555" y="120250"/>
                  </a:lnTo>
                  <a:lnTo>
                    <a:pt x="3494483" y="120616"/>
                  </a:lnTo>
                  <a:lnTo>
                    <a:pt x="3493412" y="120982"/>
                  </a:lnTo>
                  <a:lnTo>
                    <a:pt x="3492340" y="121348"/>
                  </a:lnTo>
                  <a:lnTo>
                    <a:pt x="3491268" y="121714"/>
                  </a:lnTo>
                  <a:lnTo>
                    <a:pt x="3490197" y="122081"/>
                  </a:lnTo>
                  <a:lnTo>
                    <a:pt x="3489125" y="122447"/>
                  </a:lnTo>
                  <a:lnTo>
                    <a:pt x="3488054" y="122814"/>
                  </a:lnTo>
                  <a:lnTo>
                    <a:pt x="3486982" y="123180"/>
                  </a:lnTo>
                  <a:lnTo>
                    <a:pt x="3485910" y="123547"/>
                  </a:lnTo>
                  <a:lnTo>
                    <a:pt x="3484839" y="123914"/>
                  </a:lnTo>
                  <a:lnTo>
                    <a:pt x="3483767" y="124281"/>
                  </a:lnTo>
                  <a:lnTo>
                    <a:pt x="3482696" y="124648"/>
                  </a:lnTo>
                  <a:lnTo>
                    <a:pt x="3481624" y="125015"/>
                  </a:lnTo>
                  <a:lnTo>
                    <a:pt x="3480552" y="125382"/>
                  </a:lnTo>
                  <a:lnTo>
                    <a:pt x="3479481" y="125749"/>
                  </a:lnTo>
                  <a:lnTo>
                    <a:pt x="3478409" y="126116"/>
                  </a:lnTo>
                  <a:lnTo>
                    <a:pt x="3477338" y="126484"/>
                  </a:lnTo>
                  <a:lnTo>
                    <a:pt x="3476266" y="126851"/>
                  </a:lnTo>
                  <a:lnTo>
                    <a:pt x="3475194" y="127219"/>
                  </a:lnTo>
                  <a:lnTo>
                    <a:pt x="3474123" y="127586"/>
                  </a:lnTo>
                  <a:lnTo>
                    <a:pt x="3473051" y="127954"/>
                  </a:lnTo>
                  <a:lnTo>
                    <a:pt x="3471980" y="128322"/>
                  </a:lnTo>
                  <a:lnTo>
                    <a:pt x="3470908" y="128689"/>
                  </a:lnTo>
                  <a:lnTo>
                    <a:pt x="3469836" y="129057"/>
                  </a:lnTo>
                  <a:lnTo>
                    <a:pt x="3468765" y="129425"/>
                  </a:lnTo>
                  <a:lnTo>
                    <a:pt x="3467693" y="129793"/>
                  </a:lnTo>
                  <a:lnTo>
                    <a:pt x="3466622" y="130162"/>
                  </a:lnTo>
                  <a:lnTo>
                    <a:pt x="3465550" y="130530"/>
                  </a:lnTo>
                  <a:lnTo>
                    <a:pt x="3464478" y="130898"/>
                  </a:lnTo>
                  <a:lnTo>
                    <a:pt x="3463407" y="131267"/>
                  </a:lnTo>
                  <a:lnTo>
                    <a:pt x="3462335" y="131635"/>
                  </a:lnTo>
                  <a:lnTo>
                    <a:pt x="3461264" y="132004"/>
                  </a:lnTo>
                  <a:lnTo>
                    <a:pt x="3460192" y="132372"/>
                  </a:lnTo>
                  <a:lnTo>
                    <a:pt x="3459120" y="132741"/>
                  </a:lnTo>
                  <a:lnTo>
                    <a:pt x="3458049" y="133110"/>
                  </a:lnTo>
                  <a:lnTo>
                    <a:pt x="3456977" y="133479"/>
                  </a:lnTo>
                  <a:lnTo>
                    <a:pt x="3455906" y="133848"/>
                  </a:lnTo>
                  <a:lnTo>
                    <a:pt x="3454834" y="134217"/>
                  </a:lnTo>
                  <a:lnTo>
                    <a:pt x="3453762" y="134586"/>
                  </a:lnTo>
                  <a:lnTo>
                    <a:pt x="3452691" y="134956"/>
                  </a:lnTo>
                  <a:lnTo>
                    <a:pt x="3451619" y="135325"/>
                  </a:lnTo>
                  <a:lnTo>
                    <a:pt x="3450548" y="135694"/>
                  </a:lnTo>
                  <a:lnTo>
                    <a:pt x="3449476" y="136064"/>
                  </a:lnTo>
                  <a:lnTo>
                    <a:pt x="3448404" y="136434"/>
                  </a:lnTo>
                  <a:lnTo>
                    <a:pt x="3447333" y="136803"/>
                  </a:lnTo>
                  <a:lnTo>
                    <a:pt x="3446261" y="137173"/>
                  </a:lnTo>
                  <a:lnTo>
                    <a:pt x="3445190" y="137543"/>
                  </a:lnTo>
                  <a:lnTo>
                    <a:pt x="3444118" y="137913"/>
                  </a:lnTo>
                  <a:lnTo>
                    <a:pt x="3443046" y="138283"/>
                  </a:lnTo>
                  <a:lnTo>
                    <a:pt x="3441975" y="138653"/>
                  </a:lnTo>
                  <a:lnTo>
                    <a:pt x="3440903" y="139024"/>
                  </a:lnTo>
                  <a:lnTo>
                    <a:pt x="3439832" y="139394"/>
                  </a:lnTo>
                  <a:lnTo>
                    <a:pt x="3438760" y="139764"/>
                  </a:lnTo>
                  <a:lnTo>
                    <a:pt x="3437688" y="140135"/>
                  </a:lnTo>
                  <a:lnTo>
                    <a:pt x="3436617" y="140505"/>
                  </a:lnTo>
                  <a:lnTo>
                    <a:pt x="3435545" y="140876"/>
                  </a:lnTo>
                  <a:lnTo>
                    <a:pt x="3434474" y="141247"/>
                  </a:lnTo>
                  <a:lnTo>
                    <a:pt x="3433402" y="141618"/>
                  </a:lnTo>
                  <a:lnTo>
                    <a:pt x="3432330" y="141989"/>
                  </a:lnTo>
                  <a:lnTo>
                    <a:pt x="3431259" y="142360"/>
                  </a:lnTo>
                  <a:lnTo>
                    <a:pt x="3430187" y="142731"/>
                  </a:lnTo>
                  <a:lnTo>
                    <a:pt x="3429116" y="143102"/>
                  </a:lnTo>
                  <a:lnTo>
                    <a:pt x="3428044" y="143474"/>
                  </a:lnTo>
                  <a:lnTo>
                    <a:pt x="3426972" y="143845"/>
                  </a:lnTo>
                  <a:lnTo>
                    <a:pt x="3425901" y="144217"/>
                  </a:lnTo>
                  <a:lnTo>
                    <a:pt x="3424829" y="144588"/>
                  </a:lnTo>
                  <a:lnTo>
                    <a:pt x="3423758" y="144960"/>
                  </a:lnTo>
                  <a:lnTo>
                    <a:pt x="3422686" y="145332"/>
                  </a:lnTo>
                  <a:lnTo>
                    <a:pt x="3421614" y="145704"/>
                  </a:lnTo>
                  <a:lnTo>
                    <a:pt x="3420543" y="146076"/>
                  </a:lnTo>
                  <a:lnTo>
                    <a:pt x="3419471" y="146448"/>
                  </a:lnTo>
                  <a:lnTo>
                    <a:pt x="3418400" y="146820"/>
                  </a:lnTo>
                  <a:lnTo>
                    <a:pt x="3417328" y="147192"/>
                  </a:lnTo>
                  <a:lnTo>
                    <a:pt x="3416256" y="147565"/>
                  </a:lnTo>
                  <a:lnTo>
                    <a:pt x="3415185" y="147937"/>
                  </a:lnTo>
                  <a:lnTo>
                    <a:pt x="3414113" y="148310"/>
                  </a:lnTo>
                  <a:lnTo>
                    <a:pt x="3413042" y="148682"/>
                  </a:lnTo>
                  <a:lnTo>
                    <a:pt x="3411970" y="149055"/>
                  </a:lnTo>
                  <a:lnTo>
                    <a:pt x="3410898" y="149428"/>
                  </a:lnTo>
                  <a:lnTo>
                    <a:pt x="3409827" y="149801"/>
                  </a:lnTo>
                  <a:lnTo>
                    <a:pt x="3408755" y="150174"/>
                  </a:lnTo>
                  <a:lnTo>
                    <a:pt x="3407684" y="150547"/>
                  </a:lnTo>
                  <a:lnTo>
                    <a:pt x="3406612" y="150921"/>
                  </a:lnTo>
                  <a:lnTo>
                    <a:pt x="3405540" y="151294"/>
                  </a:lnTo>
                  <a:lnTo>
                    <a:pt x="3404469" y="151667"/>
                  </a:lnTo>
                  <a:lnTo>
                    <a:pt x="3403397" y="152041"/>
                  </a:lnTo>
                  <a:lnTo>
                    <a:pt x="3402326" y="152414"/>
                  </a:lnTo>
                  <a:lnTo>
                    <a:pt x="3401254" y="152788"/>
                  </a:lnTo>
                  <a:lnTo>
                    <a:pt x="3400182" y="153162"/>
                  </a:lnTo>
                  <a:lnTo>
                    <a:pt x="3399111" y="153536"/>
                  </a:lnTo>
                  <a:lnTo>
                    <a:pt x="3398039" y="153910"/>
                  </a:lnTo>
                  <a:lnTo>
                    <a:pt x="3396968" y="154284"/>
                  </a:lnTo>
                  <a:lnTo>
                    <a:pt x="3395896" y="154658"/>
                  </a:lnTo>
                  <a:lnTo>
                    <a:pt x="3394824" y="155033"/>
                  </a:lnTo>
                  <a:lnTo>
                    <a:pt x="3393753" y="155407"/>
                  </a:lnTo>
                  <a:lnTo>
                    <a:pt x="3392681" y="155782"/>
                  </a:lnTo>
                  <a:lnTo>
                    <a:pt x="3391610" y="156156"/>
                  </a:lnTo>
                  <a:lnTo>
                    <a:pt x="3390538" y="156531"/>
                  </a:lnTo>
                  <a:lnTo>
                    <a:pt x="3389466" y="156906"/>
                  </a:lnTo>
                  <a:lnTo>
                    <a:pt x="3388395" y="157281"/>
                  </a:lnTo>
                  <a:lnTo>
                    <a:pt x="3387323" y="157656"/>
                  </a:lnTo>
                  <a:lnTo>
                    <a:pt x="3386252" y="158031"/>
                  </a:lnTo>
                  <a:lnTo>
                    <a:pt x="3385180" y="158406"/>
                  </a:lnTo>
                  <a:lnTo>
                    <a:pt x="3384108" y="158782"/>
                  </a:lnTo>
                  <a:lnTo>
                    <a:pt x="3383037" y="159157"/>
                  </a:lnTo>
                  <a:lnTo>
                    <a:pt x="3381965" y="159533"/>
                  </a:lnTo>
                  <a:lnTo>
                    <a:pt x="3380894" y="159908"/>
                  </a:lnTo>
                  <a:lnTo>
                    <a:pt x="3379822" y="160284"/>
                  </a:lnTo>
                  <a:lnTo>
                    <a:pt x="3378750" y="160660"/>
                  </a:lnTo>
                  <a:lnTo>
                    <a:pt x="3377679" y="161036"/>
                  </a:lnTo>
                  <a:lnTo>
                    <a:pt x="3376607" y="161412"/>
                  </a:lnTo>
                  <a:lnTo>
                    <a:pt x="3375536" y="161788"/>
                  </a:lnTo>
                  <a:lnTo>
                    <a:pt x="3374464" y="162164"/>
                  </a:lnTo>
                  <a:lnTo>
                    <a:pt x="3373392" y="162541"/>
                  </a:lnTo>
                  <a:lnTo>
                    <a:pt x="3372321" y="162917"/>
                  </a:lnTo>
                  <a:lnTo>
                    <a:pt x="3371249" y="163294"/>
                  </a:lnTo>
                  <a:lnTo>
                    <a:pt x="3370178" y="163671"/>
                  </a:lnTo>
                  <a:lnTo>
                    <a:pt x="3369106" y="164047"/>
                  </a:lnTo>
                  <a:lnTo>
                    <a:pt x="3368035" y="164424"/>
                  </a:lnTo>
                  <a:lnTo>
                    <a:pt x="3366963" y="164801"/>
                  </a:lnTo>
                  <a:lnTo>
                    <a:pt x="3365891" y="165178"/>
                  </a:lnTo>
                  <a:lnTo>
                    <a:pt x="3364820" y="165556"/>
                  </a:lnTo>
                  <a:lnTo>
                    <a:pt x="3363748" y="165933"/>
                  </a:lnTo>
                  <a:lnTo>
                    <a:pt x="3362677" y="166310"/>
                  </a:lnTo>
                  <a:lnTo>
                    <a:pt x="3361605" y="166688"/>
                  </a:lnTo>
                  <a:lnTo>
                    <a:pt x="3360533" y="167066"/>
                  </a:lnTo>
                  <a:lnTo>
                    <a:pt x="3359462" y="167443"/>
                  </a:lnTo>
                  <a:lnTo>
                    <a:pt x="3358390" y="167821"/>
                  </a:lnTo>
                  <a:lnTo>
                    <a:pt x="3357319" y="168199"/>
                  </a:lnTo>
                  <a:lnTo>
                    <a:pt x="3356247" y="168577"/>
                  </a:lnTo>
                  <a:lnTo>
                    <a:pt x="3355175" y="168956"/>
                  </a:lnTo>
                  <a:lnTo>
                    <a:pt x="3354104" y="169334"/>
                  </a:lnTo>
                  <a:lnTo>
                    <a:pt x="3353032" y="169712"/>
                  </a:lnTo>
                  <a:lnTo>
                    <a:pt x="3351961" y="170091"/>
                  </a:lnTo>
                  <a:lnTo>
                    <a:pt x="3350889" y="170469"/>
                  </a:lnTo>
                  <a:lnTo>
                    <a:pt x="3349817" y="170848"/>
                  </a:lnTo>
                  <a:lnTo>
                    <a:pt x="3348746" y="171227"/>
                  </a:lnTo>
                  <a:lnTo>
                    <a:pt x="3347674" y="171606"/>
                  </a:lnTo>
                  <a:lnTo>
                    <a:pt x="3346603" y="171985"/>
                  </a:lnTo>
                  <a:lnTo>
                    <a:pt x="3345531" y="172364"/>
                  </a:lnTo>
                  <a:lnTo>
                    <a:pt x="3344459" y="172744"/>
                  </a:lnTo>
                  <a:lnTo>
                    <a:pt x="3343388" y="173123"/>
                  </a:lnTo>
                  <a:lnTo>
                    <a:pt x="3342316" y="173503"/>
                  </a:lnTo>
                  <a:lnTo>
                    <a:pt x="3341245" y="173882"/>
                  </a:lnTo>
                  <a:lnTo>
                    <a:pt x="3340173" y="174262"/>
                  </a:lnTo>
                  <a:lnTo>
                    <a:pt x="3339101" y="174642"/>
                  </a:lnTo>
                  <a:lnTo>
                    <a:pt x="3338030" y="175022"/>
                  </a:lnTo>
                  <a:lnTo>
                    <a:pt x="3336958" y="175402"/>
                  </a:lnTo>
                  <a:lnTo>
                    <a:pt x="3335887" y="175782"/>
                  </a:lnTo>
                  <a:lnTo>
                    <a:pt x="3334815" y="176162"/>
                  </a:lnTo>
                  <a:lnTo>
                    <a:pt x="3333743" y="176543"/>
                  </a:lnTo>
                  <a:lnTo>
                    <a:pt x="3332672" y="176923"/>
                  </a:lnTo>
                  <a:lnTo>
                    <a:pt x="3331600" y="177304"/>
                  </a:lnTo>
                  <a:lnTo>
                    <a:pt x="3330529" y="177685"/>
                  </a:lnTo>
                  <a:lnTo>
                    <a:pt x="3329457" y="178066"/>
                  </a:lnTo>
                  <a:lnTo>
                    <a:pt x="3328385" y="178447"/>
                  </a:lnTo>
                  <a:lnTo>
                    <a:pt x="3327314" y="178828"/>
                  </a:lnTo>
                  <a:lnTo>
                    <a:pt x="3326242" y="179209"/>
                  </a:lnTo>
                  <a:lnTo>
                    <a:pt x="3325171" y="179590"/>
                  </a:lnTo>
                  <a:lnTo>
                    <a:pt x="3324099" y="179972"/>
                  </a:lnTo>
                  <a:lnTo>
                    <a:pt x="3323027" y="180353"/>
                  </a:lnTo>
                  <a:lnTo>
                    <a:pt x="3321956" y="180735"/>
                  </a:lnTo>
                  <a:lnTo>
                    <a:pt x="3320884" y="181117"/>
                  </a:lnTo>
                  <a:lnTo>
                    <a:pt x="3319813" y="181499"/>
                  </a:lnTo>
                  <a:lnTo>
                    <a:pt x="3318741" y="181881"/>
                  </a:lnTo>
                  <a:lnTo>
                    <a:pt x="3317669" y="182263"/>
                  </a:lnTo>
                  <a:lnTo>
                    <a:pt x="3316598" y="182645"/>
                  </a:lnTo>
                  <a:lnTo>
                    <a:pt x="3315526" y="183028"/>
                  </a:lnTo>
                  <a:lnTo>
                    <a:pt x="3314455" y="183410"/>
                  </a:lnTo>
                  <a:lnTo>
                    <a:pt x="3313383" y="183793"/>
                  </a:lnTo>
                  <a:lnTo>
                    <a:pt x="3312311" y="184176"/>
                  </a:lnTo>
                  <a:lnTo>
                    <a:pt x="3311240" y="184558"/>
                  </a:lnTo>
                  <a:lnTo>
                    <a:pt x="3310168" y="184941"/>
                  </a:lnTo>
                  <a:lnTo>
                    <a:pt x="3309097" y="185324"/>
                  </a:lnTo>
                  <a:lnTo>
                    <a:pt x="3308025" y="185708"/>
                  </a:lnTo>
                  <a:lnTo>
                    <a:pt x="3306953" y="186091"/>
                  </a:lnTo>
                  <a:lnTo>
                    <a:pt x="3305882" y="186475"/>
                  </a:lnTo>
                  <a:lnTo>
                    <a:pt x="3304810" y="186858"/>
                  </a:lnTo>
                  <a:lnTo>
                    <a:pt x="3303739" y="187242"/>
                  </a:lnTo>
                  <a:lnTo>
                    <a:pt x="3302667" y="187626"/>
                  </a:lnTo>
                  <a:lnTo>
                    <a:pt x="3301595" y="188010"/>
                  </a:lnTo>
                  <a:lnTo>
                    <a:pt x="3300524" y="188394"/>
                  </a:lnTo>
                  <a:lnTo>
                    <a:pt x="3299452" y="188778"/>
                  </a:lnTo>
                  <a:lnTo>
                    <a:pt x="3298381" y="189162"/>
                  </a:lnTo>
                  <a:lnTo>
                    <a:pt x="3297309" y="189547"/>
                  </a:lnTo>
                  <a:lnTo>
                    <a:pt x="3296237" y="189931"/>
                  </a:lnTo>
                  <a:lnTo>
                    <a:pt x="3295166" y="190316"/>
                  </a:lnTo>
                  <a:lnTo>
                    <a:pt x="3294094" y="190701"/>
                  </a:lnTo>
                  <a:lnTo>
                    <a:pt x="3293023" y="191085"/>
                  </a:lnTo>
                  <a:lnTo>
                    <a:pt x="3291951" y="191471"/>
                  </a:lnTo>
                  <a:lnTo>
                    <a:pt x="3290879" y="191856"/>
                  </a:lnTo>
                  <a:lnTo>
                    <a:pt x="3289808" y="192241"/>
                  </a:lnTo>
                  <a:lnTo>
                    <a:pt x="3288736" y="192626"/>
                  </a:lnTo>
                  <a:lnTo>
                    <a:pt x="3287665" y="193012"/>
                  </a:lnTo>
                  <a:lnTo>
                    <a:pt x="3286593" y="193398"/>
                  </a:lnTo>
                  <a:lnTo>
                    <a:pt x="3285521" y="193783"/>
                  </a:lnTo>
                  <a:lnTo>
                    <a:pt x="3284450" y="194169"/>
                  </a:lnTo>
                  <a:lnTo>
                    <a:pt x="3283378" y="194555"/>
                  </a:lnTo>
                  <a:lnTo>
                    <a:pt x="3282307" y="194941"/>
                  </a:lnTo>
                  <a:lnTo>
                    <a:pt x="3281235" y="195328"/>
                  </a:lnTo>
                  <a:lnTo>
                    <a:pt x="3280163" y="195714"/>
                  </a:lnTo>
                  <a:lnTo>
                    <a:pt x="3279092" y="196101"/>
                  </a:lnTo>
                  <a:lnTo>
                    <a:pt x="3278020" y="196487"/>
                  </a:lnTo>
                  <a:lnTo>
                    <a:pt x="3276949" y="196874"/>
                  </a:lnTo>
                  <a:lnTo>
                    <a:pt x="3275877" y="197261"/>
                  </a:lnTo>
                  <a:lnTo>
                    <a:pt x="3274805" y="197648"/>
                  </a:lnTo>
                  <a:lnTo>
                    <a:pt x="3273734" y="198035"/>
                  </a:lnTo>
                  <a:lnTo>
                    <a:pt x="3272662" y="198422"/>
                  </a:lnTo>
                  <a:lnTo>
                    <a:pt x="3271591" y="198810"/>
                  </a:lnTo>
                  <a:lnTo>
                    <a:pt x="3270519" y="199197"/>
                  </a:lnTo>
                  <a:lnTo>
                    <a:pt x="3269447" y="199585"/>
                  </a:lnTo>
                  <a:lnTo>
                    <a:pt x="3268376" y="199973"/>
                  </a:lnTo>
                  <a:lnTo>
                    <a:pt x="3267304" y="200361"/>
                  </a:lnTo>
                  <a:lnTo>
                    <a:pt x="3266233" y="200749"/>
                  </a:lnTo>
                  <a:lnTo>
                    <a:pt x="3265161" y="201137"/>
                  </a:lnTo>
                  <a:lnTo>
                    <a:pt x="3264089" y="201525"/>
                  </a:lnTo>
                  <a:lnTo>
                    <a:pt x="3263018" y="201914"/>
                  </a:lnTo>
                  <a:lnTo>
                    <a:pt x="3261946" y="202302"/>
                  </a:lnTo>
                  <a:lnTo>
                    <a:pt x="3260875" y="202691"/>
                  </a:lnTo>
                  <a:lnTo>
                    <a:pt x="3259803" y="203080"/>
                  </a:lnTo>
                  <a:lnTo>
                    <a:pt x="3258731" y="203469"/>
                  </a:lnTo>
                  <a:lnTo>
                    <a:pt x="3257660" y="203858"/>
                  </a:lnTo>
                  <a:lnTo>
                    <a:pt x="3256588" y="204247"/>
                  </a:lnTo>
                  <a:lnTo>
                    <a:pt x="3255517" y="204636"/>
                  </a:lnTo>
                  <a:lnTo>
                    <a:pt x="3254445" y="205026"/>
                  </a:lnTo>
                  <a:lnTo>
                    <a:pt x="3253373" y="205415"/>
                  </a:lnTo>
                  <a:lnTo>
                    <a:pt x="3252302" y="205805"/>
                  </a:lnTo>
                  <a:lnTo>
                    <a:pt x="3251230" y="206195"/>
                  </a:lnTo>
                  <a:lnTo>
                    <a:pt x="3250159" y="206585"/>
                  </a:lnTo>
                  <a:lnTo>
                    <a:pt x="3249087" y="206975"/>
                  </a:lnTo>
                  <a:lnTo>
                    <a:pt x="3248015" y="207365"/>
                  </a:lnTo>
                  <a:lnTo>
                    <a:pt x="3246944" y="207756"/>
                  </a:lnTo>
                  <a:lnTo>
                    <a:pt x="3245872" y="208146"/>
                  </a:lnTo>
                  <a:lnTo>
                    <a:pt x="3244801" y="208537"/>
                  </a:lnTo>
                  <a:lnTo>
                    <a:pt x="3243729" y="208928"/>
                  </a:lnTo>
                  <a:lnTo>
                    <a:pt x="3242657" y="209319"/>
                  </a:lnTo>
                  <a:lnTo>
                    <a:pt x="3241586" y="209710"/>
                  </a:lnTo>
                  <a:lnTo>
                    <a:pt x="3240514" y="210101"/>
                  </a:lnTo>
                  <a:lnTo>
                    <a:pt x="3239443" y="210492"/>
                  </a:lnTo>
                  <a:lnTo>
                    <a:pt x="3238371" y="210884"/>
                  </a:lnTo>
                  <a:lnTo>
                    <a:pt x="3237299" y="211275"/>
                  </a:lnTo>
                  <a:lnTo>
                    <a:pt x="3236228" y="211667"/>
                  </a:lnTo>
                  <a:lnTo>
                    <a:pt x="3235156" y="212059"/>
                  </a:lnTo>
                  <a:lnTo>
                    <a:pt x="3234085" y="212451"/>
                  </a:lnTo>
                  <a:lnTo>
                    <a:pt x="3233013" y="212843"/>
                  </a:lnTo>
                  <a:lnTo>
                    <a:pt x="3231941" y="213235"/>
                  </a:lnTo>
                  <a:lnTo>
                    <a:pt x="3230870" y="213628"/>
                  </a:lnTo>
                  <a:lnTo>
                    <a:pt x="3229798" y="214020"/>
                  </a:lnTo>
                  <a:lnTo>
                    <a:pt x="3228727" y="214413"/>
                  </a:lnTo>
                  <a:lnTo>
                    <a:pt x="3227655" y="214806"/>
                  </a:lnTo>
                  <a:lnTo>
                    <a:pt x="3226583" y="215199"/>
                  </a:lnTo>
                  <a:lnTo>
                    <a:pt x="3225512" y="215592"/>
                  </a:lnTo>
                  <a:lnTo>
                    <a:pt x="3224440" y="215985"/>
                  </a:lnTo>
                  <a:lnTo>
                    <a:pt x="3223369" y="216378"/>
                  </a:lnTo>
                  <a:lnTo>
                    <a:pt x="3222297" y="216772"/>
                  </a:lnTo>
                  <a:lnTo>
                    <a:pt x="3221225" y="217165"/>
                  </a:lnTo>
                  <a:lnTo>
                    <a:pt x="3220154" y="217559"/>
                  </a:lnTo>
                  <a:lnTo>
                    <a:pt x="3219082" y="217953"/>
                  </a:lnTo>
                  <a:lnTo>
                    <a:pt x="3218011" y="218347"/>
                  </a:lnTo>
                  <a:lnTo>
                    <a:pt x="3216939" y="218741"/>
                  </a:lnTo>
                  <a:lnTo>
                    <a:pt x="3215867" y="219135"/>
                  </a:lnTo>
                  <a:lnTo>
                    <a:pt x="3214796" y="219530"/>
                  </a:lnTo>
                  <a:lnTo>
                    <a:pt x="3213724" y="219924"/>
                  </a:lnTo>
                  <a:lnTo>
                    <a:pt x="3212653" y="220319"/>
                  </a:lnTo>
                  <a:lnTo>
                    <a:pt x="3211581" y="220714"/>
                  </a:lnTo>
                  <a:lnTo>
                    <a:pt x="3210509" y="221109"/>
                  </a:lnTo>
                  <a:lnTo>
                    <a:pt x="3209438" y="221504"/>
                  </a:lnTo>
                  <a:lnTo>
                    <a:pt x="3208366" y="221899"/>
                  </a:lnTo>
                  <a:lnTo>
                    <a:pt x="3207295" y="222295"/>
                  </a:lnTo>
                  <a:lnTo>
                    <a:pt x="3206223" y="222690"/>
                  </a:lnTo>
                  <a:lnTo>
                    <a:pt x="3205151" y="223086"/>
                  </a:lnTo>
                  <a:lnTo>
                    <a:pt x="3204080" y="223482"/>
                  </a:lnTo>
                  <a:lnTo>
                    <a:pt x="3203008" y="223878"/>
                  </a:lnTo>
                  <a:lnTo>
                    <a:pt x="3201937" y="224274"/>
                  </a:lnTo>
                  <a:lnTo>
                    <a:pt x="3200865" y="224670"/>
                  </a:lnTo>
                  <a:lnTo>
                    <a:pt x="3199793" y="225067"/>
                  </a:lnTo>
                  <a:lnTo>
                    <a:pt x="3198722" y="225463"/>
                  </a:lnTo>
                  <a:lnTo>
                    <a:pt x="3197650" y="225860"/>
                  </a:lnTo>
                  <a:lnTo>
                    <a:pt x="3196579" y="226257"/>
                  </a:lnTo>
                  <a:lnTo>
                    <a:pt x="3195507" y="226654"/>
                  </a:lnTo>
                  <a:lnTo>
                    <a:pt x="3194436" y="227051"/>
                  </a:lnTo>
                  <a:lnTo>
                    <a:pt x="3193364" y="227448"/>
                  </a:lnTo>
                  <a:lnTo>
                    <a:pt x="3192292" y="227845"/>
                  </a:lnTo>
                  <a:lnTo>
                    <a:pt x="3191221" y="228243"/>
                  </a:lnTo>
                  <a:lnTo>
                    <a:pt x="3190149" y="228640"/>
                  </a:lnTo>
                  <a:lnTo>
                    <a:pt x="3189078" y="229038"/>
                  </a:lnTo>
                  <a:lnTo>
                    <a:pt x="3188006" y="229436"/>
                  </a:lnTo>
                  <a:lnTo>
                    <a:pt x="3186934" y="229834"/>
                  </a:lnTo>
                  <a:lnTo>
                    <a:pt x="3185863" y="230233"/>
                  </a:lnTo>
                  <a:lnTo>
                    <a:pt x="3184791" y="230631"/>
                  </a:lnTo>
                  <a:lnTo>
                    <a:pt x="3183720" y="231029"/>
                  </a:lnTo>
                  <a:lnTo>
                    <a:pt x="3182648" y="231428"/>
                  </a:lnTo>
                  <a:lnTo>
                    <a:pt x="3181576" y="231827"/>
                  </a:lnTo>
                  <a:lnTo>
                    <a:pt x="3180505" y="232226"/>
                  </a:lnTo>
                  <a:lnTo>
                    <a:pt x="3179433" y="232625"/>
                  </a:lnTo>
                  <a:lnTo>
                    <a:pt x="3178362" y="233024"/>
                  </a:lnTo>
                  <a:lnTo>
                    <a:pt x="3177290" y="233424"/>
                  </a:lnTo>
                  <a:lnTo>
                    <a:pt x="3176218" y="233823"/>
                  </a:lnTo>
                  <a:lnTo>
                    <a:pt x="3175147" y="234223"/>
                  </a:lnTo>
                  <a:lnTo>
                    <a:pt x="3174075" y="234623"/>
                  </a:lnTo>
                  <a:lnTo>
                    <a:pt x="3173004" y="235022"/>
                  </a:lnTo>
                  <a:lnTo>
                    <a:pt x="3171932" y="235423"/>
                  </a:lnTo>
                  <a:lnTo>
                    <a:pt x="3170860" y="235823"/>
                  </a:lnTo>
                  <a:lnTo>
                    <a:pt x="3169789" y="236223"/>
                  </a:lnTo>
                  <a:lnTo>
                    <a:pt x="3168717" y="236624"/>
                  </a:lnTo>
                  <a:lnTo>
                    <a:pt x="3167646" y="237024"/>
                  </a:lnTo>
                  <a:lnTo>
                    <a:pt x="3166574" y="237425"/>
                  </a:lnTo>
                  <a:lnTo>
                    <a:pt x="3165502" y="237826"/>
                  </a:lnTo>
                  <a:lnTo>
                    <a:pt x="3164431" y="238227"/>
                  </a:lnTo>
                  <a:lnTo>
                    <a:pt x="3163359" y="238629"/>
                  </a:lnTo>
                  <a:lnTo>
                    <a:pt x="3162288" y="239030"/>
                  </a:lnTo>
                  <a:lnTo>
                    <a:pt x="3161216" y="239432"/>
                  </a:lnTo>
                  <a:lnTo>
                    <a:pt x="3160144" y="239833"/>
                  </a:lnTo>
                  <a:lnTo>
                    <a:pt x="3159073" y="240235"/>
                  </a:lnTo>
                  <a:lnTo>
                    <a:pt x="3158001" y="240637"/>
                  </a:lnTo>
                  <a:lnTo>
                    <a:pt x="3156930" y="241039"/>
                  </a:lnTo>
                  <a:lnTo>
                    <a:pt x="3155858" y="241442"/>
                  </a:lnTo>
                  <a:lnTo>
                    <a:pt x="3154786" y="241844"/>
                  </a:lnTo>
                  <a:lnTo>
                    <a:pt x="3153715" y="242247"/>
                  </a:lnTo>
                  <a:lnTo>
                    <a:pt x="3152643" y="242649"/>
                  </a:lnTo>
                  <a:lnTo>
                    <a:pt x="3151572" y="243052"/>
                  </a:lnTo>
                  <a:lnTo>
                    <a:pt x="3150500" y="243455"/>
                  </a:lnTo>
                  <a:lnTo>
                    <a:pt x="3149428" y="243858"/>
                  </a:lnTo>
                  <a:lnTo>
                    <a:pt x="3148357" y="244262"/>
                  </a:lnTo>
                  <a:lnTo>
                    <a:pt x="3147285" y="244665"/>
                  </a:lnTo>
                  <a:lnTo>
                    <a:pt x="3146214" y="245069"/>
                  </a:lnTo>
                  <a:lnTo>
                    <a:pt x="3145142" y="245473"/>
                  </a:lnTo>
                  <a:lnTo>
                    <a:pt x="3144070" y="245876"/>
                  </a:lnTo>
                  <a:lnTo>
                    <a:pt x="3142999" y="246281"/>
                  </a:lnTo>
                  <a:lnTo>
                    <a:pt x="3141927" y="246685"/>
                  </a:lnTo>
                  <a:lnTo>
                    <a:pt x="3140856" y="247089"/>
                  </a:lnTo>
                  <a:lnTo>
                    <a:pt x="3139784" y="247494"/>
                  </a:lnTo>
                  <a:lnTo>
                    <a:pt x="3138712" y="247898"/>
                  </a:lnTo>
                  <a:lnTo>
                    <a:pt x="3137641" y="248303"/>
                  </a:lnTo>
                  <a:lnTo>
                    <a:pt x="3136569" y="248708"/>
                  </a:lnTo>
                  <a:lnTo>
                    <a:pt x="3135498" y="249113"/>
                  </a:lnTo>
                  <a:lnTo>
                    <a:pt x="3134426" y="249518"/>
                  </a:lnTo>
                  <a:lnTo>
                    <a:pt x="3133354" y="249924"/>
                  </a:lnTo>
                  <a:lnTo>
                    <a:pt x="3132283" y="250329"/>
                  </a:lnTo>
                  <a:lnTo>
                    <a:pt x="3131211" y="250735"/>
                  </a:lnTo>
                  <a:lnTo>
                    <a:pt x="3130140" y="251141"/>
                  </a:lnTo>
                  <a:lnTo>
                    <a:pt x="3129068" y="251547"/>
                  </a:lnTo>
                  <a:lnTo>
                    <a:pt x="3127996" y="251953"/>
                  </a:lnTo>
                  <a:lnTo>
                    <a:pt x="3126925" y="252359"/>
                  </a:lnTo>
                  <a:lnTo>
                    <a:pt x="3125853" y="252766"/>
                  </a:lnTo>
                  <a:lnTo>
                    <a:pt x="3124782" y="253173"/>
                  </a:lnTo>
                  <a:lnTo>
                    <a:pt x="3123710" y="253579"/>
                  </a:lnTo>
                  <a:lnTo>
                    <a:pt x="3122638" y="253986"/>
                  </a:lnTo>
                  <a:lnTo>
                    <a:pt x="3121567" y="254393"/>
                  </a:lnTo>
                  <a:lnTo>
                    <a:pt x="3120495" y="254801"/>
                  </a:lnTo>
                  <a:lnTo>
                    <a:pt x="3119424" y="255208"/>
                  </a:lnTo>
                  <a:lnTo>
                    <a:pt x="3118352" y="255615"/>
                  </a:lnTo>
                  <a:lnTo>
                    <a:pt x="3117280" y="256023"/>
                  </a:lnTo>
                  <a:lnTo>
                    <a:pt x="3116209" y="256431"/>
                  </a:lnTo>
                  <a:lnTo>
                    <a:pt x="3115137" y="256839"/>
                  </a:lnTo>
                  <a:lnTo>
                    <a:pt x="3114066" y="257247"/>
                  </a:lnTo>
                  <a:lnTo>
                    <a:pt x="3112994" y="257655"/>
                  </a:lnTo>
                  <a:lnTo>
                    <a:pt x="3111922" y="258064"/>
                  </a:lnTo>
                  <a:lnTo>
                    <a:pt x="3110851" y="258472"/>
                  </a:lnTo>
                  <a:lnTo>
                    <a:pt x="3109779" y="258881"/>
                  </a:lnTo>
                  <a:lnTo>
                    <a:pt x="3108708" y="259290"/>
                  </a:lnTo>
                  <a:lnTo>
                    <a:pt x="3107636" y="259699"/>
                  </a:lnTo>
                  <a:lnTo>
                    <a:pt x="3106564" y="260108"/>
                  </a:lnTo>
                  <a:lnTo>
                    <a:pt x="3105493" y="260518"/>
                  </a:lnTo>
                  <a:lnTo>
                    <a:pt x="3104421" y="260927"/>
                  </a:lnTo>
                  <a:lnTo>
                    <a:pt x="3103350" y="261337"/>
                  </a:lnTo>
                  <a:lnTo>
                    <a:pt x="3102278" y="261746"/>
                  </a:lnTo>
                  <a:lnTo>
                    <a:pt x="3101206" y="262156"/>
                  </a:lnTo>
                  <a:lnTo>
                    <a:pt x="3100135" y="262567"/>
                  </a:lnTo>
                  <a:lnTo>
                    <a:pt x="3099063" y="262977"/>
                  </a:lnTo>
                  <a:lnTo>
                    <a:pt x="3097992" y="263387"/>
                  </a:lnTo>
                  <a:lnTo>
                    <a:pt x="3096920" y="263798"/>
                  </a:lnTo>
                  <a:lnTo>
                    <a:pt x="3095848" y="264208"/>
                  </a:lnTo>
                  <a:lnTo>
                    <a:pt x="3094777" y="264619"/>
                  </a:lnTo>
                  <a:lnTo>
                    <a:pt x="3093705" y="265030"/>
                  </a:lnTo>
                  <a:lnTo>
                    <a:pt x="3092634" y="265442"/>
                  </a:lnTo>
                  <a:lnTo>
                    <a:pt x="3091562" y="265853"/>
                  </a:lnTo>
                  <a:lnTo>
                    <a:pt x="3090490" y="266264"/>
                  </a:lnTo>
                  <a:lnTo>
                    <a:pt x="3089419" y="266676"/>
                  </a:lnTo>
                  <a:lnTo>
                    <a:pt x="3088347" y="267088"/>
                  </a:lnTo>
                  <a:lnTo>
                    <a:pt x="3087276" y="267500"/>
                  </a:lnTo>
                  <a:lnTo>
                    <a:pt x="3086204" y="267912"/>
                  </a:lnTo>
                  <a:lnTo>
                    <a:pt x="3085132" y="268324"/>
                  </a:lnTo>
                  <a:lnTo>
                    <a:pt x="3084061" y="268736"/>
                  </a:lnTo>
                  <a:lnTo>
                    <a:pt x="3082989" y="269149"/>
                  </a:lnTo>
                  <a:lnTo>
                    <a:pt x="3081918" y="269561"/>
                  </a:lnTo>
                  <a:lnTo>
                    <a:pt x="3080846" y="269974"/>
                  </a:lnTo>
                  <a:lnTo>
                    <a:pt x="3079774" y="270387"/>
                  </a:lnTo>
                  <a:lnTo>
                    <a:pt x="3078703" y="270800"/>
                  </a:lnTo>
                  <a:lnTo>
                    <a:pt x="3077631" y="271213"/>
                  </a:lnTo>
                  <a:lnTo>
                    <a:pt x="3076560" y="271626"/>
                  </a:lnTo>
                  <a:lnTo>
                    <a:pt x="3075488" y="272040"/>
                  </a:lnTo>
                  <a:lnTo>
                    <a:pt x="3074416" y="272453"/>
                  </a:lnTo>
                  <a:lnTo>
                    <a:pt x="3073345" y="272867"/>
                  </a:lnTo>
                  <a:lnTo>
                    <a:pt x="3072273" y="273281"/>
                  </a:lnTo>
                  <a:lnTo>
                    <a:pt x="3071202" y="273694"/>
                  </a:lnTo>
                  <a:lnTo>
                    <a:pt x="3070130" y="274109"/>
                  </a:lnTo>
                  <a:lnTo>
                    <a:pt x="3069058" y="274523"/>
                  </a:lnTo>
                  <a:lnTo>
                    <a:pt x="3067987" y="274937"/>
                  </a:lnTo>
                  <a:lnTo>
                    <a:pt x="3066915" y="275351"/>
                  </a:lnTo>
                  <a:lnTo>
                    <a:pt x="3065844" y="275766"/>
                  </a:lnTo>
                  <a:lnTo>
                    <a:pt x="3064772" y="276181"/>
                  </a:lnTo>
                  <a:lnTo>
                    <a:pt x="3063700" y="276595"/>
                  </a:lnTo>
                  <a:lnTo>
                    <a:pt x="3062629" y="277010"/>
                  </a:lnTo>
                  <a:lnTo>
                    <a:pt x="3061557" y="277425"/>
                  </a:lnTo>
                  <a:lnTo>
                    <a:pt x="3060486" y="277841"/>
                  </a:lnTo>
                  <a:lnTo>
                    <a:pt x="3059414" y="278256"/>
                  </a:lnTo>
                  <a:lnTo>
                    <a:pt x="3058342" y="278671"/>
                  </a:lnTo>
                  <a:lnTo>
                    <a:pt x="3057271" y="279087"/>
                  </a:lnTo>
                  <a:lnTo>
                    <a:pt x="3056199" y="279502"/>
                  </a:lnTo>
                  <a:lnTo>
                    <a:pt x="3055128" y="279918"/>
                  </a:lnTo>
                  <a:lnTo>
                    <a:pt x="3054056" y="280334"/>
                  </a:lnTo>
                  <a:lnTo>
                    <a:pt x="3052984" y="280750"/>
                  </a:lnTo>
                  <a:lnTo>
                    <a:pt x="3051913" y="281166"/>
                  </a:lnTo>
                  <a:lnTo>
                    <a:pt x="3050841" y="281582"/>
                  </a:lnTo>
                  <a:lnTo>
                    <a:pt x="3049770" y="281998"/>
                  </a:lnTo>
                  <a:lnTo>
                    <a:pt x="3048698" y="282415"/>
                  </a:lnTo>
                  <a:lnTo>
                    <a:pt x="3047626" y="282831"/>
                  </a:lnTo>
                  <a:lnTo>
                    <a:pt x="3046555" y="283248"/>
                  </a:lnTo>
                  <a:lnTo>
                    <a:pt x="3045483" y="283664"/>
                  </a:lnTo>
                  <a:lnTo>
                    <a:pt x="3044412" y="284081"/>
                  </a:lnTo>
                  <a:lnTo>
                    <a:pt x="3043340" y="284498"/>
                  </a:lnTo>
                  <a:lnTo>
                    <a:pt x="3042268" y="284915"/>
                  </a:lnTo>
                  <a:lnTo>
                    <a:pt x="3041197" y="285332"/>
                  </a:lnTo>
                  <a:lnTo>
                    <a:pt x="3040125" y="285749"/>
                  </a:lnTo>
                  <a:lnTo>
                    <a:pt x="3039054" y="286166"/>
                  </a:lnTo>
                  <a:lnTo>
                    <a:pt x="3037982" y="286584"/>
                  </a:lnTo>
                  <a:lnTo>
                    <a:pt x="3036910" y="287001"/>
                  </a:lnTo>
                  <a:lnTo>
                    <a:pt x="3035839" y="287419"/>
                  </a:lnTo>
                  <a:lnTo>
                    <a:pt x="3034767" y="287836"/>
                  </a:lnTo>
                  <a:lnTo>
                    <a:pt x="3033696" y="288254"/>
                  </a:lnTo>
                  <a:lnTo>
                    <a:pt x="3032624" y="288672"/>
                  </a:lnTo>
                  <a:lnTo>
                    <a:pt x="3031552" y="289090"/>
                  </a:lnTo>
                  <a:lnTo>
                    <a:pt x="3030481" y="289508"/>
                  </a:lnTo>
                  <a:lnTo>
                    <a:pt x="3029409" y="289926"/>
                  </a:lnTo>
                  <a:lnTo>
                    <a:pt x="3028338" y="290344"/>
                  </a:lnTo>
                  <a:lnTo>
                    <a:pt x="3027266" y="290762"/>
                  </a:lnTo>
                  <a:lnTo>
                    <a:pt x="3026194" y="291181"/>
                  </a:lnTo>
                  <a:lnTo>
                    <a:pt x="3025123" y="291599"/>
                  </a:lnTo>
                  <a:lnTo>
                    <a:pt x="3024051" y="292017"/>
                  </a:lnTo>
                  <a:lnTo>
                    <a:pt x="3022980" y="292436"/>
                  </a:lnTo>
                  <a:lnTo>
                    <a:pt x="3021908" y="292855"/>
                  </a:lnTo>
                  <a:lnTo>
                    <a:pt x="3020836" y="293273"/>
                  </a:lnTo>
                  <a:lnTo>
                    <a:pt x="3019765" y="293692"/>
                  </a:lnTo>
                  <a:lnTo>
                    <a:pt x="3018693" y="294111"/>
                  </a:lnTo>
                  <a:lnTo>
                    <a:pt x="3017622" y="294530"/>
                  </a:lnTo>
                  <a:lnTo>
                    <a:pt x="3016550" y="294949"/>
                  </a:lnTo>
                  <a:lnTo>
                    <a:pt x="3015479" y="295368"/>
                  </a:lnTo>
                  <a:lnTo>
                    <a:pt x="3014407" y="295787"/>
                  </a:lnTo>
                  <a:lnTo>
                    <a:pt x="3013335" y="296206"/>
                  </a:lnTo>
                  <a:lnTo>
                    <a:pt x="3012264" y="296625"/>
                  </a:lnTo>
                  <a:lnTo>
                    <a:pt x="3011192" y="297045"/>
                  </a:lnTo>
                  <a:lnTo>
                    <a:pt x="3010121" y="297464"/>
                  </a:lnTo>
                  <a:lnTo>
                    <a:pt x="3009049" y="297883"/>
                  </a:lnTo>
                  <a:lnTo>
                    <a:pt x="3007977" y="298303"/>
                  </a:lnTo>
                  <a:lnTo>
                    <a:pt x="3006906" y="298722"/>
                  </a:lnTo>
                  <a:lnTo>
                    <a:pt x="3005834" y="299142"/>
                  </a:lnTo>
                  <a:lnTo>
                    <a:pt x="3004763" y="299562"/>
                  </a:lnTo>
                  <a:lnTo>
                    <a:pt x="3003691" y="299981"/>
                  </a:lnTo>
                  <a:lnTo>
                    <a:pt x="3002619" y="300401"/>
                  </a:lnTo>
                  <a:lnTo>
                    <a:pt x="3001548" y="300821"/>
                  </a:lnTo>
                  <a:lnTo>
                    <a:pt x="3000476" y="301241"/>
                  </a:lnTo>
                  <a:lnTo>
                    <a:pt x="2999405" y="301661"/>
                  </a:lnTo>
                  <a:lnTo>
                    <a:pt x="2998333" y="302081"/>
                  </a:lnTo>
                  <a:lnTo>
                    <a:pt x="2997261" y="302501"/>
                  </a:lnTo>
                  <a:lnTo>
                    <a:pt x="2996190" y="302921"/>
                  </a:lnTo>
                  <a:lnTo>
                    <a:pt x="2995118" y="303341"/>
                  </a:lnTo>
                  <a:lnTo>
                    <a:pt x="2994047" y="303761"/>
                  </a:lnTo>
                  <a:lnTo>
                    <a:pt x="2992975" y="304181"/>
                  </a:lnTo>
                  <a:lnTo>
                    <a:pt x="2991903" y="304601"/>
                  </a:lnTo>
                  <a:lnTo>
                    <a:pt x="2990832" y="305022"/>
                  </a:lnTo>
                  <a:lnTo>
                    <a:pt x="2989760" y="305442"/>
                  </a:lnTo>
                  <a:lnTo>
                    <a:pt x="2988689" y="305862"/>
                  </a:lnTo>
                  <a:lnTo>
                    <a:pt x="2987617" y="306283"/>
                  </a:lnTo>
                  <a:lnTo>
                    <a:pt x="2986545" y="306703"/>
                  </a:lnTo>
                  <a:lnTo>
                    <a:pt x="2985474" y="307123"/>
                  </a:lnTo>
                  <a:lnTo>
                    <a:pt x="2984402" y="307544"/>
                  </a:lnTo>
                  <a:lnTo>
                    <a:pt x="2983331" y="307964"/>
                  </a:lnTo>
                  <a:lnTo>
                    <a:pt x="2982259" y="308385"/>
                  </a:lnTo>
                  <a:lnTo>
                    <a:pt x="2981187" y="308805"/>
                  </a:lnTo>
                  <a:lnTo>
                    <a:pt x="2980116" y="309226"/>
                  </a:lnTo>
                  <a:lnTo>
                    <a:pt x="2979044" y="309647"/>
                  </a:lnTo>
                  <a:lnTo>
                    <a:pt x="2977973" y="310067"/>
                  </a:lnTo>
                  <a:lnTo>
                    <a:pt x="2976901" y="310488"/>
                  </a:lnTo>
                  <a:lnTo>
                    <a:pt x="2975829" y="310908"/>
                  </a:lnTo>
                  <a:lnTo>
                    <a:pt x="2974758" y="311329"/>
                  </a:lnTo>
                  <a:lnTo>
                    <a:pt x="2973686" y="311750"/>
                  </a:lnTo>
                  <a:lnTo>
                    <a:pt x="2972615" y="312170"/>
                  </a:lnTo>
                  <a:lnTo>
                    <a:pt x="2971543" y="312591"/>
                  </a:lnTo>
                  <a:lnTo>
                    <a:pt x="2970471" y="313012"/>
                  </a:lnTo>
                  <a:lnTo>
                    <a:pt x="2969400" y="313433"/>
                  </a:lnTo>
                  <a:lnTo>
                    <a:pt x="2968328" y="313853"/>
                  </a:lnTo>
                  <a:lnTo>
                    <a:pt x="2967257" y="314274"/>
                  </a:lnTo>
                  <a:lnTo>
                    <a:pt x="2966185" y="314695"/>
                  </a:lnTo>
                  <a:lnTo>
                    <a:pt x="2965113" y="315115"/>
                  </a:lnTo>
                  <a:lnTo>
                    <a:pt x="2964042" y="315536"/>
                  </a:lnTo>
                  <a:lnTo>
                    <a:pt x="2962970" y="315957"/>
                  </a:lnTo>
                  <a:lnTo>
                    <a:pt x="2961899" y="316378"/>
                  </a:lnTo>
                  <a:lnTo>
                    <a:pt x="2960827" y="316798"/>
                  </a:lnTo>
                  <a:lnTo>
                    <a:pt x="2959755" y="317219"/>
                  </a:lnTo>
                  <a:lnTo>
                    <a:pt x="2958684" y="317640"/>
                  </a:lnTo>
                  <a:lnTo>
                    <a:pt x="2957612" y="318061"/>
                  </a:lnTo>
                  <a:lnTo>
                    <a:pt x="2956541" y="318481"/>
                  </a:lnTo>
                  <a:lnTo>
                    <a:pt x="2955469" y="318902"/>
                  </a:lnTo>
                  <a:lnTo>
                    <a:pt x="2954397" y="319323"/>
                  </a:lnTo>
                  <a:lnTo>
                    <a:pt x="2953326" y="319744"/>
                  </a:lnTo>
                  <a:lnTo>
                    <a:pt x="2952254" y="320164"/>
                  </a:lnTo>
                  <a:lnTo>
                    <a:pt x="2951183" y="320585"/>
                  </a:lnTo>
                  <a:lnTo>
                    <a:pt x="2950111" y="321006"/>
                  </a:lnTo>
                  <a:lnTo>
                    <a:pt x="2949039" y="321426"/>
                  </a:lnTo>
                  <a:lnTo>
                    <a:pt x="2947968" y="321847"/>
                  </a:lnTo>
                  <a:lnTo>
                    <a:pt x="2946896" y="322267"/>
                  </a:lnTo>
                  <a:lnTo>
                    <a:pt x="2945825" y="322688"/>
                  </a:lnTo>
                  <a:lnTo>
                    <a:pt x="2944753" y="323109"/>
                  </a:lnTo>
                  <a:lnTo>
                    <a:pt x="2943681" y="323529"/>
                  </a:lnTo>
                  <a:lnTo>
                    <a:pt x="2942610" y="323950"/>
                  </a:lnTo>
                  <a:lnTo>
                    <a:pt x="2941538" y="324370"/>
                  </a:lnTo>
                  <a:lnTo>
                    <a:pt x="2940467" y="324791"/>
                  </a:lnTo>
                  <a:lnTo>
                    <a:pt x="2939395" y="325211"/>
                  </a:lnTo>
                  <a:lnTo>
                    <a:pt x="2938323" y="325631"/>
                  </a:lnTo>
                  <a:lnTo>
                    <a:pt x="2937252" y="326052"/>
                  </a:lnTo>
                  <a:lnTo>
                    <a:pt x="2936180" y="326472"/>
                  </a:lnTo>
                  <a:lnTo>
                    <a:pt x="2935109" y="326892"/>
                  </a:lnTo>
                  <a:lnTo>
                    <a:pt x="2934037" y="327313"/>
                  </a:lnTo>
                  <a:lnTo>
                    <a:pt x="2932965" y="327733"/>
                  </a:lnTo>
                  <a:lnTo>
                    <a:pt x="2931894" y="328153"/>
                  </a:lnTo>
                  <a:lnTo>
                    <a:pt x="2930822" y="328573"/>
                  </a:lnTo>
                  <a:lnTo>
                    <a:pt x="2929751" y="328993"/>
                  </a:lnTo>
                  <a:lnTo>
                    <a:pt x="2928679" y="329413"/>
                  </a:lnTo>
                  <a:lnTo>
                    <a:pt x="2927607" y="329833"/>
                  </a:lnTo>
                  <a:lnTo>
                    <a:pt x="2926536" y="330253"/>
                  </a:lnTo>
                  <a:lnTo>
                    <a:pt x="2925464" y="330673"/>
                  </a:lnTo>
                  <a:lnTo>
                    <a:pt x="2924393" y="331093"/>
                  </a:lnTo>
                  <a:lnTo>
                    <a:pt x="2923321" y="331513"/>
                  </a:lnTo>
                  <a:lnTo>
                    <a:pt x="2922249" y="331932"/>
                  </a:lnTo>
                  <a:lnTo>
                    <a:pt x="2921178" y="332352"/>
                  </a:lnTo>
                  <a:lnTo>
                    <a:pt x="2920106" y="332772"/>
                  </a:lnTo>
                  <a:lnTo>
                    <a:pt x="2919035" y="333191"/>
                  </a:lnTo>
                  <a:lnTo>
                    <a:pt x="2917963" y="333611"/>
                  </a:lnTo>
                  <a:lnTo>
                    <a:pt x="2916891" y="334030"/>
                  </a:lnTo>
                  <a:lnTo>
                    <a:pt x="2915820" y="334449"/>
                  </a:lnTo>
                  <a:lnTo>
                    <a:pt x="2914748" y="334869"/>
                  </a:lnTo>
                  <a:lnTo>
                    <a:pt x="2913677" y="335288"/>
                  </a:lnTo>
                  <a:lnTo>
                    <a:pt x="2912605" y="335707"/>
                  </a:lnTo>
                  <a:lnTo>
                    <a:pt x="2911533" y="336126"/>
                  </a:lnTo>
                  <a:lnTo>
                    <a:pt x="2910462" y="336545"/>
                  </a:lnTo>
                  <a:lnTo>
                    <a:pt x="2909390" y="336964"/>
                  </a:lnTo>
                  <a:lnTo>
                    <a:pt x="2908319" y="337383"/>
                  </a:lnTo>
                  <a:lnTo>
                    <a:pt x="2907247" y="337802"/>
                  </a:lnTo>
                  <a:lnTo>
                    <a:pt x="2906175" y="338220"/>
                  </a:lnTo>
                  <a:lnTo>
                    <a:pt x="2905104" y="338639"/>
                  </a:lnTo>
                  <a:lnTo>
                    <a:pt x="2904032" y="339057"/>
                  </a:lnTo>
                  <a:lnTo>
                    <a:pt x="2902961" y="339476"/>
                  </a:lnTo>
                  <a:lnTo>
                    <a:pt x="2901889" y="339894"/>
                  </a:lnTo>
                  <a:lnTo>
                    <a:pt x="2900817" y="340313"/>
                  </a:lnTo>
                  <a:lnTo>
                    <a:pt x="2899746" y="340731"/>
                  </a:lnTo>
                  <a:lnTo>
                    <a:pt x="2898674" y="341149"/>
                  </a:lnTo>
                  <a:lnTo>
                    <a:pt x="2897603" y="341567"/>
                  </a:lnTo>
                  <a:lnTo>
                    <a:pt x="2896531" y="341985"/>
                  </a:lnTo>
                  <a:lnTo>
                    <a:pt x="2895459" y="342403"/>
                  </a:lnTo>
                  <a:lnTo>
                    <a:pt x="2894388" y="342820"/>
                  </a:lnTo>
                  <a:lnTo>
                    <a:pt x="2893316" y="343238"/>
                  </a:lnTo>
                  <a:lnTo>
                    <a:pt x="2892245" y="343656"/>
                  </a:lnTo>
                  <a:lnTo>
                    <a:pt x="2891173" y="344073"/>
                  </a:lnTo>
                  <a:lnTo>
                    <a:pt x="2890101" y="344490"/>
                  </a:lnTo>
                  <a:lnTo>
                    <a:pt x="2889030" y="344908"/>
                  </a:lnTo>
                  <a:lnTo>
                    <a:pt x="2887958" y="345325"/>
                  </a:lnTo>
                  <a:lnTo>
                    <a:pt x="2886887" y="345742"/>
                  </a:lnTo>
                  <a:lnTo>
                    <a:pt x="2885815" y="346159"/>
                  </a:lnTo>
                  <a:lnTo>
                    <a:pt x="2884743" y="346575"/>
                  </a:lnTo>
                  <a:lnTo>
                    <a:pt x="2883672" y="346992"/>
                  </a:lnTo>
                  <a:lnTo>
                    <a:pt x="2882600" y="347409"/>
                  </a:lnTo>
                  <a:lnTo>
                    <a:pt x="2881529" y="347825"/>
                  </a:lnTo>
                  <a:lnTo>
                    <a:pt x="2880457" y="348241"/>
                  </a:lnTo>
                  <a:lnTo>
                    <a:pt x="2879385" y="348658"/>
                  </a:lnTo>
                  <a:lnTo>
                    <a:pt x="2878314" y="349074"/>
                  </a:lnTo>
                  <a:lnTo>
                    <a:pt x="2877242" y="349490"/>
                  </a:lnTo>
                  <a:lnTo>
                    <a:pt x="2876171" y="349906"/>
                  </a:lnTo>
                  <a:lnTo>
                    <a:pt x="2875099" y="350321"/>
                  </a:lnTo>
                  <a:lnTo>
                    <a:pt x="2874027" y="350737"/>
                  </a:lnTo>
                  <a:lnTo>
                    <a:pt x="2872956" y="351152"/>
                  </a:lnTo>
                  <a:lnTo>
                    <a:pt x="2871884" y="351568"/>
                  </a:lnTo>
                  <a:lnTo>
                    <a:pt x="2870813" y="351983"/>
                  </a:lnTo>
                  <a:lnTo>
                    <a:pt x="2869741" y="352398"/>
                  </a:lnTo>
                  <a:lnTo>
                    <a:pt x="2868669" y="352813"/>
                  </a:lnTo>
                  <a:lnTo>
                    <a:pt x="2867598" y="353228"/>
                  </a:lnTo>
                  <a:lnTo>
                    <a:pt x="2866526" y="353642"/>
                  </a:lnTo>
                  <a:lnTo>
                    <a:pt x="2865455" y="354057"/>
                  </a:lnTo>
                  <a:lnTo>
                    <a:pt x="2864383" y="354471"/>
                  </a:lnTo>
                  <a:lnTo>
                    <a:pt x="2863311" y="354886"/>
                  </a:lnTo>
                  <a:lnTo>
                    <a:pt x="2862240" y="355300"/>
                  </a:lnTo>
                  <a:lnTo>
                    <a:pt x="2861168" y="355714"/>
                  </a:lnTo>
                  <a:lnTo>
                    <a:pt x="2860097" y="356127"/>
                  </a:lnTo>
                  <a:lnTo>
                    <a:pt x="2859025" y="356541"/>
                  </a:lnTo>
                  <a:lnTo>
                    <a:pt x="2857953" y="356955"/>
                  </a:lnTo>
                  <a:lnTo>
                    <a:pt x="2856882" y="357368"/>
                  </a:lnTo>
                  <a:lnTo>
                    <a:pt x="2855810" y="357781"/>
                  </a:lnTo>
                  <a:lnTo>
                    <a:pt x="2854739" y="358194"/>
                  </a:lnTo>
                  <a:lnTo>
                    <a:pt x="2853667" y="358607"/>
                  </a:lnTo>
                  <a:lnTo>
                    <a:pt x="2852595" y="359020"/>
                  </a:lnTo>
                  <a:lnTo>
                    <a:pt x="2851524" y="359432"/>
                  </a:lnTo>
                  <a:lnTo>
                    <a:pt x="2850452" y="359845"/>
                  </a:lnTo>
                  <a:lnTo>
                    <a:pt x="2849381" y="360257"/>
                  </a:lnTo>
                  <a:lnTo>
                    <a:pt x="2848309" y="360669"/>
                  </a:lnTo>
                  <a:lnTo>
                    <a:pt x="2847237" y="361081"/>
                  </a:lnTo>
                  <a:lnTo>
                    <a:pt x="2846166" y="361493"/>
                  </a:lnTo>
                  <a:lnTo>
                    <a:pt x="2845094" y="361904"/>
                  </a:lnTo>
                  <a:lnTo>
                    <a:pt x="2844023" y="362316"/>
                  </a:lnTo>
                  <a:lnTo>
                    <a:pt x="2842951" y="362727"/>
                  </a:lnTo>
                  <a:lnTo>
                    <a:pt x="2841879" y="363138"/>
                  </a:lnTo>
                  <a:lnTo>
                    <a:pt x="2840808" y="363549"/>
                  </a:lnTo>
                  <a:lnTo>
                    <a:pt x="2839736" y="363959"/>
                  </a:lnTo>
                  <a:lnTo>
                    <a:pt x="2838665" y="364370"/>
                  </a:lnTo>
                  <a:lnTo>
                    <a:pt x="2837593" y="364780"/>
                  </a:lnTo>
                  <a:lnTo>
                    <a:pt x="2836522" y="365190"/>
                  </a:lnTo>
                  <a:lnTo>
                    <a:pt x="2835450" y="365600"/>
                  </a:lnTo>
                  <a:lnTo>
                    <a:pt x="2834378" y="366010"/>
                  </a:lnTo>
                  <a:lnTo>
                    <a:pt x="2833307" y="366420"/>
                  </a:lnTo>
                  <a:lnTo>
                    <a:pt x="2832235" y="366829"/>
                  </a:lnTo>
                  <a:lnTo>
                    <a:pt x="2831164" y="367238"/>
                  </a:lnTo>
                  <a:lnTo>
                    <a:pt x="2830092" y="367647"/>
                  </a:lnTo>
                  <a:lnTo>
                    <a:pt x="2829020" y="368056"/>
                  </a:lnTo>
                  <a:lnTo>
                    <a:pt x="2827949" y="368465"/>
                  </a:lnTo>
                  <a:lnTo>
                    <a:pt x="2826877" y="368873"/>
                  </a:lnTo>
                  <a:lnTo>
                    <a:pt x="2825806" y="369281"/>
                  </a:lnTo>
                  <a:lnTo>
                    <a:pt x="2824734" y="369689"/>
                  </a:lnTo>
                  <a:lnTo>
                    <a:pt x="2823662" y="370097"/>
                  </a:lnTo>
                  <a:lnTo>
                    <a:pt x="2822591" y="370505"/>
                  </a:lnTo>
                  <a:lnTo>
                    <a:pt x="2821519" y="370912"/>
                  </a:lnTo>
                  <a:lnTo>
                    <a:pt x="2820448" y="371319"/>
                  </a:lnTo>
                  <a:lnTo>
                    <a:pt x="2819376" y="371726"/>
                  </a:lnTo>
                  <a:lnTo>
                    <a:pt x="2818304" y="372133"/>
                  </a:lnTo>
                  <a:lnTo>
                    <a:pt x="2817233" y="372539"/>
                  </a:lnTo>
                  <a:lnTo>
                    <a:pt x="2816161" y="372946"/>
                  </a:lnTo>
                  <a:lnTo>
                    <a:pt x="2815090" y="373352"/>
                  </a:lnTo>
                  <a:lnTo>
                    <a:pt x="2814018" y="373758"/>
                  </a:lnTo>
                  <a:lnTo>
                    <a:pt x="2812946" y="374163"/>
                  </a:lnTo>
                  <a:lnTo>
                    <a:pt x="2811875" y="374569"/>
                  </a:lnTo>
                  <a:lnTo>
                    <a:pt x="2810803" y="374974"/>
                  </a:lnTo>
                  <a:lnTo>
                    <a:pt x="2809732" y="375379"/>
                  </a:lnTo>
                  <a:lnTo>
                    <a:pt x="2808660" y="375784"/>
                  </a:lnTo>
                  <a:lnTo>
                    <a:pt x="2807588" y="376188"/>
                  </a:lnTo>
                  <a:lnTo>
                    <a:pt x="2806517" y="376592"/>
                  </a:lnTo>
                  <a:lnTo>
                    <a:pt x="2805445" y="376996"/>
                  </a:lnTo>
                  <a:lnTo>
                    <a:pt x="2804374" y="377400"/>
                  </a:lnTo>
                  <a:lnTo>
                    <a:pt x="2803302" y="377804"/>
                  </a:lnTo>
                  <a:lnTo>
                    <a:pt x="2802230" y="378207"/>
                  </a:lnTo>
                  <a:lnTo>
                    <a:pt x="2801159" y="378610"/>
                  </a:lnTo>
                  <a:lnTo>
                    <a:pt x="2800087" y="379013"/>
                  </a:lnTo>
                  <a:lnTo>
                    <a:pt x="2799016" y="379416"/>
                  </a:lnTo>
                  <a:lnTo>
                    <a:pt x="2797944" y="379818"/>
                  </a:lnTo>
                  <a:lnTo>
                    <a:pt x="2796872" y="380220"/>
                  </a:lnTo>
                  <a:lnTo>
                    <a:pt x="2795801" y="380622"/>
                  </a:lnTo>
                  <a:lnTo>
                    <a:pt x="2794729" y="381024"/>
                  </a:lnTo>
                  <a:lnTo>
                    <a:pt x="2793658" y="381425"/>
                  </a:lnTo>
                  <a:lnTo>
                    <a:pt x="2792586" y="381826"/>
                  </a:lnTo>
                  <a:lnTo>
                    <a:pt x="2791514" y="382227"/>
                  </a:lnTo>
                  <a:lnTo>
                    <a:pt x="2790443" y="382628"/>
                  </a:lnTo>
                  <a:lnTo>
                    <a:pt x="2789371" y="383028"/>
                  </a:lnTo>
                  <a:lnTo>
                    <a:pt x="2788300" y="383428"/>
                  </a:lnTo>
                  <a:lnTo>
                    <a:pt x="2787228" y="383828"/>
                  </a:lnTo>
                  <a:lnTo>
                    <a:pt x="2786156" y="384228"/>
                  </a:lnTo>
                  <a:lnTo>
                    <a:pt x="2785085" y="384627"/>
                  </a:lnTo>
                  <a:lnTo>
                    <a:pt x="2784013" y="385026"/>
                  </a:lnTo>
                  <a:lnTo>
                    <a:pt x="2782942" y="385425"/>
                  </a:lnTo>
                  <a:lnTo>
                    <a:pt x="2781870" y="385824"/>
                  </a:lnTo>
                  <a:lnTo>
                    <a:pt x="2780798" y="386222"/>
                  </a:lnTo>
                  <a:lnTo>
                    <a:pt x="2779727" y="386620"/>
                  </a:lnTo>
                  <a:lnTo>
                    <a:pt x="2778655" y="387017"/>
                  </a:lnTo>
                  <a:lnTo>
                    <a:pt x="2777584" y="387415"/>
                  </a:lnTo>
                  <a:lnTo>
                    <a:pt x="2776512" y="387812"/>
                  </a:lnTo>
                  <a:lnTo>
                    <a:pt x="2775440" y="388209"/>
                  </a:lnTo>
                  <a:lnTo>
                    <a:pt x="2774369" y="388605"/>
                  </a:lnTo>
                  <a:lnTo>
                    <a:pt x="2773297" y="389002"/>
                  </a:lnTo>
                  <a:lnTo>
                    <a:pt x="2772226" y="389398"/>
                  </a:lnTo>
                  <a:lnTo>
                    <a:pt x="2771154" y="389794"/>
                  </a:lnTo>
                  <a:lnTo>
                    <a:pt x="2770082" y="390189"/>
                  </a:lnTo>
                  <a:lnTo>
                    <a:pt x="2769011" y="390584"/>
                  </a:lnTo>
                  <a:lnTo>
                    <a:pt x="2767939" y="390979"/>
                  </a:lnTo>
                  <a:lnTo>
                    <a:pt x="2766868" y="391374"/>
                  </a:lnTo>
                  <a:lnTo>
                    <a:pt x="2765796" y="391768"/>
                  </a:lnTo>
                  <a:lnTo>
                    <a:pt x="2764724" y="392162"/>
                  </a:lnTo>
                  <a:lnTo>
                    <a:pt x="2763653" y="392556"/>
                  </a:lnTo>
                  <a:lnTo>
                    <a:pt x="2762581" y="392949"/>
                  </a:lnTo>
                  <a:lnTo>
                    <a:pt x="2761510" y="393342"/>
                  </a:lnTo>
                  <a:lnTo>
                    <a:pt x="2760438" y="393735"/>
                  </a:lnTo>
                  <a:lnTo>
                    <a:pt x="2759366" y="394127"/>
                  </a:lnTo>
                  <a:lnTo>
                    <a:pt x="2758295" y="394519"/>
                  </a:lnTo>
                  <a:lnTo>
                    <a:pt x="2757223" y="394911"/>
                  </a:lnTo>
                  <a:lnTo>
                    <a:pt x="2756152" y="395303"/>
                  </a:lnTo>
                  <a:lnTo>
                    <a:pt x="2755080" y="395694"/>
                  </a:lnTo>
                  <a:lnTo>
                    <a:pt x="2754008" y="396085"/>
                  </a:lnTo>
                  <a:lnTo>
                    <a:pt x="2752937" y="396476"/>
                  </a:lnTo>
                  <a:lnTo>
                    <a:pt x="2751865" y="396866"/>
                  </a:lnTo>
                  <a:lnTo>
                    <a:pt x="2750794" y="397256"/>
                  </a:lnTo>
                  <a:lnTo>
                    <a:pt x="2749722" y="397646"/>
                  </a:lnTo>
                  <a:lnTo>
                    <a:pt x="2748650" y="398035"/>
                  </a:lnTo>
                  <a:lnTo>
                    <a:pt x="2747579" y="398424"/>
                  </a:lnTo>
                  <a:lnTo>
                    <a:pt x="2746507" y="398813"/>
                  </a:lnTo>
                  <a:lnTo>
                    <a:pt x="2745436" y="399201"/>
                  </a:lnTo>
                  <a:lnTo>
                    <a:pt x="2744364" y="399589"/>
                  </a:lnTo>
                  <a:lnTo>
                    <a:pt x="2743292" y="399977"/>
                  </a:lnTo>
                  <a:lnTo>
                    <a:pt x="2742221" y="400364"/>
                  </a:lnTo>
                  <a:lnTo>
                    <a:pt x="2741149" y="400751"/>
                  </a:lnTo>
                  <a:lnTo>
                    <a:pt x="2740078" y="401138"/>
                  </a:lnTo>
                  <a:lnTo>
                    <a:pt x="2739006" y="401524"/>
                  </a:lnTo>
                  <a:lnTo>
                    <a:pt x="2737934" y="401910"/>
                  </a:lnTo>
                  <a:lnTo>
                    <a:pt x="2736863" y="402296"/>
                  </a:lnTo>
                  <a:lnTo>
                    <a:pt x="2735791" y="402681"/>
                  </a:lnTo>
                  <a:lnTo>
                    <a:pt x="2734720" y="403066"/>
                  </a:lnTo>
                  <a:lnTo>
                    <a:pt x="2733648" y="403451"/>
                  </a:lnTo>
                  <a:lnTo>
                    <a:pt x="2732576" y="403835"/>
                  </a:lnTo>
                  <a:lnTo>
                    <a:pt x="2731505" y="404219"/>
                  </a:lnTo>
                  <a:lnTo>
                    <a:pt x="2730433" y="404603"/>
                  </a:lnTo>
                  <a:lnTo>
                    <a:pt x="2729362" y="404986"/>
                  </a:lnTo>
                  <a:lnTo>
                    <a:pt x="2728290" y="405369"/>
                  </a:lnTo>
                  <a:lnTo>
                    <a:pt x="2727218" y="405752"/>
                  </a:lnTo>
                  <a:lnTo>
                    <a:pt x="2726147" y="406134"/>
                  </a:lnTo>
                  <a:lnTo>
                    <a:pt x="2725075" y="406516"/>
                  </a:lnTo>
                  <a:lnTo>
                    <a:pt x="2724004" y="406898"/>
                  </a:lnTo>
                  <a:lnTo>
                    <a:pt x="2722932" y="407279"/>
                  </a:lnTo>
                  <a:lnTo>
                    <a:pt x="2721860" y="407659"/>
                  </a:lnTo>
                  <a:lnTo>
                    <a:pt x="2720789" y="408040"/>
                  </a:lnTo>
                  <a:lnTo>
                    <a:pt x="2719717" y="408420"/>
                  </a:lnTo>
                  <a:lnTo>
                    <a:pt x="2718646" y="408800"/>
                  </a:lnTo>
                  <a:lnTo>
                    <a:pt x="2717574" y="409179"/>
                  </a:lnTo>
                  <a:lnTo>
                    <a:pt x="2716502" y="409558"/>
                  </a:lnTo>
                  <a:lnTo>
                    <a:pt x="2715431" y="409937"/>
                  </a:lnTo>
                  <a:lnTo>
                    <a:pt x="2714359" y="410315"/>
                  </a:lnTo>
                  <a:lnTo>
                    <a:pt x="2713288" y="410693"/>
                  </a:lnTo>
                  <a:lnTo>
                    <a:pt x="2712216" y="411070"/>
                  </a:lnTo>
                  <a:lnTo>
                    <a:pt x="2711144" y="411447"/>
                  </a:lnTo>
                  <a:lnTo>
                    <a:pt x="2710073" y="411824"/>
                  </a:lnTo>
                  <a:lnTo>
                    <a:pt x="2709001" y="412200"/>
                  </a:lnTo>
                  <a:lnTo>
                    <a:pt x="2707930" y="412576"/>
                  </a:lnTo>
                  <a:lnTo>
                    <a:pt x="2706858" y="412952"/>
                  </a:lnTo>
                  <a:lnTo>
                    <a:pt x="2705786" y="413327"/>
                  </a:lnTo>
                  <a:lnTo>
                    <a:pt x="2704715" y="413702"/>
                  </a:lnTo>
                  <a:lnTo>
                    <a:pt x="2703643" y="414076"/>
                  </a:lnTo>
                  <a:lnTo>
                    <a:pt x="2702572" y="414450"/>
                  </a:lnTo>
                  <a:lnTo>
                    <a:pt x="2701500" y="414824"/>
                  </a:lnTo>
                  <a:lnTo>
                    <a:pt x="2700428" y="415197"/>
                  </a:lnTo>
                  <a:lnTo>
                    <a:pt x="2699357" y="415570"/>
                  </a:lnTo>
                  <a:lnTo>
                    <a:pt x="2698285" y="415942"/>
                  </a:lnTo>
                  <a:lnTo>
                    <a:pt x="2697214" y="416314"/>
                  </a:lnTo>
                  <a:lnTo>
                    <a:pt x="2696142" y="416686"/>
                  </a:lnTo>
                  <a:lnTo>
                    <a:pt x="2695070" y="417057"/>
                  </a:lnTo>
                  <a:lnTo>
                    <a:pt x="2693999" y="417428"/>
                  </a:lnTo>
                  <a:lnTo>
                    <a:pt x="2692927" y="417798"/>
                  </a:lnTo>
                  <a:lnTo>
                    <a:pt x="2691856" y="418168"/>
                  </a:lnTo>
                  <a:lnTo>
                    <a:pt x="2690784" y="418538"/>
                  </a:lnTo>
                  <a:lnTo>
                    <a:pt x="2689712" y="418907"/>
                  </a:lnTo>
                  <a:lnTo>
                    <a:pt x="2688641" y="419276"/>
                  </a:lnTo>
                  <a:lnTo>
                    <a:pt x="2687569" y="419644"/>
                  </a:lnTo>
                  <a:lnTo>
                    <a:pt x="2686498" y="420012"/>
                  </a:lnTo>
                  <a:lnTo>
                    <a:pt x="2685426" y="420380"/>
                  </a:lnTo>
                  <a:lnTo>
                    <a:pt x="2684354" y="420747"/>
                  </a:lnTo>
                  <a:lnTo>
                    <a:pt x="2683283" y="421113"/>
                  </a:lnTo>
                  <a:lnTo>
                    <a:pt x="2682211" y="421480"/>
                  </a:lnTo>
                  <a:lnTo>
                    <a:pt x="2681140" y="421846"/>
                  </a:lnTo>
                  <a:lnTo>
                    <a:pt x="2680068" y="422211"/>
                  </a:lnTo>
                  <a:lnTo>
                    <a:pt x="2678996" y="422576"/>
                  </a:lnTo>
                  <a:lnTo>
                    <a:pt x="2677925" y="422941"/>
                  </a:lnTo>
                  <a:lnTo>
                    <a:pt x="2676853" y="423305"/>
                  </a:lnTo>
                  <a:lnTo>
                    <a:pt x="2675782" y="423669"/>
                  </a:lnTo>
                  <a:lnTo>
                    <a:pt x="2674710" y="424032"/>
                  </a:lnTo>
                  <a:lnTo>
                    <a:pt x="2673638" y="424395"/>
                  </a:lnTo>
                  <a:lnTo>
                    <a:pt x="2672567" y="424757"/>
                  </a:lnTo>
                  <a:lnTo>
                    <a:pt x="2671495" y="425119"/>
                  </a:lnTo>
                  <a:lnTo>
                    <a:pt x="2670424" y="425481"/>
                  </a:lnTo>
                  <a:lnTo>
                    <a:pt x="2669352" y="425842"/>
                  </a:lnTo>
                  <a:lnTo>
                    <a:pt x="2668280" y="426202"/>
                  </a:lnTo>
                  <a:lnTo>
                    <a:pt x="2667209" y="426563"/>
                  </a:lnTo>
                  <a:lnTo>
                    <a:pt x="2666137" y="426922"/>
                  </a:lnTo>
                  <a:lnTo>
                    <a:pt x="2665066" y="427282"/>
                  </a:lnTo>
                  <a:lnTo>
                    <a:pt x="2663994" y="427641"/>
                  </a:lnTo>
                  <a:lnTo>
                    <a:pt x="2662922" y="427999"/>
                  </a:lnTo>
                  <a:lnTo>
                    <a:pt x="2661851" y="428357"/>
                  </a:lnTo>
                  <a:lnTo>
                    <a:pt x="2660779" y="428714"/>
                  </a:lnTo>
                  <a:lnTo>
                    <a:pt x="2659708" y="429072"/>
                  </a:lnTo>
                  <a:lnTo>
                    <a:pt x="2658636" y="429428"/>
                  </a:lnTo>
                  <a:lnTo>
                    <a:pt x="2657565" y="429784"/>
                  </a:lnTo>
                  <a:lnTo>
                    <a:pt x="2656493" y="430140"/>
                  </a:lnTo>
                  <a:lnTo>
                    <a:pt x="2655421" y="430495"/>
                  </a:lnTo>
                  <a:lnTo>
                    <a:pt x="2654350" y="430850"/>
                  </a:lnTo>
                  <a:lnTo>
                    <a:pt x="2653278" y="431204"/>
                  </a:lnTo>
                  <a:lnTo>
                    <a:pt x="2652207" y="431558"/>
                  </a:lnTo>
                  <a:lnTo>
                    <a:pt x="2651135" y="431912"/>
                  </a:lnTo>
                  <a:lnTo>
                    <a:pt x="2650063" y="432265"/>
                  </a:lnTo>
                  <a:lnTo>
                    <a:pt x="2648992" y="432617"/>
                  </a:lnTo>
                  <a:lnTo>
                    <a:pt x="2647920" y="432969"/>
                  </a:lnTo>
                  <a:lnTo>
                    <a:pt x="2646849" y="433320"/>
                  </a:lnTo>
                  <a:lnTo>
                    <a:pt x="2645777" y="433672"/>
                  </a:lnTo>
                  <a:lnTo>
                    <a:pt x="2644705" y="434022"/>
                  </a:lnTo>
                  <a:lnTo>
                    <a:pt x="2643634" y="434372"/>
                  </a:lnTo>
                  <a:lnTo>
                    <a:pt x="2642562" y="434722"/>
                  </a:lnTo>
                  <a:lnTo>
                    <a:pt x="2641491" y="435071"/>
                  </a:lnTo>
                  <a:lnTo>
                    <a:pt x="2640419" y="435420"/>
                  </a:lnTo>
                  <a:lnTo>
                    <a:pt x="2639347" y="435768"/>
                  </a:lnTo>
                  <a:lnTo>
                    <a:pt x="2638276" y="436115"/>
                  </a:lnTo>
                  <a:lnTo>
                    <a:pt x="2637204" y="436463"/>
                  </a:lnTo>
                  <a:lnTo>
                    <a:pt x="2636133" y="436809"/>
                  </a:lnTo>
                  <a:lnTo>
                    <a:pt x="2635061" y="437155"/>
                  </a:lnTo>
                  <a:lnTo>
                    <a:pt x="2633989" y="437501"/>
                  </a:lnTo>
                  <a:lnTo>
                    <a:pt x="2632918" y="437846"/>
                  </a:lnTo>
                  <a:lnTo>
                    <a:pt x="2631846" y="438191"/>
                  </a:lnTo>
                  <a:lnTo>
                    <a:pt x="2630775" y="438535"/>
                  </a:lnTo>
                  <a:lnTo>
                    <a:pt x="2629703" y="438879"/>
                  </a:lnTo>
                  <a:lnTo>
                    <a:pt x="2628631" y="439222"/>
                  </a:lnTo>
                  <a:lnTo>
                    <a:pt x="2627560" y="439565"/>
                  </a:lnTo>
                  <a:lnTo>
                    <a:pt x="2626488" y="439907"/>
                  </a:lnTo>
                  <a:lnTo>
                    <a:pt x="2625417" y="440249"/>
                  </a:lnTo>
                  <a:lnTo>
                    <a:pt x="2624345" y="440590"/>
                  </a:lnTo>
                  <a:lnTo>
                    <a:pt x="2623273" y="440931"/>
                  </a:lnTo>
                  <a:lnTo>
                    <a:pt x="2622202" y="441271"/>
                  </a:lnTo>
                  <a:lnTo>
                    <a:pt x="2621130" y="441611"/>
                  </a:lnTo>
                  <a:lnTo>
                    <a:pt x="2620059" y="441950"/>
                  </a:lnTo>
                  <a:lnTo>
                    <a:pt x="2618987" y="442289"/>
                  </a:lnTo>
                  <a:lnTo>
                    <a:pt x="2617915" y="442627"/>
                  </a:lnTo>
                  <a:lnTo>
                    <a:pt x="2616844" y="442965"/>
                  </a:lnTo>
                  <a:lnTo>
                    <a:pt x="2615772" y="443302"/>
                  </a:lnTo>
                  <a:lnTo>
                    <a:pt x="2614701" y="443638"/>
                  </a:lnTo>
                  <a:lnTo>
                    <a:pt x="2613629" y="443975"/>
                  </a:lnTo>
                  <a:lnTo>
                    <a:pt x="2612557" y="444310"/>
                  </a:lnTo>
                  <a:lnTo>
                    <a:pt x="2611486" y="444645"/>
                  </a:lnTo>
                  <a:lnTo>
                    <a:pt x="2610414" y="444980"/>
                  </a:lnTo>
                  <a:lnTo>
                    <a:pt x="2609343" y="445314"/>
                  </a:lnTo>
                  <a:lnTo>
                    <a:pt x="2608271" y="445647"/>
                  </a:lnTo>
                  <a:lnTo>
                    <a:pt x="2607199" y="445980"/>
                  </a:lnTo>
                  <a:lnTo>
                    <a:pt x="2606128" y="446313"/>
                  </a:lnTo>
                  <a:lnTo>
                    <a:pt x="2605056" y="446645"/>
                  </a:lnTo>
                  <a:lnTo>
                    <a:pt x="2603985" y="446976"/>
                  </a:lnTo>
                  <a:lnTo>
                    <a:pt x="2602913" y="447307"/>
                  </a:lnTo>
                  <a:lnTo>
                    <a:pt x="2601841" y="447637"/>
                  </a:lnTo>
                  <a:lnTo>
                    <a:pt x="2600770" y="447967"/>
                  </a:lnTo>
                  <a:lnTo>
                    <a:pt x="2599698" y="448296"/>
                  </a:lnTo>
                  <a:lnTo>
                    <a:pt x="2598627" y="448625"/>
                  </a:lnTo>
                  <a:lnTo>
                    <a:pt x="2597555" y="448953"/>
                  </a:lnTo>
                  <a:lnTo>
                    <a:pt x="2596483" y="449281"/>
                  </a:lnTo>
                  <a:lnTo>
                    <a:pt x="2595412" y="449608"/>
                  </a:lnTo>
                  <a:lnTo>
                    <a:pt x="2594340" y="449934"/>
                  </a:lnTo>
                  <a:lnTo>
                    <a:pt x="2593269" y="450260"/>
                  </a:lnTo>
                  <a:lnTo>
                    <a:pt x="2592197" y="450585"/>
                  </a:lnTo>
                  <a:lnTo>
                    <a:pt x="2591125" y="450910"/>
                  </a:lnTo>
                  <a:lnTo>
                    <a:pt x="2590054" y="451235"/>
                  </a:lnTo>
                  <a:lnTo>
                    <a:pt x="2588982" y="451558"/>
                  </a:lnTo>
                  <a:lnTo>
                    <a:pt x="2587911" y="451882"/>
                  </a:lnTo>
                  <a:lnTo>
                    <a:pt x="2586839" y="452204"/>
                  </a:lnTo>
                  <a:lnTo>
                    <a:pt x="2585767" y="452526"/>
                  </a:lnTo>
                  <a:lnTo>
                    <a:pt x="2584696" y="452848"/>
                  </a:lnTo>
                  <a:lnTo>
                    <a:pt x="2583624" y="453169"/>
                  </a:lnTo>
                  <a:lnTo>
                    <a:pt x="2582553" y="453489"/>
                  </a:lnTo>
                  <a:lnTo>
                    <a:pt x="2581481" y="453809"/>
                  </a:lnTo>
                  <a:lnTo>
                    <a:pt x="2580409" y="454128"/>
                  </a:lnTo>
                  <a:lnTo>
                    <a:pt x="2579338" y="454447"/>
                  </a:lnTo>
                  <a:lnTo>
                    <a:pt x="2578266" y="454765"/>
                  </a:lnTo>
                  <a:lnTo>
                    <a:pt x="2577195" y="455083"/>
                  </a:lnTo>
                  <a:lnTo>
                    <a:pt x="2576123" y="455400"/>
                  </a:lnTo>
                  <a:lnTo>
                    <a:pt x="2575051" y="455716"/>
                  </a:lnTo>
                  <a:lnTo>
                    <a:pt x="2573980" y="456032"/>
                  </a:lnTo>
                  <a:lnTo>
                    <a:pt x="2572908" y="456347"/>
                  </a:lnTo>
                  <a:lnTo>
                    <a:pt x="2571837" y="456662"/>
                  </a:lnTo>
                  <a:lnTo>
                    <a:pt x="2570765" y="456976"/>
                  </a:lnTo>
                  <a:lnTo>
                    <a:pt x="2569693" y="457290"/>
                  </a:lnTo>
                  <a:lnTo>
                    <a:pt x="2568622" y="457603"/>
                  </a:lnTo>
                  <a:lnTo>
                    <a:pt x="2567550" y="457915"/>
                  </a:lnTo>
                  <a:lnTo>
                    <a:pt x="2566479" y="458227"/>
                  </a:lnTo>
                  <a:lnTo>
                    <a:pt x="2565407" y="458538"/>
                  </a:lnTo>
                  <a:lnTo>
                    <a:pt x="2564335" y="458849"/>
                  </a:lnTo>
                  <a:lnTo>
                    <a:pt x="2563264" y="459159"/>
                  </a:lnTo>
                  <a:lnTo>
                    <a:pt x="2562192" y="459469"/>
                  </a:lnTo>
                  <a:lnTo>
                    <a:pt x="2561121" y="459777"/>
                  </a:lnTo>
                  <a:lnTo>
                    <a:pt x="2560049" y="460086"/>
                  </a:lnTo>
                  <a:lnTo>
                    <a:pt x="2558977" y="460393"/>
                  </a:lnTo>
                  <a:lnTo>
                    <a:pt x="2557906" y="460700"/>
                  </a:lnTo>
                  <a:lnTo>
                    <a:pt x="2556834" y="461007"/>
                  </a:lnTo>
                  <a:lnTo>
                    <a:pt x="2555763" y="461313"/>
                  </a:lnTo>
                  <a:lnTo>
                    <a:pt x="2554691" y="461618"/>
                  </a:lnTo>
                  <a:lnTo>
                    <a:pt x="2553619" y="461923"/>
                  </a:lnTo>
                  <a:lnTo>
                    <a:pt x="2552548" y="462227"/>
                  </a:lnTo>
                  <a:lnTo>
                    <a:pt x="2551476" y="462531"/>
                  </a:lnTo>
                  <a:lnTo>
                    <a:pt x="2550405" y="462833"/>
                  </a:lnTo>
                  <a:lnTo>
                    <a:pt x="2549333" y="463136"/>
                  </a:lnTo>
                  <a:lnTo>
                    <a:pt x="2548261" y="463437"/>
                  </a:lnTo>
                  <a:lnTo>
                    <a:pt x="2547190" y="463739"/>
                  </a:lnTo>
                  <a:lnTo>
                    <a:pt x="2546118" y="464039"/>
                  </a:lnTo>
                  <a:lnTo>
                    <a:pt x="2545047" y="464339"/>
                  </a:lnTo>
                  <a:lnTo>
                    <a:pt x="2543975" y="464638"/>
                  </a:lnTo>
                  <a:lnTo>
                    <a:pt x="2542903" y="464937"/>
                  </a:lnTo>
                  <a:lnTo>
                    <a:pt x="2541832" y="465235"/>
                  </a:lnTo>
                  <a:lnTo>
                    <a:pt x="2540760" y="465532"/>
                  </a:lnTo>
                  <a:lnTo>
                    <a:pt x="2539689" y="465829"/>
                  </a:lnTo>
                  <a:lnTo>
                    <a:pt x="2538617" y="466125"/>
                  </a:lnTo>
                  <a:lnTo>
                    <a:pt x="2537545" y="466421"/>
                  </a:lnTo>
                  <a:lnTo>
                    <a:pt x="2536474" y="466716"/>
                  </a:lnTo>
                  <a:lnTo>
                    <a:pt x="2535402" y="467010"/>
                  </a:lnTo>
                  <a:lnTo>
                    <a:pt x="2534331" y="467303"/>
                  </a:lnTo>
                  <a:lnTo>
                    <a:pt x="2533259" y="467597"/>
                  </a:lnTo>
                  <a:lnTo>
                    <a:pt x="2532187" y="467889"/>
                  </a:lnTo>
                  <a:lnTo>
                    <a:pt x="2531116" y="468181"/>
                  </a:lnTo>
                  <a:lnTo>
                    <a:pt x="2530044" y="468472"/>
                  </a:lnTo>
                  <a:lnTo>
                    <a:pt x="2528973" y="468762"/>
                  </a:lnTo>
                  <a:lnTo>
                    <a:pt x="2527901" y="469052"/>
                  </a:lnTo>
                  <a:lnTo>
                    <a:pt x="2526829" y="469342"/>
                  </a:lnTo>
                  <a:lnTo>
                    <a:pt x="2525758" y="469630"/>
                  </a:lnTo>
                  <a:lnTo>
                    <a:pt x="2524686" y="469918"/>
                  </a:lnTo>
                  <a:lnTo>
                    <a:pt x="2523615" y="470206"/>
                  </a:lnTo>
                  <a:lnTo>
                    <a:pt x="2522543" y="470492"/>
                  </a:lnTo>
                  <a:lnTo>
                    <a:pt x="2521471" y="470778"/>
                  </a:lnTo>
                  <a:lnTo>
                    <a:pt x="2520400" y="471064"/>
                  </a:lnTo>
                  <a:lnTo>
                    <a:pt x="2519328" y="471348"/>
                  </a:lnTo>
                  <a:lnTo>
                    <a:pt x="2518257" y="471633"/>
                  </a:lnTo>
                  <a:lnTo>
                    <a:pt x="2517185" y="471916"/>
                  </a:lnTo>
                  <a:lnTo>
                    <a:pt x="2516113" y="472199"/>
                  </a:lnTo>
                  <a:lnTo>
                    <a:pt x="2515042" y="472481"/>
                  </a:lnTo>
                  <a:lnTo>
                    <a:pt x="2513970" y="472763"/>
                  </a:lnTo>
                  <a:lnTo>
                    <a:pt x="2512899" y="473044"/>
                  </a:lnTo>
                  <a:lnTo>
                    <a:pt x="2511827" y="473324"/>
                  </a:lnTo>
                  <a:lnTo>
                    <a:pt x="2510755" y="473603"/>
                  </a:lnTo>
                  <a:lnTo>
                    <a:pt x="2509684" y="473882"/>
                  </a:lnTo>
                  <a:lnTo>
                    <a:pt x="2508612" y="474161"/>
                  </a:lnTo>
                  <a:lnTo>
                    <a:pt x="2507541" y="474438"/>
                  </a:lnTo>
                  <a:lnTo>
                    <a:pt x="2506469" y="474715"/>
                  </a:lnTo>
                  <a:lnTo>
                    <a:pt x="2505397" y="474991"/>
                  </a:lnTo>
                  <a:lnTo>
                    <a:pt x="2504326" y="475267"/>
                  </a:lnTo>
                  <a:lnTo>
                    <a:pt x="2503254" y="475542"/>
                  </a:lnTo>
                  <a:lnTo>
                    <a:pt x="2502183" y="475816"/>
                  </a:lnTo>
                  <a:lnTo>
                    <a:pt x="2501111" y="476090"/>
                  </a:lnTo>
                  <a:lnTo>
                    <a:pt x="2500039" y="476363"/>
                  </a:lnTo>
                  <a:lnTo>
                    <a:pt x="2498968" y="476635"/>
                  </a:lnTo>
                  <a:lnTo>
                    <a:pt x="2497896" y="476907"/>
                  </a:lnTo>
                  <a:lnTo>
                    <a:pt x="2496825" y="477178"/>
                  </a:lnTo>
                  <a:lnTo>
                    <a:pt x="2495753" y="477448"/>
                  </a:lnTo>
                  <a:lnTo>
                    <a:pt x="2494681" y="477717"/>
                  </a:lnTo>
                  <a:lnTo>
                    <a:pt x="2493610" y="477986"/>
                  </a:lnTo>
                  <a:lnTo>
                    <a:pt x="2492538" y="478255"/>
                  </a:lnTo>
                  <a:lnTo>
                    <a:pt x="2491467" y="478522"/>
                  </a:lnTo>
                  <a:lnTo>
                    <a:pt x="2490395" y="478789"/>
                  </a:lnTo>
                  <a:lnTo>
                    <a:pt x="2489323" y="479055"/>
                  </a:lnTo>
                  <a:lnTo>
                    <a:pt x="2488252" y="479321"/>
                  </a:lnTo>
                  <a:lnTo>
                    <a:pt x="2487180" y="479586"/>
                  </a:lnTo>
                  <a:lnTo>
                    <a:pt x="2486109" y="479850"/>
                  </a:lnTo>
                  <a:lnTo>
                    <a:pt x="2485037" y="480113"/>
                  </a:lnTo>
                  <a:lnTo>
                    <a:pt x="2483966" y="480376"/>
                  </a:lnTo>
                  <a:lnTo>
                    <a:pt x="2482894" y="480638"/>
                  </a:lnTo>
                  <a:lnTo>
                    <a:pt x="2481822" y="480899"/>
                  </a:lnTo>
                  <a:lnTo>
                    <a:pt x="2480751" y="481160"/>
                  </a:lnTo>
                  <a:lnTo>
                    <a:pt x="2479679" y="481420"/>
                  </a:lnTo>
                  <a:lnTo>
                    <a:pt x="2478608" y="481679"/>
                  </a:lnTo>
                  <a:lnTo>
                    <a:pt x="2477536" y="481938"/>
                  </a:lnTo>
                  <a:lnTo>
                    <a:pt x="2476464" y="482196"/>
                  </a:lnTo>
                  <a:lnTo>
                    <a:pt x="2475393" y="482453"/>
                  </a:lnTo>
                  <a:lnTo>
                    <a:pt x="2474321" y="482710"/>
                  </a:lnTo>
                  <a:lnTo>
                    <a:pt x="2473250" y="482965"/>
                  </a:lnTo>
                  <a:lnTo>
                    <a:pt x="2472178" y="483220"/>
                  </a:lnTo>
                  <a:lnTo>
                    <a:pt x="2471106" y="483475"/>
                  </a:lnTo>
                  <a:lnTo>
                    <a:pt x="2470035" y="483729"/>
                  </a:lnTo>
                  <a:lnTo>
                    <a:pt x="2468963" y="483982"/>
                  </a:lnTo>
                  <a:lnTo>
                    <a:pt x="2467892" y="484234"/>
                  </a:lnTo>
                  <a:lnTo>
                    <a:pt x="2466820" y="484485"/>
                  </a:lnTo>
                  <a:lnTo>
                    <a:pt x="2465748" y="484736"/>
                  </a:lnTo>
                  <a:lnTo>
                    <a:pt x="2464677" y="484986"/>
                  </a:lnTo>
                  <a:lnTo>
                    <a:pt x="2463605" y="485236"/>
                  </a:lnTo>
                  <a:lnTo>
                    <a:pt x="2462534" y="485485"/>
                  </a:lnTo>
                  <a:lnTo>
                    <a:pt x="2461462" y="485733"/>
                  </a:lnTo>
                  <a:lnTo>
                    <a:pt x="2460390" y="485980"/>
                  </a:lnTo>
                  <a:lnTo>
                    <a:pt x="2459319" y="486226"/>
                  </a:lnTo>
                  <a:lnTo>
                    <a:pt x="2458247" y="486472"/>
                  </a:lnTo>
                  <a:lnTo>
                    <a:pt x="2457176" y="486717"/>
                  </a:lnTo>
                  <a:lnTo>
                    <a:pt x="2456104" y="486962"/>
                  </a:lnTo>
                  <a:lnTo>
                    <a:pt x="2455032" y="487205"/>
                  </a:lnTo>
                  <a:lnTo>
                    <a:pt x="2453961" y="487448"/>
                  </a:lnTo>
                  <a:lnTo>
                    <a:pt x="2452889" y="487691"/>
                  </a:lnTo>
                  <a:lnTo>
                    <a:pt x="2451818" y="487932"/>
                  </a:lnTo>
                  <a:lnTo>
                    <a:pt x="2450746" y="488173"/>
                  </a:lnTo>
                  <a:lnTo>
                    <a:pt x="2449674" y="488413"/>
                  </a:lnTo>
                  <a:lnTo>
                    <a:pt x="2448603" y="488652"/>
                  </a:lnTo>
                  <a:lnTo>
                    <a:pt x="2447531" y="488891"/>
                  </a:lnTo>
                  <a:lnTo>
                    <a:pt x="2446460" y="489129"/>
                  </a:lnTo>
                  <a:lnTo>
                    <a:pt x="2445388" y="489366"/>
                  </a:lnTo>
                  <a:lnTo>
                    <a:pt x="2444316" y="489602"/>
                  </a:lnTo>
                  <a:lnTo>
                    <a:pt x="2443245" y="489838"/>
                  </a:lnTo>
                  <a:lnTo>
                    <a:pt x="2442173" y="490073"/>
                  </a:lnTo>
                  <a:lnTo>
                    <a:pt x="2441102" y="490307"/>
                  </a:lnTo>
                  <a:lnTo>
                    <a:pt x="2440030" y="490540"/>
                  </a:lnTo>
                  <a:lnTo>
                    <a:pt x="2438958" y="490773"/>
                  </a:lnTo>
                  <a:lnTo>
                    <a:pt x="2437887" y="491005"/>
                  </a:lnTo>
                  <a:lnTo>
                    <a:pt x="2436815" y="491236"/>
                  </a:lnTo>
                  <a:lnTo>
                    <a:pt x="2435744" y="491467"/>
                  </a:lnTo>
                  <a:lnTo>
                    <a:pt x="2434672" y="491696"/>
                  </a:lnTo>
                  <a:lnTo>
                    <a:pt x="2433600" y="491925"/>
                  </a:lnTo>
                  <a:lnTo>
                    <a:pt x="2432529" y="492153"/>
                  </a:lnTo>
                  <a:lnTo>
                    <a:pt x="2431457" y="492381"/>
                  </a:lnTo>
                  <a:lnTo>
                    <a:pt x="2430386" y="492607"/>
                  </a:lnTo>
                  <a:lnTo>
                    <a:pt x="2429314" y="492833"/>
                  </a:lnTo>
                  <a:lnTo>
                    <a:pt x="2428242" y="493059"/>
                  </a:lnTo>
                  <a:lnTo>
                    <a:pt x="2427171" y="493283"/>
                  </a:lnTo>
                  <a:lnTo>
                    <a:pt x="2426099" y="493507"/>
                  </a:lnTo>
                  <a:lnTo>
                    <a:pt x="2425028" y="493730"/>
                  </a:lnTo>
                  <a:lnTo>
                    <a:pt x="2423956" y="493952"/>
                  </a:lnTo>
                  <a:lnTo>
                    <a:pt x="2422884" y="494173"/>
                  </a:lnTo>
                  <a:lnTo>
                    <a:pt x="2421813" y="494394"/>
                  </a:lnTo>
                  <a:lnTo>
                    <a:pt x="2420741" y="494614"/>
                  </a:lnTo>
                  <a:lnTo>
                    <a:pt x="2419670" y="494833"/>
                  </a:lnTo>
                  <a:lnTo>
                    <a:pt x="2418598" y="495051"/>
                  </a:lnTo>
                  <a:lnTo>
                    <a:pt x="2417526" y="495268"/>
                  </a:lnTo>
                  <a:lnTo>
                    <a:pt x="2416455" y="495485"/>
                  </a:lnTo>
                  <a:lnTo>
                    <a:pt x="2415383" y="495701"/>
                  </a:lnTo>
                  <a:lnTo>
                    <a:pt x="2414312" y="495916"/>
                  </a:lnTo>
                  <a:lnTo>
                    <a:pt x="2413240" y="496131"/>
                  </a:lnTo>
                  <a:lnTo>
                    <a:pt x="2412168" y="496345"/>
                  </a:lnTo>
                  <a:lnTo>
                    <a:pt x="2411097" y="496558"/>
                  </a:lnTo>
                  <a:lnTo>
                    <a:pt x="2410025" y="496770"/>
                  </a:lnTo>
                  <a:lnTo>
                    <a:pt x="2408954" y="496981"/>
                  </a:lnTo>
                  <a:lnTo>
                    <a:pt x="2407882" y="497192"/>
                  </a:lnTo>
                  <a:lnTo>
                    <a:pt x="2406810" y="497401"/>
                  </a:lnTo>
                  <a:lnTo>
                    <a:pt x="2405739" y="497610"/>
                  </a:lnTo>
                  <a:lnTo>
                    <a:pt x="2404667" y="497819"/>
                  </a:lnTo>
                  <a:lnTo>
                    <a:pt x="2403596" y="498026"/>
                  </a:lnTo>
                  <a:lnTo>
                    <a:pt x="2402524" y="498233"/>
                  </a:lnTo>
                  <a:lnTo>
                    <a:pt x="2401452" y="498439"/>
                  </a:lnTo>
                  <a:lnTo>
                    <a:pt x="2400381" y="498644"/>
                  </a:lnTo>
                  <a:lnTo>
                    <a:pt x="2399309" y="498848"/>
                  </a:lnTo>
                  <a:lnTo>
                    <a:pt x="2398238" y="499052"/>
                  </a:lnTo>
                  <a:lnTo>
                    <a:pt x="2397166" y="499254"/>
                  </a:lnTo>
                  <a:lnTo>
                    <a:pt x="2396094" y="499456"/>
                  </a:lnTo>
                  <a:lnTo>
                    <a:pt x="2395023" y="499657"/>
                  </a:lnTo>
                  <a:lnTo>
                    <a:pt x="2393951" y="499858"/>
                  </a:lnTo>
                  <a:lnTo>
                    <a:pt x="2392880" y="500057"/>
                  </a:lnTo>
                  <a:lnTo>
                    <a:pt x="2391808" y="500256"/>
                  </a:lnTo>
                  <a:lnTo>
                    <a:pt x="2390736" y="500454"/>
                  </a:lnTo>
                  <a:lnTo>
                    <a:pt x="2389665" y="500651"/>
                  </a:lnTo>
                  <a:lnTo>
                    <a:pt x="2388593" y="500847"/>
                  </a:lnTo>
                  <a:lnTo>
                    <a:pt x="2387522" y="501043"/>
                  </a:lnTo>
                  <a:lnTo>
                    <a:pt x="2386450" y="501238"/>
                  </a:lnTo>
                  <a:lnTo>
                    <a:pt x="2385378" y="501431"/>
                  </a:lnTo>
                  <a:lnTo>
                    <a:pt x="2384307" y="501625"/>
                  </a:lnTo>
                  <a:lnTo>
                    <a:pt x="2383235" y="501817"/>
                  </a:lnTo>
                  <a:lnTo>
                    <a:pt x="2382164" y="502008"/>
                  </a:lnTo>
                  <a:lnTo>
                    <a:pt x="2381092" y="502199"/>
                  </a:lnTo>
                  <a:lnTo>
                    <a:pt x="2380020" y="502389"/>
                  </a:lnTo>
                  <a:lnTo>
                    <a:pt x="2378949" y="502578"/>
                  </a:lnTo>
                  <a:lnTo>
                    <a:pt x="2377877" y="502766"/>
                  </a:lnTo>
                  <a:lnTo>
                    <a:pt x="2376806" y="502954"/>
                  </a:lnTo>
                  <a:lnTo>
                    <a:pt x="2375734" y="503140"/>
                  </a:lnTo>
                  <a:lnTo>
                    <a:pt x="2374662" y="503326"/>
                  </a:lnTo>
                  <a:lnTo>
                    <a:pt x="2373591" y="503511"/>
                  </a:lnTo>
                  <a:lnTo>
                    <a:pt x="2372519" y="503695"/>
                  </a:lnTo>
                  <a:lnTo>
                    <a:pt x="2371448" y="503879"/>
                  </a:lnTo>
                  <a:lnTo>
                    <a:pt x="2370376" y="504061"/>
                  </a:lnTo>
                  <a:lnTo>
                    <a:pt x="2369304" y="504243"/>
                  </a:lnTo>
                  <a:lnTo>
                    <a:pt x="2368233" y="504424"/>
                  </a:lnTo>
                  <a:lnTo>
                    <a:pt x="2367161" y="504604"/>
                  </a:lnTo>
                  <a:lnTo>
                    <a:pt x="2366090" y="504783"/>
                  </a:lnTo>
                  <a:lnTo>
                    <a:pt x="2365018" y="504961"/>
                  </a:lnTo>
                  <a:lnTo>
                    <a:pt x="2363946" y="505139"/>
                  </a:lnTo>
                  <a:lnTo>
                    <a:pt x="2362875" y="505315"/>
                  </a:lnTo>
                  <a:lnTo>
                    <a:pt x="2361803" y="505491"/>
                  </a:lnTo>
                  <a:lnTo>
                    <a:pt x="2360732" y="505666"/>
                  </a:lnTo>
                  <a:lnTo>
                    <a:pt x="2359660" y="505841"/>
                  </a:lnTo>
                  <a:lnTo>
                    <a:pt x="2358588" y="506014"/>
                  </a:lnTo>
                  <a:lnTo>
                    <a:pt x="2357517" y="506186"/>
                  </a:lnTo>
                  <a:lnTo>
                    <a:pt x="2356445" y="506358"/>
                  </a:lnTo>
                  <a:lnTo>
                    <a:pt x="2355374" y="506529"/>
                  </a:lnTo>
                  <a:lnTo>
                    <a:pt x="2354302" y="506699"/>
                  </a:lnTo>
                  <a:lnTo>
                    <a:pt x="2353230" y="506868"/>
                  </a:lnTo>
                  <a:lnTo>
                    <a:pt x="2352159" y="507037"/>
                  </a:lnTo>
                  <a:lnTo>
                    <a:pt x="2351087" y="507204"/>
                  </a:lnTo>
                  <a:lnTo>
                    <a:pt x="2350016" y="507371"/>
                  </a:lnTo>
                  <a:lnTo>
                    <a:pt x="2348944" y="507536"/>
                  </a:lnTo>
                  <a:lnTo>
                    <a:pt x="2347872" y="507701"/>
                  </a:lnTo>
                  <a:lnTo>
                    <a:pt x="2346801" y="507866"/>
                  </a:lnTo>
                  <a:lnTo>
                    <a:pt x="2345729" y="508029"/>
                  </a:lnTo>
                  <a:lnTo>
                    <a:pt x="2344658" y="508191"/>
                  </a:lnTo>
                  <a:lnTo>
                    <a:pt x="2343586" y="508353"/>
                  </a:lnTo>
                  <a:lnTo>
                    <a:pt x="2342514" y="508513"/>
                  </a:lnTo>
                  <a:lnTo>
                    <a:pt x="2341443" y="508673"/>
                  </a:lnTo>
                  <a:lnTo>
                    <a:pt x="2340371" y="508832"/>
                  </a:lnTo>
                  <a:lnTo>
                    <a:pt x="2339300" y="508990"/>
                  </a:lnTo>
                  <a:lnTo>
                    <a:pt x="2338228" y="509147"/>
                  </a:lnTo>
                  <a:lnTo>
                    <a:pt x="2337156" y="509304"/>
                  </a:lnTo>
                  <a:lnTo>
                    <a:pt x="2336085" y="509459"/>
                  </a:lnTo>
                  <a:lnTo>
                    <a:pt x="2335013" y="509614"/>
                  </a:lnTo>
                  <a:lnTo>
                    <a:pt x="2333942" y="509768"/>
                  </a:lnTo>
                  <a:lnTo>
                    <a:pt x="2332870" y="509921"/>
                  </a:lnTo>
                  <a:lnTo>
                    <a:pt x="2331798" y="510073"/>
                  </a:lnTo>
                  <a:lnTo>
                    <a:pt x="2330727" y="510224"/>
                  </a:lnTo>
                  <a:lnTo>
                    <a:pt x="2329655" y="510374"/>
                  </a:lnTo>
                  <a:lnTo>
                    <a:pt x="2328584" y="510524"/>
                  </a:lnTo>
                  <a:lnTo>
                    <a:pt x="2327512" y="510672"/>
                  </a:lnTo>
                  <a:lnTo>
                    <a:pt x="2326440" y="510820"/>
                  </a:lnTo>
                  <a:lnTo>
                    <a:pt x="2325369" y="510967"/>
                  </a:lnTo>
                  <a:lnTo>
                    <a:pt x="2324297" y="511113"/>
                  </a:lnTo>
                  <a:lnTo>
                    <a:pt x="2323226" y="511258"/>
                  </a:lnTo>
                  <a:lnTo>
                    <a:pt x="2322154" y="511402"/>
                  </a:lnTo>
                  <a:lnTo>
                    <a:pt x="2321082" y="511545"/>
                  </a:lnTo>
                  <a:lnTo>
                    <a:pt x="2320011" y="511688"/>
                  </a:lnTo>
                  <a:lnTo>
                    <a:pt x="2318939" y="511829"/>
                  </a:lnTo>
                  <a:lnTo>
                    <a:pt x="2317868" y="511970"/>
                  </a:lnTo>
                  <a:lnTo>
                    <a:pt x="2316796" y="512110"/>
                  </a:lnTo>
                  <a:lnTo>
                    <a:pt x="2315724" y="512249"/>
                  </a:lnTo>
                  <a:lnTo>
                    <a:pt x="2314653" y="512387"/>
                  </a:lnTo>
                  <a:lnTo>
                    <a:pt x="2313581" y="512524"/>
                  </a:lnTo>
                  <a:lnTo>
                    <a:pt x="2312510" y="512660"/>
                  </a:lnTo>
                  <a:lnTo>
                    <a:pt x="2311438" y="512796"/>
                  </a:lnTo>
                  <a:lnTo>
                    <a:pt x="2310366" y="512930"/>
                  </a:lnTo>
                  <a:lnTo>
                    <a:pt x="2309295" y="513064"/>
                  </a:lnTo>
                  <a:lnTo>
                    <a:pt x="2308223" y="513196"/>
                  </a:lnTo>
                  <a:lnTo>
                    <a:pt x="2307152" y="513328"/>
                  </a:lnTo>
                  <a:lnTo>
                    <a:pt x="2306080" y="513459"/>
                  </a:lnTo>
                  <a:lnTo>
                    <a:pt x="2305009" y="513589"/>
                  </a:lnTo>
                  <a:lnTo>
                    <a:pt x="2303937" y="513718"/>
                  </a:lnTo>
                  <a:lnTo>
                    <a:pt x="2302865" y="513846"/>
                  </a:lnTo>
                  <a:lnTo>
                    <a:pt x="2301794" y="513973"/>
                  </a:lnTo>
                  <a:lnTo>
                    <a:pt x="2300722" y="514100"/>
                  </a:lnTo>
                  <a:lnTo>
                    <a:pt x="2299651" y="514225"/>
                  </a:lnTo>
                  <a:lnTo>
                    <a:pt x="2298579" y="514350"/>
                  </a:lnTo>
                  <a:lnTo>
                    <a:pt x="2297507" y="514474"/>
                  </a:lnTo>
                  <a:lnTo>
                    <a:pt x="2296436" y="514596"/>
                  </a:lnTo>
                  <a:lnTo>
                    <a:pt x="2295364" y="514718"/>
                  </a:lnTo>
                  <a:lnTo>
                    <a:pt x="2294293" y="514839"/>
                  </a:lnTo>
                  <a:lnTo>
                    <a:pt x="2293221" y="514959"/>
                  </a:lnTo>
                  <a:lnTo>
                    <a:pt x="2292149" y="515078"/>
                  </a:lnTo>
                  <a:lnTo>
                    <a:pt x="2291078" y="515196"/>
                  </a:lnTo>
                  <a:lnTo>
                    <a:pt x="2290006" y="515314"/>
                  </a:lnTo>
                  <a:lnTo>
                    <a:pt x="2288935" y="515430"/>
                  </a:lnTo>
                  <a:lnTo>
                    <a:pt x="2287863" y="515546"/>
                  </a:lnTo>
                  <a:lnTo>
                    <a:pt x="2286791" y="515660"/>
                  </a:lnTo>
                  <a:lnTo>
                    <a:pt x="2285720" y="515774"/>
                  </a:lnTo>
                  <a:lnTo>
                    <a:pt x="2284648" y="515886"/>
                  </a:lnTo>
                  <a:lnTo>
                    <a:pt x="2283577" y="515998"/>
                  </a:lnTo>
                  <a:lnTo>
                    <a:pt x="2282505" y="516109"/>
                  </a:lnTo>
                  <a:lnTo>
                    <a:pt x="2281433" y="516219"/>
                  </a:lnTo>
                  <a:lnTo>
                    <a:pt x="2280362" y="516328"/>
                  </a:lnTo>
                  <a:lnTo>
                    <a:pt x="2279290" y="516436"/>
                  </a:lnTo>
                  <a:lnTo>
                    <a:pt x="2278219" y="516543"/>
                  </a:lnTo>
                  <a:lnTo>
                    <a:pt x="2277147" y="516649"/>
                  </a:lnTo>
                  <a:lnTo>
                    <a:pt x="2276075" y="516755"/>
                  </a:lnTo>
                  <a:lnTo>
                    <a:pt x="2275004" y="516859"/>
                  </a:lnTo>
                  <a:lnTo>
                    <a:pt x="2273932" y="516963"/>
                  </a:lnTo>
                  <a:lnTo>
                    <a:pt x="2272861" y="517065"/>
                  </a:lnTo>
                  <a:lnTo>
                    <a:pt x="2271789" y="517167"/>
                  </a:lnTo>
                  <a:lnTo>
                    <a:pt x="2270717" y="517267"/>
                  </a:lnTo>
                  <a:lnTo>
                    <a:pt x="2269646" y="517367"/>
                  </a:lnTo>
                  <a:lnTo>
                    <a:pt x="2268574" y="517466"/>
                  </a:lnTo>
                  <a:lnTo>
                    <a:pt x="2267503" y="517563"/>
                  </a:lnTo>
                  <a:lnTo>
                    <a:pt x="2266431" y="517660"/>
                  </a:lnTo>
                  <a:lnTo>
                    <a:pt x="2265359" y="517756"/>
                  </a:lnTo>
                  <a:lnTo>
                    <a:pt x="2264288" y="517851"/>
                  </a:lnTo>
                  <a:lnTo>
                    <a:pt x="2263216" y="517945"/>
                  </a:lnTo>
                  <a:lnTo>
                    <a:pt x="2262145" y="518038"/>
                  </a:lnTo>
                  <a:lnTo>
                    <a:pt x="2261073" y="518130"/>
                  </a:lnTo>
                  <a:lnTo>
                    <a:pt x="2260001" y="518222"/>
                  </a:lnTo>
                  <a:lnTo>
                    <a:pt x="2258930" y="518312"/>
                  </a:lnTo>
                  <a:lnTo>
                    <a:pt x="2257858" y="518401"/>
                  </a:lnTo>
                  <a:lnTo>
                    <a:pt x="2256787" y="518489"/>
                  </a:lnTo>
                  <a:lnTo>
                    <a:pt x="2255715" y="518577"/>
                  </a:lnTo>
                  <a:lnTo>
                    <a:pt x="2254643" y="518663"/>
                  </a:lnTo>
                  <a:lnTo>
                    <a:pt x="2253572" y="518749"/>
                  </a:lnTo>
                  <a:lnTo>
                    <a:pt x="2252500" y="518833"/>
                  </a:lnTo>
                  <a:lnTo>
                    <a:pt x="2251429" y="518917"/>
                  </a:lnTo>
                  <a:lnTo>
                    <a:pt x="2250357" y="518999"/>
                  </a:lnTo>
                  <a:lnTo>
                    <a:pt x="2249285" y="519081"/>
                  </a:lnTo>
                  <a:lnTo>
                    <a:pt x="2248214" y="519162"/>
                  </a:lnTo>
                  <a:lnTo>
                    <a:pt x="2247142" y="519241"/>
                  </a:lnTo>
                  <a:lnTo>
                    <a:pt x="2246071" y="519320"/>
                  </a:lnTo>
                  <a:lnTo>
                    <a:pt x="2244999" y="519398"/>
                  </a:lnTo>
                  <a:lnTo>
                    <a:pt x="2243927" y="519475"/>
                  </a:lnTo>
                  <a:lnTo>
                    <a:pt x="2242856" y="519551"/>
                  </a:lnTo>
                  <a:lnTo>
                    <a:pt x="2241784" y="519626"/>
                  </a:lnTo>
                  <a:lnTo>
                    <a:pt x="2240713" y="519700"/>
                  </a:lnTo>
                  <a:lnTo>
                    <a:pt x="2239641" y="519772"/>
                  </a:lnTo>
                  <a:lnTo>
                    <a:pt x="2238569" y="519844"/>
                  </a:lnTo>
                  <a:lnTo>
                    <a:pt x="2237498" y="519915"/>
                  </a:lnTo>
                  <a:lnTo>
                    <a:pt x="2236426" y="519985"/>
                  </a:lnTo>
                  <a:lnTo>
                    <a:pt x="2235355" y="520054"/>
                  </a:lnTo>
                  <a:lnTo>
                    <a:pt x="2234283" y="520123"/>
                  </a:lnTo>
                  <a:lnTo>
                    <a:pt x="2233211" y="520190"/>
                  </a:lnTo>
                  <a:lnTo>
                    <a:pt x="2232140" y="520256"/>
                  </a:lnTo>
                  <a:lnTo>
                    <a:pt x="2231068" y="520321"/>
                  </a:lnTo>
                  <a:lnTo>
                    <a:pt x="2229997" y="520385"/>
                  </a:lnTo>
                  <a:lnTo>
                    <a:pt x="2228925" y="520448"/>
                  </a:lnTo>
                  <a:lnTo>
                    <a:pt x="2227853" y="520510"/>
                  </a:lnTo>
                  <a:lnTo>
                    <a:pt x="2226782" y="520572"/>
                  </a:lnTo>
                  <a:lnTo>
                    <a:pt x="2225710" y="520632"/>
                  </a:lnTo>
                  <a:lnTo>
                    <a:pt x="2224639" y="520691"/>
                  </a:lnTo>
                  <a:lnTo>
                    <a:pt x="2223567" y="520749"/>
                  </a:lnTo>
                  <a:lnTo>
                    <a:pt x="2222495" y="520807"/>
                  </a:lnTo>
                  <a:lnTo>
                    <a:pt x="2221424" y="520863"/>
                  </a:lnTo>
                  <a:lnTo>
                    <a:pt x="2220352" y="520918"/>
                  </a:lnTo>
                  <a:lnTo>
                    <a:pt x="2219281" y="520972"/>
                  </a:lnTo>
                  <a:lnTo>
                    <a:pt x="2218209" y="521026"/>
                  </a:lnTo>
                  <a:lnTo>
                    <a:pt x="2217137" y="521078"/>
                  </a:lnTo>
                  <a:lnTo>
                    <a:pt x="2216066" y="521129"/>
                  </a:lnTo>
                  <a:lnTo>
                    <a:pt x="2214994" y="521179"/>
                  </a:lnTo>
                  <a:lnTo>
                    <a:pt x="2213923" y="521229"/>
                  </a:lnTo>
                  <a:lnTo>
                    <a:pt x="2212851" y="521277"/>
                  </a:lnTo>
                  <a:lnTo>
                    <a:pt x="2211779" y="521324"/>
                  </a:lnTo>
                  <a:lnTo>
                    <a:pt x="2210708" y="521370"/>
                  </a:lnTo>
                  <a:lnTo>
                    <a:pt x="2209636" y="521416"/>
                  </a:lnTo>
                  <a:lnTo>
                    <a:pt x="2208565" y="521460"/>
                  </a:lnTo>
                  <a:lnTo>
                    <a:pt x="2207493" y="521503"/>
                  </a:lnTo>
                  <a:lnTo>
                    <a:pt x="2206421" y="521546"/>
                  </a:lnTo>
                  <a:lnTo>
                    <a:pt x="2205350" y="521587"/>
                  </a:lnTo>
                  <a:lnTo>
                    <a:pt x="2204278" y="521627"/>
                  </a:lnTo>
                  <a:lnTo>
                    <a:pt x="2203207" y="521666"/>
                  </a:lnTo>
                  <a:lnTo>
                    <a:pt x="2202135" y="521704"/>
                  </a:lnTo>
                  <a:lnTo>
                    <a:pt x="2201063" y="521742"/>
                  </a:lnTo>
                  <a:lnTo>
                    <a:pt x="2199992" y="521778"/>
                  </a:lnTo>
                  <a:lnTo>
                    <a:pt x="2198920" y="521813"/>
                  </a:lnTo>
                  <a:lnTo>
                    <a:pt x="2197849" y="521847"/>
                  </a:lnTo>
                  <a:lnTo>
                    <a:pt x="2196777" y="521880"/>
                  </a:lnTo>
                  <a:lnTo>
                    <a:pt x="2195705" y="521912"/>
                  </a:lnTo>
                  <a:lnTo>
                    <a:pt x="2194634" y="521943"/>
                  </a:lnTo>
                  <a:lnTo>
                    <a:pt x="2193562" y="521973"/>
                  </a:lnTo>
                  <a:lnTo>
                    <a:pt x="2192491" y="522002"/>
                  </a:lnTo>
                  <a:lnTo>
                    <a:pt x="2191419" y="522030"/>
                  </a:lnTo>
                  <a:lnTo>
                    <a:pt x="2190347" y="522057"/>
                  </a:lnTo>
                  <a:lnTo>
                    <a:pt x="2189276" y="522083"/>
                  </a:lnTo>
                  <a:lnTo>
                    <a:pt x="2188204" y="522108"/>
                  </a:lnTo>
                  <a:lnTo>
                    <a:pt x="2187133" y="522132"/>
                  </a:lnTo>
                  <a:lnTo>
                    <a:pt x="2186061" y="522155"/>
                  </a:lnTo>
                  <a:lnTo>
                    <a:pt x="2184989" y="522177"/>
                  </a:lnTo>
                  <a:lnTo>
                    <a:pt x="2183918" y="522198"/>
                  </a:lnTo>
                  <a:lnTo>
                    <a:pt x="2182846" y="522218"/>
                  </a:lnTo>
                  <a:lnTo>
                    <a:pt x="2181775" y="522236"/>
                  </a:lnTo>
                  <a:lnTo>
                    <a:pt x="2180703" y="522254"/>
                  </a:lnTo>
                  <a:lnTo>
                    <a:pt x="2179631" y="522271"/>
                  </a:lnTo>
                  <a:lnTo>
                    <a:pt x="2178560" y="522286"/>
                  </a:lnTo>
                  <a:lnTo>
                    <a:pt x="2177488" y="522301"/>
                  </a:lnTo>
                  <a:lnTo>
                    <a:pt x="2176417" y="522314"/>
                  </a:lnTo>
                  <a:lnTo>
                    <a:pt x="2175345" y="522327"/>
                  </a:lnTo>
                  <a:lnTo>
                    <a:pt x="2174273" y="522338"/>
                  </a:lnTo>
                  <a:lnTo>
                    <a:pt x="2173202" y="522349"/>
                  </a:lnTo>
                  <a:lnTo>
                    <a:pt x="2172130" y="522358"/>
                  </a:lnTo>
                  <a:lnTo>
                    <a:pt x="2171059" y="522367"/>
                  </a:lnTo>
                  <a:lnTo>
                    <a:pt x="2169987" y="522374"/>
                  </a:lnTo>
                  <a:lnTo>
                    <a:pt x="2168915" y="522380"/>
                  </a:lnTo>
                  <a:lnTo>
                    <a:pt x="2167844" y="522385"/>
                  </a:lnTo>
                  <a:lnTo>
                    <a:pt x="2166772" y="522389"/>
                  </a:lnTo>
                  <a:lnTo>
                    <a:pt x="2165701" y="522393"/>
                  </a:lnTo>
                  <a:lnTo>
                    <a:pt x="2164629" y="522395"/>
                  </a:lnTo>
                  <a:lnTo>
                    <a:pt x="2163557" y="522396"/>
                  </a:lnTo>
                  <a:lnTo>
                    <a:pt x="2162486" y="522395"/>
                  </a:lnTo>
                  <a:lnTo>
                    <a:pt x="2161414" y="522394"/>
                  </a:lnTo>
                  <a:lnTo>
                    <a:pt x="2160343" y="522392"/>
                  </a:lnTo>
                  <a:lnTo>
                    <a:pt x="2159271" y="522389"/>
                  </a:lnTo>
                  <a:lnTo>
                    <a:pt x="2158199" y="522385"/>
                  </a:lnTo>
                  <a:lnTo>
                    <a:pt x="2157128" y="522379"/>
                  </a:lnTo>
                  <a:lnTo>
                    <a:pt x="2156056" y="522373"/>
                  </a:lnTo>
                  <a:lnTo>
                    <a:pt x="2154985" y="522365"/>
                  </a:lnTo>
                  <a:lnTo>
                    <a:pt x="2153913" y="522357"/>
                  </a:lnTo>
                  <a:lnTo>
                    <a:pt x="2152841" y="522347"/>
                  </a:lnTo>
                  <a:lnTo>
                    <a:pt x="2151770" y="522336"/>
                  </a:lnTo>
                  <a:lnTo>
                    <a:pt x="2150698" y="522325"/>
                  </a:lnTo>
                  <a:lnTo>
                    <a:pt x="2149627" y="522312"/>
                  </a:lnTo>
                  <a:lnTo>
                    <a:pt x="2148555" y="522298"/>
                  </a:lnTo>
                  <a:lnTo>
                    <a:pt x="2147483" y="522283"/>
                  </a:lnTo>
                  <a:lnTo>
                    <a:pt x="2146412" y="522267"/>
                  </a:lnTo>
                  <a:lnTo>
                    <a:pt x="2145340" y="522250"/>
                  </a:lnTo>
                  <a:lnTo>
                    <a:pt x="2144269" y="522232"/>
                  </a:lnTo>
                  <a:lnTo>
                    <a:pt x="2143197" y="522212"/>
                  </a:lnTo>
                  <a:lnTo>
                    <a:pt x="2142125" y="522192"/>
                  </a:lnTo>
                  <a:lnTo>
                    <a:pt x="2141054" y="522171"/>
                  </a:lnTo>
                  <a:lnTo>
                    <a:pt x="2139982" y="522148"/>
                  </a:lnTo>
                  <a:lnTo>
                    <a:pt x="2138911" y="522125"/>
                  </a:lnTo>
                  <a:lnTo>
                    <a:pt x="2137839" y="522100"/>
                  </a:lnTo>
                  <a:lnTo>
                    <a:pt x="2136767" y="522074"/>
                  </a:lnTo>
                  <a:lnTo>
                    <a:pt x="2135696" y="522048"/>
                  </a:lnTo>
                  <a:lnTo>
                    <a:pt x="2134624" y="522020"/>
                  </a:lnTo>
                  <a:lnTo>
                    <a:pt x="2133553" y="521991"/>
                  </a:lnTo>
                  <a:lnTo>
                    <a:pt x="2132481" y="521961"/>
                  </a:lnTo>
                  <a:lnTo>
                    <a:pt x="2131409" y="521930"/>
                  </a:lnTo>
                  <a:lnTo>
                    <a:pt x="2130338" y="521899"/>
                  </a:lnTo>
                  <a:lnTo>
                    <a:pt x="2129266" y="521866"/>
                  </a:lnTo>
                  <a:lnTo>
                    <a:pt x="2128195" y="521832"/>
                  </a:lnTo>
                  <a:lnTo>
                    <a:pt x="2127123" y="521797"/>
                  </a:lnTo>
                  <a:lnTo>
                    <a:pt x="2126052" y="521762"/>
                  </a:lnTo>
                  <a:lnTo>
                    <a:pt x="2124980" y="521725"/>
                  </a:lnTo>
                  <a:lnTo>
                    <a:pt x="2123908" y="521687"/>
                  </a:lnTo>
                  <a:lnTo>
                    <a:pt x="2122837" y="521649"/>
                  </a:lnTo>
                  <a:lnTo>
                    <a:pt x="2121765" y="521609"/>
                  </a:lnTo>
                  <a:lnTo>
                    <a:pt x="2120694" y="521569"/>
                  </a:lnTo>
                  <a:lnTo>
                    <a:pt x="2119622" y="521528"/>
                  </a:lnTo>
                  <a:lnTo>
                    <a:pt x="2118550" y="521486"/>
                  </a:lnTo>
                  <a:lnTo>
                    <a:pt x="2117479" y="521443"/>
                  </a:lnTo>
                  <a:lnTo>
                    <a:pt x="2116407" y="521399"/>
                  </a:lnTo>
                  <a:lnTo>
                    <a:pt x="2115336" y="521354"/>
                  </a:lnTo>
                  <a:lnTo>
                    <a:pt x="2114264" y="521309"/>
                  </a:lnTo>
                  <a:lnTo>
                    <a:pt x="2113192" y="521263"/>
                  </a:lnTo>
                  <a:lnTo>
                    <a:pt x="2112121" y="521216"/>
                  </a:lnTo>
                  <a:lnTo>
                    <a:pt x="2111049" y="521168"/>
                  </a:lnTo>
                  <a:lnTo>
                    <a:pt x="2109978" y="521119"/>
                  </a:lnTo>
                  <a:lnTo>
                    <a:pt x="2108906" y="521069"/>
                  </a:lnTo>
                  <a:lnTo>
                    <a:pt x="2107834" y="521019"/>
                  </a:lnTo>
                  <a:lnTo>
                    <a:pt x="2106763" y="520968"/>
                  </a:lnTo>
                  <a:lnTo>
                    <a:pt x="2105691" y="520916"/>
                  </a:lnTo>
                  <a:lnTo>
                    <a:pt x="2104620" y="520864"/>
                  </a:lnTo>
                  <a:lnTo>
                    <a:pt x="2103548" y="520810"/>
                  </a:lnTo>
                  <a:lnTo>
                    <a:pt x="2102476" y="520756"/>
                  </a:lnTo>
                  <a:lnTo>
                    <a:pt x="2101405" y="520702"/>
                  </a:lnTo>
                  <a:lnTo>
                    <a:pt x="2100333" y="520646"/>
                  </a:lnTo>
                  <a:lnTo>
                    <a:pt x="2099262" y="520590"/>
                  </a:lnTo>
                  <a:lnTo>
                    <a:pt x="2098190" y="520534"/>
                  </a:lnTo>
                  <a:lnTo>
                    <a:pt x="2097118" y="520476"/>
                  </a:lnTo>
                  <a:lnTo>
                    <a:pt x="2096047" y="520418"/>
                  </a:lnTo>
                  <a:lnTo>
                    <a:pt x="2094975" y="520359"/>
                  </a:lnTo>
                  <a:lnTo>
                    <a:pt x="2093904" y="520300"/>
                  </a:lnTo>
                  <a:lnTo>
                    <a:pt x="2092832" y="520240"/>
                  </a:lnTo>
                  <a:lnTo>
                    <a:pt x="2091760" y="520179"/>
                  </a:lnTo>
                  <a:lnTo>
                    <a:pt x="2090689" y="520118"/>
                  </a:lnTo>
                  <a:lnTo>
                    <a:pt x="2089617" y="520056"/>
                  </a:lnTo>
                  <a:lnTo>
                    <a:pt x="2088546" y="519994"/>
                  </a:lnTo>
                  <a:lnTo>
                    <a:pt x="2087474" y="519931"/>
                  </a:lnTo>
                  <a:lnTo>
                    <a:pt x="2086402" y="519867"/>
                  </a:lnTo>
                  <a:lnTo>
                    <a:pt x="2085331" y="519803"/>
                  </a:lnTo>
                  <a:lnTo>
                    <a:pt x="2084259" y="519739"/>
                  </a:lnTo>
                  <a:lnTo>
                    <a:pt x="2083188" y="519674"/>
                  </a:lnTo>
                  <a:lnTo>
                    <a:pt x="2082116" y="519608"/>
                  </a:lnTo>
                  <a:lnTo>
                    <a:pt x="2081044" y="519542"/>
                  </a:lnTo>
                  <a:lnTo>
                    <a:pt x="2079973" y="519475"/>
                  </a:lnTo>
                  <a:lnTo>
                    <a:pt x="2078901" y="519408"/>
                  </a:lnTo>
                  <a:lnTo>
                    <a:pt x="2077830" y="519340"/>
                  </a:lnTo>
                  <a:lnTo>
                    <a:pt x="2076758" y="519272"/>
                  </a:lnTo>
                  <a:lnTo>
                    <a:pt x="2075686" y="519204"/>
                  </a:lnTo>
                  <a:lnTo>
                    <a:pt x="2074615" y="519135"/>
                  </a:lnTo>
                  <a:lnTo>
                    <a:pt x="2073543" y="519065"/>
                  </a:lnTo>
                  <a:lnTo>
                    <a:pt x="2072472" y="518995"/>
                  </a:lnTo>
                  <a:lnTo>
                    <a:pt x="2071400" y="518925"/>
                  </a:lnTo>
                  <a:lnTo>
                    <a:pt x="2070328" y="518854"/>
                  </a:lnTo>
                  <a:lnTo>
                    <a:pt x="2069257" y="518783"/>
                  </a:lnTo>
                  <a:lnTo>
                    <a:pt x="2068185" y="518712"/>
                  </a:lnTo>
                  <a:lnTo>
                    <a:pt x="2067114" y="518640"/>
                  </a:lnTo>
                  <a:lnTo>
                    <a:pt x="2066042" y="518568"/>
                  </a:lnTo>
                  <a:lnTo>
                    <a:pt x="2064970" y="518495"/>
                  </a:lnTo>
                  <a:lnTo>
                    <a:pt x="2063899" y="518423"/>
                  </a:lnTo>
                  <a:lnTo>
                    <a:pt x="2062827" y="518349"/>
                  </a:lnTo>
                  <a:lnTo>
                    <a:pt x="2061756" y="518276"/>
                  </a:lnTo>
                  <a:lnTo>
                    <a:pt x="2060684" y="518202"/>
                  </a:lnTo>
                  <a:lnTo>
                    <a:pt x="2059612" y="518128"/>
                  </a:lnTo>
                  <a:lnTo>
                    <a:pt x="2058541" y="518054"/>
                  </a:lnTo>
                  <a:lnTo>
                    <a:pt x="2057469" y="517979"/>
                  </a:lnTo>
                  <a:lnTo>
                    <a:pt x="2056398" y="517904"/>
                  </a:lnTo>
                  <a:lnTo>
                    <a:pt x="2055326" y="517829"/>
                  </a:lnTo>
                  <a:lnTo>
                    <a:pt x="2054254" y="517753"/>
                  </a:lnTo>
                  <a:lnTo>
                    <a:pt x="2053183" y="517678"/>
                  </a:lnTo>
                  <a:lnTo>
                    <a:pt x="2052111" y="517602"/>
                  </a:lnTo>
                  <a:lnTo>
                    <a:pt x="2051040" y="517526"/>
                  </a:lnTo>
                  <a:lnTo>
                    <a:pt x="2049968" y="517450"/>
                  </a:lnTo>
                  <a:lnTo>
                    <a:pt x="2048896" y="517373"/>
                  </a:lnTo>
                  <a:lnTo>
                    <a:pt x="2047825" y="517296"/>
                  </a:lnTo>
                  <a:lnTo>
                    <a:pt x="2046753" y="517220"/>
                  </a:lnTo>
                  <a:lnTo>
                    <a:pt x="2045682" y="517143"/>
                  </a:lnTo>
                  <a:lnTo>
                    <a:pt x="2044610" y="517066"/>
                  </a:lnTo>
                  <a:lnTo>
                    <a:pt x="2043538" y="516988"/>
                  </a:lnTo>
                  <a:lnTo>
                    <a:pt x="2042467" y="516911"/>
                  </a:lnTo>
                  <a:lnTo>
                    <a:pt x="2041395" y="516833"/>
                  </a:lnTo>
                  <a:lnTo>
                    <a:pt x="2040324" y="516756"/>
                  </a:lnTo>
                  <a:lnTo>
                    <a:pt x="2039252" y="516678"/>
                  </a:lnTo>
                  <a:lnTo>
                    <a:pt x="2038180" y="516600"/>
                  </a:lnTo>
                  <a:lnTo>
                    <a:pt x="2037109" y="516523"/>
                  </a:lnTo>
                  <a:lnTo>
                    <a:pt x="2036037" y="516445"/>
                  </a:lnTo>
                  <a:lnTo>
                    <a:pt x="2034966" y="516367"/>
                  </a:lnTo>
                  <a:lnTo>
                    <a:pt x="2033894" y="516289"/>
                  </a:lnTo>
                  <a:lnTo>
                    <a:pt x="2032822" y="516211"/>
                  </a:lnTo>
                  <a:lnTo>
                    <a:pt x="2031751" y="516133"/>
                  </a:lnTo>
                  <a:lnTo>
                    <a:pt x="2030679" y="516055"/>
                  </a:lnTo>
                  <a:lnTo>
                    <a:pt x="2029608" y="515977"/>
                  </a:lnTo>
                  <a:lnTo>
                    <a:pt x="2028536" y="515899"/>
                  </a:lnTo>
                  <a:lnTo>
                    <a:pt x="2027464" y="515821"/>
                  </a:lnTo>
                  <a:lnTo>
                    <a:pt x="2026393" y="515743"/>
                  </a:lnTo>
                  <a:lnTo>
                    <a:pt x="2025321" y="515665"/>
                  </a:lnTo>
                  <a:lnTo>
                    <a:pt x="2024250" y="515587"/>
                  </a:lnTo>
                  <a:lnTo>
                    <a:pt x="2023178" y="515509"/>
                  </a:lnTo>
                  <a:lnTo>
                    <a:pt x="2022106" y="515431"/>
                  </a:lnTo>
                  <a:lnTo>
                    <a:pt x="2021035" y="515354"/>
                  </a:lnTo>
                  <a:lnTo>
                    <a:pt x="2019963" y="515276"/>
                  </a:lnTo>
                  <a:lnTo>
                    <a:pt x="2018892" y="515199"/>
                  </a:lnTo>
                  <a:lnTo>
                    <a:pt x="2017820" y="515121"/>
                  </a:lnTo>
                  <a:lnTo>
                    <a:pt x="2016748" y="515044"/>
                  </a:lnTo>
                  <a:lnTo>
                    <a:pt x="2015677" y="514967"/>
                  </a:lnTo>
                  <a:lnTo>
                    <a:pt x="2014605" y="514890"/>
                  </a:lnTo>
                  <a:lnTo>
                    <a:pt x="2013534" y="514814"/>
                  </a:lnTo>
                  <a:lnTo>
                    <a:pt x="2012462" y="514737"/>
                  </a:lnTo>
                  <a:lnTo>
                    <a:pt x="2011390" y="514661"/>
                  </a:lnTo>
                  <a:lnTo>
                    <a:pt x="2010319" y="514585"/>
                  </a:lnTo>
                  <a:lnTo>
                    <a:pt x="2009247" y="514509"/>
                  </a:lnTo>
                  <a:lnTo>
                    <a:pt x="2008176" y="514433"/>
                  </a:lnTo>
                  <a:lnTo>
                    <a:pt x="2007104" y="514357"/>
                  </a:lnTo>
                  <a:lnTo>
                    <a:pt x="2006032" y="514282"/>
                  </a:lnTo>
                  <a:lnTo>
                    <a:pt x="2004961" y="514207"/>
                  </a:lnTo>
                  <a:lnTo>
                    <a:pt x="2003889" y="514132"/>
                  </a:lnTo>
                  <a:lnTo>
                    <a:pt x="2002818" y="514058"/>
                  </a:lnTo>
                  <a:lnTo>
                    <a:pt x="2001746" y="513984"/>
                  </a:lnTo>
                  <a:lnTo>
                    <a:pt x="2000674" y="513910"/>
                  </a:lnTo>
                  <a:lnTo>
                    <a:pt x="1999603" y="513836"/>
                  </a:lnTo>
                  <a:lnTo>
                    <a:pt x="1998531" y="513763"/>
                  </a:lnTo>
                  <a:lnTo>
                    <a:pt x="1997460" y="513690"/>
                  </a:lnTo>
                  <a:lnTo>
                    <a:pt x="1996388" y="513617"/>
                  </a:lnTo>
                  <a:lnTo>
                    <a:pt x="1995316" y="513545"/>
                  </a:lnTo>
                  <a:lnTo>
                    <a:pt x="1994245" y="513473"/>
                  </a:lnTo>
                  <a:lnTo>
                    <a:pt x="1993173" y="513401"/>
                  </a:lnTo>
                  <a:lnTo>
                    <a:pt x="1992102" y="513330"/>
                  </a:lnTo>
                  <a:lnTo>
                    <a:pt x="1991030" y="513260"/>
                  </a:lnTo>
                  <a:lnTo>
                    <a:pt x="1989958" y="513189"/>
                  </a:lnTo>
                  <a:lnTo>
                    <a:pt x="1988887" y="513119"/>
                  </a:lnTo>
                  <a:lnTo>
                    <a:pt x="1987815" y="513050"/>
                  </a:lnTo>
                  <a:lnTo>
                    <a:pt x="1986744" y="512980"/>
                  </a:lnTo>
                  <a:lnTo>
                    <a:pt x="1985672" y="512912"/>
                  </a:lnTo>
                  <a:lnTo>
                    <a:pt x="1984600" y="512843"/>
                  </a:lnTo>
                  <a:lnTo>
                    <a:pt x="1983529" y="512776"/>
                  </a:lnTo>
                  <a:lnTo>
                    <a:pt x="1982457" y="512708"/>
                  </a:lnTo>
                  <a:lnTo>
                    <a:pt x="1981386" y="512642"/>
                  </a:lnTo>
                  <a:lnTo>
                    <a:pt x="1980314" y="512575"/>
                  </a:lnTo>
                  <a:lnTo>
                    <a:pt x="1979242" y="512509"/>
                  </a:lnTo>
                  <a:lnTo>
                    <a:pt x="1978171" y="512444"/>
                  </a:lnTo>
                  <a:lnTo>
                    <a:pt x="1977099" y="512379"/>
                  </a:lnTo>
                  <a:lnTo>
                    <a:pt x="1976028" y="512315"/>
                  </a:lnTo>
                  <a:lnTo>
                    <a:pt x="1974956" y="512251"/>
                  </a:lnTo>
                  <a:lnTo>
                    <a:pt x="1973884" y="512188"/>
                  </a:lnTo>
                  <a:lnTo>
                    <a:pt x="1972813" y="512126"/>
                  </a:lnTo>
                  <a:lnTo>
                    <a:pt x="1971741" y="512064"/>
                  </a:lnTo>
                  <a:lnTo>
                    <a:pt x="1970670" y="512002"/>
                  </a:lnTo>
                  <a:lnTo>
                    <a:pt x="1969598" y="511941"/>
                  </a:lnTo>
                  <a:lnTo>
                    <a:pt x="1968526" y="511881"/>
                  </a:lnTo>
                  <a:lnTo>
                    <a:pt x="1967455" y="511822"/>
                  </a:lnTo>
                  <a:lnTo>
                    <a:pt x="1966383" y="511763"/>
                  </a:lnTo>
                  <a:lnTo>
                    <a:pt x="1965312" y="511704"/>
                  </a:lnTo>
                  <a:lnTo>
                    <a:pt x="1964240" y="511647"/>
                  </a:lnTo>
                  <a:lnTo>
                    <a:pt x="1963168" y="511590"/>
                  </a:lnTo>
                  <a:lnTo>
                    <a:pt x="1962097" y="511533"/>
                  </a:lnTo>
                  <a:lnTo>
                    <a:pt x="1961025" y="511478"/>
                  </a:lnTo>
                  <a:lnTo>
                    <a:pt x="1959954" y="511423"/>
                  </a:lnTo>
                  <a:lnTo>
                    <a:pt x="1958882" y="511369"/>
                  </a:lnTo>
                  <a:lnTo>
                    <a:pt x="1957810" y="511315"/>
                  </a:lnTo>
                  <a:lnTo>
                    <a:pt x="1956739" y="511262"/>
                  </a:lnTo>
                  <a:lnTo>
                    <a:pt x="1955667" y="511210"/>
                  </a:lnTo>
                  <a:lnTo>
                    <a:pt x="1954596" y="511159"/>
                  </a:lnTo>
                  <a:lnTo>
                    <a:pt x="1953524" y="511109"/>
                  </a:lnTo>
                  <a:lnTo>
                    <a:pt x="1952453" y="511059"/>
                  </a:lnTo>
                  <a:lnTo>
                    <a:pt x="1951381" y="511010"/>
                  </a:lnTo>
                  <a:lnTo>
                    <a:pt x="1950309" y="510962"/>
                  </a:lnTo>
                  <a:lnTo>
                    <a:pt x="1949238" y="510914"/>
                  </a:lnTo>
                  <a:lnTo>
                    <a:pt x="1948166" y="510868"/>
                  </a:lnTo>
                  <a:lnTo>
                    <a:pt x="1947095" y="510822"/>
                  </a:lnTo>
                  <a:lnTo>
                    <a:pt x="1946023" y="510777"/>
                  </a:lnTo>
                  <a:lnTo>
                    <a:pt x="1944951" y="510733"/>
                  </a:lnTo>
                  <a:lnTo>
                    <a:pt x="1943880" y="510690"/>
                  </a:lnTo>
                  <a:lnTo>
                    <a:pt x="1942808" y="510647"/>
                  </a:lnTo>
                  <a:lnTo>
                    <a:pt x="1941737" y="510606"/>
                  </a:lnTo>
                  <a:lnTo>
                    <a:pt x="1940665" y="510565"/>
                  </a:lnTo>
                  <a:lnTo>
                    <a:pt x="1939593" y="510526"/>
                  </a:lnTo>
                  <a:lnTo>
                    <a:pt x="1938522" y="510487"/>
                  </a:lnTo>
                  <a:lnTo>
                    <a:pt x="1937450" y="510449"/>
                  </a:lnTo>
                  <a:lnTo>
                    <a:pt x="1936379" y="510412"/>
                  </a:lnTo>
                  <a:lnTo>
                    <a:pt x="1935307" y="510376"/>
                  </a:lnTo>
                  <a:lnTo>
                    <a:pt x="1934235" y="510341"/>
                  </a:lnTo>
                  <a:lnTo>
                    <a:pt x="1933164" y="510307"/>
                  </a:lnTo>
                  <a:lnTo>
                    <a:pt x="1932092" y="510274"/>
                  </a:lnTo>
                  <a:lnTo>
                    <a:pt x="1931021" y="510241"/>
                  </a:lnTo>
                  <a:lnTo>
                    <a:pt x="1929949" y="510210"/>
                  </a:lnTo>
                  <a:lnTo>
                    <a:pt x="1928877" y="510180"/>
                  </a:lnTo>
                  <a:lnTo>
                    <a:pt x="1927806" y="510151"/>
                  </a:lnTo>
                  <a:lnTo>
                    <a:pt x="1926734" y="510123"/>
                  </a:lnTo>
                  <a:lnTo>
                    <a:pt x="1925663" y="510096"/>
                  </a:lnTo>
                  <a:lnTo>
                    <a:pt x="1924591" y="510070"/>
                  </a:lnTo>
                  <a:lnTo>
                    <a:pt x="1923519" y="510045"/>
                  </a:lnTo>
                  <a:lnTo>
                    <a:pt x="1922448" y="510021"/>
                  </a:lnTo>
                  <a:lnTo>
                    <a:pt x="1921376" y="509998"/>
                  </a:lnTo>
                  <a:lnTo>
                    <a:pt x="1920305" y="509976"/>
                  </a:lnTo>
                  <a:lnTo>
                    <a:pt x="1919233" y="509955"/>
                  </a:lnTo>
                  <a:lnTo>
                    <a:pt x="1918161" y="509936"/>
                  </a:lnTo>
                  <a:lnTo>
                    <a:pt x="1917090" y="509917"/>
                  </a:lnTo>
                  <a:lnTo>
                    <a:pt x="1916018" y="509900"/>
                  </a:lnTo>
                  <a:lnTo>
                    <a:pt x="1914947" y="509883"/>
                  </a:lnTo>
                  <a:lnTo>
                    <a:pt x="1913875" y="509868"/>
                  </a:lnTo>
                  <a:lnTo>
                    <a:pt x="1912803" y="509854"/>
                  </a:lnTo>
                  <a:lnTo>
                    <a:pt x="1911732" y="509842"/>
                  </a:lnTo>
                  <a:lnTo>
                    <a:pt x="1910660" y="509830"/>
                  </a:lnTo>
                  <a:lnTo>
                    <a:pt x="1909589" y="509819"/>
                  </a:lnTo>
                  <a:lnTo>
                    <a:pt x="1908517" y="509810"/>
                  </a:lnTo>
                  <a:lnTo>
                    <a:pt x="1907445" y="509802"/>
                  </a:lnTo>
                  <a:lnTo>
                    <a:pt x="1906374" y="509795"/>
                  </a:lnTo>
                  <a:lnTo>
                    <a:pt x="1905302" y="509790"/>
                  </a:lnTo>
                  <a:lnTo>
                    <a:pt x="1904231" y="509785"/>
                  </a:lnTo>
                  <a:lnTo>
                    <a:pt x="1903159" y="509782"/>
                  </a:lnTo>
                  <a:lnTo>
                    <a:pt x="1902087" y="509780"/>
                  </a:lnTo>
                  <a:lnTo>
                    <a:pt x="1901016" y="509780"/>
                  </a:lnTo>
                  <a:lnTo>
                    <a:pt x="1899944" y="509780"/>
                  </a:lnTo>
                  <a:lnTo>
                    <a:pt x="1898873" y="509782"/>
                  </a:lnTo>
                  <a:lnTo>
                    <a:pt x="1897801" y="509785"/>
                  </a:lnTo>
                  <a:lnTo>
                    <a:pt x="1896729" y="509790"/>
                  </a:lnTo>
                  <a:lnTo>
                    <a:pt x="1895658" y="509796"/>
                  </a:lnTo>
                  <a:lnTo>
                    <a:pt x="1894586" y="509803"/>
                  </a:lnTo>
                  <a:lnTo>
                    <a:pt x="1893515" y="509811"/>
                  </a:lnTo>
                  <a:lnTo>
                    <a:pt x="1892443" y="509821"/>
                  </a:lnTo>
                  <a:lnTo>
                    <a:pt x="1891371" y="509832"/>
                  </a:lnTo>
                  <a:lnTo>
                    <a:pt x="1890300" y="509845"/>
                  </a:lnTo>
                  <a:lnTo>
                    <a:pt x="1889228" y="509859"/>
                  </a:lnTo>
                  <a:lnTo>
                    <a:pt x="1888157" y="509874"/>
                  </a:lnTo>
                  <a:lnTo>
                    <a:pt x="1887085" y="509891"/>
                  </a:lnTo>
                  <a:lnTo>
                    <a:pt x="1886013" y="509909"/>
                  </a:lnTo>
                  <a:lnTo>
                    <a:pt x="1884942" y="509928"/>
                  </a:lnTo>
                  <a:lnTo>
                    <a:pt x="1883870" y="509949"/>
                  </a:lnTo>
                  <a:lnTo>
                    <a:pt x="1882799" y="509972"/>
                  </a:lnTo>
                  <a:lnTo>
                    <a:pt x="1881727" y="509995"/>
                  </a:lnTo>
                  <a:lnTo>
                    <a:pt x="1880655" y="510021"/>
                  </a:lnTo>
                  <a:lnTo>
                    <a:pt x="1879584" y="510047"/>
                  </a:lnTo>
                  <a:lnTo>
                    <a:pt x="1878512" y="510075"/>
                  </a:lnTo>
                  <a:lnTo>
                    <a:pt x="1877441" y="510105"/>
                  </a:lnTo>
                  <a:lnTo>
                    <a:pt x="1876369" y="510136"/>
                  </a:lnTo>
                  <a:lnTo>
                    <a:pt x="1875297" y="510169"/>
                  </a:lnTo>
                  <a:lnTo>
                    <a:pt x="1874226" y="510203"/>
                  </a:lnTo>
                  <a:lnTo>
                    <a:pt x="1873154" y="510238"/>
                  </a:lnTo>
                  <a:lnTo>
                    <a:pt x="1872083" y="510275"/>
                  </a:lnTo>
                  <a:lnTo>
                    <a:pt x="1871011" y="510314"/>
                  </a:lnTo>
                  <a:lnTo>
                    <a:pt x="1869939" y="510354"/>
                  </a:lnTo>
                  <a:lnTo>
                    <a:pt x="1868868" y="510396"/>
                  </a:lnTo>
                  <a:lnTo>
                    <a:pt x="1867796" y="510439"/>
                  </a:lnTo>
                  <a:lnTo>
                    <a:pt x="1866725" y="510484"/>
                  </a:lnTo>
                  <a:lnTo>
                    <a:pt x="1865653" y="510531"/>
                  </a:lnTo>
                  <a:lnTo>
                    <a:pt x="1864581" y="510579"/>
                  </a:lnTo>
                  <a:lnTo>
                    <a:pt x="1863510" y="510628"/>
                  </a:lnTo>
                  <a:lnTo>
                    <a:pt x="1862438" y="510680"/>
                  </a:lnTo>
                  <a:lnTo>
                    <a:pt x="1861367" y="510732"/>
                  </a:lnTo>
                  <a:lnTo>
                    <a:pt x="1860295" y="510787"/>
                  </a:lnTo>
                  <a:lnTo>
                    <a:pt x="1859223" y="510843"/>
                  </a:lnTo>
                  <a:lnTo>
                    <a:pt x="1858152" y="510901"/>
                  </a:lnTo>
                  <a:lnTo>
                    <a:pt x="1857080" y="510960"/>
                  </a:lnTo>
                  <a:lnTo>
                    <a:pt x="1856009" y="511021"/>
                  </a:lnTo>
                  <a:lnTo>
                    <a:pt x="1854937" y="511084"/>
                  </a:lnTo>
                  <a:lnTo>
                    <a:pt x="1853865" y="511148"/>
                  </a:lnTo>
                  <a:lnTo>
                    <a:pt x="1852794" y="511214"/>
                  </a:lnTo>
                  <a:lnTo>
                    <a:pt x="1851722" y="511282"/>
                  </a:lnTo>
                  <a:lnTo>
                    <a:pt x="1850651" y="511352"/>
                  </a:lnTo>
                  <a:lnTo>
                    <a:pt x="1849579" y="511423"/>
                  </a:lnTo>
                  <a:lnTo>
                    <a:pt x="1848507" y="511496"/>
                  </a:lnTo>
                  <a:lnTo>
                    <a:pt x="1847436" y="511570"/>
                  </a:lnTo>
                  <a:lnTo>
                    <a:pt x="1846364" y="511647"/>
                  </a:lnTo>
                  <a:lnTo>
                    <a:pt x="1845293" y="511725"/>
                  </a:lnTo>
                  <a:lnTo>
                    <a:pt x="1844221" y="511804"/>
                  </a:lnTo>
                  <a:lnTo>
                    <a:pt x="1843149" y="511886"/>
                  </a:lnTo>
                  <a:lnTo>
                    <a:pt x="1842078" y="511969"/>
                  </a:lnTo>
                  <a:lnTo>
                    <a:pt x="1841006" y="512055"/>
                  </a:lnTo>
                  <a:lnTo>
                    <a:pt x="1839935" y="512141"/>
                  </a:lnTo>
                  <a:lnTo>
                    <a:pt x="1838863" y="512230"/>
                  </a:lnTo>
                  <a:lnTo>
                    <a:pt x="1837791" y="512321"/>
                  </a:lnTo>
                  <a:lnTo>
                    <a:pt x="1836720" y="512413"/>
                  </a:lnTo>
                  <a:lnTo>
                    <a:pt x="1835648" y="512507"/>
                  </a:lnTo>
                  <a:lnTo>
                    <a:pt x="1834577" y="512603"/>
                  </a:lnTo>
                  <a:lnTo>
                    <a:pt x="1833505" y="512701"/>
                  </a:lnTo>
                  <a:lnTo>
                    <a:pt x="1832433" y="512801"/>
                  </a:lnTo>
                  <a:lnTo>
                    <a:pt x="1831362" y="512902"/>
                  </a:lnTo>
                  <a:lnTo>
                    <a:pt x="1830290" y="513005"/>
                  </a:lnTo>
                  <a:lnTo>
                    <a:pt x="1829219" y="513111"/>
                  </a:lnTo>
                  <a:lnTo>
                    <a:pt x="1828147" y="513218"/>
                  </a:lnTo>
                  <a:lnTo>
                    <a:pt x="1827075" y="513327"/>
                  </a:lnTo>
                  <a:lnTo>
                    <a:pt x="1826004" y="513438"/>
                  </a:lnTo>
                  <a:lnTo>
                    <a:pt x="1824932" y="513550"/>
                  </a:lnTo>
                  <a:lnTo>
                    <a:pt x="1823861" y="513665"/>
                  </a:lnTo>
                  <a:lnTo>
                    <a:pt x="1822789" y="513781"/>
                  </a:lnTo>
                  <a:lnTo>
                    <a:pt x="1821717" y="513900"/>
                  </a:lnTo>
                  <a:lnTo>
                    <a:pt x="1820646" y="514020"/>
                  </a:lnTo>
                  <a:lnTo>
                    <a:pt x="1819574" y="514143"/>
                  </a:lnTo>
                  <a:lnTo>
                    <a:pt x="1818503" y="514267"/>
                  </a:lnTo>
                  <a:lnTo>
                    <a:pt x="1817431" y="514393"/>
                  </a:lnTo>
                  <a:lnTo>
                    <a:pt x="1816359" y="514521"/>
                  </a:lnTo>
                  <a:lnTo>
                    <a:pt x="1815288" y="514651"/>
                  </a:lnTo>
                  <a:lnTo>
                    <a:pt x="1814216" y="514783"/>
                  </a:lnTo>
                  <a:lnTo>
                    <a:pt x="1813145" y="514917"/>
                  </a:lnTo>
                  <a:lnTo>
                    <a:pt x="1812073" y="515053"/>
                  </a:lnTo>
                  <a:lnTo>
                    <a:pt x="1811001" y="515192"/>
                  </a:lnTo>
                  <a:lnTo>
                    <a:pt x="1809930" y="515332"/>
                  </a:lnTo>
                  <a:lnTo>
                    <a:pt x="1808858" y="515474"/>
                  </a:lnTo>
                  <a:lnTo>
                    <a:pt x="1807787" y="515618"/>
                  </a:lnTo>
                  <a:lnTo>
                    <a:pt x="1806715" y="515764"/>
                  </a:lnTo>
                  <a:lnTo>
                    <a:pt x="1805643" y="515912"/>
                  </a:lnTo>
                  <a:lnTo>
                    <a:pt x="1804572" y="516062"/>
                  </a:lnTo>
                  <a:lnTo>
                    <a:pt x="1803500" y="516214"/>
                  </a:lnTo>
                  <a:lnTo>
                    <a:pt x="1802429" y="516368"/>
                  </a:lnTo>
                  <a:lnTo>
                    <a:pt x="1801357" y="516524"/>
                  </a:lnTo>
                  <a:lnTo>
                    <a:pt x="1800285" y="516682"/>
                  </a:lnTo>
                  <a:lnTo>
                    <a:pt x="1799214" y="516843"/>
                  </a:lnTo>
                  <a:lnTo>
                    <a:pt x="1798142" y="517005"/>
                  </a:lnTo>
                  <a:lnTo>
                    <a:pt x="1797071" y="517169"/>
                  </a:lnTo>
                  <a:lnTo>
                    <a:pt x="1795999" y="517336"/>
                  </a:lnTo>
                  <a:lnTo>
                    <a:pt x="1794927" y="517504"/>
                  </a:lnTo>
                  <a:lnTo>
                    <a:pt x="1793856" y="517675"/>
                  </a:lnTo>
                  <a:lnTo>
                    <a:pt x="1792784" y="517848"/>
                  </a:lnTo>
                  <a:lnTo>
                    <a:pt x="1791713" y="518023"/>
                  </a:lnTo>
                  <a:lnTo>
                    <a:pt x="1790641" y="518200"/>
                  </a:lnTo>
                  <a:lnTo>
                    <a:pt x="1789569" y="518379"/>
                  </a:lnTo>
                  <a:lnTo>
                    <a:pt x="1788498" y="518560"/>
                  </a:lnTo>
                  <a:lnTo>
                    <a:pt x="1787426" y="518743"/>
                  </a:lnTo>
                  <a:lnTo>
                    <a:pt x="1786355" y="518929"/>
                  </a:lnTo>
                  <a:lnTo>
                    <a:pt x="1785283" y="519116"/>
                  </a:lnTo>
                  <a:lnTo>
                    <a:pt x="1784211" y="519306"/>
                  </a:lnTo>
                  <a:lnTo>
                    <a:pt x="1783140" y="519498"/>
                  </a:lnTo>
                  <a:lnTo>
                    <a:pt x="1782068" y="519692"/>
                  </a:lnTo>
                  <a:lnTo>
                    <a:pt x="1780997" y="519888"/>
                  </a:lnTo>
                  <a:lnTo>
                    <a:pt x="1779925" y="520086"/>
                  </a:lnTo>
                  <a:lnTo>
                    <a:pt x="1778853" y="520286"/>
                  </a:lnTo>
                  <a:lnTo>
                    <a:pt x="1777782" y="520489"/>
                  </a:lnTo>
                  <a:lnTo>
                    <a:pt x="1776710" y="520694"/>
                  </a:lnTo>
                  <a:lnTo>
                    <a:pt x="1775639" y="520901"/>
                  </a:lnTo>
                  <a:lnTo>
                    <a:pt x="1774567" y="521110"/>
                  </a:lnTo>
                  <a:lnTo>
                    <a:pt x="1773496" y="521321"/>
                  </a:lnTo>
                  <a:lnTo>
                    <a:pt x="1772424" y="521534"/>
                  </a:lnTo>
                  <a:lnTo>
                    <a:pt x="1771352" y="521750"/>
                  </a:lnTo>
                  <a:lnTo>
                    <a:pt x="1770281" y="521968"/>
                  </a:lnTo>
                  <a:lnTo>
                    <a:pt x="1769209" y="522188"/>
                  </a:lnTo>
                  <a:lnTo>
                    <a:pt x="1768138" y="522410"/>
                  </a:lnTo>
                  <a:lnTo>
                    <a:pt x="1767066" y="522635"/>
                  </a:lnTo>
                  <a:lnTo>
                    <a:pt x="1765994" y="522861"/>
                  </a:lnTo>
                  <a:lnTo>
                    <a:pt x="1764923" y="523090"/>
                  </a:lnTo>
                  <a:lnTo>
                    <a:pt x="1763851" y="523321"/>
                  </a:lnTo>
                  <a:lnTo>
                    <a:pt x="1762780" y="523554"/>
                  </a:lnTo>
                  <a:lnTo>
                    <a:pt x="1761708" y="523790"/>
                  </a:lnTo>
                  <a:lnTo>
                    <a:pt x="1760636" y="524028"/>
                  </a:lnTo>
                  <a:lnTo>
                    <a:pt x="1759565" y="524268"/>
                  </a:lnTo>
                  <a:lnTo>
                    <a:pt x="1758493" y="524510"/>
                  </a:lnTo>
                  <a:lnTo>
                    <a:pt x="1757422" y="524754"/>
                  </a:lnTo>
                  <a:lnTo>
                    <a:pt x="1756350" y="525001"/>
                  </a:lnTo>
                  <a:lnTo>
                    <a:pt x="1755278" y="525250"/>
                  </a:lnTo>
                  <a:lnTo>
                    <a:pt x="1754207" y="525501"/>
                  </a:lnTo>
                  <a:lnTo>
                    <a:pt x="1753135" y="525754"/>
                  </a:lnTo>
                  <a:lnTo>
                    <a:pt x="1752064" y="526010"/>
                  </a:lnTo>
                  <a:lnTo>
                    <a:pt x="1750992" y="526268"/>
                  </a:lnTo>
                  <a:lnTo>
                    <a:pt x="1749920" y="526528"/>
                  </a:lnTo>
                  <a:lnTo>
                    <a:pt x="1748849" y="526790"/>
                  </a:lnTo>
                  <a:lnTo>
                    <a:pt x="1747777" y="527055"/>
                  </a:lnTo>
                  <a:lnTo>
                    <a:pt x="1746706" y="527322"/>
                  </a:lnTo>
                  <a:lnTo>
                    <a:pt x="1745634" y="527591"/>
                  </a:lnTo>
                  <a:lnTo>
                    <a:pt x="1744562" y="527862"/>
                  </a:lnTo>
                  <a:lnTo>
                    <a:pt x="1743491" y="528136"/>
                  </a:lnTo>
                  <a:lnTo>
                    <a:pt x="1742419" y="528412"/>
                  </a:lnTo>
                  <a:lnTo>
                    <a:pt x="1741348" y="528690"/>
                  </a:lnTo>
                  <a:lnTo>
                    <a:pt x="1740276" y="528971"/>
                  </a:lnTo>
                  <a:lnTo>
                    <a:pt x="1739204" y="529253"/>
                  </a:lnTo>
                  <a:lnTo>
                    <a:pt x="1738133" y="529538"/>
                  </a:lnTo>
                  <a:lnTo>
                    <a:pt x="1737061" y="529825"/>
                  </a:lnTo>
                  <a:lnTo>
                    <a:pt x="1735990" y="530115"/>
                  </a:lnTo>
                  <a:lnTo>
                    <a:pt x="1734918" y="530407"/>
                  </a:lnTo>
                  <a:lnTo>
                    <a:pt x="1733846" y="530701"/>
                  </a:lnTo>
                  <a:lnTo>
                    <a:pt x="1732775" y="530997"/>
                  </a:lnTo>
                  <a:lnTo>
                    <a:pt x="1731703" y="531296"/>
                  </a:lnTo>
                  <a:lnTo>
                    <a:pt x="1730632" y="531597"/>
                  </a:lnTo>
                  <a:lnTo>
                    <a:pt x="1729560" y="531900"/>
                  </a:lnTo>
                  <a:lnTo>
                    <a:pt x="1728488" y="532205"/>
                  </a:lnTo>
                  <a:lnTo>
                    <a:pt x="1727417" y="532513"/>
                  </a:lnTo>
                  <a:lnTo>
                    <a:pt x="1726345" y="532823"/>
                  </a:lnTo>
                  <a:lnTo>
                    <a:pt x="1725274" y="533135"/>
                  </a:lnTo>
                  <a:lnTo>
                    <a:pt x="1724202" y="533450"/>
                  </a:lnTo>
                  <a:lnTo>
                    <a:pt x="1723130" y="533767"/>
                  </a:lnTo>
                  <a:lnTo>
                    <a:pt x="1722059" y="534086"/>
                  </a:lnTo>
                  <a:lnTo>
                    <a:pt x="1720987" y="534407"/>
                  </a:lnTo>
                  <a:lnTo>
                    <a:pt x="1719916" y="534731"/>
                  </a:lnTo>
                  <a:lnTo>
                    <a:pt x="1718844" y="535057"/>
                  </a:lnTo>
                  <a:lnTo>
                    <a:pt x="1717772" y="535385"/>
                  </a:lnTo>
                  <a:lnTo>
                    <a:pt x="1716701" y="535715"/>
                  </a:lnTo>
                  <a:lnTo>
                    <a:pt x="1715629" y="536048"/>
                  </a:lnTo>
                  <a:lnTo>
                    <a:pt x="1714558" y="536383"/>
                  </a:lnTo>
                  <a:lnTo>
                    <a:pt x="1713486" y="536720"/>
                  </a:lnTo>
                  <a:lnTo>
                    <a:pt x="1712414" y="537060"/>
                  </a:lnTo>
                  <a:lnTo>
                    <a:pt x="1711343" y="537402"/>
                  </a:lnTo>
                  <a:lnTo>
                    <a:pt x="1710271" y="537746"/>
                  </a:lnTo>
                  <a:lnTo>
                    <a:pt x="1709200" y="538092"/>
                  </a:lnTo>
                  <a:lnTo>
                    <a:pt x="1708128" y="538441"/>
                  </a:lnTo>
                  <a:lnTo>
                    <a:pt x="1707056" y="538792"/>
                  </a:lnTo>
                  <a:lnTo>
                    <a:pt x="1705985" y="539145"/>
                  </a:lnTo>
                  <a:lnTo>
                    <a:pt x="1704913" y="539500"/>
                  </a:lnTo>
                  <a:lnTo>
                    <a:pt x="1703842" y="539858"/>
                  </a:lnTo>
                  <a:lnTo>
                    <a:pt x="1702770" y="540218"/>
                  </a:lnTo>
                  <a:lnTo>
                    <a:pt x="1701698" y="540580"/>
                  </a:lnTo>
                  <a:lnTo>
                    <a:pt x="1700627" y="540944"/>
                  </a:lnTo>
                  <a:lnTo>
                    <a:pt x="1699555" y="541311"/>
                  </a:lnTo>
                  <a:lnTo>
                    <a:pt x="1698484" y="541680"/>
                  </a:lnTo>
                  <a:lnTo>
                    <a:pt x="1697412" y="542051"/>
                  </a:lnTo>
                  <a:lnTo>
                    <a:pt x="1696340" y="542424"/>
                  </a:lnTo>
                  <a:lnTo>
                    <a:pt x="1695269" y="542800"/>
                  </a:lnTo>
                  <a:lnTo>
                    <a:pt x="1694197" y="543178"/>
                  </a:lnTo>
                  <a:lnTo>
                    <a:pt x="1693126" y="543558"/>
                  </a:lnTo>
                  <a:lnTo>
                    <a:pt x="1692054" y="543940"/>
                  </a:lnTo>
                  <a:lnTo>
                    <a:pt x="1690982" y="544324"/>
                  </a:lnTo>
                  <a:lnTo>
                    <a:pt x="1689911" y="544711"/>
                  </a:lnTo>
                  <a:lnTo>
                    <a:pt x="1688839" y="545100"/>
                  </a:lnTo>
                  <a:lnTo>
                    <a:pt x="1687768" y="545491"/>
                  </a:lnTo>
                  <a:lnTo>
                    <a:pt x="1686696" y="545885"/>
                  </a:lnTo>
                  <a:lnTo>
                    <a:pt x="1685624" y="546280"/>
                  </a:lnTo>
                  <a:lnTo>
                    <a:pt x="1684553" y="546678"/>
                  </a:lnTo>
                  <a:lnTo>
                    <a:pt x="1683481" y="547078"/>
                  </a:lnTo>
                  <a:lnTo>
                    <a:pt x="1682410" y="547480"/>
                  </a:lnTo>
                  <a:lnTo>
                    <a:pt x="1681338" y="547885"/>
                  </a:lnTo>
                  <a:lnTo>
                    <a:pt x="1680266" y="548291"/>
                  </a:lnTo>
                  <a:lnTo>
                    <a:pt x="1679195" y="548700"/>
                  </a:lnTo>
                  <a:lnTo>
                    <a:pt x="1678123" y="549111"/>
                  </a:lnTo>
                  <a:lnTo>
                    <a:pt x="1677052" y="549524"/>
                  </a:lnTo>
                  <a:lnTo>
                    <a:pt x="1675980" y="549939"/>
                  </a:lnTo>
                  <a:lnTo>
                    <a:pt x="1674908" y="550357"/>
                  </a:lnTo>
                  <a:lnTo>
                    <a:pt x="1673837" y="550777"/>
                  </a:lnTo>
                  <a:lnTo>
                    <a:pt x="1672765" y="551198"/>
                  </a:lnTo>
                  <a:lnTo>
                    <a:pt x="1671694" y="551622"/>
                  </a:lnTo>
                  <a:lnTo>
                    <a:pt x="1670622" y="552049"/>
                  </a:lnTo>
                  <a:lnTo>
                    <a:pt x="1669550" y="552477"/>
                  </a:lnTo>
                  <a:lnTo>
                    <a:pt x="1668479" y="552907"/>
                  </a:lnTo>
                  <a:lnTo>
                    <a:pt x="1667407" y="553340"/>
                  </a:lnTo>
                  <a:lnTo>
                    <a:pt x="1666336" y="553774"/>
                  </a:lnTo>
                  <a:lnTo>
                    <a:pt x="1665264" y="554211"/>
                  </a:lnTo>
                  <a:lnTo>
                    <a:pt x="1664192" y="554650"/>
                  </a:lnTo>
                  <a:lnTo>
                    <a:pt x="1663121" y="555091"/>
                  </a:lnTo>
                  <a:lnTo>
                    <a:pt x="1662049" y="555535"/>
                  </a:lnTo>
                  <a:lnTo>
                    <a:pt x="1660978" y="555980"/>
                  </a:lnTo>
                  <a:lnTo>
                    <a:pt x="1659906" y="556427"/>
                  </a:lnTo>
                  <a:lnTo>
                    <a:pt x="1658834" y="556877"/>
                  </a:lnTo>
                  <a:lnTo>
                    <a:pt x="1657763" y="557328"/>
                  </a:lnTo>
                  <a:lnTo>
                    <a:pt x="1656691" y="557782"/>
                  </a:lnTo>
                  <a:lnTo>
                    <a:pt x="1655620" y="558238"/>
                  </a:lnTo>
                  <a:lnTo>
                    <a:pt x="1654548" y="558696"/>
                  </a:lnTo>
                  <a:lnTo>
                    <a:pt x="1653476" y="559156"/>
                  </a:lnTo>
                  <a:lnTo>
                    <a:pt x="1652405" y="559618"/>
                  </a:lnTo>
                  <a:lnTo>
                    <a:pt x="1651333" y="560082"/>
                  </a:lnTo>
                  <a:lnTo>
                    <a:pt x="1650262" y="560548"/>
                  </a:lnTo>
                  <a:lnTo>
                    <a:pt x="1649190" y="561016"/>
                  </a:lnTo>
                  <a:lnTo>
                    <a:pt x="1648118" y="561487"/>
                  </a:lnTo>
                  <a:lnTo>
                    <a:pt x="1647047" y="561959"/>
                  </a:lnTo>
                  <a:lnTo>
                    <a:pt x="1645975" y="562433"/>
                  </a:lnTo>
                  <a:lnTo>
                    <a:pt x="1644904" y="562910"/>
                  </a:lnTo>
                  <a:lnTo>
                    <a:pt x="1643832" y="563388"/>
                  </a:lnTo>
                  <a:lnTo>
                    <a:pt x="1642760" y="563869"/>
                  </a:lnTo>
                  <a:lnTo>
                    <a:pt x="1641689" y="564351"/>
                  </a:lnTo>
                  <a:lnTo>
                    <a:pt x="1640617" y="564835"/>
                  </a:lnTo>
                  <a:lnTo>
                    <a:pt x="1639546" y="565322"/>
                  </a:lnTo>
                  <a:lnTo>
                    <a:pt x="1638474" y="565810"/>
                  </a:lnTo>
                  <a:lnTo>
                    <a:pt x="1637402" y="566301"/>
                  </a:lnTo>
                  <a:lnTo>
                    <a:pt x="1636331" y="566793"/>
                  </a:lnTo>
                  <a:lnTo>
                    <a:pt x="1635259" y="567288"/>
                  </a:lnTo>
                  <a:lnTo>
                    <a:pt x="1634188" y="567784"/>
                  </a:lnTo>
                  <a:lnTo>
                    <a:pt x="1633116" y="568283"/>
                  </a:lnTo>
                  <a:lnTo>
                    <a:pt x="1632044" y="568783"/>
                  </a:lnTo>
                  <a:lnTo>
                    <a:pt x="1630973" y="569285"/>
                  </a:lnTo>
                  <a:lnTo>
                    <a:pt x="1629901" y="569789"/>
                  </a:lnTo>
                  <a:lnTo>
                    <a:pt x="1628830" y="570296"/>
                  </a:lnTo>
                  <a:lnTo>
                    <a:pt x="1627758" y="570804"/>
                  </a:lnTo>
                  <a:lnTo>
                    <a:pt x="1626686" y="571314"/>
                  </a:lnTo>
                  <a:lnTo>
                    <a:pt x="1625615" y="571826"/>
                  </a:lnTo>
                  <a:lnTo>
                    <a:pt x="1624543" y="572340"/>
                  </a:lnTo>
                  <a:lnTo>
                    <a:pt x="1623472" y="572856"/>
                  </a:lnTo>
                  <a:lnTo>
                    <a:pt x="1622400" y="573373"/>
                  </a:lnTo>
                  <a:lnTo>
                    <a:pt x="1621328" y="573893"/>
                  </a:lnTo>
                  <a:lnTo>
                    <a:pt x="1620257" y="574415"/>
                  </a:lnTo>
                  <a:lnTo>
                    <a:pt x="1619185" y="574938"/>
                  </a:lnTo>
                  <a:lnTo>
                    <a:pt x="1618114" y="575463"/>
                  </a:lnTo>
                  <a:lnTo>
                    <a:pt x="1617042" y="575991"/>
                  </a:lnTo>
                  <a:lnTo>
                    <a:pt x="1615970" y="576520"/>
                  </a:lnTo>
                  <a:lnTo>
                    <a:pt x="1614899" y="577321"/>
                  </a:lnTo>
                  <a:lnTo>
                    <a:pt x="1613827" y="578140"/>
                  </a:lnTo>
                  <a:lnTo>
                    <a:pt x="1612756" y="578962"/>
                  </a:lnTo>
                  <a:lnTo>
                    <a:pt x="1611684" y="579787"/>
                  </a:lnTo>
                  <a:lnTo>
                    <a:pt x="1610612" y="580615"/>
                  </a:lnTo>
                  <a:lnTo>
                    <a:pt x="1609541" y="581445"/>
                  </a:lnTo>
                  <a:lnTo>
                    <a:pt x="1608469" y="582278"/>
                  </a:lnTo>
                  <a:lnTo>
                    <a:pt x="1607398" y="583114"/>
                  </a:lnTo>
                  <a:lnTo>
                    <a:pt x="1606326" y="583952"/>
                  </a:lnTo>
                  <a:lnTo>
                    <a:pt x="1605254" y="584793"/>
                  </a:lnTo>
                  <a:lnTo>
                    <a:pt x="1604183" y="585637"/>
                  </a:lnTo>
                  <a:lnTo>
                    <a:pt x="1603111" y="586483"/>
                  </a:lnTo>
                  <a:lnTo>
                    <a:pt x="1602040" y="587332"/>
                  </a:lnTo>
                  <a:lnTo>
                    <a:pt x="1600968" y="588184"/>
                  </a:lnTo>
                  <a:lnTo>
                    <a:pt x="1599896" y="589038"/>
                  </a:lnTo>
                  <a:lnTo>
                    <a:pt x="1598825" y="589895"/>
                  </a:lnTo>
                  <a:lnTo>
                    <a:pt x="1597753" y="590754"/>
                  </a:lnTo>
                  <a:lnTo>
                    <a:pt x="1596682" y="591616"/>
                  </a:lnTo>
                  <a:lnTo>
                    <a:pt x="1595610" y="592481"/>
                  </a:lnTo>
                  <a:lnTo>
                    <a:pt x="1594539" y="593348"/>
                  </a:lnTo>
                  <a:lnTo>
                    <a:pt x="1593467" y="594217"/>
                  </a:lnTo>
                  <a:lnTo>
                    <a:pt x="1592395" y="595089"/>
                  </a:lnTo>
                  <a:lnTo>
                    <a:pt x="1591324" y="595964"/>
                  </a:lnTo>
                  <a:lnTo>
                    <a:pt x="1590252" y="596841"/>
                  </a:lnTo>
                  <a:lnTo>
                    <a:pt x="1589181" y="597721"/>
                  </a:lnTo>
                  <a:lnTo>
                    <a:pt x="1588109" y="598603"/>
                  </a:lnTo>
                  <a:lnTo>
                    <a:pt x="1587037" y="599487"/>
                  </a:lnTo>
                  <a:lnTo>
                    <a:pt x="1585966" y="600374"/>
                  </a:lnTo>
                  <a:lnTo>
                    <a:pt x="1584894" y="601264"/>
                  </a:lnTo>
                  <a:lnTo>
                    <a:pt x="1583823" y="602156"/>
                  </a:lnTo>
                  <a:lnTo>
                    <a:pt x="1582751" y="603050"/>
                  </a:lnTo>
                  <a:lnTo>
                    <a:pt x="1581679" y="603946"/>
                  </a:lnTo>
                  <a:lnTo>
                    <a:pt x="1580608" y="604845"/>
                  </a:lnTo>
                  <a:lnTo>
                    <a:pt x="1579536" y="605747"/>
                  </a:lnTo>
                  <a:lnTo>
                    <a:pt x="1578465" y="606651"/>
                  </a:lnTo>
                  <a:lnTo>
                    <a:pt x="1577393" y="607557"/>
                  </a:lnTo>
                  <a:lnTo>
                    <a:pt x="1576321" y="608465"/>
                  </a:lnTo>
                  <a:lnTo>
                    <a:pt x="1575250" y="609376"/>
                  </a:lnTo>
                  <a:lnTo>
                    <a:pt x="1574178" y="610289"/>
                  </a:lnTo>
                  <a:lnTo>
                    <a:pt x="1573107" y="611204"/>
                  </a:lnTo>
                  <a:lnTo>
                    <a:pt x="1572035" y="612122"/>
                  </a:lnTo>
                  <a:lnTo>
                    <a:pt x="1570963" y="613042"/>
                  </a:lnTo>
                  <a:lnTo>
                    <a:pt x="1569892" y="613964"/>
                  </a:lnTo>
                  <a:lnTo>
                    <a:pt x="1568820" y="614888"/>
                  </a:lnTo>
                  <a:lnTo>
                    <a:pt x="1567749" y="615814"/>
                  </a:lnTo>
                  <a:lnTo>
                    <a:pt x="1566677" y="616743"/>
                  </a:lnTo>
                  <a:lnTo>
                    <a:pt x="1565605" y="617674"/>
                  </a:lnTo>
                  <a:lnTo>
                    <a:pt x="1564534" y="618607"/>
                  </a:lnTo>
                  <a:lnTo>
                    <a:pt x="1563462" y="619542"/>
                  </a:lnTo>
                  <a:lnTo>
                    <a:pt x="1562391" y="620480"/>
                  </a:lnTo>
                  <a:lnTo>
                    <a:pt x="1561319" y="621419"/>
                  </a:lnTo>
                  <a:lnTo>
                    <a:pt x="1560247" y="622361"/>
                  </a:lnTo>
                  <a:lnTo>
                    <a:pt x="1559176" y="623304"/>
                  </a:lnTo>
                  <a:lnTo>
                    <a:pt x="1558104" y="624250"/>
                  </a:lnTo>
                  <a:lnTo>
                    <a:pt x="1557033" y="625198"/>
                  </a:lnTo>
                  <a:lnTo>
                    <a:pt x="1555961" y="626148"/>
                  </a:lnTo>
                  <a:lnTo>
                    <a:pt x="1554889" y="627100"/>
                  </a:lnTo>
                  <a:lnTo>
                    <a:pt x="1553818" y="628053"/>
                  </a:lnTo>
                  <a:lnTo>
                    <a:pt x="1552746" y="629009"/>
                  </a:lnTo>
                  <a:lnTo>
                    <a:pt x="1551675" y="629967"/>
                  </a:lnTo>
                  <a:lnTo>
                    <a:pt x="1550603" y="630927"/>
                  </a:lnTo>
                  <a:lnTo>
                    <a:pt x="1549531" y="631889"/>
                  </a:lnTo>
                  <a:lnTo>
                    <a:pt x="1548460" y="632853"/>
                  </a:lnTo>
                  <a:lnTo>
                    <a:pt x="1547388" y="633818"/>
                  </a:lnTo>
                  <a:lnTo>
                    <a:pt x="1546317" y="634786"/>
                  </a:lnTo>
                  <a:lnTo>
                    <a:pt x="1545245" y="635756"/>
                  </a:lnTo>
                  <a:lnTo>
                    <a:pt x="1544173" y="636727"/>
                  </a:lnTo>
                  <a:lnTo>
                    <a:pt x="1543102" y="637700"/>
                  </a:lnTo>
                  <a:lnTo>
                    <a:pt x="1542030" y="638675"/>
                  </a:lnTo>
                  <a:lnTo>
                    <a:pt x="1540959" y="639652"/>
                  </a:lnTo>
                  <a:lnTo>
                    <a:pt x="1539887" y="640631"/>
                  </a:lnTo>
                  <a:lnTo>
                    <a:pt x="1538815" y="641611"/>
                  </a:lnTo>
                  <a:lnTo>
                    <a:pt x="1537744" y="642594"/>
                  </a:lnTo>
                  <a:lnTo>
                    <a:pt x="1536672" y="643578"/>
                  </a:lnTo>
                  <a:lnTo>
                    <a:pt x="1535601" y="644564"/>
                  </a:lnTo>
                  <a:lnTo>
                    <a:pt x="1534529" y="645551"/>
                  </a:lnTo>
                  <a:lnTo>
                    <a:pt x="1533457" y="646540"/>
                  </a:lnTo>
                  <a:lnTo>
                    <a:pt x="1532386" y="647531"/>
                  </a:lnTo>
                  <a:lnTo>
                    <a:pt x="1531314" y="648524"/>
                  </a:lnTo>
                  <a:lnTo>
                    <a:pt x="1530243" y="649518"/>
                  </a:lnTo>
                  <a:lnTo>
                    <a:pt x="1529171" y="650514"/>
                  </a:lnTo>
                  <a:lnTo>
                    <a:pt x="1528099" y="651512"/>
                  </a:lnTo>
                  <a:lnTo>
                    <a:pt x="1527028" y="652511"/>
                  </a:lnTo>
                  <a:lnTo>
                    <a:pt x="1525956" y="653512"/>
                  </a:lnTo>
                  <a:lnTo>
                    <a:pt x="1524885" y="654514"/>
                  </a:lnTo>
                  <a:lnTo>
                    <a:pt x="1523813" y="655519"/>
                  </a:lnTo>
                  <a:lnTo>
                    <a:pt x="1522741" y="656524"/>
                  </a:lnTo>
                  <a:lnTo>
                    <a:pt x="1521670" y="657531"/>
                  </a:lnTo>
                  <a:lnTo>
                    <a:pt x="1520598" y="658540"/>
                  </a:lnTo>
                  <a:lnTo>
                    <a:pt x="1519527" y="659550"/>
                  </a:lnTo>
                  <a:lnTo>
                    <a:pt x="1518455" y="660562"/>
                  </a:lnTo>
                  <a:lnTo>
                    <a:pt x="1517383" y="661575"/>
                  </a:lnTo>
                  <a:lnTo>
                    <a:pt x="1516312" y="662589"/>
                  </a:lnTo>
                  <a:lnTo>
                    <a:pt x="1515240" y="663605"/>
                  </a:lnTo>
                  <a:lnTo>
                    <a:pt x="1514169" y="664623"/>
                  </a:lnTo>
                  <a:lnTo>
                    <a:pt x="1513097" y="665642"/>
                  </a:lnTo>
                  <a:lnTo>
                    <a:pt x="1512025" y="666662"/>
                  </a:lnTo>
                  <a:lnTo>
                    <a:pt x="1510954" y="667684"/>
                  </a:lnTo>
                  <a:lnTo>
                    <a:pt x="1509882" y="668707"/>
                  </a:lnTo>
                  <a:lnTo>
                    <a:pt x="1508811" y="669731"/>
                  </a:lnTo>
                  <a:lnTo>
                    <a:pt x="1507739" y="670757"/>
                  </a:lnTo>
                  <a:lnTo>
                    <a:pt x="1506667" y="671784"/>
                  </a:lnTo>
                  <a:lnTo>
                    <a:pt x="1505596" y="672812"/>
                  </a:lnTo>
                  <a:lnTo>
                    <a:pt x="1504524" y="673841"/>
                  </a:lnTo>
                  <a:lnTo>
                    <a:pt x="1503453" y="674872"/>
                  </a:lnTo>
                  <a:lnTo>
                    <a:pt x="1502381" y="675904"/>
                  </a:lnTo>
                  <a:lnTo>
                    <a:pt x="1501309" y="676938"/>
                  </a:lnTo>
                  <a:lnTo>
                    <a:pt x="1500238" y="677972"/>
                  </a:lnTo>
                  <a:lnTo>
                    <a:pt x="1499166" y="679008"/>
                  </a:lnTo>
                  <a:lnTo>
                    <a:pt x="1498095" y="680045"/>
                  </a:lnTo>
                  <a:lnTo>
                    <a:pt x="1497023" y="681083"/>
                  </a:lnTo>
                  <a:lnTo>
                    <a:pt x="1495951" y="682122"/>
                  </a:lnTo>
                  <a:lnTo>
                    <a:pt x="1494880" y="683162"/>
                  </a:lnTo>
                  <a:lnTo>
                    <a:pt x="1493808" y="684204"/>
                  </a:lnTo>
                  <a:lnTo>
                    <a:pt x="1492737" y="685247"/>
                  </a:lnTo>
                  <a:lnTo>
                    <a:pt x="1491665" y="686290"/>
                  </a:lnTo>
                  <a:lnTo>
                    <a:pt x="1490593" y="687335"/>
                  </a:lnTo>
                  <a:lnTo>
                    <a:pt x="1489522" y="688381"/>
                  </a:lnTo>
                  <a:lnTo>
                    <a:pt x="1488450" y="689428"/>
                  </a:lnTo>
                  <a:lnTo>
                    <a:pt x="1487379" y="690475"/>
                  </a:lnTo>
                  <a:lnTo>
                    <a:pt x="1486307" y="691524"/>
                  </a:lnTo>
                  <a:lnTo>
                    <a:pt x="1485235" y="692574"/>
                  </a:lnTo>
                  <a:lnTo>
                    <a:pt x="1484164" y="693625"/>
                  </a:lnTo>
                  <a:lnTo>
                    <a:pt x="1483092" y="694677"/>
                  </a:lnTo>
                  <a:lnTo>
                    <a:pt x="1482021" y="695729"/>
                  </a:lnTo>
                  <a:lnTo>
                    <a:pt x="1480949" y="696783"/>
                  </a:lnTo>
                  <a:lnTo>
                    <a:pt x="1479877" y="697838"/>
                  </a:lnTo>
                  <a:lnTo>
                    <a:pt x="1478806" y="698893"/>
                  </a:lnTo>
                  <a:lnTo>
                    <a:pt x="1477734" y="699949"/>
                  </a:lnTo>
                  <a:lnTo>
                    <a:pt x="1476663" y="701007"/>
                  </a:lnTo>
                  <a:lnTo>
                    <a:pt x="1475591" y="702065"/>
                  </a:lnTo>
                  <a:lnTo>
                    <a:pt x="1474519" y="703123"/>
                  </a:lnTo>
                  <a:lnTo>
                    <a:pt x="1473448" y="704183"/>
                  </a:lnTo>
                  <a:lnTo>
                    <a:pt x="1472376" y="705244"/>
                  </a:lnTo>
                  <a:lnTo>
                    <a:pt x="1471305" y="706305"/>
                  </a:lnTo>
                  <a:lnTo>
                    <a:pt x="1470233" y="707367"/>
                  </a:lnTo>
                  <a:lnTo>
                    <a:pt x="1469161" y="708430"/>
                  </a:lnTo>
                  <a:lnTo>
                    <a:pt x="1468090" y="709493"/>
                  </a:lnTo>
                  <a:lnTo>
                    <a:pt x="1467018" y="710557"/>
                  </a:lnTo>
                  <a:lnTo>
                    <a:pt x="1465947" y="711622"/>
                  </a:lnTo>
                  <a:lnTo>
                    <a:pt x="1464875" y="712688"/>
                  </a:lnTo>
                  <a:lnTo>
                    <a:pt x="1463803" y="713754"/>
                  </a:lnTo>
                  <a:lnTo>
                    <a:pt x="1462732" y="714821"/>
                  </a:lnTo>
                  <a:lnTo>
                    <a:pt x="1461660" y="715889"/>
                  </a:lnTo>
                  <a:lnTo>
                    <a:pt x="1460589" y="716957"/>
                  </a:lnTo>
                  <a:lnTo>
                    <a:pt x="1459517" y="718026"/>
                  </a:lnTo>
                  <a:lnTo>
                    <a:pt x="1458445" y="719095"/>
                  </a:lnTo>
                  <a:lnTo>
                    <a:pt x="1457374" y="720165"/>
                  </a:lnTo>
                  <a:lnTo>
                    <a:pt x="1456302" y="721236"/>
                  </a:lnTo>
                  <a:lnTo>
                    <a:pt x="1455231" y="722307"/>
                  </a:lnTo>
                  <a:lnTo>
                    <a:pt x="1454159" y="723378"/>
                  </a:lnTo>
                  <a:lnTo>
                    <a:pt x="1453087" y="724450"/>
                  </a:lnTo>
                  <a:lnTo>
                    <a:pt x="1452016" y="725523"/>
                  </a:lnTo>
                  <a:lnTo>
                    <a:pt x="1450944" y="726596"/>
                  </a:lnTo>
                  <a:lnTo>
                    <a:pt x="1449873" y="727670"/>
                  </a:lnTo>
                  <a:lnTo>
                    <a:pt x="1448801" y="728744"/>
                  </a:lnTo>
                  <a:lnTo>
                    <a:pt x="1447729" y="729818"/>
                  </a:lnTo>
                  <a:lnTo>
                    <a:pt x="1446658" y="730893"/>
                  </a:lnTo>
                  <a:lnTo>
                    <a:pt x="1445586" y="731969"/>
                  </a:lnTo>
                  <a:lnTo>
                    <a:pt x="1444515" y="733044"/>
                  </a:lnTo>
                  <a:lnTo>
                    <a:pt x="1443443" y="734120"/>
                  </a:lnTo>
                  <a:lnTo>
                    <a:pt x="1442371" y="735197"/>
                  </a:lnTo>
                  <a:lnTo>
                    <a:pt x="1441300" y="736274"/>
                  </a:lnTo>
                  <a:lnTo>
                    <a:pt x="1440228" y="737351"/>
                  </a:lnTo>
                  <a:lnTo>
                    <a:pt x="1439157" y="738428"/>
                  </a:lnTo>
                  <a:lnTo>
                    <a:pt x="1438085" y="739506"/>
                  </a:lnTo>
                  <a:lnTo>
                    <a:pt x="1437013" y="740584"/>
                  </a:lnTo>
                  <a:lnTo>
                    <a:pt x="1435942" y="741662"/>
                  </a:lnTo>
                  <a:lnTo>
                    <a:pt x="1434870" y="742741"/>
                  </a:lnTo>
                  <a:lnTo>
                    <a:pt x="1433799" y="743820"/>
                  </a:lnTo>
                  <a:lnTo>
                    <a:pt x="1432727" y="744899"/>
                  </a:lnTo>
                  <a:lnTo>
                    <a:pt x="1431655" y="745978"/>
                  </a:lnTo>
                  <a:lnTo>
                    <a:pt x="1430584" y="747058"/>
                  </a:lnTo>
                  <a:lnTo>
                    <a:pt x="1429512" y="748137"/>
                  </a:lnTo>
                  <a:lnTo>
                    <a:pt x="1428441" y="749217"/>
                  </a:lnTo>
                  <a:lnTo>
                    <a:pt x="1427369" y="750297"/>
                  </a:lnTo>
                  <a:lnTo>
                    <a:pt x="1426297" y="751377"/>
                  </a:lnTo>
                  <a:lnTo>
                    <a:pt x="1425226" y="752458"/>
                  </a:lnTo>
                  <a:lnTo>
                    <a:pt x="1424154" y="753538"/>
                  </a:lnTo>
                  <a:lnTo>
                    <a:pt x="1423083" y="754618"/>
                  </a:lnTo>
                  <a:lnTo>
                    <a:pt x="1422011" y="755699"/>
                  </a:lnTo>
                  <a:lnTo>
                    <a:pt x="1420939" y="756780"/>
                  </a:lnTo>
                  <a:lnTo>
                    <a:pt x="1419868" y="757860"/>
                  </a:lnTo>
                  <a:lnTo>
                    <a:pt x="1418796" y="758941"/>
                  </a:lnTo>
                  <a:lnTo>
                    <a:pt x="1417725" y="760022"/>
                  </a:lnTo>
                  <a:lnTo>
                    <a:pt x="1416653" y="761102"/>
                  </a:lnTo>
                  <a:lnTo>
                    <a:pt x="1415582" y="762183"/>
                  </a:lnTo>
                  <a:lnTo>
                    <a:pt x="1414510" y="763264"/>
                  </a:lnTo>
                  <a:lnTo>
                    <a:pt x="1413438" y="764345"/>
                  </a:lnTo>
                  <a:lnTo>
                    <a:pt x="1412367" y="765425"/>
                  </a:lnTo>
                  <a:lnTo>
                    <a:pt x="1411295" y="766506"/>
                  </a:lnTo>
                  <a:lnTo>
                    <a:pt x="1410224" y="767586"/>
                  </a:lnTo>
                  <a:lnTo>
                    <a:pt x="1409152" y="768667"/>
                  </a:lnTo>
                  <a:lnTo>
                    <a:pt x="1408080" y="769747"/>
                  </a:lnTo>
                  <a:lnTo>
                    <a:pt x="1407009" y="770828"/>
                  </a:lnTo>
                  <a:lnTo>
                    <a:pt x="1405937" y="771908"/>
                  </a:lnTo>
                  <a:lnTo>
                    <a:pt x="1404866" y="772988"/>
                  </a:lnTo>
                  <a:lnTo>
                    <a:pt x="1403794" y="774067"/>
                  </a:lnTo>
                  <a:lnTo>
                    <a:pt x="1402722" y="775147"/>
                  </a:lnTo>
                  <a:lnTo>
                    <a:pt x="1401651" y="776227"/>
                  </a:lnTo>
                  <a:lnTo>
                    <a:pt x="1400579" y="777306"/>
                  </a:lnTo>
                  <a:lnTo>
                    <a:pt x="1399508" y="778385"/>
                  </a:lnTo>
                  <a:lnTo>
                    <a:pt x="1398436" y="779464"/>
                  </a:lnTo>
                  <a:lnTo>
                    <a:pt x="1397364" y="780542"/>
                  </a:lnTo>
                  <a:lnTo>
                    <a:pt x="1396293" y="781621"/>
                  </a:lnTo>
                  <a:lnTo>
                    <a:pt x="1395221" y="782699"/>
                  </a:lnTo>
                  <a:lnTo>
                    <a:pt x="1394150" y="783777"/>
                  </a:lnTo>
                  <a:lnTo>
                    <a:pt x="1393078" y="784854"/>
                  </a:lnTo>
                  <a:lnTo>
                    <a:pt x="1392006" y="785931"/>
                  </a:lnTo>
                  <a:lnTo>
                    <a:pt x="1390935" y="787008"/>
                  </a:lnTo>
                  <a:lnTo>
                    <a:pt x="1389863" y="788085"/>
                  </a:lnTo>
                  <a:lnTo>
                    <a:pt x="1388792" y="789161"/>
                  </a:lnTo>
                  <a:lnTo>
                    <a:pt x="1387720" y="790237"/>
                  </a:lnTo>
                  <a:lnTo>
                    <a:pt x="1386648" y="791313"/>
                  </a:lnTo>
                  <a:lnTo>
                    <a:pt x="1385577" y="792388"/>
                  </a:lnTo>
                  <a:lnTo>
                    <a:pt x="1384505" y="793462"/>
                  </a:lnTo>
                  <a:lnTo>
                    <a:pt x="1383434" y="794537"/>
                  </a:lnTo>
                  <a:lnTo>
                    <a:pt x="1382362" y="795611"/>
                  </a:lnTo>
                  <a:lnTo>
                    <a:pt x="1381290" y="796684"/>
                  </a:lnTo>
                  <a:lnTo>
                    <a:pt x="1380219" y="797757"/>
                  </a:lnTo>
                  <a:lnTo>
                    <a:pt x="1379147" y="798830"/>
                  </a:lnTo>
                  <a:lnTo>
                    <a:pt x="1378076" y="799902"/>
                  </a:lnTo>
                  <a:lnTo>
                    <a:pt x="1377004" y="800973"/>
                  </a:lnTo>
                  <a:lnTo>
                    <a:pt x="1375932" y="802045"/>
                  </a:lnTo>
                  <a:lnTo>
                    <a:pt x="1374861" y="803115"/>
                  </a:lnTo>
                  <a:lnTo>
                    <a:pt x="1373789" y="804185"/>
                  </a:lnTo>
                  <a:lnTo>
                    <a:pt x="1372718" y="805255"/>
                  </a:lnTo>
                  <a:lnTo>
                    <a:pt x="1371646" y="806324"/>
                  </a:lnTo>
                  <a:lnTo>
                    <a:pt x="1370574" y="807392"/>
                  </a:lnTo>
                  <a:lnTo>
                    <a:pt x="1369503" y="808460"/>
                  </a:lnTo>
                  <a:lnTo>
                    <a:pt x="1368431" y="809528"/>
                  </a:lnTo>
                  <a:lnTo>
                    <a:pt x="1367360" y="810594"/>
                  </a:lnTo>
                  <a:lnTo>
                    <a:pt x="1366288" y="811660"/>
                  </a:lnTo>
                  <a:lnTo>
                    <a:pt x="1365216" y="812726"/>
                  </a:lnTo>
                  <a:lnTo>
                    <a:pt x="1364145" y="813791"/>
                  </a:lnTo>
                  <a:lnTo>
                    <a:pt x="1363073" y="814855"/>
                  </a:lnTo>
                  <a:lnTo>
                    <a:pt x="1362002" y="815918"/>
                  </a:lnTo>
                  <a:lnTo>
                    <a:pt x="1360930" y="816981"/>
                  </a:lnTo>
                  <a:lnTo>
                    <a:pt x="1359858" y="818044"/>
                  </a:lnTo>
                  <a:lnTo>
                    <a:pt x="1358787" y="819105"/>
                  </a:lnTo>
                  <a:lnTo>
                    <a:pt x="1357715" y="820166"/>
                  </a:lnTo>
                  <a:lnTo>
                    <a:pt x="1356644" y="821226"/>
                  </a:lnTo>
                  <a:lnTo>
                    <a:pt x="1355572" y="822285"/>
                  </a:lnTo>
                  <a:lnTo>
                    <a:pt x="1354500" y="823344"/>
                  </a:lnTo>
                  <a:lnTo>
                    <a:pt x="1353429" y="824402"/>
                  </a:lnTo>
                  <a:lnTo>
                    <a:pt x="1352357" y="825459"/>
                  </a:lnTo>
                  <a:lnTo>
                    <a:pt x="1351286" y="826515"/>
                  </a:lnTo>
                  <a:lnTo>
                    <a:pt x="1350214" y="827571"/>
                  </a:lnTo>
                  <a:lnTo>
                    <a:pt x="1349142" y="828626"/>
                  </a:lnTo>
                  <a:lnTo>
                    <a:pt x="1348071" y="829680"/>
                  </a:lnTo>
                  <a:lnTo>
                    <a:pt x="1346999" y="830733"/>
                  </a:lnTo>
                  <a:lnTo>
                    <a:pt x="1345928" y="831785"/>
                  </a:lnTo>
                  <a:lnTo>
                    <a:pt x="1344856" y="832836"/>
                  </a:lnTo>
                  <a:lnTo>
                    <a:pt x="1343784" y="833887"/>
                  </a:lnTo>
                  <a:lnTo>
                    <a:pt x="1342713" y="834937"/>
                  </a:lnTo>
                  <a:lnTo>
                    <a:pt x="1341641" y="835986"/>
                  </a:lnTo>
                  <a:lnTo>
                    <a:pt x="1340570" y="837034"/>
                  </a:lnTo>
                  <a:lnTo>
                    <a:pt x="1339498" y="838081"/>
                  </a:lnTo>
                  <a:lnTo>
                    <a:pt x="1338426" y="839127"/>
                  </a:lnTo>
                  <a:lnTo>
                    <a:pt x="1337355" y="840172"/>
                  </a:lnTo>
                  <a:lnTo>
                    <a:pt x="1336283" y="841216"/>
                  </a:lnTo>
                  <a:lnTo>
                    <a:pt x="1335212" y="842260"/>
                  </a:lnTo>
                  <a:lnTo>
                    <a:pt x="1334140" y="843302"/>
                  </a:lnTo>
                  <a:lnTo>
                    <a:pt x="1333068" y="844344"/>
                  </a:lnTo>
                  <a:lnTo>
                    <a:pt x="1331997" y="845384"/>
                  </a:lnTo>
                  <a:lnTo>
                    <a:pt x="1330925" y="846424"/>
                  </a:lnTo>
                  <a:lnTo>
                    <a:pt x="1329854" y="847462"/>
                  </a:lnTo>
                  <a:lnTo>
                    <a:pt x="1328782" y="848500"/>
                  </a:lnTo>
                  <a:lnTo>
                    <a:pt x="1327710" y="849536"/>
                  </a:lnTo>
                  <a:lnTo>
                    <a:pt x="1326639" y="850572"/>
                  </a:lnTo>
                  <a:lnTo>
                    <a:pt x="1325567" y="851606"/>
                  </a:lnTo>
                  <a:lnTo>
                    <a:pt x="1324496" y="852639"/>
                  </a:lnTo>
                  <a:lnTo>
                    <a:pt x="1323424" y="853672"/>
                  </a:lnTo>
                  <a:lnTo>
                    <a:pt x="1322352" y="854703"/>
                  </a:lnTo>
                  <a:lnTo>
                    <a:pt x="1321281" y="855733"/>
                  </a:lnTo>
                  <a:lnTo>
                    <a:pt x="1320209" y="856762"/>
                  </a:lnTo>
                  <a:lnTo>
                    <a:pt x="1319138" y="857790"/>
                  </a:lnTo>
                  <a:lnTo>
                    <a:pt x="1318066" y="858817"/>
                  </a:lnTo>
                  <a:lnTo>
                    <a:pt x="1316994" y="859842"/>
                  </a:lnTo>
                  <a:lnTo>
                    <a:pt x="1315923" y="860867"/>
                  </a:lnTo>
                  <a:lnTo>
                    <a:pt x="1314851" y="861890"/>
                  </a:lnTo>
                  <a:lnTo>
                    <a:pt x="1313780" y="862913"/>
                  </a:lnTo>
                  <a:lnTo>
                    <a:pt x="1312708" y="863934"/>
                  </a:lnTo>
                  <a:lnTo>
                    <a:pt x="1311636" y="864954"/>
                  </a:lnTo>
                  <a:lnTo>
                    <a:pt x="1310565" y="865973"/>
                  </a:lnTo>
                  <a:lnTo>
                    <a:pt x="1309493" y="866990"/>
                  </a:lnTo>
                  <a:lnTo>
                    <a:pt x="1308422" y="868007"/>
                  </a:lnTo>
                  <a:lnTo>
                    <a:pt x="1307350" y="869022"/>
                  </a:lnTo>
                  <a:lnTo>
                    <a:pt x="1306278" y="870036"/>
                  </a:lnTo>
                  <a:lnTo>
                    <a:pt x="1305207" y="871048"/>
                  </a:lnTo>
                  <a:lnTo>
                    <a:pt x="1304135" y="872060"/>
                  </a:lnTo>
                  <a:lnTo>
                    <a:pt x="1303064" y="873070"/>
                  </a:lnTo>
                  <a:lnTo>
                    <a:pt x="1301992" y="874079"/>
                  </a:lnTo>
                  <a:lnTo>
                    <a:pt x="1300920" y="875087"/>
                  </a:lnTo>
                  <a:lnTo>
                    <a:pt x="1299849" y="876093"/>
                  </a:lnTo>
                  <a:lnTo>
                    <a:pt x="1298777" y="877098"/>
                  </a:lnTo>
                  <a:lnTo>
                    <a:pt x="1297706" y="878102"/>
                  </a:lnTo>
                  <a:lnTo>
                    <a:pt x="1296634" y="879105"/>
                  </a:lnTo>
                  <a:lnTo>
                    <a:pt x="1295562" y="880106"/>
                  </a:lnTo>
                  <a:lnTo>
                    <a:pt x="1294491" y="881106"/>
                  </a:lnTo>
                  <a:lnTo>
                    <a:pt x="1293419" y="882104"/>
                  </a:lnTo>
                  <a:lnTo>
                    <a:pt x="1292348" y="883101"/>
                  </a:lnTo>
                  <a:lnTo>
                    <a:pt x="1291276" y="884097"/>
                  </a:lnTo>
                  <a:lnTo>
                    <a:pt x="1290204" y="885092"/>
                  </a:lnTo>
                  <a:lnTo>
                    <a:pt x="1289133" y="886085"/>
                  </a:lnTo>
                  <a:lnTo>
                    <a:pt x="1288061" y="887076"/>
                  </a:lnTo>
                  <a:lnTo>
                    <a:pt x="1286990" y="888067"/>
                  </a:lnTo>
                  <a:lnTo>
                    <a:pt x="1285918" y="889056"/>
                  </a:lnTo>
                  <a:lnTo>
                    <a:pt x="1284846" y="890043"/>
                  </a:lnTo>
                  <a:lnTo>
                    <a:pt x="1283775" y="891029"/>
                  </a:lnTo>
                  <a:lnTo>
                    <a:pt x="1282703" y="892014"/>
                  </a:lnTo>
                  <a:lnTo>
                    <a:pt x="1281632" y="892997"/>
                  </a:lnTo>
                  <a:lnTo>
                    <a:pt x="1280560" y="893979"/>
                  </a:lnTo>
                  <a:lnTo>
                    <a:pt x="1279488" y="894959"/>
                  </a:lnTo>
                  <a:lnTo>
                    <a:pt x="1278417" y="895938"/>
                  </a:lnTo>
                  <a:lnTo>
                    <a:pt x="1277345" y="896915"/>
                  </a:lnTo>
                  <a:lnTo>
                    <a:pt x="1276274" y="897891"/>
                  </a:lnTo>
                  <a:lnTo>
                    <a:pt x="1275202" y="898866"/>
                  </a:lnTo>
                  <a:lnTo>
                    <a:pt x="1274130" y="899839"/>
                  </a:lnTo>
                  <a:lnTo>
                    <a:pt x="1273059" y="900810"/>
                  </a:lnTo>
                  <a:lnTo>
                    <a:pt x="1271987" y="901780"/>
                  </a:lnTo>
                  <a:lnTo>
                    <a:pt x="1270916" y="902748"/>
                  </a:lnTo>
                  <a:lnTo>
                    <a:pt x="1269844" y="903715"/>
                  </a:lnTo>
                  <a:lnTo>
                    <a:pt x="1268772" y="904680"/>
                  </a:lnTo>
                  <a:lnTo>
                    <a:pt x="1267701" y="905644"/>
                  </a:lnTo>
                  <a:lnTo>
                    <a:pt x="1266629" y="906606"/>
                  </a:lnTo>
                  <a:lnTo>
                    <a:pt x="1265558" y="907567"/>
                  </a:lnTo>
                  <a:lnTo>
                    <a:pt x="1264486" y="908526"/>
                  </a:lnTo>
                  <a:lnTo>
                    <a:pt x="1263414" y="909484"/>
                  </a:lnTo>
                  <a:lnTo>
                    <a:pt x="1262343" y="910439"/>
                  </a:lnTo>
                  <a:lnTo>
                    <a:pt x="1261271" y="911394"/>
                  </a:lnTo>
                  <a:lnTo>
                    <a:pt x="1260200" y="912346"/>
                  </a:lnTo>
                  <a:lnTo>
                    <a:pt x="1259128" y="913298"/>
                  </a:lnTo>
                  <a:lnTo>
                    <a:pt x="1258056" y="914247"/>
                  </a:lnTo>
                  <a:lnTo>
                    <a:pt x="1256985" y="915195"/>
                  </a:lnTo>
                  <a:lnTo>
                    <a:pt x="1255913" y="916141"/>
                  </a:lnTo>
                  <a:lnTo>
                    <a:pt x="1254842" y="917086"/>
                  </a:lnTo>
                  <a:lnTo>
                    <a:pt x="1253770" y="918028"/>
                  </a:lnTo>
                  <a:lnTo>
                    <a:pt x="1252698" y="918970"/>
                  </a:lnTo>
                  <a:lnTo>
                    <a:pt x="1251627" y="919909"/>
                  </a:lnTo>
                  <a:lnTo>
                    <a:pt x="1250555" y="920847"/>
                  </a:lnTo>
                  <a:lnTo>
                    <a:pt x="1249484" y="921783"/>
                  </a:lnTo>
                  <a:lnTo>
                    <a:pt x="1248412" y="922718"/>
                  </a:lnTo>
                  <a:lnTo>
                    <a:pt x="1247340" y="923651"/>
                  </a:lnTo>
                  <a:lnTo>
                    <a:pt x="1246269" y="924582"/>
                  </a:lnTo>
                  <a:lnTo>
                    <a:pt x="1245197" y="925511"/>
                  </a:lnTo>
                  <a:lnTo>
                    <a:pt x="1244126" y="926439"/>
                  </a:lnTo>
                  <a:lnTo>
                    <a:pt x="1243054" y="927365"/>
                  </a:lnTo>
                  <a:lnTo>
                    <a:pt x="1241983" y="928289"/>
                  </a:lnTo>
                  <a:lnTo>
                    <a:pt x="1240911" y="929211"/>
                  </a:lnTo>
                  <a:lnTo>
                    <a:pt x="1239839" y="930132"/>
                  </a:lnTo>
                  <a:lnTo>
                    <a:pt x="1238768" y="931051"/>
                  </a:lnTo>
                  <a:lnTo>
                    <a:pt x="1237696" y="931968"/>
                  </a:lnTo>
                  <a:lnTo>
                    <a:pt x="1236625" y="932884"/>
                  </a:lnTo>
                  <a:lnTo>
                    <a:pt x="1235553" y="933797"/>
                  </a:lnTo>
                  <a:lnTo>
                    <a:pt x="1234481" y="934709"/>
                  </a:lnTo>
                  <a:lnTo>
                    <a:pt x="1233410" y="935619"/>
                  </a:lnTo>
                  <a:lnTo>
                    <a:pt x="1232338" y="936527"/>
                  </a:lnTo>
                  <a:lnTo>
                    <a:pt x="1231267" y="937434"/>
                  </a:lnTo>
                  <a:lnTo>
                    <a:pt x="1230195" y="938338"/>
                  </a:lnTo>
                  <a:lnTo>
                    <a:pt x="1229123" y="939241"/>
                  </a:lnTo>
                  <a:lnTo>
                    <a:pt x="1228052" y="940142"/>
                  </a:lnTo>
                  <a:lnTo>
                    <a:pt x="1226980" y="941041"/>
                  </a:lnTo>
                  <a:lnTo>
                    <a:pt x="1225909" y="941938"/>
                  </a:lnTo>
                  <a:lnTo>
                    <a:pt x="1224837" y="942834"/>
                  </a:lnTo>
                  <a:lnTo>
                    <a:pt x="1223765" y="943727"/>
                  </a:lnTo>
                  <a:lnTo>
                    <a:pt x="1222694" y="944619"/>
                  </a:lnTo>
                  <a:lnTo>
                    <a:pt x="1221622" y="945509"/>
                  </a:lnTo>
                  <a:lnTo>
                    <a:pt x="1220551" y="946396"/>
                  </a:lnTo>
                  <a:lnTo>
                    <a:pt x="1219479" y="947282"/>
                  </a:lnTo>
                  <a:lnTo>
                    <a:pt x="1218407" y="948167"/>
                  </a:lnTo>
                  <a:lnTo>
                    <a:pt x="1217336" y="949049"/>
                  </a:lnTo>
                  <a:lnTo>
                    <a:pt x="1216264" y="949929"/>
                  </a:lnTo>
                  <a:lnTo>
                    <a:pt x="1215193" y="950808"/>
                  </a:lnTo>
                  <a:lnTo>
                    <a:pt x="1214121" y="951684"/>
                  </a:lnTo>
                  <a:lnTo>
                    <a:pt x="1213049" y="952559"/>
                  </a:lnTo>
                  <a:lnTo>
                    <a:pt x="1211978" y="953431"/>
                  </a:lnTo>
                  <a:lnTo>
                    <a:pt x="1210906" y="954302"/>
                  </a:lnTo>
                  <a:lnTo>
                    <a:pt x="1209835" y="955171"/>
                  </a:lnTo>
                  <a:lnTo>
                    <a:pt x="1208763" y="956037"/>
                  </a:lnTo>
                  <a:lnTo>
                    <a:pt x="1207691" y="956902"/>
                  </a:lnTo>
                  <a:lnTo>
                    <a:pt x="1206620" y="957765"/>
                  </a:lnTo>
                  <a:lnTo>
                    <a:pt x="1205548" y="958626"/>
                  </a:lnTo>
                  <a:lnTo>
                    <a:pt x="1204477" y="959485"/>
                  </a:lnTo>
                  <a:lnTo>
                    <a:pt x="1203405" y="960342"/>
                  </a:lnTo>
                  <a:lnTo>
                    <a:pt x="1202333" y="961196"/>
                  </a:lnTo>
                  <a:lnTo>
                    <a:pt x="1201262" y="962049"/>
                  </a:lnTo>
                  <a:lnTo>
                    <a:pt x="1200190" y="962900"/>
                  </a:lnTo>
                  <a:lnTo>
                    <a:pt x="1199119" y="963749"/>
                  </a:lnTo>
                  <a:lnTo>
                    <a:pt x="1198047" y="964596"/>
                  </a:lnTo>
                  <a:lnTo>
                    <a:pt x="1196975" y="965441"/>
                  </a:lnTo>
                  <a:lnTo>
                    <a:pt x="1195904" y="966284"/>
                  </a:lnTo>
                  <a:lnTo>
                    <a:pt x="1194832" y="967124"/>
                  </a:lnTo>
                  <a:lnTo>
                    <a:pt x="1193761" y="967963"/>
                  </a:lnTo>
                  <a:lnTo>
                    <a:pt x="1192689" y="968800"/>
                  </a:lnTo>
                  <a:lnTo>
                    <a:pt x="1191617" y="969634"/>
                  </a:lnTo>
                  <a:lnTo>
                    <a:pt x="1190546" y="970467"/>
                  </a:lnTo>
                  <a:lnTo>
                    <a:pt x="1189474" y="971298"/>
                  </a:lnTo>
                  <a:lnTo>
                    <a:pt x="1188403" y="972126"/>
                  </a:lnTo>
                  <a:lnTo>
                    <a:pt x="1187331" y="972952"/>
                  </a:lnTo>
                  <a:lnTo>
                    <a:pt x="1186259" y="973777"/>
                  </a:lnTo>
                  <a:lnTo>
                    <a:pt x="1185188" y="974599"/>
                  </a:lnTo>
                  <a:lnTo>
                    <a:pt x="1184116" y="975419"/>
                  </a:lnTo>
                  <a:lnTo>
                    <a:pt x="1183045" y="976237"/>
                  </a:lnTo>
                  <a:lnTo>
                    <a:pt x="1181973" y="977053"/>
                  </a:lnTo>
                  <a:lnTo>
                    <a:pt x="1180901" y="977866"/>
                  </a:lnTo>
                  <a:lnTo>
                    <a:pt x="1179830" y="978678"/>
                  </a:lnTo>
                  <a:lnTo>
                    <a:pt x="1178758" y="979488"/>
                  </a:lnTo>
                  <a:lnTo>
                    <a:pt x="1177687" y="980295"/>
                  </a:lnTo>
                  <a:lnTo>
                    <a:pt x="1176615" y="981100"/>
                  </a:lnTo>
                  <a:lnTo>
                    <a:pt x="1175543" y="981903"/>
                  </a:lnTo>
                  <a:lnTo>
                    <a:pt x="1174472" y="982704"/>
                  </a:lnTo>
                  <a:lnTo>
                    <a:pt x="1173400" y="983503"/>
                  </a:lnTo>
                  <a:lnTo>
                    <a:pt x="1172329" y="984300"/>
                  </a:lnTo>
                  <a:lnTo>
                    <a:pt x="1171257" y="985094"/>
                  </a:lnTo>
                  <a:lnTo>
                    <a:pt x="1170185" y="985886"/>
                  </a:lnTo>
                  <a:lnTo>
                    <a:pt x="1169114" y="986676"/>
                  </a:lnTo>
                  <a:lnTo>
                    <a:pt x="1168042" y="987464"/>
                  </a:lnTo>
                  <a:lnTo>
                    <a:pt x="1166971" y="988250"/>
                  </a:lnTo>
                  <a:lnTo>
                    <a:pt x="1165899" y="989034"/>
                  </a:lnTo>
                  <a:lnTo>
                    <a:pt x="1164827" y="989815"/>
                  </a:lnTo>
                  <a:lnTo>
                    <a:pt x="1163756" y="990594"/>
                  </a:lnTo>
                  <a:lnTo>
                    <a:pt x="1162684" y="991371"/>
                  </a:lnTo>
                  <a:lnTo>
                    <a:pt x="1161613" y="992146"/>
                  </a:lnTo>
                  <a:lnTo>
                    <a:pt x="1160541" y="992918"/>
                  </a:lnTo>
                  <a:lnTo>
                    <a:pt x="1159469" y="993689"/>
                  </a:lnTo>
                  <a:lnTo>
                    <a:pt x="1158398" y="994457"/>
                  </a:lnTo>
                  <a:lnTo>
                    <a:pt x="1157326" y="995222"/>
                  </a:lnTo>
                  <a:lnTo>
                    <a:pt x="1156255" y="995986"/>
                  </a:lnTo>
                  <a:lnTo>
                    <a:pt x="1155183" y="996747"/>
                  </a:lnTo>
                  <a:lnTo>
                    <a:pt x="1154111" y="997506"/>
                  </a:lnTo>
                  <a:lnTo>
                    <a:pt x="1153040" y="998263"/>
                  </a:lnTo>
                  <a:lnTo>
                    <a:pt x="1151968" y="999018"/>
                  </a:lnTo>
                  <a:lnTo>
                    <a:pt x="1150897" y="999770"/>
                  </a:lnTo>
                  <a:lnTo>
                    <a:pt x="1149825" y="1000520"/>
                  </a:lnTo>
                  <a:lnTo>
                    <a:pt x="1148753" y="1001268"/>
                  </a:lnTo>
                  <a:lnTo>
                    <a:pt x="1147682" y="1002013"/>
                  </a:lnTo>
                  <a:lnTo>
                    <a:pt x="1146610" y="1002756"/>
                  </a:lnTo>
                  <a:lnTo>
                    <a:pt x="1145539" y="1003497"/>
                  </a:lnTo>
                  <a:lnTo>
                    <a:pt x="1144467" y="1004236"/>
                  </a:lnTo>
                  <a:lnTo>
                    <a:pt x="1143395" y="1004972"/>
                  </a:lnTo>
                  <a:lnTo>
                    <a:pt x="1142324" y="1005706"/>
                  </a:lnTo>
                  <a:lnTo>
                    <a:pt x="1141252" y="1006438"/>
                  </a:lnTo>
                  <a:lnTo>
                    <a:pt x="1140181" y="1007167"/>
                  </a:lnTo>
                  <a:lnTo>
                    <a:pt x="1139109" y="1007894"/>
                  </a:lnTo>
                  <a:lnTo>
                    <a:pt x="1138037" y="1008619"/>
                  </a:lnTo>
                  <a:lnTo>
                    <a:pt x="1136966" y="1009341"/>
                  </a:lnTo>
                  <a:lnTo>
                    <a:pt x="1135894" y="1010061"/>
                  </a:lnTo>
                  <a:lnTo>
                    <a:pt x="1134823" y="1010779"/>
                  </a:lnTo>
                  <a:lnTo>
                    <a:pt x="1133751" y="1011494"/>
                  </a:lnTo>
                  <a:lnTo>
                    <a:pt x="1132679" y="1012207"/>
                  </a:lnTo>
                  <a:lnTo>
                    <a:pt x="1131608" y="1012918"/>
                  </a:lnTo>
                  <a:lnTo>
                    <a:pt x="1130536" y="1013626"/>
                  </a:lnTo>
                  <a:lnTo>
                    <a:pt x="1129465" y="1014332"/>
                  </a:lnTo>
                  <a:lnTo>
                    <a:pt x="1128393" y="1015035"/>
                  </a:lnTo>
                  <a:lnTo>
                    <a:pt x="1127321" y="1015737"/>
                  </a:lnTo>
                  <a:lnTo>
                    <a:pt x="1126250" y="1016435"/>
                  </a:lnTo>
                  <a:lnTo>
                    <a:pt x="1125178" y="1017132"/>
                  </a:lnTo>
                  <a:lnTo>
                    <a:pt x="1124107" y="1017826"/>
                  </a:lnTo>
                  <a:lnTo>
                    <a:pt x="1123035" y="1018517"/>
                  </a:lnTo>
                  <a:lnTo>
                    <a:pt x="1121963" y="1019207"/>
                  </a:lnTo>
                  <a:lnTo>
                    <a:pt x="1120892" y="1019894"/>
                  </a:lnTo>
                  <a:lnTo>
                    <a:pt x="1119820" y="1020578"/>
                  </a:lnTo>
                  <a:lnTo>
                    <a:pt x="1118749" y="1021260"/>
                  </a:lnTo>
                  <a:lnTo>
                    <a:pt x="1117677" y="1021940"/>
                  </a:lnTo>
                  <a:lnTo>
                    <a:pt x="1116605" y="1022618"/>
                  </a:lnTo>
                  <a:lnTo>
                    <a:pt x="1115534" y="1023293"/>
                  </a:lnTo>
                  <a:lnTo>
                    <a:pt x="1114462" y="1023966"/>
                  </a:lnTo>
                  <a:lnTo>
                    <a:pt x="1113391" y="1024637"/>
                  </a:lnTo>
                  <a:lnTo>
                    <a:pt x="1112319" y="1025305"/>
                  </a:lnTo>
                  <a:lnTo>
                    <a:pt x="1111247" y="1025972"/>
                  </a:lnTo>
                  <a:lnTo>
                    <a:pt x="1110176" y="1026635"/>
                  </a:lnTo>
                  <a:lnTo>
                    <a:pt x="1109104" y="1027297"/>
                  </a:lnTo>
                  <a:lnTo>
                    <a:pt x="1108033" y="1027956"/>
                  </a:lnTo>
                  <a:lnTo>
                    <a:pt x="1106961" y="1028614"/>
                  </a:lnTo>
                  <a:lnTo>
                    <a:pt x="1105889" y="1029268"/>
                  </a:lnTo>
                  <a:lnTo>
                    <a:pt x="1104818" y="1029921"/>
                  </a:lnTo>
                  <a:lnTo>
                    <a:pt x="1103746" y="1030572"/>
                  </a:lnTo>
                  <a:lnTo>
                    <a:pt x="1102675" y="1031220"/>
                  </a:lnTo>
                  <a:lnTo>
                    <a:pt x="1101603" y="1031866"/>
                  </a:lnTo>
                  <a:lnTo>
                    <a:pt x="1100531" y="1032509"/>
                  </a:lnTo>
                  <a:lnTo>
                    <a:pt x="1099460" y="1033151"/>
                  </a:lnTo>
                  <a:lnTo>
                    <a:pt x="1098388" y="1033790"/>
                  </a:lnTo>
                  <a:lnTo>
                    <a:pt x="1097317" y="1034428"/>
                  </a:lnTo>
                  <a:lnTo>
                    <a:pt x="1096245" y="1035063"/>
                  </a:lnTo>
                  <a:lnTo>
                    <a:pt x="1095173" y="1035696"/>
                  </a:lnTo>
                  <a:lnTo>
                    <a:pt x="1094102" y="1036326"/>
                  </a:lnTo>
                  <a:lnTo>
                    <a:pt x="1093030" y="1036955"/>
                  </a:lnTo>
                  <a:lnTo>
                    <a:pt x="1091959" y="1037581"/>
                  </a:lnTo>
                  <a:lnTo>
                    <a:pt x="1090887" y="1038206"/>
                  </a:lnTo>
                  <a:lnTo>
                    <a:pt x="1089815" y="1038828"/>
                  </a:lnTo>
                  <a:lnTo>
                    <a:pt x="1088744" y="1039448"/>
                  </a:lnTo>
                  <a:lnTo>
                    <a:pt x="1087672" y="1040066"/>
                  </a:lnTo>
                  <a:lnTo>
                    <a:pt x="1086601" y="1040682"/>
                  </a:lnTo>
                  <a:lnTo>
                    <a:pt x="1085529" y="1041295"/>
                  </a:lnTo>
                  <a:lnTo>
                    <a:pt x="1084457" y="1041907"/>
                  </a:lnTo>
                  <a:lnTo>
                    <a:pt x="1083386" y="1042516"/>
                  </a:lnTo>
                  <a:lnTo>
                    <a:pt x="1082314" y="1043124"/>
                  </a:lnTo>
                  <a:lnTo>
                    <a:pt x="1081243" y="1043729"/>
                  </a:lnTo>
                  <a:lnTo>
                    <a:pt x="1080171" y="1044333"/>
                  </a:lnTo>
                  <a:lnTo>
                    <a:pt x="1079099" y="1044934"/>
                  </a:lnTo>
                  <a:lnTo>
                    <a:pt x="1078028" y="1045533"/>
                  </a:lnTo>
                  <a:lnTo>
                    <a:pt x="1076956" y="1046130"/>
                  </a:lnTo>
                  <a:lnTo>
                    <a:pt x="1075885" y="1046725"/>
                  </a:lnTo>
                  <a:lnTo>
                    <a:pt x="1074813" y="1047318"/>
                  </a:lnTo>
                  <a:lnTo>
                    <a:pt x="1073741" y="1047910"/>
                  </a:lnTo>
                  <a:lnTo>
                    <a:pt x="1072670" y="1048499"/>
                  </a:lnTo>
                  <a:lnTo>
                    <a:pt x="1071598" y="1049086"/>
                  </a:lnTo>
                  <a:lnTo>
                    <a:pt x="1070527" y="1049671"/>
                  </a:lnTo>
                  <a:lnTo>
                    <a:pt x="1069455" y="1050254"/>
                  </a:lnTo>
                  <a:lnTo>
                    <a:pt x="1068383" y="1050835"/>
                  </a:lnTo>
                  <a:lnTo>
                    <a:pt x="1067312" y="1051414"/>
                  </a:lnTo>
                  <a:lnTo>
                    <a:pt x="1066240" y="1051991"/>
                  </a:lnTo>
                  <a:lnTo>
                    <a:pt x="1065169" y="1052566"/>
                  </a:lnTo>
                  <a:lnTo>
                    <a:pt x="1064097" y="1053139"/>
                  </a:lnTo>
                  <a:lnTo>
                    <a:pt x="1063026" y="1053711"/>
                  </a:lnTo>
                  <a:lnTo>
                    <a:pt x="1061954" y="1054280"/>
                  </a:lnTo>
                  <a:lnTo>
                    <a:pt x="1060882" y="1054847"/>
                  </a:lnTo>
                  <a:lnTo>
                    <a:pt x="1059811" y="1055413"/>
                  </a:lnTo>
                  <a:lnTo>
                    <a:pt x="1058739" y="1055976"/>
                  </a:lnTo>
                  <a:lnTo>
                    <a:pt x="1057668" y="1056538"/>
                  </a:lnTo>
                  <a:lnTo>
                    <a:pt x="1056596" y="1057097"/>
                  </a:lnTo>
                  <a:lnTo>
                    <a:pt x="1055524" y="1057655"/>
                  </a:lnTo>
                  <a:lnTo>
                    <a:pt x="1054453" y="1058211"/>
                  </a:lnTo>
                  <a:lnTo>
                    <a:pt x="1053381" y="1058765"/>
                  </a:lnTo>
                  <a:lnTo>
                    <a:pt x="1052310" y="1059317"/>
                  </a:lnTo>
                  <a:lnTo>
                    <a:pt x="1051238" y="1059867"/>
                  </a:lnTo>
                  <a:lnTo>
                    <a:pt x="1050166" y="1060415"/>
                  </a:lnTo>
                  <a:lnTo>
                    <a:pt x="1049095" y="1060962"/>
                  </a:lnTo>
                  <a:lnTo>
                    <a:pt x="1048023" y="1061506"/>
                  </a:lnTo>
                  <a:lnTo>
                    <a:pt x="1046952" y="1062049"/>
                  </a:lnTo>
                  <a:lnTo>
                    <a:pt x="1045880" y="1062590"/>
                  </a:lnTo>
                  <a:lnTo>
                    <a:pt x="1044808" y="1063129"/>
                  </a:lnTo>
                  <a:lnTo>
                    <a:pt x="1043737" y="1063666"/>
                  </a:lnTo>
                  <a:lnTo>
                    <a:pt x="1042665" y="1064201"/>
                  </a:lnTo>
                  <a:lnTo>
                    <a:pt x="1041594" y="1064735"/>
                  </a:lnTo>
                  <a:lnTo>
                    <a:pt x="1040522" y="1065267"/>
                  </a:lnTo>
                  <a:lnTo>
                    <a:pt x="1039450" y="1065797"/>
                  </a:lnTo>
                  <a:lnTo>
                    <a:pt x="1038379" y="1066325"/>
                  </a:lnTo>
                  <a:lnTo>
                    <a:pt x="1037307" y="1066851"/>
                  </a:lnTo>
                  <a:lnTo>
                    <a:pt x="1036236" y="1067376"/>
                  </a:lnTo>
                  <a:lnTo>
                    <a:pt x="1035164" y="1067898"/>
                  </a:lnTo>
                  <a:lnTo>
                    <a:pt x="1034092" y="1068419"/>
                  </a:lnTo>
                  <a:lnTo>
                    <a:pt x="1033021" y="1068938"/>
                  </a:lnTo>
                  <a:lnTo>
                    <a:pt x="1031949" y="1069456"/>
                  </a:lnTo>
                  <a:lnTo>
                    <a:pt x="1030878" y="1069972"/>
                  </a:lnTo>
                  <a:lnTo>
                    <a:pt x="1029806" y="1070485"/>
                  </a:lnTo>
                  <a:lnTo>
                    <a:pt x="1028734" y="1070998"/>
                  </a:lnTo>
                  <a:lnTo>
                    <a:pt x="1027663" y="1071508"/>
                  </a:lnTo>
                  <a:lnTo>
                    <a:pt x="1026591" y="1072017"/>
                  </a:lnTo>
                  <a:lnTo>
                    <a:pt x="1025520" y="1072524"/>
                  </a:lnTo>
                  <a:lnTo>
                    <a:pt x="1024448" y="1073029"/>
                  </a:lnTo>
                  <a:lnTo>
                    <a:pt x="1023376" y="1073532"/>
                  </a:lnTo>
                  <a:lnTo>
                    <a:pt x="1022305" y="1074034"/>
                  </a:lnTo>
                  <a:lnTo>
                    <a:pt x="1021233" y="1074534"/>
                  </a:lnTo>
                  <a:lnTo>
                    <a:pt x="1020162" y="1075033"/>
                  </a:lnTo>
                  <a:lnTo>
                    <a:pt x="1019090" y="1075529"/>
                  </a:lnTo>
                  <a:lnTo>
                    <a:pt x="1018018" y="1076025"/>
                  </a:lnTo>
                  <a:lnTo>
                    <a:pt x="1016947" y="1076518"/>
                  </a:lnTo>
                  <a:lnTo>
                    <a:pt x="1015875" y="1077010"/>
                  </a:lnTo>
                  <a:lnTo>
                    <a:pt x="1014804" y="1077500"/>
                  </a:lnTo>
                  <a:lnTo>
                    <a:pt x="1013732" y="1077988"/>
                  </a:lnTo>
                  <a:lnTo>
                    <a:pt x="1012660" y="1078475"/>
                  </a:lnTo>
                  <a:lnTo>
                    <a:pt x="1011589" y="1078960"/>
                  </a:lnTo>
                  <a:lnTo>
                    <a:pt x="1010517" y="1079443"/>
                  </a:lnTo>
                  <a:lnTo>
                    <a:pt x="1009446" y="1079925"/>
                  </a:lnTo>
                  <a:lnTo>
                    <a:pt x="1008374" y="1080405"/>
                  </a:lnTo>
                  <a:lnTo>
                    <a:pt x="1007302" y="1080883"/>
                  </a:lnTo>
                  <a:lnTo>
                    <a:pt x="1006231" y="1081360"/>
                  </a:lnTo>
                  <a:lnTo>
                    <a:pt x="1005159" y="1081836"/>
                  </a:lnTo>
                  <a:lnTo>
                    <a:pt x="1004088" y="1082309"/>
                  </a:lnTo>
                  <a:lnTo>
                    <a:pt x="1003016" y="1082781"/>
                  </a:lnTo>
                  <a:lnTo>
                    <a:pt x="1001944" y="1083252"/>
                  </a:lnTo>
                  <a:lnTo>
                    <a:pt x="1000873" y="1083721"/>
                  </a:lnTo>
                  <a:lnTo>
                    <a:pt x="999801" y="1084188"/>
                  </a:lnTo>
                  <a:lnTo>
                    <a:pt x="998730" y="1084654"/>
                  </a:lnTo>
                  <a:lnTo>
                    <a:pt x="997658" y="1085118"/>
                  </a:lnTo>
                  <a:lnTo>
                    <a:pt x="996586" y="1085580"/>
                  </a:lnTo>
                  <a:lnTo>
                    <a:pt x="995515" y="1086041"/>
                  </a:lnTo>
                  <a:lnTo>
                    <a:pt x="994443" y="1086501"/>
                  </a:lnTo>
                  <a:lnTo>
                    <a:pt x="993372" y="1086959"/>
                  </a:lnTo>
                  <a:lnTo>
                    <a:pt x="992300" y="1087415"/>
                  </a:lnTo>
                  <a:lnTo>
                    <a:pt x="991228" y="1087870"/>
                  </a:lnTo>
                  <a:lnTo>
                    <a:pt x="990157" y="1088323"/>
                  </a:lnTo>
                  <a:lnTo>
                    <a:pt x="989085" y="1088775"/>
                  </a:lnTo>
                  <a:lnTo>
                    <a:pt x="988014" y="1089225"/>
                  </a:lnTo>
                  <a:lnTo>
                    <a:pt x="986942" y="1089674"/>
                  </a:lnTo>
                  <a:lnTo>
                    <a:pt x="985870" y="1090121"/>
                  </a:lnTo>
                  <a:lnTo>
                    <a:pt x="984799" y="1090567"/>
                  </a:lnTo>
                  <a:lnTo>
                    <a:pt x="983727" y="1091011"/>
                  </a:lnTo>
                  <a:lnTo>
                    <a:pt x="982656" y="1091454"/>
                  </a:lnTo>
                  <a:lnTo>
                    <a:pt x="981584" y="1091895"/>
                  </a:lnTo>
                  <a:lnTo>
                    <a:pt x="980512" y="1092335"/>
                  </a:lnTo>
                  <a:lnTo>
                    <a:pt x="979441" y="1092773"/>
                  </a:lnTo>
                  <a:lnTo>
                    <a:pt x="978369" y="1093210"/>
                  </a:lnTo>
                  <a:lnTo>
                    <a:pt x="977298" y="1093645"/>
                  </a:lnTo>
                  <a:lnTo>
                    <a:pt x="976226" y="1094079"/>
                  </a:lnTo>
                  <a:lnTo>
                    <a:pt x="975154" y="1094512"/>
                  </a:lnTo>
                  <a:lnTo>
                    <a:pt x="974083" y="1094943"/>
                  </a:lnTo>
                  <a:lnTo>
                    <a:pt x="973011" y="1095372"/>
                  </a:lnTo>
                  <a:lnTo>
                    <a:pt x="971940" y="1095800"/>
                  </a:lnTo>
                  <a:lnTo>
                    <a:pt x="970868" y="1096227"/>
                  </a:lnTo>
                  <a:lnTo>
                    <a:pt x="969796" y="1096652"/>
                  </a:lnTo>
                  <a:lnTo>
                    <a:pt x="968725" y="1097076"/>
                  </a:lnTo>
                  <a:lnTo>
                    <a:pt x="967653" y="1097498"/>
                  </a:lnTo>
                  <a:lnTo>
                    <a:pt x="966582" y="1097919"/>
                  </a:lnTo>
                  <a:lnTo>
                    <a:pt x="965510" y="1098339"/>
                  </a:lnTo>
                  <a:lnTo>
                    <a:pt x="964438" y="1098757"/>
                  </a:lnTo>
                  <a:lnTo>
                    <a:pt x="963367" y="1099174"/>
                  </a:lnTo>
                  <a:lnTo>
                    <a:pt x="962295" y="1099589"/>
                  </a:lnTo>
                  <a:lnTo>
                    <a:pt x="961224" y="1100003"/>
                  </a:lnTo>
                  <a:lnTo>
                    <a:pt x="960152" y="1100416"/>
                  </a:lnTo>
                  <a:lnTo>
                    <a:pt x="959080" y="1100827"/>
                  </a:lnTo>
                  <a:lnTo>
                    <a:pt x="958009" y="1101237"/>
                  </a:lnTo>
                  <a:lnTo>
                    <a:pt x="956937" y="1101646"/>
                  </a:lnTo>
                  <a:lnTo>
                    <a:pt x="955866" y="1102053"/>
                  </a:lnTo>
                  <a:lnTo>
                    <a:pt x="954794" y="1102459"/>
                  </a:lnTo>
                  <a:lnTo>
                    <a:pt x="953722" y="1102863"/>
                  </a:lnTo>
                  <a:lnTo>
                    <a:pt x="952651" y="1103267"/>
                  </a:lnTo>
                  <a:lnTo>
                    <a:pt x="951579" y="1103668"/>
                  </a:lnTo>
                  <a:lnTo>
                    <a:pt x="950508" y="1104069"/>
                  </a:lnTo>
                  <a:lnTo>
                    <a:pt x="949436" y="1104468"/>
                  </a:lnTo>
                  <a:lnTo>
                    <a:pt x="948364" y="1104866"/>
                  </a:lnTo>
                  <a:lnTo>
                    <a:pt x="947293" y="1105263"/>
                  </a:lnTo>
                  <a:lnTo>
                    <a:pt x="946221" y="1105658"/>
                  </a:lnTo>
                  <a:lnTo>
                    <a:pt x="945150" y="1106052"/>
                  </a:lnTo>
                  <a:lnTo>
                    <a:pt x="944078" y="1106444"/>
                  </a:lnTo>
                  <a:lnTo>
                    <a:pt x="943006" y="1106836"/>
                  </a:lnTo>
                  <a:lnTo>
                    <a:pt x="941935" y="1107226"/>
                  </a:lnTo>
                  <a:lnTo>
                    <a:pt x="940863" y="1107615"/>
                  </a:lnTo>
                  <a:lnTo>
                    <a:pt x="939792" y="1108002"/>
                  </a:lnTo>
                  <a:lnTo>
                    <a:pt x="938720" y="1108388"/>
                  </a:lnTo>
                  <a:lnTo>
                    <a:pt x="937648" y="1108773"/>
                  </a:lnTo>
                  <a:lnTo>
                    <a:pt x="936577" y="1109157"/>
                  </a:lnTo>
                  <a:lnTo>
                    <a:pt x="935505" y="1109539"/>
                  </a:lnTo>
                  <a:lnTo>
                    <a:pt x="934434" y="1109921"/>
                  </a:lnTo>
                  <a:lnTo>
                    <a:pt x="933362" y="1110301"/>
                  </a:lnTo>
                  <a:lnTo>
                    <a:pt x="932290" y="1110679"/>
                  </a:lnTo>
                  <a:lnTo>
                    <a:pt x="931219" y="1111057"/>
                  </a:lnTo>
                  <a:lnTo>
                    <a:pt x="930147" y="1111433"/>
                  </a:lnTo>
                  <a:lnTo>
                    <a:pt x="929076" y="1111808"/>
                  </a:lnTo>
                  <a:lnTo>
                    <a:pt x="928004" y="1112182"/>
                  </a:lnTo>
                  <a:lnTo>
                    <a:pt x="926932" y="1112555"/>
                  </a:lnTo>
                  <a:lnTo>
                    <a:pt x="925861" y="1112926"/>
                  </a:lnTo>
                  <a:lnTo>
                    <a:pt x="924789" y="1113296"/>
                  </a:lnTo>
                  <a:lnTo>
                    <a:pt x="923718" y="1113665"/>
                  </a:lnTo>
                  <a:lnTo>
                    <a:pt x="922646" y="1114033"/>
                  </a:lnTo>
                  <a:lnTo>
                    <a:pt x="921574" y="1114400"/>
                  </a:lnTo>
                  <a:lnTo>
                    <a:pt x="920503" y="1114765"/>
                  </a:lnTo>
                  <a:lnTo>
                    <a:pt x="919431" y="1115129"/>
                  </a:lnTo>
                  <a:lnTo>
                    <a:pt x="918360" y="1115492"/>
                  </a:lnTo>
                  <a:lnTo>
                    <a:pt x="917288" y="1115854"/>
                  </a:lnTo>
                  <a:lnTo>
                    <a:pt x="916216" y="1116215"/>
                  </a:lnTo>
                  <a:lnTo>
                    <a:pt x="915145" y="1116575"/>
                  </a:lnTo>
                  <a:lnTo>
                    <a:pt x="914073" y="1116933"/>
                  </a:lnTo>
                  <a:lnTo>
                    <a:pt x="913002" y="1117290"/>
                  </a:lnTo>
                  <a:lnTo>
                    <a:pt x="911930" y="1117646"/>
                  </a:lnTo>
                  <a:lnTo>
                    <a:pt x="910858" y="1118001"/>
                  </a:lnTo>
                  <a:lnTo>
                    <a:pt x="909787" y="1118355"/>
                  </a:lnTo>
                  <a:lnTo>
                    <a:pt x="908715" y="1118708"/>
                  </a:lnTo>
                  <a:lnTo>
                    <a:pt x="907644" y="1119060"/>
                  </a:lnTo>
                  <a:lnTo>
                    <a:pt x="906572" y="1119410"/>
                  </a:lnTo>
                  <a:lnTo>
                    <a:pt x="905500" y="1119759"/>
                  </a:lnTo>
                  <a:lnTo>
                    <a:pt x="904429" y="1120108"/>
                  </a:lnTo>
                  <a:lnTo>
                    <a:pt x="903357" y="1120455"/>
                  </a:lnTo>
                  <a:lnTo>
                    <a:pt x="902286" y="1120801"/>
                  </a:lnTo>
                  <a:lnTo>
                    <a:pt x="901214" y="1121146"/>
                  </a:lnTo>
                  <a:lnTo>
                    <a:pt x="900142" y="1121490"/>
                  </a:lnTo>
                  <a:lnTo>
                    <a:pt x="899071" y="1121833"/>
                  </a:lnTo>
                  <a:lnTo>
                    <a:pt x="897999" y="1122174"/>
                  </a:lnTo>
                  <a:lnTo>
                    <a:pt x="896928" y="1122515"/>
                  </a:lnTo>
                  <a:lnTo>
                    <a:pt x="895856" y="1122855"/>
                  </a:lnTo>
                  <a:lnTo>
                    <a:pt x="894784" y="1123193"/>
                  </a:lnTo>
                  <a:lnTo>
                    <a:pt x="893713" y="1123531"/>
                  </a:lnTo>
                  <a:lnTo>
                    <a:pt x="892641" y="1123867"/>
                  </a:lnTo>
                  <a:lnTo>
                    <a:pt x="891570" y="1124202"/>
                  </a:lnTo>
                  <a:lnTo>
                    <a:pt x="890498" y="1124537"/>
                  </a:lnTo>
                  <a:lnTo>
                    <a:pt x="889426" y="1124870"/>
                  </a:lnTo>
                  <a:lnTo>
                    <a:pt x="888355" y="1125202"/>
                  </a:lnTo>
                  <a:lnTo>
                    <a:pt x="887283" y="1125533"/>
                  </a:lnTo>
                  <a:lnTo>
                    <a:pt x="886212" y="1125864"/>
                  </a:lnTo>
                  <a:lnTo>
                    <a:pt x="885140" y="1126193"/>
                  </a:lnTo>
                  <a:lnTo>
                    <a:pt x="884069" y="1126521"/>
                  </a:lnTo>
                  <a:lnTo>
                    <a:pt x="882997" y="1126848"/>
                  </a:lnTo>
                  <a:lnTo>
                    <a:pt x="881925" y="1127174"/>
                  </a:lnTo>
                  <a:lnTo>
                    <a:pt x="880854" y="1127499"/>
                  </a:lnTo>
                  <a:lnTo>
                    <a:pt x="879782" y="1127824"/>
                  </a:lnTo>
                  <a:lnTo>
                    <a:pt x="878711" y="1128147"/>
                  </a:lnTo>
                  <a:lnTo>
                    <a:pt x="877639" y="1128469"/>
                  </a:lnTo>
                  <a:lnTo>
                    <a:pt x="876567" y="1128790"/>
                  </a:lnTo>
                  <a:lnTo>
                    <a:pt x="875496" y="1129110"/>
                  </a:lnTo>
                  <a:lnTo>
                    <a:pt x="874424" y="1129429"/>
                  </a:lnTo>
                  <a:lnTo>
                    <a:pt x="873353" y="1129748"/>
                  </a:lnTo>
                  <a:lnTo>
                    <a:pt x="872281" y="1130065"/>
                  </a:lnTo>
                  <a:lnTo>
                    <a:pt x="871209" y="1130381"/>
                  </a:lnTo>
                  <a:lnTo>
                    <a:pt x="870138" y="1130697"/>
                  </a:lnTo>
                  <a:lnTo>
                    <a:pt x="869066" y="1131011"/>
                  </a:lnTo>
                  <a:lnTo>
                    <a:pt x="867995" y="1131325"/>
                  </a:lnTo>
                  <a:lnTo>
                    <a:pt x="866923" y="1131637"/>
                  </a:lnTo>
                  <a:lnTo>
                    <a:pt x="865851" y="1131949"/>
                  </a:lnTo>
                  <a:lnTo>
                    <a:pt x="864780" y="1132260"/>
                  </a:lnTo>
                  <a:lnTo>
                    <a:pt x="863708" y="1132569"/>
                  </a:lnTo>
                  <a:lnTo>
                    <a:pt x="862637" y="1132878"/>
                  </a:lnTo>
                  <a:lnTo>
                    <a:pt x="861565" y="1133186"/>
                  </a:lnTo>
                  <a:lnTo>
                    <a:pt x="860493" y="1133493"/>
                  </a:lnTo>
                  <a:lnTo>
                    <a:pt x="859422" y="1133799"/>
                  </a:lnTo>
                  <a:lnTo>
                    <a:pt x="858350" y="1134104"/>
                  </a:lnTo>
                  <a:lnTo>
                    <a:pt x="857279" y="1134409"/>
                  </a:lnTo>
                  <a:lnTo>
                    <a:pt x="856207" y="1134712"/>
                  </a:lnTo>
                  <a:lnTo>
                    <a:pt x="855135" y="1135015"/>
                  </a:lnTo>
                  <a:lnTo>
                    <a:pt x="854064" y="1135316"/>
                  </a:lnTo>
                  <a:lnTo>
                    <a:pt x="852992" y="1135617"/>
                  </a:lnTo>
                  <a:lnTo>
                    <a:pt x="851921" y="1135917"/>
                  </a:lnTo>
                  <a:lnTo>
                    <a:pt x="850849" y="1136216"/>
                  </a:lnTo>
                  <a:lnTo>
                    <a:pt x="849777" y="1136514"/>
                  </a:lnTo>
                  <a:lnTo>
                    <a:pt x="848706" y="1136812"/>
                  </a:lnTo>
                  <a:lnTo>
                    <a:pt x="847634" y="1137108"/>
                  </a:lnTo>
                  <a:lnTo>
                    <a:pt x="846563" y="1137404"/>
                  </a:lnTo>
                  <a:lnTo>
                    <a:pt x="845491" y="1137698"/>
                  </a:lnTo>
                  <a:lnTo>
                    <a:pt x="844419" y="1137992"/>
                  </a:lnTo>
                  <a:lnTo>
                    <a:pt x="843348" y="1138285"/>
                  </a:lnTo>
                  <a:lnTo>
                    <a:pt x="842276" y="1138578"/>
                  </a:lnTo>
                  <a:lnTo>
                    <a:pt x="841205" y="1138869"/>
                  </a:lnTo>
                  <a:lnTo>
                    <a:pt x="840133" y="1139160"/>
                  </a:lnTo>
                  <a:lnTo>
                    <a:pt x="839061" y="1139449"/>
                  </a:lnTo>
                  <a:lnTo>
                    <a:pt x="837990" y="1139738"/>
                  </a:lnTo>
                  <a:lnTo>
                    <a:pt x="836918" y="1140026"/>
                  </a:lnTo>
                  <a:lnTo>
                    <a:pt x="835847" y="1140314"/>
                  </a:lnTo>
                  <a:lnTo>
                    <a:pt x="834775" y="1140600"/>
                  </a:lnTo>
                  <a:lnTo>
                    <a:pt x="833703" y="1140886"/>
                  </a:lnTo>
                  <a:lnTo>
                    <a:pt x="832632" y="1141171"/>
                  </a:lnTo>
                  <a:lnTo>
                    <a:pt x="831560" y="1141455"/>
                  </a:lnTo>
                  <a:lnTo>
                    <a:pt x="830489" y="1141739"/>
                  </a:lnTo>
                  <a:lnTo>
                    <a:pt x="829417" y="1142021"/>
                  </a:lnTo>
                  <a:lnTo>
                    <a:pt x="828345" y="1142303"/>
                  </a:lnTo>
                  <a:lnTo>
                    <a:pt x="827274" y="1142584"/>
                  </a:lnTo>
                  <a:lnTo>
                    <a:pt x="826202" y="1142865"/>
                  </a:lnTo>
                  <a:lnTo>
                    <a:pt x="825131" y="1143144"/>
                  </a:lnTo>
                  <a:lnTo>
                    <a:pt x="824059" y="1143423"/>
                  </a:lnTo>
                  <a:lnTo>
                    <a:pt x="822987" y="1143701"/>
                  </a:lnTo>
                  <a:lnTo>
                    <a:pt x="821916" y="1143978"/>
                  </a:lnTo>
                  <a:lnTo>
                    <a:pt x="820844" y="1144255"/>
                  </a:lnTo>
                  <a:lnTo>
                    <a:pt x="819773" y="1144531"/>
                  </a:lnTo>
                  <a:lnTo>
                    <a:pt x="818701" y="1144806"/>
                  </a:lnTo>
                  <a:lnTo>
                    <a:pt x="817629" y="1145080"/>
                  </a:lnTo>
                  <a:lnTo>
                    <a:pt x="816558" y="1145354"/>
                  </a:lnTo>
                  <a:lnTo>
                    <a:pt x="815486" y="1145627"/>
                  </a:lnTo>
                  <a:lnTo>
                    <a:pt x="814415" y="1145899"/>
                  </a:lnTo>
                  <a:lnTo>
                    <a:pt x="813343" y="1146170"/>
                  </a:lnTo>
                  <a:lnTo>
                    <a:pt x="812271" y="1146441"/>
                  </a:lnTo>
                  <a:lnTo>
                    <a:pt x="811200" y="1146711"/>
                  </a:lnTo>
                  <a:lnTo>
                    <a:pt x="810128" y="1146981"/>
                  </a:lnTo>
                  <a:lnTo>
                    <a:pt x="809057" y="1147249"/>
                  </a:lnTo>
                  <a:lnTo>
                    <a:pt x="807985" y="1147517"/>
                  </a:lnTo>
                  <a:lnTo>
                    <a:pt x="806913" y="1147785"/>
                  </a:lnTo>
                  <a:lnTo>
                    <a:pt x="805842" y="1148051"/>
                  </a:lnTo>
                  <a:lnTo>
                    <a:pt x="804770" y="1148317"/>
                  </a:lnTo>
                  <a:lnTo>
                    <a:pt x="803699" y="1148583"/>
                  </a:lnTo>
                  <a:lnTo>
                    <a:pt x="802627" y="1148847"/>
                  </a:lnTo>
                  <a:lnTo>
                    <a:pt x="801555" y="1149111"/>
                  </a:lnTo>
                  <a:lnTo>
                    <a:pt x="800484" y="1149375"/>
                  </a:lnTo>
                  <a:lnTo>
                    <a:pt x="799412" y="1149637"/>
                  </a:lnTo>
                  <a:lnTo>
                    <a:pt x="798341" y="1149899"/>
                  </a:lnTo>
                  <a:lnTo>
                    <a:pt x="797269" y="1150161"/>
                  </a:lnTo>
                  <a:lnTo>
                    <a:pt x="796197" y="1150421"/>
                  </a:lnTo>
                  <a:lnTo>
                    <a:pt x="795126" y="1150682"/>
                  </a:lnTo>
                  <a:lnTo>
                    <a:pt x="794054" y="1150941"/>
                  </a:lnTo>
                  <a:lnTo>
                    <a:pt x="792983" y="1151200"/>
                  </a:lnTo>
                  <a:lnTo>
                    <a:pt x="791911" y="1151458"/>
                  </a:lnTo>
                  <a:lnTo>
                    <a:pt x="790839" y="1151716"/>
                  </a:lnTo>
                  <a:lnTo>
                    <a:pt x="789768" y="1151973"/>
                  </a:lnTo>
                  <a:lnTo>
                    <a:pt x="788696" y="1152229"/>
                  </a:lnTo>
                  <a:lnTo>
                    <a:pt x="787625" y="1152485"/>
                  </a:lnTo>
                  <a:lnTo>
                    <a:pt x="786553" y="1152740"/>
                  </a:lnTo>
                  <a:lnTo>
                    <a:pt x="785481" y="1152995"/>
                  </a:lnTo>
                  <a:lnTo>
                    <a:pt x="784410" y="1153249"/>
                  </a:lnTo>
                  <a:lnTo>
                    <a:pt x="783338" y="1153502"/>
                  </a:lnTo>
                  <a:lnTo>
                    <a:pt x="782267" y="1153755"/>
                  </a:lnTo>
                  <a:lnTo>
                    <a:pt x="781195" y="1154007"/>
                  </a:lnTo>
                  <a:lnTo>
                    <a:pt x="780123" y="1154259"/>
                  </a:lnTo>
                  <a:lnTo>
                    <a:pt x="779052" y="1154510"/>
                  </a:lnTo>
                  <a:lnTo>
                    <a:pt x="777980" y="1154760"/>
                  </a:lnTo>
                  <a:lnTo>
                    <a:pt x="776909" y="1155010"/>
                  </a:lnTo>
                  <a:lnTo>
                    <a:pt x="775837" y="1155260"/>
                  </a:lnTo>
                  <a:lnTo>
                    <a:pt x="774765" y="1155509"/>
                  </a:lnTo>
                  <a:lnTo>
                    <a:pt x="773694" y="1155757"/>
                  </a:lnTo>
                  <a:lnTo>
                    <a:pt x="772622" y="1156005"/>
                  </a:lnTo>
                  <a:lnTo>
                    <a:pt x="771551" y="1156252"/>
                  </a:lnTo>
                  <a:lnTo>
                    <a:pt x="770479" y="1156499"/>
                  </a:lnTo>
                  <a:lnTo>
                    <a:pt x="769407" y="1156745"/>
                  </a:lnTo>
                  <a:lnTo>
                    <a:pt x="768336" y="1156990"/>
                  </a:lnTo>
                  <a:lnTo>
                    <a:pt x="767264" y="1157236"/>
                  </a:lnTo>
                  <a:lnTo>
                    <a:pt x="766193" y="1157480"/>
                  </a:lnTo>
                  <a:lnTo>
                    <a:pt x="765121" y="1157724"/>
                  </a:lnTo>
                  <a:lnTo>
                    <a:pt x="764049" y="1157968"/>
                  </a:lnTo>
                  <a:lnTo>
                    <a:pt x="762978" y="1158211"/>
                  </a:lnTo>
                  <a:lnTo>
                    <a:pt x="761906" y="1158453"/>
                  </a:lnTo>
                  <a:lnTo>
                    <a:pt x="760835" y="1158695"/>
                  </a:lnTo>
                  <a:lnTo>
                    <a:pt x="759763" y="1158937"/>
                  </a:lnTo>
                  <a:lnTo>
                    <a:pt x="758691" y="1159178"/>
                  </a:lnTo>
                  <a:lnTo>
                    <a:pt x="757620" y="1159419"/>
                  </a:lnTo>
                  <a:lnTo>
                    <a:pt x="756548" y="1159659"/>
                  </a:lnTo>
                  <a:lnTo>
                    <a:pt x="755477" y="1159898"/>
                  </a:lnTo>
                  <a:lnTo>
                    <a:pt x="754405" y="1160137"/>
                  </a:lnTo>
                  <a:lnTo>
                    <a:pt x="753333" y="1160376"/>
                  </a:lnTo>
                  <a:lnTo>
                    <a:pt x="752262" y="1160614"/>
                  </a:lnTo>
                  <a:lnTo>
                    <a:pt x="751190" y="1160852"/>
                  </a:lnTo>
                  <a:lnTo>
                    <a:pt x="750119" y="1161089"/>
                  </a:lnTo>
                  <a:lnTo>
                    <a:pt x="749047" y="1161326"/>
                  </a:lnTo>
                  <a:lnTo>
                    <a:pt x="747975" y="1161563"/>
                  </a:lnTo>
                  <a:lnTo>
                    <a:pt x="746904" y="1161798"/>
                  </a:lnTo>
                  <a:lnTo>
                    <a:pt x="745832" y="1162034"/>
                  </a:lnTo>
                  <a:lnTo>
                    <a:pt x="744761" y="1162269"/>
                  </a:lnTo>
                  <a:lnTo>
                    <a:pt x="743689" y="1162504"/>
                  </a:lnTo>
                  <a:lnTo>
                    <a:pt x="742617" y="1162738"/>
                  </a:lnTo>
                  <a:lnTo>
                    <a:pt x="741546" y="1162972"/>
                  </a:lnTo>
                  <a:lnTo>
                    <a:pt x="740474" y="1163205"/>
                  </a:lnTo>
                  <a:lnTo>
                    <a:pt x="739403" y="1163438"/>
                  </a:lnTo>
                  <a:lnTo>
                    <a:pt x="738331" y="1163670"/>
                  </a:lnTo>
                  <a:lnTo>
                    <a:pt x="737259" y="1163902"/>
                  </a:lnTo>
                  <a:lnTo>
                    <a:pt x="736188" y="1164134"/>
                  </a:lnTo>
                  <a:lnTo>
                    <a:pt x="735116" y="1164365"/>
                  </a:lnTo>
                  <a:lnTo>
                    <a:pt x="734045" y="1164596"/>
                  </a:lnTo>
                  <a:lnTo>
                    <a:pt x="732973" y="1164827"/>
                  </a:lnTo>
                  <a:lnTo>
                    <a:pt x="731901" y="1165057"/>
                  </a:lnTo>
                  <a:lnTo>
                    <a:pt x="730830" y="1165287"/>
                  </a:lnTo>
                  <a:lnTo>
                    <a:pt x="729758" y="1165516"/>
                  </a:lnTo>
                  <a:lnTo>
                    <a:pt x="728687" y="1165745"/>
                  </a:lnTo>
                  <a:lnTo>
                    <a:pt x="727615" y="1165974"/>
                  </a:lnTo>
                  <a:lnTo>
                    <a:pt x="726543" y="1166202"/>
                  </a:lnTo>
                  <a:lnTo>
                    <a:pt x="725472" y="1166430"/>
                  </a:lnTo>
                  <a:lnTo>
                    <a:pt x="724400" y="1166657"/>
                  </a:lnTo>
                  <a:lnTo>
                    <a:pt x="723329" y="1166884"/>
                  </a:lnTo>
                  <a:lnTo>
                    <a:pt x="722257" y="1167111"/>
                  </a:lnTo>
                  <a:lnTo>
                    <a:pt x="721185" y="1167338"/>
                  </a:lnTo>
                  <a:lnTo>
                    <a:pt x="720114" y="1167564"/>
                  </a:lnTo>
                  <a:lnTo>
                    <a:pt x="719042" y="1167789"/>
                  </a:lnTo>
                  <a:lnTo>
                    <a:pt x="717971" y="1168015"/>
                  </a:lnTo>
                  <a:lnTo>
                    <a:pt x="716899" y="1168240"/>
                  </a:lnTo>
                  <a:lnTo>
                    <a:pt x="715827" y="1168465"/>
                  </a:lnTo>
                  <a:lnTo>
                    <a:pt x="714756" y="1168689"/>
                  </a:lnTo>
                  <a:lnTo>
                    <a:pt x="713684" y="1168913"/>
                  </a:lnTo>
                  <a:lnTo>
                    <a:pt x="712613" y="1169137"/>
                  </a:lnTo>
                  <a:lnTo>
                    <a:pt x="711541" y="1169360"/>
                  </a:lnTo>
                  <a:lnTo>
                    <a:pt x="710469" y="1169583"/>
                  </a:lnTo>
                  <a:lnTo>
                    <a:pt x="709398" y="1169806"/>
                  </a:lnTo>
                  <a:lnTo>
                    <a:pt x="708326" y="1170029"/>
                  </a:lnTo>
                  <a:lnTo>
                    <a:pt x="707255" y="1170251"/>
                  </a:lnTo>
                  <a:lnTo>
                    <a:pt x="706183" y="1170473"/>
                  </a:lnTo>
                  <a:lnTo>
                    <a:pt x="705112" y="1170694"/>
                  </a:lnTo>
                  <a:lnTo>
                    <a:pt x="704040" y="1170916"/>
                  </a:lnTo>
                  <a:lnTo>
                    <a:pt x="702968" y="1171137"/>
                  </a:lnTo>
                  <a:lnTo>
                    <a:pt x="701897" y="1171358"/>
                  </a:lnTo>
                  <a:lnTo>
                    <a:pt x="700825" y="1171578"/>
                  </a:lnTo>
                  <a:lnTo>
                    <a:pt x="699754" y="1171798"/>
                  </a:lnTo>
                  <a:lnTo>
                    <a:pt x="698682" y="1172018"/>
                  </a:lnTo>
                  <a:lnTo>
                    <a:pt x="697610" y="1172238"/>
                  </a:lnTo>
                  <a:lnTo>
                    <a:pt x="696539" y="1172457"/>
                  </a:lnTo>
                  <a:lnTo>
                    <a:pt x="695467" y="1172676"/>
                  </a:lnTo>
                  <a:lnTo>
                    <a:pt x="694396" y="1172895"/>
                  </a:lnTo>
                  <a:lnTo>
                    <a:pt x="693324" y="1173114"/>
                  </a:lnTo>
                  <a:lnTo>
                    <a:pt x="692252" y="1173332"/>
                  </a:lnTo>
                  <a:lnTo>
                    <a:pt x="691181" y="1173551"/>
                  </a:lnTo>
                  <a:lnTo>
                    <a:pt x="690109" y="1173768"/>
                  </a:lnTo>
                  <a:lnTo>
                    <a:pt x="689038" y="1173986"/>
                  </a:lnTo>
                  <a:lnTo>
                    <a:pt x="687966" y="1174203"/>
                  </a:lnTo>
                  <a:lnTo>
                    <a:pt x="686894" y="1174421"/>
                  </a:lnTo>
                  <a:lnTo>
                    <a:pt x="685823" y="1174638"/>
                  </a:lnTo>
                  <a:lnTo>
                    <a:pt x="684751" y="1174854"/>
                  </a:lnTo>
                  <a:lnTo>
                    <a:pt x="683680" y="1175071"/>
                  </a:lnTo>
                  <a:lnTo>
                    <a:pt x="682608" y="1175287"/>
                  </a:lnTo>
                  <a:lnTo>
                    <a:pt x="681536" y="1175503"/>
                  </a:lnTo>
                  <a:lnTo>
                    <a:pt x="680465" y="1175719"/>
                  </a:lnTo>
                  <a:lnTo>
                    <a:pt x="679393" y="1175935"/>
                  </a:lnTo>
                  <a:lnTo>
                    <a:pt x="678322" y="1176150"/>
                  </a:lnTo>
                  <a:lnTo>
                    <a:pt x="677250" y="1176365"/>
                  </a:lnTo>
                  <a:lnTo>
                    <a:pt x="676178" y="1176581"/>
                  </a:lnTo>
                  <a:lnTo>
                    <a:pt x="675107" y="1176795"/>
                  </a:lnTo>
                  <a:lnTo>
                    <a:pt x="674035" y="1177010"/>
                  </a:lnTo>
                  <a:lnTo>
                    <a:pt x="672964" y="1177225"/>
                  </a:lnTo>
                  <a:lnTo>
                    <a:pt x="671892" y="1177439"/>
                  </a:lnTo>
                  <a:lnTo>
                    <a:pt x="670820" y="1177653"/>
                  </a:lnTo>
                  <a:lnTo>
                    <a:pt x="669749" y="1177867"/>
                  </a:lnTo>
                  <a:lnTo>
                    <a:pt x="668677" y="1178081"/>
                  </a:lnTo>
                  <a:lnTo>
                    <a:pt x="667606" y="1178294"/>
                  </a:lnTo>
                  <a:lnTo>
                    <a:pt x="666534" y="1178508"/>
                  </a:lnTo>
                  <a:lnTo>
                    <a:pt x="665462" y="1178721"/>
                  </a:lnTo>
                  <a:lnTo>
                    <a:pt x="664391" y="1178934"/>
                  </a:lnTo>
                  <a:lnTo>
                    <a:pt x="663319" y="1179147"/>
                  </a:lnTo>
                  <a:lnTo>
                    <a:pt x="662248" y="1179360"/>
                  </a:lnTo>
                  <a:lnTo>
                    <a:pt x="661176" y="1179572"/>
                  </a:lnTo>
                  <a:lnTo>
                    <a:pt x="660104" y="1179785"/>
                  </a:lnTo>
                  <a:lnTo>
                    <a:pt x="659033" y="1179997"/>
                  </a:lnTo>
                  <a:lnTo>
                    <a:pt x="657961" y="1180209"/>
                  </a:lnTo>
                  <a:lnTo>
                    <a:pt x="656890" y="1180421"/>
                  </a:lnTo>
                  <a:lnTo>
                    <a:pt x="655818" y="1180633"/>
                  </a:lnTo>
                  <a:lnTo>
                    <a:pt x="654746" y="1180845"/>
                  </a:lnTo>
                  <a:lnTo>
                    <a:pt x="653675" y="1181057"/>
                  </a:lnTo>
                  <a:lnTo>
                    <a:pt x="652603" y="1181268"/>
                  </a:lnTo>
                  <a:lnTo>
                    <a:pt x="651532" y="1181480"/>
                  </a:lnTo>
                  <a:lnTo>
                    <a:pt x="650460" y="1181691"/>
                  </a:lnTo>
                  <a:lnTo>
                    <a:pt x="649388" y="1181902"/>
                  </a:lnTo>
                  <a:lnTo>
                    <a:pt x="648317" y="1182113"/>
                  </a:lnTo>
                  <a:lnTo>
                    <a:pt x="647245" y="1182324"/>
                  </a:lnTo>
                  <a:lnTo>
                    <a:pt x="646174" y="1182535"/>
                  </a:lnTo>
                  <a:lnTo>
                    <a:pt x="645102" y="1182746"/>
                  </a:lnTo>
                  <a:lnTo>
                    <a:pt x="644030" y="1182957"/>
                  </a:lnTo>
                  <a:lnTo>
                    <a:pt x="642959" y="1183167"/>
                  </a:lnTo>
                  <a:lnTo>
                    <a:pt x="641887" y="1183378"/>
                  </a:lnTo>
                  <a:lnTo>
                    <a:pt x="640816" y="1183588"/>
                  </a:lnTo>
                  <a:lnTo>
                    <a:pt x="639744" y="1183798"/>
                  </a:lnTo>
                  <a:lnTo>
                    <a:pt x="638672" y="1184008"/>
                  </a:lnTo>
                  <a:lnTo>
                    <a:pt x="637601" y="1184219"/>
                  </a:lnTo>
                  <a:lnTo>
                    <a:pt x="636529" y="1184429"/>
                  </a:lnTo>
                  <a:lnTo>
                    <a:pt x="635458" y="1184638"/>
                  </a:lnTo>
                  <a:lnTo>
                    <a:pt x="634386" y="1184848"/>
                  </a:lnTo>
                  <a:lnTo>
                    <a:pt x="633314" y="1185058"/>
                  </a:lnTo>
                  <a:lnTo>
                    <a:pt x="632243" y="1185268"/>
                  </a:lnTo>
                  <a:lnTo>
                    <a:pt x="631171" y="1185478"/>
                  </a:lnTo>
                  <a:lnTo>
                    <a:pt x="630100" y="1185687"/>
                  </a:lnTo>
                  <a:lnTo>
                    <a:pt x="629028" y="1185897"/>
                  </a:lnTo>
                  <a:lnTo>
                    <a:pt x="627956" y="1186106"/>
                  </a:lnTo>
                  <a:lnTo>
                    <a:pt x="626885" y="1186316"/>
                  </a:lnTo>
                  <a:lnTo>
                    <a:pt x="625813" y="1186525"/>
                  </a:lnTo>
                  <a:lnTo>
                    <a:pt x="624742" y="1186734"/>
                  </a:lnTo>
                  <a:lnTo>
                    <a:pt x="623670" y="1186944"/>
                  </a:lnTo>
                  <a:lnTo>
                    <a:pt x="622598" y="1187153"/>
                  </a:lnTo>
                  <a:lnTo>
                    <a:pt x="621527" y="1187362"/>
                  </a:lnTo>
                  <a:lnTo>
                    <a:pt x="620455" y="1187571"/>
                  </a:lnTo>
                  <a:lnTo>
                    <a:pt x="619384" y="1187780"/>
                  </a:lnTo>
                  <a:lnTo>
                    <a:pt x="618312" y="1187989"/>
                  </a:lnTo>
                  <a:lnTo>
                    <a:pt x="617240" y="1188198"/>
                  </a:lnTo>
                  <a:lnTo>
                    <a:pt x="616169" y="1188407"/>
                  </a:lnTo>
                  <a:lnTo>
                    <a:pt x="615097" y="1188616"/>
                  </a:lnTo>
                  <a:lnTo>
                    <a:pt x="614026" y="1188825"/>
                  </a:lnTo>
                  <a:lnTo>
                    <a:pt x="612954" y="1189034"/>
                  </a:lnTo>
                  <a:lnTo>
                    <a:pt x="611882" y="1189243"/>
                  </a:lnTo>
                  <a:lnTo>
                    <a:pt x="610811" y="1189452"/>
                  </a:lnTo>
                  <a:lnTo>
                    <a:pt x="609739" y="1189661"/>
                  </a:lnTo>
                  <a:lnTo>
                    <a:pt x="608668" y="1189870"/>
                  </a:lnTo>
                  <a:lnTo>
                    <a:pt x="607596" y="1190079"/>
                  </a:lnTo>
                  <a:lnTo>
                    <a:pt x="606524" y="1190288"/>
                  </a:lnTo>
                  <a:lnTo>
                    <a:pt x="605453" y="1190497"/>
                  </a:lnTo>
                  <a:lnTo>
                    <a:pt x="604381" y="1190705"/>
                  </a:lnTo>
                  <a:lnTo>
                    <a:pt x="603310" y="1190914"/>
                  </a:lnTo>
                  <a:lnTo>
                    <a:pt x="602238" y="1191123"/>
                  </a:lnTo>
                  <a:lnTo>
                    <a:pt x="601166" y="1191332"/>
                  </a:lnTo>
                  <a:lnTo>
                    <a:pt x="600095" y="1191541"/>
                  </a:lnTo>
                  <a:lnTo>
                    <a:pt x="599023" y="1191750"/>
                  </a:lnTo>
                  <a:lnTo>
                    <a:pt x="597952" y="1191959"/>
                  </a:lnTo>
                  <a:lnTo>
                    <a:pt x="596880" y="1192168"/>
                  </a:lnTo>
                  <a:lnTo>
                    <a:pt x="595808" y="1192377"/>
                  </a:lnTo>
                  <a:lnTo>
                    <a:pt x="594737" y="1192586"/>
                  </a:lnTo>
                  <a:lnTo>
                    <a:pt x="593665" y="1192795"/>
                  </a:lnTo>
                  <a:lnTo>
                    <a:pt x="592594" y="1193004"/>
                  </a:lnTo>
                  <a:lnTo>
                    <a:pt x="591522" y="1193213"/>
                  </a:lnTo>
                  <a:lnTo>
                    <a:pt x="590450" y="1193422"/>
                  </a:lnTo>
                  <a:lnTo>
                    <a:pt x="589379" y="1193631"/>
                  </a:lnTo>
                  <a:lnTo>
                    <a:pt x="588307" y="1193840"/>
                  </a:lnTo>
                  <a:lnTo>
                    <a:pt x="587236" y="1194049"/>
                  </a:lnTo>
                  <a:lnTo>
                    <a:pt x="586164" y="1194258"/>
                  </a:lnTo>
                  <a:lnTo>
                    <a:pt x="585092" y="1194468"/>
                  </a:lnTo>
                  <a:lnTo>
                    <a:pt x="584021" y="1194677"/>
                  </a:lnTo>
                  <a:lnTo>
                    <a:pt x="582949" y="1194886"/>
                  </a:lnTo>
                  <a:lnTo>
                    <a:pt x="581878" y="1195096"/>
                  </a:lnTo>
                  <a:lnTo>
                    <a:pt x="580806" y="1195305"/>
                  </a:lnTo>
                  <a:lnTo>
                    <a:pt x="579734" y="1195515"/>
                  </a:lnTo>
                  <a:lnTo>
                    <a:pt x="578663" y="1195724"/>
                  </a:lnTo>
                  <a:lnTo>
                    <a:pt x="577591" y="1195934"/>
                  </a:lnTo>
                  <a:lnTo>
                    <a:pt x="576520" y="1196144"/>
                  </a:lnTo>
                  <a:lnTo>
                    <a:pt x="575448" y="1196353"/>
                  </a:lnTo>
                  <a:lnTo>
                    <a:pt x="574376" y="1196563"/>
                  </a:lnTo>
                  <a:lnTo>
                    <a:pt x="573305" y="1196773"/>
                  </a:lnTo>
                  <a:lnTo>
                    <a:pt x="572233" y="1196983"/>
                  </a:lnTo>
                  <a:lnTo>
                    <a:pt x="571162" y="1197193"/>
                  </a:lnTo>
                  <a:lnTo>
                    <a:pt x="570090" y="1197403"/>
                  </a:lnTo>
                  <a:lnTo>
                    <a:pt x="569018" y="1197613"/>
                  </a:lnTo>
                  <a:lnTo>
                    <a:pt x="567947" y="1197823"/>
                  </a:lnTo>
                  <a:lnTo>
                    <a:pt x="566875" y="1198033"/>
                  </a:lnTo>
                  <a:lnTo>
                    <a:pt x="565804" y="1198244"/>
                  </a:lnTo>
                  <a:lnTo>
                    <a:pt x="564732" y="1198454"/>
                  </a:lnTo>
                  <a:lnTo>
                    <a:pt x="563660" y="1198665"/>
                  </a:lnTo>
                  <a:lnTo>
                    <a:pt x="562589" y="1198875"/>
                  </a:lnTo>
                  <a:lnTo>
                    <a:pt x="561517" y="1199086"/>
                  </a:lnTo>
                  <a:lnTo>
                    <a:pt x="560446" y="1199297"/>
                  </a:lnTo>
                  <a:lnTo>
                    <a:pt x="559374" y="1199507"/>
                  </a:lnTo>
                  <a:lnTo>
                    <a:pt x="558302" y="1199718"/>
                  </a:lnTo>
                  <a:lnTo>
                    <a:pt x="557231" y="1199929"/>
                  </a:lnTo>
                  <a:lnTo>
                    <a:pt x="556159" y="1200140"/>
                  </a:lnTo>
                  <a:lnTo>
                    <a:pt x="555088" y="1200352"/>
                  </a:lnTo>
                  <a:lnTo>
                    <a:pt x="554016" y="1200563"/>
                  </a:lnTo>
                  <a:lnTo>
                    <a:pt x="552944" y="1200774"/>
                  </a:lnTo>
                  <a:lnTo>
                    <a:pt x="551873" y="1200986"/>
                  </a:lnTo>
                  <a:lnTo>
                    <a:pt x="550801" y="1201197"/>
                  </a:lnTo>
                  <a:lnTo>
                    <a:pt x="549730" y="1201409"/>
                  </a:lnTo>
                  <a:lnTo>
                    <a:pt x="548658" y="1201621"/>
                  </a:lnTo>
                  <a:lnTo>
                    <a:pt x="547586" y="1201833"/>
                  </a:lnTo>
                  <a:lnTo>
                    <a:pt x="546515" y="1202045"/>
                  </a:lnTo>
                  <a:lnTo>
                    <a:pt x="545443" y="1202257"/>
                  </a:lnTo>
                  <a:lnTo>
                    <a:pt x="544372" y="1202469"/>
                  </a:lnTo>
                  <a:lnTo>
                    <a:pt x="543300" y="1202681"/>
                  </a:lnTo>
                  <a:lnTo>
                    <a:pt x="542228" y="1202894"/>
                  </a:lnTo>
                  <a:lnTo>
                    <a:pt x="541157" y="1203106"/>
                  </a:lnTo>
                  <a:lnTo>
                    <a:pt x="540085" y="1203319"/>
                  </a:lnTo>
                  <a:lnTo>
                    <a:pt x="539014" y="1203532"/>
                  </a:lnTo>
                  <a:lnTo>
                    <a:pt x="537942" y="1203745"/>
                  </a:lnTo>
                  <a:lnTo>
                    <a:pt x="536870" y="1203958"/>
                  </a:lnTo>
                  <a:lnTo>
                    <a:pt x="535799" y="1204171"/>
                  </a:lnTo>
                  <a:lnTo>
                    <a:pt x="534727" y="1204384"/>
                  </a:lnTo>
                  <a:lnTo>
                    <a:pt x="533656" y="1204598"/>
                  </a:lnTo>
                  <a:lnTo>
                    <a:pt x="532584" y="1204811"/>
                  </a:lnTo>
                  <a:lnTo>
                    <a:pt x="531513" y="1205025"/>
                  </a:lnTo>
                  <a:lnTo>
                    <a:pt x="530441" y="1205239"/>
                  </a:lnTo>
                  <a:lnTo>
                    <a:pt x="529369" y="1205453"/>
                  </a:lnTo>
                  <a:lnTo>
                    <a:pt x="528298" y="1205667"/>
                  </a:lnTo>
                  <a:lnTo>
                    <a:pt x="527226" y="1205881"/>
                  </a:lnTo>
                  <a:lnTo>
                    <a:pt x="526155" y="1206095"/>
                  </a:lnTo>
                  <a:lnTo>
                    <a:pt x="525083" y="1206309"/>
                  </a:lnTo>
                  <a:lnTo>
                    <a:pt x="524011" y="1206524"/>
                  </a:lnTo>
                  <a:lnTo>
                    <a:pt x="522940" y="1206739"/>
                  </a:lnTo>
                  <a:lnTo>
                    <a:pt x="521868" y="1206954"/>
                  </a:lnTo>
                  <a:lnTo>
                    <a:pt x="520797" y="1207169"/>
                  </a:lnTo>
                  <a:lnTo>
                    <a:pt x="519725" y="1207384"/>
                  </a:lnTo>
                  <a:lnTo>
                    <a:pt x="518653" y="1207599"/>
                  </a:lnTo>
                  <a:lnTo>
                    <a:pt x="517582" y="1207814"/>
                  </a:lnTo>
                  <a:lnTo>
                    <a:pt x="516510" y="1208030"/>
                  </a:lnTo>
                  <a:lnTo>
                    <a:pt x="515439" y="1208246"/>
                  </a:lnTo>
                  <a:lnTo>
                    <a:pt x="514367" y="1208461"/>
                  </a:lnTo>
                  <a:lnTo>
                    <a:pt x="513295" y="1208677"/>
                  </a:lnTo>
                  <a:lnTo>
                    <a:pt x="512224" y="1208893"/>
                  </a:lnTo>
                  <a:lnTo>
                    <a:pt x="511152" y="1209110"/>
                  </a:lnTo>
                  <a:lnTo>
                    <a:pt x="510081" y="1209326"/>
                  </a:lnTo>
                  <a:lnTo>
                    <a:pt x="509009" y="1209543"/>
                  </a:lnTo>
                  <a:lnTo>
                    <a:pt x="507937" y="1209759"/>
                  </a:lnTo>
                  <a:lnTo>
                    <a:pt x="506866" y="1209976"/>
                  </a:lnTo>
                  <a:lnTo>
                    <a:pt x="505794" y="1210193"/>
                  </a:lnTo>
                  <a:lnTo>
                    <a:pt x="504723" y="1210410"/>
                  </a:lnTo>
                  <a:lnTo>
                    <a:pt x="503651" y="1210628"/>
                  </a:lnTo>
                  <a:lnTo>
                    <a:pt x="502579" y="1210845"/>
                  </a:lnTo>
                  <a:lnTo>
                    <a:pt x="501508" y="1211063"/>
                  </a:lnTo>
                  <a:lnTo>
                    <a:pt x="500436" y="1211281"/>
                  </a:lnTo>
                  <a:lnTo>
                    <a:pt x="499365" y="1211499"/>
                  </a:lnTo>
                  <a:lnTo>
                    <a:pt x="498293" y="1211717"/>
                  </a:lnTo>
                  <a:lnTo>
                    <a:pt x="497221" y="1211935"/>
                  </a:lnTo>
                  <a:lnTo>
                    <a:pt x="496150" y="1212154"/>
                  </a:lnTo>
                  <a:lnTo>
                    <a:pt x="495078" y="1212372"/>
                  </a:lnTo>
                  <a:lnTo>
                    <a:pt x="494007" y="1212591"/>
                  </a:lnTo>
                  <a:lnTo>
                    <a:pt x="492935" y="1212810"/>
                  </a:lnTo>
                  <a:lnTo>
                    <a:pt x="491863" y="1213029"/>
                  </a:lnTo>
                  <a:lnTo>
                    <a:pt x="490792" y="1213248"/>
                  </a:lnTo>
                  <a:lnTo>
                    <a:pt x="489720" y="1213468"/>
                  </a:lnTo>
                  <a:lnTo>
                    <a:pt x="488649" y="1213687"/>
                  </a:lnTo>
                  <a:lnTo>
                    <a:pt x="487577" y="1213907"/>
                  </a:lnTo>
                  <a:lnTo>
                    <a:pt x="486505" y="1214127"/>
                  </a:lnTo>
                  <a:lnTo>
                    <a:pt x="485434" y="1214347"/>
                  </a:lnTo>
                  <a:lnTo>
                    <a:pt x="484362" y="1214567"/>
                  </a:lnTo>
                  <a:lnTo>
                    <a:pt x="483291" y="1214788"/>
                  </a:lnTo>
                  <a:lnTo>
                    <a:pt x="482219" y="1215008"/>
                  </a:lnTo>
                  <a:lnTo>
                    <a:pt x="481147" y="1215229"/>
                  </a:lnTo>
                  <a:lnTo>
                    <a:pt x="480076" y="1215450"/>
                  </a:lnTo>
                  <a:lnTo>
                    <a:pt x="479004" y="1215671"/>
                  </a:lnTo>
                  <a:lnTo>
                    <a:pt x="477933" y="1215893"/>
                  </a:lnTo>
                  <a:lnTo>
                    <a:pt x="476861" y="1216114"/>
                  </a:lnTo>
                  <a:lnTo>
                    <a:pt x="475789" y="1216336"/>
                  </a:lnTo>
                  <a:lnTo>
                    <a:pt x="474718" y="1216557"/>
                  </a:lnTo>
                  <a:lnTo>
                    <a:pt x="473646" y="1216779"/>
                  </a:lnTo>
                  <a:lnTo>
                    <a:pt x="472575" y="1217002"/>
                  </a:lnTo>
                  <a:lnTo>
                    <a:pt x="471503" y="1217224"/>
                  </a:lnTo>
                  <a:lnTo>
                    <a:pt x="470431" y="1217446"/>
                  </a:lnTo>
                  <a:lnTo>
                    <a:pt x="469360" y="1217669"/>
                  </a:lnTo>
                  <a:lnTo>
                    <a:pt x="468288" y="1217892"/>
                  </a:lnTo>
                  <a:lnTo>
                    <a:pt x="467217" y="1218115"/>
                  </a:lnTo>
                  <a:lnTo>
                    <a:pt x="466145" y="1218338"/>
                  </a:lnTo>
                  <a:lnTo>
                    <a:pt x="465073" y="1218562"/>
                  </a:lnTo>
                  <a:lnTo>
                    <a:pt x="464002" y="1218785"/>
                  </a:lnTo>
                  <a:lnTo>
                    <a:pt x="462930" y="1219009"/>
                  </a:lnTo>
                  <a:lnTo>
                    <a:pt x="461859" y="1219233"/>
                  </a:lnTo>
                  <a:lnTo>
                    <a:pt x="460787" y="1219457"/>
                  </a:lnTo>
                  <a:lnTo>
                    <a:pt x="459715" y="1219682"/>
                  </a:lnTo>
                  <a:lnTo>
                    <a:pt x="458644" y="1219906"/>
                  </a:lnTo>
                  <a:lnTo>
                    <a:pt x="457572" y="1220131"/>
                  </a:lnTo>
                  <a:lnTo>
                    <a:pt x="456501" y="1220356"/>
                  </a:lnTo>
                  <a:lnTo>
                    <a:pt x="455429" y="1220581"/>
                  </a:lnTo>
                  <a:lnTo>
                    <a:pt x="454357" y="1220806"/>
                  </a:lnTo>
                  <a:lnTo>
                    <a:pt x="453286" y="1221031"/>
                  </a:lnTo>
                  <a:lnTo>
                    <a:pt x="452214" y="1221257"/>
                  </a:lnTo>
                  <a:lnTo>
                    <a:pt x="451143" y="1221483"/>
                  </a:lnTo>
                  <a:lnTo>
                    <a:pt x="450071" y="1221709"/>
                  </a:lnTo>
                  <a:lnTo>
                    <a:pt x="448999" y="1221935"/>
                  </a:lnTo>
                  <a:lnTo>
                    <a:pt x="447928" y="1222161"/>
                  </a:lnTo>
                  <a:lnTo>
                    <a:pt x="446856" y="1222388"/>
                  </a:lnTo>
                  <a:lnTo>
                    <a:pt x="445785" y="1222614"/>
                  </a:lnTo>
                  <a:lnTo>
                    <a:pt x="444713" y="1222841"/>
                  </a:lnTo>
                  <a:lnTo>
                    <a:pt x="443641" y="1223068"/>
                  </a:lnTo>
                  <a:lnTo>
                    <a:pt x="442570" y="1223296"/>
                  </a:lnTo>
                  <a:lnTo>
                    <a:pt x="441498" y="1223523"/>
                  </a:lnTo>
                  <a:lnTo>
                    <a:pt x="440427" y="1223751"/>
                  </a:lnTo>
                  <a:lnTo>
                    <a:pt x="439355" y="1223979"/>
                  </a:lnTo>
                  <a:lnTo>
                    <a:pt x="438283" y="1224207"/>
                  </a:lnTo>
                  <a:lnTo>
                    <a:pt x="437212" y="1224435"/>
                  </a:lnTo>
                  <a:lnTo>
                    <a:pt x="436140" y="1224663"/>
                  </a:lnTo>
                  <a:lnTo>
                    <a:pt x="435069" y="1224892"/>
                  </a:lnTo>
                  <a:lnTo>
                    <a:pt x="433997" y="1225121"/>
                  </a:lnTo>
                  <a:lnTo>
                    <a:pt x="432925" y="1225350"/>
                  </a:lnTo>
                  <a:lnTo>
                    <a:pt x="431854" y="1225579"/>
                  </a:lnTo>
                  <a:lnTo>
                    <a:pt x="430782" y="1225808"/>
                  </a:lnTo>
                  <a:lnTo>
                    <a:pt x="429711" y="1226038"/>
                  </a:lnTo>
                  <a:lnTo>
                    <a:pt x="428639" y="1226267"/>
                  </a:lnTo>
                  <a:lnTo>
                    <a:pt x="427567" y="1226497"/>
                  </a:lnTo>
                  <a:lnTo>
                    <a:pt x="426496" y="1226727"/>
                  </a:lnTo>
                  <a:lnTo>
                    <a:pt x="425424" y="1226958"/>
                  </a:lnTo>
                  <a:lnTo>
                    <a:pt x="424353" y="1227188"/>
                  </a:lnTo>
                  <a:lnTo>
                    <a:pt x="423281" y="1227419"/>
                  </a:lnTo>
                  <a:lnTo>
                    <a:pt x="422209" y="1227650"/>
                  </a:lnTo>
                  <a:lnTo>
                    <a:pt x="421138" y="1227881"/>
                  </a:lnTo>
                  <a:lnTo>
                    <a:pt x="420066" y="1228112"/>
                  </a:lnTo>
                  <a:lnTo>
                    <a:pt x="418995" y="1228343"/>
                  </a:lnTo>
                  <a:lnTo>
                    <a:pt x="417923" y="1228575"/>
                  </a:lnTo>
                  <a:lnTo>
                    <a:pt x="416851" y="1228807"/>
                  </a:lnTo>
                  <a:lnTo>
                    <a:pt x="415780" y="1229039"/>
                  </a:lnTo>
                  <a:lnTo>
                    <a:pt x="414708" y="1229271"/>
                  </a:lnTo>
                  <a:lnTo>
                    <a:pt x="413637" y="1229503"/>
                  </a:lnTo>
                  <a:lnTo>
                    <a:pt x="412565" y="1229736"/>
                  </a:lnTo>
                  <a:lnTo>
                    <a:pt x="411493" y="1229969"/>
                  </a:lnTo>
                  <a:lnTo>
                    <a:pt x="410422" y="1230201"/>
                  </a:lnTo>
                  <a:lnTo>
                    <a:pt x="409350" y="1230435"/>
                  </a:lnTo>
                  <a:lnTo>
                    <a:pt x="408279" y="1230668"/>
                  </a:lnTo>
                  <a:lnTo>
                    <a:pt x="407207" y="1230901"/>
                  </a:lnTo>
                  <a:lnTo>
                    <a:pt x="406135" y="1231135"/>
                  </a:lnTo>
                  <a:lnTo>
                    <a:pt x="405064" y="1231369"/>
                  </a:lnTo>
                  <a:lnTo>
                    <a:pt x="403992" y="1231603"/>
                  </a:lnTo>
                  <a:lnTo>
                    <a:pt x="402921" y="1231837"/>
                  </a:lnTo>
                  <a:lnTo>
                    <a:pt x="401849" y="1232072"/>
                  </a:lnTo>
                  <a:lnTo>
                    <a:pt x="400777" y="1232307"/>
                  </a:lnTo>
                  <a:lnTo>
                    <a:pt x="399706" y="1232541"/>
                  </a:lnTo>
                  <a:lnTo>
                    <a:pt x="398634" y="1232777"/>
                  </a:lnTo>
                  <a:lnTo>
                    <a:pt x="397563" y="1233012"/>
                  </a:lnTo>
                  <a:lnTo>
                    <a:pt x="396491" y="1233247"/>
                  </a:lnTo>
                  <a:lnTo>
                    <a:pt x="395419" y="1233483"/>
                  </a:lnTo>
                  <a:lnTo>
                    <a:pt x="394348" y="1233719"/>
                  </a:lnTo>
                  <a:lnTo>
                    <a:pt x="393276" y="1233955"/>
                  </a:lnTo>
                  <a:lnTo>
                    <a:pt x="392205" y="1234191"/>
                  </a:lnTo>
                  <a:lnTo>
                    <a:pt x="391133" y="1234427"/>
                  </a:lnTo>
                  <a:lnTo>
                    <a:pt x="390061" y="1234664"/>
                  </a:lnTo>
                  <a:lnTo>
                    <a:pt x="388990" y="1234900"/>
                  </a:lnTo>
                  <a:lnTo>
                    <a:pt x="387918" y="1235137"/>
                  </a:lnTo>
                  <a:lnTo>
                    <a:pt x="386847" y="1235374"/>
                  </a:lnTo>
                  <a:lnTo>
                    <a:pt x="385775" y="1235611"/>
                  </a:lnTo>
                  <a:lnTo>
                    <a:pt x="384703" y="1235849"/>
                  </a:lnTo>
                  <a:lnTo>
                    <a:pt x="383632" y="1236086"/>
                  </a:lnTo>
                  <a:lnTo>
                    <a:pt x="382560" y="1236324"/>
                  </a:lnTo>
                  <a:lnTo>
                    <a:pt x="381489" y="1236562"/>
                  </a:lnTo>
                  <a:lnTo>
                    <a:pt x="380417" y="1236800"/>
                  </a:lnTo>
                  <a:lnTo>
                    <a:pt x="379345" y="1237038"/>
                  </a:lnTo>
                  <a:lnTo>
                    <a:pt x="378274" y="1237277"/>
                  </a:lnTo>
                  <a:lnTo>
                    <a:pt x="377202" y="1237516"/>
                  </a:lnTo>
                  <a:lnTo>
                    <a:pt x="376131" y="1237754"/>
                  </a:lnTo>
                  <a:lnTo>
                    <a:pt x="375059" y="1237993"/>
                  </a:lnTo>
                  <a:lnTo>
                    <a:pt x="373987" y="1238232"/>
                  </a:lnTo>
                  <a:lnTo>
                    <a:pt x="372916" y="1238472"/>
                  </a:lnTo>
                  <a:lnTo>
                    <a:pt x="371844" y="1238711"/>
                  </a:lnTo>
                  <a:lnTo>
                    <a:pt x="370773" y="1238951"/>
                  </a:lnTo>
                  <a:lnTo>
                    <a:pt x="369701" y="1239190"/>
                  </a:lnTo>
                  <a:lnTo>
                    <a:pt x="368629" y="1239430"/>
                  </a:lnTo>
                  <a:lnTo>
                    <a:pt x="367558" y="1239670"/>
                  </a:lnTo>
                  <a:lnTo>
                    <a:pt x="366486" y="1239910"/>
                  </a:lnTo>
                  <a:lnTo>
                    <a:pt x="365415" y="1240151"/>
                  </a:lnTo>
                  <a:lnTo>
                    <a:pt x="364343" y="1240391"/>
                  </a:lnTo>
                  <a:lnTo>
                    <a:pt x="363271" y="1240632"/>
                  </a:lnTo>
                  <a:lnTo>
                    <a:pt x="362200" y="1240873"/>
                  </a:lnTo>
                  <a:lnTo>
                    <a:pt x="361128" y="1241114"/>
                  </a:lnTo>
                  <a:lnTo>
                    <a:pt x="360057" y="1241355"/>
                  </a:lnTo>
                  <a:lnTo>
                    <a:pt x="358985" y="1241596"/>
                  </a:lnTo>
                  <a:lnTo>
                    <a:pt x="357913" y="1241837"/>
                  </a:lnTo>
                  <a:lnTo>
                    <a:pt x="356842" y="1242079"/>
                  </a:lnTo>
                  <a:lnTo>
                    <a:pt x="355770" y="1242321"/>
                  </a:lnTo>
                  <a:lnTo>
                    <a:pt x="354699" y="1242562"/>
                  </a:lnTo>
                  <a:lnTo>
                    <a:pt x="353627" y="1242804"/>
                  </a:lnTo>
                  <a:lnTo>
                    <a:pt x="352556" y="1243046"/>
                  </a:lnTo>
                  <a:lnTo>
                    <a:pt x="351484" y="1243289"/>
                  </a:lnTo>
                  <a:lnTo>
                    <a:pt x="350412" y="1243531"/>
                  </a:lnTo>
                  <a:lnTo>
                    <a:pt x="349341" y="1243774"/>
                  </a:lnTo>
                  <a:lnTo>
                    <a:pt x="348269" y="1244016"/>
                  </a:lnTo>
                  <a:lnTo>
                    <a:pt x="347198" y="1244259"/>
                  </a:lnTo>
                  <a:lnTo>
                    <a:pt x="346126" y="1244502"/>
                  </a:lnTo>
                  <a:lnTo>
                    <a:pt x="345054" y="1244745"/>
                  </a:lnTo>
                  <a:lnTo>
                    <a:pt x="343983" y="1244988"/>
                  </a:lnTo>
                  <a:lnTo>
                    <a:pt x="342911" y="1245231"/>
                  </a:lnTo>
                  <a:lnTo>
                    <a:pt x="341840" y="1245475"/>
                  </a:lnTo>
                  <a:lnTo>
                    <a:pt x="340768" y="1245718"/>
                  </a:lnTo>
                  <a:lnTo>
                    <a:pt x="339696" y="1245962"/>
                  </a:lnTo>
                  <a:lnTo>
                    <a:pt x="338625" y="1246206"/>
                  </a:lnTo>
                  <a:lnTo>
                    <a:pt x="337553" y="1246450"/>
                  </a:lnTo>
                  <a:lnTo>
                    <a:pt x="336482" y="1246694"/>
                  </a:lnTo>
                  <a:lnTo>
                    <a:pt x="335410" y="1246938"/>
                  </a:lnTo>
                  <a:lnTo>
                    <a:pt x="334338" y="1247182"/>
                  </a:lnTo>
                  <a:lnTo>
                    <a:pt x="333267" y="1247427"/>
                  </a:lnTo>
                  <a:lnTo>
                    <a:pt x="332195" y="1247671"/>
                  </a:lnTo>
                  <a:lnTo>
                    <a:pt x="331124" y="1247916"/>
                  </a:lnTo>
                  <a:lnTo>
                    <a:pt x="330052" y="1248161"/>
                  </a:lnTo>
                  <a:lnTo>
                    <a:pt x="328980" y="1248406"/>
                  </a:lnTo>
                  <a:lnTo>
                    <a:pt x="327909" y="1248651"/>
                  </a:lnTo>
                  <a:lnTo>
                    <a:pt x="326837" y="1248896"/>
                  </a:lnTo>
                  <a:lnTo>
                    <a:pt x="325766" y="1249141"/>
                  </a:lnTo>
                  <a:lnTo>
                    <a:pt x="324694" y="1249386"/>
                  </a:lnTo>
                  <a:lnTo>
                    <a:pt x="323622" y="1249632"/>
                  </a:lnTo>
                  <a:lnTo>
                    <a:pt x="322551" y="1249877"/>
                  </a:lnTo>
                  <a:lnTo>
                    <a:pt x="321479" y="1250123"/>
                  </a:lnTo>
                  <a:lnTo>
                    <a:pt x="320408" y="1250369"/>
                  </a:lnTo>
                  <a:lnTo>
                    <a:pt x="319336" y="1250615"/>
                  </a:lnTo>
                  <a:lnTo>
                    <a:pt x="318264" y="1250861"/>
                  </a:lnTo>
                  <a:lnTo>
                    <a:pt x="317193" y="1251107"/>
                  </a:lnTo>
                  <a:lnTo>
                    <a:pt x="316121" y="1251353"/>
                  </a:lnTo>
                  <a:lnTo>
                    <a:pt x="315050" y="1251600"/>
                  </a:lnTo>
                  <a:lnTo>
                    <a:pt x="313978" y="1251846"/>
                  </a:lnTo>
                  <a:lnTo>
                    <a:pt x="312906" y="1252092"/>
                  </a:lnTo>
                  <a:lnTo>
                    <a:pt x="311835" y="1252339"/>
                  </a:lnTo>
                  <a:lnTo>
                    <a:pt x="310763" y="1252586"/>
                  </a:lnTo>
                  <a:lnTo>
                    <a:pt x="309692" y="1252833"/>
                  </a:lnTo>
                  <a:lnTo>
                    <a:pt x="308620" y="1253080"/>
                  </a:lnTo>
                  <a:lnTo>
                    <a:pt x="307548" y="1253327"/>
                  </a:lnTo>
                  <a:lnTo>
                    <a:pt x="306477" y="1253574"/>
                  </a:lnTo>
                  <a:lnTo>
                    <a:pt x="305405" y="1253821"/>
                  </a:lnTo>
                  <a:lnTo>
                    <a:pt x="304334" y="1254068"/>
                  </a:lnTo>
                  <a:lnTo>
                    <a:pt x="303262" y="1254316"/>
                  </a:lnTo>
                  <a:lnTo>
                    <a:pt x="302190" y="1254563"/>
                  </a:lnTo>
                  <a:lnTo>
                    <a:pt x="301119" y="1254811"/>
                  </a:lnTo>
                  <a:lnTo>
                    <a:pt x="300047" y="1255058"/>
                  </a:lnTo>
                  <a:lnTo>
                    <a:pt x="298976" y="1255306"/>
                  </a:lnTo>
                  <a:lnTo>
                    <a:pt x="297904" y="1255554"/>
                  </a:lnTo>
                  <a:lnTo>
                    <a:pt x="296832" y="1255802"/>
                  </a:lnTo>
                  <a:lnTo>
                    <a:pt x="295761" y="1256050"/>
                  </a:lnTo>
                  <a:lnTo>
                    <a:pt x="294689" y="1256298"/>
                  </a:lnTo>
                  <a:lnTo>
                    <a:pt x="293618" y="1256546"/>
                  </a:lnTo>
                  <a:lnTo>
                    <a:pt x="292546" y="1256794"/>
                  </a:lnTo>
                  <a:lnTo>
                    <a:pt x="291474" y="1257043"/>
                  </a:lnTo>
                  <a:lnTo>
                    <a:pt x="290403" y="1257291"/>
                  </a:lnTo>
                  <a:lnTo>
                    <a:pt x="289331" y="1257540"/>
                  </a:lnTo>
                  <a:lnTo>
                    <a:pt x="288260" y="1257788"/>
                  </a:lnTo>
                  <a:lnTo>
                    <a:pt x="287188" y="1258037"/>
                  </a:lnTo>
                  <a:lnTo>
                    <a:pt x="286116" y="1258286"/>
                  </a:lnTo>
                  <a:lnTo>
                    <a:pt x="285045" y="1258535"/>
                  </a:lnTo>
                  <a:lnTo>
                    <a:pt x="283973" y="1258783"/>
                  </a:lnTo>
                  <a:lnTo>
                    <a:pt x="282902" y="1259032"/>
                  </a:lnTo>
                  <a:lnTo>
                    <a:pt x="281830" y="1259282"/>
                  </a:lnTo>
                  <a:lnTo>
                    <a:pt x="280758" y="1259531"/>
                  </a:lnTo>
                  <a:lnTo>
                    <a:pt x="279687" y="1259780"/>
                  </a:lnTo>
                  <a:lnTo>
                    <a:pt x="278615" y="1260029"/>
                  </a:lnTo>
                  <a:lnTo>
                    <a:pt x="277544" y="1260279"/>
                  </a:lnTo>
                  <a:lnTo>
                    <a:pt x="276472" y="1260528"/>
                  </a:lnTo>
                  <a:lnTo>
                    <a:pt x="275400" y="1260777"/>
                  </a:lnTo>
                  <a:lnTo>
                    <a:pt x="274329" y="1261027"/>
                  </a:lnTo>
                  <a:lnTo>
                    <a:pt x="273257" y="1261277"/>
                  </a:lnTo>
                  <a:lnTo>
                    <a:pt x="272186" y="1261526"/>
                  </a:lnTo>
                  <a:lnTo>
                    <a:pt x="271114" y="1261776"/>
                  </a:lnTo>
                  <a:lnTo>
                    <a:pt x="270042" y="1262026"/>
                  </a:lnTo>
                  <a:lnTo>
                    <a:pt x="268971" y="1262276"/>
                  </a:lnTo>
                  <a:lnTo>
                    <a:pt x="267899" y="1262526"/>
                  </a:lnTo>
                  <a:lnTo>
                    <a:pt x="266828" y="1262776"/>
                  </a:lnTo>
                  <a:lnTo>
                    <a:pt x="265756" y="1263026"/>
                  </a:lnTo>
                  <a:lnTo>
                    <a:pt x="264684" y="1263276"/>
                  </a:lnTo>
                  <a:lnTo>
                    <a:pt x="263613" y="1263526"/>
                  </a:lnTo>
                  <a:lnTo>
                    <a:pt x="262541" y="1263777"/>
                  </a:lnTo>
                  <a:lnTo>
                    <a:pt x="261470" y="1264027"/>
                  </a:lnTo>
                  <a:lnTo>
                    <a:pt x="260398" y="1264277"/>
                  </a:lnTo>
                  <a:lnTo>
                    <a:pt x="259326" y="1264528"/>
                  </a:lnTo>
                  <a:lnTo>
                    <a:pt x="258255" y="1264778"/>
                  </a:lnTo>
                  <a:lnTo>
                    <a:pt x="257183" y="1265029"/>
                  </a:lnTo>
                  <a:lnTo>
                    <a:pt x="256112" y="1265279"/>
                  </a:lnTo>
                  <a:lnTo>
                    <a:pt x="255040" y="1265530"/>
                  </a:lnTo>
                  <a:lnTo>
                    <a:pt x="253968" y="1265781"/>
                  </a:lnTo>
                  <a:lnTo>
                    <a:pt x="252897" y="1266032"/>
                  </a:lnTo>
                  <a:lnTo>
                    <a:pt x="251825" y="1266282"/>
                  </a:lnTo>
                  <a:lnTo>
                    <a:pt x="250754" y="1266533"/>
                  </a:lnTo>
                  <a:lnTo>
                    <a:pt x="249682" y="1266784"/>
                  </a:lnTo>
                  <a:lnTo>
                    <a:pt x="248610" y="1267035"/>
                  </a:lnTo>
                  <a:lnTo>
                    <a:pt x="247539" y="1267286"/>
                  </a:lnTo>
                  <a:lnTo>
                    <a:pt x="246467" y="1267537"/>
                  </a:lnTo>
                  <a:lnTo>
                    <a:pt x="245396" y="1267788"/>
                  </a:lnTo>
                  <a:lnTo>
                    <a:pt x="244324" y="1268040"/>
                  </a:lnTo>
                  <a:lnTo>
                    <a:pt x="243252" y="1268291"/>
                  </a:lnTo>
                  <a:lnTo>
                    <a:pt x="242181" y="1268542"/>
                  </a:lnTo>
                  <a:lnTo>
                    <a:pt x="241109" y="1268793"/>
                  </a:lnTo>
                  <a:lnTo>
                    <a:pt x="240038" y="1269045"/>
                  </a:lnTo>
                  <a:lnTo>
                    <a:pt x="238966" y="1269296"/>
                  </a:lnTo>
                  <a:lnTo>
                    <a:pt x="237894" y="1269548"/>
                  </a:lnTo>
                  <a:lnTo>
                    <a:pt x="236823" y="1269799"/>
                  </a:lnTo>
                  <a:lnTo>
                    <a:pt x="235751" y="1270051"/>
                  </a:lnTo>
                  <a:lnTo>
                    <a:pt x="234680" y="1270302"/>
                  </a:lnTo>
                  <a:lnTo>
                    <a:pt x="233608" y="1270554"/>
                  </a:lnTo>
                  <a:lnTo>
                    <a:pt x="232536" y="1270806"/>
                  </a:lnTo>
                  <a:lnTo>
                    <a:pt x="231465" y="1271057"/>
                  </a:lnTo>
                  <a:lnTo>
                    <a:pt x="230393" y="1271309"/>
                  </a:lnTo>
                  <a:lnTo>
                    <a:pt x="229322" y="1271561"/>
                  </a:lnTo>
                  <a:lnTo>
                    <a:pt x="228250" y="1271813"/>
                  </a:lnTo>
                  <a:lnTo>
                    <a:pt x="227178" y="1272064"/>
                  </a:lnTo>
                  <a:lnTo>
                    <a:pt x="226107" y="1272316"/>
                  </a:lnTo>
                  <a:lnTo>
                    <a:pt x="225035" y="1272568"/>
                  </a:lnTo>
                  <a:lnTo>
                    <a:pt x="223964" y="1272820"/>
                  </a:lnTo>
                  <a:lnTo>
                    <a:pt x="222892" y="1273072"/>
                  </a:lnTo>
                  <a:lnTo>
                    <a:pt x="221820" y="1273324"/>
                  </a:lnTo>
                  <a:lnTo>
                    <a:pt x="220749" y="1273576"/>
                  </a:lnTo>
                  <a:lnTo>
                    <a:pt x="219677" y="1273828"/>
                  </a:lnTo>
                  <a:lnTo>
                    <a:pt x="218606" y="1274080"/>
                  </a:lnTo>
                  <a:lnTo>
                    <a:pt x="217534" y="1274333"/>
                  </a:lnTo>
                  <a:lnTo>
                    <a:pt x="216462" y="1274585"/>
                  </a:lnTo>
                  <a:lnTo>
                    <a:pt x="215391" y="1274837"/>
                  </a:lnTo>
                  <a:lnTo>
                    <a:pt x="214319" y="1275089"/>
                  </a:lnTo>
                  <a:lnTo>
                    <a:pt x="213248" y="1275341"/>
                  </a:lnTo>
                  <a:lnTo>
                    <a:pt x="212176" y="1275594"/>
                  </a:lnTo>
                  <a:lnTo>
                    <a:pt x="211104" y="1275846"/>
                  </a:lnTo>
                  <a:lnTo>
                    <a:pt x="210033" y="1276098"/>
                  </a:lnTo>
                  <a:lnTo>
                    <a:pt x="208961" y="1276351"/>
                  </a:lnTo>
                  <a:lnTo>
                    <a:pt x="207890" y="1276603"/>
                  </a:lnTo>
                  <a:lnTo>
                    <a:pt x="206818" y="1276856"/>
                  </a:lnTo>
                  <a:lnTo>
                    <a:pt x="205746" y="1277108"/>
                  </a:lnTo>
                  <a:lnTo>
                    <a:pt x="204675" y="1277360"/>
                  </a:lnTo>
                  <a:lnTo>
                    <a:pt x="203603" y="1277613"/>
                  </a:lnTo>
                  <a:lnTo>
                    <a:pt x="202532" y="1277865"/>
                  </a:lnTo>
                  <a:lnTo>
                    <a:pt x="201460" y="1278118"/>
                  </a:lnTo>
                  <a:lnTo>
                    <a:pt x="200388" y="1278370"/>
                  </a:lnTo>
                  <a:lnTo>
                    <a:pt x="199317" y="1278623"/>
                  </a:lnTo>
                  <a:lnTo>
                    <a:pt x="198245" y="1278876"/>
                  </a:lnTo>
                  <a:lnTo>
                    <a:pt x="197174" y="1279128"/>
                  </a:lnTo>
                  <a:lnTo>
                    <a:pt x="196102" y="1279381"/>
                  </a:lnTo>
                  <a:lnTo>
                    <a:pt x="195030" y="1279633"/>
                  </a:lnTo>
                  <a:lnTo>
                    <a:pt x="193959" y="1279886"/>
                  </a:lnTo>
                  <a:lnTo>
                    <a:pt x="192887" y="1280139"/>
                  </a:lnTo>
                  <a:lnTo>
                    <a:pt x="191816" y="1280391"/>
                  </a:lnTo>
                  <a:lnTo>
                    <a:pt x="190744" y="1280644"/>
                  </a:lnTo>
                  <a:lnTo>
                    <a:pt x="189672" y="1280897"/>
                  </a:lnTo>
                  <a:lnTo>
                    <a:pt x="188601" y="1281150"/>
                  </a:lnTo>
                  <a:lnTo>
                    <a:pt x="187529" y="1281402"/>
                  </a:lnTo>
                  <a:lnTo>
                    <a:pt x="186458" y="1281655"/>
                  </a:lnTo>
                  <a:lnTo>
                    <a:pt x="185386" y="1281908"/>
                  </a:lnTo>
                  <a:lnTo>
                    <a:pt x="184314" y="1282161"/>
                  </a:lnTo>
                  <a:lnTo>
                    <a:pt x="183243" y="1282413"/>
                  </a:lnTo>
                  <a:lnTo>
                    <a:pt x="182171" y="1282666"/>
                  </a:lnTo>
                  <a:lnTo>
                    <a:pt x="181100" y="1282919"/>
                  </a:lnTo>
                  <a:lnTo>
                    <a:pt x="180028" y="1283172"/>
                  </a:lnTo>
                  <a:lnTo>
                    <a:pt x="178956" y="1283425"/>
                  </a:lnTo>
                  <a:lnTo>
                    <a:pt x="177885" y="1283678"/>
                  </a:lnTo>
                  <a:lnTo>
                    <a:pt x="176813" y="1283930"/>
                  </a:lnTo>
                  <a:lnTo>
                    <a:pt x="175742" y="1284183"/>
                  </a:lnTo>
                  <a:lnTo>
                    <a:pt x="174670" y="1284436"/>
                  </a:lnTo>
                  <a:lnTo>
                    <a:pt x="173599" y="1284689"/>
                  </a:lnTo>
                  <a:lnTo>
                    <a:pt x="172527" y="1284942"/>
                  </a:lnTo>
                  <a:lnTo>
                    <a:pt x="171455" y="1285195"/>
                  </a:lnTo>
                  <a:lnTo>
                    <a:pt x="170384" y="1285448"/>
                  </a:lnTo>
                  <a:lnTo>
                    <a:pt x="169312" y="1285701"/>
                  </a:lnTo>
                  <a:lnTo>
                    <a:pt x="168241" y="1285953"/>
                  </a:lnTo>
                  <a:lnTo>
                    <a:pt x="167169" y="1286206"/>
                  </a:lnTo>
                  <a:lnTo>
                    <a:pt x="166097" y="1286459"/>
                  </a:lnTo>
                  <a:lnTo>
                    <a:pt x="165026" y="1286712"/>
                  </a:lnTo>
                  <a:lnTo>
                    <a:pt x="163954" y="1286965"/>
                  </a:lnTo>
                  <a:lnTo>
                    <a:pt x="162883" y="1287218"/>
                  </a:lnTo>
                  <a:lnTo>
                    <a:pt x="161811" y="1287471"/>
                  </a:lnTo>
                  <a:lnTo>
                    <a:pt x="160739" y="1287724"/>
                  </a:lnTo>
                  <a:lnTo>
                    <a:pt x="159668" y="1287977"/>
                  </a:lnTo>
                  <a:lnTo>
                    <a:pt x="158596" y="1288230"/>
                  </a:lnTo>
                  <a:lnTo>
                    <a:pt x="157525" y="1288483"/>
                  </a:lnTo>
                  <a:lnTo>
                    <a:pt x="156453" y="1288735"/>
                  </a:lnTo>
                  <a:lnTo>
                    <a:pt x="155381" y="1288988"/>
                  </a:lnTo>
                  <a:lnTo>
                    <a:pt x="154310" y="1289241"/>
                  </a:lnTo>
                  <a:lnTo>
                    <a:pt x="153238" y="1289494"/>
                  </a:lnTo>
                  <a:lnTo>
                    <a:pt x="152167" y="1289747"/>
                  </a:lnTo>
                  <a:lnTo>
                    <a:pt x="151095" y="1290000"/>
                  </a:lnTo>
                  <a:lnTo>
                    <a:pt x="150023" y="1290253"/>
                  </a:lnTo>
                  <a:lnTo>
                    <a:pt x="148952" y="1290506"/>
                  </a:lnTo>
                  <a:lnTo>
                    <a:pt x="147880" y="1290759"/>
                  </a:lnTo>
                  <a:lnTo>
                    <a:pt x="146809" y="1291011"/>
                  </a:lnTo>
                  <a:lnTo>
                    <a:pt x="145737" y="1291264"/>
                  </a:lnTo>
                  <a:lnTo>
                    <a:pt x="144665" y="1291517"/>
                  </a:lnTo>
                  <a:lnTo>
                    <a:pt x="143594" y="1291770"/>
                  </a:lnTo>
                  <a:lnTo>
                    <a:pt x="142522" y="1292023"/>
                  </a:lnTo>
                  <a:lnTo>
                    <a:pt x="141451" y="1292276"/>
                  </a:lnTo>
                  <a:lnTo>
                    <a:pt x="140379" y="1292528"/>
                  </a:lnTo>
                  <a:lnTo>
                    <a:pt x="139307" y="1292781"/>
                  </a:lnTo>
                  <a:lnTo>
                    <a:pt x="138236" y="1293034"/>
                  </a:lnTo>
                  <a:lnTo>
                    <a:pt x="137164" y="1293287"/>
                  </a:lnTo>
                  <a:lnTo>
                    <a:pt x="136093" y="1293540"/>
                  </a:lnTo>
                  <a:lnTo>
                    <a:pt x="135021" y="1293792"/>
                  </a:lnTo>
                  <a:lnTo>
                    <a:pt x="133949" y="1294045"/>
                  </a:lnTo>
                  <a:lnTo>
                    <a:pt x="132878" y="1294298"/>
                  </a:lnTo>
                  <a:lnTo>
                    <a:pt x="131806" y="1294551"/>
                  </a:lnTo>
                  <a:lnTo>
                    <a:pt x="130735" y="1294803"/>
                  </a:lnTo>
                  <a:lnTo>
                    <a:pt x="129663" y="1295056"/>
                  </a:lnTo>
                  <a:lnTo>
                    <a:pt x="128591" y="1295309"/>
                  </a:lnTo>
                  <a:lnTo>
                    <a:pt x="127520" y="1295562"/>
                  </a:lnTo>
                  <a:lnTo>
                    <a:pt x="126448" y="1295814"/>
                  </a:lnTo>
                  <a:lnTo>
                    <a:pt x="125377" y="1296067"/>
                  </a:lnTo>
                  <a:lnTo>
                    <a:pt x="124305" y="1296320"/>
                  </a:lnTo>
                  <a:lnTo>
                    <a:pt x="123233" y="1296572"/>
                  </a:lnTo>
                  <a:lnTo>
                    <a:pt x="122162" y="1296825"/>
                  </a:lnTo>
                  <a:lnTo>
                    <a:pt x="121090" y="1297077"/>
                  </a:lnTo>
                  <a:lnTo>
                    <a:pt x="120019" y="1297330"/>
                  </a:lnTo>
                  <a:lnTo>
                    <a:pt x="118947" y="1297583"/>
                  </a:lnTo>
                  <a:lnTo>
                    <a:pt x="117875" y="1297835"/>
                  </a:lnTo>
                  <a:lnTo>
                    <a:pt x="116804" y="1298088"/>
                  </a:lnTo>
                  <a:lnTo>
                    <a:pt x="115732" y="1298340"/>
                  </a:lnTo>
                  <a:lnTo>
                    <a:pt x="114661" y="1298593"/>
                  </a:lnTo>
                  <a:lnTo>
                    <a:pt x="113589" y="1298845"/>
                  </a:lnTo>
                  <a:lnTo>
                    <a:pt x="112517" y="1299098"/>
                  </a:lnTo>
                  <a:lnTo>
                    <a:pt x="111446" y="1299350"/>
                  </a:lnTo>
                  <a:lnTo>
                    <a:pt x="110374" y="1299602"/>
                  </a:lnTo>
                  <a:lnTo>
                    <a:pt x="109303" y="1299855"/>
                  </a:lnTo>
                  <a:lnTo>
                    <a:pt x="108231" y="1300107"/>
                  </a:lnTo>
                  <a:lnTo>
                    <a:pt x="107159" y="1300359"/>
                  </a:lnTo>
                  <a:lnTo>
                    <a:pt x="106088" y="1300612"/>
                  </a:lnTo>
                  <a:lnTo>
                    <a:pt x="105016" y="1300864"/>
                  </a:lnTo>
                  <a:lnTo>
                    <a:pt x="103945" y="1301116"/>
                  </a:lnTo>
                  <a:lnTo>
                    <a:pt x="102873" y="1301369"/>
                  </a:lnTo>
                  <a:lnTo>
                    <a:pt x="101801" y="1301621"/>
                  </a:lnTo>
                  <a:lnTo>
                    <a:pt x="100730" y="1301873"/>
                  </a:lnTo>
                  <a:lnTo>
                    <a:pt x="99658" y="1302125"/>
                  </a:lnTo>
                  <a:lnTo>
                    <a:pt x="98587" y="1302377"/>
                  </a:lnTo>
                  <a:lnTo>
                    <a:pt x="97515" y="1302630"/>
                  </a:lnTo>
                  <a:lnTo>
                    <a:pt x="96443" y="1302882"/>
                  </a:lnTo>
                  <a:lnTo>
                    <a:pt x="95372" y="1303134"/>
                  </a:lnTo>
                  <a:lnTo>
                    <a:pt x="94300" y="1303386"/>
                  </a:lnTo>
                  <a:lnTo>
                    <a:pt x="93229" y="1303638"/>
                  </a:lnTo>
                  <a:lnTo>
                    <a:pt x="92157" y="1303890"/>
                  </a:lnTo>
                  <a:lnTo>
                    <a:pt x="91085" y="1304142"/>
                  </a:lnTo>
                  <a:lnTo>
                    <a:pt x="90014" y="1304394"/>
                  </a:lnTo>
                  <a:lnTo>
                    <a:pt x="88942" y="1304646"/>
                  </a:lnTo>
                  <a:lnTo>
                    <a:pt x="87871" y="1304898"/>
                  </a:lnTo>
                  <a:lnTo>
                    <a:pt x="86799" y="1305150"/>
                  </a:lnTo>
                  <a:lnTo>
                    <a:pt x="85727" y="1305401"/>
                  </a:lnTo>
                  <a:lnTo>
                    <a:pt x="84656" y="1305653"/>
                  </a:lnTo>
                  <a:lnTo>
                    <a:pt x="83584" y="1305905"/>
                  </a:lnTo>
                  <a:lnTo>
                    <a:pt x="82513" y="1306157"/>
                  </a:lnTo>
                  <a:lnTo>
                    <a:pt x="81441" y="1306408"/>
                  </a:lnTo>
                  <a:lnTo>
                    <a:pt x="80369" y="1306660"/>
                  </a:lnTo>
                  <a:lnTo>
                    <a:pt x="79298" y="1306912"/>
                  </a:lnTo>
                  <a:lnTo>
                    <a:pt x="78226" y="1307163"/>
                  </a:lnTo>
                  <a:lnTo>
                    <a:pt x="77155" y="1307415"/>
                  </a:lnTo>
                  <a:lnTo>
                    <a:pt x="76083" y="1307667"/>
                  </a:lnTo>
                  <a:lnTo>
                    <a:pt x="75011" y="1307918"/>
                  </a:lnTo>
                  <a:lnTo>
                    <a:pt x="73940" y="1308170"/>
                  </a:lnTo>
                  <a:lnTo>
                    <a:pt x="72868" y="1308421"/>
                  </a:lnTo>
                  <a:lnTo>
                    <a:pt x="71797" y="1308673"/>
                  </a:lnTo>
                  <a:lnTo>
                    <a:pt x="70725" y="1308924"/>
                  </a:lnTo>
                  <a:lnTo>
                    <a:pt x="69653" y="1309175"/>
                  </a:lnTo>
                  <a:lnTo>
                    <a:pt x="68582" y="1309427"/>
                  </a:lnTo>
                  <a:lnTo>
                    <a:pt x="67510" y="1309678"/>
                  </a:lnTo>
                  <a:lnTo>
                    <a:pt x="66439" y="1309929"/>
                  </a:lnTo>
                  <a:lnTo>
                    <a:pt x="65367" y="1310181"/>
                  </a:lnTo>
                  <a:lnTo>
                    <a:pt x="64295" y="1310432"/>
                  </a:lnTo>
                  <a:lnTo>
                    <a:pt x="63224" y="1310683"/>
                  </a:lnTo>
                  <a:lnTo>
                    <a:pt x="62152" y="1310934"/>
                  </a:lnTo>
                  <a:lnTo>
                    <a:pt x="61081" y="1311185"/>
                  </a:lnTo>
                  <a:lnTo>
                    <a:pt x="60009" y="1311436"/>
                  </a:lnTo>
                  <a:lnTo>
                    <a:pt x="58937" y="1311687"/>
                  </a:lnTo>
                  <a:lnTo>
                    <a:pt x="57866" y="1311938"/>
                  </a:lnTo>
                  <a:lnTo>
                    <a:pt x="56794" y="1312189"/>
                  </a:lnTo>
                  <a:lnTo>
                    <a:pt x="55723" y="1312440"/>
                  </a:lnTo>
                  <a:lnTo>
                    <a:pt x="54651" y="1312691"/>
                  </a:lnTo>
                  <a:lnTo>
                    <a:pt x="53579" y="1312942"/>
                  </a:lnTo>
                  <a:lnTo>
                    <a:pt x="52508" y="1313193"/>
                  </a:lnTo>
                  <a:lnTo>
                    <a:pt x="51436" y="1313443"/>
                  </a:lnTo>
                  <a:lnTo>
                    <a:pt x="50365" y="1313694"/>
                  </a:lnTo>
                  <a:lnTo>
                    <a:pt x="49293" y="1313945"/>
                  </a:lnTo>
                  <a:lnTo>
                    <a:pt x="48221" y="1314195"/>
                  </a:lnTo>
                  <a:lnTo>
                    <a:pt x="47150" y="1314446"/>
                  </a:lnTo>
                  <a:lnTo>
                    <a:pt x="46078" y="1314697"/>
                  </a:lnTo>
                  <a:lnTo>
                    <a:pt x="45007" y="1314947"/>
                  </a:lnTo>
                  <a:lnTo>
                    <a:pt x="43935" y="1315198"/>
                  </a:lnTo>
                  <a:lnTo>
                    <a:pt x="42863" y="1315448"/>
                  </a:lnTo>
                  <a:lnTo>
                    <a:pt x="41792" y="1315698"/>
                  </a:lnTo>
                  <a:lnTo>
                    <a:pt x="40720" y="1315949"/>
                  </a:lnTo>
                  <a:lnTo>
                    <a:pt x="39649" y="1316199"/>
                  </a:lnTo>
                  <a:lnTo>
                    <a:pt x="38577" y="1316449"/>
                  </a:lnTo>
                  <a:lnTo>
                    <a:pt x="37505" y="1316700"/>
                  </a:lnTo>
                  <a:lnTo>
                    <a:pt x="36434" y="1316950"/>
                  </a:lnTo>
                  <a:lnTo>
                    <a:pt x="35362" y="1317200"/>
                  </a:lnTo>
                  <a:lnTo>
                    <a:pt x="34291" y="1317450"/>
                  </a:lnTo>
                  <a:lnTo>
                    <a:pt x="33219" y="1317700"/>
                  </a:lnTo>
                  <a:lnTo>
                    <a:pt x="32147" y="1317950"/>
                  </a:lnTo>
                  <a:lnTo>
                    <a:pt x="31076" y="1318200"/>
                  </a:lnTo>
                  <a:lnTo>
                    <a:pt x="30004" y="1318450"/>
                  </a:lnTo>
                  <a:lnTo>
                    <a:pt x="28933" y="1318700"/>
                  </a:lnTo>
                  <a:lnTo>
                    <a:pt x="27861" y="1318950"/>
                  </a:lnTo>
                  <a:lnTo>
                    <a:pt x="26789" y="1319199"/>
                  </a:lnTo>
                  <a:lnTo>
                    <a:pt x="25718" y="1319449"/>
                  </a:lnTo>
                  <a:lnTo>
                    <a:pt x="24646" y="1319699"/>
                  </a:lnTo>
                  <a:lnTo>
                    <a:pt x="23575" y="1319949"/>
                  </a:lnTo>
                  <a:lnTo>
                    <a:pt x="22503" y="1320198"/>
                  </a:lnTo>
                  <a:lnTo>
                    <a:pt x="21431" y="1320448"/>
                  </a:lnTo>
                  <a:lnTo>
                    <a:pt x="20360" y="1320697"/>
                  </a:lnTo>
                  <a:lnTo>
                    <a:pt x="19288" y="1320947"/>
                  </a:lnTo>
                  <a:lnTo>
                    <a:pt x="18217" y="1321196"/>
                  </a:lnTo>
                  <a:lnTo>
                    <a:pt x="17145" y="1321446"/>
                  </a:lnTo>
                  <a:lnTo>
                    <a:pt x="16073" y="1321695"/>
                  </a:lnTo>
                  <a:lnTo>
                    <a:pt x="15002" y="1321944"/>
                  </a:lnTo>
                  <a:lnTo>
                    <a:pt x="13930" y="1322193"/>
                  </a:lnTo>
                  <a:lnTo>
                    <a:pt x="12859" y="1322443"/>
                  </a:lnTo>
                  <a:lnTo>
                    <a:pt x="11787" y="1322692"/>
                  </a:lnTo>
                  <a:lnTo>
                    <a:pt x="10715" y="1322941"/>
                  </a:lnTo>
                  <a:lnTo>
                    <a:pt x="9644" y="1323190"/>
                  </a:lnTo>
                  <a:lnTo>
                    <a:pt x="8572" y="1323439"/>
                  </a:lnTo>
                  <a:lnTo>
                    <a:pt x="7501" y="1323688"/>
                  </a:lnTo>
                  <a:lnTo>
                    <a:pt x="6429" y="1323937"/>
                  </a:lnTo>
                  <a:lnTo>
                    <a:pt x="5357" y="1324185"/>
                  </a:lnTo>
                  <a:lnTo>
                    <a:pt x="4286" y="1324434"/>
                  </a:lnTo>
                  <a:lnTo>
                    <a:pt x="3214" y="1324683"/>
                  </a:lnTo>
                  <a:lnTo>
                    <a:pt x="2143" y="1324932"/>
                  </a:lnTo>
                  <a:lnTo>
                    <a:pt x="1071" y="1325180"/>
                  </a:lnTo>
                  <a:lnTo>
                    <a:pt x="0" y="1325429"/>
                  </a:lnTo>
                  <a:lnTo>
                    <a:pt x="0" y="132542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684231" y="4032387"/>
              <a:ext cx="3856684" cy="1497574"/>
            </a:xfrm>
            <a:custGeom>
              <a:avLst/>
              <a:gdLst/>
              <a:ahLst/>
              <a:cxnLst/>
              <a:rect l="0" t="0" r="0" b="0"/>
              <a:pathLst>
                <a:path w="3856684" h="1497574">
                  <a:moveTo>
                    <a:pt x="0" y="1497574"/>
                  </a:moveTo>
                  <a:lnTo>
                    <a:pt x="1071" y="1497424"/>
                  </a:lnTo>
                  <a:lnTo>
                    <a:pt x="2143" y="1497273"/>
                  </a:lnTo>
                  <a:lnTo>
                    <a:pt x="3214" y="1497123"/>
                  </a:lnTo>
                  <a:lnTo>
                    <a:pt x="4286" y="1496972"/>
                  </a:lnTo>
                  <a:lnTo>
                    <a:pt x="5357" y="1496822"/>
                  </a:lnTo>
                  <a:lnTo>
                    <a:pt x="6429" y="1496671"/>
                  </a:lnTo>
                  <a:lnTo>
                    <a:pt x="7501" y="1496520"/>
                  </a:lnTo>
                  <a:lnTo>
                    <a:pt x="8572" y="1496370"/>
                  </a:lnTo>
                  <a:lnTo>
                    <a:pt x="9644" y="1496219"/>
                  </a:lnTo>
                  <a:lnTo>
                    <a:pt x="10715" y="1496068"/>
                  </a:lnTo>
                  <a:lnTo>
                    <a:pt x="11787" y="1495917"/>
                  </a:lnTo>
                  <a:lnTo>
                    <a:pt x="12859" y="1495767"/>
                  </a:lnTo>
                  <a:lnTo>
                    <a:pt x="13930" y="1495616"/>
                  </a:lnTo>
                  <a:lnTo>
                    <a:pt x="15002" y="1495465"/>
                  </a:lnTo>
                  <a:lnTo>
                    <a:pt x="16073" y="1495314"/>
                  </a:lnTo>
                  <a:lnTo>
                    <a:pt x="17145" y="1495163"/>
                  </a:lnTo>
                  <a:lnTo>
                    <a:pt x="18217" y="1495012"/>
                  </a:lnTo>
                  <a:lnTo>
                    <a:pt x="19288" y="1494861"/>
                  </a:lnTo>
                  <a:lnTo>
                    <a:pt x="20360" y="1494710"/>
                  </a:lnTo>
                  <a:lnTo>
                    <a:pt x="21431" y="1494559"/>
                  </a:lnTo>
                  <a:lnTo>
                    <a:pt x="22503" y="1494408"/>
                  </a:lnTo>
                  <a:lnTo>
                    <a:pt x="23575" y="1494257"/>
                  </a:lnTo>
                  <a:lnTo>
                    <a:pt x="24646" y="1494105"/>
                  </a:lnTo>
                  <a:lnTo>
                    <a:pt x="25718" y="1493954"/>
                  </a:lnTo>
                  <a:lnTo>
                    <a:pt x="26789" y="1493803"/>
                  </a:lnTo>
                  <a:lnTo>
                    <a:pt x="27861" y="1493652"/>
                  </a:lnTo>
                  <a:lnTo>
                    <a:pt x="28933" y="1493500"/>
                  </a:lnTo>
                  <a:lnTo>
                    <a:pt x="30004" y="1493349"/>
                  </a:lnTo>
                  <a:lnTo>
                    <a:pt x="31076" y="1493198"/>
                  </a:lnTo>
                  <a:lnTo>
                    <a:pt x="32147" y="1493046"/>
                  </a:lnTo>
                  <a:lnTo>
                    <a:pt x="33219" y="1492895"/>
                  </a:lnTo>
                  <a:lnTo>
                    <a:pt x="34291" y="1492743"/>
                  </a:lnTo>
                  <a:lnTo>
                    <a:pt x="35362" y="1492592"/>
                  </a:lnTo>
                  <a:lnTo>
                    <a:pt x="36434" y="1492440"/>
                  </a:lnTo>
                  <a:lnTo>
                    <a:pt x="37505" y="1492289"/>
                  </a:lnTo>
                  <a:lnTo>
                    <a:pt x="38577" y="1492137"/>
                  </a:lnTo>
                  <a:lnTo>
                    <a:pt x="39649" y="1491986"/>
                  </a:lnTo>
                  <a:lnTo>
                    <a:pt x="40720" y="1491834"/>
                  </a:lnTo>
                  <a:lnTo>
                    <a:pt x="41792" y="1491682"/>
                  </a:lnTo>
                  <a:lnTo>
                    <a:pt x="42863" y="1491530"/>
                  </a:lnTo>
                  <a:lnTo>
                    <a:pt x="43935" y="1491379"/>
                  </a:lnTo>
                  <a:lnTo>
                    <a:pt x="45007" y="1491227"/>
                  </a:lnTo>
                  <a:lnTo>
                    <a:pt x="46078" y="1491075"/>
                  </a:lnTo>
                  <a:lnTo>
                    <a:pt x="47150" y="1490923"/>
                  </a:lnTo>
                  <a:lnTo>
                    <a:pt x="48221" y="1490771"/>
                  </a:lnTo>
                  <a:lnTo>
                    <a:pt x="49293" y="1490619"/>
                  </a:lnTo>
                  <a:lnTo>
                    <a:pt x="50365" y="1490467"/>
                  </a:lnTo>
                  <a:lnTo>
                    <a:pt x="51436" y="1490315"/>
                  </a:lnTo>
                  <a:lnTo>
                    <a:pt x="52508" y="1490163"/>
                  </a:lnTo>
                  <a:lnTo>
                    <a:pt x="53579" y="1490011"/>
                  </a:lnTo>
                  <a:lnTo>
                    <a:pt x="54651" y="1489859"/>
                  </a:lnTo>
                  <a:lnTo>
                    <a:pt x="55723" y="1489707"/>
                  </a:lnTo>
                  <a:lnTo>
                    <a:pt x="56794" y="1489555"/>
                  </a:lnTo>
                  <a:lnTo>
                    <a:pt x="57866" y="1489403"/>
                  </a:lnTo>
                  <a:lnTo>
                    <a:pt x="58937" y="1489251"/>
                  </a:lnTo>
                  <a:lnTo>
                    <a:pt x="60009" y="1489098"/>
                  </a:lnTo>
                  <a:lnTo>
                    <a:pt x="61081" y="1488946"/>
                  </a:lnTo>
                  <a:lnTo>
                    <a:pt x="62152" y="1488794"/>
                  </a:lnTo>
                  <a:lnTo>
                    <a:pt x="63224" y="1488641"/>
                  </a:lnTo>
                  <a:lnTo>
                    <a:pt x="64295" y="1488489"/>
                  </a:lnTo>
                  <a:lnTo>
                    <a:pt x="65367" y="1488336"/>
                  </a:lnTo>
                  <a:lnTo>
                    <a:pt x="66439" y="1488184"/>
                  </a:lnTo>
                  <a:lnTo>
                    <a:pt x="67510" y="1488032"/>
                  </a:lnTo>
                  <a:lnTo>
                    <a:pt x="68582" y="1487879"/>
                  </a:lnTo>
                  <a:lnTo>
                    <a:pt x="69653" y="1487726"/>
                  </a:lnTo>
                  <a:lnTo>
                    <a:pt x="70725" y="1487574"/>
                  </a:lnTo>
                  <a:lnTo>
                    <a:pt x="71797" y="1487421"/>
                  </a:lnTo>
                  <a:lnTo>
                    <a:pt x="72868" y="1487269"/>
                  </a:lnTo>
                  <a:lnTo>
                    <a:pt x="73940" y="1487116"/>
                  </a:lnTo>
                  <a:lnTo>
                    <a:pt x="75011" y="1486963"/>
                  </a:lnTo>
                  <a:lnTo>
                    <a:pt x="76083" y="1486810"/>
                  </a:lnTo>
                  <a:lnTo>
                    <a:pt x="77155" y="1486658"/>
                  </a:lnTo>
                  <a:lnTo>
                    <a:pt x="78226" y="1486505"/>
                  </a:lnTo>
                  <a:lnTo>
                    <a:pt x="79298" y="1486352"/>
                  </a:lnTo>
                  <a:lnTo>
                    <a:pt x="80369" y="1486199"/>
                  </a:lnTo>
                  <a:lnTo>
                    <a:pt x="81441" y="1486046"/>
                  </a:lnTo>
                  <a:lnTo>
                    <a:pt x="82513" y="1485893"/>
                  </a:lnTo>
                  <a:lnTo>
                    <a:pt x="83584" y="1485740"/>
                  </a:lnTo>
                  <a:lnTo>
                    <a:pt x="84656" y="1485587"/>
                  </a:lnTo>
                  <a:lnTo>
                    <a:pt x="85727" y="1485434"/>
                  </a:lnTo>
                  <a:lnTo>
                    <a:pt x="86799" y="1485281"/>
                  </a:lnTo>
                  <a:lnTo>
                    <a:pt x="87871" y="1485128"/>
                  </a:lnTo>
                  <a:lnTo>
                    <a:pt x="88942" y="1484975"/>
                  </a:lnTo>
                  <a:lnTo>
                    <a:pt x="90014" y="1484822"/>
                  </a:lnTo>
                  <a:lnTo>
                    <a:pt x="91085" y="1484668"/>
                  </a:lnTo>
                  <a:lnTo>
                    <a:pt x="92157" y="1484515"/>
                  </a:lnTo>
                  <a:lnTo>
                    <a:pt x="93229" y="1484362"/>
                  </a:lnTo>
                  <a:lnTo>
                    <a:pt x="94300" y="1484209"/>
                  </a:lnTo>
                  <a:lnTo>
                    <a:pt x="95372" y="1484055"/>
                  </a:lnTo>
                  <a:lnTo>
                    <a:pt x="96443" y="1483902"/>
                  </a:lnTo>
                  <a:lnTo>
                    <a:pt x="97515" y="1483748"/>
                  </a:lnTo>
                  <a:lnTo>
                    <a:pt x="98587" y="1483595"/>
                  </a:lnTo>
                  <a:lnTo>
                    <a:pt x="99658" y="1483442"/>
                  </a:lnTo>
                  <a:lnTo>
                    <a:pt x="100730" y="1483288"/>
                  </a:lnTo>
                  <a:lnTo>
                    <a:pt x="101801" y="1483134"/>
                  </a:lnTo>
                  <a:lnTo>
                    <a:pt x="102873" y="1482981"/>
                  </a:lnTo>
                  <a:lnTo>
                    <a:pt x="103945" y="1482827"/>
                  </a:lnTo>
                  <a:lnTo>
                    <a:pt x="105016" y="1482674"/>
                  </a:lnTo>
                  <a:lnTo>
                    <a:pt x="106088" y="1482520"/>
                  </a:lnTo>
                  <a:lnTo>
                    <a:pt x="107159" y="1482366"/>
                  </a:lnTo>
                  <a:lnTo>
                    <a:pt x="108231" y="1482213"/>
                  </a:lnTo>
                  <a:lnTo>
                    <a:pt x="109303" y="1482059"/>
                  </a:lnTo>
                  <a:lnTo>
                    <a:pt x="110374" y="1481905"/>
                  </a:lnTo>
                  <a:lnTo>
                    <a:pt x="111446" y="1481751"/>
                  </a:lnTo>
                  <a:lnTo>
                    <a:pt x="112517" y="1481597"/>
                  </a:lnTo>
                  <a:lnTo>
                    <a:pt x="113589" y="1481443"/>
                  </a:lnTo>
                  <a:lnTo>
                    <a:pt x="114661" y="1481289"/>
                  </a:lnTo>
                  <a:lnTo>
                    <a:pt x="115732" y="1481135"/>
                  </a:lnTo>
                  <a:lnTo>
                    <a:pt x="116804" y="1480981"/>
                  </a:lnTo>
                  <a:lnTo>
                    <a:pt x="117875" y="1480827"/>
                  </a:lnTo>
                  <a:lnTo>
                    <a:pt x="118947" y="1480673"/>
                  </a:lnTo>
                  <a:lnTo>
                    <a:pt x="120019" y="1480519"/>
                  </a:lnTo>
                  <a:lnTo>
                    <a:pt x="121090" y="1480365"/>
                  </a:lnTo>
                  <a:lnTo>
                    <a:pt x="122162" y="1480211"/>
                  </a:lnTo>
                  <a:lnTo>
                    <a:pt x="123233" y="1480057"/>
                  </a:lnTo>
                  <a:lnTo>
                    <a:pt x="124305" y="1479902"/>
                  </a:lnTo>
                  <a:lnTo>
                    <a:pt x="125377" y="1479748"/>
                  </a:lnTo>
                  <a:lnTo>
                    <a:pt x="126448" y="1479594"/>
                  </a:lnTo>
                  <a:lnTo>
                    <a:pt x="127520" y="1479439"/>
                  </a:lnTo>
                  <a:lnTo>
                    <a:pt x="128591" y="1479285"/>
                  </a:lnTo>
                  <a:lnTo>
                    <a:pt x="129663" y="1479131"/>
                  </a:lnTo>
                  <a:lnTo>
                    <a:pt x="130735" y="1478976"/>
                  </a:lnTo>
                  <a:lnTo>
                    <a:pt x="131806" y="1478822"/>
                  </a:lnTo>
                  <a:lnTo>
                    <a:pt x="132878" y="1478667"/>
                  </a:lnTo>
                  <a:lnTo>
                    <a:pt x="133949" y="1478513"/>
                  </a:lnTo>
                  <a:lnTo>
                    <a:pt x="135021" y="1478358"/>
                  </a:lnTo>
                  <a:lnTo>
                    <a:pt x="136093" y="1478204"/>
                  </a:lnTo>
                  <a:lnTo>
                    <a:pt x="137164" y="1478049"/>
                  </a:lnTo>
                  <a:lnTo>
                    <a:pt x="138236" y="1477894"/>
                  </a:lnTo>
                  <a:lnTo>
                    <a:pt x="139307" y="1477739"/>
                  </a:lnTo>
                  <a:lnTo>
                    <a:pt x="140379" y="1477585"/>
                  </a:lnTo>
                  <a:lnTo>
                    <a:pt x="141451" y="1477430"/>
                  </a:lnTo>
                  <a:lnTo>
                    <a:pt x="142522" y="1477275"/>
                  </a:lnTo>
                  <a:lnTo>
                    <a:pt x="143594" y="1477120"/>
                  </a:lnTo>
                  <a:lnTo>
                    <a:pt x="144665" y="1476965"/>
                  </a:lnTo>
                  <a:lnTo>
                    <a:pt x="145737" y="1476811"/>
                  </a:lnTo>
                  <a:lnTo>
                    <a:pt x="146809" y="1476656"/>
                  </a:lnTo>
                  <a:lnTo>
                    <a:pt x="147880" y="1476501"/>
                  </a:lnTo>
                  <a:lnTo>
                    <a:pt x="148952" y="1476346"/>
                  </a:lnTo>
                  <a:lnTo>
                    <a:pt x="150023" y="1476191"/>
                  </a:lnTo>
                  <a:lnTo>
                    <a:pt x="151095" y="1476035"/>
                  </a:lnTo>
                  <a:lnTo>
                    <a:pt x="152167" y="1475880"/>
                  </a:lnTo>
                  <a:lnTo>
                    <a:pt x="153238" y="1475725"/>
                  </a:lnTo>
                  <a:lnTo>
                    <a:pt x="154310" y="1475570"/>
                  </a:lnTo>
                  <a:lnTo>
                    <a:pt x="155381" y="1475415"/>
                  </a:lnTo>
                  <a:lnTo>
                    <a:pt x="156453" y="1475260"/>
                  </a:lnTo>
                  <a:lnTo>
                    <a:pt x="157525" y="1475104"/>
                  </a:lnTo>
                  <a:lnTo>
                    <a:pt x="158596" y="1474949"/>
                  </a:lnTo>
                  <a:lnTo>
                    <a:pt x="159668" y="1474794"/>
                  </a:lnTo>
                  <a:lnTo>
                    <a:pt x="160739" y="1474638"/>
                  </a:lnTo>
                  <a:lnTo>
                    <a:pt x="161811" y="1474483"/>
                  </a:lnTo>
                  <a:lnTo>
                    <a:pt x="162883" y="1474327"/>
                  </a:lnTo>
                  <a:lnTo>
                    <a:pt x="163954" y="1474172"/>
                  </a:lnTo>
                  <a:lnTo>
                    <a:pt x="165026" y="1474016"/>
                  </a:lnTo>
                  <a:lnTo>
                    <a:pt x="166097" y="1473861"/>
                  </a:lnTo>
                  <a:lnTo>
                    <a:pt x="167169" y="1473705"/>
                  </a:lnTo>
                  <a:lnTo>
                    <a:pt x="168241" y="1473550"/>
                  </a:lnTo>
                  <a:lnTo>
                    <a:pt x="169312" y="1473394"/>
                  </a:lnTo>
                  <a:lnTo>
                    <a:pt x="170384" y="1473238"/>
                  </a:lnTo>
                  <a:lnTo>
                    <a:pt x="171455" y="1473083"/>
                  </a:lnTo>
                  <a:lnTo>
                    <a:pt x="172527" y="1472927"/>
                  </a:lnTo>
                  <a:lnTo>
                    <a:pt x="173599" y="1472771"/>
                  </a:lnTo>
                  <a:lnTo>
                    <a:pt x="174670" y="1472615"/>
                  </a:lnTo>
                  <a:lnTo>
                    <a:pt x="175742" y="1472459"/>
                  </a:lnTo>
                  <a:lnTo>
                    <a:pt x="176813" y="1472304"/>
                  </a:lnTo>
                  <a:lnTo>
                    <a:pt x="177885" y="1472148"/>
                  </a:lnTo>
                  <a:lnTo>
                    <a:pt x="178956" y="1471992"/>
                  </a:lnTo>
                  <a:lnTo>
                    <a:pt x="180028" y="1471836"/>
                  </a:lnTo>
                  <a:lnTo>
                    <a:pt x="181100" y="1471680"/>
                  </a:lnTo>
                  <a:lnTo>
                    <a:pt x="182171" y="1471524"/>
                  </a:lnTo>
                  <a:lnTo>
                    <a:pt x="183243" y="1471368"/>
                  </a:lnTo>
                  <a:lnTo>
                    <a:pt x="184314" y="1471211"/>
                  </a:lnTo>
                  <a:lnTo>
                    <a:pt x="185386" y="1471055"/>
                  </a:lnTo>
                  <a:lnTo>
                    <a:pt x="186458" y="1470899"/>
                  </a:lnTo>
                  <a:lnTo>
                    <a:pt x="187529" y="1470743"/>
                  </a:lnTo>
                  <a:lnTo>
                    <a:pt x="188601" y="1470587"/>
                  </a:lnTo>
                  <a:lnTo>
                    <a:pt x="189672" y="1470430"/>
                  </a:lnTo>
                  <a:lnTo>
                    <a:pt x="190744" y="1470274"/>
                  </a:lnTo>
                  <a:lnTo>
                    <a:pt x="191816" y="1470118"/>
                  </a:lnTo>
                  <a:lnTo>
                    <a:pt x="192887" y="1469961"/>
                  </a:lnTo>
                  <a:lnTo>
                    <a:pt x="193959" y="1469805"/>
                  </a:lnTo>
                  <a:lnTo>
                    <a:pt x="195030" y="1469648"/>
                  </a:lnTo>
                  <a:lnTo>
                    <a:pt x="196102" y="1469492"/>
                  </a:lnTo>
                  <a:lnTo>
                    <a:pt x="197174" y="1469335"/>
                  </a:lnTo>
                  <a:lnTo>
                    <a:pt x="198245" y="1469179"/>
                  </a:lnTo>
                  <a:lnTo>
                    <a:pt x="199317" y="1469022"/>
                  </a:lnTo>
                  <a:lnTo>
                    <a:pt x="200388" y="1468866"/>
                  </a:lnTo>
                  <a:lnTo>
                    <a:pt x="201460" y="1468709"/>
                  </a:lnTo>
                  <a:lnTo>
                    <a:pt x="202532" y="1468552"/>
                  </a:lnTo>
                  <a:lnTo>
                    <a:pt x="203603" y="1468395"/>
                  </a:lnTo>
                  <a:lnTo>
                    <a:pt x="204675" y="1468239"/>
                  </a:lnTo>
                  <a:lnTo>
                    <a:pt x="205746" y="1468082"/>
                  </a:lnTo>
                  <a:lnTo>
                    <a:pt x="206818" y="1467925"/>
                  </a:lnTo>
                  <a:lnTo>
                    <a:pt x="207890" y="1467768"/>
                  </a:lnTo>
                  <a:lnTo>
                    <a:pt x="208961" y="1467611"/>
                  </a:lnTo>
                  <a:lnTo>
                    <a:pt x="210033" y="1467454"/>
                  </a:lnTo>
                  <a:lnTo>
                    <a:pt x="211104" y="1467297"/>
                  </a:lnTo>
                  <a:lnTo>
                    <a:pt x="212176" y="1467140"/>
                  </a:lnTo>
                  <a:lnTo>
                    <a:pt x="213248" y="1466983"/>
                  </a:lnTo>
                  <a:lnTo>
                    <a:pt x="214319" y="1466826"/>
                  </a:lnTo>
                  <a:lnTo>
                    <a:pt x="215391" y="1466669"/>
                  </a:lnTo>
                  <a:lnTo>
                    <a:pt x="216462" y="1466512"/>
                  </a:lnTo>
                  <a:lnTo>
                    <a:pt x="217534" y="1466355"/>
                  </a:lnTo>
                  <a:lnTo>
                    <a:pt x="218606" y="1466198"/>
                  </a:lnTo>
                  <a:lnTo>
                    <a:pt x="219677" y="1466041"/>
                  </a:lnTo>
                  <a:lnTo>
                    <a:pt x="220749" y="1465883"/>
                  </a:lnTo>
                  <a:lnTo>
                    <a:pt x="221820" y="1465726"/>
                  </a:lnTo>
                  <a:lnTo>
                    <a:pt x="222892" y="1465569"/>
                  </a:lnTo>
                  <a:lnTo>
                    <a:pt x="223964" y="1465411"/>
                  </a:lnTo>
                  <a:lnTo>
                    <a:pt x="225035" y="1465254"/>
                  </a:lnTo>
                  <a:lnTo>
                    <a:pt x="226107" y="1465096"/>
                  </a:lnTo>
                  <a:lnTo>
                    <a:pt x="227178" y="1464939"/>
                  </a:lnTo>
                  <a:lnTo>
                    <a:pt x="228250" y="1464781"/>
                  </a:lnTo>
                  <a:lnTo>
                    <a:pt x="229322" y="1464624"/>
                  </a:lnTo>
                  <a:lnTo>
                    <a:pt x="230393" y="1464466"/>
                  </a:lnTo>
                  <a:lnTo>
                    <a:pt x="231465" y="1464309"/>
                  </a:lnTo>
                  <a:lnTo>
                    <a:pt x="232536" y="1464151"/>
                  </a:lnTo>
                  <a:lnTo>
                    <a:pt x="233608" y="1463993"/>
                  </a:lnTo>
                  <a:lnTo>
                    <a:pt x="234680" y="1463836"/>
                  </a:lnTo>
                  <a:lnTo>
                    <a:pt x="235751" y="1463678"/>
                  </a:lnTo>
                  <a:lnTo>
                    <a:pt x="236823" y="1463520"/>
                  </a:lnTo>
                  <a:lnTo>
                    <a:pt x="237894" y="1463362"/>
                  </a:lnTo>
                  <a:lnTo>
                    <a:pt x="238966" y="1463204"/>
                  </a:lnTo>
                  <a:lnTo>
                    <a:pt x="240038" y="1463047"/>
                  </a:lnTo>
                  <a:lnTo>
                    <a:pt x="241109" y="1462889"/>
                  </a:lnTo>
                  <a:lnTo>
                    <a:pt x="242181" y="1462731"/>
                  </a:lnTo>
                  <a:lnTo>
                    <a:pt x="243252" y="1462573"/>
                  </a:lnTo>
                  <a:lnTo>
                    <a:pt x="244324" y="1462415"/>
                  </a:lnTo>
                  <a:lnTo>
                    <a:pt x="245396" y="1462257"/>
                  </a:lnTo>
                  <a:lnTo>
                    <a:pt x="246467" y="1462099"/>
                  </a:lnTo>
                  <a:lnTo>
                    <a:pt x="247539" y="1461940"/>
                  </a:lnTo>
                  <a:lnTo>
                    <a:pt x="248610" y="1461782"/>
                  </a:lnTo>
                  <a:lnTo>
                    <a:pt x="249682" y="1461624"/>
                  </a:lnTo>
                  <a:lnTo>
                    <a:pt x="250754" y="1461466"/>
                  </a:lnTo>
                  <a:lnTo>
                    <a:pt x="251825" y="1461308"/>
                  </a:lnTo>
                  <a:lnTo>
                    <a:pt x="252897" y="1461149"/>
                  </a:lnTo>
                  <a:lnTo>
                    <a:pt x="253968" y="1460991"/>
                  </a:lnTo>
                  <a:lnTo>
                    <a:pt x="255040" y="1460833"/>
                  </a:lnTo>
                  <a:lnTo>
                    <a:pt x="256112" y="1460674"/>
                  </a:lnTo>
                  <a:lnTo>
                    <a:pt x="257183" y="1460516"/>
                  </a:lnTo>
                  <a:lnTo>
                    <a:pt x="258255" y="1460357"/>
                  </a:lnTo>
                  <a:lnTo>
                    <a:pt x="259326" y="1460199"/>
                  </a:lnTo>
                  <a:lnTo>
                    <a:pt x="260398" y="1460040"/>
                  </a:lnTo>
                  <a:lnTo>
                    <a:pt x="261470" y="1459882"/>
                  </a:lnTo>
                  <a:lnTo>
                    <a:pt x="262541" y="1459723"/>
                  </a:lnTo>
                  <a:lnTo>
                    <a:pt x="263613" y="1459565"/>
                  </a:lnTo>
                  <a:lnTo>
                    <a:pt x="264684" y="1459406"/>
                  </a:lnTo>
                  <a:lnTo>
                    <a:pt x="265756" y="1459247"/>
                  </a:lnTo>
                  <a:lnTo>
                    <a:pt x="266828" y="1459088"/>
                  </a:lnTo>
                  <a:lnTo>
                    <a:pt x="267899" y="1458930"/>
                  </a:lnTo>
                  <a:lnTo>
                    <a:pt x="268971" y="1458771"/>
                  </a:lnTo>
                  <a:lnTo>
                    <a:pt x="270042" y="1458612"/>
                  </a:lnTo>
                  <a:lnTo>
                    <a:pt x="271114" y="1458453"/>
                  </a:lnTo>
                  <a:lnTo>
                    <a:pt x="272186" y="1458294"/>
                  </a:lnTo>
                  <a:lnTo>
                    <a:pt x="273257" y="1458135"/>
                  </a:lnTo>
                  <a:lnTo>
                    <a:pt x="274329" y="1457976"/>
                  </a:lnTo>
                  <a:lnTo>
                    <a:pt x="275400" y="1457817"/>
                  </a:lnTo>
                  <a:lnTo>
                    <a:pt x="276472" y="1457658"/>
                  </a:lnTo>
                  <a:lnTo>
                    <a:pt x="277544" y="1457499"/>
                  </a:lnTo>
                  <a:lnTo>
                    <a:pt x="278615" y="1457340"/>
                  </a:lnTo>
                  <a:lnTo>
                    <a:pt x="279687" y="1457181"/>
                  </a:lnTo>
                  <a:lnTo>
                    <a:pt x="280758" y="1457022"/>
                  </a:lnTo>
                  <a:lnTo>
                    <a:pt x="281830" y="1456863"/>
                  </a:lnTo>
                  <a:lnTo>
                    <a:pt x="282902" y="1456703"/>
                  </a:lnTo>
                  <a:lnTo>
                    <a:pt x="283973" y="1456544"/>
                  </a:lnTo>
                  <a:lnTo>
                    <a:pt x="285045" y="1456385"/>
                  </a:lnTo>
                  <a:lnTo>
                    <a:pt x="286116" y="1456225"/>
                  </a:lnTo>
                  <a:lnTo>
                    <a:pt x="287188" y="1456066"/>
                  </a:lnTo>
                  <a:lnTo>
                    <a:pt x="288260" y="1455906"/>
                  </a:lnTo>
                  <a:lnTo>
                    <a:pt x="289331" y="1455747"/>
                  </a:lnTo>
                  <a:lnTo>
                    <a:pt x="290403" y="1455588"/>
                  </a:lnTo>
                  <a:lnTo>
                    <a:pt x="291474" y="1455428"/>
                  </a:lnTo>
                  <a:lnTo>
                    <a:pt x="292546" y="1455268"/>
                  </a:lnTo>
                  <a:lnTo>
                    <a:pt x="293618" y="1455109"/>
                  </a:lnTo>
                  <a:lnTo>
                    <a:pt x="294689" y="1454949"/>
                  </a:lnTo>
                  <a:lnTo>
                    <a:pt x="295761" y="1454790"/>
                  </a:lnTo>
                  <a:lnTo>
                    <a:pt x="296832" y="1454630"/>
                  </a:lnTo>
                  <a:lnTo>
                    <a:pt x="297904" y="1454470"/>
                  </a:lnTo>
                  <a:lnTo>
                    <a:pt x="298976" y="1454310"/>
                  </a:lnTo>
                  <a:lnTo>
                    <a:pt x="300047" y="1454151"/>
                  </a:lnTo>
                  <a:lnTo>
                    <a:pt x="301119" y="1453991"/>
                  </a:lnTo>
                  <a:lnTo>
                    <a:pt x="302190" y="1453831"/>
                  </a:lnTo>
                  <a:lnTo>
                    <a:pt x="303262" y="1453671"/>
                  </a:lnTo>
                  <a:lnTo>
                    <a:pt x="304334" y="1453511"/>
                  </a:lnTo>
                  <a:lnTo>
                    <a:pt x="305405" y="1453351"/>
                  </a:lnTo>
                  <a:lnTo>
                    <a:pt x="306477" y="1453191"/>
                  </a:lnTo>
                  <a:lnTo>
                    <a:pt x="307548" y="1453031"/>
                  </a:lnTo>
                  <a:lnTo>
                    <a:pt x="308620" y="1452871"/>
                  </a:lnTo>
                  <a:lnTo>
                    <a:pt x="309692" y="1452711"/>
                  </a:lnTo>
                  <a:lnTo>
                    <a:pt x="310763" y="1452551"/>
                  </a:lnTo>
                  <a:lnTo>
                    <a:pt x="311835" y="1452390"/>
                  </a:lnTo>
                  <a:lnTo>
                    <a:pt x="312906" y="1452230"/>
                  </a:lnTo>
                  <a:lnTo>
                    <a:pt x="313978" y="1452070"/>
                  </a:lnTo>
                  <a:lnTo>
                    <a:pt x="315050" y="1451910"/>
                  </a:lnTo>
                  <a:lnTo>
                    <a:pt x="316121" y="1451749"/>
                  </a:lnTo>
                  <a:lnTo>
                    <a:pt x="317193" y="1451589"/>
                  </a:lnTo>
                  <a:lnTo>
                    <a:pt x="318264" y="1451429"/>
                  </a:lnTo>
                  <a:lnTo>
                    <a:pt x="319336" y="1451268"/>
                  </a:lnTo>
                  <a:lnTo>
                    <a:pt x="320408" y="1451108"/>
                  </a:lnTo>
                  <a:lnTo>
                    <a:pt x="321479" y="1450947"/>
                  </a:lnTo>
                  <a:lnTo>
                    <a:pt x="322551" y="1450787"/>
                  </a:lnTo>
                  <a:lnTo>
                    <a:pt x="323622" y="1450626"/>
                  </a:lnTo>
                  <a:lnTo>
                    <a:pt x="324694" y="1450466"/>
                  </a:lnTo>
                  <a:lnTo>
                    <a:pt x="325766" y="1450305"/>
                  </a:lnTo>
                  <a:lnTo>
                    <a:pt x="326837" y="1450144"/>
                  </a:lnTo>
                  <a:lnTo>
                    <a:pt x="327909" y="1449984"/>
                  </a:lnTo>
                  <a:lnTo>
                    <a:pt x="328980" y="1449823"/>
                  </a:lnTo>
                  <a:lnTo>
                    <a:pt x="330052" y="1449662"/>
                  </a:lnTo>
                  <a:lnTo>
                    <a:pt x="331124" y="1449501"/>
                  </a:lnTo>
                  <a:lnTo>
                    <a:pt x="332195" y="1449340"/>
                  </a:lnTo>
                  <a:lnTo>
                    <a:pt x="333267" y="1449180"/>
                  </a:lnTo>
                  <a:lnTo>
                    <a:pt x="334338" y="1449019"/>
                  </a:lnTo>
                  <a:lnTo>
                    <a:pt x="335410" y="1448858"/>
                  </a:lnTo>
                  <a:lnTo>
                    <a:pt x="336482" y="1448697"/>
                  </a:lnTo>
                  <a:lnTo>
                    <a:pt x="337553" y="1448536"/>
                  </a:lnTo>
                  <a:lnTo>
                    <a:pt x="338625" y="1448375"/>
                  </a:lnTo>
                  <a:lnTo>
                    <a:pt x="339696" y="1448214"/>
                  </a:lnTo>
                  <a:lnTo>
                    <a:pt x="340768" y="1448052"/>
                  </a:lnTo>
                  <a:lnTo>
                    <a:pt x="341840" y="1447891"/>
                  </a:lnTo>
                  <a:lnTo>
                    <a:pt x="342911" y="1447730"/>
                  </a:lnTo>
                  <a:lnTo>
                    <a:pt x="343983" y="1447569"/>
                  </a:lnTo>
                  <a:lnTo>
                    <a:pt x="345054" y="1447408"/>
                  </a:lnTo>
                  <a:lnTo>
                    <a:pt x="346126" y="1447246"/>
                  </a:lnTo>
                  <a:lnTo>
                    <a:pt x="347198" y="1447085"/>
                  </a:lnTo>
                  <a:lnTo>
                    <a:pt x="348269" y="1446924"/>
                  </a:lnTo>
                  <a:lnTo>
                    <a:pt x="349341" y="1446762"/>
                  </a:lnTo>
                  <a:lnTo>
                    <a:pt x="350412" y="1446601"/>
                  </a:lnTo>
                  <a:lnTo>
                    <a:pt x="351484" y="1446439"/>
                  </a:lnTo>
                  <a:lnTo>
                    <a:pt x="352556" y="1446278"/>
                  </a:lnTo>
                  <a:lnTo>
                    <a:pt x="353627" y="1446116"/>
                  </a:lnTo>
                  <a:lnTo>
                    <a:pt x="354699" y="1445955"/>
                  </a:lnTo>
                  <a:lnTo>
                    <a:pt x="355770" y="1445793"/>
                  </a:lnTo>
                  <a:lnTo>
                    <a:pt x="356842" y="1445631"/>
                  </a:lnTo>
                  <a:lnTo>
                    <a:pt x="357913" y="1445470"/>
                  </a:lnTo>
                  <a:lnTo>
                    <a:pt x="358985" y="1445308"/>
                  </a:lnTo>
                  <a:lnTo>
                    <a:pt x="360057" y="1445146"/>
                  </a:lnTo>
                  <a:lnTo>
                    <a:pt x="361128" y="1444985"/>
                  </a:lnTo>
                  <a:lnTo>
                    <a:pt x="362200" y="1444823"/>
                  </a:lnTo>
                  <a:lnTo>
                    <a:pt x="363271" y="1444661"/>
                  </a:lnTo>
                  <a:lnTo>
                    <a:pt x="364343" y="1444499"/>
                  </a:lnTo>
                  <a:lnTo>
                    <a:pt x="365415" y="1444337"/>
                  </a:lnTo>
                  <a:lnTo>
                    <a:pt x="366486" y="1444175"/>
                  </a:lnTo>
                  <a:lnTo>
                    <a:pt x="367558" y="1444013"/>
                  </a:lnTo>
                  <a:lnTo>
                    <a:pt x="368629" y="1443851"/>
                  </a:lnTo>
                  <a:lnTo>
                    <a:pt x="369701" y="1443689"/>
                  </a:lnTo>
                  <a:lnTo>
                    <a:pt x="370773" y="1443527"/>
                  </a:lnTo>
                  <a:lnTo>
                    <a:pt x="371844" y="1443365"/>
                  </a:lnTo>
                  <a:lnTo>
                    <a:pt x="372916" y="1443203"/>
                  </a:lnTo>
                  <a:lnTo>
                    <a:pt x="373987" y="1443040"/>
                  </a:lnTo>
                  <a:lnTo>
                    <a:pt x="375059" y="1442878"/>
                  </a:lnTo>
                  <a:lnTo>
                    <a:pt x="376131" y="1442716"/>
                  </a:lnTo>
                  <a:lnTo>
                    <a:pt x="377202" y="1442554"/>
                  </a:lnTo>
                  <a:lnTo>
                    <a:pt x="378274" y="1442391"/>
                  </a:lnTo>
                  <a:lnTo>
                    <a:pt x="379345" y="1442229"/>
                  </a:lnTo>
                  <a:lnTo>
                    <a:pt x="380417" y="1442066"/>
                  </a:lnTo>
                  <a:lnTo>
                    <a:pt x="381489" y="1441904"/>
                  </a:lnTo>
                  <a:lnTo>
                    <a:pt x="382560" y="1441742"/>
                  </a:lnTo>
                  <a:lnTo>
                    <a:pt x="383632" y="1441579"/>
                  </a:lnTo>
                  <a:lnTo>
                    <a:pt x="384703" y="1441416"/>
                  </a:lnTo>
                  <a:lnTo>
                    <a:pt x="385775" y="1441254"/>
                  </a:lnTo>
                  <a:lnTo>
                    <a:pt x="386847" y="1441091"/>
                  </a:lnTo>
                  <a:lnTo>
                    <a:pt x="387918" y="1440929"/>
                  </a:lnTo>
                  <a:lnTo>
                    <a:pt x="388990" y="1440766"/>
                  </a:lnTo>
                  <a:lnTo>
                    <a:pt x="390061" y="1440603"/>
                  </a:lnTo>
                  <a:lnTo>
                    <a:pt x="391133" y="1440440"/>
                  </a:lnTo>
                  <a:lnTo>
                    <a:pt x="392205" y="1440278"/>
                  </a:lnTo>
                  <a:lnTo>
                    <a:pt x="393276" y="1440115"/>
                  </a:lnTo>
                  <a:lnTo>
                    <a:pt x="394348" y="1439952"/>
                  </a:lnTo>
                  <a:lnTo>
                    <a:pt x="395419" y="1439789"/>
                  </a:lnTo>
                  <a:lnTo>
                    <a:pt x="396491" y="1439626"/>
                  </a:lnTo>
                  <a:lnTo>
                    <a:pt x="397563" y="1439463"/>
                  </a:lnTo>
                  <a:lnTo>
                    <a:pt x="398634" y="1439300"/>
                  </a:lnTo>
                  <a:lnTo>
                    <a:pt x="399706" y="1439137"/>
                  </a:lnTo>
                  <a:lnTo>
                    <a:pt x="400777" y="1438974"/>
                  </a:lnTo>
                  <a:lnTo>
                    <a:pt x="401849" y="1438811"/>
                  </a:lnTo>
                  <a:lnTo>
                    <a:pt x="402921" y="1438648"/>
                  </a:lnTo>
                  <a:lnTo>
                    <a:pt x="403992" y="1438485"/>
                  </a:lnTo>
                  <a:lnTo>
                    <a:pt x="405064" y="1438321"/>
                  </a:lnTo>
                  <a:lnTo>
                    <a:pt x="406135" y="1438158"/>
                  </a:lnTo>
                  <a:lnTo>
                    <a:pt x="407207" y="1437995"/>
                  </a:lnTo>
                  <a:lnTo>
                    <a:pt x="408279" y="1437831"/>
                  </a:lnTo>
                  <a:lnTo>
                    <a:pt x="409350" y="1437668"/>
                  </a:lnTo>
                  <a:lnTo>
                    <a:pt x="410422" y="1437504"/>
                  </a:lnTo>
                  <a:lnTo>
                    <a:pt x="411493" y="1437341"/>
                  </a:lnTo>
                  <a:lnTo>
                    <a:pt x="412565" y="1437177"/>
                  </a:lnTo>
                  <a:lnTo>
                    <a:pt x="413637" y="1437014"/>
                  </a:lnTo>
                  <a:lnTo>
                    <a:pt x="414708" y="1436850"/>
                  </a:lnTo>
                  <a:lnTo>
                    <a:pt x="415780" y="1436686"/>
                  </a:lnTo>
                  <a:lnTo>
                    <a:pt x="416851" y="1436523"/>
                  </a:lnTo>
                  <a:lnTo>
                    <a:pt x="417923" y="1436359"/>
                  </a:lnTo>
                  <a:lnTo>
                    <a:pt x="418995" y="1436195"/>
                  </a:lnTo>
                  <a:lnTo>
                    <a:pt x="420066" y="1436031"/>
                  </a:lnTo>
                  <a:lnTo>
                    <a:pt x="421138" y="1435867"/>
                  </a:lnTo>
                  <a:lnTo>
                    <a:pt x="422209" y="1435703"/>
                  </a:lnTo>
                  <a:lnTo>
                    <a:pt x="423281" y="1435538"/>
                  </a:lnTo>
                  <a:lnTo>
                    <a:pt x="424353" y="1435374"/>
                  </a:lnTo>
                  <a:lnTo>
                    <a:pt x="425424" y="1435210"/>
                  </a:lnTo>
                  <a:lnTo>
                    <a:pt x="426496" y="1435046"/>
                  </a:lnTo>
                  <a:lnTo>
                    <a:pt x="427567" y="1434881"/>
                  </a:lnTo>
                  <a:lnTo>
                    <a:pt x="428639" y="1434717"/>
                  </a:lnTo>
                  <a:lnTo>
                    <a:pt x="429711" y="1434552"/>
                  </a:lnTo>
                  <a:lnTo>
                    <a:pt x="430782" y="1434387"/>
                  </a:lnTo>
                  <a:lnTo>
                    <a:pt x="431854" y="1434223"/>
                  </a:lnTo>
                  <a:lnTo>
                    <a:pt x="432925" y="1434058"/>
                  </a:lnTo>
                  <a:lnTo>
                    <a:pt x="433997" y="1433893"/>
                  </a:lnTo>
                  <a:lnTo>
                    <a:pt x="435069" y="1433728"/>
                  </a:lnTo>
                  <a:lnTo>
                    <a:pt x="436140" y="1433563"/>
                  </a:lnTo>
                  <a:lnTo>
                    <a:pt x="437212" y="1433398"/>
                  </a:lnTo>
                  <a:lnTo>
                    <a:pt x="438283" y="1433232"/>
                  </a:lnTo>
                  <a:lnTo>
                    <a:pt x="439355" y="1433067"/>
                  </a:lnTo>
                  <a:lnTo>
                    <a:pt x="440427" y="1432902"/>
                  </a:lnTo>
                  <a:lnTo>
                    <a:pt x="441498" y="1432736"/>
                  </a:lnTo>
                  <a:lnTo>
                    <a:pt x="442570" y="1432570"/>
                  </a:lnTo>
                  <a:lnTo>
                    <a:pt x="443641" y="1432405"/>
                  </a:lnTo>
                  <a:lnTo>
                    <a:pt x="444713" y="1432239"/>
                  </a:lnTo>
                  <a:lnTo>
                    <a:pt x="445785" y="1432073"/>
                  </a:lnTo>
                  <a:lnTo>
                    <a:pt x="446856" y="1431907"/>
                  </a:lnTo>
                  <a:lnTo>
                    <a:pt x="447928" y="1431741"/>
                  </a:lnTo>
                  <a:lnTo>
                    <a:pt x="448999" y="1431575"/>
                  </a:lnTo>
                  <a:lnTo>
                    <a:pt x="450071" y="1431408"/>
                  </a:lnTo>
                  <a:lnTo>
                    <a:pt x="451143" y="1431242"/>
                  </a:lnTo>
                  <a:lnTo>
                    <a:pt x="452214" y="1431075"/>
                  </a:lnTo>
                  <a:lnTo>
                    <a:pt x="453286" y="1430909"/>
                  </a:lnTo>
                  <a:lnTo>
                    <a:pt x="454357" y="1430742"/>
                  </a:lnTo>
                  <a:lnTo>
                    <a:pt x="455429" y="1430575"/>
                  </a:lnTo>
                  <a:lnTo>
                    <a:pt x="456501" y="1430408"/>
                  </a:lnTo>
                  <a:lnTo>
                    <a:pt x="457572" y="1430241"/>
                  </a:lnTo>
                  <a:lnTo>
                    <a:pt x="458644" y="1430074"/>
                  </a:lnTo>
                  <a:lnTo>
                    <a:pt x="459715" y="1429906"/>
                  </a:lnTo>
                  <a:lnTo>
                    <a:pt x="460787" y="1429739"/>
                  </a:lnTo>
                  <a:lnTo>
                    <a:pt x="461859" y="1429571"/>
                  </a:lnTo>
                  <a:lnTo>
                    <a:pt x="462930" y="1429404"/>
                  </a:lnTo>
                  <a:lnTo>
                    <a:pt x="464002" y="1429236"/>
                  </a:lnTo>
                  <a:lnTo>
                    <a:pt x="465073" y="1429068"/>
                  </a:lnTo>
                  <a:lnTo>
                    <a:pt x="466145" y="1428900"/>
                  </a:lnTo>
                  <a:lnTo>
                    <a:pt x="467217" y="1428732"/>
                  </a:lnTo>
                  <a:lnTo>
                    <a:pt x="468288" y="1428563"/>
                  </a:lnTo>
                  <a:lnTo>
                    <a:pt x="469360" y="1428395"/>
                  </a:lnTo>
                  <a:lnTo>
                    <a:pt x="470431" y="1428226"/>
                  </a:lnTo>
                  <a:lnTo>
                    <a:pt x="471503" y="1428058"/>
                  </a:lnTo>
                  <a:lnTo>
                    <a:pt x="472575" y="1427889"/>
                  </a:lnTo>
                  <a:lnTo>
                    <a:pt x="473646" y="1427720"/>
                  </a:lnTo>
                  <a:lnTo>
                    <a:pt x="474718" y="1427551"/>
                  </a:lnTo>
                  <a:lnTo>
                    <a:pt x="475789" y="1427381"/>
                  </a:lnTo>
                  <a:lnTo>
                    <a:pt x="476861" y="1427212"/>
                  </a:lnTo>
                  <a:lnTo>
                    <a:pt x="477933" y="1427042"/>
                  </a:lnTo>
                  <a:lnTo>
                    <a:pt x="479004" y="1426873"/>
                  </a:lnTo>
                  <a:lnTo>
                    <a:pt x="480076" y="1426703"/>
                  </a:lnTo>
                  <a:lnTo>
                    <a:pt x="481147" y="1426533"/>
                  </a:lnTo>
                  <a:lnTo>
                    <a:pt x="482219" y="1426363"/>
                  </a:lnTo>
                  <a:lnTo>
                    <a:pt x="483291" y="1426192"/>
                  </a:lnTo>
                  <a:lnTo>
                    <a:pt x="484362" y="1426022"/>
                  </a:lnTo>
                  <a:lnTo>
                    <a:pt x="485434" y="1425851"/>
                  </a:lnTo>
                  <a:lnTo>
                    <a:pt x="486505" y="1425680"/>
                  </a:lnTo>
                  <a:lnTo>
                    <a:pt x="487577" y="1425509"/>
                  </a:lnTo>
                  <a:lnTo>
                    <a:pt x="488649" y="1425338"/>
                  </a:lnTo>
                  <a:lnTo>
                    <a:pt x="489720" y="1425167"/>
                  </a:lnTo>
                  <a:lnTo>
                    <a:pt x="490792" y="1424996"/>
                  </a:lnTo>
                  <a:lnTo>
                    <a:pt x="491863" y="1424824"/>
                  </a:lnTo>
                  <a:lnTo>
                    <a:pt x="492935" y="1424652"/>
                  </a:lnTo>
                  <a:lnTo>
                    <a:pt x="494007" y="1424480"/>
                  </a:lnTo>
                  <a:lnTo>
                    <a:pt x="495078" y="1424308"/>
                  </a:lnTo>
                  <a:lnTo>
                    <a:pt x="496150" y="1424136"/>
                  </a:lnTo>
                  <a:lnTo>
                    <a:pt x="497221" y="1423964"/>
                  </a:lnTo>
                  <a:lnTo>
                    <a:pt x="498293" y="1423791"/>
                  </a:lnTo>
                  <a:lnTo>
                    <a:pt x="499365" y="1423618"/>
                  </a:lnTo>
                  <a:lnTo>
                    <a:pt x="500436" y="1423445"/>
                  </a:lnTo>
                  <a:lnTo>
                    <a:pt x="501508" y="1423272"/>
                  </a:lnTo>
                  <a:lnTo>
                    <a:pt x="502579" y="1423099"/>
                  </a:lnTo>
                  <a:lnTo>
                    <a:pt x="503651" y="1422925"/>
                  </a:lnTo>
                  <a:lnTo>
                    <a:pt x="504723" y="1422752"/>
                  </a:lnTo>
                  <a:lnTo>
                    <a:pt x="505794" y="1422578"/>
                  </a:lnTo>
                  <a:lnTo>
                    <a:pt x="506866" y="1422404"/>
                  </a:lnTo>
                  <a:lnTo>
                    <a:pt x="507937" y="1422229"/>
                  </a:lnTo>
                  <a:lnTo>
                    <a:pt x="509009" y="1422055"/>
                  </a:lnTo>
                  <a:lnTo>
                    <a:pt x="510081" y="1421880"/>
                  </a:lnTo>
                  <a:lnTo>
                    <a:pt x="511152" y="1421705"/>
                  </a:lnTo>
                  <a:lnTo>
                    <a:pt x="512224" y="1421530"/>
                  </a:lnTo>
                  <a:lnTo>
                    <a:pt x="513295" y="1421355"/>
                  </a:lnTo>
                  <a:lnTo>
                    <a:pt x="514367" y="1421180"/>
                  </a:lnTo>
                  <a:lnTo>
                    <a:pt x="515439" y="1421004"/>
                  </a:lnTo>
                  <a:lnTo>
                    <a:pt x="516510" y="1420828"/>
                  </a:lnTo>
                  <a:lnTo>
                    <a:pt x="517582" y="1420652"/>
                  </a:lnTo>
                  <a:lnTo>
                    <a:pt x="518653" y="1420476"/>
                  </a:lnTo>
                  <a:lnTo>
                    <a:pt x="519725" y="1420300"/>
                  </a:lnTo>
                  <a:lnTo>
                    <a:pt x="520797" y="1420123"/>
                  </a:lnTo>
                  <a:lnTo>
                    <a:pt x="521868" y="1419946"/>
                  </a:lnTo>
                  <a:lnTo>
                    <a:pt x="522940" y="1419769"/>
                  </a:lnTo>
                  <a:lnTo>
                    <a:pt x="524011" y="1419592"/>
                  </a:lnTo>
                  <a:lnTo>
                    <a:pt x="525083" y="1419414"/>
                  </a:lnTo>
                  <a:lnTo>
                    <a:pt x="526155" y="1419237"/>
                  </a:lnTo>
                  <a:lnTo>
                    <a:pt x="527226" y="1419059"/>
                  </a:lnTo>
                  <a:lnTo>
                    <a:pt x="528298" y="1418881"/>
                  </a:lnTo>
                  <a:lnTo>
                    <a:pt x="529369" y="1418702"/>
                  </a:lnTo>
                  <a:lnTo>
                    <a:pt x="530441" y="1418524"/>
                  </a:lnTo>
                  <a:lnTo>
                    <a:pt x="531513" y="1418345"/>
                  </a:lnTo>
                  <a:lnTo>
                    <a:pt x="532584" y="1418166"/>
                  </a:lnTo>
                  <a:lnTo>
                    <a:pt x="533656" y="1417987"/>
                  </a:lnTo>
                  <a:lnTo>
                    <a:pt x="534727" y="1417807"/>
                  </a:lnTo>
                  <a:lnTo>
                    <a:pt x="535799" y="1417627"/>
                  </a:lnTo>
                  <a:lnTo>
                    <a:pt x="536870" y="1417447"/>
                  </a:lnTo>
                  <a:lnTo>
                    <a:pt x="537942" y="1417267"/>
                  </a:lnTo>
                  <a:lnTo>
                    <a:pt x="539014" y="1417087"/>
                  </a:lnTo>
                  <a:lnTo>
                    <a:pt x="540085" y="1416906"/>
                  </a:lnTo>
                  <a:lnTo>
                    <a:pt x="541157" y="1416725"/>
                  </a:lnTo>
                  <a:lnTo>
                    <a:pt x="542228" y="1416544"/>
                  </a:lnTo>
                  <a:lnTo>
                    <a:pt x="543300" y="1416363"/>
                  </a:lnTo>
                  <a:lnTo>
                    <a:pt x="544372" y="1416181"/>
                  </a:lnTo>
                  <a:lnTo>
                    <a:pt x="545443" y="1415999"/>
                  </a:lnTo>
                  <a:lnTo>
                    <a:pt x="546515" y="1415817"/>
                  </a:lnTo>
                  <a:lnTo>
                    <a:pt x="547586" y="1415635"/>
                  </a:lnTo>
                  <a:lnTo>
                    <a:pt x="548658" y="1415452"/>
                  </a:lnTo>
                  <a:lnTo>
                    <a:pt x="549730" y="1415269"/>
                  </a:lnTo>
                  <a:lnTo>
                    <a:pt x="550801" y="1415086"/>
                  </a:lnTo>
                  <a:lnTo>
                    <a:pt x="551873" y="1414903"/>
                  </a:lnTo>
                  <a:lnTo>
                    <a:pt x="552944" y="1414719"/>
                  </a:lnTo>
                  <a:lnTo>
                    <a:pt x="554016" y="1414535"/>
                  </a:lnTo>
                  <a:lnTo>
                    <a:pt x="555088" y="1414351"/>
                  </a:lnTo>
                  <a:lnTo>
                    <a:pt x="556159" y="1414167"/>
                  </a:lnTo>
                  <a:lnTo>
                    <a:pt x="557231" y="1413982"/>
                  </a:lnTo>
                  <a:lnTo>
                    <a:pt x="558302" y="1413797"/>
                  </a:lnTo>
                  <a:lnTo>
                    <a:pt x="559374" y="1413612"/>
                  </a:lnTo>
                  <a:lnTo>
                    <a:pt x="560446" y="1413426"/>
                  </a:lnTo>
                  <a:lnTo>
                    <a:pt x="561517" y="1413240"/>
                  </a:lnTo>
                  <a:lnTo>
                    <a:pt x="562589" y="1413054"/>
                  </a:lnTo>
                  <a:lnTo>
                    <a:pt x="563660" y="1412868"/>
                  </a:lnTo>
                  <a:lnTo>
                    <a:pt x="564732" y="1412682"/>
                  </a:lnTo>
                  <a:lnTo>
                    <a:pt x="565804" y="1412495"/>
                  </a:lnTo>
                  <a:lnTo>
                    <a:pt x="566875" y="1412308"/>
                  </a:lnTo>
                  <a:lnTo>
                    <a:pt x="567947" y="1412120"/>
                  </a:lnTo>
                  <a:lnTo>
                    <a:pt x="569018" y="1411932"/>
                  </a:lnTo>
                  <a:lnTo>
                    <a:pt x="570090" y="1411744"/>
                  </a:lnTo>
                  <a:lnTo>
                    <a:pt x="571162" y="1411556"/>
                  </a:lnTo>
                  <a:lnTo>
                    <a:pt x="572233" y="1411368"/>
                  </a:lnTo>
                  <a:lnTo>
                    <a:pt x="573305" y="1411179"/>
                  </a:lnTo>
                  <a:lnTo>
                    <a:pt x="574376" y="1410990"/>
                  </a:lnTo>
                  <a:lnTo>
                    <a:pt x="575448" y="1410800"/>
                  </a:lnTo>
                  <a:lnTo>
                    <a:pt x="576520" y="1410611"/>
                  </a:lnTo>
                  <a:lnTo>
                    <a:pt x="577591" y="1410421"/>
                  </a:lnTo>
                  <a:lnTo>
                    <a:pt x="578663" y="1410230"/>
                  </a:lnTo>
                  <a:lnTo>
                    <a:pt x="579734" y="1410040"/>
                  </a:lnTo>
                  <a:lnTo>
                    <a:pt x="580806" y="1409849"/>
                  </a:lnTo>
                  <a:lnTo>
                    <a:pt x="581878" y="1409657"/>
                  </a:lnTo>
                  <a:lnTo>
                    <a:pt x="582949" y="1409466"/>
                  </a:lnTo>
                  <a:lnTo>
                    <a:pt x="584021" y="1409274"/>
                  </a:lnTo>
                  <a:lnTo>
                    <a:pt x="585092" y="1409082"/>
                  </a:lnTo>
                  <a:lnTo>
                    <a:pt x="586164" y="1408890"/>
                  </a:lnTo>
                  <a:lnTo>
                    <a:pt x="587236" y="1408697"/>
                  </a:lnTo>
                  <a:lnTo>
                    <a:pt x="588307" y="1408504"/>
                  </a:lnTo>
                  <a:lnTo>
                    <a:pt x="589379" y="1408310"/>
                  </a:lnTo>
                  <a:lnTo>
                    <a:pt x="590450" y="1408117"/>
                  </a:lnTo>
                  <a:lnTo>
                    <a:pt x="591522" y="1407923"/>
                  </a:lnTo>
                  <a:lnTo>
                    <a:pt x="592594" y="1407728"/>
                  </a:lnTo>
                  <a:lnTo>
                    <a:pt x="593665" y="1407534"/>
                  </a:lnTo>
                  <a:lnTo>
                    <a:pt x="594737" y="1407339"/>
                  </a:lnTo>
                  <a:lnTo>
                    <a:pt x="595808" y="1407143"/>
                  </a:lnTo>
                  <a:lnTo>
                    <a:pt x="596880" y="1406948"/>
                  </a:lnTo>
                  <a:lnTo>
                    <a:pt x="597952" y="1406752"/>
                  </a:lnTo>
                  <a:lnTo>
                    <a:pt x="599023" y="1406555"/>
                  </a:lnTo>
                  <a:lnTo>
                    <a:pt x="600095" y="1406359"/>
                  </a:lnTo>
                  <a:lnTo>
                    <a:pt x="601166" y="1406162"/>
                  </a:lnTo>
                  <a:lnTo>
                    <a:pt x="602238" y="1405965"/>
                  </a:lnTo>
                  <a:lnTo>
                    <a:pt x="603310" y="1405767"/>
                  </a:lnTo>
                  <a:lnTo>
                    <a:pt x="604381" y="1405569"/>
                  </a:lnTo>
                  <a:lnTo>
                    <a:pt x="605453" y="1405371"/>
                  </a:lnTo>
                  <a:lnTo>
                    <a:pt x="606524" y="1405172"/>
                  </a:lnTo>
                  <a:lnTo>
                    <a:pt x="607596" y="1404973"/>
                  </a:lnTo>
                  <a:lnTo>
                    <a:pt x="608668" y="1404774"/>
                  </a:lnTo>
                  <a:lnTo>
                    <a:pt x="609739" y="1404574"/>
                  </a:lnTo>
                  <a:lnTo>
                    <a:pt x="610811" y="1404374"/>
                  </a:lnTo>
                  <a:lnTo>
                    <a:pt x="611882" y="1404173"/>
                  </a:lnTo>
                  <a:lnTo>
                    <a:pt x="612954" y="1403973"/>
                  </a:lnTo>
                  <a:lnTo>
                    <a:pt x="614026" y="1403772"/>
                  </a:lnTo>
                  <a:lnTo>
                    <a:pt x="615097" y="1403570"/>
                  </a:lnTo>
                  <a:lnTo>
                    <a:pt x="616169" y="1403368"/>
                  </a:lnTo>
                  <a:lnTo>
                    <a:pt x="617240" y="1403166"/>
                  </a:lnTo>
                  <a:lnTo>
                    <a:pt x="618312" y="1402964"/>
                  </a:lnTo>
                  <a:lnTo>
                    <a:pt x="619384" y="1402761"/>
                  </a:lnTo>
                  <a:lnTo>
                    <a:pt x="620455" y="1402557"/>
                  </a:lnTo>
                  <a:lnTo>
                    <a:pt x="621527" y="1402354"/>
                  </a:lnTo>
                  <a:lnTo>
                    <a:pt x="622598" y="1402150"/>
                  </a:lnTo>
                  <a:lnTo>
                    <a:pt x="623670" y="1401945"/>
                  </a:lnTo>
                  <a:lnTo>
                    <a:pt x="624742" y="1401741"/>
                  </a:lnTo>
                  <a:lnTo>
                    <a:pt x="625813" y="1401535"/>
                  </a:lnTo>
                  <a:lnTo>
                    <a:pt x="626885" y="1401330"/>
                  </a:lnTo>
                  <a:lnTo>
                    <a:pt x="627956" y="1401124"/>
                  </a:lnTo>
                  <a:lnTo>
                    <a:pt x="629028" y="1400918"/>
                  </a:lnTo>
                  <a:lnTo>
                    <a:pt x="630100" y="1400711"/>
                  </a:lnTo>
                  <a:lnTo>
                    <a:pt x="631171" y="1400504"/>
                  </a:lnTo>
                  <a:lnTo>
                    <a:pt x="632243" y="1400297"/>
                  </a:lnTo>
                  <a:lnTo>
                    <a:pt x="633314" y="1400089"/>
                  </a:lnTo>
                  <a:lnTo>
                    <a:pt x="634386" y="1399881"/>
                  </a:lnTo>
                  <a:lnTo>
                    <a:pt x="635458" y="1399672"/>
                  </a:lnTo>
                  <a:lnTo>
                    <a:pt x="636529" y="1399463"/>
                  </a:lnTo>
                  <a:lnTo>
                    <a:pt x="637601" y="1399254"/>
                  </a:lnTo>
                  <a:lnTo>
                    <a:pt x="638672" y="1399044"/>
                  </a:lnTo>
                  <a:lnTo>
                    <a:pt x="639744" y="1398834"/>
                  </a:lnTo>
                  <a:lnTo>
                    <a:pt x="640816" y="1398623"/>
                  </a:lnTo>
                  <a:lnTo>
                    <a:pt x="641887" y="1398412"/>
                  </a:lnTo>
                  <a:lnTo>
                    <a:pt x="642959" y="1398201"/>
                  </a:lnTo>
                  <a:lnTo>
                    <a:pt x="644030" y="1397989"/>
                  </a:lnTo>
                  <a:lnTo>
                    <a:pt x="645102" y="1397777"/>
                  </a:lnTo>
                  <a:lnTo>
                    <a:pt x="646174" y="1397564"/>
                  </a:lnTo>
                  <a:lnTo>
                    <a:pt x="647245" y="1397351"/>
                  </a:lnTo>
                  <a:lnTo>
                    <a:pt x="648317" y="1397138"/>
                  </a:lnTo>
                  <a:lnTo>
                    <a:pt x="649388" y="1396924"/>
                  </a:lnTo>
                  <a:lnTo>
                    <a:pt x="650460" y="1396710"/>
                  </a:lnTo>
                  <a:lnTo>
                    <a:pt x="651532" y="1396495"/>
                  </a:lnTo>
                  <a:lnTo>
                    <a:pt x="652603" y="1396280"/>
                  </a:lnTo>
                  <a:lnTo>
                    <a:pt x="653675" y="1396065"/>
                  </a:lnTo>
                  <a:lnTo>
                    <a:pt x="654746" y="1395849"/>
                  </a:lnTo>
                  <a:lnTo>
                    <a:pt x="655818" y="1395632"/>
                  </a:lnTo>
                  <a:lnTo>
                    <a:pt x="656890" y="1395416"/>
                  </a:lnTo>
                  <a:lnTo>
                    <a:pt x="657961" y="1395198"/>
                  </a:lnTo>
                  <a:lnTo>
                    <a:pt x="659033" y="1394981"/>
                  </a:lnTo>
                  <a:lnTo>
                    <a:pt x="660104" y="1394763"/>
                  </a:lnTo>
                  <a:lnTo>
                    <a:pt x="661176" y="1394544"/>
                  </a:lnTo>
                  <a:lnTo>
                    <a:pt x="662248" y="1394325"/>
                  </a:lnTo>
                  <a:lnTo>
                    <a:pt x="663319" y="1394106"/>
                  </a:lnTo>
                  <a:lnTo>
                    <a:pt x="664391" y="1393886"/>
                  </a:lnTo>
                  <a:lnTo>
                    <a:pt x="665462" y="1393666"/>
                  </a:lnTo>
                  <a:lnTo>
                    <a:pt x="666534" y="1393445"/>
                  </a:lnTo>
                  <a:lnTo>
                    <a:pt x="667606" y="1393224"/>
                  </a:lnTo>
                  <a:lnTo>
                    <a:pt x="668677" y="1393002"/>
                  </a:lnTo>
                  <a:lnTo>
                    <a:pt x="669749" y="1392780"/>
                  </a:lnTo>
                  <a:lnTo>
                    <a:pt x="670820" y="1392558"/>
                  </a:lnTo>
                  <a:lnTo>
                    <a:pt x="671892" y="1392335"/>
                  </a:lnTo>
                  <a:lnTo>
                    <a:pt x="672964" y="1392111"/>
                  </a:lnTo>
                  <a:lnTo>
                    <a:pt x="674035" y="1391887"/>
                  </a:lnTo>
                  <a:lnTo>
                    <a:pt x="675107" y="1391663"/>
                  </a:lnTo>
                  <a:lnTo>
                    <a:pt x="676178" y="1391438"/>
                  </a:lnTo>
                  <a:lnTo>
                    <a:pt x="677250" y="1391213"/>
                  </a:lnTo>
                  <a:lnTo>
                    <a:pt x="678322" y="1390987"/>
                  </a:lnTo>
                  <a:lnTo>
                    <a:pt x="679393" y="1390761"/>
                  </a:lnTo>
                  <a:lnTo>
                    <a:pt x="680465" y="1390534"/>
                  </a:lnTo>
                  <a:lnTo>
                    <a:pt x="681536" y="1390307"/>
                  </a:lnTo>
                  <a:lnTo>
                    <a:pt x="682608" y="1390080"/>
                  </a:lnTo>
                  <a:lnTo>
                    <a:pt x="683680" y="1389852"/>
                  </a:lnTo>
                  <a:lnTo>
                    <a:pt x="684751" y="1389623"/>
                  </a:lnTo>
                  <a:lnTo>
                    <a:pt x="685823" y="1389394"/>
                  </a:lnTo>
                  <a:lnTo>
                    <a:pt x="686894" y="1389165"/>
                  </a:lnTo>
                  <a:lnTo>
                    <a:pt x="687966" y="1388935"/>
                  </a:lnTo>
                  <a:lnTo>
                    <a:pt x="689038" y="1388704"/>
                  </a:lnTo>
                  <a:lnTo>
                    <a:pt x="690109" y="1388473"/>
                  </a:lnTo>
                  <a:lnTo>
                    <a:pt x="691181" y="1388242"/>
                  </a:lnTo>
                  <a:lnTo>
                    <a:pt x="692252" y="1388010"/>
                  </a:lnTo>
                  <a:lnTo>
                    <a:pt x="693324" y="1387777"/>
                  </a:lnTo>
                  <a:lnTo>
                    <a:pt x="694396" y="1387544"/>
                  </a:lnTo>
                  <a:lnTo>
                    <a:pt x="695467" y="1387311"/>
                  </a:lnTo>
                  <a:lnTo>
                    <a:pt x="696539" y="1387077"/>
                  </a:lnTo>
                  <a:lnTo>
                    <a:pt x="697610" y="1386843"/>
                  </a:lnTo>
                  <a:lnTo>
                    <a:pt x="698682" y="1386608"/>
                  </a:lnTo>
                  <a:lnTo>
                    <a:pt x="699754" y="1386372"/>
                  </a:lnTo>
                  <a:lnTo>
                    <a:pt x="700825" y="1386136"/>
                  </a:lnTo>
                  <a:lnTo>
                    <a:pt x="701897" y="1385900"/>
                  </a:lnTo>
                  <a:lnTo>
                    <a:pt x="702968" y="1385663"/>
                  </a:lnTo>
                  <a:lnTo>
                    <a:pt x="704040" y="1385425"/>
                  </a:lnTo>
                  <a:lnTo>
                    <a:pt x="705112" y="1385187"/>
                  </a:lnTo>
                  <a:lnTo>
                    <a:pt x="706183" y="1384949"/>
                  </a:lnTo>
                  <a:lnTo>
                    <a:pt x="707255" y="1384710"/>
                  </a:lnTo>
                  <a:lnTo>
                    <a:pt x="708326" y="1384470"/>
                  </a:lnTo>
                  <a:lnTo>
                    <a:pt x="709398" y="1384230"/>
                  </a:lnTo>
                  <a:lnTo>
                    <a:pt x="710469" y="1383990"/>
                  </a:lnTo>
                  <a:lnTo>
                    <a:pt x="711541" y="1383749"/>
                  </a:lnTo>
                  <a:lnTo>
                    <a:pt x="712613" y="1383507"/>
                  </a:lnTo>
                  <a:lnTo>
                    <a:pt x="713684" y="1383265"/>
                  </a:lnTo>
                  <a:lnTo>
                    <a:pt x="714756" y="1383022"/>
                  </a:lnTo>
                  <a:lnTo>
                    <a:pt x="715827" y="1382779"/>
                  </a:lnTo>
                  <a:lnTo>
                    <a:pt x="716899" y="1382535"/>
                  </a:lnTo>
                  <a:lnTo>
                    <a:pt x="717971" y="1382291"/>
                  </a:lnTo>
                  <a:lnTo>
                    <a:pt x="719042" y="1382046"/>
                  </a:lnTo>
                  <a:lnTo>
                    <a:pt x="720114" y="1381801"/>
                  </a:lnTo>
                  <a:lnTo>
                    <a:pt x="721185" y="1381555"/>
                  </a:lnTo>
                  <a:lnTo>
                    <a:pt x="722257" y="1381308"/>
                  </a:lnTo>
                  <a:lnTo>
                    <a:pt x="723329" y="1381061"/>
                  </a:lnTo>
                  <a:lnTo>
                    <a:pt x="724400" y="1380814"/>
                  </a:lnTo>
                  <a:lnTo>
                    <a:pt x="725472" y="1380566"/>
                  </a:lnTo>
                  <a:lnTo>
                    <a:pt x="726543" y="1380317"/>
                  </a:lnTo>
                  <a:lnTo>
                    <a:pt x="727615" y="1380068"/>
                  </a:lnTo>
                  <a:lnTo>
                    <a:pt x="728687" y="1379818"/>
                  </a:lnTo>
                  <a:lnTo>
                    <a:pt x="729758" y="1379567"/>
                  </a:lnTo>
                  <a:lnTo>
                    <a:pt x="730830" y="1379317"/>
                  </a:lnTo>
                  <a:lnTo>
                    <a:pt x="731901" y="1379065"/>
                  </a:lnTo>
                  <a:lnTo>
                    <a:pt x="732973" y="1378813"/>
                  </a:lnTo>
                  <a:lnTo>
                    <a:pt x="734045" y="1378560"/>
                  </a:lnTo>
                  <a:lnTo>
                    <a:pt x="735116" y="1378307"/>
                  </a:lnTo>
                  <a:lnTo>
                    <a:pt x="736188" y="1378054"/>
                  </a:lnTo>
                  <a:lnTo>
                    <a:pt x="737259" y="1377799"/>
                  </a:lnTo>
                  <a:lnTo>
                    <a:pt x="738331" y="1377544"/>
                  </a:lnTo>
                  <a:lnTo>
                    <a:pt x="739403" y="1377289"/>
                  </a:lnTo>
                  <a:lnTo>
                    <a:pt x="740474" y="1377033"/>
                  </a:lnTo>
                  <a:lnTo>
                    <a:pt x="741546" y="1376776"/>
                  </a:lnTo>
                  <a:lnTo>
                    <a:pt x="742617" y="1376519"/>
                  </a:lnTo>
                  <a:lnTo>
                    <a:pt x="743689" y="1376261"/>
                  </a:lnTo>
                  <a:lnTo>
                    <a:pt x="744761" y="1376003"/>
                  </a:lnTo>
                  <a:lnTo>
                    <a:pt x="745832" y="1375744"/>
                  </a:lnTo>
                  <a:lnTo>
                    <a:pt x="746904" y="1375484"/>
                  </a:lnTo>
                  <a:lnTo>
                    <a:pt x="747975" y="1375224"/>
                  </a:lnTo>
                  <a:lnTo>
                    <a:pt x="749047" y="1374963"/>
                  </a:lnTo>
                  <a:lnTo>
                    <a:pt x="750119" y="1374702"/>
                  </a:lnTo>
                  <a:lnTo>
                    <a:pt x="751190" y="1374440"/>
                  </a:lnTo>
                  <a:lnTo>
                    <a:pt x="752262" y="1374177"/>
                  </a:lnTo>
                  <a:lnTo>
                    <a:pt x="753333" y="1373914"/>
                  </a:lnTo>
                  <a:lnTo>
                    <a:pt x="754405" y="1373650"/>
                  </a:lnTo>
                  <a:lnTo>
                    <a:pt x="755477" y="1373386"/>
                  </a:lnTo>
                  <a:lnTo>
                    <a:pt x="756548" y="1373121"/>
                  </a:lnTo>
                  <a:lnTo>
                    <a:pt x="757620" y="1372855"/>
                  </a:lnTo>
                  <a:lnTo>
                    <a:pt x="758691" y="1372589"/>
                  </a:lnTo>
                  <a:lnTo>
                    <a:pt x="759763" y="1372322"/>
                  </a:lnTo>
                  <a:lnTo>
                    <a:pt x="760835" y="1372055"/>
                  </a:lnTo>
                  <a:lnTo>
                    <a:pt x="761906" y="1371787"/>
                  </a:lnTo>
                  <a:lnTo>
                    <a:pt x="762978" y="1371518"/>
                  </a:lnTo>
                  <a:lnTo>
                    <a:pt x="764049" y="1371248"/>
                  </a:lnTo>
                  <a:lnTo>
                    <a:pt x="765121" y="1370978"/>
                  </a:lnTo>
                  <a:lnTo>
                    <a:pt x="766193" y="1370708"/>
                  </a:lnTo>
                  <a:lnTo>
                    <a:pt x="767264" y="1370437"/>
                  </a:lnTo>
                  <a:lnTo>
                    <a:pt x="768336" y="1370165"/>
                  </a:lnTo>
                  <a:lnTo>
                    <a:pt x="769407" y="1369892"/>
                  </a:lnTo>
                  <a:lnTo>
                    <a:pt x="770479" y="1369619"/>
                  </a:lnTo>
                  <a:lnTo>
                    <a:pt x="771551" y="1369345"/>
                  </a:lnTo>
                  <a:lnTo>
                    <a:pt x="772622" y="1369071"/>
                  </a:lnTo>
                  <a:lnTo>
                    <a:pt x="773694" y="1368796"/>
                  </a:lnTo>
                  <a:lnTo>
                    <a:pt x="774765" y="1368520"/>
                  </a:lnTo>
                  <a:lnTo>
                    <a:pt x="775837" y="1368244"/>
                  </a:lnTo>
                  <a:lnTo>
                    <a:pt x="776909" y="1367967"/>
                  </a:lnTo>
                  <a:lnTo>
                    <a:pt x="777980" y="1367689"/>
                  </a:lnTo>
                  <a:lnTo>
                    <a:pt x="779052" y="1367410"/>
                  </a:lnTo>
                  <a:lnTo>
                    <a:pt x="780123" y="1367131"/>
                  </a:lnTo>
                  <a:lnTo>
                    <a:pt x="781195" y="1366852"/>
                  </a:lnTo>
                  <a:lnTo>
                    <a:pt x="782267" y="1366571"/>
                  </a:lnTo>
                  <a:lnTo>
                    <a:pt x="783338" y="1366290"/>
                  </a:lnTo>
                  <a:lnTo>
                    <a:pt x="784410" y="1366009"/>
                  </a:lnTo>
                  <a:lnTo>
                    <a:pt x="785481" y="1365726"/>
                  </a:lnTo>
                  <a:lnTo>
                    <a:pt x="786553" y="1365443"/>
                  </a:lnTo>
                  <a:lnTo>
                    <a:pt x="787625" y="1365160"/>
                  </a:lnTo>
                  <a:lnTo>
                    <a:pt x="788696" y="1364875"/>
                  </a:lnTo>
                  <a:lnTo>
                    <a:pt x="789768" y="1364590"/>
                  </a:lnTo>
                  <a:lnTo>
                    <a:pt x="790839" y="1364305"/>
                  </a:lnTo>
                  <a:lnTo>
                    <a:pt x="791911" y="1364018"/>
                  </a:lnTo>
                  <a:lnTo>
                    <a:pt x="792983" y="1363731"/>
                  </a:lnTo>
                  <a:lnTo>
                    <a:pt x="794054" y="1363443"/>
                  </a:lnTo>
                  <a:lnTo>
                    <a:pt x="795126" y="1363155"/>
                  </a:lnTo>
                  <a:lnTo>
                    <a:pt x="796197" y="1362866"/>
                  </a:lnTo>
                  <a:lnTo>
                    <a:pt x="797269" y="1362576"/>
                  </a:lnTo>
                  <a:lnTo>
                    <a:pt x="798341" y="1362285"/>
                  </a:lnTo>
                  <a:lnTo>
                    <a:pt x="799412" y="1361994"/>
                  </a:lnTo>
                  <a:lnTo>
                    <a:pt x="800484" y="1361702"/>
                  </a:lnTo>
                  <a:lnTo>
                    <a:pt x="801555" y="1361409"/>
                  </a:lnTo>
                  <a:lnTo>
                    <a:pt x="802627" y="1361116"/>
                  </a:lnTo>
                  <a:lnTo>
                    <a:pt x="803699" y="1360822"/>
                  </a:lnTo>
                  <a:lnTo>
                    <a:pt x="804770" y="1360527"/>
                  </a:lnTo>
                  <a:lnTo>
                    <a:pt x="805842" y="1360232"/>
                  </a:lnTo>
                  <a:lnTo>
                    <a:pt x="806913" y="1359935"/>
                  </a:lnTo>
                  <a:lnTo>
                    <a:pt x="807985" y="1359638"/>
                  </a:lnTo>
                  <a:lnTo>
                    <a:pt x="809057" y="1359341"/>
                  </a:lnTo>
                  <a:lnTo>
                    <a:pt x="810128" y="1359042"/>
                  </a:lnTo>
                  <a:lnTo>
                    <a:pt x="811200" y="1358743"/>
                  </a:lnTo>
                  <a:lnTo>
                    <a:pt x="812271" y="1358443"/>
                  </a:lnTo>
                  <a:lnTo>
                    <a:pt x="813343" y="1358143"/>
                  </a:lnTo>
                  <a:lnTo>
                    <a:pt x="814415" y="1357842"/>
                  </a:lnTo>
                  <a:lnTo>
                    <a:pt x="815486" y="1357539"/>
                  </a:lnTo>
                  <a:lnTo>
                    <a:pt x="816558" y="1357237"/>
                  </a:lnTo>
                  <a:lnTo>
                    <a:pt x="817629" y="1356933"/>
                  </a:lnTo>
                  <a:lnTo>
                    <a:pt x="818701" y="1356629"/>
                  </a:lnTo>
                  <a:lnTo>
                    <a:pt x="819773" y="1356324"/>
                  </a:lnTo>
                  <a:lnTo>
                    <a:pt x="820844" y="1356018"/>
                  </a:lnTo>
                  <a:lnTo>
                    <a:pt x="821916" y="1355712"/>
                  </a:lnTo>
                  <a:lnTo>
                    <a:pt x="822987" y="1355405"/>
                  </a:lnTo>
                  <a:lnTo>
                    <a:pt x="824059" y="1355097"/>
                  </a:lnTo>
                  <a:lnTo>
                    <a:pt x="825131" y="1354788"/>
                  </a:lnTo>
                  <a:lnTo>
                    <a:pt x="826202" y="1354478"/>
                  </a:lnTo>
                  <a:lnTo>
                    <a:pt x="827274" y="1354168"/>
                  </a:lnTo>
                  <a:lnTo>
                    <a:pt x="828345" y="1353857"/>
                  </a:lnTo>
                  <a:lnTo>
                    <a:pt x="829417" y="1353545"/>
                  </a:lnTo>
                  <a:lnTo>
                    <a:pt x="830489" y="1353233"/>
                  </a:lnTo>
                  <a:lnTo>
                    <a:pt x="831560" y="1352919"/>
                  </a:lnTo>
                  <a:lnTo>
                    <a:pt x="832632" y="1352605"/>
                  </a:lnTo>
                  <a:lnTo>
                    <a:pt x="833703" y="1352290"/>
                  </a:lnTo>
                  <a:lnTo>
                    <a:pt x="834775" y="1351975"/>
                  </a:lnTo>
                  <a:lnTo>
                    <a:pt x="835847" y="1351658"/>
                  </a:lnTo>
                  <a:lnTo>
                    <a:pt x="836918" y="1351341"/>
                  </a:lnTo>
                  <a:lnTo>
                    <a:pt x="837990" y="1351023"/>
                  </a:lnTo>
                  <a:lnTo>
                    <a:pt x="839061" y="1350704"/>
                  </a:lnTo>
                  <a:lnTo>
                    <a:pt x="840133" y="1350385"/>
                  </a:lnTo>
                  <a:lnTo>
                    <a:pt x="841205" y="1350064"/>
                  </a:lnTo>
                  <a:lnTo>
                    <a:pt x="842276" y="1349743"/>
                  </a:lnTo>
                  <a:lnTo>
                    <a:pt x="843348" y="1349421"/>
                  </a:lnTo>
                  <a:lnTo>
                    <a:pt x="844419" y="1349099"/>
                  </a:lnTo>
                  <a:lnTo>
                    <a:pt x="845491" y="1348775"/>
                  </a:lnTo>
                  <a:lnTo>
                    <a:pt x="846563" y="1348451"/>
                  </a:lnTo>
                  <a:lnTo>
                    <a:pt x="847634" y="1348126"/>
                  </a:lnTo>
                  <a:lnTo>
                    <a:pt x="848706" y="1347800"/>
                  </a:lnTo>
                  <a:lnTo>
                    <a:pt x="849777" y="1347473"/>
                  </a:lnTo>
                  <a:lnTo>
                    <a:pt x="850849" y="1347145"/>
                  </a:lnTo>
                  <a:lnTo>
                    <a:pt x="851921" y="1346817"/>
                  </a:lnTo>
                  <a:lnTo>
                    <a:pt x="852992" y="1346488"/>
                  </a:lnTo>
                  <a:lnTo>
                    <a:pt x="854064" y="1346158"/>
                  </a:lnTo>
                  <a:lnTo>
                    <a:pt x="855135" y="1345827"/>
                  </a:lnTo>
                  <a:lnTo>
                    <a:pt x="856207" y="1345495"/>
                  </a:lnTo>
                  <a:lnTo>
                    <a:pt x="857279" y="1345162"/>
                  </a:lnTo>
                  <a:lnTo>
                    <a:pt x="858350" y="1344829"/>
                  </a:lnTo>
                  <a:lnTo>
                    <a:pt x="859422" y="1344495"/>
                  </a:lnTo>
                  <a:lnTo>
                    <a:pt x="860493" y="1344160"/>
                  </a:lnTo>
                  <a:lnTo>
                    <a:pt x="861565" y="1343824"/>
                  </a:lnTo>
                  <a:lnTo>
                    <a:pt x="862637" y="1343487"/>
                  </a:lnTo>
                  <a:lnTo>
                    <a:pt x="863708" y="1343150"/>
                  </a:lnTo>
                  <a:lnTo>
                    <a:pt x="864780" y="1342811"/>
                  </a:lnTo>
                  <a:lnTo>
                    <a:pt x="865851" y="1342472"/>
                  </a:lnTo>
                  <a:lnTo>
                    <a:pt x="866923" y="1342132"/>
                  </a:lnTo>
                  <a:lnTo>
                    <a:pt x="867995" y="1341791"/>
                  </a:lnTo>
                  <a:lnTo>
                    <a:pt x="869066" y="1341449"/>
                  </a:lnTo>
                  <a:lnTo>
                    <a:pt x="870138" y="1341107"/>
                  </a:lnTo>
                  <a:lnTo>
                    <a:pt x="871209" y="1340763"/>
                  </a:lnTo>
                  <a:lnTo>
                    <a:pt x="872281" y="1340419"/>
                  </a:lnTo>
                  <a:lnTo>
                    <a:pt x="873353" y="1340074"/>
                  </a:lnTo>
                  <a:lnTo>
                    <a:pt x="874424" y="1339727"/>
                  </a:lnTo>
                  <a:lnTo>
                    <a:pt x="875496" y="1339380"/>
                  </a:lnTo>
                  <a:lnTo>
                    <a:pt x="876567" y="1339033"/>
                  </a:lnTo>
                  <a:lnTo>
                    <a:pt x="877639" y="1338684"/>
                  </a:lnTo>
                  <a:lnTo>
                    <a:pt x="878711" y="1338334"/>
                  </a:lnTo>
                  <a:lnTo>
                    <a:pt x="879782" y="1337984"/>
                  </a:lnTo>
                  <a:lnTo>
                    <a:pt x="880854" y="1337632"/>
                  </a:lnTo>
                  <a:lnTo>
                    <a:pt x="881925" y="1337280"/>
                  </a:lnTo>
                  <a:lnTo>
                    <a:pt x="882997" y="1336927"/>
                  </a:lnTo>
                  <a:lnTo>
                    <a:pt x="884069" y="1336573"/>
                  </a:lnTo>
                  <a:lnTo>
                    <a:pt x="885140" y="1336218"/>
                  </a:lnTo>
                  <a:lnTo>
                    <a:pt x="886212" y="1335862"/>
                  </a:lnTo>
                  <a:lnTo>
                    <a:pt x="887283" y="1335505"/>
                  </a:lnTo>
                  <a:lnTo>
                    <a:pt x="888355" y="1335148"/>
                  </a:lnTo>
                  <a:lnTo>
                    <a:pt x="889426" y="1334789"/>
                  </a:lnTo>
                  <a:lnTo>
                    <a:pt x="890498" y="1334430"/>
                  </a:lnTo>
                  <a:lnTo>
                    <a:pt x="891570" y="1334069"/>
                  </a:lnTo>
                  <a:lnTo>
                    <a:pt x="892641" y="1333708"/>
                  </a:lnTo>
                  <a:lnTo>
                    <a:pt x="893713" y="1333346"/>
                  </a:lnTo>
                  <a:lnTo>
                    <a:pt x="894784" y="1332983"/>
                  </a:lnTo>
                  <a:lnTo>
                    <a:pt x="895856" y="1332619"/>
                  </a:lnTo>
                  <a:lnTo>
                    <a:pt x="896928" y="1332254"/>
                  </a:lnTo>
                  <a:lnTo>
                    <a:pt x="897999" y="1331888"/>
                  </a:lnTo>
                  <a:lnTo>
                    <a:pt x="899071" y="1331521"/>
                  </a:lnTo>
                  <a:lnTo>
                    <a:pt x="900142" y="1331153"/>
                  </a:lnTo>
                  <a:lnTo>
                    <a:pt x="901214" y="1330784"/>
                  </a:lnTo>
                  <a:lnTo>
                    <a:pt x="902286" y="1330415"/>
                  </a:lnTo>
                  <a:lnTo>
                    <a:pt x="903357" y="1330044"/>
                  </a:lnTo>
                  <a:lnTo>
                    <a:pt x="904429" y="1329673"/>
                  </a:lnTo>
                  <a:lnTo>
                    <a:pt x="905500" y="1329300"/>
                  </a:lnTo>
                  <a:lnTo>
                    <a:pt x="906572" y="1328927"/>
                  </a:lnTo>
                  <a:lnTo>
                    <a:pt x="907644" y="1328552"/>
                  </a:lnTo>
                  <a:lnTo>
                    <a:pt x="908715" y="1328177"/>
                  </a:lnTo>
                  <a:lnTo>
                    <a:pt x="909787" y="1327801"/>
                  </a:lnTo>
                  <a:lnTo>
                    <a:pt x="910858" y="1327424"/>
                  </a:lnTo>
                  <a:lnTo>
                    <a:pt x="911930" y="1327045"/>
                  </a:lnTo>
                  <a:lnTo>
                    <a:pt x="913002" y="1326666"/>
                  </a:lnTo>
                  <a:lnTo>
                    <a:pt x="914073" y="1326286"/>
                  </a:lnTo>
                  <a:lnTo>
                    <a:pt x="915145" y="1325905"/>
                  </a:lnTo>
                  <a:lnTo>
                    <a:pt x="916216" y="1325523"/>
                  </a:lnTo>
                  <a:lnTo>
                    <a:pt x="917288" y="1325140"/>
                  </a:lnTo>
                  <a:lnTo>
                    <a:pt x="918360" y="1324756"/>
                  </a:lnTo>
                  <a:lnTo>
                    <a:pt x="919431" y="1324371"/>
                  </a:lnTo>
                  <a:lnTo>
                    <a:pt x="920503" y="1323985"/>
                  </a:lnTo>
                  <a:lnTo>
                    <a:pt x="921574" y="1323598"/>
                  </a:lnTo>
                  <a:lnTo>
                    <a:pt x="922646" y="1323210"/>
                  </a:lnTo>
                  <a:lnTo>
                    <a:pt x="923718" y="1322821"/>
                  </a:lnTo>
                  <a:lnTo>
                    <a:pt x="924789" y="1322431"/>
                  </a:lnTo>
                  <a:lnTo>
                    <a:pt x="925861" y="1322040"/>
                  </a:lnTo>
                  <a:lnTo>
                    <a:pt x="926932" y="1321648"/>
                  </a:lnTo>
                  <a:lnTo>
                    <a:pt x="928004" y="1321255"/>
                  </a:lnTo>
                  <a:lnTo>
                    <a:pt x="929076" y="1320861"/>
                  </a:lnTo>
                  <a:lnTo>
                    <a:pt x="930147" y="1320466"/>
                  </a:lnTo>
                  <a:lnTo>
                    <a:pt x="931219" y="1320070"/>
                  </a:lnTo>
                  <a:lnTo>
                    <a:pt x="932290" y="1319673"/>
                  </a:lnTo>
                  <a:lnTo>
                    <a:pt x="933362" y="1319275"/>
                  </a:lnTo>
                  <a:lnTo>
                    <a:pt x="934434" y="1318876"/>
                  </a:lnTo>
                  <a:lnTo>
                    <a:pt x="935505" y="1318475"/>
                  </a:lnTo>
                  <a:lnTo>
                    <a:pt x="936577" y="1318074"/>
                  </a:lnTo>
                  <a:lnTo>
                    <a:pt x="937648" y="1317672"/>
                  </a:lnTo>
                  <a:lnTo>
                    <a:pt x="938720" y="1317269"/>
                  </a:lnTo>
                  <a:lnTo>
                    <a:pt x="939792" y="1316865"/>
                  </a:lnTo>
                  <a:lnTo>
                    <a:pt x="940863" y="1316459"/>
                  </a:lnTo>
                  <a:lnTo>
                    <a:pt x="941935" y="1316053"/>
                  </a:lnTo>
                  <a:lnTo>
                    <a:pt x="943006" y="1315646"/>
                  </a:lnTo>
                  <a:lnTo>
                    <a:pt x="944078" y="1315237"/>
                  </a:lnTo>
                  <a:lnTo>
                    <a:pt x="945150" y="1314828"/>
                  </a:lnTo>
                  <a:lnTo>
                    <a:pt x="946221" y="1314417"/>
                  </a:lnTo>
                  <a:lnTo>
                    <a:pt x="947293" y="1314006"/>
                  </a:lnTo>
                  <a:lnTo>
                    <a:pt x="948364" y="1313593"/>
                  </a:lnTo>
                  <a:lnTo>
                    <a:pt x="949436" y="1313179"/>
                  </a:lnTo>
                  <a:lnTo>
                    <a:pt x="950508" y="1312764"/>
                  </a:lnTo>
                  <a:lnTo>
                    <a:pt x="951579" y="1312349"/>
                  </a:lnTo>
                  <a:lnTo>
                    <a:pt x="952651" y="1311932"/>
                  </a:lnTo>
                  <a:lnTo>
                    <a:pt x="953722" y="1311514"/>
                  </a:lnTo>
                  <a:lnTo>
                    <a:pt x="954794" y="1311095"/>
                  </a:lnTo>
                  <a:lnTo>
                    <a:pt x="955866" y="1310674"/>
                  </a:lnTo>
                  <a:lnTo>
                    <a:pt x="956937" y="1310253"/>
                  </a:lnTo>
                  <a:lnTo>
                    <a:pt x="958009" y="1309831"/>
                  </a:lnTo>
                  <a:lnTo>
                    <a:pt x="959080" y="1309407"/>
                  </a:lnTo>
                  <a:lnTo>
                    <a:pt x="960152" y="1308983"/>
                  </a:lnTo>
                  <a:lnTo>
                    <a:pt x="961224" y="1308557"/>
                  </a:lnTo>
                  <a:lnTo>
                    <a:pt x="962295" y="1308130"/>
                  </a:lnTo>
                  <a:lnTo>
                    <a:pt x="963367" y="1307703"/>
                  </a:lnTo>
                  <a:lnTo>
                    <a:pt x="964438" y="1307274"/>
                  </a:lnTo>
                  <a:lnTo>
                    <a:pt x="965510" y="1306844"/>
                  </a:lnTo>
                  <a:lnTo>
                    <a:pt x="966582" y="1306412"/>
                  </a:lnTo>
                  <a:lnTo>
                    <a:pt x="967653" y="1305980"/>
                  </a:lnTo>
                  <a:lnTo>
                    <a:pt x="968725" y="1305547"/>
                  </a:lnTo>
                  <a:lnTo>
                    <a:pt x="969796" y="1305112"/>
                  </a:lnTo>
                  <a:lnTo>
                    <a:pt x="970868" y="1304677"/>
                  </a:lnTo>
                  <a:lnTo>
                    <a:pt x="971940" y="1304240"/>
                  </a:lnTo>
                  <a:lnTo>
                    <a:pt x="973011" y="1303802"/>
                  </a:lnTo>
                  <a:lnTo>
                    <a:pt x="974083" y="1303363"/>
                  </a:lnTo>
                  <a:lnTo>
                    <a:pt x="975154" y="1302923"/>
                  </a:lnTo>
                  <a:lnTo>
                    <a:pt x="976226" y="1302481"/>
                  </a:lnTo>
                  <a:lnTo>
                    <a:pt x="977298" y="1302039"/>
                  </a:lnTo>
                  <a:lnTo>
                    <a:pt x="978369" y="1301595"/>
                  </a:lnTo>
                  <a:lnTo>
                    <a:pt x="979441" y="1301150"/>
                  </a:lnTo>
                  <a:lnTo>
                    <a:pt x="980512" y="1300704"/>
                  </a:lnTo>
                  <a:lnTo>
                    <a:pt x="981584" y="1300257"/>
                  </a:lnTo>
                  <a:lnTo>
                    <a:pt x="982656" y="1299809"/>
                  </a:lnTo>
                  <a:lnTo>
                    <a:pt x="983727" y="1299360"/>
                  </a:lnTo>
                  <a:lnTo>
                    <a:pt x="984799" y="1298909"/>
                  </a:lnTo>
                  <a:lnTo>
                    <a:pt x="985870" y="1298457"/>
                  </a:lnTo>
                  <a:lnTo>
                    <a:pt x="986942" y="1298004"/>
                  </a:lnTo>
                  <a:lnTo>
                    <a:pt x="988014" y="1297550"/>
                  </a:lnTo>
                  <a:lnTo>
                    <a:pt x="989085" y="1297095"/>
                  </a:lnTo>
                  <a:lnTo>
                    <a:pt x="990157" y="1296638"/>
                  </a:lnTo>
                  <a:lnTo>
                    <a:pt x="991228" y="1296181"/>
                  </a:lnTo>
                  <a:lnTo>
                    <a:pt x="992300" y="1295722"/>
                  </a:lnTo>
                  <a:lnTo>
                    <a:pt x="993372" y="1295262"/>
                  </a:lnTo>
                  <a:lnTo>
                    <a:pt x="994443" y="1294801"/>
                  </a:lnTo>
                  <a:lnTo>
                    <a:pt x="995515" y="1294338"/>
                  </a:lnTo>
                  <a:lnTo>
                    <a:pt x="996586" y="1293875"/>
                  </a:lnTo>
                  <a:lnTo>
                    <a:pt x="997658" y="1293410"/>
                  </a:lnTo>
                  <a:lnTo>
                    <a:pt x="998730" y="1292944"/>
                  </a:lnTo>
                  <a:lnTo>
                    <a:pt x="999801" y="1292476"/>
                  </a:lnTo>
                  <a:lnTo>
                    <a:pt x="1000873" y="1292008"/>
                  </a:lnTo>
                  <a:lnTo>
                    <a:pt x="1001944" y="1291538"/>
                  </a:lnTo>
                  <a:lnTo>
                    <a:pt x="1003016" y="1291067"/>
                  </a:lnTo>
                  <a:lnTo>
                    <a:pt x="1004088" y="1290595"/>
                  </a:lnTo>
                  <a:lnTo>
                    <a:pt x="1005159" y="1290121"/>
                  </a:lnTo>
                  <a:lnTo>
                    <a:pt x="1006231" y="1289647"/>
                  </a:lnTo>
                  <a:lnTo>
                    <a:pt x="1007302" y="1289171"/>
                  </a:lnTo>
                  <a:lnTo>
                    <a:pt x="1008374" y="1288694"/>
                  </a:lnTo>
                  <a:lnTo>
                    <a:pt x="1009446" y="1288215"/>
                  </a:lnTo>
                  <a:lnTo>
                    <a:pt x="1010517" y="1287736"/>
                  </a:lnTo>
                  <a:lnTo>
                    <a:pt x="1011589" y="1287255"/>
                  </a:lnTo>
                  <a:lnTo>
                    <a:pt x="1012660" y="1286773"/>
                  </a:lnTo>
                  <a:lnTo>
                    <a:pt x="1013732" y="1286289"/>
                  </a:lnTo>
                  <a:lnTo>
                    <a:pt x="1014804" y="1285805"/>
                  </a:lnTo>
                  <a:lnTo>
                    <a:pt x="1015875" y="1285319"/>
                  </a:lnTo>
                  <a:lnTo>
                    <a:pt x="1016947" y="1284832"/>
                  </a:lnTo>
                  <a:lnTo>
                    <a:pt x="1018018" y="1284343"/>
                  </a:lnTo>
                  <a:lnTo>
                    <a:pt x="1019090" y="1283853"/>
                  </a:lnTo>
                  <a:lnTo>
                    <a:pt x="1020162" y="1283362"/>
                  </a:lnTo>
                  <a:lnTo>
                    <a:pt x="1021233" y="1282870"/>
                  </a:lnTo>
                  <a:lnTo>
                    <a:pt x="1022305" y="1282377"/>
                  </a:lnTo>
                  <a:lnTo>
                    <a:pt x="1023376" y="1281882"/>
                  </a:lnTo>
                  <a:lnTo>
                    <a:pt x="1024448" y="1281385"/>
                  </a:lnTo>
                  <a:lnTo>
                    <a:pt x="1025520" y="1280888"/>
                  </a:lnTo>
                  <a:lnTo>
                    <a:pt x="1026591" y="1280389"/>
                  </a:lnTo>
                  <a:lnTo>
                    <a:pt x="1027663" y="1279889"/>
                  </a:lnTo>
                  <a:lnTo>
                    <a:pt x="1028734" y="1279388"/>
                  </a:lnTo>
                  <a:lnTo>
                    <a:pt x="1029806" y="1278885"/>
                  </a:lnTo>
                  <a:lnTo>
                    <a:pt x="1030878" y="1278381"/>
                  </a:lnTo>
                  <a:lnTo>
                    <a:pt x="1031949" y="1277876"/>
                  </a:lnTo>
                  <a:lnTo>
                    <a:pt x="1033021" y="1277369"/>
                  </a:lnTo>
                  <a:lnTo>
                    <a:pt x="1034092" y="1276861"/>
                  </a:lnTo>
                  <a:lnTo>
                    <a:pt x="1035164" y="1276352"/>
                  </a:lnTo>
                  <a:lnTo>
                    <a:pt x="1036236" y="1275841"/>
                  </a:lnTo>
                  <a:lnTo>
                    <a:pt x="1037307" y="1275329"/>
                  </a:lnTo>
                  <a:lnTo>
                    <a:pt x="1038379" y="1274816"/>
                  </a:lnTo>
                  <a:lnTo>
                    <a:pt x="1039450" y="1274301"/>
                  </a:lnTo>
                  <a:lnTo>
                    <a:pt x="1040522" y="1273785"/>
                  </a:lnTo>
                  <a:lnTo>
                    <a:pt x="1041594" y="1273268"/>
                  </a:lnTo>
                  <a:lnTo>
                    <a:pt x="1042665" y="1272749"/>
                  </a:lnTo>
                  <a:lnTo>
                    <a:pt x="1043737" y="1272229"/>
                  </a:lnTo>
                  <a:lnTo>
                    <a:pt x="1044808" y="1271707"/>
                  </a:lnTo>
                  <a:lnTo>
                    <a:pt x="1045880" y="1271184"/>
                  </a:lnTo>
                  <a:lnTo>
                    <a:pt x="1046952" y="1270660"/>
                  </a:lnTo>
                  <a:lnTo>
                    <a:pt x="1048023" y="1270135"/>
                  </a:lnTo>
                  <a:lnTo>
                    <a:pt x="1049095" y="1269608"/>
                  </a:lnTo>
                  <a:lnTo>
                    <a:pt x="1050166" y="1269079"/>
                  </a:lnTo>
                  <a:lnTo>
                    <a:pt x="1051238" y="1268550"/>
                  </a:lnTo>
                  <a:lnTo>
                    <a:pt x="1052310" y="1268019"/>
                  </a:lnTo>
                  <a:lnTo>
                    <a:pt x="1053381" y="1267486"/>
                  </a:lnTo>
                  <a:lnTo>
                    <a:pt x="1054453" y="1266952"/>
                  </a:lnTo>
                  <a:lnTo>
                    <a:pt x="1055524" y="1266417"/>
                  </a:lnTo>
                  <a:lnTo>
                    <a:pt x="1056596" y="1265880"/>
                  </a:lnTo>
                  <a:lnTo>
                    <a:pt x="1057668" y="1265342"/>
                  </a:lnTo>
                  <a:lnTo>
                    <a:pt x="1058739" y="1264802"/>
                  </a:lnTo>
                  <a:lnTo>
                    <a:pt x="1059811" y="1264261"/>
                  </a:lnTo>
                  <a:lnTo>
                    <a:pt x="1060882" y="1263719"/>
                  </a:lnTo>
                  <a:lnTo>
                    <a:pt x="1061954" y="1263175"/>
                  </a:lnTo>
                  <a:lnTo>
                    <a:pt x="1063026" y="1262630"/>
                  </a:lnTo>
                  <a:lnTo>
                    <a:pt x="1064097" y="1262083"/>
                  </a:lnTo>
                  <a:lnTo>
                    <a:pt x="1065169" y="1261535"/>
                  </a:lnTo>
                  <a:lnTo>
                    <a:pt x="1066240" y="1260986"/>
                  </a:lnTo>
                  <a:lnTo>
                    <a:pt x="1067312" y="1260435"/>
                  </a:lnTo>
                  <a:lnTo>
                    <a:pt x="1068383" y="1259882"/>
                  </a:lnTo>
                  <a:lnTo>
                    <a:pt x="1069455" y="1259328"/>
                  </a:lnTo>
                  <a:lnTo>
                    <a:pt x="1070527" y="1258773"/>
                  </a:lnTo>
                  <a:lnTo>
                    <a:pt x="1071598" y="1258216"/>
                  </a:lnTo>
                  <a:lnTo>
                    <a:pt x="1072670" y="1257658"/>
                  </a:lnTo>
                  <a:lnTo>
                    <a:pt x="1073741" y="1257098"/>
                  </a:lnTo>
                  <a:lnTo>
                    <a:pt x="1074813" y="1256537"/>
                  </a:lnTo>
                  <a:lnTo>
                    <a:pt x="1075885" y="1255974"/>
                  </a:lnTo>
                  <a:lnTo>
                    <a:pt x="1076956" y="1255410"/>
                  </a:lnTo>
                  <a:lnTo>
                    <a:pt x="1078028" y="1254844"/>
                  </a:lnTo>
                  <a:lnTo>
                    <a:pt x="1079099" y="1254277"/>
                  </a:lnTo>
                  <a:lnTo>
                    <a:pt x="1080171" y="1253708"/>
                  </a:lnTo>
                  <a:lnTo>
                    <a:pt x="1081243" y="1253138"/>
                  </a:lnTo>
                  <a:lnTo>
                    <a:pt x="1082314" y="1252567"/>
                  </a:lnTo>
                  <a:lnTo>
                    <a:pt x="1083386" y="1251993"/>
                  </a:lnTo>
                  <a:lnTo>
                    <a:pt x="1084457" y="1251419"/>
                  </a:lnTo>
                  <a:lnTo>
                    <a:pt x="1085529" y="1250843"/>
                  </a:lnTo>
                  <a:lnTo>
                    <a:pt x="1086601" y="1250265"/>
                  </a:lnTo>
                  <a:lnTo>
                    <a:pt x="1087672" y="1249686"/>
                  </a:lnTo>
                  <a:lnTo>
                    <a:pt x="1088744" y="1249105"/>
                  </a:lnTo>
                  <a:lnTo>
                    <a:pt x="1089815" y="1248523"/>
                  </a:lnTo>
                  <a:lnTo>
                    <a:pt x="1090887" y="1247939"/>
                  </a:lnTo>
                  <a:lnTo>
                    <a:pt x="1091959" y="1247353"/>
                  </a:lnTo>
                  <a:lnTo>
                    <a:pt x="1093030" y="1246767"/>
                  </a:lnTo>
                  <a:lnTo>
                    <a:pt x="1094102" y="1246178"/>
                  </a:lnTo>
                  <a:lnTo>
                    <a:pt x="1095173" y="1245588"/>
                  </a:lnTo>
                  <a:lnTo>
                    <a:pt x="1096245" y="1244996"/>
                  </a:lnTo>
                  <a:lnTo>
                    <a:pt x="1097317" y="1244403"/>
                  </a:lnTo>
                  <a:lnTo>
                    <a:pt x="1098388" y="1243809"/>
                  </a:lnTo>
                  <a:lnTo>
                    <a:pt x="1099460" y="1243212"/>
                  </a:lnTo>
                  <a:lnTo>
                    <a:pt x="1100531" y="1242615"/>
                  </a:lnTo>
                  <a:lnTo>
                    <a:pt x="1101603" y="1242015"/>
                  </a:lnTo>
                  <a:lnTo>
                    <a:pt x="1102675" y="1241414"/>
                  </a:lnTo>
                  <a:lnTo>
                    <a:pt x="1103746" y="1240812"/>
                  </a:lnTo>
                  <a:lnTo>
                    <a:pt x="1104818" y="1240207"/>
                  </a:lnTo>
                  <a:lnTo>
                    <a:pt x="1105889" y="1239602"/>
                  </a:lnTo>
                  <a:lnTo>
                    <a:pt x="1106961" y="1238994"/>
                  </a:lnTo>
                  <a:lnTo>
                    <a:pt x="1108033" y="1238385"/>
                  </a:lnTo>
                  <a:lnTo>
                    <a:pt x="1109104" y="1237775"/>
                  </a:lnTo>
                  <a:lnTo>
                    <a:pt x="1110176" y="1237162"/>
                  </a:lnTo>
                  <a:lnTo>
                    <a:pt x="1111247" y="1236549"/>
                  </a:lnTo>
                  <a:lnTo>
                    <a:pt x="1112319" y="1235933"/>
                  </a:lnTo>
                  <a:lnTo>
                    <a:pt x="1113391" y="1235316"/>
                  </a:lnTo>
                  <a:lnTo>
                    <a:pt x="1114462" y="1234697"/>
                  </a:lnTo>
                  <a:lnTo>
                    <a:pt x="1115534" y="1234077"/>
                  </a:lnTo>
                  <a:lnTo>
                    <a:pt x="1116605" y="1233455"/>
                  </a:lnTo>
                  <a:lnTo>
                    <a:pt x="1117677" y="1232832"/>
                  </a:lnTo>
                  <a:lnTo>
                    <a:pt x="1118749" y="1232206"/>
                  </a:lnTo>
                  <a:lnTo>
                    <a:pt x="1119820" y="1231579"/>
                  </a:lnTo>
                  <a:lnTo>
                    <a:pt x="1120892" y="1230951"/>
                  </a:lnTo>
                  <a:lnTo>
                    <a:pt x="1121963" y="1230321"/>
                  </a:lnTo>
                  <a:lnTo>
                    <a:pt x="1123035" y="1229689"/>
                  </a:lnTo>
                  <a:lnTo>
                    <a:pt x="1124107" y="1229055"/>
                  </a:lnTo>
                  <a:lnTo>
                    <a:pt x="1125178" y="1228420"/>
                  </a:lnTo>
                  <a:lnTo>
                    <a:pt x="1126250" y="1227783"/>
                  </a:lnTo>
                  <a:lnTo>
                    <a:pt x="1127321" y="1227144"/>
                  </a:lnTo>
                  <a:lnTo>
                    <a:pt x="1128393" y="1226504"/>
                  </a:lnTo>
                  <a:lnTo>
                    <a:pt x="1129465" y="1225862"/>
                  </a:lnTo>
                  <a:lnTo>
                    <a:pt x="1130536" y="1225218"/>
                  </a:lnTo>
                  <a:lnTo>
                    <a:pt x="1131608" y="1224573"/>
                  </a:lnTo>
                  <a:lnTo>
                    <a:pt x="1132679" y="1223926"/>
                  </a:lnTo>
                  <a:lnTo>
                    <a:pt x="1133751" y="1223277"/>
                  </a:lnTo>
                  <a:lnTo>
                    <a:pt x="1134823" y="1222627"/>
                  </a:lnTo>
                  <a:lnTo>
                    <a:pt x="1135894" y="1221975"/>
                  </a:lnTo>
                  <a:lnTo>
                    <a:pt x="1136966" y="1221321"/>
                  </a:lnTo>
                  <a:lnTo>
                    <a:pt x="1138037" y="1220666"/>
                  </a:lnTo>
                  <a:lnTo>
                    <a:pt x="1139109" y="1220009"/>
                  </a:lnTo>
                  <a:lnTo>
                    <a:pt x="1140181" y="1219350"/>
                  </a:lnTo>
                  <a:lnTo>
                    <a:pt x="1141252" y="1218690"/>
                  </a:lnTo>
                  <a:lnTo>
                    <a:pt x="1142324" y="1218028"/>
                  </a:lnTo>
                  <a:lnTo>
                    <a:pt x="1143395" y="1217365"/>
                  </a:lnTo>
                  <a:lnTo>
                    <a:pt x="1144467" y="1216700"/>
                  </a:lnTo>
                  <a:lnTo>
                    <a:pt x="1145539" y="1216033"/>
                  </a:lnTo>
                  <a:lnTo>
                    <a:pt x="1146610" y="1215365"/>
                  </a:lnTo>
                  <a:lnTo>
                    <a:pt x="1147682" y="1214695"/>
                  </a:lnTo>
                  <a:lnTo>
                    <a:pt x="1148753" y="1214023"/>
                  </a:lnTo>
                  <a:lnTo>
                    <a:pt x="1149825" y="1213350"/>
                  </a:lnTo>
                  <a:lnTo>
                    <a:pt x="1150897" y="1212676"/>
                  </a:lnTo>
                  <a:lnTo>
                    <a:pt x="1151968" y="1211999"/>
                  </a:lnTo>
                  <a:lnTo>
                    <a:pt x="1153040" y="1211321"/>
                  </a:lnTo>
                  <a:lnTo>
                    <a:pt x="1154111" y="1210642"/>
                  </a:lnTo>
                  <a:lnTo>
                    <a:pt x="1155183" y="1209961"/>
                  </a:lnTo>
                  <a:lnTo>
                    <a:pt x="1156255" y="1209278"/>
                  </a:lnTo>
                  <a:lnTo>
                    <a:pt x="1157326" y="1208594"/>
                  </a:lnTo>
                  <a:lnTo>
                    <a:pt x="1158398" y="1207908"/>
                  </a:lnTo>
                  <a:lnTo>
                    <a:pt x="1159469" y="1207221"/>
                  </a:lnTo>
                  <a:lnTo>
                    <a:pt x="1160541" y="1206532"/>
                  </a:lnTo>
                  <a:lnTo>
                    <a:pt x="1161613" y="1205842"/>
                  </a:lnTo>
                  <a:lnTo>
                    <a:pt x="1162684" y="1205150"/>
                  </a:lnTo>
                  <a:lnTo>
                    <a:pt x="1163756" y="1204457"/>
                  </a:lnTo>
                  <a:lnTo>
                    <a:pt x="1164827" y="1203761"/>
                  </a:lnTo>
                  <a:lnTo>
                    <a:pt x="1165899" y="1203065"/>
                  </a:lnTo>
                  <a:lnTo>
                    <a:pt x="1166971" y="1202367"/>
                  </a:lnTo>
                  <a:lnTo>
                    <a:pt x="1168042" y="1201667"/>
                  </a:lnTo>
                  <a:lnTo>
                    <a:pt x="1169114" y="1200966"/>
                  </a:lnTo>
                  <a:lnTo>
                    <a:pt x="1170185" y="1200264"/>
                  </a:lnTo>
                  <a:lnTo>
                    <a:pt x="1171257" y="1199559"/>
                  </a:lnTo>
                  <a:lnTo>
                    <a:pt x="1172329" y="1198854"/>
                  </a:lnTo>
                  <a:lnTo>
                    <a:pt x="1173400" y="1198147"/>
                  </a:lnTo>
                  <a:lnTo>
                    <a:pt x="1174472" y="1197438"/>
                  </a:lnTo>
                  <a:lnTo>
                    <a:pt x="1175543" y="1196728"/>
                  </a:lnTo>
                  <a:lnTo>
                    <a:pt x="1176615" y="1196016"/>
                  </a:lnTo>
                  <a:lnTo>
                    <a:pt x="1177687" y="1195303"/>
                  </a:lnTo>
                  <a:lnTo>
                    <a:pt x="1178758" y="1194589"/>
                  </a:lnTo>
                  <a:lnTo>
                    <a:pt x="1179830" y="1193873"/>
                  </a:lnTo>
                  <a:lnTo>
                    <a:pt x="1180901" y="1193155"/>
                  </a:lnTo>
                  <a:lnTo>
                    <a:pt x="1181973" y="1192436"/>
                  </a:lnTo>
                  <a:lnTo>
                    <a:pt x="1183045" y="1191716"/>
                  </a:lnTo>
                  <a:lnTo>
                    <a:pt x="1184116" y="1190994"/>
                  </a:lnTo>
                  <a:lnTo>
                    <a:pt x="1185188" y="1190271"/>
                  </a:lnTo>
                  <a:lnTo>
                    <a:pt x="1186259" y="1189546"/>
                  </a:lnTo>
                  <a:lnTo>
                    <a:pt x="1187331" y="1188820"/>
                  </a:lnTo>
                  <a:lnTo>
                    <a:pt x="1188403" y="1188092"/>
                  </a:lnTo>
                  <a:lnTo>
                    <a:pt x="1189474" y="1187363"/>
                  </a:lnTo>
                  <a:lnTo>
                    <a:pt x="1190546" y="1186633"/>
                  </a:lnTo>
                  <a:lnTo>
                    <a:pt x="1191617" y="1185901"/>
                  </a:lnTo>
                  <a:lnTo>
                    <a:pt x="1192689" y="1185168"/>
                  </a:lnTo>
                  <a:lnTo>
                    <a:pt x="1193761" y="1184433"/>
                  </a:lnTo>
                  <a:lnTo>
                    <a:pt x="1194832" y="1183697"/>
                  </a:lnTo>
                  <a:lnTo>
                    <a:pt x="1195904" y="1182959"/>
                  </a:lnTo>
                  <a:lnTo>
                    <a:pt x="1196975" y="1182221"/>
                  </a:lnTo>
                  <a:lnTo>
                    <a:pt x="1198047" y="1181480"/>
                  </a:lnTo>
                  <a:lnTo>
                    <a:pt x="1199119" y="1180739"/>
                  </a:lnTo>
                  <a:lnTo>
                    <a:pt x="1200190" y="1179996"/>
                  </a:lnTo>
                  <a:lnTo>
                    <a:pt x="1201262" y="1179251"/>
                  </a:lnTo>
                  <a:lnTo>
                    <a:pt x="1202333" y="1178506"/>
                  </a:lnTo>
                  <a:lnTo>
                    <a:pt x="1203405" y="1177759"/>
                  </a:lnTo>
                  <a:lnTo>
                    <a:pt x="1204477" y="1177010"/>
                  </a:lnTo>
                  <a:lnTo>
                    <a:pt x="1205548" y="1176260"/>
                  </a:lnTo>
                  <a:lnTo>
                    <a:pt x="1206620" y="1175509"/>
                  </a:lnTo>
                  <a:lnTo>
                    <a:pt x="1207691" y="1174757"/>
                  </a:lnTo>
                  <a:lnTo>
                    <a:pt x="1208763" y="1174003"/>
                  </a:lnTo>
                  <a:lnTo>
                    <a:pt x="1209835" y="1173248"/>
                  </a:lnTo>
                  <a:lnTo>
                    <a:pt x="1210906" y="1172491"/>
                  </a:lnTo>
                  <a:lnTo>
                    <a:pt x="1211978" y="1171734"/>
                  </a:lnTo>
                  <a:lnTo>
                    <a:pt x="1213049" y="1170974"/>
                  </a:lnTo>
                  <a:lnTo>
                    <a:pt x="1214121" y="1170214"/>
                  </a:lnTo>
                  <a:lnTo>
                    <a:pt x="1215193" y="1169452"/>
                  </a:lnTo>
                  <a:lnTo>
                    <a:pt x="1216264" y="1168689"/>
                  </a:lnTo>
                  <a:lnTo>
                    <a:pt x="1217336" y="1167925"/>
                  </a:lnTo>
                  <a:lnTo>
                    <a:pt x="1218407" y="1167160"/>
                  </a:lnTo>
                  <a:lnTo>
                    <a:pt x="1219479" y="1166393"/>
                  </a:lnTo>
                  <a:lnTo>
                    <a:pt x="1220551" y="1165625"/>
                  </a:lnTo>
                  <a:lnTo>
                    <a:pt x="1221622" y="1164855"/>
                  </a:lnTo>
                  <a:lnTo>
                    <a:pt x="1222694" y="1164085"/>
                  </a:lnTo>
                  <a:lnTo>
                    <a:pt x="1223765" y="1163313"/>
                  </a:lnTo>
                  <a:lnTo>
                    <a:pt x="1224837" y="1162539"/>
                  </a:lnTo>
                  <a:lnTo>
                    <a:pt x="1225909" y="1161765"/>
                  </a:lnTo>
                  <a:lnTo>
                    <a:pt x="1226980" y="1160989"/>
                  </a:lnTo>
                  <a:lnTo>
                    <a:pt x="1228052" y="1160213"/>
                  </a:lnTo>
                  <a:lnTo>
                    <a:pt x="1229123" y="1159434"/>
                  </a:lnTo>
                  <a:lnTo>
                    <a:pt x="1230195" y="1158655"/>
                  </a:lnTo>
                  <a:lnTo>
                    <a:pt x="1231267" y="1157874"/>
                  </a:lnTo>
                  <a:lnTo>
                    <a:pt x="1232338" y="1157093"/>
                  </a:lnTo>
                  <a:lnTo>
                    <a:pt x="1233410" y="1156310"/>
                  </a:lnTo>
                  <a:lnTo>
                    <a:pt x="1234481" y="1155526"/>
                  </a:lnTo>
                  <a:lnTo>
                    <a:pt x="1235553" y="1154740"/>
                  </a:lnTo>
                  <a:lnTo>
                    <a:pt x="1236625" y="1153954"/>
                  </a:lnTo>
                  <a:lnTo>
                    <a:pt x="1237696" y="1153166"/>
                  </a:lnTo>
                  <a:lnTo>
                    <a:pt x="1238768" y="1152377"/>
                  </a:lnTo>
                  <a:lnTo>
                    <a:pt x="1239839" y="1151587"/>
                  </a:lnTo>
                  <a:lnTo>
                    <a:pt x="1240911" y="1150795"/>
                  </a:lnTo>
                  <a:lnTo>
                    <a:pt x="1241983" y="1150003"/>
                  </a:lnTo>
                  <a:lnTo>
                    <a:pt x="1243054" y="1149209"/>
                  </a:lnTo>
                  <a:lnTo>
                    <a:pt x="1244126" y="1148415"/>
                  </a:lnTo>
                  <a:lnTo>
                    <a:pt x="1245197" y="1147619"/>
                  </a:lnTo>
                  <a:lnTo>
                    <a:pt x="1246269" y="1146822"/>
                  </a:lnTo>
                  <a:lnTo>
                    <a:pt x="1247340" y="1146024"/>
                  </a:lnTo>
                  <a:lnTo>
                    <a:pt x="1248412" y="1145224"/>
                  </a:lnTo>
                  <a:lnTo>
                    <a:pt x="1249484" y="1144424"/>
                  </a:lnTo>
                  <a:lnTo>
                    <a:pt x="1250555" y="1143622"/>
                  </a:lnTo>
                  <a:lnTo>
                    <a:pt x="1251627" y="1142820"/>
                  </a:lnTo>
                  <a:lnTo>
                    <a:pt x="1252698" y="1142016"/>
                  </a:lnTo>
                  <a:lnTo>
                    <a:pt x="1253770" y="1141211"/>
                  </a:lnTo>
                  <a:lnTo>
                    <a:pt x="1254842" y="1140405"/>
                  </a:lnTo>
                  <a:lnTo>
                    <a:pt x="1255913" y="1139598"/>
                  </a:lnTo>
                  <a:lnTo>
                    <a:pt x="1256985" y="1138790"/>
                  </a:lnTo>
                  <a:lnTo>
                    <a:pt x="1258056" y="1137981"/>
                  </a:lnTo>
                  <a:lnTo>
                    <a:pt x="1259128" y="1137171"/>
                  </a:lnTo>
                  <a:lnTo>
                    <a:pt x="1260200" y="1136359"/>
                  </a:lnTo>
                  <a:lnTo>
                    <a:pt x="1261271" y="1135547"/>
                  </a:lnTo>
                  <a:lnTo>
                    <a:pt x="1262343" y="1134734"/>
                  </a:lnTo>
                  <a:lnTo>
                    <a:pt x="1263414" y="1133919"/>
                  </a:lnTo>
                  <a:lnTo>
                    <a:pt x="1264486" y="1133104"/>
                  </a:lnTo>
                  <a:lnTo>
                    <a:pt x="1265558" y="1132287"/>
                  </a:lnTo>
                  <a:lnTo>
                    <a:pt x="1266629" y="1131470"/>
                  </a:lnTo>
                  <a:lnTo>
                    <a:pt x="1267701" y="1130651"/>
                  </a:lnTo>
                  <a:lnTo>
                    <a:pt x="1268772" y="1129832"/>
                  </a:lnTo>
                  <a:lnTo>
                    <a:pt x="1269844" y="1129011"/>
                  </a:lnTo>
                  <a:lnTo>
                    <a:pt x="1270916" y="1128190"/>
                  </a:lnTo>
                  <a:lnTo>
                    <a:pt x="1271987" y="1127367"/>
                  </a:lnTo>
                  <a:lnTo>
                    <a:pt x="1273059" y="1126544"/>
                  </a:lnTo>
                  <a:lnTo>
                    <a:pt x="1274130" y="1125719"/>
                  </a:lnTo>
                  <a:lnTo>
                    <a:pt x="1275202" y="1124894"/>
                  </a:lnTo>
                  <a:lnTo>
                    <a:pt x="1276274" y="1124067"/>
                  </a:lnTo>
                  <a:lnTo>
                    <a:pt x="1277345" y="1123240"/>
                  </a:lnTo>
                  <a:lnTo>
                    <a:pt x="1278417" y="1122411"/>
                  </a:lnTo>
                  <a:lnTo>
                    <a:pt x="1279488" y="1121582"/>
                  </a:lnTo>
                  <a:lnTo>
                    <a:pt x="1280560" y="1120752"/>
                  </a:lnTo>
                  <a:lnTo>
                    <a:pt x="1281632" y="1119921"/>
                  </a:lnTo>
                  <a:lnTo>
                    <a:pt x="1282703" y="1119089"/>
                  </a:lnTo>
                  <a:lnTo>
                    <a:pt x="1283775" y="1118256"/>
                  </a:lnTo>
                  <a:lnTo>
                    <a:pt x="1284846" y="1117422"/>
                  </a:lnTo>
                  <a:lnTo>
                    <a:pt x="1285918" y="1116587"/>
                  </a:lnTo>
                  <a:lnTo>
                    <a:pt x="1286990" y="1115751"/>
                  </a:lnTo>
                  <a:lnTo>
                    <a:pt x="1288061" y="1114915"/>
                  </a:lnTo>
                  <a:lnTo>
                    <a:pt x="1289133" y="1114077"/>
                  </a:lnTo>
                  <a:lnTo>
                    <a:pt x="1290204" y="1113239"/>
                  </a:lnTo>
                  <a:lnTo>
                    <a:pt x="1291276" y="1112399"/>
                  </a:lnTo>
                  <a:lnTo>
                    <a:pt x="1292348" y="1111559"/>
                  </a:lnTo>
                  <a:lnTo>
                    <a:pt x="1293419" y="1110718"/>
                  </a:lnTo>
                  <a:lnTo>
                    <a:pt x="1294491" y="1109876"/>
                  </a:lnTo>
                  <a:lnTo>
                    <a:pt x="1295562" y="1109034"/>
                  </a:lnTo>
                  <a:lnTo>
                    <a:pt x="1296634" y="1108190"/>
                  </a:lnTo>
                  <a:lnTo>
                    <a:pt x="1297706" y="1107346"/>
                  </a:lnTo>
                  <a:lnTo>
                    <a:pt x="1298777" y="1106501"/>
                  </a:lnTo>
                  <a:lnTo>
                    <a:pt x="1299849" y="1105655"/>
                  </a:lnTo>
                  <a:lnTo>
                    <a:pt x="1300920" y="1104808"/>
                  </a:lnTo>
                  <a:lnTo>
                    <a:pt x="1301992" y="1103960"/>
                  </a:lnTo>
                  <a:lnTo>
                    <a:pt x="1303064" y="1103112"/>
                  </a:lnTo>
                  <a:lnTo>
                    <a:pt x="1304135" y="1102263"/>
                  </a:lnTo>
                  <a:lnTo>
                    <a:pt x="1305207" y="1101413"/>
                  </a:lnTo>
                  <a:lnTo>
                    <a:pt x="1306278" y="1100562"/>
                  </a:lnTo>
                  <a:lnTo>
                    <a:pt x="1307350" y="1099711"/>
                  </a:lnTo>
                  <a:lnTo>
                    <a:pt x="1308422" y="1098858"/>
                  </a:lnTo>
                  <a:lnTo>
                    <a:pt x="1309493" y="1098005"/>
                  </a:lnTo>
                  <a:lnTo>
                    <a:pt x="1310565" y="1097152"/>
                  </a:lnTo>
                  <a:lnTo>
                    <a:pt x="1311636" y="1096297"/>
                  </a:lnTo>
                  <a:lnTo>
                    <a:pt x="1312708" y="1095442"/>
                  </a:lnTo>
                  <a:lnTo>
                    <a:pt x="1313780" y="1094586"/>
                  </a:lnTo>
                  <a:lnTo>
                    <a:pt x="1314851" y="1093729"/>
                  </a:lnTo>
                  <a:lnTo>
                    <a:pt x="1315923" y="1092872"/>
                  </a:lnTo>
                  <a:lnTo>
                    <a:pt x="1316994" y="1092014"/>
                  </a:lnTo>
                  <a:lnTo>
                    <a:pt x="1318066" y="1091155"/>
                  </a:lnTo>
                  <a:lnTo>
                    <a:pt x="1319138" y="1090295"/>
                  </a:lnTo>
                  <a:lnTo>
                    <a:pt x="1320209" y="1089435"/>
                  </a:lnTo>
                  <a:lnTo>
                    <a:pt x="1321281" y="1088574"/>
                  </a:lnTo>
                  <a:lnTo>
                    <a:pt x="1322352" y="1087713"/>
                  </a:lnTo>
                  <a:lnTo>
                    <a:pt x="1323424" y="1086851"/>
                  </a:lnTo>
                  <a:lnTo>
                    <a:pt x="1324496" y="1085988"/>
                  </a:lnTo>
                  <a:lnTo>
                    <a:pt x="1325567" y="1085125"/>
                  </a:lnTo>
                  <a:lnTo>
                    <a:pt x="1326639" y="1084261"/>
                  </a:lnTo>
                  <a:lnTo>
                    <a:pt x="1327710" y="1083396"/>
                  </a:lnTo>
                  <a:lnTo>
                    <a:pt x="1328782" y="1082531"/>
                  </a:lnTo>
                  <a:lnTo>
                    <a:pt x="1329854" y="1081665"/>
                  </a:lnTo>
                  <a:lnTo>
                    <a:pt x="1330925" y="1080798"/>
                  </a:lnTo>
                  <a:lnTo>
                    <a:pt x="1331997" y="1079931"/>
                  </a:lnTo>
                  <a:lnTo>
                    <a:pt x="1333068" y="1079063"/>
                  </a:lnTo>
                  <a:lnTo>
                    <a:pt x="1334140" y="1078195"/>
                  </a:lnTo>
                  <a:lnTo>
                    <a:pt x="1335212" y="1077326"/>
                  </a:lnTo>
                  <a:lnTo>
                    <a:pt x="1336283" y="1076457"/>
                  </a:lnTo>
                  <a:lnTo>
                    <a:pt x="1337355" y="1075587"/>
                  </a:lnTo>
                  <a:lnTo>
                    <a:pt x="1338426" y="1074716"/>
                  </a:lnTo>
                  <a:lnTo>
                    <a:pt x="1339498" y="1073845"/>
                  </a:lnTo>
                  <a:lnTo>
                    <a:pt x="1340570" y="1072973"/>
                  </a:lnTo>
                  <a:lnTo>
                    <a:pt x="1341641" y="1072101"/>
                  </a:lnTo>
                  <a:lnTo>
                    <a:pt x="1342713" y="1071229"/>
                  </a:lnTo>
                  <a:lnTo>
                    <a:pt x="1343784" y="1070355"/>
                  </a:lnTo>
                  <a:lnTo>
                    <a:pt x="1344856" y="1069482"/>
                  </a:lnTo>
                  <a:lnTo>
                    <a:pt x="1345928" y="1068608"/>
                  </a:lnTo>
                  <a:lnTo>
                    <a:pt x="1346999" y="1067733"/>
                  </a:lnTo>
                  <a:lnTo>
                    <a:pt x="1348071" y="1066858"/>
                  </a:lnTo>
                  <a:lnTo>
                    <a:pt x="1349142" y="1065982"/>
                  </a:lnTo>
                  <a:lnTo>
                    <a:pt x="1350214" y="1065106"/>
                  </a:lnTo>
                  <a:lnTo>
                    <a:pt x="1351286" y="1064230"/>
                  </a:lnTo>
                  <a:lnTo>
                    <a:pt x="1352357" y="1063353"/>
                  </a:lnTo>
                  <a:lnTo>
                    <a:pt x="1353429" y="1062475"/>
                  </a:lnTo>
                  <a:lnTo>
                    <a:pt x="1354500" y="1061597"/>
                  </a:lnTo>
                  <a:lnTo>
                    <a:pt x="1355572" y="1060719"/>
                  </a:lnTo>
                  <a:lnTo>
                    <a:pt x="1356644" y="1059840"/>
                  </a:lnTo>
                  <a:lnTo>
                    <a:pt x="1357715" y="1058961"/>
                  </a:lnTo>
                  <a:lnTo>
                    <a:pt x="1358787" y="1058082"/>
                  </a:lnTo>
                  <a:lnTo>
                    <a:pt x="1359858" y="1057202"/>
                  </a:lnTo>
                  <a:lnTo>
                    <a:pt x="1360930" y="1056322"/>
                  </a:lnTo>
                  <a:lnTo>
                    <a:pt x="1362002" y="1055441"/>
                  </a:lnTo>
                  <a:lnTo>
                    <a:pt x="1363073" y="1054560"/>
                  </a:lnTo>
                  <a:lnTo>
                    <a:pt x="1364145" y="1053679"/>
                  </a:lnTo>
                  <a:lnTo>
                    <a:pt x="1365216" y="1052797"/>
                  </a:lnTo>
                  <a:lnTo>
                    <a:pt x="1366288" y="1051915"/>
                  </a:lnTo>
                  <a:lnTo>
                    <a:pt x="1367360" y="1051033"/>
                  </a:lnTo>
                  <a:lnTo>
                    <a:pt x="1368431" y="1050150"/>
                  </a:lnTo>
                  <a:lnTo>
                    <a:pt x="1369503" y="1049267"/>
                  </a:lnTo>
                  <a:lnTo>
                    <a:pt x="1370574" y="1048384"/>
                  </a:lnTo>
                  <a:lnTo>
                    <a:pt x="1371646" y="1047501"/>
                  </a:lnTo>
                  <a:lnTo>
                    <a:pt x="1372718" y="1046617"/>
                  </a:lnTo>
                  <a:lnTo>
                    <a:pt x="1373789" y="1045733"/>
                  </a:lnTo>
                  <a:lnTo>
                    <a:pt x="1374861" y="1044848"/>
                  </a:lnTo>
                  <a:lnTo>
                    <a:pt x="1375932" y="1043964"/>
                  </a:lnTo>
                  <a:lnTo>
                    <a:pt x="1377004" y="1043079"/>
                  </a:lnTo>
                  <a:lnTo>
                    <a:pt x="1378076" y="1042194"/>
                  </a:lnTo>
                  <a:lnTo>
                    <a:pt x="1379147" y="1041308"/>
                  </a:lnTo>
                  <a:lnTo>
                    <a:pt x="1380219" y="1040423"/>
                  </a:lnTo>
                  <a:lnTo>
                    <a:pt x="1381290" y="1039537"/>
                  </a:lnTo>
                  <a:lnTo>
                    <a:pt x="1382362" y="1038651"/>
                  </a:lnTo>
                  <a:lnTo>
                    <a:pt x="1383434" y="1037765"/>
                  </a:lnTo>
                  <a:lnTo>
                    <a:pt x="1384505" y="1036878"/>
                  </a:lnTo>
                  <a:lnTo>
                    <a:pt x="1385577" y="1035992"/>
                  </a:lnTo>
                  <a:lnTo>
                    <a:pt x="1386648" y="1035105"/>
                  </a:lnTo>
                  <a:lnTo>
                    <a:pt x="1387720" y="1034218"/>
                  </a:lnTo>
                  <a:lnTo>
                    <a:pt x="1388792" y="1033331"/>
                  </a:lnTo>
                  <a:lnTo>
                    <a:pt x="1389863" y="1032444"/>
                  </a:lnTo>
                  <a:lnTo>
                    <a:pt x="1390935" y="1031557"/>
                  </a:lnTo>
                  <a:lnTo>
                    <a:pt x="1392006" y="1030669"/>
                  </a:lnTo>
                  <a:lnTo>
                    <a:pt x="1393078" y="1029782"/>
                  </a:lnTo>
                  <a:lnTo>
                    <a:pt x="1394150" y="1028894"/>
                  </a:lnTo>
                  <a:lnTo>
                    <a:pt x="1395221" y="1028006"/>
                  </a:lnTo>
                  <a:lnTo>
                    <a:pt x="1396293" y="1027118"/>
                  </a:lnTo>
                  <a:lnTo>
                    <a:pt x="1397364" y="1026230"/>
                  </a:lnTo>
                  <a:lnTo>
                    <a:pt x="1398436" y="1025342"/>
                  </a:lnTo>
                  <a:lnTo>
                    <a:pt x="1399508" y="1024454"/>
                  </a:lnTo>
                  <a:lnTo>
                    <a:pt x="1400579" y="1023566"/>
                  </a:lnTo>
                  <a:lnTo>
                    <a:pt x="1401651" y="1022678"/>
                  </a:lnTo>
                  <a:lnTo>
                    <a:pt x="1402722" y="1021790"/>
                  </a:lnTo>
                  <a:lnTo>
                    <a:pt x="1403794" y="1020902"/>
                  </a:lnTo>
                  <a:lnTo>
                    <a:pt x="1404866" y="1020014"/>
                  </a:lnTo>
                  <a:lnTo>
                    <a:pt x="1405937" y="1019125"/>
                  </a:lnTo>
                  <a:lnTo>
                    <a:pt x="1407009" y="1018237"/>
                  </a:lnTo>
                  <a:lnTo>
                    <a:pt x="1408080" y="1017349"/>
                  </a:lnTo>
                  <a:lnTo>
                    <a:pt x="1409152" y="1016461"/>
                  </a:lnTo>
                  <a:lnTo>
                    <a:pt x="1410224" y="1015573"/>
                  </a:lnTo>
                  <a:lnTo>
                    <a:pt x="1411295" y="1014685"/>
                  </a:lnTo>
                  <a:lnTo>
                    <a:pt x="1412367" y="1013797"/>
                  </a:lnTo>
                  <a:lnTo>
                    <a:pt x="1413438" y="1012909"/>
                  </a:lnTo>
                  <a:lnTo>
                    <a:pt x="1414510" y="1012021"/>
                  </a:lnTo>
                  <a:lnTo>
                    <a:pt x="1415582" y="1011133"/>
                  </a:lnTo>
                  <a:lnTo>
                    <a:pt x="1416653" y="1010245"/>
                  </a:lnTo>
                  <a:lnTo>
                    <a:pt x="1417725" y="1009358"/>
                  </a:lnTo>
                  <a:lnTo>
                    <a:pt x="1418796" y="1008470"/>
                  </a:lnTo>
                  <a:lnTo>
                    <a:pt x="1419868" y="1007583"/>
                  </a:lnTo>
                  <a:lnTo>
                    <a:pt x="1420939" y="1006695"/>
                  </a:lnTo>
                  <a:lnTo>
                    <a:pt x="1422011" y="1005808"/>
                  </a:lnTo>
                  <a:lnTo>
                    <a:pt x="1423083" y="1004921"/>
                  </a:lnTo>
                  <a:lnTo>
                    <a:pt x="1424154" y="1004035"/>
                  </a:lnTo>
                  <a:lnTo>
                    <a:pt x="1425226" y="1003148"/>
                  </a:lnTo>
                  <a:lnTo>
                    <a:pt x="1426297" y="1002262"/>
                  </a:lnTo>
                  <a:lnTo>
                    <a:pt x="1427369" y="1001375"/>
                  </a:lnTo>
                  <a:lnTo>
                    <a:pt x="1428441" y="1000489"/>
                  </a:lnTo>
                  <a:lnTo>
                    <a:pt x="1429512" y="999604"/>
                  </a:lnTo>
                  <a:lnTo>
                    <a:pt x="1430584" y="998718"/>
                  </a:lnTo>
                  <a:lnTo>
                    <a:pt x="1431655" y="997833"/>
                  </a:lnTo>
                  <a:lnTo>
                    <a:pt x="1432727" y="996948"/>
                  </a:lnTo>
                  <a:lnTo>
                    <a:pt x="1433799" y="996063"/>
                  </a:lnTo>
                  <a:lnTo>
                    <a:pt x="1434870" y="995178"/>
                  </a:lnTo>
                  <a:lnTo>
                    <a:pt x="1435942" y="994294"/>
                  </a:lnTo>
                  <a:lnTo>
                    <a:pt x="1437013" y="993410"/>
                  </a:lnTo>
                  <a:lnTo>
                    <a:pt x="1438085" y="992526"/>
                  </a:lnTo>
                  <a:lnTo>
                    <a:pt x="1439157" y="991643"/>
                  </a:lnTo>
                  <a:lnTo>
                    <a:pt x="1440228" y="990759"/>
                  </a:lnTo>
                  <a:lnTo>
                    <a:pt x="1441300" y="989877"/>
                  </a:lnTo>
                  <a:lnTo>
                    <a:pt x="1442371" y="988994"/>
                  </a:lnTo>
                  <a:lnTo>
                    <a:pt x="1443443" y="988112"/>
                  </a:lnTo>
                  <a:lnTo>
                    <a:pt x="1444515" y="987230"/>
                  </a:lnTo>
                  <a:lnTo>
                    <a:pt x="1445586" y="986349"/>
                  </a:lnTo>
                  <a:lnTo>
                    <a:pt x="1446658" y="985468"/>
                  </a:lnTo>
                  <a:lnTo>
                    <a:pt x="1447729" y="984587"/>
                  </a:lnTo>
                  <a:lnTo>
                    <a:pt x="1448801" y="983707"/>
                  </a:lnTo>
                  <a:lnTo>
                    <a:pt x="1449873" y="982827"/>
                  </a:lnTo>
                  <a:lnTo>
                    <a:pt x="1450944" y="981948"/>
                  </a:lnTo>
                  <a:lnTo>
                    <a:pt x="1452016" y="981069"/>
                  </a:lnTo>
                  <a:lnTo>
                    <a:pt x="1453087" y="980190"/>
                  </a:lnTo>
                  <a:lnTo>
                    <a:pt x="1454159" y="979312"/>
                  </a:lnTo>
                  <a:lnTo>
                    <a:pt x="1455231" y="978435"/>
                  </a:lnTo>
                  <a:lnTo>
                    <a:pt x="1456302" y="977558"/>
                  </a:lnTo>
                  <a:lnTo>
                    <a:pt x="1457374" y="976681"/>
                  </a:lnTo>
                  <a:lnTo>
                    <a:pt x="1458445" y="975805"/>
                  </a:lnTo>
                  <a:lnTo>
                    <a:pt x="1459517" y="974929"/>
                  </a:lnTo>
                  <a:lnTo>
                    <a:pt x="1460589" y="974054"/>
                  </a:lnTo>
                  <a:lnTo>
                    <a:pt x="1461660" y="973179"/>
                  </a:lnTo>
                  <a:lnTo>
                    <a:pt x="1462732" y="972305"/>
                  </a:lnTo>
                  <a:lnTo>
                    <a:pt x="1463803" y="971432"/>
                  </a:lnTo>
                  <a:lnTo>
                    <a:pt x="1464875" y="970559"/>
                  </a:lnTo>
                  <a:lnTo>
                    <a:pt x="1465947" y="969687"/>
                  </a:lnTo>
                  <a:lnTo>
                    <a:pt x="1467018" y="968815"/>
                  </a:lnTo>
                  <a:lnTo>
                    <a:pt x="1468090" y="967943"/>
                  </a:lnTo>
                  <a:lnTo>
                    <a:pt x="1469161" y="967073"/>
                  </a:lnTo>
                  <a:lnTo>
                    <a:pt x="1470233" y="966203"/>
                  </a:lnTo>
                  <a:lnTo>
                    <a:pt x="1471305" y="965334"/>
                  </a:lnTo>
                  <a:lnTo>
                    <a:pt x="1472376" y="964465"/>
                  </a:lnTo>
                  <a:lnTo>
                    <a:pt x="1473448" y="963597"/>
                  </a:lnTo>
                  <a:lnTo>
                    <a:pt x="1474519" y="962729"/>
                  </a:lnTo>
                  <a:lnTo>
                    <a:pt x="1475591" y="961863"/>
                  </a:lnTo>
                  <a:lnTo>
                    <a:pt x="1476663" y="960997"/>
                  </a:lnTo>
                  <a:lnTo>
                    <a:pt x="1477734" y="960131"/>
                  </a:lnTo>
                  <a:lnTo>
                    <a:pt x="1478806" y="959266"/>
                  </a:lnTo>
                  <a:lnTo>
                    <a:pt x="1479877" y="958403"/>
                  </a:lnTo>
                  <a:lnTo>
                    <a:pt x="1480949" y="957539"/>
                  </a:lnTo>
                  <a:lnTo>
                    <a:pt x="1482021" y="956677"/>
                  </a:lnTo>
                  <a:lnTo>
                    <a:pt x="1483092" y="955815"/>
                  </a:lnTo>
                  <a:lnTo>
                    <a:pt x="1484164" y="954954"/>
                  </a:lnTo>
                  <a:lnTo>
                    <a:pt x="1485235" y="954094"/>
                  </a:lnTo>
                  <a:lnTo>
                    <a:pt x="1486307" y="953235"/>
                  </a:lnTo>
                  <a:lnTo>
                    <a:pt x="1487379" y="952376"/>
                  </a:lnTo>
                  <a:lnTo>
                    <a:pt x="1488450" y="951518"/>
                  </a:lnTo>
                  <a:lnTo>
                    <a:pt x="1489522" y="950661"/>
                  </a:lnTo>
                  <a:lnTo>
                    <a:pt x="1490593" y="949805"/>
                  </a:lnTo>
                  <a:lnTo>
                    <a:pt x="1491665" y="948950"/>
                  </a:lnTo>
                  <a:lnTo>
                    <a:pt x="1492737" y="948095"/>
                  </a:lnTo>
                  <a:lnTo>
                    <a:pt x="1493808" y="947242"/>
                  </a:lnTo>
                  <a:lnTo>
                    <a:pt x="1494880" y="946389"/>
                  </a:lnTo>
                  <a:lnTo>
                    <a:pt x="1495951" y="945537"/>
                  </a:lnTo>
                  <a:lnTo>
                    <a:pt x="1497023" y="944686"/>
                  </a:lnTo>
                  <a:lnTo>
                    <a:pt x="1498095" y="943836"/>
                  </a:lnTo>
                  <a:lnTo>
                    <a:pt x="1499166" y="942987"/>
                  </a:lnTo>
                  <a:lnTo>
                    <a:pt x="1500238" y="942139"/>
                  </a:lnTo>
                  <a:lnTo>
                    <a:pt x="1501309" y="941291"/>
                  </a:lnTo>
                  <a:lnTo>
                    <a:pt x="1502381" y="940445"/>
                  </a:lnTo>
                  <a:lnTo>
                    <a:pt x="1503453" y="939600"/>
                  </a:lnTo>
                  <a:lnTo>
                    <a:pt x="1504524" y="938756"/>
                  </a:lnTo>
                  <a:lnTo>
                    <a:pt x="1505596" y="937912"/>
                  </a:lnTo>
                  <a:lnTo>
                    <a:pt x="1506667" y="937070"/>
                  </a:lnTo>
                  <a:lnTo>
                    <a:pt x="1507739" y="936229"/>
                  </a:lnTo>
                  <a:lnTo>
                    <a:pt x="1508811" y="935388"/>
                  </a:lnTo>
                  <a:lnTo>
                    <a:pt x="1509882" y="934549"/>
                  </a:lnTo>
                  <a:lnTo>
                    <a:pt x="1510954" y="933711"/>
                  </a:lnTo>
                  <a:lnTo>
                    <a:pt x="1512025" y="932874"/>
                  </a:lnTo>
                  <a:lnTo>
                    <a:pt x="1513097" y="932038"/>
                  </a:lnTo>
                  <a:lnTo>
                    <a:pt x="1514169" y="931203"/>
                  </a:lnTo>
                  <a:lnTo>
                    <a:pt x="1515240" y="930369"/>
                  </a:lnTo>
                  <a:lnTo>
                    <a:pt x="1516312" y="929536"/>
                  </a:lnTo>
                  <a:lnTo>
                    <a:pt x="1517383" y="928705"/>
                  </a:lnTo>
                  <a:lnTo>
                    <a:pt x="1518455" y="927874"/>
                  </a:lnTo>
                  <a:lnTo>
                    <a:pt x="1519527" y="927045"/>
                  </a:lnTo>
                  <a:lnTo>
                    <a:pt x="1520598" y="926217"/>
                  </a:lnTo>
                  <a:lnTo>
                    <a:pt x="1521670" y="925390"/>
                  </a:lnTo>
                  <a:lnTo>
                    <a:pt x="1522741" y="924564"/>
                  </a:lnTo>
                  <a:lnTo>
                    <a:pt x="1523813" y="923739"/>
                  </a:lnTo>
                  <a:lnTo>
                    <a:pt x="1524885" y="922916"/>
                  </a:lnTo>
                  <a:lnTo>
                    <a:pt x="1525956" y="922094"/>
                  </a:lnTo>
                  <a:lnTo>
                    <a:pt x="1527028" y="921273"/>
                  </a:lnTo>
                  <a:lnTo>
                    <a:pt x="1528099" y="920453"/>
                  </a:lnTo>
                  <a:lnTo>
                    <a:pt x="1529171" y="919635"/>
                  </a:lnTo>
                  <a:lnTo>
                    <a:pt x="1530243" y="918818"/>
                  </a:lnTo>
                  <a:lnTo>
                    <a:pt x="1531314" y="918002"/>
                  </a:lnTo>
                  <a:lnTo>
                    <a:pt x="1532386" y="917187"/>
                  </a:lnTo>
                  <a:lnTo>
                    <a:pt x="1533457" y="916374"/>
                  </a:lnTo>
                  <a:lnTo>
                    <a:pt x="1534529" y="915562"/>
                  </a:lnTo>
                  <a:lnTo>
                    <a:pt x="1535601" y="914751"/>
                  </a:lnTo>
                  <a:lnTo>
                    <a:pt x="1536672" y="913942"/>
                  </a:lnTo>
                  <a:lnTo>
                    <a:pt x="1537744" y="913134"/>
                  </a:lnTo>
                  <a:lnTo>
                    <a:pt x="1538815" y="912328"/>
                  </a:lnTo>
                  <a:lnTo>
                    <a:pt x="1539887" y="911523"/>
                  </a:lnTo>
                  <a:lnTo>
                    <a:pt x="1540959" y="910719"/>
                  </a:lnTo>
                  <a:lnTo>
                    <a:pt x="1542030" y="909917"/>
                  </a:lnTo>
                  <a:lnTo>
                    <a:pt x="1543102" y="909116"/>
                  </a:lnTo>
                  <a:lnTo>
                    <a:pt x="1544173" y="908316"/>
                  </a:lnTo>
                  <a:lnTo>
                    <a:pt x="1545245" y="907518"/>
                  </a:lnTo>
                  <a:lnTo>
                    <a:pt x="1546317" y="906722"/>
                  </a:lnTo>
                  <a:lnTo>
                    <a:pt x="1547388" y="905926"/>
                  </a:lnTo>
                  <a:lnTo>
                    <a:pt x="1548460" y="905133"/>
                  </a:lnTo>
                  <a:lnTo>
                    <a:pt x="1549531" y="904341"/>
                  </a:lnTo>
                  <a:lnTo>
                    <a:pt x="1550603" y="903550"/>
                  </a:lnTo>
                  <a:lnTo>
                    <a:pt x="1551675" y="902761"/>
                  </a:lnTo>
                  <a:lnTo>
                    <a:pt x="1552746" y="901974"/>
                  </a:lnTo>
                  <a:lnTo>
                    <a:pt x="1553818" y="901188"/>
                  </a:lnTo>
                  <a:lnTo>
                    <a:pt x="1554889" y="900403"/>
                  </a:lnTo>
                  <a:lnTo>
                    <a:pt x="1555961" y="899620"/>
                  </a:lnTo>
                  <a:lnTo>
                    <a:pt x="1557033" y="898839"/>
                  </a:lnTo>
                  <a:lnTo>
                    <a:pt x="1558104" y="898059"/>
                  </a:lnTo>
                  <a:lnTo>
                    <a:pt x="1559176" y="897281"/>
                  </a:lnTo>
                  <a:lnTo>
                    <a:pt x="1560247" y="896505"/>
                  </a:lnTo>
                  <a:lnTo>
                    <a:pt x="1561319" y="895730"/>
                  </a:lnTo>
                  <a:lnTo>
                    <a:pt x="1562391" y="894957"/>
                  </a:lnTo>
                  <a:lnTo>
                    <a:pt x="1563462" y="894185"/>
                  </a:lnTo>
                  <a:lnTo>
                    <a:pt x="1564534" y="893416"/>
                  </a:lnTo>
                  <a:lnTo>
                    <a:pt x="1565605" y="892647"/>
                  </a:lnTo>
                  <a:lnTo>
                    <a:pt x="1566677" y="891881"/>
                  </a:lnTo>
                  <a:lnTo>
                    <a:pt x="1567749" y="891116"/>
                  </a:lnTo>
                  <a:lnTo>
                    <a:pt x="1568820" y="890353"/>
                  </a:lnTo>
                  <a:lnTo>
                    <a:pt x="1569892" y="889592"/>
                  </a:lnTo>
                  <a:lnTo>
                    <a:pt x="1570963" y="888833"/>
                  </a:lnTo>
                  <a:lnTo>
                    <a:pt x="1572035" y="888075"/>
                  </a:lnTo>
                  <a:lnTo>
                    <a:pt x="1573107" y="887319"/>
                  </a:lnTo>
                  <a:lnTo>
                    <a:pt x="1574178" y="886565"/>
                  </a:lnTo>
                  <a:lnTo>
                    <a:pt x="1575250" y="885813"/>
                  </a:lnTo>
                  <a:lnTo>
                    <a:pt x="1576321" y="885062"/>
                  </a:lnTo>
                  <a:lnTo>
                    <a:pt x="1577393" y="884313"/>
                  </a:lnTo>
                  <a:lnTo>
                    <a:pt x="1578465" y="883567"/>
                  </a:lnTo>
                  <a:lnTo>
                    <a:pt x="1579536" y="882822"/>
                  </a:lnTo>
                  <a:lnTo>
                    <a:pt x="1580608" y="882079"/>
                  </a:lnTo>
                  <a:lnTo>
                    <a:pt x="1581679" y="881337"/>
                  </a:lnTo>
                  <a:lnTo>
                    <a:pt x="1582751" y="880598"/>
                  </a:lnTo>
                  <a:lnTo>
                    <a:pt x="1583823" y="879861"/>
                  </a:lnTo>
                  <a:lnTo>
                    <a:pt x="1584894" y="879125"/>
                  </a:lnTo>
                  <a:lnTo>
                    <a:pt x="1585966" y="878392"/>
                  </a:lnTo>
                  <a:lnTo>
                    <a:pt x="1587037" y="877660"/>
                  </a:lnTo>
                  <a:lnTo>
                    <a:pt x="1588109" y="876930"/>
                  </a:lnTo>
                  <a:lnTo>
                    <a:pt x="1589181" y="876203"/>
                  </a:lnTo>
                  <a:lnTo>
                    <a:pt x="1590252" y="875477"/>
                  </a:lnTo>
                  <a:lnTo>
                    <a:pt x="1591324" y="874754"/>
                  </a:lnTo>
                  <a:lnTo>
                    <a:pt x="1592395" y="874032"/>
                  </a:lnTo>
                  <a:lnTo>
                    <a:pt x="1593467" y="873312"/>
                  </a:lnTo>
                  <a:lnTo>
                    <a:pt x="1594539" y="872595"/>
                  </a:lnTo>
                  <a:lnTo>
                    <a:pt x="1595610" y="871879"/>
                  </a:lnTo>
                  <a:lnTo>
                    <a:pt x="1596682" y="871166"/>
                  </a:lnTo>
                  <a:lnTo>
                    <a:pt x="1597753" y="870455"/>
                  </a:lnTo>
                  <a:lnTo>
                    <a:pt x="1598825" y="869745"/>
                  </a:lnTo>
                  <a:lnTo>
                    <a:pt x="1599896" y="869038"/>
                  </a:lnTo>
                  <a:lnTo>
                    <a:pt x="1600968" y="868333"/>
                  </a:lnTo>
                  <a:lnTo>
                    <a:pt x="1602040" y="867630"/>
                  </a:lnTo>
                  <a:lnTo>
                    <a:pt x="1603111" y="866930"/>
                  </a:lnTo>
                  <a:lnTo>
                    <a:pt x="1604183" y="866231"/>
                  </a:lnTo>
                  <a:lnTo>
                    <a:pt x="1605254" y="865535"/>
                  </a:lnTo>
                  <a:lnTo>
                    <a:pt x="1606326" y="864841"/>
                  </a:lnTo>
                  <a:lnTo>
                    <a:pt x="1607398" y="864149"/>
                  </a:lnTo>
                  <a:lnTo>
                    <a:pt x="1608469" y="863459"/>
                  </a:lnTo>
                  <a:lnTo>
                    <a:pt x="1609541" y="862771"/>
                  </a:lnTo>
                  <a:lnTo>
                    <a:pt x="1610612" y="862086"/>
                  </a:lnTo>
                  <a:lnTo>
                    <a:pt x="1611684" y="861403"/>
                  </a:lnTo>
                  <a:lnTo>
                    <a:pt x="1612756" y="860722"/>
                  </a:lnTo>
                  <a:lnTo>
                    <a:pt x="1613827" y="860044"/>
                  </a:lnTo>
                  <a:lnTo>
                    <a:pt x="1614899" y="859368"/>
                  </a:lnTo>
                  <a:lnTo>
                    <a:pt x="1615970" y="858694"/>
                  </a:lnTo>
                  <a:lnTo>
                    <a:pt x="1617042" y="858023"/>
                  </a:lnTo>
                  <a:lnTo>
                    <a:pt x="1618114" y="857353"/>
                  </a:lnTo>
                  <a:lnTo>
                    <a:pt x="1619185" y="856686"/>
                  </a:lnTo>
                  <a:lnTo>
                    <a:pt x="1620257" y="856022"/>
                  </a:lnTo>
                  <a:lnTo>
                    <a:pt x="1621328" y="855360"/>
                  </a:lnTo>
                  <a:lnTo>
                    <a:pt x="1622400" y="854700"/>
                  </a:lnTo>
                  <a:lnTo>
                    <a:pt x="1623472" y="854042"/>
                  </a:lnTo>
                  <a:lnTo>
                    <a:pt x="1624543" y="853387"/>
                  </a:lnTo>
                  <a:lnTo>
                    <a:pt x="1625615" y="852734"/>
                  </a:lnTo>
                  <a:lnTo>
                    <a:pt x="1626686" y="852083"/>
                  </a:lnTo>
                  <a:lnTo>
                    <a:pt x="1627758" y="851435"/>
                  </a:lnTo>
                  <a:lnTo>
                    <a:pt x="1628830" y="850789"/>
                  </a:lnTo>
                  <a:lnTo>
                    <a:pt x="1629901" y="850145"/>
                  </a:lnTo>
                  <a:lnTo>
                    <a:pt x="1630973" y="849503"/>
                  </a:lnTo>
                  <a:lnTo>
                    <a:pt x="1632044" y="848864"/>
                  </a:lnTo>
                  <a:lnTo>
                    <a:pt x="1633116" y="848227"/>
                  </a:lnTo>
                  <a:lnTo>
                    <a:pt x="1634188" y="847593"/>
                  </a:lnTo>
                  <a:lnTo>
                    <a:pt x="1635259" y="846960"/>
                  </a:lnTo>
                  <a:lnTo>
                    <a:pt x="1636331" y="846330"/>
                  </a:lnTo>
                  <a:lnTo>
                    <a:pt x="1637402" y="845702"/>
                  </a:lnTo>
                  <a:lnTo>
                    <a:pt x="1638474" y="845077"/>
                  </a:lnTo>
                  <a:lnTo>
                    <a:pt x="1639546" y="844453"/>
                  </a:lnTo>
                  <a:lnTo>
                    <a:pt x="1640617" y="843832"/>
                  </a:lnTo>
                  <a:lnTo>
                    <a:pt x="1641689" y="843214"/>
                  </a:lnTo>
                  <a:lnTo>
                    <a:pt x="1642760" y="842597"/>
                  </a:lnTo>
                  <a:lnTo>
                    <a:pt x="1643832" y="841983"/>
                  </a:lnTo>
                  <a:lnTo>
                    <a:pt x="1644904" y="841371"/>
                  </a:lnTo>
                  <a:lnTo>
                    <a:pt x="1645975" y="840761"/>
                  </a:lnTo>
                  <a:lnTo>
                    <a:pt x="1647047" y="840154"/>
                  </a:lnTo>
                  <a:lnTo>
                    <a:pt x="1648118" y="839548"/>
                  </a:lnTo>
                  <a:lnTo>
                    <a:pt x="1649190" y="838945"/>
                  </a:lnTo>
                  <a:lnTo>
                    <a:pt x="1650262" y="838344"/>
                  </a:lnTo>
                  <a:lnTo>
                    <a:pt x="1651333" y="837746"/>
                  </a:lnTo>
                  <a:lnTo>
                    <a:pt x="1652405" y="837149"/>
                  </a:lnTo>
                  <a:lnTo>
                    <a:pt x="1653476" y="836555"/>
                  </a:lnTo>
                  <a:lnTo>
                    <a:pt x="1654548" y="835963"/>
                  </a:lnTo>
                  <a:lnTo>
                    <a:pt x="1655620" y="835374"/>
                  </a:lnTo>
                  <a:lnTo>
                    <a:pt x="1656691" y="834786"/>
                  </a:lnTo>
                  <a:lnTo>
                    <a:pt x="1657763" y="834201"/>
                  </a:lnTo>
                  <a:lnTo>
                    <a:pt x="1658834" y="833618"/>
                  </a:lnTo>
                  <a:lnTo>
                    <a:pt x="1659906" y="833037"/>
                  </a:lnTo>
                  <a:lnTo>
                    <a:pt x="1660978" y="832458"/>
                  </a:lnTo>
                  <a:lnTo>
                    <a:pt x="1662049" y="831882"/>
                  </a:lnTo>
                  <a:lnTo>
                    <a:pt x="1663121" y="831307"/>
                  </a:lnTo>
                  <a:lnTo>
                    <a:pt x="1664192" y="830735"/>
                  </a:lnTo>
                  <a:lnTo>
                    <a:pt x="1665264" y="830165"/>
                  </a:lnTo>
                  <a:lnTo>
                    <a:pt x="1666336" y="829598"/>
                  </a:lnTo>
                  <a:lnTo>
                    <a:pt x="1667407" y="829032"/>
                  </a:lnTo>
                  <a:lnTo>
                    <a:pt x="1668479" y="828469"/>
                  </a:lnTo>
                  <a:lnTo>
                    <a:pt x="1669550" y="827908"/>
                  </a:lnTo>
                  <a:lnTo>
                    <a:pt x="1670622" y="827348"/>
                  </a:lnTo>
                  <a:lnTo>
                    <a:pt x="1671694" y="826792"/>
                  </a:lnTo>
                  <a:lnTo>
                    <a:pt x="1672765" y="826237"/>
                  </a:lnTo>
                  <a:lnTo>
                    <a:pt x="1673837" y="825684"/>
                  </a:lnTo>
                  <a:lnTo>
                    <a:pt x="1674908" y="825134"/>
                  </a:lnTo>
                  <a:lnTo>
                    <a:pt x="1675980" y="824585"/>
                  </a:lnTo>
                  <a:lnTo>
                    <a:pt x="1677052" y="824039"/>
                  </a:lnTo>
                  <a:lnTo>
                    <a:pt x="1678123" y="823495"/>
                  </a:lnTo>
                  <a:lnTo>
                    <a:pt x="1679195" y="822953"/>
                  </a:lnTo>
                  <a:lnTo>
                    <a:pt x="1680266" y="822414"/>
                  </a:lnTo>
                  <a:lnTo>
                    <a:pt x="1681338" y="821876"/>
                  </a:lnTo>
                  <a:lnTo>
                    <a:pt x="1682410" y="821341"/>
                  </a:lnTo>
                  <a:lnTo>
                    <a:pt x="1683481" y="820807"/>
                  </a:lnTo>
                  <a:lnTo>
                    <a:pt x="1684553" y="820276"/>
                  </a:lnTo>
                  <a:lnTo>
                    <a:pt x="1685624" y="819747"/>
                  </a:lnTo>
                  <a:lnTo>
                    <a:pt x="1686696" y="819220"/>
                  </a:lnTo>
                  <a:lnTo>
                    <a:pt x="1687768" y="818695"/>
                  </a:lnTo>
                  <a:lnTo>
                    <a:pt x="1688839" y="818172"/>
                  </a:lnTo>
                  <a:lnTo>
                    <a:pt x="1689911" y="817651"/>
                  </a:lnTo>
                  <a:lnTo>
                    <a:pt x="1690982" y="817133"/>
                  </a:lnTo>
                  <a:lnTo>
                    <a:pt x="1692054" y="816616"/>
                  </a:lnTo>
                  <a:lnTo>
                    <a:pt x="1693126" y="816101"/>
                  </a:lnTo>
                  <a:lnTo>
                    <a:pt x="1694197" y="815589"/>
                  </a:lnTo>
                  <a:lnTo>
                    <a:pt x="1695269" y="815079"/>
                  </a:lnTo>
                  <a:lnTo>
                    <a:pt x="1696340" y="814570"/>
                  </a:lnTo>
                  <a:lnTo>
                    <a:pt x="1697412" y="814064"/>
                  </a:lnTo>
                  <a:lnTo>
                    <a:pt x="1698484" y="813560"/>
                  </a:lnTo>
                  <a:lnTo>
                    <a:pt x="1699555" y="813058"/>
                  </a:lnTo>
                  <a:lnTo>
                    <a:pt x="1700627" y="812558"/>
                  </a:lnTo>
                  <a:lnTo>
                    <a:pt x="1701698" y="812060"/>
                  </a:lnTo>
                  <a:lnTo>
                    <a:pt x="1702770" y="811564"/>
                  </a:lnTo>
                  <a:lnTo>
                    <a:pt x="1703842" y="811070"/>
                  </a:lnTo>
                  <a:lnTo>
                    <a:pt x="1704913" y="810578"/>
                  </a:lnTo>
                  <a:lnTo>
                    <a:pt x="1705985" y="810088"/>
                  </a:lnTo>
                  <a:lnTo>
                    <a:pt x="1707056" y="809600"/>
                  </a:lnTo>
                  <a:lnTo>
                    <a:pt x="1708128" y="809115"/>
                  </a:lnTo>
                  <a:lnTo>
                    <a:pt x="1709200" y="808631"/>
                  </a:lnTo>
                  <a:lnTo>
                    <a:pt x="1710271" y="808149"/>
                  </a:lnTo>
                  <a:lnTo>
                    <a:pt x="1711343" y="807669"/>
                  </a:lnTo>
                  <a:lnTo>
                    <a:pt x="1712414" y="807191"/>
                  </a:lnTo>
                  <a:lnTo>
                    <a:pt x="1713486" y="806716"/>
                  </a:lnTo>
                  <a:lnTo>
                    <a:pt x="1714558" y="806242"/>
                  </a:lnTo>
                  <a:lnTo>
                    <a:pt x="1715629" y="805770"/>
                  </a:lnTo>
                  <a:lnTo>
                    <a:pt x="1716701" y="805300"/>
                  </a:lnTo>
                  <a:lnTo>
                    <a:pt x="1717772" y="804832"/>
                  </a:lnTo>
                  <a:lnTo>
                    <a:pt x="1718844" y="804367"/>
                  </a:lnTo>
                  <a:lnTo>
                    <a:pt x="1719916" y="803903"/>
                  </a:lnTo>
                  <a:lnTo>
                    <a:pt x="1720987" y="803441"/>
                  </a:lnTo>
                  <a:lnTo>
                    <a:pt x="1722059" y="802981"/>
                  </a:lnTo>
                  <a:lnTo>
                    <a:pt x="1723130" y="802523"/>
                  </a:lnTo>
                  <a:lnTo>
                    <a:pt x="1724202" y="802067"/>
                  </a:lnTo>
                  <a:lnTo>
                    <a:pt x="1725274" y="801613"/>
                  </a:lnTo>
                  <a:lnTo>
                    <a:pt x="1726345" y="801161"/>
                  </a:lnTo>
                  <a:lnTo>
                    <a:pt x="1727417" y="800710"/>
                  </a:lnTo>
                  <a:lnTo>
                    <a:pt x="1728488" y="800262"/>
                  </a:lnTo>
                  <a:lnTo>
                    <a:pt x="1729560" y="799816"/>
                  </a:lnTo>
                  <a:lnTo>
                    <a:pt x="1730632" y="799371"/>
                  </a:lnTo>
                  <a:lnTo>
                    <a:pt x="1731703" y="798929"/>
                  </a:lnTo>
                  <a:lnTo>
                    <a:pt x="1732775" y="798488"/>
                  </a:lnTo>
                  <a:lnTo>
                    <a:pt x="1733846" y="798049"/>
                  </a:lnTo>
                  <a:lnTo>
                    <a:pt x="1734918" y="797613"/>
                  </a:lnTo>
                  <a:lnTo>
                    <a:pt x="1735990" y="797178"/>
                  </a:lnTo>
                  <a:lnTo>
                    <a:pt x="1737061" y="796745"/>
                  </a:lnTo>
                  <a:lnTo>
                    <a:pt x="1738133" y="796313"/>
                  </a:lnTo>
                  <a:lnTo>
                    <a:pt x="1739204" y="795884"/>
                  </a:lnTo>
                  <a:lnTo>
                    <a:pt x="1740276" y="795457"/>
                  </a:lnTo>
                  <a:lnTo>
                    <a:pt x="1741348" y="795031"/>
                  </a:lnTo>
                  <a:lnTo>
                    <a:pt x="1742419" y="794608"/>
                  </a:lnTo>
                  <a:lnTo>
                    <a:pt x="1743491" y="794186"/>
                  </a:lnTo>
                  <a:lnTo>
                    <a:pt x="1744562" y="793766"/>
                  </a:lnTo>
                  <a:lnTo>
                    <a:pt x="1745634" y="793348"/>
                  </a:lnTo>
                  <a:lnTo>
                    <a:pt x="1746706" y="792932"/>
                  </a:lnTo>
                  <a:lnTo>
                    <a:pt x="1747777" y="792517"/>
                  </a:lnTo>
                  <a:lnTo>
                    <a:pt x="1748849" y="792105"/>
                  </a:lnTo>
                  <a:lnTo>
                    <a:pt x="1749920" y="791694"/>
                  </a:lnTo>
                  <a:lnTo>
                    <a:pt x="1750992" y="791285"/>
                  </a:lnTo>
                  <a:lnTo>
                    <a:pt x="1752064" y="790878"/>
                  </a:lnTo>
                  <a:lnTo>
                    <a:pt x="1753135" y="790473"/>
                  </a:lnTo>
                  <a:lnTo>
                    <a:pt x="1754207" y="790070"/>
                  </a:lnTo>
                  <a:lnTo>
                    <a:pt x="1755278" y="789668"/>
                  </a:lnTo>
                  <a:lnTo>
                    <a:pt x="1756350" y="789268"/>
                  </a:lnTo>
                  <a:lnTo>
                    <a:pt x="1757422" y="788870"/>
                  </a:lnTo>
                  <a:lnTo>
                    <a:pt x="1758493" y="788474"/>
                  </a:lnTo>
                  <a:lnTo>
                    <a:pt x="1759565" y="788080"/>
                  </a:lnTo>
                  <a:lnTo>
                    <a:pt x="1760636" y="787687"/>
                  </a:lnTo>
                  <a:lnTo>
                    <a:pt x="1761708" y="787296"/>
                  </a:lnTo>
                  <a:lnTo>
                    <a:pt x="1762780" y="786907"/>
                  </a:lnTo>
                  <a:lnTo>
                    <a:pt x="1763851" y="786520"/>
                  </a:lnTo>
                  <a:lnTo>
                    <a:pt x="1764923" y="786134"/>
                  </a:lnTo>
                  <a:lnTo>
                    <a:pt x="1765994" y="785750"/>
                  </a:lnTo>
                  <a:lnTo>
                    <a:pt x="1767066" y="785368"/>
                  </a:lnTo>
                  <a:lnTo>
                    <a:pt x="1768138" y="784988"/>
                  </a:lnTo>
                  <a:lnTo>
                    <a:pt x="1769209" y="784610"/>
                  </a:lnTo>
                  <a:lnTo>
                    <a:pt x="1770281" y="784233"/>
                  </a:lnTo>
                  <a:lnTo>
                    <a:pt x="1771352" y="783858"/>
                  </a:lnTo>
                  <a:lnTo>
                    <a:pt x="1772424" y="783484"/>
                  </a:lnTo>
                  <a:lnTo>
                    <a:pt x="1773496" y="783112"/>
                  </a:lnTo>
                  <a:lnTo>
                    <a:pt x="1774567" y="782743"/>
                  </a:lnTo>
                  <a:lnTo>
                    <a:pt x="1775639" y="782374"/>
                  </a:lnTo>
                  <a:lnTo>
                    <a:pt x="1776710" y="782008"/>
                  </a:lnTo>
                  <a:lnTo>
                    <a:pt x="1777782" y="781643"/>
                  </a:lnTo>
                  <a:lnTo>
                    <a:pt x="1778853" y="781280"/>
                  </a:lnTo>
                  <a:lnTo>
                    <a:pt x="1779925" y="780918"/>
                  </a:lnTo>
                  <a:lnTo>
                    <a:pt x="1780997" y="780558"/>
                  </a:lnTo>
                  <a:lnTo>
                    <a:pt x="1782068" y="780200"/>
                  </a:lnTo>
                  <a:lnTo>
                    <a:pt x="1783140" y="779844"/>
                  </a:lnTo>
                  <a:lnTo>
                    <a:pt x="1784211" y="779489"/>
                  </a:lnTo>
                  <a:lnTo>
                    <a:pt x="1785283" y="779136"/>
                  </a:lnTo>
                  <a:lnTo>
                    <a:pt x="1786355" y="778784"/>
                  </a:lnTo>
                  <a:lnTo>
                    <a:pt x="1787426" y="778434"/>
                  </a:lnTo>
                  <a:lnTo>
                    <a:pt x="1788498" y="778086"/>
                  </a:lnTo>
                  <a:lnTo>
                    <a:pt x="1789569" y="777740"/>
                  </a:lnTo>
                  <a:lnTo>
                    <a:pt x="1790641" y="777395"/>
                  </a:lnTo>
                  <a:lnTo>
                    <a:pt x="1791713" y="777051"/>
                  </a:lnTo>
                  <a:lnTo>
                    <a:pt x="1792784" y="776709"/>
                  </a:lnTo>
                  <a:lnTo>
                    <a:pt x="1793856" y="776369"/>
                  </a:lnTo>
                  <a:lnTo>
                    <a:pt x="1794927" y="776031"/>
                  </a:lnTo>
                  <a:lnTo>
                    <a:pt x="1795999" y="775694"/>
                  </a:lnTo>
                  <a:lnTo>
                    <a:pt x="1797071" y="775359"/>
                  </a:lnTo>
                  <a:lnTo>
                    <a:pt x="1798142" y="775025"/>
                  </a:lnTo>
                  <a:lnTo>
                    <a:pt x="1799214" y="774693"/>
                  </a:lnTo>
                  <a:lnTo>
                    <a:pt x="1800285" y="774362"/>
                  </a:lnTo>
                  <a:lnTo>
                    <a:pt x="1801357" y="774033"/>
                  </a:lnTo>
                  <a:lnTo>
                    <a:pt x="1802429" y="773706"/>
                  </a:lnTo>
                  <a:lnTo>
                    <a:pt x="1803500" y="773380"/>
                  </a:lnTo>
                  <a:lnTo>
                    <a:pt x="1804572" y="773056"/>
                  </a:lnTo>
                  <a:lnTo>
                    <a:pt x="1805643" y="772733"/>
                  </a:lnTo>
                  <a:lnTo>
                    <a:pt x="1806715" y="772412"/>
                  </a:lnTo>
                  <a:lnTo>
                    <a:pt x="1807787" y="772092"/>
                  </a:lnTo>
                  <a:lnTo>
                    <a:pt x="1808858" y="771774"/>
                  </a:lnTo>
                  <a:lnTo>
                    <a:pt x="1809930" y="771457"/>
                  </a:lnTo>
                  <a:lnTo>
                    <a:pt x="1811001" y="771142"/>
                  </a:lnTo>
                  <a:lnTo>
                    <a:pt x="1812073" y="770828"/>
                  </a:lnTo>
                  <a:lnTo>
                    <a:pt x="1813145" y="770516"/>
                  </a:lnTo>
                  <a:lnTo>
                    <a:pt x="1814216" y="770206"/>
                  </a:lnTo>
                  <a:lnTo>
                    <a:pt x="1815288" y="769897"/>
                  </a:lnTo>
                  <a:lnTo>
                    <a:pt x="1816359" y="769589"/>
                  </a:lnTo>
                  <a:lnTo>
                    <a:pt x="1817431" y="769283"/>
                  </a:lnTo>
                  <a:lnTo>
                    <a:pt x="1818503" y="768978"/>
                  </a:lnTo>
                  <a:lnTo>
                    <a:pt x="1819574" y="768675"/>
                  </a:lnTo>
                  <a:lnTo>
                    <a:pt x="1820646" y="768373"/>
                  </a:lnTo>
                  <a:lnTo>
                    <a:pt x="1821717" y="768073"/>
                  </a:lnTo>
                  <a:lnTo>
                    <a:pt x="1822789" y="767774"/>
                  </a:lnTo>
                  <a:lnTo>
                    <a:pt x="1823861" y="767477"/>
                  </a:lnTo>
                  <a:lnTo>
                    <a:pt x="1824932" y="767181"/>
                  </a:lnTo>
                  <a:lnTo>
                    <a:pt x="1826004" y="766887"/>
                  </a:lnTo>
                  <a:lnTo>
                    <a:pt x="1827075" y="766594"/>
                  </a:lnTo>
                  <a:lnTo>
                    <a:pt x="1828147" y="766302"/>
                  </a:lnTo>
                  <a:lnTo>
                    <a:pt x="1829219" y="766012"/>
                  </a:lnTo>
                  <a:lnTo>
                    <a:pt x="1830290" y="765723"/>
                  </a:lnTo>
                  <a:lnTo>
                    <a:pt x="1831362" y="765436"/>
                  </a:lnTo>
                  <a:lnTo>
                    <a:pt x="1832433" y="765150"/>
                  </a:lnTo>
                  <a:lnTo>
                    <a:pt x="1833505" y="764865"/>
                  </a:lnTo>
                  <a:lnTo>
                    <a:pt x="1834577" y="764582"/>
                  </a:lnTo>
                  <a:lnTo>
                    <a:pt x="1835648" y="764300"/>
                  </a:lnTo>
                  <a:lnTo>
                    <a:pt x="1836720" y="764019"/>
                  </a:lnTo>
                  <a:lnTo>
                    <a:pt x="1837791" y="763740"/>
                  </a:lnTo>
                  <a:lnTo>
                    <a:pt x="1838863" y="763463"/>
                  </a:lnTo>
                  <a:lnTo>
                    <a:pt x="1839935" y="763186"/>
                  </a:lnTo>
                  <a:lnTo>
                    <a:pt x="1841006" y="762911"/>
                  </a:lnTo>
                  <a:lnTo>
                    <a:pt x="1842078" y="762638"/>
                  </a:lnTo>
                  <a:lnTo>
                    <a:pt x="1843149" y="762365"/>
                  </a:lnTo>
                  <a:lnTo>
                    <a:pt x="1844221" y="762094"/>
                  </a:lnTo>
                  <a:lnTo>
                    <a:pt x="1845293" y="761825"/>
                  </a:lnTo>
                  <a:lnTo>
                    <a:pt x="1846364" y="761556"/>
                  </a:lnTo>
                  <a:lnTo>
                    <a:pt x="1847436" y="761289"/>
                  </a:lnTo>
                  <a:lnTo>
                    <a:pt x="1848507" y="761023"/>
                  </a:lnTo>
                  <a:lnTo>
                    <a:pt x="1849579" y="760759"/>
                  </a:lnTo>
                  <a:lnTo>
                    <a:pt x="1850651" y="760496"/>
                  </a:lnTo>
                  <a:lnTo>
                    <a:pt x="1851722" y="760234"/>
                  </a:lnTo>
                  <a:lnTo>
                    <a:pt x="1852794" y="759973"/>
                  </a:lnTo>
                  <a:lnTo>
                    <a:pt x="1853865" y="759714"/>
                  </a:lnTo>
                  <a:lnTo>
                    <a:pt x="1854937" y="759456"/>
                  </a:lnTo>
                  <a:lnTo>
                    <a:pt x="1856009" y="759199"/>
                  </a:lnTo>
                  <a:lnTo>
                    <a:pt x="1857080" y="758944"/>
                  </a:lnTo>
                  <a:lnTo>
                    <a:pt x="1858152" y="758690"/>
                  </a:lnTo>
                  <a:lnTo>
                    <a:pt x="1859223" y="758437"/>
                  </a:lnTo>
                  <a:lnTo>
                    <a:pt x="1860295" y="758185"/>
                  </a:lnTo>
                  <a:lnTo>
                    <a:pt x="1861367" y="757934"/>
                  </a:lnTo>
                  <a:lnTo>
                    <a:pt x="1862438" y="757685"/>
                  </a:lnTo>
                  <a:lnTo>
                    <a:pt x="1863510" y="757437"/>
                  </a:lnTo>
                  <a:lnTo>
                    <a:pt x="1864581" y="757190"/>
                  </a:lnTo>
                  <a:lnTo>
                    <a:pt x="1865653" y="756944"/>
                  </a:lnTo>
                  <a:lnTo>
                    <a:pt x="1866725" y="756700"/>
                  </a:lnTo>
                  <a:lnTo>
                    <a:pt x="1867796" y="756457"/>
                  </a:lnTo>
                  <a:lnTo>
                    <a:pt x="1868868" y="756215"/>
                  </a:lnTo>
                  <a:lnTo>
                    <a:pt x="1869939" y="755974"/>
                  </a:lnTo>
                  <a:lnTo>
                    <a:pt x="1871011" y="755734"/>
                  </a:lnTo>
                  <a:lnTo>
                    <a:pt x="1872083" y="755495"/>
                  </a:lnTo>
                  <a:lnTo>
                    <a:pt x="1873154" y="755258"/>
                  </a:lnTo>
                  <a:lnTo>
                    <a:pt x="1874226" y="755022"/>
                  </a:lnTo>
                  <a:lnTo>
                    <a:pt x="1875297" y="754787"/>
                  </a:lnTo>
                  <a:lnTo>
                    <a:pt x="1876369" y="754553"/>
                  </a:lnTo>
                  <a:lnTo>
                    <a:pt x="1877441" y="754320"/>
                  </a:lnTo>
                  <a:lnTo>
                    <a:pt x="1878512" y="754088"/>
                  </a:lnTo>
                  <a:lnTo>
                    <a:pt x="1879584" y="753858"/>
                  </a:lnTo>
                  <a:lnTo>
                    <a:pt x="1880655" y="753628"/>
                  </a:lnTo>
                  <a:lnTo>
                    <a:pt x="1881727" y="753400"/>
                  </a:lnTo>
                  <a:lnTo>
                    <a:pt x="1882799" y="753173"/>
                  </a:lnTo>
                  <a:lnTo>
                    <a:pt x="1883870" y="752946"/>
                  </a:lnTo>
                  <a:lnTo>
                    <a:pt x="1884942" y="752721"/>
                  </a:lnTo>
                  <a:lnTo>
                    <a:pt x="1886013" y="752497"/>
                  </a:lnTo>
                  <a:lnTo>
                    <a:pt x="1887085" y="752275"/>
                  </a:lnTo>
                  <a:lnTo>
                    <a:pt x="1888157" y="752053"/>
                  </a:lnTo>
                  <a:lnTo>
                    <a:pt x="1889228" y="751832"/>
                  </a:lnTo>
                  <a:lnTo>
                    <a:pt x="1890300" y="751612"/>
                  </a:lnTo>
                  <a:lnTo>
                    <a:pt x="1891371" y="751394"/>
                  </a:lnTo>
                  <a:lnTo>
                    <a:pt x="1892443" y="751176"/>
                  </a:lnTo>
                  <a:lnTo>
                    <a:pt x="1893515" y="750960"/>
                  </a:lnTo>
                  <a:lnTo>
                    <a:pt x="1894586" y="750744"/>
                  </a:lnTo>
                  <a:lnTo>
                    <a:pt x="1895658" y="750530"/>
                  </a:lnTo>
                  <a:lnTo>
                    <a:pt x="1896729" y="750316"/>
                  </a:lnTo>
                  <a:lnTo>
                    <a:pt x="1897801" y="750104"/>
                  </a:lnTo>
                  <a:lnTo>
                    <a:pt x="1898873" y="749892"/>
                  </a:lnTo>
                  <a:lnTo>
                    <a:pt x="1899944" y="749682"/>
                  </a:lnTo>
                  <a:lnTo>
                    <a:pt x="1901016" y="749472"/>
                  </a:lnTo>
                  <a:lnTo>
                    <a:pt x="1902087" y="749264"/>
                  </a:lnTo>
                  <a:lnTo>
                    <a:pt x="1903159" y="749056"/>
                  </a:lnTo>
                  <a:lnTo>
                    <a:pt x="1904231" y="748850"/>
                  </a:lnTo>
                  <a:lnTo>
                    <a:pt x="1905302" y="748644"/>
                  </a:lnTo>
                  <a:lnTo>
                    <a:pt x="1906374" y="748440"/>
                  </a:lnTo>
                  <a:lnTo>
                    <a:pt x="1907445" y="748236"/>
                  </a:lnTo>
                  <a:lnTo>
                    <a:pt x="1908517" y="748034"/>
                  </a:lnTo>
                  <a:lnTo>
                    <a:pt x="1909589" y="747832"/>
                  </a:lnTo>
                  <a:lnTo>
                    <a:pt x="1910660" y="747631"/>
                  </a:lnTo>
                  <a:lnTo>
                    <a:pt x="1911732" y="747431"/>
                  </a:lnTo>
                  <a:lnTo>
                    <a:pt x="1912803" y="747232"/>
                  </a:lnTo>
                  <a:lnTo>
                    <a:pt x="1913875" y="747034"/>
                  </a:lnTo>
                  <a:lnTo>
                    <a:pt x="1914947" y="746837"/>
                  </a:lnTo>
                  <a:lnTo>
                    <a:pt x="1916018" y="746641"/>
                  </a:lnTo>
                  <a:lnTo>
                    <a:pt x="1917090" y="746445"/>
                  </a:lnTo>
                  <a:lnTo>
                    <a:pt x="1918161" y="746251"/>
                  </a:lnTo>
                  <a:lnTo>
                    <a:pt x="1919233" y="746057"/>
                  </a:lnTo>
                  <a:lnTo>
                    <a:pt x="1920305" y="745865"/>
                  </a:lnTo>
                  <a:lnTo>
                    <a:pt x="1921376" y="745673"/>
                  </a:lnTo>
                  <a:lnTo>
                    <a:pt x="1922448" y="745482"/>
                  </a:lnTo>
                  <a:lnTo>
                    <a:pt x="1923519" y="745292"/>
                  </a:lnTo>
                  <a:lnTo>
                    <a:pt x="1924591" y="745103"/>
                  </a:lnTo>
                  <a:lnTo>
                    <a:pt x="1925663" y="744914"/>
                  </a:lnTo>
                  <a:lnTo>
                    <a:pt x="1926734" y="744727"/>
                  </a:lnTo>
                  <a:lnTo>
                    <a:pt x="1927806" y="744540"/>
                  </a:lnTo>
                  <a:lnTo>
                    <a:pt x="1928877" y="744354"/>
                  </a:lnTo>
                  <a:lnTo>
                    <a:pt x="1929949" y="744169"/>
                  </a:lnTo>
                  <a:lnTo>
                    <a:pt x="1931021" y="743984"/>
                  </a:lnTo>
                  <a:lnTo>
                    <a:pt x="1932092" y="743801"/>
                  </a:lnTo>
                  <a:lnTo>
                    <a:pt x="1933164" y="743618"/>
                  </a:lnTo>
                  <a:lnTo>
                    <a:pt x="1934235" y="743436"/>
                  </a:lnTo>
                  <a:lnTo>
                    <a:pt x="1935307" y="743255"/>
                  </a:lnTo>
                  <a:lnTo>
                    <a:pt x="1936379" y="743075"/>
                  </a:lnTo>
                  <a:lnTo>
                    <a:pt x="1937450" y="742895"/>
                  </a:lnTo>
                  <a:lnTo>
                    <a:pt x="1938522" y="742716"/>
                  </a:lnTo>
                  <a:lnTo>
                    <a:pt x="1939593" y="742538"/>
                  </a:lnTo>
                  <a:lnTo>
                    <a:pt x="1940665" y="742361"/>
                  </a:lnTo>
                  <a:lnTo>
                    <a:pt x="1941737" y="742184"/>
                  </a:lnTo>
                  <a:lnTo>
                    <a:pt x="1942808" y="742008"/>
                  </a:lnTo>
                  <a:lnTo>
                    <a:pt x="1943880" y="741833"/>
                  </a:lnTo>
                  <a:lnTo>
                    <a:pt x="1944951" y="741659"/>
                  </a:lnTo>
                  <a:lnTo>
                    <a:pt x="1946023" y="741485"/>
                  </a:lnTo>
                  <a:lnTo>
                    <a:pt x="1947095" y="741312"/>
                  </a:lnTo>
                  <a:lnTo>
                    <a:pt x="1948166" y="741140"/>
                  </a:lnTo>
                  <a:lnTo>
                    <a:pt x="1949238" y="740968"/>
                  </a:lnTo>
                  <a:lnTo>
                    <a:pt x="1950309" y="740797"/>
                  </a:lnTo>
                  <a:lnTo>
                    <a:pt x="1951381" y="740627"/>
                  </a:lnTo>
                  <a:lnTo>
                    <a:pt x="1952453" y="740457"/>
                  </a:lnTo>
                  <a:lnTo>
                    <a:pt x="1953524" y="740288"/>
                  </a:lnTo>
                  <a:lnTo>
                    <a:pt x="1954596" y="740120"/>
                  </a:lnTo>
                  <a:lnTo>
                    <a:pt x="1955667" y="739952"/>
                  </a:lnTo>
                  <a:lnTo>
                    <a:pt x="1956739" y="739785"/>
                  </a:lnTo>
                  <a:lnTo>
                    <a:pt x="1957810" y="739619"/>
                  </a:lnTo>
                  <a:lnTo>
                    <a:pt x="1958882" y="739453"/>
                  </a:lnTo>
                  <a:lnTo>
                    <a:pt x="1959954" y="739288"/>
                  </a:lnTo>
                  <a:lnTo>
                    <a:pt x="1961025" y="739124"/>
                  </a:lnTo>
                  <a:lnTo>
                    <a:pt x="1962097" y="738960"/>
                  </a:lnTo>
                  <a:lnTo>
                    <a:pt x="1963168" y="738797"/>
                  </a:lnTo>
                  <a:lnTo>
                    <a:pt x="1964240" y="738634"/>
                  </a:lnTo>
                  <a:lnTo>
                    <a:pt x="1965312" y="738472"/>
                  </a:lnTo>
                  <a:lnTo>
                    <a:pt x="1966383" y="738310"/>
                  </a:lnTo>
                  <a:lnTo>
                    <a:pt x="1967455" y="738150"/>
                  </a:lnTo>
                  <a:lnTo>
                    <a:pt x="1968526" y="737989"/>
                  </a:lnTo>
                  <a:lnTo>
                    <a:pt x="1969598" y="737829"/>
                  </a:lnTo>
                  <a:lnTo>
                    <a:pt x="1970670" y="737670"/>
                  </a:lnTo>
                  <a:lnTo>
                    <a:pt x="1971741" y="737512"/>
                  </a:lnTo>
                  <a:lnTo>
                    <a:pt x="1972813" y="737353"/>
                  </a:lnTo>
                  <a:lnTo>
                    <a:pt x="1973884" y="737196"/>
                  </a:lnTo>
                  <a:lnTo>
                    <a:pt x="1974956" y="737039"/>
                  </a:lnTo>
                  <a:lnTo>
                    <a:pt x="1976028" y="736882"/>
                  </a:lnTo>
                  <a:lnTo>
                    <a:pt x="1977099" y="736726"/>
                  </a:lnTo>
                  <a:lnTo>
                    <a:pt x="1978171" y="736571"/>
                  </a:lnTo>
                  <a:lnTo>
                    <a:pt x="1979242" y="736416"/>
                  </a:lnTo>
                  <a:lnTo>
                    <a:pt x="1980314" y="736261"/>
                  </a:lnTo>
                  <a:lnTo>
                    <a:pt x="1981386" y="736107"/>
                  </a:lnTo>
                  <a:lnTo>
                    <a:pt x="1982457" y="735954"/>
                  </a:lnTo>
                  <a:lnTo>
                    <a:pt x="1983529" y="735800"/>
                  </a:lnTo>
                  <a:lnTo>
                    <a:pt x="1984600" y="735648"/>
                  </a:lnTo>
                  <a:lnTo>
                    <a:pt x="1985672" y="735496"/>
                  </a:lnTo>
                  <a:lnTo>
                    <a:pt x="1986744" y="735344"/>
                  </a:lnTo>
                  <a:lnTo>
                    <a:pt x="1987815" y="735193"/>
                  </a:lnTo>
                  <a:lnTo>
                    <a:pt x="1988887" y="735042"/>
                  </a:lnTo>
                  <a:lnTo>
                    <a:pt x="1989958" y="734891"/>
                  </a:lnTo>
                  <a:lnTo>
                    <a:pt x="1991030" y="734742"/>
                  </a:lnTo>
                  <a:lnTo>
                    <a:pt x="1992102" y="734592"/>
                  </a:lnTo>
                  <a:lnTo>
                    <a:pt x="1993173" y="734443"/>
                  </a:lnTo>
                  <a:lnTo>
                    <a:pt x="1994245" y="734294"/>
                  </a:lnTo>
                  <a:lnTo>
                    <a:pt x="1995316" y="734146"/>
                  </a:lnTo>
                  <a:lnTo>
                    <a:pt x="1996388" y="733998"/>
                  </a:lnTo>
                  <a:lnTo>
                    <a:pt x="1997460" y="733850"/>
                  </a:lnTo>
                  <a:lnTo>
                    <a:pt x="1998531" y="733703"/>
                  </a:lnTo>
                  <a:lnTo>
                    <a:pt x="1999603" y="733556"/>
                  </a:lnTo>
                  <a:lnTo>
                    <a:pt x="2000674" y="733410"/>
                  </a:lnTo>
                  <a:lnTo>
                    <a:pt x="2001746" y="733264"/>
                  </a:lnTo>
                  <a:lnTo>
                    <a:pt x="2002818" y="733118"/>
                  </a:lnTo>
                  <a:lnTo>
                    <a:pt x="2003889" y="732972"/>
                  </a:lnTo>
                  <a:lnTo>
                    <a:pt x="2004961" y="732827"/>
                  </a:lnTo>
                  <a:lnTo>
                    <a:pt x="2006032" y="732682"/>
                  </a:lnTo>
                  <a:lnTo>
                    <a:pt x="2007104" y="732538"/>
                  </a:lnTo>
                  <a:lnTo>
                    <a:pt x="2008176" y="732394"/>
                  </a:lnTo>
                  <a:lnTo>
                    <a:pt x="2009247" y="732250"/>
                  </a:lnTo>
                  <a:lnTo>
                    <a:pt x="2010319" y="732107"/>
                  </a:lnTo>
                  <a:lnTo>
                    <a:pt x="2011390" y="731963"/>
                  </a:lnTo>
                  <a:lnTo>
                    <a:pt x="2012462" y="731820"/>
                  </a:lnTo>
                  <a:lnTo>
                    <a:pt x="2013534" y="731678"/>
                  </a:lnTo>
                  <a:lnTo>
                    <a:pt x="2014605" y="731535"/>
                  </a:lnTo>
                  <a:lnTo>
                    <a:pt x="2015677" y="731393"/>
                  </a:lnTo>
                  <a:lnTo>
                    <a:pt x="2016748" y="731251"/>
                  </a:lnTo>
                  <a:lnTo>
                    <a:pt x="2017820" y="731110"/>
                  </a:lnTo>
                  <a:lnTo>
                    <a:pt x="2018892" y="730968"/>
                  </a:lnTo>
                  <a:lnTo>
                    <a:pt x="2019963" y="730827"/>
                  </a:lnTo>
                  <a:lnTo>
                    <a:pt x="2021035" y="730686"/>
                  </a:lnTo>
                  <a:lnTo>
                    <a:pt x="2022106" y="730545"/>
                  </a:lnTo>
                  <a:lnTo>
                    <a:pt x="2023178" y="730405"/>
                  </a:lnTo>
                  <a:lnTo>
                    <a:pt x="2024250" y="730264"/>
                  </a:lnTo>
                  <a:lnTo>
                    <a:pt x="2025321" y="730124"/>
                  </a:lnTo>
                  <a:lnTo>
                    <a:pt x="2026393" y="729984"/>
                  </a:lnTo>
                  <a:lnTo>
                    <a:pt x="2027464" y="729845"/>
                  </a:lnTo>
                  <a:lnTo>
                    <a:pt x="2028536" y="729705"/>
                  </a:lnTo>
                  <a:lnTo>
                    <a:pt x="2029608" y="729566"/>
                  </a:lnTo>
                  <a:lnTo>
                    <a:pt x="2030679" y="729427"/>
                  </a:lnTo>
                  <a:lnTo>
                    <a:pt x="2031751" y="729288"/>
                  </a:lnTo>
                  <a:lnTo>
                    <a:pt x="2032822" y="729149"/>
                  </a:lnTo>
                  <a:lnTo>
                    <a:pt x="2033894" y="729010"/>
                  </a:lnTo>
                  <a:lnTo>
                    <a:pt x="2034966" y="728871"/>
                  </a:lnTo>
                  <a:lnTo>
                    <a:pt x="2036037" y="728733"/>
                  </a:lnTo>
                  <a:lnTo>
                    <a:pt x="2037109" y="728595"/>
                  </a:lnTo>
                  <a:lnTo>
                    <a:pt x="2038180" y="728456"/>
                  </a:lnTo>
                  <a:lnTo>
                    <a:pt x="2039252" y="728318"/>
                  </a:lnTo>
                  <a:lnTo>
                    <a:pt x="2040324" y="728180"/>
                  </a:lnTo>
                  <a:lnTo>
                    <a:pt x="2041395" y="728042"/>
                  </a:lnTo>
                  <a:lnTo>
                    <a:pt x="2042467" y="727904"/>
                  </a:lnTo>
                  <a:lnTo>
                    <a:pt x="2043538" y="727767"/>
                  </a:lnTo>
                  <a:lnTo>
                    <a:pt x="2044610" y="727629"/>
                  </a:lnTo>
                  <a:lnTo>
                    <a:pt x="2045682" y="727491"/>
                  </a:lnTo>
                  <a:lnTo>
                    <a:pt x="2046753" y="727354"/>
                  </a:lnTo>
                  <a:lnTo>
                    <a:pt x="2047825" y="727216"/>
                  </a:lnTo>
                  <a:lnTo>
                    <a:pt x="2048896" y="727079"/>
                  </a:lnTo>
                  <a:lnTo>
                    <a:pt x="2049968" y="726941"/>
                  </a:lnTo>
                  <a:lnTo>
                    <a:pt x="2051040" y="726804"/>
                  </a:lnTo>
                  <a:lnTo>
                    <a:pt x="2052111" y="726666"/>
                  </a:lnTo>
                  <a:lnTo>
                    <a:pt x="2053183" y="726529"/>
                  </a:lnTo>
                  <a:lnTo>
                    <a:pt x="2054254" y="726392"/>
                  </a:lnTo>
                  <a:lnTo>
                    <a:pt x="2055326" y="726254"/>
                  </a:lnTo>
                  <a:lnTo>
                    <a:pt x="2056398" y="726117"/>
                  </a:lnTo>
                  <a:lnTo>
                    <a:pt x="2057469" y="725979"/>
                  </a:lnTo>
                  <a:lnTo>
                    <a:pt x="2058541" y="725842"/>
                  </a:lnTo>
                  <a:lnTo>
                    <a:pt x="2059612" y="725705"/>
                  </a:lnTo>
                  <a:lnTo>
                    <a:pt x="2060684" y="725567"/>
                  </a:lnTo>
                  <a:lnTo>
                    <a:pt x="2061756" y="725430"/>
                  </a:lnTo>
                  <a:lnTo>
                    <a:pt x="2062827" y="725292"/>
                  </a:lnTo>
                  <a:lnTo>
                    <a:pt x="2063899" y="725154"/>
                  </a:lnTo>
                  <a:lnTo>
                    <a:pt x="2064970" y="725017"/>
                  </a:lnTo>
                  <a:lnTo>
                    <a:pt x="2066042" y="724879"/>
                  </a:lnTo>
                  <a:lnTo>
                    <a:pt x="2067114" y="724741"/>
                  </a:lnTo>
                  <a:lnTo>
                    <a:pt x="2068185" y="724603"/>
                  </a:lnTo>
                  <a:lnTo>
                    <a:pt x="2069257" y="724465"/>
                  </a:lnTo>
                  <a:lnTo>
                    <a:pt x="2070328" y="724327"/>
                  </a:lnTo>
                  <a:lnTo>
                    <a:pt x="2071400" y="724189"/>
                  </a:lnTo>
                  <a:lnTo>
                    <a:pt x="2072472" y="724051"/>
                  </a:lnTo>
                  <a:lnTo>
                    <a:pt x="2073543" y="723912"/>
                  </a:lnTo>
                  <a:lnTo>
                    <a:pt x="2074615" y="723774"/>
                  </a:lnTo>
                  <a:lnTo>
                    <a:pt x="2075686" y="723635"/>
                  </a:lnTo>
                  <a:lnTo>
                    <a:pt x="2076758" y="723496"/>
                  </a:lnTo>
                  <a:lnTo>
                    <a:pt x="2077830" y="723357"/>
                  </a:lnTo>
                  <a:lnTo>
                    <a:pt x="2078901" y="723218"/>
                  </a:lnTo>
                  <a:lnTo>
                    <a:pt x="2079973" y="723079"/>
                  </a:lnTo>
                  <a:lnTo>
                    <a:pt x="2081044" y="722939"/>
                  </a:lnTo>
                  <a:lnTo>
                    <a:pt x="2082116" y="722800"/>
                  </a:lnTo>
                  <a:lnTo>
                    <a:pt x="2083188" y="722660"/>
                  </a:lnTo>
                  <a:lnTo>
                    <a:pt x="2084259" y="722520"/>
                  </a:lnTo>
                  <a:lnTo>
                    <a:pt x="2085331" y="722380"/>
                  </a:lnTo>
                  <a:lnTo>
                    <a:pt x="2086402" y="722239"/>
                  </a:lnTo>
                  <a:lnTo>
                    <a:pt x="2087474" y="722098"/>
                  </a:lnTo>
                  <a:lnTo>
                    <a:pt x="2088546" y="721958"/>
                  </a:lnTo>
                  <a:lnTo>
                    <a:pt x="2089617" y="721817"/>
                  </a:lnTo>
                  <a:lnTo>
                    <a:pt x="2090689" y="721675"/>
                  </a:lnTo>
                  <a:lnTo>
                    <a:pt x="2091760" y="721534"/>
                  </a:lnTo>
                  <a:lnTo>
                    <a:pt x="2092832" y="721392"/>
                  </a:lnTo>
                  <a:lnTo>
                    <a:pt x="2093904" y="721250"/>
                  </a:lnTo>
                  <a:lnTo>
                    <a:pt x="2094975" y="721107"/>
                  </a:lnTo>
                  <a:lnTo>
                    <a:pt x="2096047" y="720965"/>
                  </a:lnTo>
                  <a:lnTo>
                    <a:pt x="2097118" y="720822"/>
                  </a:lnTo>
                  <a:lnTo>
                    <a:pt x="2098190" y="720679"/>
                  </a:lnTo>
                  <a:lnTo>
                    <a:pt x="2099262" y="720535"/>
                  </a:lnTo>
                  <a:lnTo>
                    <a:pt x="2100333" y="720391"/>
                  </a:lnTo>
                  <a:lnTo>
                    <a:pt x="2101405" y="720247"/>
                  </a:lnTo>
                  <a:lnTo>
                    <a:pt x="2102476" y="720103"/>
                  </a:lnTo>
                  <a:lnTo>
                    <a:pt x="2103548" y="719958"/>
                  </a:lnTo>
                  <a:lnTo>
                    <a:pt x="2104620" y="719813"/>
                  </a:lnTo>
                  <a:lnTo>
                    <a:pt x="2105691" y="719668"/>
                  </a:lnTo>
                  <a:lnTo>
                    <a:pt x="2106763" y="719522"/>
                  </a:lnTo>
                  <a:lnTo>
                    <a:pt x="2107834" y="719376"/>
                  </a:lnTo>
                  <a:lnTo>
                    <a:pt x="2108906" y="719230"/>
                  </a:lnTo>
                  <a:lnTo>
                    <a:pt x="2109978" y="719083"/>
                  </a:lnTo>
                  <a:lnTo>
                    <a:pt x="2111049" y="718936"/>
                  </a:lnTo>
                  <a:lnTo>
                    <a:pt x="2112121" y="718788"/>
                  </a:lnTo>
                  <a:lnTo>
                    <a:pt x="2113192" y="718640"/>
                  </a:lnTo>
                  <a:lnTo>
                    <a:pt x="2114264" y="718492"/>
                  </a:lnTo>
                  <a:lnTo>
                    <a:pt x="2115336" y="718343"/>
                  </a:lnTo>
                  <a:lnTo>
                    <a:pt x="2116407" y="718194"/>
                  </a:lnTo>
                  <a:lnTo>
                    <a:pt x="2117479" y="718044"/>
                  </a:lnTo>
                  <a:lnTo>
                    <a:pt x="2118550" y="717894"/>
                  </a:lnTo>
                  <a:lnTo>
                    <a:pt x="2119622" y="717744"/>
                  </a:lnTo>
                  <a:lnTo>
                    <a:pt x="2120694" y="717593"/>
                  </a:lnTo>
                  <a:lnTo>
                    <a:pt x="2121765" y="717442"/>
                  </a:lnTo>
                  <a:lnTo>
                    <a:pt x="2122837" y="717290"/>
                  </a:lnTo>
                  <a:lnTo>
                    <a:pt x="2123908" y="717138"/>
                  </a:lnTo>
                  <a:lnTo>
                    <a:pt x="2124980" y="716985"/>
                  </a:lnTo>
                  <a:lnTo>
                    <a:pt x="2126052" y="716832"/>
                  </a:lnTo>
                  <a:lnTo>
                    <a:pt x="2127123" y="716679"/>
                  </a:lnTo>
                  <a:lnTo>
                    <a:pt x="2128195" y="716524"/>
                  </a:lnTo>
                  <a:lnTo>
                    <a:pt x="2129266" y="716370"/>
                  </a:lnTo>
                  <a:lnTo>
                    <a:pt x="2130338" y="716215"/>
                  </a:lnTo>
                  <a:lnTo>
                    <a:pt x="2131409" y="716059"/>
                  </a:lnTo>
                  <a:lnTo>
                    <a:pt x="2132481" y="715903"/>
                  </a:lnTo>
                  <a:lnTo>
                    <a:pt x="2133553" y="715746"/>
                  </a:lnTo>
                  <a:lnTo>
                    <a:pt x="2134624" y="715589"/>
                  </a:lnTo>
                  <a:lnTo>
                    <a:pt x="2135696" y="715431"/>
                  </a:lnTo>
                  <a:lnTo>
                    <a:pt x="2136767" y="715273"/>
                  </a:lnTo>
                  <a:lnTo>
                    <a:pt x="2137839" y="715114"/>
                  </a:lnTo>
                  <a:lnTo>
                    <a:pt x="2138911" y="714955"/>
                  </a:lnTo>
                  <a:lnTo>
                    <a:pt x="2139982" y="714795"/>
                  </a:lnTo>
                  <a:lnTo>
                    <a:pt x="2141054" y="714634"/>
                  </a:lnTo>
                  <a:lnTo>
                    <a:pt x="2142125" y="714473"/>
                  </a:lnTo>
                  <a:lnTo>
                    <a:pt x="2143197" y="714311"/>
                  </a:lnTo>
                  <a:lnTo>
                    <a:pt x="2144269" y="714149"/>
                  </a:lnTo>
                  <a:lnTo>
                    <a:pt x="2145340" y="713986"/>
                  </a:lnTo>
                  <a:lnTo>
                    <a:pt x="2146412" y="713823"/>
                  </a:lnTo>
                  <a:lnTo>
                    <a:pt x="2147483" y="713659"/>
                  </a:lnTo>
                  <a:lnTo>
                    <a:pt x="2148555" y="713494"/>
                  </a:lnTo>
                  <a:lnTo>
                    <a:pt x="2149627" y="713329"/>
                  </a:lnTo>
                  <a:lnTo>
                    <a:pt x="2150698" y="713163"/>
                  </a:lnTo>
                  <a:lnTo>
                    <a:pt x="2151770" y="712997"/>
                  </a:lnTo>
                  <a:lnTo>
                    <a:pt x="2152841" y="712830"/>
                  </a:lnTo>
                  <a:lnTo>
                    <a:pt x="2153913" y="712663"/>
                  </a:lnTo>
                  <a:lnTo>
                    <a:pt x="2154985" y="712495"/>
                  </a:lnTo>
                  <a:lnTo>
                    <a:pt x="2156056" y="712326"/>
                  </a:lnTo>
                  <a:lnTo>
                    <a:pt x="2157128" y="712157"/>
                  </a:lnTo>
                  <a:lnTo>
                    <a:pt x="2158199" y="711987"/>
                  </a:lnTo>
                  <a:lnTo>
                    <a:pt x="2159271" y="711817"/>
                  </a:lnTo>
                  <a:lnTo>
                    <a:pt x="2160343" y="711646"/>
                  </a:lnTo>
                  <a:lnTo>
                    <a:pt x="2161414" y="711474"/>
                  </a:lnTo>
                  <a:lnTo>
                    <a:pt x="2162486" y="711302"/>
                  </a:lnTo>
                  <a:lnTo>
                    <a:pt x="2163557" y="711130"/>
                  </a:lnTo>
                  <a:lnTo>
                    <a:pt x="2164629" y="710957"/>
                  </a:lnTo>
                  <a:lnTo>
                    <a:pt x="2165701" y="710783"/>
                  </a:lnTo>
                  <a:lnTo>
                    <a:pt x="2166772" y="710609"/>
                  </a:lnTo>
                  <a:lnTo>
                    <a:pt x="2167844" y="710434"/>
                  </a:lnTo>
                  <a:lnTo>
                    <a:pt x="2168915" y="710259"/>
                  </a:lnTo>
                  <a:lnTo>
                    <a:pt x="2169987" y="710083"/>
                  </a:lnTo>
                  <a:lnTo>
                    <a:pt x="2171059" y="709906"/>
                  </a:lnTo>
                  <a:lnTo>
                    <a:pt x="2172130" y="709729"/>
                  </a:lnTo>
                  <a:lnTo>
                    <a:pt x="2173202" y="709551"/>
                  </a:lnTo>
                  <a:lnTo>
                    <a:pt x="2174273" y="709373"/>
                  </a:lnTo>
                  <a:lnTo>
                    <a:pt x="2175345" y="709194"/>
                  </a:lnTo>
                  <a:lnTo>
                    <a:pt x="2176417" y="709015"/>
                  </a:lnTo>
                  <a:lnTo>
                    <a:pt x="2177488" y="708835"/>
                  </a:lnTo>
                  <a:lnTo>
                    <a:pt x="2178560" y="708655"/>
                  </a:lnTo>
                  <a:lnTo>
                    <a:pt x="2179631" y="708474"/>
                  </a:lnTo>
                  <a:lnTo>
                    <a:pt x="2180703" y="708292"/>
                  </a:lnTo>
                  <a:lnTo>
                    <a:pt x="2181775" y="708110"/>
                  </a:lnTo>
                  <a:lnTo>
                    <a:pt x="2182846" y="707927"/>
                  </a:lnTo>
                  <a:lnTo>
                    <a:pt x="2183918" y="707744"/>
                  </a:lnTo>
                  <a:lnTo>
                    <a:pt x="2184989" y="707560"/>
                  </a:lnTo>
                  <a:lnTo>
                    <a:pt x="2186061" y="707376"/>
                  </a:lnTo>
                  <a:lnTo>
                    <a:pt x="2187133" y="707191"/>
                  </a:lnTo>
                  <a:lnTo>
                    <a:pt x="2188204" y="707005"/>
                  </a:lnTo>
                  <a:lnTo>
                    <a:pt x="2189276" y="706819"/>
                  </a:lnTo>
                  <a:lnTo>
                    <a:pt x="2190347" y="706632"/>
                  </a:lnTo>
                  <a:lnTo>
                    <a:pt x="2191419" y="706445"/>
                  </a:lnTo>
                  <a:lnTo>
                    <a:pt x="2192491" y="706258"/>
                  </a:lnTo>
                  <a:lnTo>
                    <a:pt x="2193562" y="706069"/>
                  </a:lnTo>
                  <a:lnTo>
                    <a:pt x="2194634" y="705880"/>
                  </a:lnTo>
                  <a:lnTo>
                    <a:pt x="2195705" y="705691"/>
                  </a:lnTo>
                  <a:lnTo>
                    <a:pt x="2196777" y="705501"/>
                  </a:lnTo>
                  <a:lnTo>
                    <a:pt x="2197849" y="705311"/>
                  </a:lnTo>
                  <a:lnTo>
                    <a:pt x="2198920" y="705120"/>
                  </a:lnTo>
                  <a:lnTo>
                    <a:pt x="2199992" y="704928"/>
                  </a:lnTo>
                  <a:lnTo>
                    <a:pt x="2201063" y="704736"/>
                  </a:lnTo>
                  <a:lnTo>
                    <a:pt x="2202135" y="704543"/>
                  </a:lnTo>
                  <a:lnTo>
                    <a:pt x="2203207" y="704350"/>
                  </a:lnTo>
                  <a:lnTo>
                    <a:pt x="2204278" y="704156"/>
                  </a:lnTo>
                  <a:lnTo>
                    <a:pt x="2205350" y="703962"/>
                  </a:lnTo>
                  <a:lnTo>
                    <a:pt x="2206421" y="703767"/>
                  </a:lnTo>
                  <a:lnTo>
                    <a:pt x="2207493" y="703571"/>
                  </a:lnTo>
                  <a:lnTo>
                    <a:pt x="2208565" y="703375"/>
                  </a:lnTo>
                  <a:lnTo>
                    <a:pt x="2209636" y="703179"/>
                  </a:lnTo>
                  <a:lnTo>
                    <a:pt x="2210708" y="702982"/>
                  </a:lnTo>
                  <a:lnTo>
                    <a:pt x="2211779" y="702784"/>
                  </a:lnTo>
                  <a:lnTo>
                    <a:pt x="2212851" y="702586"/>
                  </a:lnTo>
                  <a:lnTo>
                    <a:pt x="2213923" y="702387"/>
                  </a:lnTo>
                  <a:lnTo>
                    <a:pt x="2214994" y="702188"/>
                  </a:lnTo>
                  <a:lnTo>
                    <a:pt x="2216066" y="701988"/>
                  </a:lnTo>
                  <a:lnTo>
                    <a:pt x="2217137" y="701787"/>
                  </a:lnTo>
                  <a:lnTo>
                    <a:pt x="2218209" y="701586"/>
                  </a:lnTo>
                  <a:lnTo>
                    <a:pt x="2219281" y="701385"/>
                  </a:lnTo>
                  <a:lnTo>
                    <a:pt x="2220352" y="701183"/>
                  </a:lnTo>
                  <a:lnTo>
                    <a:pt x="2221424" y="700980"/>
                  </a:lnTo>
                  <a:lnTo>
                    <a:pt x="2222495" y="700777"/>
                  </a:lnTo>
                  <a:lnTo>
                    <a:pt x="2223567" y="700573"/>
                  </a:lnTo>
                  <a:lnTo>
                    <a:pt x="2224639" y="700369"/>
                  </a:lnTo>
                  <a:lnTo>
                    <a:pt x="2225710" y="700164"/>
                  </a:lnTo>
                  <a:lnTo>
                    <a:pt x="2226782" y="699959"/>
                  </a:lnTo>
                  <a:lnTo>
                    <a:pt x="2227853" y="699753"/>
                  </a:lnTo>
                  <a:lnTo>
                    <a:pt x="2228925" y="699547"/>
                  </a:lnTo>
                  <a:lnTo>
                    <a:pt x="2229997" y="699340"/>
                  </a:lnTo>
                  <a:lnTo>
                    <a:pt x="2231068" y="699133"/>
                  </a:lnTo>
                  <a:lnTo>
                    <a:pt x="2232140" y="698925"/>
                  </a:lnTo>
                  <a:lnTo>
                    <a:pt x="2233211" y="698716"/>
                  </a:lnTo>
                  <a:lnTo>
                    <a:pt x="2234283" y="698507"/>
                  </a:lnTo>
                  <a:lnTo>
                    <a:pt x="2235355" y="698297"/>
                  </a:lnTo>
                  <a:lnTo>
                    <a:pt x="2236426" y="698087"/>
                  </a:lnTo>
                  <a:lnTo>
                    <a:pt x="2237498" y="697876"/>
                  </a:lnTo>
                  <a:lnTo>
                    <a:pt x="2238569" y="697665"/>
                  </a:lnTo>
                  <a:lnTo>
                    <a:pt x="2239641" y="697453"/>
                  </a:lnTo>
                  <a:lnTo>
                    <a:pt x="2240713" y="697241"/>
                  </a:lnTo>
                  <a:lnTo>
                    <a:pt x="2241784" y="697028"/>
                  </a:lnTo>
                  <a:lnTo>
                    <a:pt x="2242856" y="696815"/>
                  </a:lnTo>
                  <a:lnTo>
                    <a:pt x="2243927" y="696601"/>
                  </a:lnTo>
                  <a:lnTo>
                    <a:pt x="2244999" y="696386"/>
                  </a:lnTo>
                  <a:lnTo>
                    <a:pt x="2246071" y="696171"/>
                  </a:lnTo>
                  <a:lnTo>
                    <a:pt x="2247142" y="695956"/>
                  </a:lnTo>
                  <a:lnTo>
                    <a:pt x="2248214" y="695740"/>
                  </a:lnTo>
                  <a:lnTo>
                    <a:pt x="2249285" y="695523"/>
                  </a:lnTo>
                  <a:lnTo>
                    <a:pt x="2250357" y="695306"/>
                  </a:lnTo>
                  <a:lnTo>
                    <a:pt x="2251429" y="695089"/>
                  </a:lnTo>
                  <a:lnTo>
                    <a:pt x="2252500" y="694870"/>
                  </a:lnTo>
                  <a:lnTo>
                    <a:pt x="2253572" y="694652"/>
                  </a:lnTo>
                  <a:lnTo>
                    <a:pt x="2254643" y="694432"/>
                  </a:lnTo>
                  <a:lnTo>
                    <a:pt x="2255715" y="694213"/>
                  </a:lnTo>
                  <a:lnTo>
                    <a:pt x="2256787" y="693992"/>
                  </a:lnTo>
                  <a:lnTo>
                    <a:pt x="2257858" y="693771"/>
                  </a:lnTo>
                  <a:lnTo>
                    <a:pt x="2258930" y="693550"/>
                  </a:lnTo>
                  <a:lnTo>
                    <a:pt x="2260001" y="693328"/>
                  </a:lnTo>
                  <a:lnTo>
                    <a:pt x="2261073" y="693106"/>
                  </a:lnTo>
                  <a:lnTo>
                    <a:pt x="2262145" y="692883"/>
                  </a:lnTo>
                  <a:lnTo>
                    <a:pt x="2263216" y="692659"/>
                  </a:lnTo>
                  <a:lnTo>
                    <a:pt x="2264288" y="692435"/>
                  </a:lnTo>
                  <a:lnTo>
                    <a:pt x="2265359" y="692211"/>
                  </a:lnTo>
                  <a:lnTo>
                    <a:pt x="2266431" y="691985"/>
                  </a:lnTo>
                  <a:lnTo>
                    <a:pt x="2267503" y="691760"/>
                  </a:lnTo>
                  <a:lnTo>
                    <a:pt x="2268574" y="691534"/>
                  </a:lnTo>
                  <a:lnTo>
                    <a:pt x="2269646" y="691307"/>
                  </a:lnTo>
                  <a:lnTo>
                    <a:pt x="2270717" y="691080"/>
                  </a:lnTo>
                  <a:lnTo>
                    <a:pt x="2271789" y="690852"/>
                  </a:lnTo>
                  <a:lnTo>
                    <a:pt x="2272861" y="690624"/>
                  </a:lnTo>
                  <a:lnTo>
                    <a:pt x="2273932" y="690395"/>
                  </a:lnTo>
                  <a:lnTo>
                    <a:pt x="2275004" y="690166"/>
                  </a:lnTo>
                  <a:lnTo>
                    <a:pt x="2276075" y="689936"/>
                  </a:lnTo>
                  <a:lnTo>
                    <a:pt x="2277147" y="689706"/>
                  </a:lnTo>
                  <a:lnTo>
                    <a:pt x="2278219" y="689475"/>
                  </a:lnTo>
                  <a:lnTo>
                    <a:pt x="2279290" y="689244"/>
                  </a:lnTo>
                  <a:lnTo>
                    <a:pt x="2280362" y="689012"/>
                  </a:lnTo>
                  <a:lnTo>
                    <a:pt x="2281433" y="688779"/>
                  </a:lnTo>
                  <a:lnTo>
                    <a:pt x="2282505" y="688546"/>
                  </a:lnTo>
                  <a:lnTo>
                    <a:pt x="2283577" y="688313"/>
                  </a:lnTo>
                  <a:lnTo>
                    <a:pt x="2284648" y="688079"/>
                  </a:lnTo>
                  <a:lnTo>
                    <a:pt x="2285720" y="687844"/>
                  </a:lnTo>
                  <a:lnTo>
                    <a:pt x="2286791" y="687609"/>
                  </a:lnTo>
                  <a:lnTo>
                    <a:pt x="2287863" y="687374"/>
                  </a:lnTo>
                  <a:lnTo>
                    <a:pt x="2288935" y="687138"/>
                  </a:lnTo>
                  <a:lnTo>
                    <a:pt x="2290006" y="686901"/>
                  </a:lnTo>
                  <a:lnTo>
                    <a:pt x="2291078" y="686664"/>
                  </a:lnTo>
                  <a:lnTo>
                    <a:pt x="2292149" y="686426"/>
                  </a:lnTo>
                  <a:lnTo>
                    <a:pt x="2293221" y="686188"/>
                  </a:lnTo>
                  <a:lnTo>
                    <a:pt x="2294293" y="685950"/>
                  </a:lnTo>
                  <a:lnTo>
                    <a:pt x="2295364" y="685710"/>
                  </a:lnTo>
                  <a:lnTo>
                    <a:pt x="2296436" y="685471"/>
                  </a:lnTo>
                  <a:lnTo>
                    <a:pt x="2297507" y="685231"/>
                  </a:lnTo>
                  <a:lnTo>
                    <a:pt x="2298579" y="684990"/>
                  </a:lnTo>
                  <a:lnTo>
                    <a:pt x="2299651" y="684749"/>
                  </a:lnTo>
                  <a:lnTo>
                    <a:pt x="2300722" y="684507"/>
                  </a:lnTo>
                  <a:lnTo>
                    <a:pt x="2301794" y="684265"/>
                  </a:lnTo>
                  <a:lnTo>
                    <a:pt x="2302865" y="684022"/>
                  </a:lnTo>
                  <a:lnTo>
                    <a:pt x="2303937" y="683779"/>
                  </a:lnTo>
                  <a:lnTo>
                    <a:pt x="2305009" y="683535"/>
                  </a:lnTo>
                  <a:lnTo>
                    <a:pt x="2306080" y="683290"/>
                  </a:lnTo>
                  <a:lnTo>
                    <a:pt x="2307152" y="683046"/>
                  </a:lnTo>
                  <a:lnTo>
                    <a:pt x="2308223" y="682800"/>
                  </a:lnTo>
                  <a:lnTo>
                    <a:pt x="2309295" y="682554"/>
                  </a:lnTo>
                  <a:lnTo>
                    <a:pt x="2310366" y="682308"/>
                  </a:lnTo>
                  <a:lnTo>
                    <a:pt x="2311438" y="682061"/>
                  </a:lnTo>
                  <a:lnTo>
                    <a:pt x="2312510" y="681814"/>
                  </a:lnTo>
                  <a:lnTo>
                    <a:pt x="2313581" y="681566"/>
                  </a:lnTo>
                  <a:lnTo>
                    <a:pt x="2314653" y="681318"/>
                  </a:lnTo>
                  <a:lnTo>
                    <a:pt x="2315724" y="681069"/>
                  </a:lnTo>
                  <a:lnTo>
                    <a:pt x="2316796" y="680819"/>
                  </a:lnTo>
                  <a:lnTo>
                    <a:pt x="2317868" y="680569"/>
                  </a:lnTo>
                  <a:lnTo>
                    <a:pt x="2318939" y="680319"/>
                  </a:lnTo>
                  <a:lnTo>
                    <a:pt x="2320011" y="680068"/>
                  </a:lnTo>
                  <a:lnTo>
                    <a:pt x="2321082" y="679817"/>
                  </a:lnTo>
                  <a:lnTo>
                    <a:pt x="2322154" y="679565"/>
                  </a:lnTo>
                  <a:lnTo>
                    <a:pt x="2323226" y="679312"/>
                  </a:lnTo>
                  <a:lnTo>
                    <a:pt x="2324297" y="679059"/>
                  </a:lnTo>
                  <a:lnTo>
                    <a:pt x="2325369" y="678806"/>
                  </a:lnTo>
                  <a:lnTo>
                    <a:pt x="2326440" y="678552"/>
                  </a:lnTo>
                  <a:lnTo>
                    <a:pt x="2327512" y="678297"/>
                  </a:lnTo>
                  <a:lnTo>
                    <a:pt x="2328584" y="678042"/>
                  </a:lnTo>
                  <a:lnTo>
                    <a:pt x="2329655" y="677787"/>
                  </a:lnTo>
                  <a:lnTo>
                    <a:pt x="2330727" y="677531"/>
                  </a:lnTo>
                  <a:lnTo>
                    <a:pt x="2331798" y="677274"/>
                  </a:lnTo>
                  <a:lnTo>
                    <a:pt x="2332870" y="677017"/>
                  </a:lnTo>
                  <a:lnTo>
                    <a:pt x="2333942" y="676760"/>
                  </a:lnTo>
                  <a:lnTo>
                    <a:pt x="2335013" y="676502"/>
                  </a:lnTo>
                  <a:lnTo>
                    <a:pt x="2336085" y="676243"/>
                  </a:lnTo>
                  <a:lnTo>
                    <a:pt x="2337156" y="675984"/>
                  </a:lnTo>
                  <a:lnTo>
                    <a:pt x="2338228" y="675725"/>
                  </a:lnTo>
                  <a:lnTo>
                    <a:pt x="2339300" y="675465"/>
                  </a:lnTo>
                  <a:lnTo>
                    <a:pt x="2340371" y="675205"/>
                  </a:lnTo>
                  <a:lnTo>
                    <a:pt x="2341443" y="674944"/>
                  </a:lnTo>
                  <a:lnTo>
                    <a:pt x="2342514" y="674682"/>
                  </a:lnTo>
                  <a:lnTo>
                    <a:pt x="2343586" y="674420"/>
                  </a:lnTo>
                  <a:lnTo>
                    <a:pt x="2344658" y="674158"/>
                  </a:lnTo>
                  <a:lnTo>
                    <a:pt x="2345729" y="673895"/>
                  </a:lnTo>
                  <a:lnTo>
                    <a:pt x="2346801" y="673631"/>
                  </a:lnTo>
                  <a:lnTo>
                    <a:pt x="2347872" y="673367"/>
                  </a:lnTo>
                  <a:lnTo>
                    <a:pt x="2348944" y="673103"/>
                  </a:lnTo>
                  <a:lnTo>
                    <a:pt x="2350016" y="672838"/>
                  </a:lnTo>
                  <a:lnTo>
                    <a:pt x="2351087" y="672572"/>
                  </a:lnTo>
                  <a:lnTo>
                    <a:pt x="2352159" y="672306"/>
                  </a:lnTo>
                  <a:lnTo>
                    <a:pt x="2353230" y="672040"/>
                  </a:lnTo>
                  <a:lnTo>
                    <a:pt x="2354302" y="671773"/>
                  </a:lnTo>
                  <a:lnTo>
                    <a:pt x="2355374" y="671505"/>
                  </a:lnTo>
                  <a:lnTo>
                    <a:pt x="2356445" y="671237"/>
                  </a:lnTo>
                  <a:lnTo>
                    <a:pt x="2357517" y="670969"/>
                  </a:lnTo>
                  <a:lnTo>
                    <a:pt x="2358588" y="670700"/>
                  </a:lnTo>
                  <a:lnTo>
                    <a:pt x="2359660" y="670431"/>
                  </a:lnTo>
                  <a:lnTo>
                    <a:pt x="2360732" y="670161"/>
                  </a:lnTo>
                  <a:lnTo>
                    <a:pt x="2361803" y="669890"/>
                  </a:lnTo>
                  <a:lnTo>
                    <a:pt x="2362875" y="669620"/>
                  </a:lnTo>
                  <a:lnTo>
                    <a:pt x="2363946" y="669348"/>
                  </a:lnTo>
                  <a:lnTo>
                    <a:pt x="2365018" y="669076"/>
                  </a:lnTo>
                  <a:lnTo>
                    <a:pt x="2366090" y="668804"/>
                  </a:lnTo>
                  <a:lnTo>
                    <a:pt x="2367161" y="668531"/>
                  </a:lnTo>
                  <a:lnTo>
                    <a:pt x="2368233" y="668258"/>
                  </a:lnTo>
                  <a:lnTo>
                    <a:pt x="2369304" y="667984"/>
                  </a:lnTo>
                  <a:lnTo>
                    <a:pt x="2370376" y="667710"/>
                  </a:lnTo>
                  <a:lnTo>
                    <a:pt x="2371448" y="667435"/>
                  </a:lnTo>
                  <a:lnTo>
                    <a:pt x="2372519" y="667160"/>
                  </a:lnTo>
                  <a:lnTo>
                    <a:pt x="2373591" y="666884"/>
                  </a:lnTo>
                  <a:lnTo>
                    <a:pt x="2374662" y="666607"/>
                  </a:lnTo>
                  <a:lnTo>
                    <a:pt x="2375734" y="666331"/>
                  </a:lnTo>
                  <a:lnTo>
                    <a:pt x="2376806" y="666053"/>
                  </a:lnTo>
                  <a:lnTo>
                    <a:pt x="2377877" y="665776"/>
                  </a:lnTo>
                  <a:lnTo>
                    <a:pt x="2378949" y="665498"/>
                  </a:lnTo>
                  <a:lnTo>
                    <a:pt x="2380020" y="665219"/>
                  </a:lnTo>
                  <a:lnTo>
                    <a:pt x="2381092" y="664940"/>
                  </a:lnTo>
                  <a:lnTo>
                    <a:pt x="2382164" y="664660"/>
                  </a:lnTo>
                  <a:lnTo>
                    <a:pt x="2383235" y="664380"/>
                  </a:lnTo>
                  <a:lnTo>
                    <a:pt x="2384307" y="664099"/>
                  </a:lnTo>
                  <a:lnTo>
                    <a:pt x="2385378" y="663818"/>
                  </a:lnTo>
                  <a:lnTo>
                    <a:pt x="2386450" y="663537"/>
                  </a:lnTo>
                  <a:lnTo>
                    <a:pt x="2387522" y="663254"/>
                  </a:lnTo>
                  <a:lnTo>
                    <a:pt x="2388593" y="662972"/>
                  </a:lnTo>
                  <a:lnTo>
                    <a:pt x="2389665" y="662689"/>
                  </a:lnTo>
                  <a:lnTo>
                    <a:pt x="2390736" y="662405"/>
                  </a:lnTo>
                  <a:lnTo>
                    <a:pt x="2391808" y="662121"/>
                  </a:lnTo>
                  <a:lnTo>
                    <a:pt x="2392880" y="661837"/>
                  </a:lnTo>
                  <a:lnTo>
                    <a:pt x="2393951" y="661552"/>
                  </a:lnTo>
                  <a:lnTo>
                    <a:pt x="2395023" y="661267"/>
                  </a:lnTo>
                  <a:lnTo>
                    <a:pt x="2396094" y="660981"/>
                  </a:lnTo>
                  <a:lnTo>
                    <a:pt x="2397166" y="660694"/>
                  </a:lnTo>
                  <a:lnTo>
                    <a:pt x="2398238" y="660407"/>
                  </a:lnTo>
                  <a:lnTo>
                    <a:pt x="2399309" y="660120"/>
                  </a:lnTo>
                  <a:lnTo>
                    <a:pt x="2400381" y="659832"/>
                  </a:lnTo>
                  <a:lnTo>
                    <a:pt x="2401452" y="659544"/>
                  </a:lnTo>
                  <a:lnTo>
                    <a:pt x="2402524" y="659255"/>
                  </a:lnTo>
                  <a:lnTo>
                    <a:pt x="2403596" y="658966"/>
                  </a:lnTo>
                  <a:lnTo>
                    <a:pt x="2404667" y="658676"/>
                  </a:lnTo>
                  <a:lnTo>
                    <a:pt x="2405739" y="658386"/>
                  </a:lnTo>
                  <a:lnTo>
                    <a:pt x="2406810" y="658095"/>
                  </a:lnTo>
                  <a:lnTo>
                    <a:pt x="2407882" y="657804"/>
                  </a:lnTo>
                  <a:lnTo>
                    <a:pt x="2408954" y="657512"/>
                  </a:lnTo>
                  <a:lnTo>
                    <a:pt x="2410025" y="657220"/>
                  </a:lnTo>
                  <a:lnTo>
                    <a:pt x="2411097" y="656928"/>
                  </a:lnTo>
                  <a:lnTo>
                    <a:pt x="2412168" y="656635"/>
                  </a:lnTo>
                  <a:lnTo>
                    <a:pt x="2413240" y="656341"/>
                  </a:lnTo>
                  <a:lnTo>
                    <a:pt x="2414312" y="656047"/>
                  </a:lnTo>
                  <a:lnTo>
                    <a:pt x="2415383" y="655753"/>
                  </a:lnTo>
                  <a:lnTo>
                    <a:pt x="2416455" y="655458"/>
                  </a:lnTo>
                  <a:lnTo>
                    <a:pt x="2417526" y="655162"/>
                  </a:lnTo>
                  <a:lnTo>
                    <a:pt x="2418598" y="654867"/>
                  </a:lnTo>
                  <a:lnTo>
                    <a:pt x="2419670" y="654570"/>
                  </a:lnTo>
                  <a:lnTo>
                    <a:pt x="2420741" y="654273"/>
                  </a:lnTo>
                  <a:lnTo>
                    <a:pt x="2421813" y="653976"/>
                  </a:lnTo>
                  <a:lnTo>
                    <a:pt x="2422884" y="653678"/>
                  </a:lnTo>
                  <a:lnTo>
                    <a:pt x="2423956" y="653380"/>
                  </a:lnTo>
                  <a:lnTo>
                    <a:pt x="2425028" y="653081"/>
                  </a:lnTo>
                  <a:lnTo>
                    <a:pt x="2426099" y="652782"/>
                  </a:lnTo>
                  <a:lnTo>
                    <a:pt x="2427171" y="652483"/>
                  </a:lnTo>
                  <a:lnTo>
                    <a:pt x="2428242" y="652183"/>
                  </a:lnTo>
                  <a:lnTo>
                    <a:pt x="2429314" y="651882"/>
                  </a:lnTo>
                  <a:lnTo>
                    <a:pt x="2430386" y="651581"/>
                  </a:lnTo>
                  <a:lnTo>
                    <a:pt x="2431457" y="651279"/>
                  </a:lnTo>
                  <a:lnTo>
                    <a:pt x="2432529" y="650978"/>
                  </a:lnTo>
                  <a:lnTo>
                    <a:pt x="2433600" y="650675"/>
                  </a:lnTo>
                  <a:lnTo>
                    <a:pt x="2434672" y="650372"/>
                  </a:lnTo>
                  <a:lnTo>
                    <a:pt x="2435744" y="650069"/>
                  </a:lnTo>
                  <a:lnTo>
                    <a:pt x="2436815" y="649765"/>
                  </a:lnTo>
                  <a:lnTo>
                    <a:pt x="2437887" y="649461"/>
                  </a:lnTo>
                  <a:lnTo>
                    <a:pt x="2438958" y="649156"/>
                  </a:lnTo>
                  <a:lnTo>
                    <a:pt x="2440030" y="648851"/>
                  </a:lnTo>
                  <a:lnTo>
                    <a:pt x="2441102" y="648545"/>
                  </a:lnTo>
                  <a:lnTo>
                    <a:pt x="2442173" y="648239"/>
                  </a:lnTo>
                  <a:lnTo>
                    <a:pt x="2443245" y="647933"/>
                  </a:lnTo>
                  <a:lnTo>
                    <a:pt x="2444316" y="647625"/>
                  </a:lnTo>
                  <a:lnTo>
                    <a:pt x="2445388" y="647318"/>
                  </a:lnTo>
                  <a:lnTo>
                    <a:pt x="2446460" y="647010"/>
                  </a:lnTo>
                  <a:lnTo>
                    <a:pt x="2447531" y="646702"/>
                  </a:lnTo>
                  <a:lnTo>
                    <a:pt x="2448603" y="646393"/>
                  </a:lnTo>
                  <a:lnTo>
                    <a:pt x="2449674" y="646083"/>
                  </a:lnTo>
                  <a:lnTo>
                    <a:pt x="2450746" y="645774"/>
                  </a:lnTo>
                  <a:lnTo>
                    <a:pt x="2451818" y="645463"/>
                  </a:lnTo>
                  <a:lnTo>
                    <a:pt x="2452889" y="645153"/>
                  </a:lnTo>
                  <a:lnTo>
                    <a:pt x="2453961" y="644841"/>
                  </a:lnTo>
                  <a:lnTo>
                    <a:pt x="2455032" y="644530"/>
                  </a:lnTo>
                  <a:lnTo>
                    <a:pt x="2456104" y="644218"/>
                  </a:lnTo>
                  <a:lnTo>
                    <a:pt x="2457176" y="643905"/>
                  </a:lnTo>
                  <a:lnTo>
                    <a:pt x="2458247" y="643592"/>
                  </a:lnTo>
                  <a:lnTo>
                    <a:pt x="2459319" y="643279"/>
                  </a:lnTo>
                  <a:lnTo>
                    <a:pt x="2460390" y="642965"/>
                  </a:lnTo>
                  <a:lnTo>
                    <a:pt x="2461462" y="642650"/>
                  </a:lnTo>
                  <a:lnTo>
                    <a:pt x="2462534" y="642336"/>
                  </a:lnTo>
                  <a:lnTo>
                    <a:pt x="2463605" y="642020"/>
                  </a:lnTo>
                  <a:lnTo>
                    <a:pt x="2464677" y="641705"/>
                  </a:lnTo>
                  <a:lnTo>
                    <a:pt x="2465748" y="641388"/>
                  </a:lnTo>
                  <a:lnTo>
                    <a:pt x="2466820" y="641072"/>
                  </a:lnTo>
                  <a:lnTo>
                    <a:pt x="2467892" y="640755"/>
                  </a:lnTo>
                  <a:lnTo>
                    <a:pt x="2468963" y="640437"/>
                  </a:lnTo>
                  <a:lnTo>
                    <a:pt x="2470035" y="640119"/>
                  </a:lnTo>
                  <a:lnTo>
                    <a:pt x="2471106" y="639801"/>
                  </a:lnTo>
                  <a:lnTo>
                    <a:pt x="2472178" y="639482"/>
                  </a:lnTo>
                  <a:lnTo>
                    <a:pt x="2473250" y="639163"/>
                  </a:lnTo>
                  <a:lnTo>
                    <a:pt x="2474321" y="638843"/>
                  </a:lnTo>
                  <a:lnTo>
                    <a:pt x="2475393" y="638523"/>
                  </a:lnTo>
                  <a:lnTo>
                    <a:pt x="2476464" y="638202"/>
                  </a:lnTo>
                  <a:lnTo>
                    <a:pt x="2477536" y="637881"/>
                  </a:lnTo>
                  <a:lnTo>
                    <a:pt x="2478608" y="637559"/>
                  </a:lnTo>
                  <a:lnTo>
                    <a:pt x="2479679" y="637237"/>
                  </a:lnTo>
                  <a:lnTo>
                    <a:pt x="2480751" y="636915"/>
                  </a:lnTo>
                  <a:lnTo>
                    <a:pt x="2481822" y="636592"/>
                  </a:lnTo>
                  <a:lnTo>
                    <a:pt x="2482894" y="636268"/>
                  </a:lnTo>
                  <a:lnTo>
                    <a:pt x="2483966" y="635945"/>
                  </a:lnTo>
                  <a:lnTo>
                    <a:pt x="2485037" y="635620"/>
                  </a:lnTo>
                  <a:lnTo>
                    <a:pt x="2486109" y="635296"/>
                  </a:lnTo>
                  <a:lnTo>
                    <a:pt x="2487180" y="634971"/>
                  </a:lnTo>
                  <a:lnTo>
                    <a:pt x="2488252" y="634645"/>
                  </a:lnTo>
                  <a:lnTo>
                    <a:pt x="2489323" y="634319"/>
                  </a:lnTo>
                  <a:lnTo>
                    <a:pt x="2490395" y="633993"/>
                  </a:lnTo>
                  <a:lnTo>
                    <a:pt x="2491467" y="633666"/>
                  </a:lnTo>
                  <a:lnTo>
                    <a:pt x="2492538" y="633338"/>
                  </a:lnTo>
                  <a:lnTo>
                    <a:pt x="2493610" y="633010"/>
                  </a:lnTo>
                  <a:lnTo>
                    <a:pt x="2494681" y="632682"/>
                  </a:lnTo>
                  <a:lnTo>
                    <a:pt x="2495753" y="632354"/>
                  </a:lnTo>
                  <a:lnTo>
                    <a:pt x="2496825" y="632024"/>
                  </a:lnTo>
                  <a:lnTo>
                    <a:pt x="2497896" y="631695"/>
                  </a:lnTo>
                  <a:lnTo>
                    <a:pt x="2498968" y="631365"/>
                  </a:lnTo>
                  <a:lnTo>
                    <a:pt x="2500039" y="631034"/>
                  </a:lnTo>
                  <a:lnTo>
                    <a:pt x="2501111" y="630704"/>
                  </a:lnTo>
                  <a:lnTo>
                    <a:pt x="2502183" y="630372"/>
                  </a:lnTo>
                  <a:lnTo>
                    <a:pt x="2503254" y="630040"/>
                  </a:lnTo>
                  <a:lnTo>
                    <a:pt x="2504326" y="629708"/>
                  </a:lnTo>
                  <a:lnTo>
                    <a:pt x="2505397" y="629376"/>
                  </a:lnTo>
                  <a:lnTo>
                    <a:pt x="2506469" y="629043"/>
                  </a:lnTo>
                  <a:lnTo>
                    <a:pt x="2507541" y="628709"/>
                  </a:lnTo>
                  <a:lnTo>
                    <a:pt x="2508612" y="628375"/>
                  </a:lnTo>
                  <a:lnTo>
                    <a:pt x="2509684" y="628041"/>
                  </a:lnTo>
                  <a:lnTo>
                    <a:pt x="2510755" y="627706"/>
                  </a:lnTo>
                  <a:lnTo>
                    <a:pt x="2511827" y="627371"/>
                  </a:lnTo>
                  <a:lnTo>
                    <a:pt x="2512899" y="627035"/>
                  </a:lnTo>
                  <a:lnTo>
                    <a:pt x="2513970" y="626699"/>
                  </a:lnTo>
                  <a:lnTo>
                    <a:pt x="2515042" y="626362"/>
                  </a:lnTo>
                  <a:lnTo>
                    <a:pt x="2516113" y="626025"/>
                  </a:lnTo>
                  <a:lnTo>
                    <a:pt x="2517185" y="625688"/>
                  </a:lnTo>
                  <a:lnTo>
                    <a:pt x="2518257" y="625350"/>
                  </a:lnTo>
                  <a:lnTo>
                    <a:pt x="2519328" y="625012"/>
                  </a:lnTo>
                  <a:lnTo>
                    <a:pt x="2520400" y="624673"/>
                  </a:lnTo>
                  <a:lnTo>
                    <a:pt x="2521471" y="624334"/>
                  </a:lnTo>
                  <a:lnTo>
                    <a:pt x="2522543" y="623994"/>
                  </a:lnTo>
                  <a:lnTo>
                    <a:pt x="2523615" y="623654"/>
                  </a:lnTo>
                  <a:lnTo>
                    <a:pt x="2524686" y="623314"/>
                  </a:lnTo>
                  <a:lnTo>
                    <a:pt x="2525758" y="622973"/>
                  </a:lnTo>
                  <a:lnTo>
                    <a:pt x="2526829" y="622632"/>
                  </a:lnTo>
                  <a:lnTo>
                    <a:pt x="2527901" y="622290"/>
                  </a:lnTo>
                  <a:lnTo>
                    <a:pt x="2528973" y="621948"/>
                  </a:lnTo>
                  <a:lnTo>
                    <a:pt x="2530044" y="621605"/>
                  </a:lnTo>
                  <a:lnTo>
                    <a:pt x="2531116" y="621262"/>
                  </a:lnTo>
                  <a:lnTo>
                    <a:pt x="2532187" y="620919"/>
                  </a:lnTo>
                  <a:lnTo>
                    <a:pt x="2533259" y="620575"/>
                  </a:lnTo>
                  <a:lnTo>
                    <a:pt x="2534331" y="620231"/>
                  </a:lnTo>
                  <a:lnTo>
                    <a:pt x="2535402" y="619886"/>
                  </a:lnTo>
                  <a:lnTo>
                    <a:pt x="2536474" y="619541"/>
                  </a:lnTo>
                  <a:lnTo>
                    <a:pt x="2537545" y="619195"/>
                  </a:lnTo>
                  <a:lnTo>
                    <a:pt x="2538617" y="618849"/>
                  </a:lnTo>
                  <a:lnTo>
                    <a:pt x="2539689" y="618503"/>
                  </a:lnTo>
                  <a:lnTo>
                    <a:pt x="2540760" y="618156"/>
                  </a:lnTo>
                  <a:lnTo>
                    <a:pt x="2541832" y="617809"/>
                  </a:lnTo>
                  <a:lnTo>
                    <a:pt x="2542903" y="617461"/>
                  </a:lnTo>
                  <a:lnTo>
                    <a:pt x="2543975" y="617113"/>
                  </a:lnTo>
                  <a:lnTo>
                    <a:pt x="2545047" y="616764"/>
                  </a:lnTo>
                  <a:lnTo>
                    <a:pt x="2546118" y="616416"/>
                  </a:lnTo>
                  <a:lnTo>
                    <a:pt x="2547190" y="616066"/>
                  </a:lnTo>
                  <a:lnTo>
                    <a:pt x="2548261" y="615716"/>
                  </a:lnTo>
                  <a:lnTo>
                    <a:pt x="2549333" y="615366"/>
                  </a:lnTo>
                  <a:lnTo>
                    <a:pt x="2550405" y="615015"/>
                  </a:lnTo>
                  <a:lnTo>
                    <a:pt x="2551476" y="614664"/>
                  </a:lnTo>
                  <a:lnTo>
                    <a:pt x="2552548" y="614313"/>
                  </a:lnTo>
                  <a:lnTo>
                    <a:pt x="2553619" y="613961"/>
                  </a:lnTo>
                  <a:lnTo>
                    <a:pt x="2554691" y="613609"/>
                  </a:lnTo>
                  <a:lnTo>
                    <a:pt x="2555763" y="613256"/>
                  </a:lnTo>
                  <a:lnTo>
                    <a:pt x="2556834" y="612903"/>
                  </a:lnTo>
                  <a:lnTo>
                    <a:pt x="2557906" y="612549"/>
                  </a:lnTo>
                  <a:lnTo>
                    <a:pt x="2558977" y="612195"/>
                  </a:lnTo>
                  <a:lnTo>
                    <a:pt x="2560049" y="611841"/>
                  </a:lnTo>
                  <a:lnTo>
                    <a:pt x="2561121" y="611486"/>
                  </a:lnTo>
                  <a:lnTo>
                    <a:pt x="2562192" y="611131"/>
                  </a:lnTo>
                  <a:lnTo>
                    <a:pt x="2563264" y="610775"/>
                  </a:lnTo>
                  <a:lnTo>
                    <a:pt x="2564335" y="610419"/>
                  </a:lnTo>
                  <a:lnTo>
                    <a:pt x="2565407" y="610063"/>
                  </a:lnTo>
                  <a:lnTo>
                    <a:pt x="2566479" y="609706"/>
                  </a:lnTo>
                  <a:lnTo>
                    <a:pt x="2567550" y="609349"/>
                  </a:lnTo>
                  <a:lnTo>
                    <a:pt x="2568622" y="608991"/>
                  </a:lnTo>
                  <a:lnTo>
                    <a:pt x="2569693" y="608633"/>
                  </a:lnTo>
                  <a:lnTo>
                    <a:pt x="2570765" y="608274"/>
                  </a:lnTo>
                  <a:lnTo>
                    <a:pt x="2571837" y="607915"/>
                  </a:lnTo>
                  <a:lnTo>
                    <a:pt x="2572908" y="607556"/>
                  </a:lnTo>
                  <a:lnTo>
                    <a:pt x="2573980" y="607196"/>
                  </a:lnTo>
                  <a:lnTo>
                    <a:pt x="2575051" y="606836"/>
                  </a:lnTo>
                  <a:lnTo>
                    <a:pt x="2576123" y="606475"/>
                  </a:lnTo>
                  <a:lnTo>
                    <a:pt x="2577195" y="606114"/>
                  </a:lnTo>
                  <a:lnTo>
                    <a:pt x="2578266" y="605753"/>
                  </a:lnTo>
                  <a:lnTo>
                    <a:pt x="2579338" y="605391"/>
                  </a:lnTo>
                  <a:lnTo>
                    <a:pt x="2580409" y="605029"/>
                  </a:lnTo>
                  <a:lnTo>
                    <a:pt x="2581481" y="604666"/>
                  </a:lnTo>
                  <a:lnTo>
                    <a:pt x="2582553" y="604303"/>
                  </a:lnTo>
                  <a:lnTo>
                    <a:pt x="2583624" y="603940"/>
                  </a:lnTo>
                  <a:lnTo>
                    <a:pt x="2584696" y="603576"/>
                  </a:lnTo>
                  <a:lnTo>
                    <a:pt x="2585767" y="603212"/>
                  </a:lnTo>
                  <a:lnTo>
                    <a:pt x="2586839" y="602847"/>
                  </a:lnTo>
                  <a:lnTo>
                    <a:pt x="2587911" y="602482"/>
                  </a:lnTo>
                  <a:lnTo>
                    <a:pt x="2588982" y="602117"/>
                  </a:lnTo>
                  <a:lnTo>
                    <a:pt x="2590054" y="601751"/>
                  </a:lnTo>
                  <a:lnTo>
                    <a:pt x="2591125" y="601384"/>
                  </a:lnTo>
                  <a:lnTo>
                    <a:pt x="2592197" y="601018"/>
                  </a:lnTo>
                  <a:lnTo>
                    <a:pt x="2593269" y="600651"/>
                  </a:lnTo>
                  <a:lnTo>
                    <a:pt x="2594340" y="600283"/>
                  </a:lnTo>
                  <a:lnTo>
                    <a:pt x="2595412" y="599915"/>
                  </a:lnTo>
                  <a:lnTo>
                    <a:pt x="2596483" y="599547"/>
                  </a:lnTo>
                  <a:lnTo>
                    <a:pt x="2597555" y="599178"/>
                  </a:lnTo>
                  <a:lnTo>
                    <a:pt x="2598627" y="598809"/>
                  </a:lnTo>
                  <a:lnTo>
                    <a:pt x="2599698" y="598440"/>
                  </a:lnTo>
                  <a:lnTo>
                    <a:pt x="2600770" y="598070"/>
                  </a:lnTo>
                  <a:lnTo>
                    <a:pt x="2601841" y="597700"/>
                  </a:lnTo>
                  <a:lnTo>
                    <a:pt x="2602913" y="597329"/>
                  </a:lnTo>
                  <a:lnTo>
                    <a:pt x="2603985" y="596958"/>
                  </a:lnTo>
                  <a:lnTo>
                    <a:pt x="2605056" y="596586"/>
                  </a:lnTo>
                  <a:lnTo>
                    <a:pt x="2606128" y="596214"/>
                  </a:lnTo>
                  <a:lnTo>
                    <a:pt x="2607199" y="595842"/>
                  </a:lnTo>
                  <a:lnTo>
                    <a:pt x="2608271" y="595469"/>
                  </a:lnTo>
                  <a:lnTo>
                    <a:pt x="2609343" y="595096"/>
                  </a:lnTo>
                  <a:lnTo>
                    <a:pt x="2610414" y="594723"/>
                  </a:lnTo>
                  <a:lnTo>
                    <a:pt x="2611486" y="594349"/>
                  </a:lnTo>
                  <a:lnTo>
                    <a:pt x="2612557" y="593975"/>
                  </a:lnTo>
                  <a:lnTo>
                    <a:pt x="2613629" y="593600"/>
                  </a:lnTo>
                  <a:lnTo>
                    <a:pt x="2614701" y="593225"/>
                  </a:lnTo>
                  <a:lnTo>
                    <a:pt x="2615772" y="592850"/>
                  </a:lnTo>
                  <a:lnTo>
                    <a:pt x="2616844" y="592474"/>
                  </a:lnTo>
                  <a:lnTo>
                    <a:pt x="2617915" y="592098"/>
                  </a:lnTo>
                  <a:lnTo>
                    <a:pt x="2618987" y="591721"/>
                  </a:lnTo>
                  <a:lnTo>
                    <a:pt x="2620059" y="591344"/>
                  </a:lnTo>
                  <a:lnTo>
                    <a:pt x="2621130" y="590966"/>
                  </a:lnTo>
                  <a:lnTo>
                    <a:pt x="2622202" y="590589"/>
                  </a:lnTo>
                  <a:lnTo>
                    <a:pt x="2623273" y="590210"/>
                  </a:lnTo>
                  <a:lnTo>
                    <a:pt x="2624345" y="589832"/>
                  </a:lnTo>
                  <a:lnTo>
                    <a:pt x="2625417" y="589453"/>
                  </a:lnTo>
                  <a:lnTo>
                    <a:pt x="2626488" y="589074"/>
                  </a:lnTo>
                  <a:lnTo>
                    <a:pt x="2627560" y="588694"/>
                  </a:lnTo>
                  <a:lnTo>
                    <a:pt x="2628631" y="588314"/>
                  </a:lnTo>
                  <a:lnTo>
                    <a:pt x="2629703" y="587933"/>
                  </a:lnTo>
                  <a:lnTo>
                    <a:pt x="2630775" y="587552"/>
                  </a:lnTo>
                  <a:lnTo>
                    <a:pt x="2631846" y="587171"/>
                  </a:lnTo>
                  <a:lnTo>
                    <a:pt x="2632918" y="586789"/>
                  </a:lnTo>
                  <a:lnTo>
                    <a:pt x="2633989" y="586407"/>
                  </a:lnTo>
                  <a:lnTo>
                    <a:pt x="2635061" y="586025"/>
                  </a:lnTo>
                  <a:lnTo>
                    <a:pt x="2636133" y="585642"/>
                  </a:lnTo>
                  <a:lnTo>
                    <a:pt x="2637204" y="585259"/>
                  </a:lnTo>
                  <a:lnTo>
                    <a:pt x="2638276" y="584875"/>
                  </a:lnTo>
                  <a:lnTo>
                    <a:pt x="2639347" y="584491"/>
                  </a:lnTo>
                  <a:lnTo>
                    <a:pt x="2640419" y="584107"/>
                  </a:lnTo>
                  <a:lnTo>
                    <a:pt x="2641491" y="583722"/>
                  </a:lnTo>
                  <a:lnTo>
                    <a:pt x="2642562" y="583337"/>
                  </a:lnTo>
                  <a:lnTo>
                    <a:pt x="2643634" y="582951"/>
                  </a:lnTo>
                  <a:lnTo>
                    <a:pt x="2644705" y="582565"/>
                  </a:lnTo>
                  <a:lnTo>
                    <a:pt x="2645777" y="582179"/>
                  </a:lnTo>
                  <a:lnTo>
                    <a:pt x="2646849" y="581792"/>
                  </a:lnTo>
                  <a:lnTo>
                    <a:pt x="2647920" y="581405"/>
                  </a:lnTo>
                  <a:lnTo>
                    <a:pt x="2648992" y="581018"/>
                  </a:lnTo>
                  <a:lnTo>
                    <a:pt x="2650063" y="580630"/>
                  </a:lnTo>
                  <a:lnTo>
                    <a:pt x="2651135" y="580242"/>
                  </a:lnTo>
                  <a:lnTo>
                    <a:pt x="2652207" y="579853"/>
                  </a:lnTo>
                  <a:lnTo>
                    <a:pt x="2653278" y="579464"/>
                  </a:lnTo>
                  <a:lnTo>
                    <a:pt x="2654350" y="579075"/>
                  </a:lnTo>
                  <a:lnTo>
                    <a:pt x="2655421" y="578685"/>
                  </a:lnTo>
                  <a:lnTo>
                    <a:pt x="2656493" y="578295"/>
                  </a:lnTo>
                  <a:lnTo>
                    <a:pt x="2657565" y="577905"/>
                  </a:lnTo>
                  <a:lnTo>
                    <a:pt x="2658636" y="577514"/>
                  </a:lnTo>
                  <a:lnTo>
                    <a:pt x="2659708" y="577123"/>
                  </a:lnTo>
                  <a:lnTo>
                    <a:pt x="2660779" y="576731"/>
                  </a:lnTo>
                  <a:lnTo>
                    <a:pt x="2661851" y="576339"/>
                  </a:lnTo>
                  <a:lnTo>
                    <a:pt x="2662922" y="575947"/>
                  </a:lnTo>
                  <a:lnTo>
                    <a:pt x="2663994" y="575554"/>
                  </a:lnTo>
                  <a:lnTo>
                    <a:pt x="2665066" y="575161"/>
                  </a:lnTo>
                  <a:lnTo>
                    <a:pt x="2666137" y="574768"/>
                  </a:lnTo>
                  <a:lnTo>
                    <a:pt x="2667209" y="574374"/>
                  </a:lnTo>
                  <a:lnTo>
                    <a:pt x="2668280" y="573980"/>
                  </a:lnTo>
                  <a:lnTo>
                    <a:pt x="2669352" y="573585"/>
                  </a:lnTo>
                  <a:lnTo>
                    <a:pt x="2670424" y="573190"/>
                  </a:lnTo>
                  <a:lnTo>
                    <a:pt x="2671495" y="572795"/>
                  </a:lnTo>
                  <a:lnTo>
                    <a:pt x="2672567" y="572399"/>
                  </a:lnTo>
                  <a:lnTo>
                    <a:pt x="2673638" y="572003"/>
                  </a:lnTo>
                  <a:lnTo>
                    <a:pt x="2674710" y="571607"/>
                  </a:lnTo>
                  <a:lnTo>
                    <a:pt x="2675782" y="571210"/>
                  </a:lnTo>
                  <a:lnTo>
                    <a:pt x="2676853" y="570813"/>
                  </a:lnTo>
                  <a:lnTo>
                    <a:pt x="2677925" y="570415"/>
                  </a:lnTo>
                  <a:lnTo>
                    <a:pt x="2678996" y="570017"/>
                  </a:lnTo>
                  <a:lnTo>
                    <a:pt x="2680068" y="569619"/>
                  </a:lnTo>
                  <a:lnTo>
                    <a:pt x="2681140" y="569221"/>
                  </a:lnTo>
                  <a:lnTo>
                    <a:pt x="2682211" y="568822"/>
                  </a:lnTo>
                  <a:lnTo>
                    <a:pt x="2683283" y="568422"/>
                  </a:lnTo>
                  <a:lnTo>
                    <a:pt x="2684354" y="568023"/>
                  </a:lnTo>
                  <a:lnTo>
                    <a:pt x="2685426" y="567622"/>
                  </a:lnTo>
                  <a:lnTo>
                    <a:pt x="2686498" y="567222"/>
                  </a:lnTo>
                  <a:lnTo>
                    <a:pt x="2687569" y="566821"/>
                  </a:lnTo>
                  <a:lnTo>
                    <a:pt x="2688641" y="566420"/>
                  </a:lnTo>
                  <a:lnTo>
                    <a:pt x="2689712" y="566019"/>
                  </a:lnTo>
                  <a:lnTo>
                    <a:pt x="2690784" y="565617"/>
                  </a:lnTo>
                  <a:lnTo>
                    <a:pt x="2691856" y="565214"/>
                  </a:lnTo>
                  <a:lnTo>
                    <a:pt x="2692927" y="564812"/>
                  </a:lnTo>
                  <a:lnTo>
                    <a:pt x="2693999" y="564409"/>
                  </a:lnTo>
                  <a:lnTo>
                    <a:pt x="2695070" y="564005"/>
                  </a:lnTo>
                  <a:lnTo>
                    <a:pt x="2696142" y="563602"/>
                  </a:lnTo>
                  <a:lnTo>
                    <a:pt x="2697214" y="563198"/>
                  </a:lnTo>
                  <a:lnTo>
                    <a:pt x="2698285" y="562793"/>
                  </a:lnTo>
                  <a:lnTo>
                    <a:pt x="2699357" y="562389"/>
                  </a:lnTo>
                  <a:lnTo>
                    <a:pt x="2700428" y="561983"/>
                  </a:lnTo>
                  <a:lnTo>
                    <a:pt x="2701500" y="561578"/>
                  </a:lnTo>
                  <a:lnTo>
                    <a:pt x="2702572" y="561172"/>
                  </a:lnTo>
                  <a:lnTo>
                    <a:pt x="2703643" y="560766"/>
                  </a:lnTo>
                  <a:lnTo>
                    <a:pt x="2704715" y="560359"/>
                  </a:lnTo>
                  <a:lnTo>
                    <a:pt x="2705786" y="559952"/>
                  </a:lnTo>
                  <a:lnTo>
                    <a:pt x="2706858" y="559545"/>
                  </a:lnTo>
                  <a:lnTo>
                    <a:pt x="2707930" y="559138"/>
                  </a:lnTo>
                  <a:lnTo>
                    <a:pt x="2709001" y="558730"/>
                  </a:lnTo>
                  <a:lnTo>
                    <a:pt x="2710073" y="558321"/>
                  </a:lnTo>
                  <a:lnTo>
                    <a:pt x="2711144" y="557913"/>
                  </a:lnTo>
                  <a:lnTo>
                    <a:pt x="2712216" y="557504"/>
                  </a:lnTo>
                  <a:lnTo>
                    <a:pt x="2713288" y="557094"/>
                  </a:lnTo>
                  <a:lnTo>
                    <a:pt x="2714359" y="556684"/>
                  </a:lnTo>
                  <a:lnTo>
                    <a:pt x="2715431" y="556274"/>
                  </a:lnTo>
                  <a:lnTo>
                    <a:pt x="2716502" y="555864"/>
                  </a:lnTo>
                  <a:lnTo>
                    <a:pt x="2717574" y="555453"/>
                  </a:lnTo>
                  <a:lnTo>
                    <a:pt x="2718646" y="555042"/>
                  </a:lnTo>
                  <a:lnTo>
                    <a:pt x="2719717" y="554630"/>
                  </a:lnTo>
                  <a:lnTo>
                    <a:pt x="2720789" y="554219"/>
                  </a:lnTo>
                  <a:lnTo>
                    <a:pt x="2721860" y="553806"/>
                  </a:lnTo>
                  <a:lnTo>
                    <a:pt x="2722932" y="553394"/>
                  </a:lnTo>
                  <a:lnTo>
                    <a:pt x="2724004" y="552981"/>
                  </a:lnTo>
                  <a:lnTo>
                    <a:pt x="2725075" y="552568"/>
                  </a:lnTo>
                  <a:lnTo>
                    <a:pt x="2726147" y="552154"/>
                  </a:lnTo>
                  <a:lnTo>
                    <a:pt x="2727218" y="551740"/>
                  </a:lnTo>
                  <a:lnTo>
                    <a:pt x="2728290" y="551326"/>
                  </a:lnTo>
                  <a:lnTo>
                    <a:pt x="2729362" y="550911"/>
                  </a:lnTo>
                  <a:lnTo>
                    <a:pt x="2730433" y="550497"/>
                  </a:lnTo>
                  <a:lnTo>
                    <a:pt x="2731505" y="550081"/>
                  </a:lnTo>
                  <a:lnTo>
                    <a:pt x="2732576" y="549666"/>
                  </a:lnTo>
                  <a:lnTo>
                    <a:pt x="2733648" y="549250"/>
                  </a:lnTo>
                  <a:lnTo>
                    <a:pt x="2734720" y="548833"/>
                  </a:lnTo>
                  <a:lnTo>
                    <a:pt x="2735791" y="548417"/>
                  </a:lnTo>
                  <a:lnTo>
                    <a:pt x="2736863" y="548000"/>
                  </a:lnTo>
                  <a:lnTo>
                    <a:pt x="2737934" y="547582"/>
                  </a:lnTo>
                  <a:lnTo>
                    <a:pt x="2739006" y="547165"/>
                  </a:lnTo>
                  <a:lnTo>
                    <a:pt x="2740078" y="546747"/>
                  </a:lnTo>
                  <a:lnTo>
                    <a:pt x="2741149" y="546328"/>
                  </a:lnTo>
                  <a:lnTo>
                    <a:pt x="2742221" y="545910"/>
                  </a:lnTo>
                  <a:lnTo>
                    <a:pt x="2743292" y="545490"/>
                  </a:lnTo>
                  <a:lnTo>
                    <a:pt x="2744364" y="545071"/>
                  </a:lnTo>
                  <a:lnTo>
                    <a:pt x="2745436" y="544651"/>
                  </a:lnTo>
                  <a:lnTo>
                    <a:pt x="2746507" y="544231"/>
                  </a:lnTo>
                  <a:lnTo>
                    <a:pt x="2747579" y="543811"/>
                  </a:lnTo>
                  <a:lnTo>
                    <a:pt x="2748650" y="543390"/>
                  </a:lnTo>
                  <a:lnTo>
                    <a:pt x="2749722" y="542969"/>
                  </a:lnTo>
                  <a:lnTo>
                    <a:pt x="2750794" y="542548"/>
                  </a:lnTo>
                  <a:lnTo>
                    <a:pt x="2751865" y="542126"/>
                  </a:lnTo>
                  <a:lnTo>
                    <a:pt x="2752937" y="541704"/>
                  </a:lnTo>
                  <a:lnTo>
                    <a:pt x="2754008" y="541282"/>
                  </a:lnTo>
                  <a:lnTo>
                    <a:pt x="2755080" y="540859"/>
                  </a:lnTo>
                  <a:lnTo>
                    <a:pt x="2756152" y="540436"/>
                  </a:lnTo>
                  <a:lnTo>
                    <a:pt x="2757223" y="540012"/>
                  </a:lnTo>
                  <a:lnTo>
                    <a:pt x="2758295" y="539589"/>
                  </a:lnTo>
                  <a:lnTo>
                    <a:pt x="2759366" y="539165"/>
                  </a:lnTo>
                  <a:lnTo>
                    <a:pt x="2760438" y="538740"/>
                  </a:lnTo>
                  <a:lnTo>
                    <a:pt x="2761510" y="538315"/>
                  </a:lnTo>
                  <a:lnTo>
                    <a:pt x="2762581" y="537890"/>
                  </a:lnTo>
                  <a:lnTo>
                    <a:pt x="2763653" y="537465"/>
                  </a:lnTo>
                  <a:lnTo>
                    <a:pt x="2764724" y="537039"/>
                  </a:lnTo>
                  <a:lnTo>
                    <a:pt x="2765796" y="536613"/>
                  </a:lnTo>
                  <a:lnTo>
                    <a:pt x="2766868" y="536187"/>
                  </a:lnTo>
                  <a:lnTo>
                    <a:pt x="2767939" y="535760"/>
                  </a:lnTo>
                  <a:lnTo>
                    <a:pt x="2769011" y="535333"/>
                  </a:lnTo>
                  <a:lnTo>
                    <a:pt x="2770082" y="534906"/>
                  </a:lnTo>
                  <a:lnTo>
                    <a:pt x="2771154" y="534478"/>
                  </a:lnTo>
                  <a:lnTo>
                    <a:pt x="2772226" y="534050"/>
                  </a:lnTo>
                  <a:lnTo>
                    <a:pt x="2773297" y="533622"/>
                  </a:lnTo>
                  <a:lnTo>
                    <a:pt x="2774369" y="533193"/>
                  </a:lnTo>
                  <a:lnTo>
                    <a:pt x="2775440" y="532764"/>
                  </a:lnTo>
                  <a:lnTo>
                    <a:pt x="2776512" y="532335"/>
                  </a:lnTo>
                  <a:lnTo>
                    <a:pt x="2777584" y="531905"/>
                  </a:lnTo>
                  <a:lnTo>
                    <a:pt x="2778655" y="531475"/>
                  </a:lnTo>
                  <a:lnTo>
                    <a:pt x="2779727" y="531045"/>
                  </a:lnTo>
                  <a:lnTo>
                    <a:pt x="2780798" y="530615"/>
                  </a:lnTo>
                  <a:lnTo>
                    <a:pt x="2781870" y="530184"/>
                  </a:lnTo>
                  <a:lnTo>
                    <a:pt x="2782942" y="529752"/>
                  </a:lnTo>
                  <a:lnTo>
                    <a:pt x="2784013" y="529321"/>
                  </a:lnTo>
                  <a:lnTo>
                    <a:pt x="2785085" y="528889"/>
                  </a:lnTo>
                  <a:lnTo>
                    <a:pt x="2786156" y="528457"/>
                  </a:lnTo>
                  <a:lnTo>
                    <a:pt x="2787228" y="528024"/>
                  </a:lnTo>
                  <a:lnTo>
                    <a:pt x="2788300" y="527592"/>
                  </a:lnTo>
                  <a:lnTo>
                    <a:pt x="2789371" y="527158"/>
                  </a:lnTo>
                  <a:lnTo>
                    <a:pt x="2790443" y="526725"/>
                  </a:lnTo>
                  <a:lnTo>
                    <a:pt x="2791514" y="526291"/>
                  </a:lnTo>
                  <a:lnTo>
                    <a:pt x="2792586" y="525857"/>
                  </a:lnTo>
                  <a:lnTo>
                    <a:pt x="2793658" y="525423"/>
                  </a:lnTo>
                  <a:lnTo>
                    <a:pt x="2794729" y="524988"/>
                  </a:lnTo>
                  <a:lnTo>
                    <a:pt x="2795801" y="524553"/>
                  </a:lnTo>
                  <a:lnTo>
                    <a:pt x="2796872" y="524118"/>
                  </a:lnTo>
                  <a:lnTo>
                    <a:pt x="2797944" y="523682"/>
                  </a:lnTo>
                  <a:lnTo>
                    <a:pt x="2799016" y="523246"/>
                  </a:lnTo>
                  <a:lnTo>
                    <a:pt x="2800087" y="522810"/>
                  </a:lnTo>
                  <a:lnTo>
                    <a:pt x="2801159" y="522373"/>
                  </a:lnTo>
                  <a:lnTo>
                    <a:pt x="2802230" y="521936"/>
                  </a:lnTo>
                  <a:lnTo>
                    <a:pt x="2803302" y="521499"/>
                  </a:lnTo>
                  <a:lnTo>
                    <a:pt x="2804374" y="521062"/>
                  </a:lnTo>
                  <a:lnTo>
                    <a:pt x="2805445" y="520624"/>
                  </a:lnTo>
                  <a:lnTo>
                    <a:pt x="2806517" y="520186"/>
                  </a:lnTo>
                  <a:lnTo>
                    <a:pt x="2807588" y="519747"/>
                  </a:lnTo>
                  <a:lnTo>
                    <a:pt x="2808660" y="519309"/>
                  </a:lnTo>
                  <a:lnTo>
                    <a:pt x="2809732" y="518870"/>
                  </a:lnTo>
                  <a:lnTo>
                    <a:pt x="2810803" y="518430"/>
                  </a:lnTo>
                  <a:lnTo>
                    <a:pt x="2811875" y="517991"/>
                  </a:lnTo>
                  <a:lnTo>
                    <a:pt x="2812946" y="517551"/>
                  </a:lnTo>
                  <a:lnTo>
                    <a:pt x="2814018" y="517110"/>
                  </a:lnTo>
                  <a:lnTo>
                    <a:pt x="2815090" y="516670"/>
                  </a:lnTo>
                  <a:lnTo>
                    <a:pt x="2816161" y="516229"/>
                  </a:lnTo>
                  <a:lnTo>
                    <a:pt x="2817233" y="515788"/>
                  </a:lnTo>
                  <a:lnTo>
                    <a:pt x="2818304" y="515346"/>
                  </a:lnTo>
                  <a:lnTo>
                    <a:pt x="2819376" y="514905"/>
                  </a:lnTo>
                  <a:lnTo>
                    <a:pt x="2820448" y="514462"/>
                  </a:lnTo>
                  <a:lnTo>
                    <a:pt x="2821519" y="514020"/>
                  </a:lnTo>
                  <a:lnTo>
                    <a:pt x="2822591" y="513577"/>
                  </a:lnTo>
                  <a:lnTo>
                    <a:pt x="2823662" y="513134"/>
                  </a:lnTo>
                  <a:lnTo>
                    <a:pt x="2824734" y="512691"/>
                  </a:lnTo>
                  <a:lnTo>
                    <a:pt x="2825806" y="512248"/>
                  </a:lnTo>
                  <a:lnTo>
                    <a:pt x="2826877" y="511804"/>
                  </a:lnTo>
                  <a:lnTo>
                    <a:pt x="2827949" y="511359"/>
                  </a:lnTo>
                  <a:lnTo>
                    <a:pt x="2829020" y="510915"/>
                  </a:lnTo>
                  <a:lnTo>
                    <a:pt x="2830092" y="510470"/>
                  </a:lnTo>
                  <a:lnTo>
                    <a:pt x="2831164" y="510025"/>
                  </a:lnTo>
                  <a:lnTo>
                    <a:pt x="2832235" y="509580"/>
                  </a:lnTo>
                  <a:lnTo>
                    <a:pt x="2833307" y="509134"/>
                  </a:lnTo>
                  <a:lnTo>
                    <a:pt x="2834378" y="508688"/>
                  </a:lnTo>
                  <a:lnTo>
                    <a:pt x="2835450" y="508242"/>
                  </a:lnTo>
                  <a:lnTo>
                    <a:pt x="2836522" y="507795"/>
                  </a:lnTo>
                  <a:lnTo>
                    <a:pt x="2837593" y="507349"/>
                  </a:lnTo>
                  <a:lnTo>
                    <a:pt x="2838665" y="506901"/>
                  </a:lnTo>
                  <a:lnTo>
                    <a:pt x="2839736" y="506454"/>
                  </a:lnTo>
                  <a:lnTo>
                    <a:pt x="2840808" y="506006"/>
                  </a:lnTo>
                  <a:lnTo>
                    <a:pt x="2841879" y="505558"/>
                  </a:lnTo>
                  <a:lnTo>
                    <a:pt x="2842951" y="505110"/>
                  </a:lnTo>
                  <a:lnTo>
                    <a:pt x="2844023" y="504661"/>
                  </a:lnTo>
                  <a:lnTo>
                    <a:pt x="2845094" y="504212"/>
                  </a:lnTo>
                  <a:lnTo>
                    <a:pt x="2846166" y="503763"/>
                  </a:lnTo>
                  <a:lnTo>
                    <a:pt x="2847237" y="503314"/>
                  </a:lnTo>
                  <a:lnTo>
                    <a:pt x="2848309" y="502864"/>
                  </a:lnTo>
                  <a:lnTo>
                    <a:pt x="2849381" y="502414"/>
                  </a:lnTo>
                  <a:lnTo>
                    <a:pt x="2850452" y="501964"/>
                  </a:lnTo>
                  <a:lnTo>
                    <a:pt x="2851524" y="501513"/>
                  </a:lnTo>
                  <a:lnTo>
                    <a:pt x="2852595" y="501062"/>
                  </a:lnTo>
                  <a:lnTo>
                    <a:pt x="2853667" y="500611"/>
                  </a:lnTo>
                  <a:lnTo>
                    <a:pt x="2854739" y="500160"/>
                  </a:lnTo>
                  <a:lnTo>
                    <a:pt x="2855810" y="499708"/>
                  </a:lnTo>
                  <a:lnTo>
                    <a:pt x="2856882" y="499256"/>
                  </a:lnTo>
                  <a:lnTo>
                    <a:pt x="2857953" y="498804"/>
                  </a:lnTo>
                  <a:lnTo>
                    <a:pt x="2859025" y="498351"/>
                  </a:lnTo>
                  <a:lnTo>
                    <a:pt x="2860097" y="497898"/>
                  </a:lnTo>
                  <a:lnTo>
                    <a:pt x="2861168" y="497445"/>
                  </a:lnTo>
                  <a:lnTo>
                    <a:pt x="2862240" y="496992"/>
                  </a:lnTo>
                  <a:lnTo>
                    <a:pt x="2863311" y="496538"/>
                  </a:lnTo>
                  <a:lnTo>
                    <a:pt x="2864383" y="496084"/>
                  </a:lnTo>
                  <a:lnTo>
                    <a:pt x="2865455" y="495630"/>
                  </a:lnTo>
                  <a:lnTo>
                    <a:pt x="2866526" y="495175"/>
                  </a:lnTo>
                  <a:lnTo>
                    <a:pt x="2867598" y="494720"/>
                  </a:lnTo>
                  <a:lnTo>
                    <a:pt x="2868669" y="494265"/>
                  </a:lnTo>
                  <a:lnTo>
                    <a:pt x="2869741" y="493810"/>
                  </a:lnTo>
                  <a:lnTo>
                    <a:pt x="2870813" y="493354"/>
                  </a:lnTo>
                  <a:lnTo>
                    <a:pt x="2871884" y="492898"/>
                  </a:lnTo>
                  <a:lnTo>
                    <a:pt x="2872956" y="492442"/>
                  </a:lnTo>
                  <a:lnTo>
                    <a:pt x="2874027" y="491986"/>
                  </a:lnTo>
                  <a:lnTo>
                    <a:pt x="2875099" y="491529"/>
                  </a:lnTo>
                  <a:lnTo>
                    <a:pt x="2876171" y="491072"/>
                  </a:lnTo>
                  <a:lnTo>
                    <a:pt x="2877242" y="490615"/>
                  </a:lnTo>
                  <a:lnTo>
                    <a:pt x="2878314" y="490157"/>
                  </a:lnTo>
                  <a:lnTo>
                    <a:pt x="2879385" y="489699"/>
                  </a:lnTo>
                  <a:lnTo>
                    <a:pt x="2880457" y="489241"/>
                  </a:lnTo>
                  <a:lnTo>
                    <a:pt x="2881529" y="488783"/>
                  </a:lnTo>
                  <a:lnTo>
                    <a:pt x="2882600" y="488324"/>
                  </a:lnTo>
                  <a:lnTo>
                    <a:pt x="2883672" y="487865"/>
                  </a:lnTo>
                  <a:lnTo>
                    <a:pt x="2884743" y="487406"/>
                  </a:lnTo>
                  <a:lnTo>
                    <a:pt x="2885815" y="486946"/>
                  </a:lnTo>
                  <a:lnTo>
                    <a:pt x="2886887" y="486487"/>
                  </a:lnTo>
                  <a:lnTo>
                    <a:pt x="2887958" y="486027"/>
                  </a:lnTo>
                  <a:lnTo>
                    <a:pt x="2889030" y="485567"/>
                  </a:lnTo>
                  <a:lnTo>
                    <a:pt x="2890101" y="485106"/>
                  </a:lnTo>
                  <a:lnTo>
                    <a:pt x="2891173" y="484645"/>
                  </a:lnTo>
                  <a:lnTo>
                    <a:pt x="2892245" y="484184"/>
                  </a:lnTo>
                  <a:lnTo>
                    <a:pt x="2893316" y="483723"/>
                  </a:lnTo>
                  <a:lnTo>
                    <a:pt x="2894388" y="483261"/>
                  </a:lnTo>
                  <a:lnTo>
                    <a:pt x="2895459" y="482799"/>
                  </a:lnTo>
                  <a:lnTo>
                    <a:pt x="2896531" y="482337"/>
                  </a:lnTo>
                  <a:lnTo>
                    <a:pt x="2897603" y="481875"/>
                  </a:lnTo>
                  <a:lnTo>
                    <a:pt x="2898674" y="481412"/>
                  </a:lnTo>
                  <a:lnTo>
                    <a:pt x="2899746" y="480949"/>
                  </a:lnTo>
                  <a:lnTo>
                    <a:pt x="2900817" y="480486"/>
                  </a:lnTo>
                  <a:lnTo>
                    <a:pt x="2901889" y="480023"/>
                  </a:lnTo>
                  <a:lnTo>
                    <a:pt x="2902961" y="479559"/>
                  </a:lnTo>
                  <a:lnTo>
                    <a:pt x="2904032" y="479095"/>
                  </a:lnTo>
                  <a:lnTo>
                    <a:pt x="2905104" y="478631"/>
                  </a:lnTo>
                  <a:lnTo>
                    <a:pt x="2906175" y="478167"/>
                  </a:lnTo>
                  <a:lnTo>
                    <a:pt x="2907247" y="477702"/>
                  </a:lnTo>
                  <a:lnTo>
                    <a:pt x="2908319" y="477237"/>
                  </a:lnTo>
                  <a:lnTo>
                    <a:pt x="2909390" y="476772"/>
                  </a:lnTo>
                  <a:lnTo>
                    <a:pt x="2910462" y="476306"/>
                  </a:lnTo>
                  <a:lnTo>
                    <a:pt x="2911533" y="475841"/>
                  </a:lnTo>
                  <a:lnTo>
                    <a:pt x="2912605" y="475375"/>
                  </a:lnTo>
                  <a:lnTo>
                    <a:pt x="2913677" y="474909"/>
                  </a:lnTo>
                  <a:lnTo>
                    <a:pt x="2914748" y="474442"/>
                  </a:lnTo>
                  <a:lnTo>
                    <a:pt x="2915820" y="473975"/>
                  </a:lnTo>
                  <a:lnTo>
                    <a:pt x="2916891" y="473508"/>
                  </a:lnTo>
                  <a:lnTo>
                    <a:pt x="2917963" y="473041"/>
                  </a:lnTo>
                  <a:lnTo>
                    <a:pt x="2919035" y="472574"/>
                  </a:lnTo>
                  <a:lnTo>
                    <a:pt x="2920106" y="472106"/>
                  </a:lnTo>
                  <a:lnTo>
                    <a:pt x="2921178" y="471638"/>
                  </a:lnTo>
                  <a:lnTo>
                    <a:pt x="2922249" y="471170"/>
                  </a:lnTo>
                  <a:lnTo>
                    <a:pt x="2923321" y="470701"/>
                  </a:lnTo>
                  <a:lnTo>
                    <a:pt x="2924393" y="470233"/>
                  </a:lnTo>
                  <a:lnTo>
                    <a:pt x="2925464" y="469764"/>
                  </a:lnTo>
                  <a:lnTo>
                    <a:pt x="2926536" y="469294"/>
                  </a:lnTo>
                  <a:lnTo>
                    <a:pt x="2927607" y="468825"/>
                  </a:lnTo>
                  <a:lnTo>
                    <a:pt x="2928679" y="468355"/>
                  </a:lnTo>
                  <a:lnTo>
                    <a:pt x="2929751" y="467885"/>
                  </a:lnTo>
                  <a:lnTo>
                    <a:pt x="2930822" y="467415"/>
                  </a:lnTo>
                  <a:lnTo>
                    <a:pt x="2931894" y="466945"/>
                  </a:lnTo>
                  <a:lnTo>
                    <a:pt x="2932965" y="466474"/>
                  </a:lnTo>
                  <a:lnTo>
                    <a:pt x="2934037" y="466003"/>
                  </a:lnTo>
                  <a:lnTo>
                    <a:pt x="2935109" y="465532"/>
                  </a:lnTo>
                  <a:lnTo>
                    <a:pt x="2936180" y="465061"/>
                  </a:lnTo>
                  <a:lnTo>
                    <a:pt x="2937252" y="464589"/>
                  </a:lnTo>
                  <a:lnTo>
                    <a:pt x="2938323" y="464117"/>
                  </a:lnTo>
                  <a:lnTo>
                    <a:pt x="2939395" y="463645"/>
                  </a:lnTo>
                  <a:lnTo>
                    <a:pt x="2940467" y="463173"/>
                  </a:lnTo>
                  <a:lnTo>
                    <a:pt x="2941538" y="462700"/>
                  </a:lnTo>
                  <a:lnTo>
                    <a:pt x="2942610" y="462227"/>
                  </a:lnTo>
                  <a:lnTo>
                    <a:pt x="2943681" y="461754"/>
                  </a:lnTo>
                  <a:lnTo>
                    <a:pt x="2944753" y="461281"/>
                  </a:lnTo>
                  <a:lnTo>
                    <a:pt x="2945825" y="460807"/>
                  </a:lnTo>
                  <a:lnTo>
                    <a:pt x="2946896" y="460334"/>
                  </a:lnTo>
                  <a:lnTo>
                    <a:pt x="2947968" y="459860"/>
                  </a:lnTo>
                  <a:lnTo>
                    <a:pt x="2949039" y="459385"/>
                  </a:lnTo>
                  <a:lnTo>
                    <a:pt x="2950111" y="458911"/>
                  </a:lnTo>
                  <a:lnTo>
                    <a:pt x="2951183" y="458436"/>
                  </a:lnTo>
                  <a:lnTo>
                    <a:pt x="2952254" y="457961"/>
                  </a:lnTo>
                  <a:lnTo>
                    <a:pt x="2953326" y="457486"/>
                  </a:lnTo>
                  <a:lnTo>
                    <a:pt x="2954397" y="457011"/>
                  </a:lnTo>
                  <a:lnTo>
                    <a:pt x="2955469" y="456535"/>
                  </a:lnTo>
                  <a:lnTo>
                    <a:pt x="2956541" y="456059"/>
                  </a:lnTo>
                  <a:lnTo>
                    <a:pt x="2957612" y="455583"/>
                  </a:lnTo>
                  <a:lnTo>
                    <a:pt x="2958684" y="455107"/>
                  </a:lnTo>
                  <a:lnTo>
                    <a:pt x="2959755" y="454630"/>
                  </a:lnTo>
                  <a:lnTo>
                    <a:pt x="2960827" y="454154"/>
                  </a:lnTo>
                  <a:lnTo>
                    <a:pt x="2961899" y="453677"/>
                  </a:lnTo>
                  <a:lnTo>
                    <a:pt x="2962970" y="453200"/>
                  </a:lnTo>
                  <a:lnTo>
                    <a:pt x="2964042" y="452722"/>
                  </a:lnTo>
                  <a:lnTo>
                    <a:pt x="2965113" y="452244"/>
                  </a:lnTo>
                  <a:lnTo>
                    <a:pt x="2966185" y="451767"/>
                  </a:lnTo>
                  <a:lnTo>
                    <a:pt x="2967257" y="451288"/>
                  </a:lnTo>
                  <a:lnTo>
                    <a:pt x="2968328" y="450810"/>
                  </a:lnTo>
                  <a:lnTo>
                    <a:pt x="2969400" y="450332"/>
                  </a:lnTo>
                  <a:lnTo>
                    <a:pt x="2970471" y="449853"/>
                  </a:lnTo>
                  <a:lnTo>
                    <a:pt x="2971543" y="449374"/>
                  </a:lnTo>
                  <a:lnTo>
                    <a:pt x="2972615" y="448895"/>
                  </a:lnTo>
                  <a:lnTo>
                    <a:pt x="2973686" y="448415"/>
                  </a:lnTo>
                  <a:lnTo>
                    <a:pt x="2974758" y="447936"/>
                  </a:lnTo>
                  <a:lnTo>
                    <a:pt x="2975829" y="447456"/>
                  </a:lnTo>
                  <a:lnTo>
                    <a:pt x="2976901" y="446976"/>
                  </a:lnTo>
                  <a:lnTo>
                    <a:pt x="2977973" y="446495"/>
                  </a:lnTo>
                  <a:lnTo>
                    <a:pt x="2979044" y="446015"/>
                  </a:lnTo>
                  <a:lnTo>
                    <a:pt x="2980116" y="445534"/>
                  </a:lnTo>
                  <a:lnTo>
                    <a:pt x="2981187" y="445053"/>
                  </a:lnTo>
                  <a:lnTo>
                    <a:pt x="2982259" y="444572"/>
                  </a:lnTo>
                  <a:lnTo>
                    <a:pt x="2983331" y="444091"/>
                  </a:lnTo>
                  <a:lnTo>
                    <a:pt x="2984402" y="443609"/>
                  </a:lnTo>
                  <a:lnTo>
                    <a:pt x="2985474" y="443127"/>
                  </a:lnTo>
                  <a:lnTo>
                    <a:pt x="2986545" y="442645"/>
                  </a:lnTo>
                  <a:lnTo>
                    <a:pt x="2987617" y="442163"/>
                  </a:lnTo>
                  <a:lnTo>
                    <a:pt x="2988689" y="441681"/>
                  </a:lnTo>
                  <a:lnTo>
                    <a:pt x="2989760" y="441198"/>
                  </a:lnTo>
                  <a:lnTo>
                    <a:pt x="2990832" y="440715"/>
                  </a:lnTo>
                  <a:lnTo>
                    <a:pt x="2991903" y="440232"/>
                  </a:lnTo>
                  <a:lnTo>
                    <a:pt x="2992975" y="439749"/>
                  </a:lnTo>
                  <a:lnTo>
                    <a:pt x="2994047" y="439266"/>
                  </a:lnTo>
                  <a:lnTo>
                    <a:pt x="2995118" y="438782"/>
                  </a:lnTo>
                  <a:lnTo>
                    <a:pt x="2996190" y="438298"/>
                  </a:lnTo>
                  <a:lnTo>
                    <a:pt x="2997261" y="437814"/>
                  </a:lnTo>
                  <a:lnTo>
                    <a:pt x="2998333" y="437330"/>
                  </a:lnTo>
                  <a:lnTo>
                    <a:pt x="2999405" y="436845"/>
                  </a:lnTo>
                  <a:lnTo>
                    <a:pt x="3000476" y="436361"/>
                  </a:lnTo>
                  <a:lnTo>
                    <a:pt x="3001548" y="435876"/>
                  </a:lnTo>
                  <a:lnTo>
                    <a:pt x="3002619" y="435391"/>
                  </a:lnTo>
                  <a:lnTo>
                    <a:pt x="3003691" y="434905"/>
                  </a:lnTo>
                  <a:lnTo>
                    <a:pt x="3004763" y="434420"/>
                  </a:lnTo>
                  <a:lnTo>
                    <a:pt x="3005834" y="433934"/>
                  </a:lnTo>
                  <a:lnTo>
                    <a:pt x="3006906" y="433448"/>
                  </a:lnTo>
                  <a:lnTo>
                    <a:pt x="3007977" y="432962"/>
                  </a:lnTo>
                  <a:lnTo>
                    <a:pt x="3009049" y="432476"/>
                  </a:lnTo>
                  <a:lnTo>
                    <a:pt x="3010121" y="431989"/>
                  </a:lnTo>
                  <a:lnTo>
                    <a:pt x="3011192" y="431503"/>
                  </a:lnTo>
                  <a:lnTo>
                    <a:pt x="3012264" y="431016"/>
                  </a:lnTo>
                  <a:lnTo>
                    <a:pt x="3013335" y="430529"/>
                  </a:lnTo>
                  <a:lnTo>
                    <a:pt x="3014407" y="430041"/>
                  </a:lnTo>
                  <a:lnTo>
                    <a:pt x="3015479" y="429554"/>
                  </a:lnTo>
                  <a:lnTo>
                    <a:pt x="3016550" y="429066"/>
                  </a:lnTo>
                  <a:lnTo>
                    <a:pt x="3017622" y="428579"/>
                  </a:lnTo>
                  <a:lnTo>
                    <a:pt x="3018693" y="428091"/>
                  </a:lnTo>
                  <a:lnTo>
                    <a:pt x="3019765" y="427602"/>
                  </a:lnTo>
                  <a:lnTo>
                    <a:pt x="3020836" y="427114"/>
                  </a:lnTo>
                  <a:lnTo>
                    <a:pt x="3021908" y="426625"/>
                  </a:lnTo>
                  <a:lnTo>
                    <a:pt x="3022980" y="426136"/>
                  </a:lnTo>
                  <a:lnTo>
                    <a:pt x="3024051" y="425648"/>
                  </a:lnTo>
                  <a:lnTo>
                    <a:pt x="3025123" y="425158"/>
                  </a:lnTo>
                  <a:lnTo>
                    <a:pt x="3026194" y="424669"/>
                  </a:lnTo>
                  <a:lnTo>
                    <a:pt x="3027266" y="424179"/>
                  </a:lnTo>
                  <a:lnTo>
                    <a:pt x="3028338" y="423690"/>
                  </a:lnTo>
                  <a:lnTo>
                    <a:pt x="3029409" y="423200"/>
                  </a:lnTo>
                  <a:lnTo>
                    <a:pt x="3030481" y="422710"/>
                  </a:lnTo>
                  <a:lnTo>
                    <a:pt x="3031552" y="422219"/>
                  </a:lnTo>
                  <a:lnTo>
                    <a:pt x="3032624" y="421729"/>
                  </a:lnTo>
                  <a:lnTo>
                    <a:pt x="3033696" y="421238"/>
                  </a:lnTo>
                  <a:lnTo>
                    <a:pt x="3034767" y="420747"/>
                  </a:lnTo>
                  <a:lnTo>
                    <a:pt x="3035839" y="420256"/>
                  </a:lnTo>
                  <a:lnTo>
                    <a:pt x="3036910" y="419765"/>
                  </a:lnTo>
                  <a:lnTo>
                    <a:pt x="3037982" y="419274"/>
                  </a:lnTo>
                  <a:lnTo>
                    <a:pt x="3039054" y="418782"/>
                  </a:lnTo>
                  <a:lnTo>
                    <a:pt x="3040125" y="418291"/>
                  </a:lnTo>
                  <a:lnTo>
                    <a:pt x="3041197" y="417799"/>
                  </a:lnTo>
                  <a:lnTo>
                    <a:pt x="3042268" y="417307"/>
                  </a:lnTo>
                  <a:lnTo>
                    <a:pt x="3043340" y="416814"/>
                  </a:lnTo>
                  <a:lnTo>
                    <a:pt x="3044412" y="416322"/>
                  </a:lnTo>
                  <a:lnTo>
                    <a:pt x="3045483" y="415829"/>
                  </a:lnTo>
                  <a:lnTo>
                    <a:pt x="3046555" y="415337"/>
                  </a:lnTo>
                  <a:lnTo>
                    <a:pt x="3047626" y="414844"/>
                  </a:lnTo>
                  <a:lnTo>
                    <a:pt x="3048698" y="414351"/>
                  </a:lnTo>
                  <a:lnTo>
                    <a:pt x="3049770" y="413857"/>
                  </a:lnTo>
                  <a:lnTo>
                    <a:pt x="3050841" y="413364"/>
                  </a:lnTo>
                  <a:lnTo>
                    <a:pt x="3051913" y="412870"/>
                  </a:lnTo>
                  <a:lnTo>
                    <a:pt x="3052984" y="412376"/>
                  </a:lnTo>
                  <a:lnTo>
                    <a:pt x="3054056" y="411882"/>
                  </a:lnTo>
                  <a:lnTo>
                    <a:pt x="3055128" y="411388"/>
                  </a:lnTo>
                  <a:lnTo>
                    <a:pt x="3056199" y="410894"/>
                  </a:lnTo>
                  <a:lnTo>
                    <a:pt x="3057271" y="410399"/>
                  </a:lnTo>
                  <a:lnTo>
                    <a:pt x="3058342" y="409905"/>
                  </a:lnTo>
                  <a:lnTo>
                    <a:pt x="3059414" y="409410"/>
                  </a:lnTo>
                  <a:lnTo>
                    <a:pt x="3060486" y="408915"/>
                  </a:lnTo>
                  <a:lnTo>
                    <a:pt x="3061557" y="408420"/>
                  </a:lnTo>
                  <a:lnTo>
                    <a:pt x="3062629" y="407924"/>
                  </a:lnTo>
                  <a:lnTo>
                    <a:pt x="3063700" y="407429"/>
                  </a:lnTo>
                  <a:lnTo>
                    <a:pt x="3064772" y="406933"/>
                  </a:lnTo>
                  <a:lnTo>
                    <a:pt x="3065844" y="406437"/>
                  </a:lnTo>
                  <a:lnTo>
                    <a:pt x="3066915" y="405942"/>
                  </a:lnTo>
                  <a:lnTo>
                    <a:pt x="3067987" y="405445"/>
                  </a:lnTo>
                  <a:lnTo>
                    <a:pt x="3069058" y="404949"/>
                  </a:lnTo>
                  <a:lnTo>
                    <a:pt x="3070130" y="404453"/>
                  </a:lnTo>
                  <a:lnTo>
                    <a:pt x="3071202" y="403956"/>
                  </a:lnTo>
                  <a:lnTo>
                    <a:pt x="3072273" y="403459"/>
                  </a:lnTo>
                  <a:lnTo>
                    <a:pt x="3073345" y="402962"/>
                  </a:lnTo>
                  <a:lnTo>
                    <a:pt x="3074416" y="402465"/>
                  </a:lnTo>
                  <a:lnTo>
                    <a:pt x="3075488" y="401968"/>
                  </a:lnTo>
                  <a:lnTo>
                    <a:pt x="3076560" y="401471"/>
                  </a:lnTo>
                  <a:lnTo>
                    <a:pt x="3077631" y="400973"/>
                  </a:lnTo>
                  <a:lnTo>
                    <a:pt x="3078703" y="400475"/>
                  </a:lnTo>
                  <a:lnTo>
                    <a:pt x="3079774" y="399978"/>
                  </a:lnTo>
                  <a:lnTo>
                    <a:pt x="3080846" y="399480"/>
                  </a:lnTo>
                  <a:lnTo>
                    <a:pt x="3081918" y="398982"/>
                  </a:lnTo>
                  <a:lnTo>
                    <a:pt x="3082989" y="398483"/>
                  </a:lnTo>
                  <a:lnTo>
                    <a:pt x="3084061" y="397985"/>
                  </a:lnTo>
                  <a:lnTo>
                    <a:pt x="3085132" y="397486"/>
                  </a:lnTo>
                  <a:lnTo>
                    <a:pt x="3086204" y="396987"/>
                  </a:lnTo>
                  <a:lnTo>
                    <a:pt x="3087276" y="396489"/>
                  </a:lnTo>
                  <a:lnTo>
                    <a:pt x="3088347" y="395989"/>
                  </a:lnTo>
                  <a:lnTo>
                    <a:pt x="3089419" y="395490"/>
                  </a:lnTo>
                  <a:lnTo>
                    <a:pt x="3090490" y="394991"/>
                  </a:lnTo>
                  <a:lnTo>
                    <a:pt x="3091562" y="394492"/>
                  </a:lnTo>
                  <a:lnTo>
                    <a:pt x="3092634" y="393992"/>
                  </a:lnTo>
                  <a:lnTo>
                    <a:pt x="3093705" y="393492"/>
                  </a:lnTo>
                  <a:lnTo>
                    <a:pt x="3094777" y="392992"/>
                  </a:lnTo>
                  <a:lnTo>
                    <a:pt x="3095848" y="392492"/>
                  </a:lnTo>
                  <a:lnTo>
                    <a:pt x="3096920" y="391992"/>
                  </a:lnTo>
                  <a:lnTo>
                    <a:pt x="3097992" y="391492"/>
                  </a:lnTo>
                  <a:lnTo>
                    <a:pt x="3099063" y="390991"/>
                  </a:lnTo>
                  <a:lnTo>
                    <a:pt x="3100135" y="390491"/>
                  </a:lnTo>
                  <a:lnTo>
                    <a:pt x="3101206" y="389990"/>
                  </a:lnTo>
                  <a:lnTo>
                    <a:pt x="3102278" y="389489"/>
                  </a:lnTo>
                  <a:lnTo>
                    <a:pt x="3103350" y="388988"/>
                  </a:lnTo>
                  <a:lnTo>
                    <a:pt x="3104421" y="388487"/>
                  </a:lnTo>
                  <a:lnTo>
                    <a:pt x="3105493" y="387985"/>
                  </a:lnTo>
                  <a:lnTo>
                    <a:pt x="3106564" y="387484"/>
                  </a:lnTo>
                  <a:lnTo>
                    <a:pt x="3107636" y="386982"/>
                  </a:lnTo>
                  <a:lnTo>
                    <a:pt x="3108708" y="386481"/>
                  </a:lnTo>
                  <a:lnTo>
                    <a:pt x="3109779" y="385979"/>
                  </a:lnTo>
                  <a:lnTo>
                    <a:pt x="3110851" y="385477"/>
                  </a:lnTo>
                  <a:lnTo>
                    <a:pt x="3111922" y="384975"/>
                  </a:lnTo>
                  <a:lnTo>
                    <a:pt x="3112994" y="384472"/>
                  </a:lnTo>
                  <a:lnTo>
                    <a:pt x="3114066" y="383970"/>
                  </a:lnTo>
                  <a:lnTo>
                    <a:pt x="3115137" y="383467"/>
                  </a:lnTo>
                  <a:lnTo>
                    <a:pt x="3116209" y="382965"/>
                  </a:lnTo>
                  <a:lnTo>
                    <a:pt x="3117280" y="382462"/>
                  </a:lnTo>
                  <a:lnTo>
                    <a:pt x="3118352" y="381959"/>
                  </a:lnTo>
                  <a:lnTo>
                    <a:pt x="3119424" y="381456"/>
                  </a:lnTo>
                  <a:lnTo>
                    <a:pt x="3120495" y="380953"/>
                  </a:lnTo>
                  <a:lnTo>
                    <a:pt x="3121567" y="380449"/>
                  </a:lnTo>
                  <a:lnTo>
                    <a:pt x="3122638" y="379946"/>
                  </a:lnTo>
                  <a:lnTo>
                    <a:pt x="3123710" y="379442"/>
                  </a:lnTo>
                  <a:lnTo>
                    <a:pt x="3124782" y="378938"/>
                  </a:lnTo>
                  <a:lnTo>
                    <a:pt x="3125853" y="378434"/>
                  </a:lnTo>
                  <a:lnTo>
                    <a:pt x="3126925" y="377930"/>
                  </a:lnTo>
                  <a:lnTo>
                    <a:pt x="3127996" y="377426"/>
                  </a:lnTo>
                  <a:lnTo>
                    <a:pt x="3129068" y="376921"/>
                  </a:lnTo>
                  <a:lnTo>
                    <a:pt x="3130140" y="376417"/>
                  </a:lnTo>
                  <a:lnTo>
                    <a:pt x="3131211" y="375912"/>
                  </a:lnTo>
                  <a:lnTo>
                    <a:pt x="3132283" y="375407"/>
                  </a:lnTo>
                  <a:lnTo>
                    <a:pt x="3133354" y="374903"/>
                  </a:lnTo>
                  <a:lnTo>
                    <a:pt x="3134426" y="374397"/>
                  </a:lnTo>
                  <a:lnTo>
                    <a:pt x="3135498" y="373892"/>
                  </a:lnTo>
                  <a:lnTo>
                    <a:pt x="3136569" y="373387"/>
                  </a:lnTo>
                  <a:lnTo>
                    <a:pt x="3137641" y="372881"/>
                  </a:lnTo>
                  <a:lnTo>
                    <a:pt x="3138712" y="372376"/>
                  </a:lnTo>
                  <a:lnTo>
                    <a:pt x="3139784" y="371870"/>
                  </a:lnTo>
                  <a:lnTo>
                    <a:pt x="3140856" y="371364"/>
                  </a:lnTo>
                  <a:lnTo>
                    <a:pt x="3141927" y="370858"/>
                  </a:lnTo>
                  <a:lnTo>
                    <a:pt x="3142999" y="370352"/>
                  </a:lnTo>
                  <a:lnTo>
                    <a:pt x="3144070" y="369845"/>
                  </a:lnTo>
                  <a:lnTo>
                    <a:pt x="3145142" y="369339"/>
                  </a:lnTo>
                  <a:lnTo>
                    <a:pt x="3146214" y="368832"/>
                  </a:lnTo>
                  <a:lnTo>
                    <a:pt x="3147285" y="368326"/>
                  </a:lnTo>
                  <a:lnTo>
                    <a:pt x="3148357" y="367819"/>
                  </a:lnTo>
                  <a:lnTo>
                    <a:pt x="3149428" y="367312"/>
                  </a:lnTo>
                  <a:lnTo>
                    <a:pt x="3150500" y="366804"/>
                  </a:lnTo>
                  <a:lnTo>
                    <a:pt x="3151572" y="366297"/>
                  </a:lnTo>
                  <a:lnTo>
                    <a:pt x="3152643" y="365790"/>
                  </a:lnTo>
                  <a:lnTo>
                    <a:pt x="3153715" y="365282"/>
                  </a:lnTo>
                  <a:lnTo>
                    <a:pt x="3154786" y="364774"/>
                  </a:lnTo>
                  <a:lnTo>
                    <a:pt x="3155858" y="364266"/>
                  </a:lnTo>
                  <a:lnTo>
                    <a:pt x="3156930" y="363758"/>
                  </a:lnTo>
                  <a:lnTo>
                    <a:pt x="3158001" y="363250"/>
                  </a:lnTo>
                  <a:lnTo>
                    <a:pt x="3159073" y="362742"/>
                  </a:lnTo>
                  <a:lnTo>
                    <a:pt x="3160144" y="362233"/>
                  </a:lnTo>
                  <a:lnTo>
                    <a:pt x="3161216" y="361725"/>
                  </a:lnTo>
                  <a:lnTo>
                    <a:pt x="3162288" y="361216"/>
                  </a:lnTo>
                  <a:lnTo>
                    <a:pt x="3163359" y="360707"/>
                  </a:lnTo>
                  <a:lnTo>
                    <a:pt x="3164431" y="360198"/>
                  </a:lnTo>
                  <a:lnTo>
                    <a:pt x="3165502" y="359689"/>
                  </a:lnTo>
                  <a:lnTo>
                    <a:pt x="3166574" y="359180"/>
                  </a:lnTo>
                  <a:lnTo>
                    <a:pt x="3167646" y="358670"/>
                  </a:lnTo>
                  <a:lnTo>
                    <a:pt x="3168717" y="358161"/>
                  </a:lnTo>
                  <a:lnTo>
                    <a:pt x="3169789" y="357651"/>
                  </a:lnTo>
                  <a:lnTo>
                    <a:pt x="3170860" y="357141"/>
                  </a:lnTo>
                  <a:lnTo>
                    <a:pt x="3171932" y="356631"/>
                  </a:lnTo>
                  <a:lnTo>
                    <a:pt x="3173004" y="356121"/>
                  </a:lnTo>
                  <a:lnTo>
                    <a:pt x="3174075" y="355611"/>
                  </a:lnTo>
                  <a:lnTo>
                    <a:pt x="3175147" y="355100"/>
                  </a:lnTo>
                  <a:lnTo>
                    <a:pt x="3176218" y="354590"/>
                  </a:lnTo>
                  <a:lnTo>
                    <a:pt x="3177290" y="354079"/>
                  </a:lnTo>
                  <a:lnTo>
                    <a:pt x="3178362" y="353568"/>
                  </a:lnTo>
                  <a:lnTo>
                    <a:pt x="3179433" y="353057"/>
                  </a:lnTo>
                  <a:lnTo>
                    <a:pt x="3180505" y="352546"/>
                  </a:lnTo>
                  <a:lnTo>
                    <a:pt x="3181576" y="352035"/>
                  </a:lnTo>
                  <a:lnTo>
                    <a:pt x="3182648" y="351523"/>
                  </a:lnTo>
                  <a:lnTo>
                    <a:pt x="3183720" y="351012"/>
                  </a:lnTo>
                  <a:lnTo>
                    <a:pt x="3184791" y="350500"/>
                  </a:lnTo>
                  <a:lnTo>
                    <a:pt x="3185863" y="349988"/>
                  </a:lnTo>
                  <a:lnTo>
                    <a:pt x="3186934" y="349476"/>
                  </a:lnTo>
                  <a:lnTo>
                    <a:pt x="3188006" y="348964"/>
                  </a:lnTo>
                  <a:lnTo>
                    <a:pt x="3189078" y="348452"/>
                  </a:lnTo>
                  <a:lnTo>
                    <a:pt x="3190149" y="347939"/>
                  </a:lnTo>
                  <a:lnTo>
                    <a:pt x="3191221" y="347427"/>
                  </a:lnTo>
                  <a:lnTo>
                    <a:pt x="3192292" y="346914"/>
                  </a:lnTo>
                  <a:lnTo>
                    <a:pt x="3193364" y="346401"/>
                  </a:lnTo>
                  <a:lnTo>
                    <a:pt x="3194436" y="345888"/>
                  </a:lnTo>
                  <a:lnTo>
                    <a:pt x="3195507" y="345375"/>
                  </a:lnTo>
                  <a:lnTo>
                    <a:pt x="3196579" y="344862"/>
                  </a:lnTo>
                  <a:lnTo>
                    <a:pt x="3197650" y="344348"/>
                  </a:lnTo>
                  <a:lnTo>
                    <a:pt x="3198722" y="343835"/>
                  </a:lnTo>
                  <a:lnTo>
                    <a:pt x="3199793" y="343321"/>
                  </a:lnTo>
                  <a:lnTo>
                    <a:pt x="3200865" y="342807"/>
                  </a:lnTo>
                  <a:lnTo>
                    <a:pt x="3201937" y="342293"/>
                  </a:lnTo>
                  <a:lnTo>
                    <a:pt x="3203008" y="341779"/>
                  </a:lnTo>
                  <a:lnTo>
                    <a:pt x="3204080" y="341265"/>
                  </a:lnTo>
                  <a:lnTo>
                    <a:pt x="3205151" y="340751"/>
                  </a:lnTo>
                  <a:lnTo>
                    <a:pt x="3206223" y="340236"/>
                  </a:lnTo>
                  <a:lnTo>
                    <a:pt x="3207295" y="339721"/>
                  </a:lnTo>
                  <a:lnTo>
                    <a:pt x="3208366" y="339206"/>
                  </a:lnTo>
                  <a:lnTo>
                    <a:pt x="3209438" y="338691"/>
                  </a:lnTo>
                  <a:lnTo>
                    <a:pt x="3210509" y="338176"/>
                  </a:lnTo>
                  <a:lnTo>
                    <a:pt x="3211581" y="337661"/>
                  </a:lnTo>
                  <a:lnTo>
                    <a:pt x="3212653" y="337146"/>
                  </a:lnTo>
                  <a:lnTo>
                    <a:pt x="3213724" y="336630"/>
                  </a:lnTo>
                  <a:lnTo>
                    <a:pt x="3214796" y="336114"/>
                  </a:lnTo>
                  <a:lnTo>
                    <a:pt x="3215867" y="335599"/>
                  </a:lnTo>
                  <a:lnTo>
                    <a:pt x="3216939" y="335083"/>
                  </a:lnTo>
                  <a:lnTo>
                    <a:pt x="3218011" y="334566"/>
                  </a:lnTo>
                  <a:lnTo>
                    <a:pt x="3219082" y="334050"/>
                  </a:lnTo>
                  <a:lnTo>
                    <a:pt x="3220154" y="333534"/>
                  </a:lnTo>
                  <a:lnTo>
                    <a:pt x="3221225" y="333017"/>
                  </a:lnTo>
                  <a:lnTo>
                    <a:pt x="3222297" y="332501"/>
                  </a:lnTo>
                  <a:lnTo>
                    <a:pt x="3223369" y="331984"/>
                  </a:lnTo>
                  <a:lnTo>
                    <a:pt x="3224440" y="331467"/>
                  </a:lnTo>
                  <a:lnTo>
                    <a:pt x="3225512" y="330950"/>
                  </a:lnTo>
                  <a:lnTo>
                    <a:pt x="3226583" y="330432"/>
                  </a:lnTo>
                  <a:lnTo>
                    <a:pt x="3227655" y="329915"/>
                  </a:lnTo>
                  <a:lnTo>
                    <a:pt x="3228727" y="329397"/>
                  </a:lnTo>
                  <a:lnTo>
                    <a:pt x="3229798" y="328880"/>
                  </a:lnTo>
                  <a:lnTo>
                    <a:pt x="3230870" y="328362"/>
                  </a:lnTo>
                  <a:lnTo>
                    <a:pt x="3231941" y="327844"/>
                  </a:lnTo>
                  <a:lnTo>
                    <a:pt x="3233013" y="327326"/>
                  </a:lnTo>
                  <a:lnTo>
                    <a:pt x="3234085" y="326807"/>
                  </a:lnTo>
                  <a:lnTo>
                    <a:pt x="3235156" y="326289"/>
                  </a:lnTo>
                  <a:lnTo>
                    <a:pt x="3236228" y="325770"/>
                  </a:lnTo>
                  <a:lnTo>
                    <a:pt x="3237299" y="325252"/>
                  </a:lnTo>
                  <a:lnTo>
                    <a:pt x="3238371" y="324733"/>
                  </a:lnTo>
                  <a:lnTo>
                    <a:pt x="3239443" y="324214"/>
                  </a:lnTo>
                  <a:lnTo>
                    <a:pt x="3240514" y="323695"/>
                  </a:lnTo>
                  <a:lnTo>
                    <a:pt x="3241586" y="323175"/>
                  </a:lnTo>
                  <a:lnTo>
                    <a:pt x="3242657" y="322656"/>
                  </a:lnTo>
                  <a:lnTo>
                    <a:pt x="3243729" y="322136"/>
                  </a:lnTo>
                  <a:lnTo>
                    <a:pt x="3244801" y="321617"/>
                  </a:lnTo>
                  <a:lnTo>
                    <a:pt x="3245872" y="321097"/>
                  </a:lnTo>
                  <a:lnTo>
                    <a:pt x="3246944" y="320577"/>
                  </a:lnTo>
                  <a:lnTo>
                    <a:pt x="3248015" y="320057"/>
                  </a:lnTo>
                  <a:lnTo>
                    <a:pt x="3249087" y="319536"/>
                  </a:lnTo>
                  <a:lnTo>
                    <a:pt x="3250159" y="319016"/>
                  </a:lnTo>
                  <a:lnTo>
                    <a:pt x="3251230" y="318495"/>
                  </a:lnTo>
                  <a:lnTo>
                    <a:pt x="3252302" y="317974"/>
                  </a:lnTo>
                  <a:lnTo>
                    <a:pt x="3253373" y="317454"/>
                  </a:lnTo>
                  <a:lnTo>
                    <a:pt x="3254445" y="316933"/>
                  </a:lnTo>
                  <a:lnTo>
                    <a:pt x="3255517" y="316411"/>
                  </a:lnTo>
                  <a:lnTo>
                    <a:pt x="3256588" y="315890"/>
                  </a:lnTo>
                  <a:lnTo>
                    <a:pt x="3257660" y="315369"/>
                  </a:lnTo>
                  <a:lnTo>
                    <a:pt x="3258731" y="314847"/>
                  </a:lnTo>
                  <a:lnTo>
                    <a:pt x="3259803" y="314325"/>
                  </a:lnTo>
                  <a:lnTo>
                    <a:pt x="3260875" y="313803"/>
                  </a:lnTo>
                  <a:lnTo>
                    <a:pt x="3261946" y="313281"/>
                  </a:lnTo>
                  <a:lnTo>
                    <a:pt x="3263018" y="312759"/>
                  </a:lnTo>
                  <a:lnTo>
                    <a:pt x="3264089" y="312237"/>
                  </a:lnTo>
                  <a:lnTo>
                    <a:pt x="3265161" y="311714"/>
                  </a:lnTo>
                  <a:lnTo>
                    <a:pt x="3266233" y="311192"/>
                  </a:lnTo>
                  <a:lnTo>
                    <a:pt x="3267304" y="310669"/>
                  </a:lnTo>
                  <a:lnTo>
                    <a:pt x="3268376" y="310146"/>
                  </a:lnTo>
                  <a:lnTo>
                    <a:pt x="3269447" y="309623"/>
                  </a:lnTo>
                  <a:lnTo>
                    <a:pt x="3270519" y="309100"/>
                  </a:lnTo>
                  <a:lnTo>
                    <a:pt x="3271591" y="308576"/>
                  </a:lnTo>
                  <a:lnTo>
                    <a:pt x="3272662" y="308053"/>
                  </a:lnTo>
                  <a:lnTo>
                    <a:pt x="3273734" y="307529"/>
                  </a:lnTo>
                  <a:lnTo>
                    <a:pt x="3274805" y="307006"/>
                  </a:lnTo>
                  <a:lnTo>
                    <a:pt x="3275877" y="306482"/>
                  </a:lnTo>
                  <a:lnTo>
                    <a:pt x="3276949" y="305958"/>
                  </a:lnTo>
                  <a:lnTo>
                    <a:pt x="3278020" y="305433"/>
                  </a:lnTo>
                  <a:lnTo>
                    <a:pt x="3279092" y="304909"/>
                  </a:lnTo>
                  <a:lnTo>
                    <a:pt x="3280163" y="304384"/>
                  </a:lnTo>
                  <a:lnTo>
                    <a:pt x="3281235" y="303860"/>
                  </a:lnTo>
                  <a:lnTo>
                    <a:pt x="3282307" y="303335"/>
                  </a:lnTo>
                  <a:lnTo>
                    <a:pt x="3283378" y="302810"/>
                  </a:lnTo>
                  <a:lnTo>
                    <a:pt x="3284450" y="302285"/>
                  </a:lnTo>
                  <a:lnTo>
                    <a:pt x="3285521" y="301760"/>
                  </a:lnTo>
                  <a:lnTo>
                    <a:pt x="3286593" y="301234"/>
                  </a:lnTo>
                  <a:lnTo>
                    <a:pt x="3287665" y="300709"/>
                  </a:lnTo>
                  <a:lnTo>
                    <a:pt x="3288736" y="300183"/>
                  </a:lnTo>
                  <a:lnTo>
                    <a:pt x="3289808" y="299657"/>
                  </a:lnTo>
                  <a:lnTo>
                    <a:pt x="3290879" y="299131"/>
                  </a:lnTo>
                  <a:lnTo>
                    <a:pt x="3291951" y="298605"/>
                  </a:lnTo>
                  <a:lnTo>
                    <a:pt x="3293023" y="298079"/>
                  </a:lnTo>
                  <a:lnTo>
                    <a:pt x="3294094" y="297553"/>
                  </a:lnTo>
                  <a:lnTo>
                    <a:pt x="3295166" y="297026"/>
                  </a:lnTo>
                  <a:lnTo>
                    <a:pt x="3296237" y="296499"/>
                  </a:lnTo>
                  <a:lnTo>
                    <a:pt x="3297309" y="295973"/>
                  </a:lnTo>
                  <a:lnTo>
                    <a:pt x="3298381" y="295446"/>
                  </a:lnTo>
                  <a:lnTo>
                    <a:pt x="3299452" y="294918"/>
                  </a:lnTo>
                  <a:lnTo>
                    <a:pt x="3300524" y="294391"/>
                  </a:lnTo>
                  <a:lnTo>
                    <a:pt x="3301595" y="293864"/>
                  </a:lnTo>
                  <a:lnTo>
                    <a:pt x="3302667" y="293336"/>
                  </a:lnTo>
                  <a:lnTo>
                    <a:pt x="3303739" y="292808"/>
                  </a:lnTo>
                  <a:lnTo>
                    <a:pt x="3304810" y="292281"/>
                  </a:lnTo>
                  <a:lnTo>
                    <a:pt x="3305882" y="291753"/>
                  </a:lnTo>
                  <a:lnTo>
                    <a:pt x="3306953" y="291224"/>
                  </a:lnTo>
                  <a:lnTo>
                    <a:pt x="3308025" y="290696"/>
                  </a:lnTo>
                  <a:lnTo>
                    <a:pt x="3309097" y="290168"/>
                  </a:lnTo>
                  <a:lnTo>
                    <a:pt x="3310168" y="289639"/>
                  </a:lnTo>
                  <a:lnTo>
                    <a:pt x="3311240" y="289110"/>
                  </a:lnTo>
                  <a:lnTo>
                    <a:pt x="3312311" y="288581"/>
                  </a:lnTo>
                  <a:lnTo>
                    <a:pt x="3313383" y="288052"/>
                  </a:lnTo>
                  <a:lnTo>
                    <a:pt x="3314455" y="287523"/>
                  </a:lnTo>
                  <a:lnTo>
                    <a:pt x="3315526" y="286994"/>
                  </a:lnTo>
                  <a:lnTo>
                    <a:pt x="3316598" y="286464"/>
                  </a:lnTo>
                  <a:lnTo>
                    <a:pt x="3317669" y="285935"/>
                  </a:lnTo>
                  <a:lnTo>
                    <a:pt x="3318741" y="285405"/>
                  </a:lnTo>
                  <a:lnTo>
                    <a:pt x="3319813" y="284875"/>
                  </a:lnTo>
                  <a:lnTo>
                    <a:pt x="3320884" y="284345"/>
                  </a:lnTo>
                  <a:lnTo>
                    <a:pt x="3321956" y="283815"/>
                  </a:lnTo>
                  <a:lnTo>
                    <a:pt x="3323027" y="283284"/>
                  </a:lnTo>
                  <a:lnTo>
                    <a:pt x="3324099" y="282754"/>
                  </a:lnTo>
                  <a:lnTo>
                    <a:pt x="3325171" y="282223"/>
                  </a:lnTo>
                  <a:lnTo>
                    <a:pt x="3326242" y="281692"/>
                  </a:lnTo>
                  <a:lnTo>
                    <a:pt x="3327314" y="281161"/>
                  </a:lnTo>
                  <a:lnTo>
                    <a:pt x="3328385" y="280630"/>
                  </a:lnTo>
                  <a:lnTo>
                    <a:pt x="3329457" y="280099"/>
                  </a:lnTo>
                  <a:lnTo>
                    <a:pt x="3330529" y="279568"/>
                  </a:lnTo>
                  <a:lnTo>
                    <a:pt x="3331600" y="279036"/>
                  </a:lnTo>
                  <a:lnTo>
                    <a:pt x="3332672" y="278504"/>
                  </a:lnTo>
                  <a:lnTo>
                    <a:pt x="3333743" y="277973"/>
                  </a:lnTo>
                  <a:lnTo>
                    <a:pt x="3334815" y="277441"/>
                  </a:lnTo>
                  <a:lnTo>
                    <a:pt x="3335887" y="276909"/>
                  </a:lnTo>
                  <a:lnTo>
                    <a:pt x="3336958" y="276376"/>
                  </a:lnTo>
                  <a:lnTo>
                    <a:pt x="3338030" y="275844"/>
                  </a:lnTo>
                  <a:lnTo>
                    <a:pt x="3339101" y="275311"/>
                  </a:lnTo>
                  <a:lnTo>
                    <a:pt x="3340173" y="274779"/>
                  </a:lnTo>
                  <a:lnTo>
                    <a:pt x="3341245" y="274246"/>
                  </a:lnTo>
                  <a:lnTo>
                    <a:pt x="3342316" y="273713"/>
                  </a:lnTo>
                  <a:lnTo>
                    <a:pt x="3343388" y="273179"/>
                  </a:lnTo>
                  <a:lnTo>
                    <a:pt x="3344459" y="272646"/>
                  </a:lnTo>
                  <a:lnTo>
                    <a:pt x="3345531" y="272113"/>
                  </a:lnTo>
                  <a:lnTo>
                    <a:pt x="3346603" y="271579"/>
                  </a:lnTo>
                  <a:lnTo>
                    <a:pt x="3347674" y="271045"/>
                  </a:lnTo>
                  <a:lnTo>
                    <a:pt x="3348746" y="270511"/>
                  </a:lnTo>
                  <a:lnTo>
                    <a:pt x="3349817" y="269977"/>
                  </a:lnTo>
                  <a:lnTo>
                    <a:pt x="3350889" y="269443"/>
                  </a:lnTo>
                  <a:lnTo>
                    <a:pt x="3351961" y="268909"/>
                  </a:lnTo>
                  <a:lnTo>
                    <a:pt x="3353032" y="268374"/>
                  </a:lnTo>
                  <a:lnTo>
                    <a:pt x="3354104" y="267840"/>
                  </a:lnTo>
                  <a:lnTo>
                    <a:pt x="3355175" y="267305"/>
                  </a:lnTo>
                  <a:lnTo>
                    <a:pt x="3356247" y="266770"/>
                  </a:lnTo>
                  <a:lnTo>
                    <a:pt x="3357319" y="266235"/>
                  </a:lnTo>
                  <a:lnTo>
                    <a:pt x="3358390" y="265700"/>
                  </a:lnTo>
                  <a:lnTo>
                    <a:pt x="3359462" y="265164"/>
                  </a:lnTo>
                  <a:lnTo>
                    <a:pt x="3360533" y="264629"/>
                  </a:lnTo>
                  <a:lnTo>
                    <a:pt x="3361605" y="264093"/>
                  </a:lnTo>
                  <a:lnTo>
                    <a:pt x="3362677" y="263557"/>
                  </a:lnTo>
                  <a:lnTo>
                    <a:pt x="3363748" y="263021"/>
                  </a:lnTo>
                  <a:lnTo>
                    <a:pt x="3364820" y="262485"/>
                  </a:lnTo>
                  <a:lnTo>
                    <a:pt x="3365891" y="261949"/>
                  </a:lnTo>
                  <a:lnTo>
                    <a:pt x="3366963" y="261412"/>
                  </a:lnTo>
                  <a:lnTo>
                    <a:pt x="3368035" y="260876"/>
                  </a:lnTo>
                  <a:lnTo>
                    <a:pt x="3369106" y="260339"/>
                  </a:lnTo>
                  <a:lnTo>
                    <a:pt x="3370178" y="259802"/>
                  </a:lnTo>
                  <a:lnTo>
                    <a:pt x="3371249" y="259265"/>
                  </a:lnTo>
                  <a:lnTo>
                    <a:pt x="3372321" y="258728"/>
                  </a:lnTo>
                  <a:lnTo>
                    <a:pt x="3373392" y="258191"/>
                  </a:lnTo>
                  <a:lnTo>
                    <a:pt x="3374464" y="257653"/>
                  </a:lnTo>
                  <a:lnTo>
                    <a:pt x="3375536" y="257115"/>
                  </a:lnTo>
                  <a:lnTo>
                    <a:pt x="3376607" y="256578"/>
                  </a:lnTo>
                  <a:lnTo>
                    <a:pt x="3377679" y="256040"/>
                  </a:lnTo>
                  <a:lnTo>
                    <a:pt x="3378750" y="255502"/>
                  </a:lnTo>
                  <a:lnTo>
                    <a:pt x="3379822" y="254963"/>
                  </a:lnTo>
                  <a:lnTo>
                    <a:pt x="3380894" y="254425"/>
                  </a:lnTo>
                  <a:lnTo>
                    <a:pt x="3381965" y="253887"/>
                  </a:lnTo>
                  <a:lnTo>
                    <a:pt x="3383037" y="253348"/>
                  </a:lnTo>
                  <a:lnTo>
                    <a:pt x="3384108" y="252809"/>
                  </a:lnTo>
                  <a:lnTo>
                    <a:pt x="3385180" y="252270"/>
                  </a:lnTo>
                  <a:lnTo>
                    <a:pt x="3386252" y="251731"/>
                  </a:lnTo>
                  <a:lnTo>
                    <a:pt x="3387323" y="251192"/>
                  </a:lnTo>
                  <a:lnTo>
                    <a:pt x="3388395" y="250652"/>
                  </a:lnTo>
                  <a:lnTo>
                    <a:pt x="3389466" y="250113"/>
                  </a:lnTo>
                  <a:lnTo>
                    <a:pt x="3390538" y="249573"/>
                  </a:lnTo>
                  <a:lnTo>
                    <a:pt x="3391610" y="249033"/>
                  </a:lnTo>
                  <a:lnTo>
                    <a:pt x="3392681" y="248493"/>
                  </a:lnTo>
                  <a:lnTo>
                    <a:pt x="3393753" y="247953"/>
                  </a:lnTo>
                  <a:lnTo>
                    <a:pt x="3394824" y="247413"/>
                  </a:lnTo>
                  <a:lnTo>
                    <a:pt x="3395896" y="246872"/>
                  </a:lnTo>
                  <a:lnTo>
                    <a:pt x="3396968" y="246332"/>
                  </a:lnTo>
                  <a:lnTo>
                    <a:pt x="3398039" y="245791"/>
                  </a:lnTo>
                  <a:lnTo>
                    <a:pt x="3399111" y="245250"/>
                  </a:lnTo>
                  <a:lnTo>
                    <a:pt x="3400182" y="244709"/>
                  </a:lnTo>
                  <a:lnTo>
                    <a:pt x="3401254" y="244168"/>
                  </a:lnTo>
                  <a:lnTo>
                    <a:pt x="3402326" y="243626"/>
                  </a:lnTo>
                  <a:lnTo>
                    <a:pt x="3403397" y="243085"/>
                  </a:lnTo>
                  <a:lnTo>
                    <a:pt x="3404469" y="242543"/>
                  </a:lnTo>
                  <a:lnTo>
                    <a:pt x="3405540" y="242001"/>
                  </a:lnTo>
                  <a:lnTo>
                    <a:pt x="3406612" y="241459"/>
                  </a:lnTo>
                  <a:lnTo>
                    <a:pt x="3407684" y="240917"/>
                  </a:lnTo>
                  <a:lnTo>
                    <a:pt x="3408755" y="240375"/>
                  </a:lnTo>
                  <a:lnTo>
                    <a:pt x="3409827" y="239832"/>
                  </a:lnTo>
                  <a:lnTo>
                    <a:pt x="3410898" y="239290"/>
                  </a:lnTo>
                  <a:lnTo>
                    <a:pt x="3411970" y="238747"/>
                  </a:lnTo>
                  <a:lnTo>
                    <a:pt x="3413042" y="238204"/>
                  </a:lnTo>
                  <a:lnTo>
                    <a:pt x="3414113" y="237661"/>
                  </a:lnTo>
                  <a:lnTo>
                    <a:pt x="3415185" y="237118"/>
                  </a:lnTo>
                  <a:lnTo>
                    <a:pt x="3416256" y="236575"/>
                  </a:lnTo>
                  <a:lnTo>
                    <a:pt x="3417328" y="236031"/>
                  </a:lnTo>
                  <a:lnTo>
                    <a:pt x="3418400" y="235488"/>
                  </a:lnTo>
                  <a:lnTo>
                    <a:pt x="3419471" y="234944"/>
                  </a:lnTo>
                  <a:lnTo>
                    <a:pt x="3420543" y="234400"/>
                  </a:lnTo>
                  <a:lnTo>
                    <a:pt x="3421614" y="233856"/>
                  </a:lnTo>
                  <a:lnTo>
                    <a:pt x="3422686" y="233312"/>
                  </a:lnTo>
                  <a:lnTo>
                    <a:pt x="3423758" y="232767"/>
                  </a:lnTo>
                  <a:lnTo>
                    <a:pt x="3424829" y="232223"/>
                  </a:lnTo>
                  <a:lnTo>
                    <a:pt x="3425901" y="231678"/>
                  </a:lnTo>
                  <a:lnTo>
                    <a:pt x="3426972" y="231133"/>
                  </a:lnTo>
                  <a:lnTo>
                    <a:pt x="3428044" y="230588"/>
                  </a:lnTo>
                  <a:lnTo>
                    <a:pt x="3429116" y="230043"/>
                  </a:lnTo>
                  <a:lnTo>
                    <a:pt x="3430187" y="229498"/>
                  </a:lnTo>
                  <a:lnTo>
                    <a:pt x="3431259" y="228952"/>
                  </a:lnTo>
                  <a:lnTo>
                    <a:pt x="3432330" y="228407"/>
                  </a:lnTo>
                  <a:lnTo>
                    <a:pt x="3433402" y="227861"/>
                  </a:lnTo>
                  <a:lnTo>
                    <a:pt x="3434474" y="227315"/>
                  </a:lnTo>
                  <a:lnTo>
                    <a:pt x="3435545" y="226769"/>
                  </a:lnTo>
                  <a:lnTo>
                    <a:pt x="3436617" y="226223"/>
                  </a:lnTo>
                  <a:lnTo>
                    <a:pt x="3437688" y="225677"/>
                  </a:lnTo>
                  <a:lnTo>
                    <a:pt x="3438760" y="225130"/>
                  </a:lnTo>
                  <a:lnTo>
                    <a:pt x="3439832" y="224583"/>
                  </a:lnTo>
                  <a:lnTo>
                    <a:pt x="3440903" y="224037"/>
                  </a:lnTo>
                  <a:lnTo>
                    <a:pt x="3441975" y="223490"/>
                  </a:lnTo>
                  <a:lnTo>
                    <a:pt x="3443046" y="222943"/>
                  </a:lnTo>
                  <a:lnTo>
                    <a:pt x="3444118" y="222395"/>
                  </a:lnTo>
                  <a:lnTo>
                    <a:pt x="3445190" y="221848"/>
                  </a:lnTo>
                  <a:lnTo>
                    <a:pt x="3446261" y="221300"/>
                  </a:lnTo>
                  <a:lnTo>
                    <a:pt x="3447333" y="220753"/>
                  </a:lnTo>
                  <a:lnTo>
                    <a:pt x="3448404" y="220205"/>
                  </a:lnTo>
                  <a:lnTo>
                    <a:pt x="3449476" y="219657"/>
                  </a:lnTo>
                  <a:lnTo>
                    <a:pt x="3450548" y="219108"/>
                  </a:lnTo>
                  <a:lnTo>
                    <a:pt x="3451619" y="218560"/>
                  </a:lnTo>
                  <a:lnTo>
                    <a:pt x="3452691" y="218012"/>
                  </a:lnTo>
                  <a:lnTo>
                    <a:pt x="3453762" y="217463"/>
                  </a:lnTo>
                  <a:lnTo>
                    <a:pt x="3454834" y="216914"/>
                  </a:lnTo>
                  <a:lnTo>
                    <a:pt x="3455906" y="216365"/>
                  </a:lnTo>
                  <a:lnTo>
                    <a:pt x="3456977" y="215816"/>
                  </a:lnTo>
                  <a:lnTo>
                    <a:pt x="3458049" y="215267"/>
                  </a:lnTo>
                  <a:lnTo>
                    <a:pt x="3459120" y="214718"/>
                  </a:lnTo>
                  <a:lnTo>
                    <a:pt x="3460192" y="214168"/>
                  </a:lnTo>
                  <a:lnTo>
                    <a:pt x="3461264" y="213618"/>
                  </a:lnTo>
                  <a:lnTo>
                    <a:pt x="3462335" y="213069"/>
                  </a:lnTo>
                  <a:lnTo>
                    <a:pt x="3463407" y="212519"/>
                  </a:lnTo>
                  <a:lnTo>
                    <a:pt x="3464478" y="211968"/>
                  </a:lnTo>
                  <a:lnTo>
                    <a:pt x="3465550" y="211418"/>
                  </a:lnTo>
                  <a:lnTo>
                    <a:pt x="3466622" y="210868"/>
                  </a:lnTo>
                  <a:lnTo>
                    <a:pt x="3467693" y="210317"/>
                  </a:lnTo>
                  <a:lnTo>
                    <a:pt x="3468765" y="209766"/>
                  </a:lnTo>
                  <a:lnTo>
                    <a:pt x="3469836" y="209215"/>
                  </a:lnTo>
                  <a:lnTo>
                    <a:pt x="3470908" y="208664"/>
                  </a:lnTo>
                  <a:lnTo>
                    <a:pt x="3471980" y="208113"/>
                  </a:lnTo>
                  <a:lnTo>
                    <a:pt x="3473051" y="207562"/>
                  </a:lnTo>
                  <a:lnTo>
                    <a:pt x="3474123" y="207010"/>
                  </a:lnTo>
                  <a:lnTo>
                    <a:pt x="3475194" y="206458"/>
                  </a:lnTo>
                  <a:lnTo>
                    <a:pt x="3476266" y="205907"/>
                  </a:lnTo>
                  <a:lnTo>
                    <a:pt x="3477338" y="205355"/>
                  </a:lnTo>
                  <a:lnTo>
                    <a:pt x="3478409" y="204802"/>
                  </a:lnTo>
                  <a:lnTo>
                    <a:pt x="3479481" y="204250"/>
                  </a:lnTo>
                  <a:lnTo>
                    <a:pt x="3480552" y="203698"/>
                  </a:lnTo>
                  <a:lnTo>
                    <a:pt x="3481624" y="203145"/>
                  </a:lnTo>
                  <a:lnTo>
                    <a:pt x="3482696" y="202592"/>
                  </a:lnTo>
                  <a:lnTo>
                    <a:pt x="3483767" y="202039"/>
                  </a:lnTo>
                  <a:lnTo>
                    <a:pt x="3484839" y="201486"/>
                  </a:lnTo>
                  <a:lnTo>
                    <a:pt x="3485910" y="200933"/>
                  </a:lnTo>
                  <a:lnTo>
                    <a:pt x="3486982" y="200380"/>
                  </a:lnTo>
                  <a:lnTo>
                    <a:pt x="3488054" y="199826"/>
                  </a:lnTo>
                  <a:lnTo>
                    <a:pt x="3489125" y="199273"/>
                  </a:lnTo>
                  <a:lnTo>
                    <a:pt x="3490197" y="198719"/>
                  </a:lnTo>
                  <a:lnTo>
                    <a:pt x="3491268" y="198165"/>
                  </a:lnTo>
                  <a:lnTo>
                    <a:pt x="3492340" y="197611"/>
                  </a:lnTo>
                  <a:lnTo>
                    <a:pt x="3493412" y="197056"/>
                  </a:lnTo>
                  <a:lnTo>
                    <a:pt x="3494483" y="196502"/>
                  </a:lnTo>
                  <a:lnTo>
                    <a:pt x="3495555" y="195947"/>
                  </a:lnTo>
                  <a:lnTo>
                    <a:pt x="3496626" y="195393"/>
                  </a:lnTo>
                  <a:lnTo>
                    <a:pt x="3497698" y="194838"/>
                  </a:lnTo>
                  <a:lnTo>
                    <a:pt x="3498770" y="194283"/>
                  </a:lnTo>
                  <a:lnTo>
                    <a:pt x="3499841" y="193727"/>
                  </a:lnTo>
                  <a:lnTo>
                    <a:pt x="3500913" y="193172"/>
                  </a:lnTo>
                  <a:lnTo>
                    <a:pt x="3501984" y="192616"/>
                  </a:lnTo>
                  <a:lnTo>
                    <a:pt x="3503056" y="192061"/>
                  </a:lnTo>
                  <a:lnTo>
                    <a:pt x="3504128" y="191505"/>
                  </a:lnTo>
                  <a:lnTo>
                    <a:pt x="3505199" y="190949"/>
                  </a:lnTo>
                  <a:lnTo>
                    <a:pt x="3506271" y="190393"/>
                  </a:lnTo>
                  <a:lnTo>
                    <a:pt x="3507342" y="189837"/>
                  </a:lnTo>
                  <a:lnTo>
                    <a:pt x="3508414" y="189280"/>
                  </a:lnTo>
                  <a:lnTo>
                    <a:pt x="3509486" y="188723"/>
                  </a:lnTo>
                  <a:lnTo>
                    <a:pt x="3510557" y="188167"/>
                  </a:lnTo>
                  <a:lnTo>
                    <a:pt x="3511629" y="187610"/>
                  </a:lnTo>
                  <a:lnTo>
                    <a:pt x="3512700" y="187053"/>
                  </a:lnTo>
                  <a:lnTo>
                    <a:pt x="3513772" y="186496"/>
                  </a:lnTo>
                  <a:lnTo>
                    <a:pt x="3514844" y="185938"/>
                  </a:lnTo>
                  <a:lnTo>
                    <a:pt x="3515915" y="185381"/>
                  </a:lnTo>
                  <a:lnTo>
                    <a:pt x="3516987" y="184823"/>
                  </a:lnTo>
                  <a:lnTo>
                    <a:pt x="3518058" y="184265"/>
                  </a:lnTo>
                  <a:lnTo>
                    <a:pt x="3519130" y="183707"/>
                  </a:lnTo>
                  <a:lnTo>
                    <a:pt x="3520202" y="183149"/>
                  </a:lnTo>
                  <a:lnTo>
                    <a:pt x="3521273" y="182591"/>
                  </a:lnTo>
                  <a:lnTo>
                    <a:pt x="3522345" y="182032"/>
                  </a:lnTo>
                  <a:lnTo>
                    <a:pt x="3523416" y="181474"/>
                  </a:lnTo>
                  <a:lnTo>
                    <a:pt x="3524488" y="180915"/>
                  </a:lnTo>
                  <a:lnTo>
                    <a:pt x="3525560" y="180356"/>
                  </a:lnTo>
                  <a:lnTo>
                    <a:pt x="3526631" y="179797"/>
                  </a:lnTo>
                  <a:lnTo>
                    <a:pt x="3527703" y="179238"/>
                  </a:lnTo>
                  <a:lnTo>
                    <a:pt x="3528774" y="178678"/>
                  </a:lnTo>
                  <a:lnTo>
                    <a:pt x="3529846" y="178119"/>
                  </a:lnTo>
                  <a:lnTo>
                    <a:pt x="3530918" y="177559"/>
                  </a:lnTo>
                  <a:lnTo>
                    <a:pt x="3531989" y="176999"/>
                  </a:lnTo>
                  <a:lnTo>
                    <a:pt x="3533061" y="176439"/>
                  </a:lnTo>
                  <a:lnTo>
                    <a:pt x="3534132" y="175879"/>
                  </a:lnTo>
                  <a:lnTo>
                    <a:pt x="3535204" y="175319"/>
                  </a:lnTo>
                  <a:lnTo>
                    <a:pt x="3536276" y="174758"/>
                  </a:lnTo>
                  <a:lnTo>
                    <a:pt x="3537347" y="174197"/>
                  </a:lnTo>
                  <a:lnTo>
                    <a:pt x="3538419" y="173637"/>
                  </a:lnTo>
                  <a:lnTo>
                    <a:pt x="3539490" y="173076"/>
                  </a:lnTo>
                  <a:lnTo>
                    <a:pt x="3540562" y="172515"/>
                  </a:lnTo>
                  <a:lnTo>
                    <a:pt x="3541634" y="171953"/>
                  </a:lnTo>
                  <a:lnTo>
                    <a:pt x="3542705" y="171392"/>
                  </a:lnTo>
                  <a:lnTo>
                    <a:pt x="3543777" y="170830"/>
                  </a:lnTo>
                  <a:lnTo>
                    <a:pt x="3544848" y="170269"/>
                  </a:lnTo>
                  <a:lnTo>
                    <a:pt x="3545920" y="169707"/>
                  </a:lnTo>
                  <a:lnTo>
                    <a:pt x="3546992" y="169145"/>
                  </a:lnTo>
                  <a:lnTo>
                    <a:pt x="3548063" y="168582"/>
                  </a:lnTo>
                  <a:lnTo>
                    <a:pt x="3549135" y="168020"/>
                  </a:lnTo>
                  <a:lnTo>
                    <a:pt x="3550206" y="167458"/>
                  </a:lnTo>
                  <a:lnTo>
                    <a:pt x="3551278" y="166895"/>
                  </a:lnTo>
                  <a:lnTo>
                    <a:pt x="3552349" y="166332"/>
                  </a:lnTo>
                  <a:lnTo>
                    <a:pt x="3553421" y="165769"/>
                  </a:lnTo>
                  <a:lnTo>
                    <a:pt x="3554493" y="165206"/>
                  </a:lnTo>
                  <a:lnTo>
                    <a:pt x="3555564" y="164643"/>
                  </a:lnTo>
                  <a:lnTo>
                    <a:pt x="3556636" y="164079"/>
                  </a:lnTo>
                  <a:lnTo>
                    <a:pt x="3557707" y="163516"/>
                  </a:lnTo>
                  <a:lnTo>
                    <a:pt x="3558779" y="162952"/>
                  </a:lnTo>
                  <a:lnTo>
                    <a:pt x="3559851" y="162388"/>
                  </a:lnTo>
                  <a:lnTo>
                    <a:pt x="3560922" y="161824"/>
                  </a:lnTo>
                  <a:lnTo>
                    <a:pt x="3561994" y="161260"/>
                  </a:lnTo>
                  <a:lnTo>
                    <a:pt x="3563065" y="160695"/>
                  </a:lnTo>
                  <a:lnTo>
                    <a:pt x="3564137" y="160131"/>
                  </a:lnTo>
                  <a:lnTo>
                    <a:pt x="3565209" y="159566"/>
                  </a:lnTo>
                  <a:lnTo>
                    <a:pt x="3566280" y="159001"/>
                  </a:lnTo>
                  <a:lnTo>
                    <a:pt x="3567352" y="158436"/>
                  </a:lnTo>
                  <a:lnTo>
                    <a:pt x="3568423" y="157871"/>
                  </a:lnTo>
                  <a:lnTo>
                    <a:pt x="3569495" y="157306"/>
                  </a:lnTo>
                  <a:lnTo>
                    <a:pt x="3570567" y="156740"/>
                  </a:lnTo>
                  <a:lnTo>
                    <a:pt x="3571638" y="156175"/>
                  </a:lnTo>
                  <a:lnTo>
                    <a:pt x="3572710" y="155609"/>
                  </a:lnTo>
                  <a:lnTo>
                    <a:pt x="3573781" y="155043"/>
                  </a:lnTo>
                  <a:lnTo>
                    <a:pt x="3574853" y="154477"/>
                  </a:lnTo>
                  <a:lnTo>
                    <a:pt x="3575925" y="153910"/>
                  </a:lnTo>
                  <a:lnTo>
                    <a:pt x="3576996" y="153344"/>
                  </a:lnTo>
                  <a:lnTo>
                    <a:pt x="3578068" y="152777"/>
                  </a:lnTo>
                  <a:lnTo>
                    <a:pt x="3579139" y="152211"/>
                  </a:lnTo>
                  <a:lnTo>
                    <a:pt x="3580211" y="151644"/>
                  </a:lnTo>
                  <a:lnTo>
                    <a:pt x="3581283" y="151077"/>
                  </a:lnTo>
                  <a:lnTo>
                    <a:pt x="3582354" y="150510"/>
                  </a:lnTo>
                  <a:lnTo>
                    <a:pt x="3583426" y="149942"/>
                  </a:lnTo>
                  <a:lnTo>
                    <a:pt x="3584497" y="149375"/>
                  </a:lnTo>
                  <a:lnTo>
                    <a:pt x="3585569" y="148807"/>
                  </a:lnTo>
                  <a:lnTo>
                    <a:pt x="3586641" y="148239"/>
                  </a:lnTo>
                  <a:lnTo>
                    <a:pt x="3587712" y="147671"/>
                  </a:lnTo>
                  <a:lnTo>
                    <a:pt x="3588784" y="147103"/>
                  </a:lnTo>
                  <a:lnTo>
                    <a:pt x="3589855" y="146535"/>
                  </a:lnTo>
                  <a:lnTo>
                    <a:pt x="3590927" y="145966"/>
                  </a:lnTo>
                  <a:lnTo>
                    <a:pt x="3591999" y="145398"/>
                  </a:lnTo>
                  <a:lnTo>
                    <a:pt x="3593070" y="144829"/>
                  </a:lnTo>
                  <a:lnTo>
                    <a:pt x="3594142" y="144260"/>
                  </a:lnTo>
                  <a:lnTo>
                    <a:pt x="3595213" y="143691"/>
                  </a:lnTo>
                  <a:lnTo>
                    <a:pt x="3596285" y="143121"/>
                  </a:lnTo>
                  <a:lnTo>
                    <a:pt x="3597357" y="142552"/>
                  </a:lnTo>
                  <a:lnTo>
                    <a:pt x="3598428" y="141983"/>
                  </a:lnTo>
                  <a:lnTo>
                    <a:pt x="3599500" y="141413"/>
                  </a:lnTo>
                  <a:lnTo>
                    <a:pt x="3600571" y="140843"/>
                  </a:lnTo>
                  <a:lnTo>
                    <a:pt x="3601643" y="140273"/>
                  </a:lnTo>
                  <a:lnTo>
                    <a:pt x="3602715" y="139703"/>
                  </a:lnTo>
                  <a:lnTo>
                    <a:pt x="3603786" y="139132"/>
                  </a:lnTo>
                  <a:lnTo>
                    <a:pt x="3604858" y="138562"/>
                  </a:lnTo>
                  <a:lnTo>
                    <a:pt x="3605929" y="137991"/>
                  </a:lnTo>
                  <a:lnTo>
                    <a:pt x="3607001" y="137420"/>
                  </a:lnTo>
                  <a:lnTo>
                    <a:pt x="3608073" y="136849"/>
                  </a:lnTo>
                  <a:lnTo>
                    <a:pt x="3609144" y="136278"/>
                  </a:lnTo>
                  <a:lnTo>
                    <a:pt x="3610216" y="135707"/>
                  </a:lnTo>
                  <a:lnTo>
                    <a:pt x="3611287" y="135135"/>
                  </a:lnTo>
                  <a:lnTo>
                    <a:pt x="3612359" y="134564"/>
                  </a:lnTo>
                  <a:lnTo>
                    <a:pt x="3613431" y="133992"/>
                  </a:lnTo>
                  <a:lnTo>
                    <a:pt x="3614502" y="133420"/>
                  </a:lnTo>
                  <a:lnTo>
                    <a:pt x="3615574" y="132848"/>
                  </a:lnTo>
                  <a:lnTo>
                    <a:pt x="3616645" y="132275"/>
                  </a:lnTo>
                  <a:lnTo>
                    <a:pt x="3617717" y="131703"/>
                  </a:lnTo>
                  <a:lnTo>
                    <a:pt x="3618789" y="131130"/>
                  </a:lnTo>
                  <a:lnTo>
                    <a:pt x="3619860" y="130558"/>
                  </a:lnTo>
                  <a:lnTo>
                    <a:pt x="3620932" y="129985"/>
                  </a:lnTo>
                  <a:lnTo>
                    <a:pt x="3622003" y="129412"/>
                  </a:lnTo>
                  <a:lnTo>
                    <a:pt x="3623075" y="128839"/>
                  </a:lnTo>
                  <a:lnTo>
                    <a:pt x="3624147" y="128265"/>
                  </a:lnTo>
                  <a:lnTo>
                    <a:pt x="3625218" y="127692"/>
                  </a:lnTo>
                  <a:lnTo>
                    <a:pt x="3626290" y="127118"/>
                  </a:lnTo>
                  <a:lnTo>
                    <a:pt x="3627361" y="126544"/>
                  </a:lnTo>
                  <a:lnTo>
                    <a:pt x="3628433" y="125970"/>
                  </a:lnTo>
                  <a:lnTo>
                    <a:pt x="3629505" y="125396"/>
                  </a:lnTo>
                  <a:lnTo>
                    <a:pt x="3630576" y="124821"/>
                  </a:lnTo>
                  <a:lnTo>
                    <a:pt x="3631648" y="124247"/>
                  </a:lnTo>
                  <a:lnTo>
                    <a:pt x="3632719" y="123672"/>
                  </a:lnTo>
                  <a:lnTo>
                    <a:pt x="3633791" y="123097"/>
                  </a:lnTo>
                  <a:lnTo>
                    <a:pt x="3634863" y="122523"/>
                  </a:lnTo>
                  <a:lnTo>
                    <a:pt x="3635934" y="121947"/>
                  </a:lnTo>
                  <a:lnTo>
                    <a:pt x="3637006" y="121372"/>
                  </a:lnTo>
                  <a:lnTo>
                    <a:pt x="3638077" y="120797"/>
                  </a:lnTo>
                  <a:lnTo>
                    <a:pt x="3639149" y="120221"/>
                  </a:lnTo>
                  <a:lnTo>
                    <a:pt x="3640221" y="119645"/>
                  </a:lnTo>
                  <a:lnTo>
                    <a:pt x="3641292" y="119069"/>
                  </a:lnTo>
                  <a:lnTo>
                    <a:pt x="3642364" y="118493"/>
                  </a:lnTo>
                  <a:lnTo>
                    <a:pt x="3643435" y="117917"/>
                  </a:lnTo>
                  <a:lnTo>
                    <a:pt x="3644507" y="117341"/>
                  </a:lnTo>
                  <a:lnTo>
                    <a:pt x="3645579" y="116764"/>
                  </a:lnTo>
                  <a:lnTo>
                    <a:pt x="3646650" y="116187"/>
                  </a:lnTo>
                  <a:lnTo>
                    <a:pt x="3647722" y="115610"/>
                  </a:lnTo>
                  <a:lnTo>
                    <a:pt x="3648793" y="115033"/>
                  </a:lnTo>
                  <a:lnTo>
                    <a:pt x="3649865" y="114456"/>
                  </a:lnTo>
                  <a:lnTo>
                    <a:pt x="3650937" y="113879"/>
                  </a:lnTo>
                  <a:lnTo>
                    <a:pt x="3652008" y="113301"/>
                  </a:lnTo>
                  <a:lnTo>
                    <a:pt x="3653080" y="112723"/>
                  </a:lnTo>
                  <a:lnTo>
                    <a:pt x="3654151" y="112146"/>
                  </a:lnTo>
                  <a:lnTo>
                    <a:pt x="3655223" y="111568"/>
                  </a:lnTo>
                  <a:lnTo>
                    <a:pt x="3656295" y="110989"/>
                  </a:lnTo>
                  <a:lnTo>
                    <a:pt x="3657366" y="110411"/>
                  </a:lnTo>
                  <a:lnTo>
                    <a:pt x="3658438" y="109833"/>
                  </a:lnTo>
                  <a:lnTo>
                    <a:pt x="3659509" y="109254"/>
                  </a:lnTo>
                  <a:lnTo>
                    <a:pt x="3660581" y="108675"/>
                  </a:lnTo>
                  <a:lnTo>
                    <a:pt x="3661653" y="108096"/>
                  </a:lnTo>
                  <a:lnTo>
                    <a:pt x="3662724" y="107517"/>
                  </a:lnTo>
                  <a:lnTo>
                    <a:pt x="3663796" y="106938"/>
                  </a:lnTo>
                  <a:lnTo>
                    <a:pt x="3664867" y="106358"/>
                  </a:lnTo>
                  <a:lnTo>
                    <a:pt x="3665939" y="105779"/>
                  </a:lnTo>
                  <a:lnTo>
                    <a:pt x="3667011" y="105199"/>
                  </a:lnTo>
                  <a:lnTo>
                    <a:pt x="3668082" y="104619"/>
                  </a:lnTo>
                  <a:lnTo>
                    <a:pt x="3669154" y="104039"/>
                  </a:lnTo>
                  <a:lnTo>
                    <a:pt x="3670225" y="103458"/>
                  </a:lnTo>
                  <a:lnTo>
                    <a:pt x="3671297" y="102878"/>
                  </a:lnTo>
                  <a:lnTo>
                    <a:pt x="3672369" y="102297"/>
                  </a:lnTo>
                  <a:lnTo>
                    <a:pt x="3673440" y="101717"/>
                  </a:lnTo>
                  <a:lnTo>
                    <a:pt x="3674512" y="101136"/>
                  </a:lnTo>
                  <a:lnTo>
                    <a:pt x="3675583" y="100555"/>
                  </a:lnTo>
                  <a:lnTo>
                    <a:pt x="3676655" y="99973"/>
                  </a:lnTo>
                  <a:lnTo>
                    <a:pt x="3677727" y="99392"/>
                  </a:lnTo>
                  <a:lnTo>
                    <a:pt x="3678798" y="98810"/>
                  </a:lnTo>
                  <a:lnTo>
                    <a:pt x="3679870" y="98229"/>
                  </a:lnTo>
                  <a:lnTo>
                    <a:pt x="3680941" y="97647"/>
                  </a:lnTo>
                  <a:lnTo>
                    <a:pt x="3682013" y="97065"/>
                  </a:lnTo>
                  <a:lnTo>
                    <a:pt x="3683085" y="96483"/>
                  </a:lnTo>
                  <a:lnTo>
                    <a:pt x="3684156" y="95900"/>
                  </a:lnTo>
                  <a:lnTo>
                    <a:pt x="3685228" y="95318"/>
                  </a:lnTo>
                  <a:lnTo>
                    <a:pt x="3686299" y="94735"/>
                  </a:lnTo>
                  <a:lnTo>
                    <a:pt x="3687371" y="94152"/>
                  </a:lnTo>
                  <a:lnTo>
                    <a:pt x="3688443" y="93569"/>
                  </a:lnTo>
                  <a:lnTo>
                    <a:pt x="3689514" y="92986"/>
                  </a:lnTo>
                  <a:lnTo>
                    <a:pt x="3690586" y="92403"/>
                  </a:lnTo>
                  <a:lnTo>
                    <a:pt x="3691657" y="91819"/>
                  </a:lnTo>
                  <a:lnTo>
                    <a:pt x="3692729" y="91236"/>
                  </a:lnTo>
                  <a:lnTo>
                    <a:pt x="3693801" y="90652"/>
                  </a:lnTo>
                  <a:lnTo>
                    <a:pt x="3694872" y="90068"/>
                  </a:lnTo>
                  <a:lnTo>
                    <a:pt x="3695944" y="89484"/>
                  </a:lnTo>
                  <a:lnTo>
                    <a:pt x="3697015" y="88899"/>
                  </a:lnTo>
                  <a:lnTo>
                    <a:pt x="3698087" y="88315"/>
                  </a:lnTo>
                  <a:lnTo>
                    <a:pt x="3699159" y="87730"/>
                  </a:lnTo>
                  <a:lnTo>
                    <a:pt x="3700230" y="87145"/>
                  </a:lnTo>
                  <a:lnTo>
                    <a:pt x="3701302" y="86560"/>
                  </a:lnTo>
                  <a:lnTo>
                    <a:pt x="3702373" y="85975"/>
                  </a:lnTo>
                  <a:lnTo>
                    <a:pt x="3703445" y="85390"/>
                  </a:lnTo>
                  <a:lnTo>
                    <a:pt x="3704517" y="84805"/>
                  </a:lnTo>
                  <a:lnTo>
                    <a:pt x="3705588" y="84219"/>
                  </a:lnTo>
                  <a:lnTo>
                    <a:pt x="3706660" y="83633"/>
                  </a:lnTo>
                  <a:lnTo>
                    <a:pt x="3707731" y="83047"/>
                  </a:lnTo>
                  <a:lnTo>
                    <a:pt x="3708803" y="82461"/>
                  </a:lnTo>
                  <a:lnTo>
                    <a:pt x="3709875" y="81875"/>
                  </a:lnTo>
                  <a:lnTo>
                    <a:pt x="3710946" y="81288"/>
                  </a:lnTo>
                  <a:lnTo>
                    <a:pt x="3712018" y="80702"/>
                  </a:lnTo>
                  <a:lnTo>
                    <a:pt x="3713089" y="80115"/>
                  </a:lnTo>
                  <a:lnTo>
                    <a:pt x="3714161" y="79528"/>
                  </a:lnTo>
                  <a:lnTo>
                    <a:pt x="3715233" y="78941"/>
                  </a:lnTo>
                  <a:lnTo>
                    <a:pt x="3716304" y="78354"/>
                  </a:lnTo>
                  <a:lnTo>
                    <a:pt x="3717376" y="77767"/>
                  </a:lnTo>
                  <a:lnTo>
                    <a:pt x="3718447" y="77179"/>
                  </a:lnTo>
                  <a:lnTo>
                    <a:pt x="3719519" y="76591"/>
                  </a:lnTo>
                  <a:lnTo>
                    <a:pt x="3720591" y="76003"/>
                  </a:lnTo>
                  <a:lnTo>
                    <a:pt x="3721662" y="75415"/>
                  </a:lnTo>
                  <a:lnTo>
                    <a:pt x="3722734" y="74827"/>
                  </a:lnTo>
                  <a:lnTo>
                    <a:pt x="3723805" y="74239"/>
                  </a:lnTo>
                  <a:lnTo>
                    <a:pt x="3724877" y="73650"/>
                  </a:lnTo>
                  <a:lnTo>
                    <a:pt x="3725949" y="73061"/>
                  </a:lnTo>
                  <a:lnTo>
                    <a:pt x="3727020" y="72473"/>
                  </a:lnTo>
                  <a:lnTo>
                    <a:pt x="3728092" y="71884"/>
                  </a:lnTo>
                  <a:lnTo>
                    <a:pt x="3729163" y="71294"/>
                  </a:lnTo>
                  <a:lnTo>
                    <a:pt x="3730235" y="70705"/>
                  </a:lnTo>
                  <a:lnTo>
                    <a:pt x="3731306" y="70115"/>
                  </a:lnTo>
                  <a:lnTo>
                    <a:pt x="3732378" y="69526"/>
                  </a:lnTo>
                  <a:lnTo>
                    <a:pt x="3733450" y="68936"/>
                  </a:lnTo>
                  <a:lnTo>
                    <a:pt x="3734521" y="68346"/>
                  </a:lnTo>
                  <a:lnTo>
                    <a:pt x="3735593" y="67756"/>
                  </a:lnTo>
                  <a:lnTo>
                    <a:pt x="3736664" y="67165"/>
                  </a:lnTo>
                  <a:lnTo>
                    <a:pt x="3737736" y="66575"/>
                  </a:lnTo>
                  <a:lnTo>
                    <a:pt x="3738808" y="65984"/>
                  </a:lnTo>
                  <a:lnTo>
                    <a:pt x="3739879" y="65393"/>
                  </a:lnTo>
                  <a:lnTo>
                    <a:pt x="3740951" y="64802"/>
                  </a:lnTo>
                  <a:lnTo>
                    <a:pt x="3742022" y="64211"/>
                  </a:lnTo>
                  <a:lnTo>
                    <a:pt x="3743094" y="63620"/>
                  </a:lnTo>
                  <a:lnTo>
                    <a:pt x="3744166" y="63028"/>
                  </a:lnTo>
                  <a:lnTo>
                    <a:pt x="3745237" y="62437"/>
                  </a:lnTo>
                  <a:lnTo>
                    <a:pt x="3746309" y="61845"/>
                  </a:lnTo>
                  <a:lnTo>
                    <a:pt x="3747380" y="61253"/>
                  </a:lnTo>
                  <a:lnTo>
                    <a:pt x="3748452" y="60661"/>
                  </a:lnTo>
                  <a:lnTo>
                    <a:pt x="3749524" y="60069"/>
                  </a:lnTo>
                  <a:lnTo>
                    <a:pt x="3750595" y="59476"/>
                  </a:lnTo>
                  <a:lnTo>
                    <a:pt x="3751667" y="58883"/>
                  </a:lnTo>
                  <a:lnTo>
                    <a:pt x="3752738" y="58291"/>
                  </a:lnTo>
                  <a:lnTo>
                    <a:pt x="3753810" y="57698"/>
                  </a:lnTo>
                  <a:lnTo>
                    <a:pt x="3754882" y="57105"/>
                  </a:lnTo>
                  <a:lnTo>
                    <a:pt x="3755953" y="56511"/>
                  </a:lnTo>
                  <a:lnTo>
                    <a:pt x="3757025" y="55918"/>
                  </a:lnTo>
                  <a:lnTo>
                    <a:pt x="3758096" y="55324"/>
                  </a:lnTo>
                  <a:lnTo>
                    <a:pt x="3759168" y="54730"/>
                  </a:lnTo>
                  <a:lnTo>
                    <a:pt x="3760240" y="54136"/>
                  </a:lnTo>
                  <a:lnTo>
                    <a:pt x="3761311" y="53542"/>
                  </a:lnTo>
                  <a:lnTo>
                    <a:pt x="3762383" y="52948"/>
                  </a:lnTo>
                  <a:lnTo>
                    <a:pt x="3763454" y="52354"/>
                  </a:lnTo>
                  <a:lnTo>
                    <a:pt x="3764526" y="51759"/>
                  </a:lnTo>
                  <a:lnTo>
                    <a:pt x="3765598" y="51164"/>
                  </a:lnTo>
                  <a:lnTo>
                    <a:pt x="3766669" y="50569"/>
                  </a:lnTo>
                  <a:lnTo>
                    <a:pt x="3767741" y="49974"/>
                  </a:lnTo>
                  <a:lnTo>
                    <a:pt x="3768812" y="49379"/>
                  </a:lnTo>
                  <a:lnTo>
                    <a:pt x="3769884" y="48783"/>
                  </a:lnTo>
                  <a:lnTo>
                    <a:pt x="3770956" y="48188"/>
                  </a:lnTo>
                  <a:lnTo>
                    <a:pt x="3772027" y="47592"/>
                  </a:lnTo>
                  <a:lnTo>
                    <a:pt x="3773099" y="46996"/>
                  </a:lnTo>
                  <a:lnTo>
                    <a:pt x="3774170" y="46400"/>
                  </a:lnTo>
                  <a:lnTo>
                    <a:pt x="3775242" y="45804"/>
                  </a:lnTo>
                  <a:lnTo>
                    <a:pt x="3776314" y="45207"/>
                  </a:lnTo>
                  <a:lnTo>
                    <a:pt x="3777385" y="44611"/>
                  </a:lnTo>
                  <a:lnTo>
                    <a:pt x="3778457" y="44014"/>
                  </a:lnTo>
                  <a:lnTo>
                    <a:pt x="3779528" y="43417"/>
                  </a:lnTo>
                  <a:lnTo>
                    <a:pt x="3780600" y="42820"/>
                  </a:lnTo>
                  <a:lnTo>
                    <a:pt x="3781672" y="42223"/>
                  </a:lnTo>
                  <a:lnTo>
                    <a:pt x="3782743" y="41625"/>
                  </a:lnTo>
                  <a:lnTo>
                    <a:pt x="3783815" y="41028"/>
                  </a:lnTo>
                  <a:lnTo>
                    <a:pt x="3784886" y="40430"/>
                  </a:lnTo>
                  <a:lnTo>
                    <a:pt x="3785958" y="39832"/>
                  </a:lnTo>
                  <a:lnTo>
                    <a:pt x="3787030" y="39234"/>
                  </a:lnTo>
                  <a:lnTo>
                    <a:pt x="3788101" y="38636"/>
                  </a:lnTo>
                  <a:lnTo>
                    <a:pt x="3789173" y="38037"/>
                  </a:lnTo>
                  <a:lnTo>
                    <a:pt x="3790244" y="37438"/>
                  </a:lnTo>
                  <a:lnTo>
                    <a:pt x="3791316" y="36840"/>
                  </a:lnTo>
                  <a:lnTo>
                    <a:pt x="3792388" y="36241"/>
                  </a:lnTo>
                  <a:lnTo>
                    <a:pt x="3793459" y="35642"/>
                  </a:lnTo>
                  <a:lnTo>
                    <a:pt x="3794531" y="35042"/>
                  </a:lnTo>
                  <a:lnTo>
                    <a:pt x="3795602" y="34443"/>
                  </a:lnTo>
                  <a:lnTo>
                    <a:pt x="3796674" y="33843"/>
                  </a:lnTo>
                  <a:lnTo>
                    <a:pt x="3797746" y="33244"/>
                  </a:lnTo>
                  <a:lnTo>
                    <a:pt x="3798817" y="32644"/>
                  </a:lnTo>
                  <a:lnTo>
                    <a:pt x="3799889" y="32044"/>
                  </a:lnTo>
                  <a:lnTo>
                    <a:pt x="3800960" y="31443"/>
                  </a:lnTo>
                  <a:lnTo>
                    <a:pt x="3802032" y="30843"/>
                  </a:lnTo>
                  <a:lnTo>
                    <a:pt x="3803104" y="30242"/>
                  </a:lnTo>
                  <a:lnTo>
                    <a:pt x="3804175" y="29642"/>
                  </a:lnTo>
                  <a:lnTo>
                    <a:pt x="3805247" y="29041"/>
                  </a:lnTo>
                  <a:lnTo>
                    <a:pt x="3806318" y="28440"/>
                  </a:lnTo>
                  <a:lnTo>
                    <a:pt x="3807390" y="27838"/>
                  </a:lnTo>
                  <a:lnTo>
                    <a:pt x="3808462" y="27237"/>
                  </a:lnTo>
                  <a:lnTo>
                    <a:pt x="3809533" y="26635"/>
                  </a:lnTo>
                  <a:lnTo>
                    <a:pt x="3810605" y="26034"/>
                  </a:lnTo>
                  <a:lnTo>
                    <a:pt x="3811676" y="25432"/>
                  </a:lnTo>
                  <a:lnTo>
                    <a:pt x="3812748" y="24830"/>
                  </a:lnTo>
                  <a:lnTo>
                    <a:pt x="3813820" y="24227"/>
                  </a:lnTo>
                  <a:lnTo>
                    <a:pt x="3814891" y="23625"/>
                  </a:lnTo>
                  <a:lnTo>
                    <a:pt x="3815963" y="23022"/>
                  </a:lnTo>
                  <a:lnTo>
                    <a:pt x="3817034" y="22420"/>
                  </a:lnTo>
                  <a:lnTo>
                    <a:pt x="3818106" y="21817"/>
                  </a:lnTo>
                  <a:lnTo>
                    <a:pt x="3819178" y="21214"/>
                  </a:lnTo>
                  <a:lnTo>
                    <a:pt x="3820249" y="20610"/>
                  </a:lnTo>
                  <a:lnTo>
                    <a:pt x="3821321" y="20007"/>
                  </a:lnTo>
                  <a:lnTo>
                    <a:pt x="3822392" y="19403"/>
                  </a:lnTo>
                  <a:lnTo>
                    <a:pt x="3823464" y="18800"/>
                  </a:lnTo>
                  <a:lnTo>
                    <a:pt x="3824536" y="18196"/>
                  </a:lnTo>
                  <a:lnTo>
                    <a:pt x="3825607" y="17592"/>
                  </a:lnTo>
                  <a:lnTo>
                    <a:pt x="3826679" y="16987"/>
                  </a:lnTo>
                  <a:lnTo>
                    <a:pt x="3827750" y="16383"/>
                  </a:lnTo>
                  <a:lnTo>
                    <a:pt x="3828822" y="15778"/>
                  </a:lnTo>
                  <a:lnTo>
                    <a:pt x="3829894" y="15173"/>
                  </a:lnTo>
                  <a:lnTo>
                    <a:pt x="3830965" y="14568"/>
                  </a:lnTo>
                  <a:lnTo>
                    <a:pt x="3832037" y="13963"/>
                  </a:lnTo>
                  <a:lnTo>
                    <a:pt x="3833108" y="13358"/>
                  </a:lnTo>
                  <a:lnTo>
                    <a:pt x="3834180" y="12753"/>
                  </a:lnTo>
                  <a:lnTo>
                    <a:pt x="3835252" y="12147"/>
                  </a:lnTo>
                  <a:lnTo>
                    <a:pt x="3836323" y="11541"/>
                  </a:lnTo>
                  <a:lnTo>
                    <a:pt x="3837395" y="10935"/>
                  </a:lnTo>
                  <a:lnTo>
                    <a:pt x="3838466" y="10329"/>
                  </a:lnTo>
                  <a:lnTo>
                    <a:pt x="3839538" y="9723"/>
                  </a:lnTo>
                  <a:lnTo>
                    <a:pt x="3840610" y="9116"/>
                  </a:lnTo>
                  <a:lnTo>
                    <a:pt x="3841681" y="8510"/>
                  </a:lnTo>
                  <a:lnTo>
                    <a:pt x="3842753" y="7903"/>
                  </a:lnTo>
                  <a:lnTo>
                    <a:pt x="3843824" y="7296"/>
                  </a:lnTo>
                  <a:lnTo>
                    <a:pt x="3844896" y="6689"/>
                  </a:lnTo>
                  <a:lnTo>
                    <a:pt x="3845968" y="6082"/>
                  </a:lnTo>
                  <a:lnTo>
                    <a:pt x="3847039" y="5474"/>
                  </a:lnTo>
                  <a:lnTo>
                    <a:pt x="3848111" y="4867"/>
                  </a:lnTo>
                  <a:lnTo>
                    <a:pt x="3849182" y="4259"/>
                  </a:lnTo>
                  <a:lnTo>
                    <a:pt x="3850254" y="3651"/>
                  </a:lnTo>
                  <a:lnTo>
                    <a:pt x="3851326" y="3043"/>
                  </a:lnTo>
                  <a:lnTo>
                    <a:pt x="3852397" y="2434"/>
                  </a:lnTo>
                  <a:lnTo>
                    <a:pt x="3853469" y="1826"/>
                  </a:lnTo>
                  <a:lnTo>
                    <a:pt x="3854540" y="1217"/>
                  </a:lnTo>
                  <a:lnTo>
                    <a:pt x="3855612" y="608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tx123"/>
            <p:cNvSpPr/>
            <p:nvPr/>
          </p:nvSpPr>
          <p:spPr>
            <a:xfrm>
              <a:off x="877065" y="3689084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877065" y="3949256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125" name="rc125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tx126"/>
            <p:cNvSpPr/>
            <p:nvPr/>
          </p:nvSpPr>
          <p:spPr>
            <a:xfrm>
              <a:off x="443933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43933" y="551186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443933" y="484407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443933" y="417627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443933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31" name="pl131"/>
            <p:cNvSpPr/>
            <p:nvPr/>
          </p:nvSpPr>
          <p:spPr>
            <a:xfrm>
              <a:off x="649437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649437" y="5558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649437" y="48911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649437" y="42233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649437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1469625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249170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3513790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4535872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tx140"/>
            <p:cNvSpPr/>
            <p:nvPr/>
          </p:nvSpPr>
          <p:spPr>
            <a:xfrm>
              <a:off x="1380791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2402873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0.4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424956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47038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1.2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2469378" y="6551677"/>
              <a:ext cx="286390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</a:t>
              </a:r>
            </a:p>
          </p:txBody>
        </p:sp>
        <p:sp>
          <p:nvSpPr>
            <p:cNvPr id="145" name="rc145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6" name="pl146"/>
            <p:cNvSpPr/>
            <p:nvPr/>
          </p:nvSpPr>
          <p:spPr>
            <a:xfrm>
              <a:off x="5034264" y="595959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5034264" y="542535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l148"/>
            <p:cNvSpPr/>
            <p:nvPr/>
          </p:nvSpPr>
          <p:spPr>
            <a:xfrm>
              <a:off x="5034264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034264" y="435688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034264" y="3822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31481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6442218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56962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869702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5034264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5034264" y="569247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5034264" y="5158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5034264" y="462400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5034264" y="4089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5034264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587851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700591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813332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034264" y="3641629"/>
              <a:ext cx="3856684" cy="2291766"/>
            </a:xfrm>
            <a:custGeom>
              <a:avLst/>
              <a:gdLst/>
              <a:ahLst/>
              <a:cxnLst/>
              <a:rect l="0" t="0" r="0" b="0"/>
              <a:pathLst>
                <a:path w="3856684" h="2291766">
                  <a:moveTo>
                    <a:pt x="0" y="2142017"/>
                  </a:moveTo>
                  <a:lnTo>
                    <a:pt x="1071" y="2141826"/>
                  </a:lnTo>
                  <a:lnTo>
                    <a:pt x="2143" y="2141634"/>
                  </a:lnTo>
                  <a:lnTo>
                    <a:pt x="3214" y="2141443"/>
                  </a:lnTo>
                  <a:lnTo>
                    <a:pt x="4286" y="2141251"/>
                  </a:lnTo>
                  <a:lnTo>
                    <a:pt x="5357" y="2141059"/>
                  </a:lnTo>
                  <a:lnTo>
                    <a:pt x="6429" y="2140866"/>
                  </a:lnTo>
                  <a:lnTo>
                    <a:pt x="7501" y="2140674"/>
                  </a:lnTo>
                  <a:lnTo>
                    <a:pt x="8572" y="2140482"/>
                  </a:lnTo>
                  <a:lnTo>
                    <a:pt x="9644" y="2140289"/>
                  </a:lnTo>
                  <a:lnTo>
                    <a:pt x="10715" y="2140096"/>
                  </a:lnTo>
                  <a:lnTo>
                    <a:pt x="11787" y="2139903"/>
                  </a:lnTo>
                  <a:lnTo>
                    <a:pt x="12859" y="2139710"/>
                  </a:lnTo>
                  <a:lnTo>
                    <a:pt x="13930" y="2139517"/>
                  </a:lnTo>
                  <a:lnTo>
                    <a:pt x="15002" y="2139324"/>
                  </a:lnTo>
                  <a:lnTo>
                    <a:pt x="16073" y="2139130"/>
                  </a:lnTo>
                  <a:lnTo>
                    <a:pt x="17145" y="2138937"/>
                  </a:lnTo>
                  <a:lnTo>
                    <a:pt x="18217" y="2138743"/>
                  </a:lnTo>
                  <a:lnTo>
                    <a:pt x="19288" y="2138549"/>
                  </a:lnTo>
                  <a:lnTo>
                    <a:pt x="20360" y="2138355"/>
                  </a:lnTo>
                  <a:lnTo>
                    <a:pt x="21431" y="2138161"/>
                  </a:lnTo>
                  <a:lnTo>
                    <a:pt x="22503" y="2137967"/>
                  </a:lnTo>
                  <a:lnTo>
                    <a:pt x="23575" y="2137773"/>
                  </a:lnTo>
                  <a:lnTo>
                    <a:pt x="24646" y="2137578"/>
                  </a:lnTo>
                  <a:lnTo>
                    <a:pt x="25718" y="2137384"/>
                  </a:lnTo>
                  <a:lnTo>
                    <a:pt x="26789" y="2137189"/>
                  </a:lnTo>
                  <a:lnTo>
                    <a:pt x="27861" y="2136994"/>
                  </a:lnTo>
                  <a:lnTo>
                    <a:pt x="28933" y="2136799"/>
                  </a:lnTo>
                  <a:lnTo>
                    <a:pt x="30004" y="2136603"/>
                  </a:lnTo>
                  <a:lnTo>
                    <a:pt x="31076" y="2136408"/>
                  </a:lnTo>
                  <a:lnTo>
                    <a:pt x="32147" y="2136213"/>
                  </a:lnTo>
                  <a:lnTo>
                    <a:pt x="33219" y="2136017"/>
                  </a:lnTo>
                  <a:lnTo>
                    <a:pt x="34291" y="2135821"/>
                  </a:lnTo>
                  <a:lnTo>
                    <a:pt x="35362" y="2135625"/>
                  </a:lnTo>
                  <a:lnTo>
                    <a:pt x="36434" y="2135429"/>
                  </a:lnTo>
                  <a:lnTo>
                    <a:pt x="37505" y="2135233"/>
                  </a:lnTo>
                  <a:lnTo>
                    <a:pt x="38577" y="2135037"/>
                  </a:lnTo>
                  <a:lnTo>
                    <a:pt x="39649" y="2134840"/>
                  </a:lnTo>
                  <a:lnTo>
                    <a:pt x="40720" y="2134643"/>
                  </a:lnTo>
                  <a:lnTo>
                    <a:pt x="41792" y="2134447"/>
                  </a:lnTo>
                  <a:lnTo>
                    <a:pt x="42863" y="2134250"/>
                  </a:lnTo>
                  <a:lnTo>
                    <a:pt x="43935" y="2134052"/>
                  </a:lnTo>
                  <a:lnTo>
                    <a:pt x="45007" y="2133855"/>
                  </a:lnTo>
                  <a:lnTo>
                    <a:pt x="46078" y="2133658"/>
                  </a:lnTo>
                  <a:lnTo>
                    <a:pt x="47150" y="2133460"/>
                  </a:lnTo>
                  <a:lnTo>
                    <a:pt x="48221" y="2133263"/>
                  </a:lnTo>
                  <a:lnTo>
                    <a:pt x="49293" y="2133065"/>
                  </a:lnTo>
                  <a:lnTo>
                    <a:pt x="50365" y="2132867"/>
                  </a:lnTo>
                  <a:lnTo>
                    <a:pt x="51436" y="2132669"/>
                  </a:lnTo>
                  <a:lnTo>
                    <a:pt x="52508" y="2132470"/>
                  </a:lnTo>
                  <a:lnTo>
                    <a:pt x="53579" y="2132272"/>
                  </a:lnTo>
                  <a:lnTo>
                    <a:pt x="54651" y="2132073"/>
                  </a:lnTo>
                  <a:lnTo>
                    <a:pt x="55723" y="2131875"/>
                  </a:lnTo>
                  <a:lnTo>
                    <a:pt x="56794" y="2131676"/>
                  </a:lnTo>
                  <a:lnTo>
                    <a:pt x="57866" y="2131477"/>
                  </a:lnTo>
                  <a:lnTo>
                    <a:pt x="58937" y="2131277"/>
                  </a:lnTo>
                  <a:lnTo>
                    <a:pt x="60009" y="2131078"/>
                  </a:lnTo>
                  <a:lnTo>
                    <a:pt x="61081" y="2130879"/>
                  </a:lnTo>
                  <a:lnTo>
                    <a:pt x="62152" y="2130679"/>
                  </a:lnTo>
                  <a:lnTo>
                    <a:pt x="63224" y="2130479"/>
                  </a:lnTo>
                  <a:lnTo>
                    <a:pt x="64295" y="2130279"/>
                  </a:lnTo>
                  <a:lnTo>
                    <a:pt x="65367" y="2130079"/>
                  </a:lnTo>
                  <a:lnTo>
                    <a:pt x="66439" y="2129879"/>
                  </a:lnTo>
                  <a:lnTo>
                    <a:pt x="67510" y="2129678"/>
                  </a:lnTo>
                  <a:lnTo>
                    <a:pt x="68582" y="2129478"/>
                  </a:lnTo>
                  <a:lnTo>
                    <a:pt x="69653" y="2129277"/>
                  </a:lnTo>
                  <a:lnTo>
                    <a:pt x="70725" y="2129076"/>
                  </a:lnTo>
                  <a:lnTo>
                    <a:pt x="71797" y="2128875"/>
                  </a:lnTo>
                  <a:lnTo>
                    <a:pt x="72868" y="2128674"/>
                  </a:lnTo>
                  <a:lnTo>
                    <a:pt x="73940" y="2128472"/>
                  </a:lnTo>
                  <a:lnTo>
                    <a:pt x="75011" y="2128271"/>
                  </a:lnTo>
                  <a:lnTo>
                    <a:pt x="76083" y="2128069"/>
                  </a:lnTo>
                  <a:lnTo>
                    <a:pt x="77155" y="2127867"/>
                  </a:lnTo>
                  <a:lnTo>
                    <a:pt x="78226" y="2127665"/>
                  </a:lnTo>
                  <a:lnTo>
                    <a:pt x="79298" y="2127463"/>
                  </a:lnTo>
                  <a:lnTo>
                    <a:pt x="80369" y="2127261"/>
                  </a:lnTo>
                  <a:lnTo>
                    <a:pt x="81441" y="2127058"/>
                  </a:lnTo>
                  <a:lnTo>
                    <a:pt x="82513" y="2126856"/>
                  </a:lnTo>
                  <a:lnTo>
                    <a:pt x="83584" y="2126653"/>
                  </a:lnTo>
                  <a:lnTo>
                    <a:pt x="84656" y="2126450"/>
                  </a:lnTo>
                  <a:lnTo>
                    <a:pt x="85727" y="2126247"/>
                  </a:lnTo>
                  <a:lnTo>
                    <a:pt x="86799" y="2126043"/>
                  </a:lnTo>
                  <a:lnTo>
                    <a:pt x="87871" y="2125840"/>
                  </a:lnTo>
                  <a:lnTo>
                    <a:pt x="88942" y="2125636"/>
                  </a:lnTo>
                  <a:lnTo>
                    <a:pt x="90014" y="2125432"/>
                  </a:lnTo>
                  <a:lnTo>
                    <a:pt x="91085" y="2125228"/>
                  </a:lnTo>
                  <a:lnTo>
                    <a:pt x="92157" y="2125024"/>
                  </a:lnTo>
                  <a:lnTo>
                    <a:pt x="93229" y="2124820"/>
                  </a:lnTo>
                  <a:lnTo>
                    <a:pt x="94300" y="2124615"/>
                  </a:lnTo>
                  <a:lnTo>
                    <a:pt x="95372" y="2124411"/>
                  </a:lnTo>
                  <a:lnTo>
                    <a:pt x="96443" y="2124206"/>
                  </a:lnTo>
                  <a:lnTo>
                    <a:pt x="97515" y="2124001"/>
                  </a:lnTo>
                  <a:lnTo>
                    <a:pt x="98587" y="2123796"/>
                  </a:lnTo>
                  <a:lnTo>
                    <a:pt x="99658" y="2123590"/>
                  </a:lnTo>
                  <a:lnTo>
                    <a:pt x="100730" y="2123385"/>
                  </a:lnTo>
                  <a:lnTo>
                    <a:pt x="101801" y="2123179"/>
                  </a:lnTo>
                  <a:lnTo>
                    <a:pt x="102873" y="2122973"/>
                  </a:lnTo>
                  <a:lnTo>
                    <a:pt x="103945" y="2122767"/>
                  </a:lnTo>
                  <a:lnTo>
                    <a:pt x="105016" y="2122561"/>
                  </a:lnTo>
                  <a:lnTo>
                    <a:pt x="106088" y="2122355"/>
                  </a:lnTo>
                  <a:lnTo>
                    <a:pt x="107159" y="2122148"/>
                  </a:lnTo>
                  <a:lnTo>
                    <a:pt x="108231" y="2121941"/>
                  </a:lnTo>
                  <a:lnTo>
                    <a:pt x="109303" y="2121734"/>
                  </a:lnTo>
                  <a:lnTo>
                    <a:pt x="110374" y="2121527"/>
                  </a:lnTo>
                  <a:lnTo>
                    <a:pt x="111446" y="2121320"/>
                  </a:lnTo>
                  <a:lnTo>
                    <a:pt x="112517" y="2121113"/>
                  </a:lnTo>
                  <a:lnTo>
                    <a:pt x="113589" y="2120905"/>
                  </a:lnTo>
                  <a:lnTo>
                    <a:pt x="114661" y="2120697"/>
                  </a:lnTo>
                  <a:lnTo>
                    <a:pt x="115732" y="2120489"/>
                  </a:lnTo>
                  <a:lnTo>
                    <a:pt x="116804" y="2120281"/>
                  </a:lnTo>
                  <a:lnTo>
                    <a:pt x="117875" y="2120073"/>
                  </a:lnTo>
                  <a:lnTo>
                    <a:pt x="118947" y="2119864"/>
                  </a:lnTo>
                  <a:lnTo>
                    <a:pt x="120019" y="2119655"/>
                  </a:lnTo>
                  <a:lnTo>
                    <a:pt x="121090" y="2119446"/>
                  </a:lnTo>
                  <a:lnTo>
                    <a:pt x="122162" y="2119237"/>
                  </a:lnTo>
                  <a:lnTo>
                    <a:pt x="123233" y="2119028"/>
                  </a:lnTo>
                  <a:lnTo>
                    <a:pt x="124305" y="2118819"/>
                  </a:lnTo>
                  <a:lnTo>
                    <a:pt x="125377" y="2118609"/>
                  </a:lnTo>
                  <a:lnTo>
                    <a:pt x="126448" y="2118399"/>
                  </a:lnTo>
                  <a:lnTo>
                    <a:pt x="127520" y="2118189"/>
                  </a:lnTo>
                  <a:lnTo>
                    <a:pt x="128591" y="2117979"/>
                  </a:lnTo>
                  <a:lnTo>
                    <a:pt x="129663" y="2117769"/>
                  </a:lnTo>
                  <a:lnTo>
                    <a:pt x="130735" y="2117558"/>
                  </a:lnTo>
                  <a:lnTo>
                    <a:pt x="131806" y="2117347"/>
                  </a:lnTo>
                  <a:lnTo>
                    <a:pt x="132878" y="2117136"/>
                  </a:lnTo>
                  <a:lnTo>
                    <a:pt x="133949" y="2116925"/>
                  </a:lnTo>
                  <a:lnTo>
                    <a:pt x="135021" y="2116714"/>
                  </a:lnTo>
                  <a:lnTo>
                    <a:pt x="136093" y="2116502"/>
                  </a:lnTo>
                  <a:lnTo>
                    <a:pt x="137164" y="2116291"/>
                  </a:lnTo>
                  <a:lnTo>
                    <a:pt x="138236" y="2116079"/>
                  </a:lnTo>
                  <a:lnTo>
                    <a:pt x="139307" y="2115867"/>
                  </a:lnTo>
                  <a:lnTo>
                    <a:pt x="140379" y="2115654"/>
                  </a:lnTo>
                  <a:lnTo>
                    <a:pt x="141451" y="2115442"/>
                  </a:lnTo>
                  <a:lnTo>
                    <a:pt x="142522" y="2115229"/>
                  </a:lnTo>
                  <a:lnTo>
                    <a:pt x="143594" y="2115016"/>
                  </a:lnTo>
                  <a:lnTo>
                    <a:pt x="144665" y="2114803"/>
                  </a:lnTo>
                  <a:lnTo>
                    <a:pt x="145737" y="2114590"/>
                  </a:lnTo>
                  <a:lnTo>
                    <a:pt x="146809" y="2114376"/>
                  </a:lnTo>
                  <a:lnTo>
                    <a:pt x="147880" y="2114163"/>
                  </a:lnTo>
                  <a:lnTo>
                    <a:pt x="148952" y="2113949"/>
                  </a:lnTo>
                  <a:lnTo>
                    <a:pt x="150023" y="2113735"/>
                  </a:lnTo>
                  <a:lnTo>
                    <a:pt x="151095" y="2113520"/>
                  </a:lnTo>
                  <a:lnTo>
                    <a:pt x="152167" y="2113306"/>
                  </a:lnTo>
                  <a:lnTo>
                    <a:pt x="153238" y="2113091"/>
                  </a:lnTo>
                  <a:lnTo>
                    <a:pt x="154310" y="2112876"/>
                  </a:lnTo>
                  <a:lnTo>
                    <a:pt x="155381" y="2112661"/>
                  </a:lnTo>
                  <a:lnTo>
                    <a:pt x="156453" y="2112446"/>
                  </a:lnTo>
                  <a:lnTo>
                    <a:pt x="157525" y="2112230"/>
                  </a:lnTo>
                  <a:lnTo>
                    <a:pt x="158596" y="2112014"/>
                  </a:lnTo>
                  <a:lnTo>
                    <a:pt x="159668" y="2111798"/>
                  </a:lnTo>
                  <a:lnTo>
                    <a:pt x="160739" y="2111582"/>
                  </a:lnTo>
                  <a:lnTo>
                    <a:pt x="161811" y="2111366"/>
                  </a:lnTo>
                  <a:lnTo>
                    <a:pt x="162883" y="2111149"/>
                  </a:lnTo>
                  <a:lnTo>
                    <a:pt x="163954" y="2110933"/>
                  </a:lnTo>
                  <a:lnTo>
                    <a:pt x="165026" y="2110716"/>
                  </a:lnTo>
                  <a:lnTo>
                    <a:pt x="166097" y="2110498"/>
                  </a:lnTo>
                  <a:lnTo>
                    <a:pt x="167169" y="2110281"/>
                  </a:lnTo>
                  <a:lnTo>
                    <a:pt x="168241" y="2110063"/>
                  </a:lnTo>
                  <a:lnTo>
                    <a:pt x="169312" y="2109845"/>
                  </a:lnTo>
                  <a:lnTo>
                    <a:pt x="170384" y="2109627"/>
                  </a:lnTo>
                  <a:lnTo>
                    <a:pt x="171455" y="2109409"/>
                  </a:lnTo>
                  <a:lnTo>
                    <a:pt x="172527" y="2109190"/>
                  </a:lnTo>
                  <a:lnTo>
                    <a:pt x="173599" y="2108972"/>
                  </a:lnTo>
                  <a:lnTo>
                    <a:pt x="174670" y="2108753"/>
                  </a:lnTo>
                  <a:lnTo>
                    <a:pt x="175742" y="2108534"/>
                  </a:lnTo>
                  <a:lnTo>
                    <a:pt x="176813" y="2108314"/>
                  </a:lnTo>
                  <a:lnTo>
                    <a:pt x="177885" y="2108095"/>
                  </a:lnTo>
                  <a:lnTo>
                    <a:pt x="178956" y="2107875"/>
                  </a:lnTo>
                  <a:lnTo>
                    <a:pt x="180028" y="2107655"/>
                  </a:lnTo>
                  <a:lnTo>
                    <a:pt x="181100" y="2107434"/>
                  </a:lnTo>
                  <a:lnTo>
                    <a:pt x="182171" y="2107214"/>
                  </a:lnTo>
                  <a:lnTo>
                    <a:pt x="183243" y="2106993"/>
                  </a:lnTo>
                  <a:lnTo>
                    <a:pt x="184314" y="2106772"/>
                  </a:lnTo>
                  <a:lnTo>
                    <a:pt x="185386" y="2106551"/>
                  </a:lnTo>
                  <a:lnTo>
                    <a:pt x="186458" y="2106329"/>
                  </a:lnTo>
                  <a:lnTo>
                    <a:pt x="187529" y="2106108"/>
                  </a:lnTo>
                  <a:lnTo>
                    <a:pt x="188601" y="2105886"/>
                  </a:lnTo>
                  <a:lnTo>
                    <a:pt x="189672" y="2105664"/>
                  </a:lnTo>
                  <a:lnTo>
                    <a:pt x="190744" y="2105441"/>
                  </a:lnTo>
                  <a:lnTo>
                    <a:pt x="191816" y="2105219"/>
                  </a:lnTo>
                  <a:lnTo>
                    <a:pt x="192887" y="2104996"/>
                  </a:lnTo>
                  <a:lnTo>
                    <a:pt x="193959" y="2104773"/>
                  </a:lnTo>
                  <a:lnTo>
                    <a:pt x="195030" y="2104549"/>
                  </a:lnTo>
                  <a:lnTo>
                    <a:pt x="196102" y="2104326"/>
                  </a:lnTo>
                  <a:lnTo>
                    <a:pt x="197174" y="2104102"/>
                  </a:lnTo>
                  <a:lnTo>
                    <a:pt x="198245" y="2103878"/>
                  </a:lnTo>
                  <a:lnTo>
                    <a:pt x="199317" y="2103654"/>
                  </a:lnTo>
                  <a:lnTo>
                    <a:pt x="200388" y="2103429"/>
                  </a:lnTo>
                  <a:lnTo>
                    <a:pt x="201460" y="2103205"/>
                  </a:lnTo>
                  <a:lnTo>
                    <a:pt x="202532" y="2102980"/>
                  </a:lnTo>
                  <a:lnTo>
                    <a:pt x="203603" y="2102754"/>
                  </a:lnTo>
                  <a:lnTo>
                    <a:pt x="204675" y="2102529"/>
                  </a:lnTo>
                  <a:lnTo>
                    <a:pt x="205746" y="2102303"/>
                  </a:lnTo>
                  <a:lnTo>
                    <a:pt x="206818" y="2102077"/>
                  </a:lnTo>
                  <a:lnTo>
                    <a:pt x="207890" y="2101851"/>
                  </a:lnTo>
                  <a:lnTo>
                    <a:pt x="208961" y="2101624"/>
                  </a:lnTo>
                  <a:lnTo>
                    <a:pt x="210033" y="2101397"/>
                  </a:lnTo>
                  <a:lnTo>
                    <a:pt x="211104" y="2101170"/>
                  </a:lnTo>
                  <a:lnTo>
                    <a:pt x="212176" y="2100943"/>
                  </a:lnTo>
                  <a:lnTo>
                    <a:pt x="213248" y="2100716"/>
                  </a:lnTo>
                  <a:lnTo>
                    <a:pt x="214319" y="2100488"/>
                  </a:lnTo>
                  <a:lnTo>
                    <a:pt x="215391" y="2100260"/>
                  </a:lnTo>
                  <a:lnTo>
                    <a:pt x="216462" y="2100032"/>
                  </a:lnTo>
                  <a:lnTo>
                    <a:pt x="217534" y="2099803"/>
                  </a:lnTo>
                  <a:lnTo>
                    <a:pt x="218606" y="2099574"/>
                  </a:lnTo>
                  <a:lnTo>
                    <a:pt x="219677" y="2099345"/>
                  </a:lnTo>
                  <a:lnTo>
                    <a:pt x="220749" y="2099116"/>
                  </a:lnTo>
                  <a:lnTo>
                    <a:pt x="221820" y="2098886"/>
                  </a:lnTo>
                  <a:lnTo>
                    <a:pt x="222892" y="2098656"/>
                  </a:lnTo>
                  <a:lnTo>
                    <a:pt x="223964" y="2098426"/>
                  </a:lnTo>
                  <a:lnTo>
                    <a:pt x="225035" y="2098196"/>
                  </a:lnTo>
                  <a:lnTo>
                    <a:pt x="226107" y="2097965"/>
                  </a:lnTo>
                  <a:lnTo>
                    <a:pt x="227178" y="2097734"/>
                  </a:lnTo>
                  <a:lnTo>
                    <a:pt x="228250" y="2097503"/>
                  </a:lnTo>
                  <a:lnTo>
                    <a:pt x="229322" y="2097271"/>
                  </a:lnTo>
                  <a:lnTo>
                    <a:pt x="230393" y="2097040"/>
                  </a:lnTo>
                  <a:lnTo>
                    <a:pt x="231465" y="2096808"/>
                  </a:lnTo>
                  <a:lnTo>
                    <a:pt x="232536" y="2096575"/>
                  </a:lnTo>
                  <a:lnTo>
                    <a:pt x="233608" y="2096343"/>
                  </a:lnTo>
                  <a:lnTo>
                    <a:pt x="234680" y="2096110"/>
                  </a:lnTo>
                  <a:lnTo>
                    <a:pt x="235751" y="2095877"/>
                  </a:lnTo>
                  <a:lnTo>
                    <a:pt x="236823" y="2095643"/>
                  </a:lnTo>
                  <a:lnTo>
                    <a:pt x="237894" y="2095409"/>
                  </a:lnTo>
                  <a:lnTo>
                    <a:pt x="238966" y="2095175"/>
                  </a:lnTo>
                  <a:lnTo>
                    <a:pt x="240038" y="2094941"/>
                  </a:lnTo>
                  <a:lnTo>
                    <a:pt x="241109" y="2094707"/>
                  </a:lnTo>
                  <a:lnTo>
                    <a:pt x="242181" y="2094472"/>
                  </a:lnTo>
                  <a:lnTo>
                    <a:pt x="243252" y="2094237"/>
                  </a:lnTo>
                  <a:lnTo>
                    <a:pt x="244324" y="2094001"/>
                  </a:lnTo>
                  <a:lnTo>
                    <a:pt x="245396" y="2093765"/>
                  </a:lnTo>
                  <a:lnTo>
                    <a:pt x="246467" y="2093529"/>
                  </a:lnTo>
                  <a:lnTo>
                    <a:pt x="247539" y="2093293"/>
                  </a:lnTo>
                  <a:lnTo>
                    <a:pt x="248610" y="2093056"/>
                  </a:lnTo>
                  <a:lnTo>
                    <a:pt x="249682" y="2092819"/>
                  </a:lnTo>
                  <a:lnTo>
                    <a:pt x="250754" y="2092582"/>
                  </a:lnTo>
                  <a:lnTo>
                    <a:pt x="251825" y="2092345"/>
                  </a:lnTo>
                  <a:lnTo>
                    <a:pt x="252897" y="2092107"/>
                  </a:lnTo>
                  <a:lnTo>
                    <a:pt x="253968" y="2091869"/>
                  </a:lnTo>
                  <a:lnTo>
                    <a:pt x="255040" y="2091630"/>
                  </a:lnTo>
                  <a:lnTo>
                    <a:pt x="256112" y="2091392"/>
                  </a:lnTo>
                  <a:lnTo>
                    <a:pt x="257183" y="2091152"/>
                  </a:lnTo>
                  <a:lnTo>
                    <a:pt x="258255" y="2090913"/>
                  </a:lnTo>
                  <a:lnTo>
                    <a:pt x="259326" y="2090673"/>
                  </a:lnTo>
                  <a:lnTo>
                    <a:pt x="260398" y="2090433"/>
                  </a:lnTo>
                  <a:lnTo>
                    <a:pt x="261470" y="2090193"/>
                  </a:lnTo>
                  <a:lnTo>
                    <a:pt x="262541" y="2089953"/>
                  </a:lnTo>
                  <a:lnTo>
                    <a:pt x="263613" y="2089712"/>
                  </a:lnTo>
                  <a:lnTo>
                    <a:pt x="264684" y="2089470"/>
                  </a:lnTo>
                  <a:lnTo>
                    <a:pt x="265756" y="2089229"/>
                  </a:lnTo>
                  <a:lnTo>
                    <a:pt x="266828" y="2088987"/>
                  </a:lnTo>
                  <a:lnTo>
                    <a:pt x="267899" y="2088745"/>
                  </a:lnTo>
                  <a:lnTo>
                    <a:pt x="268971" y="2088502"/>
                  </a:lnTo>
                  <a:lnTo>
                    <a:pt x="270042" y="2088259"/>
                  </a:lnTo>
                  <a:lnTo>
                    <a:pt x="271114" y="2088016"/>
                  </a:lnTo>
                  <a:lnTo>
                    <a:pt x="272186" y="2087773"/>
                  </a:lnTo>
                  <a:lnTo>
                    <a:pt x="273257" y="2087529"/>
                  </a:lnTo>
                  <a:lnTo>
                    <a:pt x="274329" y="2087285"/>
                  </a:lnTo>
                  <a:lnTo>
                    <a:pt x="275400" y="2087040"/>
                  </a:lnTo>
                  <a:lnTo>
                    <a:pt x="276472" y="2086795"/>
                  </a:lnTo>
                  <a:lnTo>
                    <a:pt x="277544" y="2086550"/>
                  </a:lnTo>
                  <a:lnTo>
                    <a:pt x="278615" y="2086305"/>
                  </a:lnTo>
                  <a:lnTo>
                    <a:pt x="279687" y="2086059"/>
                  </a:lnTo>
                  <a:lnTo>
                    <a:pt x="280758" y="2085812"/>
                  </a:lnTo>
                  <a:lnTo>
                    <a:pt x="281830" y="2085566"/>
                  </a:lnTo>
                  <a:lnTo>
                    <a:pt x="282902" y="2085319"/>
                  </a:lnTo>
                  <a:lnTo>
                    <a:pt x="283973" y="2085072"/>
                  </a:lnTo>
                  <a:lnTo>
                    <a:pt x="285045" y="2084824"/>
                  </a:lnTo>
                  <a:lnTo>
                    <a:pt x="286116" y="2084576"/>
                  </a:lnTo>
                  <a:lnTo>
                    <a:pt x="287188" y="2084328"/>
                  </a:lnTo>
                  <a:lnTo>
                    <a:pt x="288260" y="2084079"/>
                  </a:lnTo>
                  <a:lnTo>
                    <a:pt x="289331" y="2083830"/>
                  </a:lnTo>
                  <a:lnTo>
                    <a:pt x="290403" y="2083581"/>
                  </a:lnTo>
                  <a:lnTo>
                    <a:pt x="291474" y="2083331"/>
                  </a:lnTo>
                  <a:lnTo>
                    <a:pt x="292546" y="2083081"/>
                  </a:lnTo>
                  <a:lnTo>
                    <a:pt x="293618" y="2082830"/>
                  </a:lnTo>
                  <a:lnTo>
                    <a:pt x="294689" y="2082579"/>
                  </a:lnTo>
                  <a:lnTo>
                    <a:pt x="295761" y="2082328"/>
                  </a:lnTo>
                  <a:lnTo>
                    <a:pt x="296832" y="2082077"/>
                  </a:lnTo>
                  <a:lnTo>
                    <a:pt x="297904" y="2081825"/>
                  </a:lnTo>
                  <a:lnTo>
                    <a:pt x="298976" y="2081572"/>
                  </a:lnTo>
                  <a:lnTo>
                    <a:pt x="300047" y="2081319"/>
                  </a:lnTo>
                  <a:lnTo>
                    <a:pt x="301119" y="2081066"/>
                  </a:lnTo>
                  <a:lnTo>
                    <a:pt x="302190" y="2080813"/>
                  </a:lnTo>
                  <a:lnTo>
                    <a:pt x="303262" y="2080559"/>
                  </a:lnTo>
                  <a:lnTo>
                    <a:pt x="304334" y="2080304"/>
                  </a:lnTo>
                  <a:lnTo>
                    <a:pt x="305405" y="2080049"/>
                  </a:lnTo>
                  <a:lnTo>
                    <a:pt x="306477" y="2079794"/>
                  </a:lnTo>
                  <a:lnTo>
                    <a:pt x="307548" y="2079539"/>
                  </a:lnTo>
                  <a:lnTo>
                    <a:pt x="308620" y="2079283"/>
                  </a:lnTo>
                  <a:lnTo>
                    <a:pt x="309692" y="2079026"/>
                  </a:lnTo>
                  <a:lnTo>
                    <a:pt x="310763" y="2078769"/>
                  </a:lnTo>
                  <a:lnTo>
                    <a:pt x="311835" y="2078512"/>
                  </a:lnTo>
                  <a:lnTo>
                    <a:pt x="312906" y="2078254"/>
                  </a:lnTo>
                  <a:lnTo>
                    <a:pt x="313978" y="2077996"/>
                  </a:lnTo>
                  <a:lnTo>
                    <a:pt x="315050" y="2077738"/>
                  </a:lnTo>
                  <a:lnTo>
                    <a:pt x="316121" y="2077479"/>
                  </a:lnTo>
                  <a:lnTo>
                    <a:pt x="317193" y="2077219"/>
                  </a:lnTo>
                  <a:lnTo>
                    <a:pt x="318264" y="2076959"/>
                  </a:lnTo>
                  <a:lnTo>
                    <a:pt x="319336" y="2076699"/>
                  </a:lnTo>
                  <a:lnTo>
                    <a:pt x="320408" y="2076438"/>
                  </a:lnTo>
                  <a:lnTo>
                    <a:pt x="321479" y="2076177"/>
                  </a:lnTo>
                  <a:lnTo>
                    <a:pt x="322551" y="2075915"/>
                  </a:lnTo>
                  <a:lnTo>
                    <a:pt x="323622" y="2075653"/>
                  </a:lnTo>
                  <a:lnTo>
                    <a:pt x="324694" y="2075391"/>
                  </a:lnTo>
                  <a:lnTo>
                    <a:pt x="325766" y="2075128"/>
                  </a:lnTo>
                  <a:lnTo>
                    <a:pt x="326837" y="2074864"/>
                  </a:lnTo>
                  <a:lnTo>
                    <a:pt x="327909" y="2074600"/>
                  </a:lnTo>
                  <a:lnTo>
                    <a:pt x="328980" y="2074336"/>
                  </a:lnTo>
                  <a:lnTo>
                    <a:pt x="330052" y="2074071"/>
                  </a:lnTo>
                  <a:lnTo>
                    <a:pt x="331124" y="2073806"/>
                  </a:lnTo>
                  <a:lnTo>
                    <a:pt x="332195" y="2073540"/>
                  </a:lnTo>
                  <a:lnTo>
                    <a:pt x="333267" y="2073274"/>
                  </a:lnTo>
                  <a:lnTo>
                    <a:pt x="334338" y="2073007"/>
                  </a:lnTo>
                  <a:lnTo>
                    <a:pt x="335410" y="2072739"/>
                  </a:lnTo>
                  <a:lnTo>
                    <a:pt x="336482" y="2072472"/>
                  </a:lnTo>
                  <a:lnTo>
                    <a:pt x="337553" y="2072203"/>
                  </a:lnTo>
                  <a:lnTo>
                    <a:pt x="338625" y="2071935"/>
                  </a:lnTo>
                  <a:lnTo>
                    <a:pt x="339696" y="2071665"/>
                  </a:lnTo>
                  <a:lnTo>
                    <a:pt x="340768" y="2071396"/>
                  </a:lnTo>
                  <a:lnTo>
                    <a:pt x="341840" y="2071125"/>
                  </a:lnTo>
                  <a:lnTo>
                    <a:pt x="342911" y="2070855"/>
                  </a:lnTo>
                  <a:lnTo>
                    <a:pt x="343983" y="2070583"/>
                  </a:lnTo>
                  <a:lnTo>
                    <a:pt x="345054" y="2070312"/>
                  </a:lnTo>
                  <a:lnTo>
                    <a:pt x="346126" y="2070039"/>
                  </a:lnTo>
                  <a:lnTo>
                    <a:pt x="347198" y="2069767"/>
                  </a:lnTo>
                  <a:lnTo>
                    <a:pt x="348269" y="2069493"/>
                  </a:lnTo>
                  <a:lnTo>
                    <a:pt x="349341" y="2069219"/>
                  </a:lnTo>
                  <a:lnTo>
                    <a:pt x="350412" y="2068945"/>
                  </a:lnTo>
                  <a:lnTo>
                    <a:pt x="351484" y="2068670"/>
                  </a:lnTo>
                  <a:lnTo>
                    <a:pt x="352556" y="2068395"/>
                  </a:lnTo>
                  <a:lnTo>
                    <a:pt x="353627" y="2068119"/>
                  </a:lnTo>
                  <a:lnTo>
                    <a:pt x="354699" y="2067842"/>
                  </a:lnTo>
                  <a:lnTo>
                    <a:pt x="355770" y="2067565"/>
                  </a:lnTo>
                  <a:lnTo>
                    <a:pt x="356842" y="2067287"/>
                  </a:lnTo>
                  <a:lnTo>
                    <a:pt x="357913" y="2067009"/>
                  </a:lnTo>
                  <a:lnTo>
                    <a:pt x="358985" y="2066731"/>
                  </a:lnTo>
                  <a:lnTo>
                    <a:pt x="360057" y="2066451"/>
                  </a:lnTo>
                  <a:lnTo>
                    <a:pt x="361128" y="2066172"/>
                  </a:lnTo>
                  <a:lnTo>
                    <a:pt x="362200" y="2065891"/>
                  </a:lnTo>
                  <a:lnTo>
                    <a:pt x="363271" y="2065610"/>
                  </a:lnTo>
                  <a:lnTo>
                    <a:pt x="364343" y="2065329"/>
                  </a:lnTo>
                  <a:lnTo>
                    <a:pt x="365415" y="2065047"/>
                  </a:lnTo>
                  <a:lnTo>
                    <a:pt x="366486" y="2064764"/>
                  </a:lnTo>
                  <a:lnTo>
                    <a:pt x="367558" y="2064481"/>
                  </a:lnTo>
                  <a:lnTo>
                    <a:pt x="368629" y="2064197"/>
                  </a:lnTo>
                  <a:lnTo>
                    <a:pt x="369701" y="2063913"/>
                  </a:lnTo>
                  <a:lnTo>
                    <a:pt x="370773" y="2063628"/>
                  </a:lnTo>
                  <a:lnTo>
                    <a:pt x="371844" y="2063342"/>
                  </a:lnTo>
                  <a:lnTo>
                    <a:pt x="372916" y="2063056"/>
                  </a:lnTo>
                  <a:lnTo>
                    <a:pt x="373987" y="2062769"/>
                  </a:lnTo>
                  <a:lnTo>
                    <a:pt x="375059" y="2062482"/>
                  </a:lnTo>
                  <a:lnTo>
                    <a:pt x="376131" y="2062194"/>
                  </a:lnTo>
                  <a:lnTo>
                    <a:pt x="377202" y="2061905"/>
                  </a:lnTo>
                  <a:lnTo>
                    <a:pt x="378274" y="2061616"/>
                  </a:lnTo>
                  <a:lnTo>
                    <a:pt x="379345" y="2061327"/>
                  </a:lnTo>
                  <a:lnTo>
                    <a:pt x="380417" y="2061036"/>
                  </a:lnTo>
                  <a:lnTo>
                    <a:pt x="381489" y="2060745"/>
                  </a:lnTo>
                  <a:lnTo>
                    <a:pt x="382560" y="2060454"/>
                  </a:lnTo>
                  <a:lnTo>
                    <a:pt x="383632" y="2060161"/>
                  </a:lnTo>
                  <a:lnTo>
                    <a:pt x="384703" y="2059869"/>
                  </a:lnTo>
                  <a:lnTo>
                    <a:pt x="385775" y="2059575"/>
                  </a:lnTo>
                  <a:lnTo>
                    <a:pt x="386847" y="2059281"/>
                  </a:lnTo>
                  <a:lnTo>
                    <a:pt x="387918" y="2058986"/>
                  </a:lnTo>
                  <a:lnTo>
                    <a:pt x="388990" y="2058691"/>
                  </a:lnTo>
                  <a:lnTo>
                    <a:pt x="390061" y="2058395"/>
                  </a:lnTo>
                  <a:lnTo>
                    <a:pt x="391133" y="2058098"/>
                  </a:lnTo>
                  <a:lnTo>
                    <a:pt x="392205" y="2057801"/>
                  </a:lnTo>
                  <a:lnTo>
                    <a:pt x="393276" y="2057503"/>
                  </a:lnTo>
                  <a:lnTo>
                    <a:pt x="394348" y="2057205"/>
                  </a:lnTo>
                  <a:lnTo>
                    <a:pt x="395419" y="2056906"/>
                  </a:lnTo>
                  <a:lnTo>
                    <a:pt x="396491" y="2056606"/>
                  </a:lnTo>
                  <a:lnTo>
                    <a:pt x="397563" y="2056305"/>
                  </a:lnTo>
                  <a:lnTo>
                    <a:pt x="398634" y="2056004"/>
                  </a:lnTo>
                  <a:lnTo>
                    <a:pt x="399706" y="2055702"/>
                  </a:lnTo>
                  <a:lnTo>
                    <a:pt x="400777" y="2055400"/>
                  </a:lnTo>
                  <a:lnTo>
                    <a:pt x="401849" y="2055096"/>
                  </a:lnTo>
                  <a:lnTo>
                    <a:pt x="402921" y="2054793"/>
                  </a:lnTo>
                  <a:lnTo>
                    <a:pt x="403992" y="2054488"/>
                  </a:lnTo>
                  <a:lnTo>
                    <a:pt x="405064" y="2054183"/>
                  </a:lnTo>
                  <a:lnTo>
                    <a:pt x="406135" y="2053877"/>
                  </a:lnTo>
                  <a:lnTo>
                    <a:pt x="407207" y="2053570"/>
                  </a:lnTo>
                  <a:lnTo>
                    <a:pt x="408279" y="2053263"/>
                  </a:lnTo>
                  <a:lnTo>
                    <a:pt x="409350" y="2052955"/>
                  </a:lnTo>
                  <a:lnTo>
                    <a:pt x="410422" y="2052646"/>
                  </a:lnTo>
                  <a:lnTo>
                    <a:pt x="411493" y="2052337"/>
                  </a:lnTo>
                  <a:lnTo>
                    <a:pt x="412565" y="2052027"/>
                  </a:lnTo>
                  <a:lnTo>
                    <a:pt x="413637" y="2051716"/>
                  </a:lnTo>
                  <a:lnTo>
                    <a:pt x="414708" y="2051405"/>
                  </a:lnTo>
                  <a:lnTo>
                    <a:pt x="415780" y="2051093"/>
                  </a:lnTo>
                  <a:lnTo>
                    <a:pt x="416851" y="2050780"/>
                  </a:lnTo>
                  <a:lnTo>
                    <a:pt x="417923" y="2050466"/>
                  </a:lnTo>
                  <a:lnTo>
                    <a:pt x="418995" y="2050152"/>
                  </a:lnTo>
                  <a:lnTo>
                    <a:pt x="420066" y="2049837"/>
                  </a:lnTo>
                  <a:lnTo>
                    <a:pt x="421138" y="2049521"/>
                  </a:lnTo>
                  <a:lnTo>
                    <a:pt x="422209" y="2049205"/>
                  </a:lnTo>
                  <a:lnTo>
                    <a:pt x="423281" y="2048888"/>
                  </a:lnTo>
                  <a:lnTo>
                    <a:pt x="424353" y="2048570"/>
                  </a:lnTo>
                  <a:lnTo>
                    <a:pt x="425424" y="2048251"/>
                  </a:lnTo>
                  <a:lnTo>
                    <a:pt x="426496" y="2047932"/>
                  </a:lnTo>
                  <a:lnTo>
                    <a:pt x="427567" y="2047611"/>
                  </a:lnTo>
                  <a:lnTo>
                    <a:pt x="428639" y="2047291"/>
                  </a:lnTo>
                  <a:lnTo>
                    <a:pt x="429711" y="2046969"/>
                  </a:lnTo>
                  <a:lnTo>
                    <a:pt x="430782" y="2046647"/>
                  </a:lnTo>
                  <a:lnTo>
                    <a:pt x="431854" y="2046324"/>
                  </a:lnTo>
                  <a:lnTo>
                    <a:pt x="432925" y="2046000"/>
                  </a:lnTo>
                  <a:lnTo>
                    <a:pt x="433997" y="2045675"/>
                  </a:lnTo>
                  <a:lnTo>
                    <a:pt x="435069" y="2045350"/>
                  </a:lnTo>
                  <a:lnTo>
                    <a:pt x="436140" y="2045024"/>
                  </a:lnTo>
                  <a:lnTo>
                    <a:pt x="437212" y="2044697"/>
                  </a:lnTo>
                  <a:lnTo>
                    <a:pt x="438283" y="2044369"/>
                  </a:lnTo>
                  <a:lnTo>
                    <a:pt x="439355" y="2044041"/>
                  </a:lnTo>
                  <a:lnTo>
                    <a:pt x="440427" y="2043712"/>
                  </a:lnTo>
                  <a:lnTo>
                    <a:pt x="441498" y="2043382"/>
                  </a:lnTo>
                  <a:lnTo>
                    <a:pt x="442570" y="2043051"/>
                  </a:lnTo>
                  <a:lnTo>
                    <a:pt x="443641" y="2042719"/>
                  </a:lnTo>
                  <a:lnTo>
                    <a:pt x="444713" y="2042387"/>
                  </a:lnTo>
                  <a:lnTo>
                    <a:pt x="445785" y="2042054"/>
                  </a:lnTo>
                  <a:lnTo>
                    <a:pt x="446856" y="2041720"/>
                  </a:lnTo>
                  <a:lnTo>
                    <a:pt x="447928" y="2041386"/>
                  </a:lnTo>
                  <a:lnTo>
                    <a:pt x="448999" y="2041050"/>
                  </a:lnTo>
                  <a:lnTo>
                    <a:pt x="450071" y="2040714"/>
                  </a:lnTo>
                  <a:lnTo>
                    <a:pt x="451143" y="2040377"/>
                  </a:lnTo>
                  <a:lnTo>
                    <a:pt x="452214" y="2040039"/>
                  </a:lnTo>
                  <a:lnTo>
                    <a:pt x="453286" y="2039701"/>
                  </a:lnTo>
                  <a:lnTo>
                    <a:pt x="454357" y="2039361"/>
                  </a:lnTo>
                  <a:lnTo>
                    <a:pt x="455429" y="2039021"/>
                  </a:lnTo>
                  <a:lnTo>
                    <a:pt x="456501" y="2038680"/>
                  </a:lnTo>
                  <a:lnTo>
                    <a:pt x="457572" y="2038338"/>
                  </a:lnTo>
                  <a:lnTo>
                    <a:pt x="458644" y="2037996"/>
                  </a:lnTo>
                  <a:lnTo>
                    <a:pt x="459715" y="2037652"/>
                  </a:lnTo>
                  <a:lnTo>
                    <a:pt x="460787" y="2037308"/>
                  </a:lnTo>
                  <a:lnTo>
                    <a:pt x="461859" y="2036963"/>
                  </a:lnTo>
                  <a:lnTo>
                    <a:pt x="462930" y="2036617"/>
                  </a:lnTo>
                  <a:lnTo>
                    <a:pt x="464002" y="2036270"/>
                  </a:lnTo>
                  <a:lnTo>
                    <a:pt x="465073" y="2035923"/>
                  </a:lnTo>
                  <a:lnTo>
                    <a:pt x="466145" y="2035574"/>
                  </a:lnTo>
                  <a:lnTo>
                    <a:pt x="467217" y="2035225"/>
                  </a:lnTo>
                  <a:lnTo>
                    <a:pt x="468288" y="2034875"/>
                  </a:lnTo>
                  <a:lnTo>
                    <a:pt x="469360" y="2034524"/>
                  </a:lnTo>
                  <a:lnTo>
                    <a:pt x="470431" y="2034173"/>
                  </a:lnTo>
                  <a:lnTo>
                    <a:pt x="471503" y="2033820"/>
                  </a:lnTo>
                  <a:lnTo>
                    <a:pt x="472575" y="2033467"/>
                  </a:lnTo>
                  <a:lnTo>
                    <a:pt x="473646" y="2033113"/>
                  </a:lnTo>
                  <a:lnTo>
                    <a:pt x="474718" y="2032758"/>
                  </a:lnTo>
                  <a:lnTo>
                    <a:pt x="475789" y="2032402"/>
                  </a:lnTo>
                  <a:lnTo>
                    <a:pt x="476861" y="2032045"/>
                  </a:lnTo>
                  <a:lnTo>
                    <a:pt x="477933" y="2031687"/>
                  </a:lnTo>
                  <a:lnTo>
                    <a:pt x="479004" y="2031329"/>
                  </a:lnTo>
                  <a:lnTo>
                    <a:pt x="480076" y="2030970"/>
                  </a:lnTo>
                  <a:lnTo>
                    <a:pt x="481147" y="2030610"/>
                  </a:lnTo>
                  <a:lnTo>
                    <a:pt x="482219" y="2030249"/>
                  </a:lnTo>
                  <a:lnTo>
                    <a:pt x="483291" y="2029887"/>
                  </a:lnTo>
                  <a:lnTo>
                    <a:pt x="484362" y="2029524"/>
                  </a:lnTo>
                  <a:lnTo>
                    <a:pt x="485434" y="2029161"/>
                  </a:lnTo>
                  <a:lnTo>
                    <a:pt x="486505" y="2028796"/>
                  </a:lnTo>
                  <a:lnTo>
                    <a:pt x="487577" y="2028431"/>
                  </a:lnTo>
                  <a:lnTo>
                    <a:pt x="488649" y="2028065"/>
                  </a:lnTo>
                  <a:lnTo>
                    <a:pt x="489720" y="2027698"/>
                  </a:lnTo>
                  <a:lnTo>
                    <a:pt x="490792" y="2027330"/>
                  </a:lnTo>
                  <a:lnTo>
                    <a:pt x="491863" y="2026961"/>
                  </a:lnTo>
                  <a:lnTo>
                    <a:pt x="492935" y="2026591"/>
                  </a:lnTo>
                  <a:lnTo>
                    <a:pt x="494007" y="2026221"/>
                  </a:lnTo>
                  <a:lnTo>
                    <a:pt x="495078" y="2025850"/>
                  </a:lnTo>
                  <a:lnTo>
                    <a:pt x="496150" y="2025477"/>
                  </a:lnTo>
                  <a:lnTo>
                    <a:pt x="497221" y="2025104"/>
                  </a:lnTo>
                  <a:lnTo>
                    <a:pt x="498293" y="2024730"/>
                  </a:lnTo>
                  <a:lnTo>
                    <a:pt x="499365" y="2024355"/>
                  </a:lnTo>
                  <a:lnTo>
                    <a:pt x="500436" y="2023979"/>
                  </a:lnTo>
                  <a:lnTo>
                    <a:pt x="501508" y="2023603"/>
                  </a:lnTo>
                  <a:lnTo>
                    <a:pt x="502579" y="2023225"/>
                  </a:lnTo>
                  <a:lnTo>
                    <a:pt x="503651" y="2022847"/>
                  </a:lnTo>
                  <a:lnTo>
                    <a:pt x="504723" y="2022467"/>
                  </a:lnTo>
                  <a:lnTo>
                    <a:pt x="505794" y="2022087"/>
                  </a:lnTo>
                  <a:lnTo>
                    <a:pt x="506866" y="2021706"/>
                  </a:lnTo>
                  <a:lnTo>
                    <a:pt x="507937" y="2021324"/>
                  </a:lnTo>
                  <a:lnTo>
                    <a:pt x="509009" y="2020941"/>
                  </a:lnTo>
                  <a:lnTo>
                    <a:pt x="510081" y="2020557"/>
                  </a:lnTo>
                  <a:lnTo>
                    <a:pt x="511152" y="2020173"/>
                  </a:lnTo>
                  <a:lnTo>
                    <a:pt x="512224" y="2019787"/>
                  </a:lnTo>
                  <a:lnTo>
                    <a:pt x="513295" y="2019401"/>
                  </a:lnTo>
                  <a:lnTo>
                    <a:pt x="514367" y="2019013"/>
                  </a:lnTo>
                  <a:lnTo>
                    <a:pt x="515439" y="2018625"/>
                  </a:lnTo>
                  <a:lnTo>
                    <a:pt x="516510" y="2018236"/>
                  </a:lnTo>
                  <a:lnTo>
                    <a:pt x="517582" y="2017846"/>
                  </a:lnTo>
                  <a:lnTo>
                    <a:pt x="518653" y="2017455"/>
                  </a:lnTo>
                  <a:lnTo>
                    <a:pt x="519725" y="2017063"/>
                  </a:lnTo>
                  <a:lnTo>
                    <a:pt x="520797" y="2016670"/>
                  </a:lnTo>
                  <a:lnTo>
                    <a:pt x="521868" y="2016276"/>
                  </a:lnTo>
                  <a:lnTo>
                    <a:pt x="522940" y="2015881"/>
                  </a:lnTo>
                  <a:lnTo>
                    <a:pt x="524011" y="2015486"/>
                  </a:lnTo>
                  <a:lnTo>
                    <a:pt x="525083" y="2015089"/>
                  </a:lnTo>
                  <a:lnTo>
                    <a:pt x="526155" y="2014692"/>
                  </a:lnTo>
                  <a:lnTo>
                    <a:pt x="527226" y="2014294"/>
                  </a:lnTo>
                  <a:lnTo>
                    <a:pt x="528298" y="2013895"/>
                  </a:lnTo>
                  <a:lnTo>
                    <a:pt x="529369" y="2013494"/>
                  </a:lnTo>
                  <a:lnTo>
                    <a:pt x="530441" y="2013093"/>
                  </a:lnTo>
                  <a:lnTo>
                    <a:pt x="531513" y="2012691"/>
                  </a:lnTo>
                  <a:lnTo>
                    <a:pt x="532584" y="2012289"/>
                  </a:lnTo>
                  <a:lnTo>
                    <a:pt x="533656" y="2011885"/>
                  </a:lnTo>
                  <a:lnTo>
                    <a:pt x="534727" y="2011480"/>
                  </a:lnTo>
                  <a:lnTo>
                    <a:pt x="535799" y="2011075"/>
                  </a:lnTo>
                  <a:lnTo>
                    <a:pt x="536870" y="2010668"/>
                  </a:lnTo>
                  <a:lnTo>
                    <a:pt x="537942" y="2010261"/>
                  </a:lnTo>
                  <a:lnTo>
                    <a:pt x="539014" y="2009852"/>
                  </a:lnTo>
                  <a:lnTo>
                    <a:pt x="540085" y="2009443"/>
                  </a:lnTo>
                  <a:lnTo>
                    <a:pt x="541157" y="2009033"/>
                  </a:lnTo>
                  <a:lnTo>
                    <a:pt x="542228" y="2008622"/>
                  </a:lnTo>
                  <a:lnTo>
                    <a:pt x="543300" y="2008210"/>
                  </a:lnTo>
                  <a:lnTo>
                    <a:pt x="544372" y="2007797"/>
                  </a:lnTo>
                  <a:lnTo>
                    <a:pt x="545443" y="2007383"/>
                  </a:lnTo>
                  <a:lnTo>
                    <a:pt x="546515" y="2006968"/>
                  </a:lnTo>
                  <a:lnTo>
                    <a:pt x="547586" y="2006552"/>
                  </a:lnTo>
                  <a:lnTo>
                    <a:pt x="548658" y="2006135"/>
                  </a:lnTo>
                  <a:lnTo>
                    <a:pt x="549730" y="2005718"/>
                  </a:lnTo>
                  <a:lnTo>
                    <a:pt x="550801" y="2005299"/>
                  </a:lnTo>
                  <a:lnTo>
                    <a:pt x="551873" y="2004880"/>
                  </a:lnTo>
                  <a:lnTo>
                    <a:pt x="552944" y="2004460"/>
                  </a:lnTo>
                  <a:lnTo>
                    <a:pt x="554016" y="2004038"/>
                  </a:lnTo>
                  <a:lnTo>
                    <a:pt x="555088" y="2003616"/>
                  </a:lnTo>
                  <a:lnTo>
                    <a:pt x="556159" y="2003193"/>
                  </a:lnTo>
                  <a:lnTo>
                    <a:pt x="557231" y="2002769"/>
                  </a:lnTo>
                  <a:lnTo>
                    <a:pt x="558302" y="2002344"/>
                  </a:lnTo>
                  <a:lnTo>
                    <a:pt x="559374" y="2001918"/>
                  </a:lnTo>
                  <a:lnTo>
                    <a:pt x="560446" y="2001491"/>
                  </a:lnTo>
                  <a:lnTo>
                    <a:pt x="561517" y="2001064"/>
                  </a:lnTo>
                  <a:lnTo>
                    <a:pt x="562589" y="2000635"/>
                  </a:lnTo>
                  <a:lnTo>
                    <a:pt x="563660" y="2000205"/>
                  </a:lnTo>
                  <a:lnTo>
                    <a:pt x="564732" y="1999775"/>
                  </a:lnTo>
                  <a:lnTo>
                    <a:pt x="565804" y="1999343"/>
                  </a:lnTo>
                  <a:lnTo>
                    <a:pt x="566875" y="1998911"/>
                  </a:lnTo>
                  <a:lnTo>
                    <a:pt x="567947" y="1998478"/>
                  </a:lnTo>
                  <a:lnTo>
                    <a:pt x="569018" y="1998043"/>
                  </a:lnTo>
                  <a:lnTo>
                    <a:pt x="570090" y="1997608"/>
                  </a:lnTo>
                  <a:lnTo>
                    <a:pt x="571162" y="1997172"/>
                  </a:lnTo>
                  <a:lnTo>
                    <a:pt x="572233" y="1996735"/>
                  </a:lnTo>
                  <a:lnTo>
                    <a:pt x="573305" y="1996297"/>
                  </a:lnTo>
                  <a:lnTo>
                    <a:pt x="574376" y="1995859"/>
                  </a:lnTo>
                  <a:lnTo>
                    <a:pt x="575448" y="1995419"/>
                  </a:lnTo>
                  <a:lnTo>
                    <a:pt x="576520" y="1994978"/>
                  </a:lnTo>
                  <a:lnTo>
                    <a:pt x="577591" y="1994537"/>
                  </a:lnTo>
                  <a:lnTo>
                    <a:pt x="578663" y="1994094"/>
                  </a:lnTo>
                  <a:lnTo>
                    <a:pt x="579734" y="1993651"/>
                  </a:lnTo>
                  <a:lnTo>
                    <a:pt x="580806" y="1993206"/>
                  </a:lnTo>
                  <a:lnTo>
                    <a:pt x="581878" y="1992761"/>
                  </a:lnTo>
                  <a:lnTo>
                    <a:pt x="582949" y="1992315"/>
                  </a:lnTo>
                  <a:lnTo>
                    <a:pt x="584021" y="1991868"/>
                  </a:lnTo>
                  <a:lnTo>
                    <a:pt x="585092" y="1991420"/>
                  </a:lnTo>
                  <a:lnTo>
                    <a:pt x="586164" y="1990971"/>
                  </a:lnTo>
                  <a:lnTo>
                    <a:pt x="587236" y="1990521"/>
                  </a:lnTo>
                  <a:lnTo>
                    <a:pt x="588307" y="1990070"/>
                  </a:lnTo>
                  <a:lnTo>
                    <a:pt x="589379" y="1989618"/>
                  </a:lnTo>
                  <a:lnTo>
                    <a:pt x="590450" y="1989166"/>
                  </a:lnTo>
                  <a:lnTo>
                    <a:pt x="591522" y="1988712"/>
                  </a:lnTo>
                  <a:lnTo>
                    <a:pt x="592594" y="1988258"/>
                  </a:lnTo>
                  <a:lnTo>
                    <a:pt x="593665" y="1987803"/>
                  </a:lnTo>
                  <a:lnTo>
                    <a:pt x="594737" y="1987346"/>
                  </a:lnTo>
                  <a:lnTo>
                    <a:pt x="595808" y="1986889"/>
                  </a:lnTo>
                  <a:lnTo>
                    <a:pt x="596880" y="1986431"/>
                  </a:lnTo>
                  <a:lnTo>
                    <a:pt x="597952" y="1985972"/>
                  </a:lnTo>
                  <a:lnTo>
                    <a:pt x="599023" y="1985512"/>
                  </a:lnTo>
                  <a:lnTo>
                    <a:pt x="600095" y="1985051"/>
                  </a:lnTo>
                  <a:lnTo>
                    <a:pt x="601166" y="1984590"/>
                  </a:lnTo>
                  <a:lnTo>
                    <a:pt x="602238" y="1984127"/>
                  </a:lnTo>
                  <a:lnTo>
                    <a:pt x="603310" y="1983664"/>
                  </a:lnTo>
                  <a:lnTo>
                    <a:pt x="604381" y="1983199"/>
                  </a:lnTo>
                  <a:lnTo>
                    <a:pt x="605453" y="1982734"/>
                  </a:lnTo>
                  <a:lnTo>
                    <a:pt x="606524" y="1982268"/>
                  </a:lnTo>
                  <a:lnTo>
                    <a:pt x="607596" y="1981801"/>
                  </a:lnTo>
                  <a:lnTo>
                    <a:pt x="608668" y="1981333"/>
                  </a:lnTo>
                  <a:lnTo>
                    <a:pt x="609739" y="1980864"/>
                  </a:lnTo>
                  <a:lnTo>
                    <a:pt x="610811" y="1980394"/>
                  </a:lnTo>
                  <a:lnTo>
                    <a:pt x="611882" y="1979923"/>
                  </a:lnTo>
                  <a:lnTo>
                    <a:pt x="612954" y="1979452"/>
                  </a:lnTo>
                  <a:lnTo>
                    <a:pt x="614026" y="1978979"/>
                  </a:lnTo>
                  <a:lnTo>
                    <a:pt x="615097" y="1978506"/>
                  </a:lnTo>
                  <a:lnTo>
                    <a:pt x="616169" y="1978031"/>
                  </a:lnTo>
                  <a:lnTo>
                    <a:pt x="617240" y="1977556"/>
                  </a:lnTo>
                  <a:lnTo>
                    <a:pt x="618312" y="1977080"/>
                  </a:lnTo>
                  <a:lnTo>
                    <a:pt x="619384" y="1976603"/>
                  </a:lnTo>
                  <a:lnTo>
                    <a:pt x="620455" y="1976125"/>
                  </a:lnTo>
                  <a:lnTo>
                    <a:pt x="621527" y="1975647"/>
                  </a:lnTo>
                  <a:lnTo>
                    <a:pt x="622598" y="1975167"/>
                  </a:lnTo>
                  <a:lnTo>
                    <a:pt x="623670" y="1974687"/>
                  </a:lnTo>
                  <a:lnTo>
                    <a:pt x="624742" y="1974205"/>
                  </a:lnTo>
                  <a:lnTo>
                    <a:pt x="625813" y="1973723"/>
                  </a:lnTo>
                  <a:lnTo>
                    <a:pt x="626885" y="1973240"/>
                  </a:lnTo>
                  <a:lnTo>
                    <a:pt x="627956" y="1972756"/>
                  </a:lnTo>
                  <a:lnTo>
                    <a:pt x="629028" y="1972271"/>
                  </a:lnTo>
                  <a:lnTo>
                    <a:pt x="630100" y="1971785"/>
                  </a:lnTo>
                  <a:lnTo>
                    <a:pt x="631171" y="1971299"/>
                  </a:lnTo>
                  <a:lnTo>
                    <a:pt x="632243" y="1970811"/>
                  </a:lnTo>
                  <a:lnTo>
                    <a:pt x="633314" y="1970323"/>
                  </a:lnTo>
                  <a:lnTo>
                    <a:pt x="634386" y="1969833"/>
                  </a:lnTo>
                  <a:lnTo>
                    <a:pt x="635458" y="1969343"/>
                  </a:lnTo>
                  <a:lnTo>
                    <a:pt x="636529" y="1968852"/>
                  </a:lnTo>
                  <a:lnTo>
                    <a:pt x="637601" y="1968361"/>
                  </a:lnTo>
                  <a:lnTo>
                    <a:pt x="638672" y="1967868"/>
                  </a:lnTo>
                  <a:lnTo>
                    <a:pt x="639744" y="1967374"/>
                  </a:lnTo>
                  <a:lnTo>
                    <a:pt x="640816" y="1966880"/>
                  </a:lnTo>
                  <a:lnTo>
                    <a:pt x="641887" y="1966385"/>
                  </a:lnTo>
                  <a:lnTo>
                    <a:pt x="642959" y="1965888"/>
                  </a:lnTo>
                  <a:lnTo>
                    <a:pt x="644030" y="1965391"/>
                  </a:lnTo>
                  <a:lnTo>
                    <a:pt x="645102" y="1964894"/>
                  </a:lnTo>
                  <a:lnTo>
                    <a:pt x="646174" y="1964395"/>
                  </a:lnTo>
                  <a:lnTo>
                    <a:pt x="647245" y="1963895"/>
                  </a:lnTo>
                  <a:lnTo>
                    <a:pt x="648317" y="1963395"/>
                  </a:lnTo>
                  <a:lnTo>
                    <a:pt x="649388" y="1962894"/>
                  </a:lnTo>
                  <a:lnTo>
                    <a:pt x="650460" y="1962392"/>
                  </a:lnTo>
                  <a:lnTo>
                    <a:pt x="651532" y="1961889"/>
                  </a:lnTo>
                  <a:lnTo>
                    <a:pt x="652603" y="1961385"/>
                  </a:lnTo>
                  <a:lnTo>
                    <a:pt x="653675" y="1960880"/>
                  </a:lnTo>
                  <a:lnTo>
                    <a:pt x="654746" y="1960375"/>
                  </a:lnTo>
                  <a:lnTo>
                    <a:pt x="655818" y="1959869"/>
                  </a:lnTo>
                  <a:lnTo>
                    <a:pt x="656890" y="1959361"/>
                  </a:lnTo>
                  <a:lnTo>
                    <a:pt x="657961" y="1958853"/>
                  </a:lnTo>
                  <a:lnTo>
                    <a:pt x="659033" y="1958345"/>
                  </a:lnTo>
                  <a:lnTo>
                    <a:pt x="660104" y="1957835"/>
                  </a:lnTo>
                  <a:lnTo>
                    <a:pt x="661176" y="1957325"/>
                  </a:lnTo>
                  <a:lnTo>
                    <a:pt x="662248" y="1956813"/>
                  </a:lnTo>
                  <a:lnTo>
                    <a:pt x="663319" y="1956301"/>
                  </a:lnTo>
                  <a:lnTo>
                    <a:pt x="664391" y="1955788"/>
                  </a:lnTo>
                  <a:lnTo>
                    <a:pt x="665462" y="1955275"/>
                  </a:lnTo>
                  <a:lnTo>
                    <a:pt x="666534" y="1954760"/>
                  </a:lnTo>
                  <a:lnTo>
                    <a:pt x="667606" y="1954245"/>
                  </a:lnTo>
                  <a:lnTo>
                    <a:pt x="668677" y="1953728"/>
                  </a:lnTo>
                  <a:lnTo>
                    <a:pt x="669749" y="1953211"/>
                  </a:lnTo>
                  <a:lnTo>
                    <a:pt x="670820" y="1952694"/>
                  </a:lnTo>
                  <a:lnTo>
                    <a:pt x="671892" y="1952175"/>
                  </a:lnTo>
                  <a:lnTo>
                    <a:pt x="672964" y="1951655"/>
                  </a:lnTo>
                  <a:lnTo>
                    <a:pt x="674035" y="1951135"/>
                  </a:lnTo>
                  <a:lnTo>
                    <a:pt x="675107" y="1950614"/>
                  </a:lnTo>
                  <a:lnTo>
                    <a:pt x="676178" y="1950092"/>
                  </a:lnTo>
                  <a:lnTo>
                    <a:pt x="677250" y="1949570"/>
                  </a:lnTo>
                  <a:lnTo>
                    <a:pt x="678322" y="1949046"/>
                  </a:lnTo>
                  <a:lnTo>
                    <a:pt x="679393" y="1948522"/>
                  </a:lnTo>
                  <a:lnTo>
                    <a:pt x="680465" y="1947997"/>
                  </a:lnTo>
                  <a:lnTo>
                    <a:pt x="681536" y="1947471"/>
                  </a:lnTo>
                  <a:lnTo>
                    <a:pt x="682608" y="1946944"/>
                  </a:lnTo>
                  <a:lnTo>
                    <a:pt x="683680" y="1946417"/>
                  </a:lnTo>
                  <a:lnTo>
                    <a:pt x="684751" y="1945889"/>
                  </a:lnTo>
                  <a:lnTo>
                    <a:pt x="685823" y="1945360"/>
                  </a:lnTo>
                  <a:lnTo>
                    <a:pt x="686894" y="1944830"/>
                  </a:lnTo>
                  <a:lnTo>
                    <a:pt x="687966" y="1944299"/>
                  </a:lnTo>
                  <a:lnTo>
                    <a:pt x="689038" y="1943768"/>
                  </a:lnTo>
                  <a:lnTo>
                    <a:pt x="690109" y="1943236"/>
                  </a:lnTo>
                  <a:lnTo>
                    <a:pt x="691181" y="1942703"/>
                  </a:lnTo>
                  <a:lnTo>
                    <a:pt x="692252" y="1942169"/>
                  </a:lnTo>
                  <a:lnTo>
                    <a:pt x="693324" y="1941635"/>
                  </a:lnTo>
                  <a:lnTo>
                    <a:pt x="694396" y="1941100"/>
                  </a:lnTo>
                  <a:lnTo>
                    <a:pt x="695467" y="1940564"/>
                  </a:lnTo>
                  <a:lnTo>
                    <a:pt x="696539" y="1940027"/>
                  </a:lnTo>
                  <a:lnTo>
                    <a:pt x="697610" y="1939489"/>
                  </a:lnTo>
                  <a:lnTo>
                    <a:pt x="698682" y="1938951"/>
                  </a:lnTo>
                  <a:lnTo>
                    <a:pt x="699754" y="1938412"/>
                  </a:lnTo>
                  <a:lnTo>
                    <a:pt x="700825" y="1937872"/>
                  </a:lnTo>
                  <a:lnTo>
                    <a:pt x="701897" y="1937332"/>
                  </a:lnTo>
                  <a:lnTo>
                    <a:pt x="702968" y="1936791"/>
                  </a:lnTo>
                  <a:lnTo>
                    <a:pt x="704040" y="1936248"/>
                  </a:lnTo>
                  <a:lnTo>
                    <a:pt x="705112" y="1935706"/>
                  </a:lnTo>
                  <a:lnTo>
                    <a:pt x="706183" y="1935162"/>
                  </a:lnTo>
                  <a:lnTo>
                    <a:pt x="707255" y="1934618"/>
                  </a:lnTo>
                  <a:lnTo>
                    <a:pt x="708326" y="1934073"/>
                  </a:lnTo>
                  <a:lnTo>
                    <a:pt x="709398" y="1933527"/>
                  </a:lnTo>
                  <a:lnTo>
                    <a:pt x="710469" y="1932980"/>
                  </a:lnTo>
                  <a:lnTo>
                    <a:pt x="711541" y="1932433"/>
                  </a:lnTo>
                  <a:lnTo>
                    <a:pt x="712613" y="1931885"/>
                  </a:lnTo>
                  <a:lnTo>
                    <a:pt x="713684" y="1931336"/>
                  </a:lnTo>
                  <a:lnTo>
                    <a:pt x="714756" y="1930787"/>
                  </a:lnTo>
                  <a:lnTo>
                    <a:pt x="715827" y="1930237"/>
                  </a:lnTo>
                  <a:lnTo>
                    <a:pt x="716899" y="1929686"/>
                  </a:lnTo>
                  <a:lnTo>
                    <a:pt x="717971" y="1929134"/>
                  </a:lnTo>
                  <a:lnTo>
                    <a:pt x="719042" y="1928582"/>
                  </a:lnTo>
                  <a:lnTo>
                    <a:pt x="720114" y="1928029"/>
                  </a:lnTo>
                  <a:lnTo>
                    <a:pt x="721185" y="1927475"/>
                  </a:lnTo>
                  <a:lnTo>
                    <a:pt x="722257" y="1926921"/>
                  </a:lnTo>
                  <a:lnTo>
                    <a:pt x="723329" y="1926365"/>
                  </a:lnTo>
                  <a:lnTo>
                    <a:pt x="724400" y="1925809"/>
                  </a:lnTo>
                  <a:lnTo>
                    <a:pt x="725472" y="1925253"/>
                  </a:lnTo>
                  <a:lnTo>
                    <a:pt x="726543" y="1924695"/>
                  </a:lnTo>
                  <a:lnTo>
                    <a:pt x="727615" y="1924137"/>
                  </a:lnTo>
                  <a:lnTo>
                    <a:pt x="728687" y="1923578"/>
                  </a:lnTo>
                  <a:lnTo>
                    <a:pt x="729758" y="1923019"/>
                  </a:lnTo>
                  <a:lnTo>
                    <a:pt x="730830" y="1922459"/>
                  </a:lnTo>
                  <a:lnTo>
                    <a:pt x="731901" y="1921898"/>
                  </a:lnTo>
                  <a:lnTo>
                    <a:pt x="732973" y="1921336"/>
                  </a:lnTo>
                  <a:lnTo>
                    <a:pt x="734045" y="1920774"/>
                  </a:lnTo>
                  <a:lnTo>
                    <a:pt x="735116" y="1920211"/>
                  </a:lnTo>
                  <a:lnTo>
                    <a:pt x="736188" y="1919647"/>
                  </a:lnTo>
                  <a:lnTo>
                    <a:pt x="737259" y="1919083"/>
                  </a:lnTo>
                  <a:lnTo>
                    <a:pt x="738331" y="1918518"/>
                  </a:lnTo>
                  <a:lnTo>
                    <a:pt x="739403" y="1917952"/>
                  </a:lnTo>
                  <a:lnTo>
                    <a:pt x="740474" y="1917386"/>
                  </a:lnTo>
                  <a:lnTo>
                    <a:pt x="741546" y="1916819"/>
                  </a:lnTo>
                  <a:lnTo>
                    <a:pt x="742617" y="1916251"/>
                  </a:lnTo>
                  <a:lnTo>
                    <a:pt x="743689" y="1915683"/>
                  </a:lnTo>
                  <a:lnTo>
                    <a:pt x="744761" y="1915114"/>
                  </a:lnTo>
                  <a:lnTo>
                    <a:pt x="745832" y="1914544"/>
                  </a:lnTo>
                  <a:lnTo>
                    <a:pt x="746904" y="1913973"/>
                  </a:lnTo>
                  <a:lnTo>
                    <a:pt x="747975" y="1913402"/>
                  </a:lnTo>
                  <a:lnTo>
                    <a:pt x="749047" y="1912831"/>
                  </a:lnTo>
                  <a:lnTo>
                    <a:pt x="750119" y="1912258"/>
                  </a:lnTo>
                  <a:lnTo>
                    <a:pt x="751190" y="1911685"/>
                  </a:lnTo>
                  <a:lnTo>
                    <a:pt x="752262" y="1911111"/>
                  </a:lnTo>
                  <a:lnTo>
                    <a:pt x="753333" y="1910537"/>
                  </a:lnTo>
                  <a:lnTo>
                    <a:pt x="754405" y="1909962"/>
                  </a:lnTo>
                  <a:lnTo>
                    <a:pt x="755477" y="1909386"/>
                  </a:lnTo>
                  <a:lnTo>
                    <a:pt x="756548" y="1908810"/>
                  </a:lnTo>
                  <a:lnTo>
                    <a:pt x="757620" y="1908233"/>
                  </a:lnTo>
                  <a:lnTo>
                    <a:pt x="758691" y="1907655"/>
                  </a:lnTo>
                  <a:lnTo>
                    <a:pt x="759763" y="1907077"/>
                  </a:lnTo>
                  <a:lnTo>
                    <a:pt x="760835" y="1906498"/>
                  </a:lnTo>
                  <a:lnTo>
                    <a:pt x="761906" y="1905918"/>
                  </a:lnTo>
                  <a:lnTo>
                    <a:pt x="762978" y="1905338"/>
                  </a:lnTo>
                  <a:lnTo>
                    <a:pt x="764049" y="1904757"/>
                  </a:lnTo>
                  <a:lnTo>
                    <a:pt x="765121" y="1904176"/>
                  </a:lnTo>
                  <a:lnTo>
                    <a:pt x="766193" y="1903594"/>
                  </a:lnTo>
                  <a:lnTo>
                    <a:pt x="767264" y="1903011"/>
                  </a:lnTo>
                  <a:lnTo>
                    <a:pt x="768336" y="1902427"/>
                  </a:lnTo>
                  <a:lnTo>
                    <a:pt x="769407" y="1901843"/>
                  </a:lnTo>
                  <a:lnTo>
                    <a:pt x="770479" y="1901259"/>
                  </a:lnTo>
                  <a:lnTo>
                    <a:pt x="771551" y="1900674"/>
                  </a:lnTo>
                  <a:lnTo>
                    <a:pt x="772622" y="1900088"/>
                  </a:lnTo>
                  <a:lnTo>
                    <a:pt x="773694" y="1899501"/>
                  </a:lnTo>
                  <a:lnTo>
                    <a:pt x="774765" y="1898914"/>
                  </a:lnTo>
                  <a:lnTo>
                    <a:pt x="775837" y="1898326"/>
                  </a:lnTo>
                  <a:lnTo>
                    <a:pt x="776909" y="1897738"/>
                  </a:lnTo>
                  <a:lnTo>
                    <a:pt x="777980" y="1897149"/>
                  </a:lnTo>
                  <a:lnTo>
                    <a:pt x="779052" y="1896560"/>
                  </a:lnTo>
                  <a:lnTo>
                    <a:pt x="780123" y="1895970"/>
                  </a:lnTo>
                  <a:lnTo>
                    <a:pt x="781195" y="1895379"/>
                  </a:lnTo>
                  <a:lnTo>
                    <a:pt x="782267" y="1894787"/>
                  </a:lnTo>
                  <a:lnTo>
                    <a:pt x="783338" y="1894196"/>
                  </a:lnTo>
                  <a:lnTo>
                    <a:pt x="784410" y="1893603"/>
                  </a:lnTo>
                  <a:lnTo>
                    <a:pt x="785481" y="1893010"/>
                  </a:lnTo>
                  <a:lnTo>
                    <a:pt x="786553" y="1892416"/>
                  </a:lnTo>
                  <a:lnTo>
                    <a:pt x="787625" y="1891822"/>
                  </a:lnTo>
                  <a:lnTo>
                    <a:pt x="788696" y="1891227"/>
                  </a:lnTo>
                  <a:lnTo>
                    <a:pt x="789768" y="1890631"/>
                  </a:lnTo>
                  <a:lnTo>
                    <a:pt x="790839" y="1890035"/>
                  </a:lnTo>
                  <a:lnTo>
                    <a:pt x="791911" y="1889439"/>
                  </a:lnTo>
                  <a:lnTo>
                    <a:pt x="792983" y="1888842"/>
                  </a:lnTo>
                  <a:lnTo>
                    <a:pt x="794054" y="1888244"/>
                  </a:lnTo>
                  <a:lnTo>
                    <a:pt x="795126" y="1887645"/>
                  </a:lnTo>
                  <a:lnTo>
                    <a:pt x="796197" y="1887046"/>
                  </a:lnTo>
                  <a:lnTo>
                    <a:pt x="797269" y="1886447"/>
                  </a:lnTo>
                  <a:lnTo>
                    <a:pt x="798341" y="1885847"/>
                  </a:lnTo>
                  <a:lnTo>
                    <a:pt x="799412" y="1885246"/>
                  </a:lnTo>
                  <a:lnTo>
                    <a:pt x="800484" y="1884645"/>
                  </a:lnTo>
                  <a:lnTo>
                    <a:pt x="801555" y="1884043"/>
                  </a:lnTo>
                  <a:lnTo>
                    <a:pt x="802627" y="1883441"/>
                  </a:lnTo>
                  <a:lnTo>
                    <a:pt x="803699" y="1882838"/>
                  </a:lnTo>
                  <a:lnTo>
                    <a:pt x="804770" y="1882234"/>
                  </a:lnTo>
                  <a:lnTo>
                    <a:pt x="805842" y="1881630"/>
                  </a:lnTo>
                  <a:lnTo>
                    <a:pt x="806913" y="1881026"/>
                  </a:lnTo>
                  <a:lnTo>
                    <a:pt x="807985" y="1880421"/>
                  </a:lnTo>
                  <a:lnTo>
                    <a:pt x="809057" y="1879815"/>
                  </a:lnTo>
                  <a:lnTo>
                    <a:pt x="810128" y="1879209"/>
                  </a:lnTo>
                  <a:lnTo>
                    <a:pt x="811200" y="1878602"/>
                  </a:lnTo>
                  <a:lnTo>
                    <a:pt x="812271" y="1877995"/>
                  </a:lnTo>
                  <a:lnTo>
                    <a:pt x="813343" y="1877387"/>
                  </a:lnTo>
                  <a:lnTo>
                    <a:pt x="814415" y="1876778"/>
                  </a:lnTo>
                  <a:lnTo>
                    <a:pt x="815486" y="1876170"/>
                  </a:lnTo>
                  <a:lnTo>
                    <a:pt x="816558" y="1875560"/>
                  </a:lnTo>
                  <a:lnTo>
                    <a:pt x="817629" y="1874950"/>
                  </a:lnTo>
                  <a:lnTo>
                    <a:pt x="818701" y="1874340"/>
                  </a:lnTo>
                  <a:lnTo>
                    <a:pt x="819773" y="1873729"/>
                  </a:lnTo>
                  <a:lnTo>
                    <a:pt x="820844" y="1873117"/>
                  </a:lnTo>
                  <a:lnTo>
                    <a:pt x="821916" y="1872505"/>
                  </a:lnTo>
                  <a:lnTo>
                    <a:pt x="822987" y="1871892"/>
                  </a:lnTo>
                  <a:lnTo>
                    <a:pt x="824059" y="1871279"/>
                  </a:lnTo>
                  <a:lnTo>
                    <a:pt x="825131" y="1870665"/>
                  </a:lnTo>
                  <a:lnTo>
                    <a:pt x="826202" y="1870051"/>
                  </a:lnTo>
                  <a:lnTo>
                    <a:pt x="827274" y="1869437"/>
                  </a:lnTo>
                  <a:lnTo>
                    <a:pt x="828345" y="1868821"/>
                  </a:lnTo>
                  <a:lnTo>
                    <a:pt x="829417" y="1868206"/>
                  </a:lnTo>
                  <a:lnTo>
                    <a:pt x="830489" y="1867589"/>
                  </a:lnTo>
                  <a:lnTo>
                    <a:pt x="831560" y="1866973"/>
                  </a:lnTo>
                  <a:lnTo>
                    <a:pt x="832632" y="1866355"/>
                  </a:lnTo>
                  <a:lnTo>
                    <a:pt x="833703" y="1865738"/>
                  </a:lnTo>
                  <a:lnTo>
                    <a:pt x="834775" y="1865119"/>
                  </a:lnTo>
                  <a:lnTo>
                    <a:pt x="835847" y="1864501"/>
                  </a:lnTo>
                  <a:lnTo>
                    <a:pt x="836918" y="1863881"/>
                  </a:lnTo>
                  <a:lnTo>
                    <a:pt x="837990" y="1863262"/>
                  </a:lnTo>
                  <a:lnTo>
                    <a:pt x="839061" y="1862642"/>
                  </a:lnTo>
                  <a:lnTo>
                    <a:pt x="840133" y="1862021"/>
                  </a:lnTo>
                  <a:lnTo>
                    <a:pt x="841205" y="1861400"/>
                  </a:lnTo>
                  <a:lnTo>
                    <a:pt x="842276" y="1860778"/>
                  </a:lnTo>
                  <a:lnTo>
                    <a:pt x="843348" y="1860156"/>
                  </a:lnTo>
                  <a:lnTo>
                    <a:pt x="844419" y="1859533"/>
                  </a:lnTo>
                  <a:lnTo>
                    <a:pt x="845491" y="1858910"/>
                  </a:lnTo>
                  <a:lnTo>
                    <a:pt x="846563" y="1858286"/>
                  </a:lnTo>
                  <a:lnTo>
                    <a:pt x="847634" y="1857662"/>
                  </a:lnTo>
                  <a:lnTo>
                    <a:pt x="848706" y="1857038"/>
                  </a:lnTo>
                  <a:lnTo>
                    <a:pt x="849777" y="1856413"/>
                  </a:lnTo>
                  <a:lnTo>
                    <a:pt x="850849" y="1855787"/>
                  </a:lnTo>
                  <a:lnTo>
                    <a:pt x="851921" y="1855161"/>
                  </a:lnTo>
                  <a:lnTo>
                    <a:pt x="852992" y="1854535"/>
                  </a:lnTo>
                  <a:lnTo>
                    <a:pt x="854064" y="1853908"/>
                  </a:lnTo>
                  <a:lnTo>
                    <a:pt x="855135" y="1853280"/>
                  </a:lnTo>
                  <a:lnTo>
                    <a:pt x="856207" y="1852653"/>
                  </a:lnTo>
                  <a:lnTo>
                    <a:pt x="857279" y="1852024"/>
                  </a:lnTo>
                  <a:lnTo>
                    <a:pt x="858350" y="1851395"/>
                  </a:lnTo>
                  <a:lnTo>
                    <a:pt x="859422" y="1850766"/>
                  </a:lnTo>
                  <a:lnTo>
                    <a:pt x="860493" y="1850137"/>
                  </a:lnTo>
                  <a:lnTo>
                    <a:pt x="861565" y="1849506"/>
                  </a:lnTo>
                  <a:lnTo>
                    <a:pt x="862637" y="1848876"/>
                  </a:lnTo>
                  <a:lnTo>
                    <a:pt x="863708" y="1848245"/>
                  </a:lnTo>
                  <a:lnTo>
                    <a:pt x="864780" y="1847613"/>
                  </a:lnTo>
                  <a:lnTo>
                    <a:pt x="865851" y="1846982"/>
                  </a:lnTo>
                  <a:lnTo>
                    <a:pt x="866923" y="1846349"/>
                  </a:lnTo>
                  <a:lnTo>
                    <a:pt x="867995" y="1845716"/>
                  </a:lnTo>
                  <a:lnTo>
                    <a:pt x="869066" y="1845083"/>
                  </a:lnTo>
                  <a:lnTo>
                    <a:pt x="870138" y="1844450"/>
                  </a:lnTo>
                  <a:lnTo>
                    <a:pt x="871209" y="1843815"/>
                  </a:lnTo>
                  <a:lnTo>
                    <a:pt x="872281" y="1843181"/>
                  </a:lnTo>
                  <a:lnTo>
                    <a:pt x="873353" y="1842546"/>
                  </a:lnTo>
                  <a:lnTo>
                    <a:pt x="874424" y="1841911"/>
                  </a:lnTo>
                  <a:lnTo>
                    <a:pt x="875496" y="1841275"/>
                  </a:lnTo>
                  <a:lnTo>
                    <a:pt x="876567" y="1840638"/>
                  </a:lnTo>
                  <a:lnTo>
                    <a:pt x="877639" y="1840002"/>
                  </a:lnTo>
                  <a:lnTo>
                    <a:pt x="878711" y="1839365"/>
                  </a:lnTo>
                  <a:lnTo>
                    <a:pt x="879782" y="1838727"/>
                  </a:lnTo>
                  <a:lnTo>
                    <a:pt x="880854" y="1838089"/>
                  </a:lnTo>
                  <a:lnTo>
                    <a:pt x="881925" y="1837451"/>
                  </a:lnTo>
                  <a:lnTo>
                    <a:pt x="882997" y="1836812"/>
                  </a:lnTo>
                  <a:lnTo>
                    <a:pt x="884069" y="1836173"/>
                  </a:lnTo>
                  <a:lnTo>
                    <a:pt x="885140" y="1835534"/>
                  </a:lnTo>
                  <a:lnTo>
                    <a:pt x="886212" y="1834894"/>
                  </a:lnTo>
                  <a:lnTo>
                    <a:pt x="887283" y="1834253"/>
                  </a:lnTo>
                  <a:lnTo>
                    <a:pt x="888355" y="1833612"/>
                  </a:lnTo>
                  <a:lnTo>
                    <a:pt x="889426" y="1832971"/>
                  </a:lnTo>
                  <a:lnTo>
                    <a:pt x="890498" y="1832330"/>
                  </a:lnTo>
                  <a:lnTo>
                    <a:pt x="891570" y="1831688"/>
                  </a:lnTo>
                  <a:lnTo>
                    <a:pt x="892641" y="1831045"/>
                  </a:lnTo>
                  <a:lnTo>
                    <a:pt x="893713" y="1830402"/>
                  </a:lnTo>
                  <a:lnTo>
                    <a:pt x="894784" y="1829759"/>
                  </a:lnTo>
                  <a:lnTo>
                    <a:pt x="895856" y="1829116"/>
                  </a:lnTo>
                  <a:lnTo>
                    <a:pt x="896928" y="1828472"/>
                  </a:lnTo>
                  <a:lnTo>
                    <a:pt x="897999" y="1827827"/>
                  </a:lnTo>
                  <a:lnTo>
                    <a:pt x="899071" y="1827183"/>
                  </a:lnTo>
                  <a:lnTo>
                    <a:pt x="900142" y="1826538"/>
                  </a:lnTo>
                  <a:lnTo>
                    <a:pt x="901214" y="1825892"/>
                  </a:lnTo>
                  <a:lnTo>
                    <a:pt x="902286" y="1825246"/>
                  </a:lnTo>
                  <a:lnTo>
                    <a:pt x="903357" y="1824600"/>
                  </a:lnTo>
                  <a:lnTo>
                    <a:pt x="904429" y="1823953"/>
                  </a:lnTo>
                  <a:lnTo>
                    <a:pt x="905500" y="1823306"/>
                  </a:lnTo>
                  <a:lnTo>
                    <a:pt x="906572" y="1822659"/>
                  </a:lnTo>
                  <a:lnTo>
                    <a:pt x="907644" y="1822011"/>
                  </a:lnTo>
                  <a:lnTo>
                    <a:pt x="908715" y="1821363"/>
                  </a:lnTo>
                  <a:lnTo>
                    <a:pt x="909787" y="1820715"/>
                  </a:lnTo>
                  <a:lnTo>
                    <a:pt x="910858" y="1820066"/>
                  </a:lnTo>
                  <a:lnTo>
                    <a:pt x="911930" y="1819417"/>
                  </a:lnTo>
                  <a:lnTo>
                    <a:pt x="913002" y="1818767"/>
                  </a:lnTo>
                  <a:lnTo>
                    <a:pt x="914073" y="1818117"/>
                  </a:lnTo>
                  <a:lnTo>
                    <a:pt x="915145" y="1817467"/>
                  </a:lnTo>
                  <a:lnTo>
                    <a:pt x="916216" y="1816816"/>
                  </a:lnTo>
                  <a:lnTo>
                    <a:pt x="917288" y="1816165"/>
                  </a:lnTo>
                  <a:lnTo>
                    <a:pt x="918360" y="1815514"/>
                  </a:lnTo>
                  <a:lnTo>
                    <a:pt x="919431" y="1814862"/>
                  </a:lnTo>
                  <a:lnTo>
                    <a:pt x="920503" y="1814210"/>
                  </a:lnTo>
                  <a:lnTo>
                    <a:pt x="921574" y="1813558"/>
                  </a:lnTo>
                  <a:lnTo>
                    <a:pt x="922646" y="1812905"/>
                  </a:lnTo>
                  <a:lnTo>
                    <a:pt x="923718" y="1812252"/>
                  </a:lnTo>
                  <a:lnTo>
                    <a:pt x="924789" y="1811599"/>
                  </a:lnTo>
                  <a:lnTo>
                    <a:pt x="925861" y="1810945"/>
                  </a:lnTo>
                  <a:lnTo>
                    <a:pt x="926932" y="1810291"/>
                  </a:lnTo>
                  <a:lnTo>
                    <a:pt x="928004" y="1809636"/>
                  </a:lnTo>
                  <a:lnTo>
                    <a:pt x="929076" y="1808982"/>
                  </a:lnTo>
                  <a:lnTo>
                    <a:pt x="930147" y="1808327"/>
                  </a:lnTo>
                  <a:lnTo>
                    <a:pt x="931219" y="1807671"/>
                  </a:lnTo>
                  <a:lnTo>
                    <a:pt x="932290" y="1807015"/>
                  </a:lnTo>
                  <a:lnTo>
                    <a:pt x="933362" y="1806359"/>
                  </a:lnTo>
                  <a:lnTo>
                    <a:pt x="934434" y="1805703"/>
                  </a:lnTo>
                  <a:lnTo>
                    <a:pt x="935505" y="1805046"/>
                  </a:lnTo>
                  <a:lnTo>
                    <a:pt x="936577" y="1804389"/>
                  </a:lnTo>
                  <a:lnTo>
                    <a:pt x="937648" y="1803732"/>
                  </a:lnTo>
                  <a:lnTo>
                    <a:pt x="938720" y="1803074"/>
                  </a:lnTo>
                  <a:lnTo>
                    <a:pt x="939792" y="1802416"/>
                  </a:lnTo>
                  <a:lnTo>
                    <a:pt x="940863" y="1801758"/>
                  </a:lnTo>
                  <a:lnTo>
                    <a:pt x="941935" y="1801099"/>
                  </a:lnTo>
                  <a:lnTo>
                    <a:pt x="943006" y="1800440"/>
                  </a:lnTo>
                  <a:lnTo>
                    <a:pt x="944078" y="1799781"/>
                  </a:lnTo>
                  <a:lnTo>
                    <a:pt x="945150" y="1799121"/>
                  </a:lnTo>
                  <a:lnTo>
                    <a:pt x="946221" y="1798461"/>
                  </a:lnTo>
                  <a:lnTo>
                    <a:pt x="947293" y="1797801"/>
                  </a:lnTo>
                  <a:lnTo>
                    <a:pt x="948364" y="1797140"/>
                  </a:lnTo>
                  <a:lnTo>
                    <a:pt x="949436" y="1796479"/>
                  </a:lnTo>
                  <a:lnTo>
                    <a:pt x="950508" y="1795818"/>
                  </a:lnTo>
                  <a:lnTo>
                    <a:pt x="951579" y="1795157"/>
                  </a:lnTo>
                  <a:lnTo>
                    <a:pt x="952651" y="1794495"/>
                  </a:lnTo>
                  <a:lnTo>
                    <a:pt x="953722" y="1793833"/>
                  </a:lnTo>
                  <a:lnTo>
                    <a:pt x="954794" y="1793171"/>
                  </a:lnTo>
                  <a:lnTo>
                    <a:pt x="955866" y="1792508"/>
                  </a:lnTo>
                  <a:lnTo>
                    <a:pt x="956937" y="1791845"/>
                  </a:lnTo>
                  <a:lnTo>
                    <a:pt x="958009" y="1791182"/>
                  </a:lnTo>
                  <a:lnTo>
                    <a:pt x="959080" y="1790518"/>
                  </a:lnTo>
                  <a:lnTo>
                    <a:pt x="960152" y="1789855"/>
                  </a:lnTo>
                  <a:lnTo>
                    <a:pt x="961224" y="1789190"/>
                  </a:lnTo>
                  <a:lnTo>
                    <a:pt x="962295" y="1788526"/>
                  </a:lnTo>
                  <a:lnTo>
                    <a:pt x="963367" y="1787861"/>
                  </a:lnTo>
                  <a:lnTo>
                    <a:pt x="964438" y="1787196"/>
                  </a:lnTo>
                  <a:lnTo>
                    <a:pt x="965510" y="1786531"/>
                  </a:lnTo>
                  <a:lnTo>
                    <a:pt x="966582" y="1785865"/>
                  </a:lnTo>
                  <a:lnTo>
                    <a:pt x="967653" y="1785200"/>
                  </a:lnTo>
                  <a:lnTo>
                    <a:pt x="968725" y="1784534"/>
                  </a:lnTo>
                  <a:lnTo>
                    <a:pt x="969796" y="1783867"/>
                  </a:lnTo>
                  <a:lnTo>
                    <a:pt x="970868" y="1783200"/>
                  </a:lnTo>
                  <a:lnTo>
                    <a:pt x="971940" y="1782534"/>
                  </a:lnTo>
                  <a:lnTo>
                    <a:pt x="973011" y="1781866"/>
                  </a:lnTo>
                  <a:lnTo>
                    <a:pt x="974083" y="1781199"/>
                  </a:lnTo>
                  <a:lnTo>
                    <a:pt x="975154" y="1780531"/>
                  </a:lnTo>
                  <a:lnTo>
                    <a:pt x="976226" y="1779863"/>
                  </a:lnTo>
                  <a:lnTo>
                    <a:pt x="977298" y="1779195"/>
                  </a:lnTo>
                  <a:lnTo>
                    <a:pt x="978369" y="1778526"/>
                  </a:lnTo>
                  <a:lnTo>
                    <a:pt x="979441" y="1777857"/>
                  </a:lnTo>
                  <a:lnTo>
                    <a:pt x="980512" y="1777188"/>
                  </a:lnTo>
                  <a:lnTo>
                    <a:pt x="981584" y="1776519"/>
                  </a:lnTo>
                  <a:lnTo>
                    <a:pt x="982656" y="1775849"/>
                  </a:lnTo>
                  <a:lnTo>
                    <a:pt x="983727" y="1775179"/>
                  </a:lnTo>
                  <a:lnTo>
                    <a:pt x="984799" y="1774509"/>
                  </a:lnTo>
                  <a:lnTo>
                    <a:pt x="985870" y="1773839"/>
                  </a:lnTo>
                  <a:lnTo>
                    <a:pt x="986942" y="1773168"/>
                  </a:lnTo>
                  <a:lnTo>
                    <a:pt x="988014" y="1772497"/>
                  </a:lnTo>
                  <a:lnTo>
                    <a:pt x="989085" y="1771826"/>
                  </a:lnTo>
                  <a:lnTo>
                    <a:pt x="990157" y="1771154"/>
                  </a:lnTo>
                  <a:lnTo>
                    <a:pt x="991228" y="1770483"/>
                  </a:lnTo>
                  <a:lnTo>
                    <a:pt x="992300" y="1769811"/>
                  </a:lnTo>
                  <a:lnTo>
                    <a:pt x="993372" y="1769138"/>
                  </a:lnTo>
                  <a:lnTo>
                    <a:pt x="994443" y="1768466"/>
                  </a:lnTo>
                  <a:lnTo>
                    <a:pt x="995515" y="1767793"/>
                  </a:lnTo>
                  <a:lnTo>
                    <a:pt x="996586" y="1767120"/>
                  </a:lnTo>
                  <a:lnTo>
                    <a:pt x="997658" y="1766447"/>
                  </a:lnTo>
                  <a:lnTo>
                    <a:pt x="998730" y="1765774"/>
                  </a:lnTo>
                  <a:lnTo>
                    <a:pt x="999801" y="1765100"/>
                  </a:lnTo>
                  <a:lnTo>
                    <a:pt x="1000873" y="1764426"/>
                  </a:lnTo>
                  <a:lnTo>
                    <a:pt x="1001944" y="1763752"/>
                  </a:lnTo>
                  <a:lnTo>
                    <a:pt x="1003016" y="1763077"/>
                  </a:lnTo>
                  <a:lnTo>
                    <a:pt x="1004088" y="1762403"/>
                  </a:lnTo>
                  <a:lnTo>
                    <a:pt x="1005159" y="1761728"/>
                  </a:lnTo>
                  <a:lnTo>
                    <a:pt x="1006231" y="1761053"/>
                  </a:lnTo>
                  <a:lnTo>
                    <a:pt x="1007302" y="1760377"/>
                  </a:lnTo>
                  <a:lnTo>
                    <a:pt x="1008374" y="1759702"/>
                  </a:lnTo>
                  <a:lnTo>
                    <a:pt x="1009446" y="1759026"/>
                  </a:lnTo>
                  <a:lnTo>
                    <a:pt x="1010517" y="1758350"/>
                  </a:lnTo>
                  <a:lnTo>
                    <a:pt x="1011589" y="1757674"/>
                  </a:lnTo>
                  <a:lnTo>
                    <a:pt x="1012660" y="1756997"/>
                  </a:lnTo>
                  <a:lnTo>
                    <a:pt x="1013732" y="1756320"/>
                  </a:lnTo>
                  <a:lnTo>
                    <a:pt x="1014804" y="1755643"/>
                  </a:lnTo>
                  <a:lnTo>
                    <a:pt x="1015875" y="1754966"/>
                  </a:lnTo>
                  <a:lnTo>
                    <a:pt x="1016947" y="1754289"/>
                  </a:lnTo>
                  <a:lnTo>
                    <a:pt x="1018018" y="1753611"/>
                  </a:lnTo>
                  <a:lnTo>
                    <a:pt x="1019090" y="1752933"/>
                  </a:lnTo>
                  <a:lnTo>
                    <a:pt x="1020162" y="1752255"/>
                  </a:lnTo>
                  <a:lnTo>
                    <a:pt x="1021233" y="1751577"/>
                  </a:lnTo>
                  <a:lnTo>
                    <a:pt x="1022305" y="1750898"/>
                  </a:lnTo>
                  <a:lnTo>
                    <a:pt x="1023376" y="1750220"/>
                  </a:lnTo>
                  <a:lnTo>
                    <a:pt x="1024448" y="1749541"/>
                  </a:lnTo>
                  <a:lnTo>
                    <a:pt x="1025520" y="1748862"/>
                  </a:lnTo>
                  <a:lnTo>
                    <a:pt x="1026591" y="1748182"/>
                  </a:lnTo>
                  <a:lnTo>
                    <a:pt x="1027663" y="1747503"/>
                  </a:lnTo>
                  <a:lnTo>
                    <a:pt x="1028734" y="1746823"/>
                  </a:lnTo>
                  <a:lnTo>
                    <a:pt x="1029806" y="1746143"/>
                  </a:lnTo>
                  <a:lnTo>
                    <a:pt x="1030878" y="1745463"/>
                  </a:lnTo>
                  <a:lnTo>
                    <a:pt x="1031949" y="1744782"/>
                  </a:lnTo>
                  <a:lnTo>
                    <a:pt x="1033021" y="1744101"/>
                  </a:lnTo>
                  <a:lnTo>
                    <a:pt x="1034092" y="1743421"/>
                  </a:lnTo>
                  <a:lnTo>
                    <a:pt x="1035164" y="1742740"/>
                  </a:lnTo>
                  <a:lnTo>
                    <a:pt x="1036236" y="1742058"/>
                  </a:lnTo>
                  <a:lnTo>
                    <a:pt x="1037307" y="1741377"/>
                  </a:lnTo>
                  <a:lnTo>
                    <a:pt x="1038379" y="1740695"/>
                  </a:lnTo>
                  <a:lnTo>
                    <a:pt x="1039450" y="1740013"/>
                  </a:lnTo>
                  <a:lnTo>
                    <a:pt x="1040522" y="1739331"/>
                  </a:lnTo>
                  <a:lnTo>
                    <a:pt x="1041594" y="1738649"/>
                  </a:lnTo>
                  <a:lnTo>
                    <a:pt x="1042665" y="1737967"/>
                  </a:lnTo>
                  <a:lnTo>
                    <a:pt x="1043737" y="1737284"/>
                  </a:lnTo>
                  <a:lnTo>
                    <a:pt x="1044808" y="1736601"/>
                  </a:lnTo>
                  <a:lnTo>
                    <a:pt x="1045880" y="1735918"/>
                  </a:lnTo>
                  <a:lnTo>
                    <a:pt x="1046952" y="1735235"/>
                  </a:lnTo>
                  <a:lnTo>
                    <a:pt x="1048023" y="1734552"/>
                  </a:lnTo>
                  <a:lnTo>
                    <a:pt x="1049095" y="1733868"/>
                  </a:lnTo>
                  <a:lnTo>
                    <a:pt x="1050166" y="1733184"/>
                  </a:lnTo>
                  <a:lnTo>
                    <a:pt x="1051238" y="1732500"/>
                  </a:lnTo>
                  <a:lnTo>
                    <a:pt x="1052310" y="1731816"/>
                  </a:lnTo>
                  <a:lnTo>
                    <a:pt x="1053381" y="1731132"/>
                  </a:lnTo>
                  <a:lnTo>
                    <a:pt x="1054453" y="1730447"/>
                  </a:lnTo>
                  <a:lnTo>
                    <a:pt x="1055524" y="1729763"/>
                  </a:lnTo>
                  <a:lnTo>
                    <a:pt x="1056596" y="1729078"/>
                  </a:lnTo>
                  <a:lnTo>
                    <a:pt x="1057668" y="1728393"/>
                  </a:lnTo>
                  <a:lnTo>
                    <a:pt x="1058739" y="1727708"/>
                  </a:lnTo>
                  <a:lnTo>
                    <a:pt x="1059811" y="1727022"/>
                  </a:lnTo>
                  <a:lnTo>
                    <a:pt x="1060882" y="1726337"/>
                  </a:lnTo>
                  <a:lnTo>
                    <a:pt x="1061954" y="1725651"/>
                  </a:lnTo>
                  <a:lnTo>
                    <a:pt x="1063026" y="1724965"/>
                  </a:lnTo>
                  <a:lnTo>
                    <a:pt x="1064097" y="1724279"/>
                  </a:lnTo>
                  <a:lnTo>
                    <a:pt x="1065169" y="1723593"/>
                  </a:lnTo>
                  <a:lnTo>
                    <a:pt x="1066240" y="1722906"/>
                  </a:lnTo>
                  <a:lnTo>
                    <a:pt x="1067312" y="1722220"/>
                  </a:lnTo>
                  <a:lnTo>
                    <a:pt x="1068383" y="1721533"/>
                  </a:lnTo>
                  <a:lnTo>
                    <a:pt x="1069455" y="1720846"/>
                  </a:lnTo>
                  <a:lnTo>
                    <a:pt x="1070527" y="1720159"/>
                  </a:lnTo>
                  <a:lnTo>
                    <a:pt x="1071598" y="1719472"/>
                  </a:lnTo>
                  <a:lnTo>
                    <a:pt x="1072670" y="1718784"/>
                  </a:lnTo>
                  <a:lnTo>
                    <a:pt x="1073741" y="1718097"/>
                  </a:lnTo>
                  <a:lnTo>
                    <a:pt x="1074813" y="1717409"/>
                  </a:lnTo>
                  <a:lnTo>
                    <a:pt x="1075885" y="1716721"/>
                  </a:lnTo>
                  <a:lnTo>
                    <a:pt x="1076956" y="1716033"/>
                  </a:lnTo>
                  <a:lnTo>
                    <a:pt x="1078028" y="1715345"/>
                  </a:lnTo>
                  <a:lnTo>
                    <a:pt x="1079099" y="1714656"/>
                  </a:lnTo>
                  <a:lnTo>
                    <a:pt x="1080171" y="1713968"/>
                  </a:lnTo>
                  <a:lnTo>
                    <a:pt x="1081243" y="1713279"/>
                  </a:lnTo>
                  <a:lnTo>
                    <a:pt x="1082314" y="1712590"/>
                  </a:lnTo>
                  <a:lnTo>
                    <a:pt x="1083386" y="1711901"/>
                  </a:lnTo>
                  <a:lnTo>
                    <a:pt x="1084457" y="1711212"/>
                  </a:lnTo>
                  <a:lnTo>
                    <a:pt x="1085529" y="1710523"/>
                  </a:lnTo>
                  <a:lnTo>
                    <a:pt x="1086601" y="1709833"/>
                  </a:lnTo>
                  <a:lnTo>
                    <a:pt x="1087672" y="1709144"/>
                  </a:lnTo>
                  <a:lnTo>
                    <a:pt x="1088744" y="1708454"/>
                  </a:lnTo>
                  <a:lnTo>
                    <a:pt x="1089815" y="1707764"/>
                  </a:lnTo>
                  <a:lnTo>
                    <a:pt x="1090887" y="1707074"/>
                  </a:lnTo>
                  <a:lnTo>
                    <a:pt x="1091959" y="1706384"/>
                  </a:lnTo>
                  <a:lnTo>
                    <a:pt x="1093030" y="1705694"/>
                  </a:lnTo>
                  <a:lnTo>
                    <a:pt x="1094102" y="1705003"/>
                  </a:lnTo>
                  <a:lnTo>
                    <a:pt x="1095173" y="1704313"/>
                  </a:lnTo>
                  <a:lnTo>
                    <a:pt x="1096245" y="1703622"/>
                  </a:lnTo>
                  <a:lnTo>
                    <a:pt x="1097317" y="1702931"/>
                  </a:lnTo>
                  <a:lnTo>
                    <a:pt x="1098388" y="1702240"/>
                  </a:lnTo>
                  <a:lnTo>
                    <a:pt x="1099460" y="1701549"/>
                  </a:lnTo>
                  <a:lnTo>
                    <a:pt x="1100531" y="1700858"/>
                  </a:lnTo>
                  <a:lnTo>
                    <a:pt x="1101603" y="1700166"/>
                  </a:lnTo>
                  <a:lnTo>
                    <a:pt x="1102675" y="1699475"/>
                  </a:lnTo>
                  <a:lnTo>
                    <a:pt x="1103746" y="1698783"/>
                  </a:lnTo>
                  <a:lnTo>
                    <a:pt x="1104818" y="1698091"/>
                  </a:lnTo>
                  <a:lnTo>
                    <a:pt x="1105889" y="1697399"/>
                  </a:lnTo>
                  <a:lnTo>
                    <a:pt x="1106961" y="1696707"/>
                  </a:lnTo>
                  <a:lnTo>
                    <a:pt x="1108033" y="1696015"/>
                  </a:lnTo>
                  <a:lnTo>
                    <a:pt x="1109104" y="1695323"/>
                  </a:lnTo>
                  <a:lnTo>
                    <a:pt x="1110176" y="1694630"/>
                  </a:lnTo>
                  <a:lnTo>
                    <a:pt x="1111247" y="1693938"/>
                  </a:lnTo>
                  <a:lnTo>
                    <a:pt x="1112319" y="1693245"/>
                  </a:lnTo>
                  <a:lnTo>
                    <a:pt x="1113391" y="1692553"/>
                  </a:lnTo>
                  <a:lnTo>
                    <a:pt x="1114462" y="1691860"/>
                  </a:lnTo>
                  <a:lnTo>
                    <a:pt x="1115534" y="1691167"/>
                  </a:lnTo>
                  <a:lnTo>
                    <a:pt x="1116605" y="1690474"/>
                  </a:lnTo>
                  <a:lnTo>
                    <a:pt x="1117677" y="1689780"/>
                  </a:lnTo>
                  <a:lnTo>
                    <a:pt x="1118749" y="1689087"/>
                  </a:lnTo>
                  <a:lnTo>
                    <a:pt x="1119820" y="1688394"/>
                  </a:lnTo>
                  <a:lnTo>
                    <a:pt x="1120892" y="1687700"/>
                  </a:lnTo>
                  <a:lnTo>
                    <a:pt x="1121963" y="1687006"/>
                  </a:lnTo>
                  <a:lnTo>
                    <a:pt x="1123035" y="1686313"/>
                  </a:lnTo>
                  <a:lnTo>
                    <a:pt x="1124107" y="1685619"/>
                  </a:lnTo>
                  <a:lnTo>
                    <a:pt x="1125178" y="1684925"/>
                  </a:lnTo>
                  <a:lnTo>
                    <a:pt x="1126250" y="1684231"/>
                  </a:lnTo>
                  <a:lnTo>
                    <a:pt x="1127321" y="1683536"/>
                  </a:lnTo>
                  <a:lnTo>
                    <a:pt x="1128393" y="1682842"/>
                  </a:lnTo>
                  <a:lnTo>
                    <a:pt x="1129465" y="1682148"/>
                  </a:lnTo>
                  <a:lnTo>
                    <a:pt x="1130536" y="1681453"/>
                  </a:lnTo>
                  <a:lnTo>
                    <a:pt x="1131608" y="1680759"/>
                  </a:lnTo>
                  <a:lnTo>
                    <a:pt x="1132679" y="1680064"/>
                  </a:lnTo>
                  <a:lnTo>
                    <a:pt x="1133751" y="1679369"/>
                  </a:lnTo>
                  <a:lnTo>
                    <a:pt x="1134823" y="1678674"/>
                  </a:lnTo>
                  <a:lnTo>
                    <a:pt x="1135894" y="1677979"/>
                  </a:lnTo>
                  <a:lnTo>
                    <a:pt x="1136966" y="1677284"/>
                  </a:lnTo>
                  <a:lnTo>
                    <a:pt x="1138037" y="1676589"/>
                  </a:lnTo>
                  <a:lnTo>
                    <a:pt x="1139109" y="1675894"/>
                  </a:lnTo>
                  <a:lnTo>
                    <a:pt x="1140181" y="1675199"/>
                  </a:lnTo>
                  <a:lnTo>
                    <a:pt x="1141252" y="1674503"/>
                  </a:lnTo>
                  <a:lnTo>
                    <a:pt x="1142324" y="1673808"/>
                  </a:lnTo>
                  <a:lnTo>
                    <a:pt x="1143395" y="1673112"/>
                  </a:lnTo>
                  <a:lnTo>
                    <a:pt x="1144467" y="1672416"/>
                  </a:lnTo>
                  <a:lnTo>
                    <a:pt x="1145539" y="1671721"/>
                  </a:lnTo>
                  <a:lnTo>
                    <a:pt x="1146610" y="1671025"/>
                  </a:lnTo>
                  <a:lnTo>
                    <a:pt x="1147682" y="1670329"/>
                  </a:lnTo>
                  <a:lnTo>
                    <a:pt x="1148753" y="1669633"/>
                  </a:lnTo>
                  <a:lnTo>
                    <a:pt x="1149825" y="1668937"/>
                  </a:lnTo>
                  <a:lnTo>
                    <a:pt x="1150897" y="1668241"/>
                  </a:lnTo>
                  <a:lnTo>
                    <a:pt x="1151968" y="1667544"/>
                  </a:lnTo>
                  <a:lnTo>
                    <a:pt x="1153040" y="1666848"/>
                  </a:lnTo>
                  <a:lnTo>
                    <a:pt x="1154111" y="1666152"/>
                  </a:lnTo>
                  <a:lnTo>
                    <a:pt x="1155183" y="1665455"/>
                  </a:lnTo>
                  <a:lnTo>
                    <a:pt x="1156255" y="1664759"/>
                  </a:lnTo>
                  <a:lnTo>
                    <a:pt x="1157326" y="1664062"/>
                  </a:lnTo>
                  <a:lnTo>
                    <a:pt x="1158398" y="1663366"/>
                  </a:lnTo>
                  <a:lnTo>
                    <a:pt x="1159469" y="1662669"/>
                  </a:lnTo>
                  <a:lnTo>
                    <a:pt x="1160541" y="1661972"/>
                  </a:lnTo>
                  <a:lnTo>
                    <a:pt x="1161613" y="1661275"/>
                  </a:lnTo>
                  <a:lnTo>
                    <a:pt x="1162684" y="1660578"/>
                  </a:lnTo>
                  <a:lnTo>
                    <a:pt x="1163756" y="1659881"/>
                  </a:lnTo>
                  <a:lnTo>
                    <a:pt x="1164827" y="1659184"/>
                  </a:lnTo>
                  <a:lnTo>
                    <a:pt x="1165899" y="1658487"/>
                  </a:lnTo>
                  <a:lnTo>
                    <a:pt x="1166971" y="1657790"/>
                  </a:lnTo>
                  <a:lnTo>
                    <a:pt x="1168042" y="1657093"/>
                  </a:lnTo>
                  <a:lnTo>
                    <a:pt x="1169114" y="1656396"/>
                  </a:lnTo>
                  <a:lnTo>
                    <a:pt x="1170185" y="1655698"/>
                  </a:lnTo>
                  <a:lnTo>
                    <a:pt x="1171257" y="1655001"/>
                  </a:lnTo>
                  <a:lnTo>
                    <a:pt x="1172329" y="1654304"/>
                  </a:lnTo>
                  <a:lnTo>
                    <a:pt x="1173400" y="1653606"/>
                  </a:lnTo>
                  <a:lnTo>
                    <a:pt x="1174472" y="1652909"/>
                  </a:lnTo>
                  <a:lnTo>
                    <a:pt x="1175543" y="1652211"/>
                  </a:lnTo>
                  <a:lnTo>
                    <a:pt x="1176615" y="1651514"/>
                  </a:lnTo>
                  <a:lnTo>
                    <a:pt x="1177687" y="1650816"/>
                  </a:lnTo>
                  <a:lnTo>
                    <a:pt x="1178758" y="1650118"/>
                  </a:lnTo>
                  <a:lnTo>
                    <a:pt x="1179830" y="1649421"/>
                  </a:lnTo>
                  <a:lnTo>
                    <a:pt x="1180901" y="1648723"/>
                  </a:lnTo>
                  <a:lnTo>
                    <a:pt x="1181973" y="1648025"/>
                  </a:lnTo>
                  <a:lnTo>
                    <a:pt x="1183045" y="1647327"/>
                  </a:lnTo>
                  <a:lnTo>
                    <a:pt x="1184116" y="1646629"/>
                  </a:lnTo>
                  <a:lnTo>
                    <a:pt x="1185188" y="1645932"/>
                  </a:lnTo>
                  <a:lnTo>
                    <a:pt x="1186259" y="1645234"/>
                  </a:lnTo>
                  <a:lnTo>
                    <a:pt x="1187331" y="1644536"/>
                  </a:lnTo>
                  <a:lnTo>
                    <a:pt x="1188403" y="1643838"/>
                  </a:lnTo>
                  <a:lnTo>
                    <a:pt x="1189474" y="1643140"/>
                  </a:lnTo>
                  <a:lnTo>
                    <a:pt x="1190546" y="1642442"/>
                  </a:lnTo>
                  <a:lnTo>
                    <a:pt x="1191617" y="1641744"/>
                  </a:lnTo>
                  <a:lnTo>
                    <a:pt x="1192689" y="1641046"/>
                  </a:lnTo>
                  <a:lnTo>
                    <a:pt x="1193761" y="1640348"/>
                  </a:lnTo>
                  <a:lnTo>
                    <a:pt x="1194832" y="1639649"/>
                  </a:lnTo>
                  <a:lnTo>
                    <a:pt x="1195904" y="1638951"/>
                  </a:lnTo>
                  <a:lnTo>
                    <a:pt x="1196975" y="1638253"/>
                  </a:lnTo>
                  <a:lnTo>
                    <a:pt x="1198047" y="1637555"/>
                  </a:lnTo>
                  <a:lnTo>
                    <a:pt x="1199119" y="1636857"/>
                  </a:lnTo>
                  <a:lnTo>
                    <a:pt x="1200190" y="1636159"/>
                  </a:lnTo>
                  <a:lnTo>
                    <a:pt x="1201262" y="1635460"/>
                  </a:lnTo>
                  <a:lnTo>
                    <a:pt x="1202333" y="1634762"/>
                  </a:lnTo>
                  <a:lnTo>
                    <a:pt x="1203405" y="1634064"/>
                  </a:lnTo>
                  <a:lnTo>
                    <a:pt x="1204477" y="1633366"/>
                  </a:lnTo>
                  <a:lnTo>
                    <a:pt x="1205548" y="1632668"/>
                  </a:lnTo>
                  <a:lnTo>
                    <a:pt x="1206620" y="1631969"/>
                  </a:lnTo>
                  <a:lnTo>
                    <a:pt x="1207691" y="1631271"/>
                  </a:lnTo>
                  <a:lnTo>
                    <a:pt x="1208763" y="1630573"/>
                  </a:lnTo>
                  <a:lnTo>
                    <a:pt x="1209835" y="1629875"/>
                  </a:lnTo>
                  <a:lnTo>
                    <a:pt x="1210906" y="1629176"/>
                  </a:lnTo>
                  <a:lnTo>
                    <a:pt x="1211978" y="1628478"/>
                  </a:lnTo>
                  <a:lnTo>
                    <a:pt x="1213049" y="1627780"/>
                  </a:lnTo>
                  <a:lnTo>
                    <a:pt x="1214121" y="1627082"/>
                  </a:lnTo>
                  <a:lnTo>
                    <a:pt x="1215193" y="1626383"/>
                  </a:lnTo>
                  <a:lnTo>
                    <a:pt x="1216264" y="1625685"/>
                  </a:lnTo>
                  <a:lnTo>
                    <a:pt x="1217336" y="1624987"/>
                  </a:lnTo>
                  <a:lnTo>
                    <a:pt x="1218407" y="1624289"/>
                  </a:lnTo>
                  <a:lnTo>
                    <a:pt x="1219479" y="1623591"/>
                  </a:lnTo>
                  <a:lnTo>
                    <a:pt x="1220551" y="1622893"/>
                  </a:lnTo>
                  <a:lnTo>
                    <a:pt x="1221622" y="1622195"/>
                  </a:lnTo>
                  <a:lnTo>
                    <a:pt x="1222694" y="1621496"/>
                  </a:lnTo>
                  <a:lnTo>
                    <a:pt x="1223765" y="1620798"/>
                  </a:lnTo>
                  <a:lnTo>
                    <a:pt x="1224837" y="1620100"/>
                  </a:lnTo>
                  <a:lnTo>
                    <a:pt x="1225909" y="1619402"/>
                  </a:lnTo>
                  <a:lnTo>
                    <a:pt x="1226980" y="1618704"/>
                  </a:lnTo>
                  <a:lnTo>
                    <a:pt x="1228052" y="1618006"/>
                  </a:lnTo>
                  <a:lnTo>
                    <a:pt x="1229123" y="1617308"/>
                  </a:lnTo>
                  <a:lnTo>
                    <a:pt x="1230195" y="1616610"/>
                  </a:lnTo>
                  <a:lnTo>
                    <a:pt x="1231267" y="1615913"/>
                  </a:lnTo>
                  <a:lnTo>
                    <a:pt x="1232338" y="1615215"/>
                  </a:lnTo>
                  <a:lnTo>
                    <a:pt x="1233410" y="1614517"/>
                  </a:lnTo>
                  <a:lnTo>
                    <a:pt x="1234481" y="1613819"/>
                  </a:lnTo>
                  <a:lnTo>
                    <a:pt x="1235553" y="1613121"/>
                  </a:lnTo>
                  <a:lnTo>
                    <a:pt x="1236625" y="1612424"/>
                  </a:lnTo>
                  <a:lnTo>
                    <a:pt x="1237696" y="1611726"/>
                  </a:lnTo>
                  <a:lnTo>
                    <a:pt x="1238768" y="1611029"/>
                  </a:lnTo>
                  <a:lnTo>
                    <a:pt x="1239839" y="1610331"/>
                  </a:lnTo>
                  <a:lnTo>
                    <a:pt x="1240911" y="1609634"/>
                  </a:lnTo>
                  <a:lnTo>
                    <a:pt x="1241983" y="1608936"/>
                  </a:lnTo>
                  <a:lnTo>
                    <a:pt x="1243054" y="1608239"/>
                  </a:lnTo>
                  <a:lnTo>
                    <a:pt x="1244126" y="1607541"/>
                  </a:lnTo>
                  <a:lnTo>
                    <a:pt x="1245197" y="1606844"/>
                  </a:lnTo>
                  <a:lnTo>
                    <a:pt x="1246269" y="1606147"/>
                  </a:lnTo>
                  <a:lnTo>
                    <a:pt x="1247340" y="1605450"/>
                  </a:lnTo>
                  <a:lnTo>
                    <a:pt x="1248412" y="1604753"/>
                  </a:lnTo>
                  <a:lnTo>
                    <a:pt x="1249484" y="1604056"/>
                  </a:lnTo>
                  <a:lnTo>
                    <a:pt x="1250555" y="1603359"/>
                  </a:lnTo>
                  <a:lnTo>
                    <a:pt x="1251627" y="1602662"/>
                  </a:lnTo>
                  <a:lnTo>
                    <a:pt x="1252698" y="1601965"/>
                  </a:lnTo>
                  <a:lnTo>
                    <a:pt x="1253770" y="1601268"/>
                  </a:lnTo>
                  <a:lnTo>
                    <a:pt x="1254842" y="1600572"/>
                  </a:lnTo>
                  <a:lnTo>
                    <a:pt x="1255913" y="1599875"/>
                  </a:lnTo>
                  <a:lnTo>
                    <a:pt x="1256985" y="1599179"/>
                  </a:lnTo>
                  <a:lnTo>
                    <a:pt x="1258056" y="1598482"/>
                  </a:lnTo>
                  <a:lnTo>
                    <a:pt x="1259128" y="1597786"/>
                  </a:lnTo>
                  <a:lnTo>
                    <a:pt x="1260200" y="1597090"/>
                  </a:lnTo>
                  <a:lnTo>
                    <a:pt x="1261271" y="1596394"/>
                  </a:lnTo>
                  <a:lnTo>
                    <a:pt x="1262343" y="1595697"/>
                  </a:lnTo>
                  <a:lnTo>
                    <a:pt x="1263414" y="1595001"/>
                  </a:lnTo>
                  <a:lnTo>
                    <a:pt x="1264486" y="1594306"/>
                  </a:lnTo>
                  <a:lnTo>
                    <a:pt x="1265558" y="1593610"/>
                  </a:lnTo>
                  <a:lnTo>
                    <a:pt x="1266629" y="1592914"/>
                  </a:lnTo>
                  <a:lnTo>
                    <a:pt x="1267701" y="1592219"/>
                  </a:lnTo>
                  <a:lnTo>
                    <a:pt x="1268772" y="1591523"/>
                  </a:lnTo>
                  <a:lnTo>
                    <a:pt x="1269844" y="1590828"/>
                  </a:lnTo>
                  <a:lnTo>
                    <a:pt x="1270916" y="1590132"/>
                  </a:lnTo>
                  <a:lnTo>
                    <a:pt x="1271987" y="1589437"/>
                  </a:lnTo>
                  <a:lnTo>
                    <a:pt x="1273059" y="1588742"/>
                  </a:lnTo>
                  <a:lnTo>
                    <a:pt x="1274130" y="1588047"/>
                  </a:lnTo>
                  <a:lnTo>
                    <a:pt x="1275202" y="1587352"/>
                  </a:lnTo>
                  <a:lnTo>
                    <a:pt x="1276274" y="1586658"/>
                  </a:lnTo>
                  <a:lnTo>
                    <a:pt x="1277345" y="1585963"/>
                  </a:lnTo>
                  <a:lnTo>
                    <a:pt x="1278417" y="1585269"/>
                  </a:lnTo>
                  <a:lnTo>
                    <a:pt x="1279488" y="1584574"/>
                  </a:lnTo>
                  <a:lnTo>
                    <a:pt x="1280560" y="1583880"/>
                  </a:lnTo>
                  <a:lnTo>
                    <a:pt x="1281632" y="1583186"/>
                  </a:lnTo>
                  <a:lnTo>
                    <a:pt x="1282703" y="1582492"/>
                  </a:lnTo>
                  <a:lnTo>
                    <a:pt x="1283775" y="1581798"/>
                  </a:lnTo>
                  <a:lnTo>
                    <a:pt x="1284846" y="1581105"/>
                  </a:lnTo>
                  <a:lnTo>
                    <a:pt x="1285918" y="1580411"/>
                  </a:lnTo>
                  <a:lnTo>
                    <a:pt x="1286990" y="1579718"/>
                  </a:lnTo>
                  <a:lnTo>
                    <a:pt x="1288061" y="1579025"/>
                  </a:lnTo>
                  <a:lnTo>
                    <a:pt x="1289133" y="1578332"/>
                  </a:lnTo>
                  <a:lnTo>
                    <a:pt x="1290204" y="1577639"/>
                  </a:lnTo>
                  <a:lnTo>
                    <a:pt x="1291276" y="1576946"/>
                  </a:lnTo>
                  <a:lnTo>
                    <a:pt x="1292348" y="1576253"/>
                  </a:lnTo>
                  <a:lnTo>
                    <a:pt x="1293419" y="1575561"/>
                  </a:lnTo>
                  <a:lnTo>
                    <a:pt x="1294491" y="1574868"/>
                  </a:lnTo>
                  <a:lnTo>
                    <a:pt x="1295562" y="1574176"/>
                  </a:lnTo>
                  <a:lnTo>
                    <a:pt x="1296634" y="1573484"/>
                  </a:lnTo>
                  <a:lnTo>
                    <a:pt x="1297706" y="1572793"/>
                  </a:lnTo>
                  <a:lnTo>
                    <a:pt x="1298777" y="1572101"/>
                  </a:lnTo>
                  <a:lnTo>
                    <a:pt x="1299849" y="1571410"/>
                  </a:lnTo>
                  <a:lnTo>
                    <a:pt x="1300920" y="1570718"/>
                  </a:lnTo>
                  <a:lnTo>
                    <a:pt x="1301992" y="1570027"/>
                  </a:lnTo>
                  <a:lnTo>
                    <a:pt x="1303064" y="1569336"/>
                  </a:lnTo>
                  <a:lnTo>
                    <a:pt x="1304135" y="1568646"/>
                  </a:lnTo>
                  <a:lnTo>
                    <a:pt x="1305207" y="1567955"/>
                  </a:lnTo>
                  <a:lnTo>
                    <a:pt x="1306278" y="1567265"/>
                  </a:lnTo>
                  <a:lnTo>
                    <a:pt x="1307350" y="1566575"/>
                  </a:lnTo>
                  <a:lnTo>
                    <a:pt x="1308422" y="1565885"/>
                  </a:lnTo>
                  <a:lnTo>
                    <a:pt x="1309493" y="1565195"/>
                  </a:lnTo>
                  <a:lnTo>
                    <a:pt x="1310565" y="1564505"/>
                  </a:lnTo>
                  <a:lnTo>
                    <a:pt x="1311636" y="1563816"/>
                  </a:lnTo>
                  <a:lnTo>
                    <a:pt x="1312708" y="1563127"/>
                  </a:lnTo>
                  <a:lnTo>
                    <a:pt x="1313780" y="1562438"/>
                  </a:lnTo>
                  <a:lnTo>
                    <a:pt x="1314851" y="1561750"/>
                  </a:lnTo>
                  <a:lnTo>
                    <a:pt x="1315923" y="1561061"/>
                  </a:lnTo>
                  <a:lnTo>
                    <a:pt x="1316994" y="1560373"/>
                  </a:lnTo>
                  <a:lnTo>
                    <a:pt x="1318066" y="1559685"/>
                  </a:lnTo>
                  <a:lnTo>
                    <a:pt x="1319138" y="1558997"/>
                  </a:lnTo>
                  <a:lnTo>
                    <a:pt x="1320209" y="1558310"/>
                  </a:lnTo>
                  <a:lnTo>
                    <a:pt x="1321281" y="1557622"/>
                  </a:lnTo>
                  <a:lnTo>
                    <a:pt x="1322352" y="1556935"/>
                  </a:lnTo>
                  <a:lnTo>
                    <a:pt x="1323424" y="1556249"/>
                  </a:lnTo>
                  <a:lnTo>
                    <a:pt x="1324496" y="1555562"/>
                  </a:lnTo>
                  <a:lnTo>
                    <a:pt x="1325567" y="1554876"/>
                  </a:lnTo>
                  <a:lnTo>
                    <a:pt x="1326639" y="1554190"/>
                  </a:lnTo>
                  <a:lnTo>
                    <a:pt x="1327710" y="1553504"/>
                  </a:lnTo>
                  <a:lnTo>
                    <a:pt x="1328782" y="1552819"/>
                  </a:lnTo>
                  <a:lnTo>
                    <a:pt x="1329854" y="1552133"/>
                  </a:lnTo>
                  <a:lnTo>
                    <a:pt x="1330925" y="1551449"/>
                  </a:lnTo>
                  <a:lnTo>
                    <a:pt x="1331997" y="1550764"/>
                  </a:lnTo>
                  <a:lnTo>
                    <a:pt x="1333068" y="1550080"/>
                  </a:lnTo>
                  <a:lnTo>
                    <a:pt x="1334140" y="1549395"/>
                  </a:lnTo>
                  <a:lnTo>
                    <a:pt x="1335212" y="1548712"/>
                  </a:lnTo>
                  <a:lnTo>
                    <a:pt x="1336283" y="1548028"/>
                  </a:lnTo>
                  <a:lnTo>
                    <a:pt x="1337355" y="1547345"/>
                  </a:lnTo>
                  <a:lnTo>
                    <a:pt x="1338426" y="1546662"/>
                  </a:lnTo>
                  <a:lnTo>
                    <a:pt x="1339498" y="1545979"/>
                  </a:lnTo>
                  <a:lnTo>
                    <a:pt x="1340570" y="1545297"/>
                  </a:lnTo>
                  <a:lnTo>
                    <a:pt x="1341641" y="1544615"/>
                  </a:lnTo>
                  <a:lnTo>
                    <a:pt x="1342713" y="1543934"/>
                  </a:lnTo>
                  <a:lnTo>
                    <a:pt x="1343784" y="1543252"/>
                  </a:lnTo>
                  <a:lnTo>
                    <a:pt x="1344856" y="1542571"/>
                  </a:lnTo>
                  <a:lnTo>
                    <a:pt x="1345928" y="1541891"/>
                  </a:lnTo>
                  <a:lnTo>
                    <a:pt x="1346999" y="1541210"/>
                  </a:lnTo>
                  <a:lnTo>
                    <a:pt x="1348071" y="1540530"/>
                  </a:lnTo>
                  <a:lnTo>
                    <a:pt x="1349142" y="1539851"/>
                  </a:lnTo>
                  <a:lnTo>
                    <a:pt x="1350214" y="1539171"/>
                  </a:lnTo>
                  <a:lnTo>
                    <a:pt x="1351286" y="1538493"/>
                  </a:lnTo>
                  <a:lnTo>
                    <a:pt x="1352357" y="1537814"/>
                  </a:lnTo>
                  <a:lnTo>
                    <a:pt x="1353429" y="1537136"/>
                  </a:lnTo>
                  <a:lnTo>
                    <a:pt x="1354500" y="1536458"/>
                  </a:lnTo>
                  <a:lnTo>
                    <a:pt x="1355572" y="1535781"/>
                  </a:lnTo>
                  <a:lnTo>
                    <a:pt x="1356644" y="1535104"/>
                  </a:lnTo>
                  <a:lnTo>
                    <a:pt x="1357715" y="1534427"/>
                  </a:lnTo>
                  <a:lnTo>
                    <a:pt x="1358787" y="1533751"/>
                  </a:lnTo>
                  <a:lnTo>
                    <a:pt x="1359858" y="1533075"/>
                  </a:lnTo>
                  <a:lnTo>
                    <a:pt x="1360930" y="1532399"/>
                  </a:lnTo>
                  <a:lnTo>
                    <a:pt x="1362002" y="1531724"/>
                  </a:lnTo>
                  <a:lnTo>
                    <a:pt x="1363073" y="1531050"/>
                  </a:lnTo>
                  <a:lnTo>
                    <a:pt x="1364145" y="1530375"/>
                  </a:lnTo>
                  <a:lnTo>
                    <a:pt x="1365216" y="1529702"/>
                  </a:lnTo>
                  <a:lnTo>
                    <a:pt x="1366288" y="1529028"/>
                  </a:lnTo>
                  <a:lnTo>
                    <a:pt x="1367360" y="1528355"/>
                  </a:lnTo>
                  <a:lnTo>
                    <a:pt x="1368431" y="1527683"/>
                  </a:lnTo>
                  <a:lnTo>
                    <a:pt x="1369503" y="1527011"/>
                  </a:lnTo>
                  <a:lnTo>
                    <a:pt x="1370574" y="1526339"/>
                  </a:lnTo>
                  <a:lnTo>
                    <a:pt x="1371646" y="1525668"/>
                  </a:lnTo>
                  <a:lnTo>
                    <a:pt x="1372718" y="1524998"/>
                  </a:lnTo>
                  <a:lnTo>
                    <a:pt x="1373789" y="1524328"/>
                  </a:lnTo>
                  <a:lnTo>
                    <a:pt x="1374861" y="1523658"/>
                  </a:lnTo>
                  <a:lnTo>
                    <a:pt x="1375932" y="1522989"/>
                  </a:lnTo>
                  <a:lnTo>
                    <a:pt x="1377004" y="1522320"/>
                  </a:lnTo>
                  <a:lnTo>
                    <a:pt x="1378076" y="1521652"/>
                  </a:lnTo>
                  <a:lnTo>
                    <a:pt x="1379147" y="1520984"/>
                  </a:lnTo>
                  <a:lnTo>
                    <a:pt x="1380219" y="1520317"/>
                  </a:lnTo>
                  <a:lnTo>
                    <a:pt x="1381290" y="1519651"/>
                  </a:lnTo>
                  <a:lnTo>
                    <a:pt x="1382362" y="1518985"/>
                  </a:lnTo>
                  <a:lnTo>
                    <a:pt x="1383434" y="1518319"/>
                  </a:lnTo>
                  <a:lnTo>
                    <a:pt x="1384505" y="1517654"/>
                  </a:lnTo>
                  <a:lnTo>
                    <a:pt x="1385577" y="1516990"/>
                  </a:lnTo>
                  <a:lnTo>
                    <a:pt x="1386648" y="1516212"/>
                  </a:lnTo>
                  <a:lnTo>
                    <a:pt x="1387720" y="1515281"/>
                  </a:lnTo>
                  <a:lnTo>
                    <a:pt x="1388792" y="1514351"/>
                  </a:lnTo>
                  <a:lnTo>
                    <a:pt x="1389863" y="1513423"/>
                  </a:lnTo>
                  <a:lnTo>
                    <a:pt x="1390935" y="1512496"/>
                  </a:lnTo>
                  <a:lnTo>
                    <a:pt x="1392006" y="1511571"/>
                  </a:lnTo>
                  <a:lnTo>
                    <a:pt x="1393078" y="1510647"/>
                  </a:lnTo>
                  <a:lnTo>
                    <a:pt x="1394150" y="1509725"/>
                  </a:lnTo>
                  <a:lnTo>
                    <a:pt x="1395221" y="1508804"/>
                  </a:lnTo>
                  <a:lnTo>
                    <a:pt x="1396293" y="1507885"/>
                  </a:lnTo>
                  <a:lnTo>
                    <a:pt x="1397364" y="1506968"/>
                  </a:lnTo>
                  <a:lnTo>
                    <a:pt x="1398436" y="1506052"/>
                  </a:lnTo>
                  <a:lnTo>
                    <a:pt x="1399508" y="1505137"/>
                  </a:lnTo>
                  <a:lnTo>
                    <a:pt x="1400579" y="1504224"/>
                  </a:lnTo>
                  <a:lnTo>
                    <a:pt x="1401651" y="1503313"/>
                  </a:lnTo>
                  <a:lnTo>
                    <a:pt x="1402722" y="1502403"/>
                  </a:lnTo>
                  <a:lnTo>
                    <a:pt x="1403794" y="1501495"/>
                  </a:lnTo>
                  <a:lnTo>
                    <a:pt x="1404866" y="1500588"/>
                  </a:lnTo>
                  <a:lnTo>
                    <a:pt x="1405937" y="1499682"/>
                  </a:lnTo>
                  <a:lnTo>
                    <a:pt x="1407009" y="1498778"/>
                  </a:lnTo>
                  <a:lnTo>
                    <a:pt x="1408080" y="1497876"/>
                  </a:lnTo>
                  <a:lnTo>
                    <a:pt x="1409152" y="1496975"/>
                  </a:lnTo>
                  <a:lnTo>
                    <a:pt x="1410224" y="1496075"/>
                  </a:lnTo>
                  <a:lnTo>
                    <a:pt x="1411295" y="1495177"/>
                  </a:lnTo>
                  <a:lnTo>
                    <a:pt x="1412367" y="1494281"/>
                  </a:lnTo>
                  <a:lnTo>
                    <a:pt x="1413438" y="1493386"/>
                  </a:lnTo>
                  <a:lnTo>
                    <a:pt x="1414510" y="1492492"/>
                  </a:lnTo>
                  <a:lnTo>
                    <a:pt x="1415582" y="1491600"/>
                  </a:lnTo>
                  <a:lnTo>
                    <a:pt x="1416653" y="1490709"/>
                  </a:lnTo>
                  <a:lnTo>
                    <a:pt x="1417725" y="1489820"/>
                  </a:lnTo>
                  <a:lnTo>
                    <a:pt x="1418796" y="1488932"/>
                  </a:lnTo>
                  <a:lnTo>
                    <a:pt x="1419868" y="1488045"/>
                  </a:lnTo>
                  <a:lnTo>
                    <a:pt x="1420939" y="1487160"/>
                  </a:lnTo>
                  <a:lnTo>
                    <a:pt x="1422011" y="1486276"/>
                  </a:lnTo>
                  <a:lnTo>
                    <a:pt x="1423083" y="1485394"/>
                  </a:lnTo>
                  <a:lnTo>
                    <a:pt x="1424154" y="1484513"/>
                  </a:lnTo>
                  <a:lnTo>
                    <a:pt x="1425226" y="1483634"/>
                  </a:lnTo>
                  <a:lnTo>
                    <a:pt x="1426297" y="1482756"/>
                  </a:lnTo>
                  <a:lnTo>
                    <a:pt x="1427369" y="1481879"/>
                  </a:lnTo>
                  <a:lnTo>
                    <a:pt x="1428441" y="1481004"/>
                  </a:lnTo>
                  <a:lnTo>
                    <a:pt x="1429512" y="1480130"/>
                  </a:lnTo>
                  <a:lnTo>
                    <a:pt x="1430584" y="1479257"/>
                  </a:lnTo>
                  <a:lnTo>
                    <a:pt x="1431655" y="1478386"/>
                  </a:lnTo>
                  <a:lnTo>
                    <a:pt x="1432727" y="1477516"/>
                  </a:lnTo>
                  <a:lnTo>
                    <a:pt x="1433799" y="1476648"/>
                  </a:lnTo>
                  <a:lnTo>
                    <a:pt x="1434870" y="1475781"/>
                  </a:lnTo>
                  <a:lnTo>
                    <a:pt x="1435942" y="1474915"/>
                  </a:lnTo>
                  <a:lnTo>
                    <a:pt x="1437013" y="1474050"/>
                  </a:lnTo>
                  <a:lnTo>
                    <a:pt x="1438085" y="1473187"/>
                  </a:lnTo>
                  <a:lnTo>
                    <a:pt x="1439157" y="1472325"/>
                  </a:lnTo>
                  <a:lnTo>
                    <a:pt x="1440228" y="1471465"/>
                  </a:lnTo>
                  <a:lnTo>
                    <a:pt x="1441300" y="1470606"/>
                  </a:lnTo>
                  <a:lnTo>
                    <a:pt x="1442371" y="1469748"/>
                  </a:lnTo>
                  <a:lnTo>
                    <a:pt x="1443443" y="1468891"/>
                  </a:lnTo>
                  <a:lnTo>
                    <a:pt x="1444515" y="1468036"/>
                  </a:lnTo>
                  <a:lnTo>
                    <a:pt x="1445586" y="1467182"/>
                  </a:lnTo>
                  <a:lnTo>
                    <a:pt x="1446658" y="1466329"/>
                  </a:lnTo>
                  <a:lnTo>
                    <a:pt x="1447729" y="1465477"/>
                  </a:lnTo>
                  <a:lnTo>
                    <a:pt x="1448801" y="1464627"/>
                  </a:lnTo>
                  <a:lnTo>
                    <a:pt x="1449873" y="1463778"/>
                  </a:lnTo>
                  <a:lnTo>
                    <a:pt x="1450944" y="1462931"/>
                  </a:lnTo>
                  <a:lnTo>
                    <a:pt x="1452016" y="1462084"/>
                  </a:lnTo>
                  <a:lnTo>
                    <a:pt x="1453087" y="1461239"/>
                  </a:lnTo>
                  <a:lnTo>
                    <a:pt x="1454159" y="1460395"/>
                  </a:lnTo>
                  <a:lnTo>
                    <a:pt x="1455231" y="1459552"/>
                  </a:lnTo>
                  <a:lnTo>
                    <a:pt x="1456302" y="1458711"/>
                  </a:lnTo>
                  <a:lnTo>
                    <a:pt x="1457374" y="1457870"/>
                  </a:lnTo>
                  <a:lnTo>
                    <a:pt x="1458445" y="1457031"/>
                  </a:lnTo>
                  <a:lnTo>
                    <a:pt x="1459517" y="1456193"/>
                  </a:lnTo>
                  <a:lnTo>
                    <a:pt x="1460589" y="1455357"/>
                  </a:lnTo>
                  <a:lnTo>
                    <a:pt x="1461660" y="1454521"/>
                  </a:lnTo>
                  <a:lnTo>
                    <a:pt x="1462732" y="1453687"/>
                  </a:lnTo>
                  <a:lnTo>
                    <a:pt x="1463803" y="1452853"/>
                  </a:lnTo>
                  <a:lnTo>
                    <a:pt x="1464875" y="1452021"/>
                  </a:lnTo>
                  <a:lnTo>
                    <a:pt x="1465947" y="1451191"/>
                  </a:lnTo>
                  <a:lnTo>
                    <a:pt x="1467018" y="1450361"/>
                  </a:lnTo>
                  <a:lnTo>
                    <a:pt x="1468090" y="1449532"/>
                  </a:lnTo>
                  <a:lnTo>
                    <a:pt x="1469161" y="1448705"/>
                  </a:lnTo>
                  <a:lnTo>
                    <a:pt x="1470233" y="1447879"/>
                  </a:lnTo>
                  <a:lnTo>
                    <a:pt x="1471305" y="1447054"/>
                  </a:lnTo>
                  <a:lnTo>
                    <a:pt x="1472376" y="1446229"/>
                  </a:lnTo>
                  <a:lnTo>
                    <a:pt x="1473448" y="1445407"/>
                  </a:lnTo>
                  <a:lnTo>
                    <a:pt x="1474519" y="1444585"/>
                  </a:lnTo>
                  <a:lnTo>
                    <a:pt x="1475591" y="1443764"/>
                  </a:lnTo>
                  <a:lnTo>
                    <a:pt x="1476663" y="1442944"/>
                  </a:lnTo>
                  <a:lnTo>
                    <a:pt x="1477734" y="1442126"/>
                  </a:lnTo>
                  <a:lnTo>
                    <a:pt x="1478806" y="1441309"/>
                  </a:lnTo>
                  <a:lnTo>
                    <a:pt x="1479877" y="1440492"/>
                  </a:lnTo>
                  <a:lnTo>
                    <a:pt x="1480949" y="1439677"/>
                  </a:lnTo>
                  <a:lnTo>
                    <a:pt x="1482021" y="1438863"/>
                  </a:lnTo>
                  <a:lnTo>
                    <a:pt x="1483092" y="1438049"/>
                  </a:lnTo>
                  <a:lnTo>
                    <a:pt x="1484164" y="1437237"/>
                  </a:lnTo>
                  <a:lnTo>
                    <a:pt x="1485235" y="1436426"/>
                  </a:lnTo>
                  <a:lnTo>
                    <a:pt x="1486307" y="1435616"/>
                  </a:lnTo>
                  <a:lnTo>
                    <a:pt x="1487379" y="1434807"/>
                  </a:lnTo>
                  <a:lnTo>
                    <a:pt x="1488450" y="1433999"/>
                  </a:lnTo>
                  <a:lnTo>
                    <a:pt x="1489522" y="1433192"/>
                  </a:lnTo>
                  <a:lnTo>
                    <a:pt x="1490593" y="1432386"/>
                  </a:lnTo>
                  <a:lnTo>
                    <a:pt x="1491665" y="1431581"/>
                  </a:lnTo>
                  <a:lnTo>
                    <a:pt x="1492737" y="1430777"/>
                  </a:lnTo>
                  <a:lnTo>
                    <a:pt x="1493808" y="1429974"/>
                  </a:lnTo>
                  <a:lnTo>
                    <a:pt x="1494880" y="1429172"/>
                  </a:lnTo>
                  <a:lnTo>
                    <a:pt x="1495951" y="1428371"/>
                  </a:lnTo>
                  <a:lnTo>
                    <a:pt x="1497023" y="1427571"/>
                  </a:lnTo>
                  <a:lnTo>
                    <a:pt x="1498095" y="1426772"/>
                  </a:lnTo>
                  <a:lnTo>
                    <a:pt x="1499166" y="1425974"/>
                  </a:lnTo>
                  <a:lnTo>
                    <a:pt x="1500238" y="1425177"/>
                  </a:lnTo>
                  <a:lnTo>
                    <a:pt x="1501309" y="1424380"/>
                  </a:lnTo>
                  <a:lnTo>
                    <a:pt x="1502381" y="1423585"/>
                  </a:lnTo>
                  <a:lnTo>
                    <a:pt x="1503453" y="1422791"/>
                  </a:lnTo>
                  <a:lnTo>
                    <a:pt x="1504524" y="1421997"/>
                  </a:lnTo>
                  <a:lnTo>
                    <a:pt x="1505596" y="1421205"/>
                  </a:lnTo>
                  <a:lnTo>
                    <a:pt x="1506667" y="1420413"/>
                  </a:lnTo>
                  <a:lnTo>
                    <a:pt x="1507739" y="1419622"/>
                  </a:lnTo>
                  <a:lnTo>
                    <a:pt x="1508811" y="1418832"/>
                  </a:lnTo>
                  <a:lnTo>
                    <a:pt x="1509882" y="1418043"/>
                  </a:lnTo>
                  <a:lnTo>
                    <a:pt x="1510954" y="1417255"/>
                  </a:lnTo>
                  <a:lnTo>
                    <a:pt x="1512025" y="1416468"/>
                  </a:lnTo>
                  <a:lnTo>
                    <a:pt x="1513097" y="1415682"/>
                  </a:lnTo>
                  <a:lnTo>
                    <a:pt x="1514169" y="1414896"/>
                  </a:lnTo>
                  <a:lnTo>
                    <a:pt x="1515240" y="1414112"/>
                  </a:lnTo>
                  <a:lnTo>
                    <a:pt x="1516312" y="1413328"/>
                  </a:lnTo>
                  <a:lnTo>
                    <a:pt x="1517383" y="1412545"/>
                  </a:lnTo>
                  <a:lnTo>
                    <a:pt x="1518455" y="1411763"/>
                  </a:lnTo>
                  <a:lnTo>
                    <a:pt x="1519527" y="1410982"/>
                  </a:lnTo>
                  <a:lnTo>
                    <a:pt x="1520598" y="1410201"/>
                  </a:lnTo>
                  <a:lnTo>
                    <a:pt x="1521670" y="1409422"/>
                  </a:lnTo>
                  <a:lnTo>
                    <a:pt x="1522741" y="1408643"/>
                  </a:lnTo>
                  <a:lnTo>
                    <a:pt x="1523813" y="1407865"/>
                  </a:lnTo>
                  <a:lnTo>
                    <a:pt x="1524885" y="1407088"/>
                  </a:lnTo>
                  <a:lnTo>
                    <a:pt x="1525956" y="1406312"/>
                  </a:lnTo>
                  <a:lnTo>
                    <a:pt x="1527028" y="1405536"/>
                  </a:lnTo>
                  <a:lnTo>
                    <a:pt x="1528099" y="1404761"/>
                  </a:lnTo>
                  <a:lnTo>
                    <a:pt x="1529171" y="1403987"/>
                  </a:lnTo>
                  <a:lnTo>
                    <a:pt x="1530243" y="1403214"/>
                  </a:lnTo>
                  <a:lnTo>
                    <a:pt x="1531314" y="1402441"/>
                  </a:lnTo>
                  <a:lnTo>
                    <a:pt x="1532386" y="1401670"/>
                  </a:lnTo>
                  <a:lnTo>
                    <a:pt x="1533457" y="1400899"/>
                  </a:lnTo>
                  <a:lnTo>
                    <a:pt x="1534529" y="1400129"/>
                  </a:lnTo>
                  <a:lnTo>
                    <a:pt x="1535601" y="1399359"/>
                  </a:lnTo>
                  <a:lnTo>
                    <a:pt x="1536672" y="1398590"/>
                  </a:lnTo>
                  <a:lnTo>
                    <a:pt x="1537744" y="1397822"/>
                  </a:lnTo>
                  <a:lnTo>
                    <a:pt x="1538815" y="1397055"/>
                  </a:lnTo>
                  <a:lnTo>
                    <a:pt x="1539887" y="1396288"/>
                  </a:lnTo>
                  <a:lnTo>
                    <a:pt x="1540959" y="1395523"/>
                  </a:lnTo>
                  <a:lnTo>
                    <a:pt x="1542030" y="1394758"/>
                  </a:lnTo>
                  <a:lnTo>
                    <a:pt x="1543102" y="1393993"/>
                  </a:lnTo>
                  <a:lnTo>
                    <a:pt x="1544173" y="1393229"/>
                  </a:lnTo>
                  <a:lnTo>
                    <a:pt x="1545245" y="1392466"/>
                  </a:lnTo>
                  <a:lnTo>
                    <a:pt x="1546317" y="1391704"/>
                  </a:lnTo>
                  <a:lnTo>
                    <a:pt x="1547388" y="1390942"/>
                  </a:lnTo>
                  <a:lnTo>
                    <a:pt x="1548460" y="1390181"/>
                  </a:lnTo>
                  <a:lnTo>
                    <a:pt x="1549531" y="1389421"/>
                  </a:lnTo>
                  <a:lnTo>
                    <a:pt x="1550603" y="1388661"/>
                  </a:lnTo>
                  <a:lnTo>
                    <a:pt x="1551675" y="1387902"/>
                  </a:lnTo>
                  <a:lnTo>
                    <a:pt x="1552746" y="1387144"/>
                  </a:lnTo>
                  <a:lnTo>
                    <a:pt x="1553818" y="1386386"/>
                  </a:lnTo>
                  <a:lnTo>
                    <a:pt x="1554889" y="1385629"/>
                  </a:lnTo>
                  <a:lnTo>
                    <a:pt x="1555961" y="1384873"/>
                  </a:lnTo>
                  <a:lnTo>
                    <a:pt x="1557033" y="1384117"/>
                  </a:lnTo>
                  <a:lnTo>
                    <a:pt x="1558104" y="1383362"/>
                  </a:lnTo>
                  <a:lnTo>
                    <a:pt x="1559176" y="1382608"/>
                  </a:lnTo>
                  <a:lnTo>
                    <a:pt x="1560247" y="1381854"/>
                  </a:lnTo>
                  <a:lnTo>
                    <a:pt x="1561319" y="1381100"/>
                  </a:lnTo>
                  <a:lnTo>
                    <a:pt x="1562391" y="1380348"/>
                  </a:lnTo>
                  <a:lnTo>
                    <a:pt x="1563462" y="1379596"/>
                  </a:lnTo>
                  <a:lnTo>
                    <a:pt x="1564534" y="1378844"/>
                  </a:lnTo>
                  <a:lnTo>
                    <a:pt x="1565605" y="1378093"/>
                  </a:lnTo>
                  <a:lnTo>
                    <a:pt x="1566677" y="1377343"/>
                  </a:lnTo>
                  <a:lnTo>
                    <a:pt x="1567749" y="1376593"/>
                  </a:lnTo>
                  <a:lnTo>
                    <a:pt x="1568820" y="1375844"/>
                  </a:lnTo>
                  <a:lnTo>
                    <a:pt x="1569892" y="1375096"/>
                  </a:lnTo>
                  <a:lnTo>
                    <a:pt x="1570963" y="1374348"/>
                  </a:lnTo>
                  <a:lnTo>
                    <a:pt x="1572035" y="1373600"/>
                  </a:lnTo>
                  <a:lnTo>
                    <a:pt x="1573107" y="1372854"/>
                  </a:lnTo>
                  <a:lnTo>
                    <a:pt x="1574178" y="1372107"/>
                  </a:lnTo>
                  <a:lnTo>
                    <a:pt x="1575250" y="1371362"/>
                  </a:lnTo>
                  <a:lnTo>
                    <a:pt x="1576321" y="1370617"/>
                  </a:lnTo>
                  <a:lnTo>
                    <a:pt x="1577393" y="1369872"/>
                  </a:lnTo>
                  <a:lnTo>
                    <a:pt x="1578465" y="1369128"/>
                  </a:lnTo>
                  <a:lnTo>
                    <a:pt x="1579536" y="1368384"/>
                  </a:lnTo>
                  <a:lnTo>
                    <a:pt x="1580608" y="1367641"/>
                  </a:lnTo>
                  <a:lnTo>
                    <a:pt x="1581679" y="1366899"/>
                  </a:lnTo>
                  <a:lnTo>
                    <a:pt x="1582751" y="1366157"/>
                  </a:lnTo>
                  <a:lnTo>
                    <a:pt x="1583823" y="1365416"/>
                  </a:lnTo>
                  <a:lnTo>
                    <a:pt x="1584894" y="1364675"/>
                  </a:lnTo>
                  <a:lnTo>
                    <a:pt x="1585966" y="1363934"/>
                  </a:lnTo>
                  <a:lnTo>
                    <a:pt x="1587037" y="1363194"/>
                  </a:lnTo>
                  <a:lnTo>
                    <a:pt x="1588109" y="1362455"/>
                  </a:lnTo>
                  <a:lnTo>
                    <a:pt x="1589181" y="1361716"/>
                  </a:lnTo>
                  <a:lnTo>
                    <a:pt x="1590252" y="1360978"/>
                  </a:lnTo>
                  <a:lnTo>
                    <a:pt x="1591324" y="1360240"/>
                  </a:lnTo>
                  <a:lnTo>
                    <a:pt x="1592395" y="1359503"/>
                  </a:lnTo>
                  <a:lnTo>
                    <a:pt x="1593467" y="1358766"/>
                  </a:lnTo>
                  <a:lnTo>
                    <a:pt x="1594539" y="1358029"/>
                  </a:lnTo>
                  <a:lnTo>
                    <a:pt x="1595610" y="1357294"/>
                  </a:lnTo>
                  <a:lnTo>
                    <a:pt x="1596682" y="1356558"/>
                  </a:lnTo>
                  <a:lnTo>
                    <a:pt x="1597753" y="1355823"/>
                  </a:lnTo>
                  <a:lnTo>
                    <a:pt x="1598825" y="1355089"/>
                  </a:lnTo>
                  <a:lnTo>
                    <a:pt x="1599896" y="1354355"/>
                  </a:lnTo>
                  <a:lnTo>
                    <a:pt x="1600968" y="1353621"/>
                  </a:lnTo>
                  <a:lnTo>
                    <a:pt x="1602040" y="1352888"/>
                  </a:lnTo>
                  <a:lnTo>
                    <a:pt x="1603111" y="1352155"/>
                  </a:lnTo>
                  <a:lnTo>
                    <a:pt x="1604183" y="1351423"/>
                  </a:lnTo>
                  <a:lnTo>
                    <a:pt x="1605254" y="1350692"/>
                  </a:lnTo>
                  <a:lnTo>
                    <a:pt x="1606326" y="1349960"/>
                  </a:lnTo>
                  <a:lnTo>
                    <a:pt x="1607398" y="1349229"/>
                  </a:lnTo>
                  <a:lnTo>
                    <a:pt x="1608469" y="1348499"/>
                  </a:lnTo>
                  <a:lnTo>
                    <a:pt x="1609541" y="1347769"/>
                  </a:lnTo>
                  <a:lnTo>
                    <a:pt x="1610612" y="1347040"/>
                  </a:lnTo>
                  <a:lnTo>
                    <a:pt x="1611684" y="1346311"/>
                  </a:lnTo>
                  <a:lnTo>
                    <a:pt x="1612756" y="1345582"/>
                  </a:lnTo>
                  <a:lnTo>
                    <a:pt x="1613827" y="1344854"/>
                  </a:lnTo>
                  <a:lnTo>
                    <a:pt x="1614899" y="1344126"/>
                  </a:lnTo>
                  <a:lnTo>
                    <a:pt x="1615970" y="1343399"/>
                  </a:lnTo>
                  <a:lnTo>
                    <a:pt x="1617042" y="1342672"/>
                  </a:lnTo>
                  <a:lnTo>
                    <a:pt x="1618114" y="1341945"/>
                  </a:lnTo>
                  <a:lnTo>
                    <a:pt x="1619185" y="1341219"/>
                  </a:lnTo>
                  <a:lnTo>
                    <a:pt x="1620257" y="1340493"/>
                  </a:lnTo>
                  <a:lnTo>
                    <a:pt x="1621328" y="1339768"/>
                  </a:lnTo>
                  <a:lnTo>
                    <a:pt x="1622400" y="1339043"/>
                  </a:lnTo>
                  <a:lnTo>
                    <a:pt x="1623472" y="1338319"/>
                  </a:lnTo>
                  <a:lnTo>
                    <a:pt x="1624543" y="1337594"/>
                  </a:lnTo>
                  <a:lnTo>
                    <a:pt x="1625615" y="1336871"/>
                  </a:lnTo>
                  <a:lnTo>
                    <a:pt x="1626686" y="1336147"/>
                  </a:lnTo>
                  <a:lnTo>
                    <a:pt x="1627758" y="1335425"/>
                  </a:lnTo>
                  <a:lnTo>
                    <a:pt x="1628830" y="1334702"/>
                  </a:lnTo>
                  <a:lnTo>
                    <a:pt x="1629901" y="1333980"/>
                  </a:lnTo>
                  <a:lnTo>
                    <a:pt x="1630973" y="1333258"/>
                  </a:lnTo>
                  <a:lnTo>
                    <a:pt x="1632044" y="1332537"/>
                  </a:lnTo>
                  <a:lnTo>
                    <a:pt x="1633116" y="1331816"/>
                  </a:lnTo>
                  <a:lnTo>
                    <a:pt x="1634188" y="1331095"/>
                  </a:lnTo>
                  <a:lnTo>
                    <a:pt x="1635259" y="1330375"/>
                  </a:lnTo>
                  <a:lnTo>
                    <a:pt x="1636331" y="1329655"/>
                  </a:lnTo>
                  <a:lnTo>
                    <a:pt x="1637402" y="1328936"/>
                  </a:lnTo>
                  <a:lnTo>
                    <a:pt x="1638474" y="1328217"/>
                  </a:lnTo>
                  <a:lnTo>
                    <a:pt x="1639546" y="1327498"/>
                  </a:lnTo>
                  <a:lnTo>
                    <a:pt x="1640617" y="1326780"/>
                  </a:lnTo>
                  <a:lnTo>
                    <a:pt x="1641689" y="1326062"/>
                  </a:lnTo>
                  <a:lnTo>
                    <a:pt x="1642760" y="1325344"/>
                  </a:lnTo>
                  <a:lnTo>
                    <a:pt x="1643832" y="1324627"/>
                  </a:lnTo>
                  <a:lnTo>
                    <a:pt x="1644904" y="1323910"/>
                  </a:lnTo>
                  <a:lnTo>
                    <a:pt x="1645975" y="1323193"/>
                  </a:lnTo>
                  <a:lnTo>
                    <a:pt x="1647047" y="1322477"/>
                  </a:lnTo>
                  <a:lnTo>
                    <a:pt x="1648118" y="1321761"/>
                  </a:lnTo>
                  <a:lnTo>
                    <a:pt x="1649190" y="1321046"/>
                  </a:lnTo>
                  <a:lnTo>
                    <a:pt x="1650262" y="1320331"/>
                  </a:lnTo>
                  <a:lnTo>
                    <a:pt x="1651333" y="1319616"/>
                  </a:lnTo>
                  <a:lnTo>
                    <a:pt x="1652405" y="1318902"/>
                  </a:lnTo>
                  <a:lnTo>
                    <a:pt x="1653476" y="1318188"/>
                  </a:lnTo>
                  <a:lnTo>
                    <a:pt x="1654548" y="1317474"/>
                  </a:lnTo>
                  <a:lnTo>
                    <a:pt x="1655620" y="1316760"/>
                  </a:lnTo>
                  <a:lnTo>
                    <a:pt x="1656691" y="1316047"/>
                  </a:lnTo>
                  <a:lnTo>
                    <a:pt x="1657763" y="1315335"/>
                  </a:lnTo>
                  <a:lnTo>
                    <a:pt x="1658834" y="1314622"/>
                  </a:lnTo>
                  <a:lnTo>
                    <a:pt x="1659906" y="1313910"/>
                  </a:lnTo>
                  <a:lnTo>
                    <a:pt x="1660978" y="1313199"/>
                  </a:lnTo>
                  <a:lnTo>
                    <a:pt x="1662049" y="1312487"/>
                  </a:lnTo>
                  <a:lnTo>
                    <a:pt x="1663121" y="1311776"/>
                  </a:lnTo>
                  <a:lnTo>
                    <a:pt x="1664192" y="1311065"/>
                  </a:lnTo>
                  <a:lnTo>
                    <a:pt x="1665264" y="1310355"/>
                  </a:lnTo>
                  <a:lnTo>
                    <a:pt x="1666336" y="1309645"/>
                  </a:lnTo>
                  <a:lnTo>
                    <a:pt x="1667407" y="1308935"/>
                  </a:lnTo>
                  <a:lnTo>
                    <a:pt x="1668479" y="1308226"/>
                  </a:lnTo>
                  <a:lnTo>
                    <a:pt x="1669550" y="1307517"/>
                  </a:lnTo>
                  <a:lnTo>
                    <a:pt x="1670622" y="1306808"/>
                  </a:lnTo>
                  <a:lnTo>
                    <a:pt x="1671694" y="1306100"/>
                  </a:lnTo>
                  <a:lnTo>
                    <a:pt x="1672765" y="1305392"/>
                  </a:lnTo>
                  <a:lnTo>
                    <a:pt x="1673837" y="1304684"/>
                  </a:lnTo>
                  <a:lnTo>
                    <a:pt x="1674908" y="1303977"/>
                  </a:lnTo>
                  <a:lnTo>
                    <a:pt x="1675980" y="1303269"/>
                  </a:lnTo>
                  <a:lnTo>
                    <a:pt x="1677052" y="1302563"/>
                  </a:lnTo>
                  <a:lnTo>
                    <a:pt x="1678123" y="1301856"/>
                  </a:lnTo>
                  <a:lnTo>
                    <a:pt x="1679195" y="1301150"/>
                  </a:lnTo>
                  <a:lnTo>
                    <a:pt x="1680266" y="1300444"/>
                  </a:lnTo>
                  <a:lnTo>
                    <a:pt x="1681338" y="1299739"/>
                  </a:lnTo>
                  <a:lnTo>
                    <a:pt x="1682410" y="1299033"/>
                  </a:lnTo>
                  <a:lnTo>
                    <a:pt x="1683481" y="1298328"/>
                  </a:lnTo>
                  <a:lnTo>
                    <a:pt x="1684553" y="1297624"/>
                  </a:lnTo>
                  <a:lnTo>
                    <a:pt x="1685624" y="1296919"/>
                  </a:lnTo>
                  <a:lnTo>
                    <a:pt x="1686696" y="1296215"/>
                  </a:lnTo>
                  <a:lnTo>
                    <a:pt x="1687768" y="1295512"/>
                  </a:lnTo>
                  <a:lnTo>
                    <a:pt x="1688839" y="1294808"/>
                  </a:lnTo>
                  <a:lnTo>
                    <a:pt x="1689911" y="1294105"/>
                  </a:lnTo>
                  <a:lnTo>
                    <a:pt x="1690982" y="1293403"/>
                  </a:lnTo>
                  <a:lnTo>
                    <a:pt x="1692054" y="1292700"/>
                  </a:lnTo>
                  <a:lnTo>
                    <a:pt x="1693126" y="1291998"/>
                  </a:lnTo>
                  <a:lnTo>
                    <a:pt x="1694197" y="1291296"/>
                  </a:lnTo>
                  <a:lnTo>
                    <a:pt x="1695269" y="1290595"/>
                  </a:lnTo>
                  <a:lnTo>
                    <a:pt x="1696340" y="1289893"/>
                  </a:lnTo>
                  <a:lnTo>
                    <a:pt x="1697412" y="1289192"/>
                  </a:lnTo>
                  <a:lnTo>
                    <a:pt x="1698484" y="1288492"/>
                  </a:lnTo>
                  <a:lnTo>
                    <a:pt x="1699555" y="1287791"/>
                  </a:lnTo>
                  <a:lnTo>
                    <a:pt x="1700627" y="1287091"/>
                  </a:lnTo>
                  <a:lnTo>
                    <a:pt x="1701698" y="1286392"/>
                  </a:lnTo>
                  <a:lnTo>
                    <a:pt x="1702770" y="1285692"/>
                  </a:lnTo>
                  <a:lnTo>
                    <a:pt x="1703842" y="1284993"/>
                  </a:lnTo>
                  <a:lnTo>
                    <a:pt x="1704913" y="1284294"/>
                  </a:lnTo>
                  <a:lnTo>
                    <a:pt x="1705985" y="1283596"/>
                  </a:lnTo>
                  <a:lnTo>
                    <a:pt x="1707056" y="1282897"/>
                  </a:lnTo>
                  <a:lnTo>
                    <a:pt x="1708128" y="1282199"/>
                  </a:lnTo>
                  <a:lnTo>
                    <a:pt x="1709200" y="1281502"/>
                  </a:lnTo>
                  <a:lnTo>
                    <a:pt x="1710271" y="1280804"/>
                  </a:lnTo>
                  <a:lnTo>
                    <a:pt x="1711343" y="1280107"/>
                  </a:lnTo>
                  <a:lnTo>
                    <a:pt x="1712414" y="1279410"/>
                  </a:lnTo>
                  <a:lnTo>
                    <a:pt x="1713486" y="1278714"/>
                  </a:lnTo>
                  <a:lnTo>
                    <a:pt x="1714558" y="1278018"/>
                  </a:lnTo>
                  <a:lnTo>
                    <a:pt x="1715629" y="1277322"/>
                  </a:lnTo>
                  <a:lnTo>
                    <a:pt x="1716701" y="1276626"/>
                  </a:lnTo>
                  <a:lnTo>
                    <a:pt x="1717772" y="1275931"/>
                  </a:lnTo>
                  <a:lnTo>
                    <a:pt x="1718844" y="1275236"/>
                  </a:lnTo>
                  <a:lnTo>
                    <a:pt x="1719916" y="1274541"/>
                  </a:lnTo>
                  <a:lnTo>
                    <a:pt x="1720987" y="1273847"/>
                  </a:lnTo>
                  <a:lnTo>
                    <a:pt x="1722059" y="1273153"/>
                  </a:lnTo>
                  <a:lnTo>
                    <a:pt x="1723130" y="1272459"/>
                  </a:lnTo>
                  <a:lnTo>
                    <a:pt x="1724202" y="1271765"/>
                  </a:lnTo>
                  <a:lnTo>
                    <a:pt x="1725274" y="1271072"/>
                  </a:lnTo>
                  <a:lnTo>
                    <a:pt x="1726345" y="1270379"/>
                  </a:lnTo>
                  <a:lnTo>
                    <a:pt x="1727417" y="1269686"/>
                  </a:lnTo>
                  <a:lnTo>
                    <a:pt x="1728488" y="1268994"/>
                  </a:lnTo>
                  <a:lnTo>
                    <a:pt x="1729560" y="1268301"/>
                  </a:lnTo>
                  <a:lnTo>
                    <a:pt x="1730632" y="1267610"/>
                  </a:lnTo>
                  <a:lnTo>
                    <a:pt x="1731703" y="1266918"/>
                  </a:lnTo>
                  <a:lnTo>
                    <a:pt x="1732775" y="1266227"/>
                  </a:lnTo>
                  <a:lnTo>
                    <a:pt x="1733846" y="1265536"/>
                  </a:lnTo>
                  <a:lnTo>
                    <a:pt x="1734918" y="1264845"/>
                  </a:lnTo>
                  <a:lnTo>
                    <a:pt x="1735990" y="1264155"/>
                  </a:lnTo>
                  <a:lnTo>
                    <a:pt x="1737061" y="1263465"/>
                  </a:lnTo>
                  <a:lnTo>
                    <a:pt x="1738133" y="1262775"/>
                  </a:lnTo>
                  <a:lnTo>
                    <a:pt x="1739204" y="1262085"/>
                  </a:lnTo>
                  <a:lnTo>
                    <a:pt x="1740276" y="1261396"/>
                  </a:lnTo>
                  <a:lnTo>
                    <a:pt x="1741348" y="1260707"/>
                  </a:lnTo>
                  <a:lnTo>
                    <a:pt x="1742419" y="1260018"/>
                  </a:lnTo>
                  <a:lnTo>
                    <a:pt x="1743491" y="1259330"/>
                  </a:lnTo>
                  <a:lnTo>
                    <a:pt x="1744562" y="1258642"/>
                  </a:lnTo>
                  <a:lnTo>
                    <a:pt x="1745634" y="1257954"/>
                  </a:lnTo>
                  <a:lnTo>
                    <a:pt x="1746706" y="1257266"/>
                  </a:lnTo>
                  <a:lnTo>
                    <a:pt x="1747777" y="1256579"/>
                  </a:lnTo>
                  <a:lnTo>
                    <a:pt x="1748849" y="1255892"/>
                  </a:lnTo>
                  <a:lnTo>
                    <a:pt x="1749920" y="1255205"/>
                  </a:lnTo>
                  <a:lnTo>
                    <a:pt x="1750992" y="1254519"/>
                  </a:lnTo>
                  <a:lnTo>
                    <a:pt x="1752064" y="1253833"/>
                  </a:lnTo>
                  <a:lnTo>
                    <a:pt x="1753135" y="1253147"/>
                  </a:lnTo>
                  <a:lnTo>
                    <a:pt x="1754207" y="1252462"/>
                  </a:lnTo>
                  <a:lnTo>
                    <a:pt x="1755278" y="1251776"/>
                  </a:lnTo>
                  <a:lnTo>
                    <a:pt x="1756350" y="1251091"/>
                  </a:lnTo>
                  <a:lnTo>
                    <a:pt x="1757422" y="1250407"/>
                  </a:lnTo>
                  <a:lnTo>
                    <a:pt x="1758493" y="1249722"/>
                  </a:lnTo>
                  <a:lnTo>
                    <a:pt x="1759565" y="1249038"/>
                  </a:lnTo>
                  <a:lnTo>
                    <a:pt x="1760636" y="1248354"/>
                  </a:lnTo>
                  <a:lnTo>
                    <a:pt x="1761708" y="1247671"/>
                  </a:lnTo>
                  <a:lnTo>
                    <a:pt x="1762780" y="1246987"/>
                  </a:lnTo>
                  <a:lnTo>
                    <a:pt x="1763851" y="1246304"/>
                  </a:lnTo>
                  <a:lnTo>
                    <a:pt x="1764923" y="1245622"/>
                  </a:lnTo>
                  <a:lnTo>
                    <a:pt x="1765994" y="1244939"/>
                  </a:lnTo>
                  <a:lnTo>
                    <a:pt x="1767066" y="1244257"/>
                  </a:lnTo>
                  <a:lnTo>
                    <a:pt x="1768138" y="1243575"/>
                  </a:lnTo>
                  <a:lnTo>
                    <a:pt x="1769209" y="1242894"/>
                  </a:lnTo>
                  <a:lnTo>
                    <a:pt x="1770281" y="1242213"/>
                  </a:lnTo>
                  <a:lnTo>
                    <a:pt x="1771352" y="1241532"/>
                  </a:lnTo>
                  <a:lnTo>
                    <a:pt x="1772424" y="1240851"/>
                  </a:lnTo>
                  <a:lnTo>
                    <a:pt x="1773496" y="1240171"/>
                  </a:lnTo>
                  <a:lnTo>
                    <a:pt x="1774567" y="1239491"/>
                  </a:lnTo>
                  <a:lnTo>
                    <a:pt x="1775639" y="1238811"/>
                  </a:lnTo>
                  <a:lnTo>
                    <a:pt x="1776710" y="1238131"/>
                  </a:lnTo>
                  <a:lnTo>
                    <a:pt x="1777782" y="1237452"/>
                  </a:lnTo>
                  <a:lnTo>
                    <a:pt x="1778853" y="1236773"/>
                  </a:lnTo>
                  <a:lnTo>
                    <a:pt x="1779925" y="1236094"/>
                  </a:lnTo>
                  <a:lnTo>
                    <a:pt x="1780997" y="1235416"/>
                  </a:lnTo>
                  <a:lnTo>
                    <a:pt x="1782068" y="1234738"/>
                  </a:lnTo>
                  <a:lnTo>
                    <a:pt x="1783140" y="1234060"/>
                  </a:lnTo>
                  <a:lnTo>
                    <a:pt x="1784211" y="1233382"/>
                  </a:lnTo>
                  <a:lnTo>
                    <a:pt x="1785283" y="1232705"/>
                  </a:lnTo>
                  <a:lnTo>
                    <a:pt x="1786355" y="1232028"/>
                  </a:lnTo>
                  <a:lnTo>
                    <a:pt x="1787426" y="1231352"/>
                  </a:lnTo>
                  <a:lnTo>
                    <a:pt x="1788498" y="1230675"/>
                  </a:lnTo>
                  <a:lnTo>
                    <a:pt x="1789569" y="1229999"/>
                  </a:lnTo>
                  <a:lnTo>
                    <a:pt x="1790641" y="1229323"/>
                  </a:lnTo>
                  <a:lnTo>
                    <a:pt x="1791713" y="1228648"/>
                  </a:lnTo>
                  <a:lnTo>
                    <a:pt x="1792784" y="1227973"/>
                  </a:lnTo>
                  <a:lnTo>
                    <a:pt x="1793856" y="1227298"/>
                  </a:lnTo>
                  <a:lnTo>
                    <a:pt x="1794927" y="1226623"/>
                  </a:lnTo>
                  <a:lnTo>
                    <a:pt x="1795999" y="1225949"/>
                  </a:lnTo>
                  <a:lnTo>
                    <a:pt x="1797071" y="1225275"/>
                  </a:lnTo>
                  <a:lnTo>
                    <a:pt x="1798142" y="1224601"/>
                  </a:lnTo>
                  <a:lnTo>
                    <a:pt x="1799214" y="1223928"/>
                  </a:lnTo>
                  <a:lnTo>
                    <a:pt x="1800285" y="1223254"/>
                  </a:lnTo>
                  <a:lnTo>
                    <a:pt x="1801357" y="1222581"/>
                  </a:lnTo>
                  <a:lnTo>
                    <a:pt x="1802429" y="1221909"/>
                  </a:lnTo>
                  <a:lnTo>
                    <a:pt x="1803500" y="1221237"/>
                  </a:lnTo>
                  <a:lnTo>
                    <a:pt x="1804572" y="1220565"/>
                  </a:lnTo>
                  <a:lnTo>
                    <a:pt x="1805643" y="1219893"/>
                  </a:lnTo>
                  <a:lnTo>
                    <a:pt x="1806715" y="1219221"/>
                  </a:lnTo>
                  <a:lnTo>
                    <a:pt x="1807787" y="1218550"/>
                  </a:lnTo>
                  <a:lnTo>
                    <a:pt x="1808858" y="1217879"/>
                  </a:lnTo>
                  <a:lnTo>
                    <a:pt x="1809930" y="1217209"/>
                  </a:lnTo>
                  <a:lnTo>
                    <a:pt x="1811001" y="1216539"/>
                  </a:lnTo>
                  <a:lnTo>
                    <a:pt x="1812073" y="1215869"/>
                  </a:lnTo>
                  <a:lnTo>
                    <a:pt x="1813145" y="1215199"/>
                  </a:lnTo>
                  <a:lnTo>
                    <a:pt x="1814216" y="1214530"/>
                  </a:lnTo>
                  <a:lnTo>
                    <a:pt x="1815288" y="1213861"/>
                  </a:lnTo>
                  <a:lnTo>
                    <a:pt x="1816359" y="1213192"/>
                  </a:lnTo>
                  <a:lnTo>
                    <a:pt x="1817431" y="1212523"/>
                  </a:lnTo>
                  <a:lnTo>
                    <a:pt x="1818503" y="1211855"/>
                  </a:lnTo>
                  <a:lnTo>
                    <a:pt x="1819574" y="1211187"/>
                  </a:lnTo>
                  <a:lnTo>
                    <a:pt x="1820646" y="1210520"/>
                  </a:lnTo>
                  <a:lnTo>
                    <a:pt x="1821717" y="1209852"/>
                  </a:lnTo>
                  <a:lnTo>
                    <a:pt x="1822789" y="1209185"/>
                  </a:lnTo>
                  <a:lnTo>
                    <a:pt x="1823861" y="1208519"/>
                  </a:lnTo>
                  <a:lnTo>
                    <a:pt x="1824932" y="1207852"/>
                  </a:lnTo>
                  <a:lnTo>
                    <a:pt x="1826004" y="1207186"/>
                  </a:lnTo>
                  <a:lnTo>
                    <a:pt x="1827075" y="1206520"/>
                  </a:lnTo>
                  <a:lnTo>
                    <a:pt x="1828147" y="1205855"/>
                  </a:lnTo>
                  <a:lnTo>
                    <a:pt x="1829219" y="1205190"/>
                  </a:lnTo>
                  <a:lnTo>
                    <a:pt x="1830290" y="1204525"/>
                  </a:lnTo>
                  <a:lnTo>
                    <a:pt x="1831362" y="1203860"/>
                  </a:lnTo>
                  <a:lnTo>
                    <a:pt x="1832433" y="1203196"/>
                  </a:lnTo>
                  <a:lnTo>
                    <a:pt x="1833505" y="1202532"/>
                  </a:lnTo>
                  <a:lnTo>
                    <a:pt x="1834577" y="1201868"/>
                  </a:lnTo>
                  <a:lnTo>
                    <a:pt x="1835648" y="1201205"/>
                  </a:lnTo>
                  <a:lnTo>
                    <a:pt x="1836720" y="1200541"/>
                  </a:lnTo>
                  <a:lnTo>
                    <a:pt x="1837791" y="1199879"/>
                  </a:lnTo>
                  <a:lnTo>
                    <a:pt x="1838863" y="1199216"/>
                  </a:lnTo>
                  <a:lnTo>
                    <a:pt x="1839935" y="1198554"/>
                  </a:lnTo>
                  <a:lnTo>
                    <a:pt x="1841006" y="1197892"/>
                  </a:lnTo>
                  <a:lnTo>
                    <a:pt x="1842078" y="1197230"/>
                  </a:lnTo>
                  <a:lnTo>
                    <a:pt x="1843149" y="1196569"/>
                  </a:lnTo>
                  <a:lnTo>
                    <a:pt x="1844221" y="1195908"/>
                  </a:lnTo>
                  <a:lnTo>
                    <a:pt x="1845293" y="1195247"/>
                  </a:lnTo>
                  <a:lnTo>
                    <a:pt x="1846364" y="1194587"/>
                  </a:lnTo>
                  <a:lnTo>
                    <a:pt x="1847436" y="1193927"/>
                  </a:lnTo>
                  <a:lnTo>
                    <a:pt x="1848507" y="1193267"/>
                  </a:lnTo>
                  <a:lnTo>
                    <a:pt x="1849579" y="1192608"/>
                  </a:lnTo>
                  <a:lnTo>
                    <a:pt x="1850651" y="1191948"/>
                  </a:lnTo>
                  <a:lnTo>
                    <a:pt x="1851722" y="1191290"/>
                  </a:lnTo>
                  <a:lnTo>
                    <a:pt x="1852794" y="1190631"/>
                  </a:lnTo>
                  <a:lnTo>
                    <a:pt x="1853865" y="1189973"/>
                  </a:lnTo>
                  <a:lnTo>
                    <a:pt x="1854937" y="1189315"/>
                  </a:lnTo>
                  <a:lnTo>
                    <a:pt x="1856009" y="1188657"/>
                  </a:lnTo>
                  <a:lnTo>
                    <a:pt x="1857080" y="1188000"/>
                  </a:lnTo>
                  <a:lnTo>
                    <a:pt x="1858152" y="1187343"/>
                  </a:lnTo>
                  <a:lnTo>
                    <a:pt x="1859223" y="1186686"/>
                  </a:lnTo>
                  <a:lnTo>
                    <a:pt x="1860295" y="1186030"/>
                  </a:lnTo>
                  <a:lnTo>
                    <a:pt x="1861367" y="1185374"/>
                  </a:lnTo>
                  <a:lnTo>
                    <a:pt x="1862438" y="1184718"/>
                  </a:lnTo>
                  <a:lnTo>
                    <a:pt x="1863510" y="1184062"/>
                  </a:lnTo>
                  <a:lnTo>
                    <a:pt x="1864581" y="1183407"/>
                  </a:lnTo>
                  <a:lnTo>
                    <a:pt x="1865653" y="1182752"/>
                  </a:lnTo>
                  <a:lnTo>
                    <a:pt x="1866725" y="1182098"/>
                  </a:lnTo>
                  <a:lnTo>
                    <a:pt x="1867796" y="1181443"/>
                  </a:lnTo>
                  <a:lnTo>
                    <a:pt x="1868868" y="1180789"/>
                  </a:lnTo>
                  <a:lnTo>
                    <a:pt x="1869939" y="1180136"/>
                  </a:lnTo>
                  <a:lnTo>
                    <a:pt x="1871011" y="1179482"/>
                  </a:lnTo>
                  <a:lnTo>
                    <a:pt x="1872083" y="1178829"/>
                  </a:lnTo>
                  <a:lnTo>
                    <a:pt x="1873154" y="1178177"/>
                  </a:lnTo>
                  <a:lnTo>
                    <a:pt x="1874226" y="1177524"/>
                  </a:lnTo>
                  <a:lnTo>
                    <a:pt x="1875297" y="1176872"/>
                  </a:lnTo>
                  <a:lnTo>
                    <a:pt x="1876369" y="1176220"/>
                  </a:lnTo>
                  <a:lnTo>
                    <a:pt x="1877441" y="1175569"/>
                  </a:lnTo>
                  <a:lnTo>
                    <a:pt x="1878512" y="1174918"/>
                  </a:lnTo>
                  <a:lnTo>
                    <a:pt x="1879584" y="1174267"/>
                  </a:lnTo>
                  <a:lnTo>
                    <a:pt x="1880655" y="1173617"/>
                  </a:lnTo>
                  <a:lnTo>
                    <a:pt x="1881727" y="1172966"/>
                  </a:lnTo>
                  <a:lnTo>
                    <a:pt x="1882799" y="1172316"/>
                  </a:lnTo>
                  <a:lnTo>
                    <a:pt x="1883870" y="1171667"/>
                  </a:lnTo>
                  <a:lnTo>
                    <a:pt x="1884942" y="1171018"/>
                  </a:lnTo>
                  <a:lnTo>
                    <a:pt x="1886013" y="1170369"/>
                  </a:lnTo>
                  <a:lnTo>
                    <a:pt x="1887085" y="1169720"/>
                  </a:lnTo>
                  <a:lnTo>
                    <a:pt x="1888157" y="1169072"/>
                  </a:lnTo>
                  <a:lnTo>
                    <a:pt x="1889228" y="1168424"/>
                  </a:lnTo>
                  <a:lnTo>
                    <a:pt x="1890300" y="1167776"/>
                  </a:lnTo>
                  <a:lnTo>
                    <a:pt x="1891371" y="1167129"/>
                  </a:lnTo>
                  <a:lnTo>
                    <a:pt x="1892443" y="1166482"/>
                  </a:lnTo>
                  <a:lnTo>
                    <a:pt x="1893515" y="1165835"/>
                  </a:lnTo>
                  <a:lnTo>
                    <a:pt x="1894586" y="1165189"/>
                  </a:lnTo>
                  <a:lnTo>
                    <a:pt x="1895658" y="1164543"/>
                  </a:lnTo>
                  <a:lnTo>
                    <a:pt x="1896729" y="1163897"/>
                  </a:lnTo>
                  <a:lnTo>
                    <a:pt x="1897801" y="1163251"/>
                  </a:lnTo>
                  <a:lnTo>
                    <a:pt x="1898873" y="1162606"/>
                  </a:lnTo>
                  <a:lnTo>
                    <a:pt x="1899944" y="1161961"/>
                  </a:lnTo>
                  <a:lnTo>
                    <a:pt x="1901016" y="1161317"/>
                  </a:lnTo>
                  <a:lnTo>
                    <a:pt x="1902087" y="1160673"/>
                  </a:lnTo>
                  <a:lnTo>
                    <a:pt x="1903159" y="1160029"/>
                  </a:lnTo>
                  <a:lnTo>
                    <a:pt x="1904231" y="1159385"/>
                  </a:lnTo>
                  <a:lnTo>
                    <a:pt x="1905302" y="1158742"/>
                  </a:lnTo>
                  <a:lnTo>
                    <a:pt x="1906374" y="1158099"/>
                  </a:lnTo>
                  <a:lnTo>
                    <a:pt x="1907445" y="1157457"/>
                  </a:lnTo>
                  <a:lnTo>
                    <a:pt x="1908517" y="1156814"/>
                  </a:lnTo>
                  <a:lnTo>
                    <a:pt x="1909589" y="1156173"/>
                  </a:lnTo>
                  <a:lnTo>
                    <a:pt x="1910660" y="1155531"/>
                  </a:lnTo>
                  <a:lnTo>
                    <a:pt x="1911732" y="1154890"/>
                  </a:lnTo>
                  <a:lnTo>
                    <a:pt x="1912803" y="1154249"/>
                  </a:lnTo>
                  <a:lnTo>
                    <a:pt x="1913875" y="1153608"/>
                  </a:lnTo>
                  <a:lnTo>
                    <a:pt x="1914947" y="1152968"/>
                  </a:lnTo>
                  <a:lnTo>
                    <a:pt x="1916018" y="1152328"/>
                  </a:lnTo>
                  <a:lnTo>
                    <a:pt x="1917090" y="1151688"/>
                  </a:lnTo>
                  <a:lnTo>
                    <a:pt x="1918161" y="1151049"/>
                  </a:lnTo>
                  <a:lnTo>
                    <a:pt x="1919233" y="1150410"/>
                  </a:lnTo>
                  <a:lnTo>
                    <a:pt x="1920305" y="1149771"/>
                  </a:lnTo>
                  <a:lnTo>
                    <a:pt x="1921376" y="1149133"/>
                  </a:lnTo>
                  <a:lnTo>
                    <a:pt x="1922448" y="1148495"/>
                  </a:lnTo>
                  <a:lnTo>
                    <a:pt x="1923519" y="1147857"/>
                  </a:lnTo>
                  <a:lnTo>
                    <a:pt x="1924591" y="1147220"/>
                  </a:lnTo>
                  <a:lnTo>
                    <a:pt x="1925663" y="1146583"/>
                  </a:lnTo>
                  <a:lnTo>
                    <a:pt x="1926734" y="1145946"/>
                  </a:lnTo>
                  <a:lnTo>
                    <a:pt x="1927806" y="1145309"/>
                  </a:lnTo>
                  <a:lnTo>
                    <a:pt x="1928877" y="1144673"/>
                  </a:lnTo>
                  <a:lnTo>
                    <a:pt x="1929949" y="1144038"/>
                  </a:lnTo>
                  <a:lnTo>
                    <a:pt x="1931021" y="1143402"/>
                  </a:lnTo>
                  <a:lnTo>
                    <a:pt x="1932092" y="1142767"/>
                  </a:lnTo>
                  <a:lnTo>
                    <a:pt x="1933164" y="1142132"/>
                  </a:lnTo>
                  <a:lnTo>
                    <a:pt x="1934235" y="1141498"/>
                  </a:lnTo>
                  <a:lnTo>
                    <a:pt x="1935307" y="1140864"/>
                  </a:lnTo>
                  <a:lnTo>
                    <a:pt x="1936379" y="1140230"/>
                  </a:lnTo>
                  <a:lnTo>
                    <a:pt x="1937450" y="1139597"/>
                  </a:lnTo>
                  <a:lnTo>
                    <a:pt x="1938522" y="1138964"/>
                  </a:lnTo>
                  <a:lnTo>
                    <a:pt x="1939593" y="1138331"/>
                  </a:lnTo>
                  <a:lnTo>
                    <a:pt x="1940665" y="1137699"/>
                  </a:lnTo>
                  <a:lnTo>
                    <a:pt x="1941737" y="1137067"/>
                  </a:lnTo>
                  <a:lnTo>
                    <a:pt x="1942808" y="1136435"/>
                  </a:lnTo>
                  <a:lnTo>
                    <a:pt x="1943880" y="1135804"/>
                  </a:lnTo>
                  <a:lnTo>
                    <a:pt x="1944951" y="1135173"/>
                  </a:lnTo>
                  <a:lnTo>
                    <a:pt x="1946023" y="1134542"/>
                  </a:lnTo>
                  <a:lnTo>
                    <a:pt x="1947095" y="1133912"/>
                  </a:lnTo>
                  <a:lnTo>
                    <a:pt x="1948166" y="1133282"/>
                  </a:lnTo>
                  <a:lnTo>
                    <a:pt x="1949238" y="1132652"/>
                  </a:lnTo>
                  <a:lnTo>
                    <a:pt x="1950309" y="1132023"/>
                  </a:lnTo>
                  <a:lnTo>
                    <a:pt x="1951381" y="1131394"/>
                  </a:lnTo>
                  <a:lnTo>
                    <a:pt x="1952453" y="1130765"/>
                  </a:lnTo>
                  <a:lnTo>
                    <a:pt x="1953524" y="1130137"/>
                  </a:lnTo>
                  <a:lnTo>
                    <a:pt x="1954596" y="1129509"/>
                  </a:lnTo>
                  <a:lnTo>
                    <a:pt x="1955667" y="1128881"/>
                  </a:lnTo>
                  <a:lnTo>
                    <a:pt x="1956739" y="1128254"/>
                  </a:lnTo>
                  <a:lnTo>
                    <a:pt x="1957810" y="1127627"/>
                  </a:lnTo>
                  <a:lnTo>
                    <a:pt x="1958882" y="1127000"/>
                  </a:lnTo>
                  <a:lnTo>
                    <a:pt x="1959954" y="1126374"/>
                  </a:lnTo>
                  <a:lnTo>
                    <a:pt x="1961025" y="1125748"/>
                  </a:lnTo>
                  <a:lnTo>
                    <a:pt x="1962097" y="1125122"/>
                  </a:lnTo>
                  <a:lnTo>
                    <a:pt x="1963168" y="1124497"/>
                  </a:lnTo>
                  <a:lnTo>
                    <a:pt x="1964240" y="1123872"/>
                  </a:lnTo>
                  <a:lnTo>
                    <a:pt x="1965312" y="1123248"/>
                  </a:lnTo>
                  <a:lnTo>
                    <a:pt x="1966383" y="1122623"/>
                  </a:lnTo>
                  <a:lnTo>
                    <a:pt x="1967455" y="1122000"/>
                  </a:lnTo>
                  <a:lnTo>
                    <a:pt x="1968526" y="1121376"/>
                  </a:lnTo>
                  <a:lnTo>
                    <a:pt x="1969598" y="1120753"/>
                  </a:lnTo>
                  <a:lnTo>
                    <a:pt x="1970670" y="1120130"/>
                  </a:lnTo>
                  <a:lnTo>
                    <a:pt x="1971741" y="1119508"/>
                  </a:lnTo>
                  <a:lnTo>
                    <a:pt x="1972813" y="1118885"/>
                  </a:lnTo>
                  <a:lnTo>
                    <a:pt x="1973884" y="1118264"/>
                  </a:lnTo>
                  <a:lnTo>
                    <a:pt x="1974956" y="1117642"/>
                  </a:lnTo>
                  <a:lnTo>
                    <a:pt x="1976028" y="1117021"/>
                  </a:lnTo>
                  <a:lnTo>
                    <a:pt x="1977099" y="1116400"/>
                  </a:lnTo>
                  <a:lnTo>
                    <a:pt x="1978171" y="1115780"/>
                  </a:lnTo>
                  <a:lnTo>
                    <a:pt x="1979242" y="1115160"/>
                  </a:lnTo>
                  <a:lnTo>
                    <a:pt x="1980314" y="1114540"/>
                  </a:lnTo>
                  <a:lnTo>
                    <a:pt x="1981386" y="1113921"/>
                  </a:lnTo>
                  <a:lnTo>
                    <a:pt x="1982457" y="1113302"/>
                  </a:lnTo>
                  <a:lnTo>
                    <a:pt x="1983529" y="1112683"/>
                  </a:lnTo>
                  <a:lnTo>
                    <a:pt x="1984600" y="1112065"/>
                  </a:lnTo>
                  <a:lnTo>
                    <a:pt x="1985672" y="1111447"/>
                  </a:lnTo>
                  <a:lnTo>
                    <a:pt x="1986744" y="1110829"/>
                  </a:lnTo>
                  <a:lnTo>
                    <a:pt x="1987815" y="1110212"/>
                  </a:lnTo>
                  <a:lnTo>
                    <a:pt x="1988887" y="1109595"/>
                  </a:lnTo>
                  <a:lnTo>
                    <a:pt x="1989958" y="1108978"/>
                  </a:lnTo>
                  <a:lnTo>
                    <a:pt x="1991030" y="1108362"/>
                  </a:lnTo>
                  <a:lnTo>
                    <a:pt x="1992102" y="1107746"/>
                  </a:lnTo>
                  <a:lnTo>
                    <a:pt x="1993173" y="1107131"/>
                  </a:lnTo>
                  <a:lnTo>
                    <a:pt x="1994245" y="1106516"/>
                  </a:lnTo>
                  <a:lnTo>
                    <a:pt x="1995316" y="1105901"/>
                  </a:lnTo>
                  <a:lnTo>
                    <a:pt x="1996388" y="1105286"/>
                  </a:lnTo>
                  <a:lnTo>
                    <a:pt x="1997460" y="1104672"/>
                  </a:lnTo>
                  <a:lnTo>
                    <a:pt x="1998531" y="1104058"/>
                  </a:lnTo>
                  <a:lnTo>
                    <a:pt x="1999603" y="1103445"/>
                  </a:lnTo>
                  <a:lnTo>
                    <a:pt x="2000674" y="1102832"/>
                  </a:lnTo>
                  <a:lnTo>
                    <a:pt x="2001746" y="1102219"/>
                  </a:lnTo>
                  <a:lnTo>
                    <a:pt x="2002818" y="1101607"/>
                  </a:lnTo>
                  <a:lnTo>
                    <a:pt x="2003889" y="1100995"/>
                  </a:lnTo>
                  <a:lnTo>
                    <a:pt x="2004961" y="1100383"/>
                  </a:lnTo>
                  <a:lnTo>
                    <a:pt x="2006032" y="1099772"/>
                  </a:lnTo>
                  <a:lnTo>
                    <a:pt x="2007104" y="1099161"/>
                  </a:lnTo>
                  <a:lnTo>
                    <a:pt x="2008176" y="1098550"/>
                  </a:lnTo>
                  <a:lnTo>
                    <a:pt x="2009247" y="1097940"/>
                  </a:lnTo>
                  <a:lnTo>
                    <a:pt x="2010319" y="1097330"/>
                  </a:lnTo>
                  <a:lnTo>
                    <a:pt x="2011390" y="1096721"/>
                  </a:lnTo>
                  <a:lnTo>
                    <a:pt x="2012462" y="1096111"/>
                  </a:lnTo>
                  <a:lnTo>
                    <a:pt x="2013534" y="1095502"/>
                  </a:lnTo>
                  <a:lnTo>
                    <a:pt x="2014605" y="1094894"/>
                  </a:lnTo>
                  <a:lnTo>
                    <a:pt x="2015677" y="1094286"/>
                  </a:lnTo>
                  <a:lnTo>
                    <a:pt x="2016748" y="1093678"/>
                  </a:lnTo>
                  <a:lnTo>
                    <a:pt x="2017820" y="1093070"/>
                  </a:lnTo>
                  <a:lnTo>
                    <a:pt x="2018892" y="1092463"/>
                  </a:lnTo>
                  <a:lnTo>
                    <a:pt x="2019963" y="1091857"/>
                  </a:lnTo>
                  <a:lnTo>
                    <a:pt x="2021035" y="1091250"/>
                  </a:lnTo>
                  <a:lnTo>
                    <a:pt x="2022106" y="1090644"/>
                  </a:lnTo>
                  <a:lnTo>
                    <a:pt x="2023178" y="1090038"/>
                  </a:lnTo>
                  <a:lnTo>
                    <a:pt x="2024250" y="1089433"/>
                  </a:lnTo>
                  <a:lnTo>
                    <a:pt x="2025321" y="1088828"/>
                  </a:lnTo>
                  <a:lnTo>
                    <a:pt x="2026393" y="1088223"/>
                  </a:lnTo>
                  <a:lnTo>
                    <a:pt x="2027464" y="1087619"/>
                  </a:lnTo>
                  <a:lnTo>
                    <a:pt x="2028536" y="1087015"/>
                  </a:lnTo>
                  <a:lnTo>
                    <a:pt x="2029608" y="1086412"/>
                  </a:lnTo>
                  <a:lnTo>
                    <a:pt x="2030679" y="1085808"/>
                  </a:lnTo>
                  <a:lnTo>
                    <a:pt x="2031751" y="1085205"/>
                  </a:lnTo>
                  <a:lnTo>
                    <a:pt x="2032822" y="1084603"/>
                  </a:lnTo>
                  <a:lnTo>
                    <a:pt x="2033894" y="1084001"/>
                  </a:lnTo>
                  <a:lnTo>
                    <a:pt x="2034966" y="1083399"/>
                  </a:lnTo>
                  <a:lnTo>
                    <a:pt x="2036037" y="1082797"/>
                  </a:lnTo>
                  <a:lnTo>
                    <a:pt x="2037109" y="1082196"/>
                  </a:lnTo>
                  <a:lnTo>
                    <a:pt x="2038180" y="1081595"/>
                  </a:lnTo>
                  <a:lnTo>
                    <a:pt x="2039252" y="1080995"/>
                  </a:lnTo>
                  <a:lnTo>
                    <a:pt x="2040324" y="1080395"/>
                  </a:lnTo>
                  <a:lnTo>
                    <a:pt x="2041395" y="1079795"/>
                  </a:lnTo>
                  <a:lnTo>
                    <a:pt x="2042467" y="1079196"/>
                  </a:lnTo>
                  <a:lnTo>
                    <a:pt x="2043538" y="1078597"/>
                  </a:lnTo>
                  <a:lnTo>
                    <a:pt x="2044610" y="1077998"/>
                  </a:lnTo>
                  <a:lnTo>
                    <a:pt x="2045682" y="1077400"/>
                  </a:lnTo>
                  <a:lnTo>
                    <a:pt x="2046753" y="1076802"/>
                  </a:lnTo>
                  <a:lnTo>
                    <a:pt x="2047825" y="1076204"/>
                  </a:lnTo>
                  <a:lnTo>
                    <a:pt x="2048896" y="1075607"/>
                  </a:lnTo>
                  <a:lnTo>
                    <a:pt x="2049968" y="1075010"/>
                  </a:lnTo>
                  <a:lnTo>
                    <a:pt x="2051040" y="1074413"/>
                  </a:lnTo>
                  <a:lnTo>
                    <a:pt x="2052111" y="1073817"/>
                  </a:lnTo>
                  <a:lnTo>
                    <a:pt x="2053183" y="1073221"/>
                  </a:lnTo>
                  <a:lnTo>
                    <a:pt x="2054254" y="1072626"/>
                  </a:lnTo>
                  <a:lnTo>
                    <a:pt x="2055326" y="1072030"/>
                  </a:lnTo>
                  <a:lnTo>
                    <a:pt x="2056398" y="1071436"/>
                  </a:lnTo>
                  <a:lnTo>
                    <a:pt x="2057469" y="1070841"/>
                  </a:lnTo>
                  <a:lnTo>
                    <a:pt x="2058541" y="1070247"/>
                  </a:lnTo>
                  <a:lnTo>
                    <a:pt x="2059612" y="1069653"/>
                  </a:lnTo>
                  <a:lnTo>
                    <a:pt x="2060684" y="1069060"/>
                  </a:lnTo>
                  <a:lnTo>
                    <a:pt x="2061756" y="1068467"/>
                  </a:lnTo>
                  <a:lnTo>
                    <a:pt x="2062827" y="1067874"/>
                  </a:lnTo>
                  <a:lnTo>
                    <a:pt x="2063899" y="1067281"/>
                  </a:lnTo>
                  <a:lnTo>
                    <a:pt x="2064970" y="1066689"/>
                  </a:lnTo>
                  <a:lnTo>
                    <a:pt x="2066042" y="1066098"/>
                  </a:lnTo>
                  <a:lnTo>
                    <a:pt x="2067114" y="1065506"/>
                  </a:lnTo>
                  <a:lnTo>
                    <a:pt x="2068185" y="1064915"/>
                  </a:lnTo>
                  <a:lnTo>
                    <a:pt x="2069257" y="1064325"/>
                  </a:lnTo>
                  <a:lnTo>
                    <a:pt x="2070328" y="1063734"/>
                  </a:lnTo>
                  <a:lnTo>
                    <a:pt x="2071400" y="1063144"/>
                  </a:lnTo>
                  <a:lnTo>
                    <a:pt x="2072472" y="1062555"/>
                  </a:lnTo>
                  <a:lnTo>
                    <a:pt x="2073543" y="1061965"/>
                  </a:lnTo>
                  <a:lnTo>
                    <a:pt x="2074615" y="1061377"/>
                  </a:lnTo>
                  <a:lnTo>
                    <a:pt x="2075686" y="1060788"/>
                  </a:lnTo>
                  <a:lnTo>
                    <a:pt x="2076758" y="1060200"/>
                  </a:lnTo>
                  <a:lnTo>
                    <a:pt x="2077830" y="1059612"/>
                  </a:lnTo>
                  <a:lnTo>
                    <a:pt x="2078901" y="1059024"/>
                  </a:lnTo>
                  <a:lnTo>
                    <a:pt x="2079973" y="1058437"/>
                  </a:lnTo>
                  <a:lnTo>
                    <a:pt x="2081044" y="1057850"/>
                  </a:lnTo>
                  <a:lnTo>
                    <a:pt x="2082116" y="1057264"/>
                  </a:lnTo>
                  <a:lnTo>
                    <a:pt x="2083188" y="1056678"/>
                  </a:lnTo>
                  <a:lnTo>
                    <a:pt x="2084259" y="1056092"/>
                  </a:lnTo>
                  <a:lnTo>
                    <a:pt x="2085331" y="1055506"/>
                  </a:lnTo>
                  <a:lnTo>
                    <a:pt x="2086402" y="1054921"/>
                  </a:lnTo>
                  <a:lnTo>
                    <a:pt x="2087474" y="1054336"/>
                  </a:lnTo>
                  <a:lnTo>
                    <a:pt x="2088546" y="1053752"/>
                  </a:lnTo>
                  <a:lnTo>
                    <a:pt x="2089617" y="1053168"/>
                  </a:lnTo>
                  <a:lnTo>
                    <a:pt x="2090689" y="1052584"/>
                  </a:lnTo>
                  <a:lnTo>
                    <a:pt x="2091760" y="1052001"/>
                  </a:lnTo>
                  <a:lnTo>
                    <a:pt x="2092832" y="1051418"/>
                  </a:lnTo>
                  <a:lnTo>
                    <a:pt x="2093904" y="1050835"/>
                  </a:lnTo>
                  <a:lnTo>
                    <a:pt x="2094975" y="1050253"/>
                  </a:lnTo>
                  <a:lnTo>
                    <a:pt x="2096047" y="1049671"/>
                  </a:lnTo>
                  <a:lnTo>
                    <a:pt x="2097118" y="1049089"/>
                  </a:lnTo>
                  <a:lnTo>
                    <a:pt x="2098190" y="1048508"/>
                  </a:lnTo>
                  <a:lnTo>
                    <a:pt x="2099262" y="1047927"/>
                  </a:lnTo>
                  <a:lnTo>
                    <a:pt x="2100333" y="1047346"/>
                  </a:lnTo>
                  <a:lnTo>
                    <a:pt x="2101405" y="1046766"/>
                  </a:lnTo>
                  <a:lnTo>
                    <a:pt x="2102476" y="1046186"/>
                  </a:lnTo>
                  <a:lnTo>
                    <a:pt x="2103548" y="1045606"/>
                  </a:lnTo>
                  <a:lnTo>
                    <a:pt x="2104620" y="1045027"/>
                  </a:lnTo>
                  <a:lnTo>
                    <a:pt x="2105691" y="1044448"/>
                  </a:lnTo>
                  <a:lnTo>
                    <a:pt x="2106763" y="1043869"/>
                  </a:lnTo>
                  <a:lnTo>
                    <a:pt x="2107834" y="1043291"/>
                  </a:lnTo>
                  <a:lnTo>
                    <a:pt x="2108906" y="1042713"/>
                  </a:lnTo>
                  <a:lnTo>
                    <a:pt x="2109978" y="1042135"/>
                  </a:lnTo>
                  <a:lnTo>
                    <a:pt x="2111049" y="1041558"/>
                  </a:lnTo>
                  <a:lnTo>
                    <a:pt x="2112121" y="1040981"/>
                  </a:lnTo>
                  <a:lnTo>
                    <a:pt x="2113192" y="1040404"/>
                  </a:lnTo>
                  <a:lnTo>
                    <a:pt x="2114264" y="1039828"/>
                  </a:lnTo>
                  <a:lnTo>
                    <a:pt x="2115336" y="1039252"/>
                  </a:lnTo>
                  <a:lnTo>
                    <a:pt x="2116407" y="1038677"/>
                  </a:lnTo>
                  <a:lnTo>
                    <a:pt x="2117479" y="1038101"/>
                  </a:lnTo>
                  <a:lnTo>
                    <a:pt x="2118550" y="1037527"/>
                  </a:lnTo>
                  <a:lnTo>
                    <a:pt x="2119622" y="1036952"/>
                  </a:lnTo>
                  <a:lnTo>
                    <a:pt x="2120694" y="1036378"/>
                  </a:lnTo>
                  <a:lnTo>
                    <a:pt x="2121765" y="1035804"/>
                  </a:lnTo>
                  <a:lnTo>
                    <a:pt x="2122837" y="1035230"/>
                  </a:lnTo>
                  <a:lnTo>
                    <a:pt x="2123908" y="1034657"/>
                  </a:lnTo>
                  <a:lnTo>
                    <a:pt x="2124980" y="1034084"/>
                  </a:lnTo>
                  <a:lnTo>
                    <a:pt x="2126052" y="1033512"/>
                  </a:lnTo>
                  <a:lnTo>
                    <a:pt x="2127123" y="1032939"/>
                  </a:lnTo>
                  <a:lnTo>
                    <a:pt x="2128195" y="1032368"/>
                  </a:lnTo>
                  <a:lnTo>
                    <a:pt x="2129266" y="1031796"/>
                  </a:lnTo>
                  <a:lnTo>
                    <a:pt x="2130338" y="1031225"/>
                  </a:lnTo>
                  <a:lnTo>
                    <a:pt x="2131409" y="1030654"/>
                  </a:lnTo>
                  <a:lnTo>
                    <a:pt x="2132481" y="1030083"/>
                  </a:lnTo>
                  <a:lnTo>
                    <a:pt x="2133553" y="1029513"/>
                  </a:lnTo>
                  <a:lnTo>
                    <a:pt x="2134624" y="1028943"/>
                  </a:lnTo>
                  <a:lnTo>
                    <a:pt x="2135696" y="1028374"/>
                  </a:lnTo>
                  <a:lnTo>
                    <a:pt x="2136767" y="1027805"/>
                  </a:lnTo>
                  <a:lnTo>
                    <a:pt x="2137839" y="1027236"/>
                  </a:lnTo>
                  <a:lnTo>
                    <a:pt x="2138911" y="1026667"/>
                  </a:lnTo>
                  <a:lnTo>
                    <a:pt x="2139982" y="1026099"/>
                  </a:lnTo>
                  <a:lnTo>
                    <a:pt x="2141054" y="1025531"/>
                  </a:lnTo>
                  <a:lnTo>
                    <a:pt x="2142125" y="1024963"/>
                  </a:lnTo>
                  <a:lnTo>
                    <a:pt x="2143197" y="1024396"/>
                  </a:lnTo>
                  <a:lnTo>
                    <a:pt x="2144269" y="1023829"/>
                  </a:lnTo>
                  <a:lnTo>
                    <a:pt x="2145340" y="1023263"/>
                  </a:lnTo>
                  <a:lnTo>
                    <a:pt x="2146412" y="1022696"/>
                  </a:lnTo>
                  <a:lnTo>
                    <a:pt x="2147483" y="1022130"/>
                  </a:lnTo>
                  <a:lnTo>
                    <a:pt x="2148555" y="1021565"/>
                  </a:lnTo>
                  <a:lnTo>
                    <a:pt x="2149627" y="1021000"/>
                  </a:lnTo>
                  <a:lnTo>
                    <a:pt x="2150698" y="1020435"/>
                  </a:lnTo>
                  <a:lnTo>
                    <a:pt x="2151770" y="1019870"/>
                  </a:lnTo>
                  <a:lnTo>
                    <a:pt x="2152841" y="1019306"/>
                  </a:lnTo>
                  <a:lnTo>
                    <a:pt x="2153913" y="1018742"/>
                  </a:lnTo>
                  <a:lnTo>
                    <a:pt x="2154985" y="1018178"/>
                  </a:lnTo>
                  <a:lnTo>
                    <a:pt x="2156056" y="1017615"/>
                  </a:lnTo>
                  <a:lnTo>
                    <a:pt x="2157128" y="1017052"/>
                  </a:lnTo>
                  <a:lnTo>
                    <a:pt x="2158199" y="1016489"/>
                  </a:lnTo>
                  <a:lnTo>
                    <a:pt x="2159271" y="1015927"/>
                  </a:lnTo>
                  <a:lnTo>
                    <a:pt x="2160343" y="1015365"/>
                  </a:lnTo>
                  <a:lnTo>
                    <a:pt x="2161414" y="1014803"/>
                  </a:lnTo>
                  <a:lnTo>
                    <a:pt x="2162486" y="1014242"/>
                  </a:lnTo>
                  <a:lnTo>
                    <a:pt x="2163557" y="1013681"/>
                  </a:lnTo>
                  <a:lnTo>
                    <a:pt x="2164629" y="1013120"/>
                  </a:lnTo>
                  <a:lnTo>
                    <a:pt x="2165701" y="1012559"/>
                  </a:lnTo>
                  <a:lnTo>
                    <a:pt x="2166772" y="1011999"/>
                  </a:lnTo>
                  <a:lnTo>
                    <a:pt x="2167844" y="1011440"/>
                  </a:lnTo>
                  <a:lnTo>
                    <a:pt x="2168915" y="1010880"/>
                  </a:lnTo>
                  <a:lnTo>
                    <a:pt x="2169987" y="1010321"/>
                  </a:lnTo>
                  <a:lnTo>
                    <a:pt x="2171059" y="1009762"/>
                  </a:lnTo>
                  <a:lnTo>
                    <a:pt x="2172130" y="1009204"/>
                  </a:lnTo>
                  <a:lnTo>
                    <a:pt x="2173202" y="1008645"/>
                  </a:lnTo>
                  <a:lnTo>
                    <a:pt x="2174273" y="1008088"/>
                  </a:lnTo>
                  <a:lnTo>
                    <a:pt x="2175345" y="1007530"/>
                  </a:lnTo>
                  <a:lnTo>
                    <a:pt x="2176417" y="1006973"/>
                  </a:lnTo>
                  <a:lnTo>
                    <a:pt x="2177488" y="1006416"/>
                  </a:lnTo>
                  <a:lnTo>
                    <a:pt x="2178560" y="1005859"/>
                  </a:lnTo>
                  <a:lnTo>
                    <a:pt x="2179631" y="1005303"/>
                  </a:lnTo>
                  <a:lnTo>
                    <a:pt x="2180703" y="1004747"/>
                  </a:lnTo>
                  <a:lnTo>
                    <a:pt x="2181775" y="1004191"/>
                  </a:lnTo>
                  <a:lnTo>
                    <a:pt x="2182846" y="1003636"/>
                  </a:lnTo>
                  <a:lnTo>
                    <a:pt x="2183918" y="1003081"/>
                  </a:lnTo>
                  <a:lnTo>
                    <a:pt x="2184989" y="1002526"/>
                  </a:lnTo>
                  <a:lnTo>
                    <a:pt x="2186061" y="1001972"/>
                  </a:lnTo>
                  <a:lnTo>
                    <a:pt x="2187133" y="1001418"/>
                  </a:lnTo>
                  <a:lnTo>
                    <a:pt x="2188204" y="1000864"/>
                  </a:lnTo>
                  <a:lnTo>
                    <a:pt x="2189276" y="1000310"/>
                  </a:lnTo>
                  <a:lnTo>
                    <a:pt x="2190347" y="999757"/>
                  </a:lnTo>
                  <a:lnTo>
                    <a:pt x="2191419" y="999204"/>
                  </a:lnTo>
                  <a:lnTo>
                    <a:pt x="2192491" y="998652"/>
                  </a:lnTo>
                  <a:lnTo>
                    <a:pt x="2193562" y="998100"/>
                  </a:lnTo>
                  <a:lnTo>
                    <a:pt x="2194634" y="997548"/>
                  </a:lnTo>
                  <a:lnTo>
                    <a:pt x="2195705" y="996996"/>
                  </a:lnTo>
                  <a:lnTo>
                    <a:pt x="2196777" y="996445"/>
                  </a:lnTo>
                  <a:lnTo>
                    <a:pt x="2197849" y="995894"/>
                  </a:lnTo>
                  <a:lnTo>
                    <a:pt x="2198920" y="995343"/>
                  </a:lnTo>
                  <a:lnTo>
                    <a:pt x="2199992" y="994793"/>
                  </a:lnTo>
                  <a:lnTo>
                    <a:pt x="2201063" y="994242"/>
                  </a:lnTo>
                  <a:lnTo>
                    <a:pt x="2202135" y="993693"/>
                  </a:lnTo>
                  <a:lnTo>
                    <a:pt x="2203207" y="993143"/>
                  </a:lnTo>
                  <a:lnTo>
                    <a:pt x="2204278" y="992594"/>
                  </a:lnTo>
                  <a:lnTo>
                    <a:pt x="2205350" y="992045"/>
                  </a:lnTo>
                  <a:lnTo>
                    <a:pt x="2206421" y="991497"/>
                  </a:lnTo>
                  <a:lnTo>
                    <a:pt x="2207493" y="990948"/>
                  </a:lnTo>
                  <a:lnTo>
                    <a:pt x="2208565" y="990400"/>
                  </a:lnTo>
                  <a:lnTo>
                    <a:pt x="2209636" y="989853"/>
                  </a:lnTo>
                  <a:lnTo>
                    <a:pt x="2210708" y="989305"/>
                  </a:lnTo>
                  <a:lnTo>
                    <a:pt x="2211779" y="988758"/>
                  </a:lnTo>
                  <a:lnTo>
                    <a:pt x="2212851" y="988211"/>
                  </a:lnTo>
                  <a:lnTo>
                    <a:pt x="2213923" y="987665"/>
                  </a:lnTo>
                  <a:lnTo>
                    <a:pt x="2214994" y="987119"/>
                  </a:lnTo>
                  <a:lnTo>
                    <a:pt x="2216066" y="986573"/>
                  </a:lnTo>
                  <a:lnTo>
                    <a:pt x="2217137" y="986027"/>
                  </a:lnTo>
                  <a:lnTo>
                    <a:pt x="2218209" y="985482"/>
                  </a:lnTo>
                  <a:lnTo>
                    <a:pt x="2219281" y="984937"/>
                  </a:lnTo>
                  <a:lnTo>
                    <a:pt x="2220352" y="984392"/>
                  </a:lnTo>
                  <a:lnTo>
                    <a:pt x="2221424" y="983848"/>
                  </a:lnTo>
                  <a:lnTo>
                    <a:pt x="2222495" y="983304"/>
                  </a:lnTo>
                  <a:lnTo>
                    <a:pt x="2223567" y="982760"/>
                  </a:lnTo>
                  <a:lnTo>
                    <a:pt x="2224639" y="982217"/>
                  </a:lnTo>
                  <a:lnTo>
                    <a:pt x="2225710" y="981673"/>
                  </a:lnTo>
                  <a:lnTo>
                    <a:pt x="2226782" y="981130"/>
                  </a:lnTo>
                  <a:lnTo>
                    <a:pt x="2227853" y="980588"/>
                  </a:lnTo>
                  <a:lnTo>
                    <a:pt x="2228925" y="980045"/>
                  </a:lnTo>
                  <a:lnTo>
                    <a:pt x="2229997" y="979503"/>
                  </a:lnTo>
                  <a:lnTo>
                    <a:pt x="2231068" y="978962"/>
                  </a:lnTo>
                  <a:lnTo>
                    <a:pt x="2232140" y="978420"/>
                  </a:lnTo>
                  <a:lnTo>
                    <a:pt x="2233211" y="977879"/>
                  </a:lnTo>
                  <a:lnTo>
                    <a:pt x="2234283" y="977338"/>
                  </a:lnTo>
                  <a:lnTo>
                    <a:pt x="2235355" y="976797"/>
                  </a:lnTo>
                  <a:lnTo>
                    <a:pt x="2236426" y="976257"/>
                  </a:lnTo>
                  <a:lnTo>
                    <a:pt x="2237498" y="975717"/>
                  </a:lnTo>
                  <a:lnTo>
                    <a:pt x="2238569" y="975177"/>
                  </a:lnTo>
                  <a:lnTo>
                    <a:pt x="2239641" y="974638"/>
                  </a:lnTo>
                  <a:lnTo>
                    <a:pt x="2240713" y="974099"/>
                  </a:lnTo>
                  <a:lnTo>
                    <a:pt x="2241784" y="973560"/>
                  </a:lnTo>
                  <a:lnTo>
                    <a:pt x="2242856" y="973021"/>
                  </a:lnTo>
                  <a:lnTo>
                    <a:pt x="2243927" y="972483"/>
                  </a:lnTo>
                  <a:lnTo>
                    <a:pt x="2244999" y="971945"/>
                  </a:lnTo>
                  <a:lnTo>
                    <a:pt x="2246071" y="971407"/>
                  </a:lnTo>
                  <a:lnTo>
                    <a:pt x="2247142" y="970869"/>
                  </a:lnTo>
                  <a:lnTo>
                    <a:pt x="2248214" y="970332"/>
                  </a:lnTo>
                  <a:lnTo>
                    <a:pt x="2249285" y="969795"/>
                  </a:lnTo>
                  <a:lnTo>
                    <a:pt x="2250357" y="969259"/>
                  </a:lnTo>
                  <a:lnTo>
                    <a:pt x="2251429" y="968722"/>
                  </a:lnTo>
                  <a:lnTo>
                    <a:pt x="2252500" y="968186"/>
                  </a:lnTo>
                  <a:lnTo>
                    <a:pt x="2253572" y="967650"/>
                  </a:lnTo>
                  <a:lnTo>
                    <a:pt x="2254643" y="967115"/>
                  </a:lnTo>
                  <a:lnTo>
                    <a:pt x="2255715" y="966580"/>
                  </a:lnTo>
                  <a:lnTo>
                    <a:pt x="2256787" y="966045"/>
                  </a:lnTo>
                  <a:lnTo>
                    <a:pt x="2257858" y="965510"/>
                  </a:lnTo>
                  <a:lnTo>
                    <a:pt x="2258930" y="964975"/>
                  </a:lnTo>
                  <a:lnTo>
                    <a:pt x="2260001" y="964441"/>
                  </a:lnTo>
                  <a:lnTo>
                    <a:pt x="2261073" y="963907"/>
                  </a:lnTo>
                  <a:lnTo>
                    <a:pt x="2262145" y="963374"/>
                  </a:lnTo>
                  <a:lnTo>
                    <a:pt x="2263216" y="962840"/>
                  </a:lnTo>
                  <a:lnTo>
                    <a:pt x="2264288" y="962307"/>
                  </a:lnTo>
                  <a:lnTo>
                    <a:pt x="2265359" y="961774"/>
                  </a:lnTo>
                  <a:lnTo>
                    <a:pt x="2266431" y="961242"/>
                  </a:lnTo>
                  <a:lnTo>
                    <a:pt x="2267503" y="960710"/>
                  </a:lnTo>
                  <a:lnTo>
                    <a:pt x="2268574" y="960178"/>
                  </a:lnTo>
                  <a:lnTo>
                    <a:pt x="2269646" y="959646"/>
                  </a:lnTo>
                  <a:lnTo>
                    <a:pt x="2270717" y="959114"/>
                  </a:lnTo>
                  <a:lnTo>
                    <a:pt x="2271789" y="958583"/>
                  </a:lnTo>
                  <a:lnTo>
                    <a:pt x="2272861" y="958052"/>
                  </a:lnTo>
                  <a:lnTo>
                    <a:pt x="2273932" y="957522"/>
                  </a:lnTo>
                  <a:lnTo>
                    <a:pt x="2275004" y="956991"/>
                  </a:lnTo>
                  <a:lnTo>
                    <a:pt x="2276075" y="956461"/>
                  </a:lnTo>
                  <a:lnTo>
                    <a:pt x="2277147" y="955931"/>
                  </a:lnTo>
                  <a:lnTo>
                    <a:pt x="2278219" y="955401"/>
                  </a:lnTo>
                  <a:lnTo>
                    <a:pt x="2279290" y="954872"/>
                  </a:lnTo>
                  <a:lnTo>
                    <a:pt x="2280362" y="954343"/>
                  </a:lnTo>
                  <a:lnTo>
                    <a:pt x="2281433" y="953814"/>
                  </a:lnTo>
                  <a:lnTo>
                    <a:pt x="2282505" y="953286"/>
                  </a:lnTo>
                  <a:lnTo>
                    <a:pt x="2283577" y="952757"/>
                  </a:lnTo>
                  <a:lnTo>
                    <a:pt x="2284648" y="952229"/>
                  </a:lnTo>
                  <a:lnTo>
                    <a:pt x="2285720" y="951701"/>
                  </a:lnTo>
                  <a:lnTo>
                    <a:pt x="2286791" y="951174"/>
                  </a:lnTo>
                  <a:lnTo>
                    <a:pt x="2287863" y="950647"/>
                  </a:lnTo>
                  <a:lnTo>
                    <a:pt x="2288935" y="950119"/>
                  </a:lnTo>
                  <a:lnTo>
                    <a:pt x="2290006" y="949593"/>
                  </a:lnTo>
                  <a:lnTo>
                    <a:pt x="2291078" y="949066"/>
                  </a:lnTo>
                  <a:lnTo>
                    <a:pt x="2292149" y="948540"/>
                  </a:lnTo>
                  <a:lnTo>
                    <a:pt x="2293221" y="948014"/>
                  </a:lnTo>
                  <a:lnTo>
                    <a:pt x="2294293" y="947488"/>
                  </a:lnTo>
                  <a:lnTo>
                    <a:pt x="2295364" y="946962"/>
                  </a:lnTo>
                  <a:lnTo>
                    <a:pt x="2296436" y="946437"/>
                  </a:lnTo>
                  <a:lnTo>
                    <a:pt x="2297507" y="945912"/>
                  </a:lnTo>
                  <a:lnTo>
                    <a:pt x="2298579" y="945387"/>
                  </a:lnTo>
                  <a:lnTo>
                    <a:pt x="2299651" y="944863"/>
                  </a:lnTo>
                  <a:lnTo>
                    <a:pt x="2300722" y="944339"/>
                  </a:lnTo>
                  <a:lnTo>
                    <a:pt x="2301794" y="943815"/>
                  </a:lnTo>
                  <a:lnTo>
                    <a:pt x="2302865" y="943291"/>
                  </a:lnTo>
                  <a:lnTo>
                    <a:pt x="2303937" y="942767"/>
                  </a:lnTo>
                  <a:lnTo>
                    <a:pt x="2305009" y="942244"/>
                  </a:lnTo>
                  <a:lnTo>
                    <a:pt x="2306080" y="941721"/>
                  </a:lnTo>
                  <a:lnTo>
                    <a:pt x="2307152" y="941198"/>
                  </a:lnTo>
                  <a:lnTo>
                    <a:pt x="2308223" y="940675"/>
                  </a:lnTo>
                  <a:lnTo>
                    <a:pt x="2309295" y="940153"/>
                  </a:lnTo>
                  <a:lnTo>
                    <a:pt x="2310366" y="939631"/>
                  </a:lnTo>
                  <a:lnTo>
                    <a:pt x="2311438" y="939109"/>
                  </a:lnTo>
                  <a:lnTo>
                    <a:pt x="2312510" y="938587"/>
                  </a:lnTo>
                  <a:lnTo>
                    <a:pt x="2313581" y="938066"/>
                  </a:lnTo>
                  <a:lnTo>
                    <a:pt x="2314653" y="937545"/>
                  </a:lnTo>
                  <a:lnTo>
                    <a:pt x="2315724" y="937024"/>
                  </a:lnTo>
                  <a:lnTo>
                    <a:pt x="2316796" y="936503"/>
                  </a:lnTo>
                  <a:lnTo>
                    <a:pt x="2317868" y="935983"/>
                  </a:lnTo>
                  <a:lnTo>
                    <a:pt x="2318939" y="935463"/>
                  </a:lnTo>
                  <a:lnTo>
                    <a:pt x="2320011" y="934943"/>
                  </a:lnTo>
                  <a:lnTo>
                    <a:pt x="2321082" y="934423"/>
                  </a:lnTo>
                  <a:lnTo>
                    <a:pt x="2322154" y="933903"/>
                  </a:lnTo>
                  <a:lnTo>
                    <a:pt x="2323226" y="933384"/>
                  </a:lnTo>
                  <a:lnTo>
                    <a:pt x="2324297" y="932865"/>
                  </a:lnTo>
                  <a:lnTo>
                    <a:pt x="2325369" y="932346"/>
                  </a:lnTo>
                  <a:lnTo>
                    <a:pt x="2326440" y="931828"/>
                  </a:lnTo>
                  <a:lnTo>
                    <a:pt x="2327512" y="931309"/>
                  </a:lnTo>
                  <a:lnTo>
                    <a:pt x="2328584" y="930791"/>
                  </a:lnTo>
                  <a:lnTo>
                    <a:pt x="2329655" y="930273"/>
                  </a:lnTo>
                  <a:lnTo>
                    <a:pt x="2330727" y="929756"/>
                  </a:lnTo>
                  <a:lnTo>
                    <a:pt x="2331798" y="929238"/>
                  </a:lnTo>
                  <a:lnTo>
                    <a:pt x="2332870" y="928721"/>
                  </a:lnTo>
                  <a:lnTo>
                    <a:pt x="2333942" y="928204"/>
                  </a:lnTo>
                  <a:lnTo>
                    <a:pt x="2335013" y="927687"/>
                  </a:lnTo>
                  <a:lnTo>
                    <a:pt x="2336085" y="927170"/>
                  </a:lnTo>
                  <a:lnTo>
                    <a:pt x="2337156" y="926654"/>
                  </a:lnTo>
                  <a:lnTo>
                    <a:pt x="2338228" y="926138"/>
                  </a:lnTo>
                  <a:lnTo>
                    <a:pt x="2339300" y="925622"/>
                  </a:lnTo>
                  <a:lnTo>
                    <a:pt x="2340371" y="925106"/>
                  </a:lnTo>
                  <a:lnTo>
                    <a:pt x="2341443" y="924591"/>
                  </a:lnTo>
                  <a:lnTo>
                    <a:pt x="2342514" y="924076"/>
                  </a:lnTo>
                  <a:lnTo>
                    <a:pt x="2343586" y="923561"/>
                  </a:lnTo>
                  <a:lnTo>
                    <a:pt x="2344658" y="923046"/>
                  </a:lnTo>
                  <a:lnTo>
                    <a:pt x="2345729" y="922531"/>
                  </a:lnTo>
                  <a:lnTo>
                    <a:pt x="2346801" y="922017"/>
                  </a:lnTo>
                  <a:lnTo>
                    <a:pt x="2347872" y="921502"/>
                  </a:lnTo>
                  <a:lnTo>
                    <a:pt x="2348944" y="920989"/>
                  </a:lnTo>
                  <a:lnTo>
                    <a:pt x="2350016" y="920475"/>
                  </a:lnTo>
                  <a:lnTo>
                    <a:pt x="2351087" y="919961"/>
                  </a:lnTo>
                  <a:lnTo>
                    <a:pt x="2352159" y="919448"/>
                  </a:lnTo>
                  <a:lnTo>
                    <a:pt x="2353230" y="918935"/>
                  </a:lnTo>
                  <a:lnTo>
                    <a:pt x="2354302" y="918422"/>
                  </a:lnTo>
                  <a:lnTo>
                    <a:pt x="2355374" y="917909"/>
                  </a:lnTo>
                  <a:lnTo>
                    <a:pt x="2356445" y="917396"/>
                  </a:lnTo>
                  <a:lnTo>
                    <a:pt x="2357517" y="916884"/>
                  </a:lnTo>
                  <a:lnTo>
                    <a:pt x="2358588" y="916372"/>
                  </a:lnTo>
                  <a:lnTo>
                    <a:pt x="2359660" y="915860"/>
                  </a:lnTo>
                  <a:lnTo>
                    <a:pt x="2360732" y="915348"/>
                  </a:lnTo>
                  <a:lnTo>
                    <a:pt x="2361803" y="914837"/>
                  </a:lnTo>
                  <a:lnTo>
                    <a:pt x="2362875" y="914326"/>
                  </a:lnTo>
                  <a:lnTo>
                    <a:pt x="2363946" y="913814"/>
                  </a:lnTo>
                  <a:lnTo>
                    <a:pt x="2365018" y="913304"/>
                  </a:lnTo>
                  <a:lnTo>
                    <a:pt x="2366090" y="912793"/>
                  </a:lnTo>
                  <a:lnTo>
                    <a:pt x="2367161" y="912282"/>
                  </a:lnTo>
                  <a:lnTo>
                    <a:pt x="2368233" y="911772"/>
                  </a:lnTo>
                  <a:lnTo>
                    <a:pt x="2369304" y="911262"/>
                  </a:lnTo>
                  <a:lnTo>
                    <a:pt x="2370376" y="910752"/>
                  </a:lnTo>
                  <a:lnTo>
                    <a:pt x="2371448" y="910242"/>
                  </a:lnTo>
                  <a:lnTo>
                    <a:pt x="2372519" y="909733"/>
                  </a:lnTo>
                  <a:lnTo>
                    <a:pt x="2373591" y="909223"/>
                  </a:lnTo>
                  <a:lnTo>
                    <a:pt x="2374662" y="908714"/>
                  </a:lnTo>
                  <a:lnTo>
                    <a:pt x="2375734" y="908205"/>
                  </a:lnTo>
                  <a:lnTo>
                    <a:pt x="2376806" y="907696"/>
                  </a:lnTo>
                  <a:lnTo>
                    <a:pt x="2377877" y="907188"/>
                  </a:lnTo>
                  <a:lnTo>
                    <a:pt x="2378949" y="906679"/>
                  </a:lnTo>
                  <a:lnTo>
                    <a:pt x="2380020" y="906171"/>
                  </a:lnTo>
                  <a:lnTo>
                    <a:pt x="2381092" y="905663"/>
                  </a:lnTo>
                  <a:lnTo>
                    <a:pt x="2382164" y="905155"/>
                  </a:lnTo>
                  <a:lnTo>
                    <a:pt x="2383235" y="904647"/>
                  </a:lnTo>
                  <a:lnTo>
                    <a:pt x="2384307" y="904140"/>
                  </a:lnTo>
                  <a:lnTo>
                    <a:pt x="2385378" y="903633"/>
                  </a:lnTo>
                  <a:lnTo>
                    <a:pt x="2386450" y="903126"/>
                  </a:lnTo>
                  <a:lnTo>
                    <a:pt x="2387522" y="902619"/>
                  </a:lnTo>
                  <a:lnTo>
                    <a:pt x="2388593" y="902112"/>
                  </a:lnTo>
                  <a:lnTo>
                    <a:pt x="2389665" y="901605"/>
                  </a:lnTo>
                  <a:lnTo>
                    <a:pt x="2390736" y="901099"/>
                  </a:lnTo>
                  <a:lnTo>
                    <a:pt x="2391808" y="900593"/>
                  </a:lnTo>
                  <a:lnTo>
                    <a:pt x="2392880" y="900086"/>
                  </a:lnTo>
                  <a:lnTo>
                    <a:pt x="2393951" y="899581"/>
                  </a:lnTo>
                  <a:lnTo>
                    <a:pt x="2395023" y="899075"/>
                  </a:lnTo>
                  <a:lnTo>
                    <a:pt x="2396094" y="898569"/>
                  </a:lnTo>
                  <a:lnTo>
                    <a:pt x="2397166" y="898064"/>
                  </a:lnTo>
                  <a:lnTo>
                    <a:pt x="2398238" y="897559"/>
                  </a:lnTo>
                  <a:lnTo>
                    <a:pt x="2399309" y="897054"/>
                  </a:lnTo>
                  <a:lnTo>
                    <a:pt x="2400381" y="896549"/>
                  </a:lnTo>
                  <a:lnTo>
                    <a:pt x="2401452" y="896044"/>
                  </a:lnTo>
                  <a:lnTo>
                    <a:pt x="2402524" y="895540"/>
                  </a:lnTo>
                  <a:lnTo>
                    <a:pt x="2403596" y="895035"/>
                  </a:lnTo>
                  <a:lnTo>
                    <a:pt x="2404667" y="894531"/>
                  </a:lnTo>
                  <a:lnTo>
                    <a:pt x="2405739" y="894027"/>
                  </a:lnTo>
                  <a:lnTo>
                    <a:pt x="2406810" y="893523"/>
                  </a:lnTo>
                  <a:lnTo>
                    <a:pt x="2407882" y="893019"/>
                  </a:lnTo>
                  <a:lnTo>
                    <a:pt x="2408954" y="892516"/>
                  </a:lnTo>
                  <a:lnTo>
                    <a:pt x="2410025" y="892012"/>
                  </a:lnTo>
                  <a:lnTo>
                    <a:pt x="2411097" y="891509"/>
                  </a:lnTo>
                  <a:lnTo>
                    <a:pt x="2412168" y="891006"/>
                  </a:lnTo>
                  <a:lnTo>
                    <a:pt x="2413240" y="890503"/>
                  </a:lnTo>
                  <a:lnTo>
                    <a:pt x="2414312" y="890000"/>
                  </a:lnTo>
                  <a:lnTo>
                    <a:pt x="2415383" y="889498"/>
                  </a:lnTo>
                  <a:lnTo>
                    <a:pt x="2416455" y="888995"/>
                  </a:lnTo>
                  <a:lnTo>
                    <a:pt x="2417526" y="888493"/>
                  </a:lnTo>
                  <a:lnTo>
                    <a:pt x="2418598" y="887991"/>
                  </a:lnTo>
                  <a:lnTo>
                    <a:pt x="2419670" y="887489"/>
                  </a:lnTo>
                  <a:lnTo>
                    <a:pt x="2420741" y="886987"/>
                  </a:lnTo>
                  <a:lnTo>
                    <a:pt x="2421813" y="886485"/>
                  </a:lnTo>
                  <a:lnTo>
                    <a:pt x="2422884" y="885984"/>
                  </a:lnTo>
                  <a:lnTo>
                    <a:pt x="2423956" y="885482"/>
                  </a:lnTo>
                  <a:lnTo>
                    <a:pt x="2425028" y="884981"/>
                  </a:lnTo>
                  <a:lnTo>
                    <a:pt x="2426099" y="884480"/>
                  </a:lnTo>
                  <a:lnTo>
                    <a:pt x="2427171" y="883979"/>
                  </a:lnTo>
                  <a:lnTo>
                    <a:pt x="2428242" y="883478"/>
                  </a:lnTo>
                  <a:lnTo>
                    <a:pt x="2429314" y="882977"/>
                  </a:lnTo>
                  <a:lnTo>
                    <a:pt x="2430386" y="882477"/>
                  </a:lnTo>
                  <a:lnTo>
                    <a:pt x="2431457" y="881976"/>
                  </a:lnTo>
                  <a:lnTo>
                    <a:pt x="2432529" y="881476"/>
                  </a:lnTo>
                  <a:lnTo>
                    <a:pt x="2433600" y="880976"/>
                  </a:lnTo>
                  <a:lnTo>
                    <a:pt x="2434672" y="880476"/>
                  </a:lnTo>
                  <a:lnTo>
                    <a:pt x="2435744" y="879976"/>
                  </a:lnTo>
                  <a:lnTo>
                    <a:pt x="2436815" y="879476"/>
                  </a:lnTo>
                  <a:lnTo>
                    <a:pt x="2437887" y="878977"/>
                  </a:lnTo>
                  <a:lnTo>
                    <a:pt x="2438958" y="878477"/>
                  </a:lnTo>
                  <a:lnTo>
                    <a:pt x="2440030" y="877978"/>
                  </a:lnTo>
                  <a:lnTo>
                    <a:pt x="2441102" y="877479"/>
                  </a:lnTo>
                  <a:lnTo>
                    <a:pt x="2442173" y="876980"/>
                  </a:lnTo>
                  <a:lnTo>
                    <a:pt x="2443245" y="876481"/>
                  </a:lnTo>
                  <a:lnTo>
                    <a:pt x="2444316" y="875982"/>
                  </a:lnTo>
                  <a:lnTo>
                    <a:pt x="2445388" y="875483"/>
                  </a:lnTo>
                  <a:lnTo>
                    <a:pt x="2446460" y="874985"/>
                  </a:lnTo>
                  <a:lnTo>
                    <a:pt x="2447531" y="874486"/>
                  </a:lnTo>
                  <a:lnTo>
                    <a:pt x="2448603" y="873988"/>
                  </a:lnTo>
                  <a:lnTo>
                    <a:pt x="2449674" y="873490"/>
                  </a:lnTo>
                  <a:lnTo>
                    <a:pt x="2450746" y="872992"/>
                  </a:lnTo>
                  <a:lnTo>
                    <a:pt x="2451818" y="872494"/>
                  </a:lnTo>
                  <a:lnTo>
                    <a:pt x="2452889" y="871996"/>
                  </a:lnTo>
                  <a:lnTo>
                    <a:pt x="2453961" y="871498"/>
                  </a:lnTo>
                  <a:lnTo>
                    <a:pt x="2455032" y="871001"/>
                  </a:lnTo>
                  <a:lnTo>
                    <a:pt x="2456104" y="870503"/>
                  </a:lnTo>
                  <a:lnTo>
                    <a:pt x="2457176" y="870006"/>
                  </a:lnTo>
                  <a:lnTo>
                    <a:pt x="2458247" y="869509"/>
                  </a:lnTo>
                  <a:lnTo>
                    <a:pt x="2459319" y="869012"/>
                  </a:lnTo>
                  <a:lnTo>
                    <a:pt x="2460390" y="868515"/>
                  </a:lnTo>
                  <a:lnTo>
                    <a:pt x="2461462" y="868018"/>
                  </a:lnTo>
                  <a:lnTo>
                    <a:pt x="2462534" y="867521"/>
                  </a:lnTo>
                  <a:lnTo>
                    <a:pt x="2463605" y="867024"/>
                  </a:lnTo>
                  <a:lnTo>
                    <a:pt x="2464677" y="866528"/>
                  </a:lnTo>
                  <a:lnTo>
                    <a:pt x="2465748" y="866031"/>
                  </a:lnTo>
                  <a:lnTo>
                    <a:pt x="2466820" y="865535"/>
                  </a:lnTo>
                  <a:lnTo>
                    <a:pt x="2467892" y="865039"/>
                  </a:lnTo>
                  <a:lnTo>
                    <a:pt x="2468963" y="864543"/>
                  </a:lnTo>
                  <a:lnTo>
                    <a:pt x="2470035" y="864046"/>
                  </a:lnTo>
                  <a:lnTo>
                    <a:pt x="2471106" y="863551"/>
                  </a:lnTo>
                  <a:lnTo>
                    <a:pt x="2472178" y="863055"/>
                  </a:lnTo>
                  <a:lnTo>
                    <a:pt x="2473250" y="862559"/>
                  </a:lnTo>
                  <a:lnTo>
                    <a:pt x="2474321" y="862063"/>
                  </a:lnTo>
                  <a:lnTo>
                    <a:pt x="2475393" y="861568"/>
                  </a:lnTo>
                  <a:lnTo>
                    <a:pt x="2476464" y="861072"/>
                  </a:lnTo>
                  <a:lnTo>
                    <a:pt x="2477536" y="860577"/>
                  </a:lnTo>
                  <a:lnTo>
                    <a:pt x="2478608" y="860082"/>
                  </a:lnTo>
                  <a:lnTo>
                    <a:pt x="2479679" y="859587"/>
                  </a:lnTo>
                  <a:lnTo>
                    <a:pt x="2480751" y="859091"/>
                  </a:lnTo>
                  <a:lnTo>
                    <a:pt x="2481822" y="858596"/>
                  </a:lnTo>
                  <a:lnTo>
                    <a:pt x="2482894" y="858102"/>
                  </a:lnTo>
                  <a:lnTo>
                    <a:pt x="2483966" y="857607"/>
                  </a:lnTo>
                  <a:lnTo>
                    <a:pt x="2485037" y="857112"/>
                  </a:lnTo>
                  <a:lnTo>
                    <a:pt x="2486109" y="856617"/>
                  </a:lnTo>
                  <a:lnTo>
                    <a:pt x="2487180" y="856123"/>
                  </a:lnTo>
                  <a:lnTo>
                    <a:pt x="2488252" y="855628"/>
                  </a:lnTo>
                  <a:lnTo>
                    <a:pt x="2489323" y="855134"/>
                  </a:lnTo>
                  <a:lnTo>
                    <a:pt x="2490395" y="854640"/>
                  </a:lnTo>
                  <a:lnTo>
                    <a:pt x="2491467" y="854145"/>
                  </a:lnTo>
                  <a:lnTo>
                    <a:pt x="2492538" y="853651"/>
                  </a:lnTo>
                  <a:lnTo>
                    <a:pt x="2493610" y="853157"/>
                  </a:lnTo>
                  <a:lnTo>
                    <a:pt x="2494681" y="852663"/>
                  </a:lnTo>
                  <a:lnTo>
                    <a:pt x="2495753" y="852169"/>
                  </a:lnTo>
                  <a:lnTo>
                    <a:pt x="2496825" y="851676"/>
                  </a:lnTo>
                  <a:lnTo>
                    <a:pt x="2497896" y="851182"/>
                  </a:lnTo>
                  <a:lnTo>
                    <a:pt x="2498968" y="850688"/>
                  </a:lnTo>
                  <a:lnTo>
                    <a:pt x="2500039" y="850194"/>
                  </a:lnTo>
                  <a:lnTo>
                    <a:pt x="2501111" y="849701"/>
                  </a:lnTo>
                  <a:lnTo>
                    <a:pt x="2502183" y="849207"/>
                  </a:lnTo>
                  <a:lnTo>
                    <a:pt x="2503254" y="848714"/>
                  </a:lnTo>
                  <a:lnTo>
                    <a:pt x="2504326" y="848221"/>
                  </a:lnTo>
                  <a:lnTo>
                    <a:pt x="2505397" y="847727"/>
                  </a:lnTo>
                  <a:lnTo>
                    <a:pt x="2506469" y="847234"/>
                  </a:lnTo>
                  <a:lnTo>
                    <a:pt x="2507541" y="846741"/>
                  </a:lnTo>
                  <a:lnTo>
                    <a:pt x="2508612" y="846248"/>
                  </a:lnTo>
                  <a:lnTo>
                    <a:pt x="2509684" y="845755"/>
                  </a:lnTo>
                  <a:lnTo>
                    <a:pt x="2510755" y="845262"/>
                  </a:lnTo>
                  <a:lnTo>
                    <a:pt x="2511827" y="844769"/>
                  </a:lnTo>
                  <a:lnTo>
                    <a:pt x="2512899" y="844276"/>
                  </a:lnTo>
                  <a:lnTo>
                    <a:pt x="2513970" y="843783"/>
                  </a:lnTo>
                  <a:lnTo>
                    <a:pt x="2515042" y="843291"/>
                  </a:lnTo>
                  <a:lnTo>
                    <a:pt x="2516113" y="842798"/>
                  </a:lnTo>
                  <a:lnTo>
                    <a:pt x="2517185" y="842305"/>
                  </a:lnTo>
                  <a:lnTo>
                    <a:pt x="2518257" y="841813"/>
                  </a:lnTo>
                  <a:lnTo>
                    <a:pt x="2519328" y="841320"/>
                  </a:lnTo>
                  <a:lnTo>
                    <a:pt x="2520400" y="840828"/>
                  </a:lnTo>
                  <a:lnTo>
                    <a:pt x="2521471" y="840336"/>
                  </a:lnTo>
                  <a:lnTo>
                    <a:pt x="2522543" y="839843"/>
                  </a:lnTo>
                  <a:lnTo>
                    <a:pt x="2523615" y="839351"/>
                  </a:lnTo>
                  <a:lnTo>
                    <a:pt x="2524686" y="838859"/>
                  </a:lnTo>
                  <a:lnTo>
                    <a:pt x="2525758" y="838366"/>
                  </a:lnTo>
                  <a:lnTo>
                    <a:pt x="2526829" y="837874"/>
                  </a:lnTo>
                  <a:lnTo>
                    <a:pt x="2527901" y="837382"/>
                  </a:lnTo>
                  <a:lnTo>
                    <a:pt x="2528973" y="836890"/>
                  </a:lnTo>
                  <a:lnTo>
                    <a:pt x="2530044" y="836398"/>
                  </a:lnTo>
                  <a:lnTo>
                    <a:pt x="2531116" y="835906"/>
                  </a:lnTo>
                  <a:lnTo>
                    <a:pt x="2532187" y="835414"/>
                  </a:lnTo>
                  <a:lnTo>
                    <a:pt x="2533259" y="834922"/>
                  </a:lnTo>
                  <a:lnTo>
                    <a:pt x="2534331" y="834430"/>
                  </a:lnTo>
                  <a:lnTo>
                    <a:pt x="2535402" y="833938"/>
                  </a:lnTo>
                  <a:lnTo>
                    <a:pt x="2536474" y="833446"/>
                  </a:lnTo>
                  <a:lnTo>
                    <a:pt x="2537545" y="832954"/>
                  </a:lnTo>
                  <a:lnTo>
                    <a:pt x="2538617" y="832463"/>
                  </a:lnTo>
                  <a:lnTo>
                    <a:pt x="2539689" y="831971"/>
                  </a:lnTo>
                  <a:lnTo>
                    <a:pt x="2540760" y="831479"/>
                  </a:lnTo>
                  <a:lnTo>
                    <a:pt x="2541832" y="830987"/>
                  </a:lnTo>
                  <a:lnTo>
                    <a:pt x="2542903" y="830496"/>
                  </a:lnTo>
                  <a:lnTo>
                    <a:pt x="2543975" y="830004"/>
                  </a:lnTo>
                  <a:lnTo>
                    <a:pt x="2545047" y="829512"/>
                  </a:lnTo>
                  <a:lnTo>
                    <a:pt x="2546118" y="829021"/>
                  </a:lnTo>
                  <a:lnTo>
                    <a:pt x="2547190" y="828529"/>
                  </a:lnTo>
                  <a:lnTo>
                    <a:pt x="2548261" y="828038"/>
                  </a:lnTo>
                  <a:lnTo>
                    <a:pt x="2549333" y="827546"/>
                  </a:lnTo>
                  <a:lnTo>
                    <a:pt x="2550405" y="827055"/>
                  </a:lnTo>
                  <a:lnTo>
                    <a:pt x="2551476" y="826563"/>
                  </a:lnTo>
                  <a:lnTo>
                    <a:pt x="2552548" y="826072"/>
                  </a:lnTo>
                  <a:lnTo>
                    <a:pt x="2553619" y="825580"/>
                  </a:lnTo>
                  <a:lnTo>
                    <a:pt x="2554691" y="825089"/>
                  </a:lnTo>
                  <a:lnTo>
                    <a:pt x="2555763" y="824597"/>
                  </a:lnTo>
                  <a:lnTo>
                    <a:pt x="2556834" y="824106"/>
                  </a:lnTo>
                  <a:lnTo>
                    <a:pt x="2557906" y="823614"/>
                  </a:lnTo>
                  <a:lnTo>
                    <a:pt x="2558977" y="823123"/>
                  </a:lnTo>
                  <a:lnTo>
                    <a:pt x="2560049" y="822631"/>
                  </a:lnTo>
                  <a:lnTo>
                    <a:pt x="2561121" y="822140"/>
                  </a:lnTo>
                  <a:lnTo>
                    <a:pt x="2562192" y="821649"/>
                  </a:lnTo>
                  <a:lnTo>
                    <a:pt x="2563264" y="821157"/>
                  </a:lnTo>
                  <a:lnTo>
                    <a:pt x="2564335" y="820666"/>
                  </a:lnTo>
                  <a:lnTo>
                    <a:pt x="2565407" y="820174"/>
                  </a:lnTo>
                  <a:lnTo>
                    <a:pt x="2566479" y="819683"/>
                  </a:lnTo>
                  <a:lnTo>
                    <a:pt x="2567550" y="819192"/>
                  </a:lnTo>
                  <a:lnTo>
                    <a:pt x="2568622" y="818700"/>
                  </a:lnTo>
                  <a:lnTo>
                    <a:pt x="2569693" y="818209"/>
                  </a:lnTo>
                  <a:lnTo>
                    <a:pt x="2570765" y="817717"/>
                  </a:lnTo>
                  <a:lnTo>
                    <a:pt x="2571837" y="817226"/>
                  </a:lnTo>
                  <a:lnTo>
                    <a:pt x="2572908" y="816734"/>
                  </a:lnTo>
                  <a:lnTo>
                    <a:pt x="2573980" y="816243"/>
                  </a:lnTo>
                  <a:lnTo>
                    <a:pt x="2575051" y="815751"/>
                  </a:lnTo>
                  <a:lnTo>
                    <a:pt x="2576123" y="815260"/>
                  </a:lnTo>
                  <a:lnTo>
                    <a:pt x="2577195" y="814768"/>
                  </a:lnTo>
                  <a:lnTo>
                    <a:pt x="2578266" y="814277"/>
                  </a:lnTo>
                  <a:lnTo>
                    <a:pt x="2579338" y="813785"/>
                  </a:lnTo>
                  <a:lnTo>
                    <a:pt x="2580409" y="813294"/>
                  </a:lnTo>
                  <a:lnTo>
                    <a:pt x="2581481" y="812802"/>
                  </a:lnTo>
                  <a:lnTo>
                    <a:pt x="2582553" y="812311"/>
                  </a:lnTo>
                  <a:lnTo>
                    <a:pt x="2583624" y="811819"/>
                  </a:lnTo>
                  <a:lnTo>
                    <a:pt x="2584696" y="811328"/>
                  </a:lnTo>
                  <a:lnTo>
                    <a:pt x="2585767" y="810836"/>
                  </a:lnTo>
                  <a:lnTo>
                    <a:pt x="2586839" y="810344"/>
                  </a:lnTo>
                  <a:lnTo>
                    <a:pt x="2587911" y="809853"/>
                  </a:lnTo>
                  <a:lnTo>
                    <a:pt x="2588982" y="809361"/>
                  </a:lnTo>
                  <a:lnTo>
                    <a:pt x="2590054" y="808869"/>
                  </a:lnTo>
                  <a:lnTo>
                    <a:pt x="2591125" y="808377"/>
                  </a:lnTo>
                  <a:lnTo>
                    <a:pt x="2592197" y="807886"/>
                  </a:lnTo>
                  <a:lnTo>
                    <a:pt x="2593269" y="807394"/>
                  </a:lnTo>
                  <a:lnTo>
                    <a:pt x="2594340" y="806902"/>
                  </a:lnTo>
                  <a:lnTo>
                    <a:pt x="2595412" y="806410"/>
                  </a:lnTo>
                  <a:lnTo>
                    <a:pt x="2596483" y="805918"/>
                  </a:lnTo>
                  <a:lnTo>
                    <a:pt x="2597555" y="805426"/>
                  </a:lnTo>
                  <a:lnTo>
                    <a:pt x="2598627" y="804934"/>
                  </a:lnTo>
                  <a:lnTo>
                    <a:pt x="2599698" y="804442"/>
                  </a:lnTo>
                  <a:lnTo>
                    <a:pt x="2600770" y="803950"/>
                  </a:lnTo>
                  <a:lnTo>
                    <a:pt x="2601841" y="803458"/>
                  </a:lnTo>
                  <a:lnTo>
                    <a:pt x="2602913" y="802966"/>
                  </a:lnTo>
                  <a:lnTo>
                    <a:pt x="2603985" y="802473"/>
                  </a:lnTo>
                  <a:lnTo>
                    <a:pt x="2605056" y="801981"/>
                  </a:lnTo>
                  <a:lnTo>
                    <a:pt x="2606128" y="801489"/>
                  </a:lnTo>
                  <a:lnTo>
                    <a:pt x="2607199" y="800997"/>
                  </a:lnTo>
                  <a:lnTo>
                    <a:pt x="2608271" y="800504"/>
                  </a:lnTo>
                  <a:lnTo>
                    <a:pt x="2609343" y="800012"/>
                  </a:lnTo>
                  <a:lnTo>
                    <a:pt x="2610414" y="799519"/>
                  </a:lnTo>
                  <a:lnTo>
                    <a:pt x="2611486" y="799027"/>
                  </a:lnTo>
                  <a:lnTo>
                    <a:pt x="2612557" y="798534"/>
                  </a:lnTo>
                  <a:lnTo>
                    <a:pt x="2613629" y="798041"/>
                  </a:lnTo>
                  <a:lnTo>
                    <a:pt x="2614701" y="797549"/>
                  </a:lnTo>
                  <a:lnTo>
                    <a:pt x="2615772" y="797056"/>
                  </a:lnTo>
                  <a:lnTo>
                    <a:pt x="2616844" y="796563"/>
                  </a:lnTo>
                  <a:lnTo>
                    <a:pt x="2617915" y="796070"/>
                  </a:lnTo>
                  <a:lnTo>
                    <a:pt x="2618987" y="795577"/>
                  </a:lnTo>
                  <a:lnTo>
                    <a:pt x="2620059" y="795084"/>
                  </a:lnTo>
                  <a:lnTo>
                    <a:pt x="2621130" y="794591"/>
                  </a:lnTo>
                  <a:lnTo>
                    <a:pt x="2622202" y="794098"/>
                  </a:lnTo>
                  <a:lnTo>
                    <a:pt x="2623273" y="793605"/>
                  </a:lnTo>
                  <a:lnTo>
                    <a:pt x="2624345" y="793111"/>
                  </a:lnTo>
                  <a:lnTo>
                    <a:pt x="2625417" y="792618"/>
                  </a:lnTo>
                  <a:lnTo>
                    <a:pt x="2626488" y="792125"/>
                  </a:lnTo>
                  <a:lnTo>
                    <a:pt x="2627560" y="791631"/>
                  </a:lnTo>
                  <a:lnTo>
                    <a:pt x="2628631" y="791138"/>
                  </a:lnTo>
                  <a:lnTo>
                    <a:pt x="2629703" y="790644"/>
                  </a:lnTo>
                  <a:lnTo>
                    <a:pt x="2630775" y="790150"/>
                  </a:lnTo>
                  <a:lnTo>
                    <a:pt x="2631846" y="789656"/>
                  </a:lnTo>
                  <a:lnTo>
                    <a:pt x="2632918" y="789163"/>
                  </a:lnTo>
                  <a:lnTo>
                    <a:pt x="2633989" y="788669"/>
                  </a:lnTo>
                  <a:lnTo>
                    <a:pt x="2635061" y="788175"/>
                  </a:lnTo>
                  <a:lnTo>
                    <a:pt x="2636133" y="787681"/>
                  </a:lnTo>
                  <a:lnTo>
                    <a:pt x="2637204" y="787186"/>
                  </a:lnTo>
                  <a:lnTo>
                    <a:pt x="2638276" y="786692"/>
                  </a:lnTo>
                  <a:lnTo>
                    <a:pt x="2639347" y="786198"/>
                  </a:lnTo>
                  <a:lnTo>
                    <a:pt x="2640419" y="785703"/>
                  </a:lnTo>
                  <a:lnTo>
                    <a:pt x="2641491" y="785209"/>
                  </a:lnTo>
                  <a:lnTo>
                    <a:pt x="2642562" y="784714"/>
                  </a:lnTo>
                  <a:lnTo>
                    <a:pt x="2643634" y="784219"/>
                  </a:lnTo>
                  <a:lnTo>
                    <a:pt x="2644705" y="783725"/>
                  </a:lnTo>
                  <a:lnTo>
                    <a:pt x="2645777" y="783230"/>
                  </a:lnTo>
                  <a:lnTo>
                    <a:pt x="2646849" y="782735"/>
                  </a:lnTo>
                  <a:lnTo>
                    <a:pt x="2647920" y="782240"/>
                  </a:lnTo>
                  <a:lnTo>
                    <a:pt x="2648992" y="781744"/>
                  </a:lnTo>
                  <a:lnTo>
                    <a:pt x="2650063" y="781249"/>
                  </a:lnTo>
                  <a:lnTo>
                    <a:pt x="2651135" y="780754"/>
                  </a:lnTo>
                  <a:lnTo>
                    <a:pt x="2652207" y="780258"/>
                  </a:lnTo>
                  <a:lnTo>
                    <a:pt x="2653278" y="779763"/>
                  </a:lnTo>
                  <a:lnTo>
                    <a:pt x="2654350" y="779267"/>
                  </a:lnTo>
                  <a:lnTo>
                    <a:pt x="2655421" y="778771"/>
                  </a:lnTo>
                  <a:lnTo>
                    <a:pt x="2656493" y="778275"/>
                  </a:lnTo>
                  <a:lnTo>
                    <a:pt x="2657565" y="777779"/>
                  </a:lnTo>
                  <a:lnTo>
                    <a:pt x="2658636" y="777283"/>
                  </a:lnTo>
                  <a:lnTo>
                    <a:pt x="2659708" y="776787"/>
                  </a:lnTo>
                  <a:lnTo>
                    <a:pt x="2660779" y="776291"/>
                  </a:lnTo>
                  <a:lnTo>
                    <a:pt x="2661851" y="775794"/>
                  </a:lnTo>
                  <a:lnTo>
                    <a:pt x="2662922" y="775298"/>
                  </a:lnTo>
                  <a:lnTo>
                    <a:pt x="2663994" y="774801"/>
                  </a:lnTo>
                  <a:lnTo>
                    <a:pt x="2665066" y="774304"/>
                  </a:lnTo>
                  <a:lnTo>
                    <a:pt x="2666137" y="773807"/>
                  </a:lnTo>
                  <a:lnTo>
                    <a:pt x="2667209" y="773310"/>
                  </a:lnTo>
                  <a:lnTo>
                    <a:pt x="2668280" y="772813"/>
                  </a:lnTo>
                  <a:lnTo>
                    <a:pt x="2669352" y="772316"/>
                  </a:lnTo>
                  <a:lnTo>
                    <a:pt x="2670424" y="771818"/>
                  </a:lnTo>
                  <a:lnTo>
                    <a:pt x="2671495" y="771321"/>
                  </a:lnTo>
                  <a:lnTo>
                    <a:pt x="2672567" y="770823"/>
                  </a:lnTo>
                  <a:lnTo>
                    <a:pt x="2673638" y="770325"/>
                  </a:lnTo>
                  <a:lnTo>
                    <a:pt x="2674710" y="769828"/>
                  </a:lnTo>
                  <a:lnTo>
                    <a:pt x="2675782" y="769330"/>
                  </a:lnTo>
                  <a:lnTo>
                    <a:pt x="2676853" y="768831"/>
                  </a:lnTo>
                  <a:lnTo>
                    <a:pt x="2677925" y="768333"/>
                  </a:lnTo>
                  <a:lnTo>
                    <a:pt x="2678996" y="767835"/>
                  </a:lnTo>
                  <a:lnTo>
                    <a:pt x="2680068" y="767336"/>
                  </a:lnTo>
                  <a:lnTo>
                    <a:pt x="2681140" y="766837"/>
                  </a:lnTo>
                  <a:lnTo>
                    <a:pt x="2682211" y="766339"/>
                  </a:lnTo>
                  <a:lnTo>
                    <a:pt x="2683283" y="765840"/>
                  </a:lnTo>
                  <a:lnTo>
                    <a:pt x="2684354" y="765341"/>
                  </a:lnTo>
                  <a:lnTo>
                    <a:pt x="2685426" y="764841"/>
                  </a:lnTo>
                  <a:lnTo>
                    <a:pt x="2686498" y="764342"/>
                  </a:lnTo>
                  <a:lnTo>
                    <a:pt x="2687569" y="763842"/>
                  </a:lnTo>
                  <a:lnTo>
                    <a:pt x="2688641" y="763343"/>
                  </a:lnTo>
                  <a:lnTo>
                    <a:pt x="2689712" y="762843"/>
                  </a:lnTo>
                  <a:lnTo>
                    <a:pt x="2690784" y="762343"/>
                  </a:lnTo>
                  <a:lnTo>
                    <a:pt x="2691856" y="761843"/>
                  </a:lnTo>
                  <a:lnTo>
                    <a:pt x="2692927" y="761343"/>
                  </a:lnTo>
                  <a:lnTo>
                    <a:pt x="2693999" y="760842"/>
                  </a:lnTo>
                  <a:lnTo>
                    <a:pt x="2695070" y="760342"/>
                  </a:lnTo>
                  <a:lnTo>
                    <a:pt x="2696142" y="759841"/>
                  </a:lnTo>
                  <a:lnTo>
                    <a:pt x="2697214" y="759340"/>
                  </a:lnTo>
                  <a:lnTo>
                    <a:pt x="2698285" y="758839"/>
                  </a:lnTo>
                  <a:lnTo>
                    <a:pt x="2699357" y="758338"/>
                  </a:lnTo>
                  <a:lnTo>
                    <a:pt x="2700428" y="757837"/>
                  </a:lnTo>
                  <a:lnTo>
                    <a:pt x="2701500" y="757335"/>
                  </a:lnTo>
                  <a:lnTo>
                    <a:pt x="2702572" y="756834"/>
                  </a:lnTo>
                  <a:lnTo>
                    <a:pt x="2703643" y="756332"/>
                  </a:lnTo>
                  <a:lnTo>
                    <a:pt x="2704715" y="755830"/>
                  </a:lnTo>
                  <a:lnTo>
                    <a:pt x="2705786" y="755328"/>
                  </a:lnTo>
                  <a:lnTo>
                    <a:pt x="2706858" y="754825"/>
                  </a:lnTo>
                  <a:lnTo>
                    <a:pt x="2707930" y="754323"/>
                  </a:lnTo>
                  <a:lnTo>
                    <a:pt x="2709001" y="753820"/>
                  </a:lnTo>
                  <a:lnTo>
                    <a:pt x="2710073" y="753317"/>
                  </a:lnTo>
                  <a:lnTo>
                    <a:pt x="2711144" y="752814"/>
                  </a:lnTo>
                  <a:lnTo>
                    <a:pt x="2712216" y="752311"/>
                  </a:lnTo>
                  <a:lnTo>
                    <a:pt x="2713288" y="751808"/>
                  </a:lnTo>
                  <a:lnTo>
                    <a:pt x="2714359" y="751304"/>
                  </a:lnTo>
                  <a:lnTo>
                    <a:pt x="2715431" y="750801"/>
                  </a:lnTo>
                  <a:lnTo>
                    <a:pt x="2716502" y="750297"/>
                  </a:lnTo>
                  <a:lnTo>
                    <a:pt x="2717574" y="749793"/>
                  </a:lnTo>
                  <a:lnTo>
                    <a:pt x="2718646" y="749289"/>
                  </a:lnTo>
                  <a:lnTo>
                    <a:pt x="2719717" y="748784"/>
                  </a:lnTo>
                  <a:lnTo>
                    <a:pt x="2720789" y="748280"/>
                  </a:lnTo>
                  <a:lnTo>
                    <a:pt x="2721860" y="747775"/>
                  </a:lnTo>
                  <a:lnTo>
                    <a:pt x="2722932" y="747270"/>
                  </a:lnTo>
                  <a:lnTo>
                    <a:pt x="2724004" y="746765"/>
                  </a:lnTo>
                  <a:lnTo>
                    <a:pt x="2725075" y="746260"/>
                  </a:lnTo>
                  <a:lnTo>
                    <a:pt x="2726147" y="745754"/>
                  </a:lnTo>
                  <a:lnTo>
                    <a:pt x="2727218" y="745248"/>
                  </a:lnTo>
                  <a:lnTo>
                    <a:pt x="2728290" y="744743"/>
                  </a:lnTo>
                  <a:lnTo>
                    <a:pt x="2729362" y="744237"/>
                  </a:lnTo>
                  <a:lnTo>
                    <a:pt x="2730433" y="743730"/>
                  </a:lnTo>
                  <a:lnTo>
                    <a:pt x="2731505" y="743224"/>
                  </a:lnTo>
                  <a:lnTo>
                    <a:pt x="2732576" y="742717"/>
                  </a:lnTo>
                  <a:lnTo>
                    <a:pt x="2733648" y="742210"/>
                  </a:lnTo>
                  <a:lnTo>
                    <a:pt x="2734720" y="741703"/>
                  </a:lnTo>
                  <a:lnTo>
                    <a:pt x="2735791" y="741196"/>
                  </a:lnTo>
                  <a:lnTo>
                    <a:pt x="2736863" y="740689"/>
                  </a:lnTo>
                  <a:lnTo>
                    <a:pt x="2737934" y="740181"/>
                  </a:lnTo>
                  <a:lnTo>
                    <a:pt x="2739006" y="739673"/>
                  </a:lnTo>
                  <a:lnTo>
                    <a:pt x="2740078" y="739165"/>
                  </a:lnTo>
                  <a:lnTo>
                    <a:pt x="2741149" y="738657"/>
                  </a:lnTo>
                  <a:lnTo>
                    <a:pt x="2742221" y="738148"/>
                  </a:lnTo>
                  <a:lnTo>
                    <a:pt x="2743292" y="737640"/>
                  </a:lnTo>
                  <a:lnTo>
                    <a:pt x="2744364" y="737131"/>
                  </a:lnTo>
                  <a:lnTo>
                    <a:pt x="2745436" y="736622"/>
                  </a:lnTo>
                  <a:lnTo>
                    <a:pt x="2746507" y="736112"/>
                  </a:lnTo>
                  <a:lnTo>
                    <a:pt x="2747579" y="735603"/>
                  </a:lnTo>
                  <a:lnTo>
                    <a:pt x="2748650" y="735093"/>
                  </a:lnTo>
                  <a:lnTo>
                    <a:pt x="2749722" y="734583"/>
                  </a:lnTo>
                  <a:lnTo>
                    <a:pt x="2750794" y="734073"/>
                  </a:lnTo>
                  <a:lnTo>
                    <a:pt x="2751865" y="733563"/>
                  </a:lnTo>
                  <a:lnTo>
                    <a:pt x="2752937" y="733052"/>
                  </a:lnTo>
                  <a:lnTo>
                    <a:pt x="2754008" y="732541"/>
                  </a:lnTo>
                  <a:lnTo>
                    <a:pt x="2755080" y="732030"/>
                  </a:lnTo>
                  <a:lnTo>
                    <a:pt x="2756152" y="731519"/>
                  </a:lnTo>
                  <a:lnTo>
                    <a:pt x="2757223" y="731007"/>
                  </a:lnTo>
                  <a:lnTo>
                    <a:pt x="2758295" y="730496"/>
                  </a:lnTo>
                  <a:lnTo>
                    <a:pt x="2759366" y="729984"/>
                  </a:lnTo>
                  <a:lnTo>
                    <a:pt x="2760438" y="729472"/>
                  </a:lnTo>
                  <a:lnTo>
                    <a:pt x="2761510" y="728959"/>
                  </a:lnTo>
                  <a:lnTo>
                    <a:pt x="2762581" y="728447"/>
                  </a:lnTo>
                  <a:lnTo>
                    <a:pt x="2763653" y="727934"/>
                  </a:lnTo>
                  <a:lnTo>
                    <a:pt x="2764724" y="727421"/>
                  </a:lnTo>
                  <a:lnTo>
                    <a:pt x="2765796" y="726907"/>
                  </a:lnTo>
                  <a:lnTo>
                    <a:pt x="2766868" y="726394"/>
                  </a:lnTo>
                  <a:lnTo>
                    <a:pt x="2767939" y="725880"/>
                  </a:lnTo>
                  <a:lnTo>
                    <a:pt x="2769011" y="725366"/>
                  </a:lnTo>
                  <a:lnTo>
                    <a:pt x="2770082" y="724852"/>
                  </a:lnTo>
                  <a:lnTo>
                    <a:pt x="2771154" y="724337"/>
                  </a:lnTo>
                  <a:lnTo>
                    <a:pt x="2772226" y="723822"/>
                  </a:lnTo>
                  <a:lnTo>
                    <a:pt x="2773297" y="723307"/>
                  </a:lnTo>
                  <a:lnTo>
                    <a:pt x="2774369" y="722792"/>
                  </a:lnTo>
                  <a:lnTo>
                    <a:pt x="2775440" y="722277"/>
                  </a:lnTo>
                  <a:lnTo>
                    <a:pt x="2776512" y="721761"/>
                  </a:lnTo>
                  <a:lnTo>
                    <a:pt x="2777584" y="721245"/>
                  </a:lnTo>
                  <a:lnTo>
                    <a:pt x="2778655" y="720729"/>
                  </a:lnTo>
                  <a:lnTo>
                    <a:pt x="2779727" y="720212"/>
                  </a:lnTo>
                  <a:lnTo>
                    <a:pt x="2780798" y="719696"/>
                  </a:lnTo>
                  <a:lnTo>
                    <a:pt x="2781870" y="719179"/>
                  </a:lnTo>
                  <a:lnTo>
                    <a:pt x="2782942" y="718662"/>
                  </a:lnTo>
                  <a:lnTo>
                    <a:pt x="2784013" y="718144"/>
                  </a:lnTo>
                  <a:lnTo>
                    <a:pt x="2785085" y="717626"/>
                  </a:lnTo>
                  <a:lnTo>
                    <a:pt x="2786156" y="717108"/>
                  </a:lnTo>
                  <a:lnTo>
                    <a:pt x="2787228" y="716590"/>
                  </a:lnTo>
                  <a:lnTo>
                    <a:pt x="2788300" y="716072"/>
                  </a:lnTo>
                  <a:lnTo>
                    <a:pt x="2789371" y="715553"/>
                  </a:lnTo>
                  <a:lnTo>
                    <a:pt x="2790443" y="715034"/>
                  </a:lnTo>
                  <a:lnTo>
                    <a:pt x="2791514" y="714515"/>
                  </a:lnTo>
                  <a:lnTo>
                    <a:pt x="2792586" y="713995"/>
                  </a:lnTo>
                  <a:lnTo>
                    <a:pt x="2793658" y="713475"/>
                  </a:lnTo>
                  <a:lnTo>
                    <a:pt x="2794729" y="712955"/>
                  </a:lnTo>
                  <a:lnTo>
                    <a:pt x="2795801" y="712435"/>
                  </a:lnTo>
                  <a:lnTo>
                    <a:pt x="2796872" y="711914"/>
                  </a:lnTo>
                  <a:lnTo>
                    <a:pt x="2797944" y="711393"/>
                  </a:lnTo>
                  <a:lnTo>
                    <a:pt x="2799016" y="710872"/>
                  </a:lnTo>
                  <a:lnTo>
                    <a:pt x="2800087" y="710351"/>
                  </a:lnTo>
                  <a:lnTo>
                    <a:pt x="2801159" y="709829"/>
                  </a:lnTo>
                  <a:lnTo>
                    <a:pt x="2802230" y="709307"/>
                  </a:lnTo>
                  <a:lnTo>
                    <a:pt x="2803302" y="708785"/>
                  </a:lnTo>
                  <a:lnTo>
                    <a:pt x="2804374" y="708262"/>
                  </a:lnTo>
                  <a:lnTo>
                    <a:pt x="2805445" y="707740"/>
                  </a:lnTo>
                  <a:lnTo>
                    <a:pt x="2806517" y="707217"/>
                  </a:lnTo>
                  <a:lnTo>
                    <a:pt x="2807588" y="706693"/>
                  </a:lnTo>
                  <a:lnTo>
                    <a:pt x="2808660" y="706170"/>
                  </a:lnTo>
                  <a:lnTo>
                    <a:pt x="2809732" y="705646"/>
                  </a:lnTo>
                  <a:lnTo>
                    <a:pt x="2810803" y="705121"/>
                  </a:lnTo>
                  <a:lnTo>
                    <a:pt x="2811875" y="704597"/>
                  </a:lnTo>
                  <a:lnTo>
                    <a:pt x="2812946" y="704072"/>
                  </a:lnTo>
                  <a:lnTo>
                    <a:pt x="2814018" y="703547"/>
                  </a:lnTo>
                  <a:lnTo>
                    <a:pt x="2815090" y="703022"/>
                  </a:lnTo>
                  <a:lnTo>
                    <a:pt x="2816161" y="702496"/>
                  </a:lnTo>
                  <a:lnTo>
                    <a:pt x="2817233" y="701970"/>
                  </a:lnTo>
                  <a:lnTo>
                    <a:pt x="2818304" y="701444"/>
                  </a:lnTo>
                  <a:lnTo>
                    <a:pt x="2819376" y="700918"/>
                  </a:lnTo>
                  <a:lnTo>
                    <a:pt x="2820448" y="700391"/>
                  </a:lnTo>
                  <a:lnTo>
                    <a:pt x="2821519" y="699864"/>
                  </a:lnTo>
                  <a:lnTo>
                    <a:pt x="2822591" y="699336"/>
                  </a:lnTo>
                  <a:lnTo>
                    <a:pt x="2823662" y="698809"/>
                  </a:lnTo>
                  <a:lnTo>
                    <a:pt x="2824734" y="698281"/>
                  </a:lnTo>
                  <a:lnTo>
                    <a:pt x="2825806" y="697752"/>
                  </a:lnTo>
                  <a:lnTo>
                    <a:pt x="2826877" y="697224"/>
                  </a:lnTo>
                  <a:lnTo>
                    <a:pt x="2827949" y="696695"/>
                  </a:lnTo>
                  <a:lnTo>
                    <a:pt x="2829020" y="696166"/>
                  </a:lnTo>
                  <a:lnTo>
                    <a:pt x="2830092" y="695636"/>
                  </a:lnTo>
                  <a:lnTo>
                    <a:pt x="2831164" y="695107"/>
                  </a:lnTo>
                  <a:lnTo>
                    <a:pt x="2832235" y="694577"/>
                  </a:lnTo>
                  <a:lnTo>
                    <a:pt x="2833307" y="694046"/>
                  </a:lnTo>
                  <a:lnTo>
                    <a:pt x="2834378" y="693516"/>
                  </a:lnTo>
                  <a:lnTo>
                    <a:pt x="2835450" y="692985"/>
                  </a:lnTo>
                  <a:lnTo>
                    <a:pt x="2836522" y="692453"/>
                  </a:lnTo>
                  <a:lnTo>
                    <a:pt x="2837593" y="691922"/>
                  </a:lnTo>
                  <a:lnTo>
                    <a:pt x="2838665" y="691390"/>
                  </a:lnTo>
                  <a:lnTo>
                    <a:pt x="2839736" y="690857"/>
                  </a:lnTo>
                  <a:lnTo>
                    <a:pt x="2840808" y="690325"/>
                  </a:lnTo>
                  <a:lnTo>
                    <a:pt x="2841879" y="689792"/>
                  </a:lnTo>
                  <a:lnTo>
                    <a:pt x="2842951" y="689259"/>
                  </a:lnTo>
                  <a:lnTo>
                    <a:pt x="2844023" y="688725"/>
                  </a:lnTo>
                  <a:lnTo>
                    <a:pt x="2845094" y="688192"/>
                  </a:lnTo>
                  <a:lnTo>
                    <a:pt x="2846166" y="687657"/>
                  </a:lnTo>
                  <a:lnTo>
                    <a:pt x="2847237" y="687123"/>
                  </a:lnTo>
                  <a:lnTo>
                    <a:pt x="2848309" y="686588"/>
                  </a:lnTo>
                  <a:lnTo>
                    <a:pt x="2849381" y="686053"/>
                  </a:lnTo>
                  <a:lnTo>
                    <a:pt x="2850452" y="685518"/>
                  </a:lnTo>
                  <a:lnTo>
                    <a:pt x="2851524" y="684982"/>
                  </a:lnTo>
                  <a:lnTo>
                    <a:pt x="2852595" y="684446"/>
                  </a:lnTo>
                  <a:lnTo>
                    <a:pt x="2853667" y="683910"/>
                  </a:lnTo>
                  <a:lnTo>
                    <a:pt x="2854739" y="683373"/>
                  </a:lnTo>
                  <a:lnTo>
                    <a:pt x="2855810" y="682836"/>
                  </a:lnTo>
                  <a:lnTo>
                    <a:pt x="2856882" y="682298"/>
                  </a:lnTo>
                  <a:lnTo>
                    <a:pt x="2857953" y="681761"/>
                  </a:lnTo>
                  <a:lnTo>
                    <a:pt x="2859025" y="681223"/>
                  </a:lnTo>
                  <a:lnTo>
                    <a:pt x="2860097" y="680684"/>
                  </a:lnTo>
                  <a:lnTo>
                    <a:pt x="2861168" y="680146"/>
                  </a:lnTo>
                  <a:lnTo>
                    <a:pt x="2862240" y="679607"/>
                  </a:lnTo>
                  <a:lnTo>
                    <a:pt x="2863311" y="679067"/>
                  </a:lnTo>
                  <a:lnTo>
                    <a:pt x="2864383" y="678528"/>
                  </a:lnTo>
                  <a:lnTo>
                    <a:pt x="2865455" y="677988"/>
                  </a:lnTo>
                  <a:lnTo>
                    <a:pt x="2866526" y="677447"/>
                  </a:lnTo>
                  <a:lnTo>
                    <a:pt x="2867598" y="676907"/>
                  </a:lnTo>
                  <a:lnTo>
                    <a:pt x="2868669" y="676366"/>
                  </a:lnTo>
                  <a:lnTo>
                    <a:pt x="2869741" y="675824"/>
                  </a:lnTo>
                  <a:lnTo>
                    <a:pt x="2870813" y="675282"/>
                  </a:lnTo>
                  <a:lnTo>
                    <a:pt x="2871884" y="674740"/>
                  </a:lnTo>
                  <a:lnTo>
                    <a:pt x="2872956" y="674198"/>
                  </a:lnTo>
                  <a:lnTo>
                    <a:pt x="2874027" y="673655"/>
                  </a:lnTo>
                  <a:lnTo>
                    <a:pt x="2875099" y="673112"/>
                  </a:lnTo>
                  <a:lnTo>
                    <a:pt x="2876171" y="672569"/>
                  </a:lnTo>
                  <a:lnTo>
                    <a:pt x="2877242" y="672025"/>
                  </a:lnTo>
                  <a:lnTo>
                    <a:pt x="2878314" y="671481"/>
                  </a:lnTo>
                  <a:lnTo>
                    <a:pt x="2879385" y="670936"/>
                  </a:lnTo>
                  <a:lnTo>
                    <a:pt x="2880457" y="670391"/>
                  </a:lnTo>
                  <a:lnTo>
                    <a:pt x="2881529" y="669846"/>
                  </a:lnTo>
                  <a:lnTo>
                    <a:pt x="2882600" y="669301"/>
                  </a:lnTo>
                  <a:lnTo>
                    <a:pt x="2883672" y="668755"/>
                  </a:lnTo>
                  <a:lnTo>
                    <a:pt x="2884743" y="668208"/>
                  </a:lnTo>
                  <a:lnTo>
                    <a:pt x="2885815" y="667662"/>
                  </a:lnTo>
                  <a:lnTo>
                    <a:pt x="2886887" y="667115"/>
                  </a:lnTo>
                  <a:lnTo>
                    <a:pt x="2887958" y="666568"/>
                  </a:lnTo>
                  <a:lnTo>
                    <a:pt x="2889030" y="666020"/>
                  </a:lnTo>
                  <a:lnTo>
                    <a:pt x="2890101" y="665472"/>
                  </a:lnTo>
                  <a:lnTo>
                    <a:pt x="2891173" y="664923"/>
                  </a:lnTo>
                  <a:lnTo>
                    <a:pt x="2892245" y="664375"/>
                  </a:lnTo>
                  <a:lnTo>
                    <a:pt x="2893316" y="663826"/>
                  </a:lnTo>
                  <a:lnTo>
                    <a:pt x="2894388" y="663276"/>
                  </a:lnTo>
                  <a:lnTo>
                    <a:pt x="2895459" y="662726"/>
                  </a:lnTo>
                  <a:lnTo>
                    <a:pt x="2896531" y="662176"/>
                  </a:lnTo>
                  <a:lnTo>
                    <a:pt x="2897603" y="661626"/>
                  </a:lnTo>
                  <a:lnTo>
                    <a:pt x="2898674" y="661075"/>
                  </a:lnTo>
                  <a:lnTo>
                    <a:pt x="2899746" y="660523"/>
                  </a:lnTo>
                  <a:lnTo>
                    <a:pt x="2900817" y="659972"/>
                  </a:lnTo>
                  <a:lnTo>
                    <a:pt x="2901889" y="659420"/>
                  </a:lnTo>
                  <a:lnTo>
                    <a:pt x="2902961" y="658867"/>
                  </a:lnTo>
                  <a:lnTo>
                    <a:pt x="2904032" y="658314"/>
                  </a:lnTo>
                  <a:lnTo>
                    <a:pt x="2905104" y="657761"/>
                  </a:lnTo>
                  <a:lnTo>
                    <a:pt x="2906175" y="657208"/>
                  </a:lnTo>
                  <a:lnTo>
                    <a:pt x="2907247" y="656654"/>
                  </a:lnTo>
                  <a:lnTo>
                    <a:pt x="2908319" y="656100"/>
                  </a:lnTo>
                  <a:lnTo>
                    <a:pt x="2909390" y="655545"/>
                  </a:lnTo>
                  <a:lnTo>
                    <a:pt x="2910462" y="654990"/>
                  </a:lnTo>
                  <a:lnTo>
                    <a:pt x="2911533" y="654435"/>
                  </a:lnTo>
                  <a:lnTo>
                    <a:pt x="2912605" y="653879"/>
                  </a:lnTo>
                  <a:lnTo>
                    <a:pt x="2913677" y="653323"/>
                  </a:lnTo>
                  <a:lnTo>
                    <a:pt x="2914748" y="652766"/>
                  </a:lnTo>
                  <a:lnTo>
                    <a:pt x="2915820" y="652209"/>
                  </a:lnTo>
                  <a:lnTo>
                    <a:pt x="2916891" y="651652"/>
                  </a:lnTo>
                  <a:lnTo>
                    <a:pt x="2917963" y="651094"/>
                  </a:lnTo>
                  <a:lnTo>
                    <a:pt x="2919035" y="650536"/>
                  </a:lnTo>
                  <a:lnTo>
                    <a:pt x="2920106" y="649978"/>
                  </a:lnTo>
                  <a:lnTo>
                    <a:pt x="2921178" y="649419"/>
                  </a:lnTo>
                  <a:lnTo>
                    <a:pt x="2922249" y="648860"/>
                  </a:lnTo>
                  <a:lnTo>
                    <a:pt x="2923321" y="648300"/>
                  </a:lnTo>
                  <a:lnTo>
                    <a:pt x="2924393" y="647740"/>
                  </a:lnTo>
                  <a:lnTo>
                    <a:pt x="2925464" y="647180"/>
                  </a:lnTo>
                  <a:lnTo>
                    <a:pt x="2926536" y="646619"/>
                  </a:lnTo>
                  <a:lnTo>
                    <a:pt x="2927607" y="646058"/>
                  </a:lnTo>
                  <a:lnTo>
                    <a:pt x="2928679" y="645497"/>
                  </a:lnTo>
                  <a:lnTo>
                    <a:pt x="2929751" y="644935"/>
                  </a:lnTo>
                  <a:lnTo>
                    <a:pt x="2930822" y="644372"/>
                  </a:lnTo>
                  <a:lnTo>
                    <a:pt x="2931894" y="643810"/>
                  </a:lnTo>
                  <a:lnTo>
                    <a:pt x="2932965" y="643247"/>
                  </a:lnTo>
                  <a:lnTo>
                    <a:pt x="2934037" y="642683"/>
                  </a:lnTo>
                  <a:lnTo>
                    <a:pt x="2935109" y="642119"/>
                  </a:lnTo>
                  <a:lnTo>
                    <a:pt x="2936180" y="641555"/>
                  </a:lnTo>
                  <a:lnTo>
                    <a:pt x="2937252" y="640990"/>
                  </a:lnTo>
                  <a:lnTo>
                    <a:pt x="2938323" y="640425"/>
                  </a:lnTo>
                  <a:lnTo>
                    <a:pt x="2939395" y="639860"/>
                  </a:lnTo>
                  <a:lnTo>
                    <a:pt x="2940467" y="639294"/>
                  </a:lnTo>
                  <a:lnTo>
                    <a:pt x="2941538" y="638728"/>
                  </a:lnTo>
                  <a:lnTo>
                    <a:pt x="2942610" y="638161"/>
                  </a:lnTo>
                  <a:lnTo>
                    <a:pt x="2943681" y="637594"/>
                  </a:lnTo>
                  <a:lnTo>
                    <a:pt x="2944753" y="637027"/>
                  </a:lnTo>
                  <a:lnTo>
                    <a:pt x="2945825" y="636459"/>
                  </a:lnTo>
                  <a:lnTo>
                    <a:pt x="2946896" y="635890"/>
                  </a:lnTo>
                  <a:lnTo>
                    <a:pt x="2947968" y="635322"/>
                  </a:lnTo>
                  <a:lnTo>
                    <a:pt x="2949039" y="634753"/>
                  </a:lnTo>
                  <a:lnTo>
                    <a:pt x="2950111" y="634183"/>
                  </a:lnTo>
                  <a:lnTo>
                    <a:pt x="2951183" y="633613"/>
                  </a:lnTo>
                  <a:lnTo>
                    <a:pt x="2952254" y="633043"/>
                  </a:lnTo>
                  <a:lnTo>
                    <a:pt x="2953326" y="632473"/>
                  </a:lnTo>
                  <a:lnTo>
                    <a:pt x="2954397" y="631901"/>
                  </a:lnTo>
                  <a:lnTo>
                    <a:pt x="2955469" y="631330"/>
                  </a:lnTo>
                  <a:lnTo>
                    <a:pt x="2956541" y="630758"/>
                  </a:lnTo>
                  <a:lnTo>
                    <a:pt x="2957612" y="630186"/>
                  </a:lnTo>
                  <a:lnTo>
                    <a:pt x="2958684" y="629613"/>
                  </a:lnTo>
                  <a:lnTo>
                    <a:pt x="2959755" y="629040"/>
                  </a:lnTo>
                  <a:lnTo>
                    <a:pt x="2960827" y="628466"/>
                  </a:lnTo>
                  <a:lnTo>
                    <a:pt x="2961899" y="627892"/>
                  </a:lnTo>
                  <a:lnTo>
                    <a:pt x="2962970" y="627318"/>
                  </a:lnTo>
                  <a:lnTo>
                    <a:pt x="2964042" y="626743"/>
                  </a:lnTo>
                  <a:lnTo>
                    <a:pt x="2965113" y="626168"/>
                  </a:lnTo>
                  <a:lnTo>
                    <a:pt x="2966185" y="625593"/>
                  </a:lnTo>
                  <a:lnTo>
                    <a:pt x="2967257" y="625016"/>
                  </a:lnTo>
                  <a:lnTo>
                    <a:pt x="2968328" y="624440"/>
                  </a:lnTo>
                  <a:lnTo>
                    <a:pt x="2969400" y="623863"/>
                  </a:lnTo>
                  <a:lnTo>
                    <a:pt x="2970471" y="623286"/>
                  </a:lnTo>
                  <a:lnTo>
                    <a:pt x="2971543" y="622708"/>
                  </a:lnTo>
                  <a:lnTo>
                    <a:pt x="2972615" y="622130"/>
                  </a:lnTo>
                  <a:lnTo>
                    <a:pt x="2973686" y="621552"/>
                  </a:lnTo>
                  <a:lnTo>
                    <a:pt x="2974758" y="620973"/>
                  </a:lnTo>
                  <a:lnTo>
                    <a:pt x="2975829" y="620393"/>
                  </a:lnTo>
                  <a:lnTo>
                    <a:pt x="2976901" y="619814"/>
                  </a:lnTo>
                  <a:lnTo>
                    <a:pt x="2977973" y="619233"/>
                  </a:lnTo>
                  <a:lnTo>
                    <a:pt x="2979044" y="618653"/>
                  </a:lnTo>
                  <a:lnTo>
                    <a:pt x="2980116" y="618072"/>
                  </a:lnTo>
                  <a:lnTo>
                    <a:pt x="2981187" y="617490"/>
                  </a:lnTo>
                  <a:lnTo>
                    <a:pt x="2982259" y="616908"/>
                  </a:lnTo>
                  <a:lnTo>
                    <a:pt x="2983331" y="616326"/>
                  </a:lnTo>
                  <a:lnTo>
                    <a:pt x="2984402" y="615743"/>
                  </a:lnTo>
                  <a:lnTo>
                    <a:pt x="2985474" y="615160"/>
                  </a:lnTo>
                  <a:lnTo>
                    <a:pt x="2986545" y="614577"/>
                  </a:lnTo>
                  <a:lnTo>
                    <a:pt x="2987617" y="613993"/>
                  </a:lnTo>
                  <a:lnTo>
                    <a:pt x="2988689" y="613408"/>
                  </a:lnTo>
                  <a:lnTo>
                    <a:pt x="2989760" y="612823"/>
                  </a:lnTo>
                  <a:lnTo>
                    <a:pt x="2990832" y="612238"/>
                  </a:lnTo>
                  <a:lnTo>
                    <a:pt x="2991903" y="611652"/>
                  </a:lnTo>
                  <a:lnTo>
                    <a:pt x="2992975" y="611066"/>
                  </a:lnTo>
                  <a:lnTo>
                    <a:pt x="2994047" y="610479"/>
                  </a:lnTo>
                  <a:lnTo>
                    <a:pt x="2995118" y="609892"/>
                  </a:lnTo>
                  <a:lnTo>
                    <a:pt x="2996190" y="609305"/>
                  </a:lnTo>
                  <a:lnTo>
                    <a:pt x="2997261" y="608717"/>
                  </a:lnTo>
                  <a:lnTo>
                    <a:pt x="2998333" y="608129"/>
                  </a:lnTo>
                  <a:lnTo>
                    <a:pt x="2999405" y="607540"/>
                  </a:lnTo>
                  <a:lnTo>
                    <a:pt x="3000476" y="606951"/>
                  </a:lnTo>
                  <a:lnTo>
                    <a:pt x="3001548" y="606361"/>
                  </a:lnTo>
                  <a:lnTo>
                    <a:pt x="3002619" y="605771"/>
                  </a:lnTo>
                  <a:lnTo>
                    <a:pt x="3003691" y="605181"/>
                  </a:lnTo>
                  <a:lnTo>
                    <a:pt x="3004763" y="604590"/>
                  </a:lnTo>
                  <a:lnTo>
                    <a:pt x="3005834" y="603998"/>
                  </a:lnTo>
                  <a:lnTo>
                    <a:pt x="3006906" y="603407"/>
                  </a:lnTo>
                  <a:lnTo>
                    <a:pt x="3007977" y="602814"/>
                  </a:lnTo>
                  <a:lnTo>
                    <a:pt x="3009049" y="602222"/>
                  </a:lnTo>
                  <a:lnTo>
                    <a:pt x="3010121" y="601629"/>
                  </a:lnTo>
                  <a:lnTo>
                    <a:pt x="3011192" y="601035"/>
                  </a:lnTo>
                  <a:lnTo>
                    <a:pt x="3012264" y="600441"/>
                  </a:lnTo>
                  <a:lnTo>
                    <a:pt x="3013335" y="599847"/>
                  </a:lnTo>
                  <a:lnTo>
                    <a:pt x="3014407" y="599252"/>
                  </a:lnTo>
                  <a:lnTo>
                    <a:pt x="3015479" y="598656"/>
                  </a:lnTo>
                  <a:lnTo>
                    <a:pt x="3016550" y="598061"/>
                  </a:lnTo>
                  <a:lnTo>
                    <a:pt x="3017622" y="597465"/>
                  </a:lnTo>
                  <a:lnTo>
                    <a:pt x="3018693" y="596868"/>
                  </a:lnTo>
                  <a:lnTo>
                    <a:pt x="3019765" y="596271"/>
                  </a:lnTo>
                  <a:lnTo>
                    <a:pt x="3020836" y="595673"/>
                  </a:lnTo>
                  <a:lnTo>
                    <a:pt x="3021908" y="595075"/>
                  </a:lnTo>
                  <a:lnTo>
                    <a:pt x="3022980" y="594477"/>
                  </a:lnTo>
                  <a:lnTo>
                    <a:pt x="3024051" y="593878"/>
                  </a:lnTo>
                  <a:lnTo>
                    <a:pt x="3025123" y="593279"/>
                  </a:lnTo>
                  <a:lnTo>
                    <a:pt x="3026194" y="592679"/>
                  </a:lnTo>
                  <a:lnTo>
                    <a:pt x="3027266" y="592079"/>
                  </a:lnTo>
                  <a:lnTo>
                    <a:pt x="3028338" y="591479"/>
                  </a:lnTo>
                  <a:lnTo>
                    <a:pt x="3029409" y="590878"/>
                  </a:lnTo>
                  <a:lnTo>
                    <a:pt x="3030481" y="590276"/>
                  </a:lnTo>
                  <a:lnTo>
                    <a:pt x="3031552" y="589674"/>
                  </a:lnTo>
                  <a:lnTo>
                    <a:pt x="3032624" y="589072"/>
                  </a:lnTo>
                  <a:lnTo>
                    <a:pt x="3033696" y="588469"/>
                  </a:lnTo>
                  <a:lnTo>
                    <a:pt x="3034767" y="587866"/>
                  </a:lnTo>
                  <a:lnTo>
                    <a:pt x="3035839" y="587263"/>
                  </a:lnTo>
                  <a:lnTo>
                    <a:pt x="3036910" y="586658"/>
                  </a:lnTo>
                  <a:lnTo>
                    <a:pt x="3037982" y="586054"/>
                  </a:lnTo>
                  <a:lnTo>
                    <a:pt x="3039054" y="585449"/>
                  </a:lnTo>
                  <a:lnTo>
                    <a:pt x="3040125" y="584844"/>
                  </a:lnTo>
                  <a:lnTo>
                    <a:pt x="3041197" y="584238"/>
                  </a:lnTo>
                  <a:lnTo>
                    <a:pt x="3042268" y="583632"/>
                  </a:lnTo>
                  <a:lnTo>
                    <a:pt x="3043340" y="583025"/>
                  </a:lnTo>
                  <a:lnTo>
                    <a:pt x="3044412" y="582418"/>
                  </a:lnTo>
                  <a:lnTo>
                    <a:pt x="3045483" y="581810"/>
                  </a:lnTo>
                  <a:lnTo>
                    <a:pt x="3046555" y="581202"/>
                  </a:lnTo>
                  <a:lnTo>
                    <a:pt x="3047626" y="580594"/>
                  </a:lnTo>
                  <a:lnTo>
                    <a:pt x="3048698" y="579985"/>
                  </a:lnTo>
                  <a:lnTo>
                    <a:pt x="3049770" y="579375"/>
                  </a:lnTo>
                  <a:lnTo>
                    <a:pt x="3050841" y="578766"/>
                  </a:lnTo>
                  <a:lnTo>
                    <a:pt x="3051913" y="578155"/>
                  </a:lnTo>
                  <a:lnTo>
                    <a:pt x="3052984" y="577545"/>
                  </a:lnTo>
                  <a:lnTo>
                    <a:pt x="3054056" y="576934"/>
                  </a:lnTo>
                  <a:lnTo>
                    <a:pt x="3055128" y="576322"/>
                  </a:lnTo>
                  <a:lnTo>
                    <a:pt x="3056199" y="575710"/>
                  </a:lnTo>
                  <a:lnTo>
                    <a:pt x="3057271" y="575098"/>
                  </a:lnTo>
                  <a:lnTo>
                    <a:pt x="3058342" y="574485"/>
                  </a:lnTo>
                  <a:lnTo>
                    <a:pt x="3059414" y="573872"/>
                  </a:lnTo>
                  <a:lnTo>
                    <a:pt x="3060486" y="573258"/>
                  </a:lnTo>
                  <a:lnTo>
                    <a:pt x="3061557" y="572644"/>
                  </a:lnTo>
                  <a:lnTo>
                    <a:pt x="3062629" y="572029"/>
                  </a:lnTo>
                  <a:lnTo>
                    <a:pt x="3063700" y="571414"/>
                  </a:lnTo>
                  <a:lnTo>
                    <a:pt x="3064772" y="570799"/>
                  </a:lnTo>
                  <a:lnTo>
                    <a:pt x="3065844" y="570183"/>
                  </a:lnTo>
                  <a:lnTo>
                    <a:pt x="3066915" y="569566"/>
                  </a:lnTo>
                  <a:lnTo>
                    <a:pt x="3067987" y="568950"/>
                  </a:lnTo>
                  <a:lnTo>
                    <a:pt x="3069058" y="568332"/>
                  </a:lnTo>
                  <a:lnTo>
                    <a:pt x="3070130" y="567715"/>
                  </a:lnTo>
                  <a:lnTo>
                    <a:pt x="3071202" y="567097"/>
                  </a:lnTo>
                  <a:lnTo>
                    <a:pt x="3072273" y="566478"/>
                  </a:lnTo>
                  <a:lnTo>
                    <a:pt x="3073345" y="565859"/>
                  </a:lnTo>
                  <a:lnTo>
                    <a:pt x="3074416" y="565240"/>
                  </a:lnTo>
                  <a:lnTo>
                    <a:pt x="3075488" y="564620"/>
                  </a:lnTo>
                  <a:lnTo>
                    <a:pt x="3076560" y="564000"/>
                  </a:lnTo>
                  <a:lnTo>
                    <a:pt x="3077631" y="563379"/>
                  </a:lnTo>
                  <a:lnTo>
                    <a:pt x="3078703" y="562758"/>
                  </a:lnTo>
                  <a:lnTo>
                    <a:pt x="3079774" y="562136"/>
                  </a:lnTo>
                  <a:lnTo>
                    <a:pt x="3080846" y="561514"/>
                  </a:lnTo>
                  <a:lnTo>
                    <a:pt x="3081918" y="560892"/>
                  </a:lnTo>
                  <a:lnTo>
                    <a:pt x="3082989" y="560269"/>
                  </a:lnTo>
                  <a:lnTo>
                    <a:pt x="3084061" y="559645"/>
                  </a:lnTo>
                  <a:lnTo>
                    <a:pt x="3085132" y="559022"/>
                  </a:lnTo>
                  <a:lnTo>
                    <a:pt x="3086204" y="558397"/>
                  </a:lnTo>
                  <a:lnTo>
                    <a:pt x="3087276" y="557773"/>
                  </a:lnTo>
                  <a:lnTo>
                    <a:pt x="3088347" y="557148"/>
                  </a:lnTo>
                  <a:lnTo>
                    <a:pt x="3089419" y="556522"/>
                  </a:lnTo>
                  <a:lnTo>
                    <a:pt x="3090490" y="555896"/>
                  </a:lnTo>
                  <a:lnTo>
                    <a:pt x="3091562" y="555270"/>
                  </a:lnTo>
                  <a:lnTo>
                    <a:pt x="3092634" y="554643"/>
                  </a:lnTo>
                  <a:lnTo>
                    <a:pt x="3093705" y="554015"/>
                  </a:lnTo>
                  <a:lnTo>
                    <a:pt x="3094777" y="553388"/>
                  </a:lnTo>
                  <a:lnTo>
                    <a:pt x="3095848" y="552760"/>
                  </a:lnTo>
                  <a:lnTo>
                    <a:pt x="3096920" y="552131"/>
                  </a:lnTo>
                  <a:lnTo>
                    <a:pt x="3097992" y="551502"/>
                  </a:lnTo>
                  <a:lnTo>
                    <a:pt x="3099063" y="550872"/>
                  </a:lnTo>
                  <a:lnTo>
                    <a:pt x="3100135" y="550243"/>
                  </a:lnTo>
                  <a:lnTo>
                    <a:pt x="3101206" y="549612"/>
                  </a:lnTo>
                  <a:lnTo>
                    <a:pt x="3102278" y="548981"/>
                  </a:lnTo>
                  <a:lnTo>
                    <a:pt x="3103350" y="548350"/>
                  </a:lnTo>
                  <a:lnTo>
                    <a:pt x="3104421" y="547718"/>
                  </a:lnTo>
                  <a:lnTo>
                    <a:pt x="3105493" y="547086"/>
                  </a:lnTo>
                  <a:lnTo>
                    <a:pt x="3106564" y="546454"/>
                  </a:lnTo>
                  <a:lnTo>
                    <a:pt x="3107636" y="545821"/>
                  </a:lnTo>
                  <a:lnTo>
                    <a:pt x="3108708" y="545187"/>
                  </a:lnTo>
                  <a:lnTo>
                    <a:pt x="3109779" y="544554"/>
                  </a:lnTo>
                  <a:lnTo>
                    <a:pt x="3110851" y="543919"/>
                  </a:lnTo>
                  <a:lnTo>
                    <a:pt x="3111922" y="543285"/>
                  </a:lnTo>
                  <a:lnTo>
                    <a:pt x="3112994" y="542649"/>
                  </a:lnTo>
                  <a:lnTo>
                    <a:pt x="3114066" y="542014"/>
                  </a:lnTo>
                  <a:lnTo>
                    <a:pt x="3115137" y="541378"/>
                  </a:lnTo>
                  <a:lnTo>
                    <a:pt x="3116209" y="540741"/>
                  </a:lnTo>
                  <a:lnTo>
                    <a:pt x="3117280" y="540104"/>
                  </a:lnTo>
                  <a:lnTo>
                    <a:pt x="3118352" y="539467"/>
                  </a:lnTo>
                  <a:lnTo>
                    <a:pt x="3119424" y="538829"/>
                  </a:lnTo>
                  <a:lnTo>
                    <a:pt x="3120495" y="538191"/>
                  </a:lnTo>
                  <a:lnTo>
                    <a:pt x="3121567" y="537552"/>
                  </a:lnTo>
                  <a:lnTo>
                    <a:pt x="3122638" y="536913"/>
                  </a:lnTo>
                  <a:lnTo>
                    <a:pt x="3123710" y="536274"/>
                  </a:lnTo>
                  <a:lnTo>
                    <a:pt x="3124782" y="535634"/>
                  </a:lnTo>
                  <a:lnTo>
                    <a:pt x="3125853" y="534993"/>
                  </a:lnTo>
                  <a:lnTo>
                    <a:pt x="3126925" y="534352"/>
                  </a:lnTo>
                  <a:lnTo>
                    <a:pt x="3127996" y="533711"/>
                  </a:lnTo>
                  <a:lnTo>
                    <a:pt x="3129068" y="533069"/>
                  </a:lnTo>
                  <a:lnTo>
                    <a:pt x="3130140" y="532427"/>
                  </a:lnTo>
                  <a:lnTo>
                    <a:pt x="3131211" y="531785"/>
                  </a:lnTo>
                  <a:lnTo>
                    <a:pt x="3132283" y="531142"/>
                  </a:lnTo>
                  <a:lnTo>
                    <a:pt x="3133354" y="530498"/>
                  </a:lnTo>
                  <a:lnTo>
                    <a:pt x="3134426" y="529854"/>
                  </a:lnTo>
                  <a:lnTo>
                    <a:pt x="3135498" y="529210"/>
                  </a:lnTo>
                  <a:lnTo>
                    <a:pt x="3136569" y="528565"/>
                  </a:lnTo>
                  <a:lnTo>
                    <a:pt x="3137641" y="527920"/>
                  </a:lnTo>
                  <a:lnTo>
                    <a:pt x="3138712" y="527274"/>
                  </a:lnTo>
                  <a:lnTo>
                    <a:pt x="3139784" y="526628"/>
                  </a:lnTo>
                  <a:lnTo>
                    <a:pt x="3140856" y="525982"/>
                  </a:lnTo>
                  <a:lnTo>
                    <a:pt x="3141927" y="525335"/>
                  </a:lnTo>
                  <a:lnTo>
                    <a:pt x="3142999" y="524688"/>
                  </a:lnTo>
                  <a:lnTo>
                    <a:pt x="3144070" y="524040"/>
                  </a:lnTo>
                  <a:lnTo>
                    <a:pt x="3145142" y="523391"/>
                  </a:lnTo>
                  <a:lnTo>
                    <a:pt x="3146214" y="522743"/>
                  </a:lnTo>
                  <a:lnTo>
                    <a:pt x="3147285" y="522094"/>
                  </a:lnTo>
                  <a:lnTo>
                    <a:pt x="3148357" y="521444"/>
                  </a:lnTo>
                  <a:lnTo>
                    <a:pt x="3149428" y="520794"/>
                  </a:lnTo>
                  <a:lnTo>
                    <a:pt x="3150500" y="520144"/>
                  </a:lnTo>
                  <a:lnTo>
                    <a:pt x="3151572" y="519493"/>
                  </a:lnTo>
                  <a:lnTo>
                    <a:pt x="3152643" y="518842"/>
                  </a:lnTo>
                  <a:lnTo>
                    <a:pt x="3153715" y="518190"/>
                  </a:lnTo>
                  <a:lnTo>
                    <a:pt x="3154786" y="517538"/>
                  </a:lnTo>
                  <a:lnTo>
                    <a:pt x="3155858" y="516885"/>
                  </a:lnTo>
                  <a:lnTo>
                    <a:pt x="3156930" y="516232"/>
                  </a:lnTo>
                  <a:lnTo>
                    <a:pt x="3158001" y="515579"/>
                  </a:lnTo>
                  <a:lnTo>
                    <a:pt x="3159073" y="514925"/>
                  </a:lnTo>
                  <a:lnTo>
                    <a:pt x="3160144" y="514270"/>
                  </a:lnTo>
                  <a:lnTo>
                    <a:pt x="3161216" y="513616"/>
                  </a:lnTo>
                  <a:lnTo>
                    <a:pt x="3162288" y="512960"/>
                  </a:lnTo>
                  <a:lnTo>
                    <a:pt x="3163359" y="512305"/>
                  </a:lnTo>
                  <a:lnTo>
                    <a:pt x="3164431" y="511649"/>
                  </a:lnTo>
                  <a:lnTo>
                    <a:pt x="3165502" y="510992"/>
                  </a:lnTo>
                  <a:lnTo>
                    <a:pt x="3166574" y="510335"/>
                  </a:lnTo>
                  <a:lnTo>
                    <a:pt x="3167646" y="509678"/>
                  </a:lnTo>
                  <a:lnTo>
                    <a:pt x="3168717" y="509020"/>
                  </a:lnTo>
                  <a:lnTo>
                    <a:pt x="3169789" y="508362"/>
                  </a:lnTo>
                  <a:lnTo>
                    <a:pt x="3170860" y="507703"/>
                  </a:lnTo>
                  <a:lnTo>
                    <a:pt x="3171932" y="507044"/>
                  </a:lnTo>
                  <a:lnTo>
                    <a:pt x="3173004" y="506384"/>
                  </a:lnTo>
                  <a:lnTo>
                    <a:pt x="3174075" y="505724"/>
                  </a:lnTo>
                  <a:lnTo>
                    <a:pt x="3175147" y="505064"/>
                  </a:lnTo>
                  <a:lnTo>
                    <a:pt x="3176218" y="504403"/>
                  </a:lnTo>
                  <a:lnTo>
                    <a:pt x="3177290" y="503742"/>
                  </a:lnTo>
                  <a:lnTo>
                    <a:pt x="3178362" y="503080"/>
                  </a:lnTo>
                  <a:lnTo>
                    <a:pt x="3179433" y="502418"/>
                  </a:lnTo>
                  <a:lnTo>
                    <a:pt x="3180505" y="501756"/>
                  </a:lnTo>
                  <a:lnTo>
                    <a:pt x="3181576" y="501093"/>
                  </a:lnTo>
                  <a:lnTo>
                    <a:pt x="3182648" y="500429"/>
                  </a:lnTo>
                  <a:lnTo>
                    <a:pt x="3183720" y="499765"/>
                  </a:lnTo>
                  <a:lnTo>
                    <a:pt x="3184791" y="499101"/>
                  </a:lnTo>
                  <a:lnTo>
                    <a:pt x="3185863" y="498436"/>
                  </a:lnTo>
                  <a:lnTo>
                    <a:pt x="3186934" y="497771"/>
                  </a:lnTo>
                  <a:lnTo>
                    <a:pt x="3188006" y="497105"/>
                  </a:lnTo>
                  <a:lnTo>
                    <a:pt x="3189078" y="496439"/>
                  </a:lnTo>
                  <a:lnTo>
                    <a:pt x="3190149" y="495773"/>
                  </a:lnTo>
                  <a:lnTo>
                    <a:pt x="3191221" y="495106"/>
                  </a:lnTo>
                  <a:lnTo>
                    <a:pt x="3192292" y="494439"/>
                  </a:lnTo>
                  <a:lnTo>
                    <a:pt x="3193364" y="493771"/>
                  </a:lnTo>
                  <a:lnTo>
                    <a:pt x="3194436" y="493103"/>
                  </a:lnTo>
                  <a:lnTo>
                    <a:pt x="3195507" y="492434"/>
                  </a:lnTo>
                  <a:lnTo>
                    <a:pt x="3196579" y="491765"/>
                  </a:lnTo>
                  <a:lnTo>
                    <a:pt x="3197650" y="491095"/>
                  </a:lnTo>
                  <a:lnTo>
                    <a:pt x="3198722" y="490425"/>
                  </a:lnTo>
                  <a:lnTo>
                    <a:pt x="3199793" y="489755"/>
                  </a:lnTo>
                  <a:lnTo>
                    <a:pt x="3200865" y="489084"/>
                  </a:lnTo>
                  <a:lnTo>
                    <a:pt x="3201937" y="488413"/>
                  </a:lnTo>
                  <a:lnTo>
                    <a:pt x="3203008" y="487741"/>
                  </a:lnTo>
                  <a:lnTo>
                    <a:pt x="3204080" y="487069"/>
                  </a:lnTo>
                  <a:lnTo>
                    <a:pt x="3205151" y="486397"/>
                  </a:lnTo>
                  <a:lnTo>
                    <a:pt x="3206223" y="485724"/>
                  </a:lnTo>
                  <a:lnTo>
                    <a:pt x="3207295" y="485051"/>
                  </a:lnTo>
                  <a:lnTo>
                    <a:pt x="3208366" y="484377"/>
                  </a:lnTo>
                  <a:lnTo>
                    <a:pt x="3209438" y="483702"/>
                  </a:lnTo>
                  <a:lnTo>
                    <a:pt x="3210509" y="483028"/>
                  </a:lnTo>
                  <a:lnTo>
                    <a:pt x="3211581" y="482353"/>
                  </a:lnTo>
                  <a:lnTo>
                    <a:pt x="3212653" y="481677"/>
                  </a:lnTo>
                  <a:lnTo>
                    <a:pt x="3213724" y="481001"/>
                  </a:lnTo>
                  <a:lnTo>
                    <a:pt x="3214796" y="480325"/>
                  </a:lnTo>
                  <a:lnTo>
                    <a:pt x="3215867" y="479648"/>
                  </a:lnTo>
                  <a:lnTo>
                    <a:pt x="3216939" y="478971"/>
                  </a:lnTo>
                  <a:lnTo>
                    <a:pt x="3218011" y="478293"/>
                  </a:lnTo>
                  <a:lnTo>
                    <a:pt x="3219082" y="477615"/>
                  </a:lnTo>
                  <a:lnTo>
                    <a:pt x="3220154" y="476936"/>
                  </a:lnTo>
                  <a:lnTo>
                    <a:pt x="3221225" y="476257"/>
                  </a:lnTo>
                  <a:lnTo>
                    <a:pt x="3222297" y="475578"/>
                  </a:lnTo>
                  <a:lnTo>
                    <a:pt x="3223369" y="474898"/>
                  </a:lnTo>
                  <a:lnTo>
                    <a:pt x="3224440" y="474218"/>
                  </a:lnTo>
                  <a:lnTo>
                    <a:pt x="3225512" y="473537"/>
                  </a:lnTo>
                  <a:lnTo>
                    <a:pt x="3226583" y="472856"/>
                  </a:lnTo>
                  <a:lnTo>
                    <a:pt x="3227655" y="472174"/>
                  </a:lnTo>
                  <a:lnTo>
                    <a:pt x="3228727" y="471492"/>
                  </a:lnTo>
                  <a:lnTo>
                    <a:pt x="3229798" y="470810"/>
                  </a:lnTo>
                  <a:lnTo>
                    <a:pt x="3230870" y="470127"/>
                  </a:lnTo>
                  <a:lnTo>
                    <a:pt x="3231941" y="469444"/>
                  </a:lnTo>
                  <a:lnTo>
                    <a:pt x="3233013" y="468760"/>
                  </a:lnTo>
                  <a:lnTo>
                    <a:pt x="3234085" y="468076"/>
                  </a:lnTo>
                  <a:lnTo>
                    <a:pt x="3235156" y="467391"/>
                  </a:lnTo>
                  <a:lnTo>
                    <a:pt x="3236228" y="466706"/>
                  </a:lnTo>
                  <a:lnTo>
                    <a:pt x="3237299" y="466021"/>
                  </a:lnTo>
                  <a:lnTo>
                    <a:pt x="3238371" y="465335"/>
                  </a:lnTo>
                  <a:lnTo>
                    <a:pt x="3239443" y="464649"/>
                  </a:lnTo>
                  <a:lnTo>
                    <a:pt x="3240514" y="463962"/>
                  </a:lnTo>
                  <a:lnTo>
                    <a:pt x="3241586" y="463275"/>
                  </a:lnTo>
                  <a:lnTo>
                    <a:pt x="3242657" y="462587"/>
                  </a:lnTo>
                  <a:lnTo>
                    <a:pt x="3243729" y="461899"/>
                  </a:lnTo>
                  <a:lnTo>
                    <a:pt x="3244801" y="461211"/>
                  </a:lnTo>
                  <a:lnTo>
                    <a:pt x="3245872" y="460522"/>
                  </a:lnTo>
                  <a:lnTo>
                    <a:pt x="3246944" y="459833"/>
                  </a:lnTo>
                  <a:lnTo>
                    <a:pt x="3248015" y="459143"/>
                  </a:lnTo>
                  <a:lnTo>
                    <a:pt x="3249087" y="458453"/>
                  </a:lnTo>
                  <a:lnTo>
                    <a:pt x="3250159" y="457762"/>
                  </a:lnTo>
                  <a:lnTo>
                    <a:pt x="3251230" y="457071"/>
                  </a:lnTo>
                  <a:lnTo>
                    <a:pt x="3252302" y="456380"/>
                  </a:lnTo>
                  <a:lnTo>
                    <a:pt x="3253373" y="455688"/>
                  </a:lnTo>
                  <a:lnTo>
                    <a:pt x="3254445" y="454996"/>
                  </a:lnTo>
                  <a:lnTo>
                    <a:pt x="3255517" y="454303"/>
                  </a:lnTo>
                  <a:lnTo>
                    <a:pt x="3256588" y="453610"/>
                  </a:lnTo>
                  <a:lnTo>
                    <a:pt x="3257660" y="452916"/>
                  </a:lnTo>
                  <a:lnTo>
                    <a:pt x="3258731" y="452222"/>
                  </a:lnTo>
                  <a:lnTo>
                    <a:pt x="3259803" y="451528"/>
                  </a:lnTo>
                  <a:lnTo>
                    <a:pt x="3260875" y="450833"/>
                  </a:lnTo>
                  <a:lnTo>
                    <a:pt x="3261946" y="450138"/>
                  </a:lnTo>
                  <a:lnTo>
                    <a:pt x="3263018" y="449442"/>
                  </a:lnTo>
                  <a:lnTo>
                    <a:pt x="3264089" y="448746"/>
                  </a:lnTo>
                  <a:lnTo>
                    <a:pt x="3265161" y="448049"/>
                  </a:lnTo>
                  <a:lnTo>
                    <a:pt x="3266233" y="447352"/>
                  </a:lnTo>
                  <a:lnTo>
                    <a:pt x="3267304" y="446655"/>
                  </a:lnTo>
                  <a:lnTo>
                    <a:pt x="3268376" y="445957"/>
                  </a:lnTo>
                  <a:lnTo>
                    <a:pt x="3269447" y="445259"/>
                  </a:lnTo>
                  <a:lnTo>
                    <a:pt x="3270519" y="444560"/>
                  </a:lnTo>
                  <a:lnTo>
                    <a:pt x="3271591" y="443861"/>
                  </a:lnTo>
                  <a:lnTo>
                    <a:pt x="3272662" y="443162"/>
                  </a:lnTo>
                  <a:lnTo>
                    <a:pt x="3273734" y="442462"/>
                  </a:lnTo>
                  <a:lnTo>
                    <a:pt x="3274805" y="441761"/>
                  </a:lnTo>
                  <a:lnTo>
                    <a:pt x="3275877" y="441060"/>
                  </a:lnTo>
                  <a:lnTo>
                    <a:pt x="3276949" y="440359"/>
                  </a:lnTo>
                  <a:lnTo>
                    <a:pt x="3278020" y="439657"/>
                  </a:lnTo>
                  <a:lnTo>
                    <a:pt x="3279092" y="438955"/>
                  </a:lnTo>
                  <a:lnTo>
                    <a:pt x="3280163" y="438253"/>
                  </a:lnTo>
                  <a:lnTo>
                    <a:pt x="3281235" y="437550"/>
                  </a:lnTo>
                  <a:lnTo>
                    <a:pt x="3282307" y="436846"/>
                  </a:lnTo>
                  <a:lnTo>
                    <a:pt x="3283378" y="436143"/>
                  </a:lnTo>
                  <a:lnTo>
                    <a:pt x="3284450" y="435438"/>
                  </a:lnTo>
                  <a:lnTo>
                    <a:pt x="3285521" y="434734"/>
                  </a:lnTo>
                  <a:lnTo>
                    <a:pt x="3286593" y="434029"/>
                  </a:lnTo>
                  <a:lnTo>
                    <a:pt x="3287665" y="433323"/>
                  </a:lnTo>
                  <a:lnTo>
                    <a:pt x="3288736" y="432617"/>
                  </a:lnTo>
                  <a:lnTo>
                    <a:pt x="3289808" y="431911"/>
                  </a:lnTo>
                  <a:lnTo>
                    <a:pt x="3290879" y="431204"/>
                  </a:lnTo>
                  <a:lnTo>
                    <a:pt x="3291951" y="430497"/>
                  </a:lnTo>
                  <a:lnTo>
                    <a:pt x="3293023" y="429789"/>
                  </a:lnTo>
                  <a:lnTo>
                    <a:pt x="3294094" y="429081"/>
                  </a:lnTo>
                  <a:lnTo>
                    <a:pt x="3295166" y="428373"/>
                  </a:lnTo>
                  <a:lnTo>
                    <a:pt x="3296237" y="427664"/>
                  </a:lnTo>
                  <a:lnTo>
                    <a:pt x="3297309" y="426954"/>
                  </a:lnTo>
                  <a:lnTo>
                    <a:pt x="3298381" y="426245"/>
                  </a:lnTo>
                  <a:lnTo>
                    <a:pt x="3299452" y="425534"/>
                  </a:lnTo>
                  <a:lnTo>
                    <a:pt x="3300524" y="424824"/>
                  </a:lnTo>
                  <a:lnTo>
                    <a:pt x="3301595" y="424113"/>
                  </a:lnTo>
                  <a:lnTo>
                    <a:pt x="3302667" y="423401"/>
                  </a:lnTo>
                  <a:lnTo>
                    <a:pt x="3303739" y="422689"/>
                  </a:lnTo>
                  <a:lnTo>
                    <a:pt x="3304810" y="421977"/>
                  </a:lnTo>
                  <a:lnTo>
                    <a:pt x="3305882" y="421264"/>
                  </a:lnTo>
                  <a:lnTo>
                    <a:pt x="3306953" y="420551"/>
                  </a:lnTo>
                  <a:lnTo>
                    <a:pt x="3308025" y="419838"/>
                  </a:lnTo>
                  <a:lnTo>
                    <a:pt x="3309097" y="419124"/>
                  </a:lnTo>
                  <a:lnTo>
                    <a:pt x="3310168" y="418409"/>
                  </a:lnTo>
                  <a:lnTo>
                    <a:pt x="3311240" y="417694"/>
                  </a:lnTo>
                  <a:lnTo>
                    <a:pt x="3312311" y="416979"/>
                  </a:lnTo>
                  <a:lnTo>
                    <a:pt x="3313383" y="416263"/>
                  </a:lnTo>
                  <a:lnTo>
                    <a:pt x="3314455" y="415547"/>
                  </a:lnTo>
                  <a:lnTo>
                    <a:pt x="3315526" y="414831"/>
                  </a:lnTo>
                  <a:lnTo>
                    <a:pt x="3316598" y="414114"/>
                  </a:lnTo>
                  <a:lnTo>
                    <a:pt x="3317669" y="413396"/>
                  </a:lnTo>
                  <a:lnTo>
                    <a:pt x="3318741" y="412679"/>
                  </a:lnTo>
                  <a:lnTo>
                    <a:pt x="3319813" y="411960"/>
                  </a:lnTo>
                  <a:lnTo>
                    <a:pt x="3320884" y="411242"/>
                  </a:lnTo>
                  <a:lnTo>
                    <a:pt x="3321956" y="410523"/>
                  </a:lnTo>
                  <a:lnTo>
                    <a:pt x="3323027" y="409803"/>
                  </a:lnTo>
                  <a:lnTo>
                    <a:pt x="3324099" y="409083"/>
                  </a:lnTo>
                  <a:lnTo>
                    <a:pt x="3325171" y="408363"/>
                  </a:lnTo>
                  <a:lnTo>
                    <a:pt x="3326242" y="407642"/>
                  </a:lnTo>
                  <a:lnTo>
                    <a:pt x="3327314" y="406921"/>
                  </a:lnTo>
                  <a:lnTo>
                    <a:pt x="3328385" y="406199"/>
                  </a:lnTo>
                  <a:lnTo>
                    <a:pt x="3329457" y="405477"/>
                  </a:lnTo>
                  <a:lnTo>
                    <a:pt x="3330529" y="404755"/>
                  </a:lnTo>
                  <a:lnTo>
                    <a:pt x="3331600" y="404032"/>
                  </a:lnTo>
                  <a:lnTo>
                    <a:pt x="3332672" y="403308"/>
                  </a:lnTo>
                  <a:lnTo>
                    <a:pt x="3333743" y="402585"/>
                  </a:lnTo>
                  <a:lnTo>
                    <a:pt x="3334815" y="401861"/>
                  </a:lnTo>
                  <a:lnTo>
                    <a:pt x="3335887" y="401136"/>
                  </a:lnTo>
                  <a:lnTo>
                    <a:pt x="3336958" y="400411"/>
                  </a:lnTo>
                  <a:lnTo>
                    <a:pt x="3338030" y="399686"/>
                  </a:lnTo>
                  <a:lnTo>
                    <a:pt x="3339101" y="398960"/>
                  </a:lnTo>
                  <a:lnTo>
                    <a:pt x="3340173" y="398234"/>
                  </a:lnTo>
                  <a:lnTo>
                    <a:pt x="3341245" y="397507"/>
                  </a:lnTo>
                  <a:lnTo>
                    <a:pt x="3342316" y="396780"/>
                  </a:lnTo>
                  <a:lnTo>
                    <a:pt x="3343388" y="396052"/>
                  </a:lnTo>
                  <a:lnTo>
                    <a:pt x="3344459" y="395324"/>
                  </a:lnTo>
                  <a:lnTo>
                    <a:pt x="3345531" y="394596"/>
                  </a:lnTo>
                  <a:lnTo>
                    <a:pt x="3346603" y="393867"/>
                  </a:lnTo>
                  <a:lnTo>
                    <a:pt x="3347674" y="393138"/>
                  </a:lnTo>
                  <a:lnTo>
                    <a:pt x="3348746" y="392408"/>
                  </a:lnTo>
                  <a:lnTo>
                    <a:pt x="3349817" y="391678"/>
                  </a:lnTo>
                  <a:lnTo>
                    <a:pt x="3350889" y="390948"/>
                  </a:lnTo>
                  <a:lnTo>
                    <a:pt x="3351961" y="390217"/>
                  </a:lnTo>
                  <a:lnTo>
                    <a:pt x="3353032" y="389486"/>
                  </a:lnTo>
                  <a:lnTo>
                    <a:pt x="3354104" y="388754"/>
                  </a:lnTo>
                  <a:lnTo>
                    <a:pt x="3355175" y="388022"/>
                  </a:lnTo>
                  <a:lnTo>
                    <a:pt x="3356247" y="387289"/>
                  </a:lnTo>
                  <a:lnTo>
                    <a:pt x="3357319" y="386556"/>
                  </a:lnTo>
                  <a:lnTo>
                    <a:pt x="3358390" y="385823"/>
                  </a:lnTo>
                  <a:lnTo>
                    <a:pt x="3359462" y="385089"/>
                  </a:lnTo>
                  <a:lnTo>
                    <a:pt x="3360533" y="384355"/>
                  </a:lnTo>
                  <a:lnTo>
                    <a:pt x="3361605" y="383620"/>
                  </a:lnTo>
                  <a:lnTo>
                    <a:pt x="3362677" y="382885"/>
                  </a:lnTo>
                  <a:lnTo>
                    <a:pt x="3363748" y="382149"/>
                  </a:lnTo>
                  <a:lnTo>
                    <a:pt x="3364820" y="381413"/>
                  </a:lnTo>
                  <a:lnTo>
                    <a:pt x="3365891" y="380677"/>
                  </a:lnTo>
                  <a:lnTo>
                    <a:pt x="3366963" y="379940"/>
                  </a:lnTo>
                  <a:lnTo>
                    <a:pt x="3368035" y="379203"/>
                  </a:lnTo>
                  <a:lnTo>
                    <a:pt x="3369106" y="378465"/>
                  </a:lnTo>
                  <a:lnTo>
                    <a:pt x="3370178" y="377727"/>
                  </a:lnTo>
                  <a:lnTo>
                    <a:pt x="3371249" y="376989"/>
                  </a:lnTo>
                  <a:lnTo>
                    <a:pt x="3372321" y="376250"/>
                  </a:lnTo>
                  <a:lnTo>
                    <a:pt x="3373392" y="375511"/>
                  </a:lnTo>
                  <a:lnTo>
                    <a:pt x="3374464" y="374771"/>
                  </a:lnTo>
                  <a:lnTo>
                    <a:pt x="3375536" y="374031"/>
                  </a:lnTo>
                  <a:lnTo>
                    <a:pt x="3376607" y="373290"/>
                  </a:lnTo>
                  <a:lnTo>
                    <a:pt x="3377679" y="372549"/>
                  </a:lnTo>
                  <a:lnTo>
                    <a:pt x="3378750" y="371808"/>
                  </a:lnTo>
                  <a:lnTo>
                    <a:pt x="3379822" y="371066"/>
                  </a:lnTo>
                  <a:lnTo>
                    <a:pt x="3380894" y="370324"/>
                  </a:lnTo>
                  <a:lnTo>
                    <a:pt x="3381965" y="369581"/>
                  </a:lnTo>
                  <a:lnTo>
                    <a:pt x="3383037" y="368838"/>
                  </a:lnTo>
                  <a:lnTo>
                    <a:pt x="3384108" y="368095"/>
                  </a:lnTo>
                  <a:lnTo>
                    <a:pt x="3385180" y="367351"/>
                  </a:lnTo>
                  <a:lnTo>
                    <a:pt x="3386252" y="366606"/>
                  </a:lnTo>
                  <a:lnTo>
                    <a:pt x="3387323" y="365862"/>
                  </a:lnTo>
                  <a:lnTo>
                    <a:pt x="3388395" y="365116"/>
                  </a:lnTo>
                  <a:lnTo>
                    <a:pt x="3389466" y="364371"/>
                  </a:lnTo>
                  <a:lnTo>
                    <a:pt x="3390538" y="363625"/>
                  </a:lnTo>
                  <a:lnTo>
                    <a:pt x="3391610" y="362878"/>
                  </a:lnTo>
                  <a:lnTo>
                    <a:pt x="3392681" y="362132"/>
                  </a:lnTo>
                  <a:lnTo>
                    <a:pt x="3393753" y="361384"/>
                  </a:lnTo>
                  <a:lnTo>
                    <a:pt x="3394824" y="360637"/>
                  </a:lnTo>
                  <a:lnTo>
                    <a:pt x="3395896" y="359889"/>
                  </a:lnTo>
                  <a:lnTo>
                    <a:pt x="3396968" y="359140"/>
                  </a:lnTo>
                  <a:lnTo>
                    <a:pt x="3398039" y="358391"/>
                  </a:lnTo>
                  <a:lnTo>
                    <a:pt x="3399111" y="357642"/>
                  </a:lnTo>
                  <a:lnTo>
                    <a:pt x="3400182" y="356892"/>
                  </a:lnTo>
                  <a:lnTo>
                    <a:pt x="3401254" y="356142"/>
                  </a:lnTo>
                  <a:lnTo>
                    <a:pt x="3402326" y="355391"/>
                  </a:lnTo>
                  <a:lnTo>
                    <a:pt x="3403397" y="354640"/>
                  </a:lnTo>
                  <a:lnTo>
                    <a:pt x="3404469" y="353889"/>
                  </a:lnTo>
                  <a:lnTo>
                    <a:pt x="3405540" y="353137"/>
                  </a:lnTo>
                  <a:lnTo>
                    <a:pt x="3406612" y="352385"/>
                  </a:lnTo>
                  <a:lnTo>
                    <a:pt x="3407684" y="351632"/>
                  </a:lnTo>
                  <a:lnTo>
                    <a:pt x="3408755" y="350879"/>
                  </a:lnTo>
                  <a:lnTo>
                    <a:pt x="3409827" y="350126"/>
                  </a:lnTo>
                  <a:lnTo>
                    <a:pt x="3410898" y="349372"/>
                  </a:lnTo>
                  <a:lnTo>
                    <a:pt x="3411970" y="348617"/>
                  </a:lnTo>
                  <a:lnTo>
                    <a:pt x="3413042" y="347862"/>
                  </a:lnTo>
                  <a:lnTo>
                    <a:pt x="3414113" y="347107"/>
                  </a:lnTo>
                  <a:lnTo>
                    <a:pt x="3415185" y="346352"/>
                  </a:lnTo>
                  <a:lnTo>
                    <a:pt x="3416256" y="345596"/>
                  </a:lnTo>
                  <a:lnTo>
                    <a:pt x="3417328" y="344839"/>
                  </a:lnTo>
                  <a:lnTo>
                    <a:pt x="3418400" y="344082"/>
                  </a:lnTo>
                  <a:lnTo>
                    <a:pt x="3419471" y="343325"/>
                  </a:lnTo>
                  <a:lnTo>
                    <a:pt x="3420543" y="342567"/>
                  </a:lnTo>
                  <a:lnTo>
                    <a:pt x="3421614" y="341809"/>
                  </a:lnTo>
                  <a:lnTo>
                    <a:pt x="3422686" y="341051"/>
                  </a:lnTo>
                  <a:lnTo>
                    <a:pt x="3423758" y="340292"/>
                  </a:lnTo>
                  <a:lnTo>
                    <a:pt x="3424829" y="339533"/>
                  </a:lnTo>
                  <a:lnTo>
                    <a:pt x="3425901" y="338773"/>
                  </a:lnTo>
                  <a:lnTo>
                    <a:pt x="3426972" y="338013"/>
                  </a:lnTo>
                  <a:lnTo>
                    <a:pt x="3428044" y="337252"/>
                  </a:lnTo>
                  <a:lnTo>
                    <a:pt x="3429116" y="336491"/>
                  </a:lnTo>
                  <a:lnTo>
                    <a:pt x="3430187" y="335730"/>
                  </a:lnTo>
                  <a:lnTo>
                    <a:pt x="3431259" y="334968"/>
                  </a:lnTo>
                  <a:lnTo>
                    <a:pt x="3432330" y="334205"/>
                  </a:lnTo>
                  <a:lnTo>
                    <a:pt x="3433402" y="333443"/>
                  </a:lnTo>
                  <a:lnTo>
                    <a:pt x="3434474" y="332680"/>
                  </a:lnTo>
                  <a:lnTo>
                    <a:pt x="3435545" y="331916"/>
                  </a:lnTo>
                  <a:lnTo>
                    <a:pt x="3436617" y="331152"/>
                  </a:lnTo>
                  <a:lnTo>
                    <a:pt x="3437688" y="330388"/>
                  </a:lnTo>
                  <a:lnTo>
                    <a:pt x="3438760" y="329623"/>
                  </a:lnTo>
                  <a:lnTo>
                    <a:pt x="3439832" y="328858"/>
                  </a:lnTo>
                  <a:lnTo>
                    <a:pt x="3440903" y="328092"/>
                  </a:lnTo>
                  <a:lnTo>
                    <a:pt x="3441975" y="327326"/>
                  </a:lnTo>
                  <a:lnTo>
                    <a:pt x="3443046" y="326560"/>
                  </a:lnTo>
                  <a:lnTo>
                    <a:pt x="3444118" y="325793"/>
                  </a:lnTo>
                  <a:lnTo>
                    <a:pt x="3445190" y="325026"/>
                  </a:lnTo>
                  <a:lnTo>
                    <a:pt x="3446261" y="324258"/>
                  </a:lnTo>
                  <a:lnTo>
                    <a:pt x="3447333" y="323490"/>
                  </a:lnTo>
                  <a:lnTo>
                    <a:pt x="3448404" y="322722"/>
                  </a:lnTo>
                  <a:lnTo>
                    <a:pt x="3449476" y="321953"/>
                  </a:lnTo>
                  <a:lnTo>
                    <a:pt x="3450548" y="321183"/>
                  </a:lnTo>
                  <a:lnTo>
                    <a:pt x="3451619" y="320414"/>
                  </a:lnTo>
                  <a:lnTo>
                    <a:pt x="3452691" y="319644"/>
                  </a:lnTo>
                  <a:lnTo>
                    <a:pt x="3453762" y="318873"/>
                  </a:lnTo>
                  <a:lnTo>
                    <a:pt x="3454834" y="318102"/>
                  </a:lnTo>
                  <a:lnTo>
                    <a:pt x="3455906" y="317331"/>
                  </a:lnTo>
                  <a:lnTo>
                    <a:pt x="3456977" y="316559"/>
                  </a:lnTo>
                  <a:lnTo>
                    <a:pt x="3458049" y="315787"/>
                  </a:lnTo>
                  <a:lnTo>
                    <a:pt x="3459120" y="315014"/>
                  </a:lnTo>
                  <a:lnTo>
                    <a:pt x="3460192" y="314241"/>
                  </a:lnTo>
                  <a:lnTo>
                    <a:pt x="3461264" y="313467"/>
                  </a:lnTo>
                  <a:lnTo>
                    <a:pt x="3462335" y="312694"/>
                  </a:lnTo>
                  <a:lnTo>
                    <a:pt x="3463407" y="311919"/>
                  </a:lnTo>
                  <a:lnTo>
                    <a:pt x="3464478" y="311145"/>
                  </a:lnTo>
                  <a:lnTo>
                    <a:pt x="3465550" y="310369"/>
                  </a:lnTo>
                  <a:lnTo>
                    <a:pt x="3466622" y="309594"/>
                  </a:lnTo>
                  <a:lnTo>
                    <a:pt x="3467693" y="308818"/>
                  </a:lnTo>
                  <a:lnTo>
                    <a:pt x="3468765" y="308042"/>
                  </a:lnTo>
                  <a:lnTo>
                    <a:pt x="3469836" y="307265"/>
                  </a:lnTo>
                  <a:lnTo>
                    <a:pt x="3470908" y="306488"/>
                  </a:lnTo>
                  <a:lnTo>
                    <a:pt x="3471980" y="305710"/>
                  </a:lnTo>
                  <a:lnTo>
                    <a:pt x="3473051" y="304932"/>
                  </a:lnTo>
                  <a:lnTo>
                    <a:pt x="3474123" y="304154"/>
                  </a:lnTo>
                  <a:lnTo>
                    <a:pt x="3475194" y="303375"/>
                  </a:lnTo>
                  <a:lnTo>
                    <a:pt x="3476266" y="302596"/>
                  </a:lnTo>
                  <a:lnTo>
                    <a:pt x="3477338" y="301816"/>
                  </a:lnTo>
                  <a:lnTo>
                    <a:pt x="3478409" y="301036"/>
                  </a:lnTo>
                  <a:lnTo>
                    <a:pt x="3479481" y="300255"/>
                  </a:lnTo>
                  <a:lnTo>
                    <a:pt x="3480552" y="299474"/>
                  </a:lnTo>
                  <a:lnTo>
                    <a:pt x="3481624" y="298693"/>
                  </a:lnTo>
                  <a:lnTo>
                    <a:pt x="3482696" y="297911"/>
                  </a:lnTo>
                  <a:lnTo>
                    <a:pt x="3483767" y="297129"/>
                  </a:lnTo>
                  <a:lnTo>
                    <a:pt x="3484839" y="296347"/>
                  </a:lnTo>
                  <a:lnTo>
                    <a:pt x="3485910" y="295564"/>
                  </a:lnTo>
                  <a:lnTo>
                    <a:pt x="3486982" y="294780"/>
                  </a:lnTo>
                  <a:lnTo>
                    <a:pt x="3488054" y="293996"/>
                  </a:lnTo>
                  <a:lnTo>
                    <a:pt x="3489125" y="293212"/>
                  </a:lnTo>
                  <a:lnTo>
                    <a:pt x="3490197" y="292428"/>
                  </a:lnTo>
                  <a:lnTo>
                    <a:pt x="3491268" y="291642"/>
                  </a:lnTo>
                  <a:lnTo>
                    <a:pt x="3492340" y="290857"/>
                  </a:lnTo>
                  <a:lnTo>
                    <a:pt x="3493412" y="290071"/>
                  </a:lnTo>
                  <a:lnTo>
                    <a:pt x="3494483" y="289285"/>
                  </a:lnTo>
                  <a:lnTo>
                    <a:pt x="3495555" y="288498"/>
                  </a:lnTo>
                  <a:lnTo>
                    <a:pt x="3496626" y="287711"/>
                  </a:lnTo>
                  <a:lnTo>
                    <a:pt x="3497698" y="286924"/>
                  </a:lnTo>
                  <a:lnTo>
                    <a:pt x="3498770" y="286136"/>
                  </a:lnTo>
                  <a:lnTo>
                    <a:pt x="3499841" y="285347"/>
                  </a:lnTo>
                  <a:lnTo>
                    <a:pt x="3500913" y="284559"/>
                  </a:lnTo>
                  <a:lnTo>
                    <a:pt x="3501984" y="283769"/>
                  </a:lnTo>
                  <a:lnTo>
                    <a:pt x="3503056" y="282980"/>
                  </a:lnTo>
                  <a:lnTo>
                    <a:pt x="3504128" y="282190"/>
                  </a:lnTo>
                  <a:lnTo>
                    <a:pt x="3505199" y="281399"/>
                  </a:lnTo>
                  <a:lnTo>
                    <a:pt x="3506271" y="280609"/>
                  </a:lnTo>
                  <a:lnTo>
                    <a:pt x="3507342" y="279817"/>
                  </a:lnTo>
                  <a:lnTo>
                    <a:pt x="3508414" y="279026"/>
                  </a:lnTo>
                  <a:lnTo>
                    <a:pt x="3509486" y="278234"/>
                  </a:lnTo>
                  <a:lnTo>
                    <a:pt x="3510557" y="277441"/>
                  </a:lnTo>
                  <a:lnTo>
                    <a:pt x="3511629" y="276648"/>
                  </a:lnTo>
                  <a:lnTo>
                    <a:pt x="3512700" y="275855"/>
                  </a:lnTo>
                  <a:lnTo>
                    <a:pt x="3513772" y="275061"/>
                  </a:lnTo>
                  <a:lnTo>
                    <a:pt x="3514844" y="274267"/>
                  </a:lnTo>
                  <a:lnTo>
                    <a:pt x="3515915" y="273473"/>
                  </a:lnTo>
                  <a:lnTo>
                    <a:pt x="3516987" y="272678"/>
                  </a:lnTo>
                  <a:lnTo>
                    <a:pt x="3518058" y="271882"/>
                  </a:lnTo>
                  <a:lnTo>
                    <a:pt x="3519130" y="271087"/>
                  </a:lnTo>
                  <a:lnTo>
                    <a:pt x="3520202" y="270290"/>
                  </a:lnTo>
                  <a:lnTo>
                    <a:pt x="3521273" y="269494"/>
                  </a:lnTo>
                  <a:lnTo>
                    <a:pt x="3522345" y="268697"/>
                  </a:lnTo>
                  <a:lnTo>
                    <a:pt x="3523416" y="267899"/>
                  </a:lnTo>
                  <a:lnTo>
                    <a:pt x="3524488" y="267102"/>
                  </a:lnTo>
                  <a:lnTo>
                    <a:pt x="3525560" y="266303"/>
                  </a:lnTo>
                  <a:lnTo>
                    <a:pt x="3526631" y="265505"/>
                  </a:lnTo>
                  <a:lnTo>
                    <a:pt x="3527703" y="264706"/>
                  </a:lnTo>
                  <a:lnTo>
                    <a:pt x="3528774" y="263906"/>
                  </a:lnTo>
                  <a:lnTo>
                    <a:pt x="3529846" y="263106"/>
                  </a:lnTo>
                  <a:lnTo>
                    <a:pt x="3530918" y="262306"/>
                  </a:lnTo>
                  <a:lnTo>
                    <a:pt x="3531989" y="261505"/>
                  </a:lnTo>
                  <a:lnTo>
                    <a:pt x="3533061" y="260704"/>
                  </a:lnTo>
                  <a:lnTo>
                    <a:pt x="3534132" y="259903"/>
                  </a:lnTo>
                  <a:lnTo>
                    <a:pt x="3535204" y="259101"/>
                  </a:lnTo>
                  <a:lnTo>
                    <a:pt x="3536276" y="258298"/>
                  </a:lnTo>
                  <a:lnTo>
                    <a:pt x="3537347" y="257496"/>
                  </a:lnTo>
                  <a:lnTo>
                    <a:pt x="3538419" y="256692"/>
                  </a:lnTo>
                  <a:lnTo>
                    <a:pt x="3539490" y="255889"/>
                  </a:lnTo>
                  <a:lnTo>
                    <a:pt x="3540562" y="255085"/>
                  </a:lnTo>
                  <a:lnTo>
                    <a:pt x="3541634" y="254280"/>
                  </a:lnTo>
                  <a:lnTo>
                    <a:pt x="3542705" y="253476"/>
                  </a:lnTo>
                  <a:lnTo>
                    <a:pt x="3543777" y="252670"/>
                  </a:lnTo>
                  <a:lnTo>
                    <a:pt x="3544848" y="251865"/>
                  </a:lnTo>
                  <a:lnTo>
                    <a:pt x="3545920" y="251059"/>
                  </a:lnTo>
                  <a:lnTo>
                    <a:pt x="3546992" y="250252"/>
                  </a:lnTo>
                  <a:lnTo>
                    <a:pt x="3548063" y="249445"/>
                  </a:lnTo>
                  <a:lnTo>
                    <a:pt x="3549135" y="248638"/>
                  </a:lnTo>
                  <a:lnTo>
                    <a:pt x="3550206" y="247830"/>
                  </a:lnTo>
                  <a:lnTo>
                    <a:pt x="3551278" y="247022"/>
                  </a:lnTo>
                  <a:lnTo>
                    <a:pt x="3552349" y="246214"/>
                  </a:lnTo>
                  <a:lnTo>
                    <a:pt x="3553421" y="245405"/>
                  </a:lnTo>
                  <a:lnTo>
                    <a:pt x="3554493" y="244595"/>
                  </a:lnTo>
                  <a:lnTo>
                    <a:pt x="3555564" y="243786"/>
                  </a:lnTo>
                  <a:lnTo>
                    <a:pt x="3556636" y="242976"/>
                  </a:lnTo>
                  <a:lnTo>
                    <a:pt x="3557707" y="242165"/>
                  </a:lnTo>
                  <a:lnTo>
                    <a:pt x="3558779" y="241354"/>
                  </a:lnTo>
                  <a:lnTo>
                    <a:pt x="3559851" y="240543"/>
                  </a:lnTo>
                  <a:lnTo>
                    <a:pt x="3560922" y="239731"/>
                  </a:lnTo>
                  <a:lnTo>
                    <a:pt x="3561994" y="238919"/>
                  </a:lnTo>
                  <a:lnTo>
                    <a:pt x="3563065" y="238106"/>
                  </a:lnTo>
                  <a:lnTo>
                    <a:pt x="3564137" y="237293"/>
                  </a:lnTo>
                  <a:lnTo>
                    <a:pt x="3565209" y="236479"/>
                  </a:lnTo>
                  <a:lnTo>
                    <a:pt x="3566280" y="235666"/>
                  </a:lnTo>
                  <a:lnTo>
                    <a:pt x="3567352" y="234851"/>
                  </a:lnTo>
                  <a:lnTo>
                    <a:pt x="3568423" y="234037"/>
                  </a:lnTo>
                  <a:lnTo>
                    <a:pt x="3569495" y="233222"/>
                  </a:lnTo>
                  <a:lnTo>
                    <a:pt x="3570567" y="232406"/>
                  </a:lnTo>
                  <a:lnTo>
                    <a:pt x="3571638" y="231590"/>
                  </a:lnTo>
                  <a:lnTo>
                    <a:pt x="3572710" y="230774"/>
                  </a:lnTo>
                  <a:lnTo>
                    <a:pt x="3573781" y="229957"/>
                  </a:lnTo>
                  <a:lnTo>
                    <a:pt x="3574853" y="229140"/>
                  </a:lnTo>
                  <a:lnTo>
                    <a:pt x="3575925" y="228322"/>
                  </a:lnTo>
                  <a:lnTo>
                    <a:pt x="3576996" y="227504"/>
                  </a:lnTo>
                  <a:lnTo>
                    <a:pt x="3578068" y="226686"/>
                  </a:lnTo>
                  <a:lnTo>
                    <a:pt x="3579139" y="225867"/>
                  </a:lnTo>
                  <a:lnTo>
                    <a:pt x="3580211" y="225048"/>
                  </a:lnTo>
                  <a:lnTo>
                    <a:pt x="3581283" y="224229"/>
                  </a:lnTo>
                  <a:lnTo>
                    <a:pt x="3582354" y="223409"/>
                  </a:lnTo>
                  <a:lnTo>
                    <a:pt x="3583426" y="222588"/>
                  </a:lnTo>
                  <a:lnTo>
                    <a:pt x="3584497" y="221767"/>
                  </a:lnTo>
                  <a:lnTo>
                    <a:pt x="3585569" y="220946"/>
                  </a:lnTo>
                  <a:lnTo>
                    <a:pt x="3586641" y="220124"/>
                  </a:lnTo>
                  <a:lnTo>
                    <a:pt x="3587712" y="219302"/>
                  </a:lnTo>
                  <a:lnTo>
                    <a:pt x="3588784" y="218480"/>
                  </a:lnTo>
                  <a:lnTo>
                    <a:pt x="3589855" y="217657"/>
                  </a:lnTo>
                  <a:lnTo>
                    <a:pt x="3590927" y="216834"/>
                  </a:lnTo>
                  <a:lnTo>
                    <a:pt x="3591999" y="216010"/>
                  </a:lnTo>
                  <a:lnTo>
                    <a:pt x="3593070" y="215186"/>
                  </a:lnTo>
                  <a:lnTo>
                    <a:pt x="3594142" y="214361"/>
                  </a:lnTo>
                  <a:lnTo>
                    <a:pt x="3595213" y="213536"/>
                  </a:lnTo>
                  <a:lnTo>
                    <a:pt x="3596285" y="212711"/>
                  </a:lnTo>
                  <a:lnTo>
                    <a:pt x="3597357" y="211885"/>
                  </a:lnTo>
                  <a:lnTo>
                    <a:pt x="3598428" y="211059"/>
                  </a:lnTo>
                  <a:lnTo>
                    <a:pt x="3599500" y="210233"/>
                  </a:lnTo>
                  <a:lnTo>
                    <a:pt x="3600571" y="209406"/>
                  </a:lnTo>
                  <a:lnTo>
                    <a:pt x="3601643" y="208578"/>
                  </a:lnTo>
                  <a:lnTo>
                    <a:pt x="3602715" y="207750"/>
                  </a:lnTo>
                  <a:lnTo>
                    <a:pt x="3603786" y="206922"/>
                  </a:lnTo>
                  <a:lnTo>
                    <a:pt x="3604858" y="206094"/>
                  </a:lnTo>
                  <a:lnTo>
                    <a:pt x="3605929" y="205265"/>
                  </a:lnTo>
                  <a:lnTo>
                    <a:pt x="3607001" y="204435"/>
                  </a:lnTo>
                  <a:lnTo>
                    <a:pt x="3608073" y="203605"/>
                  </a:lnTo>
                  <a:lnTo>
                    <a:pt x="3609144" y="202775"/>
                  </a:lnTo>
                  <a:lnTo>
                    <a:pt x="3610216" y="201944"/>
                  </a:lnTo>
                  <a:lnTo>
                    <a:pt x="3611287" y="201113"/>
                  </a:lnTo>
                  <a:lnTo>
                    <a:pt x="3612359" y="200282"/>
                  </a:lnTo>
                  <a:lnTo>
                    <a:pt x="3613431" y="199450"/>
                  </a:lnTo>
                  <a:lnTo>
                    <a:pt x="3614502" y="198618"/>
                  </a:lnTo>
                  <a:lnTo>
                    <a:pt x="3615574" y="197785"/>
                  </a:lnTo>
                  <a:lnTo>
                    <a:pt x="3616645" y="196952"/>
                  </a:lnTo>
                  <a:lnTo>
                    <a:pt x="3617717" y="196118"/>
                  </a:lnTo>
                  <a:lnTo>
                    <a:pt x="3618789" y="195284"/>
                  </a:lnTo>
                  <a:lnTo>
                    <a:pt x="3619860" y="194450"/>
                  </a:lnTo>
                  <a:lnTo>
                    <a:pt x="3620932" y="193615"/>
                  </a:lnTo>
                  <a:lnTo>
                    <a:pt x="3622003" y="192780"/>
                  </a:lnTo>
                  <a:lnTo>
                    <a:pt x="3623075" y="191944"/>
                  </a:lnTo>
                  <a:lnTo>
                    <a:pt x="3624147" y="191108"/>
                  </a:lnTo>
                  <a:lnTo>
                    <a:pt x="3625218" y="190272"/>
                  </a:lnTo>
                  <a:lnTo>
                    <a:pt x="3626290" y="189435"/>
                  </a:lnTo>
                  <a:lnTo>
                    <a:pt x="3627361" y="188598"/>
                  </a:lnTo>
                  <a:lnTo>
                    <a:pt x="3628433" y="187760"/>
                  </a:lnTo>
                  <a:lnTo>
                    <a:pt x="3629505" y="186922"/>
                  </a:lnTo>
                  <a:lnTo>
                    <a:pt x="3630576" y="186084"/>
                  </a:lnTo>
                  <a:lnTo>
                    <a:pt x="3631648" y="185245"/>
                  </a:lnTo>
                  <a:lnTo>
                    <a:pt x="3632719" y="184406"/>
                  </a:lnTo>
                  <a:lnTo>
                    <a:pt x="3633791" y="183566"/>
                  </a:lnTo>
                  <a:lnTo>
                    <a:pt x="3634863" y="182726"/>
                  </a:lnTo>
                  <a:lnTo>
                    <a:pt x="3635934" y="181885"/>
                  </a:lnTo>
                  <a:lnTo>
                    <a:pt x="3637006" y="181045"/>
                  </a:lnTo>
                  <a:lnTo>
                    <a:pt x="3638077" y="180203"/>
                  </a:lnTo>
                  <a:lnTo>
                    <a:pt x="3639149" y="179361"/>
                  </a:lnTo>
                  <a:lnTo>
                    <a:pt x="3640221" y="178519"/>
                  </a:lnTo>
                  <a:lnTo>
                    <a:pt x="3641292" y="177677"/>
                  </a:lnTo>
                  <a:lnTo>
                    <a:pt x="3642364" y="176834"/>
                  </a:lnTo>
                  <a:lnTo>
                    <a:pt x="3643435" y="175990"/>
                  </a:lnTo>
                  <a:lnTo>
                    <a:pt x="3644507" y="175147"/>
                  </a:lnTo>
                  <a:lnTo>
                    <a:pt x="3645579" y="174303"/>
                  </a:lnTo>
                  <a:lnTo>
                    <a:pt x="3646650" y="173458"/>
                  </a:lnTo>
                  <a:lnTo>
                    <a:pt x="3647722" y="172613"/>
                  </a:lnTo>
                  <a:lnTo>
                    <a:pt x="3648793" y="171768"/>
                  </a:lnTo>
                  <a:lnTo>
                    <a:pt x="3649865" y="170922"/>
                  </a:lnTo>
                  <a:lnTo>
                    <a:pt x="3650937" y="170075"/>
                  </a:lnTo>
                  <a:lnTo>
                    <a:pt x="3652008" y="169229"/>
                  </a:lnTo>
                  <a:lnTo>
                    <a:pt x="3653080" y="168382"/>
                  </a:lnTo>
                  <a:lnTo>
                    <a:pt x="3654151" y="167534"/>
                  </a:lnTo>
                  <a:lnTo>
                    <a:pt x="3655223" y="166686"/>
                  </a:lnTo>
                  <a:lnTo>
                    <a:pt x="3656295" y="165838"/>
                  </a:lnTo>
                  <a:lnTo>
                    <a:pt x="3657366" y="164990"/>
                  </a:lnTo>
                  <a:lnTo>
                    <a:pt x="3658438" y="164140"/>
                  </a:lnTo>
                  <a:lnTo>
                    <a:pt x="3659509" y="163291"/>
                  </a:lnTo>
                  <a:lnTo>
                    <a:pt x="3660581" y="162441"/>
                  </a:lnTo>
                  <a:lnTo>
                    <a:pt x="3661653" y="161591"/>
                  </a:lnTo>
                  <a:lnTo>
                    <a:pt x="3662724" y="160740"/>
                  </a:lnTo>
                  <a:lnTo>
                    <a:pt x="3663796" y="159889"/>
                  </a:lnTo>
                  <a:lnTo>
                    <a:pt x="3664867" y="159037"/>
                  </a:lnTo>
                  <a:lnTo>
                    <a:pt x="3665939" y="158185"/>
                  </a:lnTo>
                  <a:lnTo>
                    <a:pt x="3667011" y="157333"/>
                  </a:lnTo>
                  <a:lnTo>
                    <a:pt x="3668082" y="156480"/>
                  </a:lnTo>
                  <a:lnTo>
                    <a:pt x="3669154" y="155627"/>
                  </a:lnTo>
                  <a:lnTo>
                    <a:pt x="3670225" y="154773"/>
                  </a:lnTo>
                  <a:lnTo>
                    <a:pt x="3671297" y="153919"/>
                  </a:lnTo>
                  <a:lnTo>
                    <a:pt x="3672369" y="153065"/>
                  </a:lnTo>
                  <a:lnTo>
                    <a:pt x="3673440" y="152210"/>
                  </a:lnTo>
                  <a:lnTo>
                    <a:pt x="3674512" y="151355"/>
                  </a:lnTo>
                  <a:lnTo>
                    <a:pt x="3675583" y="150499"/>
                  </a:lnTo>
                  <a:lnTo>
                    <a:pt x="3676655" y="149643"/>
                  </a:lnTo>
                  <a:lnTo>
                    <a:pt x="3677727" y="148787"/>
                  </a:lnTo>
                  <a:lnTo>
                    <a:pt x="3678798" y="147930"/>
                  </a:lnTo>
                  <a:lnTo>
                    <a:pt x="3679870" y="147073"/>
                  </a:lnTo>
                  <a:lnTo>
                    <a:pt x="3680941" y="146215"/>
                  </a:lnTo>
                  <a:lnTo>
                    <a:pt x="3682013" y="145357"/>
                  </a:lnTo>
                  <a:lnTo>
                    <a:pt x="3683085" y="144498"/>
                  </a:lnTo>
                  <a:lnTo>
                    <a:pt x="3684156" y="143639"/>
                  </a:lnTo>
                  <a:lnTo>
                    <a:pt x="3685228" y="142780"/>
                  </a:lnTo>
                  <a:lnTo>
                    <a:pt x="3686299" y="141920"/>
                  </a:lnTo>
                  <a:lnTo>
                    <a:pt x="3687371" y="141060"/>
                  </a:lnTo>
                  <a:lnTo>
                    <a:pt x="3688443" y="140199"/>
                  </a:lnTo>
                  <a:lnTo>
                    <a:pt x="3689514" y="139339"/>
                  </a:lnTo>
                  <a:lnTo>
                    <a:pt x="3690586" y="138477"/>
                  </a:lnTo>
                  <a:lnTo>
                    <a:pt x="3691657" y="137615"/>
                  </a:lnTo>
                  <a:lnTo>
                    <a:pt x="3692729" y="136753"/>
                  </a:lnTo>
                  <a:lnTo>
                    <a:pt x="3693801" y="135891"/>
                  </a:lnTo>
                  <a:lnTo>
                    <a:pt x="3694872" y="135028"/>
                  </a:lnTo>
                  <a:lnTo>
                    <a:pt x="3695944" y="134164"/>
                  </a:lnTo>
                  <a:lnTo>
                    <a:pt x="3697015" y="133300"/>
                  </a:lnTo>
                  <a:lnTo>
                    <a:pt x="3698087" y="132436"/>
                  </a:lnTo>
                  <a:lnTo>
                    <a:pt x="3699159" y="131571"/>
                  </a:lnTo>
                  <a:lnTo>
                    <a:pt x="3700230" y="130706"/>
                  </a:lnTo>
                  <a:lnTo>
                    <a:pt x="3701302" y="129841"/>
                  </a:lnTo>
                  <a:lnTo>
                    <a:pt x="3702373" y="128975"/>
                  </a:lnTo>
                  <a:lnTo>
                    <a:pt x="3703445" y="128109"/>
                  </a:lnTo>
                  <a:lnTo>
                    <a:pt x="3704517" y="127242"/>
                  </a:lnTo>
                  <a:lnTo>
                    <a:pt x="3705588" y="126375"/>
                  </a:lnTo>
                  <a:lnTo>
                    <a:pt x="3706660" y="125507"/>
                  </a:lnTo>
                  <a:lnTo>
                    <a:pt x="3707731" y="124639"/>
                  </a:lnTo>
                  <a:lnTo>
                    <a:pt x="3708803" y="123771"/>
                  </a:lnTo>
                  <a:lnTo>
                    <a:pt x="3709875" y="122902"/>
                  </a:lnTo>
                  <a:lnTo>
                    <a:pt x="3710946" y="122033"/>
                  </a:lnTo>
                  <a:lnTo>
                    <a:pt x="3712018" y="121163"/>
                  </a:lnTo>
                  <a:lnTo>
                    <a:pt x="3713089" y="120294"/>
                  </a:lnTo>
                  <a:lnTo>
                    <a:pt x="3714161" y="119423"/>
                  </a:lnTo>
                  <a:lnTo>
                    <a:pt x="3715233" y="118552"/>
                  </a:lnTo>
                  <a:lnTo>
                    <a:pt x="3716304" y="117681"/>
                  </a:lnTo>
                  <a:lnTo>
                    <a:pt x="3717376" y="116809"/>
                  </a:lnTo>
                  <a:lnTo>
                    <a:pt x="3718447" y="115937"/>
                  </a:lnTo>
                  <a:lnTo>
                    <a:pt x="3719519" y="115065"/>
                  </a:lnTo>
                  <a:lnTo>
                    <a:pt x="3720591" y="114192"/>
                  </a:lnTo>
                  <a:lnTo>
                    <a:pt x="3721662" y="113319"/>
                  </a:lnTo>
                  <a:lnTo>
                    <a:pt x="3722734" y="112445"/>
                  </a:lnTo>
                  <a:lnTo>
                    <a:pt x="3723805" y="111571"/>
                  </a:lnTo>
                  <a:lnTo>
                    <a:pt x="3724877" y="110697"/>
                  </a:lnTo>
                  <a:lnTo>
                    <a:pt x="3725949" y="109822"/>
                  </a:lnTo>
                  <a:lnTo>
                    <a:pt x="3727020" y="108946"/>
                  </a:lnTo>
                  <a:lnTo>
                    <a:pt x="3728092" y="108071"/>
                  </a:lnTo>
                  <a:lnTo>
                    <a:pt x="3729163" y="107195"/>
                  </a:lnTo>
                  <a:lnTo>
                    <a:pt x="3730235" y="106318"/>
                  </a:lnTo>
                  <a:lnTo>
                    <a:pt x="3731306" y="105441"/>
                  </a:lnTo>
                  <a:lnTo>
                    <a:pt x="3732378" y="104564"/>
                  </a:lnTo>
                  <a:lnTo>
                    <a:pt x="3733450" y="103686"/>
                  </a:lnTo>
                  <a:lnTo>
                    <a:pt x="3734521" y="102808"/>
                  </a:lnTo>
                  <a:lnTo>
                    <a:pt x="3735593" y="101929"/>
                  </a:lnTo>
                  <a:lnTo>
                    <a:pt x="3736664" y="101050"/>
                  </a:lnTo>
                  <a:lnTo>
                    <a:pt x="3737736" y="100171"/>
                  </a:lnTo>
                  <a:lnTo>
                    <a:pt x="3738808" y="99291"/>
                  </a:lnTo>
                  <a:lnTo>
                    <a:pt x="3739879" y="98411"/>
                  </a:lnTo>
                  <a:lnTo>
                    <a:pt x="3740951" y="97530"/>
                  </a:lnTo>
                  <a:lnTo>
                    <a:pt x="3742022" y="96649"/>
                  </a:lnTo>
                  <a:lnTo>
                    <a:pt x="3743094" y="95768"/>
                  </a:lnTo>
                  <a:lnTo>
                    <a:pt x="3744166" y="94886"/>
                  </a:lnTo>
                  <a:lnTo>
                    <a:pt x="3745237" y="94003"/>
                  </a:lnTo>
                  <a:lnTo>
                    <a:pt x="3746309" y="93121"/>
                  </a:lnTo>
                  <a:lnTo>
                    <a:pt x="3747380" y="92238"/>
                  </a:lnTo>
                  <a:lnTo>
                    <a:pt x="3748452" y="91354"/>
                  </a:lnTo>
                  <a:lnTo>
                    <a:pt x="3749524" y="90470"/>
                  </a:lnTo>
                  <a:lnTo>
                    <a:pt x="3750595" y="89586"/>
                  </a:lnTo>
                  <a:lnTo>
                    <a:pt x="3751667" y="88701"/>
                  </a:lnTo>
                  <a:lnTo>
                    <a:pt x="3752738" y="87816"/>
                  </a:lnTo>
                  <a:lnTo>
                    <a:pt x="3753810" y="86930"/>
                  </a:lnTo>
                  <a:lnTo>
                    <a:pt x="3754882" y="86044"/>
                  </a:lnTo>
                  <a:lnTo>
                    <a:pt x="3755953" y="85158"/>
                  </a:lnTo>
                  <a:lnTo>
                    <a:pt x="3757025" y="84271"/>
                  </a:lnTo>
                  <a:lnTo>
                    <a:pt x="3758096" y="83384"/>
                  </a:lnTo>
                  <a:lnTo>
                    <a:pt x="3759168" y="82496"/>
                  </a:lnTo>
                  <a:lnTo>
                    <a:pt x="3760240" y="81608"/>
                  </a:lnTo>
                  <a:lnTo>
                    <a:pt x="3761311" y="80720"/>
                  </a:lnTo>
                  <a:lnTo>
                    <a:pt x="3762383" y="79831"/>
                  </a:lnTo>
                  <a:lnTo>
                    <a:pt x="3763454" y="78942"/>
                  </a:lnTo>
                  <a:lnTo>
                    <a:pt x="3764526" y="78052"/>
                  </a:lnTo>
                  <a:lnTo>
                    <a:pt x="3765598" y="77162"/>
                  </a:lnTo>
                  <a:lnTo>
                    <a:pt x="3766669" y="76271"/>
                  </a:lnTo>
                  <a:lnTo>
                    <a:pt x="3767741" y="75381"/>
                  </a:lnTo>
                  <a:lnTo>
                    <a:pt x="3768812" y="74489"/>
                  </a:lnTo>
                  <a:lnTo>
                    <a:pt x="3769884" y="73597"/>
                  </a:lnTo>
                  <a:lnTo>
                    <a:pt x="3770956" y="72705"/>
                  </a:lnTo>
                  <a:lnTo>
                    <a:pt x="3772027" y="71813"/>
                  </a:lnTo>
                  <a:lnTo>
                    <a:pt x="3773099" y="70920"/>
                  </a:lnTo>
                  <a:lnTo>
                    <a:pt x="3774170" y="70026"/>
                  </a:lnTo>
                  <a:lnTo>
                    <a:pt x="3775242" y="69133"/>
                  </a:lnTo>
                  <a:lnTo>
                    <a:pt x="3776314" y="68238"/>
                  </a:lnTo>
                  <a:lnTo>
                    <a:pt x="3777385" y="67344"/>
                  </a:lnTo>
                  <a:lnTo>
                    <a:pt x="3778457" y="66449"/>
                  </a:lnTo>
                  <a:lnTo>
                    <a:pt x="3779528" y="65553"/>
                  </a:lnTo>
                  <a:lnTo>
                    <a:pt x="3780600" y="64658"/>
                  </a:lnTo>
                  <a:lnTo>
                    <a:pt x="3781672" y="63761"/>
                  </a:lnTo>
                  <a:lnTo>
                    <a:pt x="3782743" y="62865"/>
                  </a:lnTo>
                  <a:lnTo>
                    <a:pt x="3783815" y="61968"/>
                  </a:lnTo>
                  <a:lnTo>
                    <a:pt x="3784886" y="61070"/>
                  </a:lnTo>
                  <a:lnTo>
                    <a:pt x="3785958" y="60172"/>
                  </a:lnTo>
                  <a:lnTo>
                    <a:pt x="3787030" y="59274"/>
                  </a:lnTo>
                  <a:lnTo>
                    <a:pt x="3788101" y="58375"/>
                  </a:lnTo>
                  <a:lnTo>
                    <a:pt x="3789173" y="57476"/>
                  </a:lnTo>
                  <a:lnTo>
                    <a:pt x="3790244" y="56576"/>
                  </a:lnTo>
                  <a:lnTo>
                    <a:pt x="3791316" y="55677"/>
                  </a:lnTo>
                  <a:lnTo>
                    <a:pt x="3792388" y="54776"/>
                  </a:lnTo>
                  <a:lnTo>
                    <a:pt x="3793459" y="53875"/>
                  </a:lnTo>
                  <a:lnTo>
                    <a:pt x="3794531" y="52974"/>
                  </a:lnTo>
                  <a:lnTo>
                    <a:pt x="3795602" y="52073"/>
                  </a:lnTo>
                  <a:lnTo>
                    <a:pt x="3796674" y="51171"/>
                  </a:lnTo>
                  <a:lnTo>
                    <a:pt x="3797746" y="50268"/>
                  </a:lnTo>
                  <a:lnTo>
                    <a:pt x="3798817" y="49365"/>
                  </a:lnTo>
                  <a:lnTo>
                    <a:pt x="3799889" y="48462"/>
                  </a:lnTo>
                  <a:lnTo>
                    <a:pt x="3800960" y="47558"/>
                  </a:lnTo>
                  <a:lnTo>
                    <a:pt x="3802032" y="46654"/>
                  </a:lnTo>
                  <a:lnTo>
                    <a:pt x="3803104" y="45750"/>
                  </a:lnTo>
                  <a:lnTo>
                    <a:pt x="3804175" y="44845"/>
                  </a:lnTo>
                  <a:lnTo>
                    <a:pt x="3805247" y="43940"/>
                  </a:lnTo>
                  <a:lnTo>
                    <a:pt x="3806318" y="43034"/>
                  </a:lnTo>
                  <a:lnTo>
                    <a:pt x="3807390" y="42128"/>
                  </a:lnTo>
                  <a:lnTo>
                    <a:pt x="3808462" y="41221"/>
                  </a:lnTo>
                  <a:lnTo>
                    <a:pt x="3809533" y="40314"/>
                  </a:lnTo>
                  <a:lnTo>
                    <a:pt x="3810605" y="39407"/>
                  </a:lnTo>
                  <a:lnTo>
                    <a:pt x="3811676" y="38499"/>
                  </a:lnTo>
                  <a:lnTo>
                    <a:pt x="3812748" y="37591"/>
                  </a:lnTo>
                  <a:lnTo>
                    <a:pt x="3813820" y="36682"/>
                  </a:lnTo>
                  <a:lnTo>
                    <a:pt x="3814891" y="35773"/>
                  </a:lnTo>
                  <a:lnTo>
                    <a:pt x="3815963" y="34864"/>
                  </a:lnTo>
                  <a:lnTo>
                    <a:pt x="3817034" y="33954"/>
                  </a:lnTo>
                  <a:lnTo>
                    <a:pt x="3818106" y="33044"/>
                  </a:lnTo>
                  <a:lnTo>
                    <a:pt x="3819178" y="32133"/>
                  </a:lnTo>
                  <a:lnTo>
                    <a:pt x="3820249" y="31222"/>
                  </a:lnTo>
                  <a:lnTo>
                    <a:pt x="3821321" y="30311"/>
                  </a:lnTo>
                  <a:lnTo>
                    <a:pt x="3822392" y="29399"/>
                  </a:lnTo>
                  <a:lnTo>
                    <a:pt x="3823464" y="28486"/>
                  </a:lnTo>
                  <a:lnTo>
                    <a:pt x="3824536" y="27574"/>
                  </a:lnTo>
                  <a:lnTo>
                    <a:pt x="3825607" y="26660"/>
                  </a:lnTo>
                  <a:lnTo>
                    <a:pt x="3826679" y="25747"/>
                  </a:lnTo>
                  <a:lnTo>
                    <a:pt x="3827750" y="24833"/>
                  </a:lnTo>
                  <a:lnTo>
                    <a:pt x="3828822" y="23919"/>
                  </a:lnTo>
                  <a:lnTo>
                    <a:pt x="3829894" y="23004"/>
                  </a:lnTo>
                  <a:lnTo>
                    <a:pt x="3830965" y="22089"/>
                  </a:lnTo>
                  <a:lnTo>
                    <a:pt x="3832037" y="21173"/>
                  </a:lnTo>
                  <a:lnTo>
                    <a:pt x="3833108" y="20257"/>
                  </a:lnTo>
                  <a:lnTo>
                    <a:pt x="3834180" y="19340"/>
                  </a:lnTo>
                  <a:lnTo>
                    <a:pt x="3835252" y="18424"/>
                  </a:lnTo>
                  <a:lnTo>
                    <a:pt x="3836323" y="17506"/>
                  </a:lnTo>
                  <a:lnTo>
                    <a:pt x="3837395" y="16589"/>
                  </a:lnTo>
                  <a:lnTo>
                    <a:pt x="3838466" y="15670"/>
                  </a:lnTo>
                  <a:lnTo>
                    <a:pt x="3839538" y="14752"/>
                  </a:lnTo>
                  <a:lnTo>
                    <a:pt x="3840610" y="13833"/>
                  </a:lnTo>
                  <a:lnTo>
                    <a:pt x="3841681" y="12914"/>
                  </a:lnTo>
                  <a:lnTo>
                    <a:pt x="3842753" y="11994"/>
                  </a:lnTo>
                  <a:lnTo>
                    <a:pt x="3843824" y="11074"/>
                  </a:lnTo>
                  <a:lnTo>
                    <a:pt x="3844896" y="10153"/>
                  </a:lnTo>
                  <a:lnTo>
                    <a:pt x="3845968" y="9232"/>
                  </a:lnTo>
                  <a:lnTo>
                    <a:pt x="3847039" y="8311"/>
                  </a:lnTo>
                  <a:lnTo>
                    <a:pt x="3848111" y="7389"/>
                  </a:lnTo>
                  <a:lnTo>
                    <a:pt x="3849182" y="6467"/>
                  </a:lnTo>
                  <a:lnTo>
                    <a:pt x="3850254" y="5544"/>
                  </a:lnTo>
                  <a:lnTo>
                    <a:pt x="3851326" y="4621"/>
                  </a:lnTo>
                  <a:lnTo>
                    <a:pt x="3852397" y="3698"/>
                  </a:lnTo>
                  <a:lnTo>
                    <a:pt x="3853469" y="2774"/>
                  </a:lnTo>
                  <a:lnTo>
                    <a:pt x="3854540" y="1849"/>
                  </a:lnTo>
                  <a:lnTo>
                    <a:pt x="3855612" y="925"/>
                  </a:lnTo>
                  <a:lnTo>
                    <a:pt x="3856684" y="0"/>
                  </a:lnTo>
                  <a:lnTo>
                    <a:pt x="3856684" y="624015"/>
                  </a:lnTo>
                  <a:lnTo>
                    <a:pt x="3855612" y="624371"/>
                  </a:lnTo>
                  <a:lnTo>
                    <a:pt x="3854540" y="624726"/>
                  </a:lnTo>
                  <a:lnTo>
                    <a:pt x="3853469" y="625082"/>
                  </a:lnTo>
                  <a:lnTo>
                    <a:pt x="3852397" y="625438"/>
                  </a:lnTo>
                  <a:lnTo>
                    <a:pt x="3851326" y="625794"/>
                  </a:lnTo>
                  <a:lnTo>
                    <a:pt x="3850254" y="626150"/>
                  </a:lnTo>
                  <a:lnTo>
                    <a:pt x="3849182" y="626506"/>
                  </a:lnTo>
                  <a:lnTo>
                    <a:pt x="3848111" y="626862"/>
                  </a:lnTo>
                  <a:lnTo>
                    <a:pt x="3847039" y="627217"/>
                  </a:lnTo>
                  <a:lnTo>
                    <a:pt x="3845968" y="627573"/>
                  </a:lnTo>
                  <a:lnTo>
                    <a:pt x="3844896" y="627929"/>
                  </a:lnTo>
                  <a:lnTo>
                    <a:pt x="3843824" y="628285"/>
                  </a:lnTo>
                  <a:lnTo>
                    <a:pt x="3842753" y="628641"/>
                  </a:lnTo>
                  <a:lnTo>
                    <a:pt x="3841681" y="628997"/>
                  </a:lnTo>
                  <a:lnTo>
                    <a:pt x="3840610" y="629353"/>
                  </a:lnTo>
                  <a:lnTo>
                    <a:pt x="3839538" y="629709"/>
                  </a:lnTo>
                  <a:lnTo>
                    <a:pt x="3838466" y="630064"/>
                  </a:lnTo>
                  <a:lnTo>
                    <a:pt x="3837395" y="630420"/>
                  </a:lnTo>
                  <a:lnTo>
                    <a:pt x="3836323" y="630776"/>
                  </a:lnTo>
                  <a:lnTo>
                    <a:pt x="3835252" y="631132"/>
                  </a:lnTo>
                  <a:lnTo>
                    <a:pt x="3834180" y="631488"/>
                  </a:lnTo>
                  <a:lnTo>
                    <a:pt x="3833108" y="631844"/>
                  </a:lnTo>
                  <a:lnTo>
                    <a:pt x="3832037" y="632200"/>
                  </a:lnTo>
                  <a:lnTo>
                    <a:pt x="3830965" y="632555"/>
                  </a:lnTo>
                  <a:lnTo>
                    <a:pt x="3829894" y="632911"/>
                  </a:lnTo>
                  <a:lnTo>
                    <a:pt x="3828822" y="633267"/>
                  </a:lnTo>
                  <a:lnTo>
                    <a:pt x="3827750" y="633623"/>
                  </a:lnTo>
                  <a:lnTo>
                    <a:pt x="3826679" y="633979"/>
                  </a:lnTo>
                  <a:lnTo>
                    <a:pt x="3825607" y="634335"/>
                  </a:lnTo>
                  <a:lnTo>
                    <a:pt x="3824536" y="634691"/>
                  </a:lnTo>
                  <a:lnTo>
                    <a:pt x="3823464" y="635047"/>
                  </a:lnTo>
                  <a:lnTo>
                    <a:pt x="3822392" y="635402"/>
                  </a:lnTo>
                  <a:lnTo>
                    <a:pt x="3821321" y="635758"/>
                  </a:lnTo>
                  <a:lnTo>
                    <a:pt x="3820249" y="636114"/>
                  </a:lnTo>
                  <a:lnTo>
                    <a:pt x="3819178" y="636470"/>
                  </a:lnTo>
                  <a:lnTo>
                    <a:pt x="3818106" y="636826"/>
                  </a:lnTo>
                  <a:lnTo>
                    <a:pt x="3817034" y="637182"/>
                  </a:lnTo>
                  <a:lnTo>
                    <a:pt x="3815963" y="637538"/>
                  </a:lnTo>
                  <a:lnTo>
                    <a:pt x="3814891" y="637894"/>
                  </a:lnTo>
                  <a:lnTo>
                    <a:pt x="3813820" y="638249"/>
                  </a:lnTo>
                  <a:lnTo>
                    <a:pt x="3812748" y="638605"/>
                  </a:lnTo>
                  <a:lnTo>
                    <a:pt x="3811676" y="638961"/>
                  </a:lnTo>
                  <a:lnTo>
                    <a:pt x="3810605" y="639317"/>
                  </a:lnTo>
                  <a:lnTo>
                    <a:pt x="3809533" y="639673"/>
                  </a:lnTo>
                  <a:lnTo>
                    <a:pt x="3808462" y="640029"/>
                  </a:lnTo>
                  <a:lnTo>
                    <a:pt x="3807390" y="640385"/>
                  </a:lnTo>
                  <a:lnTo>
                    <a:pt x="3806318" y="640741"/>
                  </a:lnTo>
                  <a:lnTo>
                    <a:pt x="3805247" y="641097"/>
                  </a:lnTo>
                  <a:lnTo>
                    <a:pt x="3804175" y="641453"/>
                  </a:lnTo>
                  <a:lnTo>
                    <a:pt x="3803104" y="641808"/>
                  </a:lnTo>
                  <a:lnTo>
                    <a:pt x="3802032" y="642164"/>
                  </a:lnTo>
                  <a:lnTo>
                    <a:pt x="3800960" y="642520"/>
                  </a:lnTo>
                  <a:lnTo>
                    <a:pt x="3799889" y="642876"/>
                  </a:lnTo>
                  <a:lnTo>
                    <a:pt x="3798817" y="643232"/>
                  </a:lnTo>
                  <a:lnTo>
                    <a:pt x="3797746" y="643588"/>
                  </a:lnTo>
                  <a:lnTo>
                    <a:pt x="3796674" y="643944"/>
                  </a:lnTo>
                  <a:lnTo>
                    <a:pt x="3795602" y="644300"/>
                  </a:lnTo>
                  <a:lnTo>
                    <a:pt x="3794531" y="644656"/>
                  </a:lnTo>
                  <a:lnTo>
                    <a:pt x="3793459" y="645012"/>
                  </a:lnTo>
                  <a:lnTo>
                    <a:pt x="3792388" y="645368"/>
                  </a:lnTo>
                  <a:lnTo>
                    <a:pt x="3791316" y="645724"/>
                  </a:lnTo>
                  <a:lnTo>
                    <a:pt x="3790244" y="646080"/>
                  </a:lnTo>
                  <a:lnTo>
                    <a:pt x="3789173" y="646436"/>
                  </a:lnTo>
                  <a:lnTo>
                    <a:pt x="3788101" y="646792"/>
                  </a:lnTo>
                  <a:lnTo>
                    <a:pt x="3787030" y="647148"/>
                  </a:lnTo>
                  <a:lnTo>
                    <a:pt x="3785958" y="647504"/>
                  </a:lnTo>
                  <a:lnTo>
                    <a:pt x="3784886" y="647860"/>
                  </a:lnTo>
                  <a:lnTo>
                    <a:pt x="3783815" y="648216"/>
                  </a:lnTo>
                  <a:lnTo>
                    <a:pt x="3782743" y="648572"/>
                  </a:lnTo>
                  <a:lnTo>
                    <a:pt x="3781672" y="648928"/>
                  </a:lnTo>
                  <a:lnTo>
                    <a:pt x="3780600" y="649284"/>
                  </a:lnTo>
                  <a:lnTo>
                    <a:pt x="3779528" y="649640"/>
                  </a:lnTo>
                  <a:lnTo>
                    <a:pt x="3778457" y="649996"/>
                  </a:lnTo>
                  <a:lnTo>
                    <a:pt x="3777385" y="650352"/>
                  </a:lnTo>
                  <a:lnTo>
                    <a:pt x="3776314" y="650708"/>
                  </a:lnTo>
                  <a:lnTo>
                    <a:pt x="3775242" y="651064"/>
                  </a:lnTo>
                  <a:lnTo>
                    <a:pt x="3774170" y="651420"/>
                  </a:lnTo>
                  <a:lnTo>
                    <a:pt x="3773099" y="651776"/>
                  </a:lnTo>
                  <a:lnTo>
                    <a:pt x="3772027" y="652132"/>
                  </a:lnTo>
                  <a:lnTo>
                    <a:pt x="3770956" y="652488"/>
                  </a:lnTo>
                  <a:lnTo>
                    <a:pt x="3769884" y="652844"/>
                  </a:lnTo>
                  <a:lnTo>
                    <a:pt x="3768812" y="653200"/>
                  </a:lnTo>
                  <a:lnTo>
                    <a:pt x="3767741" y="653556"/>
                  </a:lnTo>
                  <a:lnTo>
                    <a:pt x="3766669" y="653912"/>
                  </a:lnTo>
                  <a:lnTo>
                    <a:pt x="3765598" y="654269"/>
                  </a:lnTo>
                  <a:lnTo>
                    <a:pt x="3764526" y="654625"/>
                  </a:lnTo>
                  <a:lnTo>
                    <a:pt x="3763454" y="654981"/>
                  </a:lnTo>
                  <a:lnTo>
                    <a:pt x="3762383" y="655337"/>
                  </a:lnTo>
                  <a:lnTo>
                    <a:pt x="3761311" y="655693"/>
                  </a:lnTo>
                  <a:lnTo>
                    <a:pt x="3760240" y="656049"/>
                  </a:lnTo>
                  <a:lnTo>
                    <a:pt x="3759168" y="656405"/>
                  </a:lnTo>
                  <a:lnTo>
                    <a:pt x="3758096" y="656761"/>
                  </a:lnTo>
                  <a:lnTo>
                    <a:pt x="3757025" y="657118"/>
                  </a:lnTo>
                  <a:lnTo>
                    <a:pt x="3755953" y="657474"/>
                  </a:lnTo>
                  <a:lnTo>
                    <a:pt x="3754882" y="657830"/>
                  </a:lnTo>
                  <a:lnTo>
                    <a:pt x="3753810" y="658186"/>
                  </a:lnTo>
                  <a:lnTo>
                    <a:pt x="3752738" y="658542"/>
                  </a:lnTo>
                  <a:lnTo>
                    <a:pt x="3751667" y="658899"/>
                  </a:lnTo>
                  <a:lnTo>
                    <a:pt x="3750595" y="659255"/>
                  </a:lnTo>
                  <a:lnTo>
                    <a:pt x="3749524" y="659611"/>
                  </a:lnTo>
                  <a:lnTo>
                    <a:pt x="3748452" y="659967"/>
                  </a:lnTo>
                  <a:lnTo>
                    <a:pt x="3747380" y="660323"/>
                  </a:lnTo>
                  <a:lnTo>
                    <a:pt x="3746309" y="660680"/>
                  </a:lnTo>
                  <a:lnTo>
                    <a:pt x="3745237" y="661036"/>
                  </a:lnTo>
                  <a:lnTo>
                    <a:pt x="3744166" y="661392"/>
                  </a:lnTo>
                  <a:lnTo>
                    <a:pt x="3743094" y="661749"/>
                  </a:lnTo>
                  <a:lnTo>
                    <a:pt x="3742022" y="662105"/>
                  </a:lnTo>
                  <a:lnTo>
                    <a:pt x="3740951" y="662461"/>
                  </a:lnTo>
                  <a:lnTo>
                    <a:pt x="3739879" y="662817"/>
                  </a:lnTo>
                  <a:lnTo>
                    <a:pt x="3738808" y="663174"/>
                  </a:lnTo>
                  <a:lnTo>
                    <a:pt x="3737736" y="663530"/>
                  </a:lnTo>
                  <a:lnTo>
                    <a:pt x="3736664" y="663886"/>
                  </a:lnTo>
                  <a:lnTo>
                    <a:pt x="3735593" y="664243"/>
                  </a:lnTo>
                  <a:lnTo>
                    <a:pt x="3734521" y="664599"/>
                  </a:lnTo>
                  <a:lnTo>
                    <a:pt x="3733450" y="664956"/>
                  </a:lnTo>
                  <a:lnTo>
                    <a:pt x="3732378" y="665312"/>
                  </a:lnTo>
                  <a:lnTo>
                    <a:pt x="3731306" y="665668"/>
                  </a:lnTo>
                  <a:lnTo>
                    <a:pt x="3730235" y="666025"/>
                  </a:lnTo>
                  <a:lnTo>
                    <a:pt x="3729163" y="666381"/>
                  </a:lnTo>
                  <a:lnTo>
                    <a:pt x="3728092" y="666738"/>
                  </a:lnTo>
                  <a:lnTo>
                    <a:pt x="3727020" y="667094"/>
                  </a:lnTo>
                  <a:lnTo>
                    <a:pt x="3725949" y="667450"/>
                  </a:lnTo>
                  <a:lnTo>
                    <a:pt x="3724877" y="667807"/>
                  </a:lnTo>
                  <a:lnTo>
                    <a:pt x="3723805" y="668163"/>
                  </a:lnTo>
                  <a:lnTo>
                    <a:pt x="3722734" y="668520"/>
                  </a:lnTo>
                  <a:lnTo>
                    <a:pt x="3721662" y="668876"/>
                  </a:lnTo>
                  <a:lnTo>
                    <a:pt x="3720591" y="669233"/>
                  </a:lnTo>
                  <a:lnTo>
                    <a:pt x="3719519" y="669589"/>
                  </a:lnTo>
                  <a:lnTo>
                    <a:pt x="3718447" y="669946"/>
                  </a:lnTo>
                  <a:lnTo>
                    <a:pt x="3717376" y="670302"/>
                  </a:lnTo>
                  <a:lnTo>
                    <a:pt x="3716304" y="670659"/>
                  </a:lnTo>
                  <a:lnTo>
                    <a:pt x="3715233" y="671016"/>
                  </a:lnTo>
                  <a:lnTo>
                    <a:pt x="3714161" y="671372"/>
                  </a:lnTo>
                  <a:lnTo>
                    <a:pt x="3713089" y="671729"/>
                  </a:lnTo>
                  <a:lnTo>
                    <a:pt x="3712018" y="672085"/>
                  </a:lnTo>
                  <a:lnTo>
                    <a:pt x="3710946" y="672442"/>
                  </a:lnTo>
                  <a:lnTo>
                    <a:pt x="3709875" y="672799"/>
                  </a:lnTo>
                  <a:lnTo>
                    <a:pt x="3708803" y="673155"/>
                  </a:lnTo>
                  <a:lnTo>
                    <a:pt x="3707731" y="673512"/>
                  </a:lnTo>
                  <a:lnTo>
                    <a:pt x="3706660" y="673869"/>
                  </a:lnTo>
                  <a:lnTo>
                    <a:pt x="3705588" y="674225"/>
                  </a:lnTo>
                  <a:lnTo>
                    <a:pt x="3704517" y="674582"/>
                  </a:lnTo>
                  <a:lnTo>
                    <a:pt x="3703445" y="674939"/>
                  </a:lnTo>
                  <a:lnTo>
                    <a:pt x="3702373" y="675296"/>
                  </a:lnTo>
                  <a:lnTo>
                    <a:pt x="3701302" y="675652"/>
                  </a:lnTo>
                  <a:lnTo>
                    <a:pt x="3700230" y="676009"/>
                  </a:lnTo>
                  <a:lnTo>
                    <a:pt x="3699159" y="676366"/>
                  </a:lnTo>
                  <a:lnTo>
                    <a:pt x="3698087" y="676723"/>
                  </a:lnTo>
                  <a:lnTo>
                    <a:pt x="3697015" y="677079"/>
                  </a:lnTo>
                  <a:lnTo>
                    <a:pt x="3695944" y="677436"/>
                  </a:lnTo>
                  <a:lnTo>
                    <a:pt x="3694872" y="677793"/>
                  </a:lnTo>
                  <a:lnTo>
                    <a:pt x="3693801" y="678150"/>
                  </a:lnTo>
                  <a:lnTo>
                    <a:pt x="3692729" y="678507"/>
                  </a:lnTo>
                  <a:lnTo>
                    <a:pt x="3691657" y="678864"/>
                  </a:lnTo>
                  <a:lnTo>
                    <a:pt x="3690586" y="679221"/>
                  </a:lnTo>
                  <a:lnTo>
                    <a:pt x="3689514" y="679578"/>
                  </a:lnTo>
                  <a:lnTo>
                    <a:pt x="3688443" y="679934"/>
                  </a:lnTo>
                  <a:lnTo>
                    <a:pt x="3687371" y="680291"/>
                  </a:lnTo>
                  <a:lnTo>
                    <a:pt x="3686299" y="680648"/>
                  </a:lnTo>
                  <a:lnTo>
                    <a:pt x="3685228" y="681005"/>
                  </a:lnTo>
                  <a:lnTo>
                    <a:pt x="3684156" y="681362"/>
                  </a:lnTo>
                  <a:lnTo>
                    <a:pt x="3683085" y="681719"/>
                  </a:lnTo>
                  <a:lnTo>
                    <a:pt x="3682013" y="682076"/>
                  </a:lnTo>
                  <a:lnTo>
                    <a:pt x="3680941" y="682433"/>
                  </a:lnTo>
                  <a:lnTo>
                    <a:pt x="3679870" y="682791"/>
                  </a:lnTo>
                  <a:lnTo>
                    <a:pt x="3678798" y="683148"/>
                  </a:lnTo>
                  <a:lnTo>
                    <a:pt x="3677727" y="683505"/>
                  </a:lnTo>
                  <a:lnTo>
                    <a:pt x="3676655" y="683862"/>
                  </a:lnTo>
                  <a:lnTo>
                    <a:pt x="3675583" y="684219"/>
                  </a:lnTo>
                  <a:lnTo>
                    <a:pt x="3674512" y="684576"/>
                  </a:lnTo>
                  <a:lnTo>
                    <a:pt x="3673440" y="684933"/>
                  </a:lnTo>
                  <a:lnTo>
                    <a:pt x="3672369" y="685291"/>
                  </a:lnTo>
                  <a:lnTo>
                    <a:pt x="3671297" y="685648"/>
                  </a:lnTo>
                  <a:lnTo>
                    <a:pt x="3670225" y="686005"/>
                  </a:lnTo>
                  <a:lnTo>
                    <a:pt x="3669154" y="686362"/>
                  </a:lnTo>
                  <a:lnTo>
                    <a:pt x="3668082" y="686719"/>
                  </a:lnTo>
                  <a:lnTo>
                    <a:pt x="3667011" y="687077"/>
                  </a:lnTo>
                  <a:lnTo>
                    <a:pt x="3665939" y="687434"/>
                  </a:lnTo>
                  <a:lnTo>
                    <a:pt x="3664867" y="687791"/>
                  </a:lnTo>
                  <a:lnTo>
                    <a:pt x="3663796" y="688149"/>
                  </a:lnTo>
                  <a:lnTo>
                    <a:pt x="3662724" y="688506"/>
                  </a:lnTo>
                  <a:lnTo>
                    <a:pt x="3661653" y="688863"/>
                  </a:lnTo>
                  <a:lnTo>
                    <a:pt x="3660581" y="689221"/>
                  </a:lnTo>
                  <a:lnTo>
                    <a:pt x="3659509" y="689578"/>
                  </a:lnTo>
                  <a:lnTo>
                    <a:pt x="3658438" y="689936"/>
                  </a:lnTo>
                  <a:lnTo>
                    <a:pt x="3657366" y="690293"/>
                  </a:lnTo>
                  <a:lnTo>
                    <a:pt x="3656295" y="690651"/>
                  </a:lnTo>
                  <a:lnTo>
                    <a:pt x="3655223" y="691008"/>
                  </a:lnTo>
                  <a:lnTo>
                    <a:pt x="3654151" y="691366"/>
                  </a:lnTo>
                  <a:lnTo>
                    <a:pt x="3653080" y="691723"/>
                  </a:lnTo>
                  <a:lnTo>
                    <a:pt x="3652008" y="692081"/>
                  </a:lnTo>
                  <a:lnTo>
                    <a:pt x="3650937" y="692438"/>
                  </a:lnTo>
                  <a:lnTo>
                    <a:pt x="3649865" y="692796"/>
                  </a:lnTo>
                  <a:lnTo>
                    <a:pt x="3648793" y="693154"/>
                  </a:lnTo>
                  <a:lnTo>
                    <a:pt x="3647722" y="693511"/>
                  </a:lnTo>
                  <a:lnTo>
                    <a:pt x="3646650" y="693869"/>
                  </a:lnTo>
                  <a:lnTo>
                    <a:pt x="3645579" y="694226"/>
                  </a:lnTo>
                  <a:lnTo>
                    <a:pt x="3644507" y="694584"/>
                  </a:lnTo>
                  <a:lnTo>
                    <a:pt x="3643435" y="694942"/>
                  </a:lnTo>
                  <a:lnTo>
                    <a:pt x="3642364" y="695300"/>
                  </a:lnTo>
                  <a:lnTo>
                    <a:pt x="3641292" y="695657"/>
                  </a:lnTo>
                  <a:lnTo>
                    <a:pt x="3640221" y="696015"/>
                  </a:lnTo>
                  <a:lnTo>
                    <a:pt x="3639149" y="696373"/>
                  </a:lnTo>
                  <a:lnTo>
                    <a:pt x="3638077" y="696731"/>
                  </a:lnTo>
                  <a:lnTo>
                    <a:pt x="3637006" y="697089"/>
                  </a:lnTo>
                  <a:lnTo>
                    <a:pt x="3635934" y="697447"/>
                  </a:lnTo>
                  <a:lnTo>
                    <a:pt x="3634863" y="697805"/>
                  </a:lnTo>
                  <a:lnTo>
                    <a:pt x="3633791" y="698162"/>
                  </a:lnTo>
                  <a:lnTo>
                    <a:pt x="3632719" y="698520"/>
                  </a:lnTo>
                  <a:lnTo>
                    <a:pt x="3631648" y="698878"/>
                  </a:lnTo>
                  <a:lnTo>
                    <a:pt x="3630576" y="699236"/>
                  </a:lnTo>
                  <a:lnTo>
                    <a:pt x="3629505" y="699594"/>
                  </a:lnTo>
                  <a:lnTo>
                    <a:pt x="3628433" y="699952"/>
                  </a:lnTo>
                  <a:lnTo>
                    <a:pt x="3627361" y="700311"/>
                  </a:lnTo>
                  <a:lnTo>
                    <a:pt x="3626290" y="700669"/>
                  </a:lnTo>
                  <a:lnTo>
                    <a:pt x="3625218" y="701027"/>
                  </a:lnTo>
                  <a:lnTo>
                    <a:pt x="3624147" y="701385"/>
                  </a:lnTo>
                  <a:lnTo>
                    <a:pt x="3623075" y="701743"/>
                  </a:lnTo>
                  <a:lnTo>
                    <a:pt x="3622003" y="702101"/>
                  </a:lnTo>
                  <a:lnTo>
                    <a:pt x="3620932" y="702459"/>
                  </a:lnTo>
                  <a:lnTo>
                    <a:pt x="3619860" y="702818"/>
                  </a:lnTo>
                  <a:lnTo>
                    <a:pt x="3618789" y="703176"/>
                  </a:lnTo>
                  <a:lnTo>
                    <a:pt x="3617717" y="703534"/>
                  </a:lnTo>
                  <a:lnTo>
                    <a:pt x="3616645" y="703893"/>
                  </a:lnTo>
                  <a:lnTo>
                    <a:pt x="3615574" y="704251"/>
                  </a:lnTo>
                  <a:lnTo>
                    <a:pt x="3614502" y="704609"/>
                  </a:lnTo>
                  <a:lnTo>
                    <a:pt x="3613431" y="704968"/>
                  </a:lnTo>
                  <a:lnTo>
                    <a:pt x="3612359" y="705326"/>
                  </a:lnTo>
                  <a:lnTo>
                    <a:pt x="3611287" y="705684"/>
                  </a:lnTo>
                  <a:lnTo>
                    <a:pt x="3610216" y="706043"/>
                  </a:lnTo>
                  <a:lnTo>
                    <a:pt x="3609144" y="706401"/>
                  </a:lnTo>
                  <a:lnTo>
                    <a:pt x="3608073" y="706760"/>
                  </a:lnTo>
                  <a:lnTo>
                    <a:pt x="3607001" y="707119"/>
                  </a:lnTo>
                  <a:lnTo>
                    <a:pt x="3605929" y="707477"/>
                  </a:lnTo>
                  <a:lnTo>
                    <a:pt x="3604858" y="707836"/>
                  </a:lnTo>
                  <a:lnTo>
                    <a:pt x="3603786" y="708194"/>
                  </a:lnTo>
                  <a:lnTo>
                    <a:pt x="3602715" y="708553"/>
                  </a:lnTo>
                  <a:lnTo>
                    <a:pt x="3601643" y="708912"/>
                  </a:lnTo>
                  <a:lnTo>
                    <a:pt x="3600571" y="709270"/>
                  </a:lnTo>
                  <a:lnTo>
                    <a:pt x="3599500" y="709629"/>
                  </a:lnTo>
                  <a:lnTo>
                    <a:pt x="3598428" y="709988"/>
                  </a:lnTo>
                  <a:lnTo>
                    <a:pt x="3597357" y="710347"/>
                  </a:lnTo>
                  <a:lnTo>
                    <a:pt x="3596285" y="710705"/>
                  </a:lnTo>
                  <a:lnTo>
                    <a:pt x="3595213" y="711064"/>
                  </a:lnTo>
                  <a:lnTo>
                    <a:pt x="3594142" y="711423"/>
                  </a:lnTo>
                  <a:lnTo>
                    <a:pt x="3593070" y="711782"/>
                  </a:lnTo>
                  <a:lnTo>
                    <a:pt x="3591999" y="712141"/>
                  </a:lnTo>
                  <a:lnTo>
                    <a:pt x="3590927" y="712500"/>
                  </a:lnTo>
                  <a:lnTo>
                    <a:pt x="3589855" y="712859"/>
                  </a:lnTo>
                  <a:lnTo>
                    <a:pt x="3588784" y="713218"/>
                  </a:lnTo>
                  <a:lnTo>
                    <a:pt x="3587712" y="713577"/>
                  </a:lnTo>
                  <a:lnTo>
                    <a:pt x="3586641" y="713936"/>
                  </a:lnTo>
                  <a:lnTo>
                    <a:pt x="3585569" y="714295"/>
                  </a:lnTo>
                  <a:lnTo>
                    <a:pt x="3584497" y="714654"/>
                  </a:lnTo>
                  <a:lnTo>
                    <a:pt x="3583426" y="715014"/>
                  </a:lnTo>
                  <a:lnTo>
                    <a:pt x="3582354" y="715373"/>
                  </a:lnTo>
                  <a:lnTo>
                    <a:pt x="3581283" y="715732"/>
                  </a:lnTo>
                  <a:lnTo>
                    <a:pt x="3580211" y="716091"/>
                  </a:lnTo>
                  <a:lnTo>
                    <a:pt x="3579139" y="716451"/>
                  </a:lnTo>
                  <a:lnTo>
                    <a:pt x="3578068" y="716810"/>
                  </a:lnTo>
                  <a:lnTo>
                    <a:pt x="3576996" y="717169"/>
                  </a:lnTo>
                  <a:lnTo>
                    <a:pt x="3575925" y="717529"/>
                  </a:lnTo>
                  <a:lnTo>
                    <a:pt x="3574853" y="717888"/>
                  </a:lnTo>
                  <a:lnTo>
                    <a:pt x="3573781" y="718247"/>
                  </a:lnTo>
                  <a:lnTo>
                    <a:pt x="3572710" y="718607"/>
                  </a:lnTo>
                  <a:lnTo>
                    <a:pt x="3571638" y="718966"/>
                  </a:lnTo>
                  <a:lnTo>
                    <a:pt x="3570567" y="719326"/>
                  </a:lnTo>
                  <a:lnTo>
                    <a:pt x="3569495" y="719686"/>
                  </a:lnTo>
                  <a:lnTo>
                    <a:pt x="3568423" y="720045"/>
                  </a:lnTo>
                  <a:lnTo>
                    <a:pt x="3567352" y="720405"/>
                  </a:lnTo>
                  <a:lnTo>
                    <a:pt x="3566280" y="720764"/>
                  </a:lnTo>
                  <a:lnTo>
                    <a:pt x="3565209" y="721124"/>
                  </a:lnTo>
                  <a:lnTo>
                    <a:pt x="3564137" y="721484"/>
                  </a:lnTo>
                  <a:lnTo>
                    <a:pt x="3563065" y="721844"/>
                  </a:lnTo>
                  <a:lnTo>
                    <a:pt x="3561994" y="722203"/>
                  </a:lnTo>
                  <a:lnTo>
                    <a:pt x="3560922" y="722563"/>
                  </a:lnTo>
                  <a:lnTo>
                    <a:pt x="3559851" y="722923"/>
                  </a:lnTo>
                  <a:lnTo>
                    <a:pt x="3558779" y="723283"/>
                  </a:lnTo>
                  <a:lnTo>
                    <a:pt x="3557707" y="723643"/>
                  </a:lnTo>
                  <a:lnTo>
                    <a:pt x="3556636" y="724003"/>
                  </a:lnTo>
                  <a:lnTo>
                    <a:pt x="3555564" y="724363"/>
                  </a:lnTo>
                  <a:lnTo>
                    <a:pt x="3554493" y="724723"/>
                  </a:lnTo>
                  <a:lnTo>
                    <a:pt x="3553421" y="725083"/>
                  </a:lnTo>
                  <a:lnTo>
                    <a:pt x="3552349" y="725443"/>
                  </a:lnTo>
                  <a:lnTo>
                    <a:pt x="3551278" y="725803"/>
                  </a:lnTo>
                  <a:lnTo>
                    <a:pt x="3550206" y="726163"/>
                  </a:lnTo>
                  <a:lnTo>
                    <a:pt x="3549135" y="726524"/>
                  </a:lnTo>
                  <a:lnTo>
                    <a:pt x="3548063" y="726884"/>
                  </a:lnTo>
                  <a:lnTo>
                    <a:pt x="3546992" y="727244"/>
                  </a:lnTo>
                  <a:lnTo>
                    <a:pt x="3545920" y="727604"/>
                  </a:lnTo>
                  <a:lnTo>
                    <a:pt x="3544848" y="727965"/>
                  </a:lnTo>
                  <a:lnTo>
                    <a:pt x="3543777" y="728325"/>
                  </a:lnTo>
                  <a:lnTo>
                    <a:pt x="3542705" y="728686"/>
                  </a:lnTo>
                  <a:lnTo>
                    <a:pt x="3541634" y="729046"/>
                  </a:lnTo>
                  <a:lnTo>
                    <a:pt x="3540562" y="729407"/>
                  </a:lnTo>
                  <a:lnTo>
                    <a:pt x="3539490" y="729767"/>
                  </a:lnTo>
                  <a:lnTo>
                    <a:pt x="3538419" y="730128"/>
                  </a:lnTo>
                  <a:lnTo>
                    <a:pt x="3537347" y="730488"/>
                  </a:lnTo>
                  <a:lnTo>
                    <a:pt x="3536276" y="730849"/>
                  </a:lnTo>
                  <a:lnTo>
                    <a:pt x="3535204" y="731210"/>
                  </a:lnTo>
                  <a:lnTo>
                    <a:pt x="3534132" y="731570"/>
                  </a:lnTo>
                  <a:lnTo>
                    <a:pt x="3533061" y="731931"/>
                  </a:lnTo>
                  <a:lnTo>
                    <a:pt x="3531989" y="732292"/>
                  </a:lnTo>
                  <a:lnTo>
                    <a:pt x="3530918" y="732653"/>
                  </a:lnTo>
                  <a:lnTo>
                    <a:pt x="3529846" y="733014"/>
                  </a:lnTo>
                  <a:lnTo>
                    <a:pt x="3528774" y="733374"/>
                  </a:lnTo>
                  <a:lnTo>
                    <a:pt x="3527703" y="733735"/>
                  </a:lnTo>
                  <a:lnTo>
                    <a:pt x="3526631" y="734096"/>
                  </a:lnTo>
                  <a:lnTo>
                    <a:pt x="3525560" y="734457"/>
                  </a:lnTo>
                  <a:lnTo>
                    <a:pt x="3524488" y="734818"/>
                  </a:lnTo>
                  <a:lnTo>
                    <a:pt x="3523416" y="735180"/>
                  </a:lnTo>
                  <a:lnTo>
                    <a:pt x="3522345" y="735541"/>
                  </a:lnTo>
                  <a:lnTo>
                    <a:pt x="3521273" y="735902"/>
                  </a:lnTo>
                  <a:lnTo>
                    <a:pt x="3520202" y="736263"/>
                  </a:lnTo>
                  <a:lnTo>
                    <a:pt x="3519130" y="736624"/>
                  </a:lnTo>
                  <a:lnTo>
                    <a:pt x="3518058" y="736986"/>
                  </a:lnTo>
                  <a:lnTo>
                    <a:pt x="3516987" y="737347"/>
                  </a:lnTo>
                  <a:lnTo>
                    <a:pt x="3515915" y="737708"/>
                  </a:lnTo>
                  <a:lnTo>
                    <a:pt x="3514844" y="738070"/>
                  </a:lnTo>
                  <a:lnTo>
                    <a:pt x="3513772" y="738431"/>
                  </a:lnTo>
                  <a:lnTo>
                    <a:pt x="3512700" y="738793"/>
                  </a:lnTo>
                  <a:lnTo>
                    <a:pt x="3511629" y="739154"/>
                  </a:lnTo>
                  <a:lnTo>
                    <a:pt x="3510557" y="739516"/>
                  </a:lnTo>
                  <a:lnTo>
                    <a:pt x="3509486" y="739877"/>
                  </a:lnTo>
                  <a:lnTo>
                    <a:pt x="3508414" y="740239"/>
                  </a:lnTo>
                  <a:lnTo>
                    <a:pt x="3507342" y="740601"/>
                  </a:lnTo>
                  <a:lnTo>
                    <a:pt x="3506271" y="740962"/>
                  </a:lnTo>
                  <a:lnTo>
                    <a:pt x="3505199" y="741324"/>
                  </a:lnTo>
                  <a:lnTo>
                    <a:pt x="3504128" y="741686"/>
                  </a:lnTo>
                  <a:lnTo>
                    <a:pt x="3503056" y="742048"/>
                  </a:lnTo>
                  <a:lnTo>
                    <a:pt x="3501984" y="742410"/>
                  </a:lnTo>
                  <a:lnTo>
                    <a:pt x="3500913" y="742772"/>
                  </a:lnTo>
                  <a:lnTo>
                    <a:pt x="3499841" y="743134"/>
                  </a:lnTo>
                  <a:lnTo>
                    <a:pt x="3498770" y="743496"/>
                  </a:lnTo>
                  <a:lnTo>
                    <a:pt x="3497698" y="743858"/>
                  </a:lnTo>
                  <a:lnTo>
                    <a:pt x="3496626" y="744220"/>
                  </a:lnTo>
                  <a:lnTo>
                    <a:pt x="3495555" y="744582"/>
                  </a:lnTo>
                  <a:lnTo>
                    <a:pt x="3494483" y="744944"/>
                  </a:lnTo>
                  <a:lnTo>
                    <a:pt x="3493412" y="745307"/>
                  </a:lnTo>
                  <a:lnTo>
                    <a:pt x="3492340" y="745669"/>
                  </a:lnTo>
                  <a:lnTo>
                    <a:pt x="3491268" y="746031"/>
                  </a:lnTo>
                  <a:lnTo>
                    <a:pt x="3490197" y="746394"/>
                  </a:lnTo>
                  <a:lnTo>
                    <a:pt x="3489125" y="746756"/>
                  </a:lnTo>
                  <a:lnTo>
                    <a:pt x="3488054" y="747118"/>
                  </a:lnTo>
                  <a:lnTo>
                    <a:pt x="3486982" y="747481"/>
                  </a:lnTo>
                  <a:lnTo>
                    <a:pt x="3485910" y="747844"/>
                  </a:lnTo>
                  <a:lnTo>
                    <a:pt x="3484839" y="748206"/>
                  </a:lnTo>
                  <a:lnTo>
                    <a:pt x="3483767" y="748569"/>
                  </a:lnTo>
                  <a:lnTo>
                    <a:pt x="3482696" y="748931"/>
                  </a:lnTo>
                  <a:lnTo>
                    <a:pt x="3481624" y="749294"/>
                  </a:lnTo>
                  <a:lnTo>
                    <a:pt x="3480552" y="749657"/>
                  </a:lnTo>
                  <a:lnTo>
                    <a:pt x="3479481" y="750020"/>
                  </a:lnTo>
                  <a:lnTo>
                    <a:pt x="3478409" y="750383"/>
                  </a:lnTo>
                  <a:lnTo>
                    <a:pt x="3477338" y="750746"/>
                  </a:lnTo>
                  <a:lnTo>
                    <a:pt x="3476266" y="751109"/>
                  </a:lnTo>
                  <a:lnTo>
                    <a:pt x="3475194" y="751472"/>
                  </a:lnTo>
                  <a:lnTo>
                    <a:pt x="3474123" y="751835"/>
                  </a:lnTo>
                  <a:lnTo>
                    <a:pt x="3473051" y="752198"/>
                  </a:lnTo>
                  <a:lnTo>
                    <a:pt x="3471980" y="752561"/>
                  </a:lnTo>
                  <a:lnTo>
                    <a:pt x="3470908" y="752924"/>
                  </a:lnTo>
                  <a:lnTo>
                    <a:pt x="3469836" y="753287"/>
                  </a:lnTo>
                  <a:lnTo>
                    <a:pt x="3468765" y="753651"/>
                  </a:lnTo>
                  <a:lnTo>
                    <a:pt x="3467693" y="754014"/>
                  </a:lnTo>
                  <a:lnTo>
                    <a:pt x="3466622" y="754377"/>
                  </a:lnTo>
                  <a:lnTo>
                    <a:pt x="3465550" y="754741"/>
                  </a:lnTo>
                  <a:lnTo>
                    <a:pt x="3464478" y="755104"/>
                  </a:lnTo>
                  <a:lnTo>
                    <a:pt x="3463407" y="755468"/>
                  </a:lnTo>
                  <a:lnTo>
                    <a:pt x="3462335" y="755832"/>
                  </a:lnTo>
                  <a:lnTo>
                    <a:pt x="3461264" y="756195"/>
                  </a:lnTo>
                  <a:lnTo>
                    <a:pt x="3460192" y="756559"/>
                  </a:lnTo>
                  <a:lnTo>
                    <a:pt x="3459120" y="756923"/>
                  </a:lnTo>
                  <a:lnTo>
                    <a:pt x="3458049" y="757286"/>
                  </a:lnTo>
                  <a:lnTo>
                    <a:pt x="3456977" y="757650"/>
                  </a:lnTo>
                  <a:lnTo>
                    <a:pt x="3455906" y="758014"/>
                  </a:lnTo>
                  <a:lnTo>
                    <a:pt x="3454834" y="758378"/>
                  </a:lnTo>
                  <a:lnTo>
                    <a:pt x="3453762" y="758742"/>
                  </a:lnTo>
                  <a:lnTo>
                    <a:pt x="3452691" y="759106"/>
                  </a:lnTo>
                  <a:lnTo>
                    <a:pt x="3451619" y="759470"/>
                  </a:lnTo>
                  <a:lnTo>
                    <a:pt x="3450548" y="759834"/>
                  </a:lnTo>
                  <a:lnTo>
                    <a:pt x="3449476" y="760198"/>
                  </a:lnTo>
                  <a:lnTo>
                    <a:pt x="3448404" y="760563"/>
                  </a:lnTo>
                  <a:lnTo>
                    <a:pt x="3447333" y="760927"/>
                  </a:lnTo>
                  <a:lnTo>
                    <a:pt x="3446261" y="761291"/>
                  </a:lnTo>
                  <a:lnTo>
                    <a:pt x="3445190" y="761656"/>
                  </a:lnTo>
                  <a:lnTo>
                    <a:pt x="3444118" y="762020"/>
                  </a:lnTo>
                  <a:lnTo>
                    <a:pt x="3443046" y="762385"/>
                  </a:lnTo>
                  <a:lnTo>
                    <a:pt x="3441975" y="762749"/>
                  </a:lnTo>
                  <a:lnTo>
                    <a:pt x="3440903" y="763114"/>
                  </a:lnTo>
                  <a:lnTo>
                    <a:pt x="3439832" y="763478"/>
                  </a:lnTo>
                  <a:lnTo>
                    <a:pt x="3438760" y="763843"/>
                  </a:lnTo>
                  <a:lnTo>
                    <a:pt x="3437688" y="764208"/>
                  </a:lnTo>
                  <a:lnTo>
                    <a:pt x="3436617" y="764573"/>
                  </a:lnTo>
                  <a:lnTo>
                    <a:pt x="3435545" y="764938"/>
                  </a:lnTo>
                  <a:lnTo>
                    <a:pt x="3434474" y="765302"/>
                  </a:lnTo>
                  <a:lnTo>
                    <a:pt x="3433402" y="765667"/>
                  </a:lnTo>
                  <a:lnTo>
                    <a:pt x="3432330" y="766032"/>
                  </a:lnTo>
                  <a:lnTo>
                    <a:pt x="3431259" y="766398"/>
                  </a:lnTo>
                  <a:lnTo>
                    <a:pt x="3430187" y="766763"/>
                  </a:lnTo>
                  <a:lnTo>
                    <a:pt x="3429116" y="767128"/>
                  </a:lnTo>
                  <a:lnTo>
                    <a:pt x="3428044" y="767493"/>
                  </a:lnTo>
                  <a:lnTo>
                    <a:pt x="3426972" y="767858"/>
                  </a:lnTo>
                  <a:lnTo>
                    <a:pt x="3425901" y="768224"/>
                  </a:lnTo>
                  <a:lnTo>
                    <a:pt x="3424829" y="768589"/>
                  </a:lnTo>
                  <a:lnTo>
                    <a:pt x="3423758" y="768955"/>
                  </a:lnTo>
                  <a:lnTo>
                    <a:pt x="3422686" y="769320"/>
                  </a:lnTo>
                  <a:lnTo>
                    <a:pt x="3421614" y="769686"/>
                  </a:lnTo>
                  <a:lnTo>
                    <a:pt x="3420543" y="770051"/>
                  </a:lnTo>
                  <a:lnTo>
                    <a:pt x="3419471" y="770417"/>
                  </a:lnTo>
                  <a:lnTo>
                    <a:pt x="3418400" y="770783"/>
                  </a:lnTo>
                  <a:lnTo>
                    <a:pt x="3417328" y="771149"/>
                  </a:lnTo>
                  <a:lnTo>
                    <a:pt x="3416256" y="771514"/>
                  </a:lnTo>
                  <a:lnTo>
                    <a:pt x="3415185" y="771880"/>
                  </a:lnTo>
                  <a:lnTo>
                    <a:pt x="3414113" y="772246"/>
                  </a:lnTo>
                  <a:lnTo>
                    <a:pt x="3413042" y="772612"/>
                  </a:lnTo>
                  <a:lnTo>
                    <a:pt x="3411970" y="772978"/>
                  </a:lnTo>
                  <a:lnTo>
                    <a:pt x="3410898" y="773345"/>
                  </a:lnTo>
                  <a:lnTo>
                    <a:pt x="3409827" y="773711"/>
                  </a:lnTo>
                  <a:lnTo>
                    <a:pt x="3408755" y="774077"/>
                  </a:lnTo>
                  <a:lnTo>
                    <a:pt x="3407684" y="774443"/>
                  </a:lnTo>
                  <a:lnTo>
                    <a:pt x="3406612" y="774810"/>
                  </a:lnTo>
                  <a:lnTo>
                    <a:pt x="3405540" y="775176"/>
                  </a:lnTo>
                  <a:lnTo>
                    <a:pt x="3404469" y="775543"/>
                  </a:lnTo>
                  <a:lnTo>
                    <a:pt x="3403397" y="775909"/>
                  </a:lnTo>
                  <a:lnTo>
                    <a:pt x="3402326" y="776276"/>
                  </a:lnTo>
                  <a:lnTo>
                    <a:pt x="3401254" y="776642"/>
                  </a:lnTo>
                  <a:lnTo>
                    <a:pt x="3400182" y="777009"/>
                  </a:lnTo>
                  <a:lnTo>
                    <a:pt x="3399111" y="777376"/>
                  </a:lnTo>
                  <a:lnTo>
                    <a:pt x="3398039" y="777743"/>
                  </a:lnTo>
                  <a:lnTo>
                    <a:pt x="3396968" y="778110"/>
                  </a:lnTo>
                  <a:lnTo>
                    <a:pt x="3395896" y="778477"/>
                  </a:lnTo>
                  <a:lnTo>
                    <a:pt x="3394824" y="778844"/>
                  </a:lnTo>
                  <a:lnTo>
                    <a:pt x="3393753" y="779211"/>
                  </a:lnTo>
                  <a:lnTo>
                    <a:pt x="3392681" y="779578"/>
                  </a:lnTo>
                  <a:lnTo>
                    <a:pt x="3391610" y="779945"/>
                  </a:lnTo>
                  <a:lnTo>
                    <a:pt x="3390538" y="780312"/>
                  </a:lnTo>
                  <a:lnTo>
                    <a:pt x="3389466" y="780680"/>
                  </a:lnTo>
                  <a:lnTo>
                    <a:pt x="3388395" y="781047"/>
                  </a:lnTo>
                  <a:lnTo>
                    <a:pt x="3387323" y="781415"/>
                  </a:lnTo>
                  <a:lnTo>
                    <a:pt x="3386252" y="781782"/>
                  </a:lnTo>
                  <a:lnTo>
                    <a:pt x="3385180" y="782150"/>
                  </a:lnTo>
                  <a:lnTo>
                    <a:pt x="3384108" y="782517"/>
                  </a:lnTo>
                  <a:lnTo>
                    <a:pt x="3383037" y="782885"/>
                  </a:lnTo>
                  <a:lnTo>
                    <a:pt x="3381965" y="783253"/>
                  </a:lnTo>
                  <a:lnTo>
                    <a:pt x="3380894" y="783621"/>
                  </a:lnTo>
                  <a:lnTo>
                    <a:pt x="3379822" y="783989"/>
                  </a:lnTo>
                  <a:lnTo>
                    <a:pt x="3378750" y="784357"/>
                  </a:lnTo>
                  <a:lnTo>
                    <a:pt x="3377679" y="784725"/>
                  </a:lnTo>
                  <a:lnTo>
                    <a:pt x="3376607" y="785093"/>
                  </a:lnTo>
                  <a:lnTo>
                    <a:pt x="3375536" y="785461"/>
                  </a:lnTo>
                  <a:lnTo>
                    <a:pt x="3374464" y="785829"/>
                  </a:lnTo>
                  <a:lnTo>
                    <a:pt x="3373392" y="786197"/>
                  </a:lnTo>
                  <a:lnTo>
                    <a:pt x="3372321" y="786566"/>
                  </a:lnTo>
                  <a:lnTo>
                    <a:pt x="3371249" y="786934"/>
                  </a:lnTo>
                  <a:lnTo>
                    <a:pt x="3370178" y="787302"/>
                  </a:lnTo>
                  <a:lnTo>
                    <a:pt x="3369106" y="787671"/>
                  </a:lnTo>
                  <a:lnTo>
                    <a:pt x="3368035" y="788040"/>
                  </a:lnTo>
                  <a:lnTo>
                    <a:pt x="3366963" y="788408"/>
                  </a:lnTo>
                  <a:lnTo>
                    <a:pt x="3365891" y="788777"/>
                  </a:lnTo>
                  <a:lnTo>
                    <a:pt x="3364820" y="789146"/>
                  </a:lnTo>
                  <a:lnTo>
                    <a:pt x="3363748" y="789515"/>
                  </a:lnTo>
                  <a:lnTo>
                    <a:pt x="3362677" y="789884"/>
                  </a:lnTo>
                  <a:lnTo>
                    <a:pt x="3361605" y="790253"/>
                  </a:lnTo>
                  <a:lnTo>
                    <a:pt x="3360533" y="790622"/>
                  </a:lnTo>
                  <a:lnTo>
                    <a:pt x="3359462" y="790991"/>
                  </a:lnTo>
                  <a:lnTo>
                    <a:pt x="3358390" y="791360"/>
                  </a:lnTo>
                  <a:lnTo>
                    <a:pt x="3357319" y="791729"/>
                  </a:lnTo>
                  <a:lnTo>
                    <a:pt x="3356247" y="792099"/>
                  </a:lnTo>
                  <a:lnTo>
                    <a:pt x="3355175" y="792468"/>
                  </a:lnTo>
                  <a:lnTo>
                    <a:pt x="3354104" y="792837"/>
                  </a:lnTo>
                  <a:lnTo>
                    <a:pt x="3353032" y="793207"/>
                  </a:lnTo>
                  <a:lnTo>
                    <a:pt x="3351961" y="793577"/>
                  </a:lnTo>
                  <a:lnTo>
                    <a:pt x="3350889" y="793946"/>
                  </a:lnTo>
                  <a:lnTo>
                    <a:pt x="3349817" y="794316"/>
                  </a:lnTo>
                  <a:lnTo>
                    <a:pt x="3348746" y="794686"/>
                  </a:lnTo>
                  <a:lnTo>
                    <a:pt x="3347674" y="795056"/>
                  </a:lnTo>
                  <a:lnTo>
                    <a:pt x="3346603" y="795426"/>
                  </a:lnTo>
                  <a:lnTo>
                    <a:pt x="3345531" y="795796"/>
                  </a:lnTo>
                  <a:lnTo>
                    <a:pt x="3344459" y="796166"/>
                  </a:lnTo>
                  <a:lnTo>
                    <a:pt x="3343388" y="796536"/>
                  </a:lnTo>
                  <a:lnTo>
                    <a:pt x="3342316" y="796906"/>
                  </a:lnTo>
                  <a:lnTo>
                    <a:pt x="3341245" y="797276"/>
                  </a:lnTo>
                  <a:lnTo>
                    <a:pt x="3340173" y="797647"/>
                  </a:lnTo>
                  <a:lnTo>
                    <a:pt x="3339101" y="798017"/>
                  </a:lnTo>
                  <a:lnTo>
                    <a:pt x="3338030" y="798388"/>
                  </a:lnTo>
                  <a:lnTo>
                    <a:pt x="3336958" y="798758"/>
                  </a:lnTo>
                  <a:lnTo>
                    <a:pt x="3335887" y="799129"/>
                  </a:lnTo>
                  <a:lnTo>
                    <a:pt x="3334815" y="799500"/>
                  </a:lnTo>
                  <a:lnTo>
                    <a:pt x="3333743" y="799870"/>
                  </a:lnTo>
                  <a:lnTo>
                    <a:pt x="3332672" y="800241"/>
                  </a:lnTo>
                  <a:lnTo>
                    <a:pt x="3331600" y="800612"/>
                  </a:lnTo>
                  <a:lnTo>
                    <a:pt x="3330529" y="800983"/>
                  </a:lnTo>
                  <a:lnTo>
                    <a:pt x="3329457" y="801354"/>
                  </a:lnTo>
                  <a:lnTo>
                    <a:pt x="3328385" y="801725"/>
                  </a:lnTo>
                  <a:lnTo>
                    <a:pt x="3327314" y="802097"/>
                  </a:lnTo>
                  <a:lnTo>
                    <a:pt x="3326242" y="802468"/>
                  </a:lnTo>
                  <a:lnTo>
                    <a:pt x="3325171" y="802839"/>
                  </a:lnTo>
                  <a:lnTo>
                    <a:pt x="3324099" y="803211"/>
                  </a:lnTo>
                  <a:lnTo>
                    <a:pt x="3323027" y="803582"/>
                  </a:lnTo>
                  <a:lnTo>
                    <a:pt x="3321956" y="803954"/>
                  </a:lnTo>
                  <a:lnTo>
                    <a:pt x="3320884" y="804326"/>
                  </a:lnTo>
                  <a:lnTo>
                    <a:pt x="3319813" y="804697"/>
                  </a:lnTo>
                  <a:lnTo>
                    <a:pt x="3318741" y="805069"/>
                  </a:lnTo>
                  <a:lnTo>
                    <a:pt x="3317669" y="805441"/>
                  </a:lnTo>
                  <a:lnTo>
                    <a:pt x="3316598" y="805813"/>
                  </a:lnTo>
                  <a:lnTo>
                    <a:pt x="3315526" y="806185"/>
                  </a:lnTo>
                  <a:lnTo>
                    <a:pt x="3314455" y="806557"/>
                  </a:lnTo>
                  <a:lnTo>
                    <a:pt x="3313383" y="806929"/>
                  </a:lnTo>
                  <a:lnTo>
                    <a:pt x="3312311" y="807302"/>
                  </a:lnTo>
                  <a:lnTo>
                    <a:pt x="3311240" y="807674"/>
                  </a:lnTo>
                  <a:lnTo>
                    <a:pt x="3310168" y="808046"/>
                  </a:lnTo>
                  <a:lnTo>
                    <a:pt x="3309097" y="808419"/>
                  </a:lnTo>
                  <a:lnTo>
                    <a:pt x="3308025" y="808791"/>
                  </a:lnTo>
                  <a:lnTo>
                    <a:pt x="3306953" y="809164"/>
                  </a:lnTo>
                  <a:lnTo>
                    <a:pt x="3305882" y="809537"/>
                  </a:lnTo>
                  <a:lnTo>
                    <a:pt x="3304810" y="809910"/>
                  </a:lnTo>
                  <a:lnTo>
                    <a:pt x="3303739" y="810282"/>
                  </a:lnTo>
                  <a:lnTo>
                    <a:pt x="3302667" y="810655"/>
                  </a:lnTo>
                  <a:lnTo>
                    <a:pt x="3301595" y="811028"/>
                  </a:lnTo>
                  <a:lnTo>
                    <a:pt x="3300524" y="811401"/>
                  </a:lnTo>
                  <a:lnTo>
                    <a:pt x="3299452" y="811775"/>
                  </a:lnTo>
                  <a:lnTo>
                    <a:pt x="3298381" y="812148"/>
                  </a:lnTo>
                  <a:lnTo>
                    <a:pt x="3297309" y="812521"/>
                  </a:lnTo>
                  <a:lnTo>
                    <a:pt x="3296237" y="812895"/>
                  </a:lnTo>
                  <a:lnTo>
                    <a:pt x="3295166" y="813268"/>
                  </a:lnTo>
                  <a:lnTo>
                    <a:pt x="3294094" y="813642"/>
                  </a:lnTo>
                  <a:lnTo>
                    <a:pt x="3293023" y="814015"/>
                  </a:lnTo>
                  <a:lnTo>
                    <a:pt x="3291951" y="814389"/>
                  </a:lnTo>
                  <a:lnTo>
                    <a:pt x="3290879" y="814763"/>
                  </a:lnTo>
                  <a:lnTo>
                    <a:pt x="3289808" y="815137"/>
                  </a:lnTo>
                  <a:lnTo>
                    <a:pt x="3288736" y="815511"/>
                  </a:lnTo>
                  <a:lnTo>
                    <a:pt x="3287665" y="815885"/>
                  </a:lnTo>
                  <a:lnTo>
                    <a:pt x="3286593" y="816259"/>
                  </a:lnTo>
                  <a:lnTo>
                    <a:pt x="3285521" y="816633"/>
                  </a:lnTo>
                  <a:lnTo>
                    <a:pt x="3284450" y="817008"/>
                  </a:lnTo>
                  <a:lnTo>
                    <a:pt x="3283378" y="817382"/>
                  </a:lnTo>
                  <a:lnTo>
                    <a:pt x="3282307" y="817756"/>
                  </a:lnTo>
                  <a:lnTo>
                    <a:pt x="3281235" y="818131"/>
                  </a:lnTo>
                  <a:lnTo>
                    <a:pt x="3280163" y="818506"/>
                  </a:lnTo>
                  <a:lnTo>
                    <a:pt x="3279092" y="818880"/>
                  </a:lnTo>
                  <a:lnTo>
                    <a:pt x="3278020" y="819255"/>
                  </a:lnTo>
                  <a:lnTo>
                    <a:pt x="3276949" y="819630"/>
                  </a:lnTo>
                  <a:lnTo>
                    <a:pt x="3275877" y="820005"/>
                  </a:lnTo>
                  <a:lnTo>
                    <a:pt x="3274805" y="820380"/>
                  </a:lnTo>
                  <a:lnTo>
                    <a:pt x="3273734" y="820755"/>
                  </a:lnTo>
                  <a:lnTo>
                    <a:pt x="3272662" y="821130"/>
                  </a:lnTo>
                  <a:lnTo>
                    <a:pt x="3271591" y="821506"/>
                  </a:lnTo>
                  <a:lnTo>
                    <a:pt x="3270519" y="821881"/>
                  </a:lnTo>
                  <a:lnTo>
                    <a:pt x="3269447" y="822256"/>
                  </a:lnTo>
                  <a:lnTo>
                    <a:pt x="3268376" y="822632"/>
                  </a:lnTo>
                  <a:lnTo>
                    <a:pt x="3267304" y="823007"/>
                  </a:lnTo>
                  <a:lnTo>
                    <a:pt x="3266233" y="823383"/>
                  </a:lnTo>
                  <a:lnTo>
                    <a:pt x="3265161" y="823759"/>
                  </a:lnTo>
                  <a:lnTo>
                    <a:pt x="3264089" y="824135"/>
                  </a:lnTo>
                  <a:lnTo>
                    <a:pt x="3263018" y="824511"/>
                  </a:lnTo>
                  <a:lnTo>
                    <a:pt x="3261946" y="824887"/>
                  </a:lnTo>
                  <a:lnTo>
                    <a:pt x="3260875" y="825263"/>
                  </a:lnTo>
                  <a:lnTo>
                    <a:pt x="3259803" y="825639"/>
                  </a:lnTo>
                  <a:lnTo>
                    <a:pt x="3258731" y="826015"/>
                  </a:lnTo>
                  <a:lnTo>
                    <a:pt x="3257660" y="826392"/>
                  </a:lnTo>
                  <a:lnTo>
                    <a:pt x="3256588" y="826768"/>
                  </a:lnTo>
                  <a:lnTo>
                    <a:pt x="3255517" y="827145"/>
                  </a:lnTo>
                  <a:lnTo>
                    <a:pt x="3254445" y="827522"/>
                  </a:lnTo>
                  <a:lnTo>
                    <a:pt x="3253373" y="827898"/>
                  </a:lnTo>
                  <a:lnTo>
                    <a:pt x="3252302" y="828275"/>
                  </a:lnTo>
                  <a:lnTo>
                    <a:pt x="3251230" y="828652"/>
                  </a:lnTo>
                  <a:lnTo>
                    <a:pt x="3250159" y="829029"/>
                  </a:lnTo>
                  <a:lnTo>
                    <a:pt x="3249087" y="829406"/>
                  </a:lnTo>
                  <a:lnTo>
                    <a:pt x="3248015" y="829783"/>
                  </a:lnTo>
                  <a:lnTo>
                    <a:pt x="3246944" y="830160"/>
                  </a:lnTo>
                  <a:lnTo>
                    <a:pt x="3245872" y="830538"/>
                  </a:lnTo>
                  <a:lnTo>
                    <a:pt x="3244801" y="830915"/>
                  </a:lnTo>
                  <a:lnTo>
                    <a:pt x="3243729" y="831293"/>
                  </a:lnTo>
                  <a:lnTo>
                    <a:pt x="3242657" y="831670"/>
                  </a:lnTo>
                  <a:lnTo>
                    <a:pt x="3241586" y="832048"/>
                  </a:lnTo>
                  <a:lnTo>
                    <a:pt x="3240514" y="832426"/>
                  </a:lnTo>
                  <a:lnTo>
                    <a:pt x="3239443" y="832804"/>
                  </a:lnTo>
                  <a:lnTo>
                    <a:pt x="3238371" y="833182"/>
                  </a:lnTo>
                  <a:lnTo>
                    <a:pt x="3237299" y="833560"/>
                  </a:lnTo>
                  <a:lnTo>
                    <a:pt x="3236228" y="833938"/>
                  </a:lnTo>
                  <a:lnTo>
                    <a:pt x="3235156" y="834316"/>
                  </a:lnTo>
                  <a:lnTo>
                    <a:pt x="3234085" y="834694"/>
                  </a:lnTo>
                  <a:lnTo>
                    <a:pt x="3233013" y="835073"/>
                  </a:lnTo>
                  <a:lnTo>
                    <a:pt x="3231941" y="835451"/>
                  </a:lnTo>
                  <a:lnTo>
                    <a:pt x="3230870" y="835830"/>
                  </a:lnTo>
                  <a:lnTo>
                    <a:pt x="3229798" y="836209"/>
                  </a:lnTo>
                  <a:lnTo>
                    <a:pt x="3228727" y="836587"/>
                  </a:lnTo>
                  <a:lnTo>
                    <a:pt x="3227655" y="836966"/>
                  </a:lnTo>
                  <a:lnTo>
                    <a:pt x="3226583" y="837345"/>
                  </a:lnTo>
                  <a:lnTo>
                    <a:pt x="3225512" y="837724"/>
                  </a:lnTo>
                  <a:lnTo>
                    <a:pt x="3224440" y="838103"/>
                  </a:lnTo>
                  <a:lnTo>
                    <a:pt x="3223369" y="838483"/>
                  </a:lnTo>
                  <a:lnTo>
                    <a:pt x="3222297" y="838862"/>
                  </a:lnTo>
                  <a:lnTo>
                    <a:pt x="3221225" y="839241"/>
                  </a:lnTo>
                  <a:lnTo>
                    <a:pt x="3220154" y="839621"/>
                  </a:lnTo>
                  <a:lnTo>
                    <a:pt x="3219082" y="840000"/>
                  </a:lnTo>
                  <a:lnTo>
                    <a:pt x="3218011" y="840380"/>
                  </a:lnTo>
                  <a:lnTo>
                    <a:pt x="3216939" y="840760"/>
                  </a:lnTo>
                  <a:lnTo>
                    <a:pt x="3215867" y="841140"/>
                  </a:lnTo>
                  <a:lnTo>
                    <a:pt x="3214796" y="841520"/>
                  </a:lnTo>
                  <a:lnTo>
                    <a:pt x="3213724" y="841900"/>
                  </a:lnTo>
                  <a:lnTo>
                    <a:pt x="3212653" y="842280"/>
                  </a:lnTo>
                  <a:lnTo>
                    <a:pt x="3211581" y="842660"/>
                  </a:lnTo>
                  <a:lnTo>
                    <a:pt x="3210509" y="843041"/>
                  </a:lnTo>
                  <a:lnTo>
                    <a:pt x="3209438" y="843421"/>
                  </a:lnTo>
                  <a:lnTo>
                    <a:pt x="3208366" y="843801"/>
                  </a:lnTo>
                  <a:lnTo>
                    <a:pt x="3207295" y="844182"/>
                  </a:lnTo>
                  <a:lnTo>
                    <a:pt x="3206223" y="844563"/>
                  </a:lnTo>
                  <a:lnTo>
                    <a:pt x="3205151" y="844944"/>
                  </a:lnTo>
                  <a:lnTo>
                    <a:pt x="3204080" y="845325"/>
                  </a:lnTo>
                  <a:lnTo>
                    <a:pt x="3203008" y="845706"/>
                  </a:lnTo>
                  <a:lnTo>
                    <a:pt x="3201937" y="846087"/>
                  </a:lnTo>
                  <a:lnTo>
                    <a:pt x="3200865" y="846468"/>
                  </a:lnTo>
                  <a:lnTo>
                    <a:pt x="3199793" y="846849"/>
                  </a:lnTo>
                  <a:lnTo>
                    <a:pt x="3198722" y="847231"/>
                  </a:lnTo>
                  <a:lnTo>
                    <a:pt x="3197650" y="847612"/>
                  </a:lnTo>
                  <a:lnTo>
                    <a:pt x="3196579" y="847994"/>
                  </a:lnTo>
                  <a:lnTo>
                    <a:pt x="3195507" y="848375"/>
                  </a:lnTo>
                  <a:lnTo>
                    <a:pt x="3194436" y="848757"/>
                  </a:lnTo>
                  <a:lnTo>
                    <a:pt x="3193364" y="849139"/>
                  </a:lnTo>
                  <a:lnTo>
                    <a:pt x="3192292" y="849521"/>
                  </a:lnTo>
                  <a:lnTo>
                    <a:pt x="3191221" y="849903"/>
                  </a:lnTo>
                  <a:lnTo>
                    <a:pt x="3190149" y="850285"/>
                  </a:lnTo>
                  <a:lnTo>
                    <a:pt x="3189078" y="850668"/>
                  </a:lnTo>
                  <a:lnTo>
                    <a:pt x="3188006" y="851050"/>
                  </a:lnTo>
                  <a:lnTo>
                    <a:pt x="3186934" y="851432"/>
                  </a:lnTo>
                  <a:lnTo>
                    <a:pt x="3185863" y="851815"/>
                  </a:lnTo>
                  <a:lnTo>
                    <a:pt x="3184791" y="852198"/>
                  </a:lnTo>
                  <a:lnTo>
                    <a:pt x="3183720" y="852580"/>
                  </a:lnTo>
                  <a:lnTo>
                    <a:pt x="3182648" y="852963"/>
                  </a:lnTo>
                  <a:lnTo>
                    <a:pt x="3181576" y="853346"/>
                  </a:lnTo>
                  <a:lnTo>
                    <a:pt x="3180505" y="853729"/>
                  </a:lnTo>
                  <a:lnTo>
                    <a:pt x="3179433" y="854113"/>
                  </a:lnTo>
                  <a:lnTo>
                    <a:pt x="3178362" y="854496"/>
                  </a:lnTo>
                  <a:lnTo>
                    <a:pt x="3177290" y="854879"/>
                  </a:lnTo>
                  <a:lnTo>
                    <a:pt x="3176218" y="855263"/>
                  </a:lnTo>
                  <a:lnTo>
                    <a:pt x="3175147" y="855646"/>
                  </a:lnTo>
                  <a:lnTo>
                    <a:pt x="3174075" y="856030"/>
                  </a:lnTo>
                  <a:lnTo>
                    <a:pt x="3173004" y="856414"/>
                  </a:lnTo>
                  <a:lnTo>
                    <a:pt x="3171932" y="856798"/>
                  </a:lnTo>
                  <a:lnTo>
                    <a:pt x="3170860" y="857182"/>
                  </a:lnTo>
                  <a:lnTo>
                    <a:pt x="3169789" y="857566"/>
                  </a:lnTo>
                  <a:lnTo>
                    <a:pt x="3168717" y="857950"/>
                  </a:lnTo>
                  <a:lnTo>
                    <a:pt x="3167646" y="858334"/>
                  </a:lnTo>
                  <a:lnTo>
                    <a:pt x="3166574" y="858718"/>
                  </a:lnTo>
                  <a:lnTo>
                    <a:pt x="3165502" y="859103"/>
                  </a:lnTo>
                  <a:lnTo>
                    <a:pt x="3164431" y="859488"/>
                  </a:lnTo>
                  <a:lnTo>
                    <a:pt x="3163359" y="859872"/>
                  </a:lnTo>
                  <a:lnTo>
                    <a:pt x="3162288" y="860257"/>
                  </a:lnTo>
                  <a:lnTo>
                    <a:pt x="3161216" y="860642"/>
                  </a:lnTo>
                  <a:lnTo>
                    <a:pt x="3160144" y="861027"/>
                  </a:lnTo>
                  <a:lnTo>
                    <a:pt x="3159073" y="861412"/>
                  </a:lnTo>
                  <a:lnTo>
                    <a:pt x="3158001" y="861797"/>
                  </a:lnTo>
                  <a:lnTo>
                    <a:pt x="3156930" y="862183"/>
                  </a:lnTo>
                  <a:lnTo>
                    <a:pt x="3155858" y="862568"/>
                  </a:lnTo>
                  <a:lnTo>
                    <a:pt x="3154786" y="862953"/>
                  </a:lnTo>
                  <a:lnTo>
                    <a:pt x="3153715" y="863339"/>
                  </a:lnTo>
                  <a:lnTo>
                    <a:pt x="3152643" y="863725"/>
                  </a:lnTo>
                  <a:lnTo>
                    <a:pt x="3151572" y="864111"/>
                  </a:lnTo>
                  <a:lnTo>
                    <a:pt x="3150500" y="864497"/>
                  </a:lnTo>
                  <a:lnTo>
                    <a:pt x="3149428" y="864883"/>
                  </a:lnTo>
                  <a:lnTo>
                    <a:pt x="3148357" y="865269"/>
                  </a:lnTo>
                  <a:lnTo>
                    <a:pt x="3147285" y="865655"/>
                  </a:lnTo>
                  <a:lnTo>
                    <a:pt x="3146214" y="866041"/>
                  </a:lnTo>
                  <a:lnTo>
                    <a:pt x="3145142" y="866428"/>
                  </a:lnTo>
                  <a:lnTo>
                    <a:pt x="3144070" y="866814"/>
                  </a:lnTo>
                  <a:lnTo>
                    <a:pt x="3142999" y="867201"/>
                  </a:lnTo>
                  <a:lnTo>
                    <a:pt x="3141927" y="867588"/>
                  </a:lnTo>
                  <a:lnTo>
                    <a:pt x="3140856" y="867975"/>
                  </a:lnTo>
                  <a:lnTo>
                    <a:pt x="3139784" y="868362"/>
                  </a:lnTo>
                  <a:lnTo>
                    <a:pt x="3138712" y="868749"/>
                  </a:lnTo>
                  <a:lnTo>
                    <a:pt x="3137641" y="869136"/>
                  </a:lnTo>
                  <a:lnTo>
                    <a:pt x="3136569" y="869523"/>
                  </a:lnTo>
                  <a:lnTo>
                    <a:pt x="3135498" y="869911"/>
                  </a:lnTo>
                  <a:lnTo>
                    <a:pt x="3134426" y="870298"/>
                  </a:lnTo>
                  <a:lnTo>
                    <a:pt x="3133354" y="870686"/>
                  </a:lnTo>
                  <a:lnTo>
                    <a:pt x="3132283" y="871074"/>
                  </a:lnTo>
                  <a:lnTo>
                    <a:pt x="3131211" y="871462"/>
                  </a:lnTo>
                  <a:lnTo>
                    <a:pt x="3130140" y="871849"/>
                  </a:lnTo>
                  <a:lnTo>
                    <a:pt x="3129068" y="872238"/>
                  </a:lnTo>
                  <a:lnTo>
                    <a:pt x="3127996" y="872626"/>
                  </a:lnTo>
                  <a:lnTo>
                    <a:pt x="3126925" y="873014"/>
                  </a:lnTo>
                  <a:lnTo>
                    <a:pt x="3125853" y="873402"/>
                  </a:lnTo>
                  <a:lnTo>
                    <a:pt x="3124782" y="873791"/>
                  </a:lnTo>
                  <a:lnTo>
                    <a:pt x="3123710" y="874180"/>
                  </a:lnTo>
                  <a:lnTo>
                    <a:pt x="3122638" y="874568"/>
                  </a:lnTo>
                  <a:lnTo>
                    <a:pt x="3121567" y="874957"/>
                  </a:lnTo>
                  <a:lnTo>
                    <a:pt x="3120495" y="875346"/>
                  </a:lnTo>
                  <a:lnTo>
                    <a:pt x="3119424" y="875735"/>
                  </a:lnTo>
                  <a:lnTo>
                    <a:pt x="3118352" y="876124"/>
                  </a:lnTo>
                  <a:lnTo>
                    <a:pt x="3117280" y="876514"/>
                  </a:lnTo>
                  <a:lnTo>
                    <a:pt x="3116209" y="876903"/>
                  </a:lnTo>
                  <a:lnTo>
                    <a:pt x="3115137" y="877292"/>
                  </a:lnTo>
                  <a:lnTo>
                    <a:pt x="3114066" y="877682"/>
                  </a:lnTo>
                  <a:lnTo>
                    <a:pt x="3112994" y="878072"/>
                  </a:lnTo>
                  <a:lnTo>
                    <a:pt x="3111922" y="878462"/>
                  </a:lnTo>
                  <a:lnTo>
                    <a:pt x="3110851" y="878851"/>
                  </a:lnTo>
                  <a:lnTo>
                    <a:pt x="3109779" y="879242"/>
                  </a:lnTo>
                  <a:lnTo>
                    <a:pt x="3108708" y="879632"/>
                  </a:lnTo>
                  <a:lnTo>
                    <a:pt x="3107636" y="880022"/>
                  </a:lnTo>
                  <a:lnTo>
                    <a:pt x="3106564" y="880412"/>
                  </a:lnTo>
                  <a:lnTo>
                    <a:pt x="3105493" y="880803"/>
                  </a:lnTo>
                  <a:lnTo>
                    <a:pt x="3104421" y="881193"/>
                  </a:lnTo>
                  <a:lnTo>
                    <a:pt x="3103350" y="881584"/>
                  </a:lnTo>
                  <a:lnTo>
                    <a:pt x="3102278" y="881975"/>
                  </a:lnTo>
                  <a:lnTo>
                    <a:pt x="3101206" y="882366"/>
                  </a:lnTo>
                  <a:lnTo>
                    <a:pt x="3100135" y="882757"/>
                  </a:lnTo>
                  <a:lnTo>
                    <a:pt x="3099063" y="883148"/>
                  </a:lnTo>
                  <a:lnTo>
                    <a:pt x="3097992" y="883539"/>
                  </a:lnTo>
                  <a:lnTo>
                    <a:pt x="3096920" y="883931"/>
                  </a:lnTo>
                  <a:lnTo>
                    <a:pt x="3095848" y="884322"/>
                  </a:lnTo>
                  <a:lnTo>
                    <a:pt x="3094777" y="884714"/>
                  </a:lnTo>
                  <a:lnTo>
                    <a:pt x="3093705" y="885106"/>
                  </a:lnTo>
                  <a:lnTo>
                    <a:pt x="3092634" y="885497"/>
                  </a:lnTo>
                  <a:lnTo>
                    <a:pt x="3091562" y="885889"/>
                  </a:lnTo>
                  <a:lnTo>
                    <a:pt x="3090490" y="886282"/>
                  </a:lnTo>
                  <a:lnTo>
                    <a:pt x="3089419" y="886674"/>
                  </a:lnTo>
                  <a:lnTo>
                    <a:pt x="3088347" y="887066"/>
                  </a:lnTo>
                  <a:lnTo>
                    <a:pt x="3087276" y="887458"/>
                  </a:lnTo>
                  <a:lnTo>
                    <a:pt x="3086204" y="887851"/>
                  </a:lnTo>
                  <a:lnTo>
                    <a:pt x="3085132" y="888244"/>
                  </a:lnTo>
                  <a:lnTo>
                    <a:pt x="3084061" y="888636"/>
                  </a:lnTo>
                  <a:lnTo>
                    <a:pt x="3082989" y="889029"/>
                  </a:lnTo>
                  <a:lnTo>
                    <a:pt x="3081918" y="889422"/>
                  </a:lnTo>
                  <a:lnTo>
                    <a:pt x="3080846" y="889815"/>
                  </a:lnTo>
                  <a:lnTo>
                    <a:pt x="3079774" y="890209"/>
                  </a:lnTo>
                  <a:lnTo>
                    <a:pt x="3078703" y="890602"/>
                  </a:lnTo>
                  <a:lnTo>
                    <a:pt x="3077631" y="890995"/>
                  </a:lnTo>
                  <a:lnTo>
                    <a:pt x="3076560" y="891389"/>
                  </a:lnTo>
                  <a:lnTo>
                    <a:pt x="3075488" y="891783"/>
                  </a:lnTo>
                  <a:lnTo>
                    <a:pt x="3074416" y="892176"/>
                  </a:lnTo>
                  <a:lnTo>
                    <a:pt x="3073345" y="892570"/>
                  </a:lnTo>
                  <a:lnTo>
                    <a:pt x="3072273" y="892964"/>
                  </a:lnTo>
                  <a:lnTo>
                    <a:pt x="3071202" y="893359"/>
                  </a:lnTo>
                  <a:lnTo>
                    <a:pt x="3070130" y="893753"/>
                  </a:lnTo>
                  <a:lnTo>
                    <a:pt x="3069058" y="894147"/>
                  </a:lnTo>
                  <a:lnTo>
                    <a:pt x="3067987" y="894542"/>
                  </a:lnTo>
                  <a:lnTo>
                    <a:pt x="3066915" y="894936"/>
                  </a:lnTo>
                  <a:lnTo>
                    <a:pt x="3065844" y="895331"/>
                  </a:lnTo>
                  <a:lnTo>
                    <a:pt x="3064772" y="895726"/>
                  </a:lnTo>
                  <a:lnTo>
                    <a:pt x="3063700" y="896121"/>
                  </a:lnTo>
                  <a:lnTo>
                    <a:pt x="3062629" y="896516"/>
                  </a:lnTo>
                  <a:lnTo>
                    <a:pt x="3061557" y="896911"/>
                  </a:lnTo>
                  <a:lnTo>
                    <a:pt x="3060486" y="897306"/>
                  </a:lnTo>
                  <a:lnTo>
                    <a:pt x="3059414" y="897702"/>
                  </a:lnTo>
                  <a:lnTo>
                    <a:pt x="3058342" y="898097"/>
                  </a:lnTo>
                  <a:lnTo>
                    <a:pt x="3057271" y="898493"/>
                  </a:lnTo>
                  <a:lnTo>
                    <a:pt x="3056199" y="898889"/>
                  </a:lnTo>
                  <a:lnTo>
                    <a:pt x="3055128" y="899285"/>
                  </a:lnTo>
                  <a:lnTo>
                    <a:pt x="3054056" y="899681"/>
                  </a:lnTo>
                  <a:lnTo>
                    <a:pt x="3052984" y="900077"/>
                  </a:lnTo>
                  <a:lnTo>
                    <a:pt x="3051913" y="900473"/>
                  </a:lnTo>
                  <a:lnTo>
                    <a:pt x="3050841" y="900870"/>
                  </a:lnTo>
                  <a:lnTo>
                    <a:pt x="3049770" y="901266"/>
                  </a:lnTo>
                  <a:lnTo>
                    <a:pt x="3048698" y="901663"/>
                  </a:lnTo>
                  <a:lnTo>
                    <a:pt x="3047626" y="902060"/>
                  </a:lnTo>
                  <a:lnTo>
                    <a:pt x="3046555" y="902456"/>
                  </a:lnTo>
                  <a:lnTo>
                    <a:pt x="3045483" y="902853"/>
                  </a:lnTo>
                  <a:lnTo>
                    <a:pt x="3044412" y="903251"/>
                  </a:lnTo>
                  <a:lnTo>
                    <a:pt x="3043340" y="903648"/>
                  </a:lnTo>
                  <a:lnTo>
                    <a:pt x="3042268" y="904045"/>
                  </a:lnTo>
                  <a:lnTo>
                    <a:pt x="3041197" y="904443"/>
                  </a:lnTo>
                  <a:lnTo>
                    <a:pt x="3040125" y="904840"/>
                  </a:lnTo>
                  <a:lnTo>
                    <a:pt x="3039054" y="905238"/>
                  </a:lnTo>
                  <a:lnTo>
                    <a:pt x="3037982" y="905636"/>
                  </a:lnTo>
                  <a:lnTo>
                    <a:pt x="3036910" y="906034"/>
                  </a:lnTo>
                  <a:lnTo>
                    <a:pt x="3035839" y="906432"/>
                  </a:lnTo>
                  <a:lnTo>
                    <a:pt x="3034767" y="906830"/>
                  </a:lnTo>
                  <a:lnTo>
                    <a:pt x="3033696" y="907228"/>
                  </a:lnTo>
                  <a:lnTo>
                    <a:pt x="3032624" y="907627"/>
                  </a:lnTo>
                  <a:lnTo>
                    <a:pt x="3031552" y="908025"/>
                  </a:lnTo>
                  <a:lnTo>
                    <a:pt x="3030481" y="908424"/>
                  </a:lnTo>
                  <a:lnTo>
                    <a:pt x="3029409" y="908823"/>
                  </a:lnTo>
                  <a:lnTo>
                    <a:pt x="3028338" y="909222"/>
                  </a:lnTo>
                  <a:lnTo>
                    <a:pt x="3027266" y="909621"/>
                  </a:lnTo>
                  <a:lnTo>
                    <a:pt x="3026194" y="910020"/>
                  </a:lnTo>
                  <a:lnTo>
                    <a:pt x="3025123" y="910419"/>
                  </a:lnTo>
                  <a:lnTo>
                    <a:pt x="3024051" y="910818"/>
                  </a:lnTo>
                  <a:lnTo>
                    <a:pt x="3022980" y="911218"/>
                  </a:lnTo>
                  <a:lnTo>
                    <a:pt x="3021908" y="911618"/>
                  </a:lnTo>
                  <a:lnTo>
                    <a:pt x="3020836" y="912017"/>
                  </a:lnTo>
                  <a:lnTo>
                    <a:pt x="3019765" y="912417"/>
                  </a:lnTo>
                  <a:lnTo>
                    <a:pt x="3018693" y="912817"/>
                  </a:lnTo>
                  <a:lnTo>
                    <a:pt x="3017622" y="913217"/>
                  </a:lnTo>
                  <a:lnTo>
                    <a:pt x="3016550" y="913618"/>
                  </a:lnTo>
                  <a:lnTo>
                    <a:pt x="3015479" y="914018"/>
                  </a:lnTo>
                  <a:lnTo>
                    <a:pt x="3014407" y="914419"/>
                  </a:lnTo>
                  <a:lnTo>
                    <a:pt x="3013335" y="914819"/>
                  </a:lnTo>
                  <a:lnTo>
                    <a:pt x="3012264" y="915220"/>
                  </a:lnTo>
                  <a:lnTo>
                    <a:pt x="3011192" y="915621"/>
                  </a:lnTo>
                  <a:lnTo>
                    <a:pt x="3010121" y="916022"/>
                  </a:lnTo>
                  <a:lnTo>
                    <a:pt x="3009049" y="916423"/>
                  </a:lnTo>
                  <a:lnTo>
                    <a:pt x="3007977" y="916824"/>
                  </a:lnTo>
                  <a:lnTo>
                    <a:pt x="3006906" y="917225"/>
                  </a:lnTo>
                  <a:lnTo>
                    <a:pt x="3005834" y="917627"/>
                  </a:lnTo>
                  <a:lnTo>
                    <a:pt x="3004763" y="918029"/>
                  </a:lnTo>
                  <a:lnTo>
                    <a:pt x="3003691" y="918430"/>
                  </a:lnTo>
                  <a:lnTo>
                    <a:pt x="3002619" y="918832"/>
                  </a:lnTo>
                  <a:lnTo>
                    <a:pt x="3001548" y="919234"/>
                  </a:lnTo>
                  <a:lnTo>
                    <a:pt x="3000476" y="919636"/>
                  </a:lnTo>
                  <a:lnTo>
                    <a:pt x="2999405" y="920039"/>
                  </a:lnTo>
                  <a:lnTo>
                    <a:pt x="2998333" y="920441"/>
                  </a:lnTo>
                  <a:lnTo>
                    <a:pt x="2997261" y="920843"/>
                  </a:lnTo>
                  <a:lnTo>
                    <a:pt x="2996190" y="921246"/>
                  </a:lnTo>
                  <a:lnTo>
                    <a:pt x="2995118" y="921649"/>
                  </a:lnTo>
                  <a:lnTo>
                    <a:pt x="2994047" y="922052"/>
                  </a:lnTo>
                  <a:lnTo>
                    <a:pt x="2992975" y="922454"/>
                  </a:lnTo>
                  <a:lnTo>
                    <a:pt x="2991903" y="922858"/>
                  </a:lnTo>
                  <a:lnTo>
                    <a:pt x="2990832" y="923261"/>
                  </a:lnTo>
                  <a:lnTo>
                    <a:pt x="2989760" y="923664"/>
                  </a:lnTo>
                  <a:lnTo>
                    <a:pt x="2988689" y="924068"/>
                  </a:lnTo>
                  <a:lnTo>
                    <a:pt x="2987617" y="924471"/>
                  </a:lnTo>
                  <a:lnTo>
                    <a:pt x="2986545" y="924875"/>
                  </a:lnTo>
                  <a:lnTo>
                    <a:pt x="2985474" y="925279"/>
                  </a:lnTo>
                  <a:lnTo>
                    <a:pt x="2984402" y="925683"/>
                  </a:lnTo>
                  <a:lnTo>
                    <a:pt x="2983331" y="926087"/>
                  </a:lnTo>
                  <a:lnTo>
                    <a:pt x="2982259" y="926491"/>
                  </a:lnTo>
                  <a:lnTo>
                    <a:pt x="2981187" y="926895"/>
                  </a:lnTo>
                  <a:lnTo>
                    <a:pt x="2980116" y="927300"/>
                  </a:lnTo>
                  <a:lnTo>
                    <a:pt x="2979044" y="927704"/>
                  </a:lnTo>
                  <a:lnTo>
                    <a:pt x="2977973" y="928109"/>
                  </a:lnTo>
                  <a:lnTo>
                    <a:pt x="2976901" y="928514"/>
                  </a:lnTo>
                  <a:lnTo>
                    <a:pt x="2975829" y="928919"/>
                  </a:lnTo>
                  <a:lnTo>
                    <a:pt x="2974758" y="929324"/>
                  </a:lnTo>
                  <a:lnTo>
                    <a:pt x="2973686" y="929729"/>
                  </a:lnTo>
                  <a:lnTo>
                    <a:pt x="2972615" y="930134"/>
                  </a:lnTo>
                  <a:lnTo>
                    <a:pt x="2971543" y="930540"/>
                  </a:lnTo>
                  <a:lnTo>
                    <a:pt x="2970471" y="930946"/>
                  </a:lnTo>
                  <a:lnTo>
                    <a:pt x="2969400" y="931351"/>
                  </a:lnTo>
                  <a:lnTo>
                    <a:pt x="2968328" y="931757"/>
                  </a:lnTo>
                  <a:lnTo>
                    <a:pt x="2967257" y="932163"/>
                  </a:lnTo>
                  <a:lnTo>
                    <a:pt x="2966185" y="932569"/>
                  </a:lnTo>
                  <a:lnTo>
                    <a:pt x="2965113" y="932975"/>
                  </a:lnTo>
                  <a:lnTo>
                    <a:pt x="2964042" y="933382"/>
                  </a:lnTo>
                  <a:lnTo>
                    <a:pt x="2962970" y="933788"/>
                  </a:lnTo>
                  <a:lnTo>
                    <a:pt x="2961899" y="934195"/>
                  </a:lnTo>
                  <a:lnTo>
                    <a:pt x="2960827" y="934601"/>
                  </a:lnTo>
                  <a:lnTo>
                    <a:pt x="2959755" y="935008"/>
                  </a:lnTo>
                  <a:lnTo>
                    <a:pt x="2958684" y="935415"/>
                  </a:lnTo>
                  <a:lnTo>
                    <a:pt x="2957612" y="935822"/>
                  </a:lnTo>
                  <a:lnTo>
                    <a:pt x="2956541" y="936229"/>
                  </a:lnTo>
                  <a:lnTo>
                    <a:pt x="2955469" y="936636"/>
                  </a:lnTo>
                  <a:lnTo>
                    <a:pt x="2954397" y="937044"/>
                  </a:lnTo>
                  <a:lnTo>
                    <a:pt x="2953326" y="937451"/>
                  </a:lnTo>
                  <a:lnTo>
                    <a:pt x="2952254" y="937859"/>
                  </a:lnTo>
                  <a:lnTo>
                    <a:pt x="2951183" y="938267"/>
                  </a:lnTo>
                  <a:lnTo>
                    <a:pt x="2950111" y="938675"/>
                  </a:lnTo>
                  <a:lnTo>
                    <a:pt x="2949039" y="939083"/>
                  </a:lnTo>
                  <a:lnTo>
                    <a:pt x="2947968" y="939491"/>
                  </a:lnTo>
                  <a:lnTo>
                    <a:pt x="2946896" y="939899"/>
                  </a:lnTo>
                  <a:lnTo>
                    <a:pt x="2945825" y="940308"/>
                  </a:lnTo>
                  <a:lnTo>
                    <a:pt x="2944753" y="940716"/>
                  </a:lnTo>
                  <a:lnTo>
                    <a:pt x="2943681" y="941125"/>
                  </a:lnTo>
                  <a:lnTo>
                    <a:pt x="2942610" y="941533"/>
                  </a:lnTo>
                  <a:lnTo>
                    <a:pt x="2941538" y="941942"/>
                  </a:lnTo>
                  <a:lnTo>
                    <a:pt x="2940467" y="942351"/>
                  </a:lnTo>
                  <a:lnTo>
                    <a:pt x="2939395" y="942760"/>
                  </a:lnTo>
                  <a:lnTo>
                    <a:pt x="2938323" y="943170"/>
                  </a:lnTo>
                  <a:lnTo>
                    <a:pt x="2937252" y="943579"/>
                  </a:lnTo>
                  <a:lnTo>
                    <a:pt x="2936180" y="943988"/>
                  </a:lnTo>
                  <a:lnTo>
                    <a:pt x="2935109" y="944398"/>
                  </a:lnTo>
                  <a:lnTo>
                    <a:pt x="2934037" y="944808"/>
                  </a:lnTo>
                  <a:lnTo>
                    <a:pt x="2932965" y="945218"/>
                  </a:lnTo>
                  <a:lnTo>
                    <a:pt x="2931894" y="945627"/>
                  </a:lnTo>
                  <a:lnTo>
                    <a:pt x="2930822" y="946038"/>
                  </a:lnTo>
                  <a:lnTo>
                    <a:pt x="2929751" y="946448"/>
                  </a:lnTo>
                  <a:lnTo>
                    <a:pt x="2928679" y="946858"/>
                  </a:lnTo>
                  <a:lnTo>
                    <a:pt x="2927607" y="947268"/>
                  </a:lnTo>
                  <a:lnTo>
                    <a:pt x="2926536" y="947679"/>
                  </a:lnTo>
                  <a:lnTo>
                    <a:pt x="2925464" y="948090"/>
                  </a:lnTo>
                  <a:lnTo>
                    <a:pt x="2924393" y="948500"/>
                  </a:lnTo>
                  <a:lnTo>
                    <a:pt x="2923321" y="948911"/>
                  </a:lnTo>
                  <a:lnTo>
                    <a:pt x="2922249" y="949322"/>
                  </a:lnTo>
                  <a:lnTo>
                    <a:pt x="2921178" y="949733"/>
                  </a:lnTo>
                  <a:lnTo>
                    <a:pt x="2920106" y="950145"/>
                  </a:lnTo>
                  <a:lnTo>
                    <a:pt x="2919035" y="950556"/>
                  </a:lnTo>
                  <a:lnTo>
                    <a:pt x="2917963" y="950967"/>
                  </a:lnTo>
                  <a:lnTo>
                    <a:pt x="2916891" y="951379"/>
                  </a:lnTo>
                  <a:lnTo>
                    <a:pt x="2915820" y="951791"/>
                  </a:lnTo>
                  <a:lnTo>
                    <a:pt x="2914748" y="952202"/>
                  </a:lnTo>
                  <a:lnTo>
                    <a:pt x="2913677" y="952614"/>
                  </a:lnTo>
                  <a:lnTo>
                    <a:pt x="2912605" y="953026"/>
                  </a:lnTo>
                  <a:lnTo>
                    <a:pt x="2911533" y="953439"/>
                  </a:lnTo>
                  <a:lnTo>
                    <a:pt x="2910462" y="953851"/>
                  </a:lnTo>
                  <a:lnTo>
                    <a:pt x="2909390" y="954263"/>
                  </a:lnTo>
                  <a:lnTo>
                    <a:pt x="2908319" y="954676"/>
                  </a:lnTo>
                  <a:lnTo>
                    <a:pt x="2907247" y="955088"/>
                  </a:lnTo>
                  <a:lnTo>
                    <a:pt x="2906175" y="955501"/>
                  </a:lnTo>
                  <a:lnTo>
                    <a:pt x="2905104" y="955914"/>
                  </a:lnTo>
                  <a:lnTo>
                    <a:pt x="2904032" y="956327"/>
                  </a:lnTo>
                  <a:lnTo>
                    <a:pt x="2902961" y="956740"/>
                  </a:lnTo>
                  <a:lnTo>
                    <a:pt x="2901889" y="957153"/>
                  </a:lnTo>
                  <a:lnTo>
                    <a:pt x="2900817" y="957566"/>
                  </a:lnTo>
                  <a:lnTo>
                    <a:pt x="2899746" y="957980"/>
                  </a:lnTo>
                  <a:lnTo>
                    <a:pt x="2898674" y="958393"/>
                  </a:lnTo>
                  <a:lnTo>
                    <a:pt x="2897603" y="958807"/>
                  </a:lnTo>
                  <a:lnTo>
                    <a:pt x="2896531" y="959221"/>
                  </a:lnTo>
                  <a:lnTo>
                    <a:pt x="2895459" y="959634"/>
                  </a:lnTo>
                  <a:lnTo>
                    <a:pt x="2894388" y="960048"/>
                  </a:lnTo>
                  <a:lnTo>
                    <a:pt x="2893316" y="960462"/>
                  </a:lnTo>
                  <a:lnTo>
                    <a:pt x="2892245" y="960876"/>
                  </a:lnTo>
                  <a:lnTo>
                    <a:pt x="2891173" y="961291"/>
                  </a:lnTo>
                  <a:lnTo>
                    <a:pt x="2890101" y="961705"/>
                  </a:lnTo>
                  <a:lnTo>
                    <a:pt x="2889030" y="962120"/>
                  </a:lnTo>
                  <a:lnTo>
                    <a:pt x="2887958" y="962534"/>
                  </a:lnTo>
                  <a:lnTo>
                    <a:pt x="2886887" y="962949"/>
                  </a:lnTo>
                  <a:lnTo>
                    <a:pt x="2885815" y="963364"/>
                  </a:lnTo>
                  <a:lnTo>
                    <a:pt x="2884743" y="963779"/>
                  </a:lnTo>
                  <a:lnTo>
                    <a:pt x="2883672" y="964194"/>
                  </a:lnTo>
                  <a:lnTo>
                    <a:pt x="2882600" y="964609"/>
                  </a:lnTo>
                  <a:lnTo>
                    <a:pt x="2881529" y="965024"/>
                  </a:lnTo>
                  <a:lnTo>
                    <a:pt x="2880457" y="965439"/>
                  </a:lnTo>
                  <a:lnTo>
                    <a:pt x="2879385" y="965855"/>
                  </a:lnTo>
                  <a:lnTo>
                    <a:pt x="2878314" y="966270"/>
                  </a:lnTo>
                  <a:lnTo>
                    <a:pt x="2877242" y="966686"/>
                  </a:lnTo>
                  <a:lnTo>
                    <a:pt x="2876171" y="967102"/>
                  </a:lnTo>
                  <a:lnTo>
                    <a:pt x="2875099" y="967517"/>
                  </a:lnTo>
                  <a:lnTo>
                    <a:pt x="2874027" y="967933"/>
                  </a:lnTo>
                  <a:lnTo>
                    <a:pt x="2872956" y="968349"/>
                  </a:lnTo>
                  <a:lnTo>
                    <a:pt x="2871884" y="968766"/>
                  </a:lnTo>
                  <a:lnTo>
                    <a:pt x="2870813" y="969182"/>
                  </a:lnTo>
                  <a:lnTo>
                    <a:pt x="2869741" y="969598"/>
                  </a:lnTo>
                  <a:lnTo>
                    <a:pt x="2868669" y="970015"/>
                  </a:lnTo>
                  <a:lnTo>
                    <a:pt x="2867598" y="970431"/>
                  </a:lnTo>
                  <a:lnTo>
                    <a:pt x="2866526" y="970848"/>
                  </a:lnTo>
                  <a:lnTo>
                    <a:pt x="2865455" y="971265"/>
                  </a:lnTo>
                  <a:lnTo>
                    <a:pt x="2864383" y="971681"/>
                  </a:lnTo>
                  <a:lnTo>
                    <a:pt x="2863311" y="972098"/>
                  </a:lnTo>
                  <a:lnTo>
                    <a:pt x="2862240" y="972515"/>
                  </a:lnTo>
                  <a:lnTo>
                    <a:pt x="2861168" y="972933"/>
                  </a:lnTo>
                  <a:lnTo>
                    <a:pt x="2860097" y="973350"/>
                  </a:lnTo>
                  <a:lnTo>
                    <a:pt x="2859025" y="973767"/>
                  </a:lnTo>
                  <a:lnTo>
                    <a:pt x="2857953" y="974185"/>
                  </a:lnTo>
                  <a:lnTo>
                    <a:pt x="2856882" y="974602"/>
                  </a:lnTo>
                  <a:lnTo>
                    <a:pt x="2855810" y="975020"/>
                  </a:lnTo>
                  <a:lnTo>
                    <a:pt x="2854739" y="975437"/>
                  </a:lnTo>
                  <a:lnTo>
                    <a:pt x="2853667" y="975855"/>
                  </a:lnTo>
                  <a:lnTo>
                    <a:pt x="2852595" y="976273"/>
                  </a:lnTo>
                  <a:lnTo>
                    <a:pt x="2851524" y="976691"/>
                  </a:lnTo>
                  <a:lnTo>
                    <a:pt x="2850452" y="977109"/>
                  </a:lnTo>
                  <a:lnTo>
                    <a:pt x="2849381" y="977527"/>
                  </a:lnTo>
                  <a:lnTo>
                    <a:pt x="2848309" y="977946"/>
                  </a:lnTo>
                  <a:lnTo>
                    <a:pt x="2847237" y="978364"/>
                  </a:lnTo>
                  <a:lnTo>
                    <a:pt x="2846166" y="978783"/>
                  </a:lnTo>
                  <a:lnTo>
                    <a:pt x="2845094" y="979201"/>
                  </a:lnTo>
                  <a:lnTo>
                    <a:pt x="2844023" y="979620"/>
                  </a:lnTo>
                  <a:lnTo>
                    <a:pt x="2842951" y="980038"/>
                  </a:lnTo>
                  <a:lnTo>
                    <a:pt x="2841879" y="980457"/>
                  </a:lnTo>
                  <a:lnTo>
                    <a:pt x="2840808" y="980876"/>
                  </a:lnTo>
                  <a:lnTo>
                    <a:pt x="2839736" y="981295"/>
                  </a:lnTo>
                  <a:lnTo>
                    <a:pt x="2838665" y="981714"/>
                  </a:lnTo>
                  <a:lnTo>
                    <a:pt x="2837593" y="982133"/>
                  </a:lnTo>
                  <a:lnTo>
                    <a:pt x="2836522" y="982553"/>
                  </a:lnTo>
                  <a:lnTo>
                    <a:pt x="2835450" y="982972"/>
                  </a:lnTo>
                  <a:lnTo>
                    <a:pt x="2834378" y="983391"/>
                  </a:lnTo>
                  <a:lnTo>
                    <a:pt x="2833307" y="983811"/>
                  </a:lnTo>
                  <a:lnTo>
                    <a:pt x="2832235" y="984231"/>
                  </a:lnTo>
                  <a:lnTo>
                    <a:pt x="2831164" y="984650"/>
                  </a:lnTo>
                  <a:lnTo>
                    <a:pt x="2830092" y="985070"/>
                  </a:lnTo>
                  <a:lnTo>
                    <a:pt x="2829020" y="985490"/>
                  </a:lnTo>
                  <a:lnTo>
                    <a:pt x="2827949" y="985910"/>
                  </a:lnTo>
                  <a:lnTo>
                    <a:pt x="2826877" y="986330"/>
                  </a:lnTo>
                  <a:lnTo>
                    <a:pt x="2825806" y="986750"/>
                  </a:lnTo>
                  <a:lnTo>
                    <a:pt x="2824734" y="987170"/>
                  </a:lnTo>
                  <a:lnTo>
                    <a:pt x="2823662" y="987590"/>
                  </a:lnTo>
                  <a:lnTo>
                    <a:pt x="2822591" y="988011"/>
                  </a:lnTo>
                  <a:lnTo>
                    <a:pt x="2821519" y="988431"/>
                  </a:lnTo>
                  <a:lnTo>
                    <a:pt x="2820448" y="988852"/>
                  </a:lnTo>
                  <a:lnTo>
                    <a:pt x="2819376" y="989272"/>
                  </a:lnTo>
                  <a:lnTo>
                    <a:pt x="2818304" y="989693"/>
                  </a:lnTo>
                  <a:lnTo>
                    <a:pt x="2817233" y="990114"/>
                  </a:lnTo>
                  <a:lnTo>
                    <a:pt x="2816161" y="990534"/>
                  </a:lnTo>
                  <a:lnTo>
                    <a:pt x="2815090" y="990955"/>
                  </a:lnTo>
                  <a:lnTo>
                    <a:pt x="2814018" y="991376"/>
                  </a:lnTo>
                  <a:lnTo>
                    <a:pt x="2812946" y="991797"/>
                  </a:lnTo>
                  <a:lnTo>
                    <a:pt x="2811875" y="992218"/>
                  </a:lnTo>
                  <a:lnTo>
                    <a:pt x="2810803" y="992639"/>
                  </a:lnTo>
                  <a:lnTo>
                    <a:pt x="2809732" y="993061"/>
                  </a:lnTo>
                  <a:lnTo>
                    <a:pt x="2808660" y="993482"/>
                  </a:lnTo>
                  <a:lnTo>
                    <a:pt x="2807588" y="993903"/>
                  </a:lnTo>
                  <a:lnTo>
                    <a:pt x="2806517" y="994325"/>
                  </a:lnTo>
                  <a:lnTo>
                    <a:pt x="2805445" y="994746"/>
                  </a:lnTo>
                  <a:lnTo>
                    <a:pt x="2804374" y="995168"/>
                  </a:lnTo>
                  <a:lnTo>
                    <a:pt x="2803302" y="995590"/>
                  </a:lnTo>
                  <a:lnTo>
                    <a:pt x="2802230" y="996011"/>
                  </a:lnTo>
                  <a:lnTo>
                    <a:pt x="2801159" y="996433"/>
                  </a:lnTo>
                  <a:lnTo>
                    <a:pt x="2800087" y="996855"/>
                  </a:lnTo>
                  <a:lnTo>
                    <a:pt x="2799016" y="997277"/>
                  </a:lnTo>
                  <a:lnTo>
                    <a:pt x="2797944" y="997699"/>
                  </a:lnTo>
                  <a:lnTo>
                    <a:pt x="2796872" y="998121"/>
                  </a:lnTo>
                  <a:lnTo>
                    <a:pt x="2795801" y="998543"/>
                  </a:lnTo>
                  <a:lnTo>
                    <a:pt x="2794729" y="998966"/>
                  </a:lnTo>
                  <a:lnTo>
                    <a:pt x="2793658" y="999388"/>
                  </a:lnTo>
                  <a:lnTo>
                    <a:pt x="2792586" y="999810"/>
                  </a:lnTo>
                  <a:lnTo>
                    <a:pt x="2791514" y="1000233"/>
                  </a:lnTo>
                  <a:lnTo>
                    <a:pt x="2790443" y="1000655"/>
                  </a:lnTo>
                  <a:lnTo>
                    <a:pt x="2789371" y="1001078"/>
                  </a:lnTo>
                  <a:lnTo>
                    <a:pt x="2788300" y="1001500"/>
                  </a:lnTo>
                  <a:lnTo>
                    <a:pt x="2787228" y="1001923"/>
                  </a:lnTo>
                  <a:lnTo>
                    <a:pt x="2786156" y="1002346"/>
                  </a:lnTo>
                  <a:lnTo>
                    <a:pt x="2785085" y="1002768"/>
                  </a:lnTo>
                  <a:lnTo>
                    <a:pt x="2784013" y="1003191"/>
                  </a:lnTo>
                  <a:lnTo>
                    <a:pt x="2782942" y="1003614"/>
                  </a:lnTo>
                  <a:lnTo>
                    <a:pt x="2781870" y="1004037"/>
                  </a:lnTo>
                  <a:lnTo>
                    <a:pt x="2780798" y="1004460"/>
                  </a:lnTo>
                  <a:lnTo>
                    <a:pt x="2779727" y="1004883"/>
                  </a:lnTo>
                  <a:lnTo>
                    <a:pt x="2778655" y="1005306"/>
                  </a:lnTo>
                  <a:lnTo>
                    <a:pt x="2777584" y="1005729"/>
                  </a:lnTo>
                  <a:lnTo>
                    <a:pt x="2776512" y="1006153"/>
                  </a:lnTo>
                  <a:lnTo>
                    <a:pt x="2775440" y="1006576"/>
                  </a:lnTo>
                  <a:lnTo>
                    <a:pt x="2774369" y="1006999"/>
                  </a:lnTo>
                  <a:lnTo>
                    <a:pt x="2773297" y="1007423"/>
                  </a:lnTo>
                  <a:lnTo>
                    <a:pt x="2772226" y="1007846"/>
                  </a:lnTo>
                  <a:lnTo>
                    <a:pt x="2771154" y="1008270"/>
                  </a:lnTo>
                  <a:lnTo>
                    <a:pt x="2770082" y="1008693"/>
                  </a:lnTo>
                  <a:lnTo>
                    <a:pt x="2769011" y="1009117"/>
                  </a:lnTo>
                  <a:lnTo>
                    <a:pt x="2767939" y="1009540"/>
                  </a:lnTo>
                  <a:lnTo>
                    <a:pt x="2766868" y="1009964"/>
                  </a:lnTo>
                  <a:lnTo>
                    <a:pt x="2765796" y="1010388"/>
                  </a:lnTo>
                  <a:lnTo>
                    <a:pt x="2764724" y="1010812"/>
                  </a:lnTo>
                  <a:lnTo>
                    <a:pt x="2763653" y="1011235"/>
                  </a:lnTo>
                  <a:lnTo>
                    <a:pt x="2762581" y="1011659"/>
                  </a:lnTo>
                  <a:lnTo>
                    <a:pt x="2761510" y="1012083"/>
                  </a:lnTo>
                  <a:lnTo>
                    <a:pt x="2760438" y="1012507"/>
                  </a:lnTo>
                  <a:lnTo>
                    <a:pt x="2759366" y="1012931"/>
                  </a:lnTo>
                  <a:lnTo>
                    <a:pt x="2758295" y="1013355"/>
                  </a:lnTo>
                  <a:lnTo>
                    <a:pt x="2757223" y="1013779"/>
                  </a:lnTo>
                  <a:lnTo>
                    <a:pt x="2756152" y="1014203"/>
                  </a:lnTo>
                  <a:lnTo>
                    <a:pt x="2755080" y="1014628"/>
                  </a:lnTo>
                  <a:lnTo>
                    <a:pt x="2754008" y="1015052"/>
                  </a:lnTo>
                  <a:lnTo>
                    <a:pt x="2752937" y="1015476"/>
                  </a:lnTo>
                  <a:lnTo>
                    <a:pt x="2751865" y="1015900"/>
                  </a:lnTo>
                  <a:lnTo>
                    <a:pt x="2750794" y="1016325"/>
                  </a:lnTo>
                  <a:lnTo>
                    <a:pt x="2749722" y="1016749"/>
                  </a:lnTo>
                  <a:lnTo>
                    <a:pt x="2748650" y="1017174"/>
                  </a:lnTo>
                  <a:lnTo>
                    <a:pt x="2747579" y="1017598"/>
                  </a:lnTo>
                  <a:lnTo>
                    <a:pt x="2746507" y="1018022"/>
                  </a:lnTo>
                  <a:lnTo>
                    <a:pt x="2745436" y="1018447"/>
                  </a:lnTo>
                  <a:lnTo>
                    <a:pt x="2744364" y="1018872"/>
                  </a:lnTo>
                  <a:lnTo>
                    <a:pt x="2743292" y="1019296"/>
                  </a:lnTo>
                  <a:lnTo>
                    <a:pt x="2742221" y="1019721"/>
                  </a:lnTo>
                  <a:lnTo>
                    <a:pt x="2741149" y="1020145"/>
                  </a:lnTo>
                  <a:lnTo>
                    <a:pt x="2740078" y="1020570"/>
                  </a:lnTo>
                  <a:lnTo>
                    <a:pt x="2739006" y="1020995"/>
                  </a:lnTo>
                  <a:lnTo>
                    <a:pt x="2737934" y="1021420"/>
                  </a:lnTo>
                  <a:lnTo>
                    <a:pt x="2736863" y="1021844"/>
                  </a:lnTo>
                  <a:lnTo>
                    <a:pt x="2735791" y="1022269"/>
                  </a:lnTo>
                  <a:lnTo>
                    <a:pt x="2734720" y="1022694"/>
                  </a:lnTo>
                  <a:lnTo>
                    <a:pt x="2733648" y="1023119"/>
                  </a:lnTo>
                  <a:lnTo>
                    <a:pt x="2732576" y="1023544"/>
                  </a:lnTo>
                  <a:lnTo>
                    <a:pt x="2731505" y="1023969"/>
                  </a:lnTo>
                  <a:lnTo>
                    <a:pt x="2730433" y="1024394"/>
                  </a:lnTo>
                  <a:lnTo>
                    <a:pt x="2729362" y="1024819"/>
                  </a:lnTo>
                  <a:lnTo>
                    <a:pt x="2728290" y="1025244"/>
                  </a:lnTo>
                  <a:lnTo>
                    <a:pt x="2727218" y="1025669"/>
                  </a:lnTo>
                  <a:lnTo>
                    <a:pt x="2726147" y="1026094"/>
                  </a:lnTo>
                  <a:lnTo>
                    <a:pt x="2725075" y="1026519"/>
                  </a:lnTo>
                  <a:lnTo>
                    <a:pt x="2724004" y="1026944"/>
                  </a:lnTo>
                  <a:lnTo>
                    <a:pt x="2722932" y="1027369"/>
                  </a:lnTo>
                  <a:lnTo>
                    <a:pt x="2721860" y="1027794"/>
                  </a:lnTo>
                  <a:lnTo>
                    <a:pt x="2720789" y="1028219"/>
                  </a:lnTo>
                  <a:lnTo>
                    <a:pt x="2719717" y="1028644"/>
                  </a:lnTo>
                  <a:lnTo>
                    <a:pt x="2718646" y="1029070"/>
                  </a:lnTo>
                  <a:lnTo>
                    <a:pt x="2717574" y="1029495"/>
                  </a:lnTo>
                  <a:lnTo>
                    <a:pt x="2716502" y="1029920"/>
                  </a:lnTo>
                  <a:lnTo>
                    <a:pt x="2715431" y="1030345"/>
                  </a:lnTo>
                  <a:lnTo>
                    <a:pt x="2714359" y="1030770"/>
                  </a:lnTo>
                  <a:lnTo>
                    <a:pt x="2713288" y="1031196"/>
                  </a:lnTo>
                  <a:lnTo>
                    <a:pt x="2712216" y="1031621"/>
                  </a:lnTo>
                  <a:lnTo>
                    <a:pt x="2711144" y="1032046"/>
                  </a:lnTo>
                  <a:lnTo>
                    <a:pt x="2710073" y="1032472"/>
                  </a:lnTo>
                  <a:lnTo>
                    <a:pt x="2709001" y="1032897"/>
                  </a:lnTo>
                  <a:lnTo>
                    <a:pt x="2707930" y="1033322"/>
                  </a:lnTo>
                  <a:lnTo>
                    <a:pt x="2706858" y="1033747"/>
                  </a:lnTo>
                  <a:lnTo>
                    <a:pt x="2705786" y="1034173"/>
                  </a:lnTo>
                  <a:lnTo>
                    <a:pt x="2704715" y="1034598"/>
                  </a:lnTo>
                  <a:lnTo>
                    <a:pt x="2703643" y="1035024"/>
                  </a:lnTo>
                  <a:lnTo>
                    <a:pt x="2702572" y="1035449"/>
                  </a:lnTo>
                  <a:lnTo>
                    <a:pt x="2701500" y="1035874"/>
                  </a:lnTo>
                  <a:lnTo>
                    <a:pt x="2700428" y="1036300"/>
                  </a:lnTo>
                  <a:lnTo>
                    <a:pt x="2699357" y="1036725"/>
                  </a:lnTo>
                  <a:lnTo>
                    <a:pt x="2698285" y="1037150"/>
                  </a:lnTo>
                  <a:lnTo>
                    <a:pt x="2697214" y="1037576"/>
                  </a:lnTo>
                  <a:lnTo>
                    <a:pt x="2696142" y="1038001"/>
                  </a:lnTo>
                  <a:lnTo>
                    <a:pt x="2695070" y="1038427"/>
                  </a:lnTo>
                  <a:lnTo>
                    <a:pt x="2693999" y="1038852"/>
                  </a:lnTo>
                  <a:lnTo>
                    <a:pt x="2692927" y="1039277"/>
                  </a:lnTo>
                  <a:lnTo>
                    <a:pt x="2691856" y="1039703"/>
                  </a:lnTo>
                  <a:lnTo>
                    <a:pt x="2690784" y="1040128"/>
                  </a:lnTo>
                  <a:lnTo>
                    <a:pt x="2689712" y="1040553"/>
                  </a:lnTo>
                  <a:lnTo>
                    <a:pt x="2688641" y="1040979"/>
                  </a:lnTo>
                  <a:lnTo>
                    <a:pt x="2687569" y="1041404"/>
                  </a:lnTo>
                  <a:lnTo>
                    <a:pt x="2686498" y="1041830"/>
                  </a:lnTo>
                  <a:lnTo>
                    <a:pt x="2685426" y="1042255"/>
                  </a:lnTo>
                  <a:lnTo>
                    <a:pt x="2684354" y="1042680"/>
                  </a:lnTo>
                  <a:lnTo>
                    <a:pt x="2683283" y="1043106"/>
                  </a:lnTo>
                  <a:lnTo>
                    <a:pt x="2682211" y="1043531"/>
                  </a:lnTo>
                  <a:lnTo>
                    <a:pt x="2681140" y="1043956"/>
                  </a:lnTo>
                  <a:lnTo>
                    <a:pt x="2680068" y="1044382"/>
                  </a:lnTo>
                  <a:lnTo>
                    <a:pt x="2678996" y="1044807"/>
                  </a:lnTo>
                  <a:lnTo>
                    <a:pt x="2677925" y="1045232"/>
                  </a:lnTo>
                  <a:lnTo>
                    <a:pt x="2676853" y="1045658"/>
                  </a:lnTo>
                  <a:lnTo>
                    <a:pt x="2675782" y="1046083"/>
                  </a:lnTo>
                  <a:lnTo>
                    <a:pt x="2674710" y="1046508"/>
                  </a:lnTo>
                  <a:lnTo>
                    <a:pt x="2673638" y="1046933"/>
                  </a:lnTo>
                  <a:lnTo>
                    <a:pt x="2672567" y="1047359"/>
                  </a:lnTo>
                  <a:lnTo>
                    <a:pt x="2671495" y="1047784"/>
                  </a:lnTo>
                  <a:lnTo>
                    <a:pt x="2670424" y="1048209"/>
                  </a:lnTo>
                  <a:lnTo>
                    <a:pt x="2669352" y="1048634"/>
                  </a:lnTo>
                  <a:lnTo>
                    <a:pt x="2668280" y="1049060"/>
                  </a:lnTo>
                  <a:lnTo>
                    <a:pt x="2667209" y="1049485"/>
                  </a:lnTo>
                  <a:lnTo>
                    <a:pt x="2666137" y="1049910"/>
                  </a:lnTo>
                  <a:lnTo>
                    <a:pt x="2665066" y="1050335"/>
                  </a:lnTo>
                  <a:lnTo>
                    <a:pt x="2663994" y="1050760"/>
                  </a:lnTo>
                  <a:lnTo>
                    <a:pt x="2662922" y="1051185"/>
                  </a:lnTo>
                  <a:lnTo>
                    <a:pt x="2661851" y="1051610"/>
                  </a:lnTo>
                  <a:lnTo>
                    <a:pt x="2660779" y="1052035"/>
                  </a:lnTo>
                  <a:lnTo>
                    <a:pt x="2659708" y="1052460"/>
                  </a:lnTo>
                  <a:lnTo>
                    <a:pt x="2658636" y="1052885"/>
                  </a:lnTo>
                  <a:lnTo>
                    <a:pt x="2657565" y="1053310"/>
                  </a:lnTo>
                  <a:lnTo>
                    <a:pt x="2656493" y="1053735"/>
                  </a:lnTo>
                  <a:lnTo>
                    <a:pt x="2655421" y="1054160"/>
                  </a:lnTo>
                  <a:lnTo>
                    <a:pt x="2654350" y="1054585"/>
                  </a:lnTo>
                  <a:lnTo>
                    <a:pt x="2653278" y="1055010"/>
                  </a:lnTo>
                  <a:lnTo>
                    <a:pt x="2652207" y="1055435"/>
                  </a:lnTo>
                  <a:lnTo>
                    <a:pt x="2651135" y="1055860"/>
                  </a:lnTo>
                  <a:lnTo>
                    <a:pt x="2650063" y="1056284"/>
                  </a:lnTo>
                  <a:lnTo>
                    <a:pt x="2648992" y="1056709"/>
                  </a:lnTo>
                  <a:lnTo>
                    <a:pt x="2647920" y="1057134"/>
                  </a:lnTo>
                  <a:lnTo>
                    <a:pt x="2646849" y="1057559"/>
                  </a:lnTo>
                  <a:lnTo>
                    <a:pt x="2645777" y="1057983"/>
                  </a:lnTo>
                  <a:lnTo>
                    <a:pt x="2644705" y="1058408"/>
                  </a:lnTo>
                  <a:lnTo>
                    <a:pt x="2643634" y="1058832"/>
                  </a:lnTo>
                  <a:lnTo>
                    <a:pt x="2642562" y="1059257"/>
                  </a:lnTo>
                  <a:lnTo>
                    <a:pt x="2641491" y="1059681"/>
                  </a:lnTo>
                  <a:lnTo>
                    <a:pt x="2640419" y="1060106"/>
                  </a:lnTo>
                  <a:lnTo>
                    <a:pt x="2639347" y="1060530"/>
                  </a:lnTo>
                  <a:lnTo>
                    <a:pt x="2638276" y="1060955"/>
                  </a:lnTo>
                  <a:lnTo>
                    <a:pt x="2637204" y="1061379"/>
                  </a:lnTo>
                  <a:lnTo>
                    <a:pt x="2636133" y="1061803"/>
                  </a:lnTo>
                  <a:lnTo>
                    <a:pt x="2635061" y="1062228"/>
                  </a:lnTo>
                  <a:lnTo>
                    <a:pt x="2633989" y="1062652"/>
                  </a:lnTo>
                  <a:lnTo>
                    <a:pt x="2632918" y="1063076"/>
                  </a:lnTo>
                  <a:lnTo>
                    <a:pt x="2631846" y="1063500"/>
                  </a:lnTo>
                  <a:lnTo>
                    <a:pt x="2630775" y="1063924"/>
                  </a:lnTo>
                  <a:lnTo>
                    <a:pt x="2629703" y="1064349"/>
                  </a:lnTo>
                  <a:lnTo>
                    <a:pt x="2628631" y="1064773"/>
                  </a:lnTo>
                  <a:lnTo>
                    <a:pt x="2627560" y="1065197"/>
                  </a:lnTo>
                  <a:lnTo>
                    <a:pt x="2626488" y="1065620"/>
                  </a:lnTo>
                  <a:lnTo>
                    <a:pt x="2625417" y="1066044"/>
                  </a:lnTo>
                  <a:lnTo>
                    <a:pt x="2624345" y="1066468"/>
                  </a:lnTo>
                  <a:lnTo>
                    <a:pt x="2623273" y="1066892"/>
                  </a:lnTo>
                  <a:lnTo>
                    <a:pt x="2622202" y="1067316"/>
                  </a:lnTo>
                  <a:lnTo>
                    <a:pt x="2621130" y="1067739"/>
                  </a:lnTo>
                  <a:lnTo>
                    <a:pt x="2620059" y="1068163"/>
                  </a:lnTo>
                  <a:lnTo>
                    <a:pt x="2618987" y="1068587"/>
                  </a:lnTo>
                  <a:lnTo>
                    <a:pt x="2617915" y="1069010"/>
                  </a:lnTo>
                  <a:lnTo>
                    <a:pt x="2616844" y="1069434"/>
                  </a:lnTo>
                  <a:lnTo>
                    <a:pt x="2615772" y="1069857"/>
                  </a:lnTo>
                  <a:lnTo>
                    <a:pt x="2614701" y="1070280"/>
                  </a:lnTo>
                  <a:lnTo>
                    <a:pt x="2613629" y="1070704"/>
                  </a:lnTo>
                  <a:lnTo>
                    <a:pt x="2612557" y="1071127"/>
                  </a:lnTo>
                  <a:lnTo>
                    <a:pt x="2611486" y="1071550"/>
                  </a:lnTo>
                  <a:lnTo>
                    <a:pt x="2610414" y="1071973"/>
                  </a:lnTo>
                  <a:lnTo>
                    <a:pt x="2609343" y="1072396"/>
                  </a:lnTo>
                  <a:lnTo>
                    <a:pt x="2608271" y="1072819"/>
                  </a:lnTo>
                  <a:lnTo>
                    <a:pt x="2607199" y="1073242"/>
                  </a:lnTo>
                  <a:lnTo>
                    <a:pt x="2606128" y="1073665"/>
                  </a:lnTo>
                  <a:lnTo>
                    <a:pt x="2605056" y="1074088"/>
                  </a:lnTo>
                  <a:lnTo>
                    <a:pt x="2603985" y="1074511"/>
                  </a:lnTo>
                  <a:lnTo>
                    <a:pt x="2602913" y="1074934"/>
                  </a:lnTo>
                  <a:lnTo>
                    <a:pt x="2601841" y="1075356"/>
                  </a:lnTo>
                  <a:lnTo>
                    <a:pt x="2600770" y="1075779"/>
                  </a:lnTo>
                  <a:lnTo>
                    <a:pt x="2599698" y="1076201"/>
                  </a:lnTo>
                  <a:lnTo>
                    <a:pt x="2598627" y="1076624"/>
                  </a:lnTo>
                  <a:lnTo>
                    <a:pt x="2597555" y="1077046"/>
                  </a:lnTo>
                  <a:lnTo>
                    <a:pt x="2596483" y="1077469"/>
                  </a:lnTo>
                  <a:lnTo>
                    <a:pt x="2595412" y="1077891"/>
                  </a:lnTo>
                  <a:lnTo>
                    <a:pt x="2594340" y="1078313"/>
                  </a:lnTo>
                  <a:lnTo>
                    <a:pt x="2593269" y="1078735"/>
                  </a:lnTo>
                  <a:lnTo>
                    <a:pt x="2592197" y="1079157"/>
                  </a:lnTo>
                  <a:lnTo>
                    <a:pt x="2591125" y="1079579"/>
                  </a:lnTo>
                  <a:lnTo>
                    <a:pt x="2590054" y="1080001"/>
                  </a:lnTo>
                  <a:lnTo>
                    <a:pt x="2588982" y="1080423"/>
                  </a:lnTo>
                  <a:lnTo>
                    <a:pt x="2587911" y="1080845"/>
                  </a:lnTo>
                  <a:lnTo>
                    <a:pt x="2586839" y="1081266"/>
                  </a:lnTo>
                  <a:lnTo>
                    <a:pt x="2585767" y="1081688"/>
                  </a:lnTo>
                  <a:lnTo>
                    <a:pt x="2584696" y="1082109"/>
                  </a:lnTo>
                  <a:lnTo>
                    <a:pt x="2583624" y="1082531"/>
                  </a:lnTo>
                  <a:lnTo>
                    <a:pt x="2582553" y="1082952"/>
                  </a:lnTo>
                  <a:lnTo>
                    <a:pt x="2581481" y="1083373"/>
                  </a:lnTo>
                  <a:lnTo>
                    <a:pt x="2580409" y="1083795"/>
                  </a:lnTo>
                  <a:lnTo>
                    <a:pt x="2579338" y="1084216"/>
                  </a:lnTo>
                  <a:lnTo>
                    <a:pt x="2578266" y="1084637"/>
                  </a:lnTo>
                  <a:lnTo>
                    <a:pt x="2577195" y="1085058"/>
                  </a:lnTo>
                  <a:lnTo>
                    <a:pt x="2576123" y="1085479"/>
                  </a:lnTo>
                  <a:lnTo>
                    <a:pt x="2575051" y="1085900"/>
                  </a:lnTo>
                  <a:lnTo>
                    <a:pt x="2573980" y="1086320"/>
                  </a:lnTo>
                  <a:lnTo>
                    <a:pt x="2572908" y="1086741"/>
                  </a:lnTo>
                  <a:lnTo>
                    <a:pt x="2571837" y="1087161"/>
                  </a:lnTo>
                  <a:lnTo>
                    <a:pt x="2570765" y="1087582"/>
                  </a:lnTo>
                  <a:lnTo>
                    <a:pt x="2569693" y="1088002"/>
                  </a:lnTo>
                  <a:lnTo>
                    <a:pt x="2568622" y="1088423"/>
                  </a:lnTo>
                  <a:lnTo>
                    <a:pt x="2567550" y="1088843"/>
                  </a:lnTo>
                  <a:lnTo>
                    <a:pt x="2566479" y="1089263"/>
                  </a:lnTo>
                  <a:lnTo>
                    <a:pt x="2565407" y="1089683"/>
                  </a:lnTo>
                  <a:lnTo>
                    <a:pt x="2564335" y="1090103"/>
                  </a:lnTo>
                  <a:lnTo>
                    <a:pt x="2563264" y="1090523"/>
                  </a:lnTo>
                  <a:lnTo>
                    <a:pt x="2562192" y="1090942"/>
                  </a:lnTo>
                  <a:lnTo>
                    <a:pt x="2561121" y="1091362"/>
                  </a:lnTo>
                  <a:lnTo>
                    <a:pt x="2560049" y="1091782"/>
                  </a:lnTo>
                  <a:lnTo>
                    <a:pt x="2558977" y="1092201"/>
                  </a:lnTo>
                  <a:lnTo>
                    <a:pt x="2557906" y="1092621"/>
                  </a:lnTo>
                  <a:lnTo>
                    <a:pt x="2556834" y="1093040"/>
                  </a:lnTo>
                  <a:lnTo>
                    <a:pt x="2555763" y="1093459"/>
                  </a:lnTo>
                  <a:lnTo>
                    <a:pt x="2554691" y="1093878"/>
                  </a:lnTo>
                  <a:lnTo>
                    <a:pt x="2553619" y="1094297"/>
                  </a:lnTo>
                  <a:lnTo>
                    <a:pt x="2552548" y="1094716"/>
                  </a:lnTo>
                  <a:lnTo>
                    <a:pt x="2551476" y="1095135"/>
                  </a:lnTo>
                  <a:lnTo>
                    <a:pt x="2550405" y="1095554"/>
                  </a:lnTo>
                  <a:lnTo>
                    <a:pt x="2549333" y="1095972"/>
                  </a:lnTo>
                  <a:lnTo>
                    <a:pt x="2548261" y="1096391"/>
                  </a:lnTo>
                  <a:lnTo>
                    <a:pt x="2547190" y="1096809"/>
                  </a:lnTo>
                  <a:lnTo>
                    <a:pt x="2546118" y="1097227"/>
                  </a:lnTo>
                  <a:lnTo>
                    <a:pt x="2545047" y="1097646"/>
                  </a:lnTo>
                  <a:lnTo>
                    <a:pt x="2543975" y="1098064"/>
                  </a:lnTo>
                  <a:lnTo>
                    <a:pt x="2542903" y="1098482"/>
                  </a:lnTo>
                  <a:lnTo>
                    <a:pt x="2541832" y="1098899"/>
                  </a:lnTo>
                  <a:lnTo>
                    <a:pt x="2540760" y="1099317"/>
                  </a:lnTo>
                  <a:lnTo>
                    <a:pt x="2539689" y="1099735"/>
                  </a:lnTo>
                  <a:lnTo>
                    <a:pt x="2538617" y="1100152"/>
                  </a:lnTo>
                  <a:lnTo>
                    <a:pt x="2537545" y="1100570"/>
                  </a:lnTo>
                  <a:lnTo>
                    <a:pt x="2536474" y="1100987"/>
                  </a:lnTo>
                  <a:lnTo>
                    <a:pt x="2535402" y="1101404"/>
                  </a:lnTo>
                  <a:lnTo>
                    <a:pt x="2534331" y="1101822"/>
                  </a:lnTo>
                  <a:lnTo>
                    <a:pt x="2533259" y="1102239"/>
                  </a:lnTo>
                  <a:lnTo>
                    <a:pt x="2532187" y="1102655"/>
                  </a:lnTo>
                  <a:lnTo>
                    <a:pt x="2531116" y="1103072"/>
                  </a:lnTo>
                  <a:lnTo>
                    <a:pt x="2530044" y="1103489"/>
                  </a:lnTo>
                  <a:lnTo>
                    <a:pt x="2528973" y="1103905"/>
                  </a:lnTo>
                  <a:lnTo>
                    <a:pt x="2527901" y="1104322"/>
                  </a:lnTo>
                  <a:lnTo>
                    <a:pt x="2526829" y="1104738"/>
                  </a:lnTo>
                  <a:lnTo>
                    <a:pt x="2525758" y="1105154"/>
                  </a:lnTo>
                  <a:lnTo>
                    <a:pt x="2524686" y="1105571"/>
                  </a:lnTo>
                  <a:lnTo>
                    <a:pt x="2523615" y="1105987"/>
                  </a:lnTo>
                  <a:lnTo>
                    <a:pt x="2522543" y="1106402"/>
                  </a:lnTo>
                  <a:lnTo>
                    <a:pt x="2521471" y="1106818"/>
                  </a:lnTo>
                  <a:lnTo>
                    <a:pt x="2520400" y="1107234"/>
                  </a:lnTo>
                  <a:lnTo>
                    <a:pt x="2519328" y="1107649"/>
                  </a:lnTo>
                  <a:lnTo>
                    <a:pt x="2518257" y="1108065"/>
                  </a:lnTo>
                  <a:lnTo>
                    <a:pt x="2517185" y="1108480"/>
                  </a:lnTo>
                  <a:lnTo>
                    <a:pt x="2516113" y="1108895"/>
                  </a:lnTo>
                  <a:lnTo>
                    <a:pt x="2515042" y="1109310"/>
                  </a:lnTo>
                  <a:lnTo>
                    <a:pt x="2513970" y="1109725"/>
                  </a:lnTo>
                  <a:lnTo>
                    <a:pt x="2512899" y="1110140"/>
                  </a:lnTo>
                  <a:lnTo>
                    <a:pt x="2511827" y="1110554"/>
                  </a:lnTo>
                  <a:lnTo>
                    <a:pt x="2510755" y="1110969"/>
                  </a:lnTo>
                  <a:lnTo>
                    <a:pt x="2509684" y="1111383"/>
                  </a:lnTo>
                  <a:lnTo>
                    <a:pt x="2508612" y="1111797"/>
                  </a:lnTo>
                  <a:lnTo>
                    <a:pt x="2507541" y="1112212"/>
                  </a:lnTo>
                  <a:lnTo>
                    <a:pt x="2506469" y="1112626"/>
                  </a:lnTo>
                  <a:lnTo>
                    <a:pt x="2505397" y="1113039"/>
                  </a:lnTo>
                  <a:lnTo>
                    <a:pt x="2504326" y="1113453"/>
                  </a:lnTo>
                  <a:lnTo>
                    <a:pt x="2503254" y="1113867"/>
                  </a:lnTo>
                  <a:lnTo>
                    <a:pt x="2502183" y="1114280"/>
                  </a:lnTo>
                  <a:lnTo>
                    <a:pt x="2501111" y="1114694"/>
                  </a:lnTo>
                  <a:lnTo>
                    <a:pt x="2500039" y="1115107"/>
                  </a:lnTo>
                  <a:lnTo>
                    <a:pt x="2498968" y="1115520"/>
                  </a:lnTo>
                  <a:lnTo>
                    <a:pt x="2497896" y="1115933"/>
                  </a:lnTo>
                  <a:lnTo>
                    <a:pt x="2496825" y="1116346"/>
                  </a:lnTo>
                  <a:lnTo>
                    <a:pt x="2495753" y="1116758"/>
                  </a:lnTo>
                  <a:lnTo>
                    <a:pt x="2494681" y="1117171"/>
                  </a:lnTo>
                  <a:lnTo>
                    <a:pt x="2493610" y="1117583"/>
                  </a:lnTo>
                  <a:lnTo>
                    <a:pt x="2492538" y="1117995"/>
                  </a:lnTo>
                  <a:lnTo>
                    <a:pt x="2491467" y="1118408"/>
                  </a:lnTo>
                  <a:lnTo>
                    <a:pt x="2490395" y="1118819"/>
                  </a:lnTo>
                  <a:lnTo>
                    <a:pt x="2489323" y="1119231"/>
                  </a:lnTo>
                  <a:lnTo>
                    <a:pt x="2488252" y="1119643"/>
                  </a:lnTo>
                  <a:lnTo>
                    <a:pt x="2487180" y="1120055"/>
                  </a:lnTo>
                  <a:lnTo>
                    <a:pt x="2486109" y="1120466"/>
                  </a:lnTo>
                  <a:lnTo>
                    <a:pt x="2485037" y="1120877"/>
                  </a:lnTo>
                  <a:lnTo>
                    <a:pt x="2483966" y="1121288"/>
                  </a:lnTo>
                  <a:lnTo>
                    <a:pt x="2482894" y="1121699"/>
                  </a:lnTo>
                  <a:lnTo>
                    <a:pt x="2481822" y="1122110"/>
                  </a:lnTo>
                  <a:lnTo>
                    <a:pt x="2480751" y="1122521"/>
                  </a:lnTo>
                  <a:lnTo>
                    <a:pt x="2479679" y="1122931"/>
                  </a:lnTo>
                  <a:lnTo>
                    <a:pt x="2478608" y="1123342"/>
                  </a:lnTo>
                  <a:lnTo>
                    <a:pt x="2477536" y="1123752"/>
                  </a:lnTo>
                  <a:lnTo>
                    <a:pt x="2476464" y="1124162"/>
                  </a:lnTo>
                  <a:lnTo>
                    <a:pt x="2475393" y="1124572"/>
                  </a:lnTo>
                  <a:lnTo>
                    <a:pt x="2474321" y="1124982"/>
                  </a:lnTo>
                  <a:lnTo>
                    <a:pt x="2473250" y="1125392"/>
                  </a:lnTo>
                  <a:lnTo>
                    <a:pt x="2472178" y="1125801"/>
                  </a:lnTo>
                  <a:lnTo>
                    <a:pt x="2471106" y="1126211"/>
                  </a:lnTo>
                  <a:lnTo>
                    <a:pt x="2470035" y="1126620"/>
                  </a:lnTo>
                  <a:lnTo>
                    <a:pt x="2468963" y="1127029"/>
                  </a:lnTo>
                  <a:lnTo>
                    <a:pt x="2467892" y="1127438"/>
                  </a:lnTo>
                  <a:lnTo>
                    <a:pt x="2466820" y="1127846"/>
                  </a:lnTo>
                  <a:lnTo>
                    <a:pt x="2465748" y="1128255"/>
                  </a:lnTo>
                  <a:lnTo>
                    <a:pt x="2464677" y="1128664"/>
                  </a:lnTo>
                  <a:lnTo>
                    <a:pt x="2463605" y="1129072"/>
                  </a:lnTo>
                  <a:lnTo>
                    <a:pt x="2462534" y="1129480"/>
                  </a:lnTo>
                  <a:lnTo>
                    <a:pt x="2461462" y="1129888"/>
                  </a:lnTo>
                  <a:lnTo>
                    <a:pt x="2460390" y="1130296"/>
                  </a:lnTo>
                  <a:lnTo>
                    <a:pt x="2459319" y="1130703"/>
                  </a:lnTo>
                  <a:lnTo>
                    <a:pt x="2458247" y="1131111"/>
                  </a:lnTo>
                  <a:lnTo>
                    <a:pt x="2457176" y="1131518"/>
                  </a:lnTo>
                  <a:lnTo>
                    <a:pt x="2456104" y="1131925"/>
                  </a:lnTo>
                  <a:lnTo>
                    <a:pt x="2455032" y="1132332"/>
                  </a:lnTo>
                  <a:lnTo>
                    <a:pt x="2453961" y="1132739"/>
                  </a:lnTo>
                  <a:lnTo>
                    <a:pt x="2452889" y="1133146"/>
                  </a:lnTo>
                  <a:lnTo>
                    <a:pt x="2451818" y="1133552"/>
                  </a:lnTo>
                  <a:lnTo>
                    <a:pt x="2450746" y="1133959"/>
                  </a:lnTo>
                  <a:lnTo>
                    <a:pt x="2449674" y="1134365"/>
                  </a:lnTo>
                  <a:lnTo>
                    <a:pt x="2448603" y="1134771"/>
                  </a:lnTo>
                  <a:lnTo>
                    <a:pt x="2447531" y="1135177"/>
                  </a:lnTo>
                  <a:lnTo>
                    <a:pt x="2446460" y="1135583"/>
                  </a:lnTo>
                  <a:lnTo>
                    <a:pt x="2445388" y="1135988"/>
                  </a:lnTo>
                  <a:lnTo>
                    <a:pt x="2444316" y="1136394"/>
                  </a:lnTo>
                  <a:lnTo>
                    <a:pt x="2443245" y="1136799"/>
                  </a:lnTo>
                  <a:lnTo>
                    <a:pt x="2442173" y="1137204"/>
                  </a:lnTo>
                  <a:lnTo>
                    <a:pt x="2441102" y="1137609"/>
                  </a:lnTo>
                  <a:lnTo>
                    <a:pt x="2440030" y="1138013"/>
                  </a:lnTo>
                  <a:lnTo>
                    <a:pt x="2438958" y="1138418"/>
                  </a:lnTo>
                  <a:lnTo>
                    <a:pt x="2437887" y="1138822"/>
                  </a:lnTo>
                  <a:lnTo>
                    <a:pt x="2436815" y="1139226"/>
                  </a:lnTo>
                  <a:lnTo>
                    <a:pt x="2435744" y="1139630"/>
                  </a:lnTo>
                  <a:lnTo>
                    <a:pt x="2434672" y="1140034"/>
                  </a:lnTo>
                  <a:lnTo>
                    <a:pt x="2433600" y="1140438"/>
                  </a:lnTo>
                  <a:lnTo>
                    <a:pt x="2432529" y="1140841"/>
                  </a:lnTo>
                  <a:lnTo>
                    <a:pt x="2431457" y="1141245"/>
                  </a:lnTo>
                  <a:lnTo>
                    <a:pt x="2430386" y="1141648"/>
                  </a:lnTo>
                  <a:lnTo>
                    <a:pt x="2429314" y="1142051"/>
                  </a:lnTo>
                  <a:lnTo>
                    <a:pt x="2428242" y="1142454"/>
                  </a:lnTo>
                  <a:lnTo>
                    <a:pt x="2427171" y="1142856"/>
                  </a:lnTo>
                  <a:lnTo>
                    <a:pt x="2426099" y="1143259"/>
                  </a:lnTo>
                  <a:lnTo>
                    <a:pt x="2425028" y="1143661"/>
                  </a:lnTo>
                  <a:lnTo>
                    <a:pt x="2423956" y="1144063"/>
                  </a:lnTo>
                  <a:lnTo>
                    <a:pt x="2422884" y="1144465"/>
                  </a:lnTo>
                  <a:lnTo>
                    <a:pt x="2421813" y="1144867"/>
                  </a:lnTo>
                  <a:lnTo>
                    <a:pt x="2420741" y="1145268"/>
                  </a:lnTo>
                  <a:lnTo>
                    <a:pt x="2419670" y="1145669"/>
                  </a:lnTo>
                  <a:lnTo>
                    <a:pt x="2418598" y="1146071"/>
                  </a:lnTo>
                  <a:lnTo>
                    <a:pt x="2417526" y="1146472"/>
                  </a:lnTo>
                  <a:lnTo>
                    <a:pt x="2416455" y="1146872"/>
                  </a:lnTo>
                  <a:lnTo>
                    <a:pt x="2415383" y="1147273"/>
                  </a:lnTo>
                  <a:lnTo>
                    <a:pt x="2414312" y="1147674"/>
                  </a:lnTo>
                  <a:lnTo>
                    <a:pt x="2413240" y="1148074"/>
                  </a:lnTo>
                  <a:lnTo>
                    <a:pt x="2412168" y="1148474"/>
                  </a:lnTo>
                  <a:lnTo>
                    <a:pt x="2411097" y="1148874"/>
                  </a:lnTo>
                  <a:lnTo>
                    <a:pt x="2410025" y="1149273"/>
                  </a:lnTo>
                  <a:lnTo>
                    <a:pt x="2408954" y="1149673"/>
                  </a:lnTo>
                  <a:lnTo>
                    <a:pt x="2407882" y="1150072"/>
                  </a:lnTo>
                  <a:lnTo>
                    <a:pt x="2406810" y="1150471"/>
                  </a:lnTo>
                  <a:lnTo>
                    <a:pt x="2405739" y="1150870"/>
                  </a:lnTo>
                  <a:lnTo>
                    <a:pt x="2404667" y="1151269"/>
                  </a:lnTo>
                  <a:lnTo>
                    <a:pt x="2403596" y="1151668"/>
                  </a:lnTo>
                  <a:lnTo>
                    <a:pt x="2402524" y="1152066"/>
                  </a:lnTo>
                  <a:lnTo>
                    <a:pt x="2401452" y="1152464"/>
                  </a:lnTo>
                  <a:lnTo>
                    <a:pt x="2400381" y="1152862"/>
                  </a:lnTo>
                  <a:lnTo>
                    <a:pt x="2399309" y="1153260"/>
                  </a:lnTo>
                  <a:lnTo>
                    <a:pt x="2398238" y="1153658"/>
                  </a:lnTo>
                  <a:lnTo>
                    <a:pt x="2397166" y="1154055"/>
                  </a:lnTo>
                  <a:lnTo>
                    <a:pt x="2396094" y="1154452"/>
                  </a:lnTo>
                  <a:lnTo>
                    <a:pt x="2395023" y="1154849"/>
                  </a:lnTo>
                  <a:lnTo>
                    <a:pt x="2393951" y="1155246"/>
                  </a:lnTo>
                  <a:lnTo>
                    <a:pt x="2392880" y="1155643"/>
                  </a:lnTo>
                  <a:lnTo>
                    <a:pt x="2391808" y="1156039"/>
                  </a:lnTo>
                  <a:lnTo>
                    <a:pt x="2390736" y="1156435"/>
                  </a:lnTo>
                  <a:lnTo>
                    <a:pt x="2389665" y="1156831"/>
                  </a:lnTo>
                  <a:lnTo>
                    <a:pt x="2388593" y="1157227"/>
                  </a:lnTo>
                  <a:lnTo>
                    <a:pt x="2387522" y="1157623"/>
                  </a:lnTo>
                  <a:lnTo>
                    <a:pt x="2386450" y="1158018"/>
                  </a:lnTo>
                  <a:lnTo>
                    <a:pt x="2385378" y="1158413"/>
                  </a:lnTo>
                  <a:lnTo>
                    <a:pt x="2384307" y="1158808"/>
                  </a:lnTo>
                  <a:lnTo>
                    <a:pt x="2383235" y="1159203"/>
                  </a:lnTo>
                  <a:lnTo>
                    <a:pt x="2382164" y="1159598"/>
                  </a:lnTo>
                  <a:lnTo>
                    <a:pt x="2381092" y="1159992"/>
                  </a:lnTo>
                  <a:lnTo>
                    <a:pt x="2380020" y="1160387"/>
                  </a:lnTo>
                  <a:lnTo>
                    <a:pt x="2378949" y="1160781"/>
                  </a:lnTo>
                  <a:lnTo>
                    <a:pt x="2377877" y="1161174"/>
                  </a:lnTo>
                  <a:lnTo>
                    <a:pt x="2376806" y="1161568"/>
                  </a:lnTo>
                  <a:lnTo>
                    <a:pt x="2375734" y="1161962"/>
                  </a:lnTo>
                  <a:lnTo>
                    <a:pt x="2374662" y="1162355"/>
                  </a:lnTo>
                  <a:lnTo>
                    <a:pt x="2373591" y="1162748"/>
                  </a:lnTo>
                  <a:lnTo>
                    <a:pt x="2372519" y="1163141"/>
                  </a:lnTo>
                  <a:lnTo>
                    <a:pt x="2371448" y="1163533"/>
                  </a:lnTo>
                  <a:lnTo>
                    <a:pt x="2370376" y="1163925"/>
                  </a:lnTo>
                  <a:lnTo>
                    <a:pt x="2369304" y="1164318"/>
                  </a:lnTo>
                  <a:lnTo>
                    <a:pt x="2368233" y="1164710"/>
                  </a:lnTo>
                  <a:lnTo>
                    <a:pt x="2367161" y="1165101"/>
                  </a:lnTo>
                  <a:lnTo>
                    <a:pt x="2366090" y="1165493"/>
                  </a:lnTo>
                  <a:lnTo>
                    <a:pt x="2365018" y="1165884"/>
                  </a:lnTo>
                  <a:lnTo>
                    <a:pt x="2363946" y="1166275"/>
                  </a:lnTo>
                  <a:lnTo>
                    <a:pt x="2362875" y="1166666"/>
                  </a:lnTo>
                  <a:lnTo>
                    <a:pt x="2361803" y="1167057"/>
                  </a:lnTo>
                  <a:lnTo>
                    <a:pt x="2360732" y="1167447"/>
                  </a:lnTo>
                  <a:lnTo>
                    <a:pt x="2359660" y="1167838"/>
                  </a:lnTo>
                  <a:lnTo>
                    <a:pt x="2358588" y="1168228"/>
                  </a:lnTo>
                  <a:lnTo>
                    <a:pt x="2357517" y="1168618"/>
                  </a:lnTo>
                  <a:lnTo>
                    <a:pt x="2356445" y="1169007"/>
                  </a:lnTo>
                  <a:lnTo>
                    <a:pt x="2355374" y="1169397"/>
                  </a:lnTo>
                  <a:lnTo>
                    <a:pt x="2354302" y="1169786"/>
                  </a:lnTo>
                  <a:lnTo>
                    <a:pt x="2353230" y="1170175"/>
                  </a:lnTo>
                  <a:lnTo>
                    <a:pt x="2352159" y="1170564"/>
                  </a:lnTo>
                  <a:lnTo>
                    <a:pt x="2351087" y="1170952"/>
                  </a:lnTo>
                  <a:lnTo>
                    <a:pt x="2350016" y="1171340"/>
                  </a:lnTo>
                  <a:lnTo>
                    <a:pt x="2348944" y="1171729"/>
                  </a:lnTo>
                  <a:lnTo>
                    <a:pt x="2347872" y="1172116"/>
                  </a:lnTo>
                  <a:lnTo>
                    <a:pt x="2346801" y="1172504"/>
                  </a:lnTo>
                  <a:lnTo>
                    <a:pt x="2345729" y="1172892"/>
                  </a:lnTo>
                  <a:lnTo>
                    <a:pt x="2344658" y="1173279"/>
                  </a:lnTo>
                  <a:lnTo>
                    <a:pt x="2343586" y="1173666"/>
                  </a:lnTo>
                  <a:lnTo>
                    <a:pt x="2342514" y="1174053"/>
                  </a:lnTo>
                  <a:lnTo>
                    <a:pt x="2341443" y="1174439"/>
                  </a:lnTo>
                  <a:lnTo>
                    <a:pt x="2340371" y="1174826"/>
                  </a:lnTo>
                  <a:lnTo>
                    <a:pt x="2339300" y="1175212"/>
                  </a:lnTo>
                  <a:lnTo>
                    <a:pt x="2338228" y="1175598"/>
                  </a:lnTo>
                  <a:lnTo>
                    <a:pt x="2337156" y="1175983"/>
                  </a:lnTo>
                  <a:lnTo>
                    <a:pt x="2336085" y="1176369"/>
                  </a:lnTo>
                  <a:lnTo>
                    <a:pt x="2335013" y="1176754"/>
                  </a:lnTo>
                  <a:lnTo>
                    <a:pt x="2333942" y="1177139"/>
                  </a:lnTo>
                  <a:lnTo>
                    <a:pt x="2332870" y="1177524"/>
                  </a:lnTo>
                  <a:lnTo>
                    <a:pt x="2331798" y="1177908"/>
                  </a:lnTo>
                  <a:lnTo>
                    <a:pt x="2330727" y="1178293"/>
                  </a:lnTo>
                  <a:lnTo>
                    <a:pt x="2329655" y="1178677"/>
                  </a:lnTo>
                  <a:lnTo>
                    <a:pt x="2328584" y="1179061"/>
                  </a:lnTo>
                  <a:lnTo>
                    <a:pt x="2327512" y="1179444"/>
                  </a:lnTo>
                  <a:lnTo>
                    <a:pt x="2326440" y="1179828"/>
                  </a:lnTo>
                  <a:lnTo>
                    <a:pt x="2325369" y="1180211"/>
                  </a:lnTo>
                  <a:lnTo>
                    <a:pt x="2324297" y="1180594"/>
                  </a:lnTo>
                  <a:lnTo>
                    <a:pt x="2323226" y="1180976"/>
                  </a:lnTo>
                  <a:lnTo>
                    <a:pt x="2322154" y="1181359"/>
                  </a:lnTo>
                  <a:lnTo>
                    <a:pt x="2321082" y="1181741"/>
                  </a:lnTo>
                  <a:lnTo>
                    <a:pt x="2320011" y="1182123"/>
                  </a:lnTo>
                  <a:lnTo>
                    <a:pt x="2318939" y="1182505"/>
                  </a:lnTo>
                  <a:lnTo>
                    <a:pt x="2317868" y="1182887"/>
                  </a:lnTo>
                  <a:lnTo>
                    <a:pt x="2316796" y="1183268"/>
                  </a:lnTo>
                  <a:lnTo>
                    <a:pt x="2315724" y="1183649"/>
                  </a:lnTo>
                  <a:lnTo>
                    <a:pt x="2314653" y="1184030"/>
                  </a:lnTo>
                  <a:lnTo>
                    <a:pt x="2313581" y="1184410"/>
                  </a:lnTo>
                  <a:lnTo>
                    <a:pt x="2312510" y="1184791"/>
                  </a:lnTo>
                  <a:lnTo>
                    <a:pt x="2311438" y="1185171"/>
                  </a:lnTo>
                  <a:lnTo>
                    <a:pt x="2310366" y="1185551"/>
                  </a:lnTo>
                  <a:lnTo>
                    <a:pt x="2309295" y="1185931"/>
                  </a:lnTo>
                  <a:lnTo>
                    <a:pt x="2308223" y="1186310"/>
                  </a:lnTo>
                  <a:lnTo>
                    <a:pt x="2307152" y="1186689"/>
                  </a:lnTo>
                  <a:lnTo>
                    <a:pt x="2306080" y="1187068"/>
                  </a:lnTo>
                  <a:lnTo>
                    <a:pt x="2305009" y="1187447"/>
                  </a:lnTo>
                  <a:lnTo>
                    <a:pt x="2303937" y="1187825"/>
                  </a:lnTo>
                  <a:lnTo>
                    <a:pt x="2302865" y="1188204"/>
                  </a:lnTo>
                  <a:lnTo>
                    <a:pt x="2301794" y="1188582"/>
                  </a:lnTo>
                  <a:lnTo>
                    <a:pt x="2300722" y="1188959"/>
                  </a:lnTo>
                  <a:lnTo>
                    <a:pt x="2299651" y="1189337"/>
                  </a:lnTo>
                  <a:lnTo>
                    <a:pt x="2298579" y="1189714"/>
                  </a:lnTo>
                  <a:lnTo>
                    <a:pt x="2297507" y="1190091"/>
                  </a:lnTo>
                  <a:lnTo>
                    <a:pt x="2296436" y="1190468"/>
                  </a:lnTo>
                  <a:lnTo>
                    <a:pt x="2295364" y="1190845"/>
                  </a:lnTo>
                  <a:lnTo>
                    <a:pt x="2294293" y="1191221"/>
                  </a:lnTo>
                  <a:lnTo>
                    <a:pt x="2293221" y="1191597"/>
                  </a:lnTo>
                  <a:lnTo>
                    <a:pt x="2292149" y="1191973"/>
                  </a:lnTo>
                  <a:lnTo>
                    <a:pt x="2291078" y="1192348"/>
                  </a:lnTo>
                  <a:lnTo>
                    <a:pt x="2290006" y="1192724"/>
                  </a:lnTo>
                  <a:lnTo>
                    <a:pt x="2288935" y="1193099"/>
                  </a:lnTo>
                  <a:lnTo>
                    <a:pt x="2287863" y="1193474"/>
                  </a:lnTo>
                  <a:lnTo>
                    <a:pt x="2286791" y="1193848"/>
                  </a:lnTo>
                  <a:lnTo>
                    <a:pt x="2285720" y="1194223"/>
                  </a:lnTo>
                  <a:lnTo>
                    <a:pt x="2284648" y="1194597"/>
                  </a:lnTo>
                  <a:lnTo>
                    <a:pt x="2283577" y="1194971"/>
                  </a:lnTo>
                  <a:lnTo>
                    <a:pt x="2282505" y="1195344"/>
                  </a:lnTo>
                  <a:lnTo>
                    <a:pt x="2281433" y="1195718"/>
                  </a:lnTo>
                  <a:lnTo>
                    <a:pt x="2280362" y="1196091"/>
                  </a:lnTo>
                  <a:lnTo>
                    <a:pt x="2279290" y="1196464"/>
                  </a:lnTo>
                  <a:lnTo>
                    <a:pt x="2278219" y="1196836"/>
                  </a:lnTo>
                  <a:lnTo>
                    <a:pt x="2277147" y="1197209"/>
                  </a:lnTo>
                  <a:lnTo>
                    <a:pt x="2276075" y="1197581"/>
                  </a:lnTo>
                  <a:lnTo>
                    <a:pt x="2275004" y="1197953"/>
                  </a:lnTo>
                  <a:lnTo>
                    <a:pt x="2273932" y="1198324"/>
                  </a:lnTo>
                  <a:lnTo>
                    <a:pt x="2272861" y="1198696"/>
                  </a:lnTo>
                  <a:lnTo>
                    <a:pt x="2271789" y="1199067"/>
                  </a:lnTo>
                  <a:lnTo>
                    <a:pt x="2270717" y="1199437"/>
                  </a:lnTo>
                  <a:lnTo>
                    <a:pt x="2269646" y="1199808"/>
                  </a:lnTo>
                  <a:lnTo>
                    <a:pt x="2268574" y="1200178"/>
                  </a:lnTo>
                  <a:lnTo>
                    <a:pt x="2267503" y="1200549"/>
                  </a:lnTo>
                  <a:lnTo>
                    <a:pt x="2266431" y="1200918"/>
                  </a:lnTo>
                  <a:lnTo>
                    <a:pt x="2265359" y="1201288"/>
                  </a:lnTo>
                  <a:lnTo>
                    <a:pt x="2264288" y="1201657"/>
                  </a:lnTo>
                  <a:lnTo>
                    <a:pt x="2263216" y="1202026"/>
                  </a:lnTo>
                  <a:lnTo>
                    <a:pt x="2262145" y="1202395"/>
                  </a:lnTo>
                  <a:lnTo>
                    <a:pt x="2261073" y="1202764"/>
                  </a:lnTo>
                  <a:lnTo>
                    <a:pt x="2260001" y="1203132"/>
                  </a:lnTo>
                  <a:lnTo>
                    <a:pt x="2258930" y="1203500"/>
                  </a:lnTo>
                  <a:lnTo>
                    <a:pt x="2257858" y="1203868"/>
                  </a:lnTo>
                  <a:lnTo>
                    <a:pt x="2256787" y="1204235"/>
                  </a:lnTo>
                  <a:lnTo>
                    <a:pt x="2255715" y="1204603"/>
                  </a:lnTo>
                  <a:lnTo>
                    <a:pt x="2254643" y="1204970"/>
                  </a:lnTo>
                  <a:lnTo>
                    <a:pt x="2253572" y="1205336"/>
                  </a:lnTo>
                  <a:lnTo>
                    <a:pt x="2252500" y="1205703"/>
                  </a:lnTo>
                  <a:lnTo>
                    <a:pt x="2251429" y="1206069"/>
                  </a:lnTo>
                  <a:lnTo>
                    <a:pt x="2250357" y="1206435"/>
                  </a:lnTo>
                  <a:lnTo>
                    <a:pt x="2249285" y="1206801"/>
                  </a:lnTo>
                  <a:lnTo>
                    <a:pt x="2248214" y="1207166"/>
                  </a:lnTo>
                  <a:lnTo>
                    <a:pt x="2247142" y="1207531"/>
                  </a:lnTo>
                  <a:lnTo>
                    <a:pt x="2246071" y="1207896"/>
                  </a:lnTo>
                  <a:lnTo>
                    <a:pt x="2244999" y="1208261"/>
                  </a:lnTo>
                  <a:lnTo>
                    <a:pt x="2243927" y="1208625"/>
                  </a:lnTo>
                  <a:lnTo>
                    <a:pt x="2242856" y="1208990"/>
                  </a:lnTo>
                  <a:lnTo>
                    <a:pt x="2241784" y="1209353"/>
                  </a:lnTo>
                  <a:lnTo>
                    <a:pt x="2240713" y="1209717"/>
                  </a:lnTo>
                  <a:lnTo>
                    <a:pt x="2239641" y="1210080"/>
                  </a:lnTo>
                  <a:lnTo>
                    <a:pt x="2238569" y="1210443"/>
                  </a:lnTo>
                  <a:lnTo>
                    <a:pt x="2237498" y="1210806"/>
                  </a:lnTo>
                  <a:lnTo>
                    <a:pt x="2236426" y="1211169"/>
                  </a:lnTo>
                  <a:lnTo>
                    <a:pt x="2235355" y="1211531"/>
                  </a:lnTo>
                  <a:lnTo>
                    <a:pt x="2234283" y="1211893"/>
                  </a:lnTo>
                  <a:lnTo>
                    <a:pt x="2233211" y="1212255"/>
                  </a:lnTo>
                  <a:lnTo>
                    <a:pt x="2232140" y="1212616"/>
                  </a:lnTo>
                  <a:lnTo>
                    <a:pt x="2231068" y="1212978"/>
                  </a:lnTo>
                  <a:lnTo>
                    <a:pt x="2229997" y="1213339"/>
                  </a:lnTo>
                  <a:lnTo>
                    <a:pt x="2228925" y="1213699"/>
                  </a:lnTo>
                  <a:lnTo>
                    <a:pt x="2227853" y="1214060"/>
                  </a:lnTo>
                  <a:lnTo>
                    <a:pt x="2226782" y="1214420"/>
                  </a:lnTo>
                  <a:lnTo>
                    <a:pt x="2225710" y="1214780"/>
                  </a:lnTo>
                  <a:lnTo>
                    <a:pt x="2224639" y="1215139"/>
                  </a:lnTo>
                  <a:lnTo>
                    <a:pt x="2223567" y="1215499"/>
                  </a:lnTo>
                  <a:lnTo>
                    <a:pt x="2222495" y="1215858"/>
                  </a:lnTo>
                  <a:lnTo>
                    <a:pt x="2221424" y="1216216"/>
                  </a:lnTo>
                  <a:lnTo>
                    <a:pt x="2220352" y="1216575"/>
                  </a:lnTo>
                  <a:lnTo>
                    <a:pt x="2219281" y="1216933"/>
                  </a:lnTo>
                  <a:lnTo>
                    <a:pt x="2218209" y="1217291"/>
                  </a:lnTo>
                  <a:lnTo>
                    <a:pt x="2217137" y="1217649"/>
                  </a:lnTo>
                  <a:lnTo>
                    <a:pt x="2216066" y="1218006"/>
                  </a:lnTo>
                  <a:lnTo>
                    <a:pt x="2214994" y="1218363"/>
                  </a:lnTo>
                  <a:lnTo>
                    <a:pt x="2213923" y="1218720"/>
                  </a:lnTo>
                  <a:lnTo>
                    <a:pt x="2212851" y="1219077"/>
                  </a:lnTo>
                  <a:lnTo>
                    <a:pt x="2211779" y="1219433"/>
                  </a:lnTo>
                  <a:lnTo>
                    <a:pt x="2210708" y="1219789"/>
                  </a:lnTo>
                  <a:lnTo>
                    <a:pt x="2209636" y="1220145"/>
                  </a:lnTo>
                  <a:lnTo>
                    <a:pt x="2208565" y="1220501"/>
                  </a:lnTo>
                  <a:lnTo>
                    <a:pt x="2207493" y="1220856"/>
                  </a:lnTo>
                  <a:lnTo>
                    <a:pt x="2206421" y="1221211"/>
                  </a:lnTo>
                  <a:lnTo>
                    <a:pt x="2205350" y="1221565"/>
                  </a:lnTo>
                  <a:lnTo>
                    <a:pt x="2204278" y="1221920"/>
                  </a:lnTo>
                  <a:lnTo>
                    <a:pt x="2203207" y="1222274"/>
                  </a:lnTo>
                  <a:lnTo>
                    <a:pt x="2202135" y="1222628"/>
                  </a:lnTo>
                  <a:lnTo>
                    <a:pt x="2201063" y="1222981"/>
                  </a:lnTo>
                  <a:lnTo>
                    <a:pt x="2199992" y="1223335"/>
                  </a:lnTo>
                  <a:lnTo>
                    <a:pt x="2198920" y="1223688"/>
                  </a:lnTo>
                  <a:lnTo>
                    <a:pt x="2197849" y="1224040"/>
                  </a:lnTo>
                  <a:lnTo>
                    <a:pt x="2196777" y="1224393"/>
                  </a:lnTo>
                  <a:lnTo>
                    <a:pt x="2195705" y="1224745"/>
                  </a:lnTo>
                  <a:lnTo>
                    <a:pt x="2194634" y="1225097"/>
                  </a:lnTo>
                  <a:lnTo>
                    <a:pt x="2193562" y="1225449"/>
                  </a:lnTo>
                  <a:lnTo>
                    <a:pt x="2192491" y="1225800"/>
                  </a:lnTo>
                  <a:lnTo>
                    <a:pt x="2191419" y="1226151"/>
                  </a:lnTo>
                  <a:lnTo>
                    <a:pt x="2190347" y="1226502"/>
                  </a:lnTo>
                  <a:lnTo>
                    <a:pt x="2189276" y="1226852"/>
                  </a:lnTo>
                  <a:lnTo>
                    <a:pt x="2188204" y="1227202"/>
                  </a:lnTo>
                  <a:lnTo>
                    <a:pt x="2187133" y="1227552"/>
                  </a:lnTo>
                  <a:lnTo>
                    <a:pt x="2186061" y="1227902"/>
                  </a:lnTo>
                  <a:lnTo>
                    <a:pt x="2184989" y="1228251"/>
                  </a:lnTo>
                  <a:lnTo>
                    <a:pt x="2183918" y="1228600"/>
                  </a:lnTo>
                  <a:lnTo>
                    <a:pt x="2182846" y="1228949"/>
                  </a:lnTo>
                  <a:lnTo>
                    <a:pt x="2181775" y="1229298"/>
                  </a:lnTo>
                  <a:lnTo>
                    <a:pt x="2180703" y="1229646"/>
                  </a:lnTo>
                  <a:lnTo>
                    <a:pt x="2179631" y="1229994"/>
                  </a:lnTo>
                  <a:lnTo>
                    <a:pt x="2178560" y="1230342"/>
                  </a:lnTo>
                  <a:lnTo>
                    <a:pt x="2177488" y="1230689"/>
                  </a:lnTo>
                  <a:lnTo>
                    <a:pt x="2176417" y="1231036"/>
                  </a:lnTo>
                  <a:lnTo>
                    <a:pt x="2175345" y="1231383"/>
                  </a:lnTo>
                  <a:lnTo>
                    <a:pt x="2174273" y="1231729"/>
                  </a:lnTo>
                  <a:lnTo>
                    <a:pt x="2173202" y="1232076"/>
                  </a:lnTo>
                  <a:lnTo>
                    <a:pt x="2172130" y="1232422"/>
                  </a:lnTo>
                  <a:lnTo>
                    <a:pt x="2171059" y="1232767"/>
                  </a:lnTo>
                  <a:lnTo>
                    <a:pt x="2169987" y="1233113"/>
                  </a:lnTo>
                  <a:lnTo>
                    <a:pt x="2168915" y="1233458"/>
                  </a:lnTo>
                  <a:lnTo>
                    <a:pt x="2167844" y="1233802"/>
                  </a:lnTo>
                  <a:lnTo>
                    <a:pt x="2166772" y="1234147"/>
                  </a:lnTo>
                  <a:lnTo>
                    <a:pt x="2165701" y="1234491"/>
                  </a:lnTo>
                  <a:lnTo>
                    <a:pt x="2164629" y="1234835"/>
                  </a:lnTo>
                  <a:lnTo>
                    <a:pt x="2163557" y="1235179"/>
                  </a:lnTo>
                  <a:lnTo>
                    <a:pt x="2162486" y="1235522"/>
                  </a:lnTo>
                  <a:lnTo>
                    <a:pt x="2161414" y="1235865"/>
                  </a:lnTo>
                  <a:lnTo>
                    <a:pt x="2160343" y="1236208"/>
                  </a:lnTo>
                  <a:lnTo>
                    <a:pt x="2159271" y="1236550"/>
                  </a:lnTo>
                  <a:lnTo>
                    <a:pt x="2158199" y="1236893"/>
                  </a:lnTo>
                  <a:lnTo>
                    <a:pt x="2157128" y="1237234"/>
                  </a:lnTo>
                  <a:lnTo>
                    <a:pt x="2156056" y="1237576"/>
                  </a:lnTo>
                  <a:lnTo>
                    <a:pt x="2154985" y="1237917"/>
                  </a:lnTo>
                  <a:lnTo>
                    <a:pt x="2153913" y="1238258"/>
                  </a:lnTo>
                  <a:lnTo>
                    <a:pt x="2152841" y="1238599"/>
                  </a:lnTo>
                  <a:lnTo>
                    <a:pt x="2151770" y="1238940"/>
                  </a:lnTo>
                  <a:lnTo>
                    <a:pt x="2150698" y="1239280"/>
                  </a:lnTo>
                  <a:lnTo>
                    <a:pt x="2149627" y="1239620"/>
                  </a:lnTo>
                  <a:lnTo>
                    <a:pt x="2148555" y="1239959"/>
                  </a:lnTo>
                  <a:lnTo>
                    <a:pt x="2147483" y="1240298"/>
                  </a:lnTo>
                  <a:lnTo>
                    <a:pt x="2146412" y="1240637"/>
                  </a:lnTo>
                  <a:lnTo>
                    <a:pt x="2145340" y="1240976"/>
                  </a:lnTo>
                  <a:lnTo>
                    <a:pt x="2144269" y="1241314"/>
                  </a:lnTo>
                  <a:lnTo>
                    <a:pt x="2143197" y="1241653"/>
                  </a:lnTo>
                  <a:lnTo>
                    <a:pt x="2142125" y="1241990"/>
                  </a:lnTo>
                  <a:lnTo>
                    <a:pt x="2141054" y="1242328"/>
                  </a:lnTo>
                  <a:lnTo>
                    <a:pt x="2139982" y="1242665"/>
                  </a:lnTo>
                  <a:lnTo>
                    <a:pt x="2138911" y="1243002"/>
                  </a:lnTo>
                  <a:lnTo>
                    <a:pt x="2137839" y="1243339"/>
                  </a:lnTo>
                  <a:lnTo>
                    <a:pt x="2136767" y="1243675"/>
                  </a:lnTo>
                  <a:lnTo>
                    <a:pt x="2135696" y="1244011"/>
                  </a:lnTo>
                  <a:lnTo>
                    <a:pt x="2134624" y="1244347"/>
                  </a:lnTo>
                  <a:lnTo>
                    <a:pt x="2133553" y="1244682"/>
                  </a:lnTo>
                  <a:lnTo>
                    <a:pt x="2132481" y="1245017"/>
                  </a:lnTo>
                  <a:lnTo>
                    <a:pt x="2131409" y="1245352"/>
                  </a:lnTo>
                  <a:lnTo>
                    <a:pt x="2130338" y="1245687"/>
                  </a:lnTo>
                  <a:lnTo>
                    <a:pt x="2129266" y="1246021"/>
                  </a:lnTo>
                  <a:lnTo>
                    <a:pt x="2128195" y="1246355"/>
                  </a:lnTo>
                  <a:lnTo>
                    <a:pt x="2127123" y="1246689"/>
                  </a:lnTo>
                  <a:lnTo>
                    <a:pt x="2126052" y="1247022"/>
                  </a:lnTo>
                  <a:lnTo>
                    <a:pt x="2124980" y="1247355"/>
                  </a:lnTo>
                  <a:lnTo>
                    <a:pt x="2123908" y="1247688"/>
                  </a:lnTo>
                  <a:lnTo>
                    <a:pt x="2122837" y="1248020"/>
                  </a:lnTo>
                  <a:lnTo>
                    <a:pt x="2121765" y="1248352"/>
                  </a:lnTo>
                  <a:lnTo>
                    <a:pt x="2120694" y="1248684"/>
                  </a:lnTo>
                  <a:lnTo>
                    <a:pt x="2119622" y="1249016"/>
                  </a:lnTo>
                  <a:lnTo>
                    <a:pt x="2118550" y="1249347"/>
                  </a:lnTo>
                  <a:lnTo>
                    <a:pt x="2117479" y="1249678"/>
                  </a:lnTo>
                  <a:lnTo>
                    <a:pt x="2116407" y="1250009"/>
                  </a:lnTo>
                  <a:lnTo>
                    <a:pt x="2115336" y="1250339"/>
                  </a:lnTo>
                  <a:lnTo>
                    <a:pt x="2114264" y="1250669"/>
                  </a:lnTo>
                  <a:lnTo>
                    <a:pt x="2113192" y="1250999"/>
                  </a:lnTo>
                  <a:lnTo>
                    <a:pt x="2112121" y="1251328"/>
                  </a:lnTo>
                  <a:lnTo>
                    <a:pt x="2111049" y="1251657"/>
                  </a:lnTo>
                  <a:lnTo>
                    <a:pt x="2109978" y="1251986"/>
                  </a:lnTo>
                  <a:lnTo>
                    <a:pt x="2108906" y="1252315"/>
                  </a:lnTo>
                  <a:lnTo>
                    <a:pt x="2107834" y="1252643"/>
                  </a:lnTo>
                  <a:lnTo>
                    <a:pt x="2106763" y="1252971"/>
                  </a:lnTo>
                  <a:lnTo>
                    <a:pt x="2105691" y="1253299"/>
                  </a:lnTo>
                  <a:lnTo>
                    <a:pt x="2104620" y="1253626"/>
                  </a:lnTo>
                  <a:lnTo>
                    <a:pt x="2103548" y="1253953"/>
                  </a:lnTo>
                  <a:lnTo>
                    <a:pt x="2102476" y="1254280"/>
                  </a:lnTo>
                  <a:lnTo>
                    <a:pt x="2101405" y="1254606"/>
                  </a:lnTo>
                  <a:lnTo>
                    <a:pt x="2100333" y="1254932"/>
                  </a:lnTo>
                  <a:lnTo>
                    <a:pt x="2099262" y="1255258"/>
                  </a:lnTo>
                  <a:lnTo>
                    <a:pt x="2098190" y="1255583"/>
                  </a:lnTo>
                  <a:lnTo>
                    <a:pt x="2097118" y="1255909"/>
                  </a:lnTo>
                  <a:lnTo>
                    <a:pt x="2096047" y="1256234"/>
                  </a:lnTo>
                  <a:lnTo>
                    <a:pt x="2094975" y="1256558"/>
                  </a:lnTo>
                  <a:lnTo>
                    <a:pt x="2093904" y="1256882"/>
                  </a:lnTo>
                  <a:lnTo>
                    <a:pt x="2092832" y="1257206"/>
                  </a:lnTo>
                  <a:lnTo>
                    <a:pt x="2091760" y="1257530"/>
                  </a:lnTo>
                  <a:lnTo>
                    <a:pt x="2090689" y="1257853"/>
                  </a:lnTo>
                  <a:lnTo>
                    <a:pt x="2089617" y="1258177"/>
                  </a:lnTo>
                  <a:lnTo>
                    <a:pt x="2088546" y="1258499"/>
                  </a:lnTo>
                  <a:lnTo>
                    <a:pt x="2087474" y="1258822"/>
                  </a:lnTo>
                  <a:lnTo>
                    <a:pt x="2086402" y="1259144"/>
                  </a:lnTo>
                  <a:lnTo>
                    <a:pt x="2085331" y="1259466"/>
                  </a:lnTo>
                  <a:lnTo>
                    <a:pt x="2084259" y="1259787"/>
                  </a:lnTo>
                  <a:lnTo>
                    <a:pt x="2083188" y="1260108"/>
                  </a:lnTo>
                  <a:lnTo>
                    <a:pt x="2082116" y="1260429"/>
                  </a:lnTo>
                  <a:lnTo>
                    <a:pt x="2081044" y="1260750"/>
                  </a:lnTo>
                  <a:lnTo>
                    <a:pt x="2079973" y="1261070"/>
                  </a:lnTo>
                  <a:lnTo>
                    <a:pt x="2078901" y="1261390"/>
                  </a:lnTo>
                  <a:lnTo>
                    <a:pt x="2077830" y="1261710"/>
                  </a:lnTo>
                  <a:lnTo>
                    <a:pt x="2076758" y="1262029"/>
                  </a:lnTo>
                  <a:lnTo>
                    <a:pt x="2075686" y="1262348"/>
                  </a:lnTo>
                  <a:lnTo>
                    <a:pt x="2074615" y="1262667"/>
                  </a:lnTo>
                  <a:lnTo>
                    <a:pt x="2073543" y="1262986"/>
                  </a:lnTo>
                  <a:lnTo>
                    <a:pt x="2072472" y="1263304"/>
                  </a:lnTo>
                  <a:lnTo>
                    <a:pt x="2071400" y="1263622"/>
                  </a:lnTo>
                  <a:lnTo>
                    <a:pt x="2070328" y="1263939"/>
                  </a:lnTo>
                  <a:lnTo>
                    <a:pt x="2069257" y="1264256"/>
                  </a:lnTo>
                  <a:lnTo>
                    <a:pt x="2068185" y="1264573"/>
                  </a:lnTo>
                  <a:lnTo>
                    <a:pt x="2067114" y="1264890"/>
                  </a:lnTo>
                  <a:lnTo>
                    <a:pt x="2066042" y="1265206"/>
                  </a:lnTo>
                  <a:lnTo>
                    <a:pt x="2064970" y="1265522"/>
                  </a:lnTo>
                  <a:lnTo>
                    <a:pt x="2063899" y="1265838"/>
                  </a:lnTo>
                  <a:lnTo>
                    <a:pt x="2062827" y="1266153"/>
                  </a:lnTo>
                  <a:lnTo>
                    <a:pt x="2061756" y="1266468"/>
                  </a:lnTo>
                  <a:lnTo>
                    <a:pt x="2060684" y="1266783"/>
                  </a:lnTo>
                  <a:lnTo>
                    <a:pt x="2059612" y="1267097"/>
                  </a:lnTo>
                  <a:lnTo>
                    <a:pt x="2058541" y="1267412"/>
                  </a:lnTo>
                  <a:lnTo>
                    <a:pt x="2057469" y="1267725"/>
                  </a:lnTo>
                  <a:lnTo>
                    <a:pt x="2056398" y="1268039"/>
                  </a:lnTo>
                  <a:lnTo>
                    <a:pt x="2055326" y="1268352"/>
                  </a:lnTo>
                  <a:lnTo>
                    <a:pt x="2054254" y="1268665"/>
                  </a:lnTo>
                  <a:lnTo>
                    <a:pt x="2053183" y="1268977"/>
                  </a:lnTo>
                  <a:lnTo>
                    <a:pt x="2052111" y="1269290"/>
                  </a:lnTo>
                  <a:lnTo>
                    <a:pt x="2051040" y="1269602"/>
                  </a:lnTo>
                  <a:lnTo>
                    <a:pt x="2049968" y="1269913"/>
                  </a:lnTo>
                  <a:lnTo>
                    <a:pt x="2048896" y="1270225"/>
                  </a:lnTo>
                  <a:lnTo>
                    <a:pt x="2047825" y="1270536"/>
                  </a:lnTo>
                  <a:lnTo>
                    <a:pt x="2046753" y="1270846"/>
                  </a:lnTo>
                  <a:lnTo>
                    <a:pt x="2045682" y="1271157"/>
                  </a:lnTo>
                  <a:lnTo>
                    <a:pt x="2044610" y="1271467"/>
                  </a:lnTo>
                  <a:lnTo>
                    <a:pt x="2043538" y="1271776"/>
                  </a:lnTo>
                  <a:lnTo>
                    <a:pt x="2042467" y="1272086"/>
                  </a:lnTo>
                  <a:lnTo>
                    <a:pt x="2041395" y="1272395"/>
                  </a:lnTo>
                  <a:lnTo>
                    <a:pt x="2040324" y="1272704"/>
                  </a:lnTo>
                  <a:lnTo>
                    <a:pt x="2039252" y="1273012"/>
                  </a:lnTo>
                  <a:lnTo>
                    <a:pt x="2038180" y="1273320"/>
                  </a:lnTo>
                  <a:lnTo>
                    <a:pt x="2037109" y="1273628"/>
                  </a:lnTo>
                  <a:lnTo>
                    <a:pt x="2036037" y="1273936"/>
                  </a:lnTo>
                  <a:lnTo>
                    <a:pt x="2034966" y="1274243"/>
                  </a:lnTo>
                  <a:lnTo>
                    <a:pt x="2033894" y="1274550"/>
                  </a:lnTo>
                  <a:lnTo>
                    <a:pt x="2032822" y="1274857"/>
                  </a:lnTo>
                  <a:lnTo>
                    <a:pt x="2031751" y="1275163"/>
                  </a:lnTo>
                  <a:lnTo>
                    <a:pt x="2030679" y="1275469"/>
                  </a:lnTo>
                  <a:lnTo>
                    <a:pt x="2029608" y="1275775"/>
                  </a:lnTo>
                  <a:lnTo>
                    <a:pt x="2028536" y="1276080"/>
                  </a:lnTo>
                  <a:lnTo>
                    <a:pt x="2027464" y="1276385"/>
                  </a:lnTo>
                  <a:lnTo>
                    <a:pt x="2026393" y="1276690"/>
                  </a:lnTo>
                  <a:lnTo>
                    <a:pt x="2025321" y="1276994"/>
                  </a:lnTo>
                  <a:lnTo>
                    <a:pt x="2024250" y="1277298"/>
                  </a:lnTo>
                  <a:lnTo>
                    <a:pt x="2023178" y="1277602"/>
                  </a:lnTo>
                  <a:lnTo>
                    <a:pt x="2022106" y="1277906"/>
                  </a:lnTo>
                  <a:lnTo>
                    <a:pt x="2021035" y="1278209"/>
                  </a:lnTo>
                  <a:lnTo>
                    <a:pt x="2019963" y="1278512"/>
                  </a:lnTo>
                  <a:lnTo>
                    <a:pt x="2018892" y="1278814"/>
                  </a:lnTo>
                  <a:lnTo>
                    <a:pt x="2017820" y="1279116"/>
                  </a:lnTo>
                  <a:lnTo>
                    <a:pt x="2016748" y="1279418"/>
                  </a:lnTo>
                  <a:lnTo>
                    <a:pt x="2015677" y="1279720"/>
                  </a:lnTo>
                  <a:lnTo>
                    <a:pt x="2014605" y="1280021"/>
                  </a:lnTo>
                  <a:lnTo>
                    <a:pt x="2013534" y="1280322"/>
                  </a:lnTo>
                  <a:lnTo>
                    <a:pt x="2012462" y="1280623"/>
                  </a:lnTo>
                  <a:lnTo>
                    <a:pt x="2011390" y="1280923"/>
                  </a:lnTo>
                  <a:lnTo>
                    <a:pt x="2010319" y="1281223"/>
                  </a:lnTo>
                  <a:lnTo>
                    <a:pt x="2009247" y="1281523"/>
                  </a:lnTo>
                  <a:lnTo>
                    <a:pt x="2008176" y="1281822"/>
                  </a:lnTo>
                  <a:lnTo>
                    <a:pt x="2007104" y="1282121"/>
                  </a:lnTo>
                  <a:lnTo>
                    <a:pt x="2006032" y="1282420"/>
                  </a:lnTo>
                  <a:lnTo>
                    <a:pt x="2004961" y="1282719"/>
                  </a:lnTo>
                  <a:lnTo>
                    <a:pt x="2003889" y="1283017"/>
                  </a:lnTo>
                  <a:lnTo>
                    <a:pt x="2002818" y="1283314"/>
                  </a:lnTo>
                  <a:lnTo>
                    <a:pt x="2001746" y="1283612"/>
                  </a:lnTo>
                  <a:lnTo>
                    <a:pt x="2000674" y="1283909"/>
                  </a:lnTo>
                  <a:lnTo>
                    <a:pt x="1999603" y="1284206"/>
                  </a:lnTo>
                  <a:lnTo>
                    <a:pt x="1998531" y="1284503"/>
                  </a:lnTo>
                  <a:lnTo>
                    <a:pt x="1997460" y="1284799"/>
                  </a:lnTo>
                  <a:lnTo>
                    <a:pt x="1996388" y="1285095"/>
                  </a:lnTo>
                  <a:lnTo>
                    <a:pt x="1995316" y="1285390"/>
                  </a:lnTo>
                  <a:lnTo>
                    <a:pt x="1994245" y="1285686"/>
                  </a:lnTo>
                  <a:lnTo>
                    <a:pt x="1993173" y="1285981"/>
                  </a:lnTo>
                  <a:lnTo>
                    <a:pt x="1992102" y="1286275"/>
                  </a:lnTo>
                  <a:lnTo>
                    <a:pt x="1991030" y="1286570"/>
                  </a:lnTo>
                  <a:lnTo>
                    <a:pt x="1989958" y="1286864"/>
                  </a:lnTo>
                  <a:lnTo>
                    <a:pt x="1988887" y="1287157"/>
                  </a:lnTo>
                  <a:lnTo>
                    <a:pt x="1987815" y="1287451"/>
                  </a:lnTo>
                  <a:lnTo>
                    <a:pt x="1986744" y="1287744"/>
                  </a:lnTo>
                  <a:lnTo>
                    <a:pt x="1985672" y="1288037"/>
                  </a:lnTo>
                  <a:lnTo>
                    <a:pt x="1984600" y="1288329"/>
                  </a:lnTo>
                  <a:lnTo>
                    <a:pt x="1983529" y="1288621"/>
                  </a:lnTo>
                  <a:lnTo>
                    <a:pt x="1982457" y="1288913"/>
                  </a:lnTo>
                  <a:lnTo>
                    <a:pt x="1981386" y="1289205"/>
                  </a:lnTo>
                  <a:lnTo>
                    <a:pt x="1980314" y="1289496"/>
                  </a:lnTo>
                  <a:lnTo>
                    <a:pt x="1979242" y="1289787"/>
                  </a:lnTo>
                  <a:lnTo>
                    <a:pt x="1978171" y="1290077"/>
                  </a:lnTo>
                  <a:lnTo>
                    <a:pt x="1977099" y="1290367"/>
                  </a:lnTo>
                  <a:lnTo>
                    <a:pt x="1976028" y="1290657"/>
                  </a:lnTo>
                  <a:lnTo>
                    <a:pt x="1974956" y="1290947"/>
                  </a:lnTo>
                  <a:lnTo>
                    <a:pt x="1973884" y="1291236"/>
                  </a:lnTo>
                  <a:lnTo>
                    <a:pt x="1972813" y="1291525"/>
                  </a:lnTo>
                  <a:lnTo>
                    <a:pt x="1971741" y="1291814"/>
                  </a:lnTo>
                  <a:lnTo>
                    <a:pt x="1970670" y="1292102"/>
                  </a:lnTo>
                  <a:lnTo>
                    <a:pt x="1969598" y="1292391"/>
                  </a:lnTo>
                  <a:lnTo>
                    <a:pt x="1968526" y="1292678"/>
                  </a:lnTo>
                  <a:lnTo>
                    <a:pt x="1967455" y="1292966"/>
                  </a:lnTo>
                  <a:lnTo>
                    <a:pt x="1966383" y="1293253"/>
                  </a:lnTo>
                  <a:lnTo>
                    <a:pt x="1965312" y="1293540"/>
                  </a:lnTo>
                  <a:lnTo>
                    <a:pt x="1964240" y="1293826"/>
                  </a:lnTo>
                  <a:lnTo>
                    <a:pt x="1963168" y="1294112"/>
                  </a:lnTo>
                  <a:lnTo>
                    <a:pt x="1962097" y="1294398"/>
                  </a:lnTo>
                  <a:lnTo>
                    <a:pt x="1961025" y="1294684"/>
                  </a:lnTo>
                  <a:lnTo>
                    <a:pt x="1959954" y="1294969"/>
                  </a:lnTo>
                  <a:lnTo>
                    <a:pt x="1958882" y="1295254"/>
                  </a:lnTo>
                  <a:lnTo>
                    <a:pt x="1957810" y="1295539"/>
                  </a:lnTo>
                  <a:lnTo>
                    <a:pt x="1956739" y="1295823"/>
                  </a:lnTo>
                  <a:lnTo>
                    <a:pt x="1955667" y="1296107"/>
                  </a:lnTo>
                  <a:lnTo>
                    <a:pt x="1954596" y="1296391"/>
                  </a:lnTo>
                  <a:lnTo>
                    <a:pt x="1953524" y="1296674"/>
                  </a:lnTo>
                  <a:lnTo>
                    <a:pt x="1952453" y="1296957"/>
                  </a:lnTo>
                  <a:lnTo>
                    <a:pt x="1951381" y="1297240"/>
                  </a:lnTo>
                  <a:lnTo>
                    <a:pt x="1950309" y="1297522"/>
                  </a:lnTo>
                  <a:lnTo>
                    <a:pt x="1949238" y="1297804"/>
                  </a:lnTo>
                  <a:lnTo>
                    <a:pt x="1948166" y="1298086"/>
                  </a:lnTo>
                  <a:lnTo>
                    <a:pt x="1947095" y="1298368"/>
                  </a:lnTo>
                  <a:lnTo>
                    <a:pt x="1946023" y="1298649"/>
                  </a:lnTo>
                  <a:lnTo>
                    <a:pt x="1944951" y="1298930"/>
                  </a:lnTo>
                  <a:lnTo>
                    <a:pt x="1943880" y="1299210"/>
                  </a:lnTo>
                  <a:lnTo>
                    <a:pt x="1942808" y="1299490"/>
                  </a:lnTo>
                  <a:lnTo>
                    <a:pt x="1941737" y="1299770"/>
                  </a:lnTo>
                  <a:lnTo>
                    <a:pt x="1940665" y="1300050"/>
                  </a:lnTo>
                  <a:lnTo>
                    <a:pt x="1939593" y="1300329"/>
                  </a:lnTo>
                  <a:lnTo>
                    <a:pt x="1938522" y="1300608"/>
                  </a:lnTo>
                  <a:lnTo>
                    <a:pt x="1937450" y="1300887"/>
                  </a:lnTo>
                  <a:lnTo>
                    <a:pt x="1936379" y="1301166"/>
                  </a:lnTo>
                  <a:lnTo>
                    <a:pt x="1935307" y="1301444"/>
                  </a:lnTo>
                  <a:lnTo>
                    <a:pt x="1934235" y="1301722"/>
                  </a:lnTo>
                  <a:lnTo>
                    <a:pt x="1933164" y="1301999"/>
                  </a:lnTo>
                  <a:lnTo>
                    <a:pt x="1932092" y="1302276"/>
                  </a:lnTo>
                  <a:lnTo>
                    <a:pt x="1931021" y="1302553"/>
                  </a:lnTo>
                  <a:lnTo>
                    <a:pt x="1929949" y="1302830"/>
                  </a:lnTo>
                  <a:lnTo>
                    <a:pt x="1928877" y="1303106"/>
                  </a:lnTo>
                  <a:lnTo>
                    <a:pt x="1927806" y="1303382"/>
                  </a:lnTo>
                  <a:lnTo>
                    <a:pt x="1926734" y="1303658"/>
                  </a:lnTo>
                  <a:lnTo>
                    <a:pt x="1925663" y="1303933"/>
                  </a:lnTo>
                  <a:lnTo>
                    <a:pt x="1924591" y="1304208"/>
                  </a:lnTo>
                  <a:lnTo>
                    <a:pt x="1923519" y="1304483"/>
                  </a:lnTo>
                  <a:lnTo>
                    <a:pt x="1922448" y="1304757"/>
                  </a:lnTo>
                  <a:lnTo>
                    <a:pt x="1921376" y="1305031"/>
                  </a:lnTo>
                  <a:lnTo>
                    <a:pt x="1920305" y="1305305"/>
                  </a:lnTo>
                  <a:lnTo>
                    <a:pt x="1919233" y="1305579"/>
                  </a:lnTo>
                  <a:lnTo>
                    <a:pt x="1918161" y="1305852"/>
                  </a:lnTo>
                  <a:lnTo>
                    <a:pt x="1917090" y="1306125"/>
                  </a:lnTo>
                  <a:lnTo>
                    <a:pt x="1916018" y="1306397"/>
                  </a:lnTo>
                  <a:lnTo>
                    <a:pt x="1914947" y="1306670"/>
                  </a:lnTo>
                  <a:lnTo>
                    <a:pt x="1913875" y="1306942"/>
                  </a:lnTo>
                  <a:lnTo>
                    <a:pt x="1912803" y="1307213"/>
                  </a:lnTo>
                  <a:lnTo>
                    <a:pt x="1911732" y="1307485"/>
                  </a:lnTo>
                  <a:lnTo>
                    <a:pt x="1910660" y="1307756"/>
                  </a:lnTo>
                  <a:lnTo>
                    <a:pt x="1909589" y="1308027"/>
                  </a:lnTo>
                  <a:lnTo>
                    <a:pt x="1908517" y="1308297"/>
                  </a:lnTo>
                  <a:lnTo>
                    <a:pt x="1907445" y="1308568"/>
                  </a:lnTo>
                  <a:lnTo>
                    <a:pt x="1906374" y="1308838"/>
                  </a:lnTo>
                  <a:lnTo>
                    <a:pt x="1905302" y="1309108"/>
                  </a:lnTo>
                  <a:lnTo>
                    <a:pt x="1904231" y="1309377"/>
                  </a:lnTo>
                  <a:lnTo>
                    <a:pt x="1903159" y="1309647"/>
                  </a:lnTo>
                  <a:lnTo>
                    <a:pt x="1902087" y="1309916"/>
                  </a:lnTo>
                  <a:lnTo>
                    <a:pt x="1901016" y="1310185"/>
                  </a:lnTo>
                  <a:lnTo>
                    <a:pt x="1899944" y="1310454"/>
                  </a:lnTo>
                  <a:lnTo>
                    <a:pt x="1898873" y="1310722"/>
                  </a:lnTo>
                  <a:lnTo>
                    <a:pt x="1897801" y="1310990"/>
                  </a:lnTo>
                  <a:lnTo>
                    <a:pt x="1896729" y="1311259"/>
                  </a:lnTo>
                  <a:lnTo>
                    <a:pt x="1895658" y="1311527"/>
                  </a:lnTo>
                  <a:lnTo>
                    <a:pt x="1894586" y="1311794"/>
                  </a:lnTo>
                  <a:lnTo>
                    <a:pt x="1893515" y="1312062"/>
                  </a:lnTo>
                  <a:lnTo>
                    <a:pt x="1892443" y="1312329"/>
                  </a:lnTo>
                  <a:lnTo>
                    <a:pt x="1891371" y="1312597"/>
                  </a:lnTo>
                  <a:lnTo>
                    <a:pt x="1890300" y="1312864"/>
                  </a:lnTo>
                  <a:lnTo>
                    <a:pt x="1889228" y="1313131"/>
                  </a:lnTo>
                  <a:lnTo>
                    <a:pt x="1888157" y="1313398"/>
                  </a:lnTo>
                  <a:lnTo>
                    <a:pt x="1887085" y="1313665"/>
                  </a:lnTo>
                  <a:lnTo>
                    <a:pt x="1886013" y="1313931"/>
                  </a:lnTo>
                  <a:lnTo>
                    <a:pt x="1884942" y="1314198"/>
                  </a:lnTo>
                  <a:lnTo>
                    <a:pt x="1883870" y="1314464"/>
                  </a:lnTo>
                  <a:lnTo>
                    <a:pt x="1882799" y="1314731"/>
                  </a:lnTo>
                  <a:lnTo>
                    <a:pt x="1881727" y="1314997"/>
                  </a:lnTo>
                  <a:lnTo>
                    <a:pt x="1880655" y="1315263"/>
                  </a:lnTo>
                  <a:lnTo>
                    <a:pt x="1879584" y="1315529"/>
                  </a:lnTo>
                  <a:lnTo>
                    <a:pt x="1878512" y="1315795"/>
                  </a:lnTo>
                  <a:lnTo>
                    <a:pt x="1877441" y="1316061"/>
                  </a:lnTo>
                  <a:lnTo>
                    <a:pt x="1876369" y="1316327"/>
                  </a:lnTo>
                  <a:lnTo>
                    <a:pt x="1875297" y="1316593"/>
                  </a:lnTo>
                  <a:lnTo>
                    <a:pt x="1874226" y="1316859"/>
                  </a:lnTo>
                  <a:lnTo>
                    <a:pt x="1873154" y="1317125"/>
                  </a:lnTo>
                  <a:lnTo>
                    <a:pt x="1872083" y="1317391"/>
                  </a:lnTo>
                  <a:lnTo>
                    <a:pt x="1871011" y="1317657"/>
                  </a:lnTo>
                  <a:lnTo>
                    <a:pt x="1869939" y="1317922"/>
                  </a:lnTo>
                  <a:lnTo>
                    <a:pt x="1868868" y="1318188"/>
                  </a:lnTo>
                  <a:lnTo>
                    <a:pt x="1867796" y="1318454"/>
                  </a:lnTo>
                  <a:lnTo>
                    <a:pt x="1866725" y="1318720"/>
                  </a:lnTo>
                  <a:lnTo>
                    <a:pt x="1865653" y="1318986"/>
                  </a:lnTo>
                  <a:lnTo>
                    <a:pt x="1864581" y="1319252"/>
                  </a:lnTo>
                  <a:lnTo>
                    <a:pt x="1863510" y="1319517"/>
                  </a:lnTo>
                  <a:lnTo>
                    <a:pt x="1862438" y="1319783"/>
                  </a:lnTo>
                  <a:lnTo>
                    <a:pt x="1861367" y="1320049"/>
                  </a:lnTo>
                  <a:lnTo>
                    <a:pt x="1860295" y="1320315"/>
                  </a:lnTo>
                  <a:lnTo>
                    <a:pt x="1859223" y="1320582"/>
                  </a:lnTo>
                  <a:lnTo>
                    <a:pt x="1858152" y="1320848"/>
                  </a:lnTo>
                  <a:lnTo>
                    <a:pt x="1857080" y="1321114"/>
                  </a:lnTo>
                  <a:lnTo>
                    <a:pt x="1856009" y="1321380"/>
                  </a:lnTo>
                  <a:lnTo>
                    <a:pt x="1854937" y="1321647"/>
                  </a:lnTo>
                  <a:lnTo>
                    <a:pt x="1853865" y="1321913"/>
                  </a:lnTo>
                  <a:lnTo>
                    <a:pt x="1852794" y="1322180"/>
                  </a:lnTo>
                  <a:lnTo>
                    <a:pt x="1851722" y="1322447"/>
                  </a:lnTo>
                  <a:lnTo>
                    <a:pt x="1850651" y="1322714"/>
                  </a:lnTo>
                  <a:lnTo>
                    <a:pt x="1849579" y="1322981"/>
                  </a:lnTo>
                  <a:lnTo>
                    <a:pt x="1848507" y="1323248"/>
                  </a:lnTo>
                  <a:lnTo>
                    <a:pt x="1847436" y="1323515"/>
                  </a:lnTo>
                  <a:lnTo>
                    <a:pt x="1846364" y="1323782"/>
                  </a:lnTo>
                  <a:lnTo>
                    <a:pt x="1845293" y="1324050"/>
                  </a:lnTo>
                  <a:lnTo>
                    <a:pt x="1844221" y="1324318"/>
                  </a:lnTo>
                  <a:lnTo>
                    <a:pt x="1843149" y="1324586"/>
                  </a:lnTo>
                  <a:lnTo>
                    <a:pt x="1842078" y="1324854"/>
                  </a:lnTo>
                  <a:lnTo>
                    <a:pt x="1841006" y="1325122"/>
                  </a:lnTo>
                  <a:lnTo>
                    <a:pt x="1839935" y="1325390"/>
                  </a:lnTo>
                  <a:lnTo>
                    <a:pt x="1838863" y="1325659"/>
                  </a:lnTo>
                  <a:lnTo>
                    <a:pt x="1837791" y="1325928"/>
                  </a:lnTo>
                  <a:lnTo>
                    <a:pt x="1836720" y="1326197"/>
                  </a:lnTo>
                  <a:lnTo>
                    <a:pt x="1835648" y="1326466"/>
                  </a:lnTo>
                  <a:lnTo>
                    <a:pt x="1834577" y="1326736"/>
                  </a:lnTo>
                  <a:lnTo>
                    <a:pt x="1833505" y="1327006"/>
                  </a:lnTo>
                  <a:lnTo>
                    <a:pt x="1832433" y="1327276"/>
                  </a:lnTo>
                  <a:lnTo>
                    <a:pt x="1831362" y="1327546"/>
                  </a:lnTo>
                  <a:lnTo>
                    <a:pt x="1830290" y="1327816"/>
                  </a:lnTo>
                  <a:lnTo>
                    <a:pt x="1829219" y="1328087"/>
                  </a:lnTo>
                  <a:lnTo>
                    <a:pt x="1828147" y="1328358"/>
                  </a:lnTo>
                  <a:lnTo>
                    <a:pt x="1827075" y="1328629"/>
                  </a:lnTo>
                  <a:lnTo>
                    <a:pt x="1826004" y="1328901"/>
                  </a:lnTo>
                  <a:lnTo>
                    <a:pt x="1824932" y="1329173"/>
                  </a:lnTo>
                  <a:lnTo>
                    <a:pt x="1823861" y="1329445"/>
                  </a:lnTo>
                  <a:lnTo>
                    <a:pt x="1822789" y="1329717"/>
                  </a:lnTo>
                  <a:lnTo>
                    <a:pt x="1821717" y="1329990"/>
                  </a:lnTo>
                  <a:lnTo>
                    <a:pt x="1820646" y="1330263"/>
                  </a:lnTo>
                  <a:lnTo>
                    <a:pt x="1819574" y="1330536"/>
                  </a:lnTo>
                  <a:lnTo>
                    <a:pt x="1818503" y="1330810"/>
                  </a:lnTo>
                  <a:lnTo>
                    <a:pt x="1817431" y="1331084"/>
                  </a:lnTo>
                  <a:lnTo>
                    <a:pt x="1816359" y="1331358"/>
                  </a:lnTo>
                  <a:lnTo>
                    <a:pt x="1815288" y="1331633"/>
                  </a:lnTo>
                  <a:lnTo>
                    <a:pt x="1814216" y="1331908"/>
                  </a:lnTo>
                  <a:lnTo>
                    <a:pt x="1813145" y="1332183"/>
                  </a:lnTo>
                  <a:lnTo>
                    <a:pt x="1812073" y="1332459"/>
                  </a:lnTo>
                  <a:lnTo>
                    <a:pt x="1811001" y="1332735"/>
                  </a:lnTo>
                  <a:lnTo>
                    <a:pt x="1809930" y="1333012"/>
                  </a:lnTo>
                  <a:lnTo>
                    <a:pt x="1808858" y="1333289"/>
                  </a:lnTo>
                  <a:lnTo>
                    <a:pt x="1807787" y="1333566"/>
                  </a:lnTo>
                  <a:lnTo>
                    <a:pt x="1806715" y="1333844"/>
                  </a:lnTo>
                  <a:lnTo>
                    <a:pt x="1805643" y="1334122"/>
                  </a:lnTo>
                  <a:lnTo>
                    <a:pt x="1804572" y="1334400"/>
                  </a:lnTo>
                  <a:lnTo>
                    <a:pt x="1803500" y="1334679"/>
                  </a:lnTo>
                  <a:lnTo>
                    <a:pt x="1802429" y="1334959"/>
                  </a:lnTo>
                  <a:lnTo>
                    <a:pt x="1801357" y="1335238"/>
                  </a:lnTo>
                  <a:lnTo>
                    <a:pt x="1800285" y="1335519"/>
                  </a:lnTo>
                  <a:lnTo>
                    <a:pt x="1799214" y="1335799"/>
                  </a:lnTo>
                  <a:lnTo>
                    <a:pt x="1798142" y="1336080"/>
                  </a:lnTo>
                  <a:lnTo>
                    <a:pt x="1797071" y="1336362"/>
                  </a:lnTo>
                  <a:lnTo>
                    <a:pt x="1795999" y="1336644"/>
                  </a:lnTo>
                  <a:lnTo>
                    <a:pt x="1794927" y="1336927"/>
                  </a:lnTo>
                  <a:lnTo>
                    <a:pt x="1793856" y="1337210"/>
                  </a:lnTo>
                  <a:lnTo>
                    <a:pt x="1792784" y="1337493"/>
                  </a:lnTo>
                  <a:lnTo>
                    <a:pt x="1791713" y="1337777"/>
                  </a:lnTo>
                  <a:lnTo>
                    <a:pt x="1790641" y="1338062"/>
                  </a:lnTo>
                  <a:lnTo>
                    <a:pt x="1789569" y="1338347"/>
                  </a:lnTo>
                  <a:lnTo>
                    <a:pt x="1788498" y="1338632"/>
                  </a:lnTo>
                  <a:lnTo>
                    <a:pt x="1787426" y="1338918"/>
                  </a:lnTo>
                  <a:lnTo>
                    <a:pt x="1786355" y="1339205"/>
                  </a:lnTo>
                  <a:lnTo>
                    <a:pt x="1785283" y="1339492"/>
                  </a:lnTo>
                  <a:lnTo>
                    <a:pt x="1784211" y="1339779"/>
                  </a:lnTo>
                  <a:lnTo>
                    <a:pt x="1783140" y="1340067"/>
                  </a:lnTo>
                  <a:lnTo>
                    <a:pt x="1782068" y="1340356"/>
                  </a:lnTo>
                  <a:lnTo>
                    <a:pt x="1780997" y="1340645"/>
                  </a:lnTo>
                  <a:lnTo>
                    <a:pt x="1779925" y="1340935"/>
                  </a:lnTo>
                  <a:lnTo>
                    <a:pt x="1778853" y="1341226"/>
                  </a:lnTo>
                  <a:lnTo>
                    <a:pt x="1777782" y="1341517"/>
                  </a:lnTo>
                  <a:lnTo>
                    <a:pt x="1776710" y="1341808"/>
                  </a:lnTo>
                  <a:lnTo>
                    <a:pt x="1775639" y="1342100"/>
                  </a:lnTo>
                  <a:lnTo>
                    <a:pt x="1774567" y="1342393"/>
                  </a:lnTo>
                  <a:lnTo>
                    <a:pt x="1773496" y="1342686"/>
                  </a:lnTo>
                  <a:lnTo>
                    <a:pt x="1772424" y="1342980"/>
                  </a:lnTo>
                  <a:lnTo>
                    <a:pt x="1771352" y="1343275"/>
                  </a:lnTo>
                  <a:lnTo>
                    <a:pt x="1770281" y="1343570"/>
                  </a:lnTo>
                  <a:lnTo>
                    <a:pt x="1769209" y="1343866"/>
                  </a:lnTo>
                  <a:lnTo>
                    <a:pt x="1768138" y="1344162"/>
                  </a:lnTo>
                  <a:lnTo>
                    <a:pt x="1767066" y="1344459"/>
                  </a:lnTo>
                  <a:lnTo>
                    <a:pt x="1765994" y="1344757"/>
                  </a:lnTo>
                  <a:lnTo>
                    <a:pt x="1764923" y="1345055"/>
                  </a:lnTo>
                  <a:lnTo>
                    <a:pt x="1763851" y="1345354"/>
                  </a:lnTo>
                  <a:lnTo>
                    <a:pt x="1762780" y="1345654"/>
                  </a:lnTo>
                  <a:lnTo>
                    <a:pt x="1761708" y="1345954"/>
                  </a:lnTo>
                  <a:lnTo>
                    <a:pt x="1760636" y="1346255"/>
                  </a:lnTo>
                  <a:lnTo>
                    <a:pt x="1759565" y="1346557"/>
                  </a:lnTo>
                  <a:lnTo>
                    <a:pt x="1758493" y="1346859"/>
                  </a:lnTo>
                  <a:lnTo>
                    <a:pt x="1757422" y="1347163"/>
                  </a:lnTo>
                  <a:lnTo>
                    <a:pt x="1756350" y="1347466"/>
                  </a:lnTo>
                  <a:lnTo>
                    <a:pt x="1755278" y="1347771"/>
                  </a:lnTo>
                  <a:lnTo>
                    <a:pt x="1754207" y="1348076"/>
                  </a:lnTo>
                  <a:lnTo>
                    <a:pt x="1753135" y="1348382"/>
                  </a:lnTo>
                  <a:lnTo>
                    <a:pt x="1752064" y="1348689"/>
                  </a:lnTo>
                  <a:lnTo>
                    <a:pt x="1750992" y="1348996"/>
                  </a:lnTo>
                  <a:lnTo>
                    <a:pt x="1749920" y="1349304"/>
                  </a:lnTo>
                  <a:lnTo>
                    <a:pt x="1748849" y="1349613"/>
                  </a:lnTo>
                  <a:lnTo>
                    <a:pt x="1747777" y="1349922"/>
                  </a:lnTo>
                  <a:lnTo>
                    <a:pt x="1746706" y="1350233"/>
                  </a:lnTo>
                  <a:lnTo>
                    <a:pt x="1745634" y="1350544"/>
                  </a:lnTo>
                  <a:lnTo>
                    <a:pt x="1744562" y="1350856"/>
                  </a:lnTo>
                  <a:lnTo>
                    <a:pt x="1743491" y="1351168"/>
                  </a:lnTo>
                  <a:lnTo>
                    <a:pt x="1742419" y="1351482"/>
                  </a:lnTo>
                  <a:lnTo>
                    <a:pt x="1741348" y="1351796"/>
                  </a:lnTo>
                  <a:lnTo>
                    <a:pt x="1740276" y="1352111"/>
                  </a:lnTo>
                  <a:lnTo>
                    <a:pt x="1739204" y="1352427"/>
                  </a:lnTo>
                  <a:lnTo>
                    <a:pt x="1738133" y="1352743"/>
                  </a:lnTo>
                  <a:lnTo>
                    <a:pt x="1737061" y="1353061"/>
                  </a:lnTo>
                  <a:lnTo>
                    <a:pt x="1735990" y="1353379"/>
                  </a:lnTo>
                  <a:lnTo>
                    <a:pt x="1734918" y="1353698"/>
                  </a:lnTo>
                  <a:lnTo>
                    <a:pt x="1733846" y="1354018"/>
                  </a:lnTo>
                  <a:lnTo>
                    <a:pt x="1732775" y="1354338"/>
                  </a:lnTo>
                  <a:lnTo>
                    <a:pt x="1731703" y="1354660"/>
                  </a:lnTo>
                  <a:lnTo>
                    <a:pt x="1730632" y="1354982"/>
                  </a:lnTo>
                  <a:lnTo>
                    <a:pt x="1729560" y="1355305"/>
                  </a:lnTo>
                  <a:lnTo>
                    <a:pt x="1728488" y="1355629"/>
                  </a:lnTo>
                  <a:lnTo>
                    <a:pt x="1727417" y="1355954"/>
                  </a:lnTo>
                  <a:lnTo>
                    <a:pt x="1726345" y="1356280"/>
                  </a:lnTo>
                  <a:lnTo>
                    <a:pt x="1725274" y="1356606"/>
                  </a:lnTo>
                  <a:lnTo>
                    <a:pt x="1724202" y="1356934"/>
                  </a:lnTo>
                  <a:lnTo>
                    <a:pt x="1723130" y="1357262"/>
                  </a:lnTo>
                  <a:lnTo>
                    <a:pt x="1722059" y="1357591"/>
                  </a:lnTo>
                  <a:lnTo>
                    <a:pt x="1720987" y="1357922"/>
                  </a:lnTo>
                  <a:lnTo>
                    <a:pt x="1719916" y="1358253"/>
                  </a:lnTo>
                  <a:lnTo>
                    <a:pt x="1718844" y="1358584"/>
                  </a:lnTo>
                  <a:lnTo>
                    <a:pt x="1717772" y="1358917"/>
                  </a:lnTo>
                  <a:lnTo>
                    <a:pt x="1716701" y="1359251"/>
                  </a:lnTo>
                  <a:lnTo>
                    <a:pt x="1715629" y="1359586"/>
                  </a:lnTo>
                  <a:lnTo>
                    <a:pt x="1714558" y="1359921"/>
                  </a:lnTo>
                  <a:lnTo>
                    <a:pt x="1713486" y="1360258"/>
                  </a:lnTo>
                  <a:lnTo>
                    <a:pt x="1712414" y="1360595"/>
                  </a:lnTo>
                  <a:lnTo>
                    <a:pt x="1711343" y="1360934"/>
                  </a:lnTo>
                  <a:lnTo>
                    <a:pt x="1710271" y="1361273"/>
                  </a:lnTo>
                  <a:lnTo>
                    <a:pt x="1709200" y="1361613"/>
                  </a:lnTo>
                  <a:lnTo>
                    <a:pt x="1708128" y="1361954"/>
                  </a:lnTo>
                  <a:lnTo>
                    <a:pt x="1707056" y="1362296"/>
                  </a:lnTo>
                  <a:lnTo>
                    <a:pt x="1705985" y="1362640"/>
                  </a:lnTo>
                  <a:lnTo>
                    <a:pt x="1704913" y="1362984"/>
                  </a:lnTo>
                  <a:lnTo>
                    <a:pt x="1703842" y="1363329"/>
                  </a:lnTo>
                  <a:lnTo>
                    <a:pt x="1702770" y="1363675"/>
                  </a:lnTo>
                  <a:lnTo>
                    <a:pt x="1701698" y="1364022"/>
                  </a:lnTo>
                  <a:lnTo>
                    <a:pt x="1700627" y="1364370"/>
                  </a:lnTo>
                  <a:lnTo>
                    <a:pt x="1699555" y="1364719"/>
                  </a:lnTo>
                  <a:lnTo>
                    <a:pt x="1698484" y="1365069"/>
                  </a:lnTo>
                  <a:lnTo>
                    <a:pt x="1697412" y="1365420"/>
                  </a:lnTo>
                  <a:lnTo>
                    <a:pt x="1696340" y="1365772"/>
                  </a:lnTo>
                  <a:lnTo>
                    <a:pt x="1695269" y="1366125"/>
                  </a:lnTo>
                  <a:lnTo>
                    <a:pt x="1694197" y="1366479"/>
                  </a:lnTo>
                  <a:lnTo>
                    <a:pt x="1693126" y="1366834"/>
                  </a:lnTo>
                  <a:lnTo>
                    <a:pt x="1692054" y="1367190"/>
                  </a:lnTo>
                  <a:lnTo>
                    <a:pt x="1690982" y="1367547"/>
                  </a:lnTo>
                  <a:lnTo>
                    <a:pt x="1689911" y="1367905"/>
                  </a:lnTo>
                  <a:lnTo>
                    <a:pt x="1688839" y="1368264"/>
                  </a:lnTo>
                  <a:lnTo>
                    <a:pt x="1687768" y="1368624"/>
                  </a:lnTo>
                  <a:lnTo>
                    <a:pt x="1686696" y="1368986"/>
                  </a:lnTo>
                  <a:lnTo>
                    <a:pt x="1685624" y="1369348"/>
                  </a:lnTo>
                  <a:lnTo>
                    <a:pt x="1684553" y="1369711"/>
                  </a:lnTo>
                  <a:lnTo>
                    <a:pt x="1683481" y="1370076"/>
                  </a:lnTo>
                  <a:lnTo>
                    <a:pt x="1682410" y="1370441"/>
                  </a:lnTo>
                  <a:lnTo>
                    <a:pt x="1681338" y="1370808"/>
                  </a:lnTo>
                  <a:lnTo>
                    <a:pt x="1680266" y="1371176"/>
                  </a:lnTo>
                  <a:lnTo>
                    <a:pt x="1679195" y="1371544"/>
                  </a:lnTo>
                  <a:lnTo>
                    <a:pt x="1678123" y="1371914"/>
                  </a:lnTo>
                  <a:lnTo>
                    <a:pt x="1677052" y="1372285"/>
                  </a:lnTo>
                  <a:lnTo>
                    <a:pt x="1675980" y="1372657"/>
                  </a:lnTo>
                  <a:lnTo>
                    <a:pt x="1674908" y="1373030"/>
                  </a:lnTo>
                  <a:lnTo>
                    <a:pt x="1673837" y="1373404"/>
                  </a:lnTo>
                  <a:lnTo>
                    <a:pt x="1672765" y="1373780"/>
                  </a:lnTo>
                  <a:lnTo>
                    <a:pt x="1671694" y="1374156"/>
                  </a:lnTo>
                  <a:lnTo>
                    <a:pt x="1670622" y="1374534"/>
                  </a:lnTo>
                  <a:lnTo>
                    <a:pt x="1669550" y="1374912"/>
                  </a:lnTo>
                  <a:lnTo>
                    <a:pt x="1668479" y="1375292"/>
                  </a:lnTo>
                  <a:lnTo>
                    <a:pt x="1667407" y="1375673"/>
                  </a:lnTo>
                  <a:lnTo>
                    <a:pt x="1666336" y="1376055"/>
                  </a:lnTo>
                  <a:lnTo>
                    <a:pt x="1665264" y="1376438"/>
                  </a:lnTo>
                  <a:lnTo>
                    <a:pt x="1664192" y="1376822"/>
                  </a:lnTo>
                  <a:lnTo>
                    <a:pt x="1663121" y="1377208"/>
                  </a:lnTo>
                  <a:lnTo>
                    <a:pt x="1662049" y="1377594"/>
                  </a:lnTo>
                  <a:lnTo>
                    <a:pt x="1660978" y="1377982"/>
                  </a:lnTo>
                  <a:lnTo>
                    <a:pt x="1659906" y="1378371"/>
                  </a:lnTo>
                  <a:lnTo>
                    <a:pt x="1658834" y="1378761"/>
                  </a:lnTo>
                  <a:lnTo>
                    <a:pt x="1657763" y="1379152"/>
                  </a:lnTo>
                  <a:lnTo>
                    <a:pt x="1656691" y="1379544"/>
                  </a:lnTo>
                  <a:lnTo>
                    <a:pt x="1655620" y="1379938"/>
                  </a:lnTo>
                  <a:lnTo>
                    <a:pt x="1654548" y="1380333"/>
                  </a:lnTo>
                  <a:lnTo>
                    <a:pt x="1653476" y="1380728"/>
                  </a:lnTo>
                  <a:lnTo>
                    <a:pt x="1652405" y="1381126"/>
                  </a:lnTo>
                  <a:lnTo>
                    <a:pt x="1651333" y="1381524"/>
                  </a:lnTo>
                  <a:lnTo>
                    <a:pt x="1650262" y="1381923"/>
                  </a:lnTo>
                  <a:lnTo>
                    <a:pt x="1649190" y="1382324"/>
                  </a:lnTo>
                  <a:lnTo>
                    <a:pt x="1648118" y="1382725"/>
                  </a:lnTo>
                  <a:lnTo>
                    <a:pt x="1647047" y="1383128"/>
                  </a:lnTo>
                  <a:lnTo>
                    <a:pt x="1645975" y="1383533"/>
                  </a:lnTo>
                  <a:lnTo>
                    <a:pt x="1644904" y="1383938"/>
                  </a:lnTo>
                  <a:lnTo>
                    <a:pt x="1643832" y="1384345"/>
                  </a:lnTo>
                  <a:lnTo>
                    <a:pt x="1642760" y="1384752"/>
                  </a:lnTo>
                  <a:lnTo>
                    <a:pt x="1641689" y="1385161"/>
                  </a:lnTo>
                  <a:lnTo>
                    <a:pt x="1640617" y="1385571"/>
                  </a:lnTo>
                  <a:lnTo>
                    <a:pt x="1639546" y="1385983"/>
                  </a:lnTo>
                  <a:lnTo>
                    <a:pt x="1638474" y="1386395"/>
                  </a:lnTo>
                  <a:lnTo>
                    <a:pt x="1637402" y="1386809"/>
                  </a:lnTo>
                  <a:lnTo>
                    <a:pt x="1636331" y="1387224"/>
                  </a:lnTo>
                  <a:lnTo>
                    <a:pt x="1635259" y="1387641"/>
                  </a:lnTo>
                  <a:lnTo>
                    <a:pt x="1634188" y="1388058"/>
                  </a:lnTo>
                  <a:lnTo>
                    <a:pt x="1633116" y="1388477"/>
                  </a:lnTo>
                  <a:lnTo>
                    <a:pt x="1632044" y="1388897"/>
                  </a:lnTo>
                  <a:lnTo>
                    <a:pt x="1630973" y="1389318"/>
                  </a:lnTo>
                  <a:lnTo>
                    <a:pt x="1629901" y="1389741"/>
                  </a:lnTo>
                  <a:lnTo>
                    <a:pt x="1628830" y="1390164"/>
                  </a:lnTo>
                  <a:lnTo>
                    <a:pt x="1627758" y="1390589"/>
                  </a:lnTo>
                  <a:lnTo>
                    <a:pt x="1626686" y="1391015"/>
                  </a:lnTo>
                  <a:lnTo>
                    <a:pt x="1625615" y="1391443"/>
                  </a:lnTo>
                  <a:lnTo>
                    <a:pt x="1624543" y="1391871"/>
                  </a:lnTo>
                  <a:lnTo>
                    <a:pt x="1623472" y="1392301"/>
                  </a:lnTo>
                  <a:lnTo>
                    <a:pt x="1622400" y="1392733"/>
                  </a:lnTo>
                  <a:lnTo>
                    <a:pt x="1621328" y="1393165"/>
                  </a:lnTo>
                  <a:lnTo>
                    <a:pt x="1620257" y="1393599"/>
                  </a:lnTo>
                  <a:lnTo>
                    <a:pt x="1619185" y="1394034"/>
                  </a:lnTo>
                  <a:lnTo>
                    <a:pt x="1618114" y="1394470"/>
                  </a:lnTo>
                  <a:lnTo>
                    <a:pt x="1617042" y="1394907"/>
                  </a:lnTo>
                  <a:lnTo>
                    <a:pt x="1615970" y="1395346"/>
                  </a:lnTo>
                  <a:lnTo>
                    <a:pt x="1614899" y="1395786"/>
                  </a:lnTo>
                  <a:lnTo>
                    <a:pt x="1613827" y="1396227"/>
                  </a:lnTo>
                  <a:lnTo>
                    <a:pt x="1612756" y="1396670"/>
                  </a:lnTo>
                  <a:lnTo>
                    <a:pt x="1611684" y="1397114"/>
                  </a:lnTo>
                  <a:lnTo>
                    <a:pt x="1610612" y="1397559"/>
                  </a:lnTo>
                  <a:lnTo>
                    <a:pt x="1609541" y="1398005"/>
                  </a:lnTo>
                  <a:lnTo>
                    <a:pt x="1608469" y="1398453"/>
                  </a:lnTo>
                  <a:lnTo>
                    <a:pt x="1607398" y="1398902"/>
                  </a:lnTo>
                  <a:lnTo>
                    <a:pt x="1606326" y="1399352"/>
                  </a:lnTo>
                  <a:lnTo>
                    <a:pt x="1605254" y="1399804"/>
                  </a:lnTo>
                  <a:lnTo>
                    <a:pt x="1604183" y="1400256"/>
                  </a:lnTo>
                  <a:lnTo>
                    <a:pt x="1603111" y="1400710"/>
                  </a:lnTo>
                  <a:lnTo>
                    <a:pt x="1602040" y="1401166"/>
                  </a:lnTo>
                  <a:lnTo>
                    <a:pt x="1600968" y="1401622"/>
                  </a:lnTo>
                  <a:lnTo>
                    <a:pt x="1599896" y="1402080"/>
                  </a:lnTo>
                  <a:lnTo>
                    <a:pt x="1598825" y="1402539"/>
                  </a:lnTo>
                  <a:lnTo>
                    <a:pt x="1597753" y="1403000"/>
                  </a:lnTo>
                  <a:lnTo>
                    <a:pt x="1596682" y="1403462"/>
                  </a:lnTo>
                  <a:lnTo>
                    <a:pt x="1595610" y="1403925"/>
                  </a:lnTo>
                  <a:lnTo>
                    <a:pt x="1594539" y="1404389"/>
                  </a:lnTo>
                  <a:lnTo>
                    <a:pt x="1593467" y="1404855"/>
                  </a:lnTo>
                  <a:lnTo>
                    <a:pt x="1592395" y="1405322"/>
                  </a:lnTo>
                  <a:lnTo>
                    <a:pt x="1591324" y="1405790"/>
                  </a:lnTo>
                  <a:lnTo>
                    <a:pt x="1590252" y="1406259"/>
                  </a:lnTo>
                  <a:lnTo>
                    <a:pt x="1589181" y="1406730"/>
                  </a:lnTo>
                  <a:lnTo>
                    <a:pt x="1588109" y="1407202"/>
                  </a:lnTo>
                  <a:lnTo>
                    <a:pt x="1587037" y="1407676"/>
                  </a:lnTo>
                  <a:lnTo>
                    <a:pt x="1585966" y="1408150"/>
                  </a:lnTo>
                  <a:lnTo>
                    <a:pt x="1584894" y="1408626"/>
                  </a:lnTo>
                  <a:lnTo>
                    <a:pt x="1583823" y="1409103"/>
                  </a:lnTo>
                  <a:lnTo>
                    <a:pt x="1582751" y="1409582"/>
                  </a:lnTo>
                  <a:lnTo>
                    <a:pt x="1581679" y="1410062"/>
                  </a:lnTo>
                  <a:lnTo>
                    <a:pt x="1580608" y="1410543"/>
                  </a:lnTo>
                  <a:lnTo>
                    <a:pt x="1579536" y="1411025"/>
                  </a:lnTo>
                  <a:lnTo>
                    <a:pt x="1578465" y="1411509"/>
                  </a:lnTo>
                  <a:lnTo>
                    <a:pt x="1577393" y="1411994"/>
                  </a:lnTo>
                  <a:lnTo>
                    <a:pt x="1576321" y="1412480"/>
                  </a:lnTo>
                  <a:lnTo>
                    <a:pt x="1575250" y="1412968"/>
                  </a:lnTo>
                  <a:lnTo>
                    <a:pt x="1574178" y="1413457"/>
                  </a:lnTo>
                  <a:lnTo>
                    <a:pt x="1573107" y="1413947"/>
                  </a:lnTo>
                  <a:lnTo>
                    <a:pt x="1572035" y="1414439"/>
                  </a:lnTo>
                  <a:lnTo>
                    <a:pt x="1570963" y="1414931"/>
                  </a:lnTo>
                  <a:lnTo>
                    <a:pt x="1569892" y="1415425"/>
                  </a:lnTo>
                  <a:lnTo>
                    <a:pt x="1568820" y="1415921"/>
                  </a:lnTo>
                  <a:lnTo>
                    <a:pt x="1567749" y="1416417"/>
                  </a:lnTo>
                  <a:lnTo>
                    <a:pt x="1566677" y="1416915"/>
                  </a:lnTo>
                  <a:lnTo>
                    <a:pt x="1565605" y="1417414"/>
                  </a:lnTo>
                  <a:lnTo>
                    <a:pt x="1564534" y="1417915"/>
                  </a:lnTo>
                  <a:lnTo>
                    <a:pt x="1563462" y="1418417"/>
                  </a:lnTo>
                  <a:lnTo>
                    <a:pt x="1562391" y="1418920"/>
                  </a:lnTo>
                  <a:lnTo>
                    <a:pt x="1561319" y="1419424"/>
                  </a:lnTo>
                  <a:lnTo>
                    <a:pt x="1560247" y="1419930"/>
                  </a:lnTo>
                  <a:lnTo>
                    <a:pt x="1559176" y="1420437"/>
                  </a:lnTo>
                  <a:lnTo>
                    <a:pt x="1558104" y="1420945"/>
                  </a:lnTo>
                  <a:lnTo>
                    <a:pt x="1557033" y="1421454"/>
                  </a:lnTo>
                  <a:lnTo>
                    <a:pt x="1555961" y="1421965"/>
                  </a:lnTo>
                  <a:lnTo>
                    <a:pt x="1554889" y="1422477"/>
                  </a:lnTo>
                  <a:lnTo>
                    <a:pt x="1553818" y="1422990"/>
                  </a:lnTo>
                  <a:lnTo>
                    <a:pt x="1552746" y="1423505"/>
                  </a:lnTo>
                  <a:lnTo>
                    <a:pt x="1551675" y="1424020"/>
                  </a:lnTo>
                  <a:lnTo>
                    <a:pt x="1550603" y="1424537"/>
                  </a:lnTo>
                  <a:lnTo>
                    <a:pt x="1549531" y="1425056"/>
                  </a:lnTo>
                  <a:lnTo>
                    <a:pt x="1548460" y="1425575"/>
                  </a:lnTo>
                  <a:lnTo>
                    <a:pt x="1547388" y="1426096"/>
                  </a:lnTo>
                  <a:lnTo>
                    <a:pt x="1546317" y="1426618"/>
                  </a:lnTo>
                  <a:lnTo>
                    <a:pt x="1545245" y="1427142"/>
                  </a:lnTo>
                  <a:lnTo>
                    <a:pt x="1544173" y="1427666"/>
                  </a:lnTo>
                  <a:lnTo>
                    <a:pt x="1543102" y="1428192"/>
                  </a:lnTo>
                  <a:lnTo>
                    <a:pt x="1542030" y="1428719"/>
                  </a:lnTo>
                  <a:lnTo>
                    <a:pt x="1540959" y="1429247"/>
                  </a:lnTo>
                  <a:lnTo>
                    <a:pt x="1539887" y="1429777"/>
                  </a:lnTo>
                  <a:lnTo>
                    <a:pt x="1538815" y="1430308"/>
                  </a:lnTo>
                  <a:lnTo>
                    <a:pt x="1537744" y="1430840"/>
                  </a:lnTo>
                  <a:lnTo>
                    <a:pt x="1536672" y="1431373"/>
                  </a:lnTo>
                  <a:lnTo>
                    <a:pt x="1535601" y="1431908"/>
                  </a:lnTo>
                  <a:lnTo>
                    <a:pt x="1534529" y="1432444"/>
                  </a:lnTo>
                  <a:lnTo>
                    <a:pt x="1533457" y="1432981"/>
                  </a:lnTo>
                  <a:lnTo>
                    <a:pt x="1532386" y="1433519"/>
                  </a:lnTo>
                  <a:lnTo>
                    <a:pt x="1531314" y="1434058"/>
                  </a:lnTo>
                  <a:lnTo>
                    <a:pt x="1530243" y="1434599"/>
                  </a:lnTo>
                  <a:lnTo>
                    <a:pt x="1529171" y="1435141"/>
                  </a:lnTo>
                  <a:lnTo>
                    <a:pt x="1528099" y="1435684"/>
                  </a:lnTo>
                  <a:lnTo>
                    <a:pt x="1527028" y="1436228"/>
                  </a:lnTo>
                  <a:lnTo>
                    <a:pt x="1525956" y="1436774"/>
                  </a:lnTo>
                  <a:lnTo>
                    <a:pt x="1524885" y="1437320"/>
                  </a:lnTo>
                  <a:lnTo>
                    <a:pt x="1523813" y="1437868"/>
                  </a:lnTo>
                  <a:lnTo>
                    <a:pt x="1522741" y="1438417"/>
                  </a:lnTo>
                  <a:lnTo>
                    <a:pt x="1521670" y="1438968"/>
                  </a:lnTo>
                  <a:lnTo>
                    <a:pt x="1520598" y="1439519"/>
                  </a:lnTo>
                  <a:lnTo>
                    <a:pt x="1519527" y="1440072"/>
                  </a:lnTo>
                  <a:lnTo>
                    <a:pt x="1518455" y="1440626"/>
                  </a:lnTo>
                  <a:lnTo>
                    <a:pt x="1517383" y="1441181"/>
                  </a:lnTo>
                  <a:lnTo>
                    <a:pt x="1516312" y="1441737"/>
                  </a:lnTo>
                  <a:lnTo>
                    <a:pt x="1515240" y="1442294"/>
                  </a:lnTo>
                  <a:lnTo>
                    <a:pt x="1514169" y="1442853"/>
                  </a:lnTo>
                  <a:lnTo>
                    <a:pt x="1513097" y="1443413"/>
                  </a:lnTo>
                  <a:lnTo>
                    <a:pt x="1512025" y="1443974"/>
                  </a:lnTo>
                  <a:lnTo>
                    <a:pt x="1510954" y="1444536"/>
                  </a:lnTo>
                  <a:lnTo>
                    <a:pt x="1509882" y="1445099"/>
                  </a:lnTo>
                  <a:lnTo>
                    <a:pt x="1508811" y="1445663"/>
                  </a:lnTo>
                  <a:lnTo>
                    <a:pt x="1507739" y="1446229"/>
                  </a:lnTo>
                  <a:lnTo>
                    <a:pt x="1506667" y="1446795"/>
                  </a:lnTo>
                  <a:lnTo>
                    <a:pt x="1505596" y="1447363"/>
                  </a:lnTo>
                  <a:lnTo>
                    <a:pt x="1504524" y="1447932"/>
                  </a:lnTo>
                  <a:lnTo>
                    <a:pt x="1503453" y="1448502"/>
                  </a:lnTo>
                  <a:lnTo>
                    <a:pt x="1502381" y="1449073"/>
                  </a:lnTo>
                  <a:lnTo>
                    <a:pt x="1501309" y="1449646"/>
                  </a:lnTo>
                  <a:lnTo>
                    <a:pt x="1500238" y="1450219"/>
                  </a:lnTo>
                  <a:lnTo>
                    <a:pt x="1499166" y="1450793"/>
                  </a:lnTo>
                  <a:lnTo>
                    <a:pt x="1498095" y="1451369"/>
                  </a:lnTo>
                  <a:lnTo>
                    <a:pt x="1497023" y="1451946"/>
                  </a:lnTo>
                  <a:lnTo>
                    <a:pt x="1495951" y="1452524"/>
                  </a:lnTo>
                  <a:lnTo>
                    <a:pt x="1494880" y="1453103"/>
                  </a:lnTo>
                  <a:lnTo>
                    <a:pt x="1493808" y="1453683"/>
                  </a:lnTo>
                  <a:lnTo>
                    <a:pt x="1492737" y="1454264"/>
                  </a:lnTo>
                  <a:lnTo>
                    <a:pt x="1491665" y="1454846"/>
                  </a:lnTo>
                  <a:lnTo>
                    <a:pt x="1490593" y="1455429"/>
                  </a:lnTo>
                  <a:lnTo>
                    <a:pt x="1489522" y="1456013"/>
                  </a:lnTo>
                  <a:lnTo>
                    <a:pt x="1488450" y="1456599"/>
                  </a:lnTo>
                  <a:lnTo>
                    <a:pt x="1487379" y="1457185"/>
                  </a:lnTo>
                  <a:lnTo>
                    <a:pt x="1486307" y="1457773"/>
                  </a:lnTo>
                  <a:lnTo>
                    <a:pt x="1485235" y="1458361"/>
                  </a:lnTo>
                  <a:lnTo>
                    <a:pt x="1484164" y="1458951"/>
                  </a:lnTo>
                  <a:lnTo>
                    <a:pt x="1483092" y="1459542"/>
                  </a:lnTo>
                  <a:lnTo>
                    <a:pt x="1482021" y="1460133"/>
                  </a:lnTo>
                  <a:lnTo>
                    <a:pt x="1480949" y="1460726"/>
                  </a:lnTo>
                  <a:lnTo>
                    <a:pt x="1479877" y="1461320"/>
                  </a:lnTo>
                  <a:lnTo>
                    <a:pt x="1478806" y="1461915"/>
                  </a:lnTo>
                  <a:lnTo>
                    <a:pt x="1477734" y="1462511"/>
                  </a:lnTo>
                  <a:lnTo>
                    <a:pt x="1476663" y="1463107"/>
                  </a:lnTo>
                  <a:lnTo>
                    <a:pt x="1475591" y="1463705"/>
                  </a:lnTo>
                  <a:lnTo>
                    <a:pt x="1474519" y="1464304"/>
                  </a:lnTo>
                  <a:lnTo>
                    <a:pt x="1473448" y="1464904"/>
                  </a:lnTo>
                  <a:lnTo>
                    <a:pt x="1472376" y="1465505"/>
                  </a:lnTo>
                  <a:lnTo>
                    <a:pt x="1471305" y="1466107"/>
                  </a:lnTo>
                  <a:lnTo>
                    <a:pt x="1470233" y="1466709"/>
                  </a:lnTo>
                  <a:lnTo>
                    <a:pt x="1469161" y="1467313"/>
                  </a:lnTo>
                  <a:lnTo>
                    <a:pt x="1468090" y="1467918"/>
                  </a:lnTo>
                  <a:lnTo>
                    <a:pt x="1467018" y="1468524"/>
                  </a:lnTo>
                  <a:lnTo>
                    <a:pt x="1465947" y="1469130"/>
                  </a:lnTo>
                  <a:lnTo>
                    <a:pt x="1464875" y="1469738"/>
                  </a:lnTo>
                  <a:lnTo>
                    <a:pt x="1463803" y="1470347"/>
                  </a:lnTo>
                  <a:lnTo>
                    <a:pt x="1462732" y="1470956"/>
                  </a:lnTo>
                  <a:lnTo>
                    <a:pt x="1461660" y="1471567"/>
                  </a:lnTo>
                  <a:lnTo>
                    <a:pt x="1460589" y="1472178"/>
                  </a:lnTo>
                  <a:lnTo>
                    <a:pt x="1459517" y="1472791"/>
                  </a:lnTo>
                  <a:lnTo>
                    <a:pt x="1458445" y="1473404"/>
                  </a:lnTo>
                  <a:lnTo>
                    <a:pt x="1457374" y="1474018"/>
                  </a:lnTo>
                  <a:lnTo>
                    <a:pt x="1456302" y="1474633"/>
                  </a:lnTo>
                  <a:lnTo>
                    <a:pt x="1455231" y="1475249"/>
                  </a:lnTo>
                  <a:lnTo>
                    <a:pt x="1454159" y="1475866"/>
                  </a:lnTo>
                  <a:lnTo>
                    <a:pt x="1453087" y="1476484"/>
                  </a:lnTo>
                  <a:lnTo>
                    <a:pt x="1452016" y="1477103"/>
                  </a:lnTo>
                  <a:lnTo>
                    <a:pt x="1450944" y="1477723"/>
                  </a:lnTo>
                  <a:lnTo>
                    <a:pt x="1449873" y="1478343"/>
                  </a:lnTo>
                  <a:lnTo>
                    <a:pt x="1448801" y="1478964"/>
                  </a:lnTo>
                  <a:lnTo>
                    <a:pt x="1447729" y="1479587"/>
                  </a:lnTo>
                  <a:lnTo>
                    <a:pt x="1446658" y="1480210"/>
                  </a:lnTo>
                  <a:lnTo>
                    <a:pt x="1445586" y="1480834"/>
                  </a:lnTo>
                  <a:lnTo>
                    <a:pt x="1444515" y="1481459"/>
                  </a:lnTo>
                  <a:lnTo>
                    <a:pt x="1443443" y="1482084"/>
                  </a:lnTo>
                  <a:lnTo>
                    <a:pt x="1442371" y="1482711"/>
                  </a:lnTo>
                  <a:lnTo>
                    <a:pt x="1441300" y="1483338"/>
                  </a:lnTo>
                  <a:lnTo>
                    <a:pt x="1440228" y="1483967"/>
                  </a:lnTo>
                  <a:lnTo>
                    <a:pt x="1439157" y="1484596"/>
                  </a:lnTo>
                  <a:lnTo>
                    <a:pt x="1438085" y="1485226"/>
                  </a:lnTo>
                  <a:lnTo>
                    <a:pt x="1437013" y="1485856"/>
                  </a:lnTo>
                  <a:lnTo>
                    <a:pt x="1435942" y="1486488"/>
                  </a:lnTo>
                  <a:lnTo>
                    <a:pt x="1434870" y="1487120"/>
                  </a:lnTo>
                  <a:lnTo>
                    <a:pt x="1433799" y="1487753"/>
                  </a:lnTo>
                  <a:lnTo>
                    <a:pt x="1432727" y="1488387"/>
                  </a:lnTo>
                  <a:lnTo>
                    <a:pt x="1431655" y="1489022"/>
                  </a:lnTo>
                  <a:lnTo>
                    <a:pt x="1430584" y="1489657"/>
                  </a:lnTo>
                  <a:lnTo>
                    <a:pt x="1429512" y="1490294"/>
                  </a:lnTo>
                  <a:lnTo>
                    <a:pt x="1428441" y="1490931"/>
                  </a:lnTo>
                  <a:lnTo>
                    <a:pt x="1427369" y="1491569"/>
                  </a:lnTo>
                  <a:lnTo>
                    <a:pt x="1426297" y="1492207"/>
                  </a:lnTo>
                  <a:lnTo>
                    <a:pt x="1425226" y="1492847"/>
                  </a:lnTo>
                  <a:lnTo>
                    <a:pt x="1424154" y="1493487"/>
                  </a:lnTo>
                  <a:lnTo>
                    <a:pt x="1423083" y="1494128"/>
                  </a:lnTo>
                  <a:lnTo>
                    <a:pt x="1422011" y="1494769"/>
                  </a:lnTo>
                  <a:lnTo>
                    <a:pt x="1420939" y="1495412"/>
                  </a:lnTo>
                  <a:lnTo>
                    <a:pt x="1419868" y="1496055"/>
                  </a:lnTo>
                  <a:lnTo>
                    <a:pt x="1418796" y="1496699"/>
                  </a:lnTo>
                  <a:lnTo>
                    <a:pt x="1417725" y="1497343"/>
                  </a:lnTo>
                  <a:lnTo>
                    <a:pt x="1416653" y="1497988"/>
                  </a:lnTo>
                  <a:lnTo>
                    <a:pt x="1415582" y="1498634"/>
                  </a:lnTo>
                  <a:lnTo>
                    <a:pt x="1414510" y="1499281"/>
                  </a:lnTo>
                  <a:lnTo>
                    <a:pt x="1413438" y="1499928"/>
                  </a:lnTo>
                  <a:lnTo>
                    <a:pt x="1412367" y="1500576"/>
                  </a:lnTo>
                  <a:lnTo>
                    <a:pt x="1411295" y="1501225"/>
                  </a:lnTo>
                  <a:lnTo>
                    <a:pt x="1410224" y="1501875"/>
                  </a:lnTo>
                  <a:lnTo>
                    <a:pt x="1409152" y="1502525"/>
                  </a:lnTo>
                  <a:lnTo>
                    <a:pt x="1408080" y="1503176"/>
                  </a:lnTo>
                  <a:lnTo>
                    <a:pt x="1407009" y="1503827"/>
                  </a:lnTo>
                  <a:lnTo>
                    <a:pt x="1405937" y="1504479"/>
                  </a:lnTo>
                  <a:lnTo>
                    <a:pt x="1404866" y="1505132"/>
                  </a:lnTo>
                  <a:lnTo>
                    <a:pt x="1403794" y="1505786"/>
                  </a:lnTo>
                  <a:lnTo>
                    <a:pt x="1402722" y="1506440"/>
                  </a:lnTo>
                  <a:lnTo>
                    <a:pt x="1401651" y="1507094"/>
                  </a:lnTo>
                  <a:lnTo>
                    <a:pt x="1400579" y="1507750"/>
                  </a:lnTo>
                  <a:lnTo>
                    <a:pt x="1399508" y="1508406"/>
                  </a:lnTo>
                  <a:lnTo>
                    <a:pt x="1398436" y="1509063"/>
                  </a:lnTo>
                  <a:lnTo>
                    <a:pt x="1397364" y="1509720"/>
                  </a:lnTo>
                  <a:lnTo>
                    <a:pt x="1396293" y="1510378"/>
                  </a:lnTo>
                  <a:lnTo>
                    <a:pt x="1395221" y="1511036"/>
                  </a:lnTo>
                  <a:lnTo>
                    <a:pt x="1394150" y="1511695"/>
                  </a:lnTo>
                  <a:lnTo>
                    <a:pt x="1393078" y="1512355"/>
                  </a:lnTo>
                  <a:lnTo>
                    <a:pt x="1392006" y="1513015"/>
                  </a:lnTo>
                  <a:lnTo>
                    <a:pt x="1390935" y="1513676"/>
                  </a:lnTo>
                  <a:lnTo>
                    <a:pt x="1389863" y="1514338"/>
                  </a:lnTo>
                  <a:lnTo>
                    <a:pt x="1388792" y="1515000"/>
                  </a:lnTo>
                  <a:lnTo>
                    <a:pt x="1387720" y="1515663"/>
                  </a:lnTo>
                  <a:lnTo>
                    <a:pt x="1386648" y="1516326"/>
                  </a:lnTo>
                  <a:lnTo>
                    <a:pt x="1385577" y="1517145"/>
                  </a:lnTo>
                  <a:lnTo>
                    <a:pt x="1384505" y="1518080"/>
                  </a:lnTo>
                  <a:lnTo>
                    <a:pt x="1383434" y="1519016"/>
                  </a:lnTo>
                  <a:lnTo>
                    <a:pt x="1382362" y="1519953"/>
                  </a:lnTo>
                  <a:lnTo>
                    <a:pt x="1381290" y="1520893"/>
                  </a:lnTo>
                  <a:lnTo>
                    <a:pt x="1380219" y="1521833"/>
                  </a:lnTo>
                  <a:lnTo>
                    <a:pt x="1379147" y="1522776"/>
                  </a:lnTo>
                  <a:lnTo>
                    <a:pt x="1378076" y="1523719"/>
                  </a:lnTo>
                  <a:lnTo>
                    <a:pt x="1377004" y="1524664"/>
                  </a:lnTo>
                  <a:lnTo>
                    <a:pt x="1375932" y="1525611"/>
                  </a:lnTo>
                  <a:lnTo>
                    <a:pt x="1374861" y="1526559"/>
                  </a:lnTo>
                  <a:lnTo>
                    <a:pt x="1373789" y="1527509"/>
                  </a:lnTo>
                  <a:lnTo>
                    <a:pt x="1372718" y="1528460"/>
                  </a:lnTo>
                  <a:lnTo>
                    <a:pt x="1371646" y="1529412"/>
                  </a:lnTo>
                  <a:lnTo>
                    <a:pt x="1370574" y="1530366"/>
                  </a:lnTo>
                  <a:lnTo>
                    <a:pt x="1369503" y="1531322"/>
                  </a:lnTo>
                  <a:lnTo>
                    <a:pt x="1368431" y="1532278"/>
                  </a:lnTo>
                  <a:lnTo>
                    <a:pt x="1367360" y="1533237"/>
                  </a:lnTo>
                  <a:lnTo>
                    <a:pt x="1366288" y="1534196"/>
                  </a:lnTo>
                  <a:lnTo>
                    <a:pt x="1365216" y="1535157"/>
                  </a:lnTo>
                  <a:lnTo>
                    <a:pt x="1364145" y="1536119"/>
                  </a:lnTo>
                  <a:lnTo>
                    <a:pt x="1363073" y="1537083"/>
                  </a:lnTo>
                  <a:lnTo>
                    <a:pt x="1362002" y="1538048"/>
                  </a:lnTo>
                  <a:lnTo>
                    <a:pt x="1360930" y="1539014"/>
                  </a:lnTo>
                  <a:lnTo>
                    <a:pt x="1359858" y="1539981"/>
                  </a:lnTo>
                  <a:lnTo>
                    <a:pt x="1358787" y="1540950"/>
                  </a:lnTo>
                  <a:lnTo>
                    <a:pt x="1357715" y="1541920"/>
                  </a:lnTo>
                  <a:lnTo>
                    <a:pt x="1356644" y="1542892"/>
                  </a:lnTo>
                  <a:lnTo>
                    <a:pt x="1355572" y="1543864"/>
                  </a:lnTo>
                  <a:lnTo>
                    <a:pt x="1354500" y="1544838"/>
                  </a:lnTo>
                  <a:lnTo>
                    <a:pt x="1353429" y="1545813"/>
                  </a:lnTo>
                  <a:lnTo>
                    <a:pt x="1352357" y="1546790"/>
                  </a:lnTo>
                  <a:lnTo>
                    <a:pt x="1351286" y="1547767"/>
                  </a:lnTo>
                  <a:lnTo>
                    <a:pt x="1350214" y="1548746"/>
                  </a:lnTo>
                  <a:lnTo>
                    <a:pt x="1349142" y="1549726"/>
                  </a:lnTo>
                  <a:lnTo>
                    <a:pt x="1348071" y="1550707"/>
                  </a:lnTo>
                  <a:lnTo>
                    <a:pt x="1346999" y="1551690"/>
                  </a:lnTo>
                  <a:lnTo>
                    <a:pt x="1345928" y="1552673"/>
                  </a:lnTo>
                  <a:lnTo>
                    <a:pt x="1344856" y="1553658"/>
                  </a:lnTo>
                  <a:lnTo>
                    <a:pt x="1343784" y="1554644"/>
                  </a:lnTo>
                  <a:lnTo>
                    <a:pt x="1342713" y="1555631"/>
                  </a:lnTo>
                  <a:lnTo>
                    <a:pt x="1341641" y="1556619"/>
                  </a:lnTo>
                  <a:lnTo>
                    <a:pt x="1340570" y="1557608"/>
                  </a:lnTo>
                  <a:lnTo>
                    <a:pt x="1339498" y="1558598"/>
                  </a:lnTo>
                  <a:lnTo>
                    <a:pt x="1338426" y="1559589"/>
                  </a:lnTo>
                  <a:lnTo>
                    <a:pt x="1337355" y="1560582"/>
                  </a:lnTo>
                  <a:lnTo>
                    <a:pt x="1336283" y="1561575"/>
                  </a:lnTo>
                  <a:lnTo>
                    <a:pt x="1335212" y="1562569"/>
                  </a:lnTo>
                  <a:lnTo>
                    <a:pt x="1334140" y="1563565"/>
                  </a:lnTo>
                  <a:lnTo>
                    <a:pt x="1333068" y="1564561"/>
                  </a:lnTo>
                  <a:lnTo>
                    <a:pt x="1331997" y="1565559"/>
                  </a:lnTo>
                  <a:lnTo>
                    <a:pt x="1330925" y="1566557"/>
                  </a:lnTo>
                  <a:lnTo>
                    <a:pt x="1329854" y="1567556"/>
                  </a:lnTo>
                  <a:lnTo>
                    <a:pt x="1328782" y="1568557"/>
                  </a:lnTo>
                  <a:lnTo>
                    <a:pt x="1327710" y="1569558"/>
                  </a:lnTo>
                  <a:lnTo>
                    <a:pt x="1326639" y="1570560"/>
                  </a:lnTo>
                  <a:lnTo>
                    <a:pt x="1325567" y="1571564"/>
                  </a:lnTo>
                  <a:lnTo>
                    <a:pt x="1324496" y="1572568"/>
                  </a:lnTo>
                  <a:lnTo>
                    <a:pt x="1323424" y="1573573"/>
                  </a:lnTo>
                  <a:lnTo>
                    <a:pt x="1322352" y="1574578"/>
                  </a:lnTo>
                  <a:lnTo>
                    <a:pt x="1321281" y="1575585"/>
                  </a:lnTo>
                  <a:lnTo>
                    <a:pt x="1320209" y="1576593"/>
                  </a:lnTo>
                  <a:lnTo>
                    <a:pt x="1319138" y="1577601"/>
                  </a:lnTo>
                  <a:lnTo>
                    <a:pt x="1318066" y="1578610"/>
                  </a:lnTo>
                  <a:lnTo>
                    <a:pt x="1316994" y="1579621"/>
                  </a:lnTo>
                  <a:lnTo>
                    <a:pt x="1315923" y="1580631"/>
                  </a:lnTo>
                  <a:lnTo>
                    <a:pt x="1314851" y="1581643"/>
                  </a:lnTo>
                  <a:lnTo>
                    <a:pt x="1313780" y="1582656"/>
                  </a:lnTo>
                  <a:lnTo>
                    <a:pt x="1312708" y="1583669"/>
                  </a:lnTo>
                  <a:lnTo>
                    <a:pt x="1311636" y="1584683"/>
                  </a:lnTo>
                  <a:lnTo>
                    <a:pt x="1310565" y="1585698"/>
                  </a:lnTo>
                  <a:lnTo>
                    <a:pt x="1309493" y="1586713"/>
                  </a:lnTo>
                  <a:lnTo>
                    <a:pt x="1308422" y="1587730"/>
                  </a:lnTo>
                  <a:lnTo>
                    <a:pt x="1307350" y="1588747"/>
                  </a:lnTo>
                  <a:lnTo>
                    <a:pt x="1306278" y="1589764"/>
                  </a:lnTo>
                  <a:lnTo>
                    <a:pt x="1305207" y="1590783"/>
                  </a:lnTo>
                  <a:lnTo>
                    <a:pt x="1304135" y="1591802"/>
                  </a:lnTo>
                  <a:lnTo>
                    <a:pt x="1303064" y="1592821"/>
                  </a:lnTo>
                  <a:lnTo>
                    <a:pt x="1301992" y="1593842"/>
                  </a:lnTo>
                  <a:lnTo>
                    <a:pt x="1300920" y="1594863"/>
                  </a:lnTo>
                  <a:lnTo>
                    <a:pt x="1299849" y="1595884"/>
                  </a:lnTo>
                  <a:lnTo>
                    <a:pt x="1298777" y="1596907"/>
                  </a:lnTo>
                  <a:lnTo>
                    <a:pt x="1297706" y="1597929"/>
                  </a:lnTo>
                  <a:lnTo>
                    <a:pt x="1296634" y="1598953"/>
                  </a:lnTo>
                  <a:lnTo>
                    <a:pt x="1295562" y="1599977"/>
                  </a:lnTo>
                  <a:lnTo>
                    <a:pt x="1294491" y="1601001"/>
                  </a:lnTo>
                  <a:lnTo>
                    <a:pt x="1293419" y="1602026"/>
                  </a:lnTo>
                  <a:lnTo>
                    <a:pt x="1292348" y="1603052"/>
                  </a:lnTo>
                  <a:lnTo>
                    <a:pt x="1291276" y="1604078"/>
                  </a:lnTo>
                  <a:lnTo>
                    <a:pt x="1290204" y="1605105"/>
                  </a:lnTo>
                  <a:lnTo>
                    <a:pt x="1289133" y="1606132"/>
                  </a:lnTo>
                  <a:lnTo>
                    <a:pt x="1288061" y="1607160"/>
                  </a:lnTo>
                  <a:lnTo>
                    <a:pt x="1286990" y="1608188"/>
                  </a:lnTo>
                  <a:lnTo>
                    <a:pt x="1285918" y="1609217"/>
                  </a:lnTo>
                  <a:lnTo>
                    <a:pt x="1284846" y="1610246"/>
                  </a:lnTo>
                  <a:lnTo>
                    <a:pt x="1283775" y="1611275"/>
                  </a:lnTo>
                  <a:lnTo>
                    <a:pt x="1282703" y="1612305"/>
                  </a:lnTo>
                  <a:lnTo>
                    <a:pt x="1281632" y="1613336"/>
                  </a:lnTo>
                  <a:lnTo>
                    <a:pt x="1280560" y="1614367"/>
                  </a:lnTo>
                  <a:lnTo>
                    <a:pt x="1279488" y="1615398"/>
                  </a:lnTo>
                  <a:lnTo>
                    <a:pt x="1278417" y="1616429"/>
                  </a:lnTo>
                  <a:lnTo>
                    <a:pt x="1277345" y="1617461"/>
                  </a:lnTo>
                  <a:lnTo>
                    <a:pt x="1276274" y="1618494"/>
                  </a:lnTo>
                  <a:lnTo>
                    <a:pt x="1275202" y="1619526"/>
                  </a:lnTo>
                  <a:lnTo>
                    <a:pt x="1274130" y="1620559"/>
                  </a:lnTo>
                  <a:lnTo>
                    <a:pt x="1273059" y="1621593"/>
                  </a:lnTo>
                  <a:lnTo>
                    <a:pt x="1271987" y="1622626"/>
                  </a:lnTo>
                  <a:lnTo>
                    <a:pt x="1270916" y="1623660"/>
                  </a:lnTo>
                  <a:lnTo>
                    <a:pt x="1269844" y="1624694"/>
                  </a:lnTo>
                  <a:lnTo>
                    <a:pt x="1268772" y="1625729"/>
                  </a:lnTo>
                  <a:lnTo>
                    <a:pt x="1267701" y="1626764"/>
                  </a:lnTo>
                  <a:lnTo>
                    <a:pt x="1266629" y="1627799"/>
                  </a:lnTo>
                  <a:lnTo>
                    <a:pt x="1265558" y="1628834"/>
                  </a:lnTo>
                  <a:lnTo>
                    <a:pt x="1264486" y="1629870"/>
                  </a:lnTo>
                  <a:lnTo>
                    <a:pt x="1263414" y="1630905"/>
                  </a:lnTo>
                  <a:lnTo>
                    <a:pt x="1262343" y="1631941"/>
                  </a:lnTo>
                  <a:lnTo>
                    <a:pt x="1261271" y="1632977"/>
                  </a:lnTo>
                  <a:lnTo>
                    <a:pt x="1260200" y="1634014"/>
                  </a:lnTo>
                  <a:lnTo>
                    <a:pt x="1259128" y="1635050"/>
                  </a:lnTo>
                  <a:lnTo>
                    <a:pt x="1258056" y="1636087"/>
                  </a:lnTo>
                  <a:lnTo>
                    <a:pt x="1256985" y="1637124"/>
                  </a:lnTo>
                  <a:lnTo>
                    <a:pt x="1255913" y="1638161"/>
                  </a:lnTo>
                  <a:lnTo>
                    <a:pt x="1254842" y="1639198"/>
                  </a:lnTo>
                  <a:lnTo>
                    <a:pt x="1253770" y="1640235"/>
                  </a:lnTo>
                  <a:lnTo>
                    <a:pt x="1252698" y="1641272"/>
                  </a:lnTo>
                  <a:lnTo>
                    <a:pt x="1251627" y="1642309"/>
                  </a:lnTo>
                  <a:lnTo>
                    <a:pt x="1250555" y="1643347"/>
                  </a:lnTo>
                  <a:lnTo>
                    <a:pt x="1249484" y="1644384"/>
                  </a:lnTo>
                  <a:lnTo>
                    <a:pt x="1248412" y="1645422"/>
                  </a:lnTo>
                  <a:lnTo>
                    <a:pt x="1247340" y="1646460"/>
                  </a:lnTo>
                  <a:lnTo>
                    <a:pt x="1246269" y="1647497"/>
                  </a:lnTo>
                  <a:lnTo>
                    <a:pt x="1245197" y="1648535"/>
                  </a:lnTo>
                  <a:lnTo>
                    <a:pt x="1244126" y="1649573"/>
                  </a:lnTo>
                  <a:lnTo>
                    <a:pt x="1243054" y="1650610"/>
                  </a:lnTo>
                  <a:lnTo>
                    <a:pt x="1241983" y="1651648"/>
                  </a:lnTo>
                  <a:lnTo>
                    <a:pt x="1240911" y="1652686"/>
                  </a:lnTo>
                  <a:lnTo>
                    <a:pt x="1239839" y="1653723"/>
                  </a:lnTo>
                  <a:lnTo>
                    <a:pt x="1238768" y="1654761"/>
                  </a:lnTo>
                  <a:lnTo>
                    <a:pt x="1237696" y="1655799"/>
                  </a:lnTo>
                  <a:lnTo>
                    <a:pt x="1236625" y="1656836"/>
                  </a:lnTo>
                  <a:lnTo>
                    <a:pt x="1235553" y="1657874"/>
                  </a:lnTo>
                  <a:lnTo>
                    <a:pt x="1234481" y="1658911"/>
                  </a:lnTo>
                  <a:lnTo>
                    <a:pt x="1233410" y="1659948"/>
                  </a:lnTo>
                  <a:lnTo>
                    <a:pt x="1232338" y="1660985"/>
                  </a:lnTo>
                  <a:lnTo>
                    <a:pt x="1231267" y="1662022"/>
                  </a:lnTo>
                  <a:lnTo>
                    <a:pt x="1230195" y="1663059"/>
                  </a:lnTo>
                  <a:lnTo>
                    <a:pt x="1229123" y="1664096"/>
                  </a:lnTo>
                  <a:lnTo>
                    <a:pt x="1228052" y="1665133"/>
                  </a:lnTo>
                  <a:lnTo>
                    <a:pt x="1226980" y="1666169"/>
                  </a:lnTo>
                  <a:lnTo>
                    <a:pt x="1225909" y="1667205"/>
                  </a:lnTo>
                  <a:lnTo>
                    <a:pt x="1224837" y="1668241"/>
                  </a:lnTo>
                  <a:lnTo>
                    <a:pt x="1223765" y="1669277"/>
                  </a:lnTo>
                  <a:lnTo>
                    <a:pt x="1222694" y="1670313"/>
                  </a:lnTo>
                  <a:lnTo>
                    <a:pt x="1221622" y="1671349"/>
                  </a:lnTo>
                  <a:lnTo>
                    <a:pt x="1220551" y="1672384"/>
                  </a:lnTo>
                  <a:lnTo>
                    <a:pt x="1219479" y="1673419"/>
                  </a:lnTo>
                  <a:lnTo>
                    <a:pt x="1218407" y="1674454"/>
                  </a:lnTo>
                  <a:lnTo>
                    <a:pt x="1217336" y="1675488"/>
                  </a:lnTo>
                  <a:lnTo>
                    <a:pt x="1216264" y="1676523"/>
                  </a:lnTo>
                  <a:lnTo>
                    <a:pt x="1215193" y="1677557"/>
                  </a:lnTo>
                  <a:lnTo>
                    <a:pt x="1214121" y="1678590"/>
                  </a:lnTo>
                  <a:lnTo>
                    <a:pt x="1213049" y="1679624"/>
                  </a:lnTo>
                  <a:lnTo>
                    <a:pt x="1211978" y="1680657"/>
                  </a:lnTo>
                  <a:lnTo>
                    <a:pt x="1210906" y="1681690"/>
                  </a:lnTo>
                  <a:lnTo>
                    <a:pt x="1209835" y="1682722"/>
                  </a:lnTo>
                  <a:lnTo>
                    <a:pt x="1208763" y="1683754"/>
                  </a:lnTo>
                  <a:lnTo>
                    <a:pt x="1207691" y="1684786"/>
                  </a:lnTo>
                  <a:lnTo>
                    <a:pt x="1206620" y="1685818"/>
                  </a:lnTo>
                  <a:lnTo>
                    <a:pt x="1205548" y="1686849"/>
                  </a:lnTo>
                  <a:lnTo>
                    <a:pt x="1204477" y="1687880"/>
                  </a:lnTo>
                  <a:lnTo>
                    <a:pt x="1203405" y="1688910"/>
                  </a:lnTo>
                  <a:lnTo>
                    <a:pt x="1202333" y="1689940"/>
                  </a:lnTo>
                  <a:lnTo>
                    <a:pt x="1201262" y="1690970"/>
                  </a:lnTo>
                  <a:lnTo>
                    <a:pt x="1200190" y="1691999"/>
                  </a:lnTo>
                  <a:lnTo>
                    <a:pt x="1199119" y="1693027"/>
                  </a:lnTo>
                  <a:lnTo>
                    <a:pt x="1198047" y="1694056"/>
                  </a:lnTo>
                  <a:lnTo>
                    <a:pt x="1196975" y="1695084"/>
                  </a:lnTo>
                  <a:lnTo>
                    <a:pt x="1195904" y="1696111"/>
                  </a:lnTo>
                  <a:lnTo>
                    <a:pt x="1194832" y="1697138"/>
                  </a:lnTo>
                  <a:lnTo>
                    <a:pt x="1193761" y="1698164"/>
                  </a:lnTo>
                  <a:lnTo>
                    <a:pt x="1192689" y="1699191"/>
                  </a:lnTo>
                  <a:lnTo>
                    <a:pt x="1191617" y="1700216"/>
                  </a:lnTo>
                  <a:lnTo>
                    <a:pt x="1190546" y="1701241"/>
                  </a:lnTo>
                  <a:lnTo>
                    <a:pt x="1189474" y="1702266"/>
                  </a:lnTo>
                  <a:lnTo>
                    <a:pt x="1188403" y="1703290"/>
                  </a:lnTo>
                  <a:lnTo>
                    <a:pt x="1187331" y="1704313"/>
                  </a:lnTo>
                  <a:lnTo>
                    <a:pt x="1186259" y="1705336"/>
                  </a:lnTo>
                  <a:lnTo>
                    <a:pt x="1185188" y="1706358"/>
                  </a:lnTo>
                  <a:lnTo>
                    <a:pt x="1184116" y="1707380"/>
                  </a:lnTo>
                  <a:lnTo>
                    <a:pt x="1183045" y="1708402"/>
                  </a:lnTo>
                  <a:lnTo>
                    <a:pt x="1181973" y="1709422"/>
                  </a:lnTo>
                  <a:lnTo>
                    <a:pt x="1180901" y="1710442"/>
                  </a:lnTo>
                  <a:lnTo>
                    <a:pt x="1179830" y="1711462"/>
                  </a:lnTo>
                  <a:lnTo>
                    <a:pt x="1178758" y="1712481"/>
                  </a:lnTo>
                  <a:lnTo>
                    <a:pt x="1177687" y="1713499"/>
                  </a:lnTo>
                  <a:lnTo>
                    <a:pt x="1176615" y="1714517"/>
                  </a:lnTo>
                  <a:lnTo>
                    <a:pt x="1175543" y="1715534"/>
                  </a:lnTo>
                  <a:lnTo>
                    <a:pt x="1174472" y="1716551"/>
                  </a:lnTo>
                  <a:lnTo>
                    <a:pt x="1173400" y="1717566"/>
                  </a:lnTo>
                  <a:lnTo>
                    <a:pt x="1172329" y="1718582"/>
                  </a:lnTo>
                  <a:lnTo>
                    <a:pt x="1171257" y="1719596"/>
                  </a:lnTo>
                  <a:lnTo>
                    <a:pt x="1170185" y="1720610"/>
                  </a:lnTo>
                  <a:lnTo>
                    <a:pt x="1169114" y="1721623"/>
                  </a:lnTo>
                  <a:lnTo>
                    <a:pt x="1168042" y="1722636"/>
                  </a:lnTo>
                  <a:lnTo>
                    <a:pt x="1166971" y="1723648"/>
                  </a:lnTo>
                  <a:lnTo>
                    <a:pt x="1165899" y="1724659"/>
                  </a:lnTo>
                  <a:lnTo>
                    <a:pt x="1164827" y="1725669"/>
                  </a:lnTo>
                  <a:lnTo>
                    <a:pt x="1163756" y="1726679"/>
                  </a:lnTo>
                  <a:lnTo>
                    <a:pt x="1162684" y="1727688"/>
                  </a:lnTo>
                  <a:lnTo>
                    <a:pt x="1161613" y="1728696"/>
                  </a:lnTo>
                  <a:lnTo>
                    <a:pt x="1160541" y="1729703"/>
                  </a:lnTo>
                  <a:lnTo>
                    <a:pt x="1159469" y="1730710"/>
                  </a:lnTo>
                  <a:lnTo>
                    <a:pt x="1158398" y="1731716"/>
                  </a:lnTo>
                  <a:lnTo>
                    <a:pt x="1157326" y="1732721"/>
                  </a:lnTo>
                  <a:lnTo>
                    <a:pt x="1156255" y="1733726"/>
                  </a:lnTo>
                  <a:lnTo>
                    <a:pt x="1155183" y="1734729"/>
                  </a:lnTo>
                  <a:lnTo>
                    <a:pt x="1154111" y="1735732"/>
                  </a:lnTo>
                  <a:lnTo>
                    <a:pt x="1153040" y="1736734"/>
                  </a:lnTo>
                  <a:lnTo>
                    <a:pt x="1151968" y="1737736"/>
                  </a:lnTo>
                  <a:lnTo>
                    <a:pt x="1150897" y="1738736"/>
                  </a:lnTo>
                  <a:lnTo>
                    <a:pt x="1149825" y="1739736"/>
                  </a:lnTo>
                  <a:lnTo>
                    <a:pt x="1148753" y="1740734"/>
                  </a:lnTo>
                  <a:lnTo>
                    <a:pt x="1147682" y="1741732"/>
                  </a:lnTo>
                  <a:lnTo>
                    <a:pt x="1146610" y="1742729"/>
                  </a:lnTo>
                  <a:lnTo>
                    <a:pt x="1145539" y="1743726"/>
                  </a:lnTo>
                  <a:lnTo>
                    <a:pt x="1144467" y="1744721"/>
                  </a:lnTo>
                  <a:lnTo>
                    <a:pt x="1143395" y="1745715"/>
                  </a:lnTo>
                  <a:lnTo>
                    <a:pt x="1142324" y="1746709"/>
                  </a:lnTo>
                  <a:lnTo>
                    <a:pt x="1141252" y="1747702"/>
                  </a:lnTo>
                  <a:lnTo>
                    <a:pt x="1140181" y="1748694"/>
                  </a:lnTo>
                  <a:lnTo>
                    <a:pt x="1139109" y="1749685"/>
                  </a:lnTo>
                  <a:lnTo>
                    <a:pt x="1138037" y="1750675"/>
                  </a:lnTo>
                  <a:lnTo>
                    <a:pt x="1136966" y="1751664"/>
                  </a:lnTo>
                  <a:lnTo>
                    <a:pt x="1135894" y="1752652"/>
                  </a:lnTo>
                  <a:lnTo>
                    <a:pt x="1134823" y="1753639"/>
                  </a:lnTo>
                  <a:lnTo>
                    <a:pt x="1133751" y="1754625"/>
                  </a:lnTo>
                  <a:lnTo>
                    <a:pt x="1132679" y="1755611"/>
                  </a:lnTo>
                  <a:lnTo>
                    <a:pt x="1131608" y="1756595"/>
                  </a:lnTo>
                  <a:lnTo>
                    <a:pt x="1130536" y="1757579"/>
                  </a:lnTo>
                  <a:lnTo>
                    <a:pt x="1129465" y="1758561"/>
                  </a:lnTo>
                  <a:lnTo>
                    <a:pt x="1128393" y="1759543"/>
                  </a:lnTo>
                  <a:lnTo>
                    <a:pt x="1127321" y="1760523"/>
                  </a:lnTo>
                  <a:lnTo>
                    <a:pt x="1126250" y="1761503"/>
                  </a:lnTo>
                  <a:lnTo>
                    <a:pt x="1125178" y="1762481"/>
                  </a:lnTo>
                  <a:lnTo>
                    <a:pt x="1124107" y="1763459"/>
                  </a:lnTo>
                  <a:lnTo>
                    <a:pt x="1123035" y="1764436"/>
                  </a:lnTo>
                  <a:lnTo>
                    <a:pt x="1121963" y="1765411"/>
                  </a:lnTo>
                  <a:lnTo>
                    <a:pt x="1120892" y="1766386"/>
                  </a:lnTo>
                  <a:lnTo>
                    <a:pt x="1119820" y="1767359"/>
                  </a:lnTo>
                  <a:lnTo>
                    <a:pt x="1118749" y="1768332"/>
                  </a:lnTo>
                  <a:lnTo>
                    <a:pt x="1117677" y="1769303"/>
                  </a:lnTo>
                  <a:lnTo>
                    <a:pt x="1116605" y="1770273"/>
                  </a:lnTo>
                  <a:lnTo>
                    <a:pt x="1115534" y="1771243"/>
                  </a:lnTo>
                  <a:lnTo>
                    <a:pt x="1114462" y="1772211"/>
                  </a:lnTo>
                  <a:lnTo>
                    <a:pt x="1113391" y="1773178"/>
                  </a:lnTo>
                  <a:lnTo>
                    <a:pt x="1112319" y="1774144"/>
                  </a:lnTo>
                  <a:lnTo>
                    <a:pt x="1111247" y="1775109"/>
                  </a:lnTo>
                  <a:lnTo>
                    <a:pt x="1110176" y="1776073"/>
                  </a:lnTo>
                  <a:lnTo>
                    <a:pt x="1109104" y="1777036"/>
                  </a:lnTo>
                  <a:lnTo>
                    <a:pt x="1108033" y="1777998"/>
                  </a:lnTo>
                  <a:lnTo>
                    <a:pt x="1106961" y="1778958"/>
                  </a:lnTo>
                  <a:lnTo>
                    <a:pt x="1105889" y="1779918"/>
                  </a:lnTo>
                  <a:lnTo>
                    <a:pt x="1104818" y="1780876"/>
                  </a:lnTo>
                  <a:lnTo>
                    <a:pt x="1103746" y="1781833"/>
                  </a:lnTo>
                  <a:lnTo>
                    <a:pt x="1102675" y="1782789"/>
                  </a:lnTo>
                  <a:lnTo>
                    <a:pt x="1101603" y="1783744"/>
                  </a:lnTo>
                  <a:lnTo>
                    <a:pt x="1100531" y="1784698"/>
                  </a:lnTo>
                  <a:lnTo>
                    <a:pt x="1099460" y="1785651"/>
                  </a:lnTo>
                  <a:lnTo>
                    <a:pt x="1098388" y="1786602"/>
                  </a:lnTo>
                  <a:lnTo>
                    <a:pt x="1097317" y="1787553"/>
                  </a:lnTo>
                  <a:lnTo>
                    <a:pt x="1096245" y="1788502"/>
                  </a:lnTo>
                  <a:lnTo>
                    <a:pt x="1095173" y="1789450"/>
                  </a:lnTo>
                  <a:lnTo>
                    <a:pt x="1094102" y="1790397"/>
                  </a:lnTo>
                  <a:lnTo>
                    <a:pt x="1093030" y="1791342"/>
                  </a:lnTo>
                  <a:lnTo>
                    <a:pt x="1091959" y="1792287"/>
                  </a:lnTo>
                  <a:lnTo>
                    <a:pt x="1090887" y="1793230"/>
                  </a:lnTo>
                  <a:lnTo>
                    <a:pt x="1089815" y="1794172"/>
                  </a:lnTo>
                  <a:lnTo>
                    <a:pt x="1088744" y="1795113"/>
                  </a:lnTo>
                  <a:lnTo>
                    <a:pt x="1087672" y="1796053"/>
                  </a:lnTo>
                  <a:lnTo>
                    <a:pt x="1086601" y="1796991"/>
                  </a:lnTo>
                  <a:lnTo>
                    <a:pt x="1085529" y="1797928"/>
                  </a:lnTo>
                  <a:lnTo>
                    <a:pt x="1084457" y="1798864"/>
                  </a:lnTo>
                  <a:lnTo>
                    <a:pt x="1083386" y="1799799"/>
                  </a:lnTo>
                  <a:lnTo>
                    <a:pt x="1082314" y="1800732"/>
                  </a:lnTo>
                  <a:lnTo>
                    <a:pt x="1081243" y="1801664"/>
                  </a:lnTo>
                  <a:lnTo>
                    <a:pt x="1080171" y="1802595"/>
                  </a:lnTo>
                  <a:lnTo>
                    <a:pt x="1079099" y="1803525"/>
                  </a:lnTo>
                  <a:lnTo>
                    <a:pt x="1078028" y="1804453"/>
                  </a:lnTo>
                  <a:lnTo>
                    <a:pt x="1076956" y="1805380"/>
                  </a:lnTo>
                  <a:lnTo>
                    <a:pt x="1075885" y="1806306"/>
                  </a:lnTo>
                  <a:lnTo>
                    <a:pt x="1074813" y="1807231"/>
                  </a:lnTo>
                  <a:lnTo>
                    <a:pt x="1073741" y="1808154"/>
                  </a:lnTo>
                  <a:lnTo>
                    <a:pt x="1072670" y="1809076"/>
                  </a:lnTo>
                  <a:lnTo>
                    <a:pt x="1071598" y="1809997"/>
                  </a:lnTo>
                  <a:lnTo>
                    <a:pt x="1070527" y="1810916"/>
                  </a:lnTo>
                  <a:lnTo>
                    <a:pt x="1069455" y="1811834"/>
                  </a:lnTo>
                  <a:lnTo>
                    <a:pt x="1068383" y="1812751"/>
                  </a:lnTo>
                  <a:lnTo>
                    <a:pt x="1067312" y="1813666"/>
                  </a:lnTo>
                  <a:lnTo>
                    <a:pt x="1066240" y="1814580"/>
                  </a:lnTo>
                  <a:lnTo>
                    <a:pt x="1065169" y="1815493"/>
                  </a:lnTo>
                  <a:lnTo>
                    <a:pt x="1064097" y="1816404"/>
                  </a:lnTo>
                  <a:lnTo>
                    <a:pt x="1063026" y="1817314"/>
                  </a:lnTo>
                  <a:lnTo>
                    <a:pt x="1061954" y="1818223"/>
                  </a:lnTo>
                  <a:lnTo>
                    <a:pt x="1060882" y="1819130"/>
                  </a:lnTo>
                  <a:lnTo>
                    <a:pt x="1059811" y="1820036"/>
                  </a:lnTo>
                  <a:lnTo>
                    <a:pt x="1058739" y="1820941"/>
                  </a:lnTo>
                  <a:lnTo>
                    <a:pt x="1057668" y="1821844"/>
                  </a:lnTo>
                  <a:lnTo>
                    <a:pt x="1056596" y="1822746"/>
                  </a:lnTo>
                  <a:lnTo>
                    <a:pt x="1055524" y="1823647"/>
                  </a:lnTo>
                  <a:lnTo>
                    <a:pt x="1054453" y="1824546"/>
                  </a:lnTo>
                  <a:lnTo>
                    <a:pt x="1053381" y="1825444"/>
                  </a:lnTo>
                  <a:lnTo>
                    <a:pt x="1052310" y="1826340"/>
                  </a:lnTo>
                  <a:lnTo>
                    <a:pt x="1051238" y="1827235"/>
                  </a:lnTo>
                  <a:lnTo>
                    <a:pt x="1050166" y="1828129"/>
                  </a:lnTo>
                  <a:lnTo>
                    <a:pt x="1049095" y="1829021"/>
                  </a:lnTo>
                  <a:lnTo>
                    <a:pt x="1048023" y="1829912"/>
                  </a:lnTo>
                  <a:lnTo>
                    <a:pt x="1046952" y="1830801"/>
                  </a:lnTo>
                  <a:lnTo>
                    <a:pt x="1045880" y="1831689"/>
                  </a:lnTo>
                  <a:lnTo>
                    <a:pt x="1044808" y="1832576"/>
                  </a:lnTo>
                  <a:lnTo>
                    <a:pt x="1043737" y="1833461"/>
                  </a:lnTo>
                  <a:lnTo>
                    <a:pt x="1042665" y="1834344"/>
                  </a:lnTo>
                  <a:lnTo>
                    <a:pt x="1041594" y="1835227"/>
                  </a:lnTo>
                  <a:lnTo>
                    <a:pt x="1040522" y="1836107"/>
                  </a:lnTo>
                  <a:lnTo>
                    <a:pt x="1039450" y="1836987"/>
                  </a:lnTo>
                  <a:lnTo>
                    <a:pt x="1038379" y="1837865"/>
                  </a:lnTo>
                  <a:lnTo>
                    <a:pt x="1037307" y="1838741"/>
                  </a:lnTo>
                  <a:lnTo>
                    <a:pt x="1036236" y="1839616"/>
                  </a:lnTo>
                  <a:lnTo>
                    <a:pt x="1035164" y="1840490"/>
                  </a:lnTo>
                  <a:lnTo>
                    <a:pt x="1034092" y="1841362"/>
                  </a:lnTo>
                  <a:lnTo>
                    <a:pt x="1033021" y="1842232"/>
                  </a:lnTo>
                  <a:lnTo>
                    <a:pt x="1031949" y="1843101"/>
                  </a:lnTo>
                  <a:lnTo>
                    <a:pt x="1030878" y="1843969"/>
                  </a:lnTo>
                  <a:lnTo>
                    <a:pt x="1029806" y="1844835"/>
                  </a:lnTo>
                  <a:lnTo>
                    <a:pt x="1028734" y="1845700"/>
                  </a:lnTo>
                  <a:lnTo>
                    <a:pt x="1027663" y="1846563"/>
                  </a:lnTo>
                  <a:lnTo>
                    <a:pt x="1026591" y="1847425"/>
                  </a:lnTo>
                  <a:lnTo>
                    <a:pt x="1025520" y="1848285"/>
                  </a:lnTo>
                  <a:lnTo>
                    <a:pt x="1024448" y="1849144"/>
                  </a:lnTo>
                  <a:lnTo>
                    <a:pt x="1023376" y="1850001"/>
                  </a:lnTo>
                  <a:lnTo>
                    <a:pt x="1022305" y="1850857"/>
                  </a:lnTo>
                  <a:lnTo>
                    <a:pt x="1021233" y="1851711"/>
                  </a:lnTo>
                  <a:lnTo>
                    <a:pt x="1020162" y="1852563"/>
                  </a:lnTo>
                  <a:lnTo>
                    <a:pt x="1019090" y="1853415"/>
                  </a:lnTo>
                  <a:lnTo>
                    <a:pt x="1018018" y="1854264"/>
                  </a:lnTo>
                  <a:lnTo>
                    <a:pt x="1016947" y="1855112"/>
                  </a:lnTo>
                  <a:lnTo>
                    <a:pt x="1015875" y="1855959"/>
                  </a:lnTo>
                  <a:lnTo>
                    <a:pt x="1014804" y="1856804"/>
                  </a:lnTo>
                  <a:lnTo>
                    <a:pt x="1013732" y="1857647"/>
                  </a:lnTo>
                  <a:lnTo>
                    <a:pt x="1012660" y="1858489"/>
                  </a:lnTo>
                  <a:lnTo>
                    <a:pt x="1011589" y="1859330"/>
                  </a:lnTo>
                  <a:lnTo>
                    <a:pt x="1010517" y="1860169"/>
                  </a:lnTo>
                  <a:lnTo>
                    <a:pt x="1009446" y="1861006"/>
                  </a:lnTo>
                  <a:lnTo>
                    <a:pt x="1008374" y="1861842"/>
                  </a:lnTo>
                  <a:lnTo>
                    <a:pt x="1007302" y="1862676"/>
                  </a:lnTo>
                  <a:lnTo>
                    <a:pt x="1006231" y="1863509"/>
                  </a:lnTo>
                  <a:lnTo>
                    <a:pt x="1005159" y="1864340"/>
                  </a:lnTo>
                  <a:lnTo>
                    <a:pt x="1004088" y="1865169"/>
                  </a:lnTo>
                  <a:lnTo>
                    <a:pt x="1003016" y="1865997"/>
                  </a:lnTo>
                  <a:lnTo>
                    <a:pt x="1001944" y="1866823"/>
                  </a:lnTo>
                  <a:lnTo>
                    <a:pt x="1000873" y="1867648"/>
                  </a:lnTo>
                  <a:lnTo>
                    <a:pt x="999801" y="1868471"/>
                  </a:lnTo>
                  <a:lnTo>
                    <a:pt x="998730" y="1869293"/>
                  </a:lnTo>
                  <a:lnTo>
                    <a:pt x="997658" y="1870113"/>
                  </a:lnTo>
                  <a:lnTo>
                    <a:pt x="996586" y="1870931"/>
                  </a:lnTo>
                  <a:lnTo>
                    <a:pt x="995515" y="1871748"/>
                  </a:lnTo>
                  <a:lnTo>
                    <a:pt x="994443" y="1872564"/>
                  </a:lnTo>
                  <a:lnTo>
                    <a:pt x="993372" y="1873377"/>
                  </a:lnTo>
                  <a:lnTo>
                    <a:pt x="992300" y="1874189"/>
                  </a:lnTo>
                  <a:lnTo>
                    <a:pt x="991228" y="1875000"/>
                  </a:lnTo>
                  <a:lnTo>
                    <a:pt x="990157" y="1875809"/>
                  </a:lnTo>
                  <a:lnTo>
                    <a:pt x="989085" y="1876616"/>
                  </a:lnTo>
                  <a:lnTo>
                    <a:pt x="988014" y="1877421"/>
                  </a:lnTo>
                  <a:lnTo>
                    <a:pt x="986942" y="1878225"/>
                  </a:lnTo>
                  <a:lnTo>
                    <a:pt x="985870" y="1879028"/>
                  </a:lnTo>
                  <a:lnTo>
                    <a:pt x="984799" y="1879828"/>
                  </a:lnTo>
                  <a:lnTo>
                    <a:pt x="983727" y="1880627"/>
                  </a:lnTo>
                  <a:lnTo>
                    <a:pt x="982656" y="1881425"/>
                  </a:lnTo>
                  <a:lnTo>
                    <a:pt x="981584" y="1882221"/>
                  </a:lnTo>
                  <a:lnTo>
                    <a:pt x="980512" y="1883015"/>
                  </a:lnTo>
                  <a:lnTo>
                    <a:pt x="979441" y="1883808"/>
                  </a:lnTo>
                  <a:lnTo>
                    <a:pt x="978369" y="1884599"/>
                  </a:lnTo>
                  <a:lnTo>
                    <a:pt x="977298" y="1885388"/>
                  </a:lnTo>
                  <a:lnTo>
                    <a:pt x="976226" y="1886175"/>
                  </a:lnTo>
                  <a:lnTo>
                    <a:pt x="975154" y="1886961"/>
                  </a:lnTo>
                  <a:lnTo>
                    <a:pt x="974083" y="1887746"/>
                  </a:lnTo>
                  <a:lnTo>
                    <a:pt x="973011" y="1888528"/>
                  </a:lnTo>
                  <a:lnTo>
                    <a:pt x="971940" y="1889310"/>
                  </a:lnTo>
                  <a:lnTo>
                    <a:pt x="970868" y="1890089"/>
                  </a:lnTo>
                  <a:lnTo>
                    <a:pt x="969796" y="1890867"/>
                  </a:lnTo>
                  <a:lnTo>
                    <a:pt x="968725" y="1891643"/>
                  </a:lnTo>
                  <a:lnTo>
                    <a:pt x="967653" y="1892417"/>
                  </a:lnTo>
                  <a:lnTo>
                    <a:pt x="966582" y="1893190"/>
                  </a:lnTo>
                  <a:lnTo>
                    <a:pt x="965510" y="1893961"/>
                  </a:lnTo>
                  <a:lnTo>
                    <a:pt x="964438" y="1894730"/>
                  </a:lnTo>
                  <a:lnTo>
                    <a:pt x="963367" y="1895498"/>
                  </a:lnTo>
                  <a:lnTo>
                    <a:pt x="962295" y="1896264"/>
                  </a:lnTo>
                  <a:lnTo>
                    <a:pt x="961224" y="1897028"/>
                  </a:lnTo>
                  <a:lnTo>
                    <a:pt x="960152" y="1897791"/>
                  </a:lnTo>
                  <a:lnTo>
                    <a:pt x="959080" y="1898552"/>
                  </a:lnTo>
                  <a:lnTo>
                    <a:pt x="958009" y="1899311"/>
                  </a:lnTo>
                  <a:lnTo>
                    <a:pt x="956937" y="1900069"/>
                  </a:lnTo>
                  <a:lnTo>
                    <a:pt x="955866" y="1900825"/>
                  </a:lnTo>
                  <a:lnTo>
                    <a:pt x="954794" y="1901579"/>
                  </a:lnTo>
                  <a:lnTo>
                    <a:pt x="953722" y="1902331"/>
                  </a:lnTo>
                  <a:lnTo>
                    <a:pt x="952651" y="1903082"/>
                  </a:lnTo>
                  <a:lnTo>
                    <a:pt x="951579" y="1903831"/>
                  </a:lnTo>
                  <a:lnTo>
                    <a:pt x="950508" y="1904579"/>
                  </a:lnTo>
                  <a:lnTo>
                    <a:pt x="949436" y="1905325"/>
                  </a:lnTo>
                  <a:lnTo>
                    <a:pt x="948364" y="1906069"/>
                  </a:lnTo>
                  <a:lnTo>
                    <a:pt x="947293" y="1906811"/>
                  </a:lnTo>
                  <a:lnTo>
                    <a:pt x="946221" y="1907551"/>
                  </a:lnTo>
                  <a:lnTo>
                    <a:pt x="945150" y="1908290"/>
                  </a:lnTo>
                  <a:lnTo>
                    <a:pt x="944078" y="1909028"/>
                  </a:lnTo>
                  <a:lnTo>
                    <a:pt x="943006" y="1909763"/>
                  </a:lnTo>
                  <a:lnTo>
                    <a:pt x="941935" y="1910497"/>
                  </a:lnTo>
                  <a:lnTo>
                    <a:pt x="940863" y="1911229"/>
                  </a:lnTo>
                  <a:lnTo>
                    <a:pt x="939792" y="1911959"/>
                  </a:lnTo>
                  <a:lnTo>
                    <a:pt x="938720" y="1912688"/>
                  </a:lnTo>
                  <a:lnTo>
                    <a:pt x="937648" y="1913415"/>
                  </a:lnTo>
                  <a:lnTo>
                    <a:pt x="936577" y="1914140"/>
                  </a:lnTo>
                  <a:lnTo>
                    <a:pt x="935505" y="1914863"/>
                  </a:lnTo>
                  <a:lnTo>
                    <a:pt x="934434" y="1915585"/>
                  </a:lnTo>
                  <a:lnTo>
                    <a:pt x="933362" y="1916305"/>
                  </a:lnTo>
                  <a:lnTo>
                    <a:pt x="932290" y="1917023"/>
                  </a:lnTo>
                  <a:lnTo>
                    <a:pt x="931219" y="1917739"/>
                  </a:lnTo>
                  <a:lnTo>
                    <a:pt x="930147" y="1918454"/>
                  </a:lnTo>
                  <a:lnTo>
                    <a:pt x="929076" y="1919167"/>
                  </a:lnTo>
                  <a:lnTo>
                    <a:pt x="928004" y="1919878"/>
                  </a:lnTo>
                  <a:lnTo>
                    <a:pt x="926932" y="1920588"/>
                  </a:lnTo>
                  <a:lnTo>
                    <a:pt x="925861" y="1921296"/>
                  </a:lnTo>
                  <a:lnTo>
                    <a:pt x="924789" y="1922002"/>
                  </a:lnTo>
                  <a:lnTo>
                    <a:pt x="923718" y="1922706"/>
                  </a:lnTo>
                  <a:lnTo>
                    <a:pt x="922646" y="1923409"/>
                  </a:lnTo>
                  <a:lnTo>
                    <a:pt x="921574" y="1924110"/>
                  </a:lnTo>
                  <a:lnTo>
                    <a:pt x="920503" y="1924809"/>
                  </a:lnTo>
                  <a:lnTo>
                    <a:pt x="919431" y="1925506"/>
                  </a:lnTo>
                  <a:lnTo>
                    <a:pt x="918360" y="1926201"/>
                  </a:lnTo>
                  <a:lnTo>
                    <a:pt x="917288" y="1926895"/>
                  </a:lnTo>
                  <a:lnTo>
                    <a:pt x="916216" y="1927587"/>
                  </a:lnTo>
                  <a:lnTo>
                    <a:pt x="915145" y="1928278"/>
                  </a:lnTo>
                  <a:lnTo>
                    <a:pt x="914073" y="1928966"/>
                  </a:lnTo>
                  <a:lnTo>
                    <a:pt x="913002" y="1929653"/>
                  </a:lnTo>
                  <a:lnTo>
                    <a:pt x="911930" y="1930338"/>
                  </a:lnTo>
                  <a:lnTo>
                    <a:pt x="910858" y="1931021"/>
                  </a:lnTo>
                  <a:lnTo>
                    <a:pt x="909787" y="1931703"/>
                  </a:lnTo>
                  <a:lnTo>
                    <a:pt x="908715" y="1932383"/>
                  </a:lnTo>
                  <a:lnTo>
                    <a:pt x="907644" y="1933061"/>
                  </a:lnTo>
                  <a:lnTo>
                    <a:pt x="906572" y="1933737"/>
                  </a:lnTo>
                  <a:lnTo>
                    <a:pt x="905500" y="1934411"/>
                  </a:lnTo>
                  <a:lnTo>
                    <a:pt x="904429" y="1935084"/>
                  </a:lnTo>
                  <a:lnTo>
                    <a:pt x="903357" y="1935755"/>
                  </a:lnTo>
                  <a:lnTo>
                    <a:pt x="902286" y="1936425"/>
                  </a:lnTo>
                  <a:lnTo>
                    <a:pt x="901214" y="1937092"/>
                  </a:lnTo>
                  <a:lnTo>
                    <a:pt x="900142" y="1937758"/>
                  </a:lnTo>
                  <a:lnTo>
                    <a:pt x="899071" y="1938423"/>
                  </a:lnTo>
                  <a:lnTo>
                    <a:pt x="897999" y="1939085"/>
                  </a:lnTo>
                  <a:lnTo>
                    <a:pt x="896928" y="1939746"/>
                  </a:lnTo>
                  <a:lnTo>
                    <a:pt x="895856" y="1940406"/>
                  </a:lnTo>
                  <a:lnTo>
                    <a:pt x="894784" y="1941063"/>
                  </a:lnTo>
                  <a:lnTo>
                    <a:pt x="893713" y="1941719"/>
                  </a:lnTo>
                  <a:lnTo>
                    <a:pt x="892641" y="1942374"/>
                  </a:lnTo>
                  <a:lnTo>
                    <a:pt x="891570" y="1943026"/>
                  </a:lnTo>
                  <a:lnTo>
                    <a:pt x="890498" y="1943678"/>
                  </a:lnTo>
                  <a:lnTo>
                    <a:pt x="889426" y="1944327"/>
                  </a:lnTo>
                  <a:lnTo>
                    <a:pt x="888355" y="1944975"/>
                  </a:lnTo>
                  <a:lnTo>
                    <a:pt x="887283" y="1945621"/>
                  </a:lnTo>
                  <a:lnTo>
                    <a:pt x="886212" y="1946266"/>
                  </a:lnTo>
                  <a:lnTo>
                    <a:pt x="885140" y="1946909"/>
                  </a:lnTo>
                  <a:lnTo>
                    <a:pt x="884069" y="1947550"/>
                  </a:lnTo>
                  <a:lnTo>
                    <a:pt x="882997" y="1948190"/>
                  </a:lnTo>
                  <a:lnTo>
                    <a:pt x="881925" y="1948828"/>
                  </a:lnTo>
                  <a:lnTo>
                    <a:pt x="880854" y="1949465"/>
                  </a:lnTo>
                  <a:lnTo>
                    <a:pt x="879782" y="1950100"/>
                  </a:lnTo>
                  <a:lnTo>
                    <a:pt x="878711" y="1950733"/>
                  </a:lnTo>
                  <a:lnTo>
                    <a:pt x="877639" y="1951366"/>
                  </a:lnTo>
                  <a:lnTo>
                    <a:pt x="876567" y="1951996"/>
                  </a:lnTo>
                  <a:lnTo>
                    <a:pt x="875496" y="1952625"/>
                  </a:lnTo>
                  <a:lnTo>
                    <a:pt x="874424" y="1953252"/>
                  </a:lnTo>
                  <a:lnTo>
                    <a:pt x="873353" y="1953878"/>
                  </a:lnTo>
                  <a:lnTo>
                    <a:pt x="872281" y="1954502"/>
                  </a:lnTo>
                  <a:lnTo>
                    <a:pt x="871209" y="1955125"/>
                  </a:lnTo>
                  <a:lnTo>
                    <a:pt x="870138" y="1955747"/>
                  </a:lnTo>
                  <a:lnTo>
                    <a:pt x="869066" y="1956366"/>
                  </a:lnTo>
                  <a:lnTo>
                    <a:pt x="867995" y="1956985"/>
                  </a:lnTo>
                  <a:lnTo>
                    <a:pt x="866923" y="1957602"/>
                  </a:lnTo>
                  <a:lnTo>
                    <a:pt x="865851" y="1958217"/>
                  </a:lnTo>
                  <a:lnTo>
                    <a:pt x="864780" y="1958831"/>
                  </a:lnTo>
                  <a:lnTo>
                    <a:pt x="863708" y="1959443"/>
                  </a:lnTo>
                  <a:lnTo>
                    <a:pt x="862637" y="1960054"/>
                  </a:lnTo>
                  <a:lnTo>
                    <a:pt x="861565" y="1960664"/>
                  </a:lnTo>
                  <a:lnTo>
                    <a:pt x="860493" y="1961272"/>
                  </a:lnTo>
                  <a:lnTo>
                    <a:pt x="859422" y="1961878"/>
                  </a:lnTo>
                  <a:lnTo>
                    <a:pt x="858350" y="1962484"/>
                  </a:lnTo>
                  <a:lnTo>
                    <a:pt x="857279" y="1963087"/>
                  </a:lnTo>
                  <a:lnTo>
                    <a:pt x="856207" y="1963690"/>
                  </a:lnTo>
                  <a:lnTo>
                    <a:pt x="855135" y="1964291"/>
                  </a:lnTo>
                  <a:lnTo>
                    <a:pt x="854064" y="1964890"/>
                  </a:lnTo>
                  <a:lnTo>
                    <a:pt x="852992" y="1965488"/>
                  </a:lnTo>
                  <a:lnTo>
                    <a:pt x="851921" y="1966085"/>
                  </a:lnTo>
                  <a:lnTo>
                    <a:pt x="850849" y="1966680"/>
                  </a:lnTo>
                  <a:lnTo>
                    <a:pt x="849777" y="1967274"/>
                  </a:lnTo>
                  <a:lnTo>
                    <a:pt x="848706" y="1967867"/>
                  </a:lnTo>
                  <a:lnTo>
                    <a:pt x="847634" y="1968458"/>
                  </a:lnTo>
                  <a:lnTo>
                    <a:pt x="846563" y="1969047"/>
                  </a:lnTo>
                  <a:lnTo>
                    <a:pt x="845491" y="1969636"/>
                  </a:lnTo>
                  <a:lnTo>
                    <a:pt x="844419" y="1970223"/>
                  </a:lnTo>
                  <a:lnTo>
                    <a:pt x="843348" y="1970809"/>
                  </a:lnTo>
                  <a:lnTo>
                    <a:pt x="842276" y="1971393"/>
                  </a:lnTo>
                  <a:lnTo>
                    <a:pt x="841205" y="1971976"/>
                  </a:lnTo>
                  <a:lnTo>
                    <a:pt x="840133" y="1972558"/>
                  </a:lnTo>
                  <a:lnTo>
                    <a:pt x="839061" y="1973138"/>
                  </a:lnTo>
                  <a:lnTo>
                    <a:pt x="837990" y="1973717"/>
                  </a:lnTo>
                  <a:lnTo>
                    <a:pt x="836918" y="1974295"/>
                  </a:lnTo>
                  <a:lnTo>
                    <a:pt x="835847" y="1974872"/>
                  </a:lnTo>
                  <a:lnTo>
                    <a:pt x="834775" y="1975447"/>
                  </a:lnTo>
                  <a:lnTo>
                    <a:pt x="833703" y="1976021"/>
                  </a:lnTo>
                  <a:lnTo>
                    <a:pt x="832632" y="1976593"/>
                  </a:lnTo>
                  <a:lnTo>
                    <a:pt x="831560" y="1977164"/>
                  </a:lnTo>
                  <a:lnTo>
                    <a:pt x="830489" y="1977734"/>
                  </a:lnTo>
                  <a:lnTo>
                    <a:pt x="829417" y="1978303"/>
                  </a:lnTo>
                  <a:lnTo>
                    <a:pt x="828345" y="1978871"/>
                  </a:lnTo>
                  <a:lnTo>
                    <a:pt x="827274" y="1979437"/>
                  </a:lnTo>
                  <a:lnTo>
                    <a:pt x="826202" y="1980002"/>
                  </a:lnTo>
                  <a:lnTo>
                    <a:pt x="825131" y="1980566"/>
                  </a:lnTo>
                  <a:lnTo>
                    <a:pt x="824059" y="1981128"/>
                  </a:lnTo>
                  <a:lnTo>
                    <a:pt x="822987" y="1981689"/>
                  </a:lnTo>
                  <a:lnTo>
                    <a:pt x="821916" y="1982249"/>
                  </a:lnTo>
                  <a:lnTo>
                    <a:pt x="820844" y="1982808"/>
                  </a:lnTo>
                  <a:lnTo>
                    <a:pt x="819773" y="1983366"/>
                  </a:lnTo>
                  <a:lnTo>
                    <a:pt x="818701" y="1983922"/>
                  </a:lnTo>
                  <a:lnTo>
                    <a:pt x="817629" y="1984477"/>
                  </a:lnTo>
                  <a:lnTo>
                    <a:pt x="816558" y="1985031"/>
                  </a:lnTo>
                  <a:lnTo>
                    <a:pt x="815486" y="1985584"/>
                  </a:lnTo>
                  <a:lnTo>
                    <a:pt x="814415" y="1986136"/>
                  </a:lnTo>
                  <a:lnTo>
                    <a:pt x="813343" y="1986686"/>
                  </a:lnTo>
                  <a:lnTo>
                    <a:pt x="812271" y="1987235"/>
                  </a:lnTo>
                  <a:lnTo>
                    <a:pt x="811200" y="1987783"/>
                  </a:lnTo>
                  <a:lnTo>
                    <a:pt x="810128" y="1988330"/>
                  </a:lnTo>
                  <a:lnTo>
                    <a:pt x="809057" y="1988876"/>
                  </a:lnTo>
                  <a:lnTo>
                    <a:pt x="807985" y="1989420"/>
                  </a:lnTo>
                  <a:lnTo>
                    <a:pt x="806913" y="1989964"/>
                  </a:lnTo>
                  <a:lnTo>
                    <a:pt x="805842" y="1990506"/>
                  </a:lnTo>
                  <a:lnTo>
                    <a:pt x="804770" y="1991047"/>
                  </a:lnTo>
                  <a:lnTo>
                    <a:pt x="803699" y="1991587"/>
                  </a:lnTo>
                  <a:lnTo>
                    <a:pt x="802627" y="1992126"/>
                  </a:lnTo>
                  <a:lnTo>
                    <a:pt x="801555" y="1992664"/>
                  </a:lnTo>
                  <a:lnTo>
                    <a:pt x="800484" y="1993201"/>
                  </a:lnTo>
                  <a:lnTo>
                    <a:pt x="799412" y="1993736"/>
                  </a:lnTo>
                  <a:lnTo>
                    <a:pt x="798341" y="1994271"/>
                  </a:lnTo>
                  <a:lnTo>
                    <a:pt x="797269" y="1994804"/>
                  </a:lnTo>
                  <a:lnTo>
                    <a:pt x="796197" y="1995337"/>
                  </a:lnTo>
                  <a:lnTo>
                    <a:pt x="795126" y="1995868"/>
                  </a:lnTo>
                  <a:lnTo>
                    <a:pt x="794054" y="1996398"/>
                  </a:lnTo>
                  <a:lnTo>
                    <a:pt x="792983" y="1996927"/>
                  </a:lnTo>
                  <a:lnTo>
                    <a:pt x="791911" y="1997455"/>
                  </a:lnTo>
                  <a:lnTo>
                    <a:pt x="790839" y="1997982"/>
                  </a:lnTo>
                  <a:lnTo>
                    <a:pt x="789768" y="1998508"/>
                  </a:lnTo>
                  <a:lnTo>
                    <a:pt x="788696" y="1999033"/>
                  </a:lnTo>
                  <a:lnTo>
                    <a:pt x="787625" y="1999556"/>
                  </a:lnTo>
                  <a:lnTo>
                    <a:pt x="786553" y="2000079"/>
                  </a:lnTo>
                  <a:lnTo>
                    <a:pt x="785481" y="2000601"/>
                  </a:lnTo>
                  <a:lnTo>
                    <a:pt x="784410" y="2001121"/>
                  </a:lnTo>
                  <a:lnTo>
                    <a:pt x="783338" y="2001641"/>
                  </a:lnTo>
                  <a:lnTo>
                    <a:pt x="782267" y="2002160"/>
                  </a:lnTo>
                  <a:lnTo>
                    <a:pt x="781195" y="2002677"/>
                  </a:lnTo>
                  <a:lnTo>
                    <a:pt x="780123" y="2003194"/>
                  </a:lnTo>
                  <a:lnTo>
                    <a:pt x="779052" y="2003710"/>
                  </a:lnTo>
                  <a:lnTo>
                    <a:pt x="777980" y="2004224"/>
                  </a:lnTo>
                  <a:lnTo>
                    <a:pt x="776909" y="2004738"/>
                  </a:lnTo>
                  <a:lnTo>
                    <a:pt x="775837" y="2005250"/>
                  </a:lnTo>
                  <a:lnTo>
                    <a:pt x="774765" y="2005762"/>
                  </a:lnTo>
                  <a:lnTo>
                    <a:pt x="773694" y="2006273"/>
                  </a:lnTo>
                  <a:lnTo>
                    <a:pt x="772622" y="2006783"/>
                  </a:lnTo>
                  <a:lnTo>
                    <a:pt x="771551" y="2007291"/>
                  </a:lnTo>
                  <a:lnTo>
                    <a:pt x="770479" y="2007799"/>
                  </a:lnTo>
                  <a:lnTo>
                    <a:pt x="769407" y="2008306"/>
                  </a:lnTo>
                  <a:lnTo>
                    <a:pt x="768336" y="2008812"/>
                  </a:lnTo>
                  <a:lnTo>
                    <a:pt x="767264" y="2009317"/>
                  </a:lnTo>
                  <a:lnTo>
                    <a:pt x="766193" y="2009821"/>
                  </a:lnTo>
                  <a:lnTo>
                    <a:pt x="765121" y="2010324"/>
                  </a:lnTo>
                  <a:lnTo>
                    <a:pt x="764049" y="2010826"/>
                  </a:lnTo>
                  <a:lnTo>
                    <a:pt x="762978" y="2011328"/>
                  </a:lnTo>
                  <a:lnTo>
                    <a:pt x="761906" y="2011828"/>
                  </a:lnTo>
                  <a:lnTo>
                    <a:pt x="760835" y="2012327"/>
                  </a:lnTo>
                  <a:lnTo>
                    <a:pt x="759763" y="2012826"/>
                  </a:lnTo>
                  <a:lnTo>
                    <a:pt x="758691" y="2013324"/>
                  </a:lnTo>
                  <a:lnTo>
                    <a:pt x="757620" y="2013820"/>
                  </a:lnTo>
                  <a:lnTo>
                    <a:pt x="756548" y="2014316"/>
                  </a:lnTo>
                  <a:lnTo>
                    <a:pt x="755477" y="2014811"/>
                  </a:lnTo>
                  <a:lnTo>
                    <a:pt x="754405" y="2015305"/>
                  </a:lnTo>
                  <a:lnTo>
                    <a:pt x="753333" y="2015799"/>
                  </a:lnTo>
                  <a:lnTo>
                    <a:pt x="752262" y="2016291"/>
                  </a:lnTo>
                  <a:lnTo>
                    <a:pt x="751190" y="2016783"/>
                  </a:lnTo>
                  <a:lnTo>
                    <a:pt x="750119" y="2017273"/>
                  </a:lnTo>
                  <a:lnTo>
                    <a:pt x="749047" y="2017763"/>
                  </a:lnTo>
                  <a:lnTo>
                    <a:pt x="747975" y="2018252"/>
                  </a:lnTo>
                  <a:lnTo>
                    <a:pt x="746904" y="2018740"/>
                  </a:lnTo>
                  <a:lnTo>
                    <a:pt x="745832" y="2019227"/>
                  </a:lnTo>
                  <a:lnTo>
                    <a:pt x="744761" y="2019714"/>
                  </a:lnTo>
                  <a:lnTo>
                    <a:pt x="743689" y="2020200"/>
                  </a:lnTo>
                  <a:lnTo>
                    <a:pt x="742617" y="2020684"/>
                  </a:lnTo>
                  <a:lnTo>
                    <a:pt x="741546" y="2021168"/>
                  </a:lnTo>
                  <a:lnTo>
                    <a:pt x="740474" y="2021652"/>
                  </a:lnTo>
                  <a:lnTo>
                    <a:pt x="739403" y="2022134"/>
                  </a:lnTo>
                  <a:lnTo>
                    <a:pt x="738331" y="2022616"/>
                  </a:lnTo>
                  <a:lnTo>
                    <a:pt x="737259" y="2023096"/>
                  </a:lnTo>
                  <a:lnTo>
                    <a:pt x="736188" y="2023577"/>
                  </a:lnTo>
                  <a:lnTo>
                    <a:pt x="735116" y="2024056"/>
                  </a:lnTo>
                  <a:lnTo>
                    <a:pt x="734045" y="2024534"/>
                  </a:lnTo>
                  <a:lnTo>
                    <a:pt x="732973" y="2025012"/>
                  </a:lnTo>
                  <a:lnTo>
                    <a:pt x="731901" y="2025489"/>
                  </a:lnTo>
                  <a:lnTo>
                    <a:pt x="730830" y="2025965"/>
                  </a:lnTo>
                  <a:lnTo>
                    <a:pt x="729758" y="2026441"/>
                  </a:lnTo>
                  <a:lnTo>
                    <a:pt x="728687" y="2026915"/>
                  </a:lnTo>
                  <a:lnTo>
                    <a:pt x="727615" y="2027389"/>
                  </a:lnTo>
                  <a:lnTo>
                    <a:pt x="726543" y="2027862"/>
                  </a:lnTo>
                  <a:lnTo>
                    <a:pt x="725472" y="2028335"/>
                  </a:lnTo>
                  <a:lnTo>
                    <a:pt x="724400" y="2028807"/>
                  </a:lnTo>
                  <a:lnTo>
                    <a:pt x="723329" y="2029278"/>
                  </a:lnTo>
                  <a:lnTo>
                    <a:pt x="722257" y="2029748"/>
                  </a:lnTo>
                  <a:lnTo>
                    <a:pt x="721185" y="2030217"/>
                  </a:lnTo>
                  <a:lnTo>
                    <a:pt x="720114" y="2030686"/>
                  </a:lnTo>
                  <a:lnTo>
                    <a:pt x="719042" y="2031154"/>
                  </a:lnTo>
                  <a:lnTo>
                    <a:pt x="717971" y="2031622"/>
                  </a:lnTo>
                  <a:lnTo>
                    <a:pt x="716899" y="2032089"/>
                  </a:lnTo>
                  <a:lnTo>
                    <a:pt x="715827" y="2032555"/>
                  </a:lnTo>
                  <a:lnTo>
                    <a:pt x="714756" y="2033020"/>
                  </a:lnTo>
                  <a:lnTo>
                    <a:pt x="713684" y="2033485"/>
                  </a:lnTo>
                  <a:lnTo>
                    <a:pt x="712613" y="2033949"/>
                  </a:lnTo>
                  <a:lnTo>
                    <a:pt x="711541" y="2034412"/>
                  </a:lnTo>
                  <a:lnTo>
                    <a:pt x="710469" y="2034875"/>
                  </a:lnTo>
                  <a:lnTo>
                    <a:pt x="709398" y="2035337"/>
                  </a:lnTo>
                  <a:lnTo>
                    <a:pt x="708326" y="2035798"/>
                  </a:lnTo>
                  <a:lnTo>
                    <a:pt x="707255" y="2036259"/>
                  </a:lnTo>
                  <a:lnTo>
                    <a:pt x="706183" y="2036719"/>
                  </a:lnTo>
                  <a:lnTo>
                    <a:pt x="705112" y="2037178"/>
                  </a:lnTo>
                  <a:lnTo>
                    <a:pt x="704040" y="2037637"/>
                  </a:lnTo>
                  <a:lnTo>
                    <a:pt x="702968" y="2038095"/>
                  </a:lnTo>
                  <a:lnTo>
                    <a:pt x="701897" y="2038553"/>
                  </a:lnTo>
                  <a:lnTo>
                    <a:pt x="700825" y="2039010"/>
                  </a:lnTo>
                  <a:lnTo>
                    <a:pt x="699754" y="2039466"/>
                  </a:lnTo>
                  <a:lnTo>
                    <a:pt x="698682" y="2039922"/>
                  </a:lnTo>
                  <a:lnTo>
                    <a:pt x="697610" y="2040377"/>
                  </a:lnTo>
                  <a:lnTo>
                    <a:pt x="696539" y="2040831"/>
                  </a:lnTo>
                  <a:lnTo>
                    <a:pt x="695467" y="2041285"/>
                  </a:lnTo>
                  <a:lnTo>
                    <a:pt x="694396" y="2041739"/>
                  </a:lnTo>
                  <a:lnTo>
                    <a:pt x="693324" y="2042191"/>
                  </a:lnTo>
                  <a:lnTo>
                    <a:pt x="692252" y="2042643"/>
                  </a:lnTo>
                  <a:lnTo>
                    <a:pt x="691181" y="2043095"/>
                  </a:lnTo>
                  <a:lnTo>
                    <a:pt x="690109" y="2043546"/>
                  </a:lnTo>
                  <a:lnTo>
                    <a:pt x="689038" y="2043996"/>
                  </a:lnTo>
                  <a:lnTo>
                    <a:pt x="687966" y="2044446"/>
                  </a:lnTo>
                  <a:lnTo>
                    <a:pt x="686894" y="2044895"/>
                  </a:lnTo>
                  <a:lnTo>
                    <a:pt x="685823" y="2045344"/>
                  </a:lnTo>
                  <a:lnTo>
                    <a:pt x="684751" y="2045792"/>
                  </a:lnTo>
                  <a:lnTo>
                    <a:pt x="683680" y="2046240"/>
                  </a:lnTo>
                  <a:lnTo>
                    <a:pt x="682608" y="2046687"/>
                  </a:lnTo>
                  <a:lnTo>
                    <a:pt x="681536" y="2047134"/>
                  </a:lnTo>
                  <a:lnTo>
                    <a:pt x="680465" y="2047580"/>
                  </a:lnTo>
                  <a:lnTo>
                    <a:pt x="679393" y="2048025"/>
                  </a:lnTo>
                  <a:lnTo>
                    <a:pt x="678322" y="2048470"/>
                  </a:lnTo>
                  <a:lnTo>
                    <a:pt x="677250" y="2048915"/>
                  </a:lnTo>
                  <a:lnTo>
                    <a:pt x="676178" y="2049358"/>
                  </a:lnTo>
                  <a:lnTo>
                    <a:pt x="675107" y="2049802"/>
                  </a:lnTo>
                  <a:lnTo>
                    <a:pt x="674035" y="2050245"/>
                  </a:lnTo>
                  <a:lnTo>
                    <a:pt x="672964" y="2050687"/>
                  </a:lnTo>
                  <a:lnTo>
                    <a:pt x="671892" y="2051129"/>
                  </a:lnTo>
                  <a:lnTo>
                    <a:pt x="670820" y="2051571"/>
                  </a:lnTo>
                  <a:lnTo>
                    <a:pt x="669749" y="2052012"/>
                  </a:lnTo>
                  <a:lnTo>
                    <a:pt x="668677" y="2052452"/>
                  </a:lnTo>
                  <a:lnTo>
                    <a:pt x="667606" y="2052892"/>
                  </a:lnTo>
                  <a:lnTo>
                    <a:pt x="666534" y="2053332"/>
                  </a:lnTo>
                  <a:lnTo>
                    <a:pt x="665462" y="2053771"/>
                  </a:lnTo>
                  <a:lnTo>
                    <a:pt x="664391" y="2054209"/>
                  </a:lnTo>
                  <a:lnTo>
                    <a:pt x="663319" y="2054647"/>
                  </a:lnTo>
                  <a:lnTo>
                    <a:pt x="662248" y="2055085"/>
                  </a:lnTo>
                  <a:lnTo>
                    <a:pt x="661176" y="2055522"/>
                  </a:lnTo>
                  <a:lnTo>
                    <a:pt x="660104" y="2055959"/>
                  </a:lnTo>
                  <a:lnTo>
                    <a:pt x="659033" y="2056395"/>
                  </a:lnTo>
                  <a:lnTo>
                    <a:pt x="657961" y="2056831"/>
                  </a:lnTo>
                  <a:lnTo>
                    <a:pt x="656890" y="2057267"/>
                  </a:lnTo>
                  <a:lnTo>
                    <a:pt x="655818" y="2057702"/>
                  </a:lnTo>
                  <a:lnTo>
                    <a:pt x="654746" y="2058136"/>
                  </a:lnTo>
                  <a:lnTo>
                    <a:pt x="653675" y="2058571"/>
                  </a:lnTo>
                  <a:lnTo>
                    <a:pt x="652603" y="2059004"/>
                  </a:lnTo>
                  <a:lnTo>
                    <a:pt x="651532" y="2059438"/>
                  </a:lnTo>
                  <a:lnTo>
                    <a:pt x="650460" y="2059871"/>
                  </a:lnTo>
                  <a:lnTo>
                    <a:pt x="649388" y="2060303"/>
                  </a:lnTo>
                  <a:lnTo>
                    <a:pt x="648317" y="2060736"/>
                  </a:lnTo>
                  <a:lnTo>
                    <a:pt x="647245" y="2061167"/>
                  </a:lnTo>
                  <a:lnTo>
                    <a:pt x="646174" y="2061599"/>
                  </a:lnTo>
                  <a:lnTo>
                    <a:pt x="645102" y="2062030"/>
                  </a:lnTo>
                  <a:lnTo>
                    <a:pt x="644030" y="2062460"/>
                  </a:lnTo>
                  <a:lnTo>
                    <a:pt x="642959" y="2062891"/>
                  </a:lnTo>
                  <a:lnTo>
                    <a:pt x="641887" y="2063320"/>
                  </a:lnTo>
                  <a:lnTo>
                    <a:pt x="640816" y="2063750"/>
                  </a:lnTo>
                  <a:lnTo>
                    <a:pt x="639744" y="2064179"/>
                  </a:lnTo>
                  <a:lnTo>
                    <a:pt x="638672" y="2064608"/>
                  </a:lnTo>
                  <a:lnTo>
                    <a:pt x="637601" y="2065036"/>
                  </a:lnTo>
                  <a:lnTo>
                    <a:pt x="636529" y="2065464"/>
                  </a:lnTo>
                  <a:lnTo>
                    <a:pt x="635458" y="2065892"/>
                  </a:lnTo>
                  <a:lnTo>
                    <a:pt x="634386" y="2066319"/>
                  </a:lnTo>
                  <a:lnTo>
                    <a:pt x="633314" y="2066746"/>
                  </a:lnTo>
                  <a:lnTo>
                    <a:pt x="632243" y="2067173"/>
                  </a:lnTo>
                  <a:lnTo>
                    <a:pt x="631171" y="2067599"/>
                  </a:lnTo>
                  <a:lnTo>
                    <a:pt x="630100" y="2068025"/>
                  </a:lnTo>
                  <a:lnTo>
                    <a:pt x="629028" y="2068451"/>
                  </a:lnTo>
                  <a:lnTo>
                    <a:pt x="627956" y="2068876"/>
                  </a:lnTo>
                  <a:lnTo>
                    <a:pt x="626885" y="2069301"/>
                  </a:lnTo>
                  <a:lnTo>
                    <a:pt x="625813" y="2069726"/>
                  </a:lnTo>
                  <a:lnTo>
                    <a:pt x="624742" y="2070150"/>
                  </a:lnTo>
                  <a:lnTo>
                    <a:pt x="623670" y="2070575"/>
                  </a:lnTo>
                  <a:lnTo>
                    <a:pt x="622598" y="2070998"/>
                  </a:lnTo>
                  <a:lnTo>
                    <a:pt x="621527" y="2071422"/>
                  </a:lnTo>
                  <a:lnTo>
                    <a:pt x="620455" y="2071845"/>
                  </a:lnTo>
                  <a:lnTo>
                    <a:pt x="619384" y="2072268"/>
                  </a:lnTo>
                  <a:lnTo>
                    <a:pt x="618312" y="2072691"/>
                  </a:lnTo>
                  <a:lnTo>
                    <a:pt x="617240" y="2073113"/>
                  </a:lnTo>
                  <a:lnTo>
                    <a:pt x="616169" y="2073535"/>
                  </a:lnTo>
                  <a:lnTo>
                    <a:pt x="615097" y="2073957"/>
                  </a:lnTo>
                  <a:lnTo>
                    <a:pt x="614026" y="2074378"/>
                  </a:lnTo>
                  <a:lnTo>
                    <a:pt x="612954" y="2074799"/>
                  </a:lnTo>
                  <a:lnTo>
                    <a:pt x="611882" y="2075220"/>
                  </a:lnTo>
                  <a:lnTo>
                    <a:pt x="610811" y="2075641"/>
                  </a:lnTo>
                  <a:lnTo>
                    <a:pt x="609739" y="2076062"/>
                  </a:lnTo>
                  <a:lnTo>
                    <a:pt x="608668" y="2076482"/>
                  </a:lnTo>
                  <a:lnTo>
                    <a:pt x="607596" y="2076902"/>
                  </a:lnTo>
                  <a:lnTo>
                    <a:pt x="606524" y="2077321"/>
                  </a:lnTo>
                  <a:lnTo>
                    <a:pt x="605453" y="2077741"/>
                  </a:lnTo>
                  <a:lnTo>
                    <a:pt x="604381" y="2078160"/>
                  </a:lnTo>
                  <a:lnTo>
                    <a:pt x="603310" y="2078579"/>
                  </a:lnTo>
                  <a:lnTo>
                    <a:pt x="602238" y="2078998"/>
                  </a:lnTo>
                  <a:lnTo>
                    <a:pt x="601166" y="2079416"/>
                  </a:lnTo>
                  <a:lnTo>
                    <a:pt x="600095" y="2079834"/>
                  </a:lnTo>
                  <a:lnTo>
                    <a:pt x="599023" y="2080252"/>
                  </a:lnTo>
                  <a:lnTo>
                    <a:pt x="597952" y="2080670"/>
                  </a:lnTo>
                  <a:lnTo>
                    <a:pt x="596880" y="2081088"/>
                  </a:lnTo>
                  <a:lnTo>
                    <a:pt x="595808" y="2081505"/>
                  </a:lnTo>
                  <a:lnTo>
                    <a:pt x="594737" y="2081922"/>
                  </a:lnTo>
                  <a:lnTo>
                    <a:pt x="593665" y="2082339"/>
                  </a:lnTo>
                  <a:lnTo>
                    <a:pt x="592594" y="2082756"/>
                  </a:lnTo>
                  <a:lnTo>
                    <a:pt x="591522" y="2083172"/>
                  </a:lnTo>
                  <a:lnTo>
                    <a:pt x="590450" y="2083589"/>
                  </a:lnTo>
                  <a:lnTo>
                    <a:pt x="589379" y="2084005"/>
                  </a:lnTo>
                  <a:lnTo>
                    <a:pt x="588307" y="2084421"/>
                  </a:lnTo>
                  <a:lnTo>
                    <a:pt x="587236" y="2084836"/>
                  </a:lnTo>
                  <a:lnTo>
                    <a:pt x="586164" y="2085252"/>
                  </a:lnTo>
                  <a:lnTo>
                    <a:pt x="585092" y="2085667"/>
                  </a:lnTo>
                  <a:lnTo>
                    <a:pt x="584021" y="2086082"/>
                  </a:lnTo>
                  <a:lnTo>
                    <a:pt x="582949" y="2086497"/>
                  </a:lnTo>
                  <a:lnTo>
                    <a:pt x="581878" y="2086912"/>
                  </a:lnTo>
                  <a:lnTo>
                    <a:pt x="580806" y="2087327"/>
                  </a:lnTo>
                  <a:lnTo>
                    <a:pt x="579734" y="2087741"/>
                  </a:lnTo>
                  <a:lnTo>
                    <a:pt x="578663" y="2088155"/>
                  </a:lnTo>
                  <a:lnTo>
                    <a:pt x="577591" y="2088569"/>
                  </a:lnTo>
                  <a:lnTo>
                    <a:pt x="576520" y="2088983"/>
                  </a:lnTo>
                  <a:lnTo>
                    <a:pt x="575448" y="2089397"/>
                  </a:lnTo>
                  <a:lnTo>
                    <a:pt x="574376" y="2089811"/>
                  </a:lnTo>
                  <a:lnTo>
                    <a:pt x="573305" y="2090224"/>
                  </a:lnTo>
                  <a:lnTo>
                    <a:pt x="572233" y="2090638"/>
                  </a:lnTo>
                  <a:lnTo>
                    <a:pt x="571162" y="2091051"/>
                  </a:lnTo>
                  <a:lnTo>
                    <a:pt x="570090" y="2091464"/>
                  </a:lnTo>
                  <a:lnTo>
                    <a:pt x="569018" y="2091877"/>
                  </a:lnTo>
                  <a:lnTo>
                    <a:pt x="567947" y="2092289"/>
                  </a:lnTo>
                  <a:lnTo>
                    <a:pt x="566875" y="2092702"/>
                  </a:lnTo>
                  <a:lnTo>
                    <a:pt x="565804" y="2093114"/>
                  </a:lnTo>
                  <a:lnTo>
                    <a:pt x="564732" y="2093527"/>
                  </a:lnTo>
                  <a:lnTo>
                    <a:pt x="563660" y="2093939"/>
                  </a:lnTo>
                  <a:lnTo>
                    <a:pt x="562589" y="2094351"/>
                  </a:lnTo>
                  <a:lnTo>
                    <a:pt x="561517" y="2094763"/>
                  </a:lnTo>
                  <a:lnTo>
                    <a:pt x="560446" y="2095174"/>
                  </a:lnTo>
                  <a:lnTo>
                    <a:pt x="559374" y="2095586"/>
                  </a:lnTo>
                  <a:lnTo>
                    <a:pt x="558302" y="2095998"/>
                  </a:lnTo>
                  <a:lnTo>
                    <a:pt x="557231" y="2096409"/>
                  </a:lnTo>
                  <a:lnTo>
                    <a:pt x="556159" y="2096820"/>
                  </a:lnTo>
                  <a:lnTo>
                    <a:pt x="555088" y="2097231"/>
                  </a:lnTo>
                  <a:lnTo>
                    <a:pt x="554016" y="2097642"/>
                  </a:lnTo>
                  <a:lnTo>
                    <a:pt x="552944" y="2098053"/>
                  </a:lnTo>
                  <a:lnTo>
                    <a:pt x="551873" y="2098464"/>
                  </a:lnTo>
                  <a:lnTo>
                    <a:pt x="550801" y="2098875"/>
                  </a:lnTo>
                  <a:lnTo>
                    <a:pt x="549730" y="2099285"/>
                  </a:lnTo>
                  <a:lnTo>
                    <a:pt x="548658" y="2099696"/>
                  </a:lnTo>
                  <a:lnTo>
                    <a:pt x="547586" y="2100106"/>
                  </a:lnTo>
                  <a:lnTo>
                    <a:pt x="546515" y="2100517"/>
                  </a:lnTo>
                  <a:lnTo>
                    <a:pt x="545443" y="2100927"/>
                  </a:lnTo>
                  <a:lnTo>
                    <a:pt x="544372" y="2101337"/>
                  </a:lnTo>
                  <a:lnTo>
                    <a:pt x="543300" y="2101747"/>
                  </a:lnTo>
                  <a:lnTo>
                    <a:pt x="542228" y="2102157"/>
                  </a:lnTo>
                  <a:lnTo>
                    <a:pt x="541157" y="2102567"/>
                  </a:lnTo>
                  <a:lnTo>
                    <a:pt x="540085" y="2102976"/>
                  </a:lnTo>
                  <a:lnTo>
                    <a:pt x="539014" y="2103386"/>
                  </a:lnTo>
                  <a:lnTo>
                    <a:pt x="537942" y="2103795"/>
                  </a:lnTo>
                  <a:lnTo>
                    <a:pt x="536870" y="2104205"/>
                  </a:lnTo>
                  <a:lnTo>
                    <a:pt x="535799" y="2104614"/>
                  </a:lnTo>
                  <a:lnTo>
                    <a:pt x="534727" y="2105024"/>
                  </a:lnTo>
                  <a:lnTo>
                    <a:pt x="533656" y="2105433"/>
                  </a:lnTo>
                  <a:lnTo>
                    <a:pt x="532584" y="2105842"/>
                  </a:lnTo>
                  <a:lnTo>
                    <a:pt x="531513" y="2106251"/>
                  </a:lnTo>
                  <a:lnTo>
                    <a:pt x="530441" y="2106660"/>
                  </a:lnTo>
                  <a:lnTo>
                    <a:pt x="529369" y="2107069"/>
                  </a:lnTo>
                  <a:lnTo>
                    <a:pt x="528298" y="2107478"/>
                  </a:lnTo>
                  <a:lnTo>
                    <a:pt x="527226" y="2107886"/>
                  </a:lnTo>
                  <a:lnTo>
                    <a:pt x="526155" y="2108295"/>
                  </a:lnTo>
                  <a:lnTo>
                    <a:pt x="525083" y="2108704"/>
                  </a:lnTo>
                  <a:lnTo>
                    <a:pt x="524011" y="2109112"/>
                  </a:lnTo>
                  <a:lnTo>
                    <a:pt x="522940" y="2109521"/>
                  </a:lnTo>
                  <a:lnTo>
                    <a:pt x="521868" y="2109929"/>
                  </a:lnTo>
                  <a:lnTo>
                    <a:pt x="520797" y="2110337"/>
                  </a:lnTo>
                  <a:lnTo>
                    <a:pt x="519725" y="2110746"/>
                  </a:lnTo>
                  <a:lnTo>
                    <a:pt x="518653" y="2111154"/>
                  </a:lnTo>
                  <a:lnTo>
                    <a:pt x="517582" y="2111562"/>
                  </a:lnTo>
                  <a:lnTo>
                    <a:pt x="516510" y="2111970"/>
                  </a:lnTo>
                  <a:lnTo>
                    <a:pt x="515439" y="2112378"/>
                  </a:lnTo>
                  <a:lnTo>
                    <a:pt x="514367" y="2112786"/>
                  </a:lnTo>
                  <a:lnTo>
                    <a:pt x="513295" y="2113194"/>
                  </a:lnTo>
                  <a:lnTo>
                    <a:pt x="512224" y="2113602"/>
                  </a:lnTo>
                  <a:lnTo>
                    <a:pt x="511152" y="2114010"/>
                  </a:lnTo>
                  <a:lnTo>
                    <a:pt x="510081" y="2114417"/>
                  </a:lnTo>
                  <a:lnTo>
                    <a:pt x="509009" y="2114825"/>
                  </a:lnTo>
                  <a:lnTo>
                    <a:pt x="507937" y="2115233"/>
                  </a:lnTo>
                  <a:lnTo>
                    <a:pt x="506866" y="2115640"/>
                  </a:lnTo>
                  <a:lnTo>
                    <a:pt x="505794" y="2116048"/>
                  </a:lnTo>
                  <a:lnTo>
                    <a:pt x="504723" y="2116455"/>
                  </a:lnTo>
                  <a:lnTo>
                    <a:pt x="503651" y="2116863"/>
                  </a:lnTo>
                  <a:lnTo>
                    <a:pt x="502579" y="2117270"/>
                  </a:lnTo>
                  <a:lnTo>
                    <a:pt x="501508" y="2117677"/>
                  </a:lnTo>
                  <a:lnTo>
                    <a:pt x="500436" y="2118085"/>
                  </a:lnTo>
                  <a:lnTo>
                    <a:pt x="499365" y="2118492"/>
                  </a:lnTo>
                  <a:lnTo>
                    <a:pt x="498293" y="2118899"/>
                  </a:lnTo>
                  <a:lnTo>
                    <a:pt x="497221" y="2119306"/>
                  </a:lnTo>
                  <a:lnTo>
                    <a:pt x="496150" y="2119713"/>
                  </a:lnTo>
                  <a:lnTo>
                    <a:pt x="495078" y="2120120"/>
                  </a:lnTo>
                  <a:lnTo>
                    <a:pt x="494007" y="2120527"/>
                  </a:lnTo>
                  <a:lnTo>
                    <a:pt x="492935" y="2120934"/>
                  </a:lnTo>
                  <a:lnTo>
                    <a:pt x="491863" y="2121341"/>
                  </a:lnTo>
                  <a:lnTo>
                    <a:pt x="490792" y="2121748"/>
                  </a:lnTo>
                  <a:lnTo>
                    <a:pt x="489720" y="2122155"/>
                  </a:lnTo>
                  <a:lnTo>
                    <a:pt x="488649" y="2122561"/>
                  </a:lnTo>
                  <a:lnTo>
                    <a:pt x="487577" y="2122968"/>
                  </a:lnTo>
                  <a:lnTo>
                    <a:pt x="486505" y="2123375"/>
                  </a:lnTo>
                  <a:lnTo>
                    <a:pt x="485434" y="2123782"/>
                  </a:lnTo>
                  <a:lnTo>
                    <a:pt x="484362" y="2124188"/>
                  </a:lnTo>
                  <a:lnTo>
                    <a:pt x="483291" y="2124595"/>
                  </a:lnTo>
                  <a:lnTo>
                    <a:pt x="482219" y="2125001"/>
                  </a:lnTo>
                  <a:lnTo>
                    <a:pt x="481147" y="2125408"/>
                  </a:lnTo>
                  <a:lnTo>
                    <a:pt x="480076" y="2125814"/>
                  </a:lnTo>
                  <a:lnTo>
                    <a:pt x="479004" y="2126221"/>
                  </a:lnTo>
                  <a:lnTo>
                    <a:pt x="477933" y="2126627"/>
                  </a:lnTo>
                  <a:lnTo>
                    <a:pt x="476861" y="2127033"/>
                  </a:lnTo>
                  <a:lnTo>
                    <a:pt x="475789" y="2127440"/>
                  </a:lnTo>
                  <a:lnTo>
                    <a:pt x="474718" y="2127846"/>
                  </a:lnTo>
                  <a:lnTo>
                    <a:pt x="473646" y="2128252"/>
                  </a:lnTo>
                  <a:lnTo>
                    <a:pt x="472575" y="2128658"/>
                  </a:lnTo>
                  <a:lnTo>
                    <a:pt x="471503" y="2129064"/>
                  </a:lnTo>
                  <a:lnTo>
                    <a:pt x="470431" y="2129470"/>
                  </a:lnTo>
                  <a:lnTo>
                    <a:pt x="469360" y="2129876"/>
                  </a:lnTo>
                  <a:lnTo>
                    <a:pt x="468288" y="2130282"/>
                  </a:lnTo>
                  <a:lnTo>
                    <a:pt x="467217" y="2130688"/>
                  </a:lnTo>
                  <a:lnTo>
                    <a:pt x="466145" y="2131094"/>
                  </a:lnTo>
                  <a:lnTo>
                    <a:pt x="465073" y="2131500"/>
                  </a:lnTo>
                  <a:lnTo>
                    <a:pt x="464002" y="2131906"/>
                  </a:lnTo>
                  <a:lnTo>
                    <a:pt x="462930" y="2132312"/>
                  </a:lnTo>
                  <a:lnTo>
                    <a:pt x="461859" y="2132717"/>
                  </a:lnTo>
                  <a:lnTo>
                    <a:pt x="460787" y="2133123"/>
                  </a:lnTo>
                  <a:lnTo>
                    <a:pt x="459715" y="2133529"/>
                  </a:lnTo>
                  <a:lnTo>
                    <a:pt x="458644" y="2133934"/>
                  </a:lnTo>
                  <a:lnTo>
                    <a:pt x="457572" y="2134340"/>
                  </a:lnTo>
                  <a:lnTo>
                    <a:pt x="456501" y="2134745"/>
                  </a:lnTo>
                  <a:lnTo>
                    <a:pt x="455429" y="2135151"/>
                  </a:lnTo>
                  <a:lnTo>
                    <a:pt x="454357" y="2135556"/>
                  </a:lnTo>
                  <a:lnTo>
                    <a:pt x="453286" y="2135962"/>
                  </a:lnTo>
                  <a:lnTo>
                    <a:pt x="452214" y="2136367"/>
                  </a:lnTo>
                  <a:lnTo>
                    <a:pt x="451143" y="2136772"/>
                  </a:lnTo>
                  <a:lnTo>
                    <a:pt x="450071" y="2137177"/>
                  </a:lnTo>
                  <a:lnTo>
                    <a:pt x="448999" y="2137583"/>
                  </a:lnTo>
                  <a:lnTo>
                    <a:pt x="447928" y="2137988"/>
                  </a:lnTo>
                  <a:lnTo>
                    <a:pt x="446856" y="2138393"/>
                  </a:lnTo>
                  <a:lnTo>
                    <a:pt x="445785" y="2138798"/>
                  </a:lnTo>
                  <a:lnTo>
                    <a:pt x="444713" y="2139203"/>
                  </a:lnTo>
                  <a:lnTo>
                    <a:pt x="443641" y="2139608"/>
                  </a:lnTo>
                  <a:lnTo>
                    <a:pt x="442570" y="2140013"/>
                  </a:lnTo>
                  <a:lnTo>
                    <a:pt x="441498" y="2140418"/>
                  </a:lnTo>
                  <a:lnTo>
                    <a:pt x="440427" y="2140822"/>
                  </a:lnTo>
                  <a:lnTo>
                    <a:pt x="439355" y="2141227"/>
                  </a:lnTo>
                  <a:lnTo>
                    <a:pt x="438283" y="2141632"/>
                  </a:lnTo>
                  <a:lnTo>
                    <a:pt x="437212" y="2142037"/>
                  </a:lnTo>
                  <a:lnTo>
                    <a:pt x="436140" y="2142441"/>
                  </a:lnTo>
                  <a:lnTo>
                    <a:pt x="435069" y="2142846"/>
                  </a:lnTo>
                  <a:lnTo>
                    <a:pt x="433997" y="2143250"/>
                  </a:lnTo>
                  <a:lnTo>
                    <a:pt x="432925" y="2143655"/>
                  </a:lnTo>
                  <a:lnTo>
                    <a:pt x="431854" y="2144059"/>
                  </a:lnTo>
                  <a:lnTo>
                    <a:pt x="430782" y="2144463"/>
                  </a:lnTo>
                  <a:lnTo>
                    <a:pt x="429711" y="2144868"/>
                  </a:lnTo>
                  <a:lnTo>
                    <a:pt x="428639" y="2145272"/>
                  </a:lnTo>
                  <a:lnTo>
                    <a:pt x="427567" y="2145676"/>
                  </a:lnTo>
                  <a:lnTo>
                    <a:pt x="426496" y="2146080"/>
                  </a:lnTo>
                  <a:lnTo>
                    <a:pt x="425424" y="2146484"/>
                  </a:lnTo>
                  <a:lnTo>
                    <a:pt x="424353" y="2146888"/>
                  </a:lnTo>
                  <a:lnTo>
                    <a:pt x="423281" y="2147292"/>
                  </a:lnTo>
                  <a:lnTo>
                    <a:pt x="422209" y="2147696"/>
                  </a:lnTo>
                  <a:lnTo>
                    <a:pt x="421138" y="2148099"/>
                  </a:lnTo>
                  <a:lnTo>
                    <a:pt x="420066" y="2148503"/>
                  </a:lnTo>
                  <a:lnTo>
                    <a:pt x="418995" y="2148907"/>
                  </a:lnTo>
                  <a:lnTo>
                    <a:pt x="417923" y="2149310"/>
                  </a:lnTo>
                  <a:lnTo>
                    <a:pt x="416851" y="2149714"/>
                  </a:lnTo>
                  <a:lnTo>
                    <a:pt x="415780" y="2150117"/>
                  </a:lnTo>
                  <a:lnTo>
                    <a:pt x="414708" y="2150521"/>
                  </a:lnTo>
                  <a:lnTo>
                    <a:pt x="413637" y="2150924"/>
                  </a:lnTo>
                  <a:lnTo>
                    <a:pt x="412565" y="2151327"/>
                  </a:lnTo>
                  <a:lnTo>
                    <a:pt x="411493" y="2151730"/>
                  </a:lnTo>
                  <a:lnTo>
                    <a:pt x="410422" y="2152133"/>
                  </a:lnTo>
                  <a:lnTo>
                    <a:pt x="409350" y="2152536"/>
                  </a:lnTo>
                  <a:lnTo>
                    <a:pt x="408279" y="2152939"/>
                  </a:lnTo>
                  <a:lnTo>
                    <a:pt x="407207" y="2153342"/>
                  </a:lnTo>
                  <a:lnTo>
                    <a:pt x="406135" y="2153745"/>
                  </a:lnTo>
                  <a:lnTo>
                    <a:pt x="405064" y="2154147"/>
                  </a:lnTo>
                  <a:lnTo>
                    <a:pt x="403992" y="2154550"/>
                  </a:lnTo>
                  <a:lnTo>
                    <a:pt x="402921" y="2154952"/>
                  </a:lnTo>
                  <a:lnTo>
                    <a:pt x="401849" y="2155355"/>
                  </a:lnTo>
                  <a:lnTo>
                    <a:pt x="400777" y="2155757"/>
                  </a:lnTo>
                  <a:lnTo>
                    <a:pt x="399706" y="2156160"/>
                  </a:lnTo>
                  <a:lnTo>
                    <a:pt x="398634" y="2156562"/>
                  </a:lnTo>
                  <a:lnTo>
                    <a:pt x="397563" y="2156964"/>
                  </a:lnTo>
                  <a:lnTo>
                    <a:pt x="396491" y="2157366"/>
                  </a:lnTo>
                  <a:lnTo>
                    <a:pt x="395419" y="2157768"/>
                  </a:lnTo>
                  <a:lnTo>
                    <a:pt x="394348" y="2158170"/>
                  </a:lnTo>
                  <a:lnTo>
                    <a:pt x="393276" y="2158571"/>
                  </a:lnTo>
                  <a:lnTo>
                    <a:pt x="392205" y="2158973"/>
                  </a:lnTo>
                  <a:lnTo>
                    <a:pt x="391133" y="2159374"/>
                  </a:lnTo>
                  <a:lnTo>
                    <a:pt x="390061" y="2159776"/>
                  </a:lnTo>
                  <a:lnTo>
                    <a:pt x="388990" y="2160177"/>
                  </a:lnTo>
                  <a:lnTo>
                    <a:pt x="387918" y="2160579"/>
                  </a:lnTo>
                  <a:lnTo>
                    <a:pt x="386847" y="2160980"/>
                  </a:lnTo>
                  <a:lnTo>
                    <a:pt x="385775" y="2161381"/>
                  </a:lnTo>
                  <a:lnTo>
                    <a:pt x="384703" y="2161782"/>
                  </a:lnTo>
                  <a:lnTo>
                    <a:pt x="383632" y="2162183"/>
                  </a:lnTo>
                  <a:lnTo>
                    <a:pt x="382560" y="2162583"/>
                  </a:lnTo>
                  <a:lnTo>
                    <a:pt x="381489" y="2162984"/>
                  </a:lnTo>
                  <a:lnTo>
                    <a:pt x="380417" y="2163385"/>
                  </a:lnTo>
                  <a:lnTo>
                    <a:pt x="379345" y="2163785"/>
                  </a:lnTo>
                  <a:lnTo>
                    <a:pt x="378274" y="2164185"/>
                  </a:lnTo>
                  <a:lnTo>
                    <a:pt x="377202" y="2164586"/>
                  </a:lnTo>
                  <a:lnTo>
                    <a:pt x="376131" y="2164986"/>
                  </a:lnTo>
                  <a:lnTo>
                    <a:pt x="375059" y="2165386"/>
                  </a:lnTo>
                  <a:lnTo>
                    <a:pt x="373987" y="2165786"/>
                  </a:lnTo>
                  <a:lnTo>
                    <a:pt x="372916" y="2166186"/>
                  </a:lnTo>
                  <a:lnTo>
                    <a:pt x="371844" y="2166585"/>
                  </a:lnTo>
                  <a:lnTo>
                    <a:pt x="370773" y="2166985"/>
                  </a:lnTo>
                  <a:lnTo>
                    <a:pt x="369701" y="2167384"/>
                  </a:lnTo>
                  <a:lnTo>
                    <a:pt x="368629" y="2167784"/>
                  </a:lnTo>
                  <a:lnTo>
                    <a:pt x="367558" y="2168183"/>
                  </a:lnTo>
                  <a:lnTo>
                    <a:pt x="366486" y="2168582"/>
                  </a:lnTo>
                  <a:lnTo>
                    <a:pt x="365415" y="2168981"/>
                  </a:lnTo>
                  <a:lnTo>
                    <a:pt x="364343" y="2169380"/>
                  </a:lnTo>
                  <a:lnTo>
                    <a:pt x="363271" y="2169778"/>
                  </a:lnTo>
                  <a:lnTo>
                    <a:pt x="362200" y="2170177"/>
                  </a:lnTo>
                  <a:lnTo>
                    <a:pt x="361128" y="2170576"/>
                  </a:lnTo>
                  <a:lnTo>
                    <a:pt x="360057" y="2170974"/>
                  </a:lnTo>
                  <a:lnTo>
                    <a:pt x="358985" y="2171372"/>
                  </a:lnTo>
                  <a:lnTo>
                    <a:pt x="357913" y="2171770"/>
                  </a:lnTo>
                  <a:lnTo>
                    <a:pt x="356842" y="2172168"/>
                  </a:lnTo>
                  <a:lnTo>
                    <a:pt x="355770" y="2172566"/>
                  </a:lnTo>
                  <a:lnTo>
                    <a:pt x="354699" y="2172964"/>
                  </a:lnTo>
                  <a:lnTo>
                    <a:pt x="353627" y="2173361"/>
                  </a:lnTo>
                  <a:lnTo>
                    <a:pt x="352556" y="2173759"/>
                  </a:lnTo>
                  <a:lnTo>
                    <a:pt x="351484" y="2174156"/>
                  </a:lnTo>
                  <a:lnTo>
                    <a:pt x="350412" y="2174553"/>
                  </a:lnTo>
                  <a:lnTo>
                    <a:pt x="349341" y="2174950"/>
                  </a:lnTo>
                  <a:lnTo>
                    <a:pt x="348269" y="2175347"/>
                  </a:lnTo>
                  <a:lnTo>
                    <a:pt x="347198" y="2175744"/>
                  </a:lnTo>
                  <a:lnTo>
                    <a:pt x="346126" y="2176140"/>
                  </a:lnTo>
                  <a:lnTo>
                    <a:pt x="345054" y="2176537"/>
                  </a:lnTo>
                  <a:lnTo>
                    <a:pt x="343983" y="2176933"/>
                  </a:lnTo>
                  <a:lnTo>
                    <a:pt x="342911" y="2177329"/>
                  </a:lnTo>
                  <a:lnTo>
                    <a:pt x="341840" y="2177725"/>
                  </a:lnTo>
                  <a:lnTo>
                    <a:pt x="340768" y="2178121"/>
                  </a:lnTo>
                  <a:lnTo>
                    <a:pt x="339696" y="2178517"/>
                  </a:lnTo>
                  <a:lnTo>
                    <a:pt x="338625" y="2178912"/>
                  </a:lnTo>
                  <a:lnTo>
                    <a:pt x="337553" y="2179308"/>
                  </a:lnTo>
                  <a:lnTo>
                    <a:pt x="336482" y="2179703"/>
                  </a:lnTo>
                  <a:lnTo>
                    <a:pt x="335410" y="2180098"/>
                  </a:lnTo>
                  <a:lnTo>
                    <a:pt x="334338" y="2180493"/>
                  </a:lnTo>
                  <a:lnTo>
                    <a:pt x="333267" y="2180888"/>
                  </a:lnTo>
                  <a:lnTo>
                    <a:pt x="332195" y="2181282"/>
                  </a:lnTo>
                  <a:lnTo>
                    <a:pt x="331124" y="2181677"/>
                  </a:lnTo>
                  <a:lnTo>
                    <a:pt x="330052" y="2182071"/>
                  </a:lnTo>
                  <a:lnTo>
                    <a:pt x="328980" y="2182465"/>
                  </a:lnTo>
                  <a:lnTo>
                    <a:pt x="327909" y="2182859"/>
                  </a:lnTo>
                  <a:lnTo>
                    <a:pt x="326837" y="2183253"/>
                  </a:lnTo>
                  <a:lnTo>
                    <a:pt x="325766" y="2183647"/>
                  </a:lnTo>
                  <a:lnTo>
                    <a:pt x="324694" y="2184040"/>
                  </a:lnTo>
                  <a:lnTo>
                    <a:pt x="323622" y="2184434"/>
                  </a:lnTo>
                  <a:lnTo>
                    <a:pt x="322551" y="2184827"/>
                  </a:lnTo>
                  <a:lnTo>
                    <a:pt x="321479" y="2185220"/>
                  </a:lnTo>
                  <a:lnTo>
                    <a:pt x="320408" y="2185612"/>
                  </a:lnTo>
                  <a:lnTo>
                    <a:pt x="319336" y="2186005"/>
                  </a:lnTo>
                  <a:lnTo>
                    <a:pt x="318264" y="2186397"/>
                  </a:lnTo>
                  <a:lnTo>
                    <a:pt x="317193" y="2186790"/>
                  </a:lnTo>
                  <a:lnTo>
                    <a:pt x="316121" y="2187182"/>
                  </a:lnTo>
                  <a:lnTo>
                    <a:pt x="315050" y="2187574"/>
                  </a:lnTo>
                  <a:lnTo>
                    <a:pt x="313978" y="2187965"/>
                  </a:lnTo>
                  <a:lnTo>
                    <a:pt x="312906" y="2188357"/>
                  </a:lnTo>
                  <a:lnTo>
                    <a:pt x="311835" y="2188748"/>
                  </a:lnTo>
                  <a:lnTo>
                    <a:pt x="310763" y="2189140"/>
                  </a:lnTo>
                  <a:lnTo>
                    <a:pt x="309692" y="2189531"/>
                  </a:lnTo>
                  <a:lnTo>
                    <a:pt x="308620" y="2189921"/>
                  </a:lnTo>
                  <a:lnTo>
                    <a:pt x="307548" y="2190312"/>
                  </a:lnTo>
                  <a:lnTo>
                    <a:pt x="306477" y="2190703"/>
                  </a:lnTo>
                  <a:lnTo>
                    <a:pt x="305405" y="2191093"/>
                  </a:lnTo>
                  <a:lnTo>
                    <a:pt x="304334" y="2191483"/>
                  </a:lnTo>
                  <a:lnTo>
                    <a:pt x="303262" y="2191873"/>
                  </a:lnTo>
                  <a:lnTo>
                    <a:pt x="302190" y="2192262"/>
                  </a:lnTo>
                  <a:lnTo>
                    <a:pt x="301119" y="2192652"/>
                  </a:lnTo>
                  <a:lnTo>
                    <a:pt x="300047" y="2193041"/>
                  </a:lnTo>
                  <a:lnTo>
                    <a:pt x="298976" y="2193430"/>
                  </a:lnTo>
                  <a:lnTo>
                    <a:pt x="297904" y="2193819"/>
                  </a:lnTo>
                  <a:lnTo>
                    <a:pt x="296832" y="2194208"/>
                  </a:lnTo>
                  <a:lnTo>
                    <a:pt x="295761" y="2194596"/>
                  </a:lnTo>
                  <a:lnTo>
                    <a:pt x="294689" y="2194985"/>
                  </a:lnTo>
                  <a:lnTo>
                    <a:pt x="293618" y="2195373"/>
                  </a:lnTo>
                  <a:lnTo>
                    <a:pt x="292546" y="2195761"/>
                  </a:lnTo>
                  <a:lnTo>
                    <a:pt x="291474" y="2196149"/>
                  </a:lnTo>
                  <a:lnTo>
                    <a:pt x="290403" y="2196536"/>
                  </a:lnTo>
                  <a:lnTo>
                    <a:pt x="289331" y="2196923"/>
                  </a:lnTo>
                  <a:lnTo>
                    <a:pt x="288260" y="2197310"/>
                  </a:lnTo>
                  <a:lnTo>
                    <a:pt x="287188" y="2197697"/>
                  </a:lnTo>
                  <a:lnTo>
                    <a:pt x="286116" y="2198084"/>
                  </a:lnTo>
                  <a:lnTo>
                    <a:pt x="285045" y="2198470"/>
                  </a:lnTo>
                  <a:lnTo>
                    <a:pt x="283973" y="2198857"/>
                  </a:lnTo>
                  <a:lnTo>
                    <a:pt x="282902" y="2199243"/>
                  </a:lnTo>
                  <a:lnTo>
                    <a:pt x="281830" y="2199629"/>
                  </a:lnTo>
                  <a:lnTo>
                    <a:pt x="280758" y="2200014"/>
                  </a:lnTo>
                  <a:lnTo>
                    <a:pt x="279687" y="2200400"/>
                  </a:lnTo>
                  <a:lnTo>
                    <a:pt x="278615" y="2200785"/>
                  </a:lnTo>
                  <a:lnTo>
                    <a:pt x="277544" y="2201170"/>
                  </a:lnTo>
                  <a:lnTo>
                    <a:pt x="276472" y="2201555"/>
                  </a:lnTo>
                  <a:lnTo>
                    <a:pt x="275400" y="2201939"/>
                  </a:lnTo>
                  <a:lnTo>
                    <a:pt x="274329" y="2202323"/>
                  </a:lnTo>
                  <a:lnTo>
                    <a:pt x="273257" y="2202708"/>
                  </a:lnTo>
                  <a:lnTo>
                    <a:pt x="272186" y="2203091"/>
                  </a:lnTo>
                  <a:lnTo>
                    <a:pt x="271114" y="2203475"/>
                  </a:lnTo>
                  <a:lnTo>
                    <a:pt x="270042" y="2203859"/>
                  </a:lnTo>
                  <a:lnTo>
                    <a:pt x="268971" y="2204242"/>
                  </a:lnTo>
                  <a:lnTo>
                    <a:pt x="267899" y="2204625"/>
                  </a:lnTo>
                  <a:lnTo>
                    <a:pt x="266828" y="2205007"/>
                  </a:lnTo>
                  <a:lnTo>
                    <a:pt x="265756" y="2205390"/>
                  </a:lnTo>
                  <a:lnTo>
                    <a:pt x="264684" y="2205772"/>
                  </a:lnTo>
                  <a:lnTo>
                    <a:pt x="263613" y="2206154"/>
                  </a:lnTo>
                  <a:lnTo>
                    <a:pt x="262541" y="2206536"/>
                  </a:lnTo>
                  <a:lnTo>
                    <a:pt x="261470" y="2206918"/>
                  </a:lnTo>
                  <a:lnTo>
                    <a:pt x="260398" y="2207299"/>
                  </a:lnTo>
                  <a:lnTo>
                    <a:pt x="259326" y="2207680"/>
                  </a:lnTo>
                  <a:lnTo>
                    <a:pt x="258255" y="2208061"/>
                  </a:lnTo>
                  <a:lnTo>
                    <a:pt x="257183" y="2208442"/>
                  </a:lnTo>
                  <a:lnTo>
                    <a:pt x="256112" y="2208822"/>
                  </a:lnTo>
                  <a:lnTo>
                    <a:pt x="255040" y="2209202"/>
                  </a:lnTo>
                  <a:lnTo>
                    <a:pt x="253968" y="2209582"/>
                  </a:lnTo>
                  <a:lnTo>
                    <a:pt x="252897" y="2209962"/>
                  </a:lnTo>
                  <a:lnTo>
                    <a:pt x="251825" y="2210342"/>
                  </a:lnTo>
                  <a:lnTo>
                    <a:pt x="250754" y="2210721"/>
                  </a:lnTo>
                  <a:lnTo>
                    <a:pt x="249682" y="2211100"/>
                  </a:lnTo>
                  <a:lnTo>
                    <a:pt x="248610" y="2211479"/>
                  </a:lnTo>
                  <a:lnTo>
                    <a:pt x="247539" y="2211857"/>
                  </a:lnTo>
                  <a:lnTo>
                    <a:pt x="246467" y="2212235"/>
                  </a:lnTo>
                  <a:lnTo>
                    <a:pt x="245396" y="2212613"/>
                  </a:lnTo>
                  <a:lnTo>
                    <a:pt x="244324" y="2212991"/>
                  </a:lnTo>
                  <a:lnTo>
                    <a:pt x="243252" y="2213369"/>
                  </a:lnTo>
                  <a:lnTo>
                    <a:pt x="242181" y="2213746"/>
                  </a:lnTo>
                  <a:lnTo>
                    <a:pt x="241109" y="2214123"/>
                  </a:lnTo>
                  <a:lnTo>
                    <a:pt x="240038" y="2214500"/>
                  </a:lnTo>
                  <a:lnTo>
                    <a:pt x="238966" y="2214876"/>
                  </a:lnTo>
                  <a:lnTo>
                    <a:pt x="237894" y="2215252"/>
                  </a:lnTo>
                  <a:lnTo>
                    <a:pt x="236823" y="2215628"/>
                  </a:lnTo>
                  <a:lnTo>
                    <a:pt x="235751" y="2216004"/>
                  </a:lnTo>
                  <a:lnTo>
                    <a:pt x="234680" y="2216380"/>
                  </a:lnTo>
                  <a:lnTo>
                    <a:pt x="233608" y="2216755"/>
                  </a:lnTo>
                  <a:lnTo>
                    <a:pt x="232536" y="2217130"/>
                  </a:lnTo>
                  <a:lnTo>
                    <a:pt x="231465" y="2217505"/>
                  </a:lnTo>
                  <a:lnTo>
                    <a:pt x="230393" y="2217879"/>
                  </a:lnTo>
                  <a:lnTo>
                    <a:pt x="229322" y="2218253"/>
                  </a:lnTo>
                  <a:lnTo>
                    <a:pt x="228250" y="2218627"/>
                  </a:lnTo>
                  <a:lnTo>
                    <a:pt x="227178" y="2219001"/>
                  </a:lnTo>
                  <a:lnTo>
                    <a:pt x="226107" y="2219375"/>
                  </a:lnTo>
                  <a:lnTo>
                    <a:pt x="225035" y="2219748"/>
                  </a:lnTo>
                  <a:lnTo>
                    <a:pt x="223964" y="2220121"/>
                  </a:lnTo>
                  <a:lnTo>
                    <a:pt x="222892" y="2220493"/>
                  </a:lnTo>
                  <a:lnTo>
                    <a:pt x="221820" y="2220866"/>
                  </a:lnTo>
                  <a:lnTo>
                    <a:pt x="220749" y="2221238"/>
                  </a:lnTo>
                  <a:lnTo>
                    <a:pt x="219677" y="2221610"/>
                  </a:lnTo>
                  <a:lnTo>
                    <a:pt x="218606" y="2221981"/>
                  </a:lnTo>
                  <a:lnTo>
                    <a:pt x="217534" y="2222353"/>
                  </a:lnTo>
                  <a:lnTo>
                    <a:pt x="216462" y="2222724"/>
                  </a:lnTo>
                  <a:lnTo>
                    <a:pt x="215391" y="2223095"/>
                  </a:lnTo>
                  <a:lnTo>
                    <a:pt x="214319" y="2223465"/>
                  </a:lnTo>
                  <a:lnTo>
                    <a:pt x="213248" y="2223835"/>
                  </a:lnTo>
                  <a:lnTo>
                    <a:pt x="212176" y="2224206"/>
                  </a:lnTo>
                  <a:lnTo>
                    <a:pt x="211104" y="2224575"/>
                  </a:lnTo>
                  <a:lnTo>
                    <a:pt x="210033" y="2224945"/>
                  </a:lnTo>
                  <a:lnTo>
                    <a:pt x="208961" y="2225314"/>
                  </a:lnTo>
                  <a:lnTo>
                    <a:pt x="207890" y="2225683"/>
                  </a:lnTo>
                  <a:lnTo>
                    <a:pt x="206818" y="2226052"/>
                  </a:lnTo>
                  <a:lnTo>
                    <a:pt x="205746" y="2226420"/>
                  </a:lnTo>
                  <a:lnTo>
                    <a:pt x="204675" y="2226788"/>
                  </a:lnTo>
                  <a:lnTo>
                    <a:pt x="203603" y="2227156"/>
                  </a:lnTo>
                  <a:lnTo>
                    <a:pt x="202532" y="2227524"/>
                  </a:lnTo>
                  <a:lnTo>
                    <a:pt x="201460" y="2227891"/>
                  </a:lnTo>
                  <a:lnTo>
                    <a:pt x="200388" y="2228258"/>
                  </a:lnTo>
                  <a:lnTo>
                    <a:pt x="199317" y="2228625"/>
                  </a:lnTo>
                  <a:lnTo>
                    <a:pt x="198245" y="2228991"/>
                  </a:lnTo>
                  <a:lnTo>
                    <a:pt x="197174" y="2229357"/>
                  </a:lnTo>
                  <a:lnTo>
                    <a:pt x="196102" y="2229723"/>
                  </a:lnTo>
                  <a:lnTo>
                    <a:pt x="195030" y="2230089"/>
                  </a:lnTo>
                  <a:lnTo>
                    <a:pt x="193959" y="2230454"/>
                  </a:lnTo>
                  <a:lnTo>
                    <a:pt x="192887" y="2230820"/>
                  </a:lnTo>
                  <a:lnTo>
                    <a:pt x="191816" y="2231184"/>
                  </a:lnTo>
                  <a:lnTo>
                    <a:pt x="190744" y="2231549"/>
                  </a:lnTo>
                  <a:lnTo>
                    <a:pt x="189672" y="2231913"/>
                  </a:lnTo>
                  <a:lnTo>
                    <a:pt x="188601" y="2232277"/>
                  </a:lnTo>
                  <a:lnTo>
                    <a:pt x="187529" y="2232641"/>
                  </a:lnTo>
                  <a:lnTo>
                    <a:pt x="186458" y="2233004"/>
                  </a:lnTo>
                  <a:lnTo>
                    <a:pt x="185386" y="2233368"/>
                  </a:lnTo>
                  <a:lnTo>
                    <a:pt x="184314" y="2233730"/>
                  </a:lnTo>
                  <a:lnTo>
                    <a:pt x="183243" y="2234093"/>
                  </a:lnTo>
                  <a:lnTo>
                    <a:pt x="182171" y="2234455"/>
                  </a:lnTo>
                  <a:lnTo>
                    <a:pt x="181100" y="2234817"/>
                  </a:lnTo>
                  <a:lnTo>
                    <a:pt x="180028" y="2235179"/>
                  </a:lnTo>
                  <a:lnTo>
                    <a:pt x="178956" y="2235541"/>
                  </a:lnTo>
                  <a:lnTo>
                    <a:pt x="177885" y="2235902"/>
                  </a:lnTo>
                  <a:lnTo>
                    <a:pt x="176813" y="2236263"/>
                  </a:lnTo>
                  <a:lnTo>
                    <a:pt x="175742" y="2236623"/>
                  </a:lnTo>
                  <a:lnTo>
                    <a:pt x="174670" y="2236984"/>
                  </a:lnTo>
                  <a:lnTo>
                    <a:pt x="173599" y="2237344"/>
                  </a:lnTo>
                  <a:lnTo>
                    <a:pt x="172527" y="2237703"/>
                  </a:lnTo>
                  <a:lnTo>
                    <a:pt x="171455" y="2238063"/>
                  </a:lnTo>
                  <a:lnTo>
                    <a:pt x="170384" y="2238422"/>
                  </a:lnTo>
                  <a:lnTo>
                    <a:pt x="169312" y="2238781"/>
                  </a:lnTo>
                  <a:lnTo>
                    <a:pt x="168241" y="2239140"/>
                  </a:lnTo>
                  <a:lnTo>
                    <a:pt x="167169" y="2239498"/>
                  </a:lnTo>
                  <a:lnTo>
                    <a:pt x="166097" y="2239856"/>
                  </a:lnTo>
                  <a:lnTo>
                    <a:pt x="165026" y="2240214"/>
                  </a:lnTo>
                  <a:lnTo>
                    <a:pt x="163954" y="2240571"/>
                  </a:lnTo>
                  <a:lnTo>
                    <a:pt x="162883" y="2240928"/>
                  </a:lnTo>
                  <a:lnTo>
                    <a:pt x="161811" y="2241285"/>
                  </a:lnTo>
                  <a:lnTo>
                    <a:pt x="160739" y="2241642"/>
                  </a:lnTo>
                  <a:lnTo>
                    <a:pt x="159668" y="2241998"/>
                  </a:lnTo>
                  <a:lnTo>
                    <a:pt x="158596" y="2242354"/>
                  </a:lnTo>
                  <a:lnTo>
                    <a:pt x="157525" y="2242710"/>
                  </a:lnTo>
                  <a:lnTo>
                    <a:pt x="156453" y="2243065"/>
                  </a:lnTo>
                  <a:lnTo>
                    <a:pt x="155381" y="2243421"/>
                  </a:lnTo>
                  <a:lnTo>
                    <a:pt x="154310" y="2243776"/>
                  </a:lnTo>
                  <a:lnTo>
                    <a:pt x="153238" y="2244130"/>
                  </a:lnTo>
                  <a:lnTo>
                    <a:pt x="152167" y="2244484"/>
                  </a:lnTo>
                  <a:lnTo>
                    <a:pt x="151095" y="2244838"/>
                  </a:lnTo>
                  <a:lnTo>
                    <a:pt x="150023" y="2245192"/>
                  </a:lnTo>
                  <a:lnTo>
                    <a:pt x="148952" y="2245546"/>
                  </a:lnTo>
                  <a:lnTo>
                    <a:pt x="147880" y="2245899"/>
                  </a:lnTo>
                  <a:lnTo>
                    <a:pt x="146809" y="2246251"/>
                  </a:lnTo>
                  <a:lnTo>
                    <a:pt x="145737" y="2246604"/>
                  </a:lnTo>
                  <a:lnTo>
                    <a:pt x="144665" y="2246956"/>
                  </a:lnTo>
                  <a:lnTo>
                    <a:pt x="143594" y="2247308"/>
                  </a:lnTo>
                  <a:lnTo>
                    <a:pt x="142522" y="2247660"/>
                  </a:lnTo>
                  <a:lnTo>
                    <a:pt x="141451" y="2248011"/>
                  </a:lnTo>
                  <a:lnTo>
                    <a:pt x="140379" y="2248362"/>
                  </a:lnTo>
                  <a:lnTo>
                    <a:pt x="139307" y="2248713"/>
                  </a:lnTo>
                  <a:lnTo>
                    <a:pt x="138236" y="2249064"/>
                  </a:lnTo>
                  <a:lnTo>
                    <a:pt x="137164" y="2249414"/>
                  </a:lnTo>
                  <a:lnTo>
                    <a:pt x="136093" y="2249764"/>
                  </a:lnTo>
                  <a:lnTo>
                    <a:pt x="135021" y="2250113"/>
                  </a:lnTo>
                  <a:lnTo>
                    <a:pt x="133949" y="2250462"/>
                  </a:lnTo>
                  <a:lnTo>
                    <a:pt x="132878" y="2250811"/>
                  </a:lnTo>
                  <a:lnTo>
                    <a:pt x="131806" y="2251160"/>
                  </a:lnTo>
                  <a:lnTo>
                    <a:pt x="130735" y="2251509"/>
                  </a:lnTo>
                  <a:lnTo>
                    <a:pt x="129663" y="2251857"/>
                  </a:lnTo>
                  <a:lnTo>
                    <a:pt x="128591" y="2252205"/>
                  </a:lnTo>
                  <a:lnTo>
                    <a:pt x="127520" y="2252552"/>
                  </a:lnTo>
                  <a:lnTo>
                    <a:pt x="126448" y="2252899"/>
                  </a:lnTo>
                  <a:lnTo>
                    <a:pt x="125377" y="2253246"/>
                  </a:lnTo>
                  <a:lnTo>
                    <a:pt x="124305" y="2253593"/>
                  </a:lnTo>
                  <a:lnTo>
                    <a:pt x="123233" y="2253939"/>
                  </a:lnTo>
                  <a:lnTo>
                    <a:pt x="122162" y="2254285"/>
                  </a:lnTo>
                  <a:lnTo>
                    <a:pt x="121090" y="2254631"/>
                  </a:lnTo>
                  <a:lnTo>
                    <a:pt x="120019" y="2254976"/>
                  </a:lnTo>
                  <a:lnTo>
                    <a:pt x="118947" y="2255322"/>
                  </a:lnTo>
                  <a:lnTo>
                    <a:pt x="117875" y="2255666"/>
                  </a:lnTo>
                  <a:lnTo>
                    <a:pt x="116804" y="2256011"/>
                  </a:lnTo>
                  <a:lnTo>
                    <a:pt x="115732" y="2256355"/>
                  </a:lnTo>
                  <a:lnTo>
                    <a:pt x="114661" y="2256699"/>
                  </a:lnTo>
                  <a:lnTo>
                    <a:pt x="113589" y="2257043"/>
                  </a:lnTo>
                  <a:lnTo>
                    <a:pt x="112517" y="2257386"/>
                  </a:lnTo>
                  <a:lnTo>
                    <a:pt x="111446" y="2257729"/>
                  </a:lnTo>
                  <a:lnTo>
                    <a:pt x="110374" y="2258072"/>
                  </a:lnTo>
                  <a:lnTo>
                    <a:pt x="109303" y="2258415"/>
                  </a:lnTo>
                  <a:lnTo>
                    <a:pt x="108231" y="2258757"/>
                  </a:lnTo>
                  <a:lnTo>
                    <a:pt x="107159" y="2259099"/>
                  </a:lnTo>
                  <a:lnTo>
                    <a:pt x="106088" y="2259440"/>
                  </a:lnTo>
                  <a:lnTo>
                    <a:pt x="105016" y="2259781"/>
                  </a:lnTo>
                  <a:lnTo>
                    <a:pt x="103945" y="2260122"/>
                  </a:lnTo>
                  <a:lnTo>
                    <a:pt x="102873" y="2260463"/>
                  </a:lnTo>
                  <a:lnTo>
                    <a:pt x="101801" y="2260803"/>
                  </a:lnTo>
                  <a:lnTo>
                    <a:pt x="100730" y="2261143"/>
                  </a:lnTo>
                  <a:lnTo>
                    <a:pt x="99658" y="2261483"/>
                  </a:lnTo>
                  <a:lnTo>
                    <a:pt x="98587" y="2261823"/>
                  </a:lnTo>
                  <a:lnTo>
                    <a:pt x="97515" y="2262162"/>
                  </a:lnTo>
                  <a:lnTo>
                    <a:pt x="96443" y="2262501"/>
                  </a:lnTo>
                  <a:lnTo>
                    <a:pt x="95372" y="2262839"/>
                  </a:lnTo>
                  <a:lnTo>
                    <a:pt x="94300" y="2263178"/>
                  </a:lnTo>
                  <a:lnTo>
                    <a:pt x="93229" y="2263516"/>
                  </a:lnTo>
                  <a:lnTo>
                    <a:pt x="92157" y="2263853"/>
                  </a:lnTo>
                  <a:lnTo>
                    <a:pt x="91085" y="2264191"/>
                  </a:lnTo>
                  <a:lnTo>
                    <a:pt x="90014" y="2264528"/>
                  </a:lnTo>
                  <a:lnTo>
                    <a:pt x="88942" y="2264864"/>
                  </a:lnTo>
                  <a:lnTo>
                    <a:pt x="87871" y="2265201"/>
                  </a:lnTo>
                  <a:lnTo>
                    <a:pt x="86799" y="2265537"/>
                  </a:lnTo>
                  <a:lnTo>
                    <a:pt x="85727" y="2265873"/>
                  </a:lnTo>
                  <a:lnTo>
                    <a:pt x="84656" y="2266208"/>
                  </a:lnTo>
                  <a:lnTo>
                    <a:pt x="83584" y="2266544"/>
                  </a:lnTo>
                  <a:lnTo>
                    <a:pt x="82513" y="2266879"/>
                  </a:lnTo>
                  <a:lnTo>
                    <a:pt x="81441" y="2267213"/>
                  </a:lnTo>
                  <a:lnTo>
                    <a:pt x="80369" y="2267548"/>
                  </a:lnTo>
                  <a:lnTo>
                    <a:pt x="79298" y="2267882"/>
                  </a:lnTo>
                  <a:lnTo>
                    <a:pt x="78226" y="2268215"/>
                  </a:lnTo>
                  <a:lnTo>
                    <a:pt x="77155" y="2268549"/>
                  </a:lnTo>
                  <a:lnTo>
                    <a:pt x="76083" y="2268882"/>
                  </a:lnTo>
                  <a:lnTo>
                    <a:pt x="75011" y="2269215"/>
                  </a:lnTo>
                  <a:lnTo>
                    <a:pt x="73940" y="2269548"/>
                  </a:lnTo>
                  <a:lnTo>
                    <a:pt x="72868" y="2269880"/>
                  </a:lnTo>
                  <a:lnTo>
                    <a:pt x="71797" y="2270212"/>
                  </a:lnTo>
                  <a:lnTo>
                    <a:pt x="70725" y="2270543"/>
                  </a:lnTo>
                  <a:lnTo>
                    <a:pt x="69653" y="2270875"/>
                  </a:lnTo>
                  <a:lnTo>
                    <a:pt x="68582" y="2271206"/>
                  </a:lnTo>
                  <a:lnTo>
                    <a:pt x="67510" y="2271536"/>
                  </a:lnTo>
                  <a:lnTo>
                    <a:pt x="66439" y="2271867"/>
                  </a:lnTo>
                  <a:lnTo>
                    <a:pt x="65367" y="2272197"/>
                  </a:lnTo>
                  <a:lnTo>
                    <a:pt x="64295" y="2272527"/>
                  </a:lnTo>
                  <a:lnTo>
                    <a:pt x="63224" y="2272856"/>
                  </a:lnTo>
                  <a:lnTo>
                    <a:pt x="62152" y="2273186"/>
                  </a:lnTo>
                  <a:lnTo>
                    <a:pt x="61081" y="2273515"/>
                  </a:lnTo>
                  <a:lnTo>
                    <a:pt x="60009" y="2273843"/>
                  </a:lnTo>
                  <a:lnTo>
                    <a:pt x="58937" y="2274172"/>
                  </a:lnTo>
                  <a:lnTo>
                    <a:pt x="57866" y="2274500"/>
                  </a:lnTo>
                  <a:lnTo>
                    <a:pt x="56794" y="2274827"/>
                  </a:lnTo>
                  <a:lnTo>
                    <a:pt x="55723" y="2275155"/>
                  </a:lnTo>
                  <a:lnTo>
                    <a:pt x="54651" y="2275482"/>
                  </a:lnTo>
                  <a:lnTo>
                    <a:pt x="53579" y="2275809"/>
                  </a:lnTo>
                  <a:lnTo>
                    <a:pt x="52508" y="2276135"/>
                  </a:lnTo>
                  <a:lnTo>
                    <a:pt x="51436" y="2276461"/>
                  </a:lnTo>
                  <a:lnTo>
                    <a:pt x="50365" y="2276787"/>
                  </a:lnTo>
                  <a:lnTo>
                    <a:pt x="49293" y="2277113"/>
                  </a:lnTo>
                  <a:lnTo>
                    <a:pt x="48221" y="2277438"/>
                  </a:lnTo>
                  <a:lnTo>
                    <a:pt x="47150" y="2277763"/>
                  </a:lnTo>
                  <a:lnTo>
                    <a:pt x="46078" y="2278088"/>
                  </a:lnTo>
                  <a:lnTo>
                    <a:pt x="45007" y="2278412"/>
                  </a:lnTo>
                  <a:lnTo>
                    <a:pt x="43935" y="2278737"/>
                  </a:lnTo>
                  <a:lnTo>
                    <a:pt x="42863" y="2279060"/>
                  </a:lnTo>
                  <a:lnTo>
                    <a:pt x="41792" y="2279384"/>
                  </a:lnTo>
                  <a:lnTo>
                    <a:pt x="40720" y="2279707"/>
                  </a:lnTo>
                  <a:lnTo>
                    <a:pt x="39649" y="2280030"/>
                  </a:lnTo>
                  <a:lnTo>
                    <a:pt x="38577" y="2280353"/>
                  </a:lnTo>
                  <a:lnTo>
                    <a:pt x="37505" y="2280675"/>
                  </a:lnTo>
                  <a:lnTo>
                    <a:pt x="36434" y="2280997"/>
                  </a:lnTo>
                  <a:lnTo>
                    <a:pt x="35362" y="2281319"/>
                  </a:lnTo>
                  <a:lnTo>
                    <a:pt x="34291" y="2281640"/>
                  </a:lnTo>
                  <a:lnTo>
                    <a:pt x="33219" y="2281961"/>
                  </a:lnTo>
                  <a:lnTo>
                    <a:pt x="32147" y="2282282"/>
                  </a:lnTo>
                  <a:lnTo>
                    <a:pt x="31076" y="2282602"/>
                  </a:lnTo>
                  <a:lnTo>
                    <a:pt x="30004" y="2282923"/>
                  </a:lnTo>
                  <a:lnTo>
                    <a:pt x="28933" y="2283242"/>
                  </a:lnTo>
                  <a:lnTo>
                    <a:pt x="27861" y="2283562"/>
                  </a:lnTo>
                  <a:lnTo>
                    <a:pt x="26789" y="2283881"/>
                  </a:lnTo>
                  <a:lnTo>
                    <a:pt x="25718" y="2284200"/>
                  </a:lnTo>
                  <a:lnTo>
                    <a:pt x="24646" y="2284519"/>
                  </a:lnTo>
                  <a:lnTo>
                    <a:pt x="23575" y="2284837"/>
                  </a:lnTo>
                  <a:lnTo>
                    <a:pt x="22503" y="2285155"/>
                  </a:lnTo>
                  <a:lnTo>
                    <a:pt x="21431" y="2285473"/>
                  </a:lnTo>
                  <a:lnTo>
                    <a:pt x="20360" y="2285791"/>
                  </a:lnTo>
                  <a:lnTo>
                    <a:pt x="19288" y="2286108"/>
                  </a:lnTo>
                  <a:lnTo>
                    <a:pt x="18217" y="2286425"/>
                  </a:lnTo>
                  <a:lnTo>
                    <a:pt x="17145" y="2286741"/>
                  </a:lnTo>
                  <a:lnTo>
                    <a:pt x="16073" y="2287058"/>
                  </a:lnTo>
                  <a:lnTo>
                    <a:pt x="15002" y="2287374"/>
                  </a:lnTo>
                  <a:lnTo>
                    <a:pt x="13930" y="2287689"/>
                  </a:lnTo>
                  <a:lnTo>
                    <a:pt x="12859" y="2288005"/>
                  </a:lnTo>
                  <a:lnTo>
                    <a:pt x="11787" y="2288320"/>
                  </a:lnTo>
                  <a:lnTo>
                    <a:pt x="10715" y="2288635"/>
                  </a:lnTo>
                  <a:lnTo>
                    <a:pt x="9644" y="2288949"/>
                  </a:lnTo>
                  <a:lnTo>
                    <a:pt x="8572" y="2289263"/>
                  </a:lnTo>
                  <a:lnTo>
                    <a:pt x="7501" y="2289577"/>
                  </a:lnTo>
                  <a:lnTo>
                    <a:pt x="6429" y="2289891"/>
                  </a:lnTo>
                  <a:lnTo>
                    <a:pt x="5357" y="2290204"/>
                  </a:lnTo>
                  <a:lnTo>
                    <a:pt x="4286" y="2290517"/>
                  </a:lnTo>
                  <a:lnTo>
                    <a:pt x="3214" y="2290830"/>
                  </a:lnTo>
                  <a:lnTo>
                    <a:pt x="2143" y="2291142"/>
                  </a:lnTo>
                  <a:lnTo>
                    <a:pt x="1071" y="2291454"/>
                  </a:lnTo>
                  <a:lnTo>
                    <a:pt x="0" y="2291766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5034264" y="3641629"/>
              <a:ext cx="3856684" cy="2142017"/>
            </a:xfrm>
            <a:custGeom>
              <a:avLst/>
              <a:gdLst/>
              <a:ahLst/>
              <a:cxnLst/>
              <a:rect l="0" t="0" r="0" b="0"/>
              <a:pathLst>
                <a:path w="3856684" h="2142017">
                  <a:moveTo>
                    <a:pt x="0" y="2142017"/>
                  </a:moveTo>
                  <a:lnTo>
                    <a:pt x="1071" y="2141826"/>
                  </a:lnTo>
                  <a:lnTo>
                    <a:pt x="2143" y="2141634"/>
                  </a:lnTo>
                  <a:lnTo>
                    <a:pt x="3214" y="2141443"/>
                  </a:lnTo>
                  <a:lnTo>
                    <a:pt x="4286" y="2141251"/>
                  </a:lnTo>
                  <a:lnTo>
                    <a:pt x="5357" y="2141059"/>
                  </a:lnTo>
                  <a:lnTo>
                    <a:pt x="6429" y="2140866"/>
                  </a:lnTo>
                  <a:lnTo>
                    <a:pt x="7501" y="2140674"/>
                  </a:lnTo>
                  <a:lnTo>
                    <a:pt x="8572" y="2140482"/>
                  </a:lnTo>
                  <a:lnTo>
                    <a:pt x="9644" y="2140289"/>
                  </a:lnTo>
                  <a:lnTo>
                    <a:pt x="10715" y="2140096"/>
                  </a:lnTo>
                  <a:lnTo>
                    <a:pt x="11787" y="2139903"/>
                  </a:lnTo>
                  <a:lnTo>
                    <a:pt x="12859" y="2139710"/>
                  </a:lnTo>
                  <a:lnTo>
                    <a:pt x="13930" y="2139517"/>
                  </a:lnTo>
                  <a:lnTo>
                    <a:pt x="15002" y="2139324"/>
                  </a:lnTo>
                  <a:lnTo>
                    <a:pt x="16073" y="2139130"/>
                  </a:lnTo>
                  <a:lnTo>
                    <a:pt x="17145" y="2138937"/>
                  </a:lnTo>
                  <a:lnTo>
                    <a:pt x="18217" y="2138743"/>
                  </a:lnTo>
                  <a:lnTo>
                    <a:pt x="19288" y="2138549"/>
                  </a:lnTo>
                  <a:lnTo>
                    <a:pt x="20360" y="2138355"/>
                  </a:lnTo>
                  <a:lnTo>
                    <a:pt x="21431" y="2138161"/>
                  </a:lnTo>
                  <a:lnTo>
                    <a:pt x="22503" y="2137967"/>
                  </a:lnTo>
                  <a:lnTo>
                    <a:pt x="23575" y="2137773"/>
                  </a:lnTo>
                  <a:lnTo>
                    <a:pt x="24646" y="2137578"/>
                  </a:lnTo>
                  <a:lnTo>
                    <a:pt x="25718" y="2137384"/>
                  </a:lnTo>
                  <a:lnTo>
                    <a:pt x="26789" y="2137189"/>
                  </a:lnTo>
                  <a:lnTo>
                    <a:pt x="27861" y="2136994"/>
                  </a:lnTo>
                  <a:lnTo>
                    <a:pt x="28933" y="2136799"/>
                  </a:lnTo>
                  <a:lnTo>
                    <a:pt x="30004" y="2136603"/>
                  </a:lnTo>
                  <a:lnTo>
                    <a:pt x="31076" y="2136408"/>
                  </a:lnTo>
                  <a:lnTo>
                    <a:pt x="32147" y="2136213"/>
                  </a:lnTo>
                  <a:lnTo>
                    <a:pt x="33219" y="2136017"/>
                  </a:lnTo>
                  <a:lnTo>
                    <a:pt x="34291" y="2135821"/>
                  </a:lnTo>
                  <a:lnTo>
                    <a:pt x="35362" y="2135625"/>
                  </a:lnTo>
                  <a:lnTo>
                    <a:pt x="36434" y="2135429"/>
                  </a:lnTo>
                  <a:lnTo>
                    <a:pt x="37505" y="2135233"/>
                  </a:lnTo>
                  <a:lnTo>
                    <a:pt x="38577" y="2135037"/>
                  </a:lnTo>
                  <a:lnTo>
                    <a:pt x="39649" y="2134840"/>
                  </a:lnTo>
                  <a:lnTo>
                    <a:pt x="40720" y="2134643"/>
                  </a:lnTo>
                  <a:lnTo>
                    <a:pt x="41792" y="2134447"/>
                  </a:lnTo>
                  <a:lnTo>
                    <a:pt x="42863" y="2134250"/>
                  </a:lnTo>
                  <a:lnTo>
                    <a:pt x="43935" y="2134052"/>
                  </a:lnTo>
                  <a:lnTo>
                    <a:pt x="45007" y="2133855"/>
                  </a:lnTo>
                  <a:lnTo>
                    <a:pt x="46078" y="2133658"/>
                  </a:lnTo>
                  <a:lnTo>
                    <a:pt x="47150" y="2133460"/>
                  </a:lnTo>
                  <a:lnTo>
                    <a:pt x="48221" y="2133263"/>
                  </a:lnTo>
                  <a:lnTo>
                    <a:pt x="49293" y="2133065"/>
                  </a:lnTo>
                  <a:lnTo>
                    <a:pt x="50365" y="2132867"/>
                  </a:lnTo>
                  <a:lnTo>
                    <a:pt x="51436" y="2132669"/>
                  </a:lnTo>
                  <a:lnTo>
                    <a:pt x="52508" y="2132470"/>
                  </a:lnTo>
                  <a:lnTo>
                    <a:pt x="53579" y="2132272"/>
                  </a:lnTo>
                  <a:lnTo>
                    <a:pt x="54651" y="2132073"/>
                  </a:lnTo>
                  <a:lnTo>
                    <a:pt x="55723" y="2131875"/>
                  </a:lnTo>
                  <a:lnTo>
                    <a:pt x="56794" y="2131676"/>
                  </a:lnTo>
                  <a:lnTo>
                    <a:pt x="57866" y="2131477"/>
                  </a:lnTo>
                  <a:lnTo>
                    <a:pt x="58937" y="2131277"/>
                  </a:lnTo>
                  <a:lnTo>
                    <a:pt x="60009" y="2131078"/>
                  </a:lnTo>
                  <a:lnTo>
                    <a:pt x="61081" y="2130879"/>
                  </a:lnTo>
                  <a:lnTo>
                    <a:pt x="62152" y="2130679"/>
                  </a:lnTo>
                  <a:lnTo>
                    <a:pt x="63224" y="2130479"/>
                  </a:lnTo>
                  <a:lnTo>
                    <a:pt x="64295" y="2130279"/>
                  </a:lnTo>
                  <a:lnTo>
                    <a:pt x="65367" y="2130079"/>
                  </a:lnTo>
                  <a:lnTo>
                    <a:pt x="66439" y="2129879"/>
                  </a:lnTo>
                  <a:lnTo>
                    <a:pt x="67510" y="2129678"/>
                  </a:lnTo>
                  <a:lnTo>
                    <a:pt x="68582" y="2129478"/>
                  </a:lnTo>
                  <a:lnTo>
                    <a:pt x="69653" y="2129277"/>
                  </a:lnTo>
                  <a:lnTo>
                    <a:pt x="70725" y="2129076"/>
                  </a:lnTo>
                  <a:lnTo>
                    <a:pt x="71797" y="2128875"/>
                  </a:lnTo>
                  <a:lnTo>
                    <a:pt x="72868" y="2128674"/>
                  </a:lnTo>
                  <a:lnTo>
                    <a:pt x="73940" y="2128472"/>
                  </a:lnTo>
                  <a:lnTo>
                    <a:pt x="75011" y="2128271"/>
                  </a:lnTo>
                  <a:lnTo>
                    <a:pt x="76083" y="2128069"/>
                  </a:lnTo>
                  <a:lnTo>
                    <a:pt x="77155" y="2127867"/>
                  </a:lnTo>
                  <a:lnTo>
                    <a:pt x="78226" y="2127665"/>
                  </a:lnTo>
                  <a:lnTo>
                    <a:pt x="79298" y="2127463"/>
                  </a:lnTo>
                  <a:lnTo>
                    <a:pt x="80369" y="2127261"/>
                  </a:lnTo>
                  <a:lnTo>
                    <a:pt x="81441" y="2127058"/>
                  </a:lnTo>
                  <a:lnTo>
                    <a:pt x="82513" y="2126856"/>
                  </a:lnTo>
                  <a:lnTo>
                    <a:pt x="83584" y="2126653"/>
                  </a:lnTo>
                  <a:lnTo>
                    <a:pt x="84656" y="2126450"/>
                  </a:lnTo>
                  <a:lnTo>
                    <a:pt x="85727" y="2126247"/>
                  </a:lnTo>
                  <a:lnTo>
                    <a:pt x="86799" y="2126043"/>
                  </a:lnTo>
                  <a:lnTo>
                    <a:pt x="87871" y="2125840"/>
                  </a:lnTo>
                  <a:lnTo>
                    <a:pt x="88942" y="2125636"/>
                  </a:lnTo>
                  <a:lnTo>
                    <a:pt x="90014" y="2125432"/>
                  </a:lnTo>
                  <a:lnTo>
                    <a:pt x="91085" y="2125228"/>
                  </a:lnTo>
                  <a:lnTo>
                    <a:pt x="92157" y="2125024"/>
                  </a:lnTo>
                  <a:lnTo>
                    <a:pt x="93229" y="2124820"/>
                  </a:lnTo>
                  <a:lnTo>
                    <a:pt x="94300" y="2124615"/>
                  </a:lnTo>
                  <a:lnTo>
                    <a:pt x="95372" y="2124411"/>
                  </a:lnTo>
                  <a:lnTo>
                    <a:pt x="96443" y="2124206"/>
                  </a:lnTo>
                  <a:lnTo>
                    <a:pt x="97515" y="2124001"/>
                  </a:lnTo>
                  <a:lnTo>
                    <a:pt x="98587" y="2123796"/>
                  </a:lnTo>
                  <a:lnTo>
                    <a:pt x="99658" y="2123590"/>
                  </a:lnTo>
                  <a:lnTo>
                    <a:pt x="100730" y="2123385"/>
                  </a:lnTo>
                  <a:lnTo>
                    <a:pt x="101801" y="2123179"/>
                  </a:lnTo>
                  <a:lnTo>
                    <a:pt x="102873" y="2122973"/>
                  </a:lnTo>
                  <a:lnTo>
                    <a:pt x="103945" y="2122767"/>
                  </a:lnTo>
                  <a:lnTo>
                    <a:pt x="105016" y="2122561"/>
                  </a:lnTo>
                  <a:lnTo>
                    <a:pt x="106088" y="2122355"/>
                  </a:lnTo>
                  <a:lnTo>
                    <a:pt x="107159" y="2122148"/>
                  </a:lnTo>
                  <a:lnTo>
                    <a:pt x="108231" y="2121941"/>
                  </a:lnTo>
                  <a:lnTo>
                    <a:pt x="109303" y="2121734"/>
                  </a:lnTo>
                  <a:lnTo>
                    <a:pt x="110374" y="2121527"/>
                  </a:lnTo>
                  <a:lnTo>
                    <a:pt x="111446" y="2121320"/>
                  </a:lnTo>
                  <a:lnTo>
                    <a:pt x="112517" y="2121113"/>
                  </a:lnTo>
                  <a:lnTo>
                    <a:pt x="113589" y="2120905"/>
                  </a:lnTo>
                  <a:lnTo>
                    <a:pt x="114661" y="2120697"/>
                  </a:lnTo>
                  <a:lnTo>
                    <a:pt x="115732" y="2120489"/>
                  </a:lnTo>
                  <a:lnTo>
                    <a:pt x="116804" y="2120281"/>
                  </a:lnTo>
                  <a:lnTo>
                    <a:pt x="117875" y="2120073"/>
                  </a:lnTo>
                  <a:lnTo>
                    <a:pt x="118947" y="2119864"/>
                  </a:lnTo>
                  <a:lnTo>
                    <a:pt x="120019" y="2119655"/>
                  </a:lnTo>
                  <a:lnTo>
                    <a:pt x="121090" y="2119446"/>
                  </a:lnTo>
                  <a:lnTo>
                    <a:pt x="122162" y="2119237"/>
                  </a:lnTo>
                  <a:lnTo>
                    <a:pt x="123233" y="2119028"/>
                  </a:lnTo>
                  <a:lnTo>
                    <a:pt x="124305" y="2118819"/>
                  </a:lnTo>
                  <a:lnTo>
                    <a:pt x="125377" y="2118609"/>
                  </a:lnTo>
                  <a:lnTo>
                    <a:pt x="126448" y="2118399"/>
                  </a:lnTo>
                  <a:lnTo>
                    <a:pt x="127520" y="2118189"/>
                  </a:lnTo>
                  <a:lnTo>
                    <a:pt x="128591" y="2117979"/>
                  </a:lnTo>
                  <a:lnTo>
                    <a:pt x="129663" y="2117769"/>
                  </a:lnTo>
                  <a:lnTo>
                    <a:pt x="130735" y="2117558"/>
                  </a:lnTo>
                  <a:lnTo>
                    <a:pt x="131806" y="2117347"/>
                  </a:lnTo>
                  <a:lnTo>
                    <a:pt x="132878" y="2117136"/>
                  </a:lnTo>
                  <a:lnTo>
                    <a:pt x="133949" y="2116925"/>
                  </a:lnTo>
                  <a:lnTo>
                    <a:pt x="135021" y="2116714"/>
                  </a:lnTo>
                  <a:lnTo>
                    <a:pt x="136093" y="2116502"/>
                  </a:lnTo>
                  <a:lnTo>
                    <a:pt x="137164" y="2116291"/>
                  </a:lnTo>
                  <a:lnTo>
                    <a:pt x="138236" y="2116079"/>
                  </a:lnTo>
                  <a:lnTo>
                    <a:pt x="139307" y="2115867"/>
                  </a:lnTo>
                  <a:lnTo>
                    <a:pt x="140379" y="2115654"/>
                  </a:lnTo>
                  <a:lnTo>
                    <a:pt x="141451" y="2115442"/>
                  </a:lnTo>
                  <a:lnTo>
                    <a:pt x="142522" y="2115229"/>
                  </a:lnTo>
                  <a:lnTo>
                    <a:pt x="143594" y="2115016"/>
                  </a:lnTo>
                  <a:lnTo>
                    <a:pt x="144665" y="2114803"/>
                  </a:lnTo>
                  <a:lnTo>
                    <a:pt x="145737" y="2114590"/>
                  </a:lnTo>
                  <a:lnTo>
                    <a:pt x="146809" y="2114376"/>
                  </a:lnTo>
                  <a:lnTo>
                    <a:pt x="147880" y="2114163"/>
                  </a:lnTo>
                  <a:lnTo>
                    <a:pt x="148952" y="2113949"/>
                  </a:lnTo>
                  <a:lnTo>
                    <a:pt x="150023" y="2113735"/>
                  </a:lnTo>
                  <a:lnTo>
                    <a:pt x="151095" y="2113520"/>
                  </a:lnTo>
                  <a:lnTo>
                    <a:pt x="152167" y="2113306"/>
                  </a:lnTo>
                  <a:lnTo>
                    <a:pt x="153238" y="2113091"/>
                  </a:lnTo>
                  <a:lnTo>
                    <a:pt x="154310" y="2112876"/>
                  </a:lnTo>
                  <a:lnTo>
                    <a:pt x="155381" y="2112661"/>
                  </a:lnTo>
                  <a:lnTo>
                    <a:pt x="156453" y="2112446"/>
                  </a:lnTo>
                  <a:lnTo>
                    <a:pt x="157525" y="2112230"/>
                  </a:lnTo>
                  <a:lnTo>
                    <a:pt x="158596" y="2112014"/>
                  </a:lnTo>
                  <a:lnTo>
                    <a:pt x="159668" y="2111798"/>
                  </a:lnTo>
                  <a:lnTo>
                    <a:pt x="160739" y="2111582"/>
                  </a:lnTo>
                  <a:lnTo>
                    <a:pt x="161811" y="2111366"/>
                  </a:lnTo>
                  <a:lnTo>
                    <a:pt x="162883" y="2111149"/>
                  </a:lnTo>
                  <a:lnTo>
                    <a:pt x="163954" y="2110933"/>
                  </a:lnTo>
                  <a:lnTo>
                    <a:pt x="165026" y="2110716"/>
                  </a:lnTo>
                  <a:lnTo>
                    <a:pt x="166097" y="2110498"/>
                  </a:lnTo>
                  <a:lnTo>
                    <a:pt x="167169" y="2110281"/>
                  </a:lnTo>
                  <a:lnTo>
                    <a:pt x="168241" y="2110063"/>
                  </a:lnTo>
                  <a:lnTo>
                    <a:pt x="169312" y="2109845"/>
                  </a:lnTo>
                  <a:lnTo>
                    <a:pt x="170384" y="2109627"/>
                  </a:lnTo>
                  <a:lnTo>
                    <a:pt x="171455" y="2109409"/>
                  </a:lnTo>
                  <a:lnTo>
                    <a:pt x="172527" y="2109190"/>
                  </a:lnTo>
                  <a:lnTo>
                    <a:pt x="173599" y="2108972"/>
                  </a:lnTo>
                  <a:lnTo>
                    <a:pt x="174670" y="2108753"/>
                  </a:lnTo>
                  <a:lnTo>
                    <a:pt x="175742" y="2108534"/>
                  </a:lnTo>
                  <a:lnTo>
                    <a:pt x="176813" y="2108314"/>
                  </a:lnTo>
                  <a:lnTo>
                    <a:pt x="177885" y="2108095"/>
                  </a:lnTo>
                  <a:lnTo>
                    <a:pt x="178956" y="2107875"/>
                  </a:lnTo>
                  <a:lnTo>
                    <a:pt x="180028" y="2107655"/>
                  </a:lnTo>
                  <a:lnTo>
                    <a:pt x="181100" y="2107434"/>
                  </a:lnTo>
                  <a:lnTo>
                    <a:pt x="182171" y="2107214"/>
                  </a:lnTo>
                  <a:lnTo>
                    <a:pt x="183243" y="2106993"/>
                  </a:lnTo>
                  <a:lnTo>
                    <a:pt x="184314" y="2106772"/>
                  </a:lnTo>
                  <a:lnTo>
                    <a:pt x="185386" y="2106551"/>
                  </a:lnTo>
                  <a:lnTo>
                    <a:pt x="186458" y="2106329"/>
                  </a:lnTo>
                  <a:lnTo>
                    <a:pt x="187529" y="2106108"/>
                  </a:lnTo>
                  <a:lnTo>
                    <a:pt x="188601" y="2105886"/>
                  </a:lnTo>
                  <a:lnTo>
                    <a:pt x="189672" y="2105664"/>
                  </a:lnTo>
                  <a:lnTo>
                    <a:pt x="190744" y="2105441"/>
                  </a:lnTo>
                  <a:lnTo>
                    <a:pt x="191816" y="2105219"/>
                  </a:lnTo>
                  <a:lnTo>
                    <a:pt x="192887" y="2104996"/>
                  </a:lnTo>
                  <a:lnTo>
                    <a:pt x="193959" y="2104773"/>
                  </a:lnTo>
                  <a:lnTo>
                    <a:pt x="195030" y="2104549"/>
                  </a:lnTo>
                  <a:lnTo>
                    <a:pt x="196102" y="2104326"/>
                  </a:lnTo>
                  <a:lnTo>
                    <a:pt x="197174" y="2104102"/>
                  </a:lnTo>
                  <a:lnTo>
                    <a:pt x="198245" y="2103878"/>
                  </a:lnTo>
                  <a:lnTo>
                    <a:pt x="199317" y="2103654"/>
                  </a:lnTo>
                  <a:lnTo>
                    <a:pt x="200388" y="2103429"/>
                  </a:lnTo>
                  <a:lnTo>
                    <a:pt x="201460" y="2103205"/>
                  </a:lnTo>
                  <a:lnTo>
                    <a:pt x="202532" y="2102980"/>
                  </a:lnTo>
                  <a:lnTo>
                    <a:pt x="203603" y="2102754"/>
                  </a:lnTo>
                  <a:lnTo>
                    <a:pt x="204675" y="2102529"/>
                  </a:lnTo>
                  <a:lnTo>
                    <a:pt x="205746" y="2102303"/>
                  </a:lnTo>
                  <a:lnTo>
                    <a:pt x="206818" y="2102077"/>
                  </a:lnTo>
                  <a:lnTo>
                    <a:pt x="207890" y="2101851"/>
                  </a:lnTo>
                  <a:lnTo>
                    <a:pt x="208961" y="2101624"/>
                  </a:lnTo>
                  <a:lnTo>
                    <a:pt x="210033" y="2101397"/>
                  </a:lnTo>
                  <a:lnTo>
                    <a:pt x="211104" y="2101170"/>
                  </a:lnTo>
                  <a:lnTo>
                    <a:pt x="212176" y="2100943"/>
                  </a:lnTo>
                  <a:lnTo>
                    <a:pt x="213248" y="2100716"/>
                  </a:lnTo>
                  <a:lnTo>
                    <a:pt x="214319" y="2100488"/>
                  </a:lnTo>
                  <a:lnTo>
                    <a:pt x="215391" y="2100260"/>
                  </a:lnTo>
                  <a:lnTo>
                    <a:pt x="216462" y="2100032"/>
                  </a:lnTo>
                  <a:lnTo>
                    <a:pt x="217534" y="2099803"/>
                  </a:lnTo>
                  <a:lnTo>
                    <a:pt x="218606" y="2099574"/>
                  </a:lnTo>
                  <a:lnTo>
                    <a:pt x="219677" y="2099345"/>
                  </a:lnTo>
                  <a:lnTo>
                    <a:pt x="220749" y="2099116"/>
                  </a:lnTo>
                  <a:lnTo>
                    <a:pt x="221820" y="2098886"/>
                  </a:lnTo>
                  <a:lnTo>
                    <a:pt x="222892" y="2098656"/>
                  </a:lnTo>
                  <a:lnTo>
                    <a:pt x="223964" y="2098426"/>
                  </a:lnTo>
                  <a:lnTo>
                    <a:pt x="225035" y="2098196"/>
                  </a:lnTo>
                  <a:lnTo>
                    <a:pt x="226107" y="2097965"/>
                  </a:lnTo>
                  <a:lnTo>
                    <a:pt x="227178" y="2097734"/>
                  </a:lnTo>
                  <a:lnTo>
                    <a:pt x="228250" y="2097503"/>
                  </a:lnTo>
                  <a:lnTo>
                    <a:pt x="229322" y="2097271"/>
                  </a:lnTo>
                  <a:lnTo>
                    <a:pt x="230393" y="2097040"/>
                  </a:lnTo>
                  <a:lnTo>
                    <a:pt x="231465" y="2096808"/>
                  </a:lnTo>
                  <a:lnTo>
                    <a:pt x="232536" y="2096575"/>
                  </a:lnTo>
                  <a:lnTo>
                    <a:pt x="233608" y="2096343"/>
                  </a:lnTo>
                  <a:lnTo>
                    <a:pt x="234680" y="2096110"/>
                  </a:lnTo>
                  <a:lnTo>
                    <a:pt x="235751" y="2095877"/>
                  </a:lnTo>
                  <a:lnTo>
                    <a:pt x="236823" y="2095643"/>
                  </a:lnTo>
                  <a:lnTo>
                    <a:pt x="237894" y="2095409"/>
                  </a:lnTo>
                  <a:lnTo>
                    <a:pt x="238966" y="2095175"/>
                  </a:lnTo>
                  <a:lnTo>
                    <a:pt x="240038" y="2094941"/>
                  </a:lnTo>
                  <a:lnTo>
                    <a:pt x="241109" y="2094707"/>
                  </a:lnTo>
                  <a:lnTo>
                    <a:pt x="242181" y="2094472"/>
                  </a:lnTo>
                  <a:lnTo>
                    <a:pt x="243252" y="2094237"/>
                  </a:lnTo>
                  <a:lnTo>
                    <a:pt x="244324" y="2094001"/>
                  </a:lnTo>
                  <a:lnTo>
                    <a:pt x="245396" y="2093765"/>
                  </a:lnTo>
                  <a:lnTo>
                    <a:pt x="246467" y="2093529"/>
                  </a:lnTo>
                  <a:lnTo>
                    <a:pt x="247539" y="2093293"/>
                  </a:lnTo>
                  <a:lnTo>
                    <a:pt x="248610" y="2093056"/>
                  </a:lnTo>
                  <a:lnTo>
                    <a:pt x="249682" y="2092819"/>
                  </a:lnTo>
                  <a:lnTo>
                    <a:pt x="250754" y="2092582"/>
                  </a:lnTo>
                  <a:lnTo>
                    <a:pt x="251825" y="2092345"/>
                  </a:lnTo>
                  <a:lnTo>
                    <a:pt x="252897" y="2092107"/>
                  </a:lnTo>
                  <a:lnTo>
                    <a:pt x="253968" y="2091869"/>
                  </a:lnTo>
                  <a:lnTo>
                    <a:pt x="255040" y="2091630"/>
                  </a:lnTo>
                  <a:lnTo>
                    <a:pt x="256112" y="2091392"/>
                  </a:lnTo>
                  <a:lnTo>
                    <a:pt x="257183" y="2091152"/>
                  </a:lnTo>
                  <a:lnTo>
                    <a:pt x="258255" y="2090913"/>
                  </a:lnTo>
                  <a:lnTo>
                    <a:pt x="259326" y="2090673"/>
                  </a:lnTo>
                  <a:lnTo>
                    <a:pt x="260398" y="2090433"/>
                  </a:lnTo>
                  <a:lnTo>
                    <a:pt x="261470" y="2090193"/>
                  </a:lnTo>
                  <a:lnTo>
                    <a:pt x="262541" y="2089953"/>
                  </a:lnTo>
                  <a:lnTo>
                    <a:pt x="263613" y="2089712"/>
                  </a:lnTo>
                  <a:lnTo>
                    <a:pt x="264684" y="2089470"/>
                  </a:lnTo>
                  <a:lnTo>
                    <a:pt x="265756" y="2089229"/>
                  </a:lnTo>
                  <a:lnTo>
                    <a:pt x="266828" y="2088987"/>
                  </a:lnTo>
                  <a:lnTo>
                    <a:pt x="267899" y="2088745"/>
                  </a:lnTo>
                  <a:lnTo>
                    <a:pt x="268971" y="2088502"/>
                  </a:lnTo>
                  <a:lnTo>
                    <a:pt x="270042" y="2088259"/>
                  </a:lnTo>
                  <a:lnTo>
                    <a:pt x="271114" y="2088016"/>
                  </a:lnTo>
                  <a:lnTo>
                    <a:pt x="272186" y="2087773"/>
                  </a:lnTo>
                  <a:lnTo>
                    <a:pt x="273257" y="2087529"/>
                  </a:lnTo>
                  <a:lnTo>
                    <a:pt x="274329" y="2087285"/>
                  </a:lnTo>
                  <a:lnTo>
                    <a:pt x="275400" y="2087040"/>
                  </a:lnTo>
                  <a:lnTo>
                    <a:pt x="276472" y="2086795"/>
                  </a:lnTo>
                  <a:lnTo>
                    <a:pt x="277544" y="2086550"/>
                  </a:lnTo>
                  <a:lnTo>
                    <a:pt x="278615" y="2086305"/>
                  </a:lnTo>
                  <a:lnTo>
                    <a:pt x="279687" y="2086059"/>
                  </a:lnTo>
                  <a:lnTo>
                    <a:pt x="280758" y="2085812"/>
                  </a:lnTo>
                  <a:lnTo>
                    <a:pt x="281830" y="2085566"/>
                  </a:lnTo>
                  <a:lnTo>
                    <a:pt x="282902" y="2085319"/>
                  </a:lnTo>
                  <a:lnTo>
                    <a:pt x="283973" y="2085072"/>
                  </a:lnTo>
                  <a:lnTo>
                    <a:pt x="285045" y="2084824"/>
                  </a:lnTo>
                  <a:lnTo>
                    <a:pt x="286116" y="2084576"/>
                  </a:lnTo>
                  <a:lnTo>
                    <a:pt x="287188" y="2084328"/>
                  </a:lnTo>
                  <a:lnTo>
                    <a:pt x="288260" y="2084079"/>
                  </a:lnTo>
                  <a:lnTo>
                    <a:pt x="289331" y="2083830"/>
                  </a:lnTo>
                  <a:lnTo>
                    <a:pt x="290403" y="2083581"/>
                  </a:lnTo>
                  <a:lnTo>
                    <a:pt x="291474" y="2083331"/>
                  </a:lnTo>
                  <a:lnTo>
                    <a:pt x="292546" y="2083081"/>
                  </a:lnTo>
                  <a:lnTo>
                    <a:pt x="293618" y="2082830"/>
                  </a:lnTo>
                  <a:lnTo>
                    <a:pt x="294689" y="2082579"/>
                  </a:lnTo>
                  <a:lnTo>
                    <a:pt x="295761" y="2082328"/>
                  </a:lnTo>
                  <a:lnTo>
                    <a:pt x="296832" y="2082077"/>
                  </a:lnTo>
                  <a:lnTo>
                    <a:pt x="297904" y="2081825"/>
                  </a:lnTo>
                  <a:lnTo>
                    <a:pt x="298976" y="2081572"/>
                  </a:lnTo>
                  <a:lnTo>
                    <a:pt x="300047" y="2081319"/>
                  </a:lnTo>
                  <a:lnTo>
                    <a:pt x="301119" y="2081066"/>
                  </a:lnTo>
                  <a:lnTo>
                    <a:pt x="302190" y="2080813"/>
                  </a:lnTo>
                  <a:lnTo>
                    <a:pt x="303262" y="2080559"/>
                  </a:lnTo>
                  <a:lnTo>
                    <a:pt x="304334" y="2080304"/>
                  </a:lnTo>
                  <a:lnTo>
                    <a:pt x="305405" y="2080049"/>
                  </a:lnTo>
                  <a:lnTo>
                    <a:pt x="306477" y="2079794"/>
                  </a:lnTo>
                  <a:lnTo>
                    <a:pt x="307548" y="2079539"/>
                  </a:lnTo>
                  <a:lnTo>
                    <a:pt x="308620" y="2079283"/>
                  </a:lnTo>
                  <a:lnTo>
                    <a:pt x="309692" y="2079026"/>
                  </a:lnTo>
                  <a:lnTo>
                    <a:pt x="310763" y="2078769"/>
                  </a:lnTo>
                  <a:lnTo>
                    <a:pt x="311835" y="2078512"/>
                  </a:lnTo>
                  <a:lnTo>
                    <a:pt x="312906" y="2078254"/>
                  </a:lnTo>
                  <a:lnTo>
                    <a:pt x="313978" y="2077996"/>
                  </a:lnTo>
                  <a:lnTo>
                    <a:pt x="315050" y="2077738"/>
                  </a:lnTo>
                  <a:lnTo>
                    <a:pt x="316121" y="2077479"/>
                  </a:lnTo>
                  <a:lnTo>
                    <a:pt x="317193" y="2077219"/>
                  </a:lnTo>
                  <a:lnTo>
                    <a:pt x="318264" y="2076959"/>
                  </a:lnTo>
                  <a:lnTo>
                    <a:pt x="319336" y="2076699"/>
                  </a:lnTo>
                  <a:lnTo>
                    <a:pt x="320408" y="2076438"/>
                  </a:lnTo>
                  <a:lnTo>
                    <a:pt x="321479" y="2076177"/>
                  </a:lnTo>
                  <a:lnTo>
                    <a:pt x="322551" y="2075915"/>
                  </a:lnTo>
                  <a:lnTo>
                    <a:pt x="323622" y="2075653"/>
                  </a:lnTo>
                  <a:lnTo>
                    <a:pt x="324694" y="2075391"/>
                  </a:lnTo>
                  <a:lnTo>
                    <a:pt x="325766" y="2075128"/>
                  </a:lnTo>
                  <a:lnTo>
                    <a:pt x="326837" y="2074864"/>
                  </a:lnTo>
                  <a:lnTo>
                    <a:pt x="327909" y="2074600"/>
                  </a:lnTo>
                  <a:lnTo>
                    <a:pt x="328980" y="2074336"/>
                  </a:lnTo>
                  <a:lnTo>
                    <a:pt x="330052" y="2074071"/>
                  </a:lnTo>
                  <a:lnTo>
                    <a:pt x="331124" y="2073806"/>
                  </a:lnTo>
                  <a:lnTo>
                    <a:pt x="332195" y="2073540"/>
                  </a:lnTo>
                  <a:lnTo>
                    <a:pt x="333267" y="2073274"/>
                  </a:lnTo>
                  <a:lnTo>
                    <a:pt x="334338" y="2073007"/>
                  </a:lnTo>
                  <a:lnTo>
                    <a:pt x="335410" y="2072739"/>
                  </a:lnTo>
                  <a:lnTo>
                    <a:pt x="336482" y="2072472"/>
                  </a:lnTo>
                  <a:lnTo>
                    <a:pt x="337553" y="2072203"/>
                  </a:lnTo>
                  <a:lnTo>
                    <a:pt x="338625" y="2071935"/>
                  </a:lnTo>
                  <a:lnTo>
                    <a:pt x="339696" y="2071665"/>
                  </a:lnTo>
                  <a:lnTo>
                    <a:pt x="340768" y="2071396"/>
                  </a:lnTo>
                  <a:lnTo>
                    <a:pt x="341840" y="2071125"/>
                  </a:lnTo>
                  <a:lnTo>
                    <a:pt x="342911" y="2070855"/>
                  </a:lnTo>
                  <a:lnTo>
                    <a:pt x="343983" y="2070583"/>
                  </a:lnTo>
                  <a:lnTo>
                    <a:pt x="345054" y="2070312"/>
                  </a:lnTo>
                  <a:lnTo>
                    <a:pt x="346126" y="2070039"/>
                  </a:lnTo>
                  <a:lnTo>
                    <a:pt x="347198" y="2069767"/>
                  </a:lnTo>
                  <a:lnTo>
                    <a:pt x="348269" y="2069493"/>
                  </a:lnTo>
                  <a:lnTo>
                    <a:pt x="349341" y="2069219"/>
                  </a:lnTo>
                  <a:lnTo>
                    <a:pt x="350412" y="2068945"/>
                  </a:lnTo>
                  <a:lnTo>
                    <a:pt x="351484" y="2068670"/>
                  </a:lnTo>
                  <a:lnTo>
                    <a:pt x="352556" y="2068395"/>
                  </a:lnTo>
                  <a:lnTo>
                    <a:pt x="353627" y="2068119"/>
                  </a:lnTo>
                  <a:lnTo>
                    <a:pt x="354699" y="2067842"/>
                  </a:lnTo>
                  <a:lnTo>
                    <a:pt x="355770" y="2067565"/>
                  </a:lnTo>
                  <a:lnTo>
                    <a:pt x="356842" y="2067287"/>
                  </a:lnTo>
                  <a:lnTo>
                    <a:pt x="357913" y="2067009"/>
                  </a:lnTo>
                  <a:lnTo>
                    <a:pt x="358985" y="2066731"/>
                  </a:lnTo>
                  <a:lnTo>
                    <a:pt x="360057" y="2066451"/>
                  </a:lnTo>
                  <a:lnTo>
                    <a:pt x="361128" y="2066172"/>
                  </a:lnTo>
                  <a:lnTo>
                    <a:pt x="362200" y="2065891"/>
                  </a:lnTo>
                  <a:lnTo>
                    <a:pt x="363271" y="2065610"/>
                  </a:lnTo>
                  <a:lnTo>
                    <a:pt x="364343" y="2065329"/>
                  </a:lnTo>
                  <a:lnTo>
                    <a:pt x="365415" y="2065047"/>
                  </a:lnTo>
                  <a:lnTo>
                    <a:pt x="366486" y="2064764"/>
                  </a:lnTo>
                  <a:lnTo>
                    <a:pt x="367558" y="2064481"/>
                  </a:lnTo>
                  <a:lnTo>
                    <a:pt x="368629" y="2064197"/>
                  </a:lnTo>
                  <a:lnTo>
                    <a:pt x="369701" y="2063913"/>
                  </a:lnTo>
                  <a:lnTo>
                    <a:pt x="370773" y="2063628"/>
                  </a:lnTo>
                  <a:lnTo>
                    <a:pt x="371844" y="2063342"/>
                  </a:lnTo>
                  <a:lnTo>
                    <a:pt x="372916" y="2063056"/>
                  </a:lnTo>
                  <a:lnTo>
                    <a:pt x="373987" y="2062769"/>
                  </a:lnTo>
                  <a:lnTo>
                    <a:pt x="375059" y="2062482"/>
                  </a:lnTo>
                  <a:lnTo>
                    <a:pt x="376131" y="2062194"/>
                  </a:lnTo>
                  <a:lnTo>
                    <a:pt x="377202" y="2061905"/>
                  </a:lnTo>
                  <a:lnTo>
                    <a:pt x="378274" y="2061616"/>
                  </a:lnTo>
                  <a:lnTo>
                    <a:pt x="379345" y="2061327"/>
                  </a:lnTo>
                  <a:lnTo>
                    <a:pt x="380417" y="2061036"/>
                  </a:lnTo>
                  <a:lnTo>
                    <a:pt x="381489" y="2060745"/>
                  </a:lnTo>
                  <a:lnTo>
                    <a:pt x="382560" y="2060454"/>
                  </a:lnTo>
                  <a:lnTo>
                    <a:pt x="383632" y="2060161"/>
                  </a:lnTo>
                  <a:lnTo>
                    <a:pt x="384703" y="2059869"/>
                  </a:lnTo>
                  <a:lnTo>
                    <a:pt x="385775" y="2059575"/>
                  </a:lnTo>
                  <a:lnTo>
                    <a:pt x="386847" y="2059281"/>
                  </a:lnTo>
                  <a:lnTo>
                    <a:pt x="387918" y="2058986"/>
                  </a:lnTo>
                  <a:lnTo>
                    <a:pt x="388990" y="2058691"/>
                  </a:lnTo>
                  <a:lnTo>
                    <a:pt x="390061" y="2058395"/>
                  </a:lnTo>
                  <a:lnTo>
                    <a:pt x="391133" y="2058098"/>
                  </a:lnTo>
                  <a:lnTo>
                    <a:pt x="392205" y="2057801"/>
                  </a:lnTo>
                  <a:lnTo>
                    <a:pt x="393276" y="2057503"/>
                  </a:lnTo>
                  <a:lnTo>
                    <a:pt x="394348" y="2057205"/>
                  </a:lnTo>
                  <a:lnTo>
                    <a:pt x="395419" y="2056906"/>
                  </a:lnTo>
                  <a:lnTo>
                    <a:pt x="396491" y="2056606"/>
                  </a:lnTo>
                  <a:lnTo>
                    <a:pt x="397563" y="2056305"/>
                  </a:lnTo>
                  <a:lnTo>
                    <a:pt x="398634" y="2056004"/>
                  </a:lnTo>
                  <a:lnTo>
                    <a:pt x="399706" y="2055702"/>
                  </a:lnTo>
                  <a:lnTo>
                    <a:pt x="400777" y="2055400"/>
                  </a:lnTo>
                  <a:lnTo>
                    <a:pt x="401849" y="2055096"/>
                  </a:lnTo>
                  <a:lnTo>
                    <a:pt x="402921" y="2054793"/>
                  </a:lnTo>
                  <a:lnTo>
                    <a:pt x="403992" y="2054488"/>
                  </a:lnTo>
                  <a:lnTo>
                    <a:pt x="405064" y="2054183"/>
                  </a:lnTo>
                  <a:lnTo>
                    <a:pt x="406135" y="2053877"/>
                  </a:lnTo>
                  <a:lnTo>
                    <a:pt x="407207" y="2053570"/>
                  </a:lnTo>
                  <a:lnTo>
                    <a:pt x="408279" y="2053263"/>
                  </a:lnTo>
                  <a:lnTo>
                    <a:pt x="409350" y="2052955"/>
                  </a:lnTo>
                  <a:lnTo>
                    <a:pt x="410422" y="2052646"/>
                  </a:lnTo>
                  <a:lnTo>
                    <a:pt x="411493" y="2052337"/>
                  </a:lnTo>
                  <a:lnTo>
                    <a:pt x="412565" y="2052027"/>
                  </a:lnTo>
                  <a:lnTo>
                    <a:pt x="413637" y="2051716"/>
                  </a:lnTo>
                  <a:lnTo>
                    <a:pt x="414708" y="2051405"/>
                  </a:lnTo>
                  <a:lnTo>
                    <a:pt x="415780" y="2051093"/>
                  </a:lnTo>
                  <a:lnTo>
                    <a:pt x="416851" y="2050780"/>
                  </a:lnTo>
                  <a:lnTo>
                    <a:pt x="417923" y="2050466"/>
                  </a:lnTo>
                  <a:lnTo>
                    <a:pt x="418995" y="2050152"/>
                  </a:lnTo>
                  <a:lnTo>
                    <a:pt x="420066" y="2049837"/>
                  </a:lnTo>
                  <a:lnTo>
                    <a:pt x="421138" y="2049521"/>
                  </a:lnTo>
                  <a:lnTo>
                    <a:pt x="422209" y="2049205"/>
                  </a:lnTo>
                  <a:lnTo>
                    <a:pt x="423281" y="2048888"/>
                  </a:lnTo>
                  <a:lnTo>
                    <a:pt x="424353" y="2048570"/>
                  </a:lnTo>
                  <a:lnTo>
                    <a:pt x="425424" y="2048251"/>
                  </a:lnTo>
                  <a:lnTo>
                    <a:pt x="426496" y="2047932"/>
                  </a:lnTo>
                  <a:lnTo>
                    <a:pt x="427567" y="2047611"/>
                  </a:lnTo>
                  <a:lnTo>
                    <a:pt x="428639" y="2047291"/>
                  </a:lnTo>
                  <a:lnTo>
                    <a:pt x="429711" y="2046969"/>
                  </a:lnTo>
                  <a:lnTo>
                    <a:pt x="430782" y="2046647"/>
                  </a:lnTo>
                  <a:lnTo>
                    <a:pt x="431854" y="2046324"/>
                  </a:lnTo>
                  <a:lnTo>
                    <a:pt x="432925" y="2046000"/>
                  </a:lnTo>
                  <a:lnTo>
                    <a:pt x="433997" y="2045675"/>
                  </a:lnTo>
                  <a:lnTo>
                    <a:pt x="435069" y="2045350"/>
                  </a:lnTo>
                  <a:lnTo>
                    <a:pt x="436140" y="2045024"/>
                  </a:lnTo>
                  <a:lnTo>
                    <a:pt x="437212" y="2044697"/>
                  </a:lnTo>
                  <a:lnTo>
                    <a:pt x="438283" y="2044369"/>
                  </a:lnTo>
                  <a:lnTo>
                    <a:pt x="439355" y="2044041"/>
                  </a:lnTo>
                  <a:lnTo>
                    <a:pt x="440427" y="2043712"/>
                  </a:lnTo>
                  <a:lnTo>
                    <a:pt x="441498" y="2043382"/>
                  </a:lnTo>
                  <a:lnTo>
                    <a:pt x="442570" y="2043051"/>
                  </a:lnTo>
                  <a:lnTo>
                    <a:pt x="443641" y="2042719"/>
                  </a:lnTo>
                  <a:lnTo>
                    <a:pt x="444713" y="2042387"/>
                  </a:lnTo>
                  <a:lnTo>
                    <a:pt x="445785" y="2042054"/>
                  </a:lnTo>
                  <a:lnTo>
                    <a:pt x="446856" y="2041720"/>
                  </a:lnTo>
                  <a:lnTo>
                    <a:pt x="447928" y="2041386"/>
                  </a:lnTo>
                  <a:lnTo>
                    <a:pt x="448999" y="2041050"/>
                  </a:lnTo>
                  <a:lnTo>
                    <a:pt x="450071" y="2040714"/>
                  </a:lnTo>
                  <a:lnTo>
                    <a:pt x="451143" y="2040377"/>
                  </a:lnTo>
                  <a:lnTo>
                    <a:pt x="452214" y="2040039"/>
                  </a:lnTo>
                  <a:lnTo>
                    <a:pt x="453286" y="2039701"/>
                  </a:lnTo>
                  <a:lnTo>
                    <a:pt x="454357" y="2039361"/>
                  </a:lnTo>
                  <a:lnTo>
                    <a:pt x="455429" y="2039021"/>
                  </a:lnTo>
                  <a:lnTo>
                    <a:pt x="456501" y="2038680"/>
                  </a:lnTo>
                  <a:lnTo>
                    <a:pt x="457572" y="2038338"/>
                  </a:lnTo>
                  <a:lnTo>
                    <a:pt x="458644" y="2037996"/>
                  </a:lnTo>
                  <a:lnTo>
                    <a:pt x="459715" y="2037652"/>
                  </a:lnTo>
                  <a:lnTo>
                    <a:pt x="460787" y="2037308"/>
                  </a:lnTo>
                  <a:lnTo>
                    <a:pt x="461859" y="2036963"/>
                  </a:lnTo>
                  <a:lnTo>
                    <a:pt x="462930" y="2036617"/>
                  </a:lnTo>
                  <a:lnTo>
                    <a:pt x="464002" y="2036270"/>
                  </a:lnTo>
                  <a:lnTo>
                    <a:pt x="465073" y="2035923"/>
                  </a:lnTo>
                  <a:lnTo>
                    <a:pt x="466145" y="2035574"/>
                  </a:lnTo>
                  <a:lnTo>
                    <a:pt x="467217" y="2035225"/>
                  </a:lnTo>
                  <a:lnTo>
                    <a:pt x="468288" y="2034875"/>
                  </a:lnTo>
                  <a:lnTo>
                    <a:pt x="469360" y="2034524"/>
                  </a:lnTo>
                  <a:lnTo>
                    <a:pt x="470431" y="2034173"/>
                  </a:lnTo>
                  <a:lnTo>
                    <a:pt x="471503" y="2033820"/>
                  </a:lnTo>
                  <a:lnTo>
                    <a:pt x="472575" y="2033467"/>
                  </a:lnTo>
                  <a:lnTo>
                    <a:pt x="473646" y="2033113"/>
                  </a:lnTo>
                  <a:lnTo>
                    <a:pt x="474718" y="2032758"/>
                  </a:lnTo>
                  <a:lnTo>
                    <a:pt x="475789" y="2032402"/>
                  </a:lnTo>
                  <a:lnTo>
                    <a:pt x="476861" y="2032045"/>
                  </a:lnTo>
                  <a:lnTo>
                    <a:pt x="477933" y="2031687"/>
                  </a:lnTo>
                  <a:lnTo>
                    <a:pt x="479004" y="2031329"/>
                  </a:lnTo>
                  <a:lnTo>
                    <a:pt x="480076" y="2030970"/>
                  </a:lnTo>
                  <a:lnTo>
                    <a:pt x="481147" y="2030610"/>
                  </a:lnTo>
                  <a:lnTo>
                    <a:pt x="482219" y="2030249"/>
                  </a:lnTo>
                  <a:lnTo>
                    <a:pt x="483291" y="2029887"/>
                  </a:lnTo>
                  <a:lnTo>
                    <a:pt x="484362" y="2029524"/>
                  </a:lnTo>
                  <a:lnTo>
                    <a:pt x="485434" y="2029161"/>
                  </a:lnTo>
                  <a:lnTo>
                    <a:pt x="486505" y="2028796"/>
                  </a:lnTo>
                  <a:lnTo>
                    <a:pt x="487577" y="2028431"/>
                  </a:lnTo>
                  <a:lnTo>
                    <a:pt x="488649" y="2028065"/>
                  </a:lnTo>
                  <a:lnTo>
                    <a:pt x="489720" y="2027698"/>
                  </a:lnTo>
                  <a:lnTo>
                    <a:pt x="490792" y="2027330"/>
                  </a:lnTo>
                  <a:lnTo>
                    <a:pt x="491863" y="2026961"/>
                  </a:lnTo>
                  <a:lnTo>
                    <a:pt x="492935" y="2026591"/>
                  </a:lnTo>
                  <a:lnTo>
                    <a:pt x="494007" y="2026221"/>
                  </a:lnTo>
                  <a:lnTo>
                    <a:pt x="495078" y="2025850"/>
                  </a:lnTo>
                  <a:lnTo>
                    <a:pt x="496150" y="2025477"/>
                  </a:lnTo>
                  <a:lnTo>
                    <a:pt x="497221" y="2025104"/>
                  </a:lnTo>
                  <a:lnTo>
                    <a:pt x="498293" y="2024730"/>
                  </a:lnTo>
                  <a:lnTo>
                    <a:pt x="499365" y="2024355"/>
                  </a:lnTo>
                  <a:lnTo>
                    <a:pt x="500436" y="2023979"/>
                  </a:lnTo>
                  <a:lnTo>
                    <a:pt x="501508" y="2023603"/>
                  </a:lnTo>
                  <a:lnTo>
                    <a:pt x="502579" y="2023225"/>
                  </a:lnTo>
                  <a:lnTo>
                    <a:pt x="503651" y="2022847"/>
                  </a:lnTo>
                  <a:lnTo>
                    <a:pt x="504723" y="2022467"/>
                  </a:lnTo>
                  <a:lnTo>
                    <a:pt x="505794" y="2022087"/>
                  </a:lnTo>
                  <a:lnTo>
                    <a:pt x="506866" y="2021706"/>
                  </a:lnTo>
                  <a:lnTo>
                    <a:pt x="507937" y="2021324"/>
                  </a:lnTo>
                  <a:lnTo>
                    <a:pt x="509009" y="2020941"/>
                  </a:lnTo>
                  <a:lnTo>
                    <a:pt x="510081" y="2020557"/>
                  </a:lnTo>
                  <a:lnTo>
                    <a:pt x="511152" y="2020173"/>
                  </a:lnTo>
                  <a:lnTo>
                    <a:pt x="512224" y="2019787"/>
                  </a:lnTo>
                  <a:lnTo>
                    <a:pt x="513295" y="2019401"/>
                  </a:lnTo>
                  <a:lnTo>
                    <a:pt x="514367" y="2019013"/>
                  </a:lnTo>
                  <a:lnTo>
                    <a:pt x="515439" y="2018625"/>
                  </a:lnTo>
                  <a:lnTo>
                    <a:pt x="516510" y="2018236"/>
                  </a:lnTo>
                  <a:lnTo>
                    <a:pt x="517582" y="2017846"/>
                  </a:lnTo>
                  <a:lnTo>
                    <a:pt x="518653" y="2017455"/>
                  </a:lnTo>
                  <a:lnTo>
                    <a:pt x="519725" y="2017063"/>
                  </a:lnTo>
                  <a:lnTo>
                    <a:pt x="520797" y="2016670"/>
                  </a:lnTo>
                  <a:lnTo>
                    <a:pt x="521868" y="2016276"/>
                  </a:lnTo>
                  <a:lnTo>
                    <a:pt x="522940" y="2015881"/>
                  </a:lnTo>
                  <a:lnTo>
                    <a:pt x="524011" y="2015486"/>
                  </a:lnTo>
                  <a:lnTo>
                    <a:pt x="525083" y="2015089"/>
                  </a:lnTo>
                  <a:lnTo>
                    <a:pt x="526155" y="2014692"/>
                  </a:lnTo>
                  <a:lnTo>
                    <a:pt x="527226" y="2014294"/>
                  </a:lnTo>
                  <a:lnTo>
                    <a:pt x="528298" y="2013895"/>
                  </a:lnTo>
                  <a:lnTo>
                    <a:pt x="529369" y="2013494"/>
                  </a:lnTo>
                  <a:lnTo>
                    <a:pt x="530441" y="2013093"/>
                  </a:lnTo>
                  <a:lnTo>
                    <a:pt x="531513" y="2012691"/>
                  </a:lnTo>
                  <a:lnTo>
                    <a:pt x="532584" y="2012289"/>
                  </a:lnTo>
                  <a:lnTo>
                    <a:pt x="533656" y="2011885"/>
                  </a:lnTo>
                  <a:lnTo>
                    <a:pt x="534727" y="2011480"/>
                  </a:lnTo>
                  <a:lnTo>
                    <a:pt x="535799" y="2011075"/>
                  </a:lnTo>
                  <a:lnTo>
                    <a:pt x="536870" y="2010668"/>
                  </a:lnTo>
                  <a:lnTo>
                    <a:pt x="537942" y="2010261"/>
                  </a:lnTo>
                  <a:lnTo>
                    <a:pt x="539014" y="2009852"/>
                  </a:lnTo>
                  <a:lnTo>
                    <a:pt x="540085" y="2009443"/>
                  </a:lnTo>
                  <a:lnTo>
                    <a:pt x="541157" y="2009033"/>
                  </a:lnTo>
                  <a:lnTo>
                    <a:pt x="542228" y="2008622"/>
                  </a:lnTo>
                  <a:lnTo>
                    <a:pt x="543300" y="2008210"/>
                  </a:lnTo>
                  <a:lnTo>
                    <a:pt x="544372" y="2007797"/>
                  </a:lnTo>
                  <a:lnTo>
                    <a:pt x="545443" y="2007383"/>
                  </a:lnTo>
                  <a:lnTo>
                    <a:pt x="546515" y="2006968"/>
                  </a:lnTo>
                  <a:lnTo>
                    <a:pt x="547586" y="2006552"/>
                  </a:lnTo>
                  <a:lnTo>
                    <a:pt x="548658" y="2006135"/>
                  </a:lnTo>
                  <a:lnTo>
                    <a:pt x="549730" y="2005718"/>
                  </a:lnTo>
                  <a:lnTo>
                    <a:pt x="550801" y="2005299"/>
                  </a:lnTo>
                  <a:lnTo>
                    <a:pt x="551873" y="2004880"/>
                  </a:lnTo>
                  <a:lnTo>
                    <a:pt x="552944" y="2004460"/>
                  </a:lnTo>
                  <a:lnTo>
                    <a:pt x="554016" y="2004038"/>
                  </a:lnTo>
                  <a:lnTo>
                    <a:pt x="555088" y="2003616"/>
                  </a:lnTo>
                  <a:lnTo>
                    <a:pt x="556159" y="2003193"/>
                  </a:lnTo>
                  <a:lnTo>
                    <a:pt x="557231" y="2002769"/>
                  </a:lnTo>
                  <a:lnTo>
                    <a:pt x="558302" y="2002344"/>
                  </a:lnTo>
                  <a:lnTo>
                    <a:pt x="559374" y="2001918"/>
                  </a:lnTo>
                  <a:lnTo>
                    <a:pt x="560446" y="2001491"/>
                  </a:lnTo>
                  <a:lnTo>
                    <a:pt x="561517" y="2001064"/>
                  </a:lnTo>
                  <a:lnTo>
                    <a:pt x="562589" y="2000635"/>
                  </a:lnTo>
                  <a:lnTo>
                    <a:pt x="563660" y="2000205"/>
                  </a:lnTo>
                  <a:lnTo>
                    <a:pt x="564732" y="1999775"/>
                  </a:lnTo>
                  <a:lnTo>
                    <a:pt x="565804" y="1999343"/>
                  </a:lnTo>
                  <a:lnTo>
                    <a:pt x="566875" y="1998911"/>
                  </a:lnTo>
                  <a:lnTo>
                    <a:pt x="567947" y="1998478"/>
                  </a:lnTo>
                  <a:lnTo>
                    <a:pt x="569018" y="1998043"/>
                  </a:lnTo>
                  <a:lnTo>
                    <a:pt x="570090" y="1997608"/>
                  </a:lnTo>
                  <a:lnTo>
                    <a:pt x="571162" y="1997172"/>
                  </a:lnTo>
                  <a:lnTo>
                    <a:pt x="572233" y="1996735"/>
                  </a:lnTo>
                  <a:lnTo>
                    <a:pt x="573305" y="1996297"/>
                  </a:lnTo>
                  <a:lnTo>
                    <a:pt x="574376" y="1995859"/>
                  </a:lnTo>
                  <a:lnTo>
                    <a:pt x="575448" y="1995419"/>
                  </a:lnTo>
                  <a:lnTo>
                    <a:pt x="576520" y="1994978"/>
                  </a:lnTo>
                  <a:lnTo>
                    <a:pt x="577591" y="1994537"/>
                  </a:lnTo>
                  <a:lnTo>
                    <a:pt x="578663" y="1994094"/>
                  </a:lnTo>
                  <a:lnTo>
                    <a:pt x="579734" y="1993651"/>
                  </a:lnTo>
                  <a:lnTo>
                    <a:pt x="580806" y="1993206"/>
                  </a:lnTo>
                  <a:lnTo>
                    <a:pt x="581878" y="1992761"/>
                  </a:lnTo>
                  <a:lnTo>
                    <a:pt x="582949" y="1992315"/>
                  </a:lnTo>
                  <a:lnTo>
                    <a:pt x="584021" y="1991868"/>
                  </a:lnTo>
                  <a:lnTo>
                    <a:pt x="585092" y="1991420"/>
                  </a:lnTo>
                  <a:lnTo>
                    <a:pt x="586164" y="1990971"/>
                  </a:lnTo>
                  <a:lnTo>
                    <a:pt x="587236" y="1990521"/>
                  </a:lnTo>
                  <a:lnTo>
                    <a:pt x="588307" y="1990070"/>
                  </a:lnTo>
                  <a:lnTo>
                    <a:pt x="589379" y="1989618"/>
                  </a:lnTo>
                  <a:lnTo>
                    <a:pt x="590450" y="1989166"/>
                  </a:lnTo>
                  <a:lnTo>
                    <a:pt x="591522" y="1988712"/>
                  </a:lnTo>
                  <a:lnTo>
                    <a:pt x="592594" y="1988258"/>
                  </a:lnTo>
                  <a:lnTo>
                    <a:pt x="593665" y="1987803"/>
                  </a:lnTo>
                  <a:lnTo>
                    <a:pt x="594737" y="1987346"/>
                  </a:lnTo>
                  <a:lnTo>
                    <a:pt x="595808" y="1986889"/>
                  </a:lnTo>
                  <a:lnTo>
                    <a:pt x="596880" y="1986431"/>
                  </a:lnTo>
                  <a:lnTo>
                    <a:pt x="597952" y="1985972"/>
                  </a:lnTo>
                  <a:lnTo>
                    <a:pt x="599023" y="1985512"/>
                  </a:lnTo>
                  <a:lnTo>
                    <a:pt x="600095" y="1985051"/>
                  </a:lnTo>
                  <a:lnTo>
                    <a:pt x="601166" y="1984590"/>
                  </a:lnTo>
                  <a:lnTo>
                    <a:pt x="602238" y="1984127"/>
                  </a:lnTo>
                  <a:lnTo>
                    <a:pt x="603310" y="1983664"/>
                  </a:lnTo>
                  <a:lnTo>
                    <a:pt x="604381" y="1983199"/>
                  </a:lnTo>
                  <a:lnTo>
                    <a:pt x="605453" y="1982734"/>
                  </a:lnTo>
                  <a:lnTo>
                    <a:pt x="606524" y="1982268"/>
                  </a:lnTo>
                  <a:lnTo>
                    <a:pt x="607596" y="1981801"/>
                  </a:lnTo>
                  <a:lnTo>
                    <a:pt x="608668" y="1981333"/>
                  </a:lnTo>
                  <a:lnTo>
                    <a:pt x="609739" y="1980864"/>
                  </a:lnTo>
                  <a:lnTo>
                    <a:pt x="610811" y="1980394"/>
                  </a:lnTo>
                  <a:lnTo>
                    <a:pt x="611882" y="1979923"/>
                  </a:lnTo>
                  <a:lnTo>
                    <a:pt x="612954" y="1979452"/>
                  </a:lnTo>
                  <a:lnTo>
                    <a:pt x="614026" y="1978979"/>
                  </a:lnTo>
                  <a:lnTo>
                    <a:pt x="615097" y="1978506"/>
                  </a:lnTo>
                  <a:lnTo>
                    <a:pt x="616169" y="1978031"/>
                  </a:lnTo>
                  <a:lnTo>
                    <a:pt x="617240" y="1977556"/>
                  </a:lnTo>
                  <a:lnTo>
                    <a:pt x="618312" y="1977080"/>
                  </a:lnTo>
                  <a:lnTo>
                    <a:pt x="619384" y="1976603"/>
                  </a:lnTo>
                  <a:lnTo>
                    <a:pt x="620455" y="1976125"/>
                  </a:lnTo>
                  <a:lnTo>
                    <a:pt x="621527" y="1975647"/>
                  </a:lnTo>
                  <a:lnTo>
                    <a:pt x="622598" y="1975167"/>
                  </a:lnTo>
                  <a:lnTo>
                    <a:pt x="623670" y="1974687"/>
                  </a:lnTo>
                  <a:lnTo>
                    <a:pt x="624742" y="1974205"/>
                  </a:lnTo>
                  <a:lnTo>
                    <a:pt x="625813" y="1973723"/>
                  </a:lnTo>
                  <a:lnTo>
                    <a:pt x="626885" y="1973240"/>
                  </a:lnTo>
                  <a:lnTo>
                    <a:pt x="627956" y="1972756"/>
                  </a:lnTo>
                  <a:lnTo>
                    <a:pt x="629028" y="1972271"/>
                  </a:lnTo>
                  <a:lnTo>
                    <a:pt x="630100" y="1971785"/>
                  </a:lnTo>
                  <a:lnTo>
                    <a:pt x="631171" y="1971299"/>
                  </a:lnTo>
                  <a:lnTo>
                    <a:pt x="632243" y="1970811"/>
                  </a:lnTo>
                  <a:lnTo>
                    <a:pt x="633314" y="1970323"/>
                  </a:lnTo>
                  <a:lnTo>
                    <a:pt x="634386" y="1969833"/>
                  </a:lnTo>
                  <a:lnTo>
                    <a:pt x="635458" y="1969343"/>
                  </a:lnTo>
                  <a:lnTo>
                    <a:pt x="636529" y="1968852"/>
                  </a:lnTo>
                  <a:lnTo>
                    <a:pt x="637601" y="1968361"/>
                  </a:lnTo>
                  <a:lnTo>
                    <a:pt x="638672" y="1967868"/>
                  </a:lnTo>
                  <a:lnTo>
                    <a:pt x="639744" y="1967374"/>
                  </a:lnTo>
                  <a:lnTo>
                    <a:pt x="640816" y="1966880"/>
                  </a:lnTo>
                  <a:lnTo>
                    <a:pt x="641887" y="1966385"/>
                  </a:lnTo>
                  <a:lnTo>
                    <a:pt x="642959" y="1965888"/>
                  </a:lnTo>
                  <a:lnTo>
                    <a:pt x="644030" y="1965391"/>
                  </a:lnTo>
                  <a:lnTo>
                    <a:pt x="645102" y="1964894"/>
                  </a:lnTo>
                  <a:lnTo>
                    <a:pt x="646174" y="1964395"/>
                  </a:lnTo>
                  <a:lnTo>
                    <a:pt x="647245" y="1963895"/>
                  </a:lnTo>
                  <a:lnTo>
                    <a:pt x="648317" y="1963395"/>
                  </a:lnTo>
                  <a:lnTo>
                    <a:pt x="649388" y="1962894"/>
                  </a:lnTo>
                  <a:lnTo>
                    <a:pt x="650460" y="1962392"/>
                  </a:lnTo>
                  <a:lnTo>
                    <a:pt x="651532" y="1961889"/>
                  </a:lnTo>
                  <a:lnTo>
                    <a:pt x="652603" y="1961385"/>
                  </a:lnTo>
                  <a:lnTo>
                    <a:pt x="653675" y="1960880"/>
                  </a:lnTo>
                  <a:lnTo>
                    <a:pt x="654746" y="1960375"/>
                  </a:lnTo>
                  <a:lnTo>
                    <a:pt x="655818" y="1959869"/>
                  </a:lnTo>
                  <a:lnTo>
                    <a:pt x="656890" y="1959361"/>
                  </a:lnTo>
                  <a:lnTo>
                    <a:pt x="657961" y="1958853"/>
                  </a:lnTo>
                  <a:lnTo>
                    <a:pt x="659033" y="1958345"/>
                  </a:lnTo>
                  <a:lnTo>
                    <a:pt x="660104" y="1957835"/>
                  </a:lnTo>
                  <a:lnTo>
                    <a:pt x="661176" y="1957325"/>
                  </a:lnTo>
                  <a:lnTo>
                    <a:pt x="662248" y="1956813"/>
                  </a:lnTo>
                  <a:lnTo>
                    <a:pt x="663319" y="1956301"/>
                  </a:lnTo>
                  <a:lnTo>
                    <a:pt x="664391" y="1955788"/>
                  </a:lnTo>
                  <a:lnTo>
                    <a:pt x="665462" y="1955275"/>
                  </a:lnTo>
                  <a:lnTo>
                    <a:pt x="666534" y="1954760"/>
                  </a:lnTo>
                  <a:lnTo>
                    <a:pt x="667606" y="1954245"/>
                  </a:lnTo>
                  <a:lnTo>
                    <a:pt x="668677" y="1953728"/>
                  </a:lnTo>
                  <a:lnTo>
                    <a:pt x="669749" y="1953211"/>
                  </a:lnTo>
                  <a:lnTo>
                    <a:pt x="670820" y="1952694"/>
                  </a:lnTo>
                  <a:lnTo>
                    <a:pt x="671892" y="1952175"/>
                  </a:lnTo>
                  <a:lnTo>
                    <a:pt x="672964" y="1951655"/>
                  </a:lnTo>
                  <a:lnTo>
                    <a:pt x="674035" y="1951135"/>
                  </a:lnTo>
                  <a:lnTo>
                    <a:pt x="675107" y="1950614"/>
                  </a:lnTo>
                  <a:lnTo>
                    <a:pt x="676178" y="1950092"/>
                  </a:lnTo>
                  <a:lnTo>
                    <a:pt x="677250" y="1949570"/>
                  </a:lnTo>
                  <a:lnTo>
                    <a:pt x="678322" y="1949046"/>
                  </a:lnTo>
                  <a:lnTo>
                    <a:pt x="679393" y="1948522"/>
                  </a:lnTo>
                  <a:lnTo>
                    <a:pt x="680465" y="1947997"/>
                  </a:lnTo>
                  <a:lnTo>
                    <a:pt x="681536" y="1947471"/>
                  </a:lnTo>
                  <a:lnTo>
                    <a:pt x="682608" y="1946944"/>
                  </a:lnTo>
                  <a:lnTo>
                    <a:pt x="683680" y="1946417"/>
                  </a:lnTo>
                  <a:lnTo>
                    <a:pt x="684751" y="1945889"/>
                  </a:lnTo>
                  <a:lnTo>
                    <a:pt x="685823" y="1945360"/>
                  </a:lnTo>
                  <a:lnTo>
                    <a:pt x="686894" y="1944830"/>
                  </a:lnTo>
                  <a:lnTo>
                    <a:pt x="687966" y="1944299"/>
                  </a:lnTo>
                  <a:lnTo>
                    <a:pt x="689038" y="1943768"/>
                  </a:lnTo>
                  <a:lnTo>
                    <a:pt x="690109" y="1943236"/>
                  </a:lnTo>
                  <a:lnTo>
                    <a:pt x="691181" y="1942703"/>
                  </a:lnTo>
                  <a:lnTo>
                    <a:pt x="692252" y="1942169"/>
                  </a:lnTo>
                  <a:lnTo>
                    <a:pt x="693324" y="1941635"/>
                  </a:lnTo>
                  <a:lnTo>
                    <a:pt x="694396" y="1941100"/>
                  </a:lnTo>
                  <a:lnTo>
                    <a:pt x="695467" y="1940564"/>
                  </a:lnTo>
                  <a:lnTo>
                    <a:pt x="696539" y="1940027"/>
                  </a:lnTo>
                  <a:lnTo>
                    <a:pt x="697610" y="1939489"/>
                  </a:lnTo>
                  <a:lnTo>
                    <a:pt x="698682" y="1938951"/>
                  </a:lnTo>
                  <a:lnTo>
                    <a:pt x="699754" y="1938412"/>
                  </a:lnTo>
                  <a:lnTo>
                    <a:pt x="700825" y="1937872"/>
                  </a:lnTo>
                  <a:lnTo>
                    <a:pt x="701897" y="1937332"/>
                  </a:lnTo>
                  <a:lnTo>
                    <a:pt x="702968" y="1936791"/>
                  </a:lnTo>
                  <a:lnTo>
                    <a:pt x="704040" y="1936248"/>
                  </a:lnTo>
                  <a:lnTo>
                    <a:pt x="705112" y="1935706"/>
                  </a:lnTo>
                  <a:lnTo>
                    <a:pt x="706183" y="1935162"/>
                  </a:lnTo>
                  <a:lnTo>
                    <a:pt x="707255" y="1934618"/>
                  </a:lnTo>
                  <a:lnTo>
                    <a:pt x="708326" y="1934073"/>
                  </a:lnTo>
                  <a:lnTo>
                    <a:pt x="709398" y="1933527"/>
                  </a:lnTo>
                  <a:lnTo>
                    <a:pt x="710469" y="1932980"/>
                  </a:lnTo>
                  <a:lnTo>
                    <a:pt x="711541" y="1932433"/>
                  </a:lnTo>
                  <a:lnTo>
                    <a:pt x="712613" y="1931885"/>
                  </a:lnTo>
                  <a:lnTo>
                    <a:pt x="713684" y="1931336"/>
                  </a:lnTo>
                  <a:lnTo>
                    <a:pt x="714756" y="1930787"/>
                  </a:lnTo>
                  <a:lnTo>
                    <a:pt x="715827" y="1930237"/>
                  </a:lnTo>
                  <a:lnTo>
                    <a:pt x="716899" y="1929686"/>
                  </a:lnTo>
                  <a:lnTo>
                    <a:pt x="717971" y="1929134"/>
                  </a:lnTo>
                  <a:lnTo>
                    <a:pt x="719042" y="1928582"/>
                  </a:lnTo>
                  <a:lnTo>
                    <a:pt x="720114" y="1928029"/>
                  </a:lnTo>
                  <a:lnTo>
                    <a:pt x="721185" y="1927475"/>
                  </a:lnTo>
                  <a:lnTo>
                    <a:pt x="722257" y="1926921"/>
                  </a:lnTo>
                  <a:lnTo>
                    <a:pt x="723329" y="1926365"/>
                  </a:lnTo>
                  <a:lnTo>
                    <a:pt x="724400" y="1925809"/>
                  </a:lnTo>
                  <a:lnTo>
                    <a:pt x="725472" y="1925253"/>
                  </a:lnTo>
                  <a:lnTo>
                    <a:pt x="726543" y="1924695"/>
                  </a:lnTo>
                  <a:lnTo>
                    <a:pt x="727615" y="1924137"/>
                  </a:lnTo>
                  <a:lnTo>
                    <a:pt x="728687" y="1923578"/>
                  </a:lnTo>
                  <a:lnTo>
                    <a:pt x="729758" y="1923019"/>
                  </a:lnTo>
                  <a:lnTo>
                    <a:pt x="730830" y="1922459"/>
                  </a:lnTo>
                  <a:lnTo>
                    <a:pt x="731901" y="1921898"/>
                  </a:lnTo>
                  <a:lnTo>
                    <a:pt x="732973" y="1921336"/>
                  </a:lnTo>
                  <a:lnTo>
                    <a:pt x="734045" y="1920774"/>
                  </a:lnTo>
                  <a:lnTo>
                    <a:pt x="735116" y="1920211"/>
                  </a:lnTo>
                  <a:lnTo>
                    <a:pt x="736188" y="1919647"/>
                  </a:lnTo>
                  <a:lnTo>
                    <a:pt x="737259" y="1919083"/>
                  </a:lnTo>
                  <a:lnTo>
                    <a:pt x="738331" y="1918518"/>
                  </a:lnTo>
                  <a:lnTo>
                    <a:pt x="739403" y="1917952"/>
                  </a:lnTo>
                  <a:lnTo>
                    <a:pt x="740474" y="1917386"/>
                  </a:lnTo>
                  <a:lnTo>
                    <a:pt x="741546" y="1916819"/>
                  </a:lnTo>
                  <a:lnTo>
                    <a:pt x="742617" y="1916251"/>
                  </a:lnTo>
                  <a:lnTo>
                    <a:pt x="743689" y="1915683"/>
                  </a:lnTo>
                  <a:lnTo>
                    <a:pt x="744761" y="1915114"/>
                  </a:lnTo>
                  <a:lnTo>
                    <a:pt x="745832" y="1914544"/>
                  </a:lnTo>
                  <a:lnTo>
                    <a:pt x="746904" y="1913973"/>
                  </a:lnTo>
                  <a:lnTo>
                    <a:pt x="747975" y="1913402"/>
                  </a:lnTo>
                  <a:lnTo>
                    <a:pt x="749047" y="1912831"/>
                  </a:lnTo>
                  <a:lnTo>
                    <a:pt x="750119" y="1912258"/>
                  </a:lnTo>
                  <a:lnTo>
                    <a:pt x="751190" y="1911685"/>
                  </a:lnTo>
                  <a:lnTo>
                    <a:pt x="752262" y="1911111"/>
                  </a:lnTo>
                  <a:lnTo>
                    <a:pt x="753333" y="1910537"/>
                  </a:lnTo>
                  <a:lnTo>
                    <a:pt x="754405" y="1909962"/>
                  </a:lnTo>
                  <a:lnTo>
                    <a:pt x="755477" y="1909386"/>
                  </a:lnTo>
                  <a:lnTo>
                    <a:pt x="756548" y="1908810"/>
                  </a:lnTo>
                  <a:lnTo>
                    <a:pt x="757620" y="1908233"/>
                  </a:lnTo>
                  <a:lnTo>
                    <a:pt x="758691" y="1907655"/>
                  </a:lnTo>
                  <a:lnTo>
                    <a:pt x="759763" y="1907077"/>
                  </a:lnTo>
                  <a:lnTo>
                    <a:pt x="760835" y="1906498"/>
                  </a:lnTo>
                  <a:lnTo>
                    <a:pt x="761906" y="1905918"/>
                  </a:lnTo>
                  <a:lnTo>
                    <a:pt x="762978" y="1905338"/>
                  </a:lnTo>
                  <a:lnTo>
                    <a:pt x="764049" y="1904757"/>
                  </a:lnTo>
                  <a:lnTo>
                    <a:pt x="765121" y="1904176"/>
                  </a:lnTo>
                  <a:lnTo>
                    <a:pt x="766193" y="1903594"/>
                  </a:lnTo>
                  <a:lnTo>
                    <a:pt x="767264" y="1903011"/>
                  </a:lnTo>
                  <a:lnTo>
                    <a:pt x="768336" y="1902427"/>
                  </a:lnTo>
                  <a:lnTo>
                    <a:pt x="769407" y="1901843"/>
                  </a:lnTo>
                  <a:lnTo>
                    <a:pt x="770479" y="1901259"/>
                  </a:lnTo>
                  <a:lnTo>
                    <a:pt x="771551" y="1900674"/>
                  </a:lnTo>
                  <a:lnTo>
                    <a:pt x="772622" y="1900088"/>
                  </a:lnTo>
                  <a:lnTo>
                    <a:pt x="773694" y="1899501"/>
                  </a:lnTo>
                  <a:lnTo>
                    <a:pt x="774765" y="1898914"/>
                  </a:lnTo>
                  <a:lnTo>
                    <a:pt x="775837" y="1898326"/>
                  </a:lnTo>
                  <a:lnTo>
                    <a:pt x="776909" y="1897738"/>
                  </a:lnTo>
                  <a:lnTo>
                    <a:pt x="777980" y="1897149"/>
                  </a:lnTo>
                  <a:lnTo>
                    <a:pt x="779052" y="1896560"/>
                  </a:lnTo>
                  <a:lnTo>
                    <a:pt x="780123" y="1895970"/>
                  </a:lnTo>
                  <a:lnTo>
                    <a:pt x="781195" y="1895379"/>
                  </a:lnTo>
                  <a:lnTo>
                    <a:pt x="782267" y="1894787"/>
                  </a:lnTo>
                  <a:lnTo>
                    <a:pt x="783338" y="1894196"/>
                  </a:lnTo>
                  <a:lnTo>
                    <a:pt x="784410" y="1893603"/>
                  </a:lnTo>
                  <a:lnTo>
                    <a:pt x="785481" y="1893010"/>
                  </a:lnTo>
                  <a:lnTo>
                    <a:pt x="786553" y="1892416"/>
                  </a:lnTo>
                  <a:lnTo>
                    <a:pt x="787625" y="1891822"/>
                  </a:lnTo>
                  <a:lnTo>
                    <a:pt x="788696" y="1891227"/>
                  </a:lnTo>
                  <a:lnTo>
                    <a:pt x="789768" y="1890631"/>
                  </a:lnTo>
                  <a:lnTo>
                    <a:pt x="790839" y="1890035"/>
                  </a:lnTo>
                  <a:lnTo>
                    <a:pt x="791911" y="1889439"/>
                  </a:lnTo>
                  <a:lnTo>
                    <a:pt x="792983" y="1888842"/>
                  </a:lnTo>
                  <a:lnTo>
                    <a:pt x="794054" y="1888244"/>
                  </a:lnTo>
                  <a:lnTo>
                    <a:pt x="795126" y="1887645"/>
                  </a:lnTo>
                  <a:lnTo>
                    <a:pt x="796197" y="1887046"/>
                  </a:lnTo>
                  <a:lnTo>
                    <a:pt x="797269" y="1886447"/>
                  </a:lnTo>
                  <a:lnTo>
                    <a:pt x="798341" y="1885847"/>
                  </a:lnTo>
                  <a:lnTo>
                    <a:pt x="799412" y="1885246"/>
                  </a:lnTo>
                  <a:lnTo>
                    <a:pt x="800484" y="1884645"/>
                  </a:lnTo>
                  <a:lnTo>
                    <a:pt x="801555" y="1884043"/>
                  </a:lnTo>
                  <a:lnTo>
                    <a:pt x="802627" y="1883441"/>
                  </a:lnTo>
                  <a:lnTo>
                    <a:pt x="803699" y="1882838"/>
                  </a:lnTo>
                  <a:lnTo>
                    <a:pt x="804770" y="1882234"/>
                  </a:lnTo>
                  <a:lnTo>
                    <a:pt x="805842" y="1881630"/>
                  </a:lnTo>
                  <a:lnTo>
                    <a:pt x="806913" y="1881026"/>
                  </a:lnTo>
                  <a:lnTo>
                    <a:pt x="807985" y="1880421"/>
                  </a:lnTo>
                  <a:lnTo>
                    <a:pt x="809057" y="1879815"/>
                  </a:lnTo>
                  <a:lnTo>
                    <a:pt x="810128" y="1879209"/>
                  </a:lnTo>
                  <a:lnTo>
                    <a:pt x="811200" y="1878602"/>
                  </a:lnTo>
                  <a:lnTo>
                    <a:pt x="812271" y="1877995"/>
                  </a:lnTo>
                  <a:lnTo>
                    <a:pt x="813343" y="1877387"/>
                  </a:lnTo>
                  <a:lnTo>
                    <a:pt x="814415" y="1876778"/>
                  </a:lnTo>
                  <a:lnTo>
                    <a:pt x="815486" y="1876170"/>
                  </a:lnTo>
                  <a:lnTo>
                    <a:pt x="816558" y="1875560"/>
                  </a:lnTo>
                  <a:lnTo>
                    <a:pt x="817629" y="1874950"/>
                  </a:lnTo>
                  <a:lnTo>
                    <a:pt x="818701" y="1874340"/>
                  </a:lnTo>
                  <a:lnTo>
                    <a:pt x="819773" y="1873729"/>
                  </a:lnTo>
                  <a:lnTo>
                    <a:pt x="820844" y="1873117"/>
                  </a:lnTo>
                  <a:lnTo>
                    <a:pt x="821916" y="1872505"/>
                  </a:lnTo>
                  <a:lnTo>
                    <a:pt x="822987" y="1871892"/>
                  </a:lnTo>
                  <a:lnTo>
                    <a:pt x="824059" y="1871279"/>
                  </a:lnTo>
                  <a:lnTo>
                    <a:pt x="825131" y="1870665"/>
                  </a:lnTo>
                  <a:lnTo>
                    <a:pt x="826202" y="1870051"/>
                  </a:lnTo>
                  <a:lnTo>
                    <a:pt x="827274" y="1869437"/>
                  </a:lnTo>
                  <a:lnTo>
                    <a:pt x="828345" y="1868821"/>
                  </a:lnTo>
                  <a:lnTo>
                    <a:pt x="829417" y="1868206"/>
                  </a:lnTo>
                  <a:lnTo>
                    <a:pt x="830489" y="1867589"/>
                  </a:lnTo>
                  <a:lnTo>
                    <a:pt x="831560" y="1866973"/>
                  </a:lnTo>
                  <a:lnTo>
                    <a:pt x="832632" y="1866355"/>
                  </a:lnTo>
                  <a:lnTo>
                    <a:pt x="833703" y="1865738"/>
                  </a:lnTo>
                  <a:lnTo>
                    <a:pt x="834775" y="1865119"/>
                  </a:lnTo>
                  <a:lnTo>
                    <a:pt x="835847" y="1864501"/>
                  </a:lnTo>
                  <a:lnTo>
                    <a:pt x="836918" y="1863881"/>
                  </a:lnTo>
                  <a:lnTo>
                    <a:pt x="837990" y="1863262"/>
                  </a:lnTo>
                  <a:lnTo>
                    <a:pt x="839061" y="1862642"/>
                  </a:lnTo>
                  <a:lnTo>
                    <a:pt x="840133" y="1862021"/>
                  </a:lnTo>
                  <a:lnTo>
                    <a:pt x="841205" y="1861400"/>
                  </a:lnTo>
                  <a:lnTo>
                    <a:pt x="842276" y="1860778"/>
                  </a:lnTo>
                  <a:lnTo>
                    <a:pt x="843348" y="1860156"/>
                  </a:lnTo>
                  <a:lnTo>
                    <a:pt x="844419" y="1859533"/>
                  </a:lnTo>
                  <a:lnTo>
                    <a:pt x="845491" y="1858910"/>
                  </a:lnTo>
                  <a:lnTo>
                    <a:pt x="846563" y="1858286"/>
                  </a:lnTo>
                  <a:lnTo>
                    <a:pt x="847634" y="1857662"/>
                  </a:lnTo>
                  <a:lnTo>
                    <a:pt x="848706" y="1857038"/>
                  </a:lnTo>
                  <a:lnTo>
                    <a:pt x="849777" y="1856413"/>
                  </a:lnTo>
                  <a:lnTo>
                    <a:pt x="850849" y="1855787"/>
                  </a:lnTo>
                  <a:lnTo>
                    <a:pt x="851921" y="1855161"/>
                  </a:lnTo>
                  <a:lnTo>
                    <a:pt x="852992" y="1854535"/>
                  </a:lnTo>
                  <a:lnTo>
                    <a:pt x="854064" y="1853908"/>
                  </a:lnTo>
                  <a:lnTo>
                    <a:pt x="855135" y="1853280"/>
                  </a:lnTo>
                  <a:lnTo>
                    <a:pt x="856207" y="1852653"/>
                  </a:lnTo>
                  <a:lnTo>
                    <a:pt x="857279" y="1852024"/>
                  </a:lnTo>
                  <a:lnTo>
                    <a:pt x="858350" y="1851395"/>
                  </a:lnTo>
                  <a:lnTo>
                    <a:pt x="859422" y="1850766"/>
                  </a:lnTo>
                  <a:lnTo>
                    <a:pt x="860493" y="1850137"/>
                  </a:lnTo>
                  <a:lnTo>
                    <a:pt x="861565" y="1849506"/>
                  </a:lnTo>
                  <a:lnTo>
                    <a:pt x="862637" y="1848876"/>
                  </a:lnTo>
                  <a:lnTo>
                    <a:pt x="863708" y="1848245"/>
                  </a:lnTo>
                  <a:lnTo>
                    <a:pt x="864780" y="1847613"/>
                  </a:lnTo>
                  <a:lnTo>
                    <a:pt x="865851" y="1846982"/>
                  </a:lnTo>
                  <a:lnTo>
                    <a:pt x="866923" y="1846349"/>
                  </a:lnTo>
                  <a:lnTo>
                    <a:pt x="867995" y="1845716"/>
                  </a:lnTo>
                  <a:lnTo>
                    <a:pt x="869066" y="1845083"/>
                  </a:lnTo>
                  <a:lnTo>
                    <a:pt x="870138" y="1844450"/>
                  </a:lnTo>
                  <a:lnTo>
                    <a:pt x="871209" y="1843815"/>
                  </a:lnTo>
                  <a:lnTo>
                    <a:pt x="872281" y="1843181"/>
                  </a:lnTo>
                  <a:lnTo>
                    <a:pt x="873353" y="1842546"/>
                  </a:lnTo>
                  <a:lnTo>
                    <a:pt x="874424" y="1841911"/>
                  </a:lnTo>
                  <a:lnTo>
                    <a:pt x="875496" y="1841275"/>
                  </a:lnTo>
                  <a:lnTo>
                    <a:pt x="876567" y="1840638"/>
                  </a:lnTo>
                  <a:lnTo>
                    <a:pt x="877639" y="1840002"/>
                  </a:lnTo>
                  <a:lnTo>
                    <a:pt x="878711" y="1839365"/>
                  </a:lnTo>
                  <a:lnTo>
                    <a:pt x="879782" y="1838727"/>
                  </a:lnTo>
                  <a:lnTo>
                    <a:pt x="880854" y="1838089"/>
                  </a:lnTo>
                  <a:lnTo>
                    <a:pt x="881925" y="1837451"/>
                  </a:lnTo>
                  <a:lnTo>
                    <a:pt x="882997" y="1836812"/>
                  </a:lnTo>
                  <a:lnTo>
                    <a:pt x="884069" y="1836173"/>
                  </a:lnTo>
                  <a:lnTo>
                    <a:pt x="885140" y="1835534"/>
                  </a:lnTo>
                  <a:lnTo>
                    <a:pt x="886212" y="1834894"/>
                  </a:lnTo>
                  <a:lnTo>
                    <a:pt x="887283" y="1834253"/>
                  </a:lnTo>
                  <a:lnTo>
                    <a:pt x="888355" y="1833612"/>
                  </a:lnTo>
                  <a:lnTo>
                    <a:pt x="889426" y="1832971"/>
                  </a:lnTo>
                  <a:lnTo>
                    <a:pt x="890498" y="1832330"/>
                  </a:lnTo>
                  <a:lnTo>
                    <a:pt x="891570" y="1831688"/>
                  </a:lnTo>
                  <a:lnTo>
                    <a:pt x="892641" y="1831045"/>
                  </a:lnTo>
                  <a:lnTo>
                    <a:pt x="893713" y="1830402"/>
                  </a:lnTo>
                  <a:lnTo>
                    <a:pt x="894784" y="1829759"/>
                  </a:lnTo>
                  <a:lnTo>
                    <a:pt x="895856" y="1829116"/>
                  </a:lnTo>
                  <a:lnTo>
                    <a:pt x="896928" y="1828472"/>
                  </a:lnTo>
                  <a:lnTo>
                    <a:pt x="897999" y="1827827"/>
                  </a:lnTo>
                  <a:lnTo>
                    <a:pt x="899071" y="1827183"/>
                  </a:lnTo>
                  <a:lnTo>
                    <a:pt x="900142" y="1826538"/>
                  </a:lnTo>
                  <a:lnTo>
                    <a:pt x="901214" y="1825892"/>
                  </a:lnTo>
                  <a:lnTo>
                    <a:pt x="902286" y="1825246"/>
                  </a:lnTo>
                  <a:lnTo>
                    <a:pt x="903357" y="1824600"/>
                  </a:lnTo>
                  <a:lnTo>
                    <a:pt x="904429" y="1823953"/>
                  </a:lnTo>
                  <a:lnTo>
                    <a:pt x="905500" y="1823306"/>
                  </a:lnTo>
                  <a:lnTo>
                    <a:pt x="906572" y="1822659"/>
                  </a:lnTo>
                  <a:lnTo>
                    <a:pt x="907644" y="1822011"/>
                  </a:lnTo>
                  <a:lnTo>
                    <a:pt x="908715" y="1821363"/>
                  </a:lnTo>
                  <a:lnTo>
                    <a:pt x="909787" y="1820715"/>
                  </a:lnTo>
                  <a:lnTo>
                    <a:pt x="910858" y="1820066"/>
                  </a:lnTo>
                  <a:lnTo>
                    <a:pt x="911930" y="1819417"/>
                  </a:lnTo>
                  <a:lnTo>
                    <a:pt x="913002" y="1818767"/>
                  </a:lnTo>
                  <a:lnTo>
                    <a:pt x="914073" y="1818117"/>
                  </a:lnTo>
                  <a:lnTo>
                    <a:pt x="915145" y="1817467"/>
                  </a:lnTo>
                  <a:lnTo>
                    <a:pt x="916216" y="1816816"/>
                  </a:lnTo>
                  <a:lnTo>
                    <a:pt x="917288" y="1816165"/>
                  </a:lnTo>
                  <a:lnTo>
                    <a:pt x="918360" y="1815514"/>
                  </a:lnTo>
                  <a:lnTo>
                    <a:pt x="919431" y="1814862"/>
                  </a:lnTo>
                  <a:lnTo>
                    <a:pt x="920503" y="1814210"/>
                  </a:lnTo>
                  <a:lnTo>
                    <a:pt x="921574" y="1813558"/>
                  </a:lnTo>
                  <a:lnTo>
                    <a:pt x="922646" y="1812905"/>
                  </a:lnTo>
                  <a:lnTo>
                    <a:pt x="923718" y="1812252"/>
                  </a:lnTo>
                  <a:lnTo>
                    <a:pt x="924789" y="1811599"/>
                  </a:lnTo>
                  <a:lnTo>
                    <a:pt x="925861" y="1810945"/>
                  </a:lnTo>
                  <a:lnTo>
                    <a:pt x="926932" y="1810291"/>
                  </a:lnTo>
                  <a:lnTo>
                    <a:pt x="928004" y="1809636"/>
                  </a:lnTo>
                  <a:lnTo>
                    <a:pt x="929076" y="1808982"/>
                  </a:lnTo>
                  <a:lnTo>
                    <a:pt x="930147" y="1808327"/>
                  </a:lnTo>
                  <a:lnTo>
                    <a:pt x="931219" y="1807671"/>
                  </a:lnTo>
                  <a:lnTo>
                    <a:pt x="932290" y="1807015"/>
                  </a:lnTo>
                  <a:lnTo>
                    <a:pt x="933362" y="1806359"/>
                  </a:lnTo>
                  <a:lnTo>
                    <a:pt x="934434" y="1805703"/>
                  </a:lnTo>
                  <a:lnTo>
                    <a:pt x="935505" y="1805046"/>
                  </a:lnTo>
                  <a:lnTo>
                    <a:pt x="936577" y="1804389"/>
                  </a:lnTo>
                  <a:lnTo>
                    <a:pt x="937648" y="1803732"/>
                  </a:lnTo>
                  <a:lnTo>
                    <a:pt x="938720" y="1803074"/>
                  </a:lnTo>
                  <a:lnTo>
                    <a:pt x="939792" y="1802416"/>
                  </a:lnTo>
                  <a:lnTo>
                    <a:pt x="940863" y="1801758"/>
                  </a:lnTo>
                  <a:lnTo>
                    <a:pt x="941935" y="1801099"/>
                  </a:lnTo>
                  <a:lnTo>
                    <a:pt x="943006" y="1800440"/>
                  </a:lnTo>
                  <a:lnTo>
                    <a:pt x="944078" y="1799781"/>
                  </a:lnTo>
                  <a:lnTo>
                    <a:pt x="945150" y="1799121"/>
                  </a:lnTo>
                  <a:lnTo>
                    <a:pt x="946221" y="1798461"/>
                  </a:lnTo>
                  <a:lnTo>
                    <a:pt x="947293" y="1797801"/>
                  </a:lnTo>
                  <a:lnTo>
                    <a:pt x="948364" y="1797140"/>
                  </a:lnTo>
                  <a:lnTo>
                    <a:pt x="949436" y="1796479"/>
                  </a:lnTo>
                  <a:lnTo>
                    <a:pt x="950508" y="1795818"/>
                  </a:lnTo>
                  <a:lnTo>
                    <a:pt x="951579" y="1795157"/>
                  </a:lnTo>
                  <a:lnTo>
                    <a:pt x="952651" y="1794495"/>
                  </a:lnTo>
                  <a:lnTo>
                    <a:pt x="953722" y="1793833"/>
                  </a:lnTo>
                  <a:lnTo>
                    <a:pt x="954794" y="1793171"/>
                  </a:lnTo>
                  <a:lnTo>
                    <a:pt x="955866" y="1792508"/>
                  </a:lnTo>
                  <a:lnTo>
                    <a:pt x="956937" y="1791845"/>
                  </a:lnTo>
                  <a:lnTo>
                    <a:pt x="958009" y="1791182"/>
                  </a:lnTo>
                  <a:lnTo>
                    <a:pt x="959080" y="1790518"/>
                  </a:lnTo>
                  <a:lnTo>
                    <a:pt x="960152" y="1789855"/>
                  </a:lnTo>
                  <a:lnTo>
                    <a:pt x="961224" y="1789190"/>
                  </a:lnTo>
                  <a:lnTo>
                    <a:pt x="962295" y="1788526"/>
                  </a:lnTo>
                  <a:lnTo>
                    <a:pt x="963367" y="1787861"/>
                  </a:lnTo>
                  <a:lnTo>
                    <a:pt x="964438" y="1787196"/>
                  </a:lnTo>
                  <a:lnTo>
                    <a:pt x="965510" y="1786531"/>
                  </a:lnTo>
                  <a:lnTo>
                    <a:pt x="966582" y="1785865"/>
                  </a:lnTo>
                  <a:lnTo>
                    <a:pt x="967653" y="1785200"/>
                  </a:lnTo>
                  <a:lnTo>
                    <a:pt x="968725" y="1784534"/>
                  </a:lnTo>
                  <a:lnTo>
                    <a:pt x="969796" y="1783867"/>
                  </a:lnTo>
                  <a:lnTo>
                    <a:pt x="970868" y="1783200"/>
                  </a:lnTo>
                  <a:lnTo>
                    <a:pt x="971940" y="1782534"/>
                  </a:lnTo>
                  <a:lnTo>
                    <a:pt x="973011" y="1781866"/>
                  </a:lnTo>
                  <a:lnTo>
                    <a:pt x="974083" y="1781199"/>
                  </a:lnTo>
                  <a:lnTo>
                    <a:pt x="975154" y="1780531"/>
                  </a:lnTo>
                  <a:lnTo>
                    <a:pt x="976226" y="1779863"/>
                  </a:lnTo>
                  <a:lnTo>
                    <a:pt x="977298" y="1779195"/>
                  </a:lnTo>
                  <a:lnTo>
                    <a:pt x="978369" y="1778526"/>
                  </a:lnTo>
                  <a:lnTo>
                    <a:pt x="979441" y="1777857"/>
                  </a:lnTo>
                  <a:lnTo>
                    <a:pt x="980512" y="1777188"/>
                  </a:lnTo>
                  <a:lnTo>
                    <a:pt x="981584" y="1776519"/>
                  </a:lnTo>
                  <a:lnTo>
                    <a:pt x="982656" y="1775849"/>
                  </a:lnTo>
                  <a:lnTo>
                    <a:pt x="983727" y="1775179"/>
                  </a:lnTo>
                  <a:lnTo>
                    <a:pt x="984799" y="1774509"/>
                  </a:lnTo>
                  <a:lnTo>
                    <a:pt x="985870" y="1773839"/>
                  </a:lnTo>
                  <a:lnTo>
                    <a:pt x="986942" y="1773168"/>
                  </a:lnTo>
                  <a:lnTo>
                    <a:pt x="988014" y="1772497"/>
                  </a:lnTo>
                  <a:lnTo>
                    <a:pt x="989085" y="1771826"/>
                  </a:lnTo>
                  <a:lnTo>
                    <a:pt x="990157" y="1771154"/>
                  </a:lnTo>
                  <a:lnTo>
                    <a:pt x="991228" y="1770483"/>
                  </a:lnTo>
                  <a:lnTo>
                    <a:pt x="992300" y="1769811"/>
                  </a:lnTo>
                  <a:lnTo>
                    <a:pt x="993372" y="1769138"/>
                  </a:lnTo>
                  <a:lnTo>
                    <a:pt x="994443" y="1768466"/>
                  </a:lnTo>
                  <a:lnTo>
                    <a:pt x="995515" y="1767793"/>
                  </a:lnTo>
                  <a:lnTo>
                    <a:pt x="996586" y="1767120"/>
                  </a:lnTo>
                  <a:lnTo>
                    <a:pt x="997658" y="1766447"/>
                  </a:lnTo>
                  <a:lnTo>
                    <a:pt x="998730" y="1765774"/>
                  </a:lnTo>
                  <a:lnTo>
                    <a:pt x="999801" y="1765100"/>
                  </a:lnTo>
                  <a:lnTo>
                    <a:pt x="1000873" y="1764426"/>
                  </a:lnTo>
                  <a:lnTo>
                    <a:pt x="1001944" y="1763752"/>
                  </a:lnTo>
                  <a:lnTo>
                    <a:pt x="1003016" y="1763077"/>
                  </a:lnTo>
                  <a:lnTo>
                    <a:pt x="1004088" y="1762403"/>
                  </a:lnTo>
                  <a:lnTo>
                    <a:pt x="1005159" y="1761728"/>
                  </a:lnTo>
                  <a:lnTo>
                    <a:pt x="1006231" y="1761053"/>
                  </a:lnTo>
                  <a:lnTo>
                    <a:pt x="1007302" y="1760377"/>
                  </a:lnTo>
                  <a:lnTo>
                    <a:pt x="1008374" y="1759702"/>
                  </a:lnTo>
                  <a:lnTo>
                    <a:pt x="1009446" y="1759026"/>
                  </a:lnTo>
                  <a:lnTo>
                    <a:pt x="1010517" y="1758350"/>
                  </a:lnTo>
                  <a:lnTo>
                    <a:pt x="1011589" y="1757674"/>
                  </a:lnTo>
                  <a:lnTo>
                    <a:pt x="1012660" y="1756997"/>
                  </a:lnTo>
                  <a:lnTo>
                    <a:pt x="1013732" y="1756320"/>
                  </a:lnTo>
                  <a:lnTo>
                    <a:pt x="1014804" y="1755643"/>
                  </a:lnTo>
                  <a:lnTo>
                    <a:pt x="1015875" y="1754966"/>
                  </a:lnTo>
                  <a:lnTo>
                    <a:pt x="1016947" y="1754289"/>
                  </a:lnTo>
                  <a:lnTo>
                    <a:pt x="1018018" y="1753611"/>
                  </a:lnTo>
                  <a:lnTo>
                    <a:pt x="1019090" y="1752933"/>
                  </a:lnTo>
                  <a:lnTo>
                    <a:pt x="1020162" y="1752255"/>
                  </a:lnTo>
                  <a:lnTo>
                    <a:pt x="1021233" y="1751577"/>
                  </a:lnTo>
                  <a:lnTo>
                    <a:pt x="1022305" y="1750898"/>
                  </a:lnTo>
                  <a:lnTo>
                    <a:pt x="1023376" y="1750220"/>
                  </a:lnTo>
                  <a:lnTo>
                    <a:pt x="1024448" y="1749541"/>
                  </a:lnTo>
                  <a:lnTo>
                    <a:pt x="1025520" y="1748862"/>
                  </a:lnTo>
                  <a:lnTo>
                    <a:pt x="1026591" y="1748182"/>
                  </a:lnTo>
                  <a:lnTo>
                    <a:pt x="1027663" y="1747503"/>
                  </a:lnTo>
                  <a:lnTo>
                    <a:pt x="1028734" y="1746823"/>
                  </a:lnTo>
                  <a:lnTo>
                    <a:pt x="1029806" y="1746143"/>
                  </a:lnTo>
                  <a:lnTo>
                    <a:pt x="1030878" y="1745463"/>
                  </a:lnTo>
                  <a:lnTo>
                    <a:pt x="1031949" y="1744782"/>
                  </a:lnTo>
                  <a:lnTo>
                    <a:pt x="1033021" y="1744101"/>
                  </a:lnTo>
                  <a:lnTo>
                    <a:pt x="1034092" y="1743421"/>
                  </a:lnTo>
                  <a:lnTo>
                    <a:pt x="1035164" y="1742740"/>
                  </a:lnTo>
                  <a:lnTo>
                    <a:pt x="1036236" y="1742058"/>
                  </a:lnTo>
                  <a:lnTo>
                    <a:pt x="1037307" y="1741377"/>
                  </a:lnTo>
                  <a:lnTo>
                    <a:pt x="1038379" y="1740695"/>
                  </a:lnTo>
                  <a:lnTo>
                    <a:pt x="1039450" y="1740013"/>
                  </a:lnTo>
                  <a:lnTo>
                    <a:pt x="1040522" y="1739331"/>
                  </a:lnTo>
                  <a:lnTo>
                    <a:pt x="1041594" y="1738649"/>
                  </a:lnTo>
                  <a:lnTo>
                    <a:pt x="1042665" y="1737967"/>
                  </a:lnTo>
                  <a:lnTo>
                    <a:pt x="1043737" y="1737284"/>
                  </a:lnTo>
                  <a:lnTo>
                    <a:pt x="1044808" y="1736601"/>
                  </a:lnTo>
                  <a:lnTo>
                    <a:pt x="1045880" y="1735918"/>
                  </a:lnTo>
                  <a:lnTo>
                    <a:pt x="1046952" y="1735235"/>
                  </a:lnTo>
                  <a:lnTo>
                    <a:pt x="1048023" y="1734552"/>
                  </a:lnTo>
                  <a:lnTo>
                    <a:pt x="1049095" y="1733868"/>
                  </a:lnTo>
                  <a:lnTo>
                    <a:pt x="1050166" y="1733184"/>
                  </a:lnTo>
                  <a:lnTo>
                    <a:pt x="1051238" y="1732500"/>
                  </a:lnTo>
                  <a:lnTo>
                    <a:pt x="1052310" y="1731816"/>
                  </a:lnTo>
                  <a:lnTo>
                    <a:pt x="1053381" y="1731132"/>
                  </a:lnTo>
                  <a:lnTo>
                    <a:pt x="1054453" y="1730447"/>
                  </a:lnTo>
                  <a:lnTo>
                    <a:pt x="1055524" y="1729763"/>
                  </a:lnTo>
                  <a:lnTo>
                    <a:pt x="1056596" y="1729078"/>
                  </a:lnTo>
                  <a:lnTo>
                    <a:pt x="1057668" y="1728393"/>
                  </a:lnTo>
                  <a:lnTo>
                    <a:pt x="1058739" y="1727708"/>
                  </a:lnTo>
                  <a:lnTo>
                    <a:pt x="1059811" y="1727022"/>
                  </a:lnTo>
                  <a:lnTo>
                    <a:pt x="1060882" y="1726337"/>
                  </a:lnTo>
                  <a:lnTo>
                    <a:pt x="1061954" y="1725651"/>
                  </a:lnTo>
                  <a:lnTo>
                    <a:pt x="1063026" y="1724965"/>
                  </a:lnTo>
                  <a:lnTo>
                    <a:pt x="1064097" y="1724279"/>
                  </a:lnTo>
                  <a:lnTo>
                    <a:pt x="1065169" y="1723593"/>
                  </a:lnTo>
                  <a:lnTo>
                    <a:pt x="1066240" y="1722906"/>
                  </a:lnTo>
                  <a:lnTo>
                    <a:pt x="1067312" y="1722220"/>
                  </a:lnTo>
                  <a:lnTo>
                    <a:pt x="1068383" y="1721533"/>
                  </a:lnTo>
                  <a:lnTo>
                    <a:pt x="1069455" y="1720846"/>
                  </a:lnTo>
                  <a:lnTo>
                    <a:pt x="1070527" y="1720159"/>
                  </a:lnTo>
                  <a:lnTo>
                    <a:pt x="1071598" y="1719472"/>
                  </a:lnTo>
                  <a:lnTo>
                    <a:pt x="1072670" y="1718784"/>
                  </a:lnTo>
                  <a:lnTo>
                    <a:pt x="1073741" y="1718097"/>
                  </a:lnTo>
                  <a:lnTo>
                    <a:pt x="1074813" y="1717409"/>
                  </a:lnTo>
                  <a:lnTo>
                    <a:pt x="1075885" y="1716721"/>
                  </a:lnTo>
                  <a:lnTo>
                    <a:pt x="1076956" y="1716033"/>
                  </a:lnTo>
                  <a:lnTo>
                    <a:pt x="1078028" y="1715345"/>
                  </a:lnTo>
                  <a:lnTo>
                    <a:pt x="1079099" y="1714656"/>
                  </a:lnTo>
                  <a:lnTo>
                    <a:pt x="1080171" y="1713968"/>
                  </a:lnTo>
                  <a:lnTo>
                    <a:pt x="1081243" y="1713279"/>
                  </a:lnTo>
                  <a:lnTo>
                    <a:pt x="1082314" y="1712590"/>
                  </a:lnTo>
                  <a:lnTo>
                    <a:pt x="1083386" y="1711901"/>
                  </a:lnTo>
                  <a:lnTo>
                    <a:pt x="1084457" y="1711212"/>
                  </a:lnTo>
                  <a:lnTo>
                    <a:pt x="1085529" y="1710523"/>
                  </a:lnTo>
                  <a:lnTo>
                    <a:pt x="1086601" y="1709833"/>
                  </a:lnTo>
                  <a:lnTo>
                    <a:pt x="1087672" y="1709144"/>
                  </a:lnTo>
                  <a:lnTo>
                    <a:pt x="1088744" y="1708454"/>
                  </a:lnTo>
                  <a:lnTo>
                    <a:pt x="1089815" y="1707764"/>
                  </a:lnTo>
                  <a:lnTo>
                    <a:pt x="1090887" y="1707074"/>
                  </a:lnTo>
                  <a:lnTo>
                    <a:pt x="1091959" y="1706384"/>
                  </a:lnTo>
                  <a:lnTo>
                    <a:pt x="1093030" y="1705694"/>
                  </a:lnTo>
                  <a:lnTo>
                    <a:pt x="1094102" y="1705003"/>
                  </a:lnTo>
                  <a:lnTo>
                    <a:pt x="1095173" y="1704313"/>
                  </a:lnTo>
                  <a:lnTo>
                    <a:pt x="1096245" y="1703622"/>
                  </a:lnTo>
                  <a:lnTo>
                    <a:pt x="1097317" y="1702931"/>
                  </a:lnTo>
                  <a:lnTo>
                    <a:pt x="1098388" y="1702240"/>
                  </a:lnTo>
                  <a:lnTo>
                    <a:pt x="1099460" y="1701549"/>
                  </a:lnTo>
                  <a:lnTo>
                    <a:pt x="1100531" y="1700858"/>
                  </a:lnTo>
                  <a:lnTo>
                    <a:pt x="1101603" y="1700166"/>
                  </a:lnTo>
                  <a:lnTo>
                    <a:pt x="1102675" y="1699475"/>
                  </a:lnTo>
                  <a:lnTo>
                    <a:pt x="1103746" y="1698783"/>
                  </a:lnTo>
                  <a:lnTo>
                    <a:pt x="1104818" y="1698091"/>
                  </a:lnTo>
                  <a:lnTo>
                    <a:pt x="1105889" y="1697399"/>
                  </a:lnTo>
                  <a:lnTo>
                    <a:pt x="1106961" y="1696707"/>
                  </a:lnTo>
                  <a:lnTo>
                    <a:pt x="1108033" y="1696015"/>
                  </a:lnTo>
                  <a:lnTo>
                    <a:pt x="1109104" y="1695323"/>
                  </a:lnTo>
                  <a:lnTo>
                    <a:pt x="1110176" y="1694630"/>
                  </a:lnTo>
                  <a:lnTo>
                    <a:pt x="1111247" y="1693938"/>
                  </a:lnTo>
                  <a:lnTo>
                    <a:pt x="1112319" y="1693245"/>
                  </a:lnTo>
                  <a:lnTo>
                    <a:pt x="1113391" y="1692553"/>
                  </a:lnTo>
                  <a:lnTo>
                    <a:pt x="1114462" y="1691860"/>
                  </a:lnTo>
                  <a:lnTo>
                    <a:pt x="1115534" y="1691167"/>
                  </a:lnTo>
                  <a:lnTo>
                    <a:pt x="1116605" y="1690474"/>
                  </a:lnTo>
                  <a:lnTo>
                    <a:pt x="1117677" y="1689780"/>
                  </a:lnTo>
                  <a:lnTo>
                    <a:pt x="1118749" y="1689087"/>
                  </a:lnTo>
                  <a:lnTo>
                    <a:pt x="1119820" y="1688394"/>
                  </a:lnTo>
                  <a:lnTo>
                    <a:pt x="1120892" y="1687700"/>
                  </a:lnTo>
                  <a:lnTo>
                    <a:pt x="1121963" y="1687006"/>
                  </a:lnTo>
                  <a:lnTo>
                    <a:pt x="1123035" y="1686313"/>
                  </a:lnTo>
                  <a:lnTo>
                    <a:pt x="1124107" y="1685619"/>
                  </a:lnTo>
                  <a:lnTo>
                    <a:pt x="1125178" y="1684925"/>
                  </a:lnTo>
                  <a:lnTo>
                    <a:pt x="1126250" y="1684231"/>
                  </a:lnTo>
                  <a:lnTo>
                    <a:pt x="1127321" y="1683536"/>
                  </a:lnTo>
                  <a:lnTo>
                    <a:pt x="1128393" y="1682842"/>
                  </a:lnTo>
                  <a:lnTo>
                    <a:pt x="1129465" y="1682148"/>
                  </a:lnTo>
                  <a:lnTo>
                    <a:pt x="1130536" y="1681453"/>
                  </a:lnTo>
                  <a:lnTo>
                    <a:pt x="1131608" y="1680759"/>
                  </a:lnTo>
                  <a:lnTo>
                    <a:pt x="1132679" y="1680064"/>
                  </a:lnTo>
                  <a:lnTo>
                    <a:pt x="1133751" y="1679369"/>
                  </a:lnTo>
                  <a:lnTo>
                    <a:pt x="1134823" y="1678674"/>
                  </a:lnTo>
                  <a:lnTo>
                    <a:pt x="1135894" y="1677979"/>
                  </a:lnTo>
                  <a:lnTo>
                    <a:pt x="1136966" y="1677284"/>
                  </a:lnTo>
                  <a:lnTo>
                    <a:pt x="1138037" y="1676589"/>
                  </a:lnTo>
                  <a:lnTo>
                    <a:pt x="1139109" y="1675894"/>
                  </a:lnTo>
                  <a:lnTo>
                    <a:pt x="1140181" y="1675199"/>
                  </a:lnTo>
                  <a:lnTo>
                    <a:pt x="1141252" y="1674503"/>
                  </a:lnTo>
                  <a:lnTo>
                    <a:pt x="1142324" y="1673808"/>
                  </a:lnTo>
                  <a:lnTo>
                    <a:pt x="1143395" y="1673112"/>
                  </a:lnTo>
                  <a:lnTo>
                    <a:pt x="1144467" y="1672416"/>
                  </a:lnTo>
                  <a:lnTo>
                    <a:pt x="1145539" y="1671721"/>
                  </a:lnTo>
                  <a:lnTo>
                    <a:pt x="1146610" y="1671025"/>
                  </a:lnTo>
                  <a:lnTo>
                    <a:pt x="1147682" y="1670329"/>
                  </a:lnTo>
                  <a:lnTo>
                    <a:pt x="1148753" y="1669633"/>
                  </a:lnTo>
                  <a:lnTo>
                    <a:pt x="1149825" y="1668937"/>
                  </a:lnTo>
                  <a:lnTo>
                    <a:pt x="1150897" y="1668241"/>
                  </a:lnTo>
                  <a:lnTo>
                    <a:pt x="1151968" y="1667544"/>
                  </a:lnTo>
                  <a:lnTo>
                    <a:pt x="1153040" y="1666848"/>
                  </a:lnTo>
                  <a:lnTo>
                    <a:pt x="1154111" y="1666152"/>
                  </a:lnTo>
                  <a:lnTo>
                    <a:pt x="1155183" y="1665455"/>
                  </a:lnTo>
                  <a:lnTo>
                    <a:pt x="1156255" y="1664759"/>
                  </a:lnTo>
                  <a:lnTo>
                    <a:pt x="1157326" y="1664062"/>
                  </a:lnTo>
                  <a:lnTo>
                    <a:pt x="1158398" y="1663366"/>
                  </a:lnTo>
                  <a:lnTo>
                    <a:pt x="1159469" y="1662669"/>
                  </a:lnTo>
                  <a:lnTo>
                    <a:pt x="1160541" y="1661972"/>
                  </a:lnTo>
                  <a:lnTo>
                    <a:pt x="1161613" y="1661275"/>
                  </a:lnTo>
                  <a:lnTo>
                    <a:pt x="1162684" y="1660578"/>
                  </a:lnTo>
                  <a:lnTo>
                    <a:pt x="1163756" y="1659881"/>
                  </a:lnTo>
                  <a:lnTo>
                    <a:pt x="1164827" y="1659184"/>
                  </a:lnTo>
                  <a:lnTo>
                    <a:pt x="1165899" y="1658487"/>
                  </a:lnTo>
                  <a:lnTo>
                    <a:pt x="1166971" y="1657790"/>
                  </a:lnTo>
                  <a:lnTo>
                    <a:pt x="1168042" y="1657093"/>
                  </a:lnTo>
                  <a:lnTo>
                    <a:pt x="1169114" y="1656396"/>
                  </a:lnTo>
                  <a:lnTo>
                    <a:pt x="1170185" y="1655698"/>
                  </a:lnTo>
                  <a:lnTo>
                    <a:pt x="1171257" y="1655001"/>
                  </a:lnTo>
                  <a:lnTo>
                    <a:pt x="1172329" y="1654304"/>
                  </a:lnTo>
                  <a:lnTo>
                    <a:pt x="1173400" y="1653606"/>
                  </a:lnTo>
                  <a:lnTo>
                    <a:pt x="1174472" y="1652909"/>
                  </a:lnTo>
                  <a:lnTo>
                    <a:pt x="1175543" y="1652211"/>
                  </a:lnTo>
                  <a:lnTo>
                    <a:pt x="1176615" y="1651514"/>
                  </a:lnTo>
                  <a:lnTo>
                    <a:pt x="1177687" y="1650816"/>
                  </a:lnTo>
                  <a:lnTo>
                    <a:pt x="1178758" y="1650118"/>
                  </a:lnTo>
                  <a:lnTo>
                    <a:pt x="1179830" y="1649421"/>
                  </a:lnTo>
                  <a:lnTo>
                    <a:pt x="1180901" y="1648723"/>
                  </a:lnTo>
                  <a:lnTo>
                    <a:pt x="1181973" y="1648025"/>
                  </a:lnTo>
                  <a:lnTo>
                    <a:pt x="1183045" y="1647327"/>
                  </a:lnTo>
                  <a:lnTo>
                    <a:pt x="1184116" y="1646629"/>
                  </a:lnTo>
                  <a:lnTo>
                    <a:pt x="1185188" y="1645932"/>
                  </a:lnTo>
                  <a:lnTo>
                    <a:pt x="1186259" y="1645234"/>
                  </a:lnTo>
                  <a:lnTo>
                    <a:pt x="1187331" y="1644536"/>
                  </a:lnTo>
                  <a:lnTo>
                    <a:pt x="1188403" y="1643838"/>
                  </a:lnTo>
                  <a:lnTo>
                    <a:pt x="1189474" y="1643140"/>
                  </a:lnTo>
                  <a:lnTo>
                    <a:pt x="1190546" y="1642442"/>
                  </a:lnTo>
                  <a:lnTo>
                    <a:pt x="1191617" y="1641744"/>
                  </a:lnTo>
                  <a:lnTo>
                    <a:pt x="1192689" y="1641046"/>
                  </a:lnTo>
                  <a:lnTo>
                    <a:pt x="1193761" y="1640348"/>
                  </a:lnTo>
                  <a:lnTo>
                    <a:pt x="1194832" y="1639649"/>
                  </a:lnTo>
                  <a:lnTo>
                    <a:pt x="1195904" y="1638951"/>
                  </a:lnTo>
                  <a:lnTo>
                    <a:pt x="1196975" y="1638253"/>
                  </a:lnTo>
                  <a:lnTo>
                    <a:pt x="1198047" y="1637555"/>
                  </a:lnTo>
                  <a:lnTo>
                    <a:pt x="1199119" y="1636857"/>
                  </a:lnTo>
                  <a:lnTo>
                    <a:pt x="1200190" y="1636159"/>
                  </a:lnTo>
                  <a:lnTo>
                    <a:pt x="1201262" y="1635460"/>
                  </a:lnTo>
                  <a:lnTo>
                    <a:pt x="1202333" y="1634762"/>
                  </a:lnTo>
                  <a:lnTo>
                    <a:pt x="1203405" y="1634064"/>
                  </a:lnTo>
                  <a:lnTo>
                    <a:pt x="1204477" y="1633366"/>
                  </a:lnTo>
                  <a:lnTo>
                    <a:pt x="1205548" y="1632668"/>
                  </a:lnTo>
                  <a:lnTo>
                    <a:pt x="1206620" y="1631969"/>
                  </a:lnTo>
                  <a:lnTo>
                    <a:pt x="1207691" y="1631271"/>
                  </a:lnTo>
                  <a:lnTo>
                    <a:pt x="1208763" y="1630573"/>
                  </a:lnTo>
                  <a:lnTo>
                    <a:pt x="1209835" y="1629875"/>
                  </a:lnTo>
                  <a:lnTo>
                    <a:pt x="1210906" y="1629176"/>
                  </a:lnTo>
                  <a:lnTo>
                    <a:pt x="1211978" y="1628478"/>
                  </a:lnTo>
                  <a:lnTo>
                    <a:pt x="1213049" y="1627780"/>
                  </a:lnTo>
                  <a:lnTo>
                    <a:pt x="1214121" y="1627082"/>
                  </a:lnTo>
                  <a:lnTo>
                    <a:pt x="1215193" y="1626383"/>
                  </a:lnTo>
                  <a:lnTo>
                    <a:pt x="1216264" y="1625685"/>
                  </a:lnTo>
                  <a:lnTo>
                    <a:pt x="1217336" y="1624987"/>
                  </a:lnTo>
                  <a:lnTo>
                    <a:pt x="1218407" y="1624289"/>
                  </a:lnTo>
                  <a:lnTo>
                    <a:pt x="1219479" y="1623591"/>
                  </a:lnTo>
                  <a:lnTo>
                    <a:pt x="1220551" y="1622893"/>
                  </a:lnTo>
                  <a:lnTo>
                    <a:pt x="1221622" y="1622195"/>
                  </a:lnTo>
                  <a:lnTo>
                    <a:pt x="1222694" y="1621496"/>
                  </a:lnTo>
                  <a:lnTo>
                    <a:pt x="1223765" y="1620798"/>
                  </a:lnTo>
                  <a:lnTo>
                    <a:pt x="1224837" y="1620100"/>
                  </a:lnTo>
                  <a:lnTo>
                    <a:pt x="1225909" y="1619402"/>
                  </a:lnTo>
                  <a:lnTo>
                    <a:pt x="1226980" y="1618704"/>
                  </a:lnTo>
                  <a:lnTo>
                    <a:pt x="1228052" y="1618006"/>
                  </a:lnTo>
                  <a:lnTo>
                    <a:pt x="1229123" y="1617308"/>
                  </a:lnTo>
                  <a:lnTo>
                    <a:pt x="1230195" y="1616610"/>
                  </a:lnTo>
                  <a:lnTo>
                    <a:pt x="1231267" y="1615913"/>
                  </a:lnTo>
                  <a:lnTo>
                    <a:pt x="1232338" y="1615215"/>
                  </a:lnTo>
                  <a:lnTo>
                    <a:pt x="1233410" y="1614517"/>
                  </a:lnTo>
                  <a:lnTo>
                    <a:pt x="1234481" y="1613819"/>
                  </a:lnTo>
                  <a:lnTo>
                    <a:pt x="1235553" y="1613121"/>
                  </a:lnTo>
                  <a:lnTo>
                    <a:pt x="1236625" y="1612424"/>
                  </a:lnTo>
                  <a:lnTo>
                    <a:pt x="1237696" y="1611726"/>
                  </a:lnTo>
                  <a:lnTo>
                    <a:pt x="1238768" y="1611029"/>
                  </a:lnTo>
                  <a:lnTo>
                    <a:pt x="1239839" y="1610331"/>
                  </a:lnTo>
                  <a:lnTo>
                    <a:pt x="1240911" y="1609634"/>
                  </a:lnTo>
                  <a:lnTo>
                    <a:pt x="1241983" y="1608936"/>
                  </a:lnTo>
                  <a:lnTo>
                    <a:pt x="1243054" y="1608239"/>
                  </a:lnTo>
                  <a:lnTo>
                    <a:pt x="1244126" y="1607541"/>
                  </a:lnTo>
                  <a:lnTo>
                    <a:pt x="1245197" y="1606844"/>
                  </a:lnTo>
                  <a:lnTo>
                    <a:pt x="1246269" y="1606147"/>
                  </a:lnTo>
                  <a:lnTo>
                    <a:pt x="1247340" y="1605450"/>
                  </a:lnTo>
                  <a:lnTo>
                    <a:pt x="1248412" y="1604753"/>
                  </a:lnTo>
                  <a:lnTo>
                    <a:pt x="1249484" y="1604056"/>
                  </a:lnTo>
                  <a:lnTo>
                    <a:pt x="1250555" y="1603359"/>
                  </a:lnTo>
                  <a:lnTo>
                    <a:pt x="1251627" y="1602662"/>
                  </a:lnTo>
                  <a:lnTo>
                    <a:pt x="1252698" y="1601965"/>
                  </a:lnTo>
                  <a:lnTo>
                    <a:pt x="1253770" y="1601268"/>
                  </a:lnTo>
                  <a:lnTo>
                    <a:pt x="1254842" y="1600572"/>
                  </a:lnTo>
                  <a:lnTo>
                    <a:pt x="1255913" y="1599875"/>
                  </a:lnTo>
                  <a:lnTo>
                    <a:pt x="1256985" y="1599179"/>
                  </a:lnTo>
                  <a:lnTo>
                    <a:pt x="1258056" y="1598482"/>
                  </a:lnTo>
                  <a:lnTo>
                    <a:pt x="1259128" y="1597786"/>
                  </a:lnTo>
                  <a:lnTo>
                    <a:pt x="1260200" y="1597090"/>
                  </a:lnTo>
                  <a:lnTo>
                    <a:pt x="1261271" y="1596394"/>
                  </a:lnTo>
                  <a:lnTo>
                    <a:pt x="1262343" y="1595697"/>
                  </a:lnTo>
                  <a:lnTo>
                    <a:pt x="1263414" y="1595001"/>
                  </a:lnTo>
                  <a:lnTo>
                    <a:pt x="1264486" y="1594306"/>
                  </a:lnTo>
                  <a:lnTo>
                    <a:pt x="1265558" y="1593610"/>
                  </a:lnTo>
                  <a:lnTo>
                    <a:pt x="1266629" y="1592914"/>
                  </a:lnTo>
                  <a:lnTo>
                    <a:pt x="1267701" y="1592219"/>
                  </a:lnTo>
                  <a:lnTo>
                    <a:pt x="1268772" y="1591523"/>
                  </a:lnTo>
                  <a:lnTo>
                    <a:pt x="1269844" y="1590828"/>
                  </a:lnTo>
                  <a:lnTo>
                    <a:pt x="1270916" y="1590132"/>
                  </a:lnTo>
                  <a:lnTo>
                    <a:pt x="1271987" y="1589437"/>
                  </a:lnTo>
                  <a:lnTo>
                    <a:pt x="1273059" y="1588742"/>
                  </a:lnTo>
                  <a:lnTo>
                    <a:pt x="1274130" y="1588047"/>
                  </a:lnTo>
                  <a:lnTo>
                    <a:pt x="1275202" y="1587352"/>
                  </a:lnTo>
                  <a:lnTo>
                    <a:pt x="1276274" y="1586658"/>
                  </a:lnTo>
                  <a:lnTo>
                    <a:pt x="1277345" y="1585963"/>
                  </a:lnTo>
                  <a:lnTo>
                    <a:pt x="1278417" y="1585269"/>
                  </a:lnTo>
                  <a:lnTo>
                    <a:pt x="1279488" y="1584574"/>
                  </a:lnTo>
                  <a:lnTo>
                    <a:pt x="1280560" y="1583880"/>
                  </a:lnTo>
                  <a:lnTo>
                    <a:pt x="1281632" y="1583186"/>
                  </a:lnTo>
                  <a:lnTo>
                    <a:pt x="1282703" y="1582492"/>
                  </a:lnTo>
                  <a:lnTo>
                    <a:pt x="1283775" y="1581798"/>
                  </a:lnTo>
                  <a:lnTo>
                    <a:pt x="1284846" y="1581105"/>
                  </a:lnTo>
                  <a:lnTo>
                    <a:pt x="1285918" y="1580411"/>
                  </a:lnTo>
                  <a:lnTo>
                    <a:pt x="1286990" y="1579718"/>
                  </a:lnTo>
                  <a:lnTo>
                    <a:pt x="1288061" y="1579025"/>
                  </a:lnTo>
                  <a:lnTo>
                    <a:pt x="1289133" y="1578332"/>
                  </a:lnTo>
                  <a:lnTo>
                    <a:pt x="1290204" y="1577639"/>
                  </a:lnTo>
                  <a:lnTo>
                    <a:pt x="1291276" y="1576946"/>
                  </a:lnTo>
                  <a:lnTo>
                    <a:pt x="1292348" y="1576253"/>
                  </a:lnTo>
                  <a:lnTo>
                    <a:pt x="1293419" y="1575561"/>
                  </a:lnTo>
                  <a:lnTo>
                    <a:pt x="1294491" y="1574868"/>
                  </a:lnTo>
                  <a:lnTo>
                    <a:pt x="1295562" y="1574176"/>
                  </a:lnTo>
                  <a:lnTo>
                    <a:pt x="1296634" y="1573484"/>
                  </a:lnTo>
                  <a:lnTo>
                    <a:pt x="1297706" y="1572793"/>
                  </a:lnTo>
                  <a:lnTo>
                    <a:pt x="1298777" y="1572101"/>
                  </a:lnTo>
                  <a:lnTo>
                    <a:pt x="1299849" y="1571410"/>
                  </a:lnTo>
                  <a:lnTo>
                    <a:pt x="1300920" y="1570718"/>
                  </a:lnTo>
                  <a:lnTo>
                    <a:pt x="1301992" y="1570027"/>
                  </a:lnTo>
                  <a:lnTo>
                    <a:pt x="1303064" y="1569336"/>
                  </a:lnTo>
                  <a:lnTo>
                    <a:pt x="1304135" y="1568646"/>
                  </a:lnTo>
                  <a:lnTo>
                    <a:pt x="1305207" y="1567955"/>
                  </a:lnTo>
                  <a:lnTo>
                    <a:pt x="1306278" y="1567265"/>
                  </a:lnTo>
                  <a:lnTo>
                    <a:pt x="1307350" y="1566575"/>
                  </a:lnTo>
                  <a:lnTo>
                    <a:pt x="1308422" y="1565885"/>
                  </a:lnTo>
                  <a:lnTo>
                    <a:pt x="1309493" y="1565195"/>
                  </a:lnTo>
                  <a:lnTo>
                    <a:pt x="1310565" y="1564505"/>
                  </a:lnTo>
                  <a:lnTo>
                    <a:pt x="1311636" y="1563816"/>
                  </a:lnTo>
                  <a:lnTo>
                    <a:pt x="1312708" y="1563127"/>
                  </a:lnTo>
                  <a:lnTo>
                    <a:pt x="1313780" y="1562438"/>
                  </a:lnTo>
                  <a:lnTo>
                    <a:pt x="1314851" y="1561750"/>
                  </a:lnTo>
                  <a:lnTo>
                    <a:pt x="1315923" y="1561061"/>
                  </a:lnTo>
                  <a:lnTo>
                    <a:pt x="1316994" y="1560373"/>
                  </a:lnTo>
                  <a:lnTo>
                    <a:pt x="1318066" y="1559685"/>
                  </a:lnTo>
                  <a:lnTo>
                    <a:pt x="1319138" y="1558997"/>
                  </a:lnTo>
                  <a:lnTo>
                    <a:pt x="1320209" y="1558310"/>
                  </a:lnTo>
                  <a:lnTo>
                    <a:pt x="1321281" y="1557622"/>
                  </a:lnTo>
                  <a:lnTo>
                    <a:pt x="1322352" y="1556935"/>
                  </a:lnTo>
                  <a:lnTo>
                    <a:pt x="1323424" y="1556249"/>
                  </a:lnTo>
                  <a:lnTo>
                    <a:pt x="1324496" y="1555562"/>
                  </a:lnTo>
                  <a:lnTo>
                    <a:pt x="1325567" y="1554876"/>
                  </a:lnTo>
                  <a:lnTo>
                    <a:pt x="1326639" y="1554190"/>
                  </a:lnTo>
                  <a:lnTo>
                    <a:pt x="1327710" y="1553504"/>
                  </a:lnTo>
                  <a:lnTo>
                    <a:pt x="1328782" y="1552819"/>
                  </a:lnTo>
                  <a:lnTo>
                    <a:pt x="1329854" y="1552133"/>
                  </a:lnTo>
                  <a:lnTo>
                    <a:pt x="1330925" y="1551449"/>
                  </a:lnTo>
                  <a:lnTo>
                    <a:pt x="1331997" y="1550764"/>
                  </a:lnTo>
                  <a:lnTo>
                    <a:pt x="1333068" y="1550080"/>
                  </a:lnTo>
                  <a:lnTo>
                    <a:pt x="1334140" y="1549395"/>
                  </a:lnTo>
                  <a:lnTo>
                    <a:pt x="1335212" y="1548712"/>
                  </a:lnTo>
                  <a:lnTo>
                    <a:pt x="1336283" y="1548028"/>
                  </a:lnTo>
                  <a:lnTo>
                    <a:pt x="1337355" y="1547345"/>
                  </a:lnTo>
                  <a:lnTo>
                    <a:pt x="1338426" y="1546662"/>
                  </a:lnTo>
                  <a:lnTo>
                    <a:pt x="1339498" y="1545979"/>
                  </a:lnTo>
                  <a:lnTo>
                    <a:pt x="1340570" y="1545297"/>
                  </a:lnTo>
                  <a:lnTo>
                    <a:pt x="1341641" y="1544615"/>
                  </a:lnTo>
                  <a:lnTo>
                    <a:pt x="1342713" y="1543934"/>
                  </a:lnTo>
                  <a:lnTo>
                    <a:pt x="1343784" y="1543252"/>
                  </a:lnTo>
                  <a:lnTo>
                    <a:pt x="1344856" y="1542571"/>
                  </a:lnTo>
                  <a:lnTo>
                    <a:pt x="1345928" y="1541891"/>
                  </a:lnTo>
                  <a:lnTo>
                    <a:pt x="1346999" y="1541210"/>
                  </a:lnTo>
                  <a:lnTo>
                    <a:pt x="1348071" y="1540530"/>
                  </a:lnTo>
                  <a:lnTo>
                    <a:pt x="1349142" y="1539851"/>
                  </a:lnTo>
                  <a:lnTo>
                    <a:pt x="1350214" y="1539171"/>
                  </a:lnTo>
                  <a:lnTo>
                    <a:pt x="1351286" y="1538493"/>
                  </a:lnTo>
                  <a:lnTo>
                    <a:pt x="1352357" y="1537814"/>
                  </a:lnTo>
                  <a:lnTo>
                    <a:pt x="1353429" y="1537136"/>
                  </a:lnTo>
                  <a:lnTo>
                    <a:pt x="1354500" y="1536458"/>
                  </a:lnTo>
                  <a:lnTo>
                    <a:pt x="1355572" y="1535781"/>
                  </a:lnTo>
                  <a:lnTo>
                    <a:pt x="1356644" y="1535104"/>
                  </a:lnTo>
                  <a:lnTo>
                    <a:pt x="1357715" y="1534427"/>
                  </a:lnTo>
                  <a:lnTo>
                    <a:pt x="1358787" y="1533751"/>
                  </a:lnTo>
                  <a:lnTo>
                    <a:pt x="1359858" y="1533075"/>
                  </a:lnTo>
                  <a:lnTo>
                    <a:pt x="1360930" y="1532399"/>
                  </a:lnTo>
                  <a:lnTo>
                    <a:pt x="1362002" y="1531724"/>
                  </a:lnTo>
                  <a:lnTo>
                    <a:pt x="1363073" y="1531050"/>
                  </a:lnTo>
                  <a:lnTo>
                    <a:pt x="1364145" y="1530375"/>
                  </a:lnTo>
                  <a:lnTo>
                    <a:pt x="1365216" y="1529702"/>
                  </a:lnTo>
                  <a:lnTo>
                    <a:pt x="1366288" y="1529028"/>
                  </a:lnTo>
                  <a:lnTo>
                    <a:pt x="1367360" y="1528355"/>
                  </a:lnTo>
                  <a:lnTo>
                    <a:pt x="1368431" y="1527683"/>
                  </a:lnTo>
                  <a:lnTo>
                    <a:pt x="1369503" y="1527011"/>
                  </a:lnTo>
                  <a:lnTo>
                    <a:pt x="1370574" y="1526339"/>
                  </a:lnTo>
                  <a:lnTo>
                    <a:pt x="1371646" y="1525668"/>
                  </a:lnTo>
                  <a:lnTo>
                    <a:pt x="1372718" y="1524998"/>
                  </a:lnTo>
                  <a:lnTo>
                    <a:pt x="1373789" y="1524328"/>
                  </a:lnTo>
                  <a:lnTo>
                    <a:pt x="1374861" y="1523658"/>
                  </a:lnTo>
                  <a:lnTo>
                    <a:pt x="1375932" y="1522989"/>
                  </a:lnTo>
                  <a:lnTo>
                    <a:pt x="1377004" y="1522320"/>
                  </a:lnTo>
                  <a:lnTo>
                    <a:pt x="1378076" y="1521652"/>
                  </a:lnTo>
                  <a:lnTo>
                    <a:pt x="1379147" y="1520984"/>
                  </a:lnTo>
                  <a:lnTo>
                    <a:pt x="1380219" y="1520317"/>
                  </a:lnTo>
                  <a:lnTo>
                    <a:pt x="1381290" y="1519651"/>
                  </a:lnTo>
                  <a:lnTo>
                    <a:pt x="1382362" y="1518985"/>
                  </a:lnTo>
                  <a:lnTo>
                    <a:pt x="1383434" y="1518319"/>
                  </a:lnTo>
                  <a:lnTo>
                    <a:pt x="1384505" y="1517654"/>
                  </a:lnTo>
                  <a:lnTo>
                    <a:pt x="1385577" y="1516990"/>
                  </a:lnTo>
                  <a:lnTo>
                    <a:pt x="1386648" y="1516212"/>
                  </a:lnTo>
                  <a:lnTo>
                    <a:pt x="1387720" y="1515281"/>
                  </a:lnTo>
                  <a:lnTo>
                    <a:pt x="1388792" y="1514351"/>
                  </a:lnTo>
                  <a:lnTo>
                    <a:pt x="1389863" y="1513423"/>
                  </a:lnTo>
                  <a:lnTo>
                    <a:pt x="1390935" y="1512496"/>
                  </a:lnTo>
                  <a:lnTo>
                    <a:pt x="1392006" y="1511571"/>
                  </a:lnTo>
                  <a:lnTo>
                    <a:pt x="1393078" y="1510647"/>
                  </a:lnTo>
                  <a:lnTo>
                    <a:pt x="1394150" y="1509725"/>
                  </a:lnTo>
                  <a:lnTo>
                    <a:pt x="1395221" y="1508804"/>
                  </a:lnTo>
                  <a:lnTo>
                    <a:pt x="1396293" y="1507885"/>
                  </a:lnTo>
                  <a:lnTo>
                    <a:pt x="1397364" y="1506968"/>
                  </a:lnTo>
                  <a:lnTo>
                    <a:pt x="1398436" y="1506052"/>
                  </a:lnTo>
                  <a:lnTo>
                    <a:pt x="1399508" y="1505137"/>
                  </a:lnTo>
                  <a:lnTo>
                    <a:pt x="1400579" y="1504224"/>
                  </a:lnTo>
                  <a:lnTo>
                    <a:pt x="1401651" y="1503313"/>
                  </a:lnTo>
                  <a:lnTo>
                    <a:pt x="1402722" y="1502403"/>
                  </a:lnTo>
                  <a:lnTo>
                    <a:pt x="1403794" y="1501495"/>
                  </a:lnTo>
                  <a:lnTo>
                    <a:pt x="1404866" y="1500588"/>
                  </a:lnTo>
                  <a:lnTo>
                    <a:pt x="1405937" y="1499682"/>
                  </a:lnTo>
                  <a:lnTo>
                    <a:pt x="1407009" y="1498778"/>
                  </a:lnTo>
                  <a:lnTo>
                    <a:pt x="1408080" y="1497876"/>
                  </a:lnTo>
                  <a:lnTo>
                    <a:pt x="1409152" y="1496975"/>
                  </a:lnTo>
                  <a:lnTo>
                    <a:pt x="1410224" y="1496075"/>
                  </a:lnTo>
                  <a:lnTo>
                    <a:pt x="1411295" y="1495177"/>
                  </a:lnTo>
                  <a:lnTo>
                    <a:pt x="1412367" y="1494281"/>
                  </a:lnTo>
                  <a:lnTo>
                    <a:pt x="1413438" y="1493386"/>
                  </a:lnTo>
                  <a:lnTo>
                    <a:pt x="1414510" y="1492492"/>
                  </a:lnTo>
                  <a:lnTo>
                    <a:pt x="1415582" y="1491600"/>
                  </a:lnTo>
                  <a:lnTo>
                    <a:pt x="1416653" y="1490709"/>
                  </a:lnTo>
                  <a:lnTo>
                    <a:pt x="1417725" y="1489820"/>
                  </a:lnTo>
                  <a:lnTo>
                    <a:pt x="1418796" y="1488932"/>
                  </a:lnTo>
                  <a:lnTo>
                    <a:pt x="1419868" y="1488045"/>
                  </a:lnTo>
                  <a:lnTo>
                    <a:pt x="1420939" y="1487160"/>
                  </a:lnTo>
                  <a:lnTo>
                    <a:pt x="1422011" y="1486276"/>
                  </a:lnTo>
                  <a:lnTo>
                    <a:pt x="1423083" y="1485394"/>
                  </a:lnTo>
                  <a:lnTo>
                    <a:pt x="1424154" y="1484513"/>
                  </a:lnTo>
                  <a:lnTo>
                    <a:pt x="1425226" y="1483634"/>
                  </a:lnTo>
                  <a:lnTo>
                    <a:pt x="1426297" y="1482756"/>
                  </a:lnTo>
                  <a:lnTo>
                    <a:pt x="1427369" y="1481879"/>
                  </a:lnTo>
                  <a:lnTo>
                    <a:pt x="1428441" y="1481004"/>
                  </a:lnTo>
                  <a:lnTo>
                    <a:pt x="1429512" y="1480130"/>
                  </a:lnTo>
                  <a:lnTo>
                    <a:pt x="1430584" y="1479257"/>
                  </a:lnTo>
                  <a:lnTo>
                    <a:pt x="1431655" y="1478386"/>
                  </a:lnTo>
                  <a:lnTo>
                    <a:pt x="1432727" y="1477516"/>
                  </a:lnTo>
                  <a:lnTo>
                    <a:pt x="1433799" y="1476648"/>
                  </a:lnTo>
                  <a:lnTo>
                    <a:pt x="1434870" y="1475781"/>
                  </a:lnTo>
                  <a:lnTo>
                    <a:pt x="1435942" y="1474915"/>
                  </a:lnTo>
                  <a:lnTo>
                    <a:pt x="1437013" y="1474050"/>
                  </a:lnTo>
                  <a:lnTo>
                    <a:pt x="1438085" y="1473187"/>
                  </a:lnTo>
                  <a:lnTo>
                    <a:pt x="1439157" y="1472325"/>
                  </a:lnTo>
                  <a:lnTo>
                    <a:pt x="1440228" y="1471465"/>
                  </a:lnTo>
                  <a:lnTo>
                    <a:pt x="1441300" y="1470606"/>
                  </a:lnTo>
                  <a:lnTo>
                    <a:pt x="1442371" y="1469748"/>
                  </a:lnTo>
                  <a:lnTo>
                    <a:pt x="1443443" y="1468891"/>
                  </a:lnTo>
                  <a:lnTo>
                    <a:pt x="1444515" y="1468036"/>
                  </a:lnTo>
                  <a:lnTo>
                    <a:pt x="1445586" y="1467182"/>
                  </a:lnTo>
                  <a:lnTo>
                    <a:pt x="1446658" y="1466329"/>
                  </a:lnTo>
                  <a:lnTo>
                    <a:pt x="1447729" y="1465477"/>
                  </a:lnTo>
                  <a:lnTo>
                    <a:pt x="1448801" y="1464627"/>
                  </a:lnTo>
                  <a:lnTo>
                    <a:pt x="1449873" y="1463778"/>
                  </a:lnTo>
                  <a:lnTo>
                    <a:pt x="1450944" y="1462931"/>
                  </a:lnTo>
                  <a:lnTo>
                    <a:pt x="1452016" y="1462084"/>
                  </a:lnTo>
                  <a:lnTo>
                    <a:pt x="1453087" y="1461239"/>
                  </a:lnTo>
                  <a:lnTo>
                    <a:pt x="1454159" y="1460395"/>
                  </a:lnTo>
                  <a:lnTo>
                    <a:pt x="1455231" y="1459552"/>
                  </a:lnTo>
                  <a:lnTo>
                    <a:pt x="1456302" y="1458711"/>
                  </a:lnTo>
                  <a:lnTo>
                    <a:pt x="1457374" y="1457870"/>
                  </a:lnTo>
                  <a:lnTo>
                    <a:pt x="1458445" y="1457031"/>
                  </a:lnTo>
                  <a:lnTo>
                    <a:pt x="1459517" y="1456193"/>
                  </a:lnTo>
                  <a:lnTo>
                    <a:pt x="1460589" y="1455357"/>
                  </a:lnTo>
                  <a:lnTo>
                    <a:pt x="1461660" y="1454521"/>
                  </a:lnTo>
                  <a:lnTo>
                    <a:pt x="1462732" y="1453687"/>
                  </a:lnTo>
                  <a:lnTo>
                    <a:pt x="1463803" y="1452853"/>
                  </a:lnTo>
                  <a:lnTo>
                    <a:pt x="1464875" y="1452021"/>
                  </a:lnTo>
                  <a:lnTo>
                    <a:pt x="1465947" y="1451191"/>
                  </a:lnTo>
                  <a:lnTo>
                    <a:pt x="1467018" y="1450361"/>
                  </a:lnTo>
                  <a:lnTo>
                    <a:pt x="1468090" y="1449532"/>
                  </a:lnTo>
                  <a:lnTo>
                    <a:pt x="1469161" y="1448705"/>
                  </a:lnTo>
                  <a:lnTo>
                    <a:pt x="1470233" y="1447879"/>
                  </a:lnTo>
                  <a:lnTo>
                    <a:pt x="1471305" y="1447054"/>
                  </a:lnTo>
                  <a:lnTo>
                    <a:pt x="1472376" y="1446229"/>
                  </a:lnTo>
                  <a:lnTo>
                    <a:pt x="1473448" y="1445407"/>
                  </a:lnTo>
                  <a:lnTo>
                    <a:pt x="1474519" y="1444585"/>
                  </a:lnTo>
                  <a:lnTo>
                    <a:pt x="1475591" y="1443764"/>
                  </a:lnTo>
                  <a:lnTo>
                    <a:pt x="1476663" y="1442944"/>
                  </a:lnTo>
                  <a:lnTo>
                    <a:pt x="1477734" y="1442126"/>
                  </a:lnTo>
                  <a:lnTo>
                    <a:pt x="1478806" y="1441309"/>
                  </a:lnTo>
                  <a:lnTo>
                    <a:pt x="1479877" y="1440492"/>
                  </a:lnTo>
                  <a:lnTo>
                    <a:pt x="1480949" y="1439677"/>
                  </a:lnTo>
                  <a:lnTo>
                    <a:pt x="1482021" y="1438863"/>
                  </a:lnTo>
                  <a:lnTo>
                    <a:pt x="1483092" y="1438049"/>
                  </a:lnTo>
                  <a:lnTo>
                    <a:pt x="1484164" y="1437237"/>
                  </a:lnTo>
                  <a:lnTo>
                    <a:pt x="1485235" y="1436426"/>
                  </a:lnTo>
                  <a:lnTo>
                    <a:pt x="1486307" y="1435616"/>
                  </a:lnTo>
                  <a:lnTo>
                    <a:pt x="1487379" y="1434807"/>
                  </a:lnTo>
                  <a:lnTo>
                    <a:pt x="1488450" y="1433999"/>
                  </a:lnTo>
                  <a:lnTo>
                    <a:pt x="1489522" y="1433192"/>
                  </a:lnTo>
                  <a:lnTo>
                    <a:pt x="1490593" y="1432386"/>
                  </a:lnTo>
                  <a:lnTo>
                    <a:pt x="1491665" y="1431581"/>
                  </a:lnTo>
                  <a:lnTo>
                    <a:pt x="1492737" y="1430777"/>
                  </a:lnTo>
                  <a:lnTo>
                    <a:pt x="1493808" y="1429974"/>
                  </a:lnTo>
                  <a:lnTo>
                    <a:pt x="1494880" y="1429172"/>
                  </a:lnTo>
                  <a:lnTo>
                    <a:pt x="1495951" y="1428371"/>
                  </a:lnTo>
                  <a:lnTo>
                    <a:pt x="1497023" y="1427571"/>
                  </a:lnTo>
                  <a:lnTo>
                    <a:pt x="1498095" y="1426772"/>
                  </a:lnTo>
                  <a:lnTo>
                    <a:pt x="1499166" y="1425974"/>
                  </a:lnTo>
                  <a:lnTo>
                    <a:pt x="1500238" y="1425177"/>
                  </a:lnTo>
                  <a:lnTo>
                    <a:pt x="1501309" y="1424380"/>
                  </a:lnTo>
                  <a:lnTo>
                    <a:pt x="1502381" y="1423585"/>
                  </a:lnTo>
                  <a:lnTo>
                    <a:pt x="1503453" y="1422791"/>
                  </a:lnTo>
                  <a:lnTo>
                    <a:pt x="1504524" y="1421997"/>
                  </a:lnTo>
                  <a:lnTo>
                    <a:pt x="1505596" y="1421205"/>
                  </a:lnTo>
                  <a:lnTo>
                    <a:pt x="1506667" y="1420413"/>
                  </a:lnTo>
                  <a:lnTo>
                    <a:pt x="1507739" y="1419622"/>
                  </a:lnTo>
                  <a:lnTo>
                    <a:pt x="1508811" y="1418832"/>
                  </a:lnTo>
                  <a:lnTo>
                    <a:pt x="1509882" y="1418043"/>
                  </a:lnTo>
                  <a:lnTo>
                    <a:pt x="1510954" y="1417255"/>
                  </a:lnTo>
                  <a:lnTo>
                    <a:pt x="1512025" y="1416468"/>
                  </a:lnTo>
                  <a:lnTo>
                    <a:pt x="1513097" y="1415682"/>
                  </a:lnTo>
                  <a:lnTo>
                    <a:pt x="1514169" y="1414896"/>
                  </a:lnTo>
                  <a:lnTo>
                    <a:pt x="1515240" y="1414112"/>
                  </a:lnTo>
                  <a:lnTo>
                    <a:pt x="1516312" y="1413328"/>
                  </a:lnTo>
                  <a:lnTo>
                    <a:pt x="1517383" y="1412545"/>
                  </a:lnTo>
                  <a:lnTo>
                    <a:pt x="1518455" y="1411763"/>
                  </a:lnTo>
                  <a:lnTo>
                    <a:pt x="1519527" y="1410982"/>
                  </a:lnTo>
                  <a:lnTo>
                    <a:pt x="1520598" y="1410201"/>
                  </a:lnTo>
                  <a:lnTo>
                    <a:pt x="1521670" y="1409422"/>
                  </a:lnTo>
                  <a:lnTo>
                    <a:pt x="1522741" y="1408643"/>
                  </a:lnTo>
                  <a:lnTo>
                    <a:pt x="1523813" y="1407865"/>
                  </a:lnTo>
                  <a:lnTo>
                    <a:pt x="1524885" y="1407088"/>
                  </a:lnTo>
                  <a:lnTo>
                    <a:pt x="1525956" y="1406312"/>
                  </a:lnTo>
                  <a:lnTo>
                    <a:pt x="1527028" y="1405536"/>
                  </a:lnTo>
                  <a:lnTo>
                    <a:pt x="1528099" y="1404761"/>
                  </a:lnTo>
                  <a:lnTo>
                    <a:pt x="1529171" y="1403987"/>
                  </a:lnTo>
                  <a:lnTo>
                    <a:pt x="1530243" y="1403214"/>
                  </a:lnTo>
                  <a:lnTo>
                    <a:pt x="1531314" y="1402441"/>
                  </a:lnTo>
                  <a:lnTo>
                    <a:pt x="1532386" y="1401670"/>
                  </a:lnTo>
                  <a:lnTo>
                    <a:pt x="1533457" y="1400899"/>
                  </a:lnTo>
                  <a:lnTo>
                    <a:pt x="1534529" y="1400129"/>
                  </a:lnTo>
                  <a:lnTo>
                    <a:pt x="1535601" y="1399359"/>
                  </a:lnTo>
                  <a:lnTo>
                    <a:pt x="1536672" y="1398590"/>
                  </a:lnTo>
                  <a:lnTo>
                    <a:pt x="1537744" y="1397822"/>
                  </a:lnTo>
                  <a:lnTo>
                    <a:pt x="1538815" y="1397055"/>
                  </a:lnTo>
                  <a:lnTo>
                    <a:pt x="1539887" y="1396288"/>
                  </a:lnTo>
                  <a:lnTo>
                    <a:pt x="1540959" y="1395523"/>
                  </a:lnTo>
                  <a:lnTo>
                    <a:pt x="1542030" y="1394758"/>
                  </a:lnTo>
                  <a:lnTo>
                    <a:pt x="1543102" y="1393993"/>
                  </a:lnTo>
                  <a:lnTo>
                    <a:pt x="1544173" y="1393229"/>
                  </a:lnTo>
                  <a:lnTo>
                    <a:pt x="1545245" y="1392466"/>
                  </a:lnTo>
                  <a:lnTo>
                    <a:pt x="1546317" y="1391704"/>
                  </a:lnTo>
                  <a:lnTo>
                    <a:pt x="1547388" y="1390942"/>
                  </a:lnTo>
                  <a:lnTo>
                    <a:pt x="1548460" y="1390181"/>
                  </a:lnTo>
                  <a:lnTo>
                    <a:pt x="1549531" y="1389421"/>
                  </a:lnTo>
                  <a:lnTo>
                    <a:pt x="1550603" y="1388661"/>
                  </a:lnTo>
                  <a:lnTo>
                    <a:pt x="1551675" y="1387902"/>
                  </a:lnTo>
                  <a:lnTo>
                    <a:pt x="1552746" y="1387144"/>
                  </a:lnTo>
                  <a:lnTo>
                    <a:pt x="1553818" y="1386386"/>
                  </a:lnTo>
                  <a:lnTo>
                    <a:pt x="1554889" y="1385629"/>
                  </a:lnTo>
                  <a:lnTo>
                    <a:pt x="1555961" y="1384873"/>
                  </a:lnTo>
                  <a:lnTo>
                    <a:pt x="1557033" y="1384117"/>
                  </a:lnTo>
                  <a:lnTo>
                    <a:pt x="1558104" y="1383362"/>
                  </a:lnTo>
                  <a:lnTo>
                    <a:pt x="1559176" y="1382608"/>
                  </a:lnTo>
                  <a:lnTo>
                    <a:pt x="1560247" y="1381854"/>
                  </a:lnTo>
                  <a:lnTo>
                    <a:pt x="1561319" y="1381100"/>
                  </a:lnTo>
                  <a:lnTo>
                    <a:pt x="1562391" y="1380348"/>
                  </a:lnTo>
                  <a:lnTo>
                    <a:pt x="1563462" y="1379596"/>
                  </a:lnTo>
                  <a:lnTo>
                    <a:pt x="1564534" y="1378844"/>
                  </a:lnTo>
                  <a:lnTo>
                    <a:pt x="1565605" y="1378093"/>
                  </a:lnTo>
                  <a:lnTo>
                    <a:pt x="1566677" y="1377343"/>
                  </a:lnTo>
                  <a:lnTo>
                    <a:pt x="1567749" y="1376593"/>
                  </a:lnTo>
                  <a:lnTo>
                    <a:pt x="1568820" y="1375844"/>
                  </a:lnTo>
                  <a:lnTo>
                    <a:pt x="1569892" y="1375096"/>
                  </a:lnTo>
                  <a:lnTo>
                    <a:pt x="1570963" y="1374348"/>
                  </a:lnTo>
                  <a:lnTo>
                    <a:pt x="1572035" y="1373600"/>
                  </a:lnTo>
                  <a:lnTo>
                    <a:pt x="1573107" y="1372854"/>
                  </a:lnTo>
                  <a:lnTo>
                    <a:pt x="1574178" y="1372107"/>
                  </a:lnTo>
                  <a:lnTo>
                    <a:pt x="1575250" y="1371362"/>
                  </a:lnTo>
                  <a:lnTo>
                    <a:pt x="1576321" y="1370617"/>
                  </a:lnTo>
                  <a:lnTo>
                    <a:pt x="1577393" y="1369872"/>
                  </a:lnTo>
                  <a:lnTo>
                    <a:pt x="1578465" y="1369128"/>
                  </a:lnTo>
                  <a:lnTo>
                    <a:pt x="1579536" y="1368384"/>
                  </a:lnTo>
                  <a:lnTo>
                    <a:pt x="1580608" y="1367641"/>
                  </a:lnTo>
                  <a:lnTo>
                    <a:pt x="1581679" y="1366899"/>
                  </a:lnTo>
                  <a:lnTo>
                    <a:pt x="1582751" y="1366157"/>
                  </a:lnTo>
                  <a:lnTo>
                    <a:pt x="1583823" y="1365416"/>
                  </a:lnTo>
                  <a:lnTo>
                    <a:pt x="1584894" y="1364675"/>
                  </a:lnTo>
                  <a:lnTo>
                    <a:pt x="1585966" y="1363934"/>
                  </a:lnTo>
                  <a:lnTo>
                    <a:pt x="1587037" y="1363194"/>
                  </a:lnTo>
                  <a:lnTo>
                    <a:pt x="1588109" y="1362455"/>
                  </a:lnTo>
                  <a:lnTo>
                    <a:pt x="1589181" y="1361716"/>
                  </a:lnTo>
                  <a:lnTo>
                    <a:pt x="1590252" y="1360978"/>
                  </a:lnTo>
                  <a:lnTo>
                    <a:pt x="1591324" y="1360240"/>
                  </a:lnTo>
                  <a:lnTo>
                    <a:pt x="1592395" y="1359503"/>
                  </a:lnTo>
                  <a:lnTo>
                    <a:pt x="1593467" y="1358766"/>
                  </a:lnTo>
                  <a:lnTo>
                    <a:pt x="1594539" y="1358029"/>
                  </a:lnTo>
                  <a:lnTo>
                    <a:pt x="1595610" y="1357294"/>
                  </a:lnTo>
                  <a:lnTo>
                    <a:pt x="1596682" y="1356558"/>
                  </a:lnTo>
                  <a:lnTo>
                    <a:pt x="1597753" y="1355823"/>
                  </a:lnTo>
                  <a:lnTo>
                    <a:pt x="1598825" y="1355089"/>
                  </a:lnTo>
                  <a:lnTo>
                    <a:pt x="1599896" y="1354355"/>
                  </a:lnTo>
                  <a:lnTo>
                    <a:pt x="1600968" y="1353621"/>
                  </a:lnTo>
                  <a:lnTo>
                    <a:pt x="1602040" y="1352888"/>
                  </a:lnTo>
                  <a:lnTo>
                    <a:pt x="1603111" y="1352155"/>
                  </a:lnTo>
                  <a:lnTo>
                    <a:pt x="1604183" y="1351423"/>
                  </a:lnTo>
                  <a:lnTo>
                    <a:pt x="1605254" y="1350692"/>
                  </a:lnTo>
                  <a:lnTo>
                    <a:pt x="1606326" y="1349960"/>
                  </a:lnTo>
                  <a:lnTo>
                    <a:pt x="1607398" y="1349229"/>
                  </a:lnTo>
                  <a:lnTo>
                    <a:pt x="1608469" y="1348499"/>
                  </a:lnTo>
                  <a:lnTo>
                    <a:pt x="1609541" y="1347769"/>
                  </a:lnTo>
                  <a:lnTo>
                    <a:pt x="1610612" y="1347040"/>
                  </a:lnTo>
                  <a:lnTo>
                    <a:pt x="1611684" y="1346311"/>
                  </a:lnTo>
                  <a:lnTo>
                    <a:pt x="1612756" y="1345582"/>
                  </a:lnTo>
                  <a:lnTo>
                    <a:pt x="1613827" y="1344854"/>
                  </a:lnTo>
                  <a:lnTo>
                    <a:pt x="1614899" y="1344126"/>
                  </a:lnTo>
                  <a:lnTo>
                    <a:pt x="1615970" y="1343399"/>
                  </a:lnTo>
                  <a:lnTo>
                    <a:pt x="1617042" y="1342672"/>
                  </a:lnTo>
                  <a:lnTo>
                    <a:pt x="1618114" y="1341945"/>
                  </a:lnTo>
                  <a:lnTo>
                    <a:pt x="1619185" y="1341219"/>
                  </a:lnTo>
                  <a:lnTo>
                    <a:pt x="1620257" y="1340493"/>
                  </a:lnTo>
                  <a:lnTo>
                    <a:pt x="1621328" y="1339768"/>
                  </a:lnTo>
                  <a:lnTo>
                    <a:pt x="1622400" y="1339043"/>
                  </a:lnTo>
                  <a:lnTo>
                    <a:pt x="1623472" y="1338319"/>
                  </a:lnTo>
                  <a:lnTo>
                    <a:pt x="1624543" y="1337594"/>
                  </a:lnTo>
                  <a:lnTo>
                    <a:pt x="1625615" y="1336871"/>
                  </a:lnTo>
                  <a:lnTo>
                    <a:pt x="1626686" y="1336147"/>
                  </a:lnTo>
                  <a:lnTo>
                    <a:pt x="1627758" y="1335425"/>
                  </a:lnTo>
                  <a:lnTo>
                    <a:pt x="1628830" y="1334702"/>
                  </a:lnTo>
                  <a:lnTo>
                    <a:pt x="1629901" y="1333980"/>
                  </a:lnTo>
                  <a:lnTo>
                    <a:pt x="1630973" y="1333258"/>
                  </a:lnTo>
                  <a:lnTo>
                    <a:pt x="1632044" y="1332537"/>
                  </a:lnTo>
                  <a:lnTo>
                    <a:pt x="1633116" y="1331816"/>
                  </a:lnTo>
                  <a:lnTo>
                    <a:pt x="1634188" y="1331095"/>
                  </a:lnTo>
                  <a:lnTo>
                    <a:pt x="1635259" y="1330375"/>
                  </a:lnTo>
                  <a:lnTo>
                    <a:pt x="1636331" y="1329655"/>
                  </a:lnTo>
                  <a:lnTo>
                    <a:pt x="1637402" y="1328936"/>
                  </a:lnTo>
                  <a:lnTo>
                    <a:pt x="1638474" y="1328217"/>
                  </a:lnTo>
                  <a:lnTo>
                    <a:pt x="1639546" y="1327498"/>
                  </a:lnTo>
                  <a:lnTo>
                    <a:pt x="1640617" y="1326780"/>
                  </a:lnTo>
                  <a:lnTo>
                    <a:pt x="1641689" y="1326062"/>
                  </a:lnTo>
                  <a:lnTo>
                    <a:pt x="1642760" y="1325344"/>
                  </a:lnTo>
                  <a:lnTo>
                    <a:pt x="1643832" y="1324627"/>
                  </a:lnTo>
                  <a:lnTo>
                    <a:pt x="1644904" y="1323910"/>
                  </a:lnTo>
                  <a:lnTo>
                    <a:pt x="1645975" y="1323193"/>
                  </a:lnTo>
                  <a:lnTo>
                    <a:pt x="1647047" y="1322477"/>
                  </a:lnTo>
                  <a:lnTo>
                    <a:pt x="1648118" y="1321761"/>
                  </a:lnTo>
                  <a:lnTo>
                    <a:pt x="1649190" y="1321046"/>
                  </a:lnTo>
                  <a:lnTo>
                    <a:pt x="1650262" y="1320331"/>
                  </a:lnTo>
                  <a:lnTo>
                    <a:pt x="1651333" y="1319616"/>
                  </a:lnTo>
                  <a:lnTo>
                    <a:pt x="1652405" y="1318902"/>
                  </a:lnTo>
                  <a:lnTo>
                    <a:pt x="1653476" y="1318188"/>
                  </a:lnTo>
                  <a:lnTo>
                    <a:pt x="1654548" y="1317474"/>
                  </a:lnTo>
                  <a:lnTo>
                    <a:pt x="1655620" y="1316760"/>
                  </a:lnTo>
                  <a:lnTo>
                    <a:pt x="1656691" y="1316047"/>
                  </a:lnTo>
                  <a:lnTo>
                    <a:pt x="1657763" y="1315335"/>
                  </a:lnTo>
                  <a:lnTo>
                    <a:pt x="1658834" y="1314622"/>
                  </a:lnTo>
                  <a:lnTo>
                    <a:pt x="1659906" y="1313910"/>
                  </a:lnTo>
                  <a:lnTo>
                    <a:pt x="1660978" y="1313199"/>
                  </a:lnTo>
                  <a:lnTo>
                    <a:pt x="1662049" y="1312487"/>
                  </a:lnTo>
                  <a:lnTo>
                    <a:pt x="1663121" y="1311776"/>
                  </a:lnTo>
                  <a:lnTo>
                    <a:pt x="1664192" y="1311065"/>
                  </a:lnTo>
                  <a:lnTo>
                    <a:pt x="1665264" y="1310355"/>
                  </a:lnTo>
                  <a:lnTo>
                    <a:pt x="1666336" y="1309645"/>
                  </a:lnTo>
                  <a:lnTo>
                    <a:pt x="1667407" y="1308935"/>
                  </a:lnTo>
                  <a:lnTo>
                    <a:pt x="1668479" y="1308226"/>
                  </a:lnTo>
                  <a:lnTo>
                    <a:pt x="1669550" y="1307517"/>
                  </a:lnTo>
                  <a:lnTo>
                    <a:pt x="1670622" y="1306808"/>
                  </a:lnTo>
                  <a:lnTo>
                    <a:pt x="1671694" y="1306100"/>
                  </a:lnTo>
                  <a:lnTo>
                    <a:pt x="1672765" y="1305392"/>
                  </a:lnTo>
                  <a:lnTo>
                    <a:pt x="1673837" y="1304684"/>
                  </a:lnTo>
                  <a:lnTo>
                    <a:pt x="1674908" y="1303977"/>
                  </a:lnTo>
                  <a:lnTo>
                    <a:pt x="1675980" y="1303269"/>
                  </a:lnTo>
                  <a:lnTo>
                    <a:pt x="1677052" y="1302563"/>
                  </a:lnTo>
                  <a:lnTo>
                    <a:pt x="1678123" y="1301856"/>
                  </a:lnTo>
                  <a:lnTo>
                    <a:pt x="1679195" y="1301150"/>
                  </a:lnTo>
                  <a:lnTo>
                    <a:pt x="1680266" y="1300444"/>
                  </a:lnTo>
                  <a:lnTo>
                    <a:pt x="1681338" y="1299739"/>
                  </a:lnTo>
                  <a:lnTo>
                    <a:pt x="1682410" y="1299033"/>
                  </a:lnTo>
                  <a:lnTo>
                    <a:pt x="1683481" y="1298328"/>
                  </a:lnTo>
                  <a:lnTo>
                    <a:pt x="1684553" y="1297624"/>
                  </a:lnTo>
                  <a:lnTo>
                    <a:pt x="1685624" y="1296919"/>
                  </a:lnTo>
                  <a:lnTo>
                    <a:pt x="1686696" y="1296215"/>
                  </a:lnTo>
                  <a:lnTo>
                    <a:pt x="1687768" y="1295512"/>
                  </a:lnTo>
                  <a:lnTo>
                    <a:pt x="1688839" y="1294808"/>
                  </a:lnTo>
                  <a:lnTo>
                    <a:pt x="1689911" y="1294105"/>
                  </a:lnTo>
                  <a:lnTo>
                    <a:pt x="1690982" y="1293403"/>
                  </a:lnTo>
                  <a:lnTo>
                    <a:pt x="1692054" y="1292700"/>
                  </a:lnTo>
                  <a:lnTo>
                    <a:pt x="1693126" y="1291998"/>
                  </a:lnTo>
                  <a:lnTo>
                    <a:pt x="1694197" y="1291296"/>
                  </a:lnTo>
                  <a:lnTo>
                    <a:pt x="1695269" y="1290595"/>
                  </a:lnTo>
                  <a:lnTo>
                    <a:pt x="1696340" y="1289893"/>
                  </a:lnTo>
                  <a:lnTo>
                    <a:pt x="1697412" y="1289192"/>
                  </a:lnTo>
                  <a:lnTo>
                    <a:pt x="1698484" y="1288492"/>
                  </a:lnTo>
                  <a:lnTo>
                    <a:pt x="1699555" y="1287791"/>
                  </a:lnTo>
                  <a:lnTo>
                    <a:pt x="1700627" y="1287091"/>
                  </a:lnTo>
                  <a:lnTo>
                    <a:pt x="1701698" y="1286392"/>
                  </a:lnTo>
                  <a:lnTo>
                    <a:pt x="1702770" y="1285692"/>
                  </a:lnTo>
                  <a:lnTo>
                    <a:pt x="1703842" y="1284993"/>
                  </a:lnTo>
                  <a:lnTo>
                    <a:pt x="1704913" y="1284294"/>
                  </a:lnTo>
                  <a:lnTo>
                    <a:pt x="1705985" y="1283596"/>
                  </a:lnTo>
                  <a:lnTo>
                    <a:pt x="1707056" y="1282897"/>
                  </a:lnTo>
                  <a:lnTo>
                    <a:pt x="1708128" y="1282199"/>
                  </a:lnTo>
                  <a:lnTo>
                    <a:pt x="1709200" y="1281502"/>
                  </a:lnTo>
                  <a:lnTo>
                    <a:pt x="1710271" y="1280804"/>
                  </a:lnTo>
                  <a:lnTo>
                    <a:pt x="1711343" y="1280107"/>
                  </a:lnTo>
                  <a:lnTo>
                    <a:pt x="1712414" y="1279410"/>
                  </a:lnTo>
                  <a:lnTo>
                    <a:pt x="1713486" y="1278714"/>
                  </a:lnTo>
                  <a:lnTo>
                    <a:pt x="1714558" y="1278018"/>
                  </a:lnTo>
                  <a:lnTo>
                    <a:pt x="1715629" y="1277322"/>
                  </a:lnTo>
                  <a:lnTo>
                    <a:pt x="1716701" y="1276626"/>
                  </a:lnTo>
                  <a:lnTo>
                    <a:pt x="1717772" y="1275931"/>
                  </a:lnTo>
                  <a:lnTo>
                    <a:pt x="1718844" y="1275236"/>
                  </a:lnTo>
                  <a:lnTo>
                    <a:pt x="1719916" y="1274541"/>
                  </a:lnTo>
                  <a:lnTo>
                    <a:pt x="1720987" y="1273847"/>
                  </a:lnTo>
                  <a:lnTo>
                    <a:pt x="1722059" y="1273153"/>
                  </a:lnTo>
                  <a:lnTo>
                    <a:pt x="1723130" y="1272459"/>
                  </a:lnTo>
                  <a:lnTo>
                    <a:pt x="1724202" y="1271765"/>
                  </a:lnTo>
                  <a:lnTo>
                    <a:pt x="1725274" y="1271072"/>
                  </a:lnTo>
                  <a:lnTo>
                    <a:pt x="1726345" y="1270379"/>
                  </a:lnTo>
                  <a:lnTo>
                    <a:pt x="1727417" y="1269686"/>
                  </a:lnTo>
                  <a:lnTo>
                    <a:pt x="1728488" y="1268994"/>
                  </a:lnTo>
                  <a:lnTo>
                    <a:pt x="1729560" y="1268301"/>
                  </a:lnTo>
                  <a:lnTo>
                    <a:pt x="1730632" y="1267610"/>
                  </a:lnTo>
                  <a:lnTo>
                    <a:pt x="1731703" y="1266918"/>
                  </a:lnTo>
                  <a:lnTo>
                    <a:pt x="1732775" y="1266227"/>
                  </a:lnTo>
                  <a:lnTo>
                    <a:pt x="1733846" y="1265536"/>
                  </a:lnTo>
                  <a:lnTo>
                    <a:pt x="1734918" y="1264845"/>
                  </a:lnTo>
                  <a:lnTo>
                    <a:pt x="1735990" y="1264155"/>
                  </a:lnTo>
                  <a:lnTo>
                    <a:pt x="1737061" y="1263465"/>
                  </a:lnTo>
                  <a:lnTo>
                    <a:pt x="1738133" y="1262775"/>
                  </a:lnTo>
                  <a:lnTo>
                    <a:pt x="1739204" y="1262085"/>
                  </a:lnTo>
                  <a:lnTo>
                    <a:pt x="1740276" y="1261396"/>
                  </a:lnTo>
                  <a:lnTo>
                    <a:pt x="1741348" y="1260707"/>
                  </a:lnTo>
                  <a:lnTo>
                    <a:pt x="1742419" y="1260018"/>
                  </a:lnTo>
                  <a:lnTo>
                    <a:pt x="1743491" y="1259330"/>
                  </a:lnTo>
                  <a:lnTo>
                    <a:pt x="1744562" y="1258642"/>
                  </a:lnTo>
                  <a:lnTo>
                    <a:pt x="1745634" y="1257954"/>
                  </a:lnTo>
                  <a:lnTo>
                    <a:pt x="1746706" y="1257266"/>
                  </a:lnTo>
                  <a:lnTo>
                    <a:pt x="1747777" y="1256579"/>
                  </a:lnTo>
                  <a:lnTo>
                    <a:pt x="1748849" y="1255892"/>
                  </a:lnTo>
                  <a:lnTo>
                    <a:pt x="1749920" y="1255205"/>
                  </a:lnTo>
                  <a:lnTo>
                    <a:pt x="1750992" y="1254519"/>
                  </a:lnTo>
                  <a:lnTo>
                    <a:pt x="1752064" y="1253833"/>
                  </a:lnTo>
                  <a:lnTo>
                    <a:pt x="1753135" y="1253147"/>
                  </a:lnTo>
                  <a:lnTo>
                    <a:pt x="1754207" y="1252462"/>
                  </a:lnTo>
                  <a:lnTo>
                    <a:pt x="1755278" y="1251776"/>
                  </a:lnTo>
                  <a:lnTo>
                    <a:pt x="1756350" y="1251091"/>
                  </a:lnTo>
                  <a:lnTo>
                    <a:pt x="1757422" y="1250407"/>
                  </a:lnTo>
                  <a:lnTo>
                    <a:pt x="1758493" y="1249722"/>
                  </a:lnTo>
                  <a:lnTo>
                    <a:pt x="1759565" y="1249038"/>
                  </a:lnTo>
                  <a:lnTo>
                    <a:pt x="1760636" y="1248354"/>
                  </a:lnTo>
                  <a:lnTo>
                    <a:pt x="1761708" y="1247671"/>
                  </a:lnTo>
                  <a:lnTo>
                    <a:pt x="1762780" y="1246987"/>
                  </a:lnTo>
                  <a:lnTo>
                    <a:pt x="1763851" y="1246304"/>
                  </a:lnTo>
                  <a:lnTo>
                    <a:pt x="1764923" y="1245622"/>
                  </a:lnTo>
                  <a:lnTo>
                    <a:pt x="1765994" y="1244939"/>
                  </a:lnTo>
                  <a:lnTo>
                    <a:pt x="1767066" y="1244257"/>
                  </a:lnTo>
                  <a:lnTo>
                    <a:pt x="1768138" y="1243575"/>
                  </a:lnTo>
                  <a:lnTo>
                    <a:pt x="1769209" y="1242894"/>
                  </a:lnTo>
                  <a:lnTo>
                    <a:pt x="1770281" y="1242213"/>
                  </a:lnTo>
                  <a:lnTo>
                    <a:pt x="1771352" y="1241532"/>
                  </a:lnTo>
                  <a:lnTo>
                    <a:pt x="1772424" y="1240851"/>
                  </a:lnTo>
                  <a:lnTo>
                    <a:pt x="1773496" y="1240171"/>
                  </a:lnTo>
                  <a:lnTo>
                    <a:pt x="1774567" y="1239491"/>
                  </a:lnTo>
                  <a:lnTo>
                    <a:pt x="1775639" y="1238811"/>
                  </a:lnTo>
                  <a:lnTo>
                    <a:pt x="1776710" y="1238131"/>
                  </a:lnTo>
                  <a:lnTo>
                    <a:pt x="1777782" y="1237452"/>
                  </a:lnTo>
                  <a:lnTo>
                    <a:pt x="1778853" y="1236773"/>
                  </a:lnTo>
                  <a:lnTo>
                    <a:pt x="1779925" y="1236094"/>
                  </a:lnTo>
                  <a:lnTo>
                    <a:pt x="1780997" y="1235416"/>
                  </a:lnTo>
                  <a:lnTo>
                    <a:pt x="1782068" y="1234738"/>
                  </a:lnTo>
                  <a:lnTo>
                    <a:pt x="1783140" y="1234060"/>
                  </a:lnTo>
                  <a:lnTo>
                    <a:pt x="1784211" y="1233382"/>
                  </a:lnTo>
                  <a:lnTo>
                    <a:pt x="1785283" y="1232705"/>
                  </a:lnTo>
                  <a:lnTo>
                    <a:pt x="1786355" y="1232028"/>
                  </a:lnTo>
                  <a:lnTo>
                    <a:pt x="1787426" y="1231352"/>
                  </a:lnTo>
                  <a:lnTo>
                    <a:pt x="1788498" y="1230675"/>
                  </a:lnTo>
                  <a:lnTo>
                    <a:pt x="1789569" y="1229999"/>
                  </a:lnTo>
                  <a:lnTo>
                    <a:pt x="1790641" y="1229323"/>
                  </a:lnTo>
                  <a:lnTo>
                    <a:pt x="1791713" y="1228648"/>
                  </a:lnTo>
                  <a:lnTo>
                    <a:pt x="1792784" y="1227973"/>
                  </a:lnTo>
                  <a:lnTo>
                    <a:pt x="1793856" y="1227298"/>
                  </a:lnTo>
                  <a:lnTo>
                    <a:pt x="1794927" y="1226623"/>
                  </a:lnTo>
                  <a:lnTo>
                    <a:pt x="1795999" y="1225949"/>
                  </a:lnTo>
                  <a:lnTo>
                    <a:pt x="1797071" y="1225275"/>
                  </a:lnTo>
                  <a:lnTo>
                    <a:pt x="1798142" y="1224601"/>
                  </a:lnTo>
                  <a:lnTo>
                    <a:pt x="1799214" y="1223928"/>
                  </a:lnTo>
                  <a:lnTo>
                    <a:pt x="1800285" y="1223254"/>
                  </a:lnTo>
                  <a:lnTo>
                    <a:pt x="1801357" y="1222581"/>
                  </a:lnTo>
                  <a:lnTo>
                    <a:pt x="1802429" y="1221909"/>
                  </a:lnTo>
                  <a:lnTo>
                    <a:pt x="1803500" y="1221237"/>
                  </a:lnTo>
                  <a:lnTo>
                    <a:pt x="1804572" y="1220565"/>
                  </a:lnTo>
                  <a:lnTo>
                    <a:pt x="1805643" y="1219893"/>
                  </a:lnTo>
                  <a:lnTo>
                    <a:pt x="1806715" y="1219221"/>
                  </a:lnTo>
                  <a:lnTo>
                    <a:pt x="1807787" y="1218550"/>
                  </a:lnTo>
                  <a:lnTo>
                    <a:pt x="1808858" y="1217879"/>
                  </a:lnTo>
                  <a:lnTo>
                    <a:pt x="1809930" y="1217209"/>
                  </a:lnTo>
                  <a:lnTo>
                    <a:pt x="1811001" y="1216539"/>
                  </a:lnTo>
                  <a:lnTo>
                    <a:pt x="1812073" y="1215869"/>
                  </a:lnTo>
                  <a:lnTo>
                    <a:pt x="1813145" y="1215199"/>
                  </a:lnTo>
                  <a:lnTo>
                    <a:pt x="1814216" y="1214530"/>
                  </a:lnTo>
                  <a:lnTo>
                    <a:pt x="1815288" y="1213861"/>
                  </a:lnTo>
                  <a:lnTo>
                    <a:pt x="1816359" y="1213192"/>
                  </a:lnTo>
                  <a:lnTo>
                    <a:pt x="1817431" y="1212523"/>
                  </a:lnTo>
                  <a:lnTo>
                    <a:pt x="1818503" y="1211855"/>
                  </a:lnTo>
                  <a:lnTo>
                    <a:pt x="1819574" y="1211187"/>
                  </a:lnTo>
                  <a:lnTo>
                    <a:pt x="1820646" y="1210520"/>
                  </a:lnTo>
                  <a:lnTo>
                    <a:pt x="1821717" y="1209852"/>
                  </a:lnTo>
                  <a:lnTo>
                    <a:pt x="1822789" y="1209185"/>
                  </a:lnTo>
                  <a:lnTo>
                    <a:pt x="1823861" y="1208519"/>
                  </a:lnTo>
                  <a:lnTo>
                    <a:pt x="1824932" y="1207852"/>
                  </a:lnTo>
                  <a:lnTo>
                    <a:pt x="1826004" y="1207186"/>
                  </a:lnTo>
                  <a:lnTo>
                    <a:pt x="1827075" y="1206520"/>
                  </a:lnTo>
                  <a:lnTo>
                    <a:pt x="1828147" y="1205855"/>
                  </a:lnTo>
                  <a:lnTo>
                    <a:pt x="1829219" y="1205190"/>
                  </a:lnTo>
                  <a:lnTo>
                    <a:pt x="1830290" y="1204525"/>
                  </a:lnTo>
                  <a:lnTo>
                    <a:pt x="1831362" y="1203860"/>
                  </a:lnTo>
                  <a:lnTo>
                    <a:pt x="1832433" y="1203196"/>
                  </a:lnTo>
                  <a:lnTo>
                    <a:pt x="1833505" y="1202532"/>
                  </a:lnTo>
                  <a:lnTo>
                    <a:pt x="1834577" y="1201868"/>
                  </a:lnTo>
                  <a:lnTo>
                    <a:pt x="1835648" y="1201205"/>
                  </a:lnTo>
                  <a:lnTo>
                    <a:pt x="1836720" y="1200541"/>
                  </a:lnTo>
                  <a:lnTo>
                    <a:pt x="1837791" y="1199879"/>
                  </a:lnTo>
                  <a:lnTo>
                    <a:pt x="1838863" y="1199216"/>
                  </a:lnTo>
                  <a:lnTo>
                    <a:pt x="1839935" y="1198554"/>
                  </a:lnTo>
                  <a:lnTo>
                    <a:pt x="1841006" y="1197892"/>
                  </a:lnTo>
                  <a:lnTo>
                    <a:pt x="1842078" y="1197230"/>
                  </a:lnTo>
                  <a:lnTo>
                    <a:pt x="1843149" y="1196569"/>
                  </a:lnTo>
                  <a:lnTo>
                    <a:pt x="1844221" y="1195908"/>
                  </a:lnTo>
                  <a:lnTo>
                    <a:pt x="1845293" y="1195247"/>
                  </a:lnTo>
                  <a:lnTo>
                    <a:pt x="1846364" y="1194587"/>
                  </a:lnTo>
                  <a:lnTo>
                    <a:pt x="1847436" y="1193927"/>
                  </a:lnTo>
                  <a:lnTo>
                    <a:pt x="1848507" y="1193267"/>
                  </a:lnTo>
                  <a:lnTo>
                    <a:pt x="1849579" y="1192608"/>
                  </a:lnTo>
                  <a:lnTo>
                    <a:pt x="1850651" y="1191948"/>
                  </a:lnTo>
                  <a:lnTo>
                    <a:pt x="1851722" y="1191290"/>
                  </a:lnTo>
                  <a:lnTo>
                    <a:pt x="1852794" y="1190631"/>
                  </a:lnTo>
                  <a:lnTo>
                    <a:pt x="1853865" y="1189973"/>
                  </a:lnTo>
                  <a:lnTo>
                    <a:pt x="1854937" y="1189315"/>
                  </a:lnTo>
                  <a:lnTo>
                    <a:pt x="1856009" y="1188657"/>
                  </a:lnTo>
                  <a:lnTo>
                    <a:pt x="1857080" y="1188000"/>
                  </a:lnTo>
                  <a:lnTo>
                    <a:pt x="1858152" y="1187343"/>
                  </a:lnTo>
                  <a:lnTo>
                    <a:pt x="1859223" y="1186686"/>
                  </a:lnTo>
                  <a:lnTo>
                    <a:pt x="1860295" y="1186030"/>
                  </a:lnTo>
                  <a:lnTo>
                    <a:pt x="1861367" y="1185374"/>
                  </a:lnTo>
                  <a:lnTo>
                    <a:pt x="1862438" y="1184718"/>
                  </a:lnTo>
                  <a:lnTo>
                    <a:pt x="1863510" y="1184062"/>
                  </a:lnTo>
                  <a:lnTo>
                    <a:pt x="1864581" y="1183407"/>
                  </a:lnTo>
                  <a:lnTo>
                    <a:pt x="1865653" y="1182752"/>
                  </a:lnTo>
                  <a:lnTo>
                    <a:pt x="1866725" y="1182098"/>
                  </a:lnTo>
                  <a:lnTo>
                    <a:pt x="1867796" y="1181443"/>
                  </a:lnTo>
                  <a:lnTo>
                    <a:pt x="1868868" y="1180789"/>
                  </a:lnTo>
                  <a:lnTo>
                    <a:pt x="1869939" y="1180136"/>
                  </a:lnTo>
                  <a:lnTo>
                    <a:pt x="1871011" y="1179482"/>
                  </a:lnTo>
                  <a:lnTo>
                    <a:pt x="1872083" y="1178829"/>
                  </a:lnTo>
                  <a:lnTo>
                    <a:pt x="1873154" y="1178177"/>
                  </a:lnTo>
                  <a:lnTo>
                    <a:pt x="1874226" y="1177524"/>
                  </a:lnTo>
                  <a:lnTo>
                    <a:pt x="1875297" y="1176872"/>
                  </a:lnTo>
                  <a:lnTo>
                    <a:pt x="1876369" y="1176220"/>
                  </a:lnTo>
                  <a:lnTo>
                    <a:pt x="1877441" y="1175569"/>
                  </a:lnTo>
                  <a:lnTo>
                    <a:pt x="1878512" y="1174918"/>
                  </a:lnTo>
                  <a:lnTo>
                    <a:pt x="1879584" y="1174267"/>
                  </a:lnTo>
                  <a:lnTo>
                    <a:pt x="1880655" y="1173617"/>
                  </a:lnTo>
                  <a:lnTo>
                    <a:pt x="1881727" y="1172966"/>
                  </a:lnTo>
                  <a:lnTo>
                    <a:pt x="1882799" y="1172316"/>
                  </a:lnTo>
                  <a:lnTo>
                    <a:pt x="1883870" y="1171667"/>
                  </a:lnTo>
                  <a:lnTo>
                    <a:pt x="1884942" y="1171018"/>
                  </a:lnTo>
                  <a:lnTo>
                    <a:pt x="1886013" y="1170369"/>
                  </a:lnTo>
                  <a:lnTo>
                    <a:pt x="1887085" y="1169720"/>
                  </a:lnTo>
                  <a:lnTo>
                    <a:pt x="1888157" y="1169072"/>
                  </a:lnTo>
                  <a:lnTo>
                    <a:pt x="1889228" y="1168424"/>
                  </a:lnTo>
                  <a:lnTo>
                    <a:pt x="1890300" y="1167776"/>
                  </a:lnTo>
                  <a:lnTo>
                    <a:pt x="1891371" y="1167129"/>
                  </a:lnTo>
                  <a:lnTo>
                    <a:pt x="1892443" y="1166482"/>
                  </a:lnTo>
                  <a:lnTo>
                    <a:pt x="1893515" y="1165835"/>
                  </a:lnTo>
                  <a:lnTo>
                    <a:pt x="1894586" y="1165189"/>
                  </a:lnTo>
                  <a:lnTo>
                    <a:pt x="1895658" y="1164543"/>
                  </a:lnTo>
                  <a:lnTo>
                    <a:pt x="1896729" y="1163897"/>
                  </a:lnTo>
                  <a:lnTo>
                    <a:pt x="1897801" y="1163251"/>
                  </a:lnTo>
                  <a:lnTo>
                    <a:pt x="1898873" y="1162606"/>
                  </a:lnTo>
                  <a:lnTo>
                    <a:pt x="1899944" y="1161961"/>
                  </a:lnTo>
                  <a:lnTo>
                    <a:pt x="1901016" y="1161317"/>
                  </a:lnTo>
                  <a:lnTo>
                    <a:pt x="1902087" y="1160673"/>
                  </a:lnTo>
                  <a:lnTo>
                    <a:pt x="1903159" y="1160029"/>
                  </a:lnTo>
                  <a:lnTo>
                    <a:pt x="1904231" y="1159385"/>
                  </a:lnTo>
                  <a:lnTo>
                    <a:pt x="1905302" y="1158742"/>
                  </a:lnTo>
                  <a:lnTo>
                    <a:pt x="1906374" y="1158099"/>
                  </a:lnTo>
                  <a:lnTo>
                    <a:pt x="1907445" y="1157457"/>
                  </a:lnTo>
                  <a:lnTo>
                    <a:pt x="1908517" y="1156814"/>
                  </a:lnTo>
                  <a:lnTo>
                    <a:pt x="1909589" y="1156173"/>
                  </a:lnTo>
                  <a:lnTo>
                    <a:pt x="1910660" y="1155531"/>
                  </a:lnTo>
                  <a:lnTo>
                    <a:pt x="1911732" y="1154890"/>
                  </a:lnTo>
                  <a:lnTo>
                    <a:pt x="1912803" y="1154249"/>
                  </a:lnTo>
                  <a:lnTo>
                    <a:pt x="1913875" y="1153608"/>
                  </a:lnTo>
                  <a:lnTo>
                    <a:pt x="1914947" y="1152968"/>
                  </a:lnTo>
                  <a:lnTo>
                    <a:pt x="1916018" y="1152328"/>
                  </a:lnTo>
                  <a:lnTo>
                    <a:pt x="1917090" y="1151688"/>
                  </a:lnTo>
                  <a:lnTo>
                    <a:pt x="1918161" y="1151049"/>
                  </a:lnTo>
                  <a:lnTo>
                    <a:pt x="1919233" y="1150410"/>
                  </a:lnTo>
                  <a:lnTo>
                    <a:pt x="1920305" y="1149771"/>
                  </a:lnTo>
                  <a:lnTo>
                    <a:pt x="1921376" y="1149133"/>
                  </a:lnTo>
                  <a:lnTo>
                    <a:pt x="1922448" y="1148495"/>
                  </a:lnTo>
                  <a:lnTo>
                    <a:pt x="1923519" y="1147857"/>
                  </a:lnTo>
                  <a:lnTo>
                    <a:pt x="1924591" y="1147220"/>
                  </a:lnTo>
                  <a:lnTo>
                    <a:pt x="1925663" y="1146583"/>
                  </a:lnTo>
                  <a:lnTo>
                    <a:pt x="1926734" y="1145946"/>
                  </a:lnTo>
                  <a:lnTo>
                    <a:pt x="1927806" y="1145309"/>
                  </a:lnTo>
                  <a:lnTo>
                    <a:pt x="1928877" y="1144673"/>
                  </a:lnTo>
                  <a:lnTo>
                    <a:pt x="1929949" y="1144038"/>
                  </a:lnTo>
                  <a:lnTo>
                    <a:pt x="1931021" y="1143402"/>
                  </a:lnTo>
                  <a:lnTo>
                    <a:pt x="1932092" y="1142767"/>
                  </a:lnTo>
                  <a:lnTo>
                    <a:pt x="1933164" y="1142132"/>
                  </a:lnTo>
                  <a:lnTo>
                    <a:pt x="1934235" y="1141498"/>
                  </a:lnTo>
                  <a:lnTo>
                    <a:pt x="1935307" y="1140864"/>
                  </a:lnTo>
                  <a:lnTo>
                    <a:pt x="1936379" y="1140230"/>
                  </a:lnTo>
                  <a:lnTo>
                    <a:pt x="1937450" y="1139597"/>
                  </a:lnTo>
                  <a:lnTo>
                    <a:pt x="1938522" y="1138964"/>
                  </a:lnTo>
                  <a:lnTo>
                    <a:pt x="1939593" y="1138331"/>
                  </a:lnTo>
                  <a:lnTo>
                    <a:pt x="1940665" y="1137699"/>
                  </a:lnTo>
                  <a:lnTo>
                    <a:pt x="1941737" y="1137067"/>
                  </a:lnTo>
                  <a:lnTo>
                    <a:pt x="1942808" y="1136435"/>
                  </a:lnTo>
                  <a:lnTo>
                    <a:pt x="1943880" y="1135804"/>
                  </a:lnTo>
                  <a:lnTo>
                    <a:pt x="1944951" y="1135173"/>
                  </a:lnTo>
                  <a:lnTo>
                    <a:pt x="1946023" y="1134542"/>
                  </a:lnTo>
                  <a:lnTo>
                    <a:pt x="1947095" y="1133912"/>
                  </a:lnTo>
                  <a:lnTo>
                    <a:pt x="1948166" y="1133282"/>
                  </a:lnTo>
                  <a:lnTo>
                    <a:pt x="1949238" y="1132652"/>
                  </a:lnTo>
                  <a:lnTo>
                    <a:pt x="1950309" y="1132023"/>
                  </a:lnTo>
                  <a:lnTo>
                    <a:pt x="1951381" y="1131394"/>
                  </a:lnTo>
                  <a:lnTo>
                    <a:pt x="1952453" y="1130765"/>
                  </a:lnTo>
                  <a:lnTo>
                    <a:pt x="1953524" y="1130137"/>
                  </a:lnTo>
                  <a:lnTo>
                    <a:pt x="1954596" y="1129509"/>
                  </a:lnTo>
                  <a:lnTo>
                    <a:pt x="1955667" y="1128881"/>
                  </a:lnTo>
                  <a:lnTo>
                    <a:pt x="1956739" y="1128254"/>
                  </a:lnTo>
                  <a:lnTo>
                    <a:pt x="1957810" y="1127627"/>
                  </a:lnTo>
                  <a:lnTo>
                    <a:pt x="1958882" y="1127000"/>
                  </a:lnTo>
                  <a:lnTo>
                    <a:pt x="1959954" y="1126374"/>
                  </a:lnTo>
                  <a:lnTo>
                    <a:pt x="1961025" y="1125748"/>
                  </a:lnTo>
                  <a:lnTo>
                    <a:pt x="1962097" y="1125122"/>
                  </a:lnTo>
                  <a:lnTo>
                    <a:pt x="1963168" y="1124497"/>
                  </a:lnTo>
                  <a:lnTo>
                    <a:pt x="1964240" y="1123872"/>
                  </a:lnTo>
                  <a:lnTo>
                    <a:pt x="1965312" y="1123248"/>
                  </a:lnTo>
                  <a:lnTo>
                    <a:pt x="1966383" y="1122623"/>
                  </a:lnTo>
                  <a:lnTo>
                    <a:pt x="1967455" y="1122000"/>
                  </a:lnTo>
                  <a:lnTo>
                    <a:pt x="1968526" y="1121376"/>
                  </a:lnTo>
                  <a:lnTo>
                    <a:pt x="1969598" y="1120753"/>
                  </a:lnTo>
                  <a:lnTo>
                    <a:pt x="1970670" y="1120130"/>
                  </a:lnTo>
                  <a:lnTo>
                    <a:pt x="1971741" y="1119508"/>
                  </a:lnTo>
                  <a:lnTo>
                    <a:pt x="1972813" y="1118885"/>
                  </a:lnTo>
                  <a:lnTo>
                    <a:pt x="1973884" y="1118264"/>
                  </a:lnTo>
                  <a:lnTo>
                    <a:pt x="1974956" y="1117642"/>
                  </a:lnTo>
                  <a:lnTo>
                    <a:pt x="1976028" y="1117021"/>
                  </a:lnTo>
                  <a:lnTo>
                    <a:pt x="1977099" y="1116400"/>
                  </a:lnTo>
                  <a:lnTo>
                    <a:pt x="1978171" y="1115780"/>
                  </a:lnTo>
                  <a:lnTo>
                    <a:pt x="1979242" y="1115160"/>
                  </a:lnTo>
                  <a:lnTo>
                    <a:pt x="1980314" y="1114540"/>
                  </a:lnTo>
                  <a:lnTo>
                    <a:pt x="1981386" y="1113921"/>
                  </a:lnTo>
                  <a:lnTo>
                    <a:pt x="1982457" y="1113302"/>
                  </a:lnTo>
                  <a:lnTo>
                    <a:pt x="1983529" y="1112683"/>
                  </a:lnTo>
                  <a:lnTo>
                    <a:pt x="1984600" y="1112065"/>
                  </a:lnTo>
                  <a:lnTo>
                    <a:pt x="1985672" y="1111447"/>
                  </a:lnTo>
                  <a:lnTo>
                    <a:pt x="1986744" y="1110829"/>
                  </a:lnTo>
                  <a:lnTo>
                    <a:pt x="1987815" y="1110212"/>
                  </a:lnTo>
                  <a:lnTo>
                    <a:pt x="1988887" y="1109595"/>
                  </a:lnTo>
                  <a:lnTo>
                    <a:pt x="1989958" y="1108978"/>
                  </a:lnTo>
                  <a:lnTo>
                    <a:pt x="1991030" y="1108362"/>
                  </a:lnTo>
                  <a:lnTo>
                    <a:pt x="1992102" y="1107746"/>
                  </a:lnTo>
                  <a:lnTo>
                    <a:pt x="1993173" y="1107131"/>
                  </a:lnTo>
                  <a:lnTo>
                    <a:pt x="1994245" y="1106516"/>
                  </a:lnTo>
                  <a:lnTo>
                    <a:pt x="1995316" y="1105901"/>
                  </a:lnTo>
                  <a:lnTo>
                    <a:pt x="1996388" y="1105286"/>
                  </a:lnTo>
                  <a:lnTo>
                    <a:pt x="1997460" y="1104672"/>
                  </a:lnTo>
                  <a:lnTo>
                    <a:pt x="1998531" y="1104058"/>
                  </a:lnTo>
                  <a:lnTo>
                    <a:pt x="1999603" y="1103445"/>
                  </a:lnTo>
                  <a:lnTo>
                    <a:pt x="2000674" y="1102832"/>
                  </a:lnTo>
                  <a:lnTo>
                    <a:pt x="2001746" y="1102219"/>
                  </a:lnTo>
                  <a:lnTo>
                    <a:pt x="2002818" y="1101607"/>
                  </a:lnTo>
                  <a:lnTo>
                    <a:pt x="2003889" y="1100995"/>
                  </a:lnTo>
                  <a:lnTo>
                    <a:pt x="2004961" y="1100383"/>
                  </a:lnTo>
                  <a:lnTo>
                    <a:pt x="2006032" y="1099772"/>
                  </a:lnTo>
                  <a:lnTo>
                    <a:pt x="2007104" y="1099161"/>
                  </a:lnTo>
                  <a:lnTo>
                    <a:pt x="2008176" y="1098550"/>
                  </a:lnTo>
                  <a:lnTo>
                    <a:pt x="2009247" y="1097940"/>
                  </a:lnTo>
                  <a:lnTo>
                    <a:pt x="2010319" y="1097330"/>
                  </a:lnTo>
                  <a:lnTo>
                    <a:pt x="2011390" y="1096721"/>
                  </a:lnTo>
                  <a:lnTo>
                    <a:pt x="2012462" y="1096111"/>
                  </a:lnTo>
                  <a:lnTo>
                    <a:pt x="2013534" y="1095502"/>
                  </a:lnTo>
                  <a:lnTo>
                    <a:pt x="2014605" y="1094894"/>
                  </a:lnTo>
                  <a:lnTo>
                    <a:pt x="2015677" y="1094286"/>
                  </a:lnTo>
                  <a:lnTo>
                    <a:pt x="2016748" y="1093678"/>
                  </a:lnTo>
                  <a:lnTo>
                    <a:pt x="2017820" y="1093070"/>
                  </a:lnTo>
                  <a:lnTo>
                    <a:pt x="2018892" y="1092463"/>
                  </a:lnTo>
                  <a:lnTo>
                    <a:pt x="2019963" y="1091857"/>
                  </a:lnTo>
                  <a:lnTo>
                    <a:pt x="2021035" y="1091250"/>
                  </a:lnTo>
                  <a:lnTo>
                    <a:pt x="2022106" y="1090644"/>
                  </a:lnTo>
                  <a:lnTo>
                    <a:pt x="2023178" y="1090038"/>
                  </a:lnTo>
                  <a:lnTo>
                    <a:pt x="2024250" y="1089433"/>
                  </a:lnTo>
                  <a:lnTo>
                    <a:pt x="2025321" y="1088828"/>
                  </a:lnTo>
                  <a:lnTo>
                    <a:pt x="2026393" y="1088223"/>
                  </a:lnTo>
                  <a:lnTo>
                    <a:pt x="2027464" y="1087619"/>
                  </a:lnTo>
                  <a:lnTo>
                    <a:pt x="2028536" y="1087015"/>
                  </a:lnTo>
                  <a:lnTo>
                    <a:pt x="2029608" y="1086412"/>
                  </a:lnTo>
                  <a:lnTo>
                    <a:pt x="2030679" y="1085808"/>
                  </a:lnTo>
                  <a:lnTo>
                    <a:pt x="2031751" y="1085205"/>
                  </a:lnTo>
                  <a:lnTo>
                    <a:pt x="2032822" y="1084603"/>
                  </a:lnTo>
                  <a:lnTo>
                    <a:pt x="2033894" y="1084001"/>
                  </a:lnTo>
                  <a:lnTo>
                    <a:pt x="2034966" y="1083399"/>
                  </a:lnTo>
                  <a:lnTo>
                    <a:pt x="2036037" y="1082797"/>
                  </a:lnTo>
                  <a:lnTo>
                    <a:pt x="2037109" y="1082196"/>
                  </a:lnTo>
                  <a:lnTo>
                    <a:pt x="2038180" y="1081595"/>
                  </a:lnTo>
                  <a:lnTo>
                    <a:pt x="2039252" y="1080995"/>
                  </a:lnTo>
                  <a:lnTo>
                    <a:pt x="2040324" y="1080395"/>
                  </a:lnTo>
                  <a:lnTo>
                    <a:pt x="2041395" y="1079795"/>
                  </a:lnTo>
                  <a:lnTo>
                    <a:pt x="2042467" y="1079196"/>
                  </a:lnTo>
                  <a:lnTo>
                    <a:pt x="2043538" y="1078597"/>
                  </a:lnTo>
                  <a:lnTo>
                    <a:pt x="2044610" y="1077998"/>
                  </a:lnTo>
                  <a:lnTo>
                    <a:pt x="2045682" y="1077400"/>
                  </a:lnTo>
                  <a:lnTo>
                    <a:pt x="2046753" y="1076802"/>
                  </a:lnTo>
                  <a:lnTo>
                    <a:pt x="2047825" y="1076204"/>
                  </a:lnTo>
                  <a:lnTo>
                    <a:pt x="2048896" y="1075607"/>
                  </a:lnTo>
                  <a:lnTo>
                    <a:pt x="2049968" y="1075010"/>
                  </a:lnTo>
                  <a:lnTo>
                    <a:pt x="2051040" y="1074413"/>
                  </a:lnTo>
                  <a:lnTo>
                    <a:pt x="2052111" y="1073817"/>
                  </a:lnTo>
                  <a:lnTo>
                    <a:pt x="2053183" y="1073221"/>
                  </a:lnTo>
                  <a:lnTo>
                    <a:pt x="2054254" y="1072626"/>
                  </a:lnTo>
                  <a:lnTo>
                    <a:pt x="2055326" y="1072030"/>
                  </a:lnTo>
                  <a:lnTo>
                    <a:pt x="2056398" y="1071436"/>
                  </a:lnTo>
                  <a:lnTo>
                    <a:pt x="2057469" y="1070841"/>
                  </a:lnTo>
                  <a:lnTo>
                    <a:pt x="2058541" y="1070247"/>
                  </a:lnTo>
                  <a:lnTo>
                    <a:pt x="2059612" y="1069653"/>
                  </a:lnTo>
                  <a:lnTo>
                    <a:pt x="2060684" y="1069060"/>
                  </a:lnTo>
                  <a:lnTo>
                    <a:pt x="2061756" y="1068467"/>
                  </a:lnTo>
                  <a:lnTo>
                    <a:pt x="2062827" y="1067874"/>
                  </a:lnTo>
                  <a:lnTo>
                    <a:pt x="2063899" y="1067281"/>
                  </a:lnTo>
                  <a:lnTo>
                    <a:pt x="2064970" y="1066689"/>
                  </a:lnTo>
                  <a:lnTo>
                    <a:pt x="2066042" y="1066098"/>
                  </a:lnTo>
                  <a:lnTo>
                    <a:pt x="2067114" y="1065506"/>
                  </a:lnTo>
                  <a:lnTo>
                    <a:pt x="2068185" y="1064915"/>
                  </a:lnTo>
                  <a:lnTo>
                    <a:pt x="2069257" y="1064325"/>
                  </a:lnTo>
                  <a:lnTo>
                    <a:pt x="2070328" y="1063734"/>
                  </a:lnTo>
                  <a:lnTo>
                    <a:pt x="2071400" y="1063144"/>
                  </a:lnTo>
                  <a:lnTo>
                    <a:pt x="2072472" y="1062555"/>
                  </a:lnTo>
                  <a:lnTo>
                    <a:pt x="2073543" y="1061965"/>
                  </a:lnTo>
                  <a:lnTo>
                    <a:pt x="2074615" y="1061377"/>
                  </a:lnTo>
                  <a:lnTo>
                    <a:pt x="2075686" y="1060788"/>
                  </a:lnTo>
                  <a:lnTo>
                    <a:pt x="2076758" y="1060200"/>
                  </a:lnTo>
                  <a:lnTo>
                    <a:pt x="2077830" y="1059612"/>
                  </a:lnTo>
                  <a:lnTo>
                    <a:pt x="2078901" y="1059024"/>
                  </a:lnTo>
                  <a:lnTo>
                    <a:pt x="2079973" y="1058437"/>
                  </a:lnTo>
                  <a:lnTo>
                    <a:pt x="2081044" y="1057850"/>
                  </a:lnTo>
                  <a:lnTo>
                    <a:pt x="2082116" y="1057264"/>
                  </a:lnTo>
                  <a:lnTo>
                    <a:pt x="2083188" y="1056678"/>
                  </a:lnTo>
                  <a:lnTo>
                    <a:pt x="2084259" y="1056092"/>
                  </a:lnTo>
                  <a:lnTo>
                    <a:pt x="2085331" y="1055506"/>
                  </a:lnTo>
                  <a:lnTo>
                    <a:pt x="2086402" y="1054921"/>
                  </a:lnTo>
                  <a:lnTo>
                    <a:pt x="2087474" y="1054336"/>
                  </a:lnTo>
                  <a:lnTo>
                    <a:pt x="2088546" y="1053752"/>
                  </a:lnTo>
                  <a:lnTo>
                    <a:pt x="2089617" y="1053168"/>
                  </a:lnTo>
                  <a:lnTo>
                    <a:pt x="2090689" y="1052584"/>
                  </a:lnTo>
                  <a:lnTo>
                    <a:pt x="2091760" y="1052001"/>
                  </a:lnTo>
                  <a:lnTo>
                    <a:pt x="2092832" y="1051418"/>
                  </a:lnTo>
                  <a:lnTo>
                    <a:pt x="2093904" y="1050835"/>
                  </a:lnTo>
                  <a:lnTo>
                    <a:pt x="2094975" y="1050253"/>
                  </a:lnTo>
                  <a:lnTo>
                    <a:pt x="2096047" y="1049671"/>
                  </a:lnTo>
                  <a:lnTo>
                    <a:pt x="2097118" y="1049089"/>
                  </a:lnTo>
                  <a:lnTo>
                    <a:pt x="2098190" y="1048508"/>
                  </a:lnTo>
                  <a:lnTo>
                    <a:pt x="2099262" y="1047927"/>
                  </a:lnTo>
                  <a:lnTo>
                    <a:pt x="2100333" y="1047346"/>
                  </a:lnTo>
                  <a:lnTo>
                    <a:pt x="2101405" y="1046766"/>
                  </a:lnTo>
                  <a:lnTo>
                    <a:pt x="2102476" y="1046186"/>
                  </a:lnTo>
                  <a:lnTo>
                    <a:pt x="2103548" y="1045606"/>
                  </a:lnTo>
                  <a:lnTo>
                    <a:pt x="2104620" y="1045027"/>
                  </a:lnTo>
                  <a:lnTo>
                    <a:pt x="2105691" y="1044448"/>
                  </a:lnTo>
                  <a:lnTo>
                    <a:pt x="2106763" y="1043869"/>
                  </a:lnTo>
                  <a:lnTo>
                    <a:pt x="2107834" y="1043291"/>
                  </a:lnTo>
                  <a:lnTo>
                    <a:pt x="2108906" y="1042713"/>
                  </a:lnTo>
                  <a:lnTo>
                    <a:pt x="2109978" y="1042135"/>
                  </a:lnTo>
                  <a:lnTo>
                    <a:pt x="2111049" y="1041558"/>
                  </a:lnTo>
                  <a:lnTo>
                    <a:pt x="2112121" y="1040981"/>
                  </a:lnTo>
                  <a:lnTo>
                    <a:pt x="2113192" y="1040404"/>
                  </a:lnTo>
                  <a:lnTo>
                    <a:pt x="2114264" y="1039828"/>
                  </a:lnTo>
                  <a:lnTo>
                    <a:pt x="2115336" y="1039252"/>
                  </a:lnTo>
                  <a:lnTo>
                    <a:pt x="2116407" y="1038677"/>
                  </a:lnTo>
                  <a:lnTo>
                    <a:pt x="2117479" y="1038101"/>
                  </a:lnTo>
                  <a:lnTo>
                    <a:pt x="2118550" y="1037527"/>
                  </a:lnTo>
                  <a:lnTo>
                    <a:pt x="2119622" y="1036952"/>
                  </a:lnTo>
                  <a:lnTo>
                    <a:pt x="2120694" y="1036378"/>
                  </a:lnTo>
                  <a:lnTo>
                    <a:pt x="2121765" y="1035804"/>
                  </a:lnTo>
                  <a:lnTo>
                    <a:pt x="2122837" y="1035230"/>
                  </a:lnTo>
                  <a:lnTo>
                    <a:pt x="2123908" y="1034657"/>
                  </a:lnTo>
                  <a:lnTo>
                    <a:pt x="2124980" y="1034084"/>
                  </a:lnTo>
                  <a:lnTo>
                    <a:pt x="2126052" y="1033512"/>
                  </a:lnTo>
                  <a:lnTo>
                    <a:pt x="2127123" y="1032939"/>
                  </a:lnTo>
                  <a:lnTo>
                    <a:pt x="2128195" y="1032368"/>
                  </a:lnTo>
                  <a:lnTo>
                    <a:pt x="2129266" y="1031796"/>
                  </a:lnTo>
                  <a:lnTo>
                    <a:pt x="2130338" y="1031225"/>
                  </a:lnTo>
                  <a:lnTo>
                    <a:pt x="2131409" y="1030654"/>
                  </a:lnTo>
                  <a:lnTo>
                    <a:pt x="2132481" y="1030083"/>
                  </a:lnTo>
                  <a:lnTo>
                    <a:pt x="2133553" y="1029513"/>
                  </a:lnTo>
                  <a:lnTo>
                    <a:pt x="2134624" y="1028943"/>
                  </a:lnTo>
                  <a:lnTo>
                    <a:pt x="2135696" y="1028374"/>
                  </a:lnTo>
                  <a:lnTo>
                    <a:pt x="2136767" y="1027805"/>
                  </a:lnTo>
                  <a:lnTo>
                    <a:pt x="2137839" y="1027236"/>
                  </a:lnTo>
                  <a:lnTo>
                    <a:pt x="2138911" y="1026667"/>
                  </a:lnTo>
                  <a:lnTo>
                    <a:pt x="2139982" y="1026099"/>
                  </a:lnTo>
                  <a:lnTo>
                    <a:pt x="2141054" y="1025531"/>
                  </a:lnTo>
                  <a:lnTo>
                    <a:pt x="2142125" y="1024963"/>
                  </a:lnTo>
                  <a:lnTo>
                    <a:pt x="2143197" y="1024396"/>
                  </a:lnTo>
                  <a:lnTo>
                    <a:pt x="2144269" y="1023829"/>
                  </a:lnTo>
                  <a:lnTo>
                    <a:pt x="2145340" y="1023263"/>
                  </a:lnTo>
                  <a:lnTo>
                    <a:pt x="2146412" y="1022696"/>
                  </a:lnTo>
                  <a:lnTo>
                    <a:pt x="2147483" y="1022130"/>
                  </a:lnTo>
                  <a:lnTo>
                    <a:pt x="2148555" y="1021565"/>
                  </a:lnTo>
                  <a:lnTo>
                    <a:pt x="2149627" y="1021000"/>
                  </a:lnTo>
                  <a:lnTo>
                    <a:pt x="2150698" y="1020435"/>
                  </a:lnTo>
                  <a:lnTo>
                    <a:pt x="2151770" y="1019870"/>
                  </a:lnTo>
                  <a:lnTo>
                    <a:pt x="2152841" y="1019306"/>
                  </a:lnTo>
                  <a:lnTo>
                    <a:pt x="2153913" y="1018742"/>
                  </a:lnTo>
                  <a:lnTo>
                    <a:pt x="2154985" y="1018178"/>
                  </a:lnTo>
                  <a:lnTo>
                    <a:pt x="2156056" y="1017615"/>
                  </a:lnTo>
                  <a:lnTo>
                    <a:pt x="2157128" y="1017052"/>
                  </a:lnTo>
                  <a:lnTo>
                    <a:pt x="2158199" y="1016489"/>
                  </a:lnTo>
                  <a:lnTo>
                    <a:pt x="2159271" y="1015927"/>
                  </a:lnTo>
                  <a:lnTo>
                    <a:pt x="2160343" y="1015365"/>
                  </a:lnTo>
                  <a:lnTo>
                    <a:pt x="2161414" y="1014803"/>
                  </a:lnTo>
                  <a:lnTo>
                    <a:pt x="2162486" y="1014242"/>
                  </a:lnTo>
                  <a:lnTo>
                    <a:pt x="2163557" y="1013681"/>
                  </a:lnTo>
                  <a:lnTo>
                    <a:pt x="2164629" y="1013120"/>
                  </a:lnTo>
                  <a:lnTo>
                    <a:pt x="2165701" y="1012559"/>
                  </a:lnTo>
                  <a:lnTo>
                    <a:pt x="2166772" y="1011999"/>
                  </a:lnTo>
                  <a:lnTo>
                    <a:pt x="2167844" y="1011440"/>
                  </a:lnTo>
                  <a:lnTo>
                    <a:pt x="2168915" y="1010880"/>
                  </a:lnTo>
                  <a:lnTo>
                    <a:pt x="2169987" y="1010321"/>
                  </a:lnTo>
                  <a:lnTo>
                    <a:pt x="2171059" y="1009762"/>
                  </a:lnTo>
                  <a:lnTo>
                    <a:pt x="2172130" y="1009204"/>
                  </a:lnTo>
                  <a:lnTo>
                    <a:pt x="2173202" y="1008645"/>
                  </a:lnTo>
                  <a:lnTo>
                    <a:pt x="2174273" y="1008088"/>
                  </a:lnTo>
                  <a:lnTo>
                    <a:pt x="2175345" y="1007530"/>
                  </a:lnTo>
                  <a:lnTo>
                    <a:pt x="2176417" y="1006973"/>
                  </a:lnTo>
                  <a:lnTo>
                    <a:pt x="2177488" y="1006416"/>
                  </a:lnTo>
                  <a:lnTo>
                    <a:pt x="2178560" y="1005859"/>
                  </a:lnTo>
                  <a:lnTo>
                    <a:pt x="2179631" y="1005303"/>
                  </a:lnTo>
                  <a:lnTo>
                    <a:pt x="2180703" y="1004747"/>
                  </a:lnTo>
                  <a:lnTo>
                    <a:pt x="2181775" y="1004191"/>
                  </a:lnTo>
                  <a:lnTo>
                    <a:pt x="2182846" y="1003636"/>
                  </a:lnTo>
                  <a:lnTo>
                    <a:pt x="2183918" y="1003081"/>
                  </a:lnTo>
                  <a:lnTo>
                    <a:pt x="2184989" y="1002526"/>
                  </a:lnTo>
                  <a:lnTo>
                    <a:pt x="2186061" y="1001972"/>
                  </a:lnTo>
                  <a:lnTo>
                    <a:pt x="2187133" y="1001418"/>
                  </a:lnTo>
                  <a:lnTo>
                    <a:pt x="2188204" y="1000864"/>
                  </a:lnTo>
                  <a:lnTo>
                    <a:pt x="2189276" y="1000310"/>
                  </a:lnTo>
                  <a:lnTo>
                    <a:pt x="2190347" y="999757"/>
                  </a:lnTo>
                  <a:lnTo>
                    <a:pt x="2191419" y="999204"/>
                  </a:lnTo>
                  <a:lnTo>
                    <a:pt x="2192491" y="998652"/>
                  </a:lnTo>
                  <a:lnTo>
                    <a:pt x="2193562" y="998100"/>
                  </a:lnTo>
                  <a:lnTo>
                    <a:pt x="2194634" y="997548"/>
                  </a:lnTo>
                  <a:lnTo>
                    <a:pt x="2195705" y="996996"/>
                  </a:lnTo>
                  <a:lnTo>
                    <a:pt x="2196777" y="996445"/>
                  </a:lnTo>
                  <a:lnTo>
                    <a:pt x="2197849" y="995894"/>
                  </a:lnTo>
                  <a:lnTo>
                    <a:pt x="2198920" y="995343"/>
                  </a:lnTo>
                  <a:lnTo>
                    <a:pt x="2199992" y="994793"/>
                  </a:lnTo>
                  <a:lnTo>
                    <a:pt x="2201063" y="994242"/>
                  </a:lnTo>
                  <a:lnTo>
                    <a:pt x="2202135" y="993693"/>
                  </a:lnTo>
                  <a:lnTo>
                    <a:pt x="2203207" y="993143"/>
                  </a:lnTo>
                  <a:lnTo>
                    <a:pt x="2204278" y="992594"/>
                  </a:lnTo>
                  <a:lnTo>
                    <a:pt x="2205350" y="992045"/>
                  </a:lnTo>
                  <a:lnTo>
                    <a:pt x="2206421" y="991497"/>
                  </a:lnTo>
                  <a:lnTo>
                    <a:pt x="2207493" y="990948"/>
                  </a:lnTo>
                  <a:lnTo>
                    <a:pt x="2208565" y="990400"/>
                  </a:lnTo>
                  <a:lnTo>
                    <a:pt x="2209636" y="989853"/>
                  </a:lnTo>
                  <a:lnTo>
                    <a:pt x="2210708" y="989305"/>
                  </a:lnTo>
                  <a:lnTo>
                    <a:pt x="2211779" y="988758"/>
                  </a:lnTo>
                  <a:lnTo>
                    <a:pt x="2212851" y="988211"/>
                  </a:lnTo>
                  <a:lnTo>
                    <a:pt x="2213923" y="987665"/>
                  </a:lnTo>
                  <a:lnTo>
                    <a:pt x="2214994" y="987119"/>
                  </a:lnTo>
                  <a:lnTo>
                    <a:pt x="2216066" y="986573"/>
                  </a:lnTo>
                  <a:lnTo>
                    <a:pt x="2217137" y="986027"/>
                  </a:lnTo>
                  <a:lnTo>
                    <a:pt x="2218209" y="985482"/>
                  </a:lnTo>
                  <a:lnTo>
                    <a:pt x="2219281" y="984937"/>
                  </a:lnTo>
                  <a:lnTo>
                    <a:pt x="2220352" y="984392"/>
                  </a:lnTo>
                  <a:lnTo>
                    <a:pt x="2221424" y="983848"/>
                  </a:lnTo>
                  <a:lnTo>
                    <a:pt x="2222495" y="983304"/>
                  </a:lnTo>
                  <a:lnTo>
                    <a:pt x="2223567" y="982760"/>
                  </a:lnTo>
                  <a:lnTo>
                    <a:pt x="2224639" y="982217"/>
                  </a:lnTo>
                  <a:lnTo>
                    <a:pt x="2225710" y="981673"/>
                  </a:lnTo>
                  <a:lnTo>
                    <a:pt x="2226782" y="981130"/>
                  </a:lnTo>
                  <a:lnTo>
                    <a:pt x="2227853" y="980588"/>
                  </a:lnTo>
                  <a:lnTo>
                    <a:pt x="2228925" y="980045"/>
                  </a:lnTo>
                  <a:lnTo>
                    <a:pt x="2229997" y="979503"/>
                  </a:lnTo>
                  <a:lnTo>
                    <a:pt x="2231068" y="978962"/>
                  </a:lnTo>
                  <a:lnTo>
                    <a:pt x="2232140" y="978420"/>
                  </a:lnTo>
                  <a:lnTo>
                    <a:pt x="2233211" y="977879"/>
                  </a:lnTo>
                  <a:lnTo>
                    <a:pt x="2234283" y="977338"/>
                  </a:lnTo>
                  <a:lnTo>
                    <a:pt x="2235355" y="976797"/>
                  </a:lnTo>
                  <a:lnTo>
                    <a:pt x="2236426" y="976257"/>
                  </a:lnTo>
                  <a:lnTo>
                    <a:pt x="2237498" y="975717"/>
                  </a:lnTo>
                  <a:lnTo>
                    <a:pt x="2238569" y="975177"/>
                  </a:lnTo>
                  <a:lnTo>
                    <a:pt x="2239641" y="974638"/>
                  </a:lnTo>
                  <a:lnTo>
                    <a:pt x="2240713" y="974099"/>
                  </a:lnTo>
                  <a:lnTo>
                    <a:pt x="2241784" y="973560"/>
                  </a:lnTo>
                  <a:lnTo>
                    <a:pt x="2242856" y="973021"/>
                  </a:lnTo>
                  <a:lnTo>
                    <a:pt x="2243927" y="972483"/>
                  </a:lnTo>
                  <a:lnTo>
                    <a:pt x="2244999" y="971945"/>
                  </a:lnTo>
                  <a:lnTo>
                    <a:pt x="2246071" y="971407"/>
                  </a:lnTo>
                  <a:lnTo>
                    <a:pt x="2247142" y="970869"/>
                  </a:lnTo>
                  <a:lnTo>
                    <a:pt x="2248214" y="970332"/>
                  </a:lnTo>
                  <a:lnTo>
                    <a:pt x="2249285" y="969795"/>
                  </a:lnTo>
                  <a:lnTo>
                    <a:pt x="2250357" y="969259"/>
                  </a:lnTo>
                  <a:lnTo>
                    <a:pt x="2251429" y="968722"/>
                  </a:lnTo>
                  <a:lnTo>
                    <a:pt x="2252500" y="968186"/>
                  </a:lnTo>
                  <a:lnTo>
                    <a:pt x="2253572" y="967650"/>
                  </a:lnTo>
                  <a:lnTo>
                    <a:pt x="2254643" y="967115"/>
                  </a:lnTo>
                  <a:lnTo>
                    <a:pt x="2255715" y="966580"/>
                  </a:lnTo>
                  <a:lnTo>
                    <a:pt x="2256787" y="966045"/>
                  </a:lnTo>
                  <a:lnTo>
                    <a:pt x="2257858" y="965510"/>
                  </a:lnTo>
                  <a:lnTo>
                    <a:pt x="2258930" y="964975"/>
                  </a:lnTo>
                  <a:lnTo>
                    <a:pt x="2260001" y="964441"/>
                  </a:lnTo>
                  <a:lnTo>
                    <a:pt x="2261073" y="963907"/>
                  </a:lnTo>
                  <a:lnTo>
                    <a:pt x="2262145" y="963374"/>
                  </a:lnTo>
                  <a:lnTo>
                    <a:pt x="2263216" y="962840"/>
                  </a:lnTo>
                  <a:lnTo>
                    <a:pt x="2264288" y="962307"/>
                  </a:lnTo>
                  <a:lnTo>
                    <a:pt x="2265359" y="961774"/>
                  </a:lnTo>
                  <a:lnTo>
                    <a:pt x="2266431" y="961242"/>
                  </a:lnTo>
                  <a:lnTo>
                    <a:pt x="2267503" y="960710"/>
                  </a:lnTo>
                  <a:lnTo>
                    <a:pt x="2268574" y="960178"/>
                  </a:lnTo>
                  <a:lnTo>
                    <a:pt x="2269646" y="959646"/>
                  </a:lnTo>
                  <a:lnTo>
                    <a:pt x="2270717" y="959114"/>
                  </a:lnTo>
                  <a:lnTo>
                    <a:pt x="2271789" y="958583"/>
                  </a:lnTo>
                  <a:lnTo>
                    <a:pt x="2272861" y="958052"/>
                  </a:lnTo>
                  <a:lnTo>
                    <a:pt x="2273932" y="957522"/>
                  </a:lnTo>
                  <a:lnTo>
                    <a:pt x="2275004" y="956991"/>
                  </a:lnTo>
                  <a:lnTo>
                    <a:pt x="2276075" y="956461"/>
                  </a:lnTo>
                  <a:lnTo>
                    <a:pt x="2277147" y="955931"/>
                  </a:lnTo>
                  <a:lnTo>
                    <a:pt x="2278219" y="955401"/>
                  </a:lnTo>
                  <a:lnTo>
                    <a:pt x="2279290" y="954872"/>
                  </a:lnTo>
                  <a:lnTo>
                    <a:pt x="2280362" y="954343"/>
                  </a:lnTo>
                  <a:lnTo>
                    <a:pt x="2281433" y="953814"/>
                  </a:lnTo>
                  <a:lnTo>
                    <a:pt x="2282505" y="953286"/>
                  </a:lnTo>
                  <a:lnTo>
                    <a:pt x="2283577" y="952757"/>
                  </a:lnTo>
                  <a:lnTo>
                    <a:pt x="2284648" y="952229"/>
                  </a:lnTo>
                  <a:lnTo>
                    <a:pt x="2285720" y="951701"/>
                  </a:lnTo>
                  <a:lnTo>
                    <a:pt x="2286791" y="951174"/>
                  </a:lnTo>
                  <a:lnTo>
                    <a:pt x="2287863" y="950647"/>
                  </a:lnTo>
                  <a:lnTo>
                    <a:pt x="2288935" y="950119"/>
                  </a:lnTo>
                  <a:lnTo>
                    <a:pt x="2290006" y="949593"/>
                  </a:lnTo>
                  <a:lnTo>
                    <a:pt x="2291078" y="949066"/>
                  </a:lnTo>
                  <a:lnTo>
                    <a:pt x="2292149" y="948540"/>
                  </a:lnTo>
                  <a:lnTo>
                    <a:pt x="2293221" y="948014"/>
                  </a:lnTo>
                  <a:lnTo>
                    <a:pt x="2294293" y="947488"/>
                  </a:lnTo>
                  <a:lnTo>
                    <a:pt x="2295364" y="946962"/>
                  </a:lnTo>
                  <a:lnTo>
                    <a:pt x="2296436" y="946437"/>
                  </a:lnTo>
                  <a:lnTo>
                    <a:pt x="2297507" y="945912"/>
                  </a:lnTo>
                  <a:lnTo>
                    <a:pt x="2298579" y="945387"/>
                  </a:lnTo>
                  <a:lnTo>
                    <a:pt x="2299651" y="944863"/>
                  </a:lnTo>
                  <a:lnTo>
                    <a:pt x="2300722" y="944339"/>
                  </a:lnTo>
                  <a:lnTo>
                    <a:pt x="2301794" y="943815"/>
                  </a:lnTo>
                  <a:lnTo>
                    <a:pt x="2302865" y="943291"/>
                  </a:lnTo>
                  <a:lnTo>
                    <a:pt x="2303937" y="942767"/>
                  </a:lnTo>
                  <a:lnTo>
                    <a:pt x="2305009" y="942244"/>
                  </a:lnTo>
                  <a:lnTo>
                    <a:pt x="2306080" y="941721"/>
                  </a:lnTo>
                  <a:lnTo>
                    <a:pt x="2307152" y="941198"/>
                  </a:lnTo>
                  <a:lnTo>
                    <a:pt x="2308223" y="940675"/>
                  </a:lnTo>
                  <a:lnTo>
                    <a:pt x="2309295" y="940153"/>
                  </a:lnTo>
                  <a:lnTo>
                    <a:pt x="2310366" y="939631"/>
                  </a:lnTo>
                  <a:lnTo>
                    <a:pt x="2311438" y="939109"/>
                  </a:lnTo>
                  <a:lnTo>
                    <a:pt x="2312510" y="938587"/>
                  </a:lnTo>
                  <a:lnTo>
                    <a:pt x="2313581" y="938066"/>
                  </a:lnTo>
                  <a:lnTo>
                    <a:pt x="2314653" y="937545"/>
                  </a:lnTo>
                  <a:lnTo>
                    <a:pt x="2315724" y="937024"/>
                  </a:lnTo>
                  <a:lnTo>
                    <a:pt x="2316796" y="936503"/>
                  </a:lnTo>
                  <a:lnTo>
                    <a:pt x="2317868" y="935983"/>
                  </a:lnTo>
                  <a:lnTo>
                    <a:pt x="2318939" y="935463"/>
                  </a:lnTo>
                  <a:lnTo>
                    <a:pt x="2320011" y="934943"/>
                  </a:lnTo>
                  <a:lnTo>
                    <a:pt x="2321082" y="934423"/>
                  </a:lnTo>
                  <a:lnTo>
                    <a:pt x="2322154" y="933903"/>
                  </a:lnTo>
                  <a:lnTo>
                    <a:pt x="2323226" y="933384"/>
                  </a:lnTo>
                  <a:lnTo>
                    <a:pt x="2324297" y="932865"/>
                  </a:lnTo>
                  <a:lnTo>
                    <a:pt x="2325369" y="932346"/>
                  </a:lnTo>
                  <a:lnTo>
                    <a:pt x="2326440" y="931828"/>
                  </a:lnTo>
                  <a:lnTo>
                    <a:pt x="2327512" y="931309"/>
                  </a:lnTo>
                  <a:lnTo>
                    <a:pt x="2328584" y="930791"/>
                  </a:lnTo>
                  <a:lnTo>
                    <a:pt x="2329655" y="930273"/>
                  </a:lnTo>
                  <a:lnTo>
                    <a:pt x="2330727" y="929756"/>
                  </a:lnTo>
                  <a:lnTo>
                    <a:pt x="2331798" y="929238"/>
                  </a:lnTo>
                  <a:lnTo>
                    <a:pt x="2332870" y="928721"/>
                  </a:lnTo>
                  <a:lnTo>
                    <a:pt x="2333942" y="928204"/>
                  </a:lnTo>
                  <a:lnTo>
                    <a:pt x="2335013" y="927687"/>
                  </a:lnTo>
                  <a:lnTo>
                    <a:pt x="2336085" y="927170"/>
                  </a:lnTo>
                  <a:lnTo>
                    <a:pt x="2337156" y="926654"/>
                  </a:lnTo>
                  <a:lnTo>
                    <a:pt x="2338228" y="926138"/>
                  </a:lnTo>
                  <a:lnTo>
                    <a:pt x="2339300" y="925622"/>
                  </a:lnTo>
                  <a:lnTo>
                    <a:pt x="2340371" y="925106"/>
                  </a:lnTo>
                  <a:lnTo>
                    <a:pt x="2341443" y="924591"/>
                  </a:lnTo>
                  <a:lnTo>
                    <a:pt x="2342514" y="924076"/>
                  </a:lnTo>
                  <a:lnTo>
                    <a:pt x="2343586" y="923561"/>
                  </a:lnTo>
                  <a:lnTo>
                    <a:pt x="2344658" y="923046"/>
                  </a:lnTo>
                  <a:lnTo>
                    <a:pt x="2345729" y="922531"/>
                  </a:lnTo>
                  <a:lnTo>
                    <a:pt x="2346801" y="922017"/>
                  </a:lnTo>
                  <a:lnTo>
                    <a:pt x="2347872" y="921502"/>
                  </a:lnTo>
                  <a:lnTo>
                    <a:pt x="2348944" y="920989"/>
                  </a:lnTo>
                  <a:lnTo>
                    <a:pt x="2350016" y="920475"/>
                  </a:lnTo>
                  <a:lnTo>
                    <a:pt x="2351087" y="919961"/>
                  </a:lnTo>
                  <a:lnTo>
                    <a:pt x="2352159" y="919448"/>
                  </a:lnTo>
                  <a:lnTo>
                    <a:pt x="2353230" y="918935"/>
                  </a:lnTo>
                  <a:lnTo>
                    <a:pt x="2354302" y="918422"/>
                  </a:lnTo>
                  <a:lnTo>
                    <a:pt x="2355374" y="917909"/>
                  </a:lnTo>
                  <a:lnTo>
                    <a:pt x="2356445" y="917396"/>
                  </a:lnTo>
                  <a:lnTo>
                    <a:pt x="2357517" y="916884"/>
                  </a:lnTo>
                  <a:lnTo>
                    <a:pt x="2358588" y="916372"/>
                  </a:lnTo>
                  <a:lnTo>
                    <a:pt x="2359660" y="915860"/>
                  </a:lnTo>
                  <a:lnTo>
                    <a:pt x="2360732" y="915348"/>
                  </a:lnTo>
                  <a:lnTo>
                    <a:pt x="2361803" y="914837"/>
                  </a:lnTo>
                  <a:lnTo>
                    <a:pt x="2362875" y="914326"/>
                  </a:lnTo>
                  <a:lnTo>
                    <a:pt x="2363946" y="913814"/>
                  </a:lnTo>
                  <a:lnTo>
                    <a:pt x="2365018" y="913304"/>
                  </a:lnTo>
                  <a:lnTo>
                    <a:pt x="2366090" y="912793"/>
                  </a:lnTo>
                  <a:lnTo>
                    <a:pt x="2367161" y="912282"/>
                  </a:lnTo>
                  <a:lnTo>
                    <a:pt x="2368233" y="911772"/>
                  </a:lnTo>
                  <a:lnTo>
                    <a:pt x="2369304" y="911262"/>
                  </a:lnTo>
                  <a:lnTo>
                    <a:pt x="2370376" y="910752"/>
                  </a:lnTo>
                  <a:lnTo>
                    <a:pt x="2371448" y="910242"/>
                  </a:lnTo>
                  <a:lnTo>
                    <a:pt x="2372519" y="909733"/>
                  </a:lnTo>
                  <a:lnTo>
                    <a:pt x="2373591" y="909223"/>
                  </a:lnTo>
                  <a:lnTo>
                    <a:pt x="2374662" y="908714"/>
                  </a:lnTo>
                  <a:lnTo>
                    <a:pt x="2375734" y="908205"/>
                  </a:lnTo>
                  <a:lnTo>
                    <a:pt x="2376806" y="907696"/>
                  </a:lnTo>
                  <a:lnTo>
                    <a:pt x="2377877" y="907188"/>
                  </a:lnTo>
                  <a:lnTo>
                    <a:pt x="2378949" y="906679"/>
                  </a:lnTo>
                  <a:lnTo>
                    <a:pt x="2380020" y="906171"/>
                  </a:lnTo>
                  <a:lnTo>
                    <a:pt x="2381092" y="905663"/>
                  </a:lnTo>
                  <a:lnTo>
                    <a:pt x="2382164" y="905155"/>
                  </a:lnTo>
                  <a:lnTo>
                    <a:pt x="2383235" y="904647"/>
                  </a:lnTo>
                  <a:lnTo>
                    <a:pt x="2384307" y="904140"/>
                  </a:lnTo>
                  <a:lnTo>
                    <a:pt x="2385378" y="903633"/>
                  </a:lnTo>
                  <a:lnTo>
                    <a:pt x="2386450" y="903126"/>
                  </a:lnTo>
                  <a:lnTo>
                    <a:pt x="2387522" y="902619"/>
                  </a:lnTo>
                  <a:lnTo>
                    <a:pt x="2388593" y="902112"/>
                  </a:lnTo>
                  <a:lnTo>
                    <a:pt x="2389665" y="901605"/>
                  </a:lnTo>
                  <a:lnTo>
                    <a:pt x="2390736" y="901099"/>
                  </a:lnTo>
                  <a:lnTo>
                    <a:pt x="2391808" y="900593"/>
                  </a:lnTo>
                  <a:lnTo>
                    <a:pt x="2392880" y="900086"/>
                  </a:lnTo>
                  <a:lnTo>
                    <a:pt x="2393951" y="899581"/>
                  </a:lnTo>
                  <a:lnTo>
                    <a:pt x="2395023" y="899075"/>
                  </a:lnTo>
                  <a:lnTo>
                    <a:pt x="2396094" y="898569"/>
                  </a:lnTo>
                  <a:lnTo>
                    <a:pt x="2397166" y="898064"/>
                  </a:lnTo>
                  <a:lnTo>
                    <a:pt x="2398238" y="897559"/>
                  </a:lnTo>
                  <a:lnTo>
                    <a:pt x="2399309" y="897054"/>
                  </a:lnTo>
                  <a:lnTo>
                    <a:pt x="2400381" y="896549"/>
                  </a:lnTo>
                  <a:lnTo>
                    <a:pt x="2401452" y="896044"/>
                  </a:lnTo>
                  <a:lnTo>
                    <a:pt x="2402524" y="895540"/>
                  </a:lnTo>
                  <a:lnTo>
                    <a:pt x="2403596" y="895035"/>
                  </a:lnTo>
                  <a:lnTo>
                    <a:pt x="2404667" y="894531"/>
                  </a:lnTo>
                  <a:lnTo>
                    <a:pt x="2405739" y="894027"/>
                  </a:lnTo>
                  <a:lnTo>
                    <a:pt x="2406810" y="893523"/>
                  </a:lnTo>
                  <a:lnTo>
                    <a:pt x="2407882" y="893019"/>
                  </a:lnTo>
                  <a:lnTo>
                    <a:pt x="2408954" y="892516"/>
                  </a:lnTo>
                  <a:lnTo>
                    <a:pt x="2410025" y="892012"/>
                  </a:lnTo>
                  <a:lnTo>
                    <a:pt x="2411097" y="891509"/>
                  </a:lnTo>
                  <a:lnTo>
                    <a:pt x="2412168" y="891006"/>
                  </a:lnTo>
                  <a:lnTo>
                    <a:pt x="2413240" y="890503"/>
                  </a:lnTo>
                  <a:lnTo>
                    <a:pt x="2414312" y="890000"/>
                  </a:lnTo>
                  <a:lnTo>
                    <a:pt x="2415383" y="889498"/>
                  </a:lnTo>
                  <a:lnTo>
                    <a:pt x="2416455" y="888995"/>
                  </a:lnTo>
                  <a:lnTo>
                    <a:pt x="2417526" y="888493"/>
                  </a:lnTo>
                  <a:lnTo>
                    <a:pt x="2418598" y="887991"/>
                  </a:lnTo>
                  <a:lnTo>
                    <a:pt x="2419670" y="887489"/>
                  </a:lnTo>
                  <a:lnTo>
                    <a:pt x="2420741" y="886987"/>
                  </a:lnTo>
                  <a:lnTo>
                    <a:pt x="2421813" y="886485"/>
                  </a:lnTo>
                  <a:lnTo>
                    <a:pt x="2422884" y="885984"/>
                  </a:lnTo>
                  <a:lnTo>
                    <a:pt x="2423956" y="885482"/>
                  </a:lnTo>
                  <a:lnTo>
                    <a:pt x="2425028" y="884981"/>
                  </a:lnTo>
                  <a:lnTo>
                    <a:pt x="2426099" y="884480"/>
                  </a:lnTo>
                  <a:lnTo>
                    <a:pt x="2427171" y="883979"/>
                  </a:lnTo>
                  <a:lnTo>
                    <a:pt x="2428242" y="883478"/>
                  </a:lnTo>
                  <a:lnTo>
                    <a:pt x="2429314" y="882977"/>
                  </a:lnTo>
                  <a:lnTo>
                    <a:pt x="2430386" y="882477"/>
                  </a:lnTo>
                  <a:lnTo>
                    <a:pt x="2431457" y="881976"/>
                  </a:lnTo>
                  <a:lnTo>
                    <a:pt x="2432529" y="881476"/>
                  </a:lnTo>
                  <a:lnTo>
                    <a:pt x="2433600" y="880976"/>
                  </a:lnTo>
                  <a:lnTo>
                    <a:pt x="2434672" y="880476"/>
                  </a:lnTo>
                  <a:lnTo>
                    <a:pt x="2435744" y="879976"/>
                  </a:lnTo>
                  <a:lnTo>
                    <a:pt x="2436815" y="879476"/>
                  </a:lnTo>
                  <a:lnTo>
                    <a:pt x="2437887" y="878977"/>
                  </a:lnTo>
                  <a:lnTo>
                    <a:pt x="2438958" y="878477"/>
                  </a:lnTo>
                  <a:lnTo>
                    <a:pt x="2440030" y="877978"/>
                  </a:lnTo>
                  <a:lnTo>
                    <a:pt x="2441102" y="877479"/>
                  </a:lnTo>
                  <a:lnTo>
                    <a:pt x="2442173" y="876980"/>
                  </a:lnTo>
                  <a:lnTo>
                    <a:pt x="2443245" y="876481"/>
                  </a:lnTo>
                  <a:lnTo>
                    <a:pt x="2444316" y="875982"/>
                  </a:lnTo>
                  <a:lnTo>
                    <a:pt x="2445388" y="875483"/>
                  </a:lnTo>
                  <a:lnTo>
                    <a:pt x="2446460" y="874985"/>
                  </a:lnTo>
                  <a:lnTo>
                    <a:pt x="2447531" y="874486"/>
                  </a:lnTo>
                  <a:lnTo>
                    <a:pt x="2448603" y="873988"/>
                  </a:lnTo>
                  <a:lnTo>
                    <a:pt x="2449674" y="873490"/>
                  </a:lnTo>
                  <a:lnTo>
                    <a:pt x="2450746" y="872992"/>
                  </a:lnTo>
                  <a:lnTo>
                    <a:pt x="2451818" y="872494"/>
                  </a:lnTo>
                  <a:lnTo>
                    <a:pt x="2452889" y="871996"/>
                  </a:lnTo>
                  <a:lnTo>
                    <a:pt x="2453961" y="871498"/>
                  </a:lnTo>
                  <a:lnTo>
                    <a:pt x="2455032" y="871001"/>
                  </a:lnTo>
                  <a:lnTo>
                    <a:pt x="2456104" y="870503"/>
                  </a:lnTo>
                  <a:lnTo>
                    <a:pt x="2457176" y="870006"/>
                  </a:lnTo>
                  <a:lnTo>
                    <a:pt x="2458247" y="869509"/>
                  </a:lnTo>
                  <a:lnTo>
                    <a:pt x="2459319" y="869012"/>
                  </a:lnTo>
                  <a:lnTo>
                    <a:pt x="2460390" y="868515"/>
                  </a:lnTo>
                  <a:lnTo>
                    <a:pt x="2461462" y="868018"/>
                  </a:lnTo>
                  <a:lnTo>
                    <a:pt x="2462534" y="867521"/>
                  </a:lnTo>
                  <a:lnTo>
                    <a:pt x="2463605" y="867024"/>
                  </a:lnTo>
                  <a:lnTo>
                    <a:pt x="2464677" y="866528"/>
                  </a:lnTo>
                  <a:lnTo>
                    <a:pt x="2465748" y="866031"/>
                  </a:lnTo>
                  <a:lnTo>
                    <a:pt x="2466820" y="865535"/>
                  </a:lnTo>
                  <a:lnTo>
                    <a:pt x="2467892" y="865039"/>
                  </a:lnTo>
                  <a:lnTo>
                    <a:pt x="2468963" y="864543"/>
                  </a:lnTo>
                  <a:lnTo>
                    <a:pt x="2470035" y="864046"/>
                  </a:lnTo>
                  <a:lnTo>
                    <a:pt x="2471106" y="863551"/>
                  </a:lnTo>
                  <a:lnTo>
                    <a:pt x="2472178" y="863055"/>
                  </a:lnTo>
                  <a:lnTo>
                    <a:pt x="2473250" y="862559"/>
                  </a:lnTo>
                  <a:lnTo>
                    <a:pt x="2474321" y="862063"/>
                  </a:lnTo>
                  <a:lnTo>
                    <a:pt x="2475393" y="861568"/>
                  </a:lnTo>
                  <a:lnTo>
                    <a:pt x="2476464" y="861072"/>
                  </a:lnTo>
                  <a:lnTo>
                    <a:pt x="2477536" y="860577"/>
                  </a:lnTo>
                  <a:lnTo>
                    <a:pt x="2478608" y="860082"/>
                  </a:lnTo>
                  <a:lnTo>
                    <a:pt x="2479679" y="859587"/>
                  </a:lnTo>
                  <a:lnTo>
                    <a:pt x="2480751" y="859091"/>
                  </a:lnTo>
                  <a:lnTo>
                    <a:pt x="2481822" y="858596"/>
                  </a:lnTo>
                  <a:lnTo>
                    <a:pt x="2482894" y="858102"/>
                  </a:lnTo>
                  <a:lnTo>
                    <a:pt x="2483966" y="857607"/>
                  </a:lnTo>
                  <a:lnTo>
                    <a:pt x="2485037" y="857112"/>
                  </a:lnTo>
                  <a:lnTo>
                    <a:pt x="2486109" y="856617"/>
                  </a:lnTo>
                  <a:lnTo>
                    <a:pt x="2487180" y="856123"/>
                  </a:lnTo>
                  <a:lnTo>
                    <a:pt x="2488252" y="855628"/>
                  </a:lnTo>
                  <a:lnTo>
                    <a:pt x="2489323" y="855134"/>
                  </a:lnTo>
                  <a:lnTo>
                    <a:pt x="2490395" y="854640"/>
                  </a:lnTo>
                  <a:lnTo>
                    <a:pt x="2491467" y="854145"/>
                  </a:lnTo>
                  <a:lnTo>
                    <a:pt x="2492538" y="853651"/>
                  </a:lnTo>
                  <a:lnTo>
                    <a:pt x="2493610" y="853157"/>
                  </a:lnTo>
                  <a:lnTo>
                    <a:pt x="2494681" y="852663"/>
                  </a:lnTo>
                  <a:lnTo>
                    <a:pt x="2495753" y="852169"/>
                  </a:lnTo>
                  <a:lnTo>
                    <a:pt x="2496825" y="851676"/>
                  </a:lnTo>
                  <a:lnTo>
                    <a:pt x="2497896" y="851182"/>
                  </a:lnTo>
                  <a:lnTo>
                    <a:pt x="2498968" y="850688"/>
                  </a:lnTo>
                  <a:lnTo>
                    <a:pt x="2500039" y="850194"/>
                  </a:lnTo>
                  <a:lnTo>
                    <a:pt x="2501111" y="849701"/>
                  </a:lnTo>
                  <a:lnTo>
                    <a:pt x="2502183" y="849207"/>
                  </a:lnTo>
                  <a:lnTo>
                    <a:pt x="2503254" y="848714"/>
                  </a:lnTo>
                  <a:lnTo>
                    <a:pt x="2504326" y="848221"/>
                  </a:lnTo>
                  <a:lnTo>
                    <a:pt x="2505397" y="847727"/>
                  </a:lnTo>
                  <a:lnTo>
                    <a:pt x="2506469" y="847234"/>
                  </a:lnTo>
                  <a:lnTo>
                    <a:pt x="2507541" y="846741"/>
                  </a:lnTo>
                  <a:lnTo>
                    <a:pt x="2508612" y="846248"/>
                  </a:lnTo>
                  <a:lnTo>
                    <a:pt x="2509684" y="845755"/>
                  </a:lnTo>
                  <a:lnTo>
                    <a:pt x="2510755" y="845262"/>
                  </a:lnTo>
                  <a:lnTo>
                    <a:pt x="2511827" y="844769"/>
                  </a:lnTo>
                  <a:lnTo>
                    <a:pt x="2512899" y="844276"/>
                  </a:lnTo>
                  <a:lnTo>
                    <a:pt x="2513970" y="843783"/>
                  </a:lnTo>
                  <a:lnTo>
                    <a:pt x="2515042" y="843291"/>
                  </a:lnTo>
                  <a:lnTo>
                    <a:pt x="2516113" y="842798"/>
                  </a:lnTo>
                  <a:lnTo>
                    <a:pt x="2517185" y="842305"/>
                  </a:lnTo>
                  <a:lnTo>
                    <a:pt x="2518257" y="841813"/>
                  </a:lnTo>
                  <a:lnTo>
                    <a:pt x="2519328" y="841320"/>
                  </a:lnTo>
                  <a:lnTo>
                    <a:pt x="2520400" y="840828"/>
                  </a:lnTo>
                  <a:lnTo>
                    <a:pt x="2521471" y="840336"/>
                  </a:lnTo>
                  <a:lnTo>
                    <a:pt x="2522543" y="839843"/>
                  </a:lnTo>
                  <a:lnTo>
                    <a:pt x="2523615" y="839351"/>
                  </a:lnTo>
                  <a:lnTo>
                    <a:pt x="2524686" y="838859"/>
                  </a:lnTo>
                  <a:lnTo>
                    <a:pt x="2525758" y="838366"/>
                  </a:lnTo>
                  <a:lnTo>
                    <a:pt x="2526829" y="837874"/>
                  </a:lnTo>
                  <a:lnTo>
                    <a:pt x="2527901" y="837382"/>
                  </a:lnTo>
                  <a:lnTo>
                    <a:pt x="2528973" y="836890"/>
                  </a:lnTo>
                  <a:lnTo>
                    <a:pt x="2530044" y="836398"/>
                  </a:lnTo>
                  <a:lnTo>
                    <a:pt x="2531116" y="835906"/>
                  </a:lnTo>
                  <a:lnTo>
                    <a:pt x="2532187" y="835414"/>
                  </a:lnTo>
                  <a:lnTo>
                    <a:pt x="2533259" y="834922"/>
                  </a:lnTo>
                  <a:lnTo>
                    <a:pt x="2534331" y="834430"/>
                  </a:lnTo>
                  <a:lnTo>
                    <a:pt x="2535402" y="833938"/>
                  </a:lnTo>
                  <a:lnTo>
                    <a:pt x="2536474" y="833446"/>
                  </a:lnTo>
                  <a:lnTo>
                    <a:pt x="2537545" y="832954"/>
                  </a:lnTo>
                  <a:lnTo>
                    <a:pt x="2538617" y="832463"/>
                  </a:lnTo>
                  <a:lnTo>
                    <a:pt x="2539689" y="831971"/>
                  </a:lnTo>
                  <a:lnTo>
                    <a:pt x="2540760" y="831479"/>
                  </a:lnTo>
                  <a:lnTo>
                    <a:pt x="2541832" y="830987"/>
                  </a:lnTo>
                  <a:lnTo>
                    <a:pt x="2542903" y="830496"/>
                  </a:lnTo>
                  <a:lnTo>
                    <a:pt x="2543975" y="830004"/>
                  </a:lnTo>
                  <a:lnTo>
                    <a:pt x="2545047" y="829512"/>
                  </a:lnTo>
                  <a:lnTo>
                    <a:pt x="2546118" y="829021"/>
                  </a:lnTo>
                  <a:lnTo>
                    <a:pt x="2547190" y="828529"/>
                  </a:lnTo>
                  <a:lnTo>
                    <a:pt x="2548261" y="828038"/>
                  </a:lnTo>
                  <a:lnTo>
                    <a:pt x="2549333" y="827546"/>
                  </a:lnTo>
                  <a:lnTo>
                    <a:pt x="2550405" y="827055"/>
                  </a:lnTo>
                  <a:lnTo>
                    <a:pt x="2551476" y="826563"/>
                  </a:lnTo>
                  <a:lnTo>
                    <a:pt x="2552548" y="826072"/>
                  </a:lnTo>
                  <a:lnTo>
                    <a:pt x="2553619" y="825580"/>
                  </a:lnTo>
                  <a:lnTo>
                    <a:pt x="2554691" y="825089"/>
                  </a:lnTo>
                  <a:lnTo>
                    <a:pt x="2555763" y="824597"/>
                  </a:lnTo>
                  <a:lnTo>
                    <a:pt x="2556834" y="824106"/>
                  </a:lnTo>
                  <a:lnTo>
                    <a:pt x="2557906" y="823614"/>
                  </a:lnTo>
                  <a:lnTo>
                    <a:pt x="2558977" y="823123"/>
                  </a:lnTo>
                  <a:lnTo>
                    <a:pt x="2560049" y="822631"/>
                  </a:lnTo>
                  <a:lnTo>
                    <a:pt x="2561121" y="822140"/>
                  </a:lnTo>
                  <a:lnTo>
                    <a:pt x="2562192" y="821649"/>
                  </a:lnTo>
                  <a:lnTo>
                    <a:pt x="2563264" y="821157"/>
                  </a:lnTo>
                  <a:lnTo>
                    <a:pt x="2564335" y="820666"/>
                  </a:lnTo>
                  <a:lnTo>
                    <a:pt x="2565407" y="820174"/>
                  </a:lnTo>
                  <a:lnTo>
                    <a:pt x="2566479" y="819683"/>
                  </a:lnTo>
                  <a:lnTo>
                    <a:pt x="2567550" y="819192"/>
                  </a:lnTo>
                  <a:lnTo>
                    <a:pt x="2568622" y="818700"/>
                  </a:lnTo>
                  <a:lnTo>
                    <a:pt x="2569693" y="818209"/>
                  </a:lnTo>
                  <a:lnTo>
                    <a:pt x="2570765" y="817717"/>
                  </a:lnTo>
                  <a:lnTo>
                    <a:pt x="2571837" y="817226"/>
                  </a:lnTo>
                  <a:lnTo>
                    <a:pt x="2572908" y="816734"/>
                  </a:lnTo>
                  <a:lnTo>
                    <a:pt x="2573980" y="816243"/>
                  </a:lnTo>
                  <a:lnTo>
                    <a:pt x="2575051" y="815751"/>
                  </a:lnTo>
                  <a:lnTo>
                    <a:pt x="2576123" y="815260"/>
                  </a:lnTo>
                  <a:lnTo>
                    <a:pt x="2577195" y="814768"/>
                  </a:lnTo>
                  <a:lnTo>
                    <a:pt x="2578266" y="814277"/>
                  </a:lnTo>
                  <a:lnTo>
                    <a:pt x="2579338" y="813785"/>
                  </a:lnTo>
                  <a:lnTo>
                    <a:pt x="2580409" y="813294"/>
                  </a:lnTo>
                  <a:lnTo>
                    <a:pt x="2581481" y="812802"/>
                  </a:lnTo>
                  <a:lnTo>
                    <a:pt x="2582553" y="812311"/>
                  </a:lnTo>
                  <a:lnTo>
                    <a:pt x="2583624" y="811819"/>
                  </a:lnTo>
                  <a:lnTo>
                    <a:pt x="2584696" y="811328"/>
                  </a:lnTo>
                  <a:lnTo>
                    <a:pt x="2585767" y="810836"/>
                  </a:lnTo>
                  <a:lnTo>
                    <a:pt x="2586839" y="810344"/>
                  </a:lnTo>
                  <a:lnTo>
                    <a:pt x="2587911" y="809853"/>
                  </a:lnTo>
                  <a:lnTo>
                    <a:pt x="2588982" y="809361"/>
                  </a:lnTo>
                  <a:lnTo>
                    <a:pt x="2590054" y="808869"/>
                  </a:lnTo>
                  <a:lnTo>
                    <a:pt x="2591125" y="808377"/>
                  </a:lnTo>
                  <a:lnTo>
                    <a:pt x="2592197" y="807886"/>
                  </a:lnTo>
                  <a:lnTo>
                    <a:pt x="2593269" y="807394"/>
                  </a:lnTo>
                  <a:lnTo>
                    <a:pt x="2594340" y="806902"/>
                  </a:lnTo>
                  <a:lnTo>
                    <a:pt x="2595412" y="806410"/>
                  </a:lnTo>
                  <a:lnTo>
                    <a:pt x="2596483" y="805918"/>
                  </a:lnTo>
                  <a:lnTo>
                    <a:pt x="2597555" y="805426"/>
                  </a:lnTo>
                  <a:lnTo>
                    <a:pt x="2598627" y="804934"/>
                  </a:lnTo>
                  <a:lnTo>
                    <a:pt x="2599698" y="804442"/>
                  </a:lnTo>
                  <a:lnTo>
                    <a:pt x="2600770" y="803950"/>
                  </a:lnTo>
                  <a:lnTo>
                    <a:pt x="2601841" y="803458"/>
                  </a:lnTo>
                  <a:lnTo>
                    <a:pt x="2602913" y="802966"/>
                  </a:lnTo>
                  <a:lnTo>
                    <a:pt x="2603985" y="802473"/>
                  </a:lnTo>
                  <a:lnTo>
                    <a:pt x="2605056" y="801981"/>
                  </a:lnTo>
                  <a:lnTo>
                    <a:pt x="2606128" y="801489"/>
                  </a:lnTo>
                  <a:lnTo>
                    <a:pt x="2607199" y="800997"/>
                  </a:lnTo>
                  <a:lnTo>
                    <a:pt x="2608271" y="800504"/>
                  </a:lnTo>
                  <a:lnTo>
                    <a:pt x="2609343" y="800012"/>
                  </a:lnTo>
                  <a:lnTo>
                    <a:pt x="2610414" y="799519"/>
                  </a:lnTo>
                  <a:lnTo>
                    <a:pt x="2611486" y="799027"/>
                  </a:lnTo>
                  <a:lnTo>
                    <a:pt x="2612557" y="798534"/>
                  </a:lnTo>
                  <a:lnTo>
                    <a:pt x="2613629" y="798041"/>
                  </a:lnTo>
                  <a:lnTo>
                    <a:pt x="2614701" y="797549"/>
                  </a:lnTo>
                  <a:lnTo>
                    <a:pt x="2615772" y="797056"/>
                  </a:lnTo>
                  <a:lnTo>
                    <a:pt x="2616844" y="796563"/>
                  </a:lnTo>
                  <a:lnTo>
                    <a:pt x="2617915" y="796070"/>
                  </a:lnTo>
                  <a:lnTo>
                    <a:pt x="2618987" y="795577"/>
                  </a:lnTo>
                  <a:lnTo>
                    <a:pt x="2620059" y="795084"/>
                  </a:lnTo>
                  <a:lnTo>
                    <a:pt x="2621130" y="794591"/>
                  </a:lnTo>
                  <a:lnTo>
                    <a:pt x="2622202" y="794098"/>
                  </a:lnTo>
                  <a:lnTo>
                    <a:pt x="2623273" y="793605"/>
                  </a:lnTo>
                  <a:lnTo>
                    <a:pt x="2624345" y="793111"/>
                  </a:lnTo>
                  <a:lnTo>
                    <a:pt x="2625417" y="792618"/>
                  </a:lnTo>
                  <a:lnTo>
                    <a:pt x="2626488" y="792125"/>
                  </a:lnTo>
                  <a:lnTo>
                    <a:pt x="2627560" y="791631"/>
                  </a:lnTo>
                  <a:lnTo>
                    <a:pt x="2628631" y="791138"/>
                  </a:lnTo>
                  <a:lnTo>
                    <a:pt x="2629703" y="790644"/>
                  </a:lnTo>
                  <a:lnTo>
                    <a:pt x="2630775" y="790150"/>
                  </a:lnTo>
                  <a:lnTo>
                    <a:pt x="2631846" y="789656"/>
                  </a:lnTo>
                  <a:lnTo>
                    <a:pt x="2632918" y="789163"/>
                  </a:lnTo>
                  <a:lnTo>
                    <a:pt x="2633989" y="788669"/>
                  </a:lnTo>
                  <a:lnTo>
                    <a:pt x="2635061" y="788175"/>
                  </a:lnTo>
                  <a:lnTo>
                    <a:pt x="2636133" y="787681"/>
                  </a:lnTo>
                  <a:lnTo>
                    <a:pt x="2637204" y="787186"/>
                  </a:lnTo>
                  <a:lnTo>
                    <a:pt x="2638276" y="786692"/>
                  </a:lnTo>
                  <a:lnTo>
                    <a:pt x="2639347" y="786198"/>
                  </a:lnTo>
                  <a:lnTo>
                    <a:pt x="2640419" y="785703"/>
                  </a:lnTo>
                  <a:lnTo>
                    <a:pt x="2641491" y="785209"/>
                  </a:lnTo>
                  <a:lnTo>
                    <a:pt x="2642562" y="784714"/>
                  </a:lnTo>
                  <a:lnTo>
                    <a:pt x="2643634" y="784219"/>
                  </a:lnTo>
                  <a:lnTo>
                    <a:pt x="2644705" y="783725"/>
                  </a:lnTo>
                  <a:lnTo>
                    <a:pt x="2645777" y="783230"/>
                  </a:lnTo>
                  <a:lnTo>
                    <a:pt x="2646849" y="782735"/>
                  </a:lnTo>
                  <a:lnTo>
                    <a:pt x="2647920" y="782240"/>
                  </a:lnTo>
                  <a:lnTo>
                    <a:pt x="2648992" y="781744"/>
                  </a:lnTo>
                  <a:lnTo>
                    <a:pt x="2650063" y="781249"/>
                  </a:lnTo>
                  <a:lnTo>
                    <a:pt x="2651135" y="780754"/>
                  </a:lnTo>
                  <a:lnTo>
                    <a:pt x="2652207" y="780258"/>
                  </a:lnTo>
                  <a:lnTo>
                    <a:pt x="2653278" y="779763"/>
                  </a:lnTo>
                  <a:lnTo>
                    <a:pt x="2654350" y="779267"/>
                  </a:lnTo>
                  <a:lnTo>
                    <a:pt x="2655421" y="778771"/>
                  </a:lnTo>
                  <a:lnTo>
                    <a:pt x="2656493" y="778275"/>
                  </a:lnTo>
                  <a:lnTo>
                    <a:pt x="2657565" y="777779"/>
                  </a:lnTo>
                  <a:lnTo>
                    <a:pt x="2658636" y="777283"/>
                  </a:lnTo>
                  <a:lnTo>
                    <a:pt x="2659708" y="776787"/>
                  </a:lnTo>
                  <a:lnTo>
                    <a:pt x="2660779" y="776291"/>
                  </a:lnTo>
                  <a:lnTo>
                    <a:pt x="2661851" y="775794"/>
                  </a:lnTo>
                  <a:lnTo>
                    <a:pt x="2662922" y="775298"/>
                  </a:lnTo>
                  <a:lnTo>
                    <a:pt x="2663994" y="774801"/>
                  </a:lnTo>
                  <a:lnTo>
                    <a:pt x="2665066" y="774304"/>
                  </a:lnTo>
                  <a:lnTo>
                    <a:pt x="2666137" y="773807"/>
                  </a:lnTo>
                  <a:lnTo>
                    <a:pt x="2667209" y="773310"/>
                  </a:lnTo>
                  <a:lnTo>
                    <a:pt x="2668280" y="772813"/>
                  </a:lnTo>
                  <a:lnTo>
                    <a:pt x="2669352" y="772316"/>
                  </a:lnTo>
                  <a:lnTo>
                    <a:pt x="2670424" y="771818"/>
                  </a:lnTo>
                  <a:lnTo>
                    <a:pt x="2671495" y="771321"/>
                  </a:lnTo>
                  <a:lnTo>
                    <a:pt x="2672567" y="770823"/>
                  </a:lnTo>
                  <a:lnTo>
                    <a:pt x="2673638" y="770325"/>
                  </a:lnTo>
                  <a:lnTo>
                    <a:pt x="2674710" y="769828"/>
                  </a:lnTo>
                  <a:lnTo>
                    <a:pt x="2675782" y="769330"/>
                  </a:lnTo>
                  <a:lnTo>
                    <a:pt x="2676853" y="768831"/>
                  </a:lnTo>
                  <a:lnTo>
                    <a:pt x="2677925" y="768333"/>
                  </a:lnTo>
                  <a:lnTo>
                    <a:pt x="2678996" y="767835"/>
                  </a:lnTo>
                  <a:lnTo>
                    <a:pt x="2680068" y="767336"/>
                  </a:lnTo>
                  <a:lnTo>
                    <a:pt x="2681140" y="766837"/>
                  </a:lnTo>
                  <a:lnTo>
                    <a:pt x="2682211" y="766339"/>
                  </a:lnTo>
                  <a:lnTo>
                    <a:pt x="2683283" y="765840"/>
                  </a:lnTo>
                  <a:lnTo>
                    <a:pt x="2684354" y="765341"/>
                  </a:lnTo>
                  <a:lnTo>
                    <a:pt x="2685426" y="764841"/>
                  </a:lnTo>
                  <a:lnTo>
                    <a:pt x="2686498" y="764342"/>
                  </a:lnTo>
                  <a:lnTo>
                    <a:pt x="2687569" y="763842"/>
                  </a:lnTo>
                  <a:lnTo>
                    <a:pt x="2688641" y="763343"/>
                  </a:lnTo>
                  <a:lnTo>
                    <a:pt x="2689712" y="762843"/>
                  </a:lnTo>
                  <a:lnTo>
                    <a:pt x="2690784" y="762343"/>
                  </a:lnTo>
                  <a:lnTo>
                    <a:pt x="2691856" y="761843"/>
                  </a:lnTo>
                  <a:lnTo>
                    <a:pt x="2692927" y="761343"/>
                  </a:lnTo>
                  <a:lnTo>
                    <a:pt x="2693999" y="760842"/>
                  </a:lnTo>
                  <a:lnTo>
                    <a:pt x="2695070" y="760342"/>
                  </a:lnTo>
                  <a:lnTo>
                    <a:pt x="2696142" y="759841"/>
                  </a:lnTo>
                  <a:lnTo>
                    <a:pt x="2697214" y="759340"/>
                  </a:lnTo>
                  <a:lnTo>
                    <a:pt x="2698285" y="758839"/>
                  </a:lnTo>
                  <a:lnTo>
                    <a:pt x="2699357" y="758338"/>
                  </a:lnTo>
                  <a:lnTo>
                    <a:pt x="2700428" y="757837"/>
                  </a:lnTo>
                  <a:lnTo>
                    <a:pt x="2701500" y="757335"/>
                  </a:lnTo>
                  <a:lnTo>
                    <a:pt x="2702572" y="756834"/>
                  </a:lnTo>
                  <a:lnTo>
                    <a:pt x="2703643" y="756332"/>
                  </a:lnTo>
                  <a:lnTo>
                    <a:pt x="2704715" y="755830"/>
                  </a:lnTo>
                  <a:lnTo>
                    <a:pt x="2705786" y="755328"/>
                  </a:lnTo>
                  <a:lnTo>
                    <a:pt x="2706858" y="754825"/>
                  </a:lnTo>
                  <a:lnTo>
                    <a:pt x="2707930" y="754323"/>
                  </a:lnTo>
                  <a:lnTo>
                    <a:pt x="2709001" y="753820"/>
                  </a:lnTo>
                  <a:lnTo>
                    <a:pt x="2710073" y="753317"/>
                  </a:lnTo>
                  <a:lnTo>
                    <a:pt x="2711144" y="752814"/>
                  </a:lnTo>
                  <a:lnTo>
                    <a:pt x="2712216" y="752311"/>
                  </a:lnTo>
                  <a:lnTo>
                    <a:pt x="2713288" y="751808"/>
                  </a:lnTo>
                  <a:lnTo>
                    <a:pt x="2714359" y="751304"/>
                  </a:lnTo>
                  <a:lnTo>
                    <a:pt x="2715431" y="750801"/>
                  </a:lnTo>
                  <a:lnTo>
                    <a:pt x="2716502" y="750297"/>
                  </a:lnTo>
                  <a:lnTo>
                    <a:pt x="2717574" y="749793"/>
                  </a:lnTo>
                  <a:lnTo>
                    <a:pt x="2718646" y="749289"/>
                  </a:lnTo>
                  <a:lnTo>
                    <a:pt x="2719717" y="748784"/>
                  </a:lnTo>
                  <a:lnTo>
                    <a:pt x="2720789" y="748280"/>
                  </a:lnTo>
                  <a:lnTo>
                    <a:pt x="2721860" y="747775"/>
                  </a:lnTo>
                  <a:lnTo>
                    <a:pt x="2722932" y="747270"/>
                  </a:lnTo>
                  <a:lnTo>
                    <a:pt x="2724004" y="746765"/>
                  </a:lnTo>
                  <a:lnTo>
                    <a:pt x="2725075" y="746260"/>
                  </a:lnTo>
                  <a:lnTo>
                    <a:pt x="2726147" y="745754"/>
                  </a:lnTo>
                  <a:lnTo>
                    <a:pt x="2727218" y="745248"/>
                  </a:lnTo>
                  <a:lnTo>
                    <a:pt x="2728290" y="744743"/>
                  </a:lnTo>
                  <a:lnTo>
                    <a:pt x="2729362" y="744237"/>
                  </a:lnTo>
                  <a:lnTo>
                    <a:pt x="2730433" y="743730"/>
                  </a:lnTo>
                  <a:lnTo>
                    <a:pt x="2731505" y="743224"/>
                  </a:lnTo>
                  <a:lnTo>
                    <a:pt x="2732576" y="742717"/>
                  </a:lnTo>
                  <a:lnTo>
                    <a:pt x="2733648" y="742210"/>
                  </a:lnTo>
                  <a:lnTo>
                    <a:pt x="2734720" y="741703"/>
                  </a:lnTo>
                  <a:lnTo>
                    <a:pt x="2735791" y="741196"/>
                  </a:lnTo>
                  <a:lnTo>
                    <a:pt x="2736863" y="740689"/>
                  </a:lnTo>
                  <a:lnTo>
                    <a:pt x="2737934" y="740181"/>
                  </a:lnTo>
                  <a:lnTo>
                    <a:pt x="2739006" y="739673"/>
                  </a:lnTo>
                  <a:lnTo>
                    <a:pt x="2740078" y="739165"/>
                  </a:lnTo>
                  <a:lnTo>
                    <a:pt x="2741149" y="738657"/>
                  </a:lnTo>
                  <a:lnTo>
                    <a:pt x="2742221" y="738148"/>
                  </a:lnTo>
                  <a:lnTo>
                    <a:pt x="2743292" y="737640"/>
                  </a:lnTo>
                  <a:lnTo>
                    <a:pt x="2744364" y="737131"/>
                  </a:lnTo>
                  <a:lnTo>
                    <a:pt x="2745436" y="736622"/>
                  </a:lnTo>
                  <a:lnTo>
                    <a:pt x="2746507" y="736112"/>
                  </a:lnTo>
                  <a:lnTo>
                    <a:pt x="2747579" y="735603"/>
                  </a:lnTo>
                  <a:lnTo>
                    <a:pt x="2748650" y="735093"/>
                  </a:lnTo>
                  <a:lnTo>
                    <a:pt x="2749722" y="734583"/>
                  </a:lnTo>
                  <a:lnTo>
                    <a:pt x="2750794" y="734073"/>
                  </a:lnTo>
                  <a:lnTo>
                    <a:pt x="2751865" y="733563"/>
                  </a:lnTo>
                  <a:lnTo>
                    <a:pt x="2752937" y="733052"/>
                  </a:lnTo>
                  <a:lnTo>
                    <a:pt x="2754008" y="732541"/>
                  </a:lnTo>
                  <a:lnTo>
                    <a:pt x="2755080" y="732030"/>
                  </a:lnTo>
                  <a:lnTo>
                    <a:pt x="2756152" y="731519"/>
                  </a:lnTo>
                  <a:lnTo>
                    <a:pt x="2757223" y="731007"/>
                  </a:lnTo>
                  <a:lnTo>
                    <a:pt x="2758295" y="730496"/>
                  </a:lnTo>
                  <a:lnTo>
                    <a:pt x="2759366" y="729984"/>
                  </a:lnTo>
                  <a:lnTo>
                    <a:pt x="2760438" y="729472"/>
                  </a:lnTo>
                  <a:lnTo>
                    <a:pt x="2761510" y="728959"/>
                  </a:lnTo>
                  <a:lnTo>
                    <a:pt x="2762581" y="728447"/>
                  </a:lnTo>
                  <a:lnTo>
                    <a:pt x="2763653" y="727934"/>
                  </a:lnTo>
                  <a:lnTo>
                    <a:pt x="2764724" y="727421"/>
                  </a:lnTo>
                  <a:lnTo>
                    <a:pt x="2765796" y="726907"/>
                  </a:lnTo>
                  <a:lnTo>
                    <a:pt x="2766868" y="726394"/>
                  </a:lnTo>
                  <a:lnTo>
                    <a:pt x="2767939" y="725880"/>
                  </a:lnTo>
                  <a:lnTo>
                    <a:pt x="2769011" y="725366"/>
                  </a:lnTo>
                  <a:lnTo>
                    <a:pt x="2770082" y="724852"/>
                  </a:lnTo>
                  <a:lnTo>
                    <a:pt x="2771154" y="724337"/>
                  </a:lnTo>
                  <a:lnTo>
                    <a:pt x="2772226" y="723822"/>
                  </a:lnTo>
                  <a:lnTo>
                    <a:pt x="2773297" y="723307"/>
                  </a:lnTo>
                  <a:lnTo>
                    <a:pt x="2774369" y="722792"/>
                  </a:lnTo>
                  <a:lnTo>
                    <a:pt x="2775440" y="722277"/>
                  </a:lnTo>
                  <a:lnTo>
                    <a:pt x="2776512" y="721761"/>
                  </a:lnTo>
                  <a:lnTo>
                    <a:pt x="2777584" y="721245"/>
                  </a:lnTo>
                  <a:lnTo>
                    <a:pt x="2778655" y="720729"/>
                  </a:lnTo>
                  <a:lnTo>
                    <a:pt x="2779727" y="720212"/>
                  </a:lnTo>
                  <a:lnTo>
                    <a:pt x="2780798" y="719696"/>
                  </a:lnTo>
                  <a:lnTo>
                    <a:pt x="2781870" y="719179"/>
                  </a:lnTo>
                  <a:lnTo>
                    <a:pt x="2782942" y="718662"/>
                  </a:lnTo>
                  <a:lnTo>
                    <a:pt x="2784013" y="718144"/>
                  </a:lnTo>
                  <a:lnTo>
                    <a:pt x="2785085" y="717626"/>
                  </a:lnTo>
                  <a:lnTo>
                    <a:pt x="2786156" y="717108"/>
                  </a:lnTo>
                  <a:lnTo>
                    <a:pt x="2787228" y="716590"/>
                  </a:lnTo>
                  <a:lnTo>
                    <a:pt x="2788300" y="716072"/>
                  </a:lnTo>
                  <a:lnTo>
                    <a:pt x="2789371" y="715553"/>
                  </a:lnTo>
                  <a:lnTo>
                    <a:pt x="2790443" y="715034"/>
                  </a:lnTo>
                  <a:lnTo>
                    <a:pt x="2791514" y="714515"/>
                  </a:lnTo>
                  <a:lnTo>
                    <a:pt x="2792586" y="713995"/>
                  </a:lnTo>
                  <a:lnTo>
                    <a:pt x="2793658" y="713475"/>
                  </a:lnTo>
                  <a:lnTo>
                    <a:pt x="2794729" y="712955"/>
                  </a:lnTo>
                  <a:lnTo>
                    <a:pt x="2795801" y="712435"/>
                  </a:lnTo>
                  <a:lnTo>
                    <a:pt x="2796872" y="711914"/>
                  </a:lnTo>
                  <a:lnTo>
                    <a:pt x="2797944" y="711393"/>
                  </a:lnTo>
                  <a:lnTo>
                    <a:pt x="2799016" y="710872"/>
                  </a:lnTo>
                  <a:lnTo>
                    <a:pt x="2800087" y="710351"/>
                  </a:lnTo>
                  <a:lnTo>
                    <a:pt x="2801159" y="709829"/>
                  </a:lnTo>
                  <a:lnTo>
                    <a:pt x="2802230" y="709307"/>
                  </a:lnTo>
                  <a:lnTo>
                    <a:pt x="2803302" y="708785"/>
                  </a:lnTo>
                  <a:lnTo>
                    <a:pt x="2804374" y="708262"/>
                  </a:lnTo>
                  <a:lnTo>
                    <a:pt x="2805445" y="707740"/>
                  </a:lnTo>
                  <a:lnTo>
                    <a:pt x="2806517" y="707217"/>
                  </a:lnTo>
                  <a:lnTo>
                    <a:pt x="2807588" y="706693"/>
                  </a:lnTo>
                  <a:lnTo>
                    <a:pt x="2808660" y="706170"/>
                  </a:lnTo>
                  <a:lnTo>
                    <a:pt x="2809732" y="705646"/>
                  </a:lnTo>
                  <a:lnTo>
                    <a:pt x="2810803" y="705121"/>
                  </a:lnTo>
                  <a:lnTo>
                    <a:pt x="2811875" y="704597"/>
                  </a:lnTo>
                  <a:lnTo>
                    <a:pt x="2812946" y="704072"/>
                  </a:lnTo>
                  <a:lnTo>
                    <a:pt x="2814018" y="703547"/>
                  </a:lnTo>
                  <a:lnTo>
                    <a:pt x="2815090" y="703022"/>
                  </a:lnTo>
                  <a:lnTo>
                    <a:pt x="2816161" y="702496"/>
                  </a:lnTo>
                  <a:lnTo>
                    <a:pt x="2817233" y="701970"/>
                  </a:lnTo>
                  <a:lnTo>
                    <a:pt x="2818304" y="701444"/>
                  </a:lnTo>
                  <a:lnTo>
                    <a:pt x="2819376" y="700918"/>
                  </a:lnTo>
                  <a:lnTo>
                    <a:pt x="2820448" y="700391"/>
                  </a:lnTo>
                  <a:lnTo>
                    <a:pt x="2821519" y="699864"/>
                  </a:lnTo>
                  <a:lnTo>
                    <a:pt x="2822591" y="699336"/>
                  </a:lnTo>
                  <a:lnTo>
                    <a:pt x="2823662" y="698809"/>
                  </a:lnTo>
                  <a:lnTo>
                    <a:pt x="2824734" y="698281"/>
                  </a:lnTo>
                  <a:lnTo>
                    <a:pt x="2825806" y="697752"/>
                  </a:lnTo>
                  <a:lnTo>
                    <a:pt x="2826877" y="697224"/>
                  </a:lnTo>
                  <a:lnTo>
                    <a:pt x="2827949" y="696695"/>
                  </a:lnTo>
                  <a:lnTo>
                    <a:pt x="2829020" y="696166"/>
                  </a:lnTo>
                  <a:lnTo>
                    <a:pt x="2830092" y="695636"/>
                  </a:lnTo>
                  <a:lnTo>
                    <a:pt x="2831164" y="695107"/>
                  </a:lnTo>
                  <a:lnTo>
                    <a:pt x="2832235" y="694577"/>
                  </a:lnTo>
                  <a:lnTo>
                    <a:pt x="2833307" y="694046"/>
                  </a:lnTo>
                  <a:lnTo>
                    <a:pt x="2834378" y="693516"/>
                  </a:lnTo>
                  <a:lnTo>
                    <a:pt x="2835450" y="692985"/>
                  </a:lnTo>
                  <a:lnTo>
                    <a:pt x="2836522" y="692453"/>
                  </a:lnTo>
                  <a:lnTo>
                    <a:pt x="2837593" y="691922"/>
                  </a:lnTo>
                  <a:lnTo>
                    <a:pt x="2838665" y="691390"/>
                  </a:lnTo>
                  <a:lnTo>
                    <a:pt x="2839736" y="690857"/>
                  </a:lnTo>
                  <a:lnTo>
                    <a:pt x="2840808" y="690325"/>
                  </a:lnTo>
                  <a:lnTo>
                    <a:pt x="2841879" y="689792"/>
                  </a:lnTo>
                  <a:lnTo>
                    <a:pt x="2842951" y="689259"/>
                  </a:lnTo>
                  <a:lnTo>
                    <a:pt x="2844023" y="688725"/>
                  </a:lnTo>
                  <a:lnTo>
                    <a:pt x="2845094" y="688192"/>
                  </a:lnTo>
                  <a:lnTo>
                    <a:pt x="2846166" y="687657"/>
                  </a:lnTo>
                  <a:lnTo>
                    <a:pt x="2847237" y="687123"/>
                  </a:lnTo>
                  <a:lnTo>
                    <a:pt x="2848309" y="686588"/>
                  </a:lnTo>
                  <a:lnTo>
                    <a:pt x="2849381" y="686053"/>
                  </a:lnTo>
                  <a:lnTo>
                    <a:pt x="2850452" y="685518"/>
                  </a:lnTo>
                  <a:lnTo>
                    <a:pt x="2851524" y="684982"/>
                  </a:lnTo>
                  <a:lnTo>
                    <a:pt x="2852595" y="684446"/>
                  </a:lnTo>
                  <a:lnTo>
                    <a:pt x="2853667" y="683910"/>
                  </a:lnTo>
                  <a:lnTo>
                    <a:pt x="2854739" y="683373"/>
                  </a:lnTo>
                  <a:lnTo>
                    <a:pt x="2855810" y="682836"/>
                  </a:lnTo>
                  <a:lnTo>
                    <a:pt x="2856882" y="682298"/>
                  </a:lnTo>
                  <a:lnTo>
                    <a:pt x="2857953" y="681761"/>
                  </a:lnTo>
                  <a:lnTo>
                    <a:pt x="2859025" y="681223"/>
                  </a:lnTo>
                  <a:lnTo>
                    <a:pt x="2860097" y="680684"/>
                  </a:lnTo>
                  <a:lnTo>
                    <a:pt x="2861168" y="680146"/>
                  </a:lnTo>
                  <a:lnTo>
                    <a:pt x="2862240" y="679607"/>
                  </a:lnTo>
                  <a:lnTo>
                    <a:pt x="2863311" y="679067"/>
                  </a:lnTo>
                  <a:lnTo>
                    <a:pt x="2864383" y="678528"/>
                  </a:lnTo>
                  <a:lnTo>
                    <a:pt x="2865455" y="677988"/>
                  </a:lnTo>
                  <a:lnTo>
                    <a:pt x="2866526" y="677447"/>
                  </a:lnTo>
                  <a:lnTo>
                    <a:pt x="2867598" y="676907"/>
                  </a:lnTo>
                  <a:lnTo>
                    <a:pt x="2868669" y="676366"/>
                  </a:lnTo>
                  <a:lnTo>
                    <a:pt x="2869741" y="675824"/>
                  </a:lnTo>
                  <a:lnTo>
                    <a:pt x="2870813" y="675282"/>
                  </a:lnTo>
                  <a:lnTo>
                    <a:pt x="2871884" y="674740"/>
                  </a:lnTo>
                  <a:lnTo>
                    <a:pt x="2872956" y="674198"/>
                  </a:lnTo>
                  <a:lnTo>
                    <a:pt x="2874027" y="673655"/>
                  </a:lnTo>
                  <a:lnTo>
                    <a:pt x="2875099" y="673112"/>
                  </a:lnTo>
                  <a:lnTo>
                    <a:pt x="2876171" y="672569"/>
                  </a:lnTo>
                  <a:lnTo>
                    <a:pt x="2877242" y="672025"/>
                  </a:lnTo>
                  <a:lnTo>
                    <a:pt x="2878314" y="671481"/>
                  </a:lnTo>
                  <a:lnTo>
                    <a:pt x="2879385" y="670936"/>
                  </a:lnTo>
                  <a:lnTo>
                    <a:pt x="2880457" y="670391"/>
                  </a:lnTo>
                  <a:lnTo>
                    <a:pt x="2881529" y="669846"/>
                  </a:lnTo>
                  <a:lnTo>
                    <a:pt x="2882600" y="669301"/>
                  </a:lnTo>
                  <a:lnTo>
                    <a:pt x="2883672" y="668755"/>
                  </a:lnTo>
                  <a:lnTo>
                    <a:pt x="2884743" y="668208"/>
                  </a:lnTo>
                  <a:lnTo>
                    <a:pt x="2885815" y="667662"/>
                  </a:lnTo>
                  <a:lnTo>
                    <a:pt x="2886887" y="667115"/>
                  </a:lnTo>
                  <a:lnTo>
                    <a:pt x="2887958" y="666568"/>
                  </a:lnTo>
                  <a:lnTo>
                    <a:pt x="2889030" y="666020"/>
                  </a:lnTo>
                  <a:lnTo>
                    <a:pt x="2890101" y="665472"/>
                  </a:lnTo>
                  <a:lnTo>
                    <a:pt x="2891173" y="664923"/>
                  </a:lnTo>
                  <a:lnTo>
                    <a:pt x="2892245" y="664375"/>
                  </a:lnTo>
                  <a:lnTo>
                    <a:pt x="2893316" y="663826"/>
                  </a:lnTo>
                  <a:lnTo>
                    <a:pt x="2894388" y="663276"/>
                  </a:lnTo>
                  <a:lnTo>
                    <a:pt x="2895459" y="662726"/>
                  </a:lnTo>
                  <a:lnTo>
                    <a:pt x="2896531" y="662176"/>
                  </a:lnTo>
                  <a:lnTo>
                    <a:pt x="2897603" y="661626"/>
                  </a:lnTo>
                  <a:lnTo>
                    <a:pt x="2898674" y="661075"/>
                  </a:lnTo>
                  <a:lnTo>
                    <a:pt x="2899746" y="660523"/>
                  </a:lnTo>
                  <a:lnTo>
                    <a:pt x="2900817" y="659972"/>
                  </a:lnTo>
                  <a:lnTo>
                    <a:pt x="2901889" y="659420"/>
                  </a:lnTo>
                  <a:lnTo>
                    <a:pt x="2902961" y="658867"/>
                  </a:lnTo>
                  <a:lnTo>
                    <a:pt x="2904032" y="658314"/>
                  </a:lnTo>
                  <a:lnTo>
                    <a:pt x="2905104" y="657761"/>
                  </a:lnTo>
                  <a:lnTo>
                    <a:pt x="2906175" y="657208"/>
                  </a:lnTo>
                  <a:lnTo>
                    <a:pt x="2907247" y="656654"/>
                  </a:lnTo>
                  <a:lnTo>
                    <a:pt x="2908319" y="656100"/>
                  </a:lnTo>
                  <a:lnTo>
                    <a:pt x="2909390" y="655545"/>
                  </a:lnTo>
                  <a:lnTo>
                    <a:pt x="2910462" y="654990"/>
                  </a:lnTo>
                  <a:lnTo>
                    <a:pt x="2911533" y="654435"/>
                  </a:lnTo>
                  <a:lnTo>
                    <a:pt x="2912605" y="653879"/>
                  </a:lnTo>
                  <a:lnTo>
                    <a:pt x="2913677" y="653323"/>
                  </a:lnTo>
                  <a:lnTo>
                    <a:pt x="2914748" y="652766"/>
                  </a:lnTo>
                  <a:lnTo>
                    <a:pt x="2915820" y="652209"/>
                  </a:lnTo>
                  <a:lnTo>
                    <a:pt x="2916891" y="651652"/>
                  </a:lnTo>
                  <a:lnTo>
                    <a:pt x="2917963" y="651094"/>
                  </a:lnTo>
                  <a:lnTo>
                    <a:pt x="2919035" y="650536"/>
                  </a:lnTo>
                  <a:lnTo>
                    <a:pt x="2920106" y="649978"/>
                  </a:lnTo>
                  <a:lnTo>
                    <a:pt x="2921178" y="649419"/>
                  </a:lnTo>
                  <a:lnTo>
                    <a:pt x="2922249" y="648860"/>
                  </a:lnTo>
                  <a:lnTo>
                    <a:pt x="2923321" y="648300"/>
                  </a:lnTo>
                  <a:lnTo>
                    <a:pt x="2924393" y="647740"/>
                  </a:lnTo>
                  <a:lnTo>
                    <a:pt x="2925464" y="647180"/>
                  </a:lnTo>
                  <a:lnTo>
                    <a:pt x="2926536" y="646619"/>
                  </a:lnTo>
                  <a:lnTo>
                    <a:pt x="2927607" y="646058"/>
                  </a:lnTo>
                  <a:lnTo>
                    <a:pt x="2928679" y="645497"/>
                  </a:lnTo>
                  <a:lnTo>
                    <a:pt x="2929751" y="644935"/>
                  </a:lnTo>
                  <a:lnTo>
                    <a:pt x="2930822" y="644372"/>
                  </a:lnTo>
                  <a:lnTo>
                    <a:pt x="2931894" y="643810"/>
                  </a:lnTo>
                  <a:lnTo>
                    <a:pt x="2932965" y="643247"/>
                  </a:lnTo>
                  <a:lnTo>
                    <a:pt x="2934037" y="642683"/>
                  </a:lnTo>
                  <a:lnTo>
                    <a:pt x="2935109" y="642119"/>
                  </a:lnTo>
                  <a:lnTo>
                    <a:pt x="2936180" y="641555"/>
                  </a:lnTo>
                  <a:lnTo>
                    <a:pt x="2937252" y="640990"/>
                  </a:lnTo>
                  <a:lnTo>
                    <a:pt x="2938323" y="640425"/>
                  </a:lnTo>
                  <a:lnTo>
                    <a:pt x="2939395" y="639860"/>
                  </a:lnTo>
                  <a:lnTo>
                    <a:pt x="2940467" y="639294"/>
                  </a:lnTo>
                  <a:lnTo>
                    <a:pt x="2941538" y="638728"/>
                  </a:lnTo>
                  <a:lnTo>
                    <a:pt x="2942610" y="638161"/>
                  </a:lnTo>
                  <a:lnTo>
                    <a:pt x="2943681" y="637594"/>
                  </a:lnTo>
                  <a:lnTo>
                    <a:pt x="2944753" y="637027"/>
                  </a:lnTo>
                  <a:lnTo>
                    <a:pt x="2945825" y="636459"/>
                  </a:lnTo>
                  <a:lnTo>
                    <a:pt x="2946896" y="635890"/>
                  </a:lnTo>
                  <a:lnTo>
                    <a:pt x="2947968" y="635322"/>
                  </a:lnTo>
                  <a:lnTo>
                    <a:pt x="2949039" y="634753"/>
                  </a:lnTo>
                  <a:lnTo>
                    <a:pt x="2950111" y="634183"/>
                  </a:lnTo>
                  <a:lnTo>
                    <a:pt x="2951183" y="633613"/>
                  </a:lnTo>
                  <a:lnTo>
                    <a:pt x="2952254" y="633043"/>
                  </a:lnTo>
                  <a:lnTo>
                    <a:pt x="2953326" y="632473"/>
                  </a:lnTo>
                  <a:lnTo>
                    <a:pt x="2954397" y="631901"/>
                  </a:lnTo>
                  <a:lnTo>
                    <a:pt x="2955469" y="631330"/>
                  </a:lnTo>
                  <a:lnTo>
                    <a:pt x="2956541" y="630758"/>
                  </a:lnTo>
                  <a:lnTo>
                    <a:pt x="2957612" y="630186"/>
                  </a:lnTo>
                  <a:lnTo>
                    <a:pt x="2958684" y="629613"/>
                  </a:lnTo>
                  <a:lnTo>
                    <a:pt x="2959755" y="629040"/>
                  </a:lnTo>
                  <a:lnTo>
                    <a:pt x="2960827" y="628466"/>
                  </a:lnTo>
                  <a:lnTo>
                    <a:pt x="2961899" y="627892"/>
                  </a:lnTo>
                  <a:lnTo>
                    <a:pt x="2962970" y="627318"/>
                  </a:lnTo>
                  <a:lnTo>
                    <a:pt x="2964042" y="626743"/>
                  </a:lnTo>
                  <a:lnTo>
                    <a:pt x="2965113" y="626168"/>
                  </a:lnTo>
                  <a:lnTo>
                    <a:pt x="2966185" y="625593"/>
                  </a:lnTo>
                  <a:lnTo>
                    <a:pt x="2967257" y="625016"/>
                  </a:lnTo>
                  <a:lnTo>
                    <a:pt x="2968328" y="624440"/>
                  </a:lnTo>
                  <a:lnTo>
                    <a:pt x="2969400" y="623863"/>
                  </a:lnTo>
                  <a:lnTo>
                    <a:pt x="2970471" y="623286"/>
                  </a:lnTo>
                  <a:lnTo>
                    <a:pt x="2971543" y="622708"/>
                  </a:lnTo>
                  <a:lnTo>
                    <a:pt x="2972615" y="622130"/>
                  </a:lnTo>
                  <a:lnTo>
                    <a:pt x="2973686" y="621552"/>
                  </a:lnTo>
                  <a:lnTo>
                    <a:pt x="2974758" y="620973"/>
                  </a:lnTo>
                  <a:lnTo>
                    <a:pt x="2975829" y="620393"/>
                  </a:lnTo>
                  <a:lnTo>
                    <a:pt x="2976901" y="619814"/>
                  </a:lnTo>
                  <a:lnTo>
                    <a:pt x="2977973" y="619233"/>
                  </a:lnTo>
                  <a:lnTo>
                    <a:pt x="2979044" y="618653"/>
                  </a:lnTo>
                  <a:lnTo>
                    <a:pt x="2980116" y="618072"/>
                  </a:lnTo>
                  <a:lnTo>
                    <a:pt x="2981187" y="617490"/>
                  </a:lnTo>
                  <a:lnTo>
                    <a:pt x="2982259" y="616908"/>
                  </a:lnTo>
                  <a:lnTo>
                    <a:pt x="2983331" y="616326"/>
                  </a:lnTo>
                  <a:lnTo>
                    <a:pt x="2984402" y="615743"/>
                  </a:lnTo>
                  <a:lnTo>
                    <a:pt x="2985474" y="615160"/>
                  </a:lnTo>
                  <a:lnTo>
                    <a:pt x="2986545" y="614577"/>
                  </a:lnTo>
                  <a:lnTo>
                    <a:pt x="2987617" y="613993"/>
                  </a:lnTo>
                  <a:lnTo>
                    <a:pt x="2988689" y="613408"/>
                  </a:lnTo>
                  <a:lnTo>
                    <a:pt x="2989760" y="612823"/>
                  </a:lnTo>
                  <a:lnTo>
                    <a:pt x="2990832" y="612238"/>
                  </a:lnTo>
                  <a:lnTo>
                    <a:pt x="2991903" y="611652"/>
                  </a:lnTo>
                  <a:lnTo>
                    <a:pt x="2992975" y="611066"/>
                  </a:lnTo>
                  <a:lnTo>
                    <a:pt x="2994047" y="610479"/>
                  </a:lnTo>
                  <a:lnTo>
                    <a:pt x="2995118" y="609892"/>
                  </a:lnTo>
                  <a:lnTo>
                    <a:pt x="2996190" y="609305"/>
                  </a:lnTo>
                  <a:lnTo>
                    <a:pt x="2997261" y="608717"/>
                  </a:lnTo>
                  <a:lnTo>
                    <a:pt x="2998333" y="608129"/>
                  </a:lnTo>
                  <a:lnTo>
                    <a:pt x="2999405" y="607540"/>
                  </a:lnTo>
                  <a:lnTo>
                    <a:pt x="3000476" y="606951"/>
                  </a:lnTo>
                  <a:lnTo>
                    <a:pt x="3001548" y="606361"/>
                  </a:lnTo>
                  <a:lnTo>
                    <a:pt x="3002619" y="605771"/>
                  </a:lnTo>
                  <a:lnTo>
                    <a:pt x="3003691" y="605181"/>
                  </a:lnTo>
                  <a:lnTo>
                    <a:pt x="3004763" y="604590"/>
                  </a:lnTo>
                  <a:lnTo>
                    <a:pt x="3005834" y="603998"/>
                  </a:lnTo>
                  <a:lnTo>
                    <a:pt x="3006906" y="603407"/>
                  </a:lnTo>
                  <a:lnTo>
                    <a:pt x="3007977" y="602814"/>
                  </a:lnTo>
                  <a:lnTo>
                    <a:pt x="3009049" y="602222"/>
                  </a:lnTo>
                  <a:lnTo>
                    <a:pt x="3010121" y="601629"/>
                  </a:lnTo>
                  <a:lnTo>
                    <a:pt x="3011192" y="601035"/>
                  </a:lnTo>
                  <a:lnTo>
                    <a:pt x="3012264" y="600441"/>
                  </a:lnTo>
                  <a:lnTo>
                    <a:pt x="3013335" y="599847"/>
                  </a:lnTo>
                  <a:lnTo>
                    <a:pt x="3014407" y="599252"/>
                  </a:lnTo>
                  <a:lnTo>
                    <a:pt x="3015479" y="598656"/>
                  </a:lnTo>
                  <a:lnTo>
                    <a:pt x="3016550" y="598061"/>
                  </a:lnTo>
                  <a:lnTo>
                    <a:pt x="3017622" y="597465"/>
                  </a:lnTo>
                  <a:lnTo>
                    <a:pt x="3018693" y="596868"/>
                  </a:lnTo>
                  <a:lnTo>
                    <a:pt x="3019765" y="596271"/>
                  </a:lnTo>
                  <a:lnTo>
                    <a:pt x="3020836" y="595673"/>
                  </a:lnTo>
                  <a:lnTo>
                    <a:pt x="3021908" y="595075"/>
                  </a:lnTo>
                  <a:lnTo>
                    <a:pt x="3022980" y="594477"/>
                  </a:lnTo>
                  <a:lnTo>
                    <a:pt x="3024051" y="593878"/>
                  </a:lnTo>
                  <a:lnTo>
                    <a:pt x="3025123" y="593279"/>
                  </a:lnTo>
                  <a:lnTo>
                    <a:pt x="3026194" y="592679"/>
                  </a:lnTo>
                  <a:lnTo>
                    <a:pt x="3027266" y="592079"/>
                  </a:lnTo>
                  <a:lnTo>
                    <a:pt x="3028338" y="591479"/>
                  </a:lnTo>
                  <a:lnTo>
                    <a:pt x="3029409" y="590878"/>
                  </a:lnTo>
                  <a:lnTo>
                    <a:pt x="3030481" y="590276"/>
                  </a:lnTo>
                  <a:lnTo>
                    <a:pt x="3031552" y="589674"/>
                  </a:lnTo>
                  <a:lnTo>
                    <a:pt x="3032624" y="589072"/>
                  </a:lnTo>
                  <a:lnTo>
                    <a:pt x="3033696" y="588469"/>
                  </a:lnTo>
                  <a:lnTo>
                    <a:pt x="3034767" y="587866"/>
                  </a:lnTo>
                  <a:lnTo>
                    <a:pt x="3035839" y="587263"/>
                  </a:lnTo>
                  <a:lnTo>
                    <a:pt x="3036910" y="586658"/>
                  </a:lnTo>
                  <a:lnTo>
                    <a:pt x="3037982" y="586054"/>
                  </a:lnTo>
                  <a:lnTo>
                    <a:pt x="3039054" y="585449"/>
                  </a:lnTo>
                  <a:lnTo>
                    <a:pt x="3040125" y="584844"/>
                  </a:lnTo>
                  <a:lnTo>
                    <a:pt x="3041197" y="584238"/>
                  </a:lnTo>
                  <a:lnTo>
                    <a:pt x="3042268" y="583632"/>
                  </a:lnTo>
                  <a:lnTo>
                    <a:pt x="3043340" y="583025"/>
                  </a:lnTo>
                  <a:lnTo>
                    <a:pt x="3044412" y="582418"/>
                  </a:lnTo>
                  <a:lnTo>
                    <a:pt x="3045483" y="581810"/>
                  </a:lnTo>
                  <a:lnTo>
                    <a:pt x="3046555" y="581202"/>
                  </a:lnTo>
                  <a:lnTo>
                    <a:pt x="3047626" y="580594"/>
                  </a:lnTo>
                  <a:lnTo>
                    <a:pt x="3048698" y="579985"/>
                  </a:lnTo>
                  <a:lnTo>
                    <a:pt x="3049770" y="579375"/>
                  </a:lnTo>
                  <a:lnTo>
                    <a:pt x="3050841" y="578766"/>
                  </a:lnTo>
                  <a:lnTo>
                    <a:pt x="3051913" y="578155"/>
                  </a:lnTo>
                  <a:lnTo>
                    <a:pt x="3052984" y="577545"/>
                  </a:lnTo>
                  <a:lnTo>
                    <a:pt x="3054056" y="576934"/>
                  </a:lnTo>
                  <a:lnTo>
                    <a:pt x="3055128" y="576322"/>
                  </a:lnTo>
                  <a:lnTo>
                    <a:pt x="3056199" y="575710"/>
                  </a:lnTo>
                  <a:lnTo>
                    <a:pt x="3057271" y="575098"/>
                  </a:lnTo>
                  <a:lnTo>
                    <a:pt x="3058342" y="574485"/>
                  </a:lnTo>
                  <a:lnTo>
                    <a:pt x="3059414" y="573872"/>
                  </a:lnTo>
                  <a:lnTo>
                    <a:pt x="3060486" y="573258"/>
                  </a:lnTo>
                  <a:lnTo>
                    <a:pt x="3061557" y="572644"/>
                  </a:lnTo>
                  <a:lnTo>
                    <a:pt x="3062629" y="572029"/>
                  </a:lnTo>
                  <a:lnTo>
                    <a:pt x="3063700" y="571414"/>
                  </a:lnTo>
                  <a:lnTo>
                    <a:pt x="3064772" y="570799"/>
                  </a:lnTo>
                  <a:lnTo>
                    <a:pt x="3065844" y="570183"/>
                  </a:lnTo>
                  <a:lnTo>
                    <a:pt x="3066915" y="569566"/>
                  </a:lnTo>
                  <a:lnTo>
                    <a:pt x="3067987" y="568950"/>
                  </a:lnTo>
                  <a:lnTo>
                    <a:pt x="3069058" y="568332"/>
                  </a:lnTo>
                  <a:lnTo>
                    <a:pt x="3070130" y="567715"/>
                  </a:lnTo>
                  <a:lnTo>
                    <a:pt x="3071202" y="567097"/>
                  </a:lnTo>
                  <a:lnTo>
                    <a:pt x="3072273" y="566478"/>
                  </a:lnTo>
                  <a:lnTo>
                    <a:pt x="3073345" y="565859"/>
                  </a:lnTo>
                  <a:lnTo>
                    <a:pt x="3074416" y="565240"/>
                  </a:lnTo>
                  <a:lnTo>
                    <a:pt x="3075488" y="564620"/>
                  </a:lnTo>
                  <a:lnTo>
                    <a:pt x="3076560" y="564000"/>
                  </a:lnTo>
                  <a:lnTo>
                    <a:pt x="3077631" y="563379"/>
                  </a:lnTo>
                  <a:lnTo>
                    <a:pt x="3078703" y="562758"/>
                  </a:lnTo>
                  <a:lnTo>
                    <a:pt x="3079774" y="562136"/>
                  </a:lnTo>
                  <a:lnTo>
                    <a:pt x="3080846" y="561514"/>
                  </a:lnTo>
                  <a:lnTo>
                    <a:pt x="3081918" y="560892"/>
                  </a:lnTo>
                  <a:lnTo>
                    <a:pt x="3082989" y="560269"/>
                  </a:lnTo>
                  <a:lnTo>
                    <a:pt x="3084061" y="559645"/>
                  </a:lnTo>
                  <a:lnTo>
                    <a:pt x="3085132" y="559022"/>
                  </a:lnTo>
                  <a:lnTo>
                    <a:pt x="3086204" y="558397"/>
                  </a:lnTo>
                  <a:lnTo>
                    <a:pt x="3087276" y="557773"/>
                  </a:lnTo>
                  <a:lnTo>
                    <a:pt x="3088347" y="557148"/>
                  </a:lnTo>
                  <a:lnTo>
                    <a:pt x="3089419" y="556522"/>
                  </a:lnTo>
                  <a:lnTo>
                    <a:pt x="3090490" y="555896"/>
                  </a:lnTo>
                  <a:lnTo>
                    <a:pt x="3091562" y="555270"/>
                  </a:lnTo>
                  <a:lnTo>
                    <a:pt x="3092634" y="554643"/>
                  </a:lnTo>
                  <a:lnTo>
                    <a:pt x="3093705" y="554015"/>
                  </a:lnTo>
                  <a:lnTo>
                    <a:pt x="3094777" y="553388"/>
                  </a:lnTo>
                  <a:lnTo>
                    <a:pt x="3095848" y="552760"/>
                  </a:lnTo>
                  <a:lnTo>
                    <a:pt x="3096920" y="552131"/>
                  </a:lnTo>
                  <a:lnTo>
                    <a:pt x="3097992" y="551502"/>
                  </a:lnTo>
                  <a:lnTo>
                    <a:pt x="3099063" y="550872"/>
                  </a:lnTo>
                  <a:lnTo>
                    <a:pt x="3100135" y="550243"/>
                  </a:lnTo>
                  <a:lnTo>
                    <a:pt x="3101206" y="549612"/>
                  </a:lnTo>
                  <a:lnTo>
                    <a:pt x="3102278" y="548981"/>
                  </a:lnTo>
                  <a:lnTo>
                    <a:pt x="3103350" y="548350"/>
                  </a:lnTo>
                  <a:lnTo>
                    <a:pt x="3104421" y="547718"/>
                  </a:lnTo>
                  <a:lnTo>
                    <a:pt x="3105493" y="547086"/>
                  </a:lnTo>
                  <a:lnTo>
                    <a:pt x="3106564" y="546454"/>
                  </a:lnTo>
                  <a:lnTo>
                    <a:pt x="3107636" y="545821"/>
                  </a:lnTo>
                  <a:lnTo>
                    <a:pt x="3108708" y="545187"/>
                  </a:lnTo>
                  <a:lnTo>
                    <a:pt x="3109779" y="544554"/>
                  </a:lnTo>
                  <a:lnTo>
                    <a:pt x="3110851" y="543919"/>
                  </a:lnTo>
                  <a:lnTo>
                    <a:pt x="3111922" y="543285"/>
                  </a:lnTo>
                  <a:lnTo>
                    <a:pt x="3112994" y="542649"/>
                  </a:lnTo>
                  <a:lnTo>
                    <a:pt x="3114066" y="542014"/>
                  </a:lnTo>
                  <a:lnTo>
                    <a:pt x="3115137" y="541378"/>
                  </a:lnTo>
                  <a:lnTo>
                    <a:pt x="3116209" y="540741"/>
                  </a:lnTo>
                  <a:lnTo>
                    <a:pt x="3117280" y="540104"/>
                  </a:lnTo>
                  <a:lnTo>
                    <a:pt x="3118352" y="539467"/>
                  </a:lnTo>
                  <a:lnTo>
                    <a:pt x="3119424" y="538829"/>
                  </a:lnTo>
                  <a:lnTo>
                    <a:pt x="3120495" y="538191"/>
                  </a:lnTo>
                  <a:lnTo>
                    <a:pt x="3121567" y="537552"/>
                  </a:lnTo>
                  <a:lnTo>
                    <a:pt x="3122638" y="536913"/>
                  </a:lnTo>
                  <a:lnTo>
                    <a:pt x="3123710" y="536274"/>
                  </a:lnTo>
                  <a:lnTo>
                    <a:pt x="3124782" y="535634"/>
                  </a:lnTo>
                  <a:lnTo>
                    <a:pt x="3125853" y="534993"/>
                  </a:lnTo>
                  <a:lnTo>
                    <a:pt x="3126925" y="534352"/>
                  </a:lnTo>
                  <a:lnTo>
                    <a:pt x="3127996" y="533711"/>
                  </a:lnTo>
                  <a:lnTo>
                    <a:pt x="3129068" y="533069"/>
                  </a:lnTo>
                  <a:lnTo>
                    <a:pt x="3130140" y="532427"/>
                  </a:lnTo>
                  <a:lnTo>
                    <a:pt x="3131211" y="531785"/>
                  </a:lnTo>
                  <a:lnTo>
                    <a:pt x="3132283" y="531142"/>
                  </a:lnTo>
                  <a:lnTo>
                    <a:pt x="3133354" y="530498"/>
                  </a:lnTo>
                  <a:lnTo>
                    <a:pt x="3134426" y="529854"/>
                  </a:lnTo>
                  <a:lnTo>
                    <a:pt x="3135498" y="529210"/>
                  </a:lnTo>
                  <a:lnTo>
                    <a:pt x="3136569" y="528565"/>
                  </a:lnTo>
                  <a:lnTo>
                    <a:pt x="3137641" y="527920"/>
                  </a:lnTo>
                  <a:lnTo>
                    <a:pt x="3138712" y="527274"/>
                  </a:lnTo>
                  <a:lnTo>
                    <a:pt x="3139784" y="526628"/>
                  </a:lnTo>
                  <a:lnTo>
                    <a:pt x="3140856" y="525982"/>
                  </a:lnTo>
                  <a:lnTo>
                    <a:pt x="3141927" y="525335"/>
                  </a:lnTo>
                  <a:lnTo>
                    <a:pt x="3142999" y="524688"/>
                  </a:lnTo>
                  <a:lnTo>
                    <a:pt x="3144070" y="524040"/>
                  </a:lnTo>
                  <a:lnTo>
                    <a:pt x="3145142" y="523391"/>
                  </a:lnTo>
                  <a:lnTo>
                    <a:pt x="3146214" y="522743"/>
                  </a:lnTo>
                  <a:lnTo>
                    <a:pt x="3147285" y="522094"/>
                  </a:lnTo>
                  <a:lnTo>
                    <a:pt x="3148357" y="521444"/>
                  </a:lnTo>
                  <a:lnTo>
                    <a:pt x="3149428" y="520794"/>
                  </a:lnTo>
                  <a:lnTo>
                    <a:pt x="3150500" y="520144"/>
                  </a:lnTo>
                  <a:lnTo>
                    <a:pt x="3151572" y="519493"/>
                  </a:lnTo>
                  <a:lnTo>
                    <a:pt x="3152643" y="518842"/>
                  </a:lnTo>
                  <a:lnTo>
                    <a:pt x="3153715" y="518190"/>
                  </a:lnTo>
                  <a:lnTo>
                    <a:pt x="3154786" y="517538"/>
                  </a:lnTo>
                  <a:lnTo>
                    <a:pt x="3155858" y="516885"/>
                  </a:lnTo>
                  <a:lnTo>
                    <a:pt x="3156930" y="516232"/>
                  </a:lnTo>
                  <a:lnTo>
                    <a:pt x="3158001" y="515579"/>
                  </a:lnTo>
                  <a:lnTo>
                    <a:pt x="3159073" y="514925"/>
                  </a:lnTo>
                  <a:lnTo>
                    <a:pt x="3160144" y="514270"/>
                  </a:lnTo>
                  <a:lnTo>
                    <a:pt x="3161216" y="513616"/>
                  </a:lnTo>
                  <a:lnTo>
                    <a:pt x="3162288" y="512960"/>
                  </a:lnTo>
                  <a:lnTo>
                    <a:pt x="3163359" y="512305"/>
                  </a:lnTo>
                  <a:lnTo>
                    <a:pt x="3164431" y="511649"/>
                  </a:lnTo>
                  <a:lnTo>
                    <a:pt x="3165502" y="510992"/>
                  </a:lnTo>
                  <a:lnTo>
                    <a:pt x="3166574" y="510335"/>
                  </a:lnTo>
                  <a:lnTo>
                    <a:pt x="3167646" y="509678"/>
                  </a:lnTo>
                  <a:lnTo>
                    <a:pt x="3168717" y="509020"/>
                  </a:lnTo>
                  <a:lnTo>
                    <a:pt x="3169789" y="508362"/>
                  </a:lnTo>
                  <a:lnTo>
                    <a:pt x="3170860" y="507703"/>
                  </a:lnTo>
                  <a:lnTo>
                    <a:pt x="3171932" y="507044"/>
                  </a:lnTo>
                  <a:lnTo>
                    <a:pt x="3173004" y="506384"/>
                  </a:lnTo>
                  <a:lnTo>
                    <a:pt x="3174075" y="505724"/>
                  </a:lnTo>
                  <a:lnTo>
                    <a:pt x="3175147" y="505064"/>
                  </a:lnTo>
                  <a:lnTo>
                    <a:pt x="3176218" y="504403"/>
                  </a:lnTo>
                  <a:lnTo>
                    <a:pt x="3177290" y="503742"/>
                  </a:lnTo>
                  <a:lnTo>
                    <a:pt x="3178362" y="503080"/>
                  </a:lnTo>
                  <a:lnTo>
                    <a:pt x="3179433" y="502418"/>
                  </a:lnTo>
                  <a:lnTo>
                    <a:pt x="3180505" y="501756"/>
                  </a:lnTo>
                  <a:lnTo>
                    <a:pt x="3181576" y="501093"/>
                  </a:lnTo>
                  <a:lnTo>
                    <a:pt x="3182648" y="500429"/>
                  </a:lnTo>
                  <a:lnTo>
                    <a:pt x="3183720" y="499765"/>
                  </a:lnTo>
                  <a:lnTo>
                    <a:pt x="3184791" y="499101"/>
                  </a:lnTo>
                  <a:lnTo>
                    <a:pt x="3185863" y="498436"/>
                  </a:lnTo>
                  <a:lnTo>
                    <a:pt x="3186934" y="497771"/>
                  </a:lnTo>
                  <a:lnTo>
                    <a:pt x="3188006" y="497105"/>
                  </a:lnTo>
                  <a:lnTo>
                    <a:pt x="3189078" y="496439"/>
                  </a:lnTo>
                  <a:lnTo>
                    <a:pt x="3190149" y="495773"/>
                  </a:lnTo>
                  <a:lnTo>
                    <a:pt x="3191221" y="495106"/>
                  </a:lnTo>
                  <a:lnTo>
                    <a:pt x="3192292" y="494439"/>
                  </a:lnTo>
                  <a:lnTo>
                    <a:pt x="3193364" y="493771"/>
                  </a:lnTo>
                  <a:lnTo>
                    <a:pt x="3194436" y="493103"/>
                  </a:lnTo>
                  <a:lnTo>
                    <a:pt x="3195507" y="492434"/>
                  </a:lnTo>
                  <a:lnTo>
                    <a:pt x="3196579" y="491765"/>
                  </a:lnTo>
                  <a:lnTo>
                    <a:pt x="3197650" y="491095"/>
                  </a:lnTo>
                  <a:lnTo>
                    <a:pt x="3198722" y="490425"/>
                  </a:lnTo>
                  <a:lnTo>
                    <a:pt x="3199793" y="489755"/>
                  </a:lnTo>
                  <a:lnTo>
                    <a:pt x="3200865" y="489084"/>
                  </a:lnTo>
                  <a:lnTo>
                    <a:pt x="3201937" y="488413"/>
                  </a:lnTo>
                  <a:lnTo>
                    <a:pt x="3203008" y="487741"/>
                  </a:lnTo>
                  <a:lnTo>
                    <a:pt x="3204080" y="487069"/>
                  </a:lnTo>
                  <a:lnTo>
                    <a:pt x="3205151" y="486397"/>
                  </a:lnTo>
                  <a:lnTo>
                    <a:pt x="3206223" y="485724"/>
                  </a:lnTo>
                  <a:lnTo>
                    <a:pt x="3207295" y="485051"/>
                  </a:lnTo>
                  <a:lnTo>
                    <a:pt x="3208366" y="484377"/>
                  </a:lnTo>
                  <a:lnTo>
                    <a:pt x="3209438" y="483702"/>
                  </a:lnTo>
                  <a:lnTo>
                    <a:pt x="3210509" y="483028"/>
                  </a:lnTo>
                  <a:lnTo>
                    <a:pt x="3211581" y="482353"/>
                  </a:lnTo>
                  <a:lnTo>
                    <a:pt x="3212653" y="481677"/>
                  </a:lnTo>
                  <a:lnTo>
                    <a:pt x="3213724" y="481001"/>
                  </a:lnTo>
                  <a:lnTo>
                    <a:pt x="3214796" y="480325"/>
                  </a:lnTo>
                  <a:lnTo>
                    <a:pt x="3215867" y="479648"/>
                  </a:lnTo>
                  <a:lnTo>
                    <a:pt x="3216939" y="478971"/>
                  </a:lnTo>
                  <a:lnTo>
                    <a:pt x="3218011" y="478293"/>
                  </a:lnTo>
                  <a:lnTo>
                    <a:pt x="3219082" y="477615"/>
                  </a:lnTo>
                  <a:lnTo>
                    <a:pt x="3220154" y="476936"/>
                  </a:lnTo>
                  <a:lnTo>
                    <a:pt x="3221225" y="476257"/>
                  </a:lnTo>
                  <a:lnTo>
                    <a:pt x="3222297" y="475578"/>
                  </a:lnTo>
                  <a:lnTo>
                    <a:pt x="3223369" y="474898"/>
                  </a:lnTo>
                  <a:lnTo>
                    <a:pt x="3224440" y="474218"/>
                  </a:lnTo>
                  <a:lnTo>
                    <a:pt x="3225512" y="473537"/>
                  </a:lnTo>
                  <a:lnTo>
                    <a:pt x="3226583" y="472856"/>
                  </a:lnTo>
                  <a:lnTo>
                    <a:pt x="3227655" y="472174"/>
                  </a:lnTo>
                  <a:lnTo>
                    <a:pt x="3228727" y="471492"/>
                  </a:lnTo>
                  <a:lnTo>
                    <a:pt x="3229798" y="470810"/>
                  </a:lnTo>
                  <a:lnTo>
                    <a:pt x="3230870" y="470127"/>
                  </a:lnTo>
                  <a:lnTo>
                    <a:pt x="3231941" y="469444"/>
                  </a:lnTo>
                  <a:lnTo>
                    <a:pt x="3233013" y="468760"/>
                  </a:lnTo>
                  <a:lnTo>
                    <a:pt x="3234085" y="468076"/>
                  </a:lnTo>
                  <a:lnTo>
                    <a:pt x="3235156" y="467391"/>
                  </a:lnTo>
                  <a:lnTo>
                    <a:pt x="3236228" y="466706"/>
                  </a:lnTo>
                  <a:lnTo>
                    <a:pt x="3237299" y="466021"/>
                  </a:lnTo>
                  <a:lnTo>
                    <a:pt x="3238371" y="465335"/>
                  </a:lnTo>
                  <a:lnTo>
                    <a:pt x="3239443" y="464649"/>
                  </a:lnTo>
                  <a:lnTo>
                    <a:pt x="3240514" y="463962"/>
                  </a:lnTo>
                  <a:lnTo>
                    <a:pt x="3241586" y="463275"/>
                  </a:lnTo>
                  <a:lnTo>
                    <a:pt x="3242657" y="462587"/>
                  </a:lnTo>
                  <a:lnTo>
                    <a:pt x="3243729" y="461899"/>
                  </a:lnTo>
                  <a:lnTo>
                    <a:pt x="3244801" y="461211"/>
                  </a:lnTo>
                  <a:lnTo>
                    <a:pt x="3245872" y="460522"/>
                  </a:lnTo>
                  <a:lnTo>
                    <a:pt x="3246944" y="459833"/>
                  </a:lnTo>
                  <a:lnTo>
                    <a:pt x="3248015" y="459143"/>
                  </a:lnTo>
                  <a:lnTo>
                    <a:pt x="3249087" y="458453"/>
                  </a:lnTo>
                  <a:lnTo>
                    <a:pt x="3250159" y="457762"/>
                  </a:lnTo>
                  <a:lnTo>
                    <a:pt x="3251230" y="457071"/>
                  </a:lnTo>
                  <a:lnTo>
                    <a:pt x="3252302" y="456380"/>
                  </a:lnTo>
                  <a:lnTo>
                    <a:pt x="3253373" y="455688"/>
                  </a:lnTo>
                  <a:lnTo>
                    <a:pt x="3254445" y="454996"/>
                  </a:lnTo>
                  <a:lnTo>
                    <a:pt x="3255517" y="454303"/>
                  </a:lnTo>
                  <a:lnTo>
                    <a:pt x="3256588" y="453610"/>
                  </a:lnTo>
                  <a:lnTo>
                    <a:pt x="3257660" y="452916"/>
                  </a:lnTo>
                  <a:lnTo>
                    <a:pt x="3258731" y="452222"/>
                  </a:lnTo>
                  <a:lnTo>
                    <a:pt x="3259803" y="451528"/>
                  </a:lnTo>
                  <a:lnTo>
                    <a:pt x="3260875" y="450833"/>
                  </a:lnTo>
                  <a:lnTo>
                    <a:pt x="3261946" y="450138"/>
                  </a:lnTo>
                  <a:lnTo>
                    <a:pt x="3263018" y="449442"/>
                  </a:lnTo>
                  <a:lnTo>
                    <a:pt x="3264089" y="448746"/>
                  </a:lnTo>
                  <a:lnTo>
                    <a:pt x="3265161" y="448049"/>
                  </a:lnTo>
                  <a:lnTo>
                    <a:pt x="3266233" y="447352"/>
                  </a:lnTo>
                  <a:lnTo>
                    <a:pt x="3267304" y="446655"/>
                  </a:lnTo>
                  <a:lnTo>
                    <a:pt x="3268376" y="445957"/>
                  </a:lnTo>
                  <a:lnTo>
                    <a:pt x="3269447" y="445259"/>
                  </a:lnTo>
                  <a:lnTo>
                    <a:pt x="3270519" y="444560"/>
                  </a:lnTo>
                  <a:lnTo>
                    <a:pt x="3271591" y="443861"/>
                  </a:lnTo>
                  <a:lnTo>
                    <a:pt x="3272662" y="443162"/>
                  </a:lnTo>
                  <a:lnTo>
                    <a:pt x="3273734" y="442462"/>
                  </a:lnTo>
                  <a:lnTo>
                    <a:pt x="3274805" y="441761"/>
                  </a:lnTo>
                  <a:lnTo>
                    <a:pt x="3275877" y="441060"/>
                  </a:lnTo>
                  <a:lnTo>
                    <a:pt x="3276949" y="440359"/>
                  </a:lnTo>
                  <a:lnTo>
                    <a:pt x="3278020" y="439657"/>
                  </a:lnTo>
                  <a:lnTo>
                    <a:pt x="3279092" y="438955"/>
                  </a:lnTo>
                  <a:lnTo>
                    <a:pt x="3280163" y="438253"/>
                  </a:lnTo>
                  <a:lnTo>
                    <a:pt x="3281235" y="437550"/>
                  </a:lnTo>
                  <a:lnTo>
                    <a:pt x="3282307" y="436846"/>
                  </a:lnTo>
                  <a:lnTo>
                    <a:pt x="3283378" y="436143"/>
                  </a:lnTo>
                  <a:lnTo>
                    <a:pt x="3284450" y="435438"/>
                  </a:lnTo>
                  <a:lnTo>
                    <a:pt x="3285521" y="434734"/>
                  </a:lnTo>
                  <a:lnTo>
                    <a:pt x="3286593" y="434029"/>
                  </a:lnTo>
                  <a:lnTo>
                    <a:pt x="3287665" y="433323"/>
                  </a:lnTo>
                  <a:lnTo>
                    <a:pt x="3288736" y="432617"/>
                  </a:lnTo>
                  <a:lnTo>
                    <a:pt x="3289808" y="431911"/>
                  </a:lnTo>
                  <a:lnTo>
                    <a:pt x="3290879" y="431204"/>
                  </a:lnTo>
                  <a:lnTo>
                    <a:pt x="3291951" y="430497"/>
                  </a:lnTo>
                  <a:lnTo>
                    <a:pt x="3293023" y="429789"/>
                  </a:lnTo>
                  <a:lnTo>
                    <a:pt x="3294094" y="429081"/>
                  </a:lnTo>
                  <a:lnTo>
                    <a:pt x="3295166" y="428373"/>
                  </a:lnTo>
                  <a:lnTo>
                    <a:pt x="3296237" y="427664"/>
                  </a:lnTo>
                  <a:lnTo>
                    <a:pt x="3297309" y="426954"/>
                  </a:lnTo>
                  <a:lnTo>
                    <a:pt x="3298381" y="426245"/>
                  </a:lnTo>
                  <a:lnTo>
                    <a:pt x="3299452" y="425534"/>
                  </a:lnTo>
                  <a:lnTo>
                    <a:pt x="3300524" y="424824"/>
                  </a:lnTo>
                  <a:lnTo>
                    <a:pt x="3301595" y="424113"/>
                  </a:lnTo>
                  <a:lnTo>
                    <a:pt x="3302667" y="423401"/>
                  </a:lnTo>
                  <a:lnTo>
                    <a:pt x="3303739" y="422689"/>
                  </a:lnTo>
                  <a:lnTo>
                    <a:pt x="3304810" y="421977"/>
                  </a:lnTo>
                  <a:lnTo>
                    <a:pt x="3305882" y="421264"/>
                  </a:lnTo>
                  <a:lnTo>
                    <a:pt x="3306953" y="420551"/>
                  </a:lnTo>
                  <a:lnTo>
                    <a:pt x="3308025" y="419838"/>
                  </a:lnTo>
                  <a:lnTo>
                    <a:pt x="3309097" y="419124"/>
                  </a:lnTo>
                  <a:lnTo>
                    <a:pt x="3310168" y="418409"/>
                  </a:lnTo>
                  <a:lnTo>
                    <a:pt x="3311240" y="417694"/>
                  </a:lnTo>
                  <a:lnTo>
                    <a:pt x="3312311" y="416979"/>
                  </a:lnTo>
                  <a:lnTo>
                    <a:pt x="3313383" y="416263"/>
                  </a:lnTo>
                  <a:lnTo>
                    <a:pt x="3314455" y="415547"/>
                  </a:lnTo>
                  <a:lnTo>
                    <a:pt x="3315526" y="414831"/>
                  </a:lnTo>
                  <a:lnTo>
                    <a:pt x="3316598" y="414114"/>
                  </a:lnTo>
                  <a:lnTo>
                    <a:pt x="3317669" y="413396"/>
                  </a:lnTo>
                  <a:lnTo>
                    <a:pt x="3318741" y="412679"/>
                  </a:lnTo>
                  <a:lnTo>
                    <a:pt x="3319813" y="411960"/>
                  </a:lnTo>
                  <a:lnTo>
                    <a:pt x="3320884" y="411242"/>
                  </a:lnTo>
                  <a:lnTo>
                    <a:pt x="3321956" y="410523"/>
                  </a:lnTo>
                  <a:lnTo>
                    <a:pt x="3323027" y="409803"/>
                  </a:lnTo>
                  <a:lnTo>
                    <a:pt x="3324099" y="409083"/>
                  </a:lnTo>
                  <a:lnTo>
                    <a:pt x="3325171" y="408363"/>
                  </a:lnTo>
                  <a:lnTo>
                    <a:pt x="3326242" y="407642"/>
                  </a:lnTo>
                  <a:lnTo>
                    <a:pt x="3327314" y="406921"/>
                  </a:lnTo>
                  <a:lnTo>
                    <a:pt x="3328385" y="406199"/>
                  </a:lnTo>
                  <a:lnTo>
                    <a:pt x="3329457" y="405477"/>
                  </a:lnTo>
                  <a:lnTo>
                    <a:pt x="3330529" y="404755"/>
                  </a:lnTo>
                  <a:lnTo>
                    <a:pt x="3331600" y="404032"/>
                  </a:lnTo>
                  <a:lnTo>
                    <a:pt x="3332672" y="403308"/>
                  </a:lnTo>
                  <a:lnTo>
                    <a:pt x="3333743" y="402585"/>
                  </a:lnTo>
                  <a:lnTo>
                    <a:pt x="3334815" y="401861"/>
                  </a:lnTo>
                  <a:lnTo>
                    <a:pt x="3335887" y="401136"/>
                  </a:lnTo>
                  <a:lnTo>
                    <a:pt x="3336958" y="400411"/>
                  </a:lnTo>
                  <a:lnTo>
                    <a:pt x="3338030" y="399686"/>
                  </a:lnTo>
                  <a:lnTo>
                    <a:pt x="3339101" y="398960"/>
                  </a:lnTo>
                  <a:lnTo>
                    <a:pt x="3340173" y="398234"/>
                  </a:lnTo>
                  <a:lnTo>
                    <a:pt x="3341245" y="397507"/>
                  </a:lnTo>
                  <a:lnTo>
                    <a:pt x="3342316" y="396780"/>
                  </a:lnTo>
                  <a:lnTo>
                    <a:pt x="3343388" y="396052"/>
                  </a:lnTo>
                  <a:lnTo>
                    <a:pt x="3344459" y="395324"/>
                  </a:lnTo>
                  <a:lnTo>
                    <a:pt x="3345531" y="394596"/>
                  </a:lnTo>
                  <a:lnTo>
                    <a:pt x="3346603" y="393867"/>
                  </a:lnTo>
                  <a:lnTo>
                    <a:pt x="3347674" y="393138"/>
                  </a:lnTo>
                  <a:lnTo>
                    <a:pt x="3348746" y="392408"/>
                  </a:lnTo>
                  <a:lnTo>
                    <a:pt x="3349817" y="391678"/>
                  </a:lnTo>
                  <a:lnTo>
                    <a:pt x="3350889" y="390948"/>
                  </a:lnTo>
                  <a:lnTo>
                    <a:pt x="3351961" y="390217"/>
                  </a:lnTo>
                  <a:lnTo>
                    <a:pt x="3353032" y="389486"/>
                  </a:lnTo>
                  <a:lnTo>
                    <a:pt x="3354104" y="388754"/>
                  </a:lnTo>
                  <a:lnTo>
                    <a:pt x="3355175" y="388022"/>
                  </a:lnTo>
                  <a:lnTo>
                    <a:pt x="3356247" y="387289"/>
                  </a:lnTo>
                  <a:lnTo>
                    <a:pt x="3357319" y="386556"/>
                  </a:lnTo>
                  <a:lnTo>
                    <a:pt x="3358390" y="385823"/>
                  </a:lnTo>
                  <a:lnTo>
                    <a:pt x="3359462" y="385089"/>
                  </a:lnTo>
                  <a:lnTo>
                    <a:pt x="3360533" y="384355"/>
                  </a:lnTo>
                  <a:lnTo>
                    <a:pt x="3361605" y="383620"/>
                  </a:lnTo>
                  <a:lnTo>
                    <a:pt x="3362677" y="382885"/>
                  </a:lnTo>
                  <a:lnTo>
                    <a:pt x="3363748" y="382149"/>
                  </a:lnTo>
                  <a:lnTo>
                    <a:pt x="3364820" y="381413"/>
                  </a:lnTo>
                  <a:lnTo>
                    <a:pt x="3365891" y="380677"/>
                  </a:lnTo>
                  <a:lnTo>
                    <a:pt x="3366963" y="379940"/>
                  </a:lnTo>
                  <a:lnTo>
                    <a:pt x="3368035" y="379203"/>
                  </a:lnTo>
                  <a:lnTo>
                    <a:pt x="3369106" y="378465"/>
                  </a:lnTo>
                  <a:lnTo>
                    <a:pt x="3370178" y="377727"/>
                  </a:lnTo>
                  <a:lnTo>
                    <a:pt x="3371249" y="376989"/>
                  </a:lnTo>
                  <a:lnTo>
                    <a:pt x="3372321" y="376250"/>
                  </a:lnTo>
                  <a:lnTo>
                    <a:pt x="3373392" y="375511"/>
                  </a:lnTo>
                  <a:lnTo>
                    <a:pt x="3374464" y="374771"/>
                  </a:lnTo>
                  <a:lnTo>
                    <a:pt x="3375536" y="374031"/>
                  </a:lnTo>
                  <a:lnTo>
                    <a:pt x="3376607" y="373290"/>
                  </a:lnTo>
                  <a:lnTo>
                    <a:pt x="3377679" y="372549"/>
                  </a:lnTo>
                  <a:lnTo>
                    <a:pt x="3378750" y="371808"/>
                  </a:lnTo>
                  <a:lnTo>
                    <a:pt x="3379822" y="371066"/>
                  </a:lnTo>
                  <a:lnTo>
                    <a:pt x="3380894" y="370324"/>
                  </a:lnTo>
                  <a:lnTo>
                    <a:pt x="3381965" y="369581"/>
                  </a:lnTo>
                  <a:lnTo>
                    <a:pt x="3383037" y="368838"/>
                  </a:lnTo>
                  <a:lnTo>
                    <a:pt x="3384108" y="368095"/>
                  </a:lnTo>
                  <a:lnTo>
                    <a:pt x="3385180" y="367351"/>
                  </a:lnTo>
                  <a:lnTo>
                    <a:pt x="3386252" y="366606"/>
                  </a:lnTo>
                  <a:lnTo>
                    <a:pt x="3387323" y="365862"/>
                  </a:lnTo>
                  <a:lnTo>
                    <a:pt x="3388395" y="365116"/>
                  </a:lnTo>
                  <a:lnTo>
                    <a:pt x="3389466" y="364371"/>
                  </a:lnTo>
                  <a:lnTo>
                    <a:pt x="3390538" y="363625"/>
                  </a:lnTo>
                  <a:lnTo>
                    <a:pt x="3391610" y="362878"/>
                  </a:lnTo>
                  <a:lnTo>
                    <a:pt x="3392681" y="362132"/>
                  </a:lnTo>
                  <a:lnTo>
                    <a:pt x="3393753" y="361384"/>
                  </a:lnTo>
                  <a:lnTo>
                    <a:pt x="3394824" y="360637"/>
                  </a:lnTo>
                  <a:lnTo>
                    <a:pt x="3395896" y="359889"/>
                  </a:lnTo>
                  <a:lnTo>
                    <a:pt x="3396968" y="359140"/>
                  </a:lnTo>
                  <a:lnTo>
                    <a:pt x="3398039" y="358391"/>
                  </a:lnTo>
                  <a:lnTo>
                    <a:pt x="3399111" y="357642"/>
                  </a:lnTo>
                  <a:lnTo>
                    <a:pt x="3400182" y="356892"/>
                  </a:lnTo>
                  <a:lnTo>
                    <a:pt x="3401254" y="356142"/>
                  </a:lnTo>
                  <a:lnTo>
                    <a:pt x="3402326" y="355391"/>
                  </a:lnTo>
                  <a:lnTo>
                    <a:pt x="3403397" y="354640"/>
                  </a:lnTo>
                  <a:lnTo>
                    <a:pt x="3404469" y="353889"/>
                  </a:lnTo>
                  <a:lnTo>
                    <a:pt x="3405540" y="353137"/>
                  </a:lnTo>
                  <a:lnTo>
                    <a:pt x="3406612" y="352385"/>
                  </a:lnTo>
                  <a:lnTo>
                    <a:pt x="3407684" y="351632"/>
                  </a:lnTo>
                  <a:lnTo>
                    <a:pt x="3408755" y="350879"/>
                  </a:lnTo>
                  <a:lnTo>
                    <a:pt x="3409827" y="350126"/>
                  </a:lnTo>
                  <a:lnTo>
                    <a:pt x="3410898" y="349372"/>
                  </a:lnTo>
                  <a:lnTo>
                    <a:pt x="3411970" y="348617"/>
                  </a:lnTo>
                  <a:lnTo>
                    <a:pt x="3413042" y="347862"/>
                  </a:lnTo>
                  <a:lnTo>
                    <a:pt x="3414113" y="347107"/>
                  </a:lnTo>
                  <a:lnTo>
                    <a:pt x="3415185" y="346352"/>
                  </a:lnTo>
                  <a:lnTo>
                    <a:pt x="3416256" y="345596"/>
                  </a:lnTo>
                  <a:lnTo>
                    <a:pt x="3417328" y="344839"/>
                  </a:lnTo>
                  <a:lnTo>
                    <a:pt x="3418400" y="344082"/>
                  </a:lnTo>
                  <a:lnTo>
                    <a:pt x="3419471" y="343325"/>
                  </a:lnTo>
                  <a:lnTo>
                    <a:pt x="3420543" y="342567"/>
                  </a:lnTo>
                  <a:lnTo>
                    <a:pt x="3421614" y="341809"/>
                  </a:lnTo>
                  <a:lnTo>
                    <a:pt x="3422686" y="341051"/>
                  </a:lnTo>
                  <a:lnTo>
                    <a:pt x="3423758" y="340292"/>
                  </a:lnTo>
                  <a:lnTo>
                    <a:pt x="3424829" y="339533"/>
                  </a:lnTo>
                  <a:lnTo>
                    <a:pt x="3425901" y="338773"/>
                  </a:lnTo>
                  <a:lnTo>
                    <a:pt x="3426972" y="338013"/>
                  </a:lnTo>
                  <a:lnTo>
                    <a:pt x="3428044" y="337252"/>
                  </a:lnTo>
                  <a:lnTo>
                    <a:pt x="3429116" y="336491"/>
                  </a:lnTo>
                  <a:lnTo>
                    <a:pt x="3430187" y="335730"/>
                  </a:lnTo>
                  <a:lnTo>
                    <a:pt x="3431259" y="334968"/>
                  </a:lnTo>
                  <a:lnTo>
                    <a:pt x="3432330" y="334205"/>
                  </a:lnTo>
                  <a:lnTo>
                    <a:pt x="3433402" y="333443"/>
                  </a:lnTo>
                  <a:lnTo>
                    <a:pt x="3434474" y="332680"/>
                  </a:lnTo>
                  <a:lnTo>
                    <a:pt x="3435545" y="331916"/>
                  </a:lnTo>
                  <a:lnTo>
                    <a:pt x="3436617" y="331152"/>
                  </a:lnTo>
                  <a:lnTo>
                    <a:pt x="3437688" y="330388"/>
                  </a:lnTo>
                  <a:lnTo>
                    <a:pt x="3438760" y="329623"/>
                  </a:lnTo>
                  <a:lnTo>
                    <a:pt x="3439832" y="328858"/>
                  </a:lnTo>
                  <a:lnTo>
                    <a:pt x="3440903" y="328092"/>
                  </a:lnTo>
                  <a:lnTo>
                    <a:pt x="3441975" y="327326"/>
                  </a:lnTo>
                  <a:lnTo>
                    <a:pt x="3443046" y="326560"/>
                  </a:lnTo>
                  <a:lnTo>
                    <a:pt x="3444118" y="325793"/>
                  </a:lnTo>
                  <a:lnTo>
                    <a:pt x="3445190" y="325026"/>
                  </a:lnTo>
                  <a:lnTo>
                    <a:pt x="3446261" y="324258"/>
                  </a:lnTo>
                  <a:lnTo>
                    <a:pt x="3447333" y="323490"/>
                  </a:lnTo>
                  <a:lnTo>
                    <a:pt x="3448404" y="322722"/>
                  </a:lnTo>
                  <a:lnTo>
                    <a:pt x="3449476" y="321953"/>
                  </a:lnTo>
                  <a:lnTo>
                    <a:pt x="3450548" y="321183"/>
                  </a:lnTo>
                  <a:lnTo>
                    <a:pt x="3451619" y="320414"/>
                  </a:lnTo>
                  <a:lnTo>
                    <a:pt x="3452691" y="319644"/>
                  </a:lnTo>
                  <a:lnTo>
                    <a:pt x="3453762" y="318873"/>
                  </a:lnTo>
                  <a:lnTo>
                    <a:pt x="3454834" y="318102"/>
                  </a:lnTo>
                  <a:lnTo>
                    <a:pt x="3455906" y="317331"/>
                  </a:lnTo>
                  <a:lnTo>
                    <a:pt x="3456977" y="316559"/>
                  </a:lnTo>
                  <a:lnTo>
                    <a:pt x="3458049" y="315787"/>
                  </a:lnTo>
                  <a:lnTo>
                    <a:pt x="3459120" y="315014"/>
                  </a:lnTo>
                  <a:lnTo>
                    <a:pt x="3460192" y="314241"/>
                  </a:lnTo>
                  <a:lnTo>
                    <a:pt x="3461264" y="313467"/>
                  </a:lnTo>
                  <a:lnTo>
                    <a:pt x="3462335" y="312694"/>
                  </a:lnTo>
                  <a:lnTo>
                    <a:pt x="3463407" y="311919"/>
                  </a:lnTo>
                  <a:lnTo>
                    <a:pt x="3464478" y="311145"/>
                  </a:lnTo>
                  <a:lnTo>
                    <a:pt x="3465550" y="310369"/>
                  </a:lnTo>
                  <a:lnTo>
                    <a:pt x="3466622" y="309594"/>
                  </a:lnTo>
                  <a:lnTo>
                    <a:pt x="3467693" y="308818"/>
                  </a:lnTo>
                  <a:lnTo>
                    <a:pt x="3468765" y="308042"/>
                  </a:lnTo>
                  <a:lnTo>
                    <a:pt x="3469836" y="307265"/>
                  </a:lnTo>
                  <a:lnTo>
                    <a:pt x="3470908" y="306488"/>
                  </a:lnTo>
                  <a:lnTo>
                    <a:pt x="3471980" y="305710"/>
                  </a:lnTo>
                  <a:lnTo>
                    <a:pt x="3473051" y="304932"/>
                  </a:lnTo>
                  <a:lnTo>
                    <a:pt x="3474123" y="304154"/>
                  </a:lnTo>
                  <a:lnTo>
                    <a:pt x="3475194" y="303375"/>
                  </a:lnTo>
                  <a:lnTo>
                    <a:pt x="3476266" y="302596"/>
                  </a:lnTo>
                  <a:lnTo>
                    <a:pt x="3477338" y="301816"/>
                  </a:lnTo>
                  <a:lnTo>
                    <a:pt x="3478409" y="301036"/>
                  </a:lnTo>
                  <a:lnTo>
                    <a:pt x="3479481" y="300255"/>
                  </a:lnTo>
                  <a:lnTo>
                    <a:pt x="3480552" y="299474"/>
                  </a:lnTo>
                  <a:lnTo>
                    <a:pt x="3481624" y="298693"/>
                  </a:lnTo>
                  <a:lnTo>
                    <a:pt x="3482696" y="297911"/>
                  </a:lnTo>
                  <a:lnTo>
                    <a:pt x="3483767" y="297129"/>
                  </a:lnTo>
                  <a:lnTo>
                    <a:pt x="3484839" y="296347"/>
                  </a:lnTo>
                  <a:lnTo>
                    <a:pt x="3485910" y="295564"/>
                  </a:lnTo>
                  <a:lnTo>
                    <a:pt x="3486982" y="294780"/>
                  </a:lnTo>
                  <a:lnTo>
                    <a:pt x="3488054" y="293996"/>
                  </a:lnTo>
                  <a:lnTo>
                    <a:pt x="3489125" y="293212"/>
                  </a:lnTo>
                  <a:lnTo>
                    <a:pt x="3490197" y="292428"/>
                  </a:lnTo>
                  <a:lnTo>
                    <a:pt x="3491268" y="291642"/>
                  </a:lnTo>
                  <a:lnTo>
                    <a:pt x="3492340" y="290857"/>
                  </a:lnTo>
                  <a:lnTo>
                    <a:pt x="3493412" y="290071"/>
                  </a:lnTo>
                  <a:lnTo>
                    <a:pt x="3494483" y="289285"/>
                  </a:lnTo>
                  <a:lnTo>
                    <a:pt x="3495555" y="288498"/>
                  </a:lnTo>
                  <a:lnTo>
                    <a:pt x="3496626" y="287711"/>
                  </a:lnTo>
                  <a:lnTo>
                    <a:pt x="3497698" y="286924"/>
                  </a:lnTo>
                  <a:lnTo>
                    <a:pt x="3498770" y="286136"/>
                  </a:lnTo>
                  <a:lnTo>
                    <a:pt x="3499841" y="285347"/>
                  </a:lnTo>
                  <a:lnTo>
                    <a:pt x="3500913" y="284559"/>
                  </a:lnTo>
                  <a:lnTo>
                    <a:pt x="3501984" y="283769"/>
                  </a:lnTo>
                  <a:lnTo>
                    <a:pt x="3503056" y="282980"/>
                  </a:lnTo>
                  <a:lnTo>
                    <a:pt x="3504128" y="282190"/>
                  </a:lnTo>
                  <a:lnTo>
                    <a:pt x="3505199" y="281399"/>
                  </a:lnTo>
                  <a:lnTo>
                    <a:pt x="3506271" y="280609"/>
                  </a:lnTo>
                  <a:lnTo>
                    <a:pt x="3507342" y="279817"/>
                  </a:lnTo>
                  <a:lnTo>
                    <a:pt x="3508414" y="279026"/>
                  </a:lnTo>
                  <a:lnTo>
                    <a:pt x="3509486" y="278234"/>
                  </a:lnTo>
                  <a:lnTo>
                    <a:pt x="3510557" y="277441"/>
                  </a:lnTo>
                  <a:lnTo>
                    <a:pt x="3511629" y="276648"/>
                  </a:lnTo>
                  <a:lnTo>
                    <a:pt x="3512700" y="275855"/>
                  </a:lnTo>
                  <a:lnTo>
                    <a:pt x="3513772" y="275061"/>
                  </a:lnTo>
                  <a:lnTo>
                    <a:pt x="3514844" y="274267"/>
                  </a:lnTo>
                  <a:lnTo>
                    <a:pt x="3515915" y="273473"/>
                  </a:lnTo>
                  <a:lnTo>
                    <a:pt x="3516987" y="272678"/>
                  </a:lnTo>
                  <a:lnTo>
                    <a:pt x="3518058" y="271882"/>
                  </a:lnTo>
                  <a:lnTo>
                    <a:pt x="3519130" y="271087"/>
                  </a:lnTo>
                  <a:lnTo>
                    <a:pt x="3520202" y="270290"/>
                  </a:lnTo>
                  <a:lnTo>
                    <a:pt x="3521273" y="269494"/>
                  </a:lnTo>
                  <a:lnTo>
                    <a:pt x="3522345" y="268697"/>
                  </a:lnTo>
                  <a:lnTo>
                    <a:pt x="3523416" y="267899"/>
                  </a:lnTo>
                  <a:lnTo>
                    <a:pt x="3524488" y="267102"/>
                  </a:lnTo>
                  <a:lnTo>
                    <a:pt x="3525560" y="266303"/>
                  </a:lnTo>
                  <a:lnTo>
                    <a:pt x="3526631" y="265505"/>
                  </a:lnTo>
                  <a:lnTo>
                    <a:pt x="3527703" y="264706"/>
                  </a:lnTo>
                  <a:lnTo>
                    <a:pt x="3528774" y="263906"/>
                  </a:lnTo>
                  <a:lnTo>
                    <a:pt x="3529846" y="263106"/>
                  </a:lnTo>
                  <a:lnTo>
                    <a:pt x="3530918" y="262306"/>
                  </a:lnTo>
                  <a:lnTo>
                    <a:pt x="3531989" y="261505"/>
                  </a:lnTo>
                  <a:lnTo>
                    <a:pt x="3533061" y="260704"/>
                  </a:lnTo>
                  <a:lnTo>
                    <a:pt x="3534132" y="259903"/>
                  </a:lnTo>
                  <a:lnTo>
                    <a:pt x="3535204" y="259101"/>
                  </a:lnTo>
                  <a:lnTo>
                    <a:pt x="3536276" y="258298"/>
                  </a:lnTo>
                  <a:lnTo>
                    <a:pt x="3537347" y="257496"/>
                  </a:lnTo>
                  <a:lnTo>
                    <a:pt x="3538419" y="256692"/>
                  </a:lnTo>
                  <a:lnTo>
                    <a:pt x="3539490" y="255889"/>
                  </a:lnTo>
                  <a:lnTo>
                    <a:pt x="3540562" y="255085"/>
                  </a:lnTo>
                  <a:lnTo>
                    <a:pt x="3541634" y="254280"/>
                  </a:lnTo>
                  <a:lnTo>
                    <a:pt x="3542705" y="253476"/>
                  </a:lnTo>
                  <a:lnTo>
                    <a:pt x="3543777" y="252670"/>
                  </a:lnTo>
                  <a:lnTo>
                    <a:pt x="3544848" y="251865"/>
                  </a:lnTo>
                  <a:lnTo>
                    <a:pt x="3545920" y="251059"/>
                  </a:lnTo>
                  <a:lnTo>
                    <a:pt x="3546992" y="250252"/>
                  </a:lnTo>
                  <a:lnTo>
                    <a:pt x="3548063" y="249445"/>
                  </a:lnTo>
                  <a:lnTo>
                    <a:pt x="3549135" y="248638"/>
                  </a:lnTo>
                  <a:lnTo>
                    <a:pt x="3550206" y="247830"/>
                  </a:lnTo>
                  <a:lnTo>
                    <a:pt x="3551278" y="247022"/>
                  </a:lnTo>
                  <a:lnTo>
                    <a:pt x="3552349" y="246214"/>
                  </a:lnTo>
                  <a:lnTo>
                    <a:pt x="3553421" y="245405"/>
                  </a:lnTo>
                  <a:lnTo>
                    <a:pt x="3554493" y="244595"/>
                  </a:lnTo>
                  <a:lnTo>
                    <a:pt x="3555564" y="243786"/>
                  </a:lnTo>
                  <a:lnTo>
                    <a:pt x="3556636" y="242976"/>
                  </a:lnTo>
                  <a:lnTo>
                    <a:pt x="3557707" y="242165"/>
                  </a:lnTo>
                  <a:lnTo>
                    <a:pt x="3558779" y="241354"/>
                  </a:lnTo>
                  <a:lnTo>
                    <a:pt x="3559851" y="240543"/>
                  </a:lnTo>
                  <a:lnTo>
                    <a:pt x="3560922" y="239731"/>
                  </a:lnTo>
                  <a:lnTo>
                    <a:pt x="3561994" y="238919"/>
                  </a:lnTo>
                  <a:lnTo>
                    <a:pt x="3563065" y="238106"/>
                  </a:lnTo>
                  <a:lnTo>
                    <a:pt x="3564137" y="237293"/>
                  </a:lnTo>
                  <a:lnTo>
                    <a:pt x="3565209" y="236479"/>
                  </a:lnTo>
                  <a:lnTo>
                    <a:pt x="3566280" y="235666"/>
                  </a:lnTo>
                  <a:lnTo>
                    <a:pt x="3567352" y="234851"/>
                  </a:lnTo>
                  <a:lnTo>
                    <a:pt x="3568423" y="234037"/>
                  </a:lnTo>
                  <a:lnTo>
                    <a:pt x="3569495" y="233222"/>
                  </a:lnTo>
                  <a:lnTo>
                    <a:pt x="3570567" y="232406"/>
                  </a:lnTo>
                  <a:lnTo>
                    <a:pt x="3571638" y="231590"/>
                  </a:lnTo>
                  <a:lnTo>
                    <a:pt x="3572710" y="230774"/>
                  </a:lnTo>
                  <a:lnTo>
                    <a:pt x="3573781" y="229957"/>
                  </a:lnTo>
                  <a:lnTo>
                    <a:pt x="3574853" y="229140"/>
                  </a:lnTo>
                  <a:lnTo>
                    <a:pt x="3575925" y="228322"/>
                  </a:lnTo>
                  <a:lnTo>
                    <a:pt x="3576996" y="227504"/>
                  </a:lnTo>
                  <a:lnTo>
                    <a:pt x="3578068" y="226686"/>
                  </a:lnTo>
                  <a:lnTo>
                    <a:pt x="3579139" y="225867"/>
                  </a:lnTo>
                  <a:lnTo>
                    <a:pt x="3580211" y="225048"/>
                  </a:lnTo>
                  <a:lnTo>
                    <a:pt x="3581283" y="224229"/>
                  </a:lnTo>
                  <a:lnTo>
                    <a:pt x="3582354" y="223409"/>
                  </a:lnTo>
                  <a:lnTo>
                    <a:pt x="3583426" y="222588"/>
                  </a:lnTo>
                  <a:lnTo>
                    <a:pt x="3584497" y="221767"/>
                  </a:lnTo>
                  <a:lnTo>
                    <a:pt x="3585569" y="220946"/>
                  </a:lnTo>
                  <a:lnTo>
                    <a:pt x="3586641" y="220124"/>
                  </a:lnTo>
                  <a:lnTo>
                    <a:pt x="3587712" y="219302"/>
                  </a:lnTo>
                  <a:lnTo>
                    <a:pt x="3588784" y="218480"/>
                  </a:lnTo>
                  <a:lnTo>
                    <a:pt x="3589855" y="217657"/>
                  </a:lnTo>
                  <a:lnTo>
                    <a:pt x="3590927" y="216834"/>
                  </a:lnTo>
                  <a:lnTo>
                    <a:pt x="3591999" y="216010"/>
                  </a:lnTo>
                  <a:lnTo>
                    <a:pt x="3593070" y="215186"/>
                  </a:lnTo>
                  <a:lnTo>
                    <a:pt x="3594142" y="214361"/>
                  </a:lnTo>
                  <a:lnTo>
                    <a:pt x="3595213" y="213536"/>
                  </a:lnTo>
                  <a:lnTo>
                    <a:pt x="3596285" y="212711"/>
                  </a:lnTo>
                  <a:lnTo>
                    <a:pt x="3597357" y="211885"/>
                  </a:lnTo>
                  <a:lnTo>
                    <a:pt x="3598428" y="211059"/>
                  </a:lnTo>
                  <a:lnTo>
                    <a:pt x="3599500" y="210233"/>
                  </a:lnTo>
                  <a:lnTo>
                    <a:pt x="3600571" y="209406"/>
                  </a:lnTo>
                  <a:lnTo>
                    <a:pt x="3601643" y="208578"/>
                  </a:lnTo>
                  <a:lnTo>
                    <a:pt x="3602715" y="207750"/>
                  </a:lnTo>
                  <a:lnTo>
                    <a:pt x="3603786" y="206922"/>
                  </a:lnTo>
                  <a:lnTo>
                    <a:pt x="3604858" y="206094"/>
                  </a:lnTo>
                  <a:lnTo>
                    <a:pt x="3605929" y="205265"/>
                  </a:lnTo>
                  <a:lnTo>
                    <a:pt x="3607001" y="204435"/>
                  </a:lnTo>
                  <a:lnTo>
                    <a:pt x="3608073" y="203605"/>
                  </a:lnTo>
                  <a:lnTo>
                    <a:pt x="3609144" y="202775"/>
                  </a:lnTo>
                  <a:lnTo>
                    <a:pt x="3610216" y="201944"/>
                  </a:lnTo>
                  <a:lnTo>
                    <a:pt x="3611287" y="201113"/>
                  </a:lnTo>
                  <a:lnTo>
                    <a:pt x="3612359" y="200282"/>
                  </a:lnTo>
                  <a:lnTo>
                    <a:pt x="3613431" y="199450"/>
                  </a:lnTo>
                  <a:lnTo>
                    <a:pt x="3614502" y="198618"/>
                  </a:lnTo>
                  <a:lnTo>
                    <a:pt x="3615574" y="197785"/>
                  </a:lnTo>
                  <a:lnTo>
                    <a:pt x="3616645" y="196952"/>
                  </a:lnTo>
                  <a:lnTo>
                    <a:pt x="3617717" y="196118"/>
                  </a:lnTo>
                  <a:lnTo>
                    <a:pt x="3618789" y="195284"/>
                  </a:lnTo>
                  <a:lnTo>
                    <a:pt x="3619860" y="194450"/>
                  </a:lnTo>
                  <a:lnTo>
                    <a:pt x="3620932" y="193615"/>
                  </a:lnTo>
                  <a:lnTo>
                    <a:pt x="3622003" y="192780"/>
                  </a:lnTo>
                  <a:lnTo>
                    <a:pt x="3623075" y="191944"/>
                  </a:lnTo>
                  <a:lnTo>
                    <a:pt x="3624147" y="191108"/>
                  </a:lnTo>
                  <a:lnTo>
                    <a:pt x="3625218" y="190272"/>
                  </a:lnTo>
                  <a:lnTo>
                    <a:pt x="3626290" y="189435"/>
                  </a:lnTo>
                  <a:lnTo>
                    <a:pt x="3627361" y="188598"/>
                  </a:lnTo>
                  <a:lnTo>
                    <a:pt x="3628433" y="187760"/>
                  </a:lnTo>
                  <a:lnTo>
                    <a:pt x="3629505" y="186922"/>
                  </a:lnTo>
                  <a:lnTo>
                    <a:pt x="3630576" y="186084"/>
                  </a:lnTo>
                  <a:lnTo>
                    <a:pt x="3631648" y="185245"/>
                  </a:lnTo>
                  <a:lnTo>
                    <a:pt x="3632719" y="184406"/>
                  </a:lnTo>
                  <a:lnTo>
                    <a:pt x="3633791" y="183566"/>
                  </a:lnTo>
                  <a:lnTo>
                    <a:pt x="3634863" y="182726"/>
                  </a:lnTo>
                  <a:lnTo>
                    <a:pt x="3635934" y="181885"/>
                  </a:lnTo>
                  <a:lnTo>
                    <a:pt x="3637006" y="181045"/>
                  </a:lnTo>
                  <a:lnTo>
                    <a:pt x="3638077" y="180203"/>
                  </a:lnTo>
                  <a:lnTo>
                    <a:pt x="3639149" y="179361"/>
                  </a:lnTo>
                  <a:lnTo>
                    <a:pt x="3640221" y="178519"/>
                  </a:lnTo>
                  <a:lnTo>
                    <a:pt x="3641292" y="177677"/>
                  </a:lnTo>
                  <a:lnTo>
                    <a:pt x="3642364" y="176834"/>
                  </a:lnTo>
                  <a:lnTo>
                    <a:pt x="3643435" y="175990"/>
                  </a:lnTo>
                  <a:lnTo>
                    <a:pt x="3644507" y="175147"/>
                  </a:lnTo>
                  <a:lnTo>
                    <a:pt x="3645579" y="174303"/>
                  </a:lnTo>
                  <a:lnTo>
                    <a:pt x="3646650" y="173458"/>
                  </a:lnTo>
                  <a:lnTo>
                    <a:pt x="3647722" y="172613"/>
                  </a:lnTo>
                  <a:lnTo>
                    <a:pt x="3648793" y="171768"/>
                  </a:lnTo>
                  <a:lnTo>
                    <a:pt x="3649865" y="170922"/>
                  </a:lnTo>
                  <a:lnTo>
                    <a:pt x="3650937" y="170075"/>
                  </a:lnTo>
                  <a:lnTo>
                    <a:pt x="3652008" y="169229"/>
                  </a:lnTo>
                  <a:lnTo>
                    <a:pt x="3653080" y="168382"/>
                  </a:lnTo>
                  <a:lnTo>
                    <a:pt x="3654151" y="167534"/>
                  </a:lnTo>
                  <a:lnTo>
                    <a:pt x="3655223" y="166686"/>
                  </a:lnTo>
                  <a:lnTo>
                    <a:pt x="3656295" y="165838"/>
                  </a:lnTo>
                  <a:lnTo>
                    <a:pt x="3657366" y="164990"/>
                  </a:lnTo>
                  <a:lnTo>
                    <a:pt x="3658438" y="164140"/>
                  </a:lnTo>
                  <a:lnTo>
                    <a:pt x="3659509" y="163291"/>
                  </a:lnTo>
                  <a:lnTo>
                    <a:pt x="3660581" y="162441"/>
                  </a:lnTo>
                  <a:lnTo>
                    <a:pt x="3661653" y="161591"/>
                  </a:lnTo>
                  <a:lnTo>
                    <a:pt x="3662724" y="160740"/>
                  </a:lnTo>
                  <a:lnTo>
                    <a:pt x="3663796" y="159889"/>
                  </a:lnTo>
                  <a:lnTo>
                    <a:pt x="3664867" y="159037"/>
                  </a:lnTo>
                  <a:lnTo>
                    <a:pt x="3665939" y="158185"/>
                  </a:lnTo>
                  <a:lnTo>
                    <a:pt x="3667011" y="157333"/>
                  </a:lnTo>
                  <a:lnTo>
                    <a:pt x="3668082" y="156480"/>
                  </a:lnTo>
                  <a:lnTo>
                    <a:pt x="3669154" y="155627"/>
                  </a:lnTo>
                  <a:lnTo>
                    <a:pt x="3670225" y="154773"/>
                  </a:lnTo>
                  <a:lnTo>
                    <a:pt x="3671297" y="153919"/>
                  </a:lnTo>
                  <a:lnTo>
                    <a:pt x="3672369" y="153065"/>
                  </a:lnTo>
                  <a:lnTo>
                    <a:pt x="3673440" y="152210"/>
                  </a:lnTo>
                  <a:lnTo>
                    <a:pt x="3674512" y="151355"/>
                  </a:lnTo>
                  <a:lnTo>
                    <a:pt x="3675583" y="150499"/>
                  </a:lnTo>
                  <a:lnTo>
                    <a:pt x="3676655" y="149643"/>
                  </a:lnTo>
                  <a:lnTo>
                    <a:pt x="3677727" y="148787"/>
                  </a:lnTo>
                  <a:lnTo>
                    <a:pt x="3678798" y="147930"/>
                  </a:lnTo>
                  <a:lnTo>
                    <a:pt x="3679870" y="147073"/>
                  </a:lnTo>
                  <a:lnTo>
                    <a:pt x="3680941" y="146215"/>
                  </a:lnTo>
                  <a:lnTo>
                    <a:pt x="3682013" y="145357"/>
                  </a:lnTo>
                  <a:lnTo>
                    <a:pt x="3683085" y="144498"/>
                  </a:lnTo>
                  <a:lnTo>
                    <a:pt x="3684156" y="143639"/>
                  </a:lnTo>
                  <a:lnTo>
                    <a:pt x="3685228" y="142780"/>
                  </a:lnTo>
                  <a:lnTo>
                    <a:pt x="3686299" y="141920"/>
                  </a:lnTo>
                  <a:lnTo>
                    <a:pt x="3687371" y="141060"/>
                  </a:lnTo>
                  <a:lnTo>
                    <a:pt x="3688443" y="140199"/>
                  </a:lnTo>
                  <a:lnTo>
                    <a:pt x="3689514" y="139339"/>
                  </a:lnTo>
                  <a:lnTo>
                    <a:pt x="3690586" y="138477"/>
                  </a:lnTo>
                  <a:lnTo>
                    <a:pt x="3691657" y="137615"/>
                  </a:lnTo>
                  <a:lnTo>
                    <a:pt x="3692729" y="136753"/>
                  </a:lnTo>
                  <a:lnTo>
                    <a:pt x="3693801" y="135891"/>
                  </a:lnTo>
                  <a:lnTo>
                    <a:pt x="3694872" y="135028"/>
                  </a:lnTo>
                  <a:lnTo>
                    <a:pt x="3695944" y="134164"/>
                  </a:lnTo>
                  <a:lnTo>
                    <a:pt x="3697015" y="133300"/>
                  </a:lnTo>
                  <a:lnTo>
                    <a:pt x="3698087" y="132436"/>
                  </a:lnTo>
                  <a:lnTo>
                    <a:pt x="3699159" y="131571"/>
                  </a:lnTo>
                  <a:lnTo>
                    <a:pt x="3700230" y="130706"/>
                  </a:lnTo>
                  <a:lnTo>
                    <a:pt x="3701302" y="129841"/>
                  </a:lnTo>
                  <a:lnTo>
                    <a:pt x="3702373" y="128975"/>
                  </a:lnTo>
                  <a:lnTo>
                    <a:pt x="3703445" y="128109"/>
                  </a:lnTo>
                  <a:lnTo>
                    <a:pt x="3704517" y="127242"/>
                  </a:lnTo>
                  <a:lnTo>
                    <a:pt x="3705588" y="126375"/>
                  </a:lnTo>
                  <a:lnTo>
                    <a:pt x="3706660" y="125507"/>
                  </a:lnTo>
                  <a:lnTo>
                    <a:pt x="3707731" y="124639"/>
                  </a:lnTo>
                  <a:lnTo>
                    <a:pt x="3708803" y="123771"/>
                  </a:lnTo>
                  <a:lnTo>
                    <a:pt x="3709875" y="122902"/>
                  </a:lnTo>
                  <a:lnTo>
                    <a:pt x="3710946" y="122033"/>
                  </a:lnTo>
                  <a:lnTo>
                    <a:pt x="3712018" y="121163"/>
                  </a:lnTo>
                  <a:lnTo>
                    <a:pt x="3713089" y="120294"/>
                  </a:lnTo>
                  <a:lnTo>
                    <a:pt x="3714161" y="119423"/>
                  </a:lnTo>
                  <a:lnTo>
                    <a:pt x="3715233" y="118552"/>
                  </a:lnTo>
                  <a:lnTo>
                    <a:pt x="3716304" y="117681"/>
                  </a:lnTo>
                  <a:lnTo>
                    <a:pt x="3717376" y="116809"/>
                  </a:lnTo>
                  <a:lnTo>
                    <a:pt x="3718447" y="115937"/>
                  </a:lnTo>
                  <a:lnTo>
                    <a:pt x="3719519" y="115065"/>
                  </a:lnTo>
                  <a:lnTo>
                    <a:pt x="3720591" y="114192"/>
                  </a:lnTo>
                  <a:lnTo>
                    <a:pt x="3721662" y="113319"/>
                  </a:lnTo>
                  <a:lnTo>
                    <a:pt x="3722734" y="112445"/>
                  </a:lnTo>
                  <a:lnTo>
                    <a:pt x="3723805" y="111571"/>
                  </a:lnTo>
                  <a:lnTo>
                    <a:pt x="3724877" y="110697"/>
                  </a:lnTo>
                  <a:lnTo>
                    <a:pt x="3725949" y="109822"/>
                  </a:lnTo>
                  <a:lnTo>
                    <a:pt x="3727020" y="108946"/>
                  </a:lnTo>
                  <a:lnTo>
                    <a:pt x="3728092" y="108071"/>
                  </a:lnTo>
                  <a:lnTo>
                    <a:pt x="3729163" y="107195"/>
                  </a:lnTo>
                  <a:lnTo>
                    <a:pt x="3730235" y="106318"/>
                  </a:lnTo>
                  <a:lnTo>
                    <a:pt x="3731306" y="105441"/>
                  </a:lnTo>
                  <a:lnTo>
                    <a:pt x="3732378" y="104564"/>
                  </a:lnTo>
                  <a:lnTo>
                    <a:pt x="3733450" y="103686"/>
                  </a:lnTo>
                  <a:lnTo>
                    <a:pt x="3734521" y="102808"/>
                  </a:lnTo>
                  <a:lnTo>
                    <a:pt x="3735593" y="101929"/>
                  </a:lnTo>
                  <a:lnTo>
                    <a:pt x="3736664" y="101050"/>
                  </a:lnTo>
                  <a:lnTo>
                    <a:pt x="3737736" y="100171"/>
                  </a:lnTo>
                  <a:lnTo>
                    <a:pt x="3738808" y="99291"/>
                  </a:lnTo>
                  <a:lnTo>
                    <a:pt x="3739879" y="98411"/>
                  </a:lnTo>
                  <a:lnTo>
                    <a:pt x="3740951" y="97530"/>
                  </a:lnTo>
                  <a:lnTo>
                    <a:pt x="3742022" y="96649"/>
                  </a:lnTo>
                  <a:lnTo>
                    <a:pt x="3743094" y="95768"/>
                  </a:lnTo>
                  <a:lnTo>
                    <a:pt x="3744166" y="94886"/>
                  </a:lnTo>
                  <a:lnTo>
                    <a:pt x="3745237" y="94003"/>
                  </a:lnTo>
                  <a:lnTo>
                    <a:pt x="3746309" y="93121"/>
                  </a:lnTo>
                  <a:lnTo>
                    <a:pt x="3747380" y="92238"/>
                  </a:lnTo>
                  <a:lnTo>
                    <a:pt x="3748452" y="91354"/>
                  </a:lnTo>
                  <a:lnTo>
                    <a:pt x="3749524" y="90470"/>
                  </a:lnTo>
                  <a:lnTo>
                    <a:pt x="3750595" y="89586"/>
                  </a:lnTo>
                  <a:lnTo>
                    <a:pt x="3751667" y="88701"/>
                  </a:lnTo>
                  <a:lnTo>
                    <a:pt x="3752738" y="87816"/>
                  </a:lnTo>
                  <a:lnTo>
                    <a:pt x="3753810" y="86930"/>
                  </a:lnTo>
                  <a:lnTo>
                    <a:pt x="3754882" y="86044"/>
                  </a:lnTo>
                  <a:lnTo>
                    <a:pt x="3755953" y="85158"/>
                  </a:lnTo>
                  <a:lnTo>
                    <a:pt x="3757025" y="84271"/>
                  </a:lnTo>
                  <a:lnTo>
                    <a:pt x="3758096" y="83384"/>
                  </a:lnTo>
                  <a:lnTo>
                    <a:pt x="3759168" y="82496"/>
                  </a:lnTo>
                  <a:lnTo>
                    <a:pt x="3760240" y="81608"/>
                  </a:lnTo>
                  <a:lnTo>
                    <a:pt x="3761311" y="80720"/>
                  </a:lnTo>
                  <a:lnTo>
                    <a:pt x="3762383" y="79831"/>
                  </a:lnTo>
                  <a:lnTo>
                    <a:pt x="3763454" y="78942"/>
                  </a:lnTo>
                  <a:lnTo>
                    <a:pt x="3764526" y="78052"/>
                  </a:lnTo>
                  <a:lnTo>
                    <a:pt x="3765598" y="77162"/>
                  </a:lnTo>
                  <a:lnTo>
                    <a:pt x="3766669" y="76271"/>
                  </a:lnTo>
                  <a:lnTo>
                    <a:pt x="3767741" y="75381"/>
                  </a:lnTo>
                  <a:lnTo>
                    <a:pt x="3768812" y="74489"/>
                  </a:lnTo>
                  <a:lnTo>
                    <a:pt x="3769884" y="73597"/>
                  </a:lnTo>
                  <a:lnTo>
                    <a:pt x="3770956" y="72705"/>
                  </a:lnTo>
                  <a:lnTo>
                    <a:pt x="3772027" y="71813"/>
                  </a:lnTo>
                  <a:lnTo>
                    <a:pt x="3773099" y="70920"/>
                  </a:lnTo>
                  <a:lnTo>
                    <a:pt x="3774170" y="70026"/>
                  </a:lnTo>
                  <a:lnTo>
                    <a:pt x="3775242" y="69133"/>
                  </a:lnTo>
                  <a:lnTo>
                    <a:pt x="3776314" y="68238"/>
                  </a:lnTo>
                  <a:lnTo>
                    <a:pt x="3777385" y="67344"/>
                  </a:lnTo>
                  <a:lnTo>
                    <a:pt x="3778457" y="66449"/>
                  </a:lnTo>
                  <a:lnTo>
                    <a:pt x="3779528" y="65553"/>
                  </a:lnTo>
                  <a:lnTo>
                    <a:pt x="3780600" y="64658"/>
                  </a:lnTo>
                  <a:lnTo>
                    <a:pt x="3781672" y="63761"/>
                  </a:lnTo>
                  <a:lnTo>
                    <a:pt x="3782743" y="62865"/>
                  </a:lnTo>
                  <a:lnTo>
                    <a:pt x="3783815" y="61968"/>
                  </a:lnTo>
                  <a:lnTo>
                    <a:pt x="3784886" y="61070"/>
                  </a:lnTo>
                  <a:lnTo>
                    <a:pt x="3785958" y="60172"/>
                  </a:lnTo>
                  <a:lnTo>
                    <a:pt x="3787030" y="59274"/>
                  </a:lnTo>
                  <a:lnTo>
                    <a:pt x="3788101" y="58375"/>
                  </a:lnTo>
                  <a:lnTo>
                    <a:pt x="3789173" y="57476"/>
                  </a:lnTo>
                  <a:lnTo>
                    <a:pt x="3790244" y="56576"/>
                  </a:lnTo>
                  <a:lnTo>
                    <a:pt x="3791316" y="55677"/>
                  </a:lnTo>
                  <a:lnTo>
                    <a:pt x="3792388" y="54776"/>
                  </a:lnTo>
                  <a:lnTo>
                    <a:pt x="3793459" y="53875"/>
                  </a:lnTo>
                  <a:lnTo>
                    <a:pt x="3794531" y="52974"/>
                  </a:lnTo>
                  <a:lnTo>
                    <a:pt x="3795602" y="52073"/>
                  </a:lnTo>
                  <a:lnTo>
                    <a:pt x="3796674" y="51171"/>
                  </a:lnTo>
                  <a:lnTo>
                    <a:pt x="3797746" y="50268"/>
                  </a:lnTo>
                  <a:lnTo>
                    <a:pt x="3798817" y="49365"/>
                  </a:lnTo>
                  <a:lnTo>
                    <a:pt x="3799889" y="48462"/>
                  </a:lnTo>
                  <a:lnTo>
                    <a:pt x="3800960" y="47558"/>
                  </a:lnTo>
                  <a:lnTo>
                    <a:pt x="3802032" y="46654"/>
                  </a:lnTo>
                  <a:lnTo>
                    <a:pt x="3803104" y="45750"/>
                  </a:lnTo>
                  <a:lnTo>
                    <a:pt x="3804175" y="44845"/>
                  </a:lnTo>
                  <a:lnTo>
                    <a:pt x="3805247" y="43940"/>
                  </a:lnTo>
                  <a:lnTo>
                    <a:pt x="3806318" y="43034"/>
                  </a:lnTo>
                  <a:lnTo>
                    <a:pt x="3807390" y="42128"/>
                  </a:lnTo>
                  <a:lnTo>
                    <a:pt x="3808462" y="41221"/>
                  </a:lnTo>
                  <a:lnTo>
                    <a:pt x="3809533" y="40314"/>
                  </a:lnTo>
                  <a:lnTo>
                    <a:pt x="3810605" y="39407"/>
                  </a:lnTo>
                  <a:lnTo>
                    <a:pt x="3811676" y="38499"/>
                  </a:lnTo>
                  <a:lnTo>
                    <a:pt x="3812748" y="37591"/>
                  </a:lnTo>
                  <a:lnTo>
                    <a:pt x="3813820" y="36682"/>
                  </a:lnTo>
                  <a:lnTo>
                    <a:pt x="3814891" y="35773"/>
                  </a:lnTo>
                  <a:lnTo>
                    <a:pt x="3815963" y="34864"/>
                  </a:lnTo>
                  <a:lnTo>
                    <a:pt x="3817034" y="33954"/>
                  </a:lnTo>
                  <a:lnTo>
                    <a:pt x="3818106" y="33044"/>
                  </a:lnTo>
                  <a:lnTo>
                    <a:pt x="3819178" y="32133"/>
                  </a:lnTo>
                  <a:lnTo>
                    <a:pt x="3820249" y="31222"/>
                  </a:lnTo>
                  <a:lnTo>
                    <a:pt x="3821321" y="30311"/>
                  </a:lnTo>
                  <a:lnTo>
                    <a:pt x="3822392" y="29399"/>
                  </a:lnTo>
                  <a:lnTo>
                    <a:pt x="3823464" y="28486"/>
                  </a:lnTo>
                  <a:lnTo>
                    <a:pt x="3824536" y="27574"/>
                  </a:lnTo>
                  <a:lnTo>
                    <a:pt x="3825607" y="26660"/>
                  </a:lnTo>
                  <a:lnTo>
                    <a:pt x="3826679" y="25747"/>
                  </a:lnTo>
                  <a:lnTo>
                    <a:pt x="3827750" y="24833"/>
                  </a:lnTo>
                  <a:lnTo>
                    <a:pt x="3828822" y="23919"/>
                  </a:lnTo>
                  <a:lnTo>
                    <a:pt x="3829894" y="23004"/>
                  </a:lnTo>
                  <a:lnTo>
                    <a:pt x="3830965" y="22089"/>
                  </a:lnTo>
                  <a:lnTo>
                    <a:pt x="3832037" y="21173"/>
                  </a:lnTo>
                  <a:lnTo>
                    <a:pt x="3833108" y="20257"/>
                  </a:lnTo>
                  <a:lnTo>
                    <a:pt x="3834180" y="19340"/>
                  </a:lnTo>
                  <a:lnTo>
                    <a:pt x="3835252" y="18424"/>
                  </a:lnTo>
                  <a:lnTo>
                    <a:pt x="3836323" y="17506"/>
                  </a:lnTo>
                  <a:lnTo>
                    <a:pt x="3837395" y="16589"/>
                  </a:lnTo>
                  <a:lnTo>
                    <a:pt x="3838466" y="15670"/>
                  </a:lnTo>
                  <a:lnTo>
                    <a:pt x="3839538" y="14752"/>
                  </a:lnTo>
                  <a:lnTo>
                    <a:pt x="3840610" y="13833"/>
                  </a:lnTo>
                  <a:lnTo>
                    <a:pt x="3841681" y="12914"/>
                  </a:lnTo>
                  <a:lnTo>
                    <a:pt x="3842753" y="11994"/>
                  </a:lnTo>
                  <a:lnTo>
                    <a:pt x="3843824" y="11074"/>
                  </a:lnTo>
                  <a:lnTo>
                    <a:pt x="3844896" y="10153"/>
                  </a:lnTo>
                  <a:lnTo>
                    <a:pt x="3845968" y="9232"/>
                  </a:lnTo>
                  <a:lnTo>
                    <a:pt x="3847039" y="8311"/>
                  </a:lnTo>
                  <a:lnTo>
                    <a:pt x="3848111" y="7389"/>
                  </a:lnTo>
                  <a:lnTo>
                    <a:pt x="3849182" y="6467"/>
                  </a:lnTo>
                  <a:lnTo>
                    <a:pt x="3850254" y="5544"/>
                  </a:lnTo>
                  <a:lnTo>
                    <a:pt x="3851326" y="4621"/>
                  </a:lnTo>
                  <a:lnTo>
                    <a:pt x="3852397" y="3698"/>
                  </a:lnTo>
                  <a:lnTo>
                    <a:pt x="3853469" y="2774"/>
                  </a:lnTo>
                  <a:lnTo>
                    <a:pt x="3854540" y="1849"/>
                  </a:lnTo>
                  <a:lnTo>
                    <a:pt x="3855612" y="92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66" name="pl166"/>
            <p:cNvSpPr/>
            <p:nvPr/>
          </p:nvSpPr>
          <p:spPr>
            <a:xfrm>
              <a:off x="5034264" y="4265645"/>
              <a:ext cx="3856684" cy="1667751"/>
            </a:xfrm>
            <a:custGeom>
              <a:avLst/>
              <a:gdLst/>
              <a:ahLst/>
              <a:cxnLst/>
              <a:rect l="0" t="0" r="0" b="0"/>
              <a:pathLst>
                <a:path w="3856684" h="1667751">
                  <a:moveTo>
                    <a:pt x="3856684" y="0"/>
                  </a:moveTo>
                  <a:lnTo>
                    <a:pt x="3855612" y="355"/>
                  </a:lnTo>
                  <a:lnTo>
                    <a:pt x="3854540" y="711"/>
                  </a:lnTo>
                  <a:lnTo>
                    <a:pt x="3853469" y="1067"/>
                  </a:lnTo>
                  <a:lnTo>
                    <a:pt x="3852397" y="1423"/>
                  </a:lnTo>
                  <a:lnTo>
                    <a:pt x="3851326" y="1779"/>
                  </a:lnTo>
                  <a:lnTo>
                    <a:pt x="3850254" y="2135"/>
                  </a:lnTo>
                  <a:lnTo>
                    <a:pt x="3849182" y="2491"/>
                  </a:lnTo>
                  <a:lnTo>
                    <a:pt x="3848111" y="2846"/>
                  </a:lnTo>
                  <a:lnTo>
                    <a:pt x="3847039" y="3202"/>
                  </a:lnTo>
                  <a:lnTo>
                    <a:pt x="3845968" y="3558"/>
                  </a:lnTo>
                  <a:lnTo>
                    <a:pt x="3844896" y="3914"/>
                  </a:lnTo>
                  <a:lnTo>
                    <a:pt x="3843824" y="4270"/>
                  </a:lnTo>
                  <a:lnTo>
                    <a:pt x="3842753" y="4626"/>
                  </a:lnTo>
                  <a:lnTo>
                    <a:pt x="3841681" y="4982"/>
                  </a:lnTo>
                  <a:lnTo>
                    <a:pt x="3840610" y="5338"/>
                  </a:lnTo>
                  <a:lnTo>
                    <a:pt x="3839538" y="5693"/>
                  </a:lnTo>
                  <a:lnTo>
                    <a:pt x="3838466" y="6049"/>
                  </a:lnTo>
                  <a:lnTo>
                    <a:pt x="3837395" y="6405"/>
                  </a:lnTo>
                  <a:lnTo>
                    <a:pt x="3836323" y="6761"/>
                  </a:lnTo>
                  <a:lnTo>
                    <a:pt x="3835252" y="7117"/>
                  </a:lnTo>
                  <a:lnTo>
                    <a:pt x="3834180" y="7473"/>
                  </a:lnTo>
                  <a:lnTo>
                    <a:pt x="3833108" y="7829"/>
                  </a:lnTo>
                  <a:lnTo>
                    <a:pt x="3832037" y="8184"/>
                  </a:lnTo>
                  <a:lnTo>
                    <a:pt x="3830965" y="8540"/>
                  </a:lnTo>
                  <a:lnTo>
                    <a:pt x="3829894" y="8896"/>
                  </a:lnTo>
                  <a:lnTo>
                    <a:pt x="3828822" y="9252"/>
                  </a:lnTo>
                  <a:lnTo>
                    <a:pt x="3827750" y="9608"/>
                  </a:lnTo>
                  <a:lnTo>
                    <a:pt x="3826679" y="9964"/>
                  </a:lnTo>
                  <a:lnTo>
                    <a:pt x="3825607" y="10320"/>
                  </a:lnTo>
                  <a:lnTo>
                    <a:pt x="3824536" y="10676"/>
                  </a:lnTo>
                  <a:lnTo>
                    <a:pt x="3823464" y="11031"/>
                  </a:lnTo>
                  <a:lnTo>
                    <a:pt x="3822392" y="11387"/>
                  </a:lnTo>
                  <a:lnTo>
                    <a:pt x="3821321" y="11743"/>
                  </a:lnTo>
                  <a:lnTo>
                    <a:pt x="3820249" y="12099"/>
                  </a:lnTo>
                  <a:lnTo>
                    <a:pt x="3819178" y="12455"/>
                  </a:lnTo>
                  <a:lnTo>
                    <a:pt x="3818106" y="12811"/>
                  </a:lnTo>
                  <a:lnTo>
                    <a:pt x="3817034" y="13167"/>
                  </a:lnTo>
                  <a:lnTo>
                    <a:pt x="3815963" y="13523"/>
                  </a:lnTo>
                  <a:lnTo>
                    <a:pt x="3814891" y="13878"/>
                  </a:lnTo>
                  <a:lnTo>
                    <a:pt x="3813820" y="14234"/>
                  </a:lnTo>
                  <a:lnTo>
                    <a:pt x="3812748" y="14590"/>
                  </a:lnTo>
                  <a:lnTo>
                    <a:pt x="3811676" y="14946"/>
                  </a:lnTo>
                  <a:lnTo>
                    <a:pt x="3810605" y="15302"/>
                  </a:lnTo>
                  <a:lnTo>
                    <a:pt x="3809533" y="15658"/>
                  </a:lnTo>
                  <a:lnTo>
                    <a:pt x="3808462" y="16014"/>
                  </a:lnTo>
                  <a:lnTo>
                    <a:pt x="3807390" y="16370"/>
                  </a:lnTo>
                  <a:lnTo>
                    <a:pt x="3806318" y="16726"/>
                  </a:lnTo>
                  <a:lnTo>
                    <a:pt x="3805247" y="17082"/>
                  </a:lnTo>
                  <a:lnTo>
                    <a:pt x="3804175" y="17437"/>
                  </a:lnTo>
                  <a:lnTo>
                    <a:pt x="3803104" y="17793"/>
                  </a:lnTo>
                  <a:lnTo>
                    <a:pt x="3802032" y="18149"/>
                  </a:lnTo>
                  <a:lnTo>
                    <a:pt x="3800960" y="18505"/>
                  </a:lnTo>
                  <a:lnTo>
                    <a:pt x="3799889" y="18861"/>
                  </a:lnTo>
                  <a:lnTo>
                    <a:pt x="3798817" y="19217"/>
                  </a:lnTo>
                  <a:lnTo>
                    <a:pt x="3797746" y="19573"/>
                  </a:lnTo>
                  <a:lnTo>
                    <a:pt x="3796674" y="19929"/>
                  </a:lnTo>
                  <a:lnTo>
                    <a:pt x="3795602" y="20285"/>
                  </a:lnTo>
                  <a:lnTo>
                    <a:pt x="3794531" y="20641"/>
                  </a:lnTo>
                  <a:lnTo>
                    <a:pt x="3793459" y="20997"/>
                  </a:lnTo>
                  <a:lnTo>
                    <a:pt x="3792388" y="21353"/>
                  </a:lnTo>
                  <a:lnTo>
                    <a:pt x="3791316" y="21709"/>
                  </a:lnTo>
                  <a:lnTo>
                    <a:pt x="3790244" y="22065"/>
                  </a:lnTo>
                  <a:lnTo>
                    <a:pt x="3789173" y="22421"/>
                  </a:lnTo>
                  <a:lnTo>
                    <a:pt x="3788101" y="22777"/>
                  </a:lnTo>
                  <a:lnTo>
                    <a:pt x="3787030" y="23133"/>
                  </a:lnTo>
                  <a:lnTo>
                    <a:pt x="3785958" y="23489"/>
                  </a:lnTo>
                  <a:lnTo>
                    <a:pt x="3784886" y="23845"/>
                  </a:lnTo>
                  <a:lnTo>
                    <a:pt x="3783815" y="24201"/>
                  </a:lnTo>
                  <a:lnTo>
                    <a:pt x="3782743" y="24557"/>
                  </a:lnTo>
                  <a:lnTo>
                    <a:pt x="3781672" y="24913"/>
                  </a:lnTo>
                  <a:lnTo>
                    <a:pt x="3780600" y="25269"/>
                  </a:lnTo>
                  <a:lnTo>
                    <a:pt x="3779528" y="25625"/>
                  </a:lnTo>
                  <a:lnTo>
                    <a:pt x="3778457" y="25981"/>
                  </a:lnTo>
                  <a:lnTo>
                    <a:pt x="3777385" y="26337"/>
                  </a:lnTo>
                  <a:lnTo>
                    <a:pt x="3776314" y="26693"/>
                  </a:lnTo>
                  <a:lnTo>
                    <a:pt x="3775242" y="27049"/>
                  </a:lnTo>
                  <a:lnTo>
                    <a:pt x="3774170" y="27405"/>
                  </a:lnTo>
                  <a:lnTo>
                    <a:pt x="3773099" y="27761"/>
                  </a:lnTo>
                  <a:lnTo>
                    <a:pt x="3772027" y="28117"/>
                  </a:lnTo>
                  <a:lnTo>
                    <a:pt x="3770956" y="28473"/>
                  </a:lnTo>
                  <a:lnTo>
                    <a:pt x="3769884" y="28829"/>
                  </a:lnTo>
                  <a:lnTo>
                    <a:pt x="3768812" y="29185"/>
                  </a:lnTo>
                  <a:lnTo>
                    <a:pt x="3767741" y="29541"/>
                  </a:lnTo>
                  <a:lnTo>
                    <a:pt x="3766669" y="29897"/>
                  </a:lnTo>
                  <a:lnTo>
                    <a:pt x="3765598" y="30253"/>
                  </a:lnTo>
                  <a:lnTo>
                    <a:pt x="3764526" y="30610"/>
                  </a:lnTo>
                  <a:lnTo>
                    <a:pt x="3763454" y="30966"/>
                  </a:lnTo>
                  <a:lnTo>
                    <a:pt x="3762383" y="31322"/>
                  </a:lnTo>
                  <a:lnTo>
                    <a:pt x="3761311" y="31678"/>
                  </a:lnTo>
                  <a:lnTo>
                    <a:pt x="3760240" y="32034"/>
                  </a:lnTo>
                  <a:lnTo>
                    <a:pt x="3759168" y="32390"/>
                  </a:lnTo>
                  <a:lnTo>
                    <a:pt x="3758096" y="32746"/>
                  </a:lnTo>
                  <a:lnTo>
                    <a:pt x="3757025" y="33102"/>
                  </a:lnTo>
                  <a:lnTo>
                    <a:pt x="3755953" y="33459"/>
                  </a:lnTo>
                  <a:lnTo>
                    <a:pt x="3754882" y="33815"/>
                  </a:lnTo>
                  <a:lnTo>
                    <a:pt x="3753810" y="34171"/>
                  </a:lnTo>
                  <a:lnTo>
                    <a:pt x="3752738" y="34527"/>
                  </a:lnTo>
                  <a:lnTo>
                    <a:pt x="3751667" y="34883"/>
                  </a:lnTo>
                  <a:lnTo>
                    <a:pt x="3750595" y="35240"/>
                  </a:lnTo>
                  <a:lnTo>
                    <a:pt x="3749524" y="35596"/>
                  </a:lnTo>
                  <a:lnTo>
                    <a:pt x="3748452" y="35952"/>
                  </a:lnTo>
                  <a:lnTo>
                    <a:pt x="3747380" y="36308"/>
                  </a:lnTo>
                  <a:lnTo>
                    <a:pt x="3746309" y="36665"/>
                  </a:lnTo>
                  <a:lnTo>
                    <a:pt x="3745237" y="37021"/>
                  </a:lnTo>
                  <a:lnTo>
                    <a:pt x="3744166" y="37377"/>
                  </a:lnTo>
                  <a:lnTo>
                    <a:pt x="3743094" y="37733"/>
                  </a:lnTo>
                  <a:lnTo>
                    <a:pt x="3742022" y="38090"/>
                  </a:lnTo>
                  <a:lnTo>
                    <a:pt x="3740951" y="38446"/>
                  </a:lnTo>
                  <a:lnTo>
                    <a:pt x="3739879" y="38802"/>
                  </a:lnTo>
                  <a:lnTo>
                    <a:pt x="3738808" y="39159"/>
                  </a:lnTo>
                  <a:lnTo>
                    <a:pt x="3737736" y="39515"/>
                  </a:lnTo>
                  <a:lnTo>
                    <a:pt x="3736664" y="39871"/>
                  </a:lnTo>
                  <a:lnTo>
                    <a:pt x="3735593" y="40228"/>
                  </a:lnTo>
                  <a:lnTo>
                    <a:pt x="3734521" y="40584"/>
                  </a:lnTo>
                  <a:lnTo>
                    <a:pt x="3733450" y="40940"/>
                  </a:lnTo>
                  <a:lnTo>
                    <a:pt x="3732378" y="41297"/>
                  </a:lnTo>
                  <a:lnTo>
                    <a:pt x="3731306" y="41653"/>
                  </a:lnTo>
                  <a:lnTo>
                    <a:pt x="3730235" y="42010"/>
                  </a:lnTo>
                  <a:lnTo>
                    <a:pt x="3729163" y="42366"/>
                  </a:lnTo>
                  <a:lnTo>
                    <a:pt x="3728092" y="42722"/>
                  </a:lnTo>
                  <a:lnTo>
                    <a:pt x="3727020" y="43079"/>
                  </a:lnTo>
                  <a:lnTo>
                    <a:pt x="3725949" y="43435"/>
                  </a:lnTo>
                  <a:lnTo>
                    <a:pt x="3724877" y="43792"/>
                  </a:lnTo>
                  <a:lnTo>
                    <a:pt x="3723805" y="44148"/>
                  </a:lnTo>
                  <a:lnTo>
                    <a:pt x="3722734" y="44505"/>
                  </a:lnTo>
                  <a:lnTo>
                    <a:pt x="3721662" y="44861"/>
                  </a:lnTo>
                  <a:lnTo>
                    <a:pt x="3720591" y="45218"/>
                  </a:lnTo>
                  <a:lnTo>
                    <a:pt x="3719519" y="45574"/>
                  </a:lnTo>
                  <a:lnTo>
                    <a:pt x="3718447" y="45931"/>
                  </a:lnTo>
                  <a:lnTo>
                    <a:pt x="3717376" y="46287"/>
                  </a:lnTo>
                  <a:lnTo>
                    <a:pt x="3716304" y="46644"/>
                  </a:lnTo>
                  <a:lnTo>
                    <a:pt x="3715233" y="47000"/>
                  </a:lnTo>
                  <a:lnTo>
                    <a:pt x="3714161" y="47357"/>
                  </a:lnTo>
                  <a:lnTo>
                    <a:pt x="3713089" y="47714"/>
                  </a:lnTo>
                  <a:lnTo>
                    <a:pt x="3712018" y="48070"/>
                  </a:lnTo>
                  <a:lnTo>
                    <a:pt x="3710946" y="48427"/>
                  </a:lnTo>
                  <a:lnTo>
                    <a:pt x="3709875" y="48784"/>
                  </a:lnTo>
                  <a:lnTo>
                    <a:pt x="3708803" y="49140"/>
                  </a:lnTo>
                  <a:lnTo>
                    <a:pt x="3707731" y="49497"/>
                  </a:lnTo>
                  <a:lnTo>
                    <a:pt x="3706660" y="49854"/>
                  </a:lnTo>
                  <a:lnTo>
                    <a:pt x="3705588" y="50210"/>
                  </a:lnTo>
                  <a:lnTo>
                    <a:pt x="3704517" y="50567"/>
                  </a:lnTo>
                  <a:lnTo>
                    <a:pt x="3703445" y="50924"/>
                  </a:lnTo>
                  <a:lnTo>
                    <a:pt x="3702373" y="51280"/>
                  </a:lnTo>
                  <a:lnTo>
                    <a:pt x="3701302" y="51637"/>
                  </a:lnTo>
                  <a:lnTo>
                    <a:pt x="3700230" y="51994"/>
                  </a:lnTo>
                  <a:lnTo>
                    <a:pt x="3699159" y="52351"/>
                  </a:lnTo>
                  <a:lnTo>
                    <a:pt x="3698087" y="52707"/>
                  </a:lnTo>
                  <a:lnTo>
                    <a:pt x="3697015" y="53064"/>
                  </a:lnTo>
                  <a:lnTo>
                    <a:pt x="3695944" y="53421"/>
                  </a:lnTo>
                  <a:lnTo>
                    <a:pt x="3694872" y="53778"/>
                  </a:lnTo>
                  <a:lnTo>
                    <a:pt x="3693801" y="54135"/>
                  </a:lnTo>
                  <a:lnTo>
                    <a:pt x="3692729" y="54492"/>
                  </a:lnTo>
                  <a:lnTo>
                    <a:pt x="3691657" y="54849"/>
                  </a:lnTo>
                  <a:lnTo>
                    <a:pt x="3690586" y="55205"/>
                  </a:lnTo>
                  <a:lnTo>
                    <a:pt x="3689514" y="55562"/>
                  </a:lnTo>
                  <a:lnTo>
                    <a:pt x="3688443" y="55919"/>
                  </a:lnTo>
                  <a:lnTo>
                    <a:pt x="3687371" y="56276"/>
                  </a:lnTo>
                  <a:lnTo>
                    <a:pt x="3686299" y="56633"/>
                  </a:lnTo>
                  <a:lnTo>
                    <a:pt x="3685228" y="56990"/>
                  </a:lnTo>
                  <a:lnTo>
                    <a:pt x="3684156" y="57347"/>
                  </a:lnTo>
                  <a:lnTo>
                    <a:pt x="3683085" y="57704"/>
                  </a:lnTo>
                  <a:lnTo>
                    <a:pt x="3682013" y="58061"/>
                  </a:lnTo>
                  <a:lnTo>
                    <a:pt x="3680941" y="58418"/>
                  </a:lnTo>
                  <a:lnTo>
                    <a:pt x="3679870" y="58775"/>
                  </a:lnTo>
                  <a:lnTo>
                    <a:pt x="3678798" y="59132"/>
                  </a:lnTo>
                  <a:lnTo>
                    <a:pt x="3677727" y="59490"/>
                  </a:lnTo>
                  <a:lnTo>
                    <a:pt x="3676655" y="59847"/>
                  </a:lnTo>
                  <a:lnTo>
                    <a:pt x="3675583" y="60204"/>
                  </a:lnTo>
                  <a:lnTo>
                    <a:pt x="3674512" y="60561"/>
                  </a:lnTo>
                  <a:lnTo>
                    <a:pt x="3673440" y="60918"/>
                  </a:lnTo>
                  <a:lnTo>
                    <a:pt x="3672369" y="61275"/>
                  </a:lnTo>
                  <a:lnTo>
                    <a:pt x="3671297" y="61633"/>
                  </a:lnTo>
                  <a:lnTo>
                    <a:pt x="3670225" y="61990"/>
                  </a:lnTo>
                  <a:lnTo>
                    <a:pt x="3669154" y="62347"/>
                  </a:lnTo>
                  <a:lnTo>
                    <a:pt x="3668082" y="62704"/>
                  </a:lnTo>
                  <a:lnTo>
                    <a:pt x="3667011" y="63062"/>
                  </a:lnTo>
                  <a:lnTo>
                    <a:pt x="3665939" y="63419"/>
                  </a:lnTo>
                  <a:lnTo>
                    <a:pt x="3664867" y="63776"/>
                  </a:lnTo>
                  <a:lnTo>
                    <a:pt x="3663796" y="64134"/>
                  </a:lnTo>
                  <a:lnTo>
                    <a:pt x="3662724" y="64491"/>
                  </a:lnTo>
                  <a:lnTo>
                    <a:pt x="3661653" y="64848"/>
                  </a:lnTo>
                  <a:lnTo>
                    <a:pt x="3660581" y="65206"/>
                  </a:lnTo>
                  <a:lnTo>
                    <a:pt x="3659509" y="65563"/>
                  </a:lnTo>
                  <a:lnTo>
                    <a:pt x="3658438" y="65921"/>
                  </a:lnTo>
                  <a:lnTo>
                    <a:pt x="3657366" y="66278"/>
                  </a:lnTo>
                  <a:lnTo>
                    <a:pt x="3656295" y="66635"/>
                  </a:lnTo>
                  <a:lnTo>
                    <a:pt x="3655223" y="66993"/>
                  </a:lnTo>
                  <a:lnTo>
                    <a:pt x="3654151" y="67350"/>
                  </a:lnTo>
                  <a:lnTo>
                    <a:pt x="3653080" y="67708"/>
                  </a:lnTo>
                  <a:lnTo>
                    <a:pt x="3652008" y="68066"/>
                  </a:lnTo>
                  <a:lnTo>
                    <a:pt x="3650937" y="68423"/>
                  </a:lnTo>
                  <a:lnTo>
                    <a:pt x="3649865" y="68781"/>
                  </a:lnTo>
                  <a:lnTo>
                    <a:pt x="3648793" y="69138"/>
                  </a:lnTo>
                  <a:lnTo>
                    <a:pt x="3647722" y="69496"/>
                  </a:lnTo>
                  <a:lnTo>
                    <a:pt x="3646650" y="69854"/>
                  </a:lnTo>
                  <a:lnTo>
                    <a:pt x="3645579" y="70211"/>
                  </a:lnTo>
                  <a:lnTo>
                    <a:pt x="3644507" y="70569"/>
                  </a:lnTo>
                  <a:lnTo>
                    <a:pt x="3643435" y="70927"/>
                  </a:lnTo>
                  <a:lnTo>
                    <a:pt x="3642364" y="71285"/>
                  </a:lnTo>
                  <a:lnTo>
                    <a:pt x="3641292" y="71642"/>
                  </a:lnTo>
                  <a:lnTo>
                    <a:pt x="3640221" y="72000"/>
                  </a:lnTo>
                  <a:lnTo>
                    <a:pt x="3639149" y="72358"/>
                  </a:lnTo>
                  <a:lnTo>
                    <a:pt x="3638077" y="72716"/>
                  </a:lnTo>
                  <a:lnTo>
                    <a:pt x="3637006" y="73074"/>
                  </a:lnTo>
                  <a:lnTo>
                    <a:pt x="3635934" y="73431"/>
                  </a:lnTo>
                  <a:lnTo>
                    <a:pt x="3634863" y="73789"/>
                  </a:lnTo>
                  <a:lnTo>
                    <a:pt x="3633791" y="74147"/>
                  </a:lnTo>
                  <a:lnTo>
                    <a:pt x="3632719" y="74505"/>
                  </a:lnTo>
                  <a:lnTo>
                    <a:pt x="3631648" y="74863"/>
                  </a:lnTo>
                  <a:lnTo>
                    <a:pt x="3630576" y="75221"/>
                  </a:lnTo>
                  <a:lnTo>
                    <a:pt x="3629505" y="75579"/>
                  </a:lnTo>
                  <a:lnTo>
                    <a:pt x="3628433" y="75937"/>
                  </a:lnTo>
                  <a:lnTo>
                    <a:pt x="3627361" y="76295"/>
                  </a:lnTo>
                  <a:lnTo>
                    <a:pt x="3626290" y="76653"/>
                  </a:lnTo>
                  <a:lnTo>
                    <a:pt x="3625218" y="77012"/>
                  </a:lnTo>
                  <a:lnTo>
                    <a:pt x="3624147" y="77370"/>
                  </a:lnTo>
                  <a:lnTo>
                    <a:pt x="3623075" y="77728"/>
                  </a:lnTo>
                  <a:lnTo>
                    <a:pt x="3622003" y="78086"/>
                  </a:lnTo>
                  <a:lnTo>
                    <a:pt x="3620932" y="78444"/>
                  </a:lnTo>
                  <a:lnTo>
                    <a:pt x="3619860" y="78803"/>
                  </a:lnTo>
                  <a:lnTo>
                    <a:pt x="3618789" y="79161"/>
                  </a:lnTo>
                  <a:lnTo>
                    <a:pt x="3617717" y="79519"/>
                  </a:lnTo>
                  <a:lnTo>
                    <a:pt x="3616645" y="79877"/>
                  </a:lnTo>
                  <a:lnTo>
                    <a:pt x="3615574" y="80236"/>
                  </a:lnTo>
                  <a:lnTo>
                    <a:pt x="3614502" y="80594"/>
                  </a:lnTo>
                  <a:lnTo>
                    <a:pt x="3613431" y="80952"/>
                  </a:lnTo>
                  <a:lnTo>
                    <a:pt x="3612359" y="81311"/>
                  </a:lnTo>
                  <a:lnTo>
                    <a:pt x="3611287" y="81669"/>
                  </a:lnTo>
                  <a:lnTo>
                    <a:pt x="3610216" y="82028"/>
                  </a:lnTo>
                  <a:lnTo>
                    <a:pt x="3609144" y="82386"/>
                  </a:lnTo>
                  <a:lnTo>
                    <a:pt x="3608073" y="82745"/>
                  </a:lnTo>
                  <a:lnTo>
                    <a:pt x="3607001" y="83103"/>
                  </a:lnTo>
                  <a:lnTo>
                    <a:pt x="3605929" y="83462"/>
                  </a:lnTo>
                  <a:lnTo>
                    <a:pt x="3604858" y="83821"/>
                  </a:lnTo>
                  <a:lnTo>
                    <a:pt x="3603786" y="84179"/>
                  </a:lnTo>
                  <a:lnTo>
                    <a:pt x="3602715" y="84538"/>
                  </a:lnTo>
                  <a:lnTo>
                    <a:pt x="3601643" y="84897"/>
                  </a:lnTo>
                  <a:lnTo>
                    <a:pt x="3600571" y="85255"/>
                  </a:lnTo>
                  <a:lnTo>
                    <a:pt x="3599500" y="85614"/>
                  </a:lnTo>
                  <a:lnTo>
                    <a:pt x="3598428" y="85973"/>
                  </a:lnTo>
                  <a:lnTo>
                    <a:pt x="3597357" y="86332"/>
                  </a:lnTo>
                  <a:lnTo>
                    <a:pt x="3596285" y="86690"/>
                  </a:lnTo>
                  <a:lnTo>
                    <a:pt x="3595213" y="87049"/>
                  </a:lnTo>
                  <a:lnTo>
                    <a:pt x="3594142" y="87408"/>
                  </a:lnTo>
                  <a:lnTo>
                    <a:pt x="3593070" y="87767"/>
                  </a:lnTo>
                  <a:lnTo>
                    <a:pt x="3591999" y="88126"/>
                  </a:lnTo>
                  <a:lnTo>
                    <a:pt x="3590927" y="88485"/>
                  </a:lnTo>
                  <a:lnTo>
                    <a:pt x="3589855" y="88844"/>
                  </a:lnTo>
                  <a:lnTo>
                    <a:pt x="3588784" y="89203"/>
                  </a:lnTo>
                  <a:lnTo>
                    <a:pt x="3587712" y="89562"/>
                  </a:lnTo>
                  <a:lnTo>
                    <a:pt x="3586641" y="89921"/>
                  </a:lnTo>
                  <a:lnTo>
                    <a:pt x="3585569" y="90280"/>
                  </a:lnTo>
                  <a:lnTo>
                    <a:pt x="3584497" y="90639"/>
                  </a:lnTo>
                  <a:lnTo>
                    <a:pt x="3583426" y="90998"/>
                  </a:lnTo>
                  <a:lnTo>
                    <a:pt x="3582354" y="91358"/>
                  </a:lnTo>
                  <a:lnTo>
                    <a:pt x="3581283" y="91717"/>
                  </a:lnTo>
                  <a:lnTo>
                    <a:pt x="3580211" y="92076"/>
                  </a:lnTo>
                  <a:lnTo>
                    <a:pt x="3579139" y="92435"/>
                  </a:lnTo>
                  <a:lnTo>
                    <a:pt x="3578068" y="92795"/>
                  </a:lnTo>
                  <a:lnTo>
                    <a:pt x="3576996" y="93154"/>
                  </a:lnTo>
                  <a:lnTo>
                    <a:pt x="3575925" y="93513"/>
                  </a:lnTo>
                  <a:lnTo>
                    <a:pt x="3574853" y="93873"/>
                  </a:lnTo>
                  <a:lnTo>
                    <a:pt x="3573781" y="94232"/>
                  </a:lnTo>
                  <a:lnTo>
                    <a:pt x="3572710" y="94592"/>
                  </a:lnTo>
                  <a:lnTo>
                    <a:pt x="3571638" y="94951"/>
                  </a:lnTo>
                  <a:lnTo>
                    <a:pt x="3570567" y="95311"/>
                  </a:lnTo>
                  <a:lnTo>
                    <a:pt x="3569495" y="95670"/>
                  </a:lnTo>
                  <a:lnTo>
                    <a:pt x="3568423" y="96030"/>
                  </a:lnTo>
                  <a:lnTo>
                    <a:pt x="3567352" y="96390"/>
                  </a:lnTo>
                  <a:lnTo>
                    <a:pt x="3566280" y="96749"/>
                  </a:lnTo>
                  <a:lnTo>
                    <a:pt x="3565209" y="97109"/>
                  </a:lnTo>
                  <a:lnTo>
                    <a:pt x="3564137" y="97469"/>
                  </a:lnTo>
                  <a:lnTo>
                    <a:pt x="3563065" y="97829"/>
                  </a:lnTo>
                  <a:lnTo>
                    <a:pt x="3561994" y="98188"/>
                  </a:lnTo>
                  <a:lnTo>
                    <a:pt x="3560922" y="98548"/>
                  </a:lnTo>
                  <a:lnTo>
                    <a:pt x="3559851" y="98908"/>
                  </a:lnTo>
                  <a:lnTo>
                    <a:pt x="3558779" y="99268"/>
                  </a:lnTo>
                  <a:lnTo>
                    <a:pt x="3557707" y="99628"/>
                  </a:lnTo>
                  <a:lnTo>
                    <a:pt x="3556636" y="99988"/>
                  </a:lnTo>
                  <a:lnTo>
                    <a:pt x="3555564" y="100348"/>
                  </a:lnTo>
                  <a:lnTo>
                    <a:pt x="3554493" y="100708"/>
                  </a:lnTo>
                  <a:lnTo>
                    <a:pt x="3553421" y="101068"/>
                  </a:lnTo>
                  <a:lnTo>
                    <a:pt x="3552349" y="101428"/>
                  </a:lnTo>
                  <a:lnTo>
                    <a:pt x="3551278" y="101788"/>
                  </a:lnTo>
                  <a:lnTo>
                    <a:pt x="3550206" y="102148"/>
                  </a:lnTo>
                  <a:lnTo>
                    <a:pt x="3549135" y="102509"/>
                  </a:lnTo>
                  <a:lnTo>
                    <a:pt x="3548063" y="102869"/>
                  </a:lnTo>
                  <a:lnTo>
                    <a:pt x="3546992" y="103229"/>
                  </a:lnTo>
                  <a:lnTo>
                    <a:pt x="3545920" y="103589"/>
                  </a:lnTo>
                  <a:lnTo>
                    <a:pt x="3544848" y="103950"/>
                  </a:lnTo>
                  <a:lnTo>
                    <a:pt x="3543777" y="104310"/>
                  </a:lnTo>
                  <a:lnTo>
                    <a:pt x="3542705" y="104671"/>
                  </a:lnTo>
                  <a:lnTo>
                    <a:pt x="3541634" y="105031"/>
                  </a:lnTo>
                  <a:lnTo>
                    <a:pt x="3540562" y="105391"/>
                  </a:lnTo>
                  <a:lnTo>
                    <a:pt x="3539490" y="105752"/>
                  </a:lnTo>
                  <a:lnTo>
                    <a:pt x="3538419" y="106113"/>
                  </a:lnTo>
                  <a:lnTo>
                    <a:pt x="3537347" y="106473"/>
                  </a:lnTo>
                  <a:lnTo>
                    <a:pt x="3536276" y="106834"/>
                  </a:lnTo>
                  <a:lnTo>
                    <a:pt x="3535204" y="107194"/>
                  </a:lnTo>
                  <a:lnTo>
                    <a:pt x="3534132" y="107555"/>
                  </a:lnTo>
                  <a:lnTo>
                    <a:pt x="3533061" y="107916"/>
                  </a:lnTo>
                  <a:lnTo>
                    <a:pt x="3531989" y="108277"/>
                  </a:lnTo>
                  <a:lnTo>
                    <a:pt x="3530918" y="108638"/>
                  </a:lnTo>
                  <a:lnTo>
                    <a:pt x="3529846" y="108998"/>
                  </a:lnTo>
                  <a:lnTo>
                    <a:pt x="3528774" y="109359"/>
                  </a:lnTo>
                  <a:lnTo>
                    <a:pt x="3527703" y="109720"/>
                  </a:lnTo>
                  <a:lnTo>
                    <a:pt x="3526631" y="110081"/>
                  </a:lnTo>
                  <a:lnTo>
                    <a:pt x="3525560" y="110442"/>
                  </a:lnTo>
                  <a:lnTo>
                    <a:pt x="3524488" y="110803"/>
                  </a:lnTo>
                  <a:lnTo>
                    <a:pt x="3523416" y="111164"/>
                  </a:lnTo>
                  <a:lnTo>
                    <a:pt x="3522345" y="111526"/>
                  </a:lnTo>
                  <a:lnTo>
                    <a:pt x="3521273" y="111887"/>
                  </a:lnTo>
                  <a:lnTo>
                    <a:pt x="3520202" y="112248"/>
                  </a:lnTo>
                  <a:lnTo>
                    <a:pt x="3519130" y="112609"/>
                  </a:lnTo>
                  <a:lnTo>
                    <a:pt x="3518058" y="112970"/>
                  </a:lnTo>
                  <a:lnTo>
                    <a:pt x="3516987" y="113332"/>
                  </a:lnTo>
                  <a:lnTo>
                    <a:pt x="3515915" y="113693"/>
                  </a:lnTo>
                  <a:lnTo>
                    <a:pt x="3514844" y="114055"/>
                  </a:lnTo>
                  <a:lnTo>
                    <a:pt x="3513772" y="114416"/>
                  </a:lnTo>
                  <a:lnTo>
                    <a:pt x="3512700" y="114777"/>
                  </a:lnTo>
                  <a:lnTo>
                    <a:pt x="3511629" y="115139"/>
                  </a:lnTo>
                  <a:lnTo>
                    <a:pt x="3510557" y="115501"/>
                  </a:lnTo>
                  <a:lnTo>
                    <a:pt x="3509486" y="115862"/>
                  </a:lnTo>
                  <a:lnTo>
                    <a:pt x="3508414" y="116224"/>
                  </a:lnTo>
                  <a:lnTo>
                    <a:pt x="3507342" y="116586"/>
                  </a:lnTo>
                  <a:lnTo>
                    <a:pt x="3506271" y="116947"/>
                  </a:lnTo>
                  <a:lnTo>
                    <a:pt x="3505199" y="117309"/>
                  </a:lnTo>
                  <a:lnTo>
                    <a:pt x="3504128" y="117671"/>
                  </a:lnTo>
                  <a:lnTo>
                    <a:pt x="3503056" y="118033"/>
                  </a:lnTo>
                  <a:lnTo>
                    <a:pt x="3501984" y="118395"/>
                  </a:lnTo>
                  <a:lnTo>
                    <a:pt x="3500913" y="118757"/>
                  </a:lnTo>
                  <a:lnTo>
                    <a:pt x="3499841" y="119119"/>
                  </a:lnTo>
                  <a:lnTo>
                    <a:pt x="3498770" y="119481"/>
                  </a:lnTo>
                  <a:lnTo>
                    <a:pt x="3497698" y="119843"/>
                  </a:lnTo>
                  <a:lnTo>
                    <a:pt x="3496626" y="120205"/>
                  </a:lnTo>
                  <a:lnTo>
                    <a:pt x="3495555" y="120567"/>
                  </a:lnTo>
                  <a:lnTo>
                    <a:pt x="3494483" y="120929"/>
                  </a:lnTo>
                  <a:lnTo>
                    <a:pt x="3493412" y="121291"/>
                  </a:lnTo>
                  <a:lnTo>
                    <a:pt x="3492340" y="121654"/>
                  </a:lnTo>
                  <a:lnTo>
                    <a:pt x="3491268" y="122016"/>
                  </a:lnTo>
                  <a:lnTo>
                    <a:pt x="3490197" y="122378"/>
                  </a:lnTo>
                  <a:lnTo>
                    <a:pt x="3489125" y="122741"/>
                  </a:lnTo>
                  <a:lnTo>
                    <a:pt x="3488054" y="123103"/>
                  </a:lnTo>
                  <a:lnTo>
                    <a:pt x="3486982" y="123466"/>
                  </a:lnTo>
                  <a:lnTo>
                    <a:pt x="3485910" y="123828"/>
                  </a:lnTo>
                  <a:lnTo>
                    <a:pt x="3484839" y="124191"/>
                  </a:lnTo>
                  <a:lnTo>
                    <a:pt x="3483767" y="124554"/>
                  </a:lnTo>
                  <a:lnTo>
                    <a:pt x="3482696" y="124916"/>
                  </a:lnTo>
                  <a:lnTo>
                    <a:pt x="3481624" y="125279"/>
                  </a:lnTo>
                  <a:lnTo>
                    <a:pt x="3480552" y="125642"/>
                  </a:lnTo>
                  <a:lnTo>
                    <a:pt x="3479481" y="126005"/>
                  </a:lnTo>
                  <a:lnTo>
                    <a:pt x="3478409" y="126368"/>
                  </a:lnTo>
                  <a:lnTo>
                    <a:pt x="3477338" y="126730"/>
                  </a:lnTo>
                  <a:lnTo>
                    <a:pt x="3476266" y="127093"/>
                  </a:lnTo>
                  <a:lnTo>
                    <a:pt x="3475194" y="127456"/>
                  </a:lnTo>
                  <a:lnTo>
                    <a:pt x="3474123" y="127820"/>
                  </a:lnTo>
                  <a:lnTo>
                    <a:pt x="3473051" y="128183"/>
                  </a:lnTo>
                  <a:lnTo>
                    <a:pt x="3471980" y="128546"/>
                  </a:lnTo>
                  <a:lnTo>
                    <a:pt x="3470908" y="128909"/>
                  </a:lnTo>
                  <a:lnTo>
                    <a:pt x="3469836" y="129272"/>
                  </a:lnTo>
                  <a:lnTo>
                    <a:pt x="3468765" y="129636"/>
                  </a:lnTo>
                  <a:lnTo>
                    <a:pt x="3467693" y="129999"/>
                  </a:lnTo>
                  <a:lnTo>
                    <a:pt x="3466622" y="130362"/>
                  </a:lnTo>
                  <a:lnTo>
                    <a:pt x="3465550" y="130726"/>
                  </a:lnTo>
                  <a:lnTo>
                    <a:pt x="3464478" y="131089"/>
                  </a:lnTo>
                  <a:lnTo>
                    <a:pt x="3463407" y="131453"/>
                  </a:lnTo>
                  <a:lnTo>
                    <a:pt x="3462335" y="131816"/>
                  </a:lnTo>
                  <a:lnTo>
                    <a:pt x="3461264" y="132180"/>
                  </a:lnTo>
                  <a:lnTo>
                    <a:pt x="3460192" y="132544"/>
                  </a:lnTo>
                  <a:lnTo>
                    <a:pt x="3459120" y="132907"/>
                  </a:lnTo>
                  <a:lnTo>
                    <a:pt x="3458049" y="133271"/>
                  </a:lnTo>
                  <a:lnTo>
                    <a:pt x="3456977" y="133635"/>
                  </a:lnTo>
                  <a:lnTo>
                    <a:pt x="3455906" y="133999"/>
                  </a:lnTo>
                  <a:lnTo>
                    <a:pt x="3454834" y="134363"/>
                  </a:lnTo>
                  <a:lnTo>
                    <a:pt x="3453762" y="134727"/>
                  </a:lnTo>
                  <a:lnTo>
                    <a:pt x="3452691" y="135091"/>
                  </a:lnTo>
                  <a:lnTo>
                    <a:pt x="3451619" y="135455"/>
                  </a:lnTo>
                  <a:lnTo>
                    <a:pt x="3450548" y="135819"/>
                  </a:lnTo>
                  <a:lnTo>
                    <a:pt x="3449476" y="136183"/>
                  </a:lnTo>
                  <a:lnTo>
                    <a:pt x="3448404" y="136548"/>
                  </a:lnTo>
                  <a:lnTo>
                    <a:pt x="3447333" y="136912"/>
                  </a:lnTo>
                  <a:lnTo>
                    <a:pt x="3446261" y="137276"/>
                  </a:lnTo>
                  <a:lnTo>
                    <a:pt x="3445190" y="137641"/>
                  </a:lnTo>
                  <a:lnTo>
                    <a:pt x="3444118" y="138005"/>
                  </a:lnTo>
                  <a:lnTo>
                    <a:pt x="3443046" y="138369"/>
                  </a:lnTo>
                  <a:lnTo>
                    <a:pt x="3441975" y="138734"/>
                  </a:lnTo>
                  <a:lnTo>
                    <a:pt x="3440903" y="139099"/>
                  </a:lnTo>
                  <a:lnTo>
                    <a:pt x="3439832" y="139463"/>
                  </a:lnTo>
                  <a:lnTo>
                    <a:pt x="3438760" y="139828"/>
                  </a:lnTo>
                  <a:lnTo>
                    <a:pt x="3437688" y="140193"/>
                  </a:lnTo>
                  <a:lnTo>
                    <a:pt x="3436617" y="140558"/>
                  </a:lnTo>
                  <a:lnTo>
                    <a:pt x="3435545" y="140922"/>
                  </a:lnTo>
                  <a:lnTo>
                    <a:pt x="3434474" y="141287"/>
                  </a:lnTo>
                  <a:lnTo>
                    <a:pt x="3433402" y="141652"/>
                  </a:lnTo>
                  <a:lnTo>
                    <a:pt x="3432330" y="142017"/>
                  </a:lnTo>
                  <a:lnTo>
                    <a:pt x="3431259" y="142382"/>
                  </a:lnTo>
                  <a:lnTo>
                    <a:pt x="3430187" y="142748"/>
                  </a:lnTo>
                  <a:lnTo>
                    <a:pt x="3429116" y="143113"/>
                  </a:lnTo>
                  <a:lnTo>
                    <a:pt x="3428044" y="143478"/>
                  </a:lnTo>
                  <a:lnTo>
                    <a:pt x="3426972" y="143843"/>
                  </a:lnTo>
                  <a:lnTo>
                    <a:pt x="3425901" y="144209"/>
                  </a:lnTo>
                  <a:lnTo>
                    <a:pt x="3424829" y="144574"/>
                  </a:lnTo>
                  <a:lnTo>
                    <a:pt x="3423758" y="144940"/>
                  </a:lnTo>
                  <a:lnTo>
                    <a:pt x="3422686" y="145305"/>
                  </a:lnTo>
                  <a:lnTo>
                    <a:pt x="3421614" y="145671"/>
                  </a:lnTo>
                  <a:lnTo>
                    <a:pt x="3420543" y="146036"/>
                  </a:lnTo>
                  <a:lnTo>
                    <a:pt x="3419471" y="146402"/>
                  </a:lnTo>
                  <a:lnTo>
                    <a:pt x="3418400" y="146768"/>
                  </a:lnTo>
                  <a:lnTo>
                    <a:pt x="3417328" y="147133"/>
                  </a:lnTo>
                  <a:lnTo>
                    <a:pt x="3416256" y="147499"/>
                  </a:lnTo>
                  <a:lnTo>
                    <a:pt x="3415185" y="147865"/>
                  </a:lnTo>
                  <a:lnTo>
                    <a:pt x="3414113" y="148231"/>
                  </a:lnTo>
                  <a:lnTo>
                    <a:pt x="3413042" y="148597"/>
                  </a:lnTo>
                  <a:lnTo>
                    <a:pt x="3411970" y="148963"/>
                  </a:lnTo>
                  <a:lnTo>
                    <a:pt x="3410898" y="149329"/>
                  </a:lnTo>
                  <a:lnTo>
                    <a:pt x="3409827" y="149696"/>
                  </a:lnTo>
                  <a:lnTo>
                    <a:pt x="3408755" y="150062"/>
                  </a:lnTo>
                  <a:lnTo>
                    <a:pt x="3407684" y="150428"/>
                  </a:lnTo>
                  <a:lnTo>
                    <a:pt x="3406612" y="150795"/>
                  </a:lnTo>
                  <a:lnTo>
                    <a:pt x="3405540" y="151161"/>
                  </a:lnTo>
                  <a:lnTo>
                    <a:pt x="3404469" y="151528"/>
                  </a:lnTo>
                  <a:lnTo>
                    <a:pt x="3403397" y="151894"/>
                  </a:lnTo>
                  <a:lnTo>
                    <a:pt x="3402326" y="152261"/>
                  </a:lnTo>
                  <a:lnTo>
                    <a:pt x="3401254" y="152627"/>
                  </a:lnTo>
                  <a:lnTo>
                    <a:pt x="3400182" y="152994"/>
                  </a:lnTo>
                  <a:lnTo>
                    <a:pt x="3399111" y="153361"/>
                  </a:lnTo>
                  <a:lnTo>
                    <a:pt x="3398039" y="153728"/>
                  </a:lnTo>
                  <a:lnTo>
                    <a:pt x="3396968" y="154095"/>
                  </a:lnTo>
                  <a:lnTo>
                    <a:pt x="3395896" y="154462"/>
                  </a:lnTo>
                  <a:lnTo>
                    <a:pt x="3394824" y="154829"/>
                  </a:lnTo>
                  <a:lnTo>
                    <a:pt x="3393753" y="155196"/>
                  </a:lnTo>
                  <a:lnTo>
                    <a:pt x="3392681" y="155563"/>
                  </a:lnTo>
                  <a:lnTo>
                    <a:pt x="3391610" y="155930"/>
                  </a:lnTo>
                  <a:lnTo>
                    <a:pt x="3390538" y="156297"/>
                  </a:lnTo>
                  <a:lnTo>
                    <a:pt x="3389466" y="156665"/>
                  </a:lnTo>
                  <a:lnTo>
                    <a:pt x="3388395" y="157032"/>
                  </a:lnTo>
                  <a:lnTo>
                    <a:pt x="3387323" y="157399"/>
                  </a:lnTo>
                  <a:lnTo>
                    <a:pt x="3386252" y="157767"/>
                  </a:lnTo>
                  <a:lnTo>
                    <a:pt x="3385180" y="158135"/>
                  </a:lnTo>
                  <a:lnTo>
                    <a:pt x="3384108" y="158502"/>
                  </a:lnTo>
                  <a:lnTo>
                    <a:pt x="3383037" y="158870"/>
                  </a:lnTo>
                  <a:lnTo>
                    <a:pt x="3381965" y="159238"/>
                  </a:lnTo>
                  <a:lnTo>
                    <a:pt x="3380894" y="159606"/>
                  </a:lnTo>
                  <a:lnTo>
                    <a:pt x="3379822" y="159973"/>
                  </a:lnTo>
                  <a:lnTo>
                    <a:pt x="3378750" y="160341"/>
                  </a:lnTo>
                  <a:lnTo>
                    <a:pt x="3377679" y="160709"/>
                  </a:lnTo>
                  <a:lnTo>
                    <a:pt x="3376607" y="161077"/>
                  </a:lnTo>
                  <a:lnTo>
                    <a:pt x="3375536" y="161446"/>
                  </a:lnTo>
                  <a:lnTo>
                    <a:pt x="3374464" y="161814"/>
                  </a:lnTo>
                  <a:lnTo>
                    <a:pt x="3373392" y="162182"/>
                  </a:lnTo>
                  <a:lnTo>
                    <a:pt x="3372321" y="162550"/>
                  </a:lnTo>
                  <a:lnTo>
                    <a:pt x="3371249" y="162919"/>
                  </a:lnTo>
                  <a:lnTo>
                    <a:pt x="3370178" y="163287"/>
                  </a:lnTo>
                  <a:lnTo>
                    <a:pt x="3369106" y="163656"/>
                  </a:lnTo>
                  <a:lnTo>
                    <a:pt x="3368035" y="164024"/>
                  </a:lnTo>
                  <a:lnTo>
                    <a:pt x="3366963" y="164393"/>
                  </a:lnTo>
                  <a:lnTo>
                    <a:pt x="3365891" y="164762"/>
                  </a:lnTo>
                  <a:lnTo>
                    <a:pt x="3364820" y="165131"/>
                  </a:lnTo>
                  <a:lnTo>
                    <a:pt x="3363748" y="165500"/>
                  </a:lnTo>
                  <a:lnTo>
                    <a:pt x="3362677" y="165868"/>
                  </a:lnTo>
                  <a:lnTo>
                    <a:pt x="3361605" y="166237"/>
                  </a:lnTo>
                  <a:lnTo>
                    <a:pt x="3360533" y="166606"/>
                  </a:lnTo>
                  <a:lnTo>
                    <a:pt x="3359462" y="166976"/>
                  </a:lnTo>
                  <a:lnTo>
                    <a:pt x="3358390" y="167345"/>
                  </a:lnTo>
                  <a:lnTo>
                    <a:pt x="3357319" y="167714"/>
                  </a:lnTo>
                  <a:lnTo>
                    <a:pt x="3356247" y="168083"/>
                  </a:lnTo>
                  <a:lnTo>
                    <a:pt x="3355175" y="168453"/>
                  </a:lnTo>
                  <a:lnTo>
                    <a:pt x="3354104" y="168822"/>
                  </a:lnTo>
                  <a:lnTo>
                    <a:pt x="3353032" y="169192"/>
                  </a:lnTo>
                  <a:lnTo>
                    <a:pt x="3351961" y="169561"/>
                  </a:lnTo>
                  <a:lnTo>
                    <a:pt x="3350889" y="169931"/>
                  </a:lnTo>
                  <a:lnTo>
                    <a:pt x="3349817" y="170301"/>
                  </a:lnTo>
                  <a:lnTo>
                    <a:pt x="3348746" y="170671"/>
                  </a:lnTo>
                  <a:lnTo>
                    <a:pt x="3347674" y="171041"/>
                  </a:lnTo>
                  <a:lnTo>
                    <a:pt x="3346603" y="171410"/>
                  </a:lnTo>
                  <a:lnTo>
                    <a:pt x="3345531" y="171780"/>
                  </a:lnTo>
                  <a:lnTo>
                    <a:pt x="3344459" y="172151"/>
                  </a:lnTo>
                  <a:lnTo>
                    <a:pt x="3343388" y="172521"/>
                  </a:lnTo>
                  <a:lnTo>
                    <a:pt x="3342316" y="172891"/>
                  </a:lnTo>
                  <a:lnTo>
                    <a:pt x="3341245" y="173261"/>
                  </a:lnTo>
                  <a:lnTo>
                    <a:pt x="3340173" y="173632"/>
                  </a:lnTo>
                  <a:lnTo>
                    <a:pt x="3339101" y="174002"/>
                  </a:lnTo>
                  <a:lnTo>
                    <a:pt x="3338030" y="174373"/>
                  </a:lnTo>
                  <a:lnTo>
                    <a:pt x="3336958" y="174743"/>
                  </a:lnTo>
                  <a:lnTo>
                    <a:pt x="3335887" y="175114"/>
                  </a:lnTo>
                  <a:lnTo>
                    <a:pt x="3334815" y="175484"/>
                  </a:lnTo>
                  <a:lnTo>
                    <a:pt x="3333743" y="175855"/>
                  </a:lnTo>
                  <a:lnTo>
                    <a:pt x="3332672" y="176226"/>
                  </a:lnTo>
                  <a:lnTo>
                    <a:pt x="3331600" y="176597"/>
                  </a:lnTo>
                  <a:lnTo>
                    <a:pt x="3330529" y="176968"/>
                  </a:lnTo>
                  <a:lnTo>
                    <a:pt x="3329457" y="177339"/>
                  </a:lnTo>
                  <a:lnTo>
                    <a:pt x="3328385" y="177710"/>
                  </a:lnTo>
                  <a:lnTo>
                    <a:pt x="3327314" y="178082"/>
                  </a:lnTo>
                  <a:lnTo>
                    <a:pt x="3326242" y="178453"/>
                  </a:lnTo>
                  <a:lnTo>
                    <a:pt x="3325171" y="178824"/>
                  </a:lnTo>
                  <a:lnTo>
                    <a:pt x="3324099" y="179196"/>
                  </a:lnTo>
                  <a:lnTo>
                    <a:pt x="3323027" y="179567"/>
                  </a:lnTo>
                  <a:lnTo>
                    <a:pt x="3321956" y="179939"/>
                  </a:lnTo>
                  <a:lnTo>
                    <a:pt x="3320884" y="180310"/>
                  </a:lnTo>
                  <a:lnTo>
                    <a:pt x="3319813" y="180682"/>
                  </a:lnTo>
                  <a:lnTo>
                    <a:pt x="3318741" y="181054"/>
                  </a:lnTo>
                  <a:lnTo>
                    <a:pt x="3317669" y="181426"/>
                  </a:lnTo>
                  <a:lnTo>
                    <a:pt x="3316598" y="181798"/>
                  </a:lnTo>
                  <a:lnTo>
                    <a:pt x="3315526" y="182170"/>
                  </a:lnTo>
                  <a:lnTo>
                    <a:pt x="3314455" y="182542"/>
                  </a:lnTo>
                  <a:lnTo>
                    <a:pt x="3313383" y="182914"/>
                  </a:lnTo>
                  <a:lnTo>
                    <a:pt x="3312311" y="183286"/>
                  </a:lnTo>
                  <a:lnTo>
                    <a:pt x="3311240" y="183659"/>
                  </a:lnTo>
                  <a:lnTo>
                    <a:pt x="3310168" y="184031"/>
                  </a:lnTo>
                  <a:lnTo>
                    <a:pt x="3309097" y="184404"/>
                  </a:lnTo>
                  <a:lnTo>
                    <a:pt x="3308025" y="184776"/>
                  </a:lnTo>
                  <a:lnTo>
                    <a:pt x="3306953" y="185149"/>
                  </a:lnTo>
                  <a:lnTo>
                    <a:pt x="3305882" y="185522"/>
                  </a:lnTo>
                  <a:lnTo>
                    <a:pt x="3304810" y="185894"/>
                  </a:lnTo>
                  <a:lnTo>
                    <a:pt x="3303739" y="186267"/>
                  </a:lnTo>
                  <a:lnTo>
                    <a:pt x="3302667" y="186640"/>
                  </a:lnTo>
                  <a:lnTo>
                    <a:pt x="3301595" y="187013"/>
                  </a:lnTo>
                  <a:lnTo>
                    <a:pt x="3300524" y="187386"/>
                  </a:lnTo>
                  <a:lnTo>
                    <a:pt x="3299452" y="187760"/>
                  </a:lnTo>
                  <a:lnTo>
                    <a:pt x="3298381" y="188133"/>
                  </a:lnTo>
                  <a:lnTo>
                    <a:pt x="3297309" y="188506"/>
                  </a:lnTo>
                  <a:lnTo>
                    <a:pt x="3296237" y="188880"/>
                  </a:lnTo>
                  <a:lnTo>
                    <a:pt x="3295166" y="189253"/>
                  </a:lnTo>
                  <a:lnTo>
                    <a:pt x="3294094" y="189627"/>
                  </a:lnTo>
                  <a:lnTo>
                    <a:pt x="3293023" y="190000"/>
                  </a:lnTo>
                  <a:lnTo>
                    <a:pt x="3291951" y="190374"/>
                  </a:lnTo>
                  <a:lnTo>
                    <a:pt x="3290879" y="190748"/>
                  </a:lnTo>
                  <a:lnTo>
                    <a:pt x="3289808" y="191122"/>
                  </a:lnTo>
                  <a:lnTo>
                    <a:pt x="3288736" y="191496"/>
                  </a:lnTo>
                  <a:lnTo>
                    <a:pt x="3287665" y="191870"/>
                  </a:lnTo>
                  <a:lnTo>
                    <a:pt x="3286593" y="192244"/>
                  </a:lnTo>
                  <a:lnTo>
                    <a:pt x="3285521" y="192618"/>
                  </a:lnTo>
                  <a:lnTo>
                    <a:pt x="3284450" y="192992"/>
                  </a:lnTo>
                  <a:lnTo>
                    <a:pt x="3283378" y="193367"/>
                  </a:lnTo>
                  <a:lnTo>
                    <a:pt x="3282307" y="193741"/>
                  </a:lnTo>
                  <a:lnTo>
                    <a:pt x="3281235" y="194116"/>
                  </a:lnTo>
                  <a:lnTo>
                    <a:pt x="3280163" y="194490"/>
                  </a:lnTo>
                  <a:lnTo>
                    <a:pt x="3279092" y="194865"/>
                  </a:lnTo>
                  <a:lnTo>
                    <a:pt x="3278020" y="195240"/>
                  </a:lnTo>
                  <a:lnTo>
                    <a:pt x="3276949" y="195615"/>
                  </a:lnTo>
                  <a:lnTo>
                    <a:pt x="3275877" y="195990"/>
                  </a:lnTo>
                  <a:lnTo>
                    <a:pt x="3274805" y="196365"/>
                  </a:lnTo>
                  <a:lnTo>
                    <a:pt x="3273734" y="196740"/>
                  </a:lnTo>
                  <a:lnTo>
                    <a:pt x="3272662" y="197115"/>
                  </a:lnTo>
                  <a:lnTo>
                    <a:pt x="3271591" y="197490"/>
                  </a:lnTo>
                  <a:lnTo>
                    <a:pt x="3270519" y="197866"/>
                  </a:lnTo>
                  <a:lnTo>
                    <a:pt x="3269447" y="198241"/>
                  </a:lnTo>
                  <a:lnTo>
                    <a:pt x="3268376" y="198617"/>
                  </a:lnTo>
                  <a:lnTo>
                    <a:pt x="3267304" y="198992"/>
                  </a:lnTo>
                  <a:lnTo>
                    <a:pt x="3266233" y="199368"/>
                  </a:lnTo>
                  <a:lnTo>
                    <a:pt x="3265161" y="199744"/>
                  </a:lnTo>
                  <a:lnTo>
                    <a:pt x="3264089" y="200120"/>
                  </a:lnTo>
                  <a:lnTo>
                    <a:pt x="3263018" y="200496"/>
                  </a:lnTo>
                  <a:lnTo>
                    <a:pt x="3261946" y="200872"/>
                  </a:lnTo>
                  <a:lnTo>
                    <a:pt x="3260875" y="201248"/>
                  </a:lnTo>
                  <a:lnTo>
                    <a:pt x="3259803" y="201624"/>
                  </a:lnTo>
                  <a:lnTo>
                    <a:pt x="3258731" y="202000"/>
                  </a:lnTo>
                  <a:lnTo>
                    <a:pt x="3257660" y="202377"/>
                  </a:lnTo>
                  <a:lnTo>
                    <a:pt x="3256588" y="202753"/>
                  </a:lnTo>
                  <a:lnTo>
                    <a:pt x="3255517" y="203130"/>
                  </a:lnTo>
                  <a:lnTo>
                    <a:pt x="3254445" y="203506"/>
                  </a:lnTo>
                  <a:lnTo>
                    <a:pt x="3253373" y="203883"/>
                  </a:lnTo>
                  <a:lnTo>
                    <a:pt x="3252302" y="204260"/>
                  </a:lnTo>
                  <a:lnTo>
                    <a:pt x="3251230" y="204637"/>
                  </a:lnTo>
                  <a:lnTo>
                    <a:pt x="3250159" y="205014"/>
                  </a:lnTo>
                  <a:lnTo>
                    <a:pt x="3249087" y="205391"/>
                  </a:lnTo>
                  <a:lnTo>
                    <a:pt x="3248015" y="205768"/>
                  </a:lnTo>
                  <a:lnTo>
                    <a:pt x="3246944" y="206145"/>
                  </a:lnTo>
                  <a:lnTo>
                    <a:pt x="3245872" y="206523"/>
                  </a:lnTo>
                  <a:lnTo>
                    <a:pt x="3244801" y="206900"/>
                  </a:lnTo>
                  <a:lnTo>
                    <a:pt x="3243729" y="207278"/>
                  </a:lnTo>
                  <a:lnTo>
                    <a:pt x="3242657" y="207655"/>
                  </a:lnTo>
                  <a:lnTo>
                    <a:pt x="3241586" y="208033"/>
                  </a:lnTo>
                  <a:lnTo>
                    <a:pt x="3240514" y="208411"/>
                  </a:lnTo>
                  <a:lnTo>
                    <a:pt x="3239443" y="208788"/>
                  </a:lnTo>
                  <a:lnTo>
                    <a:pt x="3238371" y="209166"/>
                  </a:lnTo>
                  <a:lnTo>
                    <a:pt x="3237299" y="209545"/>
                  </a:lnTo>
                  <a:lnTo>
                    <a:pt x="3236228" y="209923"/>
                  </a:lnTo>
                  <a:lnTo>
                    <a:pt x="3235156" y="210301"/>
                  </a:lnTo>
                  <a:lnTo>
                    <a:pt x="3234085" y="210679"/>
                  </a:lnTo>
                  <a:lnTo>
                    <a:pt x="3233013" y="211058"/>
                  </a:lnTo>
                  <a:lnTo>
                    <a:pt x="3231941" y="211436"/>
                  </a:lnTo>
                  <a:lnTo>
                    <a:pt x="3230870" y="211815"/>
                  </a:lnTo>
                  <a:lnTo>
                    <a:pt x="3229798" y="212193"/>
                  </a:lnTo>
                  <a:lnTo>
                    <a:pt x="3228727" y="212572"/>
                  </a:lnTo>
                  <a:lnTo>
                    <a:pt x="3227655" y="212951"/>
                  </a:lnTo>
                  <a:lnTo>
                    <a:pt x="3226583" y="213330"/>
                  </a:lnTo>
                  <a:lnTo>
                    <a:pt x="3225512" y="213709"/>
                  </a:lnTo>
                  <a:lnTo>
                    <a:pt x="3224440" y="214088"/>
                  </a:lnTo>
                  <a:lnTo>
                    <a:pt x="3223369" y="214467"/>
                  </a:lnTo>
                  <a:lnTo>
                    <a:pt x="3222297" y="214847"/>
                  </a:lnTo>
                  <a:lnTo>
                    <a:pt x="3221225" y="215226"/>
                  </a:lnTo>
                  <a:lnTo>
                    <a:pt x="3220154" y="215606"/>
                  </a:lnTo>
                  <a:lnTo>
                    <a:pt x="3219082" y="215985"/>
                  </a:lnTo>
                  <a:lnTo>
                    <a:pt x="3218011" y="216365"/>
                  </a:lnTo>
                  <a:lnTo>
                    <a:pt x="3216939" y="216745"/>
                  </a:lnTo>
                  <a:lnTo>
                    <a:pt x="3215867" y="217125"/>
                  </a:lnTo>
                  <a:lnTo>
                    <a:pt x="3214796" y="217505"/>
                  </a:lnTo>
                  <a:lnTo>
                    <a:pt x="3213724" y="217885"/>
                  </a:lnTo>
                  <a:lnTo>
                    <a:pt x="3212653" y="218265"/>
                  </a:lnTo>
                  <a:lnTo>
                    <a:pt x="3211581" y="218645"/>
                  </a:lnTo>
                  <a:lnTo>
                    <a:pt x="3210509" y="219025"/>
                  </a:lnTo>
                  <a:lnTo>
                    <a:pt x="3209438" y="219406"/>
                  </a:lnTo>
                  <a:lnTo>
                    <a:pt x="3208366" y="219786"/>
                  </a:lnTo>
                  <a:lnTo>
                    <a:pt x="3207295" y="220167"/>
                  </a:lnTo>
                  <a:lnTo>
                    <a:pt x="3206223" y="220548"/>
                  </a:lnTo>
                  <a:lnTo>
                    <a:pt x="3205151" y="220929"/>
                  </a:lnTo>
                  <a:lnTo>
                    <a:pt x="3204080" y="221309"/>
                  </a:lnTo>
                  <a:lnTo>
                    <a:pt x="3203008" y="221690"/>
                  </a:lnTo>
                  <a:lnTo>
                    <a:pt x="3201937" y="222072"/>
                  </a:lnTo>
                  <a:lnTo>
                    <a:pt x="3200865" y="222453"/>
                  </a:lnTo>
                  <a:lnTo>
                    <a:pt x="3199793" y="222834"/>
                  </a:lnTo>
                  <a:lnTo>
                    <a:pt x="3198722" y="223215"/>
                  </a:lnTo>
                  <a:lnTo>
                    <a:pt x="3197650" y="223597"/>
                  </a:lnTo>
                  <a:lnTo>
                    <a:pt x="3196579" y="223979"/>
                  </a:lnTo>
                  <a:lnTo>
                    <a:pt x="3195507" y="224360"/>
                  </a:lnTo>
                  <a:lnTo>
                    <a:pt x="3194436" y="224742"/>
                  </a:lnTo>
                  <a:lnTo>
                    <a:pt x="3193364" y="225124"/>
                  </a:lnTo>
                  <a:lnTo>
                    <a:pt x="3192292" y="225506"/>
                  </a:lnTo>
                  <a:lnTo>
                    <a:pt x="3191221" y="225888"/>
                  </a:lnTo>
                  <a:lnTo>
                    <a:pt x="3190149" y="226270"/>
                  </a:lnTo>
                  <a:lnTo>
                    <a:pt x="3189078" y="226652"/>
                  </a:lnTo>
                  <a:lnTo>
                    <a:pt x="3188006" y="227035"/>
                  </a:lnTo>
                  <a:lnTo>
                    <a:pt x="3186934" y="227417"/>
                  </a:lnTo>
                  <a:lnTo>
                    <a:pt x="3185863" y="227800"/>
                  </a:lnTo>
                  <a:lnTo>
                    <a:pt x="3184791" y="228183"/>
                  </a:lnTo>
                  <a:lnTo>
                    <a:pt x="3183720" y="228565"/>
                  </a:lnTo>
                  <a:lnTo>
                    <a:pt x="3182648" y="228948"/>
                  </a:lnTo>
                  <a:lnTo>
                    <a:pt x="3181576" y="229331"/>
                  </a:lnTo>
                  <a:lnTo>
                    <a:pt x="3180505" y="229714"/>
                  </a:lnTo>
                  <a:lnTo>
                    <a:pt x="3179433" y="230097"/>
                  </a:lnTo>
                  <a:lnTo>
                    <a:pt x="3178362" y="230481"/>
                  </a:lnTo>
                  <a:lnTo>
                    <a:pt x="3177290" y="230864"/>
                  </a:lnTo>
                  <a:lnTo>
                    <a:pt x="3176218" y="231248"/>
                  </a:lnTo>
                  <a:lnTo>
                    <a:pt x="3175147" y="231631"/>
                  </a:lnTo>
                  <a:lnTo>
                    <a:pt x="3174075" y="232015"/>
                  </a:lnTo>
                  <a:lnTo>
                    <a:pt x="3173004" y="232399"/>
                  </a:lnTo>
                  <a:lnTo>
                    <a:pt x="3171932" y="232782"/>
                  </a:lnTo>
                  <a:lnTo>
                    <a:pt x="3170860" y="233166"/>
                  </a:lnTo>
                  <a:lnTo>
                    <a:pt x="3169789" y="233550"/>
                  </a:lnTo>
                  <a:lnTo>
                    <a:pt x="3168717" y="233935"/>
                  </a:lnTo>
                  <a:lnTo>
                    <a:pt x="3167646" y="234319"/>
                  </a:lnTo>
                  <a:lnTo>
                    <a:pt x="3166574" y="234703"/>
                  </a:lnTo>
                  <a:lnTo>
                    <a:pt x="3165502" y="235088"/>
                  </a:lnTo>
                  <a:lnTo>
                    <a:pt x="3164431" y="235472"/>
                  </a:lnTo>
                  <a:lnTo>
                    <a:pt x="3163359" y="235857"/>
                  </a:lnTo>
                  <a:lnTo>
                    <a:pt x="3162288" y="236242"/>
                  </a:lnTo>
                  <a:lnTo>
                    <a:pt x="3161216" y="236627"/>
                  </a:lnTo>
                  <a:lnTo>
                    <a:pt x="3160144" y="237012"/>
                  </a:lnTo>
                  <a:lnTo>
                    <a:pt x="3159073" y="237397"/>
                  </a:lnTo>
                  <a:lnTo>
                    <a:pt x="3158001" y="237782"/>
                  </a:lnTo>
                  <a:lnTo>
                    <a:pt x="3156930" y="238167"/>
                  </a:lnTo>
                  <a:lnTo>
                    <a:pt x="3155858" y="238553"/>
                  </a:lnTo>
                  <a:lnTo>
                    <a:pt x="3154786" y="238938"/>
                  </a:lnTo>
                  <a:lnTo>
                    <a:pt x="3153715" y="239324"/>
                  </a:lnTo>
                  <a:lnTo>
                    <a:pt x="3152643" y="239710"/>
                  </a:lnTo>
                  <a:lnTo>
                    <a:pt x="3151572" y="240095"/>
                  </a:lnTo>
                  <a:lnTo>
                    <a:pt x="3150500" y="240481"/>
                  </a:lnTo>
                  <a:lnTo>
                    <a:pt x="3149428" y="240867"/>
                  </a:lnTo>
                  <a:lnTo>
                    <a:pt x="3148357" y="241254"/>
                  </a:lnTo>
                  <a:lnTo>
                    <a:pt x="3147285" y="241640"/>
                  </a:lnTo>
                  <a:lnTo>
                    <a:pt x="3146214" y="242026"/>
                  </a:lnTo>
                  <a:lnTo>
                    <a:pt x="3145142" y="242413"/>
                  </a:lnTo>
                  <a:lnTo>
                    <a:pt x="3144070" y="242799"/>
                  </a:lnTo>
                  <a:lnTo>
                    <a:pt x="3142999" y="243186"/>
                  </a:lnTo>
                  <a:lnTo>
                    <a:pt x="3141927" y="243573"/>
                  </a:lnTo>
                  <a:lnTo>
                    <a:pt x="3140856" y="243960"/>
                  </a:lnTo>
                  <a:lnTo>
                    <a:pt x="3139784" y="244347"/>
                  </a:lnTo>
                  <a:lnTo>
                    <a:pt x="3138712" y="244734"/>
                  </a:lnTo>
                  <a:lnTo>
                    <a:pt x="3137641" y="245121"/>
                  </a:lnTo>
                  <a:lnTo>
                    <a:pt x="3136569" y="245508"/>
                  </a:lnTo>
                  <a:lnTo>
                    <a:pt x="3135498" y="245896"/>
                  </a:lnTo>
                  <a:lnTo>
                    <a:pt x="3134426" y="246283"/>
                  </a:lnTo>
                  <a:lnTo>
                    <a:pt x="3133354" y="246671"/>
                  </a:lnTo>
                  <a:lnTo>
                    <a:pt x="3132283" y="247059"/>
                  </a:lnTo>
                  <a:lnTo>
                    <a:pt x="3131211" y="247446"/>
                  </a:lnTo>
                  <a:lnTo>
                    <a:pt x="3130140" y="247834"/>
                  </a:lnTo>
                  <a:lnTo>
                    <a:pt x="3129068" y="248222"/>
                  </a:lnTo>
                  <a:lnTo>
                    <a:pt x="3127996" y="248611"/>
                  </a:lnTo>
                  <a:lnTo>
                    <a:pt x="3126925" y="248999"/>
                  </a:lnTo>
                  <a:lnTo>
                    <a:pt x="3125853" y="249387"/>
                  </a:lnTo>
                  <a:lnTo>
                    <a:pt x="3124782" y="249776"/>
                  </a:lnTo>
                  <a:lnTo>
                    <a:pt x="3123710" y="250164"/>
                  </a:lnTo>
                  <a:lnTo>
                    <a:pt x="3122638" y="250553"/>
                  </a:lnTo>
                  <a:lnTo>
                    <a:pt x="3121567" y="250942"/>
                  </a:lnTo>
                  <a:lnTo>
                    <a:pt x="3120495" y="251331"/>
                  </a:lnTo>
                  <a:lnTo>
                    <a:pt x="3119424" y="251720"/>
                  </a:lnTo>
                  <a:lnTo>
                    <a:pt x="3118352" y="252109"/>
                  </a:lnTo>
                  <a:lnTo>
                    <a:pt x="3117280" y="252498"/>
                  </a:lnTo>
                  <a:lnTo>
                    <a:pt x="3116209" y="252888"/>
                  </a:lnTo>
                  <a:lnTo>
                    <a:pt x="3115137" y="253277"/>
                  </a:lnTo>
                  <a:lnTo>
                    <a:pt x="3114066" y="253667"/>
                  </a:lnTo>
                  <a:lnTo>
                    <a:pt x="3112994" y="254057"/>
                  </a:lnTo>
                  <a:lnTo>
                    <a:pt x="3111922" y="254446"/>
                  </a:lnTo>
                  <a:lnTo>
                    <a:pt x="3110851" y="254836"/>
                  </a:lnTo>
                  <a:lnTo>
                    <a:pt x="3109779" y="255226"/>
                  </a:lnTo>
                  <a:lnTo>
                    <a:pt x="3108708" y="255617"/>
                  </a:lnTo>
                  <a:lnTo>
                    <a:pt x="3107636" y="256007"/>
                  </a:lnTo>
                  <a:lnTo>
                    <a:pt x="3106564" y="256397"/>
                  </a:lnTo>
                  <a:lnTo>
                    <a:pt x="3105493" y="256788"/>
                  </a:lnTo>
                  <a:lnTo>
                    <a:pt x="3104421" y="257178"/>
                  </a:lnTo>
                  <a:lnTo>
                    <a:pt x="3103350" y="257569"/>
                  </a:lnTo>
                  <a:lnTo>
                    <a:pt x="3102278" y="257960"/>
                  </a:lnTo>
                  <a:lnTo>
                    <a:pt x="3101206" y="258351"/>
                  </a:lnTo>
                  <a:lnTo>
                    <a:pt x="3100135" y="258742"/>
                  </a:lnTo>
                  <a:lnTo>
                    <a:pt x="3099063" y="259133"/>
                  </a:lnTo>
                  <a:lnTo>
                    <a:pt x="3097992" y="259524"/>
                  </a:lnTo>
                  <a:lnTo>
                    <a:pt x="3096920" y="259916"/>
                  </a:lnTo>
                  <a:lnTo>
                    <a:pt x="3095848" y="260307"/>
                  </a:lnTo>
                  <a:lnTo>
                    <a:pt x="3094777" y="260699"/>
                  </a:lnTo>
                  <a:lnTo>
                    <a:pt x="3093705" y="261090"/>
                  </a:lnTo>
                  <a:lnTo>
                    <a:pt x="3092634" y="261482"/>
                  </a:lnTo>
                  <a:lnTo>
                    <a:pt x="3091562" y="261874"/>
                  </a:lnTo>
                  <a:lnTo>
                    <a:pt x="3090490" y="262266"/>
                  </a:lnTo>
                  <a:lnTo>
                    <a:pt x="3089419" y="262659"/>
                  </a:lnTo>
                  <a:lnTo>
                    <a:pt x="3088347" y="263051"/>
                  </a:lnTo>
                  <a:lnTo>
                    <a:pt x="3087276" y="263443"/>
                  </a:lnTo>
                  <a:lnTo>
                    <a:pt x="3086204" y="263836"/>
                  </a:lnTo>
                  <a:lnTo>
                    <a:pt x="3085132" y="264228"/>
                  </a:lnTo>
                  <a:lnTo>
                    <a:pt x="3084061" y="264621"/>
                  </a:lnTo>
                  <a:lnTo>
                    <a:pt x="3082989" y="265014"/>
                  </a:lnTo>
                  <a:lnTo>
                    <a:pt x="3081918" y="265407"/>
                  </a:lnTo>
                  <a:lnTo>
                    <a:pt x="3080846" y="265800"/>
                  </a:lnTo>
                  <a:lnTo>
                    <a:pt x="3079774" y="266193"/>
                  </a:lnTo>
                  <a:lnTo>
                    <a:pt x="3078703" y="266587"/>
                  </a:lnTo>
                  <a:lnTo>
                    <a:pt x="3077631" y="266980"/>
                  </a:lnTo>
                  <a:lnTo>
                    <a:pt x="3076560" y="267374"/>
                  </a:lnTo>
                  <a:lnTo>
                    <a:pt x="3075488" y="267767"/>
                  </a:lnTo>
                  <a:lnTo>
                    <a:pt x="3074416" y="268161"/>
                  </a:lnTo>
                  <a:lnTo>
                    <a:pt x="3073345" y="268555"/>
                  </a:lnTo>
                  <a:lnTo>
                    <a:pt x="3072273" y="268949"/>
                  </a:lnTo>
                  <a:lnTo>
                    <a:pt x="3071202" y="269343"/>
                  </a:lnTo>
                  <a:lnTo>
                    <a:pt x="3070130" y="269738"/>
                  </a:lnTo>
                  <a:lnTo>
                    <a:pt x="3069058" y="270132"/>
                  </a:lnTo>
                  <a:lnTo>
                    <a:pt x="3067987" y="270527"/>
                  </a:lnTo>
                  <a:lnTo>
                    <a:pt x="3066915" y="270921"/>
                  </a:lnTo>
                  <a:lnTo>
                    <a:pt x="3065844" y="271316"/>
                  </a:lnTo>
                  <a:lnTo>
                    <a:pt x="3064772" y="271711"/>
                  </a:lnTo>
                  <a:lnTo>
                    <a:pt x="3063700" y="272106"/>
                  </a:lnTo>
                  <a:lnTo>
                    <a:pt x="3062629" y="272501"/>
                  </a:lnTo>
                  <a:lnTo>
                    <a:pt x="3061557" y="272896"/>
                  </a:lnTo>
                  <a:lnTo>
                    <a:pt x="3060486" y="273291"/>
                  </a:lnTo>
                  <a:lnTo>
                    <a:pt x="3059414" y="273687"/>
                  </a:lnTo>
                  <a:lnTo>
                    <a:pt x="3058342" y="274082"/>
                  </a:lnTo>
                  <a:lnTo>
                    <a:pt x="3057271" y="274478"/>
                  </a:lnTo>
                  <a:lnTo>
                    <a:pt x="3056199" y="274874"/>
                  </a:lnTo>
                  <a:lnTo>
                    <a:pt x="3055128" y="275270"/>
                  </a:lnTo>
                  <a:lnTo>
                    <a:pt x="3054056" y="275666"/>
                  </a:lnTo>
                  <a:lnTo>
                    <a:pt x="3052984" y="276062"/>
                  </a:lnTo>
                  <a:lnTo>
                    <a:pt x="3051913" y="276458"/>
                  </a:lnTo>
                  <a:lnTo>
                    <a:pt x="3050841" y="276855"/>
                  </a:lnTo>
                  <a:lnTo>
                    <a:pt x="3049770" y="277251"/>
                  </a:lnTo>
                  <a:lnTo>
                    <a:pt x="3048698" y="277648"/>
                  </a:lnTo>
                  <a:lnTo>
                    <a:pt x="3047626" y="278044"/>
                  </a:lnTo>
                  <a:lnTo>
                    <a:pt x="3046555" y="278441"/>
                  </a:lnTo>
                  <a:lnTo>
                    <a:pt x="3045483" y="278838"/>
                  </a:lnTo>
                  <a:lnTo>
                    <a:pt x="3044412" y="279235"/>
                  </a:lnTo>
                  <a:lnTo>
                    <a:pt x="3043340" y="279633"/>
                  </a:lnTo>
                  <a:lnTo>
                    <a:pt x="3042268" y="280030"/>
                  </a:lnTo>
                  <a:lnTo>
                    <a:pt x="3041197" y="280427"/>
                  </a:lnTo>
                  <a:lnTo>
                    <a:pt x="3040125" y="280825"/>
                  </a:lnTo>
                  <a:lnTo>
                    <a:pt x="3039054" y="281223"/>
                  </a:lnTo>
                  <a:lnTo>
                    <a:pt x="3037982" y="281621"/>
                  </a:lnTo>
                  <a:lnTo>
                    <a:pt x="3036910" y="282018"/>
                  </a:lnTo>
                  <a:lnTo>
                    <a:pt x="3035839" y="282417"/>
                  </a:lnTo>
                  <a:lnTo>
                    <a:pt x="3034767" y="282815"/>
                  </a:lnTo>
                  <a:lnTo>
                    <a:pt x="3033696" y="283213"/>
                  </a:lnTo>
                  <a:lnTo>
                    <a:pt x="3032624" y="283611"/>
                  </a:lnTo>
                  <a:lnTo>
                    <a:pt x="3031552" y="284010"/>
                  </a:lnTo>
                  <a:lnTo>
                    <a:pt x="3030481" y="284409"/>
                  </a:lnTo>
                  <a:lnTo>
                    <a:pt x="3029409" y="284807"/>
                  </a:lnTo>
                  <a:lnTo>
                    <a:pt x="3028338" y="285206"/>
                  </a:lnTo>
                  <a:lnTo>
                    <a:pt x="3027266" y="285605"/>
                  </a:lnTo>
                  <a:lnTo>
                    <a:pt x="3026194" y="286005"/>
                  </a:lnTo>
                  <a:lnTo>
                    <a:pt x="3025123" y="286404"/>
                  </a:lnTo>
                  <a:lnTo>
                    <a:pt x="3024051" y="286803"/>
                  </a:lnTo>
                  <a:lnTo>
                    <a:pt x="3022980" y="287203"/>
                  </a:lnTo>
                  <a:lnTo>
                    <a:pt x="3021908" y="287602"/>
                  </a:lnTo>
                  <a:lnTo>
                    <a:pt x="3020836" y="288002"/>
                  </a:lnTo>
                  <a:lnTo>
                    <a:pt x="3019765" y="288402"/>
                  </a:lnTo>
                  <a:lnTo>
                    <a:pt x="3018693" y="288802"/>
                  </a:lnTo>
                  <a:lnTo>
                    <a:pt x="3017622" y="289202"/>
                  </a:lnTo>
                  <a:lnTo>
                    <a:pt x="3016550" y="289603"/>
                  </a:lnTo>
                  <a:lnTo>
                    <a:pt x="3015479" y="290003"/>
                  </a:lnTo>
                  <a:lnTo>
                    <a:pt x="3014407" y="290403"/>
                  </a:lnTo>
                  <a:lnTo>
                    <a:pt x="3013335" y="290804"/>
                  </a:lnTo>
                  <a:lnTo>
                    <a:pt x="3012264" y="291205"/>
                  </a:lnTo>
                  <a:lnTo>
                    <a:pt x="3011192" y="291606"/>
                  </a:lnTo>
                  <a:lnTo>
                    <a:pt x="3010121" y="292007"/>
                  </a:lnTo>
                  <a:lnTo>
                    <a:pt x="3009049" y="292408"/>
                  </a:lnTo>
                  <a:lnTo>
                    <a:pt x="3007977" y="292809"/>
                  </a:lnTo>
                  <a:lnTo>
                    <a:pt x="3006906" y="293210"/>
                  </a:lnTo>
                  <a:lnTo>
                    <a:pt x="3005834" y="293612"/>
                  </a:lnTo>
                  <a:lnTo>
                    <a:pt x="3004763" y="294013"/>
                  </a:lnTo>
                  <a:lnTo>
                    <a:pt x="3003691" y="294415"/>
                  </a:lnTo>
                  <a:lnTo>
                    <a:pt x="3002619" y="294817"/>
                  </a:lnTo>
                  <a:lnTo>
                    <a:pt x="3001548" y="295219"/>
                  </a:lnTo>
                  <a:lnTo>
                    <a:pt x="3000476" y="295621"/>
                  </a:lnTo>
                  <a:lnTo>
                    <a:pt x="2999405" y="296023"/>
                  </a:lnTo>
                  <a:lnTo>
                    <a:pt x="2998333" y="296426"/>
                  </a:lnTo>
                  <a:lnTo>
                    <a:pt x="2997261" y="296828"/>
                  </a:lnTo>
                  <a:lnTo>
                    <a:pt x="2996190" y="297231"/>
                  </a:lnTo>
                  <a:lnTo>
                    <a:pt x="2995118" y="297634"/>
                  </a:lnTo>
                  <a:lnTo>
                    <a:pt x="2994047" y="298036"/>
                  </a:lnTo>
                  <a:lnTo>
                    <a:pt x="2992975" y="298439"/>
                  </a:lnTo>
                  <a:lnTo>
                    <a:pt x="2991903" y="298842"/>
                  </a:lnTo>
                  <a:lnTo>
                    <a:pt x="2990832" y="299246"/>
                  </a:lnTo>
                  <a:lnTo>
                    <a:pt x="2989760" y="299649"/>
                  </a:lnTo>
                  <a:lnTo>
                    <a:pt x="2988689" y="300052"/>
                  </a:lnTo>
                  <a:lnTo>
                    <a:pt x="2987617" y="300456"/>
                  </a:lnTo>
                  <a:lnTo>
                    <a:pt x="2986545" y="300860"/>
                  </a:lnTo>
                  <a:lnTo>
                    <a:pt x="2985474" y="301264"/>
                  </a:lnTo>
                  <a:lnTo>
                    <a:pt x="2984402" y="301668"/>
                  </a:lnTo>
                  <a:lnTo>
                    <a:pt x="2983331" y="302072"/>
                  </a:lnTo>
                  <a:lnTo>
                    <a:pt x="2982259" y="302476"/>
                  </a:lnTo>
                  <a:lnTo>
                    <a:pt x="2981187" y="302880"/>
                  </a:lnTo>
                  <a:lnTo>
                    <a:pt x="2980116" y="303285"/>
                  </a:lnTo>
                  <a:lnTo>
                    <a:pt x="2979044" y="303689"/>
                  </a:lnTo>
                  <a:lnTo>
                    <a:pt x="2977973" y="304094"/>
                  </a:lnTo>
                  <a:lnTo>
                    <a:pt x="2976901" y="304499"/>
                  </a:lnTo>
                  <a:lnTo>
                    <a:pt x="2975829" y="304904"/>
                  </a:lnTo>
                  <a:lnTo>
                    <a:pt x="2974758" y="305309"/>
                  </a:lnTo>
                  <a:lnTo>
                    <a:pt x="2973686" y="305714"/>
                  </a:lnTo>
                  <a:lnTo>
                    <a:pt x="2972615" y="306119"/>
                  </a:lnTo>
                  <a:lnTo>
                    <a:pt x="2971543" y="306525"/>
                  </a:lnTo>
                  <a:lnTo>
                    <a:pt x="2970471" y="306930"/>
                  </a:lnTo>
                  <a:lnTo>
                    <a:pt x="2969400" y="307336"/>
                  </a:lnTo>
                  <a:lnTo>
                    <a:pt x="2968328" y="307742"/>
                  </a:lnTo>
                  <a:lnTo>
                    <a:pt x="2967257" y="308148"/>
                  </a:lnTo>
                  <a:lnTo>
                    <a:pt x="2966185" y="308554"/>
                  </a:lnTo>
                  <a:lnTo>
                    <a:pt x="2965113" y="308960"/>
                  </a:lnTo>
                  <a:lnTo>
                    <a:pt x="2964042" y="309366"/>
                  </a:lnTo>
                  <a:lnTo>
                    <a:pt x="2962970" y="309773"/>
                  </a:lnTo>
                  <a:lnTo>
                    <a:pt x="2961899" y="310179"/>
                  </a:lnTo>
                  <a:lnTo>
                    <a:pt x="2960827" y="310586"/>
                  </a:lnTo>
                  <a:lnTo>
                    <a:pt x="2959755" y="310993"/>
                  </a:lnTo>
                  <a:lnTo>
                    <a:pt x="2958684" y="311400"/>
                  </a:lnTo>
                  <a:lnTo>
                    <a:pt x="2957612" y="311807"/>
                  </a:lnTo>
                  <a:lnTo>
                    <a:pt x="2956541" y="312214"/>
                  </a:lnTo>
                  <a:lnTo>
                    <a:pt x="2955469" y="312621"/>
                  </a:lnTo>
                  <a:lnTo>
                    <a:pt x="2954397" y="313029"/>
                  </a:lnTo>
                  <a:lnTo>
                    <a:pt x="2953326" y="313436"/>
                  </a:lnTo>
                  <a:lnTo>
                    <a:pt x="2952254" y="313844"/>
                  </a:lnTo>
                  <a:lnTo>
                    <a:pt x="2951183" y="314252"/>
                  </a:lnTo>
                  <a:lnTo>
                    <a:pt x="2950111" y="314660"/>
                  </a:lnTo>
                  <a:lnTo>
                    <a:pt x="2949039" y="315068"/>
                  </a:lnTo>
                  <a:lnTo>
                    <a:pt x="2947968" y="315476"/>
                  </a:lnTo>
                  <a:lnTo>
                    <a:pt x="2946896" y="315884"/>
                  </a:lnTo>
                  <a:lnTo>
                    <a:pt x="2945825" y="316292"/>
                  </a:lnTo>
                  <a:lnTo>
                    <a:pt x="2944753" y="316701"/>
                  </a:lnTo>
                  <a:lnTo>
                    <a:pt x="2943681" y="317110"/>
                  </a:lnTo>
                  <a:lnTo>
                    <a:pt x="2942610" y="317518"/>
                  </a:lnTo>
                  <a:lnTo>
                    <a:pt x="2941538" y="317927"/>
                  </a:lnTo>
                  <a:lnTo>
                    <a:pt x="2940467" y="318336"/>
                  </a:lnTo>
                  <a:lnTo>
                    <a:pt x="2939395" y="318745"/>
                  </a:lnTo>
                  <a:lnTo>
                    <a:pt x="2938323" y="319154"/>
                  </a:lnTo>
                  <a:lnTo>
                    <a:pt x="2937252" y="319564"/>
                  </a:lnTo>
                  <a:lnTo>
                    <a:pt x="2936180" y="319973"/>
                  </a:lnTo>
                  <a:lnTo>
                    <a:pt x="2935109" y="320383"/>
                  </a:lnTo>
                  <a:lnTo>
                    <a:pt x="2934037" y="320793"/>
                  </a:lnTo>
                  <a:lnTo>
                    <a:pt x="2932965" y="321202"/>
                  </a:lnTo>
                  <a:lnTo>
                    <a:pt x="2931894" y="321612"/>
                  </a:lnTo>
                  <a:lnTo>
                    <a:pt x="2930822" y="322022"/>
                  </a:lnTo>
                  <a:lnTo>
                    <a:pt x="2929751" y="322433"/>
                  </a:lnTo>
                  <a:lnTo>
                    <a:pt x="2928679" y="322843"/>
                  </a:lnTo>
                  <a:lnTo>
                    <a:pt x="2927607" y="323253"/>
                  </a:lnTo>
                  <a:lnTo>
                    <a:pt x="2926536" y="323664"/>
                  </a:lnTo>
                  <a:lnTo>
                    <a:pt x="2925464" y="324074"/>
                  </a:lnTo>
                  <a:lnTo>
                    <a:pt x="2924393" y="324485"/>
                  </a:lnTo>
                  <a:lnTo>
                    <a:pt x="2923321" y="324896"/>
                  </a:lnTo>
                  <a:lnTo>
                    <a:pt x="2922249" y="325307"/>
                  </a:lnTo>
                  <a:lnTo>
                    <a:pt x="2921178" y="325718"/>
                  </a:lnTo>
                  <a:lnTo>
                    <a:pt x="2920106" y="326129"/>
                  </a:lnTo>
                  <a:lnTo>
                    <a:pt x="2919035" y="326541"/>
                  </a:lnTo>
                  <a:lnTo>
                    <a:pt x="2917963" y="326952"/>
                  </a:lnTo>
                  <a:lnTo>
                    <a:pt x="2916891" y="327364"/>
                  </a:lnTo>
                  <a:lnTo>
                    <a:pt x="2915820" y="327776"/>
                  </a:lnTo>
                  <a:lnTo>
                    <a:pt x="2914748" y="328187"/>
                  </a:lnTo>
                  <a:lnTo>
                    <a:pt x="2913677" y="328599"/>
                  </a:lnTo>
                  <a:lnTo>
                    <a:pt x="2912605" y="329011"/>
                  </a:lnTo>
                  <a:lnTo>
                    <a:pt x="2911533" y="329423"/>
                  </a:lnTo>
                  <a:lnTo>
                    <a:pt x="2910462" y="329836"/>
                  </a:lnTo>
                  <a:lnTo>
                    <a:pt x="2909390" y="330248"/>
                  </a:lnTo>
                  <a:lnTo>
                    <a:pt x="2908319" y="330661"/>
                  </a:lnTo>
                  <a:lnTo>
                    <a:pt x="2907247" y="331073"/>
                  </a:lnTo>
                  <a:lnTo>
                    <a:pt x="2906175" y="331486"/>
                  </a:lnTo>
                  <a:lnTo>
                    <a:pt x="2905104" y="331899"/>
                  </a:lnTo>
                  <a:lnTo>
                    <a:pt x="2904032" y="332312"/>
                  </a:lnTo>
                  <a:lnTo>
                    <a:pt x="2902961" y="332725"/>
                  </a:lnTo>
                  <a:lnTo>
                    <a:pt x="2901889" y="333138"/>
                  </a:lnTo>
                  <a:lnTo>
                    <a:pt x="2900817" y="333551"/>
                  </a:lnTo>
                  <a:lnTo>
                    <a:pt x="2899746" y="333965"/>
                  </a:lnTo>
                  <a:lnTo>
                    <a:pt x="2898674" y="334378"/>
                  </a:lnTo>
                  <a:lnTo>
                    <a:pt x="2897603" y="334792"/>
                  </a:lnTo>
                  <a:lnTo>
                    <a:pt x="2896531" y="335205"/>
                  </a:lnTo>
                  <a:lnTo>
                    <a:pt x="2895459" y="335619"/>
                  </a:lnTo>
                  <a:lnTo>
                    <a:pt x="2894388" y="336033"/>
                  </a:lnTo>
                  <a:lnTo>
                    <a:pt x="2893316" y="336447"/>
                  </a:lnTo>
                  <a:lnTo>
                    <a:pt x="2892245" y="336861"/>
                  </a:lnTo>
                  <a:lnTo>
                    <a:pt x="2891173" y="337276"/>
                  </a:lnTo>
                  <a:lnTo>
                    <a:pt x="2890101" y="337690"/>
                  </a:lnTo>
                  <a:lnTo>
                    <a:pt x="2889030" y="338104"/>
                  </a:lnTo>
                  <a:lnTo>
                    <a:pt x="2887958" y="338519"/>
                  </a:lnTo>
                  <a:lnTo>
                    <a:pt x="2886887" y="338934"/>
                  </a:lnTo>
                  <a:lnTo>
                    <a:pt x="2885815" y="339349"/>
                  </a:lnTo>
                  <a:lnTo>
                    <a:pt x="2884743" y="339763"/>
                  </a:lnTo>
                  <a:lnTo>
                    <a:pt x="2883672" y="340178"/>
                  </a:lnTo>
                  <a:lnTo>
                    <a:pt x="2882600" y="340594"/>
                  </a:lnTo>
                  <a:lnTo>
                    <a:pt x="2881529" y="341009"/>
                  </a:lnTo>
                  <a:lnTo>
                    <a:pt x="2880457" y="341424"/>
                  </a:lnTo>
                  <a:lnTo>
                    <a:pt x="2879385" y="341840"/>
                  </a:lnTo>
                  <a:lnTo>
                    <a:pt x="2878314" y="342255"/>
                  </a:lnTo>
                  <a:lnTo>
                    <a:pt x="2877242" y="342671"/>
                  </a:lnTo>
                  <a:lnTo>
                    <a:pt x="2876171" y="343086"/>
                  </a:lnTo>
                  <a:lnTo>
                    <a:pt x="2875099" y="343502"/>
                  </a:lnTo>
                  <a:lnTo>
                    <a:pt x="2874027" y="343918"/>
                  </a:lnTo>
                  <a:lnTo>
                    <a:pt x="2872956" y="344334"/>
                  </a:lnTo>
                  <a:lnTo>
                    <a:pt x="2871884" y="344750"/>
                  </a:lnTo>
                  <a:lnTo>
                    <a:pt x="2870813" y="345167"/>
                  </a:lnTo>
                  <a:lnTo>
                    <a:pt x="2869741" y="345583"/>
                  </a:lnTo>
                  <a:lnTo>
                    <a:pt x="2868669" y="345999"/>
                  </a:lnTo>
                  <a:lnTo>
                    <a:pt x="2867598" y="346416"/>
                  </a:lnTo>
                  <a:lnTo>
                    <a:pt x="2866526" y="346833"/>
                  </a:lnTo>
                  <a:lnTo>
                    <a:pt x="2865455" y="347249"/>
                  </a:lnTo>
                  <a:lnTo>
                    <a:pt x="2864383" y="347666"/>
                  </a:lnTo>
                  <a:lnTo>
                    <a:pt x="2863311" y="348083"/>
                  </a:lnTo>
                  <a:lnTo>
                    <a:pt x="2862240" y="348500"/>
                  </a:lnTo>
                  <a:lnTo>
                    <a:pt x="2861168" y="348917"/>
                  </a:lnTo>
                  <a:lnTo>
                    <a:pt x="2860097" y="349335"/>
                  </a:lnTo>
                  <a:lnTo>
                    <a:pt x="2859025" y="349752"/>
                  </a:lnTo>
                  <a:lnTo>
                    <a:pt x="2857953" y="350169"/>
                  </a:lnTo>
                  <a:lnTo>
                    <a:pt x="2856882" y="350587"/>
                  </a:lnTo>
                  <a:lnTo>
                    <a:pt x="2855810" y="351005"/>
                  </a:lnTo>
                  <a:lnTo>
                    <a:pt x="2854739" y="351422"/>
                  </a:lnTo>
                  <a:lnTo>
                    <a:pt x="2853667" y="351840"/>
                  </a:lnTo>
                  <a:lnTo>
                    <a:pt x="2852595" y="352258"/>
                  </a:lnTo>
                  <a:lnTo>
                    <a:pt x="2851524" y="352676"/>
                  </a:lnTo>
                  <a:lnTo>
                    <a:pt x="2850452" y="353094"/>
                  </a:lnTo>
                  <a:lnTo>
                    <a:pt x="2849381" y="353512"/>
                  </a:lnTo>
                  <a:lnTo>
                    <a:pt x="2848309" y="353931"/>
                  </a:lnTo>
                  <a:lnTo>
                    <a:pt x="2847237" y="354349"/>
                  </a:lnTo>
                  <a:lnTo>
                    <a:pt x="2846166" y="354767"/>
                  </a:lnTo>
                  <a:lnTo>
                    <a:pt x="2845094" y="355186"/>
                  </a:lnTo>
                  <a:lnTo>
                    <a:pt x="2844023" y="355605"/>
                  </a:lnTo>
                  <a:lnTo>
                    <a:pt x="2842951" y="356023"/>
                  </a:lnTo>
                  <a:lnTo>
                    <a:pt x="2841879" y="356442"/>
                  </a:lnTo>
                  <a:lnTo>
                    <a:pt x="2840808" y="356861"/>
                  </a:lnTo>
                  <a:lnTo>
                    <a:pt x="2839736" y="357280"/>
                  </a:lnTo>
                  <a:lnTo>
                    <a:pt x="2838665" y="357699"/>
                  </a:lnTo>
                  <a:lnTo>
                    <a:pt x="2837593" y="358118"/>
                  </a:lnTo>
                  <a:lnTo>
                    <a:pt x="2836522" y="358538"/>
                  </a:lnTo>
                  <a:lnTo>
                    <a:pt x="2835450" y="358957"/>
                  </a:lnTo>
                  <a:lnTo>
                    <a:pt x="2834378" y="359376"/>
                  </a:lnTo>
                  <a:lnTo>
                    <a:pt x="2833307" y="359796"/>
                  </a:lnTo>
                  <a:lnTo>
                    <a:pt x="2832235" y="360215"/>
                  </a:lnTo>
                  <a:lnTo>
                    <a:pt x="2831164" y="360635"/>
                  </a:lnTo>
                  <a:lnTo>
                    <a:pt x="2830092" y="361055"/>
                  </a:lnTo>
                  <a:lnTo>
                    <a:pt x="2829020" y="361475"/>
                  </a:lnTo>
                  <a:lnTo>
                    <a:pt x="2827949" y="361895"/>
                  </a:lnTo>
                  <a:lnTo>
                    <a:pt x="2826877" y="362315"/>
                  </a:lnTo>
                  <a:lnTo>
                    <a:pt x="2825806" y="362735"/>
                  </a:lnTo>
                  <a:lnTo>
                    <a:pt x="2824734" y="363155"/>
                  </a:lnTo>
                  <a:lnTo>
                    <a:pt x="2823662" y="363575"/>
                  </a:lnTo>
                  <a:lnTo>
                    <a:pt x="2822591" y="363996"/>
                  </a:lnTo>
                  <a:lnTo>
                    <a:pt x="2821519" y="364416"/>
                  </a:lnTo>
                  <a:lnTo>
                    <a:pt x="2820448" y="364836"/>
                  </a:lnTo>
                  <a:lnTo>
                    <a:pt x="2819376" y="365257"/>
                  </a:lnTo>
                  <a:lnTo>
                    <a:pt x="2818304" y="365678"/>
                  </a:lnTo>
                  <a:lnTo>
                    <a:pt x="2817233" y="366098"/>
                  </a:lnTo>
                  <a:lnTo>
                    <a:pt x="2816161" y="366519"/>
                  </a:lnTo>
                  <a:lnTo>
                    <a:pt x="2815090" y="366940"/>
                  </a:lnTo>
                  <a:lnTo>
                    <a:pt x="2814018" y="367361"/>
                  </a:lnTo>
                  <a:lnTo>
                    <a:pt x="2812946" y="367782"/>
                  </a:lnTo>
                  <a:lnTo>
                    <a:pt x="2811875" y="368203"/>
                  </a:lnTo>
                  <a:lnTo>
                    <a:pt x="2810803" y="368624"/>
                  </a:lnTo>
                  <a:lnTo>
                    <a:pt x="2809732" y="369046"/>
                  </a:lnTo>
                  <a:lnTo>
                    <a:pt x="2808660" y="369467"/>
                  </a:lnTo>
                  <a:lnTo>
                    <a:pt x="2807588" y="369888"/>
                  </a:lnTo>
                  <a:lnTo>
                    <a:pt x="2806517" y="370310"/>
                  </a:lnTo>
                  <a:lnTo>
                    <a:pt x="2805445" y="370731"/>
                  </a:lnTo>
                  <a:lnTo>
                    <a:pt x="2804374" y="371153"/>
                  </a:lnTo>
                  <a:lnTo>
                    <a:pt x="2803302" y="371575"/>
                  </a:lnTo>
                  <a:lnTo>
                    <a:pt x="2802230" y="371996"/>
                  </a:lnTo>
                  <a:lnTo>
                    <a:pt x="2801159" y="372418"/>
                  </a:lnTo>
                  <a:lnTo>
                    <a:pt x="2800087" y="372840"/>
                  </a:lnTo>
                  <a:lnTo>
                    <a:pt x="2799016" y="373262"/>
                  </a:lnTo>
                  <a:lnTo>
                    <a:pt x="2797944" y="373684"/>
                  </a:lnTo>
                  <a:lnTo>
                    <a:pt x="2796872" y="374106"/>
                  </a:lnTo>
                  <a:lnTo>
                    <a:pt x="2795801" y="374528"/>
                  </a:lnTo>
                  <a:lnTo>
                    <a:pt x="2794729" y="374950"/>
                  </a:lnTo>
                  <a:lnTo>
                    <a:pt x="2793658" y="375373"/>
                  </a:lnTo>
                  <a:lnTo>
                    <a:pt x="2792586" y="375795"/>
                  </a:lnTo>
                  <a:lnTo>
                    <a:pt x="2791514" y="376217"/>
                  </a:lnTo>
                  <a:lnTo>
                    <a:pt x="2790443" y="376640"/>
                  </a:lnTo>
                  <a:lnTo>
                    <a:pt x="2789371" y="377062"/>
                  </a:lnTo>
                  <a:lnTo>
                    <a:pt x="2788300" y="377485"/>
                  </a:lnTo>
                  <a:lnTo>
                    <a:pt x="2787228" y="377908"/>
                  </a:lnTo>
                  <a:lnTo>
                    <a:pt x="2786156" y="378330"/>
                  </a:lnTo>
                  <a:lnTo>
                    <a:pt x="2785085" y="378753"/>
                  </a:lnTo>
                  <a:lnTo>
                    <a:pt x="2784013" y="379176"/>
                  </a:lnTo>
                  <a:lnTo>
                    <a:pt x="2782942" y="379599"/>
                  </a:lnTo>
                  <a:lnTo>
                    <a:pt x="2781870" y="380022"/>
                  </a:lnTo>
                  <a:lnTo>
                    <a:pt x="2780798" y="380445"/>
                  </a:lnTo>
                  <a:lnTo>
                    <a:pt x="2779727" y="380868"/>
                  </a:lnTo>
                  <a:lnTo>
                    <a:pt x="2778655" y="381291"/>
                  </a:lnTo>
                  <a:lnTo>
                    <a:pt x="2777584" y="381714"/>
                  </a:lnTo>
                  <a:lnTo>
                    <a:pt x="2776512" y="382137"/>
                  </a:lnTo>
                  <a:lnTo>
                    <a:pt x="2775440" y="382561"/>
                  </a:lnTo>
                  <a:lnTo>
                    <a:pt x="2774369" y="382984"/>
                  </a:lnTo>
                  <a:lnTo>
                    <a:pt x="2773297" y="383407"/>
                  </a:lnTo>
                  <a:lnTo>
                    <a:pt x="2772226" y="383831"/>
                  </a:lnTo>
                  <a:lnTo>
                    <a:pt x="2771154" y="384254"/>
                  </a:lnTo>
                  <a:lnTo>
                    <a:pt x="2770082" y="384678"/>
                  </a:lnTo>
                  <a:lnTo>
                    <a:pt x="2769011" y="385102"/>
                  </a:lnTo>
                  <a:lnTo>
                    <a:pt x="2767939" y="385525"/>
                  </a:lnTo>
                  <a:lnTo>
                    <a:pt x="2766868" y="385949"/>
                  </a:lnTo>
                  <a:lnTo>
                    <a:pt x="2765796" y="386373"/>
                  </a:lnTo>
                  <a:lnTo>
                    <a:pt x="2764724" y="386796"/>
                  </a:lnTo>
                  <a:lnTo>
                    <a:pt x="2763653" y="387220"/>
                  </a:lnTo>
                  <a:lnTo>
                    <a:pt x="2762581" y="387644"/>
                  </a:lnTo>
                  <a:lnTo>
                    <a:pt x="2761510" y="388068"/>
                  </a:lnTo>
                  <a:lnTo>
                    <a:pt x="2760438" y="388492"/>
                  </a:lnTo>
                  <a:lnTo>
                    <a:pt x="2759366" y="388916"/>
                  </a:lnTo>
                  <a:lnTo>
                    <a:pt x="2758295" y="389340"/>
                  </a:lnTo>
                  <a:lnTo>
                    <a:pt x="2757223" y="389764"/>
                  </a:lnTo>
                  <a:lnTo>
                    <a:pt x="2756152" y="390188"/>
                  </a:lnTo>
                  <a:lnTo>
                    <a:pt x="2755080" y="390612"/>
                  </a:lnTo>
                  <a:lnTo>
                    <a:pt x="2754008" y="391037"/>
                  </a:lnTo>
                  <a:lnTo>
                    <a:pt x="2752937" y="391461"/>
                  </a:lnTo>
                  <a:lnTo>
                    <a:pt x="2751865" y="391885"/>
                  </a:lnTo>
                  <a:lnTo>
                    <a:pt x="2750794" y="392310"/>
                  </a:lnTo>
                  <a:lnTo>
                    <a:pt x="2749722" y="392734"/>
                  </a:lnTo>
                  <a:lnTo>
                    <a:pt x="2748650" y="393158"/>
                  </a:lnTo>
                  <a:lnTo>
                    <a:pt x="2747579" y="393583"/>
                  </a:lnTo>
                  <a:lnTo>
                    <a:pt x="2746507" y="394007"/>
                  </a:lnTo>
                  <a:lnTo>
                    <a:pt x="2745436" y="394432"/>
                  </a:lnTo>
                  <a:lnTo>
                    <a:pt x="2744364" y="394856"/>
                  </a:lnTo>
                  <a:lnTo>
                    <a:pt x="2743292" y="395281"/>
                  </a:lnTo>
                  <a:lnTo>
                    <a:pt x="2742221" y="395706"/>
                  </a:lnTo>
                  <a:lnTo>
                    <a:pt x="2741149" y="396130"/>
                  </a:lnTo>
                  <a:lnTo>
                    <a:pt x="2740078" y="396555"/>
                  </a:lnTo>
                  <a:lnTo>
                    <a:pt x="2739006" y="396980"/>
                  </a:lnTo>
                  <a:lnTo>
                    <a:pt x="2737934" y="397404"/>
                  </a:lnTo>
                  <a:lnTo>
                    <a:pt x="2736863" y="397829"/>
                  </a:lnTo>
                  <a:lnTo>
                    <a:pt x="2735791" y="398254"/>
                  </a:lnTo>
                  <a:lnTo>
                    <a:pt x="2734720" y="398679"/>
                  </a:lnTo>
                  <a:lnTo>
                    <a:pt x="2733648" y="399104"/>
                  </a:lnTo>
                  <a:lnTo>
                    <a:pt x="2732576" y="399529"/>
                  </a:lnTo>
                  <a:lnTo>
                    <a:pt x="2731505" y="399954"/>
                  </a:lnTo>
                  <a:lnTo>
                    <a:pt x="2730433" y="400379"/>
                  </a:lnTo>
                  <a:lnTo>
                    <a:pt x="2729362" y="400803"/>
                  </a:lnTo>
                  <a:lnTo>
                    <a:pt x="2728290" y="401228"/>
                  </a:lnTo>
                  <a:lnTo>
                    <a:pt x="2727218" y="401653"/>
                  </a:lnTo>
                  <a:lnTo>
                    <a:pt x="2726147" y="402079"/>
                  </a:lnTo>
                  <a:lnTo>
                    <a:pt x="2725075" y="402504"/>
                  </a:lnTo>
                  <a:lnTo>
                    <a:pt x="2724004" y="402929"/>
                  </a:lnTo>
                  <a:lnTo>
                    <a:pt x="2722932" y="403354"/>
                  </a:lnTo>
                  <a:lnTo>
                    <a:pt x="2721860" y="403779"/>
                  </a:lnTo>
                  <a:lnTo>
                    <a:pt x="2720789" y="404204"/>
                  </a:lnTo>
                  <a:lnTo>
                    <a:pt x="2719717" y="404629"/>
                  </a:lnTo>
                  <a:lnTo>
                    <a:pt x="2718646" y="405054"/>
                  </a:lnTo>
                  <a:lnTo>
                    <a:pt x="2717574" y="405480"/>
                  </a:lnTo>
                  <a:lnTo>
                    <a:pt x="2716502" y="405905"/>
                  </a:lnTo>
                  <a:lnTo>
                    <a:pt x="2715431" y="406330"/>
                  </a:lnTo>
                  <a:lnTo>
                    <a:pt x="2714359" y="406755"/>
                  </a:lnTo>
                  <a:lnTo>
                    <a:pt x="2713288" y="407181"/>
                  </a:lnTo>
                  <a:lnTo>
                    <a:pt x="2712216" y="407606"/>
                  </a:lnTo>
                  <a:lnTo>
                    <a:pt x="2711144" y="408031"/>
                  </a:lnTo>
                  <a:lnTo>
                    <a:pt x="2710073" y="408456"/>
                  </a:lnTo>
                  <a:lnTo>
                    <a:pt x="2709001" y="408882"/>
                  </a:lnTo>
                  <a:lnTo>
                    <a:pt x="2707930" y="409307"/>
                  </a:lnTo>
                  <a:lnTo>
                    <a:pt x="2706858" y="409732"/>
                  </a:lnTo>
                  <a:lnTo>
                    <a:pt x="2705786" y="410158"/>
                  </a:lnTo>
                  <a:lnTo>
                    <a:pt x="2704715" y="410583"/>
                  </a:lnTo>
                  <a:lnTo>
                    <a:pt x="2703643" y="411008"/>
                  </a:lnTo>
                  <a:lnTo>
                    <a:pt x="2702572" y="411434"/>
                  </a:lnTo>
                  <a:lnTo>
                    <a:pt x="2701500" y="411859"/>
                  </a:lnTo>
                  <a:lnTo>
                    <a:pt x="2700428" y="412284"/>
                  </a:lnTo>
                  <a:lnTo>
                    <a:pt x="2699357" y="412710"/>
                  </a:lnTo>
                  <a:lnTo>
                    <a:pt x="2698285" y="413135"/>
                  </a:lnTo>
                  <a:lnTo>
                    <a:pt x="2697214" y="413561"/>
                  </a:lnTo>
                  <a:lnTo>
                    <a:pt x="2696142" y="413986"/>
                  </a:lnTo>
                  <a:lnTo>
                    <a:pt x="2695070" y="414411"/>
                  </a:lnTo>
                  <a:lnTo>
                    <a:pt x="2693999" y="414837"/>
                  </a:lnTo>
                  <a:lnTo>
                    <a:pt x="2692927" y="415262"/>
                  </a:lnTo>
                  <a:lnTo>
                    <a:pt x="2691856" y="415688"/>
                  </a:lnTo>
                  <a:lnTo>
                    <a:pt x="2690784" y="416113"/>
                  </a:lnTo>
                  <a:lnTo>
                    <a:pt x="2689712" y="416538"/>
                  </a:lnTo>
                  <a:lnTo>
                    <a:pt x="2688641" y="416964"/>
                  </a:lnTo>
                  <a:lnTo>
                    <a:pt x="2687569" y="417389"/>
                  </a:lnTo>
                  <a:lnTo>
                    <a:pt x="2686498" y="417814"/>
                  </a:lnTo>
                  <a:lnTo>
                    <a:pt x="2685426" y="418240"/>
                  </a:lnTo>
                  <a:lnTo>
                    <a:pt x="2684354" y="418665"/>
                  </a:lnTo>
                  <a:lnTo>
                    <a:pt x="2683283" y="419091"/>
                  </a:lnTo>
                  <a:lnTo>
                    <a:pt x="2682211" y="419516"/>
                  </a:lnTo>
                  <a:lnTo>
                    <a:pt x="2681140" y="419941"/>
                  </a:lnTo>
                  <a:lnTo>
                    <a:pt x="2680068" y="420367"/>
                  </a:lnTo>
                  <a:lnTo>
                    <a:pt x="2678996" y="420792"/>
                  </a:lnTo>
                  <a:lnTo>
                    <a:pt x="2677925" y="421217"/>
                  </a:lnTo>
                  <a:lnTo>
                    <a:pt x="2676853" y="421642"/>
                  </a:lnTo>
                  <a:lnTo>
                    <a:pt x="2675782" y="422068"/>
                  </a:lnTo>
                  <a:lnTo>
                    <a:pt x="2674710" y="422493"/>
                  </a:lnTo>
                  <a:lnTo>
                    <a:pt x="2673638" y="422918"/>
                  </a:lnTo>
                  <a:lnTo>
                    <a:pt x="2672567" y="423344"/>
                  </a:lnTo>
                  <a:lnTo>
                    <a:pt x="2671495" y="423769"/>
                  </a:lnTo>
                  <a:lnTo>
                    <a:pt x="2670424" y="424194"/>
                  </a:lnTo>
                  <a:lnTo>
                    <a:pt x="2669352" y="424619"/>
                  </a:lnTo>
                  <a:lnTo>
                    <a:pt x="2668280" y="425044"/>
                  </a:lnTo>
                  <a:lnTo>
                    <a:pt x="2667209" y="425470"/>
                  </a:lnTo>
                  <a:lnTo>
                    <a:pt x="2666137" y="425895"/>
                  </a:lnTo>
                  <a:lnTo>
                    <a:pt x="2665066" y="426320"/>
                  </a:lnTo>
                  <a:lnTo>
                    <a:pt x="2663994" y="426745"/>
                  </a:lnTo>
                  <a:lnTo>
                    <a:pt x="2662922" y="427170"/>
                  </a:lnTo>
                  <a:lnTo>
                    <a:pt x="2661851" y="427595"/>
                  </a:lnTo>
                  <a:lnTo>
                    <a:pt x="2660779" y="428020"/>
                  </a:lnTo>
                  <a:lnTo>
                    <a:pt x="2659708" y="428445"/>
                  </a:lnTo>
                  <a:lnTo>
                    <a:pt x="2658636" y="428870"/>
                  </a:lnTo>
                  <a:lnTo>
                    <a:pt x="2657565" y="429295"/>
                  </a:lnTo>
                  <a:lnTo>
                    <a:pt x="2656493" y="429720"/>
                  </a:lnTo>
                  <a:lnTo>
                    <a:pt x="2655421" y="430145"/>
                  </a:lnTo>
                  <a:lnTo>
                    <a:pt x="2654350" y="430570"/>
                  </a:lnTo>
                  <a:lnTo>
                    <a:pt x="2653278" y="430995"/>
                  </a:lnTo>
                  <a:lnTo>
                    <a:pt x="2652207" y="431420"/>
                  </a:lnTo>
                  <a:lnTo>
                    <a:pt x="2651135" y="431844"/>
                  </a:lnTo>
                  <a:lnTo>
                    <a:pt x="2650063" y="432269"/>
                  </a:lnTo>
                  <a:lnTo>
                    <a:pt x="2648992" y="432694"/>
                  </a:lnTo>
                  <a:lnTo>
                    <a:pt x="2647920" y="433119"/>
                  </a:lnTo>
                  <a:lnTo>
                    <a:pt x="2646849" y="433543"/>
                  </a:lnTo>
                  <a:lnTo>
                    <a:pt x="2645777" y="433968"/>
                  </a:lnTo>
                  <a:lnTo>
                    <a:pt x="2644705" y="434393"/>
                  </a:lnTo>
                  <a:lnTo>
                    <a:pt x="2643634" y="434817"/>
                  </a:lnTo>
                  <a:lnTo>
                    <a:pt x="2642562" y="435242"/>
                  </a:lnTo>
                  <a:lnTo>
                    <a:pt x="2641491" y="435666"/>
                  </a:lnTo>
                  <a:lnTo>
                    <a:pt x="2640419" y="436091"/>
                  </a:lnTo>
                  <a:lnTo>
                    <a:pt x="2639347" y="436515"/>
                  </a:lnTo>
                  <a:lnTo>
                    <a:pt x="2638276" y="436940"/>
                  </a:lnTo>
                  <a:lnTo>
                    <a:pt x="2637204" y="437364"/>
                  </a:lnTo>
                  <a:lnTo>
                    <a:pt x="2636133" y="437788"/>
                  </a:lnTo>
                  <a:lnTo>
                    <a:pt x="2635061" y="438213"/>
                  </a:lnTo>
                  <a:lnTo>
                    <a:pt x="2633989" y="438637"/>
                  </a:lnTo>
                  <a:lnTo>
                    <a:pt x="2632918" y="439061"/>
                  </a:lnTo>
                  <a:lnTo>
                    <a:pt x="2631846" y="439485"/>
                  </a:lnTo>
                  <a:lnTo>
                    <a:pt x="2630775" y="439909"/>
                  </a:lnTo>
                  <a:lnTo>
                    <a:pt x="2629703" y="440333"/>
                  </a:lnTo>
                  <a:lnTo>
                    <a:pt x="2628631" y="440757"/>
                  </a:lnTo>
                  <a:lnTo>
                    <a:pt x="2627560" y="441181"/>
                  </a:lnTo>
                  <a:lnTo>
                    <a:pt x="2626488" y="441605"/>
                  </a:lnTo>
                  <a:lnTo>
                    <a:pt x="2625417" y="442029"/>
                  </a:lnTo>
                  <a:lnTo>
                    <a:pt x="2624345" y="442453"/>
                  </a:lnTo>
                  <a:lnTo>
                    <a:pt x="2623273" y="442877"/>
                  </a:lnTo>
                  <a:lnTo>
                    <a:pt x="2622202" y="443301"/>
                  </a:lnTo>
                  <a:lnTo>
                    <a:pt x="2621130" y="443724"/>
                  </a:lnTo>
                  <a:lnTo>
                    <a:pt x="2620059" y="444148"/>
                  </a:lnTo>
                  <a:lnTo>
                    <a:pt x="2618987" y="444571"/>
                  </a:lnTo>
                  <a:lnTo>
                    <a:pt x="2617915" y="444995"/>
                  </a:lnTo>
                  <a:lnTo>
                    <a:pt x="2616844" y="445418"/>
                  </a:lnTo>
                  <a:lnTo>
                    <a:pt x="2615772" y="445842"/>
                  </a:lnTo>
                  <a:lnTo>
                    <a:pt x="2614701" y="446265"/>
                  </a:lnTo>
                  <a:lnTo>
                    <a:pt x="2613629" y="446689"/>
                  </a:lnTo>
                  <a:lnTo>
                    <a:pt x="2612557" y="447112"/>
                  </a:lnTo>
                  <a:lnTo>
                    <a:pt x="2611486" y="447535"/>
                  </a:lnTo>
                  <a:lnTo>
                    <a:pt x="2610414" y="447958"/>
                  </a:lnTo>
                  <a:lnTo>
                    <a:pt x="2609343" y="448381"/>
                  </a:lnTo>
                  <a:lnTo>
                    <a:pt x="2608271" y="448804"/>
                  </a:lnTo>
                  <a:lnTo>
                    <a:pt x="2607199" y="449227"/>
                  </a:lnTo>
                  <a:lnTo>
                    <a:pt x="2606128" y="449650"/>
                  </a:lnTo>
                  <a:lnTo>
                    <a:pt x="2605056" y="450073"/>
                  </a:lnTo>
                  <a:lnTo>
                    <a:pt x="2603985" y="450496"/>
                  </a:lnTo>
                  <a:lnTo>
                    <a:pt x="2602913" y="450918"/>
                  </a:lnTo>
                  <a:lnTo>
                    <a:pt x="2601841" y="451341"/>
                  </a:lnTo>
                  <a:lnTo>
                    <a:pt x="2600770" y="451764"/>
                  </a:lnTo>
                  <a:lnTo>
                    <a:pt x="2599698" y="452186"/>
                  </a:lnTo>
                  <a:lnTo>
                    <a:pt x="2598627" y="452609"/>
                  </a:lnTo>
                  <a:lnTo>
                    <a:pt x="2597555" y="453031"/>
                  </a:lnTo>
                  <a:lnTo>
                    <a:pt x="2596483" y="453453"/>
                  </a:lnTo>
                  <a:lnTo>
                    <a:pt x="2595412" y="453876"/>
                  </a:lnTo>
                  <a:lnTo>
                    <a:pt x="2594340" y="454298"/>
                  </a:lnTo>
                  <a:lnTo>
                    <a:pt x="2593269" y="454720"/>
                  </a:lnTo>
                  <a:lnTo>
                    <a:pt x="2592197" y="455142"/>
                  </a:lnTo>
                  <a:lnTo>
                    <a:pt x="2591125" y="455564"/>
                  </a:lnTo>
                  <a:lnTo>
                    <a:pt x="2590054" y="455986"/>
                  </a:lnTo>
                  <a:lnTo>
                    <a:pt x="2588982" y="456408"/>
                  </a:lnTo>
                  <a:lnTo>
                    <a:pt x="2587911" y="456829"/>
                  </a:lnTo>
                  <a:lnTo>
                    <a:pt x="2586839" y="457251"/>
                  </a:lnTo>
                  <a:lnTo>
                    <a:pt x="2585767" y="457673"/>
                  </a:lnTo>
                  <a:lnTo>
                    <a:pt x="2584696" y="458094"/>
                  </a:lnTo>
                  <a:lnTo>
                    <a:pt x="2583624" y="458516"/>
                  </a:lnTo>
                  <a:lnTo>
                    <a:pt x="2582553" y="458937"/>
                  </a:lnTo>
                  <a:lnTo>
                    <a:pt x="2581481" y="459358"/>
                  </a:lnTo>
                  <a:lnTo>
                    <a:pt x="2580409" y="459780"/>
                  </a:lnTo>
                  <a:lnTo>
                    <a:pt x="2579338" y="460201"/>
                  </a:lnTo>
                  <a:lnTo>
                    <a:pt x="2578266" y="460622"/>
                  </a:lnTo>
                  <a:lnTo>
                    <a:pt x="2577195" y="461043"/>
                  </a:lnTo>
                  <a:lnTo>
                    <a:pt x="2576123" y="461464"/>
                  </a:lnTo>
                  <a:lnTo>
                    <a:pt x="2575051" y="461884"/>
                  </a:lnTo>
                  <a:lnTo>
                    <a:pt x="2573980" y="462305"/>
                  </a:lnTo>
                  <a:lnTo>
                    <a:pt x="2572908" y="462726"/>
                  </a:lnTo>
                  <a:lnTo>
                    <a:pt x="2571837" y="463146"/>
                  </a:lnTo>
                  <a:lnTo>
                    <a:pt x="2570765" y="463567"/>
                  </a:lnTo>
                  <a:lnTo>
                    <a:pt x="2569693" y="463987"/>
                  </a:lnTo>
                  <a:lnTo>
                    <a:pt x="2568622" y="464407"/>
                  </a:lnTo>
                  <a:lnTo>
                    <a:pt x="2567550" y="464828"/>
                  </a:lnTo>
                  <a:lnTo>
                    <a:pt x="2566479" y="465248"/>
                  </a:lnTo>
                  <a:lnTo>
                    <a:pt x="2565407" y="465668"/>
                  </a:lnTo>
                  <a:lnTo>
                    <a:pt x="2564335" y="466088"/>
                  </a:lnTo>
                  <a:lnTo>
                    <a:pt x="2563264" y="466508"/>
                  </a:lnTo>
                  <a:lnTo>
                    <a:pt x="2562192" y="466927"/>
                  </a:lnTo>
                  <a:lnTo>
                    <a:pt x="2561121" y="467347"/>
                  </a:lnTo>
                  <a:lnTo>
                    <a:pt x="2560049" y="467767"/>
                  </a:lnTo>
                  <a:lnTo>
                    <a:pt x="2558977" y="468186"/>
                  </a:lnTo>
                  <a:lnTo>
                    <a:pt x="2557906" y="468605"/>
                  </a:lnTo>
                  <a:lnTo>
                    <a:pt x="2556834" y="469025"/>
                  </a:lnTo>
                  <a:lnTo>
                    <a:pt x="2555763" y="469444"/>
                  </a:lnTo>
                  <a:lnTo>
                    <a:pt x="2554691" y="469863"/>
                  </a:lnTo>
                  <a:lnTo>
                    <a:pt x="2553619" y="470282"/>
                  </a:lnTo>
                  <a:lnTo>
                    <a:pt x="2552548" y="470701"/>
                  </a:lnTo>
                  <a:lnTo>
                    <a:pt x="2551476" y="471120"/>
                  </a:lnTo>
                  <a:lnTo>
                    <a:pt x="2550405" y="471538"/>
                  </a:lnTo>
                  <a:lnTo>
                    <a:pt x="2549333" y="471957"/>
                  </a:lnTo>
                  <a:lnTo>
                    <a:pt x="2548261" y="472375"/>
                  </a:lnTo>
                  <a:lnTo>
                    <a:pt x="2547190" y="472794"/>
                  </a:lnTo>
                  <a:lnTo>
                    <a:pt x="2546118" y="473212"/>
                  </a:lnTo>
                  <a:lnTo>
                    <a:pt x="2545047" y="473630"/>
                  </a:lnTo>
                  <a:lnTo>
                    <a:pt x="2543975" y="474048"/>
                  </a:lnTo>
                  <a:lnTo>
                    <a:pt x="2542903" y="474466"/>
                  </a:lnTo>
                  <a:lnTo>
                    <a:pt x="2541832" y="474884"/>
                  </a:lnTo>
                  <a:lnTo>
                    <a:pt x="2540760" y="475302"/>
                  </a:lnTo>
                  <a:lnTo>
                    <a:pt x="2539689" y="475720"/>
                  </a:lnTo>
                  <a:lnTo>
                    <a:pt x="2538617" y="476137"/>
                  </a:lnTo>
                  <a:lnTo>
                    <a:pt x="2537545" y="476555"/>
                  </a:lnTo>
                  <a:lnTo>
                    <a:pt x="2536474" y="476972"/>
                  </a:lnTo>
                  <a:lnTo>
                    <a:pt x="2535402" y="477389"/>
                  </a:lnTo>
                  <a:lnTo>
                    <a:pt x="2534331" y="477806"/>
                  </a:lnTo>
                  <a:lnTo>
                    <a:pt x="2533259" y="478223"/>
                  </a:lnTo>
                  <a:lnTo>
                    <a:pt x="2532187" y="478640"/>
                  </a:lnTo>
                  <a:lnTo>
                    <a:pt x="2531116" y="479057"/>
                  </a:lnTo>
                  <a:lnTo>
                    <a:pt x="2530044" y="479474"/>
                  </a:lnTo>
                  <a:lnTo>
                    <a:pt x="2528973" y="479890"/>
                  </a:lnTo>
                  <a:lnTo>
                    <a:pt x="2527901" y="480307"/>
                  </a:lnTo>
                  <a:lnTo>
                    <a:pt x="2526829" y="480723"/>
                  </a:lnTo>
                  <a:lnTo>
                    <a:pt x="2525758" y="481139"/>
                  </a:lnTo>
                  <a:lnTo>
                    <a:pt x="2524686" y="481555"/>
                  </a:lnTo>
                  <a:lnTo>
                    <a:pt x="2523615" y="481971"/>
                  </a:lnTo>
                  <a:lnTo>
                    <a:pt x="2522543" y="482387"/>
                  </a:lnTo>
                  <a:lnTo>
                    <a:pt x="2521471" y="482803"/>
                  </a:lnTo>
                  <a:lnTo>
                    <a:pt x="2520400" y="483219"/>
                  </a:lnTo>
                  <a:lnTo>
                    <a:pt x="2519328" y="483634"/>
                  </a:lnTo>
                  <a:lnTo>
                    <a:pt x="2518257" y="484049"/>
                  </a:lnTo>
                  <a:lnTo>
                    <a:pt x="2517185" y="484465"/>
                  </a:lnTo>
                  <a:lnTo>
                    <a:pt x="2516113" y="484880"/>
                  </a:lnTo>
                  <a:lnTo>
                    <a:pt x="2515042" y="485295"/>
                  </a:lnTo>
                  <a:lnTo>
                    <a:pt x="2513970" y="485710"/>
                  </a:lnTo>
                  <a:lnTo>
                    <a:pt x="2512899" y="486124"/>
                  </a:lnTo>
                  <a:lnTo>
                    <a:pt x="2511827" y="486539"/>
                  </a:lnTo>
                  <a:lnTo>
                    <a:pt x="2510755" y="486954"/>
                  </a:lnTo>
                  <a:lnTo>
                    <a:pt x="2509684" y="487368"/>
                  </a:lnTo>
                  <a:lnTo>
                    <a:pt x="2508612" y="487782"/>
                  </a:lnTo>
                  <a:lnTo>
                    <a:pt x="2507541" y="488196"/>
                  </a:lnTo>
                  <a:lnTo>
                    <a:pt x="2506469" y="488610"/>
                  </a:lnTo>
                  <a:lnTo>
                    <a:pt x="2505397" y="489024"/>
                  </a:lnTo>
                  <a:lnTo>
                    <a:pt x="2504326" y="489438"/>
                  </a:lnTo>
                  <a:lnTo>
                    <a:pt x="2503254" y="489852"/>
                  </a:lnTo>
                  <a:lnTo>
                    <a:pt x="2502183" y="490265"/>
                  </a:lnTo>
                  <a:lnTo>
                    <a:pt x="2501111" y="490678"/>
                  </a:lnTo>
                  <a:lnTo>
                    <a:pt x="2500039" y="491092"/>
                  </a:lnTo>
                  <a:lnTo>
                    <a:pt x="2498968" y="491505"/>
                  </a:lnTo>
                  <a:lnTo>
                    <a:pt x="2497896" y="491918"/>
                  </a:lnTo>
                  <a:lnTo>
                    <a:pt x="2496825" y="492330"/>
                  </a:lnTo>
                  <a:lnTo>
                    <a:pt x="2495753" y="492743"/>
                  </a:lnTo>
                  <a:lnTo>
                    <a:pt x="2494681" y="493156"/>
                  </a:lnTo>
                  <a:lnTo>
                    <a:pt x="2493610" y="493568"/>
                  </a:lnTo>
                  <a:lnTo>
                    <a:pt x="2492538" y="493980"/>
                  </a:lnTo>
                  <a:lnTo>
                    <a:pt x="2491467" y="494392"/>
                  </a:lnTo>
                  <a:lnTo>
                    <a:pt x="2490395" y="494804"/>
                  </a:lnTo>
                  <a:lnTo>
                    <a:pt x="2489323" y="495216"/>
                  </a:lnTo>
                  <a:lnTo>
                    <a:pt x="2488252" y="495628"/>
                  </a:lnTo>
                  <a:lnTo>
                    <a:pt x="2487180" y="496039"/>
                  </a:lnTo>
                  <a:lnTo>
                    <a:pt x="2486109" y="496451"/>
                  </a:lnTo>
                  <a:lnTo>
                    <a:pt x="2485037" y="496862"/>
                  </a:lnTo>
                  <a:lnTo>
                    <a:pt x="2483966" y="497273"/>
                  </a:lnTo>
                  <a:lnTo>
                    <a:pt x="2482894" y="497684"/>
                  </a:lnTo>
                  <a:lnTo>
                    <a:pt x="2481822" y="498095"/>
                  </a:lnTo>
                  <a:lnTo>
                    <a:pt x="2480751" y="498506"/>
                  </a:lnTo>
                  <a:lnTo>
                    <a:pt x="2479679" y="498916"/>
                  </a:lnTo>
                  <a:lnTo>
                    <a:pt x="2478608" y="499327"/>
                  </a:lnTo>
                  <a:lnTo>
                    <a:pt x="2477536" y="499737"/>
                  </a:lnTo>
                  <a:lnTo>
                    <a:pt x="2476464" y="500147"/>
                  </a:lnTo>
                  <a:lnTo>
                    <a:pt x="2475393" y="500557"/>
                  </a:lnTo>
                  <a:lnTo>
                    <a:pt x="2474321" y="500967"/>
                  </a:lnTo>
                  <a:lnTo>
                    <a:pt x="2473250" y="501377"/>
                  </a:lnTo>
                  <a:lnTo>
                    <a:pt x="2472178" y="501786"/>
                  </a:lnTo>
                  <a:lnTo>
                    <a:pt x="2471106" y="502195"/>
                  </a:lnTo>
                  <a:lnTo>
                    <a:pt x="2470035" y="502605"/>
                  </a:lnTo>
                  <a:lnTo>
                    <a:pt x="2468963" y="503014"/>
                  </a:lnTo>
                  <a:lnTo>
                    <a:pt x="2467892" y="503423"/>
                  </a:lnTo>
                  <a:lnTo>
                    <a:pt x="2466820" y="503831"/>
                  </a:lnTo>
                  <a:lnTo>
                    <a:pt x="2465748" y="504240"/>
                  </a:lnTo>
                  <a:lnTo>
                    <a:pt x="2464677" y="504648"/>
                  </a:lnTo>
                  <a:lnTo>
                    <a:pt x="2463605" y="505057"/>
                  </a:lnTo>
                  <a:lnTo>
                    <a:pt x="2462534" y="505465"/>
                  </a:lnTo>
                  <a:lnTo>
                    <a:pt x="2461462" y="505873"/>
                  </a:lnTo>
                  <a:lnTo>
                    <a:pt x="2460390" y="506281"/>
                  </a:lnTo>
                  <a:lnTo>
                    <a:pt x="2459319" y="506688"/>
                  </a:lnTo>
                  <a:lnTo>
                    <a:pt x="2458247" y="507096"/>
                  </a:lnTo>
                  <a:lnTo>
                    <a:pt x="2457176" y="507503"/>
                  </a:lnTo>
                  <a:lnTo>
                    <a:pt x="2456104" y="507910"/>
                  </a:lnTo>
                  <a:lnTo>
                    <a:pt x="2455032" y="508317"/>
                  </a:lnTo>
                  <a:lnTo>
                    <a:pt x="2453961" y="508724"/>
                  </a:lnTo>
                  <a:lnTo>
                    <a:pt x="2452889" y="509131"/>
                  </a:lnTo>
                  <a:lnTo>
                    <a:pt x="2451818" y="509537"/>
                  </a:lnTo>
                  <a:lnTo>
                    <a:pt x="2450746" y="509944"/>
                  </a:lnTo>
                  <a:lnTo>
                    <a:pt x="2449674" y="510350"/>
                  </a:lnTo>
                  <a:lnTo>
                    <a:pt x="2448603" y="510756"/>
                  </a:lnTo>
                  <a:lnTo>
                    <a:pt x="2447531" y="511162"/>
                  </a:lnTo>
                  <a:lnTo>
                    <a:pt x="2446460" y="511568"/>
                  </a:lnTo>
                  <a:lnTo>
                    <a:pt x="2445388" y="511973"/>
                  </a:lnTo>
                  <a:lnTo>
                    <a:pt x="2444316" y="512378"/>
                  </a:lnTo>
                  <a:lnTo>
                    <a:pt x="2443245" y="512784"/>
                  </a:lnTo>
                  <a:lnTo>
                    <a:pt x="2442173" y="513189"/>
                  </a:lnTo>
                  <a:lnTo>
                    <a:pt x="2441102" y="513594"/>
                  </a:lnTo>
                  <a:lnTo>
                    <a:pt x="2440030" y="513998"/>
                  </a:lnTo>
                  <a:lnTo>
                    <a:pt x="2438958" y="514403"/>
                  </a:lnTo>
                  <a:lnTo>
                    <a:pt x="2437887" y="514807"/>
                  </a:lnTo>
                  <a:lnTo>
                    <a:pt x="2436815" y="515211"/>
                  </a:lnTo>
                  <a:lnTo>
                    <a:pt x="2435744" y="515615"/>
                  </a:lnTo>
                  <a:lnTo>
                    <a:pt x="2434672" y="516019"/>
                  </a:lnTo>
                  <a:lnTo>
                    <a:pt x="2433600" y="516423"/>
                  </a:lnTo>
                  <a:lnTo>
                    <a:pt x="2432529" y="516826"/>
                  </a:lnTo>
                  <a:lnTo>
                    <a:pt x="2431457" y="517230"/>
                  </a:lnTo>
                  <a:lnTo>
                    <a:pt x="2430386" y="517633"/>
                  </a:lnTo>
                  <a:lnTo>
                    <a:pt x="2429314" y="518036"/>
                  </a:lnTo>
                  <a:lnTo>
                    <a:pt x="2428242" y="518438"/>
                  </a:lnTo>
                  <a:lnTo>
                    <a:pt x="2427171" y="518841"/>
                  </a:lnTo>
                  <a:lnTo>
                    <a:pt x="2426099" y="519244"/>
                  </a:lnTo>
                  <a:lnTo>
                    <a:pt x="2425028" y="519646"/>
                  </a:lnTo>
                  <a:lnTo>
                    <a:pt x="2423956" y="520048"/>
                  </a:lnTo>
                  <a:lnTo>
                    <a:pt x="2422884" y="520450"/>
                  </a:lnTo>
                  <a:lnTo>
                    <a:pt x="2421813" y="520851"/>
                  </a:lnTo>
                  <a:lnTo>
                    <a:pt x="2420741" y="521253"/>
                  </a:lnTo>
                  <a:lnTo>
                    <a:pt x="2419670" y="521654"/>
                  </a:lnTo>
                  <a:lnTo>
                    <a:pt x="2418598" y="522056"/>
                  </a:lnTo>
                  <a:lnTo>
                    <a:pt x="2417526" y="522457"/>
                  </a:lnTo>
                  <a:lnTo>
                    <a:pt x="2416455" y="522857"/>
                  </a:lnTo>
                  <a:lnTo>
                    <a:pt x="2415383" y="523258"/>
                  </a:lnTo>
                  <a:lnTo>
                    <a:pt x="2414312" y="523658"/>
                  </a:lnTo>
                  <a:lnTo>
                    <a:pt x="2413240" y="524059"/>
                  </a:lnTo>
                  <a:lnTo>
                    <a:pt x="2412168" y="524459"/>
                  </a:lnTo>
                  <a:lnTo>
                    <a:pt x="2411097" y="524859"/>
                  </a:lnTo>
                  <a:lnTo>
                    <a:pt x="2410025" y="525258"/>
                  </a:lnTo>
                  <a:lnTo>
                    <a:pt x="2408954" y="525658"/>
                  </a:lnTo>
                  <a:lnTo>
                    <a:pt x="2407882" y="526057"/>
                  </a:lnTo>
                  <a:lnTo>
                    <a:pt x="2406810" y="526456"/>
                  </a:lnTo>
                  <a:lnTo>
                    <a:pt x="2405739" y="526855"/>
                  </a:lnTo>
                  <a:lnTo>
                    <a:pt x="2404667" y="527254"/>
                  </a:lnTo>
                  <a:lnTo>
                    <a:pt x="2403596" y="527652"/>
                  </a:lnTo>
                  <a:lnTo>
                    <a:pt x="2402524" y="528051"/>
                  </a:lnTo>
                  <a:lnTo>
                    <a:pt x="2401452" y="528449"/>
                  </a:lnTo>
                  <a:lnTo>
                    <a:pt x="2400381" y="528847"/>
                  </a:lnTo>
                  <a:lnTo>
                    <a:pt x="2399309" y="529245"/>
                  </a:lnTo>
                  <a:lnTo>
                    <a:pt x="2398238" y="529642"/>
                  </a:lnTo>
                  <a:lnTo>
                    <a:pt x="2397166" y="530040"/>
                  </a:lnTo>
                  <a:lnTo>
                    <a:pt x="2396094" y="530437"/>
                  </a:lnTo>
                  <a:lnTo>
                    <a:pt x="2395023" y="530834"/>
                  </a:lnTo>
                  <a:lnTo>
                    <a:pt x="2393951" y="531231"/>
                  </a:lnTo>
                  <a:lnTo>
                    <a:pt x="2392880" y="531627"/>
                  </a:lnTo>
                  <a:lnTo>
                    <a:pt x="2391808" y="532024"/>
                  </a:lnTo>
                  <a:lnTo>
                    <a:pt x="2390736" y="532420"/>
                  </a:lnTo>
                  <a:lnTo>
                    <a:pt x="2389665" y="532816"/>
                  </a:lnTo>
                  <a:lnTo>
                    <a:pt x="2388593" y="533212"/>
                  </a:lnTo>
                  <a:lnTo>
                    <a:pt x="2387522" y="533608"/>
                  </a:lnTo>
                  <a:lnTo>
                    <a:pt x="2386450" y="534003"/>
                  </a:lnTo>
                  <a:lnTo>
                    <a:pt x="2385378" y="534398"/>
                  </a:lnTo>
                  <a:lnTo>
                    <a:pt x="2384307" y="534793"/>
                  </a:lnTo>
                  <a:lnTo>
                    <a:pt x="2383235" y="535188"/>
                  </a:lnTo>
                  <a:lnTo>
                    <a:pt x="2382164" y="535583"/>
                  </a:lnTo>
                  <a:lnTo>
                    <a:pt x="2381092" y="535977"/>
                  </a:lnTo>
                  <a:lnTo>
                    <a:pt x="2380020" y="536371"/>
                  </a:lnTo>
                  <a:lnTo>
                    <a:pt x="2378949" y="536766"/>
                  </a:lnTo>
                  <a:lnTo>
                    <a:pt x="2377877" y="537159"/>
                  </a:lnTo>
                  <a:lnTo>
                    <a:pt x="2376806" y="537553"/>
                  </a:lnTo>
                  <a:lnTo>
                    <a:pt x="2375734" y="537946"/>
                  </a:lnTo>
                  <a:lnTo>
                    <a:pt x="2374662" y="538340"/>
                  </a:lnTo>
                  <a:lnTo>
                    <a:pt x="2373591" y="538733"/>
                  </a:lnTo>
                  <a:lnTo>
                    <a:pt x="2372519" y="539125"/>
                  </a:lnTo>
                  <a:lnTo>
                    <a:pt x="2371448" y="539518"/>
                  </a:lnTo>
                  <a:lnTo>
                    <a:pt x="2370376" y="539910"/>
                  </a:lnTo>
                  <a:lnTo>
                    <a:pt x="2369304" y="540302"/>
                  </a:lnTo>
                  <a:lnTo>
                    <a:pt x="2368233" y="540694"/>
                  </a:lnTo>
                  <a:lnTo>
                    <a:pt x="2367161" y="541086"/>
                  </a:lnTo>
                  <a:lnTo>
                    <a:pt x="2366090" y="541478"/>
                  </a:lnTo>
                  <a:lnTo>
                    <a:pt x="2365018" y="541869"/>
                  </a:lnTo>
                  <a:lnTo>
                    <a:pt x="2363946" y="542260"/>
                  </a:lnTo>
                  <a:lnTo>
                    <a:pt x="2362875" y="542651"/>
                  </a:lnTo>
                  <a:lnTo>
                    <a:pt x="2361803" y="543042"/>
                  </a:lnTo>
                  <a:lnTo>
                    <a:pt x="2360732" y="543432"/>
                  </a:lnTo>
                  <a:lnTo>
                    <a:pt x="2359660" y="543823"/>
                  </a:lnTo>
                  <a:lnTo>
                    <a:pt x="2358588" y="544213"/>
                  </a:lnTo>
                  <a:lnTo>
                    <a:pt x="2357517" y="544602"/>
                  </a:lnTo>
                  <a:lnTo>
                    <a:pt x="2356445" y="544992"/>
                  </a:lnTo>
                  <a:lnTo>
                    <a:pt x="2355374" y="545382"/>
                  </a:lnTo>
                  <a:lnTo>
                    <a:pt x="2354302" y="545771"/>
                  </a:lnTo>
                  <a:lnTo>
                    <a:pt x="2353230" y="546160"/>
                  </a:lnTo>
                  <a:lnTo>
                    <a:pt x="2352159" y="546548"/>
                  </a:lnTo>
                  <a:lnTo>
                    <a:pt x="2351087" y="546937"/>
                  </a:lnTo>
                  <a:lnTo>
                    <a:pt x="2350016" y="547325"/>
                  </a:lnTo>
                  <a:lnTo>
                    <a:pt x="2348944" y="547713"/>
                  </a:lnTo>
                  <a:lnTo>
                    <a:pt x="2347872" y="548101"/>
                  </a:lnTo>
                  <a:lnTo>
                    <a:pt x="2346801" y="548489"/>
                  </a:lnTo>
                  <a:lnTo>
                    <a:pt x="2345729" y="548876"/>
                  </a:lnTo>
                  <a:lnTo>
                    <a:pt x="2344658" y="549264"/>
                  </a:lnTo>
                  <a:lnTo>
                    <a:pt x="2343586" y="549651"/>
                  </a:lnTo>
                  <a:lnTo>
                    <a:pt x="2342514" y="550037"/>
                  </a:lnTo>
                  <a:lnTo>
                    <a:pt x="2341443" y="550424"/>
                  </a:lnTo>
                  <a:lnTo>
                    <a:pt x="2340371" y="550810"/>
                  </a:lnTo>
                  <a:lnTo>
                    <a:pt x="2339300" y="551197"/>
                  </a:lnTo>
                  <a:lnTo>
                    <a:pt x="2338228" y="551582"/>
                  </a:lnTo>
                  <a:lnTo>
                    <a:pt x="2337156" y="551968"/>
                  </a:lnTo>
                  <a:lnTo>
                    <a:pt x="2336085" y="552354"/>
                  </a:lnTo>
                  <a:lnTo>
                    <a:pt x="2335013" y="552739"/>
                  </a:lnTo>
                  <a:lnTo>
                    <a:pt x="2333942" y="553124"/>
                  </a:lnTo>
                  <a:lnTo>
                    <a:pt x="2332870" y="553509"/>
                  </a:lnTo>
                  <a:lnTo>
                    <a:pt x="2331798" y="553893"/>
                  </a:lnTo>
                  <a:lnTo>
                    <a:pt x="2330727" y="554277"/>
                  </a:lnTo>
                  <a:lnTo>
                    <a:pt x="2329655" y="554662"/>
                  </a:lnTo>
                  <a:lnTo>
                    <a:pt x="2328584" y="555045"/>
                  </a:lnTo>
                  <a:lnTo>
                    <a:pt x="2327512" y="555429"/>
                  </a:lnTo>
                  <a:lnTo>
                    <a:pt x="2326440" y="555812"/>
                  </a:lnTo>
                  <a:lnTo>
                    <a:pt x="2325369" y="556196"/>
                  </a:lnTo>
                  <a:lnTo>
                    <a:pt x="2324297" y="556579"/>
                  </a:lnTo>
                  <a:lnTo>
                    <a:pt x="2323226" y="556961"/>
                  </a:lnTo>
                  <a:lnTo>
                    <a:pt x="2322154" y="557344"/>
                  </a:lnTo>
                  <a:lnTo>
                    <a:pt x="2321082" y="557726"/>
                  </a:lnTo>
                  <a:lnTo>
                    <a:pt x="2320011" y="558108"/>
                  </a:lnTo>
                  <a:lnTo>
                    <a:pt x="2318939" y="558490"/>
                  </a:lnTo>
                  <a:lnTo>
                    <a:pt x="2317868" y="558871"/>
                  </a:lnTo>
                  <a:lnTo>
                    <a:pt x="2316796" y="559253"/>
                  </a:lnTo>
                  <a:lnTo>
                    <a:pt x="2315724" y="559634"/>
                  </a:lnTo>
                  <a:lnTo>
                    <a:pt x="2314653" y="560015"/>
                  </a:lnTo>
                  <a:lnTo>
                    <a:pt x="2313581" y="560395"/>
                  </a:lnTo>
                  <a:lnTo>
                    <a:pt x="2312510" y="560776"/>
                  </a:lnTo>
                  <a:lnTo>
                    <a:pt x="2311438" y="561156"/>
                  </a:lnTo>
                  <a:lnTo>
                    <a:pt x="2310366" y="561536"/>
                  </a:lnTo>
                  <a:lnTo>
                    <a:pt x="2309295" y="561915"/>
                  </a:lnTo>
                  <a:lnTo>
                    <a:pt x="2308223" y="562295"/>
                  </a:lnTo>
                  <a:lnTo>
                    <a:pt x="2307152" y="562674"/>
                  </a:lnTo>
                  <a:lnTo>
                    <a:pt x="2306080" y="563053"/>
                  </a:lnTo>
                  <a:lnTo>
                    <a:pt x="2305009" y="563432"/>
                  </a:lnTo>
                  <a:lnTo>
                    <a:pt x="2303937" y="563810"/>
                  </a:lnTo>
                  <a:lnTo>
                    <a:pt x="2302865" y="564188"/>
                  </a:lnTo>
                  <a:lnTo>
                    <a:pt x="2301794" y="564567"/>
                  </a:lnTo>
                  <a:lnTo>
                    <a:pt x="2300722" y="564944"/>
                  </a:lnTo>
                  <a:lnTo>
                    <a:pt x="2299651" y="565322"/>
                  </a:lnTo>
                  <a:lnTo>
                    <a:pt x="2298579" y="565699"/>
                  </a:lnTo>
                  <a:lnTo>
                    <a:pt x="2297507" y="566076"/>
                  </a:lnTo>
                  <a:lnTo>
                    <a:pt x="2296436" y="566453"/>
                  </a:lnTo>
                  <a:lnTo>
                    <a:pt x="2295364" y="566829"/>
                  </a:lnTo>
                  <a:lnTo>
                    <a:pt x="2294293" y="567206"/>
                  </a:lnTo>
                  <a:lnTo>
                    <a:pt x="2293221" y="567582"/>
                  </a:lnTo>
                  <a:lnTo>
                    <a:pt x="2292149" y="567958"/>
                  </a:lnTo>
                  <a:lnTo>
                    <a:pt x="2291078" y="568333"/>
                  </a:lnTo>
                  <a:lnTo>
                    <a:pt x="2290006" y="568709"/>
                  </a:lnTo>
                  <a:lnTo>
                    <a:pt x="2288935" y="569084"/>
                  </a:lnTo>
                  <a:lnTo>
                    <a:pt x="2287863" y="569459"/>
                  </a:lnTo>
                  <a:lnTo>
                    <a:pt x="2286791" y="569833"/>
                  </a:lnTo>
                  <a:lnTo>
                    <a:pt x="2285720" y="570208"/>
                  </a:lnTo>
                  <a:lnTo>
                    <a:pt x="2284648" y="570582"/>
                  </a:lnTo>
                  <a:lnTo>
                    <a:pt x="2283577" y="570955"/>
                  </a:lnTo>
                  <a:lnTo>
                    <a:pt x="2282505" y="571329"/>
                  </a:lnTo>
                  <a:lnTo>
                    <a:pt x="2281433" y="571702"/>
                  </a:lnTo>
                  <a:lnTo>
                    <a:pt x="2280362" y="572076"/>
                  </a:lnTo>
                  <a:lnTo>
                    <a:pt x="2279290" y="572448"/>
                  </a:lnTo>
                  <a:lnTo>
                    <a:pt x="2278219" y="572821"/>
                  </a:lnTo>
                  <a:lnTo>
                    <a:pt x="2277147" y="573193"/>
                  </a:lnTo>
                  <a:lnTo>
                    <a:pt x="2276075" y="573566"/>
                  </a:lnTo>
                  <a:lnTo>
                    <a:pt x="2275004" y="573937"/>
                  </a:lnTo>
                  <a:lnTo>
                    <a:pt x="2273932" y="574309"/>
                  </a:lnTo>
                  <a:lnTo>
                    <a:pt x="2272861" y="574680"/>
                  </a:lnTo>
                  <a:lnTo>
                    <a:pt x="2271789" y="575051"/>
                  </a:lnTo>
                  <a:lnTo>
                    <a:pt x="2270717" y="575422"/>
                  </a:lnTo>
                  <a:lnTo>
                    <a:pt x="2269646" y="575793"/>
                  </a:lnTo>
                  <a:lnTo>
                    <a:pt x="2268574" y="576163"/>
                  </a:lnTo>
                  <a:lnTo>
                    <a:pt x="2267503" y="576533"/>
                  </a:lnTo>
                  <a:lnTo>
                    <a:pt x="2266431" y="576903"/>
                  </a:lnTo>
                  <a:lnTo>
                    <a:pt x="2265359" y="577273"/>
                  </a:lnTo>
                  <a:lnTo>
                    <a:pt x="2264288" y="577642"/>
                  </a:lnTo>
                  <a:lnTo>
                    <a:pt x="2263216" y="578011"/>
                  </a:lnTo>
                  <a:lnTo>
                    <a:pt x="2262145" y="578380"/>
                  </a:lnTo>
                  <a:lnTo>
                    <a:pt x="2261073" y="578749"/>
                  </a:lnTo>
                  <a:lnTo>
                    <a:pt x="2260001" y="579117"/>
                  </a:lnTo>
                  <a:lnTo>
                    <a:pt x="2258930" y="579485"/>
                  </a:lnTo>
                  <a:lnTo>
                    <a:pt x="2257858" y="579853"/>
                  </a:lnTo>
                  <a:lnTo>
                    <a:pt x="2256787" y="580220"/>
                  </a:lnTo>
                  <a:lnTo>
                    <a:pt x="2255715" y="580588"/>
                  </a:lnTo>
                  <a:lnTo>
                    <a:pt x="2254643" y="580955"/>
                  </a:lnTo>
                  <a:lnTo>
                    <a:pt x="2253572" y="581321"/>
                  </a:lnTo>
                  <a:lnTo>
                    <a:pt x="2252500" y="581688"/>
                  </a:lnTo>
                  <a:lnTo>
                    <a:pt x="2251429" y="582054"/>
                  </a:lnTo>
                  <a:lnTo>
                    <a:pt x="2250357" y="582420"/>
                  </a:lnTo>
                  <a:lnTo>
                    <a:pt x="2249285" y="582786"/>
                  </a:lnTo>
                  <a:lnTo>
                    <a:pt x="2248214" y="583151"/>
                  </a:lnTo>
                  <a:lnTo>
                    <a:pt x="2247142" y="583516"/>
                  </a:lnTo>
                  <a:lnTo>
                    <a:pt x="2246071" y="583881"/>
                  </a:lnTo>
                  <a:lnTo>
                    <a:pt x="2244999" y="584246"/>
                  </a:lnTo>
                  <a:lnTo>
                    <a:pt x="2243927" y="584610"/>
                  </a:lnTo>
                  <a:lnTo>
                    <a:pt x="2242856" y="584974"/>
                  </a:lnTo>
                  <a:lnTo>
                    <a:pt x="2241784" y="585338"/>
                  </a:lnTo>
                  <a:lnTo>
                    <a:pt x="2240713" y="585702"/>
                  </a:lnTo>
                  <a:lnTo>
                    <a:pt x="2239641" y="586065"/>
                  </a:lnTo>
                  <a:lnTo>
                    <a:pt x="2238569" y="586428"/>
                  </a:lnTo>
                  <a:lnTo>
                    <a:pt x="2237498" y="586791"/>
                  </a:lnTo>
                  <a:lnTo>
                    <a:pt x="2236426" y="587154"/>
                  </a:lnTo>
                  <a:lnTo>
                    <a:pt x="2235355" y="587516"/>
                  </a:lnTo>
                  <a:lnTo>
                    <a:pt x="2234283" y="587878"/>
                  </a:lnTo>
                  <a:lnTo>
                    <a:pt x="2233211" y="588240"/>
                  </a:lnTo>
                  <a:lnTo>
                    <a:pt x="2232140" y="588601"/>
                  </a:lnTo>
                  <a:lnTo>
                    <a:pt x="2231068" y="588962"/>
                  </a:lnTo>
                  <a:lnTo>
                    <a:pt x="2229997" y="589323"/>
                  </a:lnTo>
                  <a:lnTo>
                    <a:pt x="2228925" y="589684"/>
                  </a:lnTo>
                  <a:lnTo>
                    <a:pt x="2227853" y="590044"/>
                  </a:lnTo>
                  <a:lnTo>
                    <a:pt x="2226782" y="590405"/>
                  </a:lnTo>
                  <a:lnTo>
                    <a:pt x="2225710" y="590764"/>
                  </a:lnTo>
                  <a:lnTo>
                    <a:pt x="2224639" y="591124"/>
                  </a:lnTo>
                  <a:lnTo>
                    <a:pt x="2223567" y="591483"/>
                  </a:lnTo>
                  <a:lnTo>
                    <a:pt x="2222495" y="591842"/>
                  </a:lnTo>
                  <a:lnTo>
                    <a:pt x="2221424" y="592201"/>
                  </a:lnTo>
                  <a:lnTo>
                    <a:pt x="2220352" y="592560"/>
                  </a:lnTo>
                  <a:lnTo>
                    <a:pt x="2219281" y="592918"/>
                  </a:lnTo>
                  <a:lnTo>
                    <a:pt x="2218209" y="593276"/>
                  </a:lnTo>
                  <a:lnTo>
                    <a:pt x="2217137" y="593634"/>
                  </a:lnTo>
                  <a:lnTo>
                    <a:pt x="2216066" y="593991"/>
                  </a:lnTo>
                  <a:lnTo>
                    <a:pt x="2214994" y="594348"/>
                  </a:lnTo>
                  <a:lnTo>
                    <a:pt x="2213923" y="594705"/>
                  </a:lnTo>
                  <a:lnTo>
                    <a:pt x="2212851" y="595062"/>
                  </a:lnTo>
                  <a:lnTo>
                    <a:pt x="2211779" y="595418"/>
                  </a:lnTo>
                  <a:lnTo>
                    <a:pt x="2210708" y="595774"/>
                  </a:lnTo>
                  <a:lnTo>
                    <a:pt x="2209636" y="596130"/>
                  </a:lnTo>
                  <a:lnTo>
                    <a:pt x="2208565" y="596485"/>
                  </a:lnTo>
                  <a:lnTo>
                    <a:pt x="2207493" y="596841"/>
                  </a:lnTo>
                  <a:lnTo>
                    <a:pt x="2206421" y="597196"/>
                  </a:lnTo>
                  <a:lnTo>
                    <a:pt x="2205350" y="597550"/>
                  </a:lnTo>
                  <a:lnTo>
                    <a:pt x="2204278" y="597905"/>
                  </a:lnTo>
                  <a:lnTo>
                    <a:pt x="2203207" y="598259"/>
                  </a:lnTo>
                  <a:lnTo>
                    <a:pt x="2202135" y="598613"/>
                  </a:lnTo>
                  <a:lnTo>
                    <a:pt x="2201063" y="598966"/>
                  </a:lnTo>
                  <a:lnTo>
                    <a:pt x="2199992" y="599320"/>
                  </a:lnTo>
                  <a:lnTo>
                    <a:pt x="2198920" y="599673"/>
                  </a:lnTo>
                  <a:lnTo>
                    <a:pt x="2197849" y="600025"/>
                  </a:lnTo>
                  <a:lnTo>
                    <a:pt x="2196777" y="600378"/>
                  </a:lnTo>
                  <a:lnTo>
                    <a:pt x="2195705" y="600730"/>
                  </a:lnTo>
                  <a:lnTo>
                    <a:pt x="2194634" y="601082"/>
                  </a:lnTo>
                  <a:lnTo>
                    <a:pt x="2193562" y="601433"/>
                  </a:lnTo>
                  <a:lnTo>
                    <a:pt x="2192491" y="601785"/>
                  </a:lnTo>
                  <a:lnTo>
                    <a:pt x="2191419" y="602136"/>
                  </a:lnTo>
                  <a:lnTo>
                    <a:pt x="2190347" y="602487"/>
                  </a:lnTo>
                  <a:lnTo>
                    <a:pt x="2189276" y="602837"/>
                  </a:lnTo>
                  <a:lnTo>
                    <a:pt x="2188204" y="603187"/>
                  </a:lnTo>
                  <a:lnTo>
                    <a:pt x="2187133" y="603537"/>
                  </a:lnTo>
                  <a:lnTo>
                    <a:pt x="2186061" y="603887"/>
                  </a:lnTo>
                  <a:lnTo>
                    <a:pt x="2184989" y="604236"/>
                  </a:lnTo>
                  <a:lnTo>
                    <a:pt x="2183918" y="604585"/>
                  </a:lnTo>
                  <a:lnTo>
                    <a:pt x="2182846" y="604934"/>
                  </a:lnTo>
                  <a:lnTo>
                    <a:pt x="2181775" y="605283"/>
                  </a:lnTo>
                  <a:lnTo>
                    <a:pt x="2180703" y="605631"/>
                  </a:lnTo>
                  <a:lnTo>
                    <a:pt x="2179631" y="605979"/>
                  </a:lnTo>
                  <a:lnTo>
                    <a:pt x="2178560" y="606326"/>
                  </a:lnTo>
                  <a:lnTo>
                    <a:pt x="2177488" y="606674"/>
                  </a:lnTo>
                  <a:lnTo>
                    <a:pt x="2176417" y="607021"/>
                  </a:lnTo>
                  <a:lnTo>
                    <a:pt x="2175345" y="607368"/>
                  </a:lnTo>
                  <a:lnTo>
                    <a:pt x="2174273" y="607714"/>
                  </a:lnTo>
                  <a:lnTo>
                    <a:pt x="2173202" y="608060"/>
                  </a:lnTo>
                  <a:lnTo>
                    <a:pt x="2172130" y="608406"/>
                  </a:lnTo>
                  <a:lnTo>
                    <a:pt x="2171059" y="608752"/>
                  </a:lnTo>
                  <a:lnTo>
                    <a:pt x="2169987" y="609097"/>
                  </a:lnTo>
                  <a:lnTo>
                    <a:pt x="2168915" y="609442"/>
                  </a:lnTo>
                  <a:lnTo>
                    <a:pt x="2167844" y="609787"/>
                  </a:lnTo>
                  <a:lnTo>
                    <a:pt x="2166772" y="610132"/>
                  </a:lnTo>
                  <a:lnTo>
                    <a:pt x="2165701" y="610476"/>
                  </a:lnTo>
                  <a:lnTo>
                    <a:pt x="2164629" y="610820"/>
                  </a:lnTo>
                  <a:lnTo>
                    <a:pt x="2163557" y="611164"/>
                  </a:lnTo>
                  <a:lnTo>
                    <a:pt x="2162486" y="611507"/>
                  </a:lnTo>
                  <a:lnTo>
                    <a:pt x="2161414" y="611850"/>
                  </a:lnTo>
                  <a:lnTo>
                    <a:pt x="2160343" y="612193"/>
                  </a:lnTo>
                  <a:lnTo>
                    <a:pt x="2159271" y="612535"/>
                  </a:lnTo>
                  <a:lnTo>
                    <a:pt x="2158199" y="612877"/>
                  </a:lnTo>
                  <a:lnTo>
                    <a:pt x="2157128" y="613219"/>
                  </a:lnTo>
                  <a:lnTo>
                    <a:pt x="2156056" y="613561"/>
                  </a:lnTo>
                  <a:lnTo>
                    <a:pt x="2154985" y="613902"/>
                  </a:lnTo>
                  <a:lnTo>
                    <a:pt x="2153913" y="614243"/>
                  </a:lnTo>
                  <a:lnTo>
                    <a:pt x="2152841" y="614584"/>
                  </a:lnTo>
                  <a:lnTo>
                    <a:pt x="2151770" y="614924"/>
                  </a:lnTo>
                  <a:lnTo>
                    <a:pt x="2150698" y="615265"/>
                  </a:lnTo>
                  <a:lnTo>
                    <a:pt x="2149627" y="615604"/>
                  </a:lnTo>
                  <a:lnTo>
                    <a:pt x="2148555" y="615944"/>
                  </a:lnTo>
                  <a:lnTo>
                    <a:pt x="2147483" y="616283"/>
                  </a:lnTo>
                  <a:lnTo>
                    <a:pt x="2146412" y="616622"/>
                  </a:lnTo>
                  <a:lnTo>
                    <a:pt x="2145340" y="616961"/>
                  </a:lnTo>
                  <a:lnTo>
                    <a:pt x="2144269" y="617299"/>
                  </a:lnTo>
                  <a:lnTo>
                    <a:pt x="2143197" y="617637"/>
                  </a:lnTo>
                  <a:lnTo>
                    <a:pt x="2142125" y="617975"/>
                  </a:lnTo>
                  <a:lnTo>
                    <a:pt x="2141054" y="618313"/>
                  </a:lnTo>
                  <a:lnTo>
                    <a:pt x="2139982" y="618650"/>
                  </a:lnTo>
                  <a:lnTo>
                    <a:pt x="2138911" y="618987"/>
                  </a:lnTo>
                  <a:lnTo>
                    <a:pt x="2137839" y="619323"/>
                  </a:lnTo>
                  <a:lnTo>
                    <a:pt x="2136767" y="619660"/>
                  </a:lnTo>
                  <a:lnTo>
                    <a:pt x="2135696" y="619996"/>
                  </a:lnTo>
                  <a:lnTo>
                    <a:pt x="2134624" y="620332"/>
                  </a:lnTo>
                  <a:lnTo>
                    <a:pt x="2133553" y="620667"/>
                  </a:lnTo>
                  <a:lnTo>
                    <a:pt x="2132481" y="621002"/>
                  </a:lnTo>
                  <a:lnTo>
                    <a:pt x="2131409" y="621337"/>
                  </a:lnTo>
                  <a:lnTo>
                    <a:pt x="2130338" y="621672"/>
                  </a:lnTo>
                  <a:lnTo>
                    <a:pt x="2129266" y="622006"/>
                  </a:lnTo>
                  <a:lnTo>
                    <a:pt x="2128195" y="622340"/>
                  </a:lnTo>
                  <a:lnTo>
                    <a:pt x="2127123" y="622673"/>
                  </a:lnTo>
                  <a:lnTo>
                    <a:pt x="2126052" y="623007"/>
                  </a:lnTo>
                  <a:lnTo>
                    <a:pt x="2124980" y="623340"/>
                  </a:lnTo>
                  <a:lnTo>
                    <a:pt x="2123908" y="623673"/>
                  </a:lnTo>
                  <a:lnTo>
                    <a:pt x="2122837" y="624005"/>
                  </a:lnTo>
                  <a:lnTo>
                    <a:pt x="2121765" y="624337"/>
                  </a:lnTo>
                  <a:lnTo>
                    <a:pt x="2120694" y="624669"/>
                  </a:lnTo>
                  <a:lnTo>
                    <a:pt x="2119622" y="625001"/>
                  </a:lnTo>
                  <a:lnTo>
                    <a:pt x="2118550" y="625332"/>
                  </a:lnTo>
                  <a:lnTo>
                    <a:pt x="2117479" y="625663"/>
                  </a:lnTo>
                  <a:lnTo>
                    <a:pt x="2116407" y="625993"/>
                  </a:lnTo>
                  <a:lnTo>
                    <a:pt x="2115336" y="626324"/>
                  </a:lnTo>
                  <a:lnTo>
                    <a:pt x="2114264" y="626654"/>
                  </a:lnTo>
                  <a:lnTo>
                    <a:pt x="2113192" y="626984"/>
                  </a:lnTo>
                  <a:lnTo>
                    <a:pt x="2112121" y="627313"/>
                  </a:lnTo>
                  <a:lnTo>
                    <a:pt x="2111049" y="627642"/>
                  </a:lnTo>
                  <a:lnTo>
                    <a:pt x="2109978" y="627971"/>
                  </a:lnTo>
                  <a:lnTo>
                    <a:pt x="2108906" y="628300"/>
                  </a:lnTo>
                  <a:lnTo>
                    <a:pt x="2107834" y="628628"/>
                  </a:lnTo>
                  <a:lnTo>
                    <a:pt x="2106763" y="628956"/>
                  </a:lnTo>
                  <a:lnTo>
                    <a:pt x="2105691" y="629283"/>
                  </a:lnTo>
                  <a:lnTo>
                    <a:pt x="2104620" y="629611"/>
                  </a:lnTo>
                  <a:lnTo>
                    <a:pt x="2103548" y="629938"/>
                  </a:lnTo>
                  <a:lnTo>
                    <a:pt x="2102476" y="630264"/>
                  </a:lnTo>
                  <a:lnTo>
                    <a:pt x="2101405" y="630591"/>
                  </a:lnTo>
                  <a:lnTo>
                    <a:pt x="2100333" y="630917"/>
                  </a:lnTo>
                  <a:lnTo>
                    <a:pt x="2099262" y="631243"/>
                  </a:lnTo>
                  <a:lnTo>
                    <a:pt x="2098190" y="631568"/>
                  </a:lnTo>
                  <a:lnTo>
                    <a:pt x="2097118" y="631894"/>
                  </a:lnTo>
                  <a:lnTo>
                    <a:pt x="2096047" y="632218"/>
                  </a:lnTo>
                  <a:lnTo>
                    <a:pt x="2094975" y="632543"/>
                  </a:lnTo>
                  <a:lnTo>
                    <a:pt x="2093904" y="632867"/>
                  </a:lnTo>
                  <a:lnTo>
                    <a:pt x="2092832" y="633191"/>
                  </a:lnTo>
                  <a:lnTo>
                    <a:pt x="2091760" y="633515"/>
                  </a:lnTo>
                  <a:lnTo>
                    <a:pt x="2090689" y="633838"/>
                  </a:lnTo>
                  <a:lnTo>
                    <a:pt x="2089617" y="634161"/>
                  </a:lnTo>
                  <a:lnTo>
                    <a:pt x="2088546" y="634484"/>
                  </a:lnTo>
                  <a:lnTo>
                    <a:pt x="2087474" y="634807"/>
                  </a:lnTo>
                  <a:lnTo>
                    <a:pt x="2086402" y="635129"/>
                  </a:lnTo>
                  <a:lnTo>
                    <a:pt x="2085331" y="635451"/>
                  </a:lnTo>
                  <a:lnTo>
                    <a:pt x="2084259" y="635772"/>
                  </a:lnTo>
                  <a:lnTo>
                    <a:pt x="2083188" y="636093"/>
                  </a:lnTo>
                  <a:lnTo>
                    <a:pt x="2082116" y="636414"/>
                  </a:lnTo>
                  <a:lnTo>
                    <a:pt x="2081044" y="636735"/>
                  </a:lnTo>
                  <a:lnTo>
                    <a:pt x="2079973" y="637055"/>
                  </a:lnTo>
                  <a:lnTo>
                    <a:pt x="2078901" y="637375"/>
                  </a:lnTo>
                  <a:lnTo>
                    <a:pt x="2077830" y="637695"/>
                  </a:lnTo>
                  <a:lnTo>
                    <a:pt x="2076758" y="638014"/>
                  </a:lnTo>
                  <a:lnTo>
                    <a:pt x="2075686" y="638333"/>
                  </a:lnTo>
                  <a:lnTo>
                    <a:pt x="2074615" y="638652"/>
                  </a:lnTo>
                  <a:lnTo>
                    <a:pt x="2073543" y="638971"/>
                  </a:lnTo>
                  <a:lnTo>
                    <a:pt x="2072472" y="639289"/>
                  </a:lnTo>
                  <a:lnTo>
                    <a:pt x="2071400" y="639607"/>
                  </a:lnTo>
                  <a:lnTo>
                    <a:pt x="2070328" y="639924"/>
                  </a:lnTo>
                  <a:lnTo>
                    <a:pt x="2069257" y="640241"/>
                  </a:lnTo>
                  <a:lnTo>
                    <a:pt x="2068185" y="640558"/>
                  </a:lnTo>
                  <a:lnTo>
                    <a:pt x="2067114" y="640875"/>
                  </a:lnTo>
                  <a:lnTo>
                    <a:pt x="2066042" y="641191"/>
                  </a:lnTo>
                  <a:lnTo>
                    <a:pt x="2064970" y="641507"/>
                  </a:lnTo>
                  <a:lnTo>
                    <a:pt x="2063899" y="641823"/>
                  </a:lnTo>
                  <a:lnTo>
                    <a:pt x="2062827" y="642138"/>
                  </a:lnTo>
                  <a:lnTo>
                    <a:pt x="2061756" y="642453"/>
                  </a:lnTo>
                  <a:lnTo>
                    <a:pt x="2060684" y="642768"/>
                  </a:lnTo>
                  <a:lnTo>
                    <a:pt x="2059612" y="643082"/>
                  </a:lnTo>
                  <a:lnTo>
                    <a:pt x="2058541" y="643396"/>
                  </a:lnTo>
                  <a:lnTo>
                    <a:pt x="2057469" y="643710"/>
                  </a:lnTo>
                  <a:lnTo>
                    <a:pt x="2056398" y="644024"/>
                  </a:lnTo>
                  <a:lnTo>
                    <a:pt x="2055326" y="644337"/>
                  </a:lnTo>
                  <a:lnTo>
                    <a:pt x="2054254" y="644650"/>
                  </a:lnTo>
                  <a:lnTo>
                    <a:pt x="2053183" y="644962"/>
                  </a:lnTo>
                  <a:lnTo>
                    <a:pt x="2052111" y="645275"/>
                  </a:lnTo>
                  <a:lnTo>
                    <a:pt x="2051040" y="645586"/>
                  </a:lnTo>
                  <a:lnTo>
                    <a:pt x="2049968" y="645898"/>
                  </a:lnTo>
                  <a:lnTo>
                    <a:pt x="2048896" y="646209"/>
                  </a:lnTo>
                  <a:lnTo>
                    <a:pt x="2047825" y="646520"/>
                  </a:lnTo>
                  <a:lnTo>
                    <a:pt x="2046753" y="646831"/>
                  </a:lnTo>
                  <a:lnTo>
                    <a:pt x="2045682" y="647141"/>
                  </a:lnTo>
                  <a:lnTo>
                    <a:pt x="2044610" y="647452"/>
                  </a:lnTo>
                  <a:lnTo>
                    <a:pt x="2043538" y="647761"/>
                  </a:lnTo>
                  <a:lnTo>
                    <a:pt x="2042467" y="648071"/>
                  </a:lnTo>
                  <a:lnTo>
                    <a:pt x="2041395" y="648380"/>
                  </a:lnTo>
                  <a:lnTo>
                    <a:pt x="2040324" y="648689"/>
                  </a:lnTo>
                  <a:lnTo>
                    <a:pt x="2039252" y="648997"/>
                  </a:lnTo>
                  <a:lnTo>
                    <a:pt x="2038180" y="649305"/>
                  </a:lnTo>
                  <a:lnTo>
                    <a:pt x="2037109" y="649613"/>
                  </a:lnTo>
                  <a:lnTo>
                    <a:pt x="2036037" y="649921"/>
                  </a:lnTo>
                  <a:lnTo>
                    <a:pt x="2034966" y="650228"/>
                  </a:lnTo>
                  <a:lnTo>
                    <a:pt x="2033894" y="650535"/>
                  </a:lnTo>
                  <a:lnTo>
                    <a:pt x="2032822" y="650842"/>
                  </a:lnTo>
                  <a:lnTo>
                    <a:pt x="2031751" y="651148"/>
                  </a:lnTo>
                  <a:lnTo>
                    <a:pt x="2030679" y="651454"/>
                  </a:lnTo>
                  <a:lnTo>
                    <a:pt x="2029608" y="651760"/>
                  </a:lnTo>
                  <a:lnTo>
                    <a:pt x="2028536" y="652065"/>
                  </a:lnTo>
                  <a:lnTo>
                    <a:pt x="2027464" y="652370"/>
                  </a:lnTo>
                  <a:lnTo>
                    <a:pt x="2026393" y="652675"/>
                  </a:lnTo>
                  <a:lnTo>
                    <a:pt x="2025321" y="652979"/>
                  </a:lnTo>
                  <a:lnTo>
                    <a:pt x="2024250" y="653283"/>
                  </a:lnTo>
                  <a:lnTo>
                    <a:pt x="2023178" y="653587"/>
                  </a:lnTo>
                  <a:lnTo>
                    <a:pt x="2022106" y="653890"/>
                  </a:lnTo>
                  <a:lnTo>
                    <a:pt x="2021035" y="654194"/>
                  </a:lnTo>
                  <a:lnTo>
                    <a:pt x="2019963" y="654497"/>
                  </a:lnTo>
                  <a:lnTo>
                    <a:pt x="2018892" y="654799"/>
                  </a:lnTo>
                  <a:lnTo>
                    <a:pt x="2017820" y="655101"/>
                  </a:lnTo>
                  <a:lnTo>
                    <a:pt x="2016748" y="655403"/>
                  </a:lnTo>
                  <a:lnTo>
                    <a:pt x="2015677" y="655705"/>
                  </a:lnTo>
                  <a:lnTo>
                    <a:pt x="2014605" y="656006"/>
                  </a:lnTo>
                  <a:lnTo>
                    <a:pt x="2013534" y="656307"/>
                  </a:lnTo>
                  <a:lnTo>
                    <a:pt x="2012462" y="656608"/>
                  </a:lnTo>
                  <a:lnTo>
                    <a:pt x="2011390" y="656908"/>
                  </a:lnTo>
                  <a:lnTo>
                    <a:pt x="2010319" y="657208"/>
                  </a:lnTo>
                  <a:lnTo>
                    <a:pt x="2009247" y="657508"/>
                  </a:lnTo>
                  <a:lnTo>
                    <a:pt x="2008176" y="657807"/>
                  </a:lnTo>
                  <a:lnTo>
                    <a:pt x="2007104" y="658106"/>
                  </a:lnTo>
                  <a:lnTo>
                    <a:pt x="2006032" y="658405"/>
                  </a:lnTo>
                  <a:lnTo>
                    <a:pt x="2004961" y="658703"/>
                  </a:lnTo>
                  <a:lnTo>
                    <a:pt x="2003889" y="659001"/>
                  </a:lnTo>
                  <a:lnTo>
                    <a:pt x="2002818" y="659299"/>
                  </a:lnTo>
                  <a:lnTo>
                    <a:pt x="2001746" y="659597"/>
                  </a:lnTo>
                  <a:lnTo>
                    <a:pt x="2000674" y="659894"/>
                  </a:lnTo>
                  <a:lnTo>
                    <a:pt x="1999603" y="660191"/>
                  </a:lnTo>
                  <a:lnTo>
                    <a:pt x="1998531" y="660487"/>
                  </a:lnTo>
                  <a:lnTo>
                    <a:pt x="1997460" y="660784"/>
                  </a:lnTo>
                  <a:lnTo>
                    <a:pt x="1996388" y="661080"/>
                  </a:lnTo>
                  <a:lnTo>
                    <a:pt x="1995316" y="661375"/>
                  </a:lnTo>
                  <a:lnTo>
                    <a:pt x="1994245" y="661670"/>
                  </a:lnTo>
                  <a:lnTo>
                    <a:pt x="1993173" y="661965"/>
                  </a:lnTo>
                  <a:lnTo>
                    <a:pt x="1992102" y="662260"/>
                  </a:lnTo>
                  <a:lnTo>
                    <a:pt x="1991030" y="662554"/>
                  </a:lnTo>
                  <a:lnTo>
                    <a:pt x="1989958" y="662848"/>
                  </a:lnTo>
                  <a:lnTo>
                    <a:pt x="1988887" y="663142"/>
                  </a:lnTo>
                  <a:lnTo>
                    <a:pt x="1987815" y="663436"/>
                  </a:lnTo>
                  <a:lnTo>
                    <a:pt x="1986744" y="663729"/>
                  </a:lnTo>
                  <a:lnTo>
                    <a:pt x="1985672" y="664021"/>
                  </a:lnTo>
                  <a:lnTo>
                    <a:pt x="1984600" y="664314"/>
                  </a:lnTo>
                  <a:lnTo>
                    <a:pt x="1983529" y="664606"/>
                  </a:lnTo>
                  <a:lnTo>
                    <a:pt x="1982457" y="664898"/>
                  </a:lnTo>
                  <a:lnTo>
                    <a:pt x="1981386" y="665189"/>
                  </a:lnTo>
                  <a:lnTo>
                    <a:pt x="1980314" y="665481"/>
                  </a:lnTo>
                  <a:lnTo>
                    <a:pt x="1979242" y="665772"/>
                  </a:lnTo>
                  <a:lnTo>
                    <a:pt x="1978171" y="666062"/>
                  </a:lnTo>
                  <a:lnTo>
                    <a:pt x="1977099" y="666352"/>
                  </a:lnTo>
                  <a:lnTo>
                    <a:pt x="1976028" y="666642"/>
                  </a:lnTo>
                  <a:lnTo>
                    <a:pt x="1974956" y="666932"/>
                  </a:lnTo>
                  <a:lnTo>
                    <a:pt x="1973884" y="667221"/>
                  </a:lnTo>
                  <a:lnTo>
                    <a:pt x="1972813" y="667510"/>
                  </a:lnTo>
                  <a:lnTo>
                    <a:pt x="1971741" y="667799"/>
                  </a:lnTo>
                  <a:lnTo>
                    <a:pt x="1970670" y="668087"/>
                  </a:lnTo>
                  <a:lnTo>
                    <a:pt x="1969598" y="668375"/>
                  </a:lnTo>
                  <a:lnTo>
                    <a:pt x="1968526" y="668663"/>
                  </a:lnTo>
                  <a:lnTo>
                    <a:pt x="1967455" y="668951"/>
                  </a:lnTo>
                  <a:lnTo>
                    <a:pt x="1966383" y="669238"/>
                  </a:lnTo>
                  <a:lnTo>
                    <a:pt x="1965312" y="669524"/>
                  </a:lnTo>
                  <a:lnTo>
                    <a:pt x="1964240" y="669811"/>
                  </a:lnTo>
                  <a:lnTo>
                    <a:pt x="1963168" y="670097"/>
                  </a:lnTo>
                  <a:lnTo>
                    <a:pt x="1962097" y="670383"/>
                  </a:lnTo>
                  <a:lnTo>
                    <a:pt x="1961025" y="670669"/>
                  </a:lnTo>
                  <a:lnTo>
                    <a:pt x="1959954" y="670954"/>
                  </a:lnTo>
                  <a:lnTo>
                    <a:pt x="1958882" y="671239"/>
                  </a:lnTo>
                  <a:lnTo>
                    <a:pt x="1957810" y="671523"/>
                  </a:lnTo>
                  <a:lnTo>
                    <a:pt x="1956739" y="671808"/>
                  </a:lnTo>
                  <a:lnTo>
                    <a:pt x="1955667" y="672092"/>
                  </a:lnTo>
                  <a:lnTo>
                    <a:pt x="1954596" y="672375"/>
                  </a:lnTo>
                  <a:lnTo>
                    <a:pt x="1953524" y="672659"/>
                  </a:lnTo>
                  <a:lnTo>
                    <a:pt x="1952453" y="672942"/>
                  </a:lnTo>
                  <a:lnTo>
                    <a:pt x="1951381" y="673225"/>
                  </a:lnTo>
                  <a:lnTo>
                    <a:pt x="1950309" y="673507"/>
                  </a:lnTo>
                  <a:lnTo>
                    <a:pt x="1949238" y="673789"/>
                  </a:lnTo>
                  <a:lnTo>
                    <a:pt x="1948166" y="674071"/>
                  </a:lnTo>
                  <a:lnTo>
                    <a:pt x="1947095" y="674352"/>
                  </a:lnTo>
                  <a:lnTo>
                    <a:pt x="1946023" y="674634"/>
                  </a:lnTo>
                  <a:lnTo>
                    <a:pt x="1944951" y="674915"/>
                  </a:lnTo>
                  <a:lnTo>
                    <a:pt x="1943880" y="675195"/>
                  </a:lnTo>
                  <a:lnTo>
                    <a:pt x="1942808" y="675475"/>
                  </a:lnTo>
                  <a:lnTo>
                    <a:pt x="1941737" y="675755"/>
                  </a:lnTo>
                  <a:lnTo>
                    <a:pt x="1940665" y="676035"/>
                  </a:lnTo>
                  <a:lnTo>
                    <a:pt x="1939593" y="676314"/>
                  </a:lnTo>
                  <a:lnTo>
                    <a:pt x="1938522" y="676593"/>
                  </a:lnTo>
                  <a:lnTo>
                    <a:pt x="1937450" y="676872"/>
                  </a:lnTo>
                  <a:lnTo>
                    <a:pt x="1936379" y="677150"/>
                  </a:lnTo>
                  <a:lnTo>
                    <a:pt x="1935307" y="677429"/>
                  </a:lnTo>
                  <a:lnTo>
                    <a:pt x="1934235" y="677706"/>
                  </a:lnTo>
                  <a:lnTo>
                    <a:pt x="1933164" y="677984"/>
                  </a:lnTo>
                  <a:lnTo>
                    <a:pt x="1932092" y="678261"/>
                  </a:lnTo>
                  <a:lnTo>
                    <a:pt x="1931021" y="678538"/>
                  </a:lnTo>
                  <a:lnTo>
                    <a:pt x="1929949" y="678814"/>
                  </a:lnTo>
                  <a:lnTo>
                    <a:pt x="1928877" y="679091"/>
                  </a:lnTo>
                  <a:lnTo>
                    <a:pt x="1927806" y="679367"/>
                  </a:lnTo>
                  <a:lnTo>
                    <a:pt x="1926734" y="679642"/>
                  </a:lnTo>
                  <a:lnTo>
                    <a:pt x="1925663" y="679918"/>
                  </a:lnTo>
                  <a:lnTo>
                    <a:pt x="1924591" y="680193"/>
                  </a:lnTo>
                  <a:lnTo>
                    <a:pt x="1923519" y="680468"/>
                  </a:lnTo>
                  <a:lnTo>
                    <a:pt x="1922448" y="680742"/>
                  </a:lnTo>
                  <a:lnTo>
                    <a:pt x="1921376" y="681016"/>
                  </a:lnTo>
                  <a:lnTo>
                    <a:pt x="1920305" y="681290"/>
                  </a:lnTo>
                  <a:lnTo>
                    <a:pt x="1919233" y="681563"/>
                  </a:lnTo>
                  <a:lnTo>
                    <a:pt x="1918161" y="681837"/>
                  </a:lnTo>
                  <a:lnTo>
                    <a:pt x="1917090" y="682110"/>
                  </a:lnTo>
                  <a:lnTo>
                    <a:pt x="1916018" y="682382"/>
                  </a:lnTo>
                  <a:lnTo>
                    <a:pt x="1914947" y="682655"/>
                  </a:lnTo>
                  <a:lnTo>
                    <a:pt x="1913875" y="682927"/>
                  </a:lnTo>
                  <a:lnTo>
                    <a:pt x="1912803" y="683198"/>
                  </a:lnTo>
                  <a:lnTo>
                    <a:pt x="1911732" y="683470"/>
                  </a:lnTo>
                  <a:lnTo>
                    <a:pt x="1910660" y="683741"/>
                  </a:lnTo>
                  <a:lnTo>
                    <a:pt x="1909589" y="684012"/>
                  </a:lnTo>
                  <a:lnTo>
                    <a:pt x="1908517" y="684282"/>
                  </a:lnTo>
                  <a:lnTo>
                    <a:pt x="1907445" y="684553"/>
                  </a:lnTo>
                  <a:lnTo>
                    <a:pt x="1906374" y="684823"/>
                  </a:lnTo>
                  <a:lnTo>
                    <a:pt x="1905302" y="685093"/>
                  </a:lnTo>
                  <a:lnTo>
                    <a:pt x="1904231" y="685362"/>
                  </a:lnTo>
                  <a:lnTo>
                    <a:pt x="1903159" y="685632"/>
                  </a:lnTo>
                  <a:lnTo>
                    <a:pt x="1902087" y="685901"/>
                  </a:lnTo>
                  <a:lnTo>
                    <a:pt x="1901016" y="686170"/>
                  </a:lnTo>
                  <a:lnTo>
                    <a:pt x="1899944" y="686438"/>
                  </a:lnTo>
                  <a:lnTo>
                    <a:pt x="1898873" y="686707"/>
                  </a:lnTo>
                  <a:lnTo>
                    <a:pt x="1897801" y="686975"/>
                  </a:lnTo>
                  <a:lnTo>
                    <a:pt x="1896729" y="687243"/>
                  </a:lnTo>
                  <a:lnTo>
                    <a:pt x="1895658" y="687511"/>
                  </a:lnTo>
                  <a:lnTo>
                    <a:pt x="1894586" y="687779"/>
                  </a:lnTo>
                  <a:lnTo>
                    <a:pt x="1893515" y="688047"/>
                  </a:lnTo>
                  <a:lnTo>
                    <a:pt x="1892443" y="688314"/>
                  </a:lnTo>
                  <a:lnTo>
                    <a:pt x="1891371" y="688582"/>
                  </a:lnTo>
                  <a:lnTo>
                    <a:pt x="1890300" y="688849"/>
                  </a:lnTo>
                  <a:lnTo>
                    <a:pt x="1889228" y="689116"/>
                  </a:lnTo>
                  <a:lnTo>
                    <a:pt x="1888157" y="689383"/>
                  </a:lnTo>
                  <a:lnTo>
                    <a:pt x="1887085" y="689649"/>
                  </a:lnTo>
                  <a:lnTo>
                    <a:pt x="1886013" y="689916"/>
                  </a:lnTo>
                  <a:lnTo>
                    <a:pt x="1884942" y="690183"/>
                  </a:lnTo>
                  <a:lnTo>
                    <a:pt x="1883870" y="690449"/>
                  </a:lnTo>
                  <a:lnTo>
                    <a:pt x="1882799" y="690716"/>
                  </a:lnTo>
                  <a:lnTo>
                    <a:pt x="1881727" y="690982"/>
                  </a:lnTo>
                  <a:lnTo>
                    <a:pt x="1880655" y="691248"/>
                  </a:lnTo>
                  <a:lnTo>
                    <a:pt x="1879584" y="691514"/>
                  </a:lnTo>
                  <a:lnTo>
                    <a:pt x="1878512" y="691780"/>
                  </a:lnTo>
                  <a:lnTo>
                    <a:pt x="1877441" y="692046"/>
                  </a:lnTo>
                  <a:lnTo>
                    <a:pt x="1876369" y="692312"/>
                  </a:lnTo>
                  <a:lnTo>
                    <a:pt x="1875297" y="692578"/>
                  </a:lnTo>
                  <a:lnTo>
                    <a:pt x="1874226" y="692844"/>
                  </a:lnTo>
                  <a:lnTo>
                    <a:pt x="1873154" y="693110"/>
                  </a:lnTo>
                  <a:lnTo>
                    <a:pt x="1872083" y="693376"/>
                  </a:lnTo>
                  <a:lnTo>
                    <a:pt x="1871011" y="693641"/>
                  </a:lnTo>
                  <a:lnTo>
                    <a:pt x="1869939" y="693907"/>
                  </a:lnTo>
                  <a:lnTo>
                    <a:pt x="1868868" y="694173"/>
                  </a:lnTo>
                  <a:lnTo>
                    <a:pt x="1867796" y="694439"/>
                  </a:lnTo>
                  <a:lnTo>
                    <a:pt x="1866725" y="694705"/>
                  </a:lnTo>
                  <a:lnTo>
                    <a:pt x="1865653" y="694971"/>
                  </a:lnTo>
                  <a:lnTo>
                    <a:pt x="1864581" y="695236"/>
                  </a:lnTo>
                  <a:lnTo>
                    <a:pt x="1863510" y="695502"/>
                  </a:lnTo>
                  <a:lnTo>
                    <a:pt x="1862438" y="695768"/>
                  </a:lnTo>
                  <a:lnTo>
                    <a:pt x="1861367" y="696034"/>
                  </a:lnTo>
                  <a:lnTo>
                    <a:pt x="1860295" y="696300"/>
                  </a:lnTo>
                  <a:lnTo>
                    <a:pt x="1859223" y="696566"/>
                  </a:lnTo>
                  <a:lnTo>
                    <a:pt x="1858152" y="696833"/>
                  </a:lnTo>
                  <a:lnTo>
                    <a:pt x="1857080" y="697099"/>
                  </a:lnTo>
                  <a:lnTo>
                    <a:pt x="1856009" y="697365"/>
                  </a:lnTo>
                  <a:lnTo>
                    <a:pt x="1854937" y="697632"/>
                  </a:lnTo>
                  <a:lnTo>
                    <a:pt x="1853865" y="697898"/>
                  </a:lnTo>
                  <a:lnTo>
                    <a:pt x="1852794" y="698165"/>
                  </a:lnTo>
                  <a:lnTo>
                    <a:pt x="1851722" y="698432"/>
                  </a:lnTo>
                  <a:lnTo>
                    <a:pt x="1850651" y="698698"/>
                  </a:lnTo>
                  <a:lnTo>
                    <a:pt x="1849579" y="698965"/>
                  </a:lnTo>
                  <a:lnTo>
                    <a:pt x="1848507" y="699233"/>
                  </a:lnTo>
                  <a:lnTo>
                    <a:pt x="1847436" y="699500"/>
                  </a:lnTo>
                  <a:lnTo>
                    <a:pt x="1846364" y="699767"/>
                  </a:lnTo>
                  <a:lnTo>
                    <a:pt x="1845293" y="700035"/>
                  </a:lnTo>
                  <a:lnTo>
                    <a:pt x="1844221" y="700303"/>
                  </a:lnTo>
                  <a:lnTo>
                    <a:pt x="1843149" y="700571"/>
                  </a:lnTo>
                  <a:lnTo>
                    <a:pt x="1842078" y="700839"/>
                  </a:lnTo>
                  <a:lnTo>
                    <a:pt x="1841006" y="701107"/>
                  </a:lnTo>
                  <a:lnTo>
                    <a:pt x="1839935" y="701375"/>
                  </a:lnTo>
                  <a:lnTo>
                    <a:pt x="1838863" y="701644"/>
                  </a:lnTo>
                  <a:lnTo>
                    <a:pt x="1837791" y="701913"/>
                  </a:lnTo>
                  <a:lnTo>
                    <a:pt x="1836720" y="702182"/>
                  </a:lnTo>
                  <a:lnTo>
                    <a:pt x="1835648" y="702451"/>
                  </a:lnTo>
                  <a:lnTo>
                    <a:pt x="1834577" y="702721"/>
                  </a:lnTo>
                  <a:lnTo>
                    <a:pt x="1833505" y="702990"/>
                  </a:lnTo>
                  <a:lnTo>
                    <a:pt x="1832433" y="703260"/>
                  </a:lnTo>
                  <a:lnTo>
                    <a:pt x="1831362" y="703531"/>
                  </a:lnTo>
                  <a:lnTo>
                    <a:pt x="1830290" y="703801"/>
                  </a:lnTo>
                  <a:lnTo>
                    <a:pt x="1829219" y="704072"/>
                  </a:lnTo>
                  <a:lnTo>
                    <a:pt x="1828147" y="704343"/>
                  </a:lnTo>
                  <a:lnTo>
                    <a:pt x="1827075" y="704614"/>
                  </a:lnTo>
                  <a:lnTo>
                    <a:pt x="1826004" y="704886"/>
                  </a:lnTo>
                  <a:lnTo>
                    <a:pt x="1824932" y="705157"/>
                  </a:lnTo>
                  <a:lnTo>
                    <a:pt x="1823861" y="705429"/>
                  </a:lnTo>
                  <a:lnTo>
                    <a:pt x="1822789" y="705702"/>
                  </a:lnTo>
                  <a:lnTo>
                    <a:pt x="1821717" y="705975"/>
                  </a:lnTo>
                  <a:lnTo>
                    <a:pt x="1820646" y="706248"/>
                  </a:lnTo>
                  <a:lnTo>
                    <a:pt x="1819574" y="706521"/>
                  </a:lnTo>
                  <a:lnTo>
                    <a:pt x="1818503" y="706795"/>
                  </a:lnTo>
                  <a:lnTo>
                    <a:pt x="1817431" y="707069"/>
                  </a:lnTo>
                  <a:lnTo>
                    <a:pt x="1816359" y="707343"/>
                  </a:lnTo>
                  <a:lnTo>
                    <a:pt x="1815288" y="707618"/>
                  </a:lnTo>
                  <a:lnTo>
                    <a:pt x="1814216" y="707893"/>
                  </a:lnTo>
                  <a:lnTo>
                    <a:pt x="1813145" y="708168"/>
                  </a:lnTo>
                  <a:lnTo>
                    <a:pt x="1812073" y="708444"/>
                  </a:lnTo>
                  <a:lnTo>
                    <a:pt x="1811001" y="708720"/>
                  </a:lnTo>
                  <a:lnTo>
                    <a:pt x="1809930" y="708997"/>
                  </a:lnTo>
                  <a:lnTo>
                    <a:pt x="1808858" y="709274"/>
                  </a:lnTo>
                  <a:lnTo>
                    <a:pt x="1807787" y="709551"/>
                  </a:lnTo>
                  <a:lnTo>
                    <a:pt x="1806715" y="709829"/>
                  </a:lnTo>
                  <a:lnTo>
                    <a:pt x="1805643" y="710107"/>
                  </a:lnTo>
                  <a:lnTo>
                    <a:pt x="1804572" y="710385"/>
                  </a:lnTo>
                  <a:lnTo>
                    <a:pt x="1803500" y="710664"/>
                  </a:lnTo>
                  <a:lnTo>
                    <a:pt x="1802429" y="710943"/>
                  </a:lnTo>
                  <a:lnTo>
                    <a:pt x="1801357" y="711223"/>
                  </a:lnTo>
                  <a:lnTo>
                    <a:pt x="1800285" y="711503"/>
                  </a:lnTo>
                  <a:lnTo>
                    <a:pt x="1799214" y="711784"/>
                  </a:lnTo>
                  <a:lnTo>
                    <a:pt x="1798142" y="712065"/>
                  </a:lnTo>
                  <a:lnTo>
                    <a:pt x="1797071" y="712347"/>
                  </a:lnTo>
                  <a:lnTo>
                    <a:pt x="1795999" y="712629"/>
                  </a:lnTo>
                  <a:lnTo>
                    <a:pt x="1794927" y="712911"/>
                  </a:lnTo>
                  <a:lnTo>
                    <a:pt x="1793856" y="713194"/>
                  </a:lnTo>
                  <a:lnTo>
                    <a:pt x="1792784" y="713478"/>
                  </a:lnTo>
                  <a:lnTo>
                    <a:pt x="1791713" y="713762"/>
                  </a:lnTo>
                  <a:lnTo>
                    <a:pt x="1790641" y="714046"/>
                  </a:lnTo>
                  <a:lnTo>
                    <a:pt x="1789569" y="714331"/>
                  </a:lnTo>
                  <a:lnTo>
                    <a:pt x="1788498" y="714617"/>
                  </a:lnTo>
                  <a:lnTo>
                    <a:pt x="1787426" y="714903"/>
                  </a:lnTo>
                  <a:lnTo>
                    <a:pt x="1786355" y="715190"/>
                  </a:lnTo>
                  <a:lnTo>
                    <a:pt x="1785283" y="715477"/>
                  </a:lnTo>
                  <a:lnTo>
                    <a:pt x="1784211" y="715764"/>
                  </a:lnTo>
                  <a:lnTo>
                    <a:pt x="1783140" y="716052"/>
                  </a:lnTo>
                  <a:lnTo>
                    <a:pt x="1782068" y="716341"/>
                  </a:lnTo>
                  <a:lnTo>
                    <a:pt x="1780997" y="716630"/>
                  </a:lnTo>
                  <a:lnTo>
                    <a:pt x="1779925" y="716920"/>
                  </a:lnTo>
                  <a:lnTo>
                    <a:pt x="1778853" y="717211"/>
                  </a:lnTo>
                  <a:lnTo>
                    <a:pt x="1777782" y="717501"/>
                  </a:lnTo>
                  <a:lnTo>
                    <a:pt x="1776710" y="717793"/>
                  </a:lnTo>
                  <a:lnTo>
                    <a:pt x="1775639" y="718085"/>
                  </a:lnTo>
                  <a:lnTo>
                    <a:pt x="1774567" y="718378"/>
                  </a:lnTo>
                  <a:lnTo>
                    <a:pt x="1773496" y="718671"/>
                  </a:lnTo>
                  <a:lnTo>
                    <a:pt x="1772424" y="718965"/>
                  </a:lnTo>
                  <a:lnTo>
                    <a:pt x="1771352" y="719260"/>
                  </a:lnTo>
                  <a:lnTo>
                    <a:pt x="1770281" y="719555"/>
                  </a:lnTo>
                  <a:lnTo>
                    <a:pt x="1769209" y="719851"/>
                  </a:lnTo>
                  <a:lnTo>
                    <a:pt x="1768138" y="720147"/>
                  </a:lnTo>
                  <a:lnTo>
                    <a:pt x="1767066" y="720444"/>
                  </a:lnTo>
                  <a:lnTo>
                    <a:pt x="1765994" y="720742"/>
                  </a:lnTo>
                  <a:lnTo>
                    <a:pt x="1764923" y="721040"/>
                  </a:lnTo>
                  <a:lnTo>
                    <a:pt x="1763851" y="721339"/>
                  </a:lnTo>
                  <a:lnTo>
                    <a:pt x="1762780" y="721639"/>
                  </a:lnTo>
                  <a:lnTo>
                    <a:pt x="1761708" y="721939"/>
                  </a:lnTo>
                  <a:lnTo>
                    <a:pt x="1760636" y="722240"/>
                  </a:lnTo>
                  <a:lnTo>
                    <a:pt x="1759565" y="722542"/>
                  </a:lnTo>
                  <a:lnTo>
                    <a:pt x="1758493" y="722844"/>
                  </a:lnTo>
                  <a:lnTo>
                    <a:pt x="1757422" y="723147"/>
                  </a:lnTo>
                  <a:lnTo>
                    <a:pt x="1756350" y="723451"/>
                  </a:lnTo>
                  <a:lnTo>
                    <a:pt x="1755278" y="723756"/>
                  </a:lnTo>
                  <a:lnTo>
                    <a:pt x="1754207" y="724061"/>
                  </a:lnTo>
                  <a:lnTo>
                    <a:pt x="1753135" y="724367"/>
                  </a:lnTo>
                  <a:lnTo>
                    <a:pt x="1752064" y="724673"/>
                  </a:lnTo>
                  <a:lnTo>
                    <a:pt x="1750992" y="724981"/>
                  </a:lnTo>
                  <a:lnTo>
                    <a:pt x="1749920" y="725289"/>
                  </a:lnTo>
                  <a:lnTo>
                    <a:pt x="1748849" y="725598"/>
                  </a:lnTo>
                  <a:lnTo>
                    <a:pt x="1747777" y="725907"/>
                  </a:lnTo>
                  <a:lnTo>
                    <a:pt x="1746706" y="726218"/>
                  </a:lnTo>
                  <a:lnTo>
                    <a:pt x="1745634" y="726529"/>
                  </a:lnTo>
                  <a:lnTo>
                    <a:pt x="1744562" y="726841"/>
                  </a:lnTo>
                  <a:lnTo>
                    <a:pt x="1743491" y="727153"/>
                  </a:lnTo>
                  <a:lnTo>
                    <a:pt x="1742419" y="727467"/>
                  </a:lnTo>
                  <a:lnTo>
                    <a:pt x="1741348" y="727781"/>
                  </a:lnTo>
                  <a:lnTo>
                    <a:pt x="1740276" y="728096"/>
                  </a:lnTo>
                  <a:lnTo>
                    <a:pt x="1739204" y="728411"/>
                  </a:lnTo>
                  <a:lnTo>
                    <a:pt x="1738133" y="728728"/>
                  </a:lnTo>
                  <a:lnTo>
                    <a:pt x="1737061" y="729045"/>
                  </a:lnTo>
                  <a:lnTo>
                    <a:pt x="1735990" y="729364"/>
                  </a:lnTo>
                  <a:lnTo>
                    <a:pt x="1734918" y="729683"/>
                  </a:lnTo>
                  <a:lnTo>
                    <a:pt x="1733846" y="730002"/>
                  </a:lnTo>
                  <a:lnTo>
                    <a:pt x="1732775" y="730323"/>
                  </a:lnTo>
                  <a:lnTo>
                    <a:pt x="1731703" y="730645"/>
                  </a:lnTo>
                  <a:lnTo>
                    <a:pt x="1730632" y="730967"/>
                  </a:lnTo>
                  <a:lnTo>
                    <a:pt x="1729560" y="731290"/>
                  </a:lnTo>
                  <a:lnTo>
                    <a:pt x="1728488" y="731614"/>
                  </a:lnTo>
                  <a:lnTo>
                    <a:pt x="1727417" y="731939"/>
                  </a:lnTo>
                  <a:lnTo>
                    <a:pt x="1726345" y="732265"/>
                  </a:lnTo>
                  <a:lnTo>
                    <a:pt x="1725274" y="732591"/>
                  </a:lnTo>
                  <a:lnTo>
                    <a:pt x="1724202" y="732919"/>
                  </a:lnTo>
                  <a:lnTo>
                    <a:pt x="1723130" y="733247"/>
                  </a:lnTo>
                  <a:lnTo>
                    <a:pt x="1722059" y="733576"/>
                  </a:lnTo>
                  <a:lnTo>
                    <a:pt x="1720987" y="733906"/>
                  </a:lnTo>
                  <a:lnTo>
                    <a:pt x="1719916" y="734237"/>
                  </a:lnTo>
                  <a:lnTo>
                    <a:pt x="1718844" y="734569"/>
                  </a:lnTo>
                  <a:lnTo>
                    <a:pt x="1717772" y="734902"/>
                  </a:lnTo>
                  <a:lnTo>
                    <a:pt x="1716701" y="735236"/>
                  </a:lnTo>
                  <a:lnTo>
                    <a:pt x="1715629" y="735571"/>
                  </a:lnTo>
                  <a:lnTo>
                    <a:pt x="1714558" y="735906"/>
                  </a:lnTo>
                  <a:lnTo>
                    <a:pt x="1713486" y="736243"/>
                  </a:lnTo>
                  <a:lnTo>
                    <a:pt x="1712414" y="736580"/>
                  </a:lnTo>
                  <a:lnTo>
                    <a:pt x="1711343" y="736918"/>
                  </a:lnTo>
                  <a:lnTo>
                    <a:pt x="1710271" y="737258"/>
                  </a:lnTo>
                  <a:lnTo>
                    <a:pt x="1709200" y="737598"/>
                  </a:lnTo>
                  <a:lnTo>
                    <a:pt x="1708128" y="737939"/>
                  </a:lnTo>
                  <a:lnTo>
                    <a:pt x="1707056" y="738281"/>
                  </a:lnTo>
                  <a:lnTo>
                    <a:pt x="1705985" y="738624"/>
                  </a:lnTo>
                  <a:lnTo>
                    <a:pt x="1704913" y="738968"/>
                  </a:lnTo>
                  <a:lnTo>
                    <a:pt x="1703842" y="739313"/>
                  </a:lnTo>
                  <a:lnTo>
                    <a:pt x="1702770" y="739660"/>
                  </a:lnTo>
                  <a:lnTo>
                    <a:pt x="1701698" y="740007"/>
                  </a:lnTo>
                  <a:lnTo>
                    <a:pt x="1700627" y="740355"/>
                  </a:lnTo>
                  <a:lnTo>
                    <a:pt x="1699555" y="740704"/>
                  </a:lnTo>
                  <a:lnTo>
                    <a:pt x="1698484" y="741054"/>
                  </a:lnTo>
                  <a:lnTo>
                    <a:pt x="1697412" y="741405"/>
                  </a:lnTo>
                  <a:lnTo>
                    <a:pt x="1696340" y="741757"/>
                  </a:lnTo>
                  <a:lnTo>
                    <a:pt x="1695269" y="742110"/>
                  </a:lnTo>
                  <a:lnTo>
                    <a:pt x="1694197" y="742464"/>
                  </a:lnTo>
                  <a:lnTo>
                    <a:pt x="1693126" y="742819"/>
                  </a:lnTo>
                  <a:lnTo>
                    <a:pt x="1692054" y="743175"/>
                  </a:lnTo>
                  <a:lnTo>
                    <a:pt x="1690982" y="743532"/>
                  </a:lnTo>
                  <a:lnTo>
                    <a:pt x="1689911" y="743890"/>
                  </a:lnTo>
                  <a:lnTo>
                    <a:pt x="1688839" y="744249"/>
                  </a:lnTo>
                  <a:lnTo>
                    <a:pt x="1687768" y="744609"/>
                  </a:lnTo>
                  <a:lnTo>
                    <a:pt x="1686696" y="744971"/>
                  </a:lnTo>
                  <a:lnTo>
                    <a:pt x="1685624" y="745333"/>
                  </a:lnTo>
                  <a:lnTo>
                    <a:pt x="1684553" y="745696"/>
                  </a:lnTo>
                  <a:lnTo>
                    <a:pt x="1683481" y="746061"/>
                  </a:lnTo>
                  <a:lnTo>
                    <a:pt x="1682410" y="746426"/>
                  </a:lnTo>
                  <a:lnTo>
                    <a:pt x="1681338" y="746793"/>
                  </a:lnTo>
                  <a:lnTo>
                    <a:pt x="1680266" y="747160"/>
                  </a:lnTo>
                  <a:lnTo>
                    <a:pt x="1679195" y="747529"/>
                  </a:lnTo>
                  <a:lnTo>
                    <a:pt x="1678123" y="747899"/>
                  </a:lnTo>
                  <a:lnTo>
                    <a:pt x="1677052" y="748270"/>
                  </a:lnTo>
                  <a:lnTo>
                    <a:pt x="1675980" y="748642"/>
                  </a:lnTo>
                  <a:lnTo>
                    <a:pt x="1674908" y="749015"/>
                  </a:lnTo>
                  <a:lnTo>
                    <a:pt x="1673837" y="749389"/>
                  </a:lnTo>
                  <a:lnTo>
                    <a:pt x="1672765" y="749764"/>
                  </a:lnTo>
                  <a:lnTo>
                    <a:pt x="1671694" y="750141"/>
                  </a:lnTo>
                  <a:lnTo>
                    <a:pt x="1670622" y="750518"/>
                  </a:lnTo>
                  <a:lnTo>
                    <a:pt x="1669550" y="750897"/>
                  </a:lnTo>
                  <a:lnTo>
                    <a:pt x="1668479" y="751277"/>
                  </a:lnTo>
                  <a:lnTo>
                    <a:pt x="1667407" y="751658"/>
                  </a:lnTo>
                  <a:lnTo>
                    <a:pt x="1666336" y="752040"/>
                  </a:lnTo>
                  <a:lnTo>
                    <a:pt x="1665264" y="752423"/>
                  </a:lnTo>
                  <a:lnTo>
                    <a:pt x="1664192" y="752807"/>
                  </a:lnTo>
                  <a:lnTo>
                    <a:pt x="1663121" y="753193"/>
                  </a:lnTo>
                  <a:lnTo>
                    <a:pt x="1662049" y="753579"/>
                  </a:lnTo>
                  <a:lnTo>
                    <a:pt x="1660978" y="753967"/>
                  </a:lnTo>
                  <a:lnTo>
                    <a:pt x="1659906" y="754356"/>
                  </a:lnTo>
                  <a:lnTo>
                    <a:pt x="1658834" y="754746"/>
                  </a:lnTo>
                  <a:lnTo>
                    <a:pt x="1657763" y="755137"/>
                  </a:lnTo>
                  <a:lnTo>
                    <a:pt x="1656691" y="755529"/>
                  </a:lnTo>
                  <a:lnTo>
                    <a:pt x="1655620" y="755923"/>
                  </a:lnTo>
                  <a:lnTo>
                    <a:pt x="1654548" y="756317"/>
                  </a:lnTo>
                  <a:lnTo>
                    <a:pt x="1653476" y="756713"/>
                  </a:lnTo>
                  <a:lnTo>
                    <a:pt x="1652405" y="757110"/>
                  </a:lnTo>
                  <a:lnTo>
                    <a:pt x="1651333" y="757509"/>
                  </a:lnTo>
                  <a:lnTo>
                    <a:pt x="1650262" y="757908"/>
                  </a:lnTo>
                  <a:lnTo>
                    <a:pt x="1649190" y="758309"/>
                  </a:lnTo>
                  <a:lnTo>
                    <a:pt x="1648118" y="758710"/>
                  </a:lnTo>
                  <a:lnTo>
                    <a:pt x="1647047" y="759113"/>
                  </a:lnTo>
                  <a:lnTo>
                    <a:pt x="1645975" y="759517"/>
                  </a:lnTo>
                  <a:lnTo>
                    <a:pt x="1644904" y="759923"/>
                  </a:lnTo>
                  <a:lnTo>
                    <a:pt x="1643832" y="760329"/>
                  </a:lnTo>
                  <a:lnTo>
                    <a:pt x="1642760" y="760737"/>
                  </a:lnTo>
                  <a:lnTo>
                    <a:pt x="1641689" y="761146"/>
                  </a:lnTo>
                  <a:lnTo>
                    <a:pt x="1640617" y="761556"/>
                  </a:lnTo>
                  <a:lnTo>
                    <a:pt x="1639546" y="761968"/>
                  </a:lnTo>
                  <a:lnTo>
                    <a:pt x="1638474" y="762380"/>
                  </a:lnTo>
                  <a:lnTo>
                    <a:pt x="1637402" y="762794"/>
                  </a:lnTo>
                  <a:lnTo>
                    <a:pt x="1636331" y="763209"/>
                  </a:lnTo>
                  <a:lnTo>
                    <a:pt x="1635259" y="763626"/>
                  </a:lnTo>
                  <a:lnTo>
                    <a:pt x="1634188" y="764043"/>
                  </a:lnTo>
                  <a:lnTo>
                    <a:pt x="1633116" y="764462"/>
                  </a:lnTo>
                  <a:lnTo>
                    <a:pt x="1632044" y="764882"/>
                  </a:lnTo>
                  <a:lnTo>
                    <a:pt x="1630973" y="765303"/>
                  </a:lnTo>
                  <a:lnTo>
                    <a:pt x="1629901" y="765725"/>
                  </a:lnTo>
                  <a:lnTo>
                    <a:pt x="1628830" y="766149"/>
                  </a:lnTo>
                  <a:lnTo>
                    <a:pt x="1627758" y="766574"/>
                  </a:lnTo>
                  <a:lnTo>
                    <a:pt x="1626686" y="767000"/>
                  </a:lnTo>
                  <a:lnTo>
                    <a:pt x="1625615" y="767428"/>
                  </a:lnTo>
                  <a:lnTo>
                    <a:pt x="1624543" y="767856"/>
                  </a:lnTo>
                  <a:lnTo>
                    <a:pt x="1623472" y="768286"/>
                  </a:lnTo>
                  <a:lnTo>
                    <a:pt x="1622400" y="768717"/>
                  </a:lnTo>
                  <a:lnTo>
                    <a:pt x="1621328" y="769150"/>
                  </a:lnTo>
                  <a:lnTo>
                    <a:pt x="1620257" y="769584"/>
                  </a:lnTo>
                  <a:lnTo>
                    <a:pt x="1619185" y="770019"/>
                  </a:lnTo>
                  <a:lnTo>
                    <a:pt x="1618114" y="770455"/>
                  </a:lnTo>
                  <a:lnTo>
                    <a:pt x="1617042" y="770892"/>
                  </a:lnTo>
                  <a:lnTo>
                    <a:pt x="1615970" y="771331"/>
                  </a:lnTo>
                  <a:lnTo>
                    <a:pt x="1614899" y="771771"/>
                  </a:lnTo>
                  <a:lnTo>
                    <a:pt x="1613827" y="772212"/>
                  </a:lnTo>
                  <a:lnTo>
                    <a:pt x="1612756" y="772655"/>
                  </a:lnTo>
                  <a:lnTo>
                    <a:pt x="1611684" y="773099"/>
                  </a:lnTo>
                  <a:lnTo>
                    <a:pt x="1610612" y="773544"/>
                  </a:lnTo>
                  <a:lnTo>
                    <a:pt x="1609541" y="773990"/>
                  </a:lnTo>
                  <a:lnTo>
                    <a:pt x="1608469" y="774438"/>
                  </a:lnTo>
                  <a:lnTo>
                    <a:pt x="1607398" y="774887"/>
                  </a:lnTo>
                  <a:lnTo>
                    <a:pt x="1606326" y="775337"/>
                  </a:lnTo>
                  <a:lnTo>
                    <a:pt x="1605254" y="775788"/>
                  </a:lnTo>
                  <a:lnTo>
                    <a:pt x="1604183" y="776241"/>
                  </a:lnTo>
                  <a:lnTo>
                    <a:pt x="1603111" y="776695"/>
                  </a:lnTo>
                  <a:lnTo>
                    <a:pt x="1602040" y="777151"/>
                  </a:lnTo>
                  <a:lnTo>
                    <a:pt x="1600968" y="777607"/>
                  </a:lnTo>
                  <a:lnTo>
                    <a:pt x="1599896" y="778065"/>
                  </a:lnTo>
                  <a:lnTo>
                    <a:pt x="1598825" y="778524"/>
                  </a:lnTo>
                  <a:lnTo>
                    <a:pt x="1597753" y="778985"/>
                  </a:lnTo>
                  <a:lnTo>
                    <a:pt x="1596682" y="779446"/>
                  </a:lnTo>
                  <a:lnTo>
                    <a:pt x="1595610" y="779910"/>
                  </a:lnTo>
                  <a:lnTo>
                    <a:pt x="1594539" y="780374"/>
                  </a:lnTo>
                  <a:lnTo>
                    <a:pt x="1593467" y="780839"/>
                  </a:lnTo>
                  <a:lnTo>
                    <a:pt x="1592395" y="781306"/>
                  </a:lnTo>
                  <a:lnTo>
                    <a:pt x="1591324" y="781775"/>
                  </a:lnTo>
                  <a:lnTo>
                    <a:pt x="1590252" y="782244"/>
                  </a:lnTo>
                  <a:lnTo>
                    <a:pt x="1589181" y="782715"/>
                  </a:lnTo>
                  <a:lnTo>
                    <a:pt x="1588109" y="783187"/>
                  </a:lnTo>
                  <a:lnTo>
                    <a:pt x="1587037" y="783660"/>
                  </a:lnTo>
                  <a:lnTo>
                    <a:pt x="1585966" y="784135"/>
                  </a:lnTo>
                  <a:lnTo>
                    <a:pt x="1584894" y="784611"/>
                  </a:lnTo>
                  <a:lnTo>
                    <a:pt x="1583823" y="785088"/>
                  </a:lnTo>
                  <a:lnTo>
                    <a:pt x="1582751" y="785567"/>
                  </a:lnTo>
                  <a:lnTo>
                    <a:pt x="1581679" y="786047"/>
                  </a:lnTo>
                  <a:lnTo>
                    <a:pt x="1580608" y="786528"/>
                  </a:lnTo>
                  <a:lnTo>
                    <a:pt x="1579536" y="787010"/>
                  </a:lnTo>
                  <a:lnTo>
                    <a:pt x="1578465" y="787494"/>
                  </a:lnTo>
                  <a:lnTo>
                    <a:pt x="1577393" y="787979"/>
                  </a:lnTo>
                  <a:lnTo>
                    <a:pt x="1576321" y="788465"/>
                  </a:lnTo>
                  <a:lnTo>
                    <a:pt x="1575250" y="788953"/>
                  </a:lnTo>
                  <a:lnTo>
                    <a:pt x="1574178" y="789442"/>
                  </a:lnTo>
                  <a:lnTo>
                    <a:pt x="1573107" y="789932"/>
                  </a:lnTo>
                  <a:lnTo>
                    <a:pt x="1572035" y="790423"/>
                  </a:lnTo>
                  <a:lnTo>
                    <a:pt x="1570963" y="790916"/>
                  </a:lnTo>
                  <a:lnTo>
                    <a:pt x="1569892" y="791410"/>
                  </a:lnTo>
                  <a:lnTo>
                    <a:pt x="1568820" y="791906"/>
                  </a:lnTo>
                  <a:lnTo>
                    <a:pt x="1567749" y="792402"/>
                  </a:lnTo>
                  <a:lnTo>
                    <a:pt x="1566677" y="792900"/>
                  </a:lnTo>
                  <a:lnTo>
                    <a:pt x="1565605" y="793399"/>
                  </a:lnTo>
                  <a:lnTo>
                    <a:pt x="1564534" y="793900"/>
                  </a:lnTo>
                  <a:lnTo>
                    <a:pt x="1563462" y="794402"/>
                  </a:lnTo>
                  <a:lnTo>
                    <a:pt x="1562391" y="794905"/>
                  </a:lnTo>
                  <a:lnTo>
                    <a:pt x="1561319" y="795409"/>
                  </a:lnTo>
                  <a:lnTo>
                    <a:pt x="1560247" y="795915"/>
                  </a:lnTo>
                  <a:lnTo>
                    <a:pt x="1559176" y="796421"/>
                  </a:lnTo>
                  <a:lnTo>
                    <a:pt x="1558104" y="796930"/>
                  </a:lnTo>
                  <a:lnTo>
                    <a:pt x="1557033" y="797439"/>
                  </a:lnTo>
                  <a:lnTo>
                    <a:pt x="1555961" y="797950"/>
                  </a:lnTo>
                  <a:lnTo>
                    <a:pt x="1554889" y="798462"/>
                  </a:lnTo>
                  <a:lnTo>
                    <a:pt x="1553818" y="798975"/>
                  </a:lnTo>
                  <a:lnTo>
                    <a:pt x="1552746" y="799489"/>
                  </a:lnTo>
                  <a:lnTo>
                    <a:pt x="1551675" y="800005"/>
                  </a:lnTo>
                  <a:lnTo>
                    <a:pt x="1550603" y="800522"/>
                  </a:lnTo>
                  <a:lnTo>
                    <a:pt x="1549531" y="801041"/>
                  </a:lnTo>
                  <a:lnTo>
                    <a:pt x="1548460" y="801560"/>
                  </a:lnTo>
                  <a:lnTo>
                    <a:pt x="1547388" y="802081"/>
                  </a:lnTo>
                  <a:lnTo>
                    <a:pt x="1546317" y="802603"/>
                  </a:lnTo>
                  <a:lnTo>
                    <a:pt x="1545245" y="803126"/>
                  </a:lnTo>
                  <a:lnTo>
                    <a:pt x="1544173" y="803651"/>
                  </a:lnTo>
                  <a:lnTo>
                    <a:pt x="1543102" y="804177"/>
                  </a:lnTo>
                  <a:lnTo>
                    <a:pt x="1542030" y="804704"/>
                  </a:lnTo>
                  <a:lnTo>
                    <a:pt x="1540959" y="805232"/>
                  </a:lnTo>
                  <a:lnTo>
                    <a:pt x="1539887" y="805762"/>
                  </a:lnTo>
                  <a:lnTo>
                    <a:pt x="1538815" y="806293"/>
                  </a:lnTo>
                  <a:lnTo>
                    <a:pt x="1537744" y="806825"/>
                  </a:lnTo>
                  <a:lnTo>
                    <a:pt x="1536672" y="807358"/>
                  </a:lnTo>
                  <a:lnTo>
                    <a:pt x="1535601" y="807893"/>
                  </a:lnTo>
                  <a:lnTo>
                    <a:pt x="1534529" y="808428"/>
                  </a:lnTo>
                  <a:lnTo>
                    <a:pt x="1533457" y="808965"/>
                  </a:lnTo>
                  <a:lnTo>
                    <a:pt x="1532386" y="809504"/>
                  </a:lnTo>
                  <a:lnTo>
                    <a:pt x="1531314" y="810043"/>
                  </a:lnTo>
                  <a:lnTo>
                    <a:pt x="1530243" y="810584"/>
                  </a:lnTo>
                  <a:lnTo>
                    <a:pt x="1529171" y="811126"/>
                  </a:lnTo>
                  <a:lnTo>
                    <a:pt x="1528099" y="811669"/>
                  </a:lnTo>
                  <a:lnTo>
                    <a:pt x="1527028" y="812213"/>
                  </a:lnTo>
                  <a:lnTo>
                    <a:pt x="1525956" y="812758"/>
                  </a:lnTo>
                  <a:lnTo>
                    <a:pt x="1524885" y="813305"/>
                  </a:lnTo>
                  <a:lnTo>
                    <a:pt x="1523813" y="813853"/>
                  </a:lnTo>
                  <a:lnTo>
                    <a:pt x="1522741" y="814402"/>
                  </a:lnTo>
                  <a:lnTo>
                    <a:pt x="1521670" y="814953"/>
                  </a:lnTo>
                  <a:lnTo>
                    <a:pt x="1520598" y="815504"/>
                  </a:lnTo>
                  <a:lnTo>
                    <a:pt x="1519527" y="816057"/>
                  </a:lnTo>
                  <a:lnTo>
                    <a:pt x="1518455" y="816611"/>
                  </a:lnTo>
                  <a:lnTo>
                    <a:pt x="1517383" y="817166"/>
                  </a:lnTo>
                  <a:lnTo>
                    <a:pt x="1516312" y="817722"/>
                  </a:lnTo>
                  <a:lnTo>
                    <a:pt x="1515240" y="818279"/>
                  </a:lnTo>
                  <a:lnTo>
                    <a:pt x="1514169" y="818838"/>
                  </a:lnTo>
                  <a:lnTo>
                    <a:pt x="1513097" y="819398"/>
                  </a:lnTo>
                  <a:lnTo>
                    <a:pt x="1512025" y="819958"/>
                  </a:lnTo>
                  <a:lnTo>
                    <a:pt x="1510954" y="820520"/>
                  </a:lnTo>
                  <a:lnTo>
                    <a:pt x="1509882" y="821084"/>
                  </a:lnTo>
                  <a:lnTo>
                    <a:pt x="1508811" y="821648"/>
                  </a:lnTo>
                  <a:lnTo>
                    <a:pt x="1507739" y="822214"/>
                  </a:lnTo>
                  <a:lnTo>
                    <a:pt x="1506667" y="822780"/>
                  </a:lnTo>
                  <a:lnTo>
                    <a:pt x="1505596" y="823348"/>
                  </a:lnTo>
                  <a:lnTo>
                    <a:pt x="1504524" y="823917"/>
                  </a:lnTo>
                  <a:lnTo>
                    <a:pt x="1503453" y="824487"/>
                  </a:lnTo>
                  <a:lnTo>
                    <a:pt x="1502381" y="825058"/>
                  </a:lnTo>
                  <a:lnTo>
                    <a:pt x="1501309" y="825630"/>
                  </a:lnTo>
                  <a:lnTo>
                    <a:pt x="1500238" y="826204"/>
                  </a:lnTo>
                  <a:lnTo>
                    <a:pt x="1499166" y="826778"/>
                  </a:lnTo>
                  <a:lnTo>
                    <a:pt x="1498095" y="827354"/>
                  </a:lnTo>
                  <a:lnTo>
                    <a:pt x="1497023" y="827931"/>
                  </a:lnTo>
                  <a:lnTo>
                    <a:pt x="1495951" y="828508"/>
                  </a:lnTo>
                  <a:lnTo>
                    <a:pt x="1494880" y="829087"/>
                  </a:lnTo>
                  <a:lnTo>
                    <a:pt x="1493808" y="829667"/>
                  </a:lnTo>
                  <a:lnTo>
                    <a:pt x="1492737" y="830249"/>
                  </a:lnTo>
                  <a:lnTo>
                    <a:pt x="1491665" y="830831"/>
                  </a:lnTo>
                  <a:lnTo>
                    <a:pt x="1490593" y="831414"/>
                  </a:lnTo>
                  <a:lnTo>
                    <a:pt x="1489522" y="831998"/>
                  </a:lnTo>
                  <a:lnTo>
                    <a:pt x="1488450" y="832584"/>
                  </a:lnTo>
                  <a:lnTo>
                    <a:pt x="1487379" y="833170"/>
                  </a:lnTo>
                  <a:lnTo>
                    <a:pt x="1486307" y="833758"/>
                  </a:lnTo>
                  <a:lnTo>
                    <a:pt x="1485235" y="834346"/>
                  </a:lnTo>
                  <a:lnTo>
                    <a:pt x="1484164" y="834936"/>
                  </a:lnTo>
                  <a:lnTo>
                    <a:pt x="1483092" y="835527"/>
                  </a:lnTo>
                  <a:lnTo>
                    <a:pt x="1482021" y="836118"/>
                  </a:lnTo>
                  <a:lnTo>
                    <a:pt x="1480949" y="836711"/>
                  </a:lnTo>
                  <a:lnTo>
                    <a:pt x="1479877" y="837305"/>
                  </a:lnTo>
                  <a:lnTo>
                    <a:pt x="1478806" y="837900"/>
                  </a:lnTo>
                  <a:lnTo>
                    <a:pt x="1477734" y="838495"/>
                  </a:lnTo>
                  <a:lnTo>
                    <a:pt x="1476663" y="839092"/>
                  </a:lnTo>
                  <a:lnTo>
                    <a:pt x="1475591" y="839690"/>
                  </a:lnTo>
                  <a:lnTo>
                    <a:pt x="1474519" y="840289"/>
                  </a:lnTo>
                  <a:lnTo>
                    <a:pt x="1473448" y="840889"/>
                  </a:lnTo>
                  <a:lnTo>
                    <a:pt x="1472376" y="841490"/>
                  </a:lnTo>
                  <a:lnTo>
                    <a:pt x="1471305" y="842092"/>
                  </a:lnTo>
                  <a:lnTo>
                    <a:pt x="1470233" y="842694"/>
                  </a:lnTo>
                  <a:lnTo>
                    <a:pt x="1469161" y="843298"/>
                  </a:lnTo>
                  <a:lnTo>
                    <a:pt x="1468090" y="843903"/>
                  </a:lnTo>
                  <a:lnTo>
                    <a:pt x="1467018" y="844509"/>
                  </a:lnTo>
                  <a:lnTo>
                    <a:pt x="1465947" y="845115"/>
                  </a:lnTo>
                  <a:lnTo>
                    <a:pt x="1464875" y="845723"/>
                  </a:lnTo>
                  <a:lnTo>
                    <a:pt x="1463803" y="846332"/>
                  </a:lnTo>
                  <a:lnTo>
                    <a:pt x="1462732" y="846941"/>
                  </a:lnTo>
                  <a:lnTo>
                    <a:pt x="1461660" y="847552"/>
                  </a:lnTo>
                  <a:lnTo>
                    <a:pt x="1460589" y="848163"/>
                  </a:lnTo>
                  <a:lnTo>
                    <a:pt x="1459517" y="848775"/>
                  </a:lnTo>
                  <a:lnTo>
                    <a:pt x="1458445" y="849389"/>
                  </a:lnTo>
                  <a:lnTo>
                    <a:pt x="1457374" y="850003"/>
                  </a:lnTo>
                  <a:lnTo>
                    <a:pt x="1456302" y="850618"/>
                  </a:lnTo>
                  <a:lnTo>
                    <a:pt x="1455231" y="851234"/>
                  </a:lnTo>
                  <a:lnTo>
                    <a:pt x="1454159" y="851851"/>
                  </a:lnTo>
                  <a:lnTo>
                    <a:pt x="1453087" y="852469"/>
                  </a:lnTo>
                  <a:lnTo>
                    <a:pt x="1452016" y="853088"/>
                  </a:lnTo>
                  <a:lnTo>
                    <a:pt x="1450944" y="853707"/>
                  </a:lnTo>
                  <a:lnTo>
                    <a:pt x="1449873" y="854328"/>
                  </a:lnTo>
                  <a:lnTo>
                    <a:pt x="1448801" y="854949"/>
                  </a:lnTo>
                  <a:lnTo>
                    <a:pt x="1447729" y="855572"/>
                  </a:lnTo>
                  <a:lnTo>
                    <a:pt x="1446658" y="856195"/>
                  </a:lnTo>
                  <a:lnTo>
                    <a:pt x="1445586" y="856819"/>
                  </a:lnTo>
                  <a:lnTo>
                    <a:pt x="1444515" y="857444"/>
                  </a:lnTo>
                  <a:lnTo>
                    <a:pt x="1443443" y="858069"/>
                  </a:lnTo>
                  <a:lnTo>
                    <a:pt x="1442371" y="858696"/>
                  </a:lnTo>
                  <a:lnTo>
                    <a:pt x="1441300" y="859323"/>
                  </a:lnTo>
                  <a:lnTo>
                    <a:pt x="1440228" y="859951"/>
                  </a:lnTo>
                  <a:lnTo>
                    <a:pt x="1439157" y="860581"/>
                  </a:lnTo>
                  <a:lnTo>
                    <a:pt x="1438085" y="861210"/>
                  </a:lnTo>
                  <a:lnTo>
                    <a:pt x="1437013" y="861841"/>
                  </a:lnTo>
                  <a:lnTo>
                    <a:pt x="1435942" y="862473"/>
                  </a:lnTo>
                  <a:lnTo>
                    <a:pt x="1434870" y="863105"/>
                  </a:lnTo>
                  <a:lnTo>
                    <a:pt x="1433799" y="863738"/>
                  </a:lnTo>
                  <a:lnTo>
                    <a:pt x="1432727" y="864372"/>
                  </a:lnTo>
                  <a:lnTo>
                    <a:pt x="1431655" y="865007"/>
                  </a:lnTo>
                  <a:lnTo>
                    <a:pt x="1430584" y="865642"/>
                  </a:lnTo>
                  <a:lnTo>
                    <a:pt x="1429512" y="866279"/>
                  </a:lnTo>
                  <a:lnTo>
                    <a:pt x="1428441" y="866916"/>
                  </a:lnTo>
                  <a:lnTo>
                    <a:pt x="1427369" y="867554"/>
                  </a:lnTo>
                  <a:lnTo>
                    <a:pt x="1426297" y="868192"/>
                  </a:lnTo>
                  <a:lnTo>
                    <a:pt x="1425226" y="868832"/>
                  </a:lnTo>
                  <a:lnTo>
                    <a:pt x="1424154" y="869472"/>
                  </a:lnTo>
                  <a:lnTo>
                    <a:pt x="1423083" y="870113"/>
                  </a:lnTo>
                  <a:lnTo>
                    <a:pt x="1422011" y="870754"/>
                  </a:lnTo>
                  <a:lnTo>
                    <a:pt x="1420939" y="871397"/>
                  </a:lnTo>
                  <a:lnTo>
                    <a:pt x="1419868" y="872040"/>
                  </a:lnTo>
                  <a:lnTo>
                    <a:pt x="1418796" y="872683"/>
                  </a:lnTo>
                  <a:lnTo>
                    <a:pt x="1417725" y="873328"/>
                  </a:lnTo>
                  <a:lnTo>
                    <a:pt x="1416653" y="873973"/>
                  </a:lnTo>
                  <a:lnTo>
                    <a:pt x="1415582" y="874619"/>
                  </a:lnTo>
                  <a:lnTo>
                    <a:pt x="1414510" y="875266"/>
                  </a:lnTo>
                  <a:lnTo>
                    <a:pt x="1413438" y="875913"/>
                  </a:lnTo>
                  <a:lnTo>
                    <a:pt x="1412367" y="876561"/>
                  </a:lnTo>
                  <a:lnTo>
                    <a:pt x="1411295" y="877210"/>
                  </a:lnTo>
                  <a:lnTo>
                    <a:pt x="1410224" y="877860"/>
                  </a:lnTo>
                  <a:lnTo>
                    <a:pt x="1409152" y="878510"/>
                  </a:lnTo>
                  <a:lnTo>
                    <a:pt x="1408080" y="879160"/>
                  </a:lnTo>
                  <a:lnTo>
                    <a:pt x="1407009" y="879812"/>
                  </a:lnTo>
                  <a:lnTo>
                    <a:pt x="1405937" y="880464"/>
                  </a:lnTo>
                  <a:lnTo>
                    <a:pt x="1404866" y="881117"/>
                  </a:lnTo>
                  <a:lnTo>
                    <a:pt x="1403794" y="881770"/>
                  </a:lnTo>
                  <a:lnTo>
                    <a:pt x="1402722" y="882425"/>
                  </a:lnTo>
                  <a:lnTo>
                    <a:pt x="1401651" y="883079"/>
                  </a:lnTo>
                  <a:lnTo>
                    <a:pt x="1400579" y="883735"/>
                  </a:lnTo>
                  <a:lnTo>
                    <a:pt x="1399508" y="884391"/>
                  </a:lnTo>
                  <a:lnTo>
                    <a:pt x="1398436" y="885047"/>
                  </a:lnTo>
                  <a:lnTo>
                    <a:pt x="1397364" y="885705"/>
                  </a:lnTo>
                  <a:lnTo>
                    <a:pt x="1396293" y="886363"/>
                  </a:lnTo>
                  <a:lnTo>
                    <a:pt x="1395221" y="887021"/>
                  </a:lnTo>
                  <a:lnTo>
                    <a:pt x="1394150" y="887680"/>
                  </a:lnTo>
                  <a:lnTo>
                    <a:pt x="1393078" y="888340"/>
                  </a:lnTo>
                  <a:lnTo>
                    <a:pt x="1392006" y="889000"/>
                  </a:lnTo>
                  <a:lnTo>
                    <a:pt x="1390935" y="889661"/>
                  </a:lnTo>
                  <a:lnTo>
                    <a:pt x="1389863" y="890323"/>
                  </a:lnTo>
                  <a:lnTo>
                    <a:pt x="1388792" y="890985"/>
                  </a:lnTo>
                  <a:lnTo>
                    <a:pt x="1387720" y="891648"/>
                  </a:lnTo>
                  <a:lnTo>
                    <a:pt x="1386648" y="892311"/>
                  </a:lnTo>
                  <a:lnTo>
                    <a:pt x="1385577" y="893130"/>
                  </a:lnTo>
                  <a:lnTo>
                    <a:pt x="1384505" y="894065"/>
                  </a:lnTo>
                  <a:lnTo>
                    <a:pt x="1383434" y="895001"/>
                  </a:lnTo>
                  <a:lnTo>
                    <a:pt x="1382362" y="895938"/>
                  </a:lnTo>
                  <a:lnTo>
                    <a:pt x="1381290" y="896877"/>
                  </a:lnTo>
                  <a:lnTo>
                    <a:pt x="1380219" y="897818"/>
                  </a:lnTo>
                  <a:lnTo>
                    <a:pt x="1379147" y="898760"/>
                  </a:lnTo>
                  <a:lnTo>
                    <a:pt x="1378076" y="899704"/>
                  </a:lnTo>
                  <a:lnTo>
                    <a:pt x="1377004" y="900649"/>
                  </a:lnTo>
                  <a:lnTo>
                    <a:pt x="1375932" y="901596"/>
                  </a:lnTo>
                  <a:lnTo>
                    <a:pt x="1374861" y="902544"/>
                  </a:lnTo>
                  <a:lnTo>
                    <a:pt x="1373789" y="903494"/>
                  </a:lnTo>
                  <a:lnTo>
                    <a:pt x="1372718" y="904445"/>
                  </a:lnTo>
                  <a:lnTo>
                    <a:pt x="1371646" y="905397"/>
                  </a:lnTo>
                  <a:lnTo>
                    <a:pt x="1370574" y="906351"/>
                  </a:lnTo>
                  <a:lnTo>
                    <a:pt x="1369503" y="907307"/>
                  </a:lnTo>
                  <a:lnTo>
                    <a:pt x="1368431" y="908263"/>
                  </a:lnTo>
                  <a:lnTo>
                    <a:pt x="1367360" y="909221"/>
                  </a:lnTo>
                  <a:lnTo>
                    <a:pt x="1366288" y="910181"/>
                  </a:lnTo>
                  <a:lnTo>
                    <a:pt x="1365216" y="911142"/>
                  </a:lnTo>
                  <a:lnTo>
                    <a:pt x="1364145" y="912104"/>
                  </a:lnTo>
                  <a:lnTo>
                    <a:pt x="1363073" y="913068"/>
                  </a:lnTo>
                  <a:lnTo>
                    <a:pt x="1362002" y="914032"/>
                  </a:lnTo>
                  <a:lnTo>
                    <a:pt x="1360930" y="914999"/>
                  </a:lnTo>
                  <a:lnTo>
                    <a:pt x="1359858" y="915966"/>
                  </a:lnTo>
                  <a:lnTo>
                    <a:pt x="1358787" y="916935"/>
                  </a:lnTo>
                  <a:lnTo>
                    <a:pt x="1357715" y="917905"/>
                  </a:lnTo>
                  <a:lnTo>
                    <a:pt x="1356644" y="918877"/>
                  </a:lnTo>
                  <a:lnTo>
                    <a:pt x="1355572" y="919849"/>
                  </a:lnTo>
                  <a:lnTo>
                    <a:pt x="1354500" y="920823"/>
                  </a:lnTo>
                  <a:lnTo>
                    <a:pt x="1353429" y="921798"/>
                  </a:lnTo>
                  <a:lnTo>
                    <a:pt x="1352357" y="922775"/>
                  </a:lnTo>
                  <a:lnTo>
                    <a:pt x="1351286" y="923752"/>
                  </a:lnTo>
                  <a:lnTo>
                    <a:pt x="1350214" y="924731"/>
                  </a:lnTo>
                  <a:lnTo>
                    <a:pt x="1349142" y="925711"/>
                  </a:lnTo>
                  <a:lnTo>
                    <a:pt x="1348071" y="926692"/>
                  </a:lnTo>
                  <a:lnTo>
                    <a:pt x="1346999" y="927675"/>
                  </a:lnTo>
                  <a:lnTo>
                    <a:pt x="1345928" y="928658"/>
                  </a:lnTo>
                  <a:lnTo>
                    <a:pt x="1344856" y="929643"/>
                  </a:lnTo>
                  <a:lnTo>
                    <a:pt x="1343784" y="930629"/>
                  </a:lnTo>
                  <a:lnTo>
                    <a:pt x="1342713" y="931616"/>
                  </a:lnTo>
                  <a:lnTo>
                    <a:pt x="1341641" y="932604"/>
                  </a:lnTo>
                  <a:lnTo>
                    <a:pt x="1340570" y="933593"/>
                  </a:lnTo>
                  <a:lnTo>
                    <a:pt x="1339498" y="934583"/>
                  </a:lnTo>
                  <a:lnTo>
                    <a:pt x="1338426" y="935574"/>
                  </a:lnTo>
                  <a:lnTo>
                    <a:pt x="1337355" y="936566"/>
                  </a:lnTo>
                  <a:lnTo>
                    <a:pt x="1336283" y="937560"/>
                  </a:lnTo>
                  <a:lnTo>
                    <a:pt x="1335212" y="938554"/>
                  </a:lnTo>
                  <a:lnTo>
                    <a:pt x="1334140" y="939550"/>
                  </a:lnTo>
                  <a:lnTo>
                    <a:pt x="1333068" y="940546"/>
                  </a:lnTo>
                  <a:lnTo>
                    <a:pt x="1331997" y="941544"/>
                  </a:lnTo>
                  <a:lnTo>
                    <a:pt x="1330925" y="942542"/>
                  </a:lnTo>
                  <a:lnTo>
                    <a:pt x="1329854" y="943541"/>
                  </a:lnTo>
                  <a:lnTo>
                    <a:pt x="1328782" y="944542"/>
                  </a:lnTo>
                  <a:lnTo>
                    <a:pt x="1327710" y="945543"/>
                  </a:lnTo>
                  <a:lnTo>
                    <a:pt x="1326639" y="946545"/>
                  </a:lnTo>
                  <a:lnTo>
                    <a:pt x="1325567" y="947548"/>
                  </a:lnTo>
                  <a:lnTo>
                    <a:pt x="1324496" y="948552"/>
                  </a:lnTo>
                  <a:lnTo>
                    <a:pt x="1323424" y="949557"/>
                  </a:lnTo>
                  <a:lnTo>
                    <a:pt x="1322352" y="950563"/>
                  </a:lnTo>
                  <a:lnTo>
                    <a:pt x="1321281" y="951570"/>
                  </a:lnTo>
                  <a:lnTo>
                    <a:pt x="1320209" y="952578"/>
                  </a:lnTo>
                  <a:lnTo>
                    <a:pt x="1319138" y="953586"/>
                  </a:lnTo>
                  <a:lnTo>
                    <a:pt x="1318066" y="954595"/>
                  </a:lnTo>
                  <a:lnTo>
                    <a:pt x="1316994" y="955605"/>
                  </a:lnTo>
                  <a:lnTo>
                    <a:pt x="1315923" y="956616"/>
                  </a:lnTo>
                  <a:lnTo>
                    <a:pt x="1314851" y="957628"/>
                  </a:lnTo>
                  <a:lnTo>
                    <a:pt x="1313780" y="958641"/>
                  </a:lnTo>
                  <a:lnTo>
                    <a:pt x="1312708" y="959654"/>
                  </a:lnTo>
                  <a:lnTo>
                    <a:pt x="1311636" y="960668"/>
                  </a:lnTo>
                  <a:lnTo>
                    <a:pt x="1310565" y="961683"/>
                  </a:lnTo>
                  <a:lnTo>
                    <a:pt x="1309493" y="962698"/>
                  </a:lnTo>
                  <a:lnTo>
                    <a:pt x="1308422" y="963714"/>
                  </a:lnTo>
                  <a:lnTo>
                    <a:pt x="1307350" y="964731"/>
                  </a:lnTo>
                  <a:lnTo>
                    <a:pt x="1306278" y="965749"/>
                  </a:lnTo>
                  <a:lnTo>
                    <a:pt x="1305207" y="966767"/>
                  </a:lnTo>
                  <a:lnTo>
                    <a:pt x="1304135" y="967786"/>
                  </a:lnTo>
                  <a:lnTo>
                    <a:pt x="1303064" y="968806"/>
                  </a:lnTo>
                  <a:lnTo>
                    <a:pt x="1301992" y="969827"/>
                  </a:lnTo>
                  <a:lnTo>
                    <a:pt x="1300920" y="970848"/>
                  </a:lnTo>
                  <a:lnTo>
                    <a:pt x="1299849" y="971869"/>
                  </a:lnTo>
                  <a:lnTo>
                    <a:pt x="1298777" y="972891"/>
                  </a:lnTo>
                  <a:lnTo>
                    <a:pt x="1297706" y="973914"/>
                  </a:lnTo>
                  <a:lnTo>
                    <a:pt x="1296634" y="974938"/>
                  </a:lnTo>
                  <a:lnTo>
                    <a:pt x="1295562" y="975962"/>
                  </a:lnTo>
                  <a:lnTo>
                    <a:pt x="1294491" y="976986"/>
                  </a:lnTo>
                  <a:lnTo>
                    <a:pt x="1293419" y="978011"/>
                  </a:lnTo>
                  <a:lnTo>
                    <a:pt x="1292348" y="979037"/>
                  </a:lnTo>
                  <a:lnTo>
                    <a:pt x="1291276" y="980063"/>
                  </a:lnTo>
                  <a:lnTo>
                    <a:pt x="1290204" y="981090"/>
                  </a:lnTo>
                  <a:lnTo>
                    <a:pt x="1289133" y="982117"/>
                  </a:lnTo>
                  <a:lnTo>
                    <a:pt x="1288061" y="983145"/>
                  </a:lnTo>
                  <a:lnTo>
                    <a:pt x="1286990" y="984173"/>
                  </a:lnTo>
                  <a:lnTo>
                    <a:pt x="1285918" y="985202"/>
                  </a:lnTo>
                  <a:lnTo>
                    <a:pt x="1284846" y="986231"/>
                  </a:lnTo>
                  <a:lnTo>
                    <a:pt x="1283775" y="987260"/>
                  </a:lnTo>
                  <a:lnTo>
                    <a:pt x="1282703" y="988290"/>
                  </a:lnTo>
                  <a:lnTo>
                    <a:pt x="1281632" y="989321"/>
                  </a:lnTo>
                  <a:lnTo>
                    <a:pt x="1280560" y="990351"/>
                  </a:lnTo>
                  <a:lnTo>
                    <a:pt x="1279488" y="991383"/>
                  </a:lnTo>
                  <a:lnTo>
                    <a:pt x="1278417" y="992414"/>
                  </a:lnTo>
                  <a:lnTo>
                    <a:pt x="1277345" y="993446"/>
                  </a:lnTo>
                  <a:lnTo>
                    <a:pt x="1276274" y="994479"/>
                  </a:lnTo>
                  <a:lnTo>
                    <a:pt x="1275202" y="995511"/>
                  </a:lnTo>
                  <a:lnTo>
                    <a:pt x="1274130" y="996544"/>
                  </a:lnTo>
                  <a:lnTo>
                    <a:pt x="1273059" y="997578"/>
                  </a:lnTo>
                  <a:lnTo>
                    <a:pt x="1271987" y="998611"/>
                  </a:lnTo>
                  <a:lnTo>
                    <a:pt x="1270916" y="999645"/>
                  </a:lnTo>
                  <a:lnTo>
                    <a:pt x="1269844" y="1000679"/>
                  </a:lnTo>
                  <a:lnTo>
                    <a:pt x="1268772" y="1001714"/>
                  </a:lnTo>
                  <a:lnTo>
                    <a:pt x="1267701" y="1002749"/>
                  </a:lnTo>
                  <a:lnTo>
                    <a:pt x="1266629" y="1003784"/>
                  </a:lnTo>
                  <a:lnTo>
                    <a:pt x="1265558" y="1004819"/>
                  </a:lnTo>
                  <a:lnTo>
                    <a:pt x="1264486" y="1005854"/>
                  </a:lnTo>
                  <a:lnTo>
                    <a:pt x="1263414" y="1006890"/>
                  </a:lnTo>
                  <a:lnTo>
                    <a:pt x="1262343" y="1007926"/>
                  </a:lnTo>
                  <a:lnTo>
                    <a:pt x="1261271" y="1008962"/>
                  </a:lnTo>
                  <a:lnTo>
                    <a:pt x="1260200" y="1009999"/>
                  </a:lnTo>
                  <a:lnTo>
                    <a:pt x="1259128" y="1011035"/>
                  </a:lnTo>
                  <a:lnTo>
                    <a:pt x="1258056" y="1012072"/>
                  </a:lnTo>
                  <a:lnTo>
                    <a:pt x="1256985" y="1013108"/>
                  </a:lnTo>
                  <a:lnTo>
                    <a:pt x="1255913" y="1014145"/>
                  </a:lnTo>
                  <a:lnTo>
                    <a:pt x="1254842" y="1015182"/>
                  </a:lnTo>
                  <a:lnTo>
                    <a:pt x="1253770" y="1016220"/>
                  </a:lnTo>
                  <a:lnTo>
                    <a:pt x="1252698" y="1017257"/>
                  </a:lnTo>
                  <a:lnTo>
                    <a:pt x="1251627" y="1018294"/>
                  </a:lnTo>
                  <a:lnTo>
                    <a:pt x="1250555" y="1019332"/>
                  </a:lnTo>
                  <a:lnTo>
                    <a:pt x="1249484" y="1020369"/>
                  </a:lnTo>
                  <a:lnTo>
                    <a:pt x="1248412" y="1021407"/>
                  </a:lnTo>
                  <a:lnTo>
                    <a:pt x="1247340" y="1022444"/>
                  </a:lnTo>
                  <a:lnTo>
                    <a:pt x="1246269" y="1023482"/>
                  </a:lnTo>
                  <a:lnTo>
                    <a:pt x="1245197" y="1024520"/>
                  </a:lnTo>
                  <a:lnTo>
                    <a:pt x="1244126" y="1025557"/>
                  </a:lnTo>
                  <a:lnTo>
                    <a:pt x="1243054" y="1026595"/>
                  </a:lnTo>
                  <a:lnTo>
                    <a:pt x="1241983" y="1027633"/>
                  </a:lnTo>
                  <a:lnTo>
                    <a:pt x="1240911" y="1028671"/>
                  </a:lnTo>
                  <a:lnTo>
                    <a:pt x="1239839" y="1029708"/>
                  </a:lnTo>
                  <a:lnTo>
                    <a:pt x="1238768" y="1030746"/>
                  </a:lnTo>
                  <a:lnTo>
                    <a:pt x="1237696" y="1031783"/>
                  </a:lnTo>
                  <a:lnTo>
                    <a:pt x="1236625" y="1032821"/>
                  </a:lnTo>
                  <a:lnTo>
                    <a:pt x="1235553" y="1033858"/>
                  </a:lnTo>
                  <a:lnTo>
                    <a:pt x="1234481" y="1034896"/>
                  </a:lnTo>
                  <a:lnTo>
                    <a:pt x="1233410" y="1035933"/>
                  </a:lnTo>
                  <a:lnTo>
                    <a:pt x="1232338" y="1036970"/>
                  </a:lnTo>
                  <a:lnTo>
                    <a:pt x="1231267" y="1038007"/>
                  </a:lnTo>
                  <a:lnTo>
                    <a:pt x="1230195" y="1039044"/>
                  </a:lnTo>
                  <a:lnTo>
                    <a:pt x="1229123" y="1040081"/>
                  </a:lnTo>
                  <a:lnTo>
                    <a:pt x="1228052" y="1041117"/>
                  </a:lnTo>
                  <a:lnTo>
                    <a:pt x="1226980" y="1042154"/>
                  </a:lnTo>
                  <a:lnTo>
                    <a:pt x="1225909" y="1043190"/>
                  </a:lnTo>
                  <a:lnTo>
                    <a:pt x="1224837" y="1044226"/>
                  </a:lnTo>
                  <a:lnTo>
                    <a:pt x="1223765" y="1045262"/>
                  </a:lnTo>
                  <a:lnTo>
                    <a:pt x="1222694" y="1046298"/>
                  </a:lnTo>
                  <a:lnTo>
                    <a:pt x="1221622" y="1047333"/>
                  </a:lnTo>
                  <a:lnTo>
                    <a:pt x="1220551" y="1048369"/>
                  </a:lnTo>
                  <a:lnTo>
                    <a:pt x="1219479" y="1049404"/>
                  </a:lnTo>
                  <a:lnTo>
                    <a:pt x="1218407" y="1050439"/>
                  </a:lnTo>
                  <a:lnTo>
                    <a:pt x="1217336" y="1051473"/>
                  </a:lnTo>
                  <a:lnTo>
                    <a:pt x="1216264" y="1052507"/>
                  </a:lnTo>
                  <a:lnTo>
                    <a:pt x="1215193" y="1053541"/>
                  </a:lnTo>
                  <a:lnTo>
                    <a:pt x="1214121" y="1054575"/>
                  </a:lnTo>
                  <a:lnTo>
                    <a:pt x="1213049" y="1055609"/>
                  </a:lnTo>
                  <a:lnTo>
                    <a:pt x="1211978" y="1056642"/>
                  </a:lnTo>
                  <a:lnTo>
                    <a:pt x="1210906" y="1057675"/>
                  </a:lnTo>
                  <a:lnTo>
                    <a:pt x="1209835" y="1058707"/>
                  </a:lnTo>
                  <a:lnTo>
                    <a:pt x="1208763" y="1059739"/>
                  </a:lnTo>
                  <a:lnTo>
                    <a:pt x="1207691" y="1060771"/>
                  </a:lnTo>
                  <a:lnTo>
                    <a:pt x="1206620" y="1061803"/>
                  </a:lnTo>
                  <a:lnTo>
                    <a:pt x="1205548" y="1062834"/>
                  </a:lnTo>
                  <a:lnTo>
                    <a:pt x="1204477" y="1063865"/>
                  </a:lnTo>
                  <a:lnTo>
                    <a:pt x="1203405" y="1064895"/>
                  </a:lnTo>
                  <a:lnTo>
                    <a:pt x="1202333" y="1065925"/>
                  </a:lnTo>
                  <a:lnTo>
                    <a:pt x="1201262" y="1066954"/>
                  </a:lnTo>
                  <a:lnTo>
                    <a:pt x="1200190" y="1067984"/>
                  </a:lnTo>
                  <a:lnTo>
                    <a:pt x="1199119" y="1069012"/>
                  </a:lnTo>
                  <a:lnTo>
                    <a:pt x="1198047" y="1070041"/>
                  </a:lnTo>
                  <a:lnTo>
                    <a:pt x="1196975" y="1071068"/>
                  </a:lnTo>
                  <a:lnTo>
                    <a:pt x="1195904" y="1072096"/>
                  </a:lnTo>
                  <a:lnTo>
                    <a:pt x="1194832" y="1073123"/>
                  </a:lnTo>
                  <a:lnTo>
                    <a:pt x="1193761" y="1074149"/>
                  </a:lnTo>
                  <a:lnTo>
                    <a:pt x="1192689" y="1075175"/>
                  </a:lnTo>
                  <a:lnTo>
                    <a:pt x="1191617" y="1076201"/>
                  </a:lnTo>
                  <a:lnTo>
                    <a:pt x="1190546" y="1077226"/>
                  </a:lnTo>
                  <a:lnTo>
                    <a:pt x="1189474" y="1078250"/>
                  </a:lnTo>
                  <a:lnTo>
                    <a:pt x="1188403" y="1079274"/>
                  </a:lnTo>
                  <a:lnTo>
                    <a:pt x="1187331" y="1080298"/>
                  </a:lnTo>
                  <a:lnTo>
                    <a:pt x="1186259" y="1081321"/>
                  </a:lnTo>
                  <a:lnTo>
                    <a:pt x="1185188" y="1082343"/>
                  </a:lnTo>
                  <a:lnTo>
                    <a:pt x="1184116" y="1083365"/>
                  </a:lnTo>
                  <a:lnTo>
                    <a:pt x="1183045" y="1084386"/>
                  </a:lnTo>
                  <a:lnTo>
                    <a:pt x="1181973" y="1085407"/>
                  </a:lnTo>
                  <a:lnTo>
                    <a:pt x="1180901" y="1086427"/>
                  </a:lnTo>
                  <a:lnTo>
                    <a:pt x="1179830" y="1087447"/>
                  </a:lnTo>
                  <a:lnTo>
                    <a:pt x="1178758" y="1088466"/>
                  </a:lnTo>
                  <a:lnTo>
                    <a:pt x="1177687" y="1089484"/>
                  </a:lnTo>
                  <a:lnTo>
                    <a:pt x="1176615" y="1090502"/>
                  </a:lnTo>
                  <a:lnTo>
                    <a:pt x="1175543" y="1091519"/>
                  </a:lnTo>
                  <a:lnTo>
                    <a:pt x="1174472" y="1092535"/>
                  </a:lnTo>
                  <a:lnTo>
                    <a:pt x="1173400" y="1093551"/>
                  </a:lnTo>
                  <a:lnTo>
                    <a:pt x="1172329" y="1094567"/>
                  </a:lnTo>
                  <a:lnTo>
                    <a:pt x="1171257" y="1095581"/>
                  </a:lnTo>
                  <a:lnTo>
                    <a:pt x="1170185" y="1096595"/>
                  </a:lnTo>
                  <a:lnTo>
                    <a:pt x="1169114" y="1097608"/>
                  </a:lnTo>
                  <a:lnTo>
                    <a:pt x="1168042" y="1098621"/>
                  </a:lnTo>
                  <a:lnTo>
                    <a:pt x="1166971" y="1099632"/>
                  </a:lnTo>
                  <a:lnTo>
                    <a:pt x="1165899" y="1100644"/>
                  </a:lnTo>
                  <a:lnTo>
                    <a:pt x="1164827" y="1101654"/>
                  </a:lnTo>
                  <a:lnTo>
                    <a:pt x="1163756" y="1102664"/>
                  </a:lnTo>
                  <a:lnTo>
                    <a:pt x="1162684" y="1103673"/>
                  </a:lnTo>
                  <a:lnTo>
                    <a:pt x="1161613" y="1104681"/>
                  </a:lnTo>
                  <a:lnTo>
                    <a:pt x="1160541" y="1105688"/>
                  </a:lnTo>
                  <a:lnTo>
                    <a:pt x="1159469" y="1106695"/>
                  </a:lnTo>
                  <a:lnTo>
                    <a:pt x="1158398" y="1107701"/>
                  </a:lnTo>
                  <a:lnTo>
                    <a:pt x="1157326" y="1108706"/>
                  </a:lnTo>
                  <a:lnTo>
                    <a:pt x="1156255" y="1109711"/>
                  </a:lnTo>
                  <a:lnTo>
                    <a:pt x="1155183" y="1110714"/>
                  </a:lnTo>
                  <a:lnTo>
                    <a:pt x="1154111" y="1111717"/>
                  </a:lnTo>
                  <a:lnTo>
                    <a:pt x="1153040" y="1112719"/>
                  </a:lnTo>
                  <a:lnTo>
                    <a:pt x="1151968" y="1113720"/>
                  </a:lnTo>
                  <a:lnTo>
                    <a:pt x="1150897" y="1114721"/>
                  </a:lnTo>
                  <a:lnTo>
                    <a:pt x="1149825" y="1115720"/>
                  </a:lnTo>
                  <a:lnTo>
                    <a:pt x="1148753" y="1116719"/>
                  </a:lnTo>
                  <a:lnTo>
                    <a:pt x="1147682" y="1117717"/>
                  </a:lnTo>
                  <a:lnTo>
                    <a:pt x="1146610" y="1118714"/>
                  </a:lnTo>
                  <a:lnTo>
                    <a:pt x="1145539" y="1119710"/>
                  </a:lnTo>
                  <a:lnTo>
                    <a:pt x="1144467" y="1120706"/>
                  </a:lnTo>
                  <a:lnTo>
                    <a:pt x="1143395" y="1121700"/>
                  </a:lnTo>
                  <a:lnTo>
                    <a:pt x="1142324" y="1122694"/>
                  </a:lnTo>
                  <a:lnTo>
                    <a:pt x="1141252" y="1123687"/>
                  </a:lnTo>
                  <a:lnTo>
                    <a:pt x="1140181" y="1124678"/>
                  </a:lnTo>
                  <a:lnTo>
                    <a:pt x="1139109" y="1125669"/>
                  </a:lnTo>
                  <a:lnTo>
                    <a:pt x="1138037" y="1126659"/>
                  </a:lnTo>
                  <a:lnTo>
                    <a:pt x="1136966" y="1127649"/>
                  </a:lnTo>
                  <a:lnTo>
                    <a:pt x="1135894" y="1128637"/>
                  </a:lnTo>
                  <a:lnTo>
                    <a:pt x="1134823" y="1129624"/>
                  </a:lnTo>
                  <a:lnTo>
                    <a:pt x="1133751" y="1130610"/>
                  </a:lnTo>
                  <a:lnTo>
                    <a:pt x="1132679" y="1131596"/>
                  </a:lnTo>
                  <a:lnTo>
                    <a:pt x="1131608" y="1132580"/>
                  </a:lnTo>
                  <a:lnTo>
                    <a:pt x="1130536" y="1133564"/>
                  </a:lnTo>
                  <a:lnTo>
                    <a:pt x="1129465" y="1134546"/>
                  </a:lnTo>
                  <a:lnTo>
                    <a:pt x="1128393" y="1135528"/>
                  </a:lnTo>
                  <a:lnTo>
                    <a:pt x="1127321" y="1136508"/>
                  </a:lnTo>
                  <a:lnTo>
                    <a:pt x="1126250" y="1137488"/>
                  </a:lnTo>
                  <a:lnTo>
                    <a:pt x="1125178" y="1138466"/>
                  </a:lnTo>
                  <a:lnTo>
                    <a:pt x="1124107" y="1139444"/>
                  </a:lnTo>
                  <a:lnTo>
                    <a:pt x="1123035" y="1140420"/>
                  </a:lnTo>
                  <a:lnTo>
                    <a:pt x="1121963" y="1141396"/>
                  </a:lnTo>
                  <a:lnTo>
                    <a:pt x="1120892" y="1142371"/>
                  </a:lnTo>
                  <a:lnTo>
                    <a:pt x="1119820" y="1143344"/>
                  </a:lnTo>
                  <a:lnTo>
                    <a:pt x="1118749" y="1144316"/>
                  </a:lnTo>
                  <a:lnTo>
                    <a:pt x="1117677" y="1145288"/>
                  </a:lnTo>
                  <a:lnTo>
                    <a:pt x="1116605" y="1146258"/>
                  </a:lnTo>
                  <a:lnTo>
                    <a:pt x="1115534" y="1147228"/>
                  </a:lnTo>
                  <a:lnTo>
                    <a:pt x="1114462" y="1148196"/>
                  </a:lnTo>
                  <a:lnTo>
                    <a:pt x="1113391" y="1149163"/>
                  </a:lnTo>
                  <a:lnTo>
                    <a:pt x="1112319" y="1150129"/>
                  </a:lnTo>
                  <a:lnTo>
                    <a:pt x="1111247" y="1151094"/>
                  </a:lnTo>
                  <a:lnTo>
                    <a:pt x="1110176" y="1152058"/>
                  </a:lnTo>
                  <a:lnTo>
                    <a:pt x="1109104" y="1153021"/>
                  </a:lnTo>
                  <a:lnTo>
                    <a:pt x="1108033" y="1153982"/>
                  </a:lnTo>
                  <a:lnTo>
                    <a:pt x="1106961" y="1154943"/>
                  </a:lnTo>
                  <a:lnTo>
                    <a:pt x="1105889" y="1155903"/>
                  </a:lnTo>
                  <a:lnTo>
                    <a:pt x="1104818" y="1156861"/>
                  </a:lnTo>
                  <a:lnTo>
                    <a:pt x="1103746" y="1157818"/>
                  </a:lnTo>
                  <a:lnTo>
                    <a:pt x="1102675" y="1158774"/>
                  </a:lnTo>
                  <a:lnTo>
                    <a:pt x="1101603" y="1159729"/>
                  </a:lnTo>
                  <a:lnTo>
                    <a:pt x="1100531" y="1160683"/>
                  </a:lnTo>
                  <a:lnTo>
                    <a:pt x="1099460" y="1161636"/>
                  </a:lnTo>
                  <a:lnTo>
                    <a:pt x="1098388" y="1162587"/>
                  </a:lnTo>
                  <a:lnTo>
                    <a:pt x="1097317" y="1163538"/>
                  </a:lnTo>
                  <a:lnTo>
                    <a:pt x="1096245" y="1164487"/>
                  </a:lnTo>
                  <a:lnTo>
                    <a:pt x="1095173" y="1165435"/>
                  </a:lnTo>
                  <a:lnTo>
                    <a:pt x="1094102" y="1166382"/>
                  </a:lnTo>
                  <a:lnTo>
                    <a:pt x="1093030" y="1167327"/>
                  </a:lnTo>
                  <a:lnTo>
                    <a:pt x="1091959" y="1168272"/>
                  </a:lnTo>
                  <a:lnTo>
                    <a:pt x="1090887" y="1169215"/>
                  </a:lnTo>
                  <a:lnTo>
                    <a:pt x="1089815" y="1170157"/>
                  </a:lnTo>
                  <a:lnTo>
                    <a:pt x="1088744" y="1171098"/>
                  </a:lnTo>
                  <a:lnTo>
                    <a:pt x="1087672" y="1172037"/>
                  </a:lnTo>
                  <a:lnTo>
                    <a:pt x="1086601" y="1172976"/>
                  </a:lnTo>
                  <a:lnTo>
                    <a:pt x="1085529" y="1173913"/>
                  </a:lnTo>
                  <a:lnTo>
                    <a:pt x="1084457" y="1174849"/>
                  </a:lnTo>
                  <a:lnTo>
                    <a:pt x="1083386" y="1175784"/>
                  </a:lnTo>
                  <a:lnTo>
                    <a:pt x="1082314" y="1176717"/>
                  </a:lnTo>
                  <a:lnTo>
                    <a:pt x="1081243" y="1177649"/>
                  </a:lnTo>
                  <a:lnTo>
                    <a:pt x="1080171" y="1178580"/>
                  </a:lnTo>
                  <a:lnTo>
                    <a:pt x="1079099" y="1179510"/>
                  </a:lnTo>
                  <a:lnTo>
                    <a:pt x="1078028" y="1180438"/>
                  </a:lnTo>
                  <a:lnTo>
                    <a:pt x="1076956" y="1181365"/>
                  </a:lnTo>
                  <a:lnTo>
                    <a:pt x="1075885" y="1182291"/>
                  </a:lnTo>
                  <a:lnTo>
                    <a:pt x="1074813" y="1183216"/>
                  </a:lnTo>
                  <a:lnTo>
                    <a:pt x="1073741" y="1184139"/>
                  </a:lnTo>
                  <a:lnTo>
                    <a:pt x="1072670" y="1185061"/>
                  </a:lnTo>
                  <a:lnTo>
                    <a:pt x="1071598" y="1185981"/>
                  </a:lnTo>
                  <a:lnTo>
                    <a:pt x="1070527" y="1186901"/>
                  </a:lnTo>
                  <a:lnTo>
                    <a:pt x="1069455" y="1187819"/>
                  </a:lnTo>
                  <a:lnTo>
                    <a:pt x="1068383" y="1188736"/>
                  </a:lnTo>
                  <a:lnTo>
                    <a:pt x="1067312" y="1189651"/>
                  </a:lnTo>
                  <a:lnTo>
                    <a:pt x="1066240" y="1190565"/>
                  </a:lnTo>
                  <a:lnTo>
                    <a:pt x="1065169" y="1191478"/>
                  </a:lnTo>
                  <a:lnTo>
                    <a:pt x="1064097" y="1192389"/>
                  </a:lnTo>
                  <a:lnTo>
                    <a:pt x="1063026" y="1193299"/>
                  </a:lnTo>
                  <a:lnTo>
                    <a:pt x="1061954" y="1194208"/>
                  </a:lnTo>
                  <a:lnTo>
                    <a:pt x="1060882" y="1195115"/>
                  </a:lnTo>
                  <a:lnTo>
                    <a:pt x="1059811" y="1196021"/>
                  </a:lnTo>
                  <a:lnTo>
                    <a:pt x="1058739" y="1196926"/>
                  </a:lnTo>
                  <a:lnTo>
                    <a:pt x="1057668" y="1197829"/>
                  </a:lnTo>
                  <a:lnTo>
                    <a:pt x="1056596" y="1198731"/>
                  </a:lnTo>
                  <a:lnTo>
                    <a:pt x="1055524" y="1199632"/>
                  </a:lnTo>
                  <a:lnTo>
                    <a:pt x="1054453" y="1200531"/>
                  </a:lnTo>
                  <a:lnTo>
                    <a:pt x="1053381" y="1201429"/>
                  </a:lnTo>
                  <a:lnTo>
                    <a:pt x="1052310" y="1202325"/>
                  </a:lnTo>
                  <a:lnTo>
                    <a:pt x="1051238" y="1203220"/>
                  </a:lnTo>
                  <a:lnTo>
                    <a:pt x="1050166" y="1204114"/>
                  </a:lnTo>
                  <a:lnTo>
                    <a:pt x="1049095" y="1205006"/>
                  </a:lnTo>
                  <a:lnTo>
                    <a:pt x="1048023" y="1205897"/>
                  </a:lnTo>
                  <a:lnTo>
                    <a:pt x="1046952" y="1206786"/>
                  </a:lnTo>
                  <a:lnTo>
                    <a:pt x="1045880" y="1207674"/>
                  </a:lnTo>
                  <a:lnTo>
                    <a:pt x="1044808" y="1208560"/>
                  </a:lnTo>
                  <a:lnTo>
                    <a:pt x="1043737" y="1209445"/>
                  </a:lnTo>
                  <a:lnTo>
                    <a:pt x="1042665" y="1210329"/>
                  </a:lnTo>
                  <a:lnTo>
                    <a:pt x="1041594" y="1211211"/>
                  </a:lnTo>
                  <a:lnTo>
                    <a:pt x="1040522" y="1212092"/>
                  </a:lnTo>
                  <a:lnTo>
                    <a:pt x="1039450" y="1212972"/>
                  </a:lnTo>
                  <a:lnTo>
                    <a:pt x="1038379" y="1213849"/>
                  </a:lnTo>
                  <a:lnTo>
                    <a:pt x="1037307" y="1214726"/>
                  </a:lnTo>
                  <a:lnTo>
                    <a:pt x="1036236" y="1215601"/>
                  </a:lnTo>
                  <a:lnTo>
                    <a:pt x="1035164" y="1216474"/>
                  </a:lnTo>
                  <a:lnTo>
                    <a:pt x="1034092" y="1217346"/>
                  </a:lnTo>
                  <a:lnTo>
                    <a:pt x="1033021" y="1218217"/>
                  </a:lnTo>
                  <a:lnTo>
                    <a:pt x="1031949" y="1219086"/>
                  </a:lnTo>
                  <a:lnTo>
                    <a:pt x="1030878" y="1219954"/>
                  </a:lnTo>
                  <a:lnTo>
                    <a:pt x="1029806" y="1220820"/>
                  </a:lnTo>
                  <a:lnTo>
                    <a:pt x="1028734" y="1221685"/>
                  </a:lnTo>
                  <a:lnTo>
                    <a:pt x="1027663" y="1222548"/>
                  </a:lnTo>
                  <a:lnTo>
                    <a:pt x="1026591" y="1223410"/>
                  </a:lnTo>
                  <a:lnTo>
                    <a:pt x="1025520" y="1224270"/>
                  </a:lnTo>
                  <a:lnTo>
                    <a:pt x="1024448" y="1225129"/>
                  </a:lnTo>
                  <a:lnTo>
                    <a:pt x="1023376" y="1225986"/>
                  </a:lnTo>
                  <a:lnTo>
                    <a:pt x="1022305" y="1226841"/>
                  </a:lnTo>
                  <a:lnTo>
                    <a:pt x="1021233" y="1227696"/>
                  </a:lnTo>
                  <a:lnTo>
                    <a:pt x="1020162" y="1228548"/>
                  </a:lnTo>
                  <a:lnTo>
                    <a:pt x="1019090" y="1229399"/>
                  </a:lnTo>
                  <a:lnTo>
                    <a:pt x="1018018" y="1230249"/>
                  </a:lnTo>
                  <a:lnTo>
                    <a:pt x="1016947" y="1231097"/>
                  </a:lnTo>
                  <a:lnTo>
                    <a:pt x="1015875" y="1231944"/>
                  </a:lnTo>
                  <a:lnTo>
                    <a:pt x="1014804" y="1232789"/>
                  </a:lnTo>
                  <a:lnTo>
                    <a:pt x="1013732" y="1233632"/>
                  </a:lnTo>
                  <a:lnTo>
                    <a:pt x="1012660" y="1234474"/>
                  </a:lnTo>
                  <a:lnTo>
                    <a:pt x="1011589" y="1235315"/>
                  </a:lnTo>
                  <a:lnTo>
                    <a:pt x="1010517" y="1236154"/>
                  </a:lnTo>
                  <a:lnTo>
                    <a:pt x="1009446" y="1236991"/>
                  </a:lnTo>
                  <a:lnTo>
                    <a:pt x="1008374" y="1237827"/>
                  </a:lnTo>
                  <a:lnTo>
                    <a:pt x="1007302" y="1238661"/>
                  </a:lnTo>
                  <a:lnTo>
                    <a:pt x="1006231" y="1239493"/>
                  </a:lnTo>
                  <a:lnTo>
                    <a:pt x="1005159" y="1240325"/>
                  </a:lnTo>
                  <a:lnTo>
                    <a:pt x="1004088" y="1241154"/>
                  </a:lnTo>
                  <a:lnTo>
                    <a:pt x="1003016" y="1241982"/>
                  </a:lnTo>
                  <a:lnTo>
                    <a:pt x="1001944" y="1242808"/>
                  </a:lnTo>
                  <a:lnTo>
                    <a:pt x="1000873" y="1243633"/>
                  </a:lnTo>
                  <a:lnTo>
                    <a:pt x="999801" y="1244456"/>
                  </a:lnTo>
                  <a:lnTo>
                    <a:pt x="998730" y="1245278"/>
                  </a:lnTo>
                  <a:lnTo>
                    <a:pt x="997658" y="1246098"/>
                  </a:lnTo>
                  <a:lnTo>
                    <a:pt x="996586" y="1246916"/>
                  </a:lnTo>
                  <a:lnTo>
                    <a:pt x="995515" y="1247733"/>
                  </a:lnTo>
                  <a:lnTo>
                    <a:pt x="994443" y="1248548"/>
                  </a:lnTo>
                  <a:lnTo>
                    <a:pt x="993372" y="1249362"/>
                  </a:lnTo>
                  <a:lnTo>
                    <a:pt x="992300" y="1250174"/>
                  </a:lnTo>
                  <a:lnTo>
                    <a:pt x="991228" y="1250985"/>
                  </a:lnTo>
                  <a:lnTo>
                    <a:pt x="990157" y="1251793"/>
                  </a:lnTo>
                  <a:lnTo>
                    <a:pt x="989085" y="1252601"/>
                  </a:lnTo>
                  <a:lnTo>
                    <a:pt x="988014" y="1253406"/>
                  </a:lnTo>
                  <a:lnTo>
                    <a:pt x="986942" y="1254210"/>
                  </a:lnTo>
                  <a:lnTo>
                    <a:pt x="985870" y="1255013"/>
                  </a:lnTo>
                  <a:lnTo>
                    <a:pt x="984799" y="1255813"/>
                  </a:lnTo>
                  <a:lnTo>
                    <a:pt x="983727" y="1256612"/>
                  </a:lnTo>
                  <a:lnTo>
                    <a:pt x="982656" y="1257410"/>
                  </a:lnTo>
                  <a:lnTo>
                    <a:pt x="981584" y="1258206"/>
                  </a:lnTo>
                  <a:lnTo>
                    <a:pt x="980512" y="1259000"/>
                  </a:lnTo>
                  <a:lnTo>
                    <a:pt x="979441" y="1259792"/>
                  </a:lnTo>
                  <a:lnTo>
                    <a:pt x="978369" y="1260583"/>
                  </a:lnTo>
                  <a:lnTo>
                    <a:pt x="977298" y="1261373"/>
                  </a:lnTo>
                  <a:lnTo>
                    <a:pt x="976226" y="1262160"/>
                  </a:lnTo>
                  <a:lnTo>
                    <a:pt x="975154" y="1262946"/>
                  </a:lnTo>
                  <a:lnTo>
                    <a:pt x="974083" y="1263731"/>
                  </a:lnTo>
                  <a:lnTo>
                    <a:pt x="973011" y="1264513"/>
                  </a:lnTo>
                  <a:lnTo>
                    <a:pt x="971940" y="1265294"/>
                  </a:lnTo>
                  <a:lnTo>
                    <a:pt x="970868" y="1266074"/>
                  </a:lnTo>
                  <a:lnTo>
                    <a:pt x="969796" y="1266851"/>
                  </a:lnTo>
                  <a:lnTo>
                    <a:pt x="968725" y="1267628"/>
                  </a:lnTo>
                  <a:lnTo>
                    <a:pt x="967653" y="1268402"/>
                  </a:lnTo>
                  <a:lnTo>
                    <a:pt x="966582" y="1269175"/>
                  </a:lnTo>
                  <a:lnTo>
                    <a:pt x="965510" y="1269946"/>
                  </a:lnTo>
                  <a:lnTo>
                    <a:pt x="964438" y="1270715"/>
                  </a:lnTo>
                  <a:lnTo>
                    <a:pt x="963367" y="1271483"/>
                  </a:lnTo>
                  <a:lnTo>
                    <a:pt x="962295" y="1272249"/>
                  </a:lnTo>
                  <a:lnTo>
                    <a:pt x="961224" y="1273013"/>
                  </a:lnTo>
                  <a:lnTo>
                    <a:pt x="960152" y="1273776"/>
                  </a:lnTo>
                  <a:lnTo>
                    <a:pt x="959080" y="1274537"/>
                  </a:lnTo>
                  <a:lnTo>
                    <a:pt x="958009" y="1275296"/>
                  </a:lnTo>
                  <a:lnTo>
                    <a:pt x="956937" y="1276054"/>
                  </a:lnTo>
                  <a:lnTo>
                    <a:pt x="955866" y="1276810"/>
                  </a:lnTo>
                  <a:lnTo>
                    <a:pt x="954794" y="1277564"/>
                  </a:lnTo>
                  <a:lnTo>
                    <a:pt x="953722" y="1278316"/>
                  </a:lnTo>
                  <a:lnTo>
                    <a:pt x="952651" y="1279067"/>
                  </a:lnTo>
                  <a:lnTo>
                    <a:pt x="951579" y="1279816"/>
                  </a:lnTo>
                  <a:lnTo>
                    <a:pt x="950508" y="1280564"/>
                  </a:lnTo>
                  <a:lnTo>
                    <a:pt x="949436" y="1281309"/>
                  </a:lnTo>
                  <a:lnTo>
                    <a:pt x="948364" y="1282053"/>
                  </a:lnTo>
                  <a:lnTo>
                    <a:pt x="947293" y="1282796"/>
                  </a:lnTo>
                  <a:lnTo>
                    <a:pt x="946221" y="1283536"/>
                  </a:lnTo>
                  <a:lnTo>
                    <a:pt x="945150" y="1284275"/>
                  </a:lnTo>
                  <a:lnTo>
                    <a:pt x="944078" y="1285012"/>
                  </a:lnTo>
                  <a:lnTo>
                    <a:pt x="943006" y="1285748"/>
                  </a:lnTo>
                  <a:lnTo>
                    <a:pt x="941935" y="1286482"/>
                  </a:lnTo>
                  <a:lnTo>
                    <a:pt x="940863" y="1287214"/>
                  </a:lnTo>
                  <a:lnTo>
                    <a:pt x="939792" y="1287944"/>
                  </a:lnTo>
                  <a:lnTo>
                    <a:pt x="938720" y="1288673"/>
                  </a:lnTo>
                  <a:lnTo>
                    <a:pt x="937648" y="1289399"/>
                  </a:lnTo>
                  <a:lnTo>
                    <a:pt x="936577" y="1290125"/>
                  </a:lnTo>
                  <a:lnTo>
                    <a:pt x="935505" y="1290848"/>
                  </a:lnTo>
                  <a:lnTo>
                    <a:pt x="934434" y="1291570"/>
                  </a:lnTo>
                  <a:lnTo>
                    <a:pt x="933362" y="1292290"/>
                  </a:lnTo>
                  <a:lnTo>
                    <a:pt x="932290" y="1293008"/>
                  </a:lnTo>
                  <a:lnTo>
                    <a:pt x="931219" y="1293724"/>
                  </a:lnTo>
                  <a:lnTo>
                    <a:pt x="930147" y="1294439"/>
                  </a:lnTo>
                  <a:lnTo>
                    <a:pt x="929076" y="1295152"/>
                  </a:lnTo>
                  <a:lnTo>
                    <a:pt x="928004" y="1295863"/>
                  </a:lnTo>
                  <a:lnTo>
                    <a:pt x="926932" y="1296573"/>
                  </a:lnTo>
                  <a:lnTo>
                    <a:pt x="925861" y="1297281"/>
                  </a:lnTo>
                  <a:lnTo>
                    <a:pt x="924789" y="1297987"/>
                  </a:lnTo>
                  <a:lnTo>
                    <a:pt x="923718" y="1298691"/>
                  </a:lnTo>
                  <a:lnTo>
                    <a:pt x="922646" y="1299394"/>
                  </a:lnTo>
                  <a:lnTo>
                    <a:pt x="921574" y="1300094"/>
                  </a:lnTo>
                  <a:lnTo>
                    <a:pt x="920503" y="1300793"/>
                  </a:lnTo>
                  <a:lnTo>
                    <a:pt x="919431" y="1301491"/>
                  </a:lnTo>
                  <a:lnTo>
                    <a:pt x="918360" y="1302186"/>
                  </a:lnTo>
                  <a:lnTo>
                    <a:pt x="917288" y="1302880"/>
                  </a:lnTo>
                  <a:lnTo>
                    <a:pt x="916216" y="1303572"/>
                  </a:lnTo>
                  <a:lnTo>
                    <a:pt x="915145" y="1304262"/>
                  </a:lnTo>
                  <a:lnTo>
                    <a:pt x="914073" y="1304951"/>
                  </a:lnTo>
                  <a:lnTo>
                    <a:pt x="913002" y="1305638"/>
                  </a:lnTo>
                  <a:lnTo>
                    <a:pt x="911930" y="1306323"/>
                  </a:lnTo>
                  <a:lnTo>
                    <a:pt x="910858" y="1307006"/>
                  </a:lnTo>
                  <a:lnTo>
                    <a:pt x="909787" y="1307688"/>
                  </a:lnTo>
                  <a:lnTo>
                    <a:pt x="908715" y="1308367"/>
                  </a:lnTo>
                  <a:lnTo>
                    <a:pt x="907644" y="1309045"/>
                  </a:lnTo>
                  <a:lnTo>
                    <a:pt x="906572" y="1309722"/>
                  </a:lnTo>
                  <a:lnTo>
                    <a:pt x="905500" y="1310396"/>
                  </a:lnTo>
                  <a:lnTo>
                    <a:pt x="904429" y="1311069"/>
                  </a:lnTo>
                  <a:lnTo>
                    <a:pt x="903357" y="1311740"/>
                  </a:lnTo>
                  <a:lnTo>
                    <a:pt x="902286" y="1312410"/>
                  </a:lnTo>
                  <a:lnTo>
                    <a:pt x="901214" y="1313077"/>
                  </a:lnTo>
                  <a:lnTo>
                    <a:pt x="900142" y="1313743"/>
                  </a:lnTo>
                  <a:lnTo>
                    <a:pt x="899071" y="1314408"/>
                  </a:lnTo>
                  <a:lnTo>
                    <a:pt x="897999" y="1315070"/>
                  </a:lnTo>
                  <a:lnTo>
                    <a:pt x="896928" y="1315731"/>
                  </a:lnTo>
                  <a:lnTo>
                    <a:pt x="895856" y="1316391"/>
                  </a:lnTo>
                  <a:lnTo>
                    <a:pt x="894784" y="1317048"/>
                  </a:lnTo>
                  <a:lnTo>
                    <a:pt x="893713" y="1317704"/>
                  </a:lnTo>
                  <a:lnTo>
                    <a:pt x="892641" y="1318359"/>
                  </a:lnTo>
                  <a:lnTo>
                    <a:pt x="891570" y="1319011"/>
                  </a:lnTo>
                  <a:lnTo>
                    <a:pt x="890498" y="1319662"/>
                  </a:lnTo>
                  <a:lnTo>
                    <a:pt x="889426" y="1320312"/>
                  </a:lnTo>
                  <a:lnTo>
                    <a:pt x="888355" y="1320960"/>
                  </a:lnTo>
                  <a:lnTo>
                    <a:pt x="887283" y="1321606"/>
                  </a:lnTo>
                  <a:lnTo>
                    <a:pt x="886212" y="1322250"/>
                  </a:lnTo>
                  <a:lnTo>
                    <a:pt x="885140" y="1322893"/>
                  </a:lnTo>
                  <a:lnTo>
                    <a:pt x="884069" y="1323535"/>
                  </a:lnTo>
                  <a:lnTo>
                    <a:pt x="882997" y="1324175"/>
                  </a:lnTo>
                  <a:lnTo>
                    <a:pt x="881925" y="1324813"/>
                  </a:lnTo>
                  <a:lnTo>
                    <a:pt x="880854" y="1325450"/>
                  </a:lnTo>
                  <a:lnTo>
                    <a:pt x="879782" y="1326085"/>
                  </a:lnTo>
                  <a:lnTo>
                    <a:pt x="878711" y="1326718"/>
                  </a:lnTo>
                  <a:lnTo>
                    <a:pt x="877639" y="1327350"/>
                  </a:lnTo>
                  <a:lnTo>
                    <a:pt x="876567" y="1327981"/>
                  </a:lnTo>
                  <a:lnTo>
                    <a:pt x="875496" y="1328610"/>
                  </a:lnTo>
                  <a:lnTo>
                    <a:pt x="874424" y="1329237"/>
                  </a:lnTo>
                  <a:lnTo>
                    <a:pt x="873353" y="1329863"/>
                  </a:lnTo>
                  <a:lnTo>
                    <a:pt x="872281" y="1330487"/>
                  </a:lnTo>
                  <a:lnTo>
                    <a:pt x="871209" y="1331110"/>
                  </a:lnTo>
                  <a:lnTo>
                    <a:pt x="870138" y="1331731"/>
                  </a:lnTo>
                  <a:lnTo>
                    <a:pt x="869066" y="1332351"/>
                  </a:lnTo>
                  <a:lnTo>
                    <a:pt x="867995" y="1332970"/>
                  </a:lnTo>
                  <a:lnTo>
                    <a:pt x="866923" y="1333586"/>
                  </a:lnTo>
                  <a:lnTo>
                    <a:pt x="865851" y="1334202"/>
                  </a:lnTo>
                  <a:lnTo>
                    <a:pt x="864780" y="1334816"/>
                  </a:lnTo>
                  <a:lnTo>
                    <a:pt x="863708" y="1335428"/>
                  </a:lnTo>
                  <a:lnTo>
                    <a:pt x="862637" y="1336039"/>
                  </a:lnTo>
                  <a:lnTo>
                    <a:pt x="861565" y="1336649"/>
                  </a:lnTo>
                  <a:lnTo>
                    <a:pt x="860493" y="1337257"/>
                  </a:lnTo>
                  <a:lnTo>
                    <a:pt x="859422" y="1337863"/>
                  </a:lnTo>
                  <a:lnTo>
                    <a:pt x="858350" y="1338468"/>
                  </a:lnTo>
                  <a:lnTo>
                    <a:pt x="857279" y="1339072"/>
                  </a:lnTo>
                  <a:lnTo>
                    <a:pt x="856207" y="1339674"/>
                  </a:lnTo>
                  <a:lnTo>
                    <a:pt x="855135" y="1340275"/>
                  </a:lnTo>
                  <a:lnTo>
                    <a:pt x="854064" y="1340875"/>
                  </a:lnTo>
                  <a:lnTo>
                    <a:pt x="852992" y="1341473"/>
                  </a:lnTo>
                  <a:lnTo>
                    <a:pt x="851921" y="1342070"/>
                  </a:lnTo>
                  <a:lnTo>
                    <a:pt x="850849" y="1342665"/>
                  </a:lnTo>
                  <a:lnTo>
                    <a:pt x="849777" y="1343259"/>
                  </a:lnTo>
                  <a:lnTo>
                    <a:pt x="848706" y="1343851"/>
                  </a:lnTo>
                  <a:lnTo>
                    <a:pt x="847634" y="1344443"/>
                  </a:lnTo>
                  <a:lnTo>
                    <a:pt x="846563" y="1345032"/>
                  </a:lnTo>
                  <a:lnTo>
                    <a:pt x="845491" y="1345621"/>
                  </a:lnTo>
                  <a:lnTo>
                    <a:pt x="844419" y="1346208"/>
                  </a:lnTo>
                  <a:lnTo>
                    <a:pt x="843348" y="1346794"/>
                  </a:lnTo>
                  <a:lnTo>
                    <a:pt x="842276" y="1347378"/>
                  </a:lnTo>
                  <a:lnTo>
                    <a:pt x="841205" y="1347961"/>
                  </a:lnTo>
                  <a:lnTo>
                    <a:pt x="840133" y="1348543"/>
                  </a:lnTo>
                  <a:lnTo>
                    <a:pt x="839061" y="1349123"/>
                  </a:lnTo>
                  <a:lnTo>
                    <a:pt x="837990" y="1349702"/>
                  </a:lnTo>
                  <a:lnTo>
                    <a:pt x="836918" y="1350280"/>
                  </a:lnTo>
                  <a:lnTo>
                    <a:pt x="835847" y="1350856"/>
                  </a:lnTo>
                  <a:lnTo>
                    <a:pt x="834775" y="1351432"/>
                  </a:lnTo>
                  <a:lnTo>
                    <a:pt x="833703" y="1352005"/>
                  </a:lnTo>
                  <a:lnTo>
                    <a:pt x="832632" y="1352578"/>
                  </a:lnTo>
                  <a:lnTo>
                    <a:pt x="831560" y="1353149"/>
                  </a:lnTo>
                  <a:lnTo>
                    <a:pt x="830489" y="1353719"/>
                  </a:lnTo>
                  <a:lnTo>
                    <a:pt x="829417" y="1354288"/>
                  </a:lnTo>
                  <a:lnTo>
                    <a:pt x="828345" y="1354856"/>
                  </a:lnTo>
                  <a:lnTo>
                    <a:pt x="827274" y="1355422"/>
                  </a:lnTo>
                  <a:lnTo>
                    <a:pt x="826202" y="1355987"/>
                  </a:lnTo>
                  <a:lnTo>
                    <a:pt x="825131" y="1356550"/>
                  </a:lnTo>
                  <a:lnTo>
                    <a:pt x="824059" y="1357113"/>
                  </a:lnTo>
                  <a:lnTo>
                    <a:pt x="822987" y="1357674"/>
                  </a:lnTo>
                  <a:lnTo>
                    <a:pt x="821916" y="1358234"/>
                  </a:lnTo>
                  <a:lnTo>
                    <a:pt x="820844" y="1358793"/>
                  </a:lnTo>
                  <a:lnTo>
                    <a:pt x="819773" y="1359351"/>
                  </a:lnTo>
                  <a:lnTo>
                    <a:pt x="818701" y="1359907"/>
                  </a:lnTo>
                  <a:lnTo>
                    <a:pt x="817629" y="1360462"/>
                  </a:lnTo>
                  <a:lnTo>
                    <a:pt x="816558" y="1361016"/>
                  </a:lnTo>
                  <a:lnTo>
                    <a:pt x="815486" y="1361569"/>
                  </a:lnTo>
                  <a:lnTo>
                    <a:pt x="814415" y="1362120"/>
                  </a:lnTo>
                  <a:lnTo>
                    <a:pt x="813343" y="1362671"/>
                  </a:lnTo>
                  <a:lnTo>
                    <a:pt x="812271" y="1363220"/>
                  </a:lnTo>
                  <a:lnTo>
                    <a:pt x="811200" y="1363768"/>
                  </a:lnTo>
                  <a:lnTo>
                    <a:pt x="810128" y="1364315"/>
                  </a:lnTo>
                  <a:lnTo>
                    <a:pt x="809057" y="1364861"/>
                  </a:lnTo>
                  <a:lnTo>
                    <a:pt x="807985" y="1365405"/>
                  </a:lnTo>
                  <a:lnTo>
                    <a:pt x="806913" y="1365949"/>
                  </a:lnTo>
                  <a:lnTo>
                    <a:pt x="805842" y="1366491"/>
                  </a:lnTo>
                  <a:lnTo>
                    <a:pt x="804770" y="1367032"/>
                  </a:lnTo>
                  <a:lnTo>
                    <a:pt x="803699" y="1367572"/>
                  </a:lnTo>
                  <a:lnTo>
                    <a:pt x="802627" y="1368111"/>
                  </a:lnTo>
                  <a:lnTo>
                    <a:pt x="801555" y="1368649"/>
                  </a:lnTo>
                  <a:lnTo>
                    <a:pt x="800484" y="1369186"/>
                  </a:lnTo>
                  <a:lnTo>
                    <a:pt x="799412" y="1369721"/>
                  </a:lnTo>
                  <a:lnTo>
                    <a:pt x="798341" y="1370256"/>
                  </a:lnTo>
                  <a:lnTo>
                    <a:pt x="797269" y="1370789"/>
                  </a:lnTo>
                  <a:lnTo>
                    <a:pt x="796197" y="1371321"/>
                  </a:lnTo>
                  <a:lnTo>
                    <a:pt x="795126" y="1371853"/>
                  </a:lnTo>
                  <a:lnTo>
                    <a:pt x="794054" y="1372383"/>
                  </a:lnTo>
                  <a:lnTo>
                    <a:pt x="792983" y="1372912"/>
                  </a:lnTo>
                  <a:lnTo>
                    <a:pt x="791911" y="1373440"/>
                  </a:lnTo>
                  <a:lnTo>
                    <a:pt x="790839" y="1373967"/>
                  </a:lnTo>
                  <a:lnTo>
                    <a:pt x="789768" y="1374493"/>
                  </a:lnTo>
                  <a:lnTo>
                    <a:pt x="788696" y="1375017"/>
                  </a:lnTo>
                  <a:lnTo>
                    <a:pt x="787625" y="1375541"/>
                  </a:lnTo>
                  <a:lnTo>
                    <a:pt x="786553" y="1376064"/>
                  </a:lnTo>
                  <a:lnTo>
                    <a:pt x="785481" y="1376586"/>
                  </a:lnTo>
                  <a:lnTo>
                    <a:pt x="784410" y="1377106"/>
                  </a:lnTo>
                  <a:lnTo>
                    <a:pt x="783338" y="1377626"/>
                  </a:lnTo>
                  <a:lnTo>
                    <a:pt x="782267" y="1378145"/>
                  </a:lnTo>
                  <a:lnTo>
                    <a:pt x="781195" y="1378662"/>
                  </a:lnTo>
                  <a:lnTo>
                    <a:pt x="780123" y="1379179"/>
                  </a:lnTo>
                  <a:lnTo>
                    <a:pt x="779052" y="1379694"/>
                  </a:lnTo>
                  <a:lnTo>
                    <a:pt x="777980" y="1380209"/>
                  </a:lnTo>
                  <a:lnTo>
                    <a:pt x="776909" y="1380723"/>
                  </a:lnTo>
                  <a:lnTo>
                    <a:pt x="775837" y="1381235"/>
                  </a:lnTo>
                  <a:lnTo>
                    <a:pt x="774765" y="1381747"/>
                  </a:lnTo>
                  <a:lnTo>
                    <a:pt x="773694" y="1382258"/>
                  </a:lnTo>
                  <a:lnTo>
                    <a:pt x="772622" y="1382767"/>
                  </a:lnTo>
                  <a:lnTo>
                    <a:pt x="771551" y="1383276"/>
                  </a:lnTo>
                  <a:lnTo>
                    <a:pt x="770479" y="1383784"/>
                  </a:lnTo>
                  <a:lnTo>
                    <a:pt x="769407" y="1384291"/>
                  </a:lnTo>
                  <a:lnTo>
                    <a:pt x="768336" y="1384797"/>
                  </a:lnTo>
                  <a:lnTo>
                    <a:pt x="767264" y="1385302"/>
                  </a:lnTo>
                  <a:lnTo>
                    <a:pt x="766193" y="1385806"/>
                  </a:lnTo>
                  <a:lnTo>
                    <a:pt x="765121" y="1386309"/>
                  </a:lnTo>
                  <a:lnTo>
                    <a:pt x="764049" y="1386811"/>
                  </a:lnTo>
                  <a:lnTo>
                    <a:pt x="762978" y="1387312"/>
                  </a:lnTo>
                  <a:lnTo>
                    <a:pt x="761906" y="1387813"/>
                  </a:lnTo>
                  <a:lnTo>
                    <a:pt x="760835" y="1388312"/>
                  </a:lnTo>
                  <a:lnTo>
                    <a:pt x="759763" y="1388811"/>
                  </a:lnTo>
                  <a:lnTo>
                    <a:pt x="758691" y="1389308"/>
                  </a:lnTo>
                  <a:lnTo>
                    <a:pt x="757620" y="1389805"/>
                  </a:lnTo>
                  <a:lnTo>
                    <a:pt x="756548" y="1390301"/>
                  </a:lnTo>
                  <a:lnTo>
                    <a:pt x="755477" y="1390796"/>
                  </a:lnTo>
                  <a:lnTo>
                    <a:pt x="754405" y="1391290"/>
                  </a:lnTo>
                  <a:lnTo>
                    <a:pt x="753333" y="1391783"/>
                  </a:lnTo>
                  <a:lnTo>
                    <a:pt x="752262" y="1392276"/>
                  </a:lnTo>
                  <a:lnTo>
                    <a:pt x="751190" y="1392767"/>
                  </a:lnTo>
                  <a:lnTo>
                    <a:pt x="750119" y="1393258"/>
                  </a:lnTo>
                  <a:lnTo>
                    <a:pt x="749047" y="1393748"/>
                  </a:lnTo>
                  <a:lnTo>
                    <a:pt x="747975" y="1394237"/>
                  </a:lnTo>
                  <a:lnTo>
                    <a:pt x="746904" y="1394725"/>
                  </a:lnTo>
                  <a:lnTo>
                    <a:pt x="745832" y="1395212"/>
                  </a:lnTo>
                  <a:lnTo>
                    <a:pt x="744761" y="1395699"/>
                  </a:lnTo>
                  <a:lnTo>
                    <a:pt x="743689" y="1396184"/>
                  </a:lnTo>
                  <a:lnTo>
                    <a:pt x="742617" y="1396669"/>
                  </a:lnTo>
                  <a:lnTo>
                    <a:pt x="741546" y="1397153"/>
                  </a:lnTo>
                  <a:lnTo>
                    <a:pt x="740474" y="1397636"/>
                  </a:lnTo>
                  <a:lnTo>
                    <a:pt x="739403" y="1398119"/>
                  </a:lnTo>
                  <a:lnTo>
                    <a:pt x="738331" y="1398601"/>
                  </a:lnTo>
                  <a:lnTo>
                    <a:pt x="737259" y="1399081"/>
                  </a:lnTo>
                  <a:lnTo>
                    <a:pt x="736188" y="1399561"/>
                  </a:lnTo>
                  <a:lnTo>
                    <a:pt x="735116" y="1400041"/>
                  </a:lnTo>
                  <a:lnTo>
                    <a:pt x="734045" y="1400519"/>
                  </a:lnTo>
                  <a:lnTo>
                    <a:pt x="732973" y="1400997"/>
                  </a:lnTo>
                  <a:lnTo>
                    <a:pt x="731901" y="1401474"/>
                  </a:lnTo>
                  <a:lnTo>
                    <a:pt x="730830" y="1401950"/>
                  </a:lnTo>
                  <a:lnTo>
                    <a:pt x="729758" y="1402425"/>
                  </a:lnTo>
                  <a:lnTo>
                    <a:pt x="728687" y="1402900"/>
                  </a:lnTo>
                  <a:lnTo>
                    <a:pt x="727615" y="1403374"/>
                  </a:lnTo>
                  <a:lnTo>
                    <a:pt x="726543" y="1403847"/>
                  </a:lnTo>
                  <a:lnTo>
                    <a:pt x="725472" y="1404320"/>
                  </a:lnTo>
                  <a:lnTo>
                    <a:pt x="724400" y="1404791"/>
                  </a:lnTo>
                  <a:lnTo>
                    <a:pt x="723329" y="1405262"/>
                  </a:lnTo>
                  <a:lnTo>
                    <a:pt x="722257" y="1405733"/>
                  </a:lnTo>
                  <a:lnTo>
                    <a:pt x="721185" y="1406202"/>
                  </a:lnTo>
                  <a:lnTo>
                    <a:pt x="720114" y="1406671"/>
                  </a:lnTo>
                  <a:lnTo>
                    <a:pt x="719042" y="1407139"/>
                  </a:lnTo>
                  <a:lnTo>
                    <a:pt x="717971" y="1407607"/>
                  </a:lnTo>
                  <a:lnTo>
                    <a:pt x="716899" y="1408073"/>
                  </a:lnTo>
                  <a:lnTo>
                    <a:pt x="715827" y="1408539"/>
                  </a:lnTo>
                  <a:lnTo>
                    <a:pt x="714756" y="1409005"/>
                  </a:lnTo>
                  <a:lnTo>
                    <a:pt x="713684" y="1409470"/>
                  </a:lnTo>
                  <a:lnTo>
                    <a:pt x="712613" y="1409934"/>
                  </a:lnTo>
                  <a:lnTo>
                    <a:pt x="711541" y="1410397"/>
                  </a:lnTo>
                  <a:lnTo>
                    <a:pt x="710469" y="1410860"/>
                  </a:lnTo>
                  <a:lnTo>
                    <a:pt x="709398" y="1411322"/>
                  </a:lnTo>
                  <a:lnTo>
                    <a:pt x="708326" y="1411783"/>
                  </a:lnTo>
                  <a:lnTo>
                    <a:pt x="707255" y="1412244"/>
                  </a:lnTo>
                  <a:lnTo>
                    <a:pt x="706183" y="1412704"/>
                  </a:lnTo>
                  <a:lnTo>
                    <a:pt x="705112" y="1413163"/>
                  </a:lnTo>
                  <a:lnTo>
                    <a:pt x="704040" y="1413622"/>
                  </a:lnTo>
                  <a:lnTo>
                    <a:pt x="702968" y="1414080"/>
                  </a:lnTo>
                  <a:lnTo>
                    <a:pt x="701897" y="1414538"/>
                  </a:lnTo>
                  <a:lnTo>
                    <a:pt x="700825" y="1414995"/>
                  </a:lnTo>
                  <a:lnTo>
                    <a:pt x="699754" y="1415451"/>
                  </a:lnTo>
                  <a:lnTo>
                    <a:pt x="698682" y="1415907"/>
                  </a:lnTo>
                  <a:lnTo>
                    <a:pt x="697610" y="1416362"/>
                  </a:lnTo>
                  <a:lnTo>
                    <a:pt x="696539" y="1416816"/>
                  </a:lnTo>
                  <a:lnTo>
                    <a:pt x="695467" y="1417270"/>
                  </a:lnTo>
                  <a:lnTo>
                    <a:pt x="694396" y="1417723"/>
                  </a:lnTo>
                  <a:lnTo>
                    <a:pt x="693324" y="1418176"/>
                  </a:lnTo>
                  <a:lnTo>
                    <a:pt x="692252" y="1418628"/>
                  </a:lnTo>
                  <a:lnTo>
                    <a:pt x="691181" y="1419080"/>
                  </a:lnTo>
                  <a:lnTo>
                    <a:pt x="690109" y="1419531"/>
                  </a:lnTo>
                  <a:lnTo>
                    <a:pt x="689038" y="1419981"/>
                  </a:lnTo>
                  <a:lnTo>
                    <a:pt x="687966" y="1420431"/>
                  </a:lnTo>
                  <a:lnTo>
                    <a:pt x="686894" y="1420880"/>
                  </a:lnTo>
                  <a:lnTo>
                    <a:pt x="685823" y="1421329"/>
                  </a:lnTo>
                  <a:lnTo>
                    <a:pt x="684751" y="1421777"/>
                  </a:lnTo>
                  <a:lnTo>
                    <a:pt x="683680" y="1422225"/>
                  </a:lnTo>
                  <a:lnTo>
                    <a:pt x="682608" y="1422672"/>
                  </a:lnTo>
                  <a:lnTo>
                    <a:pt x="681536" y="1423118"/>
                  </a:lnTo>
                  <a:lnTo>
                    <a:pt x="680465" y="1423564"/>
                  </a:lnTo>
                  <a:lnTo>
                    <a:pt x="679393" y="1424010"/>
                  </a:lnTo>
                  <a:lnTo>
                    <a:pt x="678322" y="1424455"/>
                  </a:lnTo>
                  <a:lnTo>
                    <a:pt x="677250" y="1424899"/>
                  </a:lnTo>
                  <a:lnTo>
                    <a:pt x="676178" y="1425343"/>
                  </a:lnTo>
                  <a:lnTo>
                    <a:pt x="675107" y="1425787"/>
                  </a:lnTo>
                  <a:lnTo>
                    <a:pt x="674035" y="1426230"/>
                  </a:lnTo>
                  <a:lnTo>
                    <a:pt x="672964" y="1426672"/>
                  </a:lnTo>
                  <a:lnTo>
                    <a:pt x="671892" y="1427114"/>
                  </a:lnTo>
                  <a:lnTo>
                    <a:pt x="670820" y="1427556"/>
                  </a:lnTo>
                  <a:lnTo>
                    <a:pt x="669749" y="1427996"/>
                  </a:lnTo>
                  <a:lnTo>
                    <a:pt x="668677" y="1428437"/>
                  </a:lnTo>
                  <a:lnTo>
                    <a:pt x="667606" y="1428877"/>
                  </a:lnTo>
                  <a:lnTo>
                    <a:pt x="666534" y="1429316"/>
                  </a:lnTo>
                  <a:lnTo>
                    <a:pt x="665462" y="1429756"/>
                  </a:lnTo>
                  <a:lnTo>
                    <a:pt x="664391" y="1430194"/>
                  </a:lnTo>
                  <a:lnTo>
                    <a:pt x="663319" y="1430632"/>
                  </a:lnTo>
                  <a:lnTo>
                    <a:pt x="662248" y="1431070"/>
                  </a:lnTo>
                  <a:lnTo>
                    <a:pt x="661176" y="1431507"/>
                  </a:lnTo>
                  <a:lnTo>
                    <a:pt x="660104" y="1431944"/>
                  </a:lnTo>
                  <a:lnTo>
                    <a:pt x="659033" y="1432380"/>
                  </a:lnTo>
                  <a:lnTo>
                    <a:pt x="657961" y="1432816"/>
                  </a:lnTo>
                  <a:lnTo>
                    <a:pt x="656890" y="1433252"/>
                  </a:lnTo>
                  <a:lnTo>
                    <a:pt x="655818" y="1433687"/>
                  </a:lnTo>
                  <a:lnTo>
                    <a:pt x="654746" y="1434121"/>
                  </a:lnTo>
                  <a:lnTo>
                    <a:pt x="653675" y="1434556"/>
                  </a:lnTo>
                  <a:lnTo>
                    <a:pt x="652603" y="1434989"/>
                  </a:lnTo>
                  <a:lnTo>
                    <a:pt x="651532" y="1435423"/>
                  </a:lnTo>
                  <a:lnTo>
                    <a:pt x="650460" y="1435856"/>
                  </a:lnTo>
                  <a:lnTo>
                    <a:pt x="649388" y="1436288"/>
                  </a:lnTo>
                  <a:lnTo>
                    <a:pt x="648317" y="1436720"/>
                  </a:lnTo>
                  <a:lnTo>
                    <a:pt x="647245" y="1437152"/>
                  </a:lnTo>
                  <a:lnTo>
                    <a:pt x="646174" y="1437584"/>
                  </a:lnTo>
                  <a:lnTo>
                    <a:pt x="645102" y="1438015"/>
                  </a:lnTo>
                  <a:lnTo>
                    <a:pt x="644030" y="1438445"/>
                  </a:lnTo>
                  <a:lnTo>
                    <a:pt x="642959" y="1438875"/>
                  </a:lnTo>
                  <a:lnTo>
                    <a:pt x="641887" y="1439305"/>
                  </a:lnTo>
                  <a:lnTo>
                    <a:pt x="640816" y="1439735"/>
                  </a:lnTo>
                  <a:lnTo>
                    <a:pt x="639744" y="1440164"/>
                  </a:lnTo>
                  <a:lnTo>
                    <a:pt x="638672" y="1440593"/>
                  </a:lnTo>
                  <a:lnTo>
                    <a:pt x="637601" y="1441021"/>
                  </a:lnTo>
                  <a:lnTo>
                    <a:pt x="636529" y="1441449"/>
                  </a:lnTo>
                  <a:lnTo>
                    <a:pt x="635458" y="1441877"/>
                  </a:lnTo>
                  <a:lnTo>
                    <a:pt x="634386" y="1442304"/>
                  </a:lnTo>
                  <a:lnTo>
                    <a:pt x="633314" y="1442731"/>
                  </a:lnTo>
                  <a:lnTo>
                    <a:pt x="632243" y="1443158"/>
                  </a:lnTo>
                  <a:lnTo>
                    <a:pt x="631171" y="1443584"/>
                  </a:lnTo>
                  <a:lnTo>
                    <a:pt x="630100" y="1444010"/>
                  </a:lnTo>
                  <a:lnTo>
                    <a:pt x="629028" y="1444436"/>
                  </a:lnTo>
                  <a:lnTo>
                    <a:pt x="627956" y="1444861"/>
                  </a:lnTo>
                  <a:lnTo>
                    <a:pt x="626885" y="1445286"/>
                  </a:lnTo>
                  <a:lnTo>
                    <a:pt x="625813" y="1445711"/>
                  </a:lnTo>
                  <a:lnTo>
                    <a:pt x="624742" y="1446135"/>
                  </a:lnTo>
                  <a:lnTo>
                    <a:pt x="623670" y="1446559"/>
                  </a:lnTo>
                  <a:lnTo>
                    <a:pt x="622598" y="1446983"/>
                  </a:lnTo>
                  <a:lnTo>
                    <a:pt x="621527" y="1447407"/>
                  </a:lnTo>
                  <a:lnTo>
                    <a:pt x="620455" y="1447830"/>
                  </a:lnTo>
                  <a:lnTo>
                    <a:pt x="619384" y="1448253"/>
                  </a:lnTo>
                  <a:lnTo>
                    <a:pt x="618312" y="1448675"/>
                  </a:lnTo>
                  <a:lnTo>
                    <a:pt x="617240" y="1449098"/>
                  </a:lnTo>
                  <a:lnTo>
                    <a:pt x="616169" y="1449520"/>
                  </a:lnTo>
                  <a:lnTo>
                    <a:pt x="615097" y="1449942"/>
                  </a:lnTo>
                  <a:lnTo>
                    <a:pt x="614026" y="1450363"/>
                  </a:lnTo>
                  <a:lnTo>
                    <a:pt x="612954" y="1450784"/>
                  </a:lnTo>
                  <a:lnTo>
                    <a:pt x="611882" y="1451205"/>
                  </a:lnTo>
                  <a:lnTo>
                    <a:pt x="610811" y="1451626"/>
                  </a:lnTo>
                  <a:lnTo>
                    <a:pt x="609739" y="1452046"/>
                  </a:lnTo>
                  <a:lnTo>
                    <a:pt x="608668" y="1452467"/>
                  </a:lnTo>
                  <a:lnTo>
                    <a:pt x="607596" y="1452886"/>
                  </a:lnTo>
                  <a:lnTo>
                    <a:pt x="606524" y="1453306"/>
                  </a:lnTo>
                  <a:lnTo>
                    <a:pt x="605453" y="1453726"/>
                  </a:lnTo>
                  <a:lnTo>
                    <a:pt x="604381" y="1454145"/>
                  </a:lnTo>
                  <a:lnTo>
                    <a:pt x="603310" y="1454564"/>
                  </a:lnTo>
                  <a:lnTo>
                    <a:pt x="602238" y="1454982"/>
                  </a:lnTo>
                  <a:lnTo>
                    <a:pt x="601166" y="1455401"/>
                  </a:lnTo>
                  <a:lnTo>
                    <a:pt x="600095" y="1455819"/>
                  </a:lnTo>
                  <a:lnTo>
                    <a:pt x="599023" y="1456237"/>
                  </a:lnTo>
                  <a:lnTo>
                    <a:pt x="597952" y="1456655"/>
                  </a:lnTo>
                  <a:lnTo>
                    <a:pt x="596880" y="1457072"/>
                  </a:lnTo>
                  <a:lnTo>
                    <a:pt x="595808" y="1457490"/>
                  </a:lnTo>
                  <a:lnTo>
                    <a:pt x="594737" y="1457907"/>
                  </a:lnTo>
                  <a:lnTo>
                    <a:pt x="593665" y="1458324"/>
                  </a:lnTo>
                  <a:lnTo>
                    <a:pt x="592594" y="1458741"/>
                  </a:lnTo>
                  <a:lnTo>
                    <a:pt x="591522" y="1459157"/>
                  </a:lnTo>
                  <a:lnTo>
                    <a:pt x="590450" y="1459573"/>
                  </a:lnTo>
                  <a:lnTo>
                    <a:pt x="589379" y="1459989"/>
                  </a:lnTo>
                  <a:lnTo>
                    <a:pt x="588307" y="1460405"/>
                  </a:lnTo>
                  <a:lnTo>
                    <a:pt x="587236" y="1460821"/>
                  </a:lnTo>
                  <a:lnTo>
                    <a:pt x="586164" y="1461237"/>
                  </a:lnTo>
                  <a:lnTo>
                    <a:pt x="585092" y="1461652"/>
                  </a:lnTo>
                  <a:lnTo>
                    <a:pt x="584021" y="1462067"/>
                  </a:lnTo>
                  <a:lnTo>
                    <a:pt x="582949" y="1462482"/>
                  </a:lnTo>
                  <a:lnTo>
                    <a:pt x="581878" y="1462897"/>
                  </a:lnTo>
                  <a:lnTo>
                    <a:pt x="580806" y="1463312"/>
                  </a:lnTo>
                  <a:lnTo>
                    <a:pt x="579734" y="1463726"/>
                  </a:lnTo>
                  <a:lnTo>
                    <a:pt x="578663" y="1464140"/>
                  </a:lnTo>
                  <a:lnTo>
                    <a:pt x="577591" y="1464554"/>
                  </a:lnTo>
                  <a:lnTo>
                    <a:pt x="576520" y="1464968"/>
                  </a:lnTo>
                  <a:lnTo>
                    <a:pt x="575448" y="1465382"/>
                  </a:lnTo>
                  <a:lnTo>
                    <a:pt x="574376" y="1465796"/>
                  </a:lnTo>
                  <a:lnTo>
                    <a:pt x="573305" y="1466209"/>
                  </a:lnTo>
                  <a:lnTo>
                    <a:pt x="572233" y="1466622"/>
                  </a:lnTo>
                  <a:lnTo>
                    <a:pt x="571162" y="1467036"/>
                  </a:lnTo>
                  <a:lnTo>
                    <a:pt x="570090" y="1467449"/>
                  </a:lnTo>
                  <a:lnTo>
                    <a:pt x="569018" y="1467861"/>
                  </a:lnTo>
                  <a:lnTo>
                    <a:pt x="567947" y="1468274"/>
                  </a:lnTo>
                  <a:lnTo>
                    <a:pt x="566875" y="1468687"/>
                  </a:lnTo>
                  <a:lnTo>
                    <a:pt x="565804" y="1469099"/>
                  </a:lnTo>
                  <a:lnTo>
                    <a:pt x="564732" y="1469511"/>
                  </a:lnTo>
                  <a:lnTo>
                    <a:pt x="563660" y="1469924"/>
                  </a:lnTo>
                  <a:lnTo>
                    <a:pt x="562589" y="1470336"/>
                  </a:lnTo>
                  <a:lnTo>
                    <a:pt x="561517" y="1470747"/>
                  </a:lnTo>
                  <a:lnTo>
                    <a:pt x="560446" y="1471159"/>
                  </a:lnTo>
                  <a:lnTo>
                    <a:pt x="559374" y="1471571"/>
                  </a:lnTo>
                  <a:lnTo>
                    <a:pt x="558302" y="1471982"/>
                  </a:lnTo>
                  <a:lnTo>
                    <a:pt x="557231" y="1472394"/>
                  </a:lnTo>
                  <a:lnTo>
                    <a:pt x="556159" y="1472805"/>
                  </a:lnTo>
                  <a:lnTo>
                    <a:pt x="555088" y="1473216"/>
                  </a:lnTo>
                  <a:lnTo>
                    <a:pt x="554016" y="1473627"/>
                  </a:lnTo>
                  <a:lnTo>
                    <a:pt x="552944" y="1474038"/>
                  </a:lnTo>
                  <a:lnTo>
                    <a:pt x="551873" y="1474449"/>
                  </a:lnTo>
                  <a:lnTo>
                    <a:pt x="550801" y="1474860"/>
                  </a:lnTo>
                  <a:lnTo>
                    <a:pt x="549730" y="1475270"/>
                  </a:lnTo>
                  <a:lnTo>
                    <a:pt x="548658" y="1475681"/>
                  </a:lnTo>
                  <a:lnTo>
                    <a:pt x="547586" y="1476091"/>
                  </a:lnTo>
                  <a:lnTo>
                    <a:pt x="546515" y="1476501"/>
                  </a:lnTo>
                  <a:lnTo>
                    <a:pt x="545443" y="1476912"/>
                  </a:lnTo>
                  <a:lnTo>
                    <a:pt x="544372" y="1477322"/>
                  </a:lnTo>
                  <a:lnTo>
                    <a:pt x="543300" y="1477732"/>
                  </a:lnTo>
                  <a:lnTo>
                    <a:pt x="542228" y="1478142"/>
                  </a:lnTo>
                  <a:lnTo>
                    <a:pt x="541157" y="1478551"/>
                  </a:lnTo>
                  <a:lnTo>
                    <a:pt x="540085" y="1478961"/>
                  </a:lnTo>
                  <a:lnTo>
                    <a:pt x="539014" y="1479371"/>
                  </a:lnTo>
                  <a:lnTo>
                    <a:pt x="537942" y="1479780"/>
                  </a:lnTo>
                  <a:lnTo>
                    <a:pt x="536870" y="1480190"/>
                  </a:lnTo>
                  <a:lnTo>
                    <a:pt x="535799" y="1480599"/>
                  </a:lnTo>
                  <a:lnTo>
                    <a:pt x="534727" y="1481008"/>
                  </a:lnTo>
                  <a:lnTo>
                    <a:pt x="533656" y="1481418"/>
                  </a:lnTo>
                  <a:lnTo>
                    <a:pt x="532584" y="1481827"/>
                  </a:lnTo>
                  <a:lnTo>
                    <a:pt x="531513" y="1482236"/>
                  </a:lnTo>
                  <a:lnTo>
                    <a:pt x="530441" y="1482645"/>
                  </a:lnTo>
                  <a:lnTo>
                    <a:pt x="529369" y="1483054"/>
                  </a:lnTo>
                  <a:lnTo>
                    <a:pt x="528298" y="1483462"/>
                  </a:lnTo>
                  <a:lnTo>
                    <a:pt x="527226" y="1483871"/>
                  </a:lnTo>
                  <a:lnTo>
                    <a:pt x="526155" y="1484280"/>
                  </a:lnTo>
                  <a:lnTo>
                    <a:pt x="525083" y="1484688"/>
                  </a:lnTo>
                  <a:lnTo>
                    <a:pt x="524011" y="1485097"/>
                  </a:lnTo>
                  <a:lnTo>
                    <a:pt x="522940" y="1485505"/>
                  </a:lnTo>
                  <a:lnTo>
                    <a:pt x="521868" y="1485914"/>
                  </a:lnTo>
                  <a:lnTo>
                    <a:pt x="520797" y="1486322"/>
                  </a:lnTo>
                  <a:lnTo>
                    <a:pt x="519725" y="1486730"/>
                  </a:lnTo>
                  <a:lnTo>
                    <a:pt x="518653" y="1487139"/>
                  </a:lnTo>
                  <a:lnTo>
                    <a:pt x="517582" y="1487547"/>
                  </a:lnTo>
                  <a:lnTo>
                    <a:pt x="516510" y="1487955"/>
                  </a:lnTo>
                  <a:lnTo>
                    <a:pt x="515439" y="1488363"/>
                  </a:lnTo>
                  <a:lnTo>
                    <a:pt x="514367" y="1488771"/>
                  </a:lnTo>
                  <a:lnTo>
                    <a:pt x="513295" y="1489179"/>
                  </a:lnTo>
                  <a:lnTo>
                    <a:pt x="512224" y="1489587"/>
                  </a:lnTo>
                  <a:lnTo>
                    <a:pt x="511152" y="1489994"/>
                  </a:lnTo>
                  <a:lnTo>
                    <a:pt x="510081" y="1490402"/>
                  </a:lnTo>
                  <a:lnTo>
                    <a:pt x="509009" y="1490810"/>
                  </a:lnTo>
                  <a:lnTo>
                    <a:pt x="507937" y="1491217"/>
                  </a:lnTo>
                  <a:lnTo>
                    <a:pt x="506866" y="1491625"/>
                  </a:lnTo>
                  <a:lnTo>
                    <a:pt x="505794" y="1492033"/>
                  </a:lnTo>
                  <a:lnTo>
                    <a:pt x="504723" y="1492440"/>
                  </a:lnTo>
                  <a:lnTo>
                    <a:pt x="503651" y="1492847"/>
                  </a:lnTo>
                  <a:lnTo>
                    <a:pt x="502579" y="1493255"/>
                  </a:lnTo>
                  <a:lnTo>
                    <a:pt x="501508" y="1493662"/>
                  </a:lnTo>
                  <a:lnTo>
                    <a:pt x="500436" y="1494069"/>
                  </a:lnTo>
                  <a:lnTo>
                    <a:pt x="499365" y="1494477"/>
                  </a:lnTo>
                  <a:lnTo>
                    <a:pt x="498293" y="1494884"/>
                  </a:lnTo>
                  <a:lnTo>
                    <a:pt x="497221" y="1495291"/>
                  </a:lnTo>
                  <a:lnTo>
                    <a:pt x="496150" y="1495698"/>
                  </a:lnTo>
                  <a:lnTo>
                    <a:pt x="495078" y="1496105"/>
                  </a:lnTo>
                  <a:lnTo>
                    <a:pt x="494007" y="1496512"/>
                  </a:lnTo>
                  <a:lnTo>
                    <a:pt x="492935" y="1496919"/>
                  </a:lnTo>
                  <a:lnTo>
                    <a:pt x="491863" y="1497326"/>
                  </a:lnTo>
                  <a:lnTo>
                    <a:pt x="490792" y="1497733"/>
                  </a:lnTo>
                  <a:lnTo>
                    <a:pt x="489720" y="1498140"/>
                  </a:lnTo>
                  <a:lnTo>
                    <a:pt x="488649" y="1498546"/>
                  </a:lnTo>
                  <a:lnTo>
                    <a:pt x="487577" y="1498953"/>
                  </a:lnTo>
                  <a:lnTo>
                    <a:pt x="486505" y="1499360"/>
                  </a:lnTo>
                  <a:lnTo>
                    <a:pt x="485434" y="1499766"/>
                  </a:lnTo>
                  <a:lnTo>
                    <a:pt x="484362" y="1500173"/>
                  </a:lnTo>
                  <a:lnTo>
                    <a:pt x="483291" y="1500580"/>
                  </a:lnTo>
                  <a:lnTo>
                    <a:pt x="482219" y="1500986"/>
                  </a:lnTo>
                  <a:lnTo>
                    <a:pt x="481147" y="1501393"/>
                  </a:lnTo>
                  <a:lnTo>
                    <a:pt x="480076" y="1501799"/>
                  </a:lnTo>
                  <a:lnTo>
                    <a:pt x="479004" y="1502205"/>
                  </a:lnTo>
                  <a:lnTo>
                    <a:pt x="477933" y="1502612"/>
                  </a:lnTo>
                  <a:lnTo>
                    <a:pt x="476861" y="1503018"/>
                  </a:lnTo>
                  <a:lnTo>
                    <a:pt x="475789" y="1503424"/>
                  </a:lnTo>
                  <a:lnTo>
                    <a:pt x="474718" y="1503831"/>
                  </a:lnTo>
                  <a:lnTo>
                    <a:pt x="473646" y="1504237"/>
                  </a:lnTo>
                  <a:lnTo>
                    <a:pt x="472575" y="1504643"/>
                  </a:lnTo>
                  <a:lnTo>
                    <a:pt x="471503" y="1505049"/>
                  </a:lnTo>
                  <a:lnTo>
                    <a:pt x="470431" y="1505455"/>
                  </a:lnTo>
                  <a:lnTo>
                    <a:pt x="469360" y="1505861"/>
                  </a:lnTo>
                  <a:lnTo>
                    <a:pt x="468288" y="1506267"/>
                  </a:lnTo>
                  <a:lnTo>
                    <a:pt x="467217" y="1506673"/>
                  </a:lnTo>
                  <a:lnTo>
                    <a:pt x="466145" y="1507079"/>
                  </a:lnTo>
                  <a:lnTo>
                    <a:pt x="465073" y="1507485"/>
                  </a:lnTo>
                  <a:lnTo>
                    <a:pt x="464002" y="1507891"/>
                  </a:lnTo>
                  <a:lnTo>
                    <a:pt x="462930" y="1508296"/>
                  </a:lnTo>
                  <a:lnTo>
                    <a:pt x="461859" y="1508702"/>
                  </a:lnTo>
                  <a:lnTo>
                    <a:pt x="460787" y="1509108"/>
                  </a:lnTo>
                  <a:lnTo>
                    <a:pt x="459715" y="1509513"/>
                  </a:lnTo>
                  <a:lnTo>
                    <a:pt x="458644" y="1509919"/>
                  </a:lnTo>
                  <a:lnTo>
                    <a:pt x="457572" y="1510325"/>
                  </a:lnTo>
                  <a:lnTo>
                    <a:pt x="456501" y="1510730"/>
                  </a:lnTo>
                  <a:lnTo>
                    <a:pt x="455429" y="1511136"/>
                  </a:lnTo>
                  <a:lnTo>
                    <a:pt x="454357" y="1511541"/>
                  </a:lnTo>
                  <a:lnTo>
                    <a:pt x="453286" y="1511946"/>
                  </a:lnTo>
                  <a:lnTo>
                    <a:pt x="452214" y="1512352"/>
                  </a:lnTo>
                  <a:lnTo>
                    <a:pt x="451143" y="1512757"/>
                  </a:lnTo>
                  <a:lnTo>
                    <a:pt x="450071" y="1513162"/>
                  </a:lnTo>
                  <a:lnTo>
                    <a:pt x="448999" y="1513568"/>
                  </a:lnTo>
                  <a:lnTo>
                    <a:pt x="447928" y="1513973"/>
                  </a:lnTo>
                  <a:lnTo>
                    <a:pt x="446856" y="1514378"/>
                  </a:lnTo>
                  <a:lnTo>
                    <a:pt x="445785" y="1514783"/>
                  </a:lnTo>
                  <a:lnTo>
                    <a:pt x="444713" y="1515188"/>
                  </a:lnTo>
                  <a:lnTo>
                    <a:pt x="443641" y="1515593"/>
                  </a:lnTo>
                  <a:lnTo>
                    <a:pt x="442570" y="1515998"/>
                  </a:lnTo>
                  <a:lnTo>
                    <a:pt x="441498" y="1516403"/>
                  </a:lnTo>
                  <a:lnTo>
                    <a:pt x="440427" y="1516807"/>
                  </a:lnTo>
                  <a:lnTo>
                    <a:pt x="439355" y="1517212"/>
                  </a:lnTo>
                  <a:lnTo>
                    <a:pt x="438283" y="1517617"/>
                  </a:lnTo>
                  <a:lnTo>
                    <a:pt x="437212" y="1518021"/>
                  </a:lnTo>
                  <a:lnTo>
                    <a:pt x="436140" y="1518426"/>
                  </a:lnTo>
                  <a:lnTo>
                    <a:pt x="435069" y="1518831"/>
                  </a:lnTo>
                  <a:lnTo>
                    <a:pt x="433997" y="1519235"/>
                  </a:lnTo>
                  <a:lnTo>
                    <a:pt x="432925" y="1519639"/>
                  </a:lnTo>
                  <a:lnTo>
                    <a:pt x="431854" y="1520044"/>
                  </a:lnTo>
                  <a:lnTo>
                    <a:pt x="430782" y="1520448"/>
                  </a:lnTo>
                  <a:lnTo>
                    <a:pt x="429711" y="1520852"/>
                  </a:lnTo>
                  <a:lnTo>
                    <a:pt x="428639" y="1521257"/>
                  </a:lnTo>
                  <a:lnTo>
                    <a:pt x="427567" y="1521661"/>
                  </a:lnTo>
                  <a:lnTo>
                    <a:pt x="426496" y="1522065"/>
                  </a:lnTo>
                  <a:lnTo>
                    <a:pt x="425424" y="1522469"/>
                  </a:lnTo>
                  <a:lnTo>
                    <a:pt x="424353" y="1522873"/>
                  </a:lnTo>
                  <a:lnTo>
                    <a:pt x="423281" y="1523277"/>
                  </a:lnTo>
                  <a:lnTo>
                    <a:pt x="422209" y="1523680"/>
                  </a:lnTo>
                  <a:lnTo>
                    <a:pt x="421138" y="1524084"/>
                  </a:lnTo>
                  <a:lnTo>
                    <a:pt x="420066" y="1524488"/>
                  </a:lnTo>
                  <a:lnTo>
                    <a:pt x="418995" y="1524892"/>
                  </a:lnTo>
                  <a:lnTo>
                    <a:pt x="417923" y="1525295"/>
                  </a:lnTo>
                  <a:lnTo>
                    <a:pt x="416851" y="1525699"/>
                  </a:lnTo>
                  <a:lnTo>
                    <a:pt x="415780" y="1526102"/>
                  </a:lnTo>
                  <a:lnTo>
                    <a:pt x="414708" y="1526505"/>
                  </a:lnTo>
                  <a:lnTo>
                    <a:pt x="413637" y="1526909"/>
                  </a:lnTo>
                  <a:lnTo>
                    <a:pt x="412565" y="1527312"/>
                  </a:lnTo>
                  <a:lnTo>
                    <a:pt x="411493" y="1527715"/>
                  </a:lnTo>
                  <a:lnTo>
                    <a:pt x="410422" y="1528118"/>
                  </a:lnTo>
                  <a:lnTo>
                    <a:pt x="409350" y="1528521"/>
                  </a:lnTo>
                  <a:lnTo>
                    <a:pt x="408279" y="1528924"/>
                  </a:lnTo>
                  <a:lnTo>
                    <a:pt x="407207" y="1529327"/>
                  </a:lnTo>
                  <a:lnTo>
                    <a:pt x="406135" y="1529730"/>
                  </a:lnTo>
                  <a:lnTo>
                    <a:pt x="405064" y="1530132"/>
                  </a:lnTo>
                  <a:lnTo>
                    <a:pt x="403992" y="1530535"/>
                  </a:lnTo>
                  <a:lnTo>
                    <a:pt x="402921" y="1530937"/>
                  </a:lnTo>
                  <a:lnTo>
                    <a:pt x="401849" y="1531340"/>
                  </a:lnTo>
                  <a:lnTo>
                    <a:pt x="400777" y="1531742"/>
                  </a:lnTo>
                  <a:lnTo>
                    <a:pt x="399706" y="1532144"/>
                  </a:lnTo>
                  <a:lnTo>
                    <a:pt x="398634" y="1532547"/>
                  </a:lnTo>
                  <a:lnTo>
                    <a:pt x="397563" y="1532949"/>
                  </a:lnTo>
                  <a:lnTo>
                    <a:pt x="396491" y="1533351"/>
                  </a:lnTo>
                  <a:lnTo>
                    <a:pt x="395419" y="1533753"/>
                  </a:lnTo>
                  <a:lnTo>
                    <a:pt x="394348" y="1534154"/>
                  </a:lnTo>
                  <a:lnTo>
                    <a:pt x="393276" y="1534556"/>
                  </a:lnTo>
                  <a:lnTo>
                    <a:pt x="392205" y="1534958"/>
                  </a:lnTo>
                  <a:lnTo>
                    <a:pt x="391133" y="1535359"/>
                  </a:lnTo>
                  <a:lnTo>
                    <a:pt x="390061" y="1535761"/>
                  </a:lnTo>
                  <a:lnTo>
                    <a:pt x="388990" y="1536162"/>
                  </a:lnTo>
                  <a:lnTo>
                    <a:pt x="387918" y="1536563"/>
                  </a:lnTo>
                  <a:lnTo>
                    <a:pt x="386847" y="1536965"/>
                  </a:lnTo>
                  <a:lnTo>
                    <a:pt x="385775" y="1537366"/>
                  </a:lnTo>
                  <a:lnTo>
                    <a:pt x="384703" y="1537767"/>
                  </a:lnTo>
                  <a:lnTo>
                    <a:pt x="383632" y="1538168"/>
                  </a:lnTo>
                  <a:lnTo>
                    <a:pt x="382560" y="1538568"/>
                  </a:lnTo>
                  <a:lnTo>
                    <a:pt x="381489" y="1538969"/>
                  </a:lnTo>
                  <a:lnTo>
                    <a:pt x="380417" y="1539370"/>
                  </a:lnTo>
                  <a:lnTo>
                    <a:pt x="379345" y="1539770"/>
                  </a:lnTo>
                  <a:lnTo>
                    <a:pt x="378274" y="1540170"/>
                  </a:lnTo>
                  <a:lnTo>
                    <a:pt x="377202" y="1540571"/>
                  </a:lnTo>
                  <a:lnTo>
                    <a:pt x="376131" y="1540971"/>
                  </a:lnTo>
                  <a:lnTo>
                    <a:pt x="375059" y="1541371"/>
                  </a:lnTo>
                  <a:lnTo>
                    <a:pt x="373987" y="1541771"/>
                  </a:lnTo>
                  <a:lnTo>
                    <a:pt x="372916" y="1542170"/>
                  </a:lnTo>
                  <a:lnTo>
                    <a:pt x="371844" y="1542570"/>
                  </a:lnTo>
                  <a:lnTo>
                    <a:pt x="370773" y="1542970"/>
                  </a:lnTo>
                  <a:lnTo>
                    <a:pt x="369701" y="1543369"/>
                  </a:lnTo>
                  <a:lnTo>
                    <a:pt x="368629" y="1543768"/>
                  </a:lnTo>
                  <a:lnTo>
                    <a:pt x="367558" y="1544168"/>
                  </a:lnTo>
                  <a:lnTo>
                    <a:pt x="366486" y="1544567"/>
                  </a:lnTo>
                  <a:lnTo>
                    <a:pt x="365415" y="1544966"/>
                  </a:lnTo>
                  <a:lnTo>
                    <a:pt x="364343" y="1545365"/>
                  </a:lnTo>
                  <a:lnTo>
                    <a:pt x="363271" y="1545763"/>
                  </a:lnTo>
                  <a:lnTo>
                    <a:pt x="362200" y="1546162"/>
                  </a:lnTo>
                  <a:lnTo>
                    <a:pt x="361128" y="1546560"/>
                  </a:lnTo>
                  <a:lnTo>
                    <a:pt x="360057" y="1546959"/>
                  </a:lnTo>
                  <a:lnTo>
                    <a:pt x="358985" y="1547357"/>
                  </a:lnTo>
                  <a:lnTo>
                    <a:pt x="357913" y="1547755"/>
                  </a:lnTo>
                  <a:lnTo>
                    <a:pt x="356842" y="1548153"/>
                  </a:lnTo>
                  <a:lnTo>
                    <a:pt x="355770" y="1548551"/>
                  </a:lnTo>
                  <a:lnTo>
                    <a:pt x="354699" y="1548949"/>
                  </a:lnTo>
                  <a:lnTo>
                    <a:pt x="353627" y="1549346"/>
                  </a:lnTo>
                  <a:lnTo>
                    <a:pt x="352556" y="1549744"/>
                  </a:lnTo>
                  <a:lnTo>
                    <a:pt x="351484" y="1550141"/>
                  </a:lnTo>
                  <a:lnTo>
                    <a:pt x="350412" y="1550538"/>
                  </a:lnTo>
                  <a:lnTo>
                    <a:pt x="349341" y="1550935"/>
                  </a:lnTo>
                  <a:lnTo>
                    <a:pt x="348269" y="1551332"/>
                  </a:lnTo>
                  <a:lnTo>
                    <a:pt x="347198" y="1551729"/>
                  </a:lnTo>
                  <a:lnTo>
                    <a:pt x="346126" y="1552125"/>
                  </a:lnTo>
                  <a:lnTo>
                    <a:pt x="345054" y="1552522"/>
                  </a:lnTo>
                  <a:lnTo>
                    <a:pt x="343983" y="1552918"/>
                  </a:lnTo>
                  <a:lnTo>
                    <a:pt x="342911" y="1553314"/>
                  </a:lnTo>
                  <a:lnTo>
                    <a:pt x="341840" y="1553710"/>
                  </a:lnTo>
                  <a:lnTo>
                    <a:pt x="340768" y="1554106"/>
                  </a:lnTo>
                  <a:lnTo>
                    <a:pt x="339696" y="1554502"/>
                  </a:lnTo>
                  <a:lnTo>
                    <a:pt x="338625" y="1554897"/>
                  </a:lnTo>
                  <a:lnTo>
                    <a:pt x="337553" y="1555293"/>
                  </a:lnTo>
                  <a:lnTo>
                    <a:pt x="336482" y="1555688"/>
                  </a:lnTo>
                  <a:lnTo>
                    <a:pt x="335410" y="1556083"/>
                  </a:lnTo>
                  <a:lnTo>
                    <a:pt x="334338" y="1556478"/>
                  </a:lnTo>
                  <a:lnTo>
                    <a:pt x="333267" y="1556873"/>
                  </a:lnTo>
                  <a:lnTo>
                    <a:pt x="332195" y="1557267"/>
                  </a:lnTo>
                  <a:lnTo>
                    <a:pt x="331124" y="1557662"/>
                  </a:lnTo>
                  <a:lnTo>
                    <a:pt x="330052" y="1558056"/>
                  </a:lnTo>
                  <a:lnTo>
                    <a:pt x="328980" y="1558450"/>
                  </a:lnTo>
                  <a:lnTo>
                    <a:pt x="327909" y="1558844"/>
                  </a:lnTo>
                  <a:lnTo>
                    <a:pt x="326837" y="1559238"/>
                  </a:lnTo>
                  <a:lnTo>
                    <a:pt x="325766" y="1559632"/>
                  </a:lnTo>
                  <a:lnTo>
                    <a:pt x="324694" y="1560025"/>
                  </a:lnTo>
                  <a:lnTo>
                    <a:pt x="323622" y="1560418"/>
                  </a:lnTo>
                  <a:lnTo>
                    <a:pt x="322551" y="1560812"/>
                  </a:lnTo>
                  <a:lnTo>
                    <a:pt x="321479" y="1561204"/>
                  </a:lnTo>
                  <a:lnTo>
                    <a:pt x="320408" y="1561597"/>
                  </a:lnTo>
                  <a:lnTo>
                    <a:pt x="319336" y="1561990"/>
                  </a:lnTo>
                  <a:lnTo>
                    <a:pt x="318264" y="1562382"/>
                  </a:lnTo>
                  <a:lnTo>
                    <a:pt x="317193" y="1562775"/>
                  </a:lnTo>
                  <a:lnTo>
                    <a:pt x="316121" y="1563167"/>
                  </a:lnTo>
                  <a:lnTo>
                    <a:pt x="315050" y="1563559"/>
                  </a:lnTo>
                  <a:lnTo>
                    <a:pt x="313978" y="1563950"/>
                  </a:lnTo>
                  <a:lnTo>
                    <a:pt x="312906" y="1564342"/>
                  </a:lnTo>
                  <a:lnTo>
                    <a:pt x="311835" y="1564733"/>
                  </a:lnTo>
                  <a:lnTo>
                    <a:pt x="310763" y="1565124"/>
                  </a:lnTo>
                  <a:lnTo>
                    <a:pt x="309692" y="1565515"/>
                  </a:lnTo>
                  <a:lnTo>
                    <a:pt x="308620" y="1565906"/>
                  </a:lnTo>
                  <a:lnTo>
                    <a:pt x="307548" y="1566297"/>
                  </a:lnTo>
                  <a:lnTo>
                    <a:pt x="306477" y="1566687"/>
                  </a:lnTo>
                  <a:lnTo>
                    <a:pt x="305405" y="1567078"/>
                  </a:lnTo>
                  <a:lnTo>
                    <a:pt x="304334" y="1567468"/>
                  </a:lnTo>
                  <a:lnTo>
                    <a:pt x="303262" y="1567858"/>
                  </a:lnTo>
                  <a:lnTo>
                    <a:pt x="302190" y="1568247"/>
                  </a:lnTo>
                  <a:lnTo>
                    <a:pt x="301119" y="1568637"/>
                  </a:lnTo>
                  <a:lnTo>
                    <a:pt x="300047" y="1569026"/>
                  </a:lnTo>
                  <a:lnTo>
                    <a:pt x="298976" y="1569415"/>
                  </a:lnTo>
                  <a:lnTo>
                    <a:pt x="297904" y="1569804"/>
                  </a:lnTo>
                  <a:lnTo>
                    <a:pt x="296832" y="1570193"/>
                  </a:lnTo>
                  <a:lnTo>
                    <a:pt x="295761" y="1570581"/>
                  </a:lnTo>
                  <a:lnTo>
                    <a:pt x="294689" y="1570970"/>
                  </a:lnTo>
                  <a:lnTo>
                    <a:pt x="293618" y="1571358"/>
                  </a:lnTo>
                  <a:lnTo>
                    <a:pt x="292546" y="1571746"/>
                  </a:lnTo>
                  <a:lnTo>
                    <a:pt x="291474" y="1572133"/>
                  </a:lnTo>
                  <a:lnTo>
                    <a:pt x="290403" y="1572521"/>
                  </a:lnTo>
                  <a:lnTo>
                    <a:pt x="289331" y="1572908"/>
                  </a:lnTo>
                  <a:lnTo>
                    <a:pt x="288260" y="1573295"/>
                  </a:lnTo>
                  <a:lnTo>
                    <a:pt x="287188" y="1573682"/>
                  </a:lnTo>
                  <a:lnTo>
                    <a:pt x="286116" y="1574069"/>
                  </a:lnTo>
                  <a:lnTo>
                    <a:pt x="285045" y="1574455"/>
                  </a:lnTo>
                  <a:lnTo>
                    <a:pt x="283973" y="1574842"/>
                  </a:lnTo>
                  <a:lnTo>
                    <a:pt x="282902" y="1575228"/>
                  </a:lnTo>
                  <a:lnTo>
                    <a:pt x="281830" y="1575613"/>
                  </a:lnTo>
                  <a:lnTo>
                    <a:pt x="280758" y="1575999"/>
                  </a:lnTo>
                  <a:lnTo>
                    <a:pt x="279687" y="1576385"/>
                  </a:lnTo>
                  <a:lnTo>
                    <a:pt x="278615" y="1576770"/>
                  </a:lnTo>
                  <a:lnTo>
                    <a:pt x="277544" y="1577155"/>
                  </a:lnTo>
                  <a:lnTo>
                    <a:pt x="276472" y="1577539"/>
                  </a:lnTo>
                  <a:lnTo>
                    <a:pt x="275400" y="1577924"/>
                  </a:lnTo>
                  <a:lnTo>
                    <a:pt x="274329" y="1578308"/>
                  </a:lnTo>
                  <a:lnTo>
                    <a:pt x="273257" y="1578692"/>
                  </a:lnTo>
                  <a:lnTo>
                    <a:pt x="272186" y="1579076"/>
                  </a:lnTo>
                  <a:lnTo>
                    <a:pt x="271114" y="1579460"/>
                  </a:lnTo>
                  <a:lnTo>
                    <a:pt x="270042" y="1579843"/>
                  </a:lnTo>
                  <a:lnTo>
                    <a:pt x="268971" y="1580227"/>
                  </a:lnTo>
                  <a:lnTo>
                    <a:pt x="267899" y="1580610"/>
                  </a:lnTo>
                  <a:lnTo>
                    <a:pt x="266828" y="1580992"/>
                  </a:lnTo>
                  <a:lnTo>
                    <a:pt x="265756" y="1581375"/>
                  </a:lnTo>
                  <a:lnTo>
                    <a:pt x="264684" y="1581757"/>
                  </a:lnTo>
                  <a:lnTo>
                    <a:pt x="263613" y="1582139"/>
                  </a:lnTo>
                  <a:lnTo>
                    <a:pt x="262541" y="1582521"/>
                  </a:lnTo>
                  <a:lnTo>
                    <a:pt x="261470" y="1582903"/>
                  </a:lnTo>
                  <a:lnTo>
                    <a:pt x="260398" y="1583284"/>
                  </a:lnTo>
                  <a:lnTo>
                    <a:pt x="259326" y="1583665"/>
                  </a:lnTo>
                  <a:lnTo>
                    <a:pt x="258255" y="1584046"/>
                  </a:lnTo>
                  <a:lnTo>
                    <a:pt x="257183" y="1584427"/>
                  </a:lnTo>
                  <a:lnTo>
                    <a:pt x="256112" y="1584807"/>
                  </a:lnTo>
                  <a:lnTo>
                    <a:pt x="255040" y="1585187"/>
                  </a:lnTo>
                  <a:lnTo>
                    <a:pt x="253968" y="1585567"/>
                  </a:lnTo>
                  <a:lnTo>
                    <a:pt x="252897" y="1585947"/>
                  </a:lnTo>
                  <a:lnTo>
                    <a:pt x="251825" y="1586326"/>
                  </a:lnTo>
                  <a:lnTo>
                    <a:pt x="250754" y="1586706"/>
                  </a:lnTo>
                  <a:lnTo>
                    <a:pt x="249682" y="1587085"/>
                  </a:lnTo>
                  <a:lnTo>
                    <a:pt x="248610" y="1587463"/>
                  </a:lnTo>
                  <a:lnTo>
                    <a:pt x="247539" y="1587842"/>
                  </a:lnTo>
                  <a:lnTo>
                    <a:pt x="246467" y="1588220"/>
                  </a:lnTo>
                  <a:lnTo>
                    <a:pt x="245396" y="1588598"/>
                  </a:lnTo>
                  <a:lnTo>
                    <a:pt x="244324" y="1588976"/>
                  </a:lnTo>
                  <a:lnTo>
                    <a:pt x="243252" y="1589353"/>
                  </a:lnTo>
                  <a:lnTo>
                    <a:pt x="242181" y="1589731"/>
                  </a:lnTo>
                  <a:lnTo>
                    <a:pt x="241109" y="1590108"/>
                  </a:lnTo>
                  <a:lnTo>
                    <a:pt x="240038" y="1590484"/>
                  </a:lnTo>
                  <a:lnTo>
                    <a:pt x="238966" y="1590861"/>
                  </a:lnTo>
                  <a:lnTo>
                    <a:pt x="237894" y="1591237"/>
                  </a:lnTo>
                  <a:lnTo>
                    <a:pt x="236823" y="1591613"/>
                  </a:lnTo>
                  <a:lnTo>
                    <a:pt x="235751" y="1591989"/>
                  </a:lnTo>
                  <a:lnTo>
                    <a:pt x="234680" y="1592365"/>
                  </a:lnTo>
                  <a:lnTo>
                    <a:pt x="233608" y="1592740"/>
                  </a:lnTo>
                  <a:lnTo>
                    <a:pt x="232536" y="1593115"/>
                  </a:lnTo>
                  <a:lnTo>
                    <a:pt x="231465" y="1593490"/>
                  </a:lnTo>
                  <a:lnTo>
                    <a:pt x="230393" y="1593864"/>
                  </a:lnTo>
                  <a:lnTo>
                    <a:pt x="229322" y="1594238"/>
                  </a:lnTo>
                  <a:lnTo>
                    <a:pt x="228250" y="1594612"/>
                  </a:lnTo>
                  <a:lnTo>
                    <a:pt x="227178" y="1594986"/>
                  </a:lnTo>
                  <a:lnTo>
                    <a:pt x="226107" y="1595359"/>
                  </a:lnTo>
                  <a:lnTo>
                    <a:pt x="225035" y="1595733"/>
                  </a:lnTo>
                  <a:lnTo>
                    <a:pt x="223964" y="1596106"/>
                  </a:lnTo>
                  <a:lnTo>
                    <a:pt x="222892" y="1596478"/>
                  </a:lnTo>
                  <a:lnTo>
                    <a:pt x="221820" y="1596851"/>
                  </a:lnTo>
                  <a:lnTo>
                    <a:pt x="220749" y="1597223"/>
                  </a:lnTo>
                  <a:lnTo>
                    <a:pt x="219677" y="1597595"/>
                  </a:lnTo>
                  <a:lnTo>
                    <a:pt x="218606" y="1597966"/>
                  </a:lnTo>
                  <a:lnTo>
                    <a:pt x="217534" y="1598338"/>
                  </a:lnTo>
                  <a:lnTo>
                    <a:pt x="216462" y="1598709"/>
                  </a:lnTo>
                  <a:lnTo>
                    <a:pt x="215391" y="1599079"/>
                  </a:lnTo>
                  <a:lnTo>
                    <a:pt x="214319" y="1599450"/>
                  </a:lnTo>
                  <a:lnTo>
                    <a:pt x="213248" y="1599820"/>
                  </a:lnTo>
                  <a:lnTo>
                    <a:pt x="212176" y="1600190"/>
                  </a:lnTo>
                  <a:lnTo>
                    <a:pt x="211104" y="1600560"/>
                  </a:lnTo>
                  <a:lnTo>
                    <a:pt x="210033" y="1600930"/>
                  </a:lnTo>
                  <a:lnTo>
                    <a:pt x="208961" y="1601299"/>
                  </a:lnTo>
                  <a:lnTo>
                    <a:pt x="207890" y="1601668"/>
                  </a:lnTo>
                  <a:lnTo>
                    <a:pt x="206818" y="1602036"/>
                  </a:lnTo>
                  <a:lnTo>
                    <a:pt x="205746" y="1602405"/>
                  </a:lnTo>
                  <a:lnTo>
                    <a:pt x="204675" y="1602773"/>
                  </a:lnTo>
                  <a:lnTo>
                    <a:pt x="203603" y="1603141"/>
                  </a:lnTo>
                  <a:lnTo>
                    <a:pt x="202532" y="1603508"/>
                  </a:lnTo>
                  <a:lnTo>
                    <a:pt x="201460" y="1603876"/>
                  </a:lnTo>
                  <a:lnTo>
                    <a:pt x="200388" y="1604243"/>
                  </a:lnTo>
                  <a:lnTo>
                    <a:pt x="199317" y="1604610"/>
                  </a:lnTo>
                  <a:lnTo>
                    <a:pt x="198245" y="1604976"/>
                  </a:lnTo>
                  <a:lnTo>
                    <a:pt x="197174" y="1605342"/>
                  </a:lnTo>
                  <a:lnTo>
                    <a:pt x="196102" y="1605708"/>
                  </a:lnTo>
                  <a:lnTo>
                    <a:pt x="195030" y="1606074"/>
                  </a:lnTo>
                  <a:lnTo>
                    <a:pt x="193959" y="1606439"/>
                  </a:lnTo>
                  <a:lnTo>
                    <a:pt x="192887" y="1606804"/>
                  </a:lnTo>
                  <a:lnTo>
                    <a:pt x="191816" y="1607169"/>
                  </a:lnTo>
                  <a:lnTo>
                    <a:pt x="190744" y="1607534"/>
                  </a:lnTo>
                  <a:lnTo>
                    <a:pt x="189672" y="1607898"/>
                  </a:lnTo>
                  <a:lnTo>
                    <a:pt x="188601" y="1608262"/>
                  </a:lnTo>
                  <a:lnTo>
                    <a:pt x="187529" y="1608626"/>
                  </a:lnTo>
                  <a:lnTo>
                    <a:pt x="186458" y="1608989"/>
                  </a:lnTo>
                  <a:lnTo>
                    <a:pt x="185386" y="1609352"/>
                  </a:lnTo>
                  <a:lnTo>
                    <a:pt x="184314" y="1609715"/>
                  </a:lnTo>
                  <a:lnTo>
                    <a:pt x="183243" y="1610078"/>
                  </a:lnTo>
                  <a:lnTo>
                    <a:pt x="182171" y="1610440"/>
                  </a:lnTo>
                  <a:lnTo>
                    <a:pt x="181100" y="1610802"/>
                  </a:lnTo>
                  <a:lnTo>
                    <a:pt x="180028" y="1611164"/>
                  </a:lnTo>
                  <a:lnTo>
                    <a:pt x="178956" y="1611525"/>
                  </a:lnTo>
                  <a:lnTo>
                    <a:pt x="177885" y="1611887"/>
                  </a:lnTo>
                  <a:lnTo>
                    <a:pt x="176813" y="1612248"/>
                  </a:lnTo>
                  <a:lnTo>
                    <a:pt x="175742" y="1612608"/>
                  </a:lnTo>
                  <a:lnTo>
                    <a:pt x="174670" y="1612968"/>
                  </a:lnTo>
                  <a:lnTo>
                    <a:pt x="173599" y="1613329"/>
                  </a:lnTo>
                  <a:lnTo>
                    <a:pt x="172527" y="1613688"/>
                  </a:lnTo>
                  <a:lnTo>
                    <a:pt x="171455" y="1614048"/>
                  </a:lnTo>
                  <a:lnTo>
                    <a:pt x="170384" y="1614407"/>
                  </a:lnTo>
                  <a:lnTo>
                    <a:pt x="169312" y="1614766"/>
                  </a:lnTo>
                  <a:lnTo>
                    <a:pt x="168241" y="1615125"/>
                  </a:lnTo>
                  <a:lnTo>
                    <a:pt x="167169" y="1615483"/>
                  </a:lnTo>
                  <a:lnTo>
                    <a:pt x="166097" y="1615841"/>
                  </a:lnTo>
                  <a:lnTo>
                    <a:pt x="165026" y="1616199"/>
                  </a:lnTo>
                  <a:lnTo>
                    <a:pt x="163954" y="1616556"/>
                  </a:lnTo>
                  <a:lnTo>
                    <a:pt x="162883" y="1616913"/>
                  </a:lnTo>
                  <a:lnTo>
                    <a:pt x="161811" y="1617270"/>
                  </a:lnTo>
                  <a:lnTo>
                    <a:pt x="160739" y="1617627"/>
                  </a:lnTo>
                  <a:lnTo>
                    <a:pt x="159668" y="1617983"/>
                  </a:lnTo>
                  <a:lnTo>
                    <a:pt x="158596" y="1618339"/>
                  </a:lnTo>
                  <a:lnTo>
                    <a:pt x="157525" y="1618695"/>
                  </a:lnTo>
                  <a:lnTo>
                    <a:pt x="156453" y="1619050"/>
                  </a:lnTo>
                  <a:lnTo>
                    <a:pt x="155381" y="1619406"/>
                  </a:lnTo>
                  <a:lnTo>
                    <a:pt x="154310" y="1619760"/>
                  </a:lnTo>
                  <a:lnTo>
                    <a:pt x="153238" y="1620115"/>
                  </a:lnTo>
                  <a:lnTo>
                    <a:pt x="152167" y="1620469"/>
                  </a:lnTo>
                  <a:lnTo>
                    <a:pt x="151095" y="1620823"/>
                  </a:lnTo>
                  <a:lnTo>
                    <a:pt x="150023" y="1621177"/>
                  </a:lnTo>
                  <a:lnTo>
                    <a:pt x="148952" y="1621530"/>
                  </a:lnTo>
                  <a:lnTo>
                    <a:pt x="147880" y="1621883"/>
                  </a:lnTo>
                  <a:lnTo>
                    <a:pt x="146809" y="1622236"/>
                  </a:lnTo>
                  <a:lnTo>
                    <a:pt x="145737" y="1622589"/>
                  </a:lnTo>
                  <a:lnTo>
                    <a:pt x="144665" y="1622941"/>
                  </a:lnTo>
                  <a:lnTo>
                    <a:pt x="143594" y="1623293"/>
                  </a:lnTo>
                  <a:lnTo>
                    <a:pt x="142522" y="1623645"/>
                  </a:lnTo>
                  <a:lnTo>
                    <a:pt x="141451" y="1623996"/>
                  </a:lnTo>
                  <a:lnTo>
                    <a:pt x="140379" y="1624347"/>
                  </a:lnTo>
                  <a:lnTo>
                    <a:pt x="139307" y="1624698"/>
                  </a:lnTo>
                  <a:lnTo>
                    <a:pt x="138236" y="1625048"/>
                  </a:lnTo>
                  <a:lnTo>
                    <a:pt x="137164" y="1625399"/>
                  </a:lnTo>
                  <a:lnTo>
                    <a:pt x="136093" y="1625748"/>
                  </a:lnTo>
                  <a:lnTo>
                    <a:pt x="135021" y="1626098"/>
                  </a:lnTo>
                  <a:lnTo>
                    <a:pt x="133949" y="1626447"/>
                  </a:lnTo>
                  <a:lnTo>
                    <a:pt x="132878" y="1626796"/>
                  </a:lnTo>
                  <a:lnTo>
                    <a:pt x="131806" y="1627145"/>
                  </a:lnTo>
                  <a:lnTo>
                    <a:pt x="130735" y="1627493"/>
                  </a:lnTo>
                  <a:lnTo>
                    <a:pt x="129663" y="1627842"/>
                  </a:lnTo>
                  <a:lnTo>
                    <a:pt x="128591" y="1628189"/>
                  </a:lnTo>
                  <a:lnTo>
                    <a:pt x="127520" y="1628537"/>
                  </a:lnTo>
                  <a:lnTo>
                    <a:pt x="126448" y="1628884"/>
                  </a:lnTo>
                  <a:lnTo>
                    <a:pt x="125377" y="1629231"/>
                  </a:lnTo>
                  <a:lnTo>
                    <a:pt x="124305" y="1629578"/>
                  </a:lnTo>
                  <a:lnTo>
                    <a:pt x="123233" y="1629924"/>
                  </a:lnTo>
                  <a:lnTo>
                    <a:pt x="122162" y="1630270"/>
                  </a:lnTo>
                  <a:lnTo>
                    <a:pt x="121090" y="1630616"/>
                  </a:lnTo>
                  <a:lnTo>
                    <a:pt x="120019" y="1630961"/>
                  </a:lnTo>
                  <a:lnTo>
                    <a:pt x="118947" y="1631306"/>
                  </a:lnTo>
                  <a:lnTo>
                    <a:pt x="117875" y="1631651"/>
                  </a:lnTo>
                  <a:lnTo>
                    <a:pt x="116804" y="1631996"/>
                  </a:lnTo>
                  <a:lnTo>
                    <a:pt x="115732" y="1632340"/>
                  </a:lnTo>
                  <a:lnTo>
                    <a:pt x="114661" y="1632684"/>
                  </a:lnTo>
                  <a:lnTo>
                    <a:pt x="113589" y="1633028"/>
                  </a:lnTo>
                  <a:lnTo>
                    <a:pt x="112517" y="1633371"/>
                  </a:lnTo>
                  <a:lnTo>
                    <a:pt x="111446" y="1633714"/>
                  </a:lnTo>
                  <a:lnTo>
                    <a:pt x="110374" y="1634057"/>
                  </a:lnTo>
                  <a:lnTo>
                    <a:pt x="109303" y="1634399"/>
                  </a:lnTo>
                  <a:lnTo>
                    <a:pt x="108231" y="1634742"/>
                  </a:lnTo>
                  <a:lnTo>
                    <a:pt x="107159" y="1635083"/>
                  </a:lnTo>
                  <a:lnTo>
                    <a:pt x="106088" y="1635425"/>
                  </a:lnTo>
                  <a:lnTo>
                    <a:pt x="105016" y="1635766"/>
                  </a:lnTo>
                  <a:lnTo>
                    <a:pt x="103945" y="1636107"/>
                  </a:lnTo>
                  <a:lnTo>
                    <a:pt x="102873" y="1636448"/>
                  </a:lnTo>
                  <a:lnTo>
                    <a:pt x="101801" y="1636788"/>
                  </a:lnTo>
                  <a:lnTo>
                    <a:pt x="100730" y="1637128"/>
                  </a:lnTo>
                  <a:lnTo>
                    <a:pt x="99658" y="1637468"/>
                  </a:lnTo>
                  <a:lnTo>
                    <a:pt x="98587" y="1637808"/>
                  </a:lnTo>
                  <a:lnTo>
                    <a:pt x="97515" y="1638147"/>
                  </a:lnTo>
                  <a:lnTo>
                    <a:pt x="96443" y="1638486"/>
                  </a:lnTo>
                  <a:lnTo>
                    <a:pt x="95372" y="1638824"/>
                  </a:lnTo>
                  <a:lnTo>
                    <a:pt x="94300" y="1639162"/>
                  </a:lnTo>
                  <a:lnTo>
                    <a:pt x="93229" y="1639500"/>
                  </a:lnTo>
                  <a:lnTo>
                    <a:pt x="92157" y="1639838"/>
                  </a:lnTo>
                  <a:lnTo>
                    <a:pt x="91085" y="1640175"/>
                  </a:lnTo>
                  <a:lnTo>
                    <a:pt x="90014" y="1640512"/>
                  </a:lnTo>
                  <a:lnTo>
                    <a:pt x="88942" y="1640849"/>
                  </a:lnTo>
                  <a:lnTo>
                    <a:pt x="87871" y="1641186"/>
                  </a:lnTo>
                  <a:lnTo>
                    <a:pt x="86799" y="1641522"/>
                  </a:lnTo>
                  <a:lnTo>
                    <a:pt x="85727" y="1641858"/>
                  </a:lnTo>
                  <a:lnTo>
                    <a:pt x="84656" y="1642193"/>
                  </a:lnTo>
                  <a:lnTo>
                    <a:pt x="83584" y="1642529"/>
                  </a:lnTo>
                  <a:lnTo>
                    <a:pt x="82513" y="1642864"/>
                  </a:lnTo>
                  <a:lnTo>
                    <a:pt x="81441" y="1643198"/>
                  </a:lnTo>
                  <a:lnTo>
                    <a:pt x="80369" y="1643533"/>
                  </a:lnTo>
                  <a:lnTo>
                    <a:pt x="79298" y="1643867"/>
                  </a:lnTo>
                  <a:lnTo>
                    <a:pt x="78226" y="1644200"/>
                  </a:lnTo>
                  <a:lnTo>
                    <a:pt x="77155" y="1644534"/>
                  </a:lnTo>
                  <a:lnTo>
                    <a:pt x="76083" y="1644867"/>
                  </a:lnTo>
                  <a:lnTo>
                    <a:pt x="75011" y="1645200"/>
                  </a:lnTo>
                  <a:lnTo>
                    <a:pt x="73940" y="1645532"/>
                  </a:lnTo>
                  <a:lnTo>
                    <a:pt x="72868" y="1645865"/>
                  </a:lnTo>
                  <a:lnTo>
                    <a:pt x="71797" y="1646197"/>
                  </a:lnTo>
                  <a:lnTo>
                    <a:pt x="70725" y="1646528"/>
                  </a:lnTo>
                  <a:lnTo>
                    <a:pt x="69653" y="1646860"/>
                  </a:lnTo>
                  <a:lnTo>
                    <a:pt x="68582" y="1647191"/>
                  </a:lnTo>
                  <a:lnTo>
                    <a:pt x="67510" y="1647521"/>
                  </a:lnTo>
                  <a:lnTo>
                    <a:pt x="66439" y="1647852"/>
                  </a:lnTo>
                  <a:lnTo>
                    <a:pt x="65367" y="1648182"/>
                  </a:lnTo>
                  <a:lnTo>
                    <a:pt x="64295" y="1648512"/>
                  </a:lnTo>
                  <a:lnTo>
                    <a:pt x="63224" y="1648841"/>
                  </a:lnTo>
                  <a:lnTo>
                    <a:pt x="62152" y="1649171"/>
                  </a:lnTo>
                  <a:lnTo>
                    <a:pt x="61081" y="1649499"/>
                  </a:lnTo>
                  <a:lnTo>
                    <a:pt x="60009" y="1649828"/>
                  </a:lnTo>
                  <a:lnTo>
                    <a:pt x="58937" y="1650156"/>
                  </a:lnTo>
                  <a:lnTo>
                    <a:pt x="57866" y="1650484"/>
                  </a:lnTo>
                  <a:lnTo>
                    <a:pt x="56794" y="1650812"/>
                  </a:lnTo>
                  <a:lnTo>
                    <a:pt x="55723" y="1651140"/>
                  </a:lnTo>
                  <a:lnTo>
                    <a:pt x="54651" y="1651467"/>
                  </a:lnTo>
                  <a:lnTo>
                    <a:pt x="53579" y="1651794"/>
                  </a:lnTo>
                  <a:lnTo>
                    <a:pt x="52508" y="1652120"/>
                  </a:lnTo>
                  <a:lnTo>
                    <a:pt x="51436" y="1652446"/>
                  </a:lnTo>
                  <a:lnTo>
                    <a:pt x="50365" y="1652772"/>
                  </a:lnTo>
                  <a:lnTo>
                    <a:pt x="49293" y="1653098"/>
                  </a:lnTo>
                  <a:lnTo>
                    <a:pt x="48221" y="1653423"/>
                  </a:lnTo>
                  <a:lnTo>
                    <a:pt x="47150" y="1653748"/>
                  </a:lnTo>
                  <a:lnTo>
                    <a:pt x="46078" y="1654073"/>
                  </a:lnTo>
                  <a:lnTo>
                    <a:pt x="45007" y="1654397"/>
                  </a:lnTo>
                  <a:lnTo>
                    <a:pt x="43935" y="1654721"/>
                  </a:lnTo>
                  <a:lnTo>
                    <a:pt x="42863" y="1655045"/>
                  </a:lnTo>
                  <a:lnTo>
                    <a:pt x="41792" y="1655369"/>
                  </a:lnTo>
                  <a:lnTo>
                    <a:pt x="40720" y="1655692"/>
                  </a:lnTo>
                  <a:lnTo>
                    <a:pt x="39649" y="1656015"/>
                  </a:lnTo>
                  <a:lnTo>
                    <a:pt x="38577" y="1656337"/>
                  </a:lnTo>
                  <a:lnTo>
                    <a:pt x="37505" y="1656660"/>
                  </a:lnTo>
                  <a:lnTo>
                    <a:pt x="36434" y="1656982"/>
                  </a:lnTo>
                  <a:lnTo>
                    <a:pt x="35362" y="1657303"/>
                  </a:lnTo>
                  <a:lnTo>
                    <a:pt x="34291" y="1657625"/>
                  </a:lnTo>
                  <a:lnTo>
                    <a:pt x="33219" y="1657946"/>
                  </a:lnTo>
                  <a:lnTo>
                    <a:pt x="32147" y="1658267"/>
                  </a:lnTo>
                  <a:lnTo>
                    <a:pt x="31076" y="1658587"/>
                  </a:lnTo>
                  <a:lnTo>
                    <a:pt x="30004" y="1658907"/>
                  </a:lnTo>
                  <a:lnTo>
                    <a:pt x="28933" y="1659227"/>
                  </a:lnTo>
                  <a:lnTo>
                    <a:pt x="27861" y="1659547"/>
                  </a:lnTo>
                  <a:lnTo>
                    <a:pt x="26789" y="1659866"/>
                  </a:lnTo>
                  <a:lnTo>
                    <a:pt x="25718" y="1660185"/>
                  </a:lnTo>
                  <a:lnTo>
                    <a:pt x="24646" y="1660504"/>
                  </a:lnTo>
                  <a:lnTo>
                    <a:pt x="23575" y="1660822"/>
                  </a:lnTo>
                  <a:lnTo>
                    <a:pt x="22503" y="1661140"/>
                  </a:lnTo>
                  <a:lnTo>
                    <a:pt x="21431" y="1661458"/>
                  </a:lnTo>
                  <a:lnTo>
                    <a:pt x="20360" y="1661776"/>
                  </a:lnTo>
                  <a:lnTo>
                    <a:pt x="19288" y="1662093"/>
                  </a:lnTo>
                  <a:lnTo>
                    <a:pt x="18217" y="1662410"/>
                  </a:lnTo>
                  <a:lnTo>
                    <a:pt x="17145" y="1662726"/>
                  </a:lnTo>
                  <a:lnTo>
                    <a:pt x="16073" y="1663043"/>
                  </a:lnTo>
                  <a:lnTo>
                    <a:pt x="15002" y="1663359"/>
                  </a:lnTo>
                  <a:lnTo>
                    <a:pt x="13930" y="1663674"/>
                  </a:lnTo>
                  <a:lnTo>
                    <a:pt x="12859" y="1663990"/>
                  </a:lnTo>
                  <a:lnTo>
                    <a:pt x="11787" y="1664305"/>
                  </a:lnTo>
                  <a:lnTo>
                    <a:pt x="10715" y="1664620"/>
                  </a:lnTo>
                  <a:lnTo>
                    <a:pt x="9644" y="1664934"/>
                  </a:lnTo>
                  <a:lnTo>
                    <a:pt x="8572" y="1665248"/>
                  </a:lnTo>
                  <a:lnTo>
                    <a:pt x="7501" y="1665562"/>
                  </a:lnTo>
                  <a:lnTo>
                    <a:pt x="6429" y="1665876"/>
                  </a:lnTo>
                  <a:lnTo>
                    <a:pt x="5357" y="1666189"/>
                  </a:lnTo>
                  <a:lnTo>
                    <a:pt x="4286" y="1666502"/>
                  </a:lnTo>
                  <a:lnTo>
                    <a:pt x="3214" y="1666815"/>
                  </a:lnTo>
                  <a:lnTo>
                    <a:pt x="2143" y="1667127"/>
                  </a:lnTo>
                  <a:lnTo>
                    <a:pt x="1071" y="1667439"/>
                  </a:lnTo>
                  <a:lnTo>
                    <a:pt x="0" y="1667751"/>
                  </a:lnTo>
                  <a:lnTo>
                    <a:pt x="0" y="166775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67" name="pl167"/>
            <p:cNvSpPr/>
            <p:nvPr/>
          </p:nvSpPr>
          <p:spPr>
            <a:xfrm>
              <a:off x="5034264" y="3975152"/>
              <a:ext cx="3856684" cy="1891062"/>
            </a:xfrm>
            <a:custGeom>
              <a:avLst/>
              <a:gdLst/>
              <a:ahLst/>
              <a:cxnLst/>
              <a:rect l="0" t="0" r="0" b="0"/>
              <a:pathLst>
                <a:path w="3856684" h="1891062">
                  <a:moveTo>
                    <a:pt x="0" y="1891062"/>
                  </a:moveTo>
                  <a:lnTo>
                    <a:pt x="1071" y="1890793"/>
                  </a:lnTo>
                  <a:lnTo>
                    <a:pt x="2143" y="1890523"/>
                  </a:lnTo>
                  <a:lnTo>
                    <a:pt x="3214" y="1890253"/>
                  </a:lnTo>
                  <a:lnTo>
                    <a:pt x="4286" y="1889983"/>
                  </a:lnTo>
                  <a:lnTo>
                    <a:pt x="5357" y="1889713"/>
                  </a:lnTo>
                  <a:lnTo>
                    <a:pt x="6429" y="1889442"/>
                  </a:lnTo>
                  <a:lnTo>
                    <a:pt x="7501" y="1889172"/>
                  </a:lnTo>
                  <a:lnTo>
                    <a:pt x="8572" y="1888901"/>
                  </a:lnTo>
                  <a:lnTo>
                    <a:pt x="9644" y="1888630"/>
                  </a:lnTo>
                  <a:lnTo>
                    <a:pt x="10715" y="1888358"/>
                  </a:lnTo>
                  <a:lnTo>
                    <a:pt x="11787" y="1888087"/>
                  </a:lnTo>
                  <a:lnTo>
                    <a:pt x="12859" y="1887815"/>
                  </a:lnTo>
                  <a:lnTo>
                    <a:pt x="13930" y="1887543"/>
                  </a:lnTo>
                  <a:lnTo>
                    <a:pt x="15002" y="1887271"/>
                  </a:lnTo>
                  <a:lnTo>
                    <a:pt x="16073" y="1886999"/>
                  </a:lnTo>
                  <a:lnTo>
                    <a:pt x="17145" y="1886726"/>
                  </a:lnTo>
                  <a:lnTo>
                    <a:pt x="18217" y="1886453"/>
                  </a:lnTo>
                  <a:lnTo>
                    <a:pt x="19288" y="1886180"/>
                  </a:lnTo>
                  <a:lnTo>
                    <a:pt x="20360" y="1885907"/>
                  </a:lnTo>
                  <a:lnTo>
                    <a:pt x="21431" y="1885634"/>
                  </a:lnTo>
                  <a:lnTo>
                    <a:pt x="22503" y="1885360"/>
                  </a:lnTo>
                  <a:lnTo>
                    <a:pt x="23575" y="1885087"/>
                  </a:lnTo>
                  <a:lnTo>
                    <a:pt x="24646" y="1884813"/>
                  </a:lnTo>
                  <a:lnTo>
                    <a:pt x="25718" y="1884538"/>
                  </a:lnTo>
                  <a:lnTo>
                    <a:pt x="26789" y="1884264"/>
                  </a:lnTo>
                  <a:lnTo>
                    <a:pt x="27861" y="1883989"/>
                  </a:lnTo>
                  <a:lnTo>
                    <a:pt x="28933" y="1883715"/>
                  </a:lnTo>
                  <a:lnTo>
                    <a:pt x="30004" y="1883440"/>
                  </a:lnTo>
                  <a:lnTo>
                    <a:pt x="31076" y="1883164"/>
                  </a:lnTo>
                  <a:lnTo>
                    <a:pt x="32147" y="1882889"/>
                  </a:lnTo>
                  <a:lnTo>
                    <a:pt x="33219" y="1882613"/>
                  </a:lnTo>
                  <a:lnTo>
                    <a:pt x="34291" y="1882337"/>
                  </a:lnTo>
                  <a:lnTo>
                    <a:pt x="35362" y="1882061"/>
                  </a:lnTo>
                  <a:lnTo>
                    <a:pt x="36434" y="1881785"/>
                  </a:lnTo>
                  <a:lnTo>
                    <a:pt x="37505" y="1881509"/>
                  </a:lnTo>
                  <a:lnTo>
                    <a:pt x="38577" y="1881232"/>
                  </a:lnTo>
                  <a:lnTo>
                    <a:pt x="39649" y="1880955"/>
                  </a:lnTo>
                  <a:lnTo>
                    <a:pt x="40720" y="1880678"/>
                  </a:lnTo>
                  <a:lnTo>
                    <a:pt x="41792" y="1880401"/>
                  </a:lnTo>
                  <a:lnTo>
                    <a:pt x="42863" y="1880123"/>
                  </a:lnTo>
                  <a:lnTo>
                    <a:pt x="43935" y="1879846"/>
                  </a:lnTo>
                  <a:lnTo>
                    <a:pt x="45007" y="1879568"/>
                  </a:lnTo>
                  <a:lnTo>
                    <a:pt x="46078" y="1879290"/>
                  </a:lnTo>
                  <a:lnTo>
                    <a:pt x="47150" y="1879011"/>
                  </a:lnTo>
                  <a:lnTo>
                    <a:pt x="48221" y="1878733"/>
                  </a:lnTo>
                  <a:lnTo>
                    <a:pt x="49293" y="1878454"/>
                  </a:lnTo>
                  <a:lnTo>
                    <a:pt x="50365" y="1878175"/>
                  </a:lnTo>
                  <a:lnTo>
                    <a:pt x="51436" y="1877896"/>
                  </a:lnTo>
                  <a:lnTo>
                    <a:pt x="52508" y="1877617"/>
                  </a:lnTo>
                  <a:lnTo>
                    <a:pt x="53579" y="1877337"/>
                  </a:lnTo>
                  <a:lnTo>
                    <a:pt x="54651" y="1877057"/>
                  </a:lnTo>
                  <a:lnTo>
                    <a:pt x="55723" y="1876777"/>
                  </a:lnTo>
                  <a:lnTo>
                    <a:pt x="56794" y="1876497"/>
                  </a:lnTo>
                  <a:lnTo>
                    <a:pt x="57866" y="1876217"/>
                  </a:lnTo>
                  <a:lnTo>
                    <a:pt x="58937" y="1875936"/>
                  </a:lnTo>
                  <a:lnTo>
                    <a:pt x="60009" y="1875655"/>
                  </a:lnTo>
                  <a:lnTo>
                    <a:pt x="61081" y="1875374"/>
                  </a:lnTo>
                  <a:lnTo>
                    <a:pt x="62152" y="1875093"/>
                  </a:lnTo>
                  <a:lnTo>
                    <a:pt x="63224" y="1874812"/>
                  </a:lnTo>
                  <a:lnTo>
                    <a:pt x="64295" y="1874530"/>
                  </a:lnTo>
                  <a:lnTo>
                    <a:pt x="65367" y="1874248"/>
                  </a:lnTo>
                  <a:lnTo>
                    <a:pt x="66439" y="1873966"/>
                  </a:lnTo>
                  <a:lnTo>
                    <a:pt x="67510" y="1873684"/>
                  </a:lnTo>
                  <a:lnTo>
                    <a:pt x="68582" y="1873401"/>
                  </a:lnTo>
                  <a:lnTo>
                    <a:pt x="69653" y="1873119"/>
                  </a:lnTo>
                  <a:lnTo>
                    <a:pt x="70725" y="1872836"/>
                  </a:lnTo>
                  <a:lnTo>
                    <a:pt x="71797" y="1872553"/>
                  </a:lnTo>
                  <a:lnTo>
                    <a:pt x="72868" y="1872269"/>
                  </a:lnTo>
                  <a:lnTo>
                    <a:pt x="73940" y="1871986"/>
                  </a:lnTo>
                  <a:lnTo>
                    <a:pt x="75011" y="1871702"/>
                  </a:lnTo>
                  <a:lnTo>
                    <a:pt x="76083" y="1871418"/>
                  </a:lnTo>
                  <a:lnTo>
                    <a:pt x="77155" y="1871134"/>
                  </a:lnTo>
                  <a:lnTo>
                    <a:pt x="78226" y="1870849"/>
                  </a:lnTo>
                  <a:lnTo>
                    <a:pt x="79298" y="1870565"/>
                  </a:lnTo>
                  <a:lnTo>
                    <a:pt x="80369" y="1870280"/>
                  </a:lnTo>
                  <a:lnTo>
                    <a:pt x="81441" y="1869995"/>
                  </a:lnTo>
                  <a:lnTo>
                    <a:pt x="82513" y="1869709"/>
                  </a:lnTo>
                  <a:lnTo>
                    <a:pt x="83584" y="1869424"/>
                  </a:lnTo>
                  <a:lnTo>
                    <a:pt x="84656" y="1869138"/>
                  </a:lnTo>
                  <a:lnTo>
                    <a:pt x="85727" y="1868852"/>
                  </a:lnTo>
                  <a:lnTo>
                    <a:pt x="86799" y="1868566"/>
                  </a:lnTo>
                  <a:lnTo>
                    <a:pt x="87871" y="1868280"/>
                  </a:lnTo>
                  <a:lnTo>
                    <a:pt x="88942" y="1867993"/>
                  </a:lnTo>
                  <a:lnTo>
                    <a:pt x="90014" y="1867707"/>
                  </a:lnTo>
                  <a:lnTo>
                    <a:pt x="91085" y="1867420"/>
                  </a:lnTo>
                  <a:lnTo>
                    <a:pt x="92157" y="1867133"/>
                  </a:lnTo>
                  <a:lnTo>
                    <a:pt x="93229" y="1866845"/>
                  </a:lnTo>
                  <a:lnTo>
                    <a:pt x="94300" y="1866558"/>
                  </a:lnTo>
                  <a:lnTo>
                    <a:pt x="95372" y="1866270"/>
                  </a:lnTo>
                  <a:lnTo>
                    <a:pt x="96443" y="1865982"/>
                  </a:lnTo>
                  <a:lnTo>
                    <a:pt x="97515" y="1865693"/>
                  </a:lnTo>
                  <a:lnTo>
                    <a:pt x="98587" y="1865405"/>
                  </a:lnTo>
                  <a:lnTo>
                    <a:pt x="99658" y="1865116"/>
                  </a:lnTo>
                  <a:lnTo>
                    <a:pt x="100730" y="1864827"/>
                  </a:lnTo>
                  <a:lnTo>
                    <a:pt x="101801" y="1864538"/>
                  </a:lnTo>
                  <a:lnTo>
                    <a:pt x="102873" y="1864249"/>
                  </a:lnTo>
                  <a:lnTo>
                    <a:pt x="103945" y="1863959"/>
                  </a:lnTo>
                  <a:lnTo>
                    <a:pt x="105016" y="1863670"/>
                  </a:lnTo>
                  <a:lnTo>
                    <a:pt x="106088" y="1863380"/>
                  </a:lnTo>
                  <a:lnTo>
                    <a:pt x="107159" y="1863089"/>
                  </a:lnTo>
                  <a:lnTo>
                    <a:pt x="108231" y="1862799"/>
                  </a:lnTo>
                  <a:lnTo>
                    <a:pt x="109303" y="1862508"/>
                  </a:lnTo>
                  <a:lnTo>
                    <a:pt x="110374" y="1862217"/>
                  </a:lnTo>
                  <a:lnTo>
                    <a:pt x="111446" y="1861926"/>
                  </a:lnTo>
                  <a:lnTo>
                    <a:pt x="112517" y="1861635"/>
                  </a:lnTo>
                  <a:lnTo>
                    <a:pt x="113589" y="1861344"/>
                  </a:lnTo>
                  <a:lnTo>
                    <a:pt x="114661" y="1861052"/>
                  </a:lnTo>
                  <a:lnTo>
                    <a:pt x="115732" y="1860760"/>
                  </a:lnTo>
                  <a:lnTo>
                    <a:pt x="116804" y="1860468"/>
                  </a:lnTo>
                  <a:lnTo>
                    <a:pt x="117875" y="1860175"/>
                  </a:lnTo>
                  <a:lnTo>
                    <a:pt x="118947" y="1859883"/>
                  </a:lnTo>
                  <a:lnTo>
                    <a:pt x="120019" y="1859590"/>
                  </a:lnTo>
                  <a:lnTo>
                    <a:pt x="121090" y="1859297"/>
                  </a:lnTo>
                  <a:lnTo>
                    <a:pt x="122162" y="1859004"/>
                  </a:lnTo>
                  <a:lnTo>
                    <a:pt x="123233" y="1858710"/>
                  </a:lnTo>
                  <a:lnTo>
                    <a:pt x="124305" y="1858416"/>
                  </a:lnTo>
                  <a:lnTo>
                    <a:pt x="125377" y="1858122"/>
                  </a:lnTo>
                  <a:lnTo>
                    <a:pt x="126448" y="1857828"/>
                  </a:lnTo>
                  <a:lnTo>
                    <a:pt x="127520" y="1857534"/>
                  </a:lnTo>
                  <a:lnTo>
                    <a:pt x="128591" y="1857239"/>
                  </a:lnTo>
                  <a:lnTo>
                    <a:pt x="129663" y="1856945"/>
                  </a:lnTo>
                  <a:lnTo>
                    <a:pt x="130735" y="1856650"/>
                  </a:lnTo>
                  <a:lnTo>
                    <a:pt x="131806" y="1856354"/>
                  </a:lnTo>
                  <a:lnTo>
                    <a:pt x="132878" y="1856059"/>
                  </a:lnTo>
                  <a:lnTo>
                    <a:pt x="133949" y="1855763"/>
                  </a:lnTo>
                  <a:lnTo>
                    <a:pt x="135021" y="1855467"/>
                  </a:lnTo>
                  <a:lnTo>
                    <a:pt x="136093" y="1855171"/>
                  </a:lnTo>
                  <a:lnTo>
                    <a:pt x="137164" y="1854875"/>
                  </a:lnTo>
                  <a:lnTo>
                    <a:pt x="138236" y="1854578"/>
                  </a:lnTo>
                  <a:lnTo>
                    <a:pt x="139307" y="1854282"/>
                  </a:lnTo>
                  <a:lnTo>
                    <a:pt x="140379" y="1853985"/>
                  </a:lnTo>
                  <a:lnTo>
                    <a:pt x="141451" y="1853687"/>
                  </a:lnTo>
                  <a:lnTo>
                    <a:pt x="142522" y="1853390"/>
                  </a:lnTo>
                  <a:lnTo>
                    <a:pt x="143594" y="1853092"/>
                  </a:lnTo>
                  <a:lnTo>
                    <a:pt x="144665" y="1852794"/>
                  </a:lnTo>
                  <a:lnTo>
                    <a:pt x="145737" y="1852496"/>
                  </a:lnTo>
                  <a:lnTo>
                    <a:pt x="146809" y="1852198"/>
                  </a:lnTo>
                  <a:lnTo>
                    <a:pt x="147880" y="1851899"/>
                  </a:lnTo>
                  <a:lnTo>
                    <a:pt x="148952" y="1851600"/>
                  </a:lnTo>
                  <a:lnTo>
                    <a:pt x="150023" y="1851301"/>
                  </a:lnTo>
                  <a:lnTo>
                    <a:pt x="151095" y="1851002"/>
                  </a:lnTo>
                  <a:lnTo>
                    <a:pt x="152167" y="1850703"/>
                  </a:lnTo>
                  <a:lnTo>
                    <a:pt x="153238" y="1850403"/>
                  </a:lnTo>
                  <a:lnTo>
                    <a:pt x="154310" y="1850103"/>
                  </a:lnTo>
                  <a:lnTo>
                    <a:pt x="155381" y="1849803"/>
                  </a:lnTo>
                  <a:lnTo>
                    <a:pt x="156453" y="1849503"/>
                  </a:lnTo>
                  <a:lnTo>
                    <a:pt x="157525" y="1849202"/>
                  </a:lnTo>
                  <a:lnTo>
                    <a:pt x="158596" y="1848901"/>
                  </a:lnTo>
                  <a:lnTo>
                    <a:pt x="159668" y="1848600"/>
                  </a:lnTo>
                  <a:lnTo>
                    <a:pt x="160739" y="1848299"/>
                  </a:lnTo>
                  <a:lnTo>
                    <a:pt x="161811" y="1847998"/>
                  </a:lnTo>
                  <a:lnTo>
                    <a:pt x="162883" y="1847696"/>
                  </a:lnTo>
                  <a:lnTo>
                    <a:pt x="163954" y="1847394"/>
                  </a:lnTo>
                  <a:lnTo>
                    <a:pt x="165026" y="1847092"/>
                  </a:lnTo>
                  <a:lnTo>
                    <a:pt x="166097" y="1846789"/>
                  </a:lnTo>
                  <a:lnTo>
                    <a:pt x="167169" y="1846487"/>
                  </a:lnTo>
                  <a:lnTo>
                    <a:pt x="168241" y="1846184"/>
                  </a:lnTo>
                  <a:lnTo>
                    <a:pt x="169312" y="1845881"/>
                  </a:lnTo>
                  <a:lnTo>
                    <a:pt x="170384" y="1845578"/>
                  </a:lnTo>
                  <a:lnTo>
                    <a:pt x="171455" y="1845274"/>
                  </a:lnTo>
                  <a:lnTo>
                    <a:pt x="172527" y="1844970"/>
                  </a:lnTo>
                  <a:lnTo>
                    <a:pt x="173599" y="1844666"/>
                  </a:lnTo>
                  <a:lnTo>
                    <a:pt x="174670" y="1844362"/>
                  </a:lnTo>
                  <a:lnTo>
                    <a:pt x="175742" y="1844058"/>
                  </a:lnTo>
                  <a:lnTo>
                    <a:pt x="176813" y="1843753"/>
                  </a:lnTo>
                  <a:lnTo>
                    <a:pt x="177885" y="1843448"/>
                  </a:lnTo>
                  <a:lnTo>
                    <a:pt x="178956" y="1843143"/>
                  </a:lnTo>
                  <a:lnTo>
                    <a:pt x="180028" y="1842838"/>
                  </a:lnTo>
                  <a:lnTo>
                    <a:pt x="181100" y="1842532"/>
                  </a:lnTo>
                  <a:lnTo>
                    <a:pt x="182171" y="1842226"/>
                  </a:lnTo>
                  <a:lnTo>
                    <a:pt x="183243" y="1841920"/>
                  </a:lnTo>
                  <a:lnTo>
                    <a:pt x="184314" y="1841614"/>
                  </a:lnTo>
                  <a:lnTo>
                    <a:pt x="185386" y="1841308"/>
                  </a:lnTo>
                  <a:lnTo>
                    <a:pt x="186458" y="1841001"/>
                  </a:lnTo>
                  <a:lnTo>
                    <a:pt x="187529" y="1840694"/>
                  </a:lnTo>
                  <a:lnTo>
                    <a:pt x="188601" y="1840387"/>
                  </a:lnTo>
                  <a:lnTo>
                    <a:pt x="189672" y="1840079"/>
                  </a:lnTo>
                  <a:lnTo>
                    <a:pt x="190744" y="1839772"/>
                  </a:lnTo>
                  <a:lnTo>
                    <a:pt x="191816" y="1839464"/>
                  </a:lnTo>
                  <a:lnTo>
                    <a:pt x="192887" y="1839156"/>
                  </a:lnTo>
                  <a:lnTo>
                    <a:pt x="193959" y="1838848"/>
                  </a:lnTo>
                  <a:lnTo>
                    <a:pt x="195030" y="1838539"/>
                  </a:lnTo>
                  <a:lnTo>
                    <a:pt x="196102" y="1838230"/>
                  </a:lnTo>
                  <a:lnTo>
                    <a:pt x="197174" y="1837921"/>
                  </a:lnTo>
                  <a:lnTo>
                    <a:pt x="198245" y="1837612"/>
                  </a:lnTo>
                  <a:lnTo>
                    <a:pt x="199317" y="1837302"/>
                  </a:lnTo>
                  <a:lnTo>
                    <a:pt x="200388" y="1836993"/>
                  </a:lnTo>
                  <a:lnTo>
                    <a:pt x="201460" y="1836683"/>
                  </a:lnTo>
                  <a:lnTo>
                    <a:pt x="202532" y="1836373"/>
                  </a:lnTo>
                  <a:lnTo>
                    <a:pt x="203603" y="1836062"/>
                  </a:lnTo>
                  <a:lnTo>
                    <a:pt x="204675" y="1835752"/>
                  </a:lnTo>
                  <a:lnTo>
                    <a:pt x="205746" y="1835441"/>
                  </a:lnTo>
                  <a:lnTo>
                    <a:pt x="206818" y="1835130"/>
                  </a:lnTo>
                  <a:lnTo>
                    <a:pt x="207890" y="1834818"/>
                  </a:lnTo>
                  <a:lnTo>
                    <a:pt x="208961" y="1834507"/>
                  </a:lnTo>
                  <a:lnTo>
                    <a:pt x="210033" y="1834195"/>
                  </a:lnTo>
                  <a:lnTo>
                    <a:pt x="211104" y="1833883"/>
                  </a:lnTo>
                  <a:lnTo>
                    <a:pt x="212176" y="1833571"/>
                  </a:lnTo>
                  <a:lnTo>
                    <a:pt x="213248" y="1833258"/>
                  </a:lnTo>
                  <a:lnTo>
                    <a:pt x="214319" y="1832946"/>
                  </a:lnTo>
                  <a:lnTo>
                    <a:pt x="215391" y="1832633"/>
                  </a:lnTo>
                  <a:lnTo>
                    <a:pt x="216462" y="1832319"/>
                  </a:lnTo>
                  <a:lnTo>
                    <a:pt x="217534" y="1832006"/>
                  </a:lnTo>
                  <a:lnTo>
                    <a:pt x="218606" y="1831692"/>
                  </a:lnTo>
                  <a:lnTo>
                    <a:pt x="219677" y="1831378"/>
                  </a:lnTo>
                  <a:lnTo>
                    <a:pt x="220749" y="1831064"/>
                  </a:lnTo>
                  <a:lnTo>
                    <a:pt x="221820" y="1830750"/>
                  </a:lnTo>
                  <a:lnTo>
                    <a:pt x="222892" y="1830435"/>
                  </a:lnTo>
                  <a:lnTo>
                    <a:pt x="223964" y="1830120"/>
                  </a:lnTo>
                  <a:lnTo>
                    <a:pt x="225035" y="1829805"/>
                  </a:lnTo>
                  <a:lnTo>
                    <a:pt x="226107" y="1829490"/>
                  </a:lnTo>
                  <a:lnTo>
                    <a:pt x="227178" y="1829175"/>
                  </a:lnTo>
                  <a:lnTo>
                    <a:pt x="228250" y="1828859"/>
                  </a:lnTo>
                  <a:lnTo>
                    <a:pt x="229322" y="1828543"/>
                  </a:lnTo>
                  <a:lnTo>
                    <a:pt x="230393" y="1828227"/>
                  </a:lnTo>
                  <a:lnTo>
                    <a:pt x="231465" y="1827910"/>
                  </a:lnTo>
                  <a:lnTo>
                    <a:pt x="232536" y="1827593"/>
                  </a:lnTo>
                  <a:lnTo>
                    <a:pt x="233608" y="1827276"/>
                  </a:lnTo>
                  <a:lnTo>
                    <a:pt x="234680" y="1826959"/>
                  </a:lnTo>
                  <a:lnTo>
                    <a:pt x="235751" y="1826642"/>
                  </a:lnTo>
                  <a:lnTo>
                    <a:pt x="236823" y="1826324"/>
                  </a:lnTo>
                  <a:lnTo>
                    <a:pt x="237894" y="1826006"/>
                  </a:lnTo>
                  <a:lnTo>
                    <a:pt x="238966" y="1825688"/>
                  </a:lnTo>
                  <a:lnTo>
                    <a:pt x="240038" y="1825370"/>
                  </a:lnTo>
                  <a:lnTo>
                    <a:pt x="241109" y="1825051"/>
                  </a:lnTo>
                  <a:lnTo>
                    <a:pt x="242181" y="1824732"/>
                  </a:lnTo>
                  <a:lnTo>
                    <a:pt x="243252" y="1824413"/>
                  </a:lnTo>
                  <a:lnTo>
                    <a:pt x="244324" y="1824094"/>
                  </a:lnTo>
                  <a:lnTo>
                    <a:pt x="245396" y="1823774"/>
                  </a:lnTo>
                  <a:lnTo>
                    <a:pt x="246467" y="1823454"/>
                  </a:lnTo>
                  <a:lnTo>
                    <a:pt x="247539" y="1823134"/>
                  </a:lnTo>
                  <a:lnTo>
                    <a:pt x="248610" y="1822814"/>
                  </a:lnTo>
                  <a:lnTo>
                    <a:pt x="249682" y="1822493"/>
                  </a:lnTo>
                  <a:lnTo>
                    <a:pt x="250754" y="1822173"/>
                  </a:lnTo>
                  <a:lnTo>
                    <a:pt x="251825" y="1821852"/>
                  </a:lnTo>
                  <a:lnTo>
                    <a:pt x="252897" y="1821530"/>
                  </a:lnTo>
                  <a:lnTo>
                    <a:pt x="253968" y="1821209"/>
                  </a:lnTo>
                  <a:lnTo>
                    <a:pt x="255040" y="1820887"/>
                  </a:lnTo>
                  <a:lnTo>
                    <a:pt x="256112" y="1820565"/>
                  </a:lnTo>
                  <a:lnTo>
                    <a:pt x="257183" y="1820243"/>
                  </a:lnTo>
                  <a:lnTo>
                    <a:pt x="258255" y="1819920"/>
                  </a:lnTo>
                  <a:lnTo>
                    <a:pt x="259326" y="1819598"/>
                  </a:lnTo>
                  <a:lnTo>
                    <a:pt x="260398" y="1819275"/>
                  </a:lnTo>
                  <a:lnTo>
                    <a:pt x="261470" y="1818952"/>
                  </a:lnTo>
                  <a:lnTo>
                    <a:pt x="262541" y="1818628"/>
                  </a:lnTo>
                  <a:lnTo>
                    <a:pt x="263613" y="1818305"/>
                  </a:lnTo>
                  <a:lnTo>
                    <a:pt x="264684" y="1817981"/>
                  </a:lnTo>
                  <a:lnTo>
                    <a:pt x="265756" y="1817657"/>
                  </a:lnTo>
                  <a:lnTo>
                    <a:pt x="266828" y="1817332"/>
                  </a:lnTo>
                  <a:lnTo>
                    <a:pt x="267899" y="1817008"/>
                  </a:lnTo>
                  <a:lnTo>
                    <a:pt x="268971" y="1816683"/>
                  </a:lnTo>
                  <a:lnTo>
                    <a:pt x="270042" y="1816358"/>
                  </a:lnTo>
                  <a:lnTo>
                    <a:pt x="271114" y="1816032"/>
                  </a:lnTo>
                  <a:lnTo>
                    <a:pt x="272186" y="1815707"/>
                  </a:lnTo>
                  <a:lnTo>
                    <a:pt x="273257" y="1815381"/>
                  </a:lnTo>
                  <a:lnTo>
                    <a:pt x="274329" y="1815055"/>
                  </a:lnTo>
                  <a:lnTo>
                    <a:pt x="275400" y="1814728"/>
                  </a:lnTo>
                  <a:lnTo>
                    <a:pt x="276472" y="1814402"/>
                  </a:lnTo>
                  <a:lnTo>
                    <a:pt x="277544" y="1814075"/>
                  </a:lnTo>
                  <a:lnTo>
                    <a:pt x="278615" y="1813748"/>
                  </a:lnTo>
                  <a:lnTo>
                    <a:pt x="279687" y="1813421"/>
                  </a:lnTo>
                  <a:lnTo>
                    <a:pt x="280758" y="1813093"/>
                  </a:lnTo>
                  <a:lnTo>
                    <a:pt x="281830" y="1812765"/>
                  </a:lnTo>
                  <a:lnTo>
                    <a:pt x="282902" y="1812437"/>
                  </a:lnTo>
                  <a:lnTo>
                    <a:pt x="283973" y="1812109"/>
                  </a:lnTo>
                  <a:lnTo>
                    <a:pt x="285045" y="1811780"/>
                  </a:lnTo>
                  <a:lnTo>
                    <a:pt x="286116" y="1811451"/>
                  </a:lnTo>
                  <a:lnTo>
                    <a:pt x="287188" y="1811122"/>
                  </a:lnTo>
                  <a:lnTo>
                    <a:pt x="288260" y="1810793"/>
                  </a:lnTo>
                  <a:lnTo>
                    <a:pt x="289331" y="1810464"/>
                  </a:lnTo>
                  <a:lnTo>
                    <a:pt x="290403" y="1810134"/>
                  </a:lnTo>
                  <a:lnTo>
                    <a:pt x="291474" y="1809804"/>
                  </a:lnTo>
                  <a:lnTo>
                    <a:pt x="292546" y="1809474"/>
                  </a:lnTo>
                  <a:lnTo>
                    <a:pt x="293618" y="1809143"/>
                  </a:lnTo>
                  <a:lnTo>
                    <a:pt x="294689" y="1808812"/>
                  </a:lnTo>
                  <a:lnTo>
                    <a:pt x="295761" y="1808481"/>
                  </a:lnTo>
                  <a:lnTo>
                    <a:pt x="296832" y="1808150"/>
                  </a:lnTo>
                  <a:lnTo>
                    <a:pt x="297904" y="1807818"/>
                  </a:lnTo>
                  <a:lnTo>
                    <a:pt x="298976" y="1807487"/>
                  </a:lnTo>
                  <a:lnTo>
                    <a:pt x="300047" y="1807154"/>
                  </a:lnTo>
                  <a:lnTo>
                    <a:pt x="301119" y="1806822"/>
                  </a:lnTo>
                  <a:lnTo>
                    <a:pt x="302190" y="1806490"/>
                  </a:lnTo>
                  <a:lnTo>
                    <a:pt x="303262" y="1806157"/>
                  </a:lnTo>
                  <a:lnTo>
                    <a:pt x="304334" y="1805824"/>
                  </a:lnTo>
                  <a:lnTo>
                    <a:pt x="305405" y="1805490"/>
                  </a:lnTo>
                  <a:lnTo>
                    <a:pt x="306477" y="1805157"/>
                  </a:lnTo>
                  <a:lnTo>
                    <a:pt x="307548" y="1804823"/>
                  </a:lnTo>
                  <a:lnTo>
                    <a:pt x="308620" y="1804489"/>
                  </a:lnTo>
                  <a:lnTo>
                    <a:pt x="309692" y="1804154"/>
                  </a:lnTo>
                  <a:lnTo>
                    <a:pt x="310763" y="1803820"/>
                  </a:lnTo>
                  <a:lnTo>
                    <a:pt x="311835" y="1803485"/>
                  </a:lnTo>
                  <a:lnTo>
                    <a:pt x="312906" y="1803150"/>
                  </a:lnTo>
                  <a:lnTo>
                    <a:pt x="313978" y="1802814"/>
                  </a:lnTo>
                  <a:lnTo>
                    <a:pt x="315050" y="1802478"/>
                  </a:lnTo>
                  <a:lnTo>
                    <a:pt x="316121" y="1802142"/>
                  </a:lnTo>
                  <a:lnTo>
                    <a:pt x="317193" y="1801806"/>
                  </a:lnTo>
                  <a:lnTo>
                    <a:pt x="318264" y="1801470"/>
                  </a:lnTo>
                  <a:lnTo>
                    <a:pt x="319336" y="1801133"/>
                  </a:lnTo>
                  <a:lnTo>
                    <a:pt x="320408" y="1800796"/>
                  </a:lnTo>
                  <a:lnTo>
                    <a:pt x="321479" y="1800458"/>
                  </a:lnTo>
                  <a:lnTo>
                    <a:pt x="322551" y="1800121"/>
                  </a:lnTo>
                  <a:lnTo>
                    <a:pt x="323622" y="1799783"/>
                  </a:lnTo>
                  <a:lnTo>
                    <a:pt x="324694" y="1799445"/>
                  </a:lnTo>
                  <a:lnTo>
                    <a:pt x="325766" y="1799106"/>
                  </a:lnTo>
                  <a:lnTo>
                    <a:pt x="326837" y="1798768"/>
                  </a:lnTo>
                  <a:lnTo>
                    <a:pt x="327909" y="1798429"/>
                  </a:lnTo>
                  <a:lnTo>
                    <a:pt x="328980" y="1798089"/>
                  </a:lnTo>
                  <a:lnTo>
                    <a:pt x="330052" y="1797750"/>
                  </a:lnTo>
                  <a:lnTo>
                    <a:pt x="331124" y="1797410"/>
                  </a:lnTo>
                  <a:lnTo>
                    <a:pt x="332195" y="1797070"/>
                  </a:lnTo>
                  <a:lnTo>
                    <a:pt x="333267" y="1796730"/>
                  </a:lnTo>
                  <a:lnTo>
                    <a:pt x="334338" y="1796389"/>
                  </a:lnTo>
                  <a:lnTo>
                    <a:pt x="335410" y="1796048"/>
                  </a:lnTo>
                  <a:lnTo>
                    <a:pt x="336482" y="1795707"/>
                  </a:lnTo>
                  <a:lnTo>
                    <a:pt x="337553" y="1795365"/>
                  </a:lnTo>
                  <a:lnTo>
                    <a:pt x="338625" y="1795023"/>
                  </a:lnTo>
                  <a:lnTo>
                    <a:pt x="339696" y="1794681"/>
                  </a:lnTo>
                  <a:lnTo>
                    <a:pt x="340768" y="1794339"/>
                  </a:lnTo>
                  <a:lnTo>
                    <a:pt x="341840" y="1793996"/>
                  </a:lnTo>
                  <a:lnTo>
                    <a:pt x="342911" y="1793653"/>
                  </a:lnTo>
                  <a:lnTo>
                    <a:pt x="343983" y="1793310"/>
                  </a:lnTo>
                  <a:lnTo>
                    <a:pt x="345054" y="1792967"/>
                  </a:lnTo>
                  <a:lnTo>
                    <a:pt x="346126" y="1792623"/>
                  </a:lnTo>
                  <a:lnTo>
                    <a:pt x="347198" y="1792279"/>
                  </a:lnTo>
                  <a:lnTo>
                    <a:pt x="348269" y="1791935"/>
                  </a:lnTo>
                  <a:lnTo>
                    <a:pt x="349341" y="1791590"/>
                  </a:lnTo>
                  <a:lnTo>
                    <a:pt x="350412" y="1791245"/>
                  </a:lnTo>
                  <a:lnTo>
                    <a:pt x="351484" y="1790900"/>
                  </a:lnTo>
                  <a:lnTo>
                    <a:pt x="352556" y="1790554"/>
                  </a:lnTo>
                  <a:lnTo>
                    <a:pt x="353627" y="1790208"/>
                  </a:lnTo>
                  <a:lnTo>
                    <a:pt x="354699" y="1789862"/>
                  </a:lnTo>
                  <a:lnTo>
                    <a:pt x="355770" y="1789516"/>
                  </a:lnTo>
                  <a:lnTo>
                    <a:pt x="356842" y="1789169"/>
                  </a:lnTo>
                  <a:lnTo>
                    <a:pt x="357913" y="1788822"/>
                  </a:lnTo>
                  <a:lnTo>
                    <a:pt x="358985" y="1788475"/>
                  </a:lnTo>
                  <a:lnTo>
                    <a:pt x="360057" y="1788127"/>
                  </a:lnTo>
                  <a:lnTo>
                    <a:pt x="361128" y="1787779"/>
                  </a:lnTo>
                  <a:lnTo>
                    <a:pt x="362200" y="1787431"/>
                  </a:lnTo>
                  <a:lnTo>
                    <a:pt x="363271" y="1787083"/>
                  </a:lnTo>
                  <a:lnTo>
                    <a:pt x="364343" y="1786734"/>
                  </a:lnTo>
                  <a:lnTo>
                    <a:pt x="365415" y="1786385"/>
                  </a:lnTo>
                  <a:lnTo>
                    <a:pt x="366486" y="1786035"/>
                  </a:lnTo>
                  <a:lnTo>
                    <a:pt x="367558" y="1785686"/>
                  </a:lnTo>
                  <a:lnTo>
                    <a:pt x="368629" y="1785336"/>
                  </a:lnTo>
                  <a:lnTo>
                    <a:pt x="369701" y="1784985"/>
                  </a:lnTo>
                  <a:lnTo>
                    <a:pt x="370773" y="1784635"/>
                  </a:lnTo>
                  <a:lnTo>
                    <a:pt x="371844" y="1784284"/>
                  </a:lnTo>
                  <a:lnTo>
                    <a:pt x="372916" y="1783932"/>
                  </a:lnTo>
                  <a:lnTo>
                    <a:pt x="373987" y="1783581"/>
                  </a:lnTo>
                  <a:lnTo>
                    <a:pt x="375059" y="1783229"/>
                  </a:lnTo>
                  <a:lnTo>
                    <a:pt x="376131" y="1782877"/>
                  </a:lnTo>
                  <a:lnTo>
                    <a:pt x="377202" y="1782524"/>
                  </a:lnTo>
                  <a:lnTo>
                    <a:pt x="378274" y="1782171"/>
                  </a:lnTo>
                  <a:lnTo>
                    <a:pt x="379345" y="1781818"/>
                  </a:lnTo>
                  <a:lnTo>
                    <a:pt x="380417" y="1781465"/>
                  </a:lnTo>
                  <a:lnTo>
                    <a:pt x="381489" y="1781111"/>
                  </a:lnTo>
                  <a:lnTo>
                    <a:pt x="382560" y="1780757"/>
                  </a:lnTo>
                  <a:lnTo>
                    <a:pt x="383632" y="1780403"/>
                  </a:lnTo>
                  <a:lnTo>
                    <a:pt x="384703" y="1780048"/>
                  </a:lnTo>
                  <a:lnTo>
                    <a:pt x="385775" y="1779693"/>
                  </a:lnTo>
                  <a:lnTo>
                    <a:pt x="386847" y="1779337"/>
                  </a:lnTo>
                  <a:lnTo>
                    <a:pt x="387918" y="1778982"/>
                  </a:lnTo>
                  <a:lnTo>
                    <a:pt x="388990" y="1778626"/>
                  </a:lnTo>
                  <a:lnTo>
                    <a:pt x="390061" y="1778269"/>
                  </a:lnTo>
                  <a:lnTo>
                    <a:pt x="391133" y="1777913"/>
                  </a:lnTo>
                  <a:lnTo>
                    <a:pt x="392205" y="1777556"/>
                  </a:lnTo>
                  <a:lnTo>
                    <a:pt x="393276" y="1777199"/>
                  </a:lnTo>
                  <a:lnTo>
                    <a:pt x="394348" y="1776841"/>
                  </a:lnTo>
                  <a:lnTo>
                    <a:pt x="395419" y="1776483"/>
                  </a:lnTo>
                  <a:lnTo>
                    <a:pt x="396491" y="1776125"/>
                  </a:lnTo>
                  <a:lnTo>
                    <a:pt x="397563" y="1775766"/>
                  </a:lnTo>
                  <a:lnTo>
                    <a:pt x="398634" y="1775407"/>
                  </a:lnTo>
                  <a:lnTo>
                    <a:pt x="399706" y="1775048"/>
                  </a:lnTo>
                  <a:lnTo>
                    <a:pt x="400777" y="1774688"/>
                  </a:lnTo>
                  <a:lnTo>
                    <a:pt x="401849" y="1774328"/>
                  </a:lnTo>
                  <a:lnTo>
                    <a:pt x="402921" y="1773968"/>
                  </a:lnTo>
                  <a:lnTo>
                    <a:pt x="403992" y="1773608"/>
                  </a:lnTo>
                  <a:lnTo>
                    <a:pt x="405064" y="1773247"/>
                  </a:lnTo>
                  <a:lnTo>
                    <a:pt x="406135" y="1772885"/>
                  </a:lnTo>
                  <a:lnTo>
                    <a:pt x="407207" y="1772524"/>
                  </a:lnTo>
                  <a:lnTo>
                    <a:pt x="408279" y="1772162"/>
                  </a:lnTo>
                  <a:lnTo>
                    <a:pt x="409350" y="1771800"/>
                  </a:lnTo>
                  <a:lnTo>
                    <a:pt x="410422" y="1771437"/>
                  </a:lnTo>
                  <a:lnTo>
                    <a:pt x="411493" y="1771074"/>
                  </a:lnTo>
                  <a:lnTo>
                    <a:pt x="412565" y="1770711"/>
                  </a:lnTo>
                  <a:lnTo>
                    <a:pt x="413637" y="1770347"/>
                  </a:lnTo>
                  <a:lnTo>
                    <a:pt x="414708" y="1769983"/>
                  </a:lnTo>
                  <a:lnTo>
                    <a:pt x="415780" y="1769619"/>
                  </a:lnTo>
                  <a:lnTo>
                    <a:pt x="416851" y="1769254"/>
                  </a:lnTo>
                  <a:lnTo>
                    <a:pt x="417923" y="1768889"/>
                  </a:lnTo>
                  <a:lnTo>
                    <a:pt x="418995" y="1768524"/>
                  </a:lnTo>
                  <a:lnTo>
                    <a:pt x="420066" y="1768158"/>
                  </a:lnTo>
                  <a:lnTo>
                    <a:pt x="421138" y="1767792"/>
                  </a:lnTo>
                  <a:lnTo>
                    <a:pt x="422209" y="1767425"/>
                  </a:lnTo>
                  <a:lnTo>
                    <a:pt x="423281" y="1767059"/>
                  </a:lnTo>
                  <a:lnTo>
                    <a:pt x="424353" y="1766692"/>
                  </a:lnTo>
                  <a:lnTo>
                    <a:pt x="425424" y="1766324"/>
                  </a:lnTo>
                  <a:lnTo>
                    <a:pt x="426496" y="1765956"/>
                  </a:lnTo>
                  <a:lnTo>
                    <a:pt x="427567" y="1765588"/>
                  </a:lnTo>
                  <a:lnTo>
                    <a:pt x="428639" y="1765220"/>
                  </a:lnTo>
                  <a:lnTo>
                    <a:pt x="429711" y="1764851"/>
                  </a:lnTo>
                  <a:lnTo>
                    <a:pt x="430782" y="1764481"/>
                  </a:lnTo>
                  <a:lnTo>
                    <a:pt x="431854" y="1764112"/>
                  </a:lnTo>
                  <a:lnTo>
                    <a:pt x="432925" y="1763742"/>
                  </a:lnTo>
                  <a:lnTo>
                    <a:pt x="433997" y="1763372"/>
                  </a:lnTo>
                  <a:lnTo>
                    <a:pt x="435069" y="1763001"/>
                  </a:lnTo>
                  <a:lnTo>
                    <a:pt x="436140" y="1762630"/>
                  </a:lnTo>
                  <a:lnTo>
                    <a:pt x="437212" y="1762258"/>
                  </a:lnTo>
                  <a:lnTo>
                    <a:pt x="438283" y="1761887"/>
                  </a:lnTo>
                  <a:lnTo>
                    <a:pt x="439355" y="1761515"/>
                  </a:lnTo>
                  <a:lnTo>
                    <a:pt x="440427" y="1761142"/>
                  </a:lnTo>
                  <a:lnTo>
                    <a:pt x="441498" y="1760769"/>
                  </a:lnTo>
                  <a:lnTo>
                    <a:pt x="442570" y="1760396"/>
                  </a:lnTo>
                  <a:lnTo>
                    <a:pt x="443641" y="1760022"/>
                  </a:lnTo>
                  <a:lnTo>
                    <a:pt x="444713" y="1759648"/>
                  </a:lnTo>
                  <a:lnTo>
                    <a:pt x="445785" y="1759274"/>
                  </a:lnTo>
                  <a:lnTo>
                    <a:pt x="446856" y="1758899"/>
                  </a:lnTo>
                  <a:lnTo>
                    <a:pt x="447928" y="1758524"/>
                  </a:lnTo>
                  <a:lnTo>
                    <a:pt x="448999" y="1758149"/>
                  </a:lnTo>
                  <a:lnTo>
                    <a:pt x="450071" y="1757773"/>
                  </a:lnTo>
                  <a:lnTo>
                    <a:pt x="451143" y="1757397"/>
                  </a:lnTo>
                  <a:lnTo>
                    <a:pt x="452214" y="1757020"/>
                  </a:lnTo>
                  <a:lnTo>
                    <a:pt x="453286" y="1756643"/>
                  </a:lnTo>
                  <a:lnTo>
                    <a:pt x="454357" y="1756266"/>
                  </a:lnTo>
                  <a:lnTo>
                    <a:pt x="455429" y="1755888"/>
                  </a:lnTo>
                  <a:lnTo>
                    <a:pt x="456501" y="1755510"/>
                  </a:lnTo>
                  <a:lnTo>
                    <a:pt x="457572" y="1755131"/>
                  </a:lnTo>
                  <a:lnTo>
                    <a:pt x="458644" y="1754753"/>
                  </a:lnTo>
                  <a:lnTo>
                    <a:pt x="459715" y="1754373"/>
                  </a:lnTo>
                  <a:lnTo>
                    <a:pt x="460787" y="1753994"/>
                  </a:lnTo>
                  <a:lnTo>
                    <a:pt x="461859" y="1753614"/>
                  </a:lnTo>
                  <a:lnTo>
                    <a:pt x="462930" y="1753233"/>
                  </a:lnTo>
                  <a:lnTo>
                    <a:pt x="464002" y="1752852"/>
                  </a:lnTo>
                  <a:lnTo>
                    <a:pt x="465073" y="1752471"/>
                  </a:lnTo>
                  <a:lnTo>
                    <a:pt x="466145" y="1752090"/>
                  </a:lnTo>
                  <a:lnTo>
                    <a:pt x="467217" y="1751708"/>
                  </a:lnTo>
                  <a:lnTo>
                    <a:pt x="468288" y="1751325"/>
                  </a:lnTo>
                  <a:lnTo>
                    <a:pt x="469360" y="1750943"/>
                  </a:lnTo>
                  <a:lnTo>
                    <a:pt x="470431" y="1750559"/>
                  </a:lnTo>
                  <a:lnTo>
                    <a:pt x="471503" y="1750176"/>
                  </a:lnTo>
                  <a:lnTo>
                    <a:pt x="472575" y="1749792"/>
                  </a:lnTo>
                  <a:lnTo>
                    <a:pt x="473646" y="1749408"/>
                  </a:lnTo>
                  <a:lnTo>
                    <a:pt x="474718" y="1749023"/>
                  </a:lnTo>
                  <a:lnTo>
                    <a:pt x="475789" y="1748638"/>
                  </a:lnTo>
                  <a:lnTo>
                    <a:pt x="476861" y="1748252"/>
                  </a:lnTo>
                  <a:lnTo>
                    <a:pt x="477933" y="1747866"/>
                  </a:lnTo>
                  <a:lnTo>
                    <a:pt x="479004" y="1747480"/>
                  </a:lnTo>
                  <a:lnTo>
                    <a:pt x="480076" y="1747093"/>
                  </a:lnTo>
                  <a:lnTo>
                    <a:pt x="481147" y="1746706"/>
                  </a:lnTo>
                  <a:lnTo>
                    <a:pt x="482219" y="1746318"/>
                  </a:lnTo>
                  <a:lnTo>
                    <a:pt x="483291" y="1745931"/>
                  </a:lnTo>
                  <a:lnTo>
                    <a:pt x="484362" y="1745542"/>
                  </a:lnTo>
                  <a:lnTo>
                    <a:pt x="485434" y="1745153"/>
                  </a:lnTo>
                  <a:lnTo>
                    <a:pt x="486505" y="1744764"/>
                  </a:lnTo>
                  <a:lnTo>
                    <a:pt x="487577" y="1744375"/>
                  </a:lnTo>
                  <a:lnTo>
                    <a:pt x="488649" y="1743985"/>
                  </a:lnTo>
                  <a:lnTo>
                    <a:pt x="489720" y="1743594"/>
                  </a:lnTo>
                  <a:lnTo>
                    <a:pt x="490792" y="1743203"/>
                  </a:lnTo>
                  <a:lnTo>
                    <a:pt x="491863" y="1742812"/>
                  </a:lnTo>
                  <a:lnTo>
                    <a:pt x="492935" y="1742420"/>
                  </a:lnTo>
                  <a:lnTo>
                    <a:pt x="494007" y="1742028"/>
                  </a:lnTo>
                  <a:lnTo>
                    <a:pt x="495078" y="1741636"/>
                  </a:lnTo>
                  <a:lnTo>
                    <a:pt x="496150" y="1741243"/>
                  </a:lnTo>
                  <a:lnTo>
                    <a:pt x="497221" y="1740850"/>
                  </a:lnTo>
                  <a:lnTo>
                    <a:pt x="498293" y="1740456"/>
                  </a:lnTo>
                  <a:lnTo>
                    <a:pt x="499365" y="1740062"/>
                  </a:lnTo>
                  <a:lnTo>
                    <a:pt x="500436" y="1739667"/>
                  </a:lnTo>
                  <a:lnTo>
                    <a:pt x="501508" y="1739272"/>
                  </a:lnTo>
                  <a:lnTo>
                    <a:pt x="502579" y="1738877"/>
                  </a:lnTo>
                  <a:lnTo>
                    <a:pt x="503651" y="1738481"/>
                  </a:lnTo>
                  <a:lnTo>
                    <a:pt x="504723" y="1738084"/>
                  </a:lnTo>
                  <a:lnTo>
                    <a:pt x="505794" y="1737688"/>
                  </a:lnTo>
                  <a:lnTo>
                    <a:pt x="506866" y="1737290"/>
                  </a:lnTo>
                  <a:lnTo>
                    <a:pt x="507937" y="1736893"/>
                  </a:lnTo>
                  <a:lnTo>
                    <a:pt x="509009" y="1736495"/>
                  </a:lnTo>
                  <a:lnTo>
                    <a:pt x="510081" y="1736096"/>
                  </a:lnTo>
                  <a:lnTo>
                    <a:pt x="511152" y="1735697"/>
                  </a:lnTo>
                  <a:lnTo>
                    <a:pt x="512224" y="1735298"/>
                  </a:lnTo>
                  <a:lnTo>
                    <a:pt x="513295" y="1734898"/>
                  </a:lnTo>
                  <a:lnTo>
                    <a:pt x="514367" y="1734498"/>
                  </a:lnTo>
                  <a:lnTo>
                    <a:pt x="515439" y="1734097"/>
                  </a:lnTo>
                  <a:lnTo>
                    <a:pt x="516510" y="1733696"/>
                  </a:lnTo>
                  <a:lnTo>
                    <a:pt x="517582" y="1733295"/>
                  </a:lnTo>
                  <a:lnTo>
                    <a:pt x="518653" y="1732893"/>
                  </a:lnTo>
                  <a:lnTo>
                    <a:pt x="519725" y="1732490"/>
                  </a:lnTo>
                  <a:lnTo>
                    <a:pt x="520797" y="1732088"/>
                  </a:lnTo>
                  <a:lnTo>
                    <a:pt x="521868" y="1731684"/>
                  </a:lnTo>
                  <a:lnTo>
                    <a:pt x="522940" y="1731281"/>
                  </a:lnTo>
                  <a:lnTo>
                    <a:pt x="524011" y="1730876"/>
                  </a:lnTo>
                  <a:lnTo>
                    <a:pt x="525083" y="1730472"/>
                  </a:lnTo>
                  <a:lnTo>
                    <a:pt x="526155" y="1730067"/>
                  </a:lnTo>
                  <a:lnTo>
                    <a:pt x="527226" y="1729661"/>
                  </a:lnTo>
                  <a:lnTo>
                    <a:pt x="528298" y="1729255"/>
                  </a:lnTo>
                  <a:lnTo>
                    <a:pt x="529369" y="1728848"/>
                  </a:lnTo>
                  <a:lnTo>
                    <a:pt x="530441" y="1728442"/>
                  </a:lnTo>
                  <a:lnTo>
                    <a:pt x="531513" y="1728034"/>
                  </a:lnTo>
                  <a:lnTo>
                    <a:pt x="532584" y="1727626"/>
                  </a:lnTo>
                  <a:lnTo>
                    <a:pt x="533656" y="1727218"/>
                  </a:lnTo>
                  <a:lnTo>
                    <a:pt x="534727" y="1726809"/>
                  </a:lnTo>
                  <a:lnTo>
                    <a:pt x="535799" y="1726400"/>
                  </a:lnTo>
                  <a:lnTo>
                    <a:pt x="536870" y="1725990"/>
                  </a:lnTo>
                  <a:lnTo>
                    <a:pt x="537942" y="1725580"/>
                  </a:lnTo>
                  <a:lnTo>
                    <a:pt x="539014" y="1725170"/>
                  </a:lnTo>
                  <a:lnTo>
                    <a:pt x="540085" y="1724759"/>
                  </a:lnTo>
                  <a:lnTo>
                    <a:pt x="541157" y="1724347"/>
                  </a:lnTo>
                  <a:lnTo>
                    <a:pt x="542228" y="1723935"/>
                  </a:lnTo>
                  <a:lnTo>
                    <a:pt x="543300" y="1723522"/>
                  </a:lnTo>
                  <a:lnTo>
                    <a:pt x="544372" y="1723110"/>
                  </a:lnTo>
                  <a:lnTo>
                    <a:pt x="545443" y="1722696"/>
                  </a:lnTo>
                  <a:lnTo>
                    <a:pt x="546515" y="1722282"/>
                  </a:lnTo>
                  <a:lnTo>
                    <a:pt x="547586" y="1721868"/>
                  </a:lnTo>
                  <a:lnTo>
                    <a:pt x="548658" y="1721453"/>
                  </a:lnTo>
                  <a:lnTo>
                    <a:pt x="549730" y="1721038"/>
                  </a:lnTo>
                  <a:lnTo>
                    <a:pt x="550801" y="1720622"/>
                  </a:lnTo>
                  <a:lnTo>
                    <a:pt x="551873" y="1720206"/>
                  </a:lnTo>
                  <a:lnTo>
                    <a:pt x="552944" y="1719789"/>
                  </a:lnTo>
                  <a:lnTo>
                    <a:pt x="554016" y="1719372"/>
                  </a:lnTo>
                  <a:lnTo>
                    <a:pt x="555088" y="1718954"/>
                  </a:lnTo>
                  <a:lnTo>
                    <a:pt x="556159" y="1718536"/>
                  </a:lnTo>
                  <a:lnTo>
                    <a:pt x="557231" y="1718117"/>
                  </a:lnTo>
                  <a:lnTo>
                    <a:pt x="558302" y="1717698"/>
                  </a:lnTo>
                  <a:lnTo>
                    <a:pt x="559374" y="1717278"/>
                  </a:lnTo>
                  <a:lnTo>
                    <a:pt x="560446" y="1716858"/>
                  </a:lnTo>
                  <a:lnTo>
                    <a:pt x="561517" y="1716437"/>
                  </a:lnTo>
                  <a:lnTo>
                    <a:pt x="562589" y="1716016"/>
                  </a:lnTo>
                  <a:lnTo>
                    <a:pt x="563660" y="1715594"/>
                  </a:lnTo>
                  <a:lnTo>
                    <a:pt x="564732" y="1715172"/>
                  </a:lnTo>
                  <a:lnTo>
                    <a:pt x="565804" y="1714750"/>
                  </a:lnTo>
                  <a:lnTo>
                    <a:pt x="566875" y="1714326"/>
                  </a:lnTo>
                  <a:lnTo>
                    <a:pt x="567947" y="1713903"/>
                  </a:lnTo>
                  <a:lnTo>
                    <a:pt x="569018" y="1713479"/>
                  </a:lnTo>
                  <a:lnTo>
                    <a:pt x="570090" y="1713054"/>
                  </a:lnTo>
                  <a:lnTo>
                    <a:pt x="571162" y="1712629"/>
                  </a:lnTo>
                  <a:lnTo>
                    <a:pt x="572233" y="1712203"/>
                  </a:lnTo>
                  <a:lnTo>
                    <a:pt x="573305" y="1711777"/>
                  </a:lnTo>
                  <a:lnTo>
                    <a:pt x="574376" y="1711350"/>
                  </a:lnTo>
                  <a:lnTo>
                    <a:pt x="575448" y="1710923"/>
                  </a:lnTo>
                  <a:lnTo>
                    <a:pt x="576520" y="1710496"/>
                  </a:lnTo>
                  <a:lnTo>
                    <a:pt x="577591" y="1710068"/>
                  </a:lnTo>
                  <a:lnTo>
                    <a:pt x="578663" y="1709639"/>
                  </a:lnTo>
                  <a:lnTo>
                    <a:pt x="579734" y="1709210"/>
                  </a:lnTo>
                  <a:lnTo>
                    <a:pt x="580806" y="1708780"/>
                  </a:lnTo>
                  <a:lnTo>
                    <a:pt x="581878" y="1708350"/>
                  </a:lnTo>
                  <a:lnTo>
                    <a:pt x="582949" y="1707919"/>
                  </a:lnTo>
                  <a:lnTo>
                    <a:pt x="584021" y="1707488"/>
                  </a:lnTo>
                  <a:lnTo>
                    <a:pt x="585092" y="1707056"/>
                  </a:lnTo>
                  <a:lnTo>
                    <a:pt x="586164" y="1706624"/>
                  </a:lnTo>
                  <a:lnTo>
                    <a:pt x="587236" y="1706191"/>
                  </a:lnTo>
                  <a:lnTo>
                    <a:pt x="588307" y="1705757"/>
                  </a:lnTo>
                  <a:lnTo>
                    <a:pt x="589379" y="1705324"/>
                  </a:lnTo>
                  <a:lnTo>
                    <a:pt x="590450" y="1704889"/>
                  </a:lnTo>
                  <a:lnTo>
                    <a:pt x="591522" y="1704454"/>
                  </a:lnTo>
                  <a:lnTo>
                    <a:pt x="592594" y="1704019"/>
                  </a:lnTo>
                  <a:lnTo>
                    <a:pt x="593665" y="1703583"/>
                  </a:lnTo>
                  <a:lnTo>
                    <a:pt x="594737" y="1703146"/>
                  </a:lnTo>
                  <a:lnTo>
                    <a:pt x="595808" y="1702709"/>
                  </a:lnTo>
                  <a:lnTo>
                    <a:pt x="596880" y="1702272"/>
                  </a:lnTo>
                  <a:lnTo>
                    <a:pt x="597952" y="1701834"/>
                  </a:lnTo>
                  <a:lnTo>
                    <a:pt x="599023" y="1701395"/>
                  </a:lnTo>
                  <a:lnTo>
                    <a:pt x="600095" y="1700956"/>
                  </a:lnTo>
                  <a:lnTo>
                    <a:pt x="601166" y="1700516"/>
                  </a:lnTo>
                  <a:lnTo>
                    <a:pt x="602238" y="1700076"/>
                  </a:lnTo>
                  <a:lnTo>
                    <a:pt x="603310" y="1699635"/>
                  </a:lnTo>
                  <a:lnTo>
                    <a:pt x="604381" y="1699194"/>
                  </a:lnTo>
                  <a:lnTo>
                    <a:pt x="605453" y="1698752"/>
                  </a:lnTo>
                  <a:lnTo>
                    <a:pt x="606524" y="1698309"/>
                  </a:lnTo>
                  <a:lnTo>
                    <a:pt x="607596" y="1697866"/>
                  </a:lnTo>
                  <a:lnTo>
                    <a:pt x="608668" y="1697423"/>
                  </a:lnTo>
                  <a:lnTo>
                    <a:pt x="609739" y="1696979"/>
                  </a:lnTo>
                  <a:lnTo>
                    <a:pt x="610811" y="1696534"/>
                  </a:lnTo>
                  <a:lnTo>
                    <a:pt x="611882" y="1696089"/>
                  </a:lnTo>
                  <a:lnTo>
                    <a:pt x="612954" y="1695643"/>
                  </a:lnTo>
                  <a:lnTo>
                    <a:pt x="614026" y="1695197"/>
                  </a:lnTo>
                  <a:lnTo>
                    <a:pt x="615097" y="1694750"/>
                  </a:lnTo>
                  <a:lnTo>
                    <a:pt x="616169" y="1694303"/>
                  </a:lnTo>
                  <a:lnTo>
                    <a:pt x="617240" y="1693855"/>
                  </a:lnTo>
                  <a:lnTo>
                    <a:pt x="618312" y="1693406"/>
                  </a:lnTo>
                  <a:lnTo>
                    <a:pt x="619384" y="1692957"/>
                  </a:lnTo>
                  <a:lnTo>
                    <a:pt x="620455" y="1692507"/>
                  </a:lnTo>
                  <a:lnTo>
                    <a:pt x="621527" y="1692057"/>
                  </a:lnTo>
                  <a:lnTo>
                    <a:pt x="622598" y="1691606"/>
                  </a:lnTo>
                  <a:lnTo>
                    <a:pt x="623670" y="1691155"/>
                  </a:lnTo>
                  <a:lnTo>
                    <a:pt x="624742" y="1690703"/>
                  </a:lnTo>
                  <a:lnTo>
                    <a:pt x="625813" y="1690250"/>
                  </a:lnTo>
                  <a:lnTo>
                    <a:pt x="626885" y="1689797"/>
                  </a:lnTo>
                  <a:lnTo>
                    <a:pt x="627956" y="1689344"/>
                  </a:lnTo>
                  <a:lnTo>
                    <a:pt x="629028" y="1688889"/>
                  </a:lnTo>
                  <a:lnTo>
                    <a:pt x="630100" y="1688435"/>
                  </a:lnTo>
                  <a:lnTo>
                    <a:pt x="631171" y="1687979"/>
                  </a:lnTo>
                  <a:lnTo>
                    <a:pt x="632243" y="1687523"/>
                  </a:lnTo>
                  <a:lnTo>
                    <a:pt x="633314" y="1687067"/>
                  </a:lnTo>
                  <a:lnTo>
                    <a:pt x="634386" y="1686610"/>
                  </a:lnTo>
                  <a:lnTo>
                    <a:pt x="635458" y="1686152"/>
                  </a:lnTo>
                  <a:lnTo>
                    <a:pt x="636529" y="1685694"/>
                  </a:lnTo>
                  <a:lnTo>
                    <a:pt x="637601" y="1685235"/>
                  </a:lnTo>
                  <a:lnTo>
                    <a:pt x="638672" y="1684775"/>
                  </a:lnTo>
                  <a:lnTo>
                    <a:pt x="639744" y="1684315"/>
                  </a:lnTo>
                  <a:lnTo>
                    <a:pt x="640816" y="1683854"/>
                  </a:lnTo>
                  <a:lnTo>
                    <a:pt x="641887" y="1683393"/>
                  </a:lnTo>
                  <a:lnTo>
                    <a:pt x="642959" y="1682931"/>
                  </a:lnTo>
                  <a:lnTo>
                    <a:pt x="644030" y="1682469"/>
                  </a:lnTo>
                  <a:lnTo>
                    <a:pt x="645102" y="1682006"/>
                  </a:lnTo>
                  <a:lnTo>
                    <a:pt x="646174" y="1681542"/>
                  </a:lnTo>
                  <a:lnTo>
                    <a:pt x="647245" y="1681078"/>
                  </a:lnTo>
                  <a:lnTo>
                    <a:pt x="648317" y="1680613"/>
                  </a:lnTo>
                  <a:lnTo>
                    <a:pt x="649388" y="1680148"/>
                  </a:lnTo>
                  <a:lnTo>
                    <a:pt x="650460" y="1679682"/>
                  </a:lnTo>
                  <a:lnTo>
                    <a:pt x="651532" y="1679215"/>
                  </a:lnTo>
                  <a:lnTo>
                    <a:pt x="652603" y="1678748"/>
                  </a:lnTo>
                  <a:lnTo>
                    <a:pt x="653675" y="1678280"/>
                  </a:lnTo>
                  <a:lnTo>
                    <a:pt x="654746" y="1677811"/>
                  </a:lnTo>
                  <a:lnTo>
                    <a:pt x="655818" y="1677342"/>
                  </a:lnTo>
                  <a:lnTo>
                    <a:pt x="656890" y="1676872"/>
                  </a:lnTo>
                  <a:lnTo>
                    <a:pt x="657961" y="1676402"/>
                  </a:lnTo>
                  <a:lnTo>
                    <a:pt x="659033" y="1675931"/>
                  </a:lnTo>
                  <a:lnTo>
                    <a:pt x="660104" y="1675460"/>
                  </a:lnTo>
                  <a:lnTo>
                    <a:pt x="661176" y="1674987"/>
                  </a:lnTo>
                  <a:lnTo>
                    <a:pt x="662248" y="1674515"/>
                  </a:lnTo>
                  <a:lnTo>
                    <a:pt x="663319" y="1674041"/>
                  </a:lnTo>
                  <a:lnTo>
                    <a:pt x="664391" y="1673567"/>
                  </a:lnTo>
                  <a:lnTo>
                    <a:pt x="665462" y="1673092"/>
                  </a:lnTo>
                  <a:lnTo>
                    <a:pt x="666534" y="1672617"/>
                  </a:lnTo>
                  <a:lnTo>
                    <a:pt x="667606" y="1672141"/>
                  </a:lnTo>
                  <a:lnTo>
                    <a:pt x="668677" y="1671664"/>
                  </a:lnTo>
                  <a:lnTo>
                    <a:pt x="669749" y="1671187"/>
                  </a:lnTo>
                  <a:lnTo>
                    <a:pt x="670820" y="1670709"/>
                  </a:lnTo>
                  <a:lnTo>
                    <a:pt x="671892" y="1670231"/>
                  </a:lnTo>
                  <a:lnTo>
                    <a:pt x="672964" y="1669752"/>
                  </a:lnTo>
                  <a:lnTo>
                    <a:pt x="674035" y="1669272"/>
                  </a:lnTo>
                  <a:lnTo>
                    <a:pt x="675107" y="1668792"/>
                  </a:lnTo>
                  <a:lnTo>
                    <a:pt x="676178" y="1668311"/>
                  </a:lnTo>
                  <a:lnTo>
                    <a:pt x="677250" y="1667829"/>
                  </a:lnTo>
                  <a:lnTo>
                    <a:pt x="678322" y="1667347"/>
                  </a:lnTo>
                  <a:lnTo>
                    <a:pt x="679393" y="1666864"/>
                  </a:lnTo>
                  <a:lnTo>
                    <a:pt x="680465" y="1666380"/>
                  </a:lnTo>
                  <a:lnTo>
                    <a:pt x="681536" y="1665896"/>
                  </a:lnTo>
                  <a:lnTo>
                    <a:pt x="682608" y="1665411"/>
                  </a:lnTo>
                  <a:lnTo>
                    <a:pt x="683680" y="1664925"/>
                  </a:lnTo>
                  <a:lnTo>
                    <a:pt x="684751" y="1664439"/>
                  </a:lnTo>
                  <a:lnTo>
                    <a:pt x="685823" y="1663952"/>
                  </a:lnTo>
                  <a:lnTo>
                    <a:pt x="686894" y="1663464"/>
                  </a:lnTo>
                  <a:lnTo>
                    <a:pt x="687966" y="1662976"/>
                  </a:lnTo>
                  <a:lnTo>
                    <a:pt x="689038" y="1662487"/>
                  </a:lnTo>
                  <a:lnTo>
                    <a:pt x="690109" y="1661998"/>
                  </a:lnTo>
                  <a:lnTo>
                    <a:pt x="691181" y="1661507"/>
                  </a:lnTo>
                  <a:lnTo>
                    <a:pt x="692252" y="1661016"/>
                  </a:lnTo>
                  <a:lnTo>
                    <a:pt x="693324" y="1660525"/>
                  </a:lnTo>
                  <a:lnTo>
                    <a:pt x="694396" y="1660033"/>
                  </a:lnTo>
                  <a:lnTo>
                    <a:pt x="695467" y="1659540"/>
                  </a:lnTo>
                  <a:lnTo>
                    <a:pt x="696539" y="1659046"/>
                  </a:lnTo>
                  <a:lnTo>
                    <a:pt x="697610" y="1658552"/>
                  </a:lnTo>
                  <a:lnTo>
                    <a:pt x="698682" y="1658057"/>
                  </a:lnTo>
                  <a:lnTo>
                    <a:pt x="699754" y="1657561"/>
                  </a:lnTo>
                  <a:lnTo>
                    <a:pt x="700825" y="1657065"/>
                  </a:lnTo>
                  <a:lnTo>
                    <a:pt x="701897" y="1656568"/>
                  </a:lnTo>
                  <a:lnTo>
                    <a:pt x="702968" y="1656070"/>
                  </a:lnTo>
                  <a:lnTo>
                    <a:pt x="704040" y="1655572"/>
                  </a:lnTo>
                  <a:lnTo>
                    <a:pt x="705112" y="1655073"/>
                  </a:lnTo>
                  <a:lnTo>
                    <a:pt x="706183" y="1654573"/>
                  </a:lnTo>
                  <a:lnTo>
                    <a:pt x="707255" y="1654073"/>
                  </a:lnTo>
                  <a:lnTo>
                    <a:pt x="708326" y="1653572"/>
                  </a:lnTo>
                  <a:lnTo>
                    <a:pt x="709398" y="1653070"/>
                  </a:lnTo>
                  <a:lnTo>
                    <a:pt x="710469" y="1652568"/>
                  </a:lnTo>
                  <a:lnTo>
                    <a:pt x="711541" y="1652064"/>
                  </a:lnTo>
                  <a:lnTo>
                    <a:pt x="712613" y="1651560"/>
                  </a:lnTo>
                  <a:lnTo>
                    <a:pt x="713684" y="1651056"/>
                  </a:lnTo>
                  <a:lnTo>
                    <a:pt x="714756" y="1650551"/>
                  </a:lnTo>
                  <a:lnTo>
                    <a:pt x="715827" y="1650045"/>
                  </a:lnTo>
                  <a:lnTo>
                    <a:pt x="716899" y="1649538"/>
                  </a:lnTo>
                  <a:lnTo>
                    <a:pt x="717971" y="1649030"/>
                  </a:lnTo>
                  <a:lnTo>
                    <a:pt x="719042" y="1648522"/>
                  </a:lnTo>
                  <a:lnTo>
                    <a:pt x="720114" y="1648013"/>
                  </a:lnTo>
                  <a:lnTo>
                    <a:pt x="721185" y="1647504"/>
                  </a:lnTo>
                  <a:lnTo>
                    <a:pt x="722257" y="1646994"/>
                  </a:lnTo>
                  <a:lnTo>
                    <a:pt x="723329" y="1646483"/>
                  </a:lnTo>
                  <a:lnTo>
                    <a:pt x="724400" y="1645971"/>
                  </a:lnTo>
                  <a:lnTo>
                    <a:pt x="725472" y="1645458"/>
                  </a:lnTo>
                  <a:lnTo>
                    <a:pt x="726543" y="1644945"/>
                  </a:lnTo>
                  <a:lnTo>
                    <a:pt x="727615" y="1644431"/>
                  </a:lnTo>
                  <a:lnTo>
                    <a:pt x="728687" y="1643917"/>
                  </a:lnTo>
                  <a:lnTo>
                    <a:pt x="729758" y="1643401"/>
                  </a:lnTo>
                  <a:lnTo>
                    <a:pt x="730830" y="1642885"/>
                  </a:lnTo>
                  <a:lnTo>
                    <a:pt x="731901" y="1642369"/>
                  </a:lnTo>
                  <a:lnTo>
                    <a:pt x="732973" y="1641851"/>
                  </a:lnTo>
                  <a:lnTo>
                    <a:pt x="734045" y="1641333"/>
                  </a:lnTo>
                  <a:lnTo>
                    <a:pt x="735116" y="1640814"/>
                  </a:lnTo>
                  <a:lnTo>
                    <a:pt x="736188" y="1640294"/>
                  </a:lnTo>
                  <a:lnTo>
                    <a:pt x="737259" y="1639773"/>
                  </a:lnTo>
                  <a:lnTo>
                    <a:pt x="738331" y="1639252"/>
                  </a:lnTo>
                  <a:lnTo>
                    <a:pt x="739403" y="1638730"/>
                  </a:lnTo>
                  <a:lnTo>
                    <a:pt x="740474" y="1638208"/>
                  </a:lnTo>
                  <a:lnTo>
                    <a:pt x="741546" y="1637684"/>
                  </a:lnTo>
                  <a:lnTo>
                    <a:pt x="742617" y="1637160"/>
                  </a:lnTo>
                  <a:lnTo>
                    <a:pt x="743689" y="1636635"/>
                  </a:lnTo>
                  <a:lnTo>
                    <a:pt x="744761" y="1636109"/>
                  </a:lnTo>
                  <a:lnTo>
                    <a:pt x="745832" y="1635583"/>
                  </a:lnTo>
                  <a:lnTo>
                    <a:pt x="746904" y="1635055"/>
                  </a:lnTo>
                  <a:lnTo>
                    <a:pt x="747975" y="1634527"/>
                  </a:lnTo>
                  <a:lnTo>
                    <a:pt x="749047" y="1633999"/>
                  </a:lnTo>
                  <a:lnTo>
                    <a:pt x="750119" y="1633469"/>
                  </a:lnTo>
                  <a:lnTo>
                    <a:pt x="751190" y="1632939"/>
                  </a:lnTo>
                  <a:lnTo>
                    <a:pt x="752262" y="1632408"/>
                  </a:lnTo>
                  <a:lnTo>
                    <a:pt x="753333" y="1631876"/>
                  </a:lnTo>
                  <a:lnTo>
                    <a:pt x="754405" y="1631343"/>
                  </a:lnTo>
                  <a:lnTo>
                    <a:pt x="755477" y="1630810"/>
                  </a:lnTo>
                  <a:lnTo>
                    <a:pt x="756548" y="1630276"/>
                  </a:lnTo>
                  <a:lnTo>
                    <a:pt x="757620" y="1629741"/>
                  </a:lnTo>
                  <a:lnTo>
                    <a:pt x="758691" y="1629205"/>
                  </a:lnTo>
                  <a:lnTo>
                    <a:pt x="759763" y="1628669"/>
                  </a:lnTo>
                  <a:lnTo>
                    <a:pt x="760835" y="1628131"/>
                  </a:lnTo>
                  <a:lnTo>
                    <a:pt x="761906" y="1627593"/>
                  </a:lnTo>
                  <a:lnTo>
                    <a:pt x="762978" y="1627054"/>
                  </a:lnTo>
                  <a:lnTo>
                    <a:pt x="764049" y="1626515"/>
                  </a:lnTo>
                  <a:lnTo>
                    <a:pt x="765121" y="1625974"/>
                  </a:lnTo>
                  <a:lnTo>
                    <a:pt x="766193" y="1625433"/>
                  </a:lnTo>
                  <a:lnTo>
                    <a:pt x="767264" y="1624891"/>
                  </a:lnTo>
                  <a:lnTo>
                    <a:pt x="768336" y="1624348"/>
                  </a:lnTo>
                  <a:lnTo>
                    <a:pt x="769407" y="1623805"/>
                  </a:lnTo>
                  <a:lnTo>
                    <a:pt x="770479" y="1623260"/>
                  </a:lnTo>
                  <a:lnTo>
                    <a:pt x="771551" y="1622715"/>
                  </a:lnTo>
                  <a:lnTo>
                    <a:pt x="772622" y="1622169"/>
                  </a:lnTo>
                  <a:lnTo>
                    <a:pt x="773694" y="1621622"/>
                  </a:lnTo>
                  <a:lnTo>
                    <a:pt x="774765" y="1621075"/>
                  </a:lnTo>
                  <a:lnTo>
                    <a:pt x="775837" y="1620526"/>
                  </a:lnTo>
                  <a:lnTo>
                    <a:pt x="776909" y="1619977"/>
                  </a:lnTo>
                  <a:lnTo>
                    <a:pt x="777980" y="1619427"/>
                  </a:lnTo>
                  <a:lnTo>
                    <a:pt x="779052" y="1618876"/>
                  </a:lnTo>
                  <a:lnTo>
                    <a:pt x="780123" y="1618324"/>
                  </a:lnTo>
                  <a:lnTo>
                    <a:pt x="781195" y="1617772"/>
                  </a:lnTo>
                  <a:lnTo>
                    <a:pt x="782267" y="1617218"/>
                  </a:lnTo>
                  <a:lnTo>
                    <a:pt x="783338" y="1616664"/>
                  </a:lnTo>
                  <a:lnTo>
                    <a:pt x="784410" y="1616109"/>
                  </a:lnTo>
                  <a:lnTo>
                    <a:pt x="785481" y="1615554"/>
                  </a:lnTo>
                  <a:lnTo>
                    <a:pt x="786553" y="1614997"/>
                  </a:lnTo>
                  <a:lnTo>
                    <a:pt x="787625" y="1614439"/>
                  </a:lnTo>
                  <a:lnTo>
                    <a:pt x="788696" y="1613881"/>
                  </a:lnTo>
                  <a:lnTo>
                    <a:pt x="789768" y="1613322"/>
                  </a:lnTo>
                  <a:lnTo>
                    <a:pt x="790839" y="1612762"/>
                  </a:lnTo>
                  <a:lnTo>
                    <a:pt x="791911" y="1612201"/>
                  </a:lnTo>
                  <a:lnTo>
                    <a:pt x="792983" y="1611639"/>
                  </a:lnTo>
                  <a:lnTo>
                    <a:pt x="794054" y="1611077"/>
                  </a:lnTo>
                  <a:lnTo>
                    <a:pt x="795126" y="1610513"/>
                  </a:lnTo>
                  <a:lnTo>
                    <a:pt x="796197" y="1609949"/>
                  </a:lnTo>
                  <a:lnTo>
                    <a:pt x="797269" y="1609384"/>
                  </a:lnTo>
                  <a:lnTo>
                    <a:pt x="798341" y="1608818"/>
                  </a:lnTo>
                  <a:lnTo>
                    <a:pt x="799412" y="1608251"/>
                  </a:lnTo>
                  <a:lnTo>
                    <a:pt x="800484" y="1607684"/>
                  </a:lnTo>
                  <a:lnTo>
                    <a:pt x="801555" y="1607115"/>
                  </a:lnTo>
                  <a:lnTo>
                    <a:pt x="802627" y="1606546"/>
                  </a:lnTo>
                  <a:lnTo>
                    <a:pt x="803699" y="1605976"/>
                  </a:lnTo>
                  <a:lnTo>
                    <a:pt x="804770" y="1605405"/>
                  </a:lnTo>
                  <a:lnTo>
                    <a:pt x="805842" y="1604833"/>
                  </a:lnTo>
                  <a:lnTo>
                    <a:pt x="806913" y="1604260"/>
                  </a:lnTo>
                  <a:lnTo>
                    <a:pt x="807985" y="1603686"/>
                  </a:lnTo>
                  <a:lnTo>
                    <a:pt x="809057" y="1603111"/>
                  </a:lnTo>
                  <a:lnTo>
                    <a:pt x="810128" y="1602536"/>
                  </a:lnTo>
                  <a:lnTo>
                    <a:pt x="811200" y="1601960"/>
                  </a:lnTo>
                  <a:lnTo>
                    <a:pt x="812271" y="1601382"/>
                  </a:lnTo>
                  <a:lnTo>
                    <a:pt x="813343" y="1600804"/>
                  </a:lnTo>
                  <a:lnTo>
                    <a:pt x="814415" y="1600225"/>
                  </a:lnTo>
                  <a:lnTo>
                    <a:pt x="815486" y="1599645"/>
                  </a:lnTo>
                  <a:lnTo>
                    <a:pt x="816558" y="1599065"/>
                  </a:lnTo>
                  <a:lnTo>
                    <a:pt x="817629" y="1598483"/>
                  </a:lnTo>
                  <a:lnTo>
                    <a:pt x="818701" y="1597900"/>
                  </a:lnTo>
                  <a:lnTo>
                    <a:pt x="819773" y="1597317"/>
                  </a:lnTo>
                  <a:lnTo>
                    <a:pt x="820844" y="1596733"/>
                  </a:lnTo>
                  <a:lnTo>
                    <a:pt x="821916" y="1596147"/>
                  </a:lnTo>
                  <a:lnTo>
                    <a:pt x="822987" y="1595561"/>
                  </a:lnTo>
                  <a:lnTo>
                    <a:pt x="824059" y="1594974"/>
                  </a:lnTo>
                  <a:lnTo>
                    <a:pt x="825131" y="1594386"/>
                  </a:lnTo>
                  <a:lnTo>
                    <a:pt x="826202" y="1593797"/>
                  </a:lnTo>
                  <a:lnTo>
                    <a:pt x="827274" y="1593207"/>
                  </a:lnTo>
                  <a:lnTo>
                    <a:pt x="828345" y="1592617"/>
                  </a:lnTo>
                  <a:lnTo>
                    <a:pt x="829417" y="1592025"/>
                  </a:lnTo>
                  <a:lnTo>
                    <a:pt x="830489" y="1591432"/>
                  </a:lnTo>
                  <a:lnTo>
                    <a:pt x="831560" y="1590839"/>
                  </a:lnTo>
                  <a:lnTo>
                    <a:pt x="832632" y="1590244"/>
                  </a:lnTo>
                  <a:lnTo>
                    <a:pt x="833703" y="1589649"/>
                  </a:lnTo>
                  <a:lnTo>
                    <a:pt x="834775" y="1589053"/>
                  </a:lnTo>
                  <a:lnTo>
                    <a:pt x="835847" y="1588456"/>
                  </a:lnTo>
                  <a:lnTo>
                    <a:pt x="836918" y="1587858"/>
                  </a:lnTo>
                  <a:lnTo>
                    <a:pt x="837990" y="1587258"/>
                  </a:lnTo>
                  <a:lnTo>
                    <a:pt x="839061" y="1586658"/>
                  </a:lnTo>
                  <a:lnTo>
                    <a:pt x="840133" y="1586058"/>
                  </a:lnTo>
                  <a:lnTo>
                    <a:pt x="841205" y="1585456"/>
                  </a:lnTo>
                  <a:lnTo>
                    <a:pt x="842276" y="1584853"/>
                  </a:lnTo>
                  <a:lnTo>
                    <a:pt x="843348" y="1584249"/>
                  </a:lnTo>
                  <a:lnTo>
                    <a:pt x="844419" y="1583644"/>
                  </a:lnTo>
                  <a:lnTo>
                    <a:pt x="845491" y="1583039"/>
                  </a:lnTo>
                  <a:lnTo>
                    <a:pt x="846563" y="1582432"/>
                  </a:lnTo>
                  <a:lnTo>
                    <a:pt x="847634" y="1581824"/>
                  </a:lnTo>
                  <a:lnTo>
                    <a:pt x="848706" y="1581216"/>
                  </a:lnTo>
                  <a:lnTo>
                    <a:pt x="849777" y="1580606"/>
                  </a:lnTo>
                  <a:lnTo>
                    <a:pt x="850849" y="1579996"/>
                  </a:lnTo>
                  <a:lnTo>
                    <a:pt x="851921" y="1579384"/>
                  </a:lnTo>
                  <a:lnTo>
                    <a:pt x="852992" y="1578772"/>
                  </a:lnTo>
                  <a:lnTo>
                    <a:pt x="854064" y="1578159"/>
                  </a:lnTo>
                  <a:lnTo>
                    <a:pt x="855135" y="1577544"/>
                  </a:lnTo>
                  <a:lnTo>
                    <a:pt x="856207" y="1576929"/>
                  </a:lnTo>
                  <a:lnTo>
                    <a:pt x="857279" y="1576313"/>
                  </a:lnTo>
                  <a:lnTo>
                    <a:pt x="858350" y="1575695"/>
                  </a:lnTo>
                  <a:lnTo>
                    <a:pt x="859422" y="1575077"/>
                  </a:lnTo>
                  <a:lnTo>
                    <a:pt x="860493" y="1574458"/>
                  </a:lnTo>
                  <a:lnTo>
                    <a:pt x="861565" y="1573837"/>
                  </a:lnTo>
                  <a:lnTo>
                    <a:pt x="862637" y="1573216"/>
                  </a:lnTo>
                  <a:lnTo>
                    <a:pt x="863708" y="1572594"/>
                  </a:lnTo>
                  <a:lnTo>
                    <a:pt x="864780" y="1571971"/>
                  </a:lnTo>
                  <a:lnTo>
                    <a:pt x="865851" y="1571346"/>
                  </a:lnTo>
                  <a:lnTo>
                    <a:pt x="866923" y="1570721"/>
                  </a:lnTo>
                  <a:lnTo>
                    <a:pt x="867995" y="1570095"/>
                  </a:lnTo>
                  <a:lnTo>
                    <a:pt x="869066" y="1569468"/>
                  </a:lnTo>
                  <a:lnTo>
                    <a:pt x="870138" y="1568839"/>
                  </a:lnTo>
                  <a:lnTo>
                    <a:pt x="871209" y="1568210"/>
                  </a:lnTo>
                  <a:lnTo>
                    <a:pt x="872281" y="1567580"/>
                  </a:lnTo>
                  <a:lnTo>
                    <a:pt x="873353" y="1566949"/>
                  </a:lnTo>
                  <a:lnTo>
                    <a:pt x="874424" y="1566316"/>
                  </a:lnTo>
                  <a:lnTo>
                    <a:pt x="875496" y="1565683"/>
                  </a:lnTo>
                  <a:lnTo>
                    <a:pt x="876567" y="1565049"/>
                  </a:lnTo>
                  <a:lnTo>
                    <a:pt x="877639" y="1564413"/>
                  </a:lnTo>
                  <a:lnTo>
                    <a:pt x="878711" y="1563777"/>
                  </a:lnTo>
                  <a:lnTo>
                    <a:pt x="879782" y="1563139"/>
                  </a:lnTo>
                  <a:lnTo>
                    <a:pt x="880854" y="1562501"/>
                  </a:lnTo>
                  <a:lnTo>
                    <a:pt x="881925" y="1561861"/>
                  </a:lnTo>
                  <a:lnTo>
                    <a:pt x="882997" y="1561221"/>
                  </a:lnTo>
                  <a:lnTo>
                    <a:pt x="884069" y="1560579"/>
                  </a:lnTo>
                  <a:lnTo>
                    <a:pt x="885140" y="1559937"/>
                  </a:lnTo>
                  <a:lnTo>
                    <a:pt x="886212" y="1559293"/>
                  </a:lnTo>
                  <a:lnTo>
                    <a:pt x="887283" y="1558648"/>
                  </a:lnTo>
                  <a:lnTo>
                    <a:pt x="888355" y="1558002"/>
                  </a:lnTo>
                  <a:lnTo>
                    <a:pt x="889426" y="1557355"/>
                  </a:lnTo>
                  <a:lnTo>
                    <a:pt x="890498" y="1556708"/>
                  </a:lnTo>
                  <a:lnTo>
                    <a:pt x="891570" y="1556059"/>
                  </a:lnTo>
                  <a:lnTo>
                    <a:pt x="892641" y="1555409"/>
                  </a:lnTo>
                  <a:lnTo>
                    <a:pt x="893713" y="1554757"/>
                  </a:lnTo>
                  <a:lnTo>
                    <a:pt x="894784" y="1554105"/>
                  </a:lnTo>
                  <a:lnTo>
                    <a:pt x="895856" y="1553452"/>
                  </a:lnTo>
                  <a:lnTo>
                    <a:pt x="896928" y="1552798"/>
                  </a:lnTo>
                  <a:lnTo>
                    <a:pt x="897999" y="1552142"/>
                  </a:lnTo>
                  <a:lnTo>
                    <a:pt x="899071" y="1551486"/>
                  </a:lnTo>
                  <a:lnTo>
                    <a:pt x="900142" y="1550828"/>
                  </a:lnTo>
                  <a:lnTo>
                    <a:pt x="901214" y="1550170"/>
                  </a:lnTo>
                  <a:lnTo>
                    <a:pt x="902286" y="1549510"/>
                  </a:lnTo>
                  <a:lnTo>
                    <a:pt x="903357" y="1548849"/>
                  </a:lnTo>
                  <a:lnTo>
                    <a:pt x="904429" y="1548187"/>
                  </a:lnTo>
                  <a:lnTo>
                    <a:pt x="905500" y="1547524"/>
                  </a:lnTo>
                  <a:lnTo>
                    <a:pt x="906572" y="1546860"/>
                  </a:lnTo>
                  <a:lnTo>
                    <a:pt x="907644" y="1546195"/>
                  </a:lnTo>
                  <a:lnTo>
                    <a:pt x="908715" y="1545529"/>
                  </a:lnTo>
                  <a:lnTo>
                    <a:pt x="909787" y="1544861"/>
                  </a:lnTo>
                  <a:lnTo>
                    <a:pt x="910858" y="1544193"/>
                  </a:lnTo>
                  <a:lnTo>
                    <a:pt x="911930" y="1543523"/>
                  </a:lnTo>
                  <a:lnTo>
                    <a:pt x="913002" y="1542853"/>
                  </a:lnTo>
                  <a:lnTo>
                    <a:pt x="914073" y="1542181"/>
                  </a:lnTo>
                  <a:lnTo>
                    <a:pt x="915145" y="1541508"/>
                  </a:lnTo>
                  <a:lnTo>
                    <a:pt x="916216" y="1540834"/>
                  </a:lnTo>
                  <a:lnTo>
                    <a:pt x="917288" y="1540159"/>
                  </a:lnTo>
                  <a:lnTo>
                    <a:pt x="918360" y="1539482"/>
                  </a:lnTo>
                  <a:lnTo>
                    <a:pt x="919431" y="1538805"/>
                  </a:lnTo>
                  <a:lnTo>
                    <a:pt x="920503" y="1538127"/>
                  </a:lnTo>
                  <a:lnTo>
                    <a:pt x="921574" y="1537447"/>
                  </a:lnTo>
                  <a:lnTo>
                    <a:pt x="922646" y="1536766"/>
                  </a:lnTo>
                  <a:lnTo>
                    <a:pt x="923718" y="1536085"/>
                  </a:lnTo>
                  <a:lnTo>
                    <a:pt x="924789" y="1535402"/>
                  </a:lnTo>
                  <a:lnTo>
                    <a:pt x="925861" y="1534718"/>
                  </a:lnTo>
                  <a:lnTo>
                    <a:pt x="926932" y="1534033"/>
                  </a:lnTo>
                  <a:lnTo>
                    <a:pt x="928004" y="1533347"/>
                  </a:lnTo>
                  <a:lnTo>
                    <a:pt x="929076" y="1532660"/>
                  </a:lnTo>
                  <a:lnTo>
                    <a:pt x="930147" y="1531971"/>
                  </a:lnTo>
                  <a:lnTo>
                    <a:pt x="931219" y="1531282"/>
                  </a:lnTo>
                  <a:lnTo>
                    <a:pt x="932290" y="1530591"/>
                  </a:lnTo>
                  <a:lnTo>
                    <a:pt x="933362" y="1529900"/>
                  </a:lnTo>
                  <a:lnTo>
                    <a:pt x="934434" y="1529207"/>
                  </a:lnTo>
                  <a:lnTo>
                    <a:pt x="935505" y="1528514"/>
                  </a:lnTo>
                  <a:lnTo>
                    <a:pt x="936577" y="1527819"/>
                  </a:lnTo>
                  <a:lnTo>
                    <a:pt x="937648" y="1527123"/>
                  </a:lnTo>
                  <a:lnTo>
                    <a:pt x="938720" y="1526426"/>
                  </a:lnTo>
                  <a:lnTo>
                    <a:pt x="939792" y="1525728"/>
                  </a:lnTo>
                  <a:lnTo>
                    <a:pt x="940863" y="1525029"/>
                  </a:lnTo>
                  <a:lnTo>
                    <a:pt x="941935" y="1524329"/>
                  </a:lnTo>
                  <a:lnTo>
                    <a:pt x="943006" y="1523628"/>
                  </a:lnTo>
                  <a:lnTo>
                    <a:pt x="944078" y="1522926"/>
                  </a:lnTo>
                  <a:lnTo>
                    <a:pt x="945150" y="1522223"/>
                  </a:lnTo>
                  <a:lnTo>
                    <a:pt x="946221" y="1521518"/>
                  </a:lnTo>
                  <a:lnTo>
                    <a:pt x="947293" y="1520813"/>
                  </a:lnTo>
                  <a:lnTo>
                    <a:pt x="948364" y="1520107"/>
                  </a:lnTo>
                  <a:lnTo>
                    <a:pt x="949436" y="1519399"/>
                  </a:lnTo>
                  <a:lnTo>
                    <a:pt x="950508" y="1518691"/>
                  </a:lnTo>
                  <a:lnTo>
                    <a:pt x="951579" y="1517981"/>
                  </a:lnTo>
                  <a:lnTo>
                    <a:pt x="952651" y="1517270"/>
                  </a:lnTo>
                  <a:lnTo>
                    <a:pt x="953722" y="1516559"/>
                  </a:lnTo>
                  <a:lnTo>
                    <a:pt x="954794" y="1515846"/>
                  </a:lnTo>
                  <a:lnTo>
                    <a:pt x="955866" y="1515132"/>
                  </a:lnTo>
                  <a:lnTo>
                    <a:pt x="956937" y="1514418"/>
                  </a:lnTo>
                  <a:lnTo>
                    <a:pt x="958009" y="1513702"/>
                  </a:lnTo>
                  <a:lnTo>
                    <a:pt x="959080" y="1512985"/>
                  </a:lnTo>
                  <a:lnTo>
                    <a:pt x="960152" y="1512267"/>
                  </a:lnTo>
                  <a:lnTo>
                    <a:pt x="961224" y="1511548"/>
                  </a:lnTo>
                  <a:lnTo>
                    <a:pt x="962295" y="1510828"/>
                  </a:lnTo>
                  <a:lnTo>
                    <a:pt x="963367" y="1510107"/>
                  </a:lnTo>
                  <a:lnTo>
                    <a:pt x="964438" y="1509385"/>
                  </a:lnTo>
                  <a:lnTo>
                    <a:pt x="965510" y="1508662"/>
                  </a:lnTo>
                  <a:lnTo>
                    <a:pt x="966582" y="1507938"/>
                  </a:lnTo>
                  <a:lnTo>
                    <a:pt x="967653" y="1507213"/>
                  </a:lnTo>
                  <a:lnTo>
                    <a:pt x="968725" y="1506487"/>
                  </a:lnTo>
                  <a:lnTo>
                    <a:pt x="969796" y="1505760"/>
                  </a:lnTo>
                  <a:lnTo>
                    <a:pt x="970868" y="1505032"/>
                  </a:lnTo>
                  <a:lnTo>
                    <a:pt x="971940" y="1504303"/>
                  </a:lnTo>
                  <a:lnTo>
                    <a:pt x="973011" y="1503573"/>
                  </a:lnTo>
                  <a:lnTo>
                    <a:pt x="974083" y="1502842"/>
                  </a:lnTo>
                  <a:lnTo>
                    <a:pt x="975154" y="1502110"/>
                  </a:lnTo>
                  <a:lnTo>
                    <a:pt x="976226" y="1501377"/>
                  </a:lnTo>
                  <a:lnTo>
                    <a:pt x="977298" y="1500643"/>
                  </a:lnTo>
                  <a:lnTo>
                    <a:pt x="978369" y="1499908"/>
                  </a:lnTo>
                  <a:lnTo>
                    <a:pt x="979441" y="1499172"/>
                  </a:lnTo>
                  <a:lnTo>
                    <a:pt x="980512" y="1498435"/>
                  </a:lnTo>
                  <a:lnTo>
                    <a:pt x="981584" y="1497697"/>
                  </a:lnTo>
                  <a:lnTo>
                    <a:pt x="982656" y="1496958"/>
                  </a:lnTo>
                  <a:lnTo>
                    <a:pt x="983727" y="1496218"/>
                  </a:lnTo>
                  <a:lnTo>
                    <a:pt x="984799" y="1495477"/>
                  </a:lnTo>
                  <a:lnTo>
                    <a:pt x="985870" y="1494736"/>
                  </a:lnTo>
                  <a:lnTo>
                    <a:pt x="986942" y="1493993"/>
                  </a:lnTo>
                  <a:lnTo>
                    <a:pt x="988014" y="1493249"/>
                  </a:lnTo>
                  <a:lnTo>
                    <a:pt x="989085" y="1492504"/>
                  </a:lnTo>
                  <a:lnTo>
                    <a:pt x="990157" y="1491758"/>
                  </a:lnTo>
                  <a:lnTo>
                    <a:pt x="991228" y="1491012"/>
                  </a:lnTo>
                  <a:lnTo>
                    <a:pt x="992300" y="1490264"/>
                  </a:lnTo>
                  <a:lnTo>
                    <a:pt x="993372" y="1489515"/>
                  </a:lnTo>
                  <a:lnTo>
                    <a:pt x="994443" y="1488766"/>
                  </a:lnTo>
                  <a:lnTo>
                    <a:pt x="995515" y="1488015"/>
                  </a:lnTo>
                  <a:lnTo>
                    <a:pt x="996586" y="1487264"/>
                  </a:lnTo>
                  <a:lnTo>
                    <a:pt x="997658" y="1486511"/>
                  </a:lnTo>
                  <a:lnTo>
                    <a:pt x="998730" y="1485758"/>
                  </a:lnTo>
                  <a:lnTo>
                    <a:pt x="999801" y="1485003"/>
                  </a:lnTo>
                  <a:lnTo>
                    <a:pt x="1000873" y="1484248"/>
                  </a:lnTo>
                  <a:lnTo>
                    <a:pt x="1001944" y="1483492"/>
                  </a:lnTo>
                  <a:lnTo>
                    <a:pt x="1003016" y="1482735"/>
                  </a:lnTo>
                  <a:lnTo>
                    <a:pt x="1004088" y="1481977"/>
                  </a:lnTo>
                  <a:lnTo>
                    <a:pt x="1005159" y="1481218"/>
                  </a:lnTo>
                  <a:lnTo>
                    <a:pt x="1006231" y="1480458"/>
                  </a:lnTo>
                  <a:lnTo>
                    <a:pt x="1007302" y="1479697"/>
                  </a:lnTo>
                  <a:lnTo>
                    <a:pt x="1008374" y="1478935"/>
                  </a:lnTo>
                  <a:lnTo>
                    <a:pt x="1009446" y="1478172"/>
                  </a:lnTo>
                  <a:lnTo>
                    <a:pt x="1010517" y="1477409"/>
                  </a:lnTo>
                  <a:lnTo>
                    <a:pt x="1011589" y="1476644"/>
                  </a:lnTo>
                  <a:lnTo>
                    <a:pt x="1012660" y="1475879"/>
                  </a:lnTo>
                  <a:lnTo>
                    <a:pt x="1013732" y="1475112"/>
                  </a:lnTo>
                  <a:lnTo>
                    <a:pt x="1014804" y="1474345"/>
                  </a:lnTo>
                  <a:lnTo>
                    <a:pt x="1015875" y="1473577"/>
                  </a:lnTo>
                  <a:lnTo>
                    <a:pt x="1016947" y="1472808"/>
                  </a:lnTo>
                  <a:lnTo>
                    <a:pt x="1018018" y="1472038"/>
                  </a:lnTo>
                  <a:lnTo>
                    <a:pt x="1019090" y="1471267"/>
                  </a:lnTo>
                  <a:lnTo>
                    <a:pt x="1020162" y="1470495"/>
                  </a:lnTo>
                  <a:lnTo>
                    <a:pt x="1021233" y="1469722"/>
                  </a:lnTo>
                  <a:lnTo>
                    <a:pt x="1022305" y="1468949"/>
                  </a:lnTo>
                  <a:lnTo>
                    <a:pt x="1023376" y="1468174"/>
                  </a:lnTo>
                  <a:lnTo>
                    <a:pt x="1024448" y="1467399"/>
                  </a:lnTo>
                  <a:lnTo>
                    <a:pt x="1025520" y="1466623"/>
                  </a:lnTo>
                  <a:lnTo>
                    <a:pt x="1026591" y="1465846"/>
                  </a:lnTo>
                  <a:lnTo>
                    <a:pt x="1027663" y="1465068"/>
                  </a:lnTo>
                  <a:lnTo>
                    <a:pt x="1028734" y="1464289"/>
                  </a:lnTo>
                  <a:lnTo>
                    <a:pt x="1029806" y="1463510"/>
                  </a:lnTo>
                  <a:lnTo>
                    <a:pt x="1030878" y="1462729"/>
                  </a:lnTo>
                  <a:lnTo>
                    <a:pt x="1031949" y="1461948"/>
                  </a:lnTo>
                  <a:lnTo>
                    <a:pt x="1033021" y="1461165"/>
                  </a:lnTo>
                  <a:lnTo>
                    <a:pt x="1034092" y="1460382"/>
                  </a:lnTo>
                  <a:lnTo>
                    <a:pt x="1035164" y="1459598"/>
                  </a:lnTo>
                  <a:lnTo>
                    <a:pt x="1036236" y="1458814"/>
                  </a:lnTo>
                  <a:lnTo>
                    <a:pt x="1037307" y="1458028"/>
                  </a:lnTo>
                  <a:lnTo>
                    <a:pt x="1038379" y="1457242"/>
                  </a:lnTo>
                  <a:lnTo>
                    <a:pt x="1039450" y="1456454"/>
                  </a:lnTo>
                  <a:lnTo>
                    <a:pt x="1040522" y="1455666"/>
                  </a:lnTo>
                  <a:lnTo>
                    <a:pt x="1041594" y="1454877"/>
                  </a:lnTo>
                  <a:lnTo>
                    <a:pt x="1042665" y="1454087"/>
                  </a:lnTo>
                  <a:lnTo>
                    <a:pt x="1043737" y="1453297"/>
                  </a:lnTo>
                  <a:lnTo>
                    <a:pt x="1044808" y="1452505"/>
                  </a:lnTo>
                  <a:lnTo>
                    <a:pt x="1045880" y="1451713"/>
                  </a:lnTo>
                  <a:lnTo>
                    <a:pt x="1046952" y="1450920"/>
                  </a:lnTo>
                  <a:lnTo>
                    <a:pt x="1048023" y="1450126"/>
                  </a:lnTo>
                  <a:lnTo>
                    <a:pt x="1049095" y="1449331"/>
                  </a:lnTo>
                  <a:lnTo>
                    <a:pt x="1050166" y="1448536"/>
                  </a:lnTo>
                  <a:lnTo>
                    <a:pt x="1051238" y="1447739"/>
                  </a:lnTo>
                  <a:lnTo>
                    <a:pt x="1052310" y="1446942"/>
                  </a:lnTo>
                  <a:lnTo>
                    <a:pt x="1053381" y="1446144"/>
                  </a:lnTo>
                  <a:lnTo>
                    <a:pt x="1054453" y="1445346"/>
                  </a:lnTo>
                  <a:lnTo>
                    <a:pt x="1055524" y="1444546"/>
                  </a:lnTo>
                  <a:lnTo>
                    <a:pt x="1056596" y="1443746"/>
                  </a:lnTo>
                  <a:lnTo>
                    <a:pt x="1057668" y="1442945"/>
                  </a:lnTo>
                  <a:lnTo>
                    <a:pt x="1058739" y="1442143"/>
                  </a:lnTo>
                  <a:lnTo>
                    <a:pt x="1059811" y="1441340"/>
                  </a:lnTo>
                  <a:lnTo>
                    <a:pt x="1060882" y="1440537"/>
                  </a:lnTo>
                  <a:lnTo>
                    <a:pt x="1061954" y="1439733"/>
                  </a:lnTo>
                  <a:lnTo>
                    <a:pt x="1063026" y="1438928"/>
                  </a:lnTo>
                  <a:lnTo>
                    <a:pt x="1064097" y="1438122"/>
                  </a:lnTo>
                  <a:lnTo>
                    <a:pt x="1065169" y="1437315"/>
                  </a:lnTo>
                  <a:lnTo>
                    <a:pt x="1066240" y="1436508"/>
                  </a:lnTo>
                  <a:lnTo>
                    <a:pt x="1067312" y="1435700"/>
                  </a:lnTo>
                  <a:lnTo>
                    <a:pt x="1068383" y="1434891"/>
                  </a:lnTo>
                  <a:lnTo>
                    <a:pt x="1069455" y="1434082"/>
                  </a:lnTo>
                  <a:lnTo>
                    <a:pt x="1070527" y="1433272"/>
                  </a:lnTo>
                  <a:lnTo>
                    <a:pt x="1071598" y="1432461"/>
                  </a:lnTo>
                  <a:lnTo>
                    <a:pt x="1072670" y="1431649"/>
                  </a:lnTo>
                  <a:lnTo>
                    <a:pt x="1073741" y="1430837"/>
                  </a:lnTo>
                  <a:lnTo>
                    <a:pt x="1074813" y="1430024"/>
                  </a:lnTo>
                  <a:lnTo>
                    <a:pt x="1075885" y="1429210"/>
                  </a:lnTo>
                  <a:lnTo>
                    <a:pt x="1076956" y="1428395"/>
                  </a:lnTo>
                  <a:lnTo>
                    <a:pt x="1078028" y="1427580"/>
                  </a:lnTo>
                  <a:lnTo>
                    <a:pt x="1079099" y="1426764"/>
                  </a:lnTo>
                  <a:lnTo>
                    <a:pt x="1080171" y="1425947"/>
                  </a:lnTo>
                  <a:lnTo>
                    <a:pt x="1081243" y="1425130"/>
                  </a:lnTo>
                  <a:lnTo>
                    <a:pt x="1082314" y="1424311"/>
                  </a:lnTo>
                  <a:lnTo>
                    <a:pt x="1083386" y="1423493"/>
                  </a:lnTo>
                  <a:lnTo>
                    <a:pt x="1084457" y="1422673"/>
                  </a:lnTo>
                  <a:lnTo>
                    <a:pt x="1085529" y="1421853"/>
                  </a:lnTo>
                  <a:lnTo>
                    <a:pt x="1086601" y="1421032"/>
                  </a:lnTo>
                  <a:lnTo>
                    <a:pt x="1087672" y="1420210"/>
                  </a:lnTo>
                  <a:lnTo>
                    <a:pt x="1088744" y="1419388"/>
                  </a:lnTo>
                  <a:lnTo>
                    <a:pt x="1089815" y="1418565"/>
                  </a:lnTo>
                  <a:lnTo>
                    <a:pt x="1090887" y="1417741"/>
                  </a:lnTo>
                  <a:lnTo>
                    <a:pt x="1091959" y="1416917"/>
                  </a:lnTo>
                  <a:lnTo>
                    <a:pt x="1093030" y="1416092"/>
                  </a:lnTo>
                  <a:lnTo>
                    <a:pt x="1094102" y="1415266"/>
                  </a:lnTo>
                  <a:lnTo>
                    <a:pt x="1095173" y="1414440"/>
                  </a:lnTo>
                  <a:lnTo>
                    <a:pt x="1096245" y="1413613"/>
                  </a:lnTo>
                  <a:lnTo>
                    <a:pt x="1097317" y="1412786"/>
                  </a:lnTo>
                  <a:lnTo>
                    <a:pt x="1098388" y="1411957"/>
                  </a:lnTo>
                  <a:lnTo>
                    <a:pt x="1099460" y="1411128"/>
                  </a:lnTo>
                  <a:lnTo>
                    <a:pt x="1100531" y="1410299"/>
                  </a:lnTo>
                  <a:lnTo>
                    <a:pt x="1101603" y="1409469"/>
                  </a:lnTo>
                  <a:lnTo>
                    <a:pt x="1102675" y="1408638"/>
                  </a:lnTo>
                  <a:lnTo>
                    <a:pt x="1103746" y="1407807"/>
                  </a:lnTo>
                  <a:lnTo>
                    <a:pt x="1104818" y="1406975"/>
                  </a:lnTo>
                  <a:lnTo>
                    <a:pt x="1105889" y="1406142"/>
                  </a:lnTo>
                  <a:lnTo>
                    <a:pt x="1106961" y="1405309"/>
                  </a:lnTo>
                  <a:lnTo>
                    <a:pt x="1108033" y="1404475"/>
                  </a:lnTo>
                  <a:lnTo>
                    <a:pt x="1109104" y="1403640"/>
                  </a:lnTo>
                  <a:lnTo>
                    <a:pt x="1110176" y="1402805"/>
                  </a:lnTo>
                  <a:lnTo>
                    <a:pt x="1111247" y="1401970"/>
                  </a:lnTo>
                  <a:lnTo>
                    <a:pt x="1112319" y="1401133"/>
                  </a:lnTo>
                  <a:lnTo>
                    <a:pt x="1113391" y="1400296"/>
                  </a:lnTo>
                  <a:lnTo>
                    <a:pt x="1114462" y="1399459"/>
                  </a:lnTo>
                  <a:lnTo>
                    <a:pt x="1115534" y="1398621"/>
                  </a:lnTo>
                  <a:lnTo>
                    <a:pt x="1116605" y="1397782"/>
                  </a:lnTo>
                  <a:lnTo>
                    <a:pt x="1117677" y="1396943"/>
                  </a:lnTo>
                  <a:lnTo>
                    <a:pt x="1118749" y="1396104"/>
                  </a:lnTo>
                  <a:lnTo>
                    <a:pt x="1119820" y="1395263"/>
                  </a:lnTo>
                  <a:lnTo>
                    <a:pt x="1120892" y="1394422"/>
                  </a:lnTo>
                  <a:lnTo>
                    <a:pt x="1121963" y="1393581"/>
                  </a:lnTo>
                  <a:lnTo>
                    <a:pt x="1123035" y="1392739"/>
                  </a:lnTo>
                  <a:lnTo>
                    <a:pt x="1124107" y="1391897"/>
                  </a:lnTo>
                  <a:lnTo>
                    <a:pt x="1125178" y="1391054"/>
                  </a:lnTo>
                  <a:lnTo>
                    <a:pt x="1126250" y="1390210"/>
                  </a:lnTo>
                  <a:lnTo>
                    <a:pt x="1127321" y="1389366"/>
                  </a:lnTo>
                  <a:lnTo>
                    <a:pt x="1128393" y="1388521"/>
                  </a:lnTo>
                  <a:lnTo>
                    <a:pt x="1129465" y="1387676"/>
                  </a:lnTo>
                  <a:lnTo>
                    <a:pt x="1130536" y="1386830"/>
                  </a:lnTo>
                  <a:lnTo>
                    <a:pt x="1131608" y="1385984"/>
                  </a:lnTo>
                  <a:lnTo>
                    <a:pt x="1132679" y="1385138"/>
                  </a:lnTo>
                  <a:lnTo>
                    <a:pt x="1133751" y="1384290"/>
                  </a:lnTo>
                  <a:lnTo>
                    <a:pt x="1134823" y="1383443"/>
                  </a:lnTo>
                  <a:lnTo>
                    <a:pt x="1135894" y="1382594"/>
                  </a:lnTo>
                  <a:lnTo>
                    <a:pt x="1136966" y="1381746"/>
                  </a:lnTo>
                  <a:lnTo>
                    <a:pt x="1138037" y="1380897"/>
                  </a:lnTo>
                  <a:lnTo>
                    <a:pt x="1139109" y="1380047"/>
                  </a:lnTo>
                  <a:lnTo>
                    <a:pt x="1140181" y="1379197"/>
                  </a:lnTo>
                  <a:lnTo>
                    <a:pt x="1141252" y="1378346"/>
                  </a:lnTo>
                  <a:lnTo>
                    <a:pt x="1142324" y="1377495"/>
                  </a:lnTo>
                  <a:lnTo>
                    <a:pt x="1143395" y="1376644"/>
                  </a:lnTo>
                  <a:lnTo>
                    <a:pt x="1144467" y="1375792"/>
                  </a:lnTo>
                  <a:lnTo>
                    <a:pt x="1145539" y="1374939"/>
                  </a:lnTo>
                  <a:lnTo>
                    <a:pt x="1146610" y="1374086"/>
                  </a:lnTo>
                  <a:lnTo>
                    <a:pt x="1147682" y="1373233"/>
                  </a:lnTo>
                  <a:lnTo>
                    <a:pt x="1148753" y="1372379"/>
                  </a:lnTo>
                  <a:lnTo>
                    <a:pt x="1149825" y="1371525"/>
                  </a:lnTo>
                  <a:lnTo>
                    <a:pt x="1150897" y="1370670"/>
                  </a:lnTo>
                  <a:lnTo>
                    <a:pt x="1151968" y="1369815"/>
                  </a:lnTo>
                  <a:lnTo>
                    <a:pt x="1153040" y="1368960"/>
                  </a:lnTo>
                  <a:lnTo>
                    <a:pt x="1154111" y="1368104"/>
                  </a:lnTo>
                  <a:lnTo>
                    <a:pt x="1155183" y="1367248"/>
                  </a:lnTo>
                  <a:lnTo>
                    <a:pt x="1156255" y="1366391"/>
                  </a:lnTo>
                  <a:lnTo>
                    <a:pt x="1157326" y="1365534"/>
                  </a:lnTo>
                  <a:lnTo>
                    <a:pt x="1158398" y="1364676"/>
                  </a:lnTo>
                  <a:lnTo>
                    <a:pt x="1159469" y="1363818"/>
                  </a:lnTo>
                  <a:lnTo>
                    <a:pt x="1160541" y="1362960"/>
                  </a:lnTo>
                  <a:lnTo>
                    <a:pt x="1161613" y="1362101"/>
                  </a:lnTo>
                  <a:lnTo>
                    <a:pt x="1162684" y="1361242"/>
                  </a:lnTo>
                  <a:lnTo>
                    <a:pt x="1163756" y="1360383"/>
                  </a:lnTo>
                  <a:lnTo>
                    <a:pt x="1164827" y="1359523"/>
                  </a:lnTo>
                  <a:lnTo>
                    <a:pt x="1165899" y="1358663"/>
                  </a:lnTo>
                  <a:lnTo>
                    <a:pt x="1166971" y="1357802"/>
                  </a:lnTo>
                  <a:lnTo>
                    <a:pt x="1168042" y="1356942"/>
                  </a:lnTo>
                  <a:lnTo>
                    <a:pt x="1169114" y="1356080"/>
                  </a:lnTo>
                  <a:lnTo>
                    <a:pt x="1170185" y="1355219"/>
                  </a:lnTo>
                  <a:lnTo>
                    <a:pt x="1171257" y="1354357"/>
                  </a:lnTo>
                  <a:lnTo>
                    <a:pt x="1172329" y="1353495"/>
                  </a:lnTo>
                  <a:lnTo>
                    <a:pt x="1173400" y="1352632"/>
                  </a:lnTo>
                  <a:lnTo>
                    <a:pt x="1174472" y="1351769"/>
                  </a:lnTo>
                  <a:lnTo>
                    <a:pt x="1175543" y="1350906"/>
                  </a:lnTo>
                  <a:lnTo>
                    <a:pt x="1176615" y="1350043"/>
                  </a:lnTo>
                  <a:lnTo>
                    <a:pt x="1177687" y="1349179"/>
                  </a:lnTo>
                  <a:lnTo>
                    <a:pt x="1178758" y="1348315"/>
                  </a:lnTo>
                  <a:lnTo>
                    <a:pt x="1179830" y="1347450"/>
                  </a:lnTo>
                  <a:lnTo>
                    <a:pt x="1180901" y="1346586"/>
                  </a:lnTo>
                  <a:lnTo>
                    <a:pt x="1181973" y="1345721"/>
                  </a:lnTo>
                  <a:lnTo>
                    <a:pt x="1183045" y="1344856"/>
                  </a:lnTo>
                  <a:lnTo>
                    <a:pt x="1184116" y="1343990"/>
                  </a:lnTo>
                  <a:lnTo>
                    <a:pt x="1185188" y="1343124"/>
                  </a:lnTo>
                  <a:lnTo>
                    <a:pt x="1186259" y="1342258"/>
                  </a:lnTo>
                  <a:lnTo>
                    <a:pt x="1187331" y="1341392"/>
                  </a:lnTo>
                  <a:lnTo>
                    <a:pt x="1188403" y="1340526"/>
                  </a:lnTo>
                  <a:lnTo>
                    <a:pt x="1189474" y="1339659"/>
                  </a:lnTo>
                  <a:lnTo>
                    <a:pt x="1190546" y="1338792"/>
                  </a:lnTo>
                  <a:lnTo>
                    <a:pt x="1191617" y="1337925"/>
                  </a:lnTo>
                  <a:lnTo>
                    <a:pt x="1192689" y="1337057"/>
                  </a:lnTo>
                  <a:lnTo>
                    <a:pt x="1193761" y="1336190"/>
                  </a:lnTo>
                  <a:lnTo>
                    <a:pt x="1194832" y="1335322"/>
                  </a:lnTo>
                  <a:lnTo>
                    <a:pt x="1195904" y="1334454"/>
                  </a:lnTo>
                  <a:lnTo>
                    <a:pt x="1196975" y="1333585"/>
                  </a:lnTo>
                  <a:lnTo>
                    <a:pt x="1198047" y="1332717"/>
                  </a:lnTo>
                  <a:lnTo>
                    <a:pt x="1199119" y="1331848"/>
                  </a:lnTo>
                  <a:lnTo>
                    <a:pt x="1200190" y="1330979"/>
                  </a:lnTo>
                  <a:lnTo>
                    <a:pt x="1201262" y="1330110"/>
                  </a:lnTo>
                  <a:lnTo>
                    <a:pt x="1202333" y="1329241"/>
                  </a:lnTo>
                  <a:lnTo>
                    <a:pt x="1203405" y="1328371"/>
                  </a:lnTo>
                  <a:lnTo>
                    <a:pt x="1204477" y="1327502"/>
                  </a:lnTo>
                  <a:lnTo>
                    <a:pt x="1205548" y="1326632"/>
                  </a:lnTo>
                  <a:lnTo>
                    <a:pt x="1206620" y="1325762"/>
                  </a:lnTo>
                  <a:lnTo>
                    <a:pt x="1207691" y="1324892"/>
                  </a:lnTo>
                  <a:lnTo>
                    <a:pt x="1208763" y="1324022"/>
                  </a:lnTo>
                  <a:lnTo>
                    <a:pt x="1209835" y="1323152"/>
                  </a:lnTo>
                  <a:lnTo>
                    <a:pt x="1210906" y="1322281"/>
                  </a:lnTo>
                  <a:lnTo>
                    <a:pt x="1211978" y="1321410"/>
                  </a:lnTo>
                  <a:lnTo>
                    <a:pt x="1213049" y="1320540"/>
                  </a:lnTo>
                  <a:lnTo>
                    <a:pt x="1214121" y="1319669"/>
                  </a:lnTo>
                  <a:lnTo>
                    <a:pt x="1215193" y="1318798"/>
                  </a:lnTo>
                  <a:lnTo>
                    <a:pt x="1216264" y="1317927"/>
                  </a:lnTo>
                  <a:lnTo>
                    <a:pt x="1217336" y="1317056"/>
                  </a:lnTo>
                  <a:lnTo>
                    <a:pt x="1218407" y="1316185"/>
                  </a:lnTo>
                  <a:lnTo>
                    <a:pt x="1219479" y="1315313"/>
                  </a:lnTo>
                  <a:lnTo>
                    <a:pt x="1220551" y="1314442"/>
                  </a:lnTo>
                  <a:lnTo>
                    <a:pt x="1221622" y="1313571"/>
                  </a:lnTo>
                  <a:lnTo>
                    <a:pt x="1222694" y="1312699"/>
                  </a:lnTo>
                  <a:lnTo>
                    <a:pt x="1223765" y="1311828"/>
                  </a:lnTo>
                  <a:lnTo>
                    <a:pt x="1224837" y="1310956"/>
                  </a:lnTo>
                  <a:lnTo>
                    <a:pt x="1225909" y="1310084"/>
                  </a:lnTo>
                  <a:lnTo>
                    <a:pt x="1226980" y="1309213"/>
                  </a:lnTo>
                  <a:lnTo>
                    <a:pt x="1228052" y="1308341"/>
                  </a:lnTo>
                  <a:lnTo>
                    <a:pt x="1229123" y="1307469"/>
                  </a:lnTo>
                  <a:lnTo>
                    <a:pt x="1230195" y="1306597"/>
                  </a:lnTo>
                  <a:lnTo>
                    <a:pt x="1231267" y="1305726"/>
                  </a:lnTo>
                  <a:lnTo>
                    <a:pt x="1232338" y="1304854"/>
                  </a:lnTo>
                  <a:lnTo>
                    <a:pt x="1233410" y="1303982"/>
                  </a:lnTo>
                  <a:lnTo>
                    <a:pt x="1234481" y="1303110"/>
                  </a:lnTo>
                  <a:lnTo>
                    <a:pt x="1235553" y="1302238"/>
                  </a:lnTo>
                  <a:lnTo>
                    <a:pt x="1236625" y="1301367"/>
                  </a:lnTo>
                  <a:lnTo>
                    <a:pt x="1237696" y="1300495"/>
                  </a:lnTo>
                  <a:lnTo>
                    <a:pt x="1238768" y="1299623"/>
                  </a:lnTo>
                  <a:lnTo>
                    <a:pt x="1239839" y="1298751"/>
                  </a:lnTo>
                  <a:lnTo>
                    <a:pt x="1240911" y="1297880"/>
                  </a:lnTo>
                  <a:lnTo>
                    <a:pt x="1241983" y="1297008"/>
                  </a:lnTo>
                  <a:lnTo>
                    <a:pt x="1243054" y="1296137"/>
                  </a:lnTo>
                  <a:lnTo>
                    <a:pt x="1244126" y="1295265"/>
                  </a:lnTo>
                  <a:lnTo>
                    <a:pt x="1245197" y="1294394"/>
                  </a:lnTo>
                  <a:lnTo>
                    <a:pt x="1246269" y="1293522"/>
                  </a:lnTo>
                  <a:lnTo>
                    <a:pt x="1247340" y="1292651"/>
                  </a:lnTo>
                  <a:lnTo>
                    <a:pt x="1248412" y="1291780"/>
                  </a:lnTo>
                  <a:lnTo>
                    <a:pt x="1249484" y="1290909"/>
                  </a:lnTo>
                  <a:lnTo>
                    <a:pt x="1250555" y="1290038"/>
                  </a:lnTo>
                  <a:lnTo>
                    <a:pt x="1251627" y="1289167"/>
                  </a:lnTo>
                  <a:lnTo>
                    <a:pt x="1252698" y="1288296"/>
                  </a:lnTo>
                  <a:lnTo>
                    <a:pt x="1253770" y="1287426"/>
                  </a:lnTo>
                  <a:lnTo>
                    <a:pt x="1254842" y="1286555"/>
                  </a:lnTo>
                  <a:lnTo>
                    <a:pt x="1255913" y="1285685"/>
                  </a:lnTo>
                  <a:lnTo>
                    <a:pt x="1256985" y="1284814"/>
                  </a:lnTo>
                  <a:lnTo>
                    <a:pt x="1258056" y="1283944"/>
                  </a:lnTo>
                  <a:lnTo>
                    <a:pt x="1259128" y="1283074"/>
                  </a:lnTo>
                  <a:lnTo>
                    <a:pt x="1260200" y="1282205"/>
                  </a:lnTo>
                  <a:lnTo>
                    <a:pt x="1261271" y="1281335"/>
                  </a:lnTo>
                  <a:lnTo>
                    <a:pt x="1262343" y="1280466"/>
                  </a:lnTo>
                  <a:lnTo>
                    <a:pt x="1263414" y="1279596"/>
                  </a:lnTo>
                  <a:lnTo>
                    <a:pt x="1264486" y="1278727"/>
                  </a:lnTo>
                  <a:lnTo>
                    <a:pt x="1265558" y="1277858"/>
                  </a:lnTo>
                  <a:lnTo>
                    <a:pt x="1266629" y="1276990"/>
                  </a:lnTo>
                  <a:lnTo>
                    <a:pt x="1267701" y="1276121"/>
                  </a:lnTo>
                  <a:lnTo>
                    <a:pt x="1268772" y="1275253"/>
                  </a:lnTo>
                  <a:lnTo>
                    <a:pt x="1269844" y="1274385"/>
                  </a:lnTo>
                  <a:lnTo>
                    <a:pt x="1270916" y="1273517"/>
                  </a:lnTo>
                  <a:lnTo>
                    <a:pt x="1271987" y="1272650"/>
                  </a:lnTo>
                  <a:lnTo>
                    <a:pt x="1273059" y="1271782"/>
                  </a:lnTo>
                  <a:lnTo>
                    <a:pt x="1274130" y="1270915"/>
                  </a:lnTo>
                  <a:lnTo>
                    <a:pt x="1275202" y="1270048"/>
                  </a:lnTo>
                  <a:lnTo>
                    <a:pt x="1276274" y="1269182"/>
                  </a:lnTo>
                  <a:lnTo>
                    <a:pt x="1277345" y="1268316"/>
                  </a:lnTo>
                  <a:lnTo>
                    <a:pt x="1278417" y="1267450"/>
                  </a:lnTo>
                  <a:lnTo>
                    <a:pt x="1279488" y="1266584"/>
                  </a:lnTo>
                  <a:lnTo>
                    <a:pt x="1280560" y="1265718"/>
                  </a:lnTo>
                  <a:lnTo>
                    <a:pt x="1281632" y="1264853"/>
                  </a:lnTo>
                  <a:lnTo>
                    <a:pt x="1282703" y="1263988"/>
                  </a:lnTo>
                  <a:lnTo>
                    <a:pt x="1283775" y="1263124"/>
                  </a:lnTo>
                  <a:lnTo>
                    <a:pt x="1284846" y="1262260"/>
                  </a:lnTo>
                  <a:lnTo>
                    <a:pt x="1285918" y="1261396"/>
                  </a:lnTo>
                  <a:lnTo>
                    <a:pt x="1286990" y="1260532"/>
                  </a:lnTo>
                  <a:lnTo>
                    <a:pt x="1288061" y="1259669"/>
                  </a:lnTo>
                  <a:lnTo>
                    <a:pt x="1289133" y="1258806"/>
                  </a:lnTo>
                  <a:lnTo>
                    <a:pt x="1290204" y="1257944"/>
                  </a:lnTo>
                  <a:lnTo>
                    <a:pt x="1291276" y="1257082"/>
                  </a:lnTo>
                  <a:lnTo>
                    <a:pt x="1292348" y="1256220"/>
                  </a:lnTo>
                  <a:lnTo>
                    <a:pt x="1293419" y="1255359"/>
                  </a:lnTo>
                  <a:lnTo>
                    <a:pt x="1294491" y="1254498"/>
                  </a:lnTo>
                  <a:lnTo>
                    <a:pt x="1295562" y="1253637"/>
                  </a:lnTo>
                  <a:lnTo>
                    <a:pt x="1296634" y="1252777"/>
                  </a:lnTo>
                  <a:lnTo>
                    <a:pt x="1297706" y="1251917"/>
                  </a:lnTo>
                  <a:lnTo>
                    <a:pt x="1298777" y="1251058"/>
                  </a:lnTo>
                  <a:lnTo>
                    <a:pt x="1299849" y="1250199"/>
                  </a:lnTo>
                  <a:lnTo>
                    <a:pt x="1300920" y="1249340"/>
                  </a:lnTo>
                  <a:lnTo>
                    <a:pt x="1301992" y="1248482"/>
                  </a:lnTo>
                  <a:lnTo>
                    <a:pt x="1303064" y="1247625"/>
                  </a:lnTo>
                  <a:lnTo>
                    <a:pt x="1304135" y="1246767"/>
                  </a:lnTo>
                  <a:lnTo>
                    <a:pt x="1305207" y="1245911"/>
                  </a:lnTo>
                  <a:lnTo>
                    <a:pt x="1306278" y="1245055"/>
                  </a:lnTo>
                  <a:lnTo>
                    <a:pt x="1307350" y="1244199"/>
                  </a:lnTo>
                  <a:lnTo>
                    <a:pt x="1308422" y="1243343"/>
                  </a:lnTo>
                  <a:lnTo>
                    <a:pt x="1309493" y="1242489"/>
                  </a:lnTo>
                  <a:lnTo>
                    <a:pt x="1310565" y="1241634"/>
                  </a:lnTo>
                  <a:lnTo>
                    <a:pt x="1311636" y="1240781"/>
                  </a:lnTo>
                  <a:lnTo>
                    <a:pt x="1312708" y="1239927"/>
                  </a:lnTo>
                  <a:lnTo>
                    <a:pt x="1313780" y="1239075"/>
                  </a:lnTo>
                  <a:lnTo>
                    <a:pt x="1314851" y="1238222"/>
                  </a:lnTo>
                  <a:lnTo>
                    <a:pt x="1315923" y="1237371"/>
                  </a:lnTo>
                  <a:lnTo>
                    <a:pt x="1316994" y="1236520"/>
                  </a:lnTo>
                  <a:lnTo>
                    <a:pt x="1318066" y="1235669"/>
                  </a:lnTo>
                  <a:lnTo>
                    <a:pt x="1319138" y="1234819"/>
                  </a:lnTo>
                  <a:lnTo>
                    <a:pt x="1320209" y="1233969"/>
                  </a:lnTo>
                  <a:lnTo>
                    <a:pt x="1321281" y="1233121"/>
                  </a:lnTo>
                  <a:lnTo>
                    <a:pt x="1322352" y="1232272"/>
                  </a:lnTo>
                  <a:lnTo>
                    <a:pt x="1323424" y="1231425"/>
                  </a:lnTo>
                  <a:lnTo>
                    <a:pt x="1324496" y="1230577"/>
                  </a:lnTo>
                  <a:lnTo>
                    <a:pt x="1325567" y="1229731"/>
                  </a:lnTo>
                  <a:lnTo>
                    <a:pt x="1326639" y="1228885"/>
                  </a:lnTo>
                  <a:lnTo>
                    <a:pt x="1327710" y="1228040"/>
                  </a:lnTo>
                  <a:lnTo>
                    <a:pt x="1328782" y="1227195"/>
                  </a:lnTo>
                  <a:lnTo>
                    <a:pt x="1329854" y="1226351"/>
                  </a:lnTo>
                  <a:lnTo>
                    <a:pt x="1330925" y="1225508"/>
                  </a:lnTo>
                  <a:lnTo>
                    <a:pt x="1331997" y="1224665"/>
                  </a:lnTo>
                  <a:lnTo>
                    <a:pt x="1333068" y="1223823"/>
                  </a:lnTo>
                  <a:lnTo>
                    <a:pt x="1334140" y="1222982"/>
                  </a:lnTo>
                  <a:lnTo>
                    <a:pt x="1335212" y="1222141"/>
                  </a:lnTo>
                  <a:lnTo>
                    <a:pt x="1336283" y="1221301"/>
                  </a:lnTo>
                  <a:lnTo>
                    <a:pt x="1337355" y="1220462"/>
                  </a:lnTo>
                  <a:lnTo>
                    <a:pt x="1338426" y="1219623"/>
                  </a:lnTo>
                  <a:lnTo>
                    <a:pt x="1339498" y="1218785"/>
                  </a:lnTo>
                  <a:lnTo>
                    <a:pt x="1340570" y="1217948"/>
                  </a:lnTo>
                  <a:lnTo>
                    <a:pt x="1341641" y="1217112"/>
                  </a:lnTo>
                  <a:lnTo>
                    <a:pt x="1342713" y="1216276"/>
                  </a:lnTo>
                  <a:lnTo>
                    <a:pt x="1343784" y="1215441"/>
                  </a:lnTo>
                  <a:lnTo>
                    <a:pt x="1344856" y="1214607"/>
                  </a:lnTo>
                  <a:lnTo>
                    <a:pt x="1345928" y="1213773"/>
                  </a:lnTo>
                  <a:lnTo>
                    <a:pt x="1346999" y="1212940"/>
                  </a:lnTo>
                  <a:lnTo>
                    <a:pt x="1348071" y="1212109"/>
                  </a:lnTo>
                  <a:lnTo>
                    <a:pt x="1349142" y="1211277"/>
                  </a:lnTo>
                  <a:lnTo>
                    <a:pt x="1350214" y="1210447"/>
                  </a:lnTo>
                  <a:lnTo>
                    <a:pt x="1351286" y="1209617"/>
                  </a:lnTo>
                  <a:lnTo>
                    <a:pt x="1352357" y="1208789"/>
                  </a:lnTo>
                  <a:lnTo>
                    <a:pt x="1353429" y="1207961"/>
                  </a:lnTo>
                  <a:lnTo>
                    <a:pt x="1354500" y="1207134"/>
                  </a:lnTo>
                  <a:lnTo>
                    <a:pt x="1355572" y="1206307"/>
                  </a:lnTo>
                  <a:lnTo>
                    <a:pt x="1356644" y="1205482"/>
                  </a:lnTo>
                  <a:lnTo>
                    <a:pt x="1357715" y="1204657"/>
                  </a:lnTo>
                  <a:lnTo>
                    <a:pt x="1358787" y="1203834"/>
                  </a:lnTo>
                  <a:lnTo>
                    <a:pt x="1359858" y="1203011"/>
                  </a:lnTo>
                  <a:lnTo>
                    <a:pt x="1360930" y="1202189"/>
                  </a:lnTo>
                  <a:lnTo>
                    <a:pt x="1362002" y="1201368"/>
                  </a:lnTo>
                  <a:lnTo>
                    <a:pt x="1363073" y="1200548"/>
                  </a:lnTo>
                  <a:lnTo>
                    <a:pt x="1364145" y="1199728"/>
                  </a:lnTo>
                  <a:lnTo>
                    <a:pt x="1365216" y="1198910"/>
                  </a:lnTo>
                  <a:lnTo>
                    <a:pt x="1366288" y="1198093"/>
                  </a:lnTo>
                  <a:lnTo>
                    <a:pt x="1367360" y="1197276"/>
                  </a:lnTo>
                  <a:lnTo>
                    <a:pt x="1368431" y="1196460"/>
                  </a:lnTo>
                  <a:lnTo>
                    <a:pt x="1369503" y="1195646"/>
                  </a:lnTo>
                  <a:lnTo>
                    <a:pt x="1370574" y="1194832"/>
                  </a:lnTo>
                  <a:lnTo>
                    <a:pt x="1371646" y="1194019"/>
                  </a:lnTo>
                  <a:lnTo>
                    <a:pt x="1372718" y="1193207"/>
                  </a:lnTo>
                  <a:lnTo>
                    <a:pt x="1373789" y="1192397"/>
                  </a:lnTo>
                  <a:lnTo>
                    <a:pt x="1374861" y="1191587"/>
                  </a:lnTo>
                  <a:lnTo>
                    <a:pt x="1375932" y="1190778"/>
                  </a:lnTo>
                  <a:lnTo>
                    <a:pt x="1377004" y="1189970"/>
                  </a:lnTo>
                  <a:lnTo>
                    <a:pt x="1378076" y="1189163"/>
                  </a:lnTo>
                  <a:lnTo>
                    <a:pt x="1379147" y="1188358"/>
                  </a:lnTo>
                  <a:lnTo>
                    <a:pt x="1380219" y="1187553"/>
                  </a:lnTo>
                  <a:lnTo>
                    <a:pt x="1381290" y="1186749"/>
                  </a:lnTo>
                  <a:lnTo>
                    <a:pt x="1382362" y="1185946"/>
                  </a:lnTo>
                  <a:lnTo>
                    <a:pt x="1383434" y="1185145"/>
                  </a:lnTo>
                  <a:lnTo>
                    <a:pt x="1384505" y="1184344"/>
                  </a:lnTo>
                  <a:lnTo>
                    <a:pt x="1385577" y="1183545"/>
                  </a:lnTo>
                  <a:lnTo>
                    <a:pt x="1386648" y="1182746"/>
                  </a:lnTo>
                  <a:lnTo>
                    <a:pt x="1387720" y="1181949"/>
                  </a:lnTo>
                  <a:lnTo>
                    <a:pt x="1388792" y="1181153"/>
                  </a:lnTo>
                  <a:lnTo>
                    <a:pt x="1389863" y="1180358"/>
                  </a:lnTo>
                  <a:lnTo>
                    <a:pt x="1390935" y="1179563"/>
                  </a:lnTo>
                  <a:lnTo>
                    <a:pt x="1392006" y="1178770"/>
                  </a:lnTo>
                  <a:lnTo>
                    <a:pt x="1393078" y="1177979"/>
                  </a:lnTo>
                  <a:lnTo>
                    <a:pt x="1394150" y="1177188"/>
                  </a:lnTo>
                  <a:lnTo>
                    <a:pt x="1395221" y="1176398"/>
                  </a:lnTo>
                  <a:lnTo>
                    <a:pt x="1396293" y="1175609"/>
                  </a:lnTo>
                  <a:lnTo>
                    <a:pt x="1397364" y="1174822"/>
                  </a:lnTo>
                  <a:lnTo>
                    <a:pt x="1398436" y="1174035"/>
                  </a:lnTo>
                  <a:lnTo>
                    <a:pt x="1399508" y="1173250"/>
                  </a:lnTo>
                  <a:lnTo>
                    <a:pt x="1400579" y="1172466"/>
                  </a:lnTo>
                  <a:lnTo>
                    <a:pt x="1401651" y="1171683"/>
                  </a:lnTo>
                  <a:lnTo>
                    <a:pt x="1402722" y="1170900"/>
                  </a:lnTo>
                  <a:lnTo>
                    <a:pt x="1403794" y="1170119"/>
                  </a:lnTo>
                  <a:lnTo>
                    <a:pt x="1404866" y="1169339"/>
                  </a:lnTo>
                  <a:lnTo>
                    <a:pt x="1405937" y="1168561"/>
                  </a:lnTo>
                  <a:lnTo>
                    <a:pt x="1407009" y="1167783"/>
                  </a:lnTo>
                  <a:lnTo>
                    <a:pt x="1408080" y="1167006"/>
                  </a:lnTo>
                  <a:lnTo>
                    <a:pt x="1409152" y="1166231"/>
                  </a:lnTo>
                  <a:lnTo>
                    <a:pt x="1410224" y="1165456"/>
                  </a:lnTo>
                  <a:lnTo>
                    <a:pt x="1411295" y="1164683"/>
                  </a:lnTo>
                  <a:lnTo>
                    <a:pt x="1412367" y="1163910"/>
                  </a:lnTo>
                  <a:lnTo>
                    <a:pt x="1413438" y="1163139"/>
                  </a:lnTo>
                  <a:lnTo>
                    <a:pt x="1414510" y="1162369"/>
                  </a:lnTo>
                  <a:lnTo>
                    <a:pt x="1415582" y="1161600"/>
                  </a:lnTo>
                  <a:lnTo>
                    <a:pt x="1416653" y="1160832"/>
                  </a:lnTo>
                  <a:lnTo>
                    <a:pt x="1417725" y="1160065"/>
                  </a:lnTo>
                  <a:lnTo>
                    <a:pt x="1418796" y="1159299"/>
                  </a:lnTo>
                  <a:lnTo>
                    <a:pt x="1419868" y="1158534"/>
                  </a:lnTo>
                  <a:lnTo>
                    <a:pt x="1420939" y="1157771"/>
                  </a:lnTo>
                  <a:lnTo>
                    <a:pt x="1422011" y="1157008"/>
                  </a:lnTo>
                  <a:lnTo>
                    <a:pt x="1423083" y="1156247"/>
                  </a:lnTo>
                  <a:lnTo>
                    <a:pt x="1424154" y="1155486"/>
                  </a:lnTo>
                  <a:lnTo>
                    <a:pt x="1425226" y="1154727"/>
                  </a:lnTo>
                  <a:lnTo>
                    <a:pt x="1426297" y="1153969"/>
                  </a:lnTo>
                  <a:lnTo>
                    <a:pt x="1427369" y="1153212"/>
                  </a:lnTo>
                  <a:lnTo>
                    <a:pt x="1428441" y="1152456"/>
                  </a:lnTo>
                  <a:lnTo>
                    <a:pt x="1429512" y="1151701"/>
                  </a:lnTo>
                  <a:lnTo>
                    <a:pt x="1430584" y="1150947"/>
                  </a:lnTo>
                  <a:lnTo>
                    <a:pt x="1431655" y="1150194"/>
                  </a:lnTo>
                  <a:lnTo>
                    <a:pt x="1432727" y="1149442"/>
                  </a:lnTo>
                  <a:lnTo>
                    <a:pt x="1433799" y="1148692"/>
                  </a:lnTo>
                  <a:lnTo>
                    <a:pt x="1434870" y="1147942"/>
                  </a:lnTo>
                  <a:lnTo>
                    <a:pt x="1435942" y="1147194"/>
                  </a:lnTo>
                  <a:lnTo>
                    <a:pt x="1437013" y="1146446"/>
                  </a:lnTo>
                  <a:lnTo>
                    <a:pt x="1438085" y="1145700"/>
                  </a:lnTo>
                  <a:lnTo>
                    <a:pt x="1439157" y="1144955"/>
                  </a:lnTo>
                  <a:lnTo>
                    <a:pt x="1440228" y="1144211"/>
                  </a:lnTo>
                  <a:lnTo>
                    <a:pt x="1441300" y="1143467"/>
                  </a:lnTo>
                  <a:lnTo>
                    <a:pt x="1442371" y="1142725"/>
                  </a:lnTo>
                  <a:lnTo>
                    <a:pt x="1443443" y="1141985"/>
                  </a:lnTo>
                  <a:lnTo>
                    <a:pt x="1444515" y="1141245"/>
                  </a:lnTo>
                  <a:lnTo>
                    <a:pt x="1445586" y="1140506"/>
                  </a:lnTo>
                  <a:lnTo>
                    <a:pt x="1446658" y="1139768"/>
                  </a:lnTo>
                  <a:lnTo>
                    <a:pt x="1447729" y="1139032"/>
                  </a:lnTo>
                  <a:lnTo>
                    <a:pt x="1448801" y="1138296"/>
                  </a:lnTo>
                  <a:lnTo>
                    <a:pt x="1449873" y="1137562"/>
                  </a:lnTo>
                  <a:lnTo>
                    <a:pt x="1450944" y="1136828"/>
                  </a:lnTo>
                  <a:lnTo>
                    <a:pt x="1452016" y="1136096"/>
                  </a:lnTo>
                  <a:lnTo>
                    <a:pt x="1453087" y="1135365"/>
                  </a:lnTo>
                  <a:lnTo>
                    <a:pt x="1454159" y="1134635"/>
                  </a:lnTo>
                  <a:lnTo>
                    <a:pt x="1455231" y="1133905"/>
                  </a:lnTo>
                  <a:lnTo>
                    <a:pt x="1456302" y="1133177"/>
                  </a:lnTo>
                  <a:lnTo>
                    <a:pt x="1457374" y="1132451"/>
                  </a:lnTo>
                  <a:lnTo>
                    <a:pt x="1458445" y="1131725"/>
                  </a:lnTo>
                  <a:lnTo>
                    <a:pt x="1459517" y="1131000"/>
                  </a:lnTo>
                  <a:lnTo>
                    <a:pt x="1460589" y="1130276"/>
                  </a:lnTo>
                  <a:lnTo>
                    <a:pt x="1461660" y="1129553"/>
                  </a:lnTo>
                  <a:lnTo>
                    <a:pt x="1462732" y="1128832"/>
                  </a:lnTo>
                  <a:lnTo>
                    <a:pt x="1463803" y="1128111"/>
                  </a:lnTo>
                  <a:lnTo>
                    <a:pt x="1464875" y="1127392"/>
                  </a:lnTo>
                  <a:lnTo>
                    <a:pt x="1465947" y="1126673"/>
                  </a:lnTo>
                  <a:lnTo>
                    <a:pt x="1467018" y="1125956"/>
                  </a:lnTo>
                  <a:lnTo>
                    <a:pt x="1468090" y="1125240"/>
                  </a:lnTo>
                  <a:lnTo>
                    <a:pt x="1469161" y="1124525"/>
                  </a:lnTo>
                  <a:lnTo>
                    <a:pt x="1470233" y="1123811"/>
                  </a:lnTo>
                  <a:lnTo>
                    <a:pt x="1471305" y="1123097"/>
                  </a:lnTo>
                  <a:lnTo>
                    <a:pt x="1472376" y="1122385"/>
                  </a:lnTo>
                  <a:lnTo>
                    <a:pt x="1473448" y="1121675"/>
                  </a:lnTo>
                  <a:lnTo>
                    <a:pt x="1474519" y="1120965"/>
                  </a:lnTo>
                  <a:lnTo>
                    <a:pt x="1475591" y="1120256"/>
                  </a:lnTo>
                  <a:lnTo>
                    <a:pt x="1476663" y="1119548"/>
                  </a:lnTo>
                  <a:lnTo>
                    <a:pt x="1477734" y="1118841"/>
                  </a:lnTo>
                  <a:lnTo>
                    <a:pt x="1478806" y="1118136"/>
                  </a:lnTo>
                  <a:lnTo>
                    <a:pt x="1479877" y="1117431"/>
                  </a:lnTo>
                  <a:lnTo>
                    <a:pt x="1480949" y="1116728"/>
                  </a:lnTo>
                  <a:lnTo>
                    <a:pt x="1482021" y="1116025"/>
                  </a:lnTo>
                  <a:lnTo>
                    <a:pt x="1483092" y="1115324"/>
                  </a:lnTo>
                  <a:lnTo>
                    <a:pt x="1484164" y="1114623"/>
                  </a:lnTo>
                  <a:lnTo>
                    <a:pt x="1485235" y="1113924"/>
                  </a:lnTo>
                  <a:lnTo>
                    <a:pt x="1486307" y="1113226"/>
                  </a:lnTo>
                  <a:lnTo>
                    <a:pt x="1487379" y="1112528"/>
                  </a:lnTo>
                  <a:lnTo>
                    <a:pt x="1488450" y="1111832"/>
                  </a:lnTo>
                  <a:lnTo>
                    <a:pt x="1489522" y="1111137"/>
                  </a:lnTo>
                  <a:lnTo>
                    <a:pt x="1490593" y="1110443"/>
                  </a:lnTo>
                  <a:lnTo>
                    <a:pt x="1491665" y="1109750"/>
                  </a:lnTo>
                  <a:lnTo>
                    <a:pt x="1492737" y="1109058"/>
                  </a:lnTo>
                  <a:lnTo>
                    <a:pt x="1493808" y="1108367"/>
                  </a:lnTo>
                  <a:lnTo>
                    <a:pt x="1494880" y="1107677"/>
                  </a:lnTo>
                  <a:lnTo>
                    <a:pt x="1495951" y="1106988"/>
                  </a:lnTo>
                  <a:lnTo>
                    <a:pt x="1497023" y="1106300"/>
                  </a:lnTo>
                  <a:lnTo>
                    <a:pt x="1498095" y="1105614"/>
                  </a:lnTo>
                  <a:lnTo>
                    <a:pt x="1499166" y="1104928"/>
                  </a:lnTo>
                  <a:lnTo>
                    <a:pt x="1500238" y="1104243"/>
                  </a:lnTo>
                  <a:lnTo>
                    <a:pt x="1501309" y="1103560"/>
                  </a:lnTo>
                  <a:lnTo>
                    <a:pt x="1502381" y="1102877"/>
                  </a:lnTo>
                  <a:lnTo>
                    <a:pt x="1503453" y="1102195"/>
                  </a:lnTo>
                  <a:lnTo>
                    <a:pt x="1504524" y="1101515"/>
                  </a:lnTo>
                  <a:lnTo>
                    <a:pt x="1505596" y="1100835"/>
                  </a:lnTo>
                  <a:lnTo>
                    <a:pt x="1506667" y="1100157"/>
                  </a:lnTo>
                  <a:lnTo>
                    <a:pt x="1507739" y="1099479"/>
                  </a:lnTo>
                  <a:lnTo>
                    <a:pt x="1508811" y="1098803"/>
                  </a:lnTo>
                  <a:lnTo>
                    <a:pt x="1509882" y="1098128"/>
                  </a:lnTo>
                  <a:lnTo>
                    <a:pt x="1510954" y="1097453"/>
                  </a:lnTo>
                  <a:lnTo>
                    <a:pt x="1512025" y="1096780"/>
                  </a:lnTo>
                  <a:lnTo>
                    <a:pt x="1513097" y="1096108"/>
                  </a:lnTo>
                  <a:lnTo>
                    <a:pt x="1514169" y="1095436"/>
                  </a:lnTo>
                  <a:lnTo>
                    <a:pt x="1515240" y="1094766"/>
                  </a:lnTo>
                  <a:lnTo>
                    <a:pt x="1516312" y="1094097"/>
                  </a:lnTo>
                  <a:lnTo>
                    <a:pt x="1517383" y="1093429"/>
                  </a:lnTo>
                  <a:lnTo>
                    <a:pt x="1518455" y="1092761"/>
                  </a:lnTo>
                  <a:lnTo>
                    <a:pt x="1519527" y="1092095"/>
                  </a:lnTo>
                  <a:lnTo>
                    <a:pt x="1520598" y="1091430"/>
                  </a:lnTo>
                  <a:lnTo>
                    <a:pt x="1521670" y="1090766"/>
                  </a:lnTo>
                  <a:lnTo>
                    <a:pt x="1522741" y="1090103"/>
                  </a:lnTo>
                  <a:lnTo>
                    <a:pt x="1523813" y="1089441"/>
                  </a:lnTo>
                  <a:lnTo>
                    <a:pt x="1524885" y="1088780"/>
                  </a:lnTo>
                  <a:lnTo>
                    <a:pt x="1525956" y="1088119"/>
                  </a:lnTo>
                  <a:lnTo>
                    <a:pt x="1527028" y="1087460"/>
                  </a:lnTo>
                  <a:lnTo>
                    <a:pt x="1528099" y="1086802"/>
                  </a:lnTo>
                  <a:lnTo>
                    <a:pt x="1529171" y="1086145"/>
                  </a:lnTo>
                  <a:lnTo>
                    <a:pt x="1530243" y="1085489"/>
                  </a:lnTo>
                  <a:lnTo>
                    <a:pt x="1531314" y="1084834"/>
                  </a:lnTo>
                  <a:lnTo>
                    <a:pt x="1532386" y="1084180"/>
                  </a:lnTo>
                  <a:lnTo>
                    <a:pt x="1533457" y="1083527"/>
                  </a:lnTo>
                  <a:lnTo>
                    <a:pt x="1534529" y="1082875"/>
                  </a:lnTo>
                  <a:lnTo>
                    <a:pt x="1535601" y="1082224"/>
                  </a:lnTo>
                  <a:lnTo>
                    <a:pt x="1536672" y="1081574"/>
                  </a:lnTo>
                  <a:lnTo>
                    <a:pt x="1537744" y="1080925"/>
                  </a:lnTo>
                  <a:lnTo>
                    <a:pt x="1538815" y="1080277"/>
                  </a:lnTo>
                  <a:lnTo>
                    <a:pt x="1539887" y="1079630"/>
                  </a:lnTo>
                  <a:lnTo>
                    <a:pt x="1540959" y="1078983"/>
                  </a:lnTo>
                  <a:lnTo>
                    <a:pt x="1542030" y="1078338"/>
                  </a:lnTo>
                  <a:lnTo>
                    <a:pt x="1543102" y="1077694"/>
                  </a:lnTo>
                  <a:lnTo>
                    <a:pt x="1544173" y="1077051"/>
                  </a:lnTo>
                  <a:lnTo>
                    <a:pt x="1545245" y="1076409"/>
                  </a:lnTo>
                  <a:lnTo>
                    <a:pt x="1546317" y="1075768"/>
                  </a:lnTo>
                  <a:lnTo>
                    <a:pt x="1547388" y="1075128"/>
                  </a:lnTo>
                  <a:lnTo>
                    <a:pt x="1548460" y="1074489"/>
                  </a:lnTo>
                  <a:lnTo>
                    <a:pt x="1549531" y="1073850"/>
                  </a:lnTo>
                  <a:lnTo>
                    <a:pt x="1550603" y="1073213"/>
                  </a:lnTo>
                  <a:lnTo>
                    <a:pt x="1551675" y="1072577"/>
                  </a:lnTo>
                  <a:lnTo>
                    <a:pt x="1552746" y="1071942"/>
                  </a:lnTo>
                  <a:lnTo>
                    <a:pt x="1553818" y="1071307"/>
                  </a:lnTo>
                  <a:lnTo>
                    <a:pt x="1554889" y="1070674"/>
                  </a:lnTo>
                  <a:lnTo>
                    <a:pt x="1555961" y="1070042"/>
                  </a:lnTo>
                  <a:lnTo>
                    <a:pt x="1557033" y="1069410"/>
                  </a:lnTo>
                  <a:lnTo>
                    <a:pt x="1558104" y="1068780"/>
                  </a:lnTo>
                  <a:lnTo>
                    <a:pt x="1559176" y="1068150"/>
                  </a:lnTo>
                  <a:lnTo>
                    <a:pt x="1560247" y="1067522"/>
                  </a:lnTo>
                  <a:lnTo>
                    <a:pt x="1561319" y="1066894"/>
                  </a:lnTo>
                  <a:lnTo>
                    <a:pt x="1562391" y="1066268"/>
                  </a:lnTo>
                  <a:lnTo>
                    <a:pt x="1563462" y="1065642"/>
                  </a:lnTo>
                  <a:lnTo>
                    <a:pt x="1564534" y="1065018"/>
                  </a:lnTo>
                  <a:lnTo>
                    <a:pt x="1565605" y="1064394"/>
                  </a:lnTo>
                  <a:lnTo>
                    <a:pt x="1566677" y="1063771"/>
                  </a:lnTo>
                  <a:lnTo>
                    <a:pt x="1567749" y="1063149"/>
                  </a:lnTo>
                  <a:lnTo>
                    <a:pt x="1568820" y="1062528"/>
                  </a:lnTo>
                  <a:lnTo>
                    <a:pt x="1569892" y="1061909"/>
                  </a:lnTo>
                  <a:lnTo>
                    <a:pt x="1570963" y="1061290"/>
                  </a:lnTo>
                  <a:lnTo>
                    <a:pt x="1572035" y="1060672"/>
                  </a:lnTo>
                  <a:lnTo>
                    <a:pt x="1573107" y="1060055"/>
                  </a:lnTo>
                  <a:lnTo>
                    <a:pt x="1574178" y="1059439"/>
                  </a:lnTo>
                  <a:lnTo>
                    <a:pt x="1575250" y="1058823"/>
                  </a:lnTo>
                  <a:lnTo>
                    <a:pt x="1576321" y="1058209"/>
                  </a:lnTo>
                  <a:lnTo>
                    <a:pt x="1577393" y="1057596"/>
                  </a:lnTo>
                  <a:lnTo>
                    <a:pt x="1578465" y="1056984"/>
                  </a:lnTo>
                  <a:lnTo>
                    <a:pt x="1579536" y="1056372"/>
                  </a:lnTo>
                  <a:lnTo>
                    <a:pt x="1580608" y="1055762"/>
                  </a:lnTo>
                  <a:lnTo>
                    <a:pt x="1581679" y="1055152"/>
                  </a:lnTo>
                  <a:lnTo>
                    <a:pt x="1582751" y="1054544"/>
                  </a:lnTo>
                  <a:lnTo>
                    <a:pt x="1583823" y="1053936"/>
                  </a:lnTo>
                  <a:lnTo>
                    <a:pt x="1584894" y="1053329"/>
                  </a:lnTo>
                  <a:lnTo>
                    <a:pt x="1585966" y="1052723"/>
                  </a:lnTo>
                  <a:lnTo>
                    <a:pt x="1587037" y="1052118"/>
                  </a:lnTo>
                  <a:lnTo>
                    <a:pt x="1588109" y="1051514"/>
                  </a:lnTo>
                  <a:lnTo>
                    <a:pt x="1589181" y="1050911"/>
                  </a:lnTo>
                  <a:lnTo>
                    <a:pt x="1590252" y="1050309"/>
                  </a:lnTo>
                  <a:lnTo>
                    <a:pt x="1591324" y="1049708"/>
                  </a:lnTo>
                  <a:lnTo>
                    <a:pt x="1592395" y="1049108"/>
                  </a:lnTo>
                  <a:lnTo>
                    <a:pt x="1593467" y="1048508"/>
                  </a:lnTo>
                  <a:lnTo>
                    <a:pt x="1594539" y="1047910"/>
                  </a:lnTo>
                  <a:lnTo>
                    <a:pt x="1595610" y="1047312"/>
                  </a:lnTo>
                  <a:lnTo>
                    <a:pt x="1596682" y="1046715"/>
                  </a:lnTo>
                  <a:lnTo>
                    <a:pt x="1597753" y="1046119"/>
                  </a:lnTo>
                  <a:lnTo>
                    <a:pt x="1598825" y="1045525"/>
                  </a:lnTo>
                  <a:lnTo>
                    <a:pt x="1599896" y="1044931"/>
                  </a:lnTo>
                  <a:lnTo>
                    <a:pt x="1600968" y="1044337"/>
                  </a:lnTo>
                  <a:lnTo>
                    <a:pt x="1602040" y="1043745"/>
                  </a:lnTo>
                  <a:lnTo>
                    <a:pt x="1603111" y="1043154"/>
                  </a:lnTo>
                  <a:lnTo>
                    <a:pt x="1604183" y="1042563"/>
                  </a:lnTo>
                  <a:lnTo>
                    <a:pt x="1605254" y="1041974"/>
                  </a:lnTo>
                  <a:lnTo>
                    <a:pt x="1606326" y="1041385"/>
                  </a:lnTo>
                  <a:lnTo>
                    <a:pt x="1607398" y="1040798"/>
                  </a:lnTo>
                  <a:lnTo>
                    <a:pt x="1608469" y="1040211"/>
                  </a:lnTo>
                  <a:lnTo>
                    <a:pt x="1609541" y="1039625"/>
                  </a:lnTo>
                  <a:lnTo>
                    <a:pt x="1610612" y="1039039"/>
                  </a:lnTo>
                  <a:lnTo>
                    <a:pt x="1611684" y="1038455"/>
                  </a:lnTo>
                  <a:lnTo>
                    <a:pt x="1612756" y="1037872"/>
                  </a:lnTo>
                  <a:lnTo>
                    <a:pt x="1613827" y="1037289"/>
                  </a:lnTo>
                  <a:lnTo>
                    <a:pt x="1614899" y="1036708"/>
                  </a:lnTo>
                  <a:lnTo>
                    <a:pt x="1615970" y="1036127"/>
                  </a:lnTo>
                  <a:lnTo>
                    <a:pt x="1617042" y="1035547"/>
                  </a:lnTo>
                  <a:lnTo>
                    <a:pt x="1618114" y="1034968"/>
                  </a:lnTo>
                  <a:lnTo>
                    <a:pt x="1619185" y="1034390"/>
                  </a:lnTo>
                  <a:lnTo>
                    <a:pt x="1620257" y="1033813"/>
                  </a:lnTo>
                  <a:lnTo>
                    <a:pt x="1621328" y="1033236"/>
                  </a:lnTo>
                  <a:lnTo>
                    <a:pt x="1622400" y="1032661"/>
                  </a:lnTo>
                  <a:lnTo>
                    <a:pt x="1623472" y="1032086"/>
                  </a:lnTo>
                  <a:lnTo>
                    <a:pt x="1624543" y="1031512"/>
                  </a:lnTo>
                  <a:lnTo>
                    <a:pt x="1625615" y="1030939"/>
                  </a:lnTo>
                  <a:lnTo>
                    <a:pt x="1626686" y="1030367"/>
                  </a:lnTo>
                  <a:lnTo>
                    <a:pt x="1627758" y="1029795"/>
                  </a:lnTo>
                  <a:lnTo>
                    <a:pt x="1628830" y="1029225"/>
                  </a:lnTo>
                  <a:lnTo>
                    <a:pt x="1629901" y="1028655"/>
                  </a:lnTo>
                  <a:lnTo>
                    <a:pt x="1630973" y="1028086"/>
                  </a:lnTo>
                  <a:lnTo>
                    <a:pt x="1632044" y="1027518"/>
                  </a:lnTo>
                  <a:lnTo>
                    <a:pt x="1633116" y="1026951"/>
                  </a:lnTo>
                  <a:lnTo>
                    <a:pt x="1634188" y="1026385"/>
                  </a:lnTo>
                  <a:lnTo>
                    <a:pt x="1635259" y="1025819"/>
                  </a:lnTo>
                  <a:lnTo>
                    <a:pt x="1636331" y="1025255"/>
                  </a:lnTo>
                  <a:lnTo>
                    <a:pt x="1637402" y="1024691"/>
                  </a:lnTo>
                  <a:lnTo>
                    <a:pt x="1638474" y="1024128"/>
                  </a:lnTo>
                  <a:lnTo>
                    <a:pt x="1639546" y="1023566"/>
                  </a:lnTo>
                  <a:lnTo>
                    <a:pt x="1640617" y="1023004"/>
                  </a:lnTo>
                  <a:lnTo>
                    <a:pt x="1641689" y="1022444"/>
                  </a:lnTo>
                  <a:lnTo>
                    <a:pt x="1642760" y="1021884"/>
                  </a:lnTo>
                  <a:lnTo>
                    <a:pt x="1643832" y="1021325"/>
                  </a:lnTo>
                  <a:lnTo>
                    <a:pt x="1644904" y="1020767"/>
                  </a:lnTo>
                  <a:lnTo>
                    <a:pt x="1645975" y="1020210"/>
                  </a:lnTo>
                  <a:lnTo>
                    <a:pt x="1647047" y="1019653"/>
                  </a:lnTo>
                  <a:lnTo>
                    <a:pt x="1648118" y="1019097"/>
                  </a:lnTo>
                  <a:lnTo>
                    <a:pt x="1649190" y="1018543"/>
                  </a:lnTo>
                  <a:lnTo>
                    <a:pt x="1650262" y="1017988"/>
                  </a:lnTo>
                  <a:lnTo>
                    <a:pt x="1651333" y="1017435"/>
                  </a:lnTo>
                  <a:lnTo>
                    <a:pt x="1652405" y="1016883"/>
                  </a:lnTo>
                  <a:lnTo>
                    <a:pt x="1653476" y="1016331"/>
                  </a:lnTo>
                  <a:lnTo>
                    <a:pt x="1654548" y="1015780"/>
                  </a:lnTo>
                  <a:lnTo>
                    <a:pt x="1655620" y="1015230"/>
                  </a:lnTo>
                  <a:lnTo>
                    <a:pt x="1656691" y="1014680"/>
                  </a:lnTo>
                  <a:lnTo>
                    <a:pt x="1657763" y="1014132"/>
                  </a:lnTo>
                  <a:lnTo>
                    <a:pt x="1658834" y="1013584"/>
                  </a:lnTo>
                  <a:lnTo>
                    <a:pt x="1659906" y="1013037"/>
                  </a:lnTo>
                  <a:lnTo>
                    <a:pt x="1660978" y="1012491"/>
                  </a:lnTo>
                  <a:lnTo>
                    <a:pt x="1662049" y="1011945"/>
                  </a:lnTo>
                  <a:lnTo>
                    <a:pt x="1663121" y="1011401"/>
                  </a:lnTo>
                  <a:lnTo>
                    <a:pt x="1664192" y="1010857"/>
                  </a:lnTo>
                  <a:lnTo>
                    <a:pt x="1665264" y="1010313"/>
                  </a:lnTo>
                  <a:lnTo>
                    <a:pt x="1666336" y="1009771"/>
                  </a:lnTo>
                  <a:lnTo>
                    <a:pt x="1667407" y="1009229"/>
                  </a:lnTo>
                  <a:lnTo>
                    <a:pt x="1668479" y="1008688"/>
                  </a:lnTo>
                  <a:lnTo>
                    <a:pt x="1669550" y="1008148"/>
                  </a:lnTo>
                  <a:lnTo>
                    <a:pt x="1670622" y="1007609"/>
                  </a:lnTo>
                  <a:lnTo>
                    <a:pt x="1671694" y="1007070"/>
                  </a:lnTo>
                  <a:lnTo>
                    <a:pt x="1672765" y="1006532"/>
                  </a:lnTo>
                  <a:lnTo>
                    <a:pt x="1673837" y="1005995"/>
                  </a:lnTo>
                  <a:lnTo>
                    <a:pt x="1674908" y="1005459"/>
                  </a:lnTo>
                  <a:lnTo>
                    <a:pt x="1675980" y="1004923"/>
                  </a:lnTo>
                  <a:lnTo>
                    <a:pt x="1677052" y="1004388"/>
                  </a:lnTo>
                  <a:lnTo>
                    <a:pt x="1678123" y="1003854"/>
                  </a:lnTo>
                  <a:lnTo>
                    <a:pt x="1679195" y="1003320"/>
                  </a:lnTo>
                  <a:lnTo>
                    <a:pt x="1680266" y="1002788"/>
                  </a:lnTo>
                  <a:lnTo>
                    <a:pt x="1681338" y="1002256"/>
                  </a:lnTo>
                  <a:lnTo>
                    <a:pt x="1682410" y="1001724"/>
                  </a:lnTo>
                  <a:lnTo>
                    <a:pt x="1683481" y="1001194"/>
                  </a:lnTo>
                  <a:lnTo>
                    <a:pt x="1684553" y="1000664"/>
                  </a:lnTo>
                  <a:lnTo>
                    <a:pt x="1685624" y="1000135"/>
                  </a:lnTo>
                  <a:lnTo>
                    <a:pt x="1686696" y="999606"/>
                  </a:lnTo>
                  <a:lnTo>
                    <a:pt x="1687768" y="999079"/>
                  </a:lnTo>
                  <a:lnTo>
                    <a:pt x="1688839" y="998552"/>
                  </a:lnTo>
                  <a:lnTo>
                    <a:pt x="1689911" y="998025"/>
                  </a:lnTo>
                  <a:lnTo>
                    <a:pt x="1690982" y="997500"/>
                  </a:lnTo>
                  <a:lnTo>
                    <a:pt x="1692054" y="996975"/>
                  </a:lnTo>
                  <a:lnTo>
                    <a:pt x="1693126" y="996451"/>
                  </a:lnTo>
                  <a:lnTo>
                    <a:pt x="1694197" y="995927"/>
                  </a:lnTo>
                  <a:lnTo>
                    <a:pt x="1695269" y="995404"/>
                  </a:lnTo>
                  <a:lnTo>
                    <a:pt x="1696340" y="994882"/>
                  </a:lnTo>
                  <a:lnTo>
                    <a:pt x="1697412" y="994361"/>
                  </a:lnTo>
                  <a:lnTo>
                    <a:pt x="1698484" y="993840"/>
                  </a:lnTo>
                  <a:lnTo>
                    <a:pt x="1699555" y="993320"/>
                  </a:lnTo>
                  <a:lnTo>
                    <a:pt x="1700627" y="992801"/>
                  </a:lnTo>
                  <a:lnTo>
                    <a:pt x="1701698" y="992282"/>
                  </a:lnTo>
                  <a:lnTo>
                    <a:pt x="1702770" y="991764"/>
                  </a:lnTo>
                  <a:lnTo>
                    <a:pt x="1703842" y="991246"/>
                  </a:lnTo>
                  <a:lnTo>
                    <a:pt x="1704913" y="990730"/>
                  </a:lnTo>
                  <a:lnTo>
                    <a:pt x="1705985" y="990214"/>
                  </a:lnTo>
                  <a:lnTo>
                    <a:pt x="1707056" y="989698"/>
                  </a:lnTo>
                  <a:lnTo>
                    <a:pt x="1708128" y="989184"/>
                  </a:lnTo>
                  <a:lnTo>
                    <a:pt x="1709200" y="988670"/>
                  </a:lnTo>
                  <a:lnTo>
                    <a:pt x="1710271" y="988156"/>
                  </a:lnTo>
                  <a:lnTo>
                    <a:pt x="1711343" y="987643"/>
                  </a:lnTo>
                  <a:lnTo>
                    <a:pt x="1712414" y="987131"/>
                  </a:lnTo>
                  <a:lnTo>
                    <a:pt x="1713486" y="986620"/>
                  </a:lnTo>
                  <a:lnTo>
                    <a:pt x="1714558" y="986109"/>
                  </a:lnTo>
                  <a:lnTo>
                    <a:pt x="1715629" y="985599"/>
                  </a:lnTo>
                  <a:lnTo>
                    <a:pt x="1716701" y="985089"/>
                  </a:lnTo>
                  <a:lnTo>
                    <a:pt x="1717772" y="984581"/>
                  </a:lnTo>
                  <a:lnTo>
                    <a:pt x="1718844" y="984072"/>
                  </a:lnTo>
                  <a:lnTo>
                    <a:pt x="1719916" y="983565"/>
                  </a:lnTo>
                  <a:lnTo>
                    <a:pt x="1720987" y="983058"/>
                  </a:lnTo>
                  <a:lnTo>
                    <a:pt x="1722059" y="982551"/>
                  </a:lnTo>
                  <a:lnTo>
                    <a:pt x="1723130" y="982045"/>
                  </a:lnTo>
                  <a:lnTo>
                    <a:pt x="1724202" y="981540"/>
                  </a:lnTo>
                  <a:lnTo>
                    <a:pt x="1725274" y="981036"/>
                  </a:lnTo>
                  <a:lnTo>
                    <a:pt x="1726345" y="980532"/>
                  </a:lnTo>
                  <a:lnTo>
                    <a:pt x="1727417" y="980029"/>
                  </a:lnTo>
                  <a:lnTo>
                    <a:pt x="1728488" y="979526"/>
                  </a:lnTo>
                  <a:lnTo>
                    <a:pt x="1729560" y="979024"/>
                  </a:lnTo>
                  <a:lnTo>
                    <a:pt x="1730632" y="978522"/>
                  </a:lnTo>
                  <a:lnTo>
                    <a:pt x="1731703" y="978021"/>
                  </a:lnTo>
                  <a:lnTo>
                    <a:pt x="1732775" y="977521"/>
                  </a:lnTo>
                  <a:lnTo>
                    <a:pt x="1733846" y="977021"/>
                  </a:lnTo>
                  <a:lnTo>
                    <a:pt x="1734918" y="976522"/>
                  </a:lnTo>
                  <a:lnTo>
                    <a:pt x="1735990" y="976024"/>
                  </a:lnTo>
                  <a:lnTo>
                    <a:pt x="1737061" y="975526"/>
                  </a:lnTo>
                  <a:lnTo>
                    <a:pt x="1738133" y="975028"/>
                  </a:lnTo>
                  <a:lnTo>
                    <a:pt x="1739204" y="974532"/>
                  </a:lnTo>
                  <a:lnTo>
                    <a:pt x="1740276" y="974035"/>
                  </a:lnTo>
                  <a:lnTo>
                    <a:pt x="1741348" y="973540"/>
                  </a:lnTo>
                  <a:lnTo>
                    <a:pt x="1742419" y="973045"/>
                  </a:lnTo>
                  <a:lnTo>
                    <a:pt x="1743491" y="972550"/>
                  </a:lnTo>
                  <a:lnTo>
                    <a:pt x="1744562" y="972056"/>
                  </a:lnTo>
                  <a:lnTo>
                    <a:pt x="1745634" y="971563"/>
                  </a:lnTo>
                  <a:lnTo>
                    <a:pt x="1746706" y="971070"/>
                  </a:lnTo>
                  <a:lnTo>
                    <a:pt x="1747777" y="970578"/>
                  </a:lnTo>
                  <a:lnTo>
                    <a:pt x="1748849" y="970086"/>
                  </a:lnTo>
                  <a:lnTo>
                    <a:pt x="1749920" y="969595"/>
                  </a:lnTo>
                  <a:lnTo>
                    <a:pt x="1750992" y="969104"/>
                  </a:lnTo>
                  <a:lnTo>
                    <a:pt x="1752064" y="968614"/>
                  </a:lnTo>
                  <a:lnTo>
                    <a:pt x="1753135" y="968125"/>
                  </a:lnTo>
                  <a:lnTo>
                    <a:pt x="1754207" y="967636"/>
                  </a:lnTo>
                  <a:lnTo>
                    <a:pt x="1755278" y="967147"/>
                  </a:lnTo>
                  <a:lnTo>
                    <a:pt x="1756350" y="966659"/>
                  </a:lnTo>
                  <a:lnTo>
                    <a:pt x="1757422" y="966172"/>
                  </a:lnTo>
                  <a:lnTo>
                    <a:pt x="1758493" y="965685"/>
                  </a:lnTo>
                  <a:lnTo>
                    <a:pt x="1759565" y="965199"/>
                  </a:lnTo>
                  <a:lnTo>
                    <a:pt x="1760636" y="964713"/>
                  </a:lnTo>
                  <a:lnTo>
                    <a:pt x="1761708" y="964227"/>
                  </a:lnTo>
                  <a:lnTo>
                    <a:pt x="1762780" y="963742"/>
                  </a:lnTo>
                  <a:lnTo>
                    <a:pt x="1763851" y="963258"/>
                  </a:lnTo>
                  <a:lnTo>
                    <a:pt x="1764923" y="962774"/>
                  </a:lnTo>
                  <a:lnTo>
                    <a:pt x="1765994" y="962291"/>
                  </a:lnTo>
                  <a:lnTo>
                    <a:pt x="1767066" y="961808"/>
                  </a:lnTo>
                  <a:lnTo>
                    <a:pt x="1768138" y="961326"/>
                  </a:lnTo>
                  <a:lnTo>
                    <a:pt x="1769209" y="960844"/>
                  </a:lnTo>
                  <a:lnTo>
                    <a:pt x="1770281" y="960363"/>
                  </a:lnTo>
                  <a:lnTo>
                    <a:pt x="1771352" y="959882"/>
                  </a:lnTo>
                  <a:lnTo>
                    <a:pt x="1772424" y="959401"/>
                  </a:lnTo>
                  <a:lnTo>
                    <a:pt x="1773496" y="958922"/>
                  </a:lnTo>
                  <a:lnTo>
                    <a:pt x="1774567" y="958442"/>
                  </a:lnTo>
                  <a:lnTo>
                    <a:pt x="1775639" y="957963"/>
                  </a:lnTo>
                  <a:lnTo>
                    <a:pt x="1776710" y="957485"/>
                  </a:lnTo>
                  <a:lnTo>
                    <a:pt x="1777782" y="957007"/>
                  </a:lnTo>
                  <a:lnTo>
                    <a:pt x="1778853" y="956529"/>
                  </a:lnTo>
                  <a:lnTo>
                    <a:pt x="1779925" y="956052"/>
                  </a:lnTo>
                  <a:lnTo>
                    <a:pt x="1780997" y="955575"/>
                  </a:lnTo>
                  <a:lnTo>
                    <a:pt x="1782068" y="955099"/>
                  </a:lnTo>
                  <a:lnTo>
                    <a:pt x="1783140" y="954624"/>
                  </a:lnTo>
                  <a:lnTo>
                    <a:pt x="1784211" y="954148"/>
                  </a:lnTo>
                  <a:lnTo>
                    <a:pt x="1785283" y="953673"/>
                  </a:lnTo>
                  <a:lnTo>
                    <a:pt x="1786355" y="953199"/>
                  </a:lnTo>
                  <a:lnTo>
                    <a:pt x="1787426" y="952725"/>
                  </a:lnTo>
                  <a:lnTo>
                    <a:pt x="1788498" y="952252"/>
                  </a:lnTo>
                  <a:lnTo>
                    <a:pt x="1789569" y="951779"/>
                  </a:lnTo>
                  <a:lnTo>
                    <a:pt x="1790641" y="951306"/>
                  </a:lnTo>
                  <a:lnTo>
                    <a:pt x="1791713" y="950834"/>
                  </a:lnTo>
                  <a:lnTo>
                    <a:pt x="1792784" y="950362"/>
                  </a:lnTo>
                  <a:lnTo>
                    <a:pt x="1793856" y="949890"/>
                  </a:lnTo>
                  <a:lnTo>
                    <a:pt x="1794927" y="949419"/>
                  </a:lnTo>
                  <a:lnTo>
                    <a:pt x="1795999" y="948949"/>
                  </a:lnTo>
                  <a:lnTo>
                    <a:pt x="1797071" y="948479"/>
                  </a:lnTo>
                  <a:lnTo>
                    <a:pt x="1798142" y="948009"/>
                  </a:lnTo>
                  <a:lnTo>
                    <a:pt x="1799214" y="947540"/>
                  </a:lnTo>
                  <a:lnTo>
                    <a:pt x="1800285" y="947071"/>
                  </a:lnTo>
                  <a:lnTo>
                    <a:pt x="1801357" y="946602"/>
                  </a:lnTo>
                  <a:lnTo>
                    <a:pt x="1802429" y="946134"/>
                  </a:lnTo>
                  <a:lnTo>
                    <a:pt x="1803500" y="945666"/>
                  </a:lnTo>
                  <a:lnTo>
                    <a:pt x="1804572" y="945199"/>
                  </a:lnTo>
                  <a:lnTo>
                    <a:pt x="1805643" y="944732"/>
                  </a:lnTo>
                  <a:lnTo>
                    <a:pt x="1806715" y="944265"/>
                  </a:lnTo>
                  <a:lnTo>
                    <a:pt x="1807787" y="943799"/>
                  </a:lnTo>
                  <a:lnTo>
                    <a:pt x="1808858" y="943333"/>
                  </a:lnTo>
                  <a:lnTo>
                    <a:pt x="1809930" y="942868"/>
                  </a:lnTo>
                  <a:lnTo>
                    <a:pt x="1811001" y="942403"/>
                  </a:lnTo>
                  <a:lnTo>
                    <a:pt x="1812073" y="941938"/>
                  </a:lnTo>
                  <a:lnTo>
                    <a:pt x="1813145" y="941473"/>
                  </a:lnTo>
                  <a:lnTo>
                    <a:pt x="1814216" y="941009"/>
                  </a:lnTo>
                  <a:lnTo>
                    <a:pt x="1815288" y="940546"/>
                  </a:lnTo>
                  <a:lnTo>
                    <a:pt x="1816359" y="940082"/>
                  </a:lnTo>
                  <a:lnTo>
                    <a:pt x="1817431" y="939619"/>
                  </a:lnTo>
                  <a:lnTo>
                    <a:pt x="1818503" y="939157"/>
                  </a:lnTo>
                  <a:lnTo>
                    <a:pt x="1819574" y="938694"/>
                  </a:lnTo>
                  <a:lnTo>
                    <a:pt x="1820646" y="938232"/>
                  </a:lnTo>
                  <a:lnTo>
                    <a:pt x="1821717" y="937771"/>
                  </a:lnTo>
                  <a:lnTo>
                    <a:pt x="1822789" y="937309"/>
                  </a:lnTo>
                  <a:lnTo>
                    <a:pt x="1823861" y="936848"/>
                  </a:lnTo>
                  <a:lnTo>
                    <a:pt x="1824932" y="936388"/>
                  </a:lnTo>
                  <a:lnTo>
                    <a:pt x="1826004" y="935927"/>
                  </a:lnTo>
                  <a:lnTo>
                    <a:pt x="1827075" y="935467"/>
                  </a:lnTo>
                  <a:lnTo>
                    <a:pt x="1828147" y="935008"/>
                  </a:lnTo>
                  <a:lnTo>
                    <a:pt x="1829219" y="934548"/>
                  </a:lnTo>
                  <a:lnTo>
                    <a:pt x="1830290" y="934089"/>
                  </a:lnTo>
                  <a:lnTo>
                    <a:pt x="1831362" y="933630"/>
                  </a:lnTo>
                  <a:lnTo>
                    <a:pt x="1832433" y="933172"/>
                  </a:lnTo>
                  <a:lnTo>
                    <a:pt x="1833505" y="932713"/>
                  </a:lnTo>
                  <a:lnTo>
                    <a:pt x="1834577" y="932256"/>
                  </a:lnTo>
                  <a:lnTo>
                    <a:pt x="1835648" y="931798"/>
                  </a:lnTo>
                  <a:lnTo>
                    <a:pt x="1836720" y="931341"/>
                  </a:lnTo>
                  <a:lnTo>
                    <a:pt x="1837791" y="930883"/>
                  </a:lnTo>
                  <a:lnTo>
                    <a:pt x="1838863" y="930427"/>
                  </a:lnTo>
                  <a:lnTo>
                    <a:pt x="1839935" y="929970"/>
                  </a:lnTo>
                  <a:lnTo>
                    <a:pt x="1841006" y="929514"/>
                  </a:lnTo>
                  <a:lnTo>
                    <a:pt x="1842078" y="929058"/>
                  </a:lnTo>
                  <a:lnTo>
                    <a:pt x="1843149" y="928602"/>
                  </a:lnTo>
                  <a:lnTo>
                    <a:pt x="1844221" y="928147"/>
                  </a:lnTo>
                  <a:lnTo>
                    <a:pt x="1845293" y="927691"/>
                  </a:lnTo>
                  <a:lnTo>
                    <a:pt x="1846364" y="927236"/>
                  </a:lnTo>
                  <a:lnTo>
                    <a:pt x="1847436" y="926782"/>
                  </a:lnTo>
                  <a:lnTo>
                    <a:pt x="1848507" y="926327"/>
                  </a:lnTo>
                  <a:lnTo>
                    <a:pt x="1849579" y="925873"/>
                  </a:lnTo>
                  <a:lnTo>
                    <a:pt x="1850651" y="925419"/>
                  </a:lnTo>
                  <a:lnTo>
                    <a:pt x="1851722" y="924965"/>
                  </a:lnTo>
                  <a:lnTo>
                    <a:pt x="1852794" y="924512"/>
                  </a:lnTo>
                  <a:lnTo>
                    <a:pt x="1853865" y="924058"/>
                  </a:lnTo>
                  <a:lnTo>
                    <a:pt x="1854937" y="923605"/>
                  </a:lnTo>
                  <a:lnTo>
                    <a:pt x="1856009" y="923152"/>
                  </a:lnTo>
                  <a:lnTo>
                    <a:pt x="1857080" y="922700"/>
                  </a:lnTo>
                  <a:lnTo>
                    <a:pt x="1858152" y="922247"/>
                  </a:lnTo>
                  <a:lnTo>
                    <a:pt x="1859223" y="921795"/>
                  </a:lnTo>
                  <a:lnTo>
                    <a:pt x="1860295" y="921343"/>
                  </a:lnTo>
                  <a:lnTo>
                    <a:pt x="1861367" y="920891"/>
                  </a:lnTo>
                  <a:lnTo>
                    <a:pt x="1862438" y="920440"/>
                  </a:lnTo>
                  <a:lnTo>
                    <a:pt x="1863510" y="919988"/>
                  </a:lnTo>
                  <a:lnTo>
                    <a:pt x="1864581" y="919537"/>
                  </a:lnTo>
                  <a:lnTo>
                    <a:pt x="1865653" y="919086"/>
                  </a:lnTo>
                  <a:lnTo>
                    <a:pt x="1866725" y="918635"/>
                  </a:lnTo>
                  <a:lnTo>
                    <a:pt x="1867796" y="918184"/>
                  </a:lnTo>
                  <a:lnTo>
                    <a:pt x="1868868" y="917734"/>
                  </a:lnTo>
                  <a:lnTo>
                    <a:pt x="1869939" y="917284"/>
                  </a:lnTo>
                  <a:lnTo>
                    <a:pt x="1871011" y="916833"/>
                  </a:lnTo>
                  <a:lnTo>
                    <a:pt x="1872083" y="916384"/>
                  </a:lnTo>
                  <a:lnTo>
                    <a:pt x="1873154" y="915934"/>
                  </a:lnTo>
                  <a:lnTo>
                    <a:pt x="1874226" y="915484"/>
                  </a:lnTo>
                  <a:lnTo>
                    <a:pt x="1875297" y="915034"/>
                  </a:lnTo>
                  <a:lnTo>
                    <a:pt x="1876369" y="914585"/>
                  </a:lnTo>
                  <a:lnTo>
                    <a:pt x="1877441" y="914136"/>
                  </a:lnTo>
                  <a:lnTo>
                    <a:pt x="1878512" y="913687"/>
                  </a:lnTo>
                  <a:lnTo>
                    <a:pt x="1879584" y="913238"/>
                  </a:lnTo>
                  <a:lnTo>
                    <a:pt x="1880655" y="912789"/>
                  </a:lnTo>
                  <a:lnTo>
                    <a:pt x="1881727" y="912340"/>
                  </a:lnTo>
                  <a:lnTo>
                    <a:pt x="1882799" y="911892"/>
                  </a:lnTo>
                  <a:lnTo>
                    <a:pt x="1883870" y="911443"/>
                  </a:lnTo>
                  <a:lnTo>
                    <a:pt x="1884942" y="910995"/>
                  </a:lnTo>
                  <a:lnTo>
                    <a:pt x="1886013" y="910547"/>
                  </a:lnTo>
                  <a:lnTo>
                    <a:pt x="1887085" y="910099"/>
                  </a:lnTo>
                  <a:lnTo>
                    <a:pt x="1888157" y="909651"/>
                  </a:lnTo>
                  <a:lnTo>
                    <a:pt x="1889228" y="909203"/>
                  </a:lnTo>
                  <a:lnTo>
                    <a:pt x="1890300" y="908755"/>
                  </a:lnTo>
                  <a:lnTo>
                    <a:pt x="1891371" y="908308"/>
                  </a:lnTo>
                  <a:lnTo>
                    <a:pt x="1892443" y="907860"/>
                  </a:lnTo>
                  <a:lnTo>
                    <a:pt x="1893515" y="907413"/>
                  </a:lnTo>
                  <a:lnTo>
                    <a:pt x="1894586" y="906965"/>
                  </a:lnTo>
                  <a:lnTo>
                    <a:pt x="1895658" y="906518"/>
                  </a:lnTo>
                  <a:lnTo>
                    <a:pt x="1896729" y="906071"/>
                  </a:lnTo>
                  <a:lnTo>
                    <a:pt x="1897801" y="905624"/>
                  </a:lnTo>
                  <a:lnTo>
                    <a:pt x="1898873" y="905177"/>
                  </a:lnTo>
                  <a:lnTo>
                    <a:pt x="1899944" y="904730"/>
                  </a:lnTo>
                  <a:lnTo>
                    <a:pt x="1901016" y="904283"/>
                  </a:lnTo>
                  <a:lnTo>
                    <a:pt x="1902087" y="903836"/>
                  </a:lnTo>
                  <a:lnTo>
                    <a:pt x="1903159" y="903389"/>
                  </a:lnTo>
                  <a:lnTo>
                    <a:pt x="1904231" y="902942"/>
                  </a:lnTo>
                  <a:lnTo>
                    <a:pt x="1905302" y="902495"/>
                  </a:lnTo>
                  <a:lnTo>
                    <a:pt x="1906374" y="902049"/>
                  </a:lnTo>
                  <a:lnTo>
                    <a:pt x="1907445" y="901602"/>
                  </a:lnTo>
                  <a:lnTo>
                    <a:pt x="1908517" y="901156"/>
                  </a:lnTo>
                  <a:lnTo>
                    <a:pt x="1909589" y="900709"/>
                  </a:lnTo>
                  <a:lnTo>
                    <a:pt x="1910660" y="900262"/>
                  </a:lnTo>
                  <a:lnTo>
                    <a:pt x="1911732" y="899816"/>
                  </a:lnTo>
                  <a:lnTo>
                    <a:pt x="1912803" y="899369"/>
                  </a:lnTo>
                  <a:lnTo>
                    <a:pt x="1913875" y="898923"/>
                  </a:lnTo>
                  <a:lnTo>
                    <a:pt x="1914947" y="898477"/>
                  </a:lnTo>
                  <a:lnTo>
                    <a:pt x="1916018" y="898030"/>
                  </a:lnTo>
                  <a:lnTo>
                    <a:pt x="1917090" y="897584"/>
                  </a:lnTo>
                  <a:lnTo>
                    <a:pt x="1918161" y="897137"/>
                  </a:lnTo>
                  <a:lnTo>
                    <a:pt x="1919233" y="896691"/>
                  </a:lnTo>
                  <a:lnTo>
                    <a:pt x="1920305" y="896244"/>
                  </a:lnTo>
                  <a:lnTo>
                    <a:pt x="1921376" y="895798"/>
                  </a:lnTo>
                  <a:lnTo>
                    <a:pt x="1922448" y="895352"/>
                  </a:lnTo>
                  <a:lnTo>
                    <a:pt x="1923519" y="894905"/>
                  </a:lnTo>
                  <a:lnTo>
                    <a:pt x="1924591" y="894459"/>
                  </a:lnTo>
                  <a:lnTo>
                    <a:pt x="1925663" y="894013"/>
                  </a:lnTo>
                  <a:lnTo>
                    <a:pt x="1926734" y="893566"/>
                  </a:lnTo>
                  <a:lnTo>
                    <a:pt x="1927806" y="893120"/>
                  </a:lnTo>
                  <a:lnTo>
                    <a:pt x="1928877" y="892674"/>
                  </a:lnTo>
                  <a:lnTo>
                    <a:pt x="1929949" y="892228"/>
                  </a:lnTo>
                  <a:lnTo>
                    <a:pt x="1931021" y="891781"/>
                  </a:lnTo>
                  <a:lnTo>
                    <a:pt x="1932092" y="891335"/>
                  </a:lnTo>
                  <a:lnTo>
                    <a:pt x="1933164" y="890889"/>
                  </a:lnTo>
                  <a:lnTo>
                    <a:pt x="1934235" y="890443"/>
                  </a:lnTo>
                  <a:lnTo>
                    <a:pt x="1935307" y="889996"/>
                  </a:lnTo>
                  <a:lnTo>
                    <a:pt x="1936379" y="889550"/>
                  </a:lnTo>
                  <a:lnTo>
                    <a:pt x="1937450" y="889104"/>
                  </a:lnTo>
                  <a:lnTo>
                    <a:pt x="1938522" y="888658"/>
                  </a:lnTo>
                  <a:lnTo>
                    <a:pt x="1939593" y="888211"/>
                  </a:lnTo>
                  <a:lnTo>
                    <a:pt x="1940665" y="887765"/>
                  </a:lnTo>
                  <a:lnTo>
                    <a:pt x="1941737" y="887319"/>
                  </a:lnTo>
                  <a:lnTo>
                    <a:pt x="1942808" y="886873"/>
                  </a:lnTo>
                  <a:lnTo>
                    <a:pt x="1943880" y="886427"/>
                  </a:lnTo>
                  <a:lnTo>
                    <a:pt x="1944951" y="885981"/>
                  </a:lnTo>
                  <a:lnTo>
                    <a:pt x="1946023" y="885535"/>
                  </a:lnTo>
                  <a:lnTo>
                    <a:pt x="1947095" y="885089"/>
                  </a:lnTo>
                  <a:lnTo>
                    <a:pt x="1948166" y="884642"/>
                  </a:lnTo>
                  <a:lnTo>
                    <a:pt x="1949238" y="884196"/>
                  </a:lnTo>
                  <a:lnTo>
                    <a:pt x="1950309" y="883750"/>
                  </a:lnTo>
                  <a:lnTo>
                    <a:pt x="1951381" y="883304"/>
                  </a:lnTo>
                  <a:lnTo>
                    <a:pt x="1952453" y="882858"/>
                  </a:lnTo>
                  <a:lnTo>
                    <a:pt x="1953524" y="882412"/>
                  </a:lnTo>
                  <a:lnTo>
                    <a:pt x="1954596" y="881966"/>
                  </a:lnTo>
                  <a:lnTo>
                    <a:pt x="1955667" y="881520"/>
                  </a:lnTo>
                  <a:lnTo>
                    <a:pt x="1956739" y="881074"/>
                  </a:lnTo>
                  <a:lnTo>
                    <a:pt x="1957810" y="880628"/>
                  </a:lnTo>
                  <a:lnTo>
                    <a:pt x="1958882" y="880182"/>
                  </a:lnTo>
                  <a:lnTo>
                    <a:pt x="1959954" y="879736"/>
                  </a:lnTo>
                  <a:lnTo>
                    <a:pt x="1961025" y="879290"/>
                  </a:lnTo>
                  <a:lnTo>
                    <a:pt x="1962097" y="878844"/>
                  </a:lnTo>
                  <a:lnTo>
                    <a:pt x="1963168" y="878398"/>
                  </a:lnTo>
                  <a:lnTo>
                    <a:pt x="1964240" y="877952"/>
                  </a:lnTo>
                  <a:lnTo>
                    <a:pt x="1965312" y="877506"/>
                  </a:lnTo>
                  <a:lnTo>
                    <a:pt x="1966383" y="877060"/>
                  </a:lnTo>
                  <a:lnTo>
                    <a:pt x="1967455" y="876615"/>
                  </a:lnTo>
                  <a:lnTo>
                    <a:pt x="1968526" y="876169"/>
                  </a:lnTo>
                  <a:lnTo>
                    <a:pt x="1969598" y="875723"/>
                  </a:lnTo>
                  <a:lnTo>
                    <a:pt x="1970670" y="875277"/>
                  </a:lnTo>
                  <a:lnTo>
                    <a:pt x="1971741" y="874831"/>
                  </a:lnTo>
                  <a:lnTo>
                    <a:pt x="1972813" y="874385"/>
                  </a:lnTo>
                  <a:lnTo>
                    <a:pt x="1973884" y="873939"/>
                  </a:lnTo>
                  <a:lnTo>
                    <a:pt x="1974956" y="873493"/>
                  </a:lnTo>
                  <a:lnTo>
                    <a:pt x="1976028" y="873048"/>
                  </a:lnTo>
                  <a:lnTo>
                    <a:pt x="1977099" y="872602"/>
                  </a:lnTo>
                  <a:lnTo>
                    <a:pt x="1978171" y="872156"/>
                  </a:lnTo>
                  <a:lnTo>
                    <a:pt x="1979242" y="871710"/>
                  </a:lnTo>
                  <a:lnTo>
                    <a:pt x="1980314" y="871264"/>
                  </a:lnTo>
                  <a:lnTo>
                    <a:pt x="1981386" y="870819"/>
                  </a:lnTo>
                  <a:lnTo>
                    <a:pt x="1982457" y="870373"/>
                  </a:lnTo>
                  <a:lnTo>
                    <a:pt x="1983529" y="869927"/>
                  </a:lnTo>
                  <a:lnTo>
                    <a:pt x="1984600" y="869481"/>
                  </a:lnTo>
                  <a:lnTo>
                    <a:pt x="1985672" y="869036"/>
                  </a:lnTo>
                  <a:lnTo>
                    <a:pt x="1986744" y="868590"/>
                  </a:lnTo>
                  <a:lnTo>
                    <a:pt x="1987815" y="868144"/>
                  </a:lnTo>
                  <a:lnTo>
                    <a:pt x="1988887" y="867698"/>
                  </a:lnTo>
                  <a:lnTo>
                    <a:pt x="1989958" y="867253"/>
                  </a:lnTo>
                  <a:lnTo>
                    <a:pt x="1991030" y="866807"/>
                  </a:lnTo>
                  <a:lnTo>
                    <a:pt x="1992102" y="866361"/>
                  </a:lnTo>
                  <a:lnTo>
                    <a:pt x="1993173" y="865915"/>
                  </a:lnTo>
                  <a:lnTo>
                    <a:pt x="1994245" y="865470"/>
                  </a:lnTo>
                  <a:lnTo>
                    <a:pt x="1995316" y="865024"/>
                  </a:lnTo>
                  <a:lnTo>
                    <a:pt x="1996388" y="864578"/>
                  </a:lnTo>
                  <a:lnTo>
                    <a:pt x="1997460" y="864133"/>
                  </a:lnTo>
                  <a:lnTo>
                    <a:pt x="1998531" y="863687"/>
                  </a:lnTo>
                  <a:lnTo>
                    <a:pt x="1999603" y="863241"/>
                  </a:lnTo>
                  <a:lnTo>
                    <a:pt x="2000674" y="862796"/>
                  </a:lnTo>
                  <a:lnTo>
                    <a:pt x="2001746" y="862350"/>
                  </a:lnTo>
                  <a:lnTo>
                    <a:pt x="2002818" y="861905"/>
                  </a:lnTo>
                  <a:lnTo>
                    <a:pt x="2003889" y="861459"/>
                  </a:lnTo>
                  <a:lnTo>
                    <a:pt x="2004961" y="861013"/>
                  </a:lnTo>
                  <a:lnTo>
                    <a:pt x="2006032" y="860568"/>
                  </a:lnTo>
                  <a:lnTo>
                    <a:pt x="2007104" y="860122"/>
                  </a:lnTo>
                  <a:lnTo>
                    <a:pt x="2008176" y="859677"/>
                  </a:lnTo>
                  <a:lnTo>
                    <a:pt x="2009247" y="859231"/>
                  </a:lnTo>
                  <a:lnTo>
                    <a:pt x="2010319" y="858785"/>
                  </a:lnTo>
                  <a:lnTo>
                    <a:pt x="2011390" y="858340"/>
                  </a:lnTo>
                  <a:lnTo>
                    <a:pt x="2012462" y="857894"/>
                  </a:lnTo>
                  <a:lnTo>
                    <a:pt x="2013534" y="857449"/>
                  </a:lnTo>
                  <a:lnTo>
                    <a:pt x="2014605" y="857003"/>
                  </a:lnTo>
                  <a:lnTo>
                    <a:pt x="2015677" y="856558"/>
                  </a:lnTo>
                  <a:lnTo>
                    <a:pt x="2016748" y="856112"/>
                  </a:lnTo>
                  <a:lnTo>
                    <a:pt x="2017820" y="855667"/>
                  </a:lnTo>
                  <a:lnTo>
                    <a:pt x="2018892" y="855221"/>
                  </a:lnTo>
                  <a:lnTo>
                    <a:pt x="2019963" y="854776"/>
                  </a:lnTo>
                  <a:lnTo>
                    <a:pt x="2021035" y="854330"/>
                  </a:lnTo>
                  <a:lnTo>
                    <a:pt x="2022106" y="853885"/>
                  </a:lnTo>
                  <a:lnTo>
                    <a:pt x="2023178" y="853439"/>
                  </a:lnTo>
                  <a:lnTo>
                    <a:pt x="2024250" y="852994"/>
                  </a:lnTo>
                  <a:lnTo>
                    <a:pt x="2025321" y="852548"/>
                  </a:lnTo>
                  <a:lnTo>
                    <a:pt x="2026393" y="852103"/>
                  </a:lnTo>
                  <a:lnTo>
                    <a:pt x="2027464" y="851657"/>
                  </a:lnTo>
                  <a:lnTo>
                    <a:pt x="2028536" y="851212"/>
                  </a:lnTo>
                  <a:lnTo>
                    <a:pt x="2029608" y="850766"/>
                  </a:lnTo>
                  <a:lnTo>
                    <a:pt x="2030679" y="850321"/>
                  </a:lnTo>
                  <a:lnTo>
                    <a:pt x="2031751" y="849876"/>
                  </a:lnTo>
                  <a:lnTo>
                    <a:pt x="2032822" y="849430"/>
                  </a:lnTo>
                  <a:lnTo>
                    <a:pt x="2033894" y="848985"/>
                  </a:lnTo>
                  <a:lnTo>
                    <a:pt x="2034966" y="848539"/>
                  </a:lnTo>
                  <a:lnTo>
                    <a:pt x="2036037" y="848094"/>
                  </a:lnTo>
                  <a:lnTo>
                    <a:pt x="2037109" y="847649"/>
                  </a:lnTo>
                  <a:lnTo>
                    <a:pt x="2038180" y="847203"/>
                  </a:lnTo>
                  <a:lnTo>
                    <a:pt x="2039252" y="846758"/>
                  </a:lnTo>
                  <a:lnTo>
                    <a:pt x="2040324" y="846312"/>
                  </a:lnTo>
                  <a:lnTo>
                    <a:pt x="2041395" y="845867"/>
                  </a:lnTo>
                  <a:lnTo>
                    <a:pt x="2042467" y="845422"/>
                  </a:lnTo>
                  <a:lnTo>
                    <a:pt x="2043538" y="844976"/>
                  </a:lnTo>
                  <a:lnTo>
                    <a:pt x="2044610" y="844531"/>
                  </a:lnTo>
                  <a:lnTo>
                    <a:pt x="2045682" y="844085"/>
                  </a:lnTo>
                  <a:lnTo>
                    <a:pt x="2046753" y="843640"/>
                  </a:lnTo>
                  <a:lnTo>
                    <a:pt x="2047825" y="843195"/>
                  </a:lnTo>
                  <a:lnTo>
                    <a:pt x="2048896" y="842749"/>
                  </a:lnTo>
                  <a:lnTo>
                    <a:pt x="2049968" y="842304"/>
                  </a:lnTo>
                  <a:lnTo>
                    <a:pt x="2051040" y="841859"/>
                  </a:lnTo>
                  <a:lnTo>
                    <a:pt x="2052111" y="841413"/>
                  </a:lnTo>
                  <a:lnTo>
                    <a:pt x="2053183" y="840968"/>
                  </a:lnTo>
                  <a:lnTo>
                    <a:pt x="2054254" y="840523"/>
                  </a:lnTo>
                  <a:lnTo>
                    <a:pt x="2055326" y="840077"/>
                  </a:lnTo>
                  <a:lnTo>
                    <a:pt x="2056398" y="839632"/>
                  </a:lnTo>
                  <a:lnTo>
                    <a:pt x="2057469" y="839187"/>
                  </a:lnTo>
                  <a:lnTo>
                    <a:pt x="2058541" y="838742"/>
                  </a:lnTo>
                  <a:lnTo>
                    <a:pt x="2059612" y="838296"/>
                  </a:lnTo>
                  <a:lnTo>
                    <a:pt x="2060684" y="837851"/>
                  </a:lnTo>
                  <a:lnTo>
                    <a:pt x="2061756" y="837406"/>
                  </a:lnTo>
                  <a:lnTo>
                    <a:pt x="2062827" y="836960"/>
                  </a:lnTo>
                  <a:lnTo>
                    <a:pt x="2063899" y="836515"/>
                  </a:lnTo>
                  <a:lnTo>
                    <a:pt x="2064970" y="836070"/>
                  </a:lnTo>
                  <a:lnTo>
                    <a:pt x="2066042" y="835625"/>
                  </a:lnTo>
                  <a:lnTo>
                    <a:pt x="2067114" y="835179"/>
                  </a:lnTo>
                  <a:lnTo>
                    <a:pt x="2068185" y="834734"/>
                  </a:lnTo>
                  <a:lnTo>
                    <a:pt x="2069257" y="834289"/>
                  </a:lnTo>
                  <a:lnTo>
                    <a:pt x="2070328" y="833844"/>
                  </a:lnTo>
                  <a:lnTo>
                    <a:pt x="2071400" y="833398"/>
                  </a:lnTo>
                  <a:lnTo>
                    <a:pt x="2072472" y="832953"/>
                  </a:lnTo>
                  <a:lnTo>
                    <a:pt x="2073543" y="832508"/>
                  </a:lnTo>
                  <a:lnTo>
                    <a:pt x="2074615" y="832063"/>
                  </a:lnTo>
                  <a:lnTo>
                    <a:pt x="2075686" y="831617"/>
                  </a:lnTo>
                  <a:lnTo>
                    <a:pt x="2076758" y="831172"/>
                  </a:lnTo>
                  <a:lnTo>
                    <a:pt x="2077830" y="830727"/>
                  </a:lnTo>
                  <a:lnTo>
                    <a:pt x="2078901" y="830282"/>
                  </a:lnTo>
                  <a:lnTo>
                    <a:pt x="2079973" y="829836"/>
                  </a:lnTo>
                  <a:lnTo>
                    <a:pt x="2081044" y="829391"/>
                  </a:lnTo>
                  <a:lnTo>
                    <a:pt x="2082116" y="828946"/>
                  </a:lnTo>
                  <a:lnTo>
                    <a:pt x="2083188" y="828501"/>
                  </a:lnTo>
                  <a:lnTo>
                    <a:pt x="2084259" y="828055"/>
                  </a:lnTo>
                  <a:lnTo>
                    <a:pt x="2085331" y="827610"/>
                  </a:lnTo>
                  <a:lnTo>
                    <a:pt x="2086402" y="827165"/>
                  </a:lnTo>
                  <a:lnTo>
                    <a:pt x="2087474" y="826720"/>
                  </a:lnTo>
                  <a:lnTo>
                    <a:pt x="2088546" y="826275"/>
                  </a:lnTo>
                  <a:lnTo>
                    <a:pt x="2089617" y="825829"/>
                  </a:lnTo>
                  <a:lnTo>
                    <a:pt x="2090689" y="825384"/>
                  </a:lnTo>
                  <a:lnTo>
                    <a:pt x="2091760" y="824939"/>
                  </a:lnTo>
                  <a:lnTo>
                    <a:pt x="2092832" y="824494"/>
                  </a:lnTo>
                  <a:lnTo>
                    <a:pt x="2093904" y="824049"/>
                  </a:lnTo>
                  <a:lnTo>
                    <a:pt x="2094975" y="823603"/>
                  </a:lnTo>
                  <a:lnTo>
                    <a:pt x="2096047" y="823158"/>
                  </a:lnTo>
                  <a:lnTo>
                    <a:pt x="2097118" y="822713"/>
                  </a:lnTo>
                  <a:lnTo>
                    <a:pt x="2098190" y="822268"/>
                  </a:lnTo>
                  <a:lnTo>
                    <a:pt x="2099262" y="821823"/>
                  </a:lnTo>
                  <a:lnTo>
                    <a:pt x="2100333" y="821378"/>
                  </a:lnTo>
                  <a:lnTo>
                    <a:pt x="2101405" y="820932"/>
                  </a:lnTo>
                  <a:lnTo>
                    <a:pt x="2102476" y="820487"/>
                  </a:lnTo>
                  <a:lnTo>
                    <a:pt x="2103548" y="820042"/>
                  </a:lnTo>
                  <a:lnTo>
                    <a:pt x="2104620" y="819597"/>
                  </a:lnTo>
                  <a:lnTo>
                    <a:pt x="2105691" y="819152"/>
                  </a:lnTo>
                  <a:lnTo>
                    <a:pt x="2106763" y="818706"/>
                  </a:lnTo>
                  <a:lnTo>
                    <a:pt x="2107834" y="818261"/>
                  </a:lnTo>
                  <a:lnTo>
                    <a:pt x="2108906" y="817816"/>
                  </a:lnTo>
                  <a:lnTo>
                    <a:pt x="2109978" y="817371"/>
                  </a:lnTo>
                  <a:lnTo>
                    <a:pt x="2111049" y="816926"/>
                  </a:lnTo>
                  <a:lnTo>
                    <a:pt x="2112121" y="816481"/>
                  </a:lnTo>
                  <a:lnTo>
                    <a:pt x="2113192" y="816035"/>
                  </a:lnTo>
                  <a:lnTo>
                    <a:pt x="2114264" y="815590"/>
                  </a:lnTo>
                  <a:lnTo>
                    <a:pt x="2115336" y="815145"/>
                  </a:lnTo>
                  <a:lnTo>
                    <a:pt x="2116407" y="814700"/>
                  </a:lnTo>
                  <a:lnTo>
                    <a:pt x="2117479" y="814255"/>
                  </a:lnTo>
                  <a:lnTo>
                    <a:pt x="2118550" y="813810"/>
                  </a:lnTo>
                  <a:lnTo>
                    <a:pt x="2119622" y="813364"/>
                  </a:lnTo>
                  <a:lnTo>
                    <a:pt x="2120694" y="812919"/>
                  </a:lnTo>
                  <a:lnTo>
                    <a:pt x="2121765" y="812474"/>
                  </a:lnTo>
                  <a:lnTo>
                    <a:pt x="2122837" y="812029"/>
                  </a:lnTo>
                  <a:lnTo>
                    <a:pt x="2123908" y="811584"/>
                  </a:lnTo>
                  <a:lnTo>
                    <a:pt x="2124980" y="811138"/>
                  </a:lnTo>
                  <a:lnTo>
                    <a:pt x="2126052" y="810693"/>
                  </a:lnTo>
                  <a:lnTo>
                    <a:pt x="2127123" y="810248"/>
                  </a:lnTo>
                  <a:lnTo>
                    <a:pt x="2128195" y="809803"/>
                  </a:lnTo>
                  <a:lnTo>
                    <a:pt x="2129266" y="809358"/>
                  </a:lnTo>
                  <a:lnTo>
                    <a:pt x="2130338" y="808913"/>
                  </a:lnTo>
                  <a:lnTo>
                    <a:pt x="2131409" y="808467"/>
                  </a:lnTo>
                  <a:lnTo>
                    <a:pt x="2132481" y="808022"/>
                  </a:lnTo>
                  <a:lnTo>
                    <a:pt x="2133553" y="807577"/>
                  </a:lnTo>
                  <a:lnTo>
                    <a:pt x="2134624" y="807132"/>
                  </a:lnTo>
                  <a:lnTo>
                    <a:pt x="2135696" y="806687"/>
                  </a:lnTo>
                  <a:lnTo>
                    <a:pt x="2136767" y="806242"/>
                  </a:lnTo>
                  <a:lnTo>
                    <a:pt x="2137839" y="805796"/>
                  </a:lnTo>
                  <a:lnTo>
                    <a:pt x="2138911" y="805351"/>
                  </a:lnTo>
                  <a:lnTo>
                    <a:pt x="2139982" y="804906"/>
                  </a:lnTo>
                  <a:lnTo>
                    <a:pt x="2141054" y="804461"/>
                  </a:lnTo>
                  <a:lnTo>
                    <a:pt x="2142125" y="804016"/>
                  </a:lnTo>
                  <a:lnTo>
                    <a:pt x="2143197" y="803570"/>
                  </a:lnTo>
                  <a:lnTo>
                    <a:pt x="2144269" y="803125"/>
                  </a:lnTo>
                  <a:lnTo>
                    <a:pt x="2145340" y="802680"/>
                  </a:lnTo>
                  <a:lnTo>
                    <a:pt x="2146412" y="802235"/>
                  </a:lnTo>
                  <a:lnTo>
                    <a:pt x="2147483" y="801790"/>
                  </a:lnTo>
                  <a:lnTo>
                    <a:pt x="2148555" y="801344"/>
                  </a:lnTo>
                  <a:lnTo>
                    <a:pt x="2149627" y="800899"/>
                  </a:lnTo>
                  <a:lnTo>
                    <a:pt x="2150698" y="800454"/>
                  </a:lnTo>
                  <a:lnTo>
                    <a:pt x="2151770" y="800009"/>
                  </a:lnTo>
                  <a:lnTo>
                    <a:pt x="2152841" y="799564"/>
                  </a:lnTo>
                  <a:lnTo>
                    <a:pt x="2153913" y="799118"/>
                  </a:lnTo>
                  <a:lnTo>
                    <a:pt x="2154985" y="798673"/>
                  </a:lnTo>
                  <a:lnTo>
                    <a:pt x="2156056" y="798228"/>
                  </a:lnTo>
                  <a:lnTo>
                    <a:pt x="2157128" y="797783"/>
                  </a:lnTo>
                  <a:lnTo>
                    <a:pt x="2158199" y="797338"/>
                  </a:lnTo>
                  <a:lnTo>
                    <a:pt x="2159271" y="796892"/>
                  </a:lnTo>
                  <a:lnTo>
                    <a:pt x="2160343" y="796447"/>
                  </a:lnTo>
                  <a:lnTo>
                    <a:pt x="2161414" y="796002"/>
                  </a:lnTo>
                  <a:lnTo>
                    <a:pt x="2162486" y="795557"/>
                  </a:lnTo>
                  <a:lnTo>
                    <a:pt x="2163557" y="795111"/>
                  </a:lnTo>
                  <a:lnTo>
                    <a:pt x="2164629" y="794666"/>
                  </a:lnTo>
                  <a:lnTo>
                    <a:pt x="2165701" y="794221"/>
                  </a:lnTo>
                  <a:lnTo>
                    <a:pt x="2166772" y="793776"/>
                  </a:lnTo>
                  <a:lnTo>
                    <a:pt x="2167844" y="793330"/>
                  </a:lnTo>
                  <a:lnTo>
                    <a:pt x="2168915" y="792885"/>
                  </a:lnTo>
                  <a:lnTo>
                    <a:pt x="2169987" y="792440"/>
                  </a:lnTo>
                  <a:lnTo>
                    <a:pt x="2171059" y="791995"/>
                  </a:lnTo>
                  <a:lnTo>
                    <a:pt x="2172130" y="791549"/>
                  </a:lnTo>
                  <a:lnTo>
                    <a:pt x="2173202" y="791104"/>
                  </a:lnTo>
                  <a:lnTo>
                    <a:pt x="2174273" y="790659"/>
                  </a:lnTo>
                  <a:lnTo>
                    <a:pt x="2175345" y="790214"/>
                  </a:lnTo>
                  <a:lnTo>
                    <a:pt x="2176417" y="789768"/>
                  </a:lnTo>
                  <a:lnTo>
                    <a:pt x="2177488" y="789323"/>
                  </a:lnTo>
                  <a:lnTo>
                    <a:pt x="2178560" y="788878"/>
                  </a:lnTo>
                  <a:lnTo>
                    <a:pt x="2179631" y="788432"/>
                  </a:lnTo>
                  <a:lnTo>
                    <a:pt x="2180703" y="787987"/>
                  </a:lnTo>
                  <a:lnTo>
                    <a:pt x="2181775" y="787542"/>
                  </a:lnTo>
                  <a:lnTo>
                    <a:pt x="2182846" y="787096"/>
                  </a:lnTo>
                  <a:lnTo>
                    <a:pt x="2183918" y="786651"/>
                  </a:lnTo>
                  <a:lnTo>
                    <a:pt x="2184989" y="786206"/>
                  </a:lnTo>
                  <a:lnTo>
                    <a:pt x="2186061" y="785761"/>
                  </a:lnTo>
                  <a:lnTo>
                    <a:pt x="2187133" y="785315"/>
                  </a:lnTo>
                  <a:lnTo>
                    <a:pt x="2188204" y="784870"/>
                  </a:lnTo>
                  <a:lnTo>
                    <a:pt x="2189276" y="784425"/>
                  </a:lnTo>
                  <a:lnTo>
                    <a:pt x="2190347" y="783979"/>
                  </a:lnTo>
                  <a:lnTo>
                    <a:pt x="2191419" y="783534"/>
                  </a:lnTo>
                  <a:lnTo>
                    <a:pt x="2192491" y="783088"/>
                  </a:lnTo>
                  <a:lnTo>
                    <a:pt x="2193562" y="782643"/>
                  </a:lnTo>
                  <a:lnTo>
                    <a:pt x="2194634" y="782198"/>
                  </a:lnTo>
                  <a:lnTo>
                    <a:pt x="2195705" y="781752"/>
                  </a:lnTo>
                  <a:lnTo>
                    <a:pt x="2196777" y="781307"/>
                  </a:lnTo>
                  <a:lnTo>
                    <a:pt x="2197849" y="780862"/>
                  </a:lnTo>
                  <a:lnTo>
                    <a:pt x="2198920" y="780416"/>
                  </a:lnTo>
                  <a:lnTo>
                    <a:pt x="2199992" y="779971"/>
                  </a:lnTo>
                  <a:lnTo>
                    <a:pt x="2201063" y="779525"/>
                  </a:lnTo>
                  <a:lnTo>
                    <a:pt x="2202135" y="779080"/>
                  </a:lnTo>
                  <a:lnTo>
                    <a:pt x="2203207" y="778635"/>
                  </a:lnTo>
                  <a:lnTo>
                    <a:pt x="2204278" y="778189"/>
                  </a:lnTo>
                  <a:lnTo>
                    <a:pt x="2205350" y="777744"/>
                  </a:lnTo>
                  <a:lnTo>
                    <a:pt x="2206421" y="777298"/>
                  </a:lnTo>
                  <a:lnTo>
                    <a:pt x="2207493" y="776853"/>
                  </a:lnTo>
                  <a:lnTo>
                    <a:pt x="2208565" y="776407"/>
                  </a:lnTo>
                  <a:lnTo>
                    <a:pt x="2209636" y="775962"/>
                  </a:lnTo>
                  <a:lnTo>
                    <a:pt x="2210708" y="775516"/>
                  </a:lnTo>
                  <a:lnTo>
                    <a:pt x="2211779" y="775071"/>
                  </a:lnTo>
                  <a:lnTo>
                    <a:pt x="2212851" y="774625"/>
                  </a:lnTo>
                  <a:lnTo>
                    <a:pt x="2213923" y="774180"/>
                  </a:lnTo>
                  <a:lnTo>
                    <a:pt x="2214994" y="773734"/>
                  </a:lnTo>
                  <a:lnTo>
                    <a:pt x="2216066" y="773289"/>
                  </a:lnTo>
                  <a:lnTo>
                    <a:pt x="2217137" y="772843"/>
                  </a:lnTo>
                  <a:lnTo>
                    <a:pt x="2218209" y="772398"/>
                  </a:lnTo>
                  <a:lnTo>
                    <a:pt x="2219281" y="771952"/>
                  </a:lnTo>
                  <a:lnTo>
                    <a:pt x="2220352" y="771507"/>
                  </a:lnTo>
                  <a:lnTo>
                    <a:pt x="2221424" y="771061"/>
                  </a:lnTo>
                  <a:lnTo>
                    <a:pt x="2222495" y="770616"/>
                  </a:lnTo>
                  <a:lnTo>
                    <a:pt x="2223567" y="770170"/>
                  </a:lnTo>
                  <a:lnTo>
                    <a:pt x="2224639" y="769724"/>
                  </a:lnTo>
                  <a:lnTo>
                    <a:pt x="2225710" y="769279"/>
                  </a:lnTo>
                  <a:lnTo>
                    <a:pt x="2226782" y="768833"/>
                  </a:lnTo>
                  <a:lnTo>
                    <a:pt x="2227853" y="768388"/>
                  </a:lnTo>
                  <a:lnTo>
                    <a:pt x="2228925" y="767942"/>
                  </a:lnTo>
                  <a:lnTo>
                    <a:pt x="2229997" y="767496"/>
                  </a:lnTo>
                  <a:lnTo>
                    <a:pt x="2231068" y="767051"/>
                  </a:lnTo>
                  <a:lnTo>
                    <a:pt x="2232140" y="766605"/>
                  </a:lnTo>
                  <a:lnTo>
                    <a:pt x="2233211" y="766160"/>
                  </a:lnTo>
                  <a:lnTo>
                    <a:pt x="2234283" y="765714"/>
                  </a:lnTo>
                  <a:lnTo>
                    <a:pt x="2235355" y="765268"/>
                  </a:lnTo>
                  <a:lnTo>
                    <a:pt x="2236426" y="764823"/>
                  </a:lnTo>
                  <a:lnTo>
                    <a:pt x="2237498" y="764377"/>
                  </a:lnTo>
                  <a:lnTo>
                    <a:pt x="2238569" y="763931"/>
                  </a:lnTo>
                  <a:lnTo>
                    <a:pt x="2239641" y="763485"/>
                  </a:lnTo>
                  <a:lnTo>
                    <a:pt x="2240713" y="763040"/>
                  </a:lnTo>
                  <a:lnTo>
                    <a:pt x="2241784" y="762594"/>
                  </a:lnTo>
                  <a:lnTo>
                    <a:pt x="2242856" y="762148"/>
                  </a:lnTo>
                  <a:lnTo>
                    <a:pt x="2243927" y="761703"/>
                  </a:lnTo>
                  <a:lnTo>
                    <a:pt x="2244999" y="761257"/>
                  </a:lnTo>
                  <a:lnTo>
                    <a:pt x="2246071" y="760811"/>
                  </a:lnTo>
                  <a:lnTo>
                    <a:pt x="2247142" y="760365"/>
                  </a:lnTo>
                  <a:lnTo>
                    <a:pt x="2248214" y="759919"/>
                  </a:lnTo>
                  <a:lnTo>
                    <a:pt x="2249285" y="759474"/>
                  </a:lnTo>
                  <a:lnTo>
                    <a:pt x="2250357" y="759028"/>
                  </a:lnTo>
                  <a:lnTo>
                    <a:pt x="2251429" y="758582"/>
                  </a:lnTo>
                  <a:lnTo>
                    <a:pt x="2252500" y="758136"/>
                  </a:lnTo>
                  <a:lnTo>
                    <a:pt x="2253572" y="757690"/>
                  </a:lnTo>
                  <a:lnTo>
                    <a:pt x="2254643" y="757244"/>
                  </a:lnTo>
                  <a:lnTo>
                    <a:pt x="2255715" y="756799"/>
                  </a:lnTo>
                  <a:lnTo>
                    <a:pt x="2256787" y="756353"/>
                  </a:lnTo>
                  <a:lnTo>
                    <a:pt x="2257858" y="755907"/>
                  </a:lnTo>
                  <a:lnTo>
                    <a:pt x="2258930" y="755461"/>
                  </a:lnTo>
                  <a:lnTo>
                    <a:pt x="2260001" y="755015"/>
                  </a:lnTo>
                  <a:lnTo>
                    <a:pt x="2261073" y="754569"/>
                  </a:lnTo>
                  <a:lnTo>
                    <a:pt x="2262145" y="754123"/>
                  </a:lnTo>
                  <a:lnTo>
                    <a:pt x="2263216" y="753677"/>
                  </a:lnTo>
                  <a:lnTo>
                    <a:pt x="2264288" y="753231"/>
                  </a:lnTo>
                  <a:lnTo>
                    <a:pt x="2265359" y="752785"/>
                  </a:lnTo>
                  <a:lnTo>
                    <a:pt x="2266431" y="752339"/>
                  </a:lnTo>
                  <a:lnTo>
                    <a:pt x="2267503" y="751893"/>
                  </a:lnTo>
                  <a:lnTo>
                    <a:pt x="2268574" y="751447"/>
                  </a:lnTo>
                  <a:lnTo>
                    <a:pt x="2269646" y="751001"/>
                  </a:lnTo>
                  <a:lnTo>
                    <a:pt x="2270717" y="750555"/>
                  </a:lnTo>
                  <a:lnTo>
                    <a:pt x="2271789" y="750109"/>
                  </a:lnTo>
                  <a:lnTo>
                    <a:pt x="2272861" y="749663"/>
                  </a:lnTo>
                  <a:lnTo>
                    <a:pt x="2273932" y="749217"/>
                  </a:lnTo>
                  <a:lnTo>
                    <a:pt x="2275004" y="748771"/>
                  </a:lnTo>
                  <a:lnTo>
                    <a:pt x="2276075" y="748325"/>
                  </a:lnTo>
                  <a:lnTo>
                    <a:pt x="2277147" y="747879"/>
                  </a:lnTo>
                  <a:lnTo>
                    <a:pt x="2278219" y="747432"/>
                  </a:lnTo>
                  <a:lnTo>
                    <a:pt x="2279290" y="746986"/>
                  </a:lnTo>
                  <a:lnTo>
                    <a:pt x="2280362" y="746540"/>
                  </a:lnTo>
                  <a:lnTo>
                    <a:pt x="2281433" y="746094"/>
                  </a:lnTo>
                  <a:lnTo>
                    <a:pt x="2282505" y="745648"/>
                  </a:lnTo>
                  <a:lnTo>
                    <a:pt x="2283577" y="745202"/>
                  </a:lnTo>
                  <a:lnTo>
                    <a:pt x="2284648" y="744755"/>
                  </a:lnTo>
                  <a:lnTo>
                    <a:pt x="2285720" y="744309"/>
                  </a:lnTo>
                  <a:lnTo>
                    <a:pt x="2286791" y="743863"/>
                  </a:lnTo>
                  <a:lnTo>
                    <a:pt x="2287863" y="743417"/>
                  </a:lnTo>
                  <a:lnTo>
                    <a:pt x="2288935" y="742970"/>
                  </a:lnTo>
                  <a:lnTo>
                    <a:pt x="2290006" y="742524"/>
                  </a:lnTo>
                  <a:lnTo>
                    <a:pt x="2291078" y="742078"/>
                  </a:lnTo>
                  <a:lnTo>
                    <a:pt x="2292149" y="741631"/>
                  </a:lnTo>
                  <a:lnTo>
                    <a:pt x="2293221" y="741185"/>
                  </a:lnTo>
                  <a:lnTo>
                    <a:pt x="2294293" y="740739"/>
                  </a:lnTo>
                  <a:lnTo>
                    <a:pt x="2295364" y="740292"/>
                  </a:lnTo>
                  <a:lnTo>
                    <a:pt x="2296436" y="739846"/>
                  </a:lnTo>
                  <a:lnTo>
                    <a:pt x="2297507" y="739400"/>
                  </a:lnTo>
                  <a:lnTo>
                    <a:pt x="2298579" y="738953"/>
                  </a:lnTo>
                  <a:lnTo>
                    <a:pt x="2299651" y="738507"/>
                  </a:lnTo>
                  <a:lnTo>
                    <a:pt x="2300722" y="738060"/>
                  </a:lnTo>
                  <a:lnTo>
                    <a:pt x="2301794" y="737614"/>
                  </a:lnTo>
                  <a:lnTo>
                    <a:pt x="2302865" y="737167"/>
                  </a:lnTo>
                  <a:lnTo>
                    <a:pt x="2303937" y="736721"/>
                  </a:lnTo>
                  <a:lnTo>
                    <a:pt x="2305009" y="736274"/>
                  </a:lnTo>
                  <a:lnTo>
                    <a:pt x="2306080" y="735828"/>
                  </a:lnTo>
                  <a:lnTo>
                    <a:pt x="2307152" y="735381"/>
                  </a:lnTo>
                  <a:lnTo>
                    <a:pt x="2308223" y="734935"/>
                  </a:lnTo>
                  <a:lnTo>
                    <a:pt x="2309295" y="734488"/>
                  </a:lnTo>
                  <a:lnTo>
                    <a:pt x="2310366" y="734041"/>
                  </a:lnTo>
                  <a:lnTo>
                    <a:pt x="2311438" y="733595"/>
                  </a:lnTo>
                  <a:lnTo>
                    <a:pt x="2312510" y="733148"/>
                  </a:lnTo>
                  <a:lnTo>
                    <a:pt x="2313581" y="732702"/>
                  </a:lnTo>
                  <a:lnTo>
                    <a:pt x="2314653" y="732255"/>
                  </a:lnTo>
                  <a:lnTo>
                    <a:pt x="2315724" y="731808"/>
                  </a:lnTo>
                  <a:lnTo>
                    <a:pt x="2316796" y="731361"/>
                  </a:lnTo>
                  <a:lnTo>
                    <a:pt x="2317868" y="730915"/>
                  </a:lnTo>
                  <a:lnTo>
                    <a:pt x="2318939" y="730468"/>
                  </a:lnTo>
                  <a:lnTo>
                    <a:pt x="2320011" y="730021"/>
                  </a:lnTo>
                  <a:lnTo>
                    <a:pt x="2321082" y="729574"/>
                  </a:lnTo>
                  <a:lnTo>
                    <a:pt x="2322154" y="729128"/>
                  </a:lnTo>
                  <a:lnTo>
                    <a:pt x="2323226" y="728681"/>
                  </a:lnTo>
                  <a:lnTo>
                    <a:pt x="2324297" y="728234"/>
                  </a:lnTo>
                  <a:lnTo>
                    <a:pt x="2325369" y="727787"/>
                  </a:lnTo>
                  <a:lnTo>
                    <a:pt x="2326440" y="727340"/>
                  </a:lnTo>
                  <a:lnTo>
                    <a:pt x="2327512" y="726893"/>
                  </a:lnTo>
                  <a:lnTo>
                    <a:pt x="2328584" y="726447"/>
                  </a:lnTo>
                  <a:lnTo>
                    <a:pt x="2329655" y="726000"/>
                  </a:lnTo>
                  <a:lnTo>
                    <a:pt x="2330727" y="725553"/>
                  </a:lnTo>
                  <a:lnTo>
                    <a:pt x="2331798" y="725106"/>
                  </a:lnTo>
                  <a:lnTo>
                    <a:pt x="2332870" y="724659"/>
                  </a:lnTo>
                  <a:lnTo>
                    <a:pt x="2333942" y="724212"/>
                  </a:lnTo>
                  <a:lnTo>
                    <a:pt x="2335013" y="723765"/>
                  </a:lnTo>
                  <a:lnTo>
                    <a:pt x="2336085" y="723318"/>
                  </a:lnTo>
                  <a:lnTo>
                    <a:pt x="2337156" y="722871"/>
                  </a:lnTo>
                  <a:lnTo>
                    <a:pt x="2338228" y="722424"/>
                  </a:lnTo>
                  <a:lnTo>
                    <a:pt x="2339300" y="721976"/>
                  </a:lnTo>
                  <a:lnTo>
                    <a:pt x="2340371" y="721529"/>
                  </a:lnTo>
                  <a:lnTo>
                    <a:pt x="2341443" y="721082"/>
                  </a:lnTo>
                  <a:lnTo>
                    <a:pt x="2342514" y="720635"/>
                  </a:lnTo>
                  <a:lnTo>
                    <a:pt x="2343586" y="720188"/>
                  </a:lnTo>
                  <a:lnTo>
                    <a:pt x="2344658" y="719741"/>
                  </a:lnTo>
                  <a:lnTo>
                    <a:pt x="2345729" y="719293"/>
                  </a:lnTo>
                  <a:lnTo>
                    <a:pt x="2346801" y="718846"/>
                  </a:lnTo>
                  <a:lnTo>
                    <a:pt x="2347872" y="718399"/>
                  </a:lnTo>
                  <a:lnTo>
                    <a:pt x="2348944" y="717952"/>
                  </a:lnTo>
                  <a:lnTo>
                    <a:pt x="2350016" y="717504"/>
                  </a:lnTo>
                  <a:lnTo>
                    <a:pt x="2351087" y="717057"/>
                  </a:lnTo>
                  <a:lnTo>
                    <a:pt x="2352159" y="716610"/>
                  </a:lnTo>
                  <a:lnTo>
                    <a:pt x="2353230" y="716162"/>
                  </a:lnTo>
                  <a:lnTo>
                    <a:pt x="2354302" y="715715"/>
                  </a:lnTo>
                  <a:lnTo>
                    <a:pt x="2355374" y="715267"/>
                  </a:lnTo>
                  <a:lnTo>
                    <a:pt x="2356445" y="714820"/>
                  </a:lnTo>
                  <a:lnTo>
                    <a:pt x="2357517" y="714372"/>
                  </a:lnTo>
                  <a:lnTo>
                    <a:pt x="2358588" y="713925"/>
                  </a:lnTo>
                  <a:lnTo>
                    <a:pt x="2359660" y="713477"/>
                  </a:lnTo>
                  <a:lnTo>
                    <a:pt x="2360732" y="713030"/>
                  </a:lnTo>
                  <a:lnTo>
                    <a:pt x="2361803" y="712582"/>
                  </a:lnTo>
                  <a:lnTo>
                    <a:pt x="2362875" y="712135"/>
                  </a:lnTo>
                  <a:lnTo>
                    <a:pt x="2363946" y="711687"/>
                  </a:lnTo>
                  <a:lnTo>
                    <a:pt x="2365018" y="711240"/>
                  </a:lnTo>
                  <a:lnTo>
                    <a:pt x="2366090" y="710792"/>
                  </a:lnTo>
                  <a:lnTo>
                    <a:pt x="2367161" y="710344"/>
                  </a:lnTo>
                  <a:lnTo>
                    <a:pt x="2368233" y="709897"/>
                  </a:lnTo>
                  <a:lnTo>
                    <a:pt x="2369304" y="709449"/>
                  </a:lnTo>
                  <a:lnTo>
                    <a:pt x="2370376" y="709001"/>
                  </a:lnTo>
                  <a:lnTo>
                    <a:pt x="2371448" y="708553"/>
                  </a:lnTo>
                  <a:lnTo>
                    <a:pt x="2372519" y="708106"/>
                  </a:lnTo>
                  <a:lnTo>
                    <a:pt x="2373591" y="707658"/>
                  </a:lnTo>
                  <a:lnTo>
                    <a:pt x="2374662" y="707210"/>
                  </a:lnTo>
                  <a:lnTo>
                    <a:pt x="2375734" y="706762"/>
                  </a:lnTo>
                  <a:lnTo>
                    <a:pt x="2376806" y="706314"/>
                  </a:lnTo>
                  <a:lnTo>
                    <a:pt x="2377877" y="705866"/>
                  </a:lnTo>
                  <a:lnTo>
                    <a:pt x="2378949" y="705418"/>
                  </a:lnTo>
                  <a:lnTo>
                    <a:pt x="2380020" y="704970"/>
                  </a:lnTo>
                  <a:lnTo>
                    <a:pt x="2381092" y="704522"/>
                  </a:lnTo>
                  <a:lnTo>
                    <a:pt x="2382164" y="704074"/>
                  </a:lnTo>
                  <a:lnTo>
                    <a:pt x="2383235" y="703626"/>
                  </a:lnTo>
                  <a:lnTo>
                    <a:pt x="2384307" y="703178"/>
                  </a:lnTo>
                  <a:lnTo>
                    <a:pt x="2385378" y="702730"/>
                  </a:lnTo>
                  <a:lnTo>
                    <a:pt x="2386450" y="702282"/>
                  </a:lnTo>
                  <a:lnTo>
                    <a:pt x="2387522" y="701834"/>
                  </a:lnTo>
                  <a:lnTo>
                    <a:pt x="2388593" y="701386"/>
                  </a:lnTo>
                  <a:lnTo>
                    <a:pt x="2389665" y="700938"/>
                  </a:lnTo>
                  <a:lnTo>
                    <a:pt x="2390736" y="700489"/>
                  </a:lnTo>
                  <a:lnTo>
                    <a:pt x="2391808" y="700041"/>
                  </a:lnTo>
                  <a:lnTo>
                    <a:pt x="2392880" y="699593"/>
                  </a:lnTo>
                  <a:lnTo>
                    <a:pt x="2393951" y="699145"/>
                  </a:lnTo>
                  <a:lnTo>
                    <a:pt x="2395023" y="698696"/>
                  </a:lnTo>
                  <a:lnTo>
                    <a:pt x="2396094" y="698248"/>
                  </a:lnTo>
                  <a:lnTo>
                    <a:pt x="2397166" y="697800"/>
                  </a:lnTo>
                  <a:lnTo>
                    <a:pt x="2398238" y="697351"/>
                  </a:lnTo>
                  <a:lnTo>
                    <a:pt x="2399309" y="696903"/>
                  </a:lnTo>
                  <a:lnTo>
                    <a:pt x="2400381" y="696454"/>
                  </a:lnTo>
                  <a:lnTo>
                    <a:pt x="2401452" y="696006"/>
                  </a:lnTo>
                  <a:lnTo>
                    <a:pt x="2402524" y="695557"/>
                  </a:lnTo>
                  <a:lnTo>
                    <a:pt x="2403596" y="695109"/>
                  </a:lnTo>
                  <a:lnTo>
                    <a:pt x="2404667" y="694660"/>
                  </a:lnTo>
                  <a:lnTo>
                    <a:pt x="2405739" y="694212"/>
                  </a:lnTo>
                  <a:lnTo>
                    <a:pt x="2406810" y="693763"/>
                  </a:lnTo>
                  <a:lnTo>
                    <a:pt x="2407882" y="693314"/>
                  </a:lnTo>
                  <a:lnTo>
                    <a:pt x="2408954" y="692866"/>
                  </a:lnTo>
                  <a:lnTo>
                    <a:pt x="2410025" y="692417"/>
                  </a:lnTo>
                  <a:lnTo>
                    <a:pt x="2411097" y="691968"/>
                  </a:lnTo>
                  <a:lnTo>
                    <a:pt x="2412168" y="691520"/>
                  </a:lnTo>
                  <a:lnTo>
                    <a:pt x="2413240" y="691071"/>
                  </a:lnTo>
                  <a:lnTo>
                    <a:pt x="2414312" y="690622"/>
                  </a:lnTo>
                  <a:lnTo>
                    <a:pt x="2415383" y="690173"/>
                  </a:lnTo>
                  <a:lnTo>
                    <a:pt x="2416455" y="689724"/>
                  </a:lnTo>
                  <a:lnTo>
                    <a:pt x="2417526" y="689275"/>
                  </a:lnTo>
                  <a:lnTo>
                    <a:pt x="2418598" y="688826"/>
                  </a:lnTo>
                  <a:lnTo>
                    <a:pt x="2419670" y="688378"/>
                  </a:lnTo>
                  <a:lnTo>
                    <a:pt x="2420741" y="687929"/>
                  </a:lnTo>
                  <a:lnTo>
                    <a:pt x="2421813" y="687479"/>
                  </a:lnTo>
                  <a:lnTo>
                    <a:pt x="2422884" y="687030"/>
                  </a:lnTo>
                  <a:lnTo>
                    <a:pt x="2423956" y="686581"/>
                  </a:lnTo>
                  <a:lnTo>
                    <a:pt x="2425028" y="686132"/>
                  </a:lnTo>
                  <a:lnTo>
                    <a:pt x="2426099" y="685683"/>
                  </a:lnTo>
                  <a:lnTo>
                    <a:pt x="2427171" y="685234"/>
                  </a:lnTo>
                  <a:lnTo>
                    <a:pt x="2428242" y="684785"/>
                  </a:lnTo>
                  <a:lnTo>
                    <a:pt x="2429314" y="684336"/>
                  </a:lnTo>
                  <a:lnTo>
                    <a:pt x="2430386" y="683886"/>
                  </a:lnTo>
                  <a:lnTo>
                    <a:pt x="2431457" y="683437"/>
                  </a:lnTo>
                  <a:lnTo>
                    <a:pt x="2432529" y="682988"/>
                  </a:lnTo>
                  <a:lnTo>
                    <a:pt x="2433600" y="682538"/>
                  </a:lnTo>
                  <a:lnTo>
                    <a:pt x="2434672" y="682089"/>
                  </a:lnTo>
                  <a:lnTo>
                    <a:pt x="2435744" y="681639"/>
                  </a:lnTo>
                  <a:lnTo>
                    <a:pt x="2436815" y="681190"/>
                  </a:lnTo>
                  <a:lnTo>
                    <a:pt x="2437887" y="680741"/>
                  </a:lnTo>
                  <a:lnTo>
                    <a:pt x="2438958" y="680291"/>
                  </a:lnTo>
                  <a:lnTo>
                    <a:pt x="2440030" y="679841"/>
                  </a:lnTo>
                  <a:lnTo>
                    <a:pt x="2441102" y="679392"/>
                  </a:lnTo>
                  <a:lnTo>
                    <a:pt x="2442173" y="678942"/>
                  </a:lnTo>
                  <a:lnTo>
                    <a:pt x="2443245" y="678493"/>
                  </a:lnTo>
                  <a:lnTo>
                    <a:pt x="2444316" y="678043"/>
                  </a:lnTo>
                  <a:lnTo>
                    <a:pt x="2445388" y="677593"/>
                  </a:lnTo>
                  <a:lnTo>
                    <a:pt x="2446460" y="677144"/>
                  </a:lnTo>
                  <a:lnTo>
                    <a:pt x="2447531" y="676694"/>
                  </a:lnTo>
                  <a:lnTo>
                    <a:pt x="2448603" y="676244"/>
                  </a:lnTo>
                  <a:lnTo>
                    <a:pt x="2449674" y="675794"/>
                  </a:lnTo>
                  <a:lnTo>
                    <a:pt x="2450746" y="675344"/>
                  </a:lnTo>
                  <a:lnTo>
                    <a:pt x="2451818" y="674894"/>
                  </a:lnTo>
                  <a:lnTo>
                    <a:pt x="2452889" y="674444"/>
                  </a:lnTo>
                  <a:lnTo>
                    <a:pt x="2453961" y="673994"/>
                  </a:lnTo>
                  <a:lnTo>
                    <a:pt x="2455032" y="673544"/>
                  </a:lnTo>
                  <a:lnTo>
                    <a:pt x="2456104" y="673094"/>
                  </a:lnTo>
                  <a:lnTo>
                    <a:pt x="2457176" y="672644"/>
                  </a:lnTo>
                  <a:lnTo>
                    <a:pt x="2458247" y="672194"/>
                  </a:lnTo>
                  <a:lnTo>
                    <a:pt x="2459319" y="671744"/>
                  </a:lnTo>
                  <a:lnTo>
                    <a:pt x="2460390" y="671294"/>
                  </a:lnTo>
                  <a:lnTo>
                    <a:pt x="2461462" y="670844"/>
                  </a:lnTo>
                  <a:lnTo>
                    <a:pt x="2462534" y="670393"/>
                  </a:lnTo>
                  <a:lnTo>
                    <a:pt x="2463605" y="669943"/>
                  </a:lnTo>
                  <a:lnTo>
                    <a:pt x="2464677" y="669493"/>
                  </a:lnTo>
                  <a:lnTo>
                    <a:pt x="2465748" y="669042"/>
                  </a:lnTo>
                  <a:lnTo>
                    <a:pt x="2466820" y="668592"/>
                  </a:lnTo>
                  <a:lnTo>
                    <a:pt x="2467892" y="668142"/>
                  </a:lnTo>
                  <a:lnTo>
                    <a:pt x="2468963" y="667691"/>
                  </a:lnTo>
                  <a:lnTo>
                    <a:pt x="2470035" y="667241"/>
                  </a:lnTo>
                  <a:lnTo>
                    <a:pt x="2471106" y="666790"/>
                  </a:lnTo>
                  <a:lnTo>
                    <a:pt x="2472178" y="666340"/>
                  </a:lnTo>
                  <a:lnTo>
                    <a:pt x="2473250" y="665889"/>
                  </a:lnTo>
                  <a:lnTo>
                    <a:pt x="2474321" y="665438"/>
                  </a:lnTo>
                  <a:lnTo>
                    <a:pt x="2475393" y="664988"/>
                  </a:lnTo>
                  <a:lnTo>
                    <a:pt x="2476464" y="664537"/>
                  </a:lnTo>
                  <a:lnTo>
                    <a:pt x="2477536" y="664086"/>
                  </a:lnTo>
                  <a:lnTo>
                    <a:pt x="2478608" y="663635"/>
                  </a:lnTo>
                  <a:lnTo>
                    <a:pt x="2479679" y="663184"/>
                  </a:lnTo>
                  <a:lnTo>
                    <a:pt x="2480751" y="662734"/>
                  </a:lnTo>
                  <a:lnTo>
                    <a:pt x="2481822" y="662283"/>
                  </a:lnTo>
                  <a:lnTo>
                    <a:pt x="2482894" y="661832"/>
                  </a:lnTo>
                  <a:lnTo>
                    <a:pt x="2483966" y="661381"/>
                  </a:lnTo>
                  <a:lnTo>
                    <a:pt x="2485037" y="660930"/>
                  </a:lnTo>
                  <a:lnTo>
                    <a:pt x="2486109" y="660479"/>
                  </a:lnTo>
                  <a:lnTo>
                    <a:pt x="2487180" y="660028"/>
                  </a:lnTo>
                  <a:lnTo>
                    <a:pt x="2488252" y="659577"/>
                  </a:lnTo>
                  <a:lnTo>
                    <a:pt x="2489323" y="659125"/>
                  </a:lnTo>
                  <a:lnTo>
                    <a:pt x="2490395" y="658674"/>
                  </a:lnTo>
                  <a:lnTo>
                    <a:pt x="2491467" y="658223"/>
                  </a:lnTo>
                  <a:lnTo>
                    <a:pt x="2492538" y="657772"/>
                  </a:lnTo>
                  <a:lnTo>
                    <a:pt x="2493610" y="657320"/>
                  </a:lnTo>
                  <a:lnTo>
                    <a:pt x="2494681" y="656869"/>
                  </a:lnTo>
                  <a:lnTo>
                    <a:pt x="2495753" y="656418"/>
                  </a:lnTo>
                  <a:lnTo>
                    <a:pt x="2496825" y="655966"/>
                  </a:lnTo>
                  <a:lnTo>
                    <a:pt x="2497896" y="655515"/>
                  </a:lnTo>
                  <a:lnTo>
                    <a:pt x="2498968" y="655063"/>
                  </a:lnTo>
                  <a:lnTo>
                    <a:pt x="2500039" y="654612"/>
                  </a:lnTo>
                  <a:lnTo>
                    <a:pt x="2501111" y="654160"/>
                  </a:lnTo>
                  <a:lnTo>
                    <a:pt x="2502183" y="653708"/>
                  </a:lnTo>
                  <a:lnTo>
                    <a:pt x="2503254" y="653257"/>
                  </a:lnTo>
                  <a:lnTo>
                    <a:pt x="2504326" y="652805"/>
                  </a:lnTo>
                  <a:lnTo>
                    <a:pt x="2505397" y="652353"/>
                  </a:lnTo>
                  <a:lnTo>
                    <a:pt x="2506469" y="651901"/>
                  </a:lnTo>
                  <a:lnTo>
                    <a:pt x="2507541" y="651449"/>
                  </a:lnTo>
                  <a:lnTo>
                    <a:pt x="2508612" y="650998"/>
                  </a:lnTo>
                  <a:lnTo>
                    <a:pt x="2509684" y="650546"/>
                  </a:lnTo>
                  <a:lnTo>
                    <a:pt x="2510755" y="650094"/>
                  </a:lnTo>
                  <a:lnTo>
                    <a:pt x="2511827" y="649642"/>
                  </a:lnTo>
                  <a:lnTo>
                    <a:pt x="2512899" y="649190"/>
                  </a:lnTo>
                  <a:lnTo>
                    <a:pt x="2513970" y="648738"/>
                  </a:lnTo>
                  <a:lnTo>
                    <a:pt x="2515042" y="648285"/>
                  </a:lnTo>
                  <a:lnTo>
                    <a:pt x="2516113" y="647833"/>
                  </a:lnTo>
                  <a:lnTo>
                    <a:pt x="2517185" y="647381"/>
                  </a:lnTo>
                  <a:lnTo>
                    <a:pt x="2518257" y="646929"/>
                  </a:lnTo>
                  <a:lnTo>
                    <a:pt x="2519328" y="646476"/>
                  </a:lnTo>
                  <a:lnTo>
                    <a:pt x="2520400" y="646024"/>
                  </a:lnTo>
                  <a:lnTo>
                    <a:pt x="2521471" y="645572"/>
                  </a:lnTo>
                  <a:lnTo>
                    <a:pt x="2522543" y="645119"/>
                  </a:lnTo>
                  <a:lnTo>
                    <a:pt x="2523615" y="644667"/>
                  </a:lnTo>
                  <a:lnTo>
                    <a:pt x="2524686" y="644214"/>
                  </a:lnTo>
                  <a:lnTo>
                    <a:pt x="2525758" y="643762"/>
                  </a:lnTo>
                  <a:lnTo>
                    <a:pt x="2526829" y="643309"/>
                  </a:lnTo>
                  <a:lnTo>
                    <a:pt x="2527901" y="642856"/>
                  </a:lnTo>
                  <a:lnTo>
                    <a:pt x="2528973" y="642404"/>
                  </a:lnTo>
                  <a:lnTo>
                    <a:pt x="2530044" y="641951"/>
                  </a:lnTo>
                  <a:lnTo>
                    <a:pt x="2531116" y="641498"/>
                  </a:lnTo>
                  <a:lnTo>
                    <a:pt x="2532187" y="641045"/>
                  </a:lnTo>
                  <a:lnTo>
                    <a:pt x="2533259" y="640593"/>
                  </a:lnTo>
                  <a:lnTo>
                    <a:pt x="2534331" y="640140"/>
                  </a:lnTo>
                  <a:lnTo>
                    <a:pt x="2535402" y="639687"/>
                  </a:lnTo>
                  <a:lnTo>
                    <a:pt x="2536474" y="639234"/>
                  </a:lnTo>
                  <a:lnTo>
                    <a:pt x="2537545" y="638781"/>
                  </a:lnTo>
                  <a:lnTo>
                    <a:pt x="2538617" y="638328"/>
                  </a:lnTo>
                  <a:lnTo>
                    <a:pt x="2539689" y="637874"/>
                  </a:lnTo>
                  <a:lnTo>
                    <a:pt x="2540760" y="637421"/>
                  </a:lnTo>
                  <a:lnTo>
                    <a:pt x="2541832" y="636968"/>
                  </a:lnTo>
                  <a:lnTo>
                    <a:pt x="2542903" y="636515"/>
                  </a:lnTo>
                  <a:lnTo>
                    <a:pt x="2543975" y="636061"/>
                  </a:lnTo>
                  <a:lnTo>
                    <a:pt x="2545047" y="635608"/>
                  </a:lnTo>
                  <a:lnTo>
                    <a:pt x="2546118" y="635155"/>
                  </a:lnTo>
                  <a:lnTo>
                    <a:pt x="2547190" y="634701"/>
                  </a:lnTo>
                  <a:lnTo>
                    <a:pt x="2548261" y="634248"/>
                  </a:lnTo>
                  <a:lnTo>
                    <a:pt x="2549333" y="633794"/>
                  </a:lnTo>
                  <a:lnTo>
                    <a:pt x="2550405" y="633340"/>
                  </a:lnTo>
                  <a:lnTo>
                    <a:pt x="2551476" y="632887"/>
                  </a:lnTo>
                  <a:lnTo>
                    <a:pt x="2552548" y="632433"/>
                  </a:lnTo>
                  <a:lnTo>
                    <a:pt x="2553619" y="631979"/>
                  </a:lnTo>
                  <a:lnTo>
                    <a:pt x="2554691" y="631526"/>
                  </a:lnTo>
                  <a:lnTo>
                    <a:pt x="2555763" y="631072"/>
                  </a:lnTo>
                  <a:lnTo>
                    <a:pt x="2556834" y="630618"/>
                  </a:lnTo>
                  <a:lnTo>
                    <a:pt x="2557906" y="630164"/>
                  </a:lnTo>
                  <a:lnTo>
                    <a:pt x="2558977" y="629710"/>
                  </a:lnTo>
                  <a:lnTo>
                    <a:pt x="2560049" y="629256"/>
                  </a:lnTo>
                  <a:lnTo>
                    <a:pt x="2561121" y="628802"/>
                  </a:lnTo>
                  <a:lnTo>
                    <a:pt x="2562192" y="628348"/>
                  </a:lnTo>
                  <a:lnTo>
                    <a:pt x="2563264" y="627893"/>
                  </a:lnTo>
                  <a:lnTo>
                    <a:pt x="2564335" y="627439"/>
                  </a:lnTo>
                  <a:lnTo>
                    <a:pt x="2565407" y="626985"/>
                  </a:lnTo>
                  <a:lnTo>
                    <a:pt x="2566479" y="626531"/>
                  </a:lnTo>
                  <a:lnTo>
                    <a:pt x="2567550" y="626076"/>
                  </a:lnTo>
                  <a:lnTo>
                    <a:pt x="2568622" y="625622"/>
                  </a:lnTo>
                  <a:lnTo>
                    <a:pt x="2569693" y="625167"/>
                  </a:lnTo>
                  <a:lnTo>
                    <a:pt x="2570765" y="624713"/>
                  </a:lnTo>
                  <a:lnTo>
                    <a:pt x="2571837" y="624258"/>
                  </a:lnTo>
                  <a:lnTo>
                    <a:pt x="2572908" y="623804"/>
                  </a:lnTo>
                  <a:lnTo>
                    <a:pt x="2573980" y="623349"/>
                  </a:lnTo>
                  <a:lnTo>
                    <a:pt x="2575051" y="622894"/>
                  </a:lnTo>
                  <a:lnTo>
                    <a:pt x="2576123" y="622439"/>
                  </a:lnTo>
                  <a:lnTo>
                    <a:pt x="2577195" y="621985"/>
                  </a:lnTo>
                  <a:lnTo>
                    <a:pt x="2578266" y="621530"/>
                  </a:lnTo>
                  <a:lnTo>
                    <a:pt x="2579338" y="621075"/>
                  </a:lnTo>
                  <a:lnTo>
                    <a:pt x="2580409" y="620620"/>
                  </a:lnTo>
                  <a:lnTo>
                    <a:pt x="2581481" y="620165"/>
                  </a:lnTo>
                  <a:lnTo>
                    <a:pt x="2582553" y="619710"/>
                  </a:lnTo>
                  <a:lnTo>
                    <a:pt x="2583624" y="619255"/>
                  </a:lnTo>
                  <a:lnTo>
                    <a:pt x="2584696" y="618799"/>
                  </a:lnTo>
                  <a:lnTo>
                    <a:pt x="2585767" y="618344"/>
                  </a:lnTo>
                  <a:lnTo>
                    <a:pt x="2586839" y="617889"/>
                  </a:lnTo>
                  <a:lnTo>
                    <a:pt x="2587911" y="617434"/>
                  </a:lnTo>
                  <a:lnTo>
                    <a:pt x="2588982" y="616978"/>
                  </a:lnTo>
                  <a:lnTo>
                    <a:pt x="2590054" y="616523"/>
                  </a:lnTo>
                  <a:lnTo>
                    <a:pt x="2591125" y="616067"/>
                  </a:lnTo>
                  <a:lnTo>
                    <a:pt x="2592197" y="615612"/>
                  </a:lnTo>
                  <a:lnTo>
                    <a:pt x="2593269" y="615156"/>
                  </a:lnTo>
                  <a:lnTo>
                    <a:pt x="2594340" y="614700"/>
                  </a:lnTo>
                  <a:lnTo>
                    <a:pt x="2595412" y="614245"/>
                  </a:lnTo>
                  <a:lnTo>
                    <a:pt x="2596483" y="613789"/>
                  </a:lnTo>
                  <a:lnTo>
                    <a:pt x="2597555" y="613333"/>
                  </a:lnTo>
                  <a:lnTo>
                    <a:pt x="2598627" y="612877"/>
                  </a:lnTo>
                  <a:lnTo>
                    <a:pt x="2599698" y="612421"/>
                  </a:lnTo>
                  <a:lnTo>
                    <a:pt x="2600770" y="611965"/>
                  </a:lnTo>
                  <a:lnTo>
                    <a:pt x="2601841" y="611509"/>
                  </a:lnTo>
                  <a:lnTo>
                    <a:pt x="2602913" y="611053"/>
                  </a:lnTo>
                  <a:lnTo>
                    <a:pt x="2603985" y="610597"/>
                  </a:lnTo>
                  <a:lnTo>
                    <a:pt x="2605056" y="610141"/>
                  </a:lnTo>
                  <a:lnTo>
                    <a:pt x="2606128" y="609684"/>
                  </a:lnTo>
                  <a:lnTo>
                    <a:pt x="2607199" y="609228"/>
                  </a:lnTo>
                  <a:lnTo>
                    <a:pt x="2608271" y="608772"/>
                  </a:lnTo>
                  <a:lnTo>
                    <a:pt x="2609343" y="608315"/>
                  </a:lnTo>
                  <a:lnTo>
                    <a:pt x="2610414" y="607859"/>
                  </a:lnTo>
                  <a:lnTo>
                    <a:pt x="2611486" y="607402"/>
                  </a:lnTo>
                  <a:lnTo>
                    <a:pt x="2612557" y="606946"/>
                  </a:lnTo>
                  <a:lnTo>
                    <a:pt x="2613629" y="606489"/>
                  </a:lnTo>
                  <a:lnTo>
                    <a:pt x="2614701" y="606032"/>
                  </a:lnTo>
                  <a:lnTo>
                    <a:pt x="2615772" y="605576"/>
                  </a:lnTo>
                  <a:lnTo>
                    <a:pt x="2616844" y="605119"/>
                  </a:lnTo>
                  <a:lnTo>
                    <a:pt x="2617915" y="604662"/>
                  </a:lnTo>
                  <a:lnTo>
                    <a:pt x="2618987" y="604205"/>
                  </a:lnTo>
                  <a:lnTo>
                    <a:pt x="2620059" y="603748"/>
                  </a:lnTo>
                  <a:lnTo>
                    <a:pt x="2621130" y="603291"/>
                  </a:lnTo>
                  <a:lnTo>
                    <a:pt x="2622202" y="602834"/>
                  </a:lnTo>
                  <a:lnTo>
                    <a:pt x="2623273" y="602377"/>
                  </a:lnTo>
                  <a:lnTo>
                    <a:pt x="2624345" y="601919"/>
                  </a:lnTo>
                  <a:lnTo>
                    <a:pt x="2625417" y="601462"/>
                  </a:lnTo>
                  <a:lnTo>
                    <a:pt x="2626488" y="601005"/>
                  </a:lnTo>
                  <a:lnTo>
                    <a:pt x="2627560" y="600547"/>
                  </a:lnTo>
                  <a:lnTo>
                    <a:pt x="2628631" y="600090"/>
                  </a:lnTo>
                  <a:lnTo>
                    <a:pt x="2629703" y="599632"/>
                  </a:lnTo>
                  <a:lnTo>
                    <a:pt x="2630775" y="599175"/>
                  </a:lnTo>
                  <a:lnTo>
                    <a:pt x="2631846" y="598717"/>
                  </a:lnTo>
                  <a:lnTo>
                    <a:pt x="2632918" y="598259"/>
                  </a:lnTo>
                  <a:lnTo>
                    <a:pt x="2633989" y="597802"/>
                  </a:lnTo>
                  <a:lnTo>
                    <a:pt x="2635061" y="597344"/>
                  </a:lnTo>
                  <a:lnTo>
                    <a:pt x="2636133" y="596886"/>
                  </a:lnTo>
                  <a:lnTo>
                    <a:pt x="2637204" y="596428"/>
                  </a:lnTo>
                  <a:lnTo>
                    <a:pt x="2638276" y="595970"/>
                  </a:lnTo>
                  <a:lnTo>
                    <a:pt x="2639347" y="595512"/>
                  </a:lnTo>
                  <a:lnTo>
                    <a:pt x="2640419" y="595054"/>
                  </a:lnTo>
                  <a:lnTo>
                    <a:pt x="2641491" y="594596"/>
                  </a:lnTo>
                  <a:lnTo>
                    <a:pt x="2642562" y="594138"/>
                  </a:lnTo>
                  <a:lnTo>
                    <a:pt x="2643634" y="593679"/>
                  </a:lnTo>
                  <a:lnTo>
                    <a:pt x="2644705" y="593221"/>
                  </a:lnTo>
                  <a:lnTo>
                    <a:pt x="2645777" y="592762"/>
                  </a:lnTo>
                  <a:lnTo>
                    <a:pt x="2646849" y="592304"/>
                  </a:lnTo>
                  <a:lnTo>
                    <a:pt x="2647920" y="591845"/>
                  </a:lnTo>
                  <a:lnTo>
                    <a:pt x="2648992" y="591387"/>
                  </a:lnTo>
                  <a:lnTo>
                    <a:pt x="2650063" y="590928"/>
                  </a:lnTo>
                  <a:lnTo>
                    <a:pt x="2651135" y="590469"/>
                  </a:lnTo>
                  <a:lnTo>
                    <a:pt x="2652207" y="590011"/>
                  </a:lnTo>
                  <a:lnTo>
                    <a:pt x="2653278" y="589552"/>
                  </a:lnTo>
                  <a:lnTo>
                    <a:pt x="2654350" y="589093"/>
                  </a:lnTo>
                  <a:lnTo>
                    <a:pt x="2655421" y="588634"/>
                  </a:lnTo>
                  <a:lnTo>
                    <a:pt x="2656493" y="588175"/>
                  </a:lnTo>
                  <a:lnTo>
                    <a:pt x="2657565" y="587716"/>
                  </a:lnTo>
                  <a:lnTo>
                    <a:pt x="2658636" y="587256"/>
                  </a:lnTo>
                  <a:lnTo>
                    <a:pt x="2659708" y="586797"/>
                  </a:lnTo>
                  <a:lnTo>
                    <a:pt x="2660779" y="586338"/>
                  </a:lnTo>
                  <a:lnTo>
                    <a:pt x="2661851" y="585879"/>
                  </a:lnTo>
                  <a:lnTo>
                    <a:pt x="2662922" y="585419"/>
                  </a:lnTo>
                  <a:lnTo>
                    <a:pt x="2663994" y="584960"/>
                  </a:lnTo>
                  <a:lnTo>
                    <a:pt x="2665066" y="584500"/>
                  </a:lnTo>
                  <a:lnTo>
                    <a:pt x="2666137" y="584040"/>
                  </a:lnTo>
                  <a:lnTo>
                    <a:pt x="2667209" y="583581"/>
                  </a:lnTo>
                  <a:lnTo>
                    <a:pt x="2668280" y="583121"/>
                  </a:lnTo>
                  <a:lnTo>
                    <a:pt x="2669352" y="582661"/>
                  </a:lnTo>
                  <a:lnTo>
                    <a:pt x="2670424" y="582201"/>
                  </a:lnTo>
                  <a:lnTo>
                    <a:pt x="2671495" y="581741"/>
                  </a:lnTo>
                  <a:lnTo>
                    <a:pt x="2672567" y="581281"/>
                  </a:lnTo>
                  <a:lnTo>
                    <a:pt x="2673638" y="580821"/>
                  </a:lnTo>
                  <a:lnTo>
                    <a:pt x="2674710" y="580361"/>
                  </a:lnTo>
                  <a:lnTo>
                    <a:pt x="2675782" y="579901"/>
                  </a:lnTo>
                  <a:lnTo>
                    <a:pt x="2676853" y="579441"/>
                  </a:lnTo>
                  <a:lnTo>
                    <a:pt x="2677925" y="578980"/>
                  </a:lnTo>
                  <a:lnTo>
                    <a:pt x="2678996" y="578520"/>
                  </a:lnTo>
                  <a:lnTo>
                    <a:pt x="2680068" y="578059"/>
                  </a:lnTo>
                  <a:lnTo>
                    <a:pt x="2681140" y="577599"/>
                  </a:lnTo>
                  <a:lnTo>
                    <a:pt x="2682211" y="577138"/>
                  </a:lnTo>
                  <a:lnTo>
                    <a:pt x="2683283" y="576677"/>
                  </a:lnTo>
                  <a:lnTo>
                    <a:pt x="2684354" y="576217"/>
                  </a:lnTo>
                  <a:lnTo>
                    <a:pt x="2685426" y="575756"/>
                  </a:lnTo>
                  <a:lnTo>
                    <a:pt x="2686498" y="575295"/>
                  </a:lnTo>
                  <a:lnTo>
                    <a:pt x="2687569" y="574834"/>
                  </a:lnTo>
                  <a:lnTo>
                    <a:pt x="2688641" y="574373"/>
                  </a:lnTo>
                  <a:lnTo>
                    <a:pt x="2689712" y="573912"/>
                  </a:lnTo>
                  <a:lnTo>
                    <a:pt x="2690784" y="573451"/>
                  </a:lnTo>
                  <a:lnTo>
                    <a:pt x="2691856" y="572990"/>
                  </a:lnTo>
                  <a:lnTo>
                    <a:pt x="2692927" y="572528"/>
                  </a:lnTo>
                  <a:lnTo>
                    <a:pt x="2693999" y="572067"/>
                  </a:lnTo>
                  <a:lnTo>
                    <a:pt x="2695070" y="571605"/>
                  </a:lnTo>
                  <a:lnTo>
                    <a:pt x="2696142" y="571144"/>
                  </a:lnTo>
                  <a:lnTo>
                    <a:pt x="2697214" y="570682"/>
                  </a:lnTo>
                  <a:lnTo>
                    <a:pt x="2698285" y="570221"/>
                  </a:lnTo>
                  <a:lnTo>
                    <a:pt x="2699357" y="569759"/>
                  </a:lnTo>
                  <a:lnTo>
                    <a:pt x="2700428" y="569297"/>
                  </a:lnTo>
                  <a:lnTo>
                    <a:pt x="2701500" y="568835"/>
                  </a:lnTo>
                  <a:lnTo>
                    <a:pt x="2702572" y="568373"/>
                  </a:lnTo>
                  <a:lnTo>
                    <a:pt x="2703643" y="567911"/>
                  </a:lnTo>
                  <a:lnTo>
                    <a:pt x="2704715" y="567449"/>
                  </a:lnTo>
                  <a:lnTo>
                    <a:pt x="2705786" y="566987"/>
                  </a:lnTo>
                  <a:lnTo>
                    <a:pt x="2706858" y="566525"/>
                  </a:lnTo>
                  <a:lnTo>
                    <a:pt x="2707930" y="566063"/>
                  </a:lnTo>
                  <a:lnTo>
                    <a:pt x="2709001" y="565600"/>
                  </a:lnTo>
                  <a:lnTo>
                    <a:pt x="2710073" y="565138"/>
                  </a:lnTo>
                  <a:lnTo>
                    <a:pt x="2711144" y="564675"/>
                  </a:lnTo>
                  <a:lnTo>
                    <a:pt x="2712216" y="564213"/>
                  </a:lnTo>
                  <a:lnTo>
                    <a:pt x="2713288" y="563750"/>
                  </a:lnTo>
                  <a:lnTo>
                    <a:pt x="2714359" y="563287"/>
                  </a:lnTo>
                  <a:lnTo>
                    <a:pt x="2715431" y="562825"/>
                  </a:lnTo>
                  <a:lnTo>
                    <a:pt x="2716502" y="562362"/>
                  </a:lnTo>
                  <a:lnTo>
                    <a:pt x="2717574" y="561899"/>
                  </a:lnTo>
                  <a:lnTo>
                    <a:pt x="2718646" y="561436"/>
                  </a:lnTo>
                  <a:lnTo>
                    <a:pt x="2719717" y="560973"/>
                  </a:lnTo>
                  <a:lnTo>
                    <a:pt x="2720789" y="560509"/>
                  </a:lnTo>
                  <a:lnTo>
                    <a:pt x="2721860" y="560046"/>
                  </a:lnTo>
                  <a:lnTo>
                    <a:pt x="2722932" y="559583"/>
                  </a:lnTo>
                  <a:lnTo>
                    <a:pt x="2724004" y="559120"/>
                  </a:lnTo>
                  <a:lnTo>
                    <a:pt x="2725075" y="558656"/>
                  </a:lnTo>
                  <a:lnTo>
                    <a:pt x="2726147" y="558193"/>
                  </a:lnTo>
                  <a:lnTo>
                    <a:pt x="2727218" y="557729"/>
                  </a:lnTo>
                  <a:lnTo>
                    <a:pt x="2728290" y="557265"/>
                  </a:lnTo>
                  <a:lnTo>
                    <a:pt x="2729362" y="556801"/>
                  </a:lnTo>
                  <a:lnTo>
                    <a:pt x="2730433" y="556338"/>
                  </a:lnTo>
                  <a:lnTo>
                    <a:pt x="2731505" y="555874"/>
                  </a:lnTo>
                  <a:lnTo>
                    <a:pt x="2732576" y="555410"/>
                  </a:lnTo>
                  <a:lnTo>
                    <a:pt x="2733648" y="554946"/>
                  </a:lnTo>
                  <a:lnTo>
                    <a:pt x="2734720" y="554481"/>
                  </a:lnTo>
                  <a:lnTo>
                    <a:pt x="2735791" y="554017"/>
                  </a:lnTo>
                  <a:lnTo>
                    <a:pt x="2736863" y="553553"/>
                  </a:lnTo>
                  <a:lnTo>
                    <a:pt x="2737934" y="553089"/>
                  </a:lnTo>
                  <a:lnTo>
                    <a:pt x="2739006" y="552624"/>
                  </a:lnTo>
                  <a:lnTo>
                    <a:pt x="2740078" y="552160"/>
                  </a:lnTo>
                  <a:lnTo>
                    <a:pt x="2741149" y="551695"/>
                  </a:lnTo>
                  <a:lnTo>
                    <a:pt x="2742221" y="551230"/>
                  </a:lnTo>
                  <a:lnTo>
                    <a:pt x="2743292" y="550766"/>
                  </a:lnTo>
                  <a:lnTo>
                    <a:pt x="2744364" y="550301"/>
                  </a:lnTo>
                  <a:lnTo>
                    <a:pt x="2745436" y="549836"/>
                  </a:lnTo>
                  <a:lnTo>
                    <a:pt x="2746507" y="549371"/>
                  </a:lnTo>
                  <a:lnTo>
                    <a:pt x="2747579" y="548906"/>
                  </a:lnTo>
                  <a:lnTo>
                    <a:pt x="2748650" y="548440"/>
                  </a:lnTo>
                  <a:lnTo>
                    <a:pt x="2749722" y="547975"/>
                  </a:lnTo>
                  <a:lnTo>
                    <a:pt x="2750794" y="547510"/>
                  </a:lnTo>
                  <a:lnTo>
                    <a:pt x="2751865" y="547045"/>
                  </a:lnTo>
                  <a:lnTo>
                    <a:pt x="2752937" y="546579"/>
                  </a:lnTo>
                  <a:lnTo>
                    <a:pt x="2754008" y="546114"/>
                  </a:lnTo>
                  <a:lnTo>
                    <a:pt x="2755080" y="545648"/>
                  </a:lnTo>
                  <a:lnTo>
                    <a:pt x="2756152" y="545182"/>
                  </a:lnTo>
                  <a:lnTo>
                    <a:pt x="2757223" y="544716"/>
                  </a:lnTo>
                  <a:lnTo>
                    <a:pt x="2758295" y="544250"/>
                  </a:lnTo>
                  <a:lnTo>
                    <a:pt x="2759366" y="543785"/>
                  </a:lnTo>
                  <a:lnTo>
                    <a:pt x="2760438" y="543318"/>
                  </a:lnTo>
                  <a:lnTo>
                    <a:pt x="2761510" y="542852"/>
                  </a:lnTo>
                  <a:lnTo>
                    <a:pt x="2762581" y="542386"/>
                  </a:lnTo>
                  <a:lnTo>
                    <a:pt x="2763653" y="541920"/>
                  </a:lnTo>
                  <a:lnTo>
                    <a:pt x="2764724" y="541454"/>
                  </a:lnTo>
                  <a:lnTo>
                    <a:pt x="2765796" y="540987"/>
                  </a:lnTo>
                  <a:lnTo>
                    <a:pt x="2766868" y="540521"/>
                  </a:lnTo>
                  <a:lnTo>
                    <a:pt x="2767939" y="540054"/>
                  </a:lnTo>
                  <a:lnTo>
                    <a:pt x="2769011" y="539587"/>
                  </a:lnTo>
                  <a:lnTo>
                    <a:pt x="2770082" y="539120"/>
                  </a:lnTo>
                  <a:lnTo>
                    <a:pt x="2771154" y="538654"/>
                  </a:lnTo>
                  <a:lnTo>
                    <a:pt x="2772226" y="538187"/>
                  </a:lnTo>
                  <a:lnTo>
                    <a:pt x="2773297" y="537720"/>
                  </a:lnTo>
                  <a:lnTo>
                    <a:pt x="2774369" y="537252"/>
                  </a:lnTo>
                  <a:lnTo>
                    <a:pt x="2775440" y="536785"/>
                  </a:lnTo>
                  <a:lnTo>
                    <a:pt x="2776512" y="536318"/>
                  </a:lnTo>
                  <a:lnTo>
                    <a:pt x="2777584" y="535851"/>
                  </a:lnTo>
                  <a:lnTo>
                    <a:pt x="2778655" y="535383"/>
                  </a:lnTo>
                  <a:lnTo>
                    <a:pt x="2779727" y="534916"/>
                  </a:lnTo>
                  <a:lnTo>
                    <a:pt x="2780798" y="534448"/>
                  </a:lnTo>
                  <a:lnTo>
                    <a:pt x="2781870" y="533980"/>
                  </a:lnTo>
                  <a:lnTo>
                    <a:pt x="2782942" y="533513"/>
                  </a:lnTo>
                  <a:lnTo>
                    <a:pt x="2784013" y="533045"/>
                  </a:lnTo>
                  <a:lnTo>
                    <a:pt x="2785085" y="532577"/>
                  </a:lnTo>
                  <a:lnTo>
                    <a:pt x="2786156" y="532109"/>
                  </a:lnTo>
                  <a:lnTo>
                    <a:pt x="2787228" y="531641"/>
                  </a:lnTo>
                  <a:lnTo>
                    <a:pt x="2788300" y="531172"/>
                  </a:lnTo>
                  <a:lnTo>
                    <a:pt x="2789371" y="530704"/>
                  </a:lnTo>
                  <a:lnTo>
                    <a:pt x="2790443" y="530236"/>
                  </a:lnTo>
                  <a:lnTo>
                    <a:pt x="2791514" y="529767"/>
                  </a:lnTo>
                  <a:lnTo>
                    <a:pt x="2792586" y="529299"/>
                  </a:lnTo>
                  <a:lnTo>
                    <a:pt x="2793658" y="528830"/>
                  </a:lnTo>
                  <a:lnTo>
                    <a:pt x="2794729" y="528361"/>
                  </a:lnTo>
                  <a:lnTo>
                    <a:pt x="2795801" y="527892"/>
                  </a:lnTo>
                  <a:lnTo>
                    <a:pt x="2796872" y="527423"/>
                  </a:lnTo>
                  <a:lnTo>
                    <a:pt x="2797944" y="526954"/>
                  </a:lnTo>
                  <a:lnTo>
                    <a:pt x="2799016" y="526485"/>
                  </a:lnTo>
                  <a:lnTo>
                    <a:pt x="2800087" y="526016"/>
                  </a:lnTo>
                  <a:lnTo>
                    <a:pt x="2801159" y="525547"/>
                  </a:lnTo>
                  <a:lnTo>
                    <a:pt x="2802230" y="525078"/>
                  </a:lnTo>
                  <a:lnTo>
                    <a:pt x="2803302" y="524608"/>
                  </a:lnTo>
                  <a:lnTo>
                    <a:pt x="2804374" y="524139"/>
                  </a:lnTo>
                  <a:lnTo>
                    <a:pt x="2805445" y="523669"/>
                  </a:lnTo>
                  <a:lnTo>
                    <a:pt x="2806517" y="523199"/>
                  </a:lnTo>
                  <a:lnTo>
                    <a:pt x="2807588" y="522729"/>
                  </a:lnTo>
                  <a:lnTo>
                    <a:pt x="2808660" y="522260"/>
                  </a:lnTo>
                  <a:lnTo>
                    <a:pt x="2809732" y="521790"/>
                  </a:lnTo>
                  <a:lnTo>
                    <a:pt x="2810803" y="521320"/>
                  </a:lnTo>
                  <a:lnTo>
                    <a:pt x="2811875" y="520849"/>
                  </a:lnTo>
                  <a:lnTo>
                    <a:pt x="2812946" y="520379"/>
                  </a:lnTo>
                  <a:lnTo>
                    <a:pt x="2814018" y="519909"/>
                  </a:lnTo>
                  <a:lnTo>
                    <a:pt x="2815090" y="519438"/>
                  </a:lnTo>
                  <a:lnTo>
                    <a:pt x="2816161" y="518968"/>
                  </a:lnTo>
                  <a:lnTo>
                    <a:pt x="2817233" y="518497"/>
                  </a:lnTo>
                  <a:lnTo>
                    <a:pt x="2818304" y="518026"/>
                  </a:lnTo>
                  <a:lnTo>
                    <a:pt x="2819376" y="517556"/>
                  </a:lnTo>
                  <a:lnTo>
                    <a:pt x="2820448" y="517085"/>
                  </a:lnTo>
                  <a:lnTo>
                    <a:pt x="2821519" y="516614"/>
                  </a:lnTo>
                  <a:lnTo>
                    <a:pt x="2822591" y="516143"/>
                  </a:lnTo>
                  <a:lnTo>
                    <a:pt x="2823662" y="515672"/>
                  </a:lnTo>
                  <a:lnTo>
                    <a:pt x="2824734" y="515200"/>
                  </a:lnTo>
                  <a:lnTo>
                    <a:pt x="2825806" y="514729"/>
                  </a:lnTo>
                  <a:lnTo>
                    <a:pt x="2826877" y="514257"/>
                  </a:lnTo>
                  <a:lnTo>
                    <a:pt x="2827949" y="513786"/>
                  </a:lnTo>
                  <a:lnTo>
                    <a:pt x="2829020" y="513314"/>
                  </a:lnTo>
                  <a:lnTo>
                    <a:pt x="2830092" y="512843"/>
                  </a:lnTo>
                  <a:lnTo>
                    <a:pt x="2831164" y="512371"/>
                  </a:lnTo>
                  <a:lnTo>
                    <a:pt x="2832235" y="511899"/>
                  </a:lnTo>
                  <a:lnTo>
                    <a:pt x="2833307" y="511427"/>
                  </a:lnTo>
                  <a:lnTo>
                    <a:pt x="2834378" y="510955"/>
                  </a:lnTo>
                  <a:lnTo>
                    <a:pt x="2835450" y="510482"/>
                  </a:lnTo>
                  <a:lnTo>
                    <a:pt x="2836522" y="510010"/>
                  </a:lnTo>
                  <a:lnTo>
                    <a:pt x="2837593" y="509538"/>
                  </a:lnTo>
                  <a:lnTo>
                    <a:pt x="2838665" y="509065"/>
                  </a:lnTo>
                  <a:lnTo>
                    <a:pt x="2839736" y="508593"/>
                  </a:lnTo>
                  <a:lnTo>
                    <a:pt x="2840808" y="508120"/>
                  </a:lnTo>
                  <a:lnTo>
                    <a:pt x="2841879" y="507647"/>
                  </a:lnTo>
                  <a:lnTo>
                    <a:pt x="2842951" y="507174"/>
                  </a:lnTo>
                  <a:lnTo>
                    <a:pt x="2844023" y="506701"/>
                  </a:lnTo>
                  <a:lnTo>
                    <a:pt x="2845094" y="506228"/>
                  </a:lnTo>
                  <a:lnTo>
                    <a:pt x="2846166" y="505755"/>
                  </a:lnTo>
                  <a:lnTo>
                    <a:pt x="2847237" y="505282"/>
                  </a:lnTo>
                  <a:lnTo>
                    <a:pt x="2848309" y="504808"/>
                  </a:lnTo>
                  <a:lnTo>
                    <a:pt x="2849381" y="504335"/>
                  </a:lnTo>
                  <a:lnTo>
                    <a:pt x="2850452" y="503861"/>
                  </a:lnTo>
                  <a:lnTo>
                    <a:pt x="2851524" y="503388"/>
                  </a:lnTo>
                  <a:lnTo>
                    <a:pt x="2852595" y="502914"/>
                  </a:lnTo>
                  <a:lnTo>
                    <a:pt x="2853667" y="502440"/>
                  </a:lnTo>
                  <a:lnTo>
                    <a:pt x="2854739" y="501966"/>
                  </a:lnTo>
                  <a:lnTo>
                    <a:pt x="2855810" y="501492"/>
                  </a:lnTo>
                  <a:lnTo>
                    <a:pt x="2856882" y="501018"/>
                  </a:lnTo>
                  <a:lnTo>
                    <a:pt x="2857953" y="500544"/>
                  </a:lnTo>
                  <a:lnTo>
                    <a:pt x="2859025" y="500069"/>
                  </a:lnTo>
                  <a:lnTo>
                    <a:pt x="2860097" y="499595"/>
                  </a:lnTo>
                  <a:lnTo>
                    <a:pt x="2861168" y="499120"/>
                  </a:lnTo>
                  <a:lnTo>
                    <a:pt x="2862240" y="498646"/>
                  </a:lnTo>
                  <a:lnTo>
                    <a:pt x="2863311" y="498171"/>
                  </a:lnTo>
                  <a:lnTo>
                    <a:pt x="2864383" y="497696"/>
                  </a:lnTo>
                  <a:lnTo>
                    <a:pt x="2865455" y="497221"/>
                  </a:lnTo>
                  <a:lnTo>
                    <a:pt x="2866526" y="496746"/>
                  </a:lnTo>
                  <a:lnTo>
                    <a:pt x="2867598" y="496271"/>
                  </a:lnTo>
                  <a:lnTo>
                    <a:pt x="2868669" y="495796"/>
                  </a:lnTo>
                  <a:lnTo>
                    <a:pt x="2869741" y="495320"/>
                  </a:lnTo>
                  <a:lnTo>
                    <a:pt x="2870813" y="494845"/>
                  </a:lnTo>
                  <a:lnTo>
                    <a:pt x="2871884" y="494369"/>
                  </a:lnTo>
                  <a:lnTo>
                    <a:pt x="2872956" y="493894"/>
                  </a:lnTo>
                  <a:lnTo>
                    <a:pt x="2874027" y="493418"/>
                  </a:lnTo>
                  <a:lnTo>
                    <a:pt x="2875099" y="492942"/>
                  </a:lnTo>
                  <a:lnTo>
                    <a:pt x="2876171" y="492466"/>
                  </a:lnTo>
                  <a:lnTo>
                    <a:pt x="2877242" y="491990"/>
                  </a:lnTo>
                  <a:lnTo>
                    <a:pt x="2878314" y="491514"/>
                  </a:lnTo>
                  <a:lnTo>
                    <a:pt x="2879385" y="491037"/>
                  </a:lnTo>
                  <a:lnTo>
                    <a:pt x="2880457" y="490561"/>
                  </a:lnTo>
                  <a:lnTo>
                    <a:pt x="2881529" y="490084"/>
                  </a:lnTo>
                  <a:lnTo>
                    <a:pt x="2882600" y="489608"/>
                  </a:lnTo>
                  <a:lnTo>
                    <a:pt x="2883672" y="489131"/>
                  </a:lnTo>
                  <a:lnTo>
                    <a:pt x="2884743" y="488654"/>
                  </a:lnTo>
                  <a:lnTo>
                    <a:pt x="2885815" y="488177"/>
                  </a:lnTo>
                  <a:lnTo>
                    <a:pt x="2886887" y="487700"/>
                  </a:lnTo>
                  <a:lnTo>
                    <a:pt x="2887958" y="487223"/>
                  </a:lnTo>
                  <a:lnTo>
                    <a:pt x="2889030" y="486746"/>
                  </a:lnTo>
                  <a:lnTo>
                    <a:pt x="2890101" y="486269"/>
                  </a:lnTo>
                  <a:lnTo>
                    <a:pt x="2891173" y="485791"/>
                  </a:lnTo>
                  <a:lnTo>
                    <a:pt x="2892245" y="485314"/>
                  </a:lnTo>
                  <a:lnTo>
                    <a:pt x="2893316" y="484836"/>
                  </a:lnTo>
                  <a:lnTo>
                    <a:pt x="2894388" y="484358"/>
                  </a:lnTo>
                  <a:lnTo>
                    <a:pt x="2895459" y="483880"/>
                  </a:lnTo>
                  <a:lnTo>
                    <a:pt x="2896531" y="483402"/>
                  </a:lnTo>
                  <a:lnTo>
                    <a:pt x="2897603" y="482924"/>
                  </a:lnTo>
                  <a:lnTo>
                    <a:pt x="2898674" y="482446"/>
                  </a:lnTo>
                  <a:lnTo>
                    <a:pt x="2899746" y="481968"/>
                  </a:lnTo>
                  <a:lnTo>
                    <a:pt x="2900817" y="481489"/>
                  </a:lnTo>
                  <a:lnTo>
                    <a:pt x="2901889" y="481011"/>
                  </a:lnTo>
                  <a:lnTo>
                    <a:pt x="2902961" y="480532"/>
                  </a:lnTo>
                  <a:lnTo>
                    <a:pt x="2904032" y="480053"/>
                  </a:lnTo>
                  <a:lnTo>
                    <a:pt x="2905104" y="479575"/>
                  </a:lnTo>
                  <a:lnTo>
                    <a:pt x="2906175" y="479096"/>
                  </a:lnTo>
                  <a:lnTo>
                    <a:pt x="2907247" y="478616"/>
                  </a:lnTo>
                  <a:lnTo>
                    <a:pt x="2908319" y="478137"/>
                  </a:lnTo>
                  <a:lnTo>
                    <a:pt x="2909390" y="477658"/>
                  </a:lnTo>
                  <a:lnTo>
                    <a:pt x="2910462" y="477179"/>
                  </a:lnTo>
                  <a:lnTo>
                    <a:pt x="2911533" y="476699"/>
                  </a:lnTo>
                  <a:lnTo>
                    <a:pt x="2912605" y="476219"/>
                  </a:lnTo>
                  <a:lnTo>
                    <a:pt x="2913677" y="475740"/>
                  </a:lnTo>
                  <a:lnTo>
                    <a:pt x="2914748" y="475260"/>
                  </a:lnTo>
                  <a:lnTo>
                    <a:pt x="2915820" y="474780"/>
                  </a:lnTo>
                  <a:lnTo>
                    <a:pt x="2916891" y="474300"/>
                  </a:lnTo>
                  <a:lnTo>
                    <a:pt x="2917963" y="473820"/>
                  </a:lnTo>
                  <a:lnTo>
                    <a:pt x="2919035" y="473339"/>
                  </a:lnTo>
                  <a:lnTo>
                    <a:pt x="2920106" y="472859"/>
                  </a:lnTo>
                  <a:lnTo>
                    <a:pt x="2921178" y="472378"/>
                  </a:lnTo>
                  <a:lnTo>
                    <a:pt x="2922249" y="471898"/>
                  </a:lnTo>
                  <a:lnTo>
                    <a:pt x="2923321" y="471417"/>
                  </a:lnTo>
                  <a:lnTo>
                    <a:pt x="2924393" y="470936"/>
                  </a:lnTo>
                  <a:lnTo>
                    <a:pt x="2925464" y="470455"/>
                  </a:lnTo>
                  <a:lnTo>
                    <a:pt x="2926536" y="469974"/>
                  </a:lnTo>
                  <a:lnTo>
                    <a:pt x="2927607" y="469493"/>
                  </a:lnTo>
                  <a:lnTo>
                    <a:pt x="2928679" y="469012"/>
                  </a:lnTo>
                  <a:lnTo>
                    <a:pt x="2929751" y="468530"/>
                  </a:lnTo>
                  <a:lnTo>
                    <a:pt x="2930822" y="468049"/>
                  </a:lnTo>
                  <a:lnTo>
                    <a:pt x="2931894" y="467567"/>
                  </a:lnTo>
                  <a:lnTo>
                    <a:pt x="2932965" y="467085"/>
                  </a:lnTo>
                  <a:lnTo>
                    <a:pt x="2934037" y="466603"/>
                  </a:lnTo>
                  <a:lnTo>
                    <a:pt x="2935109" y="466121"/>
                  </a:lnTo>
                  <a:lnTo>
                    <a:pt x="2936180" y="465639"/>
                  </a:lnTo>
                  <a:lnTo>
                    <a:pt x="2937252" y="465157"/>
                  </a:lnTo>
                  <a:lnTo>
                    <a:pt x="2938323" y="464675"/>
                  </a:lnTo>
                  <a:lnTo>
                    <a:pt x="2939395" y="464192"/>
                  </a:lnTo>
                  <a:lnTo>
                    <a:pt x="2940467" y="463710"/>
                  </a:lnTo>
                  <a:lnTo>
                    <a:pt x="2941538" y="463227"/>
                  </a:lnTo>
                  <a:lnTo>
                    <a:pt x="2942610" y="462744"/>
                  </a:lnTo>
                  <a:lnTo>
                    <a:pt x="2943681" y="462261"/>
                  </a:lnTo>
                  <a:lnTo>
                    <a:pt x="2944753" y="461778"/>
                  </a:lnTo>
                  <a:lnTo>
                    <a:pt x="2945825" y="461295"/>
                  </a:lnTo>
                  <a:lnTo>
                    <a:pt x="2946896" y="460812"/>
                  </a:lnTo>
                  <a:lnTo>
                    <a:pt x="2947968" y="460328"/>
                  </a:lnTo>
                  <a:lnTo>
                    <a:pt x="2949039" y="459845"/>
                  </a:lnTo>
                  <a:lnTo>
                    <a:pt x="2950111" y="459361"/>
                  </a:lnTo>
                  <a:lnTo>
                    <a:pt x="2951183" y="458877"/>
                  </a:lnTo>
                  <a:lnTo>
                    <a:pt x="2952254" y="458393"/>
                  </a:lnTo>
                  <a:lnTo>
                    <a:pt x="2953326" y="457909"/>
                  </a:lnTo>
                  <a:lnTo>
                    <a:pt x="2954397" y="457425"/>
                  </a:lnTo>
                  <a:lnTo>
                    <a:pt x="2955469" y="456941"/>
                  </a:lnTo>
                  <a:lnTo>
                    <a:pt x="2956541" y="456457"/>
                  </a:lnTo>
                  <a:lnTo>
                    <a:pt x="2957612" y="455972"/>
                  </a:lnTo>
                  <a:lnTo>
                    <a:pt x="2958684" y="455488"/>
                  </a:lnTo>
                  <a:lnTo>
                    <a:pt x="2959755" y="455003"/>
                  </a:lnTo>
                  <a:lnTo>
                    <a:pt x="2960827" y="454518"/>
                  </a:lnTo>
                  <a:lnTo>
                    <a:pt x="2961899" y="454033"/>
                  </a:lnTo>
                  <a:lnTo>
                    <a:pt x="2962970" y="453548"/>
                  </a:lnTo>
                  <a:lnTo>
                    <a:pt x="2964042" y="453063"/>
                  </a:lnTo>
                  <a:lnTo>
                    <a:pt x="2965113" y="452578"/>
                  </a:lnTo>
                  <a:lnTo>
                    <a:pt x="2966185" y="452092"/>
                  </a:lnTo>
                  <a:lnTo>
                    <a:pt x="2967257" y="451606"/>
                  </a:lnTo>
                  <a:lnTo>
                    <a:pt x="2968328" y="451121"/>
                  </a:lnTo>
                  <a:lnTo>
                    <a:pt x="2969400" y="450635"/>
                  </a:lnTo>
                  <a:lnTo>
                    <a:pt x="2970471" y="450149"/>
                  </a:lnTo>
                  <a:lnTo>
                    <a:pt x="2971543" y="449663"/>
                  </a:lnTo>
                  <a:lnTo>
                    <a:pt x="2972615" y="449177"/>
                  </a:lnTo>
                  <a:lnTo>
                    <a:pt x="2973686" y="448690"/>
                  </a:lnTo>
                  <a:lnTo>
                    <a:pt x="2974758" y="448204"/>
                  </a:lnTo>
                  <a:lnTo>
                    <a:pt x="2975829" y="447717"/>
                  </a:lnTo>
                  <a:lnTo>
                    <a:pt x="2976901" y="447231"/>
                  </a:lnTo>
                  <a:lnTo>
                    <a:pt x="2977973" y="446744"/>
                  </a:lnTo>
                  <a:lnTo>
                    <a:pt x="2979044" y="446257"/>
                  </a:lnTo>
                  <a:lnTo>
                    <a:pt x="2980116" y="445770"/>
                  </a:lnTo>
                  <a:lnTo>
                    <a:pt x="2981187" y="445283"/>
                  </a:lnTo>
                  <a:lnTo>
                    <a:pt x="2982259" y="444795"/>
                  </a:lnTo>
                  <a:lnTo>
                    <a:pt x="2983331" y="444308"/>
                  </a:lnTo>
                  <a:lnTo>
                    <a:pt x="2984402" y="443820"/>
                  </a:lnTo>
                  <a:lnTo>
                    <a:pt x="2985474" y="443333"/>
                  </a:lnTo>
                  <a:lnTo>
                    <a:pt x="2986545" y="442845"/>
                  </a:lnTo>
                  <a:lnTo>
                    <a:pt x="2987617" y="442357"/>
                  </a:lnTo>
                  <a:lnTo>
                    <a:pt x="2988689" y="441869"/>
                  </a:lnTo>
                  <a:lnTo>
                    <a:pt x="2989760" y="441381"/>
                  </a:lnTo>
                  <a:lnTo>
                    <a:pt x="2990832" y="440892"/>
                  </a:lnTo>
                  <a:lnTo>
                    <a:pt x="2991903" y="440404"/>
                  </a:lnTo>
                  <a:lnTo>
                    <a:pt x="2992975" y="439915"/>
                  </a:lnTo>
                  <a:lnTo>
                    <a:pt x="2994047" y="439427"/>
                  </a:lnTo>
                  <a:lnTo>
                    <a:pt x="2995118" y="438938"/>
                  </a:lnTo>
                  <a:lnTo>
                    <a:pt x="2996190" y="438449"/>
                  </a:lnTo>
                  <a:lnTo>
                    <a:pt x="2997261" y="437960"/>
                  </a:lnTo>
                  <a:lnTo>
                    <a:pt x="2998333" y="437470"/>
                  </a:lnTo>
                  <a:lnTo>
                    <a:pt x="2999405" y="436981"/>
                  </a:lnTo>
                  <a:lnTo>
                    <a:pt x="3000476" y="436492"/>
                  </a:lnTo>
                  <a:lnTo>
                    <a:pt x="3001548" y="436002"/>
                  </a:lnTo>
                  <a:lnTo>
                    <a:pt x="3002619" y="435512"/>
                  </a:lnTo>
                  <a:lnTo>
                    <a:pt x="3003691" y="435022"/>
                  </a:lnTo>
                  <a:lnTo>
                    <a:pt x="3004763" y="434532"/>
                  </a:lnTo>
                  <a:lnTo>
                    <a:pt x="3005834" y="434042"/>
                  </a:lnTo>
                  <a:lnTo>
                    <a:pt x="3006906" y="433552"/>
                  </a:lnTo>
                  <a:lnTo>
                    <a:pt x="3007977" y="433062"/>
                  </a:lnTo>
                  <a:lnTo>
                    <a:pt x="3009049" y="432571"/>
                  </a:lnTo>
                  <a:lnTo>
                    <a:pt x="3010121" y="432080"/>
                  </a:lnTo>
                  <a:lnTo>
                    <a:pt x="3011192" y="431590"/>
                  </a:lnTo>
                  <a:lnTo>
                    <a:pt x="3012264" y="431099"/>
                  </a:lnTo>
                  <a:lnTo>
                    <a:pt x="3013335" y="430608"/>
                  </a:lnTo>
                  <a:lnTo>
                    <a:pt x="3014407" y="430116"/>
                  </a:lnTo>
                  <a:lnTo>
                    <a:pt x="3015479" y="429625"/>
                  </a:lnTo>
                  <a:lnTo>
                    <a:pt x="3016550" y="429134"/>
                  </a:lnTo>
                  <a:lnTo>
                    <a:pt x="3017622" y="428642"/>
                  </a:lnTo>
                  <a:lnTo>
                    <a:pt x="3018693" y="428150"/>
                  </a:lnTo>
                  <a:lnTo>
                    <a:pt x="3019765" y="427658"/>
                  </a:lnTo>
                  <a:lnTo>
                    <a:pt x="3020836" y="427166"/>
                  </a:lnTo>
                  <a:lnTo>
                    <a:pt x="3021908" y="426674"/>
                  </a:lnTo>
                  <a:lnTo>
                    <a:pt x="3022980" y="426182"/>
                  </a:lnTo>
                  <a:lnTo>
                    <a:pt x="3024051" y="425690"/>
                  </a:lnTo>
                  <a:lnTo>
                    <a:pt x="3025123" y="425197"/>
                  </a:lnTo>
                  <a:lnTo>
                    <a:pt x="3026194" y="424704"/>
                  </a:lnTo>
                  <a:lnTo>
                    <a:pt x="3027266" y="424212"/>
                  </a:lnTo>
                  <a:lnTo>
                    <a:pt x="3028338" y="423719"/>
                  </a:lnTo>
                  <a:lnTo>
                    <a:pt x="3029409" y="423226"/>
                  </a:lnTo>
                  <a:lnTo>
                    <a:pt x="3030481" y="422732"/>
                  </a:lnTo>
                  <a:lnTo>
                    <a:pt x="3031552" y="422239"/>
                  </a:lnTo>
                  <a:lnTo>
                    <a:pt x="3032624" y="421746"/>
                  </a:lnTo>
                  <a:lnTo>
                    <a:pt x="3033696" y="421252"/>
                  </a:lnTo>
                  <a:lnTo>
                    <a:pt x="3034767" y="420758"/>
                  </a:lnTo>
                  <a:lnTo>
                    <a:pt x="3035839" y="420264"/>
                  </a:lnTo>
                  <a:lnTo>
                    <a:pt x="3036910" y="419770"/>
                  </a:lnTo>
                  <a:lnTo>
                    <a:pt x="3037982" y="419276"/>
                  </a:lnTo>
                  <a:lnTo>
                    <a:pt x="3039054" y="418782"/>
                  </a:lnTo>
                  <a:lnTo>
                    <a:pt x="3040125" y="418288"/>
                  </a:lnTo>
                  <a:lnTo>
                    <a:pt x="3041197" y="417793"/>
                  </a:lnTo>
                  <a:lnTo>
                    <a:pt x="3042268" y="417299"/>
                  </a:lnTo>
                  <a:lnTo>
                    <a:pt x="3043340" y="416804"/>
                  </a:lnTo>
                  <a:lnTo>
                    <a:pt x="3044412" y="416309"/>
                  </a:lnTo>
                  <a:lnTo>
                    <a:pt x="3045483" y="415814"/>
                  </a:lnTo>
                  <a:lnTo>
                    <a:pt x="3046555" y="415319"/>
                  </a:lnTo>
                  <a:lnTo>
                    <a:pt x="3047626" y="414823"/>
                  </a:lnTo>
                  <a:lnTo>
                    <a:pt x="3048698" y="414328"/>
                  </a:lnTo>
                  <a:lnTo>
                    <a:pt x="3049770" y="413832"/>
                  </a:lnTo>
                  <a:lnTo>
                    <a:pt x="3050841" y="413336"/>
                  </a:lnTo>
                  <a:lnTo>
                    <a:pt x="3051913" y="412841"/>
                  </a:lnTo>
                  <a:lnTo>
                    <a:pt x="3052984" y="412345"/>
                  </a:lnTo>
                  <a:lnTo>
                    <a:pt x="3054056" y="411848"/>
                  </a:lnTo>
                  <a:lnTo>
                    <a:pt x="3055128" y="411352"/>
                  </a:lnTo>
                  <a:lnTo>
                    <a:pt x="3056199" y="410856"/>
                  </a:lnTo>
                  <a:lnTo>
                    <a:pt x="3057271" y="410359"/>
                  </a:lnTo>
                  <a:lnTo>
                    <a:pt x="3058342" y="409863"/>
                  </a:lnTo>
                  <a:lnTo>
                    <a:pt x="3059414" y="409366"/>
                  </a:lnTo>
                  <a:lnTo>
                    <a:pt x="3060486" y="408869"/>
                  </a:lnTo>
                  <a:lnTo>
                    <a:pt x="3061557" y="408372"/>
                  </a:lnTo>
                  <a:lnTo>
                    <a:pt x="3062629" y="407875"/>
                  </a:lnTo>
                  <a:lnTo>
                    <a:pt x="3063700" y="407377"/>
                  </a:lnTo>
                  <a:lnTo>
                    <a:pt x="3064772" y="406880"/>
                  </a:lnTo>
                  <a:lnTo>
                    <a:pt x="3065844" y="406382"/>
                  </a:lnTo>
                  <a:lnTo>
                    <a:pt x="3066915" y="405885"/>
                  </a:lnTo>
                  <a:lnTo>
                    <a:pt x="3067987" y="405387"/>
                  </a:lnTo>
                  <a:lnTo>
                    <a:pt x="3069058" y="404889"/>
                  </a:lnTo>
                  <a:lnTo>
                    <a:pt x="3070130" y="404390"/>
                  </a:lnTo>
                  <a:lnTo>
                    <a:pt x="3071202" y="403892"/>
                  </a:lnTo>
                  <a:lnTo>
                    <a:pt x="3072273" y="403394"/>
                  </a:lnTo>
                  <a:lnTo>
                    <a:pt x="3073345" y="402895"/>
                  </a:lnTo>
                  <a:lnTo>
                    <a:pt x="3074416" y="402397"/>
                  </a:lnTo>
                  <a:lnTo>
                    <a:pt x="3075488" y="401898"/>
                  </a:lnTo>
                  <a:lnTo>
                    <a:pt x="3076560" y="401399"/>
                  </a:lnTo>
                  <a:lnTo>
                    <a:pt x="3077631" y="400900"/>
                  </a:lnTo>
                  <a:lnTo>
                    <a:pt x="3078703" y="400401"/>
                  </a:lnTo>
                  <a:lnTo>
                    <a:pt x="3079774" y="399901"/>
                  </a:lnTo>
                  <a:lnTo>
                    <a:pt x="3080846" y="399402"/>
                  </a:lnTo>
                  <a:lnTo>
                    <a:pt x="3081918" y="398902"/>
                  </a:lnTo>
                  <a:lnTo>
                    <a:pt x="3082989" y="398402"/>
                  </a:lnTo>
                  <a:lnTo>
                    <a:pt x="3084061" y="397902"/>
                  </a:lnTo>
                  <a:lnTo>
                    <a:pt x="3085132" y="397402"/>
                  </a:lnTo>
                  <a:lnTo>
                    <a:pt x="3086204" y="396902"/>
                  </a:lnTo>
                  <a:lnTo>
                    <a:pt x="3087276" y="396402"/>
                  </a:lnTo>
                  <a:lnTo>
                    <a:pt x="3088347" y="395902"/>
                  </a:lnTo>
                  <a:lnTo>
                    <a:pt x="3089419" y="395401"/>
                  </a:lnTo>
                  <a:lnTo>
                    <a:pt x="3090490" y="394900"/>
                  </a:lnTo>
                  <a:lnTo>
                    <a:pt x="3091562" y="394399"/>
                  </a:lnTo>
                  <a:lnTo>
                    <a:pt x="3092634" y="393899"/>
                  </a:lnTo>
                  <a:lnTo>
                    <a:pt x="3093705" y="393397"/>
                  </a:lnTo>
                  <a:lnTo>
                    <a:pt x="3094777" y="392896"/>
                  </a:lnTo>
                  <a:lnTo>
                    <a:pt x="3095848" y="392395"/>
                  </a:lnTo>
                  <a:lnTo>
                    <a:pt x="3096920" y="391893"/>
                  </a:lnTo>
                  <a:lnTo>
                    <a:pt x="3097992" y="391392"/>
                  </a:lnTo>
                  <a:lnTo>
                    <a:pt x="3099063" y="390890"/>
                  </a:lnTo>
                  <a:lnTo>
                    <a:pt x="3100135" y="390388"/>
                  </a:lnTo>
                  <a:lnTo>
                    <a:pt x="3101206" y="389886"/>
                  </a:lnTo>
                  <a:lnTo>
                    <a:pt x="3102278" y="389384"/>
                  </a:lnTo>
                  <a:lnTo>
                    <a:pt x="3103350" y="388881"/>
                  </a:lnTo>
                  <a:lnTo>
                    <a:pt x="3104421" y="388379"/>
                  </a:lnTo>
                  <a:lnTo>
                    <a:pt x="3105493" y="387876"/>
                  </a:lnTo>
                  <a:lnTo>
                    <a:pt x="3106564" y="387374"/>
                  </a:lnTo>
                  <a:lnTo>
                    <a:pt x="3107636" y="386871"/>
                  </a:lnTo>
                  <a:lnTo>
                    <a:pt x="3108708" y="386368"/>
                  </a:lnTo>
                  <a:lnTo>
                    <a:pt x="3109779" y="385865"/>
                  </a:lnTo>
                  <a:lnTo>
                    <a:pt x="3110851" y="385361"/>
                  </a:lnTo>
                  <a:lnTo>
                    <a:pt x="3111922" y="384858"/>
                  </a:lnTo>
                  <a:lnTo>
                    <a:pt x="3112994" y="384354"/>
                  </a:lnTo>
                  <a:lnTo>
                    <a:pt x="3114066" y="383851"/>
                  </a:lnTo>
                  <a:lnTo>
                    <a:pt x="3115137" y="383347"/>
                  </a:lnTo>
                  <a:lnTo>
                    <a:pt x="3116209" y="382843"/>
                  </a:lnTo>
                  <a:lnTo>
                    <a:pt x="3117280" y="382339"/>
                  </a:lnTo>
                  <a:lnTo>
                    <a:pt x="3118352" y="381835"/>
                  </a:lnTo>
                  <a:lnTo>
                    <a:pt x="3119424" y="381330"/>
                  </a:lnTo>
                  <a:lnTo>
                    <a:pt x="3120495" y="380826"/>
                  </a:lnTo>
                  <a:lnTo>
                    <a:pt x="3121567" y="380321"/>
                  </a:lnTo>
                  <a:lnTo>
                    <a:pt x="3122638" y="379816"/>
                  </a:lnTo>
                  <a:lnTo>
                    <a:pt x="3123710" y="379312"/>
                  </a:lnTo>
                  <a:lnTo>
                    <a:pt x="3124782" y="378806"/>
                  </a:lnTo>
                  <a:lnTo>
                    <a:pt x="3125853" y="378301"/>
                  </a:lnTo>
                  <a:lnTo>
                    <a:pt x="3126925" y="377796"/>
                  </a:lnTo>
                  <a:lnTo>
                    <a:pt x="3127996" y="377291"/>
                  </a:lnTo>
                  <a:lnTo>
                    <a:pt x="3129068" y="376785"/>
                  </a:lnTo>
                  <a:lnTo>
                    <a:pt x="3130140" y="376279"/>
                  </a:lnTo>
                  <a:lnTo>
                    <a:pt x="3131211" y="375773"/>
                  </a:lnTo>
                  <a:lnTo>
                    <a:pt x="3132283" y="375267"/>
                  </a:lnTo>
                  <a:lnTo>
                    <a:pt x="3133354" y="374761"/>
                  </a:lnTo>
                  <a:lnTo>
                    <a:pt x="3134426" y="374255"/>
                  </a:lnTo>
                  <a:lnTo>
                    <a:pt x="3135498" y="373749"/>
                  </a:lnTo>
                  <a:lnTo>
                    <a:pt x="3136569" y="373242"/>
                  </a:lnTo>
                  <a:lnTo>
                    <a:pt x="3137641" y="372735"/>
                  </a:lnTo>
                  <a:lnTo>
                    <a:pt x="3138712" y="372229"/>
                  </a:lnTo>
                  <a:lnTo>
                    <a:pt x="3139784" y="371722"/>
                  </a:lnTo>
                  <a:lnTo>
                    <a:pt x="3140856" y="371215"/>
                  </a:lnTo>
                  <a:lnTo>
                    <a:pt x="3141927" y="370707"/>
                  </a:lnTo>
                  <a:lnTo>
                    <a:pt x="3142999" y="370200"/>
                  </a:lnTo>
                  <a:lnTo>
                    <a:pt x="3144070" y="369692"/>
                  </a:lnTo>
                  <a:lnTo>
                    <a:pt x="3145142" y="369185"/>
                  </a:lnTo>
                  <a:lnTo>
                    <a:pt x="3146214" y="368677"/>
                  </a:lnTo>
                  <a:lnTo>
                    <a:pt x="3147285" y="368169"/>
                  </a:lnTo>
                  <a:lnTo>
                    <a:pt x="3148357" y="367661"/>
                  </a:lnTo>
                  <a:lnTo>
                    <a:pt x="3149428" y="367153"/>
                  </a:lnTo>
                  <a:lnTo>
                    <a:pt x="3150500" y="366645"/>
                  </a:lnTo>
                  <a:lnTo>
                    <a:pt x="3151572" y="366136"/>
                  </a:lnTo>
                  <a:lnTo>
                    <a:pt x="3152643" y="365628"/>
                  </a:lnTo>
                  <a:lnTo>
                    <a:pt x="3153715" y="365119"/>
                  </a:lnTo>
                  <a:lnTo>
                    <a:pt x="3154786" y="364610"/>
                  </a:lnTo>
                  <a:lnTo>
                    <a:pt x="3155858" y="364101"/>
                  </a:lnTo>
                  <a:lnTo>
                    <a:pt x="3156930" y="363592"/>
                  </a:lnTo>
                  <a:lnTo>
                    <a:pt x="3158001" y="363083"/>
                  </a:lnTo>
                  <a:lnTo>
                    <a:pt x="3159073" y="362573"/>
                  </a:lnTo>
                  <a:lnTo>
                    <a:pt x="3160144" y="362064"/>
                  </a:lnTo>
                  <a:lnTo>
                    <a:pt x="3161216" y="361554"/>
                  </a:lnTo>
                  <a:lnTo>
                    <a:pt x="3162288" y="361044"/>
                  </a:lnTo>
                  <a:lnTo>
                    <a:pt x="3163359" y="360534"/>
                  </a:lnTo>
                  <a:lnTo>
                    <a:pt x="3164431" y="360024"/>
                  </a:lnTo>
                  <a:lnTo>
                    <a:pt x="3165502" y="359514"/>
                  </a:lnTo>
                  <a:lnTo>
                    <a:pt x="3166574" y="359003"/>
                  </a:lnTo>
                  <a:lnTo>
                    <a:pt x="3167646" y="358493"/>
                  </a:lnTo>
                  <a:lnTo>
                    <a:pt x="3168717" y="357982"/>
                  </a:lnTo>
                  <a:lnTo>
                    <a:pt x="3169789" y="357471"/>
                  </a:lnTo>
                  <a:lnTo>
                    <a:pt x="3170860" y="356961"/>
                  </a:lnTo>
                  <a:lnTo>
                    <a:pt x="3171932" y="356449"/>
                  </a:lnTo>
                  <a:lnTo>
                    <a:pt x="3173004" y="355938"/>
                  </a:lnTo>
                  <a:lnTo>
                    <a:pt x="3174075" y="355427"/>
                  </a:lnTo>
                  <a:lnTo>
                    <a:pt x="3175147" y="354915"/>
                  </a:lnTo>
                  <a:lnTo>
                    <a:pt x="3176218" y="354404"/>
                  </a:lnTo>
                  <a:lnTo>
                    <a:pt x="3177290" y="353892"/>
                  </a:lnTo>
                  <a:lnTo>
                    <a:pt x="3178362" y="353380"/>
                  </a:lnTo>
                  <a:lnTo>
                    <a:pt x="3179433" y="352868"/>
                  </a:lnTo>
                  <a:lnTo>
                    <a:pt x="3180505" y="352356"/>
                  </a:lnTo>
                  <a:lnTo>
                    <a:pt x="3181576" y="351844"/>
                  </a:lnTo>
                  <a:lnTo>
                    <a:pt x="3182648" y="351331"/>
                  </a:lnTo>
                  <a:lnTo>
                    <a:pt x="3183720" y="350819"/>
                  </a:lnTo>
                  <a:lnTo>
                    <a:pt x="3184791" y="350306"/>
                  </a:lnTo>
                  <a:lnTo>
                    <a:pt x="3185863" y="349793"/>
                  </a:lnTo>
                  <a:lnTo>
                    <a:pt x="3186934" y="349280"/>
                  </a:lnTo>
                  <a:lnTo>
                    <a:pt x="3188006" y="348767"/>
                  </a:lnTo>
                  <a:lnTo>
                    <a:pt x="3189078" y="348254"/>
                  </a:lnTo>
                  <a:lnTo>
                    <a:pt x="3190149" y="347740"/>
                  </a:lnTo>
                  <a:lnTo>
                    <a:pt x="3191221" y="347227"/>
                  </a:lnTo>
                  <a:lnTo>
                    <a:pt x="3192292" y="346713"/>
                  </a:lnTo>
                  <a:lnTo>
                    <a:pt x="3193364" y="346199"/>
                  </a:lnTo>
                  <a:lnTo>
                    <a:pt x="3194436" y="345685"/>
                  </a:lnTo>
                  <a:lnTo>
                    <a:pt x="3195507" y="345171"/>
                  </a:lnTo>
                  <a:lnTo>
                    <a:pt x="3196579" y="344657"/>
                  </a:lnTo>
                  <a:lnTo>
                    <a:pt x="3197650" y="344142"/>
                  </a:lnTo>
                  <a:lnTo>
                    <a:pt x="3198722" y="343628"/>
                  </a:lnTo>
                  <a:lnTo>
                    <a:pt x="3199793" y="343113"/>
                  </a:lnTo>
                  <a:lnTo>
                    <a:pt x="3200865" y="342598"/>
                  </a:lnTo>
                  <a:lnTo>
                    <a:pt x="3201937" y="342084"/>
                  </a:lnTo>
                  <a:lnTo>
                    <a:pt x="3203008" y="341568"/>
                  </a:lnTo>
                  <a:lnTo>
                    <a:pt x="3204080" y="341053"/>
                  </a:lnTo>
                  <a:lnTo>
                    <a:pt x="3205151" y="340538"/>
                  </a:lnTo>
                  <a:lnTo>
                    <a:pt x="3206223" y="340022"/>
                  </a:lnTo>
                  <a:lnTo>
                    <a:pt x="3207295" y="339507"/>
                  </a:lnTo>
                  <a:lnTo>
                    <a:pt x="3208366" y="338991"/>
                  </a:lnTo>
                  <a:lnTo>
                    <a:pt x="3209438" y="338475"/>
                  </a:lnTo>
                  <a:lnTo>
                    <a:pt x="3210509" y="337959"/>
                  </a:lnTo>
                  <a:lnTo>
                    <a:pt x="3211581" y="337443"/>
                  </a:lnTo>
                  <a:lnTo>
                    <a:pt x="3212653" y="336926"/>
                  </a:lnTo>
                  <a:lnTo>
                    <a:pt x="3213724" y="336410"/>
                  </a:lnTo>
                  <a:lnTo>
                    <a:pt x="3214796" y="335893"/>
                  </a:lnTo>
                  <a:lnTo>
                    <a:pt x="3215867" y="335377"/>
                  </a:lnTo>
                  <a:lnTo>
                    <a:pt x="3216939" y="334860"/>
                  </a:lnTo>
                  <a:lnTo>
                    <a:pt x="3218011" y="334343"/>
                  </a:lnTo>
                  <a:lnTo>
                    <a:pt x="3219082" y="333826"/>
                  </a:lnTo>
                  <a:lnTo>
                    <a:pt x="3220154" y="333308"/>
                  </a:lnTo>
                  <a:lnTo>
                    <a:pt x="3221225" y="332791"/>
                  </a:lnTo>
                  <a:lnTo>
                    <a:pt x="3222297" y="332273"/>
                  </a:lnTo>
                  <a:lnTo>
                    <a:pt x="3223369" y="331755"/>
                  </a:lnTo>
                  <a:lnTo>
                    <a:pt x="3224440" y="331238"/>
                  </a:lnTo>
                  <a:lnTo>
                    <a:pt x="3225512" y="330720"/>
                  </a:lnTo>
                  <a:lnTo>
                    <a:pt x="3226583" y="330201"/>
                  </a:lnTo>
                  <a:lnTo>
                    <a:pt x="3227655" y="329683"/>
                  </a:lnTo>
                  <a:lnTo>
                    <a:pt x="3228727" y="329165"/>
                  </a:lnTo>
                  <a:lnTo>
                    <a:pt x="3229798" y="328646"/>
                  </a:lnTo>
                  <a:lnTo>
                    <a:pt x="3230870" y="328127"/>
                  </a:lnTo>
                  <a:lnTo>
                    <a:pt x="3231941" y="327609"/>
                  </a:lnTo>
                  <a:lnTo>
                    <a:pt x="3233013" y="327090"/>
                  </a:lnTo>
                  <a:lnTo>
                    <a:pt x="3234085" y="326571"/>
                  </a:lnTo>
                  <a:lnTo>
                    <a:pt x="3235156" y="326051"/>
                  </a:lnTo>
                  <a:lnTo>
                    <a:pt x="3236228" y="325532"/>
                  </a:lnTo>
                  <a:lnTo>
                    <a:pt x="3237299" y="325012"/>
                  </a:lnTo>
                  <a:lnTo>
                    <a:pt x="3238371" y="324493"/>
                  </a:lnTo>
                  <a:lnTo>
                    <a:pt x="3239443" y="323973"/>
                  </a:lnTo>
                  <a:lnTo>
                    <a:pt x="3240514" y="323453"/>
                  </a:lnTo>
                  <a:lnTo>
                    <a:pt x="3241586" y="322933"/>
                  </a:lnTo>
                  <a:lnTo>
                    <a:pt x="3242657" y="322412"/>
                  </a:lnTo>
                  <a:lnTo>
                    <a:pt x="3243729" y="321892"/>
                  </a:lnTo>
                  <a:lnTo>
                    <a:pt x="3244801" y="321372"/>
                  </a:lnTo>
                  <a:lnTo>
                    <a:pt x="3245872" y="320851"/>
                  </a:lnTo>
                  <a:lnTo>
                    <a:pt x="3246944" y="320330"/>
                  </a:lnTo>
                  <a:lnTo>
                    <a:pt x="3248015" y="319809"/>
                  </a:lnTo>
                  <a:lnTo>
                    <a:pt x="3249087" y="319288"/>
                  </a:lnTo>
                  <a:lnTo>
                    <a:pt x="3250159" y="318767"/>
                  </a:lnTo>
                  <a:lnTo>
                    <a:pt x="3251230" y="318245"/>
                  </a:lnTo>
                  <a:lnTo>
                    <a:pt x="3252302" y="317724"/>
                  </a:lnTo>
                  <a:lnTo>
                    <a:pt x="3253373" y="317202"/>
                  </a:lnTo>
                  <a:lnTo>
                    <a:pt x="3254445" y="316681"/>
                  </a:lnTo>
                  <a:lnTo>
                    <a:pt x="3255517" y="316159"/>
                  </a:lnTo>
                  <a:lnTo>
                    <a:pt x="3256588" y="315637"/>
                  </a:lnTo>
                  <a:lnTo>
                    <a:pt x="3257660" y="315114"/>
                  </a:lnTo>
                  <a:lnTo>
                    <a:pt x="3258731" y="314592"/>
                  </a:lnTo>
                  <a:lnTo>
                    <a:pt x="3259803" y="314069"/>
                  </a:lnTo>
                  <a:lnTo>
                    <a:pt x="3260875" y="313547"/>
                  </a:lnTo>
                  <a:lnTo>
                    <a:pt x="3261946" y="313024"/>
                  </a:lnTo>
                  <a:lnTo>
                    <a:pt x="3263018" y="312501"/>
                  </a:lnTo>
                  <a:lnTo>
                    <a:pt x="3264089" y="311978"/>
                  </a:lnTo>
                  <a:lnTo>
                    <a:pt x="3265161" y="311455"/>
                  </a:lnTo>
                  <a:lnTo>
                    <a:pt x="3266233" y="310932"/>
                  </a:lnTo>
                  <a:lnTo>
                    <a:pt x="3267304" y="310408"/>
                  </a:lnTo>
                  <a:lnTo>
                    <a:pt x="3268376" y="309884"/>
                  </a:lnTo>
                  <a:lnTo>
                    <a:pt x="3269447" y="309361"/>
                  </a:lnTo>
                  <a:lnTo>
                    <a:pt x="3270519" y="308837"/>
                  </a:lnTo>
                  <a:lnTo>
                    <a:pt x="3271591" y="308313"/>
                  </a:lnTo>
                  <a:lnTo>
                    <a:pt x="3272662" y="307789"/>
                  </a:lnTo>
                  <a:lnTo>
                    <a:pt x="3273734" y="307264"/>
                  </a:lnTo>
                  <a:lnTo>
                    <a:pt x="3274805" y="306740"/>
                  </a:lnTo>
                  <a:lnTo>
                    <a:pt x="3275877" y="306215"/>
                  </a:lnTo>
                  <a:lnTo>
                    <a:pt x="3276949" y="305690"/>
                  </a:lnTo>
                  <a:lnTo>
                    <a:pt x="3278020" y="305165"/>
                  </a:lnTo>
                  <a:lnTo>
                    <a:pt x="3279092" y="304640"/>
                  </a:lnTo>
                  <a:lnTo>
                    <a:pt x="3280163" y="304115"/>
                  </a:lnTo>
                  <a:lnTo>
                    <a:pt x="3281235" y="303590"/>
                  </a:lnTo>
                  <a:lnTo>
                    <a:pt x="3282307" y="303064"/>
                  </a:lnTo>
                  <a:lnTo>
                    <a:pt x="3283378" y="302539"/>
                  </a:lnTo>
                  <a:lnTo>
                    <a:pt x="3284450" y="302013"/>
                  </a:lnTo>
                  <a:lnTo>
                    <a:pt x="3285521" y="301487"/>
                  </a:lnTo>
                  <a:lnTo>
                    <a:pt x="3286593" y="300961"/>
                  </a:lnTo>
                  <a:lnTo>
                    <a:pt x="3287665" y="300435"/>
                  </a:lnTo>
                  <a:lnTo>
                    <a:pt x="3288736" y="299909"/>
                  </a:lnTo>
                  <a:lnTo>
                    <a:pt x="3289808" y="299382"/>
                  </a:lnTo>
                  <a:lnTo>
                    <a:pt x="3290879" y="298856"/>
                  </a:lnTo>
                  <a:lnTo>
                    <a:pt x="3291951" y="298329"/>
                  </a:lnTo>
                  <a:lnTo>
                    <a:pt x="3293023" y="297802"/>
                  </a:lnTo>
                  <a:lnTo>
                    <a:pt x="3294094" y="297275"/>
                  </a:lnTo>
                  <a:lnTo>
                    <a:pt x="3295166" y="296748"/>
                  </a:lnTo>
                  <a:lnTo>
                    <a:pt x="3296237" y="296221"/>
                  </a:lnTo>
                  <a:lnTo>
                    <a:pt x="3297309" y="295693"/>
                  </a:lnTo>
                  <a:lnTo>
                    <a:pt x="3298381" y="295165"/>
                  </a:lnTo>
                  <a:lnTo>
                    <a:pt x="3299452" y="294638"/>
                  </a:lnTo>
                  <a:lnTo>
                    <a:pt x="3300524" y="294110"/>
                  </a:lnTo>
                  <a:lnTo>
                    <a:pt x="3301595" y="293582"/>
                  </a:lnTo>
                  <a:lnTo>
                    <a:pt x="3302667" y="293054"/>
                  </a:lnTo>
                  <a:lnTo>
                    <a:pt x="3303739" y="292525"/>
                  </a:lnTo>
                  <a:lnTo>
                    <a:pt x="3304810" y="291997"/>
                  </a:lnTo>
                  <a:lnTo>
                    <a:pt x="3305882" y="291468"/>
                  </a:lnTo>
                  <a:lnTo>
                    <a:pt x="3306953" y="290940"/>
                  </a:lnTo>
                  <a:lnTo>
                    <a:pt x="3308025" y="290411"/>
                  </a:lnTo>
                  <a:lnTo>
                    <a:pt x="3309097" y="289882"/>
                  </a:lnTo>
                  <a:lnTo>
                    <a:pt x="3310168" y="289353"/>
                  </a:lnTo>
                  <a:lnTo>
                    <a:pt x="3311240" y="288823"/>
                  </a:lnTo>
                  <a:lnTo>
                    <a:pt x="3312311" y="288294"/>
                  </a:lnTo>
                  <a:lnTo>
                    <a:pt x="3313383" y="287764"/>
                  </a:lnTo>
                  <a:lnTo>
                    <a:pt x="3314455" y="287234"/>
                  </a:lnTo>
                  <a:lnTo>
                    <a:pt x="3315526" y="286705"/>
                  </a:lnTo>
                  <a:lnTo>
                    <a:pt x="3316598" y="286175"/>
                  </a:lnTo>
                  <a:lnTo>
                    <a:pt x="3317669" y="285644"/>
                  </a:lnTo>
                  <a:lnTo>
                    <a:pt x="3318741" y="285114"/>
                  </a:lnTo>
                  <a:lnTo>
                    <a:pt x="3319813" y="284584"/>
                  </a:lnTo>
                  <a:lnTo>
                    <a:pt x="3320884" y="284053"/>
                  </a:lnTo>
                  <a:lnTo>
                    <a:pt x="3321956" y="283522"/>
                  </a:lnTo>
                  <a:lnTo>
                    <a:pt x="3323027" y="282991"/>
                  </a:lnTo>
                  <a:lnTo>
                    <a:pt x="3324099" y="282460"/>
                  </a:lnTo>
                  <a:lnTo>
                    <a:pt x="3325171" y="281929"/>
                  </a:lnTo>
                  <a:lnTo>
                    <a:pt x="3326242" y="281398"/>
                  </a:lnTo>
                  <a:lnTo>
                    <a:pt x="3327314" y="280867"/>
                  </a:lnTo>
                  <a:lnTo>
                    <a:pt x="3328385" y="280335"/>
                  </a:lnTo>
                  <a:lnTo>
                    <a:pt x="3329457" y="279803"/>
                  </a:lnTo>
                  <a:lnTo>
                    <a:pt x="3330529" y="279271"/>
                  </a:lnTo>
                  <a:lnTo>
                    <a:pt x="3331600" y="278739"/>
                  </a:lnTo>
                  <a:lnTo>
                    <a:pt x="3332672" y="278207"/>
                  </a:lnTo>
                  <a:lnTo>
                    <a:pt x="3333743" y="277675"/>
                  </a:lnTo>
                  <a:lnTo>
                    <a:pt x="3334815" y="277142"/>
                  </a:lnTo>
                  <a:lnTo>
                    <a:pt x="3335887" y="276610"/>
                  </a:lnTo>
                  <a:lnTo>
                    <a:pt x="3336958" y="276077"/>
                  </a:lnTo>
                  <a:lnTo>
                    <a:pt x="3338030" y="275544"/>
                  </a:lnTo>
                  <a:lnTo>
                    <a:pt x="3339101" y="275011"/>
                  </a:lnTo>
                  <a:lnTo>
                    <a:pt x="3340173" y="274478"/>
                  </a:lnTo>
                  <a:lnTo>
                    <a:pt x="3341245" y="273945"/>
                  </a:lnTo>
                  <a:lnTo>
                    <a:pt x="3342316" y="273411"/>
                  </a:lnTo>
                  <a:lnTo>
                    <a:pt x="3343388" y="272878"/>
                  </a:lnTo>
                  <a:lnTo>
                    <a:pt x="3344459" y="272344"/>
                  </a:lnTo>
                  <a:lnTo>
                    <a:pt x="3345531" y="271810"/>
                  </a:lnTo>
                  <a:lnTo>
                    <a:pt x="3346603" y="271276"/>
                  </a:lnTo>
                  <a:lnTo>
                    <a:pt x="3347674" y="270742"/>
                  </a:lnTo>
                  <a:lnTo>
                    <a:pt x="3348746" y="270207"/>
                  </a:lnTo>
                  <a:lnTo>
                    <a:pt x="3349817" y="269673"/>
                  </a:lnTo>
                  <a:lnTo>
                    <a:pt x="3350889" y="269138"/>
                  </a:lnTo>
                  <a:lnTo>
                    <a:pt x="3351961" y="268604"/>
                  </a:lnTo>
                  <a:lnTo>
                    <a:pt x="3353032" y="268069"/>
                  </a:lnTo>
                  <a:lnTo>
                    <a:pt x="3354104" y="267534"/>
                  </a:lnTo>
                  <a:lnTo>
                    <a:pt x="3355175" y="266998"/>
                  </a:lnTo>
                  <a:lnTo>
                    <a:pt x="3356247" y="266463"/>
                  </a:lnTo>
                  <a:lnTo>
                    <a:pt x="3357319" y="265928"/>
                  </a:lnTo>
                  <a:lnTo>
                    <a:pt x="3358390" y="265392"/>
                  </a:lnTo>
                  <a:lnTo>
                    <a:pt x="3359462" y="264856"/>
                  </a:lnTo>
                  <a:lnTo>
                    <a:pt x="3360533" y="264320"/>
                  </a:lnTo>
                  <a:lnTo>
                    <a:pt x="3361605" y="263784"/>
                  </a:lnTo>
                  <a:lnTo>
                    <a:pt x="3362677" y="263248"/>
                  </a:lnTo>
                  <a:lnTo>
                    <a:pt x="3363748" y="262712"/>
                  </a:lnTo>
                  <a:lnTo>
                    <a:pt x="3364820" y="262175"/>
                  </a:lnTo>
                  <a:lnTo>
                    <a:pt x="3365891" y="261639"/>
                  </a:lnTo>
                  <a:lnTo>
                    <a:pt x="3366963" y="261102"/>
                  </a:lnTo>
                  <a:lnTo>
                    <a:pt x="3368035" y="260565"/>
                  </a:lnTo>
                  <a:lnTo>
                    <a:pt x="3369106" y="260028"/>
                  </a:lnTo>
                  <a:lnTo>
                    <a:pt x="3370178" y="259491"/>
                  </a:lnTo>
                  <a:lnTo>
                    <a:pt x="3371249" y="258953"/>
                  </a:lnTo>
                  <a:lnTo>
                    <a:pt x="3372321" y="258416"/>
                  </a:lnTo>
                  <a:lnTo>
                    <a:pt x="3373392" y="257878"/>
                  </a:lnTo>
                  <a:lnTo>
                    <a:pt x="3374464" y="257340"/>
                  </a:lnTo>
                  <a:lnTo>
                    <a:pt x="3375536" y="256802"/>
                  </a:lnTo>
                  <a:lnTo>
                    <a:pt x="3376607" y="256264"/>
                  </a:lnTo>
                  <a:lnTo>
                    <a:pt x="3377679" y="255726"/>
                  </a:lnTo>
                  <a:lnTo>
                    <a:pt x="3378750" y="255188"/>
                  </a:lnTo>
                  <a:lnTo>
                    <a:pt x="3379822" y="254649"/>
                  </a:lnTo>
                  <a:lnTo>
                    <a:pt x="3380894" y="254110"/>
                  </a:lnTo>
                  <a:lnTo>
                    <a:pt x="3381965" y="253572"/>
                  </a:lnTo>
                  <a:lnTo>
                    <a:pt x="3383037" y="253033"/>
                  </a:lnTo>
                  <a:lnTo>
                    <a:pt x="3384108" y="252494"/>
                  </a:lnTo>
                  <a:lnTo>
                    <a:pt x="3385180" y="251954"/>
                  </a:lnTo>
                  <a:lnTo>
                    <a:pt x="3386252" y="251415"/>
                  </a:lnTo>
                  <a:lnTo>
                    <a:pt x="3387323" y="250875"/>
                  </a:lnTo>
                  <a:lnTo>
                    <a:pt x="3388395" y="250336"/>
                  </a:lnTo>
                  <a:lnTo>
                    <a:pt x="3389466" y="249796"/>
                  </a:lnTo>
                  <a:lnTo>
                    <a:pt x="3390538" y="249256"/>
                  </a:lnTo>
                  <a:lnTo>
                    <a:pt x="3391610" y="248716"/>
                  </a:lnTo>
                  <a:lnTo>
                    <a:pt x="3392681" y="248176"/>
                  </a:lnTo>
                  <a:lnTo>
                    <a:pt x="3393753" y="247635"/>
                  </a:lnTo>
                  <a:lnTo>
                    <a:pt x="3394824" y="247095"/>
                  </a:lnTo>
                  <a:lnTo>
                    <a:pt x="3395896" y="246554"/>
                  </a:lnTo>
                  <a:lnTo>
                    <a:pt x="3396968" y="246013"/>
                  </a:lnTo>
                  <a:lnTo>
                    <a:pt x="3398039" y="245472"/>
                  </a:lnTo>
                  <a:lnTo>
                    <a:pt x="3399111" y="244931"/>
                  </a:lnTo>
                  <a:lnTo>
                    <a:pt x="3400182" y="244390"/>
                  </a:lnTo>
                  <a:lnTo>
                    <a:pt x="3401254" y="243848"/>
                  </a:lnTo>
                  <a:lnTo>
                    <a:pt x="3402326" y="243307"/>
                  </a:lnTo>
                  <a:lnTo>
                    <a:pt x="3403397" y="242765"/>
                  </a:lnTo>
                  <a:lnTo>
                    <a:pt x="3404469" y="242223"/>
                  </a:lnTo>
                  <a:lnTo>
                    <a:pt x="3405540" y="241681"/>
                  </a:lnTo>
                  <a:lnTo>
                    <a:pt x="3406612" y="241139"/>
                  </a:lnTo>
                  <a:lnTo>
                    <a:pt x="3407684" y="240597"/>
                  </a:lnTo>
                  <a:lnTo>
                    <a:pt x="3408755" y="240054"/>
                  </a:lnTo>
                  <a:lnTo>
                    <a:pt x="3409827" y="239511"/>
                  </a:lnTo>
                  <a:lnTo>
                    <a:pt x="3410898" y="238969"/>
                  </a:lnTo>
                  <a:lnTo>
                    <a:pt x="3411970" y="238426"/>
                  </a:lnTo>
                  <a:lnTo>
                    <a:pt x="3413042" y="237883"/>
                  </a:lnTo>
                  <a:lnTo>
                    <a:pt x="3414113" y="237340"/>
                  </a:lnTo>
                  <a:lnTo>
                    <a:pt x="3415185" y="236796"/>
                  </a:lnTo>
                  <a:lnTo>
                    <a:pt x="3416256" y="236253"/>
                  </a:lnTo>
                  <a:lnTo>
                    <a:pt x="3417328" y="235709"/>
                  </a:lnTo>
                  <a:lnTo>
                    <a:pt x="3418400" y="235165"/>
                  </a:lnTo>
                  <a:lnTo>
                    <a:pt x="3419471" y="234621"/>
                  </a:lnTo>
                  <a:lnTo>
                    <a:pt x="3420543" y="234077"/>
                  </a:lnTo>
                  <a:lnTo>
                    <a:pt x="3421614" y="233533"/>
                  </a:lnTo>
                  <a:lnTo>
                    <a:pt x="3422686" y="232989"/>
                  </a:lnTo>
                  <a:lnTo>
                    <a:pt x="3423758" y="232444"/>
                  </a:lnTo>
                  <a:lnTo>
                    <a:pt x="3424829" y="231900"/>
                  </a:lnTo>
                  <a:lnTo>
                    <a:pt x="3425901" y="231355"/>
                  </a:lnTo>
                  <a:lnTo>
                    <a:pt x="3426972" y="230810"/>
                  </a:lnTo>
                  <a:lnTo>
                    <a:pt x="3428044" y="230265"/>
                  </a:lnTo>
                  <a:lnTo>
                    <a:pt x="3429116" y="229720"/>
                  </a:lnTo>
                  <a:lnTo>
                    <a:pt x="3430187" y="229174"/>
                  </a:lnTo>
                  <a:lnTo>
                    <a:pt x="3431259" y="228629"/>
                  </a:lnTo>
                  <a:lnTo>
                    <a:pt x="3432330" y="228083"/>
                  </a:lnTo>
                  <a:lnTo>
                    <a:pt x="3433402" y="227537"/>
                  </a:lnTo>
                  <a:lnTo>
                    <a:pt x="3434474" y="226991"/>
                  </a:lnTo>
                  <a:lnTo>
                    <a:pt x="3435545" y="226445"/>
                  </a:lnTo>
                  <a:lnTo>
                    <a:pt x="3436617" y="225899"/>
                  </a:lnTo>
                  <a:lnTo>
                    <a:pt x="3437688" y="225352"/>
                  </a:lnTo>
                  <a:lnTo>
                    <a:pt x="3438760" y="224806"/>
                  </a:lnTo>
                  <a:lnTo>
                    <a:pt x="3439832" y="224259"/>
                  </a:lnTo>
                  <a:lnTo>
                    <a:pt x="3440903" y="223712"/>
                  </a:lnTo>
                  <a:lnTo>
                    <a:pt x="3441975" y="223165"/>
                  </a:lnTo>
                  <a:lnTo>
                    <a:pt x="3443046" y="222618"/>
                  </a:lnTo>
                  <a:lnTo>
                    <a:pt x="3444118" y="222071"/>
                  </a:lnTo>
                  <a:lnTo>
                    <a:pt x="3445190" y="221523"/>
                  </a:lnTo>
                  <a:lnTo>
                    <a:pt x="3446261" y="220976"/>
                  </a:lnTo>
                  <a:lnTo>
                    <a:pt x="3447333" y="220428"/>
                  </a:lnTo>
                  <a:lnTo>
                    <a:pt x="3448404" y="219880"/>
                  </a:lnTo>
                  <a:lnTo>
                    <a:pt x="3449476" y="219332"/>
                  </a:lnTo>
                  <a:lnTo>
                    <a:pt x="3450548" y="218784"/>
                  </a:lnTo>
                  <a:lnTo>
                    <a:pt x="3451619" y="218235"/>
                  </a:lnTo>
                  <a:lnTo>
                    <a:pt x="3452691" y="217687"/>
                  </a:lnTo>
                  <a:lnTo>
                    <a:pt x="3453762" y="217138"/>
                  </a:lnTo>
                  <a:lnTo>
                    <a:pt x="3454834" y="216590"/>
                  </a:lnTo>
                  <a:lnTo>
                    <a:pt x="3455906" y="216041"/>
                  </a:lnTo>
                  <a:lnTo>
                    <a:pt x="3456977" y="215492"/>
                  </a:lnTo>
                  <a:lnTo>
                    <a:pt x="3458049" y="214942"/>
                  </a:lnTo>
                  <a:lnTo>
                    <a:pt x="3459120" y="214393"/>
                  </a:lnTo>
                  <a:lnTo>
                    <a:pt x="3460192" y="213843"/>
                  </a:lnTo>
                  <a:lnTo>
                    <a:pt x="3461264" y="213294"/>
                  </a:lnTo>
                  <a:lnTo>
                    <a:pt x="3462335" y="212744"/>
                  </a:lnTo>
                  <a:lnTo>
                    <a:pt x="3463407" y="212194"/>
                  </a:lnTo>
                  <a:lnTo>
                    <a:pt x="3464478" y="211644"/>
                  </a:lnTo>
                  <a:lnTo>
                    <a:pt x="3465550" y="211094"/>
                  </a:lnTo>
                  <a:lnTo>
                    <a:pt x="3466622" y="210543"/>
                  </a:lnTo>
                  <a:lnTo>
                    <a:pt x="3467693" y="209993"/>
                  </a:lnTo>
                  <a:lnTo>
                    <a:pt x="3468765" y="209442"/>
                  </a:lnTo>
                  <a:lnTo>
                    <a:pt x="3469836" y="208891"/>
                  </a:lnTo>
                  <a:lnTo>
                    <a:pt x="3470908" y="208340"/>
                  </a:lnTo>
                  <a:lnTo>
                    <a:pt x="3471980" y="207789"/>
                  </a:lnTo>
                  <a:lnTo>
                    <a:pt x="3473051" y="207238"/>
                  </a:lnTo>
                  <a:lnTo>
                    <a:pt x="3474123" y="206686"/>
                  </a:lnTo>
                  <a:lnTo>
                    <a:pt x="3475194" y="206134"/>
                  </a:lnTo>
                  <a:lnTo>
                    <a:pt x="3476266" y="205583"/>
                  </a:lnTo>
                  <a:lnTo>
                    <a:pt x="3477338" y="205031"/>
                  </a:lnTo>
                  <a:lnTo>
                    <a:pt x="3478409" y="204479"/>
                  </a:lnTo>
                  <a:lnTo>
                    <a:pt x="3479481" y="203927"/>
                  </a:lnTo>
                  <a:lnTo>
                    <a:pt x="3480552" y="203374"/>
                  </a:lnTo>
                  <a:lnTo>
                    <a:pt x="3481624" y="202822"/>
                  </a:lnTo>
                  <a:lnTo>
                    <a:pt x="3482696" y="202269"/>
                  </a:lnTo>
                  <a:lnTo>
                    <a:pt x="3483767" y="201716"/>
                  </a:lnTo>
                  <a:lnTo>
                    <a:pt x="3484839" y="201163"/>
                  </a:lnTo>
                  <a:lnTo>
                    <a:pt x="3485910" y="200610"/>
                  </a:lnTo>
                  <a:lnTo>
                    <a:pt x="3486982" y="200057"/>
                  </a:lnTo>
                  <a:lnTo>
                    <a:pt x="3488054" y="199504"/>
                  </a:lnTo>
                  <a:lnTo>
                    <a:pt x="3489125" y="198950"/>
                  </a:lnTo>
                  <a:lnTo>
                    <a:pt x="3490197" y="198396"/>
                  </a:lnTo>
                  <a:lnTo>
                    <a:pt x="3491268" y="197843"/>
                  </a:lnTo>
                  <a:lnTo>
                    <a:pt x="3492340" y="197289"/>
                  </a:lnTo>
                  <a:lnTo>
                    <a:pt x="3493412" y="196734"/>
                  </a:lnTo>
                  <a:lnTo>
                    <a:pt x="3494483" y="196180"/>
                  </a:lnTo>
                  <a:lnTo>
                    <a:pt x="3495555" y="195626"/>
                  </a:lnTo>
                  <a:lnTo>
                    <a:pt x="3496626" y="195071"/>
                  </a:lnTo>
                  <a:lnTo>
                    <a:pt x="3497698" y="194516"/>
                  </a:lnTo>
                  <a:lnTo>
                    <a:pt x="3498770" y="193962"/>
                  </a:lnTo>
                  <a:lnTo>
                    <a:pt x="3499841" y="193406"/>
                  </a:lnTo>
                  <a:lnTo>
                    <a:pt x="3500913" y="192851"/>
                  </a:lnTo>
                  <a:lnTo>
                    <a:pt x="3501984" y="192296"/>
                  </a:lnTo>
                  <a:lnTo>
                    <a:pt x="3503056" y="191740"/>
                  </a:lnTo>
                  <a:lnTo>
                    <a:pt x="3504128" y="191185"/>
                  </a:lnTo>
                  <a:lnTo>
                    <a:pt x="3505199" y="190629"/>
                  </a:lnTo>
                  <a:lnTo>
                    <a:pt x="3506271" y="190073"/>
                  </a:lnTo>
                  <a:lnTo>
                    <a:pt x="3507342" y="189517"/>
                  </a:lnTo>
                  <a:lnTo>
                    <a:pt x="3508414" y="188961"/>
                  </a:lnTo>
                  <a:lnTo>
                    <a:pt x="3509486" y="188404"/>
                  </a:lnTo>
                  <a:lnTo>
                    <a:pt x="3510557" y="187848"/>
                  </a:lnTo>
                  <a:lnTo>
                    <a:pt x="3511629" y="187291"/>
                  </a:lnTo>
                  <a:lnTo>
                    <a:pt x="3512700" y="186734"/>
                  </a:lnTo>
                  <a:lnTo>
                    <a:pt x="3513772" y="186177"/>
                  </a:lnTo>
                  <a:lnTo>
                    <a:pt x="3514844" y="185620"/>
                  </a:lnTo>
                  <a:lnTo>
                    <a:pt x="3515915" y="185063"/>
                  </a:lnTo>
                  <a:lnTo>
                    <a:pt x="3516987" y="184506"/>
                  </a:lnTo>
                  <a:lnTo>
                    <a:pt x="3518058" y="183948"/>
                  </a:lnTo>
                  <a:lnTo>
                    <a:pt x="3519130" y="183390"/>
                  </a:lnTo>
                  <a:lnTo>
                    <a:pt x="3520202" y="182832"/>
                  </a:lnTo>
                  <a:lnTo>
                    <a:pt x="3521273" y="182274"/>
                  </a:lnTo>
                  <a:lnTo>
                    <a:pt x="3522345" y="181716"/>
                  </a:lnTo>
                  <a:lnTo>
                    <a:pt x="3523416" y="181158"/>
                  </a:lnTo>
                  <a:lnTo>
                    <a:pt x="3524488" y="180599"/>
                  </a:lnTo>
                  <a:lnTo>
                    <a:pt x="3525560" y="180041"/>
                  </a:lnTo>
                  <a:lnTo>
                    <a:pt x="3526631" y="179482"/>
                  </a:lnTo>
                  <a:lnTo>
                    <a:pt x="3527703" y="178923"/>
                  </a:lnTo>
                  <a:lnTo>
                    <a:pt x="3528774" y="178364"/>
                  </a:lnTo>
                  <a:lnTo>
                    <a:pt x="3529846" y="177805"/>
                  </a:lnTo>
                  <a:lnTo>
                    <a:pt x="3530918" y="177245"/>
                  </a:lnTo>
                  <a:lnTo>
                    <a:pt x="3531989" y="176686"/>
                  </a:lnTo>
                  <a:lnTo>
                    <a:pt x="3533061" y="176126"/>
                  </a:lnTo>
                  <a:lnTo>
                    <a:pt x="3534132" y="175566"/>
                  </a:lnTo>
                  <a:lnTo>
                    <a:pt x="3535204" y="175006"/>
                  </a:lnTo>
                  <a:lnTo>
                    <a:pt x="3536276" y="174446"/>
                  </a:lnTo>
                  <a:lnTo>
                    <a:pt x="3537347" y="173886"/>
                  </a:lnTo>
                  <a:lnTo>
                    <a:pt x="3538419" y="173325"/>
                  </a:lnTo>
                  <a:lnTo>
                    <a:pt x="3539490" y="172765"/>
                  </a:lnTo>
                  <a:lnTo>
                    <a:pt x="3540562" y="172204"/>
                  </a:lnTo>
                  <a:lnTo>
                    <a:pt x="3541634" y="171643"/>
                  </a:lnTo>
                  <a:lnTo>
                    <a:pt x="3542705" y="171082"/>
                  </a:lnTo>
                  <a:lnTo>
                    <a:pt x="3543777" y="170521"/>
                  </a:lnTo>
                  <a:lnTo>
                    <a:pt x="3544848" y="169959"/>
                  </a:lnTo>
                  <a:lnTo>
                    <a:pt x="3545920" y="169398"/>
                  </a:lnTo>
                  <a:lnTo>
                    <a:pt x="3546992" y="168836"/>
                  </a:lnTo>
                  <a:lnTo>
                    <a:pt x="3548063" y="168274"/>
                  </a:lnTo>
                  <a:lnTo>
                    <a:pt x="3549135" y="167712"/>
                  </a:lnTo>
                  <a:lnTo>
                    <a:pt x="3550206" y="167150"/>
                  </a:lnTo>
                  <a:lnTo>
                    <a:pt x="3551278" y="166588"/>
                  </a:lnTo>
                  <a:lnTo>
                    <a:pt x="3552349" y="166026"/>
                  </a:lnTo>
                  <a:lnTo>
                    <a:pt x="3553421" y="165463"/>
                  </a:lnTo>
                  <a:lnTo>
                    <a:pt x="3554493" y="164900"/>
                  </a:lnTo>
                  <a:lnTo>
                    <a:pt x="3555564" y="164337"/>
                  </a:lnTo>
                  <a:lnTo>
                    <a:pt x="3556636" y="163774"/>
                  </a:lnTo>
                  <a:lnTo>
                    <a:pt x="3557707" y="163211"/>
                  </a:lnTo>
                  <a:lnTo>
                    <a:pt x="3558779" y="162648"/>
                  </a:lnTo>
                  <a:lnTo>
                    <a:pt x="3559851" y="162084"/>
                  </a:lnTo>
                  <a:lnTo>
                    <a:pt x="3560922" y="161521"/>
                  </a:lnTo>
                  <a:lnTo>
                    <a:pt x="3561994" y="160957"/>
                  </a:lnTo>
                  <a:lnTo>
                    <a:pt x="3563065" y="160393"/>
                  </a:lnTo>
                  <a:lnTo>
                    <a:pt x="3564137" y="159829"/>
                  </a:lnTo>
                  <a:lnTo>
                    <a:pt x="3565209" y="159265"/>
                  </a:lnTo>
                  <a:lnTo>
                    <a:pt x="3566280" y="158700"/>
                  </a:lnTo>
                  <a:lnTo>
                    <a:pt x="3567352" y="158136"/>
                  </a:lnTo>
                  <a:lnTo>
                    <a:pt x="3568423" y="157571"/>
                  </a:lnTo>
                  <a:lnTo>
                    <a:pt x="3569495" y="157006"/>
                  </a:lnTo>
                  <a:lnTo>
                    <a:pt x="3570567" y="156441"/>
                  </a:lnTo>
                  <a:lnTo>
                    <a:pt x="3571638" y="155876"/>
                  </a:lnTo>
                  <a:lnTo>
                    <a:pt x="3572710" y="155311"/>
                  </a:lnTo>
                  <a:lnTo>
                    <a:pt x="3573781" y="154745"/>
                  </a:lnTo>
                  <a:lnTo>
                    <a:pt x="3574853" y="154180"/>
                  </a:lnTo>
                  <a:lnTo>
                    <a:pt x="3575925" y="153614"/>
                  </a:lnTo>
                  <a:lnTo>
                    <a:pt x="3576996" y="153048"/>
                  </a:lnTo>
                  <a:lnTo>
                    <a:pt x="3578068" y="152482"/>
                  </a:lnTo>
                  <a:lnTo>
                    <a:pt x="3579139" y="151916"/>
                  </a:lnTo>
                  <a:lnTo>
                    <a:pt x="3580211" y="151349"/>
                  </a:lnTo>
                  <a:lnTo>
                    <a:pt x="3581283" y="150783"/>
                  </a:lnTo>
                  <a:lnTo>
                    <a:pt x="3582354" y="150216"/>
                  </a:lnTo>
                  <a:lnTo>
                    <a:pt x="3583426" y="149649"/>
                  </a:lnTo>
                  <a:lnTo>
                    <a:pt x="3584497" y="149082"/>
                  </a:lnTo>
                  <a:lnTo>
                    <a:pt x="3585569" y="148515"/>
                  </a:lnTo>
                  <a:lnTo>
                    <a:pt x="3586641" y="147948"/>
                  </a:lnTo>
                  <a:lnTo>
                    <a:pt x="3587712" y="147380"/>
                  </a:lnTo>
                  <a:lnTo>
                    <a:pt x="3588784" y="146813"/>
                  </a:lnTo>
                  <a:lnTo>
                    <a:pt x="3589855" y="146245"/>
                  </a:lnTo>
                  <a:lnTo>
                    <a:pt x="3590927" y="145677"/>
                  </a:lnTo>
                  <a:lnTo>
                    <a:pt x="3591999" y="145109"/>
                  </a:lnTo>
                  <a:lnTo>
                    <a:pt x="3593070" y="144541"/>
                  </a:lnTo>
                  <a:lnTo>
                    <a:pt x="3594142" y="143972"/>
                  </a:lnTo>
                  <a:lnTo>
                    <a:pt x="3595213" y="143404"/>
                  </a:lnTo>
                  <a:lnTo>
                    <a:pt x="3596285" y="142835"/>
                  </a:lnTo>
                  <a:lnTo>
                    <a:pt x="3597357" y="142266"/>
                  </a:lnTo>
                  <a:lnTo>
                    <a:pt x="3598428" y="141697"/>
                  </a:lnTo>
                  <a:lnTo>
                    <a:pt x="3599500" y="141128"/>
                  </a:lnTo>
                  <a:lnTo>
                    <a:pt x="3600571" y="140559"/>
                  </a:lnTo>
                  <a:lnTo>
                    <a:pt x="3601643" y="139990"/>
                  </a:lnTo>
                  <a:lnTo>
                    <a:pt x="3602715" y="139420"/>
                  </a:lnTo>
                  <a:lnTo>
                    <a:pt x="3603786" y="138850"/>
                  </a:lnTo>
                  <a:lnTo>
                    <a:pt x="3604858" y="138280"/>
                  </a:lnTo>
                  <a:lnTo>
                    <a:pt x="3605929" y="137710"/>
                  </a:lnTo>
                  <a:lnTo>
                    <a:pt x="3607001" y="137140"/>
                  </a:lnTo>
                  <a:lnTo>
                    <a:pt x="3608073" y="136570"/>
                  </a:lnTo>
                  <a:lnTo>
                    <a:pt x="3609144" y="135999"/>
                  </a:lnTo>
                  <a:lnTo>
                    <a:pt x="3610216" y="135429"/>
                  </a:lnTo>
                  <a:lnTo>
                    <a:pt x="3611287" y="134858"/>
                  </a:lnTo>
                  <a:lnTo>
                    <a:pt x="3612359" y="134287"/>
                  </a:lnTo>
                  <a:lnTo>
                    <a:pt x="3613431" y="133716"/>
                  </a:lnTo>
                  <a:lnTo>
                    <a:pt x="3614502" y="133144"/>
                  </a:lnTo>
                  <a:lnTo>
                    <a:pt x="3615574" y="132573"/>
                  </a:lnTo>
                  <a:lnTo>
                    <a:pt x="3616645" y="132001"/>
                  </a:lnTo>
                  <a:lnTo>
                    <a:pt x="3617717" y="131430"/>
                  </a:lnTo>
                  <a:lnTo>
                    <a:pt x="3618789" y="130858"/>
                  </a:lnTo>
                  <a:lnTo>
                    <a:pt x="3619860" y="130286"/>
                  </a:lnTo>
                  <a:lnTo>
                    <a:pt x="3620932" y="129713"/>
                  </a:lnTo>
                  <a:lnTo>
                    <a:pt x="3622003" y="129141"/>
                  </a:lnTo>
                  <a:lnTo>
                    <a:pt x="3623075" y="128569"/>
                  </a:lnTo>
                  <a:lnTo>
                    <a:pt x="3624147" y="127996"/>
                  </a:lnTo>
                  <a:lnTo>
                    <a:pt x="3625218" y="127423"/>
                  </a:lnTo>
                  <a:lnTo>
                    <a:pt x="3626290" y="126850"/>
                  </a:lnTo>
                  <a:lnTo>
                    <a:pt x="3627361" y="126277"/>
                  </a:lnTo>
                  <a:lnTo>
                    <a:pt x="3628433" y="125704"/>
                  </a:lnTo>
                  <a:lnTo>
                    <a:pt x="3629505" y="125130"/>
                  </a:lnTo>
                  <a:lnTo>
                    <a:pt x="3630576" y="124557"/>
                  </a:lnTo>
                  <a:lnTo>
                    <a:pt x="3631648" y="123983"/>
                  </a:lnTo>
                  <a:lnTo>
                    <a:pt x="3632719" y="123409"/>
                  </a:lnTo>
                  <a:lnTo>
                    <a:pt x="3633791" y="122835"/>
                  </a:lnTo>
                  <a:lnTo>
                    <a:pt x="3634863" y="122261"/>
                  </a:lnTo>
                  <a:lnTo>
                    <a:pt x="3635934" y="121686"/>
                  </a:lnTo>
                  <a:lnTo>
                    <a:pt x="3637006" y="121112"/>
                  </a:lnTo>
                  <a:lnTo>
                    <a:pt x="3638077" y="120537"/>
                  </a:lnTo>
                  <a:lnTo>
                    <a:pt x="3639149" y="119962"/>
                  </a:lnTo>
                  <a:lnTo>
                    <a:pt x="3640221" y="119387"/>
                  </a:lnTo>
                  <a:lnTo>
                    <a:pt x="3641292" y="118812"/>
                  </a:lnTo>
                  <a:lnTo>
                    <a:pt x="3642364" y="118237"/>
                  </a:lnTo>
                  <a:lnTo>
                    <a:pt x="3643435" y="117661"/>
                  </a:lnTo>
                  <a:lnTo>
                    <a:pt x="3644507" y="117086"/>
                  </a:lnTo>
                  <a:lnTo>
                    <a:pt x="3645579" y="116510"/>
                  </a:lnTo>
                  <a:lnTo>
                    <a:pt x="3646650" y="115934"/>
                  </a:lnTo>
                  <a:lnTo>
                    <a:pt x="3647722" y="115358"/>
                  </a:lnTo>
                  <a:lnTo>
                    <a:pt x="3648793" y="114782"/>
                  </a:lnTo>
                  <a:lnTo>
                    <a:pt x="3649865" y="114205"/>
                  </a:lnTo>
                  <a:lnTo>
                    <a:pt x="3650937" y="113629"/>
                  </a:lnTo>
                  <a:lnTo>
                    <a:pt x="3652008" y="113052"/>
                  </a:lnTo>
                  <a:lnTo>
                    <a:pt x="3653080" y="112475"/>
                  </a:lnTo>
                  <a:lnTo>
                    <a:pt x="3654151" y="111898"/>
                  </a:lnTo>
                  <a:lnTo>
                    <a:pt x="3655223" y="111321"/>
                  </a:lnTo>
                  <a:lnTo>
                    <a:pt x="3656295" y="110744"/>
                  </a:lnTo>
                  <a:lnTo>
                    <a:pt x="3657366" y="110166"/>
                  </a:lnTo>
                  <a:lnTo>
                    <a:pt x="3658438" y="109588"/>
                  </a:lnTo>
                  <a:lnTo>
                    <a:pt x="3659509" y="109011"/>
                  </a:lnTo>
                  <a:lnTo>
                    <a:pt x="3660581" y="108433"/>
                  </a:lnTo>
                  <a:lnTo>
                    <a:pt x="3661653" y="107855"/>
                  </a:lnTo>
                  <a:lnTo>
                    <a:pt x="3662724" y="107276"/>
                  </a:lnTo>
                  <a:lnTo>
                    <a:pt x="3663796" y="106698"/>
                  </a:lnTo>
                  <a:lnTo>
                    <a:pt x="3664867" y="106119"/>
                  </a:lnTo>
                  <a:lnTo>
                    <a:pt x="3665939" y="105541"/>
                  </a:lnTo>
                  <a:lnTo>
                    <a:pt x="3667011" y="104962"/>
                  </a:lnTo>
                  <a:lnTo>
                    <a:pt x="3668082" y="104383"/>
                  </a:lnTo>
                  <a:lnTo>
                    <a:pt x="3669154" y="103803"/>
                  </a:lnTo>
                  <a:lnTo>
                    <a:pt x="3670225" y="103224"/>
                  </a:lnTo>
                  <a:lnTo>
                    <a:pt x="3671297" y="102645"/>
                  </a:lnTo>
                  <a:lnTo>
                    <a:pt x="3672369" y="102065"/>
                  </a:lnTo>
                  <a:lnTo>
                    <a:pt x="3673440" y="101485"/>
                  </a:lnTo>
                  <a:lnTo>
                    <a:pt x="3674512" y="100905"/>
                  </a:lnTo>
                  <a:lnTo>
                    <a:pt x="3675583" y="100325"/>
                  </a:lnTo>
                  <a:lnTo>
                    <a:pt x="3676655" y="99745"/>
                  </a:lnTo>
                  <a:lnTo>
                    <a:pt x="3677727" y="99164"/>
                  </a:lnTo>
                  <a:lnTo>
                    <a:pt x="3678798" y="98584"/>
                  </a:lnTo>
                  <a:lnTo>
                    <a:pt x="3679870" y="98003"/>
                  </a:lnTo>
                  <a:lnTo>
                    <a:pt x="3680941" y="97422"/>
                  </a:lnTo>
                  <a:lnTo>
                    <a:pt x="3682013" y="96841"/>
                  </a:lnTo>
                  <a:lnTo>
                    <a:pt x="3683085" y="96260"/>
                  </a:lnTo>
                  <a:lnTo>
                    <a:pt x="3684156" y="95678"/>
                  </a:lnTo>
                  <a:lnTo>
                    <a:pt x="3685228" y="95097"/>
                  </a:lnTo>
                  <a:lnTo>
                    <a:pt x="3686299" y="94515"/>
                  </a:lnTo>
                  <a:lnTo>
                    <a:pt x="3687371" y="93933"/>
                  </a:lnTo>
                  <a:lnTo>
                    <a:pt x="3688443" y="93351"/>
                  </a:lnTo>
                  <a:lnTo>
                    <a:pt x="3689514" y="92769"/>
                  </a:lnTo>
                  <a:lnTo>
                    <a:pt x="3690586" y="92187"/>
                  </a:lnTo>
                  <a:lnTo>
                    <a:pt x="3691657" y="91604"/>
                  </a:lnTo>
                  <a:lnTo>
                    <a:pt x="3692729" y="91021"/>
                  </a:lnTo>
                  <a:lnTo>
                    <a:pt x="3693801" y="90439"/>
                  </a:lnTo>
                  <a:lnTo>
                    <a:pt x="3694872" y="89856"/>
                  </a:lnTo>
                  <a:lnTo>
                    <a:pt x="3695944" y="89273"/>
                  </a:lnTo>
                  <a:lnTo>
                    <a:pt x="3697015" y="88689"/>
                  </a:lnTo>
                  <a:lnTo>
                    <a:pt x="3698087" y="88106"/>
                  </a:lnTo>
                  <a:lnTo>
                    <a:pt x="3699159" y="87522"/>
                  </a:lnTo>
                  <a:lnTo>
                    <a:pt x="3700230" y="86939"/>
                  </a:lnTo>
                  <a:lnTo>
                    <a:pt x="3701302" y="86355"/>
                  </a:lnTo>
                  <a:lnTo>
                    <a:pt x="3702373" y="85771"/>
                  </a:lnTo>
                  <a:lnTo>
                    <a:pt x="3703445" y="85186"/>
                  </a:lnTo>
                  <a:lnTo>
                    <a:pt x="3704517" y="84602"/>
                  </a:lnTo>
                  <a:lnTo>
                    <a:pt x="3705588" y="84017"/>
                  </a:lnTo>
                  <a:lnTo>
                    <a:pt x="3706660" y="83433"/>
                  </a:lnTo>
                  <a:lnTo>
                    <a:pt x="3707731" y="82848"/>
                  </a:lnTo>
                  <a:lnTo>
                    <a:pt x="3708803" y="82263"/>
                  </a:lnTo>
                  <a:lnTo>
                    <a:pt x="3709875" y="81678"/>
                  </a:lnTo>
                  <a:lnTo>
                    <a:pt x="3710946" y="81092"/>
                  </a:lnTo>
                  <a:lnTo>
                    <a:pt x="3712018" y="80507"/>
                  </a:lnTo>
                  <a:lnTo>
                    <a:pt x="3713089" y="79921"/>
                  </a:lnTo>
                  <a:lnTo>
                    <a:pt x="3714161" y="79336"/>
                  </a:lnTo>
                  <a:lnTo>
                    <a:pt x="3715233" y="78750"/>
                  </a:lnTo>
                  <a:lnTo>
                    <a:pt x="3716304" y="78163"/>
                  </a:lnTo>
                  <a:lnTo>
                    <a:pt x="3717376" y="77577"/>
                  </a:lnTo>
                  <a:lnTo>
                    <a:pt x="3718447" y="76991"/>
                  </a:lnTo>
                  <a:lnTo>
                    <a:pt x="3719519" y="76404"/>
                  </a:lnTo>
                  <a:lnTo>
                    <a:pt x="3720591" y="75817"/>
                  </a:lnTo>
                  <a:lnTo>
                    <a:pt x="3721662" y="75231"/>
                  </a:lnTo>
                  <a:lnTo>
                    <a:pt x="3722734" y="74643"/>
                  </a:lnTo>
                  <a:lnTo>
                    <a:pt x="3723805" y="74056"/>
                  </a:lnTo>
                  <a:lnTo>
                    <a:pt x="3724877" y="73469"/>
                  </a:lnTo>
                  <a:lnTo>
                    <a:pt x="3725949" y="72881"/>
                  </a:lnTo>
                  <a:lnTo>
                    <a:pt x="3727020" y="72294"/>
                  </a:lnTo>
                  <a:lnTo>
                    <a:pt x="3728092" y="71706"/>
                  </a:lnTo>
                  <a:lnTo>
                    <a:pt x="3729163" y="71118"/>
                  </a:lnTo>
                  <a:lnTo>
                    <a:pt x="3730235" y="70530"/>
                  </a:lnTo>
                  <a:lnTo>
                    <a:pt x="3731306" y="69941"/>
                  </a:lnTo>
                  <a:lnTo>
                    <a:pt x="3732378" y="69353"/>
                  </a:lnTo>
                  <a:lnTo>
                    <a:pt x="3733450" y="68764"/>
                  </a:lnTo>
                  <a:lnTo>
                    <a:pt x="3734521" y="68175"/>
                  </a:lnTo>
                  <a:lnTo>
                    <a:pt x="3735593" y="67586"/>
                  </a:lnTo>
                  <a:lnTo>
                    <a:pt x="3736664" y="66997"/>
                  </a:lnTo>
                  <a:lnTo>
                    <a:pt x="3737736" y="66408"/>
                  </a:lnTo>
                  <a:lnTo>
                    <a:pt x="3738808" y="65818"/>
                  </a:lnTo>
                  <a:lnTo>
                    <a:pt x="3739879" y="65229"/>
                  </a:lnTo>
                  <a:lnTo>
                    <a:pt x="3740951" y="64639"/>
                  </a:lnTo>
                  <a:lnTo>
                    <a:pt x="3742022" y="64049"/>
                  </a:lnTo>
                  <a:lnTo>
                    <a:pt x="3743094" y="63459"/>
                  </a:lnTo>
                  <a:lnTo>
                    <a:pt x="3744166" y="62869"/>
                  </a:lnTo>
                  <a:lnTo>
                    <a:pt x="3745237" y="62278"/>
                  </a:lnTo>
                  <a:lnTo>
                    <a:pt x="3746309" y="61688"/>
                  </a:lnTo>
                  <a:lnTo>
                    <a:pt x="3747380" y="61097"/>
                  </a:lnTo>
                  <a:lnTo>
                    <a:pt x="3748452" y="60506"/>
                  </a:lnTo>
                  <a:lnTo>
                    <a:pt x="3749524" y="59915"/>
                  </a:lnTo>
                  <a:lnTo>
                    <a:pt x="3750595" y="59324"/>
                  </a:lnTo>
                  <a:lnTo>
                    <a:pt x="3751667" y="58733"/>
                  </a:lnTo>
                  <a:lnTo>
                    <a:pt x="3752738" y="58141"/>
                  </a:lnTo>
                  <a:lnTo>
                    <a:pt x="3753810" y="57550"/>
                  </a:lnTo>
                  <a:lnTo>
                    <a:pt x="3754882" y="56958"/>
                  </a:lnTo>
                  <a:lnTo>
                    <a:pt x="3755953" y="56366"/>
                  </a:lnTo>
                  <a:lnTo>
                    <a:pt x="3757025" y="55774"/>
                  </a:lnTo>
                  <a:lnTo>
                    <a:pt x="3758096" y="55181"/>
                  </a:lnTo>
                  <a:lnTo>
                    <a:pt x="3759168" y="54589"/>
                  </a:lnTo>
                  <a:lnTo>
                    <a:pt x="3760240" y="53996"/>
                  </a:lnTo>
                  <a:lnTo>
                    <a:pt x="3761311" y="53403"/>
                  </a:lnTo>
                  <a:lnTo>
                    <a:pt x="3762383" y="52810"/>
                  </a:lnTo>
                  <a:lnTo>
                    <a:pt x="3763454" y="52217"/>
                  </a:lnTo>
                  <a:lnTo>
                    <a:pt x="3764526" y="51624"/>
                  </a:lnTo>
                  <a:lnTo>
                    <a:pt x="3765598" y="51031"/>
                  </a:lnTo>
                  <a:lnTo>
                    <a:pt x="3766669" y="50437"/>
                  </a:lnTo>
                  <a:lnTo>
                    <a:pt x="3767741" y="49843"/>
                  </a:lnTo>
                  <a:lnTo>
                    <a:pt x="3768812" y="49249"/>
                  </a:lnTo>
                  <a:lnTo>
                    <a:pt x="3769884" y="48655"/>
                  </a:lnTo>
                  <a:lnTo>
                    <a:pt x="3770956" y="48061"/>
                  </a:lnTo>
                  <a:lnTo>
                    <a:pt x="3772027" y="47467"/>
                  </a:lnTo>
                  <a:lnTo>
                    <a:pt x="3773099" y="46872"/>
                  </a:lnTo>
                  <a:lnTo>
                    <a:pt x="3774170" y="46277"/>
                  </a:lnTo>
                  <a:lnTo>
                    <a:pt x="3775242" y="45683"/>
                  </a:lnTo>
                  <a:lnTo>
                    <a:pt x="3776314" y="45088"/>
                  </a:lnTo>
                  <a:lnTo>
                    <a:pt x="3777385" y="44492"/>
                  </a:lnTo>
                  <a:lnTo>
                    <a:pt x="3778457" y="43897"/>
                  </a:lnTo>
                  <a:lnTo>
                    <a:pt x="3779528" y="43301"/>
                  </a:lnTo>
                  <a:lnTo>
                    <a:pt x="3780600" y="42706"/>
                  </a:lnTo>
                  <a:lnTo>
                    <a:pt x="3781672" y="42110"/>
                  </a:lnTo>
                  <a:lnTo>
                    <a:pt x="3782743" y="41514"/>
                  </a:lnTo>
                  <a:lnTo>
                    <a:pt x="3783815" y="40918"/>
                  </a:lnTo>
                  <a:lnTo>
                    <a:pt x="3784886" y="40321"/>
                  </a:lnTo>
                  <a:lnTo>
                    <a:pt x="3785958" y="39725"/>
                  </a:lnTo>
                  <a:lnTo>
                    <a:pt x="3787030" y="39128"/>
                  </a:lnTo>
                  <a:lnTo>
                    <a:pt x="3788101" y="38532"/>
                  </a:lnTo>
                  <a:lnTo>
                    <a:pt x="3789173" y="37935"/>
                  </a:lnTo>
                  <a:lnTo>
                    <a:pt x="3790244" y="37337"/>
                  </a:lnTo>
                  <a:lnTo>
                    <a:pt x="3791316" y="36740"/>
                  </a:lnTo>
                  <a:lnTo>
                    <a:pt x="3792388" y="36143"/>
                  </a:lnTo>
                  <a:lnTo>
                    <a:pt x="3793459" y="35545"/>
                  </a:lnTo>
                  <a:lnTo>
                    <a:pt x="3794531" y="34947"/>
                  </a:lnTo>
                  <a:lnTo>
                    <a:pt x="3795602" y="34349"/>
                  </a:lnTo>
                  <a:lnTo>
                    <a:pt x="3796674" y="33751"/>
                  </a:lnTo>
                  <a:lnTo>
                    <a:pt x="3797746" y="33153"/>
                  </a:lnTo>
                  <a:lnTo>
                    <a:pt x="3798817" y="32555"/>
                  </a:lnTo>
                  <a:lnTo>
                    <a:pt x="3799889" y="31956"/>
                  </a:lnTo>
                  <a:lnTo>
                    <a:pt x="3800960" y="31357"/>
                  </a:lnTo>
                  <a:lnTo>
                    <a:pt x="3802032" y="30758"/>
                  </a:lnTo>
                  <a:lnTo>
                    <a:pt x="3803104" y="30159"/>
                  </a:lnTo>
                  <a:lnTo>
                    <a:pt x="3804175" y="29560"/>
                  </a:lnTo>
                  <a:lnTo>
                    <a:pt x="3805247" y="28961"/>
                  </a:lnTo>
                  <a:lnTo>
                    <a:pt x="3806318" y="28361"/>
                  </a:lnTo>
                  <a:lnTo>
                    <a:pt x="3807390" y="27762"/>
                  </a:lnTo>
                  <a:lnTo>
                    <a:pt x="3808462" y="27162"/>
                  </a:lnTo>
                  <a:lnTo>
                    <a:pt x="3809533" y="26562"/>
                  </a:lnTo>
                  <a:lnTo>
                    <a:pt x="3810605" y="25961"/>
                  </a:lnTo>
                  <a:lnTo>
                    <a:pt x="3811676" y="25361"/>
                  </a:lnTo>
                  <a:lnTo>
                    <a:pt x="3812748" y="24761"/>
                  </a:lnTo>
                  <a:lnTo>
                    <a:pt x="3813820" y="24160"/>
                  </a:lnTo>
                  <a:lnTo>
                    <a:pt x="3814891" y="23559"/>
                  </a:lnTo>
                  <a:lnTo>
                    <a:pt x="3815963" y="22958"/>
                  </a:lnTo>
                  <a:lnTo>
                    <a:pt x="3817034" y="22357"/>
                  </a:lnTo>
                  <a:lnTo>
                    <a:pt x="3818106" y="21756"/>
                  </a:lnTo>
                  <a:lnTo>
                    <a:pt x="3819178" y="21154"/>
                  </a:lnTo>
                  <a:lnTo>
                    <a:pt x="3820249" y="20552"/>
                  </a:lnTo>
                  <a:lnTo>
                    <a:pt x="3821321" y="19951"/>
                  </a:lnTo>
                  <a:lnTo>
                    <a:pt x="3822392" y="19349"/>
                  </a:lnTo>
                  <a:lnTo>
                    <a:pt x="3823464" y="18747"/>
                  </a:lnTo>
                  <a:lnTo>
                    <a:pt x="3824536" y="18144"/>
                  </a:lnTo>
                  <a:lnTo>
                    <a:pt x="3825607" y="17542"/>
                  </a:lnTo>
                  <a:lnTo>
                    <a:pt x="3826679" y="16939"/>
                  </a:lnTo>
                  <a:lnTo>
                    <a:pt x="3827750" y="16336"/>
                  </a:lnTo>
                  <a:lnTo>
                    <a:pt x="3828822" y="15733"/>
                  </a:lnTo>
                  <a:lnTo>
                    <a:pt x="3829894" y="15130"/>
                  </a:lnTo>
                  <a:lnTo>
                    <a:pt x="3830965" y="14527"/>
                  </a:lnTo>
                  <a:lnTo>
                    <a:pt x="3832037" y="13924"/>
                  </a:lnTo>
                  <a:lnTo>
                    <a:pt x="3833108" y="13320"/>
                  </a:lnTo>
                  <a:lnTo>
                    <a:pt x="3834180" y="12716"/>
                  </a:lnTo>
                  <a:lnTo>
                    <a:pt x="3835252" y="12112"/>
                  </a:lnTo>
                  <a:lnTo>
                    <a:pt x="3836323" y="11508"/>
                  </a:lnTo>
                  <a:lnTo>
                    <a:pt x="3837395" y="10904"/>
                  </a:lnTo>
                  <a:lnTo>
                    <a:pt x="3838466" y="10300"/>
                  </a:lnTo>
                  <a:lnTo>
                    <a:pt x="3839538" y="9695"/>
                  </a:lnTo>
                  <a:lnTo>
                    <a:pt x="3840610" y="9090"/>
                  </a:lnTo>
                  <a:lnTo>
                    <a:pt x="3841681" y="8485"/>
                  </a:lnTo>
                  <a:lnTo>
                    <a:pt x="3842753" y="7880"/>
                  </a:lnTo>
                  <a:lnTo>
                    <a:pt x="3843824" y="7275"/>
                  </a:lnTo>
                  <a:lnTo>
                    <a:pt x="3844896" y="6670"/>
                  </a:lnTo>
                  <a:lnTo>
                    <a:pt x="3845968" y="6064"/>
                  </a:lnTo>
                  <a:lnTo>
                    <a:pt x="3847039" y="5458"/>
                  </a:lnTo>
                  <a:lnTo>
                    <a:pt x="3848111" y="4852"/>
                  </a:lnTo>
                  <a:lnTo>
                    <a:pt x="3849182" y="4246"/>
                  </a:lnTo>
                  <a:lnTo>
                    <a:pt x="3850254" y="3640"/>
                  </a:lnTo>
                  <a:lnTo>
                    <a:pt x="3851326" y="3034"/>
                  </a:lnTo>
                  <a:lnTo>
                    <a:pt x="3852397" y="2427"/>
                  </a:lnTo>
                  <a:lnTo>
                    <a:pt x="3853469" y="1821"/>
                  </a:lnTo>
                  <a:lnTo>
                    <a:pt x="3854540" y="1214"/>
                  </a:lnTo>
                  <a:lnTo>
                    <a:pt x="3855612" y="607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l168"/>
            <p:cNvSpPr/>
            <p:nvPr/>
          </p:nvSpPr>
          <p:spPr>
            <a:xfrm>
              <a:off x="5034264" y="5158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tx169"/>
            <p:cNvSpPr/>
            <p:nvPr/>
          </p:nvSpPr>
          <p:spPr>
            <a:xfrm>
              <a:off x="5227099" y="3689084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5227099" y="3949256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171" name="rc171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tx172"/>
            <p:cNvSpPr/>
            <p:nvPr/>
          </p:nvSpPr>
          <p:spPr>
            <a:xfrm>
              <a:off x="4793966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4793966" y="564542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4793966" y="5111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4793966" y="4576954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4793966" y="404271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793966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2.5</a:t>
              </a:r>
            </a:p>
          </p:txBody>
        </p:sp>
        <p:sp>
          <p:nvSpPr>
            <p:cNvPr id="178" name="pl178"/>
            <p:cNvSpPr/>
            <p:nvPr/>
          </p:nvSpPr>
          <p:spPr>
            <a:xfrm>
              <a:off x="4999470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l179"/>
            <p:cNvSpPr/>
            <p:nvPr/>
          </p:nvSpPr>
          <p:spPr>
            <a:xfrm>
              <a:off x="4999470" y="569247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l180"/>
            <p:cNvSpPr/>
            <p:nvPr/>
          </p:nvSpPr>
          <p:spPr>
            <a:xfrm>
              <a:off x="4999470" y="5158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l181"/>
            <p:cNvSpPr/>
            <p:nvPr/>
          </p:nvSpPr>
          <p:spPr>
            <a:xfrm>
              <a:off x="4999470" y="46240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l182"/>
            <p:cNvSpPr/>
            <p:nvPr/>
          </p:nvSpPr>
          <p:spPr>
            <a:xfrm>
              <a:off x="4999470" y="40897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l183"/>
            <p:cNvSpPr/>
            <p:nvPr/>
          </p:nvSpPr>
          <p:spPr>
            <a:xfrm>
              <a:off x="4999470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l184"/>
            <p:cNvSpPr/>
            <p:nvPr/>
          </p:nvSpPr>
          <p:spPr>
            <a:xfrm>
              <a:off x="587851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l185"/>
            <p:cNvSpPr/>
            <p:nvPr/>
          </p:nvSpPr>
          <p:spPr>
            <a:xfrm>
              <a:off x="7005919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l186"/>
            <p:cNvSpPr/>
            <p:nvPr/>
          </p:nvSpPr>
          <p:spPr>
            <a:xfrm>
              <a:off x="8133321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tx187"/>
            <p:cNvSpPr/>
            <p:nvPr/>
          </p:nvSpPr>
          <p:spPr>
            <a:xfrm>
              <a:off x="5807468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6934870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40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8062272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50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6607133" y="6551677"/>
              <a:ext cx="71094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</a:t>
              </a:r>
            </a:p>
          </p:txBody>
        </p:sp>
        <p:sp>
          <p:nvSpPr>
            <p:cNvPr id="191" name="tx191"/>
            <p:cNvSpPr/>
            <p:nvPr/>
          </p:nvSpPr>
          <p:spPr>
            <a:xfrm rot="16200000">
              <a:off x="-952102" y="3181039"/>
              <a:ext cx="223689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Weighted Odds Ratio (95% CI)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6525" y="126525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667441" y="126525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26525" y="3429000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4667441" y="3429000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684231" y="247903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84231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684231" y="69824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9733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1859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33985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684231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684231" y="203384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684231" y="114344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684231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15796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27922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40048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684231" y="474292"/>
              <a:ext cx="3856684" cy="2112760"/>
            </a:xfrm>
            <a:custGeom>
              <a:avLst/>
              <a:gdLst/>
              <a:ahLst/>
              <a:cxnLst/>
              <a:rect l="0" t="0" r="0" b="0"/>
              <a:pathLst>
                <a:path w="3856684" h="2112760">
                  <a:moveTo>
                    <a:pt x="0" y="1284066"/>
                  </a:moveTo>
                  <a:lnTo>
                    <a:pt x="1071" y="1283635"/>
                  </a:lnTo>
                  <a:lnTo>
                    <a:pt x="2143" y="1283204"/>
                  </a:lnTo>
                  <a:lnTo>
                    <a:pt x="3214" y="1282773"/>
                  </a:lnTo>
                  <a:lnTo>
                    <a:pt x="4286" y="1282341"/>
                  </a:lnTo>
                  <a:lnTo>
                    <a:pt x="5357" y="1281908"/>
                  </a:lnTo>
                  <a:lnTo>
                    <a:pt x="6429" y="1281476"/>
                  </a:lnTo>
                  <a:lnTo>
                    <a:pt x="7501" y="1281042"/>
                  </a:lnTo>
                  <a:lnTo>
                    <a:pt x="8572" y="1280609"/>
                  </a:lnTo>
                  <a:lnTo>
                    <a:pt x="9644" y="1280175"/>
                  </a:lnTo>
                  <a:lnTo>
                    <a:pt x="10715" y="1279740"/>
                  </a:lnTo>
                  <a:lnTo>
                    <a:pt x="11787" y="1279306"/>
                  </a:lnTo>
                  <a:lnTo>
                    <a:pt x="12859" y="1278870"/>
                  </a:lnTo>
                  <a:lnTo>
                    <a:pt x="13930" y="1278435"/>
                  </a:lnTo>
                  <a:lnTo>
                    <a:pt x="15002" y="1277999"/>
                  </a:lnTo>
                  <a:lnTo>
                    <a:pt x="16073" y="1277562"/>
                  </a:lnTo>
                  <a:lnTo>
                    <a:pt x="17145" y="1277126"/>
                  </a:lnTo>
                  <a:lnTo>
                    <a:pt x="18217" y="1276688"/>
                  </a:lnTo>
                  <a:lnTo>
                    <a:pt x="19288" y="1276251"/>
                  </a:lnTo>
                  <a:lnTo>
                    <a:pt x="20360" y="1275812"/>
                  </a:lnTo>
                  <a:lnTo>
                    <a:pt x="21431" y="1275374"/>
                  </a:lnTo>
                  <a:lnTo>
                    <a:pt x="22503" y="1274935"/>
                  </a:lnTo>
                  <a:lnTo>
                    <a:pt x="23575" y="1274496"/>
                  </a:lnTo>
                  <a:lnTo>
                    <a:pt x="24646" y="1274056"/>
                  </a:lnTo>
                  <a:lnTo>
                    <a:pt x="25718" y="1273616"/>
                  </a:lnTo>
                  <a:lnTo>
                    <a:pt x="26789" y="1273175"/>
                  </a:lnTo>
                  <a:lnTo>
                    <a:pt x="27861" y="1272734"/>
                  </a:lnTo>
                  <a:lnTo>
                    <a:pt x="28933" y="1272292"/>
                  </a:lnTo>
                  <a:lnTo>
                    <a:pt x="30004" y="1271850"/>
                  </a:lnTo>
                  <a:lnTo>
                    <a:pt x="31076" y="1271408"/>
                  </a:lnTo>
                  <a:lnTo>
                    <a:pt x="32147" y="1270965"/>
                  </a:lnTo>
                  <a:lnTo>
                    <a:pt x="33219" y="1270522"/>
                  </a:lnTo>
                  <a:lnTo>
                    <a:pt x="34291" y="1270078"/>
                  </a:lnTo>
                  <a:lnTo>
                    <a:pt x="35362" y="1269634"/>
                  </a:lnTo>
                  <a:lnTo>
                    <a:pt x="36434" y="1269190"/>
                  </a:lnTo>
                  <a:lnTo>
                    <a:pt x="37505" y="1268745"/>
                  </a:lnTo>
                  <a:lnTo>
                    <a:pt x="38577" y="1268299"/>
                  </a:lnTo>
                  <a:lnTo>
                    <a:pt x="39649" y="1267853"/>
                  </a:lnTo>
                  <a:lnTo>
                    <a:pt x="40720" y="1267407"/>
                  </a:lnTo>
                  <a:lnTo>
                    <a:pt x="41792" y="1266960"/>
                  </a:lnTo>
                  <a:lnTo>
                    <a:pt x="42863" y="1266513"/>
                  </a:lnTo>
                  <a:lnTo>
                    <a:pt x="43935" y="1266065"/>
                  </a:lnTo>
                  <a:lnTo>
                    <a:pt x="45007" y="1265617"/>
                  </a:lnTo>
                  <a:lnTo>
                    <a:pt x="46078" y="1265169"/>
                  </a:lnTo>
                  <a:lnTo>
                    <a:pt x="47150" y="1264720"/>
                  </a:lnTo>
                  <a:lnTo>
                    <a:pt x="48221" y="1264270"/>
                  </a:lnTo>
                  <a:lnTo>
                    <a:pt x="49293" y="1263820"/>
                  </a:lnTo>
                  <a:lnTo>
                    <a:pt x="50365" y="1263370"/>
                  </a:lnTo>
                  <a:lnTo>
                    <a:pt x="51436" y="1262919"/>
                  </a:lnTo>
                  <a:lnTo>
                    <a:pt x="52508" y="1262468"/>
                  </a:lnTo>
                  <a:lnTo>
                    <a:pt x="53579" y="1262016"/>
                  </a:lnTo>
                  <a:lnTo>
                    <a:pt x="54651" y="1261564"/>
                  </a:lnTo>
                  <a:lnTo>
                    <a:pt x="55723" y="1261111"/>
                  </a:lnTo>
                  <a:lnTo>
                    <a:pt x="56794" y="1260658"/>
                  </a:lnTo>
                  <a:lnTo>
                    <a:pt x="57866" y="1260204"/>
                  </a:lnTo>
                  <a:lnTo>
                    <a:pt x="58937" y="1259750"/>
                  </a:lnTo>
                  <a:lnTo>
                    <a:pt x="60009" y="1259295"/>
                  </a:lnTo>
                  <a:lnTo>
                    <a:pt x="61081" y="1258840"/>
                  </a:lnTo>
                  <a:lnTo>
                    <a:pt x="62152" y="1258385"/>
                  </a:lnTo>
                  <a:lnTo>
                    <a:pt x="63224" y="1257929"/>
                  </a:lnTo>
                  <a:lnTo>
                    <a:pt x="64295" y="1257472"/>
                  </a:lnTo>
                  <a:lnTo>
                    <a:pt x="65367" y="1257015"/>
                  </a:lnTo>
                  <a:lnTo>
                    <a:pt x="66439" y="1256558"/>
                  </a:lnTo>
                  <a:lnTo>
                    <a:pt x="67510" y="1256100"/>
                  </a:lnTo>
                  <a:lnTo>
                    <a:pt x="68582" y="1255642"/>
                  </a:lnTo>
                  <a:lnTo>
                    <a:pt x="69653" y="1255183"/>
                  </a:lnTo>
                  <a:lnTo>
                    <a:pt x="70725" y="1254723"/>
                  </a:lnTo>
                  <a:lnTo>
                    <a:pt x="71797" y="1254263"/>
                  </a:lnTo>
                  <a:lnTo>
                    <a:pt x="72868" y="1253803"/>
                  </a:lnTo>
                  <a:lnTo>
                    <a:pt x="73940" y="1253342"/>
                  </a:lnTo>
                  <a:lnTo>
                    <a:pt x="75011" y="1252881"/>
                  </a:lnTo>
                  <a:lnTo>
                    <a:pt x="76083" y="1252419"/>
                  </a:lnTo>
                  <a:lnTo>
                    <a:pt x="77155" y="1251957"/>
                  </a:lnTo>
                  <a:lnTo>
                    <a:pt x="78226" y="1251494"/>
                  </a:lnTo>
                  <a:lnTo>
                    <a:pt x="79298" y="1251030"/>
                  </a:lnTo>
                  <a:lnTo>
                    <a:pt x="80369" y="1250566"/>
                  </a:lnTo>
                  <a:lnTo>
                    <a:pt x="81441" y="1250102"/>
                  </a:lnTo>
                  <a:lnTo>
                    <a:pt x="82513" y="1249637"/>
                  </a:lnTo>
                  <a:lnTo>
                    <a:pt x="83584" y="1249172"/>
                  </a:lnTo>
                  <a:lnTo>
                    <a:pt x="84656" y="1248706"/>
                  </a:lnTo>
                  <a:lnTo>
                    <a:pt x="85727" y="1248240"/>
                  </a:lnTo>
                  <a:lnTo>
                    <a:pt x="86799" y="1247773"/>
                  </a:lnTo>
                  <a:lnTo>
                    <a:pt x="87871" y="1247305"/>
                  </a:lnTo>
                  <a:lnTo>
                    <a:pt x="88942" y="1246837"/>
                  </a:lnTo>
                  <a:lnTo>
                    <a:pt x="90014" y="1246369"/>
                  </a:lnTo>
                  <a:lnTo>
                    <a:pt x="91085" y="1245900"/>
                  </a:lnTo>
                  <a:lnTo>
                    <a:pt x="92157" y="1245430"/>
                  </a:lnTo>
                  <a:lnTo>
                    <a:pt x="93229" y="1244960"/>
                  </a:lnTo>
                  <a:lnTo>
                    <a:pt x="94300" y="1244490"/>
                  </a:lnTo>
                  <a:lnTo>
                    <a:pt x="95372" y="1244019"/>
                  </a:lnTo>
                  <a:lnTo>
                    <a:pt x="96443" y="1243547"/>
                  </a:lnTo>
                  <a:lnTo>
                    <a:pt x="97515" y="1243075"/>
                  </a:lnTo>
                  <a:lnTo>
                    <a:pt x="98587" y="1242602"/>
                  </a:lnTo>
                  <a:lnTo>
                    <a:pt x="99658" y="1242129"/>
                  </a:lnTo>
                  <a:lnTo>
                    <a:pt x="100730" y="1241655"/>
                  </a:lnTo>
                  <a:lnTo>
                    <a:pt x="101801" y="1241181"/>
                  </a:lnTo>
                  <a:lnTo>
                    <a:pt x="102873" y="1240706"/>
                  </a:lnTo>
                  <a:lnTo>
                    <a:pt x="103945" y="1240231"/>
                  </a:lnTo>
                  <a:lnTo>
                    <a:pt x="105016" y="1239755"/>
                  </a:lnTo>
                  <a:lnTo>
                    <a:pt x="106088" y="1239279"/>
                  </a:lnTo>
                  <a:lnTo>
                    <a:pt x="107159" y="1238801"/>
                  </a:lnTo>
                  <a:lnTo>
                    <a:pt x="108231" y="1238324"/>
                  </a:lnTo>
                  <a:lnTo>
                    <a:pt x="109303" y="1237846"/>
                  </a:lnTo>
                  <a:lnTo>
                    <a:pt x="110374" y="1237367"/>
                  </a:lnTo>
                  <a:lnTo>
                    <a:pt x="111446" y="1236888"/>
                  </a:lnTo>
                  <a:lnTo>
                    <a:pt x="112517" y="1236408"/>
                  </a:lnTo>
                  <a:lnTo>
                    <a:pt x="113589" y="1235928"/>
                  </a:lnTo>
                  <a:lnTo>
                    <a:pt x="114661" y="1235447"/>
                  </a:lnTo>
                  <a:lnTo>
                    <a:pt x="115732" y="1234965"/>
                  </a:lnTo>
                  <a:lnTo>
                    <a:pt x="116804" y="1234483"/>
                  </a:lnTo>
                  <a:lnTo>
                    <a:pt x="117875" y="1234001"/>
                  </a:lnTo>
                  <a:lnTo>
                    <a:pt x="118947" y="1233518"/>
                  </a:lnTo>
                  <a:lnTo>
                    <a:pt x="120019" y="1233034"/>
                  </a:lnTo>
                  <a:lnTo>
                    <a:pt x="121090" y="1232550"/>
                  </a:lnTo>
                  <a:lnTo>
                    <a:pt x="122162" y="1232065"/>
                  </a:lnTo>
                  <a:lnTo>
                    <a:pt x="123233" y="1231579"/>
                  </a:lnTo>
                  <a:lnTo>
                    <a:pt x="124305" y="1231093"/>
                  </a:lnTo>
                  <a:lnTo>
                    <a:pt x="125377" y="1230606"/>
                  </a:lnTo>
                  <a:lnTo>
                    <a:pt x="126448" y="1230119"/>
                  </a:lnTo>
                  <a:lnTo>
                    <a:pt x="127520" y="1229631"/>
                  </a:lnTo>
                  <a:lnTo>
                    <a:pt x="128591" y="1229143"/>
                  </a:lnTo>
                  <a:lnTo>
                    <a:pt x="129663" y="1228654"/>
                  </a:lnTo>
                  <a:lnTo>
                    <a:pt x="130735" y="1228164"/>
                  </a:lnTo>
                  <a:lnTo>
                    <a:pt x="131806" y="1227674"/>
                  </a:lnTo>
                  <a:lnTo>
                    <a:pt x="132878" y="1227183"/>
                  </a:lnTo>
                  <a:lnTo>
                    <a:pt x="133949" y="1226692"/>
                  </a:lnTo>
                  <a:lnTo>
                    <a:pt x="135021" y="1226200"/>
                  </a:lnTo>
                  <a:lnTo>
                    <a:pt x="136093" y="1225707"/>
                  </a:lnTo>
                  <a:lnTo>
                    <a:pt x="137164" y="1225214"/>
                  </a:lnTo>
                  <a:lnTo>
                    <a:pt x="138236" y="1224720"/>
                  </a:lnTo>
                  <a:lnTo>
                    <a:pt x="139307" y="1224226"/>
                  </a:lnTo>
                  <a:lnTo>
                    <a:pt x="140379" y="1223731"/>
                  </a:lnTo>
                  <a:lnTo>
                    <a:pt x="141451" y="1223235"/>
                  </a:lnTo>
                  <a:lnTo>
                    <a:pt x="142522" y="1222739"/>
                  </a:lnTo>
                  <a:lnTo>
                    <a:pt x="143594" y="1222242"/>
                  </a:lnTo>
                  <a:lnTo>
                    <a:pt x="144665" y="1221745"/>
                  </a:lnTo>
                  <a:lnTo>
                    <a:pt x="145737" y="1221246"/>
                  </a:lnTo>
                  <a:lnTo>
                    <a:pt x="146809" y="1220748"/>
                  </a:lnTo>
                  <a:lnTo>
                    <a:pt x="147880" y="1220248"/>
                  </a:lnTo>
                  <a:lnTo>
                    <a:pt x="148952" y="1219748"/>
                  </a:lnTo>
                  <a:lnTo>
                    <a:pt x="150023" y="1219247"/>
                  </a:lnTo>
                  <a:lnTo>
                    <a:pt x="151095" y="1218746"/>
                  </a:lnTo>
                  <a:lnTo>
                    <a:pt x="152167" y="1218244"/>
                  </a:lnTo>
                  <a:lnTo>
                    <a:pt x="153238" y="1217742"/>
                  </a:lnTo>
                  <a:lnTo>
                    <a:pt x="154310" y="1217238"/>
                  </a:lnTo>
                  <a:lnTo>
                    <a:pt x="155381" y="1216734"/>
                  </a:lnTo>
                  <a:lnTo>
                    <a:pt x="156453" y="1216230"/>
                  </a:lnTo>
                  <a:lnTo>
                    <a:pt x="157525" y="1215725"/>
                  </a:lnTo>
                  <a:lnTo>
                    <a:pt x="158596" y="1215219"/>
                  </a:lnTo>
                  <a:lnTo>
                    <a:pt x="159668" y="1214712"/>
                  </a:lnTo>
                  <a:lnTo>
                    <a:pt x="160739" y="1214205"/>
                  </a:lnTo>
                  <a:lnTo>
                    <a:pt x="161811" y="1213697"/>
                  </a:lnTo>
                  <a:lnTo>
                    <a:pt x="162883" y="1213189"/>
                  </a:lnTo>
                  <a:lnTo>
                    <a:pt x="163954" y="1212680"/>
                  </a:lnTo>
                  <a:lnTo>
                    <a:pt x="165026" y="1212170"/>
                  </a:lnTo>
                  <a:lnTo>
                    <a:pt x="166097" y="1211659"/>
                  </a:lnTo>
                  <a:lnTo>
                    <a:pt x="167169" y="1211148"/>
                  </a:lnTo>
                  <a:lnTo>
                    <a:pt x="168241" y="1210636"/>
                  </a:lnTo>
                  <a:lnTo>
                    <a:pt x="169312" y="1210124"/>
                  </a:lnTo>
                  <a:lnTo>
                    <a:pt x="170384" y="1209610"/>
                  </a:lnTo>
                  <a:lnTo>
                    <a:pt x="171455" y="1209096"/>
                  </a:lnTo>
                  <a:lnTo>
                    <a:pt x="172527" y="1208582"/>
                  </a:lnTo>
                  <a:lnTo>
                    <a:pt x="173599" y="1208067"/>
                  </a:lnTo>
                  <a:lnTo>
                    <a:pt x="174670" y="1207551"/>
                  </a:lnTo>
                  <a:lnTo>
                    <a:pt x="175742" y="1207034"/>
                  </a:lnTo>
                  <a:lnTo>
                    <a:pt x="176813" y="1206516"/>
                  </a:lnTo>
                  <a:lnTo>
                    <a:pt x="177885" y="1205998"/>
                  </a:lnTo>
                  <a:lnTo>
                    <a:pt x="178956" y="1205479"/>
                  </a:lnTo>
                  <a:lnTo>
                    <a:pt x="180028" y="1204960"/>
                  </a:lnTo>
                  <a:lnTo>
                    <a:pt x="181100" y="1204440"/>
                  </a:lnTo>
                  <a:lnTo>
                    <a:pt x="182171" y="1203919"/>
                  </a:lnTo>
                  <a:lnTo>
                    <a:pt x="183243" y="1203397"/>
                  </a:lnTo>
                  <a:lnTo>
                    <a:pt x="184314" y="1202875"/>
                  </a:lnTo>
                  <a:lnTo>
                    <a:pt x="185386" y="1202352"/>
                  </a:lnTo>
                  <a:lnTo>
                    <a:pt x="186458" y="1201828"/>
                  </a:lnTo>
                  <a:lnTo>
                    <a:pt x="187529" y="1201303"/>
                  </a:lnTo>
                  <a:lnTo>
                    <a:pt x="188601" y="1200778"/>
                  </a:lnTo>
                  <a:lnTo>
                    <a:pt x="189672" y="1200252"/>
                  </a:lnTo>
                  <a:lnTo>
                    <a:pt x="190744" y="1199725"/>
                  </a:lnTo>
                  <a:lnTo>
                    <a:pt x="191816" y="1199198"/>
                  </a:lnTo>
                  <a:lnTo>
                    <a:pt x="192887" y="1198669"/>
                  </a:lnTo>
                  <a:lnTo>
                    <a:pt x="193959" y="1198140"/>
                  </a:lnTo>
                  <a:lnTo>
                    <a:pt x="195030" y="1197611"/>
                  </a:lnTo>
                  <a:lnTo>
                    <a:pt x="196102" y="1197080"/>
                  </a:lnTo>
                  <a:lnTo>
                    <a:pt x="197174" y="1196549"/>
                  </a:lnTo>
                  <a:lnTo>
                    <a:pt x="198245" y="1196017"/>
                  </a:lnTo>
                  <a:lnTo>
                    <a:pt x="199317" y="1195484"/>
                  </a:lnTo>
                  <a:lnTo>
                    <a:pt x="200388" y="1194950"/>
                  </a:lnTo>
                  <a:lnTo>
                    <a:pt x="201460" y="1194416"/>
                  </a:lnTo>
                  <a:lnTo>
                    <a:pt x="202532" y="1193881"/>
                  </a:lnTo>
                  <a:lnTo>
                    <a:pt x="203603" y="1193345"/>
                  </a:lnTo>
                  <a:lnTo>
                    <a:pt x="204675" y="1192809"/>
                  </a:lnTo>
                  <a:lnTo>
                    <a:pt x="205746" y="1192271"/>
                  </a:lnTo>
                  <a:lnTo>
                    <a:pt x="206818" y="1191733"/>
                  </a:lnTo>
                  <a:lnTo>
                    <a:pt x="207890" y="1191194"/>
                  </a:lnTo>
                  <a:lnTo>
                    <a:pt x="208961" y="1190654"/>
                  </a:lnTo>
                  <a:lnTo>
                    <a:pt x="210033" y="1190114"/>
                  </a:lnTo>
                  <a:lnTo>
                    <a:pt x="211104" y="1189572"/>
                  </a:lnTo>
                  <a:lnTo>
                    <a:pt x="212176" y="1189030"/>
                  </a:lnTo>
                  <a:lnTo>
                    <a:pt x="213248" y="1188487"/>
                  </a:lnTo>
                  <a:lnTo>
                    <a:pt x="214319" y="1187943"/>
                  </a:lnTo>
                  <a:lnTo>
                    <a:pt x="215391" y="1187399"/>
                  </a:lnTo>
                  <a:lnTo>
                    <a:pt x="216462" y="1186853"/>
                  </a:lnTo>
                  <a:lnTo>
                    <a:pt x="217534" y="1186307"/>
                  </a:lnTo>
                  <a:lnTo>
                    <a:pt x="218606" y="1185760"/>
                  </a:lnTo>
                  <a:lnTo>
                    <a:pt x="219677" y="1185212"/>
                  </a:lnTo>
                  <a:lnTo>
                    <a:pt x="220749" y="1184663"/>
                  </a:lnTo>
                  <a:lnTo>
                    <a:pt x="221820" y="1184114"/>
                  </a:lnTo>
                  <a:lnTo>
                    <a:pt x="222892" y="1183563"/>
                  </a:lnTo>
                  <a:lnTo>
                    <a:pt x="223964" y="1183012"/>
                  </a:lnTo>
                  <a:lnTo>
                    <a:pt x="225035" y="1182460"/>
                  </a:lnTo>
                  <a:lnTo>
                    <a:pt x="226107" y="1181907"/>
                  </a:lnTo>
                  <a:lnTo>
                    <a:pt x="227178" y="1181353"/>
                  </a:lnTo>
                  <a:lnTo>
                    <a:pt x="228250" y="1180799"/>
                  </a:lnTo>
                  <a:lnTo>
                    <a:pt x="229322" y="1180243"/>
                  </a:lnTo>
                  <a:lnTo>
                    <a:pt x="230393" y="1179687"/>
                  </a:lnTo>
                  <a:lnTo>
                    <a:pt x="231465" y="1179130"/>
                  </a:lnTo>
                  <a:lnTo>
                    <a:pt x="232536" y="1178572"/>
                  </a:lnTo>
                  <a:lnTo>
                    <a:pt x="233608" y="1178013"/>
                  </a:lnTo>
                  <a:lnTo>
                    <a:pt x="234680" y="1177453"/>
                  </a:lnTo>
                  <a:lnTo>
                    <a:pt x="235751" y="1176892"/>
                  </a:lnTo>
                  <a:lnTo>
                    <a:pt x="236823" y="1176331"/>
                  </a:lnTo>
                  <a:lnTo>
                    <a:pt x="237894" y="1175768"/>
                  </a:lnTo>
                  <a:lnTo>
                    <a:pt x="238966" y="1175205"/>
                  </a:lnTo>
                  <a:lnTo>
                    <a:pt x="240038" y="1174641"/>
                  </a:lnTo>
                  <a:lnTo>
                    <a:pt x="241109" y="1174076"/>
                  </a:lnTo>
                  <a:lnTo>
                    <a:pt x="242181" y="1173510"/>
                  </a:lnTo>
                  <a:lnTo>
                    <a:pt x="243252" y="1172943"/>
                  </a:lnTo>
                  <a:lnTo>
                    <a:pt x="244324" y="1172375"/>
                  </a:lnTo>
                  <a:lnTo>
                    <a:pt x="245396" y="1171806"/>
                  </a:lnTo>
                  <a:lnTo>
                    <a:pt x="246467" y="1171236"/>
                  </a:lnTo>
                  <a:lnTo>
                    <a:pt x="247539" y="1170666"/>
                  </a:lnTo>
                  <a:lnTo>
                    <a:pt x="248610" y="1170094"/>
                  </a:lnTo>
                  <a:lnTo>
                    <a:pt x="249682" y="1169522"/>
                  </a:lnTo>
                  <a:lnTo>
                    <a:pt x="250754" y="1168948"/>
                  </a:lnTo>
                  <a:lnTo>
                    <a:pt x="251825" y="1168374"/>
                  </a:lnTo>
                  <a:lnTo>
                    <a:pt x="252897" y="1167799"/>
                  </a:lnTo>
                  <a:lnTo>
                    <a:pt x="253968" y="1167222"/>
                  </a:lnTo>
                  <a:lnTo>
                    <a:pt x="255040" y="1166645"/>
                  </a:lnTo>
                  <a:lnTo>
                    <a:pt x="256112" y="1166067"/>
                  </a:lnTo>
                  <a:lnTo>
                    <a:pt x="257183" y="1165488"/>
                  </a:lnTo>
                  <a:lnTo>
                    <a:pt x="258255" y="1164908"/>
                  </a:lnTo>
                  <a:lnTo>
                    <a:pt x="259326" y="1164327"/>
                  </a:lnTo>
                  <a:lnTo>
                    <a:pt x="260398" y="1163745"/>
                  </a:lnTo>
                  <a:lnTo>
                    <a:pt x="261470" y="1163162"/>
                  </a:lnTo>
                  <a:lnTo>
                    <a:pt x="262541" y="1162578"/>
                  </a:lnTo>
                  <a:lnTo>
                    <a:pt x="263613" y="1161993"/>
                  </a:lnTo>
                  <a:lnTo>
                    <a:pt x="264684" y="1161407"/>
                  </a:lnTo>
                  <a:lnTo>
                    <a:pt x="265756" y="1160820"/>
                  </a:lnTo>
                  <a:lnTo>
                    <a:pt x="266828" y="1160232"/>
                  </a:lnTo>
                  <a:lnTo>
                    <a:pt x="267899" y="1159643"/>
                  </a:lnTo>
                  <a:lnTo>
                    <a:pt x="268971" y="1159053"/>
                  </a:lnTo>
                  <a:lnTo>
                    <a:pt x="270042" y="1158463"/>
                  </a:lnTo>
                  <a:lnTo>
                    <a:pt x="271114" y="1157871"/>
                  </a:lnTo>
                  <a:lnTo>
                    <a:pt x="272186" y="1157278"/>
                  </a:lnTo>
                  <a:lnTo>
                    <a:pt x="273257" y="1156684"/>
                  </a:lnTo>
                  <a:lnTo>
                    <a:pt x="274329" y="1156089"/>
                  </a:lnTo>
                  <a:lnTo>
                    <a:pt x="275400" y="1155492"/>
                  </a:lnTo>
                  <a:lnTo>
                    <a:pt x="276472" y="1154895"/>
                  </a:lnTo>
                  <a:lnTo>
                    <a:pt x="277544" y="1154297"/>
                  </a:lnTo>
                  <a:lnTo>
                    <a:pt x="278615" y="1153698"/>
                  </a:lnTo>
                  <a:lnTo>
                    <a:pt x="279687" y="1153098"/>
                  </a:lnTo>
                  <a:lnTo>
                    <a:pt x="280758" y="1152496"/>
                  </a:lnTo>
                  <a:lnTo>
                    <a:pt x="281830" y="1151894"/>
                  </a:lnTo>
                  <a:lnTo>
                    <a:pt x="282902" y="1151291"/>
                  </a:lnTo>
                  <a:lnTo>
                    <a:pt x="283973" y="1150686"/>
                  </a:lnTo>
                  <a:lnTo>
                    <a:pt x="285045" y="1150080"/>
                  </a:lnTo>
                  <a:lnTo>
                    <a:pt x="286116" y="1149474"/>
                  </a:lnTo>
                  <a:lnTo>
                    <a:pt x="287188" y="1148866"/>
                  </a:lnTo>
                  <a:lnTo>
                    <a:pt x="288260" y="1148257"/>
                  </a:lnTo>
                  <a:lnTo>
                    <a:pt x="289331" y="1147647"/>
                  </a:lnTo>
                  <a:lnTo>
                    <a:pt x="290403" y="1147036"/>
                  </a:lnTo>
                  <a:lnTo>
                    <a:pt x="291474" y="1146424"/>
                  </a:lnTo>
                  <a:lnTo>
                    <a:pt x="292546" y="1145811"/>
                  </a:lnTo>
                  <a:lnTo>
                    <a:pt x="293618" y="1145196"/>
                  </a:lnTo>
                  <a:lnTo>
                    <a:pt x="294689" y="1144581"/>
                  </a:lnTo>
                  <a:lnTo>
                    <a:pt x="295761" y="1143964"/>
                  </a:lnTo>
                  <a:lnTo>
                    <a:pt x="296832" y="1143346"/>
                  </a:lnTo>
                  <a:lnTo>
                    <a:pt x="297904" y="1142727"/>
                  </a:lnTo>
                  <a:lnTo>
                    <a:pt x="298976" y="1142107"/>
                  </a:lnTo>
                  <a:lnTo>
                    <a:pt x="300047" y="1141486"/>
                  </a:lnTo>
                  <a:lnTo>
                    <a:pt x="301119" y="1140864"/>
                  </a:lnTo>
                  <a:lnTo>
                    <a:pt x="302190" y="1140240"/>
                  </a:lnTo>
                  <a:lnTo>
                    <a:pt x="303262" y="1139615"/>
                  </a:lnTo>
                  <a:lnTo>
                    <a:pt x="304334" y="1138990"/>
                  </a:lnTo>
                  <a:lnTo>
                    <a:pt x="305405" y="1138362"/>
                  </a:lnTo>
                  <a:lnTo>
                    <a:pt x="306477" y="1137734"/>
                  </a:lnTo>
                  <a:lnTo>
                    <a:pt x="307548" y="1137105"/>
                  </a:lnTo>
                  <a:lnTo>
                    <a:pt x="308620" y="1136474"/>
                  </a:lnTo>
                  <a:lnTo>
                    <a:pt x="309692" y="1135842"/>
                  </a:lnTo>
                  <a:lnTo>
                    <a:pt x="310763" y="1135209"/>
                  </a:lnTo>
                  <a:lnTo>
                    <a:pt x="311835" y="1134575"/>
                  </a:lnTo>
                  <a:lnTo>
                    <a:pt x="312906" y="1133940"/>
                  </a:lnTo>
                  <a:lnTo>
                    <a:pt x="313978" y="1133303"/>
                  </a:lnTo>
                  <a:lnTo>
                    <a:pt x="315050" y="1132665"/>
                  </a:lnTo>
                  <a:lnTo>
                    <a:pt x="316121" y="1132026"/>
                  </a:lnTo>
                  <a:lnTo>
                    <a:pt x="317193" y="1131386"/>
                  </a:lnTo>
                  <a:lnTo>
                    <a:pt x="318264" y="1130744"/>
                  </a:lnTo>
                  <a:lnTo>
                    <a:pt x="319336" y="1130101"/>
                  </a:lnTo>
                  <a:lnTo>
                    <a:pt x="320408" y="1129457"/>
                  </a:lnTo>
                  <a:lnTo>
                    <a:pt x="321479" y="1128812"/>
                  </a:lnTo>
                  <a:lnTo>
                    <a:pt x="322551" y="1128165"/>
                  </a:lnTo>
                  <a:lnTo>
                    <a:pt x="323622" y="1127517"/>
                  </a:lnTo>
                  <a:lnTo>
                    <a:pt x="324694" y="1126868"/>
                  </a:lnTo>
                  <a:lnTo>
                    <a:pt x="325766" y="1126217"/>
                  </a:lnTo>
                  <a:lnTo>
                    <a:pt x="326837" y="1125565"/>
                  </a:lnTo>
                  <a:lnTo>
                    <a:pt x="327909" y="1124912"/>
                  </a:lnTo>
                  <a:lnTo>
                    <a:pt x="328980" y="1124258"/>
                  </a:lnTo>
                  <a:lnTo>
                    <a:pt x="330052" y="1123602"/>
                  </a:lnTo>
                  <a:lnTo>
                    <a:pt x="331124" y="1122945"/>
                  </a:lnTo>
                  <a:lnTo>
                    <a:pt x="332195" y="1122287"/>
                  </a:lnTo>
                  <a:lnTo>
                    <a:pt x="333267" y="1121627"/>
                  </a:lnTo>
                  <a:lnTo>
                    <a:pt x="334338" y="1120966"/>
                  </a:lnTo>
                  <a:lnTo>
                    <a:pt x="335410" y="1120304"/>
                  </a:lnTo>
                  <a:lnTo>
                    <a:pt x="336482" y="1119640"/>
                  </a:lnTo>
                  <a:lnTo>
                    <a:pt x="337553" y="1118975"/>
                  </a:lnTo>
                  <a:lnTo>
                    <a:pt x="338625" y="1118308"/>
                  </a:lnTo>
                  <a:lnTo>
                    <a:pt x="339696" y="1117640"/>
                  </a:lnTo>
                  <a:lnTo>
                    <a:pt x="340768" y="1116971"/>
                  </a:lnTo>
                  <a:lnTo>
                    <a:pt x="341840" y="1116301"/>
                  </a:lnTo>
                  <a:lnTo>
                    <a:pt x="342911" y="1115629"/>
                  </a:lnTo>
                  <a:lnTo>
                    <a:pt x="343983" y="1114955"/>
                  </a:lnTo>
                  <a:lnTo>
                    <a:pt x="345054" y="1114281"/>
                  </a:lnTo>
                  <a:lnTo>
                    <a:pt x="346126" y="1113604"/>
                  </a:lnTo>
                  <a:lnTo>
                    <a:pt x="347198" y="1112927"/>
                  </a:lnTo>
                  <a:lnTo>
                    <a:pt x="348269" y="1112248"/>
                  </a:lnTo>
                  <a:lnTo>
                    <a:pt x="349341" y="1111567"/>
                  </a:lnTo>
                  <a:lnTo>
                    <a:pt x="350412" y="1110885"/>
                  </a:lnTo>
                  <a:lnTo>
                    <a:pt x="351484" y="1110202"/>
                  </a:lnTo>
                  <a:lnTo>
                    <a:pt x="352556" y="1109517"/>
                  </a:lnTo>
                  <a:lnTo>
                    <a:pt x="353627" y="1108831"/>
                  </a:lnTo>
                  <a:lnTo>
                    <a:pt x="354699" y="1108143"/>
                  </a:lnTo>
                  <a:lnTo>
                    <a:pt x="355770" y="1107454"/>
                  </a:lnTo>
                  <a:lnTo>
                    <a:pt x="356842" y="1106763"/>
                  </a:lnTo>
                  <a:lnTo>
                    <a:pt x="357913" y="1106071"/>
                  </a:lnTo>
                  <a:lnTo>
                    <a:pt x="358985" y="1105377"/>
                  </a:lnTo>
                  <a:lnTo>
                    <a:pt x="360057" y="1104682"/>
                  </a:lnTo>
                  <a:lnTo>
                    <a:pt x="361128" y="1103985"/>
                  </a:lnTo>
                  <a:lnTo>
                    <a:pt x="362200" y="1103287"/>
                  </a:lnTo>
                  <a:lnTo>
                    <a:pt x="363271" y="1102587"/>
                  </a:lnTo>
                  <a:lnTo>
                    <a:pt x="364343" y="1101886"/>
                  </a:lnTo>
                  <a:lnTo>
                    <a:pt x="365415" y="1101183"/>
                  </a:lnTo>
                  <a:lnTo>
                    <a:pt x="366486" y="1100479"/>
                  </a:lnTo>
                  <a:lnTo>
                    <a:pt x="367558" y="1099773"/>
                  </a:lnTo>
                  <a:lnTo>
                    <a:pt x="368629" y="1099066"/>
                  </a:lnTo>
                  <a:lnTo>
                    <a:pt x="369701" y="1098357"/>
                  </a:lnTo>
                  <a:lnTo>
                    <a:pt x="370773" y="1097646"/>
                  </a:lnTo>
                  <a:lnTo>
                    <a:pt x="371844" y="1096934"/>
                  </a:lnTo>
                  <a:lnTo>
                    <a:pt x="372916" y="1096220"/>
                  </a:lnTo>
                  <a:lnTo>
                    <a:pt x="373987" y="1095504"/>
                  </a:lnTo>
                  <a:lnTo>
                    <a:pt x="375059" y="1094787"/>
                  </a:lnTo>
                  <a:lnTo>
                    <a:pt x="376131" y="1094069"/>
                  </a:lnTo>
                  <a:lnTo>
                    <a:pt x="377202" y="1093348"/>
                  </a:lnTo>
                  <a:lnTo>
                    <a:pt x="378274" y="1092626"/>
                  </a:lnTo>
                  <a:lnTo>
                    <a:pt x="379345" y="1091903"/>
                  </a:lnTo>
                  <a:lnTo>
                    <a:pt x="380417" y="1091178"/>
                  </a:lnTo>
                  <a:lnTo>
                    <a:pt x="381489" y="1090451"/>
                  </a:lnTo>
                  <a:lnTo>
                    <a:pt x="382560" y="1089722"/>
                  </a:lnTo>
                  <a:lnTo>
                    <a:pt x="383632" y="1088992"/>
                  </a:lnTo>
                  <a:lnTo>
                    <a:pt x="384703" y="1088260"/>
                  </a:lnTo>
                  <a:lnTo>
                    <a:pt x="385775" y="1087526"/>
                  </a:lnTo>
                  <a:lnTo>
                    <a:pt x="386847" y="1086791"/>
                  </a:lnTo>
                  <a:lnTo>
                    <a:pt x="387918" y="1086054"/>
                  </a:lnTo>
                  <a:lnTo>
                    <a:pt x="388990" y="1085315"/>
                  </a:lnTo>
                  <a:lnTo>
                    <a:pt x="390061" y="1084575"/>
                  </a:lnTo>
                  <a:lnTo>
                    <a:pt x="391133" y="1083832"/>
                  </a:lnTo>
                  <a:lnTo>
                    <a:pt x="392205" y="1083088"/>
                  </a:lnTo>
                  <a:lnTo>
                    <a:pt x="393276" y="1082343"/>
                  </a:lnTo>
                  <a:lnTo>
                    <a:pt x="394348" y="1081595"/>
                  </a:lnTo>
                  <a:lnTo>
                    <a:pt x="395419" y="1080846"/>
                  </a:lnTo>
                  <a:lnTo>
                    <a:pt x="396491" y="1080095"/>
                  </a:lnTo>
                  <a:lnTo>
                    <a:pt x="397563" y="1079342"/>
                  </a:lnTo>
                  <a:lnTo>
                    <a:pt x="398634" y="1078587"/>
                  </a:lnTo>
                  <a:lnTo>
                    <a:pt x="399706" y="1077831"/>
                  </a:lnTo>
                  <a:lnTo>
                    <a:pt x="400777" y="1077073"/>
                  </a:lnTo>
                  <a:lnTo>
                    <a:pt x="401849" y="1076312"/>
                  </a:lnTo>
                  <a:lnTo>
                    <a:pt x="402921" y="1075550"/>
                  </a:lnTo>
                  <a:lnTo>
                    <a:pt x="403992" y="1074787"/>
                  </a:lnTo>
                  <a:lnTo>
                    <a:pt x="405064" y="1074021"/>
                  </a:lnTo>
                  <a:lnTo>
                    <a:pt x="406135" y="1073254"/>
                  </a:lnTo>
                  <a:lnTo>
                    <a:pt x="407207" y="1072484"/>
                  </a:lnTo>
                  <a:lnTo>
                    <a:pt x="408279" y="1071713"/>
                  </a:lnTo>
                  <a:lnTo>
                    <a:pt x="409350" y="1070940"/>
                  </a:lnTo>
                  <a:lnTo>
                    <a:pt x="410422" y="1070165"/>
                  </a:lnTo>
                  <a:lnTo>
                    <a:pt x="411493" y="1069388"/>
                  </a:lnTo>
                  <a:lnTo>
                    <a:pt x="412565" y="1068610"/>
                  </a:lnTo>
                  <a:lnTo>
                    <a:pt x="413637" y="1067829"/>
                  </a:lnTo>
                  <a:lnTo>
                    <a:pt x="414708" y="1067046"/>
                  </a:lnTo>
                  <a:lnTo>
                    <a:pt x="415780" y="1066262"/>
                  </a:lnTo>
                  <a:lnTo>
                    <a:pt x="416851" y="1065476"/>
                  </a:lnTo>
                  <a:lnTo>
                    <a:pt x="417923" y="1064688"/>
                  </a:lnTo>
                  <a:lnTo>
                    <a:pt x="418995" y="1063897"/>
                  </a:lnTo>
                  <a:lnTo>
                    <a:pt x="420066" y="1063105"/>
                  </a:lnTo>
                  <a:lnTo>
                    <a:pt x="421138" y="1062311"/>
                  </a:lnTo>
                  <a:lnTo>
                    <a:pt x="422209" y="1061515"/>
                  </a:lnTo>
                  <a:lnTo>
                    <a:pt x="423281" y="1060717"/>
                  </a:lnTo>
                  <a:lnTo>
                    <a:pt x="424353" y="1059918"/>
                  </a:lnTo>
                  <a:lnTo>
                    <a:pt x="425424" y="1059116"/>
                  </a:lnTo>
                  <a:lnTo>
                    <a:pt x="426496" y="1058312"/>
                  </a:lnTo>
                  <a:lnTo>
                    <a:pt x="427567" y="1057506"/>
                  </a:lnTo>
                  <a:lnTo>
                    <a:pt x="428639" y="1056698"/>
                  </a:lnTo>
                  <a:lnTo>
                    <a:pt x="429711" y="1055889"/>
                  </a:lnTo>
                  <a:lnTo>
                    <a:pt x="430782" y="1055077"/>
                  </a:lnTo>
                  <a:lnTo>
                    <a:pt x="431854" y="1054263"/>
                  </a:lnTo>
                  <a:lnTo>
                    <a:pt x="432925" y="1053448"/>
                  </a:lnTo>
                  <a:lnTo>
                    <a:pt x="433997" y="1052630"/>
                  </a:lnTo>
                  <a:lnTo>
                    <a:pt x="435069" y="1051810"/>
                  </a:lnTo>
                  <a:lnTo>
                    <a:pt x="436140" y="1050988"/>
                  </a:lnTo>
                  <a:lnTo>
                    <a:pt x="437212" y="1050165"/>
                  </a:lnTo>
                  <a:lnTo>
                    <a:pt x="438283" y="1049339"/>
                  </a:lnTo>
                  <a:lnTo>
                    <a:pt x="439355" y="1048511"/>
                  </a:lnTo>
                  <a:lnTo>
                    <a:pt x="440427" y="1047681"/>
                  </a:lnTo>
                  <a:lnTo>
                    <a:pt x="441498" y="1046849"/>
                  </a:lnTo>
                  <a:lnTo>
                    <a:pt x="442570" y="1046015"/>
                  </a:lnTo>
                  <a:lnTo>
                    <a:pt x="443641" y="1045179"/>
                  </a:lnTo>
                  <a:lnTo>
                    <a:pt x="444713" y="1044341"/>
                  </a:lnTo>
                  <a:lnTo>
                    <a:pt x="445785" y="1043500"/>
                  </a:lnTo>
                  <a:lnTo>
                    <a:pt x="446856" y="1042658"/>
                  </a:lnTo>
                  <a:lnTo>
                    <a:pt x="447928" y="1041814"/>
                  </a:lnTo>
                  <a:lnTo>
                    <a:pt x="448999" y="1040967"/>
                  </a:lnTo>
                  <a:lnTo>
                    <a:pt x="450071" y="1040118"/>
                  </a:lnTo>
                  <a:lnTo>
                    <a:pt x="451143" y="1039268"/>
                  </a:lnTo>
                  <a:lnTo>
                    <a:pt x="452214" y="1038415"/>
                  </a:lnTo>
                  <a:lnTo>
                    <a:pt x="453286" y="1037560"/>
                  </a:lnTo>
                  <a:lnTo>
                    <a:pt x="454357" y="1036703"/>
                  </a:lnTo>
                  <a:lnTo>
                    <a:pt x="455429" y="1035844"/>
                  </a:lnTo>
                  <a:lnTo>
                    <a:pt x="456501" y="1034982"/>
                  </a:lnTo>
                  <a:lnTo>
                    <a:pt x="457572" y="1034119"/>
                  </a:lnTo>
                  <a:lnTo>
                    <a:pt x="458644" y="1033253"/>
                  </a:lnTo>
                  <a:lnTo>
                    <a:pt x="459715" y="1032385"/>
                  </a:lnTo>
                  <a:lnTo>
                    <a:pt x="460787" y="1031515"/>
                  </a:lnTo>
                  <a:lnTo>
                    <a:pt x="461859" y="1030643"/>
                  </a:lnTo>
                  <a:lnTo>
                    <a:pt x="462930" y="1029769"/>
                  </a:lnTo>
                  <a:lnTo>
                    <a:pt x="464002" y="1028892"/>
                  </a:lnTo>
                  <a:lnTo>
                    <a:pt x="465073" y="1028014"/>
                  </a:lnTo>
                  <a:lnTo>
                    <a:pt x="466145" y="1027133"/>
                  </a:lnTo>
                  <a:lnTo>
                    <a:pt x="467217" y="1026250"/>
                  </a:lnTo>
                  <a:lnTo>
                    <a:pt x="468288" y="1025364"/>
                  </a:lnTo>
                  <a:lnTo>
                    <a:pt x="469360" y="1024477"/>
                  </a:lnTo>
                  <a:lnTo>
                    <a:pt x="470431" y="1023587"/>
                  </a:lnTo>
                  <a:lnTo>
                    <a:pt x="471503" y="1022695"/>
                  </a:lnTo>
                  <a:lnTo>
                    <a:pt x="472575" y="1021801"/>
                  </a:lnTo>
                  <a:lnTo>
                    <a:pt x="473646" y="1020905"/>
                  </a:lnTo>
                  <a:lnTo>
                    <a:pt x="474718" y="1020006"/>
                  </a:lnTo>
                  <a:lnTo>
                    <a:pt x="475789" y="1019105"/>
                  </a:lnTo>
                  <a:lnTo>
                    <a:pt x="476861" y="1018202"/>
                  </a:lnTo>
                  <a:lnTo>
                    <a:pt x="477933" y="1017297"/>
                  </a:lnTo>
                  <a:lnTo>
                    <a:pt x="479004" y="1016389"/>
                  </a:lnTo>
                  <a:lnTo>
                    <a:pt x="480076" y="1015480"/>
                  </a:lnTo>
                  <a:lnTo>
                    <a:pt x="481147" y="1014567"/>
                  </a:lnTo>
                  <a:lnTo>
                    <a:pt x="482219" y="1013653"/>
                  </a:lnTo>
                  <a:lnTo>
                    <a:pt x="483291" y="1012736"/>
                  </a:lnTo>
                  <a:lnTo>
                    <a:pt x="484362" y="1011817"/>
                  </a:lnTo>
                  <a:lnTo>
                    <a:pt x="485434" y="1010896"/>
                  </a:lnTo>
                  <a:lnTo>
                    <a:pt x="486505" y="1009973"/>
                  </a:lnTo>
                  <a:lnTo>
                    <a:pt x="487577" y="1009047"/>
                  </a:lnTo>
                  <a:lnTo>
                    <a:pt x="488649" y="1008119"/>
                  </a:lnTo>
                  <a:lnTo>
                    <a:pt x="489720" y="1007188"/>
                  </a:lnTo>
                  <a:lnTo>
                    <a:pt x="490792" y="1006255"/>
                  </a:lnTo>
                  <a:lnTo>
                    <a:pt x="491863" y="1005320"/>
                  </a:lnTo>
                  <a:lnTo>
                    <a:pt x="492935" y="1004383"/>
                  </a:lnTo>
                  <a:lnTo>
                    <a:pt x="494007" y="1003443"/>
                  </a:lnTo>
                  <a:lnTo>
                    <a:pt x="495078" y="1002501"/>
                  </a:lnTo>
                  <a:lnTo>
                    <a:pt x="496150" y="1001556"/>
                  </a:lnTo>
                  <a:lnTo>
                    <a:pt x="497221" y="1000610"/>
                  </a:lnTo>
                  <a:lnTo>
                    <a:pt x="498293" y="999661"/>
                  </a:lnTo>
                  <a:lnTo>
                    <a:pt x="499365" y="998709"/>
                  </a:lnTo>
                  <a:lnTo>
                    <a:pt x="500436" y="997755"/>
                  </a:lnTo>
                  <a:lnTo>
                    <a:pt x="501508" y="996799"/>
                  </a:lnTo>
                  <a:lnTo>
                    <a:pt x="502579" y="995840"/>
                  </a:lnTo>
                  <a:lnTo>
                    <a:pt x="503651" y="994879"/>
                  </a:lnTo>
                  <a:lnTo>
                    <a:pt x="504723" y="993916"/>
                  </a:lnTo>
                  <a:lnTo>
                    <a:pt x="505794" y="992950"/>
                  </a:lnTo>
                  <a:lnTo>
                    <a:pt x="506866" y="991982"/>
                  </a:lnTo>
                  <a:lnTo>
                    <a:pt x="507937" y="991012"/>
                  </a:lnTo>
                  <a:lnTo>
                    <a:pt x="509009" y="990039"/>
                  </a:lnTo>
                  <a:lnTo>
                    <a:pt x="510081" y="989063"/>
                  </a:lnTo>
                  <a:lnTo>
                    <a:pt x="511152" y="988086"/>
                  </a:lnTo>
                  <a:lnTo>
                    <a:pt x="512224" y="987106"/>
                  </a:lnTo>
                  <a:lnTo>
                    <a:pt x="513295" y="986123"/>
                  </a:lnTo>
                  <a:lnTo>
                    <a:pt x="514367" y="985138"/>
                  </a:lnTo>
                  <a:lnTo>
                    <a:pt x="515439" y="984151"/>
                  </a:lnTo>
                  <a:lnTo>
                    <a:pt x="516510" y="983161"/>
                  </a:lnTo>
                  <a:lnTo>
                    <a:pt x="517582" y="982169"/>
                  </a:lnTo>
                  <a:lnTo>
                    <a:pt x="518653" y="981174"/>
                  </a:lnTo>
                  <a:lnTo>
                    <a:pt x="519725" y="980177"/>
                  </a:lnTo>
                  <a:lnTo>
                    <a:pt x="520797" y="979177"/>
                  </a:lnTo>
                  <a:lnTo>
                    <a:pt x="521868" y="978175"/>
                  </a:lnTo>
                  <a:lnTo>
                    <a:pt x="522940" y="977171"/>
                  </a:lnTo>
                  <a:lnTo>
                    <a:pt x="524011" y="976164"/>
                  </a:lnTo>
                  <a:lnTo>
                    <a:pt x="525083" y="975154"/>
                  </a:lnTo>
                  <a:lnTo>
                    <a:pt x="526155" y="974143"/>
                  </a:lnTo>
                  <a:lnTo>
                    <a:pt x="527226" y="973128"/>
                  </a:lnTo>
                  <a:lnTo>
                    <a:pt x="528298" y="972111"/>
                  </a:lnTo>
                  <a:lnTo>
                    <a:pt x="529369" y="971092"/>
                  </a:lnTo>
                  <a:lnTo>
                    <a:pt x="530441" y="970070"/>
                  </a:lnTo>
                  <a:lnTo>
                    <a:pt x="531513" y="969046"/>
                  </a:lnTo>
                  <a:lnTo>
                    <a:pt x="532584" y="968020"/>
                  </a:lnTo>
                  <a:lnTo>
                    <a:pt x="533656" y="966990"/>
                  </a:lnTo>
                  <a:lnTo>
                    <a:pt x="534727" y="965959"/>
                  </a:lnTo>
                  <a:lnTo>
                    <a:pt x="535799" y="964925"/>
                  </a:lnTo>
                  <a:lnTo>
                    <a:pt x="536870" y="963888"/>
                  </a:lnTo>
                  <a:lnTo>
                    <a:pt x="537942" y="962849"/>
                  </a:lnTo>
                  <a:lnTo>
                    <a:pt x="539014" y="961807"/>
                  </a:lnTo>
                  <a:lnTo>
                    <a:pt x="540085" y="960763"/>
                  </a:lnTo>
                  <a:lnTo>
                    <a:pt x="541157" y="959716"/>
                  </a:lnTo>
                  <a:lnTo>
                    <a:pt x="542228" y="958667"/>
                  </a:lnTo>
                  <a:lnTo>
                    <a:pt x="543300" y="957616"/>
                  </a:lnTo>
                  <a:lnTo>
                    <a:pt x="544372" y="956561"/>
                  </a:lnTo>
                  <a:lnTo>
                    <a:pt x="545443" y="955505"/>
                  </a:lnTo>
                  <a:lnTo>
                    <a:pt x="546515" y="954446"/>
                  </a:lnTo>
                  <a:lnTo>
                    <a:pt x="547586" y="953384"/>
                  </a:lnTo>
                  <a:lnTo>
                    <a:pt x="548658" y="952320"/>
                  </a:lnTo>
                  <a:lnTo>
                    <a:pt x="549730" y="951253"/>
                  </a:lnTo>
                  <a:lnTo>
                    <a:pt x="550801" y="950184"/>
                  </a:lnTo>
                  <a:lnTo>
                    <a:pt x="551873" y="949112"/>
                  </a:lnTo>
                  <a:lnTo>
                    <a:pt x="552944" y="948038"/>
                  </a:lnTo>
                  <a:lnTo>
                    <a:pt x="554016" y="946961"/>
                  </a:lnTo>
                  <a:lnTo>
                    <a:pt x="555088" y="945881"/>
                  </a:lnTo>
                  <a:lnTo>
                    <a:pt x="556159" y="944799"/>
                  </a:lnTo>
                  <a:lnTo>
                    <a:pt x="557231" y="943715"/>
                  </a:lnTo>
                  <a:lnTo>
                    <a:pt x="558302" y="942628"/>
                  </a:lnTo>
                  <a:lnTo>
                    <a:pt x="559374" y="941538"/>
                  </a:lnTo>
                  <a:lnTo>
                    <a:pt x="560446" y="940446"/>
                  </a:lnTo>
                  <a:lnTo>
                    <a:pt x="561517" y="939352"/>
                  </a:lnTo>
                  <a:lnTo>
                    <a:pt x="562589" y="938255"/>
                  </a:lnTo>
                  <a:lnTo>
                    <a:pt x="563660" y="937155"/>
                  </a:lnTo>
                  <a:lnTo>
                    <a:pt x="564732" y="936053"/>
                  </a:lnTo>
                  <a:lnTo>
                    <a:pt x="565804" y="934948"/>
                  </a:lnTo>
                  <a:lnTo>
                    <a:pt x="566875" y="933841"/>
                  </a:lnTo>
                  <a:lnTo>
                    <a:pt x="567947" y="932731"/>
                  </a:lnTo>
                  <a:lnTo>
                    <a:pt x="569018" y="931618"/>
                  </a:lnTo>
                  <a:lnTo>
                    <a:pt x="570090" y="930503"/>
                  </a:lnTo>
                  <a:lnTo>
                    <a:pt x="571162" y="929386"/>
                  </a:lnTo>
                  <a:lnTo>
                    <a:pt x="572233" y="928266"/>
                  </a:lnTo>
                  <a:lnTo>
                    <a:pt x="573305" y="927143"/>
                  </a:lnTo>
                  <a:lnTo>
                    <a:pt x="574376" y="926018"/>
                  </a:lnTo>
                  <a:lnTo>
                    <a:pt x="575448" y="924891"/>
                  </a:lnTo>
                  <a:lnTo>
                    <a:pt x="576520" y="923760"/>
                  </a:lnTo>
                  <a:lnTo>
                    <a:pt x="577591" y="922628"/>
                  </a:lnTo>
                  <a:lnTo>
                    <a:pt x="578663" y="921492"/>
                  </a:lnTo>
                  <a:lnTo>
                    <a:pt x="579734" y="920355"/>
                  </a:lnTo>
                  <a:lnTo>
                    <a:pt x="580806" y="919214"/>
                  </a:lnTo>
                  <a:lnTo>
                    <a:pt x="581878" y="918071"/>
                  </a:lnTo>
                  <a:lnTo>
                    <a:pt x="582949" y="916926"/>
                  </a:lnTo>
                  <a:lnTo>
                    <a:pt x="584021" y="915778"/>
                  </a:lnTo>
                  <a:lnTo>
                    <a:pt x="585092" y="914627"/>
                  </a:lnTo>
                  <a:lnTo>
                    <a:pt x="586164" y="913474"/>
                  </a:lnTo>
                  <a:lnTo>
                    <a:pt x="587236" y="912319"/>
                  </a:lnTo>
                  <a:lnTo>
                    <a:pt x="588307" y="911161"/>
                  </a:lnTo>
                  <a:lnTo>
                    <a:pt x="589379" y="910000"/>
                  </a:lnTo>
                  <a:lnTo>
                    <a:pt x="590450" y="908837"/>
                  </a:lnTo>
                  <a:lnTo>
                    <a:pt x="591522" y="907671"/>
                  </a:lnTo>
                  <a:lnTo>
                    <a:pt x="592594" y="906503"/>
                  </a:lnTo>
                  <a:lnTo>
                    <a:pt x="593665" y="905332"/>
                  </a:lnTo>
                  <a:lnTo>
                    <a:pt x="594737" y="904159"/>
                  </a:lnTo>
                  <a:lnTo>
                    <a:pt x="595808" y="902983"/>
                  </a:lnTo>
                  <a:lnTo>
                    <a:pt x="596880" y="901805"/>
                  </a:lnTo>
                  <a:lnTo>
                    <a:pt x="597952" y="900624"/>
                  </a:lnTo>
                  <a:lnTo>
                    <a:pt x="599023" y="899441"/>
                  </a:lnTo>
                  <a:lnTo>
                    <a:pt x="600095" y="898255"/>
                  </a:lnTo>
                  <a:lnTo>
                    <a:pt x="601166" y="897067"/>
                  </a:lnTo>
                  <a:lnTo>
                    <a:pt x="602238" y="895876"/>
                  </a:lnTo>
                  <a:lnTo>
                    <a:pt x="603310" y="894683"/>
                  </a:lnTo>
                  <a:lnTo>
                    <a:pt x="604381" y="893487"/>
                  </a:lnTo>
                  <a:lnTo>
                    <a:pt x="605453" y="892289"/>
                  </a:lnTo>
                  <a:lnTo>
                    <a:pt x="606524" y="891088"/>
                  </a:lnTo>
                  <a:lnTo>
                    <a:pt x="607596" y="889885"/>
                  </a:lnTo>
                  <a:lnTo>
                    <a:pt x="608668" y="888679"/>
                  </a:lnTo>
                  <a:lnTo>
                    <a:pt x="609739" y="887471"/>
                  </a:lnTo>
                  <a:lnTo>
                    <a:pt x="610811" y="886260"/>
                  </a:lnTo>
                  <a:lnTo>
                    <a:pt x="611882" y="885047"/>
                  </a:lnTo>
                  <a:lnTo>
                    <a:pt x="612954" y="883831"/>
                  </a:lnTo>
                  <a:lnTo>
                    <a:pt x="614026" y="882613"/>
                  </a:lnTo>
                  <a:lnTo>
                    <a:pt x="615097" y="881393"/>
                  </a:lnTo>
                  <a:lnTo>
                    <a:pt x="616169" y="880170"/>
                  </a:lnTo>
                  <a:lnTo>
                    <a:pt x="617240" y="878944"/>
                  </a:lnTo>
                  <a:lnTo>
                    <a:pt x="618312" y="877716"/>
                  </a:lnTo>
                  <a:lnTo>
                    <a:pt x="619384" y="876486"/>
                  </a:lnTo>
                  <a:lnTo>
                    <a:pt x="620455" y="875253"/>
                  </a:lnTo>
                  <a:lnTo>
                    <a:pt x="621527" y="874018"/>
                  </a:lnTo>
                  <a:lnTo>
                    <a:pt x="622598" y="872781"/>
                  </a:lnTo>
                  <a:lnTo>
                    <a:pt x="623670" y="871541"/>
                  </a:lnTo>
                  <a:lnTo>
                    <a:pt x="624742" y="870298"/>
                  </a:lnTo>
                  <a:lnTo>
                    <a:pt x="625813" y="869054"/>
                  </a:lnTo>
                  <a:lnTo>
                    <a:pt x="626885" y="867806"/>
                  </a:lnTo>
                  <a:lnTo>
                    <a:pt x="627956" y="866557"/>
                  </a:lnTo>
                  <a:lnTo>
                    <a:pt x="629028" y="865305"/>
                  </a:lnTo>
                  <a:lnTo>
                    <a:pt x="630100" y="864051"/>
                  </a:lnTo>
                  <a:lnTo>
                    <a:pt x="631171" y="862794"/>
                  </a:lnTo>
                  <a:lnTo>
                    <a:pt x="632243" y="861535"/>
                  </a:lnTo>
                  <a:lnTo>
                    <a:pt x="633314" y="860274"/>
                  </a:lnTo>
                  <a:lnTo>
                    <a:pt x="634386" y="859010"/>
                  </a:lnTo>
                  <a:lnTo>
                    <a:pt x="635458" y="857744"/>
                  </a:lnTo>
                  <a:lnTo>
                    <a:pt x="636529" y="856475"/>
                  </a:lnTo>
                  <a:lnTo>
                    <a:pt x="637601" y="855205"/>
                  </a:lnTo>
                  <a:lnTo>
                    <a:pt x="638672" y="853932"/>
                  </a:lnTo>
                  <a:lnTo>
                    <a:pt x="639744" y="852656"/>
                  </a:lnTo>
                  <a:lnTo>
                    <a:pt x="640816" y="851379"/>
                  </a:lnTo>
                  <a:lnTo>
                    <a:pt x="641887" y="850099"/>
                  </a:lnTo>
                  <a:lnTo>
                    <a:pt x="642959" y="848816"/>
                  </a:lnTo>
                  <a:lnTo>
                    <a:pt x="644030" y="847532"/>
                  </a:lnTo>
                  <a:lnTo>
                    <a:pt x="645102" y="846245"/>
                  </a:lnTo>
                  <a:lnTo>
                    <a:pt x="646174" y="844956"/>
                  </a:lnTo>
                  <a:lnTo>
                    <a:pt x="647245" y="843665"/>
                  </a:lnTo>
                  <a:lnTo>
                    <a:pt x="648317" y="842371"/>
                  </a:lnTo>
                  <a:lnTo>
                    <a:pt x="649388" y="841076"/>
                  </a:lnTo>
                  <a:lnTo>
                    <a:pt x="650460" y="839778"/>
                  </a:lnTo>
                  <a:lnTo>
                    <a:pt x="651532" y="838478"/>
                  </a:lnTo>
                  <a:lnTo>
                    <a:pt x="652603" y="837175"/>
                  </a:lnTo>
                  <a:lnTo>
                    <a:pt x="653675" y="835871"/>
                  </a:lnTo>
                  <a:lnTo>
                    <a:pt x="654746" y="834564"/>
                  </a:lnTo>
                  <a:lnTo>
                    <a:pt x="655818" y="833255"/>
                  </a:lnTo>
                  <a:lnTo>
                    <a:pt x="656890" y="831944"/>
                  </a:lnTo>
                  <a:lnTo>
                    <a:pt x="657961" y="830631"/>
                  </a:lnTo>
                  <a:lnTo>
                    <a:pt x="659033" y="829315"/>
                  </a:lnTo>
                  <a:lnTo>
                    <a:pt x="660104" y="827998"/>
                  </a:lnTo>
                  <a:lnTo>
                    <a:pt x="661176" y="826678"/>
                  </a:lnTo>
                  <a:lnTo>
                    <a:pt x="662248" y="825357"/>
                  </a:lnTo>
                  <a:lnTo>
                    <a:pt x="663319" y="824033"/>
                  </a:lnTo>
                  <a:lnTo>
                    <a:pt x="664391" y="822707"/>
                  </a:lnTo>
                  <a:lnTo>
                    <a:pt x="665462" y="821379"/>
                  </a:lnTo>
                  <a:lnTo>
                    <a:pt x="666534" y="820049"/>
                  </a:lnTo>
                  <a:lnTo>
                    <a:pt x="667606" y="818717"/>
                  </a:lnTo>
                  <a:lnTo>
                    <a:pt x="668677" y="817383"/>
                  </a:lnTo>
                  <a:lnTo>
                    <a:pt x="669749" y="816047"/>
                  </a:lnTo>
                  <a:lnTo>
                    <a:pt x="670820" y="814709"/>
                  </a:lnTo>
                  <a:lnTo>
                    <a:pt x="671892" y="813368"/>
                  </a:lnTo>
                  <a:lnTo>
                    <a:pt x="672964" y="812026"/>
                  </a:lnTo>
                  <a:lnTo>
                    <a:pt x="674035" y="810682"/>
                  </a:lnTo>
                  <a:lnTo>
                    <a:pt x="675107" y="809336"/>
                  </a:lnTo>
                  <a:lnTo>
                    <a:pt x="676178" y="807988"/>
                  </a:lnTo>
                  <a:lnTo>
                    <a:pt x="677250" y="806638"/>
                  </a:lnTo>
                  <a:lnTo>
                    <a:pt x="678322" y="805286"/>
                  </a:lnTo>
                  <a:lnTo>
                    <a:pt x="679393" y="803933"/>
                  </a:lnTo>
                  <a:lnTo>
                    <a:pt x="680465" y="802577"/>
                  </a:lnTo>
                  <a:lnTo>
                    <a:pt x="681536" y="801219"/>
                  </a:lnTo>
                  <a:lnTo>
                    <a:pt x="682608" y="799860"/>
                  </a:lnTo>
                  <a:lnTo>
                    <a:pt x="683680" y="798499"/>
                  </a:lnTo>
                  <a:lnTo>
                    <a:pt x="684751" y="797136"/>
                  </a:lnTo>
                  <a:lnTo>
                    <a:pt x="685823" y="795771"/>
                  </a:lnTo>
                  <a:lnTo>
                    <a:pt x="686894" y="794404"/>
                  </a:lnTo>
                  <a:lnTo>
                    <a:pt x="687966" y="793036"/>
                  </a:lnTo>
                  <a:lnTo>
                    <a:pt x="689038" y="791665"/>
                  </a:lnTo>
                  <a:lnTo>
                    <a:pt x="690109" y="790293"/>
                  </a:lnTo>
                  <a:lnTo>
                    <a:pt x="691181" y="788920"/>
                  </a:lnTo>
                  <a:lnTo>
                    <a:pt x="692252" y="787544"/>
                  </a:lnTo>
                  <a:lnTo>
                    <a:pt x="693324" y="786167"/>
                  </a:lnTo>
                  <a:lnTo>
                    <a:pt x="694396" y="784788"/>
                  </a:lnTo>
                  <a:lnTo>
                    <a:pt x="695467" y="783407"/>
                  </a:lnTo>
                  <a:lnTo>
                    <a:pt x="696539" y="782025"/>
                  </a:lnTo>
                  <a:lnTo>
                    <a:pt x="697610" y="780641"/>
                  </a:lnTo>
                  <a:lnTo>
                    <a:pt x="698682" y="779256"/>
                  </a:lnTo>
                  <a:lnTo>
                    <a:pt x="699754" y="777868"/>
                  </a:lnTo>
                  <a:lnTo>
                    <a:pt x="700825" y="776480"/>
                  </a:lnTo>
                  <a:lnTo>
                    <a:pt x="701897" y="775089"/>
                  </a:lnTo>
                  <a:lnTo>
                    <a:pt x="702968" y="773697"/>
                  </a:lnTo>
                  <a:lnTo>
                    <a:pt x="704040" y="772304"/>
                  </a:lnTo>
                  <a:lnTo>
                    <a:pt x="705112" y="770909"/>
                  </a:lnTo>
                  <a:lnTo>
                    <a:pt x="706183" y="769512"/>
                  </a:lnTo>
                  <a:lnTo>
                    <a:pt x="707255" y="768114"/>
                  </a:lnTo>
                  <a:lnTo>
                    <a:pt x="708326" y="766715"/>
                  </a:lnTo>
                  <a:lnTo>
                    <a:pt x="709398" y="765314"/>
                  </a:lnTo>
                  <a:lnTo>
                    <a:pt x="710469" y="763911"/>
                  </a:lnTo>
                  <a:lnTo>
                    <a:pt x="711541" y="762508"/>
                  </a:lnTo>
                  <a:lnTo>
                    <a:pt x="712613" y="761102"/>
                  </a:lnTo>
                  <a:lnTo>
                    <a:pt x="713684" y="759696"/>
                  </a:lnTo>
                  <a:lnTo>
                    <a:pt x="714756" y="758288"/>
                  </a:lnTo>
                  <a:lnTo>
                    <a:pt x="715827" y="756879"/>
                  </a:lnTo>
                  <a:lnTo>
                    <a:pt x="716899" y="755468"/>
                  </a:lnTo>
                  <a:lnTo>
                    <a:pt x="717971" y="754056"/>
                  </a:lnTo>
                  <a:lnTo>
                    <a:pt x="719042" y="752643"/>
                  </a:lnTo>
                  <a:lnTo>
                    <a:pt x="720114" y="751228"/>
                  </a:lnTo>
                  <a:lnTo>
                    <a:pt x="721185" y="749813"/>
                  </a:lnTo>
                  <a:lnTo>
                    <a:pt x="722257" y="748396"/>
                  </a:lnTo>
                  <a:lnTo>
                    <a:pt x="723329" y="746977"/>
                  </a:lnTo>
                  <a:lnTo>
                    <a:pt x="724400" y="745558"/>
                  </a:lnTo>
                  <a:lnTo>
                    <a:pt x="725472" y="744138"/>
                  </a:lnTo>
                  <a:lnTo>
                    <a:pt x="726543" y="742716"/>
                  </a:lnTo>
                  <a:lnTo>
                    <a:pt x="727615" y="741293"/>
                  </a:lnTo>
                  <a:lnTo>
                    <a:pt x="728687" y="739869"/>
                  </a:lnTo>
                  <a:lnTo>
                    <a:pt x="729758" y="738444"/>
                  </a:lnTo>
                  <a:lnTo>
                    <a:pt x="730830" y="737018"/>
                  </a:lnTo>
                  <a:lnTo>
                    <a:pt x="731901" y="735591"/>
                  </a:lnTo>
                  <a:lnTo>
                    <a:pt x="732973" y="734163"/>
                  </a:lnTo>
                  <a:lnTo>
                    <a:pt x="734045" y="732734"/>
                  </a:lnTo>
                  <a:lnTo>
                    <a:pt x="735116" y="731304"/>
                  </a:lnTo>
                  <a:lnTo>
                    <a:pt x="736188" y="729873"/>
                  </a:lnTo>
                  <a:lnTo>
                    <a:pt x="737259" y="728441"/>
                  </a:lnTo>
                  <a:lnTo>
                    <a:pt x="738331" y="727008"/>
                  </a:lnTo>
                  <a:lnTo>
                    <a:pt x="739403" y="725574"/>
                  </a:lnTo>
                  <a:lnTo>
                    <a:pt x="740474" y="724139"/>
                  </a:lnTo>
                  <a:lnTo>
                    <a:pt x="741546" y="722704"/>
                  </a:lnTo>
                  <a:lnTo>
                    <a:pt x="742617" y="721267"/>
                  </a:lnTo>
                  <a:lnTo>
                    <a:pt x="743689" y="719830"/>
                  </a:lnTo>
                  <a:lnTo>
                    <a:pt x="744761" y="718392"/>
                  </a:lnTo>
                  <a:lnTo>
                    <a:pt x="745832" y="716954"/>
                  </a:lnTo>
                  <a:lnTo>
                    <a:pt x="746904" y="715514"/>
                  </a:lnTo>
                  <a:lnTo>
                    <a:pt x="747975" y="714074"/>
                  </a:lnTo>
                  <a:lnTo>
                    <a:pt x="749047" y="712634"/>
                  </a:lnTo>
                  <a:lnTo>
                    <a:pt x="750119" y="711192"/>
                  </a:lnTo>
                  <a:lnTo>
                    <a:pt x="751190" y="709750"/>
                  </a:lnTo>
                  <a:lnTo>
                    <a:pt x="752262" y="708308"/>
                  </a:lnTo>
                  <a:lnTo>
                    <a:pt x="753333" y="706864"/>
                  </a:lnTo>
                  <a:lnTo>
                    <a:pt x="754405" y="705421"/>
                  </a:lnTo>
                  <a:lnTo>
                    <a:pt x="755477" y="703976"/>
                  </a:lnTo>
                  <a:lnTo>
                    <a:pt x="756548" y="702532"/>
                  </a:lnTo>
                  <a:lnTo>
                    <a:pt x="757620" y="701086"/>
                  </a:lnTo>
                  <a:lnTo>
                    <a:pt x="758691" y="699641"/>
                  </a:lnTo>
                  <a:lnTo>
                    <a:pt x="759763" y="698194"/>
                  </a:lnTo>
                  <a:lnTo>
                    <a:pt x="760835" y="696748"/>
                  </a:lnTo>
                  <a:lnTo>
                    <a:pt x="761906" y="695301"/>
                  </a:lnTo>
                  <a:lnTo>
                    <a:pt x="762978" y="693853"/>
                  </a:lnTo>
                  <a:lnTo>
                    <a:pt x="764049" y="692406"/>
                  </a:lnTo>
                  <a:lnTo>
                    <a:pt x="765121" y="690958"/>
                  </a:lnTo>
                  <a:lnTo>
                    <a:pt x="766193" y="689510"/>
                  </a:lnTo>
                  <a:lnTo>
                    <a:pt x="767264" y="688061"/>
                  </a:lnTo>
                  <a:lnTo>
                    <a:pt x="768336" y="686612"/>
                  </a:lnTo>
                  <a:lnTo>
                    <a:pt x="769407" y="685163"/>
                  </a:lnTo>
                  <a:lnTo>
                    <a:pt x="770479" y="683714"/>
                  </a:lnTo>
                  <a:lnTo>
                    <a:pt x="771551" y="682265"/>
                  </a:lnTo>
                  <a:lnTo>
                    <a:pt x="772622" y="680816"/>
                  </a:lnTo>
                  <a:lnTo>
                    <a:pt x="773694" y="679366"/>
                  </a:lnTo>
                  <a:lnTo>
                    <a:pt x="774765" y="677917"/>
                  </a:lnTo>
                  <a:lnTo>
                    <a:pt x="775837" y="676467"/>
                  </a:lnTo>
                  <a:lnTo>
                    <a:pt x="776909" y="675018"/>
                  </a:lnTo>
                  <a:lnTo>
                    <a:pt x="777980" y="673568"/>
                  </a:lnTo>
                  <a:lnTo>
                    <a:pt x="779052" y="672119"/>
                  </a:lnTo>
                  <a:lnTo>
                    <a:pt x="780123" y="670669"/>
                  </a:lnTo>
                  <a:lnTo>
                    <a:pt x="781195" y="669220"/>
                  </a:lnTo>
                  <a:lnTo>
                    <a:pt x="782267" y="667771"/>
                  </a:lnTo>
                  <a:lnTo>
                    <a:pt x="783338" y="666321"/>
                  </a:lnTo>
                  <a:lnTo>
                    <a:pt x="784410" y="664873"/>
                  </a:lnTo>
                  <a:lnTo>
                    <a:pt x="785481" y="663424"/>
                  </a:lnTo>
                  <a:lnTo>
                    <a:pt x="786553" y="661975"/>
                  </a:lnTo>
                  <a:lnTo>
                    <a:pt x="787625" y="660527"/>
                  </a:lnTo>
                  <a:lnTo>
                    <a:pt x="788696" y="659079"/>
                  </a:lnTo>
                  <a:lnTo>
                    <a:pt x="789768" y="657632"/>
                  </a:lnTo>
                  <a:lnTo>
                    <a:pt x="790839" y="656185"/>
                  </a:lnTo>
                  <a:lnTo>
                    <a:pt x="791911" y="654738"/>
                  </a:lnTo>
                  <a:lnTo>
                    <a:pt x="792983" y="653291"/>
                  </a:lnTo>
                  <a:lnTo>
                    <a:pt x="794054" y="651845"/>
                  </a:lnTo>
                  <a:lnTo>
                    <a:pt x="795126" y="650400"/>
                  </a:lnTo>
                  <a:lnTo>
                    <a:pt x="796197" y="648955"/>
                  </a:lnTo>
                  <a:lnTo>
                    <a:pt x="797269" y="647511"/>
                  </a:lnTo>
                  <a:lnTo>
                    <a:pt x="798341" y="646067"/>
                  </a:lnTo>
                  <a:lnTo>
                    <a:pt x="799412" y="644623"/>
                  </a:lnTo>
                  <a:lnTo>
                    <a:pt x="800484" y="643181"/>
                  </a:lnTo>
                  <a:lnTo>
                    <a:pt x="801555" y="641739"/>
                  </a:lnTo>
                  <a:lnTo>
                    <a:pt x="802627" y="640297"/>
                  </a:lnTo>
                  <a:lnTo>
                    <a:pt x="803699" y="638857"/>
                  </a:lnTo>
                  <a:lnTo>
                    <a:pt x="804770" y="637417"/>
                  </a:lnTo>
                  <a:lnTo>
                    <a:pt x="805842" y="635977"/>
                  </a:lnTo>
                  <a:lnTo>
                    <a:pt x="806913" y="634539"/>
                  </a:lnTo>
                  <a:lnTo>
                    <a:pt x="807985" y="633102"/>
                  </a:lnTo>
                  <a:lnTo>
                    <a:pt x="809057" y="631665"/>
                  </a:lnTo>
                  <a:lnTo>
                    <a:pt x="810128" y="630229"/>
                  </a:lnTo>
                  <a:lnTo>
                    <a:pt x="811200" y="628794"/>
                  </a:lnTo>
                  <a:lnTo>
                    <a:pt x="812271" y="627360"/>
                  </a:lnTo>
                  <a:lnTo>
                    <a:pt x="813343" y="625927"/>
                  </a:lnTo>
                  <a:lnTo>
                    <a:pt x="814415" y="624496"/>
                  </a:lnTo>
                  <a:lnTo>
                    <a:pt x="815486" y="623065"/>
                  </a:lnTo>
                  <a:lnTo>
                    <a:pt x="816558" y="621635"/>
                  </a:lnTo>
                  <a:lnTo>
                    <a:pt x="817629" y="620206"/>
                  </a:lnTo>
                  <a:lnTo>
                    <a:pt x="818701" y="618779"/>
                  </a:lnTo>
                  <a:lnTo>
                    <a:pt x="819773" y="617352"/>
                  </a:lnTo>
                  <a:lnTo>
                    <a:pt x="820844" y="615927"/>
                  </a:lnTo>
                  <a:lnTo>
                    <a:pt x="821916" y="614503"/>
                  </a:lnTo>
                  <a:lnTo>
                    <a:pt x="822987" y="613081"/>
                  </a:lnTo>
                  <a:lnTo>
                    <a:pt x="824059" y="611659"/>
                  </a:lnTo>
                  <a:lnTo>
                    <a:pt x="825131" y="610239"/>
                  </a:lnTo>
                  <a:lnTo>
                    <a:pt x="826202" y="608821"/>
                  </a:lnTo>
                  <a:lnTo>
                    <a:pt x="827274" y="607404"/>
                  </a:lnTo>
                  <a:lnTo>
                    <a:pt x="828345" y="605988"/>
                  </a:lnTo>
                  <a:lnTo>
                    <a:pt x="829417" y="604573"/>
                  </a:lnTo>
                  <a:lnTo>
                    <a:pt x="830489" y="603161"/>
                  </a:lnTo>
                  <a:lnTo>
                    <a:pt x="831560" y="601749"/>
                  </a:lnTo>
                  <a:lnTo>
                    <a:pt x="832632" y="600339"/>
                  </a:lnTo>
                  <a:lnTo>
                    <a:pt x="833703" y="598931"/>
                  </a:lnTo>
                  <a:lnTo>
                    <a:pt x="834775" y="597525"/>
                  </a:lnTo>
                  <a:lnTo>
                    <a:pt x="835847" y="596120"/>
                  </a:lnTo>
                  <a:lnTo>
                    <a:pt x="836918" y="594717"/>
                  </a:lnTo>
                  <a:lnTo>
                    <a:pt x="837990" y="593315"/>
                  </a:lnTo>
                  <a:lnTo>
                    <a:pt x="839061" y="591916"/>
                  </a:lnTo>
                  <a:lnTo>
                    <a:pt x="840133" y="590518"/>
                  </a:lnTo>
                  <a:lnTo>
                    <a:pt x="841205" y="589121"/>
                  </a:lnTo>
                  <a:lnTo>
                    <a:pt x="842276" y="587727"/>
                  </a:lnTo>
                  <a:lnTo>
                    <a:pt x="843348" y="586335"/>
                  </a:lnTo>
                  <a:lnTo>
                    <a:pt x="844419" y="584944"/>
                  </a:lnTo>
                  <a:lnTo>
                    <a:pt x="845491" y="583556"/>
                  </a:lnTo>
                  <a:lnTo>
                    <a:pt x="846563" y="582170"/>
                  </a:lnTo>
                  <a:lnTo>
                    <a:pt x="847634" y="580785"/>
                  </a:lnTo>
                  <a:lnTo>
                    <a:pt x="848706" y="579403"/>
                  </a:lnTo>
                  <a:lnTo>
                    <a:pt x="849777" y="578022"/>
                  </a:lnTo>
                  <a:lnTo>
                    <a:pt x="850849" y="576644"/>
                  </a:lnTo>
                  <a:lnTo>
                    <a:pt x="851921" y="575268"/>
                  </a:lnTo>
                  <a:lnTo>
                    <a:pt x="852992" y="573894"/>
                  </a:lnTo>
                  <a:lnTo>
                    <a:pt x="854064" y="572523"/>
                  </a:lnTo>
                  <a:lnTo>
                    <a:pt x="855135" y="571154"/>
                  </a:lnTo>
                  <a:lnTo>
                    <a:pt x="856207" y="569787"/>
                  </a:lnTo>
                  <a:lnTo>
                    <a:pt x="857279" y="568422"/>
                  </a:lnTo>
                  <a:lnTo>
                    <a:pt x="858350" y="567060"/>
                  </a:lnTo>
                  <a:lnTo>
                    <a:pt x="859422" y="565700"/>
                  </a:lnTo>
                  <a:lnTo>
                    <a:pt x="860493" y="564342"/>
                  </a:lnTo>
                  <a:lnTo>
                    <a:pt x="861565" y="562987"/>
                  </a:lnTo>
                  <a:lnTo>
                    <a:pt x="862637" y="561635"/>
                  </a:lnTo>
                  <a:lnTo>
                    <a:pt x="863708" y="560285"/>
                  </a:lnTo>
                  <a:lnTo>
                    <a:pt x="864780" y="558937"/>
                  </a:lnTo>
                  <a:lnTo>
                    <a:pt x="865851" y="557593"/>
                  </a:lnTo>
                  <a:lnTo>
                    <a:pt x="866923" y="556250"/>
                  </a:lnTo>
                  <a:lnTo>
                    <a:pt x="867995" y="554911"/>
                  </a:lnTo>
                  <a:lnTo>
                    <a:pt x="869066" y="553574"/>
                  </a:lnTo>
                  <a:lnTo>
                    <a:pt x="870138" y="552240"/>
                  </a:lnTo>
                  <a:lnTo>
                    <a:pt x="871209" y="550909"/>
                  </a:lnTo>
                  <a:lnTo>
                    <a:pt x="872281" y="549581"/>
                  </a:lnTo>
                  <a:lnTo>
                    <a:pt x="873353" y="548255"/>
                  </a:lnTo>
                  <a:lnTo>
                    <a:pt x="874424" y="546933"/>
                  </a:lnTo>
                  <a:lnTo>
                    <a:pt x="875496" y="545613"/>
                  </a:lnTo>
                  <a:lnTo>
                    <a:pt x="876567" y="544296"/>
                  </a:lnTo>
                  <a:lnTo>
                    <a:pt x="877639" y="542982"/>
                  </a:lnTo>
                  <a:lnTo>
                    <a:pt x="878711" y="541672"/>
                  </a:lnTo>
                  <a:lnTo>
                    <a:pt x="879782" y="540364"/>
                  </a:lnTo>
                  <a:lnTo>
                    <a:pt x="880854" y="539059"/>
                  </a:lnTo>
                  <a:lnTo>
                    <a:pt x="881925" y="537758"/>
                  </a:lnTo>
                  <a:lnTo>
                    <a:pt x="882997" y="536460"/>
                  </a:lnTo>
                  <a:lnTo>
                    <a:pt x="884069" y="535165"/>
                  </a:lnTo>
                  <a:lnTo>
                    <a:pt x="885140" y="533873"/>
                  </a:lnTo>
                  <a:lnTo>
                    <a:pt x="886212" y="532584"/>
                  </a:lnTo>
                  <a:lnTo>
                    <a:pt x="887283" y="531299"/>
                  </a:lnTo>
                  <a:lnTo>
                    <a:pt x="888355" y="530017"/>
                  </a:lnTo>
                  <a:lnTo>
                    <a:pt x="889426" y="528739"/>
                  </a:lnTo>
                  <a:lnTo>
                    <a:pt x="890498" y="527464"/>
                  </a:lnTo>
                  <a:lnTo>
                    <a:pt x="891570" y="526192"/>
                  </a:lnTo>
                  <a:lnTo>
                    <a:pt x="892641" y="524924"/>
                  </a:lnTo>
                  <a:lnTo>
                    <a:pt x="893713" y="523659"/>
                  </a:lnTo>
                  <a:lnTo>
                    <a:pt x="894784" y="522398"/>
                  </a:lnTo>
                  <a:lnTo>
                    <a:pt x="895856" y="521141"/>
                  </a:lnTo>
                  <a:lnTo>
                    <a:pt x="896928" y="519887"/>
                  </a:lnTo>
                  <a:lnTo>
                    <a:pt x="897999" y="518637"/>
                  </a:lnTo>
                  <a:lnTo>
                    <a:pt x="899071" y="517391"/>
                  </a:lnTo>
                  <a:lnTo>
                    <a:pt x="900142" y="516148"/>
                  </a:lnTo>
                  <a:lnTo>
                    <a:pt x="901214" y="514909"/>
                  </a:lnTo>
                  <a:lnTo>
                    <a:pt x="902286" y="513674"/>
                  </a:lnTo>
                  <a:lnTo>
                    <a:pt x="903357" y="512443"/>
                  </a:lnTo>
                  <a:lnTo>
                    <a:pt x="904429" y="511215"/>
                  </a:lnTo>
                  <a:lnTo>
                    <a:pt x="905500" y="509992"/>
                  </a:lnTo>
                  <a:lnTo>
                    <a:pt x="906572" y="508773"/>
                  </a:lnTo>
                  <a:lnTo>
                    <a:pt x="907644" y="507557"/>
                  </a:lnTo>
                  <a:lnTo>
                    <a:pt x="908715" y="506346"/>
                  </a:lnTo>
                  <a:lnTo>
                    <a:pt x="909787" y="505138"/>
                  </a:lnTo>
                  <a:lnTo>
                    <a:pt x="910858" y="503935"/>
                  </a:lnTo>
                  <a:lnTo>
                    <a:pt x="911930" y="502736"/>
                  </a:lnTo>
                  <a:lnTo>
                    <a:pt x="913002" y="501541"/>
                  </a:lnTo>
                  <a:lnTo>
                    <a:pt x="914073" y="500350"/>
                  </a:lnTo>
                  <a:lnTo>
                    <a:pt x="915145" y="499164"/>
                  </a:lnTo>
                  <a:lnTo>
                    <a:pt x="916216" y="497982"/>
                  </a:lnTo>
                  <a:lnTo>
                    <a:pt x="917288" y="496804"/>
                  </a:lnTo>
                  <a:lnTo>
                    <a:pt x="918360" y="495630"/>
                  </a:lnTo>
                  <a:lnTo>
                    <a:pt x="919431" y="494461"/>
                  </a:lnTo>
                  <a:lnTo>
                    <a:pt x="920503" y="493296"/>
                  </a:lnTo>
                  <a:lnTo>
                    <a:pt x="921574" y="492136"/>
                  </a:lnTo>
                  <a:lnTo>
                    <a:pt x="922646" y="490981"/>
                  </a:lnTo>
                  <a:lnTo>
                    <a:pt x="923718" y="489829"/>
                  </a:lnTo>
                  <a:lnTo>
                    <a:pt x="924789" y="488683"/>
                  </a:lnTo>
                  <a:lnTo>
                    <a:pt x="925861" y="487541"/>
                  </a:lnTo>
                  <a:lnTo>
                    <a:pt x="926932" y="486403"/>
                  </a:lnTo>
                  <a:lnTo>
                    <a:pt x="928004" y="485271"/>
                  </a:lnTo>
                  <a:lnTo>
                    <a:pt x="929076" y="484143"/>
                  </a:lnTo>
                  <a:lnTo>
                    <a:pt x="930147" y="483019"/>
                  </a:lnTo>
                  <a:lnTo>
                    <a:pt x="931219" y="481901"/>
                  </a:lnTo>
                  <a:lnTo>
                    <a:pt x="932290" y="480787"/>
                  </a:lnTo>
                  <a:lnTo>
                    <a:pt x="933362" y="479679"/>
                  </a:lnTo>
                  <a:lnTo>
                    <a:pt x="934434" y="478575"/>
                  </a:lnTo>
                  <a:lnTo>
                    <a:pt x="935505" y="477476"/>
                  </a:lnTo>
                  <a:lnTo>
                    <a:pt x="936577" y="476382"/>
                  </a:lnTo>
                  <a:lnTo>
                    <a:pt x="937648" y="475293"/>
                  </a:lnTo>
                  <a:lnTo>
                    <a:pt x="938720" y="474209"/>
                  </a:lnTo>
                  <a:lnTo>
                    <a:pt x="939792" y="473130"/>
                  </a:lnTo>
                  <a:lnTo>
                    <a:pt x="940863" y="472057"/>
                  </a:lnTo>
                  <a:lnTo>
                    <a:pt x="941935" y="470988"/>
                  </a:lnTo>
                  <a:lnTo>
                    <a:pt x="943006" y="469925"/>
                  </a:lnTo>
                  <a:lnTo>
                    <a:pt x="944078" y="468866"/>
                  </a:lnTo>
                  <a:lnTo>
                    <a:pt x="945150" y="467814"/>
                  </a:lnTo>
                  <a:lnTo>
                    <a:pt x="946221" y="466766"/>
                  </a:lnTo>
                  <a:lnTo>
                    <a:pt x="947293" y="465724"/>
                  </a:lnTo>
                  <a:lnTo>
                    <a:pt x="948364" y="464687"/>
                  </a:lnTo>
                  <a:lnTo>
                    <a:pt x="949436" y="463655"/>
                  </a:lnTo>
                  <a:lnTo>
                    <a:pt x="950508" y="462629"/>
                  </a:lnTo>
                  <a:lnTo>
                    <a:pt x="951579" y="461609"/>
                  </a:lnTo>
                  <a:lnTo>
                    <a:pt x="952651" y="460593"/>
                  </a:lnTo>
                  <a:lnTo>
                    <a:pt x="953722" y="459584"/>
                  </a:lnTo>
                  <a:lnTo>
                    <a:pt x="954794" y="458580"/>
                  </a:lnTo>
                  <a:lnTo>
                    <a:pt x="955866" y="457581"/>
                  </a:lnTo>
                  <a:lnTo>
                    <a:pt x="956937" y="456589"/>
                  </a:lnTo>
                  <a:lnTo>
                    <a:pt x="958009" y="455602"/>
                  </a:lnTo>
                  <a:lnTo>
                    <a:pt x="959080" y="454620"/>
                  </a:lnTo>
                  <a:lnTo>
                    <a:pt x="960152" y="453645"/>
                  </a:lnTo>
                  <a:lnTo>
                    <a:pt x="961224" y="452675"/>
                  </a:lnTo>
                  <a:lnTo>
                    <a:pt x="962295" y="451711"/>
                  </a:lnTo>
                  <a:lnTo>
                    <a:pt x="963367" y="450753"/>
                  </a:lnTo>
                  <a:lnTo>
                    <a:pt x="964438" y="449801"/>
                  </a:lnTo>
                  <a:lnTo>
                    <a:pt x="965510" y="448855"/>
                  </a:lnTo>
                  <a:lnTo>
                    <a:pt x="966582" y="447914"/>
                  </a:lnTo>
                  <a:lnTo>
                    <a:pt x="967653" y="446980"/>
                  </a:lnTo>
                  <a:lnTo>
                    <a:pt x="968725" y="446052"/>
                  </a:lnTo>
                  <a:lnTo>
                    <a:pt x="969796" y="445130"/>
                  </a:lnTo>
                  <a:lnTo>
                    <a:pt x="970868" y="444213"/>
                  </a:lnTo>
                  <a:lnTo>
                    <a:pt x="971940" y="443304"/>
                  </a:lnTo>
                  <a:lnTo>
                    <a:pt x="973011" y="442400"/>
                  </a:lnTo>
                  <a:lnTo>
                    <a:pt x="974083" y="441502"/>
                  </a:lnTo>
                  <a:lnTo>
                    <a:pt x="975154" y="440611"/>
                  </a:lnTo>
                  <a:lnTo>
                    <a:pt x="976226" y="439726"/>
                  </a:lnTo>
                  <a:lnTo>
                    <a:pt x="977298" y="438847"/>
                  </a:lnTo>
                  <a:lnTo>
                    <a:pt x="978369" y="437975"/>
                  </a:lnTo>
                  <a:lnTo>
                    <a:pt x="979441" y="437109"/>
                  </a:lnTo>
                  <a:lnTo>
                    <a:pt x="980512" y="436249"/>
                  </a:lnTo>
                  <a:lnTo>
                    <a:pt x="981584" y="435396"/>
                  </a:lnTo>
                  <a:lnTo>
                    <a:pt x="982656" y="434550"/>
                  </a:lnTo>
                  <a:lnTo>
                    <a:pt x="983727" y="433710"/>
                  </a:lnTo>
                  <a:lnTo>
                    <a:pt x="984799" y="432876"/>
                  </a:lnTo>
                  <a:lnTo>
                    <a:pt x="985870" y="432049"/>
                  </a:lnTo>
                  <a:lnTo>
                    <a:pt x="986942" y="431229"/>
                  </a:lnTo>
                  <a:lnTo>
                    <a:pt x="988014" y="430415"/>
                  </a:lnTo>
                  <a:lnTo>
                    <a:pt x="989085" y="429608"/>
                  </a:lnTo>
                  <a:lnTo>
                    <a:pt x="990157" y="428808"/>
                  </a:lnTo>
                  <a:lnTo>
                    <a:pt x="991228" y="428015"/>
                  </a:lnTo>
                  <a:lnTo>
                    <a:pt x="992300" y="427228"/>
                  </a:lnTo>
                  <a:lnTo>
                    <a:pt x="993372" y="426448"/>
                  </a:lnTo>
                  <a:lnTo>
                    <a:pt x="994443" y="425675"/>
                  </a:lnTo>
                  <a:lnTo>
                    <a:pt x="995515" y="424909"/>
                  </a:lnTo>
                  <a:lnTo>
                    <a:pt x="996586" y="424150"/>
                  </a:lnTo>
                  <a:lnTo>
                    <a:pt x="997658" y="423398"/>
                  </a:lnTo>
                  <a:lnTo>
                    <a:pt x="998730" y="422653"/>
                  </a:lnTo>
                  <a:lnTo>
                    <a:pt x="999801" y="421914"/>
                  </a:lnTo>
                  <a:lnTo>
                    <a:pt x="1000873" y="421183"/>
                  </a:lnTo>
                  <a:lnTo>
                    <a:pt x="1001944" y="420459"/>
                  </a:lnTo>
                  <a:lnTo>
                    <a:pt x="1003016" y="419742"/>
                  </a:lnTo>
                  <a:lnTo>
                    <a:pt x="1004088" y="419033"/>
                  </a:lnTo>
                  <a:lnTo>
                    <a:pt x="1005159" y="418330"/>
                  </a:lnTo>
                  <a:lnTo>
                    <a:pt x="1006231" y="417635"/>
                  </a:lnTo>
                  <a:lnTo>
                    <a:pt x="1007302" y="416947"/>
                  </a:lnTo>
                  <a:lnTo>
                    <a:pt x="1008374" y="416266"/>
                  </a:lnTo>
                  <a:lnTo>
                    <a:pt x="1009446" y="415593"/>
                  </a:lnTo>
                  <a:lnTo>
                    <a:pt x="1010517" y="414927"/>
                  </a:lnTo>
                  <a:lnTo>
                    <a:pt x="1011589" y="414268"/>
                  </a:lnTo>
                  <a:lnTo>
                    <a:pt x="1012660" y="413617"/>
                  </a:lnTo>
                  <a:lnTo>
                    <a:pt x="1013732" y="412973"/>
                  </a:lnTo>
                  <a:lnTo>
                    <a:pt x="1014804" y="412337"/>
                  </a:lnTo>
                  <a:lnTo>
                    <a:pt x="1015875" y="411708"/>
                  </a:lnTo>
                  <a:lnTo>
                    <a:pt x="1016947" y="411087"/>
                  </a:lnTo>
                  <a:lnTo>
                    <a:pt x="1018018" y="410473"/>
                  </a:lnTo>
                  <a:lnTo>
                    <a:pt x="1019090" y="409867"/>
                  </a:lnTo>
                  <a:lnTo>
                    <a:pt x="1020162" y="409269"/>
                  </a:lnTo>
                  <a:lnTo>
                    <a:pt x="1021233" y="408678"/>
                  </a:lnTo>
                  <a:lnTo>
                    <a:pt x="1022305" y="408095"/>
                  </a:lnTo>
                  <a:lnTo>
                    <a:pt x="1023376" y="407520"/>
                  </a:lnTo>
                  <a:lnTo>
                    <a:pt x="1024448" y="406953"/>
                  </a:lnTo>
                  <a:lnTo>
                    <a:pt x="1025520" y="406393"/>
                  </a:lnTo>
                  <a:lnTo>
                    <a:pt x="1026591" y="405841"/>
                  </a:lnTo>
                  <a:lnTo>
                    <a:pt x="1027663" y="405297"/>
                  </a:lnTo>
                  <a:lnTo>
                    <a:pt x="1028734" y="404761"/>
                  </a:lnTo>
                  <a:lnTo>
                    <a:pt x="1029806" y="404233"/>
                  </a:lnTo>
                  <a:lnTo>
                    <a:pt x="1030878" y="403713"/>
                  </a:lnTo>
                  <a:lnTo>
                    <a:pt x="1031949" y="403201"/>
                  </a:lnTo>
                  <a:lnTo>
                    <a:pt x="1033021" y="402697"/>
                  </a:lnTo>
                  <a:lnTo>
                    <a:pt x="1034092" y="402201"/>
                  </a:lnTo>
                  <a:lnTo>
                    <a:pt x="1035164" y="401713"/>
                  </a:lnTo>
                  <a:lnTo>
                    <a:pt x="1036236" y="401233"/>
                  </a:lnTo>
                  <a:lnTo>
                    <a:pt x="1037307" y="400761"/>
                  </a:lnTo>
                  <a:lnTo>
                    <a:pt x="1038379" y="400297"/>
                  </a:lnTo>
                  <a:lnTo>
                    <a:pt x="1039450" y="399842"/>
                  </a:lnTo>
                  <a:lnTo>
                    <a:pt x="1040522" y="399395"/>
                  </a:lnTo>
                  <a:lnTo>
                    <a:pt x="1041594" y="398956"/>
                  </a:lnTo>
                  <a:lnTo>
                    <a:pt x="1042665" y="398525"/>
                  </a:lnTo>
                  <a:lnTo>
                    <a:pt x="1043737" y="398103"/>
                  </a:lnTo>
                  <a:lnTo>
                    <a:pt x="1044808" y="397689"/>
                  </a:lnTo>
                  <a:lnTo>
                    <a:pt x="1045880" y="397284"/>
                  </a:lnTo>
                  <a:lnTo>
                    <a:pt x="1046952" y="396886"/>
                  </a:lnTo>
                  <a:lnTo>
                    <a:pt x="1048023" y="396498"/>
                  </a:lnTo>
                  <a:lnTo>
                    <a:pt x="1049095" y="396117"/>
                  </a:lnTo>
                  <a:lnTo>
                    <a:pt x="1050166" y="395746"/>
                  </a:lnTo>
                  <a:lnTo>
                    <a:pt x="1051238" y="395382"/>
                  </a:lnTo>
                  <a:lnTo>
                    <a:pt x="1052310" y="395028"/>
                  </a:lnTo>
                  <a:lnTo>
                    <a:pt x="1053381" y="394681"/>
                  </a:lnTo>
                  <a:lnTo>
                    <a:pt x="1054453" y="394344"/>
                  </a:lnTo>
                  <a:lnTo>
                    <a:pt x="1055524" y="394015"/>
                  </a:lnTo>
                  <a:lnTo>
                    <a:pt x="1056596" y="393695"/>
                  </a:lnTo>
                  <a:lnTo>
                    <a:pt x="1057668" y="393383"/>
                  </a:lnTo>
                  <a:lnTo>
                    <a:pt x="1058739" y="393080"/>
                  </a:lnTo>
                  <a:lnTo>
                    <a:pt x="1059811" y="392786"/>
                  </a:lnTo>
                  <a:lnTo>
                    <a:pt x="1060882" y="392501"/>
                  </a:lnTo>
                  <a:lnTo>
                    <a:pt x="1061954" y="392224"/>
                  </a:lnTo>
                  <a:lnTo>
                    <a:pt x="1063026" y="391957"/>
                  </a:lnTo>
                  <a:lnTo>
                    <a:pt x="1064097" y="391698"/>
                  </a:lnTo>
                  <a:lnTo>
                    <a:pt x="1065169" y="391448"/>
                  </a:lnTo>
                  <a:lnTo>
                    <a:pt x="1066240" y="391207"/>
                  </a:lnTo>
                  <a:lnTo>
                    <a:pt x="1067312" y="390975"/>
                  </a:lnTo>
                  <a:lnTo>
                    <a:pt x="1068383" y="390752"/>
                  </a:lnTo>
                  <a:lnTo>
                    <a:pt x="1069455" y="390537"/>
                  </a:lnTo>
                  <a:lnTo>
                    <a:pt x="1070527" y="390332"/>
                  </a:lnTo>
                  <a:lnTo>
                    <a:pt x="1071598" y="390136"/>
                  </a:lnTo>
                  <a:lnTo>
                    <a:pt x="1072670" y="389949"/>
                  </a:lnTo>
                  <a:lnTo>
                    <a:pt x="1073741" y="389771"/>
                  </a:lnTo>
                  <a:lnTo>
                    <a:pt x="1074813" y="389602"/>
                  </a:lnTo>
                  <a:lnTo>
                    <a:pt x="1075885" y="389442"/>
                  </a:lnTo>
                  <a:lnTo>
                    <a:pt x="1076956" y="389292"/>
                  </a:lnTo>
                  <a:lnTo>
                    <a:pt x="1078028" y="389150"/>
                  </a:lnTo>
                  <a:lnTo>
                    <a:pt x="1079099" y="389018"/>
                  </a:lnTo>
                  <a:lnTo>
                    <a:pt x="1080171" y="388895"/>
                  </a:lnTo>
                  <a:lnTo>
                    <a:pt x="1081243" y="388781"/>
                  </a:lnTo>
                  <a:lnTo>
                    <a:pt x="1082314" y="388676"/>
                  </a:lnTo>
                  <a:lnTo>
                    <a:pt x="1083386" y="388580"/>
                  </a:lnTo>
                  <a:lnTo>
                    <a:pt x="1084457" y="388494"/>
                  </a:lnTo>
                  <a:lnTo>
                    <a:pt x="1085529" y="388416"/>
                  </a:lnTo>
                  <a:lnTo>
                    <a:pt x="1086601" y="388347"/>
                  </a:lnTo>
                  <a:lnTo>
                    <a:pt x="1087672" y="388287"/>
                  </a:lnTo>
                  <a:lnTo>
                    <a:pt x="1088744" y="388237"/>
                  </a:lnTo>
                  <a:lnTo>
                    <a:pt x="1089815" y="388195"/>
                  </a:lnTo>
                  <a:lnTo>
                    <a:pt x="1090887" y="388161"/>
                  </a:lnTo>
                  <a:lnTo>
                    <a:pt x="1091959" y="388137"/>
                  </a:lnTo>
                  <a:lnTo>
                    <a:pt x="1093030" y="388122"/>
                  </a:lnTo>
                  <a:lnTo>
                    <a:pt x="1094102" y="388115"/>
                  </a:lnTo>
                  <a:lnTo>
                    <a:pt x="1095173" y="388117"/>
                  </a:lnTo>
                  <a:lnTo>
                    <a:pt x="1096245" y="388127"/>
                  </a:lnTo>
                  <a:lnTo>
                    <a:pt x="1097317" y="388147"/>
                  </a:lnTo>
                  <a:lnTo>
                    <a:pt x="1098388" y="388174"/>
                  </a:lnTo>
                  <a:lnTo>
                    <a:pt x="1099460" y="388211"/>
                  </a:lnTo>
                  <a:lnTo>
                    <a:pt x="1100531" y="388256"/>
                  </a:lnTo>
                  <a:lnTo>
                    <a:pt x="1101603" y="388309"/>
                  </a:lnTo>
                  <a:lnTo>
                    <a:pt x="1102675" y="388371"/>
                  </a:lnTo>
                  <a:lnTo>
                    <a:pt x="1103746" y="388441"/>
                  </a:lnTo>
                  <a:lnTo>
                    <a:pt x="1104818" y="388520"/>
                  </a:lnTo>
                  <a:lnTo>
                    <a:pt x="1105889" y="388607"/>
                  </a:lnTo>
                  <a:lnTo>
                    <a:pt x="1106961" y="388703"/>
                  </a:lnTo>
                  <a:lnTo>
                    <a:pt x="1108033" y="388806"/>
                  </a:lnTo>
                  <a:lnTo>
                    <a:pt x="1109104" y="388918"/>
                  </a:lnTo>
                  <a:lnTo>
                    <a:pt x="1110176" y="389038"/>
                  </a:lnTo>
                  <a:lnTo>
                    <a:pt x="1111247" y="389167"/>
                  </a:lnTo>
                  <a:lnTo>
                    <a:pt x="1112319" y="389303"/>
                  </a:lnTo>
                  <a:lnTo>
                    <a:pt x="1113391" y="389448"/>
                  </a:lnTo>
                  <a:lnTo>
                    <a:pt x="1114462" y="389600"/>
                  </a:lnTo>
                  <a:lnTo>
                    <a:pt x="1115534" y="389761"/>
                  </a:lnTo>
                  <a:lnTo>
                    <a:pt x="1116605" y="389930"/>
                  </a:lnTo>
                  <a:lnTo>
                    <a:pt x="1117677" y="390106"/>
                  </a:lnTo>
                  <a:lnTo>
                    <a:pt x="1118749" y="390291"/>
                  </a:lnTo>
                  <a:lnTo>
                    <a:pt x="1119820" y="390483"/>
                  </a:lnTo>
                  <a:lnTo>
                    <a:pt x="1120892" y="390683"/>
                  </a:lnTo>
                  <a:lnTo>
                    <a:pt x="1121963" y="390891"/>
                  </a:lnTo>
                  <a:lnTo>
                    <a:pt x="1123035" y="391107"/>
                  </a:lnTo>
                  <a:lnTo>
                    <a:pt x="1124107" y="391330"/>
                  </a:lnTo>
                  <a:lnTo>
                    <a:pt x="1125178" y="391562"/>
                  </a:lnTo>
                  <a:lnTo>
                    <a:pt x="1126250" y="391800"/>
                  </a:lnTo>
                  <a:lnTo>
                    <a:pt x="1127321" y="392047"/>
                  </a:lnTo>
                  <a:lnTo>
                    <a:pt x="1128393" y="392301"/>
                  </a:lnTo>
                  <a:lnTo>
                    <a:pt x="1129465" y="392562"/>
                  </a:lnTo>
                  <a:lnTo>
                    <a:pt x="1130536" y="392831"/>
                  </a:lnTo>
                  <a:lnTo>
                    <a:pt x="1131608" y="393108"/>
                  </a:lnTo>
                  <a:lnTo>
                    <a:pt x="1132679" y="393392"/>
                  </a:lnTo>
                  <a:lnTo>
                    <a:pt x="1133751" y="393683"/>
                  </a:lnTo>
                  <a:lnTo>
                    <a:pt x="1134823" y="393982"/>
                  </a:lnTo>
                  <a:lnTo>
                    <a:pt x="1135894" y="394287"/>
                  </a:lnTo>
                  <a:lnTo>
                    <a:pt x="1136966" y="394601"/>
                  </a:lnTo>
                  <a:lnTo>
                    <a:pt x="1138037" y="394921"/>
                  </a:lnTo>
                  <a:lnTo>
                    <a:pt x="1139109" y="395248"/>
                  </a:lnTo>
                  <a:lnTo>
                    <a:pt x="1140181" y="395583"/>
                  </a:lnTo>
                  <a:lnTo>
                    <a:pt x="1141252" y="395925"/>
                  </a:lnTo>
                  <a:lnTo>
                    <a:pt x="1142324" y="396274"/>
                  </a:lnTo>
                  <a:lnTo>
                    <a:pt x="1143395" y="396629"/>
                  </a:lnTo>
                  <a:lnTo>
                    <a:pt x="1144467" y="396992"/>
                  </a:lnTo>
                  <a:lnTo>
                    <a:pt x="1145539" y="397362"/>
                  </a:lnTo>
                  <a:lnTo>
                    <a:pt x="1146610" y="397738"/>
                  </a:lnTo>
                  <a:lnTo>
                    <a:pt x="1147682" y="398122"/>
                  </a:lnTo>
                  <a:lnTo>
                    <a:pt x="1148753" y="398512"/>
                  </a:lnTo>
                  <a:lnTo>
                    <a:pt x="1149825" y="398909"/>
                  </a:lnTo>
                  <a:lnTo>
                    <a:pt x="1150897" y="399313"/>
                  </a:lnTo>
                  <a:lnTo>
                    <a:pt x="1151968" y="399723"/>
                  </a:lnTo>
                  <a:lnTo>
                    <a:pt x="1153040" y="400140"/>
                  </a:lnTo>
                  <a:lnTo>
                    <a:pt x="1154111" y="400564"/>
                  </a:lnTo>
                  <a:lnTo>
                    <a:pt x="1155183" y="400994"/>
                  </a:lnTo>
                  <a:lnTo>
                    <a:pt x="1156255" y="401431"/>
                  </a:lnTo>
                  <a:lnTo>
                    <a:pt x="1157326" y="401874"/>
                  </a:lnTo>
                  <a:lnTo>
                    <a:pt x="1158398" y="402324"/>
                  </a:lnTo>
                  <a:lnTo>
                    <a:pt x="1159469" y="402780"/>
                  </a:lnTo>
                  <a:lnTo>
                    <a:pt x="1160541" y="403242"/>
                  </a:lnTo>
                  <a:lnTo>
                    <a:pt x="1161613" y="403711"/>
                  </a:lnTo>
                  <a:lnTo>
                    <a:pt x="1162684" y="404186"/>
                  </a:lnTo>
                  <a:lnTo>
                    <a:pt x="1163756" y="404667"/>
                  </a:lnTo>
                  <a:lnTo>
                    <a:pt x="1164827" y="405155"/>
                  </a:lnTo>
                  <a:lnTo>
                    <a:pt x="1165899" y="405648"/>
                  </a:lnTo>
                  <a:lnTo>
                    <a:pt x="1166971" y="406148"/>
                  </a:lnTo>
                  <a:lnTo>
                    <a:pt x="1168042" y="406654"/>
                  </a:lnTo>
                  <a:lnTo>
                    <a:pt x="1169114" y="407165"/>
                  </a:lnTo>
                  <a:lnTo>
                    <a:pt x="1170185" y="407683"/>
                  </a:lnTo>
                  <a:lnTo>
                    <a:pt x="1171257" y="408207"/>
                  </a:lnTo>
                  <a:lnTo>
                    <a:pt x="1172329" y="408736"/>
                  </a:lnTo>
                  <a:lnTo>
                    <a:pt x="1173400" y="409272"/>
                  </a:lnTo>
                  <a:lnTo>
                    <a:pt x="1174472" y="409813"/>
                  </a:lnTo>
                  <a:lnTo>
                    <a:pt x="1175543" y="410360"/>
                  </a:lnTo>
                  <a:lnTo>
                    <a:pt x="1176615" y="410913"/>
                  </a:lnTo>
                  <a:lnTo>
                    <a:pt x="1177687" y="411471"/>
                  </a:lnTo>
                  <a:lnTo>
                    <a:pt x="1178758" y="412035"/>
                  </a:lnTo>
                  <a:lnTo>
                    <a:pt x="1179830" y="412605"/>
                  </a:lnTo>
                  <a:lnTo>
                    <a:pt x="1180901" y="413180"/>
                  </a:lnTo>
                  <a:lnTo>
                    <a:pt x="1181973" y="413760"/>
                  </a:lnTo>
                  <a:lnTo>
                    <a:pt x="1183045" y="414347"/>
                  </a:lnTo>
                  <a:lnTo>
                    <a:pt x="1184116" y="414938"/>
                  </a:lnTo>
                  <a:lnTo>
                    <a:pt x="1185188" y="415535"/>
                  </a:lnTo>
                  <a:lnTo>
                    <a:pt x="1186259" y="416137"/>
                  </a:lnTo>
                  <a:lnTo>
                    <a:pt x="1187331" y="416745"/>
                  </a:lnTo>
                  <a:lnTo>
                    <a:pt x="1188403" y="417358"/>
                  </a:lnTo>
                  <a:lnTo>
                    <a:pt x="1189474" y="417976"/>
                  </a:lnTo>
                  <a:lnTo>
                    <a:pt x="1190546" y="418599"/>
                  </a:lnTo>
                  <a:lnTo>
                    <a:pt x="1191617" y="419228"/>
                  </a:lnTo>
                  <a:lnTo>
                    <a:pt x="1192689" y="419861"/>
                  </a:lnTo>
                  <a:lnTo>
                    <a:pt x="1193761" y="420499"/>
                  </a:lnTo>
                  <a:lnTo>
                    <a:pt x="1194832" y="421143"/>
                  </a:lnTo>
                  <a:lnTo>
                    <a:pt x="1195904" y="421791"/>
                  </a:lnTo>
                  <a:lnTo>
                    <a:pt x="1196975" y="422445"/>
                  </a:lnTo>
                  <a:lnTo>
                    <a:pt x="1198047" y="423103"/>
                  </a:lnTo>
                  <a:lnTo>
                    <a:pt x="1199119" y="423766"/>
                  </a:lnTo>
                  <a:lnTo>
                    <a:pt x="1200190" y="424434"/>
                  </a:lnTo>
                  <a:lnTo>
                    <a:pt x="1201262" y="425106"/>
                  </a:lnTo>
                  <a:lnTo>
                    <a:pt x="1202333" y="425784"/>
                  </a:lnTo>
                  <a:lnTo>
                    <a:pt x="1203405" y="426466"/>
                  </a:lnTo>
                  <a:lnTo>
                    <a:pt x="1204477" y="427152"/>
                  </a:lnTo>
                  <a:lnTo>
                    <a:pt x="1205548" y="427843"/>
                  </a:lnTo>
                  <a:lnTo>
                    <a:pt x="1206620" y="428539"/>
                  </a:lnTo>
                  <a:lnTo>
                    <a:pt x="1207691" y="429239"/>
                  </a:lnTo>
                  <a:lnTo>
                    <a:pt x="1208763" y="429944"/>
                  </a:lnTo>
                  <a:lnTo>
                    <a:pt x="1209835" y="430653"/>
                  </a:lnTo>
                  <a:lnTo>
                    <a:pt x="1210906" y="431366"/>
                  </a:lnTo>
                  <a:lnTo>
                    <a:pt x="1211978" y="432084"/>
                  </a:lnTo>
                  <a:lnTo>
                    <a:pt x="1213049" y="432806"/>
                  </a:lnTo>
                  <a:lnTo>
                    <a:pt x="1214121" y="433532"/>
                  </a:lnTo>
                  <a:lnTo>
                    <a:pt x="1215193" y="434262"/>
                  </a:lnTo>
                  <a:lnTo>
                    <a:pt x="1216264" y="434997"/>
                  </a:lnTo>
                  <a:lnTo>
                    <a:pt x="1217336" y="435735"/>
                  </a:lnTo>
                  <a:lnTo>
                    <a:pt x="1218407" y="436478"/>
                  </a:lnTo>
                  <a:lnTo>
                    <a:pt x="1219479" y="437224"/>
                  </a:lnTo>
                  <a:lnTo>
                    <a:pt x="1220551" y="437975"/>
                  </a:lnTo>
                  <a:lnTo>
                    <a:pt x="1221622" y="438730"/>
                  </a:lnTo>
                  <a:lnTo>
                    <a:pt x="1222694" y="439488"/>
                  </a:lnTo>
                  <a:lnTo>
                    <a:pt x="1223765" y="440250"/>
                  </a:lnTo>
                  <a:lnTo>
                    <a:pt x="1224837" y="441016"/>
                  </a:lnTo>
                  <a:lnTo>
                    <a:pt x="1225909" y="441786"/>
                  </a:lnTo>
                  <a:lnTo>
                    <a:pt x="1226980" y="442560"/>
                  </a:lnTo>
                  <a:lnTo>
                    <a:pt x="1228052" y="443337"/>
                  </a:lnTo>
                  <a:lnTo>
                    <a:pt x="1229123" y="444118"/>
                  </a:lnTo>
                  <a:lnTo>
                    <a:pt x="1230195" y="444902"/>
                  </a:lnTo>
                  <a:lnTo>
                    <a:pt x="1231267" y="445690"/>
                  </a:lnTo>
                  <a:lnTo>
                    <a:pt x="1232338" y="446482"/>
                  </a:lnTo>
                  <a:lnTo>
                    <a:pt x="1233410" y="447277"/>
                  </a:lnTo>
                  <a:lnTo>
                    <a:pt x="1234481" y="448075"/>
                  </a:lnTo>
                  <a:lnTo>
                    <a:pt x="1235553" y="448877"/>
                  </a:lnTo>
                  <a:lnTo>
                    <a:pt x="1236625" y="449682"/>
                  </a:lnTo>
                  <a:lnTo>
                    <a:pt x="1237696" y="450490"/>
                  </a:lnTo>
                  <a:lnTo>
                    <a:pt x="1238768" y="451302"/>
                  </a:lnTo>
                  <a:lnTo>
                    <a:pt x="1239839" y="452117"/>
                  </a:lnTo>
                  <a:lnTo>
                    <a:pt x="1240911" y="452935"/>
                  </a:lnTo>
                  <a:lnTo>
                    <a:pt x="1241983" y="453756"/>
                  </a:lnTo>
                  <a:lnTo>
                    <a:pt x="1243054" y="454580"/>
                  </a:lnTo>
                  <a:lnTo>
                    <a:pt x="1244126" y="455407"/>
                  </a:lnTo>
                  <a:lnTo>
                    <a:pt x="1245197" y="456237"/>
                  </a:lnTo>
                  <a:lnTo>
                    <a:pt x="1246269" y="457071"/>
                  </a:lnTo>
                  <a:lnTo>
                    <a:pt x="1247340" y="457907"/>
                  </a:lnTo>
                  <a:lnTo>
                    <a:pt x="1248412" y="458746"/>
                  </a:lnTo>
                  <a:lnTo>
                    <a:pt x="1249484" y="459587"/>
                  </a:lnTo>
                  <a:lnTo>
                    <a:pt x="1250555" y="460432"/>
                  </a:lnTo>
                  <a:lnTo>
                    <a:pt x="1251627" y="461279"/>
                  </a:lnTo>
                  <a:lnTo>
                    <a:pt x="1252698" y="462129"/>
                  </a:lnTo>
                  <a:lnTo>
                    <a:pt x="1253770" y="462982"/>
                  </a:lnTo>
                  <a:lnTo>
                    <a:pt x="1254842" y="463837"/>
                  </a:lnTo>
                  <a:lnTo>
                    <a:pt x="1255913" y="464695"/>
                  </a:lnTo>
                  <a:lnTo>
                    <a:pt x="1256985" y="465555"/>
                  </a:lnTo>
                  <a:lnTo>
                    <a:pt x="1258056" y="466418"/>
                  </a:lnTo>
                  <a:lnTo>
                    <a:pt x="1259128" y="467284"/>
                  </a:lnTo>
                  <a:lnTo>
                    <a:pt x="1260200" y="468151"/>
                  </a:lnTo>
                  <a:lnTo>
                    <a:pt x="1261271" y="469022"/>
                  </a:lnTo>
                  <a:lnTo>
                    <a:pt x="1262343" y="469894"/>
                  </a:lnTo>
                  <a:lnTo>
                    <a:pt x="1263414" y="470769"/>
                  </a:lnTo>
                  <a:lnTo>
                    <a:pt x="1264486" y="471646"/>
                  </a:lnTo>
                  <a:lnTo>
                    <a:pt x="1265558" y="472525"/>
                  </a:lnTo>
                  <a:lnTo>
                    <a:pt x="1266629" y="473406"/>
                  </a:lnTo>
                  <a:lnTo>
                    <a:pt x="1267701" y="474290"/>
                  </a:lnTo>
                  <a:lnTo>
                    <a:pt x="1268772" y="475175"/>
                  </a:lnTo>
                  <a:lnTo>
                    <a:pt x="1269844" y="476063"/>
                  </a:lnTo>
                  <a:lnTo>
                    <a:pt x="1270916" y="476953"/>
                  </a:lnTo>
                  <a:lnTo>
                    <a:pt x="1271987" y="477844"/>
                  </a:lnTo>
                  <a:lnTo>
                    <a:pt x="1273059" y="478738"/>
                  </a:lnTo>
                  <a:lnTo>
                    <a:pt x="1274130" y="479633"/>
                  </a:lnTo>
                  <a:lnTo>
                    <a:pt x="1275202" y="480530"/>
                  </a:lnTo>
                  <a:lnTo>
                    <a:pt x="1276274" y="481429"/>
                  </a:lnTo>
                  <a:lnTo>
                    <a:pt x="1277345" y="482330"/>
                  </a:lnTo>
                  <a:lnTo>
                    <a:pt x="1278417" y="483232"/>
                  </a:lnTo>
                  <a:lnTo>
                    <a:pt x="1279488" y="484137"/>
                  </a:lnTo>
                  <a:lnTo>
                    <a:pt x="1280560" y="485042"/>
                  </a:lnTo>
                  <a:lnTo>
                    <a:pt x="1281632" y="485950"/>
                  </a:lnTo>
                  <a:lnTo>
                    <a:pt x="1282703" y="486859"/>
                  </a:lnTo>
                  <a:lnTo>
                    <a:pt x="1283775" y="487769"/>
                  </a:lnTo>
                  <a:lnTo>
                    <a:pt x="1284846" y="488681"/>
                  </a:lnTo>
                  <a:lnTo>
                    <a:pt x="1285918" y="489594"/>
                  </a:lnTo>
                  <a:lnTo>
                    <a:pt x="1286990" y="490509"/>
                  </a:lnTo>
                  <a:lnTo>
                    <a:pt x="1288061" y="491425"/>
                  </a:lnTo>
                  <a:lnTo>
                    <a:pt x="1289133" y="492343"/>
                  </a:lnTo>
                  <a:lnTo>
                    <a:pt x="1290204" y="493261"/>
                  </a:lnTo>
                  <a:lnTo>
                    <a:pt x="1291276" y="494181"/>
                  </a:lnTo>
                  <a:lnTo>
                    <a:pt x="1292348" y="495102"/>
                  </a:lnTo>
                  <a:lnTo>
                    <a:pt x="1293419" y="496025"/>
                  </a:lnTo>
                  <a:lnTo>
                    <a:pt x="1294491" y="496948"/>
                  </a:lnTo>
                  <a:lnTo>
                    <a:pt x="1295562" y="497873"/>
                  </a:lnTo>
                  <a:lnTo>
                    <a:pt x="1296634" y="498798"/>
                  </a:lnTo>
                  <a:lnTo>
                    <a:pt x="1297706" y="499725"/>
                  </a:lnTo>
                  <a:lnTo>
                    <a:pt x="1298777" y="500652"/>
                  </a:lnTo>
                  <a:lnTo>
                    <a:pt x="1299849" y="501580"/>
                  </a:lnTo>
                  <a:lnTo>
                    <a:pt x="1300920" y="502510"/>
                  </a:lnTo>
                  <a:lnTo>
                    <a:pt x="1301992" y="503440"/>
                  </a:lnTo>
                  <a:lnTo>
                    <a:pt x="1303064" y="504371"/>
                  </a:lnTo>
                  <a:lnTo>
                    <a:pt x="1304135" y="505302"/>
                  </a:lnTo>
                  <a:lnTo>
                    <a:pt x="1305207" y="506235"/>
                  </a:lnTo>
                  <a:lnTo>
                    <a:pt x="1306278" y="507168"/>
                  </a:lnTo>
                  <a:lnTo>
                    <a:pt x="1307350" y="508102"/>
                  </a:lnTo>
                  <a:lnTo>
                    <a:pt x="1308422" y="509036"/>
                  </a:lnTo>
                  <a:lnTo>
                    <a:pt x="1309493" y="509971"/>
                  </a:lnTo>
                  <a:lnTo>
                    <a:pt x="1310565" y="510906"/>
                  </a:lnTo>
                  <a:lnTo>
                    <a:pt x="1311636" y="511842"/>
                  </a:lnTo>
                  <a:lnTo>
                    <a:pt x="1312708" y="512779"/>
                  </a:lnTo>
                  <a:lnTo>
                    <a:pt x="1313780" y="513715"/>
                  </a:lnTo>
                  <a:lnTo>
                    <a:pt x="1314851" y="514653"/>
                  </a:lnTo>
                  <a:lnTo>
                    <a:pt x="1315923" y="515590"/>
                  </a:lnTo>
                  <a:lnTo>
                    <a:pt x="1316994" y="516528"/>
                  </a:lnTo>
                  <a:lnTo>
                    <a:pt x="1318066" y="517466"/>
                  </a:lnTo>
                  <a:lnTo>
                    <a:pt x="1319138" y="518405"/>
                  </a:lnTo>
                  <a:lnTo>
                    <a:pt x="1320209" y="519343"/>
                  </a:lnTo>
                  <a:lnTo>
                    <a:pt x="1321281" y="520282"/>
                  </a:lnTo>
                  <a:lnTo>
                    <a:pt x="1322352" y="521221"/>
                  </a:lnTo>
                  <a:lnTo>
                    <a:pt x="1323424" y="522160"/>
                  </a:lnTo>
                  <a:lnTo>
                    <a:pt x="1324496" y="523098"/>
                  </a:lnTo>
                  <a:lnTo>
                    <a:pt x="1325567" y="524037"/>
                  </a:lnTo>
                  <a:lnTo>
                    <a:pt x="1326639" y="524976"/>
                  </a:lnTo>
                  <a:lnTo>
                    <a:pt x="1327710" y="525915"/>
                  </a:lnTo>
                  <a:lnTo>
                    <a:pt x="1328782" y="526854"/>
                  </a:lnTo>
                  <a:lnTo>
                    <a:pt x="1329854" y="527793"/>
                  </a:lnTo>
                  <a:lnTo>
                    <a:pt x="1330925" y="528731"/>
                  </a:lnTo>
                  <a:lnTo>
                    <a:pt x="1331997" y="529669"/>
                  </a:lnTo>
                  <a:lnTo>
                    <a:pt x="1333068" y="530607"/>
                  </a:lnTo>
                  <a:lnTo>
                    <a:pt x="1334140" y="531545"/>
                  </a:lnTo>
                  <a:lnTo>
                    <a:pt x="1335212" y="532482"/>
                  </a:lnTo>
                  <a:lnTo>
                    <a:pt x="1336283" y="533419"/>
                  </a:lnTo>
                  <a:lnTo>
                    <a:pt x="1337355" y="534356"/>
                  </a:lnTo>
                  <a:lnTo>
                    <a:pt x="1338426" y="535292"/>
                  </a:lnTo>
                  <a:lnTo>
                    <a:pt x="1339498" y="536228"/>
                  </a:lnTo>
                  <a:lnTo>
                    <a:pt x="1340570" y="537163"/>
                  </a:lnTo>
                  <a:lnTo>
                    <a:pt x="1341641" y="538097"/>
                  </a:lnTo>
                  <a:lnTo>
                    <a:pt x="1342713" y="539031"/>
                  </a:lnTo>
                  <a:lnTo>
                    <a:pt x="1343784" y="539965"/>
                  </a:lnTo>
                  <a:lnTo>
                    <a:pt x="1344856" y="540898"/>
                  </a:lnTo>
                  <a:lnTo>
                    <a:pt x="1345928" y="541830"/>
                  </a:lnTo>
                  <a:lnTo>
                    <a:pt x="1346999" y="542761"/>
                  </a:lnTo>
                  <a:lnTo>
                    <a:pt x="1348071" y="543692"/>
                  </a:lnTo>
                  <a:lnTo>
                    <a:pt x="1349142" y="544622"/>
                  </a:lnTo>
                  <a:lnTo>
                    <a:pt x="1350214" y="545551"/>
                  </a:lnTo>
                  <a:lnTo>
                    <a:pt x="1351286" y="546479"/>
                  </a:lnTo>
                  <a:lnTo>
                    <a:pt x="1352357" y="547406"/>
                  </a:lnTo>
                  <a:lnTo>
                    <a:pt x="1353429" y="548332"/>
                  </a:lnTo>
                  <a:lnTo>
                    <a:pt x="1354500" y="549258"/>
                  </a:lnTo>
                  <a:lnTo>
                    <a:pt x="1355572" y="550182"/>
                  </a:lnTo>
                  <a:lnTo>
                    <a:pt x="1356644" y="551106"/>
                  </a:lnTo>
                  <a:lnTo>
                    <a:pt x="1357715" y="552028"/>
                  </a:lnTo>
                  <a:lnTo>
                    <a:pt x="1358787" y="552949"/>
                  </a:lnTo>
                  <a:lnTo>
                    <a:pt x="1359858" y="553869"/>
                  </a:lnTo>
                  <a:lnTo>
                    <a:pt x="1360930" y="554788"/>
                  </a:lnTo>
                  <a:lnTo>
                    <a:pt x="1362002" y="555706"/>
                  </a:lnTo>
                  <a:lnTo>
                    <a:pt x="1363073" y="556622"/>
                  </a:lnTo>
                  <a:lnTo>
                    <a:pt x="1364145" y="557537"/>
                  </a:lnTo>
                  <a:lnTo>
                    <a:pt x="1365216" y="558451"/>
                  </a:lnTo>
                  <a:lnTo>
                    <a:pt x="1366288" y="559363"/>
                  </a:lnTo>
                  <a:lnTo>
                    <a:pt x="1367360" y="560275"/>
                  </a:lnTo>
                  <a:lnTo>
                    <a:pt x="1368431" y="561184"/>
                  </a:lnTo>
                  <a:lnTo>
                    <a:pt x="1369503" y="562092"/>
                  </a:lnTo>
                  <a:lnTo>
                    <a:pt x="1370574" y="562999"/>
                  </a:lnTo>
                  <a:lnTo>
                    <a:pt x="1371646" y="563905"/>
                  </a:lnTo>
                  <a:lnTo>
                    <a:pt x="1372718" y="564808"/>
                  </a:lnTo>
                  <a:lnTo>
                    <a:pt x="1373789" y="565710"/>
                  </a:lnTo>
                  <a:lnTo>
                    <a:pt x="1374861" y="566611"/>
                  </a:lnTo>
                  <a:lnTo>
                    <a:pt x="1375932" y="567510"/>
                  </a:lnTo>
                  <a:lnTo>
                    <a:pt x="1377004" y="568407"/>
                  </a:lnTo>
                  <a:lnTo>
                    <a:pt x="1378076" y="569303"/>
                  </a:lnTo>
                  <a:lnTo>
                    <a:pt x="1379147" y="570196"/>
                  </a:lnTo>
                  <a:lnTo>
                    <a:pt x="1380219" y="571088"/>
                  </a:lnTo>
                  <a:lnTo>
                    <a:pt x="1381290" y="571979"/>
                  </a:lnTo>
                  <a:lnTo>
                    <a:pt x="1382362" y="572867"/>
                  </a:lnTo>
                  <a:lnTo>
                    <a:pt x="1383434" y="573754"/>
                  </a:lnTo>
                  <a:lnTo>
                    <a:pt x="1384505" y="574638"/>
                  </a:lnTo>
                  <a:lnTo>
                    <a:pt x="1385577" y="575521"/>
                  </a:lnTo>
                  <a:lnTo>
                    <a:pt x="1386648" y="576402"/>
                  </a:lnTo>
                  <a:lnTo>
                    <a:pt x="1387720" y="577280"/>
                  </a:lnTo>
                  <a:lnTo>
                    <a:pt x="1388792" y="578157"/>
                  </a:lnTo>
                  <a:lnTo>
                    <a:pt x="1389863" y="579032"/>
                  </a:lnTo>
                  <a:lnTo>
                    <a:pt x="1390935" y="579904"/>
                  </a:lnTo>
                  <a:lnTo>
                    <a:pt x="1392006" y="580774"/>
                  </a:lnTo>
                  <a:lnTo>
                    <a:pt x="1393078" y="581643"/>
                  </a:lnTo>
                  <a:lnTo>
                    <a:pt x="1394150" y="582509"/>
                  </a:lnTo>
                  <a:lnTo>
                    <a:pt x="1395221" y="583373"/>
                  </a:lnTo>
                  <a:lnTo>
                    <a:pt x="1396293" y="584234"/>
                  </a:lnTo>
                  <a:lnTo>
                    <a:pt x="1397364" y="585094"/>
                  </a:lnTo>
                  <a:lnTo>
                    <a:pt x="1398436" y="585951"/>
                  </a:lnTo>
                  <a:lnTo>
                    <a:pt x="1399508" y="586805"/>
                  </a:lnTo>
                  <a:lnTo>
                    <a:pt x="1400579" y="587658"/>
                  </a:lnTo>
                  <a:lnTo>
                    <a:pt x="1401651" y="588507"/>
                  </a:lnTo>
                  <a:lnTo>
                    <a:pt x="1402722" y="589355"/>
                  </a:lnTo>
                  <a:lnTo>
                    <a:pt x="1403794" y="590200"/>
                  </a:lnTo>
                  <a:lnTo>
                    <a:pt x="1404866" y="591042"/>
                  </a:lnTo>
                  <a:lnTo>
                    <a:pt x="1405937" y="591882"/>
                  </a:lnTo>
                  <a:lnTo>
                    <a:pt x="1407009" y="592720"/>
                  </a:lnTo>
                  <a:lnTo>
                    <a:pt x="1408080" y="593555"/>
                  </a:lnTo>
                  <a:lnTo>
                    <a:pt x="1409152" y="594387"/>
                  </a:lnTo>
                  <a:lnTo>
                    <a:pt x="1410224" y="595217"/>
                  </a:lnTo>
                  <a:lnTo>
                    <a:pt x="1411295" y="596043"/>
                  </a:lnTo>
                  <a:lnTo>
                    <a:pt x="1412367" y="596868"/>
                  </a:lnTo>
                  <a:lnTo>
                    <a:pt x="1413438" y="597689"/>
                  </a:lnTo>
                  <a:lnTo>
                    <a:pt x="1414510" y="598508"/>
                  </a:lnTo>
                  <a:lnTo>
                    <a:pt x="1415582" y="599324"/>
                  </a:lnTo>
                  <a:lnTo>
                    <a:pt x="1416653" y="600137"/>
                  </a:lnTo>
                  <a:lnTo>
                    <a:pt x="1417725" y="600947"/>
                  </a:lnTo>
                  <a:lnTo>
                    <a:pt x="1418796" y="601755"/>
                  </a:lnTo>
                  <a:lnTo>
                    <a:pt x="1419868" y="602559"/>
                  </a:lnTo>
                  <a:lnTo>
                    <a:pt x="1420939" y="603361"/>
                  </a:lnTo>
                  <a:lnTo>
                    <a:pt x="1422011" y="604159"/>
                  </a:lnTo>
                  <a:lnTo>
                    <a:pt x="1423083" y="604955"/>
                  </a:lnTo>
                  <a:lnTo>
                    <a:pt x="1424154" y="605748"/>
                  </a:lnTo>
                  <a:lnTo>
                    <a:pt x="1425226" y="606537"/>
                  </a:lnTo>
                  <a:lnTo>
                    <a:pt x="1426297" y="607324"/>
                  </a:lnTo>
                  <a:lnTo>
                    <a:pt x="1427369" y="608107"/>
                  </a:lnTo>
                  <a:lnTo>
                    <a:pt x="1428441" y="608887"/>
                  </a:lnTo>
                  <a:lnTo>
                    <a:pt x="1429512" y="609665"/>
                  </a:lnTo>
                  <a:lnTo>
                    <a:pt x="1430584" y="610438"/>
                  </a:lnTo>
                  <a:lnTo>
                    <a:pt x="1431655" y="611209"/>
                  </a:lnTo>
                  <a:lnTo>
                    <a:pt x="1432727" y="611977"/>
                  </a:lnTo>
                  <a:lnTo>
                    <a:pt x="1433799" y="612741"/>
                  </a:lnTo>
                  <a:lnTo>
                    <a:pt x="1434870" y="613502"/>
                  </a:lnTo>
                  <a:lnTo>
                    <a:pt x="1435942" y="614259"/>
                  </a:lnTo>
                  <a:lnTo>
                    <a:pt x="1437013" y="615014"/>
                  </a:lnTo>
                  <a:lnTo>
                    <a:pt x="1438085" y="615765"/>
                  </a:lnTo>
                  <a:lnTo>
                    <a:pt x="1439157" y="616512"/>
                  </a:lnTo>
                  <a:lnTo>
                    <a:pt x="1440228" y="617256"/>
                  </a:lnTo>
                  <a:lnTo>
                    <a:pt x="1441300" y="617997"/>
                  </a:lnTo>
                  <a:lnTo>
                    <a:pt x="1442371" y="618734"/>
                  </a:lnTo>
                  <a:lnTo>
                    <a:pt x="1443443" y="619468"/>
                  </a:lnTo>
                  <a:lnTo>
                    <a:pt x="1444515" y="620198"/>
                  </a:lnTo>
                  <a:lnTo>
                    <a:pt x="1445586" y="620924"/>
                  </a:lnTo>
                  <a:lnTo>
                    <a:pt x="1446658" y="621647"/>
                  </a:lnTo>
                  <a:lnTo>
                    <a:pt x="1447729" y="622367"/>
                  </a:lnTo>
                  <a:lnTo>
                    <a:pt x="1448801" y="623082"/>
                  </a:lnTo>
                  <a:lnTo>
                    <a:pt x="1449873" y="623794"/>
                  </a:lnTo>
                  <a:lnTo>
                    <a:pt x="1450944" y="624503"/>
                  </a:lnTo>
                  <a:lnTo>
                    <a:pt x="1452016" y="625208"/>
                  </a:lnTo>
                  <a:lnTo>
                    <a:pt x="1453087" y="625909"/>
                  </a:lnTo>
                  <a:lnTo>
                    <a:pt x="1454159" y="626606"/>
                  </a:lnTo>
                  <a:lnTo>
                    <a:pt x="1455231" y="627299"/>
                  </a:lnTo>
                  <a:lnTo>
                    <a:pt x="1456302" y="627989"/>
                  </a:lnTo>
                  <a:lnTo>
                    <a:pt x="1457374" y="628675"/>
                  </a:lnTo>
                  <a:lnTo>
                    <a:pt x="1458445" y="629357"/>
                  </a:lnTo>
                  <a:lnTo>
                    <a:pt x="1459517" y="630035"/>
                  </a:lnTo>
                  <a:lnTo>
                    <a:pt x="1460589" y="630709"/>
                  </a:lnTo>
                  <a:lnTo>
                    <a:pt x="1461660" y="631379"/>
                  </a:lnTo>
                  <a:lnTo>
                    <a:pt x="1462732" y="632046"/>
                  </a:lnTo>
                  <a:lnTo>
                    <a:pt x="1463803" y="632708"/>
                  </a:lnTo>
                  <a:lnTo>
                    <a:pt x="1464875" y="633366"/>
                  </a:lnTo>
                  <a:lnTo>
                    <a:pt x="1465947" y="634021"/>
                  </a:lnTo>
                  <a:lnTo>
                    <a:pt x="1467018" y="634671"/>
                  </a:lnTo>
                  <a:lnTo>
                    <a:pt x="1468090" y="635317"/>
                  </a:lnTo>
                  <a:lnTo>
                    <a:pt x="1469161" y="635959"/>
                  </a:lnTo>
                  <a:lnTo>
                    <a:pt x="1470233" y="636598"/>
                  </a:lnTo>
                  <a:lnTo>
                    <a:pt x="1471305" y="637231"/>
                  </a:lnTo>
                  <a:lnTo>
                    <a:pt x="1472376" y="637861"/>
                  </a:lnTo>
                  <a:lnTo>
                    <a:pt x="1473448" y="638487"/>
                  </a:lnTo>
                  <a:lnTo>
                    <a:pt x="1474519" y="639108"/>
                  </a:lnTo>
                  <a:lnTo>
                    <a:pt x="1475591" y="639726"/>
                  </a:lnTo>
                  <a:lnTo>
                    <a:pt x="1476663" y="640339"/>
                  </a:lnTo>
                  <a:lnTo>
                    <a:pt x="1477734" y="640947"/>
                  </a:lnTo>
                  <a:lnTo>
                    <a:pt x="1478806" y="641552"/>
                  </a:lnTo>
                  <a:lnTo>
                    <a:pt x="1479877" y="642152"/>
                  </a:lnTo>
                  <a:lnTo>
                    <a:pt x="1480949" y="642748"/>
                  </a:lnTo>
                  <a:lnTo>
                    <a:pt x="1482021" y="643340"/>
                  </a:lnTo>
                  <a:lnTo>
                    <a:pt x="1483092" y="643927"/>
                  </a:lnTo>
                  <a:lnTo>
                    <a:pt x="1484164" y="644510"/>
                  </a:lnTo>
                  <a:lnTo>
                    <a:pt x="1485235" y="645088"/>
                  </a:lnTo>
                  <a:lnTo>
                    <a:pt x="1486307" y="645662"/>
                  </a:lnTo>
                  <a:lnTo>
                    <a:pt x="1487379" y="646232"/>
                  </a:lnTo>
                  <a:lnTo>
                    <a:pt x="1488450" y="646797"/>
                  </a:lnTo>
                  <a:lnTo>
                    <a:pt x="1489522" y="647357"/>
                  </a:lnTo>
                  <a:lnTo>
                    <a:pt x="1490593" y="647914"/>
                  </a:lnTo>
                  <a:lnTo>
                    <a:pt x="1491665" y="648465"/>
                  </a:lnTo>
                  <a:lnTo>
                    <a:pt x="1492737" y="649012"/>
                  </a:lnTo>
                  <a:lnTo>
                    <a:pt x="1493808" y="649555"/>
                  </a:lnTo>
                  <a:lnTo>
                    <a:pt x="1494880" y="650093"/>
                  </a:lnTo>
                  <a:lnTo>
                    <a:pt x="1495951" y="650627"/>
                  </a:lnTo>
                  <a:lnTo>
                    <a:pt x="1497023" y="651155"/>
                  </a:lnTo>
                  <a:lnTo>
                    <a:pt x="1498095" y="651680"/>
                  </a:lnTo>
                  <a:lnTo>
                    <a:pt x="1499166" y="652199"/>
                  </a:lnTo>
                  <a:lnTo>
                    <a:pt x="1500238" y="652714"/>
                  </a:lnTo>
                  <a:lnTo>
                    <a:pt x="1501309" y="653225"/>
                  </a:lnTo>
                  <a:lnTo>
                    <a:pt x="1502381" y="653730"/>
                  </a:lnTo>
                  <a:lnTo>
                    <a:pt x="1503453" y="654231"/>
                  </a:lnTo>
                  <a:lnTo>
                    <a:pt x="1504524" y="654728"/>
                  </a:lnTo>
                  <a:lnTo>
                    <a:pt x="1505596" y="655219"/>
                  </a:lnTo>
                  <a:lnTo>
                    <a:pt x="1506667" y="655706"/>
                  </a:lnTo>
                  <a:lnTo>
                    <a:pt x="1507739" y="656188"/>
                  </a:lnTo>
                  <a:lnTo>
                    <a:pt x="1508811" y="656666"/>
                  </a:lnTo>
                  <a:lnTo>
                    <a:pt x="1509882" y="657138"/>
                  </a:lnTo>
                  <a:lnTo>
                    <a:pt x="1510954" y="657606"/>
                  </a:lnTo>
                  <a:lnTo>
                    <a:pt x="1512025" y="658069"/>
                  </a:lnTo>
                  <a:lnTo>
                    <a:pt x="1513097" y="658527"/>
                  </a:lnTo>
                  <a:lnTo>
                    <a:pt x="1514169" y="658980"/>
                  </a:lnTo>
                  <a:lnTo>
                    <a:pt x="1515240" y="659429"/>
                  </a:lnTo>
                  <a:lnTo>
                    <a:pt x="1516312" y="659872"/>
                  </a:lnTo>
                  <a:lnTo>
                    <a:pt x="1517383" y="660311"/>
                  </a:lnTo>
                  <a:lnTo>
                    <a:pt x="1518455" y="660745"/>
                  </a:lnTo>
                  <a:lnTo>
                    <a:pt x="1519527" y="661174"/>
                  </a:lnTo>
                  <a:lnTo>
                    <a:pt x="1520598" y="661598"/>
                  </a:lnTo>
                  <a:lnTo>
                    <a:pt x="1521670" y="662018"/>
                  </a:lnTo>
                  <a:lnTo>
                    <a:pt x="1522741" y="662432"/>
                  </a:lnTo>
                  <a:lnTo>
                    <a:pt x="1523813" y="662841"/>
                  </a:lnTo>
                  <a:lnTo>
                    <a:pt x="1524885" y="663246"/>
                  </a:lnTo>
                  <a:lnTo>
                    <a:pt x="1525956" y="663645"/>
                  </a:lnTo>
                  <a:lnTo>
                    <a:pt x="1527028" y="664040"/>
                  </a:lnTo>
                  <a:lnTo>
                    <a:pt x="1528099" y="664429"/>
                  </a:lnTo>
                  <a:lnTo>
                    <a:pt x="1529171" y="664814"/>
                  </a:lnTo>
                  <a:lnTo>
                    <a:pt x="1530243" y="665194"/>
                  </a:lnTo>
                  <a:lnTo>
                    <a:pt x="1531314" y="665568"/>
                  </a:lnTo>
                  <a:lnTo>
                    <a:pt x="1532386" y="665938"/>
                  </a:lnTo>
                  <a:lnTo>
                    <a:pt x="1533457" y="666303"/>
                  </a:lnTo>
                  <a:lnTo>
                    <a:pt x="1534529" y="666663"/>
                  </a:lnTo>
                  <a:lnTo>
                    <a:pt x="1535601" y="667017"/>
                  </a:lnTo>
                  <a:lnTo>
                    <a:pt x="1536672" y="667367"/>
                  </a:lnTo>
                  <a:lnTo>
                    <a:pt x="1537744" y="667712"/>
                  </a:lnTo>
                  <a:lnTo>
                    <a:pt x="1538815" y="668052"/>
                  </a:lnTo>
                  <a:lnTo>
                    <a:pt x="1539887" y="668386"/>
                  </a:lnTo>
                  <a:lnTo>
                    <a:pt x="1540959" y="668716"/>
                  </a:lnTo>
                  <a:lnTo>
                    <a:pt x="1542030" y="669041"/>
                  </a:lnTo>
                  <a:lnTo>
                    <a:pt x="1543102" y="668649"/>
                  </a:lnTo>
                  <a:lnTo>
                    <a:pt x="1544173" y="667873"/>
                  </a:lnTo>
                  <a:lnTo>
                    <a:pt x="1545245" y="667098"/>
                  </a:lnTo>
                  <a:lnTo>
                    <a:pt x="1546317" y="666324"/>
                  </a:lnTo>
                  <a:lnTo>
                    <a:pt x="1547388" y="665551"/>
                  </a:lnTo>
                  <a:lnTo>
                    <a:pt x="1548460" y="664779"/>
                  </a:lnTo>
                  <a:lnTo>
                    <a:pt x="1549531" y="664007"/>
                  </a:lnTo>
                  <a:lnTo>
                    <a:pt x="1550603" y="663236"/>
                  </a:lnTo>
                  <a:lnTo>
                    <a:pt x="1551675" y="662466"/>
                  </a:lnTo>
                  <a:lnTo>
                    <a:pt x="1552746" y="661697"/>
                  </a:lnTo>
                  <a:lnTo>
                    <a:pt x="1553818" y="660928"/>
                  </a:lnTo>
                  <a:lnTo>
                    <a:pt x="1554889" y="660160"/>
                  </a:lnTo>
                  <a:lnTo>
                    <a:pt x="1555961" y="659393"/>
                  </a:lnTo>
                  <a:lnTo>
                    <a:pt x="1557033" y="658626"/>
                  </a:lnTo>
                  <a:lnTo>
                    <a:pt x="1558104" y="657860"/>
                  </a:lnTo>
                  <a:lnTo>
                    <a:pt x="1559176" y="657095"/>
                  </a:lnTo>
                  <a:lnTo>
                    <a:pt x="1560247" y="656330"/>
                  </a:lnTo>
                  <a:lnTo>
                    <a:pt x="1561319" y="655565"/>
                  </a:lnTo>
                  <a:lnTo>
                    <a:pt x="1562391" y="654801"/>
                  </a:lnTo>
                  <a:lnTo>
                    <a:pt x="1563462" y="654037"/>
                  </a:lnTo>
                  <a:lnTo>
                    <a:pt x="1564534" y="653274"/>
                  </a:lnTo>
                  <a:lnTo>
                    <a:pt x="1565605" y="652511"/>
                  </a:lnTo>
                  <a:lnTo>
                    <a:pt x="1566677" y="651749"/>
                  </a:lnTo>
                  <a:lnTo>
                    <a:pt x="1567749" y="650987"/>
                  </a:lnTo>
                  <a:lnTo>
                    <a:pt x="1568820" y="650225"/>
                  </a:lnTo>
                  <a:lnTo>
                    <a:pt x="1569892" y="649463"/>
                  </a:lnTo>
                  <a:lnTo>
                    <a:pt x="1570963" y="648702"/>
                  </a:lnTo>
                  <a:lnTo>
                    <a:pt x="1572035" y="647941"/>
                  </a:lnTo>
                  <a:lnTo>
                    <a:pt x="1573107" y="647180"/>
                  </a:lnTo>
                  <a:lnTo>
                    <a:pt x="1574178" y="646420"/>
                  </a:lnTo>
                  <a:lnTo>
                    <a:pt x="1575250" y="645659"/>
                  </a:lnTo>
                  <a:lnTo>
                    <a:pt x="1576321" y="644899"/>
                  </a:lnTo>
                  <a:lnTo>
                    <a:pt x="1577393" y="644138"/>
                  </a:lnTo>
                  <a:lnTo>
                    <a:pt x="1578465" y="643378"/>
                  </a:lnTo>
                  <a:lnTo>
                    <a:pt x="1579536" y="642618"/>
                  </a:lnTo>
                  <a:lnTo>
                    <a:pt x="1580608" y="641858"/>
                  </a:lnTo>
                  <a:lnTo>
                    <a:pt x="1581679" y="641098"/>
                  </a:lnTo>
                  <a:lnTo>
                    <a:pt x="1582751" y="640337"/>
                  </a:lnTo>
                  <a:lnTo>
                    <a:pt x="1583823" y="639577"/>
                  </a:lnTo>
                  <a:lnTo>
                    <a:pt x="1584894" y="638816"/>
                  </a:lnTo>
                  <a:lnTo>
                    <a:pt x="1585966" y="638056"/>
                  </a:lnTo>
                  <a:lnTo>
                    <a:pt x="1587037" y="637295"/>
                  </a:lnTo>
                  <a:lnTo>
                    <a:pt x="1588109" y="636534"/>
                  </a:lnTo>
                  <a:lnTo>
                    <a:pt x="1589181" y="635773"/>
                  </a:lnTo>
                  <a:lnTo>
                    <a:pt x="1590252" y="635011"/>
                  </a:lnTo>
                  <a:lnTo>
                    <a:pt x="1591324" y="634250"/>
                  </a:lnTo>
                  <a:lnTo>
                    <a:pt x="1592395" y="633488"/>
                  </a:lnTo>
                  <a:lnTo>
                    <a:pt x="1593467" y="632725"/>
                  </a:lnTo>
                  <a:lnTo>
                    <a:pt x="1594539" y="631963"/>
                  </a:lnTo>
                  <a:lnTo>
                    <a:pt x="1595610" y="631199"/>
                  </a:lnTo>
                  <a:lnTo>
                    <a:pt x="1596682" y="630436"/>
                  </a:lnTo>
                  <a:lnTo>
                    <a:pt x="1597753" y="629672"/>
                  </a:lnTo>
                  <a:lnTo>
                    <a:pt x="1598825" y="628908"/>
                  </a:lnTo>
                  <a:lnTo>
                    <a:pt x="1599896" y="628143"/>
                  </a:lnTo>
                  <a:lnTo>
                    <a:pt x="1600968" y="627377"/>
                  </a:lnTo>
                  <a:lnTo>
                    <a:pt x="1602040" y="626611"/>
                  </a:lnTo>
                  <a:lnTo>
                    <a:pt x="1603111" y="625844"/>
                  </a:lnTo>
                  <a:lnTo>
                    <a:pt x="1604183" y="625077"/>
                  </a:lnTo>
                  <a:lnTo>
                    <a:pt x="1605254" y="624309"/>
                  </a:lnTo>
                  <a:lnTo>
                    <a:pt x="1606326" y="623540"/>
                  </a:lnTo>
                  <a:lnTo>
                    <a:pt x="1607398" y="622771"/>
                  </a:lnTo>
                  <a:lnTo>
                    <a:pt x="1608469" y="622001"/>
                  </a:lnTo>
                  <a:lnTo>
                    <a:pt x="1609541" y="621230"/>
                  </a:lnTo>
                  <a:lnTo>
                    <a:pt x="1610612" y="620459"/>
                  </a:lnTo>
                  <a:lnTo>
                    <a:pt x="1611684" y="619686"/>
                  </a:lnTo>
                  <a:lnTo>
                    <a:pt x="1612756" y="618913"/>
                  </a:lnTo>
                  <a:lnTo>
                    <a:pt x="1613827" y="618139"/>
                  </a:lnTo>
                  <a:lnTo>
                    <a:pt x="1614899" y="617364"/>
                  </a:lnTo>
                  <a:lnTo>
                    <a:pt x="1615970" y="616588"/>
                  </a:lnTo>
                  <a:lnTo>
                    <a:pt x="1617042" y="615811"/>
                  </a:lnTo>
                  <a:lnTo>
                    <a:pt x="1618114" y="615033"/>
                  </a:lnTo>
                  <a:lnTo>
                    <a:pt x="1619185" y="614254"/>
                  </a:lnTo>
                  <a:lnTo>
                    <a:pt x="1620257" y="613474"/>
                  </a:lnTo>
                  <a:lnTo>
                    <a:pt x="1621328" y="612693"/>
                  </a:lnTo>
                  <a:lnTo>
                    <a:pt x="1622400" y="611911"/>
                  </a:lnTo>
                  <a:lnTo>
                    <a:pt x="1623472" y="611128"/>
                  </a:lnTo>
                  <a:lnTo>
                    <a:pt x="1624543" y="610344"/>
                  </a:lnTo>
                  <a:lnTo>
                    <a:pt x="1625615" y="609558"/>
                  </a:lnTo>
                  <a:lnTo>
                    <a:pt x="1626686" y="608772"/>
                  </a:lnTo>
                  <a:lnTo>
                    <a:pt x="1627758" y="607984"/>
                  </a:lnTo>
                  <a:lnTo>
                    <a:pt x="1628830" y="607194"/>
                  </a:lnTo>
                  <a:lnTo>
                    <a:pt x="1629901" y="606404"/>
                  </a:lnTo>
                  <a:lnTo>
                    <a:pt x="1630973" y="605612"/>
                  </a:lnTo>
                  <a:lnTo>
                    <a:pt x="1632044" y="604819"/>
                  </a:lnTo>
                  <a:lnTo>
                    <a:pt x="1633116" y="604025"/>
                  </a:lnTo>
                  <a:lnTo>
                    <a:pt x="1634188" y="603229"/>
                  </a:lnTo>
                  <a:lnTo>
                    <a:pt x="1635259" y="602432"/>
                  </a:lnTo>
                  <a:lnTo>
                    <a:pt x="1636331" y="601633"/>
                  </a:lnTo>
                  <a:lnTo>
                    <a:pt x="1637402" y="600833"/>
                  </a:lnTo>
                  <a:lnTo>
                    <a:pt x="1638474" y="600031"/>
                  </a:lnTo>
                  <a:lnTo>
                    <a:pt x="1639546" y="599228"/>
                  </a:lnTo>
                  <a:lnTo>
                    <a:pt x="1640617" y="598424"/>
                  </a:lnTo>
                  <a:lnTo>
                    <a:pt x="1641689" y="597617"/>
                  </a:lnTo>
                  <a:lnTo>
                    <a:pt x="1642760" y="596810"/>
                  </a:lnTo>
                  <a:lnTo>
                    <a:pt x="1643832" y="596000"/>
                  </a:lnTo>
                  <a:lnTo>
                    <a:pt x="1644904" y="595189"/>
                  </a:lnTo>
                  <a:lnTo>
                    <a:pt x="1645975" y="594377"/>
                  </a:lnTo>
                  <a:lnTo>
                    <a:pt x="1647047" y="593562"/>
                  </a:lnTo>
                  <a:lnTo>
                    <a:pt x="1648118" y="592746"/>
                  </a:lnTo>
                  <a:lnTo>
                    <a:pt x="1649190" y="591929"/>
                  </a:lnTo>
                  <a:lnTo>
                    <a:pt x="1650262" y="591109"/>
                  </a:lnTo>
                  <a:lnTo>
                    <a:pt x="1651333" y="590288"/>
                  </a:lnTo>
                  <a:lnTo>
                    <a:pt x="1652405" y="589465"/>
                  </a:lnTo>
                  <a:lnTo>
                    <a:pt x="1653476" y="588640"/>
                  </a:lnTo>
                  <a:lnTo>
                    <a:pt x="1654548" y="587814"/>
                  </a:lnTo>
                  <a:lnTo>
                    <a:pt x="1655620" y="586985"/>
                  </a:lnTo>
                  <a:lnTo>
                    <a:pt x="1656691" y="586155"/>
                  </a:lnTo>
                  <a:lnTo>
                    <a:pt x="1657763" y="585322"/>
                  </a:lnTo>
                  <a:lnTo>
                    <a:pt x="1658834" y="584488"/>
                  </a:lnTo>
                  <a:lnTo>
                    <a:pt x="1659906" y="583652"/>
                  </a:lnTo>
                  <a:lnTo>
                    <a:pt x="1660978" y="582814"/>
                  </a:lnTo>
                  <a:lnTo>
                    <a:pt x="1662049" y="581974"/>
                  </a:lnTo>
                  <a:lnTo>
                    <a:pt x="1663121" y="581132"/>
                  </a:lnTo>
                  <a:lnTo>
                    <a:pt x="1664192" y="580288"/>
                  </a:lnTo>
                  <a:lnTo>
                    <a:pt x="1665264" y="579442"/>
                  </a:lnTo>
                  <a:lnTo>
                    <a:pt x="1666336" y="578594"/>
                  </a:lnTo>
                  <a:lnTo>
                    <a:pt x="1667407" y="577744"/>
                  </a:lnTo>
                  <a:lnTo>
                    <a:pt x="1668479" y="576892"/>
                  </a:lnTo>
                  <a:lnTo>
                    <a:pt x="1669550" y="576037"/>
                  </a:lnTo>
                  <a:lnTo>
                    <a:pt x="1670622" y="575181"/>
                  </a:lnTo>
                  <a:lnTo>
                    <a:pt x="1671694" y="574322"/>
                  </a:lnTo>
                  <a:lnTo>
                    <a:pt x="1672765" y="573461"/>
                  </a:lnTo>
                  <a:lnTo>
                    <a:pt x="1673837" y="572598"/>
                  </a:lnTo>
                  <a:lnTo>
                    <a:pt x="1674908" y="571733"/>
                  </a:lnTo>
                  <a:lnTo>
                    <a:pt x="1675980" y="570866"/>
                  </a:lnTo>
                  <a:lnTo>
                    <a:pt x="1677052" y="569996"/>
                  </a:lnTo>
                  <a:lnTo>
                    <a:pt x="1678123" y="569124"/>
                  </a:lnTo>
                  <a:lnTo>
                    <a:pt x="1679195" y="568250"/>
                  </a:lnTo>
                  <a:lnTo>
                    <a:pt x="1680266" y="567374"/>
                  </a:lnTo>
                  <a:lnTo>
                    <a:pt x="1681338" y="566495"/>
                  </a:lnTo>
                  <a:lnTo>
                    <a:pt x="1682410" y="565614"/>
                  </a:lnTo>
                  <a:lnTo>
                    <a:pt x="1683481" y="564731"/>
                  </a:lnTo>
                  <a:lnTo>
                    <a:pt x="1684553" y="563845"/>
                  </a:lnTo>
                  <a:lnTo>
                    <a:pt x="1685624" y="562957"/>
                  </a:lnTo>
                  <a:lnTo>
                    <a:pt x="1686696" y="562067"/>
                  </a:lnTo>
                  <a:lnTo>
                    <a:pt x="1687768" y="561174"/>
                  </a:lnTo>
                  <a:lnTo>
                    <a:pt x="1688839" y="560279"/>
                  </a:lnTo>
                  <a:lnTo>
                    <a:pt x="1689911" y="559382"/>
                  </a:lnTo>
                  <a:lnTo>
                    <a:pt x="1690982" y="558482"/>
                  </a:lnTo>
                  <a:lnTo>
                    <a:pt x="1692054" y="557580"/>
                  </a:lnTo>
                  <a:lnTo>
                    <a:pt x="1693126" y="556675"/>
                  </a:lnTo>
                  <a:lnTo>
                    <a:pt x="1694197" y="555768"/>
                  </a:lnTo>
                  <a:lnTo>
                    <a:pt x="1695269" y="554858"/>
                  </a:lnTo>
                  <a:lnTo>
                    <a:pt x="1696340" y="553946"/>
                  </a:lnTo>
                  <a:lnTo>
                    <a:pt x="1697412" y="553031"/>
                  </a:lnTo>
                  <a:lnTo>
                    <a:pt x="1698484" y="552114"/>
                  </a:lnTo>
                  <a:lnTo>
                    <a:pt x="1699555" y="551195"/>
                  </a:lnTo>
                  <a:lnTo>
                    <a:pt x="1700627" y="550272"/>
                  </a:lnTo>
                  <a:lnTo>
                    <a:pt x="1701698" y="549348"/>
                  </a:lnTo>
                  <a:lnTo>
                    <a:pt x="1702770" y="548421"/>
                  </a:lnTo>
                  <a:lnTo>
                    <a:pt x="1703842" y="547491"/>
                  </a:lnTo>
                  <a:lnTo>
                    <a:pt x="1704913" y="546559"/>
                  </a:lnTo>
                  <a:lnTo>
                    <a:pt x="1705985" y="545624"/>
                  </a:lnTo>
                  <a:lnTo>
                    <a:pt x="1707056" y="544687"/>
                  </a:lnTo>
                  <a:lnTo>
                    <a:pt x="1708128" y="543747"/>
                  </a:lnTo>
                  <a:lnTo>
                    <a:pt x="1709200" y="542804"/>
                  </a:lnTo>
                  <a:lnTo>
                    <a:pt x="1710271" y="541859"/>
                  </a:lnTo>
                  <a:lnTo>
                    <a:pt x="1711343" y="540911"/>
                  </a:lnTo>
                  <a:lnTo>
                    <a:pt x="1712414" y="539961"/>
                  </a:lnTo>
                  <a:lnTo>
                    <a:pt x="1713486" y="539008"/>
                  </a:lnTo>
                  <a:lnTo>
                    <a:pt x="1714558" y="538053"/>
                  </a:lnTo>
                  <a:lnTo>
                    <a:pt x="1715629" y="537094"/>
                  </a:lnTo>
                  <a:lnTo>
                    <a:pt x="1716701" y="536134"/>
                  </a:lnTo>
                  <a:lnTo>
                    <a:pt x="1717772" y="535170"/>
                  </a:lnTo>
                  <a:lnTo>
                    <a:pt x="1718844" y="534204"/>
                  </a:lnTo>
                  <a:lnTo>
                    <a:pt x="1719916" y="533236"/>
                  </a:lnTo>
                  <a:lnTo>
                    <a:pt x="1720987" y="532264"/>
                  </a:lnTo>
                  <a:lnTo>
                    <a:pt x="1722059" y="531290"/>
                  </a:lnTo>
                  <a:lnTo>
                    <a:pt x="1723130" y="530314"/>
                  </a:lnTo>
                  <a:lnTo>
                    <a:pt x="1724202" y="529335"/>
                  </a:lnTo>
                  <a:lnTo>
                    <a:pt x="1725274" y="528353"/>
                  </a:lnTo>
                  <a:lnTo>
                    <a:pt x="1726345" y="527368"/>
                  </a:lnTo>
                  <a:lnTo>
                    <a:pt x="1727417" y="526381"/>
                  </a:lnTo>
                  <a:lnTo>
                    <a:pt x="1728488" y="525391"/>
                  </a:lnTo>
                  <a:lnTo>
                    <a:pt x="1729560" y="524399"/>
                  </a:lnTo>
                  <a:lnTo>
                    <a:pt x="1730632" y="523403"/>
                  </a:lnTo>
                  <a:lnTo>
                    <a:pt x="1731703" y="522406"/>
                  </a:lnTo>
                  <a:lnTo>
                    <a:pt x="1732775" y="521405"/>
                  </a:lnTo>
                  <a:lnTo>
                    <a:pt x="1733846" y="520402"/>
                  </a:lnTo>
                  <a:lnTo>
                    <a:pt x="1734918" y="519396"/>
                  </a:lnTo>
                  <a:lnTo>
                    <a:pt x="1735990" y="518387"/>
                  </a:lnTo>
                  <a:lnTo>
                    <a:pt x="1737061" y="517376"/>
                  </a:lnTo>
                  <a:lnTo>
                    <a:pt x="1738133" y="516362"/>
                  </a:lnTo>
                  <a:lnTo>
                    <a:pt x="1739204" y="515346"/>
                  </a:lnTo>
                  <a:lnTo>
                    <a:pt x="1740276" y="514327"/>
                  </a:lnTo>
                  <a:lnTo>
                    <a:pt x="1741348" y="513305"/>
                  </a:lnTo>
                  <a:lnTo>
                    <a:pt x="1742419" y="512280"/>
                  </a:lnTo>
                  <a:lnTo>
                    <a:pt x="1743491" y="511253"/>
                  </a:lnTo>
                  <a:lnTo>
                    <a:pt x="1744562" y="510223"/>
                  </a:lnTo>
                  <a:lnTo>
                    <a:pt x="1745634" y="509191"/>
                  </a:lnTo>
                  <a:lnTo>
                    <a:pt x="1746706" y="508155"/>
                  </a:lnTo>
                  <a:lnTo>
                    <a:pt x="1747777" y="507117"/>
                  </a:lnTo>
                  <a:lnTo>
                    <a:pt x="1748849" y="506077"/>
                  </a:lnTo>
                  <a:lnTo>
                    <a:pt x="1749920" y="505034"/>
                  </a:lnTo>
                  <a:lnTo>
                    <a:pt x="1750992" y="503988"/>
                  </a:lnTo>
                  <a:lnTo>
                    <a:pt x="1752064" y="502940"/>
                  </a:lnTo>
                  <a:lnTo>
                    <a:pt x="1753135" y="501889"/>
                  </a:lnTo>
                  <a:lnTo>
                    <a:pt x="1754207" y="500835"/>
                  </a:lnTo>
                  <a:lnTo>
                    <a:pt x="1755278" y="499779"/>
                  </a:lnTo>
                  <a:lnTo>
                    <a:pt x="1756350" y="498720"/>
                  </a:lnTo>
                  <a:lnTo>
                    <a:pt x="1757422" y="497658"/>
                  </a:lnTo>
                  <a:lnTo>
                    <a:pt x="1758493" y="496594"/>
                  </a:lnTo>
                  <a:lnTo>
                    <a:pt x="1759565" y="495527"/>
                  </a:lnTo>
                  <a:lnTo>
                    <a:pt x="1760636" y="494458"/>
                  </a:lnTo>
                  <a:lnTo>
                    <a:pt x="1761708" y="493386"/>
                  </a:lnTo>
                  <a:lnTo>
                    <a:pt x="1762780" y="492311"/>
                  </a:lnTo>
                  <a:lnTo>
                    <a:pt x="1763851" y="491234"/>
                  </a:lnTo>
                  <a:lnTo>
                    <a:pt x="1764923" y="490154"/>
                  </a:lnTo>
                  <a:lnTo>
                    <a:pt x="1765994" y="489072"/>
                  </a:lnTo>
                  <a:lnTo>
                    <a:pt x="1767066" y="487987"/>
                  </a:lnTo>
                  <a:lnTo>
                    <a:pt x="1768138" y="486900"/>
                  </a:lnTo>
                  <a:lnTo>
                    <a:pt x="1769209" y="485810"/>
                  </a:lnTo>
                  <a:lnTo>
                    <a:pt x="1770281" y="484717"/>
                  </a:lnTo>
                  <a:lnTo>
                    <a:pt x="1771352" y="483622"/>
                  </a:lnTo>
                  <a:lnTo>
                    <a:pt x="1772424" y="482525"/>
                  </a:lnTo>
                  <a:lnTo>
                    <a:pt x="1773496" y="481424"/>
                  </a:lnTo>
                  <a:lnTo>
                    <a:pt x="1774567" y="480322"/>
                  </a:lnTo>
                  <a:lnTo>
                    <a:pt x="1775639" y="479217"/>
                  </a:lnTo>
                  <a:lnTo>
                    <a:pt x="1776710" y="478109"/>
                  </a:lnTo>
                  <a:lnTo>
                    <a:pt x="1777782" y="476999"/>
                  </a:lnTo>
                  <a:lnTo>
                    <a:pt x="1778853" y="475886"/>
                  </a:lnTo>
                  <a:lnTo>
                    <a:pt x="1779925" y="474771"/>
                  </a:lnTo>
                  <a:lnTo>
                    <a:pt x="1780997" y="473654"/>
                  </a:lnTo>
                  <a:lnTo>
                    <a:pt x="1782068" y="472534"/>
                  </a:lnTo>
                  <a:lnTo>
                    <a:pt x="1783140" y="471412"/>
                  </a:lnTo>
                  <a:lnTo>
                    <a:pt x="1784211" y="470287"/>
                  </a:lnTo>
                  <a:lnTo>
                    <a:pt x="1785283" y="469160"/>
                  </a:lnTo>
                  <a:lnTo>
                    <a:pt x="1786355" y="468030"/>
                  </a:lnTo>
                  <a:lnTo>
                    <a:pt x="1787426" y="466898"/>
                  </a:lnTo>
                  <a:lnTo>
                    <a:pt x="1788498" y="465764"/>
                  </a:lnTo>
                  <a:lnTo>
                    <a:pt x="1789569" y="464627"/>
                  </a:lnTo>
                  <a:lnTo>
                    <a:pt x="1790641" y="463488"/>
                  </a:lnTo>
                  <a:lnTo>
                    <a:pt x="1791713" y="462347"/>
                  </a:lnTo>
                  <a:lnTo>
                    <a:pt x="1792784" y="461203"/>
                  </a:lnTo>
                  <a:lnTo>
                    <a:pt x="1793856" y="460057"/>
                  </a:lnTo>
                  <a:lnTo>
                    <a:pt x="1794927" y="458908"/>
                  </a:lnTo>
                  <a:lnTo>
                    <a:pt x="1795999" y="457758"/>
                  </a:lnTo>
                  <a:lnTo>
                    <a:pt x="1797071" y="456605"/>
                  </a:lnTo>
                  <a:lnTo>
                    <a:pt x="1798142" y="455450"/>
                  </a:lnTo>
                  <a:lnTo>
                    <a:pt x="1799214" y="454292"/>
                  </a:lnTo>
                  <a:lnTo>
                    <a:pt x="1800285" y="453132"/>
                  </a:lnTo>
                  <a:lnTo>
                    <a:pt x="1801357" y="451970"/>
                  </a:lnTo>
                  <a:lnTo>
                    <a:pt x="1802429" y="450806"/>
                  </a:lnTo>
                  <a:lnTo>
                    <a:pt x="1803500" y="449640"/>
                  </a:lnTo>
                  <a:lnTo>
                    <a:pt x="1804572" y="448471"/>
                  </a:lnTo>
                  <a:lnTo>
                    <a:pt x="1805643" y="447300"/>
                  </a:lnTo>
                  <a:lnTo>
                    <a:pt x="1806715" y="446127"/>
                  </a:lnTo>
                  <a:lnTo>
                    <a:pt x="1807787" y="444952"/>
                  </a:lnTo>
                  <a:lnTo>
                    <a:pt x="1808858" y="443775"/>
                  </a:lnTo>
                  <a:lnTo>
                    <a:pt x="1809930" y="442596"/>
                  </a:lnTo>
                  <a:lnTo>
                    <a:pt x="1811001" y="441414"/>
                  </a:lnTo>
                  <a:lnTo>
                    <a:pt x="1812073" y="440231"/>
                  </a:lnTo>
                  <a:lnTo>
                    <a:pt x="1813145" y="439045"/>
                  </a:lnTo>
                  <a:lnTo>
                    <a:pt x="1814216" y="437858"/>
                  </a:lnTo>
                  <a:lnTo>
                    <a:pt x="1815288" y="436668"/>
                  </a:lnTo>
                  <a:lnTo>
                    <a:pt x="1816359" y="435476"/>
                  </a:lnTo>
                  <a:lnTo>
                    <a:pt x="1817431" y="434283"/>
                  </a:lnTo>
                  <a:lnTo>
                    <a:pt x="1818503" y="433087"/>
                  </a:lnTo>
                  <a:lnTo>
                    <a:pt x="1819574" y="431889"/>
                  </a:lnTo>
                  <a:lnTo>
                    <a:pt x="1820646" y="430689"/>
                  </a:lnTo>
                  <a:lnTo>
                    <a:pt x="1821717" y="429488"/>
                  </a:lnTo>
                  <a:lnTo>
                    <a:pt x="1822789" y="428284"/>
                  </a:lnTo>
                  <a:lnTo>
                    <a:pt x="1823861" y="427079"/>
                  </a:lnTo>
                  <a:lnTo>
                    <a:pt x="1824932" y="425871"/>
                  </a:lnTo>
                  <a:lnTo>
                    <a:pt x="1826004" y="424662"/>
                  </a:lnTo>
                  <a:lnTo>
                    <a:pt x="1827075" y="423451"/>
                  </a:lnTo>
                  <a:lnTo>
                    <a:pt x="1828147" y="422238"/>
                  </a:lnTo>
                  <a:lnTo>
                    <a:pt x="1829219" y="421023"/>
                  </a:lnTo>
                  <a:lnTo>
                    <a:pt x="1830290" y="419807"/>
                  </a:lnTo>
                  <a:lnTo>
                    <a:pt x="1831362" y="418588"/>
                  </a:lnTo>
                  <a:lnTo>
                    <a:pt x="1832433" y="417368"/>
                  </a:lnTo>
                  <a:lnTo>
                    <a:pt x="1833505" y="416146"/>
                  </a:lnTo>
                  <a:lnTo>
                    <a:pt x="1834577" y="414922"/>
                  </a:lnTo>
                  <a:lnTo>
                    <a:pt x="1835648" y="413697"/>
                  </a:lnTo>
                  <a:lnTo>
                    <a:pt x="1836720" y="412470"/>
                  </a:lnTo>
                  <a:lnTo>
                    <a:pt x="1837791" y="411241"/>
                  </a:lnTo>
                  <a:lnTo>
                    <a:pt x="1838863" y="410011"/>
                  </a:lnTo>
                  <a:lnTo>
                    <a:pt x="1839935" y="408779"/>
                  </a:lnTo>
                  <a:lnTo>
                    <a:pt x="1841006" y="407545"/>
                  </a:lnTo>
                  <a:lnTo>
                    <a:pt x="1842078" y="406309"/>
                  </a:lnTo>
                  <a:lnTo>
                    <a:pt x="1843149" y="405073"/>
                  </a:lnTo>
                  <a:lnTo>
                    <a:pt x="1844221" y="403834"/>
                  </a:lnTo>
                  <a:lnTo>
                    <a:pt x="1845293" y="402594"/>
                  </a:lnTo>
                  <a:lnTo>
                    <a:pt x="1846364" y="401352"/>
                  </a:lnTo>
                  <a:lnTo>
                    <a:pt x="1847436" y="400109"/>
                  </a:lnTo>
                  <a:lnTo>
                    <a:pt x="1848507" y="398865"/>
                  </a:lnTo>
                  <a:lnTo>
                    <a:pt x="1849579" y="397618"/>
                  </a:lnTo>
                  <a:lnTo>
                    <a:pt x="1850651" y="396371"/>
                  </a:lnTo>
                  <a:lnTo>
                    <a:pt x="1851722" y="395122"/>
                  </a:lnTo>
                  <a:lnTo>
                    <a:pt x="1852794" y="393872"/>
                  </a:lnTo>
                  <a:lnTo>
                    <a:pt x="1853865" y="392620"/>
                  </a:lnTo>
                  <a:lnTo>
                    <a:pt x="1854937" y="391367"/>
                  </a:lnTo>
                  <a:lnTo>
                    <a:pt x="1856009" y="390112"/>
                  </a:lnTo>
                  <a:lnTo>
                    <a:pt x="1857080" y="388856"/>
                  </a:lnTo>
                  <a:lnTo>
                    <a:pt x="1858152" y="387599"/>
                  </a:lnTo>
                  <a:lnTo>
                    <a:pt x="1859223" y="386341"/>
                  </a:lnTo>
                  <a:lnTo>
                    <a:pt x="1860295" y="385081"/>
                  </a:lnTo>
                  <a:lnTo>
                    <a:pt x="1861367" y="383820"/>
                  </a:lnTo>
                  <a:lnTo>
                    <a:pt x="1862438" y="382558"/>
                  </a:lnTo>
                  <a:lnTo>
                    <a:pt x="1863510" y="381294"/>
                  </a:lnTo>
                  <a:lnTo>
                    <a:pt x="1864581" y="380030"/>
                  </a:lnTo>
                  <a:lnTo>
                    <a:pt x="1865653" y="378764"/>
                  </a:lnTo>
                  <a:lnTo>
                    <a:pt x="1866725" y="377497"/>
                  </a:lnTo>
                  <a:lnTo>
                    <a:pt x="1867796" y="376229"/>
                  </a:lnTo>
                  <a:lnTo>
                    <a:pt x="1868868" y="374960"/>
                  </a:lnTo>
                  <a:lnTo>
                    <a:pt x="1869939" y="373689"/>
                  </a:lnTo>
                  <a:lnTo>
                    <a:pt x="1871011" y="372418"/>
                  </a:lnTo>
                  <a:lnTo>
                    <a:pt x="1872083" y="371146"/>
                  </a:lnTo>
                  <a:lnTo>
                    <a:pt x="1873154" y="369872"/>
                  </a:lnTo>
                  <a:lnTo>
                    <a:pt x="1874226" y="368598"/>
                  </a:lnTo>
                  <a:lnTo>
                    <a:pt x="1875297" y="367323"/>
                  </a:lnTo>
                  <a:lnTo>
                    <a:pt x="1876369" y="366047"/>
                  </a:lnTo>
                  <a:lnTo>
                    <a:pt x="1877441" y="364770"/>
                  </a:lnTo>
                  <a:lnTo>
                    <a:pt x="1878512" y="363491"/>
                  </a:lnTo>
                  <a:lnTo>
                    <a:pt x="1879584" y="362213"/>
                  </a:lnTo>
                  <a:lnTo>
                    <a:pt x="1880655" y="360933"/>
                  </a:lnTo>
                  <a:lnTo>
                    <a:pt x="1881727" y="359652"/>
                  </a:lnTo>
                  <a:lnTo>
                    <a:pt x="1882799" y="358371"/>
                  </a:lnTo>
                  <a:lnTo>
                    <a:pt x="1883870" y="357089"/>
                  </a:lnTo>
                  <a:lnTo>
                    <a:pt x="1884942" y="355806"/>
                  </a:lnTo>
                  <a:lnTo>
                    <a:pt x="1886013" y="354522"/>
                  </a:lnTo>
                  <a:lnTo>
                    <a:pt x="1887085" y="353237"/>
                  </a:lnTo>
                  <a:lnTo>
                    <a:pt x="1888157" y="351952"/>
                  </a:lnTo>
                  <a:lnTo>
                    <a:pt x="1889228" y="350667"/>
                  </a:lnTo>
                  <a:lnTo>
                    <a:pt x="1890300" y="349380"/>
                  </a:lnTo>
                  <a:lnTo>
                    <a:pt x="1891371" y="348093"/>
                  </a:lnTo>
                  <a:lnTo>
                    <a:pt x="1892443" y="346806"/>
                  </a:lnTo>
                  <a:lnTo>
                    <a:pt x="1893515" y="345517"/>
                  </a:lnTo>
                  <a:lnTo>
                    <a:pt x="1894586" y="344229"/>
                  </a:lnTo>
                  <a:lnTo>
                    <a:pt x="1895658" y="342939"/>
                  </a:lnTo>
                  <a:lnTo>
                    <a:pt x="1896729" y="341650"/>
                  </a:lnTo>
                  <a:lnTo>
                    <a:pt x="1897801" y="340359"/>
                  </a:lnTo>
                  <a:lnTo>
                    <a:pt x="1898873" y="339069"/>
                  </a:lnTo>
                  <a:lnTo>
                    <a:pt x="1899944" y="337778"/>
                  </a:lnTo>
                  <a:lnTo>
                    <a:pt x="1901016" y="336486"/>
                  </a:lnTo>
                  <a:lnTo>
                    <a:pt x="1902087" y="335194"/>
                  </a:lnTo>
                  <a:lnTo>
                    <a:pt x="1903159" y="333902"/>
                  </a:lnTo>
                  <a:lnTo>
                    <a:pt x="1904231" y="332609"/>
                  </a:lnTo>
                  <a:lnTo>
                    <a:pt x="1905302" y="331317"/>
                  </a:lnTo>
                  <a:lnTo>
                    <a:pt x="1906374" y="330023"/>
                  </a:lnTo>
                  <a:lnTo>
                    <a:pt x="1907445" y="328730"/>
                  </a:lnTo>
                  <a:lnTo>
                    <a:pt x="1908517" y="327437"/>
                  </a:lnTo>
                  <a:lnTo>
                    <a:pt x="1909589" y="326143"/>
                  </a:lnTo>
                  <a:lnTo>
                    <a:pt x="1910660" y="324849"/>
                  </a:lnTo>
                  <a:lnTo>
                    <a:pt x="1911732" y="323555"/>
                  </a:lnTo>
                  <a:lnTo>
                    <a:pt x="1912803" y="322260"/>
                  </a:lnTo>
                  <a:lnTo>
                    <a:pt x="1913875" y="320966"/>
                  </a:lnTo>
                  <a:lnTo>
                    <a:pt x="1914947" y="319672"/>
                  </a:lnTo>
                  <a:lnTo>
                    <a:pt x="1916018" y="318377"/>
                  </a:lnTo>
                  <a:lnTo>
                    <a:pt x="1917090" y="317083"/>
                  </a:lnTo>
                  <a:lnTo>
                    <a:pt x="1918161" y="315788"/>
                  </a:lnTo>
                  <a:lnTo>
                    <a:pt x="1919233" y="314494"/>
                  </a:lnTo>
                  <a:lnTo>
                    <a:pt x="1920305" y="313200"/>
                  </a:lnTo>
                  <a:lnTo>
                    <a:pt x="1921376" y="311905"/>
                  </a:lnTo>
                  <a:lnTo>
                    <a:pt x="1922448" y="310611"/>
                  </a:lnTo>
                  <a:lnTo>
                    <a:pt x="1923519" y="309317"/>
                  </a:lnTo>
                  <a:lnTo>
                    <a:pt x="1924591" y="308023"/>
                  </a:lnTo>
                  <a:lnTo>
                    <a:pt x="1925663" y="306730"/>
                  </a:lnTo>
                  <a:lnTo>
                    <a:pt x="1926734" y="305436"/>
                  </a:lnTo>
                  <a:lnTo>
                    <a:pt x="1927806" y="304143"/>
                  </a:lnTo>
                  <a:lnTo>
                    <a:pt x="1928877" y="302850"/>
                  </a:lnTo>
                  <a:lnTo>
                    <a:pt x="1929949" y="301558"/>
                  </a:lnTo>
                  <a:lnTo>
                    <a:pt x="1931021" y="300265"/>
                  </a:lnTo>
                  <a:lnTo>
                    <a:pt x="1932092" y="298974"/>
                  </a:lnTo>
                  <a:lnTo>
                    <a:pt x="1933164" y="297682"/>
                  </a:lnTo>
                  <a:lnTo>
                    <a:pt x="1934235" y="296391"/>
                  </a:lnTo>
                  <a:lnTo>
                    <a:pt x="1935307" y="295100"/>
                  </a:lnTo>
                  <a:lnTo>
                    <a:pt x="1936379" y="293810"/>
                  </a:lnTo>
                  <a:lnTo>
                    <a:pt x="1937450" y="292520"/>
                  </a:lnTo>
                  <a:lnTo>
                    <a:pt x="1938522" y="291231"/>
                  </a:lnTo>
                  <a:lnTo>
                    <a:pt x="1939593" y="289943"/>
                  </a:lnTo>
                  <a:lnTo>
                    <a:pt x="1940665" y="288654"/>
                  </a:lnTo>
                  <a:lnTo>
                    <a:pt x="1941737" y="287367"/>
                  </a:lnTo>
                  <a:lnTo>
                    <a:pt x="1942808" y="286080"/>
                  </a:lnTo>
                  <a:lnTo>
                    <a:pt x="1943880" y="284794"/>
                  </a:lnTo>
                  <a:lnTo>
                    <a:pt x="1944951" y="283509"/>
                  </a:lnTo>
                  <a:lnTo>
                    <a:pt x="1946023" y="282224"/>
                  </a:lnTo>
                  <a:lnTo>
                    <a:pt x="1947095" y="280940"/>
                  </a:lnTo>
                  <a:lnTo>
                    <a:pt x="1948166" y="279657"/>
                  </a:lnTo>
                  <a:lnTo>
                    <a:pt x="1949238" y="278374"/>
                  </a:lnTo>
                  <a:lnTo>
                    <a:pt x="1950309" y="277092"/>
                  </a:lnTo>
                  <a:lnTo>
                    <a:pt x="1951381" y="275812"/>
                  </a:lnTo>
                  <a:lnTo>
                    <a:pt x="1952453" y="274532"/>
                  </a:lnTo>
                  <a:lnTo>
                    <a:pt x="1953524" y="273253"/>
                  </a:lnTo>
                  <a:lnTo>
                    <a:pt x="1954596" y="271975"/>
                  </a:lnTo>
                  <a:lnTo>
                    <a:pt x="1955667" y="270698"/>
                  </a:lnTo>
                  <a:lnTo>
                    <a:pt x="1956739" y="269422"/>
                  </a:lnTo>
                  <a:lnTo>
                    <a:pt x="1957810" y="268147"/>
                  </a:lnTo>
                  <a:lnTo>
                    <a:pt x="1958882" y="266873"/>
                  </a:lnTo>
                  <a:lnTo>
                    <a:pt x="1959954" y="265600"/>
                  </a:lnTo>
                  <a:lnTo>
                    <a:pt x="1961025" y="264328"/>
                  </a:lnTo>
                  <a:lnTo>
                    <a:pt x="1962097" y="263058"/>
                  </a:lnTo>
                  <a:lnTo>
                    <a:pt x="1963168" y="261789"/>
                  </a:lnTo>
                  <a:lnTo>
                    <a:pt x="1964240" y="260520"/>
                  </a:lnTo>
                  <a:lnTo>
                    <a:pt x="1965312" y="259253"/>
                  </a:lnTo>
                  <a:lnTo>
                    <a:pt x="1966383" y="257988"/>
                  </a:lnTo>
                  <a:lnTo>
                    <a:pt x="1967455" y="256723"/>
                  </a:lnTo>
                  <a:lnTo>
                    <a:pt x="1968526" y="255460"/>
                  </a:lnTo>
                  <a:lnTo>
                    <a:pt x="1969598" y="254199"/>
                  </a:lnTo>
                  <a:lnTo>
                    <a:pt x="1970670" y="252938"/>
                  </a:lnTo>
                  <a:lnTo>
                    <a:pt x="1971741" y="251679"/>
                  </a:lnTo>
                  <a:lnTo>
                    <a:pt x="1972813" y="250422"/>
                  </a:lnTo>
                  <a:lnTo>
                    <a:pt x="1973884" y="249166"/>
                  </a:lnTo>
                  <a:lnTo>
                    <a:pt x="1974956" y="247911"/>
                  </a:lnTo>
                  <a:lnTo>
                    <a:pt x="1976028" y="246658"/>
                  </a:lnTo>
                  <a:lnTo>
                    <a:pt x="1977099" y="245407"/>
                  </a:lnTo>
                  <a:lnTo>
                    <a:pt x="1978171" y="244157"/>
                  </a:lnTo>
                  <a:lnTo>
                    <a:pt x="1979242" y="242909"/>
                  </a:lnTo>
                  <a:lnTo>
                    <a:pt x="1980314" y="241663"/>
                  </a:lnTo>
                  <a:lnTo>
                    <a:pt x="1981386" y="240418"/>
                  </a:lnTo>
                  <a:lnTo>
                    <a:pt x="1982457" y="239175"/>
                  </a:lnTo>
                  <a:lnTo>
                    <a:pt x="1983529" y="237933"/>
                  </a:lnTo>
                  <a:lnTo>
                    <a:pt x="1984600" y="236694"/>
                  </a:lnTo>
                  <a:lnTo>
                    <a:pt x="1985672" y="235456"/>
                  </a:lnTo>
                  <a:lnTo>
                    <a:pt x="1986744" y="234220"/>
                  </a:lnTo>
                  <a:lnTo>
                    <a:pt x="1987815" y="232986"/>
                  </a:lnTo>
                  <a:lnTo>
                    <a:pt x="1988887" y="231754"/>
                  </a:lnTo>
                  <a:lnTo>
                    <a:pt x="1989958" y="230524"/>
                  </a:lnTo>
                  <a:lnTo>
                    <a:pt x="1991030" y="229295"/>
                  </a:lnTo>
                  <a:lnTo>
                    <a:pt x="1992102" y="228069"/>
                  </a:lnTo>
                  <a:lnTo>
                    <a:pt x="1993173" y="226845"/>
                  </a:lnTo>
                  <a:lnTo>
                    <a:pt x="1994245" y="225623"/>
                  </a:lnTo>
                  <a:lnTo>
                    <a:pt x="1995316" y="224403"/>
                  </a:lnTo>
                  <a:lnTo>
                    <a:pt x="1996388" y="223185"/>
                  </a:lnTo>
                  <a:lnTo>
                    <a:pt x="1997460" y="221969"/>
                  </a:lnTo>
                  <a:lnTo>
                    <a:pt x="1998531" y="220755"/>
                  </a:lnTo>
                  <a:lnTo>
                    <a:pt x="1999603" y="219544"/>
                  </a:lnTo>
                  <a:lnTo>
                    <a:pt x="2000674" y="218334"/>
                  </a:lnTo>
                  <a:lnTo>
                    <a:pt x="2001746" y="217128"/>
                  </a:lnTo>
                  <a:lnTo>
                    <a:pt x="2002818" y="215923"/>
                  </a:lnTo>
                  <a:lnTo>
                    <a:pt x="2003889" y="214721"/>
                  </a:lnTo>
                  <a:lnTo>
                    <a:pt x="2004961" y="213521"/>
                  </a:lnTo>
                  <a:lnTo>
                    <a:pt x="2006032" y="212323"/>
                  </a:lnTo>
                  <a:lnTo>
                    <a:pt x="2007104" y="211128"/>
                  </a:lnTo>
                  <a:lnTo>
                    <a:pt x="2008176" y="209935"/>
                  </a:lnTo>
                  <a:lnTo>
                    <a:pt x="2009247" y="208745"/>
                  </a:lnTo>
                  <a:lnTo>
                    <a:pt x="2010319" y="207558"/>
                  </a:lnTo>
                  <a:lnTo>
                    <a:pt x="2011390" y="206373"/>
                  </a:lnTo>
                  <a:lnTo>
                    <a:pt x="2012462" y="205190"/>
                  </a:lnTo>
                  <a:lnTo>
                    <a:pt x="2013534" y="204010"/>
                  </a:lnTo>
                  <a:lnTo>
                    <a:pt x="2014605" y="202833"/>
                  </a:lnTo>
                  <a:lnTo>
                    <a:pt x="2015677" y="201659"/>
                  </a:lnTo>
                  <a:lnTo>
                    <a:pt x="2016748" y="200487"/>
                  </a:lnTo>
                  <a:lnTo>
                    <a:pt x="2017820" y="199318"/>
                  </a:lnTo>
                  <a:lnTo>
                    <a:pt x="2018892" y="198152"/>
                  </a:lnTo>
                  <a:lnTo>
                    <a:pt x="2019963" y="196988"/>
                  </a:lnTo>
                  <a:lnTo>
                    <a:pt x="2021035" y="195828"/>
                  </a:lnTo>
                  <a:lnTo>
                    <a:pt x="2022106" y="194670"/>
                  </a:lnTo>
                  <a:lnTo>
                    <a:pt x="2023178" y="193515"/>
                  </a:lnTo>
                  <a:lnTo>
                    <a:pt x="2024250" y="192363"/>
                  </a:lnTo>
                  <a:lnTo>
                    <a:pt x="2025321" y="191214"/>
                  </a:lnTo>
                  <a:lnTo>
                    <a:pt x="2026393" y="190069"/>
                  </a:lnTo>
                  <a:lnTo>
                    <a:pt x="2027464" y="188926"/>
                  </a:lnTo>
                  <a:lnTo>
                    <a:pt x="2028536" y="187786"/>
                  </a:lnTo>
                  <a:lnTo>
                    <a:pt x="2029608" y="186649"/>
                  </a:lnTo>
                  <a:lnTo>
                    <a:pt x="2030679" y="185516"/>
                  </a:lnTo>
                  <a:lnTo>
                    <a:pt x="2031751" y="184385"/>
                  </a:lnTo>
                  <a:lnTo>
                    <a:pt x="2032822" y="183258"/>
                  </a:lnTo>
                  <a:lnTo>
                    <a:pt x="2033894" y="182134"/>
                  </a:lnTo>
                  <a:lnTo>
                    <a:pt x="2034966" y="181014"/>
                  </a:lnTo>
                  <a:lnTo>
                    <a:pt x="2036037" y="179897"/>
                  </a:lnTo>
                  <a:lnTo>
                    <a:pt x="2037109" y="178783"/>
                  </a:lnTo>
                  <a:lnTo>
                    <a:pt x="2038180" y="177672"/>
                  </a:lnTo>
                  <a:lnTo>
                    <a:pt x="2039252" y="176565"/>
                  </a:lnTo>
                  <a:lnTo>
                    <a:pt x="2040324" y="175461"/>
                  </a:lnTo>
                  <a:lnTo>
                    <a:pt x="2041395" y="174361"/>
                  </a:lnTo>
                  <a:lnTo>
                    <a:pt x="2042467" y="173264"/>
                  </a:lnTo>
                  <a:lnTo>
                    <a:pt x="2043538" y="172171"/>
                  </a:lnTo>
                  <a:lnTo>
                    <a:pt x="2044610" y="171081"/>
                  </a:lnTo>
                  <a:lnTo>
                    <a:pt x="2045682" y="169995"/>
                  </a:lnTo>
                  <a:lnTo>
                    <a:pt x="2046753" y="168912"/>
                  </a:lnTo>
                  <a:lnTo>
                    <a:pt x="2047825" y="167833"/>
                  </a:lnTo>
                  <a:lnTo>
                    <a:pt x="2048896" y="166757"/>
                  </a:lnTo>
                  <a:lnTo>
                    <a:pt x="2049968" y="165685"/>
                  </a:lnTo>
                  <a:lnTo>
                    <a:pt x="2051040" y="164616"/>
                  </a:lnTo>
                  <a:lnTo>
                    <a:pt x="2052111" y="163551"/>
                  </a:lnTo>
                  <a:lnTo>
                    <a:pt x="2053183" y="162490"/>
                  </a:lnTo>
                  <a:lnTo>
                    <a:pt x="2054254" y="161432"/>
                  </a:lnTo>
                  <a:lnTo>
                    <a:pt x="2055326" y="160377"/>
                  </a:lnTo>
                  <a:lnTo>
                    <a:pt x="2056398" y="159326"/>
                  </a:lnTo>
                  <a:lnTo>
                    <a:pt x="2057469" y="158279"/>
                  </a:lnTo>
                  <a:lnTo>
                    <a:pt x="2058541" y="157235"/>
                  </a:lnTo>
                  <a:lnTo>
                    <a:pt x="2059612" y="156195"/>
                  </a:lnTo>
                  <a:lnTo>
                    <a:pt x="2060684" y="155158"/>
                  </a:lnTo>
                  <a:lnTo>
                    <a:pt x="2061756" y="154125"/>
                  </a:lnTo>
                  <a:lnTo>
                    <a:pt x="2062827" y="153096"/>
                  </a:lnTo>
                  <a:lnTo>
                    <a:pt x="2063899" y="152070"/>
                  </a:lnTo>
                  <a:lnTo>
                    <a:pt x="2064970" y="151047"/>
                  </a:lnTo>
                  <a:lnTo>
                    <a:pt x="2066042" y="150028"/>
                  </a:lnTo>
                  <a:lnTo>
                    <a:pt x="2067114" y="149013"/>
                  </a:lnTo>
                  <a:lnTo>
                    <a:pt x="2068185" y="148001"/>
                  </a:lnTo>
                  <a:lnTo>
                    <a:pt x="2069257" y="146993"/>
                  </a:lnTo>
                  <a:lnTo>
                    <a:pt x="2070328" y="145988"/>
                  </a:lnTo>
                  <a:lnTo>
                    <a:pt x="2071400" y="144987"/>
                  </a:lnTo>
                  <a:lnTo>
                    <a:pt x="2072472" y="143990"/>
                  </a:lnTo>
                  <a:lnTo>
                    <a:pt x="2073543" y="142996"/>
                  </a:lnTo>
                  <a:lnTo>
                    <a:pt x="2074615" y="142006"/>
                  </a:lnTo>
                  <a:lnTo>
                    <a:pt x="2075686" y="141019"/>
                  </a:lnTo>
                  <a:lnTo>
                    <a:pt x="2076758" y="140036"/>
                  </a:lnTo>
                  <a:lnTo>
                    <a:pt x="2077830" y="139057"/>
                  </a:lnTo>
                  <a:lnTo>
                    <a:pt x="2078901" y="138081"/>
                  </a:lnTo>
                  <a:lnTo>
                    <a:pt x="2079973" y="137108"/>
                  </a:lnTo>
                  <a:lnTo>
                    <a:pt x="2081044" y="136139"/>
                  </a:lnTo>
                  <a:lnTo>
                    <a:pt x="2082116" y="135174"/>
                  </a:lnTo>
                  <a:lnTo>
                    <a:pt x="2083188" y="134213"/>
                  </a:lnTo>
                  <a:lnTo>
                    <a:pt x="2084259" y="133255"/>
                  </a:lnTo>
                  <a:lnTo>
                    <a:pt x="2085331" y="132300"/>
                  </a:lnTo>
                  <a:lnTo>
                    <a:pt x="2086402" y="131349"/>
                  </a:lnTo>
                  <a:lnTo>
                    <a:pt x="2087474" y="130402"/>
                  </a:lnTo>
                  <a:lnTo>
                    <a:pt x="2088546" y="129459"/>
                  </a:lnTo>
                  <a:lnTo>
                    <a:pt x="2089617" y="128519"/>
                  </a:lnTo>
                  <a:lnTo>
                    <a:pt x="2090689" y="127582"/>
                  </a:lnTo>
                  <a:lnTo>
                    <a:pt x="2091760" y="126649"/>
                  </a:lnTo>
                  <a:lnTo>
                    <a:pt x="2092832" y="125720"/>
                  </a:lnTo>
                  <a:lnTo>
                    <a:pt x="2093904" y="124794"/>
                  </a:lnTo>
                  <a:lnTo>
                    <a:pt x="2094975" y="123872"/>
                  </a:lnTo>
                  <a:lnTo>
                    <a:pt x="2096047" y="122954"/>
                  </a:lnTo>
                  <a:lnTo>
                    <a:pt x="2097118" y="122039"/>
                  </a:lnTo>
                  <a:lnTo>
                    <a:pt x="2098190" y="121128"/>
                  </a:lnTo>
                  <a:lnTo>
                    <a:pt x="2099262" y="120220"/>
                  </a:lnTo>
                  <a:lnTo>
                    <a:pt x="2100333" y="119316"/>
                  </a:lnTo>
                  <a:lnTo>
                    <a:pt x="2101405" y="118416"/>
                  </a:lnTo>
                  <a:lnTo>
                    <a:pt x="2102476" y="117519"/>
                  </a:lnTo>
                  <a:lnTo>
                    <a:pt x="2103548" y="116626"/>
                  </a:lnTo>
                  <a:lnTo>
                    <a:pt x="2104620" y="115736"/>
                  </a:lnTo>
                  <a:lnTo>
                    <a:pt x="2105691" y="114850"/>
                  </a:lnTo>
                  <a:lnTo>
                    <a:pt x="2106763" y="113968"/>
                  </a:lnTo>
                  <a:lnTo>
                    <a:pt x="2107834" y="113089"/>
                  </a:lnTo>
                  <a:lnTo>
                    <a:pt x="2108906" y="112214"/>
                  </a:lnTo>
                  <a:lnTo>
                    <a:pt x="2109978" y="111342"/>
                  </a:lnTo>
                  <a:lnTo>
                    <a:pt x="2111049" y="110474"/>
                  </a:lnTo>
                  <a:lnTo>
                    <a:pt x="2112121" y="109610"/>
                  </a:lnTo>
                  <a:lnTo>
                    <a:pt x="2113192" y="108749"/>
                  </a:lnTo>
                  <a:lnTo>
                    <a:pt x="2114264" y="107891"/>
                  </a:lnTo>
                  <a:lnTo>
                    <a:pt x="2115336" y="107038"/>
                  </a:lnTo>
                  <a:lnTo>
                    <a:pt x="2116407" y="106188"/>
                  </a:lnTo>
                  <a:lnTo>
                    <a:pt x="2117479" y="105341"/>
                  </a:lnTo>
                  <a:lnTo>
                    <a:pt x="2118550" y="104499"/>
                  </a:lnTo>
                  <a:lnTo>
                    <a:pt x="2119622" y="103659"/>
                  </a:lnTo>
                  <a:lnTo>
                    <a:pt x="2120694" y="102824"/>
                  </a:lnTo>
                  <a:lnTo>
                    <a:pt x="2121765" y="101992"/>
                  </a:lnTo>
                  <a:lnTo>
                    <a:pt x="2122837" y="101163"/>
                  </a:lnTo>
                  <a:lnTo>
                    <a:pt x="2123908" y="100339"/>
                  </a:lnTo>
                  <a:lnTo>
                    <a:pt x="2124980" y="99517"/>
                  </a:lnTo>
                  <a:lnTo>
                    <a:pt x="2126052" y="98700"/>
                  </a:lnTo>
                  <a:lnTo>
                    <a:pt x="2127123" y="97886"/>
                  </a:lnTo>
                  <a:lnTo>
                    <a:pt x="2128195" y="97075"/>
                  </a:lnTo>
                  <a:lnTo>
                    <a:pt x="2129266" y="96268"/>
                  </a:lnTo>
                  <a:lnTo>
                    <a:pt x="2130338" y="95465"/>
                  </a:lnTo>
                  <a:lnTo>
                    <a:pt x="2131409" y="94665"/>
                  </a:lnTo>
                  <a:lnTo>
                    <a:pt x="2132481" y="93869"/>
                  </a:lnTo>
                  <a:lnTo>
                    <a:pt x="2133553" y="93077"/>
                  </a:lnTo>
                  <a:lnTo>
                    <a:pt x="2134624" y="92288"/>
                  </a:lnTo>
                  <a:lnTo>
                    <a:pt x="2135696" y="91503"/>
                  </a:lnTo>
                  <a:lnTo>
                    <a:pt x="2136767" y="90721"/>
                  </a:lnTo>
                  <a:lnTo>
                    <a:pt x="2137839" y="89943"/>
                  </a:lnTo>
                  <a:lnTo>
                    <a:pt x="2138911" y="89168"/>
                  </a:lnTo>
                  <a:lnTo>
                    <a:pt x="2139982" y="88397"/>
                  </a:lnTo>
                  <a:lnTo>
                    <a:pt x="2141054" y="87630"/>
                  </a:lnTo>
                  <a:lnTo>
                    <a:pt x="2142125" y="86866"/>
                  </a:lnTo>
                  <a:lnTo>
                    <a:pt x="2143197" y="86106"/>
                  </a:lnTo>
                  <a:lnTo>
                    <a:pt x="2144269" y="85349"/>
                  </a:lnTo>
                  <a:lnTo>
                    <a:pt x="2145340" y="84596"/>
                  </a:lnTo>
                  <a:lnTo>
                    <a:pt x="2146412" y="83847"/>
                  </a:lnTo>
                  <a:lnTo>
                    <a:pt x="2147483" y="83101"/>
                  </a:lnTo>
                  <a:lnTo>
                    <a:pt x="2148555" y="82358"/>
                  </a:lnTo>
                  <a:lnTo>
                    <a:pt x="2149627" y="81620"/>
                  </a:lnTo>
                  <a:lnTo>
                    <a:pt x="2150698" y="80884"/>
                  </a:lnTo>
                  <a:lnTo>
                    <a:pt x="2151770" y="80153"/>
                  </a:lnTo>
                  <a:lnTo>
                    <a:pt x="2152841" y="79425"/>
                  </a:lnTo>
                  <a:lnTo>
                    <a:pt x="2153913" y="78700"/>
                  </a:lnTo>
                  <a:lnTo>
                    <a:pt x="2154985" y="77979"/>
                  </a:lnTo>
                  <a:lnTo>
                    <a:pt x="2156056" y="77262"/>
                  </a:lnTo>
                  <a:lnTo>
                    <a:pt x="2157128" y="76548"/>
                  </a:lnTo>
                  <a:lnTo>
                    <a:pt x="2158199" y="75838"/>
                  </a:lnTo>
                  <a:lnTo>
                    <a:pt x="2159271" y="75131"/>
                  </a:lnTo>
                  <a:lnTo>
                    <a:pt x="2160343" y="74428"/>
                  </a:lnTo>
                  <a:lnTo>
                    <a:pt x="2161414" y="73729"/>
                  </a:lnTo>
                  <a:lnTo>
                    <a:pt x="2162486" y="73032"/>
                  </a:lnTo>
                  <a:lnTo>
                    <a:pt x="2163557" y="72340"/>
                  </a:lnTo>
                  <a:lnTo>
                    <a:pt x="2164629" y="71651"/>
                  </a:lnTo>
                  <a:lnTo>
                    <a:pt x="2165701" y="70966"/>
                  </a:lnTo>
                  <a:lnTo>
                    <a:pt x="2166772" y="70284"/>
                  </a:lnTo>
                  <a:lnTo>
                    <a:pt x="2167844" y="69606"/>
                  </a:lnTo>
                  <a:lnTo>
                    <a:pt x="2168915" y="68931"/>
                  </a:lnTo>
                  <a:lnTo>
                    <a:pt x="2169987" y="68260"/>
                  </a:lnTo>
                  <a:lnTo>
                    <a:pt x="2171059" y="67592"/>
                  </a:lnTo>
                  <a:lnTo>
                    <a:pt x="2172130" y="66928"/>
                  </a:lnTo>
                  <a:lnTo>
                    <a:pt x="2173202" y="66267"/>
                  </a:lnTo>
                  <a:lnTo>
                    <a:pt x="2174273" y="65610"/>
                  </a:lnTo>
                  <a:lnTo>
                    <a:pt x="2175345" y="64956"/>
                  </a:lnTo>
                  <a:lnTo>
                    <a:pt x="2176417" y="64306"/>
                  </a:lnTo>
                  <a:lnTo>
                    <a:pt x="2177488" y="63660"/>
                  </a:lnTo>
                  <a:lnTo>
                    <a:pt x="2178560" y="63017"/>
                  </a:lnTo>
                  <a:lnTo>
                    <a:pt x="2179631" y="62377"/>
                  </a:lnTo>
                  <a:lnTo>
                    <a:pt x="2180703" y="61741"/>
                  </a:lnTo>
                  <a:lnTo>
                    <a:pt x="2181775" y="61109"/>
                  </a:lnTo>
                  <a:lnTo>
                    <a:pt x="2182846" y="60480"/>
                  </a:lnTo>
                  <a:lnTo>
                    <a:pt x="2183918" y="59854"/>
                  </a:lnTo>
                  <a:lnTo>
                    <a:pt x="2184989" y="59232"/>
                  </a:lnTo>
                  <a:lnTo>
                    <a:pt x="2186061" y="58614"/>
                  </a:lnTo>
                  <a:lnTo>
                    <a:pt x="2187133" y="57999"/>
                  </a:lnTo>
                  <a:lnTo>
                    <a:pt x="2188204" y="57388"/>
                  </a:lnTo>
                  <a:lnTo>
                    <a:pt x="2189276" y="56780"/>
                  </a:lnTo>
                  <a:lnTo>
                    <a:pt x="2190347" y="56175"/>
                  </a:lnTo>
                  <a:lnTo>
                    <a:pt x="2191419" y="55574"/>
                  </a:lnTo>
                  <a:lnTo>
                    <a:pt x="2192491" y="54977"/>
                  </a:lnTo>
                  <a:lnTo>
                    <a:pt x="2193562" y="54383"/>
                  </a:lnTo>
                  <a:lnTo>
                    <a:pt x="2194634" y="53792"/>
                  </a:lnTo>
                  <a:lnTo>
                    <a:pt x="2195705" y="53205"/>
                  </a:lnTo>
                  <a:lnTo>
                    <a:pt x="2196777" y="52621"/>
                  </a:lnTo>
                  <a:lnTo>
                    <a:pt x="2197849" y="52041"/>
                  </a:lnTo>
                  <a:lnTo>
                    <a:pt x="2198920" y="51465"/>
                  </a:lnTo>
                  <a:lnTo>
                    <a:pt x="2199992" y="50891"/>
                  </a:lnTo>
                  <a:lnTo>
                    <a:pt x="2201063" y="50322"/>
                  </a:lnTo>
                  <a:lnTo>
                    <a:pt x="2202135" y="49755"/>
                  </a:lnTo>
                  <a:lnTo>
                    <a:pt x="2203207" y="49193"/>
                  </a:lnTo>
                  <a:lnTo>
                    <a:pt x="2204278" y="48633"/>
                  </a:lnTo>
                  <a:lnTo>
                    <a:pt x="2205350" y="48077"/>
                  </a:lnTo>
                  <a:lnTo>
                    <a:pt x="2206421" y="47525"/>
                  </a:lnTo>
                  <a:lnTo>
                    <a:pt x="2207493" y="46976"/>
                  </a:lnTo>
                  <a:lnTo>
                    <a:pt x="2208565" y="46430"/>
                  </a:lnTo>
                  <a:lnTo>
                    <a:pt x="2209636" y="45888"/>
                  </a:lnTo>
                  <a:lnTo>
                    <a:pt x="2210708" y="45349"/>
                  </a:lnTo>
                  <a:lnTo>
                    <a:pt x="2211779" y="44814"/>
                  </a:lnTo>
                  <a:lnTo>
                    <a:pt x="2212851" y="44282"/>
                  </a:lnTo>
                  <a:lnTo>
                    <a:pt x="2213923" y="43754"/>
                  </a:lnTo>
                  <a:lnTo>
                    <a:pt x="2214994" y="43229"/>
                  </a:lnTo>
                  <a:lnTo>
                    <a:pt x="2216066" y="42707"/>
                  </a:lnTo>
                  <a:lnTo>
                    <a:pt x="2217137" y="42189"/>
                  </a:lnTo>
                  <a:lnTo>
                    <a:pt x="2218209" y="41674"/>
                  </a:lnTo>
                  <a:lnTo>
                    <a:pt x="2219281" y="41163"/>
                  </a:lnTo>
                  <a:lnTo>
                    <a:pt x="2220352" y="40655"/>
                  </a:lnTo>
                  <a:lnTo>
                    <a:pt x="2221424" y="40150"/>
                  </a:lnTo>
                  <a:lnTo>
                    <a:pt x="2222495" y="39649"/>
                  </a:lnTo>
                  <a:lnTo>
                    <a:pt x="2223567" y="39151"/>
                  </a:lnTo>
                  <a:lnTo>
                    <a:pt x="2224639" y="38657"/>
                  </a:lnTo>
                  <a:lnTo>
                    <a:pt x="2225710" y="38166"/>
                  </a:lnTo>
                  <a:lnTo>
                    <a:pt x="2226782" y="37678"/>
                  </a:lnTo>
                  <a:lnTo>
                    <a:pt x="2227853" y="37194"/>
                  </a:lnTo>
                  <a:lnTo>
                    <a:pt x="2228925" y="36713"/>
                  </a:lnTo>
                  <a:lnTo>
                    <a:pt x="2229997" y="36236"/>
                  </a:lnTo>
                  <a:lnTo>
                    <a:pt x="2231068" y="35762"/>
                  </a:lnTo>
                  <a:lnTo>
                    <a:pt x="2232140" y="35291"/>
                  </a:lnTo>
                  <a:lnTo>
                    <a:pt x="2233211" y="34823"/>
                  </a:lnTo>
                  <a:lnTo>
                    <a:pt x="2234283" y="34359"/>
                  </a:lnTo>
                  <a:lnTo>
                    <a:pt x="2235355" y="33899"/>
                  </a:lnTo>
                  <a:lnTo>
                    <a:pt x="2236426" y="33441"/>
                  </a:lnTo>
                  <a:lnTo>
                    <a:pt x="2237498" y="32987"/>
                  </a:lnTo>
                  <a:lnTo>
                    <a:pt x="2238569" y="32537"/>
                  </a:lnTo>
                  <a:lnTo>
                    <a:pt x="2239641" y="32089"/>
                  </a:lnTo>
                  <a:lnTo>
                    <a:pt x="2240713" y="31645"/>
                  </a:lnTo>
                  <a:lnTo>
                    <a:pt x="2241784" y="31205"/>
                  </a:lnTo>
                  <a:lnTo>
                    <a:pt x="2242856" y="30767"/>
                  </a:lnTo>
                  <a:lnTo>
                    <a:pt x="2243927" y="30333"/>
                  </a:lnTo>
                  <a:lnTo>
                    <a:pt x="2244999" y="29903"/>
                  </a:lnTo>
                  <a:lnTo>
                    <a:pt x="2246071" y="29475"/>
                  </a:lnTo>
                  <a:lnTo>
                    <a:pt x="2247142" y="29051"/>
                  </a:lnTo>
                  <a:lnTo>
                    <a:pt x="2248214" y="28630"/>
                  </a:lnTo>
                  <a:lnTo>
                    <a:pt x="2249285" y="28213"/>
                  </a:lnTo>
                  <a:lnTo>
                    <a:pt x="2250357" y="27798"/>
                  </a:lnTo>
                  <a:lnTo>
                    <a:pt x="2251429" y="27388"/>
                  </a:lnTo>
                  <a:lnTo>
                    <a:pt x="2252500" y="26980"/>
                  </a:lnTo>
                  <a:lnTo>
                    <a:pt x="2253572" y="26576"/>
                  </a:lnTo>
                  <a:lnTo>
                    <a:pt x="2254643" y="26174"/>
                  </a:lnTo>
                  <a:lnTo>
                    <a:pt x="2255715" y="25777"/>
                  </a:lnTo>
                  <a:lnTo>
                    <a:pt x="2256787" y="25382"/>
                  </a:lnTo>
                  <a:lnTo>
                    <a:pt x="2257858" y="24991"/>
                  </a:lnTo>
                  <a:lnTo>
                    <a:pt x="2258930" y="24603"/>
                  </a:lnTo>
                  <a:lnTo>
                    <a:pt x="2260001" y="24218"/>
                  </a:lnTo>
                  <a:lnTo>
                    <a:pt x="2261073" y="23837"/>
                  </a:lnTo>
                  <a:lnTo>
                    <a:pt x="2262145" y="23458"/>
                  </a:lnTo>
                  <a:lnTo>
                    <a:pt x="2263216" y="23083"/>
                  </a:lnTo>
                  <a:lnTo>
                    <a:pt x="2264288" y="22711"/>
                  </a:lnTo>
                  <a:lnTo>
                    <a:pt x="2265359" y="22343"/>
                  </a:lnTo>
                  <a:lnTo>
                    <a:pt x="2266431" y="21978"/>
                  </a:lnTo>
                  <a:lnTo>
                    <a:pt x="2267503" y="21616"/>
                  </a:lnTo>
                  <a:lnTo>
                    <a:pt x="2268574" y="21257"/>
                  </a:lnTo>
                  <a:lnTo>
                    <a:pt x="2269646" y="20901"/>
                  </a:lnTo>
                  <a:lnTo>
                    <a:pt x="2270717" y="20549"/>
                  </a:lnTo>
                  <a:lnTo>
                    <a:pt x="2271789" y="20199"/>
                  </a:lnTo>
                  <a:lnTo>
                    <a:pt x="2272861" y="19853"/>
                  </a:lnTo>
                  <a:lnTo>
                    <a:pt x="2273932" y="19510"/>
                  </a:lnTo>
                  <a:lnTo>
                    <a:pt x="2275004" y="19171"/>
                  </a:lnTo>
                  <a:lnTo>
                    <a:pt x="2276075" y="18834"/>
                  </a:lnTo>
                  <a:lnTo>
                    <a:pt x="2277147" y="18501"/>
                  </a:lnTo>
                  <a:lnTo>
                    <a:pt x="2278219" y="18171"/>
                  </a:lnTo>
                  <a:lnTo>
                    <a:pt x="2279290" y="17844"/>
                  </a:lnTo>
                  <a:lnTo>
                    <a:pt x="2280362" y="17520"/>
                  </a:lnTo>
                  <a:lnTo>
                    <a:pt x="2281433" y="17199"/>
                  </a:lnTo>
                  <a:lnTo>
                    <a:pt x="2282505" y="16882"/>
                  </a:lnTo>
                  <a:lnTo>
                    <a:pt x="2283577" y="16568"/>
                  </a:lnTo>
                  <a:lnTo>
                    <a:pt x="2284648" y="16256"/>
                  </a:lnTo>
                  <a:lnTo>
                    <a:pt x="2285720" y="15948"/>
                  </a:lnTo>
                  <a:lnTo>
                    <a:pt x="2286791" y="15644"/>
                  </a:lnTo>
                  <a:lnTo>
                    <a:pt x="2287863" y="15342"/>
                  </a:lnTo>
                  <a:lnTo>
                    <a:pt x="2288935" y="15043"/>
                  </a:lnTo>
                  <a:lnTo>
                    <a:pt x="2290006" y="14748"/>
                  </a:lnTo>
                  <a:lnTo>
                    <a:pt x="2291078" y="14455"/>
                  </a:lnTo>
                  <a:lnTo>
                    <a:pt x="2292149" y="14166"/>
                  </a:lnTo>
                  <a:lnTo>
                    <a:pt x="2293221" y="13880"/>
                  </a:lnTo>
                  <a:lnTo>
                    <a:pt x="2294293" y="13597"/>
                  </a:lnTo>
                  <a:lnTo>
                    <a:pt x="2295364" y="13317"/>
                  </a:lnTo>
                  <a:lnTo>
                    <a:pt x="2296436" y="13040"/>
                  </a:lnTo>
                  <a:lnTo>
                    <a:pt x="2297507" y="12766"/>
                  </a:lnTo>
                  <a:lnTo>
                    <a:pt x="2298579" y="12495"/>
                  </a:lnTo>
                  <a:lnTo>
                    <a:pt x="2299651" y="12228"/>
                  </a:lnTo>
                  <a:lnTo>
                    <a:pt x="2300722" y="11963"/>
                  </a:lnTo>
                  <a:lnTo>
                    <a:pt x="2301794" y="11702"/>
                  </a:lnTo>
                  <a:lnTo>
                    <a:pt x="2302865" y="11443"/>
                  </a:lnTo>
                  <a:lnTo>
                    <a:pt x="2303937" y="11188"/>
                  </a:lnTo>
                  <a:lnTo>
                    <a:pt x="2305009" y="10936"/>
                  </a:lnTo>
                  <a:lnTo>
                    <a:pt x="2306080" y="10686"/>
                  </a:lnTo>
                  <a:lnTo>
                    <a:pt x="2307152" y="10440"/>
                  </a:lnTo>
                  <a:lnTo>
                    <a:pt x="2308223" y="10197"/>
                  </a:lnTo>
                  <a:lnTo>
                    <a:pt x="2309295" y="9957"/>
                  </a:lnTo>
                  <a:lnTo>
                    <a:pt x="2310366" y="9720"/>
                  </a:lnTo>
                  <a:lnTo>
                    <a:pt x="2311438" y="9485"/>
                  </a:lnTo>
                  <a:lnTo>
                    <a:pt x="2312510" y="9254"/>
                  </a:lnTo>
                  <a:lnTo>
                    <a:pt x="2313581" y="9026"/>
                  </a:lnTo>
                  <a:lnTo>
                    <a:pt x="2314653" y="8801"/>
                  </a:lnTo>
                  <a:lnTo>
                    <a:pt x="2315724" y="8579"/>
                  </a:lnTo>
                  <a:lnTo>
                    <a:pt x="2316796" y="8360"/>
                  </a:lnTo>
                  <a:lnTo>
                    <a:pt x="2317868" y="8144"/>
                  </a:lnTo>
                  <a:lnTo>
                    <a:pt x="2318939" y="7930"/>
                  </a:lnTo>
                  <a:lnTo>
                    <a:pt x="2320011" y="7720"/>
                  </a:lnTo>
                  <a:lnTo>
                    <a:pt x="2321082" y="7513"/>
                  </a:lnTo>
                  <a:lnTo>
                    <a:pt x="2322154" y="7309"/>
                  </a:lnTo>
                  <a:lnTo>
                    <a:pt x="2323226" y="7107"/>
                  </a:lnTo>
                  <a:lnTo>
                    <a:pt x="2324297" y="6909"/>
                  </a:lnTo>
                  <a:lnTo>
                    <a:pt x="2325369" y="6714"/>
                  </a:lnTo>
                  <a:lnTo>
                    <a:pt x="2326440" y="6521"/>
                  </a:lnTo>
                  <a:lnTo>
                    <a:pt x="2327512" y="6332"/>
                  </a:lnTo>
                  <a:lnTo>
                    <a:pt x="2328584" y="6145"/>
                  </a:lnTo>
                  <a:lnTo>
                    <a:pt x="2329655" y="5961"/>
                  </a:lnTo>
                  <a:lnTo>
                    <a:pt x="2330727" y="5781"/>
                  </a:lnTo>
                  <a:lnTo>
                    <a:pt x="2331798" y="5603"/>
                  </a:lnTo>
                  <a:lnTo>
                    <a:pt x="2332870" y="5428"/>
                  </a:lnTo>
                  <a:lnTo>
                    <a:pt x="2333942" y="5256"/>
                  </a:lnTo>
                  <a:lnTo>
                    <a:pt x="2335013" y="5087"/>
                  </a:lnTo>
                  <a:lnTo>
                    <a:pt x="2336085" y="4920"/>
                  </a:lnTo>
                  <a:lnTo>
                    <a:pt x="2337156" y="4757"/>
                  </a:lnTo>
                  <a:lnTo>
                    <a:pt x="2338228" y="4596"/>
                  </a:lnTo>
                  <a:lnTo>
                    <a:pt x="2339300" y="4439"/>
                  </a:lnTo>
                  <a:lnTo>
                    <a:pt x="2340371" y="4284"/>
                  </a:lnTo>
                  <a:lnTo>
                    <a:pt x="2341443" y="4132"/>
                  </a:lnTo>
                  <a:lnTo>
                    <a:pt x="2342514" y="3983"/>
                  </a:lnTo>
                  <a:lnTo>
                    <a:pt x="2343586" y="3837"/>
                  </a:lnTo>
                  <a:lnTo>
                    <a:pt x="2344658" y="3693"/>
                  </a:lnTo>
                  <a:lnTo>
                    <a:pt x="2345729" y="3553"/>
                  </a:lnTo>
                  <a:lnTo>
                    <a:pt x="2346801" y="3415"/>
                  </a:lnTo>
                  <a:lnTo>
                    <a:pt x="2347872" y="3280"/>
                  </a:lnTo>
                  <a:lnTo>
                    <a:pt x="2348944" y="3148"/>
                  </a:lnTo>
                  <a:lnTo>
                    <a:pt x="2350016" y="3019"/>
                  </a:lnTo>
                  <a:lnTo>
                    <a:pt x="2351087" y="2893"/>
                  </a:lnTo>
                  <a:lnTo>
                    <a:pt x="2352159" y="2769"/>
                  </a:lnTo>
                  <a:lnTo>
                    <a:pt x="2353230" y="2648"/>
                  </a:lnTo>
                  <a:lnTo>
                    <a:pt x="2354302" y="2530"/>
                  </a:lnTo>
                  <a:lnTo>
                    <a:pt x="2355374" y="2415"/>
                  </a:lnTo>
                  <a:lnTo>
                    <a:pt x="2356445" y="2302"/>
                  </a:lnTo>
                  <a:lnTo>
                    <a:pt x="2357517" y="2192"/>
                  </a:lnTo>
                  <a:lnTo>
                    <a:pt x="2358588" y="2085"/>
                  </a:lnTo>
                  <a:lnTo>
                    <a:pt x="2359660" y="1981"/>
                  </a:lnTo>
                  <a:lnTo>
                    <a:pt x="2360732" y="1880"/>
                  </a:lnTo>
                  <a:lnTo>
                    <a:pt x="2361803" y="1781"/>
                  </a:lnTo>
                  <a:lnTo>
                    <a:pt x="2362875" y="1685"/>
                  </a:lnTo>
                  <a:lnTo>
                    <a:pt x="2363946" y="1592"/>
                  </a:lnTo>
                  <a:lnTo>
                    <a:pt x="2365018" y="1501"/>
                  </a:lnTo>
                  <a:lnTo>
                    <a:pt x="2366090" y="1413"/>
                  </a:lnTo>
                  <a:lnTo>
                    <a:pt x="2367161" y="1328"/>
                  </a:lnTo>
                  <a:lnTo>
                    <a:pt x="2368233" y="1246"/>
                  </a:lnTo>
                  <a:lnTo>
                    <a:pt x="2369304" y="1166"/>
                  </a:lnTo>
                  <a:lnTo>
                    <a:pt x="2370376" y="1089"/>
                  </a:lnTo>
                  <a:lnTo>
                    <a:pt x="2371448" y="1015"/>
                  </a:lnTo>
                  <a:lnTo>
                    <a:pt x="2372519" y="943"/>
                  </a:lnTo>
                  <a:lnTo>
                    <a:pt x="2373591" y="874"/>
                  </a:lnTo>
                  <a:lnTo>
                    <a:pt x="2374662" y="808"/>
                  </a:lnTo>
                  <a:lnTo>
                    <a:pt x="2375734" y="744"/>
                  </a:lnTo>
                  <a:lnTo>
                    <a:pt x="2376806" y="683"/>
                  </a:lnTo>
                  <a:lnTo>
                    <a:pt x="2377877" y="625"/>
                  </a:lnTo>
                  <a:lnTo>
                    <a:pt x="2378949" y="569"/>
                  </a:lnTo>
                  <a:lnTo>
                    <a:pt x="2380020" y="516"/>
                  </a:lnTo>
                  <a:lnTo>
                    <a:pt x="2381092" y="466"/>
                  </a:lnTo>
                  <a:lnTo>
                    <a:pt x="2382164" y="418"/>
                  </a:lnTo>
                  <a:lnTo>
                    <a:pt x="2383235" y="373"/>
                  </a:lnTo>
                  <a:lnTo>
                    <a:pt x="2384307" y="331"/>
                  </a:lnTo>
                  <a:lnTo>
                    <a:pt x="2385378" y="291"/>
                  </a:lnTo>
                  <a:lnTo>
                    <a:pt x="2386450" y="253"/>
                  </a:lnTo>
                  <a:lnTo>
                    <a:pt x="2387522" y="218"/>
                  </a:lnTo>
                  <a:lnTo>
                    <a:pt x="2388593" y="186"/>
                  </a:lnTo>
                  <a:lnTo>
                    <a:pt x="2389665" y="157"/>
                  </a:lnTo>
                  <a:lnTo>
                    <a:pt x="2390736" y="130"/>
                  </a:lnTo>
                  <a:lnTo>
                    <a:pt x="2391808" y="105"/>
                  </a:lnTo>
                  <a:lnTo>
                    <a:pt x="2392880" y="83"/>
                  </a:lnTo>
                  <a:lnTo>
                    <a:pt x="2393951" y="64"/>
                  </a:lnTo>
                  <a:lnTo>
                    <a:pt x="2395023" y="47"/>
                  </a:lnTo>
                  <a:lnTo>
                    <a:pt x="2396094" y="33"/>
                  </a:lnTo>
                  <a:lnTo>
                    <a:pt x="2397166" y="21"/>
                  </a:lnTo>
                  <a:lnTo>
                    <a:pt x="2398238" y="12"/>
                  </a:lnTo>
                  <a:lnTo>
                    <a:pt x="2399309" y="5"/>
                  </a:lnTo>
                  <a:lnTo>
                    <a:pt x="2400381" y="1"/>
                  </a:lnTo>
                  <a:lnTo>
                    <a:pt x="2401452" y="0"/>
                  </a:lnTo>
                  <a:lnTo>
                    <a:pt x="2402524" y="0"/>
                  </a:lnTo>
                  <a:lnTo>
                    <a:pt x="2403596" y="4"/>
                  </a:lnTo>
                  <a:lnTo>
                    <a:pt x="2404667" y="9"/>
                  </a:lnTo>
                  <a:lnTo>
                    <a:pt x="2405739" y="18"/>
                  </a:lnTo>
                  <a:lnTo>
                    <a:pt x="2406810" y="29"/>
                  </a:lnTo>
                  <a:lnTo>
                    <a:pt x="2407882" y="42"/>
                  </a:lnTo>
                  <a:lnTo>
                    <a:pt x="2408954" y="58"/>
                  </a:lnTo>
                  <a:lnTo>
                    <a:pt x="2410025" y="76"/>
                  </a:lnTo>
                  <a:lnTo>
                    <a:pt x="2411097" y="96"/>
                  </a:lnTo>
                  <a:lnTo>
                    <a:pt x="2412168" y="119"/>
                  </a:lnTo>
                  <a:lnTo>
                    <a:pt x="2413240" y="145"/>
                  </a:lnTo>
                  <a:lnTo>
                    <a:pt x="2414312" y="173"/>
                  </a:lnTo>
                  <a:lnTo>
                    <a:pt x="2415383" y="203"/>
                  </a:lnTo>
                  <a:lnTo>
                    <a:pt x="2416455" y="236"/>
                  </a:lnTo>
                  <a:lnTo>
                    <a:pt x="2417526" y="271"/>
                  </a:lnTo>
                  <a:lnTo>
                    <a:pt x="2418598" y="308"/>
                  </a:lnTo>
                  <a:lnTo>
                    <a:pt x="2419670" y="348"/>
                  </a:lnTo>
                  <a:lnTo>
                    <a:pt x="2420741" y="391"/>
                  </a:lnTo>
                  <a:lnTo>
                    <a:pt x="2421813" y="435"/>
                  </a:lnTo>
                  <a:lnTo>
                    <a:pt x="2422884" y="482"/>
                  </a:lnTo>
                  <a:lnTo>
                    <a:pt x="2423956" y="532"/>
                  </a:lnTo>
                  <a:lnTo>
                    <a:pt x="2425028" y="584"/>
                  </a:lnTo>
                  <a:lnTo>
                    <a:pt x="2426099" y="638"/>
                  </a:lnTo>
                  <a:lnTo>
                    <a:pt x="2427171" y="694"/>
                  </a:lnTo>
                  <a:lnTo>
                    <a:pt x="2428242" y="753"/>
                  </a:lnTo>
                  <a:lnTo>
                    <a:pt x="2429314" y="814"/>
                  </a:lnTo>
                  <a:lnTo>
                    <a:pt x="2430386" y="878"/>
                  </a:lnTo>
                  <a:lnTo>
                    <a:pt x="2431457" y="943"/>
                  </a:lnTo>
                  <a:lnTo>
                    <a:pt x="2432529" y="1011"/>
                  </a:lnTo>
                  <a:lnTo>
                    <a:pt x="2433600" y="1082"/>
                  </a:lnTo>
                  <a:lnTo>
                    <a:pt x="2434672" y="1155"/>
                  </a:lnTo>
                  <a:lnTo>
                    <a:pt x="2435744" y="1230"/>
                  </a:lnTo>
                  <a:lnTo>
                    <a:pt x="2436815" y="1307"/>
                  </a:lnTo>
                  <a:lnTo>
                    <a:pt x="2437887" y="1386"/>
                  </a:lnTo>
                  <a:lnTo>
                    <a:pt x="2438958" y="1468"/>
                  </a:lnTo>
                  <a:lnTo>
                    <a:pt x="2440030" y="1552"/>
                  </a:lnTo>
                  <a:lnTo>
                    <a:pt x="2441102" y="1639"/>
                  </a:lnTo>
                  <a:lnTo>
                    <a:pt x="2442173" y="1727"/>
                  </a:lnTo>
                  <a:lnTo>
                    <a:pt x="2443245" y="1818"/>
                  </a:lnTo>
                  <a:lnTo>
                    <a:pt x="2444316" y="1911"/>
                  </a:lnTo>
                  <a:lnTo>
                    <a:pt x="2445388" y="2006"/>
                  </a:lnTo>
                  <a:lnTo>
                    <a:pt x="2446460" y="2104"/>
                  </a:lnTo>
                  <a:lnTo>
                    <a:pt x="2447531" y="2203"/>
                  </a:lnTo>
                  <a:lnTo>
                    <a:pt x="2448603" y="2305"/>
                  </a:lnTo>
                  <a:lnTo>
                    <a:pt x="2449674" y="2409"/>
                  </a:lnTo>
                  <a:lnTo>
                    <a:pt x="2450746" y="2516"/>
                  </a:lnTo>
                  <a:lnTo>
                    <a:pt x="2451818" y="2624"/>
                  </a:lnTo>
                  <a:lnTo>
                    <a:pt x="2452889" y="2735"/>
                  </a:lnTo>
                  <a:lnTo>
                    <a:pt x="2453961" y="2848"/>
                  </a:lnTo>
                  <a:lnTo>
                    <a:pt x="2455032" y="2963"/>
                  </a:lnTo>
                  <a:lnTo>
                    <a:pt x="2456104" y="3080"/>
                  </a:lnTo>
                  <a:lnTo>
                    <a:pt x="2457176" y="3199"/>
                  </a:lnTo>
                  <a:lnTo>
                    <a:pt x="2458247" y="3320"/>
                  </a:lnTo>
                  <a:lnTo>
                    <a:pt x="2459319" y="3444"/>
                  </a:lnTo>
                  <a:lnTo>
                    <a:pt x="2460390" y="3570"/>
                  </a:lnTo>
                  <a:lnTo>
                    <a:pt x="2461462" y="3697"/>
                  </a:lnTo>
                  <a:lnTo>
                    <a:pt x="2462534" y="3827"/>
                  </a:lnTo>
                  <a:lnTo>
                    <a:pt x="2463605" y="3959"/>
                  </a:lnTo>
                  <a:lnTo>
                    <a:pt x="2464677" y="4093"/>
                  </a:lnTo>
                  <a:lnTo>
                    <a:pt x="2465748" y="4230"/>
                  </a:lnTo>
                  <a:lnTo>
                    <a:pt x="2466820" y="4368"/>
                  </a:lnTo>
                  <a:lnTo>
                    <a:pt x="2467892" y="4508"/>
                  </a:lnTo>
                  <a:lnTo>
                    <a:pt x="2468963" y="4651"/>
                  </a:lnTo>
                  <a:lnTo>
                    <a:pt x="2470035" y="4795"/>
                  </a:lnTo>
                  <a:lnTo>
                    <a:pt x="2471106" y="4942"/>
                  </a:lnTo>
                  <a:lnTo>
                    <a:pt x="2472178" y="5090"/>
                  </a:lnTo>
                  <a:lnTo>
                    <a:pt x="2473250" y="5241"/>
                  </a:lnTo>
                  <a:lnTo>
                    <a:pt x="2474321" y="5394"/>
                  </a:lnTo>
                  <a:lnTo>
                    <a:pt x="2475393" y="5548"/>
                  </a:lnTo>
                  <a:lnTo>
                    <a:pt x="2476464" y="5705"/>
                  </a:lnTo>
                  <a:lnTo>
                    <a:pt x="2477536" y="5864"/>
                  </a:lnTo>
                  <a:lnTo>
                    <a:pt x="2478608" y="6024"/>
                  </a:lnTo>
                  <a:lnTo>
                    <a:pt x="2479679" y="6187"/>
                  </a:lnTo>
                  <a:lnTo>
                    <a:pt x="2480751" y="6352"/>
                  </a:lnTo>
                  <a:lnTo>
                    <a:pt x="2481822" y="6519"/>
                  </a:lnTo>
                  <a:lnTo>
                    <a:pt x="2482894" y="6687"/>
                  </a:lnTo>
                  <a:lnTo>
                    <a:pt x="2483966" y="6858"/>
                  </a:lnTo>
                  <a:lnTo>
                    <a:pt x="2485037" y="7030"/>
                  </a:lnTo>
                  <a:lnTo>
                    <a:pt x="2486109" y="7205"/>
                  </a:lnTo>
                  <a:lnTo>
                    <a:pt x="2487180" y="7382"/>
                  </a:lnTo>
                  <a:lnTo>
                    <a:pt x="2488252" y="7560"/>
                  </a:lnTo>
                  <a:lnTo>
                    <a:pt x="2489323" y="7740"/>
                  </a:lnTo>
                  <a:lnTo>
                    <a:pt x="2490395" y="7923"/>
                  </a:lnTo>
                  <a:lnTo>
                    <a:pt x="2491467" y="8107"/>
                  </a:lnTo>
                  <a:lnTo>
                    <a:pt x="2492538" y="8293"/>
                  </a:lnTo>
                  <a:lnTo>
                    <a:pt x="2493610" y="8481"/>
                  </a:lnTo>
                  <a:lnTo>
                    <a:pt x="2494681" y="8671"/>
                  </a:lnTo>
                  <a:lnTo>
                    <a:pt x="2495753" y="8863"/>
                  </a:lnTo>
                  <a:lnTo>
                    <a:pt x="2496825" y="9056"/>
                  </a:lnTo>
                  <a:lnTo>
                    <a:pt x="2497896" y="9252"/>
                  </a:lnTo>
                  <a:lnTo>
                    <a:pt x="2498968" y="9449"/>
                  </a:lnTo>
                  <a:lnTo>
                    <a:pt x="2500039" y="9649"/>
                  </a:lnTo>
                  <a:lnTo>
                    <a:pt x="2501111" y="9850"/>
                  </a:lnTo>
                  <a:lnTo>
                    <a:pt x="2502183" y="10053"/>
                  </a:lnTo>
                  <a:lnTo>
                    <a:pt x="2503254" y="10258"/>
                  </a:lnTo>
                  <a:lnTo>
                    <a:pt x="2504326" y="10464"/>
                  </a:lnTo>
                  <a:lnTo>
                    <a:pt x="2505397" y="10673"/>
                  </a:lnTo>
                  <a:lnTo>
                    <a:pt x="2506469" y="10883"/>
                  </a:lnTo>
                  <a:lnTo>
                    <a:pt x="2507541" y="11095"/>
                  </a:lnTo>
                  <a:lnTo>
                    <a:pt x="2508612" y="11309"/>
                  </a:lnTo>
                  <a:lnTo>
                    <a:pt x="2509684" y="11525"/>
                  </a:lnTo>
                  <a:lnTo>
                    <a:pt x="2510755" y="11742"/>
                  </a:lnTo>
                  <a:lnTo>
                    <a:pt x="2511827" y="11961"/>
                  </a:lnTo>
                  <a:lnTo>
                    <a:pt x="2512899" y="12182"/>
                  </a:lnTo>
                  <a:lnTo>
                    <a:pt x="2513970" y="12405"/>
                  </a:lnTo>
                  <a:lnTo>
                    <a:pt x="2515042" y="12630"/>
                  </a:lnTo>
                  <a:lnTo>
                    <a:pt x="2516113" y="12856"/>
                  </a:lnTo>
                  <a:lnTo>
                    <a:pt x="2517185" y="13084"/>
                  </a:lnTo>
                  <a:lnTo>
                    <a:pt x="2518257" y="13314"/>
                  </a:lnTo>
                  <a:lnTo>
                    <a:pt x="2519328" y="13545"/>
                  </a:lnTo>
                  <a:lnTo>
                    <a:pt x="2520400" y="13778"/>
                  </a:lnTo>
                  <a:lnTo>
                    <a:pt x="2521471" y="14013"/>
                  </a:lnTo>
                  <a:lnTo>
                    <a:pt x="2522543" y="14250"/>
                  </a:lnTo>
                  <a:lnTo>
                    <a:pt x="2523615" y="14488"/>
                  </a:lnTo>
                  <a:lnTo>
                    <a:pt x="2524686" y="14728"/>
                  </a:lnTo>
                  <a:lnTo>
                    <a:pt x="2525758" y="14970"/>
                  </a:lnTo>
                  <a:lnTo>
                    <a:pt x="2526829" y="15213"/>
                  </a:lnTo>
                  <a:lnTo>
                    <a:pt x="2527901" y="15458"/>
                  </a:lnTo>
                  <a:lnTo>
                    <a:pt x="2528973" y="15705"/>
                  </a:lnTo>
                  <a:lnTo>
                    <a:pt x="2530044" y="15953"/>
                  </a:lnTo>
                  <a:lnTo>
                    <a:pt x="2531116" y="16203"/>
                  </a:lnTo>
                  <a:lnTo>
                    <a:pt x="2532187" y="16455"/>
                  </a:lnTo>
                  <a:lnTo>
                    <a:pt x="2533259" y="16708"/>
                  </a:lnTo>
                  <a:lnTo>
                    <a:pt x="2534331" y="16963"/>
                  </a:lnTo>
                  <a:lnTo>
                    <a:pt x="2535402" y="17220"/>
                  </a:lnTo>
                  <a:lnTo>
                    <a:pt x="2536474" y="17478"/>
                  </a:lnTo>
                  <a:lnTo>
                    <a:pt x="2537545" y="17738"/>
                  </a:lnTo>
                  <a:lnTo>
                    <a:pt x="2538617" y="17999"/>
                  </a:lnTo>
                  <a:lnTo>
                    <a:pt x="2539689" y="18262"/>
                  </a:lnTo>
                  <a:lnTo>
                    <a:pt x="2540760" y="18526"/>
                  </a:lnTo>
                  <a:lnTo>
                    <a:pt x="2541832" y="18792"/>
                  </a:lnTo>
                  <a:lnTo>
                    <a:pt x="2542903" y="19060"/>
                  </a:lnTo>
                  <a:lnTo>
                    <a:pt x="2543975" y="19329"/>
                  </a:lnTo>
                  <a:lnTo>
                    <a:pt x="2545047" y="19600"/>
                  </a:lnTo>
                  <a:lnTo>
                    <a:pt x="2546118" y="19872"/>
                  </a:lnTo>
                  <a:lnTo>
                    <a:pt x="2547190" y="20146"/>
                  </a:lnTo>
                  <a:lnTo>
                    <a:pt x="2548261" y="20421"/>
                  </a:lnTo>
                  <a:lnTo>
                    <a:pt x="2549333" y="20698"/>
                  </a:lnTo>
                  <a:lnTo>
                    <a:pt x="2550405" y="20976"/>
                  </a:lnTo>
                  <a:lnTo>
                    <a:pt x="2551476" y="21256"/>
                  </a:lnTo>
                  <a:lnTo>
                    <a:pt x="2552548" y="21537"/>
                  </a:lnTo>
                  <a:lnTo>
                    <a:pt x="2553619" y="21820"/>
                  </a:lnTo>
                  <a:lnTo>
                    <a:pt x="2554691" y="22104"/>
                  </a:lnTo>
                  <a:lnTo>
                    <a:pt x="2555763" y="22390"/>
                  </a:lnTo>
                  <a:lnTo>
                    <a:pt x="2556834" y="22678"/>
                  </a:lnTo>
                  <a:lnTo>
                    <a:pt x="2557906" y="22966"/>
                  </a:lnTo>
                  <a:lnTo>
                    <a:pt x="2558977" y="23256"/>
                  </a:lnTo>
                  <a:lnTo>
                    <a:pt x="2560049" y="23548"/>
                  </a:lnTo>
                  <a:lnTo>
                    <a:pt x="2561121" y="23841"/>
                  </a:lnTo>
                  <a:lnTo>
                    <a:pt x="2562192" y="24136"/>
                  </a:lnTo>
                  <a:lnTo>
                    <a:pt x="2563264" y="24431"/>
                  </a:lnTo>
                  <a:lnTo>
                    <a:pt x="2564335" y="24729"/>
                  </a:lnTo>
                  <a:lnTo>
                    <a:pt x="2565407" y="25028"/>
                  </a:lnTo>
                  <a:lnTo>
                    <a:pt x="2566479" y="25328"/>
                  </a:lnTo>
                  <a:lnTo>
                    <a:pt x="2567550" y="25629"/>
                  </a:lnTo>
                  <a:lnTo>
                    <a:pt x="2568622" y="25932"/>
                  </a:lnTo>
                  <a:lnTo>
                    <a:pt x="2569693" y="26236"/>
                  </a:lnTo>
                  <a:lnTo>
                    <a:pt x="2570765" y="26542"/>
                  </a:lnTo>
                  <a:lnTo>
                    <a:pt x="2571837" y="26849"/>
                  </a:lnTo>
                  <a:lnTo>
                    <a:pt x="2572908" y="27157"/>
                  </a:lnTo>
                  <a:lnTo>
                    <a:pt x="2573980" y="27467"/>
                  </a:lnTo>
                  <a:lnTo>
                    <a:pt x="2575051" y="27778"/>
                  </a:lnTo>
                  <a:lnTo>
                    <a:pt x="2576123" y="28091"/>
                  </a:lnTo>
                  <a:lnTo>
                    <a:pt x="2577195" y="28404"/>
                  </a:lnTo>
                  <a:lnTo>
                    <a:pt x="2578266" y="28719"/>
                  </a:lnTo>
                  <a:lnTo>
                    <a:pt x="2579338" y="29036"/>
                  </a:lnTo>
                  <a:lnTo>
                    <a:pt x="2580409" y="29354"/>
                  </a:lnTo>
                  <a:lnTo>
                    <a:pt x="2581481" y="29672"/>
                  </a:lnTo>
                  <a:lnTo>
                    <a:pt x="2582553" y="29993"/>
                  </a:lnTo>
                  <a:lnTo>
                    <a:pt x="2583624" y="30314"/>
                  </a:lnTo>
                  <a:lnTo>
                    <a:pt x="2584696" y="30637"/>
                  </a:lnTo>
                  <a:lnTo>
                    <a:pt x="2585767" y="30961"/>
                  </a:lnTo>
                  <a:lnTo>
                    <a:pt x="2586839" y="31287"/>
                  </a:lnTo>
                  <a:lnTo>
                    <a:pt x="2587911" y="31613"/>
                  </a:lnTo>
                  <a:lnTo>
                    <a:pt x="2588982" y="31941"/>
                  </a:lnTo>
                  <a:lnTo>
                    <a:pt x="2590054" y="32270"/>
                  </a:lnTo>
                  <a:lnTo>
                    <a:pt x="2591125" y="32600"/>
                  </a:lnTo>
                  <a:lnTo>
                    <a:pt x="2592197" y="32932"/>
                  </a:lnTo>
                  <a:lnTo>
                    <a:pt x="2593269" y="33265"/>
                  </a:lnTo>
                  <a:lnTo>
                    <a:pt x="2594340" y="33599"/>
                  </a:lnTo>
                  <a:lnTo>
                    <a:pt x="2595412" y="33934"/>
                  </a:lnTo>
                  <a:lnTo>
                    <a:pt x="2596483" y="34270"/>
                  </a:lnTo>
                  <a:lnTo>
                    <a:pt x="2597555" y="34608"/>
                  </a:lnTo>
                  <a:lnTo>
                    <a:pt x="2598627" y="34947"/>
                  </a:lnTo>
                  <a:lnTo>
                    <a:pt x="2599698" y="35286"/>
                  </a:lnTo>
                  <a:lnTo>
                    <a:pt x="2600770" y="35628"/>
                  </a:lnTo>
                  <a:lnTo>
                    <a:pt x="2601841" y="35970"/>
                  </a:lnTo>
                  <a:lnTo>
                    <a:pt x="2602913" y="36313"/>
                  </a:lnTo>
                  <a:lnTo>
                    <a:pt x="2603985" y="36658"/>
                  </a:lnTo>
                  <a:lnTo>
                    <a:pt x="2605056" y="37003"/>
                  </a:lnTo>
                  <a:lnTo>
                    <a:pt x="2606128" y="37350"/>
                  </a:lnTo>
                  <a:lnTo>
                    <a:pt x="2607199" y="37698"/>
                  </a:lnTo>
                  <a:lnTo>
                    <a:pt x="2608271" y="38047"/>
                  </a:lnTo>
                  <a:lnTo>
                    <a:pt x="2609343" y="38397"/>
                  </a:lnTo>
                  <a:lnTo>
                    <a:pt x="2610414" y="38749"/>
                  </a:lnTo>
                  <a:lnTo>
                    <a:pt x="2611486" y="39101"/>
                  </a:lnTo>
                  <a:lnTo>
                    <a:pt x="2612557" y="39454"/>
                  </a:lnTo>
                  <a:lnTo>
                    <a:pt x="2613629" y="39809"/>
                  </a:lnTo>
                  <a:lnTo>
                    <a:pt x="2614701" y="40164"/>
                  </a:lnTo>
                  <a:lnTo>
                    <a:pt x="2615772" y="40521"/>
                  </a:lnTo>
                  <a:lnTo>
                    <a:pt x="2616844" y="40879"/>
                  </a:lnTo>
                  <a:lnTo>
                    <a:pt x="2617915" y="41237"/>
                  </a:lnTo>
                  <a:lnTo>
                    <a:pt x="2618987" y="41597"/>
                  </a:lnTo>
                  <a:lnTo>
                    <a:pt x="2620059" y="41958"/>
                  </a:lnTo>
                  <a:lnTo>
                    <a:pt x="2621130" y="42320"/>
                  </a:lnTo>
                  <a:lnTo>
                    <a:pt x="2622202" y="42683"/>
                  </a:lnTo>
                  <a:lnTo>
                    <a:pt x="2623273" y="43047"/>
                  </a:lnTo>
                  <a:lnTo>
                    <a:pt x="2624345" y="43411"/>
                  </a:lnTo>
                  <a:lnTo>
                    <a:pt x="2625417" y="43777"/>
                  </a:lnTo>
                  <a:lnTo>
                    <a:pt x="2626488" y="44144"/>
                  </a:lnTo>
                  <a:lnTo>
                    <a:pt x="2627560" y="44512"/>
                  </a:lnTo>
                  <a:lnTo>
                    <a:pt x="2628631" y="44881"/>
                  </a:lnTo>
                  <a:lnTo>
                    <a:pt x="2629703" y="45251"/>
                  </a:lnTo>
                  <a:lnTo>
                    <a:pt x="2630775" y="45621"/>
                  </a:lnTo>
                  <a:lnTo>
                    <a:pt x="2631846" y="45993"/>
                  </a:lnTo>
                  <a:lnTo>
                    <a:pt x="2632918" y="46366"/>
                  </a:lnTo>
                  <a:lnTo>
                    <a:pt x="2633989" y="46739"/>
                  </a:lnTo>
                  <a:lnTo>
                    <a:pt x="2635061" y="47114"/>
                  </a:lnTo>
                  <a:lnTo>
                    <a:pt x="2636133" y="47489"/>
                  </a:lnTo>
                  <a:lnTo>
                    <a:pt x="2637204" y="47866"/>
                  </a:lnTo>
                  <a:lnTo>
                    <a:pt x="2638276" y="48243"/>
                  </a:lnTo>
                  <a:lnTo>
                    <a:pt x="2639347" y="48621"/>
                  </a:lnTo>
                  <a:lnTo>
                    <a:pt x="2640419" y="49000"/>
                  </a:lnTo>
                  <a:lnTo>
                    <a:pt x="2641491" y="49380"/>
                  </a:lnTo>
                  <a:lnTo>
                    <a:pt x="2642562" y="49761"/>
                  </a:lnTo>
                  <a:lnTo>
                    <a:pt x="2643634" y="50143"/>
                  </a:lnTo>
                  <a:lnTo>
                    <a:pt x="2644705" y="50526"/>
                  </a:lnTo>
                  <a:lnTo>
                    <a:pt x="2645777" y="50909"/>
                  </a:lnTo>
                  <a:lnTo>
                    <a:pt x="2646849" y="51294"/>
                  </a:lnTo>
                  <a:lnTo>
                    <a:pt x="2647920" y="51679"/>
                  </a:lnTo>
                  <a:lnTo>
                    <a:pt x="2648992" y="52065"/>
                  </a:lnTo>
                  <a:lnTo>
                    <a:pt x="2650063" y="52452"/>
                  </a:lnTo>
                  <a:lnTo>
                    <a:pt x="2651135" y="52839"/>
                  </a:lnTo>
                  <a:lnTo>
                    <a:pt x="2652207" y="53228"/>
                  </a:lnTo>
                  <a:lnTo>
                    <a:pt x="2653278" y="53617"/>
                  </a:lnTo>
                  <a:lnTo>
                    <a:pt x="2654350" y="54007"/>
                  </a:lnTo>
                  <a:lnTo>
                    <a:pt x="2655421" y="54398"/>
                  </a:lnTo>
                  <a:lnTo>
                    <a:pt x="2656493" y="54790"/>
                  </a:lnTo>
                  <a:lnTo>
                    <a:pt x="2657565" y="55183"/>
                  </a:lnTo>
                  <a:lnTo>
                    <a:pt x="2658636" y="55576"/>
                  </a:lnTo>
                  <a:lnTo>
                    <a:pt x="2659708" y="55970"/>
                  </a:lnTo>
                  <a:lnTo>
                    <a:pt x="2660779" y="56365"/>
                  </a:lnTo>
                  <a:lnTo>
                    <a:pt x="2661851" y="56760"/>
                  </a:lnTo>
                  <a:lnTo>
                    <a:pt x="2662922" y="57157"/>
                  </a:lnTo>
                  <a:lnTo>
                    <a:pt x="2663994" y="57554"/>
                  </a:lnTo>
                  <a:lnTo>
                    <a:pt x="2665066" y="57952"/>
                  </a:lnTo>
                  <a:lnTo>
                    <a:pt x="2666137" y="58350"/>
                  </a:lnTo>
                  <a:lnTo>
                    <a:pt x="2667209" y="58750"/>
                  </a:lnTo>
                  <a:lnTo>
                    <a:pt x="2668280" y="59150"/>
                  </a:lnTo>
                  <a:lnTo>
                    <a:pt x="2669352" y="59550"/>
                  </a:lnTo>
                  <a:lnTo>
                    <a:pt x="2670424" y="59952"/>
                  </a:lnTo>
                  <a:lnTo>
                    <a:pt x="2671495" y="60354"/>
                  </a:lnTo>
                  <a:lnTo>
                    <a:pt x="2672567" y="60756"/>
                  </a:lnTo>
                  <a:lnTo>
                    <a:pt x="2673638" y="61160"/>
                  </a:lnTo>
                  <a:lnTo>
                    <a:pt x="2674710" y="61564"/>
                  </a:lnTo>
                  <a:lnTo>
                    <a:pt x="2675782" y="61969"/>
                  </a:lnTo>
                  <a:lnTo>
                    <a:pt x="2676853" y="62374"/>
                  </a:lnTo>
                  <a:lnTo>
                    <a:pt x="2677925" y="62780"/>
                  </a:lnTo>
                  <a:lnTo>
                    <a:pt x="2678996" y="63187"/>
                  </a:lnTo>
                  <a:lnTo>
                    <a:pt x="2680068" y="63595"/>
                  </a:lnTo>
                  <a:lnTo>
                    <a:pt x="2681140" y="64003"/>
                  </a:lnTo>
                  <a:lnTo>
                    <a:pt x="2682211" y="64411"/>
                  </a:lnTo>
                  <a:lnTo>
                    <a:pt x="2683283" y="64821"/>
                  </a:lnTo>
                  <a:lnTo>
                    <a:pt x="2684354" y="65231"/>
                  </a:lnTo>
                  <a:lnTo>
                    <a:pt x="2685426" y="65641"/>
                  </a:lnTo>
                  <a:lnTo>
                    <a:pt x="2686498" y="66052"/>
                  </a:lnTo>
                  <a:lnTo>
                    <a:pt x="2687569" y="66464"/>
                  </a:lnTo>
                  <a:lnTo>
                    <a:pt x="2688641" y="66876"/>
                  </a:lnTo>
                  <a:lnTo>
                    <a:pt x="2689712" y="67289"/>
                  </a:lnTo>
                  <a:lnTo>
                    <a:pt x="2690784" y="67702"/>
                  </a:lnTo>
                  <a:lnTo>
                    <a:pt x="2691856" y="68116"/>
                  </a:lnTo>
                  <a:lnTo>
                    <a:pt x="2692927" y="68531"/>
                  </a:lnTo>
                  <a:lnTo>
                    <a:pt x="2693999" y="68946"/>
                  </a:lnTo>
                  <a:lnTo>
                    <a:pt x="2695070" y="69362"/>
                  </a:lnTo>
                  <a:lnTo>
                    <a:pt x="2696142" y="69778"/>
                  </a:lnTo>
                  <a:lnTo>
                    <a:pt x="2697214" y="70195"/>
                  </a:lnTo>
                  <a:lnTo>
                    <a:pt x="2698285" y="70612"/>
                  </a:lnTo>
                  <a:lnTo>
                    <a:pt x="2699357" y="71030"/>
                  </a:lnTo>
                  <a:lnTo>
                    <a:pt x="2700428" y="71448"/>
                  </a:lnTo>
                  <a:lnTo>
                    <a:pt x="2701500" y="71867"/>
                  </a:lnTo>
                  <a:lnTo>
                    <a:pt x="2702572" y="72286"/>
                  </a:lnTo>
                  <a:lnTo>
                    <a:pt x="2703643" y="72706"/>
                  </a:lnTo>
                  <a:lnTo>
                    <a:pt x="2704715" y="73126"/>
                  </a:lnTo>
                  <a:lnTo>
                    <a:pt x="2705786" y="73547"/>
                  </a:lnTo>
                  <a:lnTo>
                    <a:pt x="2706858" y="73968"/>
                  </a:lnTo>
                  <a:lnTo>
                    <a:pt x="2707930" y="74390"/>
                  </a:lnTo>
                  <a:lnTo>
                    <a:pt x="2709001" y="74812"/>
                  </a:lnTo>
                  <a:lnTo>
                    <a:pt x="2710073" y="75234"/>
                  </a:lnTo>
                  <a:lnTo>
                    <a:pt x="2711144" y="75657"/>
                  </a:lnTo>
                  <a:lnTo>
                    <a:pt x="2712216" y="76081"/>
                  </a:lnTo>
                  <a:lnTo>
                    <a:pt x="2713288" y="76505"/>
                  </a:lnTo>
                  <a:lnTo>
                    <a:pt x="2714359" y="76929"/>
                  </a:lnTo>
                  <a:lnTo>
                    <a:pt x="2715431" y="77354"/>
                  </a:lnTo>
                  <a:lnTo>
                    <a:pt x="2716502" y="77779"/>
                  </a:lnTo>
                  <a:lnTo>
                    <a:pt x="2717574" y="78204"/>
                  </a:lnTo>
                  <a:lnTo>
                    <a:pt x="2718646" y="78630"/>
                  </a:lnTo>
                  <a:lnTo>
                    <a:pt x="2719717" y="79057"/>
                  </a:lnTo>
                  <a:lnTo>
                    <a:pt x="2720789" y="79484"/>
                  </a:lnTo>
                  <a:lnTo>
                    <a:pt x="2721860" y="79911"/>
                  </a:lnTo>
                  <a:lnTo>
                    <a:pt x="2722932" y="80338"/>
                  </a:lnTo>
                  <a:lnTo>
                    <a:pt x="2724004" y="80766"/>
                  </a:lnTo>
                  <a:lnTo>
                    <a:pt x="2725075" y="81194"/>
                  </a:lnTo>
                  <a:lnTo>
                    <a:pt x="2726147" y="81623"/>
                  </a:lnTo>
                  <a:lnTo>
                    <a:pt x="2727218" y="82052"/>
                  </a:lnTo>
                  <a:lnTo>
                    <a:pt x="2728290" y="82481"/>
                  </a:lnTo>
                  <a:lnTo>
                    <a:pt x="2729362" y="82911"/>
                  </a:lnTo>
                  <a:lnTo>
                    <a:pt x="2730433" y="83341"/>
                  </a:lnTo>
                  <a:lnTo>
                    <a:pt x="2731505" y="83771"/>
                  </a:lnTo>
                  <a:lnTo>
                    <a:pt x="2732576" y="84201"/>
                  </a:lnTo>
                  <a:lnTo>
                    <a:pt x="2733648" y="84632"/>
                  </a:lnTo>
                  <a:lnTo>
                    <a:pt x="2734720" y="85064"/>
                  </a:lnTo>
                  <a:lnTo>
                    <a:pt x="2735791" y="85495"/>
                  </a:lnTo>
                  <a:lnTo>
                    <a:pt x="2736863" y="85927"/>
                  </a:lnTo>
                  <a:lnTo>
                    <a:pt x="2737934" y="86359"/>
                  </a:lnTo>
                  <a:lnTo>
                    <a:pt x="2739006" y="86791"/>
                  </a:lnTo>
                  <a:lnTo>
                    <a:pt x="2740078" y="87224"/>
                  </a:lnTo>
                  <a:lnTo>
                    <a:pt x="2741149" y="87657"/>
                  </a:lnTo>
                  <a:lnTo>
                    <a:pt x="2742221" y="88090"/>
                  </a:lnTo>
                  <a:lnTo>
                    <a:pt x="2743292" y="88523"/>
                  </a:lnTo>
                  <a:lnTo>
                    <a:pt x="2744364" y="88957"/>
                  </a:lnTo>
                  <a:lnTo>
                    <a:pt x="2745436" y="89391"/>
                  </a:lnTo>
                  <a:lnTo>
                    <a:pt x="2746507" y="89825"/>
                  </a:lnTo>
                  <a:lnTo>
                    <a:pt x="2747579" y="90259"/>
                  </a:lnTo>
                  <a:lnTo>
                    <a:pt x="2748650" y="90694"/>
                  </a:lnTo>
                  <a:lnTo>
                    <a:pt x="2749722" y="91129"/>
                  </a:lnTo>
                  <a:lnTo>
                    <a:pt x="2750794" y="91564"/>
                  </a:lnTo>
                  <a:lnTo>
                    <a:pt x="2751865" y="91999"/>
                  </a:lnTo>
                  <a:lnTo>
                    <a:pt x="2752937" y="92434"/>
                  </a:lnTo>
                  <a:lnTo>
                    <a:pt x="2754008" y="92870"/>
                  </a:lnTo>
                  <a:lnTo>
                    <a:pt x="2755080" y="93306"/>
                  </a:lnTo>
                  <a:lnTo>
                    <a:pt x="2756152" y="93742"/>
                  </a:lnTo>
                  <a:lnTo>
                    <a:pt x="2757223" y="94178"/>
                  </a:lnTo>
                  <a:lnTo>
                    <a:pt x="2758295" y="94614"/>
                  </a:lnTo>
                  <a:lnTo>
                    <a:pt x="2759366" y="95051"/>
                  </a:lnTo>
                  <a:lnTo>
                    <a:pt x="2760438" y="95487"/>
                  </a:lnTo>
                  <a:lnTo>
                    <a:pt x="2761510" y="95924"/>
                  </a:lnTo>
                  <a:lnTo>
                    <a:pt x="2762581" y="96361"/>
                  </a:lnTo>
                  <a:lnTo>
                    <a:pt x="2763653" y="96798"/>
                  </a:lnTo>
                  <a:lnTo>
                    <a:pt x="2764724" y="97235"/>
                  </a:lnTo>
                  <a:lnTo>
                    <a:pt x="2765796" y="97673"/>
                  </a:lnTo>
                  <a:lnTo>
                    <a:pt x="2766868" y="98110"/>
                  </a:lnTo>
                  <a:lnTo>
                    <a:pt x="2767939" y="98548"/>
                  </a:lnTo>
                  <a:lnTo>
                    <a:pt x="2769011" y="98986"/>
                  </a:lnTo>
                  <a:lnTo>
                    <a:pt x="2770082" y="99423"/>
                  </a:lnTo>
                  <a:lnTo>
                    <a:pt x="2771154" y="99861"/>
                  </a:lnTo>
                  <a:lnTo>
                    <a:pt x="2772226" y="100299"/>
                  </a:lnTo>
                  <a:lnTo>
                    <a:pt x="2773297" y="100737"/>
                  </a:lnTo>
                  <a:lnTo>
                    <a:pt x="2774369" y="101175"/>
                  </a:lnTo>
                  <a:lnTo>
                    <a:pt x="2775440" y="101614"/>
                  </a:lnTo>
                  <a:lnTo>
                    <a:pt x="2776512" y="102052"/>
                  </a:lnTo>
                  <a:lnTo>
                    <a:pt x="2777584" y="102490"/>
                  </a:lnTo>
                  <a:lnTo>
                    <a:pt x="2778655" y="102929"/>
                  </a:lnTo>
                  <a:lnTo>
                    <a:pt x="2779727" y="103367"/>
                  </a:lnTo>
                  <a:lnTo>
                    <a:pt x="2780798" y="103806"/>
                  </a:lnTo>
                  <a:lnTo>
                    <a:pt x="2781870" y="104244"/>
                  </a:lnTo>
                  <a:lnTo>
                    <a:pt x="2782942" y="104683"/>
                  </a:lnTo>
                  <a:lnTo>
                    <a:pt x="2784013" y="105121"/>
                  </a:lnTo>
                  <a:lnTo>
                    <a:pt x="2785085" y="105560"/>
                  </a:lnTo>
                  <a:lnTo>
                    <a:pt x="2786156" y="105999"/>
                  </a:lnTo>
                  <a:lnTo>
                    <a:pt x="2787228" y="106437"/>
                  </a:lnTo>
                  <a:lnTo>
                    <a:pt x="2788300" y="106876"/>
                  </a:lnTo>
                  <a:lnTo>
                    <a:pt x="2789371" y="107315"/>
                  </a:lnTo>
                  <a:lnTo>
                    <a:pt x="2790443" y="107753"/>
                  </a:lnTo>
                  <a:lnTo>
                    <a:pt x="2791514" y="108192"/>
                  </a:lnTo>
                  <a:lnTo>
                    <a:pt x="2792586" y="108631"/>
                  </a:lnTo>
                  <a:lnTo>
                    <a:pt x="2793658" y="109069"/>
                  </a:lnTo>
                  <a:lnTo>
                    <a:pt x="2794729" y="109508"/>
                  </a:lnTo>
                  <a:lnTo>
                    <a:pt x="2795801" y="109946"/>
                  </a:lnTo>
                  <a:lnTo>
                    <a:pt x="2796872" y="110385"/>
                  </a:lnTo>
                  <a:lnTo>
                    <a:pt x="2797944" y="110823"/>
                  </a:lnTo>
                  <a:lnTo>
                    <a:pt x="2799016" y="111262"/>
                  </a:lnTo>
                  <a:lnTo>
                    <a:pt x="2800087" y="111700"/>
                  </a:lnTo>
                  <a:lnTo>
                    <a:pt x="2801159" y="112139"/>
                  </a:lnTo>
                  <a:lnTo>
                    <a:pt x="2802230" y="112577"/>
                  </a:lnTo>
                  <a:lnTo>
                    <a:pt x="2803302" y="113015"/>
                  </a:lnTo>
                  <a:lnTo>
                    <a:pt x="2804374" y="113453"/>
                  </a:lnTo>
                  <a:lnTo>
                    <a:pt x="2805445" y="113891"/>
                  </a:lnTo>
                  <a:lnTo>
                    <a:pt x="2806517" y="114329"/>
                  </a:lnTo>
                  <a:lnTo>
                    <a:pt x="2807588" y="114767"/>
                  </a:lnTo>
                  <a:lnTo>
                    <a:pt x="2808660" y="115205"/>
                  </a:lnTo>
                  <a:lnTo>
                    <a:pt x="2809732" y="115642"/>
                  </a:lnTo>
                  <a:lnTo>
                    <a:pt x="2810803" y="116080"/>
                  </a:lnTo>
                  <a:lnTo>
                    <a:pt x="2811875" y="116517"/>
                  </a:lnTo>
                  <a:lnTo>
                    <a:pt x="2812946" y="116955"/>
                  </a:lnTo>
                  <a:lnTo>
                    <a:pt x="2814018" y="117392"/>
                  </a:lnTo>
                  <a:lnTo>
                    <a:pt x="2815090" y="117829"/>
                  </a:lnTo>
                  <a:lnTo>
                    <a:pt x="2816161" y="118266"/>
                  </a:lnTo>
                  <a:lnTo>
                    <a:pt x="2817233" y="118702"/>
                  </a:lnTo>
                  <a:lnTo>
                    <a:pt x="2818304" y="119139"/>
                  </a:lnTo>
                  <a:lnTo>
                    <a:pt x="2819376" y="119576"/>
                  </a:lnTo>
                  <a:lnTo>
                    <a:pt x="2820448" y="120012"/>
                  </a:lnTo>
                  <a:lnTo>
                    <a:pt x="2821519" y="120448"/>
                  </a:lnTo>
                  <a:lnTo>
                    <a:pt x="2822591" y="120884"/>
                  </a:lnTo>
                  <a:lnTo>
                    <a:pt x="2823662" y="121320"/>
                  </a:lnTo>
                  <a:lnTo>
                    <a:pt x="2824734" y="121756"/>
                  </a:lnTo>
                  <a:lnTo>
                    <a:pt x="2825806" y="122191"/>
                  </a:lnTo>
                  <a:lnTo>
                    <a:pt x="2826877" y="122626"/>
                  </a:lnTo>
                  <a:lnTo>
                    <a:pt x="2827949" y="123061"/>
                  </a:lnTo>
                  <a:lnTo>
                    <a:pt x="2829020" y="123496"/>
                  </a:lnTo>
                  <a:lnTo>
                    <a:pt x="2830092" y="123931"/>
                  </a:lnTo>
                  <a:lnTo>
                    <a:pt x="2831164" y="124366"/>
                  </a:lnTo>
                  <a:lnTo>
                    <a:pt x="2832235" y="124800"/>
                  </a:lnTo>
                  <a:lnTo>
                    <a:pt x="2833307" y="125234"/>
                  </a:lnTo>
                  <a:lnTo>
                    <a:pt x="2834378" y="125668"/>
                  </a:lnTo>
                  <a:lnTo>
                    <a:pt x="2835450" y="126101"/>
                  </a:lnTo>
                  <a:lnTo>
                    <a:pt x="2836522" y="126535"/>
                  </a:lnTo>
                  <a:lnTo>
                    <a:pt x="2837593" y="126968"/>
                  </a:lnTo>
                  <a:lnTo>
                    <a:pt x="2838665" y="127401"/>
                  </a:lnTo>
                  <a:lnTo>
                    <a:pt x="2839736" y="127833"/>
                  </a:lnTo>
                  <a:lnTo>
                    <a:pt x="2840808" y="128266"/>
                  </a:lnTo>
                  <a:lnTo>
                    <a:pt x="2841879" y="128698"/>
                  </a:lnTo>
                  <a:lnTo>
                    <a:pt x="2842951" y="129130"/>
                  </a:lnTo>
                  <a:lnTo>
                    <a:pt x="2844023" y="129562"/>
                  </a:lnTo>
                  <a:lnTo>
                    <a:pt x="2845094" y="129993"/>
                  </a:lnTo>
                  <a:lnTo>
                    <a:pt x="2846166" y="130424"/>
                  </a:lnTo>
                  <a:lnTo>
                    <a:pt x="2847237" y="130855"/>
                  </a:lnTo>
                  <a:lnTo>
                    <a:pt x="2848309" y="131286"/>
                  </a:lnTo>
                  <a:lnTo>
                    <a:pt x="2849381" y="131716"/>
                  </a:lnTo>
                  <a:lnTo>
                    <a:pt x="2850452" y="132146"/>
                  </a:lnTo>
                  <a:lnTo>
                    <a:pt x="2851524" y="132575"/>
                  </a:lnTo>
                  <a:lnTo>
                    <a:pt x="2852595" y="133005"/>
                  </a:lnTo>
                  <a:lnTo>
                    <a:pt x="2853667" y="133434"/>
                  </a:lnTo>
                  <a:lnTo>
                    <a:pt x="2854739" y="133863"/>
                  </a:lnTo>
                  <a:lnTo>
                    <a:pt x="2855810" y="134291"/>
                  </a:lnTo>
                  <a:lnTo>
                    <a:pt x="2856882" y="134719"/>
                  </a:lnTo>
                  <a:lnTo>
                    <a:pt x="2857953" y="135147"/>
                  </a:lnTo>
                  <a:lnTo>
                    <a:pt x="2859025" y="135574"/>
                  </a:lnTo>
                  <a:lnTo>
                    <a:pt x="2860097" y="136001"/>
                  </a:lnTo>
                  <a:lnTo>
                    <a:pt x="2861168" y="136428"/>
                  </a:lnTo>
                  <a:lnTo>
                    <a:pt x="2862240" y="136855"/>
                  </a:lnTo>
                  <a:lnTo>
                    <a:pt x="2863311" y="137281"/>
                  </a:lnTo>
                  <a:lnTo>
                    <a:pt x="2864383" y="137707"/>
                  </a:lnTo>
                  <a:lnTo>
                    <a:pt x="2865455" y="138132"/>
                  </a:lnTo>
                  <a:lnTo>
                    <a:pt x="2866526" y="138557"/>
                  </a:lnTo>
                  <a:lnTo>
                    <a:pt x="2867598" y="138982"/>
                  </a:lnTo>
                  <a:lnTo>
                    <a:pt x="2868669" y="139406"/>
                  </a:lnTo>
                  <a:lnTo>
                    <a:pt x="2869741" y="139830"/>
                  </a:lnTo>
                  <a:lnTo>
                    <a:pt x="2870813" y="140253"/>
                  </a:lnTo>
                  <a:lnTo>
                    <a:pt x="2871884" y="140677"/>
                  </a:lnTo>
                  <a:lnTo>
                    <a:pt x="2872956" y="141099"/>
                  </a:lnTo>
                  <a:lnTo>
                    <a:pt x="2874027" y="141522"/>
                  </a:lnTo>
                  <a:lnTo>
                    <a:pt x="2875099" y="141944"/>
                  </a:lnTo>
                  <a:lnTo>
                    <a:pt x="2876171" y="142365"/>
                  </a:lnTo>
                  <a:lnTo>
                    <a:pt x="2877242" y="142787"/>
                  </a:lnTo>
                  <a:lnTo>
                    <a:pt x="2878314" y="143207"/>
                  </a:lnTo>
                  <a:lnTo>
                    <a:pt x="2879385" y="143628"/>
                  </a:lnTo>
                  <a:lnTo>
                    <a:pt x="2880457" y="144048"/>
                  </a:lnTo>
                  <a:lnTo>
                    <a:pt x="2881529" y="144467"/>
                  </a:lnTo>
                  <a:lnTo>
                    <a:pt x="2882600" y="144886"/>
                  </a:lnTo>
                  <a:lnTo>
                    <a:pt x="2883672" y="145305"/>
                  </a:lnTo>
                  <a:lnTo>
                    <a:pt x="2884743" y="145723"/>
                  </a:lnTo>
                  <a:lnTo>
                    <a:pt x="2885815" y="146141"/>
                  </a:lnTo>
                  <a:lnTo>
                    <a:pt x="2886887" y="146558"/>
                  </a:lnTo>
                  <a:lnTo>
                    <a:pt x="2887958" y="146975"/>
                  </a:lnTo>
                  <a:lnTo>
                    <a:pt x="2889030" y="147392"/>
                  </a:lnTo>
                  <a:lnTo>
                    <a:pt x="2890101" y="147808"/>
                  </a:lnTo>
                  <a:lnTo>
                    <a:pt x="2891173" y="148223"/>
                  </a:lnTo>
                  <a:lnTo>
                    <a:pt x="2892245" y="148638"/>
                  </a:lnTo>
                  <a:lnTo>
                    <a:pt x="2893316" y="149053"/>
                  </a:lnTo>
                  <a:lnTo>
                    <a:pt x="2894388" y="149467"/>
                  </a:lnTo>
                  <a:lnTo>
                    <a:pt x="2895459" y="149881"/>
                  </a:lnTo>
                  <a:lnTo>
                    <a:pt x="2896531" y="150294"/>
                  </a:lnTo>
                  <a:lnTo>
                    <a:pt x="2897603" y="150707"/>
                  </a:lnTo>
                  <a:lnTo>
                    <a:pt x="2898674" y="151119"/>
                  </a:lnTo>
                  <a:lnTo>
                    <a:pt x="2899746" y="151531"/>
                  </a:lnTo>
                  <a:lnTo>
                    <a:pt x="2900817" y="151942"/>
                  </a:lnTo>
                  <a:lnTo>
                    <a:pt x="2901889" y="152353"/>
                  </a:lnTo>
                  <a:lnTo>
                    <a:pt x="2902961" y="152763"/>
                  </a:lnTo>
                  <a:lnTo>
                    <a:pt x="2904032" y="153173"/>
                  </a:lnTo>
                  <a:lnTo>
                    <a:pt x="2905104" y="153582"/>
                  </a:lnTo>
                  <a:lnTo>
                    <a:pt x="2906175" y="153991"/>
                  </a:lnTo>
                  <a:lnTo>
                    <a:pt x="2907247" y="154399"/>
                  </a:lnTo>
                  <a:lnTo>
                    <a:pt x="2908319" y="154807"/>
                  </a:lnTo>
                  <a:lnTo>
                    <a:pt x="2909390" y="155214"/>
                  </a:lnTo>
                  <a:lnTo>
                    <a:pt x="2910462" y="155621"/>
                  </a:lnTo>
                  <a:lnTo>
                    <a:pt x="2911533" y="156027"/>
                  </a:lnTo>
                  <a:lnTo>
                    <a:pt x="2912605" y="156432"/>
                  </a:lnTo>
                  <a:lnTo>
                    <a:pt x="2913677" y="156837"/>
                  </a:lnTo>
                  <a:lnTo>
                    <a:pt x="2914748" y="157242"/>
                  </a:lnTo>
                  <a:lnTo>
                    <a:pt x="2915820" y="157646"/>
                  </a:lnTo>
                  <a:lnTo>
                    <a:pt x="2916891" y="158049"/>
                  </a:lnTo>
                  <a:lnTo>
                    <a:pt x="2917963" y="158452"/>
                  </a:lnTo>
                  <a:lnTo>
                    <a:pt x="2919035" y="158855"/>
                  </a:lnTo>
                  <a:lnTo>
                    <a:pt x="2920106" y="159256"/>
                  </a:lnTo>
                  <a:lnTo>
                    <a:pt x="2921178" y="159658"/>
                  </a:lnTo>
                  <a:lnTo>
                    <a:pt x="2922249" y="160058"/>
                  </a:lnTo>
                  <a:lnTo>
                    <a:pt x="2923321" y="160458"/>
                  </a:lnTo>
                  <a:lnTo>
                    <a:pt x="2924393" y="160858"/>
                  </a:lnTo>
                  <a:lnTo>
                    <a:pt x="2925464" y="161257"/>
                  </a:lnTo>
                  <a:lnTo>
                    <a:pt x="2926536" y="161655"/>
                  </a:lnTo>
                  <a:lnTo>
                    <a:pt x="2927607" y="162053"/>
                  </a:lnTo>
                  <a:lnTo>
                    <a:pt x="2928679" y="162450"/>
                  </a:lnTo>
                  <a:lnTo>
                    <a:pt x="2929751" y="162846"/>
                  </a:lnTo>
                  <a:lnTo>
                    <a:pt x="2930822" y="163242"/>
                  </a:lnTo>
                  <a:lnTo>
                    <a:pt x="2931894" y="163638"/>
                  </a:lnTo>
                  <a:lnTo>
                    <a:pt x="2932965" y="164033"/>
                  </a:lnTo>
                  <a:lnTo>
                    <a:pt x="2934037" y="164427"/>
                  </a:lnTo>
                  <a:lnTo>
                    <a:pt x="2935109" y="164820"/>
                  </a:lnTo>
                  <a:lnTo>
                    <a:pt x="2936180" y="165213"/>
                  </a:lnTo>
                  <a:lnTo>
                    <a:pt x="2937252" y="165606"/>
                  </a:lnTo>
                  <a:lnTo>
                    <a:pt x="2938323" y="165997"/>
                  </a:lnTo>
                  <a:lnTo>
                    <a:pt x="2939395" y="166388"/>
                  </a:lnTo>
                  <a:lnTo>
                    <a:pt x="2940467" y="166779"/>
                  </a:lnTo>
                  <a:lnTo>
                    <a:pt x="2941538" y="167169"/>
                  </a:lnTo>
                  <a:lnTo>
                    <a:pt x="2942610" y="167558"/>
                  </a:lnTo>
                  <a:lnTo>
                    <a:pt x="2943681" y="167947"/>
                  </a:lnTo>
                  <a:lnTo>
                    <a:pt x="2944753" y="168335"/>
                  </a:lnTo>
                  <a:lnTo>
                    <a:pt x="2945825" y="168722"/>
                  </a:lnTo>
                  <a:lnTo>
                    <a:pt x="2946896" y="169109"/>
                  </a:lnTo>
                  <a:lnTo>
                    <a:pt x="2947968" y="169495"/>
                  </a:lnTo>
                  <a:lnTo>
                    <a:pt x="2949039" y="169880"/>
                  </a:lnTo>
                  <a:lnTo>
                    <a:pt x="2950111" y="170265"/>
                  </a:lnTo>
                  <a:lnTo>
                    <a:pt x="2951183" y="170649"/>
                  </a:lnTo>
                  <a:lnTo>
                    <a:pt x="2952254" y="171032"/>
                  </a:lnTo>
                  <a:lnTo>
                    <a:pt x="2953326" y="171415"/>
                  </a:lnTo>
                  <a:lnTo>
                    <a:pt x="2954397" y="171797"/>
                  </a:lnTo>
                  <a:lnTo>
                    <a:pt x="2955469" y="172179"/>
                  </a:lnTo>
                  <a:lnTo>
                    <a:pt x="2956541" y="172559"/>
                  </a:lnTo>
                  <a:lnTo>
                    <a:pt x="2957612" y="172939"/>
                  </a:lnTo>
                  <a:lnTo>
                    <a:pt x="2958684" y="173319"/>
                  </a:lnTo>
                  <a:lnTo>
                    <a:pt x="2959755" y="173698"/>
                  </a:lnTo>
                  <a:lnTo>
                    <a:pt x="2960827" y="174076"/>
                  </a:lnTo>
                  <a:lnTo>
                    <a:pt x="2961899" y="174453"/>
                  </a:lnTo>
                  <a:lnTo>
                    <a:pt x="2962970" y="174830"/>
                  </a:lnTo>
                  <a:lnTo>
                    <a:pt x="2964042" y="175206"/>
                  </a:lnTo>
                  <a:lnTo>
                    <a:pt x="2965113" y="175581"/>
                  </a:lnTo>
                  <a:lnTo>
                    <a:pt x="2966185" y="175956"/>
                  </a:lnTo>
                  <a:lnTo>
                    <a:pt x="2967257" y="176330"/>
                  </a:lnTo>
                  <a:lnTo>
                    <a:pt x="2968328" y="176703"/>
                  </a:lnTo>
                  <a:lnTo>
                    <a:pt x="2969400" y="177075"/>
                  </a:lnTo>
                  <a:lnTo>
                    <a:pt x="2970471" y="177447"/>
                  </a:lnTo>
                  <a:lnTo>
                    <a:pt x="2971543" y="177818"/>
                  </a:lnTo>
                  <a:lnTo>
                    <a:pt x="2972615" y="178189"/>
                  </a:lnTo>
                  <a:lnTo>
                    <a:pt x="2973686" y="178558"/>
                  </a:lnTo>
                  <a:lnTo>
                    <a:pt x="2974758" y="178927"/>
                  </a:lnTo>
                  <a:lnTo>
                    <a:pt x="2975829" y="179296"/>
                  </a:lnTo>
                  <a:lnTo>
                    <a:pt x="2976901" y="179663"/>
                  </a:lnTo>
                  <a:lnTo>
                    <a:pt x="2977973" y="180030"/>
                  </a:lnTo>
                  <a:lnTo>
                    <a:pt x="2979044" y="180396"/>
                  </a:lnTo>
                  <a:lnTo>
                    <a:pt x="2980116" y="180761"/>
                  </a:lnTo>
                  <a:lnTo>
                    <a:pt x="2981187" y="181126"/>
                  </a:lnTo>
                  <a:lnTo>
                    <a:pt x="2982259" y="181490"/>
                  </a:lnTo>
                  <a:lnTo>
                    <a:pt x="2983331" y="181853"/>
                  </a:lnTo>
                  <a:lnTo>
                    <a:pt x="2984402" y="182215"/>
                  </a:lnTo>
                  <a:lnTo>
                    <a:pt x="2985474" y="182577"/>
                  </a:lnTo>
                  <a:lnTo>
                    <a:pt x="2986545" y="182938"/>
                  </a:lnTo>
                  <a:lnTo>
                    <a:pt x="2987617" y="183298"/>
                  </a:lnTo>
                  <a:lnTo>
                    <a:pt x="2988689" y="183658"/>
                  </a:lnTo>
                  <a:lnTo>
                    <a:pt x="2989760" y="184016"/>
                  </a:lnTo>
                  <a:lnTo>
                    <a:pt x="2990832" y="184374"/>
                  </a:lnTo>
                  <a:lnTo>
                    <a:pt x="2991903" y="184731"/>
                  </a:lnTo>
                  <a:lnTo>
                    <a:pt x="2992975" y="185088"/>
                  </a:lnTo>
                  <a:lnTo>
                    <a:pt x="2994047" y="185443"/>
                  </a:lnTo>
                  <a:lnTo>
                    <a:pt x="2995118" y="185798"/>
                  </a:lnTo>
                  <a:lnTo>
                    <a:pt x="2996190" y="186152"/>
                  </a:lnTo>
                  <a:lnTo>
                    <a:pt x="2997261" y="186506"/>
                  </a:lnTo>
                  <a:lnTo>
                    <a:pt x="2998333" y="186858"/>
                  </a:lnTo>
                  <a:lnTo>
                    <a:pt x="2999405" y="187210"/>
                  </a:lnTo>
                  <a:lnTo>
                    <a:pt x="3000476" y="187561"/>
                  </a:lnTo>
                  <a:lnTo>
                    <a:pt x="3001548" y="187911"/>
                  </a:lnTo>
                  <a:lnTo>
                    <a:pt x="3002619" y="188261"/>
                  </a:lnTo>
                  <a:lnTo>
                    <a:pt x="3003691" y="188610"/>
                  </a:lnTo>
                  <a:lnTo>
                    <a:pt x="3004763" y="188958"/>
                  </a:lnTo>
                  <a:lnTo>
                    <a:pt x="3005834" y="189305"/>
                  </a:lnTo>
                  <a:lnTo>
                    <a:pt x="3006906" y="189651"/>
                  </a:lnTo>
                  <a:lnTo>
                    <a:pt x="3007977" y="189997"/>
                  </a:lnTo>
                  <a:lnTo>
                    <a:pt x="3009049" y="190341"/>
                  </a:lnTo>
                  <a:lnTo>
                    <a:pt x="3010121" y="190685"/>
                  </a:lnTo>
                  <a:lnTo>
                    <a:pt x="3011192" y="191028"/>
                  </a:lnTo>
                  <a:lnTo>
                    <a:pt x="3012264" y="191371"/>
                  </a:lnTo>
                  <a:lnTo>
                    <a:pt x="3013335" y="191712"/>
                  </a:lnTo>
                  <a:lnTo>
                    <a:pt x="3014407" y="192053"/>
                  </a:lnTo>
                  <a:lnTo>
                    <a:pt x="3015479" y="192393"/>
                  </a:lnTo>
                  <a:lnTo>
                    <a:pt x="3016550" y="192732"/>
                  </a:lnTo>
                  <a:lnTo>
                    <a:pt x="3017622" y="193071"/>
                  </a:lnTo>
                  <a:lnTo>
                    <a:pt x="3018693" y="193408"/>
                  </a:lnTo>
                  <a:lnTo>
                    <a:pt x="3019765" y="193745"/>
                  </a:lnTo>
                  <a:lnTo>
                    <a:pt x="3020836" y="194081"/>
                  </a:lnTo>
                  <a:lnTo>
                    <a:pt x="3021908" y="194416"/>
                  </a:lnTo>
                  <a:lnTo>
                    <a:pt x="3022980" y="194750"/>
                  </a:lnTo>
                  <a:lnTo>
                    <a:pt x="3024051" y="195084"/>
                  </a:lnTo>
                  <a:lnTo>
                    <a:pt x="3025123" y="195416"/>
                  </a:lnTo>
                  <a:lnTo>
                    <a:pt x="3026194" y="195748"/>
                  </a:lnTo>
                  <a:lnTo>
                    <a:pt x="3027266" y="196079"/>
                  </a:lnTo>
                  <a:lnTo>
                    <a:pt x="3028338" y="196410"/>
                  </a:lnTo>
                  <a:lnTo>
                    <a:pt x="3029409" y="196739"/>
                  </a:lnTo>
                  <a:lnTo>
                    <a:pt x="3030481" y="197068"/>
                  </a:lnTo>
                  <a:lnTo>
                    <a:pt x="3031552" y="197396"/>
                  </a:lnTo>
                  <a:lnTo>
                    <a:pt x="3032624" y="197723"/>
                  </a:lnTo>
                  <a:lnTo>
                    <a:pt x="3033696" y="198049"/>
                  </a:lnTo>
                  <a:lnTo>
                    <a:pt x="3034767" y="198375"/>
                  </a:lnTo>
                  <a:lnTo>
                    <a:pt x="3035839" y="198700"/>
                  </a:lnTo>
                  <a:lnTo>
                    <a:pt x="3036910" y="199024"/>
                  </a:lnTo>
                  <a:lnTo>
                    <a:pt x="3037982" y="199347"/>
                  </a:lnTo>
                  <a:lnTo>
                    <a:pt x="3039054" y="199669"/>
                  </a:lnTo>
                  <a:lnTo>
                    <a:pt x="3040125" y="199991"/>
                  </a:lnTo>
                  <a:lnTo>
                    <a:pt x="3041197" y="200312"/>
                  </a:lnTo>
                  <a:lnTo>
                    <a:pt x="3042268" y="200632"/>
                  </a:lnTo>
                  <a:lnTo>
                    <a:pt x="3043340" y="200951"/>
                  </a:lnTo>
                  <a:lnTo>
                    <a:pt x="3044412" y="201270"/>
                  </a:lnTo>
                  <a:lnTo>
                    <a:pt x="3045483" y="201588"/>
                  </a:lnTo>
                  <a:lnTo>
                    <a:pt x="3046555" y="201905"/>
                  </a:lnTo>
                  <a:lnTo>
                    <a:pt x="3047626" y="202221"/>
                  </a:lnTo>
                  <a:lnTo>
                    <a:pt x="3048698" y="202536"/>
                  </a:lnTo>
                  <a:lnTo>
                    <a:pt x="3049770" y="202851"/>
                  </a:lnTo>
                  <a:lnTo>
                    <a:pt x="3050841" y="203165"/>
                  </a:lnTo>
                  <a:lnTo>
                    <a:pt x="3051913" y="203478"/>
                  </a:lnTo>
                  <a:lnTo>
                    <a:pt x="3052984" y="203790"/>
                  </a:lnTo>
                  <a:lnTo>
                    <a:pt x="3054056" y="204102"/>
                  </a:lnTo>
                  <a:lnTo>
                    <a:pt x="3055128" y="204412"/>
                  </a:lnTo>
                  <a:lnTo>
                    <a:pt x="3056199" y="204723"/>
                  </a:lnTo>
                  <a:lnTo>
                    <a:pt x="3057271" y="205032"/>
                  </a:lnTo>
                  <a:lnTo>
                    <a:pt x="3058342" y="205340"/>
                  </a:lnTo>
                  <a:lnTo>
                    <a:pt x="3059414" y="205648"/>
                  </a:lnTo>
                  <a:lnTo>
                    <a:pt x="3060486" y="205955"/>
                  </a:lnTo>
                  <a:lnTo>
                    <a:pt x="3061557" y="206261"/>
                  </a:lnTo>
                  <a:lnTo>
                    <a:pt x="3062629" y="206567"/>
                  </a:lnTo>
                  <a:lnTo>
                    <a:pt x="3063700" y="206871"/>
                  </a:lnTo>
                  <a:lnTo>
                    <a:pt x="3064772" y="207175"/>
                  </a:lnTo>
                  <a:lnTo>
                    <a:pt x="3065844" y="207479"/>
                  </a:lnTo>
                  <a:lnTo>
                    <a:pt x="3066915" y="207781"/>
                  </a:lnTo>
                  <a:lnTo>
                    <a:pt x="3067987" y="208083"/>
                  </a:lnTo>
                  <a:lnTo>
                    <a:pt x="3069058" y="208384"/>
                  </a:lnTo>
                  <a:lnTo>
                    <a:pt x="3070130" y="208684"/>
                  </a:lnTo>
                  <a:lnTo>
                    <a:pt x="3071202" y="208983"/>
                  </a:lnTo>
                  <a:lnTo>
                    <a:pt x="3072273" y="209282"/>
                  </a:lnTo>
                  <a:lnTo>
                    <a:pt x="3073345" y="209580"/>
                  </a:lnTo>
                  <a:lnTo>
                    <a:pt x="3074416" y="209877"/>
                  </a:lnTo>
                  <a:lnTo>
                    <a:pt x="3075488" y="210174"/>
                  </a:lnTo>
                  <a:lnTo>
                    <a:pt x="3076560" y="210469"/>
                  </a:lnTo>
                  <a:lnTo>
                    <a:pt x="3077631" y="210764"/>
                  </a:lnTo>
                  <a:lnTo>
                    <a:pt x="3078703" y="211059"/>
                  </a:lnTo>
                  <a:lnTo>
                    <a:pt x="3079774" y="211352"/>
                  </a:lnTo>
                  <a:lnTo>
                    <a:pt x="3080846" y="211645"/>
                  </a:lnTo>
                  <a:lnTo>
                    <a:pt x="3081918" y="211937"/>
                  </a:lnTo>
                  <a:lnTo>
                    <a:pt x="3082989" y="212228"/>
                  </a:lnTo>
                  <a:lnTo>
                    <a:pt x="3084061" y="212519"/>
                  </a:lnTo>
                  <a:lnTo>
                    <a:pt x="3085132" y="212809"/>
                  </a:lnTo>
                  <a:lnTo>
                    <a:pt x="3086204" y="213098"/>
                  </a:lnTo>
                  <a:lnTo>
                    <a:pt x="3087276" y="213386"/>
                  </a:lnTo>
                  <a:lnTo>
                    <a:pt x="3088347" y="213674"/>
                  </a:lnTo>
                  <a:lnTo>
                    <a:pt x="3089419" y="213961"/>
                  </a:lnTo>
                  <a:lnTo>
                    <a:pt x="3090490" y="214247"/>
                  </a:lnTo>
                  <a:lnTo>
                    <a:pt x="3091562" y="214532"/>
                  </a:lnTo>
                  <a:lnTo>
                    <a:pt x="3092634" y="214817"/>
                  </a:lnTo>
                  <a:lnTo>
                    <a:pt x="3093705" y="215101"/>
                  </a:lnTo>
                  <a:lnTo>
                    <a:pt x="3094777" y="215384"/>
                  </a:lnTo>
                  <a:lnTo>
                    <a:pt x="3095848" y="215667"/>
                  </a:lnTo>
                  <a:lnTo>
                    <a:pt x="3096920" y="215949"/>
                  </a:lnTo>
                  <a:lnTo>
                    <a:pt x="3097992" y="216230"/>
                  </a:lnTo>
                  <a:lnTo>
                    <a:pt x="3099063" y="216510"/>
                  </a:lnTo>
                  <a:lnTo>
                    <a:pt x="3100135" y="216790"/>
                  </a:lnTo>
                  <a:lnTo>
                    <a:pt x="3101206" y="217069"/>
                  </a:lnTo>
                  <a:lnTo>
                    <a:pt x="3102278" y="217347"/>
                  </a:lnTo>
                  <a:lnTo>
                    <a:pt x="3103350" y="217625"/>
                  </a:lnTo>
                  <a:lnTo>
                    <a:pt x="3104421" y="217902"/>
                  </a:lnTo>
                  <a:lnTo>
                    <a:pt x="3105493" y="218178"/>
                  </a:lnTo>
                  <a:lnTo>
                    <a:pt x="3106564" y="218453"/>
                  </a:lnTo>
                  <a:lnTo>
                    <a:pt x="3107636" y="218728"/>
                  </a:lnTo>
                  <a:lnTo>
                    <a:pt x="3108708" y="219002"/>
                  </a:lnTo>
                  <a:lnTo>
                    <a:pt x="3109779" y="219275"/>
                  </a:lnTo>
                  <a:lnTo>
                    <a:pt x="3110851" y="219548"/>
                  </a:lnTo>
                  <a:lnTo>
                    <a:pt x="3111922" y="219820"/>
                  </a:lnTo>
                  <a:lnTo>
                    <a:pt x="3112994" y="220091"/>
                  </a:lnTo>
                  <a:lnTo>
                    <a:pt x="3114066" y="220362"/>
                  </a:lnTo>
                  <a:lnTo>
                    <a:pt x="3115137" y="220631"/>
                  </a:lnTo>
                  <a:lnTo>
                    <a:pt x="3116209" y="220901"/>
                  </a:lnTo>
                  <a:lnTo>
                    <a:pt x="3117280" y="221169"/>
                  </a:lnTo>
                  <a:lnTo>
                    <a:pt x="3118352" y="221437"/>
                  </a:lnTo>
                  <a:lnTo>
                    <a:pt x="3119424" y="221704"/>
                  </a:lnTo>
                  <a:lnTo>
                    <a:pt x="3120495" y="221970"/>
                  </a:lnTo>
                  <a:lnTo>
                    <a:pt x="3121567" y="222236"/>
                  </a:lnTo>
                  <a:lnTo>
                    <a:pt x="3122638" y="222501"/>
                  </a:lnTo>
                  <a:lnTo>
                    <a:pt x="3123710" y="222765"/>
                  </a:lnTo>
                  <a:lnTo>
                    <a:pt x="3124782" y="223028"/>
                  </a:lnTo>
                  <a:lnTo>
                    <a:pt x="3125853" y="223291"/>
                  </a:lnTo>
                  <a:lnTo>
                    <a:pt x="3126925" y="223554"/>
                  </a:lnTo>
                  <a:lnTo>
                    <a:pt x="3127996" y="223815"/>
                  </a:lnTo>
                  <a:lnTo>
                    <a:pt x="3129068" y="224076"/>
                  </a:lnTo>
                  <a:lnTo>
                    <a:pt x="3130140" y="224336"/>
                  </a:lnTo>
                  <a:lnTo>
                    <a:pt x="3131211" y="224595"/>
                  </a:lnTo>
                  <a:lnTo>
                    <a:pt x="3132283" y="224854"/>
                  </a:lnTo>
                  <a:lnTo>
                    <a:pt x="3133354" y="225112"/>
                  </a:lnTo>
                  <a:lnTo>
                    <a:pt x="3134426" y="225370"/>
                  </a:lnTo>
                  <a:lnTo>
                    <a:pt x="3135498" y="225627"/>
                  </a:lnTo>
                  <a:lnTo>
                    <a:pt x="3136569" y="225883"/>
                  </a:lnTo>
                  <a:lnTo>
                    <a:pt x="3137641" y="226138"/>
                  </a:lnTo>
                  <a:lnTo>
                    <a:pt x="3138712" y="226393"/>
                  </a:lnTo>
                  <a:lnTo>
                    <a:pt x="3139784" y="226647"/>
                  </a:lnTo>
                  <a:lnTo>
                    <a:pt x="3140856" y="226900"/>
                  </a:lnTo>
                  <a:lnTo>
                    <a:pt x="3141927" y="227153"/>
                  </a:lnTo>
                  <a:lnTo>
                    <a:pt x="3142999" y="227405"/>
                  </a:lnTo>
                  <a:lnTo>
                    <a:pt x="3144070" y="227656"/>
                  </a:lnTo>
                  <a:lnTo>
                    <a:pt x="3145142" y="227907"/>
                  </a:lnTo>
                  <a:lnTo>
                    <a:pt x="3146214" y="228157"/>
                  </a:lnTo>
                  <a:lnTo>
                    <a:pt x="3147285" y="228407"/>
                  </a:lnTo>
                  <a:lnTo>
                    <a:pt x="3148357" y="228655"/>
                  </a:lnTo>
                  <a:lnTo>
                    <a:pt x="3149428" y="228904"/>
                  </a:lnTo>
                  <a:lnTo>
                    <a:pt x="3150500" y="229151"/>
                  </a:lnTo>
                  <a:lnTo>
                    <a:pt x="3151572" y="229398"/>
                  </a:lnTo>
                  <a:lnTo>
                    <a:pt x="3152643" y="229644"/>
                  </a:lnTo>
                  <a:lnTo>
                    <a:pt x="3153715" y="229889"/>
                  </a:lnTo>
                  <a:lnTo>
                    <a:pt x="3154786" y="230134"/>
                  </a:lnTo>
                  <a:lnTo>
                    <a:pt x="3155858" y="230378"/>
                  </a:lnTo>
                  <a:lnTo>
                    <a:pt x="3156930" y="230622"/>
                  </a:lnTo>
                  <a:lnTo>
                    <a:pt x="3158001" y="230865"/>
                  </a:lnTo>
                  <a:lnTo>
                    <a:pt x="3159073" y="231107"/>
                  </a:lnTo>
                  <a:lnTo>
                    <a:pt x="3160144" y="231348"/>
                  </a:lnTo>
                  <a:lnTo>
                    <a:pt x="3161216" y="231589"/>
                  </a:lnTo>
                  <a:lnTo>
                    <a:pt x="3162288" y="231829"/>
                  </a:lnTo>
                  <a:lnTo>
                    <a:pt x="3163359" y="232069"/>
                  </a:lnTo>
                  <a:lnTo>
                    <a:pt x="3164431" y="232308"/>
                  </a:lnTo>
                  <a:lnTo>
                    <a:pt x="3165502" y="232546"/>
                  </a:lnTo>
                  <a:lnTo>
                    <a:pt x="3166574" y="232784"/>
                  </a:lnTo>
                  <a:lnTo>
                    <a:pt x="3167646" y="233021"/>
                  </a:lnTo>
                  <a:lnTo>
                    <a:pt x="3168717" y="233257"/>
                  </a:lnTo>
                  <a:lnTo>
                    <a:pt x="3169789" y="233493"/>
                  </a:lnTo>
                  <a:lnTo>
                    <a:pt x="3170860" y="233728"/>
                  </a:lnTo>
                  <a:lnTo>
                    <a:pt x="3171932" y="233963"/>
                  </a:lnTo>
                  <a:lnTo>
                    <a:pt x="3173004" y="234197"/>
                  </a:lnTo>
                  <a:lnTo>
                    <a:pt x="3174075" y="234430"/>
                  </a:lnTo>
                  <a:lnTo>
                    <a:pt x="3175147" y="234662"/>
                  </a:lnTo>
                  <a:lnTo>
                    <a:pt x="3176218" y="234894"/>
                  </a:lnTo>
                  <a:lnTo>
                    <a:pt x="3177290" y="235126"/>
                  </a:lnTo>
                  <a:lnTo>
                    <a:pt x="3178362" y="235356"/>
                  </a:lnTo>
                  <a:lnTo>
                    <a:pt x="3179433" y="235586"/>
                  </a:lnTo>
                  <a:lnTo>
                    <a:pt x="3180505" y="235816"/>
                  </a:lnTo>
                  <a:lnTo>
                    <a:pt x="3181576" y="236045"/>
                  </a:lnTo>
                  <a:lnTo>
                    <a:pt x="3182648" y="236273"/>
                  </a:lnTo>
                  <a:lnTo>
                    <a:pt x="3183720" y="236500"/>
                  </a:lnTo>
                  <a:lnTo>
                    <a:pt x="3184791" y="236727"/>
                  </a:lnTo>
                  <a:lnTo>
                    <a:pt x="3185863" y="236954"/>
                  </a:lnTo>
                  <a:lnTo>
                    <a:pt x="3186934" y="237179"/>
                  </a:lnTo>
                  <a:lnTo>
                    <a:pt x="3188006" y="237404"/>
                  </a:lnTo>
                  <a:lnTo>
                    <a:pt x="3189078" y="237629"/>
                  </a:lnTo>
                  <a:lnTo>
                    <a:pt x="3190149" y="237853"/>
                  </a:lnTo>
                  <a:lnTo>
                    <a:pt x="3191221" y="238076"/>
                  </a:lnTo>
                  <a:lnTo>
                    <a:pt x="3192292" y="238299"/>
                  </a:lnTo>
                  <a:lnTo>
                    <a:pt x="3193364" y="238521"/>
                  </a:lnTo>
                  <a:lnTo>
                    <a:pt x="3194436" y="238742"/>
                  </a:lnTo>
                  <a:lnTo>
                    <a:pt x="3195507" y="238963"/>
                  </a:lnTo>
                  <a:lnTo>
                    <a:pt x="3196579" y="239183"/>
                  </a:lnTo>
                  <a:lnTo>
                    <a:pt x="3197650" y="239403"/>
                  </a:lnTo>
                  <a:lnTo>
                    <a:pt x="3198722" y="239621"/>
                  </a:lnTo>
                  <a:lnTo>
                    <a:pt x="3199793" y="239840"/>
                  </a:lnTo>
                  <a:lnTo>
                    <a:pt x="3200865" y="240058"/>
                  </a:lnTo>
                  <a:lnTo>
                    <a:pt x="3201937" y="240275"/>
                  </a:lnTo>
                  <a:lnTo>
                    <a:pt x="3203008" y="240491"/>
                  </a:lnTo>
                  <a:lnTo>
                    <a:pt x="3204080" y="240707"/>
                  </a:lnTo>
                  <a:lnTo>
                    <a:pt x="3205151" y="240923"/>
                  </a:lnTo>
                  <a:lnTo>
                    <a:pt x="3206223" y="241137"/>
                  </a:lnTo>
                  <a:lnTo>
                    <a:pt x="3207295" y="241351"/>
                  </a:lnTo>
                  <a:lnTo>
                    <a:pt x="3208366" y="241565"/>
                  </a:lnTo>
                  <a:lnTo>
                    <a:pt x="3209438" y="241778"/>
                  </a:lnTo>
                  <a:lnTo>
                    <a:pt x="3210509" y="241990"/>
                  </a:lnTo>
                  <a:lnTo>
                    <a:pt x="3211581" y="242202"/>
                  </a:lnTo>
                  <a:lnTo>
                    <a:pt x="3212653" y="242413"/>
                  </a:lnTo>
                  <a:lnTo>
                    <a:pt x="3213724" y="242624"/>
                  </a:lnTo>
                  <a:lnTo>
                    <a:pt x="3214796" y="242834"/>
                  </a:lnTo>
                  <a:lnTo>
                    <a:pt x="3215867" y="243043"/>
                  </a:lnTo>
                  <a:lnTo>
                    <a:pt x="3216939" y="243252"/>
                  </a:lnTo>
                  <a:lnTo>
                    <a:pt x="3218011" y="243460"/>
                  </a:lnTo>
                  <a:lnTo>
                    <a:pt x="3219082" y="243668"/>
                  </a:lnTo>
                  <a:lnTo>
                    <a:pt x="3220154" y="243875"/>
                  </a:lnTo>
                  <a:lnTo>
                    <a:pt x="3221225" y="244081"/>
                  </a:lnTo>
                  <a:lnTo>
                    <a:pt x="3222297" y="244287"/>
                  </a:lnTo>
                  <a:lnTo>
                    <a:pt x="3223369" y="244493"/>
                  </a:lnTo>
                  <a:lnTo>
                    <a:pt x="3224440" y="244697"/>
                  </a:lnTo>
                  <a:lnTo>
                    <a:pt x="3225512" y="244902"/>
                  </a:lnTo>
                  <a:lnTo>
                    <a:pt x="3226583" y="245105"/>
                  </a:lnTo>
                  <a:lnTo>
                    <a:pt x="3227655" y="245308"/>
                  </a:lnTo>
                  <a:lnTo>
                    <a:pt x="3228727" y="245511"/>
                  </a:lnTo>
                  <a:lnTo>
                    <a:pt x="3229798" y="245712"/>
                  </a:lnTo>
                  <a:lnTo>
                    <a:pt x="3230870" y="245914"/>
                  </a:lnTo>
                  <a:lnTo>
                    <a:pt x="3231941" y="246114"/>
                  </a:lnTo>
                  <a:lnTo>
                    <a:pt x="3233013" y="246315"/>
                  </a:lnTo>
                  <a:lnTo>
                    <a:pt x="3234085" y="246514"/>
                  </a:lnTo>
                  <a:lnTo>
                    <a:pt x="3235156" y="246713"/>
                  </a:lnTo>
                  <a:lnTo>
                    <a:pt x="3236228" y="246911"/>
                  </a:lnTo>
                  <a:lnTo>
                    <a:pt x="3237299" y="247109"/>
                  </a:lnTo>
                  <a:lnTo>
                    <a:pt x="3238371" y="247307"/>
                  </a:lnTo>
                  <a:lnTo>
                    <a:pt x="3239443" y="247503"/>
                  </a:lnTo>
                  <a:lnTo>
                    <a:pt x="3240514" y="247700"/>
                  </a:lnTo>
                  <a:lnTo>
                    <a:pt x="3241586" y="247895"/>
                  </a:lnTo>
                  <a:lnTo>
                    <a:pt x="3242657" y="248090"/>
                  </a:lnTo>
                  <a:lnTo>
                    <a:pt x="3243729" y="248285"/>
                  </a:lnTo>
                  <a:lnTo>
                    <a:pt x="3244801" y="248479"/>
                  </a:lnTo>
                  <a:lnTo>
                    <a:pt x="3245872" y="248672"/>
                  </a:lnTo>
                  <a:lnTo>
                    <a:pt x="3246944" y="248865"/>
                  </a:lnTo>
                  <a:lnTo>
                    <a:pt x="3248015" y="249057"/>
                  </a:lnTo>
                  <a:lnTo>
                    <a:pt x="3249087" y="249249"/>
                  </a:lnTo>
                  <a:lnTo>
                    <a:pt x="3250159" y="249440"/>
                  </a:lnTo>
                  <a:lnTo>
                    <a:pt x="3251230" y="249630"/>
                  </a:lnTo>
                  <a:lnTo>
                    <a:pt x="3252302" y="249821"/>
                  </a:lnTo>
                  <a:lnTo>
                    <a:pt x="3253373" y="250010"/>
                  </a:lnTo>
                  <a:lnTo>
                    <a:pt x="3254445" y="250199"/>
                  </a:lnTo>
                  <a:lnTo>
                    <a:pt x="3255517" y="250387"/>
                  </a:lnTo>
                  <a:lnTo>
                    <a:pt x="3256588" y="250575"/>
                  </a:lnTo>
                  <a:lnTo>
                    <a:pt x="3257660" y="250762"/>
                  </a:lnTo>
                  <a:lnTo>
                    <a:pt x="3258731" y="250949"/>
                  </a:lnTo>
                  <a:lnTo>
                    <a:pt x="3259803" y="251135"/>
                  </a:lnTo>
                  <a:lnTo>
                    <a:pt x="3260875" y="251321"/>
                  </a:lnTo>
                  <a:lnTo>
                    <a:pt x="3261946" y="251506"/>
                  </a:lnTo>
                  <a:lnTo>
                    <a:pt x="3263018" y="251691"/>
                  </a:lnTo>
                  <a:lnTo>
                    <a:pt x="3264089" y="251875"/>
                  </a:lnTo>
                  <a:lnTo>
                    <a:pt x="3265161" y="252058"/>
                  </a:lnTo>
                  <a:lnTo>
                    <a:pt x="3266233" y="252241"/>
                  </a:lnTo>
                  <a:lnTo>
                    <a:pt x="3267304" y="252424"/>
                  </a:lnTo>
                  <a:lnTo>
                    <a:pt x="3268376" y="252606"/>
                  </a:lnTo>
                  <a:lnTo>
                    <a:pt x="3269447" y="252787"/>
                  </a:lnTo>
                  <a:lnTo>
                    <a:pt x="3270519" y="252968"/>
                  </a:lnTo>
                  <a:lnTo>
                    <a:pt x="3271591" y="253148"/>
                  </a:lnTo>
                  <a:lnTo>
                    <a:pt x="3272662" y="253328"/>
                  </a:lnTo>
                  <a:lnTo>
                    <a:pt x="3273734" y="253507"/>
                  </a:lnTo>
                  <a:lnTo>
                    <a:pt x="3274805" y="253686"/>
                  </a:lnTo>
                  <a:lnTo>
                    <a:pt x="3275877" y="253864"/>
                  </a:lnTo>
                  <a:lnTo>
                    <a:pt x="3276949" y="254042"/>
                  </a:lnTo>
                  <a:lnTo>
                    <a:pt x="3278020" y="254219"/>
                  </a:lnTo>
                  <a:lnTo>
                    <a:pt x="3279092" y="254395"/>
                  </a:lnTo>
                  <a:lnTo>
                    <a:pt x="3280163" y="254572"/>
                  </a:lnTo>
                  <a:lnTo>
                    <a:pt x="3281235" y="254747"/>
                  </a:lnTo>
                  <a:lnTo>
                    <a:pt x="3282307" y="254922"/>
                  </a:lnTo>
                  <a:lnTo>
                    <a:pt x="3283378" y="255097"/>
                  </a:lnTo>
                  <a:lnTo>
                    <a:pt x="3284450" y="255271"/>
                  </a:lnTo>
                  <a:lnTo>
                    <a:pt x="3285521" y="255444"/>
                  </a:lnTo>
                  <a:lnTo>
                    <a:pt x="3286593" y="255617"/>
                  </a:lnTo>
                  <a:lnTo>
                    <a:pt x="3287665" y="255790"/>
                  </a:lnTo>
                  <a:lnTo>
                    <a:pt x="3288736" y="255961"/>
                  </a:lnTo>
                  <a:lnTo>
                    <a:pt x="3289808" y="256133"/>
                  </a:lnTo>
                  <a:lnTo>
                    <a:pt x="3290879" y="256304"/>
                  </a:lnTo>
                  <a:lnTo>
                    <a:pt x="3291951" y="256474"/>
                  </a:lnTo>
                  <a:lnTo>
                    <a:pt x="3293023" y="256644"/>
                  </a:lnTo>
                  <a:lnTo>
                    <a:pt x="3294094" y="256813"/>
                  </a:lnTo>
                  <a:lnTo>
                    <a:pt x="3295166" y="256982"/>
                  </a:lnTo>
                  <a:lnTo>
                    <a:pt x="3296237" y="257151"/>
                  </a:lnTo>
                  <a:lnTo>
                    <a:pt x="3297309" y="257318"/>
                  </a:lnTo>
                  <a:lnTo>
                    <a:pt x="3298381" y="257486"/>
                  </a:lnTo>
                  <a:lnTo>
                    <a:pt x="3299452" y="257653"/>
                  </a:lnTo>
                  <a:lnTo>
                    <a:pt x="3300524" y="257819"/>
                  </a:lnTo>
                  <a:lnTo>
                    <a:pt x="3301595" y="257985"/>
                  </a:lnTo>
                  <a:lnTo>
                    <a:pt x="3302667" y="258150"/>
                  </a:lnTo>
                  <a:lnTo>
                    <a:pt x="3303739" y="258315"/>
                  </a:lnTo>
                  <a:lnTo>
                    <a:pt x="3304810" y="258479"/>
                  </a:lnTo>
                  <a:lnTo>
                    <a:pt x="3305882" y="258643"/>
                  </a:lnTo>
                  <a:lnTo>
                    <a:pt x="3306953" y="258806"/>
                  </a:lnTo>
                  <a:lnTo>
                    <a:pt x="3308025" y="258969"/>
                  </a:lnTo>
                  <a:lnTo>
                    <a:pt x="3309097" y="259131"/>
                  </a:lnTo>
                  <a:lnTo>
                    <a:pt x="3310168" y="259293"/>
                  </a:lnTo>
                  <a:lnTo>
                    <a:pt x="3311240" y="259455"/>
                  </a:lnTo>
                  <a:lnTo>
                    <a:pt x="3312311" y="259615"/>
                  </a:lnTo>
                  <a:lnTo>
                    <a:pt x="3313383" y="259776"/>
                  </a:lnTo>
                  <a:lnTo>
                    <a:pt x="3314455" y="259936"/>
                  </a:lnTo>
                  <a:lnTo>
                    <a:pt x="3315526" y="260095"/>
                  </a:lnTo>
                  <a:lnTo>
                    <a:pt x="3316598" y="260254"/>
                  </a:lnTo>
                  <a:lnTo>
                    <a:pt x="3317669" y="260412"/>
                  </a:lnTo>
                  <a:lnTo>
                    <a:pt x="3318741" y="260570"/>
                  </a:lnTo>
                  <a:lnTo>
                    <a:pt x="3319813" y="260728"/>
                  </a:lnTo>
                  <a:lnTo>
                    <a:pt x="3320884" y="260885"/>
                  </a:lnTo>
                  <a:lnTo>
                    <a:pt x="3321956" y="261041"/>
                  </a:lnTo>
                  <a:lnTo>
                    <a:pt x="3323027" y="261197"/>
                  </a:lnTo>
                  <a:lnTo>
                    <a:pt x="3324099" y="261352"/>
                  </a:lnTo>
                  <a:lnTo>
                    <a:pt x="3325171" y="261507"/>
                  </a:lnTo>
                  <a:lnTo>
                    <a:pt x="3326242" y="261662"/>
                  </a:lnTo>
                  <a:lnTo>
                    <a:pt x="3327314" y="261816"/>
                  </a:lnTo>
                  <a:lnTo>
                    <a:pt x="3328385" y="261970"/>
                  </a:lnTo>
                  <a:lnTo>
                    <a:pt x="3329457" y="262123"/>
                  </a:lnTo>
                  <a:lnTo>
                    <a:pt x="3330529" y="262275"/>
                  </a:lnTo>
                  <a:lnTo>
                    <a:pt x="3331600" y="262427"/>
                  </a:lnTo>
                  <a:lnTo>
                    <a:pt x="3332672" y="262579"/>
                  </a:lnTo>
                  <a:lnTo>
                    <a:pt x="3333743" y="262730"/>
                  </a:lnTo>
                  <a:lnTo>
                    <a:pt x="3334815" y="262881"/>
                  </a:lnTo>
                  <a:lnTo>
                    <a:pt x="3335887" y="263031"/>
                  </a:lnTo>
                  <a:lnTo>
                    <a:pt x="3336958" y="263181"/>
                  </a:lnTo>
                  <a:lnTo>
                    <a:pt x="3338030" y="263330"/>
                  </a:lnTo>
                  <a:lnTo>
                    <a:pt x="3339101" y="263479"/>
                  </a:lnTo>
                  <a:lnTo>
                    <a:pt x="3340173" y="263627"/>
                  </a:lnTo>
                  <a:lnTo>
                    <a:pt x="3341245" y="263775"/>
                  </a:lnTo>
                  <a:lnTo>
                    <a:pt x="3342316" y="263923"/>
                  </a:lnTo>
                  <a:lnTo>
                    <a:pt x="3343388" y="264070"/>
                  </a:lnTo>
                  <a:lnTo>
                    <a:pt x="3344459" y="264216"/>
                  </a:lnTo>
                  <a:lnTo>
                    <a:pt x="3345531" y="264362"/>
                  </a:lnTo>
                  <a:lnTo>
                    <a:pt x="3346603" y="264508"/>
                  </a:lnTo>
                  <a:lnTo>
                    <a:pt x="3347674" y="264653"/>
                  </a:lnTo>
                  <a:lnTo>
                    <a:pt x="3348746" y="264798"/>
                  </a:lnTo>
                  <a:lnTo>
                    <a:pt x="3349817" y="264942"/>
                  </a:lnTo>
                  <a:lnTo>
                    <a:pt x="3350889" y="265086"/>
                  </a:lnTo>
                  <a:lnTo>
                    <a:pt x="3351961" y="265229"/>
                  </a:lnTo>
                  <a:lnTo>
                    <a:pt x="3353032" y="265372"/>
                  </a:lnTo>
                  <a:lnTo>
                    <a:pt x="3354104" y="265514"/>
                  </a:lnTo>
                  <a:lnTo>
                    <a:pt x="3355175" y="265656"/>
                  </a:lnTo>
                  <a:lnTo>
                    <a:pt x="3356247" y="265797"/>
                  </a:lnTo>
                  <a:lnTo>
                    <a:pt x="3357319" y="265938"/>
                  </a:lnTo>
                  <a:lnTo>
                    <a:pt x="3358390" y="266079"/>
                  </a:lnTo>
                  <a:lnTo>
                    <a:pt x="3359462" y="266219"/>
                  </a:lnTo>
                  <a:lnTo>
                    <a:pt x="3360533" y="266359"/>
                  </a:lnTo>
                  <a:lnTo>
                    <a:pt x="3361605" y="266498"/>
                  </a:lnTo>
                  <a:lnTo>
                    <a:pt x="3362677" y="266637"/>
                  </a:lnTo>
                  <a:lnTo>
                    <a:pt x="3363748" y="266775"/>
                  </a:lnTo>
                  <a:lnTo>
                    <a:pt x="3364820" y="266913"/>
                  </a:lnTo>
                  <a:lnTo>
                    <a:pt x="3365891" y="267050"/>
                  </a:lnTo>
                  <a:lnTo>
                    <a:pt x="3366963" y="267187"/>
                  </a:lnTo>
                  <a:lnTo>
                    <a:pt x="3368035" y="267324"/>
                  </a:lnTo>
                  <a:lnTo>
                    <a:pt x="3369106" y="267460"/>
                  </a:lnTo>
                  <a:lnTo>
                    <a:pt x="3370178" y="267596"/>
                  </a:lnTo>
                  <a:lnTo>
                    <a:pt x="3371249" y="267731"/>
                  </a:lnTo>
                  <a:lnTo>
                    <a:pt x="3372321" y="267865"/>
                  </a:lnTo>
                  <a:lnTo>
                    <a:pt x="3373392" y="268000"/>
                  </a:lnTo>
                  <a:lnTo>
                    <a:pt x="3374464" y="268134"/>
                  </a:lnTo>
                  <a:lnTo>
                    <a:pt x="3375536" y="268267"/>
                  </a:lnTo>
                  <a:lnTo>
                    <a:pt x="3376607" y="268400"/>
                  </a:lnTo>
                  <a:lnTo>
                    <a:pt x="3377679" y="268533"/>
                  </a:lnTo>
                  <a:lnTo>
                    <a:pt x="3378750" y="268665"/>
                  </a:lnTo>
                  <a:lnTo>
                    <a:pt x="3379822" y="268797"/>
                  </a:lnTo>
                  <a:lnTo>
                    <a:pt x="3380894" y="268928"/>
                  </a:lnTo>
                  <a:lnTo>
                    <a:pt x="3381965" y="269059"/>
                  </a:lnTo>
                  <a:lnTo>
                    <a:pt x="3383037" y="269189"/>
                  </a:lnTo>
                  <a:lnTo>
                    <a:pt x="3384108" y="269319"/>
                  </a:lnTo>
                  <a:lnTo>
                    <a:pt x="3385180" y="269449"/>
                  </a:lnTo>
                  <a:lnTo>
                    <a:pt x="3386252" y="269578"/>
                  </a:lnTo>
                  <a:lnTo>
                    <a:pt x="3387323" y="269706"/>
                  </a:lnTo>
                  <a:lnTo>
                    <a:pt x="3388395" y="269835"/>
                  </a:lnTo>
                  <a:lnTo>
                    <a:pt x="3389466" y="269963"/>
                  </a:lnTo>
                  <a:lnTo>
                    <a:pt x="3390538" y="270090"/>
                  </a:lnTo>
                  <a:lnTo>
                    <a:pt x="3391610" y="270217"/>
                  </a:lnTo>
                  <a:lnTo>
                    <a:pt x="3392681" y="270344"/>
                  </a:lnTo>
                  <a:lnTo>
                    <a:pt x="3393753" y="270470"/>
                  </a:lnTo>
                  <a:lnTo>
                    <a:pt x="3394824" y="270595"/>
                  </a:lnTo>
                  <a:lnTo>
                    <a:pt x="3395896" y="270721"/>
                  </a:lnTo>
                  <a:lnTo>
                    <a:pt x="3396968" y="270846"/>
                  </a:lnTo>
                  <a:lnTo>
                    <a:pt x="3398039" y="270970"/>
                  </a:lnTo>
                  <a:lnTo>
                    <a:pt x="3399111" y="271094"/>
                  </a:lnTo>
                  <a:lnTo>
                    <a:pt x="3400182" y="271218"/>
                  </a:lnTo>
                  <a:lnTo>
                    <a:pt x="3401254" y="271341"/>
                  </a:lnTo>
                  <a:lnTo>
                    <a:pt x="3402326" y="271464"/>
                  </a:lnTo>
                  <a:lnTo>
                    <a:pt x="3403397" y="271586"/>
                  </a:lnTo>
                  <a:lnTo>
                    <a:pt x="3404469" y="271708"/>
                  </a:lnTo>
                  <a:lnTo>
                    <a:pt x="3405540" y="271830"/>
                  </a:lnTo>
                  <a:lnTo>
                    <a:pt x="3406612" y="271951"/>
                  </a:lnTo>
                  <a:lnTo>
                    <a:pt x="3407684" y="272072"/>
                  </a:lnTo>
                  <a:lnTo>
                    <a:pt x="3408755" y="272192"/>
                  </a:lnTo>
                  <a:lnTo>
                    <a:pt x="3409827" y="272312"/>
                  </a:lnTo>
                  <a:lnTo>
                    <a:pt x="3410898" y="272431"/>
                  </a:lnTo>
                  <a:lnTo>
                    <a:pt x="3411970" y="272551"/>
                  </a:lnTo>
                  <a:lnTo>
                    <a:pt x="3413042" y="272669"/>
                  </a:lnTo>
                  <a:lnTo>
                    <a:pt x="3414113" y="272788"/>
                  </a:lnTo>
                  <a:lnTo>
                    <a:pt x="3415185" y="272905"/>
                  </a:lnTo>
                  <a:lnTo>
                    <a:pt x="3416256" y="273023"/>
                  </a:lnTo>
                  <a:lnTo>
                    <a:pt x="3417328" y="273140"/>
                  </a:lnTo>
                  <a:lnTo>
                    <a:pt x="3418400" y="273257"/>
                  </a:lnTo>
                  <a:lnTo>
                    <a:pt x="3419471" y="273373"/>
                  </a:lnTo>
                  <a:lnTo>
                    <a:pt x="3420543" y="273489"/>
                  </a:lnTo>
                  <a:lnTo>
                    <a:pt x="3421614" y="273604"/>
                  </a:lnTo>
                  <a:lnTo>
                    <a:pt x="3422686" y="273719"/>
                  </a:lnTo>
                  <a:lnTo>
                    <a:pt x="3423758" y="273834"/>
                  </a:lnTo>
                  <a:lnTo>
                    <a:pt x="3424829" y="273948"/>
                  </a:lnTo>
                  <a:lnTo>
                    <a:pt x="3425901" y="274062"/>
                  </a:lnTo>
                  <a:lnTo>
                    <a:pt x="3426972" y="274176"/>
                  </a:lnTo>
                  <a:lnTo>
                    <a:pt x="3428044" y="274289"/>
                  </a:lnTo>
                  <a:lnTo>
                    <a:pt x="3429116" y="274401"/>
                  </a:lnTo>
                  <a:lnTo>
                    <a:pt x="3430187" y="274514"/>
                  </a:lnTo>
                  <a:lnTo>
                    <a:pt x="3431259" y="274626"/>
                  </a:lnTo>
                  <a:lnTo>
                    <a:pt x="3432330" y="274737"/>
                  </a:lnTo>
                  <a:lnTo>
                    <a:pt x="3433402" y="274848"/>
                  </a:lnTo>
                  <a:lnTo>
                    <a:pt x="3434474" y="274959"/>
                  </a:lnTo>
                  <a:lnTo>
                    <a:pt x="3435545" y="275069"/>
                  </a:lnTo>
                  <a:lnTo>
                    <a:pt x="3436617" y="275179"/>
                  </a:lnTo>
                  <a:lnTo>
                    <a:pt x="3437688" y="275289"/>
                  </a:lnTo>
                  <a:lnTo>
                    <a:pt x="3438760" y="275398"/>
                  </a:lnTo>
                  <a:lnTo>
                    <a:pt x="3439832" y="275507"/>
                  </a:lnTo>
                  <a:lnTo>
                    <a:pt x="3440903" y="275615"/>
                  </a:lnTo>
                  <a:lnTo>
                    <a:pt x="3441975" y="275723"/>
                  </a:lnTo>
                  <a:lnTo>
                    <a:pt x="3443046" y="275831"/>
                  </a:lnTo>
                  <a:lnTo>
                    <a:pt x="3444118" y="275938"/>
                  </a:lnTo>
                  <a:lnTo>
                    <a:pt x="3445190" y="276045"/>
                  </a:lnTo>
                  <a:lnTo>
                    <a:pt x="3446261" y="276152"/>
                  </a:lnTo>
                  <a:lnTo>
                    <a:pt x="3447333" y="276258"/>
                  </a:lnTo>
                  <a:lnTo>
                    <a:pt x="3448404" y="276364"/>
                  </a:lnTo>
                  <a:lnTo>
                    <a:pt x="3449476" y="276469"/>
                  </a:lnTo>
                  <a:lnTo>
                    <a:pt x="3450548" y="276574"/>
                  </a:lnTo>
                  <a:lnTo>
                    <a:pt x="3451619" y="276679"/>
                  </a:lnTo>
                  <a:lnTo>
                    <a:pt x="3452691" y="276783"/>
                  </a:lnTo>
                  <a:lnTo>
                    <a:pt x="3453762" y="276887"/>
                  </a:lnTo>
                  <a:lnTo>
                    <a:pt x="3454834" y="276990"/>
                  </a:lnTo>
                  <a:lnTo>
                    <a:pt x="3455906" y="277093"/>
                  </a:lnTo>
                  <a:lnTo>
                    <a:pt x="3456977" y="277196"/>
                  </a:lnTo>
                  <a:lnTo>
                    <a:pt x="3458049" y="277298"/>
                  </a:lnTo>
                  <a:lnTo>
                    <a:pt x="3459120" y="277400"/>
                  </a:lnTo>
                  <a:lnTo>
                    <a:pt x="3460192" y="277502"/>
                  </a:lnTo>
                  <a:lnTo>
                    <a:pt x="3461264" y="277603"/>
                  </a:lnTo>
                  <a:lnTo>
                    <a:pt x="3462335" y="277704"/>
                  </a:lnTo>
                  <a:lnTo>
                    <a:pt x="3463407" y="277805"/>
                  </a:lnTo>
                  <a:lnTo>
                    <a:pt x="3464478" y="277905"/>
                  </a:lnTo>
                  <a:lnTo>
                    <a:pt x="3465550" y="278004"/>
                  </a:lnTo>
                  <a:lnTo>
                    <a:pt x="3466622" y="278104"/>
                  </a:lnTo>
                  <a:lnTo>
                    <a:pt x="3467693" y="278203"/>
                  </a:lnTo>
                  <a:lnTo>
                    <a:pt x="3468765" y="278302"/>
                  </a:lnTo>
                  <a:lnTo>
                    <a:pt x="3469836" y="278400"/>
                  </a:lnTo>
                  <a:lnTo>
                    <a:pt x="3470908" y="278498"/>
                  </a:lnTo>
                  <a:lnTo>
                    <a:pt x="3471980" y="278595"/>
                  </a:lnTo>
                  <a:lnTo>
                    <a:pt x="3473051" y="278693"/>
                  </a:lnTo>
                  <a:lnTo>
                    <a:pt x="3474123" y="278790"/>
                  </a:lnTo>
                  <a:lnTo>
                    <a:pt x="3475194" y="278886"/>
                  </a:lnTo>
                  <a:lnTo>
                    <a:pt x="3476266" y="278982"/>
                  </a:lnTo>
                  <a:lnTo>
                    <a:pt x="3477338" y="279078"/>
                  </a:lnTo>
                  <a:lnTo>
                    <a:pt x="3478409" y="279173"/>
                  </a:lnTo>
                  <a:lnTo>
                    <a:pt x="3479481" y="279268"/>
                  </a:lnTo>
                  <a:lnTo>
                    <a:pt x="3480552" y="279363"/>
                  </a:lnTo>
                  <a:lnTo>
                    <a:pt x="3481624" y="279458"/>
                  </a:lnTo>
                  <a:lnTo>
                    <a:pt x="3482696" y="279552"/>
                  </a:lnTo>
                  <a:lnTo>
                    <a:pt x="3483767" y="279645"/>
                  </a:lnTo>
                  <a:lnTo>
                    <a:pt x="3484839" y="279739"/>
                  </a:lnTo>
                  <a:lnTo>
                    <a:pt x="3485910" y="279831"/>
                  </a:lnTo>
                  <a:lnTo>
                    <a:pt x="3486982" y="279924"/>
                  </a:lnTo>
                  <a:lnTo>
                    <a:pt x="3488054" y="280016"/>
                  </a:lnTo>
                  <a:lnTo>
                    <a:pt x="3489125" y="280108"/>
                  </a:lnTo>
                  <a:lnTo>
                    <a:pt x="3490197" y="280200"/>
                  </a:lnTo>
                  <a:lnTo>
                    <a:pt x="3491268" y="280291"/>
                  </a:lnTo>
                  <a:lnTo>
                    <a:pt x="3492340" y="280382"/>
                  </a:lnTo>
                  <a:lnTo>
                    <a:pt x="3493412" y="280472"/>
                  </a:lnTo>
                  <a:lnTo>
                    <a:pt x="3494483" y="280562"/>
                  </a:lnTo>
                  <a:lnTo>
                    <a:pt x="3495555" y="280652"/>
                  </a:lnTo>
                  <a:lnTo>
                    <a:pt x="3496626" y="280742"/>
                  </a:lnTo>
                  <a:lnTo>
                    <a:pt x="3497698" y="280831"/>
                  </a:lnTo>
                  <a:lnTo>
                    <a:pt x="3498770" y="280919"/>
                  </a:lnTo>
                  <a:lnTo>
                    <a:pt x="3499841" y="281008"/>
                  </a:lnTo>
                  <a:lnTo>
                    <a:pt x="3500913" y="281096"/>
                  </a:lnTo>
                  <a:lnTo>
                    <a:pt x="3501984" y="281184"/>
                  </a:lnTo>
                  <a:lnTo>
                    <a:pt x="3503056" y="281271"/>
                  </a:lnTo>
                  <a:lnTo>
                    <a:pt x="3504128" y="281358"/>
                  </a:lnTo>
                  <a:lnTo>
                    <a:pt x="3505199" y="281445"/>
                  </a:lnTo>
                  <a:lnTo>
                    <a:pt x="3506271" y="281531"/>
                  </a:lnTo>
                  <a:lnTo>
                    <a:pt x="3507342" y="281617"/>
                  </a:lnTo>
                  <a:lnTo>
                    <a:pt x="3508414" y="281703"/>
                  </a:lnTo>
                  <a:lnTo>
                    <a:pt x="3509486" y="281788"/>
                  </a:lnTo>
                  <a:lnTo>
                    <a:pt x="3510557" y="281873"/>
                  </a:lnTo>
                  <a:lnTo>
                    <a:pt x="3511629" y="281958"/>
                  </a:lnTo>
                  <a:lnTo>
                    <a:pt x="3512700" y="282042"/>
                  </a:lnTo>
                  <a:lnTo>
                    <a:pt x="3513772" y="282126"/>
                  </a:lnTo>
                  <a:lnTo>
                    <a:pt x="3514844" y="282210"/>
                  </a:lnTo>
                  <a:lnTo>
                    <a:pt x="3515915" y="282293"/>
                  </a:lnTo>
                  <a:lnTo>
                    <a:pt x="3516987" y="282376"/>
                  </a:lnTo>
                  <a:lnTo>
                    <a:pt x="3518058" y="282459"/>
                  </a:lnTo>
                  <a:lnTo>
                    <a:pt x="3519130" y="282542"/>
                  </a:lnTo>
                  <a:lnTo>
                    <a:pt x="3520202" y="282624"/>
                  </a:lnTo>
                  <a:lnTo>
                    <a:pt x="3521273" y="282705"/>
                  </a:lnTo>
                  <a:lnTo>
                    <a:pt x="3522345" y="282787"/>
                  </a:lnTo>
                  <a:lnTo>
                    <a:pt x="3523416" y="282868"/>
                  </a:lnTo>
                  <a:lnTo>
                    <a:pt x="3524488" y="282948"/>
                  </a:lnTo>
                  <a:lnTo>
                    <a:pt x="3525560" y="283029"/>
                  </a:lnTo>
                  <a:lnTo>
                    <a:pt x="3526631" y="283109"/>
                  </a:lnTo>
                  <a:lnTo>
                    <a:pt x="3527703" y="283189"/>
                  </a:lnTo>
                  <a:lnTo>
                    <a:pt x="3528774" y="283268"/>
                  </a:lnTo>
                  <a:lnTo>
                    <a:pt x="3529846" y="283347"/>
                  </a:lnTo>
                  <a:lnTo>
                    <a:pt x="3530918" y="283426"/>
                  </a:lnTo>
                  <a:lnTo>
                    <a:pt x="3531989" y="283504"/>
                  </a:lnTo>
                  <a:lnTo>
                    <a:pt x="3533061" y="283582"/>
                  </a:lnTo>
                  <a:lnTo>
                    <a:pt x="3534132" y="283660"/>
                  </a:lnTo>
                  <a:lnTo>
                    <a:pt x="3535204" y="283738"/>
                  </a:lnTo>
                  <a:lnTo>
                    <a:pt x="3536276" y="283815"/>
                  </a:lnTo>
                  <a:lnTo>
                    <a:pt x="3537347" y="283892"/>
                  </a:lnTo>
                  <a:lnTo>
                    <a:pt x="3538419" y="283968"/>
                  </a:lnTo>
                  <a:lnTo>
                    <a:pt x="3539490" y="284044"/>
                  </a:lnTo>
                  <a:lnTo>
                    <a:pt x="3540562" y="284120"/>
                  </a:lnTo>
                  <a:lnTo>
                    <a:pt x="3541634" y="284196"/>
                  </a:lnTo>
                  <a:lnTo>
                    <a:pt x="3542705" y="284271"/>
                  </a:lnTo>
                  <a:lnTo>
                    <a:pt x="3543777" y="284346"/>
                  </a:lnTo>
                  <a:lnTo>
                    <a:pt x="3544848" y="284421"/>
                  </a:lnTo>
                  <a:lnTo>
                    <a:pt x="3545920" y="284495"/>
                  </a:lnTo>
                  <a:lnTo>
                    <a:pt x="3546992" y="284569"/>
                  </a:lnTo>
                  <a:lnTo>
                    <a:pt x="3548063" y="284643"/>
                  </a:lnTo>
                  <a:lnTo>
                    <a:pt x="3549135" y="284716"/>
                  </a:lnTo>
                  <a:lnTo>
                    <a:pt x="3550206" y="284789"/>
                  </a:lnTo>
                  <a:lnTo>
                    <a:pt x="3551278" y="284862"/>
                  </a:lnTo>
                  <a:lnTo>
                    <a:pt x="3552349" y="284934"/>
                  </a:lnTo>
                  <a:lnTo>
                    <a:pt x="3553421" y="285006"/>
                  </a:lnTo>
                  <a:lnTo>
                    <a:pt x="3554493" y="285078"/>
                  </a:lnTo>
                  <a:lnTo>
                    <a:pt x="3555564" y="285150"/>
                  </a:lnTo>
                  <a:lnTo>
                    <a:pt x="3556636" y="285221"/>
                  </a:lnTo>
                  <a:lnTo>
                    <a:pt x="3557707" y="285292"/>
                  </a:lnTo>
                  <a:lnTo>
                    <a:pt x="3558779" y="285362"/>
                  </a:lnTo>
                  <a:lnTo>
                    <a:pt x="3559851" y="285433"/>
                  </a:lnTo>
                  <a:lnTo>
                    <a:pt x="3560922" y="285503"/>
                  </a:lnTo>
                  <a:lnTo>
                    <a:pt x="3561994" y="285572"/>
                  </a:lnTo>
                  <a:lnTo>
                    <a:pt x="3563065" y="285642"/>
                  </a:lnTo>
                  <a:lnTo>
                    <a:pt x="3564137" y="285711"/>
                  </a:lnTo>
                  <a:lnTo>
                    <a:pt x="3565209" y="285779"/>
                  </a:lnTo>
                  <a:lnTo>
                    <a:pt x="3566280" y="285848"/>
                  </a:lnTo>
                  <a:lnTo>
                    <a:pt x="3567352" y="285916"/>
                  </a:lnTo>
                  <a:lnTo>
                    <a:pt x="3568423" y="285984"/>
                  </a:lnTo>
                  <a:lnTo>
                    <a:pt x="3569495" y="286052"/>
                  </a:lnTo>
                  <a:lnTo>
                    <a:pt x="3570567" y="286119"/>
                  </a:lnTo>
                  <a:lnTo>
                    <a:pt x="3571638" y="286186"/>
                  </a:lnTo>
                  <a:lnTo>
                    <a:pt x="3572710" y="286252"/>
                  </a:lnTo>
                  <a:lnTo>
                    <a:pt x="3573781" y="286319"/>
                  </a:lnTo>
                  <a:lnTo>
                    <a:pt x="3574853" y="286385"/>
                  </a:lnTo>
                  <a:lnTo>
                    <a:pt x="3575925" y="286451"/>
                  </a:lnTo>
                  <a:lnTo>
                    <a:pt x="3576996" y="286516"/>
                  </a:lnTo>
                  <a:lnTo>
                    <a:pt x="3578068" y="286581"/>
                  </a:lnTo>
                  <a:lnTo>
                    <a:pt x="3579139" y="286646"/>
                  </a:lnTo>
                  <a:lnTo>
                    <a:pt x="3580211" y="286711"/>
                  </a:lnTo>
                  <a:lnTo>
                    <a:pt x="3581283" y="286775"/>
                  </a:lnTo>
                  <a:lnTo>
                    <a:pt x="3582354" y="286839"/>
                  </a:lnTo>
                  <a:lnTo>
                    <a:pt x="3583426" y="286903"/>
                  </a:lnTo>
                  <a:lnTo>
                    <a:pt x="3584497" y="286966"/>
                  </a:lnTo>
                  <a:lnTo>
                    <a:pt x="3585569" y="287029"/>
                  </a:lnTo>
                  <a:lnTo>
                    <a:pt x="3586641" y="287092"/>
                  </a:lnTo>
                  <a:lnTo>
                    <a:pt x="3587712" y="287155"/>
                  </a:lnTo>
                  <a:lnTo>
                    <a:pt x="3588784" y="287217"/>
                  </a:lnTo>
                  <a:lnTo>
                    <a:pt x="3589855" y="287279"/>
                  </a:lnTo>
                  <a:lnTo>
                    <a:pt x="3590927" y="287341"/>
                  </a:lnTo>
                  <a:lnTo>
                    <a:pt x="3591999" y="287402"/>
                  </a:lnTo>
                  <a:lnTo>
                    <a:pt x="3593070" y="287463"/>
                  </a:lnTo>
                  <a:lnTo>
                    <a:pt x="3594142" y="287524"/>
                  </a:lnTo>
                  <a:lnTo>
                    <a:pt x="3595213" y="287585"/>
                  </a:lnTo>
                  <a:lnTo>
                    <a:pt x="3596285" y="287645"/>
                  </a:lnTo>
                  <a:lnTo>
                    <a:pt x="3597357" y="287705"/>
                  </a:lnTo>
                  <a:lnTo>
                    <a:pt x="3598428" y="287765"/>
                  </a:lnTo>
                  <a:lnTo>
                    <a:pt x="3599500" y="287824"/>
                  </a:lnTo>
                  <a:lnTo>
                    <a:pt x="3600571" y="287883"/>
                  </a:lnTo>
                  <a:lnTo>
                    <a:pt x="3601643" y="287942"/>
                  </a:lnTo>
                  <a:lnTo>
                    <a:pt x="3602715" y="288000"/>
                  </a:lnTo>
                  <a:lnTo>
                    <a:pt x="3603786" y="288059"/>
                  </a:lnTo>
                  <a:lnTo>
                    <a:pt x="3604858" y="288117"/>
                  </a:lnTo>
                  <a:lnTo>
                    <a:pt x="3605929" y="288174"/>
                  </a:lnTo>
                  <a:lnTo>
                    <a:pt x="3607001" y="288232"/>
                  </a:lnTo>
                  <a:lnTo>
                    <a:pt x="3608073" y="288289"/>
                  </a:lnTo>
                  <a:lnTo>
                    <a:pt x="3609144" y="288346"/>
                  </a:lnTo>
                  <a:lnTo>
                    <a:pt x="3610216" y="288403"/>
                  </a:lnTo>
                  <a:lnTo>
                    <a:pt x="3611287" y="288459"/>
                  </a:lnTo>
                  <a:lnTo>
                    <a:pt x="3612359" y="288515"/>
                  </a:lnTo>
                  <a:lnTo>
                    <a:pt x="3613431" y="288571"/>
                  </a:lnTo>
                  <a:lnTo>
                    <a:pt x="3614502" y="288626"/>
                  </a:lnTo>
                  <a:lnTo>
                    <a:pt x="3615574" y="288681"/>
                  </a:lnTo>
                  <a:lnTo>
                    <a:pt x="3616645" y="288736"/>
                  </a:lnTo>
                  <a:lnTo>
                    <a:pt x="3617717" y="288791"/>
                  </a:lnTo>
                  <a:lnTo>
                    <a:pt x="3618789" y="288846"/>
                  </a:lnTo>
                  <a:lnTo>
                    <a:pt x="3619860" y="288900"/>
                  </a:lnTo>
                  <a:lnTo>
                    <a:pt x="3620932" y="288954"/>
                  </a:lnTo>
                  <a:lnTo>
                    <a:pt x="3622003" y="289007"/>
                  </a:lnTo>
                  <a:lnTo>
                    <a:pt x="3623075" y="289060"/>
                  </a:lnTo>
                  <a:lnTo>
                    <a:pt x="3624147" y="289114"/>
                  </a:lnTo>
                  <a:lnTo>
                    <a:pt x="3625218" y="289166"/>
                  </a:lnTo>
                  <a:lnTo>
                    <a:pt x="3626290" y="289219"/>
                  </a:lnTo>
                  <a:lnTo>
                    <a:pt x="3627361" y="289271"/>
                  </a:lnTo>
                  <a:lnTo>
                    <a:pt x="3628433" y="289323"/>
                  </a:lnTo>
                  <a:lnTo>
                    <a:pt x="3629505" y="289375"/>
                  </a:lnTo>
                  <a:lnTo>
                    <a:pt x="3630576" y="289426"/>
                  </a:lnTo>
                  <a:lnTo>
                    <a:pt x="3631648" y="289477"/>
                  </a:lnTo>
                  <a:lnTo>
                    <a:pt x="3632719" y="289528"/>
                  </a:lnTo>
                  <a:lnTo>
                    <a:pt x="3633791" y="289579"/>
                  </a:lnTo>
                  <a:lnTo>
                    <a:pt x="3634863" y="289629"/>
                  </a:lnTo>
                  <a:lnTo>
                    <a:pt x="3635934" y="289680"/>
                  </a:lnTo>
                  <a:lnTo>
                    <a:pt x="3637006" y="289729"/>
                  </a:lnTo>
                  <a:lnTo>
                    <a:pt x="3638077" y="289779"/>
                  </a:lnTo>
                  <a:lnTo>
                    <a:pt x="3639149" y="289828"/>
                  </a:lnTo>
                  <a:lnTo>
                    <a:pt x="3640221" y="289877"/>
                  </a:lnTo>
                  <a:lnTo>
                    <a:pt x="3641292" y="289926"/>
                  </a:lnTo>
                  <a:lnTo>
                    <a:pt x="3642364" y="289975"/>
                  </a:lnTo>
                  <a:lnTo>
                    <a:pt x="3643435" y="290023"/>
                  </a:lnTo>
                  <a:lnTo>
                    <a:pt x="3644507" y="290071"/>
                  </a:lnTo>
                  <a:lnTo>
                    <a:pt x="3645579" y="290119"/>
                  </a:lnTo>
                  <a:lnTo>
                    <a:pt x="3646650" y="290166"/>
                  </a:lnTo>
                  <a:lnTo>
                    <a:pt x="3647722" y="290214"/>
                  </a:lnTo>
                  <a:lnTo>
                    <a:pt x="3648793" y="290261"/>
                  </a:lnTo>
                  <a:lnTo>
                    <a:pt x="3649865" y="290307"/>
                  </a:lnTo>
                  <a:lnTo>
                    <a:pt x="3650937" y="290354"/>
                  </a:lnTo>
                  <a:lnTo>
                    <a:pt x="3652008" y="290400"/>
                  </a:lnTo>
                  <a:lnTo>
                    <a:pt x="3653080" y="290446"/>
                  </a:lnTo>
                  <a:lnTo>
                    <a:pt x="3654151" y="290492"/>
                  </a:lnTo>
                  <a:lnTo>
                    <a:pt x="3655223" y="290537"/>
                  </a:lnTo>
                  <a:lnTo>
                    <a:pt x="3656295" y="290582"/>
                  </a:lnTo>
                  <a:lnTo>
                    <a:pt x="3657366" y="290627"/>
                  </a:lnTo>
                  <a:lnTo>
                    <a:pt x="3658438" y="290672"/>
                  </a:lnTo>
                  <a:lnTo>
                    <a:pt x="3659509" y="290717"/>
                  </a:lnTo>
                  <a:lnTo>
                    <a:pt x="3660581" y="290761"/>
                  </a:lnTo>
                  <a:lnTo>
                    <a:pt x="3661653" y="290805"/>
                  </a:lnTo>
                  <a:lnTo>
                    <a:pt x="3662724" y="290848"/>
                  </a:lnTo>
                  <a:lnTo>
                    <a:pt x="3663796" y="290892"/>
                  </a:lnTo>
                  <a:lnTo>
                    <a:pt x="3664867" y="290935"/>
                  </a:lnTo>
                  <a:lnTo>
                    <a:pt x="3665939" y="290978"/>
                  </a:lnTo>
                  <a:lnTo>
                    <a:pt x="3667011" y="291021"/>
                  </a:lnTo>
                  <a:lnTo>
                    <a:pt x="3668082" y="291063"/>
                  </a:lnTo>
                  <a:lnTo>
                    <a:pt x="3669154" y="291105"/>
                  </a:lnTo>
                  <a:lnTo>
                    <a:pt x="3670225" y="291147"/>
                  </a:lnTo>
                  <a:lnTo>
                    <a:pt x="3671297" y="291189"/>
                  </a:lnTo>
                  <a:lnTo>
                    <a:pt x="3672369" y="291230"/>
                  </a:lnTo>
                  <a:lnTo>
                    <a:pt x="3673440" y="291272"/>
                  </a:lnTo>
                  <a:lnTo>
                    <a:pt x="3674512" y="291313"/>
                  </a:lnTo>
                  <a:lnTo>
                    <a:pt x="3675583" y="291353"/>
                  </a:lnTo>
                  <a:lnTo>
                    <a:pt x="3676655" y="291394"/>
                  </a:lnTo>
                  <a:lnTo>
                    <a:pt x="3677727" y="291434"/>
                  </a:lnTo>
                  <a:lnTo>
                    <a:pt x="3678798" y="291474"/>
                  </a:lnTo>
                  <a:lnTo>
                    <a:pt x="3679870" y="291514"/>
                  </a:lnTo>
                  <a:lnTo>
                    <a:pt x="3680941" y="291553"/>
                  </a:lnTo>
                  <a:lnTo>
                    <a:pt x="3682013" y="291593"/>
                  </a:lnTo>
                  <a:lnTo>
                    <a:pt x="3683085" y="291632"/>
                  </a:lnTo>
                  <a:lnTo>
                    <a:pt x="3684156" y="291671"/>
                  </a:lnTo>
                  <a:lnTo>
                    <a:pt x="3685228" y="291709"/>
                  </a:lnTo>
                  <a:lnTo>
                    <a:pt x="3686299" y="291747"/>
                  </a:lnTo>
                  <a:lnTo>
                    <a:pt x="3687371" y="291785"/>
                  </a:lnTo>
                  <a:lnTo>
                    <a:pt x="3688443" y="291823"/>
                  </a:lnTo>
                  <a:lnTo>
                    <a:pt x="3689514" y="291861"/>
                  </a:lnTo>
                  <a:lnTo>
                    <a:pt x="3690586" y="291898"/>
                  </a:lnTo>
                  <a:lnTo>
                    <a:pt x="3691657" y="291935"/>
                  </a:lnTo>
                  <a:lnTo>
                    <a:pt x="3692729" y="291972"/>
                  </a:lnTo>
                  <a:lnTo>
                    <a:pt x="3693801" y="292009"/>
                  </a:lnTo>
                  <a:lnTo>
                    <a:pt x="3694872" y="292045"/>
                  </a:lnTo>
                  <a:lnTo>
                    <a:pt x="3695944" y="292081"/>
                  </a:lnTo>
                  <a:lnTo>
                    <a:pt x="3697015" y="292117"/>
                  </a:lnTo>
                  <a:lnTo>
                    <a:pt x="3698087" y="292153"/>
                  </a:lnTo>
                  <a:lnTo>
                    <a:pt x="3699159" y="292189"/>
                  </a:lnTo>
                  <a:lnTo>
                    <a:pt x="3700230" y="292224"/>
                  </a:lnTo>
                  <a:lnTo>
                    <a:pt x="3701302" y="292259"/>
                  </a:lnTo>
                  <a:lnTo>
                    <a:pt x="3702373" y="292294"/>
                  </a:lnTo>
                  <a:lnTo>
                    <a:pt x="3703445" y="292328"/>
                  </a:lnTo>
                  <a:lnTo>
                    <a:pt x="3704517" y="292362"/>
                  </a:lnTo>
                  <a:lnTo>
                    <a:pt x="3705588" y="292397"/>
                  </a:lnTo>
                  <a:lnTo>
                    <a:pt x="3706660" y="292430"/>
                  </a:lnTo>
                  <a:lnTo>
                    <a:pt x="3707731" y="292464"/>
                  </a:lnTo>
                  <a:lnTo>
                    <a:pt x="3708803" y="292497"/>
                  </a:lnTo>
                  <a:lnTo>
                    <a:pt x="3709875" y="292531"/>
                  </a:lnTo>
                  <a:lnTo>
                    <a:pt x="3710946" y="292563"/>
                  </a:lnTo>
                  <a:lnTo>
                    <a:pt x="3712018" y="292596"/>
                  </a:lnTo>
                  <a:lnTo>
                    <a:pt x="3713089" y="292629"/>
                  </a:lnTo>
                  <a:lnTo>
                    <a:pt x="3714161" y="292661"/>
                  </a:lnTo>
                  <a:lnTo>
                    <a:pt x="3715233" y="292693"/>
                  </a:lnTo>
                  <a:lnTo>
                    <a:pt x="3716304" y="292725"/>
                  </a:lnTo>
                  <a:lnTo>
                    <a:pt x="3717376" y="292756"/>
                  </a:lnTo>
                  <a:lnTo>
                    <a:pt x="3718447" y="292788"/>
                  </a:lnTo>
                  <a:lnTo>
                    <a:pt x="3719519" y="292819"/>
                  </a:lnTo>
                  <a:lnTo>
                    <a:pt x="3720591" y="292850"/>
                  </a:lnTo>
                  <a:lnTo>
                    <a:pt x="3721662" y="292880"/>
                  </a:lnTo>
                  <a:lnTo>
                    <a:pt x="3722734" y="292911"/>
                  </a:lnTo>
                  <a:lnTo>
                    <a:pt x="3723805" y="292941"/>
                  </a:lnTo>
                  <a:lnTo>
                    <a:pt x="3724877" y="292971"/>
                  </a:lnTo>
                  <a:lnTo>
                    <a:pt x="3725949" y="293001"/>
                  </a:lnTo>
                  <a:lnTo>
                    <a:pt x="3727020" y="293030"/>
                  </a:lnTo>
                  <a:lnTo>
                    <a:pt x="3728092" y="293060"/>
                  </a:lnTo>
                  <a:lnTo>
                    <a:pt x="3729163" y="293089"/>
                  </a:lnTo>
                  <a:lnTo>
                    <a:pt x="3730235" y="293118"/>
                  </a:lnTo>
                  <a:lnTo>
                    <a:pt x="3731306" y="293146"/>
                  </a:lnTo>
                  <a:lnTo>
                    <a:pt x="3732378" y="293175"/>
                  </a:lnTo>
                  <a:lnTo>
                    <a:pt x="3733450" y="293203"/>
                  </a:lnTo>
                  <a:lnTo>
                    <a:pt x="3734521" y="293231"/>
                  </a:lnTo>
                  <a:lnTo>
                    <a:pt x="3735593" y="293259"/>
                  </a:lnTo>
                  <a:lnTo>
                    <a:pt x="3736664" y="293286"/>
                  </a:lnTo>
                  <a:lnTo>
                    <a:pt x="3737736" y="293314"/>
                  </a:lnTo>
                  <a:lnTo>
                    <a:pt x="3738808" y="293341"/>
                  </a:lnTo>
                  <a:lnTo>
                    <a:pt x="3739879" y="293368"/>
                  </a:lnTo>
                  <a:lnTo>
                    <a:pt x="3740951" y="293394"/>
                  </a:lnTo>
                  <a:lnTo>
                    <a:pt x="3742022" y="293421"/>
                  </a:lnTo>
                  <a:lnTo>
                    <a:pt x="3743094" y="293447"/>
                  </a:lnTo>
                  <a:lnTo>
                    <a:pt x="3744166" y="293473"/>
                  </a:lnTo>
                  <a:lnTo>
                    <a:pt x="3745237" y="293499"/>
                  </a:lnTo>
                  <a:lnTo>
                    <a:pt x="3746309" y="293525"/>
                  </a:lnTo>
                  <a:lnTo>
                    <a:pt x="3747380" y="293550"/>
                  </a:lnTo>
                  <a:lnTo>
                    <a:pt x="3748452" y="293575"/>
                  </a:lnTo>
                  <a:lnTo>
                    <a:pt x="3749524" y="293600"/>
                  </a:lnTo>
                  <a:lnTo>
                    <a:pt x="3750595" y="293625"/>
                  </a:lnTo>
                  <a:lnTo>
                    <a:pt x="3751667" y="293650"/>
                  </a:lnTo>
                  <a:lnTo>
                    <a:pt x="3752738" y="293674"/>
                  </a:lnTo>
                  <a:lnTo>
                    <a:pt x="3753810" y="293698"/>
                  </a:lnTo>
                  <a:lnTo>
                    <a:pt x="3754882" y="293722"/>
                  </a:lnTo>
                  <a:lnTo>
                    <a:pt x="3755953" y="293746"/>
                  </a:lnTo>
                  <a:lnTo>
                    <a:pt x="3757025" y="293769"/>
                  </a:lnTo>
                  <a:lnTo>
                    <a:pt x="3758096" y="293793"/>
                  </a:lnTo>
                  <a:lnTo>
                    <a:pt x="3759168" y="293816"/>
                  </a:lnTo>
                  <a:lnTo>
                    <a:pt x="3760240" y="293838"/>
                  </a:lnTo>
                  <a:lnTo>
                    <a:pt x="3761311" y="293861"/>
                  </a:lnTo>
                  <a:lnTo>
                    <a:pt x="3762383" y="293884"/>
                  </a:lnTo>
                  <a:lnTo>
                    <a:pt x="3763454" y="293906"/>
                  </a:lnTo>
                  <a:lnTo>
                    <a:pt x="3764526" y="293928"/>
                  </a:lnTo>
                  <a:lnTo>
                    <a:pt x="3765598" y="293950"/>
                  </a:lnTo>
                  <a:lnTo>
                    <a:pt x="3766669" y="293971"/>
                  </a:lnTo>
                  <a:lnTo>
                    <a:pt x="3767741" y="293993"/>
                  </a:lnTo>
                  <a:lnTo>
                    <a:pt x="3768812" y="294014"/>
                  </a:lnTo>
                  <a:lnTo>
                    <a:pt x="3769884" y="294035"/>
                  </a:lnTo>
                  <a:lnTo>
                    <a:pt x="3770956" y="294056"/>
                  </a:lnTo>
                  <a:lnTo>
                    <a:pt x="3772027" y="294077"/>
                  </a:lnTo>
                  <a:lnTo>
                    <a:pt x="3773099" y="294097"/>
                  </a:lnTo>
                  <a:lnTo>
                    <a:pt x="3774170" y="294117"/>
                  </a:lnTo>
                  <a:lnTo>
                    <a:pt x="3775242" y="294137"/>
                  </a:lnTo>
                  <a:lnTo>
                    <a:pt x="3776314" y="294157"/>
                  </a:lnTo>
                  <a:lnTo>
                    <a:pt x="3777385" y="294177"/>
                  </a:lnTo>
                  <a:lnTo>
                    <a:pt x="3778457" y="294196"/>
                  </a:lnTo>
                  <a:lnTo>
                    <a:pt x="3779528" y="294215"/>
                  </a:lnTo>
                  <a:lnTo>
                    <a:pt x="3780600" y="294234"/>
                  </a:lnTo>
                  <a:lnTo>
                    <a:pt x="3781672" y="294253"/>
                  </a:lnTo>
                  <a:lnTo>
                    <a:pt x="3782743" y="294272"/>
                  </a:lnTo>
                  <a:lnTo>
                    <a:pt x="3783815" y="294290"/>
                  </a:lnTo>
                  <a:lnTo>
                    <a:pt x="3784886" y="294308"/>
                  </a:lnTo>
                  <a:lnTo>
                    <a:pt x="3785958" y="294326"/>
                  </a:lnTo>
                  <a:lnTo>
                    <a:pt x="3787030" y="294344"/>
                  </a:lnTo>
                  <a:lnTo>
                    <a:pt x="3788101" y="294361"/>
                  </a:lnTo>
                  <a:lnTo>
                    <a:pt x="3789173" y="294379"/>
                  </a:lnTo>
                  <a:lnTo>
                    <a:pt x="3790244" y="294396"/>
                  </a:lnTo>
                  <a:lnTo>
                    <a:pt x="3791316" y="294413"/>
                  </a:lnTo>
                  <a:lnTo>
                    <a:pt x="3792388" y="294430"/>
                  </a:lnTo>
                  <a:lnTo>
                    <a:pt x="3793459" y="294447"/>
                  </a:lnTo>
                  <a:lnTo>
                    <a:pt x="3794531" y="294463"/>
                  </a:lnTo>
                  <a:lnTo>
                    <a:pt x="3795602" y="294479"/>
                  </a:lnTo>
                  <a:lnTo>
                    <a:pt x="3796674" y="294495"/>
                  </a:lnTo>
                  <a:lnTo>
                    <a:pt x="3797746" y="294511"/>
                  </a:lnTo>
                  <a:lnTo>
                    <a:pt x="3798817" y="294527"/>
                  </a:lnTo>
                  <a:lnTo>
                    <a:pt x="3799889" y="294542"/>
                  </a:lnTo>
                  <a:lnTo>
                    <a:pt x="3800960" y="294557"/>
                  </a:lnTo>
                  <a:lnTo>
                    <a:pt x="3802032" y="294572"/>
                  </a:lnTo>
                  <a:lnTo>
                    <a:pt x="3803104" y="294587"/>
                  </a:lnTo>
                  <a:lnTo>
                    <a:pt x="3804175" y="294602"/>
                  </a:lnTo>
                  <a:lnTo>
                    <a:pt x="3805247" y="294616"/>
                  </a:lnTo>
                  <a:lnTo>
                    <a:pt x="3806318" y="294631"/>
                  </a:lnTo>
                  <a:lnTo>
                    <a:pt x="3807390" y="294645"/>
                  </a:lnTo>
                  <a:lnTo>
                    <a:pt x="3808462" y="294659"/>
                  </a:lnTo>
                  <a:lnTo>
                    <a:pt x="3809533" y="294672"/>
                  </a:lnTo>
                  <a:lnTo>
                    <a:pt x="3810605" y="294686"/>
                  </a:lnTo>
                  <a:lnTo>
                    <a:pt x="3811676" y="294699"/>
                  </a:lnTo>
                  <a:lnTo>
                    <a:pt x="3812748" y="294712"/>
                  </a:lnTo>
                  <a:lnTo>
                    <a:pt x="3813820" y="294725"/>
                  </a:lnTo>
                  <a:lnTo>
                    <a:pt x="3814891" y="294738"/>
                  </a:lnTo>
                  <a:lnTo>
                    <a:pt x="3815963" y="294751"/>
                  </a:lnTo>
                  <a:lnTo>
                    <a:pt x="3817034" y="294763"/>
                  </a:lnTo>
                  <a:lnTo>
                    <a:pt x="3818106" y="294775"/>
                  </a:lnTo>
                  <a:lnTo>
                    <a:pt x="3819178" y="294787"/>
                  </a:lnTo>
                  <a:lnTo>
                    <a:pt x="3820249" y="294799"/>
                  </a:lnTo>
                  <a:lnTo>
                    <a:pt x="3821321" y="294811"/>
                  </a:lnTo>
                  <a:lnTo>
                    <a:pt x="3822392" y="294822"/>
                  </a:lnTo>
                  <a:lnTo>
                    <a:pt x="3823464" y="294833"/>
                  </a:lnTo>
                  <a:lnTo>
                    <a:pt x="3824536" y="294845"/>
                  </a:lnTo>
                  <a:lnTo>
                    <a:pt x="3825607" y="294855"/>
                  </a:lnTo>
                  <a:lnTo>
                    <a:pt x="3826679" y="294866"/>
                  </a:lnTo>
                  <a:lnTo>
                    <a:pt x="3827750" y="294877"/>
                  </a:lnTo>
                  <a:lnTo>
                    <a:pt x="3828822" y="294887"/>
                  </a:lnTo>
                  <a:lnTo>
                    <a:pt x="3829894" y="294897"/>
                  </a:lnTo>
                  <a:lnTo>
                    <a:pt x="3830965" y="294907"/>
                  </a:lnTo>
                  <a:lnTo>
                    <a:pt x="3832037" y="294917"/>
                  </a:lnTo>
                  <a:lnTo>
                    <a:pt x="3833108" y="294927"/>
                  </a:lnTo>
                  <a:lnTo>
                    <a:pt x="3834180" y="294936"/>
                  </a:lnTo>
                  <a:lnTo>
                    <a:pt x="3835252" y="294945"/>
                  </a:lnTo>
                  <a:lnTo>
                    <a:pt x="3836323" y="294954"/>
                  </a:lnTo>
                  <a:lnTo>
                    <a:pt x="3837395" y="294963"/>
                  </a:lnTo>
                  <a:lnTo>
                    <a:pt x="3838466" y="294972"/>
                  </a:lnTo>
                  <a:lnTo>
                    <a:pt x="3839538" y="294980"/>
                  </a:lnTo>
                  <a:lnTo>
                    <a:pt x="3840610" y="294989"/>
                  </a:lnTo>
                  <a:lnTo>
                    <a:pt x="3841681" y="294997"/>
                  </a:lnTo>
                  <a:lnTo>
                    <a:pt x="3842753" y="295005"/>
                  </a:lnTo>
                  <a:lnTo>
                    <a:pt x="3843824" y="295013"/>
                  </a:lnTo>
                  <a:lnTo>
                    <a:pt x="3844896" y="295020"/>
                  </a:lnTo>
                  <a:lnTo>
                    <a:pt x="3845968" y="295028"/>
                  </a:lnTo>
                  <a:lnTo>
                    <a:pt x="3847039" y="295035"/>
                  </a:lnTo>
                  <a:lnTo>
                    <a:pt x="3848111" y="295042"/>
                  </a:lnTo>
                  <a:lnTo>
                    <a:pt x="3849182" y="295049"/>
                  </a:lnTo>
                  <a:lnTo>
                    <a:pt x="3850254" y="295056"/>
                  </a:lnTo>
                  <a:lnTo>
                    <a:pt x="3851326" y="295062"/>
                  </a:lnTo>
                  <a:lnTo>
                    <a:pt x="3852397" y="295069"/>
                  </a:lnTo>
                  <a:lnTo>
                    <a:pt x="3853469" y="295075"/>
                  </a:lnTo>
                  <a:lnTo>
                    <a:pt x="3854540" y="295081"/>
                  </a:lnTo>
                  <a:lnTo>
                    <a:pt x="3855612" y="295087"/>
                  </a:lnTo>
                  <a:lnTo>
                    <a:pt x="3856684" y="295093"/>
                  </a:lnTo>
                  <a:lnTo>
                    <a:pt x="3856684" y="1405550"/>
                  </a:lnTo>
                  <a:lnTo>
                    <a:pt x="3855612" y="1405065"/>
                  </a:lnTo>
                  <a:lnTo>
                    <a:pt x="3854540" y="1404580"/>
                  </a:lnTo>
                  <a:lnTo>
                    <a:pt x="3853469" y="1404094"/>
                  </a:lnTo>
                  <a:lnTo>
                    <a:pt x="3852397" y="1403609"/>
                  </a:lnTo>
                  <a:lnTo>
                    <a:pt x="3851326" y="1403124"/>
                  </a:lnTo>
                  <a:lnTo>
                    <a:pt x="3850254" y="1402638"/>
                  </a:lnTo>
                  <a:lnTo>
                    <a:pt x="3849182" y="1402152"/>
                  </a:lnTo>
                  <a:lnTo>
                    <a:pt x="3848111" y="1401666"/>
                  </a:lnTo>
                  <a:lnTo>
                    <a:pt x="3847039" y="1401180"/>
                  </a:lnTo>
                  <a:lnTo>
                    <a:pt x="3845968" y="1400694"/>
                  </a:lnTo>
                  <a:lnTo>
                    <a:pt x="3844896" y="1400208"/>
                  </a:lnTo>
                  <a:lnTo>
                    <a:pt x="3843824" y="1399721"/>
                  </a:lnTo>
                  <a:lnTo>
                    <a:pt x="3842753" y="1399235"/>
                  </a:lnTo>
                  <a:lnTo>
                    <a:pt x="3841681" y="1398748"/>
                  </a:lnTo>
                  <a:lnTo>
                    <a:pt x="3840610" y="1398261"/>
                  </a:lnTo>
                  <a:lnTo>
                    <a:pt x="3839538" y="1397774"/>
                  </a:lnTo>
                  <a:lnTo>
                    <a:pt x="3838466" y="1397287"/>
                  </a:lnTo>
                  <a:lnTo>
                    <a:pt x="3837395" y="1396799"/>
                  </a:lnTo>
                  <a:lnTo>
                    <a:pt x="3836323" y="1396312"/>
                  </a:lnTo>
                  <a:lnTo>
                    <a:pt x="3835252" y="1395824"/>
                  </a:lnTo>
                  <a:lnTo>
                    <a:pt x="3834180" y="1395337"/>
                  </a:lnTo>
                  <a:lnTo>
                    <a:pt x="3833108" y="1394849"/>
                  </a:lnTo>
                  <a:lnTo>
                    <a:pt x="3832037" y="1394361"/>
                  </a:lnTo>
                  <a:lnTo>
                    <a:pt x="3830965" y="1393873"/>
                  </a:lnTo>
                  <a:lnTo>
                    <a:pt x="3829894" y="1393384"/>
                  </a:lnTo>
                  <a:lnTo>
                    <a:pt x="3828822" y="1392896"/>
                  </a:lnTo>
                  <a:lnTo>
                    <a:pt x="3827750" y="1392407"/>
                  </a:lnTo>
                  <a:lnTo>
                    <a:pt x="3826679" y="1391919"/>
                  </a:lnTo>
                  <a:lnTo>
                    <a:pt x="3825607" y="1391430"/>
                  </a:lnTo>
                  <a:lnTo>
                    <a:pt x="3824536" y="1390941"/>
                  </a:lnTo>
                  <a:lnTo>
                    <a:pt x="3823464" y="1390452"/>
                  </a:lnTo>
                  <a:lnTo>
                    <a:pt x="3822392" y="1389963"/>
                  </a:lnTo>
                  <a:lnTo>
                    <a:pt x="3821321" y="1389473"/>
                  </a:lnTo>
                  <a:lnTo>
                    <a:pt x="3820249" y="1388984"/>
                  </a:lnTo>
                  <a:lnTo>
                    <a:pt x="3819178" y="1388494"/>
                  </a:lnTo>
                  <a:lnTo>
                    <a:pt x="3818106" y="1388005"/>
                  </a:lnTo>
                  <a:lnTo>
                    <a:pt x="3817034" y="1387515"/>
                  </a:lnTo>
                  <a:lnTo>
                    <a:pt x="3815963" y="1387025"/>
                  </a:lnTo>
                  <a:lnTo>
                    <a:pt x="3814891" y="1386535"/>
                  </a:lnTo>
                  <a:lnTo>
                    <a:pt x="3813820" y="1386044"/>
                  </a:lnTo>
                  <a:lnTo>
                    <a:pt x="3812748" y="1385554"/>
                  </a:lnTo>
                  <a:lnTo>
                    <a:pt x="3811676" y="1385063"/>
                  </a:lnTo>
                  <a:lnTo>
                    <a:pt x="3810605" y="1384573"/>
                  </a:lnTo>
                  <a:lnTo>
                    <a:pt x="3809533" y="1384082"/>
                  </a:lnTo>
                  <a:lnTo>
                    <a:pt x="3808462" y="1383591"/>
                  </a:lnTo>
                  <a:lnTo>
                    <a:pt x="3807390" y="1383100"/>
                  </a:lnTo>
                  <a:lnTo>
                    <a:pt x="3806318" y="1382609"/>
                  </a:lnTo>
                  <a:lnTo>
                    <a:pt x="3805247" y="1382117"/>
                  </a:lnTo>
                  <a:lnTo>
                    <a:pt x="3804175" y="1381626"/>
                  </a:lnTo>
                  <a:lnTo>
                    <a:pt x="3803104" y="1381134"/>
                  </a:lnTo>
                  <a:lnTo>
                    <a:pt x="3802032" y="1380643"/>
                  </a:lnTo>
                  <a:lnTo>
                    <a:pt x="3800960" y="1380151"/>
                  </a:lnTo>
                  <a:lnTo>
                    <a:pt x="3799889" y="1379659"/>
                  </a:lnTo>
                  <a:lnTo>
                    <a:pt x="3798817" y="1379167"/>
                  </a:lnTo>
                  <a:lnTo>
                    <a:pt x="3797746" y="1378674"/>
                  </a:lnTo>
                  <a:lnTo>
                    <a:pt x="3796674" y="1378182"/>
                  </a:lnTo>
                  <a:lnTo>
                    <a:pt x="3795602" y="1377689"/>
                  </a:lnTo>
                  <a:lnTo>
                    <a:pt x="3794531" y="1377197"/>
                  </a:lnTo>
                  <a:lnTo>
                    <a:pt x="3793459" y="1376704"/>
                  </a:lnTo>
                  <a:lnTo>
                    <a:pt x="3792388" y="1376211"/>
                  </a:lnTo>
                  <a:lnTo>
                    <a:pt x="3791316" y="1375718"/>
                  </a:lnTo>
                  <a:lnTo>
                    <a:pt x="3790244" y="1375225"/>
                  </a:lnTo>
                  <a:lnTo>
                    <a:pt x="3789173" y="1374732"/>
                  </a:lnTo>
                  <a:lnTo>
                    <a:pt x="3788101" y="1374238"/>
                  </a:lnTo>
                  <a:lnTo>
                    <a:pt x="3787030" y="1373745"/>
                  </a:lnTo>
                  <a:lnTo>
                    <a:pt x="3785958" y="1373251"/>
                  </a:lnTo>
                  <a:lnTo>
                    <a:pt x="3784886" y="1372757"/>
                  </a:lnTo>
                  <a:lnTo>
                    <a:pt x="3783815" y="1372263"/>
                  </a:lnTo>
                  <a:lnTo>
                    <a:pt x="3782743" y="1371769"/>
                  </a:lnTo>
                  <a:lnTo>
                    <a:pt x="3781672" y="1371275"/>
                  </a:lnTo>
                  <a:lnTo>
                    <a:pt x="3780600" y="1370781"/>
                  </a:lnTo>
                  <a:lnTo>
                    <a:pt x="3779528" y="1370286"/>
                  </a:lnTo>
                  <a:lnTo>
                    <a:pt x="3778457" y="1369792"/>
                  </a:lnTo>
                  <a:lnTo>
                    <a:pt x="3777385" y="1369297"/>
                  </a:lnTo>
                  <a:lnTo>
                    <a:pt x="3776314" y="1368802"/>
                  </a:lnTo>
                  <a:lnTo>
                    <a:pt x="3775242" y="1368307"/>
                  </a:lnTo>
                  <a:lnTo>
                    <a:pt x="3774170" y="1367812"/>
                  </a:lnTo>
                  <a:lnTo>
                    <a:pt x="3773099" y="1367317"/>
                  </a:lnTo>
                  <a:lnTo>
                    <a:pt x="3772027" y="1366822"/>
                  </a:lnTo>
                  <a:lnTo>
                    <a:pt x="3770956" y="1366327"/>
                  </a:lnTo>
                  <a:lnTo>
                    <a:pt x="3769884" y="1365831"/>
                  </a:lnTo>
                  <a:lnTo>
                    <a:pt x="3768812" y="1365335"/>
                  </a:lnTo>
                  <a:lnTo>
                    <a:pt x="3767741" y="1364839"/>
                  </a:lnTo>
                  <a:lnTo>
                    <a:pt x="3766669" y="1364344"/>
                  </a:lnTo>
                  <a:lnTo>
                    <a:pt x="3765598" y="1363848"/>
                  </a:lnTo>
                  <a:lnTo>
                    <a:pt x="3764526" y="1363351"/>
                  </a:lnTo>
                  <a:lnTo>
                    <a:pt x="3763454" y="1362855"/>
                  </a:lnTo>
                  <a:lnTo>
                    <a:pt x="3762383" y="1362359"/>
                  </a:lnTo>
                  <a:lnTo>
                    <a:pt x="3761311" y="1361862"/>
                  </a:lnTo>
                  <a:lnTo>
                    <a:pt x="3760240" y="1361365"/>
                  </a:lnTo>
                  <a:lnTo>
                    <a:pt x="3759168" y="1360869"/>
                  </a:lnTo>
                  <a:lnTo>
                    <a:pt x="3758096" y="1360372"/>
                  </a:lnTo>
                  <a:lnTo>
                    <a:pt x="3757025" y="1359875"/>
                  </a:lnTo>
                  <a:lnTo>
                    <a:pt x="3755953" y="1359378"/>
                  </a:lnTo>
                  <a:lnTo>
                    <a:pt x="3754882" y="1358880"/>
                  </a:lnTo>
                  <a:lnTo>
                    <a:pt x="3753810" y="1358383"/>
                  </a:lnTo>
                  <a:lnTo>
                    <a:pt x="3752738" y="1357886"/>
                  </a:lnTo>
                  <a:lnTo>
                    <a:pt x="3751667" y="1357388"/>
                  </a:lnTo>
                  <a:lnTo>
                    <a:pt x="3750595" y="1356890"/>
                  </a:lnTo>
                  <a:lnTo>
                    <a:pt x="3749524" y="1356392"/>
                  </a:lnTo>
                  <a:lnTo>
                    <a:pt x="3748452" y="1355894"/>
                  </a:lnTo>
                  <a:lnTo>
                    <a:pt x="3747380" y="1355396"/>
                  </a:lnTo>
                  <a:lnTo>
                    <a:pt x="3746309" y="1354898"/>
                  </a:lnTo>
                  <a:lnTo>
                    <a:pt x="3745237" y="1354400"/>
                  </a:lnTo>
                  <a:lnTo>
                    <a:pt x="3744166" y="1353901"/>
                  </a:lnTo>
                  <a:lnTo>
                    <a:pt x="3743094" y="1353403"/>
                  </a:lnTo>
                  <a:lnTo>
                    <a:pt x="3742022" y="1352904"/>
                  </a:lnTo>
                  <a:lnTo>
                    <a:pt x="3740951" y="1352405"/>
                  </a:lnTo>
                  <a:lnTo>
                    <a:pt x="3739879" y="1351906"/>
                  </a:lnTo>
                  <a:lnTo>
                    <a:pt x="3738808" y="1351407"/>
                  </a:lnTo>
                  <a:lnTo>
                    <a:pt x="3737736" y="1350908"/>
                  </a:lnTo>
                  <a:lnTo>
                    <a:pt x="3736664" y="1350409"/>
                  </a:lnTo>
                  <a:lnTo>
                    <a:pt x="3735593" y="1349909"/>
                  </a:lnTo>
                  <a:lnTo>
                    <a:pt x="3734521" y="1349410"/>
                  </a:lnTo>
                  <a:lnTo>
                    <a:pt x="3733450" y="1348910"/>
                  </a:lnTo>
                  <a:lnTo>
                    <a:pt x="3732378" y="1348411"/>
                  </a:lnTo>
                  <a:lnTo>
                    <a:pt x="3731306" y="1347911"/>
                  </a:lnTo>
                  <a:lnTo>
                    <a:pt x="3730235" y="1347411"/>
                  </a:lnTo>
                  <a:lnTo>
                    <a:pt x="3729163" y="1346911"/>
                  </a:lnTo>
                  <a:lnTo>
                    <a:pt x="3728092" y="1346410"/>
                  </a:lnTo>
                  <a:lnTo>
                    <a:pt x="3727020" y="1345910"/>
                  </a:lnTo>
                  <a:lnTo>
                    <a:pt x="3725949" y="1345410"/>
                  </a:lnTo>
                  <a:lnTo>
                    <a:pt x="3724877" y="1344909"/>
                  </a:lnTo>
                  <a:lnTo>
                    <a:pt x="3723805" y="1344409"/>
                  </a:lnTo>
                  <a:lnTo>
                    <a:pt x="3722734" y="1343908"/>
                  </a:lnTo>
                  <a:lnTo>
                    <a:pt x="3721662" y="1343407"/>
                  </a:lnTo>
                  <a:lnTo>
                    <a:pt x="3720591" y="1342906"/>
                  </a:lnTo>
                  <a:lnTo>
                    <a:pt x="3719519" y="1342405"/>
                  </a:lnTo>
                  <a:lnTo>
                    <a:pt x="3718447" y="1341904"/>
                  </a:lnTo>
                  <a:lnTo>
                    <a:pt x="3717376" y="1341402"/>
                  </a:lnTo>
                  <a:lnTo>
                    <a:pt x="3716304" y="1340901"/>
                  </a:lnTo>
                  <a:lnTo>
                    <a:pt x="3715233" y="1340399"/>
                  </a:lnTo>
                  <a:lnTo>
                    <a:pt x="3714161" y="1339898"/>
                  </a:lnTo>
                  <a:lnTo>
                    <a:pt x="3713089" y="1339396"/>
                  </a:lnTo>
                  <a:lnTo>
                    <a:pt x="3712018" y="1338894"/>
                  </a:lnTo>
                  <a:lnTo>
                    <a:pt x="3710946" y="1338392"/>
                  </a:lnTo>
                  <a:lnTo>
                    <a:pt x="3709875" y="1337890"/>
                  </a:lnTo>
                  <a:lnTo>
                    <a:pt x="3708803" y="1337388"/>
                  </a:lnTo>
                  <a:lnTo>
                    <a:pt x="3707731" y="1336886"/>
                  </a:lnTo>
                  <a:lnTo>
                    <a:pt x="3706660" y="1336383"/>
                  </a:lnTo>
                  <a:lnTo>
                    <a:pt x="3705588" y="1335881"/>
                  </a:lnTo>
                  <a:lnTo>
                    <a:pt x="3704517" y="1335378"/>
                  </a:lnTo>
                  <a:lnTo>
                    <a:pt x="3703445" y="1334875"/>
                  </a:lnTo>
                  <a:lnTo>
                    <a:pt x="3702373" y="1334372"/>
                  </a:lnTo>
                  <a:lnTo>
                    <a:pt x="3701302" y="1333869"/>
                  </a:lnTo>
                  <a:lnTo>
                    <a:pt x="3700230" y="1333366"/>
                  </a:lnTo>
                  <a:lnTo>
                    <a:pt x="3699159" y="1332863"/>
                  </a:lnTo>
                  <a:lnTo>
                    <a:pt x="3698087" y="1332360"/>
                  </a:lnTo>
                  <a:lnTo>
                    <a:pt x="3697015" y="1331857"/>
                  </a:lnTo>
                  <a:lnTo>
                    <a:pt x="3695944" y="1331353"/>
                  </a:lnTo>
                  <a:lnTo>
                    <a:pt x="3694872" y="1330849"/>
                  </a:lnTo>
                  <a:lnTo>
                    <a:pt x="3693801" y="1330346"/>
                  </a:lnTo>
                  <a:lnTo>
                    <a:pt x="3692729" y="1329842"/>
                  </a:lnTo>
                  <a:lnTo>
                    <a:pt x="3691657" y="1329338"/>
                  </a:lnTo>
                  <a:lnTo>
                    <a:pt x="3690586" y="1328834"/>
                  </a:lnTo>
                  <a:lnTo>
                    <a:pt x="3689514" y="1328330"/>
                  </a:lnTo>
                  <a:lnTo>
                    <a:pt x="3688443" y="1327826"/>
                  </a:lnTo>
                  <a:lnTo>
                    <a:pt x="3687371" y="1327321"/>
                  </a:lnTo>
                  <a:lnTo>
                    <a:pt x="3686299" y="1326817"/>
                  </a:lnTo>
                  <a:lnTo>
                    <a:pt x="3685228" y="1326313"/>
                  </a:lnTo>
                  <a:lnTo>
                    <a:pt x="3684156" y="1325808"/>
                  </a:lnTo>
                  <a:lnTo>
                    <a:pt x="3683085" y="1325303"/>
                  </a:lnTo>
                  <a:lnTo>
                    <a:pt x="3682013" y="1324798"/>
                  </a:lnTo>
                  <a:lnTo>
                    <a:pt x="3680941" y="1324293"/>
                  </a:lnTo>
                  <a:lnTo>
                    <a:pt x="3679870" y="1323788"/>
                  </a:lnTo>
                  <a:lnTo>
                    <a:pt x="3678798" y="1323283"/>
                  </a:lnTo>
                  <a:lnTo>
                    <a:pt x="3677727" y="1322778"/>
                  </a:lnTo>
                  <a:lnTo>
                    <a:pt x="3676655" y="1322273"/>
                  </a:lnTo>
                  <a:lnTo>
                    <a:pt x="3675583" y="1321767"/>
                  </a:lnTo>
                  <a:lnTo>
                    <a:pt x="3674512" y="1321262"/>
                  </a:lnTo>
                  <a:lnTo>
                    <a:pt x="3673440" y="1320756"/>
                  </a:lnTo>
                  <a:lnTo>
                    <a:pt x="3672369" y="1320250"/>
                  </a:lnTo>
                  <a:lnTo>
                    <a:pt x="3671297" y="1319745"/>
                  </a:lnTo>
                  <a:lnTo>
                    <a:pt x="3670225" y="1319239"/>
                  </a:lnTo>
                  <a:lnTo>
                    <a:pt x="3669154" y="1318733"/>
                  </a:lnTo>
                  <a:lnTo>
                    <a:pt x="3668082" y="1318227"/>
                  </a:lnTo>
                  <a:lnTo>
                    <a:pt x="3667011" y="1317720"/>
                  </a:lnTo>
                  <a:lnTo>
                    <a:pt x="3665939" y="1317214"/>
                  </a:lnTo>
                  <a:lnTo>
                    <a:pt x="3664867" y="1316708"/>
                  </a:lnTo>
                  <a:lnTo>
                    <a:pt x="3663796" y="1316201"/>
                  </a:lnTo>
                  <a:lnTo>
                    <a:pt x="3662724" y="1315694"/>
                  </a:lnTo>
                  <a:lnTo>
                    <a:pt x="3661653" y="1315188"/>
                  </a:lnTo>
                  <a:lnTo>
                    <a:pt x="3660581" y="1314681"/>
                  </a:lnTo>
                  <a:lnTo>
                    <a:pt x="3659509" y="1314174"/>
                  </a:lnTo>
                  <a:lnTo>
                    <a:pt x="3658438" y="1313667"/>
                  </a:lnTo>
                  <a:lnTo>
                    <a:pt x="3657366" y="1313160"/>
                  </a:lnTo>
                  <a:lnTo>
                    <a:pt x="3656295" y="1312653"/>
                  </a:lnTo>
                  <a:lnTo>
                    <a:pt x="3655223" y="1312146"/>
                  </a:lnTo>
                  <a:lnTo>
                    <a:pt x="3654151" y="1311638"/>
                  </a:lnTo>
                  <a:lnTo>
                    <a:pt x="3653080" y="1311131"/>
                  </a:lnTo>
                  <a:lnTo>
                    <a:pt x="3652008" y="1310623"/>
                  </a:lnTo>
                  <a:lnTo>
                    <a:pt x="3650937" y="1310116"/>
                  </a:lnTo>
                  <a:lnTo>
                    <a:pt x="3649865" y="1309608"/>
                  </a:lnTo>
                  <a:lnTo>
                    <a:pt x="3648793" y="1309100"/>
                  </a:lnTo>
                  <a:lnTo>
                    <a:pt x="3647722" y="1308592"/>
                  </a:lnTo>
                  <a:lnTo>
                    <a:pt x="3646650" y="1308084"/>
                  </a:lnTo>
                  <a:lnTo>
                    <a:pt x="3645579" y="1307576"/>
                  </a:lnTo>
                  <a:lnTo>
                    <a:pt x="3644507" y="1307068"/>
                  </a:lnTo>
                  <a:lnTo>
                    <a:pt x="3643435" y="1306560"/>
                  </a:lnTo>
                  <a:lnTo>
                    <a:pt x="3642364" y="1306051"/>
                  </a:lnTo>
                  <a:lnTo>
                    <a:pt x="3641292" y="1305543"/>
                  </a:lnTo>
                  <a:lnTo>
                    <a:pt x="3640221" y="1305034"/>
                  </a:lnTo>
                  <a:lnTo>
                    <a:pt x="3639149" y="1304526"/>
                  </a:lnTo>
                  <a:lnTo>
                    <a:pt x="3638077" y="1304017"/>
                  </a:lnTo>
                  <a:lnTo>
                    <a:pt x="3637006" y="1303508"/>
                  </a:lnTo>
                  <a:lnTo>
                    <a:pt x="3635934" y="1302999"/>
                  </a:lnTo>
                  <a:lnTo>
                    <a:pt x="3634863" y="1302490"/>
                  </a:lnTo>
                  <a:lnTo>
                    <a:pt x="3633791" y="1301981"/>
                  </a:lnTo>
                  <a:lnTo>
                    <a:pt x="3632719" y="1301472"/>
                  </a:lnTo>
                  <a:lnTo>
                    <a:pt x="3631648" y="1300963"/>
                  </a:lnTo>
                  <a:lnTo>
                    <a:pt x="3630576" y="1300454"/>
                  </a:lnTo>
                  <a:lnTo>
                    <a:pt x="3629505" y="1299944"/>
                  </a:lnTo>
                  <a:lnTo>
                    <a:pt x="3628433" y="1299435"/>
                  </a:lnTo>
                  <a:lnTo>
                    <a:pt x="3627361" y="1298925"/>
                  </a:lnTo>
                  <a:lnTo>
                    <a:pt x="3626290" y="1298416"/>
                  </a:lnTo>
                  <a:lnTo>
                    <a:pt x="3625218" y="1297906"/>
                  </a:lnTo>
                  <a:lnTo>
                    <a:pt x="3624147" y="1297396"/>
                  </a:lnTo>
                  <a:lnTo>
                    <a:pt x="3623075" y="1296886"/>
                  </a:lnTo>
                  <a:lnTo>
                    <a:pt x="3622003" y="1296376"/>
                  </a:lnTo>
                  <a:lnTo>
                    <a:pt x="3620932" y="1295866"/>
                  </a:lnTo>
                  <a:lnTo>
                    <a:pt x="3619860" y="1295356"/>
                  </a:lnTo>
                  <a:lnTo>
                    <a:pt x="3618789" y="1294846"/>
                  </a:lnTo>
                  <a:lnTo>
                    <a:pt x="3617717" y="1294336"/>
                  </a:lnTo>
                  <a:lnTo>
                    <a:pt x="3616645" y="1293825"/>
                  </a:lnTo>
                  <a:lnTo>
                    <a:pt x="3615574" y="1293315"/>
                  </a:lnTo>
                  <a:lnTo>
                    <a:pt x="3614502" y="1292804"/>
                  </a:lnTo>
                  <a:lnTo>
                    <a:pt x="3613431" y="1292294"/>
                  </a:lnTo>
                  <a:lnTo>
                    <a:pt x="3612359" y="1291783"/>
                  </a:lnTo>
                  <a:lnTo>
                    <a:pt x="3611287" y="1291272"/>
                  </a:lnTo>
                  <a:lnTo>
                    <a:pt x="3610216" y="1290761"/>
                  </a:lnTo>
                  <a:lnTo>
                    <a:pt x="3609144" y="1290250"/>
                  </a:lnTo>
                  <a:lnTo>
                    <a:pt x="3608073" y="1289739"/>
                  </a:lnTo>
                  <a:lnTo>
                    <a:pt x="3607001" y="1289228"/>
                  </a:lnTo>
                  <a:lnTo>
                    <a:pt x="3605929" y="1288717"/>
                  </a:lnTo>
                  <a:lnTo>
                    <a:pt x="3604858" y="1288206"/>
                  </a:lnTo>
                  <a:lnTo>
                    <a:pt x="3603786" y="1287695"/>
                  </a:lnTo>
                  <a:lnTo>
                    <a:pt x="3602715" y="1287183"/>
                  </a:lnTo>
                  <a:lnTo>
                    <a:pt x="3601643" y="1286672"/>
                  </a:lnTo>
                  <a:lnTo>
                    <a:pt x="3600571" y="1286160"/>
                  </a:lnTo>
                  <a:lnTo>
                    <a:pt x="3599500" y="1285649"/>
                  </a:lnTo>
                  <a:lnTo>
                    <a:pt x="3598428" y="1285137"/>
                  </a:lnTo>
                  <a:lnTo>
                    <a:pt x="3597357" y="1284625"/>
                  </a:lnTo>
                  <a:lnTo>
                    <a:pt x="3596285" y="1284113"/>
                  </a:lnTo>
                  <a:lnTo>
                    <a:pt x="3595213" y="1283601"/>
                  </a:lnTo>
                  <a:lnTo>
                    <a:pt x="3594142" y="1283089"/>
                  </a:lnTo>
                  <a:lnTo>
                    <a:pt x="3593070" y="1282577"/>
                  </a:lnTo>
                  <a:lnTo>
                    <a:pt x="3591999" y="1282065"/>
                  </a:lnTo>
                  <a:lnTo>
                    <a:pt x="3590927" y="1281553"/>
                  </a:lnTo>
                  <a:lnTo>
                    <a:pt x="3589855" y="1281041"/>
                  </a:lnTo>
                  <a:lnTo>
                    <a:pt x="3588784" y="1280528"/>
                  </a:lnTo>
                  <a:lnTo>
                    <a:pt x="3587712" y="1280016"/>
                  </a:lnTo>
                  <a:lnTo>
                    <a:pt x="3586641" y="1279504"/>
                  </a:lnTo>
                  <a:lnTo>
                    <a:pt x="3585569" y="1278991"/>
                  </a:lnTo>
                  <a:lnTo>
                    <a:pt x="3584497" y="1278478"/>
                  </a:lnTo>
                  <a:lnTo>
                    <a:pt x="3583426" y="1277966"/>
                  </a:lnTo>
                  <a:lnTo>
                    <a:pt x="3582354" y="1277453"/>
                  </a:lnTo>
                  <a:lnTo>
                    <a:pt x="3581283" y="1276940"/>
                  </a:lnTo>
                  <a:lnTo>
                    <a:pt x="3580211" y="1276427"/>
                  </a:lnTo>
                  <a:lnTo>
                    <a:pt x="3579139" y="1275914"/>
                  </a:lnTo>
                  <a:lnTo>
                    <a:pt x="3578068" y="1275401"/>
                  </a:lnTo>
                  <a:lnTo>
                    <a:pt x="3576996" y="1274888"/>
                  </a:lnTo>
                  <a:lnTo>
                    <a:pt x="3575925" y="1274375"/>
                  </a:lnTo>
                  <a:lnTo>
                    <a:pt x="3574853" y="1273862"/>
                  </a:lnTo>
                  <a:lnTo>
                    <a:pt x="3573781" y="1273349"/>
                  </a:lnTo>
                  <a:lnTo>
                    <a:pt x="3572710" y="1272835"/>
                  </a:lnTo>
                  <a:lnTo>
                    <a:pt x="3571638" y="1272322"/>
                  </a:lnTo>
                  <a:lnTo>
                    <a:pt x="3570567" y="1271809"/>
                  </a:lnTo>
                  <a:lnTo>
                    <a:pt x="3569495" y="1271295"/>
                  </a:lnTo>
                  <a:lnTo>
                    <a:pt x="3568423" y="1270781"/>
                  </a:lnTo>
                  <a:lnTo>
                    <a:pt x="3567352" y="1270268"/>
                  </a:lnTo>
                  <a:lnTo>
                    <a:pt x="3566280" y="1269754"/>
                  </a:lnTo>
                  <a:lnTo>
                    <a:pt x="3565209" y="1269240"/>
                  </a:lnTo>
                  <a:lnTo>
                    <a:pt x="3564137" y="1268727"/>
                  </a:lnTo>
                  <a:lnTo>
                    <a:pt x="3563065" y="1268213"/>
                  </a:lnTo>
                  <a:lnTo>
                    <a:pt x="3561994" y="1267699"/>
                  </a:lnTo>
                  <a:lnTo>
                    <a:pt x="3560922" y="1267185"/>
                  </a:lnTo>
                  <a:lnTo>
                    <a:pt x="3559851" y="1266671"/>
                  </a:lnTo>
                  <a:lnTo>
                    <a:pt x="3558779" y="1266157"/>
                  </a:lnTo>
                  <a:lnTo>
                    <a:pt x="3557707" y="1265642"/>
                  </a:lnTo>
                  <a:lnTo>
                    <a:pt x="3556636" y="1265128"/>
                  </a:lnTo>
                  <a:lnTo>
                    <a:pt x="3555564" y="1264614"/>
                  </a:lnTo>
                  <a:lnTo>
                    <a:pt x="3554493" y="1264100"/>
                  </a:lnTo>
                  <a:lnTo>
                    <a:pt x="3553421" y="1263585"/>
                  </a:lnTo>
                  <a:lnTo>
                    <a:pt x="3552349" y="1263071"/>
                  </a:lnTo>
                  <a:lnTo>
                    <a:pt x="3551278" y="1262556"/>
                  </a:lnTo>
                  <a:lnTo>
                    <a:pt x="3550206" y="1262042"/>
                  </a:lnTo>
                  <a:lnTo>
                    <a:pt x="3549135" y="1261527"/>
                  </a:lnTo>
                  <a:lnTo>
                    <a:pt x="3548063" y="1261012"/>
                  </a:lnTo>
                  <a:lnTo>
                    <a:pt x="3546992" y="1260498"/>
                  </a:lnTo>
                  <a:lnTo>
                    <a:pt x="3545920" y="1259983"/>
                  </a:lnTo>
                  <a:lnTo>
                    <a:pt x="3544848" y="1259468"/>
                  </a:lnTo>
                  <a:lnTo>
                    <a:pt x="3543777" y="1258953"/>
                  </a:lnTo>
                  <a:lnTo>
                    <a:pt x="3542705" y="1258438"/>
                  </a:lnTo>
                  <a:lnTo>
                    <a:pt x="3541634" y="1257923"/>
                  </a:lnTo>
                  <a:lnTo>
                    <a:pt x="3540562" y="1257408"/>
                  </a:lnTo>
                  <a:lnTo>
                    <a:pt x="3539490" y="1256893"/>
                  </a:lnTo>
                  <a:lnTo>
                    <a:pt x="3538419" y="1256378"/>
                  </a:lnTo>
                  <a:lnTo>
                    <a:pt x="3537347" y="1255863"/>
                  </a:lnTo>
                  <a:lnTo>
                    <a:pt x="3536276" y="1255348"/>
                  </a:lnTo>
                  <a:lnTo>
                    <a:pt x="3535204" y="1254832"/>
                  </a:lnTo>
                  <a:lnTo>
                    <a:pt x="3534132" y="1254317"/>
                  </a:lnTo>
                  <a:lnTo>
                    <a:pt x="3533061" y="1253802"/>
                  </a:lnTo>
                  <a:lnTo>
                    <a:pt x="3531989" y="1253286"/>
                  </a:lnTo>
                  <a:lnTo>
                    <a:pt x="3530918" y="1252771"/>
                  </a:lnTo>
                  <a:lnTo>
                    <a:pt x="3529846" y="1252255"/>
                  </a:lnTo>
                  <a:lnTo>
                    <a:pt x="3528774" y="1251740"/>
                  </a:lnTo>
                  <a:lnTo>
                    <a:pt x="3527703" y="1251224"/>
                  </a:lnTo>
                  <a:lnTo>
                    <a:pt x="3526631" y="1250709"/>
                  </a:lnTo>
                  <a:lnTo>
                    <a:pt x="3525560" y="1250193"/>
                  </a:lnTo>
                  <a:lnTo>
                    <a:pt x="3524488" y="1249677"/>
                  </a:lnTo>
                  <a:lnTo>
                    <a:pt x="3523416" y="1249161"/>
                  </a:lnTo>
                  <a:lnTo>
                    <a:pt x="3522345" y="1248646"/>
                  </a:lnTo>
                  <a:lnTo>
                    <a:pt x="3521273" y="1248130"/>
                  </a:lnTo>
                  <a:lnTo>
                    <a:pt x="3520202" y="1247614"/>
                  </a:lnTo>
                  <a:lnTo>
                    <a:pt x="3519130" y="1247098"/>
                  </a:lnTo>
                  <a:lnTo>
                    <a:pt x="3518058" y="1246582"/>
                  </a:lnTo>
                  <a:lnTo>
                    <a:pt x="3516987" y="1246066"/>
                  </a:lnTo>
                  <a:lnTo>
                    <a:pt x="3515915" y="1245550"/>
                  </a:lnTo>
                  <a:lnTo>
                    <a:pt x="3514844" y="1245034"/>
                  </a:lnTo>
                  <a:lnTo>
                    <a:pt x="3513772" y="1244518"/>
                  </a:lnTo>
                  <a:lnTo>
                    <a:pt x="3512700" y="1244002"/>
                  </a:lnTo>
                  <a:lnTo>
                    <a:pt x="3511629" y="1243485"/>
                  </a:lnTo>
                  <a:lnTo>
                    <a:pt x="3510557" y="1242969"/>
                  </a:lnTo>
                  <a:lnTo>
                    <a:pt x="3509486" y="1242453"/>
                  </a:lnTo>
                  <a:lnTo>
                    <a:pt x="3508414" y="1241937"/>
                  </a:lnTo>
                  <a:lnTo>
                    <a:pt x="3507342" y="1241420"/>
                  </a:lnTo>
                  <a:lnTo>
                    <a:pt x="3506271" y="1240904"/>
                  </a:lnTo>
                  <a:lnTo>
                    <a:pt x="3505199" y="1240387"/>
                  </a:lnTo>
                  <a:lnTo>
                    <a:pt x="3504128" y="1239871"/>
                  </a:lnTo>
                  <a:lnTo>
                    <a:pt x="3503056" y="1239354"/>
                  </a:lnTo>
                  <a:lnTo>
                    <a:pt x="3501984" y="1238838"/>
                  </a:lnTo>
                  <a:lnTo>
                    <a:pt x="3500913" y="1238321"/>
                  </a:lnTo>
                  <a:lnTo>
                    <a:pt x="3499841" y="1237805"/>
                  </a:lnTo>
                  <a:lnTo>
                    <a:pt x="3498770" y="1237288"/>
                  </a:lnTo>
                  <a:lnTo>
                    <a:pt x="3497698" y="1236772"/>
                  </a:lnTo>
                  <a:lnTo>
                    <a:pt x="3496626" y="1236255"/>
                  </a:lnTo>
                  <a:lnTo>
                    <a:pt x="3495555" y="1235738"/>
                  </a:lnTo>
                  <a:lnTo>
                    <a:pt x="3494483" y="1235222"/>
                  </a:lnTo>
                  <a:lnTo>
                    <a:pt x="3493412" y="1234705"/>
                  </a:lnTo>
                  <a:lnTo>
                    <a:pt x="3492340" y="1234188"/>
                  </a:lnTo>
                  <a:lnTo>
                    <a:pt x="3491268" y="1233671"/>
                  </a:lnTo>
                  <a:lnTo>
                    <a:pt x="3490197" y="1233154"/>
                  </a:lnTo>
                  <a:lnTo>
                    <a:pt x="3489125" y="1232638"/>
                  </a:lnTo>
                  <a:lnTo>
                    <a:pt x="3488054" y="1232121"/>
                  </a:lnTo>
                  <a:lnTo>
                    <a:pt x="3486982" y="1231604"/>
                  </a:lnTo>
                  <a:lnTo>
                    <a:pt x="3485910" y="1231087"/>
                  </a:lnTo>
                  <a:lnTo>
                    <a:pt x="3484839" y="1230570"/>
                  </a:lnTo>
                  <a:lnTo>
                    <a:pt x="3483767" y="1230053"/>
                  </a:lnTo>
                  <a:lnTo>
                    <a:pt x="3482696" y="1229536"/>
                  </a:lnTo>
                  <a:lnTo>
                    <a:pt x="3481624" y="1229019"/>
                  </a:lnTo>
                  <a:lnTo>
                    <a:pt x="3480552" y="1228502"/>
                  </a:lnTo>
                  <a:lnTo>
                    <a:pt x="3479481" y="1227985"/>
                  </a:lnTo>
                  <a:lnTo>
                    <a:pt x="3478409" y="1227468"/>
                  </a:lnTo>
                  <a:lnTo>
                    <a:pt x="3477338" y="1226951"/>
                  </a:lnTo>
                  <a:lnTo>
                    <a:pt x="3476266" y="1226434"/>
                  </a:lnTo>
                  <a:lnTo>
                    <a:pt x="3475194" y="1225916"/>
                  </a:lnTo>
                  <a:lnTo>
                    <a:pt x="3474123" y="1225399"/>
                  </a:lnTo>
                  <a:lnTo>
                    <a:pt x="3473051" y="1224882"/>
                  </a:lnTo>
                  <a:lnTo>
                    <a:pt x="3471980" y="1224365"/>
                  </a:lnTo>
                  <a:lnTo>
                    <a:pt x="3470908" y="1223848"/>
                  </a:lnTo>
                  <a:lnTo>
                    <a:pt x="3469836" y="1223331"/>
                  </a:lnTo>
                  <a:lnTo>
                    <a:pt x="3468765" y="1222813"/>
                  </a:lnTo>
                  <a:lnTo>
                    <a:pt x="3467693" y="1222296"/>
                  </a:lnTo>
                  <a:lnTo>
                    <a:pt x="3466622" y="1221779"/>
                  </a:lnTo>
                  <a:lnTo>
                    <a:pt x="3465550" y="1221262"/>
                  </a:lnTo>
                  <a:lnTo>
                    <a:pt x="3464478" y="1220744"/>
                  </a:lnTo>
                  <a:lnTo>
                    <a:pt x="3463407" y="1220227"/>
                  </a:lnTo>
                  <a:lnTo>
                    <a:pt x="3462335" y="1219710"/>
                  </a:lnTo>
                  <a:lnTo>
                    <a:pt x="3461264" y="1219192"/>
                  </a:lnTo>
                  <a:lnTo>
                    <a:pt x="3460192" y="1218675"/>
                  </a:lnTo>
                  <a:lnTo>
                    <a:pt x="3459120" y="1218158"/>
                  </a:lnTo>
                  <a:lnTo>
                    <a:pt x="3458049" y="1217640"/>
                  </a:lnTo>
                  <a:lnTo>
                    <a:pt x="3456977" y="1217123"/>
                  </a:lnTo>
                  <a:lnTo>
                    <a:pt x="3455906" y="1216606"/>
                  </a:lnTo>
                  <a:lnTo>
                    <a:pt x="3454834" y="1216088"/>
                  </a:lnTo>
                  <a:lnTo>
                    <a:pt x="3453762" y="1215571"/>
                  </a:lnTo>
                  <a:lnTo>
                    <a:pt x="3452691" y="1215053"/>
                  </a:lnTo>
                  <a:lnTo>
                    <a:pt x="3451619" y="1214536"/>
                  </a:lnTo>
                  <a:lnTo>
                    <a:pt x="3450548" y="1214019"/>
                  </a:lnTo>
                  <a:lnTo>
                    <a:pt x="3449476" y="1213501"/>
                  </a:lnTo>
                  <a:lnTo>
                    <a:pt x="3448404" y="1212984"/>
                  </a:lnTo>
                  <a:lnTo>
                    <a:pt x="3447333" y="1212466"/>
                  </a:lnTo>
                  <a:lnTo>
                    <a:pt x="3446261" y="1211949"/>
                  </a:lnTo>
                  <a:lnTo>
                    <a:pt x="3445190" y="1211431"/>
                  </a:lnTo>
                  <a:lnTo>
                    <a:pt x="3444118" y="1210914"/>
                  </a:lnTo>
                  <a:lnTo>
                    <a:pt x="3443046" y="1210397"/>
                  </a:lnTo>
                  <a:lnTo>
                    <a:pt x="3441975" y="1209879"/>
                  </a:lnTo>
                  <a:lnTo>
                    <a:pt x="3440903" y="1209362"/>
                  </a:lnTo>
                  <a:lnTo>
                    <a:pt x="3439832" y="1208844"/>
                  </a:lnTo>
                  <a:lnTo>
                    <a:pt x="3438760" y="1208327"/>
                  </a:lnTo>
                  <a:lnTo>
                    <a:pt x="3437688" y="1207809"/>
                  </a:lnTo>
                  <a:lnTo>
                    <a:pt x="3436617" y="1207292"/>
                  </a:lnTo>
                  <a:lnTo>
                    <a:pt x="3435545" y="1206775"/>
                  </a:lnTo>
                  <a:lnTo>
                    <a:pt x="3434474" y="1206257"/>
                  </a:lnTo>
                  <a:lnTo>
                    <a:pt x="3433402" y="1205740"/>
                  </a:lnTo>
                  <a:lnTo>
                    <a:pt x="3432330" y="1205222"/>
                  </a:lnTo>
                  <a:lnTo>
                    <a:pt x="3431259" y="1204705"/>
                  </a:lnTo>
                  <a:lnTo>
                    <a:pt x="3430187" y="1204188"/>
                  </a:lnTo>
                  <a:lnTo>
                    <a:pt x="3429116" y="1203670"/>
                  </a:lnTo>
                  <a:lnTo>
                    <a:pt x="3428044" y="1203153"/>
                  </a:lnTo>
                  <a:lnTo>
                    <a:pt x="3426972" y="1202635"/>
                  </a:lnTo>
                  <a:lnTo>
                    <a:pt x="3425901" y="1202118"/>
                  </a:lnTo>
                  <a:lnTo>
                    <a:pt x="3424829" y="1201601"/>
                  </a:lnTo>
                  <a:lnTo>
                    <a:pt x="3423758" y="1201083"/>
                  </a:lnTo>
                  <a:lnTo>
                    <a:pt x="3422686" y="1200566"/>
                  </a:lnTo>
                  <a:lnTo>
                    <a:pt x="3421614" y="1200049"/>
                  </a:lnTo>
                  <a:lnTo>
                    <a:pt x="3420543" y="1199531"/>
                  </a:lnTo>
                  <a:lnTo>
                    <a:pt x="3419471" y="1199014"/>
                  </a:lnTo>
                  <a:lnTo>
                    <a:pt x="3418400" y="1198497"/>
                  </a:lnTo>
                  <a:lnTo>
                    <a:pt x="3417328" y="1197979"/>
                  </a:lnTo>
                  <a:lnTo>
                    <a:pt x="3416256" y="1197462"/>
                  </a:lnTo>
                  <a:lnTo>
                    <a:pt x="3415185" y="1196945"/>
                  </a:lnTo>
                  <a:lnTo>
                    <a:pt x="3414113" y="1196428"/>
                  </a:lnTo>
                  <a:lnTo>
                    <a:pt x="3413042" y="1195910"/>
                  </a:lnTo>
                  <a:lnTo>
                    <a:pt x="3411970" y="1195393"/>
                  </a:lnTo>
                  <a:lnTo>
                    <a:pt x="3410898" y="1194876"/>
                  </a:lnTo>
                  <a:lnTo>
                    <a:pt x="3409827" y="1194359"/>
                  </a:lnTo>
                  <a:lnTo>
                    <a:pt x="3408755" y="1193842"/>
                  </a:lnTo>
                  <a:lnTo>
                    <a:pt x="3407684" y="1193325"/>
                  </a:lnTo>
                  <a:lnTo>
                    <a:pt x="3406612" y="1192808"/>
                  </a:lnTo>
                  <a:lnTo>
                    <a:pt x="3405540" y="1192290"/>
                  </a:lnTo>
                  <a:lnTo>
                    <a:pt x="3404469" y="1191773"/>
                  </a:lnTo>
                  <a:lnTo>
                    <a:pt x="3403397" y="1191256"/>
                  </a:lnTo>
                  <a:lnTo>
                    <a:pt x="3402326" y="1190739"/>
                  </a:lnTo>
                  <a:lnTo>
                    <a:pt x="3401254" y="1190222"/>
                  </a:lnTo>
                  <a:lnTo>
                    <a:pt x="3400182" y="1189705"/>
                  </a:lnTo>
                  <a:lnTo>
                    <a:pt x="3399111" y="1189188"/>
                  </a:lnTo>
                  <a:lnTo>
                    <a:pt x="3398039" y="1188672"/>
                  </a:lnTo>
                  <a:lnTo>
                    <a:pt x="3396968" y="1188155"/>
                  </a:lnTo>
                  <a:lnTo>
                    <a:pt x="3395896" y="1187638"/>
                  </a:lnTo>
                  <a:lnTo>
                    <a:pt x="3394824" y="1187121"/>
                  </a:lnTo>
                  <a:lnTo>
                    <a:pt x="3393753" y="1186604"/>
                  </a:lnTo>
                  <a:lnTo>
                    <a:pt x="3392681" y="1186087"/>
                  </a:lnTo>
                  <a:lnTo>
                    <a:pt x="3391610" y="1185571"/>
                  </a:lnTo>
                  <a:lnTo>
                    <a:pt x="3390538" y="1185054"/>
                  </a:lnTo>
                  <a:lnTo>
                    <a:pt x="3389466" y="1184537"/>
                  </a:lnTo>
                  <a:lnTo>
                    <a:pt x="3388395" y="1184020"/>
                  </a:lnTo>
                  <a:lnTo>
                    <a:pt x="3387323" y="1183504"/>
                  </a:lnTo>
                  <a:lnTo>
                    <a:pt x="3386252" y="1182987"/>
                  </a:lnTo>
                  <a:lnTo>
                    <a:pt x="3385180" y="1182471"/>
                  </a:lnTo>
                  <a:lnTo>
                    <a:pt x="3384108" y="1181954"/>
                  </a:lnTo>
                  <a:lnTo>
                    <a:pt x="3383037" y="1181438"/>
                  </a:lnTo>
                  <a:lnTo>
                    <a:pt x="3381965" y="1180921"/>
                  </a:lnTo>
                  <a:lnTo>
                    <a:pt x="3380894" y="1180405"/>
                  </a:lnTo>
                  <a:lnTo>
                    <a:pt x="3379822" y="1179888"/>
                  </a:lnTo>
                  <a:lnTo>
                    <a:pt x="3378750" y="1179372"/>
                  </a:lnTo>
                  <a:lnTo>
                    <a:pt x="3377679" y="1178856"/>
                  </a:lnTo>
                  <a:lnTo>
                    <a:pt x="3376607" y="1178339"/>
                  </a:lnTo>
                  <a:lnTo>
                    <a:pt x="3375536" y="1177823"/>
                  </a:lnTo>
                  <a:lnTo>
                    <a:pt x="3374464" y="1177307"/>
                  </a:lnTo>
                  <a:lnTo>
                    <a:pt x="3373392" y="1176791"/>
                  </a:lnTo>
                  <a:lnTo>
                    <a:pt x="3372321" y="1176275"/>
                  </a:lnTo>
                  <a:lnTo>
                    <a:pt x="3371249" y="1175759"/>
                  </a:lnTo>
                  <a:lnTo>
                    <a:pt x="3370178" y="1175243"/>
                  </a:lnTo>
                  <a:lnTo>
                    <a:pt x="3369106" y="1174727"/>
                  </a:lnTo>
                  <a:lnTo>
                    <a:pt x="3368035" y="1174211"/>
                  </a:lnTo>
                  <a:lnTo>
                    <a:pt x="3366963" y="1173695"/>
                  </a:lnTo>
                  <a:lnTo>
                    <a:pt x="3365891" y="1173179"/>
                  </a:lnTo>
                  <a:lnTo>
                    <a:pt x="3364820" y="1172663"/>
                  </a:lnTo>
                  <a:lnTo>
                    <a:pt x="3363748" y="1172147"/>
                  </a:lnTo>
                  <a:lnTo>
                    <a:pt x="3362677" y="1171632"/>
                  </a:lnTo>
                  <a:lnTo>
                    <a:pt x="3361605" y="1171116"/>
                  </a:lnTo>
                  <a:lnTo>
                    <a:pt x="3360533" y="1170600"/>
                  </a:lnTo>
                  <a:lnTo>
                    <a:pt x="3359462" y="1170085"/>
                  </a:lnTo>
                  <a:lnTo>
                    <a:pt x="3358390" y="1169569"/>
                  </a:lnTo>
                  <a:lnTo>
                    <a:pt x="3357319" y="1169054"/>
                  </a:lnTo>
                  <a:lnTo>
                    <a:pt x="3356247" y="1168538"/>
                  </a:lnTo>
                  <a:lnTo>
                    <a:pt x="3355175" y="1168023"/>
                  </a:lnTo>
                  <a:lnTo>
                    <a:pt x="3354104" y="1167508"/>
                  </a:lnTo>
                  <a:lnTo>
                    <a:pt x="3353032" y="1166993"/>
                  </a:lnTo>
                  <a:lnTo>
                    <a:pt x="3351961" y="1166477"/>
                  </a:lnTo>
                  <a:lnTo>
                    <a:pt x="3350889" y="1165962"/>
                  </a:lnTo>
                  <a:lnTo>
                    <a:pt x="3349817" y="1165447"/>
                  </a:lnTo>
                  <a:lnTo>
                    <a:pt x="3348746" y="1164932"/>
                  </a:lnTo>
                  <a:lnTo>
                    <a:pt x="3347674" y="1164417"/>
                  </a:lnTo>
                  <a:lnTo>
                    <a:pt x="3346603" y="1163902"/>
                  </a:lnTo>
                  <a:lnTo>
                    <a:pt x="3345531" y="1163387"/>
                  </a:lnTo>
                  <a:lnTo>
                    <a:pt x="3344459" y="1162873"/>
                  </a:lnTo>
                  <a:lnTo>
                    <a:pt x="3343388" y="1162358"/>
                  </a:lnTo>
                  <a:lnTo>
                    <a:pt x="3342316" y="1161843"/>
                  </a:lnTo>
                  <a:lnTo>
                    <a:pt x="3341245" y="1161329"/>
                  </a:lnTo>
                  <a:lnTo>
                    <a:pt x="3340173" y="1160814"/>
                  </a:lnTo>
                  <a:lnTo>
                    <a:pt x="3339101" y="1160300"/>
                  </a:lnTo>
                  <a:lnTo>
                    <a:pt x="3338030" y="1159785"/>
                  </a:lnTo>
                  <a:lnTo>
                    <a:pt x="3336958" y="1159271"/>
                  </a:lnTo>
                  <a:lnTo>
                    <a:pt x="3335887" y="1158757"/>
                  </a:lnTo>
                  <a:lnTo>
                    <a:pt x="3334815" y="1158242"/>
                  </a:lnTo>
                  <a:lnTo>
                    <a:pt x="3333743" y="1157728"/>
                  </a:lnTo>
                  <a:lnTo>
                    <a:pt x="3332672" y="1157214"/>
                  </a:lnTo>
                  <a:lnTo>
                    <a:pt x="3331600" y="1156700"/>
                  </a:lnTo>
                  <a:lnTo>
                    <a:pt x="3330529" y="1156186"/>
                  </a:lnTo>
                  <a:lnTo>
                    <a:pt x="3329457" y="1155672"/>
                  </a:lnTo>
                  <a:lnTo>
                    <a:pt x="3328385" y="1155159"/>
                  </a:lnTo>
                  <a:lnTo>
                    <a:pt x="3327314" y="1154645"/>
                  </a:lnTo>
                  <a:lnTo>
                    <a:pt x="3326242" y="1154131"/>
                  </a:lnTo>
                  <a:lnTo>
                    <a:pt x="3325171" y="1153618"/>
                  </a:lnTo>
                  <a:lnTo>
                    <a:pt x="3324099" y="1153104"/>
                  </a:lnTo>
                  <a:lnTo>
                    <a:pt x="3323027" y="1152591"/>
                  </a:lnTo>
                  <a:lnTo>
                    <a:pt x="3321956" y="1152077"/>
                  </a:lnTo>
                  <a:lnTo>
                    <a:pt x="3320884" y="1151564"/>
                  </a:lnTo>
                  <a:lnTo>
                    <a:pt x="3319813" y="1151051"/>
                  </a:lnTo>
                  <a:lnTo>
                    <a:pt x="3318741" y="1150538"/>
                  </a:lnTo>
                  <a:lnTo>
                    <a:pt x="3317669" y="1150025"/>
                  </a:lnTo>
                  <a:lnTo>
                    <a:pt x="3316598" y="1149512"/>
                  </a:lnTo>
                  <a:lnTo>
                    <a:pt x="3315526" y="1148999"/>
                  </a:lnTo>
                  <a:lnTo>
                    <a:pt x="3314455" y="1148486"/>
                  </a:lnTo>
                  <a:lnTo>
                    <a:pt x="3313383" y="1147974"/>
                  </a:lnTo>
                  <a:lnTo>
                    <a:pt x="3312311" y="1147461"/>
                  </a:lnTo>
                  <a:lnTo>
                    <a:pt x="3311240" y="1146948"/>
                  </a:lnTo>
                  <a:lnTo>
                    <a:pt x="3310168" y="1146436"/>
                  </a:lnTo>
                  <a:lnTo>
                    <a:pt x="3309097" y="1145924"/>
                  </a:lnTo>
                  <a:lnTo>
                    <a:pt x="3308025" y="1145411"/>
                  </a:lnTo>
                  <a:lnTo>
                    <a:pt x="3306953" y="1144899"/>
                  </a:lnTo>
                  <a:lnTo>
                    <a:pt x="3305882" y="1144387"/>
                  </a:lnTo>
                  <a:lnTo>
                    <a:pt x="3304810" y="1143875"/>
                  </a:lnTo>
                  <a:lnTo>
                    <a:pt x="3303739" y="1143363"/>
                  </a:lnTo>
                  <a:lnTo>
                    <a:pt x="3302667" y="1142851"/>
                  </a:lnTo>
                  <a:lnTo>
                    <a:pt x="3301595" y="1142339"/>
                  </a:lnTo>
                  <a:lnTo>
                    <a:pt x="3300524" y="1141828"/>
                  </a:lnTo>
                  <a:lnTo>
                    <a:pt x="3299452" y="1141316"/>
                  </a:lnTo>
                  <a:lnTo>
                    <a:pt x="3298381" y="1140805"/>
                  </a:lnTo>
                  <a:lnTo>
                    <a:pt x="3297309" y="1140293"/>
                  </a:lnTo>
                  <a:lnTo>
                    <a:pt x="3296237" y="1139782"/>
                  </a:lnTo>
                  <a:lnTo>
                    <a:pt x="3295166" y="1139271"/>
                  </a:lnTo>
                  <a:lnTo>
                    <a:pt x="3294094" y="1138760"/>
                  </a:lnTo>
                  <a:lnTo>
                    <a:pt x="3293023" y="1138249"/>
                  </a:lnTo>
                  <a:lnTo>
                    <a:pt x="3291951" y="1137738"/>
                  </a:lnTo>
                  <a:lnTo>
                    <a:pt x="3290879" y="1137227"/>
                  </a:lnTo>
                  <a:lnTo>
                    <a:pt x="3289808" y="1136716"/>
                  </a:lnTo>
                  <a:lnTo>
                    <a:pt x="3288736" y="1136206"/>
                  </a:lnTo>
                  <a:lnTo>
                    <a:pt x="3287665" y="1135695"/>
                  </a:lnTo>
                  <a:lnTo>
                    <a:pt x="3286593" y="1135185"/>
                  </a:lnTo>
                  <a:lnTo>
                    <a:pt x="3285521" y="1134675"/>
                  </a:lnTo>
                  <a:lnTo>
                    <a:pt x="3284450" y="1134165"/>
                  </a:lnTo>
                  <a:lnTo>
                    <a:pt x="3283378" y="1133655"/>
                  </a:lnTo>
                  <a:lnTo>
                    <a:pt x="3282307" y="1133145"/>
                  </a:lnTo>
                  <a:lnTo>
                    <a:pt x="3281235" y="1132635"/>
                  </a:lnTo>
                  <a:lnTo>
                    <a:pt x="3280163" y="1132125"/>
                  </a:lnTo>
                  <a:lnTo>
                    <a:pt x="3279092" y="1131615"/>
                  </a:lnTo>
                  <a:lnTo>
                    <a:pt x="3278020" y="1131106"/>
                  </a:lnTo>
                  <a:lnTo>
                    <a:pt x="3276949" y="1130596"/>
                  </a:lnTo>
                  <a:lnTo>
                    <a:pt x="3275877" y="1130087"/>
                  </a:lnTo>
                  <a:lnTo>
                    <a:pt x="3274805" y="1129578"/>
                  </a:lnTo>
                  <a:lnTo>
                    <a:pt x="3273734" y="1129069"/>
                  </a:lnTo>
                  <a:lnTo>
                    <a:pt x="3272662" y="1128560"/>
                  </a:lnTo>
                  <a:lnTo>
                    <a:pt x="3271591" y="1128051"/>
                  </a:lnTo>
                  <a:lnTo>
                    <a:pt x="3270519" y="1127542"/>
                  </a:lnTo>
                  <a:lnTo>
                    <a:pt x="3269447" y="1127033"/>
                  </a:lnTo>
                  <a:lnTo>
                    <a:pt x="3268376" y="1126525"/>
                  </a:lnTo>
                  <a:lnTo>
                    <a:pt x="3267304" y="1126017"/>
                  </a:lnTo>
                  <a:lnTo>
                    <a:pt x="3266233" y="1125508"/>
                  </a:lnTo>
                  <a:lnTo>
                    <a:pt x="3265161" y="1125000"/>
                  </a:lnTo>
                  <a:lnTo>
                    <a:pt x="3264089" y="1124492"/>
                  </a:lnTo>
                  <a:lnTo>
                    <a:pt x="3263018" y="1123984"/>
                  </a:lnTo>
                  <a:lnTo>
                    <a:pt x="3261946" y="1123476"/>
                  </a:lnTo>
                  <a:lnTo>
                    <a:pt x="3260875" y="1122969"/>
                  </a:lnTo>
                  <a:lnTo>
                    <a:pt x="3259803" y="1122461"/>
                  </a:lnTo>
                  <a:lnTo>
                    <a:pt x="3258731" y="1121954"/>
                  </a:lnTo>
                  <a:lnTo>
                    <a:pt x="3257660" y="1121446"/>
                  </a:lnTo>
                  <a:lnTo>
                    <a:pt x="3256588" y="1120939"/>
                  </a:lnTo>
                  <a:lnTo>
                    <a:pt x="3255517" y="1120432"/>
                  </a:lnTo>
                  <a:lnTo>
                    <a:pt x="3254445" y="1119925"/>
                  </a:lnTo>
                  <a:lnTo>
                    <a:pt x="3253373" y="1119418"/>
                  </a:lnTo>
                  <a:lnTo>
                    <a:pt x="3252302" y="1118912"/>
                  </a:lnTo>
                  <a:lnTo>
                    <a:pt x="3251230" y="1118405"/>
                  </a:lnTo>
                  <a:lnTo>
                    <a:pt x="3250159" y="1117899"/>
                  </a:lnTo>
                  <a:lnTo>
                    <a:pt x="3249087" y="1117393"/>
                  </a:lnTo>
                  <a:lnTo>
                    <a:pt x="3248015" y="1116886"/>
                  </a:lnTo>
                  <a:lnTo>
                    <a:pt x="3246944" y="1116380"/>
                  </a:lnTo>
                  <a:lnTo>
                    <a:pt x="3245872" y="1115875"/>
                  </a:lnTo>
                  <a:lnTo>
                    <a:pt x="3244801" y="1115369"/>
                  </a:lnTo>
                  <a:lnTo>
                    <a:pt x="3243729" y="1114863"/>
                  </a:lnTo>
                  <a:lnTo>
                    <a:pt x="3242657" y="1114358"/>
                  </a:lnTo>
                  <a:lnTo>
                    <a:pt x="3241586" y="1113852"/>
                  </a:lnTo>
                  <a:lnTo>
                    <a:pt x="3240514" y="1113347"/>
                  </a:lnTo>
                  <a:lnTo>
                    <a:pt x="3239443" y="1112842"/>
                  </a:lnTo>
                  <a:lnTo>
                    <a:pt x="3238371" y="1112337"/>
                  </a:lnTo>
                  <a:lnTo>
                    <a:pt x="3237299" y="1111833"/>
                  </a:lnTo>
                  <a:lnTo>
                    <a:pt x="3236228" y="1111328"/>
                  </a:lnTo>
                  <a:lnTo>
                    <a:pt x="3235156" y="1110823"/>
                  </a:lnTo>
                  <a:lnTo>
                    <a:pt x="3234085" y="1110319"/>
                  </a:lnTo>
                  <a:lnTo>
                    <a:pt x="3233013" y="1109815"/>
                  </a:lnTo>
                  <a:lnTo>
                    <a:pt x="3231941" y="1109311"/>
                  </a:lnTo>
                  <a:lnTo>
                    <a:pt x="3230870" y="1108807"/>
                  </a:lnTo>
                  <a:lnTo>
                    <a:pt x="3229798" y="1108303"/>
                  </a:lnTo>
                  <a:lnTo>
                    <a:pt x="3228727" y="1107800"/>
                  </a:lnTo>
                  <a:lnTo>
                    <a:pt x="3227655" y="1107296"/>
                  </a:lnTo>
                  <a:lnTo>
                    <a:pt x="3226583" y="1106793"/>
                  </a:lnTo>
                  <a:lnTo>
                    <a:pt x="3225512" y="1106290"/>
                  </a:lnTo>
                  <a:lnTo>
                    <a:pt x="3224440" y="1105787"/>
                  </a:lnTo>
                  <a:lnTo>
                    <a:pt x="3223369" y="1105284"/>
                  </a:lnTo>
                  <a:lnTo>
                    <a:pt x="3222297" y="1104781"/>
                  </a:lnTo>
                  <a:lnTo>
                    <a:pt x="3221225" y="1104279"/>
                  </a:lnTo>
                  <a:lnTo>
                    <a:pt x="3220154" y="1103776"/>
                  </a:lnTo>
                  <a:lnTo>
                    <a:pt x="3219082" y="1103274"/>
                  </a:lnTo>
                  <a:lnTo>
                    <a:pt x="3218011" y="1102772"/>
                  </a:lnTo>
                  <a:lnTo>
                    <a:pt x="3216939" y="1102270"/>
                  </a:lnTo>
                  <a:lnTo>
                    <a:pt x="3215867" y="1101768"/>
                  </a:lnTo>
                  <a:lnTo>
                    <a:pt x="3214796" y="1101267"/>
                  </a:lnTo>
                  <a:lnTo>
                    <a:pt x="3213724" y="1100765"/>
                  </a:lnTo>
                  <a:lnTo>
                    <a:pt x="3212653" y="1100264"/>
                  </a:lnTo>
                  <a:lnTo>
                    <a:pt x="3211581" y="1099763"/>
                  </a:lnTo>
                  <a:lnTo>
                    <a:pt x="3210509" y="1099262"/>
                  </a:lnTo>
                  <a:lnTo>
                    <a:pt x="3209438" y="1098761"/>
                  </a:lnTo>
                  <a:lnTo>
                    <a:pt x="3208366" y="1098261"/>
                  </a:lnTo>
                  <a:lnTo>
                    <a:pt x="3207295" y="1097760"/>
                  </a:lnTo>
                  <a:lnTo>
                    <a:pt x="3206223" y="1097260"/>
                  </a:lnTo>
                  <a:lnTo>
                    <a:pt x="3205151" y="1096760"/>
                  </a:lnTo>
                  <a:lnTo>
                    <a:pt x="3204080" y="1096260"/>
                  </a:lnTo>
                  <a:lnTo>
                    <a:pt x="3203008" y="1095760"/>
                  </a:lnTo>
                  <a:lnTo>
                    <a:pt x="3201937" y="1095261"/>
                  </a:lnTo>
                  <a:lnTo>
                    <a:pt x="3200865" y="1094761"/>
                  </a:lnTo>
                  <a:lnTo>
                    <a:pt x="3199793" y="1094262"/>
                  </a:lnTo>
                  <a:lnTo>
                    <a:pt x="3198722" y="1093763"/>
                  </a:lnTo>
                  <a:lnTo>
                    <a:pt x="3197650" y="1093264"/>
                  </a:lnTo>
                  <a:lnTo>
                    <a:pt x="3196579" y="1092765"/>
                  </a:lnTo>
                  <a:lnTo>
                    <a:pt x="3195507" y="1092267"/>
                  </a:lnTo>
                  <a:lnTo>
                    <a:pt x="3194436" y="1091768"/>
                  </a:lnTo>
                  <a:lnTo>
                    <a:pt x="3193364" y="1091270"/>
                  </a:lnTo>
                  <a:lnTo>
                    <a:pt x="3192292" y="1090772"/>
                  </a:lnTo>
                  <a:lnTo>
                    <a:pt x="3191221" y="1090274"/>
                  </a:lnTo>
                  <a:lnTo>
                    <a:pt x="3190149" y="1089777"/>
                  </a:lnTo>
                  <a:lnTo>
                    <a:pt x="3189078" y="1089279"/>
                  </a:lnTo>
                  <a:lnTo>
                    <a:pt x="3188006" y="1088782"/>
                  </a:lnTo>
                  <a:lnTo>
                    <a:pt x="3186934" y="1088285"/>
                  </a:lnTo>
                  <a:lnTo>
                    <a:pt x="3185863" y="1087788"/>
                  </a:lnTo>
                  <a:lnTo>
                    <a:pt x="3184791" y="1087291"/>
                  </a:lnTo>
                  <a:lnTo>
                    <a:pt x="3183720" y="1086795"/>
                  </a:lnTo>
                  <a:lnTo>
                    <a:pt x="3182648" y="1086298"/>
                  </a:lnTo>
                  <a:lnTo>
                    <a:pt x="3181576" y="1085802"/>
                  </a:lnTo>
                  <a:lnTo>
                    <a:pt x="3180505" y="1085306"/>
                  </a:lnTo>
                  <a:lnTo>
                    <a:pt x="3179433" y="1084810"/>
                  </a:lnTo>
                  <a:lnTo>
                    <a:pt x="3178362" y="1084315"/>
                  </a:lnTo>
                  <a:lnTo>
                    <a:pt x="3177290" y="1083819"/>
                  </a:lnTo>
                  <a:lnTo>
                    <a:pt x="3176218" y="1083324"/>
                  </a:lnTo>
                  <a:lnTo>
                    <a:pt x="3175147" y="1082829"/>
                  </a:lnTo>
                  <a:lnTo>
                    <a:pt x="3174075" y="1082334"/>
                  </a:lnTo>
                  <a:lnTo>
                    <a:pt x="3173004" y="1081840"/>
                  </a:lnTo>
                  <a:lnTo>
                    <a:pt x="3171932" y="1081345"/>
                  </a:lnTo>
                  <a:lnTo>
                    <a:pt x="3170860" y="1080851"/>
                  </a:lnTo>
                  <a:lnTo>
                    <a:pt x="3169789" y="1080357"/>
                  </a:lnTo>
                  <a:lnTo>
                    <a:pt x="3168717" y="1079863"/>
                  </a:lnTo>
                  <a:lnTo>
                    <a:pt x="3167646" y="1079369"/>
                  </a:lnTo>
                  <a:lnTo>
                    <a:pt x="3166574" y="1078876"/>
                  </a:lnTo>
                  <a:lnTo>
                    <a:pt x="3165502" y="1078383"/>
                  </a:lnTo>
                  <a:lnTo>
                    <a:pt x="3164431" y="1077890"/>
                  </a:lnTo>
                  <a:lnTo>
                    <a:pt x="3163359" y="1077397"/>
                  </a:lnTo>
                  <a:lnTo>
                    <a:pt x="3162288" y="1076904"/>
                  </a:lnTo>
                  <a:lnTo>
                    <a:pt x="3161216" y="1076412"/>
                  </a:lnTo>
                  <a:lnTo>
                    <a:pt x="3160144" y="1075920"/>
                  </a:lnTo>
                  <a:lnTo>
                    <a:pt x="3159073" y="1075428"/>
                  </a:lnTo>
                  <a:lnTo>
                    <a:pt x="3158001" y="1074936"/>
                  </a:lnTo>
                  <a:lnTo>
                    <a:pt x="3156930" y="1074444"/>
                  </a:lnTo>
                  <a:lnTo>
                    <a:pt x="3155858" y="1073953"/>
                  </a:lnTo>
                  <a:lnTo>
                    <a:pt x="3154786" y="1073462"/>
                  </a:lnTo>
                  <a:lnTo>
                    <a:pt x="3153715" y="1072971"/>
                  </a:lnTo>
                  <a:lnTo>
                    <a:pt x="3152643" y="1072480"/>
                  </a:lnTo>
                  <a:lnTo>
                    <a:pt x="3151572" y="1071990"/>
                  </a:lnTo>
                  <a:lnTo>
                    <a:pt x="3150500" y="1071500"/>
                  </a:lnTo>
                  <a:lnTo>
                    <a:pt x="3149428" y="1071010"/>
                  </a:lnTo>
                  <a:lnTo>
                    <a:pt x="3148357" y="1070520"/>
                  </a:lnTo>
                  <a:lnTo>
                    <a:pt x="3147285" y="1070030"/>
                  </a:lnTo>
                  <a:lnTo>
                    <a:pt x="3146214" y="1069541"/>
                  </a:lnTo>
                  <a:lnTo>
                    <a:pt x="3145142" y="1069051"/>
                  </a:lnTo>
                  <a:lnTo>
                    <a:pt x="3144070" y="1068563"/>
                  </a:lnTo>
                  <a:lnTo>
                    <a:pt x="3142999" y="1068074"/>
                  </a:lnTo>
                  <a:lnTo>
                    <a:pt x="3141927" y="1067585"/>
                  </a:lnTo>
                  <a:lnTo>
                    <a:pt x="3140856" y="1067097"/>
                  </a:lnTo>
                  <a:lnTo>
                    <a:pt x="3139784" y="1066609"/>
                  </a:lnTo>
                  <a:lnTo>
                    <a:pt x="3138712" y="1066121"/>
                  </a:lnTo>
                  <a:lnTo>
                    <a:pt x="3137641" y="1065633"/>
                  </a:lnTo>
                  <a:lnTo>
                    <a:pt x="3136569" y="1065146"/>
                  </a:lnTo>
                  <a:lnTo>
                    <a:pt x="3135498" y="1064659"/>
                  </a:lnTo>
                  <a:lnTo>
                    <a:pt x="3134426" y="1064172"/>
                  </a:lnTo>
                  <a:lnTo>
                    <a:pt x="3133354" y="1063685"/>
                  </a:lnTo>
                  <a:lnTo>
                    <a:pt x="3132283" y="1063199"/>
                  </a:lnTo>
                  <a:lnTo>
                    <a:pt x="3131211" y="1062713"/>
                  </a:lnTo>
                  <a:lnTo>
                    <a:pt x="3130140" y="1062227"/>
                  </a:lnTo>
                  <a:lnTo>
                    <a:pt x="3129068" y="1061741"/>
                  </a:lnTo>
                  <a:lnTo>
                    <a:pt x="3127996" y="1061255"/>
                  </a:lnTo>
                  <a:lnTo>
                    <a:pt x="3126925" y="1060770"/>
                  </a:lnTo>
                  <a:lnTo>
                    <a:pt x="3125853" y="1060285"/>
                  </a:lnTo>
                  <a:lnTo>
                    <a:pt x="3124782" y="1059800"/>
                  </a:lnTo>
                  <a:lnTo>
                    <a:pt x="3123710" y="1059316"/>
                  </a:lnTo>
                  <a:lnTo>
                    <a:pt x="3122638" y="1058831"/>
                  </a:lnTo>
                  <a:lnTo>
                    <a:pt x="3121567" y="1058347"/>
                  </a:lnTo>
                  <a:lnTo>
                    <a:pt x="3120495" y="1057863"/>
                  </a:lnTo>
                  <a:lnTo>
                    <a:pt x="3119424" y="1057380"/>
                  </a:lnTo>
                  <a:lnTo>
                    <a:pt x="3118352" y="1056897"/>
                  </a:lnTo>
                  <a:lnTo>
                    <a:pt x="3117280" y="1056413"/>
                  </a:lnTo>
                  <a:lnTo>
                    <a:pt x="3116209" y="1055931"/>
                  </a:lnTo>
                  <a:lnTo>
                    <a:pt x="3115137" y="1055448"/>
                  </a:lnTo>
                  <a:lnTo>
                    <a:pt x="3114066" y="1054966"/>
                  </a:lnTo>
                  <a:lnTo>
                    <a:pt x="3112994" y="1054483"/>
                  </a:lnTo>
                  <a:lnTo>
                    <a:pt x="3111922" y="1054002"/>
                  </a:lnTo>
                  <a:lnTo>
                    <a:pt x="3110851" y="1053520"/>
                  </a:lnTo>
                  <a:lnTo>
                    <a:pt x="3109779" y="1053039"/>
                  </a:lnTo>
                  <a:lnTo>
                    <a:pt x="3108708" y="1052558"/>
                  </a:lnTo>
                  <a:lnTo>
                    <a:pt x="3107636" y="1052077"/>
                  </a:lnTo>
                  <a:lnTo>
                    <a:pt x="3106564" y="1051596"/>
                  </a:lnTo>
                  <a:lnTo>
                    <a:pt x="3105493" y="1051116"/>
                  </a:lnTo>
                  <a:lnTo>
                    <a:pt x="3104421" y="1050636"/>
                  </a:lnTo>
                  <a:lnTo>
                    <a:pt x="3103350" y="1050156"/>
                  </a:lnTo>
                  <a:lnTo>
                    <a:pt x="3102278" y="1049676"/>
                  </a:lnTo>
                  <a:lnTo>
                    <a:pt x="3101206" y="1049197"/>
                  </a:lnTo>
                  <a:lnTo>
                    <a:pt x="3100135" y="1048718"/>
                  </a:lnTo>
                  <a:lnTo>
                    <a:pt x="3099063" y="1048239"/>
                  </a:lnTo>
                  <a:lnTo>
                    <a:pt x="3097992" y="1047761"/>
                  </a:lnTo>
                  <a:lnTo>
                    <a:pt x="3096920" y="1047283"/>
                  </a:lnTo>
                  <a:lnTo>
                    <a:pt x="3095848" y="1046805"/>
                  </a:lnTo>
                  <a:lnTo>
                    <a:pt x="3094777" y="1046327"/>
                  </a:lnTo>
                  <a:lnTo>
                    <a:pt x="3093705" y="1045849"/>
                  </a:lnTo>
                  <a:lnTo>
                    <a:pt x="3092634" y="1045372"/>
                  </a:lnTo>
                  <a:lnTo>
                    <a:pt x="3091562" y="1044895"/>
                  </a:lnTo>
                  <a:lnTo>
                    <a:pt x="3090490" y="1044419"/>
                  </a:lnTo>
                  <a:lnTo>
                    <a:pt x="3089419" y="1043942"/>
                  </a:lnTo>
                  <a:lnTo>
                    <a:pt x="3088347" y="1043466"/>
                  </a:lnTo>
                  <a:lnTo>
                    <a:pt x="3087276" y="1042990"/>
                  </a:lnTo>
                  <a:lnTo>
                    <a:pt x="3086204" y="1042515"/>
                  </a:lnTo>
                  <a:lnTo>
                    <a:pt x="3085132" y="1042040"/>
                  </a:lnTo>
                  <a:lnTo>
                    <a:pt x="3084061" y="1041565"/>
                  </a:lnTo>
                  <a:lnTo>
                    <a:pt x="3082989" y="1041090"/>
                  </a:lnTo>
                  <a:lnTo>
                    <a:pt x="3081918" y="1040616"/>
                  </a:lnTo>
                  <a:lnTo>
                    <a:pt x="3080846" y="1040141"/>
                  </a:lnTo>
                  <a:lnTo>
                    <a:pt x="3079774" y="1039668"/>
                  </a:lnTo>
                  <a:lnTo>
                    <a:pt x="3078703" y="1039194"/>
                  </a:lnTo>
                  <a:lnTo>
                    <a:pt x="3077631" y="1038721"/>
                  </a:lnTo>
                  <a:lnTo>
                    <a:pt x="3076560" y="1038248"/>
                  </a:lnTo>
                  <a:lnTo>
                    <a:pt x="3075488" y="1037775"/>
                  </a:lnTo>
                  <a:lnTo>
                    <a:pt x="3074416" y="1037302"/>
                  </a:lnTo>
                  <a:lnTo>
                    <a:pt x="3073345" y="1036830"/>
                  </a:lnTo>
                  <a:lnTo>
                    <a:pt x="3072273" y="1036358"/>
                  </a:lnTo>
                  <a:lnTo>
                    <a:pt x="3071202" y="1035887"/>
                  </a:lnTo>
                  <a:lnTo>
                    <a:pt x="3070130" y="1035415"/>
                  </a:lnTo>
                  <a:lnTo>
                    <a:pt x="3069058" y="1034944"/>
                  </a:lnTo>
                  <a:lnTo>
                    <a:pt x="3067987" y="1034474"/>
                  </a:lnTo>
                  <a:lnTo>
                    <a:pt x="3066915" y="1034003"/>
                  </a:lnTo>
                  <a:lnTo>
                    <a:pt x="3065844" y="1033533"/>
                  </a:lnTo>
                  <a:lnTo>
                    <a:pt x="3064772" y="1033063"/>
                  </a:lnTo>
                  <a:lnTo>
                    <a:pt x="3063700" y="1032594"/>
                  </a:lnTo>
                  <a:lnTo>
                    <a:pt x="3062629" y="1032125"/>
                  </a:lnTo>
                  <a:lnTo>
                    <a:pt x="3061557" y="1031656"/>
                  </a:lnTo>
                  <a:lnTo>
                    <a:pt x="3060486" y="1031187"/>
                  </a:lnTo>
                  <a:lnTo>
                    <a:pt x="3059414" y="1030719"/>
                  </a:lnTo>
                  <a:lnTo>
                    <a:pt x="3058342" y="1030250"/>
                  </a:lnTo>
                  <a:lnTo>
                    <a:pt x="3057271" y="1029783"/>
                  </a:lnTo>
                  <a:lnTo>
                    <a:pt x="3056199" y="1029315"/>
                  </a:lnTo>
                  <a:lnTo>
                    <a:pt x="3055128" y="1028848"/>
                  </a:lnTo>
                  <a:lnTo>
                    <a:pt x="3054056" y="1028381"/>
                  </a:lnTo>
                  <a:lnTo>
                    <a:pt x="3052984" y="1027915"/>
                  </a:lnTo>
                  <a:lnTo>
                    <a:pt x="3051913" y="1027448"/>
                  </a:lnTo>
                  <a:lnTo>
                    <a:pt x="3050841" y="1026983"/>
                  </a:lnTo>
                  <a:lnTo>
                    <a:pt x="3049770" y="1026517"/>
                  </a:lnTo>
                  <a:lnTo>
                    <a:pt x="3048698" y="1026052"/>
                  </a:lnTo>
                  <a:lnTo>
                    <a:pt x="3047626" y="1025587"/>
                  </a:lnTo>
                  <a:lnTo>
                    <a:pt x="3046555" y="1025122"/>
                  </a:lnTo>
                  <a:lnTo>
                    <a:pt x="3045483" y="1024657"/>
                  </a:lnTo>
                  <a:lnTo>
                    <a:pt x="3044412" y="1024193"/>
                  </a:lnTo>
                  <a:lnTo>
                    <a:pt x="3043340" y="1023730"/>
                  </a:lnTo>
                  <a:lnTo>
                    <a:pt x="3042268" y="1023266"/>
                  </a:lnTo>
                  <a:lnTo>
                    <a:pt x="3041197" y="1022803"/>
                  </a:lnTo>
                  <a:lnTo>
                    <a:pt x="3040125" y="1022340"/>
                  </a:lnTo>
                  <a:lnTo>
                    <a:pt x="3039054" y="1021878"/>
                  </a:lnTo>
                  <a:lnTo>
                    <a:pt x="3037982" y="1021416"/>
                  </a:lnTo>
                  <a:lnTo>
                    <a:pt x="3036910" y="1020954"/>
                  </a:lnTo>
                  <a:lnTo>
                    <a:pt x="3035839" y="1020492"/>
                  </a:lnTo>
                  <a:lnTo>
                    <a:pt x="3034767" y="1020031"/>
                  </a:lnTo>
                  <a:lnTo>
                    <a:pt x="3033696" y="1019570"/>
                  </a:lnTo>
                  <a:lnTo>
                    <a:pt x="3032624" y="1019109"/>
                  </a:lnTo>
                  <a:lnTo>
                    <a:pt x="3031552" y="1018649"/>
                  </a:lnTo>
                  <a:lnTo>
                    <a:pt x="3030481" y="1018189"/>
                  </a:lnTo>
                  <a:lnTo>
                    <a:pt x="3029409" y="1017730"/>
                  </a:lnTo>
                  <a:lnTo>
                    <a:pt x="3028338" y="1017270"/>
                  </a:lnTo>
                  <a:lnTo>
                    <a:pt x="3027266" y="1016811"/>
                  </a:lnTo>
                  <a:lnTo>
                    <a:pt x="3026194" y="1016353"/>
                  </a:lnTo>
                  <a:lnTo>
                    <a:pt x="3025123" y="1015895"/>
                  </a:lnTo>
                  <a:lnTo>
                    <a:pt x="3024051" y="1015437"/>
                  </a:lnTo>
                  <a:lnTo>
                    <a:pt x="3022980" y="1014979"/>
                  </a:lnTo>
                  <a:lnTo>
                    <a:pt x="3021908" y="1014522"/>
                  </a:lnTo>
                  <a:lnTo>
                    <a:pt x="3020836" y="1014065"/>
                  </a:lnTo>
                  <a:lnTo>
                    <a:pt x="3019765" y="1013608"/>
                  </a:lnTo>
                  <a:lnTo>
                    <a:pt x="3018693" y="1013152"/>
                  </a:lnTo>
                  <a:lnTo>
                    <a:pt x="3017622" y="1012696"/>
                  </a:lnTo>
                  <a:lnTo>
                    <a:pt x="3016550" y="1012240"/>
                  </a:lnTo>
                  <a:lnTo>
                    <a:pt x="3015479" y="1011785"/>
                  </a:lnTo>
                  <a:lnTo>
                    <a:pt x="3014407" y="1011330"/>
                  </a:lnTo>
                  <a:lnTo>
                    <a:pt x="3013335" y="1010875"/>
                  </a:lnTo>
                  <a:lnTo>
                    <a:pt x="3012264" y="1010421"/>
                  </a:lnTo>
                  <a:lnTo>
                    <a:pt x="3011192" y="1009967"/>
                  </a:lnTo>
                  <a:lnTo>
                    <a:pt x="3010121" y="1009514"/>
                  </a:lnTo>
                  <a:lnTo>
                    <a:pt x="3009049" y="1009060"/>
                  </a:lnTo>
                  <a:lnTo>
                    <a:pt x="3007977" y="1008608"/>
                  </a:lnTo>
                  <a:lnTo>
                    <a:pt x="3006906" y="1008155"/>
                  </a:lnTo>
                  <a:lnTo>
                    <a:pt x="3005834" y="1007703"/>
                  </a:lnTo>
                  <a:lnTo>
                    <a:pt x="3004763" y="1007251"/>
                  </a:lnTo>
                  <a:lnTo>
                    <a:pt x="3003691" y="1006800"/>
                  </a:lnTo>
                  <a:lnTo>
                    <a:pt x="3002619" y="1006349"/>
                  </a:lnTo>
                  <a:lnTo>
                    <a:pt x="3001548" y="1005898"/>
                  </a:lnTo>
                  <a:lnTo>
                    <a:pt x="3000476" y="1005448"/>
                  </a:lnTo>
                  <a:lnTo>
                    <a:pt x="2999405" y="1004998"/>
                  </a:lnTo>
                  <a:lnTo>
                    <a:pt x="2998333" y="1004548"/>
                  </a:lnTo>
                  <a:lnTo>
                    <a:pt x="2997261" y="1004099"/>
                  </a:lnTo>
                  <a:lnTo>
                    <a:pt x="2996190" y="1003650"/>
                  </a:lnTo>
                  <a:lnTo>
                    <a:pt x="2995118" y="1003201"/>
                  </a:lnTo>
                  <a:lnTo>
                    <a:pt x="2994047" y="1002753"/>
                  </a:lnTo>
                  <a:lnTo>
                    <a:pt x="2992975" y="1002305"/>
                  </a:lnTo>
                  <a:lnTo>
                    <a:pt x="2991903" y="1001858"/>
                  </a:lnTo>
                  <a:lnTo>
                    <a:pt x="2990832" y="1001411"/>
                  </a:lnTo>
                  <a:lnTo>
                    <a:pt x="2989760" y="1000964"/>
                  </a:lnTo>
                  <a:lnTo>
                    <a:pt x="2988689" y="1000518"/>
                  </a:lnTo>
                  <a:lnTo>
                    <a:pt x="2987617" y="1000072"/>
                  </a:lnTo>
                  <a:lnTo>
                    <a:pt x="2986545" y="999626"/>
                  </a:lnTo>
                  <a:lnTo>
                    <a:pt x="2985474" y="999181"/>
                  </a:lnTo>
                  <a:lnTo>
                    <a:pt x="2984402" y="998736"/>
                  </a:lnTo>
                  <a:lnTo>
                    <a:pt x="2983331" y="998292"/>
                  </a:lnTo>
                  <a:lnTo>
                    <a:pt x="2982259" y="997848"/>
                  </a:lnTo>
                  <a:lnTo>
                    <a:pt x="2981187" y="997404"/>
                  </a:lnTo>
                  <a:lnTo>
                    <a:pt x="2980116" y="996961"/>
                  </a:lnTo>
                  <a:lnTo>
                    <a:pt x="2979044" y="996518"/>
                  </a:lnTo>
                  <a:lnTo>
                    <a:pt x="2977973" y="996076"/>
                  </a:lnTo>
                  <a:lnTo>
                    <a:pt x="2976901" y="995634"/>
                  </a:lnTo>
                  <a:lnTo>
                    <a:pt x="2975829" y="995192"/>
                  </a:lnTo>
                  <a:lnTo>
                    <a:pt x="2974758" y="994751"/>
                  </a:lnTo>
                  <a:lnTo>
                    <a:pt x="2973686" y="994310"/>
                  </a:lnTo>
                  <a:lnTo>
                    <a:pt x="2972615" y="993870"/>
                  </a:lnTo>
                  <a:lnTo>
                    <a:pt x="2971543" y="993430"/>
                  </a:lnTo>
                  <a:lnTo>
                    <a:pt x="2970471" y="992990"/>
                  </a:lnTo>
                  <a:lnTo>
                    <a:pt x="2969400" y="992551"/>
                  </a:lnTo>
                  <a:lnTo>
                    <a:pt x="2968328" y="992112"/>
                  </a:lnTo>
                  <a:lnTo>
                    <a:pt x="2967257" y="991673"/>
                  </a:lnTo>
                  <a:lnTo>
                    <a:pt x="2966185" y="991235"/>
                  </a:lnTo>
                  <a:lnTo>
                    <a:pt x="2965113" y="990798"/>
                  </a:lnTo>
                  <a:lnTo>
                    <a:pt x="2964042" y="990361"/>
                  </a:lnTo>
                  <a:lnTo>
                    <a:pt x="2962970" y="989924"/>
                  </a:lnTo>
                  <a:lnTo>
                    <a:pt x="2961899" y="989487"/>
                  </a:lnTo>
                  <a:lnTo>
                    <a:pt x="2960827" y="989051"/>
                  </a:lnTo>
                  <a:lnTo>
                    <a:pt x="2959755" y="988616"/>
                  </a:lnTo>
                  <a:lnTo>
                    <a:pt x="2958684" y="988181"/>
                  </a:lnTo>
                  <a:lnTo>
                    <a:pt x="2957612" y="987746"/>
                  </a:lnTo>
                  <a:lnTo>
                    <a:pt x="2956541" y="987312"/>
                  </a:lnTo>
                  <a:lnTo>
                    <a:pt x="2955469" y="986878"/>
                  </a:lnTo>
                  <a:lnTo>
                    <a:pt x="2954397" y="986444"/>
                  </a:lnTo>
                  <a:lnTo>
                    <a:pt x="2953326" y="986011"/>
                  </a:lnTo>
                  <a:lnTo>
                    <a:pt x="2952254" y="985579"/>
                  </a:lnTo>
                  <a:lnTo>
                    <a:pt x="2951183" y="985146"/>
                  </a:lnTo>
                  <a:lnTo>
                    <a:pt x="2950111" y="984715"/>
                  </a:lnTo>
                  <a:lnTo>
                    <a:pt x="2949039" y="984283"/>
                  </a:lnTo>
                  <a:lnTo>
                    <a:pt x="2947968" y="983852"/>
                  </a:lnTo>
                  <a:lnTo>
                    <a:pt x="2946896" y="983422"/>
                  </a:lnTo>
                  <a:lnTo>
                    <a:pt x="2945825" y="982992"/>
                  </a:lnTo>
                  <a:lnTo>
                    <a:pt x="2944753" y="982562"/>
                  </a:lnTo>
                  <a:lnTo>
                    <a:pt x="2943681" y="982133"/>
                  </a:lnTo>
                  <a:lnTo>
                    <a:pt x="2942610" y="981704"/>
                  </a:lnTo>
                  <a:lnTo>
                    <a:pt x="2941538" y="981276"/>
                  </a:lnTo>
                  <a:lnTo>
                    <a:pt x="2940467" y="980848"/>
                  </a:lnTo>
                  <a:lnTo>
                    <a:pt x="2939395" y="980421"/>
                  </a:lnTo>
                  <a:lnTo>
                    <a:pt x="2938323" y="979993"/>
                  </a:lnTo>
                  <a:lnTo>
                    <a:pt x="2937252" y="979567"/>
                  </a:lnTo>
                  <a:lnTo>
                    <a:pt x="2936180" y="979141"/>
                  </a:lnTo>
                  <a:lnTo>
                    <a:pt x="2935109" y="978715"/>
                  </a:lnTo>
                  <a:lnTo>
                    <a:pt x="2934037" y="978290"/>
                  </a:lnTo>
                  <a:lnTo>
                    <a:pt x="2932965" y="977865"/>
                  </a:lnTo>
                  <a:lnTo>
                    <a:pt x="2931894" y="977441"/>
                  </a:lnTo>
                  <a:lnTo>
                    <a:pt x="2930822" y="977017"/>
                  </a:lnTo>
                  <a:lnTo>
                    <a:pt x="2929751" y="976593"/>
                  </a:lnTo>
                  <a:lnTo>
                    <a:pt x="2928679" y="976170"/>
                  </a:lnTo>
                  <a:lnTo>
                    <a:pt x="2927607" y="975748"/>
                  </a:lnTo>
                  <a:lnTo>
                    <a:pt x="2926536" y="975325"/>
                  </a:lnTo>
                  <a:lnTo>
                    <a:pt x="2925464" y="974904"/>
                  </a:lnTo>
                  <a:lnTo>
                    <a:pt x="2924393" y="974482"/>
                  </a:lnTo>
                  <a:lnTo>
                    <a:pt x="2923321" y="974062"/>
                  </a:lnTo>
                  <a:lnTo>
                    <a:pt x="2922249" y="973641"/>
                  </a:lnTo>
                  <a:lnTo>
                    <a:pt x="2921178" y="973221"/>
                  </a:lnTo>
                  <a:lnTo>
                    <a:pt x="2920106" y="972802"/>
                  </a:lnTo>
                  <a:lnTo>
                    <a:pt x="2919035" y="972383"/>
                  </a:lnTo>
                  <a:lnTo>
                    <a:pt x="2917963" y="971964"/>
                  </a:lnTo>
                  <a:lnTo>
                    <a:pt x="2916891" y="971546"/>
                  </a:lnTo>
                  <a:lnTo>
                    <a:pt x="2915820" y="971129"/>
                  </a:lnTo>
                  <a:lnTo>
                    <a:pt x="2914748" y="970712"/>
                  </a:lnTo>
                  <a:lnTo>
                    <a:pt x="2913677" y="970295"/>
                  </a:lnTo>
                  <a:lnTo>
                    <a:pt x="2912605" y="969879"/>
                  </a:lnTo>
                  <a:lnTo>
                    <a:pt x="2911533" y="969463"/>
                  </a:lnTo>
                  <a:lnTo>
                    <a:pt x="2910462" y="969048"/>
                  </a:lnTo>
                  <a:lnTo>
                    <a:pt x="2909390" y="968633"/>
                  </a:lnTo>
                  <a:lnTo>
                    <a:pt x="2908319" y="968218"/>
                  </a:lnTo>
                  <a:lnTo>
                    <a:pt x="2907247" y="967804"/>
                  </a:lnTo>
                  <a:lnTo>
                    <a:pt x="2906175" y="967391"/>
                  </a:lnTo>
                  <a:lnTo>
                    <a:pt x="2905104" y="966978"/>
                  </a:lnTo>
                  <a:lnTo>
                    <a:pt x="2904032" y="966565"/>
                  </a:lnTo>
                  <a:lnTo>
                    <a:pt x="2902961" y="966153"/>
                  </a:lnTo>
                  <a:lnTo>
                    <a:pt x="2901889" y="965742"/>
                  </a:lnTo>
                  <a:lnTo>
                    <a:pt x="2900817" y="965331"/>
                  </a:lnTo>
                  <a:lnTo>
                    <a:pt x="2899746" y="964920"/>
                  </a:lnTo>
                  <a:lnTo>
                    <a:pt x="2898674" y="964510"/>
                  </a:lnTo>
                  <a:lnTo>
                    <a:pt x="2897603" y="964100"/>
                  </a:lnTo>
                  <a:lnTo>
                    <a:pt x="2896531" y="963691"/>
                  </a:lnTo>
                  <a:lnTo>
                    <a:pt x="2895459" y="963282"/>
                  </a:lnTo>
                  <a:lnTo>
                    <a:pt x="2894388" y="962874"/>
                  </a:lnTo>
                  <a:lnTo>
                    <a:pt x="2893316" y="962466"/>
                  </a:lnTo>
                  <a:lnTo>
                    <a:pt x="2892245" y="962058"/>
                  </a:lnTo>
                  <a:lnTo>
                    <a:pt x="2891173" y="961652"/>
                  </a:lnTo>
                  <a:lnTo>
                    <a:pt x="2890101" y="961245"/>
                  </a:lnTo>
                  <a:lnTo>
                    <a:pt x="2889030" y="960839"/>
                  </a:lnTo>
                  <a:lnTo>
                    <a:pt x="2887958" y="960434"/>
                  </a:lnTo>
                  <a:lnTo>
                    <a:pt x="2886887" y="960029"/>
                  </a:lnTo>
                  <a:lnTo>
                    <a:pt x="2885815" y="959624"/>
                  </a:lnTo>
                  <a:lnTo>
                    <a:pt x="2884743" y="959220"/>
                  </a:lnTo>
                  <a:lnTo>
                    <a:pt x="2883672" y="958817"/>
                  </a:lnTo>
                  <a:lnTo>
                    <a:pt x="2882600" y="958414"/>
                  </a:lnTo>
                  <a:lnTo>
                    <a:pt x="2881529" y="958011"/>
                  </a:lnTo>
                  <a:lnTo>
                    <a:pt x="2880457" y="957609"/>
                  </a:lnTo>
                  <a:lnTo>
                    <a:pt x="2879385" y="957207"/>
                  </a:lnTo>
                  <a:lnTo>
                    <a:pt x="2878314" y="956806"/>
                  </a:lnTo>
                  <a:lnTo>
                    <a:pt x="2877242" y="956405"/>
                  </a:lnTo>
                  <a:lnTo>
                    <a:pt x="2876171" y="956005"/>
                  </a:lnTo>
                  <a:lnTo>
                    <a:pt x="2875099" y="955605"/>
                  </a:lnTo>
                  <a:lnTo>
                    <a:pt x="2874027" y="955206"/>
                  </a:lnTo>
                  <a:lnTo>
                    <a:pt x="2872956" y="954807"/>
                  </a:lnTo>
                  <a:lnTo>
                    <a:pt x="2871884" y="954409"/>
                  </a:lnTo>
                  <a:lnTo>
                    <a:pt x="2870813" y="954011"/>
                  </a:lnTo>
                  <a:lnTo>
                    <a:pt x="2869741" y="953614"/>
                  </a:lnTo>
                  <a:lnTo>
                    <a:pt x="2868669" y="953217"/>
                  </a:lnTo>
                  <a:lnTo>
                    <a:pt x="2867598" y="952821"/>
                  </a:lnTo>
                  <a:lnTo>
                    <a:pt x="2866526" y="952425"/>
                  </a:lnTo>
                  <a:lnTo>
                    <a:pt x="2865455" y="952030"/>
                  </a:lnTo>
                  <a:lnTo>
                    <a:pt x="2864383" y="951635"/>
                  </a:lnTo>
                  <a:lnTo>
                    <a:pt x="2863311" y="951240"/>
                  </a:lnTo>
                  <a:lnTo>
                    <a:pt x="2862240" y="950846"/>
                  </a:lnTo>
                  <a:lnTo>
                    <a:pt x="2861168" y="950453"/>
                  </a:lnTo>
                  <a:lnTo>
                    <a:pt x="2860097" y="950060"/>
                  </a:lnTo>
                  <a:lnTo>
                    <a:pt x="2859025" y="949668"/>
                  </a:lnTo>
                  <a:lnTo>
                    <a:pt x="2857953" y="949276"/>
                  </a:lnTo>
                  <a:lnTo>
                    <a:pt x="2856882" y="948884"/>
                  </a:lnTo>
                  <a:lnTo>
                    <a:pt x="2855810" y="948493"/>
                  </a:lnTo>
                  <a:lnTo>
                    <a:pt x="2854739" y="948103"/>
                  </a:lnTo>
                  <a:lnTo>
                    <a:pt x="2853667" y="947713"/>
                  </a:lnTo>
                  <a:lnTo>
                    <a:pt x="2852595" y="947323"/>
                  </a:lnTo>
                  <a:lnTo>
                    <a:pt x="2851524" y="946934"/>
                  </a:lnTo>
                  <a:lnTo>
                    <a:pt x="2850452" y="946546"/>
                  </a:lnTo>
                  <a:lnTo>
                    <a:pt x="2849381" y="946158"/>
                  </a:lnTo>
                  <a:lnTo>
                    <a:pt x="2848309" y="945770"/>
                  </a:lnTo>
                  <a:lnTo>
                    <a:pt x="2847237" y="945383"/>
                  </a:lnTo>
                  <a:lnTo>
                    <a:pt x="2846166" y="944996"/>
                  </a:lnTo>
                  <a:lnTo>
                    <a:pt x="2845094" y="944610"/>
                  </a:lnTo>
                  <a:lnTo>
                    <a:pt x="2844023" y="944225"/>
                  </a:lnTo>
                  <a:lnTo>
                    <a:pt x="2842951" y="943840"/>
                  </a:lnTo>
                  <a:lnTo>
                    <a:pt x="2841879" y="943455"/>
                  </a:lnTo>
                  <a:lnTo>
                    <a:pt x="2840808" y="943071"/>
                  </a:lnTo>
                  <a:lnTo>
                    <a:pt x="2839736" y="942687"/>
                  </a:lnTo>
                  <a:lnTo>
                    <a:pt x="2838665" y="942304"/>
                  </a:lnTo>
                  <a:lnTo>
                    <a:pt x="2837593" y="941921"/>
                  </a:lnTo>
                  <a:lnTo>
                    <a:pt x="2836522" y="941539"/>
                  </a:lnTo>
                  <a:lnTo>
                    <a:pt x="2835450" y="941158"/>
                  </a:lnTo>
                  <a:lnTo>
                    <a:pt x="2834378" y="940776"/>
                  </a:lnTo>
                  <a:lnTo>
                    <a:pt x="2833307" y="940396"/>
                  </a:lnTo>
                  <a:lnTo>
                    <a:pt x="2832235" y="940016"/>
                  </a:lnTo>
                  <a:lnTo>
                    <a:pt x="2831164" y="939636"/>
                  </a:lnTo>
                  <a:lnTo>
                    <a:pt x="2830092" y="939257"/>
                  </a:lnTo>
                  <a:lnTo>
                    <a:pt x="2829020" y="938878"/>
                  </a:lnTo>
                  <a:lnTo>
                    <a:pt x="2827949" y="938500"/>
                  </a:lnTo>
                  <a:lnTo>
                    <a:pt x="2826877" y="938122"/>
                  </a:lnTo>
                  <a:lnTo>
                    <a:pt x="2825806" y="937745"/>
                  </a:lnTo>
                  <a:lnTo>
                    <a:pt x="2824734" y="937368"/>
                  </a:lnTo>
                  <a:lnTo>
                    <a:pt x="2823662" y="936992"/>
                  </a:lnTo>
                  <a:lnTo>
                    <a:pt x="2822591" y="936616"/>
                  </a:lnTo>
                  <a:lnTo>
                    <a:pt x="2821519" y="936241"/>
                  </a:lnTo>
                  <a:lnTo>
                    <a:pt x="2820448" y="935866"/>
                  </a:lnTo>
                  <a:lnTo>
                    <a:pt x="2819376" y="935492"/>
                  </a:lnTo>
                  <a:lnTo>
                    <a:pt x="2818304" y="935118"/>
                  </a:lnTo>
                  <a:lnTo>
                    <a:pt x="2817233" y="934745"/>
                  </a:lnTo>
                  <a:lnTo>
                    <a:pt x="2816161" y="934372"/>
                  </a:lnTo>
                  <a:lnTo>
                    <a:pt x="2815090" y="933999"/>
                  </a:lnTo>
                  <a:lnTo>
                    <a:pt x="2814018" y="933628"/>
                  </a:lnTo>
                  <a:lnTo>
                    <a:pt x="2812946" y="933256"/>
                  </a:lnTo>
                  <a:lnTo>
                    <a:pt x="2811875" y="932885"/>
                  </a:lnTo>
                  <a:lnTo>
                    <a:pt x="2810803" y="932515"/>
                  </a:lnTo>
                  <a:lnTo>
                    <a:pt x="2809732" y="932145"/>
                  </a:lnTo>
                  <a:lnTo>
                    <a:pt x="2808660" y="931776"/>
                  </a:lnTo>
                  <a:lnTo>
                    <a:pt x="2807588" y="931407"/>
                  </a:lnTo>
                  <a:lnTo>
                    <a:pt x="2806517" y="931039"/>
                  </a:lnTo>
                  <a:lnTo>
                    <a:pt x="2805445" y="930671"/>
                  </a:lnTo>
                  <a:lnTo>
                    <a:pt x="2804374" y="930303"/>
                  </a:lnTo>
                  <a:lnTo>
                    <a:pt x="2803302" y="929936"/>
                  </a:lnTo>
                  <a:lnTo>
                    <a:pt x="2802230" y="929570"/>
                  </a:lnTo>
                  <a:lnTo>
                    <a:pt x="2801159" y="929204"/>
                  </a:lnTo>
                  <a:lnTo>
                    <a:pt x="2800087" y="928839"/>
                  </a:lnTo>
                  <a:lnTo>
                    <a:pt x="2799016" y="928474"/>
                  </a:lnTo>
                  <a:lnTo>
                    <a:pt x="2797944" y="928109"/>
                  </a:lnTo>
                  <a:lnTo>
                    <a:pt x="2796872" y="927745"/>
                  </a:lnTo>
                  <a:lnTo>
                    <a:pt x="2795801" y="927382"/>
                  </a:lnTo>
                  <a:lnTo>
                    <a:pt x="2794729" y="927019"/>
                  </a:lnTo>
                  <a:lnTo>
                    <a:pt x="2793658" y="926656"/>
                  </a:lnTo>
                  <a:lnTo>
                    <a:pt x="2792586" y="926294"/>
                  </a:lnTo>
                  <a:lnTo>
                    <a:pt x="2791514" y="925933"/>
                  </a:lnTo>
                  <a:lnTo>
                    <a:pt x="2790443" y="925572"/>
                  </a:lnTo>
                  <a:lnTo>
                    <a:pt x="2789371" y="925211"/>
                  </a:lnTo>
                  <a:lnTo>
                    <a:pt x="2788300" y="924851"/>
                  </a:lnTo>
                  <a:lnTo>
                    <a:pt x="2787228" y="924491"/>
                  </a:lnTo>
                  <a:lnTo>
                    <a:pt x="2786156" y="924132"/>
                  </a:lnTo>
                  <a:lnTo>
                    <a:pt x="2785085" y="923774"/>
                  </a:lnTo>
                  <a:lnTo>
                    <a:pt x="2784013" y="923416"/>
                  </a:lnTo>
                  <a:lnTo>
                    <a:pt x="2782942" y="923058"/>
                  </a:lnTo>
                  <a:lnTo>
                    <a:pt x="2781870" y="922701"/>
                  </a:lnTo>
                  <a:lnTo>
                    <a:pt x="2780798" y="922344"/>
                  </a:lnTo>
                  <a:lnTo>
                    <a:pt x="2779727" y="921988"/>
                  </a:lnTo>
                  <a:lnTo>
                    <a:pt x="2778655" y="921632"/>
                  </a:lnTo>
                  <a:lnTo>
                    <a:pt x="2777584" y="921277"/>
                  </a:lnTo>
                  <a:lnTo>
                    <a:pt x="2776512" y="920922"/>
                  </a:lnTo>
                  <a:lnTo>
                    <a:pt x="2775440" y="920568"/>
                  </a:lnTo>
                  <a:lnTo>
                    <a:pt x="2774369" y="920214"/>
                  </a:lnTo>
                  <a:lnTo>
                    <a:pt x="2773297" y="919861"/>
                  </a:lnTo>
                  <a:lnTo>
                    <a:pt x="2772226" y="919508"/>
                  </a:lnTo>
                  <a:lnTo>
                    <a:pt x="2771154" y="919156"/>
                  </a:lnTo>
                  <a:lnTo>
                    <a:pt x="2770082" y="918804"/>
                  </a:lnTo>
                  <a:lnTo>
                    <a:pt x="2769011" y="918453"/>
                  </a:lnTo>
                  <a:lnTo>
                    <a:pt x="2767939" y="918102"/>
                  </a:lnTo>
                  <a:lnTo>
                    <a:pt x="2766868" y="917752"/>
                  </a:lnTo>
                  <a:lnTo>
                    <a:pt x="2765796" y="917402"/>
                  </a:lnTo>
                  <a:lnTo>
                    <a:pt x="2764724" y="917052"/>
                  </a:lnTo>
                  <a:lnTo>
                    <a:pt x="2763653" y="916703"/>
                  </a:lnTo>
                  <a:lnTo>
                    <a:pt x="2762581" y="916355"/>
                  </a:lnTo>
                  <a:lnTo>
                    <a:pt x="2761510" y="916007"/>
                  </a:lnTo>
                  <a:lnTo>
                    <a:pt x="2760438" y="915659"/>
                  </a:lnTo>
                  <a:lnTo>
                    <a:pt x="2759366" y="915312"/>
                  </a:lnTo>
                  <a:lnTo>
                    <a:pt x="2758295" y="914966"/>
                  </a:lnTo>
                  <a:lnTo>
                    <a:pt x="2757223" y="914620"/>
                  </a:lnTo>
                  <a:lnTo>
                    <a:pt x="2756152" y="914274"/>
                  </a:lnTo>
                  <a:lnTo>
                    <a:pt x="2755080" y="913929"/>
                  </a:lnTo>
                  <a:lnTo>
                    <a:pt x="2754008" y="913584"/>
                  </a:lnTo>
                  <a:lnTo>
                    <a:pt x="2752937" y="913240"/>
                  </a:lnTo>
                  <a:lnTo>
                    <a:pt x="2751865" y="912896"/>
                  </a:lnTo>
                  <a:lnTo>
                    <a:pt x="2750794" y="912553"/>
                  </a:lnTo>
                  <a:lnTo>
                    <a:pt x="2749722" y="912210"/>
                  </a:lnTo>
                  <a:lnTo>
                    <a:pt x="2748650" y="911868"/>
                  </a:lnTo>
                  <a:lnTo>
                    <a:pt x="2747579" y="911526"/>
                  </a:lnTo>
                  <a:lnTo>
                    <a:pt x="2746507" y="911185"/>
                  </a:lnTo>
                  <a:lnTo>
                    <a:pt x="2745436" y="910844"/>
                  </a:lnTo>
                  <a:lnTo>
                    <a:pt x="2744364" y="910504"/>
                  </a:lnTo>
                  <a:lnTo>
                    <a:pt x="2743292" y="910164"/>
                  </a:lnTo>
                  <a:lnTo>
                    <a:pt x="2742221" y="909824"/>
                  </a:lnTo>
                  <a:lnTo>
                    <a:pt x="2741149" y="909485"/>
                  </a:lnTo>
                  <a:lnTo>
                    <a:pt x="2740078" y="909147"/>
                  </a:lnTo>
                  <a:lnTo>
                    <a:pt x="2739006" y="908809"/>
                  </a:lnTo>
                  <a:lnTo>
                    <a:pt x="2737934" y="908471"/>
                  </a:lnTo>
                  <a:lnTo>
                    <a:pt x="2736863" y="908134"/>
                  </a:lnTo>
                  <a:lnTo>
                    <a:pt x="2735791" y="907797"/>
                  </a:lnTo>
                  <a:lnTo>
                    <a:pt x="2734720" y="907461"/>
                  </a:lnTo>
                  <a:lnTo>
                    <a:pt x="2733648" y="907125"/>
                  </a:lnTo>
                  <a:lnTo>
                    <a:pt x="2732576" y="906790"/>
                  </a:lnTo>
                  <a:lnTo>
                    <a:pt x="2731505" y="906455"/>
                  </a:lnTo>
                  <a:lnTo>
                    <a:pt x="2730433" y="906121"/>
                  </a:lnTo>
                  <a:lnTo>
                    <a:pt x="2729362" y="905787"/>
                  </a:lnTo>
                  <a:lnTo>
                    <a:pt x="2728290" y="905453"/>
                  </a:lnTo>
                  <a:lnTo>
                    <a:pt x="2727218" y="905120"/>
                  </a:lnTo>
                  <a:lnTo>
                    <a:pt x="2726147" y="904788"/>
                  </a:lnTo>
                  <a:lnTo>
                    <a:pt x="2725075" y="904456"/>
                  </a:lnTo>
                  <a:lnTo>
                    <a:pt x="2724004" y="904124"/>
                  </a:lnTo>
                  <a:lnTo>
                    <a:pt x="2722932" y="903793"/>
                  </a:lnTo>
                  <a:lnTo>
                    <a:pt x="2721860" y="903462"/>
                  </a:lnTo>
                  <a:lnTo>
                    <a:pt x="2720789" y="903132"/>
                  </a:lnTo>
                  <a:lnTo>
                    <a:pt x="2719717" y="902802"/>
                  </a:lnTo>
                  <a:lnTo>
                    <a:pt x="2718646" y="902473"/>
                  </a:lnTo>
                  <a:lnTo>
                    <a:pt x="2717574" y="902144"/>
                  </a:lnTo>
                  <a:lnTo>
                    <a:pt x="2716502" y="901815"/>
                  </a:lnTo>
                  <a:lnTo>
                    <a:pt x="2715431" y="901487"/>
                  </a:lnTo>
                  <a:lnTo>
                    <a:pt x="2714359" y="901160"/>
                  </a:lnTo>
                  <a:lnTo>
                    <a:pt x="2713288" y="900833"/>
                  </a:lnTo>
                  <a:lnTo>
                    <a:pt x="2712216" y="900506"/>
                  </a:lnTo>
                  <a:lnTo>
                    <a:pt x="2711144" y="900180"/>
                  </a:lnTo>
                  <a:lnTo>
                    <a:pt x="2710073" y="899854"/>
                  </a:lnTo>
                  <a:lnTo>
                    <a:pt x="2709001" y="899529"/>
                  </a:lnTo>
                  <a:lnTo>
                    <a:pt x="2707930" y="899204"/>
                  </a:lnTo>
                  <a:lnTo>
                    <a:pt x="2706858" y="898880"/>
                  </a:lnTo>
                  <a:lnTo>
                    <a:pt x="2705786" y="898556"/>
                  </a:lnTo>
                  <a:lnTo>
                    <a:pt x="2704715" y="898232"/>
                  </a:lnTo>
                  <a:lnTo>
                    <a:pt x="2703643" y="897909"/>
                  </a:lnTo>
                  <a:lnTo>
                    <a:pt x="2702572" y="897586"/>
                  </a:lnTo>
                  <a:lnTo>
                    <a:pt x="2701500" y="897264"/>
                  </a:lnTo>
                  <a:lnTo>
                    <a:pt x="2700428" y="896942"/>
                  </a:lnTo>
                  <a:lnTo>
                    <a:pt x="2699357" y="896621"/>
                  </a:lnTo>
                  <a:lnTo>
                    <a:pt x="2698285" y="896300"/>
                  </a:lnTo>
                  <a:lnTo>
                    <a:pt x="2697214" y="895980"/>
                  </a:lnTo>
                  <a:lnTo>
                    <a:pt x="2696142" y="895660"/>
                  </a:lnTo>
                  <a:lnTo>
                    <a:pt x="2695070" y="895340"/>
                  </a:lnTo>
                  <a:lnTo>
                    <a:pt x="2693999" y="895021"/>
                  </a:lnTo>
                  <a:lnTo>
                    <a:pt x="2692927" y="894702"/>
                  </a:lnTo>
                  <a:lnTo>
                    <a:pt x="2691856" y="894384"/>
                  </a:lnTo>
                  <a:lnTo>
                    <a:pt x="2690784" y="894066"/>
                  </a:lnTo>
                  <a:lnTo>
                    <a:pt x="2689712" y="893749"/>
                  </a:lnTo>
                  <a:lnTo>
                    <a:pt x="2688641" y="893432"/>
                  </a:lnTo>
                  <a:lnTo>
                    <a:pt x="2687569" y="893115"/>
                  </a:lnTo>
                  <a:lnTo>
                    <a:pt x="2686498" y="892799"/>
                  </a:lnTo>
                  <a:lnTo>
                    <a:pt x="2685426" y="892483"/>
                  </a:lnTo>
                  <a:lnTo>
                    <a:pt x="2684354" y="892168"/>
                  </a:lnTo>
                  <a:lnTo>
                    <a:pt x="2683283" y="891853"/>
                  </a:lnTo>
                  <a:lnTo>
                    <a:pt x="2682211" y="891539"/>
                  </a:lnTo>
                  <a:lnTo>
                    <a:pt x="2681140" y="891225"/>
                  </a:lnTo>
                  <a:lnTo>
                    <a:pt x="2680068" y="890911"/>
                  </a:lnTo>
                  <a:lnTo>
                    <a:pt x="2678996" y="890598"/>
                  </a:lnTo>
                  <a:lnTo>
                    <a:pt x="2677925" y="890285"/>
                  </a:lnTo>
                  <a:lnTo>
                    <a:pt x="2676853" y="889973"/>
                  </a:lnTo>
                  <a:lnTo>
                    <a:pt x="2675782" y="889661"/>
                  </a:lnTo>
                  <a:lnTo>
                    <a:pt x="2674710" y="889349"/>
                  </a:lnTo>
                  <a:lnTo>
                    <a:pt x="2673638" y="889038"/>
                  </a:lnTo>
                  <a:lnTo>
                    <a:pt x="2672567" y="888728"/>
                  </a:lnTo>
                  <a:lnTo>
                    <a:pt x="2671495" y="888417"/>
                  </a:lnTo>
                  <a:lnTo>
                    <a:pt x="2670424" y="888108"/>
                  </a:lnTo>
                  <a:lnTo>
                    <a:pt x="2669352" y="887798"/>
                  </a:lnTo>
                  <a:lnTo>
                    <a:pt x="2668280" y="887489"/>
                  </a:lnTo>
                  <a:lnTo>
                    <a:pt x="2667209" y="887181"/>
                  </a:lnTo>
                  <a:lnTo>
                    <a:pt x="2666137" y="886872"/>
                  </a:lnTo>
                  <a:lnTo>
                    <a:pt x="2665066" y="886565"/>
                  </a:lnTo>
                  <a:lnTo>
                    <a:pt x="2663994" y="886257"/>
                  </a:lnTo>
                  <a:lnTo>
                    <a:pt x="2662922" y="885950"/>
                  </a:lnTo>
                  <a:lnTo>
                    <a:pt x="2661851" y="885644"/>
                  </a:lnTo>
                  <a:lnTo>
                    <a:pt x="2660779" y="885338"/>
                  </a:lnTo>
                  <a:lnTo>
                    <a:pt x="2659708" y="885032"/>
                  </a:lnTo>
                  <a:lnTo>
                    <a:pt x="2658636" y="884727"/>
                  </a:lnTo>
                  <a:lnTo>
                    <a:pt x="2657565" y="884422"/>
                  </a:lnTo>
                  <a:lnTo>
                    <a:pt x="2656493" y="884117"/>
                  </a:lnTo>
                  <a:lnTo>
                    <a:pt x="2655421" y="883813"/>
                  </a:lnTo>
                  <a:lnTo>
                    <a:pt x="2654350" y="883509"/>
                  </a:lnTo>
                  <a:lnTo>
                    <a:pt x="2653278" y="883206"/>
                  </a:lnTo>
                  <a:lnTo>
                    <a:pt x="2652207" y="882903"/>
                  </a:lnTo>
                  <a:lnTo>
                    <a:pt x="2651135" y="882600"/>
                  </a:lnTo>
                  <a:lnTo>
                    <a:pt x="2650063" y="882298"/>
                  </a:lnTo>
                  <a:lnTo>
                    <a:pt x="2648992" y="881996"/>
                  </a:lnTo>
                  <a:lnTo>
                    <a:pt x="2647920" y="881695"/>
                  </a:lnTo>
                  <a:lnTo>
                    <a:pt x="2646849" y="881394"/>
                  </a:lnTo>
                  <a:lnTo>
                    <a:pt x="2645777" y="881093"/>
                  </a:lnTo>
                  <a:lnTo>
                    <a:pt x="2644705" y="880793"/>
                  </a:lnTo>
                  <a:lnTo>
                    <a:pt x="2643634" y="880493"/>
                  </a:lnTo>
                  <a:lnTo>
                    <a:pt x="2642562" y="880194"/>
                  </a:lnTo>
                  <a:lnTo>
                    <a:pt x="2641491" y="879895"/>
                  </a:lnTo>
                  <a:lnTo>
                    <a:pt x="2640419" y="879596"/>
                  </a:lnTo>
                  <a:lnTo>
                    <a:pt x="2639347" y="879298"/>
                  </a:lnTo>
                  <a:lnTo>
                    <a:pt x="2638276" y="879000"/>
                  </a:lnTo>
                  <a:lnTo>
                    <a:pt x="2637204" y="878703"/>
                  </a:lnTo>
                  <a:lnTo>
                    <a:pt x="2636133" y="878405"/>
                  </a:lnTo>
                  <a:lnTo>
                    <a:pt x="2635061" y="878109"/>
                  </a:lnTo>
                  <a:lnTo>
                    <a:pt x="2633989" y="877812"/>
                  </a:lnTo>
                  <a:lnTo>
                    <a:pt x="2632918" y="877516"/>
                  </a:lnTo>
                  <a:lnTo>
                    <a:pt x="2631846" y="877221"/>
                  </a:lnTo>
                  <a:lnTo>
                    <a:pt x="2630775" y="876925"/>
                  </a:lnTo>
                  <a:lnTo>
                    <a:pt x="2629703" y="876631"/>
                  </a:lnTo>
                  <a:lnTo>
                    <a:pt x="2628631" y="876336"/>
                  </a:lnTo>
                  <a:lnTo>
                    <a:pt x="2627560" y="876042"/>
                  </a:lnTo>
                  <a:lnTo>
                    <a:pt x="2626488" y="875748"/>
                  </a:lnTo>
                  <a:lnTo>
                    <a:pt x="2625417" y="875455"/>
                  </a:lnTo>
                  <a:lnTo>
                    <a:pt x="2624345" y="875162"/>
                  </a:lnTo>
                  <a:lnTo>
                    <a:pt x="2623273" y="874869"/>
                  </a:lnTo>
                  <a:lnTo>
                    <a:pt x="2622202" y="874577"/>
                  </a:lnTo>
                  <a:lnTo>
                    <a:pt x="2621130" y="874285"/>
                  </a:lnTo>
                  <a:lnTo>
                    <a:pt x="2620059" y="873993"/>
                  </a:lnTo>
                  <a:lnTo>
                    <a:pt x="2618987" y="873702"/>
                  </a:lnTo>
                  <a:lnTo>
                    <a:pt x="2617915" y="873411"/>
                  </a:lnTo>
                  <a:lnTo>
                    <a:pt x="2616844" y="873121"/>
                  </a:lnTo>
                  <a:lnTo>
                    <a:pt x="2615772" y="872831"/>
                  </a:lnTo>
                  <a:lnTo>
                    <a:pt x="2614701" y="872541"/>
                  </a:lnTo>
                  <a:lnTo>
                    <a:pt x="2613629" y="872251"/>
                  </a:lnTo>
                  <a:lnTo>
                    <a:pt x="2612557" y="871962"/>
                  </a:lnTo>
                  <a:lnTo>
                    <a:pt x="2611486" y="871674"/>
                  </a:lnTo>
                  <a:lnTo>
                    <a:pt x="2610414" y="871385"/>
                  </a:lnTo>
                  <a:lnTo>
                    <a:pt x="2609343" y="871097"/>
                  </a:lnTo>
                  <a:lnTo>
                    <a:pt x="2608271" y="870810"/>
                  </a:lnTo>
                  <a:lnTo>
                    <a:pt x="2607199" y="870522"/>
                  </a:lnTo>
                  <a:lnTo>
                    <a:pt x="2606128" y="870235"/>
                  </a:lnTo>
                  <a:lnTo>
                    <a:pt x="2605056" y="869949"/>
                  </a:lnTo>
                  <a:lnTo>
                    <a:pt x="2603985" y="869663"/>
                  </a:lnTo>
                  <a:lnTo>
                    <a:pt x="2602913" y="869377"/>
                  </a:lnTo>
                  <a:lnTo>
                    <a:pt x="2601841" y="869091"/>
                  </a:lnTo>
                  <a:lnTo>
                    <a:pt x="2600770" y="868806"/>
                  </a:lnTo>
                  <a:lnTo>
                    <a:pt x="2599698" y="868521"/>
                  </a:lnTo>
                  <a:lnTo>
                    <a:pt x="2598627" y="868236"/>
                  </a:lnTo>
                  <a:lnTo>
                    <a:pt x="2597555" y="867952"/>
                  </a:lnTo>
                  <a:lnTo>
                    <a:pt x="2596483" y="867668"/>
                  </a:lnTo>
                  <a:lnTo>
                    <a:pt x="2595412" y="867385"/>
                  </a:lnTo>
                  <a:lnTo>
                    <a:pt x="2594340" y="867102"/>
                  </a:lnTo>
                  <a:lnTo>
                    <a:pt x="2593269" y="866819"/>
                  </a:lnTo>
                  <a:lnTo>
                    <a:pt x="2592197" y="866536"/>
                  </a:lnTo>
                  <a:lnTo>
                    <a:pt x="2591125" y="866254"/>
                  </a:lnTo>
                  <a:lnTo>
                    <a:pt x="2590054" y="865972"/>
                  </a:lnTo>
                  <a:lnTo>
                    <a:pt x="2588982" y="865690"/>
                  </a:lnTo>
                  <a:lnTo>
                    <a:pt x="2587911" y="865409"/>
                  </a:lnTo>
                  <a:lnTo>
                    <a:pt x="2586839" y="865128"/>
                  </a:lnTo>
                  <a:lnTo>
                    <a:pt x="2585767" y="864848"/>
                  </a:lnTo>
                  <a:lnTo>
                    <a:pt x="2584696" y="864568"/>
                  </a:lnTo>
                  <a:lnTo>
                    <a:pt x="2583624" y="864288"/>
                  </a:lnTo>
                  <a:lnTo>
                    <a:pt x="2582553" y="864008"/>
                  </a:lnTo>
                  <a:lnTo>
                    <a:pt x="2581481" y="863729"/>
                  </a:lnTo>
                  <a:lnTo>
                    <a:pt x="2580409" y="863450"/>
                  </a:lnTo>
                  <a:lnTo>
                    <a:pt x="2579338" y="863171"/>
                  </a:lnTo>
                  <a:lnTo>
                    <a:pt x="2578266" y="862893"/>
                  </a:lnTo>
                  <a:lnTo>
                    <a:pt x="2577195" y="862615"/>
                  </a:lnTo>
                  <a:lnTo>
                    <a:pt x="2576123" y="862337"/>
                  </a:lnTo>
                  <a:lnTo>
                    <a:pt x="2575051" y="862060"/>
                  </a:lnTo>
                  <a:lnTo>
                    <a:pt x="2573980" y="861783"/>
                  </a:lnTo>
                  <a:lnTo>
                    <a:pt x="2572908" y="861506"/>
                  </a:lnTo>
                  <a:lnTo>
                    <a:pt x="2571837" y="861229"/>
                  </a:lnTo>
                  <a:lnTo>
                    <a:pt x="2570765" y="860953"/>
                  </a:lnTo>
                  <a:lnTo>
                    <a:pt x="2569693" y="860677"/>
                  </a:lnTo>
                  <a:lnTo>
                    <a:pt x="2568622" y="860402"/>
                  </a:lnTo>
                  <a:lnTo>
                    <a:pt x="2567550" y="860127"/>
                  </a:lnTo>
                  <a:lnTo>
                    <a:pt x="2566479" y="859852"/>
                  </a:lnTo>
                  <a:lnTo>
                    <a:pt x="2565407" y="859577"/>
                  </a:lnTo>
                  <a:lnTo>
                    <a:pt x="2564335" y="859303"/>
                  </a:lnTo>
                  <a:lnTo>
                    <a:pt x="2563264" y="859029"/>
                  </a:lnTo>
                  <a:lnTo>
                    <a:pt x="2562192" y="858755"/>
                  </a:lnTo>
                  <a:lnTo>
                    <a:pt x="2561121" y="858481"/>
                  </a:lnTo>
                  <a:lnTo>
                    <a:pt x="2560049" y="858208"/>
                  </a:lnTo>
                  <a:lnTo>
                    <a:pt x="2558977" y="857935"/>
                  </a:lnTo>
                  <a:lnTo>
                    <a:pt x="2557906" y="857663"/>
                  </a:lnTo>
                  <a:lnTo>
                    <a:pt x="2556834" y="857391"/>
                  </a:lnTo>
                  <a:lnTo>
                    <a:pt x="2555763" y="857119"/>
                  </a:lnTo>
                  <a:lnTo>
                    <a:pt x="2554691" y="856847"/>
                  </a:lnTo>
                  <a:lnTo>
                    <a:pt x="2553619" y="856576"/>
                  </a:lnTo>
                  <a:lnTo>
                    <a:pt x="2552548" y="856304"/>
                  </a:lnTo>
                  <a:lnTo>
                    <a:pt x="2551476" y="856034"/>
                  </a:lnTo>
                  <a:lnTo>
                    <a:pt x="2550405" y="855763"/>
                  </a:lnTo>
                  <a:lnTo>
                    <a:pt x="2549333" y="855493"/>
                  </a:lnTo>
                  <a:lnTo>
                    <a:pt x="2548261" y="855223"/>
                  </a:lnTo>
                  <a:lnTo>
                    <a:pt x="2547190" y="854953"/>
                  </a:lnTo>
                  <a:lnTo>
                    <a:pt x="2546118" y="854684"/>
                  </a:lnTo>
                  <a:lnTo>
                    <a:pt x="2545047" y="854414"/>
                  </a:lnTo>
                  <a:lnTo>
                    <a:pt x="2543975" y="854146"/>
                  </a:lnTo>
                  <a:lnTo>
                    <a:pt x="2542903" y="853877"/>
                  </a:lnTo>
                  <a:lnTo>
                    <a:pt x="2541832" y="853609"/>
                  </a:lnTo>
                  <a:lnTo>
                    <a:pt x="2540760" y="853341"/>
                  </a:lnTo>
                  <a:lnTo>
                    <a:pt x="2539689" y="853073"/>
                  </a:lnTo>
                  <a:lnTo>
                    <a:pt x="2538617" y="852805"/>
                  </a:lnTo>
                  <a:lnTo>
                    <a:pt x="2537545" y="852538"/>
                  </a:lnTo>
                  <a:lnTo>
                    <a:pt x="2536474" y="852271"/>
                  </a:lnTo>
                  <a:lnTo>
                    <a:pt x="2535402" y="852004"/>
                  </a:lnTo>
                  <a:lnTo>
                    <a:pt x="2534331" y="851738"/>
                  </a:lnTo>
                  <a:lnTo>
                    <a:pt x="2533259" y="851472"/>
                  </a:lnTo>
                  <a:lnTo>
                    <a:pt x="2532187" y="851206"/>
                  </a:lnTo>
                  <a:lnTo>
                    <a:pt x="2531116" y="850940"/>
                  </a:lnTo>
                  <a:lnTo>
                    <a:pt x="2530044" y="850675"/>
                  </a:lnTo>
                  <a:lnTo>
                    <a:pt x="2528973" y="850410"/>
                  </a:lnTo>
                  <a:lnTo>
                    <a:pt x="2527901" y="850145"/>
                  </a:lnTo>
                  <a:lnTo>
                    <a:pt x="2526829" y="849880"/>
                  </a:lnTo>
                  <a:lnTo>
                    <a:pt x="2525758" y="849616"/>
                  </a:lnTo>
                  <a:lnTo>
                    <a:pt x="2524686" y="849351"/>
                  </a:lnTo>
                  <a:lnTo>
                    <a:pt x="2523615" y="849088"/>
                  </a:lnTo>
                  <a:lnTo>
                    <a:pt x="2522543" y="848824"/>
                  </a:lnTo>
                  <a:lnTo>
                    <a:pt x="2521471" y="848561"/>
                  </a:lnTo>
                  <a:lnTo>
                    <a:pt x="2520400" y="848297"/>
                  </a:lnTo>
                  <a:lnTo>
                    <a:pt x="2519328" y="848035"/>
                  </a:lnTo>
                  <a:lnTo>
                    <a:pt x="2518257" y="847772"/>
                  </a:lnTo>
                  <a:lnTo>
                    <a:pt x="2517185" y="847510"/>
                  </a:lnTo>
                  <a:lnTo>
                    <a:pt x="2516113" y="847247"/>
                  </a:lnTo>
                  <a:lnTo>
                    <a:pt x="2515042" y="846985"/>
                  </a:lnTo>
                  <a:lnTo>
                    <a:pt x="2513970" y="846724"/>
                  </a:lnTo>
                  <a:lnTo>
                    <a:pt x="2512899" y="846462"/>
                  </a:lnTo>
                  <a:lnTo>
                    <a:pt x="2511827" y="846201"/>
                  </a:lnTo>
                  <a:lnTo>
                    <a:pt x="2510755" y="845940"/>
                  </a:lnTo>
                  <a:lnTo>
                    <a:pt x="2509684" y="845679"/>
                  </a:lnTo>
                  <a:lnTo>
                    <a:pt x="2508612" y="845419"/>
                  </a:lnTo>
                  <a:lnTo>
                    <a:pt x="2507541" y="845159"/>
                  </a:lnTo>
                  <a:lnTo>
                    <a:pt x="2506469" y="844899"/>
                  </a:lnTo>
                  <a:lnTo>
                    <a:pt x="2505397" y="844639"/>
                  </a:lnTo>
                  <a:lnTo>
                    <a:pt x="2504326" y="844379"/>
                  </a:lnTo>
                  <a:lnTo>
                    <a:pt x="2503254" y="844120"/>
                  </a:lnTo>
                  <a:lnTo>
                    <a:pt x="2502183" y="843861"/>
                  </a:lnTo>
                  <a:lnTo>
                    <a:pt x="2501111" y="843602"/>
                  </a:lnTo>
                  <a:lnTo>
                    <a:pt x="2500039" y="843343"/>
                  </a:lnTo>
                  <a:lnTo>
                    <a:pt x="2498968" y="843085"/>
                  </a:lnTo>
                  <a:lnTo>
                    <a:pt x="2497896" y="842826"/>
                  </a:lnTo>
                  <a:lnTo>
                    <a:pt x="2496825" y="842568"/>
                  </a:lnTo>
                  <a:lnTo>
                    <a:pt x="2495753" y="842311"/>
                  </a:lnTo>
                  <a:lnTo>
                    <a:pt x="2494681" y="842053"/>
                  </a:lnTo>
                  <a:lnTo>
                    <a:pt x="2493610" y="841796"/>
                  </a:lnTo>
                  <a:lnTo>
                    <a:pt x="2492538" y="841538"/>
                  </a:lnTo>
                  <a:lnTo>
                    <a:pt x="2491467" y="841281"/>
                  </a:lnTo>
                  <a:lnTo>
                    <a:pt x="2490395" y="841025"/>
                  </a:lnTo>
                  <a:lnTo>
                    <a:pt x="2489323" y="840768"/>
                  </a:lnTo>
                  <a:lnTo>
                    <a:pt x="2488252" y="840512"/>
                  </a:lnTo>
                  <a:lnTo>
                    <a:pt x="2487180" y="840256"/>
                  </a:lnTo>
                  <a:lnTo>
                    <a:pt x="2486109" y="840000"/>
                  </a:lnTo>
                  <a:lnTo>
                    <a:pt x="2485037" y="839744"/>
                  </a:lnTo>
                  <a:lnTo>
                    <a:pt x="2483966" y="839489"/>
                  </a:lnTo>
                  <a:lnTo>
                    <a:pt x="2482894" y="839233"/>
                  </a:lnTo>
                  <a:lnTo>
                    <a:pt x="2481822" y="838978"/>
                  </a:lnTo>
                  <a:lnTo>
                    <a:pt x="2480751" y="838723"/>
                  </a:lnTo>
                  <a:lnTo>
                    <a:pt x="2479679" y="838469"/>
                  </a:lnTo>
                  <a:lnTo>
                    <a:pt x="2478608" y="838214"/>
                  </a:lnTo>
                  <a:lnTo>
                    <a:pt x="2477536" y="837960"/>
                  </a:lnTo>
                  <a:lnTo>
                    <a:pt x="2476464" y="837706"/>
                  </a:lnTo>
                  <a:lnTo>
                    <a:pt x="2475393" y="837452"/>
                  </a:lnTo>
                  <a:lnTo>
                    <a:pt x="2474321" y="837198"/>
                  </a:lnTo>
                  <a:lnTo>
                    <a:pt x="2473250" y="836944"/>
                  </a:lnTo>
                  <a:lnTo>
                    <a:pt x="2472178" y="836691"/>
                  </a:lnTo>
                  <a:lnTo>
                    <a:pt x="2471106" y="836438"/>
                  </a:lnTo>
                  <a:lnTo>
                    <a:pt x="2470035" y="836185"/>
                  </a:lnTo>
                  <a:lnTo>
                    <a:pt x="2468963" y="835932"/>
                  </a:lnTo>
                  <a:lnTo>
                    <a:pt x="2467892" y="835680"/>
                  </a:lnTo>
                  <a:lnTo>
                    <a:pt x="2466820" y="835427"/>
                  </a:lnTo>
                  <a:lnTo>
                    <a:pt x="2465748" y="835175"/>
                  </a:lnTo>
                  <a:lnTo>
                    <a:pt x="2464677" y="834923"/>
                  </a:lnTo>
                  <a:lnTo>
                    <a:pt x="2463605" y="834671"/>
                  </a:lnTo>
                  <a:lnTo>
                    <a:pt x="2462534" y="834419"/>
                  </a:lnTo>
                  <a:lnTo>
                    <a:pt x="2461462" y="834168"/>
                  </a:lnTo>
                  <a:lnTo>
                    <a:pt x="2460390" y="833916"/>
                  </a:lnTo>
                  <a:lnTo>
                    <a:pt x="2459319" y="833665"/>
                  </a:lnTo>
                  <a:lnTo>
                    <a:pt x="2458247" y="833414"/>
                  </a:lnTo>
                  <a:lnTo>
                    <a:pt x="2457176" y="833163"/>
                  </a:lnTo>
                  <a:lnTo>
                    <a:pt x="2456104" y="832913"/>
                  </a:lnTo>
                  <a:lnTo>
                    <a:pt x="2455032" y="832662"/>
                  </a:lnTo>
                  <a:lnTo>
                    <a:pt x="2453961" y="832412"/>
                  </a:lnTo>
                  <a:lnTo>
                    <a:pt x="2452889" y="832162"/>
                  </a:lnTo>
                  <a:lnTo>
                    <a:pt x="2451818" y="831912"/>
                  </a:lnTo>
                  <a:lnTo>
                    <a:pt x="2450746" y="831662"/>
                  </a:lnTo>
                  <a:lnTo>
                    <a:pt x="2449674" y="831412"/>
                  </a:lnTo>
                  <a:lnTo>
                    <a:pt x="2448603" y="831163"/>
                  </a:lnTo>
                  <a:lnTo>
                    <a:pt x="2447531" y="830913"/>
                  </a:lnTo>
                  <a:lnTo>
                    <a:pt x="2446460" y="830664"/>
                  </a:lnTo>
                  <a:lnTo>
                    <a:pt x="2445388" y="830415"/>
                  </a:lnTo>
                  <a:lnTo>
                    <a:pt x="2444316" y="830166"/>
                  </a:lnTo>
                  <a:lnTo>
                    <a:pt x="2443245" y="829917"/>
                  </a:lnTo>
                  <a:lnTo>
                    <a:pt x="2442173" y="829669"/>
                  </a:lnTo>
                  <a:lnTo>
                    <a:pt x="2441102" y="829420"/>
                  </a:lnTo>
                  <a:lnTo>
                    <a:pt x="2440030" y="829172"/>
                  </a:lnTo>
                  <a:lnTo>
                    <a:pt x="2438958" y="828924"/>
                  </a:lnTo>
                  <a:lnTo>
                    <a:pt x="2437887" y="828676"/>
                  </a:lnTo>
                  <a:lnTo>
                    <a:pt x="2436815" y="828428"/>
                  </a:lnTo>
                  <a:lnTo>
                    <a:pt x="2435744" y="828180"/>
                  </a:lnTo>
                  <a:lnTo>
                    <a:pt x="2434672" y="827933"/>
                  </a:lnTo>
                  <a:lnTo>
                    <a:pt x="2433600" y="827685"/>
                  </a:lnTo>
                  <a:lnTo>
                    <a:pt x="2432529" y="827438"/>
                  </a:lnTo>
                  <a:lnTo>
                    <a:pt x="2431457" y="827191"/>
                  </a:lnTo>
                  <a:lnTo>
                    <a:pt x="2430386" y="826944"/>
                  </a:lnTo>
                  <a:lnTo>
                    <a:pt x="2429314" y="826697"/>
                  </a:lnTo>
                  <a:lnTo>
                    <a:pt x="2428242" y="826450"/>
                  </a:lnTo>
                  <a:lnTo>
                    <a:pt x="2427171" y="826204"/>
                  </a:lnTo>
                  <a:lnTo>
                    <a:pt x="2426099" y="825957"/>
                  </a:lnTo>
                  <a:lnTo>
                    <a:pt x="2425028" y="825711"/>
                  </a:lnTo>
                  <a:lnTo>
                    <a:pt x="2423956" y="825465"/>
                  </a:lnTo>
                  <a:lnTo>
                    <a:pt x="2422884" y="825219"/>
                  </a:lnTo>
                  <a:lnTo>
                    <a:pt x="2421813" y="824973"/>
                  </a:lnTo>
                  <a:lnTo>
                    <a:pt x="2420741" y="824727"/>
                  </a:lnTo>
                  <a:lnTo>
                    <a:pt x="2419670" y="824481"/>
                  </a:lnTo>
                  <a:lnTo>
                    <a:pt x="2418598" y="824236"/>
                  </a:lnTo>
                  <a:lnTo>
                    <a:pt x="2417526" y="823990"/>
                  </a:lnTo>
                  <a:lnTo>
                    <a:pt x="2416455" y="823745"/>
                  </a:lnTo>
                  <a:lnTo>
                    <a:pt x="2415383" y="823500"/>
                  </a:lnTo>
                  <a:lnTo>
                    <a:pt x="2414312" y="823255"/>
                  </a:lnTo>
                  <a:lnTo>
                    <a:pt x="2413240" y="823010"/>
                  </a:lnTo>
                  <a:lnTo>
                    <a:pt x="2412168" y="822765"/>
                  </a:lnTo>
                  <a:lnTo>
                    <a:pt x="2411097" y="822520"/>
                  </a:lnTo>
                  <a:lnTo>
                    <a:pt x="2410025" y="822276"/>
                  </a:lnTo>
                  <a:lnTo>
                    <a:pt x="2408954" y="822031"/>
                  </a:lnTo>
                  <a:lnTo>
                    <a:pt x="2407882" y="821787"/>
                  </a:lnTo>
                  <a:lnTo>
                    <a:pt x="2406810" y="821543"/>
                  </a:lnTo>
                  <a:lnTo>
                    <a:pt x="2405739" y="821298"/>
                  </a:lnTo>
                  <a:lnTo>
                    <a:pt x="2404667" y="821054"/>
                  </a:lnTo>
                  <a:lnTo>
                    <a:pt x="2403596" y="820810"/>
                  </a:lnTo>
                  <a:lnTo>
                    <a:pt x="2402524" y="820567"/>
                  </a:lnTo>
                  <a:lnTo>
                    <a:pt x="2401452" y="820323"/>
                  </a:lnTo>
                  <a:lnTo>
                    <a:pt x="2400381" y="820079"/>
                  </a:lnTo>
                  <a:lnTo>
                    <a:pt x="2399309" y="819836"/>
                  </a:lnTo>
                  <a:lnTo>
                    <a:pt x="2398238" y="819592"/>
                  </a:lnTo>
                  <a:lnTo>
                    <a:pt x="2397166" y="819349"/>
                  </a:lnTo>
                  <a:lnTo>
                    <a:pt x="2396094" y="819106"/>
                  </a:lnTo>
                  <a:lnTo>
                    <a:pt x="2395023" y="818863"/>
                  </a:lnTo>
                  <a:lnTo>
                    <a:pt x="2393951" y="818620"/>
                  </a:lnTo>
                  <a:lnTo>
                    <a:pt x="2392880" y="818377"/>
                  </a:lnTo>
                  <a:lnTo>
                    <a:pt x="2391808" y="818134"/>
                  </a:lnTo>
                  <a:lnTo>
                    <a:pt x="2390736" y="817891"/>
                  </a:lnTo>
                  <a:lnTo>
                    <a:pt x="2389665" y="817648"/>
                  </a:lnTo>
                  <a:lnTo>
                    <a:pt x="2388593" y="817406"/>
                  </a:lnTo>
                  <a:lnTo>
                    <a:pt x="2387522" y="817163"/>
                  </a:lnTo>
                  <a:lnTo>
                    <a:pt x="2386450" y="816921"/>
                  </a:lnTo>
                  <a:lnTo>
                    <a:pt x="2385378" y="816679"/>
                  </a:lnTo>
                  <a:lnTo>
                    <a:pt x="2384307" y="816437"/>
                  </a:lnTo>
                  <a:lnTo>
                    <a:pt x="2383235" y="816194"/>
                  </a:lnTo>
                  <a:lnTo>
                    <a:pt x="2382164" y="815952"/>
                  </a:lnTo>
                  <a:lnTo>
                    <a:pt x="2381092" y="815710"/>
                  </a:lnTo>
                  <a:lnTo>
                    <a:pt x="2380020" y="815468"/>
                  </a:lnTo>
                  <a:lnTo>
                    <a:pt x="2378949" y="815227"/>
                  </a:lnTo>
                  <a:lnTo>
                    <a:pt x="2377877" y="814985"/>
                  </a:lnTo>
                  <a:lnTo>
                    <a:pt x="2376806" y="814743"/>
                  </a:lnTo>
                  <a:lnTo>
                    <a:pt x="2375734" y="814502"/>
                  </a:lnTo>
                  <a:lnTo>
                    <a:pt x="2374662" y="814260"/>
                  </a:lnTo>
                  <a:lnTo>
                    <a:pt x="2373591" y="814019"/>
                  </a:lnTo>
                  <a:lnTo>
                    <a:pt x="2372519" y="813777"/>
                  </a:lnTo>
                  <a:lnTo>
                    <a:pt x="2371448" y="813536"/>
                  </a:lnTo>
                  <a:lnTo>
                    <a:pt x="2370376" y="813295"/>
                  </a:lnTo>
                  <a:lnTo>
                    <a:pt x="2369304" y="813054"/>
                  </a:lnTo>
                  <a:lnTo>
                    <a:pt x="2368233" y="812813"/>
                  </a:lnTo>
                  <a:lnTo>
                    <a:pt x="2367161" y="812572"/>
                  </a:lnTo>
                  <a:lnTo>
                    <a:pt x="2366090" y="812331"/>
                  </a:lnTo>
                  <a:lnTo>
                    <a:pt x="2365018" y="812090"/>
                  </a:lnTo>
                  <a:lnTo>
                    <a:pt x="2363946" y="811849"/>
                  </a:lnTo>
                  <a:lnTo>
                    <a:pt x="2362875" y="811608"/>
                  </a:lnTo>
                  <a:lnTo>
                    <a:pt x="2361803" y="811368"/>
                  </a:lnTo>
                  <a:lnTo>
                    <a:pt x="2360732" y="811127"/>
                  </a:lnTo>
                  <a:lnTo>
                    <a:pt x="2359660" y="810886"/>
                  </a:lnTo>
                  <a:lnTo>
                    <a:pt x="2358588" y="810646"/>
                  </a:lnTo>
                  <a:lnTo>
                    <a:pt x="2357517" y="810405"/>
                  </a:lnTo>
                  <a:lnTo>
                    <a:pt x="2356445" y="810165"/>
                  </a:lnTo>
                  <a:lnTo>
                    <a:pt x="2355374" y="809925"/>
                  </a:lnTo>
                  <a:lnTo>
                    <a:pt x="2354302" y="809684"/>
                  </a:lnTo>
                  <a:lnTo>
                    <a:pt x="2353230" y="809444"/>
                  </a:lnTo>
                  <a:lnTo>
                    <a:pt x="2352159" y="809204"/>
                  </a:lnTo>
                  <a:lnTo>
                    <a:pt x="2351087" y="808964"/>
                  </a:lnTo>
                  <a:lnTo>
                    <a:pt x="2350016" y="808724"/>
                  </a:lnTo>
                  <a:lnTo>
                    <a:pt x="2348944" y="808484"/>
                  </a:lnTo>
                  <a:lnTo>
                    <a:pt x="2347872" y="808244"/>
                  </a:lnTo>
                  <a:lnTo>
                    <a:pt x="2346801" y="808004"/>
                  </a:lnTo>
                  <a:lnTo>
                    <a:pt x="2345729" y="807764"/>
                  </a:lnTo>
                  <a:lnTo>
                    <a:pt x="2344658" y="807524"/>
                  </a:lnTo>
                  <a:lnTo>
                    <a:pt x="2343586" y="807284"/>
                  </a:lnTo>
                  <a:lnTo>
                    <a:pt x="2342514" y="807044"/>
                  </a:lnTo>
                  <a:lnTo>
                    <a:pt x="2341443" y="806804"/>
                  </a:lnTo>
                  <a:lnTo>
                    <a:pt x="2340371" y="806565"/>
                  </a:lnTo>
                  <a:lnTo>
                    <a:pt x="2339300" y="806325"/>
                  </a:lnTo>
                  <a:lnTo>
                    <a:pt x="2338228" y="806085"/>
                  </a:lnTo>
                  <a:lnTo>
                    <a:pt x="2337156" y="805846"/>
                  </a:lnTo>
                  <a:lnTo>
                    <a:pt x="2336085" y="805606"/>
                  </a:lnTo>
                  <a:lnTo>
                    <a:pt x="2335013" y="805367"/>
                  </a:lnTo>
                  <a:lnTo>
                    <a:pt x="2333942" y="805127"/>
                  </a:lnTo>
                  <a:lnTo>
                    <a:pt x="2332870" y="804888"/>
                  </a:lnTo>
                  <a:lnTo>
                    <a:pt x="2331798" y="804648"/>
                  </a:lnTo>
                  <a:lnTo>
                    <a:pt x="2330727" y="804409"/>
                  </a:lnTo>
                  <a:lnTo>
                    <a:pt x="2329655" y="804169"/>
                  </a:lnTo>
                  <a:lnTo>
                    <a:pt x="2328584" y="803930"/>
                  </a:lnTo>
                  <a:lnTo>
                    <a:pt x="2327512" y="803690"/>
                  </a:lnTo>
                  <a:lnTo>
                    <a:pt x="2326440" y="803451"/>
                  </a:lnTo>
                  <a:lnTo>
                    <a:pt x="2325369" y="803212"/>
                  </a:lnTo>
                  <a:lnTo>
                    <a:pt x="2324297" y="802972"/>
                  </a:lnTo>
                  <a:lnTo>
                    <a:pt x="2323226" y="802733"/>
                  </a:lnTo>
                  <a:lnTo>
                    <a:pt x="2322154" y="802494"/>
                  </a:lnTo>
                  <a:lnTo>
                    <a:pt x="2321082" y="802255"/>
                  </a:lnTo>
                  <a:lnTo>
                    <a:pt x="2320011" y="802015"/>
                  </a:lnTo>
                  <a:lnTo>
                    <a:pt x="2318939" y="801776"/>
                  </a:lnTo>
                  <a:lnTo>
                    <a:pt x="2317868" y="801537"/>
                  </a:lnTo>
                  <a:lnTo>
                    <a:pt x="2316796" y="801298"/>
                  </a:lnTo>
                  <a:lnTo>
                    <a:pt x="2315724" y="801059"/>
                  </a:lnTo>
                  <a:lnTo>
                    <a:pt x="2314653" y="800819"/>
                  </a:lnTo>
                  <a:lnTo>
                    <a:pt x="2313581" y="800580"/>
                  </a:lnTo>
                  <a:lnTo>
                    <a:pt x="2312510" y="800341"/>
                  </a:lnTo>
                  <a:lnTo>
                    <a:pt x="2311438" y="800102"/>
                  </a:lnTo>
                  <a:lnTo>
                    <a:pt x="2310366" y="799863"/>
                  </a:lnTo>
                  <a:lnTo>
                    <a:pt x="2309295" y="799624"/>
                  </a:lnTo>
                  <a:lnTo>
                    <a:pt x="2308223" y="799385"/>
                  </a:lnTo>
                  <a:lnTo>
                    <a:pt x="2307152" y="799145"/>
                  </a:lnTo>
                  <a:lnTo>
                    <a:pt x="2306080" y="798906"/>
                  </a:lnTo>
                  <a:lnTo>
                    <a:pt x="2305009" y="798667"/>
                  </a:lnTo>
                  <a:lnTo>
                    <a:pt x="2303937" y="798428"/>
                  </a:lnTo>
                  <a:lnTo>
                    <a:pt x="2302865" y="798189"/>
                  </a:lnTo>
                  <a:lnTo>
                    <a:pt x="2301794" y="797950"/>
                  </a:lnTo>
                  <a:lnTo>
                    <a:pt x="2300722" y="797711"/>
                  </a:lnTo>
                  <a:lnTo>
                    <a:pt x="2299651" y="797472"/>
                  </a:lnTo>
                  <a:lnTo>
                    <a:pt x="2298579" y="797232"/>
                  </a:lnTo>
                  <a:lnTo>
                    <a:pt x="2297507" y="796993"/>
                  </a:lnTo>
                  <a:lnTo>
                    <a:pt x="2296436" y="796754"/>
                  </a:lnTo>
                  <a:lnTo>
                    <a:pt x="2295364" y="796515"/>
                  </a:lnTo>
                  <a:lnTo>
                    <a:pt x="2294293" y="796276"/>
                  </a:lnTo>
                  <a:lnTo>
                    <a:pt x="2293221" y="796037"/>
                  </a:lnTo>
                  <a:lnTo>
                    <a:pt x="2292149" y="795797"/>
                  </a:lnTo>
                  <a:lnTo>
                    <a:pt x="2291078" y="795558"/>
                  </a:lnTo>
                  <a:lnTo>
                    <a:pt x="2290006" y="795319"/>
                  </a:lnTo>
                  <a:lnTo>
                    <a:pt x="2288935" y="795080"/>
                  </a:lnTo>
                  <a:lnTo>
                    <a:pt x="2287863" y="794841"/>
                  </a:lnTo>
                  <a:lnTo>
                    <a:pt x="2286791" y="794601"/>
                  </a:lnTo>
                  <a:lnTo>
                    <a:pt x="2285720" y="794362"/>
                  </a:lnTo>
                  <a:lnTo>
                    <a:pt x="2284648" y="794123"/>
                  </a:lnTo>
                  <a:lnTo>
                    <a:pt x="2283577" y="793883"/>
                  </a:lnTo>
                  <a:lnTo>
                    <a:pt x="2282505" y="793644"/>
                  </a:lnTo>
                  <a:lnTo>
                    <a:pt x="2281433" y="793405"/>
                  </a:lnTo>
                  <a:lnTo>
                    <a:pt x="2280362" y="793165"/>
                  </a:lnTo>
                  <a:lnTo>
                    <a:pt x="2279290" y="792926"/>
                  </a:lnTo>
                  <a:lnTo>
                    <a:pt x="2278219" y="792686"/>
                  </a:lnTo>
                  <a:lnTo>
                    <a:pt x="2277147" y="792447"/>
                  </a:lnTo>
                  <a:lnTo>
                    <a:pt x="2276075" y="792208"/>
                  </a:lnTo>
                  <a:lnTo>
                    <a:pt x="2275004" y="791968"/>
                  </a:lnTo>
                  <a:lnTo>
                    <a:pt x="2273932" y="791728"/>
                  </a:lnTo>
                  <a:lnTo>
                    <a:pt x="2272861" y="791489"/>
                  </a:lnTo>
                  <a:lnTo>
                    <a:pt x="2271789" y="791249"/>
                  </a:lnTo>
                  <a:lnTo>
                    <a:pt x="2270717" y="791010"/>
                  </a:lnTo>
                  <a:lnTo>
                    <a:pt x="2269646" y="790770"/>
                  </a:lnTo>
                  <a:lnTo>
                    <a:pt x="2268574" y="790530"/>
                  </a:lnTo>
                  <a:lnTo>
                    <a:pt x="2267503" y="790291"/>
                  </a:lnTo>
                  <a:lnTo>
                    <a:pt x="2266431" y="790051"/>
                  </a:lnTo>
                  <a:lnTo>
                    <a:pt x="2265359" y="789811"/>
                  </a:lnTo>
                  <a:lnTo>
                    <a:pt x="2264288" y="789571"/>
                  </a:lnTo>
                  <a:lnTo>
                    <a:pt x="2263216" y="789331"/>
                  </a:lnTo>
                  <a:lnTo>
                    <a:pt x="2262145" y="789091"/>
                  </a:lnTo>
                  <a:lnTo>
                    <a:pt x="2261073" y="788851"/>
                  </a:lnTo>
                  <a:lnTo>
                    <a:pt x="2260001" y="788611"/>
                  </a:lnTo>
                  <a:lnTo>
                    <a:pt x="2258930" y="788371"/>
                  </a:lnTo>
                  <a:lnTo>
                    <a:pt x="2257858" y="788131"/>
                  </a:lnTo>
                  <a:lnTo>
                    <a:pt x="2256787" y="787891"/>
                  </a:lnTo>
                  <a:lnTo>
                    <a:pt x="2255715" y="787651"/>
                  </a:lnTo>
                  <a:lnTo>
                    <a:pt x="2254643" y="787411"/>
                  </a:lnTo>
                  <a:lnTo>
                    <a:pt x="2253572" y="787171"/>
                  </a:lnTo>
                  <a:lnTo>
                    <a:pt x="2252500" y="786930"/>
                  </a:lnTo>
                  <a:lnTo>
                    <a:pt x="2251429" y="786690"/>
                  </a:lnTo>
                  <a:lnTo>
                    <a:pt x="2250357" y="786450"/>
                  </a:lnTo>
                  <a:lnTo>
                    <a:pt x="2249285" y="786209"/>
                  </a:lnTo>
                  <a:lnTo>
                    <a:pt x="2248214" y="785969"/>
                  </a:lnTo>
                  <a:lnTo>
                    <a:pt x="2247142" y="785728"/>
                  </a:lnTo>
                  <a:lnTo>
                    <a:pt x="2246071" y="785487"/>
                  </a:lnTo>
                  <a:lnTo>
                    <a:pt x="2244999" y="785247"/>
                  </a:lnTo>
                  <a:lnTo>
                    <a:pt x="2243927" y="785006"/>
                  </a:lnTo>
                  <a:lnTo>
                    <a:pt x="2242856" y="784765"/>
                  </a:lnTo>
                  <a:lnTo>
                    <a:pt x="2241784" y="784524"/>
                  </a:lnTo>
                  <a:lnTo>
                    <a:pt x="2240713" y="784284"/>
                  </a:lnTo>
                  <a:lnTo>
                    <a:pt x="2239641" y="784043"/>
                  </a:lnTo>
                  <a:lnTo>
                    <a:pt x="2238569" y="783802"/>
                  </a:lnTo>
                  <a:lnTo>
                    <a:pt x="2237498" y="783561"/>
                  </a:lnTo>
                  <a:lnTo>
                    <a:pt x="2236426" y="783319"/>
                  </a:lnTo>
                  <a:lnTo>
                    <a:pt x="2235355" y="783078"/>
                  </a:lnTo>
                  <a:lnTo>
                    <a:pt x="2234283" y="782837"/>
                  </a:lnTo>
                  <a:lnTo>
                    <a:pt x="2233211" y="782596"/>
                  </a:lnTo>
                  <a:lnTo>
                    <a:pt x="2232140" y="782354"/>
                  </a:lnTo>
                  <a:lnTo>
                    <a:pt x="2231068" y="782113"/>
                  </a:lnTo>
                  <a:lnTo>
                    <a:pt x="2229997" y="781871"/>
                  </a:lnTo>
                  <a:lnTo>
                    <a:pt x="2228925" y="781630"/>
                  </a:lnTo>
                  <a:lnTo>
                    <a:pt x="2227853" y="781388"/>
                  </a:lnTo>
                  <a:lnTo>
                    <a:pt x="2226782" y="781147"/>
                  </a:lnTo>
                  <a:lnTo>
                    <a:pt x="2225710" y="780905"/>
                  </a:lnTo>
                  <a:lnTo>
                    <a:pt x="2224639" y="780663"/>
                  </a:lnTo>
                  <a:lnTo>
                    <a:pt x="2223567" y="780421"/>
                  </a:lnTo>
                  <a:lnTo>
                    <a:pt x="2222495" y="780179"/>
                  </a:lnTo>
                  <a:lnTo>
                    <a:pt x="2221424" y="779937"/>
                  </a:lnTo>
                  <a:lnTo>
                    <a:pt x="2220352" y="779695"/>
                  </a:lnTo>
                  <a:lnTo>
                    <a:pt x="2219281" y="779453"/>
                  </a:lnTo>
                  <a:lnTo>
                    <a:pt x="2218209" y="779210"/>
                  </a:lnTo>
                  <a:lnTo>
                    <a:pt x="2217137" y="778968"/>
                  </a:lnTo>
                  <a:lnTo>
                    <a:pt x="2216066" y="778726"/>
                  </a:lnTo>
                  <a:lnTo>
                    <a:pt x="2214994" y="778483"/>
                  </a:lnTo>
                  <a:lnTo>
                    <a:pt x="2213923" y="778241"/>
                  </a:lnTo>
                  <a:lnTo>
                    <a:pt x="2212851" y="777998"/>
                  </a:lnTo>
                  <a:lnTo>
                    <a:pt x="2211779" y="777755"/>
                  </a:lnTo>
                  <a:lnTo>
                    <a:pt x="2210708" y="777512"/>
                  </a:lnTo>
                  <a:lnTo>
                    <a:pt x="2209636" y="777269"/>
                  </a:lnTo>
                  <a:lnTo>
                    <a:pt x="2208565" y="777027"/>
                  </a:lnTo>
                  <a:lnTo>
                    <a:pt x="2207493" y="776783"/>
                  </a:lnTo>
                  <a:lnTo>
                    <a:pt x="2206421" y="776540"/>
                  </a:lnTo>
                  <a:lnTo>
                    <a:pt x="2205350" y="776297"/>
                  </a:lnTo>
                  <a:lnTo>
                    <a:pt x="2204278" y="776054"/>
                  </a:lnTo>
                  <a:lnTo>
                    <a:pt x="2203207" y="775810"/>
                  </a:lnTo>
                  <a:lnTo>
                    <a:pt x="2202135" y="775567"/>
                  </a:lnTo>
                  <a:lnTo>
                    <a:pt x="2201063" y="775323"/>
                  </a:lnTo>
                  <a:lnTo>
                    <a:pt x="2199992" y="775080"/>
                  </a:lnTo>
                  <a:lnTo>
                    <a:pt x="2198920" y="774836"/>
                  </a:lnTo>
                  <a:lnTo>
                    <a:pt x="2197849" y="774592"/>
                  </a:lnTo>
                  <a:lnTo>
                    <a:pt x="2196777" y="774348"/>
                  </a:lnTo>
                  <a:lnTo>
                    <a:pt x="2195705" y="774104"/>
                  </a:lnTo>
                  <a:lnTo>
                    <a:pt x="2194634" y="773860"/>
                  </a:lnTo>
                  <a:lnTo>
                    <a:pt x="2193562" y="773616"/>
                  </a:lnTo>
                  <a:lnTo>
                    <a:pt x="2192491" y="773372"/>
                  </a:lnTo>
                  <a:lnTo>
                    <a:pt x="2191419" y="773127"/>
                  </a:lnTo>
                  <a:lnTo>
                    <a:pt x="2190347" y="772883"/>
                  </a:lnTo>
                  <a:lnTo>
                    <a:pt x="2189276" y="772638"/>
                  </a:lnTo>
                  <a:lnTo>
                    <a:pt x="2188204" y="772394"/>
                  </a:lnTo>
                  <a:lnTo>
                    <a:pt x="2187133" y="772149"/>
                  </a:lnTo>
                  <a:lnTo>
                    <a:pt x="2186061" y="771904"/>
                  </a:lnTo>
                  <a:lnTo>
                    <a:pt x="2184989" y="771659"/>
                  </a:lnTo>
                  <a:lnTo>
                    <a:pt x="2183918" y="771414"/>
                  </a:lnTo>
                  <a:lnTo>
                    <a:pt x="2182846" y="771169"/>
                  </a:lnTo>
                  <a:lnTo>
                    <a:pt x="2181775" y="770924"/>
                  </a:lnTo>
                  <a:lnTo>
                    <a:pt x="2180703" y="770679"/>
                  </a:lnTo>
                  <a:lnTo>
                    <a:pt x="2179631" y="770433"/>
                  </a:lnTo>
                  <a:lnTo>
                    <a:pt x="2178560" y="770188"/>
                  </a:lnTo>
                  <a:lnTo>
                    <a:pt x="2177488" y="769942"/>
                  </a:lnTo>
                  <a:lnTo>
                    <a:pt x="2176417" y="769696"/>
                  </a:lnTo>
                  <a:lnTo>
                    <a:pt x="2175345" y="769451"/>
                  </a:lnTo>
                  <a:lnTo>
                    <a:pt x="2174273" y="769205"/>
                  </a:lnTo>
                  <a:lnTo>
                    <a:pt x="2173202" y="768959"/>
                  </a:lnTo>
                  <a:lnTo>
                    <a:pt x="2172130" y="768712"/>
                  </a:lnTo>
                  <a:lnTo>
                    <a:pt x="2171059" y="768466"/>
                  </a:lnTo>
                  <a:lnTo>
                    <a:pt x="2169987" y="768220"/>
                  </a:lnTo>
                  <a:lnTo>
                    <a:pt x="2168915" y="767973"/>
                  </a:lnTo>
                  <a:lnTo>
                    <a:pt x="2167844" y="767727"/>
                  </a:lnTo>
                  <a:lnTo>
                    <a:pt x="2166772" y="767480"/>
                  </a:lnTo>
                  <a:lnTo>
                    <a:pt x="2165701" y="767234"/>
                  </a:lnTo>
                  <a:lnTo>
                    <a:pt x="2164629" y="766987"/>
                  </a:lnTo>
                  <a:lnTo>
                    <a:pt x="2163557" y="766740"/>
                  </a:lnTo>
                  <a:lnTo>
                    <a:pt x="2162486" y="766493"/>
                  </a:lnTo>
                  <a:lnTo>
                    <a:pt x="2161414" y="766246"/>
                  </a:lnTo>
                  <a:lnTo>
                    <a:pt x="2160343" y="765998"/>
                  </a:lnTo>
                  <a:lnTo>
                    <a:pt x="2159271" y="765751"/>
                  </a:lnTo>
                  <a:lnTo>
                    <a:pt x="2158199" y="765503"/>
                  </a:lnTo>
                  <a:lnTo>
                    <a:pt x="2157128" y="765256"/>
                  </a:lnTo>
                  <a:lnTo>
                    <a:pt x="2156056" y="765008"/>
                  </a:lnTo>
                  <a:lnTo>
                    <a:pt x="2154985" y="764760"/>
                  </a:lnTo>
                  <a:lnTo>
                    <a:pt x="2153913" y="764512"/>
                  </a:lnTo>
                  <a:lnTo>
                    <a:pt x="2152841" y="764264"/>
                  </a:lnTo>
                  <a:lnTo>
                    <a:pt x="2151770" y="764016"/>
                  </a:lnTo>
                  <a:lnTo>
                    <a:pt x="2150698" y="763768"/>
                  </a:lnTo>
                  <a:lnTo>
                    <a:pt x="2149627" y="763519"/>
                  </a:lnTo>
                  <a:lnTo>
                    <a:pt x="2148555" y="763271"/>
                  </a:lnTo>
                  <a:lnTo>
                    <a:pt x="2147483" y="763022"/>
                  </a:lnTo>
                  <a:lnTo>
                    <a:pt x="2146412" y="762774"/>
                  </a:lnTo>
                  <a:lnTo>
                    <a:pt x="2145340" y="762525"/>
                  </a:lnTo>
                  <a:lnTo>
                    <a:pt x="2144269" y="762276"/>
                  </a:lnTo>
                  <a:lnTo>
                    <a:pt x="2143197" y="762027"/>
                  </a:lnTo>
                  <a:lnTo>
                    <a:pt x="2142125" y="761778"/>
                  </a:lnTo>
                  <a:lnTo>
                    <a:pt x="2141054" y="761528"/>
                  </a:lnTo>
                  <a:lnTo>
                    <a:pt x="2139982" y="761279"/>
                  </a:lnTo>
                  <a:lnTo>
                    <a:pt x="2138911" y="761029"/>
                  </a:lnTo>
                  <a:lnTo>
                    <a:pt x="2137839" y="760780"/>
                  </a:lnTo>
                  <a:lnTo>
                    <a:pt x="2136767" y="760530"/>
                  </a:lnTo>
                  <a:lnTo>
                    <a:pt x="2135696" y="760280"/>
                  </a:lnTo>
                  <a:lnTo>
                    <a:pt x="2134624" y="760030"/>
                  </a:lnTo>
                  <a:lnTo>
                    <a:pt x="2133553" y="759780"/>
                  </a:lnTo>
                  <a:lnTo>
                    <a:pt x="2132481" y="759530"/>
                  </a:lnTo>
                  <a:lnTo>
                    <a:pt x="2131409" y="759279"/>
                  </a:lnTo>
                  <a:lnTo>
                    <a:pt x="2130338" y="759029"/>
                  </a:lnTo>
                  <a:lnTo>
                    <a:pt x="2129266" y="758778"/>
                  </a:lnTo>
                  <a:lnTo>
                    <a:pt x="2128195" y="758528"/>
                  </a:lnTo>
                  <a:lnTo>
                    <a:pt x="2127123" y="758277"/>
                  </a:lnTo>
                  <a:lnTo>
                    <a:pt x="2126052" y="758026"/>
                  </a:lnTo>
                  <a:lnTo>
                    <a:pt x="2124980" y="757775"/>
                  </a:lnTo>
                  <a:lnTo>
                    <a:pt x="2123908" y="757524"/>
                  </a:lnTo>
                  <a:lnTo>
                    <a:pt x="2122837" y="757273"/>
                  </a:lnTo>
                  <a:lnTo>
                    <a:pt x="2121765" y="757021"/>
                  </a:lnTo>
                  <a:lnTo>
                    <a:pt x="2120694" y="756770"/>
                  </a:lnTo>
                  <a:lnTo>
                    <a:pt x="2119622" y="756518"/>
                  </a:lnTo>
                  <a:lnTo>
                    <a:pt x="2118550" y="756266"/>
                  </a:lnTo>
                  <a:lnTo>
                    <a:pt x="2117479" y="756014"/>
                  </a:lnTo>
                  <a:lnTo>
                    <a:pt x="2116407" y="755762"/>
                  </a:lnTo>
                  <a:lnTo>
                    <a:pt x="2115336" y="755510"/>
                  </a:lnTo>
                  <a:lnTo>
                    <a:pt x="2114264" y="755258"/>
                  </a:lnTo>
                  <a:lnTo>
                    <a:pt x="2113192" y="755006"/>
                  </a:lnTo>
                  <a:lnTo>
                    <a:pt x="2112121" y="754753"/>
                  </a:lnTo>
                  <a:lnTo>
                    <a:pt x="2111049" y="754501"/>
                  </a:lnTo>
                  <a:lnTo>
                    <a:pt x="2109978" y="754248"/>
                  </a:lnTo>
                  <a:lnTo>
                    <a:pt x="2108906" y="753995"/>
                  </a:lnTo>
                  <a:lnTo>
                    <a:pt x="2107834" y="753742"/>
                  </a:lnTo>
                  <a:lnTo>
                    <a:pt x="2106763" y="753489"/>
                  </a:lnTo>
                  <a:lnTo>
                    <a:pt x="2105691" y="753236"/>
                  </a:lnTo>
                  <a:lnTo>
                    <a:pt x="2104620" y="752983"/>
                  </a:lnTo>
                  <a:lnTo>
                    <a:pt x="2103548" y="752729"/>
                  </a:lnTo>
                  <a:lnTo>
                    <a:pt x="2102476" y="752476"/>
                  </a:lnTo>
                  <a:lnTo>
                    <a:pt x="2101405" y="752222"/>
                  </a:lnTo>
                  <a:lnTo>
                    <a:pt x="2100333" y="751968"/>
                  </a:lnTo>
                  <a:lnTo>
                    <a:pt x="2099262" y="751714"/>
                  </a:lnTo>
                  <a:lnTo>
                    <a:pt x="2098190" y="751460"/>
                  </a:lnTo>
                  <a:lnTo>
                    <a:pt x="2097118" y="751206"/>
                  </a:lnTo>
                  <a:lnTo>
                    <a:pt x="2096047" y="750952"/>
                  </a:lnTo>
                  <a:lnTo>
                    <a:pt x="2094975" y="750698"/>
                  </a:lnTo>
                  <a:lnTo>
                    <a:pt x="2093904" y="750443"/>
                  </a:lnTo>
                  <a:lnTo>
                    <a:pt x="2092832" y="750189"/>
                  </a:lnTo>
                  <a:lnTo>
                    <a:pt x="2091760" y="749934"/>
                  </a:lnTo>
                  <a:lnTo>
                    <a:pt x="2090689" y="749679"/>
                  </a:lnTo>
                  <a:lnTo>
                    <a:pt x="2089617" y="749424"/>
                  </a:lnTo>
                  <a:lnTo>
                    <a:pt x="2088546" y="749169"/>
                  </a:lnTo>
                  <a:lnTo>
                    <a:pt x="2087474" y="748914"/>
                  </a:lnTo>
                  <a:lnTo>
                    <a:pt x="2086402" y="748659"/>
                  </a:lnTo>
                  <a:lnTo>
                    <a:pt x="2085331" y="748403"/>
                  </a:lnTo>
                  <a:lnTo>
                    <a:pt x="2084259" y="748148"/>
                  </a:lnTo>
                  <a:lnTo>
                    <a:pt x="2083188" y="747892"/>
                  </a:lnTo>
                  <a:lnTo>
                    <a:pt x="2082116" y="747637"/>
                  </a:lnTo>
                  <a:lnTo>
                    <a:pt x="2081044" y="747381"/>
                  </a:lnTo>
                  <a:lnTo>
                    <a:pt x="2079973" y="747125"/>
                  </a:lnTo>
                  <a:lnTo>
                    <a:pt x="2078901" y="746869"/>
                  </a:lnTo>
                  <a:lnTo>
                    <a:pt x="2077830" y="746613"/>
                  </a:lnTo>
                  <a:lnTo>
                    <a:pt x="2076758" y="746356"/>
                  </a:lnTo>
                  <a:lnTo>
                    <a:pt x="2075686" y="746100"/>
                  </a:lnTo>
                  <a:lnTo>
                    <a:pt x="2074615" y="745843"/>
                  </a:lnTo>
                  <a:lnTo>
                    <a:pt x="2073543" y="745587"/>
                  </a:lnTo>
                  <a:lnTo>
                    <a:pt x="2072472" y="745330"/>
                  </a:lnTo>
                  <a:lnTo>
                    <a:pt x="2071400" y="745073"/>
                  </a:lnTo>
                  <a:lnTo>
                    <a:pt x="2070328" y="744816"/>
                  </a:lnTo>
                  <a:lnTo>
                    <a:pt x="2069257" y="744559"/>
                  </a:lnTo>
                  <a:lnTo>
                    <a:pt x="2068185" y="744302"/>
                  </a:lnTo>
                  <a:lnTo>
                    <a:pt x="2067114" y="744045"/>
                  </a:lnTo>
                  <a:lnTo>
                    <a:pt x="2066042" y="743787"/>
                  </a:lnTo>
                  <a:lnTo>
                    <a:pt x="2064970" y="743530"/>
                  </a:lnTo>
                  <a:lnTo>
                    <a:pt x="2063899" y="743272"/>
                  </a:lnTo>
                  <a:lnTo>
                    <a:pt x="2062827" y="743015"/>
                  </a:lnTo>
                  <a:lnTo>
                    <a:pt x="2061756" y="742757"/>
                  </a:lnTo>
                  <a:lnTo>
                    <a:pt x="2060684" y="742499"/>
                  </a:lnTo>
                  <a:lnTo>
                    <a:pt x="2059612" y="742241"/>
                  </a:lnTo>
                  <a:lnTo>
                    <a:pt x="2058541" y="741983"/>
                  </a:lnTo>
                  <a:lnTo>
                    <a:pt x="2057469" y="741725"/>
                  </a:lnTo>
                  <a:lnTo>
                    <a:pt x="2056398" y="741467"/>
                  </a:lnTo>
                  <a:lnTo>
                    <a:pt x="2055326" y="741208"/>
                  </a:lnTo>
                  <a:lnTo>
                    <a:pt x="2054254" y="740950"/>
                  </a:lnTo>
                  <a:lnTo>
                    <a:pt x="2053183" y="740692"/>
                  </a:lnTo>
                  <a:lnTo>
                    <a:pt x="2052111" y="740433"/>
                  </a:lnTo>
                  <a:lnTo>
                    <a:pt x="2051040" y="740174"/>
                  </a:lnTo>
                  <a:lnTo>
                    <a:pt x="2049968" y="739915"/>
                  </a:lnTo>
                  <a:lnTo>
                    <a:pt x="2048896" y="739657"/>
                  </a:lnTo>
                  <a:lnTo>
                    <a:pt x="2047825" y="739398"/>
                  </a:lnTo>
                  <a:lnTo>
                    <a:pt x="2046753" y="739139"/>
                  </a:lnTo>
                  <a:lnTo>
                    <a:pt x="2045682" y="738879"/>
                  </a:lnTo>
                  <a:lnTo>
                    <a:pt x="2044610" y="738620"/>
                  </a:lnTo>
                  <a:lnTo>
                    <a:pt x="2043538" y="738361"/>
                  </a:lnTo>
                  <a:lnTo>
                    <a:pt x="2042467" y="738102"/>
                  </a:lnTo>
                  <a:lnTo>
                    <a:pt x="2041395" y="737842"/>
                  </a:lnTo>
                  <a:lnTo>
                    <a:pt x="2040324" y="737583"/>
                  </a:lnTo>
                  <a:lnTo>
                    <a:pt x="2039252" y="737323"/>
                  </a:lnTo>
                  <a:lnTo>
                    <a:pt x="2038180" y="737063"/>
                  </a:lnTo>
                  <a:lnTo>
                    <a:pt x="2037109" y="736804"/>
                  </a:lnTo>
                  <a:lnTo>
                    <a:pt x="2036037" y="736544"/>
                  </a:lnTo>
                  <a:lnTo>
                    <a:pt x="2034966" y="736284"/>
                  </a:lnTo>
                  <a:lnTo>
                    <a:pt x="2033894" y="736024"/>
                  </a:lnTo>
                  <a:lnTo>
                    <a:pt x="2032822" y="735764"/>
                  </a:lnTo>
                  <a:lnTo>
                    <a:pt x="2031751" y="735504"/>
                  </a:lnTo>
                  <a:lnTo>
                    <a:pt x="2030679" y="735244"/>
                  </a:lnTo>
                  <a:lnTo>
                    <a:pt x="2029608" y="734985"/>
                  </a:lnTo>
                  <a:lnTo>
                    <a:pt x="2028536" y="734725"/>
                  </a:lnTo>
                  <a:lnTo>
                    <a:pt x="2027464" y="734465"/>
                  </a:lnTo>
                  <a:lnTo>
                    <a:pt x="2026393" y="734205"/>
                  </a:lnTo>
                  <a:lnTo>
                    <a:pt x="2025321" y="733945"/>
                  </a:lnTo>
                  <a:lnTo>
                    <a:pt x="2024250" y="733685"/>
                  </a:lnTo>
                  <a:lnTo>
                    <a:pt x="2023178" y="733425"/>
                  </a:lnTo>
                  <a:lnTo>
                    <a:pt x="2022106" y="733165"/>
                  </a:lnTo>
                  <a:lnTo>
                    <a:pt x="2021035" y="732906"/>
                  </a:lnTo>
                  <a:lnTo>
                    <a:pt x="2019963" y="732646"/>
                  </a:lnTo>
                  <a:lnTo>
                    <a:pt x="2018892" y="732386"/>
                  </a:lnTo>
                  <a:lnTo>
                    <a:pt x="2017820" y="732127"/>
                  </a:lnTo>
                  <a:lnTo>
                    <a:pt x="2016748" y="731867"/>
                  </a:lnTo>
                  <a:lnTo>
                    <a:pt x="2015677" y="731608"/>
                  </a:lnTo>
                  <a:lnTo>
                    <a:pt x="2014605" y="731348"/>
                  </a:lnTo>
                  <a:lnTo>
                    <a:pt x="2013534" y="731089"/>
                  </a:lnTo>
                  <a:lnTo>
                    <a:pt x="2012462" y="730830"/>
                  </a:lnTo>
                  <a:lnTo>
                    <a:pt x="2011390" y="730571"/>
                  </a:lnTo>
                  <a:lnTo>
                    <a:pt x="2010319" y="730312"/>
                  </a:lnTo>
                  <a:lnTo>
                    <a:pt x="2009247" y="730053"/>
                  </a:lnTo>
                  <a:lnTo>
                    <a:pt x="2008176" y="729794"/>
                  </a:lnTo>
                  <a:lnTo>
                    <a:pt x="2007104" y="729536"/>
                  </a:lnTo>
                  <a:lnTo>
                    <a:pt x="2006032" y="729277"/>
                  </a:lnTo>
                  <a:lnTo>
                    <a:pt x="2004961" y="729019"/>
                  </a:lnTo>
                  <a:lnTo>
                    <a:pt x="2003889" y="728761"/>
                  </a:lnTo>
                  <a:lnTo>
                    <a:pt x="2002818" y="728503"/>
                  </a:lnTo>
                  <a:lnTo>
                    <a:pt x="2001746" y="728245"/>
                  </a:lnTo>
                  <a:lnTo>
                    <a:pt x="2000674" y="727987"/>
                  </a:lnTo>
                  <a:lnTo>
                    <a:pt x="1999603" y="727730"/>
                  </a:lnTo>
                  <a:lnTo>
                    <a:pt x="1998531" y="727473"/>
                  </a:lnTo>
                  <a:lnTo>
                    <a:pt x="1997460" y="727216"/>
                  </a:lnTo>
                  <a:lnTo>
                    <a:pt x="1996388" y="726959"/>
                  </a:lnTo>
                  <a:lnTo>
                    <a:pt x="1995316" y="726702"/>
                  </a:lnTo>
                  <a:lnTo>
                    <a:pt x="1994245" y="726446"/>
                  </a:lnTo>
                  <a:lnTo>
                    <a:pt x="1993173" y="726189"/>
                  </a:lnTo>
                  <a:lnTo>
                    <a:pt x="1992102" y="725933"/>
                  </a:lnTo>
                  <a:lnTo>
                    <a:pt x="1991030" y="725678"/>
                  </a:lnTo>
                  <a:lnTo>
                    <a:pt x="1989958" y="725422"/>
                  </a:lnTo>
                  <a:lnTo>
                    <a:pt x="1988887" y="725167"/>
                  </a:lnTo>
                  <a:lnTo>
                    <a:pt x="1987815" y="724912"/>
                  </a:lnTo>
                  <a:lnTo>
                    <a:pt x="1986744" y="724657"/>
                  </a:lnTo>
                  <a:lnTo>
                    <a:pt x="1985672" y="724402"/>
                  </a:lnTo>
                  <a:lnTo>
                    <a:pt x="1984600" y="724148"/>
                  </a:lnTo>
                  <a:lnTo>
                    <a:pt x="1983529" y="723894"/>
                  </a:lnTo>
                  <a:lnTo>
                    <a:pt x="1982457" y="723641"/>
                  </a:lnTo>
                  <a:lnTo>
                    <a:pt x="1981386" y="723387"/>
                  </a:lnTo>
                  <a:lnTo>
                    <a:pt x="1980314" y="723134"/>
                  </a:lnTo>
                  <a:lnTo>
                    <a:pt x="1979242" y="722881"/>
                  </a:lnTo>
                  <a:lnTo>
                    <a:pt x="1978171" y="722629"/>
                  </a:lnTo>
                  <a:lnTo>
                    <a:pt x="1977099" y="722377"/>
                  </a:lnTo>
                  <a:lnTo>
                    <a:pt x="1976028" y="722125"/>
                  </a:lnTo>
                  <a:lnTo>
                    <a:pt x="1974956" y="721874"/>
                  </a:lnTo>
                  <a:lnTo>
                    <a:pt x="1973884" y="721622"/>
                  </a:lnTo>
                  <a:lnTo>
                    <a:pt x="1972813" y="721372"/>
                  </a:lnTo>
                  <a:lnTo>
                    <a:pt x="1971741" y="721121"/>
                  </a:lnTo>
                  <a:lnTo>
                    <a:pt x="1970670" y="720871"/>
                  </a:lnTo>
                  <a:lnTo>
                    <a:pt x="1969598" y="720622"/>
                  </a:lnTo>
                  <a:lnTo>
                    <a:pt x="1968526" y="720372"/>
                  </a:lnTo>
                  <a:lnTo>
                    <a:pt x="1967455" y="720123"/>
                  </a:lnTo>
                  <a:lnTo>
                    <a:pt x="1966383" y="719875"/>
                  </a:lnTo>
                  <a:lnTo>
                    <a:pt x="1965312" y="719627"/>
                  </a:lnTo>
                  <a:lnTo>
                    <a:pt x="1964240" y="719379"/>
                  </a:lnTo>
                  <a:lnTo>
                    <a:pt x="1963168" y="719132"/>
                  </a:lnTo>
                  <a:lnTo>
                    <a:pt x="1962097" y="718885"/>
                  </a:lnTo>
                  <a:lnTo>
                    <a:pt x="1961025" y="718638"/>
                  </a:lnTo>
                  <a:lnTo>
                    <a:pt x="1959954" y="718392"/>
                  </a:lnTo>
                  <a:lnTo>
                    <a:pt x="1958882" y="718147"/>
                  </a:lnTo>
                  <a:lnTo>
                    <a:pt x="1957810" y="717902"/>
                  </a:lnTo>
                  <a:lnTo>
                    <a:pt x="1956739" y="717657"/>
                  </a:lnTo>
                  <a:lnTo>
                    <a:pt x="1955667" y="717413"/>
                  </a:lnTo>
                  <a:lnTo>
                    <a:pt x="1954596" y="717169"/>
                  </a:lnTo>
                  <a:lnTo>
                    <a:pt x="1953524" y="716926"/>
                  </a:lnTo>
                  <a:lnTo>
                    <a:pt x="1952453" y="716683"/>
                  </a:lnTo>
                  <a:lnTo>
                    <a:pt x="1951381" y="716441"/>
                  </a:lnTo>
                  <a:lnTo>
                    <a:pt x="1950309" y="716199"/>
                  </a:lnTo>
                  <a:lnTo>
                    <a:pt x="1949238" y="715958"/>
                  </a:lnTo>
                  <a:lnTo>
                    <a:pt x="1948166" y="715717"/>
                  </a:lnTo>
                  <a:lnTo>
                    <a:pt x="1947095" y="715477"/>
                  </a:lnTo>
                  <a:lnTo>
                    <a:pt x="1946023" y="715237"/>
                  </a:lnTo>
                  <a:lnTo>
                    <a:pt x="1944951" y="714998"/>
                  </a:lnTo>
                  <a:lnTo>
                    <a:pt x="1943880" y="714759"/>
                  </a:lnTo>
                  <a:lnTo>
                    <a:pt x="1942808" y="714521"/>
                  </a:lnTo>
                  <a:lnTo>
                    <a:pt x="1941737" y="714283"/>
                  </a:lnTo>
                  <a:lnTo>
                    <a:pt x="1940665" y="714046"/>
                  </a:lnTo>
                  <a:lnTo>
                    <a:pt x="1939593" y="713810"/>
                  </a:lnTo>
                  <a:lnTo>
                    <a:pt x="1938522" y="713574"/>
                  </a:lnTo>
                  <a:lnTo>
                    <a:pt x="1937450" y="713339"/>
                  </a:lnTo>
                  <a:lnTo>
                    <a:pt x="1936379" y="713104"/>
                  </a:lnTo>
                  <a:lnTo>
                    <a:pt x="1935307" y="712870"/>
                  </a:lnTo>
                  <a:lnTo>
                    <a:pt x="1934235" y="712636"/>
                  </a:lnTo>
                  <a:lnTo>
                    <a:pt x="1933164" y="712403"/>
                  </a:lnTo>
                  <a:lnTo>
                    <a:pt x="1932092" y="712171"/>
                  </a:lnTo>
                  <a:lnTo>
                    <a:pt x="1931021" y="711939"/>
                  </a:lnTo>
                  <a:lnTo>
                    <a:pt x="1929949" y="711708"/>
                  </a:lnTo>
                  <a:lnTo>
                    <a:pt x="1928877" y="711478"/>
                  </a:lnTo>
                  <a:lnTo>
                    <a:pt x="1927806" y="711248"/>
                  </a:lnTo>
                  <a:lnTo>
                    <a:pt x="1926734" y="711019"/>
                  </a:lnTo>
                  <a:lnTo>
                    <a:pt x="1925663" y="710790"/>
                  </a:lnTo>
                  <a:lnTo>
                    <a:pt x="1924591" y="710563"/>
                  </a:lnTo>
                  <a:lnTo>
                    <a:pt x="1923519" y="710335"/>
                  </a:lnTo>
                  <a:lnTo>
                    <a:pt x="1922448" y="710109"/>
                  </a:lnTo>
                  <a:lnTo>
                    <a:pt x="1921376" y="709883"/>
                  </a:lnTo>
                  <a:lnTo>
                    <a:pt x="1920305" y="709658"/>
                  </a:lnTo>
                  <a:lnTo>
                    <a:pt x="1919233" y="709433"/>
                  </a:lnTo>
                  <a:lnTo>
                    <a:pt x="1918161" y="709210"/>
                  </a:lnTo>
                  <a:lnTo>
                    <a:pt x="1917090" y="708987"/>
                  </a:lnTo>
                  <a:lnTo>
                    <a:pt x="1916018" y="708764"/>
                  </a:lnTo>
                  <a:lnTo>
                    <a:pt x="1914947" y="708543"/>
                  </a:lnTo>
                  <a:lnTo>
                    <a:pt x="1913875" y="708322"/>
                  </a:lnTo>
                  <a:lnTo>
                    <a:pt x="1912803" y="708102"/>
                  </a:lnTo>
                  <a:lnTo>
                    <a:pt x="1911732" y="707882"/>
                  </a:lnTo>
                  <a:lnTo>
                    <a:pt x="1910660" y="707664"/>
                  </a:lnTo>
                  <a:lnTo>
                    <a:pt x="1909589" y="707446"/>
                  </a:lnTo>
                  <a:lnTo>
                    <a:pt x="1908517" y="707228"/>
                  </a:lnTo>
                  <a:lnTo>
                    <a:pt x="1907445" y="707012"/>
                  </a:lnTo>
                  <a:lnTo>
                    <a:pt x="1906374" y="706796"/>
                  </a:lnTo>
                  <a:lnTo>
                    <a:pt x="1905302" y="706582"/>
                  </a:lnTo>
                  <a:lnTo>
                    <a:pt x="1904231" y="706367"/>
                  </a:lnTo>
                  <a:lnTo>
                    <a:pt x="1903159" y="706154"/>
                  </a:lnTo>
                  <a:lnTo>
                    <a:pt x="1902087" y="705942"/>
                  </a:lnTo>
                  <a:lnTo>
                    <a:pt x="1901016" y="705730"/>
                  </a:lnTo>
                  <a:lnTo>
                    <a:pt x="1899944" y="705519"/>
                  </a:lnTo>
                  <a:lnTo>
                    <a:pt x="1898873" y="705309"/>
                  </a:lnTo>
                  <a:lnTo>
                    <a:pt x="1897801" y="705100"/>
                  </a:lnTo>
                  <a:lnTo>
                    <a:pt x="1896729" y="704891"/>
                  </a:lnTo>
                  <a:lnTo>
                    <a:pt x="1895658" y="704684"/>
                  </a:lnTo>
                  <a:lnTo>
                    <a:pt x="1894586" y="704477"/>
                  </a:lnTo>
                  <a:lnTo>
                    <a:pt x="1893515" y="704271"/>
                  </a:lnTo>
                  <a:lnTo>
                    <a:pt x="1892443" y="704066"/>
                  </a:lnTo>
                  <a:lnTo>
                    <a:pt x="1891371" y="703862"/>
                  </a:lnTo>
                  <a:lnTo>
                    <a:pt x="1890300" y="703659"/>
                  </a:lnTo>
                  <a:lnTo>
                    <a:pt x="1889228" y="703456"/>
                  </a:lnTo>
                  <a:lnTo>
                    <a:pt x="1888157" y="703255"/>
                  </a:lnTo>
                  <a:lnTo>
                    <a:pt x="1887085" y="703054"/>
                  </a:lnTo>
                  <a:lnTo>
                    <a:pt x="1886013" y="702854"/>
                  </a:lnTo>
                  <a:lnTo>
                    <a:pt x="1884942" y="702655"/>
                  </a:lnTo>
                  <a:lnTo>
                    <a:pt x="1883870" y="702457"/>
                  </a:lnTo>
                  <a:lnTo>
                    <a:pt x="1882799" y="702260"/>
                  </a:lnTo>
                  <a:lnTo>
                    <a:pt x="1881727" y="702064"/>
                  </a:lnTo>
                  <a:lnTo>
                    <a:pt x="1880655" y="701869"/>
                  </a:lnTo>
                  <a:lnTo>
                    <a:pt x="1879584" y="701674"/>
                  </a:lnTo>
                  <a:lnTo>
                    <a:pt x="1878512" y="701481"/>
                  </a:lnTo>
                  <a:lnTo>
                    <a:pt x="1877441" y="701289"/>
                  </a:lnTo>
                  <a:lnTo>
                    <a:pt x="1876369" y="701097"/>
                  </a:lnTo>
                  <a:lnTo>
                    <a:pt x="1875297" y="700906"/>
                  </a:lnTo>
                  <a:lnTo>
                    <a:pt x="1874226" y="700717"/>
                  </a:lnTo>
                  <a:lnTo>
                    <a:pt x="1873154" y="700528"/>
                  </a:lnTo>
                  <a:lnTo>
                    <a:pt x="1872083" y="700340"/>
                  </a:lnTo>
                  <a:lnTo>
                    <a:pt x="1871011" y="700154"/>
                  </a:lnTo>
                  <a:lnTo>
                    <a:pt x="1869939" y="699968"/>
                  </a:lnTo>
                  <a:lnTo>
                    <a:pt x="1868868" y="699783"/>
                  </a:lnTo>
                  <a:lnTo>
                    <a:pt x="1867796" y="699599"/>
                  </a:lnTo>
                  <a:lnTo>
                    <a:pt x="1866725" y="699416"/>
                  </a:lnTo>
                  <a:lnTo>
                    <a:pt x="1865653" y="699235"/>
                  </a:lnTo>
                  <a:lnTo>
                    <a:pt x="1864581" y="699054"/>
                  </a:lnTo>
                  <a:lnTo>
                    <a:pt x="1863510" y="698874"/>
                  </a:lnTo>
                  <a:lnTo>
                    <a:pt x="1862438" y="698695"/>
                  </a:lnTo>
                  <a:lnTo>
                    <a:pt x="1861367" y="698517"/>
                  </a:lnTo>
                  <a:lnTo>
                    <a:pt x="1860295" y="698341"/>
                  </a:lnTo>
                  <a:lnTo>
                    <a:pt x="1859223" y="698165"/>
                  </a:lnTo>
                  <a:lnTo>
                    <a:pt x="1858152" y="697990"/>
                  </a:lnTo>
                  <a:lnTo>
                    <a:pt x="1857080" y="697817"/>
                  </a:lnTo>
                  <a:lnTo>
                    <a:pt x="1856009" y="697644"/>
                  </a:lnTo>
                  <a:lnTo>
                    <a:pt x="1854937" y="697472"/>
                  </a:lnTo>
                  <a:lnTo>
                    <a:pt x="1853865" y="697302"/>
                  </a:lnTo>
                  <a:lnTo>
                    <a:pt x="1852794" y="697132"/>
                  </a:lnTo>
                  <a:lnTo>
                    <a:pt x="1851722" y="696964"/>
                  </a:lnTo>
                  <a:lnTo>
                    <a:pt x="1850651" y="696796"/>
                  </a:lnTo>
                  <a:lnTo>
                    <a:pt x="1849579" y="696630"/>
                  </a:lnTo>
                  <a:lnTo>
                    <a:pt x="1848507" y="696465"/>
                  </a:lnTo>
                  <a:lnTo>
                    <a:pt x="1847436" y="696301"/>
                  </a:lnTo>
                  <a:lnTo>
                    <a:pt x="1846364" y="696138"/>
                  </a:lnTo>
                  <a:lnTo>
                    <a:pt x="1845293" y="695976"/>
                  </a:lnTo>
                  <a:lnTo>
                    <a:pt x="1844221" y="695815"/>
                  </a:lnTo>
                  <a:lnTo>
                    <a:pt x="1843149" y="695655"/>
                  </a:lnTo>
                  <a:lnTo>
                    <a:pt x="1842078" y="695497"/>
                  </a:lnTo>
                  <a:lnTo>
                    <a:pt x="1841006" y="695339"/>
                  </a:lnTo>
                  <a:lnTo>
                    <a:pt x="1839935" y="695182"/>
                  </a:lnTo>
                  <a:lnTo>
                    <a:pt x="1838863" y="695027"/>
                  </a:lnTo>
                  <a:lnTo>
                    <a:pt x="1837791" y="694873"/>
                  </a:lnTo>
                  <a:lnTo>
                    <a:pt x="1836720" y="694720"/>
                  </a:lnTo>
                  <a:lnTo>
                    <a:pt x="1835648" y="694568"/>
                  </a:lnTo>
                  <a:lnTo>
                    <a:pt x="1834577" y="694417"/>
                  </a:lnTo>
                  <a:lnTo>
                    <a:pt x="1833505" y="694267"/>
                  </a:lnTo>
                  <a:lnTo>
                    <a:pt x="1832433" y="694118"/>
                  </a:lnTo>
                  <a:lnTo>
                    <a:pt x="1831362" y="693971"/>
                  </a:lnTo>
                  <a:lnTo>
                    <a:pt x="1830290" y="693825"/>
                  </a:lnTo>
                  <a:lnTo>
                    <a:pt x="1829219" y="693679"/>
                  </a:lnTo>
                  <a:lnTo>
                    <a:pt x="1828147" y="693535"/>
                  </a:lnTo>
                  <a:lnTo>
                    <a:pt x="1827075" y="693393"/>
                  </a:lnTo>
                  <a:lnTo>
                    <a:pt x="1826004" y="693251"/>
                  </a:lnTo>
                  <a:lnTo>
                    <a:pt x="1824932" y="693110"/>
                  </a:lnTo>
                  <a:lnTo>
                    <a:pt x="1823861" y="692971"/>
                  </a:lnTo>
                  <a:lnTo>
                    <a:pt x="1822789" y="692832"/>
                  </a:lnTo>
                  <a:lnTo>
                    <a:pt x="1821717" y="692695"/>
                  </a:lnTo>
                  <a:lnTo>
                    <a:pt x="1820646" y="692559"/>
                  </a:lnTo>
                  <a:lnTo>
                    <a:pt x="1819574" y="692425"/>
                  </a:lnTo>
                  <a:lnTo>
                    <a:pt x="1818503" y="692291"/>
                  </a:lnTo>
                  <a:lnTo>
                    <a:pt x="1817431" y="692159"/>
                  </a:lnTo>
                  <a:lnTo>
                    <a:pt x="1816359" y="692027"/>
                  </a:lnTo>
                  <a:lnTo>
                    <a:pt x="1815288" y="691897"/>
                  </a:lnTo>
                  <a:lnTo>
                    <a:pt x="1814216" y="691768"/>
                  </a:lnTo>
                  <a:lnTo>
                    <a:pt x="1813145" y="691641"/>
                  </a:lnTo>
                  <a:lnTo>
                    <a:pt x="1812073" y="691514"/>
                  </a:lnTo>
                  <a:lnTo>
                    <a:pt x="1811001" y="691389"/>
                  </a:lnTo>
                  <a:lnTo>
                    <a:pt x="1809930" y="691264"/>
                  </a:lnTo>
                  <a:lnTo>
                    <a:pt x="1808858" y="691142"/>
                  </a:lnTo>
                  <a:lnTo>
                    <a:pt x="1807787" y="691020"/>
                  </a:lnTo>
                  <a:lnTo>
                    <a:pt x="1806715" y="690899"/>
                  </a:lnTo>
                  <a:lnTo>
                    <a:pt x="1805643" y="690780"/>
                  </a:lnTo>
                  <a:lnTo>
                    <a:pt x="1804572" y="690661"/>
                  </a:lnTo>
                  <a:lnTo>
                    <a:pt x="1803500" y="690544"/>
                  </a:lnTo>
                  <a:lnTo>
                    <a:pt x="1802429" y="690429"/>
                  </a:lnTo>
                  <a:lnTo>
                    <a:pt x="1801357" y="690314"/>
                  </a:lnTo>
                  <a:lnTo>
                    <a:pt x="1800285" y="690200"/>
                  </a:lnTo>
                  <a:lnTo>
                    <a:pt x="1799214" y="690088"/>
                  </a:lnTo>
                  <a:lnTo>
                    <a:pt x="1798142" y="689977"/>
                  </a:lnTo>
                  <a:lnTo>
                    <a:pt x="1797071" y="689867"/>
                  </a:lnTo>
                  <a:lnTo>
                    <a:pt x="1795999" y="689759"/>
                  </a:lnTo>
                  <a:lnTo>
                    <a:pt x="1794927" y="689651"/>
                  </a:lnTo>
                  <a:lnTo>
                    <a:pt x="1793856" y="689545"/>
                  </a:lnTo>
                  <a:lnTo>
                    <a:pt x="1792784" y="689440"/>
                  </a:lnTo>
                  <a:lnTo>
                    <a:pt x="1791713" y="689336"/>
                  </a:lnTo>
                  <a:lnTo>
                    <a:pt x="1790641" y="689233"/>
                  </a:lnTo>
                  <a:lnTo>
                    <a:pt x="1789569" y="689132"/>
                  </a:lnTo>
                  <a:lnTo>
                    <a:pt x="1788498" y="689031"/>
                  </a:lnTo>
                  <a:lnTo>
                    <a:pt x="1787426" y="688932"/>
                  </a:lnTo>
                  <a:lnTo>
                    <a:pt x="1786355" y="688834"/>
                  </a:lnTo>
                  <a:lnTo>
                    <a:pt x="1785283" y="688737"/>
                  </a:lnTo>
                  <a:lnTo>
                    <a:pt x="1784211" y="688642"/>
                  </a:lnTo>
                  <a:lnTo>
                    <a:pt x="1783140" y="688547"/>
                  </a:lnTo>
                  <a:lnTo>
                    <a:pt x="1782068" y="688454"/>
                  </a:lnTo>
                  <a:lnTo>
                    <a:pt x="1780997" y="688362"/>
                  </a:lnTo>
                  <a:lnTo>
                    <a:pt x="1779925" y="688271"/>
                  </a:lnTo>
                  <a:lnTo>
                    <a:pt x="1778853" y="688182"/>
                  </a:lnTo>
                  <a:lnTo>
                    <a:pt x="1777782" y="688093"/>
                  </a:lnTo>
                  <a:lnTo>
                    <a:pt x="1776710" y="688006"/>
                  </a:lnTo>
                  <a:lnTo>
                    <a:pt x="1775639" y="687920"/>
                  </a:lnTo>
                  <a:lnTo>
                    <a:pt x="1774567" y="687835"/>
                  </a:lnTo>
                  <a:lnTo>
                    <a:pt x="1773496" y="687751"/>
                  </a:lnTo>
                  <a:lnTo>
                    <a:pt x="1772424" y="687668"/>
                  </a:lnTo>
                  <a:lnTo>
                    <a:pt x="1771352" y="687587"/>
                  </a:lnTo>
                  <a:lnTo>
                    <a:pt x="1770281" y="687506"/>
                  </a:lnTo>
                  <a:lnTo>
                    <a:pt x="1769209" y="687427"/>
                  </a:lnTo>
                  <a:lnTo>
                    <a:pt x="1768138" y="687349"/>
                  </a:lnTo>
                  <a:lnTo>
                    <a:pt x="1767066" y="687272"/>
                  </a:lnTo>
                  <a:lnTo>
                    <a:pt x="1765994" y="687196"/>
                  </a:lnTo>
                  <a:lnTo>
                    <a:pt x="1764923" y="687122"/>
                  </a:lnTo>
                  <a:lnTo>
                    <a:pt x="1763851" y="687048"/>
                  </a:lnTo>
                  <a:lnTo>
                    <a:pt x="1762780" y="686976"/>
                  </a:lnTo>
                  <a:lnTo>
                    <a:pt x="1761708" y="686904"/>
                  </a:lnTo>
                  <a:lnTo>
                    <a:pt x="1760636" y="686834"/>
                  </a:lnTo>
                  <a:lnTo>
                    <a:pt x="1759565" y="686765"/>
                  </a:lnTo>
                  <a:lnTo>
                    <a:pt x="1758493" y="686697"/>
                  </a:lnTo>
                  <a:lnTo>
                    <a:pt x="1757422" y="686630"/>
                  </a:lnTo>
                  <a:lnTo>
                    <a:pt x="1756350" y="686564"/>
                  </a:lnTo>
                  <a:lnTo>
                    <a:pt x="1755278" y="686500"/>
                  </a:lnTo>
                  <a:lnTo>
                    <a:pt x="1754207" y="686436"/>
                  </a:lnTo>
                  <a:lnTo>
                    <a:pt x="1753135" y="686373"/>
                  </a:lnTo>
                  <a:lnTo>
                    <a:pt x="1752064" y="686312"/>
                  </a:lnTo>
                  <a:lnTo>
                    <a:pt x="1750992" y="686251"/>
                  </a:lnTo>
                  <a:lnTo>
                    <a:pt x="1749920" y="686192"/>
                  </a:lnTo>
                  <a:lnTo>
                    <a:pt x="1748849" y="686134"/>
                  </a:lnTo>
                  <a:lnTo>
                    <a:pt x="1747777" y="686076"/>
                  </a:lnTo>
                  <a:lnTo>
                    <a:pt x="1746706" y="686020"/>
                  </a:lnTo>
                  <a:lnTo>
                    <a:pt x="1745634" y="685964"/>
                  </a:lnTo>
                  <a:lnTo>
                    <a:pt x="1744562" y="685910"/>
                  </a:lnTo>
                  <a:lnTo>
                    <a:pt x="1743491" y="685857"/>
                  </a:lnTo>
                  <a:lnTo>
                    <a:pt x="1742419" y="685804"/>
                  </a:lnTo>
                  <a:lnTo>
                    <a:pt x="1741348" y="685753"/>
                  </a:lnTo>
                  <a:lnTo>
                    <a:pt x="1740276" y="685703"/>
                  </a:lnTo>
                  <a:lnTo>
                    <a:pt x="1739204" y="685653"/>
                  </a:lnTo>
                  <a:lnTo>
                    <a:pt x="1738133" y="685605"/>
                  </a:lnTo>
                  <a:lnTo>
                    <a:pt x="1737061" y="685557"/>
                  </a:lnTo>
                  <a:lnTo>
                    <a:pt x="1735990" y="685510"/>
                  </a:lnTo>
                  <a:lnTo>
                    <a:pt x="1734918" y="685465"/>
                  </a:lnTo>
                  <a:lnTo>
                    <a:pt x="1733846" y="685420"/>
                  </a:lnTo>
                  <a:lnTo>
                    <a:pt x="1732775" y="685376"/>
                  </a:lnTo>
                  <a:lnTo>
                    <a:pt x="1731703" y="685333"/>
                  </a:lnTo>
                  <a:lnTo>
                    <a:pt x="1730632" y="685291"/>
                  </a:lnTo>
                  <a:lnTo>
                    <a:pt x="1729560" y="685249"/>
                  </a:lnTo>
                  <a:lnTo>
                    <a:pt x="1728488" y="685209"/>
                  </a:lnTo>
                  <a:lnTo>
                    <a:pt x="1727417" y="685169"/>
                  </a:lnTo>
                  <a:lnTo>
                    <a:pt x="1726345" y="685130"/>
                  </a:lnTo>
                  <a:lnTo>
                    <a:pt x="1725274" y="685092"/>
                  </a:lnTo>
                  <a:lnTo>
                    <a:pt x="1724202" y="685055"/>
                  </a:lnTo>
                  <a:lnTo>
                    <a:pt x="1723130" y="685019"/>
                  </a:lnTo>
                  <a:lnTo>
                    <a:pt x="1722059" y="684983"/>
                  </a:lnTo>
                  <a:lnTo>
                    <a:pt x="1720987" y="684948"/>
                  </a:lnTo>
                  <a:lnTo>
                    <a:pt x="1719916" y="684914"/>
                  </a:lnTo>
                  <a:lnTo>
                    <a:pt x="1718844" y="684880"/>
                  </a:lnTo>
                  <a:lnTo>
                    <a:pt x="1717772" y="684848"/>
                  </a:lnTo>
                  <a:lnTo>
                    <a:pt x="1716701" y="684815"/>
                  </a:lnTo>
                  <a:lnTo>
                    <a:pt x="1715629" y="684784"/>
                  </a:lnTo>
                  <a:lnTo>
                    <a:pt x="1714558" y="684753"/>
                  </a:lnTo>
                  <a:lnTo>
                    <a:pt x="1713486" y="684723"/>
                  </a:lnTo>
                  <a:lnTo>
                    <a:pt x="1712414" y="684694"/>
                  </a:lnTo>
                  <a:lnTo>
                    <a:pt x="1711343" y="684665"/>
                  </a:lnTo>
                  <a:lnTo>
                    <a:pt x="1710271" y="684637"/>
                  </a:lnTo>
                  <a:lnTo>
                    <a:pt x="1709200" y="684609"/>
                  </a:lnTo>
                  <a:lnTo>
                    <a:pt x="1708128" y="684582"/>
                  </a:lnTo>
                  <a:lnTo>
                    <a:pt x="1707056" y="684555"/>
                  </a:lnTo>
                  <a:lnTo>
                    <a:pt x="1705985" y="684529"/>
                  </a:lnTo>
                  <a:lnTo>
                    <a:pt x="1704913" y="684503"/>
                  </a:lnTo>
                  <a:lnTo>
                    <a:pt x="1703842" y="684478"/>
                  </a:lnTo>
                  <a:lnTo>
                    <a:pt x="1702770" y="684454"/>
                  </a:lnTo>
                  <a:lnTo>
                    <a:pt x="1701698" y="684430"/>
                  </a:lnTo>
                  <a:lnTo>
                    <a:pt x="1700627" y="684406"/>
                  </a:lnTo>
                  <a:lnTo>
                    <a:pt x="1699555" y="684383"/>
                  </a:lnTo>
                  <a:lnTo>
                    <a:pt x="1698484" y="684360"/>
                  </a:lnTo>
                  <a:lnTo>
                    <a:pt x="1697412" y="684337"/>
                  </a:lnTo>
                  <a:lnTo>
                    <a:pt x="1696340" y="684315"/>
                  </a:lnTo>
                  <a:lnTo>
                    <a:pt x="1695269" y="684293"/>
                  </a:lnTo>
                  <a:lnTo>
                    <a:pt x="1694197" y="684271"/>
                  </a:lnTo>
                  <a:lnTo>
                    <a:pt x="1693126" y="684250"/>
                  </a:lnTo>
                  <a:lnTo>
                    <a:pt x="1692054" y="684229"/>
                  </a:lnTo>
                  <a:lnTo>
                    <a:pt x="1690982" y="684208"/>
                  </a:lnTo>
                  <a:lnTo>
                    <a:pt x="1689911" y="684187"/>
                  </a:lnTo>
                  <a:lnTo>
                    <a:pt x="1688839" y="684167"/>
                  </a:lnTo>
                  <a:lnTo>
                    <a:pt x="1687768" y="684147"/>
                  </a:lnTo>
                  <a:lnTo>
                    <a:pt x="1686696" y="684126"/>
                  </a:lnTo>
                  <a:lnTo>
                    <a:pt x="1685624" y="684106"/>
                  </a:lnTo>
                  <a:lnTo>
                    <a:pt x="1684553" y="684087"/>
                  </a:lnTo>
                  <a:lnTo>
                    <a:pt x="1683481" y="684067"/>
                  </a:lnTo>
                  <a:lnTo>
                    <a:pt x="1682410" y="684047"/>
                  </a:lnTo>
                  <a:lnTo>
                    <a:pt x="1681338" y="684027"/>
                  </a:lnTo>
                  <a:lnTo>
                    <a:pt x="1680266" y="684007"/>
                  </a:lnTo>
                  <a:lnTo>
                    <a:pt x="1679195" y="683988"/>
                  </a:lnTo>
                  <a:lnTo>
                    <a:pt x="1678123" y="683968"/>
                  </a:lnTo>
                  <a:lnTo>
                    <a:pt x="1677052" y="683948"/>
                  </a:lnTo>
                  <a:lnTo>
                    <a:pt x="1675980" y="683928"/>
                  </a:lnTo>
                  <a:lnTo>
                    <a:pt x="1674908" y="683907"/>
                  </a:lnTo>
                  <a:lnTo>
                    <a:pt x="1673837" y="683887"/>
                  </a:lnTo>
                  <a:lnTo>
                    <a:pt x="1672765" y="683866"/>
                  </a:lnTo>
                  <a:lnTo>
                    <a:pt x="1671694" y="683846"/>
                  </a:lnTo>
                  <a:lnTo>
                    <a:pt x="1670622" y="683825"/>
                  </a:lnTo>
                  <a:lnTo>
                    <a:pt x="1669550" y="683803"/>
                  </a:lnTo>
                  <a:lnTo>
                    <a:pt x="1668479" y="683782"/>
                  </a:lnTo>
                  <a:lnTo>
                    <a:pt x="1667407" y="683760"/>
                  </a:lnTo>
                  <a:lnTo>
                    <a:pt x="1666336" y="683737"/>
                  </a:lnTo>
                  <a:lnTo>
                    <a:pt x="1665264" y="683715"/>
                  </a:lnTo>
                  <a:lnTo>
                    <a:pt x="1664192" y="683692"/>
                  </a:lnTo>
                  <a:lnTo>
                    <a:pt x="1663121" y="683668"/>
                  </a:lnTo>
                  <a:lnTo>
                    <a:pt x="1662049" y="683644"/>
                  </a:lnTo>
                  <a:lnTo>
                    <a:pt x="1660978" y="683619"/>
                  </a:lnTo>
                  <a:lnTo>
                    <a:pt x="1659906" y="683594"/>
                  </a:lnTo>
                  <a:lnTo>
                    <a:pt x="1658834" y="683569"/>
                  </a:lnTo>
                  <a:lnTo>
                    <a:pt x="1657763" y="683542"/>
                  </a:lnTo>
                  <a:lnTo>
                    <a:pt x="1656691" y="683515"/>
                  </a:lnTo>
                  <a:lnTo>
                    <a:pt x="1655620" y="683488"/>
                  </a:lnTo>
                  <a:lnTo>
                    <a:pt x="1654548" y="683459"/>
                  </a:lnTo>
                  <a:lnTo>
                    <a:pt x="1653476" y="683430"/>
                  </a:lnTo>
                  <a:lnTo>
                    <a:pt x="1652405" y="683400"/>
                  </a:lnTo>
                  <a:lnTo>
                    <a:pt x="1651333" y="683370"/>
                  </a:lnTo>
                  <a:lnTo>
                    <a:pt x="1650262" y="683338"/>
                  </a:lnTo>
                  <a:lnTo>
                    <a:pt x="1649190" y="683306"/>
                  </a:lnTo>
                  <a:lnTo>
                    <a:pt x="1648118" y="683273"/>
                  </a:lnTo>
                  <a:lnTo>
                    <a:pt x="1647047" y="683239"/>
                  </a:lnTo>
                  <a:lnTo>
                    <a:pt x="1645975" y="683203"/>
                  </a:lnTo>
                  <a:lnTo>
                    <a:pt x="1644904" y="683167"/>
                  </a:lnTo>
                  <a:lnTo>
                    <a:pt x="1643832" y="683130"/>
                  </a:lnTo>
                  <a:lnTo>
                    <a:pt x="1642760" y="683092"/>
                  </a:lnTo>
                  <a:lnTo>
                    <a:pt x="1641689" y="683052"/>
                  </a:lnTo>
                  <a:lnTo>
                    <a:pt x="1640617" y="683012"/>
                  </a:lnTo>
                  <a:lnTo>
                    <a:pt x="1639546" y="682970"/>
                  </a:lnTo>
                  <a:lnTo>
                    <a:pt x="1638474" y="682927"/>
                  </a:lnTo>
                  <a:lnTo>
                    <a:pt x="1637402" y="682883"/>
                  </a:lnTo>
                  <a:lnTo>
                    <a:pt x="1636331" y="682837"/>
                  </a:lnTo>
                  <a:lnTo>
                    <a:pt x="1635259" y="682790"/>
                  </a:lnTo>
                  <a:lnTo>
                    <a:pt x="1634188" y="682742"/>
                  </a:lnTo>
                  <a:lnTo>
                    <a:pt x="1633116" y="682693"/>
                  </a:lnTo>
                  <a:lnTo>
                    <a:pt x="1632044" y="682641"/>
                  </a:lnTo>
                  <a:lnTo>
                    <a:pt x="1630973" y="682589"/>
                  </a:lnTo>
                  <a:lnTo>
                    <a:pt x="1629901" y="682535"/>
                  </a:lnTo>
                  <a:lnTo>
                    <a:pt x="1628830" y="682479"/>
                  </a:lnTo>
                  <a:lnTo>
                    <a:pt x="1627758" y="682422"/>
                  </a:lnTo>
                  <a:lnTo>
                    <a:pt x="1626686" y="682363"/>
                  </a:lnTo>
                  <a:lnTo>
                    <a:pt x="1625615" y="682303"/>
                  </a:lnTo>
                  <a:lnTo>
                    <a:pt x="1624543" y="682240"/>
                  </a:lnTo>
                  <a:lnTo>
                    <a:pt x="1623472" y="682176"/>
                  </a:lnTo>
                  <a:lnTo>
                    <a:pt x="1622400" y="682111"/>
                  </a:lnTo>
                  <a:lnTo>
                    <a:pt x="1621328" y="682043"/>
                  </a:lnTo>
                  <a:lnTo>
                    <a:pt x="1620257" y="681974"/>
                  </a:lnTo>
                  <a:lnTo>
                    <a:pt x="1619185" y="681902"/>
                  </a:lnTo>
                  <a:lnTo>
                    <a:pt x="1618114" y="681829"/>
                  </a:lnTo>
                  <a:lnTo>
                    <a:pt x="1617042" y="681754"/>
                  </a:lnTo>
                  <a:lnTo>
                    <a:pt x="1615970" y="681676"/>
                  </a:lnTo>
                  <a:lnTo>
                    <a:pt x="1614899" y="681597"/>
                  </a:lnTo>
                  <a:lnTo>
                    <a:pt x="1613827" y="681515"/>
                  </a:lnTo>
                  <a:lnTo>
                    <a:pt x="1612756" y="681432"/>
                  </a:lnTo>
                  <a:lnTo>
                    <a:pt x="1611684" y="681346"/>
                  </a:lnTo>
                  <a:lnTo>
                    <a:pt x="1610612" y="681258"/>
                  </a:lnTo>
                  <a:lnTo>
                    <a:pt x="1609541" y="681167"/>
                  </a:lnTo>
                  <a:lnTo>
                    <a:pt x="1608469" y="681075"/>
                  </a:lnTo>
                  <a:lnTo>
                    <a:pt x="1607398" y="680980"/>
                  </a:lnTo>
                  <a:lnTo>
                    <a:pt x="1606326" y="680882"/>
                  </a:lnTo>
                  <a:lnTo>
                    <a:pt x="1605254" y="680782"/>
                  </a:lnTo>
                  <a:lnTo>
                    <a:pt x="1604183" y="680680"/>
                  </a:lnTo>
                  <a:lnTo>
                    <a:pt x="1603111" y="680575"/>
                  </a:lnTo>
                  <a:lnTo>
                    <a:pt x="1602040" y="680468"/>
                  </a:lnTo>
                  <a:lnTo>
                    <a:pt x="1600968" y="680358"/>
                  </a:lnTo>
                  <a:lnTo>
                    <a:pt x="1599896" y="680245"/>
                  </a:lnTo>
                  <a:lnTo>
                    <a:pt x="1598825" y="680130"/>
                  </a:lnTo>
                  <a:lnTo>
                    <a:pt x="1597753" y="680012"/>
                  </a:lnTo>
                  <a:lnTo>
                    <a:pt x="1596682" y="679891"/>
                  </a:lnTo>
                  <a:lnTo>
                    <a:pt x="1595610" y="679767"/>
                  </a:lnTo>
                  <a:lnTo>
                    <a:pt x="1594539" y="679641"/>
                  </a:lnTo>
                  <a:lnTo>
                    <a:pt x="1593467" y="679511"/>
                  </a:lnTo>
                  <a:lnTo>
                    <a:pt x="1592395" y="679379"/>
                  </a:lnTo>
                  <a:lnTo>
                    <a:pt x="1591324" y="679244"/>
                  </a:lnTo>
                  <a:lnTo>
                    <a:pt x="1590252" y="679105"/>
                  </a:lnTo>
                  <a:lnTo>
                    <a:pt x="1589181" y="678964"/>
                  </a:lnTo>
                  <a:lnTo>
                    <a:pt x="1588109" y="678819"/>
                  </a:lnTo>
                  <a:lnTo>
                    <a:pt x="1587037" y="678672"/>
                  </a:lnTo>
                  <a:lnTo>
                    <a:pt x="1585966" y="678521"/>
                  </a:lnTo>
                  <a:lnTo>
                    <a:pt x="1584894" y="678367"/>
                  </a:lnTo>
                  <a:lnTo>
                    <a:pt x="1583823" y="678209"/>
                  </a:lnTo>
                  <a:lnTo>
                    <a:pt x="1582751" y="678048"/>
                  </a:lnTo>
                  <a:lnTo>
                    <a:pt x="1581679" y="677884"/>
                  </a:lnTo>
                  <a:lnTo>
                    <a:pt x="1580608" y="677717"/>
                  </a:lnTo>
                  <a:lnTo>
                    <a:pt x="1579536" y="677546"/>
                  </a:lnTo>
                  <a:lnTo>
                    <a:pt x="1578465" y="677371"/>
                  </a:lnTo>
                  <a:lnTo>
                    <a:pt x="1577393" y="677193"/>
                  </a:lnTo>
                  <a:lnTo>
                    <a:pt x="1576321" y="677011"/>
                  </a:lnTo>
                  <a:lnTo>
                    <a:pt x="1575250" y="676826"/>
                  </a:lnTo>
                  <a:lnTo>
                    <a:pt x="1574178" y="676637"/>
                  </a:lnTo>
                  <a:lnTo>
                    <a:pt x="1573107" y="676444"/>
                  </a:lnTo>
                  <a:lnTo>
                    <a:pt x="1572035" y="676248"/>
                  </a:lnTo>
                  <a:lnTo>
                    <a:pt x="1570963" y="676048"/>
                  </a:lnTo>
                  <a:lnTo>
                    <a:pt x="1569892" y="675844"/>
                  </a:lnTo>
                  <a:lnTo>
                    <a:pt x="1568820" y="675635"/>
                  </a:lnTo>
                  <a:lnTo>
                    <a:pt x="1567749" y="675424"/>
                  </a:lnTo>
                  <a:lnTo>
                    <a:pt x="1566677" y="675208"/>
                  </a:lnTo>
                  <a:lnTo>
                    <a:pt x="1565605" y="674988"/>
                  </a:lnTo>
                  <a:lnTo>
                    <a:pt x="1564534" y="674764"/>
                  </a:lnTo>
                  <a:lnTo>
                    <a:pt x="1563462" y="674535"/>
                  </a:lnTo>
                  <a:lnTo>
                    <a:pt x="1562391" y="674303"/>
                  </a:lnTo>
                  <a:lnTo>
                    <a:pt x="1561319" y="674067"/>
                  </a:lnTo>
                  <a:lnTo>
                    <a:pt x="1560247" y="673826"/>
                  </a:lnTo>
                  <a:lnTo>
                    <a:pt x="1559176" y="673581"/>
                  </a:lnTo>
                  <a:lnTo>
                    <a:pt x="1558104" y="673331"/>
                  </a:lnTo>
                  <a:lnTo>
                    <a:pt x="1557033" y="673078"/>
                  </a:lnTo>
                  <a:lnTo>
                    <a:pt x="1555961" y="672819"/>
                  </a:lnTo>
                  <a:lnTo>
                    <a:pt x="1554889" y="672557"/>
                  </a:lnTo>
                  <a:lnTo>
                    <a:pt x="1553818" y="672290"/>
                  </a:lnTo>
                  <a:lnTo>
                    <a:pt x="1552746" y="672018"/>
                  </a:lnTo>
                  <a:lnTo>
                    <a:pt x="1551675" y="671742"/>
                  </a:lnTo>
                  <a:lnTo>
                    <a:pt x="1550603" y="671461"/>
                  </a:lnTo>
                  <a:lnTo>
                    <a:pt x="1549531" y="671175"/>
                  </a:lnTo>
                  <a:lnTo>
                    <a:pt x="1548460" y="670885"/>
                  </a:lnTo>
                  <a:lnTo>
                    <a:pt x="1547388" y="670589"/>
                  </a:lnTo>
                  <a:lnTo>
                    <a:pt x="1546317" y="670290"/>
                  </a:lnTo>
                  <a:lnTo>
                    <a:pt x="1545245" y="669985"/>
                  </a:lnTo>
                  <a:lnTo>
                    <a:pt x="1544173" y="669675"/>
                  </a:lnTo>
                  <a:lnTo>
                    <a:pt x="1543102" y="669360"/>
                  </a:lnTo>
                  <a:lnTo>
                    <a:pt x="1542030" y="669425"/>
                  </a:lnTo>
                  <a:lnTo>
                    <a:pt x="1540959" y="670203"/>
                  </a:lnTo>
                  <a:lnTo>
                    <a:pt x="1539887" y="670981"/>
                  </a:lnTo>
                  <a:lnTo>
                    <a:pt x="1538815" y="671761"/>
                  </a:lnTo>
                  <a:lnTo>
                    <a:pt x="1537744" y="672542"/>
                  </a:lnTo>
                  <a:lnTo>
                    <a:pt x="1536672" y="673323"/>
                  </a:lnTo>
                  <a:lnTo>
                    <a:pt x="1535601" y="674106"/>
                  </a:lnTo>
                  <a:lnTo>
                    <a:pt x="1534529" y="674889"/>
                  </a:lnTo>
                  <a:lnTo>
                    <a:pt x="1533457" y="675674"/>
                  </a:lnTo>
                  <a:lnTo>
                    <a:pt x="1532386" y="676460"/>
                  </a:lnTo>
                  <a:lnTo>
                    <a:pt x="1531314" y="677247"/>
                  </a:lnTo>
                  <a:lnTo>
                    <a:pt x="1530243" y="678035"/>
                  </a:lnTo>
                  <a:lnTo>
                    <a:pt x="1529171" y="678824"/>
                  </a:lnTo>
                  <a:lnTo>
                    <a:pt x="1528099" y="679615"/>
                  </a:lnTo>
                  <a:lnTo>
                    <a:pt x="1527028" y="680406"/>
                  </a:lnTo>
                  <a:lnTo>
                    <a:pt x="1525956" y="681199"/>
                  </a:lnTo>
                  <a:lnTo>
                    <a:pt x="1524885" y="681993"/>
                  </a:lnTo>
                  <a:lnTo>
                    <a:pt x="1523813" y="682788"/>
                  </a:lnTo>
                  <a:lnTo>
                    <a:pt x="1522741" y="683585"/>
                  </a:lnTo>
                  <a:lnTo>
                    <a:pt x="1521670" y="684382"/>
                  </a:lnTo>
                  <a:lnTo>
                    <a:pt x="1520598" y="685181"/>
                  </a:lnTo>
                  <a:lnTo>
                    <a:pt x="1519527" y="685982"/>
                  </a:lnTo>
                  <a:lnTo>
                    <a:pt x="1518455" y="686783"/>
                  </a:lnTo>
                  <a:lnTo>
                    <a:pt x="1517383" y="687586"/>
                  </a:lnTo>
                  <a:lnTo>
                    <a:pt x="1516312" y="688390"/>
                  </a:lnTo>
                  <a:lnTo>
                    <a:pt x="1515240" y="689196"/>
                  </a:lnTo>
                  <a:lnTo>
                    <a:pt x="1514169" y="690002"/>
                  </a:lnTo>
                  <a:lnTo>
                    <a:pt x="1513097" y="690811"/>
                  </a:lnTo>
                  <a:lnTo>
                    <a:pt x="1512025" y="691620"/>
                  </a:lnTo>
                  <a:lnTo>
                    <a:pt x="1510954" y="692431"/>
                  </a:lnTo>
                  <a:lnTo>
                    <a:pt x="1509882" y="693243"/>
                  </a:lnTo>
                  <a:lnTo>
                    <a:pt x="1508811" y="694057"/>
                  </a:lnTo>
                  <a:lnTo>
                    <a:pt x="1507739" y="694872"/>
                  </a:lnTo>
                  <a:lnTo>
                    <a:pt x="1506667" y="695688"/>
                  </a:lnTo>
                  <a:lnTo>
                    <a:pt x="1505596" y="696506"/>
                  </a:lnTo>
                  <a:lnTo>
                    <a:pt x="1504524" y="697325"/>
                  </a:lnTo>
                  <a:lnTo>
                    <a:pt x="1503453" y="698145"/>
                  </a:lnTo>
                  <a:lnTo>
                    <a:pt x="1502381" y="698967"/>
                  </a:lnTo>
                  <a:lnTo>
                    <a:pt x="1501309" y="699791"/>
                  </a:lnTo>
                  <a:lnTo>
                    <a:pt x="1500238" y="700615"/>
                  </a:lnTo>
                  <a:lnTo>
                    <a:pt x="1499166" y="701442"/>
                  </a:lnTo>
                  <a:lnTo>
                    <a:pt x="1498095" y="702269"/>
                  </a:lnTo>
                  <a:lnTo>
                    <a:pt x="1497023" y="703099"/>
                  </a:lnTo>
                  <a:lnTo>
                    <a:pt x="1495951" y="703929"/>
                  </a:lnTo>
                  <a:lnTo>
                    <a:pt x="1494880" y="704761"/>
                  </a:lnTo>
                  <a:lnTo>
                    <a:pt x="1493808" y="705595"/>
                  </a:lnTo>
                  <a:lnTo>
                    <a:pt x="1492737" y="706430"/>
                  </a:lnTo>
                  <a:lnTo>
                    <a:pt x="1491665" y="707266"/>
                  </a:lnTo>
                  <a:lnTo>
                    <a:pt x="1490593" y="708104"/>
                  </a:lnTo>
                  <a:lnTo>
                    <a:pt x="1489522" y="708943"/>
                  </a:lnTo>
                  <a:lnTo>
                    <a:pt x="1488450" y="709784"/>
                  </a:lnTo>
                  <a:lnTo>
                    <a:pt x="1487379" y="710626"/>
                  </a:lnTo>
                  <a:lnTo>
                    <a:pt x="1486307" y="711470"/>
                  </a:lnTo>
                  <a:lnTo>
                    <a:pt x="1485235" y="712316"/>
                  </a:lnTo>
                  <a:lnTo>
                    <a:pt x="1484164" y="713162"/>
                  </a:lnTo>
                  <a:lnTo>
                    <a:pt x="1483092" y="714011"/>
                  </a:lnTo>
                  <a:lnTo>
                    <a:pt x="1482021" y="714860"/>
                  </a:lnTo>
                  <a:lnTo>
                    <a:pt x="1480949" y="715711"/>
                  </a:lnTo>
                  <a:lnTo>
                    <a:pt x="1479877" y="716564"/>
                  </a:lnTo>
                  <a:lnTo>
                    <a:pt x="1478806" y="717418"/>
                  </a:lnTo>
                  <a:lnTo>
                    <a:pt x="1477734" y="718274"/>
                  </a:lnTo>
                  <a:lnTo>
                    <a:pt x="1476663" y="719131"/>
                  </a:lnTo>
                  <a:lnTo>
                    <a:pt x="1475591" y="719990"/>
                  </a:lnTo>
                  <a:lnTo>
                    <a:pt x="1474519" y="720850"/>
                  </a:lnTo>
                  <a:lnTo>
                    <a:pt x="1473448" y="721712"/>
                  </a:lnTo>
                  <a:lnTo>
                    <a:pt x="1472376" y="722575"/>
                  </a:lnTo>
                  <a:lnTo>
                    <a:pt x="1471305" y="723439"/>
                  </a:lnTo>
                  <a:lnTo>
                    <a:pt x="1470233" y="724306"/>
                  </a:lnTo>
                  <a:lnTo>
                    <a:pt x="1469161" y="725173"/>
                  </a:lnTo>
                  <a:lnTo>
                    <a:pt x="1468090" y="726042"/>
                  </a:lnTo>
                  <a:lnTo>
                    <a:pt x="1467018" y="726913"/>
                  </a:lnTo>
                  <a:lnTo>
                    <a:pt x="1465947" y="727785"/>
                  </a:lnTo>
                  <a:lnTo>
                    <a:pt x="1464875" y="728658"/>
                  </a:lnTo>
                  <a:lnTo>
                    <a:pt x="1463803" y="729534"/>
                  </a:lnTo>
                  <a:lnTo>
                    <a:pt x="1462732" y="730410"/>
                  </a:lnTo>
                  <a:lnTo>
                    <a:pt x="1461660" y="731288"/>
                  </a:lnTo>
                  <a:lnTo>
                    <a:pt x="1460589" y="732167"/>
                  </a:lnTo>
                  <a:lnTo>
                    <a:pt x="1459517" y="733048"/>
                  </a:lnTo>
                  <a:lnTo>
                    <a:pt x="1458445" y="733931"/>
                  </a:lnTo>
                  <a:lnTo>
                    <a:pt x="1457374" y="734815"/>
                  </a:lnTo>
                  <a:lnTo>
                    <a:pt x="1456302" y="735700"/>
                  </a:lnTo>
                  <a:lnTo>
                    <a:pt x="1455231" y="736587"/>
                  </a:lnTo>
                  <a:lnTo>
                    <a:pt x="1454159" y="737475"/>
                  </a:lnTo>
                  <a:lnTo>
                    <a:pt x="1453087" y="738365"/>
                  </a:lnTo>
                  <a:lnTo>
                    <a:pt x="1452016" y="739256"/>
                  </a:lnTo>
                  <a:lnTo>
                    <a:pt x="1450944" y="740149"/>
                  </a:lnTo>
                  <a:lnTo>
                    <a:pt x="1449873" y="741043"/>
                  </a:lnTo>
                  <a:lnTo>
                    <a:pt x="1448801" y="741938"/>
                  </a:lnTo>
                  <a:lnTo>
                    <a:pt x="1447729" y="742835"/>
                  </a:lnTo>
                  <a:lnTo>
                    <a:pt x="1446658" y="743734"/>
                  </a:lnTo>
                  <a:lnTo>
                    <a:pt x="1445586" y="744633"/>
                  </a:lnTo>
                  <a:lnTo>
                    <a:pt x="1444515" y="745535"/>
                  </a:lnTo>
                  <a:lnTo>
                    <a:pt x="1443443" y="746437"/>
                  </a:lnTo>
                  <a:lnTo>
                    <a:pt x="1442371" y="747342"/>
                  </a:lnTo>
                  <a:lnTo>
                    <a:pt x="1441300" y="748247"/>
                  </a:lnTo>
                  <a:lnTo>
                    <a:pt x="1440228" y="749154"/>
                  </a:lnTo>
                  <a:lnTo>
                    <a:pt x="1439157" y="750062"/>
                  </a:lnTo>
                  <a:lnTo>
                    <a:pt x="1438085" y="750972"/>
                  </a:lnTo>
                  <a:lnTo>
                    <a:pt x="1437013" y="751883"/>
                  </a:lnTo>
                  <a:lnTo>
                    <a:pt x="1435942" y="752796"/>
                  </a:lnTo>
                  <a:lnTo>
                    <a:pt x="1434870" y="753710"/>
                  </a:lnTo>
                  <a:lnTo>
                    <a:pt x="1433799" y="754625"/>
                  </a:lnTo>
                  <a:lnTo>
                    <a:pt x="1432727" y="755542"/>
                  </a:lnTo>
                  <a:lnTo>
                    <a:pt x="1431655" y="756460"/>
                  </a:lnTo>
                  <a:lnTo>
                    <a:pt x="1430584" y="757379"/>
                  </a:lnTo>
                  <a:lnTo>
                    <a:pt x="1429512" y="758300"/>
                  </a:lnTo>
                  <a:lnTo>
                    <a:pt x="1428441" y="759222"/>
                  </a:lnTo>
                  <a:lnTo>
                    <a:pt x="1427369" y="760146"/>
                  </a:lnTo>
                  <a:lnTo>
                    <a:pt x="1426297" y="761070"/>
                  </a:lnTo>
                  <a:lnTo>
                    <a:pt x="1425226" y="761997"/>
                  </a:lnTo>
                  <a:lnTo>
                    <a:pt x="1424154" y="762924"/>
                  </a:lnTo>
                  <a:lnTo>
                    <a:pt x="1423083" y="763853"/>
                  </a:lnTo>
                  <a:lnTo>
                    <a:pt x="1422011" y="764783"/>
                  </a:lnTo>
                  <a:lnTo>
                    <a:pt x="1420939" y="765715"/>
                  </a:lnTo>
                  <a:lnTo>
                    <a:pt x="1419868" y="766648"/>
                  </a:lnTo>
                  <a:lnTo>
                    <a:pt x="1418796" y="767582"/>
                  </a:lnTo>
                  <a:lnTo>
                    <a:pt x="1417725" y="768517"/>
                  </a:lnTo>
                  <a:lnTo>
                    <a:pt x="1416653" y="769454"/>
                  </a:lnTo>
                  <a:lnTo>
                    <a:pt x="1415582" y="770392"/>
                  </a:lnTo>
                  <a:lnTo>
                    <a:pt x="1414510" y="771331"/>
                  </a:lnTo>
                  <a:lnTo>
                    <a:pt x="1413438" y="772272"/>
                  </a:lnTo>
                  <a:lnTo>
                    <a:pt x="1412367" y="773213"/>
                  </a:lnTo>
                  <a:lnTo>
                    <a:pt x="1411295" y="774157"/>
                  </a:lnTo>
                  <a:lnTo>
                    <a:pt x="1410224" y="775101"/>
                  </a:lnTo>
                  <a:lnTo>
                    <a:pt x="1409152" y="776047"/>
                  </a:lnTo>
                  <a:lnTo>
                    <a:pt x="1408080" y="776993"/>
                  </a:lnTo>
                  <a:lnTo>
                    <a:pt x="1407009" y="777941"/>
                  </a:lnTo>
                  <a:lnTo>
                    <a:pt x="1405937" y="778891"/>
                  </a:lnTo>
                  <a:lnTo>
                    <a:pt x="1404866" y="779841"/>
                  </a:lnTo>
                  <a:lnTo>
                    <a:pt x="1403794" y="780793"/>
                  </a:lnTo>
                  <a:lnTo>
                    <a:pt x="1402722" y="781746"/>
                  </a:lnTo>
                  <a:lnTo>
                    <a:pt x="1401651" y="782700"/>
                  </a:lnTo>
                  <a:lnTo>
                    <a:pt x="1400579" y="783656"/>
                  </a:lnTo>
                  <a:lnTo>
                    <a:pt x="1399508" y="784612"/>
                  </a:lnTo>
                  <a:lnTo>
                    <a:pt x="1398436" y="785570"/>
                  </a:lnTo>
                  <a:lnTo>
                    <a:pt x="1397364" y="786529"/>
                  </a:lnTo>
                  <a:lnTo>
                    <a:pt x="1396293" y="787489"/>
                  </a:lnTo>
                  <a:lnTo>
                    <a:pt x="1395221" y="788450"/>
                  </a:lnTo>
                  <a:lnTo>
                    <a:pt x="1394150" y="789413"/>
                  </a:lnTo>
                  <a:lnTo>
                    <a:pt x="1393078" y="790376"/>
                  </a:lnTo>
                  <a:lnTo>
                    <a:pt x="1392006" y="791341"/>
                  </a:lnTo>
                  <a:lnTo>
                    <a:pt x="1390935" y="792307"/>
                  </a:lnTo>
                  <a:lnTo>
                    <a:pt x="1389863" y="793274"/>
                  </a:lnTo>
                  <a:lnTo>
                    <a:pt x="1388792" y="794242"/>
                  </a:lnTo>
                  <a:lnTo>
                    <a:pt x="1387720" y="795211"/>
                  </a:lnTo>
                  <a:lnTo>
                    <a:pt x="1386648" y="796181"/>
                  </a:lnTo>
                  <a:lnTo>
                    <a:pt x="1385577" y="797152"/>
                  </a:lnTo>
                  <a:lnTo>
                    <a:pt x="1384505" y="798125"/>
                  </a:lnTo>
                  <a:lnTo>
                    <a:pt x="1383434" y="799098"/>
                  </a:lnTo>
                  <a:lnTo>
                    <a:pt x="1382362" y="800073"/>
                  </a:lnTo>
                  <a:lnTo>
                    <a:pt x="1381290" y="801049"/>
                  </a:lnTo>
                  <a:lnTo>
                    <a:pt x="1380219" y="802026"/>
                  </a:lnTo>
                  <a:lnTo>
                    <a:pt x="1379147" y="803003"/>
                  </a:lnTo>
                  <a:lnTo>
                    <a:pt x="1378076" y="803982"/>
                  </a:lnTo>
                  <a:lnTo>
                    <a:pt x="1377004" y="804962"/>
                  </a:lnTo>
                  <a:lnTo>
                    <a:pt x="1375932" y="805943"/>
                  </a:lnTo>
                  <a:lnTo>
                    <a:pt x="1374861" y="806925"/>
                  </a:lnTo>
                  <a:lnTo>
                    <a:pt x="1373789" y="807908"/>
                  </a:lnTo>
                  <a:lnTo>
                    <a:pt x="1372718" y="808892"/>
                  </a:lnTo>
                  <a:lnTo>
                    <a:pt x="1371646" y="809877"/>
                  </a:lnTo>
                  <a:lnTo>
                    <a:pt x="1370574" y="810863"/>
                  </a:lnTo>
                  <a:lnTo>
                    <a:pt x="1369503" y="811850"/>
                  </a:lnTo>
                  <a:lnTo>
                    <a:pt x="1368431" y="812838"/>
                  </a:lnTo>
                  <a:lnTo>
                    <a:pt x="1367360" y="813826"/>
                  </a:lnTo>
                  <a:lnTo>
                    <a:pt x="1366288" y="814816"/>
                  </a:lnTo>
                  <a:lnTo>
                    <a:pt x="1365216" y="815807"/>
                  </a:lnTo>
                  <a:lnTo>
                    <a:pt x="1364145" y="816799"/>
                  </a:lnTo>
                  <a:lnTo>
                    <a:pt x="1363073" y="817791"/>
                  </a:lnTo>
                  <a:lnTo>
                    <a:pt x="1362002" y="818785"/>
                  </a:lnTo>
                  <a:lnTo>
                    <a:pt x="1360930" y="819780"/>
                  </a:lnTo>
                  <a:lnTo>
                    <a:pt x="1359858" y="820775"/>
                  </a:lnTo>
                  <a:lnTo>
                    <a:pt x="1358787" y="821771"/>
                  </a:lnTo>
                  <a:lnTo>
                    <a:pt x="1357715" y="822769"/>
                  </a:lnTo>
                  <a:lnTo>
                    <a:pt x="1356644" y="823767"/>
                  </a:lnTo>
                  <a:lnTo>
                    <a:pt x="1355572" y="824766"/>
                  </a:lnTo>
                  <a:lnTo>
                    <a:pt x="1354500" y="825766"/>
                  </a:lnTo>
                  <a:lnTo>
                    <a:pt x="1353429" y="826766"/>
                  </a:lnTo>
                  <a:lnTo>
                    <a:pt x="1352357" y="827768"/>
                  </a:lnTo>
                  <a:lnTo>
                    <a:pt x="1351286" y="828770"/>
                  </a:lnTo>
                  <a:lnTo>
                    <a:pt x="1350214" y="829774"/>
                  </a:lnTo>
                  <a:lnTo>
                    <a:pt x="1349142" y="830778"/>
                  </a:lnTo>
                  <a:lnTo>
                    <a:pt x="1348071" y="831783"/>
                  </a:lnTo>
                  <a:lnTo>
                    <a:pt x="1346999" y="832789"/>
                  </a:lnTo>
                  <a:lnTo>
                    <a:pt x="1345928" y="833795"/>
                  </a:lnTo>
                  <a:lnTo>
                    <a:pt x="1344856" y="834802"/>
                  </a:lnTo>
                  <a:lnTo>
                    <a:pt x="1343784" y="835811"/>
                  </a:lnTo>
                  <a:lnTo>
                    <a:pt x="1342713" y="836820"/>
                  </a:lnTo>
                  <a:lnTo>
                    <a:pt x="1341641" y="837829"/>
                  </a:lnTo>
                  <a:lnTo>
                    <a:pt x="1340570" y="838840"/>
                  </a:lnTo>
                  <a:lnTo>
                    <a:pt x="1339498" y="839851"/>
                  </a:lnTo>
                  <a:lnTo>
                    <a:pt x="1338426" y="840863"/>
                  </a:lnTo>
                  <a:lnTo>
                    <a:pt x="1337355" y="841876"/>
                  </a:lnTo>
                  <a:lnTo>
                    <a:pt x="1336283" y="842890"/>
                  </a:lnTo>
                  <a:lnTo>
                    <a:pt x="1335212" y="843904"/>
                  </a:lnTo>
                  <a:lnTo>
                    <a:pt x="1334140" y="844919"/>
                  </a:lnTo>
                  <a:lnTo>
                    <a:pt x="1333068" y="845935"/>
                  </a:lnTo>
                  <a:lnTo>
                    <a:pt x="1331997" y="846951"/>
                  </a:lnTo>
                  <a:lnTo>
                    <a:pt x="1330925" y="847968"/>
                  </a:lnTo>
                  <a:lnTo>
                    <a:pt x="1329854" y="848986"/>
                  </a:lnTo>
                  <a:lnTo>
                    <a:pt x="1328782" y="850004"/>
                  </a:lnTo>
                  <a:lnTo>
                    <a:pt x="1327710" y="851024"/>
                  </a:lnTo>
                  <a:lnTo>
                    <a:pt x="1326639" y="852043"/>
                  </a:lnTo>
                  <a:lnTo>
                    <a:pt x="1325567" y="853064"/>
                  </a:lnTo>
                  <a:lnTo>
                    <a:pt x="1324496" y="854085"/>
                  </a:lnTo>
                  <a:lnTo>
                    <a:pt x="1323424" y="855107"/>
                  </a:lnTo>
                  <a:lnTo>
                    <a:pt x="1322352" y="856129"/>
                  </a:lnTo>
                  <a:lnTo>
                    <a:pt x="1321281" y="857152"/>
                  </a:lnTo>
                  <a:lnTo>
                    <a:pt x="1320209" y="858176"/>
                  </a:lnTo>
                  <a:lnTo>
                    <a:pt x="1319138" y="859200"/>
                  </a:lnTo>
                  <a:lnTo>
                    <a:pt x="1318066" y="860225"/>
                  </a:lnTo>
                  <a:lnTo>
                    <a:pt x="1316994" y="861251"/>
                  </a:lnTo>
                  <a:lnTo>
                    <a:pt x="1315923" y="862277"/>
                  </a:lnTo>
                  <a:lnTo>
                    <a:pt x="1314851" y="863303"/>
                  </a:lnTo>
                  <a:lnTo>
                    <a:pt x="1313780" y="864331"/>
                  </a:lnTo>
                  <a:lnTo>
                    <a:pt x="1312708" y="865358"/>
                  </a:lnTo>
                  <a:lnTo>
                    <a:pt x="1311636" y="866387"/>
                  </a:lnTo>
                  <a:lnTo>
                    <a:pt x="1310565" y="867416"/>
                  </a:lnTo>
                  <a:lnTo>
                    <a:pt x="1309493" y="868445"/>
                  </a:lnTo>
                  <a:lnTo>
                    <a:pt x="1308422" y="869475"/>
                  </a:lnTo>
                  <a:lnTo>
                    <a:pt x="1307350" y="870506"/>
                  </a:lnTo>
                  <a:lnTo>
                    <a:pt x="1306278" y="871537"/>
                  </a:lnTo>
                  <a:lnTo>
                    <a:pt x="1305207" y="872568"/>
                  </a:lnTo>
                  <a:lnTo>
                    <a:pt x="1304135" y="873600"/>
                  </a:lnTo>
                  <a:lnTo>
                    <a:pt x="1303064" y="874633"/>
                  </a:lnTo>
                  <a:lnTo>
                    <a:pt x="1301992" y="875666"/>
                  </a:lnTo>
                  <a:lnTo>
                    <a:pt x="1300920" y="876699"/>
                  </a:lnTo>
                  <a:lnTo>
                    <a:pt x="1299849" y="877733"/>
                  </a:lnTo>
                  <a:lnTo>
                    <a:pt x="1298777" y="878768"/>
                  </a:lnTo>
                  <a:lnTo>
                    <a:pt x="1297706" y="879802"/>
                  </a:lnTo>
                  <a:lnTo>
                    <a:pt x="1296634" y="880838"/>
                  </a:lnTo>
                  <a:lnTo>
                    <a:pt x="1295562" y="881874"/>
                  </a:lnTo>
                  <a:lnTo>
                    <a:pt x="1294491" y="882910"/>
                  </a:lnTo>
                  <a:lnTo>
                    <a:pt x="1293419" y="883946"/>
                  </a:lnTo>
                  <a:lnTo>
                    <a:pt x="1292348" y="884983"/>
                  </a:lnTo>
                  <a:lnTo>
                    <a:pt x="1291276" y="886021"/>
                  </a:lnTo>
                  <a:lnTo>
                    <a:pt x="1290204" y="887059"/>
                  </a:lnTo>
                  <a:lnTo>
                    <a:pt x="1289133" y="888097"/>
                  </a:lnTo>
                  <a:lnTo>
                    <a:pt x="1288061" y="889136"/>
                  </a:lnTo>
                  <a:lnTo>
                    <a:pt x="1286990" y="890175"/>
                  </a:lnTo>
                  <a:lnTo>
                    <a:pt x="1285918" y="891214"/>
                  </a:lnTo>
                  <a:lnTo>
                    <a:pt x="1284846" y="892254"/>
                  </a:lnTo>
                  <a:lnTo>
                    <a:pt x="1283775" y="893294"/>
                  </a:lnTo>
                  <a:lnTo>
                    <a:pt x="1282703" y="894335"/>
                  </a:lnTo>
                  <a:lnTo>
                    <a:pt x="1281632" y="895375"/>
                  </a:lnTo>
                  <a:lnTo>
                    <a:pt x="1280560" y="896416"/>
                  </a:lnTo>
                  <a:lnTo>
                    <a:pt x="1279488" y="897458"/>
                  </a:lnTo>
                  <a:lnTo>
                    <a:pt x="1278417" y="898500"/>
                  </a:lnTo>
                  <a:lnTo>
                    <a:pt x="1277345" y="899542"/>
                  </a:lnTo>
                  <a:lnTo>
                    <a:pt x="1276274" y="900584"/>
                  </a:lnTo>
                  <a:lnTo>
                    <a:pt x="1275202" y="901627"/>
                  </a:lnTo>
                  <a:lnTo>
                    <a:pt x="1274130" y="902670"/>
                  </a:lnTo>
                  <a:lnTo>
                    <a:pt x="1273059" y="903713"/>
                  </a:lnTo>
                  <a:lnTo>
                    <a:pt x="1271987" y="904757"/>
                  </a:lnTo>
                  <a:lnTo>
                    <a:pt x="1270916" y="905801"/>
                  </a:lnTo>
                  <a:lnTo>
                    <a:pt x="1269844" y="906845"/>
                  </a:lnTo>
                  <a:lnTo>
                    <a:pt x="1268772" y="907889"/>
                  </a:lnTo>
                  <a:lnTo>
                    <a:pt x="1267701" y="908934"/>
                  </a:lnTo>
                  <a:lnTo>
                    <a:pt x="1266629" y="909978"/>
                  </a:lnTo>
                  <a:lnTo>
                    <a:pt x="1265558" y="911024"/>
                  </a:lnTo>
                  <a:lnTo>
                    <a:pt x="1264486" y="912069"/>
                  </a:lnTo>
                  <a:lnTo>
                    <a:pt x="1263414" y="913114"/>
                  </a:lnTo>
                  <a:lnTo>
                    <a:pt x="1262343" y="914160"/>
                  </a:lnTo>
                  <a:lnTo>
                    <a:pt x="1261271" y="915206"/>
                  </a:lnTo>
                  <a:lnTo>
                    <a:pt x="1260200" y="916252"/>
                  </a:lnTo>
                  <a:lnTo>
                    <a:pt x="1259128" y="917298"/>
                  </a:lnTo>
                  <a:lnTo>
                    <a:pt x="1258056" y="918345"/>
                  </a:lnTo>
                  <a:lnTo>
                    <a:pt x="1256985" y="919391"/>
                  </a:lnTo>
                  <a:lnTo>
                    <a:pt x="1255913" y="920438"/>
                  </a:lnTo>
                  <a:lnTo>
                    <a:pt x="1254842" y="921485"/>
                  </a:lnTo>
                  <a:lnTo>
                    <a:pt x="1253770" y="922532"/>
                  </a:lnTo>
                  <a:lnTo>
                    <a:pt x="1252698" y="923580"/>
                  </a:lnTo>
                  <a:lnTo>
                    <a:pt x="1251627" y="924627"/>
                  </a:lnTo>
                  <a:lnTo>
                    <a:pt x="1250555" y="925675"/>
                  </a:lnTo>
                  <a:lnTo>
                    <a:pt x="1249484" y="926722"/>
                  </a:lnTo>
                  <a:lnTo>
                    <a:pt x="1248412" y="927770"/>
                  </a:lnTo>
                  <a:lnTo>
                    <a:pt x="1247340" y="928818"/>
                  </a:lnTo>
                  <a:lnTo>
                    <a:pt x="1246269" y="929866"/>
                  </a:lnTo>
                  <a:lnTo>
                    <a:pt x="1245197" y="930914"/>
                  </a:lnTo>
                  <a:lnTo>
                    <a:pt x="1244126" y="931962"/>
                  </a:lnTo>
                  <a:lnTo>
                    <a:pt x="1243054" y="933011"/>
                  </a:lnTo>
                  <a:lnTo>
                    <a:pt x="1241983" y="934059"/>
                  </a:lnTo>
                  <a:lnTo>
                    <a:pt x="1240911" y="935107"/>
                  </a:lnTo>
                  <a:lnTo>
                    <a:pt x="1239839" y="936156"/>
                  </a:lnTo>
                  <a:lnTo>
                    <a:pt x="1238768" y="937204"/>
                  </a:lnTo>
                  <a:lnTo>
                    <a:pt x="1237696" y="938253"/>
                  </a:lnTo>
                  <a:lnTo>
                    <a:pt x="1236625" y="939302"/>
                  </a:lnTo>
                  <a:lnTo>
                    <a:pt x="1235553" y="940350"/>
                  </a:lnTo>
                  <a:lnTo>
                    <a:pt x="1234481" y="941399"/>
                  </a:lnTo>
                  <a:lnTo>
                    <a:pt x="1233410" y="942448"/>
                  </a:lnTo>
                  <a:lnTo>
                    <a:pt x="1232338" y="943497"/>
                  </a:lnTo>
                  <a:lnTo>
                    <a:pt x="1231267" y="944545"/>
                  </a:lnTo>
                  <a:lnTo>
                    <a:pt x="1230195" y="945594"/>
                  </a:lnTo>
                  <a:lnTo>
                    <a:pt x="1229123" y="946643"/>
                  </a:lnTo>
                  <a:lnTo>
                    <a:pt x="1228052" y="947692"/>
                  </a:lnTo>
                  <a:lnTo>
                    <a:pt x="1226980" y="948740"/>
                  </a:lnTo>
                  <a:lnTo>
                    <a:pt x="1225909" y="949789"/>
                  </a:lnTo>
                  <a:lnTo>
                    <a:pt x="1224837" y="950838"/>
                  </a:lnTo>
                  <a:lnTo>
                    <a:pt x="1223765" y="951887"/>
                  </a:lnTo>
                  <a:lnTo>
                    <a:pt x="1222694" y="952935"/>
                  </a:lnTo>
                  <a:lnTo>
                    <a:pt x="1221622" y="953984"/>
                  </a:lnTo>
                  <a:lnTo>
                    <a:pt x="1220551" y="955032"/>
                  </a:lnTo>
                  <a:lnTo>
                    <a:pt x="1219479" y="956081"/>
                  </a:lnTo>
                  <a:lnTo>
                    <a:pt x="1218407" y="957129"/>
                  </a:lnTo>
                  <a:lnTo>
                    <a:pt x="1217336" y="958177"/>
                  </a:lnTo>
                  <a:lnTo>
                    <a:pt x="1216264" y="959226"/>
                  </a:lnTo>
                  <a:lnTo>
                    <a:pt x="1215193" y="960274"/>
                  </a:lnTo>
                  <a:lnTo>
                    <a:pt x="1214121" y="961322"/>
                  </a:lnTo>
                  <a:lnTo>
                    <a:pt x="1213049" y="962370"/>
                  </a:lnTo>
                  <a:lnTo>
                    <a:pt x="1211978" y="963418"/>
                  </a:lnTo>
                  <a:lnTo>
                    <a:pt x="1210906" y="964466"/>
                  </a:lnTo>
                  <a:lnTo>
                    <a:pt x="1209835" y="965513"/>
                  </a:lnTo>
                  <a:lnTo>
                    <a:pt x="1208763" y="966561"/>
                  </a:lnTo>
                  <a:lnTo>
                    <a:pt x="1207691" y="967608"/>
                  </a:lnTo>
                  <a:lnTo>
                    <a:pt x="1206620" y="968656"/>
                  </a:lnTo>
                  <a:lnTo>
                    <a:pt x="1205548" y="969703"/>
                  </a:lnTo>
                  <a:lnTo>
                    <a:pt x="1204477" y="970750"/>
                  </a:lnTo>
                  <a:lnTo>
                    <a:pt x="1203405" y="971796"/>
                  </a:lnTo>
                  <a:lnTo>
                    <a:pt x="1202333" y="972843"/>
                  </a:lnTo>
                  <a:lnTo>
                    <a:pt x="1201262" y="973890"/>
                  </a:lnTo>
                  <a:lnTo>
                    <a:pt x="1200190" y="974936"/>
                  </a:lnTo>
                  <a:lnTo>
                    <a:pt x="1199119" y="975982"/>
                  </a:lnTo>
                  <a:lnTo>
                    <a:pt x="1198047" y="977028"/>
                  </a:lnTo>
                  <a:lnTo>
                    <a:pt x="1196975" y="978074"/>
                  </a:lnTo>
                  <a:lnTo>
                    <a:pt x="1195904" y="979120"/>
                  </a:lnTo>
                  <a:lnTo>
                    <a:pt x="1194832" y="980165"/>
                  </a:lnTo>
                  <a:lnTo>
                    <a:pt x="1193761" y="981211"/>
                  </a:lnTo>
                  <a:lnTo>
                    <a:pt x="1192689" y="982256"/>
                  </a:lnTo>
                  <a:lnTo>
                    <a:pt x="1191617" y="983300"/>
                  </a:lnTo>
                  <a:lnTo>
                    <a:pt x="1190546" y="984345"/>
                  </a:lnTo>
                  <a:lnTo>
                    <a:pt x="1189474" y="985389"/>
                  </a:lnTo>
                  <a:lnTo>
                    <a:pt x="1188403" y="986434"/>
                  </a:lnTo>
                  <a:lnTo>
                    <a:pt x="1187331" y="987478"/>
                  </a:lnTo>
                  <a:lnTo>
                    <a:pt x="1186259" y="988521"/>
                  </a:lnTo>
                  <a:lnTo>
                    <a:pt x="1185188" y="989565"/>
                  </a:lnTo>
                  <a:lnTo>
                    <a:pt x="1184116" y="990608"/>
                  </a:lnTo>
                  <a:lnTo>
                    <a:pt x="1183045" y="991651"/>
                  </a:lnTo>
                  <a:lnTo>
                    <a:pt x="1181973" y="992694"/>
                  </a:lnTo>
                  <a:lnTo>
                    <a:pt x="1180901" y="993736"/>
                  </a:lnTo>
                  <a:lnTo>
                    <a:pt x="1179830" y="994778"/>
                  </a:lnTo>
                  <a:lnTo>
                    <a:pt x="1178758" y="995820"/>
                  </a:lnTo>
                  <a:lnTo>
                    <a:pt x="1177687" y="996862"/>
                  </a:lnTo>
                  <a:lnTo>
                    <a:pt x="1176615" y="997903"/>
                  </a:lnTo>
                  <a:lnTo>
                    <a:pt x="1175543" y="998944"/>
                  </a:lnTo>
                  <a:lnTo>
                    <a:pt x="1174472" y="999985"/>
                  </a:lnTo>
                  <a:lnTo>
                    <a:pt x="1173400" y="1001025"/>
                  </a:lnTo>
                  <a:lnTo>
                    <a:pt x="1172329" y="1002065"/>
                  </a:lnTo>
                  <a:lnTo>
                    <a:pt x="1171257" y="1003105"/>
                  </a:lnTo>
                  <a:lnTo>
                    <a:pt x="1170185" y="1004145"/>
                  </a:lnTo>
                  <a:lnTo>
                    <a:pt x="1169114" y="1005184"/>
                  </a:lnTo>
                  <a:lnTo>
                    <a:pt x="1168042" y="1006223"/>
                  </a:lnTo>
                  <a:lnTo>
                    <a:pt x="1166971" y="1007261"/>
                  </a:lnTo>
                  <a:lnTo>
                    <a:pt x="1165899" y="1008299"/>
                  </a:lnTo>
                  <a:lnTo>
                    <a:pt x="1164827" y="1009337"/>
                  </a:lnTo>
                  <a:lnTo>
                    <a:pt x="1163756" y="1010375"/>
                  </a:lnTo>
                  <a:lnTo>
                    <a:pt x="1162684" y="1011412"/>
                  </a:lnTo>
                  <a:lnTo>
                    <a:pt x="1161613" y="1012449"/>
                  </a:lnTo>
                  <a:lnTo>
                    <a:pt x="1160541" y="1013485"/>
                  </a:lnTo>
                  <a:lnTo>
                    <a:pt x="1159469" y="1014521"/>
                  </a:lnTo>
                  <a:lnTo>
                    <a:pt x="1158398" y="1015557"/>
                  </a:lnTo>
                  <a:lnTo>
                    <a:pt x="1157326" y="1016593"/>
                  </a:lnTo>
                  <a:lnTo>
                    <a:pt x="1156255" y="1017628"/>
                  </a:lnTo>
                  <a:lnTo>
                    <a:pt x="1155183" y="1018662"/>
                  </a:lnTo>
                  <a:lnTo>
                    <a:pt x="1154111" y="1019696"/>
                  </a:lnTo>
                  <a:lnTo>
                    <a:pt x="1153040" y="1020730"/>
                  </a:lnTo>
                  <a:lnTo>
                    <a:pt x="1151968" y="1021764"/>
                  </a:lnTo>
                  <a:lnTo>
                    <a:pt x="1150897" y="1022797"/>
                  </a:lnTo>
                  <a:lnTo>
                    <a:pt x="1149825" y="1023830"/>
                  </a:lnTo>
                  <a:lnTo>
                    <a:pt x="1148753" y="1024862"/>
                  </a:lnTo>
                  <a:lnTo>
                    <a:pt x="1147682" y="1025894"/>
                  </a:lnTo>
                  <a:lnTo>
                    <a:pt x="1146610" y="1026925"/>
                  </a:lnTo>
                  <a:lnTo>
                    <a:pt x="1145539" y="1027956"/>
                  </a:lnTo>
                  <a:lnTo>
                    <a:pt x="1144467" y="1028987"/>
                  </a:lnTo>
                  <a:lnTo>
                    <a:pt x="1143395" y="1030017"/>
                  </a:lnTo>
                  <a:lnTo>
                    <a:pt x="1142324" y="1031047"/>
                  </a:lnTo>
                  <a:lnTo>
                    <a:pt x="1141252" y="1032076"/>
                  </a:lnTo>
                  <a:lnTo>
                    <a:pt x="1140181" y="1033105"/>
                  </a:lnTo>
                  <a:lnTo>
                    <a:pt x="1139109" y="1034134"/>
                  </a:lnTo>
                  <a:lnTo>
                    <a:pt x="1138037" y="1035162"/>
                  </a:lnTo>
                  <a:lnTo>
                    <a:pt x="1136966" y="1036189"/>
                  </a:lnTo>
                  <a:lnTo>
                    <a:pt x="1135894" y="1037216"/>
                  </a:lnTo>
                  <a:lnTo>
                    <a:pt x="1134823" y="1038243"/>
                  </a:lnTo>
                  <a:lnTo>
                    <a:pt x="1133751" y="1039269"/>
                  </a:lnTo>
                  <a:lnTo>
                    <a:pt x="1132679" y="1040295"/>
                  </a:lnTo>
                  <a:lnTo>
                    <a:pt x="1131608" y="1041321"/>
                  </a:lnTo>
                  <a:lnTo>
                    <a:pt x="1130536" y="1042345"/>
                  </a:lnTo>
                  <a:lnTo>
                    <a:pt x="1129465" y="1043370"/>
                  </a:lnTo>
                  <a:lnTo>
                    <a:pt x="1128393" y="1044394"/>
                  </a:lnTo>
                  <a:lnTo>
                    <a:pt x="1127321" y="1045417"/>
                  </a:lnTo>
                  <a:lnTo>
                    <a:pt x="1126250" y="1046440"/>
                  </a:lnTo>
                  <a:lnTo>
                    <a:pt x="1125178" y="1047463"/>
                  </a:lnTo>
                  <a:lnTo>
                    <a:pt x="1124107" y="1048485"/>
                  </a:lnTo>
                  <a:lnTo>
                    <a:pt x="1123035" y="1049506"/>
                  </a:lnTo>
                  <a:lnTo>
                    <a:pt x="1121963" y="1050527"/>
                  </a:lnTo>
                  <a:lnTo>
                    <a:pt x="1120892" y="1051548"/>
                  </a:lnTo>
                  <a:lnTo>
                    <a:pt x="1119820" y="1052568"/>
                  </a:lnTo>
                  <a:lnTo>
                    <a:pt x="1118749" y="1053587"/>
                  </a:lnTo>
                  <a:lnTo>
                    <a:pt x="1117677" y="1054606"/>
                  </a:lnTo>
                  <a:lnTo>
                    <a:pt x="1116605" y="1055625"/>
                  </a:lnTo>
                  <a:lnTo>
                    <a:pt x="1115534" y="1056643"/>
                  </a:lnTo>
                  <a:lnTo>
                    <a:pt x="1114462" y="1057660"/>
                  </a:lnTo>
                  <a:lnTo>
                    <a:pt x="1113391" y="1058677"/>
                  </a:lnTo>
                  <a:lnTo>
                    <a:pt x="1112319" y="1059694"/>
                  </a:lnTo>
                  <a:lnTo>
                    <a:pt x="1111247" y="1060710"/>
                  </a:lnTo>
                  <a:lnTo>
                    <a:pt x="1110176" y="1061725"/>
                  </a:lnTo>
                  <a:lnTo>
                    <a:pt x="1109104" y="1062740"/>
                  </a:lnTo>
                  <a:lnTo>
                    <a:pt x="1108033" y="1063755"/>
                  </a:lnTo>
                  <a:lnTo>
                    <a:pt x="1106961" y="1064768"/>
                  </a:lnTo>
                  <a:lnTo>
                    <a:pt x="1105889" y="1065782"/>
                  </a:lnTo>
                  <a:lnTo>
                    <a:pt x="1104818" y="1066795"/>
                  </a:lnTo>
                  <a:lnTo>
                    <a:pt x="1103746" y="1067807"/>
                  </a:lnTo>
                  <a:lnTo>
                    <a:pt x="1102675" y="1068819"/>
                  </a:lnTo>
                  <a:lnTo>
                    <a:pt x="1101603" y="1069830"/>
                  </a:lnTo>
                  <a:lnTo>
                    <a:pt x="1100531" y="1070840"/>
                  </a:lnTo>
                  <a:lnTo>
                    <a:pt x="1099460" y="1071851"/>
                  </a:lnTo>
                  <a:lnTo>
                    <a:pt x="1098388" y="1072860"/>
                  </a:lnTo>
                  <a:lnTo>
                    <a:pt x="1097317" y="1073869"/>
                  </a:lnTo>
                  <a:lnTo>
                    <a:pt x="1096245" y="1074878"/>
                  </a:lnTo>
                  <a:lnTo>
                    <a:pt x="1095173" y="1075885"/>
                  </a:lnTo>
                  <a:lnTo>
                    <a:pt x="1094102" y="1076893"/>
                  </a:lnTo>
                  <a:lnTo>
                    <a:pt x="1093030" y="1077900"/>
                  </a:lnTo>
                  <a:lnTo>
                    <a:pt x="1091959" y="1078906"/>
                  </a:lnTo>
                  <a:lnTo>
                    <a:pt x="1090887" y="1079912"/>
                  </a:lnTo>
                  <a:lnTo>
                    <a:pt x="1089815" y="1080917"/>
                  </a:lnTo>
                  <a:lnTo>
                    <a:pt x="1088744" y="1081921"/>
                  </a:lnTo>
                  <a:lnTo>
                    <a:pt x="1087672" y="1082925"/>
                  </a:lnTo>
                  <a:lnTo>
                    <a:pt x="1086601" y="1083929"/>
                  </a:lnTo>
                  <a:lnTo>
                    <a:pt x="1085529" y="1084932"/>
                  </a:lnTo>
                  <a:lnTo>
                    <a:pt x="1084457" y="1085934"/>
                  </a:lnTo>
                  <a:lnTo>
                    <a:pt x="1083386" y="1086936"/>
                  </a:lnTo>
                  <a:lnTo>
                    <a:pt x="1082314" y="1087937"/>
                  </a:lnTo>
                  <a:lnTo>
                    <a:pt x="1081243" y="1088938"/>
                  </a:lnTo>
                  <a:lnTo>
                    <a:pt x="1080171" y="1089938"/>
                  </a:lnTo>
                  <a:lnTo>
                    <a:pt x="1079099" y="1090937"/>
                  </a:lnTo>
                  <a:lnTo>
                    <a:pt x="1078028" y="1091936"/>
                  </a:lnTo>
                  <a:lnTo>
                    <a:pt x="1076956" y="1092935"/>
                  </a:lnTo>
                  <a:lnTo>
                    <a:pt x="1075885" y="1093932"/>
                  </a:lnTo>
                  <a:lnTo>
                    <a:pt x="1074813" y="1094930"/>
                  </a:lnTo>
                  <a:lnTo>
                    <a:pt x="1073741" y="1095926"/>
                  </a:lnTo>
                  <a:lnTo>
                    <a:pt x="1072670" y="1096922"/>
                  </a:lnTo>
                  <a:lnTo>
                    <a:pt x="1071598" y="1097918"/>
                  </a:lnTo>
                  <a:lnTo>
                    <a:pt x="1070527" y="1098913"/>
                  </a:lnTo>
                  <a:lnTo>
                    <a:pt x="1069455" y="1099908"/>
                  </a:lnTo>
                  <a:lnTo>
                    <a:pt x="1068383" y="1100902"/>
                  </a:lnTo>
                  <a:lnTo>
                    <a:pt x="1067312" y="1101895"/>
                  </a:lnTo>
                  <a:lnTo>
                    <a:pt x="1066240" y="1102888"/>
                  </a:lnTo>
                  <a:lnTo>
                    <a:pt x="1065169" y="1103880"/>
                  </a:lnTo>
                  <a:lnTo>
                    <a:pt x="1064097" y="1104872"/>
                  </a:lnTo>
                  <a:lnTo>
                    <a:pt x="1063026" y="1105864"/>
                  </a:lnTo>
                  <a:lnTo>
                    <a:pt x="1061954" y="1106855"/>
                  </a:lnTo>
                  <a:lnTo>
                    <a:pt x="1060882" y="1107845"/>
                  </a:lnTo>
                  <a:lnTo>
                    <a:pt x="1059811" y="1108835"/>
                  </a:lnTo>
                  <a:lnTo>
                    <a:pt x="1058739" y="1109824"/>
                  </a:lnTo>
                  <a:lnTo>
                    <a:pt x="1057668" y="1110813"/>
                  </a:lnTo>
                  <a:lnTo>
                    <a:pt x="1056596" y="1111802"/>
                  </a:lnTo>
                  <a:lnTo>
                    <a:pt x="1055524" y="1112790"/>
                  </a:lnTo>
                  <a:lnTo>
                    <a:pt x="1054453" y="1113778"/>
                  </a:lnTo>
                  <a:lnTo>
                    <a:pt x="1053381" y="1114765"/>
                  </a:lnTo>
                  <a:lnTo>
                    <a:pt x="1052310" y="1115751"/>
                  </a:lnTo>
                  <a:lnTo>
                    <a:pt x="1051238" y="1116738"/>
                  </a:lnTo>
                  <a:lnTo>
                    <a:pt x="1050166" y="1117724"/>
                  </a:lnTo>
                  <a:lnTo>
                    <a:pt x="1049095" y="1118709"/>
                  </a:lnTo>
                  <a:lnTo>
                    <a:pt x="1048023" y="1119694"/>
                  </a:lnTo>
                  <a:lnTo>
                    <a:pt x="1046952" y="1120678"/>
                  </a:lnTo>
                  <a:lnTo>
                    <a:pt x="1045880" y="1121663"/>
                  </a:lnTo>
                  <a:lnTo>
                    <a:pt x="1044808" y="1122646"/>
                  </a:lnTo>
                  <a:lnTo>
                    <a:pt x="1043737" y="1123630"/>
                  </a:lnTo>
                  <a:lnTo>
                    <a:pt x="1042665" y="1124613"/>
                  </a:lnTo>
                  <a:lnTo>
                    <a:pt x="1041594" y="1125595"/>
                  </a:lnTo>
                  <a:lnTo>
                    <a:pt x="1040522" y="1126577"/>
                  </a:lnTo>
                  <a:lnTo>
                    <a:pt x="1039450" y="1127559"/>
                  </a:lnTo>
                  <a:lnTo>
                    <a:pt x="1038379" y="1128540"/>
                  </a:lnTo>
                  <a:lnTo>
                    <a:pt x="1037307" y="1129521"/>
                  </a:lnTo>
                  <a:lnTo>
                    <a:pt x="1036236" y="1130502"/>
                  </a:lnTo>
                  <a:lnTo>
                    <a:pt x="1035164" y="1131482"/>
                  </a:lnTo>
                  <a:lnTo>
                    <a:pt x="1034092" y="1132462"/>
                  </a:lnTo>
                  <a:lnTo>
                    <a:pt x="1033021" y="1133442"/>
                  </a:lnTo>
                  <a:lnTo>
                    <a:pt x="1031949" y="1134421"/>
                  </a:lnTo>
                  <a:lnTo>
                    <a:pt x="1030878" y="1135400"/>
                  </a:lnTo>
                  <a:lnTo>
                    <a:pt x="1029806" y="1136379"/>
                  </a:lnTo>
                  <a:lnTo>
                    <a:pt x="1028734" y="1137357"/>
                  </a:lnTo>
                  <a:lnTo>
                    <a:pt x="1027663" y="1138335"/>
                  </a:lnTo>
                  <a:lnTo>
                    <a:pt x="1026591" y="1139313"/>
                  </a:lnTo>
                  <a:lnTo>
                    <a:pt x="1025520" y="1140290"/>
                  </a:lnTo>
                  <a:lnTo>
                    <a:pt x="1024448" y="1141267"/>
                  </a:lnTo>
                  <a:lnTo>
                    <a:pt x="1023376" y="1142244"/>
                  </a:lnTo>
                  <a:lnTo>
                    <a:pt x="1022305" y="1143221"/>
                  </a:lnTo>
                  <a:lnTo>
                    <a:pt x="1021233" y="1144197"/>
                  </a:lnTo>
                  <a:lnTo>
                    <a:pt x="1020162" y="1145173"/>
                  </a:lnTo>
                  <a:lnTo>
                    <a:pt x="1019090" y="1146149"/>
                  </a:lnTo>
                  <a:lnTo>
                    <a:pt x="1018018" y="1147124"/>
                  </a:lnTo>
                  <a:lnTo>
                    <a:pt x="1016947" y="1148099"/>
                  </a:lnTo>
                  <a:lnTo>
                    <a:pt x="1015875" y="1149074"/>
                  </a:lnTo>
                  <a:lnTo>
                    <a:pt x="1014804" y="1150049"/>
                  </a:lnTo>
                  <a:lnTo>
                    <a:pt x="1013732" y="1151023"/>
                  </a:lnTo>
                  <a:lnTo>
                    <a:pt x="1012660" y="1151997"/>
                  </a:lnTo>
                  <a:lnTo>
                    <a:pt x="1011589" y="1152971"/>
                  </a:lnTo>
                  <a:lnTo>
                    <a:pt x="1010517" y="1153945"/>
                  </a:lnTo>
                  <a:lnTo>
                    <a:pt x="1009446" y="1154919"/>
                  </a:lnTo>
                  <a:lnTo>
                    <a:pt x="1008374" y="1155892"/>
                  </a:lnTo>
                  <a:lnTo>
                    <a:pt x="1007302" y="1156865"/>
                  </a:lnTo>
                  <a:lnTo>
                    <a:pt x="1006231" y="1157838"/>
                  </a:lnTo>
                  <a:lnTo>
                    <a:pt x="1005159" y="1158811"/>
                  </a:lnTo>
                  <a:lnTo>
                    <a:pt x="1004088" y="1159783"/>
                  </a:lnTo>
                  <a:lnTo>
                    <a:pt x="1003016" y="1160756"/>
                  </a:lnTo>
                  <a:lnTo>
                    <a:pt x="1001944" y="1161728"/>
                  </a:lnTo>
                  <a:lnTo>
                    <a:pt x="1000873" y="1162700"/>
                  </a:lnTo>
                  <a:lnTo>
                    <a:pt x="999801" y="1163672"/>
                  </a:lnTo>
                  <a:lnTo>
                    <a:pt x="998730" y="1164643"/>
                  </a:lnTo>
                  <a:lnTo>
                    <a:pt x="997658" y="1165615"/>
                  </a:lnTo>
                  <a:lnTo>
                    <a:pt x="996586" y="1166586"/>
                  </a:lnTo>
                  <a:lnTo>
                    <a:pt x="995515" y="1167557"/>
                  </a:lnTo>
                  <a:lnTo>
                    <a:pt x="994443" y="1168529"/>
                  </a:lnTo>
                  <a:lnTo>
                    <a:pt x="993372" y="1169500"/>
                  </a:lnTo>
                  <a:lnTo>
                    <a:pt x="992300" y="1170470"/>
                  </a:lnTo>
                  <a:lnTo>
                    <a:pt x="991228" y="1171441"/>
                  </a:lnTo>
                  <a:lnTo>
                    <a:pt x="990157" y="1172412"/>
                  </a:lnTo>
                  <a:lnTo>
                    <a:pt x="989085" y="1173382"/>
                  </a:lnTo>
                  <a:lnTo>
                    <a:pt x="988014" y="1174353"/>
                  </a:lnTo>
                  <a:lnTo>
                    <a:pt x="986942" y="1175323"/>
                  </a:lnTo>
                  <a:lnTo>
                    <a:pt x="985870" y="1176294"/>
                  </a:lnTo>
                  <a:lnTo>
                    <a:pt x="984799" y="1177264"/>
                  </a:lnTo>
                  <a:lnTo>
                    <a:pt x="983727" y="1178234"/>
                  </a:lnTo>
                  <a:lnTo>
                    <a:pt x="982656" y="1179204"/>
                  </a:lnTo>
                  <a:lnTo>
                    <a:pt x="981584" y="1180174"/>
                  </a:lnTo>
                  <a:lnTo>
                    <a:pt x="980512" y="1181144"/>
                  </a:lnTo>
                  <a:lnTo>
                    <a:pt x="979441" y="1182114"/>
                  </a:lnTo>
                  <a:lnTo>
                    <a:pt x="978369" y="1183084"/>
                  </a:lnTo>
                  <a:lnTo>
                    <a:pt x="977298" y="1184054"/>
                  </a:lnTo>
                  <a:lnTo>
                    <a:pt x="976226" y="1185023"/>
                  </a:lnTo>
                  <a:lnTo>
                    <a:pt x="975154" y="1185993"/>
                  </a:lnTo>
                  <a:lnTo>
                    <a:pt x="974083" y="1186963"/>
                  </a:lnTo>
                  <a:lnTo>
                    <a:pt x="973011" y="1187933"/>
                  </a:lnTo>
                  <a:lnTo>
                    <a:pt x="971940" y="1188902"/>
                  </a:lnTo>
                  <a:lnTo>
                    <a:pt x="970868" y="1189872"/>
                  </a:lnTo>
                  <a:lnTo>
                    <a:pt x="969796" y="1190842"/>
                  </a:lnTo>
                  <a:lnTo>
                    <a:pt x="968725" y="1191812"/>
                  </a:lnTo>
                  <a:lnTo>
                    <a:pt x="967653" y="1192782"/>
                  </a:lnTo>
                  <a:lnTo>
                    <a:pt x="966582" y="1193751"/>
                  </a:lnTo>
                  <a:lnTo>
                    <a:pt x="965510" y="1194721"/>
                  </a:lnTo>
                  <a:lnTo>
                    <a:pt x="964438" y="1195691"/>
                  </a:lnTo>
                  <a:lnTo>
                    <a:pt x="963367" y="1196661"/>
                  </a:lnTo>
                  <a:lnTo>
                    <a:pt x="962295" y="1197631"/>
                  </a:lnTo>
                  <a:lnTo>
                    <a:pt x="961224" y="1198601"/>
                  </a:lnTo>
                  <a:lnTo>
                    <a:pt x="960152" y="1199571"/>
                  </a:lnTo>
                  <a:lnTo>
                    <a:pt x="959080" y="1200541"/>
                  </a:lnTo>
                  <a:lnTo>
                    <a:pt x="958009" y="1201512"/>
                  </a:lnTo>
                  <a:lnTo>
                    <a:pt x="956937" y="1202482"/>
                  </a:lnTo>
                  <a:lnTo>
                    <a:pt x="955866" y="1203452"/>
                  </a:lnTo>
                  <a:lnTo>
                    <a:pt x="954794" y="1204423"/>
                  </a:lnTo>
                  <a:lnTo>
                    <a:pt x="953722" y="1205393"/>
                  </a:lnTo>
                  <a:lnTo>
                    <a:pt x="952651" y="1206364"/>
                  </a:lnTo>
                  <a:lnTo>
                    <a:pt x="951579" y="1207335"/>
                  </a:lnTo>
                  <a:lnTo>
                    <a:pt x="950508" y="1208306"/>
                  </a:lnTo>
                  <a:lnTo>
                    <a:pt x="949436" y="1209277"/>
                  </a:lnTo>
                  <a:lnTo>
                    <a:pt x="948364" y="1210248"/>
                  </a:lnTo>
                  <a:lnTo>
                    <a:pt x="947293" y="1211220"/>
                  </a:lnTo>
                  <a:lnTo>
                    <a:pt x="946221" y="1212191"/>
                  </a:lnTo>
                  <a:lnTo>
                    <a:pt x="945150" y="1213163"/>
                  </a:lnTo>
                  <a:lnTo>
                    <a:pt x="944078" y="1214134"/>
                  </a:lnTo>
                  <a:lnTo>
                    <a:pt x="943006" y="1215106"/>
                  </a:lnTo>
                  <a:lnTo>
                    <a:pt x="941935" y="1216079"/>
                  </a:lnTo>
                  <a:lnTo>
                    <a:pt x="940863" y="1217051"/>
                  </a:lnTo>
                  <a:lnTo>
                    <a:pt x="939792" y="1218023"/>
                  </a:lnTo>
                  <a:lnTo>
                    <a:pt x="938720" y="1218996"/>
                  </a:lnTo>
                  <a:lnTo>
                    <a:pt x="937648" y="1219969"/>
                  </a:lnTo>
                  <a:lnTo>
                    <a:pt x="936577" y="1220942"/>
                  </a:lnTo>
                  <a:lnTo>
                    <a:pt x="935505" y="1221915"/>
                  </a:lnTo>
                  <a:lnTo>
                    <a:pt x="934434" y="1222889"/>
                  </a:lnTo>
                  <a:lnTo>
                    <a:pt x="933362" y="1223862"/>
                  </a:lnTo>
                  <a:lnTo>
                    <a:pt x="932290" y="1224836"/>
                  </a:lnTo>
                  <a:lnTo>
                    <a:pt x="931219" y="1225810"/>
                  </a:lnTo>
                  <a:lnTo>
                    <a:pt x="930147" y="1226785"/>
                  </a:lnTo>
                  <a:lnTo>
                    <a:pt x="929076" y="1227759"/>
                  </a:lnTo>
                  <a:lnTo>
                    <a:pt x="928004" y="1228734"/>
                  </a:lnTo>
                  <a:lnTo>
                    <a:pt x="926932" y="1229709"/>
                  </a:lnTo>
                  <a:lnTo>
                    <a:pt x="925861" y="1230685"/>
                  </a:lnTo>
                  <a:lnTo>
                    <a:pt x="924789" y="1231660"/>
                  </a:lnTo>
                  <a:lnTo>
                    <a:pt x="923718" y="1232636"/>
                  </a:lnTo>
                  <a:lnTo>
                    <a:pt x="922646" y="1233612"/>
                  </a:lnTo>
                  <a:lnTo>
                    <a:pt x="921574" y="1234589"/>
                  </a:lnTo>
                  <a:lnTo>
                    <a:pt x="920503" y="1235566"/>
                  </a:lnTo>
                  <a:lnTo>
                    <a:pt x="919431" y="1236543"/>
                  </a:lnTo>
                  <a:lnTo>
                    <a:pt x="918360" y="1237520"/>
                  </a:lnTo>
                  <a:lnTo>
                    <a:pt x="917288" y="1238498"/>
                  </a:lnTo>
                  <a:lnTo>
                    <a:pt x="916216" y="1239476"/>
                  </a:lnTo>
                  <a:lnTo>
                    <a:pt x="915145" y="1240454"/>
                  </a:lnTo>
                  <a:lnTo>
                    <a:pt x="914073" y="1241433"/>
                  </a:lnTo>
                  <a:lnTo>
                    <a:pt x="913002" y="1242412"/>
                  </a:lnTo>
                  <a:lnTo>
                    <a:pt x="911930" y="1243391"/>
                  </a:lnTo>
                  <a:lnTo>
                    <a:pt x="910858" y="1244371"/>
                  </a:lnTo>
                  <a:lnTo>
                    <a:pt x="909787" y="1245351"/>
                  </a:lnTo>
                  <a:lnTo>
                    <a:pt x="908715" y="1246331"/>
                  </a:lnTo>
                  <a:lnTo>
                    <a:pt x="907644" y="1247312"/>
                  </a:lnTo>
                  <a:lnTo>
                    <a:pt x="906572" y="1248293"/>
                  </a:lnTo>
                  <a:lnTo>
                    <a:pt x="905500" y="1249275"/>
                  </a:lnTo>
                  <a:lnTo>
                    <a:pt x="904429" y="1250257"/>
                  </a:lnTo>
                  <a:lnTo>
                    <a:pt x="903357" y="1251239"/>
                  </a:lnTo>
                  <a:lnTo>
                    <a:pt x="902286" y="1252222"/>
                  </a:lnTo>
                  <a:lnTo>
                    <a:pt x="901214" y="1253205"/>
                  </a:lnTo>
                  <a:lnTo>
                    <a:pt x="900142" y="1254188"/>
                  </a:lnTo>
                  <a:lnTo>
                    <a:pt x="899071" y="1255172"/>
                  </a:lnTo>
                  <a:lnTo>
                    <a:pt x="897999" y="1256156"/>
                  </a:lnTo>
                  <a:lnTo>
                    <a:pt x="896928" y="1257141"/>
                  </a:lnTo>
                  <a:lnTo>
                    <a:pt x="895856" y="1258126"/>
                  </a:lnTo>
                  <a:lnTo>
                    <a:pt x="894784" y="1259112"/>
                  </a:lnTo>
                  <a:lnTo>
                    <a:pt x="893713" y="1260098"/>
                  </a:lnTo>
                  <a:lnTo>
                    <a:pt x="892641" y="1261084"/>
                  </a:lnTo>
                  <a:lnTo>
                    <a:pt x="891570" y="1262071"/>
                  </a:lnTo>
                  <a:lnTo>
                    <a:pt x="890498" y="1263059"/>
                  </a:lnTo>
                  <a:lnTo>
                    <a:pt x="889426" y="1264047"/>
                  </a:lnTo>
                  <a:lnTo>
                    <a:pt x="888355" y="1265035"/>
                  </a:lnTo>
                  <a:lnTo>
                    <a:pt x="887283" y="1266024"/>
                  </a:lnTo>
                  <a:lnTo>
                    <a:pt x="886212" y="1267013"/>
                  </a:lnTo>
                  <a:lnTo>
                    <a:pt x="885140" y="1268003"/>
                  </a:lnTo>
                  <a:lnTo>
                    <a:pt x="884069" y="1268993"/>
                  </a:lnTo>
                  <a:lnTo>
                    <a:pt x="882997" y="1269984"/>
                  </a:lnTo>
                  <a:lnTo>
                    <a:pt x="881925" y="1270976"/>
                  </a:lnTo>
                  <a:lnTo>
                    <a:pt x="880854" y="1271968"/>
                  </a:lnTo>
                  <a:lnTo>
                    <a:pt x="879782" y="1272960"/>
                  </a:lnTo>
                  <a:lnTo>
                    <a:pt x="878711" y="1273953"/>
                  </a:lnTo>
                  <a:lnTo>
                    <a:pt x="877639" y="1274946"/>
                  </a:lnTo>
                  <a:lnTo>
                    <a:pt x="876567" y="1275940"/>
                  </a:lnTo>
                  <a:lnTo>
                    <a:pt x="875496" y="1276935"/>
                  </a:lnTo>
                  <a:lnTo>
                    <a:pt x="874424" y="1277930"/>
                  </a:lnTo>
                  <a:lnTo>
                    <a:pt x="873353" y="1278926"/>
                  </a:lnTo>
                  <a:lnTo>
                    <a:pt x="872281" y="1279922"/>
                  </a:lnTo>
                  <a:lnTo>
                    <a:pt x="871209" y="1280918"/>
                  </a:lnTo>
                  <a:lnTo>
                    <a:pt x="870138" y="1281916"/>
                  </a:lnTo>
                  <a:lnTo>
                    <a:pt x="869066" y="1282914"/>
                  </a:lnTo>
                  <a:lnTo>
                    <a:pt x="867995" y="1283912"/>
                  </a:lnTo>
                  <a:lnTo>
                    <a:pt x="866923" y="1284911"/>
                  </a:lnTo>
                  <a:lnTo>
                    <a:pt x="865851" y="1285911"/>
                  </a:lnTo>
                  <a:lnTo>
                    <a:pt x="864780" y="1286911"/>
                  </a:lnTo>
                  <a:lnTo>
                    <a:pt x="863708" y="1287912"/>
                  </a:lnTo>
                  <a:lnTo>
                    <a:pt x="862637" y="1288914"/>
                  </a:lnTo>
                  <a:lnTo>
                    <a:pt x="861565" y="1289916"/>
                  </a:lnTo>
                  <a:lnTo>
                    <a:pt x="860493" y="1290919"/>
                  </a:lnTo>
                  <a:lnTo>
                    <a:pt x="859422" y="1291922"/>
                  </a:lnTo>
                  <a:lnTo>
                    <a:pt x="858350" y="1292926"/>
                  </a:lnTo>
                  <a:lnTo>
                    <a:pt x="857279" y="1293931"/>
                  </a:lnTo>
                  <a:lnTo>
                    <a:pt x="856207" y="1294936"/>
                  </a:lnTo>
                  <a:lnTo>
                    <a:pt x="855135" y="1295942"/>
                  </a:lnTo>
                  <a:lnTo>
                    <a:pt x="854064" y="1296949"/>
                  </a:lnTo>
                  <a:lnTo>
                    <a:pt x="852992" y="1297956"/>
                  </a:lnTo>
                  <a:lnTo>
                    <a:pt x="851921" y="1298964"/>
                  </a:lnTo>
                  <a:lnTo>
                    <a:pt x="850849" y="1299973"/>
                  </a:lnTo>
                  <a:lnTo>
                    <a:pt x="849777" y="1300982"/>
                  </a:lnTo>
                  <a:lnTo>
                    <a:pt x="848706" y="1301992"/>
                  </a:lnTo>
                  <a:lnTo>
                    <a:pt x="847634" y="1303003"/>
                  </a:lnTo>
                  <a:lnTo>
                    <a:pt x="846563" y="1304014"/>
                  </a:lnTo>
                  <a:lnTo>
                    <a:pt x="845491" y="1305026"/>
                  </a:lnTo>
                  <a:lnTo>
                    <a:pt x="844419" y="1306039"/>
                  </a:lnTo>
                  <a:lnTo>
                    <a:pt x="843348" y="1307053"/>
                  </a:lnTo>
                  <a:lnTo>
                    <a:pt x="842276" y="1308067"/>
                  </a:lnTo>
                  <a:lnTo>
                    <a:pt x="841205" y="1309082"/>
                  </a:lnTo>
                  <a:lnTo>
                    <a:pt x="840133" y="1310097"/>
                  </a:lnTo>
                  <a:lnTo>
                    <a:pt x="839061" y="1311114"/>
                  </a:lnTo>
                  <a:lnTo>
                    <a:pt x="837990" y="1312131"/>
                  </a:lnTo>
                  <a:lnTo>
                    <a:pt x="836918" y="1313149"/>
                  </a:lnTo>
                  <a:lnTo>
                    <a:pt x="835847" y="1314168"/>
                  </a:lnTo>
                  <a:lnTo>
                    <a:pt x="834775" y="1315187"/>
                  </a:lnTo>
                  <a:lnTo>
                    <a:pt x="833703" y="1316207"/>
                  </a:lnTo>
                  <a:lnTo>
                    <a:pt x="832632" y="1317228"/>
                  </a:lnTo>
                  <a:lnTo>
                    <a:pt x="831560" y="1318250"/>
                  </a:lnTo>
                  <a:lnTo>
                    <a:pt x="830489" y="1319272"/>
                  </a:lnTo>
                  <a:lnTo>
                    <a:pt x="829417" y="1320295"/>
                  </a:lnTo>
                  <a:lnTo>
                    <a:pt x="828345" y="1321319"/>
                  </a:lnTo>
                  <a:lnTo>
                    <a:pt x="827274" y="1322344"/>
                  </a:lnTo>
                  <a:lnTo>
                    <a:pt x="826202" y="1323370"/>
                  </a:lnTo>
                  <a:lnTo>
                    <a:pt x="825131" y="1324396"/>
                  </a:lnTo>
                  <a:lnTo>
                    <a:pt x="824059" y="1325424"/>
                  </a:lnTo>
                  <a:lnTo>
                    <a:pt x="822987" y="1326452"/>
                  </a:lnTo>
                  <a:lnTo>
                    <a:pt x="821916" y="1327480"/>
                  </a:lnTo>
                  <a:lnTo>
                    <a:pt x="820844" y="1328510"/>
                  </a:lnTo>
                  <a:lnTo>
                    <a:pt x="819773" y="1329540"/>
                  </a:lnTo>
                  <a:lnTo>
                    <a:pt x="818701" y="1330572"/>
                  </a:lnTo>
                  <a:lnTo>
                    <a:pt x="817629" y="1331604"/>
                  </a:lnTo>
                  <a:lnTo>
                    <a:pt x="816558" y="1332637"/>
                  </a:lnTo>
                  <a:lnTo>
                    <a:pt x="815486" y="1333671"/>
                  </a:lnTo>
                  <a:lnTo>
                    <a:pt x="814415" y="1334705"/>
                  </a:lnTo>
                  <a:lnTo>
                    <a:pt x="813343" y="1335741"/>
                  </a:lnTo>
                  <a:lnTo>
                    <a:pt x="812271" y="1336777"/>
                  </a:lnTo>
                  <a:lnTo>
                    <a:pt x="811200" y="1337814"/>
                  </a:lnTo>
                  <a:lnTo>
                    <a:pt x="810128" y="1338852"/>
                  </a:lnTo>
                  <a:lnTo>
                    <a:pt x="809057" y="1339891"/>
                  </a:lnTo>
                  <a:lnTo>
                    <a:pt x="807985" y="1340931"/>
                  </a:lnTo>
                  <a:lnTo>
                    <a:pt x="806913" y="1341971"/>
                  </a:lnTo>
                  <a:lnTo>
                    <a:pt x="805842" y="1343013"/>
                  </a:lnTo>
                  <a:lnTo>
                    <a:pt x="804770" y="1344055"/>
                  </a:lnTo>
                  <a:lnTo>
                    <a:pt x="803699" y="1345099"/>
                  </a:lnTo>
                  <a:lnTo>
                    <a:pt x="802627" y="1346143"/>
                  </a:lnTo>
                  <a:lnTo>
                    <a:pt x="801555" y="1347188"/>
                  </a:lnTo>
                  <a:lnTo>
                    <a:pt x="800484" y="1348234"/>
                  </a:lnTo>
                  <a:lnTo>
                    <a:pt x="799412" y="1349281"/>
                  </a:lnTo>
                  <a:lnTo>
                    <a:pt x="798341" y="1350328"/>
                  </a:lnTo>
                  <a:lnTo>
                    <a:pt x="797269" y="1351377"/>
                  </a:lnTo>
                  <a:lnTo>
                    <a:pt x="796197" y="1352427"/>
                  </a:lnTo>
                  <a:lnTo>
                    <a:pt x="795126" y="1353477"/>
                  </a:lnTo>
                  <a:lnTo>
                    <a:pt x="794054" y="1354528"/>
                  </a:lnTo>
                  <a:lnTo>
                    <a:pt x="792983" y="1355581"/>
                  </a:lnTo>
                  <a:lnTo>
                    <a:pt x="791911" y="1356634"/>
                  </a:lnTo>
                  <a:lnTo>
                    <a:pt x="790839" y="1357688"/>
                  </a:lnTo>
                  <a:lnTo>
                    <a:pt x="789768" y="1358743"/>
                  </a:lnTo>
                  <a:lnTo>
                    <a:pt x="788696" y="1359799"/>
                  </a:lnTo>
                  <a:lnTo>
                    <a:pt x="787625" y="1360856"/>
                  </a:lnTo>
                  <a:lnTo>
                    <a:pt x="786553" y="1361914"/>
                  </a:lnTo>
                  <a:lnTo>
                    <a:pt x="785481" y="1362973"/>
                  </a:lnTo>
                  <a:lnTo>
                    <a:pt x="784410" y="1364033"/>
                  </a:lnTo>
                  <a:lnTo>
                    <a:pt x="783338" y="1365094"/>
                  </a:lnTo>
                  <a:lnTo>
                    <a:pt x="782267" y="1366155"/>
                  </a:lnTo>
                  <a:lnTo>
                    <a:pt x="781195" y="1367218"/>
                  </a:lnTo>
                  <a:lnTo>
                    <a:pt x="780123" y="1368282"/>
                  </a:lnTo>
                  <a:lnTo>
                    <a:pt x="779052" y="1369346"/>
                  </a:lnTo>
                  <a:lnTo>
                    <a:pt x="777980" y="1370412"/>
                  </a:lnTo>
                  <a:lnTo>
                    <a:pt x="776909" y="1371479"/>
                  </a:lnTo>
                  <a:lnTo>
                    <a:pt x="775837" y="1372546"/>
                  </a:lnTo>
                  <a:lnTo>
                    <a:pt x="774765" y="1373615"/>
                  </a:lnTo>
                  <a:lnTo>
                    <a:pt x="773694" y="1374684"/>
                  </a:lnTo>
                  <a:lnTo>
                    <a:pt x="772622" y="1375754"/>
                  </a:lnTo>
                  <a:lnTo>
                    <a:pt x="771551" y="1376826"/>
                  </a:lnTo>
                  <a:lnTo>
                    <a:pt x="770479" y="1377898"/>
                  </a:lnTo>
                  <a:lnTo>
                    <a:pt x="769407" y="1378972"/>
                  </a:lnTo>
                  <a:lnTo>
                    <a:pt x="768336" y="1380046"/>
                  </a:lnTo>
                  <a:lnTo>
                    <a:pt x="767264" y="1381121"/>
                  </a:lnTo>
                  <a:lnTo>
                    <a:pt x="766193" y="1382198"/>
                  </a:lnTo>
                  <a:lnTo>
                    <a:pt x="765121" y="1383275"/>
                  </a:lnTo>
                  <a:lnTo>
                    <a:pt x="764049" y="1384354"/>
                  </a:lnTo>
                  <a:lnTo>
                    <a:pt x="762978" y="1385433"/>
                  </a:lnTo>
                  <a:lnTo>
                    <a:pt x="761906" y="1386513"/>
                  </a:lnTo>
                  <a:lnTo>
                    <a:pt x="760835" y="1387595"/>
                  </a:lnTo>
                  <a:lnTo>
                    <a:pt x="759763" y="1388677"/>
                  </a:lnTo>
                  <a:lnTo>
                    <a:pt x="758691" y="1389760"/>
                  </a:lnTo>
                  <a:lnTo>
                    <a:pt x="757620" y="1390845"/>
                  </a:lnTo>
                  <a:lnTo>
                    <a:pt x="756548" y="1391930"/>
                  </a:lnTo>
                  <a:lnTo>
                    <a:pt x="755477" y="1393017"/>
                  </a:lnTo>
                  <a:lnTo>
                    <a:pt x="754405" y="1394104"/>
                  </a:lnTo>
                  <a:lnTo>
                    <a:pt x="753333" y="1395192"/>
                  </a:lnTo>
                  <a:lnTo>
                    <a:pt x="752262" y="1396282"/>
                  </a:lnTo>
                  <a:lnTo>
                    <a:pt x="751190" y="1397372"/>
                  </a:lnTo>
                  <a:lnTo>
                    <a:pt x="750119" y="1398464"/>
                  </a:lnTo>
                  <a:lnTo>
                    <a:pt x="749047" y="1399556"/>
                  </a:lnTo>
                  <a:lnTo>
                    <a:pt x="747975" y="1400650"/>
                  </a:lnTo>
                  <a:lnTo>
                    <a:pt x="746904" y="1401745"/>
                  </a:lnTo>
                  <a:lnTo>
                    <a:pt x="745832" y="1402840"/>
                  </a:lnTo>
                  <a:lnTo>
                    <a:pt x="744761" y="1403937"/>
                  </a:lnTo>
                  <a:lnTo>
                    <a:pt x="743689" y="1405034"/>
                  </a:lnTo>
                  <a:lnTo>
                    <a:pt x="742617" y="1406133"/>
                  </a:lnTo>
                  <a:lnTo>
                    <a:pt x="741546" y="1407233"/>
                  </a:lnTo>
                  <a:lnTo>
                    <a:pt x="740474" y="1408333"/>
                  </a:lnTo>
                  <a:lnTo>
                    <a:pt x="739403" y="1409435"/>
                  </a:lnTo>
                  <a:lnTo>
                    <a:pt x="738331" y="1410538"/>
                  </a:lnTo>
                  <a:lnTo>
                    <a:pt x="737259" y="1411642"/>
                  </a:lnTo>
                  <a:lnTo>
                    <a:pt x="736188" y="1412747"/>
                  </a:lnTo>
                  <a:lnTo>
                    <a:pt x="735116" y="1413852"/>
                  </a:lnTo>
                  <a:lnTo>
                    <a:pt x="734045" y="1414959"/>
                  </a:lnTo>
                  <a:lnTo>
                    <a:pt x="732973" y="1416067"/>
                  </a:lnTo>
                  <a:lnTo>
                    <a:pt x="731901" y="1417176"/>
                  </a:lnTo>
                  <a:lnTo>
                    <a:pt x="730830" y="1418286"/>
                  </a:lnTo>
                  <a:lnTo>
                    <a:pt x="729758" y="1419397"/>
                  </a:lnTo>
                  <a:lnTo>
                    <a:pt x="728687" y="1420509"/>
                  </a:lnTo>
                  <a:lnTo>
                    <a:pt x="727615" y="1421622"/>
                  </a:lnTo>
                  <a:lnTo>
                    <a:pt x="726543" y="1422737"/>
                  </a:lnTo>
                  <a:lnTo>
                    <a:pt x="725472" y="1423852"/>
                  </a:lnTo>
                  <a:lnTo>
                    <a:pt x="724400" y="1424968"/>
                  </a:lnTo>
                  <a:lnTo>
                    <a:pt x="723329" y="1426085"/>
                  </a:lnTo>
                  <a:lnTo>
                    <a:pt x="722257" y="1427203"/>
                  </a:lnTo>
                  <a:lnTo>
                    <a:pt x="721185" y="1428323"/>
                  </a:lnTo>
                  <a:lnTo>
                    <a:pt x="720114" y="1429443"/>
                  </a:lnTo>
                  <a:lnTo>
                    <a:pt x="719042" y="1430564"/>
                  </a:lnTo>
                  <a:lnTo>
                    <a:pt x="717971" y="1431686"/>
                  </a:lnTo>
                  <a:lnTo>
                    <a:pt x="716899" y="1432810"/>
                  </a:lnTo>
                  <a:lnTo>
                    <a:pt x="715827" y="1433934"/>
                  </a:lnTo>
                  <a:lnTo>
                    <a:pt x="714756" y="1435060"/>
                  </a:lnTo>
                  <a:lnTo>
                    <a:pt x="713684" y="1436186"/>
                  </a:lnTo>
                  <a:lnTo>
                    <a:pt x="712613" y="1437313"/>
                  </a:lnTo>
                  <a:lnTo>
                    <a:pt x="711541" y="1438442"/>
                  </a:lnTo>
                  <a:lnTo>
                    <a:pt x="710469" y="1439571"/>
                  </a:lnTo>
                  <a:lnTo>
                    <a:pt x="709398" y="1440702"/>
                  </a:lnTo>
                  <a:lnTo>
                    <a:pt x="708326" y="1441833"/>
                  </a:lnTo>
                  <a:lnTo>
                    <a:pt x="707255" y="1442966"/>
                  </a:lnTo>
                  <a:lnTo>
                    <a:pt x="706183" y="1444100"/>
                  </a:lnTo>
                  <a:lnTo>
                    <a:pt x="705112" y="1445234"/>
                  </a:lnTo>
                  <a:lnTo>
                    <a:pt x="704040" y="1446370"/>
                  </a:lnTo>
                  <a:lnTo>
                    <a:pt x="702968" y="1447506"/>
                  </a:lnTo>
                  <a:lnTo>
                    <a:pt x="701897" y="1448644"/>
                  </a:lnTo>
                  <a:lnTo>
                    <a:pt x="700825" y="1449782"/>
                  </a:lnTo>
                  <a:lnTo>
                    <a:pt x="699754" y="1450922"/>
                  </a:lnTo>
                  <a:lnTo>
                    <a:pt x="698682" y="1452062"/>
                  </a:lnTo>
                  <a:lnTo>
                    <a:pt x="697610" y="1453204"/>
                  </a:lnTo>
                  <a:lnTo>
                    <a:pt x="696539" y="1454347"/>
                  </a:lnTo>
                  <a:lnTo>
                    <a:pt x="695467" y="1455490"/>
                  </a:lnTo>
                  <a:lnTo>
                    <a:pt x="694396" y="1456635"/>
                  </a:lnTo>
                  <a:lnTo>
                    <a:pt x="693324" y="1457780"/>
                  </a:lnTo>
                  <a:lnTo>
                    <a:pt x="692252" y="1458927"/>
                  </a:lnTo>
                  <a:lnTo>
                    <a:pt x="691181" y="1460074"/>
                  </a:lnTo>
                  <a:lnTo>
                    <a:pt x="690109" y="1461223"/>
                  </a:lnTo>
                  <a:lnTo>
                    <a:pt x="689038" y="1462372"/>
                  </a:lnTo>
                  <a:lnTo>
                    <a:pt x="687966" y="1463522"/>
                  </a:lnTo>
                  <a:lnTo>
                    <a:pt x="686894" y="1464674"/>
                  </a:lnTo>
                  <a:lnTo>
                    <a:pt x="685823" y="1465826"/>
                  </a:lnTo>
                  <a:lnTo>
                    <a:pt x="684751" y="1466979"/>
                  </a:lnTo>
                  <a:lnTo>
                    <a:pt x="683680" y="1468134"/>
                  </a:lnTo>
                  <a:lnTo>
                    <a:pt x="682608" y="1469289"/>
                  </a:lnTo>
                  <a:lnTo>
                    <a:pt x="681536" y="1470445"/>
                  </a:lnTo>
                  <a:lnTo>
                    <a:pt x="680465" y="1471602"/>
                  </a:lnTo>
                  <a:lnTo>
                    <a:pt x="679393" y="1472760"/>
                  </a:lnTo>
                  <a:lnTo>
                    <a:pt x="678322" y="1473919"/>
                  </a:lnTo>
                  <a:lnTo>
                    <a:pt x="677250" y="1475079"/>
                  </a:lnTo>
                  <a:lnTo>
                    <a:pt x="676178" y="1476240"/>
                  </a:lnTo>
                  <a:lnTo>
                    <a:pt x="675107" y="1477402"/>
                  </a:lnTo>
                  <a:lnTo>
                    <a:pt x="674035" y="1478565"/>
                  </a:lnTo>
                  <a:lnTo>
                    <a:pt x="672964" y="1479728"/>
                  </a:lnTo>
                  <a:lnTo>
                    <a:pt x="671892" y="1480893"/>
                  </a:lnTo>
                  <a:lnTo>
                    <a:pt x="670820" y="1482058"/>
                  </a:lnTo>
                  <a:lnTo>
                    <a:pt x="669749" y="1483225"/>
                  </a:lnTo>
                  <a:lnTo>
                    <a:pt x="668677" y="1484392"/>
                  </a:lnTo>
                  <a:lnTo>
                    <a:pt x="667606" y="1485560"/>
                  </a:lnTo>
                  <a:lnTo>
                    <a:pt x="666534" y="1486729"/>
                  </a:lnTo>
                  <a:lnTo>
                    <a:pt x="665462" y="1487899"/>
                  </a:lnTo>
                  <a:lnTo>
                    <a:pt x="664391" y="1489070"/>
                  </a:lnTo>
                  <a:lnTo>
                    <a:pt x="663319" y="1490242"/>
                  </a:lnTo>
                  <a:lnTo>
                    <a:pt x="662248" y="1491414"/>
                  </a:lnTo>
                  <a:lnTo>
                    <a:pt x="661176" y="1492588"/>
                  </a:lnTo>
                  <a:lnTo>
                    <a:pt x="660104" y="1493762"/>
                  </a:lnTo>
                  <a:lnTo>
                    <a:pt x="659033" y="1494937"/>
                  </a:lnTo>
                  <a:lnTo>
                    <a:pt x="657961" y="1496113"/>
                  </a:lnTo>
                  <a:lnTo>
                    <a:pt x="656890" y="1497290"/>
                  </a:lnTo>
                  <a:lnTo>
                    <a:pt x="655818" y="1498468"/>
                  </a:lnTo>
                  <a:lnTo>
                    <a:pt x="654746" y="1499647"/>
                  </a:lnTo>
                  <a:lnTo>
                    <a:pt x="653675" y="1500826"/>
                  </a:lnTo>
                  <a:lnTo>
                    <a:pt x="652603" y="1502006"/>
                  </a:lnTo>
                  <a:lnTo>
                    <a:pt x="651532" y="1503187"/>
                  </a:lnTo>
                  <a:lnTo>
                    <a:pt x="650460" y="1504369"/>
                  </a:lnTo>
                  <a:lnTo>
                    <a:pt x="649388" y="1505552"/>
                  </a:lnTo>
                  <a:lnTo>
                    <a:pt x="648317" y="1506735"/>
                  </a:lnTo>
                  <a:lnTo>
                    <a:pt x="647245" y="1507920"/>
                  </a:lnTo>
                  <a:lnTo>
                    <a:pt x="646174" y="1509105"/>
                  </a:lnTo>
                  <a:lnTo>
                    <a:pt x="645102" y="1510291"/>
                  </a:lnTo>
                  <a:lnTo>
                    <a:pt x="644030" y="1511477"/>
                  </a:lnTo>
                  <a:lnTo>
                    <a:pt x="642959" y="1512665"/>
                  </a:lnTo>
                  <a:lnTo>
                    <a:pt x="641887" y="1513853"/>
                  </a:lnTo>
                  <a:lnTo>
                    <a:pt x="640816" y="1515042"/>
                  </a:lnTo>
                  <a:lnTo>
                    <a:pt x="639744" y="1516232"/>
                  </a:lnTo>
                  <a:lnTo>
                    <a:pt x="638672" y="1517422"/>
                  </a:lnTo>
                  <a:lnTo>
                    <a:pt x="637601" y="1518613"/>
                  </a:lnTo>
                  <a:lnTo>
                    <a:pt x="636529" y="1519805"/>
                  </a:lnTo>
                  <a:lnTo>
                    <a:pt x="635458" y="1520998"/>
                  </a:lnTo>
                  <a:lnTo>
                    <a:pt x="634386" y="1522192"/>
                  </a:lnTo>
                  <a:lnTo>
                    <a:pt x="633314" y="1523386"/>
                  </a:lnTo>
                  <a:lnTo>
                    <a:pt x="632243" y="1524581"/>
                  </a:lnTo>
                  <a:lnTo>
                    <a:pt x="631171" y="1525776"/>
                  </a:lnTo>
                  <a:lnTo>
                    <a:pt x="630100" y="1526972"/>
                  </a:lnTo>
                  <a:lnTo>
                    <a:pt x="629028" y="1528169"/>
                  </a:lnTo>
                  <a:lnTo>
                    <a:pt x="627956" y="1529367"/>
                  </a:lnTo>
                  <a:lnTo>
                    <a:pt x="626885" y="1530565"/>
                  </a:lnTo>
                  <a:lnTo>
                    <a:pt x="625813" y="1531764"/>
                  </a:lnTo>
                  <a:lnTo>
                    <a:pt x="624742" y="1532964"/>
                  </a:lnTo>
                  <a:lnTo>
                    <a:pt x="623670" y="1534164"/>
                  </a:lnTo>
                  <a:lnTo>
                    <a:pt x="622598" y="1535365"/>
                  </a:lnTo>
                  <a:lnTo>
                    <a:pt x="621527" y="1536567"/>
                  </a:lnTo>
                  <a:lnTo>
                    <a:pt x="620455" y="1537769"/>
                  </a:lnTo>
                  <a:lnTo>
                    <a:pt x="619384" y="1538972"/>
                  </a:lnTo>
                  <a:lnTo>
                    <a:pt x="618312" y="1540175"/>
                  </a:lnTo>
                  <a:lnTo>
                    <a:pt x="617240" y="1541379"/>
                  </a:lnTo>
                  <a:lnTo>
                    <a:pt x="616169" y="1542584"/>
                  </a:lnTo>
                  <a:lnTo>
                    <a:pt x="615097" y="1543789"/>
                  </a:lnTo>
                  <a:lnTo>
                    <a:pt x="614026" y="1544995"/>
                  </a:lnTo>
                  <a:lnTo>
                    <a:pt x="612954" y="1546201"/>
                  </a:lnTo>
                  <a:lnTo>
                    <a:pt x="611882" y="1547408"/>
                  </a:lnTo>
                  <a:lnTo>
                    <a:pt x="610811" y="1548615"/>
                  </a:lnTo>
                  <a:lnTo>
                    <a:pt x="609739" y="1549824"/>
                  </a:lnTo>
                  <a:lnTo>
                    <a:pt x="608668" y="1551032"/>
                  </a:lnTo>
                  <a:lnTo>
                    <a:pt x="607596" y="1552241"/>
                  </a:lnTo>
                  <a:lnTo>
                    <a:pt x="606524" y="1553451"/>
                  </a:lnTo>
                  <a:lnTo>
                    <a:pt x="605453" y="1554661"/>
                  </a:lnTo>
                  <a:lnTo>
                    <a:pt x="604381" y="1555872"/>
                  </a:lnTo>
                  <a:lnTo>
                    <a:pt x="603310" y="1557083"/>
                  </a:lnTo>
                  <a:lnTo>
                    <a:pt x="602238" y="1558295"/>
                  </a:lnTo>
                  <a:lnTo>
                    <a:pt x="601166" y="1559507"/>
                  </a:lnTo>
                  <a:lnTo>
                    <a:pt x="600095" y="1560720"/>
                  </a:lnTo>
                  <a:lnTo>
                    <a:pt x="599023" y="1561933"/>
                  </a:lnTo>
                  <a:lnTo>
                    <a:pt x="597952" y="1563146"/>
                  </a:lnTo>
                  <a:lnTo>
                    <a:pt x="596880" y="1564360"/>
                  </a:lnTo>
                  <a:lnTo>
                    <a:pt x="595808" y="1565575"/>
                  </a:lnTo>
                  <a:lnTo>
                    <a:pt x="594737" y="1566790"/>
                  </a:lnTo>
                  <a:lnTo>
                    <a:pt x="593665" y="1568005"/>
                  </a:lnTo>
                  <a:lnTo>
                    <a:pt x="592594" y="1569221"/>
                  </a:lnTo>
                  <a:lnTo>
                    <a:pt x="591522" y="1570437"/>
                  </a:lnTo>
                  <a:lnTo>
                    <a:pt x="590450" y="1571654"/>
                  </a:lnTo>
                  <a:lnTo>
                    <a:pt x="589379" y="1572871"/>
                  </a:lnTo>
                  <a:lnTo>
                    <a:pt x="588307" y="1574088"/>
                  </a:lnTo>
                  <a:lnTo>
                    <a:pt x="587236" y="1575306"/>
                  </a:lnTo>
                  <a:lnTo>
                    <a:pt x="586164" y="1576524"/>
                  </a:lnTo>
                  <a:lnTo>
                    <a:pt x="585092" y="1577742"/>
                  </a:lnTo>
                  <a:lnTo>
                    <a:pt x="584021" y="1578961"/>
                  </a:lnTo>
                  <a:lnTo>
                    <a:pt x="582949" y="1580180"/>
                  </a:lnTo>
                  <a:lnTo>
                    <a:pt x="581878" y="1581399"/>
                  </a:lnTo>
                  <a:lnTo>
                    <a:pt x="580806" y="1582619"/>
                  </a:lnTo>
                  <a:lnTo>
                    <a:pt x="579734" y="1583839"/>
                  </a:lnTo>
                  <a:lnTo>
                    <a:pt x="578663" y="1585059"/>
                  </a:lnTo>
                  <a:lnTo>
                    <a:pt x="577591" y="1586280"/>
                  </a:lnTo>
                  <a:lnTo>
                    <a:pt x="576520" y="1587501"/>
                  </a:lnTo>
                  <a:lnTo>
                    <a:pt x="575448" y="1588722"/>
                  </a:lnTo>
                  <a:lnTo>
                    <a:pt x="574376" y="1589944"/>
                  </a:lnTo>
                  <a:lnTo>
                    <a:pt x="573305" y="1591165"/>
                  </a:lnTo>
                  <a:lnTo>
                    <a:pt x="572233" y="1592387"/>
                  </a:lnTo>
                  <a:lnTo>
                    <a:pt x="571162" y="1593609"/>
                  </a:lnTo>
                  <a:lnTo>
                    <a:pt x="570090" y="1594832"/>
                  </a:lnTo>
                  <a:lnTo>
                    <a:pt x="569018" y="1596054"/>
                  </a:lnTo>
                  <a:lnTo>
                    <a:pt x="567947" y="1597277"/>
                  </a:lnTo>
                  <a:lnTo>
                    <a:pt x="566875" y="1598500"/>
                  </a:lnTo>
                  <a:lnTo>
                    <a:pt x="565804" y="1599723"/>
                  </a:lnTo>
                  <a:lnTo>
                    <a:pt x="564732" y="1600946"/>
                  </a:lnTo>
                  <a:lnTo>
                    <a:pt x="563660" y="1602170"/>
                  </a:lnTo>
                  <a:lnTo>
                    <a:pt x="562589" y="1603393"/>
                  </a:lnTo>
                  <a:lnTo>
                    <a:pt x="561517" y="1604617"/>
                  </a:lnTo>
                  <a:lnTo>
                    <a:pt x="560446" y="1605841"/>
                  </a:lnTo>
                  <a:lnTo>
                    <a:pt x="559374" y="1607065"/>
                  </a:lnTo>
                  <a:lnTo>
                    <a:pt x="558302" y="1608289"/>
                  </a:lnTo>
                  <a:lnTo>
                    <a:pt x="557231" y="1609514"/>
                  </a:lnTo>
                  <a:lnTo>
                    <a:pt x="556159" y="1610738"/>
                  </a:lnTo>
                  <a:lnTo>
                    <a:pt x="555088" y="1611962"/>
                  </a:lnTo>
                  <a:lnTo>
                    <a:pt x="554016" y="1613187"/>
                  </a:lnTo>
                  <a:lnTo>
                    <a:pt x="552944" y="1614411"/>
                  </a:lnTo>
                  <a:lnTo>
                    <a:pt x="551873" y="1615636"/>
                  </a:lnTo>
                  <a:lnTo>
                    <a:pt x="550801" y="1616861"/>
                  </a:lnTo>
                  <a:lnTo>
                    <a:pt x="549730" y="1618085"/>
                  </a:lnTo>
                  <a:lnTo>
                    <a:pt x="548658" y="1619310"/>
                  </a:lnTo>
                  <a:lnTo>
                    <a:pt x="547586" y="1620535"/>
                  </a:lnTo>
                  <a:lnTo>
                    <a:pt x="546515" y="1621759"/>
                  </a:lnTo>
                  <a:lnTo>
                    <a:pt x="545443" y="1622984"/>
                  </a:lnTo>
                  <a:lnTo>
                    <a:pt x="544372" y="1624209"/>
                  </a:lnTo>
                  <a:lnTo>
                    <a:pt x="543300" y="1625433"/>
                  </a:lnTo>
                  <a:lnTo>
                    <a:pt x="542228" y="1626658"/>
                  </a:lnTo>
                  <a:lnTo>
                    <a:pt x="541157" y="1627883"/>
                  </a:lnTo>
                  <a:lnTo>
                    <a:pt x="540085" y="1629107"/>
                  </a:lnTo>
                  <a:lnTo>
                    <a:pt x="539014" y="1630332"/>
                  </a:lnTo>
                  <a:lnTo>
                    <a:pt x="537942" y="1631556"/>
                  </a:lnTo>
                  <a:lnTo>
                    <a:pt x="536870" y="1632780"/>
                  </a:lnTo>
                  <a:lnTo>
                    <a:pt x="535799" y="1634004"/>
                  </a:lnTo>
                  <a:lnTo>
                    <a:pt x="534727" y="1635228"/>
                  </a:lnTo>
                  <a:lnTo>
                    <a:pt x="533656" y="1636452"/>
                  </a:lnTo>
                  <a:lnTo>
                    <a:pt x="532584" y="1637676"/>
                  </a:lnTo>
                  <a:lnTo>
                    <a:pt x="531513" y="1638900"/>
                  </a:lnTo>
                  <a:lnTo>
                    <a:pt x="530441" y="1640123"/>
                  </a:lnTo>
                  <a:lnTo>
                    <a:pt x="529369" y="1641347"/>
                  </a:lnTo>
                  <a:lnTo>
                    <a:pt x="528298" y="1642570"/>
                  </a:lnTo>
                  <a:lnTo>
                    <a:pt x="527226" y="1643793"/>
                  </a:lnTo>
                  <a:lnTo>
                    <a:pt x="526155" y="1645016"/>
                  </a:lnTo>
                  <a:lnTo>
                    <a:pt x="525083" y="1646238"/>
                  </a:lnTo>
                  <a:lnTo>
                    <a:pt x="524011" y="1647461"/>
                  </a:lnTo>
                  <a:lnTo>
                    <a:pt x="522940" y="1648683"/>
                  </a:lnTo>
                  <a:lnTo>
                    <a:pt x="521868" y="1649905"/>
                  </a:lnTo>
                  <a:lnTo>
                    <a:pt x="520797" y="1651127"/>
                  </a:lnTo>
                  <a:lnTo>
                    <a:pt x="519725" y="1652348"/>
                  </a:lnTo>
                  <a:lnTo>
                    <a:pt x="518653" y="1653569"/>
                  </a:lnTo>
                  <a:lnTo>
                    <a:pt x="517582" y="1654790"/>
                  </a:lnTo>
                  <a:lnTo>
                    <a:pt x="516510" y="1656011"/>
                  </a:lnTo>
                  <a:lnTo>
                    <a:pt x="515439" y="1657231"/>
                  </a:lnTo>
                  <a:lnTo>
                    <a:pt x="514367" y="1658451"/>
                  </a:lnTo>
                  <a:lnTo>
                    <a:pt x="513295" y="1659671"/>
                  </a:lnTo>
                  <a:lnTo>
                    <a:pt x="512224" y="1660891"/>
                  </a:lnTo>
                  <a:lnTo>
                    <a:pt x="511152" y="1662110"/>
                  </a:lnTo>
                  <a:lnTo>
                    <a:pt x="510081" y="1663328"/>
                  </a:lnTo>
                  <a:lnTo>
                    <a:pt x="509009" y="1664547"/>
                  </a:lnTo>
                  <a:lnTo>
                    <a:pt x="507937" y="1665765"/>
                  </a:lnTo>
                  <a:lnTo>
                    <a:pt x="506866" y="1666982"/>
                  </a:lnTo>
                  <a:lnTo>
                    <a:pt x="505794" y="1668200"/>
                  </a:lnTo>
                  <a:lnTo>
                    <a:pt x="504723" y="1669417"/>
                  </a:lnTo>
                  <a:lnTo>
                    <a:pt x="503651" y="1670633"/>
                  </a:lnTo>
                  <a:lnTo>
                    <a:pt x="502579" y="1671849"/>
                  </a:lnTo>
                  <a:lnTo>
                    <a:pt x="501508" y="1673065"/>
                  </a:lnTo>
                  <a:lnTo>
                    <a:pt x="500436" y="1674280"/>
                  </a:lnTo>
                  <a:lnTo>
                    <a:pt x="499365" y="1675495"/>
                  </a:lnTo>
                  <a:lnTo>
                    <a:pt x="498293" y="1676709"/>
                  </a:lnTo>
                  <a:lnTo>
                    <a:pt x="497221" y="1677923"/>
                  </a:lnTo>
                  <a:lnTo>
                    <a:pt x="496150" y="1679136"/>
                  </a:lnTo>
                  <a:lnTo>
                    <a:pt x="495078" y="1680349"/>
                  </a:lnTo>
                  <a:lnTo>
                    <a:pt x="494007" y="1681561"/>
                  </a:lnTo>
                  <a:lnTo>
                    <a:pt x="492935" y="1682773"/>
                  </a:lnTo>
                  <a:lnTo>
                    <a:pt x="491863" y="1683985"/>
                  </a:lnTo>
                  <a:lnTo>
                    <a:pt x="490792" y="1685195"/>
                  </a:lnTo>
                  <a:lnTo>
                    <a:pt x="489720" y="1686406"/>
                  </a:lnTo>
                  <a:lnTo>
                    <a:pt x="488649" y="1687616"/>
                  </a:lnTo>
                  <a:lnTo>
                    <a:pt x="487577" y="1688825"/>
                  </a:lnTo>
                  <a:lnTo>
                    <a:pt x="486505" y="1690033"/>
                  </a:lnTo>
                  <a:lnTo>
                    <a:pt x="485434" y="1691241"/>
                  </a:lnTo>
                  <a:lnTo>
                    <a:pt x="484362" y="1692449"/>
                  </a:lnTo>
                  <a:lnTo>
                    <a:pt x="483291" y="1693656"/>
                  </a:lnTo>
                  <a:lnTo>
                    <a:pt x="482219" y="1694862"/>
                  </a:lnTo>
                  <a:lnTo>
                    <a:pt x="481147" y="1696068"/>
                  </a:lnTo>
                  <a:lnTo>
                    <a:pt x="480076" y="1697273"/>
                  </a:lnTo>
                  <a:lnTo>
                    <a:pt x="479004" y="1698477"/>
                  </a:lnTo>
                  <a:lnTo>
                    <a:pt x="477933" y="1699681"/>
                  </a:lnTo>
                  <a:lnTo>
                    <a:pt x="476861" y="1700884"/>
                  </a:lnTo>
                  <a:lnTo>
                    <a:pt x="475789" y="1702087"/>
                  </a:lnTo>
                  <a:lnTo>
                    <a:pt x="474718" y="1703289"/>
                  </a:lnTo>
                  <a:lnTo>
                    <a:pt x="473646" y="1704490"/>
                  </a:lnTo>
                  <a:lnTo>
                    <a:pt x="472575" y="1705690"/>
                  </a:lnTo>
                  <a:lnTo>
                    <a:pt x="471503" y="1706890"/>
                  </a:lnTo>
                  <a:lnTo>
                    <a:pt x="470431" y="1708089"/>
                  </a:lnTo>
                  <a:lnTo>
                    <a:pt x="469360" y="1709287"/>
                  </a:lnTo>
                  <a:lnTo>
                    <a:pt x="468288" y="1710485"/>
                  </a:lnTo>
                  <a:lnTo>
                    <a:pt x="467217" y="1711682"/>
                  </a:lnTo>
                  <a:lnTo>
                    <a:pt x="466145" y="1712878"/>
                  </a:lnTo>
                  <a:lnTo>
                    <a:pt x="465073" y="1714074"/>
                  </a:lnTo>
                  <a:lnTo>
                    <a:pt x="464002" y="1715268"/>
                  </a:lnTo>
                  <a:lnTo>
                    <a:pt x="462930" y="1716462"/>
                  </a:lnTo>
                  <a:lnTo>
                    <a:pt x="461859" y="1717655"/>
                  </a:lnTo>
                  <a:lnTo>
                    <a:pt x="460787" y="1718847"/>
                  </a:lnTo>
                  <a:lnTo>
                    <a:pt x="459715" y="1720039"/>
                  </a:lnTo>
                  <a:lnTo>
                    <a:pt x="458644" y="1721230"/>
                  </a:lnTo>
                  <a:lnTo>
                    <a:pt x="457572" y="1722419"/>
                  </a:lnTo>
                  <a:lnTo>
                    <a:pt x="456501" y="1723609"/>
                  </a:lnTo>
                  <a:lnTo>
                    <a:pt x="455429" y="1724797"/>
                  </a:lnTo>
                  <a:lnTo>
                    <a:pt x="454357" y="1725984"/>
                  </a:lnTo>
                  <a:lnTo>
                    <a:pt x="453286" y="1727171"/>
                  </a:lnTo>
                  <a:lnTo>
                    <a:pt x="452214" y="1728356"/>
                  </a:lnTo>
                  <a:lnTo>
                    <a:pt x="451143" y="1729541"/>
                  </a:lnTo>
                  <a:lnTo>
                    <a:pt x="450071" y="1730725"/>
                  </a:lnTo>
                  <a:lnTo>
                    <a:pt x="448999" y="1731908"/>
                  </a:lnTo>
                  <a:lnTo>
                    <a:pt x="447928" y="1733090"/>
                  </a:lnTo>
                  <a:lnTo>
                    <a:pt x="446856" y="1734271"/>
                  </a:lnTo>
                  <a:lnTo>
                    <a:pt x="445785" y="1735452"/>
                  </a:lnTo>
                  <a:lnTo>
                    <a:pt x="444713" y="1736631"/>
                  </a:lnTo>
                  <a:lnTo>
                    <a:pt x="443641" y="1737810"/>
                  </a:lnTo>
                  <a:lnTo>
                    <a:pt x="442570" y="1738987"/>
                  </a:lnTo>
                  <a:lnTo>
                    <a:pt x="441498" y="1740164"/>
                  </a:lnTo>
                  <a:lnTo>
                    <a:pt x="440427" y="1741339"/>
                  </a:lnTo>
                  <a:lnTo>
                    <a:pt x="439355" y="1742514"/>
                  </a:lnTo>
                  <a:lnTo>
                    <a:pt x="438283" y="1743688"/>
                  </a:lnTo>
                  <a:lnTo>
                    <a:pt x="437212" y="1744860"/>
                  </a:lnTo>
                  <a:lnTo>
                    <a:pt x="436140" y="1746032"/>
                  </a:lnTo>
                  <a:lnTo>
                    <a:pt x="435069" y="1747203"/>
                  </a:lnTo>
                  <a:lnTo>
                    <a:pt x="433997" y="1748373"/>
                  </a:lnTo>
                  <a:lnTo>
                    <a:pt x="432925" y="1749541"/>
                  </a:lnTo>
                  <a:lnTo>
                    <a:pt x="431854" y="1750709"/>
                  </a:lnTo>
                  <a:lnTo>
                    <a:pt x="430782" y="1751876"/>
                  </a:lnTo>
                  <a:lnTo>
                    <a:pt x="429711" y="1753041"/>
                  </a:lnTo>
                  <a:lnTo>
                    <a:pt x="428639" y="1754206"/>
                  </a:lnTo>
                  <a:lnTo>
                    <a:pt x="427567" y="1755370"/>
                  </a:lnTo>
                  <a:lnTo>
                    <a:pt x="426496" y="1756532"/>
                  </a:lnTo>
                  <a:lnTo>
                    <a:pt x="425424" y="1757693"/>
                  </a:lnTo>
                  <a:lnTo>
                    <a:pt x="424353" y="1758854"/>
                  </a:lnTo>
                  <a:lnTo>
                    <a:pt x="423281" y="1760013"/>
                  </a:lnTo>
                  <a:lnTo>
                    <a:pt x="422209" y="1761171"/>
                  </a:lnTo>
                  <a:lnTo>
                    <a:pt x="421138" y="1762328"/>
                  </a:lnTo>
                  <a:lnTo>
                    <a:pt x="420066" y="1763484"/>
                  </a:lnTo>
                  <a:lnTo>
                    <a:pt x="418995" y="1764639"/>
                  </a:lnTo>
                  <a:lnTo>
                    <a:pt x="417923" y="1765793"/>
                  </a:lnTo>
                  <a:lnTo>
                    <a:pt x="416851" y="1766945"/>
                  </a:lnTo>
                  <a:lnTo>
                    <a:pt x="415780" y="1768097"/>
                  </a:lnTo>
                  <a:lnTo>
                    <a:pt x="414708" y="1769247"/>
                  </a:lnTo>
                  <a:lnTo>
                    <a:pt x="413637" y="1770396"/>
                  </a:lnTo>
                  <a:lnTo>
                    <a:pt x="412565" y="1771544"/>
                  </a:lnTo>
                  <a:lnTo>
                    <a:pt x="411493" y="1772691"/>
                  </a:lnTo>
                  <a:lnTo>
                    <a:pt x="410422" y="1773837"/>
                  </a:lnTo>
                  <a:lnTo>
                    <a:pt x="409350" y="1774981"/>
                  </a:lnTo>
                  <a:lnTo>
                    <a:pt x="408279" y="1776125"/>
                  </a:lnTo>
                  <a:lnTo>
                    <a:pt x="407207" y="1777267"/>
                  </a:lnTo>
                  <a:lnTo>
                    <a:pt x="406135" y="1778408"/>
                  </a:lnTo>
                  <a:lnTo>
                    <a:pt x="405064" y="1779547"/>
                  </a:lnTo>
                  <a:lnTo>
                    <a:pt x="403992" y="1780686"/>
                  </a:lnTo>
                  <a:lnTo>
                    <a:pt x="402921" y="1781823"/>
                  </a:lnTo>
                  <a:lnTo>
                    <a:pt x="401849" y="1782959"/>
                  </a:lnTo>
                  <a:lnTo>
                    <a:pt x="400777" y="1784094"/>
                  </a:lnTo>
                  <a:lnTo>
                    <a:pt x="399706" y="1785227"/>
                  </a:lnTo>
                  <a:lnTo>
                    <a:pt x="398634" y="1786360"/>
                  </a:lnTo>
                  <a:lnTo>
                    <a:pt x="397563" y="1787491"/>
                  </a:lnTo>
                  <a:lnTo>
                    <a:pt x="396491" y="1788620"/>
                  </a:lnTo>
                  <a:lnTo>
                    <a:pt x="395419" y="1789749"/>
                  </a:lnTo>
                  <a:lnTo>
                    <a:pt x="394348" y="1790876"/>
                  </a:lnTo>
                  <a:lnTo>
                    <a:pt x="393276" y="1792002"/>
                  </a:lnTo>
                  <a:lnTo>
                    <a:pt x="392205" y="1793127"/>
                  </a:lnTo>
                  <a:lnTo>
                    <a:pt x="391133" y="1794250"/>
                  </a:lnTo>
                  <a:lnTo>
                    <a:pt x="390061" y="1795372"/>
                  </a:lnTo>
                  <a:lnTo>
                    <a:pt x="388990" y="1796493"/>
                  </a:lnTo>
                  <a:lnTo>
                    <a:pt x="387918" y="1797613"/>
                  </a:lnTo>
                  <a:lnTo>
                    <a:pt x="386847" y="1798731"/>
                  </a:lnTo>
                  <a:lnTo>
                    <a:pt x="385775" y="1799848"/>
                  </a:lnTo>
                  <a:lnTo>
                    <a:pt x="384703" y="1800964"/>
                  </a:lnTo>
                  <a:lnTo>
                    <a:pt x="383632" y="1802078"/>
                  </a:lnTo>
                  <a:lnTo>
                    <a:pt x="382560" y="1803191"/>
                  </a:lnTo>
                  <a:lnTo>
                    <a:pt x="381489" y="1804303"/>
                  </a:lnTo>
                  <a:lnTo>
                    <a:pt x="380417" y="1805414"/>
                  </a:lnTo>
                  <a:lnTo>
                    <a:pt x="379345" y="1806523"/>
                  </a:lnTo>
                  <a:lnTo>
                    <a:pt x="378274" y="1807631"/>
                  </a:lnTo>
                  <a:lnTo>
                    <a:pt x="377202" y="1808737"/>
                  </a:lnTo>
                  <a:lnTo>
                    <a:pt x="376131" y="1809843"/>
                  </a:lnTo>
                  <a:lnTo>
                    <a:pt x="375059" y="1810947"/>
                  </a:lnTo>
                  <a:lnTo>
                    <a:pt x="373987" y="1812049"/>
                  </a:lnTo>
                  <a:lnTo>
                    <a:pt x="372916" y="1813151"/>
                  </a:lnTo>
                  <a:lnTo>
                    <a:pt x="371844" y="1814251"/>
                  </a:lnTo>
                  <a:lnTo>
                    <a:pt x="370773" y="1815349"/>
                  </a:lnTo>
                  <a:lnTo>
                    <a:pt x="369701" y="1816447"/>
                  </a:lnTo>
                  <a:lnTo>
                    <a:pt x="368629" y="1817543"/>
                  </a:lnTo>
                  <a:lnTo>
                    <a:pt x="367558" y="1818637"/>
                  </a:lnTo>
                  <a:lnTo>
                    <a:pt x="366486" y="1819731"/>
                  </a:lnTo>
                  <a:lnTo>
                    <a:pt x="365415" y="1820823"/>
                  </a:lnTo>
                  <a:lnTo>
                    <a:pt x="364343" y="1821913"/>
                  </a:lnTo>
                  <a:lnTo>
                    <a:pt x="363271" y="1823002"/>
                  </a:lnTo>
                  <a:lnTo>
                    <a:pt x="362200" y="1824090"/>
                  </a:lnTo>
                  <a:lnTo>
                    <a:pt x="361128" y="1825177"/>
                  </a:lnTo>
                  <a:lnTo>
                    <a:pt x="360057" y="1826262"/>
                  </a:lnTo>
                  <a:lnTo>
                    <a:pt x="358985" y="1827346"/>
                  </a:lnTo>
                  <a:lnTo>
                    <a:pt x="357913" y="1828429"/>
                  </a:lnTo>
                  <a:lnTo>
                    <a:pt x="356842" y="1829510"/>
                  </a:lnTo>
                  <a:lnTo>
                    <a:pt x="355770" y="1830590"/>
                  </a:lnTo>
                  <a:lnTo>
                    <a:pt x="354699" y="1831668"/>
                  </a:lnTo>
                  <a:lnTo>
                    <a:pt x="353627" y="1832745"/>
                  </a:lnTo>
                  <a:lnTo>
                    <a:pt x="352556" y="1833821"/>
                  </a:lnTo>
                  <a:lnTo>
                    <a:pt x="351484" y="1834896"/>
                  </a:lnTo>
                  <a:lnTo>
                    <a:pt x="350412" y="1835969"/>
                  </a:lnTo>
                  <a:lnTo>
                    <a:pt x="349341" y="1837040"/>
                  </a:lnTo>
                  <a:lnTo>
                    <a:pt x="348269" y="1838110"/>
                  </a:lnTo>
                  <a:lnTo>
                    <a:pt x="347198" y="1839179"/>
                  </a:lnTo>
                  <a:lnTo>
                    <a:pt x="346126" y="1840247"/>
                  </a:lnTo>
                  <a:lnTo>
                    <a:pt x="345054" y="1841313"/>
                  </a:lnTo>
                  <a:lnTo>
                    <a:pt x="343983" y="1842378"/>
                  </a:lnTo>
                  <a:lnTo>
                    <a:pt x="342911" y="1843441"/>
                  </a:lnTo>
                  <a:lnTo>
                    <a:pt x="341840" y="1844503"/>
                  </a:lnTo>
                  <a:lnTo>
                    <a:pt x="340768" y="1845564"/>
                  </a:lnTo>
                  <a:lnTo>
                    <a:pt x="339696" y="1846623"/>
                  </a:lnTo>
                  <a:lnTo>
                    <a:pt x="338625" y="1847681"/>
                  </a:lnTo>
                  <a:lnTo>
                    <a:pt x="337553" y="1848738"/>
                  </a:lnTo>
                  <a:lnTo>
                    <a:pt x="336482" y="1849793"/>
                  </a:lnTo>
                  <a:lnTo>
                    <a:pt x="335410" y="1850846"/>
                  </a:lnTo>
                  <a:lnTo>
                    <a:pt x="334338" y="1851899"/>
                  </a:lnTo>
                  <a:lnTo>
                    <a:pt x="333267" y="1852950"/>
                  </a:lnTo>
                  <a:lnTo>
                    <a:pt x="332195" y="1853999"/>
                  </a:lnTo>
                  <a:lnTo>
                    <a:pt x="331124" y="1855047"/>
                  </a:lnTo>
                  <a:lnTo>
                    <a:pt x="330052" y="1856094"/>
                  </a:lnTo>
                  <a:lnTo>
                    <a:pt x="328980" y="1857139"/>
                  </a:lnTo>
                  <a:lnTo>
                    <a:pt x="327909" y="1858183"/>
                  </a:lnTo>
                  <a:lnTo>
                    <a:pt x="326837" y="1859226"/>
                  </a:lnTo>
                  <a:lnTo>
                    <a:pt x="325766" y="1860267"/>
                  </a:lnTo>
                  <a:lnTo>
                    <a:pt x="324694" y="1861307"/>
                  </a:lnTo>
                  <a:lnTo>
                    <a:pt x="323622" y="1862345"/>
                  </a:lnTo>
                  <a:lnTo>
                    <a:pt x="322551" y="1863382"/>
                  </a:lnTo>
                  <a:lnTo>
                    <a:pt x="321479" y="1864417"/>
                  </a:lnTo>
                  <a:lnTo>
                    <a:pt x="320408" y="1865452"/>
                  </a:lnTo>
                  <a:lnTo>
                    <a:pt x="319336" y="1866484"/>
                  </a:lnTo>
                  <a:lnTo>
                    <a:pt x="318264" y="1867516"/>
                  </a:lnTo>
                  <a:lnTo>
                    <a:pt x="317193" y="1868545"/>
                  </a:lnTo>
                  <a:lnTo>
                    <a:pt x="316121" y="1869574"/>
                  </a:lnTo>
                  <a:lnTo>
                    <a:pt x="315050" y="1870601"/>
                  </a:lnTo>
                  <a:lnTo>
                    <a:pt x="313978" y="1871627"/>
                  </a:lnTo>
                  <a:lnTo>
                    <a:pt x="312906" y="1872651"/>
                  </a:lnTo>
                  <a:lnTo>
                    <a:pt x="311835" y="1873674"/>
                  </a:lnTo>
                  <a:lnTo>
                    <a:pt x="310763" y="1874695"/>
                  </a:lnTo>
                  <a:lnTo>
                    <a:pt x="309692" y="1875715"/>
                  </a:lnTo>
                  <a:lnTo>
                    <a:pt x="308620" y="1876734"/>
                  </a:lnTo>
                  <a:lnTo>
                    <a:pt x="307548" y="1877751"/>
                  </a:lnTo>
                  <a:lnTo>
                    <a:pt x="306477" y="1878767"/>
                  </a:lnTo>
                  <a:lnTo>
                    <a:pt x="305405" y="1879781"/>
                  </a:lnTo>
                  <a:lnTo>
                    <a:pt x="304334" y="1880794"/>
                  </a:lnTo>
                  <a:lnTo>
                    <a:pt x="303262" y="1881805"/>
                  </a:lnTo>
                  <a:lnTo>
                    <a:pt x="302190" y="1882816"/>
                  </a:lnTo>
                  <a:lnTo>
                    <a:pt x="301119" y="1883824"/>
                  </a:lnTo>
                  <a:lnTo>
                    <a:pt x="300047" y="1884831"/>
                  </a:lnTo>
                  <a:lnTo>
                    <a:pt x="298976" y="1885837"/>
                  </a:lnTo>
                  <a:lnTo>
                    <a:pt x="297904" y="1886842"/>
                  </a:lnTo>
                  <a:lnTo>
                    <a:pt x="296832" y="1887845"/>
                  </a:lnTo>
                  <a:lnTo>
                    <a:pt x="295761" y="1888846"/>
                  </a:lnTo>
                  <a:lnTo>
                    <a:pt x="294689" y="1889846"/>
                  </a:lnTo>
                  <a:lnTo>
                    <a:pt x="293618" y="1890845"/>
                  </a:lnTo>
                  <a:lnTo>
                    <a:pt x="292546" y="1891842"/>
                  </a:lnTo>
                  <a:lnTo>
                    <a:pt x="291474" y="1892838"/>
                  </a:lnTo>
                  <a:lnTo>
                    <a:pt x="290403" y="1893833"/>
                  </a:lnTo>
                  <a:lnTo>
                    <a:pt x="289331" y="1894826"/>
                  </a:lnTo>
                  <a:lnTo>
                    <a:pt x="288260" y="1895817"/>
                  </a:lnTo>
                  <a:lnTo>
                    <a:pt x="287188" y="1896807"/>
                  </a:lnTo>
                  <a:lnTo>
                    <a:pt x="286116" y="1897796"/>
                  </a:lnTo>
                  <a:lnTo>
                    <a:pt x="285045" y="1898783"/>
                  </a:lnTo>
                  <a:lnTo>
                    <a:pt x="283973" y="1899769"/>
                  </a:lnTo>
                  <a:lnTo>
                    <a:pt x="282902" y="1900754"/>
                  </a:lnTo>
                  <a:lnTo>
                    <a:pt x="281830" y="1901737"/>
                  </a:lnTo>
                  <a:lnTo>
                    <a:pt x="280758" y="1902718"/>
                  </a:lnTo>
                  <a:lnTo>
                    <a:pt x="279687" y="1903698"/>
                  </a:lnTo>
                  <a:lnTo>
                    <a:pt x="278615" y="1904677"/>
                  </a:lnTo>
                  <a:lnTo>
                    <a:pt x="277544" y="1905654"/>
                  </a:lnTo>
                  <a:lnTo>
                    <a:pt x="276472" y="1906630"/>
                  </a:lnTo>
                  <a:lnTo>
                    <a:pt x="275400" y="1907605"/>
                  </a:lnTo>
                  <a:lnTo>
                    <a:pt x="274329" y="1908578"/>
                  </a:lnTo>
                  <a:lnTo>
                    <a:pt x="273257" y="1909549"/>
                  </a:lnTo>
                  <a:lnTo>
                    <a:pt x="272186" y="1910520"/>
                  </a:lnTo>
                  <a:lnTo>
                    <a:pt x="271114" y="1911488"/>
                  </a:lnTo>
                  <a:lnTo>
                    <a:pt x="270042" y="1912456"/>
                  </a:lnTo>
                  <a:lnTo>
                    <a:pt x="268971" y="1913422"/>
                  </a:lnTo>
                  <a:lnTo>
                    <a:pt x="267899" y="1914386"/>
                  </a:lnTo>
                  <a:lnTo>
                    <a:pt x="266828" y="1915349"/>
                  </a:lnTo>
                  <a:lnTo>
                    <a:pt x="265756" y="1916311"/>
                  </a:lnTo>
                  <a:lnTo>
                    <a:pt x="264684" y="1917271"/>
                  </a:lnTo>
                  <a:lnTo>
                    <a:pt x="263613" y="1918230"/>
                  </a:lnTo>
                  <a:lnTo>
                    <a:pt x="262541" y="1919187"/>
                  </a:lnTo>
                  <a:lnTo>
                    <a:pt x="261470" y="1920143"/>
                  </a:lnTo>
                  <a:lnTo>
                    <a:pt x="260398" y="1921097"/>
                  </a:lnTo>
                  <a:lnTo>
                    <a:pt x="259326" y="1922050"/>
                  </a:lnTo>
                  <a:lnTo>
                    <a:pt x="258255" y="1923002"/>
                  </a:lnTo>
                  <a:lnTo>
                    <a:pt x="257183" y="1923952"/>
                  </a:lnTo>
                  <a:lnTo>
                    <a:pt x="256112" y="1924901"/>
                  </a:lnTo>
                  <a:lnTo>
                    <a:pt x="255040" y="1925848"/>
                  </a:lnTo>
                  <a:lnTo>
                    <a:pt x="253968" y="1926794"/>
                  </a:lnTo>
                  <a:lnTo>
                    <a:pt x="252897" y="1927739"/>
                  </a:lnTo>
                  <a:lnTo>
                    <a:pt x="251825" y="1928682"/>
                  </a:lnTo>
                  <a:lnTo>
                    <a:pt x="250754" y="1929623"/>
                  </a:lnTo>
                  <a:lnTo>
                    <a:pt x="249682" y="1930563"/>
                  </a:lnTo>
                  <a:lnTo>
                    <a:pt x="248610" y="1931502"/>
                  </a:lnTo>
                  <a:lnTo>
                    <a:pt x="247539" y="1932440"/>
                  </a:lnTo>
                  <a:lnTo>
                    <a:pt x="246467" y="1933376"/>
                  </a:lnTo>
                  <a:lnTo>
                    <a:pt x="245396" y="1934310"/>
                  </a:lnTo>
                  <a:lnTo>
                    <a:pt x="244324" y="1935243"/>
                  </a:lnTo>
                  <a:lnTo>
                    <a:pt x="243252" y="1936175"/>
                  </a:lnTo>
                  <a:lnTo>
                    <a:pt x="242181" y="1937105"/>
                  </a:lnTo>
                  <a:lnTo>
                    <a:pt x="241109" y="1938034"/>
                  </a:lnTo>
                  <a:lnTo>
                    <a:pt x="240038" y="1938961"/>
                  </a:lnTo>
                  <a:lnTo>
                    <a:pt x="238966" y="1939887"/>
                  </a:lnTo>
                  <a:lnTo>
                    <a:pt x="237894" y="1940812"/>
                  </a:lnTo>
                  <a:lnTo>
                    <a:pt x="236823" y="1941735"/>
                  </a:lnTo>
                  <a:lnTo>
                    <a:pt x="235751" y="1942657"/>
                  </a:lnTo>
                  <a:lnTo>
                    <a:pt x="234680" y="1943577"/>
                  </a:lnTo>
                  <a:lnTo>
                    <a:pt x="233608" y="1944496"/>
                  </a:lnTo>
                  <a:lnTo>
                    <a:pt x="232536" y="1945413"/>
                  </a:lnTo>
                  <a:lnTo>
                    <a:pt x="231465" y="1946329"/>
                  </a:lnTo>
                  <a:lnTo>
                    <a:pt x="230393" y="1947244"/>
                  </a:lnTo>
                  <a:lnTo>
                    <a:pt x="229322" y="1948157"/>
                  </a:lnTo>
                  <a:lnTo>
                    <a:pt x="228250" y="1949069"/>
                  </a:lnTo>
                  <a:lnTo>
                    <a:pt x="227178" y="1949979"/>
                  </a:lnTo>
                  <a:lnTo>
                    <a:pt x="226107" y="1950888"/>
                  </a:lnTo>
                  <a:lnTo>
                    <a:pt x="225035" y="1951796"/>
                  </a:lnTo>
                  <a:lnTo>
                    <a:pt x="223964" y="1952702"/>
                  </a:lnTo>
                  <a:lnTo>
                    <a:pt x="222892" y="1953607"/>
                  </a:lnTo>
                  <a:lnTo>
                    <a:pt x="221820" y="1954510"/>
                  </a:lnTo>
                  <a:lnTo>
                    <a:pt x="220749" y="1955412"/>
                  </a:lnTo>
                  <a:lnTo>
                    <a:pt x="219677" y="1956312"/>
                  </a:lnTo>
                  <a:lnTo>
                    <a:pt x="218606" y="1957212"/>
                  </a:lnTo>
                  <a:lnTo>
                    <a:pt x="217534" y="1958109"/>
                  </a:lnTo>
                  <a:lnTo>
                    <a:pt x="216462" y="1959006"/>
                  </a:lnTo>
                  <a:lnTo>
                    <a:pt x="215391" y="1959900"/>
                  </a:lnTo>
                  <a:lnTo>
                    <a:pt x="214319" y="1960794"/>
                  </a:lnTo>
                  <a:lnTo>
                    <a:pt x="213248" y="1961686"/>
                  </a:lnTo>
                  <a:lnTo>
                    <a:pt x="212176" y="1962577"/>
                  </a:lnTo>
                  <a:lnTo>
                    <a:pt x="211104" y="1963466"/>
                  </a:lnTo>
                  <a:lnTo>
                    <a:pt x="210033" y="1964354"/>
                  </a:lnTo>
                  <a:lnTo>
                    <a:pt x="208961" y="1965240"/>
                  </a:lnTo>
                  <a:lnTo>
                    <a:pt x="207890" y="1966125"/>
                  </a:lnTo>
                  <a:lnTo>
                    <a:pt x="206818" y="1967009"/>
                  </a:lnTo>
                  <a:lnTo>
                    <a:pt x="205746" y="1967891"/>
                  </a:lnTo>
                  <a:lnTo>
                    <a:pt x="204675" y="1968772"/>
                  </a:lnTo>
                  <a:lnTo>
                    <a:pt x="203603" y="1969651"/>
                  </a:lnTo>
                  <a:lnTo>
                    <a:pt x="202532" y="1970529"/>
                  </a:lnTo>
                  <a:lnTo>
                    <a:pt x="201460" y="1971406"/>
                  </a:lnTo>
                  <a:lnTo>
                    <a:pt x="200388" y="1972281"/>
                  </a:lnTo>
                  <a:lnTo>
                    <a:pt x="199317" y="1973155"/>
                  </a:lnTo>
                  <a:lnTo>
                    <a:pt x="198245" y="1974027"/>
                  </a:lnTo>
                  <a:lnTo>
                    <a:pt x="197174" y="1974899"/>
                  </a:lnTo>
                  <a:lnTo>
                    <a:pt x="196102" y="1975768"/>
                  </a:lnTo>
                  <a:lnTo>
                    <a:pt x="195030" y="1976636"/>
                  </a:lnTo>
                  <a:lnTo>
                    <a:pt x="193959" y="1977503"/>
                  </a:lnTo>
                  <a:lnTo>
                    <a:pt x="192887" y="1978369"/>
                  </a:lnTo>
                  <a:lnTo>
                    <a:pt x="191816" y="1979233"/>
                  </a:lnTo>
                  <a:lnTo>
                    <a:pt x="190744" y="1980096"/>
                  </a:lnTo>
                  <a:lnTo>
                    <a:pt x="189672" y="1980957"/>
                  </a:lnTo>
                  <a:lnTo>
                    <a:pt x="188601" y="1981817"/>
                  </a:lnTo>
                  <a:lnTo>
                    <a:pt x="187529" y="1982676"/>
                  </a:lnTo>
                  <a:lnTo>
                    <a:pt x="186458" y="1983533"/>
                  </a:lnTo>
                  <a:lnTo>
                    <a:pt x="185386" y="1984388"/>
                  </a:lnTo>
                  <a:lnTo>
                    <a:pt x="184314" y="1985243"/>
                  </a:lnTo>
                  <a:lnTo>
                    <a:pt x="183243" y="1986096"/>
                  </a:lnTo>
                  <a:lnTo>
                    <a:pt x="182171" y="1986948"/>
                  </a:lnTo>
                  <a:lnTo>
                    <a:pt x="181100" y="1987798"/>
                  </a:lnTo>
                  <a:lnTo>
                    <a:pt x="180028" y="1988647"/>
                  </a:lnTo>
                  <a:lnTo>
                    <a:pt x="178956" y="1989494"/>
                  </a:lnTo>
                  <a:lnTo>
                    <a:pt x="177885" y="1990340"/>
                  </a:lnTo>
                  <a:lnTo>
                    <a:pt x="176813" y="1991185"/>
                  </a:lnTo>
                  <a:lnTo>
                    <a:pt x="175742" y="1992029"/>
                  </a:lnTo>
                  <a:lnTo>
                    <a:pt x="174670" y="1992871"/>
                  </a:lnTo>
                  <a:lnTo>
                    <a:pt x="173599" y="1993711"/>
                  </a:lnTo>
                  <a:lnTo>
                    <a:pt x="172527" y="1994551"/>
                  </a:lnTo>
                  <a:lnTo>
                    <a:pt x="171455" y="1995389"/>
                  </a:lnTo>
                  <a:lnTo>
                    <a:pt x="170384" y="1996225"/>
                  </a:lnTo>
                  <a:lnTo>
                    <a:pt x="169312" y="1997060"/>
                  </a:lnTo>
                  <a:lnTo>
                    <a:pt x="168241" y="1997894"/>
                  </a:lnTo>
                  <a:lnTo>
                    <a:pt x="167169" y="1998727"/>
                  </a:lnTo>
                  <a:lnTo>
                    <a:pt x="166097" y="1999558"/>
                  </a:lnTo>
                  <a:lnTo>
                    <a:pt x="165026" y="2000387"/>
                  </a:lnTo>
                  <a:lnTo>
                    <a:pt x="163954" y="2001216"/>
                  </a:lnTo>
                  <a:lnTo>
                    <a:pt x="162883" y="2002043"/>
                  </a:lnTo>
                  <a:lnTo>
                    <a:pt x="161811" y="2002868"/>
                  </a:lnTo>
                  <a:lnTo>
                    <a:pt x="160739" y="2003693"/>
                  </a:lnTo>
                  <a:lnTo>
                    <a:pt x="159668" y="2004516"/>
                  </a:lnTo>
                  <a:lnTo>
                    <a:pt x="158596" y="2005337"/>
                  </a:lnTo>
                  <a:lnTo>
                    <a:pt x="157525" y="2006157"/>
                  </a:lnTo>
                  <a:lnTo>
                    <a:pt x="156453" y="2006976"/>
                  </a:lnTo>
                  <a:lnTo>
                    <a:pt x="155381" y="2007794"/>
                  </a:lnTo>
                  <a:lnTo>
                    <a:pt x="154310" y="2008610"/>
                  </a:lnTo>
                  <a:lnTo>
                    <a:pt x="153238" y="2009425"/>
                  </a:lnTo>
                  <a:lnTo>
                    <a:pt x="152167" y="2010238"/>
                  </a:lnTo>
                  <a:lnTo>
                    <a:pt x="151095" y="2011051"/>
                  </a:lnTo>
                  <a:lnTo>
                    <a:pt x="150023" y="2011861"/>
                  </a:lnTo>
                  <a:lnTo>
                    <a:pt x="148952" y="2012671"/>
                  </a:lnTo>
                  <a:lnTo>
                    <a:pt x="147880" y="2013479"/>
                  </a:lnTo>
                  <a:lnTo>
                    <a:pt x="146809" y="2014286"/>
                  </a:lnTo>
                  <a:lnTo>
                    <a:pt x="145737" y="2015091"/>
                  </a:lnTo>
                  <a:lnTo>
                    <a:pt x="144665" y="2015895"/>
                  </a:lnTo>
                  <a:lnTo>
                    <a:pt x="143594" y="2016698"/>
                  </a:lnTo>
                  <a:lnTo>
                    <a:pt x="142522" y="2017499"/>
                  </a:lnTo>
                  <a:lnTo>
                    <a:pt x="141451" y="2018299"/>
                  </a:lnTo>
                  <a:lnTo>
                    <a:pt x="140379" y="2019098"/>
                  </a:lnTo>
                  <a:lnTo>
                    <a:pt x="139307" y="2019896"/>
                  </a:lnTo>
                  <a:lnTo>
                    <a:pt x="138236" y="2020692"/>
                  </a:lnTo>
                  <a:lnTo>
                    <a:pt x="137164" y="2021486"/>
                  </a:lnTo>
                  <a:lnTo>
                    <a:pt x="136093" y="2022280"/>
                  </a:lnTo>
                  <a:lnTo>
                    <a:pt x="135021" y="2023072"/>
                  </a:lnTo>
                  <a:lnTo>
                    <a:pt x="133949" y="2023863"/>
                  </a:lnTo>
                  <a:lnTo>
                    <a:pt x="132878" y="2024652"/>
                  </a:lnTo>
                  <a:lnTo>
                    <a:pt x="131806" y="2025440"/>
                  </a:lnTo>
                  <a:lnTo>
                    <a:pt x="130735" y="2026227"/>
                  </a:lnTo>
                  <a:lnTo>
                    <a:pt x="129663" y="2027013"/>
                  </a:lnTo>
                  <a:lnTo>
                    <a:pt x="128591" y="2027797"/>
                  </a:lnTo>
                  <a:lnTo>
                    <a:pt x="127520" y="2028580"/>
                  </a:lnTo>
                  <a:lnTo>
                    <a:pt x="126448" y="2029361"/>
                  </a:lnTo>
                  <a:lnTo>
                    <a:pt x="125377" y="2030141"/>
                  </a:lnTo>
                  <a:lnTo>
                    <a:pt x="124305" y="2030920"/>
                  </a:lnTo>
                  <a:lnTo>
                    <a:pt x="123233" y="2031698"/>
                  </a:lnTo>
                  <a:lnTo>
                    <a:pt x="122162" y="2032474"/>
                  </a:lnTo>
                  <a:lnTo>
                    <a:pt x="121090" y="2033249"/>
                  </a:lnTo>
                  <a:lnTo>
                    <a:pt x="120019" y="2034023"/>
                  </a:lnTo>
                  <a:lnTo>
                    <a:pt x="118947" y="2034795"/>
                  </a:lnTo>
                  <a:lnTo>
                    <a:pt x="117875" y="2035566"/>
                  </a:lnTo>
                  <a:lnTo>
                    <a:pt x="116804" y="2036336"/>
                  </a:lnTo>
                  <a:lnTo>
                    <a:pt x="115732" y="2037104"/>
                  </a:lnTo>
                  <a:lnTo>
                    <a:pt x="114661" y="2037872"/>
                  </a:lnTo>
                  <a:lnTo>
                    <a:pt x="113589" y="2038637"/>
                  </a:lnTo>
                  <a:lnTo>
                    <a:pt x="112517" y="2039402"/>
                  </a:lnTo>
                  <a:lnTo>
                    <a:pt x="111446" y="2040165"/>
                  </a:lnTo>
                  <a:lnTo>
                    <a:pt x="110374" y="2040927"/>
                  </a:lnTo>
                  <a:lnTo>
                    <a:pt x="109303" y="2041688"/>
                  </a:lnTo>
                  <a:lnTo>
                    <a:pt x="108231" y="2042447"/>
                  </a:lnTo>
                  <a:lnTo>
                    <a:pt x="107159" y="2043205"/>
                  </a:lnTo>
                  <a:lnTo>
                    <a:pt x="106088" y="2043962"/>
                  </a:lnTo>
                  <a:lnTo>
                    <a:pt x="105016" y="2044718"/>
                  </a:lnTo>
                  <a:lnTo>
                    <a:pt x="103945" y="2045472"/>
                  </a:lnTo>
                  <a:lnTo>
                    <a:pt x="102873" y="2046225"/>
                  </a:lnTo>
                  <a:lnTo>
                    <a:pt x="101801" y="2046977"/>
                  </a:lnTo>
                  <a:lnTo>
                    <a:pt x="100730" y="2047727"/>
                  </a:lnTo>
                  <a:lnTo>
                    <a:pt x="99658" y="2048476"/>
                  </a:lnTo>
                  <a:lnTo>
                    <a:pt x="98587" y="2049224"/>
                  </a:lnTo>
                  <a:lnTo>
                    <a:pt x="97515" y="2049970"/>
                  </a:lnTo>
                  <a:lnTo>
                    <a:pt x="96443" y="2050716"/>
                  </a:lnTo>
                  <a:lnTo>
                    <a:pt x="95372" y="2051460"/>
                  </a:lnTo>
                  <a:lnTo>
                    <a:pt x="94300" y="2052202"/>
                  </a:lnTo>
                  <a:lnTo>
                    <a:pt x="93229" y="2052944"/>
                  </a:lnTo>
                  <a:lnTo>
                    <a:pt x="92157" y="2053684"/>
                  </a:lnTo>
                  <a:lnTo>
                    <a:pt x="91085" y="2054423"/>
                  </a:lnTo>
                  <a:lnTo>
                    <a:pt x="90014" y="2055161"/>
                  </a:lnTo>
                  <a:lnTo>
                    <a:pt x="88942" y="2055897"/>
                  </a:lnTo>
                  <a:lnTo>
                    <a:pt x="87871" y="2056632"/>
                  </a:lnTo>
                  <a:lnTo>
                    <a:pt x="86799" y="2057366"/>
                  </a:lnTo>
                  <a:lnTo>
                    <a:pt x="85727" y="2058099"/>
                  </a:lnTo>
                  <a:lnTo>
                    <a:pt x="84656" y="2058830"/>
                  </a:lnTo>
                  <a:lnTo>
                    <a:pt x="83584" y="2059560"/>
                  </a:lnTo>
                  <a:lnTo>
                    <a:pt x="82513" y="2060289"/>
                  </a:lnTo>
                  <a:lnTo>
                    <a:pt x="81441" y="2061016"/>
                  </a:lnTo>
                  <a:lnTo>
                    <a:pt x="80369" y="2061743"/>
                  </a:lnTo>
                  <a:lnTo>
                    <a:pt x="79298" y="2062468"/>
                  </a:lnTo>
                  <a:lnTo>
                    <a:pt x="78226" y="2063192"/>
                  </a:lnTo>
                  <a:lnTo>
                    <a:pt x="77155" y="2063914"/>
                  </a:lnTo>
                  <a:lnTo>
                    <a:pt x="76083" y="2064636"/>
                  </a:lnTo>
                  <a:lnTo>
                    <a:pt x="75011" y="2065356"/>
                  </a:lnTo>
                  <a:lnTo>
                    <a:pt x="73940" y="2066074"/>
                  </a:lnTo>
                  <a:lnTo>
                    <a:pt x="72868" y="2066792"/>
                  </a:lnTo>
                  <a:lnTo>
                    <a:pt x="71797" y="2067508"/>
                  </a:lnTo>
                  <a:lnTo>
                    <a:pt x="70725" y="2068224"/>
                  </a:lnTo>
                  <a:lnTo>
                    <a:pt x="69653" y="2068937"/>
                  </a:lnTo>
                  <a:lnTo>
                    <a:pt x="68582" y="2069650"/>
                  </a:lnTo>
                  <a:lnTo>
                    <a:pt x="67510" y="2070361"/>
                  </a:lnTo>
                  <a:lnTo>
                    <a:pt x="66439" y="2071072"/>
                  </a:lnTo>
                  <a:lnTo>
                    <a:pt x="65367" y="2071781"/>
                  </a:lnTo>
                  <a:lnTo>
                    <a:pt x="64295" y="2072488"/>
                  </a:lnTo>
                  <a:lnTo>
                    <a:pt x="63224" y="2073195"/>
                  </a:lnTo>
                  <a:lnTo>
                    <a:pt x="62152" y="2073900"/>
                  </a:lnTo>
                  <a:lnTo>
                    <a:pt x="61081" y="2074604"/>
                  </a:lnTo>
                  <a:lnTo>
                    <a:pt x="60009" y="2075307"/>
                  </a:lnTo>
                  <a:lnTo>
                    <a:pt x="58937" y="2076008"/>
                  </a:lnTo>
                  <a:lnTo>
                    <a:pt x="57866" y="2076709"/>
                  </a:lnTo>
                  <a:lnTo>
                    <a:pt x="56794" y="2077408"/>
                  </a:lnTo>
                  <a:lnTo>
                    <a:pt x="55723" y="2078106"/>
                  </a:lnTo>
                  <a:lnTo>
                    <a:pt x="54651" y="2078803"/>
                  </a:lnTo>
                  <a:lnTo>
                    <a:pt x="53579" y="2079498"/>
                  </a:lnTo>
                  <a:lnTo>
                    <a:pt x="52508" y="2080192"/>
                  </a:lnTo>
                  <a:lnTo>
                    <a:pt x="51436" y="2080885"/>
                  </a:lnTo>
                  <a:lnTo>
                    <a:pt x="50365" y="2081577"/>
                  </a:lnTo>
                  <a:lnTo>
                    <a:pt x="49293" y="2082268"/>
                  </a:lnTo>
                  <a:lnTo>
                    <a:pt x="48221" y="2082957"/>
                  </a:lnTo>
                  <a:lnTo>
                    <a:pt x="47150" y="2083646"/>
                  </a:lnTo>
                  <a:lnTo>
                    <a:pt x="46078" y="2084333"/>
                  </a:lnTo>
                  <a:lnTo>
                    <a:pt x="45007" y="2085019"/>
                  </a:lnTo>
                  <a:lnTo>
                    <a:pt x="43935" y="2085703"/>
                  </a:lnTo>
                  <a:lnTo>
                    <a:pt x="42863" y="2086387"/>
                  </a:lnTo>
                  <a:lnTo>
                    <a:pt x="41792" y="2087069"/>
                  </a:lnTo>
                  <a:lnTo>
                    <a:pt x="40720" y="2087750"/>
                  </a:lnTo>
                  <a:lnTo>
                    <a:pt x="39649" y="2088430"/>
                  </a:lnTo>
                  <a:lnTo>
                    <a:pt x="38577" y="2089108"/>
                  </a:lnTo>
                  <a:lnTo>
                    <a:pt x="37505" y="2089786"/>
                  </a:lnTo>
                  <a:lnTo>
                    <a:pt x="36434" y="2090462"/>
                  </a:lnTo>
                  <a:lnTo>
                    <a:pt x="35362" y="2091137"/>
                  </a:lnTo>
                  <a:lnTo>
                    <a:pt x="34291" y="2091811"/>
                  </a:lnTo>
                  <a:lnTo>
                    <a:pt x="33219" y="2092484"/>
                  </a:lnTo>
                  <a:lnTo>
                    <a:pt x="32147" y="2093156"/>
                  </a:lnTo>
                  <a:lnTo>
                    <a:pt x="31076" y="2093826"/>
                  </a:lnTo>
                  <a:lnTo>
                    <a:pt x="30004" y="2094495"/>
                  </a:lnTo>
                  <a:lnTo>
                    <a:pt x="28933" y="2095163"/>
                  </a:lnTo>
                  <a:lnTo>
                    <a:pt x="27861" y="2095830"/>
                  </a:lnTo>
                  <a:lnTo>
                    <a:pt x="26789" y="2096496"/>
                  </a:lnTo>
                  <a:lnTo>
                    <a:pt x="25718" y="2097160"/>
                  </a:lnTo>
                  <a:lnTo>
                    <a:pt x="24646" y="2097823"/>
                  </a:lnTo>
                  <a:lnTo>
                    <a:pt x="23575" y="2098486"/>
                  </a:lnTo>
                  <a:lnTo>
                    <a:pt x="22503" y="2099147"/>
                  </a:lnTo>
                  <a:lnTo>
                    <a:pt x="21431" y="2099806"/>
                  </a:lnTo>
                  <a:lnTo>
                    <a:pt x="20360" y="2100465"/>
                  </a:lnTo>
                  <a:lnTo>
                    <a:pt x="19288" y="2101123"/>
                  </a:lnTo>
                  <a:lnTo>
                    <a:pt x="18217" y="2101779"/>
                  </a:lnTo>
                  <a:lnTo>
                    <a:pt x="17145" y="2102434"/>
                  </a:lnTo>
                  <a:lnTo>
                    <a:pt x="16073" y="2103088"/>
                  </a:lnTo>
                  <a:lnTo>
                    <a:pt x="15002" y="2103741"/>
                  </a:lnTo>
                  <a:lnTo>
                    <a:pt x="13930" y="2104393"/>
                  </a:lnTo>
                  <a:lnTo>
                    <a:pt x="12859" y="2105043"/>
                  </a:lnTo>
                  <a:lnTo>
                    <a:pt x="11787" y="2105693"/>
                  </a:lnTo>
                  <a:lnTo>
                    <a:pt x="10715" y="2106341"/>
                  </a:lnTo>
                  <a:lnTo>
                    <a:pt x="9644" y="2106988"/>
                  </a:lnTo>
                  <a:lnTo>
                    <a:pt x="8572" y="2107634"/>
                  </a:lnTo>
                  <a:lnTo>
                    <a:pt x="7501" y="2108279"/>
                  </a:lnTo>
                  <a:lnTo>
                    <a:pt x="6429" y="2108922"/>
                  </a:lnTo>
                  <a:lnTo>
                    <a:pt x="5357" y="2109565"/>
                  </a:lnTo>
                  <a:lnTo>
                    <a:pt x="4286" y="2110206"/>
                  </a:lnTo>
                  <a:lnTo>
                    <a:pt x="3214" y="2110847"/>
                  </a:lnTo>
                  <a:lnTo>
                    <a:pt x="2143" y="2111486"/>
                  </a:lnTo>
                  <a:lnTo>
                    <a:pt x="1071" y="2112124"/>
                  </a:lnTo>
                  <a:lnTo>
                    <a:pt x="0" y="2112760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684231" y="474292"/>
              <a:ext cx="3856684" cy="1284066"/>
            </a:xfrm>
            <a:custGeom>
              <a:avLst/>
              <a:gdLst/>
              <a:ahLst/>
              <a:cxnLst/>
              <a:rect l="0" t="0" r="0" b="0"/>
              <a:pathLst>
                <a:path w="3856684" h="1284066">
                  <a:moveTo>
                    <a:pt x="0" y="1284066"/>
                  </a:moveTo>
                  <a:lnTo>
                    <a:pt x="1071" y="1283635"/>
                  </a:lnTo>
                  <a:lnTo>
                    <a:pt x="2143" y="1283204"/>
                  </a:lnTo>
                  <a:lnTo>
                    <a:pt x="3214" y="1282773"/>
                  </a:lnTo>
                  <a:lnTo>
                    <a:pt x="4286" y="1282341"/>
                  </a:lnTo>
                  <a:lnTo>
                    <a:pt x="5357" y="1281908"/>
                  </a:lnTo>
                  <a:lnTo>
                    <a:pt x="6429" y="1281476"/>
                  </a:lnTo>
                  <a:lnTo>
                    <a:pt x="7501" y="1281042"/>
                  </a:lnTo>
                  <a:lnTo>
                    <a:pt x="8572" y="1280609"/>
                  </a:lnTo>
                  <a:lnTo>
                    <a:pt x="9644" y="1280175"/>
                  </a:lnTo>
                  <a:lnTo>
                    <a:pt x="10715" y="1279740"/>
                  </a:lnTo>
                  <a:lnTo>
                    <a:pt x="11787" y="1279306"/>
                  </a:lnTo>
                  <a:lnTo>
                    <a:pt x="12859" y="1278870"/>
                  </a:lnTo>
                  <a:lnTo>
                    <a:pt x="13930" y="1278435"/>
                  </a:lnTo>
                  <a:lnTo>
                    <a:pt x="15002" y="1277999"/>
                  </a:lnTo>
                  <a:lnTo>
                    <a:pt x="16073" y="1277562"/>
                  </a:lnTo>
                  <a:lnTo>
                    <a:pt x="17145" y="1277126"/>
                  </a:lnTo>
                  <a:lnTo>
                    <a:pt x="18217" y="1276688"/>
                  </a:lnTo>
                  <a:lnTo>
                    <a:pt x="19288" y="1276251"/>
                  </a:lnTo>
                  <a:lnTo>
                    <a:pt x="20360" y="1275812"/>
                  </a:lnTo>
                  <a:lnTo>
                    <a:pt x="21431" y="1275374"/>
                  </a:lnTo>
                  <a:lnTo>
                    <a:pt x="22503" y="1274935"/>
                  </a:lnTo>
                  <a:lnTo>
                    <a:pt x="23575" y="1274496"/>
                  </a:lnTo>
                  <a:lnTo>
                    <a:pt x="24646" y="1274056"/>
                  </a:lnTo>
                  <a:lnTo>
                    <a:pt x="25718" y="1273616"/>
                  </a:lnTo>
                  <a:lnTo>
                    <a:pt x="26789" y="1273175"/>
                  </a:lnTo>
                  <a:lnTo>
                    <a:pt x="27861" y="1272734"/>
                  </a:lnTo>
                  <a:lnTo>
                    <a:pt x="28933" y="1272292"/>
                  </a:lnTo>
                  <a:lnTo>
                    <a:pt x="30004" y="1271850"/>
                  </a:lnTo>
                  <a:lnTo>
                    <a:pt x="31076" y="1271408"/>
                  </a:lnTo>
                  <a:lnTo>
                    <a:pt x="32147" y="1270965"/>
                  </a:lnTo>
                  <a:lnTo>
                    <a:pt x="33219" y="1270522"/>
                  </a:lnTo>
                  <a:lnTo>
                    <a:pt x="34291" y="1270078"/>
                  </a:lnTo>
                  <a:lnTo>
                    <a:pt x="35362" y="1269634"/>
                  </a:lnTo>
                  <a:lnTo>
                    <a:pt x="36434" y="1269190"/>
                  </a:lnTo>
                  <a:lnTo>
                    <a:pt x="37505" y="1268745"/>
                  </a:lnTo>
                  <a:lnTo>
                    <a:pt x="38577" y="1268299"/>
                  </a:lnTo>
                  <a:lnTo>
                    <a:pt x="39649" y="1267853"/>
                  </a:lnTo>
                  <a:lnTo>
                    <a:pt x="40720" y="1267407"/>
                  </a:lnTo>
                  <a:lnTo>
                    <a:pt x="41792" y="1266960"/>
                  </a:lnTo>
                  <a:lnTo>
                    <a:pt x="42863" y="1266513"/>
                  </a:lnTo>
                  <a:lnTo>
                    <a:pt x="43935" y="1266065"/>
                  </a:lnTo>
                  <a:lnTo>
                    <a:pt x="45007" y="1265617"/>
                  </a:lnTo>
                  <a:lnTo>
                    <a:pt x="46078" y="1265169"/>
                  </a:lnTo>
                  <a:lnTo>
                    <a:pt x="47150" y="1264720"/>
                  </a:lnTo>
                  <a:lnTo>
                    <a:pt x="48221" y="1264270"/>
                  </a:lnTo>
                  <a:lnTo>
                    <a:pt x="49293" y="1263820"/>
                  </a:lnTo>
                  <a:lnTo>
                    <a:pt x="50365" y="1263370"/>
                  </a:lnTo>
                  <a:lnTo>
                    <a:pt x="51436" y="1262919"/>
                  </a:lnTo>
                  <a:lnTo>
                    <a:pt x="52508" y="1262468"/>
                  </a:lnTo>
                  <a:lnTo>
                    <a:pt x="53579" y="1262016"/>
                  </a:lnTo>
                  <a:lnTo>
                    <a:pt x="54651" y="1261564"/>
                  </a:lnTo>
                  <a:lnTo>
                    <a:pt x="55723" y="1261111"/>
                  </a:lnTo>
                  <a:lnTo>
                    <a:pt x="56794" y="1260658"/>
                  </a:lnTo>
                  <a:lnTo>
                    <a:pt x="57866" y="1260204"/>
                  </a:lnTo>
                  <a:lnTo>
                    <a:pt x="58937" y="1259750"/>
                  </a:lnTo>
                  <a:lnTo>
                    <a:pt x="60009" y="1259295"/>
                  </a:lnTo>
                  <a:lnTo>
                    <a:pt x="61081" y="1258840"/>
                  </a:lnTo>
                  <a:lnTo>
                    <a:pt x="62152" y="1258385"/>
                  </a:lnTo>
                  <a:lnTo>
                    <a:pt x="63224" y="1257929"/>
                  </a:lnTo>
                  <a:lnTo>
                    <a:pt x="64295" y="1257472"/>
                  </a:lnTo>
                  <a:lnTo>
                    <a:pt x="65367" y="1257015"/>
                  </a:lnTo>
                  <a:lnTo>
                    <a:pt x="66439" y="1256558"/>
                  </a:lnTo>
                  <a:lnTo>
                    <a:pt x="67510" y="1256100"/>
                  </a:lnTo>
                  <a:lnTo>
                    <a:pt x="68582" y="1255642"/>
                  </a:lnTo>
                  <a:lnTo>
                    <a:pt x="69653" y="1255183"/>
                  </a:lnTo>
                  <a:lnTo>
                    <a:pt x="70725" y="1254723"/>
                  </a:lnTo>
                  <a:lnTo>
                    <a:pt x="71797" y="1254263"/>
                  </a:lnTo>
                  <a:lnTo>
                    <a:pt x="72868" y="1253803"/>
                  </a:lnTo>
                  <a:lnTo>
                    <a:pt x="73940" y="1253342"/>
                  </a:lnTo>
                  <a:lnTo>
                    <a:pt x="75011" y="1252881"/>
                  </a:lnTo>
                  <a:lnTo>
                    <a:pt x="76083" y="1252419"/>
                  </a:lnTo>
                  <a:lnTo>
                    <a:pt x="77155" y="1251957"/>
                  </a:lnTo>
                  <a:lnTo>
                    <a:pt x="78226" y="1251494"/>
                  </a:lnTo>
                  <a:lnTo>
                    <a:pt x="79298" y="1251030"/>
                  </a:lnTo>
                  <a:lnTo>
                    <a:pt x="80369" y="1250566"/>
                  </a:lnTo>
                  <a:lnTo>
                    <a:pt x="81441" y="1250102"/>
                  </a:lnTo>
                  <a:lnTo>
                    <a:pt x="82513" y="1249637"/>
                  </a:lnTo>
                  <a:lnTo>
                    <a:pt x="83584" y="1249172"/>
                  </a:lnTo>
                  <a:lnTo>
                    <a:pt x="84656" y="1248706"/>
                  </a:lnTo>
                  <a:lnTo>
                    <a:pt x="85727" y="1248240"/>
                  </a:lnTo>
                  <a:lnTo>
                    <a:pt x="86799" y="1247773"/>
                  </a:lnTo>
                  <a:lnTo>
                    <a:pt x="87871" y="1247305"/>
                  </a:lnTo>
                  <a:lnTo>
                    <a:pt x="88942" y="1246837"/>
                  </a:lnTo>
                  <a:lnTo>
                    <a:pt x="90014" y="1246369"/>
                  </a:lnTo>
                  <a:lnTo>
                    <a:pt x="91085" y="1245900"/>
                  </a:lnTo>
                  <a:lnTo>
                    <a:pt x="92157" y="1245430"/>
                  </a:lnTo>
                  <a:lnTo>
                    <a:pt x="93229" y="1244960"/>
                  </a:lnTo>
                  <a:lnTo>
                    <a:pt x="94300" y="1244490"/>
                  </a:lnTo>
                  <a:lnTo>
                    <a:pt x="95372" y="1244019"/>
                  </a:lnTo>
                  <a:lnTo>
                    <a:pt x="96443" y="1243547"/>
                  </a:lnTo>
                  <a:lnTo>
                    <a:pt x="97515" y="1243075"/>
                  </a:lnTo>
                  <a:lnTo>
                    <a:pt x="98587" y="1242602"/>
                  </a:lnTo>
                  <a:lnTo>
                    <a:pt x="99658" y="1242129"/>
                  </a:lnTo>
                  <a:lnTo>
                    <a:pt x="100730" y="1241655"/>
                  </a:lnTo>
                  <a:lnTo>
                    <a:pt x="101801" y="1241181"/>
                  </a:lnTo>
                  <a:lnTo>
                    <a:pt x="102873" y="1240706"/>
                  </a:lnTo>
                  <a:lnTo>
                    <a:pt x="103945" y="1240231"/>
                  </a:lnTo>
                  <a:lnTo>
                    <a:pt x="105016" y="1239755"/>
                  </a:lnTo>
                  <a:lnTo>
                    <a:pt x="106088" y="1239279"/>
                  </a:lnTo>
                  <a:lnTo>
                    <a:pt x="107159" y="1238801"/>
                  </a:lnTo>
                  <a:lnTo>
                    <a:pt x="108231" y="1238324"/>
                  </a:lnTo>
                  <a:lnTo>
                    <a:pt x="109303" y="1237846"/>
                  </a:lnTo>
                  <a:lnTo>
                    <a:pt x="110374" y="1237367"/>
                  </a:lnTo>
                  <a:lnTo>
                    <a:pt x="111446" y="1236888"/>
                  </a:lnTo>
                  <a:lnTo>
                    <a:pt x="112517" y="1236408"/>
                  </a:lnTo>
                  <a:lnTo>
                    <a:pt x="113589" y="1235928"/>
                  </a:lnTo>
                  <a:lnTo>
                    <a:pt x="114661" y="1235447"/>
                  </a:lnTo>
                  <a:lnTo>
                    <a:pt x="115732" y="1234965"/>
                  </a:lnTo>
                  <a:lnTo>
                    <a:pt x="116804" y="1234483"/>
                  </a:lnTo>
                  <a:lnTo>
                    <a:pt x="117875" y="1234001"/>
                  </a:lnTo>
                  <a:lnTo>
                    <a:pt x="118947" y="1233518"/>
                  </a:lnTo>
                  <a:lnTo>
                    <a:pt x="120019" y="1233034"/>
                  </a:lnTo>
                  <a:lnTo>
                    <a:pt x="121090" y="1232550"/>
                  </a:lnTo>
                  <a:lnTo>
                    <a:pt x="122162" y="1232065"/>
                  </a:lnTo>
                  <a:lnTo>
                    <a:pt x="123233" y="1231579"/>
                  </a:lnTo>
                  <a:lnTo>
                    <a:pt x="124305" y="1231093"/>
                  </a:lnTo>
                  <a:lnTo>
                    <a:pt x="125377" y="1230606"/>
                  </a:lnTo>
                  <a:lnTo>
                    <a:pt x="126448" y="1230119"/>
                  </a:lnTo>
                  <a:lnTo>
                    <a:pt x="127520" y="1229631"/>
                  </a:lnTo>
                  <a:lnTo>
                    <a:pt x="128591" y="1229143"/>
                  </a:lnTo>
                  <a:lnTo>
                    <a:pt x="129663" y="1228654"/>
                  </a:lnTo>
                  <a:lnTo>
                    <a:pt x="130735" y="1228164"/>
                  </a:lnTo>
                  <a:lnTo>
                    <a:pt x="131806" y="1227674"/>
                  </a:lnTo>
                  <a:lnTo>
                    <a:pt x="132878" y="1227183"/>
                  </a:lnTo>
                  <a:lnTo>
                    <a:pt x="133949" y="1226692"/>
                  </a:lnTo>
                  <a:lnTo>
                    <a:pt x="135021" y="1226200"/>
                  </a:lnTo>
                  <a:lnTo>
                    <a:pt x="136093" y="1225707"/>
                  </a:lnTo>
                  <a:lnTo>
                    <a:pt x="137164" y="1225214"/>
                  </a:lnTo>
                  <a:lnTo>
                    <a:pt x="138236" y="1224720"/>
                  </a:lnTo>
                  <a:lnTo>
                    <a:pt x="139307" y="1224226"/>
                  </a:lnTo>
                  <a:lnTo>
                    <a:pt x="140379" y="1223731"/>
                  </a:lnTo>
                  <a:lnTo>
                    <a:pt x="141451" y="1223235"/>
                  </a:lnTo>
                  <a:lnTo>
                    <a:pt x="142522" y="1222739"/>
                  </a:lnTo>
                  <a:lnTo>
                    <a:pt x="143594" y="1222242"/>
                  </a:lnTo>
                  <a:lnTo>
                    <a:pt x="144665" y="1221745"/>
                  </a:lnTo>
                  <a:lnTo>
                    <a:pt x="145737" y="1221246"/>
                  </a:lnTo>
                  <a:lnTo>
                    <a:pt x="146809" y="1220748"/>
                  </a:lnTo>
                  <a:lnTo>
                    <a:pt x="147880" y="1220248"/>
                  </a:lnTo>
                  <a:lnTo>
                    <a:pt x="148952" y="1219748"/>
                  </a:lnTo>
                  <a:lnTo>
                    <a:pt x="150023" y="1219247"/>
                  </a:lnTo>
                  <a:lnTo>
                    <a:pt x="151095" y="1218746"/>
                  </a:lnTo>
                  <a:lnTo>
                    <a:pt x="152167" y="1218244"/>
                  </a:lnTo>
                  <a:lnTo>
                    <a:pt x="153238" y="1217742"/>
                  </a:lnTo>
                  <a:lnTo>
                    <a:pt x="154310" y="1217238"/>
                  </a:lnTo>
                  <a:lnTo>
                    <a:pt x="155381" y="1216734"/>
                  </a:lnTo>
                  <a:lnTo>
                    <a:pt x="156453" y="1216230"/>
                  </a:lnTo>
                  <a:lnTo>
                    <a:pt x="157525" y="1215725"/>
                  </a:lnTo>
                  <a:lnTo>
                    <a:pt x="158596" y="1215219"/>
                  </a:lnTo>
                  <a:lnTo>
                    <a:pt x="159668" y="1214712"/>
                  </a:lnTo>
                  <a:lnTo>
                    <a:pt x="160739" y="1214205"/>
                  </a:lnTo>
                  <a:lnTo>
                    <a:pt x="161811" y="1213697"/>
                  </a:lnTo>
                  <a:lnTo>
                    <a:pt x="162883" y="1213189"/>
                  </a:lnTo>
                  <a:lnTo>
                    <a:pt x="163954" y="1212680"/>
                  </a:lnTo>
                  <a:lnTo>
                    <a:pt x="165026" y="1212170"/>
                  </a:lnTo>
                  <a:lnTo>
                    <a:pt x="166097" y="1211659"/>
                  </a:lnTo>
                  <a:lnTo>
                    <a:pt x="167169" y="1211148"/>
                  </a:lnTo>
                  <a:lnTo>
                    <a:pt x="168241" y="1210636"/>
                  </a:lnTo>
                  <a:lnTo>
                    <a:pt x="169312" y="1210124"/>
                  </a:lnTo>
                  <a:lnTo>
                    <a:pt x="170384" y="1209610"/>
                  </a:lnTo>
                  <a:lnTo>
                    <a:pt x="171455" y="1209096"/>
                  </a:lnTo>
                  <a:lnTo>
                    <a:pt x="172527" y="1208582"/>
                  </a:lnTo>
                  <a:lnTo>
                    <a:pt x="173599" y="1208067"/>
                  </a:lnTo>
                  <a:lnTo>
                    <a:pt x="174670" y="1207551"/>
                  </a:lnTo>
                  <a:lnTo>
                    <a:pt x="175742" y="1207034"/>
                  </a:lnTo>
                  <a:lnTo>
                    <a:pt x="176813" y="1206516"/>
                  </a:lnTo>
                  <a:lnTo>
                    <a:pt x="177885" y="1205998"/>
                  </a:lnTo>
                  <a:lnTo>
                    <a:pt x="178956" y="1205479"/>
                  </a:lnTo>
                  <a:lnTo>
                    <a:pt x="180028" y="1204960"/>
                  </a:lnTo>
                  <a:lnTo>
                    <a:pt x="181100" y="1204440"/>
                  </a:lnTo>
                  <a:lnTo>
                    <a:pt x="182171" y="1203919"/>
                  </a:lnTo>
                  <a:lnTo>
                    <a:pt x="183243" y="1203397"/>
                  </a:lnTo>
                  <a:lnTo>
                    <a:pt x="184314" y="1202875"/>
                  </a:lnTo>
                  <a:lnTo>
                    <a:pt x="185386" y="1202352"/>
                  </a:lnTo>
                  <a:lnTo>
                    <a:pt x="186458" y="1201828"/>
                  </a:lnTo>
                  <a:lnTo>
                    <a:pt x="187529" y="1201303"/>
                  </a:lnTo>
                  <a:lnTo>
                    <a:pt x="188601" y="1200778"/>
                  </a:lnTo>
                  <a:lnTo>
                    <a:pt x="189672" y="1200252"/>
                  </a:lnTo>
                  <a:lnTo>
                    <a:pt x="190744" y="1199725"/>
                  </a:lnTo>
                  <a:lnTo>
                    <a:pt x="191816" y="1199198"/>
                  </a:lnTo>
                  <a:lnTo>
                    <a:pt x="192887" y="1198669"/>
                  </a:lnTo>
                  <a:lnTo>
                    <a:pt x="193959" y="1198140"/>
                  </a:lnTo>
                  <a:lnTo>
                    <a:pt x="195030" y="1197611"/>
                  </a:lnTo>
                  <a:lnTo>
                    <a:pt x="196102" y="1197080"/>
                  </a:lnTo>
                  <a:lnTo>
                    <a:pt x="197174" y="1196549"/>
                  </a:lnTo>
                  <a:lnTo>
                    <a:pt x="198245" y="1196017"/>
                  </a:lnTo>
                  <a:lnTo>
                    <a:pt x="199317" y="1195484"/>
                  </a:lnTo>
                  <a:lnTo>
                    <a:pt x="200388" y="1194950"/>
                  </a:lnTo>
                  <a:lnTo>
                    <a:pt x="201460" y="1194416"/>
                  </a:lnTo>
                  <a:lnTo>
                    <a:pt x="202532" y="1193881"/>
                  </a:lnTo>
                  <a:lnTo>
                    <a:pt x="203603" y="1193345"/>
                  </a:lnTo>
                  <a:lnTo>
                    <a:pt x="204675" y="1192809"/>
                  </a:lnTo>
                  <a:lnTo>
                    <a:pt x="205746" y="1192271"/>
                  </a:lnTo>
                  <a:lnTo>
                    <a:pt x="206818" y="1191733"/>
                  </a:lnTo>
                  <a:lnTo>
                    <a:pt x="207890" y="1191194"/>
                  </a:lnTo>
                  <a:lnTo>
                    <a:pt x="208961" y="1190654"/>
                  </a:lnTo>
                  <a:lnTo>
                    <a:pt x="210033" y="1190114"/>
                  </a:lnTo>
                  <a:lnTo>
                    <a:pt x="211104" y="1189572"/>
                  </a:lnTo>
                  <a:lnTo>
                    <a:pt x="212176" y="1189030"/>
                  </a:lnTo>
                  <a:lnTo>
                    <a:pt x="213248" y="1188487"/>
                  </a:lnTo>
                  <a:lnTo>
                    <a:pt x="214319" y="1187943"/>
                  </a:lnTo>
                  <a:lnTo>
                    <a:pt x="215391" y="1187399"/>
                  </a:lnTo>
                  <a:lnTo>
                    <a:pt x="216462" y="1186853"/>
                  </a:lnTo>
                  <a:lnTo>
                    <a:pt x="217534" y="1186307"/>
                  </a:lnTo>
                  <a:lnTo>
                    <a:pt x="218606" y="1185760"/>
                  </a:lnTo>
                  <a:lnTo>
                    <a:pt x="219677" y="1185212"/>
                  </a:lnTo>
                  <a:lnTo>
                    <a:pt x="220749" y="1184663"/>
                  </a:lnTo>
                  <a:lnTo>
                    <a:pt x="221820" y="1184114"/>
                  </a:lnTo>
                  <a:lnTo>
                    <a:pt x="222892" y="1183563"/>
                  </a:lnTo>
                  <a:lnTo>
                    <a:pt x="223964" y="1183012"/>
                  </a:lnTo>
                  <a:lnTo>
                    <a:pt x="225035" y="1182460"/>
                  </a:lnTo>
                  <a:lnTo>
                    <a:pt x="226107" y="1181907"/>
                  </a:lnTo>
                  <a:lnTo>
                    <a:pt x="227178" y="1181353"/>
                  </a:lnTo>
                  <a:lnTo>
                    <a:pt x="228250" y="1180799"/>
                  </a:lnTo>
                  <a:lnTo>
                    <a:pt x="229322" y="1180243"/>
                  </a:lnTo>
                  <a:lnTo>
                    <a:pt x="230393" y="1179687"/>
                  </a:lnTo>
                  <a:lnTo>
                    <a:pt x="231465" y="1179130"/>
                  </a:lnTo>
                  <a:lnTo>
                    <a:pt x="232536" y="1178572"/>
                  </a:lnTo>
                  <a:lnTo>
                    <a:pt x="233608" y="1178013"/>
                  </a:lnTo>
                  <a:lnTo>
                    <a:pt x="234680" y="1177453"/>
                  </a:lnTo>
                  <a:lnTo>
                    <a:pt x="235751" y="1176892"/>
                  </a:lnTo>
                  <a:lnTo>
                    <a:pt x="236823" y="1176331"/>
                  </a:lnTo>
                  <a:lnTo>
                    <a:pt x="237894" y="1175768"/>
                  </a:lnTo>
                  <a:lnTo>
                    <a:pt x="238966" y="1175205"/>
                  </a:lnTo>
                  <a:lnTo>
                    <a:pt x="240038" y="1174641"/>
                  </a:lnTo>
                  <a:lnTo>
                    <a:pt x="241109" y="1174076"/>
                  </a:lnTo>
                  <a:lnTo>
                    <a:pt x="242181" y="1173510"/>
                  </a:lnTo>
                  <a:lnTo>
                    <a:pt x="243252" y="1172943"/>
                  </a:lnTo>
                  <a:lnTo>
                    <a:pt x="244324" y="1172375"/>
                  </a:lnTo>
                  <a:lnTo>
                    <a:pt x="245396" y="1171806"/>
                  </a:lnTo>
                  <a:lnTo>
                    <a:pt x="246467" y="1171236"/>
                  </a:lnTo>
                  <a:lnTo>
                    <a:pt x="247539" y="1170666"/>
                  </a:lnTo>
                  <a:lnTo>
                    <a:pt x="248610" y="1170094"/>
                  </a:lnTo>
                  <a:lnTo>
                    <a:pt x="249682" y="1169522"/>
                  </a:lnTo>
                  <a:lnTo>
                    <a:pt x="250754" y="1168948"/>
                  </a:lnTo>
                  <a:lnTo>
                    <a:pt x="251825" y="1168374"/>
                  </a:lnTo>
                  <a:lnTo>
                    <a:pt x="252897" y="1167799"/>
                  </a:lnTo>
                  <a:lnTo>
                    <a:pt x="253968" y="1167222"/>
                  </a:lnTo>
                  <a:lnTo>
                    <a:pt x="255040" y="1166645"/>
                  </a:lnTo>
                  <a:lnTo>
                    <a:pt x="256112" y="1166067"/>
                  </a:lnTo>
                  <a:lnTo>
                    <a:pt x="257183" y="1165488"/>
                  </a:lnTo>
                  <a:lnTo>
                    <a:pt x="258255" y="1164908"/>
                  </a:lnTo>
                  <a:lnTo>
                    <a:pt x="259326" y="1164327"/>
                  </a:lnTo>
                  <a:lnTo>
                    <a:pt x="260398" y="1163745"/>
                  </a:lnTo>
                  <a:lnTo>
                    <a:pt x="261470" y="1163162"/>
                  </a:lnTo>
                  <a:lnTo>
                    <a:pt x="262541" y="1162578"/>
                  </a:lnTo>
                  <a:lnTo>
                    <a:pt x="263613" y="1161993"/>
                  </a:lnTo>
                  <a:lnTo>
                    <a:pt x="264684" y="1161407"/>
                  </a:lnTo>
                  <a:lnTo>
                    <a:pt x="265756" y="1160820"/>
                  </a:lnTo>
                  <a:lnTo>
                    <a:pt x="266828" y="1160232"/>
                  </a:lnTo>
                  <a:lnTo>
                    <a:pt x="267899" y="1159643"/>
                  </a:lnTo>
                  <a:lnTo>
                    <a:pt x="268971" y="1159053"/>
                  </a:lnTo>
                  <a:lnTo>
                    <a:pt x="270042" y="1158463"/>
                  </a:lnTo>
                  <a:lnTo>
                    <a:pt x="271114" y="1157871"/>
                  </a:lnTo>
                  <a:lnTo>
                    <a:pt x="272186" y="1157278"/>
                  </a:lnTo>
                  <a:lnTo>
                    <a:pt x="273257" y="1156684"/>
                  </a:lnTo>
                  <a:lnTo>
                    <a:pt x="274329" y="1156089"/>
                  </a:lnTo>
                  <a:lnTo>
                    <a:pt x="275400" y="1155492"/>
                  </a:lnTo>
                  <a:lnTo>
                    <a:pt x="276472" y="1154895"/>
                  </a:lnTo>
                  <a:lnTo>
                    <a:pt x="277544" y="1154297"/>
                  </a:lnTo>
                  <a:lnTo>
                    <a:pt x="278615" y="1153698"/>
                  </a:lnTo>
                  <a:lnTo>
                    <a:pt x="279687" y="1153098"/>
                  </a:lnTo>
                  <a:lnTo>
                    <a:pt x="280758" y="1152496"/>
                  </a:lnTo>
                  <a:lnTo>
                    <a:pt x="281830" y="1151894"/>
                  </a:lnTo>
                  <a:lnTo>
                    <a:pt x="282902" y="1151291"/>
                  </a:lnTo>
                  <a:lnTo>
                    <a:pt x="283973" y="1150686"/>
                  </a:lnTo>
                  <a:lnTo>
                    <a:pt x="285045" y="1150080"/>
                  </a:lnTo>
                  <a:lnTo>
                    <a:pt x="286116" y="1149474"/>
                  </a:lnTo>
                  <a:lnTo>
                    <a:pt x="287188" y="1148866"/>
                  </a:lnTo>
                  <a:lnTo>
                    <a:pt x="288260" y="1148257"/>
                  </a:lnTo>
                  <a:lnTo>
                    <a:pt x="289331" y="1147647"/>
                  </a:lnTo>
                  <a:lnTo>
                    <a:pt x="290403" y="1147036"/>
                  </a:lnTo>
                  <a:lnTo>
                    <a:pt x="291474" y="1146424"/>
                  </a:lnTo>
                  <a:lnTo>
                    <a:pt x="292546" y="1145811"/>
                  </a:lnTo>
                  <a:lnTo>
                    <a:pt x="293618" y="1145196"/>
                  </a:lnTo>
                  <a:lnTo>
                    <a:pt x="294689" y="1144581"/>
                  </a:lnTo>
                  <a:lnTo>
                    <a:pt x="295761" y="1143964"/>
                  </a:lnTo>
                  <a:lnTo>
                    <a:pt x="296832" y="1143346"/>
                  </a:lnTo>
                  <a:lnTo>
                    <a:pt x="297904" y="1142727"/>
                  </a:lnTo>
                  <a:lnTo>
                    <a:pt x="298976" y="1142107"/>
                  </a:lnTo>
                  <a:lnTo>
                    <a:pt x="300047" y="1141486"/>
                  </a:lnTo>
                  <a:lnTo>
                    <a:pt x="301119" y="1140864"/>
                  </a:lnTo>
                  <a:lnTo>
                    <a:pt x="302190" y="1140240"/>
                  </a:lnTo>
                  <a:lnTo>
                    <a:pt x="303262" y="1139615"/>
                  </a:lnTo>
                  <a:lnTo>
                    <a:pt x="304334" y="1138990"/>
                  </a:lnTo>
                  <a:lnTo>
                    <a:pt x="305405" y="1138362"/>
                  </a:lnTo>
                  <a:lnTo>
                    <a:pt x="306477" y="1137734"/>
                  </a:lnTo>
                  <a:lnTo>
                    <a:pt x="307548" y="1137105"/>
                  </a:lnTo>
                  <a:lnTo>
                    <a:pt x="308620" y="1136474"/>
                  </a:lnTo>
                  <a:lnTo>
                    <a:pt x="309692" y="1135842"/>
                  </a:lnTo>
                  <a:lnTo>
                    <a:pt x="310763" y="1135209"/>
                  </a:lnTo>
                  <a:lnTo>
                    <a:pt x="311835" y="1134575"/>
                  </a:lnTo>
                  <a:lnTo>
                    <a:pt x="312906" y="1133940"/>
                  </a:lnTo>
                  <a:lnTo>
                    <a:pt x="313978" y="1133303"/>
                  </a:lnTo>
                  <a:lnTo>
                    <a:pt x="315050" y="1132665"/>
                  </a:lnTo>
                  <a:lnTo>
                    <a:pt x="316121" y="1132026"/>
                  </a:lnTo>
                  <a:lnTo>
                    <a:pt x="317193" y="1131386"/>
                  </a:lnTo>
                  <a:lnTo>
                    <a:pt x="318264" y="1130744"/>
                  </a:lnTo>
                  <a:lnTo>
                    <a:pt x="319336" y="1130101"/>
                  </a:lnTo>
                  <a:lnTo>
                    <a:pt x="320408" y="1129457"/>
                  </a:lnTo>
                  <a:lnTo>
                    <a:pt x="321479" y="1128812"/>
                  </a:lnTo>
                  <a:lnTo>
                    <a:pt x="322551" y="1128165"/>
                  </a:lnTo>
                  <a:lnTo>
                    <a:pt x="323622" y="1127517"/>
                  </a:lnTo>
                  <a:lnTo>
                    <a:pt x="324694" y="1126868"/>
                  </a:lnTo>
                  <a:lnTo>
                    <a:pt x="325766" y="1126217"/>
                  </a:lnTo>
                  <a:lnTo>
                    <a:pt x="326837" y="1125565"/>
                  </a:lnTo>
                  <a:lnTo>
                    <a:pt x="327909" y="1124912"/>
                  </a:lnTo>
                  <a:lnTo>
                    <a:pt x="328980" y="1124258"/>
                  </a:lnTo>
                  <a:lnTo>
                    <a:pt x="330052" y="1123602"/>
                  </a:lnTo>
                  <a:lnTo>
                    <a:pt x="331124" y="1122945"/>
                  </a:lnTo>
                  <a:lnTo>
                    <a:pt x="332195" y="1122287"/>
                  </a:lnTo>
                  <a:lnTo>
                    <a:pt x="333267" y="1121627"/>
                  </a:lnTo>
                  <a:lnTo>
                    <a:pt x="334338" y="1120966"/>
                  </a:lnTo>
                  <a:lnTo>
                    <a:pt x="335410" y="1120304"/>
                  </a:lnTo>
                  <a:lnTo>
                    <a:pt x="336482" y="1119640"/>
                  </a:lnTo>
                  <a:lnTo>
                    <a:pt x="337553" y="1118975"/>
                  </a:lnTo>
                  <a:lnTo>
                    <a:pt x="338625" y="1118308"/>
                  </a:lnTo>
                  <a:lnTo>
                    <a:pt x="339696" y="1117640"/>
                  </a:lnTo>
                  <a:lnTo>
                    <a:pt x="340768" y="1116971"/>
                  </a:lnTo>
                  <a:lnTo>
                    <a:pt x="341840" y="1116301"/>
                  </a:lnTo>
                  <a:lnTo>
                    <a:pt x="342911" y="1115629"/>
                  </a:lnTo>
                  <a:lnTo>
                    <a:pt x="343983" y="1114955"/>
                  </a:lnTo>
                  <a:lnTo>
                    <a:pt x="345054" y="1114281"/>
                  </a:lnTo>
                  <a:lnTo>
                    <a:pt x="346126" y="1113604"/>
                  </a:lnTo>
                  <a:lnTo>
                    <a:pt x="347198" y="1112927"/>
                  </a:lnTo>
                  <a:lnTo>
                    <a:pt x="348269" y="1112248"/>
                  </a:lnTo>
                  <a:lnTo>
                    <a:pt x="349341" y="1111567"/>
                  </a:lnTo>
                  <a:lnTo>
                    <a:pt x="350412" y="1110885"/>
                  </a:lnTo>
                  <a:lnTo>
                    <a:pt x="351484" y="1110202"/>
                  </a:lnTo>
                  <a:lnTo>
                    <a:pt x="352556" y="1109517"/>
                  </a:lnTo>
                  <a:lnTo>
                    <a:pt x="353627" y="1108831"/>
                  </a:lnTo>
                  <a:lnTo>
                    <a:pt x="354699" y="1108143"/>
                  </a:lnTo>
                  <a:lnTo>
                    <a:pt x="355770" y="1107454"/>
                  </a:lnTo>
                  <a:lnTo>
                    <a:pt x="356842" y="1106763"/>
                  </a:lnTo>
                  <a:lnTo>
                    <a:pt x="357913" y="1106071"/>
                  </a:lnTo>
                  <a:lnTo>
                    <a:pt x="358985" y="1105377"/>
                  </a:lnTo>
                  <a:lnTo>
                    <a:pt x="360057" y="1104682"/>
                  </a:lnTo>
                  <a:lnTo>
                    <a:pt x="361128" y="1103985"/>
                  </a:lnTo>
                  <a:lnTo>
                    <a:pt x="362200" y="1103287"/>
                  </a:lnTo>
                  <a:lnTo>
                    <a:pt x="363271" y="1102587"/>
                  </a:lnTo>
                  <a:lnTo>
                    <a:pt x="364343" y="1101886"/>
                  </a:lnTo>
                  <a:lnTo>
                    <a:pt x="365415" y="1101183"/>
                  </a:lnTo>
                  <a:lnTo>
                    <a:pt x="366486" y="1100479"/>
                  </a:lnTo>
                  <a:lnTo>
                    <a:pt x="367558" y="1099773"/>
                  </a:lnTo>
                  <a:lnTo>
                    <a:pt x="368629" y="1099066"/>
                  </a:lnTo>
                  <a:lnTo>
                    <a:pt x="369701" y="1098357"/>
                  </a:lnTo>
                  <a:lnTo>
                    <a:pt x="370773" y="1097646"/>
                  </a:lnTo>
                  <a:lnTo>
                    <a:pt x="371844" y="1096934"/>
                  </a:lnTo>
                  <a:lnTo>
                    <a:pt x="372916" y="1096220"/>
                  </a:lnTo>
                  <a:lnTo>
                    <a:pt x="373987" y="1095504"/>
                  </a:lnTo>
                  <a:lnTo>
                    <a:pt x="375059" y="1094787"/>
                  </a:lnTo>
                  <a:lnTo>
                    <a:pt x="376131" y="1094069"/>
                  </a:lnTo>
                  <a:lnTo>
                    <a:pt x="377202" y="1093348"/>
                  </a:lnTo>
                  <a:lnTo>
                    <a:pt x="378274" y="1092626"/>
                  </a:lnTo>
                  <a:lnTo>
                    <a:pt x="379345" y="1091903"/>
                  </a:lnTo>
                  <a:lnTo>
                    <a:pt x="380417" y="1091178"/>
                  </a:lnTo>
                  <a:lnTo>
                    <a:pt x="381489" y="1090451"/>
                  </a:lnTo>
                  <a:lnTo>
                    <a:pt x="382560" y="1089722"/>
                  </a:lnTo>
                  <a:lnTo>
                    <a:pt x="383632" y="1088992"/>
                  </a:lnTo>
                  <a:lnTo>
                    <a:pt x="384703" y="1088260"/>
                  </a:lnTo>
                  <a:lnTo>
                    <a:pt x="385775" y="1087526"/>
                  </a:lnTo>
                  <a:lnTo>
                    <a:pt x="386847" y="1086791"/>
                  </a:lnTo>
                  <a:lnTo>
                    <a:pt x="387918" y="1086054"/>
                  </a:lnTo>
                  <a:lnTo>
                    <a:pt x="388990" y="1085315"/>
                  </a:lnTo>
                  <a:lnTo>
                    <a:pt x="390061" y="1084575"/>
                  </a:lnTo>
                  <a:lnTo>
                    <a:pt x="391133" y="1083832"/>
                  </a:lnTo>
                  <a:lnTo>
                    <a:pt x="392205" y="1083088"/>
                  </a:lnTo>
                  <a:lnTo>
                    <a:pt x="393276" y="1082343"/>
                  </a:lnTo>
                  <a:lnTo>
                    <a:pt x="394348" y="1081595"/>
                  </a:lnTo>
                  <a:lnTo>
                    <a:pt x="395419" y="1080846"/>
                  </a:lnTo>
                  <a:lnTo>
                    <a:pt x="396491" y="1080095"/>
                  </a:lnTo>
                  <a:lnTo>
                    <a:pt x="397563" y="1079342"/>
                  </a:lnTo>
                  <a:lnTo>
                    <a:pt x="398634" y="1078587"/>
                  </a:lnTo>
                  <a:lnTo>
                    <a:pt x="399706" y="1077831"/>
                  </a:lnTo>
                  <a:lnTo>
                    <a:pt x="400777" y="1077073"/>
                  </a:lnTo>
                  <a:lnTo>
                    <a:pt x="401849" y="1076312"/>
                  </a:lnTo>
                  <a:lnTo>
                    <a:pt x="402921" y="1075550"/>
                  </a:lnTo>
                  <a:lnTo>
                    <a:pt x="403992" y="1074787"/>
                  </a:lnTo>
                  <a:lnTo>
                    <a:pt x="405064" y="1074021"/>
                  </a:lnTo>
                  <a:lnTo>
                    <a:pt x="406135" y="1073254"/>
                  </a:lnTo>
                  <a:lnTo>
                    <a:pt x="407207" y="1072484"/>
                  </a:lnTo>
                  <a:lnTo>
                    <a:pt x="408279" y="1071713"/>
                  </a:lnTo>
                  <a:lnTo>
                    <a:pt x="409350" y="1070940"/>
                  </a:lnTo>
                  <a:lnTo>
                    <a:pt x="410422" y="1070165"/>
                  </a:lnTo>
                  <a:lnTo>
                    <a:pt x="411493" y="1069388"/>
                  </a:lnTo>
                  <a:lnTo>
                    <a:pt x="412565" y="1068610"/>
                  </a:lnTo>
                  <a:lnTo>
                    <a:pt x="413637" y="1067829"/>
                  </a:lnTo>
                  <a:lnTo>
                    <a:pt x="414708" y="1067046"/>
                  </a:lnTo>
                  <a:lnTo>
                    <a:pt x="415780" y="1066262"/>
                  </a:lnTo>
                  <a:lnTo>
                    <a:pt x="416851" y="1065476"/>
                  </a:lnTo>
                  <a:lnTo>
                    <a:pt x="417923" y="1064688"/>
                  </a:lnTo>
                  <a:lnTo>
                    <a:pt x="418995" y="1063897"/>
                  </a:lnTo>
                  <a:lnTo>
                    <a:pt x="420066" y="1063105"/>
                  </a:lnTo>
                  <a:lnTo>
                    <a:pt x="421138" y="1062311"/>
                  </a:lnTo>
                  <a:lnTo>
                    <a:pt x="422209" y="1061515"/>
                  </a:lnTo>
                  <a:lnTo>
                    <a:pt x="423281" y="1060717"/>
                  </a:lnTo>
                  <a:lnTo>
                    <a:pt x="424353" y="1059918"/>
                  </a:lnTo>
                  <a:lnTo>
                    <a:pt x="425424" y="1059116"/>
                  </a:lnTo>
                  <a:lnTo>
                    <a:pt x="426496" y="1058312"/>
                  </a:lnTo>
                  <a:lnTo>
                    <a:pt x="427567" y="1057506"/>
                  </a:lnTo>
                  <a:lnTo>
                    <a:pt x="428639" y="1056698"/>
                  </a:lnTo>
                  <a:lnTo>
                    <a:pt x="429711" y="1055889"/>
                  </a:lnTo>
                  <a:lnTo>
                    <a:pt x="430782" y="1055077"/>
                  </a:lnTo>
                  <a:lnTo>
                    <a:pt x="431854" y="1054263"/>
                  </a:lnTo>
                  <a:lnTo>
                    <a:pt x="432925" y="1053448"/>
                  </a:lnTo>
                  <a:lnTo>
                    <a:pt x="433997" y="1052630"/>
                  </a:lnTo>
                  <a:lnTo>
                    <a:pt x="435069" y="1051810"/>
                  </a:lnTo>
                  <a:lnTo>
                    <a:pt x="436140" y="1050988"/>
                  </a:lnTo>
                  <a:lnTo>
                    <a:pt x="437212" y="1050165"/>
                  </a:lnTo>
                  <a:lnTo>
                    <a:pt x="438283" y="1049339"/>
                  </a:lnTo>
                  <a:lnTo>
                    <a:pt x="439355" y="1048511"/>
                  </a:lnTo>
                  <a:lnTo>
                    <a:pt x="440427" y="1047681"/>
                  </a:lnTo>
                  <a:lnTo>
                    <a:pt x="441498" y="1046849"/>
                  </a:lnTo>
                  <a:lnTo>
                    <a:pt x="442570" y="1046015"/>
                  </a:lnTo>
                  <a:lnTo>
                    <a:pt x="443641" y="1045179"/>
                  </a:lnTo>
                  <a:lnTo>
                    <a:pt x="444713" y="1044341"/>
                  </a:lnTo>
                  <a:lnTo>
                    <a:pt x="445785" y="1043500"/>
                  </a:lnTo>
                  <a:lnTo>
                    <a:pt x="446856" y="1042658"/>
                  </a:lnTo>
                  <a:lnTo>
                    <a:pt x="447928" y="1041814"/>
                  </a:lnTo>
                  <a:lnTo>
                    <a:pt x="448999" y="1040967"/>
                  </a:lnTo>
                  <a:lnTo>
                    <a:pt x="450071" y="1040118"/>
                  </a:lnTo>
                  <a:lnTo>
                    <a:pt x="451143" y="1039268"/>
                  </a:lnTo>
                  <a:lnTo>
                    <a:pt x="452214" y="1038415"/>
                  </a:lnTo>
                  <a:lnTo>
                    <a:pt x="453286" y="1037560"/>
                  </a:lnTo>
                  <a:lnTo>
                    <a:pt x="454357" y="1036703"/>
                  </a:lnTo>
                  <a:lnTo>
                    <a:pt x="455429" y="1035844"/>
                  </a:lnTo>
                  <a:lnTo>
                    <a:pt x="456501" y="1034982"/>
                  </a:lnTo>
                  <a:lnTo>
                    <a:pt x="457572" y="1034119"/>
                  </a:lnTo>
                  <a:lnTo>
                    <a:pt x="458644" y="1033253"/>
                  </a:lnTo>
                  <a:lnTo>
                    <a:pt x="459715" y="1032385"/>
                  </a:lnTo>
                  <a:lnTo>
                    <a:pt x="460787" y="1031515"/>
                  </a:lnTo>
                  <a:lnTo>
                    <a:pt x="461859" y="1030643"/>
                  </a:lnTo>
                  <a:lnTo>
                    <a:pt x="462930" y="1029769"/>
                  </a:lnTo>
                  <a:lnTo>
                    <a:pt x="464002" y="1028892"/>
                  </a:lnTo>
                  <a:lnTo>
                    <a:pt x="465073" y="1028014"/>
                  </a:lnTo>
                  <a:lnTo>
                    <a:pt x="466145" y="1027133"/>
                  </a:lnTo>
                  <a:lnTo>
                    <a:pt x="467217" y="1026250"/>
                  </a:lnTo>
                  <a:lnTo>
                    <a:pt x="468288" y="1025364"/>
                  </a:lnTo>
                  <a:lnTo>
                    <a:pt x="469360" y="1024477"/>
                  </a:lnTo>
                  <a:lnTo>
                    <a:pt x="470431" y="1023587"/>
                  </a:lnTo>
                  <a:lnTo>
                    <a:pt x="471503" y="1022695"/>
                  </a:lnTo>
                  <a:lnTo>
                    <a:pt x="472575" y="1021801"/>
                  </a:lnTo>
                  <a:lnTo>
                    <a:pt x="473646" y="1020905"/>
                  </a:lnTo>
                  <a:lnTo>
                    <a:pt x="474718" y="1020006"/>
                  </a:lnTo>
                  <a:lnTo>
                    <a:pt x="475789" y="1019105"/>
                  </a:lnTo>
                  <a:lnTo>
                    <a:pt x="476861" y="1018202"/>
                  </a:lnTo>
                  <a:lnTo>
                    <a:pt x="477933" y="1017297"/>
                  </a:lnTo>
                  <a:lnTo>
                    <a:pt x="479004" y="1016389"/>
                  </a:lnTo>
                  <a:lnTo>
                    <a:pt x="480076" y="1015480"/>
                  </a:lnTo>
                  <a:lnTo>
                    <a:pt x="481147" y="1014567"/>
                  </a:lnTo>
                  <a:lnTo>
                    <a:pt x="482219" y="1013653"/>
                  </a:lnTo>
                  <a:lnTo>
                    <a:pt x="483291" y="1012736"/>
                  </a:lnTo>
                  <a:lnTo>
                    <a:pt x="484362" y="1011817"/>
                  </a:lnTo>
                  <a:lnTo>
                    <a:pt x="485434" y="1010896"/>
                  </a:lnTo>
                  <a:lnTo>
                    <a:pt x="486505" y="1009973"/>
                  </a:lnTo>
                  <a:lnTo>
                    <a:pt x="487577" y="1009047"/>
                  </a:lnTo>
                  <a:lnTo>
                    <a:pt x="488649" y="1008119"/>
                  </a:lnTo>
                  <a:lnTo>
                    <a:pt x="489720" y="1007188"/>
                  </a:lnTo>
                  <a:lnTo>
                    <a:pt x="490792" y="1006255"/>
                  </a:lnTo>
                  <a:lnTo>
                    <a:pt x="491863" y="1005320"/>
                  </a:lnTo>
                  <a:lnTo>
                    <a:pt x="492935" y="1004383"/>
                  </a:lnTo>
                  <a:lnTo>
                    <a:pt x="494007" y="1003443"/>
                  </a:lnTo>
                  <a:lnTo>
                    <a:pt x="495078" y="1002501"/>
                  </a:lnTo>
                  <a:lnTo>
                    <a:pt x="496150" y="1001556"/>
                  </a:lnTo>
                  <a:lnTo>
                    <a:pt x="497221" y="1000610"/>
                  </a:lnTo>
                  <a:lnTo>
                    <a:pt x="498293" y="999661"/>
                  </a:lnTo>
                  <a:lnTo>
                    <a:pt x="499365" y="998709"/>
                  </a:lnTo>
                  <a:lnTo>
                    <a:pt x="500436" y="997755"/>
                  </a:lnTo>
                  <a:lnTo>
                    <a:pt x="501508" y="996799"/>
                  </a:lnTo>
                  <a:lnTo>
                    <a:pt x="502579" y="995840"/>
                  </a:lnTo>
                  <a:lnTo>
                    <a:pt x="503651" y="994879"/>
                  </a:lnTo>
                  <a:lnTo>
                    <a:pt x="504723" y="993916"/>
                  </a:lnTo>
                  <a:lnTo>
                    <a:pt x="505794" y="992950"/>
                  </a:lnTo>
                  <a:lnTo>
                    <a:pt x="506866" y="991982"/>
                  </a:lnTo>
                  <a:lnTo>
                    <a:pt x="507937" y="991012"/>
                  </a:lnTo>
                  <a:lnTo>
                    <a:pt x="509009" y="990039"/>
                  </a:lnTo>
                  <a:lnTo>
                    <a:pt x="510081" y="989063"/>
                  </a:lnTo>
                  <a:lnTo>
                    <a:pt x="511152" y="988086"/>
                  </a:lnTo>
                  <a:lnTo>
                    <a:pt x="512224" y="987106"/>
                  </a:lnTo>
                  <a:lnTo>
                    <a:pt x="513295" y="986123"/>
                  </a:lnTo>
                  <a:lnTo>
                    <a:pt x="514367" y="985138"/>
                  </a:lnTo>
                  <a:lnTo>
                    <a:pt x="515439" y="984151"/>
                  </a:lnTo>
                  <a:lnTo>
                    <a:pt x="516510" y="983161"/>
                  </a:lnTo>
                  <a:lnTo>
                    <a:pt x="517582" y="982169"/>
                  </a:lnTo>
                  <a:lnTo>
                    <a:pt x="518653" y="981174"/>
                  </a:lnTo>
                  <a:lnTo>
                    <a:pt x="519725" y="980177"/>
                  </a:lnTo>
                  <a:lnTo>
                    <a:pt x="520797" y="979177"/>
                  </a:lnTo>
                  <a:lnTo>
                    <a:pt x="521868" y="978175"/>
                  </a:lnTo>
                  <a:lnTo>
                    <a:pt x="522940" y="977171"/>
                  </a:lnTo>
                  <a:lnTo>
                    <a:pt x="524011" y="976164"/>
                  </a:lnTo>
                  <a:lnTo>
                    <a:pt x="525083" y="975154"/>
                  </a:lnTo>
                  <a:lnTo>
                    <a:pt x="526155" y="974143"/>
                  </a:lnTo>
                  <a:lnTo>
                    <a:pt x="527226" y="973128"/>
                  </a:lnTo>
                  <a:lnTo>
                    <a:pt x="528298" y="972111"/>
                  </a:lnTo>
                  <a:lnTo>
                    <a:pt x="529369" y="971092"/>
                  </a:lnTo>
                  <a:lnTo>
                    <a:pt x="530441" y="970070"/>
                  </a:lnTo>
                  <a:lnTo>
                    <a:pt x="531513" y="969046"/>
                  </a:lnTo>
                  <a:lnTo>
                    <a:pt x="532584" y="968020"/>
                  </a:lnTo>
                  <a:lnTo>
                    <a:pt x="533656" y="966990"/>
                  </a:lnTo>
                  <a:lnTo>
                    <a:pt x="534727" y="965959"/>
                  </a:lnTo>
                  <a:lnTo>
                    <a:pt x="535799" y="964925"/>
                  </a:lnTo>
                  <a:lnTo>
                    <a:pt x="536870" y="963888"/>
                  </a:lnTo>
                  <a:lnTo>
                    <a:pt x="537942" y="962849"/>
                  </a:lnTo>
                  <a:lnTo>
                    <a:pt x="539014" y="961807"/>
                  </a:lnTo>
                  <a:lnTo>
                    <a:pt x="540085" y="960763"/>
                  </a:lnTo>
                  <a:lnTo>
                    <a:pt x="541157" y="959716"/>
                  </a:lnTo>
                  <a:lnTo>
                    <a:pt x="542228" y="958667"/>
                  </a:lnTo>
                  <a:lnTo>
                    <a:pt x="543300" y="957616"/>
                  </a:lnTo>
                  <a:lnTo>
                    <a:pt x="544372" y="956561"/>
                  </a:lnTo>
                  <a:lnTo>
                    <a:pt x="545443" y="955505"/>
                  </a:lnTo>
                  <a:lnTo>
                    <a:pt x="546515" y="954446"/>
                  </a:lnTo>
                  <a:lnTo>
                    <a:pt x="547586" y="953384"/>
                  </a:lnTo>
                  <a:lnTo>
                    <a:pt x="548658" y="952320"/>
                  </a:lnTo>
                  <a:lnTo>
                    <a:pt x="549730" y="951253"/>
                  </a:lnTo>
                  <a:lnTo>
                    <a:pt x="550801" y="950184"/>
                  </a:lnTo>
                  <a:lnTo>
                    <a:pt x="551873" y="949112"/>
                  </a:lnTo>
                  <a:lnTo>
                    <a:pt x="552944" y="948038"/>
                  </a:lnTo>
                  <a:lnTo>
                    <a:pt x="554016" y="946961"/>
                  </a:lnTo>
                  <a:lnTo>
                    <a:pt x="555088" y="945881"/>
                  </a:lnTo>
                  <a:lnTo>
                    <a:pt x="556159" y="944799"/>
                  </a:lnTo>
                  <a:lnTo>
                    <a:pt x="557231" y="943715"/>
                  </a:lnTo>
                  <a:lnTo>
                    <a:pt x="558302" y="942628"/>
                  </a:lnTo>
                  <a:lnTo>
                    <a:pt x="559374" y="941538"/>
                  </a:lnTo>
                  <a:lnTo>
                    <a:pt x="560446" y="940446"/>
                  </a:lnTo>
                  <a:lnTo>
                    <a:pt x="561517" y="939352"/>
                  </a:lnTo>
                  <a:lnTo>
                    <a:pt x="562589" y="938255"/>
                  </a:lnTo>
                  <a:lnTo>
                    <a:pt x="563660" y="937155"/>
                  </a:lnTo>
                  <a:lnTo>
                    <a:pt x="564732" y="936053"/>
                  </a:lnTo>
                  <a:lnTo>
                    <a:pt x="565804" y="934948"/>
                  </a:lnTo>
                  <a:lnTo>
                    <a:pt x="566875" y="933841"/>
                  </a:lnTo>
                  <a:lnTo>
                    <a:pt x="567947" y="932731"/>
                  </a:lnTo>
                  <a:lnTo>
                    <a:pt x="569018" y="931618"/>
                  </a:lnTo>
                  <a:lnTo>
                    <a:pt x="570090" y="930503"/>
                  </a:lnTo>
                  <a:lnTo>
                    <a:pt x="571162" y="929386"/>
                  </a:lnTo>
                  <a:lnTo>
                    <a:pt x="572233" y="928266"/>
                  </a:lnTo>
                  <a:lnTo>
                    <a:pt x="573305" y="927143"/>
                  </a:lnTo>
                  <a:lnTo>
                    <a:pt x="574376" y="926018"/>
                  </a:lnTo>
                  <a:lnTo>
                    <a:pt x="575448" y="924891"/>
                  </a:lnTo>
                  <a:lnTo>
                    <a:pt x="576520" y="923760"/>
                  </a:lnTo>
                  <a:lnTo>
                    <a:pt x="577591" y="922628"/>
                  </a:lnTo>
                  <a:lnTo>
                    <a:pt x="578663" y="921492"/>
                  </a:lnTo>
                  <a:lnTo>
                    <a:pt x="579734" y="920355"/>
                  </a:lnTo>
                  <a:lnTo>
                    <a:pt x="580806" y="919214"/>
                  </a:lnTo>
                  <a:lnTo>
                    <a:pt x="581878" y="918071"/>
                  </a:lnTo>
                  <a:lnTo>
                    <a:pt x="582949" y="916926"/>
                  </a:lnTo>
                  <a:lnTo>
                    <a:pt x="584021" y="915778"/>
                  </a:lnTo>
                  <a:lnTo>
                    <a:pt x="585092" y="914627"/>
                  </a:lnTo>
                  <a:lnTo>
                    <a:pt x="586164" y="913474"/>
                  </a:lnTo>
                  <a:lnTo>
                    <a:pt x="587236" y="912319"/>
                  </a:lnTo>
                  <a:lnTo>
                    <a:pt x="588307" y="911161"/>
                  </a:lnTo>
                  <a:lnTo>
                    <a:pt x="589379" y="910000"/>
                  </a:lnTo>
                  <a:lnTo>
                    <a:pt x="590450" y="908837"/>
                  </a:lnTo>
                  <a:lnTo>
                    <a:pt x="591522" y="907671"/>
                  </a:lnTo>
                  <a:lnTo>
                    <a:pt x="592594" y="906503"/>
                  </a:lnTo>
                  <a:lnTo>
                    <a:pt x="593665" y="905332"/>
                  </a:lnTo>
                  <a:lnTo>
                    <a:pt x="594737" y="904159"/>
                  </a:lnTo>
                  <a:lnTo>
                    <a:pt x="595808" y="902983"/>
                  </a:lnTo>
                  <a:lnTo>
                    <a:pt x="596880" y="901805"/>
                  </a:lnTo>
                  <a:lnTo>
                    <a:pt x="597952" y="900624"/>
                  </a:lnTo>
                  <a:lnTo>
                    <a:pt x="599023" y="899441"/>
                  </a:lnTo>
                  <a:lnTo>
                    <a:pt x="600095" y="898255"/>
                  </a:lnTo>
                  <a:lnTo>
                    <a:pt x="601166" y="897067"/>
                  </a:lnTo>
                  <a:lnTo>
                    <a:pt x="602238" y="895876"/>
                  </a:lnTo>
                  <a:lnTo>
                    <a:pt x="603310" y="894683"/>
                  </a:lnTo>
                  <a:lnTo>
                    <a:pt x="604381" y="893487"/>
                  </a:lnTo>
                  <a:lnTo>
                    <a:pt x="605453" y="892289"/>
                  </a:lnTo>
                  <a:lnTo>
                    <a:pt x="606524" y="891088"/>
                  </a:lnTo>
                  <a:lnTo>
                    <a:pt x="607596" y="889885"/>
                  </a:lnTo>
                  <a:lnTo>
                    <a:pt x="608668" y="888679"/>
                  </a:lnTo>
                  <a:lnTo>
                    <a:pt x="609739" y="887471"/>
                  </a:lnTo>
                  <a:lnTo>
                    <a:pt x="610811" y="886260"/>
                  </a:lnTo>
                  <a:lnTo>
                    <a:pt x="611882" y="885047"/>
                  </a:lnTo>
                  <a:lnTo>
                    <a:pt x="612954" y="883831"/>
                  </a:lnTo>
                  <a:lnTo>
                    <a:pt x="614026" y="882613"/>
                  </a:lnTo>
                  <a:lnTo>
                    <a:pt x="615097" y="881393"/>
                  </a:lnTo>
                  <a:lnTo>
                    <a:pt x="616169" y="880170"/>
                  </a:lnTo>
                  <a:lnTo>
                    <a:pt x="617240" y="878944"/>
                  </a:lnTo>
                  <a:lnTo>
                    <a:pt x="618312" y="877716"/>
                  </a:lnTo>
                  <a:lnTo>
                    <a:pt x="619384" y="876486"/>
                  </a:lnTo>
                  <a:lnTo>
                    <a:pt x="620455" y="875253"/>
                  </a:lnTo>
                  <a:lnTo>
                    <a:pt x="621527" y="874018"/>
                  </a:lnTo>
                  <a:lnTo>
                    <a:pt x="622598" y="872781"/>
                  </a:lnTo>
                  <a:lnTo>
                    <a:pt x="623670" y="871541"/>
                  </a:lnTo>
                  <a:lnTo>
                    <a:pt x="624742" y="870298"/>
                  </a:lnTo>
                  <a:lnTo>
                    <a:pt x="625813" y="869054"/>
                  </a:lnTo>
                  <a:lnTo>
                    <a:pt x="626885" y="867806"/>
                  </a:lnTo>
                  <a:lnTo>
                    <a:pt x="627956" y="866557"/>
                  </a:lnTo>
                  <a:lnTo>
                    <a:pt x="629028" y="865305"/>
                  </a:lnTo>
                  <a:lnTo>
                    <a:pt x="630100" y="864051"/>
                  </a:lnTo>
                  <a:lnTo>
                    <a:pt x="631171" y="862794"/>
                  </a:lnTo>
                  <a:lnTo>
                    <a:pt x="632243" y="861535"/>
                  </a:lnTo>
                  <a:lnTo>
                    <a:pt x="633314" y="860274"/>
                  </a:lnTo>
                  <a:lnTo>
                    <a:pt x="634386" y="859010"/>
                  </a:lnTo>
                  <a:lnTo>
                    <a:pt x="635458" y="857744"/>
                  </a:lnTo>
                  <a:lnTo>
                    <a:pt x="636529" y="856475"/>
                  </a:lnTo>
                  <a:lnTo>
                    <a:pt x="637601" y="855205"/>
                  </a:lnTo>
                  <a:lnTo>
                    <a:pt x="638672" y="853932"/>
                  </a:lnTo>
                  <a:lnTo>
                    <a:pt x="639744" y="852656"/>
                  </a:lnTo>
                  <a:lnTo>
                    <a:pt x="640816" y="851379"/>
                  </a:lnTo>
                  <a:lnTo>
                    <a:pt x="641887" y="850099"/>
                  </a:lnTo>
                  <a:lnTo>
                    <a:pt x="642959" y="848816"/>
                  </a:lnTo>
                  <a:lnTo>
                    <a:pt x="644030" y="847532"/>
                  </a:lnTo>
                  <a:lnTo>
                    <a:pt x="645102" y="846245"/>
                  </a:lnTo>
                  <a:lnTo>
                    <a:pt x="646174" y="844956"/>
                  </a:lnTo>
                  <a:lnTo>
                    <a:pt x="647245" y="843665"/>
                  </a:lnTo>
                  <a:lnTo>
                    <a:pt x="648317" y="842371"/>
                  </a:lnTo>
                  <a:lnTo>
                    <a:pt x="649388" y="841076"/>
                  </a:lnTo>
                  <a:lnTo>
                    <a:pt x="650460" y="839778"/>
                  </a:lnTo>
                  <a:lnTo>
                    <a:pt x="651532" y="838478"/>
                  </a:lnTo>
                  <a:lnTo>
                    <a:pt x="652603" y="837175"/>
                  </a:lnTo>
                  <a:lnTo>
                    <a:pt x="653675" y="835871"/>
                  </a:lnTo>
                  <a:lnTo>
                    <a:pt x="654746" y="834564"/>
                  </a:lnTo>
                  <a:lnTo>
                    <a:pt x="655818" y="833255"/>
                  </a:lnTo>
                  <a:lnTo>
                    <a:pt x="656890" y="831944"/>
                  </a:lnTo>
                  <a:lnTo>
                    <a:pt x="657961" y="830631"/>
                  </a:lnTo>
                  <a:lnTo>
                    <a:pt x="659033" y="829315"/>
                  </a:lnTo>
                  <a:lnTo>
                    <a:pt x="660104" y="827998"/>
                  </a:lnTo>
                  <a:lnTo>
                    <a:pt x="661176" y="826678"/>
                  </a:lnTo>
                  <a:lnTo>
                    <a:pt x="662248" y="825357"/>
                  </a:lnTo>
                  <a:lnTo>
                    <a:pt x="663319" y="824033"/>
                  </a:lnTo>
                  <a:lnTo>
                    <a:pt x="664391" y="822707"/>
                  </a:lnTo>
                  <a:lnTo>
                    <a:pt x="665462" y="821379"/>
                  </a:lnTo>
                  <a:lnTo>
                    <a:pt x="666534" y="820049"/>
                  </a:lnTo>
                  <a:lnTo>
                    <a:pt x="667606" y="818717"/>
                  </a:lnTo>
                  <a:lnTo>
                    <a:pt x="668677" y="817383"/>
                  </a:lnTo>
                  <a:lnTo>
                    <a:pt x="669749" y="816047"/>
                  </a:lnTo>
                  <a:lnTo>
                    <a:pt x="670820" y="814709"/>
                  </a:lnTo>
                  <a:lnTo>
                    <a:pt x="671892" y="813368"/>
                  </a:lnTo>
                  <a:lnTo>
                    <a:pt x="672964" y="812026"/>
                  </a:lnTo>
                  <a:lnTo>
                    <a:pt x="674035" y="810682"/>
                  </a:lnTo>
                  <a:lnTo>
                    <a:pt x="675107" y="809336"/>
                  </a:lnTo>
                  <a:lnTo>
                    <a:pt x="676178" y="807988"/>
                  </a:lnTo>
                  <a:lnTo>
                    <a:pt x="677250" y="806638"/>
                  </a:lnTo>
                  <a:lnTo>
                    <a:pt x="678322" y="805286"/>
                  </a:lnTo>
                  <a:lnTo>
                    <a:pt x="679393" y="803933"/>
                  </a:lnTo>
                  <a:lnTo>
                    <a:pt x="680465" y="802577"/>
                  </a:lnTo>
                  <a:lnTo>
                    <a:pt x="681536" y="801219"/>
                  </a:lnTo>
                  <a:lnTo>
                    <a:pt x="682608" y="799860"/>
                  </a:lnTo>
                  <a:lnTo>
                    <a:pt x="683680" y="798499"/>
                  </a:lnTo>
                  <a:lnTo>
                    <a:pt x="684751" y="797136"/>
                  </a:lnTo>
                  <a:lnTo>
                    <a:pt x="685823" y="795771"/>
                  </a:lnTo>
                  <a:lnTo>
                    <a:pt x="686894" y="794404"/>
                  </a:lnTo>
                  <a:lnTo>
                    <a:pt x="687966" y="793036"/>
                  </a:lnTo>
                  <a:lnTo>
                    <a:pt x="689038" y="791665"/>
                  </a:lnTo>
                  <a:lnTo>
                    <a:pt x="690109" y="790293"/>
                  </a:lnTo>
                  <a:lnTo>
                    <a:pt x="691181" y="788920"/>
                  </a:lnTo>
                  <a:lnTo>
                    <a:pt x="692252" y="787544"/>
                  </a:lnTo>
                  <a:lnTo>
                    <a:pt x="693324" y="786167"/>
                  </a:lnTo>
                  <a:lnTo>
                    <a:pt x="694396" y="784788"/>
                  </a:lnTo>
                  <a:lnTo>
                    <a:pt x="695467" y="783407"/>
                  </a:lnTo>
                  <a:lnTo>
                    <a:pt x="696539" y="782025"/>
                  </a:lnTo>
                  <a:lnTo>
                    <a:pt x="697610" y="780641"/>
                  </a:lnTo>
                  <a:lnTo>
                    <a:pt x="698682" y="779256"/>
                  </a:lnTo>
                  <a:lnTo>
                    <a:pt x="699754" y="777868"/>
                  </a:lnTo>
                  <a:lnTo>
                    <a:pt x="700825" y="776480"/>
                  </a:lnTo>
                  <a:lnTo>
                    <a:pt x="701897" y="775089"/>
                  </a:lnTo>
                  <a:lnTo>
                    <a:pt x="702968" y="773697"/>
                  </a:lnTo>
                  <a:lnTo>
                    <a:pt x="704040" y="772304"/>
                  </a:lnTo>
                  <a:lnTo>
                    <a:pt x="705112" y="770909"/>
                  </a:lnTo>
                  <a:lnTo>
                    <a:pt x="706183" y="769512"/>
                  </a:lnTo>
                  <a:lnTo>
                    <a:pt x="707255" y="768114"/>
                  </a:lnTo>
                  <a:lnTo>
                    <a:pt x="708326" y="766715"/>
                  </a:lnTo>
                  <a:lnTo>
                    <a:pt x="709398" y="765314"/>
                  </a:lnTo>
                  <a:lnTo>
                    <a:pt x="710469" y="763911"/>
                  </a:lnTo>
                  <a:lnTo>
                    <a:pt x="711541" y="762508"/>
                  </a:lnTo>
                  <a:lnTo>
                    <a:pt x="712613" y="761102"/>
                  </a:lnTo>
                  <a:lnTo>
                    <a:pt x="713684" y="759696"/>
                  </a:lnTo>
                  <a:lnTo>
                    <a:pt x="714756" y="758288"/>
                  </a:lnTo>
                  <a:lnTo>
                    <a:pt x="715827" y="756879"/>
                  </a:lnTo>
                  <a:lnTo>
                    <a:pt x="716899" y="755468"/>
                  </a:lnTo>
                  <a:lnTo>
                    <a:pt x="717971" y="754056"/>
                  </a:lnTo>
                  <a:lnTo>
                    <a:pt x="719042" y="752643"/>
                  </a:lnTo>
                  <a:lnTo>
                    <a:pt x="720114" y="751228"/>
                  </a:lnTo>
                  <a:lnTo>
                    <a:pt x="721185" y="749813"/>
                  </a:lnTo>
                  <a:lnTo>
                    <a:pt x="722257" y="748396"/>
                  </a:lnTo>
                  <a:lnTo>
                    <a:pt x="723329" y="746977"/>
                  </a:lnTo>
                  <a:lnTo>
                    <a:pt x="724400" y="745558"/>
                  </a:lnTo>
                  <a:lnTo>
                    <a:pt x="725472" y="744138"/>
                  </a:lnTo>
                  <a:lnTo>
                    <a:pt x="726543" y="742716"/>
                  </a:lnTo>
                  <a:lnTo>
                    <a:pt x="727615" y="741293"/>
                  </a:lnTo>
                  <a:lnTo>
                    <a:pt x="728687" y="739869"/>
                  </a:lnTo>
                  <a:lnTo>
                    <a:pt x="729758" y="738444"/>
                  </a:lnTo>
                  <a:lnTo>
                    <a:pt x="730830" y="737018"/>
                  </a:lnTo>
                  <a:lnTo>
                    <a:pt x="731901" y="735591"/>
                  </a:lnTo>
                  <a:lnTo>
                    <a:pt x="732973" y="734163"/>
                  </a:lnTo>
                  <a:lnTo>
                    <a:pt x="734045" y="732734"/>
                  </a:lnTo>
                  <a:lnTo>
                    <a:pt x="735116" y="731304"/>
                  </a:lnTo>
                  <a:lnTo>
                    <a:pt x="736188" y="729873"/>
                  </a:lnTo>
                  <a:lnTo>
                    <a:pt x="737259" y="728441"/>
                  </a:lnTo>
                  <a:lnTo>
                    <a:pt x="738331" y="727008"/>
                  </a:lnTo>
                  <a:lnTo>
                    <a:pt x="739403" y="725574"/>
                  </a:lnTo>
                  <a:lnTo>
                    <a:pt x="740474" y="724139"/>
                  </a:lnTo>
                  <a:lnTo>
                    <a:pt x="741546" y="722704"/>
                  </a:lnTo>
                  <a:lnTo>
                    <a:pt x="742617" y="721267"/>
                  </a:lnTo>
                  <a:lnTo>
                    <a:pt x="743689" y="719830"/>
                  </a:lnTo>
                  <a:lnTo>
                    <a:pt x="744761" y="718392"/>
                  </a:lnTo>
                  <a:lnTo>
                    <a:pt x="745832" y="716954"/>
                  </a:lnTo>
                  <a:lnTo>
                    <a:pt x="746904" y="715514"/>
                  </a:lnTo>
                  <a:lnTo>
                    <a:pt x="747975" y="714074"/>
                  </a:lnTo>
                  <a:lnTo>
                    <a:pt x="749047" y="712634"/>
                  </a:lnTo>
                  <a:lnTo>
                    <a:pt x="750119" y="711192"/>
                  </a:lnTo>
                  <a:lnTo>
                    <a:pt x="751190" y="709750"/>
                  </a:lnTo>
                  <a:lnTo>
                    <a:pt x="752262" y="708308"/>
                  </a:lnTo>
                  <a:lnTo>
                    <a:pt x="753333" y="706864"/>
                  </a:lnTo>
                  <a:lnTo>
                    <a:pt x="754405" y="705421"/>
                  </a:lnTo>
                  <a:lnTo>
                    <a:pt x="755477" y="703976"/>
                  </a:lnTo>
                  <a:lnTo>
                    <a:pt x="756548" y="702532"/>
                  </a:lnTo>
                  <a:lnTo>
                    <a:pt x="757620" y="701086"/>
                  </a:lnTo>
                  <a:lnTo>
                    <a:pt x="758691" y="699641"/>
                  </a:lnTo>
                  <a:lnTo>
                    <a:pt x="759763" y="698194"/>
                  </a:lnTo>
                  <a:lnTo>
                    <a:pt x="760835" y="696748"/>
                  </a:lnTo>
                  <a:lnTo>
                    <a:pt x="761906" y="695301"/>
                  </a:lnTo>
                  <a:lnTo>
                    <a:pt x="762978" y="693853"/>
                  </a:lnTo>
                  <a:lnTo>
                    <a:pt x="764049" y="692406"/>
                  </a:lnTo>
                  <a:lnTo>
                    <a:pt x="765121" y="690958"/>
                  </a:lnTo>
                  <a:lnTo>
                    <a:pt x="766193" y="689510"/>
                  </a:lnTo>
                  <a:lnTo>
                    <a:pt x="767264" y="688061"/>
                  </a:lnTo>
                  <a:lnTo>
                    <a:pt x="768336" y="686612"/>
                  </a:lnTo>
                  <a:lnTo>
                    <a:pt x="769407" y="685163"/>
                  </a:lnTo>
                  <a:lnTo>
                    <a:pt x="770479" y="683714"/>
                  </a:lnTo>
                  <a:lnTo>
                    <a:pt x="771551" y="682265"/>
                  </a:lnTo>
                  <a:lnTo>
                    <a:pt x="772622" y="680816"/>
                  </a:lnTo>
                  <a:lnTo>
                    <a:pt x="773694" y="679366"/>
                  </a:lnTo>
                  <a:lnTo>
                    <a:pt x="774765" y="677917"/>
                  </a:lnTo>
                  <a:lnTo>
                    <a:pt x="775837" y="676467"/>
                  </a:lnTo>
                  <a:lnTo>
                    <a:pt x="776909" y="675018"/>
                  </a:lnTo>
                  <a:lnTo>
                    <a:pt x="777980" y="673568"/>
                  </a:lnTo>
                  <a:lnTo>
                    <a:pt x="779052" y="672119"/>
                  </a:lnTo>
                  <a:lnTo>
                    <a:pt x="780123" y="670669"/>
                  </a:lnTo>
                  <a:lnTo>
                    <a:pt x="781195" y="669220"/>
                  </a:lnTo>
                  <a:lnTo>
                    <a:pt x="782267" y="667771"/>
                  </a:lnTo>
                  <a:lnTo>
                    <a:pt x="783338" y="666321"/>
                  </a:lnTo>
                  <a:lnTo>
                    <a:pt x="784410" y="664873"/>
                  </a:lnTo>
                  <a:lnTo>
                    <a:pt x="785481" y="663424"/>
                  </a:lnTo>
                  <a:lnTo>
                    <a:pt x="786553" y="661975"/>
                  </a:lnTo>
                  <a:lnTo>
                    <a:pt x="787625" y="660527"/>
                  </a:lnTo>
                  <a:lnTo>
                    <a:pt x="788696" y="659079"/>
                  </a:lnTo>
                  <a:lnTo>
                    <a:pt x="789768" y="657632"/>
                  </a:lnTo>
                  <a:lnTo>
                    <a:pt x="790839" y="656185"/>
                  </a:lnTo>
                  <a:lnTo>
                    <a:pt x="791911" y="654738"/>
                  </a:lnTo>
                  <a:lnTo>
                    <a:pt x="792983" y="653291"/>
                  </a:lnTo>
                  <a:lnTo>
                    <a:pt x="794054" y="651845"/>
                  </a:lnTo>
                  <a:lnTo>
                    <a:pt x="795126" y="650400"/>
                  </a:lnTo>
                  <a:lnTo>
                    <a:pt x="796197" y="648955"/>
                  </a:lnTo>
                  <a:lnTo>
                    <a:pt x="797269" y="647511"/>
                  </a:lnTo>
                  <a:lnTo>
                    <a:pt x="798341" y="646067"/>
                  </a:lnTo>
                  <a:lnTo>
                    <a:pt x="799412" y="644623"/>
                  </a:lnTo>
                  <a:lnTo>
                    <a:pt x="800484" y="643181"/>
                  </a:lnTo>
                  <a:lnTo>
                    <a:pt x="801555" y="641739"/>
                  </a:lnTo>
                  <a:lnTo>
                    <a:pt x="802627" y="640297"/>
                  </a:lnTo>
                  <a:lnTo>
                    <a:pt x="803699" y="638857"/>
                  </a:lnTo>
                  <a:lnTo>
                    <a:pt x="804770" y="637417"/>
                  </a:lnTo>
                  <a:lnTo>
                    <a:pt x="805842" y="635977"/>
                  </a:lnTo>
                  <a:lnTo>
                    <a:pt x="806913" y="634539"/>
                  </a:lnTo>
                  <a:lnTo>
                    <a:pt x="807985" y="633102"/>
                  </a:lnTo>
                  <a:lnTo>
                    <a:pt x="809057" y="631665"/>
                  </a:lnTo>
                  <a:lnTo>
                    <a:pt x="810128" y="630229"/>
                  </a:lnTo>
                  <a:lnTo>
                    <a:pt x="811200" y="628794"/>
                  </a:lnTo>
                  <a:lnTo>
                    <a:pt x="812271" y="627360"/>
                  </a:lnTo>
                  <a:lnTo>
                    <a:pt x="813343" y="625927"/>
                  </a:lnTo>
                  <a:lnTo>
                    <a:pt x="814415" y="624496"/>
                  </a:lnTo>
                  <a:lnTo>
                    <a:pt x="815486" y="623065"/>
                  </a:lnTo>
                  <a:lnTo>
                    <a:pt x="816558" y="621635"/>
                  </a:lnTo>
                  <a:lnTo>
                    <a:pt x="817629" y="620206"/>
                  </a:lnTo>
                  <a:lnTo>
                    <a:pt x="818701" y="618779"/>
                  </a:lnTo>
                  <a:lnTo>
                    <a:pt x="819773" y="617352"/>
                  </a:lnTo>
                  <a:lnTo>
                    <a:pt x="820844" y="615927"/>
                  </a:lnTo>
                  <a:lnTo>
                    <a:pt x="821916" y="614503"/>
                  </a:lnTo>
                  <a:lnTo>
                    <a:pt x="822987" y="613081"/>
                  </a:lnTo>
                  <a:lnTo>
                    <a:pt x="824059" y="611659"/>
                  </a:lnTo>
                  <a:lnTo>
                    <a:pt x="825131" y="610239"/>
                  </a:lnTo>
                  <a:lnTo>
                    <a:pt x="826202" y="608821"/>
                  </a:lnTo>
                  <a:lnTo>
                    <a:pt x="827274" y="607404"/>
                  </a:lnTo>
                  <a:lnTo>
                    <a:pt x="828345" y="605988"/>
                  </a:lnTo>
                  <a:lnTo>
                    <a:pt x="829417" y="604573"/>
                  </a:lnTo>
                  <a:lnTo>
                    <a:pt x="830489" y="603161"/>
                  </a:lnTo>
                  <a:lnTo>
                    <a:pt x="831560" y="601749"/>
                  </a:lnTo>
                  <a:lnTo>
                    <a:pt x="832632" y="600339"/>
                  </a:lnTo>
                  <a:lnTo>
                    <a:pt x="833703" y="598931"/>
                  </a:lnTo>
                  <a:lnTo>
                    <a:pt x="834775" y="597525"/>
                  </a:lnTo>
                  <a:lnTo>
                    <a:pt x="835847" y="596120"/>
                  </a:lnTo>
                  <a:lnTo>
                    <a:pt x="836918" y="594717"/>
                  </a:lnTo>
                  <a:lnTo>
                    <a:pt x="837990" y="593315"/>
                  </a:lnTo>
                  <a:lnTo>
                    <a:pt x="839061" y="591916"/>
                  </a:lnTo>
                  <a:lnTo>
                    <a:pt x="840133" y="590518"/>
                  </a:lnTo>
                  <a:lnTo>
                    <a:pt x="841205" y="589121"/>
                  </a:lnTo>
                  <a:lnTo>
                    <a:pt x="842276" y="587727"/>
                  </a:lnTo>
                  <a:lnTo>
                    <a:pt x="843348" y="586335"/>
                  </a:lnTo>
                  <a:lnTo>
                    <a:pt x="844419" y="584944"/>
                  </a:lnTo>
                  <a:lnTo>
                    <a:pt x="845491" y="583556"/>
                  </a:lnTo>
                  <a:lnTo>
                    <a:pt x="846563" y="582170"/>
                  </a:lnTo>
                  <a:lnTo>
                    <a:pt x="847634" y="580785"/>
                  </a:lnTo>
                  <a:lnTo>
                    <a:pt x="848706" y="579403"/>
                  </a:lnTo>
                  <a:lnTo>
                    <a:pt x="849777" y="578022"/>
                  </a:lnTo>
                  <a:lnTo>
                    <a:pt x="850849" y="576644"/>
                  </a:lnTo>
                  <a:lnTo>
                    <a:pt x="851921" y="575268"/>
                  </a:lnTo>
                  <a:lnTo>
                    <a:pt x="852992" y="573894"/>
                  </a:lnTo>
                  <a:lnTo>
                    <a:pt x="854064" y="572523"/>
                  </a:lnTo>
                  <a:lnTo>
                    <a:pt x="855135" y="571154"/>
                  </a:lnTo>
                  <a:lnTo>
                    <a:pt x="856207" y="569787"/>
                  </a:lnTo>
                  <a:lnTo>
                    <a:pt x="857279" y="568422"/>
                  </a:lnTo>
                  <a:lnTo>
                    <a:pt x="858350" y="567060"/>
                  </a:lnTo>
                  <a:lnTo>
                    <a:pt x="859422" y="565700"/>
                  </a:lnTo>
                  <a:lnTo>
                    <a:pt x="860493" y="564342"/>
                  </a:lnTo>
                  <a:lnTo>
                    <a:pt x="861565" y="562987"/>
                  </a:lnTo>
                  <a:lnTo>
                    <a:pt x="862637" y="561635"/>
                  </a:lnTo>
                  <a:lnTo>
                    <a:pt x="863708" y="560285"/>
                  </a:lnTo>
                  <a:lnTo>
                    <a:pt x="864780" y="558937"/>
                  </a:lnTo>
                  <a:lnTo>
                    <a:pt x="865851" y="557593"/>
                  </a:lnTo>
                  <a:lnTo>
                    <a:pt x="866923" y="556250"/>
                  </a:lnTo>
                  <a:lnTo>
                    <a:pt x="867995" y="554911"/>
                  </a:lnTo>
                  <a:lnTo>
                    <a:pt x="869066" y="553574"/>
                  </a:lnTo>
                  <a:lnTo>
                    <a:pt x="870138" y="552240"/>
                  </a:lnTo>
                  <a:lnTo>
                    <a:pt x="871209" y="550909"/>
                  </a:lnTo>
                  <a:lnTo>
                    <a:pt x="872281" y="549581"/>
                  </a:lnTo>
                  <a:lnTo>
                    <a:pt x="873353" y="548255"/>
                  </a:lnTo>
                  <a:lnTo>
                    <a:pt x="874424" y="546933"/>
                  </a:lnTo>
                  <a:lnTo>
                    <a:pt x="875496" y="545613"/>
                  </a:lnTo>
                  <a:lnTo>
                    <a:pt x="876567" y="544296"/>
                  </a:lnTo>
                  <a:lnTo>
                    <a:pt x="877639" y="542982"/>
                  </a:lnTo>
                  <a:lnTo>
                    <a:pt x="878711" y="541672"/>
                  </a:lnTo>
                  <a:lnTo>
                    <a:pt x="879782" y="540364"/>
                  </a:lnTo>
                  <a:lnTo>
                    <a:pt x="880854" y="539059"/>
                  </a:lnTo>
                  <a:lnTo>
                    <a:pt x="881925" y="537758"/>
                  </a:lnTo>
                  <a:lnTo>
                    <a:pt x="882997" y="536460"/>
                  </a:lnTo>
                  <a:lnTo>
                    <a:pt x="884069" y="535165"/>
                  </a:lnTo>
                  <a:lnTo>
                    <a:pt x="885140" y="533873"/>
                  </a:lnTo>
                  <a:lnTo>
                    <a:pt x="886212" y="532584"/>
                  </a:lnTo>
                  <a:lnTo>
                    <a:pt x="887283" y="531299"/>
                  </a:lnTo>
                  <a:lnTo>
                    <a:pt x="888355" y="530017"/>
                  </a:lnTo>
                  <a:lnTo>
                    <a:pt x="889426" y="528739"/>
                  </a:lnTo>
                  <a:lnTo>
                    <a:pt x="890498" y="527464"/>
                  </a:lnTo>
                  <a:lnTo>
                    <a:pt x="891570" y="526192"/>
                  </a:lnTo>
                  <a:lnTo>
                    <a:pt x="892641" y="524924"/>
                  </a:lnTo>
                  <a:lnTo>
                    <a:pt x="893713" y="523659"/>
                  </a:lnTo>
                  <a:lnTo>
                    <a:pt x="894784" y="522398"/>
                  </a:lnTo>
                  <a:lnTo>
                    <a:pt x="895856" y="521141"/>
                  </a:lnTo>
                  <a:lnTo>
                    <a:pt x="896928" y="519887"/>
                  </a:lnTo>
                  <a:lnTo>
                    <a:pt x="897999" y="518637"/>
                  </a:lnTo>
                  <a:lnTo>
                    <a:pt x="899071" y="517391"/>
                  </a:lnTo>
                  <a:lnTo>
                    <a:pt x="900142" y="516148"/>
                  </a:lnTo>
                  <a:lnTo>
                    <a:pt x="901214" y="514909"/>
                  </a:lnTo>
                  <a:lnTo>
                    <a:pt x="902286" y="513674"/>
                  </a:lnTo>
                  <a:lnTo>
                    <a:pt x="903357" y="512443"/>
                  </a:lnTo>
                  <a:lnTo>
                    <a:pt x="904429" y="511215"/>
                  </a:lnTo>
                  <a:lnTo>
                    <a:pt x="905500" y="509992"/>
                  </a:lnTo>
                  <a:lnTo>
                    <a:pt x="906572" y="508773"/>
                  </a:lnTo>
                  <a:lnTo>
                    <a:pt x="907644" y="507557"/>
                  </a:lnTo>
                  <a:lnTo>
                    <a:pt x="908715" y="506346"/>
                  </a:lnTo>
                  <a:lnTo>
                    <a:pt x="909787" y="505138"/>
                  </a:lnTo>
                  <a:lnTo>
                    <a:pt x="910858" y="503935"/>
                  </a:lnTo>
                  <a:lnTo>
                    <a:pt x="911930" y="502736"/>
                  </a:lnTo>
                  <a:lnTo>
                    <a:pt x="913002" y="501541"/>
                  </a:lnTo>
                  <a:lnTo>
                    <a:pt x="914073" y="500350"/>
                  </a:lnTo>
                  <a:lnTo>
                    <a:pt x="915145" y="499164"/>
                  </a:lnTo>
                  <a:lnTo>
                    <a:pt x="916216" y="497982"/>
                  </a:lnTo>
                  <a:lnTo>
                    <a:pt x="917288" y="496804"/>
                  </a:lnTo>
                  <a:lnTo>
                    <a:pt x="918360" y="495630"/>
                  </a:lnTo>
                  <a:lnTo>
                    <a:pt x="919431" y="494461"/>
                  </a:lnTo>
                  <a:lnTo>
                    <a:pt x="920503" y="493296"/>
                  </a:lnTo>
                  <a:lnTo>
                    <a:pt x="921574" y="492136"/>
                  </a:lnTo>
                  <a:lnTo>
                    <a:pt x="922646" y="490981"/>
                  </a:lnTo>
                  <a:lnTo>
                    <a:pt x="923718" y="489829"/>
                  </a:lnTo>
                  <a:lnTo>
                    <a:pt x="924789" y="488683"/>
                  </a:lnTo>
                  <a:lnTo>
                    <a:pt x="925861" y="487541"/>
                  </a:lnTo>
                  <a:lnTo>
                    <a:pt x="926932" y="486403"/>
                  </a:lnTo>
                  <a:lnTo>
                    <a:pt x="928004" y="485271"/>
                  </a:lnTo>
                  <a:lnTo>
                    <a:pt x="929076" y="484143"/>
                  </a:lnTo>
                  <a:lnTo>
                    <a:pt x="930147" y="483019"/>
                  </a:lnTo>
                  <a:lnTo>
                    <a:pt x="931219" y="481901"/>
                  </a:lnTo>
                  <a:lnTo>
                    <a:pt x="932290" y="480787"/>
                  </a:lnTo>
                  <a:lnTo>
                    <a:pt x="933362" y="479679"/>
                  </a:lnTo>
                  <a:lnTo>
                    <a:pt x="934434" y="478575"/>
                  </a:lnTo>
                  <a:lnTo>
                    <a:pt x="935505" y="477476"/>
                  </a:lnTo>
                  <a:lnTo>
                    <a:pt x="936577" y="476382"/>
                  </a:lnTo>
                  <a:lnTo>
                    <a:pt x="937648" y="475293"/>
                  </a:lnTo>
                  <a:lnTo>
                    <a:pt x="938720" y="474209"/>
                  </a:lnTo>
                  <a:lnTo>
                    <a:pt x="939792" y="473130"/>
                  </a:lnTo>
                  <a:lnTo>
                    <a:pt x="940863" y="472057"/>
                  </a:lnTo>
                  <a:lnTo>
                    <a:pt x="941935" y="470988"/>
                  </a:lnTo>
                  <a:lnTo>
                    <a:pt x="943006" y="469925"/>
                  </a:lnTo>
                  <a:lnTo>
                    <a:pt x="944078" y="468866"/>
                  </a:lnTo>
                  <a:lnTo>
                    <a:pt x="945150" y="467814"/>
                  </a:lnTo>
                  <a:lnTo>
                    <a:pt x="946221" y="466766"/>
                  </a:lnTo>
                  <a:lnTo>
                    <a:pt x="947293" y="465724"/>
                  </a:lnTo>
                  <a:lnTo>
                    <a:pt x="948364" y="464687"/>
                  </a:lnTo>
                  <a:lnTo>
                    <a:pt x="949436" y="463655"/>
                  </a:lnTo>
                  <a:lnTo>
                    <a:pt x="950508" y="462629"/>
                  </a:lnTo>
                  <a:lnTo>
                    <a:pt x="951579" y="461609"/>
                  </a:lnTo>
                  <a:lnTo>
                    <a:pt x="952651" y="460593"/>
                  </a:lnTo>
                  <a:lnTo>
                    <a:pt x="953722" y="459584"/>
                  </a:lnTo>
                  <a:lnTo>
                    <a:pt x="954794" y="458580"/>
                  </a:lnTo>
                  <a:lnTo>
                    <a:pt x="955866" y="457581"/>
                  </a:lnTo>
                  <a:lnTo>
                    <a:pt x="956937" y="456589"/>
                  </a:lnTo>
                  <a:lnTo>
                    <a:pt x="958009" y="455602"/>
                  </a:lnTo>
                  <a:lnTo>
                    <a:pt x="959080" y="454620"/>
                  </a:lnTo>
                  <a:lnTo>
                    <a:pt x="960152" y="453645"/>
                  </a:lnTo>
                  <a:lnTo>
                    <a:pt x="961224" y="452675"/>
                  </a:lnTo>
                  <a:lnTo>
                    <a:pt x="962295" y="451711"/>
                  </a:lnTo>
                  <a:lnTo>
                    <a:pt x="963367" y="450753"/>
                  </a:lnTo>
                  <a:lnTo>
                    <a:pt x="964438" y="449801"/>
                  </a:lnTo>
                  <a:lnTo>
                    <a:pt x="965510" y="448855"/>
                  </a:lnTo>
                  <a:lnTo>
                    <a:pt x="966582" y="447914"/>
                  </a:lnTo>
                  <a:lnTo>
                    <a:pt x="967653" y="446980"/>
                  </a:lnTo>
                  <a:lnTo>
                    <a:pt x="968725" y="446052"/>
                  </a:lnTo>
                  <a:lnTo>
                    <a:pt x="969796" y="445130"/>
                  </a:lnTo>
                  <a:lnTo>
                    <a:pt x="970868" y="444213"/>
                  </a:lnTo>
                  <a:lnTo>
                    <a:pt x="971940" y="443304"/>
                  </a:lnTo>
                  <a:lnTo>
                    <a:pt x="973011" y="442400"/>
                  </a:lnTo>
                  <a:lnTo>
                    <a:pt x="974083" y="441502"/>
                  </a:lnTo>
                  <a:lnTo>
                    <a:pt x="975154" y="440611"/>
                  </a:lnTo>
                  <a:lnTo>
                    <a:pt x="976226" y="439726"/>
                  </a:lnTo>
                  <a:lnTo>
                    <a:pt x="977298" y="438847"/>
                  </a:lnTo>
                  <a:lnTo>
                    <a:pt x="978369" y="437975"/>
                  </a:lnTo>
                  <a:lnTo>
                    <a:pt x="979441" y="437109"/>
                  </a:lnTo>
                  <a:lnTo>
                    <a:pt x="980512" y="436249"/>
                  </a:lnTo>
                  <a:lnTo>
                    <a:pt x="981584" y="435396"/>
                  </a:lnTo>
                  <a:lnTo>
                    <a:pt x="982656" y="434550"/>
                  </a:lnTo>
                  <a:lnTo>
                    <a:pt x="983727" y="433710"/>
                  </a:lnTo>
                  <a:lnTo>
                    <a:pt x="984799" y="432876"/>
                  </a:lnTo>
                  <a:lnTo>
                    <a:pt x="985870" y="432049"/>
                  </a:lnTo>
                  <a:lnTo>
                    <a:pt x="986942" y="431229"/>
                  </a:lnTo>
                  <a:lnTo>
                    <a:pt x="988014" y="430415"/>
                  </a:lnTo>
                  <a:lnTo>
                    <a:pt x="989085" y="429608"/>
                  </a:lnTo>
                  <a:lnTo>
                    <a:pt x="990157" y="428808"/>
                  </a:lnTo>
                  <a:lnTo>
                    <a:pt x="991228" y="428015"/>
                  </a:lnTo>
                  <a:lnTo>
                    <a:pt x="992300" y="427228"/>
                  </a:lnTo>
                  <a:lnTo>
                    <a:pt x="993372" y="426448"/>
                  </a:lnTo>
                  <a:lnTo>
                    <a:pt x="994443" y="425675"/>
                  </a:lnTo>
                  <a:lnTo>
                    <a:pt x="995515" y="424909"/>
                  </a:lnTo>
                  <a:lnTo>
                    <a:pt x="996586" y="424150"/>
                  </a:lnTo>
                  <a:lnTo>
                    <a:pt x="997658" y="423398"/>
                  </a:lnTo>
                  <a:lnTo>
                    <a:pt x="998730" y="422653"/>
                  </a:lnTo>
                  <a:lnTo>
                    <a:pt x="999801" y="421914"/>
                  </a:lnTo>
                  <a:lnTo>
                    <a:pt x="1000873" y="421183"/>
                  </a:lnTo>
                  <a:lnTo>
                    <a:pt x="1001944" y="420459"/>
                  </a:lnTo>
                  <a:lnTo>
                    <a:pt x="1003016" y="419742"/>
                  </a:lnTo>
                  <a:lnTo>
                    <a:pt x="1004088" y="419033"/>
                  </a:lnTo>
                  <a:lnTo>
                    <a:pt x="1005159" y="418330"/>
                  </a:lnTo>
                  <a:lnTo>
                    <a:pt x="1006231" y="417635"/>
                  </a:lnTo>
                  <a:lnTo>
                    <a:pt x="1007302" y="416947"/>
                  </a:lnTo>
                  <a:lnTo>
                    <a:pt x="1008374" y="416266"/>
                  </a:lnTo>
                  <a:lnTo>
                    <a:pt x="1009446" y="415593"/>
                  </a:lnTo>
                  <a:lnTo>
                    <a:pt x="1010517" y="414927"/>
                  </a:lnTo>
                  <a:lnTo>
                    <a:pt x="1011589" y="414268"/>
                  </a:lnTo>
                  <a:lnTo>
                    <a:pt x="1012660" y="413617"/>
                  </a:lnTo>
                  <a:lnTo>
                    <a:pt x="1013732" y="412973"/>
                  </a:lnTo>
                  <a:lnTo>
                    <a:pt x="1014804" y="412337"/>
                  </a:lnTo>
                  <a:lnTo>
                    <a:pt x="1015875" y="411708"/>
                  </a:lnTo>
                  <a:lnTo>
                    <a:pt x="1016947" y="411087"/>
                  </a:lnTo>
                  <a:lnTo>
                    <a:pt x="1018018" y="410473"/>
                  </a:lnTo>
                  <a:lnTo>
                    <a:pt x="1019090" y="409867"/>
                  </a:lnTo>
                  <a:lnTo>
                    <a:pt x="1020162" y="409269"/>
                  </a:lnTo>
                  <a:lnTo>
                    <a:pt x="1021233" y="408678"/>
                  </a:lnTo>
                  <a:lnTo>
                    <a:pt x="1022305" y="408095"/>
                  </a:lnTo>
                  <a:lnTo>
                    <a:pt x="1023376" y="407520"/>
                  </a:lnTo>
                  <a:lnTo>
                    <a:pt x="1024448" y="406953"/>
                  </a:lnTo>
                  <a:lnTo>
                    <a:pt x="1025520" y="406393"/>
                  </a:lnTo>
                  <a:lnTo>
                    <a:pt x="1026591" y="405841"/>
                  </a:lnTo>
                  <a:lnTo>
                    <a:pt x="1027663" y="405297"/>
                  </a:lnTo>
                  <a:lnTo>
                    <a:pt x="1028734" y="404761"/>
                  </a:lnTo>
                  <a:lnTo>
                    <a:pt x="1029806" y="404233"/>
                  </a:lnTo>
                  <a:lnTo>
                    <a:pt x="1030878" y="403713"/>
                  </a:lnTo>
                  <a:lnTo>
                    <a:pt x="1031949" y="403201"/>
                  </a:lnTo>
                  <a:lnTo>
                    <a:pt x="1033021" y="402697"/>
                  </a:lnTo>
                  <a:lnTo>
                    <a:pt x="1034092" y="402201"/>
                  </a:lnTo>
                  <a:lnTo>
                    <a:pt x="1035164" y="401713"/>
                  </a:lnTo>
                  <a:lnTo>
                    <a:pt x="1036236" y="401233"/>
                  </a:lnTo>
                  <a:lnTo>
                    <a:pt x="1037307" y="400761"/>
                  </a:lnTo>
                  <a:lnTo>
                    <a:pt x="1038379" y="400297"/>
                  </a:lnTo>
                  <a:lnTo>
                    <a:pt x="1039450" y="399842"/>
                  </a:lnTo>
                  <a:lnTo>
                    <a:pt x="1040522" y="399395"/>
                  </a:lnTo>
                  <a:lnTo>
                    <a:pt x="1041594" y="398956"/>
                  </a:lnTo>
                  <a:lnTo>
                    <a:pt x="1042665" y="398525"/>
                  </a:lnTo>
                  <a:lnTo>
                    <a:pt x="1043737" y="398103"/>
                  </a:lnTo>
                  <a:lnTo>
                    <a:pt x="1044808" y="397689"/>
                  </a:lnTo>
                  <a:lnTo>
                    <a:pt x="1045880" y="397284"/>
                  </a:lnTo>
                  <a:lnTo>
                    <a:pt x="1046952" y="396886"/>
                  </a:lnTo>
                  <a:lnTo>
                    <a:pt x="1048023" y="396498"/>
                  </a:lnTo>
                  <a:lnTo>
                    <a:pt x="1049095" y="396117"/>
                  </a:lnTo>
                  <a:lnTo>
                    <a:pt x="1050166" y="395746"/>
                  </a:lnTo>
                  <a:lnTo>
                    <a:pt x="1051238" y="395382"/>
                  </a:lnTo>
                  <a:lnTo>
                    <a:pt x="1052310" y="395028"/>
                  </a:lnTo>
                  <a:lnTo>
                    <a:pt x="1053381" y="394681"/>
                  </a:lnTo>
                  <a:lnTo>
                    <a:pt x="1054453" y="394344"/>
                  </a:lnTo>
                  <a:lnTo>
                    <a:pt x="1055524" y="394015"/>
                  </a:lnTo>
                  <a:lnTo>
                    <a:pt x="1056596" y="393695"/>
                  </a:lnTo>
                  <a:lnTo>
                    <a:pt x="1057668" y="393383"/>
                  </a:lnTo>
                  <a:lnTo>
                    <a:pt x="1058739" y="393080"/>
                  </a:lnTo>
                  <a:lnTo>
                    <a:pt x="1059811" y="392786"/>
                  </a:lnTo>
                  <a:lnTo>
                    <a:pt x="1060882" y="392501"/>
                  </a:lnTo>
                  <a:lnTo>
                    <a:pt x="1061954" y="392224"/>
                  </a:lnTo>
                  <a:lnTo>
                    <a:pt x="1063026" y="391957"/>
                  </a:lnTo>
                  <a:lnTo>
                    <a:pt x="1064097" y="391698"/>
                  </a:lnTo>
                  <a:lnTo>
                    <a:pt x="1065169" y="391448"/>
                  </a:lnTo>
                  <a:lnTo>
                    <a:pt x="1066240" y="391207"/>
                  </a:lnTo>
                  <a:lnTo>
                    <a:pt x="1067312" y="390975"/>
                  </a:lnTo>
                  <a:lnTo>
                    <a:pt x="1068383" y="390752"/>
                  </a:lnTo>
                  <a:lnTo>
                    <a:pt x="1069455" y="390537"/>
                  </a:lnTo>
                  <a:lnTo>
                    <a:pt x="1070527" y="390332"/>
                  </a:lnTo>
                  <a:lnTo>
                    <a:pt x="1071598" y="390136"/>
                  </a:lnTo>
                  <a:lnTo>
                    <a:pt x="1072670" y="389949"/>
                  </a:lnTo>
                  <a:lnTo>
                    <a:pt x="1073741" y="389771"/>
                  </a:lnTo>
                  <a:lnTo>
                    <a:pt x="1074813" y="389602"/>
                  </a:lnTo>
                  <a:lnTo>
                    <a:pt x="1075885" y="389442"/>
                  </a:lnTo>
                  <a:lnTo>
                    <a:pt x="1076956" y="389292"/>
                  </a:lnTo>
                  <a:lnTo>
                    <a:pt x="1078028" y="389150"/>
                  </a:lnTo>
                  <a:lnTo>
                    <a:pt x="1079099" y="389018"/>
                  </a:lnTo>
                  <a:lnTo>
                    <a:pt x="1080171" y="388895"/>
                  </a:lnTo>
                  <a:lnTo>
                    <a:pt x="1081243" y="388781"/>
                  </a:lnTo>
                  <a:lnTo>
                    <a:pt x="1082314" y="388676"/>
                  </a:lnTo>
                  <a:lnTo>
                    <a:pt x="1083386" y="388580"/>
                  </a:lnTo>
                  <a:lnTo>
                    <a:pt x="1084457" y="388494"/>
                  </a:lnTo>
                  <a:lnTo>
                    <a:pt x="1085529" y="388416"/>
                  </a:lnTo>
                  <a:lnTo>
                    <a:pt x="1086601" y="388347"/>
                  </a:lnTo>
                  <a:lnTo>
                    <a:pt x="1087672" y="388287"/>
                  </a:lnTo>
                  <a:lnTo>
                    <a:pt x="1088744" y="388237"/>
                  </a:lnTo>
                  <a:lnTo>
                    <a:pt x="1089815" y="388195"/>
                  </a:lnTo>
                  <a:lnTo>
                    <a:pt x="1090887" y="388161"/>
                  </a:lnTo>
                  <a:lnTo>
                    <a:pt x="1091959" y="388137"/>
                  </a:lnTo>
                  <a:lnTo>
                    <a:pt x="1093030" y="388122"/>
                  </a:lnTo>
                  <a:lnTo>
                    <a:pt x="1094102" y="388115"/>
                  </a:lnTo>
                  <a:lnTo>
                    <a:pt x="1095173" y="388117"/>
                  </a:lnTo>
                  <a:lnTo>
                    <a:pt x="1096245" y="388127"/>
                  </a:lnTo>
                  <a:lnTo>
                    <a:pt x="1097317" y="388147"/>
                  </a:lnTo>
                  <a:lnTo>
                    <a:pt x="1098388" y="388174"/>
                  </a:lnTo>
                  <a:lnTo>
                    <a:pt x="1099460" y="388211"/>
                  </a:lnTo>
                  <a:lnTo>
                    <a:pt x="1100531" y="388256"/>
                  </a:lnTo>
                  <a:lnTo>
                    <a:pt x="1101603" y="388309"/>
                  </a:lnTo>
                  <a:lnTo>
                    <a:pt x="1102675" y="388371"/>
                  </a:lnTo>
                  <a:lnTo>
                    <a:pt x="1103746" y="388441"/>
                  </a:lnTo>
                  <a:lnTo>
                    <a:pt x="1104818" y="388520"/>
                  </a:lnTo>
                  <a:lnTo>
                    <a:pt x="1105889" y="388607"/>
                  </a:lnTo>
                  <a:lnTo>
                    <a:pt x="1106961" y="388703"/>
                  </a:lnTo>
                  <a:lnTo>
                    <a:pt x="1108033" y="388806"/>
                  </a:lnTo>
                  <a:lnTo>
                    <a:pt x="1109104" y="388918"/>
                  </a:lnTo>
                  <a:lnTo>
                    <a:pt x="1110176" y="389038"/>
                  </a:lnTo>
                  <a:lnTo>
                    <a:pt x="1111247" y="389167"/>
                  </a:lnTo>
                  <a:lnTo>
                    <a:pt x="1112319" y="389303"/>
                  </a:lnTo>
                  <a:lnTo>
                    <a:pt x="1113391" y="389448"/>
                  </a:lnTo>
                  <a:lnTo>
                    <a:pt x="1114462" y="389600"/>
                  </a:lnTo>
                  <a:lnTo>
                    <a:pt x="1115534" y="389761"/>
                  </a:lnTo>
                  <a:lnTo>
                    <a:pt x="1116605" y="389930"/>
                  </a:lnTo>
                  <a:lnTo>
                    <a:pt x="1117677" y="390106"/>
                  </a:lnTo>
                  <a:lnTo>
                    <a:pt x="1118749" y="390291"/>
                  </a:lnTo>
                  <a:lnTo>
                    <a:pt x="1119820" y="390483"/>
                  </a:lnTo>
                  <a:lnTo>
                    <a:pt x="1120892" y="390683"/>
                  </a:lnTo>
                  <a:lnTo>
                    <a:pt x="1121963" y="390891"/>
                  </a:lnTo>
                  <a:lnTo>
                    <a:pt x="1123035" y="391107"/>
                  </a:lnTo>
                  <a:lnTo>
                    <a:pt x="1124107" y="391330"/>
                  </a:lnTo>
                  <a:lnTo>
                    <a:pt x="1125178" y="391562"/>
                  </a:lnTo>
                  <a:lnTo>
                    <a:pt x="1126250" y="391800"/>
                  </a:lnTo>
                  <a:lnTo>
                    <a:pt x="1127321" y="392047"/>
                  </a:lnTo>
                  <a:lnTo>
                    <a:pt x="1128393" y="392301"/>
                  </a:lnTo>
                  <a:lnTo>
                    <a:pt x="1129465" y="392562"/>
                  </a:lnTo>
                  <a:lnTo>
                    <a:pt x="1130536" y="392831"/>
                  </a:lnTo>
                  <a:lnTo>
                    <a:pt x="1131608" y="393108"/>
                  </a:lnTo>
                  <a:lnTo>
                    <a:pt x="1132679" y="393392"/>
                  </a:lnTo>
                  <a:lnTo>
                    <a:pt x="1133751" y="393683"/>
                  </a:lnTo>
                  <a:lnTo>
                    <a:pt x="1134823" y="393982"/>
                  </a:lnTo>
                  <a:lnTo>
                    <a:pt x="1135894" y="394287"/>
                  </a:lnTo>
                  <a:lnTo>
                    <a:pt x="1136966" y="394601"/>
                  </a:lnTo>
                  <a:lnTo>
                    <a:pt x="1138037" y="394921"/>
                  </a:lnTo>
                  <a:lnTo>
                    <a:pt x="1139109" y="395248"/>
                  </a:lnTo>
                  <a:lnTo>
                    <a:pt x="1140181" y="395583"/>
                  </a:lnTo>
                  <a:lnTo>
                    <a:pt x="1141252" y="395925"/>
                  </a:lnTo>
                  <a:lnTo>
                    <a:pt x="1142324" y="396274"/>
                  </a:lnTo>
                  <a:lnTo>
                    <a:pt x="1143395" y="396629"/>
                  </a:lnTo>
                  <a:lnTo>
                    <a:pt x="1144467" y="396992"/>
                  </a:lnTo>
                  <a:lnTo>
                    <a:pt x="1145539" y="397362"/>
                  </a:lnTo>
                  <a:lnTo>
                    <a:pt x="1146610" y="397738"/>
                  </a:lnTo>
                  <a:lnTo>
                    <a:pt x="1147682" y="398122"/>
                  </a:lnTo>
                  <a:lnTo>
                    <a:pt x="1148753" y="398512"/>
                  </a:lnTo>
                  <a:lnTo>
                    <a:pt x="1149825" y="398909"/>
                  </a:lnTo>
                  <a:lnTo>
                    <a:pt x="1150897" y="399313"/>
                  </a:lnTo>
                  <a:lnTo>
                    <a:pt x="1151968" y="399723"/>
                  </a:lnTo>
                  <a:lnTo>
                    <a:pt x="1153040" y="400140"/>
                  </a:lnTo>
                  <a:lnTo>
                    <a:pt x="1154111" y="400564"/>
                  </a:lnTo>
                  <a:lnTo>
                    <a:pt x="1155183" y="400994"/>
                  </a:lnTo>
                  <a:lnTo>
                    <a:pt x="1156255" y="401431"/>
                  </a:lnTo>
                  <a:lnTo>
                    <a:pt x="1157326" y="401874"/>
                  </a:lnTo>
                  <a:lnTo>
                    <a:pt x="1158398" y="402324"/>
                  </a:lnTo>
                  <a:lnTo>
                    <a:pt x="1159469" y="402780"/>
                  </a:lnTo>
                  <a:lnTo>
                    <a:pt x="1160541" y="403242"/>
                  </a:lnTo>
                  <a:lnTo>
                    <a:pt x="1161613" y="403711"/>
                  </a:lnTo>
                  <a:lnTo>
                    <a:pt x="1162684" y="404186"/>
                  </a:lnTo>
                  <a:lnTo>
                    <a:pt x="1163756" y="404667"/>
                  </a:lnTo>
                  <a:lnTo>
                    <a:pt x="1164827" y="405155"/>
                  </a:lnTo>
                  <a:lnTo>
                    <a:pt x="1165899" y="405648"/>
                  </a:lnTo>
                  <a:lnTo>
                    <a:pt x="1166971" y="406148"/>
                  </a:lnTo>
                  <a:lnTo>
                    <a:pt x="1168042" y="406654"/>
                  </a:lnTo>
                  <a:lnTo>
                    <a:pt x="1169114" y="407165"/>
                  </a:lnTo>
                  <a:lnTo>
                    <a:pt x="1170185" y="407683"/>
                  </a:lnTo>
                  <a:lnTo>
                    <a:pt x="1171257" y="408207"/>
                  </a:lnTo>
                  <a:lnTo>
                    <a:pt x="1172329" y="408736"/>
                  </a:lnTo>
                  <a:lnTo>
                    <a:pt x="1173400" y="409272"/>
                  </a:lnTo>
                  <a:lnTo>
                    <a:pt x="1174472" y="409813"/>
                  </a:lnTo>
                  <a:lnTo>
                    <a:pt x="1175543" y="410360"/>
                  </a:lnTo>
                  <a:lnTo>
                    <a:pt x="1176615" y="410913"/>
                  </a:lnTo>
                  <a:lnTo>
                    <a:pt x="1177687" y="411471"/>
                  </a:lnTo>
                  <a:lnTo>
                    <a:pt x="1178758" y="412035"/>
                  </a:lnTo>
                  <a:lnTo>
                    <a:pt x="1179830" y="412605"/>
                  </a:lnTo>
                  <a:lnTo>
                    <a:pt x="1180901" y="413180"/>
                  </a:lnTo>
                  <a:lnTo>
                    <a:pt x="1181973" y="413760"/>
                  </a:lnTo>
                  <a:lnTo>
                    <a:pt x="1183045" y="414347"/>
                  </a:lnTo>
                  <a:lnTo>
                    <a:pt x="1184116" y="414938"/>
                  </a:lnTo>
                  <a:lnTo>
                    <a:pt x="1185188" y="415535"/>
                  </a:lnTo>
                  <a:lnTo>
                    <a:pt x="1186259" y="416137"/>
                  </a:lnTo>
                  <a:lnTo>
                    <a:pt x="1187331" y="416745"/>
                  </a:lnTo>
                  <a:lnTo>
                    <a:pt x="1188403" y="417358"/>
                  </a:lnTo>
                  <a:lnTo>
                    <a:pt x="1189474" y="417976"/>
                  </a:lnTo>
                  <a:lnTo>
                    <a:pt x="1190546" y="418599"/>
                  </a:lnTo>
                  <a:lnTo>
                    <a:pt x="1191617" y="419228"/>
                  </a:lnTo>
                  <a:lnTo>
                    <a:pt x="1192689" y="419861"/>
                  </a:lnTo>
                  <a:lnTo>
                    <a:pt x="1193761" y="420499"/>
                  </a:lnTo>
                  <a:lnTo>
                    <a:pt x="1194832" y="421143"/>
                  </a:lnTo>
                  <a:lnTo>
                    <a:pt x="1195904" y="421791"/>
                  </a:lnTo>
                  <a:lnTo>
                    <a:pt x="1196975" y="422445"/>
                  </a:lnTo>
                  <a:lnTo>
                    <a:pt x="1198047" y="423103"/>
                  </a:lnTo>
                  <a:lnTo>
                    <a:pt x="1199119" y="423766"/>
                  </a:lnTo>
                  <a:lnTo>
                    <a:pt x="1200190" y="424434"/>
                  </a:lnTo>
                  <a:lnTo>
                    <a:pt x="1201262" y="425106"/>
                  </a:lnTo>
                  <a:lnTo>
                    <a:pt x="1202333" y="425784"/>
                  </a:lnTo>
                  <a:lnTo>
                    <a:pt x="1203405" y="426466"/>
                  </a:lnTo>
                  <a:lnTo>
                    <a:pt x="1204477" y="427152"/>
                  </a:lnTo>
                  <a:lnTo>
                    <a:pt x="1205548" y="427843"/>
                  </a:lnTo>
                  <a:lnTo>
                    <a:pt x="1206620" y="428539"/>
                  </a:lnTo>
                  <a:lnTo>
                    <a:pt x="1207691" y="429239"/>
                  </a:lnTo>
                  <a:lnTo>
                    <a:pt x="1208763" y="429944"/>
                  </a:lnTo>
                  <a:lnTo>
                    <a:pt x="1209835" y="430653"/>
                  </a:lnTo>
                  <a:lnTo>
                    <a:pt x="1210906" y="431366"/>
                  </a:lnTo>
                  <a:lnTo>
                    <a:pt x="1211978" y="432084"/>
                  </a:lnTo>
                  <a:lnTo>
                    <a:pt x="1213049" y="432806"/>
                  </a:lnTo>
                  <a:lnTo>
                    <a:pt x="1214121" y="433532"/>
                  </a:lnTo>
                  <a:lnTo>
                    <a:pt x="1215193" y="434262"/>
                  </a:lnTo>
                  <a:lnTo>
                    <a:pt x="1216264" y="434997"/>
                  </a:lnTo>
                  <a:lnTo>
                    <a:pt x="1217336" y="435735"/>
                  </a:lnTo>
                  <a:lnTo>
                    <a:pt x="1218407" y="436478"/>
                  </a:lnTo>
                  <a:lnTo>
                    <a:pt x="1219479" y="437224"/>
                  </a:lnTo>
                  <a:lnTo>
                    <a:pt x="1220551" y="437975"/>
                  </a:lnTo>
                  <a:lnTo>
                    <a:pt x="1221622" y="438730"/>
                  </a:lnTo>
                  <a:lnTo>
                    <a:pt x="1222694" y="439488"/>
                  </a:lnTo>
                  <a:lnTo>
                    <a:pt x="1223765" y="440250"/>
                  </a:lnTo>
                  <a:lnTo>
                    <a:pt x="1224837" y="441016"/>
                  </a:lnTo>
                  <a:lnTo>
                    <a:pt x="1225909" y="441786"/>
                  </a:lnTo>
                  <a:lnTo>
                    <a:pt x="1226980" y="442560"/>
                  </a:lnTo>
                  <a:lnTo>
                    <a:pt x="1228052" y="443337"/>
                  </a:lnTo>
                  <a:lnTo>
                    <a:pt x="1229123" y="444118"/>
                  </a:lnTo>
                  <a:lnTo>
                    <a:pt x="1230195" y="444902"/>
                  </a:lnTo>
                  <a:lnTo>
                    <a:pt x="1231267" y="445690"/>
                  </a:lnTo>
                  <a:lnTo>
                    <a:pt x="1232338" y="446482"/>
                  </a:lnTo>
                  <a:lnTo>
                    <a:pt x="1233410" y="447277"/>
                  </a:lnTo>
                  <a:lnTo>
                    <a:pt x="1234481" y="448075"/>
                  </a:lnTo>
                  <a:lnTo>
                    <a:pt x="1235553" y="448877"/>
                  </a:lnTo>
                  <a:lnTo>
                    <a:pt x="1236625" y="449682"/>
                  </a:lnTo>
                  <a:lnTo>
                    <a:pt x="1237696" y="450490"/>
                  </a:lnTo>
                  <a:lnTo>
                    <a:pt x="1238768" y="451302"/>
                  </a:lnTo>
                  <a:lnTo>
                    <a:pt x="1239839" y="452117"/>
                  </a:lnTo>
                  <a:lnTo>
                    <a:pt x="1240911" y="452935"/>
                  </a:lnTo>
                  <a:lnTo>
                    <a:pt x="1241983" y="453756"/>
                  </a:lnTo>
                  <a:lnTo>
                    <a:pt x="1243054" y="454580"/>
                  </a:lnTo>
                  <a:lnTo>
                    <a:pt x="1244126" y="455407"/>
                  </a:lnTo>
                  <a:lnTo>
                    <a:pt x="1245197" y="456237"/>
                  </a:lnTo>
                  <a:lnTo>
                    <a:pt x="1246269" y="457071"/>
                  </a:lnTo>
                  <a:lnTo>
                    <a:pt x="1247340" y="457907"/>
                  </a:lnTo>
                  <a:lnTo>
                    <a:pt x="1248412" y="458746"/>
                  </a:lnTo>
                  <a:lnTo>
                    <a:pt x="1249484" y="459587"/>
                  </a:lnTo>
                  <a:lnTo>
                    <a:pt x="1250555" y="460432"/>
                  </a:lnTo>
                  <a:lnTo>
                    <a:pt x="1251627" y="461279"/>
                  </a:lnTo>
                  <a:lnTo>
                    <a:pt x="1252698" y="462129"/>
                  </a:lnTo>
                  <a:lnTo>
                    <a:pt x="1253770" y="462982"/>
                  </a:lnTo>
                  <a:lnTo>
                    <a:pt x="1254842" y="463837"/>
                  </a:lnTo>
                  <a:lnTo>
                    <a:pt x="1255913" y="464695"/>
                  </a:lnTo>
                  <a:lnTo>
                    <a:pt x="1256985" y="465555"/>
                  </a:lnTo>
                  <a:lnTo>
                    <a:pt x="1258056" y="466418"/>
                  </a:lnTo>
                  <a:lnTo>
                    <a:pt x="1259128" y="467284"/>
                  </a:lnTo>
                  <a:lnTo>
                    <a:pt x="1260200" y="468151"/>
                  </a:lnTo>
                  <a:lnTo>
                    <a:pt x="1261271" y="469022"/>
                  </a:lnTo>
                  <a:lnTo>
                    <a:pt x="1262343" y="469894"/>
                  </a:lnTo>
                  <a:lnTo>
                    <a:pt x="1263414" y="470769"/>
                  </a:lnTo>
                  <a:lnTo>
                    <a:pt x="1264486" y="471646"/>
                  </a:lnTo>
                  <a:lnTo>
                    <a:pt x="1265558" y="472525"/>
                  </a:lnTo>
                  <a:lnTo>
                    <a:pt x="1266629" y="473406"/>
                  </a:lnTo>
                  <a:lnTo>
                    <a:pt x="1267701" y="474290"/>
                  </a:lnTo>
                  <a:lnTo>
                    <a:pt x="1268772" y="475175"/>
                  </a:lnTo>
                  <a:lnTo>
                    <a:pt x="1269844" y="476063"/>
                  </a:lnTo>
                  <a:lnTo>
                    <a:pt x="1270916" y="476953"/>
                  </a:lnTo>
                  <a:lnTo>
                    <a:pt x="1271987" y="477844"/>
                  </a:lnTo>
                  <a:lnTo>
                    <a:pt x="1273059" y="478738"/>
                  </a:lnTo>
                  <a:lnTo>
                    <a:pt x="1274130" y="479633"/>
                  </a:lnTo>
                  <a:lnTo>
                    <a:pt x="1275202" y="480530"/>
                  </a:lnTo>
                  <a:lnTo>
                    <a:pt x="1276274" y="481429"/>
                  </a:lnTo>
                  <a:lnTo>
                    <a:pt x="1277345" y="482330"/>
                  </a:lnTo>
                  <a:lnTo>
                    <a:pt x="1278417" y="483232"/>
                  </a:lnTo>
                  <a:lnTo>
                    <a:pt x="1279488" y="484137"/>
                  </a:lnTo>
                  <a:lnTo>
                    <a:pt x="1280560" y="485042"/>
                  </a:lnTo>
                  <a:lnTo>
                    <a:pt x="1281632" y="485950"/>
                  </a:lnTo>
                  <a:lnTo>
                    <a:pt x="1282703" y="486859"/>
                  </a:lnTo>
                  <a:lnTo>
                    <a:pt x="1283775" y="487769"/>
                  </a:lnTo>
                  <a:lnTo>
                    <a:pt x="1284846" y="488681"/>
                  </a:lnTo>
                  <a:lnTo>
                    <a:pt x="1285918" y="489594"/>
                  </a:lnTo>
                  <a:lnTo>
                    <a:pt x="1286990" y="490509"/>
                  </a:lnTo>
                  <a:lnTo>
                    <a:pt x="1288061" y="491425"/>
                  </a:lnTo>
                  <a:lnTo>
                    <a:pt x="1289133" y="492343"/>
                  </a:lnTo>
                  <a:lnTo>
                    <a:pt x="1290204" y="493261"/>
                  </a:lnTo>
                  <a:lnTo>
                    <a:pt x="1291276" y="494181"/>
                  </a:lnTo>
                  <a:lnTo>
                    <a:pt x="1292348" y="495102"/>
                  </a:lnTo>
                  <a:lnTo>
                    <a:pt x="1293419" y="496025"/>
                  </a:lnTo>
                  <a:lnTo>
                    <a:pt x="1294491" y="496948"/>
                  </a:lnTo>
                  <a:lnTo>
                    <a:pt x="1295562" y="497873"/>
                  </a:lnTo>
                  <a:lnTo>
                    <a:pt x="1296634" y="498798"/>
                  </a:lnTo>
                  <a:lnTo>
                    <a:pt x="1297706" y="499725"/>
                  </a:lnTo>
                  <a:lnTo>
                    <a:pt x="1298777" y="500652"/>
                  </a:lnTo>
                  <a:lnTo>
                    <a:pt x="1299849" y="501580"/>
                  </a:lnTo>
                  <a:lnTo>
                    <a:pt x="1300920" y="502510"/>
                  </a:lnTo>
                  <a:lnTo>
                    <a:pt x="1301992" y="503440"/>
                  </a:lnTo>
                  <a:lnTo>
                    <a:pt x="1303064" y="504371"/>
                  </a:lnTo>
                  <a:lnTo>
                    <a:pt x="1304135" y="505302"/>
                  </a:lnTo>
                  <a:lnTo>
                    <a:pt x="1305207" y="506235"/>
                  </a:lnTo>
                  <a:lnTo>
                    <a:pt x="1306278" y="507168"/>
                  </a:lnTo>
                  <a:lnTo>
                    <a:pt x="1307350" y="508102"/>
                  </a:lnTo>
                  <a:lnTo>
                    <a:pt x="1308422" y="509036"/>
                  </a:lnTo>
                  <a:lnTo>
                    <a:pt x="1309493" y="509971"/>
                  </a:lnTo>
                  <a:lnTo>
                    <a:pt x="1310565" y="510906"/>
                  </a:lnTo>
                  <a:lnTo>
                    <a:pt x="1311636" y="511842"/>
                  </a:lnTo>
                  <a:lnTo>
                    <a:pt x="1312708" y="512779"/>
                  </a:lnTo>
                  <a:lnTo>
                    <a:pt x="1313780" y="513715"/>
                  </a:lnTo>
                  <a:lnTo>
                    <a:pt x="1314851" y="514653"/>
                  </a:lnTo>
                  <a:lnTo>
                    <a:pt x="1315923" y="515590"/>
                  </a:lnTo>
                  <a:lnTo>
                    <a:pt x="1316994" y="516528"/>
                  </a:lnTo>
                  <a:lnTo>
                    <a:pt x="1318066" y="517466"/>
                  </a:lnTo>
                  <a:lnTo>
                    <a:pt x="1319138" y="518405"/>
                  </a:lnTo>
                  <a:lnTo>
                    <a:pt x="1320209" y="519343"/>
                  </a:lnTo>
                  <a:lnTo>
                    <a:pt x="1321281" y="520282"/>
                  </a:lnTo>
                  <a:lnTo>
                    <a:pt x="1322352" y="521221"/>
                  </a:lnTo>
                  <a:lnTo>
                    <a:pt x="1323424" y="522160"/>
                  </a:lnTo>
                  <a:lnTo>
                    <a:pt x="1324496" y="523098"/>
                  </a:lnTo>
                  <a:lnTo>
                    <a:pt x="1325567" y="524037"/>
                  </a:lnTo>
                  <a:lnTo>
                    <a:pt x="1326639" y="524976"/>
                  </a:lnTo>
                  <a:lnTo>
                    <a:pt x="1327710" y="525915"/>
                  </a:lnTo>
                  <a:lnTo>
                    <a:pt x="1328782" y="526854"/>
                  </a:lnTo>
                  <a:lnTo>
                    <a:pt x="1329854" y="527793"/>
                  </a:lnTo>
                  <a:lnTo>
                    <a:pt x="1330925" y="528731"/>
                  </a:lnTo>
                  <a:lnTo>
                    <a:pt x="1331997" y="529669"/>
                  </a:lnTo>
                  <a:lnTo>
                    <a:pt x="1333068" y="530607"/>
                  </a:lnTo>
                  <a:lnTo>
                    <a:pt x="1334140" y="531545"/>
                  </a:lnTo>
                  <a:lnTo>
                    <a:pt x="1335212" y="532482"/>
                  </a:lnTo>
                  <a:lnTo>
                    <a:pt x="1336283" y="533419"/>
                  </a:lnTo>
                  <a:lnTo>
                    <a:pt x="1337355" y="534356"/>
                  </a:lnTo>
                  <a:lnTo>
                    <a:pt x="1338426" y="535292"/>
                  </a:lnTo>
                  <a:lnTo>
                    <a:pt x="1339498" y="536228"/>
                  </a:lnTo>
                  <a:lnTo>
                    <a:pt x="1340570" y="537163"/>
                  </a:lnTo>
                  <a:lnTo>
                    <a:pt x="1341641" y="538097"/>
                  </a:lnTo>
                  <a:lnTo>
                    <a:pt x="1342713" y="539031"/>
                  </a:lnTo>
                  <a:lnTo>
                    <a:pt x="1343784" y="539965"/>
                  </a:lnTo>
                  <a:lnTo>
                    <a:pt x="1344856" y="540898"/>
                  </a:lnTo>
                  <a:lnTo>
                    <a:pt x="1345928" y="541830"/>
                  </a:lnTo>
                  <a:lnTo>
                    <a:pt x="1346999" y="542761"/>
                  </a:lnTo>
                  <a:lnTo>
                    <a:pt x="1348071" y="543692"/>
                  </a:lnTo>
                  <a:lnTo>
                    <a:pt x="1349142" y="544622"/>
                  </a:lnTo>
                  <a:lnTo>
                    <a:pt x="1350214" y="545551"/>
                  </a:lnTo>
                  <a:lnTo>
                    <a:pt x="1351286" y="546479"/>
                  </a:lnTo>
                  <a:lnTo>
                    <a:pt x="1352357" y="547406"/>
                  </a:lnTo>
                  <a:lnTo>
                    <a:pt x="1353429" y="548332"/>
                  </a:lnTo>
                  <a:lnTo>
                    <a:pt x="1354500" y="549258"/>
                  </a:lnTo>
                  <a:lnTo>
                    <a:pt x="1355572" y="550182"/>
                  </a:lnTo>
                  <a:lnTo>
                    <a:pt x="1356644" y="551106"/>
                  </a:lnTo>
                  <a:lnTo>
                    <a:pt x="1357715" y="552028"/>
                  </a:lnTo>
                  <a:lnTo>
                    <a:pt x="1358787" y="552949"/>
                  </a:lnTo>
                  <a:lnTo>
                    <a:pt x="1359858" y="553869"/>
                  </a:lnTo>
                  <a:lnTo>
                    <a:pt x="1360930" y="554788"/>
                  </a:lnTo>
                  <a:lnTo>
                    <a:pt x="1362002" y="555706"/>
                  </a:lnTo>
                  <a:lnTo>
                    <a:pt x="1363073" y="556622"/>
                  </a:lnTo>
                  <a:lnTo>
                    <a:pt x="1364145" y="557537"/>
                  </a:lnTo>
                  <a:lnTo>
                    <a:pt x="1365216" y="558451"/>
                  </a:lnTo>
                  <a:lnTo>
                    <a:pt x="1366288" y="559363"/>
                  </a:lnTo>
                  <a:lnTo>
                    <a:pt x="1367360" y="560275"/>
                  </a:lnTo>
                  <a:lnTo>
                    <a:pt x="1368431" y="561184"/>
                  </a:lnTo>
                  <a:lnTo>
                    <a:pt x="1369503" y="562092"/>
                  </a:lnTo>
                  <a:lnTo>
                    <a:pt x="1370574" y="562999"/>
                  </a:lnTo>
                  <a:lnTo>
                    <a:pt x="1371646" y="563905"/>
                  </a:lnTo>
                  <a:lnTo>
                    <a:pt x="1372718" y="564808"/>
                  </a:lnTo>
                  <a:lnTo>
                    <a:pt x="1373789" y="565710"/>
                  </a:lnTo>
                  <a:lnTo>
                    <a:pt x="1374861" y="566611"/>
                  </a:lnTo>
                  <a:lnTo>
                    <a:pt x="1375932" y="567510"/>
                  </a:lnTo>
                  <a:lnTo>
                    <a:pt x="1377004" y="568407"/>
                  </a:lnTo>
                  <a:lnTo>
                    <a:pt x="1378076" y="569303"/>
                  </a:lnTo>
                  <a:lnTo>
                    <a:pt x="1379147" y="570196"/>
                  </a:lnTo>
                  <a:lnTo>
                    <a:pt x="1380219" y="571088"/>
                  </a:lnTo>
                  <a:lnTo>
                    <a:pt x="1381290" y="571979"/>
                  </a:lnTo>
                  <a:lnTo>
                    <a:pt x="1382362" y="572867"/>
                  </a:lnTo>
                  <a:lnTo>
                    <a:pt x="1383434" y="573754"/>
                  </a:lnTo>
                  <a:lnTo>
                    <a:pt x="1384505" y="574638"/>
                  </a:lnTo>
                  <a:lnTo>
                    <a:pt x="1385577" y="575521"/>
                  </a:lnTo>
                  <a:lnTo>
                    <a:pt x="1386648" y="576402"/>
                  </a:lnTo>
                  <a:lnTo>
                    <a:pt x="1387720" y="577280"/>
                  </a:lnTo>
                  <a:lnTo>
                    <a:pt x="1388792" y="578157"/>
                  </a:lnTo>
                  <a:lnTo>
                    <a:pt x="1389863" y="579032"/>
                  </a:lnTo>
                  <a:lnTo>
                    <a:pt x="1390935" y="579904"/>
                  </a:lnTo>
                  <a:lnTo>
                    <a:pt x="1392006" y="580774"/>
                  </a:lnTo>
                  <a:lnTo>
                    <a:pt x="1393078" y="581643"/>
                  </a:lnTo>
                  <a:lnTo>
                    <a:pt x="1394150" y="582509"/>
                  </a:lnTo>
                  <a:lnTo>
                    <a:pt x="1395221" y="583373"/>
                  </a:lnTo>
                  <a:lnTo>
                    <a:pt x="1396293" y="584234"/>
                  </a:lnTo>
                  <a:lnTo>
                    <a:pt x="1397364" y="585094"/>
                  </a:lnTo>
                  <a:lnTo>
                    <a:pt x="1398436" y="585951"/>
                  </a:lnTo>
                  <a:lnTo>
                    <a:pt x="1399508" y="586805"/>
                  </a:lnTo>
                  <a:lnTo>
                    <a:pt x="1400579" y="587658"/>
                  </a:lnTo>
                  <a:lnTo>
                    <a:pt x="1401651" y="588507"/>
                  </a:lnTo>
                  <a:lnTo>
                    <a:pt x="1402722" y="589355"/>
                  </a:lnTo>
                  <a:lnTo>
                    <a:pt x="1403794" y="590200"/>
                  </a:lnTo>
                  <a:lnTo>
                    <a:pt x="1404866" y="591042"/>
                  </a:lnTo>
                  <a:lnTo>
                    <a:pt x="1405937" y="591882"/>
                  </a:lnTo>
                  <a:lnTo>
                    <a:pt x="1407009" y="592720"/>
                  </a:lnTo>
                  <a:lnTo>
                    <a:pt x="1408080" y="593555"/>
                  </a:lnTo>
                  <a:lnTo>
                    <a:pt x="1409152" y="594387"/>
                  </a:lnTo>
                  <a:lnTo>
                    <a:pt x="1410224" y="595217"/>
                  </a:lnTo>
                  <a:lnTo>
                    <a:pt x="1411295" y="596043"/>
                  </a:lnTo>
                  <a:lnTo>
                    <a:pt x="1412367" y="596868"/>
                  </a:lnTo>
                  <a:lnTo>
                    <a:pt x="1413438" y="597689"/>
                  </a:lnTo>
                  <a:lnTo>
                    <a:pt x="1414510" y="598508"/>
                  </a:lnTo>
                  <a:lnTo>
                    <a:pt x="1415582" y="599324"/>
                  </a:lnTo>
                  <a:lnTo>
                    <a:pt x="1416653" y="600137"/>
                  </a:lnTo>
                  <a:lnTo>
                    <a:pt x="1417725" y="600947"/>
                  </a:lnTo>
                  <a:lnTo>
                    <a:pt x="1418796" y="601755"/>
                  </a:lnTo>
                  <a:lnTo>
                    <a:pt x="1419868" y="602559"/>
                  </a:lnTo>
                  <a:lnTo>
                    <a:pt x="1420939" y="603361"/>
                  </a:lnTo>
                  <a:lnTo>
                    <a:pt x="1422011" y="604159"/>
                  </a:lnTo>
                  <a:lnTo>
                    <a:pt x="1423083" y="604955"/>
                  </a:lnTo>
                  <a:lnTo>
                    <a:pt x="1424154" y="605748"/>
                  </a:lnTo>
                  <a:lnTo>
                    <a:pt x="1425226" y="606537"/>
                  </a:lnTo>
                  <a:lnTo>
                    <a:pt x="1426297" y="607324"/>
                  </a:lnTo>
                  <a:lnTo>
                    <a:pt x="1427369" y="608107"/>
                  </a:lnTo>
                  <a:lnTo>
                    <a:pt x="1428441" y="608887"/>
                  </a:lnTo>
                  <a:lnTo>
                    <a:pt x="1429512" y="609665"/>
                  </a:lnTo>
                  <a:lnTo>
                    <a:pt x="1430584" y="610438"/>
                  </a:lnTo>
                  <a:lnTo>
                    <a:pt x="1431655" y="611209"/>
                  </a:lnTo>
                  <a:lnTo>
                    <a:pt x="1432727" y="611977"/>
                  </a:lnTo>
                  <a:lnTo>
                    <a:pt x="1433799" y="612741"/>
                  </a:lnTo>
                  <a:lnTo>
                    <a:pt x="1434870" y="613502"/>
                  </a:lnTo>
                  <a:lnTo>
                    <a:pt x="1435942" y="614259"/>
                  </a:lnTo>
                  <a:lnTo>
                    <a:pt x="1437013" y="615014"/>
                  </a:lnTo>
                  <a:lnTo>
                    <a:pt x="1438085" y="615765"/>
                  </a:lnTo>
                  <a:lnTo>
                    <a:pt x="1439157" y="616512"/>
                  </a:lnTo>
                  <a:lnTo>
                    <a:pt x="1440228" y="617256"/>
                  </a:lnTo>
                  <a:lnTo>
                    <a:pt x="1441300" y="617997"/>
                  </a:lnTo>
                  <a:lnTo>
                    <a:pt x="1442371" y="618734"/>
                  </a:lnTo>
                  <a:lnTo>
                    <a:pt x="1443443" y="619468"/>
                  </a:lnTo>
                  <a:lnTo>
                    <a:pt x="1444515" y="620198"/>
                  </a:lnTo>
                  <a:lnTo>
                    <a:pt x="1445586" y="620924"/>
                  </a:lnTo>
                  <a:lnTo>
                    <a:pt x="1446658" y="621647"/>
                  </a:lnTo>
                  <a:lnTo>
                    <a:pt x="1447729" y="622367"/>
                  </a:lnTo>
                  <a:lnTo>
                    <a:pt x="1448801" y="623082"/>
                  </a:lnTo>
                  <a:lnTo>
                    <a:pt x="1449873" y="623794"/>
                  </a:lnTo>
                  <a:lnTo>
                    <a:pt x="1450944" y="624503"/>
                  </a:lnTo>
                  <a:lnTo>
                    <a:pt x="1452016" y="625208"/>
                  </a:lnTo>
                  <a:lnTo>
                    <a:pt x="1453087" y="625909"/>
                  </a:lnTo>
                  <a:lnTo>
                    <a:pt x="1454159" y="626606"/>
                  </a:lnTo>
                  <a:lnTo>
                    <a:pt x="1455231" y="627299"/>
                  </a:lnTo>
                  <a:lnTo>
                    <a:pt x="1456302" y="627989"/>
                  </a:lnTo>
                  <a:lnTo>
                    <a:pt x="1457374" y="628675"/>
                  </a:lnTo>
                  <a:lnTo>
                    <a:pt x="1458445" y="629357"/>
                  </a:lnTo>
                  <a:lnTo>
                    <a:pt x="1459517" y="630035"/>
                  </a:lnTo>
                  <a:lnTo>
                    <a:pt x="1460589" y="630709"/>
                  </a:lnTo>
                  <a:lnTo>
                    <a:pt x="1461660" y="631379"/>
                  </a:lnTo>
                  <a:lnTo>
                    <a:pt x="1462732" y="632046"/>
                  </a:lnTo>
                  <a:lnTo>
                    <a:pt x="1463803" y="632708"/>
                  </a:lnTo>
                  <a:lnTo>
                    <a:pt x="1464875" y="633366"/>
                  </a:lnTo>
                  <a:lnTo>
                    <a:pt x="1465947" y="634021"/>
                  </a:lnTo>
                  <a:lnTo>
                    <a:pt x="1467018" y="634671"/>
                  </a:lnTo>
                  <a:lnTo>
                    <a:pt x="1468090" y="635317"/>
                  </a:lnTo>
                  <a:lnTo>
                    <a:pt x="1469161" y="635959"/>
                  </a:lnTo>
                  <a:lnTo>
                    <a:pt x="1470233" y="636598"/>
                  </a:lnTo>
                  <a:lnTo>
                    <a:pt x="1471305" y="637231"/>
                  </a:lnTo>
                  <a:lnTo>
                    <a:pt x="1472376" y="637861"/>
                  </a:lnTo>
                  <a:lnTo>
                    <a:pt x="1473448" y="638487"/>
                  </a:lnTo>
                  <a:lnTo>
                    <a:pt x="1474519" y="639108"/>
                  </a:lnTo>
                  <a:lnTo>
                    <a:pt x="1475591" y="639726"/>
                  </a:lnTo>
                  <a:lnTo>
                    <a:pt x="1476663" y="640339"/>
                  </a:lnTo>
                  <a:lnTo>
                    <a:pt x="1477734" y="640947"/>
                  </a:lnTo>
                  <a:lnTo>
                    <a:pt x="1478806" y="641552"/>
                  </a:lnTo>
                  <a:lnTo>
                    <a:pt x="1479877" y="642152"/>
                  </a:lnTo>
                  <a:lnTo>
                    <a:pt x="1480949" y="642748"/>
                  </a:lnTo>
                  <a:lnTo>
                    <a:pt x="1482021" y="643340"/>
                  </a:lnTo>
                  <a:lnTo>
                    <a:pt x="1483092" y="643927"/>
                  </a:lnTo>
                  <a:lnTo>
                    <a:pt x="1484164" y="644510"/>
                  </a:lnTo>
                  <a:lnTo>
                    <a:pt x="1485235" y="645088"/>
                  </a:lnTo>
                  <a:lnTo>
                    <a:pt x="1486307" y="645662"/>
                  </a:lnTo>
                  <a:lnTo>
                    <a:pt x="1487379" y="646232"/>
                  </a:lnTo>
                  <a:lnTo>
                    <a:pt x="1488450" y="646797"/>
                  </a:lnTo>
                  <a:lnTo>
                    <a:pt x="1489522" y="647357"/>
                  </a:lnTo>
                  <a:lnTo>
                    <a:pt x="1490593" y="647914"/>
                  </a:lnTo>
                  <a:lnTo>
                    <a:pt x="1491665" y="648465"/>
                  </a:lnTo>
                  <a:lnTo>
                    <a:pt x="1492737" y="649012"/>
                  </a:lnTo>
                  <a:lnTo>
                    <a:pt x="1493808" y="649555"/>
                  </a:lnTo>
                  <a:lnTo>
                    <a:pt x="1494880" y="650093"/>
                  </a:lnTo>
                  <a:lnTo>
                    <a:pt x="1495951" y="650627"/>
                  </a:lnTo>
                  <a:lnTo>
                    <a:pt x="1497023" y="651155"/>
                  </a:lnTo>
                  <a:lnTo>
                    <a:pt x="1498095" y="651680"/>
                  </a:lnTo>
                  <a:lnTo>
                    <a:pt x="1499166" y="652199"/>
                  </a:lnTo>
                  <a:lnTo>
                    <a:pt x="1500238" y="652714"/>
                  </a:lnTo>
                  <a:lnTo>
                    <a:pt x="1501309" y="653225"/>
                  </a:lnTo>
                  <a:lnTo>
                    <a:pt x="1502381" y="653730"/>
                  </a:lnTo>
                  <a:lnTo>
                    <a:pt x="1503453" y="654231"/>
                  </a:lnTo>
                  <a:lnTo>
                    <a:pt x="1504524" y="654728"/>
                  </a:lnTo>
                  <a:lnTo>
                    <a:pt x="1505596" y="655219"/>
                  </a:lnTo>
                  <a:lnTo>
                    <a:pt x="1506667" y="655706"/>
                  </a:lnTo>
                  <a:lnTo>
                    <a:pt x="1507739" y="656188"/>
                  </a:lnTo>
                  <a:lnTo>
                    <a:pt x="1508811" y="656666"/>
                  </a:lnTo>
                  <a:lnTo>
                    <a:pt x="1509882" y="657138"/>
                  </a:lnTo>
                  <a:lnTo>
                    <a:pt x="1510954" y="657606"/>
                  </a:lnTo>
                  <a:lnTo>
                    <a:pt x="1512025" y="658069"/>
                  </a:lnTo>
                  <a:lnTo>
                    <a:pt x="1513097" y="658527"/>
                  </a:lnTo>
                  <a:lnTo>
                    <a:pt x="1514169" y="658980"/>
                  </a:lnTo>
                  <a:lnTo>
                    <a:pt x="1515240" y="659429"/>
                  </a:lnTo>
                  <a:lnTo>
                    <a:pt x="1516312" y="659872"/>
                  </a:lnTo>
                  <a:lnTo>
                    <a:pt x="1517383" y="660311"/>
                  </a:lnTo>
                  <a:lnTo>
                    <a:pt x="1518455" y="660745"/>
                  </a:lnTo>
                  <a:lnTo>
                    <a:pt x="1519527" y="661174"/>
                  </a:lnTo>
                  <a:lnTo>
                    <a:pt x="1520598" y="661598"/>
                  </a:lnTo>
                  <a:lnTo>
                    <a:pt x="1521670" y="662018"/>
                  </a:lnTo>
                  <a:lnTo>
                    <a:pt x="1522741" y="662432"/>
                  </a:lnTo>
                  <a:lnTo>
                    <a:pt x="1523813" y="662841"/>
                  </a:lnTo>
                  <a:lnTo>
                    <a:pt x="1524885" y="663246"/>
                  </a:lnTo>
                  <a:lnTo>
                    <a:pt x="1525956" y="663645"/>
                  </a:lnTo>
                  <a:lnTo>
                    <a:pt x="1527028" y="664040"/>
                  </a:lnTo>
                  <a:lnTo>
                    <a:pt x="1528099" y="664429"/>
                  </a:lnTo>
                  <a:lnTo>
                    <a:pt x="1529171" y="664814"/>
                  </a:lnTo>
                  <a:lnTo>
                    <a:pt x="1530243" y="665194"/>
                  </a:lnTo>
                  <a:lnTo>
                    <a:pt x="1531314" y="665568"/>
                  </a:lnTo>
                  <a:lnTo>
                    <a:pt x="1532386" y="665938"/>
                  </a:lnTo>
                  <a:lnTo>
                    <a:pt x="1533457" y="666303"/>
                  </a:lnTo>
                  <a:lnTo>
                    <a:pt x="1534529" y="666663"/>
                  </a:lnTo>
                  <a:lnTo>
                    <a:pt x="1535601" y="667017"/>
                  </a:lnTo>
                  <a:lnTo>
                    <a:pt x="1536672" y="667367"/>
                  </a:lnTo>
                  <a:lnTo>
                    <a:pt x="1537744" y="667712"/>
                  </a:lnTo>
                  <a:lnTo>
                    <a:pt x="1538815" y="668052"/>
                  </a:lnTo>
                  <a:lnTo>
                    <a:pt x="1539887" y="668386"/>
                  </a:lnTo>
                  <a:lnTo>
                    <a:pt x="1540959" y="668716"/>
                  </a:lnTo>
                  <a:lnTo>
                    <a:pt x="1542030" y="669041"/>
                  </a:lnTo>
                  <a:lnTo>
                    <a:pt x="1543102" y="668649"/>
                  </a:lnTo>
                  <a:lnTo>
                    <a:pt x="1544173" y="667873"/>
                  </a:lnTo>
                  <a:lnTo>
                    <a:pt x="1545245" y="667098"/>
                  </a:lnTo>
                  <a:lnTo>
                    <a:pt x="1546317" y="666324"/>
                  </a:lnTo>
                  <a:lnTo>
                    <a:pt x="1547388" y="665551"/>
                  </a:lnTo>
                  <a:lnTo>
                    <a:pt x="1548460" y="664779"/>
                  </a:lnTo>
                  <a:lnTo>
                    <a:pt x="1549531" y="664007"/>
                  </a:lnTo>
                  <a:lnTo>
                    <a:pt x="1550603" y="663236"/>
                  </a:lnTo>
                  <a:lnTo>
                    <a:pt x="1551675" y="662466"/>
                  </a:lnTo>
                  <a:lnTo>
                    <a:pt x="1552746" y="661697"/>
                  </a:lnTo>
                  <a:lnTo>
                    <a:pt x="1553818" y="660928"/>
                  </a:lnTo>
                  <a:lnTo>
                    <a:pt x="1554889" y="660160"/>
                  </a:lnTo>
                  <a:lnTo>
                    <a:pt x="1555961" y="659393"/>
                  </a:lnTo>
                  <a:lnTo>
                    <a:pt x="1557033" y="658626"/>
                  </a:lnTo>
                  <a:lnTo>
                    <a:pt x="1558104" y="657860"/>
                  </a:lnTo>
                  <a:lnTo>
                    <a:pt x="1559176" y="657095"/>
                  </a:lnTo>
                  <a:lnTo>
                    <a:pt x="1560247" y="656330"/>
                  </a:lnTo>
                  <a:lnTo>
                    <a:pt x="1561319" y="655565"/>
                  </a:lnTo>
                  <a:lnTo>
                    <a:pt x="1562391" y="654801"/>
                  </a:lnTo>
                  <a:lnTo>
                    <a:pt x="1563462" y="654037"/>
                  </a:lnTo>
                  <a:lnTo>
                    <a:pt x="1564534" y="653274"/>
                  </a:lnTo>
                  <a:lnTo>
                    <a:pt x="1565605" y="652511"/>
                  </a:lnTo>
                  <a:lnTo>
                    <a:pt x="1566677" y="651749"/>
                  </a:lnTo>
                  <a:lnTo>
                    <a:pt x="1567749" y="650987"/>
                  </a:lnTo>
                  <a:lnTo>
                    <a:pt x="1568820" y="650225"/>
                  </a:lnTo>
                  <a:lnTo>
                    <a:pt x="1569892" y="649463"/>
                  </a:lnTo>
                  <a:lnTo>
                    <a:pt x="1570963" y="648702"/>
                  </a:lnTo>
                  <a:lnTo>
                    <a:pt x="1572035" y="647941"/>
                  </a:lnTo>
                  <a:lnTo>
                    <a:pt x="1573107" y="647180"/>
                  </a:lnTo>
                  <a:lnTo>
                    <a:pt x="1574178" y="646420"/>
                  </a:lnTo>
                  <a:lnTo>
                    <a:pt x="1575250" y="645659"/>
                  </a:lnTo>
                  <a:lnTo>
                    <a:pt x="1576321" y="644899"/>
                  </a:lnTo>
                  <a:lnTo>
                    <a:pt x="1577393" y="644138"/>
                  </a:lnTo>
                  <a:lnTo>
                    <a:pt x="1578465" y="643378"/>
                  </a:lnTo>
                  <a:lnTo>
                    <a:pt x="1579536" y="642618"/>
                  </a:lnTo>
                  <a:lnTo>
                    <a:pt x="1580608" y="641858"/>
                  </a:lnTo>
                  <a:lnTo>
                    <a:pt x="1581679" y="641098"/>
                  </a:lnTo>
                  <a:lnTo>
                    <a:pt x="1582751" y="640337"/>
                  </a:lnTo>
                  <a:lnTo>
                    <a:pt x="1583823" y="639577"/>
                  </a:lnTo>
                  <a:lnTo>
                    <a:pt x="1584894" y="638816"/>
                  </a:lnTo>
                  <a:lnTo>
                    <a:pt x="1585966" y="638056"/>
                  </a:lnTo>
                  <a:lnTo>
                    <a:pt x="1587037" y="637295"/>
                  </a:lnTo>
                  <a:lnTo>
                    <a:pt x="1588109" y="636534"/>
                  </a:lnTo>
                  <a:lnTo>
                    <a:pt x="1589181" y="635773"/>
                  </a:lnTo>
                  <a:lnTo>
                    <a:pt x="1590252" y="635011"/>
                  </a:lnTo>
                  <a:lnTo>
                    <a:pt x="1591324" y="634250"/>
                  </a:lnTo>
                  <a:lnTo>
                    <a:pt x="1592395" y="633488"/>
                  </a:lnTo>
                  <a:lnTo>
                    <a:pt x="1593467" y="632725"/>
                  </a:lnTo>
                  <a:lnTo>
                    <a:pt x="1594539" y="631963"/>
                  </a:lnTo>
                  <a:lnTo>
                    <a:pt x="1595610" y="631199"/>
                  </a:lnTo>
                  <a:lnTo>
                    <a:pt x="1596682" y="630436"/>
                  </a:lnTo>
                  <a:lnTo>
                    <a:pt x="1597753" y="629672"/>
                  </a:lnTo>
                  <a:lnTo>
                    <a:pt x="1598825" y="628908"/>
                  </a:lnTo>
                  <a:lnTo>
                    <a:pt x="1599896" y="628143"/>
                  </a:lnTo>
                  <a:lnTo>
                    <a:pt x="1600968" y="627377"/>
                  </a:lnTo>
                  <a:lnTo>
                    <a:pt x="1602040" y="626611"/>
                  </a:lnTo>
                  <a:lnTo>
                    <a:pt x="1603111" y="625844"/>
                  </a:lnTo>
                  <a:lnTo>
                    <a:pt x="1604183" y="625077"/>
                  </a:lnTo>
                  <a:lnTo>
                    <a:pt x="1605254" y="624309"/>
                  </a:lnTo>
                  <a:lnTo>
                    <a:pt x="1606326" y="623540"/>
                  </a:lnTo>
                  <a:lnTo>
                    <a:pt x="1607398" y="622771"/>
                  </a:lnTo>
                  <a:lnTo>
                    <a:pt x="1608469" y="622001"/>
                  </a:lnTo>
                  <a:lnTo>
                    <a:pt x="1609541" y="621230"/>
                  </a:lnTo>
                  <a:lnTo>
                    <a:pt x="1610612" y="620459"/>
                  </a:lnTo>
                  <a:lnTo>
                    <a:pt x="1611684" y="619686"/>
                  </a:lnTo>
                  <a:lnTo>
                    <a:pt x="1612756" y="618913"/>
                  </a:lnTo>
                  <a:lnTo>
                    <a:pt x="1613827" y="618139"/>
                  </a:lnTo>
                  <a:lnTo>
                    <a:pt x="1614899" y="617364"/>
                  </a:lnTo>
                  <a:lnTo>
                    <a:pt x="1615970" y="616588"/>
                  </a:lnTo>
                  <a:lnTo>
                    <a:pt x="1617042" y="615811"/>
                  </a:lnTo>
                  <a:lnTo>
                    <a:pt x="1618114" y="615033"/>
                  </a:lnTo>
                  <a:lnTo>
                    <a:pt x="1619185" y="614254"/>
                  </a:lnTo>
                  <a:lnTo>
                    <a:pt x="1620257" y="613474"/>
                  </a:lnTo>
                  <a:lnTo>
                    <a:pt x="1621328" y="612693"/>
                  </a:lnTo>
                  <a:lnTo>
                    <a:pt x="1622400" y="611911"/>
                  </a:lnTo>
                  <a:lnTo>
                    <a:pt x="1623472" y="611128"/>
                  </a:lnTo>
                  <a:lnTo>
                    <a:pt x="1624543" y="610344"/>
                  </a:lnTo>
                  <a:lnTo>
                    <a:pt x="1625615" y="609558"/>
                  </a:lnTo>
                  <a:lnTo>
                    <a:pt x="1626686" y="608772"/>
                  </a:lnTo>
                  <a:lnTo>
                    <a:pt x="1627758" y="607984"/>
                  </a:lnTo>
                  <a:lnTo>
                    <a:pt x="1628830" y="607194"/>
                  </a:lnTo>
                  <a:lnTo>
                    <a:pt x="1629901" y="606404"/>
                  </a:lnTo>
                  <a:lnTo>
                    <a:pt x="1630973" y="605612"/>
                  </a:lnTo>
                  <a:lnTo>
                    <a:pt x="1632044" y="604819"/>
                  </a:lnTo>
                  <a:lnTo>
                    <a:pt x="1633116" y="604025"/>
                  </a:lnTo>
                  <a:lnTo>
                    <a:pt x="1634188" y="603229"/>
                  </a:lnTo>
                  <a:lnTo>
                    <a:pt x="1635259" y="602432"/>
                  </a:lnTo>
                  <a:lnTo>
                    <a:pt x="1636331" y="601633"/>
                  </a:lnTo>
                  <a:lnTo>
                    <a:pt x="1637402" y="600833"/>
                  </a:lnTo>
                  <a:lnTo>
                    <a:pt x="1638474" y="600031"/>
                  </a:lnTo>
                  <a:lnTo>
                    <a:pt x="1639546" y="599228"/>
                  </a:lnTo>
                  <a:lnTo>
                    <a:pt x="1640617" y="598424"/>
                  </a:lnTo>
                  <a:lnTo>
                    <a:pt x="1641689" y="597617"/>
                  </a:lnTo>
                  <a:lnTo>
                    <a:pt x="1642760" y="596810"/>
                  </a:lnTo>
                  <a:lnTo>
                    <a:pt x="1643832" y="596000"/>
                  </a:lnTo>
                  <a:lnTo>
                    <a:pt x="1644904" y="595189"/>
                  </a:lnTo>
                  <a:lnTo>
                    <a:pt x="1645975" y="594377"/>
                  </a:lnTo>
                  <a:lnTo>
                    <a:pt x="1647047" y="593562"/>
                  </a:lnTo>
                  <a:lnTo>
                    <a:pt x="1648118" y="592746"/>
                  </a:lnTo>
                  <a:lnTo>
                    <a:pt x="1649190" y="591929"/>
                  </a:lnTo>
                  <a:lnTo>
                    <a:pt x="1650262" y="591109"/>
                  </a:lnTo>
                  <a:lnTo>
                    <a:pt x="1651333" y="590288"/>
                  </a:lnTo>
                  <a:lnTo>
                    <a:pt x="1652405" y="589465"/>
                  </a:lnTo>
                  <a:lnTo>
                    <a:pt x="1653476" y="588640"/>
                  </a:lnTo>
                  <a:lnTo>
                    <a:pt x="1654548" y="587814"/>
                  </a:lnTo>
                  <a:lnTo>
                    <a:pt x="1655620" y="586985"/>
                  </a:lnTo>
                  <a:lnTo>
                    <a:pt x="1656691" y="586155"/>
                  </a:lnTo>
                  <a:lnTo>
                    <a:pt x="1657763" y="585322"/>
                  </a:lnTo>
                  <a:lnTo>
                    <a:pt x="1658834" y="584488"/>
                  </a:lnTo>
                  <a:lnTo>
                    <a:pt x="1659906" y="583652"/>
                  </a:lnTo>
                  <a:lnTo>
                    <a:pt x="1660978" y="582814"/>
                  </a:lnTo>
                  <a:lnTo>
                    <a:pt x="1662049" y="581974"/>
                  </a:lnTo>
                  <a:lnTo>
                    <a:pt x="1663121" y="581132"/>
                  </a:lnTo>
                  <a:lnTo>
                    <a:pt x="1664192" y="580288"/>
                  </a:lnTo>
                  <a:lnTo>
                    <a:pt x="1665264" y="579442"/>
                  </a:lnTo>
                  <a:lnTo>
                    <a:pt x="1666336" y="578594"/>
                  </a:lnTo>
                  <a:lnTo>
                    <a:pt x="1667407" y="577744"/>
                  </a:lnTo>
                  <a:lnTo>
                    <a:pt x="1668479" y="576892"/>
                  </a:lnTo>
                  <a:lnTo>
                    <a:pt x="1669550" y="576037"/>
                  </a:lnTo>
                  <a:lnTo>
                    <a:pt x="1670622" y="575181"/>
                  </a:lnTo>
                  <a:lnTo>
                    <a:pt x="1671694" y="574322"/>
                  </a:lnTo>
                  <a:lnTo>
                    <a:pt x="1672765" y="573461"/>
                  </a:lnTo>
                  <a:lnTo>
                    <a:pt x="1673837" y="572598"/>
                  </a:lnTo>
                  <a:lnTo>
                    <a:pt x="1674908" y="571733"/>
                  </a:lnTo>
                  <a:lnTo>
                    <a:pt x="1675980" y="570866"/>
                  </a:lnTo>
                  <a:lnTo>
                    <a:pt x="1677052" y="569996"/>
                  </a:lnTo>
                  <a:lnTo>
                    <a:pt x="1678123" y="569124"/>
                  </a:lnTo>
                  <a:lnTo>
                    <a:pt x="1679195" y="568250"/>
                  </a:lnTo>
                  <a:lnTo>
                    <a:pt x="1680266" y="567374"/>
                  </a:lnTo>
                  <a:lnTo>
                    <a:pt x="1681338" y="566495"/>
                  </a:lnTo>
                  <a:lnTo>
                    <a:pt x="1682410" y="565614"/>
                  </a:lnTo>
                  <a:lnTo>
                    <a:pt x="1683481" y="564731"/>
                  </a:lnTo>
                  <a:lnTo>
                    <a:pt x="1684553" y="563845"/>
                  </a:lnTo>
                  <a:lnTo>
                    <a:pt x="1685624" y="562957"/>
                  </a:lnTo>
                  <a:lnTo>
                    <a:pt x="1686696" y="562067"/>
                  </a:lnTo>
                  <a:lnTo>
                    <a:pt x="1687768" y="561174"/>
                  </a:lnTo>
                  <a:lnTo>
                    <a:pt x="1688839" y="560279"/>
                  </a:lnTo>
                  <a:lnTo>
                    <a:pt x="1689911" y="559382"/>
                  </a:lnTo>
                  <a:lnTo>
                    <a:pt x="1690982" y="558482"/>
                  </a:lnTo>
                  <a:lnTo>
                    <a:pt x="1692054" y="557580"/>
                  </a:lnTo>
                  <a:lnTo>
                    <a:pt x="1693126" y="556675"/>
                  </a:lnTo>
                  <a:lnTo>
                    <a:pt x="1694197" y="555768"/>
                  </a:lnTo>
                  <a:lnTo>
                    <a:pt x="1695269" y="554858"/>
                  </a:lnTo>
                  <a:lnTo>
                    <a:pt x="1696340" y="553946"/>
                  </a:lnTo>
                  <a:lnTo>
                    <a:pt x="1697412" y="553031"/>
                  </a:lnTo>
                  <a:lnTo>
                    <a:pt x="1698484" y="552114"/>
                  </a:lnTo>
                  <a:lnTo>
                    <a:pt x="1699555" y="551195"/>
                  </a:lnTo>
                  <a:lnTo>
                    <a:pt x="1700627" y="550272"/>
                  </a:lnTo>
                  <a:lnTo>
                    <a:pt x="1701698" y="549348"/>
                  </a:lnTo>
                  <a:lnTo>
                    <a:pt x="1702770" y="548421"/>
                  </a:lnTo>
                  <a:lnTo>
                    <a:pt x="1703842" y="547491"/>
                  </a:lnTo>
                  <a:lnTo>
                    <a:pt x="1704913" y="546559"/>
                  </a:lnTo>
                  <a:lnTo>
                    <a:pt x="1705985" y="545624"/>
                  </a:lnTo>
                  <a:lnTo>
                    <a:pt x="1707056" y="544687"/>
                  </a:lnTo>
                  <a:lnTo>
                    <a:pt x="1708128" y="543747"/>
                  </a:lnTo>
                  <a:lnTo>
                    <a:pt x="1709200" y="542804"/>
                  </a:lnTo>
                  <a:lnTo>
                    <a:pt x="1710271" y="541859"/>
                  </a:lnTo>
                  <a:lnTo>
                    <a:pt x="1711343" y="540911"/>
                  </a:lnTo>
                  <a:lnTo>
                    <a:pt x="1712414" y="539961"/>
                  </a:lnTo>
                  <a:lnTo>
                    <a:pt x="1713486" y="539008"/>
                  </a:lnTo>
                  <a:lnTo>
                    <a:pt x="1714558" y="538053"/>
                  </a:lnTo>
                  <a:lnTo>
                    <a:pt x="1715629" y="537094"/>
                  </a:lnTo>
                  <a:lnTo>
                    <a:pt x="1716701" y="536134"/>
                  </a:lnTo>
                  <a:lnTo>
                    <a:pt x="1717772" y="535170"/>
                  </a:lnTo>
                  <a:lnTo>
                    <a:pt x="1718844" y="534204"/>
                  </a:lnTo>
                  <a:lnTo>
                    <a:pt x="1719916" y="533236"/>
                  </a:lnTo>
                  <a:lnTo>
                    <a:pt x="1720987" y="532264"/>
                  </a:lnTo>
                  <a:lnTo>
                    <a:pt x="1722059" y="531290"/>
                  </a:lnTo>
                  <a:lnTo>
                    <a:pt x="1723130" y="530314"/>
                  </a:lnTo>
                  <a:lnTo>
                    <a:pt x="1724202" y="529335"/>
                  </a:lnTo>
                  <a:lnTo>
                    <a:pt x="1725274" y="528353"/>
                  </a:lnTo>
                  <a:lnTo>
                    <a:pt x="1726345" y="527368"/>
                  </a:lnTo>
                  <a:lnTo>
                    <a:pt x="1727417" y="526381"/>
                  </a:lnTo>
                  <a:lnTo>
                    <a:pt x="1728488" y="525391"/>
                  </a:lnTo>
                  <a:lnTo>
                    <a:pt x="1729560" y="524399"/>
                  </a:lnTo>
                  <a:lnTo>
                    <a:pt x="1730632" y="523403"/>
                  </a:lnTo>
                  <a:lnTo>
                    <a:pt x="1731703" y="522406"/>
                  </a:lnTo>
                  <a:lnTo>
                    <a:pt x="1732775" y="521405"/>
                  </a:lnTo>
                  <a:lnTo>
                    <a:pt x="1733846" y="520402"/>
                  </a:lnTo>
                  <a:lnTo>
                    <a:pt x="1734918" y="519396"/>
                  </a:lnTo>
                  <a:lnTo>
                    <a:pt x="1735990" y="518387"/>
                  </a:lnTo>
                  <a:lnTo>
                    <a:pt x="1737061" y="517376"/>
                  </a:lnTo>
                  <a:lnTo>
                    <a:pt x="1738133" y="516362"/>
                  </a:lnTo>
                  <a:lnTo>
                    <a:pt x="1739204" y="515346"/>
                  </a:lnTo>
                  <a:lnTo>
                    <a:pt x="1740276" y="514327"/>
                  </a:lnTo>
                  <a:lnTo>
                    <a:pt x="1741348" y="513305"/>
                  </a:lnTo>
                  <a:lnTo>
                    <a:pt x="1742419" y="512280"/>
                  </a:lnTo>
                  <a:lnTo>
                    <a:pt x="1743491" y="511253"/>
                  </a:lnTo>
                  <a:lnTo>
                    <a:pt x="1744562" y="510223"/>
                  </a:lnTo>
                  <a:lnTo>
                    <a:pt x="1745634" y="509191"/>
                  </a:lnTo>
                  <a:lnTo>
                    <a:pt x="1746706" y="508155"/>
                  </a:lnTo>
                  <a:lnTo>
                    <a:pt x="1747777" y="507117"/>
                  </a:lnTo>
                  <a:lnTo>
                    <a:pt x="1748849" y="506077"/>
                  </a:lnTo>
                  <a:lnTo>
                    <a:pt x="1749920" y="505034"/>
                  </a:lnTo>
                  <a:lnTo>
                    <a:pt x="1750992" y="503988"/>
                  </a:lnTo>
                  <a:lnTo>
                    <a:pt x="1752064" y="502940"/>
                  </a:lnTo>
                  <a:lnTo>
                    <a:pt x="1753135" y="501889"/>
                  </a:lnTo>
                  <a:lnTo>
                    <a:pt x="1754207" y="500835"/>
                  </a:lnTo>
                  <a:lnTo>
                    <a:pt x="1755278" y="499779"/>
                  </a:lnTo>
                  <a:lnTo>
                    <a:pt x="1756350" y="498720"/>
                  </a:lnTo>
                  <a:lnTo>
                    <a:pt x="1757422" y="497658"/>
                  </a:lnTo>
                  <a:lnTo>
                    <a:pt x="1758493" y="496594"/>
                  </a:lnTo>
                  <a:lnTo>
                    <a:pt x="1759565" y="495527"/>
                  </a:lnTo>
                  <a:lnTo>
                    <a:pt x="1760636" y="494458"/>
                  </a:lnTo>
                  <a:lnTo>
                    <a:pt x="1761708" y="493386"/>
                  </a:lnTo>
                  <a:lnTo>
                    <a:pt x="1762780" y="492311"/>
                  </a:lnTo>
                  <a:lnTo>
                    <a:pt x="1763851" y="491234"/>
                  </a:lnTo>
                  <a:lnTo>
                    <a:pt x="1764923" y="490154"/>
                  </a:lnTo>
                  <a:lnTo>
                    <a:pt x="1765994" y="489072"/>
                  </a:lnTo>
                  <a:lnTo>
                    <a:pt x="1767066" y="487987"/>
                  </a:lnTo>
                  <a:lnTo>
                    <a:pt x="1768138" y="486900"/>
                  </a:lnTo>
                  <a:lnTo>
                    <a:pt x="1769209" y="485810"/>
                  </a:lnTo>
                  <a:lnTo>
                    <a:pt x="1770281" y="484717"/>
                  </a:lnTo>
                  <a:lnTo>
                    <a:pt x="1771352" y="483622"/>
                  </a:lnTo>
                  <a:lnTo>
                    <a:pt x="1772424" y="482525"/>
                  </a:lnTo>
                  <a:lnTo>
                    <a:pt x="1773496" y="481424"/>
                  </a:lnTo>
                  <a:lnTo>
                    <a:pt x="1774567" y="480322"/>
                  </a:lnTo>
                  <a:lnTo>
                    <a:pt x="1775639" y="479217"/>
                  </a:lnTo>
                  <a:lnTo>
                    <a:pt x="1776710" y="478109"/>
                  </a:lnTo>
                  <a:lnTo>
                    <a:pt x="1777782" y="476999"/>
                  </a:lnTo>
                  <a:lnTo>
                    <a:pt x="1778853" y="475886"/>
                  </a:lnTo>
                  <a:lnTo>
                    <a:pt x="1779925" y="474771"/>
                  </a:lnTo>
                  <a:lnTo>
                    <a:pt x="1780997" y="473654"/>
                  </a:lnTo>
                  <a:lnTo>
                    <a:pt x="1782068" y="472534"/>
                  </a:lnTo>
                  <a:lnTo>
                    <a:pt x="1783140" y="471412"/>
                  </a:lnTo>
                  <a:lnTo>
                    <a:pt x="1784211" y="470287"/>
                  </a:lnTo>
                  <a:lnTo>
                    <a:pt x="1785283" y="469160"/>
                  </a:lnTo>
                  <a:lnTo>
                    <a:pt x="1786355" y="468030"/>
                  </a:lnTo>
                  <a:lnTo>
                    <a:pt x="1787426" y="466898"/>
                  </a:lnTo>
                  <a:lnTo>
                    <a:pt x="1788498" y="465764"/>
                  </a:lnTo>
                  <a:lnTo>
                    <a:pt x="1789569" y="464627"/>
                  </a:lnTo>
                  <a:lnTo>
                    <a:pt x="1790641" y="463488"/>
                  </a:lnTo>
                  <a:lnTo>
                    <a:pt x="1791713" y="462347"/>
                  </a:lnTo>
                  <a:lnTo>
                    <a:pt x="1792784" y="461203"/>
                  </a:lnTo>
                  <a:lnTo>
                    <a:pt x="1793856" y="460057"/>
                  </a:lnTo>
                  <a:lnTo>
                    <a:pt x="1794927" y="458908"/>
                  </a:lnTo>
                  <a:lnTo>
                    <a:pt x="1795999" y="457758"/>
                  </a:lnTo>
                  <a:lnTo>
                    <a:pt x="1797071" y="456605"/>
                  </a:lnTo>
                  <a:lnTo>
                    <a:pt x="1798142" y="455450"/>
                  </a:lnTo>
                  <a:lnTo>
                    <a:pt x="1799214" y="454292"/>
                  </a:lnTo>
                  <a:lnTo>
                    <a:pt x="1800285" y="453132"/>
                  </a:lnTo>
                  <a:lnTo>
                    <a:pt x="1801357" y="451970"/>
                  </a:lnTo>
                  <a:lnTo>
                    <a:pt x="1802429" y="450806"/>
                  </a:lnTo>
                  <a:lnTo>
                    <a:pt x="1803500" y="449640"/>
                  </a:lnTo>
                  <a:lnTo>
                    <a:pt x="1804572" y="448471"/>
                  </a:lnTo>
                  <a:lnTo>
                    <a:pt x="1805643" y="447300"/>
                  </a:lnTo>
                  <a:lnTo>
                    <a:pt x="1806715" y="446127"/>
                  </a:lnTo>
                  <a:lnTo>
                    <a:pt x="1807787" y="444952"/>
                  </a:lnTo>
                  <a:lnTo>
                    <a:pt x="1808858" y="443775"/>
                  </a:lnTo>
                  <a:lnTo>
                    <a:pt x="1809930" y="442596"/>
                  </a:lnTo>
                  <a:lnTo>
                    <a:pt x="1811001" y="441414"/>
                  </a:lnTo>
                  <a:lnTo>
                    <a:pt x="1812073" y="440231"/>
                  </a:lnTo>
                  <a:lnTo>
                    <a:pt x="1813145" y="439045"/>
                  </a:lnTo>
                  <a:lnTo>
                    <a:pt x="1814216" y="437858"/>
                  </a:lnTo>
                  <a:lnTo>
                    <a:pt x="1815288" y="436668"/>
                  </a:lnTo>
                  <a:lnTo>
                    <a:pt x="1816359" y="435476"/>
                  </a:lnTo>
                  <a:lnTo>
                    <a:pt x="1817431" y="434283"/>
                  </a:lnTo>
                  <a:lnTo>
                    <a:pt x="1818503" y="433087"/>
                  </a:lnTo>
                  <a:lnTo>
                    <a:pt x="1819574" y="431889"/>
                  </a:lnTo>
                  <a:lnTo>
                    <a:pt x="1820646" y="430689"/>
                  </a:lnTo>
                  <a:lnTo>
                    <a:pt x="1821717" y="429488"/>
                  </a:lnTo>
                  <a:lnTo>
                    <a:pt x="1822789" y="428284"/>
                  </a:lnTo>
                  <a:lnTo>
                    <a:pt x="1823861" y="427079"/>
                  </a:lnTo>
                  <a:lnTo>
                    <a:pt x="1824932" y="425871"/>
                  </a:lnTo>
                  <a:lnTo>
                    <a:pt x="1826004" y="424662"/>
                  </a:lnTo>
                  <a:lnTo>
                    <a:pt x="1827075" y="423451"/>
                  </a:lnTo>
                  <a:lnTo>
                    <a:pt x="1828147" y="422238"/>
                  </a:lnTo>
                  <a:lnTo>
                    <a:pt x="1829219" y="421023"/>
                  </a:lnTo>
                  <a:lnTo>
                    <a:pt x="1830290" y="419807"/>
                  </a:lnTo>
                  <a:lnTo>
                    <a:pt x="1831362" y="418588"/>
                  </a:lnTo>
                  <a:lnTo>
                    <a:pt x="1832433" y="417368"/>
                  </a:lnTo>
                  <a:lnTo>
                    <a:pt x="1833505" y="416146"/>
                  </a:lnTo>
                  <a:lnTo>
                    <a:pt x="1834577" y="414922"/>
                  </a:lnTo>
                  <a:lnTo>
                    <a:pt x="1835648" y="413697"/>
                  </a:lnTo>
                  <a:lnTo>
                    <a:pt x="1836720" y="412470"/>
                  </a:lnTo>
                  <a:lnTo>
                    <a:pt x="1837791" y="411241"/>
                  </a:lnTo>
                  <a:lnTo>
                    <a:pt x="1838863" y="410011"/>
                  </a:lnTo>
                  <a:lnTo>
                    <a:pt x="1839935" y="408779"/>
                  </a:lnTo>
                  <a:lnTo>
                    <a:pt x="1841006" y="407545"/>
                  </a:lnTo>
                  <a:lnTo>
                    <a:pt x="1842078" y="406309"/>
                  </a:lnTo>
                  <a:lnTo>
                    <a:pt x="1843149" y="405073"/>
                  </a:lnTo>
                  <a:lnTo>
                    <a:pt x="1844221" y="403834"/>
                  </a:lnTo>
                  <a:lnTo>
                    <a:pt x="1845293" y="402594"/>
                  </a:lnTo>
                  <a:lnTo>
                    <a:pt x="1846364" y="401352"/>
                  </a:lnTo>
                  <a:lnTo>
                    <a:pt x="1847436" y="400109"/>
                  </a:lnTo>
                  <a:lnTo>
                    <a:pt x="1848507" y="398865"/>
                  </a:lnTo>
                  <a:lnTo>
                    <a:pt x="1849579" y="397618"/>
                  </a:lnTo>
                  <a:lnTo>
                    <a:pt x="1850651" y="396371"/>
                  </a:lnTo>
                  <a:lnTo>
                    <a:pt x="1851722" y="395122"/>
                  </a:lnTo>
                  <a:lnTo>
                    <a:pt x="1852794" y="393872"/>
                  </a:lnTo>
                  <a:lnTo>
                    <a:pt x="1853865" y="392620"/>
                  </a:lnTo>
                  <a:lnTo>
                    <a:pt x="1854937" y="391367"/>
                  </a:lnTo>
                  <a:lnTo>
                    <a:pt x="1856009" y="390112"/>
                  </a:lnTo>
                  <a:lnTo>
                    <a:pt x="1857080" y="388856"/>
                  </a:lnTo>
                  <a:lnTo>
                    <a:pt x="1858152" y="387599"/>
                  </a:lnTo>
                  <a:lnTo>
                    <a:pt x="1859223" y="386341"/>
                  </a:lnTo>
                  <a:lnTo>
                    <a:pt x="1860295" y="385081"/>
                  </a:lnTo>
                  <a:lnTo>
                    <a:pt x="1861367" y="383820"/>
                  </a:lnTo>
                  <a:lnTo>
                    <a:pt x="1862438" y="382558"/>
                  </a:lnTo>
                  <a:lnTo>
                    <a:pt x="1863510" y="381294"/>
                  </a:lnTo>
                  <a:lnTo>
                    <a:pt x="1864581" y="380030"/>
                  </a:lnTo>
                  <a:lnTo>
                    <a:pt x="1865653" y="378764"/>
                  </a:lnTo>
                  <a:lnTo>
                    <a:pt x="1866725" y="377497"/>
                  </a:lnTo>
                  <a:lnTo>
                    <a:pt x="1867796" y="376229"/>
                  </a:lnTo>
                  <a:lnTo>
                    <a:pt x="1868868" y="374960"/>
                  </a:lnTo>
                  <a:lnTo>
                    <a:pt x="1869939" y="373689"/>
                  </a:lnTo>
                  <a:lnTo>
                    <a:pt x="1871011" y="372418"/>
                  </a:lnTo>
                  <a:lnTo>
                    <a:pt x="1872083" y="371146"/>
                  </a:lnTo>
                  <a:lnTo>
                    <a:pt x="1873154" y="369872"/>
                  </a:lnTo>
                  <a:lnTo>
                    <a:pt x="1874226" y="368598"/>
                  </a:lnTo>
                  <a:lnTo>
                    <a:pt x="1875297" y="367323"/>
                  </a:lnTo>
                  <a:lnTo>
                    <a:pt x="1876369" y="366047"/>
                  </a:lnTo>
                  <a:lnTo>
                    <a:pt x="1877441" y="364770"/>
                  </a:lnTo>
                  <a:lnTo>
                    <a:pt x="1878512" y="363491"/>
                  </a:lnTo>
                  <a:lnTo>
                    <a:pt x="1879584" y="362213"/>
                  </a:lnTo>
                  <a:lnTo>
                    <a:pt x="1880655" y="360933"/>
                  </a:lnTo>
                  <a:lnTo>
                    <a:pt x="1881727" y="359652"/>
                  </a:lnTo>
                  <a:lnTo>
                    <a:pt x="1882799" y="358371"/>
                  </a:lnTo>
                  <a:lnTo>
                    <a:pt x="1883870" y="357089"/>
                  </a:lnTo>
                  <a:lnTo>
                    <a:pt x="1884942" y="355806"/>
                  </a:lnTo>
                  <a:lnTo>
                    <a:pt x="1886013" y="354522"/>
                  </a:lnTo>
                  <a:lnTo>
                    <a:pt x="1887085" y="353237"/>
                  </a:lnTo>
                  <a:lnTo>
                    <a:pt x="1888157" y="351952"/>
                  </a:lnTo>
                  <a:lnTo>
                    <a:pt x="1889228" y="350667"/>
                  </a:lnTo>
                  <a:lnTo>
                    <a:pt x="1890300" y="349380"/>
                  </a:lnTo>
                  <a:lnTo>
                    <a:pt x="1891371" y="348093"/>
                  </a:lnTo>
                  <a:lnTo>
                    <a:pt x="1892443" y="346806"/>
                  </a:lnTo>
                  <a:lnTo>
                    <a:pt x="1893515" y="345517"/>
                  </a:lnTo>
                  <a:lnTo>
                    <a:pt x="1894586" y="344229"/>
                  </a:lnTo>
                  <a:lnTo>
                    <a:pt x="1895658" y="342939"/>
                  </a:lnTo>
                  <a:lnTo>
                    <a:pt x="1896729" y="341650"/>
                  </a:lnTo>
                  <a:lnTo>
                    <a:pt x="1897801" y="340359"/>
                  </a:lnTo>
                  <a:lnTo>
                    <a:pt x="1898873" y="339069"/>
                  </a:lnTo>
                  <a:lnTo>
                    <a:pt x="1899944" y="337778"/>
                  </a:lnTo>
                  <a:lnTo>
                    <a:pt x="1901016" y="336486"/>
                  </a:lnTo>
                  <a:lnTo>
                    <a:pt x="1902087" y="335194"/>
                  </a:lnTo>
                  <a:lnTo>
                    <a:pt x="1903159" y="333902"/>
                  </a:lnTo>
                  <a:lnTo>
                    <a:pt x="1904231" y="332609"/>
                  </a:lnTo>
                  <a:lnTo>
                    <a:pt x="1905302" y="331317"/>
                  </a:lnTo>
                  <a:lnTo>
                    <a:pt x="1906374" y="330023"/>
                  </a:lnTo>
                  <a:lnTo>
                    <a:pt x="1907445" y="328730"/>
                  </a:lnTo>
                  <a:lnTo>
                    <a:pt x="1908517" y="327437"/>
                  </a:lnTo>
                  <a:lnTo>
                    <a:pt x="1909589" y="326143"/>
                  </a:lnTo>
                  <a:lnTo>
                    <a:pt x="1910660" y="324849"/>
                  </a:lnTo>
                  <a:lnTo>
                    <a:pt x="1911732" y="323555"/>
                  </a:lnTo>
                  <a:lnTo>
                    <a:pt x="1912803" y="322260"/>
                  </a:lnTo>
                  <a:lnTo>
                    <a:pt x="1913875" y="320966"/>
                  </a:lnTo>
                  <a:lnTo>
                    <a:pt x="1914947" y="319672"/>
                  </a:lnTo>
                  <a:lnTo>
                    <a:pt x="1916018" y="318377"/>
                  </a:lnTo>
                  <a:lnTo>
                    <a:pt x="1917090" y="317083"/>
                  </a:lnTo>
                  <a:lnTo>
                    <a:pt x="1918161" y="315788"/>
                  </a:lnTo>
                  <a:lnTo>
                    <a:pt x="1919233" y="314494"/>
                  </a:lnTo>
                  <a:lnTo>
                    <a:pt x="1920305" y="313200"/>
                  </a:lnTo>
                  <a:lnTo>
                    <a:pt x="1921376" y="311905"/>
                  </a:lnTo>
                  <a:lnTo>
                    <a:pt x="1922448" y="310611"/>
                  </a:lnTo>
                  <a:lnTo>
                    <a:pt x="1923519" y="309317"/>
                  </a:lnTo>
                  <a:lnTo>
                    <a:pt x="1924591" y="308023"/>
                  </a:lnTo>
                  <a:lnTo>
                    <a:pt x="1925663" y="306730"/>
                  </a:lnTo>
                  <a:lnTo>
                    <a:pt x="1926734" y="305436"/>
                  </a:lnTo>
                  <a:lnTo>
                    <a:pt x="1927806" y="304143"/>
                  </a:lnTo>
                  <a:lnTo>
                    <a:pt x="1928877" y="302850"/>
                  </a:lnTo>
                  <a:lnTo>
                    <a:pt x="1929949" y="301558"/>
                  </a:lnTo>
                  <a:lnTo>
                    <a:pt x="1931021" y="300265"/>
                  </a:lnTo>
                  <a:lnTo>
                    <a:pt x="1932092" y="298974"/>
                  </a:lnTo>
                  <a:lnTo>
                    <a:pt x="1933164" y="297682"/>
                  </a:lnTo>
                  <a:lnTo>
                    <a:pt x="1934235" y="296391"/>
                  </a:lnTo>
                  <a:lnTo>
                    <a:pt x="1935307" y="295100"/>
                  </a:lnTo>
                  <a:lnTo>
                    <a:pt x="1936379" y="293810"/>
                  </a:lnTo>
                  <a:lnTo>
                    <a:pt x="1937450" y="292520"/>
                  </a:lnTo>
                  <a:lnTo>
                    <a:pt x="1938522" y="291231"/>
                  </a:lnTo>
                  <a:lnTo>
                    <a:pt x="1939593" y="289943"/>
                  </a:lnTo>
                  <a:lnTo>
                    <a:pt x="1940665" y="288654"/>
                  </a:lnTo>
                  <a:lnTo>
                    <a:pt x="1941737" y="287367"/>
                  </a:lnTo>
                  <a:lnTo>
                    <a:pt x="1942808" y="286080"/>
                  </a:lnTo>
                  <a:lnTo>
                    <a:pt x="1943880" y="284794"/>
                  </a:lnTo>
                  <a:lnTo>
                    <a:pt x="1944951" y="283509"/>
                  </a:lnTo>
                  <a:lnTo>
                    <a:pt x="1946023" y="282224"/>
                  </a:lnTo>
                  <a:lnTo>
                    <a:pt x="1947095" y="280940"/>
                  </a:lnTo>
                  <a:lnTo>
                    <a:pt x="1948166" y="279657"/>
                  </a:lnTo>
                  <a:lnTo>
                    <a:pt x="1949238" y="278374"/>
                  </a:lnTo>
                  <a:lnTo>
                    <a:pt x="1950309" y="277092"/>
                  </a:lnTo>
                  <a:lnTo>
                    <a:pt x="1951381" y="275812"/>
                  </a:lnTo>
                  <a:lnTo>
                    <a:pt x="1952453" y="274532"/>
                  </a:lnTo>
                  <a:lnTo>
                    <a:pt x="1953524" y="273253"/>
                  </a:lnTo>
                  <a:lnTo>
                    <a:pt x="1954596" y="271975"/>
                  </a:lnTo>
                  <a:lnTo>
                    <a:pt x="1955667" y="270698"/>
                  </a:lnTo>
                  <a:lnTo>
                    <a:pt x="1956739" y="269422"/>
                  </a:lnTo>
                  <a:lnTo>
                    <a:pt x="1957810" y="268147"/>
                  </a:lnTo>
                  <a:lnTo>
                    <a:pt x="1958882" y="266873"/>
                  </a:lnTo>
                  <a:lnTo>
                    <a:pt x="1959954" y="265600"/>
                  </a:lnTo>
                  <a:lnTo>
                    <a:pt x="1961025" y="264328"/>
                  </a:lnTo>
                  <a:lnTo>
                    <a:pt x="1962097" y="263058"/>
                  </a:lnTo>
                  <a:lnTo>
                    <a:pt x="1963168" y="261789"/>
                  </a:lnTo>
                  <a:lnTo>
                    <a:pt x="1964240" y="260520"/>
                  </a:lnTo>
                  <a:lnTo>
                    <a:pt x="1965312" y="259253"/>
                  </a:lnTo>
                  <a:lnTo>
                    <a:pt x="1966383" y="257988"/>
                  </a:lnTo>
                  <a:lnTo>
                    <a:pt x="1967455" y="256723"/>
                  </a:lnTo>
                  <a:lnTo>
                    <a:pt x="1968526" y="255460"/>
                  </a:lnTo>
                  <a:lnTo>
                    <a:pt x="1969598" y="254199"/>
                  </a:lnTo>
                  <a:lnTo>
                    <a:pt x="1970670" y="252938"/>
                  </a:lnTo>
                  <a:lnTo>
                    <a:pt x="1971741" y="251679"/>
                  </a:lnTo>
                  <a:lnTo>
                    <a:pt x="1972813" y="250422"/>
                  </a:lnTo>
                  <a:lnTo>
                    <a:pt x="1973884" y="249166"/>
                  </a:lnTo>
                  <a:lnTo>
                    <a:pt x="1974956" y="247911"/>
                  </a:lnTo>
                  <a:lnTo>
                    <a:pt x="1976028" y="246658"/>
                  </a:lnTo>
                  <a:lnTo>
                    <a:pt x="1977099" y="245407"/>
                  </a:lnTo>
                  <a:lnTo>
                    <a:pt x="1978171" y="244157"/>
                  </a:lnTo>
                  <a:lnTo>
                    <a:pt x="1979242" y="242909"/>
                  </a:lnTo>
                  <a:lnTo>
                    <a:pt x="1980314" y="241663"/>
                  </a:lnTo>
                  <a:lnTo>
                    <a:pt x="1981386" y="240418"/>
                  </a:lnTo>
                  <a:lnTo>
                    <a:pt x="1982457" y="239175"/>
                  </a:lnTo>
                  <a:lnTo>
                    <a:pt x="1983529" y="237933"/>
                  </a:lnTo>
                  <a:lnTo>
                    <a:pt x="1984600" y="236694"/>
                  </a:lnTo>
                  <a:lnTo>
                    <a:pt x="1985672" y="235456"/>
                  </a:lnTo>
                  <a:lnTo>
                    <a:pt x="1986744" y="234220"/>
                  </a:lnTo>
                  <a:lnTo>
                    <a:pt x="1987815" y="232986"/>
                  </a:lnTo>
                  <a:lnTo>
                    <a:pt x="1988887" y="231754"/>
                  </a:lnTo>
                  <a:lnTo>
                    <a:pt x="1989958" y="230524"/>
                  </a:lnTo>
                  <a:lnTo>
                    <a:pt x="1991030" y="229295"/>
                  </a:lnTo>
                  <a:lnTo>
                    <a:pt x="1992102" y="228069"/>
                  </a:lnTo>
                  <a:lnTo>
                    <a:pt x="1993173" y="226845"/>
                  </a:lnTo>
                  <a:lnTo>
                    <a:pt x="1994245" y="225623"/>
                  </a:lnTo>
                  <a:lnTo>
                    <a:pt x="1995316" y="224403"/>
                  </a:lnTo>
                  <a:lnTo>
                    <a:pt x="1996388" y="223185"/>
                  </a:lnTo>
                  <a:lnTo>
                    <a:pt x="1997460" y="221969"/>
                  </a:lnTo>
                  <a:lnTo>
                    <a:pt x="1998531" y="220755"/>
                  </a:lnTo>
                  <a:lnTo>
                    <a:pt x="1999603" y="219544"/>
                  </a:lnTo>
                  <a:lnTo>
                    <a:pt x="2000674" y="218334"/>
                  </a:lnTo>
                  <a:lnTo>
                    <a:pt x="2001746" y="217128"/>
                  </a:lnTo>
                  <a:lnTo>
                    <a:pt x="2002818" y="215923"/>
                  </a:lnTo>
                  <a:lnTo>
                    <a:pt x="2003889" y="214721"/>
                  </a:lnTo>
                  <a:lnTo>
                    <a:pt x="2004961" y="213521"/>
                  </a:lnTo>
                  <a:lnTo>
                    <a:pt x="2006032" y="212323"/>
                  </a:lnTo>
                  <a:lnTo>
                    <a:pt x="2007104" y="211128"/>
                  </a:lnTo>
                  <a:lnTo>
                    <a:pt x="2008176" y="209935"/>
                  </a:lnTo>
                  <a:lnTo>
                    <a:pt x="2009247" y="208745"/>
                  </a:lnTo>
                  <a:lnTo>
                    <a:pt x="2010319" y="207558"/>
                  </a:lnTo>
                  <a:lnTo>
                    <a:pt x="2011390" y="206373"/>
                  </a:lnTo>
                  <a:lnTo>
                    <a:pt x="2012462" y="205190"/>
                  </a:lnTo>
                  <a:lnTo>
                    <a:pt x="2013534" y="204010"/>
                  </a:lnTo>
                  <a:lnTo>
                    <a:pt x="2014605" y="202833"/>
                  </a:lnTo>
                  <a:lnTo>
                    <a:pt x="2015677" y="201659"/>
                  </a:lnTo>
                  <a:lnTo>
                    <a:pt x="2016748" y="200487"/>
                  </a:lnTo>
                  <a:lnTo>
                    <a:pt x="2017820" y="199318"/>
                  </a:lnTo>
                  <a:lnTo>
                    <a:pt x="2018892" y="198152"/>
                  </a:lnTo>
                  <a:lnTo>
                    <a:pt x="2019963" y="196988"/>
                  </a:lnTo>
                  <a:lnTo>
                    <a:pt x="2021035" y="195828"/>
                  </a:lnTo>
                  <a:lnTo>
                    <a:pt x="2022106" y="194670"/>
                  </a:lnTo>
                  <a:lnTo>
                    <a:pt x="2023178" y="193515"/>
                  </a:lnTo>
                  <a:lnTo>
                    <a:pt x="2024250" y="192363"/>
                  </a:lnTo>
                  <a:lnTo>
                    <a:pt x="2025321" y="191214"/>
                  </a:lnTo>
                  <a:lnTo>
                    <a:pt x="2026393" y="190069"/>
                  </a:lnTo>
                  <a:lnTo>
                    <a:pt x="2027464" y="188926"/>
                  </a:lnTo>
                  <a:lnTo>
                    <a:pt x="2028536" y="187786"/>
                  </a:lnTo>
                  <a:lnTo>
                    <a:pt x="2029608" y="186649"/>
                  </a:lnTo>
                  <a:lnTo>
                    <a:pt x="2030679" y="185516"/>
                  </a:lnTo>
                  <a:lnTo>
                    <a:pt x="2031751" y="184385"/>
                  </a:lnTo>
                  <a:lnTo>
                    <a:pt x="2032822" y="183258"/>
                  </a:lnTo>
                  <a:lnTo>
                    <a:pt x="2033894" y="182134"/>
                  </a:lnTo>
                  <a:lnTo>
                    <a:pt x="2034966" y="181014"/>
                  </a:lnTo>
                  <a:lnTo>
                    <a:pt x="2036037" y="179897"/>
                  </a:lnTo>
                  <a:lnTo>
                    <a:pt x="2037109" y="178783"/>
                  </a:lnTo>
                  <a:lnTo>
                    <a:pt x="2038180" y="177672"/>
                  </a:lnTo>
                  <a:lnTo>
                    <a:pt x="2039252" y="176565"/>
                  </a:lnTo>
                  <a:lnTo>
                    <a:pt x="2040324" y="175461"/>
                  </a:lnTo>
                  <a:lnTo>
                    <a:pt x="2041395" y="174361"/>
                  </a:lnTo>
                  <a:lnTo>
                    <a:pt x="2042467" y="173264"/>
                  </a:lnTo>
                  <a:lnTo>
                    <a:pt x="2043538" y="172171"/>
                  </a:lnTo>
                  <a:lnTo>
                    <a:pt x="2044610" y="171081"/>
                  </a:lnTo>
                  <a:lnTo>
                    <a:pt x="2045682" y="169995"/>
                  </a:lnTo>
                  <a:lnTo>
                    <a:pt x="2046753" y="168912"/>
                  </a:lnTo>
                  <a:lnTo>
                    <a:pt x="2047825" y="167833"/>
                  </a:lnTo>
                  <a:lnTo>
                    <a:pt x="2048896" y="166757"/>
                  </a:lnTo>
                  <a:lnTo>
                    <a:pt x="2049968" y="165685"/>
                  </a:lnTo>
                  <a:lnTo>
                    <a:pt x="2051040" y="164616"/>
                  </a:lnTo>
                  <a:lnTo>
                    <a:pt x="2052111" y="163551"/>
                  </a:lnTo>
                  <a:lnTo>
                    <a:pt x="2053183" y="162490"/>
                  </a:lnTo>
                  <a:lnTo>
                    <a:pt x="2054254" y="161432"/>
                  </a:lnTo>
                  <a:lnTo>
                    <a:pt x="2055326" y="160377"/>
                  </a:lnTo>
                  <a:lnTo>
                    <a:pt x="2056398" y="159326"/>
                  </a:lnTo>
                  <a:lnTo>
                    <a:pt x="2057469" y="158279"/>
                  </a:lnTo>
                  <a:lnTo>
                    <a:pt x="2058541" y="157235"/>
                  </a:lnTo>
                  <a:lnTo>
                    <a:pt x="2059612" y="156195"/>
                  </a:lnTo>
                  <a:lnTo>
                    <a:pt x="2060684" y="155158"/>
                  </a:lnTo>
                  <a:lnTo>
                    <a:pt x="2061756" y="154125"/>
                  </a:lnTo>
                  <a:lnTo>
                    <a:pt x="2062827" y="153096"/>
                  </a:lnTo>
                  <a:lnTo>
                    <a:pt x="2063899" y="152070"/>
                  </a:lnTo>
                  <a:lnTo>
                    <a:pt x="2064970" y="151047"/>
                  </a:lnTo>
                  <a:lnTo>
                    <a:pt x="2066042" y="150028"/>
                  </a:lnTo>
                  <a:lnTo>
                    <a:pt x="2067114" y="149013"/>
                  </a:lnTo>
                  <a:lnTo>
                    <a:pt x="2068185" y="148001"/>
                  </a:lnTo>
                  <a:lnTo>
                    <a:pt x="2069257" y="146993"/>
                  </a:lnTo>
                  <a:lnTo>
                    <a:pt x="2070328" y="145988"/>
                  </a:lnTo>
                  <a:lnTo>
                    <a:pt x="2071400" y="144987"/>
                  </a:lnTo>
                  <a:lnTo>
                    <a:pt x="2072472" y="143990"/>
                  </a:lnTo>
                  <a:lnTo>
                    <a:pt x="2073543" y="142996"/>
                  </a:lnTo>
                  <a:lnTo>
                    <a:pt x="2074615" y="142006"/>
                  </a:lnTo>
                  <a:lnTo>
                    <a:pt x="2075686" y="141019"/>
                  </a:lnTo>
                  <a:lnTo>
                    <a:pt x="2076758" y="140036"/>
                  </a:lnTo>
                  <a:lnTo>
                    <a:pt x="2077830" y="139057"/>
                  </a:lnTo>
                  <a:lnTo>
                    <a:pt x="2078901" y="138081"/>
                  </a:lnTo>
                  <a:lnTo>
                    <a:pt x="2079973" y="137108"/>
                  </a:lnTo>
                  <a:lnTo>
                    <a:pt x="2081044" y="136139"/>
                  </a:lnTo>
                  <a:lnTo>
                    <a:pt x="2082116" y="135174"/>
                  </a:lnTo>
                  <a:lnTo>
                    <a:pt x="2083188" y="134213"/>
                  </a:lnTo>
                  <a:lnTo>
                    <a:pt x="2084259" y="133255"/>
                  </a:lnTo>
                  <a:lnTo>
                    <a:pt x="2085331" y="132300"/>
                  </a:lnTo>
                  <a:lnTo>
                    <a:pt x="2086402" y="131349"/>
                  </a:lnTo>
                  <a:lnTo>
                    <a:pt x="2087474" y="130402"/>
                  </a:lnTo>
                  <a:lnTo>
                    <a:pt x="2088546" y="129459"/>
                  </a:lnTo>
                  <a:lnTo>
                    <a:pt x="2089617" y="128519"/>
                  </a:lnTo>
                  <a:lnTo>
                    <a:pt x="2090689" y="127582"/>
                  </a:lnTo>
                  <a:lnTo>
                    <a:pt x="2091760" y="126649"/>
                  </a:lnTo>
                  <a:lnTo>
                    <a:pt x="2092832" y="125720"/>
                  </a:lnTo>
                  <a:lnTo>
                    <a:pt x="2093904" y="124794"/>
                  </a:lnTo>
                  <a:lnTo>
                    <a:pt x="2094975" y="123872"/>
                  </a:lnTo>
                  <a:lnTo>
                    <a:pt x="2096047" y="122954"/>
                  </a:lnTo>
                  <a:lnTo>
                    <a:pt x="2097118" y="122039"/>
                  </a:lnTo>
                  <a:lnTo>
                    <a:pt x="2098190" y="121128"/>
                  </a:lnTo>
                  <a:lnTo>
                    <a:pt x="2099262" y="120220"/>
                  </a:lnTo>
                  <a:lnTo>
                    <a:pt x="2100333" y="119316"/>
                  </a:lnTo>
                  <a:lnTo>
                    <a:pt x="2101405" y="118416"/>
                  </a:lnTo>
                  <a:lnTo>
                    <a:pt x="2102476" y="117519"/>
                  </a:lnTo>
                  <a:lnTo>
                    <a:pt x="2103548" y="116626"/>
                  </a:lnTo>
                  <a:lnTo>
                    <a:pt x="2104620" y="115736"/>
                  </a:lnTo>
                  <a:lnTo>
                    <a:pt x="2105691" y="114850"/>
                  </a:lnTo>
                  <a:lnTo>
                    <a:pt x="2106763" y="113968"/>
                  </a:lnTo>
                  <a:lnTo>
                    <a:pt x="2107834" y="113089"/>
                  </a:lnTo>
                  <a:lnTo>
                    <a:pt x="2108906" y="112214"/>
                  </a:lnTo>
                  <a:lnTo>
                    <a:pt x="2109978" y="111342"/>
                  </a:lnTo>
                  <a:lnTo>
                    <a:pt x="2111049" y="110474"/>
                  </a:lnTo>
                  <a:lnTo>
                    <a:pt x="2112121" y="109610"/>
                  </a:lnTo>
                  <a:lnTo>
                    <a:pt x="2113192" y="108749"/>
                  </a:lnTo>
                  <a:lnTo>
                    <a:pt x="2114264" y="107891"/>
                  </a:lnTo>
                  <a:lnTo>
                    <a:pt x="2115336" y="107038"/>
                  </a:lnTo>
                  <a:lnTo>
                    <a:pt x="2116407" y="106188"/>
                  </a:lnTo>
                  <a:lnTo>
                    <a:pt x="2117479" y="105341"/>
                  </a:lnTo>
                  <a:lnTo>
                    <a:pt x="2118550" y="104499"/>
                  </a:lnTo>
                  <a:lnTo>
                    <a:pt x="2119622" y="103659"/>
                  </a:lnTo>
                  <a:lnTo>
                    <a:pt x="2120694" y="102824"/>
                  </a:lnTo>
                  <a:lnTo>
                    <a:pt x="2121765" y="101992"/>
                  </a:lnTo>
                  <a:lnTo>
                    <a:pt x="2122837" y="101163"/>
                  </a:lnTo>
                  <a:lnTo>
                    <a:pt x="2123908" y="100339"/>
                  </a:lnTo>
                  <a:lnTo>
                    <a:pt x="2124980" y="99517"/>
                  </a:lnTo>
                  <a:lnTo>
                    <a:pt x="2126052" y="98700"/>
                  </a:lnTo>
                  <a:lnTo>
                    <a:pt x="2127123" y="97886"/>
                  </a:lnTo>
                  <a:lnTo>
                    <a:pt x="2128195" y="97075"/>
                  </a:lnTo>
                  <a:lnTo>
                    <a:pt x="2129266" y="96268"/>
                  </a:lnTo>
                  <a:lnTo>
                    <a:pt x="2130338" y="95465"/>
                  </a:lnTo>
                  <a:lnTo>
                    <a:pt x="2131409" y="94665"/>
                  </a:lnTo>
                  <a:lnTo>
                    <a:pt x="2132481" y="93869"/>
                  </a:lnTo>
                  <a:lnTo>
                    <a:pt x="2133553" y="93077"/>
                  </a:lnTo>
                  <a:lnTo>
                    <a:pt x="2134624" y="92288"/>
                  </a:lnTo>
                  <a:lnTo>
                    <a:pt x="2135696" y="91503"/>
                  </a:lnTo>
                  <a:lnTo>
                    <a:pt x="2136767" y="90721"/>
                  </a:lnTo>
                  <a:lnTo>
                    <a:pt x="2137839" y="89943"/>
                  </a:lnTo>
                  <a:lnTo>
                    <a:pt x="2138911" y="89168"/>
                  </a:lnTo>
                  <a:lnTo>
                    <a:pt x="2139982" y="88397"/>
                  </a:lnTo>
                  <a:lnTo>
                    <a:pt x="2141054" y="87630"/>
                  </a:lnTo>
                  <a:lnTo>
                    <a:pt x="2142125" y="86866"/>
                  </a:lnTo>
                  <a:lnTo>
                    <a:pt x="2143197" y="86106"/>
                  </a:lnTo>
                  <a:lnTo>
                    <a:pt x="2144269" y="85349"/>
                  </a:lnTo>
                  <a:lnTo>
                    <a:pt x="2145340" y="84596"/>
                  </a:lnTo>
                  <a:lnTo>
                    <a:pt x="2146412" y="83847"/>
                  </a:lnTo>
                  <a:lnTo>
                    <a:pt x="2147483" y="83101"/>
                  </a:lnTo>
                  <a:lnTo>
                    <a:pt x="2148555" y="82358"/>
                  </a:lnTo>
                  <a:lnTo>
                    <a:pt x="2149627" y="81620"/>
                  </a:lnTo>
                  <a:lnTo>
                    <a:pt x="2150698" y="80884"/>
                  </a:lnTo>
                  <a:lnTo>
                    <a:pt x="2151770" y="80153"/>
                  </a:lnTo>
                  <a:lnTo>
                    <a:pt x="2152841" y="79425"/>
                  </a:lnTo>
                  <a:lnTo>
                    <a:pt x="2153913" y="78700"/>
                  </a:lnTo>
                  <a:lnTo>
                    <a:pt x="2154985" y="77979"/>
                  </a:lnTo>
                  <a:lnTo>
                    <a:pt x="2156056" y="77262"/>
                  </a:lnTo>
                  <a:lnTo>
                    <a:pt x="2157128" y="76548"/>
                  </a:lnTo>
                  <a:lnTo>
                    <a:pt x="2158199" y="75838"/>
                  </a:lnTo>
                  <a:lnTo>
                    <a:pt x="2159271" y="75131"/>
                  </a:lnTo>
                  <a:lnTo>
                    <a:pt x="2160343" y="74428"/>
                  </a:lnTo>
                  <a:lnTo>
                    <a:pt x="2161414" y="73729"/>
                  </a:lnTo>
                  <a:lnTo>
                    <a:pt x="2162486" y="73032"/>
                  </a:lnTo>
                  <a:lnTo>
                    <a:pt x="2163557" y="72340"/>
                  </a:lnTo>
                  <a:lnTo>
                    <a:pt x="2164629" y="71651"/>
                  </a:lnTo>
                  <a:lnTo>
                    <a:pt x="2165701" y="70966"/>
                  </a:lnTo>
                  <a:lnTo>
                    <a:pt x="2166772" y="70284"/>
                  </a:lnTo>
                  <a:lnTo>
                    <a:pt x="2167844" y="69606"/>
                  </a:lnTo>
                  <a:lnTo>
                    <a:pt x="2168915" y="68931"/>
                  </a:lnTo>
                  <a:lnTo>
                    <a:pt x="2169987" y="68260"/>
                  </a:lnTo>
                  <a:lnTo>
                    <a:pt x="2171059" y="67592"/>
                  </a:lnTo>
                  <a:lnTo>
                    <a:pt x="2172130" y="66928"/>
                  </a:lnTo>
                  <a:lnTo>
                    <a:pt x="2173202" y="66267"/>
                  </a:lnTo>
                  <a:lnTo>
                    <a:pt x="2174273" y="65610"/>
                  </a:lnTo>
                  <a:lnTo>
                    <a:pt x="2175345" y="64956"/>
                  </a:lnTo>
                  <a:lnTo>
                    <a:pt x="2176417" y="64306"/>
                  </a:lnTo>
                  <a:lnTo>
                    <a:pt x="2177488" y="63660"/>
                  </a:lnTo>
                  <a:lnTo>
                    <a:pt x="2178560" y="63017"/>
                  </a:lnTo>
                  <a:lnTo>
                    <a:pt x="2179631" y="62377"/>
                  </a:lnTo>
                  <a:lnTo>
                    <a:pt x="2180703" y="61741"/>
                  </a:lnTo>
                  <a:lnTo>
                    <a:pt x="2181775" y="61109"/>
                  </a:lnTo>
                  <a:lnTo>
                    <a:pt x="2182846" y="60480"/>
                  </a:lnTo>
                  <a:lnTo>
                    <a:pt x="2183918" y="59854"/>
                  </a:lnTo>
                  <a:lnTo>
                    <a:pt x="2184989" y="59232"/>
                  </a:lnTo>
                  <a:lnTo>
                    <a:pt x="2186061" y="58614"/>
                  </a:lnTo>
                  <a:lnTo>
                    <a:pt x="2187133" y="57999"/>
                  </a:lnTo>
                  <a:lnTo>
                    <a:pt x="2188204" y="57388"/>
                  </a:lnTo>
                  <a:lnTo>
                    <a:pt x="2189276" y="56780"/>
                  </a:lnTo>
                  <a:lnTo>
                    <a:pt x="2190347" y="56175"/>
                  </a:lnTo>
                  <a:lnTo>
                    <a:pt x="2191419" y="55574"/>
                  </a:lnTo>
                  <a:lnTo>
                    <a:pt x="2192491" y="54977"/>
                  </a:lnTo>
                  <a:lnTo>
                    <a:pt x="2193562" y="54383"/>
                  </a:lnTo>
                  <a:lnTo>
                    <a:pt x="2194634" y="53792"/>
                  </a:lnTo>
                  <a:lnTo>
                    <a:pt x="2195705" y="53205"/>
                  </a:lnTo>
                  <a:lnTo>
                    <a:pt x="2196777" y="52621"/>
                  </a:lnTo>
                  <a:lnTo>
                    <a:pt x="2197849" y="52041"/>
                  </a:lnTo>
                  <a:lnTo>
                    <a:pt x="2198920" y="51465"/>
                  </a:lnTo>
                  <a:lnTo>
                    <a:pt x="2199992" y="50891"/>
                  </a:lnTo>
                  <a:lnTo>
                    <a:pt x="2201063" y="50322"/>
                  </a:lnTo>
                  <a:lnTo>
                    <a:pt x="2202135" y="49755"/>
                  </a:lnTo>
                  <a:lnTo>
                    <a:pt x="2203207" y="49193"/>
                  </a:lnTo>
                  <a:lnTo>
                    <a:pt x="2204278" y="48633"/>
                  </a:lnTo>
                  <a:lnTo>
                    <a:pt x="2205350" y="48077"/>
                  </a:lnTo>
                  <a:lnTo>
                    <a:pt x="2206421" y="47525"/>
                  </a:lnTo>
                  <a:lnTo>
                    <a:pt x="2207493" y="46976"/>
                  </a:lnTo>
                  <a:lnTo>
                    <a:pt x="2208565" y="46430"/>
                  </a:lnTo>
                  <a:lnTo>
                    <a:pt x="2209636" y="45888"/>
                  </a:lnTo>
                  <a:lnTo>
                    <a:pt x="2210708" y="45349"/>
                  </a:lnTo>
                  <a:lnTo>
                    <a:pt x="2211779" y="44814"/>
                  </a:lnTo>
                  <a:lnTo>
                    <a:pt x="2212851" y="44282"/>
                  </a:lnTo>
                  <a:lnTo>
                    <a:pt x="2213923" y="43754"/>
                  </a:lnTo>
                  <a:lnTo>
                    <a:pt x="2214994" y="43229"/>
                  </a:lnTo>
                  <a:lnTo>
                    <a:pt x="2216066" y="42707"/>
                  </a:lnTo>
                  <a:lnTo>
                    <a:pt x="2217137" y="42189"/>
                  </a:lnTo>
                  <a:lnTo>
                    <a:pt x="2218209" y="41674"/>
                  </a:lnTo>
                  <a:lnTo>
                    <a:pt x="2219281" y="41163"/>
                  </a:lnTo>
                  <a:lnTo>
                    <a:pt x="2220352" y="40655"/>
                  </a:lnTo>
                  <a:lnTo>
                    <a:pt x="2221424" y="40150"/>
                  </a:lnTo>
                  <a:lnTo>
                    <a:pt x="2222495" y="39649"/>
                  </a:lnTo>
                  <a:lnTo>
                    <a:pt x="2223567" y="39151"/>
                  </a:lnTo>
                  <a:lnTo>
                    <a:pt x="2224639" y="38657"/>
                  </a:lnTo>
                  <a:lnTo>
                    <a:pt x="2225710" y="38166"/>
                  </a:lnTo>
                  <a:lnTo>
                    <a:pt x="2226782" y="37678"/>
                  </a:lnTo>
                  <a:lnTo>
                    <a:pt x="2227853" y="37194"/>
                  </a:lnTo>
                  <a:lnTo>
                    <a:pt x="2228925" y="36713"/>
                  </a:lnTo>
                  <a:lnTo>
                    <a:pt x="2229997" y="36236"/>
                  </a:lnTo>
                  <a:lnTo>
                    <a:pt x="2231068" y="35762"/>
                  </a:lnTo>
                  <a:lnTo>
                    <a:pt x="2232140" y="35291"/>
                  </a:lnTo>
                  <a:lnTo>
                    <a:pt x="2233211" y="34823"/>
                  </a:lnTo>
                  <a:lnTo>
                    <a:pt x="2234283" y="34359"/>
                  </a:lnTo>
                  <a:lnTo>
                    <a:pt x="2235355" y="33899"/>
                  </a:lnTo>
                  <a:lnTo>
                    <a:pt x="2236426" y="33441"/>
                  </a:lnTo>
                  <a:lnTo>
                    <a:pt x="2237498" y="32987"/>
                  </a:lnTo>
                  <a:lnTo>
                    <a:pt x="2238569" y="32537"/>
                  </a:lnTo>
                  <a:lnTo>
                    <a:pt x="2239641" y="32089"/>
                  </a:lnTo>
                  <a:lnTo>
                    <a:pt x="2240713" y="31645"/>
                  </a:lnTo>
                  <a:lnTo>
                    <a:pt x="2241784" y="31205"/>
                  </a:lnTo>
                  <a:lnTo>
                    <a:pt x="2242856" y="30767"/>
                  </a:lnTo>
                  <a:lnTo>
                    <a:pt x="2243927" y="30333"/>
                  </a:lnTo>
                  <a:lnTo>
                    <a:pt x="2244999" y="29903"/>
                  </a:lnTo>
                  <a:lnTo>
                    <a:pt x="2246071" y="29475"/>
                  </a:lnTo>
                  <a:lnTo>
                    <a:pt x="2247142" y="29051"/>
                  </a:lnTo>
                  <a:lnTo>
                    <a:pt x="2248214" y="28630"/>
                  </a:lnTo>
                  <a:lnTo>
                    <a:pt x="2249285" y="28213"/>
                  </a:lnTo>
                  <a:lnTo>
                    <a:pt x="2250357" y="27798"/>
                  </a:lnTo>
                  <a:lnTo>
                    <a:pt x="2251429" y="27388"/>
                  </a:lnTo>
                  <a:lnTo>
                    <a:pt x="2252500" y="26980"/>
                  </a:lnTo>
                  <a:lnTo>
                    <a:pt x="2253572" y="26576"/>
                  </a:lnTo>
                  <a:lnTo>
                    <a:pt x="2254643" y="26174"/>
                  </a:lnTo>
                  <a:lnTo>
                    <a:pt x="2255715" y="25777"/>
                  </a:lnTo>
                  <a:lnTo>
                    <a:pt x="2256787" y="25382"/>
                  </a:lnTo>
                  <a:lnTo>
                    <a:pt x="2257858" y="24991"/>
                  </a:lnTo>
                  <a:lnTo>
                    <a:pt x="2258930" y="24603"/>
                  </a:lnTo>
                  <a:lnTo>
                    <a:pt x="2260001" y="24218"/>
                  </a:lnTo>
                  <a:lnTo>
                    <a:pt x="2261073" y="23837"/>
                  </a:lnTo>
                  <a:lnTo>
                    <a:pt x="2262145" y="23458"/>
                  </a:lnTo>
                  <a:lnTo>
                    <a:pt x="2263216" y="23083"/>
                  </a:lnTo>
                  <a:lnTo>
                    <a:pt x="2264288" y="22711"/>
                  </a:lnTo>
                  <a:lnTo>
                    <a:pt x="2265359" y="22343"/>
                  </a:lnTo>
                  <a:lnTo>
                    <a:pt x="2266431" y="21978"/>
                  </a:lnTo>
                  <a:lnTo>
                    <a:pt x="2267503" y="21616"/>
                  </a:lnTo>
                  <a:lnTo>
                    <a:pt x="2268574" y="21257"/>
                  </a:lnTo>
                  <a:lnTo>
                    <a:pt x="2269646" y="20901"/>
                  </a:lnTo>
                  <a:lnTo>
                    <a:pt x="2270717" y="20549"/>
                  </a:lnTo>
                  <a:lnTo>
                    <a:pt x="2271789" y="20199"/>
                  </a:lnTo>
                  <a:lnTo>
                    <a:pt x="2272861" y="19853"/>
                  </a:lnTo>
                  <a:lnTo>
                    <a:pt x="2273932" y="19510"/>
                  </a:lnTo>
                  <a:lnTo>
                    <a:pt x="2275004" y="19171"/>
                  </a:lnTo>
                  <a:lnTo>
                    <a:pt x="2276075" y="18834"/>
                  </a:lnTo>
                  <a:lnTo>
                    <a:pt x="2277147" y="18501"/>
                  </a:lnTo>
                  <a:lnTo>
                    <a:pt x="2278219" y="18171"/>
                  </a:lnTo>
                  <a:lnTo>
                    <a:pt x="2279290" y="17844"/>
                  </a:lnTo>
                  <a:lnTo>
                    <a:pt x="2280362" y="17520"/>
                  </a:lnTo>
                  <a:lnTo>
                    <a:pt x="2281433" y="17199"/>
                  </a:lnTo>
                  <a:lnTo>
                    <a:pt x="2282505" y="16882"/>
                  </a:lnTo>
                  <a:lnTo>
                    <a:pt x="2283577" y="16568"/>
                  </a:lnTo>
                  <a:lnTo>
                    <a:pt x="2284648" y="16256"/>
                  </a:lnTo>
                  <a:lnTo>
                    <a:pt x="2285720" y="15948"/>
                  </a:lnTo>
                  <a:lnTo>
                    <a:pt x="2286791" y="15644"/>
                  </a:lnTo>
                  <a:lnTo>
                    <a:pt x="2287863" y="15342"/>
                  </a:lnTo>
                  <a:lnTo>
                    <a:pt x="2288935" y="15043"/>
                  </a:lnTo>
                  <a:lnTo>
                    <a:pt x="2290006" y="14748"/>
                  </a:lnTo>
                  <a:lnTo>
                    <a:pt x="2291078" y="14455"/>
                  </a:lnTo>
                  <a:lnTo>
                    <a:pt x="2292149" y="14166"/>
                  </a:lnTo>
                  <a:lnTo>
                    <a:pt x="2293221" y="13880"/>
                  </a:lnTo>
                  <a:lnTo>
                    <a:pt x="2294293" y="13597"/>
                  </a:lnTo>
                  <a:lnTo>
                    <a:pt x="2295364" y="13317"/>
                  </a:lnTo>
                  <a:lnTo>
                    <a:pt x="2296436" y="13040"/>
                  </a:lnTo>
                  <a:lnTo>
                    <a:pt x="2297507" y="12766"/>
                  </a:lnTo>
                  <a:lnTo>
                    <a:pt x="2298579" y="12495"/>
                  </a:lnTo>
                  <a:lnTo>
                    <a:pt x="2299651" y="12228"/>
                  </a:lnTo>
                  <a:lnTo>
                    <a:pt x="2300722" y="11963"/>
                  </a:lnTo>
                  <a:lnTo>
                    <a:pt x="2301794" y="11702"/>
                  </a:lnTo>
                  <a:lnTo>
                    <a:pt x="2302865" y="11443"/>
                  </a:lnTo>
                  <a:lnTo>
                    <a:pt x="2303937" y="11188"/>
                  </a:lnTo>
                  <a:lnTo>
                    <a:pt x="2305009" y="10936"/>
                  </a:lnTo>
                  <a:lnTo>
                    <a:pt x="2306080" y="10686"/>
                  </a:lnTo>
                  <a:lnTo>
                    <a:pt x="2307152" y="10440"/>
                  </a:lnTo>
                  <a:lnTo>
                    <a:pt x="2308223" y="10197"/>
                  </a:lnTo>
                  <a:lnTo>
                    <a:pt x="2309295" y="9957"/>
                  </a:lnTo>
                  <a:lnTo>
                    <a:pt x="2310366" y="9720"/>
                  </a:lnTo>
                  <a:lnTo>
                    <a:pt x="2311438" y="9485"/>
                  </a:lnTo>
                  <a:lnTo>
                    <a:pt x="2312510" y="9254"/>
                  </a:lnTo>
                  <a:lnTo>
                    <a:pt x="2313581" y="9026"/>
                  </a:lnTo>
                  <a:lnTo>
                    <a:pt x="2314653" y="8801"/>
                  </a:lnTo>
                  <a:lnTo>
                    <a:pt x="2315724" y="8579"/>
                  </a:lnTo>
                  <a:lnTo>
                    <a:pt x="2316796" y="8360"/>
                  </a:lnTo>
                  <a:lnTo>
                    <a:pt x="2317868" y="8144"/>
                  </a:lnTo>
                  <a:lnTo>
                    <a:pt x="2318939" y="7930"/>
                  </a:lnTo>
                  <a:lnTo>
                    <a:pt x="2320011" y="7720"/>
                  </a:lnTo>
                  <a:lnTo>
                    <a:pt x="2321082" y="7513"/>
                  </a:lnTo>
                  <a:lnTo>
                    <a:pt x="2322154" y="7309"/>
                  </a:lnTo>
                  <a:lnTo>
                    <a:pt x="2323226" y="7107"/>
                  </a:lnTo>
                  <a:lnTo>
                    <a:pt x="2324297" y="6909"/>
                  </a:lnTo>
                  <a:lnTo>
                    <a:pt x="2325369" y="6714"/>
                  </a:lnTo>
                  <a:lnTo>
                    <a:pt x="2326440" y="6521"/>
                  </a:lnTo>
                  <a:lnTo>
                    <a:pt x="2327512" y="6332"/>
                  </a:lnTo>
                  <a:lnTo>
                    <a:pt x="2328584" y="6145"/>
                  </a:lnTo>
                  <a:lnTo>
                    <a:pt x="2329655" y="5961"/>
                  </a:lnTo>
                  <a:lnTo>
                    <a:pt x="2330727" y="5781"/>
                  </a:lnTo>
                  <a:lnTo>
                    <a:pt x="2331798" y="5603"/>
                  </a:lnTo>
                  <a:lnTo>
                    <a:pt x="2332870" y="5428"/>
                  </a:lnTo>
                  <a:lnTo>
                    <a:pt x="2333942" y="5256"/>
                  </a:lnTo>
                  <a:lnTo>
                    <a:pt x="2335013" y="5087"/>
                  </a:lnTo>
                  <a:lnTo>
                    <a:pt x="2336085" y="4920"/>
                  </a:lnTo>
                  <a:lnTo>
                    <a:pt x="2337156" y="4757"/>
                  </a:lnTo>
                  <a:lnTo>
                    <a:pt x="2338228" y="4596"/>
                  </a:lnTo>
                  <a:lnTo>
                    <a:pt x="2339300" y="4439"/>
                  </a:lnTo>
                  <a:lnTo>
                    <a:pt x="2340371" y="4284"/>
                  </a:lnTo>
                  <a:lnTo>
                    <a:pt x="2341443" y="4132"/>
                  </a:lnTo>
                  <a:lnTo>
                    <a:pt x="2342514" y="3983"/>
                  </a:lnTo>
                  <a:lnTo>
                    <a:pt x="2343586" y="3837"/>
                  </a:lnTo>
                  <a:lnTo>
                    <a:pt x="2344658" y="3693"/>
                  </a:lnTo>
                  <a:lnTo>
                    <a:pt x="2345729" y="3553"/>
                  </a:lnTo>
                  <a:lnTo>
                    <a:pt x="2346801" y="3415"/>
                  </a:lnTo>
                  <a:lnTo>
                    <a:pt x="2347872" y="3280"/>
                  </a:lnTo>
                  <a:lnTo>
                    <a:pt x="2348944" y="3148"/>
                  </a:lnTo>
                  <a:lnTo>
                    <a:pt x="2350016" y="3019"/>
                  </a:lnTo>
                  <a:lnTo>
                    <a:pt x="2351087" y="2893"/>
                  </a:lnTo>
                  <a:lnTo>
                    <a:pt x="2352159" y="2769"/>
                  </a:lnTo>
                  <a:lnTo>
                    <a:pt x="2353230" y="2648"/>
                  </a:lnTo>
                  <a:lnTo>
                    <a:pt x="2354302" y="2530"/>
                  </a:lnTo>
                  <a:lnTo>
                    <a:pt x="2355374" y="2415"/>
                  </a:lnTo>
                  <a:lnTo>
                    <a:pt x="2356445" y="2302"/>
                  </a:lnTo>
                  <a:lnTo>
                    <a:pt x="2357517" y="2192"/>
                  </a:lnTo>
                  <a:lnTo>
                    <a:pt x="2358588" y="2085"/>
                  </a:lnTo>
                  <a:lnTo>
                    <a:pt x="2359660" y="1981"/>
                  </a:lnTo>
                  <a:lnTo>
                    <a:pt x="2360732" y="1880"/>
                  </a:lnTo>
                  <a:lnTo>
                    <a:pt x="2361803" y="1781"/>
                  </a:lnTo>
                  <a:lnTo>
                    <a:pt x="2362875" y="1685"/>
                  </a:lnTo>
                  <a:lnTo>
                    <a:pt x="2363946" y="1592"/>
                  </a:lnTo>
                  <a:lnTo>
                    <a:pt x="2365018" y="1501"/>
                  </a:lnTo>
                  <a:lnTo>
                    <a:pt x="2366090" y="1413"/>
                  </a:lnTo>
                  <a:lnTo>
                    <a:pt x="2367161" y="1328"/>
                  </a:lnTo>
                  <a:lnTo>
                    <a:pt x="2368233" y="1246"/>
                  </a:lnTo>
                  <a:lnTo>
                    <a:pt x="2369304" y="1166"/>
                  </a:lnTo>
                  <a:lnTo>
                    <a:pt x="2370376" y="1089"/>
                  </a:lnTo>
                  <a:lnTo>
                    <a:pt x="2371448" y="1015"/>
                  </a:lnTo>
                  <a:lnTo>
                    <a:pt x="2372519" y="943"/>
                  </a:lnTo>
                  <a:lnTo>
                    <a:pt x="2373591" y="874"/>
                  </a:lnTo>
                  <a:lnTo>
                    <a:pt x="2374662" y="808"/>
                  </a:lnTo>
                  <a:lnTo>
                    <a:pt x="2375734" y="744"/>
                  </a:lnTo>
                  <a:lnTo>
                    <a:pt x="2376806" y="683"/>
                  </a:lnTo>
                  <a:lnTo>
                    <a:pt x="2377877" y="625"/>
                  </a:lnTo>
                  <a:lnTo>
                    <a:pt x="2378949" y="569"/>
                  </a:lnTo>
                  <a:lnTo>
                    <a:pt x="2380020" y="516"/>
                  </a:lnTo>
                  <a:lnTo>
                    <a:pt x="2381092" y="466"/>
                  </a:lnTo>
                  <a:lnTo>
                    <a:pt x="2382164" y="418"/>
                  </a:lnTo>
                  <a:lnTo>
                    <a:pt x="2383235" y="373"/>
                  </a:lnTo>
                  <a:lnTo>
                    <a:pt x="2384307" y="331"/>
                  </a:lnTo>
                  <a:lnTo>
                    <a:pt x="2385378" y="291"/>
                  </a:lnTo>
                  <a:lnTo>
                    <a:pt x="2386450" y="253"/>
                  </a:lnTo>
                  <a:lnTo>
                    <a:pt x="2387522" y="218"/>
                  </a:lnTo>
                  <a:lnTo>
                    <a:pt x="2388593" y="186"/>
                  </a:lnTo>
                  <a:lnTo>
                    <a:pt x="2389665" y="157"/>
                  </a:lnTo>
                  <a:lnTo>
                    <a:pt x="2390736" y="130"/>
                  </a:lnTo>
                  <a:lnTo>
                    <a:pt x="2391808" y="105"/>
                  </a:lnTo>
                  <a:lnTo>
                    <a:pt x="2392880" y="83"/>
                  </a:lnTo>
                  <a:lnTo>
                    <a:pt x="2393951" y="64"/>
                  </a:lnTo>
                  <a:lnTo>
                    <a:pt x="2395023" y="47"/>
                  </a:lnTo>
                  <a:lnTo>
                    <a:pt x="2396094" y="33"/>
                  </a:lnTo>
                  <a:lnTo>
                    <a:pt x="2397166" y="21"/>
                  </a:lnTo>
                  <a:lnTo>
                    <a:pt x="2398238" y="12"/>
                  </a:lnTo>
                  <a:lnTo>
                    <a:pt x="2399309" y="5"/>
                  </a:lnTo>
                  <a:lnTo>
                    <a:pt x="2400381" y="1"/>
                  </a:lnTo>
                  <a:lnTo>
                    <a:pt x="2401452" y="0"/>
                  </a:lnTo>
                  <a:lnTo>
                    <a:pt x="2402524" y="0"/>
                  </a:lnTo>
                  <a:lnTo>
                    <a:pt x="2403596" y="4"/>
                  </a:lnTo>
                  <a:lnTo>
                    <a:pt x="2404667" y="9"/>
                  </a:lnTo>
                  <a:lnTo>
                    <a:pt x="2405739" y="18"/>
                  </a:lnTo>
                  <a:lnTo>
                    <a:pt x="2406810" y="29"/>
                  </a:lnTo>
                  <a:lnTo>
                    <a:pt x="2407882" y="42"/>
                  </a:lnTo>
                  <a:lnTo>
                    <a:pt x="2408954" y="58"/>
                  </a:lnTo>
                  <a:lnTo>
                    <a:pt x="2410025" y="76"/>
                  </a:lnTo>
                  <a:lnTo>
                    <a:pt x="2411097" y="96"/>
                  </a:lnTo>
                  <a:lnTo>
                    <a:pt x="2412168" y="119"/>
                  </a:lnTo>
                  <a:lnTo>
                    <a:pt x="2413240" y="145"/>
                  </a:lnTo>
                  <a:lnTo>
                    <a:pt x="2414312" y="173"/>
                  </a:lnTo>
                  <a:lnTo>
                    <a:pt x="2415383" y="203"/>
                  </a:lnTo>
                  <a:lnTo>
                    <a:pt x="2416455" y="236"/>
                  </a:lnTo>
                  <a:lnTo>
                    <a:pt x="2417526" y="271"/>
                  </a:lnTo>
                  <a:lnTo>
                    <a:pt x="2418598" y="308"/>
                  </a:lnTo>
                  <a:lnTo>
                    <a:pt x="2419670" y="348"/>
                  </a:lnTo>
                  <a:lnTo>
                    <a:pt x="2420741" y="391"/>
                  </a:lnTo>
                  <a:lnTo>
                    <a:pt x="2421813" y="435"/>
                  </a:lnTo>
                  <a:lnTo>
                    <a:pt x="2422884" y="482"/>
                  </a:lnTo>
                  <a:lnTo>
                    <a:pt x="2423956" y="532"/>
                  </a:lnTo>
                  <a:lnTo>
                    <a:pt x="2425028" y="584"/>
                  </a:lnTo>
                  <a:lnTo>
                    <a:pt x="2426099" y="638"/>
                  </a:lnTo>
                  <a:lnTo>
                    <a:pt x="2427171" y="694"/>
                  </a:lnTo>
                  <a:lnTo>
                    <a:pt x="2428242" y="753"/>
                  </a:lnTo>
                  <a:lnTo>
                    <a:pt x="2429314" y="814"/>
                  </a:lnTo>
                  <a:lnTo>
                    <a:pt x="2430386" y="878"/>
                  </a:lnTo>
                  <a:lnTo>
                    <a:pt x="2431457" y="943"/>
                  </a:lnTo>
                  <a:lnTo>
                    <a:pt x="2432529" y="1011"/>
                  </a:lnTo>
                  <a:lnTo>
                    <a:pt x="2433600" y="1082"/>
                  </a:lnTo>
                  <a:lnTo>
                    <a:pt x="2434672" y="1155"/>
                  </a:lnTo>
                  <a:lnTo>
                    <a:pt x="2435744" y="1230"/>
                  </a:lnTo>
                  <a:lnTo>
                    <a:pt x="2436815" y="1307"/>
                  </a:lnTo>
                  <a:lnTo>
                    <a:pt x="2437887" y="1386"/>
                  </a:lnTo>
                  <a:lnTo>
                    <a:pt x="2438958" y="1468"/>
                  </a:lnTo>
                  <a:lnTo>
                    <a:pt x="2440030" y="1552"/>
                  </a:lnTo>
                  <a:lnTo>
                    <a:pt x="2441102" y="1639"/>
                  </a:lnTo>
                  <a:lnTo>
                    <a:pt x="2442173" y="1727"/>
                  </a:lnTo>
                  <a:lnTo>
                    <a:pt x="2443245" y="1818"/>
                  </a:lnTo>
                  <a:lnTo>
                    <a:pt x="2444316" y="1911"/>
                  </a:lnTo>
                  <a:lnTo>
                    <a:pt x="2445388" y="2006"/>
                  </a:lnTo>
                  <a:lnTo>
                    <a:pt x="2446460" y="2104"/>
                  </a:lnTo>
                  <a:lnTo>
                    <a:pt x="2447531" y="2203"/>
                  </a:lnTo>
                  <a:lnTo>
                    <a:pt x="2448603" y="2305"/>
                  </a:lnTo>
                  <a:lnTo>
                    <a:pt x="2449674" y="2409"/>
                  </a:lnTo>
                  <a:lnTo>
                    <a:pt x="2450746" y="2516"/>
                  </a:lnTo>
                  <a:lnTo>
                    <a:pt x="2451818" y="2624"/>
                  </a:lnTo>
                  <a:lnTo>
                    <a:pt x="2452889" y="2735"/>
                  </a:lnTo>
                  <a:lnTo>
                    <a:pt x="2453961" y="2848"/>
                  </a:lnTo>
                  <a:lnTo>
                    <a:pt x="2455032" y="2963"/>
                  </a:lnTo>
                  <a:lnTo>
                    <a:pt x="2456104" y="3080"/>
                  </a:lnTo>
                  <a:lnTo>
                    <a:pt x="2457176" y="3199"/>
                  </a:lnTo>
                  <a:lnTo>
                    <a:pt x="2458247" y="3320"/>
                  </a:lnTo>
                  <a:lnTo>
                    <a:pt x="2459319" y="3444"/>
                  </a:lnTo>
                  <a:lnTo>
                    <a:pt x="2460390" y="3570"/>
                  </a:lnTo>
                  <a:lnTo>
                    <a:pt x="2461462" y="3697"/>
                  </a:lnTo>
                  <a:lnTo>
                    <a:pt x="2462534" y="3827"/>
                  </a:lnTo>
                  <a:lnTo>
                    <a:pt x="2463605" y="3959"/>
                  </a:lnTo>
                  <a:lnTo>
                    <a:pt x="2464677" y="4093"/>
                  </a:lnTo>
                  <a:lnTo>
                    <a:pt x="2465748" y="4230"/>
                  </a:lnTo>
                  <a:lnTo>
                    <a:pt x="2466820" y="4368"/>
                  </a:lnTo>
                  <a:lnTo>
                    <a:pt x="2467892" y="4508"/>
                  </a:lnTo>
                  <a:lnTo>
                    <a:pt x="2468963" y="4651"/>
                  </a:lnTo>
                  <a:lnTo>
                    <a:pt x="2470035" y="4795"/>
                  </a:lnTo>
                  <a:lnTo>
                    <a:pt x="2471106" y="4942"/>
                  </a:lnTo>
                  <a:lnTo>
                    <a:pt x="2472178" y="5090"/>
                  </a:lnTo>
                  <a:lnTo>
                    <a:pt x="2473250" y="5241"/>
                  </a:lnTo>
                  <a:lnTo>
                    <a:pt x="2474321" y="5394"/>
                  </a:lnTo>
                  <a:lnTo>
                    <a:pt x="2475393" y="5548"/>
                  </a:lnTo>
                  <a:lnTo>
                    <a:pt x="2476464" y="5705"/>
                  </a:lnTo>
                  <a:lnTo>
                    <a:pt x="2477536" y="5864"/>
                  </a:lnTo>
                  <a:lnTo>
                    <a:pt x="2478608" y="6024"/>
                  </a:lnTo>
                  <a:lnTo>
                    <a:pt x="2479679" y="6187"/>
                  </a:lnTo>
                  <a:lnTo>
                    <a:pt x="2480751" y="6352"/>
                  </a:lnTo>
                  <a:lnTo>
                    <a:pt x="2481822" y="6519"/>
                  </a:lnTo>
                  <a:lnTo>
                    <a:pt x="2482894" y="6687"/>
                  </a:lnTo>
                  <a:lnTo>
                    <a:pt x="2483966" y="6858"/>
                  </a:lnTo>
                  <a:lnTo>
                    <a:pt x="2485037" y="7030"/>
                  </a:lnTo>
                  <a:lnTo>
                    <a:pt x="2486109" y="7205"/>
                  </a:lnTo>
                  <a:lnTo>
                    <a:pt x="2487180" y="7382"/>
                  </a:lnTo>
                  <a:lnTo>
                    <a:pt x="2488252" y="7560"/>
                  </a:lnTo>
                  <a:lnTo>
                    <a:pt x="2489323" y="7740"/>
                  </a:lnTo>
                  <a:lnTo>
                    <a:pt x="2490395" y="7923"/>
                  </a:lnTo>
                  <a:lnTo>
                    <a:pt x="2491467" y="8107"/>
                  </a:lnTo>
                  <a:lnTo>
                    <a:pt x="2492538" y="8293"/>
                  </a:lnTo>
                  <a:lnTo>
                    <a:pt x="2493610" y="8481"/>
                  </a:lnTo>
                  <a:lnTo>
                    <a:pt x="2494681" y="8671"/>
                  </a:lnTo>
                  <a:lnTo>
                    <a:pt x="2495753" y="8863"/>
                  </a:lnTo>
                  <a:lnTo>
                    <a:pt x="2496825" y="9056"/>
                  </a:lnTo>
                  <a:lnTo>
                    <a:pt x="2497896" y="9252"/>
                  </a:lnTo>
                  <a:lnTo>
                    <a:pt x="2498968" y="9449"/>
                  </a:lnTo>
                  <a:lnTo>
                    <a:pt x="2500039" y="9649"/>
                  </a:lnTo>
                  <a:lnTo>
                    <a:pt x="2501111" y="9850"/>
                  </a:lnTo>
                  <a:lnTo>
                    <a:pt x="2502183" y="10053"/>
                  </a:lnTo>
                  <a:lnTo>
                    <a:pt x="2503254" y="10258"/>
                  </a:lnTo>
                  <a:lnTo>
                    <a:pt x="2504326" y="10464"/>
                  </a:lnTo>
                  <a:lnTo>
                    <a:pt x="2505397" y="10673"/>
                  </a:lnTo>
                  <a:lnTo>
                    <a:pt x="2506469" y="10883"/>
                  </a:lnTo>
                  <a:lnTo>
                    <a:pt x="2507541" y="11095"/>
                  </a:lnTo>
                  <a:lnTo>
                    <a:pt x="2508612" y="11309"/>
                  </a:lnTo>
                  <a:lnTo>
                    <a:pt x="2509684" y="11525"/>
                  </a:lnTo>
                  <a:lnTo>
                    <a:pt x="2510755" y="11742"/>
                  </a:lnTo>
                  <a:lnTo>
                    <a:pt x="2511827" y="11961"/>
                  </a:lnTo>
                  <a:lnTo>
                    <a:pt x="2512899" y="12182"/>
                  </a:lnTo>
                  <a:lnTo>
                    <a:pt x="2513970" y="12405"/>
                  </a:lnTo>
                  <a:lnTo>
                    <a:pt x="2515042" y="12630"/>
                  </a:lnTo>
                  <a:lnTo>
                    <a:pt x="2516113" y="12856"/>
                  </a:lnTo>
                  <a:lnTo>
                    <a:pt x="2517185" y="13084"/>
                  </a:lnTo>
                  <a:lnTo>
                    <a:pt x="2518257" y="13314"/>
                  </a:lnTo>
                  <a:lnTo>
                    <a:pt x="2519328" y="13545"/>
                  </a:lnTo>
                  <a:lnTo>
                    <a:pt x="2520400" y="13778"/>
                  </a:lnTo>
                  <a:lnTo>
                    <a:pt x="2521471" y="14013"/>
                  </a:lnTo>
                  <a:lnTo>
                    <a:pt x="2522543" y="14250"/>
                  </a:lnTo>
                  <a:lnTo>
                    <a:pt x="2523615" y="14488"/>
                  </a:lnTo>
                  <a:lnTo>
                    <a:pt x="2524686" y="14728"/>
                  </a:lnTo>
                  <a:lnTo>
                    <a:pt x="2525758" y="14970"/>
                  </a:lnTo>
                  <a:lnTo>
                    <a:pt x="2526829" y="15213"/>
                  </a:lnTo>
                  <a:lnTo>
                    <a:pt x="2527901" y="15458"/>
                  </a:lnTo>
                  <a:lnTo>
                    <a:pt x="2528973" y="15705"/>
                  </a:lnTo>
                  <a:lnTo>
                    <a:pt x="2530044" y="15953"/>
                  </a:lnTo>
                  <a:lnTo>
                    <a:pt x="2531116" y="16203"/>
                  </a:lnTo>
                  <a:lnTo>
                    <a:pt x="2532187" y="16455"/>
                  </a:lnTo>
                  <a:lnTo>
                    <a:pt x="2533259" y="16708"/>
                  </a:lnTo>
                  <a:lnTo>
                    <a:pt x="2534331" y="16963"/>
                  </a:lnTo>
                  <a:lnTo>
                    <a:pt x="2535402" y="17220"/>
                  </a:lnTo>
                  <a:lnTo>
                    <a:pt x="2536474" y="17478"/>
                  </a:lnTo>
                  <a:lnTo>
                    <a:pt x="2537545" y="17738"/>
                  </a:lnTo>
                  <a:lnTo>
                    <a:pt x="2538617" y="17999"/>
                  </a:lnTo>
                  <a:lnTo>
                    <a:pt x="2539689" y="18262"/>
                  </a:lnTo>
                  <a:lnTo>
                    <a:pt x="2540760" y="18526"/>
                  </a:lnTo>
                  <a:lnTo>
                    <a:pt x="2541832" y="18792"/>
                  </a:lnTo>
                  <a:lnTo>
                    <a:pt x="2542903" y="19060"/>
                  </a:lnTo>
                  <a:lnTo>
                    <a:pt x="2543975" y="19329"/>
                  </a:lnTo>
                  <a:lnTo>
                    <a:pt x="2545047" y="19600"/>
                  </a:lnTo>
                  <a:lnTo>
                    <a:pt x="2546118" y="19872"/>
                  </a:lnTo>
                  <a:lnTo>
                    <a:pt x="2547190" y="20146"/>
                  </a:lnTo>
                  <a:lnTo>
                    <a:pt x="2548261" y="20421"/>
                  </a:lnTo>
                  <a:lnTo>
                    <a:pt x="2549333" y="20698"/>
                  </a:lnTo>
                  <a:lnTo>
                    <a:pt x="2550405" y="20976"/>
                  </a:lnTo>
                  <a:lnTo>
                    <a:pt x="2551476" y="21256"/>
                  </a:lnTo>
                  <a:lnTo>
                    <a:pt x="2552548" y="21537"/>
                  </a:lnTo>
                  <a:lnTo>
                    <a:pt x="2553619" y="21820"/>
                  </a:lnTo>
                  <a:lnTo>
                    <a:pt x="2554691" y="22104"/>
                  </a:lnTo>
                  <a:lnTo>
                    <a:pt x="2555763" y="22390"/>
                  </a:lnTo>
                  <a:lnTo>
                    <a:pt x="2556834" y="22678"/>
                  </a:lnTo>
                  <a:lnTo>
                    <a:pt x="2557906" y="22966"/>
                  </a:lnTo>
                  <a:lnTo>
                    <a:pt x="2558977" y="23256"/>
                  </a:lnTo>
                  <a:lnTo>
                    <a:pt x="2560049" y="23548"/>
                  </a:lnTo>
                  <a:lnTo>
                    <a:pt x="2561121" y="23841"/>
                  </a:lnTo>
                  <a:lnTo>
                    <a:pt x="2562192" y="24136"/>
                  </a:lnTo>
                  <a:lnTo>
                    <a:pt x="2563264" y="24431"/>
                  </a:lnTo>
                  <a:lnTo>
                    <a:pt x="2564335" y="24729"/>
                  </a:lnTo>
                  <a:lnTo>
                    <a:pt x="2565407" y="25028"/>
                  </a:lnTo>
                  <a:lnTo>
                    <a:pt x="2566479" y="25328"/>
                  </a:lnTo>
                  <a:lnTo>
                    <a:pt x="2567550" y="25629"/>
                  </a:lnTo>
                  <a:lnTo>
                    <a:pt x="2568622" y="25932"/>
                  </a:lnTo>
                  <a:lnTo>
                    <a:pt x="2569693" y="26236"/>
                  </a:lnTo>
                  <a:lnTo>
                    <a:pt x="2570765" y="26542"/>
                  </a:lnTo>
                  <a:lnTo>
                    <a:pt x="2571837" y="26849"/>
                  </a:lnTo>
                  <a:lnTo>
                    <a:pt x="2572908" y="27157"/>
                  </a:lnTo>
                  <a:lnTo>
                    <a:pt x="2573980" y="27467"/>
                  </a:lnTo>
                  <a:lnTo>
                    <a:pt x="2575051" y="27778"/>
                  </a:lnTo>
                  <a:lnTo>
                    <a:pt x="2576123" y="28091"/>
                  </a:lnTo>
                  <a:lnTo>
                    <a:pt x="2577195" y="28404"/>
                  </a:lnTo>
                  <a:lnTo>
                    <a:pt x="2578266" y="28719"/>
                  </a:lnTo>
                  <a:lnTo>
                    <a:pt x="2579338" y="29036"/>
                  </a:lnTo>
                  <a:lnTo>
                    <a:pt x="2580409" y="29354"/>
                  </a:lnTo>
                  <a:lnTo>
                    <a:pt x="2581481" y="29672"/>
                  </a:lnTo>
                  <a:lnTo>
                    <a:pt x="2582553" y="29993"/>
                  </a:lnTo>
                  <a:lnTo>
                    <a:pt x="2583624" y="30314"/>
                  </a:lnTo>
                  <a:lnTo>
                    <a:pt x="2584696" y="30637"/>
                  </a:lnTo>
                  <a:lnTo>
                    <a:pt x="2585767" y="30961"/>
                  </a:lnTo>
                  <a:lnTo>
                    <a:pt x="2586839" y="31287"/>
                  </a:lnTo>
                  <a:lnTo>
                    <a:pt x="2587911" y="31613"/>
                  </a:lnTo>
                  <a:lnTo>
                    <a:pt x="2588982" y="31941"/>
                  </a:lnTo>
                  <a:lnTo>
                    <a:pt x="2590054" y="32270"/>
                  </a:lnTo>
                  <a:lnTo>
                    <a:pt x="2591125" y="32600"/>
                  </a:lnTo>
                  <a:lnTo>
                    <a:pt x="2592197" y="32932"/>
                  </a:lnTo>
                  <a:lnTo>
                    <a:pt x="2593269" y="33265"/>
                  </a:lnTo>
                  <a:lnTo>
                    <a:pt x="2594340" y="33599"/>
                  </a:lnTo>
                  <a:lnTo>
                    <a:pt x="2595412" y="33934"/>
                  </a:lnTo>
                  <a:lnTo>
                    <a:pt x="2596483" y="34270"/>
                  </a:lnTo>
                  <a:lnTo>
                    <a:pt x="2597555" y="34608"/>
                  </a:lnTo>
                  <a:lnTo>
                    <a:pt x="2598627" y="34947"/>
                  </a:lnTo>
                  <a:lnTo>
                    <a:pt x="2599698" y="35286"/>
                  </a:lnTo>
                  <a:lnTo>
                    <a:pt x="2600770" y="35628"/>
                  </a:lnTo>
                  <a:lnTo>
                    <a:pt x="2601841" y="35970"/>
                  </a:lnTo>
                  <a:lnTo>
                    <a:pt x="2602913" y="36313"/>
                  </a:lnTo>
                  <a:lnTo>
                    <a:pt x="2603985" y="36658"/>
                  </a:lnTo>
                  <a:lnTo>
                    <a:pt x="2605056" y="37003"/>
                  </a:lnTo>
                  <a:lnTo>
                    <a:pt x="2606128" y="37350"/>
                  </a:lnTo>
                  <a:lnTo>
                    <a:pt x="2607199" y="37698"/>
                  </a:lnTo>
                  <a:lnTo>
                    <a:pt x="2608271" y="38047"/>
                  </a:lnTo>
                  <a:lnTo>
                    <a:pt x="2609343" y="38397"/>
                  </a:lnTo>
                  <a:lnTo>
                    <a:pt x="2610414" y="38749"/>
                  </a:lnTo>
                  <a:lnTo>
                    <a:pt x="2611486" y="39101"/>
                  </a:lnTo>
                  <a:lnTo>
                    <a:pt x="2612557" y="39454"/>
                  </a:lnTo>
                  <a:lnTo>
                    <a:pt x="2613629" y="39809"/>
                  </a:lnTo>
                  <a:lnTo>
                    <a:pt x="2614701" y="40164"/>
                  </a:lnTo>
                  <a:lnTo>
                    <a:pt x="2615772" y="40521"/>
                  </a:lnTo>
                  <a:lnTo>
                    <a:pt x="2616844" y="40879"/>
                  </a:lnTo>
                  <a:lnTo>
                    <a:pt x="2617915" y="41237"/>
                  </a:lnTo>
                  <a:lnTo>
                    <a:pt x="2618987" y="41597"/>
                  </a:lnTo>
                  <a:lnTo>
                    <a:pt x="2620059" y="41958"/>
                  </a:lnTo>
                  <a:lnTo>
                    <a:pt x="2621130" y="42320"/>
                  </a:lnTo>
                  <a:lnTo>
                    <a:pt x="2622202" y="42683"/>
                  </a:lnTo>
                  <a:lnTo>
                    <a:pt x="2623273" y="43047"/>
                  </a:lnTo>
                  <a:lnTo>
                    <a:pt x="2624345" y="43411"/>
                  </a:lnTo>
                  <a:lnTo>
                    <a:pt x="2625417" y="43777"/>
                  </a:lnTo>
                  <a:lnTo>
                    <a:pt x="2626488" y="44144"/>
                  </a:lnTo>
                  <a:lnTo>
                    <a:pt x="2627560" y="44512"/>
                  </a:lnTo>
                  <a:lnTo>
                    <a:pt x="2628631" y="44881"/>
                  </a:lnTo>
                  <a:lnTo>
                    <a:pt x="2629703" y="45251"/>
                  </a:lnTo>
                  <a:lnTo>
                    <a:pt x="2630775" y="45621"/>
                  </a:lnTo>
                  <a:lnTo>
                    <a:pt x="2631846" y="45993"/>
                  </a:lnTo>
                  <a:lnTo>
                    <a:pt x="2632918" y="46366"/>
                  </a:lnTo>
                  <a:lnTo>
                    <a:pt x="2633989" y="46739"/>
                  </a:lnTo>
                  <a:lnTo>
                    <a:pt x="2635061" y="47114"/>
                  </a:lnTo>
                  <a:lnTo>
                    <a:pt x="2636133" y="47489"/>
                  </a:lnTo>
                  <a:lnTo>
                    <a:pt x="2637204" y="47866"/>
                  </a:lnTo>
                  <a:lnTo>
                    <a:pt x="2638276" y="48243"/>
                  </a:lnTo>
                  <a:lnTo>
                    <a:pt x="2639347" y="48621"/>
                  </a:lnTo>
                  <a:lnTo>
                    <a:pt x="2640419" y="49000"/>
                  </a:lnTo>
                  <a:lnTo>
                    <a:pt x="2641491" y="49380"/>
                  </a:lnTo>
                  <a:lnTo>
                    <a:pt x="2642562" y="49761"/>
                  </a:lnTo>
                  <a:lnTo>
                    <a:pt x="2643634" y="50143"/>
                  </a:lnTo>
                  <a:lnTo>
                    <a:pt x="2644705" y="50526"/>
                  </a:lnTo>
                  <a:lnTo>
                    <a:pt x="2645777" y="50909"/>
                  </a:lnTo>
                  <a:lnTo>
                    <a:pt x="2646849" y="51294"/>
                  </a:lnTo>
                  <a:lnTo>
                    <a:pt x="2647920" y="51679"/>
                  </a:lnTo>
                  <a:lnTo>
                    <a:pt x="2648992" y="52065"/>
                  </a:lnTo>
                  <a:lnTo>
                    <a:pt x="2650063" y="52452"/>
                  </a:lnTo>
                  <a:lnTo>
                    <a:pt x="2651135" y="52839"/>
                  </a:lnTo>
                  <a:lnTo>
                    <a:pt x="2652207" y="53228"/>
                  </a:lnTo>
                  <a:lnTo>
                    <a:pt x="2653278" y="53617"/>
                  </a:lnTo>
                  <a:lnTo>
                    <a:pt x="2654350" y="54007"/>
                  </a:lnTo>
                  <a:lnTo>
                    <a:pt x="2655421" y="54398"/>
                  </a:lnTo>
                  <a:lnTo>
                    <a:pt x="2656493" y="54790"/>
                  </a:lnTo>
                  <a:lnTo>
                    <a:pt x="2657565" y="55183"/>
                  </a:lnTo>
                  <a:lnTo>
                    <a:pt x="2658636" y="55576"/>
                  </a:lnTo>
                  <a:lnTo>
                    <a:pt x="2659708" y="55970"/>
                  </a:lnTo>
                  <a:lnTo>
                    <a:pt x="2660779" y="56365"/>
                  </a:lnTo>
                  <a:lnTo>
                    <a:pt x="2661851" y="56760"/>
                  </a:lnTo>
                  <a:lnTo>
                    <a:pt x="2662922" y="57157"/>
                  </a:lnTo>
                  <a:lnTo>
                    <a:pt x="2663994" y="57554"/>
                  </a:lnTo>
                  <a:lnTo>
                    <a:pt x="2665066" y="57952"/>
                  </a:lnTo>
                  <a:lnTo>
                    <a:pt x="2666137" y="58350"/>
                  </a:lnTo>
                  <a:lnTo>
                    <a:pt x="2667209" y="58750"/>
                  </a:lnTo>
                  <a:lnTo>
                    <a:pt x="2668280" y="59150"/>
                  </a:lnTo>
                  <a:lnTo>
                    <a:pt x="2669352" y="59550"/>
                  </a:lnTo>
                  <a:lnTo>
                    <a:pt x="2670424" y="59952"/>
                  </a:lnTo>
                  <a:lnTo>
                    <a:pt x="2671495" y="60354"/>
                  </a:lnTo>
                  <a:lnTo>
                    <a:pt x="2672567" y="60756"/>
                  </a:lnTo>
                  <a:lnTo>
                    <a:pt x="2673638" y="61160"/>
                  </a:lnTo>
                  <a:lnTo>
                    <a:pt x="2674710" y="61564"/>
                  </a:lnTo>
                  <a:lnTo>
                    <a:pt x="2675782" y="61969"/>
                  </a:lnTo>
                  <a:lnTo>
                    <a:pt x="2676853" y="62374"/>
                  </a:lnTo>
                  <a:lnTo>
                    <a:pt x="2677925" y="62780"/>
                  </a:lnTo>
                  <a:lnTo>
                    <a:pt x="2678996" y="63187"/>
                  </a:lnTo>
                  <a:lnTo>
                    <a:pt x="2680068" y="63595"/>
                  </a:lnTo>
                  <a:lnTo>
                    <a:pt x="2681140" y="64003"/>
                  </a:lnTo>
                  <a:lnTo>
                    <a:pt x="2682211" y="64411"/>
                  </a:lnTo>
                  <a:lnTo>
                    <a:pt x="2683283" y="64821"/>
                  </a:lnTo>
                  <a:lnTo>
                    <a:pt x="2684354" y="65231"/>
                  </a:lnTo>
                  <a:lnTo>
                    <a:pt x="2685426" y="65641"/>
                  </a:lnTo>
                  <a:lnTo>
                    <a:pt x="2686498" y="66052"/>
                  </a:lnTo>
                  <a:lnTo>
                    <a:pt x="2687569" y="66464"/>
                  </a:lnTo>
                  <a:lnTo>
                    <a:pt x="2688641" y="66876"/>
                  </a:lnTo>
                  <a:lnTo>
                    <a:pt x="2689712" y="67289"/>
                  </a:lnTo>
                  <a:lnTo>
                    <a:pt x="2690784" y="67702"/>
                  </a:lnTo>
                  <a:lnTo>
                    <a:pt x="2691856" y="68116"/>
                  </a:lnTo>
                  <a:lnTo>
                    <a:pt x="2692927" y="68531"/>
                  </a:lnTo>
                  <a:lnTo>
                    <a:pt x="2693999" y="68946"/>
                  </a:lnTo>
                  <a:lnTo>
                    <a:pt x="2695070" y="69362"/>
                  </a:lnTo>
                  <a:lnTo>
                    <a:pt x="2696142" y="69778"/>
                  </a:lnTo>
                  <a:lnTo>
                    <a:pt x="2697214" y="70195"/>
                  </a:lnTo>
                  <a:lnTo>
                    <a:pt x="2698285" y="70612"/>
                  </a:lnTo>
                  <a:lnTo>
                    <a:pt x="2699357" y="71030"/>
                  </a:lnTo>
                  <a:lnTo>
                    <a:pt x="2700428" y="71448"/>
                  </a:lnTo>
                  <a:lnTo>
                    <a:pt x="2701500" y="71867"/>
                  </a:lnTo>
                  <a:lnTo>
                    <a:pt x="2702572" y="72286"/>
                  </a:lnTo>
                  <a:lnTo>
                    <a:pt x="2703643" y="72706"/>
                  </a:lnTo>
                  <a:lnTo>
                    <a:pt x="2704715" y="73126"/>
                  </a:lnTo>
                  <a:lnTo>
                    <a:pt x="2705786" y="73547"/>
                  </a:lnTo>
                  <a:lnTo>
                    <a:pt x="2706858" y="73968"/>
                  </a:lnTo>
                  <a:lnTo>
                    <a:pt x="2707930" y="74390"/>
                  </a:lnTo>
                  <a:lnTo>
                    <a:pt x="2709001" y="74812"/>
                  </a:lnTo>
                  <a:lnTo>
                    <a:pt x="2710073" y="75234"/>
                  </a:lnTo>
                  <a:lnTo>
                    <a:pt x="2711144" y="75657"/>
                  </a:lnTo>
                  <a:lnTo>
                    <a:pt x="2712216" y="76081"/>
                  </a:lnTo>
                  <a:lnTo>
                    <a:pt x="2713288" y="76505"/>
                  </a:lnTo>
                  <a:lnTo>
                    <a:pt x="2714359" y="76929"/>
                  </a:lnTo>
                  <a:lnTo>
                    <a:pt x="2715431" y="77354"/>
                  </a:lnTo>
                  <a:lnTo>
                    <a:pt x="2716502" y="77779"/>
                  </a:lnTo>
                  <a:lnTo>
                    <a:pt x="2717574" y="78204"/>
                  </a:lnTo>
                  <a:lnTo>
                    <a:pt x="2718646" y="78630"/>
                  </a:lnTo>
                  <a:lnTo>
                    <a:pt x="2719717" y="79057"/>
                  </a:lnTo>
                  <a:lnTo>
                    <a:pt x="2720789" y="79484"/>
                  </a:lnTo>
                  <a:lnTo>
                    <a:pt x="2721860" y="79911"/>
                  </a:lnTo>
                  <a:lnTo>
                    <a:pt x="2722932" y="80338"/>
                  </a:lnTo>
                  <a:lnTo>
                    <a:pt x="2724004" y="80766"/>
                  </a:lnTo>
                  <a:lnTo>
                    <a:pt x="2725075" y="81194"/>
                  </a:lnTo>
                  <a:lnTo>
                    <a:pt x="2726147" y="81623"/>
                  </a:lnTo>
                  <a:lnTo>
                    <a:pt x="2727218" y="82052"/>
                  </a:lnTo>
                  <a:lnTo>
                    <a:pt x="2728290" y="82481"/>
                  </a:lnTo>
                  <a:lnTo>
                    <a:pt x="2729362" y="82911"/>
                  </a:lnTo>
                  <a:lnTo>
                    <a:pt x="2730433" y="83341"/>
                  </a:lnTo>
                  <a:lnTo>
                    <a:pt x="2731505" y="83771"/>
                  </a:lnTo>
                  <a:lnTo>
                    <a:pt x="2732576" y="84201"/>
                  </a:lnTo>
                  <a:lnTo>
                    <a:pt x="2733648" y="84632"/>
                  </a:lnTo>
                  <a:lnTo>
                    <a:pt x="2734720" y="85064"/>
                  </a:lnTo>
                  <a:lnTo>
                    <a:pt x="2735791" y="85495"/>
                  </a:lnTo>
                  <a:lnTo>
                    <a:pt x="2736863" y="85927"/>
                  </a:lnTo>
                  <a:lnTo>
                    <a:pt x="2737934" y="86359"/>
                  </a:lnTo>
                  <a:lnTo>
                    <a:pt x="2739006" y="86791"/>
                  </a:lnTo>
                  <a:lnTo>
                    <a:pt x="2740078" y="87224"/>
                  </a:lnTo>
                  <a:lnTo>
                    <a:pt x="2741149" y="87657"/>
                  </a:lnTo>
                  <a:lnTo>
                    <a:pt x="2742221" y="88090"/>
                  </a:lnTo>
                  <a:lnTo>
                    <a:pt x="2743292" y="88523"/>
                  </a:lnTo>
                  <a:lnTo>
                    <a:pt x="2744364" y="88957"/>
                  </a:lnTo>
                  <a:lnTo>
                    <a:pt x="2745436" y="89391"/>
                  </a:lnTo>
                  <a:lnTo>
                    <a:pt x="2746507" y="89825"/>
                  </a:lnTo>
                  <a:lnTo>
                    <a:pt x="2747579" y="90259"/>
                  </a:lnTo>
                  <a:lnTo>
                    <a:pt x="2748650" y="90694"/>
                  </a:lnTo>
                  <a:lnTo>
                    <a:pt x="2749722" y="91129"/>
                  </a:lnTo>
                  <a:lnTo>
                    <a:pt x="2750794" y="91564"/>
                  </a:lnTo>
                  <a:lnTo>
                    <a:pt x="2751865" y="91999"/>
                  </a:lnTo>
                  <a:lnTo>
                    <a:pt x="2752937" y="92434"/>
                  </a:lnTo>
                  <a:lnTo>
                    <a:pt x="2754008" y="92870"/>
                  </a:lnTo>
                  <a:lnTo>
                    <a:pt x="2755080" y="93306"/>
                  </a:lnTo>
                  <a:lnTo>
                    <a:pt x="2756152" y="93742"/>
                  </a:lnTo>
                  <a:lnTo>
                    <a:pt x="2757223" y="94178"/>
                  </a:lnTo>
                  <a:lnTo>
                    <a:pt x="2758295" y="94614"/>
                  </a:lnTo>
                  <a:lnTo>
                    <a:pt x="2759366" y="95051"/>
                  </a:lnTo>
                  <a:lnTo>
                    <a:pt x="2760438" y="95487"/>
                  </a:lnTo>
                  <a:lnTo>
                    <a:pt x="2761510" y="95924"/>
                  </a:lnTo>
                  <a:lnTo>
                    <a:pt x="2762581" y="96361"/>
                  </a:lnTo>
                  <a:lnTo>
                    <a:pt x="2763653" y="96798"/>
                  </a:lnTo>
                  <a:lnTo>
                    <a:pt x="2764724" y="97235"/>
                  </a:lnTo>
                  <a:lnTo>
                    <a:pt x="2765796" y="97673"/>
                  </a:lnTo>
                  <a:lnTo>
                    <a:pt x="2766868" y="98110"/>
                  </a:lnTo>
                  <a:lnTo>
                    <a:pt x="2767939" y="98548"/>
                  </a:lnTo>
                  <a:lnTo>
                    <a:pt x="2769011" y="98986"/>
                  </a:lnTo>
                  <a:lnTo>
                    <a:pt x="2770082" y="99423"/>
                  </a:lnTo>
                  <a:lnTo>
                    <a:pt x="2771154" y="99861"/>
                  </a:lnTo>
                  <a:lnTo>
                    <a:pt x="2772226" y="100299"/>
                  </a:lnTo>
                  <a:lnTo>
                    <a:pt x="2773297" y="100737"/>
                  </a:lnTo>
                  <a:lnTo>
                    <a:pt x="2774369" y="101175"/>
                  </a:lnTo>
                  <a:lnTo>
                    <a:pt x="2775440" y="101614"/>
                  </a:lnTo>
                  <a:lnTo>
                    <a:pt x="2776512" y="102052"/>
                  </a:lnTo>
                  <a:lnTo>
                    <a:pt x="2777584" y="102490"/>
                  </a:lnTo>
                  <a:lnTo>
                    <a:pt x="2778655" y="102929"/>
                  </a:lnTo>
                  <a:lnTo>
                    <a:pt x="2779727" y="103367"/>
                  </a:lnTo>
                  <a:lnTo>
                    <a:pt x="2780798" y="103806"/>
                  </a:lnTo>
                  <a:lnTo>
                    <a:pt x="2781870" y="104244"/>
                  </a:lnTo>
                  <a:lnTo>
                    <a:pt x="2782942" y="104683"/>
                  </a:lnTo>
                  <a:lnTo>
                    <a:pt x="2784013" y="105121"/>
                  </a:lnTo>
                  <a:lnTo>
                    <a:pt x="2785085" y="105560"/>
                  </a:lnTo>
                  <a:lnTo>
                    <a:pt x="2786156" y="105999"/>
                  </a:lnTo>
                  <a:lnTo>
                    <a:pt x="2787228" y="106437"/>
                  </a:lnTo>
                  <a:lnTo>
                    <a:pt x="2788300" y="106876"/>
                  </a:lnTo>
                  <a:lnTo>
                    <a:pt x="2789371" y="107315"/>
                  </a:lnTo>
                  <a:lnTo>
                    <a:pt x="2790443" y="107753"/>
                  </a:lnTo>
                  <a:lnTo>
                    <a:pt x="2791514" y="108192"/>
                  </a:lnTo>
                  <a:lnTo>
                    <a:pt x="2792586" y="108631"/>
                  </a:lnTo>
                  <a:lnTo>
                    <a:pt x="2793658" y="109069"/>
                  </a:lnTo>
                  <a:lnTo>
                    <a:pt x="2794729" y="109508"/>
                  </a:lnTo>
                  <a:lnTo>
                    <a:pt x="2795801" y="109946"/>
                  </a:lnTo>
                  <a:lnTo>
                    <a:pt x="2796872" y="110385"/>
                  </a:lnTo>
                  <a:lnTo>
                    <a:pt x="2797944" y="110823"/>
                  </a:lnTo>
                  <a:lnTo>
                    <a:pt x="2799016" y="111262"/>
                  </a:lnTo>
                  <a:lnTo>
                    <a:pt x="2800087" y="111700"/>
                  </a:lnTo>
                  <a:lnTo>
                    <a:pt x="2801159" y="112139"/>
                  </a:lnTo>
                  <a:lnTo>
                    <a:pt x="2802230" y="112577"/>
                  </a:lnTo>
                  <a:lnTo>
                    <a:pt x="2803302" y="113015"/>
                  </a:lnTo>
                  <a:lnTo>
                    <a:pt x="2804374" y="113453"/>
                  </a:lnTo>
                  <a:lnTo>
                    <a:pt x="2805445" y="113891"/>
                  </a:lnTo>
                  <a:lnTo>
                    <a:pt x="2806517" y="114329"/>
                  </a:lnTo>
                  <a:lnTo>
                    <a:pt x="2807588" y="114767"/>
                  </a:lnTo>
                  <a:lnTo>
                    <a:pt x="2808660" y="115205"/>
                  </a:lnTo>
                  <a:lnTo>
                    <a:pt x="2809732" y="115642"/>
                  </a:lnTo>
                  <a:lnTo>
                    <a:pt x="2810803" y="116080"/>
                  </a:lnTo>
                  <a:lnTo>
                    <a:pt x="2811875" y="116517"/>
                  </a:lnTo>
                  <a:lnTo>
                    <a:pt x="2812946" y="116955"/>
                  </a:lnTo>
                  <a:lnTo>
                    <a:pt x="2814018" y="117392"/>
                  </a:lnTo>
                  <a:lnTo>
                    <a:pt x="2815090" y="117829"/>
                  </a:lnTo>
                  <a:lnTo>
                    <a:pt x="2816161" y="118266"/>
                  </a:lnTo>
                  <a:lnTo>
                    <a:pt x="2817233" y="118702"/>
                  </a:lnTo>
                  <a:lnTo>
                    <a:pt x="2818304" y="119139"/>
                  </a:lnTo>
                  <a:lnTo>
                    <a:pt x="2819376" y="119576"/>
                  </a:lnTo>
                  <a:lnTo>
                    <a:pt x="2820448" y="120012"/>
                  </a:lnTo>
                  <a:lnTo>
                    <a:pt x="2821519" y="120448"/>
                  </a:lnTo>
                  <a:lnTo>
                    <a:pt x="2822591" y="120884"/>
                  </a:lnTo>
                  <a:lnTo>
                    <a:pt x="2823662" y="121320"/>
                  </a:lnTo>
                  <a:lnTo>
                    <a:pt x="2824734" y="121756"/>
                  </a:lnTo>
                  <a:lnTo>
                    <a:pt x="2825806" y="122191"/>
                  </a:lnTo>
                  <a:lnTo>
                    <a:pt x="2826877" y="122626"/>
                  </a:lnTo>
                  <a:lnTo>
                    <a:pt x="2827949" y="123061"/>
                  </a:lnTo>
                  <a:lnTo>
                    <a:pt x="2829020" y="123496"/>
                  </a:lnTo>
                  <a:lnTo>
                    <a:pt x="2830092" y="123931"/>
                  </a:lnTo>
                  <a:lnTo>
                    <a:pt x="2831164" y="124366"/>
                  </a:lnTo>
                  <a:lnTo>
                    <a:pt x="2832235" y="124800"/>
                  </a:lnTo>
                  <a:lnTo>
                    <a:pt x="2833307" y="125234"/>
                  </a:lnTo>
                  <a:lnTo>
                    <a:pt x="2834378" y="125668"/>
                  </a:lnTo>
                  <a:lnTo>
                    <a:pt x="2835450" y="126101"/>
                  </a:lnTo>
                  <a:lnTo>
                    <a:pt x="2836522" y="126535"/>
                  </a:lnTo>
                  <a:lnTo>
                    <a:pt x="2837593" y="126968"/>
                  </a:lnTo>
                  <a:lnTo>
                    <a:pt x="2838665" y="127401"/>
                  </a:lnTo>
                  <a:lnTo>
                    <a:pt x="2839736" y="127833"/>
                  </a:lnTo>
                  <a:lnTo>
                    <a:pt x="2840808" y="128266"/>
                  </a:lnTo>
                  <a:lnTo>
                    <a:pt x="2841879" y="128698"/>
                  </a:lnTo>
                  <a:lnTo>
                    <a:pt x="2842951" y="129130"/>
                  </a:lnTo>
                  <a:lnTo>
                    <a:pt x="2844023" y="129562"/>
                  </a:lnTo>
                  <a:lnTo>
                    <a:pt x="2845094" y="129993"/>
                  </a:lnTo>
                  <a:lnTo>
                    <a:pt x="2846166" y="130424"/>
                  </a:lnTo>
                  <a:lnTo>
                    <a:pt x="2847237" y="130855"/>
                  </a:lnTo>
                  <a:lnTo>
                    <a:pt x="2848309" y="131286"/>
                  </a:lnTo>
                  <a:lnTo>
                    <a:pt x="2849381" y="131716"/>
                  </a:lnTo>
                  <a:lnTo>
                    <a:pt x="2850452" y="132146"/>
                  </a:lnTo>
                  <a:lnTo>
                    <a:pt x="2851524" y="132575"/>
                  </a:lnTo>
                  <a:lnTo>
                    <a:pt x="2852595" y="133005"/>
                  </a:lnTo>
                  <a:lnTo>
                    <a:pt x="2853667" y="133434"/>
                  </a:lnTo>
                  <a:lnTo>
                    <a:pt x="2854739" y="133863"/>
                  </a:lnTo>
                  <a:lnTo>
                    <a:pt x="2855810" y="134291"/>
                  </a:lnTo>
                  <a:lnTo>
                    <a:pt x="2856882" y="134719"/>
                  </a:lnTo>
                  <a:lnTo>
                    <a:pt x="2857953" y="135147"/>
                  </a:lnTo>
                  <a:lnTo>
                    <a:pt x="2859025" y="135574"/>
                  </a:lnTo>
                  <a:lnTo>
                    <a:pt x="2860097" y="136001"/>
                  </a:lnTo>
                  <a:lnTo>
                    <a:pt x="2861168" y="136428"/>
                  </a:lnTo>
                  <a:lnTo>
                    <a:pt x="2862240" y="136855"/>
                  </a:lnTo>
                  <a:lnTo>
                    <a:pt x="2863311" y="137281"/>
                  </a:lnTo>
                  <a:lnTo>
                    <a:pt x="2864383" y="137707"/>
                  </a:lnTo>
                  <a:lnTo>
                    <a:pt x="2865455" y="138132"/>
                  </a:lnTo>
                  <a:lnTo>
                    <a:pt x="2866526" y="138557"/>
                  </a:lnTo>
                  <a:lnTo>
                    <a:pt x="2867598" y="138982"/>
                  </a:lnTo>
                  <a:lnTo>
                    <a:pt x="2868669" y="139406"/>
                  </a:lnTo>
                  <a:lnTo>
                    <a:pt x="2869741" y="139830"/>
                  </a:lnTo>
                  <a:lnTo>
                    <a:pt x="2870813" y="140253"/>
                  </a:lnTo>
                  <a:lnTo>
                    <a:pt x="2871884" y="140677"/>
                  </a:lnTo>
                  <a:lnTo>
                    <a:pt x="2872956" y="141099"/>
                  </a:lnTo>
                  <a:lnTo>
                    <a:pt x="2874027" y="141522"/>
                  </a:lnTo>
                  <a:lnTo>
                    <a:pt x="2875099" y="141944"/>
                  </a:lnTo>
                  <a:lnTo>
                    <a:pt x="2876171" y="142365"/>
                  </a:lnTo>
                  <a:lnTo>
                    <a:pt x="2877242" y="142787"/>
                  </a:lnTo>
                  <a:lnTo>
                    <a:pt x="2878314" y="143207"/>
                  </a:lnTo>
                  <a:lnTo>
                    <a:pt x="2879385" y="143628"/>
                  </a:lnTo>
                  <a:lnTo>
                    <a:pt x="2880457" y="144048"/>
                  </a:lnTo>
                  <a:lnTo>
                    <a:pt x="2881529" y="144467"/>
                  </a:lnTo>
                  <a:lnTo>
                    <a:pt x="2882600" y="144886"/>
                  </a:lnTo>
                  <a:lnTo>
                    <a:pt x="2883672" y="145305"/>
                  </a:lnTo>
                  <a:lnTo>
                    <a:pt x="2884743" y="145723"/>
                  </a:lnTo>
                  <a:lnTo>
                    <a:pt x="2885815" y="146141"/>
                  </a:lnTo>
                  <a:lnTo>
                    <a:pt x="2886887" y="146558"/>
                  </a:lnTo>
                  <a:lnTo>
                    <a:pt x="2887958" y="146975"/>
                  </a:lnTo>
                  <a:lnTo>
                    <a:pt x="2889030" y="147392"/>
                  </a:lnTo>
                  <a:lnTo>
                    <a:pt x="2890101" y="147808"/>
                  </a:lnTo>
                  <a:lnTo>
                    <a:pt x="2891173" y="148223"/>
                  </a:lnTo>
                  <a:lnTo>
                    <a:pt x="2892245" y="148638"/>
                  </a:lnTo>
                  <a:lnTo>
                    <a:pt x="2893316" y="149053"/>
                  </a:lnTo>
                  <a:lnTo>
                    <a:pt x="2894388" y="149467"/>
                  </a:lnTo>
                  <a:lnTo>
                    <a:pt x="2895459" y="149881"/>
                  </a:lnTo>
                  <a:lnTo>
                    <a:pt x="2896531" y="150294"/>
                  </a:lnTo>
                  <a:lnTo>
                    <a:pt x="2897603" y="150707"/>
                  </a:lnTo>
                  <a:lnTo>
                    <a:pt x="2898674" y="151119"/>
                  </a:lnTo>
                  <a:lnTo>
                    <a:pt x="2899746" y="151531"/>
                  </a:lnTo>
                  <a:lnTo>
                    <a:pt x="2900817" y="151942"/>
                  </a:lnTo>
                  <a:lnTo>
                    <a:pt x="2901889" y="152353"/>
                  </a:lnTo>
                  <a:lnTo>
                    <a:pt x="2902961" y="152763"/>
                  </a:lnTo>
                  <a:lnTo>
                    <a:pt x="2904032" y="153173"/>
                  </a:lnTo>
                  <a:lnTo>
                    <a:pt x="2905104" y="153582"/>
                  </a:lnTo>
                  <a:lnTo>
                    <a:pt x="2906175" y="153991"/>
                  </a:lnTo>
                  <a:lnTo>
                    <a:pt x="2907247" y="154399"/>
                  </a:lnTo>
                  <a:lnTo>
                    <a:pt x="2908319" y="154807"/>
                  </a:lnTo>
                  <a:lnTo>
                    <a:pt x="2909390" y="155214"/>
                  </a:lnTo>
                  <a:lnTo>
                    <a:pt x="2910462" y="155621"/>
                  </a:lnTo>
                  <a:lnTo>
                    <a:pt x="2911533" y="156027"/>
                  </a:lnTo>
                  <a:lnTo>
                    <a:pt x="2912605" y="156432"/>
                  </a:lnTo>
                  <a:lnTo>
                    <a:pt x="2913677" y="156837"/>
                  </a:lnTo>
                  <a:lnTo>
                    <a:pt x="2914748" y="157242"/>
                  </a:lnTo>
                  <a:lnTo>
                    <a:pt x="2915820" y="157646"/>
                  </a:lnTo>
                  <a:lnTo>
                    <a:pt x="2916891" y="158049"/>
                  </a:lnTo>
                  <a:lnTo>
                    <a:pt x="2917963" y="158452"/>
                  </a:lnTo>
                  <a:lnTo>
                    <a:pt x="2919035" y="158855"/>
                  </a:lnTo>
                  <a:lnTo>
                    <a:pt x="2920106" y="159256"/>
                  </a:lnTo>
                  <a:lnTo>
                    <a:pt x="2921178" y="159658"/>
                  </a:lnTo>
                  <a:lnTo>
                    <a:pt x="2922249" y="160058"/>
                  </a:lnTo>
                  <a:lnTo>
                    <a:pt x="2923321" y="160458"/>
                  </a:lnTo>
                  <a:lnTo>
                    <a:pt x="2924393" y="160858"/>
                  </a:lnTo>
                  <a:lnTo>
                    <a:pt x="2925464" y="161257"/>
                  </a:lnTo>
                  <a:lnTo>
                    <a:pt x="2926536" y="161655"/>
                  </a:lnTo>
                  <a:lnTo>
                    <a:pt x="2927607" y="162053"/>
                  </a:lnTo>
                  <a:lnTo>
                    <a:pt x="2928679" y="162450"/>
                  </a:lnTo>
                  <a:lnTo>
                    <a:pt x="2929751" y="162846"/>
                  </a:lnTo>
                  <a:lnTo>
                    <a:pt x="2930822" y="163242"/>
                  </a:lnTo>
                  <a:lnTo>
                    <a:pt x="2931894" y="163638"/>
                  </a:lnTo>
                  <a:lnTo>
                    <a:pt x="2932965" y="164033"/>
                  </a:lnTo>
                  <a:lnTo>
                    <a:pt x="2934037" y="164427"/>
                  </a:lnTo>
                  <a:lnTo>
                    <a:pt x="2935109" y="164820"/>
                  </a:lnTo>
                  <a:lnTo>
                    <a:pt x="2936180" y="165213"/>
                  </a:lnTo>
                  <a:lnTo>
                    <a:pt x="2937252" y="165606"/>
                  </a:lnTo>
                  <a:lnTo>
                    <a:pt x="2938323" y="165997"/>
                  </a:lnTo>
                  <a:lnTo>
                    <a:pt x="2939395" y="166388"/>
                  </a:lnTo>
                  <a:lnTo>
                    <a:pt x="2940467" y="166779"/>
                  </a:lnTo>
                  <a:lnTo>
                    <a:pt x="2941538" y="167169"/>
                  </a:lnTo>
                  <a:lnTo>
                    <a:pt x="2942610" y="167558"/>
                  </a:lnTo>
                  <a:lnTo>
                    <a:pt x="2943681" y="167947"/>
                  </a:lnTo>
                  <a:lnTo>
                    <a:pt x="2944753" y="168335"/>
                  </a:lnTo>
                  <a:lnTo>
                    <a:pt x="2945825" y="168722"/>
                  </a:lnTo>
                  <a:lnTo>
                    <a:pt x="2946896" y="169109"/>
                  </a:lnTo>
                  <a:lnTo>
                    <a:pt x="2947968" y="169495"/>
                  </a:lnTo>
                  <a:lnTo>
                    <a:pt x="2949039" y="169880"/>
                  </a:lnTo>
                  <a:lnTo>
                    <a:pt x="2950111" y="170265"/>
                  </a:lnTo>
                  <a:lnTo>
                    <a:pt x="2951183" y="170649"/>
                  </a:lnTo>
                  <a:lnTo>
                    <a:pt x="2952254" y="171032"/>
                  </a:lnTo>
                  <a:lnTo>
                    <a:pt x="2953326" y="171415"/>
                  </a:lnTo>
                  <a:lnTo>
                    <a:pt x="2954397" y="171797"/>
                  </a:lnTo>
                  <a:lnTo>
                    <a:pt x="2955469" y="172179"/>
                  </a:lnTo>
                  <a:lnTo>
                    <a:pt x="2956541" y="172559"/>
                  </a:lnTo>
                  <a:lnTo>
                    <a:pt x="2957612" y="172939"/>
                  </a:lnTo>
                  <a:lnTo>
                    <a:pt x="2958684" y="173319"/>
                  </a:lnTo>
                  <a:lnTo>
                    <a:pt x="2959755" y="173698"/>
                  </a:lnTo>
                  <a:lnTo>
                    <a:pt x="2960827" y="174076"/>
                  </a:lnTo>
                  <a:lnTo>
                    <a:pt x="2961899" y="174453"/>
                  </a:lnTo>
                  <a:lnTo>
                    <a:pt x="2962970" y="174830"/>
                  </a:lnTo>
                  <a:lnTo>
                    <a:pt x="2964042" y="175206"/>
                  </a:lnTo>
                  <a:lnTo>
                    <a:pt x="2965113" y="175581"/>
                  </a:lnTo>
                  <a:lnTo>
                    <a:pt x="2966185" y="175956"/>
                  </a:lnTo>
                  <a:lnTo>
                    <a:pt x="2967257" y="176330"/>
                  </a:lnTo>
                  <a:lnTo>
                    <a:pt x="2968328" y="176703"/>
                  </a:lnTo>
                  <a:lnTo>
                    <a:pt x="2969400" y="177075"/>
                  </a:lnTo>
                  <a:lnTo>
                    <a:pt x="2970471" y="177447"/>
                  </a:lnTo>
                  <a:lnTo>
                    <a:pt x="2971543" y="177818"/>
                  </a:lnTo>
                  <a:lnTo>
                    <a:pt x="2972615" y="178189"/>
                  </a:lnTo>
                  <a:lnTo>
                    <a:pt x="2973686" y="178558"/>
                  </a:lnTo>
                  <a:lnTo>
                    <a:pt x="2974758" y="178927"/>
                  </a:lnTo>
                  <a:lnTo>
                    <a:pt x="2975829" y="179296"/>
                  </a:lnTo>
                  <a:lnTo>
                    <a:pt x="2976901" y="179663"/>
                  </a:lnTo>
                  <a:lnTo>
                    <a:pt x="2977973" y="180030"/>
                  </a:lnTo>
                  <a:lnTo>
                    <a:pt x="2979044" y="180396"/>
                  </a:lnTo>
                  <a:lnTo>
                    <a:pt x="2980116" y="180761"/>
                  </a:lnTo>
                  <a:lnTo>
                    <a:pt x="2981187" y="181126"/>
                  </a:lnTo>
                  <a:lnTo>
                    <a:pt x="2982259" y="181490"/>
                  </a:lnTo>
                  <a:lnTo>
                    <a:pt x="2983331" y="181853"/>
                  </a:lnTo>
                  <a:lnTo>
                    <a:pt x="2984402" y="182215"/>
                  </a:lnTo>
                  <a:lnTo>
                    <a:pt x="2985474" y="182577"/>
                  </a:lnTo>
                  <a:lnTo>
                    <a:pt x="2986545" y="182938"/>
                  </a:lnTo>
                  <a:lnTo>
                    <a:pt x="2987617" y="183298"/>
                  </a:lnTo>
                  <a:lnTo>
                    <a:pt x="2988689" y="183658"/>
                  </a:lnTo>
                  <a:lnTo>
                    <a:pt x="2989760" y="184016"/>
                  </a:lnTo>
                  <a:lnTo>
                    <a:pt x="2990832" y="184374"/>
                  </a:lnTo>
                  <a:lnTo>
                    <a:pt x="2991903" y="184731"/>
                  </a:lnTo>
                  <a:lnTo>
                    <a:pt x="2992975" y="185088"/>
                  </a:lnTo>
                  <a:lnTo>
                    <a:pt x="2994047" y="185443"/>
                  </a:lnTo>
                  <a:lnTo>
                    <a:pt x="2995118" y="185798"/>
                  </a:lnTo>
                  <a:lnTo>
                    <a:pt x="2996190" y="186152"/>
                  </a:lnTo>
                  <a:lnTo>
                    <a:pt x="2997261" y="186506"/>
                  </a:lnTo>
                  <a:lnTo>
                    <a:pt x="2998333" y="186858"/>
                  </a:lnTo>
                  <a:lnTo>
                    <a:pt x="2999405" y="187210"/>
                  </a:lnTo>
                  <a:lnTo>
                    <a:pt x="3000476" y="187561"/>
                  </a:lnTo>
                  <a:lnTo>
                    <a:pt x="3001548" y="187911"/>
                  </a:lnTo>
                  <a:lnTo>
                    <a:pt x="3002619" y="188261"/>
                  </a:lnTo>
                  <a:lnTo>
                    <a:pt x="3003691" y="188610"/>
                  </a:lnTo>
                  <a:lnTo>
                    <a:pt x="3004763" y="188958"/>
                  </a:lnTo>
                  <a:lnTo>
                    <a:pt x="3005834" y="189305"/>
                  </a:lnTo>
                  <a:lnTo>
                    <a:pt x="3006906" y="189651"/>
                  </a:lnTo>
                  <a:lnTo>
                    <a:pt x="3007977" y="189997"/>
                  </a:lnTo>
                  <a:lnTo>
                    <a:pt x="3009049" y="190341"/>
                  </a:lnTo>
                  <a:lnTo>
                    <a:pt x="3010121" y="190685"/>
                  </a:lnTo>
                  <a:lnTo>
                    <a:pt x="3011192" y="191028"/>
                  </a:lnTo>
                  <a:lnTo>
                    <a:pt x="3012264" y="191371"/>
                  </a:lnTo>
                  <a:lnTo>
                    <a:pt x="3013335" y="191712"/>
                  </a:lnTo>
                  <a:lnTo>
                    <a:pt x="3014407" y="192053"/>
                  </a:lnTo>
                  <a:lnTo>
                    <a:pt x="3015479" y="192393"/>
                  </a:lnTo>
                  <a:lnTo>
                    <a:pt x="3016550" y="192732"/>
                  </a:lnTo>
                  <a:lnTo>
                    <a:pt x="3017622" y="193071"/>
                  </a:lnTo>
                  <a:lnTo>
                    <a:pt x="3018693" y="193408"/>
                  </a:lnTo>
                  <a:lnTo>
                    <a:pt x="3019765" y="193745"/>
                  </a:lnTo>
                  <a:lnTo>
                    <a:pt x="3020836" y="194081"/>
                  </a:lnTo>
                  <a:lnTo>
                    <a:pt x="3021908" y="194416"/>
                  </a:lnTo>
                  <a:lnTo>
                    <a:pt x="3022980" y="194750"/>
                  </a:lnTo>
                  <a:lnTo>
                    <a:pt x="3024051" y="195084"/>
                  </a:lnTo>
                  <a:lnTo>
                    <a:pt x="3025123" y="195416"/>
                  </a:lnTo>
                  <a:lnTo>
                    <a:pt x="3026194" y="195748"/>
                  </a:lnTo>
                  <a:lnTo>
                    <a:pt x="3027266" y="196079"/>
                  </a:lnTo>
                  <a:lnTo>
                    <a:pt x="3028338" y="196410"/>
                  </a:lnTo>
                  <a:lnTo>
                    <a:pt x="3029409" y="196739"/>
                  </a:lnTo>
                  <a:lnTo>
                    <a:pt x="3030481" y="197068"/>
                  </a:lnTo>
                  <a:lnTo>
                    <a:pt x="3031552" y="197396"/>
                  </a:lnTo>
                  <a:lnTo>
                    <a:pt x="3032624" y="197723"/>
                  </a:lnTo>
                  <a:lnTo>
                    <a:pt x="3033696" y="198049"/>
                  </a:lnTo>
                  <a:lnTo>
                    <a:pt x="3034767" y="198375"/>
                  </a:lnTo>
                  <a:lnTo>
                    <a:pt x="3035839" y="198700"/>
                  </a:lnTo>
                  <a:lnTo>
                    <a:pt x="3036910" y="199024"/>
                  </a:lnTo>
                  <a:lnTo>
                    <a:pt x="3037982" y="199347"/>
                  </a:lnTo>
                  <a:lnTo>
                    <a:pt x="3039054" y="199669"/>
                  </a:lnTo>
                  <a:lnTo>
                    <a:pt x="3040125" y="199991"/>
                  </a:lnTo>
                  <a:lnTo>
                    <a:pt x="3041197" y="200312"/>
                  </a:lnTo>
                  <a:lnTo>
                    <a:pt x="3042268" y="200632"/>
                  </a:lnTo>
                  <a:lnTo>
                    <a:pt x="3043340" y="200951"/>
                  </a:lnTo>
                  <a:lnTo>
                    <a:pt x="3044412" y="201270"/>
                  </a:lnTo>
                  <a:lnTo>
                    <a:pt x="3045483" y="201588"/>
                  </a:lnTo>
                  <a:lnTo>
                    <a:pt x="3046555" y="201905"/>
                  </a:lnTo>
                  <a:lnTo>
                    <a:pt x="3047626" y="202221"/>
                  </a:lnTo>
                  <a:lnTo>
                    <a:pt x="3048698" y="202536"/>
                  </a:lnTo>
                  <a:lnTo>
                    <a:pt x="3049770" y="202851"/>
                  </a:lnTo>
                  <a:lnTo>
                    <a:pt x="3050841" y="203165"/>
                  </a:lnTo>
                  <a:lnTo>
                    <a:pt x="3051913" y="203478"/>
                  </a:lnTo>
                  <a:lnTo>
                    <a:pt x="3052984" y="203790"/>
                  </a:lnTo>
                  <a:lnTo>
                    <a:pt x="3054056" y="204102"/>
                  </a:lnTo>
                  <a:lnTo>
                    <a:pt x="3055128" y="204412"/>
                  </a:lnTo>
                  <a:lnTo>
                    <a:pt x="3056199" y="204723"/>
                  </a:lnTo>
                  <a:lnTo>
                    <a:pt x="3057271" y="205032"/>
                  </a:lnTo>
                  <a:lnTo>
                    <a:pt x="3058342" y="205340"/>
                  </a:lnTo>
                  <a:lnTo>
                    <a:pt x="3059414" y="205648"/>
                  </a:lnTo>
                  <a:lnTo>
                    <a:pt x="3060486" y="205955"/>
                  </a:lnTo>
                  <a:lnTo>
                    <a:pt x="3061557" y="206261"/>
                  </a:lnTo>
                  <a:lnTo>
                    <a:pt x="3062629" y="206567"/>
                  </a:lnTo>
                  <a:lnTo>
                    <a:pt x="3063700" y="206871"/>
                  </a:lnTo>
                  <a:lnTo>
                    <a:pt x="3064772" y="207175"/>
                  </a:lnTo>
                  <a:lnTo>
                    <a:pt x="3065844" y="207479"/>
                  </a:lnTo>
                  <a:lnTo>
                    <a:pt x="3066915" y="207781"/>
                  </a:lnTo>
                  <a:lnTo>
                    <a:pt x="3067987" y="208083"/>
                  </a:lnTo>
                  <a:lnTo>
                    <a:pt x="3069058" y="208384"/>
                  </a:lnTo>
                  <a:lnTo>
                    <a:pt x="3070130" y="208684"/>
                  </a:lnTo>
                  <a:lnTo>
                    <a:pt x="3071202" y="208983"/>
                  </a:lnTo>
                  <a:lnTo>
                    <a:pt x="3072273" y="209282"/>
                  </a:lnTo>
                  <a:lnTo>
                    <a:pt x="3073345" y="209580"/>
                  </a:lnTo>
                  <a:lnTo>
                    <a:pt x="3074416" y="209877"/>
                  </a:lnTo>
                  <a:lnTo>
                    <a:pt x="3075488" y="210174"/>
                  </a:lnTo>
                  <a:lnTo>
                    <a:pt x="3076560" y="210469"/>
                  </a:lnTo>
                  <a:lnTo>
                    <a:pt x="3077631" y="210764"/>
                  </a:lnTo>
                  <a:lnTo>
                    <a:pt x="3078703" y="211059"/>
                  </a:lnTo>
                  <a:lnTo>
                    <a:pt x="3079774" y="211352"/>
                  </a:lnTo>
                  <a:lnTo>
                    <a:pt x="3080846" y="211645"/>
                  </a:lnTo>
                  <a:lnTo>
                    <a:pt x="3081918" y="211937"/>
                  </a:lnTo>
                  <a:lnTo>
                    <a:pt x="3082989" y="212228"/>
                  </a:lnTo>
                  <a:lnTo>
                    <a:pt x="3084061" y="212519"/>
                  </a:lnTo>
                  <a:lnTo>
                    <a:pt x="3085132" y="212809"/>
                  </a:lnTo>
                  <a:lnTo>
                    <a:pt x="3086204" y="213098"/>
                  </a:lnTo>
                  <a:lnTo>
                    <a:pt x="3087276" y="213386"/>
                  </a:lnTo>
                  <a:lnTo>
                    <a:pt x="3088347" y="213674"/>
                  </a:lnTo>
                  <a:lnTo>
                    <a:pt x="3089419" y="213961"/>
                  </a:lnTo>
                  <a:lnTo>
                    <a:pt x="3090490" y="214247"/>
                  </a:lnTo>
                  <a:lnTo>
                    <a:pt x="3091562" y="214532"/>
                  </a:lnTo>
                  <a:lnTo>
                    <a:pt x="3092634" y="214817"/>
                  </a:lnTo>
                  <a:lnTo>
                    <a:pt x="3093705" y="215101"/>
                  </a:lnTo>
                  <a:lnTo>
                    <a:pt x="3094777" y="215384"/>
                  </a:lnTo>
                  <a:lnTo>
                    <a:pt x="3095848" y="215667"/>
                  </a:lnTo>
                  <a:lnTo>
                    <a:pt x="3096920" y="215949"/>
                  </a:lnTo>
                  <a:lnTo>
                    <a:pt x="3097992" y="216230"/>
                  </a:lnTo>
                  <a:lnTo>
                    <a:pt x="3099063" y="216510"/>
                  </a:lnTo>
                  <a:lnTo>
                    <a:pt x="3100135" y="216790"/>
                  </a:lnTo>
                  <a:lnTo>
                    <a:pt x="3101206" y="217069"/>
                  </a:lnTo>
                  <a:lnTo>
                    <a:pt x="3102278" y="217347"/>
                  </a:lnTo>
                  <a:lnTo>
                    <a:pt x="3103350" y="217625"/>
                  </a:lnTo>
                  <a:lnTo>
                    <a:pt x="3104421" y="217902"/>
                  </a:lnTo>
                  <a:lnTo>
                    <a:pt x="3105493" y="218178"/>
                  </a:lnTo>
                  <a:lnTo>
                    <a:pt x="3106564" y="218453"/>
                  </a:lnTo>
                  <a:lnTo>
                    <a:pt x="3107636" y="218728"/>
                  </a:lnTo>
                  <a:lnTo>
                    <a:pt x="3108708" y="219002"/>
                  </a:lnTo>
                  <a:lnTo>
                    <a:pt x="3109779" y="219275"/>
                  </a:lnTo>
                  <a:lnTo>
                    <a:pt x="3110851" y="219548"/>
                  </a:lnTo>
                  <a:lnTo>
                    <a:pt x="3111922" y="219820"/>
                  </a:lnTo>
                  <a:lnTo>
                    <a:pt x="3112994" y="220091"/>
                  </a:lnTo>
                  <a:lnTo>
                    <a:pt x="3114066" y="220362"/>
                  </a:lnTo>
                  <a:lnTo>
                    <a:pt x="3115137" y="220631"/>
                  </a:lnTo>
                  <a:lnTo>
                    <a:pt x="3116209" y="220901"/>
                  </a:lnTo>
                  <a:lnTo>
                    <a:pt x="3117280" y="221169"/>
                  </a:lnTo>
                  <a:lnTo>
                    <a:pt x="3118352" y="221437"/>
                  </a:lnTo>
                  <a:lnTo>
                    <a:pt x="3119424" y="221704"/>
                  </a:lnTo>
                  <a:lnTo>
                    <a:pt x="3120495" y="221970"/>
                  </a:lnTo>
                  <a:lnTo>
                    <a:pt x="3121567" y="222236"/>
                  </a:lnTo>
                  <a:lnTo>
                    <a:pt x="3122638" y="222501"/>
                  </a:lnTo>
                  <a:lnTo>
                    <a:pt x="3123710" y="222765"/>
                  </a:lnTo>
                  <a:lnTo>
                    <a:pt x="3124782" y="223028"/>
                  </a:lnTo>
                  <a:lnTo>
                    <a:pt x="3125853" y="223291"/>
                  </a:lnTo>
                  <a:lnTo>
                    <a:pt x="3126925" y="223554"/>
                  </a:lnTo>
                  <a:lnTo>
                    <a:pt x="3127996" y="223815"/>
                  </a:lnTo>
                  <a:lnTo>
                    <a:pt x="3129068" y="224076"/>
                  </a:lnTo>
                  <a:lnTo>
                    <a:pt x="3130140" y="224336"/>
                  </a:lnTo>
                  <a:lnTo>
                    <a:pt x="3131211" y="224595"/>
                  </a:lnTo>
                  <a:lnTo>
                    <a:pt x="3132283" y="224854"/>
                  </a:lnTo>
                  <a:lnTo>
                    <a:pt x="3133354" y="225112"/>
                  </a:lnTo>
                  <a:lnTo>
                    <a:pt x="3134426" y="225370"/>
                  </a:lnTo>
                  <a:lnTo>
                    <a:pt x="3135498" y="225627"/>
                  </a:lnTo>
                  <a:lnTo>
                    <a:pt x="3136569" y="225883"/>
                  </a:lnTo>
                  <a:lnTo>
                    <a:pt x="3137641" y="226138"/>
                  </a:lnTo>
                  <a:lnTo>
                    <a:pt x="3138712" y="226393"/>
                  </a:lnTo>
                  <a:lnTo>
                    <a:pt x="3139784" y="226647"/>
                  </a:lnTo>
                  <a:lnTo>
                    <a:pt x="3140856" y="226900"/>
                  </a:lnTo>
                  <a:lnTo>
                    <a:pt x="3141927" y="227153"/>
                  </a:lnTo>
                  <a:lnTo>
                    <a:pt x="3142999" y="227405"/>
                  </a:lnTo>
                  <a:lnTo>
                    <a:pt x="3144070" y="227656"/>
                  </a:lnTo>
                  <a:lnTo>
                    <a:pt x="3145142" y="227907"/>
                  </a:lnTo>
                  <a:lnTo>
                    <a:pt x="3146214" y="228157"/>
                  </a:lnTo>
                  <a:lnTo>
                    <a:pt x="3147285" y="228407"/>
                  </a:lnTo>
                  <a:lnTo>
                    <a:pt x="3148357" y="228655"/>
                  </a:lnTo>
                  <a:lnTo>
                    <a:pt x="3149428" y="228904"/>
                  </a:lnTo>
                  <a:lnTo>
                    <a:pt x="3150500" y="229151"/>
                  </a:lnTo>
                  <a:lnTo>
                    <a:pt x="3151572" y="229398"/>
                  </a:lnTo>
                  <a:lnTo>
                    <a:pt x="3152643" y="229644"/>
                  </a:lnTo>
                  <a:lnTo>
                    <a:pt x="3153715" y="229889"/>
                  </a:lnTo>
                  <a:lnTo>
                    <a:pt x="3154786" y="230134"/>
                  </a:lnTo>
                  <a:lnTo>
                    <a:pt x="3155858" y="230378"/>
                  </a:lnTo>
                  <a:lnTo>
                    <a:pt x="3156930" y="230622"/>
                  </a:lnTo>
                  <a:lnTo>
                    <a:pt x="3158001" y="230865"/>
                  </a:lnTo>
                  <a:lnTo>
                    <a:pt x="3159073" y="231107"/>
                  </a:lnTo>
                  <a:lnTo>
                    <a:pt x="3160144" y="231348"/>
                  </a:lnTo>
                  <a:lnTo>
                    <a:pt x="3161216" y="231589"/>
                  </a:lnTo>
                  <a:lnTo>
                    <a:pt x="3162288" y="231829"/>
                  </a:lnTo>
                  <a:lnTo>
                    <a:pt x="3163359" y="232069"/>
                  </a:lnTo>
                  <a:lnTo>
                    <a:pt x="3164431" y="232308"/>
                  </a:lnTo>
                  <a:lnTo>
                    <a:pt x="3165502" y="232546"/>
                  </a:lnTo>
                  <a:lnTo>
                    <a:pt x="3166574" y="232784"/>
                  </a:lnTo>
                  <a:lnTo>
                    <a:pt x="3167646" y="233021"/>
                  </a:lnTo>
                  <a:lnTo>
                    <a:pt x="3168717" y="233257"/>
                  </a:lnTo>
                  <a:lnTo>
                    <a:pt x="3169789" y="233493"/>
                  </a:lnTo>
                  <a:lnTo>
                    <a:pt x="3170860" y="233728"/>
                  </a:lnTo>
                  <a:lnTo>
                    <a:pt x="3171932" y="233963"/>
                  </a:lnTo>
                  <a:lnTo>
                    <a:pt x="3173004" y="234197"/>
                  </a:lnTo>
                  <a:lnTo>
                    <a:pt x="3174075" y="234430"/>
                  </a:lnTo>
                  <a:lnTo>
                    <a:pt x="3175147" y="234662"/>
                  </a:lnTo>
                  <a:lnTo>
                    <a:pt x="3176218" y="234894"/>
                  </a:lnTo>
                  <a:lnTo>
                    <a:pt x="3177290" y="235126"/>
                  </a:lnTo>
                  <a:lnTo>
                    <a:pt x="3178362" y="235356"/>
                  </a:lnTo>
                  <a:lnTo>
                    <a:pt x="3179433" y="235586"/>
                  </a:lnTo>
                  <a:lnTo>
                    <a:pt x="3180505" y="235816"/>
                  </a:lnTo>
                  <a:lnTo>
                    <a:pt x="3181576" y="236045"/>
                  </a:lnTo>
                  <a:lnTo>
                    <a:pt x="3182648" y="236273"/>
                  </a:lnTo>
                  <a:lnTo>
                    <a:pt x="3183720" y="236500"/>
                  </a:lnTo>
                  <a:lnTo>
                    <a:pt x="3184791" y="236727"/>
                  </a:lnTo>
                  <a:lnTo>
                    <a:pt x="3185863" y="236954"/>
                  </a:lnTo>
                  <a:lnTo>
                    <a:pt x="3186934" y="237179"/>
                  </a:lnTo>
                  <a:lnTo>
                    <a:pt x="3188006" y="237404"/>
                  </a:lnTo>
                  <a:lnTo>
                    <a:pt x="3189078" y="237629"/>
                  </a:lnTo>
                  <a:lnTo>
                    <a:pt x="3190149" y="237853"/>
                  </a:lnTo>
                  <a:lnTo>
                    <a:pt x="3191221" y="238076"/>
                  </a:lnTo>
                  <a:lnTo>
                    <a:pt x="3192292" y="238299"/>
                  </a:lnTo>
                  <a:lnTo>
                    <a:pt x="3193364" y="238521"/>
                  </a:lnTo>
                  <a:lnTo>
                    <a:pt x="3194436" y="238742"/>
                  </a:lnTo>
                  <a:lnTo>
                    <a:pt x="3195507" y="238963"/>
                  </a:lnTo>
                  <a:lnTo>
                    <a:pt x="3196579" y="239183"/>
                  </a:lnTo>
                  <a:lnTo>
                    <a:pt x="3197650" y="239403"/>
                  </a:lnTo>
                  <a:lnTo>
                    <a:pt x="3198722" y="239621"/>
                  </a:lnTo>
                  <a:lnTo>
                    <a:pt x="3199793" y="239840"/>
                  </a:lnTo>
                  <a:lnTo>
                    <a:pt x="3200865" y="240058"/>
                  </a:lnTo>
                  <a:lnTo>
                    <a:pt x="3201937" y="240275"/>
                  </a:lnTo>
                  <a:lnTo>
                    <a:pt x="3203008" y="240491"/>
                  </a:lnTo>
                  <a:lnTo>
                    <a:pt x="3204080" y="240707"/>
                  </a:lnTo>
                  <a:lnTo>
                    <a:pt x="3205151" y="240923"/>
                  </a:lnTo>
                  <a:lnTo>
                    <a:pt x="3206223" y="241137"/>
                  </a:lnTo>
                  <a:lnTo>
                    <a:pt x="3207295" y="241351"/>
                  </a:lnTo>
                  <a:lnTo>
                    <a:pt x="3208366" y="241565"/>
                  </a:lnTo>
                  <a:lnTo>
                    <a:pt x="3209438" y="241778"/>
                  </a:lnTo>
                  <a:lnTo>
                    <a:pt x="3210509" y="241990"/>
                  </a:lnTo>
                  <a:lnTo>
                    <a:pt x="3211581" y="242202"/>
                  </a:lnTo>
                  <a:lnTo>
                    <a:pt x="3212653" y="242413"/>
                  </a:lnTo>
                  <a:lnTo>
                    <a:pt x="3213724" y="242624"/>
                  </a:lnTo>
                  <a:lnTo>
                    <a:pt x="3214796" y="242834"/>
                  </a:lnTo>
                  <a:lnTo>
                    <a:pt x="3215867" y="243043"/>
                  </a:lnTo>
                  <a:lnTo>
                    <a:pt x="3216939" y="243252"/>
                  </a:lnTo>
                  <a:lnTo>
                    <a:pt x="3218011" y="243460"/>
                  </a:lnTo>
                  <a:lnTo>
                    <a:pt x="3219082" y="243668"/>
                  </a:lnTo>
                  <a:lnTo>
                    <a:pt x="3220154" y="243875"/>
                  </a:lnTo>
                  <a:lnTo>
                    <a:pt x="3221225" y="244081"/>
                  </a:lnTo>
                  <a:lnTo>
                    <a:pt x="3222297" y="244287"/>
                  </a:lnTo>
                  <a:lnTo>
                    <a:pt x="3223369" y="244493"/>
                  </a:lnTo>
                  <a:lnTo>
                    <a:pt x="3224440" y="244697"/>
                  </a:lnTo>
                  <a:lnTo>
                    <a:pt x="3225512" y="244902"/>
                  </a:lnTo>
                  <a:lnTo>
                    <a:pt x="3226583" y="245105"/>
                  </a:lnTo>
                  <a:lnTo>
                    <a:pt x="3227655" y="245308"/>
                  </a:lnTo>
                  <a:lnTo>
                    <a:pt x="3228727" y="245511"/>
                  </a:lnTo>
                  <a:lnTo>
                    <a:pt x="3229798" y="245712"/>
                  </a:lnTo>
                  <a:lnTo>
                    <a:pt x="3230870" y="245914"/>
                  </a:lnTo>
                  <a:lnTo>
                    <a:pt x="3231941" y="246114"/>
                  </a:lnTo>
                  <a:lnTo>
                    <a:pt x="3233013" y="246315"/>
                  </a:lnTo>
                  <a:lnTo>
                    <a:pt x="3234085" y="246514"/>
                  </a:lnTo>
                  <a:lnTo>
                    <a:pt x="3235156" y="246713"/>
                  </a:lnTo>
                  <a:lnTo>
                    <a:pt x="3236228" y="246911"/>
                  </a:lnTo>
                  <a:lnTo>
                    <a:pt x="3237299" y="247109"/>
                  </a:lnTo>
                  <a:lnTo>
                    <a:pt x="3238371" y="247307"/>
                  </a:lnTo>
                  <a:lnTo>
                    <a:pt x="3239443" y="247503"/>
                  </a:lnTo>
                  <a:lnTo>
                    <a:pt x="3240514" y="247700"/>
                  </a:lnTo>
                  <a:lnTo>
                    <a:pt x="3241586" y="247895"/>
                  </a:lnTo>
                  <a:lnTo>
                    <a:pt x="3242657" y="248090"/>
                  </a:lnTo>
                  <a:lnTo>
                    <a:pt x="3243729" y="248285"/>
                  </a:lnTo>
                  <a:lnTo>
                    <a:pt x="3244801" y="248479"/>
                  </a:lnTo>
                  <a:lnTo>
                    <a:pt x="3245872" y="248672"/>
                  </a:lnTo>
                  <a:lnTo>
                    <a:pt x="3246944" y="248865"/>
                  </a:lnTo>
                  <a:lnTo>
                    <a:pt x="3248015" y="249057"/>
                  </a:lnTo>
                  <a:lnTo>
                    <a:pt x="3249087" y="249249"/>
                  </a:lnTo>
                  <a:lnTo>
                    <a:pt x="3250159" y="249440"/>
                  </a:lnTo>
                  <a:lnTo>
                    <a:pt x="3251230" y="249630"/>
                  </a:lnTo>
                  <a:lnTo>
                    <a:pt x="3252302" y="249821"/>
                  </a:lnTo>
                  <a:lnTo>
                    <a:pt x="3253373" y="250010"/>
                  </a:lnTo>
                  <a:lnTo>
                    <a:pt x="3254445" y="250199"/>
                  </a:lnTo>
                  <a:lnTo>
                    <a:pt x="3255517" y="250387"/>
                  </a:lnTo>
                  <a:lnTo>
                    <a:pt x="3256588" y="250575"/>
                  </a:lnTo>
                  <a:lnTo>
                    <a:pt x="3257660" y="250762"/>
                  </a:lnTo>
                  <a:lnTo>
                    <a:pt x="3258731" y="250949"/>
                  </a:lnTo>
                  <a:lnTo>
                    <a:pt x="3259803" y="251135"/>
                  </a:lnTo>
                  <a:lnTo>
                    <a:pt x="3260875" y="251321"/>
                  </a:lnTo>
                  <a:lnTo>
                    <a:pt x="3261946" y="251506"/>
                  </a:lnTo>
                  <a:lnTo>
                    <a:pt x="3263018" y="251691"/>
                  </a:lnTo>
                  <a:lnTo>
                    <a:pt x="3264089" y="251875"/>
                  </a:lnTo>
                  <a:lnTo>
                    <a:pt x="3265161" y="252058"/>
                  </a:lnTo>
                  <a:lnTo>
                    <a:pt x="3266233" y="252241"/>
                  </a:lnTo>
                  <a:lnTo>
                    <a:pt x="3267304" y="252424"/>
                  </a:lnTo>
                  <a:lnTo>
                    <a:pt x="3268376" y="252606"/>
                  </a:lnTo>
                  <a:lnTo>
                    <a:pt x="3269447" y="252787"/>
                  </a:lnTo>
                  <a:lnTo>
                    <a:pt x="3270519" y="252968"/>
                  </a:lnTo>
                  <a:lnTo>
                    <a:pt x="3271591" y="253148"/>
                  </a:lnTo>
                  <a:lnTo>
                    <a:pt x="3272662" y="253328"/>
                  </a:lnTo>
                  <a:lnTo>
                    <a:pt x="3273734" y="253507"/>
                  </a:lnTo>
                  <a:lnTo>
                    <a:pt x="3274805" y="253686"/>
                  </a:lnTo>
                  <a:lnTo>
                    <a:pt x="3275877" y="253864"/>
                  </a:lnTo>
                  <a:lnTo>
                    <a:pt x="3276949" y="254042"/>
                  </a:lnTo>
                  <a:lnTo>
                    <a:pt x="3278020" y="254219"/>
                  </a:lnTo>
                  <a:lnTo>
                    <a:pt x="3279092" y="254395"/>
                  </a:lnTo>
                  <a:lnTo>
                    <a:pt x="3280163" y="254572"/>
                  </a:lnTo>
                  <a:lnTo>
                    <a:pt x="3281235" y="254747"/>
                  </a:lnTo>
                  <a:lnTo>
                    <a:pt x="3282307" y="254922"/>
                  </a:lnTo>
                  <a:lnTo>
                    <a:pt x="3283378" y="255097"/>
                  </a:lnTo>
                  <a:lnTo>
                    <a:pt x="3284450" y="255271"/>
                  </a:lnTo>
                  <a:lnTo>
                    <a:pt x="3285521" y="255444"/>
                  </a:lnTo>
                  <a:lnTo>
                    <a:pt x="3286593" y="255617"/>
                  </a:lnTo>
                  <a:lnTo>
                    <a:pt x="3287665" y="255790"/>
                  </a:lnTo>
                  <a:lnTo>
                    <a:pt x="3288736" y="255961"/>
                  </a:lnTo>
                  <a:lnTo>
                    <a:pt x="3289808" y="256133"/>
                  </a:lnTo>
                  <a:lnTo>
                    <a:pt x="3290879" y="256304"/>
                  </a:lnTo>
                  <a:lnTo>
                    <a:pt x="3291951" y="256474"/>
                  </a:lnTo>
                  <a:lnTo>
                    <a:pt x="3293023" y="256644"/>
                  </a:lnTo>
                  <a:lnTo>
                    <a:pt x="3294094" y="256813"/>
                  </a:lnTo>
                  <a:lnTo>
                    <a:pt x="3295166" y="256982"/>
                  </a:lnTo>
                  <a:lnTo>
                    <a:pt x="3296237" y="257151"/>
                  </a:lnTo>
                  <a:lnTo>
                    <a:pt x="3297309" y="257318"/>
                  </a:lnTo>
                  <a:lnTo>
                    <a:pt x="3298381" y="257486"/>
                  </a:lnTo>
                  <a:lnTo>
                    <a:pt x="3299452" y="257653"/>
                  </a:lnTo>
                  <a:lnTo>
                    <a:pt x="3300524" y="257819"/>
                  </a:lnTo>
                  <a:lnTo>
                    <a:pt x="3301595" y="257985"/>
                  </a:lnTo>
                  <a:lnTo>
                    <a:pt x="3302667" y="258150"/>
                  </a:lnTo>
                  <a:lnTo>
                    <a:pt x="3303739" y="258315"/>
                  </a:lnTo>
                  <a:lnTo>
                    <a:pt x="3304810" y="258479"/>
                  </a:lnTo>
                  <a:lnTo>
                    <a:pt x="3305882" y="258643"/>
                  </a:lnTo>
                  <a:lnTo>
                    <a:pt x="3306953" y="258806"/>
                  </a:lnTo>
                  <a:lnTo>
                    <a:pt x="3308025" y="258969"/>
                  </a:lnTo>
                  <a:lnTo>
                    <a:pt x="3309097" y="259131"/>
                  </a:lnTo>
                  <a:lnTo>
                    <a:pt x="3310168" y="259293"/>
                  </a:lnTo>
                  <a:lnTo>
                    <a:pt x="3311240" y="259455"/>
                  </a:lnTo>
                  <a:lnTo>
                    <a:pt x="3312311" y="259615"/>
                  </a:lnTo>
                  <a:lnTo>
                    <a:pt x="3313383" y="259776"/>
                  </a:lnTo>
                  <a:lnTo>
                    <a:pt x="3314455" y="259936"/>
                  </a:lnTo>
                  <a:lnTo>
                    <a:pt x="3315526" y="260095"/>
                  </a:lnTo>
                  <a:lnTo>
                    <a:pt x="3316598" y="260254"/>
                  </a:lnTo>
                  <a:lnTo>
                    <a:pt x="3317669" y="260412"/>
                  </a:lnTo>
                  <a:lnTo>
                    <a:pt x="3318741" y="260570"/>
                  </a:lnTo>
                  <a:lnTo>
                    <a:pt x="3319813" y="260728"/>
                  </a:lnTo>
                  <a:lnTo>
                    <a:pt x="3320884" y="260885"/>
                  </a:lnTo>
                  <a:lnTo>
                    <a:pt x="3321956" y="261041"/>
                  </a:lnTo>
                  <a:lnTo>
                    <a:pt x="3323027" y="261197"/>
                  </a:lnTo>
                  <a:lnTo>
                    <a:pt x="3324099" y="261352"/>
                  </a:lnTo>
                  <a:lnTo>
                    <a:pt x="3325171" y="261507"/>
                  </a:lnTo>
                  <a:lnTo>
                    <a:pt x="3326242" y="261662"/>
                  </a:lnTo>
                  <a:lnTo>
                    <a:pt x="3327314" y="261816"/>
                  </a:lnTo>
                  <a:lnTo>
                    <a:pt x="3328385" y="261970"/>
                  </a:lnTo>
                  <a:lnTo>
                    <a:pt x="3329457" y="262123"/>
                  </a:lnTo>
                  <a:lnTo>
                    <a:pt x="3330529" y="262275"/>
                  </a:lnTo>
                  <a:lnTo>
                    <a:pt x="3331600" y="262427"/>
                  </a:lnTo>
                  <a:lnTo>
                    <a:pt x="3332672" y="262579"/>
                  </a:lnTo>
                  <a:lnTo>
                    <a:pt x="3333743" y="262730"/>
                  </a:lnTo>
                  <a:lnTo>
                    <a:pt x="3334815" y="262881"/>
                  </a:lnTo>
                  <a:lnTo>
                    <a:pt x="3335887" y="263031"/>
                  </a:lnTo>
                  <a:lnTo>
                    <a:pt x="3336958" y="263181"/>
                  </a:lnTo>
                  <a:lnTo>
                    <a:pt x="3338030" y="263330"/>
                  </a:lnTo>
                  <a:lnTo>
                    <a:pt x="3339101" y="263479"/>
                  </a:lnTo>
                  <a:lnTo>
                    <a:pt x="3340173" y="263627"/>
                  </a:lnTo>
                  <a:lnTo>
                    <a:pt x="3341245" y="263775"/>
                  </a:lnTo>
                  <a:lnTo>
                    <a:pt x="3342316" y="263923"/>
                  </a:lnTo>
                  <a:lnTo>
                    <a:pt x="3343388" y="264070"/>
                  </a:lnTo>
                  <a:lnTo>
                    <a:pt x="3344459" y="264216"/>
                  </a:lnTo>
                  <a:lnTo>
                    <a:pt x="3345531" y="264362"/>
                  </a:lnTo>
                  <a:lnTo>
                    <a:pt x="3346603" y="264508"/>
                  </a:lnTo>
                  <a:lnTo>
                    <a:pt x="3347674" y="264653"/>
                  </a:lnTo>
                  <a:lnTo>
                    <a:pt x="3348746" y="264798"/>
                  </a:lnTo>
                  <a:lnTo>
                    <a:pt x="3349817" y="264942"/>
                  </a:lnTo>
                  <a:lnTo>
                    <a:pt x="3350889" y="265086"/>
                  </a:lnTo>
                  <a:lnTo>
                    <a:pt x="3351961" y="265229"/>
                  </a:lnTo>
                  <a:lnTo>
                    <a:pt x="3353032" y="265372"/>
                  </a:lnTo>
                  <a:lnTo>
                    <a:pt x="3354104" y="265514"/>
                  </a:lnTo>
                  <a:lnTo>
                    <a:pt x="3355175" y="265656"/>
                  </a:lnTo>
                  <a:lnTo>
                    <a:pt x="3356247" y="265797"/>
                  </a:lnTo>
                  <a:lnTo>
                    <a:pt x="3357319" y="265938"/>
                  </a:lnTo>
                  <a:lnTo>
                    <a:pt x="3358390" y="266079"/>
                  </a:lnTo>
                  <a:lnTo>
                    <a:pt x="3359462" y="266219"/>
                  </a:lnTo>
                  <a:lnTo>
                    <a:pt x="3360533" y="266359"/>
                  </a:lnTo>
                  <a:lnTo>
                    <a:pt x="3361605" y="266498"/>
                  </a:lnTo>
                  <a:lnTo>
                    <a:pt x="3362677" y="266637"/>
                  </a:lnTo>
                  <a:lnTo>
                    <a:pt x="3363748" y="266775"/>
                  </a:lnTo>
                  <a:lnTo>
                    <a:pt x="3364820" y="266913"/>
                  </a:lnTo>
                  <a:lnTo>
                    <a:pt x="3365891" y="267050"/>
                  </a:lnTo>
                  <a:lnTo>
                    <a:pt x="3366963" y="267187"/>
                  </a:lnTo>
                  <a:lnTo>
                    <a:pt x="3368035" y="267324"/>
                  </a:lnTo>
                  <a:lnTo>
                    <a:pt x="3369106" y="267460"/>
                  </a:lnTo>
                  <a:lnTo>
                    <a:pt x="3370178" y="267596"/>
                  </a:lnTo>
                  <a:lnTo>
                    <a:pt x="3371249" y="267731"/>
                  </a:lnTo>
                  <a:lnTo>
                    <a:pt x="3372321" y="267865"/>
                  </a:lnTo>
                  <a:lnTo>
                    <a:pt x="3373392" y="268000"/>
                  </a:lnTo>
                  <a:lnTo>
                    <a:pt x="3374464" y="268134"/>
                  </a:lnTo>
                  <a:lnTo>
                    <a:pt x="3375536" y="268267"/>
                  </a:lnTo>
                  <a:lnTo>
                    <a:pt x="3376607" y="268400"/>
                  </a:lnTo>
                  <a:lnTo>
                    <a:pt x="3377679" y="268533"/>
                  </a:lnTo>
                  <a:lnTo>
                    <a:pt x="3378750" y="268665"/>
                  </a:lnTo>
                  <a:lnTo>
                    <a:pt x="3379822" y="268797"/>
                  </a:lnTo>
                  <a:lnTo>
                    <a:pt x="3380894" y="268928"/>
                  </a:lnTo>
                  <a:lnTo>
                    <a:pt x="3381965" y="269059"/>
                  </a:lnTo>
                  <a:lnTo>
                    <a:pt x="3383037" y="269189"/>
                  </a:lnTo>
                  <a:lnTo>
                    <a:pt x="3384108" y="269319"/>
                  </a:lnTo>
                  <a:lnTo>
                    <a:pt x="3385180" y="269449"/>
                  </a:lnTo>
                  <a:lnTo>
                    <a:pt x="3386252" y="269578"/>
                  </a:lnTo>
                  <a:lnTo>
                    <a:pt x="3387323" y="269706"/>
                  </a:lnTo>
                  <a:lnTo>
                    <a:pt x="3388395" y="269835"/>
                  </a:lnTo>
                  <a:lnTo>
                    <a:pt x="3389466" y="269963"/>
                  </a:lnTo>
                  <a:lnTo>
                    <a:pt x="3390538" y="270090"/>
                  </a:lnTo>
                  <a:lnTo>
                    <a:pt x="3391610" y="270217"/>
                  </a:lnTo>
                  <a:lnTo>
                    <a:pt x="3392681" y="270344"/>
                  </a:lnTo>
                  <a:lnTo>
                    <a:pt x="3393753" y="270470"/>
                  </a:lnTo>
                  <a:lnTo>
                    <a:pt x="3394824" y="270595"/>
                  </a:lnTo>
                  <a:lnTo>
                    <a:pt x="3395896" y="270721"/>
                  </a:lnTo>
                  <a:lnTo>
                    <a:pt x="3396968" y="270846"/>
                  </a:lnTo>
                  <a:lnTo>
                    <a:pt x="3398039" y="270970"/>
                  </a:lnTo>
                  <a:lnTo>
                    <a:pt x="3399111" y="271094"/>
                  </a:lnTo>
                  <a:lnTo>
                    <a:pt x="3400182" y="271218"/>
                  </a:lnTo>
                  <a:lnTo>
                    <a:pt x="3401254" y="271341"/>
                  </a:lnTo>
                  <a:lnTo>
                    <a:pt x="3402326" y="271464"/>
                  </a:lnTo>
                  <a:lnTo>
                    <a:pt x="3403397" y="271586"/>
                  </a:lnTo>
                  <a:lnTo>
                    <a:pt x="3404469" y="271708"/>
                  </a:lnTo>
                  <a:lnTo>
                    <a:pt x="3405540" y="271830"/>
                  </a:lnTo>
                  <a:lnTo>
                    <a:pt x="3406612" y="271951"/>
                  </a:lnTo>
                  <a:lnTo>
                    <a:pt x="3407684" y="272072"/>
                  </a:lnTo>
                  <a:lnTo>
                    <a:pt x="3408755" y="272192"/>
                  </a:lnTo>
                  <a:lnTo>
                    <a:pt x="3409827" y="272312"/>
                  </a:lnTo>
                  <a:lnTo>
                    <a:pt x="3410898" y="272431"/>
                  </a:lnTo>
                  <a:lnTo>
                    <a:pt x="3411970" y="272551"/>
                  </a:lnTo>
                  <a:lnTo>
                    <a:pt x="3413042" y="272669"/>
                  </a:lnTo>
                  <a:lnTo>
                    <a:pt x="3414113" y="272788"/>
                  </a:lnTo>
                  <a:lnTo>
                    <a:pt x="3415185" y="272905"/>
                  </a:lnTo>
                  <a:lnTo>
                    <a:pt x="3416256" y="273023"/>
                  </a:lnTo>
                  <a:lnTo>
                    <a:pt x="3417328" y="273140"/>
                  </a:lnTo>
                  <a:lnTo>
                    <a:pt x="3418400" y="273257"/>
                  </a:lnTo>
                  <a:lnTo>
                    <a:pt x="3419471" y="273373"/>
                  </a:lnTo>
                  <a:lnTo>
                    <a:pt x="3420543" y="273489"/>
                  </a:lnTo>
                  <a:lnTo>
                    <a:pt x="3421614" y="273604"/>
                  </a:lnTo>
                  <a:lnTo>
                    <a:pt x="3422686" y="273719"/>
                  </a:lnTo>
                  <a:lnTo>
                    <a:pt x="3423758" y="273834"/>
                  </a:lnTo>
                  <a:lnTo>
                    <a:pt x="3424829" y="273948"/>
                  </a:lnTo>
                  <a:lnTo>
                    <a:pt x="3425901" y="274062"/>
                  </a:lnTo>
                  <a:lnTo>
                    <a:pt x="3426972" y="274176"/>
                  </a:lnTo>
                  <a:lnTo>
                    <a:pt x="3428044" y="274289"/>
                  </a:lnTo>
                  <a:lnTo>
                    <a:pt x="3429116" y="274401"/>
                  </a:lnTo>
                  <a:lnTo>
                    <a:pt x="3430187" y="274514"/>
                  </a:lnTo>
                  <a:lnTo>
                    <a:pt x="3431259" y="274626"/>
                  </a:lnTo>
                  <a:lnTo>
                    <a:pt x="3432330" y="274737"/>
                  </a:lnTo>
                  <a:lnTo>
                    <a:pt x="3433402" y="274848"/>
                  </a:lnTo>
                  <a:lnTo>
                    <a:pt x="3434474" y="274959"/>
                  </a:lnTo>
                  <a:lnTo>
                    <a:pt x="3435545" y="275069"/>
                  </a:lnTo>
                  <a:lnTo>
                    <a:pt x="3436617" y="275179"/>
                  </a:lnTo>
                  <a:lnTo>
                    <a:pt x="3437688" y="275289"/>
                  </a:lnTo>
                  <a:lnTo>
                    <a:pt x="3438760" y="275398"/>
                  </a:lnTo>
                  <a:lnTo>
                    <a:pt x="3439832" y="275507"/>
                  </a:lnTo>
                  <a:lnTo>
                    <a:pt x="3440903" y="275615"/>
                  </a:lnTo>
                  <a:lnTo>
                    <a:pt x="3441975" y="275723"/>
                  </a:lnTo>
                  <a:lnTo>
                    <a:pt x="3443046" y="275831"/>
                  </a:lnTo>
                  <a:lnTo>
                    <a:pt x="3444118" y="275938"/>
                  </a:lnTo>
                  <a:lnTo>
                    <a:pt x="3445190" y="276045"/>
                  </a:lnTo>
                  <a:lnTo>
                    <a:pt x="3446261" y="276152"/>
                  </a:lnTo>
                  <a:lnTo>
                    <a:pt x="3447333" y="276258"/>
                  </a:lnTo>
                  <a:lnTo>
                    <a:pt x="3448404" y="276364"/>
                  </a:lnTo>
                  <a:lnTo>
                    <a:pt x="3449476" y="276469"/>
                  </a:lnTo>
                  <a:lnTo>
                    <a:pt x="3450548" y="276574"/>
                  </a:lnTo>
                  <a:lnTo>
                    <a:pt x="3451619" y="276679"/>
                  </a:lnTo>
                  <a:lnTo>
                    <a:pt x="3452691" y="276783"/>
                  </a:lnTo>
                  <a:lnTo>
                    <a:pt x="3453762" y="276887"/>
                  </a:lnTo>
                  <a:lnTo>
                    <a:pt x="3454834" y="276990"/>
                  </a:lnTo>
                  <a:lnTo>
                    <a:pt x="3455906" y="277093"/>
                  </a:lnTo>
                  <a:lnTo>
                    <a:pt x="3456977" y="277196"/>
                  </a:lnTo>
                  <a:lnTo>
                    <a:pt x="3458049" y="277298"/>
                  </a:lnTo>
                  <a:lnTo>
                    <a:pt x="3459120" y="277400"/>
                  </a:lnTo>
                  <a:lnTo>
                    <a:pt x="3460192" y="277502"/>
                  </a:lnTo>
                  <a:lnTo>
                    <a:pt x="3461264" y="277603"/>
                  </a:lnTo>
                  <a:lnTo>
                    <a:pt x="3462335" y="277704"/>
                  </a:lnTo>
                  <a:lnTo>
                    <a:pt x="3463407" y="277805"/>
                  </a:lnTo>
                  <a:lnTo>
                    <a:pt x="3464478" y="277905"/>
                  </a:lnTo>
                  <a:lnTo>
                    <a:pt x="3465550" y="278004"/>
                  </a:lnTo>
                  <a:lnTo>
                    <a:pt x="3466622" y="278104"/>
                  </a:lnTo>
                  <a:lnTo>
                    <a:pt x="3467693" y="278203"/>
                  </a:lnTo>
                  <a:lnTo>
                    <a:pt x="3468765" y="278302"/>
                  </a:lnTo>
                  <a:lnTo>
                    <a:pt x="3469836" y="278400"/>
                  </a:lnTo>
                  <a:lnTo>
                    <a:pt x="3470908" y="278498"/>
                  </a:lnTo>
                  <a:lnTo>
                    <a:pt x="3471980" y="278595"/>
                  </a:lnTo>
                  <a:lnTo>
                    <a:pt x="3473051" y="278693"/>
                  </a:lnTo>
                  <a:lnTo>
                    <a:pt x="3474123" y="278790"/>
                  </a:lnTo>
                  <a:lnTo>
                    <a:pt x="3475194" y="278886"/>
                  </a:lnTo>
                  <a:lnTo>
                    <a:pt x="3476266" y="278982"/>
                  </a:lnTo>
                  <a:lnTo>
                    <a:pt x="3477338" y="279078"/>
                  </a:lnTo>
                  <a:lnTo>
                    <a:pt x="3478409" y="279173"/>
                  </a:lnTo>
                  <a:lnTo>
                    <a:pt x="3479481" y="279268"/>
                  </a:lnTo>
                  <a:lnTo>
                    <a:pt x="3480552" y="279363"/>
                  </a:lnTo>
                  <a:lnTo>
                    <a:pt x="3481624" y="279458"/>
                  </a:lnTo>
                  <a:lnTo>
                    <a:pt x="3482696" y="279552"/>
                  </a:lnTo>
                  <a:lnTo>
                    <a:pt x="3483767" y="279645"/>
                  </a:lnTo>
                  <a:lnTo>
                    <a:pt x="3484839" y="279739"/>
                  </a:lnTo>
                  <a:lnTo>
                    <a:pt x="3485910" y="279831"/>
                  </a:lnTo>
                  <a:lnTo>
                    <a:pt x="3486982" y="279924"/>
                  </a:lnTo>
                  <a:lnTo>
                    <a:pt x="3488054" y="280016"/>
                  </a:lnTo>
                  <a:lnTo>
                    <a:pt x="3489125" y="280108"/>
                  </a:lnTo>
                  <a:lnTo>
                    <a:pt x="3490197" y="280200"/>
                  </a:lnTo>
                  <a:lnTo>
                    <a:pt x="3491268" y="280291"/>
                  </a:lnTo>
                  <a:lnTo>
                    <a:pt x="3492340" y="280382"/>
                  </a:lnTo>
                  <a:lnTo>
                    <a:pt x="3493412" y="280472"/>
                  </a:lnTo>
                  <a:lnTo>
                    <a:pt x="3494483" y="280562"/>
                  </a:lnTo>
                  <a:lnTo>
                    <a:pt x="3495555" y="280652"/>
                  </a:lnTo>
                  <a:lnTo>
                    <a:pt x="3496626" y="280742"/>
                  </a:lnTo>
                  <a:lnTo>
                    <a:pt x="3497698" y="280831"/>
                  </a:lnTo>
                  <a:lnTo>
                    <a:pt x="3498770" y="280919"/>
                  </a:lnTo>
                  <a:lnTo>
                    <a:pt x="3499841" y="281008"/>
                  </a:lnTo>
                  <a:lnTo>
                    <a:pt x="3500913" y="281096"/>
                  </a:lnTo>
                  <a:lnTo>
                    <a:pt x="3501984" y="281184"/>
                  </a:lnTo>
                  <a:lnTo>
                    <a:pt x="3503056" y="281271"/>
                  </a:lnTo>
                  <a:lnTo>
                    <a:pt x="3504128" y="281358"/>
                  </a:lnTo>
                  <a:lnTo>
                    <a:pt x="3505199" y="281445"/>
                  </a:lnTo>
                  <a:lnTo>
                    <a:pt x="3506271" y="281531"/>
                  </a:lnTo>
                  <a:lnTo>
                    <a:pt x="3507342" y="281617"/>
                  </a:lnTo>
                  <a:lnTo>
                    <a:pt x="3508414" y="281703"/>
                  </a:lnTo>
                  <a:lnTo>
                    <a:pt x="3509486" y="281788"/>
                  </a:lnTo>
                  <a:lnTo>
                    <a:pt x="3510557" y="281873"/>
                  </a:lnTo>
                  <a:lnTo>
                    <a:pt x="3511629" y="281958"/>
                  </a:lnTo>
                  <a:lnTo>
                    <a:pt x="3512700" y="282042"/>
                  </a:lnTo>
                  <a:lnTo>
                    <a:pt x="3513772" y="282126"/>
                  </a:lnTo>
                  <a:lnTo>
                    <a:pt x="3514844" y="282210"/>
                  </a:lnTo>
                  <a:lnTo>
                    <a:pt x="3515915" y="282293"/>
                  </a:lnTo>
                  <a:lnTo>
                    <a:pt x="3516987" y="282376"/>
                  </a:lnTo>
                  <a:lnTo>
                    <a:pt x="3518058" y="282459"/>
                  </a:lnTo>
                  <a:lnTo>
                    <a:pt x="3519130" y="282542"/>
                  </a:lnTo>
                  <a:lnTo>
                    <a:pt x="3520202" y="282624"/>
                  </a:lnTo>
                  <a:lnTo>
                    <a:pt x="3521273" y="282705"/>
                  </a:lnTo>
                  <a:lnTo>
                    <a:pt x="3522345" y="282787"/>
                  </a:lnTo>
                  <a:lnTo>
                    <a:pt x="3523416" y="282868"/>
                  </a:lnTo>
                  <a:lnTo>
                    <a:pt x="3524488" y="282948"/>
                  </a:lnTo>
                  <a:lnTo>
                    <a:pt x="3525560" y="283029"/>
                  </a:lnTo>
                  <a:lnTo>
                    <a:pt x="3526631" y="283109"/>
                  </a:lnTo>
                  <a:lnTo>
                    <a:pt x="3527703" y="283189"/>
                  </a:lnTo>
                  <a:lnTo>
                    <a:pt x="3528774" y="283268"/>
                  </a:lnTo>
                  <a:lnTo>
                    <a:pt x="3529846" y="283347"/>
                  </a:lnTo>
                  <a:lnTo>
                    <a:pt x="3530918" y="283426"/>
                  </a:lnTo>
                  <a:lnTo>
                    <a:pt x="3531989" y="283504"/>
                  </a:lnTo>
                  <a:lnTo>
                    <a:pt x="3533061" y="283582"/>
                  </a:lnTo>
                  <a:lnTo>
                    <a:pt x="3534132" y="283660"/>
                  </a:lnTo>
                  <a:lnTo>
                    <a:pt x="3535204" y="283738"/>
                  </a:lnTo>
                  <a:lnTo>
                    <a:pt x="3536276" y="283815"/>
                  </a:lnTo>
                  <a:lnTo>
                    <a:pt x="3537347" y="283892"/>
                  </a:lnTo>
                  <a:lnTo>
                    <a:pt x="3538419" y="283968"/>
                  </a:lnTo>
                  <a:lnTo>
                    <a:pt x="3539490" y="284044"/>
                  </a:lnTo>
                  <a:lnTo>
                    <a:pt x="3540562" y="284120"/>
                  </a:lnTo>
                  <a:lnTo>
                    <a:pt x="3541634" y="284196"/>
                  </a:lnTo>
                  <a:lnTo>
                    <a:pt x="3542705" y="284271"/>
                  </a:lnTo>
                  <a:lnTo>
                    <a:pt x="3543777" y="284346"/>
                  </a:lnTo>
                  <a:lnTo>
                    <a:pt x="3544848" y="284421"/>
                  </a:lnTo>
                  <a:lnTo>
                    <a:pt x="3545920" y="284495"/>
                  </a:lnTo>
                  <a:lnTo>
                    <a:pt x="3546992" y="284569"/>
                  </a:lnTo>
                  <a:lnTo>
                    <a:pt x="3548063" y="284643"/>
                  </a:lnTo>
                  <a:lnTo>
                    <a:pt x="3549135" y="284716"/>
                  </a:lnTo>
                  <a:lnTo>
                    <a:pt x="3550206" y="284789"/>
                  </a:lnTo>
                  <a:lnTo>
                    <a:pt x="3551278" y="284862"/>
                  </a:lnTo>
                  <a:lnTo>
                    <a:pt x="3552349" y="284934"/>
                  </a:lnTo>
                  <a:lnTo>
                    <a:pt x="3553421" y="285006"/>
                  </a:lnTo>
                  <a:lnTo>
                    <a:pt x="3554493" y="285078"/>
                  </a:lnTo>
                  <a:lnTo>
                    <a:pt x="3555564" y="285150"/>
                  </a:lnTo>
                  <a:lnTo>
                    <a:pt x="3556636" y="285221"/>
                  </a:lnTo>
                  <a:lnTo>
                    <a:pt x="3557707" y="285292"/>
                  </a:lnTo>
                  <a:lnTo>
                    <a:pt x="3558779" y="285362"/>
                  </a:lnTo>
                  <a:lnTo>
                    <a:pt x="3559851" y="285433"/>
                  </a:lnTo>
                  <a:lnTo>
                    <a:pt x="3560922" y="285503"/>
                  </a:lnTo>
                  <a:lnTo>
                    <a:pt x="3561994" y="285572"/>
                  </a:lnTo>
                  <a:lnTo>
                    <a:pt x="3563065" y="285642"/>
                  </a:lnTo>
                  <a:lnTo>
                    <a:pt x="3564137" y="285711"/>
                  </a:lnTo>
                  <a:lnTo>
                    <a:pt x="3565209" y="285779"/>
                  </a:lnTo>
                  <a:lnTo>
                    <a:pt x="3566280" y="285848"/>
                  </a:lnTo>
                  <a:lnTo>
                    <a:pt x="3567352" y="285916"/>
                  </a:lnTo>
                  <a:lnTo>
                    <a:pt x="3568423" y="285984"/>
                  </a:lnTo>
                  <a:lnTo>
                    <a:pt x="3569495" y="286052"/>
                  </a:lnTo>
                  <a:lnTo>
                    <a:pt x="3570567" y="286119"/>
                  </a:lnTo>
                  <a:lnTo>
                    <a:pt x="3571638" y="286186"/>
                  </a:lnTo>
                  <a:lnTo>
                    <a:pt x="3572710" y="286252"/>
                  </a:lnTo>
                  <a:lnTo>
                    <a:pt x="3573781" y="286319"/>
                  </a:lnTo>
                  <a:lnTo>
                    <a:pt x="3574853" y="286385"/>
                  </a:lnTo>
                  <a:lnTo>
                    <a:pt x="3575925" y="286451"/>
                  </a:lnTo>
                  <a:lnTo>
                    <a:pt x="3576996" y="286516"/>
                  </a:lnTo>
                  <a:lnTo>
                    <a:pt x="3578068" y="286581"/>
                  </a:lnTo>
                  <a:lnTo>
                    <a:pt x="3579139" y="286646"/>
                  </a:lnTo>
                  <a:lnTo>
                    <a:pt x="3580211" y="286711"/>
                  </a:lnTo>
                  <a:lnTo>
                    <a:pt x="3581283" y="286775"/>
                  </a:lnTo>
                  <a:lnTo>
                    <a:pt x="3582354" y="286839"/>
                  </a:lnTo>
                  <a:lnTo>
                    <a:pt x="3583426" y="286903"/>
                  </a:lnTo>
                  <a:lnTo>
                    <a:pt x="3584497" y="286966"/>
                  </a:lnTo>
                  <a:lnTo>
                    <a:pt x="3585569" y="287029"/>
                  </a:lnTo>
                  <a:lnTo>
                    <a:pt x="3586641" y="287092"/>
                  </a:lnTo>
                  <a:lnTo>
                    <a:pt x="3587712" y="287155"/>
                  </a:lnTo>
                  <a:lnTo>
                    <a:pt x="3588784" y="287217"/>
                  </a:lnTo>
                  <a:lnTo>
                    <a:pt x="3589855" y="287279"/>
                  </a:lnTo>
                  <a:lnTo>
                    <a:pt x="3590927" y="287341"/>
                  </a:lnTo>
                  <a:lnTo>
                    <a:pt x="3591999" y="287402"/>
                  </a:lnTo>
                  <a:lnTo>
                    <a:pt x="3593070" y="287463"/>
                  </a:lnTo>
                  <a:lnTo>
                    <a:pt x="3594142" y="287524"/>
                  </a:lnTo>
                  <a:lnTo>
                    <a:pt x="3595213" y="287585"/>
                  </a:lnTo>
                  <a:lnTo>
                    <a:pt x="3596285" y="287645"/>
                  </a:lnTo>
                  <a:lnTo>
                    <a:pt x="3597357" y="287705"/>
                  </a:lnTo>
                  <a:lnTo>
                    <a:pt x="3598428" y="287765"/>
                  </a:lnTo>
                  <a:lnTo>
                    <a:pt x="3599500" y="287824"/>
                  </a:lnTo>
                  <a:lnTo>
                    <a:pt x="3600571" y="287883"/>
                  </a:lnTo>
                  <a:lnTo>
                    <a:pt x="3601643" y="287942"/>
                  </a:lnTo>
                  <a:lnTo>
                    <a:pt x="3602715" y="288000"/>
                  </a:lnTo>
                  <a:lnTo>
                    <a:pt x="3603786" y="288059"/>
                  </a:lnTo>
                  <a:lnTo>
                    <a:pt x="3604858" y="288117"/>
                  </a:lnTo>
                  <a:lnTo>
                    <a:pt x="3605929" y="288174"/>
                  </a:lnTo>
                  <a:lnTo>
                    <a:pt x="3607001" y="288232"/>
                  </a:lnTo>
                  <a:lnTo>
                    <a:pt x="3608073" y="288289"/>
                  </a:lnTo>
                  <a:lnTo>
                    <a:pt x="3609144" y="288346"/>
                  </a:lnTo>
                  <a:lnTo>
                    <a:pt x="3610216" y="288403"/>
                  </a:lnTo>
                  <a:lnTo>
                    <a:pt x="3611287" y="288459"/>
                  </a:lnTo>
                  <a:lnTo>
                    <a:pt x="3612359" y="288515"/>
                  </a:lnTo>
                  <a:lnTo>
                    <a:pt x="3613431" y="288571"/>
                  </a:lnTo>
                  <a:lnTo>
                    <a:pt x="3614502" y="288626"/>
                  </a:lnTo>
                  <a:lnTo>
                    <a:pt x="3615574" y="288681"/>
                  </a:lnTo>
                  <a:lnTo>
                    <a:pt x="3616645" y="288736"/>
                  </a:lnTo>
                  <a:lnTo>
                    <a:pt x="3617717" y="288791"/>
                  </a:lnTo>
                  <a:lnTo>
                    <a:pt x="3618789" y="288846"/>
                  </a:lnTo>
                  <a:lnTo>
                    <a:pt x="3619860" y="288900"/>
                  </a:lnTo>
                  <a:lnTo>
                    <a:pt x="3620932" y="288954"/>
                  </a:lnTo>
                  <a:lnTo>
                    <a:pt x="3622003" y="289007"/>
                  </a:lnTo>
                  <a:lnTo>
                    <a:pt x="3623075" y="289060"/>
                  </a:lnTo>
                  <a:lnTo>
                    <a:pt x="3624147" y="289114"/>
                  </a:lnTo>
                  <a:lnTo>
                    <a:pt x="3625218" y="289166"/>
                  </a:lnTo>
                  <a:lnTo>
                    <a:pt x="3626290" y="289219"/>
                  </a:lnTo>
                  <a:lnTo>
                    <a:pt x="3627361" y="289271"/>
                  </a:lnTo>
                  <a:lnTo>
                    <a:pt x="3628433" y="289323"/>
                  </a:lnTo>
                  <a:lnTo>
                    <a:pt x="3629505" y="289375"/>
                  </a:lnTo>
                  <a:lnTo>
                    <a:pt x="3630576" y="289426"/>
                  </a:lnTo>
                  <a:lnTo>
                    <a:pt x="3631648" y="289477"/>
                  </a:lnTo>
                  <a:lnTo>
                    <a:pt x="3632719" y="289528"/>
                  </a:lnTo>
                  <a:lnTo>
                    <a:pt x="3633791" y="289579"/>
                  </a:lnTo>
                  <a:lnTo>
                    <a:pt x="3634863" y="289629"/>
                  </a:lnTo>
                  <a:lnTo>
                    <a:pt x="3635934" y="289680"/>
                  </a:lnTo>
                  <a:lnTo>
                    <a:pt x="3637006" y="289729"/>
                  </a:lnTo>
                  <a:lnTo>
                    <a:pt x="3638077" y="289779"/>
                  </a:lnTo>
                  <a:lnTo>
                    <a:pt x="3639149" y="289828"/>
                  </a:lnTo>
                  <a:lnTo>
                    <a:pt x="3640221" y="289877"/>
                  </a:lnTo>
                  <a:lnTo>
                    <a:pt x="3641292" y="289926"/>
                  </a:lnTo>
                  <a:lnTo>
                    <a:pt x="3642364" y="289975"/>
                  </a:lnTo>
                  <a:lnTo>
                    <a:pt x="3643435" y="290023"/>
                  </a:lnTo>
                  <a:lnTo>
                    <a:pt x="3644507" y="290071"/>
                  </a:lnTo>
                  <a:lnTo>
                    <a:pt x="3645579" y="290119"/>
                  </a:lnTo>
                  <a:lnTo>
                    <a:pt x="3646650" y="290166"/>
                  </a:lnTo>
                  <a:lnTo>
                    <a:pt x="3647722" y="290214"/>
                  </a:lnTo>
                  <a:lnTo>
                    <a:pt x="3648793" y="290261"/>
                  </a:lnTo>
                  <a:lnTo>
                    <a:pt x="3649865" y="290307"/>
                  </a:lnTo>
                  <a:lnTo>
                    <a:pt x="3650937" y="290354"/>
                  </a:lnTo>
                  <a:lnTo>
                    <a:pt x="3652008" y="290400"/>
                  </a:lnTo>
                  <a:lnTo>
                    <a:pt x="3653080" y="290446"/>
                  </a:lnTo>
                  <a:lnTo>
                    <a:pt x="3654151" y="290492"/>
                  </a:lnTo>
                  <a:lnTo>
                    <a:pt x="3655223" y="290537"/>
                  </a:lnTo>
                  <a:lnTo>
                    <a:pt x="3656295" y="290582"/>
                  </a:lnTo>
                  <a:lnTo>
                    <a:pt x="3657366" y="290627"/>
                  </a:lnTo>
                  <a:lnTo>
                    <a:pt x="3658438" y="290672"/>
                  </a:lnTo>
                  <a:lnTo>
                    <a:pt x="3659509" y="290717"/>
                  </a:lnTo>
                  <a:lnTo>
                    <a:pt x="3660581" y="290761"/>
                  </a:lnTo>
                  <a:lnTo>
                    <a:pt x="3661653" y="290805"/>
                  </a:lnTo>
                  <a:lnTo>
                    <a:pt x="3662724" y="290848"/>
                  </a:lnTo>
                  <a:lnTo>
                    <a:pt x="3663796" y="290892"/>
                  </a:lnTo>
                  <a:lnTo>
                    <a:pt x="3664867" y="290935"/>
                  </a:lnTo>
                  <a:lnTo>
                    <a:pt x="3665939" y="290978"/>
                  </a:lnTo>
                  <a:lnTo>
                    <a:pt x="3667011" y="291021"/>
                  </a:lnTo>
                  <a:lnTo>
                    <a:pt x="3668082" y="291063"/>
                  </a:lnTo>
                  <a:lnTo>
                    <a:pt x="3669154" y="291105"/>
                  </a:lnTo>
                  <a:lnTo>
                    <a:pt x="3670225" y="291147"/>
                  </a:lnTo>
                  <a:lnTo>
                    <a:pt x="3671297" y="291189"/>
                  </a:lnTo>
                  <a:lnTo>
                    <a:pt x="3672369" y="291230"/>
                  </a:lnTo>
                  <a:lnTo>
                    <a:pt x="3673440" y="291272"/>
                  </a:lnTo>
                  <a:lnTo>
                    <a:pt x="3674512" y="291313"/>
                  </a:lnTo>
                  <a:lnTo>
                    <a:pt x="3675583" y="291353"/>
                  </a:lnTo>
                  <a:lnTo>
                    <a:pt x="3676655" y="291394"/>
                  </a:lnTo>
                  <a:lnTo>
                    <a:pt x="3677727" y="291434"/>
                  </a:lnTo>
                  <a:lnTo>
                    <a:pt x="3678798" y="291474"/>
                  </a:lnTo>
                  <a:lnTo>
                    <a:pt x="3679870" y="291514"/>
                  </a:lnTo>
                  <a:lnTo>
                    <a:pt x="3680941" y="291553"/>
                  </a:lnTo>
                  <a:lnTo>
                    <a:pt x="3682013" y="291593"/>
                  </a:lnTo>
                  <a:lnTo>
                    <a:pt x="3683085" y="291632"/>
                  </a:lnTo>
                  <a:lnTo>
                    <a:pt x="3684156" y="291671"/>
                  </a:lnTo>
                  <a:lnTo>
                    <a:pt x="3685228" y="291709"/>
                  </a:lnTo>
                  <a:lnTo>
                    <a:pt x="3686299" y="291747"/>
                  </a:lnTo>
                  <a:lnTo>
                    <a:pt x="3687371" y="291785"/>
                  </a:lnTo>
                  <a:lnTo>
                    <a:pt x="3688443" y="291823"/>
                  </a:lnTo>
                  <a:lnTo>
                    <a:pt x="3689514" y="291861"/>
                  </a:lnTo>
                  <a:lnTo>
                    <a:pt x="3690586" y="291898"/>
                  </a:lnTo>
                  <a:lnTo>
                    <a:pt x="3691657" y="291935"/>
                  </a:lnTo>
                  <a:lnTo>
                    <a:pt x="3692729" y="291972"/>
                  </a:lnTo>
                  <a:lnTo>
                    <a:pt x="3693801" y="292009"/>
                  </a:lnTo>
                  <a:lnTo>
                    <a:pt x="3694872" y="292045"/>
                  </a:lnTo>
                  <a:lnTo>
                    <a:pt x="3695944" y="292081"/>
                  </a:lnTo>
                  <a:lnTo>
                    <a:pt x="3697015" y="292117"/>
                  </a:lnTo>
                  <a:lnTo>
                    <a:pt x="3698087" y="292153"/>
                  </a:lnTo>
                  <a:lnTo>
                    <a:pt x="3699159" y="292189"/>
                  </a:lnTo>
                  <a:lnTo>
                    <a:pt x="3700230" y="292224"/>
                  </a:lnTo>
                  <a:lnTo>
                    <a:pt x="3701302" y="292259"/>
                  </a:lnTo>
                  <a:lnTo>
                    <a:pt x="3702373" y="292294"/>
                  </a:lnTo>
                  <a:lnTo>
                    <a:pt x="3703445" y="292328"/>
                  </a:lnTo>
                  <a:lnTo>
                    <a:pt x="3704517" y="292362"/>
                  </a:lnTo>
                  <a:lnTo>
                    <a:pt x="3705588" y="292397"/>
                  </a:lnTo>
                  <a:lnTo>
                    <a:pt x="3706660" y="292430"/>
                  </a:lnTo>
                  <a:lnTo>
                    <a:pt x="3707731" y="292464"/>
                  </a:lnTo>
                  <a:lnTo>
                    <a:pt x="3708803" y="292497"/>
                  </a:lnTo>
                  <a:lnTo>
                    <a:pt x="3709875" y="292531"/>
                  </a:lnTo>
                  <a:lnTo>
                    <a:pt x="3710946" y="292563"/>
                  </a:lnTo>
                  <a:lnTo>
                    <a:pt x="3712018" y="292596"/>
                  </a:lnTo>
                  <a:lnTo>
                    <a:pt x="3713089" y="292629"/>
                  </a:lnTo>
                  <a:lnTo>
                    <a:pt x="3714161" y="292661"/>
                  </a:lnTo>
                  <a:lnTo>
                    <a:pt x="3715233" y="292693"/>
                  </a:lnTo>
                  <a:lnTo>
                    <a:pt x="3716304" y="292725"/>
                  </a:lnTo>
                  <a:lnTo>
                    <a:pt x="3717376" y="292756"/>
                  </a:lnTo>
                  <a:lnTo>
                    <a:pt x="3718447" y="292788"/>
                  </a:lnTo>
                  <a:lnTo>
                    <a:pt x="3719519" y="292819"/>
                  </a:lnTo>
                  <a:lnTo>
                    <a:pt x="3720591" y="292850"/>
                  </a:lnTo>
                  <a:lnTo>
                    <a:pt x="3721662" y="292880"/>
                  </a:lnTo>
                  <a:lnTo>
                    <a:pt x="3722734" y="292911"/>
                  </a:lnTo>
                  <a:lnTo>
                    <a:pt x="3723805" y="292941"/>
                  </a:lnTo>
                  <a:lnTo>
                    <a:pt x="3724877" y="292971"/>
                  </a:lnTo>
                  <a:lnTo>
                    <a:pt x="3725949" y="293001"/>
                  </a:lnTo>
                  <a:lnTo>
                    <a:pt x="3727020" y="293030"/>
                  </a:lnTo>
                  <a:lnTo>
                    <a:pt x="3728092" y="293060"/>
                  </a:lnTo>
                  <a:lnTo>
                    <a:pt x="3729163" y="293089"/>
                  </a:lnTo>
                  <a:lnTo>
                    <a:pt x="3730235" y="293118"/>
                  </a:lnTo>
                  <a:lnTo>
                    <a:pt x="3731306" y="293146"/>
                  </a:lnTo>
                  <a:lnTo>
                    <a:pt x="3732378" y="293175"/>
                  </a:lnTo>
                  <a:lnTo>
                    <a:pt x="3733450" y="293203"/>
                  </a:lnTo>
                  <a:lnTo>
                    <a:pt x="3734521" y="293231"/>
                  </a:lnTo>
                  <a:lnTo>
                    <a:pt x="3735593" y="293259"/>
                  </a:lnTo>
                  <a:lnTo>
                    <a:pt x="3736664" y="293286"/>
                  </a:lnTo>
                  <a:lnTo>
                    <a:pt x="3737736" y="293314"/>
                  </a:lnTo>
                  <a:lnTo>
                    <a:pt x="3738808" y="293341"/>
                  </a:lnTo>
                  <a:lnTo>
                    <a:pt x="3739879" y="293368"/>
                  </a:lnTo>
                  <a:lnTo>
                    <a:pt x="3740951" y="293394"/>
                  </a:lnTo>
                  <a:lnTo>
                    <a:pt x="3742022" y="293421"/>
                  </a:lnTo>
                  <a:lnTo>
                    <a:pt x="3743094" y="293447"/>
                  </a:lnTo>
                  <a:lnTo>
                    <a:pt x="3744166" y="293473"/>
                  </a:lnTo>
                  <a:lnTo>
                    <a:pt x="3745237" y="293499"/>
                  </a:lnTo>
                  <a:lnTo>
                    <a:pt x="3746309" y="293525"/>
                  </a:lnTo>
                  <a:lnTo>
                    <a:pt x="3747380" y="293550"/>
                  </a:lnTo>
                  <a:lnTo>
                    <a:pt x="3748452" y="293575"/>
                  </a:lnTo>
                  <a:lnTo>
                    <a:pt x="3749524" y="293600"/>
                  </a:lnTo>
                  <a:lnTo>
                    <a:pt x="3750595" y="293625"/>
                  </a:lnTo>
                  <a:lnTo>
                    <a:pt x="3751667" y="293650"/>
                  </a:lnTo>
                  <a:lnTo>
                    <a:pt x="3752738" y="293674"/>
                  </a:lnTo>
                  <a:lnTo>
                    <a:pt x="3753810" y="293698"/>
                  </a:lnTo>
                  <a:lnTo>
                    <a:pt x="3754882" y="293722"/>
                  </a:lnTo>
                  <a:lnTo>
                    <a:pt x="3755953" y="293746"/>
                  </a:lnTo>
                  <a:lnTo>
                    <a:pt x="3757025" y="293769"/>
                  </a:lnTo>
                  <a:lnTo>
                    <a:pt x="3758096" y="293793"/>
                  </a:lnTo>
                  <a:lnTo>
                    <a:pt x="3759168" y="293816"/>
                  </a:lnTo>
                  <a:lnTo>
                    <a:pt x="3760240" y="293838"/>
                  </a:lnTo>
                  <a:lnTo>
                    <a:pt x="3761311" y="293861"/>
                  </a:lnTo>
                  <a:lnTo>
                    <a:pt x="3762383" y="293884"/>
                  </a:lnTo>
                  <a:lnTo>
                    <a:pt x="3763454" y="293906"/>
                  </a:lnTo>
                  <a:lnTo>
                    <a:pt x="3764526" y="293928"/>
                  </a:lnTo>
                  <a:lnTo>
                    <a:pt x="3765598" y="293950"/>
                  </a:lnTo>
                  <a:lnTo>
                    <a:pt x="3766669" y="293971"/>
                  </a:lnTo>
                  <a:lnTo>
                    <a:pt x="3767741" y="293993"/>
                  </a:lnTo>
                  <a:lnTo>
                    <a:pt x="3768812" y="294014"/>
                  </a:lnTo>
                  <a:lnTo>
                    <a:pt x="3769884" y="294035"/>
                  </a:lnTo>
                  <a:lnTo>
                    <a:pt x="3770956" y="294056"/>
                  </a:lnTo>
                  <a:lnTo>
                    <a:pt x="3772027" y="294077"/>
                  </a:lnTo>
                  <a:lnTo>
                    <a:pt x="3773099" y="294097"/>
                  </a:lnTo>
                  <a:lnTo>
                    <a:pt x="3774170" y="294117"/>
                  </a:lnTo>
                  <a:lnTo>
                    <a:pt x="3775242" y="294137"/>
                  </a:lnTo>
                  <a:lnTo>
                    <a:pt x="3776314" y="294157"/>
                  </a:lnTo>
                  <a:lnTo>
                    <a:pt x="3777385" y="294177"/>
                  </a:lnTo>
                  <a:lnTo>
                    <a:pt x="3778457" y="294196"/>
                  </a:lnTo>
                  <a:lnTo>
                    <a:pt x="3779528" y="294215"/>
                  </a:lnTo>
                  <a:lnTo>
                    <a:pt x="3780600" y="294234"/>
                  </a:lnTo>
                  <a:lnTo>
                    <a:pt x="3781672" y="294253"/>
                  </a:lnTo>
                  <a:lnTo>
                    <a:pt x="3782743" y="294272"/>
                  </a:lnTo>
                  <a:lnTo>
                    <a:pt x="3783815" y="294290"/>
                  </a:lnTo>
                  <a:lnTo>
                    <a:pt x="3784886" y="294308"/>
                  </a:lnTo>
                  <a:lnTo>
                    <a:pt x="3785958" y="294326"/>
                  </a:lnTo>
                  <a:lnTo>
                    <a:pt x="3787030" y="294344"/>
                  </a:lnTo>
                  <a:lnTo>
                    <a:pt x="3788101" y="294361"/>
                  </a:lnTo>
                  <a:lnTo>
                    <a:pt x="3789173" y="294379"/>
                  </a:lnTo>
                  <a:lnTo>
                    <a:pt x="3790244" y="294396"/>
                  </a:lnTo>
                  <a:lnTo>
                    <a:pt x="3791316" y="294413"/>
                  </a:lnTo>
                  <a:lnTo>
                    <a:pt x="3792388" y="294430"/>
                  </a:lnTo>
                  <a:lnTo>
                    <a:pt x="3793459" y="294447"/>
                  </a:lnTo>
                  <a:lnTo>
                    <a:pt x="3794531" y="294463"/>
                  </a:lnTo>
                  <a:lnTo>
                    <a:pt x="3795602" y="294479"/>
                  </a:lnTo>
                  <a:lnTo>
                    <a:pt x="3796674" y="294495"/>
                  </a:lnTo>
                  <a:lnTo>
                    <a:pt x="3797746" y="294511"/>
                  </a:lnTo>
                  <a:lnTo>
                    <a:pt x="3798817" y="294527"/>
                  </a:lnTo>
                  <a:lnTo>
                    <a:pt x="3799889" y="294542"/>
                  </a:lnTo>
                  <a:lnTo>
                    <a:pt x="3800960" y="294557"/>
                  </a:lnTo>
                  <a:lnTo>
                    <a:pt x="3802032" y="294572"/>
                  </a:lnTo>
                  <a:lnTo>
                    <a:pt x="3803104" y="294587"/>
                  </a:lnTo>
                  <a:lnTo>
                    <a:pt x="3804175" y="294602"/>
                  </a:lnTo>
                  <a:lnTo>
                    <a:pt x="3805247" y="294616"/>
                  </a:lnTo>
                  <a:lnTo>
                    <a:pt x="3806318" y="294631"/>
                  </a:lnTo>
                  <a:lnTo>
                    <a:pt x="3807390" y="294645"/>
                  </a:lnTo>
                  <a:lnTo>
                    <a:pt x="3808462" y="294659"/>
                  </a:lnTo>
                  <a:lnTo>
                    <a:pt x="3809533" y="294672"/>
                  </a:lnTo>
                  <a:lnTo>
                    <a:pt x="3810605" y="294686"/>
                  </a:lnTo>
                  <a:lnTo>
                    <a:pt x="3811676" y="294699"/>
                  </a:lnTo>
                  <a:lnTo>
                    <a:pt x="3812748" y="294712"/>
                  </a:lnTo>
                  <a:lnTo>
                    <a:pt x="3813820" y="294725"/>
                  </a:lnTo>
                  <a:lnTo>
                    <a:pt x="3814891" y="294738"/>
                  </a:lnTo>
                  <a:lnTo>
                    <a:pt x="3815963" y="294751"/>
                  </a:lnTo>
                  <a:lnTo>
                    <a:pt x="3817034" y="294763"/>
                  </a:lnTo>
                  <a:lnTo>
                    <a:pt x="3818106" y="294775"/>
                  </a:lnTo>
                  <a:lnTo>
                    <a:pt x="3819178" y="294787"/>
                  </a:lnTo>
                  <a:lnTo>
                    <a:pt x="3820249" y="294799"/>
                  </a:lnTo>
                  <a:lnTo>
                    <a:pt x="3821321" y="294811"/>
                  </a:lnTo>
                  <a:lnTo>
                    <a:pt x="3822392" y="294822"/>
                  </a:lnTo>
                  <a:lnTo>
                    <a:pt x="3823464" y="294833"/>
                  </a:lnTo>
                  <a:lnTo>
                    <a:pt x="3824536" y="294845"/>
                  </a:lnTo>
                  <a:lnTo>
                    <a:pt x="3825607" y="294855"/>
                  </a:lnTo>
                  <a:lnTo>
                    <a:pt x="3826679" y="294866"/>
                  </a:lnTo>
                  <a:lnTo>
                    <a:pt x="3827750" y="294877"/>
                  </a:lnTo>
                  <a:lnTo>
                    <a:pt x="3828822" y="294887"/>
                  </a:lnTo>
                  <a:lnTo>
                    <a:pt x="3829894" y="294897"/>
                  </a:lnTo>
                  <a:lnTo>
                    <a:pt x="3830965" y="294907"/>
                  </a:lnTo>
                  <a:lnTo>
                    <a:pt x="3832037" y="294917"/>
                  </a:lnTo>
                  <a:lnTo>
                    <a:pt x="3833108" y="294927"/>
                  </a:lnTo>
                  <a:lnTo>
                    <a:pt x="3834180" y="294936"/>
                  </a:lnTo>
                  <a:lnTo>
                    <a:pt x="3835252" y="294945"/>
                  </a:lnTo>
                  <a:lnTo>
                    <a:pt x="3836323" y="294954"/>
                  </a:lnTo>
                  <a:lnTo>
                    <a:pt x="3837395" y="294963"/>
                  </a:lnTo>
                  <a:lnTo>
                    <a:pt x="3838466" y="294972"/>
                  </a:lnTo>
                  <a:lnTo>
                    <a:pt x="3839538" y="294980"/>
                  </a:lnTo>
                  <a:lnTo>
                    <a:pt x="3840610" y="294989"/>
                  </a:lnTo>
                  <a:lnTo>
                    <a:pt x="3841681" y="294997"/>
                  </a:lnTo>
                  <a:lnTo>
                    <a:pt x="3842753" y="295005"/>
                  </a:lnTo>
                  <a:lnTo>
                    <a:pt x="3843824" y="295013"/>
                  </a:lnTo>
                  <a:lnTo>
                    <a:pt x="3844896" y="295020"/>
                  </a:lnTo>
                  <a:lnTo>
                    <a:pt x="3845968" y="295028"/>
                  </a:lnTo>
                  <a:lnTo>
                    <a:pt x="3847039" y="295035"/>
                  </a:lnTo>
                  <a:lnTo>
                    <a:pt x="3848111" y="295042"/>
                  </a:lnTo>
                  <a:lnTo>
                    <a:pt x="3849182" y="295049"/>
                  </a:lnTo>
                  <a:lnTo>
                    <a:pt x="3850254" y="295056"/>
                  </a:lnTo>
                  <a:lnTo>
                    <a:pt x="3851326" y="295062"/>
                  </a:lnTo>
                  <a:lnTo>
                    <a:pt x="3852397" y="295069"/>
                  </a:lnTo>
                  <a:lnTo>
                    <a:pt x="3853469" y="295075"/>
                  </a:lnTo>
                  <a:lnTo>
                    <a:pt x="3854540" y="295081"/>
                  </a:lnTo>
                  <a:lnTo>
                    <a:pt x="3855612" y="295087"/>
                  </a:lnTo>
                  <a:lnTo>
                    <a:pt x="3856684" y="295093"/>
                  </a:lnTo>
                  <a:lnTo>
                    <a:pt x="3856684" y="29509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684231" y="1143653"/>
              <a:ext cx="3856684" cy="1443400"/>
            </a:xfrm>
            <a:custGeom>
              <a:avLst/>
              <a:gdLst/>
              <a:ahLst/>
              <a:cxnLst/>
              <a:rect l="0" t="0" r="0" b="0"/>
              <a:pathLst>
                <a:path w="3856684" h="1443400">
                  <a:moveTo>
                    <a:pt x="3856684" y="736189"/>
                  </a:moveTo>
                  <a:lnTo>
                    <a:pt x="3855612" y="735704"/>
                  </a:lnTo>
                  <a:lnTo>
                    <a:pt x="3854540" y="735219"/>
                  </a:lnTo>
                  <a:lnTo>
                    <a:pt x="3853469" y="734734"/>
                  </a:lnTo>
                  <a:lnTo>
                    <a:pt x="3852397" y="734248"/>
                  </a:lnTo>
                  <a:lnTo>
                    <a:pt x="3851326" y="733763"/>
                  </a:lnTo>
                  <a:lnTo>
                    <a:pt x="3850254" y="733277"/>
                  </a:lnTo>
                  <a:lnTo>
                    <a:pt x="3849182" y="732791"/>
                  </a:lnTo>
                  <a:lnTo>
                    <a:pt x="3848111" y="732305"/>
                  </a:lnTo>
                  <a:lnTo>
                    <a:pt x="3847039" y="731819"/>
                  </a:lnTo>
                  <a:lnTo>
                    <a:pt x="3845968" y="731333"/>
                  </a:lnTo>
                  <a:lnTo>
                    <a:pt x="3844896" y="730847"/>
                  </a:lnTo>
                  <a:lnTo>
                    <a:pt x="3843824" y="730360"/>
                  </a:lnTo>
                  <a:lnTo>
                    <a:pt x="3842753" y="729874"/>
                  </a:lnTo>
                  <a:lnTo>
                    <a:pt x="3841681" y="729387"/>
                  </a:lnTo>
                  <a:lnTo>
                    <a:pt x="3840610" y="728900"/>
                  </a:lnTo>
                  <a:lnTo>
                    <a:pt x="3839538" y="728413"/>
                  </a:lnTo>
                  <a:lnTo>
                    <a:pt x="3838466" y="727926"/>
                  </a:lnTo>
                  <a:lnTo>
                    <a:pt x="3837395" y="727439"/>
                  </a:lnTo>
                  <a:lnTo>
                    <a:pt x="3836323" y="726951"/>
                  </a:lnTo>
                  <a:lnTo>
                    <a:pt x="3835252" y="726464"/>
                  </a:lnTo>
                  <a:lnTo>
                    <a:pt x="3834180" y="725976"/>
                  </a:lnTo>
                  <a:lnTo>
                    <a:pt x="3833108" y="725488"/>
                  </a:lnTo>
                  <a:lnTo>
                    <a:pt x="3832037" y="725000"/>
                  </a:lnTo>
                  <a:lnTo>
                    <a:pt x="3830965" y="724512"/>
                  </a:lnTo>
                  <a:lnTo>
                    <a:pt x="3829894" y="724024"/>
                  </a:lnTo>
                  <a:lnTo>
                    <a:pt x="3828822" y="723535"/>
                  </a:lnTo>
                  <a:lnTo>
                    <a:pt x="3827750" y="723047"/>
                  </a:lnTo>
                  <a:lnTo>
                    <a:pt x="3826679" y="722558"/>
                  </a:lnTo>
                  <a:lnTo>
                    <a:pt x="3825607" y="722069"/>
                  </a:lnTo>
                  <a:lnTo>
                    <a:pt x="3824536" y="721580"/>
                  </a:lnTo>
                  <a:lnTo>
                    <a:pt x="3823464" y="721091"/>
                  </a:lnTo>
                  <a:lnTo>
                    <a:pt x="3822392" y="720602"/>
                  </a:lnTo>
                  <a:lnTo>
                    <a:pt x="3821321" y="720113"/>
                  </a:lnTo>
                  <a:lnTo>
                    <a:pt x="3820249" y="719623"/>
                  </a:lnTo>
                  <a:lnTo>
                    <a:pt x="3819178" y="719134"/>
                  </a:lnTo>
                  <a:lnTo>
                    <a:pt x="3818106" y="718644"/>
                  </a:lnTo>
                  <a:lnTo>
                    <a:pt x="3817034" y="718154"/>
                  </a:lnTo>
                  <a:lnTo>
                    <a:pt x="3815963" y="717664"/>
                  </a:lnTo>
                  <a:lnTo>
                    <a:pt x="3814891" y="717174"/>
                  </a:lnTo>
                  <a:lnTo>
                    <a:pt x="3813820" y="716683"/>
                  </a:lnTo>
                  <a:lnTo>
                    <a:pt x="3812748" y="716193"/>
                  </a:lnTo>
                  <a:lnTo>
                    <a:pt x="3811676" y="715703"/>
                  </a:lnTo>
                  <a:lnTo>
                    <a:pt x="3810605" y="715212"/>
                  </a:lnTo>
                  <a:lnTo>
                    <a:pt x="3809533" y="714721"/>
                  </a:lnTo>
                  <a:lnTo>
                    <a:pt x="3808462" y="714230"/>
                  </a:lnTo>
                  <a:lnTo>
                    <a:pt x="3807390" y="713739"/>
                  </a:lnTo>
                  <a:lnTo>
                    <a:pt x="3806318" y="713248"/>
                  </a:lnTo>
                  <a:lnTo>
                    <a:pt x="3805247" y="712756"/>
                  </a:lnTo>
                  <a:lnTo>
                    <a:pt x="3804175" y="712265"/>
                  </a:lnTo>
                  <a:lnTo>
                    <a:pt x="3803104" y="711773"/>
                  </a:lnTo>
                  <a:lnTo>
                    <a:pt x="3802032" y="711282"/>
                  </a:lnTo>
                  <a:lnTo>
                    <a:pt x="3800960" y="710790"/>
                  </a:lnTo>
                  <a:lnTo>
                    <a:pt x="3799889" y="710298"/>
                  </a:lnTo>
                  <a:lnTo>
                    <a:pt x="3798817" y="709806"/>
                  </a:lnTo>
                  <a:lnTo>
                    <a:pt x="3797746" y="709313"/>
                  </a:lnTo>
                  <a:lnTo>
                    <a:pt x="3796674" y="708821"/>
                  </a:lnTo>
                  <a:lnTo>
                    <a:pt x="3795602" y="708329"/>
                  </a:lnTo>
                  <a:lnTo>
                    <a:pt x="3794531" y="707836"/>
                  </a:lnTo>
                  <a:lnTo>
                    <a:pt x="3793459" y="707343"/>
                  </a:lnTo>
                  <a:lnTo>
                    <a:pt x="3792388" y="706850"/>
                  </a:lnTo>
                  <a:lnTo>
                    <a:pt x="3791316" y="706357"/>
                  </a:lnTo>
                  <a:lnTo>
                    <a:pt x="3790244" y="705864"/>
                  </a:lnTo>
                  <a:lnTo>
                    <a:pt x="3789173" y="705371"/>
                  </a:lnTo>
                  <a:lnTo>
                    <a:pt x="3788101" y="704877"/>
                  </a:lnTo>
                  <a:lnTo>
                    <a:pt x="3787030" y="704384"/>
                  </a:lnTo>
                  <a:lnTo>
                    <a:pt x="3785958" y="703890"/>
                  </a:lnTo>
                  <a:lnTo>
                    <a:pt x="3784886" y="703396"/>
                  </a:lnTo>
                  <a:lnTo>
                    <a:pt x="3783815" y="702903"/>
                  </a:lnTo>
                  <a:lnTo>
                    <a:pt x="3782743" y="702408"/>
                  </a:lnTo>
                  <a:lnTo>
                    <a:pt x="3781672" y="701914"/>
                  </a:lnTo>
                  <a:lnTo>
                    <a:pt x="3780600" y="701420"/>
                  </a:lnTo>
                  <a:lnTo>
                    <a:pt x="3779528" y="700926"/>
                  </a:lnTo>
                  <a:lnTo>
                    <a:pt x="3778457" y="700431"/>
                  </a:lnTo>
                  <a:lnTo>
                    <a:pt x="3777385" y="699936"/>
                  </a:lnTo>
                  <a:lnTo>
                    <a:pt x="3776314" y="699442"/>
                  </a:lnTo>
                  <a:lnTo>
                    <a:pt x="3775242" y="698947"/>
                  </a:lnTo>
                  <a:lnTo>
                    <a:pt x="3774170" y="698452"/>
                  </a:lnTo>
                  <a:lnTo>
                    <a:pt x="3773099" y="697956"/>
                  </a:lnTo>
                  <a:lnTo>
                    <a:pt x="3772027" y="697461"/>
                  </a:lnTo>
                  <a:lnTo>
                    <a:pt x="3770956" y="696966"/>
                  </a:lnTo>
                  <a:lnTo>
                    <a:pt x="3769884" y="696470"/>
                  </a:lnTo>
                  <a:lnTo>
                    <a:pt x="3768812" y="695974"/>
                  </a:lnTo>
                  <a:lnTo>
                    <a:pt x="3767741" y="695479"/>
                  </a:lnTo>
                  <a:lnTo>
                    <a:pt x="3766669" y="694983"/>
                  </a:lnTo>
                  <a:lnTo>
                    <a:pt x="3765598" y="694487"/>
                  </a:lnTo>
                  <a:lnTo>
                    <a:pt x="3764526" y="693991"/>
                  </a:lnTo>
                  <a:lnTo>
                    <a:pt x="3763454" y="693494"/>
                  </a:lnTo>
                  <a:lnTo>
                    <a:pt x="3762383" y="692998"/>
                  </a:lnTo>
                  <a:lnTo>
                    <a:pt x="3761311" y="692501"/>
                  </a:lnTo>
                  <a:lnTo>
                    <a:pt x="3760240" y="692005"/>
                  </a:lnTo>
                  <a:lnTo>
                    <a:pt x="3759168" y="691508"/>
                  </a:lnTo>
                  <a:lnTo>
                    <a:pt x="3758096" y="691011"/>
                  </a:lnTo>
                  <a:lnTo>
                    <a:pt x="3757025" y="690514"/>
                  </a:lnTo>
                  <a:lnTo>
                    <a:pt x="3755953" y="690017"/>
                  </a:lnTo>
                  <a:lnTo>
                    <a:pt x="3754882" y="689520"/>
                  </a:lnTo>
                  <a:lnTo>
                    <a:pt x="3753810" y="689022"/>
                  </a:lnTo>
                  <a:lnTo>
                    <a:pt x="3752738" y="688525"/>
                  </a:lnTo>
                  <a:lnTo>
                    <a:pt x="3751667" y="688027"/>
                  </a:lnTo>
                  <a:lnTo>
                    <a:pt x="3750595" y="687529"/>
                  </a:lnTo>
                  <a:lnTo>
                    <a:pt x="3749524" y="687031"/>
                  </a:lnTo>
                  <a:lnTo>
                    <a:pt x="3748452" y="686533"/>
                  </a:lnTo>
                  <a:lnTo>
                    <a:pt x="3747380" y="686035"/>
                  </a:lnTo>
                  <a:lnTo>
                    <a:pt x="3746309" y="685537"/>
                  </a:lnTo>
                  <a:lnTo>
                    <a:pt x="3745237" y="685039"/>
                  </a:lnTo>
                  <a:lnTo>
                    <a:pt x="3744166" y="684540"/>
                  </a:lnTo>
                  <a:lnTo>
                    <a:pt x="3743094" y="684042"/>
                  </a:lnTo>
                  <a:lnTo>
                    <a:pt x="3742022" y="683543"/>
                  </a:lnTo>
                  <a:lnTo>
                    <a:pt x="3740951" y="683044"/>
                  </a:lnTo>
                  <a:lnTo>
                    <a:pt x="3739879" y="682545"/>
                  </a:lnTo>
                  <a:lnTo>
                    <a:pt x="3738808" y="682046"/>
                  </a:lnTo>
                  <a:lnTo>
                    <a:pt x="3737736" y="681547"/>
                  </a:lnTo>
                  <a:lnTo>
                    <a:pt x="3736664" y="681048"/>
                  </a:lnTo>
                  <a:lnTo>
                    <a:pt x="3735593" y="680549"/>
                  </a:lnTo>
                  <a:lnTo>
                    <a:pt x="3734521" y="680049"/>
                  </a:lnTo>
                  <a:lnTo>
                    <a:pt x="3733450" y="679549"/>
                  </a:lnTo>
                  <a:lnTo>
                    <a:pt x="3732378" y="679050"/>
                  </a:lnTo>
                  <a:lnTo>
                    <a:pt x="3731306" y="678550"/>
                  </a:lnTo>
                  <a:lnTo>
                    <a:pt x="3730235" y="678050"/>
                  </a:lnTo>
                  <a:lnTo>
                    <a:pt x="3729163" y="677550"/>
                  </a:lnTo>
                  <a:lnTo>
                    <a:pt x="3728092" y="677050"/>
                  </a:lnTo>
                  <a:lnTo>
                    <a:pt x="3727020" y="676549"/>
                  </a:lnTo>
                  <a:lnTo>
                    <a:pt x="3725949" y="676049"/>
                  </a:lnTo>
                  <a:lnTo>
                    <a:pt x="3724877" y="675548"/>
                  </a:lnTo>
                  <a:lnTo>
                    <a:pt x="3723805" y="675048"/>
                  </a:lnTo>
                  <a:lnTo>
                    <a:pt x="3722734" y="674547"/>
                  </a:lnTo>
                  <a:lnTo>
                    <a:pt x="3721662" y="674046"/>
                  </a:lnTo>
                  <a:lnTo>
                    <a:pt x="3720591" y="673545"/>
                  </a:lnTo>
                  <a:lnTo>
                    <a:pt x="3719519" y="673044"/>
                  </a:lnTo>
                  <a:lnTo>
                    <a:pt x="3718447" y="672543"/>
                  </a:lnTo>
                  <a:lnTo>
                    <a:pt x="3717376" y="672042"/>
                  </a:lnTo>
                  <a:lnTo>
                    <a:pt x="3716304" y="671540"/>
                  </a:lnTo>
                  <a:lnTo>
                    <a:pt x="3715233" y="671039"/>
                  </a:lnTo>
                  <a:lnTo>
                    <a:pt x="3714161" y="670537"/>
                  </a:lnTo>
                  <a:lnTo>
                    <a:pt x="3713089" y="670035"/>
                  </a:lnTo>
                  <a:lnTo>
                    <a:pt x="3712018" y="669533"/>
                  </a:lnTo>
                  <a:lnTo>
                    <a:pt x="3710946" y="669031"/>
                  </a:lnTo>
                  <a:lnTo>
                    <a:pt x="3709875" y="668529"/>
                  </a:lnTo>
                  <a:lnTo>
                    <a:pt x="3708803" y="668027"/>
                  </a:lnTo>
                  <a:lnTo>
                    <a:pt x="3707731" y="667525"/>
                  </a:lnTo>
                  <a:lnTo>
                    <a:pt x="3706660" y="667022"/>
                  </a:lnTo>
                  <a:lnTo>
                    <a:pt x="3705588" y="666520"/>
                  </a:lnTo>
                  <a:lnTo>
                    <a:pt x="3704517" y="666017"/>
                  </a:lnTo>
                  <a:lnTo>
                    <a:pt x="3703445" y="665514"/>
                  </a:lnTo>
                  <a:lnTo>
                    <a:pt x="3702373" y="665012"/>
                  </a:lnTo>
                  <a:lnTo>
                    <a:pt x="3701302" y="664509"/>
                  </a:lnTo>
                  <a:lnTo>
                    <a:pt x="3700230" y="664006"/>
                  </a:lnTo>
                  <a:lnTo>
                    <a:pt x="3699159" y="663502"/>
                  </a:lnTo>
                  <a:lnTo>
                    <a:pt x="3698087" y="662999"/>
                  </a:lnTo>
                  <a:lnTo>
                    <a:pt x="3697015" y="662496"/>
                  </a:lnTo>
                  <a:lnTo>
                    <a:pt x="3695944" y="661992"/>
                  </a:lnTo>
                  <a:lnTo>
                    <a:pt x="3694872" y="661489"/>
                  </a:lnTo>
                  <a:lnTo>
                    <a:pt x="3693801" y="660985"/>
                  </a:lnTo>
                  <a:lnTo>
                    <a:pt x="3692729" y="660481"/>
                  </a:lnTo>
                  <a:lnTo>
                    <a:pt x="3691657" y="659977"/>
                  </a:lnTo>
                  <a:lnTo>
                    <a:pt x="3690586" y="659473"/>
                  </a:lnTo>
                  <a:lnTo>
                    <a:pt x="3689514" y="658969"/>
                  </a:lnTo>
                  <a:lnTo>
                    <a:pt x="3688443" y="658465"/>
                  </a:lnTo>
                  <a:lnTo>
                    <a:pt x="3687371" y="657961"/>
                  </a:lnTo>
                  <a:lnTo>
                    <a:pt x="3686299" y="657456"/>
                  </a:lnTo>
                  <a:lnTo>
                    <a:pt x="3685228" y="656952"/>
                  </a:lnTo>
                  <a:lnTo>
                    <a:pt x="3684156" y="656447"/>
                  </a:lnTo>
                  <a:lnTo>
                    <a:pt x="3683085" y="655942"/>
                  </a:lnTo>
                  <a:lnTo>
                    <a:pt x="3682013" y="655438"/>
                  </a:lnTo>
                  <a:lnTo>
                    <a:pt x="3680941" y="654933"/>
                  </a:lnTo>
                  <a:lnTo>
                    <a:pt x="3679870" y="654428"/>
                  </a:lnTo>
                  <a:lnTo>
                    <a:pt x="3678798" y="653922"/>
                  </a:lnTo>
                  <a:lnTo>
                    <a:pt x="3677727" y="653417"/>
                  </a:lnTo>
                  <a:lnTo>
                    <a:pt x="3676655" y="652912"/>
                  </a:lnTo>
                  <a:lnTo>
                    <a:pt x="3675583" y="652406"/>
                  </a:lnTo>
                  <a:lnTo>
                    <a:pt x="3674512" y="651901"/>
                  </a:lnTo>
                  <a:lnTo>
                    <a:pt x="3673440" y="651395"/>
                  </a:lnTo>
                  <a:lnTo>
                    <a:pt x="3672369" y="650890"/>
                  </a:lnTo>
                  <a:lnTo>
                    <a:pt x="3671297" y="650384"/>
                  </a:lnTo>
                  <a:lnTo>
                    <a:pt x="3670225" y="649878"/>
                  </a:lnTo>
                  <a:lnTo>
                    <a:pt x="3669154" y="649372"/>
                  </a:lnTo>
                  <a:lnTo>
                    <a:pt x="3668082" y="648866"/>
                  </a:lnTo>
                  <a:lnTo>
                    <a:pt x="3667011" y="648359"/>
                  </a:lnTo>
                  <a:lnTo>
                    <a:pt x="3665939" y="647853"/>
                  </a:lnTo>
                  <a:lnTo>
                    <a:pt x="3664867" y="647347"/>
                  </a:lnTo>
                  <a:lnTo>
                    <a:pt x="3663796" y="646840"/>
                  </a:lnTo>
                  <a:lnTo>
                    <a:pt x="3662724" y="646334"/>
                  </a:lnTo>
                  <a:lnTo>
                    <a:pt x="3661653" y="645827"/>
                  </a:lnTo>
                  <a:lnTo>
                    <a:pt x="3660581" y="645320"/>
                  </a:lnTo>
                  <a:lnTo>
                    <a:pt x="3659509" y="644813"/>
                  </a:lnTo>
                  <a:lnTo>
                    <a:pt x="3658438" y="644306"/>
                  </a:lnTo>
                  <a:lnTo>
                    <a:pt x="3657366" y="643799"/>
                  </a:lnTo>
                  <a:lnTo>
                    <a:pt x="3656295" y="643292"/>
                  </a:lnTo>
                  <a:lnTo>
                    <a:pt x="3655223" y="642785"/>
                  </a:lnTo>
                  <a:lnTo>
                    <a:pt x="3654151" y="642277"/>
                  </a:lnTo>
                  <a:lnTo>
                    <a:pt x="3653080" y="641770"/>
                  </a:lnTo>
                  <a:lnTo>
                    <a:pt x="3652008" y="641263"/>
                  </a:lnTo>
                  <a:lnTo>
                    <a:pt x="3650937" y="640755"/>
                  </a:lnTo>
                  <a:lnTo>
                    <a:pt x="3649865" y="640247"/>
                  </a:lnTo>
                  <a:lnTo>
                    <a:pt x="3648793" y="639739"/>
                  </a:lnTo>
                  <a:lnTo>
                    <a:pt x="3647722" y="639231"/>
                  </a:lnTo>
                  <a:lnTo>
                    <a:pt x="3646650" y="638723"/>
                  </a:lnTo>
                  <a:lnTo>
                    <a:pt x="3645579" y="638215"/>
                  </a:lnTo>
                  <a:lnTo>
                    <a:pt x="3644507" y="637707"/>
                  </a:lnTo>
                  <a:lnTo>
                    <a:pt x="3643435" y="637199"/>
                  </a:lnTo>
                  <a:lnTo>
                    <a:pt x="3642364" y="636691"/>
                  </a:lnTo>
                  <a:lnTo>
                    <a:pt x="3641292" y="636182"/>
                  </a:lnTo>
                  <a:lnTo>
                    <a:pt x="3640221" y="635674"/>
                  </a:lnTo>
                  <a:lnTo>
                    <a:pt x="3639149" y="635165"/>
                  </a:lnTo>
                  <a:lnTo>
                    <a:pt x="3638077" y="634656"/>
                  </a:lnTo>
                  <a:lnTo>
                    <a:pt x="3637006" y="634148"/>
                  </a:lnTo>
                  <a:lnTo>
                    <a:pt x="3635934" y="633639"/>
                  </a:lnTo>
                  <a:lnTo>
                    <a:pt x="3634863" y="633130"/>
                  </a:lnTo>
                  <a:lnTo>
                    <a:pt x="3633791" y="632621"/>
                  </a:lnTo>
                  <a:lnTo>
                    <a:pt x="3632719" y="632111"/>
                  </a:lnTo>
                  <a:lnTo>
                    <a:pt x="3631648" y="631602"/>
                  </a:lnTo>
                  <a:lnTo>
                    <a:pt x="3630576" y="631093"/>
                  </a:lnTo>
                  <a:lnTo>
                    <a:pt x="3629505" y="630584"/>
                  </a:lnTo>
                  <a:lnTo>
                    <a:pt x="3628433" y="630074"/>
                  </a:lnTo>
                  <a:lnTo>
                    <a:pt x="3627361" y="629565"/>
                  </a:lnTo>
                  <a:lnTo>
                    <a:pt x="3626290" y="629055"/>
                  </a:lnTo>
                  <a:lnTo>
                    <a:pt x="3625218" y="628545"/>
                  </a:lnTo>
                  <a:lnTo>
                    <a:pt x="3624147" y="628035"/>
                  </a:lnTo>
                  <a:lnTo>
                    <a:pt x="3623075" y="627525"/>
                  </a:lnTo>
                  <a:lnTo>
                    <a:pt x="3622003" y="627015"/>
                  </a:lnTo>
                  <a:lnTo>
                    <a:pt x="3620932" y="626505"/>
                  </a:lnTo>
                  <a:lnTo>
                    <a:pt x="3619860" y="625995"/>
                  </a:lnTo>
                  <a:lnTo>
                    <a:pt x="3618789" y="625485"/>
                  </a:lnTo>
                  <a:lnTo>
                    <a:pt x="3617717" y="624975"/>
                  </a:lnTo>
                  <a:lnTo>
                    <a:pt x="3616645" y="624464"/>
                  </a:lnTo>
                  <a:lnTo>
                    <a:pt x="3615574" y="623954"/>
                  </a:lnTo>
                  <a:lnTo>
                    <a:pt x="3614502" y="623443"/>
                  </a:lnTo>
                  <a:lnTo>
                    <a:pt x="3613431" y="622933"/>
                  </a:lnTo>
                  <a:lnTo>
                    <a:pt x="3612359" y="622422"/>
                  </a:lnTo>
                  <a:lnTo>
                    <a:pt x="3611287" y="621911"/>
                  </a:lnTo>
                  <a:lnTo>
                    <a:pt x="3610216" y="621400"/>
                  </a:lnTo>
                  <a:lnTo>
                    <a:pt x="3609144" y="620890"/>
                  </a:lnTo>
                  <a:lnTo>
                    <a:pt x="3608073" y="620379"/>
                  </a:lnTo>
                  <a:lnTo>
                    <a:pt x="3607001" y="619867"/>
                  </a:lnTo>
                  <a:lnTo>
                    <a:pt x="3605929" y="619356"/>
                  </a:lnTo>
                  <a:lnTo>
                    <a:pt x="3604858" y="618845"/>
                  </a:lnTo>
                  <a:lnTo>
                    <a:pt x="3603786" y="618334"/>
                  </a:lnTo>
                  <a:lnTo>
                    <a:pt x="3602715" y="617822"/>
                  </a:lnTo>
                  <a:lnTo>
                    <a:pt x="3601643" y="617311"/>
                  </a:lnTo>
                  <a:lnTo>
                    <a:pt x="3600571" y="616799"/>
                  </a:lnTo>
                  <a:lnTo>
                    <a:pt x="3599500" y="616288"/>
                  </a:lnTo>
                  <a:lnTo>
                    <a:pt x="3598428" y="615776"/>
                  </a:lnTo>
                  <a:lnTo>
                    <a:pt x="3597357" y="615264"/>
                  </a:lnTo>
                  <a:lnTo>
                    <a:pt x="3596285" y="614752"/>
                  </a:lnTo>
                  <a:lnTo>
                    <a:pt x="3595213" y="614241"/>
                  </a:lnTo>
                  <a:lnTo>
                    <a:pt x="3594142" y="613729"/>
                  </a:lnTo>
                  <a:lnTo>
                    <a:pt x="3593070" y="613217"/>
                  </a:lnTo>
                  <a:lnTo>
                    <a:pt x="3591999" y="612704"/>
                  </a:lnTo>
                  <a:lnTo>
                    <a:pt x="3590927" y="612192"/>
                  </a:lnTo>
                  <a:lnTo>
                    <a:pt x="3589855" y="611680"/>
                  </a:lnTo>
                  <a:lnTo>
                    <a:pt x="3588784" y="611168"/>
                  </a:lnTo>
                  <a:lnTo>
                    <a:pt x="3587712" y="610655"/>
                  </a:lnTo>
                  <a:lnTo>
                    <a:pt x="3586641" y="610143"/>
                  </a:lnTo>
                  <a:lnTo>
                    <a:pt x="3585569" y="609630"/>
                  </a:lnTo>
                  <a:lnTo>
                    <a:pt x="3584497" y="609118"/>
                  </a:lnTo>
                  <a:lnTo>
                    <a:pt x="3583426" y="608605"/>
                  </a:lnTo>
                  <a:lnTo>
                    <a:pt x="3582354" y="608092"/>
                  </a:lnTo>
                  <a:lnTo>
                    <a:pt x="3581283" y="607579"/>
                  </a:lnTo>
                  <a:lnTo>
                    <a:pt x="3580211" y="607067"/>
                  </a:lnTo>
                  <a:lnTo>
                    <a:pt x="3579139" y="606554"/>
                  </a:lnTo>
                  <a:lnTo>
                    <a:pt x="3578068" y="606041"/>
                  </a:lnTo>
                  <a:lnTo>
                    <a:pt x="3576996" y="605528"/>
                  </a:lnTo>
                  <a:lnTo>
                    <a:pt x="3575925" y="605014"/>
                  </a:lnTo>
                  <a:lnTo>
                    <a:pt x="3574853" y="604501"/>
                  </a:lnTo>
                  <a:lnTo>
                    <a:pt x="3573781" y="603988"/>
                  </a:lnTo>
                  <a:lnTo>
                    <a:pt x="3572710" y="603475"/>
                  </a:lnTo>
                  <a:lnTo>
                    <a:pt x="3571638" y="602961"/>
                  </a:lnTo>
                  <a:lnTo>
                    <a:pt x="3570567" y="602448"/>
                  </a:lnTo>
                  <a:lnTo>
                    <a:pt x="3569495" y="601934"/>
                  </a:lnTo>
                  <a:lnTo>
                    <a:pt x="3568423" y="601421"/>
                  </a:lnTo>
                  <a:lnTo>
                    <a:pt x="3567352" y="600907"/>
                  </a:lnTo>
                  <a:lnTo>
                    <a:pt x="3566280" y="600393"/>
                  </a:lnTo>
                  <a:lnTo>
                    <a:pt x="3565209" y="599880"/>
                  </a:lnTo>
                  <a:lnTo>
                    <a:pt x="3564137" y="599366"/>
                  </a:lnTo>
                  <a:lnTo>
                    <a:pt x="3563065" y="598852"/>
                  </a:lnTo>
                  <a:lnTo>
                    <a:pt x="3561994" y="598338"/>
                  </a:lnTo>
                  <a:lnTo>
                    <a:pt x="3560922" y="597824"/>
                  </a:lnTo>
                  <a:lnTo>
                    <a:pt x="3559851" y="597310"/>
                  </a:lnTo>
                  <a:lnTo>
                    <a:pt x="3558779" y="596796"/>
                  </a:lnTo>
                  <a:lnTo>
                    <a:pt x="3557707" y="596282"/>
                  </a:lnTo>
                  <a:lnTo>
                    <a:pt x="3556636" y="595767"/>
                  </a:lnTo>
                  <a:lnTo>
                    <a:pt x="3555564" y="595253"/>
                  </a:lnTo>
                  <a:lnTo>
                    <a:pt x="3554493" y="594739"/>
                  </a:lnTo>
                  <a:lnTo>
                    <a:pt x="3553421" y="594224"/>
                  </a:lnTo>
                  <a:lnTo>
                    <a:pt x="3552349" y="593710"/>
                  </a:lnTo>
                  <a:lnTo>
                    <a:pt x="3551278" y="593195"/>
                  </a:lnTo>
                  <a:lnTo>
                    <a:pt x="3550206" y="592681"/>
                  </a:lnTo>
                  <a:lnTo>
                    <a:pt x="3549135" y="592166"/>
                  </a:lnTo>
                  <a:lnTo>
                    <a:pt x="3548063" y="591652"/>
                  </a:lnTo>
                  <a:lnTo>
                    <a:pt x="3546992" y="591137"/>
                  </a:lnTo>
                  <a:lnTo>
                    <a:pt x="3545920" y="590622"/>
                  </a:lnTo>
                  <a:lnTo>
                    <a:pt x="3544848" y="590107"/>
                  </a:lnTo>
                  <a:lnTo>
                    <a:pt x="3543777" y="589592"/>
                  </a:lnTo>
                  <a:lnTo>
                    <a:pt x="3542705" y="589077"/>
                  </a:lnTo>
                  <a:lnTo>
                    <a:pt x="3541634" y="588562"/>
                  </a:lnTo>
                  <a:lnTo>
                    <a:pt x="3540562" y="588047"/>
                  </a:lnTo>
                  <a:lnTo>
                    <a:pt x="3539490" y="587532"/>
                  </a:lnTo>
                  <a:lnTo>
                    <a:pt x="3538419" y="587017"/>
                  </a:lnTo>
                  <a:lnTo>
                    <a:pt x="3537347" y="586502"/>
                  </a:lnTo>
                  <a:lnTo>
                    <a:pt x="3536276" y="585987"/>
                  </a:lnTo>
                  <a:lnTo>
                    <a:pt x="3535204" y="585472"/>
                  </a:lnTo>
                  <a:lnTo>
                    <a:pt x="3534132" y="584956"/>
                  </a:lnTo>
                  <a:lnTo>
                    <a:pt x="3533061" y="584441"/>
                  </a:lnTo>
                  <a:lnTo>
                    <a:pt x="3531989" y="583925"/>
                  </a:lnTo>
                  <a:lnTo>
                    <a:pt x="3530918" y="583410"/>
                  </a:lnTo>
                  <a:lnTo>
                    <a:pt x="3529846" y="582894"/>
                  </a:lnTo>
                  <a:lnTo>
                    <a:pt x="3528774" y="582379"/>
                  </a:lnTo>
                  <a:lnTo>
                    <a:pt x="3527703" y="581863"/>
                  </a:lnTo>
                  <a:lnTo>
                    <a:pt x="3526631" y="581348"/>
                  </a:lnTo>
                  <a:lnTo>
                    <a:pt x="3525560" y="580832"/>
                  </a:lnTo>
                  <a:lnTo>
                    <a:pt x="3524488" y="580316"/>
                  </a:lnTo>
                  <a:lnTo>
                    <a:pt x="3523416" y="579801"/>
                  </a:lnTo>
                  <a:lnTo>
                    <a:pt x="3522345" y="579285"/>
                  </a:lnTo>
                  <a:lnTo>
                    <a:pt x="3521273" y="578769"/>
                  </a:lnTo>
                  <a:lnTo>
                    <a:pt x="3520202" y="578253"/>
                  </a:lnTo>
                  <a:lnTo>
                    <a:pt x="3519130" y="577737"/>
                  </a:lnTo>
                  <a:lnTo>
                    <a:pt x="3518058" y="577221"/>
                  </a:lnTo>
                  <a:lnTo>
                    <a:pt x="3516987" y="576705"/>
                  </a:lnTo>
                  <a:lnTo>
                    <a:pt x="3515915" y="576189"/>
                  </a:lnTo>
                  <a:lnTo>
                    <a:pt x="3514844" y="575673"/>
                  </a:lnTo>
                  <a:lnTo>
                    <a:pt x="3513772" y="575157"/>
                  </a:lnTo>
                  <a:lnTo>
                    <a:pt x="3512700" y="574641"/>
                  </a:lnTo>
                  <a:lnTo>
                    <a:pt x="3511629" y="574124"/>
                  </a:lnTo>
                  <a:lnTo>
                    <a:pt x="3510557" y="573608"/>
                  </a:lnTo>
                  <a:lnTo>
                    <a:pt x="3509486" y="573092"/>
                  </a:lnTo>
                  <a:lnTo>
                    <a:pt x="3508414" y="572576"/>
                  </a:lnTo>
                  <a:lnTo>
                    <a:pt x="3507342" y="572059"/>
                  </a:lnTo>
                  <a:lnTo>
                    <a:pt x="3506271" y="571543"/>
                  </a:lnTo>
                  <a:lnTo>
                    <a:pt x="3505199" y="571027"/>
                  </a:lnTo>
                  <a:lnTo>
                    <a:pt x="3504128" y="570510"/>
                  </a:lnTo>
                  <a:lnTo>
                    <a:pt x="3503056" y="569994"/>
                  </a:lnTo>
                  <a:lnTo>
                    <a:pt x="3501984" y="569477"/>
                  </a:lnTo>
                  <a:lnTo>
                    <a:pt x="3500913" y="568961"/>
                  </a:lnTo>
                  <a:lnTo>
                    <a:pt x="3499841" y="568444"/>
                  </a:lnTo>
                  <a:lnTo>
                    <a:pt x="3498770" y="567927"/>
                  </a:lnTo>
                  <a:lnTo>
                    <a:pt x="3497698" y="567411"/>
                  </a:lnTo>
                  <a:lnTo>
                    <a:pt x="3496626" y="566894"/>
                  </a:lnTo>
                  <a:lnTo>
                    <a:pt x="3495555" y="566377"/>
                  </a:lnTo>
                  <a:lnTo>
                    <a:pt x="3494483" y="565861"/>
                  </a:lnTo>
                  <a:lnTo>
                    <a:pt x="3493412" y="565344"/>
                  </a:lnTo>
                  <a:lnTo>
                    <a:pt x="3492340" y="564827"/>
                  </a:lnTo>
                  <a:lnTo>
                    <a:pt x="3491268" y="564310"/>
                  </a:lnTo>
                  <a:lnTo>
                    <a:pt x="3490197" y="563794"/>
                  </a:lnTo>
                  <a:lnTo>
                    <a:pt x="3489125" y="563277"/>
                  </a:lnTo>
                  <a:lnTo>
                    <a:pt x="3488054" y="562760"/>
                  </a:lnTo>
                  <a:lnTo>
                    <a:pt x="3486982" y="562243"/>
                  </a:lnTo>
                  <a:lnTo>
                    <a:pt x="3485910" y="561726"/>
                  </a:lnTo>
                  <a:lnTo>
                    <a:pt x="3484839" y="561209"/>
                  </a:lnTo>
                  <a:lnTo>
                    <a:pt x="3483767" y="560692"/>
                  </a:lnTo>
                  <a:lnTo>
                    <a:pt x="3482696" y="560175"/>
                  </a:lnTo>
                  <a:lnTo>
                    <a:pt x="3481624" y="559658"/>
                  </a:lnTo>
                  <a:lnTo>
                    <a:pt x="3480552" y="559141"/>
                  </a:lnTo>
                  <a:lnTo>
                    <a:pt x="3479481" y="558624"/>
                  </a:lnTo>
                  <a:lnTo>
                    <a:pt x="3478409" y="558107"/>
                  </a:lnTo>
                  <a:lnTo>
                    <a:pt x="3477338" y="557590"/>
                  </a:lnTo>
                  <a:lnTo>
                    <a:pt x="3476266" y="557073"/>
                  </a:lnTo>
                  <a:lnTo>
                    <a:pt x="3475194" y="556556"/>
                  </a:lnTo>
                  <a:lnTo>
                    <a:pt x="3474123" y="556039"/>
                  </a:lnTo>
                  <a:lnTo>
                    <a:pt x="3473051" y="555521"/>
                  </a:lnTo>
                  <a:lnTo>
                    <a:pt x="3471980" y="555004"/>
                  </a:lnTo>
                  <a:lnTo>
                    <a:pt x="3470908" y="554487"/>
                  </a:lnTo>
                  <a:lnTo>
                    <a:pt x="3469836" y="553970"/>
                  </a:lnTo>
                  <a:lnTo>
                    <a:pt x="3468765" y="553452"/>
                  </a:lnTo>
                  <a:lnTo>
                    <a:pt x="3467693" y="552935"/>
                  </a:lnTo>
                  <a:lnTo>
                    <a:pt x="3466622" y="552418"/>
                  </a:lnTo>
                  <a:lnTo>
                    <a:pt x="3465550" y="551901"/>
                  </a:lnTo>
                  <a:lnTo>
                    <a:pt x="3464478" y="551383"/>
                  </a:lnTo>
                  <a:lnTo>
                    <a:pt x="3463407" y="550866"/>
                  </a:lnTo>
                  <a:lnTo>
                    <a:pt x="3462335" y="550349"/>
                  </a:lnTo>
                  <a:lnTo>
                    <a:pt x="3461264" y="549831"/>
                  </a:lnTo>
                  <a:lnTo>
                    <a:pt x="3460192" y="549314"/>
                  </a:lnTo>
                  <a:lnTo>
                    <a:pt x="3459120" y="548797"/>
                  </a:lnTo>
                  <a:lnTo>
                    <a:pt x="3458049" y="548279"/>
                  </a:lnTo>
                  <a:lnTo>
                    <a:pt x="3456977" y="547762"/>
                  </a:lnTo>
                  <a:lnTo>
                    <a:pt x="3455906" y="547245"/>
                  </a:lnTo>
                  <a:lnTo>
                    <a:pt x="3454834" y="546727"/>
                  </a:lnTo>
                  <a:lnTo>
                    <a:pt x="3453762" y="546210"/>
                  </a:lnTo>
                  <a:lnTo>
                    <a:pt x="3452691" y="545693"/>
                  </a:lnTo>
                  <a:lnTo>
                    <a:pt x="3451619" y="545175"/>
                  </a:lnTo>
                  <a:lnTo>
                    <a:pt x="3450548" y="544658"/>
                  </a:lnTo>
                  <a:lnTo>
                    <a:pt x="3449476" y="544140"/>
                  </a:lnTo>
                  <a:lnTo>
                    <a:pt x="3448404" y="543623"/>
                  </a:lnTo>
                  <a:lnTo>
                    <a:pt x="3447333" y="543105"/>
                  </a:lnTo>
                  <a:lnTo>
                    <a:pt x="3446261" y="542588"/>
                  </a:lnTo>
                  <a:lnTo>
                    <a:pt x="3445190" y="542071"/>
                  </a:lnTo>
                  <a:lnTo>
                    <a:pt x="3444118" y="541553"/>
                  </a:lnTo>
                  <a:lnTo>
                    <a:pt x="3443046" y="541036"/>
                  </a:lnTo>
                  <a:lnTo>
                    <a:pt x="3441975" y="540518"/>
                  </a:lnTo>
                  <a:lnTo>
                    <a:pt x="3440903" y="540001"/>
                  </a:lnTo>
                  <a:lnTo>
                    <a:pt x="3439832" y="539483"/>
                  </a:lnTo>
                  <a:lnTo>
                    <a:pt x="3438760" y="538966"/>
                  </a:lnTo>
                  <a:lnTo>
                    <a:pt x="3437688" y="538449"/>
                  </a:lnTo>
                  <a:lnTo>
                    <a:pt x="3436617" y="537931"/>
                  </a:lnTo>
                  <a:lnTo>
                    <a:pt x="3435545" y="537414"/>
                  </a:lnTo>
                  <a:lnTo>
                    <a:pt x="3434474" y="536896"/>
                  </a:lnTo>
                  <a:lnTo>
                    <a:pt x="3433402" y="536379"/>
                  </a:lnTo>
                  <a:lnTo>
                    <a:pt x="3432330" y="535862"/>
                  </a:lnTo>
                  <a:lnTo>
                    <a:pt x="3431259" y="535344"/>
                  </a:lnTo>
                  <a:lnTo>
                    <a:pt x="3430187" y="534827"/>
                  </a:lnTo>
                  <a:lnTo>
                    <a:pt x="3429116" y="534309"/>
                  </a:lnTo>
                  <a:lnTo>
                    <a:pt x="3428044" y="533792"/>
                  </a:lnTo>
                  <a:lnTo>
                    <a:pt x="3426972" y="533275"/>
                  </a:lnTo>
                  <a:lnTo>
                    <a:pt x="3425901" y="532757"/>
                  </a:lnTo>
                  <a:lnTo>
                    <a:pt x="3424829" y="532240"/>
                  </a:lnTo>
                  <a:lnTo>
                    <a:pt x="3423758" y="531722"/>
                  </a:lnTo>
                  <a:lnTo>
                    <a:pt x="3422686" y="531205"/>
                  </a:lnTo>
                  <a:lnTo>
                    <a:pt x="3421614" y="530688"/>
                  </a:lnTo>
                  <a:lnTo>
                    <a:pt x="3420543" y="530171"/>
                  </a:lnTo>
                  <a:lnTo>
                    <a:pt x="3419471" y="529653"/>
                  </a:lnTo>
                  <a:lnTo>
                    <a:pt x="3418400" y="529136"/>
                  </a:lnTo>
                  <a:lnTo>
                    <a:pt x="3417328" y="528619"/>
                  </a:lnTo>
                  <a:lnTo>
                    <a:pt x="3416256" y="528101"/>
                  </a:lnTo>
                  <a:lnTo>
                    <a:pt x="3415185" y="527584"/>
                  </a:lnTo>
                  <a:lnTo>
                    <a:pt x="3414113" y="527067"/>
                  </a:lnTo>
                  <a:lnTo>
                    <a:pt x="3413042" y="526550"/>
                  </a:lnTo>
                  <a:lnTo>
                    <a:pt x="3411970" y="526032"/>
                  </a:lnTo>
                  <a:lnTo>
                    <a:pt x="3410898" y="525515"/>
                  </a:lnTo>
                  <a:lnTo>
                    <a:pt x="3409827" y="524998"/>
                  </a:lnTo>
                  <a:lnTo>
                    <a:pt x="3408755" y="524481"/>
                  </a:lnTo>
                  <a:lnTo>
                    <a:pt x="3407684" y="523964"/>
                  </a:lnTo>
                  <a:lnTo>
                    <a:pt x="3406612" y="523447"/>
                  </a:lnTo>
                  <a:lnTo>
                    <a:pt x="3405540" y="522930"/>
                  </a:lnTo>
                  <a:lnTo>
                    <a:pt x="3404469" y="522413"/>
                  </a:lnTo>
                  <a:lnTo>
                    <a:pt x="3403397" y="521896"/>
                  </a:lnTo>
                  <a:lnTo>
                    <a:pt x="3402326" y="521379"/>
                  </a:lnTo>
                  <a:lnTo>
                    <a:pt x="3401254" y="520862"/>
                  </a:lnTo>
                  <a:lnTo>
                    <a:pt x="3400182" y="520345"/>
                  </a:lnTo>
                  <a:lnTo>
                    <a:pt x="3399111" y="519828"/>
                  </a:lnTo>
                  <a:lnTo>
                    <a:pt x="3398039" y="519311"/>
                  </a:lnTo>
                  <a:lnTo>
                    <a:pt x="3396968" y="518794"/>
                  </a:lnTo>
                  <a:lnTo>
                    <a:pt x="3395896" y="518277"/>
                  </a:lnTo>
                  <a:lnTo>
                    <a:pt x="3394824" y="517760"/>
                  </a:lnTo>
                  <a:lnTo>
                    <a:pt x="3393753" y="517243"/>
                  </a:lnTo>
                  <a:lnTo>
                    <a:pt x="3392681" y="516726"/>
                  </a:lnTo>
                  <a:lnTo>
                    <a:pt x="3391610" y="516210"/>
                  </a:lnTo>
                  <a:lnTo>
                    <a:pt x="3390538" y="515693"/>
                  </a:lnTo>
                  <a:lnTo>
                    <a:pt x="3389466" y="515176"/>
                  </a:lnTo>
                  <a:lnTo>
                    <a:pt x="3388395" y="514660"/>
                  </a:lnTo>
                  <a:lnTo>
                    <a:pt x="3387323" y="514143"/>
                  </a:lnTo>
                  <a:lnTo>
                    <a:pt x="3386252" y="513626"/>
                  </a:lnTo>
                  <a:lnTo>
                    <a:pt x="3385180" y="513110"/>
                  </a:lnTo>
                  <a:lnTo>
                    <a:pt x="3384108" y="512593"/>
                  </a:lnTo>
                  <a:lnTo>
                    <a:pt x="3383037" y="512077"/>
                  </a:lnTo>
                  <a:lnTo>
                    <a:pt x="3381965" y="511560"/>
                  </a:lnTo>
                  <a:lnTo>
                    <a:pt x="3380894" y="511044"/>
                  </a:lnTo>
                  <a:lnTo>
                    <a:pt x="3379822" y="510527"/>
                  </a:lnTo>
                  <a:lnTo>
                    <a:pt x="3378750" y="510011"/>
                  </a:lnTo>
                  <a:lnTo>
                    <a:pt x="3377679" y="509495"/>
                  </a:lnTo>
                  <a:lnTo>
                    <a:pt x="3376607" y="508979"/>
                  </a:lnTo>
                  <a:lnTo>
                    <a:pt x="3375536" y="508462"/>
                  </a:lnTo>
                  <a:lnTo>
                    <a:pt x="3374464" y="507946"/>
                  </a:lnTo>
                  <a:lnTo>
                    <a:pt x="3373392" y="507430"/>
                  </a:lnTo>
                  <a:lnTo>
                    <a:pt x="3372321" y="506914"/>
                  </a:lnTo>
                  <a:lnTo>
                    <a:pt x="3371249" y="506398"/>
                  </a:lnTo>
                  <a:lnTo>
                    <a:pt x="3370178" y="505882"/>
                  </a:lnTo>
                  <a:lnTo>
                    <a:pt x="3369106" y="505366"/>
                  </a:lnTo>
                  <a:lnTo>
                    <a:pt x="3368035" y="504850"/>
                  </a:lnTo>
                  <a:lnTo>
                    <a:pt x="3366963" y="504334"/>
                  </a:lnTo>
                  <a:lnTo>
                    <a:pt x="3365891" y="503818"/>
                  </a:lnTo>
                  <a:lnTo>
                    <a:pt x="3364820" y="503302"/>
                  </a:lnTo>
                  <a:lnTo>
                    <a:pt x="3363748" y="502787"/>
                  </a:lnTo>
                  <a:lnTo>
                    <a:pt x="3362677" y="502271"/>
                  </a:lnTo>
                  <a:lnTo>
                    <a:pt x="3361605" y="501755"/>
                  </a:lnTo>
                  <a:lnTo>
                    <a:pt x="3360533" y="501240"/>
                  </a:lnTo>
                  <a:lnTo>
                    <a:pt x="3359462" y="500724"/>
                  </a:lnTo>
                  <a:lnTo>
                    <a:pt x="3358390" y="500208"/>
                  </a:lnTo>
                  <a:lnTo>
                    <a:pt x="3357319" y="499693"/>
                  </a:lnTo>
                  <a:lnTo>
                    <a:pt x="3356247" y="499178"/>
                  </a:lnTo>
                  <a:lnTo>
                    <a:pt x="3355175" y="498662"/>
                  </a:lnTo>
                  <a:lnTo>
                    <a:pt x="3354104" y="498147"/>
                  </a:lnTo>
                  <a:lnTo>
                    <a:pt x="3353032" y="497632"/>
                  </a:lnTo>
                  <a:lnTo>
                    <a:pt x="3351961" y="497117"/>
                  </a:lnTo>
                  <a:lnTo>
                    <a:pt x="3350889" y="496601"/>
                  </a:lnTo>
                  <a:lnTo>
                    <a:pt x="3349817" y="496086"/>
                  </a:lnTo>
                  <a:lnTo>
                    <a:pt x="3348746" y="495571"/>
                  </a:lnTo>
                  <a:lnTo>
                    <a:pt x="3347674" y="495056"/>
                  </a:lnTo>
                  <a:lnTo>
                    <a:pt x="3346603" y="494541"/>
                  </a:lnTo>
                  <a:lnTo>
                    <a:pt x="3345531" y="494027"/>
                  </a:lnTo>
                  <a:lnTo>
                    <a:pt x="3344459" y="493512"/>
                  </a:lnTo>
                  <a:lnTo>
                    <a:pt x="3343388" y="492997"/>
                  </a:lnTo>
                  <a:lnTo>
                    <a:pt x="3342316" y="492482"/>
                  </a:lnTo>
                  <a:lnTo>
                    <a:pt x="3341245" y="491968"/>
                  </a:lnTo>
                  <a:lnTo>
                    <a:pt x="3340173" y="491453"/>
                  </a:lnTo>
                  <a:lnTo>
                    <a:pt x="3339101" y="490939"/>
                  </a:lnTo>
                  <a:lnTo>
                    <a:pt x="3338030" y="490424"/>
                  </a:lnTo>
                  <a:lnTo>
                    <a:pt x="3336958" y="489910"/>
                  </a:lnTo>
                  <a:lnTo>
                    <a:pt x="3335887" y="489396"/>
                  </a:lnTo>
                  <a:lnTo>
                    <a:pt x="3334815" y="488882"/>
                  </a:lnTo>
                  <a:lnTo>
                    <a:pt x="3333743" y="488367"/>
                  </a:lnTo>
                  <a:lnTo>
                    <a:pt x="3332672" y="487853"/>
                  </a:lnTo>
                  <a:lnTo>
                    <a:pt x="3331600" y="487339"/>
                  </a:lnTo>
                  <a:lnTo>
                    <a:pt x="3330529" y="486825"/>
                  </a:lnTo>
                  <a:lnTo>
                    <a:pt x="3329457" y="486312"/>
                  </a:lnTo>
                  <a:lnTo>
                    <a:pt x="3328385" y="485798"/>
                  </a:lnTo>
                  <a:lnTo>
                    <a:pt x="3327314" y="485284"/>
                  </a:lnTo>
                  <a:lnTo>
                    <a:pt x="3326242" y="484770"/>
                  </a:lnTo>
                  <a:lnTo>
                    <a:pt x="3325171" y="484257"/>
                  </a:lnTo>
                  <a:lnTo>
                    <a:pt x="3324099" y="483743"/>
                  </a:lnTo>
                  <a:lnTo>
                    <a:pt x="3323027" y="483230"/>
                  </a:lnTo>
                  <a:lnTo>
                    <a:pt x="3321956" y="482717"/>
                  </a:lnTo>
                  <a:lnTo>
                    <a:pt x="3320884" y="482203"/>
                  </a:lnTo>
                  <a:lnTo>
                    <a:pt x="3319813" y="481690"/>
                  </a:lnTo>
                  <a:lnTo>
                    <a:pt x="3318741" y="481177"/>
                  </a:lnTo>
                  <a:lnTo>
                    <a:pt x="3317669" y="480664"/>
                  </a:lnTo>
                  <a:lnTo>
                    <a:pt x="3316598" y="480151"/>
                  </a:lnTo>
                  <a:lnTo>
                    <a:pt x="3315526" y="479638"/>
                  </a:lnTo>
                  <a:lnTo>
                    <a:pt x="3314455" y="479125"/>
                  </a:lnTo>
                  <a:lnTo>
                    <a:pt x="3313383" y="478613"/>
                  </a:lnTo>
                  <a:lnTo>
                    <a:pt x="3312311" y="478100"/>
                  </a:lnTo>
                  <a:lnTo>
                    <a:pt x="3311240" y="477588"/>
                  </a:lnTo>
                  <a:lnTo>
                    <a:pt x="3310168" y="477075"/>
                  </a:lnTo>
                  <a:lnTo>
                    <a:pt x="3309097" y="476563"/>
                  </a:lnTo>
                  <a:lnTo>
                    <a:pt x="3308025" y="476050"/>
                  </a:lnTo>
                  <a:lnTo>
                    <a:pt x="3306953" y="475538"/>
                  </a:lnTo>
                  <a:lnTo>
                    <a:pt x="3305882" y="475026"/>
                  </a:lnTo>
                  <a:lnTo>
                    <a:pt x="3304810" y="474514"/>
                  </a:lnTo>
                  <a:lnTo>
                    <a:pt x="3303739" y="474002"/>
                  </a:lnTo>
                  <a:lnTo>
                    <a:pt x="3302667" y="473490"/>
                  </a:lnTo>
                  <a:lnTo>
                    <a:pt x="3301595" y="472979"/>
                  </a:lnTo>
                  <a:lnTo>
                    <a:pt x="3300524" y="472467"/>
                  </a:lnTo>
                  <a:lnTo>
                    <a:pt x="3299452" y="471955"/>
                  </a:lnTo>
                  <a:lnTo>
                    <a:pt x="3298381" y="471444"/>
                  </a:lnTo>
                  <a:lnTo>
                    <a:pt x="3297309" y="470933"/>
                  </a:lnTo>
                  <a:lnTo>
                    <a:pt x="3296237" y="470421"/>
                  </a:lnTo>
                  <a:lnTo>
                    <a:pt x="3295166" y="469910"/>
                  </a:lnTo>
                  <a:lnTo>
                    <a:pt x="3294094" y="469399"/>
                  </a:lnTo>
                  <a:lnTo>
                    <a:pt x="3293023" y="468888"/>
                  </a:lnTo>
                  <a:lnTo>
                    <a:pt x="3291951" y="468377"/>
                  </a:lnTo>
                  <a:lnTo>
                    <a:pt x="3290879" y="467866"/>
                  </a:lnTo>
                  <a:lnTo>
                    <a:pt x="3289808" y="467356"/>
                  </a:lnTo>
                  <a:lnTo>
                    <a:pt x="3288736" y="466845"/>
                  </a:lnTo>
                  <a:lnTo>
                    <a:pt x="3287665" y="466335"/>
                  </a:lnTo>
                  <a:lnTo>
                    <a:pt x="3286593" y="465824"/>
                  </a:lnTo>
                  <a:lnTo>
                    <a:pt x="3285521" y="465314"/>
                  </a:lnTo>
                  <a:lnTo>
                    <a:pt x="3284450" y="464804"/>
                  </a:lnTo>
                  <a:lnTo>
                    <a:pt x="3283378" y="464294"/>
                  </a:lnTo>
                  <a:lnTo>
                    <a:pt x="3282307" y="463784"/>
                  </a:lnTo>
                  <a:lnTo>
                    <a:pt x="3281235" y="463274"/>
                  </a:lnTo>
                  <a:lnTo>
                    <a:pt x="3280163" y="462764"/>
                  </a:lnTo>
                  <a:lnTo>
                    <a:pt x="3279092" y="462254"/>
                  </a:lnTo>
                  <a:lnTo>
                    <a:pt x="3278020" y="461745"/>
                  </a:lnTo>
                  <a:lnTo>
                    <a:pt x="3276949" y="461235"/>
                  </a:lnTo>
                  <a:lnTo>
                    <a:pt x="3275877" y="460726"/>
                  </a:lnTo>
                  <a:lnTo>
                    <a:pt x="3274805" y="460217"/>
                  </a:lnTo>
                  <a:lnTo>
                    <a:pt x="3273734" y="459708"/>
                  </a:lnTo>
                  <a:lnTo>
                    <a:pt x="3272662" y="459199"/>
                  </a:lnTo>
                  <a:lnTo>
                    <a:pt x="3271591" y="458690"/>
                  </a:lnTo>
                  <a:lnTo>
                    <a:pt x="3270519" y="458181"/>
                  </a:lnTo>
                  <a:lnTo>
                    <a:pt x="3269447" y="457673"/>
                  </a:lnTo>
                  <a:lnTo>
                    <a:pt x="3268376" y="457164"/>
                  </a:lnTo>
                  <a:lnTo>
                    <a:pt x="3267304" y="456656"/>
                  </a:lnTo>
                  <a:lnTo>
                    <a:pt x="3266233" y="456147"/>
                  </a:lnTo>
                  <a:lnTo>
                    <a:pt x="3265161" y="455639"/>
                  </a:lnTo>
                  <a:lnTo>
                    <a:pt x="3264089" y="455131"/>
                  </a:lnTo>
                  <a:lnTo>
                    <a:pt x="3263018" y="454623"/>
                  </a:lnTo>
                  <a:lnTo>
                    <a:pt x="3261946" y="454116"/>
                  </a:lnTo>
                  <a:lnTo>
                    <a:pt x="3260875" y="453608"/>
                  </a:lnTo>
                  <a:lnTo>
                    <a:pt x="3259803" y="453100"/>
                  </a:lnTo>
                  <a:lnTo>
                    <a:pt x="3258731" y="452593"/>
                  </a:lnTo>
                  <a:lnTo>
                    <a:pt x="3257660" y="452086"/>
                  </a:lnTo>
                  <a:lnTo>
                    <a:pt x="3256588" y="451578"/>
                  </a:lnTo>
                  <a:lnTo>
                    <a:pt x="3255517" y="451071"/>
                  </a:lnTo>
                  <a:lnTo>
                    <a:pt x="3254445" y="450564"/>
                  </a:lnTo>
                  <a:lnTo>
                    <a:pt x="3253373" y="450058"/>
                  </a:lnTo>
                  <a:lnTo>
                    <a:pt x="3252302" y="449551"/>
                  </a:lnTo>
                  <a:lnTo>
                    <a:pt x="3251230" y="449044"/>
                  </a:lnTo>
                  <a:lnTo>
                    <a:pt x="3250159" y="448538"/>
                  </a:lnTo>
                  <a:lnTo>
                    <a:pt x="3249087" y="448032"/>
                  </a:lnTo>
                  <a:lnTo>
                    <a:pt x="3248015" y="447526"/>
                  </a:lnTo>
                  <a:lnTo>
                    <a:pt x="3246944" y="447020"/>
                  </a:lnTo>
                  <a:lnTo>
                    <a:pt x="3245872" y="446514"/>
                  </a:lnTo>
                  <a:lnTo>
                    <a:pt x="3244801" y="446008"/>
                  </a:lnTo>
                  <a:lnTo>
                    <a:pt x="3243729" y="445502"/>
                  </a:lnTo>
                  <a:lnTo>
                    <a:pt x="3242657" y="444997"/>
                  </a:lnTo>
                  <a:lnTo>
                    <a:pt x="3241586" y="444492"/>
                  </a:lnTo>
                  <a:lnTo>
                    <a:pt x="3240514" y="443986"/>
                  </a:lnTo>
                  <a:lnTo>
                    <a:pt x="3239443" y="443481"/>
                  </a:lnTo>
                  <a:lnTo>
                    <a:pt x="3238371" y="442976"/>
                  </a:lnTo>
                  <a:lnTo>
                    <a:pt x="3237299" y="442472"/>
                  </a:lnTo>
                  <a:lnTo>
                    <a:pt x="3236228" y="441967"/>
                  </a:lnTo>
                  <a:lnTo>
                    <a:pt x="3235156" y="441463"/>
                  </a:lnTo>
                  <a:lnTo>
                    <a:pt x="3234085" y="440958"/>
                  </a:lnTo>
                  <a:lnTo>
                    <a:pt x="3233013" y="440454"/>
                  </a:lnTo>
                  <a:lnTo>
                    <a:pt x="3231941" y="439950"/>
                  </a:lnTo>
                  <a:lnTo>
                    <a:pt x="3230870" y="439446"/>
                  </a:lnTo>
                  <a:lnTo>
                    <a:pt x="3229798" y="438942"/>
                  </a:lnTo>
                  <a:lnTo>
                    <a:pt x="3228727" y="438439"/>
                  </a:lnTo>
                  <a:lnTo>
                    <a:pt x="3227655" y="437935"/>
                  </a:lnTo>
                  <a:lnTo>
                    <a:pt x="3226583" y="437432"/>
                  </a:lnTo>
                  <a:lnTo>
                    <a:pt x="3225512" y="436929"/>
                  </a:lnTo>
                  <a:lnTo>
                    <a:pt x="3224440" y="436426"/>
                  </a:lnTo>
                  <a:lnTo>
                    <a:pt x="3223369" y="435923"/>
                  </a:lnTo>
                  <a:lnTo>
                    <a:pt x="3222297" y="435420"/>
                  </a:lnTo>
                  <a:lnTo>
                    <a:pt x="3221225" y="434918"/>
                  </a:lnTo>
                  <a:lnTo>
                    <a:pt x="3220154" y="434415"/>
                  </a:lnTo>
                  <a:lnTo>
                    <a:pt x="3219082" y="433913"/>
                  </a:lnTo>
                  <a:lnTo>
                    <a:pt x="3218011" y="433411"/>
                  </a:lnTo>
                  <a:lnTo>
                    <a:pt x="3216939" y="432909"/>
                  </a:lnTo>
                  <a:lnTo>
                    <a:pt x="3215867" y="432407"/>
                  </a:lnTo>
                  <a:lnTo>
                    <a:pt x="3214796" y="431906"/>
                  </a:lnTo>
                  <a:lnTo>
                    <a:pt x="3213724" y="431404"/>
                  </a:lnTo>
                  <a:lnTo>
                    <a:pt x="3212653" y="430903"/>
                  </a:lnTo>
                  <a:lnTo>
                    <a:pt x="3211581" y="430402"/>
                  </a:lnTo>
                  <a:lnTo>
                    <a:pt x="3210509" y="429901"/>
                  </a:lnTo>
                  <a:lnTo>
                    <a:pt x="3209438" y="429400"/>
                  </a:lnTo>
                  <a:lnTo>
                    <a:pt x="3208366" y="428900"/>
                  </a:lnTo>
                  <a:lnTo>
                    <a:pt x="3207295" y="428399"/>
                  </a:lnTo>
                  <a:lnTo>
                    <a:pt x="3206223" y="427899"/>
                  </a:lnTo>
                  <a:lnTo>
                    <a:pt x="3205151" y="427399"/>
                  </a:lnTo>
                  <a:lnTo>
                    <a:pt x="3204080" y="426899"/>
                  </a:lnTo>
                  <a:lnTo>
                    <a:pt x="3203008" y="426399"/>
                  </a:lnTo>
                  <a:lnTo>
                    <a:pt x="3201937" y="425900"/>
                  </a:lnTo>
                  <a:lnTo>
                    <a:pt x="3200865" y="425400"/>
                  </a:lnTo>
                  <a:lnTo>
                    <a:pt x="3199793" y="424901"/>
                  </a:lnTo>
                  <a:lnTo>
                    <a:pt x="3198722" y="424402"/>
                  </a:lnTo>
                  <a:lnTo>
                    <a:pt x="3197650" y="423903"/>
                  </a:lnTo>
                  <a:lnTo>
                    <a:pt x="3196579" y="423404"/>
                  </a:lnTo>
                  <a:lnTo>
                    <a:pt x="3195507" y="422906"/>
                  </a:lnTo>
                  <a:lnTo>
                    <a:pt x="3194436" y="422407"/>
                  </a:lnTo>
                  <a:lnTo>
                    <a:pt x="3193364" y="421909"/>
                  </a:lnTo>
                  <a:lnTo>
                    <a:pt x="3192292" y="421411"/>
                  </a:lnTo>
                  <a:lnTo>
                    <a:pt x="3191221" y="420913"/>
                  </a:lnTo>
                  <a:lnTo>
                    <a:pt x="3190149" y="420416"/>
                  </a:lnTo>
                  <a:lnTo>
                    <a:pt x="3189078" y="419918"/>
                  </a:lnTo>
                  <a:lnTo>
                    <a:pt x="3188006" y="419421"/>
                  </a:lnTo>
                  <a:lnTo>
                    <a:pt x="3186934" y="418924"/>
                  </a:lnTo>
                  <a:lnTo>
                    <a:pt x="3185863" y="418427"/>
                  </a:lnTo>
                  <a:lnTo>
                    <a:pt x="3184791" y="417930"/>
                  </a:lnTo>
                  <a:lnTo>
                    <a:pt x="3183720" y="417434"/>
                  </a:lnTo>
                  <a:lnTo>
                    <a:pt x="3182648" y="416937"/>
                  </a:lnTo>
                  <a:lnTo>
                    <a:pt x="3181576" y="416441"/>
                  </a:lnTo>
                  <a:lnTo>
                    <a:pt x="3180505" y="415945"/>
                  </a:lnTo>
                  <a:lnTo>
                    <a:pt x="3179433" y="415449"/>
                  </a:lnTo>
                  <a:lnTo>
                    <a:pt x="3178362" y="414954"/>
                  </a:lnTo>
                  <a:lnTo>
                    <a:pt x="3177290" y="414458"/>
                  </a:lnTo>
                  <a:lnTo>
                    <a:pt x="3176218" y="413963"/>
                  </a:lnTo>
                  <a:lnTo>
                    <a:pt x="3175147" y="413468"/>
                  </a:lnTo>
                  <a:lnTo>
                    <a:pt x="3174075" y="412973"/>
                  </a:lnTo>
                  <a:lnTo>
                    <a:pt x="3173004" y="412479"/>
                  </a:lnTo>
                  <a:lnTo>
                    <a:pt x="3171932" y="411984"/>
                  </a:lnTo>
                  <a:lnTo>
                    <a:pt x="3170860" y="411490"/>
                  </a:lnTo>
                  <a:lnTo>
                    <a:pt x="3169789" y="410996"/>
                  </a:lnTo>
                  <a:lnTo>
                    <a:pt x="3168717" y="410502"/>
                  </a:lnTo>
                  <a:lnTo>
                    <a:pt x="3167646" y="410009"/>
                  </a:lnTo>
                  <a:lnTo>
                    <a:pt x="3166574" y="409515"/>
                  </a:lnTo>
                  <a:lnTo>
                    <a:pt x="3165502" y="409022"/>
                  </a:lnTo>
                  <a:lnTo>
                    <a:pt x="3164431" y="408529"/>
                  </a:lnTo>
                  <a:lnTo>
                    <a:pt x="3163359" y="408036"/>
                  </a:lnTo>
                  <a:lnTo>
                    <a:pt x="3162288" y="407544"/>
                  </a:lnTo>
                  <a:lnTo>
                    <a:pt x="3161216" y="407051"/>
                  </a:lnTo>
                  <a:lnTo>
                    <a:pt x="3160144" y="406559"/>
                  </a:lnTo>
                  <a:lnTo>
                    <a:pt x="3159073" y="406067"/>
                  </a:lnTo>
                  <a:lnTo>
                    <a:pt x="3158001" y="405575"/>
                  </a:lnTo>
                  <a:lnTo>
                    <a:pt x="3156930" y="405084"/>
                  </a:lnTo>
                  <a:lnTo>
                    <a:pt x="3155858" y="404592"/>
                  </a:lnTo>
                  <a:lnTo>
                    <a:pt x="3154786" y="404101"/>
                  </a:lnTo>
                  <a:lnTo>
                    <a:pt x="3153715" y="403610"/>
                  </a:lnTo>
                  <a:lnTo>
                    <a:pt x="3152643" y="403120"/>
                  </a:lnTo>
                  <a:lnTo>
                    <a:pt x="3151572" y="402629"/>
                  </a:lnTo>
                  <a:lnTo>
                    <a:pt x="3150500" y="402139"/>
                  </a:lnTo>
                  <a:lnTo>
                    <a:pt x="3149428" y="401649"/>
                  </a:lnTo>
                  <a:lnTo>
                    <a:pt x="3148357" y="401159"/>
                  </a:lnTo>
                  <a:lnTo>
                    <a:pt x="3147285" y="400669"/>
                  </a:lnTo>
                  <a:lnTo>
                    <a:pt x="3146214" y="400180"/>
                  </a:lnTo>
                  <a:lnTo>
                    <a:pt x="3145142" y="399691"/>
                  </a:lnTo>
                  <a:lnTo>
                    <a:pt x="3144070" y="399202"/>
                  </a:lnTo>
                  <a:lnTo>
                    <a:pt x="3142999" y="398713"/>
                  </a:lnTo>
                  <a:lnTo>
                    <a:pt x="3141927" y="398224"/>
                  </a:lnTo>
                  <a:lnTo>
                    <a:pt x="3140856" y="397736"/>
                  </a:lnTo>
                  <a:lnTo>
                    <a:pt x="3139784" y="397248"/>
                  </a:lnTo>
                  <a:lnTo>
                    <a:pt x="3138712" y="396760"/>
                  </a:lnTo>
                  <a:lnTo>
                    <a:pt x="3137641" y="396273"/>
                  </a:lnTo>
                  <a:lnTo>
                    <a:pt x="3136569" y="395785"/>
                  </a:lnTo>
                  <a:lnTo>
                    <a:pt x="3135498" y="395298"/>
                  </a:lnTo>
                  <a:lnTo>
                    <a:pt x="3134426" y="394811"/>
                  </a:lnTo>
                  <a:lnTo>
                    <a:pt x="3133354" y="394324"/>
                  </a:lnTo>
                  <a:lnTo>
                    <a:pt x="3132283" y="393838"/>
                  </a:lnTo>
                  <a:lnTo>
                    <a:pt x="3131211" y="393352"/>
                  </a:lnTo>
                  <a:lnTo>
                    <a:pt x="3130140" y="392866"/>
                  </a:lnTo>
                  <a:lnTo>
                    <a:pt x="3129068" y="392380"/>
                  </a:lnTo>
                  <a:lnTo>
                    <a:pt x="3127996" y="391895"/>
                  </a:lnTo>
                  <a:lnTo>
                    <a:pt x="3126925" y="391409"/>
                  </a:lnTo>
                  <a:lnTo>
                    <a:pt x="3125853" y="390924"/>
                  </a:lnTo>
                  <a:lnTo>
                    <a:pt x="3124782" y="390439"/>
                  </a:lnTo>
                  <a:lnTo>
                    <a:pt x="3123710" y="389955"/>
                  </a:lnTo>
                  <a:lnTo>
                    <a:pt x="3122638" y="389471"/>
                  </a:lnTo>
                  <a:lnTo>
                    <a:pt x="3121567" y="388986"/>
                  </a:lnTo>
                  <a:lnTo>
                    <a:pt x="3120495" y="388503"/>
                  </a:lnTo>
                  <a:lnTo>
                    <a:pt x="3119424" y="388019"/>
                  </a:lnTo>
                  <a:lnTo>
                    <a:pt x="3118352" y="387536"/>
                  </a:lnTo>
                  <a:lnTo>
                    <a:pt x="3117280" y="387053"/>
                  </a:lnTo>
                  <a:lnTo>
                    <a:pt x="3116209" y="386570"/>
                  </a:lnTo>
                  <a:lnTo>
                    <a:pt x="3115137" y="386087"/>
                  </a:lnTo>
                  <a:lnTo>
                    <a:pt x="3114066" y="385605"/>
                  </a:lnTo>
                  <a:lnTo>
                    <a:pt x="3112994" y="385123"/>
                  </a:lnTo>
                  <a:lnTo>
                    <a:pt x="3111922" y="384641"/>
                  </a:lnTo>
                  <a:lnTo>
                    <a:pt x="3110851" y="384159"/>
                  </a:lnTo>
                  <a:lnTo>
                    <a:pt x="3109779" y="383678"/>
                  </a:lnTo>
                  <a:lnTo>
                    <a:pt x="3108708" y="383197"/>
                  </a:lnTo>
                  <a:lnTo>
                    <a:pt x="3107636" y="382716"/>
                  </a:lnTo>
                  <a:lnTo>
                    <a:pt x="3106564" y="382235"/>
                  </a:lnTo>
                  <a:lnTo>
                    <a:pt x="3105493" y="381755"/>
                  </a:lnTo>
                  <a:lnTo>
                    <a:pt x="3104421" y="381275"/>
                  </a:lnTo>
                  <a:lnTo>
                    <a:pt x="3103350" y="380795"/>
                  </a:lnTo>
                  <a:lnTo>
                    <a:pt x="3102278" y="380316"/>
                  </a:lnTo>
                  <a:lnTo>
                    <a:pt x="3101206" y="379836"/>
                  </a:lnTo>
                  <a:lnTo>
                    <a:pt x="3100135" y="379357"/>
                  </a:lnTo>
                  <a:lnTo>
                    <a:pt x="3099063" y="378878"/>
                  </a:lnTo>
                  <a:lnTo>
                    <a:pt x="3097992" y="378400"/>
                  </a:lnTo>
                  <a:lnTo>
                    <a:pt x="3096920" y="377922"/>
                  </a:lnTo>
                  <a:lnTo>
                    <a:pt x="3095848" y="377444"/>
                  </a:lnTo>
                  <a:lnTo>
                    <a:pt x="3094777" y="376966"/>
                  </a:lnTo>
                  <a:lnTo>
                    <a:pt x="3093705" y="376489"/>
                  </a:lnTo>
                  <a:lnTo>
                    <a:pt x="3092634" y="376011"/>
                  </a:lnTo>
                  <a:lnTo>
                    <a:pt x="3091562" y="375535"/>
                  </a:lnTo>
                  <a:lnTo>
                    <a:pt x="3090490" y="375058"/>
                  </a:lnTo>
                  <a:lnTo>
                    <a:pt x="3089419" y="374582"/>
                  </a:lnTo>
                  <a:lnTo>
                    <a:pt x="3088347" y="374105"/>
                  </a:lnTo>
                  <a:lnTo>
                    <a:pt x="3087276" y="373630"/>
                  </a:lnTo>
                  <a:lnTo>
                    <a:pt x="3086204" y="373154"/>
                  </a:lnTo>
                  <a:lnTo>
                    <a:pt x="3085132" y="372679"/>
                  </a:lnTo>
                  <a:lnTo>
                    <a:pt x="3084061" y="372204"/>
                  </a:lnTo>
                  <a:lnTo>
                    <a:pt x="3082989" y="371729"/>
                  </a:lnTo>
                  <a:lnTo>
                    <a:pt x="3081918" y="371255"/>
                  </a:lnTo>
                  <a:lnTo>
                    <a:pt x="3080846" y="370781"/>
                  </a:lnTo>
                  <a:lnTo>
                    <a:pt x="3079774" y="370307"/>
                  </a:lnTo>
                  <a:lnTo>
                    <a:pt x="3078703" y="369833"/>
                  </a:lnTo>
                  <a:lnTo>
                    <a:pt x="3077631" y="369360"/>
                  </a:lnTo>
                  <a:lnTo>
                    <a:pt x="3076560" y="368887"/>
                  </a:lnTo>
                  <a:lnTo>
                    <a:pt x="3075488" y="368414"/>
                  </a:lnTo>
                  <a:lnTo>
                    <a:pt x="3074416" y="367942"/>
                  </a:lnTo>
                  <a:lnTo>
                    <a:pt x="3073345" y="367469"/>
                  </a:lnTo>
                  <a:lnTo>
                    <a:pt x="3072273" y="366998"/>
                  </a:lnTo>
                  <a:lnTo>
                    <a:pt x="3071202" y="366526"/>
                  </a:lnTo>
                  <a:lnTo>
                    <a:pt x="3070130" y="366055"/>
                  </a:lnTo>
                  <a:lnTo>
                    <a:pt x="3069058" y="365584"/>
                  </a:lnTo>
                  <a:lnTo>
                    <a:pt x="3067987" y="365113"/>
                  </a:lnTo>
                  <a:lnTo>
                    <a:pt x="3066915" y="364642"/>
                  </a:lnTo>
                  <a:lnTo>
                    <a:pt x="3065844" y="364172"/>
                  </a:lnTo>
                  <a:lnTo>
                    <a:pt x="3064772" y="363702"/>
                  </a:lnTo>
                  <a:lnTo>
                    <a:pt x="3063700" y="363233"/>
                  </a:lnTo>
                  <a:lnTo>
                    <a:pt x="3062629" y="362764"/>
                  </a:lnTo>
                  <a:lnTo>
                    <a:pt x="3061557" y="362295"/>
                  </a:lnTo>
                  <a:lnTo>
                    <a:pt x="3060486" y="361826"/>
                  </a:lnTo>
                  <a:lnTo>
                    <a:pt x="3059414" y="361358"/>
                  </a:lnTo>
                  <a:lnTo>
                    <a:pt x="3058342" y="360890"/>
                  </a:lnTo>
                  <a:lnTo>
                    <a:pt x="3057271" y="360422"/>
                  </a:lnTo>
                  <a:lnTo>
                    <a:pt x="3056199" y="359954"/>
                  </a:lnTo>
                  <a:lnTo>
                    <a:pt x="3055128" y="359487"/>
                  </a:lnTo>
                  <a:lnTo>
                    <a:pt x="3054056" y="359020"/>
                  </a:lnTo>
                  <a:lnTo>
                    <a:pt x="3052984" y="358554"/>
                  </a:lnTo>
                  <a:lnTo>
                    <a:pt x="3051913" y="358088"/>
                  </a:lnTo>
                  <a:lnTo>
                    <a:pt x="3050841" y="357622"/>
                  </a:lnTo>
                  <a:lnTo>
                    <a:pt x="3049770" y="357156"/>
                  </a:lnTo>
                  <a:lnTo>
                    <a:pt x="3048698" y="356691"/>
                  </a:lnTo>
                  <a:lnTo>
                    <a:pt x="3047626" y="356226"/>
                  </a:lnTo>
                  <a:lnTo>
                    <a:pt x="3046555" y="355761"/>
                  </a:lnTo>
                  <a:lnTo>
                    <a:pt x="3045483" y="355297"/>
                  </a:lnTo>
                  <a:lnTo>
                    <a:pt x="3044412" y="354833"/>
                  </a:lnTo>
                  <a:lnTo>
                    <a:pt x="3043340" y="354369"/>
                  </a:lnTo>
                  <a:lnTo>
                    <a:pt x="3042268" y="353905"/>
                  </a:lnTo>
                  <a:lnTo>
                    <a:pt x="3041197" y="353442"/>
                  </a:lnTo>
                  <a:lnTo>
                    <a:pt x="3040125" y="352979"/>
                  </a:lnTo>
                  <a:lnTo>
                    <a:pt x="3039054" y="352517"/>
                  </a:lnTo>
                  <a:lnTo>
                    <a:pt x="3037982" y="352055"/>
                  </a:lnTo>
                  <a:lnTo>
                    <a:pt x="3036910" y="351593"/>
                  </a:lnTo>
                  <a:lnTo>
                    <a:pt x="3035839" y="351131"/>
                  </a:lnTo>
                  <a:lnTo>
                    <a:pt x="3034767" y="350670"/>
                  </a:lnTo>
                  <a:lnTo>
                    <a:pt x="3033696" y="350209"/>
                  </a:lnTo>
                  <a:lnTo>
                    <a:pt x="3032624" y="349749"/>
                  </a:lnTo>
                  <a:lnTo>
                    <a:pt x="3031552" y="349288"/>
                  </a:lnTo>
                  <a:lnTo>
                    <a:pt x="3030481" y="348828"/>
                  </a:lnTo>
                  <a:lnTo>
                    <a:pt x="3029409" y="348369"/>
                  </a:lnTo>
                  <a:lnTo>
                    <a:pt x="3028338" y="347910"/>
                  </a:lnTo>
                  <a:lnTo>
                    <a:pt x="3027266" y="347451"/>
                  </a:lnTo>
                  <a:lnTo>
                    <a:pt x="3026194" y="346992"/>
                  </a:lnTo>
                  <a:lnTo>
                    <a:pt x="3025123" y="346534"/>
                  </a:lnTo>
                  <a:lnTo>
                    <a:pt x="3024051" y="346076"/>
                  </a:lnTo>
                  <a:lnTo>
                    <a:pt x="3022980" y="345618"/>
                  </a:lnTo>
                  <a:lnTo>
                    <a:pt x="3021908" y="345161"/>
                  </a:lnTo>
                  <a:lnTo>
                    <a:pt x="3020836" y="344704"/>
                  </a:lnTo>
                  <a:lnTo>
                    <a:pt x="3019765" y="344247"/>
                  </a:lnTo>
                  <a:lnTo>
                    <a:pt x="3018693" y="343791"/>
                  </a:lnTo>
                  <a:lnTo>
                    <a:pt x="3017622" y="343335"/>
                  </a:lnTo>
                  <a:lnTo>
                    <a:pt x="3016550" y="342879"/>
                  </a:lnTo>
                  <a:lnTo>
                    <a:pt x="3015479" y="342424"/>
                  </a:lnTo>
                  <a:lnTo>
                    <a:pt x="3014407" y="341969"/>
                  </a:lnTo>
                  <a:lnTo>
                    <a:pt x="3013335" y="341515"/>
                  </a:lnTo>
                  <a:lnTo>
                    <a:pt x="3012264" y="341060"/>
                  </a:lnTo>
                  <a:lnTo>
                    <a:pt x="3011192" y="340606"/>
                  </a:lnTo>
                  <a:lnTo>
                    <a:pt x="3010121" y="340153"/>
                  </a:lnTo>
                  <a:lnTo>
                    <a:pt x="3009049" y="339700"/>
                  </a:lnTo>
                  <a:lnTo>
                    <a:pt x="3007977" y="339247"/>
                  </a:lnTo>
                  <a:lnTo>
                    <a:pt x="3006906" y="338794"/>
                  </a:lnTo>
                  <a:lnTo>
                    <a:pt x="3005834" y="338342"/>
                  </a:lnTo>
                  <a:lnTo>
                    <a:pt x="3004763" y="337890"/>
                  </a:lnTo>
                  <a:lnTo>
                    <a:pt x="3003691" y="337439"/>
                  </a:lnTo>
                  <a:lnTo>
                    <a:pt x="3002619" y="336988"/>
                  </a:lnTo>
                  <a:lnTo>
                    <a:pt x="3001548" y="336537"/>
                  </a:lnTo>
                  <a:lnTo>
                    <a:pt x="3000476" y="336087"/>
                  </a:lnTo>
                  <a:lnTo>
                    <a:pt x="2999405" y="335637"/>
                  </a:lnTo>
                  <a:lnTo>
                    <a:pt x="2998333" y="335187"/>
                  </a:lnTo>
                  <a:lnTo>
                    <a:pt x="2997261" y="334738"/>
                  </a:lnTo>
                  <a:lnTo>
                    <a:pt x="2996190" y="334289"/>
                  </a:lnTo>
                  <a:lnTo>
                    <a:pt x="2995118" y="333840"/>
                  </a:lnTo>
                  <a:lnTo>
                    <a:pt x="2994047" y="333392"/>
                  </a:lnTo>
                  <a:lnTo>
                    <a:pt x="2992975" y="332944"/>
                  </a:lnTo>
                  <a:lnTo>
                    <a:pt x="2991903" y="332497"/>
                  </a:lnTo>
                  <a:lnTo>
                    <a:pt x="2990832" y="332050"/>
                  </a:lnTo>
                  <a:lnTo>
                    <a:pt x="2989760" y="331603"/>
                  </a:lnTo>
                  <a:lnTo>
                    <a:pt x="2988689" y="331157"/>
                  </a:lnTo>
                  <a:lnTo>
                    <a:pt x="2987617" y="330711"/>
                  </a:lnTo>
                  <a:lnTo>
                    <a:pt x="2986545" y="330265"/>
                  </a:lnTo>
                  <a:lnTo>
                    <a:pt x="2985474" y="329820"/>
                  </a:lnTo>
                  <a:lnTo>
                    <a:pt x="2984402" y="329376"/>
                  </a:lnTo>
                  <a:lnTo>
                    <a:pt x="2983331" y="328931"/>
                  </a:lnTo>
                  <a:lnTo>
                    <a:pt x="2982259" y="328487"/>
                  </a:lnTo>
                  <a:lnTo>
                    <a:pt x="2981187" y="328044"/>
                  </a:lnTo>
                  <a:lnTo>
                    <a:pt x="2980116" y="327600"/>
                  </a:lnTo>
                  <a:lnTo>
                    <a:pt x="2979044" y="327158"/>
                  </a:lnTo>
                  <a:lnTo>
                    <a:pt x="2977973" y="326715"/>
                  </a:lnTo>
                  <a:lnTo>
                    <a:pt x="2976901" y="326273"/>
                  </a:lnTo>
                  <a:lnTo>
                    <a:pt x="2975829" y="325831"/>
                  </a:lnTo>
                  <a:lnTo>
                    <a:pt x="2974758" y="325390"/>
                  </a:lnTo>
                  <a:lnTo>
                    <a:pt x="2973686" y="324949"/>
                  </a:lnTo>
                  <a:lnTo>
                    <a:pt x="2972615" y="324509"/>
                  </a:lnTo>
                  <a:lnTo>
                    <a:pt x="2971543" y="324069"/>
                  </a:lnTo>
                  <a:lnTo>
                    <a:pt x="2970471" y="323629"/>
                  </a:lnTo>
                  <a:lnTo>
                    <a:pt x="2969400" y="323190"/>
                  </a:lnTo>
                  <a:lnTo>
                    <a:pt x="2968328" y="322751"/>
                  </a:lnTo>
                  <a:lnTo>
                    <a:pt x="2967257" y="322313"/>
                  </a:lnTo>
                  <a:lnTo>
                    <a:pt x="2966185" y="321875"/>
                  </a:lnTo>
                  <a:lnTo>
                    <a:pt x="2965113" y="321437"/>
                  </a:lnTo>
                  <a:lnTo>
                    <a:pt x="2964042" y="321000"/>
                  </a:lnTo>
                  <a:lnTo>
                    <a:pt x="2962970" y="320563"/>
                  </a:lnTo>
                  <a:lnTo>
                    <a:pt x="2961899" y="320127"/>
                  </a:lnTo>
                  <a:lnTo>
                    <a:pt x="2960827" y="319691"/>
                  </a:lnTo>
                  <a:lnTo>
                    <a:pt x="2959755" y="319255"/>
                  </a:lnTo>
                  <a:lnTo>
                    <a:pt x="2958684" y="318820"/>
                  </a:lnTo>
                  <a:lnTo>
                    <a:pt x="2957612" y="318385"/>
                  </a:lnTo>
                  <a:lnTo>
                    <a:pt x="2956541" y="317951"/>
                  </a:lnTo>
                  <a:lnTo>
                    <a:pt x="2955469" y="317517"/>
                  </a:lnTo>
                  <a:lnTo>
                    <a:pt x="2954397" y="317083"/>
                  </a:lnTo>
                  <a:lnTo>
                    <a:pt x="2953326" y="316650"/>
                  </a:lnTo>
                  <a:lnTo>
                    <a:pt x="2952254" y="316218"/>
                  </a:lnTo>
                  <a:lnTo>
                    <a:pt x="2951183" y="315786"/>
                  </a:lnTo>
                  <a:lnTo>
                    <a:pt x="2950111" y="315354"/>
                  </a:lnTo>
                  <a:lnTo>
                    <a:pt x="2949039" y="314922"/>
                  </a:lnTo>
                  <a:lnTo>
                    <a:pt x="2947968" y="314492"/>
                  </a:lnTo>
                  <a:lnTo>
                    <a:pt x="2946896" y="314061"/>
                  </a:lnTo>
                  <a:lnTo>
                    <a:pt x="2945825" y="313631"/>
                  </a:lnTo>
                  <a:lnTo>
                    <a:pt x="2944753" y="313201"/>
                  </a:lnTo>
                  <a:lnTo>
                    <a:pt x="2943681" y="312772"/>
                  </a:lnTo>
                  <a:lnTo>
                    <a:pt x="2942610" y="312343"/>
                  </a:lnTo>
                  <a:lnTo>
                    <a:pt x="2941538" y="311915"/>
                  </a:lnTo>
                  <a:lnTo>
                    <a:pt x="2940467" y="311487"/>
                  </a:lnTo>
                  <a:lnTo>
                    <a:pt x="2939395" y="311060"/>
                  </a:lnTo>
                  <a:lnTo>
                    <a:pt x="2938323" y="310633"/>
                  </a:lnTo>
                  <a:lnTo>
                    <a:pt x="2937252" y="310206"/>
                  </a:lnTo>
                  <a:lnTo>
                    <a:pt x="2936180" y="309780"/>
                  </a:lnTo>
                  <a:lnTo>
                    <a:pt x="2935109" y="309354"/>
                  </a:lnTo>
                  <a:lnTo>
                    <a:pt x="2934037" y="308929"/>
                  </a:lnTo>
                  <a:lnTo>
                    <a:pt x="2932965" y="308504"/>
                  </a:lnTo>
                  <a:lnTo>
                    <a:pt x="2931894" y="308080"/>
                  </a:lnTo>
                  <a:lnTo>
                    <a:pt x="2930822" y="307656"/>
                  </a:lnTo>
                  <a:lnTo>
                    <a:pt x="2929751" y="307232"/>
                  </a:lnTo>
                  <a:lnTo>
                    <a:pt x="2928679" y="306809"/>
                  </a:lnTo>
                  <a:lnTo>
                    <a:pt x="2927607" y="306387"/>
                  </a:lnTo>
                  <a:lnTo>
                    <a:pt x="2926536" y="305965"/>
                  </a:lnTo>
                  <a:lnTo>
                    <a:pt x="2925464" y="305543"/>
                  </a:lnTo>
                  <a:lnTo>
                    <a:pt x="2924393" y="305122"/>
                  </a:lnTo>
                  <a:lnTo>
                    <a:pt x="2923321" y="304701"/>
                  </a:lnTo>
                  <a:lnTo>
                    <a:pt x="2922249" y="304280"/>
                  </a:lnTo>
                  <a:lnTo>
                    <a:pt x="2921178" y="303861"/>
                  </a:lnTo>
                  <a:lnTo>
                    <a:pt x="2920106" y="303441"/>
                  </a:lnTo>
                  <a:lnTo>
                    <a:pt x="2919035" y="303022"/>
                  </a:lnTo>
                  <a:lnTo>
                    <a:pt x="2917963" y="302604"/>
                  </a:lnTo>
                  <a:lnTo>
                    <a:pt x="2916891" y="302186"/>
                  </a:lnTo>
                  <a:lnTo>
                    <a:pt x="2915820" y="301768"/>
                  </a:lnTo>
                  <a:lnTo>
                    <a:pt x="2914748" y="301351"/>
                  </a:lnTo>
                  <a:lnTo>
                    <a:pt x="2913677" y="300934"/>
                  </a:lnTo>
                  <a:lnTo>
                    <a:pt x="2912605" y="300518"/>
                  </a:lnTo>
                  <a:lnTo>
                    <a:pt x="2911533" y="300102"/>
                  </a:lnTo>
                  <a:lnTo>
                    <a:pt x="2910462" y="299687"/>
                  </a:lnTo>
                  <a:lnTo>
                    <a:pt x="2909390" y="299272"/>
                  </a:lnTo>
                  <a:lnTo>
                    <a:pt x="2908319" y="298858"/>
                  </a:lnTo>
                  <a:lnTo>
                    <a:pt x="2907247" y="298444"/>
                  </a:lnTo>
                  <a:lnTo>
                    <a:pt x="2906175" y="298030"/>
                  </a:lnTo>
                  <a:lnTo>
                    <a:pt x="2905104" y="297617"/>
                  </a:lnTo>
                  <a:lnTo>
                    <a:pt x="2904032" y="297205"/>
                  </a:lnTo>
                  <a:lnTo>
                    <a:pt x="2902961" y="296793"/>
                  </a:lnTo>
                  <a:lnTo>
                    <a:pt x="2901889" y="296381"/>
                  </a:lnTo>
                  <a:lnTo>
                    <a:pt x="2900817" y="295970"/>
                  </a:lnTo>
                  <a:lnTo>
                    <a:pt x="2899746" y="295559"/>
                  </a:lnTo>
                  <a:lnTo>
                    <a:pt x="2898674" y="295149"/>
                  </a:lnTo>
                  <a:lnTo>
                    <a:pt x="2897603" y="294739"/>
                  </a:lnTo>
                  <a:lnTo>
                    <a:pt x="2896531" y="294330"/>
                  </a:lnTo>
                  <a:lnTo>
                    <a:pt x="2895459" y="293921"/>
                  </a:lnTo>
                  <a:lnTo>
                    <a:pt x="2894388" y="293513"/>
                  </a:lnTo>
                  <a:lnTo>
                    <a:pt x="2893316" y="293105"/>
                  </a:lnTo>
                  <a:lnTo>
                    <a:pt x="2892245" y="292698"/>
                  </a:lnTo>
                  <a:lnTo>
                    <a:pt x="2891173" y="292291"/>
                  </a:lnTo>
                  <a:lnTo>
                    <a:pt x="2890101" y="291884"/>
                  </a:lnTo>
                  <a:lnTo>
                    <a:pt x="2889030" y="291478"/>
                  </a:lnTo>
                  <a:lnTo>
                    <a:pt x="2887958" y="291073"/>
                  </a:lnTo>
                  <a:lnTo>
                    <a:pt x="2886887" y="290668"/>
                  </a:lnTo>
                  <a:lnTo>
                    <a:pt x="2885815" y="290263"/>
                  </a:lnTo>
                  <a:lnTo>
                    <a:pt x="2884743" y="289859"/>
                  </a:lnTo>
                  <a:lnTo>
                    <a:pt x="2883672" y="289456"/>
                  </a:lnTo>
                  <a:lnTo>
                    <a:pt x="2882600" y="289053"/>
                  </a:lnTo>
                  <a:lnTo>
                    <a:pt x="2881529" y="288650"/>
                  </a:lnTo>
                  <a:lnTo>
                    <a:pt x="2880457" y="288248"/>
                  </a:lnTo>
                  <a:lnTo>
                    <a:pt x="2879385" y="287846"/>
                  </a:lnTo>
                  <a:lnTo>
                    <a:pt x="2878314" y="287445"/>
                  </a:lnTo>
                  <a:lnTo>
                    <a:pt x="2877242" y="287045"/>
                  </a:lnTo>
                  <a:lnTo>
                    <a:pt x="2876171" y="286644"/>
                  </a:lnTo>
                  <a:lnTo>
                    <a:pt x="2875099" y="286245"/>
                  </a:lnTo>
                  <a:lnTo>
                    <a:pt x="2874027" y="285845"/>
                  </a:lnTo>
                  <a:lnTo>
                    <a:pt x="2872956" y="285447"/>
                  </a:lnTo>
                  <a:lnTo>
                    <a:pt x="2871884" y="285048"/>
                  </a:lnTo>
                  <a:lnTo>
                    <a:pt x="2870813" y="284651"/>
                  </a:lnTo>
                  <a:lnTo>
                    <a:pt x="2869741" y="284253"/>
                  </a:lnTo>
                  <a:lnTo>
                    <a:pt x="2868669" y="283856"/>
                  </a:lnTo>
                  <a:lnTo>
                    <a:pt x="2867598" y="283460"/>
                  </a:lnTo>
                  <a:lnTo>
                    <a:pt x="2866526" y="283064"/>
                  </a:lnTo>
                  <a:lnTo>
                    <a:pt x="2865455" y="282669"/>
                  </a:lnTo>
                  <a:lnTo>
                    <a:pt x="2864383" y="282274"/>
                  </a:lnTo>
                  <a:lnTo>
                    <a:pt x="2863311" y="281880"/>
                  </a:lnTo>
                  <a:lnTo>
                    <a:pt x="2862240" y="281486"/>
                  </a:lnTo>
                  <a:lnTo>
                    <a:pt x="2861168" y="281092"/>
                  </a:lnTo>
                  <a:lnTo>
                    <a:pt x="2860097" y="280699"/>
                  </a:lnTo>
                  <a:lnTo>
                    <a:pt x="2859025" y="280307"/>
                  </a:lnTo>
                  <a:lnTo>
                    <a:pt x="2857953" y="279915"/>
                  </a:lnTo>
                  <a:lnTo>
                    <a:pt x="2856882" y="279523"/>
                  </a:lnTo>
                  <a:lnTo>
                    <a:pt x="2855810" y="279132"/>
                  </a:lnTo>
                  <a:lnTo>
                    <a:pt x="2854739" y="278742"/>
                  </a:lnTo>
                  <a:lnTo>
                    <a:pt x="2853667" y="278352"/>
                  </a:lnTo>
                  <a:lnTo>
                    <a:pt x="2852595" y="277962"/>
                  </a:lnTo>
                  <a:lnTo>
                    <a:pt x="2851524" y="277573"/>
                  </a:lnTo>
                  <a:lnTo>
                    <a:pt x="2850452" y="277185"/>
                  </a:lnTo>
                  <a:lnTo>
                    <a:pt x="2849381" y="276797"/>
                  </a:lnTo>
                  <a:lnTo>
                    <a:pt x="2848309" y="276409"/>
                  </a:lnTo>
                  <a:lnTo>
                    <a:pt x="2847237" y="276022"/>
                  </a:lnTo>
                  <a:lnTo>
                    <a:pt x="2846166" y="275636"/>
                  </a:lnTo>
                  <a:lnTo>
                    <a:pt x="2845094" y="275249"/>
                  </a:lnTo>
                  <a:lnTo>
                    <a:pt x="2844023" y="274864"/>
                  </a:lnTo>
                  <a:lnTo>
                    <a:pt x="2842951" y="274479"/>
                  </a:lnTo>
                  <a:lnTo>
                    <a:pt x="2841879" y="274094"/>
                  </a:lnTo>
                  <a:lnTo>
                    <a:pt x="2840808" y="273710"/>
                  </a:lnTo>
                  <a:lnTo>
                    <a:pt x="2839736" y="273326"/>
                  </a:lnTo>
                  <a:lnTo>
                    <a:pt x="2838665" y="272943"/>
                  </a:lnTo>
                  <a:lnTo>
                    <a:pt x="2837593" y="272561"/>
                  </a:lnTo>
                  <a:lnTo>
                    <a:pt x="2836522" y="272178"/>
                  </a:lnTo>
                  <a:lnTo>
                    <a:pt x="2835450" y="271797"/>
                  </a:lnTo>
                  <a:lnTo>
                    <a:pt x="2834378" y="271416"/>
                  </a:lnTo>
                  <a:lnTo>
                    <a:pt x="2833307" y="271035"/>
                  </a:lnTo>
                  <a:lnTo>
                    <a:pt x="2832235" y="270655"/>
                  </a:lnTo>
                  <a:lnTo>
                    <a:pt x="2831164" y="270275"/>
                  </a:lnTo>
                  <a:lnTo>
                    <a:pt x="2830092" y="269896"/>
                  </a:lnTo>
                  <a:lnTo>
                    <a:pt x="2829020" y="269517"/>
                  </a:lnTo>
                  <a:lnTo>
                    <a:pt x="2827949" y="269139"/>
                  </a:lnTo>
                  <a:lnTo>
                    <a:pt x="2826877" y="268761"/>
                  </a:lnTo>
                  <a:lnTo>
                    <a:pt x="2825806" y="268384"/>
                  </a:lnTo>
                  <a:lnTo>
                    <a:pt x="2824734" y="268007"/>
                  </a:lnTo>
                  <a:lnTo>
                    <a:pt x="2823662" y="267631"/>
                  </a:lnTo>
                  <a:lnTo>
                    <a:pt x="2822591" y="267255"/>
                  </a:lnTo>
                  <a:lnTo>
                    <a:pt x="2821519" y="266880"/>
                  </a:lnTo>
                  <a:lnTo>
                    <a:pt x="2820448" y="266505"/>
                  </a:lnTo>
                  <a:lnTo>
                    <a:pt x="2819376" y="266131"/>
                  </a:lnTo>
                  <a:lnTo>
                    <a:pt x="2818304" y="265757"/>
                  </a:lnTo>
                  <a:lnTo>
                    <a:pt x="2817233" y="265384"/>
                  </a:lnTo>
                  <a:lnTo>
                    <a:pt x="2816161" y="265011"/>
                  </a:lnTo>
                  <a:lnTo>
                    <a:pt x="2815090" y="264639"/>
                  </a:lnTo>
                  <a:lnTo>
                    <a:pt x="2814018" y="264267"/>
                  </a:lnTo>
                  <a:lnTo>
                    <a:pt x="2812946" y="263895"/>
                  </a:lnTo>
                  <a:lnTo>
                    <a:pt x="2811875" y="263525"/>
                  </a:lnTo>
                  <a:lnTo>
                    <a:pt x="2810803" y="263154"/>
                  </a:lnTo>
                  <a:lnTo>
                    <a:pt x="2809732" y="262784"/>
                  </a:lnTo>
                  <a:lnTo>
                    <a:pt x="2808660" y="262415"/>
                  </a:lnTo>
                  <a:lnTo>
                    <a:pt x="2807588" y="262046"/>
                  </a:lnTo>
                  <a:lnTo>
                    <a:pt x="2806517" y="261678"/>
                  </a:lnTo>
                  <a:lnTo>
                    <a:pt x="2805445" y="261310"/>
                  </a:lnTo>
                  <a:lnTo>
                    <a:pt x="2804374" y="260942"/>
                  </a:lnTo>
                  <a:lnTo>
                    <a:pt x="2803302" y="260576"/>
                  </a:lnTo>
                  <a:lnTo>
                    <a:pt x="2802230" y="260209"/>
                  </a:lnTo>
                  <a:lnTo>
                    <a:pt x="2801159" y="259843"/>
                  </a:lnTo>
                  <a:lnTo>
                    <a:pt x="2800087" y="259478"/>
                  </a:lnTo>
                  <a:lnTo>
                    <a:pt x="2799016" y="259113"/>
                  </a:lnTo>
                  <a:lnTo>
                    <a:pt x="2797944" y="258748"/>
                  </a:lnTo>
                  <a:lnTo>
                    <a:pt x="2796872" y="258384"/>
                  </a:lnTo>
                  <a:lnTo>
                    <a:pt x="2795801" y="258021"/>
                  </a:lnTo>
                  <a:lnTo>
                    <a:pt x="2794729" y="257658"/>
                  </a:lnTo>
                  <a:lnTo>
                    <a:pt x="2793658" y="257295"/>
                  </a:lnTo>
                  <a:lnTo>
                    <a:pt x="2792586" y="256933"/>
                  </a:lnTo>
                  <a:lnTo>
                    <a:pt x="2791514" y="256572"/>
                  </a:lnTo>
                  <a:lnTo>
                    <a:pt x="2790443" y="256211"/>
                  </a:lnTo>
                  <a:lnTo>
                    <a:pt x="2789371" y="255850"/>
                  </a:lnTo>
                  <a:lnTo>
                    <a:pt x="2788300" y="255490"/>
                  </a:lnTo>
                  <a:lnTo>
                    <a:pt x="2787228" y="255131"/>
                  </a:lnTo>
                  <a:lnTo>
                    <a:pt x="2786156" y="254772"/>
                  </a:lnTo>
                  <a:lnTo>
                    <a:pt x="2785085" y="254413"/>
                  </a:lnTo>
                  <a:lnTo>
                    <a:pt x="2784013" y="254055"/>
                  </a:lnTo>
                  <a:lnTo>
                    <a:pt x="2782942" y="253697"/>
                  </a:lnTo>
                  <a:lnTo>
                    <a:pt x="2781870" y="253340"/>
                  </a:lnTo>
                  <a:lnTo>
                    <a:pt x="2780798" y="252983"/>
                  </a:lnTo>
                  <a:lnTo>
                    <a:pt x="2779727" y="252627"/>
                  </a:lnTo>
                  <a:lnTo>
                    <a:pt x="2778655" y="252272"/>
                  </a:lnTo>
                  <a:lnTo>
                    <a:pt x="2777584" y="251916"/>
                  </a:lnTo>
                  <a:lnTo>
                    <a:pt x="2776512" y="251562"/>
                  </a:lnTo>
                  <a:lnTo>
                    <a:pt x="2775440" y="251207"/>
                  </a:lnTo>
                  <a:lnTo>
                    <a:pt x="2774369" y="250854"/>
                  </a:lnTo>
                  <a:lnTo>
                    <a:pt x="2773297" y="250500"/>
                  </a:lnTo>
                  <a:lnTo>
                    <a:pt x="2772226" y="250148"/>
                  </a:lnTo>
                  <a:lnTo>
                    <a:pt x="2771154" y="249795"/>
                  </a:lnTo>
                  <a:lnTo>
                    <a:pt x="2770082" y="249443"/>
                  </a:lnTo>
                  <a:lnTo>
                    <a:pt x="2769011" y="249092"/>
                  </a:lnTo>
                  <a:lnTo>
                    <a:pt x="2767939" y="248741"/>
                  </a:lnTo>
                  <a:lnTo>
                    <a:pt x="2766868" y="248391"/>
                  </a:lnTo>
                  <a:lnTo>
                    <a:pt x="2765796" y="248041"/>
                  </a:lnTo>
                  <a:lnTo>
                    <a:pt x="2764724" y="247691"/>
                  </a:lnTo>
                  <a:lnTo>
                    <a:pt x="2763653" y="247343"/>
                  </a:lnTo>
                  <a:lnTo>
                    <a:pt x="2762581" y="246994"/>
                  </a:lnTo>
                  <a:lnTo>
                    <a:pt x="2761510" y="246646"/>
                  </a:lnTo>
                  <a:lnTo>
                    <a:pt x="2760438" y="246299"/>
                  </a:lnTo>
                  <a:lnTo>
                    <a:pt x="2759366" y="245952"/>
                  </a:lnTo>
                  <a:lnTo>
                    <a:pt x="2758295" y="245605"/>
                  </a:lnTo>
                  <a:lnTo>
                    <a:pt x="2757223" y="245259"/>
                  </a:lnTo>
                  <a:lnTo>
                    <a:pt x="2756152" y="244913"/>
                  </a:lnTo>
                  <a:lnTo>
                    <a:pt x="2755080" y="244568"/>
                  </a:lnTo>
                  <a:lnTo>
                    <a:pt x="2754008" y="244223"/>
                  </a:lnTo>
                  <a:lnTo>
                    <a:pt x="2752937" y="243879"/>
                  </a:lnTo>
                  <a:lnTo>
                    <a:pt x="2751865" y="243536"/>
                  </a:lnTo>
                  <a:lnTo>
                    <a:pt x="2750794" y="243192"/>
                  </a:lnTo>
                  <a:lnTo>
                    <a:pt x="2749722" y="242850"/>
                  </a:lnTo>
                  <a:lnTo>
                    <a:pt x="2748650" y="242507"/>
                  </a:lnTo>
                  <a:lnTo>
                    <a:pt x="2747579" y="242165"/>
                  </a:lnTo>
                  <a:lnTo>
                    <a:pt x="2746507" y="241824"/>
                  </a:lnTo>
                  <a:lnTo>
                    <a:pt x="2745436" y="241483"/>
                  </a:lnTo>
                  <a:lnTo>
                    <a:pt x="2744364" y="241143"/>
                  </a:lnTo>
                  <a:lnTo>
                    <a:pt x="2743292" y="240803"/>
                  </a:lnTo>
                  <a:lnTo>
                    <a:pt x="2742221" y="240463"/>
                  </a:lnTo>
                  <a:lnTo>
                    <a:pt x="2741149" y="240124"/>
                  </a:lnTo>
                  <a:lnTo>
                    <a:pt x="2740078" y="239786"/>
                  </a:lnTo>
                  <a:lnTo>
                    <a:pt x="2739006" y="239448"/>
                  </a:lnTo>
                  <a:lnTo>
                    <a:pt x="2737934" y="239110"/>
                  </a:lnTo>
                  <a:lnTo>
                    <a:pt x="2736863" y="238773"/>
                  </a:lnTo>
                  <a:lnTo>
                    <a:pt x="2735791" y="238436"/>
                  </a:lnTo>
                  <a:lnTo>
                    <a:pt x="2734720" y="238100"/>
                  </a:lnTo>
                  <a:lnTo>
                    <a:pt x="2733648" y="237764"/>
                  </a:lnTo>
                  <a:lnTo>
                    <a:pt x="2732576" y="237429"/>
                  </a:lnTo>
                  <a:lnTo>
                    <a:pt x="2731505" y="237094"/>
                  </a:lnTo>
                  <a:lnTo>
                    <a:pt x="2730433" y="236760"/>
                  </a:lnTo>
                  <a:lnTo>
                    <a:pt x="2729362" y="236426"/>
                  </a:lnTo>
                  <a:lnTo>
                    <a:pt x="2728290" y="236092"/>
                  </a:lnTo>
                  <a:lnTo>
                    <a:pt x="2727218" y="235759"/>
                  </a:lnTo>
                  <a:lnTo>
                    <a:pt x="2726147" y="235427"/>
                  </a:lnTo>
                  <a:lnTo>
                    <a:pt x="2725075" y="235095"/>
                  </a:lnTo>
                  <a:lnTo>
                    <a:pt x="2724004" y="234763"/>
                  </a:lnTo>
                  <a:lnTo>
                    <a:pt x="2722932" y="234432"/>
                  </a:lnTo>
                  <a:lnTo>
                    <a:pt x="2721860" y="234101"/>
                  </a:lnTo>
                  <a:lnTo>
                    <a:pt x="2720789" y="233771"/>
                  </a:lnTo>
                  <a:lnTo>
                    <a:pt x="2719717" y="233441"/>
                  </a:lnTo>
                  <a:lnTo>
                    <a:pt x="2718646" y="233112"/>
                  </a:lnTo>
                  <a:lnTo>
                    <a:pt x="2717574" y="232783"/>
                  </a:lnTo>
                  <a:lnTo>
                    <a:pt x="2716502" y="232455"/>
                  </a:lnTo>
                  <a:lnTo>
                    <a:pt x="2715431" y="232127"/>
                  </a:lnTo>
                  <a:lnTo>
                    <a:pt x="2714359" y="231799"/>
                  </a:lnTo>
                  <a:lnTo>
                    <a:pt x="2713288" y="231472"/>
                  </a:lnTo>
                  <a:lnTo>
                    <a:pt x="2712216" y="231145"/>
                  </a:lnTo>
                  <a:lnTo>
                    <a:pt x="2711144" y="230819"/>
                  </a:lnTo>
                  <a:lnTo>
                    <a:pt x="2710073" y="230493"/>
                  </a:lnTo>
                  <a:lnTo>
                    <a:pt x="2709001" y="230168"/>
                  </a:lnTo>
                  <a:lnTo>
                    <a:pt x="2707930" y="229843"/>
                  </a:lnTo>
                  <a:lnTo>
                    <a:pt x="2706858" y="229519"/>
                  </a:lnTo>
                  <a:lnTo>
                    <a:pt x="2705786" y="229195"/>
                  </a:lnTo>
                  <a:lnTo>
                    <a:pt x="2704715" y="228871"/>
                  </a:lnTo>
                  <a:lnTo>
                    <a:pt x="2703643" y="228548"/>
                  </a:lnTo>
                  <a:lnTo>
                    <a:pt x="2702572" y="228225"/>
                  </a:lnTo>
                  <a:lnTo>
                    <a:pt x="2701500" y="227903"/>
                  </a:lnTo>
                  <a:lnTo>
                    <a:pt x="2700428" y="227581"/>
                  </a:lnTo>
                  <a:lnTo>
                    <a:pt x="2699357" y="227260"/>
                  </a:lnTo>
                  <a:lnTo>
                    <a:pt x="2698285" y="226939"/>
                  </a:lnTo>
                  <a:lnTo>
                    <a:pt x="2697214" y="226619"/>
                  </a:lnTo>
                  <a:lnTo>
                    <a:pt x="2696142" y="226299"/>
                  </a:lnTo>
                  <a:lnTo>
                    <a:pt x="2695070" y="225979"/>
                  </a:lnTo>
                  <a:lnTo>
                    <a:pt x="2693999" y="225660"/>
                  </a:lnTo>
                  <a:lnTo>
                    <a:pt x="2692927" y="225341"/>
                  </a:lnTo>
                  <a:lnTo>
                    <a:pt x="2691856" y="225023"/>
                  </a:lnTo>
                  <a:lnTo>
                    <a:pt x="2690784" y="224705"/>
                  </a:lnTo>
                  <a:lnTo>
                    <a:pt x="2689712" y="224388"/>
                  </a:lnTo>
                  <a:lnTo>
                    <a:pt x="2688641" y="224071"/>
                  </a:lnTo>
                  <a:lnTo>
                    <a:pt x="2687569" y="223754"/>
                  </a:lnTo>
                  <a:lnTo>
                    <a:pt x="2686498" y="223438"/>
                  </a:lnTo>
                  <a:lnTo>
                    <a:pt x="2685426" y="223122"/>
                  </a:lnTo>
                  <a:lnTo>
                    <a:pt x="2684354" y="222807"/>
                  </a:lnTo>
                  <a:lnTo>
                    <a:pt x="2683283" y="222492"/>
                  </a:lnTo>
                  <a:lnTo>
                    <a:pt x="2682211" y="222178"/>
                  </a:lnTo>
                  <a:lnTo>
                    <a:pt x="2681140" y="221864"/>
                  </a:lnTo>
                  <a:lnTo>
                    <a:pt x="2680068" y="221550"/>
                  </a:lnTo>
                  <a:lnTo>
                    <a:pt x="2678996" y="221237"/>
                  </a:lnTo>
                  <a:lnTo>
                    <a:pt x="2677925" y="220924"/>
                  </a:lnTo>
                  <a:lnTo>
                    <a:pt x="2676853" y="220612"/>
                  </a:lnTo>
                  <a:lnTo>
                    <a:pt x="2675782" y="220300"/>
                  </a:lnTo>
                  <a:lnTo>
                    <a:pt x="2674710" y="219989"/>
                  </a:lnTo>
                  <a:lnTo>
                    <a:pt x="2673638" y="219678"/>
                  </a:lnTo>
                  <a:lnTo>
                    <a:pt x="2672567" y="219367"/>
                  </a:lnTo>
                  <a:lnTo>
                    <a:pt x="2671495" y="219057"/>
                  </a:lnTo>
                  <a:lnTo>
                    <a:pt x="2670424" y="218747"/>
                  </a:lnTo>
                  <a:lnTo>
                    <a:pt x="2669352" y="218437"/>
                  </a:lnTo>
                  <a:lnTo>
                    <a:pt x="2668280" y="218128"/>
                  </a:lnTo>
                  <a:lnTo>
                    <a:pt x="2667209" y="217820"/>
                  </a:lnTo>
                  <a:lnTo>
                    <a:pt x="2666137" y="217512"/>
                  </a:lnTo>
                  <a:lnTo>
                    <a:pt x="2665066" y="217204"/>
                  </a:lnTo>
                  <a:lnTo>
                    <a:pt x="2663994" y="216896"/>
                  </a:lnTo>
                  <a:lnTo>
                    <a:pt x="2662922" y="216589"/>
                  </a:lnTo>
                  <a:lnTo>
                    <a:pt x="2661851" y="216283"/>
                  </a:lnTo>
                  <a:lnTo>
                    <a:pt x="2660779" y="215977"/>
                  </a:lnTo>
                  <a:lnTo>
                    <a:pt x="2659708" y="215671"/>
                  </a:lnTo>
                  <a:lnTo>
                    <a:pt x="2658636" y="215366"/>
                  </a:lnTo>
                  <a:lnTo>
                    <a:pt x="2657565" y="215061"/>
                  </a:lnTo>
                  <a:lnTo>
                    <a:pt x="2656493" y="214756"/>
                  </a:lnTo>
                  <a:lnTo>
                    <a:pt x="2655421" y="214452"/>
                  </a:lnTo>
                  <a:lnTo>
                    <a:pt x="2654350" y="214148"/>
                  </a:lnTo>
                  <a:lnTo>
                    <a:pt x="2653278" y="213845"/>
                  </a:lnTo>
                  <a:lnTo>
                    <a:pt x="2652207" y="213542"/>
                  </a:lnTo>
                  <a:lnTo>
                    <a:pt x="2651135" y="213239"/>
                  </a:lnTo>
                  <a:lnTo>
                    <a:pt x="2650063" y="212937"/>
                  </a:lnTo>
                  <a:lnTo>
                    <a:pt x="2648992" y="212636"/>
                  </a:lnTo>
                  <a:lnTo>
                    <a:pt x="2647920" y="212334"/>
                  </a:lnTo>
                  <a:lnTo>
                    <a:pt x="2646849" y="212033"/>
                  </a:lnTo>
                  <a:lnTo>
                    <a:pt x="2645777" y="211733"/>
                  </a:lnTo>
                  <a:lnTo>
                    <a:pt x="2644705" y="211432"/>
                  </a:lnTo>
                  <a:lnTo>
                    <a:pt x="2643634" y="211133"/>
                  </a:lnTo>
                  <a:lnTo>
                    <a:pt x="2642562" y="210833"/>
                  </a:lnTo>
                  <a:lnTo>
                    <a:pt x="2641491" y="210534"/>
                  </a:lnTo>
                  <a:lnTo>
                    <a:pt x="2640419" y="210235"/>
                  </a:lnTo>
                  <a:lnTo>
                    <a:pt x="2639347" y="209937"/>
                  </a:lnTo>
                  <a:lnTo>
                    <a:pt x="2638276" y="209639"/>
                  </a:lnTo>
                  <a:lnTo>
                    <a:pt x="2637204" y="209342"/>
                  </a:lnTo>
                  <a:lnTo>
                    <a:pt x="2636133" y="209045"/>
                  </a:lnTo>
                  <a:lnTo>
                    <a:pt x="2635061" y="208748"/>
                  </a:lnTo>
                  <a:lnTo>
                    <a:pt x="2633989" y="208451"/>
                  </a:lnTo>
                  <a:lnTo>
                    <a:pt x="2632918" y="208155"/>
                  </a:lnTo>
                  <a:lnTo>
                    <a:pt x="2631846" y="207860"/>
                  </a:lnTo>
                  <a:lnTo>
                    <a:pt x="2630775" y="207565"/>
                  </a:lnTo>
                  <a:lnTo>
                    <a:pt x="2629703" y="207270"/>
                  </a:lnTo>
                  <a:lnTo>
                    <a:pt x="2628631" y="206975"/>
                  </a:lnTo>
                  <a:lnTo>
                    <a:pt x="2627560" y="206681"/>
                  </a:lnTo>
                  <a:lnTo>
                    <a:pt x="2626488" y="206387"/>
                  </a:lnTo>
                  <a:lnTo>
                    <a:pt x="2625417" y="206094"/>
                  </a:lnTo>
                  <a:lnTo>
                    <a:pt x="2624345" y="205801"/>
                  </a:lnTo>
                  <a:lnTo>
                    <a:pt x="2623273" y="205508"/>
                  </a:lnTo>
                  <a:lnTo>
                    <a:pt x="2622202" y="205216"/>
                  </a:lnTo>
                  <a:lnTo>
                    <a:pt x="2621130" y="204924"/>
                  </a:lnTo>
                  <a:lnTo>
                    <a:pt x="2620059" y="204632"/>
                  </a:lnTo>
                  <a:lnTo>
                    <a:pt x="2618987" y="204341"/>
                  </a:lnTo>
                  <a:lnTo>
                    <a:pt x="2617915" y="204050"/>
                  </a:lnTo>
                  <a:lnTo>
                    <a:pt x="2616844" y="203760"/>
                  </a:lnTo>
                  <a:lnTo>
                    <a:pt x="2615772" y="203470"/>
                  </a:lnTo>
                  <a:lnTo>
                    <a:pt x="2614701" y="203180"/>
                  </a:lnTo>
                  <a:lnTo>
                    <a:pt x="2613629" y="202891"/>
                  </a:lnTo>
                  <a:lnTo>
                    <a:pt x="2612557" y="202602"/>
                  </a:lnTo>
                  <a:lnTo>
                    <a:pt x="2611486" y="202313"/>
                  </a:lnTo>
                  <a:lnTo>
                    <a:pt x="2610414" y="202024"/>
                  </a:lnTo>
                  <a:lnTo>
                    <a:pt x="2609343" y="201736"/>
                  </a:lnTo>
                  <a:lnTo>
                    <a:pt x="2608271" y="201449"/>
                  </a:lnTo>
                  <a:lnTo>
                    <a:pt x="2607199" y="201162"/>
                  </a:lnTo>
                  <a:lnTo>
                    <a:pt x="2606128" y="200875"/>
                  </a:lnTo>
                  <a:lnTo>
                    <a:pt x="2605056" y="200588"/>
                  </a:lnTo>
                  <a:lnTo>
                    <a:pt x="2603985" y="200302"/>
                  </a:lnTo>
                  <a:lnTo>
                    <a:pt x="2602913" y="200016"/>
                  </a:lnTo>
                  <a:lnTo>
                    <a:pt x="2601841" y="199730"/>
                  </a:lnTo>
                  <a:lnTo>
                    <a:pt x="2600770" y="199445"/>
                  </a:lnTo>
                  <a:lnTo>
                    <a:pt x="2599698" y="199160"/>
                  </a:lnTo>
                  <a:lnTo>
                    <a:pt x="2598627" y="198876"/>
                  </a:lnTo>
                  <a:lnTo>
                    <a:pt x="2597555" y="198591"/>
                  </a:lnTo>
                  <a:lnTo>
                    <a:pt x="2596483" y="198307"/>
                  </a:lnTo>
                  <a:lnTo>
                    <a:pt x="2595412" y="198024"/>
                  </a:lnTo>
                  <a:lnTo>
                    <a:pt x="2594340" y="197741"/>
                  </a:lnTo>
                  <a:lnTo>
                    <a:pt x="2593269" y="197458"/>
                  </a:lnTo>
                  <a:lnTo>
                    <a:pt x="2592197" y="197175"/>
                  </a:lnTo>
                  <a:lnTo>
                    <a:pt x="2591125" y="196893"/>
                  </a:lnTo>
                  <a:lnTo>
                    <a:pt x="2590054" y="196611"/>
                  </a:lnTo>
                  <a:lnTo>
                    <a:pt x="2588982" y="196330"/>
                  </a:lnTo>
                  <a:lnTo>
                    <a:pt x="2587911" y="196048"/>
                  </a:lnTo>
                  <a:lnTo>
                    <a:pt x="2586839" y="195768"/>
                  </a:lnTo>
                  <a:lnTo>
                    <a:pt x="2585767" y="195487"/>
                  </a:lnTo>
                  <a:lnTo>
                    <a:pt x="2584696" y="195207"/>
                  </a:lnTo>
                  <a:lnTo>
                    <a:pt x="2583624" y="194927"/>
                  </a:lnTo>
                  <a:lnTo>
                    <a:pt x="2582553" y="194647"/>
                  </a:lnTo>
                  <a:lnTo>
                    <a:pt x="2581481" y="194368"/>
                  </a:lnTo>
                  <a:lnTo>
                    <a:pt x="2580409" y="194089"/>
                  </a:lnTo>
                  <a:lnTo>
                    <a:pt x="2579338" y="193810"/>
                  </a:lnTo>
                  <a:lnTo>
                    <a:pt x="2578266" y="193532"/>
                  </a:lnTo>
                  <a:lnTo>
                    <a:pt x="2577195" y="193254"/>
                  </a:lnTo>
                  <a:lnTo>
                    <a:pt x="2576123" y="192976"/>
                  </a:lnTo>
                  <a:lnTo>
                    <a:pt x="2575051" y="192699"/>
                  </a:lnTo>
                  <a:lnTo>
                    <a:pt x="2573980" y="192422"/>
                  </a:lnTo>
                  <a:lnTo>
                    <a:pt x="2572908" y="192145"/>
                  </a:lnTo>
                  <a:lnTo>
                    <a:pt x="2571837" y="191869"/>
                  </a:lnTo>
                  <a:lnTo>
                    <a:pt x="2570765" y="191592"/>
                  </a:lnTo>
                  <a:lnTo>
                    <a:pt x="2569693" y="191317"/>
                  </a:lnTo>
                  <a:lnTo>
                    <a:pt x="2568622" y="191041"/>
                  </a:lnTo>
                  <a:lnTo>
                    <a:pt x="2567550" y="190766"/>
                  </a:lnTo>
                  <a:lnTo>
                    <a:pt x="2566479" y="190491"/>
                  </a:lnTo>
                  <a:lnTo>
                    <a:pt x="2565407" y="190216"/>
                  </a:lnTo>
                  <a:lnTo>
                    <a:pt x="2564335" y="189942"/>
                  </a:lnTo>
                  <a:lnTo>
                    <a:pt x="2563264" y="189668"/>
                  </a:lnTo>
                  <a:lnTo>
                    <a:pt x="2562192" y="189394"/>
                  </a:lnTo>
                  <a:lnTo>
                    <a:pt x="2561121" y="189121"/>
                  </a:lnTo>
                  <a:lnTo>
                    <a:pt x="2560049" y="188847"/>
                  </a:lnTo>
                  <a:lnTo>
                    <a:pt x="2558977" y="188575"/>
                  </a:lnTo>
                  <a:lnTo>
                    <a:pt x="2557906" y="188302"/>
                  </a:lnTo>
                  <a:lnTo>
                    <a:pt x="2556834" y="188030"/>
                  </a:lnTo>
                  <a:lnTo>
                    <a:pt x="2555763" y="187758"/>
                  </a:lnTo>
                  <a:lnTo>
                    <a:pt x="2554691" y="187486"/>
                  </a:lnTo>
                  <a:lnTo>
                    <a:pt x="2553619" y="187215"/>
                  </a:lnTo>
                  <a:lnTo>
                    <a:pt x="2552548" y="186944"/>
                  </a:lnTo>
                  <a:lnTo>
                    <a:pt x="2551476" y="186673"/>
                  </a:lnTo>
                  <a:lnTo>
                    <a:pt x="2550405" y="186402"/>
                  </a:lnTo>
                  <a:lnTo>
                    <a:pt x="2549333" y="186132"/>
                  </a:lnTo>
                  <a:lnTo>
                    <a:pt x="2548261" y="185862"/>
                  </a:lnTo>
                  <a:lnTo>
                    <a:pt x="2547190" y="185592"/>
                  </a:lnTo>
                  <a:lnTo>
                    <a:pt x="2546118" y="185323"/>
                  </a:lnTo>
                  <a:lnTo>
                    <a:pt x="2545047" y="185054"/>
                  </a:lnTo>
                  <a:lnTo>
                    <a:pt x="2543975" y="184785"/>
                  </a:lnTo>
                  <a:lnTo>
                    <a:pt x="2542903" y="184516"/>
                  </a:lnTo>
                  <a:lnTo>
                    <a:pt x="2541832" y="184248"/>
                  </a:lnTo>
                  <a:lnTo>
                    <a:pt x="2540760" y="183980"/>
                  </a:lnTo>
                  <a:lnTo>
                    <a:pt x="2539689" y="183712"/>
                  </a:lnTo>
                  <a:lnTo>
                    <a:pt x="2538617" y="183444"/>
                  </a:lnTo>
                  <a:lnTo>
                    <a:pt x="2537545" y="183177"/>
                  </a:lnTo>
                  <a:lnTo>
                    <a:pt x="2536474" y="182910"/>
                  </a:lnTo>
                  <a:lnTo>
                    <a:pt x="2535402" y="182644"/>
                  </a:lnTo>
                  <a:lnTo>
                    <a:pt x="2534331" y="182377"/>
                  </a:lnTo>
                  <a:lnTo>
                    <a:pt x="2533259" y="182111"/>
                  </a:lnTo>
                  <a:lnTo>
                    <a:pt x="2532187" y="181845"/>
                  </a:lnTo>
                  <a:lnTo>
                    <a:pt x="2531116" y="181579"/>
                  </a:lnTo>
                  <a:lnTo>
                    <a:pt x="2530044" y="181314"/>
                  </a:lnTo>
                  <a:lnTo>
                    <a:pt x="2528973" y="181049"/>
                  </a:lnTo>
                  <a:lnTo>
                    <a:pt x="2527901" y="180784"/>
                  </a:lnTo>
                  <a:lnTo>
                    <a:pt x="2526829" y="180519"/>
                  </a:lnTo>
                  <a:lnTo>
                    <a:pt x="2525758" y="180255"/>
                  </a:lnTo>
                  <a:lnTo>
                    <a:pt x="2524686" y="179991"/>
                  </a:lnTo>
                  <a:lnTo>
                    <a:pt x="2523615" y="179727"/>
                  </a:lnTo>
                  <a:lnTo>
                    <a:pt x="2522543" y="179463"/>
                  </a:lnTo>
                  <a:lnTo>
                    <a:pt x="2521471" y="179200"/>
                  </a:lnTo>
                  <a:lnTo>
                    <a:pt x="2520400" y="178937"/>
                  </a:lnTo>
                  <a:lnTo>
                    <a:pt x="2519328" y="178674"/>
                  </a:lnTo>
                  <a:lnTo>
                    <a:pt x="2518257" y="178411"/>
                  </a:lnTo>
                  <a:lnTo>
                    <a:pt x="2517185" y="178149"/>
                  </a:lnTo>
                  <a:lnTo>
                    <a:pt x="2516113" y="177887"/>
                  </a:lnTo>
                  <a:lnTo>
                    <a:pt x="2515042" y="177625"/>
                  </a:lnTo>
                  <a:lnTo>
                    <a:pt x="2513970" y="177363"/>
                  </a:lnTo>
                  <a:lnTo>
                    <a:pt x="2512899" y="177101"/>
                  </a:lnTo>
                  <a:lnTo>
                    <a:pt x="2511827" y="176840"/>
                  </a:lnTo>
                  <a:lnTo>
                    <a:pt x="2510755" y="176579"/>
                  </a:lnTo>
                  <a:lnTo>
                    <a:pt x="2509684" y="176319"/>
                  </a:lnTo>
                  <a:lnTo>
                    <a:pt x="2508612" y="176058"/>
                  </a:lnTo>
                  <a:lnTo>
                    <a:pt x="2507541" y="175798"/>
                  </a:lnTo>
                  <a:lnTo>
                    <a:pt x="2506469" y="175538"/>
                  </a:lnTo>
                  <a:lnTo>
                    <a:pt x="2505397" y="175278"/>
                  </a:lnTo>
                  <a:lnTo>
                    <a:pt x="2504326" y="175018"/>
                  </a:lnTo>
                  <a:lnTo>
                    <a:pt x="2503254" y="174759"/>
                  </a:lnTo>
                  <a:lnTo>
                    <a:pt x="2502183" y="174500"/>
                  </a:lnTo>
                  <a:lnTo>
                    <a:pt x="2501111" y="174241"/>
                  </a:lnTo>
                  <a:lnTo>
                    <a:pt x="2500039" y="173982"/>
                  </a:lnTo>
                  <a:lnTo>
                    <a:pt x="2498968" y="173724"/>
                  </a:lnTo>
                  <a:lnTo>
                    <a:pt x="2497896" y="173466"/>
                  </a:lnTo>
                  <a:lnTo>
                    <a:pt x="2496825" y="173208"/>
                  </a:lnTo>
                  <a:lnTo>
                    <a:pt x="2495753" y="172950"/>
                  </a:lnTo>
                  <a:lnTo>
                    <a:pt x="2494681" y="172692"/>
                  </a:lnTo>
                  <a:lnTo>
                    <a:pt x="2493610" y="172435"/>
                  </a:lnTo>
                  <a:lnTo>
                    <a:pt x="2492538" y="172178"/>
                  </a:lnTo>
                  <a:lnTo>
                    <a:pt x="2491467" y="171921"/>
                  </a:lnTo>
                  <a:lnTo>
                    <a:pt x="2490395" y="171664"/>
                  </a:lnTo>
                  <a:lnTo>
                    <a:pt x="2489323" y="171407"/>
                  </a:lnTo>
                  <a:lnTo>
                    <a:pt x="2488252" y="171151"/>
                  </a:lnTo>
                  <a:lnTo>
                    <a:pt x="2487180" y="170895"/>
                  </a:lnTo>
                  <a:lnTo>
                    <a:pt x="2486109" y="170639"/>
                  </a:lnTo>
                  <a:lnTo>
                    <a:pt x="2485037" y="170383"/>
                  </a:lnTo>
                  <a:lnTo>
                    <a:pt x="2483966" y="170128"/>
                  </a:lnTo>
                  <a:lnTo>
                    <a:pt x="2482894" y="169873"/>
                  </a:lnTo>
                  <a:lnTo>
                    <a:pt x="2481822" y="169617"/>
                  </a:lnTo>
                  <a:lnTo>
                    <a:pt x="2480751" y="169363"/>
                  </a:lnTo>
                  <a:lnTo>
                    <a:pt x="2479679" y="169108"/>
                  </a:lnTo>
                  <a:lnTo>
                    <a:pt x="2478608" y="168853"/>
                  </a:lnTo>
                  <a:lnTo>
                    <a:pt x="2477536" y="168599"/>
                  </a:lnTo>
                  <a:lnTo>
                    <a:pt x="2476464" y="168345"/>
                  </a:lnTo>
                  <a:lnTo>
                    <a:pt x="2475393" y="168091"/>
                  </a:lnTo>
                  <a:lnTo>
                    <a:pt x="2474321" y="167837"/>
                  </a:lnTo>
                  <a:lnTo>
                    <a:pt x="2473250" y="167584"/>
                  </a:lnTo>
                  <a:lnTo>
                    <a:pt x="2472178" y="167330"/>
                  </a:lnTo>
                  <a:lnTo>
                    <a:pt x="2471106" y="167077"/>
                  </a:lnTo>
                  <a:lnTo>
                    <a:pt x="2470035" y="166824"/>
                  </a:lnTo>
                  <a:lnTo>
                    <a:pt x="2468963" y="166571"/>
                  </a:lnTo>
                  <a:lnTo>
                    <a:pt x="2467892" y="166319"/>
                  </a:lnTo>
                  <a:lnTo>
                    <a:pt x="2466820" y="166066"/>
                  </a:lnTo>
                  <a:lnTo>
                    <a:pt x="2465748" y="165814"/>
                  </a:lnTo>
                  <a:lnTo>
                    <a:pt x="2464677" y="165562"/>
                  </a:lnTo>
                  <a:lnTo>
                    <a:pt x="2463605" y="165310"/>
                  </a:lnTo>
                  <a:lnTo>
                    <a:pt x="2462534" y="165058"/>
                  </a:lnTo>
                  <a:lnTo>
                    <a:pt x="2461462" y="164807"/>
                  </a:lnTo>
                  <a:lnTo>
                    <a:pt x="2460390" y="164556"/>
                  </a:lnTo>
                  <a:lnTo>
                    <a:pt x="2459319" y="164304"/>
                  </a:lnTo>
                  <a:lnTo>
                    <a:pt x="2458247" y="164053"/>
                  </a:lnTo>
                  <a:lnTo>
                    <a:pt x="2457176" y="163802"/>
                  </a:lnTo>
                  <a:lnTo>
                    <a:pt x="2456104" y="163552"/>
                  </a:lnTo>
                  <a:lnTo>
                    <a:pt x="2455032" y="163301"/>
                  </a:lnTo>
                  <a:lnTo>
                    <a:pt x="2453961" y="163051"/>
                  </a:lnTo>
                  <a:lnTo>
                    <a:pt x="2452889" y="162801"/>
                  </a:lnTo>
                  <a:lnTo>
                    <a:pt x="2451818" y="162551"/>
                  </a:lnTo>
                  <a:lnTo>
                    <a:pt x="2450746" y="162301"/>
                  </a:lnTo>
                  <a:lnTo>
                    <a:pt x="2449674" y="162051"/>
                  </a:lnTo>
                  <a:lnTo>
                    <a:pt x="2448603" y="161802"/>
                  </a:lnTo>
                  <a:lnTo>
                    <a:pt x="2447531" y="161552"/>
                  </a:lnTo>
                  <a:lnTo>
                    <a:pt x="2446460" y="161303"/>
                  </a:lnTo>
                  <a:lnTo>
                    <a:pt x="2445388" y="161054"/>
                  </a:lnTo>
                  <a:lnTo>
                    <a:pt x="2444316" y="160805"/>
                  </a:lnTo>
                  <a:lnTo>
                    <a:pt x="2443245" y="160556"/>
                  </a:lnTo>
                  <a:lnTo>
                    <a:pt x="2442173" y="160308"/>
                  </a:lnTo>
                  <a:lnTo>
                    <a:pt x="2441102" y="160059"/>
                  </a:lnTo>
                  <a:lnTo>
                    <a:pt x="2440030" y="159811"/>
                  </a:lnTo>
                  <a:lnTo>
                    <a:pt x="2438958" y="159563"/>
                  </a:lnTo>
                  <a:lnTo>
                    <a:pt x="2437887" y="159315"/>
                  </a:lnTo>
                  <a:lnTo>
                    <a:pt x="2436815" y="159067"/>
                  </a:lnTo>
                  <a:lnTo>
                    <a:pt x="2435744" y="158819"/>
                  </a:lnTo>
                  <a:lnTo>
                    <a:pt x="2434672" y="158572"/>
                  </a:lnTo>
                  <a:lnTo>
                    <a:pt x="2433600" y="158324"/>
                  </a:lnTo>
                  <a:lnTo>
                    <a:pt x="2432529" y="158077"/>
                  </a:lnTo>
                  <a:lnTo>
                    <a:pt x="2431457" y="157830"/>
                  </a:lnTo>
                  <a:lnTo>
                    <a:pt x="2430386" y="157583"/>
                  </a:lnTo>
                  <a:lnTo>
                    <a:pt x="2429314" y="157336"/>
                  </a:lnTo>
                  <a:lnTo>
                    <a:pt x="2428242" y="157089"/>
                  </a:lnTo>
                  <a:lnTo>
                    <a:pt x="2427171" y="156843"/>
                  </a:lnTo>
                  <a:lnTo>
                    <a:pt x="2426099" y="156596"/>
                  </a:lnTo>
                  <a:lnTo>
                    <a:pt x="2425028" y="156350"/>
                  </a:lnTo>
                  <a:lnTo>
                    <a:pt x="2423956" y="156104"/>
                  </a:lnTo>
                  <a:lnTo>
                    <a:pt x="2422884" y="155858"/>
                  </a:lnTo>
                  <a:lnTo>
                    <a:pt x="2421813" y="155612"/>
                  </a:lnTo>
                  <a:lnTo>
                    <a:pt x="2420741" y="155366"/>
                  </a:lnTo>
                  <a:lnTo>
                    <a:pt x="2419670" y="155120"/>
                  </a:lnTo>
                  <a:lnTo>
                    <a:pt x="2418598" y="154875"/>
                  </a:lnTo>
                  <a:lnTo>
                    <a:pt x="2417526" y="154629"/>
                  </a:lnTo>
                  <a:lnTo>
                    <a:pt x="2416455" y="154384"/>
                  </a:lnTo>
                  <a:lnTo>
                    <a:pt x="2415383" y="154139"/>
                  </a:lnTo>
                  <a:lnTo>
                    <a:pt x="2414312" y="153894"/>
                  </a:lnTo>
                  <a:lnTo>
                    <a:pt x="2413240" y="153649"/>
                  </a:lnTo>
                  <a:lnTo>
                    <a:pt x="2412168" y="153404"/>
                  </a:lnTo>
                  <a:lnTo>
                    <a:pt x="2411097" y="153159"/>
                  </a:lnTo>
                  <a:lnTo>
                    <a:pt x="2410025" y="152915"/>
                  </a:lnTo>
                  <a:lnTo>
                    <a:pt x="2408954" y="152670"/>
                  </a:lnTo>
                  <a:lnTo>
                    <a:pt x="2407882" y="152426"/>
                  </a:lnTo>
                  <a:lnTo>
                    <a:pt x="2406810" y="152182"/>
                  </a:lnTo>
                  <a:lnTo>
                    <a:pt x="2405739" y="151938"/>
                  </a:lnTo>
                  <a:lnTo>
                    <a:pt x="2404667" y="151693"/>
                  </a:lnTo>
                  <a:lnTo>
                    <a:pt x="2403596" y="151450"/>
                  </a:lnTo>
                  <a:lnTo>
                    <a:pt x="2402524" y="151206"/>
                  </a:lnTo>
                  <a:lnTo>
                    <a:pt x="2401452" y="150962"/>
                  </a:lnTo>
                  <a:lnTo>
                    <a:pt x="2400381" y="150718"/>
                  </a:lnTo>
                  <a:lnTo>
                    <a:pt x="2399309" y="150475"/>
                  </a:lnTo>
                  <a:lnTo>
                    <a:pt x="2398238" y="150231"/>
                  </a:lnTo>
                  <a:lnTo>
                    <a:pt x="2397166" y="149988"/>
                  </a:lnTo>
                  <a:lnTo>
                    <a:pt x="2396094" y="149745"/>
                  </a:lnTo>
                  <a:lnTo>
                    <a:pt x="2395023" y="149502"/>
                  </a:lnTo>
                  <a:lnTo>
                    <a:pt x="2393951" y="149259"/>
                  </a:lnTo>
                  <a:lnTo>
                    <a:pt x="2392880" y="149016"/>
                  </a:lnTo>
                  <a:lnTo>
                    <a:pt x="2391808" y="148773"/>
                  </a:lnTo>
                  <a:lnTo>
                    <a:pt x="2390736" y="148530"/>
                  </a:lnTo>
                  <a:lnTo>
                    <a:pt x="2389665" y="148288"/>
                  </a:lnTo>
                  <a:lnTo>
                    <a:pt x="2388593" y="148045"/>
                  </a:lnTo>
                  <a:lnTo>
                    <a:pt x="2387522" y="147803"/>
                  </a:lnTo>
                  <a:lnTo>
                    <a:pt x="2386450" y="147560"/>
                  </a:lnTo>
                  <a:lnTo>
                    <a:pt x="2385378" y="147318"/>
                  </a:lnTo>
                  <a:lnTo>
                    <a:pt x="2384307" y="147076"/>
                  </a:lnTo>
                  <a:lnTo>
                    <a:pt x="2383235" y="146834"/>
                  </a:lnTo>
                  <a:lnTo>
                    <a:pt x="2382164" y="146592"/>
                  </a:lnTo>
                  <a:lnTo>
                    <a:pt x="2381092" y="146350"/>
                  </a:lnTo>
                  <a:lnTo>
                    <a:pt x="2380020" y="146108"/>
                  </a:lnTo>
                  <a:lnTo>
                    <a:pt x="2378949" y="145866"/>
                  </a:lnTo>
                  <a:lnTo>
                    <a:pt x="2377877" y="145624"/>
                  </a:lnTo>
                  <a:lnTo>
                    <a:pt x="2376806" y="145383"/>
                  </a:lnTo>
                  <a:lnTo>
                    <a:pt x="2375734" y="145141"/>
                  </a:lnTo>
                  <a:lnTo>
                    <a:pt x="2374662" y="144899"/>
                  </a:lnTo>
                  <a:lnTo>
                    <a:pt x="2373591" y="144658"/>
                  </a:lnTo>
                  <a:lnTo>
                    <a:pt x="2372519" y="144417"/>
                  </a:lnTo>
                  <a:lnTo>
                    <a:pt x="2371448" y="144175"/>
                  </a:lnTo>
                  <a:lnTo>
                    <a:pt x="2370376" y="143934"/>
                  </a:lnTo>
                  <a:lnTo>
                    <a:pt x="2369304" y="143693"/>
                  </a:lnTo>
                  <a:lnTo>
                    <a:pt x="2368233" y="143452"/>
                  </a:lnTo>
                  <a:lnTo>
                    <a:pt x="2367161" y="143211"/>
                  </a:lnTo>
                  <a:lnTo>
                    <a:pt x="2366090" y="142970"/>
                  </a:lnTo>
                  <a:lnTo>
                    <a:pt x="2365018" y="142729"/>
                  </a:lnTo>
                  <a:lnTo>
                    <a:pt x="2363946" y="142488"/>
                  </a:lnTo>
                  <a:lnTo>
                    <a:pt x="2362875" y="142248"/>
                  </a:lnTo>
                  <a:lnTo>
                    <a:pt x="2361803" y="142007"/>
                  </a:lnTo>
                  <a:lnTo>
                    <a:pt x="2360732" y="141766"/>
                  </a:lnTo>
                  <a:lnTo>
                    <a:pt x="2359660" y="141526"/>
                  </a:lnTo>
                  <a:lnTo>
                    <a:pt x="2358588" y="141285"/>
                  </a:lnTo>
                  <a:lnTo>
                    <a:pt x="2357517" y="141045"/>
                  </a:lnTo>
                  <a:lnTo>
                    <a:pt x="2356445" y="140804"/>
                  </a:lnTo>
                  <a:lnTo>
                    <a:pt x="2355374" y="140564"/>
                  </a:lnTo>
                  <a:lnTo>
                    <a:pt x="2354302" y="140324"/>
                  </a:lnTo>
                  <a:lnTo>
                    <a:pt x="2353230" y="140083"/>
                  </a:lnTo>
                  <a:lnTo>
                    <a:pt x="2352159" y="139843"/>
                  </a:lnTo>
                  <a:lnTo>
                    <a:pt x="2351087" y="139603"/>
                  </a:lnTo>
                  <a:lnTo>
                    <a:pt x="2350016" y="139363"/>
                  </a:lnTo>
                  <a:lnTo>
                    <a:pt x="2348944" y="139123"/>
                  </a:lnTo>
                  <a:lnTo>
                    <a:pt x="2347872" y="138883"/>
                  </a:lnTo>
                  <a:lnTo>
                    <a:pt x="2346801" y="138643"/>
                  </a:lnTo>
                  <a:lnTo>
                    <a:pt x="2345729" y="138403"/>
                  </a:lnTo>
                  <a:lnTo>
                    <a:pt x="2344658" y="138163"/>
                  </a:lnTo>
                  <a:lnTo>
                    <a:pt x="2343586" y="137923"/>
                  </a:lnTo>
                  <a:lnTo>
                    <a:pt x="2342514" y="137683"/>
                  </a:lnTo>
                  <a:lnTo>
                    <a:pt x="2341443" y="137444"/>
                  </a:lnTo>
                  <a:lnTo>
                    <a:pt x="2340371" y="137204"/>
                  </a:lnTo>
                  <a:lnTo>
                    <a:pt x="2339300" y="136964"/>
                  </a:lnTo>
                  <a:lnTo>
                    <a:pt x="2338228" y="136725"/>
                  </a:lnTo>
                  <a:lnTo>
                    <a:pt x="2337156" y="136485"/>
                  </a:lnTo>
                  <a:lnTo>
                    <a:pt x="2336085" y="136245"/>
                  </a:lnTo>
                  <a:lnTo>
                    <a:pt x="2335013" y="136006"/>
                  </a:lnTo>
                  <a:lnTo>
                    <a:pt x="2333942" y="135766"/>
                  </a:lnTo>
                  <a:lnTo>
                    <a:pt x="2332870" y="135527"/>
                  </a:lnTo>
                  <a:lnTo>
                    <a:pt x="2331798" y="135287"/>
                  </a:lnTo>
                  <a:lnTo>
                    <a:pt x="2330727" y="135048"/>
                  </a:lnTo>
                  <a:lnTo>
                    <a:pt x="2329655" y="134808"/>
                  </a:lnTo>
                  <a:lnTo>
                    <a:pt x="2328584" y="134569"/>
                  </a:lnTo>
                  <a:lnTo>
                    <a:pt x="2327512" y="134330"/>
                  </a:lnTo>
                  <a:lnTo>
                    <a:pt x="2326440" y="134090"/>
                  </a:lnTo>
                  <a:lnTo>
                    <a:pt x="2325369" y="133851"/>
                  </a:lnTo>
                  <a:lnTo>
                    <a:pt x="2324297" y="133612"/>
                  </a:lnTo>
                  <a:lnTo>
                    <a:pt x="2323226" y="133372"/>
                  </a:lnTo>
                  <a:lnTo>
                    <a:pt x="2322154" y="133133"/>
                  </a:lnTo>
                  <a:lnTo>
                    <a:pt x="2321082" y="132894"/>
                  </a:lnTo>
                  <a:lnTo>
                    <a:pt x="2320011" y="132655"/>
                  </a:lnTo>
                  <a:lnTo>
                    <a:pt x="2318939" y="132415"/>
                  </a:lnTo>
                  <a:lnTo>
                    <a:pt x="2317868" y="132176"/>
                  </a:lnTo>
                  <a:lnTo>
                    <a:pt x="2316796" y="131937"/>
                  </a:lnTo>
                  <a:lnTo>
                    <a:pt x="2315724" y="131698"/>
                  </a:lnTo>
                  <a:lnTo>
                    <a:pt x="2314653" y="131459"/>
                  </a:lnTo>
                  <a:lnTo>
                    <a:pt x="2313581" y="131219"/>
                  </a:lnTo>
                  <a:lnTo>
                    <a:pt x="2312510" y="130980"/>
                  </a:lnTo>
                  <a:lnTo>
                    <a:pt x="2311438" y="130741"/>
                  </a:lnTo>
                  <a:lnTo>
                    <a:pt x="2310366" y="130502"/>
                  </a:lnTo>
                  <a:lnTo>
                    <a:pt x="2309295" y="130263"/>
                  </a:lnTo>
                  <a:lnTo>
                    <a:pt x="2308223" y="130024"/>
                  </a:lnTo>
                  <a:lnTo>
                    <a:pt x="2307152" y="129785"/>
                  </a:lnTo>
                  <a:lnTo>
                    <a:pt x="2306080" y="129545"/>
                  </a:lnTo>
                  <a:lnTo>
                    <a:pt x="2305009" y="129306"/>
                  </a:lnTo>
                  <a:lnTo>
                    <a:pt x="2303937" y="129067"/>
                  </a:lnTo>
                  <a:lnTo>
                    <a:pt x="2302865" y="128828"/>
                  </a:lnTo>
                  <a:lnTo>
                    <a:pt x="2301794" y="128589"/>
                  </a:lnTo>
                  <a:lnTo>
                    <a:pt x="2300722" y="128350"/>
                  </a:lnTo>
                  <a:lnTo>
                    <a:pt x="2299651" y="128111"/>
                  </a:lnTo>
                  <a:lnTo>
                    <a:pt x="2298579" y="127872"/>
                  </a:lnTo>
                  <a:lnTo>
                    <a:pt x="2297507" y="127632"/>
                  </a:lnTo>
                  <a:lnTo>
                    <a:pt x="2296436" y="127393"/>
                  </a:lnTo>
                  <a:lnTo>
                    <a:pt x="2295364" y="127154"/>
                  </a:lnTo>
                  <a:lnTo>
                    <a:pt x="2294293" y="126915"/>
                  </a:lnTo>
                  <a:lnTo>
                    <a:pt x="2293221" y="126676"/>
                  </a:lnTo>
                  <a:lnTo>
                    <a:pt x="2292149" y="126437"/>
                  </a:lnTo>
                  <a:lnTo>
                    <a:pt x="2291078" y="126197"/>
                  </a:lnTo>
                  <a:lnTo>
                    <a:pt x="2290006" y="125958"/>
                  </a:lnTo>
                  <a:lnTo>
                    <a:pt x="2288935" y="125719"/>
                  </a:lnTo>
                  <a:lnTo>
                    <a:pt x="2287863" y="125480"/>
                  </a:lnTo>
                  <a:lnTo>
                    <a:pt x="2286791" y="125240"/>
                  </a:lnTo>
                  <a:lnTo>
                    <a:pt x="2285720" y="125001"/>
                  </a:lnTo>
                  <a:lnTo>
                    <a:pt x="2284648" y="124762"/>
                  </a:lnTo>
                  <a:lnTo>
                    <a:pt x="2283577" y="124523"/>
                  </a:lnTo>
                  <a:lnTo>
                    <a:pt x="2282505" y="124283"/>
                  </a:lnTo>
                  <a:lnTo>
                    <a:pt x="2281433" y="124044"/>
                  </a:lnTo>
                  <a:lnTo>
                    <a:pt x="2280362" y="123804"/>
                  </a:lnTo>
                  <a:lnTo>
                    <a:pt x="2279290" y="123565"/>
                  </a:lnTo>
                  <a:lnTo>
                    <a:pt x="2278219" y="123326"/>
                  </a:lnTo>
                  <a:lnTo>
                    <a:pt x="2277147" y="123086"/>
                  </a:lnTo>
                  <a:lnTo>
                    <a:pt x="2276075" y="122847"/>
                  </a:lnTo>
                  <a:lnTo>
                    <a:pt x="2275004" y="122607"/>
                  </a:lnTo>
                  <a:lnTo>
                    <a:pt x="2273932" y="122368"/>
                  </a:lnTo>
                  <a:lnTo>
                    <a:pt x="2272861" y="122128"/>
                  </a:lnTo>
                  <a:lnTo>
                    <a:pt x="2271789" y="121888"/>
                  </a:lnTo>
                  <a:lnTo>
                    <a:pt x="2270717" y="121649"/>
                  </a:lnTo>
                  <a:lnTo>
                    <a:pt x="2269646" y="121409"/>
                  </a:lnTo>
                  <a:lnTo>
                    <a:pt x="2268574" y="121169"/>
                  </a:lnTo>
                  <a:lnTo>
                    <a:pt x="2267503" y="120930"/>
                  </a:lnTo>
                  <a:lnTo>
                    <a:pt x="2266431" y="120690"/>
                  </a:lnTo>
                  <a:lnTo>
                    <a:pt x="2265359" y="120450"/>
                  </a:lnTo>
                  <a:lnTo>
                    <a:pt x="2264288" y="120210"/>
                  </a:lnTo>
                  <a:lnTo>
                    <a:pt x="2263216" y="119970"/>
                  </a:lnTo>
                  <a:lnTo>
                    <a:pt x="2262145" y="119731"/>
                  </a:lnTo>
                  <a:lnTo>
                    <a:pt x="2261073" y="119491"/>
                  </a:lnTo>
                  <a:lnTo>
                    <a:pt x="2260001" y="119251"/>
                  </a:lnTo>
                  <a:lnTo>
                    <a:pt x="2258930" y="119011"/>
                  </a:lnTo>
                  <a:lnTo>
                    <a:pt x="2257858" y="118771"/>
                  </a:lnTo>
                  <a:lnTo>
                    <a:pt x="2256787" y="118530"/>
                  </a:lnTo>
                  <a:lnTo>
                    <a:pt x="2255715" y="118290"/>
                  </a:lnTo>
                  <a:lnTo>
                    <a:pt x="2254643" y="118050"/>
                  </a:lnTo>
                  <a:lnTo>
                    <a:pt x="2253572" y="117810"/>
                  </a:lnTo>
                  <a:lnTo>
                    <a:pt x="2252500" y="117569"/>
                  </a:lnTo>
                  <a:lnTo>
                    <a:pt x="2251429" y="117329"/>
                  </a:lnTo>
                  <a:lnTo>
                    <a:pt x="2250357" y="117089"/>
                  </a:lnTo>
                  <a:lnTo>
                    <a:pt x="2249285" y="116848"/>
                  </a:lnTo>
                  <a:lnTo>
                    <a:pt x="2248214" y="116608"/>
                  </a:lnTo>
                  <a:lnTo>
                    <a:pt x="2247142" y="116367"/>
                  </a:lnTo>
                  <a:lnTo>
                    <a:pt x="2246071" y="116127"/>
                  </a:lnTo>
                  <a:lnTo>
                    <a:pt x="2244999" y="115886"/>
                  </a:lnTo>
                  <a:lnTo>
                    <a:pt x="2243927" y="115645"/>
                  </a:lnTo>
                  <a:lnTo>
                    <a:pt x="2242856" y="115404"/>
                  </a:lnTo>
                  <a:lnTo>
                    <a:pt x="2241784" y="115164"/>
                  </a:lnTo>
                  <a:lnTo>
                    <a:pt x="2240713" y="114923"/>
                  </a:lnTo>
                  <a:lnTo>
                    <a:pt x="2239641" y="114682"/>
                  </a:lnTo>
                  <a:lnTo>
                    <a:pt x="2238569" y="114441"/>
                  </a:lnTo>
                  <a:lnTo>
                    <a:pt x="2237498" y="114200"/>
                  </a:lnTo>
                  <a:lnTo>
                    <a:pt x="2236426" y="113959"/>
                  </a:lnTo>
                  <a:lnTo>
                    <a:pt x="2235355" y="113717"/>
                  </a:lnTo>
                  <a:lnTo>
                    <a:pt x="2234283" y="113476"/>
                  </a:lnTo>
                  <a:lnTo>
                    <a:pt x="2233211" y="113235"/>
                  </a:lnTo>
                  <a:lnTo>
                    <a:pt x="2232140" y="112994"/>
                  </a:lnTo>
                  <a:lnTo>
                    <a:pt x="2231068" y="112752"/>
                  </a:lnTo>
                  <a:lnTo>
                    <a:pt x="2229997" y="112511"/>
                  </a:lnTo>
                  <a:lnTo>
                    <a:pt x="2228925" y="112269"/>
                  </a:lnTo>
                  <a:lnTo>
                    <a:pt x="2227853" y="112027"/>
                  </a:lnTo>
                  <a:lnTo>
                    <a:pt x="2226782" y="111786"/>
                  </a:lnTo>
                  <a:lnTo>
                    <a:pt x="2225710" y="111544"/>
                  </a:lnTo>
                  <a:lnTo>
                    <a:pt x="2224639" y="111302"/>
                  </a:lnTo>
                  <a:lnTo>
                    <a:pt x="2223567" y="111060"/>
                  </a:lnTo>
                  <a:lnTo>
                    <a:pt x="2222495" y="110818"/>
                  </a:lnTo>
                  <a:lnTo>
                    <a:pt x="2221424" y="110576"/>
                  </a:lnTo>
                  <a:lnTo>
                    <a:pt x="2220352" y="110334"/>
                  </a:lnTo>
                  <a:lnTo>
                    <a:pt x="2219281" y="110092"/>
                  </a:lnTo>
                  <a:lnTo>
                    <a:pt x="2218209" y="109850"/>
                  </a:lnTo>
                  <a:lnTo>
                    <a:pt x="2217137" y="109607"/>
                  </a:lnTo>
                  <a:lnTo>
                    <a:pt x="2216066" y="109365"/>
                  </a:lnTo>
                  <a:lnTo>
                    <a:pt x="2214994" y="109122"/>
                  </a:lnTo>
                  <a:lnTo>
                    <a:pt x="2213923" y="108880"/>
                  </a:lnTo>
                  <a:lnTo>
                    <a:pt x="2212851" y="108637"/>
                  </a:lnTo>
                  <a:lnTo>
                    <a:pt x="2211779" y="108394"/>
                  </a:lnTo>
                  <a:lnTo>
                    <a:pt x="2210708" y="108152"/>
                  </a:lnTo>
                  <a:lnTo>
                    <a:pt x="2209636" y="107909"/>
                  </a:lnTo>
                  <a:lnTo>
                    <a:pt x="2208565" y="107666"/>
                  </a:lnTo>
                  <a:lnTo>
                    <a:pt x="2207493" y="107423"/>
                  </a:lnTo>
                  <a:lnTo>
                    <a:pt x="2206421" y="107179"/>
                  </a:lnTo>
                  <a:lnTo>
                    <a:pt x="2205350" y="106936"/>
                  </a:lnTo>
                  <a:lnTo>
                    <a:pt x="2204278" y="106693"/>
                  </a:lnTo>
                  <a:lnTo>
                    <a:pt x="2203207" y="106450"/>
                  </a:lnTo>
                  <a:lnTo>
                    <a:pt x="2202135" y="106206"/>
                  </a:lnTo>
                  <a:lnTo>
                    <a:pt x="2201063" y="105963"/>
                  </a:lnTo>
                  <a:lnTo>
                    <a:pt x="2199992" y="105719"/>
                  </a:lnTo>
                  <a:lnTo>
                    <a:pt x="2198920" y="105475"/>
                  </a:lnTo>
                  <a:lnTo>
                    <a:pt x="2197849" y="105231"/>
                  </a:lnTo>
                  <a:lnTo>
                    <a:pt x="2196777" y="104987"/>
                  </a:lnTo>
                  <a:lnTo>
                    <a:pt x="2195705" y="104743"/>
                  </a:lnTo>
                  <a:lnTo>
                    <a:pt x="2194634" y="104499"/>
                  </a:lnTo>
                  <a:lnTo>
                    <a:pt x="2193562" y="104255"/>
                  </a:lnTo>
                  <a:lnTo>
                    <a:pt x="2192491" y="104011"/>
                  </a:lnTo>
                  <a:lnTo>
                    <a:pt x="2191419" y="103767"/>
                  </a:lnTo>
                  <a:lnTo>
                    <a:pt x="2190347" y="103522"/>
                  </a:lnTo>
                  <a:lnTo>
                    <a:pt x="2189276" y="103278"/>
                  </a:lnTo>
                  <a:lnTo>
                    <a:pt x="2188204" y="103033"/>
                  </a:lnTo>
                  <a:lnTo>
                    <a:pt x="2187133" y="102788"/>
                  </a:lnTo>
                  <a:lnTo>
                    <a:pt x="2186061" y="102543"/>
                  </a:lnTo>
                  <a:lnTo>
                    <a:pt x="2184989" y="102298"/>
                  </a:lnTo>
                  <a:lnTo>
                    <a:pt x="2183918" y="102053"/>
                  </a:lnTo>
                  <a:lnTo>
                    <a:pt x="2182846" y="101808"/>
                  </a:lnTo>
                  <a:lnTo>
                    <a:pt x="2181775" y="101563"/>
                  </a:lnTo>
                  <a:lnTo>
                    <a:pt x="2180703" y="101318"/>
                  </a:lnTo>
                  <a:lnTo>
                    <a:pt x="2179631" y="101072"/>
                  </a:lnTo>
                  <a:lnTo>
                    <a:pt x="2178560" y="100827"/>
                  </a:lnTo>
                  <a:lnTo>
                    <a:pt x="2177488" y="100581"/>
                  </a:lnTo>
                  <a:lnTo>
                    <a:pt x="2176417" y="100336"/>
                  </a:lnTo>
                  <a:lnTo>
                    <a:pt x="2175345" y="100090"/>
                  </a:lnTo>
                  <a:lnTo>
                    <a:pt x="2174273" y="99844"/>
                  </a:lnTo>
                  <a:lnTo>
                    <a:pt x="2173202" y="99598"/>
                  </a:lnTo>
                  <a:lnTo>
                    <a:pt x="2172130" y="99352"/>
                  </a:lnTo>
                  <a:lnTo>
                    <a:pt x="2171059" y="99105"/>
                  </a:lnTo>
                  <a:lnTo>
                    <a:pt x="2169987" y="98859"/>
                  </a:lnTo>
                  <a:lnTo>
                    <a:pt x="2168915" y="98613"/>
                  </a:lnTo>
                  <a:lnTo>
                    <a:pt x="2167844" y="98366"/>
                  </a:lnTo>
                  <a:lnTo>
                    <a:pt x="2166772" y="98119"/>
                  </a:lnTo>
                  <a:lnTo>
                    <a:pt x="2165701" y="97873"/>
                  </a:lnTo>
                  <a:lnTo>
                    <a:pt x="2164629" y="97626"/>
                  </a:lnTo>
                  <a:lnTo>
                    <a:pt x="2163557" y="97379"/>
                  </a:lnTo>
                  <a:lnTo>
                    <a:pt x="2162486" y="97132"/>
                  </a:lnTo>
                  <a:lnTo>
                    <a:pt x="2161414" y="96885"/>
                  </a:lnTo>
                  <a:lnTo>
                    <a:pt x="2160343" y="96637"/>
                  </a:lnTo>
                  <a:lnTo>
                    <a:pt x="2159271" y="96390"/>
                  </a:lnTo>
                  <a:lnTo>
                    <a:pt x="2158199" y="96143"/>
                  </a:lnTo>
                  <a:lnTo>
                    <a:pt x="2157128" y="95895"/>
                  </a:lnTo>
                  <a:lnTo>
                    <a:pt x="2156056" y="95647"/>
                  </a:lnTo>
                  <a:lnTo>
                    <a:pt x="2154985" y="95399"/>
                  </a:lnTo>
                  <a:lnTo>
                    <a:pt x="2153913" y="95151"/>
                  </a:lnTo>
                  <a:lnTo>
                    <a:pt x="2152841" y="94903"/>
                  </a:lnTo>
                  <a:lnTo>
                    <a:pt x="2151770" y="94655"/>
                  </a:lnTo>
                  <a:lnTo>
                    <a:pt x="2150698" y="94407"/>
                  </a:lnTo>
                  <a:lnTo>
                    <a:pt x="2149627" y="94159"/>
                  </a:lnTo>
                  <a:lnTo>
                    <a:pt x="2148555" y="93910"/>
                  </a:lnTo>
                  <a:lnTo>
                    <a:pt x="2147483" y="93661"/>
                  </a:lnTo>
                  <a:lnTo>
                    <a:pt x="2146412" y="93413"/>
                  </a:lnTo>
                  <a:lnTo>
                    <a:pt x="2145340" y="93164"/>
                  </a:lnTo>
                  <a:lnTo>
                    <a:pt x="2144269" y="92915"/>
                  </a:lnTo>
                  <a:lnTo>
                    <a:pt x="2143197" y="92666"/>
                  </a:lnTo>
                  <a:lnTo>
                    <a:pt x="2142125" y="92417"/>
                  </a:lnTo>
                  <a:lnTo>
                    <a:pt x="2141054" y="92167"/>
                  </a:lnTo>
                  <a:lnTo>
                    <a:pt x="2139982" y="91918"/>
                  </a:lnTo>
                  <a:lnTo>
                    <a:pt x="2138911" y="91669"/>
                  </a:lnTo>
                  <a:lnTo>
                    <a:pt x="2137839" y="91419"/>
                  </a:lnTo>
                  <a:lnTo>
                    <a:pt x="2136767" y="91169"/>
                  </a:lnTo>
                  <a:lnTo>
                    <a:pt x="2135696" y="90919"/>
                  </a:lnTo>
                  <a:lnTo>
                    <a:pt x="2134624" y="90669"/>
                  </a:lnTo>
                  <a:lnTo>
                    <a:pt x="2133553" y="90419"/>
                  </a:lnTo>
                  <a:lnTo>
                    <a:pt x="2132481" y="90169"/>
                  </a:lnTo>
                  <a:lnTo>
                    <a:pt x="2131409" y="89919"/>
                  </a:lnTo>
                  <a:lnTo>
                    <a:pt x="2130338" y="89668"/>
                  </a:lnTo>
                  <a:lnTo>
                    <a:pt x="2129266" y="89418"/>
                  </a:lnTo>
                  <a:lnTo>
                    <a:pt x="2128195" y="89167"/>
                  </a:lnTo>
                  <a:lnTo>
                    <a:pt x="2127123" y="88916"/>
                  </a:lnTo>
                  <a:lnTo>
                    <a:pt x="2126052" y="88665"/>
                  </a:lnTo>
                  <a:lnTo>
                    <a:pt x="2124980" y="88414"/>
                  </a:lnTo>
                  <a:lnTo>
                    <a:pt x="2123908" y="88163"/>
                  </a:lnTo>
                  <a:lnTo>
                    <a:pt x="2122837" y="87912"/>
                  </a:lnTo>
                  <a:lnTo>
                    <a:pt x="2121765" y="87660"/>
                  </a:lnTo>
                  <a:lnTo>
                    <a:pt x="2120694" y="87409"/>
                  </a:lnTo>
                  <a:lnTo>
                    <a:pt x="2119622" y="87157"/>
                  </a:lnTo>
                  <a:lnTo>
                    <a:pt x="2118550" y="86905"/>
                  </a:lnTo>
                  <a:lnTo>
                    <a:pt x="2117479" y="86654"/>
                  </a:lnTo>
                  <a:lnTo>
                    <a:pt x="2116407" y="86402"/>
                  </a:lnTo>
                  <a:lnTo>
                    <a:pt x="2115336" y="86149"/>
                  </a:lnTo>
                  <a:lnTo>
                    <a:pt x="2114264" y="85897"/>
                  </a:lnTo>
                  <a:lnTo>
                    <a:pt x="2113192" y="85645"/>
                  </a:lnTo>
                  <a:lnTo>
                    <a:pt x="2112121" y="85392"/>
                  </a:lnTo>
                  <a:lnTo>
                    <a:pt x="2111049" y="85140"/>
                  </a:lnTo>
                  <a:lnTo>
                    <a:pt x="2109978" y="84887"/>
                  </a:lnTo>
                  <a:lnTo>
                    <a:pt x="2108906" y="84634"/>
                  </a:lnTo>
                  <a:lnTo>
                    <a:pt x="2107834" y="84381"/>
                  </a:lnTo>
                  <a:lnTo>
                    <a:pt x="2106763" y="84128"/>
                  </a:lnTo>
                  <a:lnTo>
                    <a:pt x="2105691" y="83875"/>
                  </a:lnTo>
                  <a:lnTo>
                    <a:pt x="2104620" y="83622"/>
                  </a:lnTo>
                  <a:lnTo>
                    <a:pt x="2103548" y="83368"/>
                  </a:lnTo>
                  <a:lnTo>
                    <a:pt x="2102476" y="83115"/>
                  </a:lnTo>
                  <a:lnTo>
                    <a:pt x="2101405" y="82861"/>
                  </a:lnTo>
                  <a:lnTo>
                    <a:pt x="2100333" y="82608"/>
                  </a:lnTo>
                  <a:lnTo>
                    <a:pt x="2099262" y="82354"/>
                  </a:lnTo>
                  <a:lnTo>
                    <a:pt x="2098190" y="82100"/>
                  </a:lnTo>
                  <a:lnTo>
                    <a:pt x="2097118" y="81846"/>
                  </a:lnTo>
                  <a:lnTo>
                    <a:pt x="2096047" y="81591"/>
                  </a:lnTo>
                  <a:lnTo>
                    <a:pt x="2094975" y="81337"/>
                  </a:lnTo>
                  <a:lnTo>
                    <a:pt x="2093904" y="81082"/>
                  </a:lnTo>
                  <a:lnTo>
                    <a:pt x="2092832" y="80828"/>
                  </a:lnTo>
                  <a:lnTo>
                    <a:pt x="2091760" y="80573"/>
                  </a:lnTo>
                  <a:lnTo>
                    <a:pt x="2090689" y="80318"/>
                  </a:lnTo>
                  <a:lnTo>
                    <a:pt x="2089617" y="80063"/>
                  </a:lnTo>
                  <a:lnTo>
                    <a:pt x="2088546" y="79808"/>
                  </a:lnTo>
                  <a:lnTo>
                    <a:pt x="2087474" y="79553"/>
                  </a:lnTo>
                  <a:lnTo>
                    <a:pt x="2086402" y="79298"/>
                  </a:lnTo>
                  <a:lnTo>
                    <a:pt x="2085331" y="79043"/>
                  </a:lnTo>
                  <a:lnTo>
                    <a:pt x="2084259" y="78787"/>
                  </a:lnTo>
                  <a:lnTo>
                    <a:pt x="2083188" y="78531"/>
                  </a:lnTo>
                  <a:lnTo>
                    <a:pt x="2082116" y="78276"/>
                  </a:lnTo>
                  <a:lnTo>
                    <a:pt x="2081044" y="78020"/>
                  </a:lnTo>
                  <a:lnTo>
                    <a:pt x="2079973" y="77764"/>
                  </a:lnTo>
                  <a:lnTo>
                    <a:pt x="2078901" y="77508"/>
                  </a:lnTo>
                  <a:lnTo>
                    <a:pt x="2077830" y="77252"/>
                  </a:lnTo>
                  <a:lnTo>
                    <a:pt x="2076758" y="76995"/>
                  </a:lnTo>
                  <a:lnTo>
                    <a:pt x="2075686" y="76739"/>
                  </a:lnTo>
                  <a:lnTo>
                    <a:pt x="2074615" y="76483"/>
                  </a:lnTo>
                  <a:lnTo>
                    <a:pt x="2073543" y="76226"/>
                  </a:lnTo>
                  <a:lnTo>
                    <a:pt x="2072472" y="75969"/>
                  </a:lnTo>
                  <a:lnTo>
                    <a:pt x="2071400" y="75712"/>
                  </a:lnTo>
                  <a:lnTo>
                    <a:pt x="2070328" y="75455"/>
                  </a:lnTo>
                  <a:lnTo>
                    <a:pt x="2069257" y="75198"/>
                  </a:lnTo>
                  <a:lnTo>
                    <a:pt x="2068185" y="74941"/>
                  </a:lnTo>
                  <a:lnTo>
                    <a:pt x="2067114" y="74684"/>
                  </a:lnTo>
                  <a:lnTo>
                    <a:pt x="2066042" y="74427"/>
                  </a:lnTo>
                  <a:lnTo>
                    <a:pt x="2064970" y="74169"/>
                  </a:lnTo>
                  <a:lnTo>
                    <a:pt x="2063899" y="73912"/>
                  </a:lnTo>
                  <a:lnTo>
                    <a:pt x="2062827" y="73654"/>
                  </a:lnTo>
                  <a:lnTo>
                    <a:pt x="2061756" y="73396"/>
                  </a:lnTo>
                  <a:lnTo>
                    <a:pt x="2060684" y="73138"/>
                  </a:lnTo>
                  <a:lnTo>
                    <a:pt x="2059612" y="72880"/>
                  </a:lnTo>
                  <a:lnTo>
                    <a:pt x="2058541" y="72622"/>
                  </a:lnTo>
                  <a:lnTo>
                    <a:pt x="2057469" y="72364"/>
                  </a:lnTo>
                  <a:lnTo>
                    <a:pt x="2056398" y="72106"/>
                  </a:lnTo>
                  <a:lnTo>
                    <a:pt x="2055326" y="71848"/>
                  </a:lnTo>
                  <a:lnTo>
                    <a:pt x="2054254" y="71589"/>
                  </a:lnTo>
                  <a:lnTo>
                    <a:pt x="2053183" y="71331"/>
                  </a:lnTo>
                  <a:lnTo>
                    <a:pt x="2052111" y="71072"/>
                  </a:lnTo>
                  <a:lnTo>
                    <a:pt x="2051040" y="70813"/>
                  </a:lnTo>
                  <a:lnTo>
                    <a:pt x="2049968" y="70555"/>
                  </a:lnTo>
                  <a:lnTo>
                    <a:pt x="2048896" y="70296"/>
                  </a:lnTo>
                  <a:lnTo>
                    <a:pt x="2047825" y="70037"/>
                  </a:lnTo>
                  <a:lnTo>
                    <a:pt x="2046753" y="69778"/>
                  </a:lnTo>
                  <a:lnTo>
                    <a:pt x="2045682" y="69519"/>
                  </a:lnTo>
                  <a:lnTo>
                    <a:pt x="2044610" y="69259"/>
                  </a:lnTo>
                  <a:lnTo>
                    <a:pt x="2043538" y="69000"/>
                  </a:lnTo>
                  <a:lnTo>
                    <a:pt x="2042467" y="68741"/>
                  </a:lnTo>
                  <a:lnTo>
                    <a:pt x="2041395" y="68481"/>
                  </a:lnTo>
                  <a:lnTo>
                    <a:pt x="2040324" y="68222"/>
                  </a:lnTo>
                  <a:lnTo>
                    <a:pt x="2039252" y="67962"/>
                  </a:lnTo>
                  <a:lnTo>
                    <a:pt x="2038180" y="67702"/>
                  </a:lnTo>
                  <a:lnTo>
                    <a:pt x="2037109" y="67443"/>
                  </a:lnTo>
                  <a:lnTo>
                    <a:pt x="2036037" y="67183"/>
                  </a:lnTo>
                  <a:lnTo>
                    <a:pt x="2034966" y="66923"/>
                  </a:lnTo>
                  <a:lnTo>
                    <a:pt x="2033894" y="66663"/>
                  </a:lnTo>
                  <a:lnTo>
                    <a:pt x="2032822" y="66403"/>
                  </a:lnTo>
                  <a:lnTo>
                    <a:pt x="2031751" y="66144"/>
                  </a:lnTo>
                  <a:lnTo>
                    <a:pt x="2030679" y="65884"/>
                  </a:lnTo>
                  <a:lnTo>
                    <a:pt x="2029608" y="65624"/>
                  </a:lnTo>
                  <a:lnTo>
                    <a:pt x="2028536" y="65364"/>
                  </a:lnTo>
                  <a:lnTo>
                    <a:pt x="2027464" y="65104"/>
                  </a:lnTo>
                  <a:lnTo>
                    <a:pt x="2026393" y="64844"/>
                  </a:lnTo>
                  <a:lnTo>
                    <a:pt x="2025321" y="64584"/>
                  </a:lnTo>
                  <a:lnTo>
                    <a:pt x="2024250" y="64324"/>
                  </a:lnTo>
                  <a:lnTo>
                    <a:pt x="2023178" y="64064"/>
                  </a:lnTo>
                  <a:lnTo>
                    <a:pt x="2022106" y="63805"/>
                  </a:lnTo>
                  <a:lnTo>
                    <a:pt x="2021035" y="63545"/>
                  </a:lnTo>
                  <a:lnTo>
                    <a:pt x="2019963" y="63285"/>
                  </a:lnTo>
                  <a:lnTo>
                    <a:pt x="2018892" y="63025"/>
                  </a:lnTo>
                  <a:lnTo>
                    <a:pt x="2017820" y="62766"/>
                  </a:lnTo>
                  <a:lnTo>
                    <a:pt x="2016748" y="62506"/>
                  </a:lnTo>
                  <a:lnTo>
                    <a:pt x="2015677" y="62247"/>
                  </a:lnTo>
                  <a:lnTo>
                    <a:pt x="2014605" y="61988"/>
                  </a:lnTo>
                  <a:lnTo>
                    <a:pt x="2013534" y="61728"/>
                  </a:lnTo>
                  <a:lnTo>
                    <a:pt x="2012462" y="61469"/>
                  </a:lnTo>
                  <a:lnTo>
                    <a:pt x="2011390" y="61210"/>
                  </a:lnTo>
                  <a:lnTo>
                    <a:pt x="2010319" y="60951"/>
                  </a:lnTo>
                  <a:lnTo>
                    <a:pt x="2009247" y="60692"/>
                  </a:lnTo>
                  <a:lnTo>
                    <a:pt x="2008176" y="60434"/>
                  </a:lnTo>
                  <a:lnTo>
                    <a:pt x="2007104" y="60175"/>
                  </a:lnTo>
                  <a:lnTo>
                    <a:pt x="2006032" y="59917"/>
                  </a:lnTo>
                  <a:lnTo>
                    <a:pt x="2004961" y="59658"/>
                  </a:lnTo>
                  <a:lnTo>
                    <a:pt x="2003889" y="59400"/>
                  </a:lnTo>
                  <a:lnTo>
                    <a:pt x="2002818" y="59142"/>
                  </a:lnTo>
                  <a:lnTo>
                    <a:pt x="2001746" y="58884"/>
                  </a:lnTo>
                  <a:lnTo>
                    <a:pt x="2000674" y="58627"/>
                  </a:lnTo>
                  <a:lnTo>
                    <a:pt x="1999603" y="58369"/>
                  </a:lnTo>
                  <a:lnTo>
                    <a:pt x="1998531" y="58112"/>
                  </a:lnTo>
                  <a:lnTo>
                    <a:pt x="1997460" y="57855"/>
                  </a:lnTo>
                  <a:lnTo>
                    <a:pt x="1996388" y="57598"/>
                  </a:lnTo>
                  <a:lnTo>
                    <a:pt x="1995316" y="57341"/>
                  </a:lnTo>
                  <a:lnTo>
                    <a:pt x="1994245" y="57085"/>
                  </a:lnTo>
                  <a:lnTo>
                    <a:pt x="1993173" y="56829"/>
                  </a:lnTo>
                  <a:lnTo>
                    <a:pt x="1992102" y="56573"/>
                  </a:lnTo>
                  <a:lnTo>
                    <a:pt x="1991030" y="56317"/>
                  </a:lnTo>
                  <a:lnTo>
                    <a:pt x="1989958" y="56061"/>
                  </a:lnTo>
                  <a:lnTo>
                    <a:pt x="1988887" y="55806"/>
                  </a:lnTo>
                  <a:lnTo>
                    <a:pt x="1987815" y="55551"/>
                  </a:lnTo>
                  <a:lnTo>
                    <a:pt x="1986744" y="55296"/>
                  </a:lnTo>
                  <a:lnTo>
                    <a:pt x="1985672" y="55042"/>
                  </a:lnTo>
                  <a:lnTo>
                    <a:pt x="1984600" y="54787"/>
                  </a:lnTo>
                  <a:lnTo>
                    <a:pt x="1983529" y="54533"/>
                  </a:lnTo>
                  <a:lnTo>
                    <a:pt x="1982457" y="54280"/>
                  </a:lnTo>
                  <a:lnTo>
                    <a:pt x="1981386" y="54026"/>
                  </a:lnTo>
                  <a:lnTo>
                    <a:pt x="1980314" y="53773"/>
                  </a:lnTo>
                  <a:lnTo>
                    <a:pt x="1979242" y="53521"/>
                  </a:lnTo>
                  <a:lnTo>
                    <a:pt x="1978171" y="53268"/>
                  </a:lnTo>
                  <a:lnTo>
                    <a:pt x="1977099" y="53016"/>
                  </a:lnTo>
                  <a:lnTo>
                    <a:pt x="1976028" y="52764"/>
                  </a:lnTo>
                  <a:lnTo>
                    <a:pt x="1974956" y="52513"/>
                  </a:lnTo>
                  <a:lnTo>
                    <a:pt x="1973884" y="52262"/>
                  </a:lnTo>
                  <a:lnTo>
                    <a:pt x="1972813" y="52011"/>
                  </a:lnTo>
                  <a:lnTo>
                    <a:pt x="1971741" y="51760"/>
                  </a:lnTo>
                  <a:lnTo>
                    <a:pt x="1970670" y="51510"/>
                  </a:lnTo>
                  <a:lnTo>
                    <a:pt x="1969598" y="51261"/>
                  </a:lnTo>
                  <a:lnTo>
                    <a:pt x="1968526" y="51011"/>
                  </a:lnTo>
                  <a:lnTo>
                    <a:pt x="1967455" y="50763"/>
                  </a:lnTo>
                  <a:lnTo>
                    <a:pt x="1966383" y="50514"/>
                  </a:lnTo>
                  <a:lnTo>
                    <a:pt x="1965312" y="50266"/>
                  </a:lnTo>
                  <a:lnTo>
                    <a:pt x="1964240" y="50018"/>
                  </a:lnTo>
                  <a:lnTo>
                    <a:pt x="1963168" y="49771"/>
                  </a:lnTo>
                  <a:lnTo>
                    <a:pt x="1962097" y="49524"/>
                  </a:lnTo>
                  <a:lnTo>
                    <a:pt x="1961025" y="49278"/>
                  </a:lnTo>
                  <a:lnTo>
                    <a:pt x="1959954" y="49032"/>
                  </a:lnTo>
                  <a:lnTo>
                    <a:pt x="1958882" y="48786"/>
                  </a:lnTo>
                  <a:lnTo>
                    <a:pt x="1957810" y="48541"/>
                  </a:lnTo>
                  <a:lnTo>
                    <a:pt x="1956739" y="48296"/>
                  </a:lnTo>
                  <a:lnTo>
                    <a:pt x="1955667" y="48052"/>
                  </a:lnTo>
                  <a:lnTo>
                    <a:pt x="1954596" y="47808"/>
                  </a:lnTo>
                  <a:lnTo>
                    <a:pt x="1953524" y="47565"/>
                  </a:lnTo>
                  <a:lnTo>
                    <a:pt x="1952453" y="47322"/>
                  </a:lnTo>
                  <a:lnTo>
                    <a:pt x="1951381" y="47080"/>
                  </a:lnTo>
                  <a:lnTo>
                    <a:pt x="1950309" y="46838"/>
                  </a:lnTo>
                  <a:lnTo>
                    <a:pt x="1949238" y="46597"/>
                  </a:lnTo>
                  <a:lnTo>
                    <a:pt x="1948166" y="46356"/>
                  </a:lnTo>
                  <a:lnTo>
                    <a:pt x="1947095" y="46116"/>
                  </a:lnTo>
                  <a:lnTo>
                    <a:pt x="1946023" y="45876"/>
                  </a:lnTo>
                  <a:lnTo>
                    <a:pt x="1944951" y="45637"/>
                  </a:lnTo>
                  <a:lnTo>
                    <a:pt x="1943880" y="45398"/>
                  </a:lnTo>
                  <a:lnTo>
                    <a:pt x="1942808" y="45160"/>
                  </a:lnTo>
                  <a:lnTo>
                    <a:pt x="1941737" y="44923"/>
                  </a:lnTo>
                  <a:lnTo>
                    <a:pt x="1940665" y="44686"/>
                  </a:lnTo>
                  <a:lnTo>
                    <a:pt x="1939593" y="44449"/>
                  </a:lnTo>
                  <a:lnTo>
                    <a:pt x="1938522" y="44213"/>
                  </a:lnTo>
                  <a:lnTo>
                    <a:pt x="1937450" y="43978"/>
                  </a:lnTo>
                  <a:lnTo>
                    <a:pt x="1936379" y="43743"/>
                  </a:lnTo>
                  <a:lnTo>
                    <a:pt x="1935307" y="43509"/>
                  </a:lnTo>
                  <a:lnTo>
                    <a:pt x="1934235" y="43275"/>
                  </a:lnTo>
                  <a:lnTo>
                    <a:pt x="1933164" y="43043"/>
                  </a:lnTo>
                  <a:lnTo>
                    <a:pt x="1932092" y="42810"/>
                  </a:lnTo>
                  <a:lnTo>
                    <a:pt x="1931021" y="42579"/>
                  </a:lnTo>
                  <a:lnTo>
                    <a:pt x="1929949" y="42347"/>
                  </a:lnTo>
                  <a:lnTo>
                    <a:pt x="1928877" y="42117"/>
                  </a:lnTo>
                  <a:lnTo>
                    <a:pt x="1927806" y="41887"/>
                  </a:lnTo>
                  <a:lnTo>
                    <a:pt x="1926734" y="41658"/>
                  </a:lnTo>
                  <a:lnTo>
                    <a:pt x="1925663" y="41430"/>
                  </a:lnTo>
                  <a:lnTo>
                    <a:pt x="1924591" y="41202"/>
                  </a:lnTo>
                  <a:lnTo>
                    <a:pt x="1923519" y="40975"/>
                  </a:lnTo>
                  <a:lnTo>
                    <a:pt x="1922448" y="40748"/>
                  </a:lnTo>
                  <a:lnTo>
                    <a:pt x="1921376" y="40522"/>
                  </a:lnTo>
                  <a:lnTo>
                    <a:pt x="1920305" y="40297"/>
                  </a:lnTo>
                  <a:lnTo>
                    <a:pt x="1919233" y="40073"/>
                  </a:lnTo>
                  <a:lnTo>
                    <a:pt x="1918161" y="39849"/>
                  </a:lnTo>
                  <a:lnTo>
                    <a:pt x="1917090" y="39626"/>
                  </a:lnTo>
                  <a:lnTo>
                    <a:pt x="1916018" y="39403"/>
                  </a:lnTo>
                  <a:lnTo>
                    <a:pt x="1914947" y="39182"/>
                  </a:lnTo>
                  <a:lnTo>
                    <a:pt x="1913875" y="38961"/>
                  </a:lnTo>
                  <a:lnTo>
                    <a:pt x="1912803" y="38741"/>
                  </a:lnTo>
                  <a:lnTo>
                    <a:pt x="1911732" y="38521"/>
                  </a:lnTo>
                  <a:lnTo>
                    <a:pt x="1910660" y="38303"/>
                  </a:lnTo>
                  <a:lnTo>
                    <a:pt x="1909589" y="38085"/>
                  </a:lnTo>
                  <a:lnTo>
                    <a:pt x="1908517" y="37868"/>
                  </a:lnTo>
                  <a:lnTo>
                    <a:pt x="1907445" y="37651"/>
                  </a:lnTo>
                  <a:lnTo>
                    <a:pt x="1906374" y="37436"/>
                  </a:lnTo>
                  <a:lnTo>
                    <a:pt x="1905302" y="37221"/>
                  </a:lnTo>
                  <a:lnTo>
                    <a:pt x="1904231" y="37007"/>
                  </a:lnTo>
                  <a:lnTo>
                    <a:pt x="1903159" y="36793"/>
                  </a:lnTo>
                  <a:lnTo>
                    <a:pt x="1902087" y="36581"/>
                  </a:lnTo>
                  <a:lnTo>
                    <a:pt x="1901016" y="36369"/>
                  </a:lnTo>
                  <a:lnTo>
                    <a:pt x="1899944" y="36158"/>
                  </a:lnTo>
                  <a:lnTo>
                    <a:pt x="1898873" y="35948"/>
                  </a:lnTo>
                  <a:lnTo>
                    <a:pt x="1897801" y="35739"/>
                  </a:lnTo>
                  <a:lnTo>
                    <a:pt x="1896729" y="35531"/>
                  </a:lnTo>
                  <a:lnTo>
                    <a:pt x="1895658" y="35323"/>
                  </a:lnTo>
                  <a:lnTo>
                    <a:pt x="1894586" y="35116"/>
                  </a:lnTo>
                  <a:lnTo>
                    <a:pt x="1893515" y="34910"/>
                  </a:lnTo>
                  <a:lnTo>
                    <a:pt x="1892443" y="34705"/>
                  </a:lnTo>
                  <a:lnTo>
                    <a:pt x="1891371" y="34501"/>
                  </a:lnTo>
                  <a:lnTo>
                    <a:pt x="1890300" y="34298"/>
                  </a:lnTo>
                  <a:lnTo>
                    <a:pt x="1889228" y="34095"/>
                  </a:lnTo>
                  <a:lnTo>
                    <a:pt x="1888157" y="33894"/>
                  </a:lnTo>
                  <a:lnTo>
                    <a:pt x="1887085" y="33693"/>
                  </a:lnTo>
                  <a:lnTo>
                    <a:pt x="1886013" y="33493"/>
                  </a:lnTo>
                  <a:lnTo>
                    <a:pt x="1884942" y="33294"/>
                  </a:lnTo>
                  <a:lnTo>
                    <a:pt x="1883870" y="33096"/>
                  </a:lnTo>
                  <a:lnTo>
                    <a:pt x="1882799" y="32899"/>
                  </a:lnTo>
                  <a:lnTo>
                    <a:pt x="1881727" y="32703"/>
                  </a:lnTo>
                  <a:lnTo>
                    <a:pt x="1880655" y="32508"/>
                  </a:lnTo>
                  <a:lnTo>
                    <a:pt x="1879584" y="32314"/>
                  </a:lnTo>
                  <a:lnTo>
                    <a:pt x="1878512" y="32120"/>
                  </a:lnTo>
                  <a:lnTo>
                    <a:pt x="1877441" y="31928"/>
                  </a:lnTo>
                  <a:lnTo>
                    <a:pt x="1876369" y="31736"/>
                  </a:lnTo>
                  <a:lnTo>
                    <a:pt x="1875297" y="31546"/>
                  </a:lnTo>
                  <a:lnTo>
                    <a:pt x="1874226" y="31356"/>
                  </a:lnTo>
                  <a:lnTo>
                    <a:pt x="1873154" y="31167"/>
                  </a:lnTo>
                  <a:lnTo>
                    <a:pt x="1872083" y="30980"/>
                  </a:lnTo>
                  <a:lnTo>
                    <a:pt x="1871011" y="30793"/>
                  </a:lnTo>
                  <a:lnTo>
                    <a:pt x="1869939" y="30607"/>
                  </a:lnTo>
                  <a:lnTo>
                    <a:pt x="1868868" y="30422"/>
                  </a:lnTo>
                  <a:lnTo>
                    <a:pt x="1867796" y="30238"/>
                  </a:lnTo>
                  <a:lnTo>
                    <a:pt x="1866725" y="30056"/>
                  </a:lnTo>
                  <a:lnTo>
                    <a:pt x="1865653" y="29874"/>
                  </a:lnTo>
                  <a:lnTo>
                    <a:pt x="1864581" y="29693"/>
                  </a:lnTo>
                  <a:lnTo>
                    <a:pt x="1863510" y="29513"/>
                  </a:lnTo>
                  <a:lnTo>
                    <a:pt x="1862438" y="29334"/>
                  </a:lnTo>
                  <a:lnTo>
                    <a:pt x="1861367" y="29157"/>
                  </a:lnTo>
                  <a:lnTo>
                    <a:pt x="1860295" y="28980"/>
                  </a:lnTo>
                  <a:lnTo>
                    <a:pt x="1859223" y="28804"/>
                  </a:lnTo>
                  <a:lnTo>
                    <a:pt x="1858152" y="28629"/>
                  </a:lnTo>
                  <a:lnTo>
                    <a:pt x="1857080" y="28456"/>
                  </a:lnTo>
                  <a:lnTo>
                    <a:pt x="1856009" y="28283"/>
                  </a:lnTo>
                  <a:lnTo>
                    <a:pt x="1854937" y="28111"/>
                  </a:lnTo>
                  <a:lnTo>
                    <a:pt x="1853865" y="27941"/>
                  </a:lnTo>
                  <a:lnTo>
                    <a:pt x="1852794" y="27771"/>
                  </a:lnTo>
                  <a:lnTo>
                    <a:pt x="1851722" y="27603"/>
                  </a:lnTo>
                  <a:lnTo>
                    <a:pt x="1850651" y="27436"/>
                  </a:lnTo>
                  <a:lnTo>
                    <a:pt x="1849579" y="27269"/>
                  </a:lnTo>
                  <a:lnTo>
                    <a:pt x="1848507" y="27104"/>
                  </a:lnTo>
                  <a:lnTo>
                    <a:pt x="1847436" y="26940"/>
                  </a:lnTo>
                  <a:lnTo>
                    <a:pt x="1846364" y="26777"/>
                  </a:lnTo>
                  <a:lnTo>
                    <a:pt x="1845293" y="26615"/>
                  </a:lnTo>
                  <a:lnTo>
                    <a:pt x="1844221" y="26454"/>
                  </a:lnTo>
                  <a:lnTo>
                    <a:pt x="1843149" y="26294"/>
                  </a:lnTo>
                  <a:lnTo>
                    <a:pt x="1842078" y="26136"/>
                  </a:lnTo>
                  <a:lnTo>
                    <a:pt x="1841006" y="25978"/>
                  </a:lnTo>
                  <a:lnTo>
                    <a:pt x="1839935" y="25822"/>
                  </a:lnTo>
                  <a:lnTo>
                    <a:pt x="1838863" y="25666"/>
                  </a:lnTo>
                  <a:lnTo>
                    <a:pt x="1837791" y="25512"/>
                  </a:lnTo>
                  <a:lnTo>
                    <a:pt x="1836720" y="25359"/>
                  </a:lnTo>
                  <a:lnTo>
                    <a:pt x="1835648" y="25207"/>
                  </a:lnTo>
                  <a:lnTo>
                    <a:pt x="1834577" y="25056"/>
                  </a:lnTo>
                  <a:lnTo>
                    <a:pt x="1833505" y="24906"/>
                  </a:lnTo>
                  <a:lnTo>
                    <a:pt x="1832433" y="24758"/>
                  </a:lnTo>
                  <a:lnTo>
                    <a:pt x="1831362" y="24610"/>
                  </a:lnTo>
                  <a:lnTo>
                    <a:pt x="1830290" y="24464"/>
                  </a:lnTo>
                  <a:lnTo>
                    <a:pt x="1829219" y="24319"/>
                  </a:lnTo>
                  <a:lnTo>
                    <a:pt x="1828147" y="24175"/>
                  </a:lnTo>
                  <a:lnTo>
                    <a:pt x="1827075" y="24032"/>
                  </a:lnTo>
                  <a:lnTo>
                    <a:pt x="1826004" y="23890"/>
                  </a:lnTo>
                  <a:lnTo>
                    <a:pt x="1824932" y="23749"/>
                  </a:lnTo>
                  <a:lnTo>
                    <a:pt x="1823861" y="23610"/>
                  </a:lnTo>
                  <a:lnTo>
                    <a:pt x="1822789" y="23472"/>
                  </a:lnTo>
                  <a:lnTo>
                    <a:pt x="1821717" y="23335"/>
                  </a:lnTo>
                  <a:lnTo>
                    <a:pt x="1820646" y="23199"/>
                  </a:lnTo>
                  <a:lnTo>
                    <a:pt x="1819574" y="23064"/>
                  </a:lnTo>
                  <a:lnTo>
                    <a:pt x="1818503" y="22930"/>
                  </a:lnTo>
                  <a:lnTo>
                    <a:pt x="1817431" y="22798"/>
                  </a:lnTo>
                  <a:lnTo>
                    <a:pt x="1816359" y="22666"/>
                  </a:lnTo>
                  <a:lnTo>
                    <a:pt x="1815288" y="22536"/>
                  </a:lnTo>
                  <a:lnTo>
                    <a:pt x="1814216" y="22407"/>
                  </a:lnTo>
                  <a:lnTo>
                    <a:pt x="1813145" y="22280"/>
                  </a:lnTo>
                  <a:lnTo>
                    <a:pt x="1812073" y="22153"/>
                  </a:lnTo>
                  <a:lnTo>
                    <a:pt x="1811001" y="22028"/>
                  </a:lnTo>
                  <a:lnTo>
                    <a:pt x="1809930" y="21904"/>
                  </a:lnTo>
                  <a:lnTo>
                    <a:pt x="1808858" y="21781"/>
                  </a:lnTo>
                  <a:lnTo>
                    <a:pt x="1807787" y="21659"/>
                  </a:lnTo>
                  <a:lnTo>
                    <a:pt x="1806715" y="21538"/>
                  </a:lnTo>
                  <a:lnTo>
                    <a:pt x="1805643" y="21419"/>
                  </a:lnTo>
                  <a:lnTo>
                    <a:pt x="1804572" y="21301"/>
                  </a:lnTo>
                  <a:lnTo>
                    <a:pt x="1803500" y="21184"/>
                  </a:lnTo>
                  <a:lnTo>
                    <a:pt x="1802429" y="21068"/>
                  </a:lnTo>
                  <a:lnTo>
                    <a:pt x="1801357" y="20953"/>
                  </a:lnTo>
                  <a:lnTo>
                    <a:pt x="1800285" y="20840"/>
                  </a:lnTo>
                  <a:lnTo>
                    <a:pt x="1799214" y="20727"/>
                  </a:lnTo>
                  <a:lnTo>
                    <a:pt x="1798142" y="20616"/>
                  </a:lnTo>
                  <a:lnTo>
                    <a:pt x="1797071" y="20506"/>
                  </a:lnTo>
                  <a:lnTo>
                    <a:pt x="1795999" y="20398"/>
                  </a:lnTo>
                  <a:lnTo>
                    <a:pt x="1794927" y="20290"/>
                  </a:lnTo>
                  <a:lnTo>
                    <a:pt x="1793856" y="20184"/>
                  </a:lnTo>
                  <a:lnTo>
                    <a:pt x="1792784" y="20079"/>
                  </a:lnTo>
                  <a:lnTo>
                    <a:pt x="1791713" y="19975"/>
                  </a:lnTo>
                  <a:lnTo>
                    <a:pt x="1790641" y="19872"/>
                  </a:lnTo>
                  <a:lnTo>
                    <a:pt x="1789569" y="19771"/>
                  </a:lnTo>
                  <a:lnTo>
                    <a:pt x="1788498" y="19670"/>
                  </a:lnTo>
                  <a:lnTo>
                    <a:pt x="1787426" y="19571"/>
                  </a:lnTo>
                  <a:lnTo>
                    <a:pt x="1786355" y="19473"/>
                  </a:lnTo>
                  <a:lnTo>
                    <a:pt x="1785283" y="19377"/>
                  </a:lnTo>
                  <a:lnTo>
                    <a:pt x="1784211" y="19281"/>
                  </a:lnTo>
                  <a:lnTo>
                    <a:pt x="1783140" y="19187"/>
                  </a:lnTo>
                  <a:lnTo>
                    <a:pt x="1782068" y="19093"/>
                  </a:lnTo>
                  <a:lnTo>
                    <a:pt x="1780997" y="19001"/>
                  </a:lnTo>
                  <a:lnTo>
                    <a:pt x="1779925" y="18911"/>
                  </a:lnTo>
                  <a:lnTo>
                    <a:pt x="1778853" y="18821"/>
                  </a:lnTo>
                  <a:lnTo>
                    <a:pt x="1777782" y="18732"/>
                  </a:lnTo>
                  <a:lnTo>
                    <a:pt x="1776710" y="18645"/>
                  </a:lnTo>
                  <a:lnTo>
                    <a:pt x="1775639" y="18559"/>
                  </a:lnTo>
                  <a:lnTo>
                    <a:pt x="1774567" y="18474"/>
                  </a:lnTo>
                  <a:lnTo>
                    <a:pt x="1773496" y="18390"/>
                  </a:lnTo>
                  <a:lnTo>
                    <a:pt x="1772424" y="18307"/>
                  </a:lnTo>
                  <a:lnTo>
                    <a:pt x="1771352" y="18226"/>
                  </a:lnTo>
                  <a:lnTo>
                    <a:pt x="1770281" y="18146"/>
                  </a:lnTo>
                  <a:lnTo>
                    <a:pt x="1769209" y="18066"/>
                  </a:lnTo>
                  <a:lnTo>
                    <a:pt x="1768138" y="17988"/>
                  </a:lnTo>
                  <a:lnTo>
                    <a:pt x="1767066" y="17911"/>
                  </a:lnTo>
                  <a:lnTo>
                    <a:pt x="1765994" y="17836"/>
                  </a:lnTo>
                  <a:lnTo>
                    <a:pt x="1764923" y="17761"/>
                  </a:lnTo>
                  <a:lnTo>
                    <a:pt x="1763851" y="17687"/>
                  </a:lnTo>
                  <a:lnTo>
                    <a:pt x="1762780" y="17615"/>
                  </a:lnTo>
                  <a:lnTo>
                    <a:pt x="1761708" y="17544"/>
                  </a:lnTo>
                  <a:lnTo>
                    <a:pt x="1760636" y="17473"/>
                  </a:lnTo>
                  <a:lnTo>
                    <a:pt x="1759565" y="17404"/>
                  </a:lnTo>
                  <a:lnTo>
                    <a:pt x="1758493" y="17336"/>
                  </a:lnTo>
                  <a:lnTo>
                    <a:pt x="1757422" y="17269"/>
                  </a:lnTo>
                  <a:lnTo>
                    <a:pt x="1756350" y="17204"/>
                  </a:lnTo>
                  <a:lnTo>
                    <a:pt x="1755278" y="17139"/>
                  </a:lnTo>
                  <a:lnTo>
                    <a:pt x="1754207" y="17075"/>
                  </a:lnTo>
                  <a:lnTo>
                    <a:pt x="1753135" y="17013"/>
                  </a:lnTo>
                  <a:lnTo>
                    <a:pt x="1752064" y="16951"/>
                  </a:lnTo>
                  <a:lnTo>
                    <a:pt x="1750992" y="16891"/>
                  </a:lnTo>
                  <a:lnTo>
                    <a:pt x="1749920" y="16831"/>
                  </a:lnTo>
                  <a:lnTo>
                    <a:pt x="1748849" y="16773"/>
                  </a:lnTo>
                  <a:lnTo>
                    <a:pt x="1747777" y="16715"/>
                  </a:lnTo>
                  <a:lnTo>
                    <a:pt x="1746706" y="16659"/>
                  </a:lnTo>
                  <a:lnTo>
                    <a:pt x="1745634" y="16604"/>
                  </a:lnTo>
                  <a:lnTo>
                    <a:pt x="1744562" y="16549"/>
                  </a:lnTo>
                  <a:lnTo>
                    <a:pt x="1743491" y="16496"/>
                  </a:lnTo>
                  <a:lnTo>
                    <a:pt x="1742419" y="16444"/>
                  </a:lnTo>
                  <a:lnTo>
                    <a:pt x="1741348" y="16392"/>
                  </a:lnTo>
                  <a:lnTo>
                    <a:pt x="1740276" y="16342"/>
                  </a:lnTo>
                  <a:lnTo>
                    <a:pt x="1739204" y="16292"/>
                  </a:lnTo>
                  <a:lnTo>
                    <a:pt x="1738133" y="16244"/>
                  </a:lnTo>
                  <a:lnTo>
                    <a:pt x="1737061" y="16196"/>
                  </a:lnTo>
                  <a:lnTo>
                    <a:pt x="1735990" y="16150"/>
                  </a:lnTo>
                  <a:lnTo>
                    <a:pt x="1734918" y="16104"/>
                  </a:lnTo>
                  <a:lnTo>
                    <a:pt x="1733846" y="16059"/>
                  </a:lnTo>
                  <a:lnTo>
                    <a:pt x="1732775" y="16015"/>
                  </a:lnTo>
                  <a:lnTo>
                    <a:pt x="1731703" y="15972"/>
                  </a:lnTo>
                  <a:lnTo>
                    <a:pt x="1730632" y="15930"/>
                  </a:lnTo>
                  <a:lnTo>
                    <a:pt x="1729560" y="15888"/>
                  </a:lnTo>
                  <a:lnTo>
                    <a:pt x="1728488" y="15848"/>
                  </a:lnTo>
                  <a:lnTo>
                    <a:pt x="1727417" y="15808"/>
                  </a:lnTo>
                  <a:lnTo>
                    <a:pt x="1726345" y="15769"/>
                  </a:lnTo>
                  <a:lnTo>
                    <a:pt x="1725274" y="15731"/>
                  </a:lnTo>
                  <a:lnTo>
                    <a:pt x="1724202" y="15694"/>
                  </a:lnTo>
                  <a:lnTo>
                    <a:pt x="1723130" y="15658"/>
                  </a:lnTo>
                  <a:lnTo>
                    <a:pt x="1722059" y="15622"/>
                  </a:lnTo>
                  <a:lnTo>
                    <a:pt x="1720987" y="15587"/>
                  </a:lnTo>
                  <a:lnTo>
                    <a:pt x="1719916" y="15553"/>
                  </a:lnTo>
                  <a:lnTo>
                    <a:pt x="1718844" y="15519"/>
                  </a:lnTo>
                  <a:lnTo>
                    <a:pt x="1717772" y="15487"/>
                  </a:lnTo>
                  <a:lnTo>
                    <a:pt x="1716701" y="15455"/>
                  </a:lnTo>
                  <a:lnTo>
                    <a:pt x="1715629" y="15423"/>
                  </a:lnTo>
                  <a:lnTo>
                    <a:pt x="1714558" y="15392"/>
                  </a:lnTo>
                  <a:lnTo>
                    <a:pt x="1713486" y="15362"/>
                  </a:lnTo>
                  <a:lnTo>
                    <a:pt x="1712414" y="15333"/>
                  </a:lnTo>
                  <a:lnTo>
                    <a:pt x="1711343" y="15304"/>
                  </a:lnTo>
                  <a:lnTo>
                    <a:pt x="1710271" y="15276"/>
                  </a:lnTo>
                  <a:lnTo>
                    <a:pt x="1709200" y="15248"/>
                  </a:lnTo>
                  <a:lnTo>
                    <a:pt x="1708128" y="15221"/>
                  </a:lnTo>
                  <a:lnTo>
                    <a:pt x="1707056" y="15194"/>
                  </a:lnTo>
                  <a:lnTo>
                    <a:pt x="1705985" y="15168"/>
                  </a:lnTo>
                  <a:lnTo>
                    <a:pt x="1704913" y="15143"/>
                  </a:lnTo>
                  <a:lnTo>
                    <a:pt x="1703842" y="15118"/>
                  </a:lnTo>
                  <a:lnTo>
                    <a:pt x="1702770" y="15093"/>
                  </a:lnTo>
                  <a:lnTo>
                    <a:pt x="1701698" y="15069"/>
                  </a:lnTo>
                  <a:lnTo>
                    <a:pt x="1700627" y="15045"/>
                  </a:lnTo>
                  <a:lnTo>
                    <a:pt x="1699555" y="15022"/>
                  </a:lnTo>
                  <a:lnTo>
                    <a:pt x="1698484" y="14999"/>
                  </a:lnTo>
                  <a:lnTo>
                    <a:pt x="1697412" y="14976"/>
                  </a:lnTo>
                  <a:lnTo>
                    <a:pt x="1696340" y="14954"/>
                  </a:lnTo>
                  <a:lnTo>
                    <a:pt x="1695269" y="14932"/>
                  </a:lnTo>
                  <a:lnTo>
                    <a:pt x="1694197" y="14910"/>
                  </a:lnTo>
                  <a:lnTo>
                    <a:pt x="1693126" y="14889"/>
                  </a:lnTo>
                  <a:lnTo>
                    <a:pt x="1692054" y="14868"/>
                  </a:lnTo>
                  <a:lnTo>
                    <a:pt x="1690982" y="14847"/>
                  </a:lnTo>
                  <a:lnTo>
                    <a:pt x="1689911" y="14827"/>
                  </a:lnTo>
                  <a:lnTo>
                    <a:pt x="1688839" y="14806"/>
                  </a:lnTo>
                  <a:lnTo>
                    <a:pt x="1687768" y="14786"/>
                  </a:lnTo>
                  <a:lnTo>
                    <a:pt x="1686696" y="14766"/>
                  </a:lnTo>
                  <a:lnTo>
                    <a:pt x="1685624" y="14746"/>
                  </a:lnTo>
                  <a:lnTo>
                    <a:pt x="1684553" y="14726"/>
                  </a:lnTo>
                  <a:lnTo>
                    <a:pt x="1683481" y="14706"/>
                  </a:lnTo>
                  <a:lnTo>
                    <a:pt x="1682410" y="14686"/>
                  </a:lnTo>
                  <a:lnTo>
                    <a:pt x="1681338" y="14666"/>
                  </a:lnTo>
                  <a:lnTo>
                    <a:pt x="1680266" y="14647"/>
                  </a:lnTo>
                  <a:lnTo>
                    <a:pt x="1679195" y="14627"/>
                  </a:lnTo>
                  <a:lnTo>
                    <a:pt x="1678123" y="14607"/>
                  </a:lnTo>
                  <a:lnTo>
                    <a:pt x="1677052" y="14587"/>
                  </a:lnTo>
                  <a:lnTo>
                    <a:pt x="1675980" y="14567"/>
                  </a:lnTo>
                  <a:lnTo>
                    <a:pt x="1674908" y="14547"/>
                  </a:lnTo>
                  <a:lnTo>
                    <a:pt x="1673837" y="14526"/>
                  </a:lnTo>
                  <a:lnTo>
                    <a:pt x="1672765" y="14506"/>
                  </a:lnTo>
                  <a:lnTo>
                    <a:pt x="1671694" y="14485"/>
                  </a:lnTo>
                  <a:lnTo>
                    <a:pt x="1670622" y="14464"/>
                  </a:lnTo>
                  <a:lnTo>
                    <a:pt x="1669550" y="14443"/>
                  </a:lnTo>
                  <a:lnTo>
                    <a:pt x="1668479" y="14421"/>
                  </a:lnTo>
                  <a:lnTo>
                    <a:pt x="1667407" y="14399"/>
                  </a:lnTo>
                  <a:lnTo>
                    <a:pt x="1666336" y="14377"/>
                  </a:lnTo>
                  <a:lnTo>
                    <a:pt x="1665264" y="14354"/>
                  </a:lnTo>
                  <a:lnTo>
                    <a:pt x="1664192" y="14331"/>
                  </a:lnTo>
                  <a:lnTo>
                    <a:pt x="1663121" y="14307"/>
                  </a:lnTo>
                  <a:lnTo>
                    <a:pt x="1662049" y="14283"/>
                  </a:lnTo>
                  <a:lnTo>
                    <a:pt x="1660978" y="14259"/>
                  </a:lnTo>
                  <a:lnTo>
                    <a:pt x="1659906" y="14233"/>
                  </a:lnTo>
                  <a:lnTo>
                    <a:pt x="1658834" y="14208"/>
                  </a:lnTo>
                  <a:lnTo>
                    <a:pt x="1657763" y="14181"/>
                  </a:lnTo>
                  <a:lnTo>
                    <a:pt x="1656691" y="14155"/>
                  </a:lnTo>
                  <a:lnTo>
                    <a:pt x="1655620" y="14127"/>
                  </a:lnTo>
                  <a:lnTo>
                    <a:pt x="1654548" y="14099"/>
                  </a:lnTo>
                  <a:lnTo>
                    <a:pt x="1653476" y="14069"/>
                  </a:lnTo>
                  <a:lnTo>
                    <a:pt x="1652405" y="14040"/>
                  </a:lnTo>
                  <a:lnTo>
                    <a:pt x="1651333" y="14009"/>
                  </a:lnTo>
                  <a:lnTo>
                    <a:pt x="1650262" y="13978"/>
                  </a:lnTo>
                  <a:lnTo>
                    <a:pt x="1649190" y="13945"/>
                  </a:lnTo>
                  <a:lnTo>
                    <a:pt x="1648118" y="13912"/>
                  </a:lnTo>
                  <a:lnTo>
                    <a:pt x="1647047" y="13878"/>
                  </a:lnTo>
                  <a:lnTo>
                    <a:pt x="1645975" y="13843"/>
                  </a:lnTo>
                  <a:lnTo>
                    <a:pt x="1644904" y="13806"/>
                  </a:lnTo>
                  <a:lnTo>
                    <a:pt x="1643832" y="13769"/>
                  </a:lnTo>
                  <a:lnTo>
                    <a:pt x="1642760" y="13731"/>
                  </a:lnTo>
                  <a:lnTo>
                    <a:pt x="1641689" y="13691"/>
                  </a:lnTo>
                  <a:lnTo>
                    <a:pt x="1640617" y="13651"/>
                  </a:lnTo>
                  <a:lnTo>
                    <a:pt x="1639546" y="13609"/>
                  </a:lnTo>
                  <a:lnTo>
                    <a:pt x="1638474" y="13566"/>
                  </a:lnTo>
                  <a:lnTo>
                    <a:pt x="1637402" y="13522"/>
                  </a:lnTo>
                  <a:lnTo>
                    <a:pt x="1636331" y="13476"/>
                  </a:lnTo>
                  <a:lnTo>
                    <a:pt x="1635259" y="13430"/>
                  </a:lnTo>
                  <a:lnTo>
                    <a:pt x="1634188" y="13381"/>
                  </a:lnTo>
                  <a:lnTo>
                    <a:pt x="1633116" y="13332"/>
                  </a:lnTo>
                  <a:lnTo>
                    <a:pt x="1632044" y="13281"/>
                  </a:lnTo>
                  <a:lnTo>
                    <a:pt x="1630973" y="13228"/>
                  </a:lnTo>
                  <a:lnTo>
                    <a:pt x="1629901" y="13174"/>
                  </a:lnTo>
                  <a:lnTo>
                    <a:pt x="1628830" y="13118"/>
                  </a:lnTo>
                  <a:lnTo>
                    <a:pt x="1627758" y="13061"/>
                  </a:lnTo>
                  <a:lnTo>
                    <a:pt x="1626686" y="13002"/>
                  </a:lnTo>
                  <a:lnTo>
                    <a:pt x="1625615" y="12942"/>
                  </a:lnTo>
                  <a:lnTo>
                    <a:pt x="1624543" y="12880"/>
                  </a:lnTo>
                  <a:lnTo>
                    <a:pt x="1623472" y="12816"/>
                  </a:lnTo>
                  <a:lnTo>
                    <a:pt x="1622400" y="12750"/>
                  </a:lnTo>
                  <a:lnTo>
                    <a:pt x="1621328" y="12682"/>
                  </a:lnTo>
                  <a:lnTo>
                    <a:pt x="1620257" y="12613"/>
                  </a:lnTo>
                  <a:lnTo>
                    <a:pt x="1619185" y="12541"/>
                  </a:lnTo>
                  <a:lnTo>
                    <a:pt x="1618114" y="12468"/>
                  </a:lnTo>
                  <a:lnTo>
                    <a:pt x="1617042" y="12393"/>
                  </a:lnTo>
                  <a:lnTo>
                    <a:pt x="1615970" y="12315"/>
                  </a:lnTo>
                  <a:lnTo>
                    <a:pt x="1614899" y="12236"/>
                  </a:lnTo>
                  <a:lnTo>
                    <a:pt x="1613827" y="12155"/>
                  </a:lnTo>
                  <a:lnTo>
                    <a:pt x="1612756" y="12071"/>
                  </a:lnTo>
                  <a:lnTo>
                    <a:pt x="1611684" y="11985"/>
                  </a:lnTo>
                  <a:lnTo>
                    <a:pt x="1610612" y="11897"/>
                  </a:lnTo>
                  <a:lnTo>
                    <a:pt x="1609541" y="11807"/>
                  </a:lnTo>
                  <a:lnTo>
                    <a:pt x="1608469" y="11714"/>
                  </a:lnTo>
                  <a:lnTo>
                    <a:pt x="1607398" y="11619"/>
                  </a:lnTo>
                  <a:lnTo>
                    <a:pt x="1606326" y="11522"/>
                  </a:lnTo>
                  <a:lnTo>
                    <a:pt x="1605254" y="11422"/>
                  </a:lnTo>
                  <a:lnTo>
                    <a:pt x="1604183" y="11319"/>
                  </a:lnTo>
                  <a:lnTo>
                    <a:pt x="1603111" y="11214"/>
                  </a:lnTo>
                  <a:lnTo>
                    <a:pt x="1602040" y="11107"/>
                  </a:lnTo>
                  <a:lnTo>
                    <a:pt x="1600968" y="10997"/>
                  </a:lnTo>
                  <a:lnTo>
                    <a:pt x="1599896" y="10884"/>
                  </a:lnTo>
                  <a:lnTo>
                    <a:pt x="1598825" y="10769"/>
                  </a:lnTo>
                  <a:lnTo>
                    <a:pt x="1597753" y="10651"/>
                  </a:lnTo>
                  <a:lnTo>
                    <a:pt x="1596682" y="10530"/>
                  </a:lnTo>
                  <a:lnTo>
                    <a:pt x="1595610" y="10407"/>
                  </a:lnTo>
                  <a:lnTo>
                    <a:pt x="1594539" y="10280"/>
                  </a:lnTo>
                  <a:lnTo>
                    <a:pt x="1593467" y="10151"/>
                  </a:lnTo>
                  <a:lnTo>
                    <a:pt x="1592395" y="10018"/>
                  </a:lnTo>
                  <a:lnTo>
                    <a:pt x="1591324" y="9883"/>
                  </a:lnTo>
                  <a:lnTo>
                    <a:pt x="1590252" y="9745"/>
                  </a:lnTo>
                  <a:lnTo>
                    <a:pt x="1589181" y="9603"/>
                  </a:lnTo>
                  <a:lnTo>
                    <a:pt x="1588109" y="9459"/>
                  </a:lnTo>
                  <a:lnTo>
                    <a:pt x="1587037" y="9311"/>
                  </a:lnTo>
                  <a:lnTo>
                    <a:pt x="1585966" y="9160"/>
                  </a:lnTo>
                  <a:lnTo>
                    <a:pt x="1584894" y="9006"/>
                  </a:lnTo>
                  <a:lnTo>
                    <a:pt x="1583823" y="8848"/>
                  </a:lnTo>
                  <a:lnTo>
                    <a:pt x="1582751" y="8688"/>
                  </a:lnTo>
                  <a:lnTo>
                    <a:pt x="1581679" y="8523"/>
                  </a:lnTo>
                  <a:lnTo>
                    <a:pt x="1580608" y="8356"/>
                  </a:lnTo>
                  <a:lnTo>
                    <a:pt x="1579536" y="8185"/>
                  </a:lnTo>
                  <a:lnTo>
                    <a:pt x="1578465" y="8010"/>
                  </a:lnTo>
                  <a:lnTo>
                    <a:pt x="1577393" y="7832"/>
                  </a:lnTo>
                  <a:lnTo>
                    <a:pt x="1576321" y="7651"/>
                  </a:lnTo>
                  <a:lnTo>
                    <a:pt x="1575250" y="7465"/>
                  </a:lnTo>
                  <a:lnTo>
                    <a:pt x="1574178" y="7276"/>
                  </a:lnTo>
                  <a:lnTo>
                    <a:pt x="1573107" y="7084"/>
                  </a:lnTo>
                  <a:lnTo>
                    <a:pt x="1572035" y="6887"/>
                  </a:lnTo>
                  <a:lnTo>
                    <a:pt x="1570963" y="6687"/>
                  </a:lnTo>
                  <a:lnTo>
                    <a:pt x="1569892" y="6483"/>
                  </a:lnTo>
                  <a:lnTo>
                    <a:pt x="1568820" y="6275"/>
                  </a:lnTo>
                  <a:lnTo>
                    <a:pt x="1567749" y="6063"/>
                  </a:lnTo>
                  <a:lnTo>
                    <a:pt x="1566677" y="5847"/>
                  </a:lnTo>
                  <a:lnTo>
                    <a:pt x="1565605" y="5627"/>
                  </a:lnTo>
                  <a:lnTo>
                    <a:pt x="1564534" y="5403"/>
                  </a:lnTo>
                  <a:lnTo>
                    <a:pt x="1563462" y="5175"/>
                  </a:lnTo>
                  <a:lnTo>
                    <a:pt x="1562391" y="4942"/>
                  </a:lnTo>
                  <a:lnTo>
                    <a:pt x="1561319" y="4706"/>
                  </a:lnTo>
                  <a:lnTo>
                    <a:pt x="1560247" y="4465"/>
                  </a:lnTo>
                  <a:lnTo>
                    <a:pt x="1559176" y="4220"/>
                  </a:lnTo>
                  <a:lnTo>
                    <a:pt x="1558104" y="3971"/>
                  </a:lnTo>
                  <a:lnTo>
                    <a:pt x="1557033" y="3717"/>
                  </a:lnTo>
                  <a:lnTo>
                    <a:pt x="1555961" y="3459"/>
                  </a:lnTo>
                  <a:lnTo>
                    <a:pt x="1554889" y="3196"/>
                  </a:lnTo>
                  <a:lnTo>
                    <a:pt x="1553818" y="2929"/>
                  </a:lnTo>
                  <a:lnTo>
                    <a:pt x="1552746" y="2657"/>
                  </a:lnTo>
                  <a:lnTo>
                    <a:pt x="1551675" y="2381"/>
                  </a:lnTo>
                  <a:lnTo>
                    <a:pt x="1550603" y="2100"/>
                  </a:lnTo>
                  <a:lnTo>
                    <a:pt x="1549531" y="1814"/>
                  </a:lnTo>
                  <a:lnTo>
                    <a:pt x="1548460" y="1524"/>
                  </a:lnTo>
                  <a:lnTo>
                    <a:pt x="1547388" y="1229"/>
                  </a:lnTo>
                  <a:lnTo>
                    <a:pt x="1546317" y="929"/>
                  </a:lnTo>
                  <a:lnTo>
                    <a:pt x="1545245" y="624"/>
                  </a:lnTo>
                  <a:lnTo>
                    <a:pt x="1544173" y="314"/>
                  </a:lnTo>
                  <a:lnTo>
                    <a:pt x="1543102" y="0"/>
                  </a:lnTo>
                  <a:lnTo>
                    <a:pt x="1542030" y="64"/>
                  </a:lnTo>
                  <a:lnTo>
                    <a:pt x="1540959" y="842"/>
                  </a:lnTo>
                  <a:lnTo>
                    <a:pt x="1539887" y="1621"/>
                  </a:lnTo>
                  <a:lnTo>
                    <a:pt x="1538815" y="2400"/>
                  </a:lnTo>
                  <a:lnTo>
                    <a:pt x="1537744" y="3181"/>
                  </a:lnTo>
                  <a:lnTo>
                    <a:pt x="1536672" y="3962"/>
                  </a:lnTo>
                  <a:lnTo>
                    <a:pt x="1535601" y="4745"/>
                  </a:lnTo>
                  <a:lnTo>
                    <a:pt x="1534529" y="5529"/>
                  </a:lnTo>
                  <a:lnTo>
                    <a:pt x="1533457" y="6313"/>
                  </a:lnTo>
                  <a:lnTo>
                    <a:pt x="1532386" y="7099"/>
                  </a:lnTo>
                  <a:lnTo>
                    <a:pt x="1531314" y="7886"/>
                  </a:lnTo>
                  <a:lnTo>
                    <a:pt x="1530243" y="8674"/>
                  </a:lnTo>
                  <a:lnTo>
                    <a:pt x="1529171" y="9463"/>
                  </a:lnTo>
                  <a:lnTo>
                    <a:pt x="1528099" y="10254"/>
                  </a:lnTo>
                  <a:lnTo>
                    <a:pt x="1527028" y="11045"/>
                  </a:lnTo>
                  <a:lnTo>
                    <a:pt x="1525956" y="11838"/>
                  </a:lnTo>
                  <a:lnTo>
                    <a:pt x="1524885" y="12632"/>
                  </a:lnTo>
                  <a:lnTo>
                    <a:pt x="1523813" y="13427"/>
                  </a:lnTo>
                  <a:lnTo>
                    <a:pt x="1522741" y="14224"/>
                  </a:lnTo>
                  <a:lnTo>
                    <a:pt x="1521670" y="15022"/>
                  </a:lnTo>
                  <a:lnTo>
                    <a:pt x="1520598" y="15821"/>
                  </a:lnTo>
                  <a:lnTo>
                    <a:pt x="1519527" y="16621"/>
                  </a:lnTo>
                  <a:lnTo>
                    <a:pt x="1518455" y="17422"/>
                  </a:lnTo>
                  <a:lnTo>
                    <a:pt x="1517383" y="18225"/>
                  </a:lnTo>
                  <a:lnTo>
                    <a:pt x="1516312" y="19029"/>
                  </a:lnTo>
                  <a:lnTo>
                    <a:pt x="1515240" y="19835"/>
                  </a:lnTo>
                  <a:lnTo>
                    <a:pt x="1514169" y="20642"/>
                  </a:lnTo>
                  <a:lnTo>
                    <a:pt x="1513097" y="21450"/>
                  </a:lnTo>
                  <a:lnTo>
                    <a:pt x="1512025" y="22259"/>
                  </a:lnTo>
                  <a:lnTo>
                    <a:pt x="1510954" y="23070"/>
                  </a:lnTo>
                  <a:lnTo>
                    <a:pt x="1509882" y="23882"/>
                  </a:lnTo>
                  <a:lnTo>
                    <a:pt x="1508811" y="24696"/>
                  </a:lnTo>
                  <a:lnTo>
                    <a:pt x="1507739" y="25511"/>
                  </a:lnTo>
                  <a:lnTo>
                    <a:pt x="1506667" y="26327"/>
                  </a:lnTo>
                  <a:lnTo>
                    <a:pt x="1505596" y="27145"/>
                  </a:lnTo>
                  <a:lnTo>
                    <a:pt x="1504524" y="27964"/>
                  </a:lnTo>
                  <a:lnTo>
                    <a:pt x="1503453" y="28784"/>
                  </a:lnTo>
                  <a:lnTo>
                    <a:pt x="1502381" y="29606"/>
                  </a:lnTo>
                  <a:lnTo>
                    <a:pt x="1501309" y="30430"/>
                  </a:lnTo>
                  <a:lnTo>
                    <a:pt x="1500238" y="31255"/>
                  </a:lnTo>
                  <a:lnTo>
                    <a:pt x="1499166" y="32081"/>
                  </a:lnTo>
                  <a:lnTo>
                    <a:pt x="1498095" y="32909"/>
                  </a:lnTo>
                  <a:lnTo>
                    <a:pt x="1497023" y="33738"/>
                  </a:lnTo>
                  <a:lnTo>
                    <a:pt x="1495951" y="34568"/>
                  </a:lnTo>
                  <a:lnTo>
                    <a:pt x="1494880" y="35400"/>
                  </a:lnTo>
                  <a:lnTo>
                    <a:pt x="1493808" y="36234"/>
                  </a:lnTo>
                  <a:lnTo>
                    <a:pt x="1492737" y="37069"/>
                  </a:lnTo>
                  <a:lnTo>
                    <a:pt x="1491665" y="37905"/>
                  </a:lnTo>
                  <a:lnTo>
                    <a:pt x="1490593" y="38743"/>
                  </a:lnTo>
                  <a:lnTo>
                    <a:pt x="1489522" y="39582"/>
                  </a:lnTo>
                  <a:lnTo>
                    <a:pt x="1488450" y="40423"/>
                  </a:lnTo>
                  <a:lnTo>
                    <a:pt x="1487379" y="41266"/>
                  </a:lnTo>
                  <a:lnTo>
                    <a:pt x="1486307" y="42109"/>
                  </a:lnTo>
                  <a:lnTo>
                    <a:pt x="1485235" y="42955"/>
                  </a:lnTo>
                  <a:lnTo>
                    <a:pt x="1484164" y="43801"/>
                  </a:lnTo>
                  <a:lnTo>
                    <a:pt x="1483092" y="44650"/>
                  </a:lnTo>
                  <a:lnTo>
                    <a:pt x="1482021" y="45499"/>
                  </a:lnTo>
                  <a:lnTo>
                    <a:pt x="1480949" y="46351"/>
                  </a:lnTo>
                  <a:lnTo>
                    <a:pt x="1479877" y="47203"/>
                  </a:lnTo>
                  <a:lnTo>
                    <a:pt x="1478806" y="48058"/>
                  </a:lnTo>
                  <a:lnTo>
                    <a:pt x="1477734" y="48913"/>
                  </a:lnTo>
                  <a:lnTo>
                    <a:pt x="1476663" y="49770"/>
                  </a:lnTo>
                  <a:lnTo>
                    <a:pt x="1475591" y="50629"/>
                  </a:lnTo>
                  <a:lnTo>
                    <a:pt x="1474519" y="51489"/>
                  </a:lnTo>
                  <a:lnTo>
                    <a:pt x="1473448" y="52351"/>
                  </a:lnTo>
                  <a:lnTo>
                    <a:pt x="1472376" y="53214"/>
                  </a:lnTo>
                  <a:lnTo>
                    <a:pt x="1471305" y="54079"/>
                  </a:lnTo>
                  <a:lnTo>
                    <a:pt x="1470233" y="54945"/>
                  </a:lnTo>
                  <a:lnTo>
                    <a:pt x="1469161" y="55812"/>
                  </a:lnTo>
                  <a:lnTo>
                    <a:pt x="1468090" y="56681"/>
                  </a:lnTo>
                  <a:lnTo>
                    <a:pt x="1467018" y="57552"/>
                  </a:lnTo>
                  <a:lnTo>
                    <a:pt x="1465947" y="58424"/>
                  </a:lnTo>
                  <a:lnTo>
                    <a:pt x="1464875" y="59298"/>
                  </a:lnTo>
                  <a:lnTo>
                    <a:pt x="1463803" y="60173"/>
                  </a:lnTo>
                  <a:lnTo>
                    <a:pt x="1462732" y="61049"/>
                  </a:lnTo>
                  <a:lnTo>
                    <a:pt x="1461660" y="61927"/>
                  </a:lnTo>
                  <a:lnTo>
                    <a:pt x="1460589" y="62807"/>
                  </a:lnTo>
                  <a:lnTo>
                    <a:pt x="1459517" y="63688"/>
                  </a:lnTo>
                  <a:lnTo>
                    <a:pt x="1458445" y="64570"/>
                  </a:lnTo>
                  <a:lnTo>
                    <a:pt x="1457374" y="65454"/>
                  </a:lnTo>
                  <a:lnTo>
                    <a:pt x="1456302" y="66339"/>
                  </a:lnTo>
                  <a:lnTo>
                    <a:pt x="1455231" y="67226"/>
                  </a:lnTo>
                  <a:lnTo>
                    <a:pt x="1454159" y="68114"/>
                  </a:lnTo>
                  <a:lnTo>
                    <a:pt x="1453087" y="69004"/>
                  </a:lnTo>
                  <a:lnTo>
                    <a:pt x="1452016" y="69895"/>
                  </a:lnTo>
                  <a:lnTo>
                    <a:pt x="1450944" y="70788"/>
                  </a:lnTo>
                  <a:lnTo>
                    <a:pt x="1449873" y="71682"/>
                  </a:lnTo>
                  <a:lnTo>
                    <a:pt x="1448801" y="72577"/>
                  </a:lnTo>
                  <a:lnTo>
                    <a:pt x="1447729" y="73474"/>
                  </a:lnTo>
                  <a:lnTo>
                    <a:pt x="1446658" y="74373"/>
                  </a:lnTo>
                  <a:lnTo>
                    <a:pt x="1445586" y="75273"/>
                  </a:lnTo>
                  <a:lnTo>
                    <a:pt x="1444515" y="76174"/>
                  </a:lnTo>
                  <a:lnTo>
                    <a:pt x="1443443" y="77077"/>
                  </a:lnTo>
                  <a:lnTo>
                    <a:pt x="1442371" y="77981"/>
                  </a:lnTo>
                  <a:lnTo>
                    <a:pt x="1441300" y="78886"/>
                  </a:lnTo>
                  <a:lnTo>
                    <a:pt x="1440228" y="79793"/>
                  </a:lnTo>
                  <a:lnTo>
                    <a:pt x="1439157" y="80701"/>
                  </a:lnTo>
                  <a:lnTo>
                    <a:pt x="1438085" y="81611"/>
                  </a:lnTo>
                  <a:lnTo>
                    <a:pt x="1437013" y="82522"/>
                  </a:lnTo>
                  <a:lnTo>
                    <a:pt x="1435942" y="83435"/>
                  </a:lnTo>
                  <a:lnTo>
                    <a:pt x="1434870" y="84349"/>
                  </a:lnTo>
                  <a:lnTo>
                    <a:pt x="1433799" y="85264"/>
                  </a:lnTo>
                  <a:lnTo>
                    <a:pt x="1432727" y="86181"/>
                  </a:lnTo>
                  <a:lnTo>
                    <a:pt x="1431655" y="87099"/>
                  </a:lnTo>
                  <a:lnTo>
                    <a:pt x="1430584" y="88018"/>
                  </a:lnTo>
                  <a:lnTo>
                    <a:pt x="1429512" y="88939"/>
                  </a:lnTo>
                  <a:lnTo>
                    <a:pt x="1428441" y="89861"/>
                  </a:lnTo>
                  <a:lnTo>
                    <a:pt x="1427369" y="90785"/>
                  </a:lnTo>
                  <a:lnTo>
                    <a:pt x="1426297" y="91710"/>
                  </a:lnTo>
                  <a:lnTo>
                    <a:pt x="1425226" y="92636"/>
                  </a:lnTo>
                  <a:lnTo>
                    <a:pt x="1424154" y="93563"/>
                  </a:lnTo>
                  <a:lnTo>
                    <a:pt x="1423083" y="94492"/>
                  </a:lnTo>
                  <a:lnTo>
                    <a:pt x="1422011" y="95422"/>
                  </a:lnTo>
                  <a:lnTo>
                    <a:pt x="1420939" y="96354"/>
                  </a:lnTo>
                  <a:lnTo>
                    <a:pt x="1419868" y="97287"/>
                  </a:lnTo>
                  <a:lnTo>
                    <a:pt x="1418796" y="98221"/>
                  </a:lnTo>
                  <a:lnTo>
                    <a:pt x="1417725" y="99156"/>
                  </a:lnTo>
                  <a:lnTo>
                    <a:pt x="1416653" y="100093"/>
                  </a:lnTo>
                  <a:lnTo>
                    <a:pt x="1415582" y="101031"/>
                  </a:lnTo>
                  <a:lnTo>
                    <a:pt x="1414510" y="101970"/>
                  </a:lnTo>
                  <a:lnTo>
                    <a:pt x="1413438" y="102911"/>
                  </a:lnTo>
                  <a:lnTo>
                    <a:pt x="1412367" y="103853"/>
                  </a:lnTo>
                  <a:lnTo>
                    <a:pt x="1411295" y="104796"/>
                  </a:lnTo>
                  <a:lnTo>
                    <a:pt x="1410224" y="105740"/>
                  </a:lnTo>
                  <a:lnTo>
                    <a:pt x="1409152" y="106686"/>
                  </a:lnTo>
                  <a:lnTo>
                    <a:pt x="1408080" y="107633"/>
                  </a:lnTo>
                  <a:lnTo>
                    <a:pt x="1407009" y="108581"/>
                  </a:lnTo>
                  <a:lnTo>
                    <a:pt x="1405937" y="109530"/>
                  </a:lnTo>
                  <a:lnTo>
                    <a:pt x="1404866" y="110481"/>
                  </a:lnTo>
                  <a:lnTo>
                    <a:pt x="1403794" y="111432"/>
                  </a:lnTo>
                  <a:lnTo>
                    <a:pt x="1402722" y="112385"/>
                  </a:lnTo>
                  <a:lnTo>
                    <a:pt x="1401651" y="113339"/>
                  </a:lnTo>
                  <a:lnTo>
                    <a:pt x="1400579" y="114295"/>
                  </a:lnTo>
                  <a:lnTo>
                    <a:pt x="1399508" y="115251"/>
                  </a:lnTo>
                  <a:lnTo>
                    <a:pt x="1398436" y="116209"/>
                  </a:lnTo>
                  <a:lnTo>
                    <a:pt x="1397364" y="117168"/>
                  </a:lnTo>
                  <a:lnTo>
                    <a:pt x="1396293" y="118128"/>
                  </a:lnTo>
                  <a:lnTo>
                    <a:pt x="1395221" y="119089"/>
                  </a:lnTo>
                  <a:lnTo>
                    <a:pt x="1394150" y="120052"/>
                  </a:lnTo>
                  <a:lnTo>
                    <a:pt x="1393078" y="121015"/>
                  </a:lnTo>
                  <a:lnTo>
                    <a:pt x="1392006" y="121980"/>
                  </a:lnTo>
                  <a:lnTo>
                    <a:pt x="1390935" y="122946"/>
                  </a:lnTo>
                  <a:lnTo>
                    <a:pt x="1389863" y="123913"/>
                  </a:lnTo>
                  <a:lnTo>
                    <a:pt x="1388792" y="124881"/>
                  </a:lnTo>
                  <a:lnTo>
                    <a:pt x="1387720" y="125850"/>
                  </a:lnTo>
                  <a:lnTo>
                    <a:pt x="1386648" y="126820"/>
                  </a:lnTo>
                  <a:lnTo>
                    <a:pt x="1385577" y="127792"/>
                  </a:lnTo>
                  <a:lnTo>
                    <a:pt x="1384505" y="128764"/>
                  </a:lnTo>
                  <a:lnTo>
                    <a:pt x="1383434" y="129738"/>
                  </a:lnTo>
                  <a:lnTo>
                    <a:pt x="1382362" y="130712"/>
                  </a:lnTo>
                  <a:lnTo>
                    <a:pt x="1381290" y="131688"/>
                  </a:lnTo>
                  <a:lnTo>
                    <a:pt x="1380219" y="132665"/>
                  </a:lnTo>
                  <a:lnTo>
                    <a:pt x="1379147" y="133642"/>
                  </a:lnTo>
                  <a:lnTo>
                    <a:pt x="1378076" y="134621"/>
                  </a:lnTo>
                  <a:lnTo>
                    <a:pt x="1377004" y="135601"/>
                  </a:lnTo>
                  <a:lnTo>
                    <a:pt x="1375932" y="136582"/>
                  </a:lnTo>
                  <a:lnTo>
                    <a:pt x="1374861" y="137564"/>
                  </a:lnTo>
                  <a:lnTo>
                    <a:pt x="1373789" y="138547"/>
                  </a:lnTo>
                  <a:lnTo>
                    <a:pt x="1372718" y="139531"/>
                  </a:lnTo>
                  <a:lnTo>
                    <a:pt x="1371646" y="140516"/>
                  </a:lnTo>
                  <a:lnTo>
                    <a:pt x="1370574" y="141502"/>
                  </a:lnTo>
                  <a:lnTo>
                    <a:pt x="1369503" y="142489"/>
                  </a:lnTo>
                  <a:lnTo>
                    <a:pt x="1368431" y="143477"/>
                  </a:lnTo>
                  <a:lnTo>
                    <a:pt x="1367360" y="144466"/>
                  </a:lnTo>
                  <a:lnTo>
                    <a:pt x="1366288" y="145455"/>
                  </a:lnTo>
                  <a:lnTo>
                    <a:pt x="1365216" y="146446"/>
                  </a:lnTo>
                  <a:lnTo>
                    <a:pt x="1364145" y="147438"/>
                  </a:lnTo>
                  <a:lnTo>
                    <a:pt x="1363073" y="148431"/>
                  </a:lnTo>
                  <a:lnTo>
                    <a:pt x="1362002" y="149424"/>
                  </a:lnTo>
                  <a:lnTo>
                    <a:pt x="1360930" y="150419"/>
                  </a:lnTo>
                  <a:lnTo>
                    <a:pt x="1359858" y="151414"/>
                  </a:lnTo>
                  <a:lnTo>
                    <a:pt x="1358787" y="152410"/>
                  </a:lnTo>
                  <a:lnTo>
                    <a:pt x="1357715" y="153408"/>
                  </a:lnTo>
                  <a:lnTo>
                    <a:pt x="1356644" y="154406"/>
                  </a:lnTo>
                  <a:lnTo>
                    <a:pt x="1355572" y="155405"/>
                  </a:lnTo>
                  <a:lnTo>
                    <a:pt x="1354500" y="156405"/>
                  </a:lnTo>
                  <a:lnTo>
                    <a:pt x="1353429" y="157405"/>
                  </a:lnTo>
                  <a:lnTo>
                    <a:pt x="1352357" y="158407"/>
                  </a:lnTo>
                  <a:lnTo>
                    <a:pt x="1351286" y="159410"/>
                  </a:lnTo>
                  <a:lnTo>
                    <a:pt x="1350214" y="160413"/>
                  </a:lnTo>
                  <a:lnTo>
                    <a:pt x="1349142" y="161417"/>
                  </a:lnTo>
                  <a:lnTo>
                    <a:pt x="1348071" y="162422"/>
                  </a:lnTo>
                  <a:lnTo>
                    <a:pt x="1346999" y="163428"/>
                  </a:lnTo>
                  <a:lnTo>
                    <a:pt x="1345928" y="164434"/>
                  </a:lnTo>
                  <a:lnTo>
                    <a:pt x="1344856" y="165442"/>
                  </a:lnTo>
                  <a:lnTo>
                    <a:pt x="1343784" y="166450"/>
                  </a:lnTo>
                  <a:lnTo>
                    <a:pt x="1342713" y="167459"/>
                  </a:lnTo>
                  <a:lnTo>
                    <a:pt x="1341641" y="168469"/>
                  </a:lnTo>
                  <a:lnTo>
                    <a:pt x="1340570" y="169479"/>
                  </a:lnTo>
                  <a:lnTo>
                    <a:pt x="1339498" y="170490"/>
                  </a:lnTo>
                  <a:lnTo>
                    <a:pt x="1338426" y="171502"/>
                  </a:lnTo>
                  <a:lnTo>
                    <a:pt x="1337355" y="172515"/>
                  </a:lnTo>
                  <a:lnTo>
                    <a:pt x="1336283" y="173529"/>
                  </a:lnTo>
                  <a:lnTo>
                    <a:pt x="1335212" y="174543"/>
                  </a:lnTo>
                  <a:lnTo>
                    <a:pt x="1334140" y="175558"/>
                  </a:lnTo>
                  <a:lnTo>
                    <a:pt x="1333068" y="176574"/>
                  </a:lnTo>
                  <a:lnTo>
                    <a:pt x="1331997" y="177590"/>
                  </a:lnTo>
                  <a:lnTo>
                    <a:pt x="1330925" y="178607"/>
                  </a:lnTo>
                  <a:lnTo>
                    <a:pt x="1329854" y="179625"/>
                  </a:lnTo>
                  <a:lnTo>
                    <a:pt x="1328782" y="180644"/>
                  </a:lnTo>
                  <a:lnTo>
                    <a:pt x="1327710" y="181663"/>
                  </a:lnTo>
                  <a:lnTo>
                    <a:pt x="1326639" y="182683"/>
                  </a:lnTo>
                  <a:lnTo>
                    <a:pt x="1325567" y="183703"/>
                  </a:lnTo>
                  <a:lnTo>
                    <a:pt x="1324496" y="184724"/>
                  </a:lnTo>
                  <a:lnTo>
                    <a:pt x="1323424" y="185746"/>
                  </a:lnTo>
                  <a:lnTo>
                    <a:pt x="1322352" y="186768"/>
                  </a:lnTo>
                  <a:lnTo>
                    <a:pt x="1321281" y="187791"/>
                  </a:lnTo>
                  <a:lnTo>
                    <a:pt x="1320209" y="188815"/>
                  </a:lnTo>
                  <a:lnTo>
                    <a:pt x="1319138" y="189839"/>
                  </a:lnTo>
                  <a:lnTo>
                    <a:pt x="1318066" y="190864"/>
                  </a:lnTo>
                  <a:lnTo>
                    <a:pt x="1316994" y="191890"/>
                  </a:lnTo>
                  <a:lnTo>
                    <a:pt x="1315923" y="192916"/>
                  </a:lnTo>
                  <a:lnTo>
                    <a:pt x="1314851" y="193942"/>
                  </a:lnTo>
                  <a:lnTo>
                    <a:pt x="1313780" y="194970"/>
                  </a:lnTo>
                  <a:lnTo>
                    <a:pt x="1312708" y="195998"/>
                  </a:lnTo>
                  <a:lnTo>
                    <a:pt x="1311636" y="197026"/>
                  </a:lnTo>
                  <a:lnTo>
                    <a:pt x="1310565" y="198055"/>
                  </a:lnTo>
                  <a:lnTo>
                    <a:pt x="1309493" y="199084"/>
                  </a:lnTo>
                  <a:lnTo>
                    <a:pt x="1308422" y="200114"/>
                  </a:lnTo>
                  <a:lnTo>
                    <a:pt x="1307350" y="201145"/>
                  </a:lnTo>
                  <a:lnTo>
                    <a:pt x="1306278" y="202176"/>
                  </a:lnTo>
                  <a:lnTo>
                    <a:pt x="1305207" y="203207"/>
                  </a:lnTo>
                  <a:lnTo>
                    <a:pt x="1304135" y="204239"/>
                  </a:lnTo>
                  <a:lnTo>
                    <a:pt x="1303064" y="205272"/>
                  </a:lnTo>
                  <a:lnTo>
                    <a:pt x="1301992" y="206305"/>
                  </a:lnTo>
                  <a:lnTo>
                    <a:pt x="1300920" y="207338"/>
                  </a:lnTo>
                  <a:lnTo>
                    <a:pt x="1299849" y="208372"/>
                  </a:lnTo>
                  <a:lnTo>
                    <a:pt x="1298777" y="209407"/>
                  </a:lnTo>
                  <a:lnTo>
                    <a:pt x="1297706" y="210442"/>
                  </a:lnTo>
                  <a:lnTo>
                    <a:pt x="1296634" y="211477"/>
                  </a:lnTo>
                  <a:lnTo>
                    <a:pt x="1295562" y="212513"/>
                  </a:lnTo>
                  <a:lnTo>
                    <a:pt x="1294491" y="213549"/>
                  </a:lnTo>
                  <a:lnTo>
                    <a:pt x="1293419" y="214586"/>
                  </a:lnTo>
                  <a:lnTo>
                    <a:pt x="1292348" y="215623"/>
                  </a:lnTo>
                  <a:lnTo>
                    <a:pt x="1291276" y="216660"/>
                  </a:lnTo>
                  <a:lnTo>
                    <a:pt x="1290204" y="217698"/>
                  </a:lnTo>
                  <a:lnTo>
                    <a:pt x="1289133" y="218736"/>
                  </a:lnTo>
                  <a:lnTo>
                    <a:pt x="1288061" y="219775"/>
                  </a:lnTo>
                  <a:lnTo>
                    <a:pt x="1286990" y="220814"/>
                  </a:lnTo>
                  <a:lnTo>
                    <a:pt x="1285918" y="221853"/>
                  </a:lnTo>
                  <a:lnTo>
                    <a:pt x="1284846" y="222893"/>
                  </a:lnTo>
                  <a:lnTo>
                    <a:pt x="1283775" y="223933"/>
                  </a:lnTo>
                  <a:lnTo>
                    <a:pt x="1282703" y="224974"/>
                  </a:lnTo>
                  <a:lnTo>
                    <a:pt x="1281632" y="226014"/>
                  </a:lnTo>
                  <a:lnTo>
                    <a:pt x="1280560" y="227056"/>
                  </a:lnTo>
                  <a:lnTo>
                    <a:pt x="1279488" y="228097"/>
                  </a:lnTo>
                  <a:lnTo>
                    <a:pt x="1278417" y="229139"/>
                  </a:lnTo>
                  <a:lnTo>
                    <a:pt x="1277345" y="230181"/>
                  </a:lnTo>
                  <a:lnTo>
                    <a:pt x="1276274" y="231223"/>
                  </a:lnTo>
                  <a:lnTo>
                    <a:pt x="1275202" y="232266"/>
                  </a:lnTo>
                  <a:lnTo>
                    <a:pt x="1274130" y="233309"/>
                  </a:lnTo>
                  <a:lnTo>
                    <a:pt x="1273059" y="234352"/>
                  </a:lnTo>
                  <a:lnTo>
                    <a:pt x="1271987" y="235396"/>
                  </a:lnTo>
                  <a:lnTo>
                    <a:pt x="1270916" y="236440"/>
                  </a:lnTo>
                  <a:lnTo>
                    <a:pt x="1269844" y="237484"/>
                  </a:lnTo>
                  <a:lnTo>
                    <a:pt x="1268772" y="238528"/>
                  </a:lnTo>
                  <a:lnTo>
                    <a:pt x="1267701" y="239573"/>
                  </a:lnTo>
                  <a:lnTo>
                    <a:pt x="1266629" y="240618"/>
                  </a:lnTo>
                  <a:lnTo>
                    <a:pt x="1265558" y="241663"/>
                  </a:lnTo>
                  <a:lnTo>
                    <a:pt x="1264486" y="242708"/>
                  </a:lnTo>
                  <a:lnTo>
                    <a:pt x="1263414" y="243754"/>
                  </a:lnTo>
                  <a:lnTo>
                    <a:pt x="1262343" y="244799"/>
                  </a:lnTo>
                  <a:lnTo>
                    <a:pt x="1261271" y="245845"/>
                  </a:lnTo>
                  <a:lnTo>
                    <a:pt x="1260200" y="246891"/>
                  </a:lnTo>
                  <a:lnTo>
                    <a:pt x="1259128" y="247938"/>
                  </a:lnTo>
                  <a:lnTo>
                    <a:pt x="1258056" y="248984"/>
                  </a:lnTo>
                  <a:lnTo>
                    <a:pt x="1256985" y="250031"/>
                  </a:lnTo>
                  <a:lnTo>
                    <a:pt x="1255913" y="251077"/>
                  </a:lnTo>
                  <a:lnTo>
                    <a:pt x="1254842" y="252124"/>
                  </a:lnTo>
                  <a:lnTo>
                    <a:pt x="1253770" y="253172"/>
                  </a:lnTo>
                  <a:lnTo>
                    <a:pt x="1252698" y="254219"/>
                  </a:lnTo>
                  <a:lnTo>
                    <a:pt x="1251627" y="255266"/>
                  </a:lnTo>
                  <a:lnTo>
                    <a:pt x="1250555" y="256314"/>
                  </a:lnTo>
                  <a:lnTo>
                    <a:pt x="1249484" y="257362"/>
                  </a:lnTo>
                  <a:lnTo>
                    <a:pt x="1248412" y="258409"/>
                  </a:lnTo>
                  <a:lnTo>
                    <a:pt x="1247340" y="259457"/>
                  </a:lnTo>
                  <a:lnTo>
                    <a:pt x="1246269" y="260505"/>
                  </a:lnTo>
                  <a:lnTo>
                    <a:pt x="1245197" y="261553"/>
                  </a:lnTo>
                  <a:lnTo>
                    <a:pt x="1244126" y="262602"/>
                  </a:lnTo>
                  <a:lnTo>
                    <a:pt x="1243054" y="263650"/>
                  </a:lnTo>
                  <a:lnTo>
                    <a:pt x="1241983" y="264698"/>
                  </a:lnTo>
                  <a:lnTo>
                    <a:pt x="1240911" y="265747"/>
                  </a:lnTo>
                  <a:lnTo>
                    <a:pt x="1239839" y="266795"/>
                  </a:lnTo>
                  <a:lnTo>
                    <a:pt x="1238768" y="267844"/>
                  </a:lnTo>
                  <a:lnTo>
                    <a:pt x="1237696" y="268892"/>
                  </a:lnTo>
                  <a:lnTo>
                    <a:pt x="1236625" y="269941"/>
                  </a:lnTo>
                  <a:lnTo>
                    <a:pt x="1235553" y="270990"/>
                  </a:lnTo>
                  <a:lnTo>
                    <a:pt x="1234481" y="272038"/>
                  </a:lnTo>
                  <a:lnTo>
                    <a:pt x="1233410" y="273087"/>
                  </a:lnTo>
                  <a:lnTo>
                    <a:pt x="1232338" y="274136"/>
                  </a:lnTo>
                  <a:lnTo>
                    <a:pt x="1231267" y="275185"/>
                  </a:lnTo>
                  <a:lnTo>
                    <a:pt x="1230195" y="276233"/>
                  </a:lnTo>
                  <a:lnTo>
                    <a:pt x="1229123" y="277282"/>
                  </a:lnTo>
                  <a:lnTo>
                    <a:pt x="1228052" y="278331"/>
                  </a:lnTo>
                  <a:lnTo>
                    <a:pt x="1226980" y="279380"/>
                  </a:lnTo>
                  <a:lnTo>
                    <a:pt x="1225909" y="280428"/>
                  </a:lnTo>
                  <a:lnTo>
                    <a:pt x="1224837" y="281477"/>
                  </a:lnTo>
                  <a:lnTo>
                    <a:pt x="1223765" y="282526"/>
                  </a:lnTo>
                  <a:lnTo>
                    <a:pt x="1222694" y="283574"/>
                  </a:lnTo>
                  <a:lnTo>
                    <a:pt x="1221622" y="284623"/>
                  </a:lnTo>
                  <a:lnTo>
                    <a:pt x="1220551" y="285671"/>
                  </a:lnTo>
                  <a:lnTo>
                    <a:pt x="1219479" y="286720"/>
                  </a:lnTo>
                  <a:lnTo>
                    <a:pt x="1218407" y="287768"/>
                  </a:lnTo>
                  <a:lnTo>
                    <a:pt x="1217336" y="288817"/>
                  </a:lnTo>
                  <a:lnTo>
                    <a:pt x="1216264" y="289865"/>
                  </a:lnTo>
                  <a:lnTo>
                    <a:pt x="1215193" y="290913"/>
                  </a:lnTo>
                  <a:lnTo>
                    <a:pt x="1214121" y="291961"/>
                  </a:lnTo>
                  <a:lnTo>
                    <a:pt x="1213049" y="293009"/>
                  </a:lnTo>
                  <a:lnTo>
                    <a:pt x="1211978" y="294057"/>
                  </a:lnTo>
                  <a:lnTo>
                    <a:pt x="1210906" y="295105"/>
                  </a:lnTo>
                  <a:lnTo>
                    <a:pt x="1209835" y="296152"/>
                  </a:lnTo>
                  <a:lnTo>
                    <a:pt x="1208763" y="297200"/>
                  </a:lnTo>
                  <a:lnTo>
                    <a:pt x="1207691" y="298247"/>
                  </a:lnTo>
                  <a:lnTo>
                    <a:pt x="1206620" y="299295"/>
                  </a:lnTo>
                  <a:lnTo>
                    <a:pt x="1205548" y="300342"/>
                  </a:lnTo>
                  <a:lnTo>
                    <a:pt x="1204477" y="301389"/>
                  </a:lnTo>
                  <a:lnTo>
                    <a:pt x="1203405" y="302436"/>
                  </a:lnTo>
                  <a:lnTo>
                    <a:pt x="1202333" y="303482"/>
                  </a:lnTo>
                  <a:lnTo>
                    <a:pt x="1201262" y="304529"/>
                  </a:lnTo>
                  <a:lnTo>
                    <a:pt x="1200190" y="305575"/>
                  </a:lnTo>
                  <a:lnTo>
                    <a:pt x="1199119" y="306621"/>
                  </a:lnTo>
                  <a:lnTo>
                    <a:pt x="1198047" y="307667"/>
                  </a:lnTo>
                  <a:lnTo>
                    <a:pt x="1196975" y="308713"/>
                  </a:lnTo>
                  <a:lnTo>
                    <a:pt x="1195904" y="309759"/>
                  </a:lnTo>
                  <a:lnTo>
                    <a:pt x="1194832" y="310804"/>
                  </a:lnTo>
                  <a:lnTo>
                    <a:pt x="1193761" y="311850"/>
                  </a:lnTo>
                  <a:lnTo>
                    <a:pt x="1192689" y="312895"/>
                  </a:lnTo>
                  <a:lnTo>
                    <a:pt x="1191617" y="313940"/>
                  </a:lnTo>
                  <a:lnTo>
                    <a:pt x="1190546" y="314984"/>
                  </a:lnTo>
                  <a:lnTo>
                    <a:pt x="1189474" y="316029"/>
                  </a:lnTo>
                  <a:lnTo>
                    <a:pt x="1188403" y="317073"/>
                  </a:lnTo>
                  <a:lnTo>
                    <a:pt x="1187331" y="318117"/>
                  </a:lnTo>
                  <a:lnTo>
                    <a:pt x="1186259" y="319160"/>
                  </a:lnTo>
                  <a:lnTo>
                    <a:pt x="1185188" y="320204"/>
                  </a:lnTo>
                  <a:lnTo>
                    <a:pt x="1184116" y="321247"/>
                  </a:lnTo>
                  <a:lnTo>
                    <a:pt x="1183045" y="322290"/>
                  </a:lnTo>
                  <a:lnTo>
                    <a:pt x="1181973" y="323333"/>
                  </a:lnTo>
                  <a:lnTo>
                    <a:pt x="1180901" y="324375"/>
                  </a:lnTo>
                  <a:lnTo>
                    <a:pt x="1179830" y="325417"/>
                  </a:lnTo>
                  <a:lnTo>
                    <a:pt x="1178758" y="326459"/>
                  </a:lnTo>
                  <a:lnTo>
                    <a:pt x="1177687" y="327501"/>
                  </a:lnTo>
                  <a:lnTo>
                    <a:pt x="1176615" y="328542"/>
                  </a:lnTo>
                  <a:lnTo>
                    <a:pt x="1175543" y="329583"/>
                  </a:lnTo>
                  <a:lnTo>
                    <a:pt x="1174472" y="330624"/>
                  </a:lnTo>
                  <a:lnTo>
                    <a:pt x="1173400" y="331664"/>
                  </a:lnTo>
                  <a:lnTo>
                    <a:pt x="1172329" y="332704"/>
                  </a:lnTo>
                  <a:lnTo>
                    <a:pt x="1171257" y="333744"/>
                  </a:lnTo>
                  <a:lnTo>
                    <a:pt x="1170185" y="334784"/>
                  </a:lnTo>
                  <a:lnTo>
                    <a:pt x="1169114" y="335823"/>
                  </a:lnTo>
                  <a:lnTo>
                    <a:pt x="1168042" y="336862"/>
                  </a:lnTo>
                  <a:lnTo>
                    <a:pt x="1166971" y="337900"/>
                  </a:lnTo>
                  <a:lnTo>
                    <a:pt x="1165899" y="338939"/>
                  </a:lnTo>
                  <a:lnTo>
                    <a:pt x="1164827" y="339976"/>
                  </a:lnTo>
                  <a:lnTo>
                    <a:pt x="1163756" y="341014"/>
                  </a:lnTo>
                  <a:lnTo>
                    <a:pt x="1162684" y="342051"/>
                  </a:lnTo>
                  <a:lnTo>
                    <a:pt x="1161613" y="343088"/>
                  </a:lnTo>
                  <a:lnTo>
                    <a:pt x="1160541" y="344124"/>
                  </a:lnTo>
                  <a:lnTo>
                    <a:pt x="1159469" y="345161"/>
                  </a:lnTo>
                  <a:lnTo>
                    <a:pt x="1158398" y="346196"/>
                  </a:lnTo>
                  <a:lnTo>
                    <a:pt x="1157326" y="347232"/>
                  </a:lnTo>
                  <a:lnTo>
                    <a:pt x="1156255" y="348267"/>
                  </a:lnTo>
                  <a:lnTo>
                    <a:pt x="1155183" y="349301"/>
                  </a:lnTo>
                  <a:lnTo>
                    <a:pt x="1154111" y="350336"/>
                  </a:lnTo>
                  <a:lnTo>
                    <a:pt x="1153040" y="351370"/>
                  </a:lnTo>
                  <a:lnTo>
                    <a:pt x="1151968" y="352403"/>
                  </a:lnTo>
                  <a:lnTo>
                    <a:pt x="1150897" y="353436"/>
                  </a:lnTo>
                  <a:lnTo>
                    <a:pt x="1149825" y="354469"/>
                  </a:lnTo>
                  <a:lnTo>
                    <a:pt x="1148753" y="355501"/>
                  </a:lnTo>
                  <a:lnTo>
                    <a:pt x="1147682" y="356533"/>
                  </a:lnTo>
                  <a:lnTo>
                    <a:pt x="1146610" y="357564"/>
                  </a:lnTo>
                  <a:lnTo>
                    <a:pt x="1145539" y="358595"/>
                  </a:lnTo>
                  <a:lnTo>
                    <a:pt x="1144467" y="359626"/>
                  </a:lnTo>
                  <a:lnTo>
                    <a:pt x="1143395" y="360656"/>
                  </a:lnTo>
                  <a:lnTo>
                    <a:pt x="1142324" y="361686"/>
                  </a:lnTo>
                  <a:lnTo>
                    <a:pt x="1141252" y="362715"/>
                  </a:lnTo>
                  <a:lnTo>
                    <a:pt x="1140181" y="363744"/>
                  </a:lnTo>
                  <a:lnTo>
                    <a:pt x="1139109" y="364773"/>
                  </a:lnTo>
                  <a:lnTo>
                    <a:pt x="1138037" y="365801"/>
                  </a:lnTo>
                  <a:lnTo>
                    <a:pt x="1136966" y="366828"/>
                  </a:lnTo>
                  <a:lnTo>
                    <a:pt x="1135894" y="367856"/>
                  </a:lnTo>
                  <a:lnTo>
                    <a:pt x="1134823" y="368882"/>
                  </a:lnTo>
                  <a:lnTo>
                    <a:pt x="1133751" y="369909"/>
                  </a:lnTo>
                  <a:lnTo>
                    <a:pt x="1132679" y="370934"/>
                  </a:lnTo>
                  <a:lnTo>
                    <a:pt x="1131608" y="371960"/>
                  </a:lnTo>
                  <a:lnTo>
                    <a:pt x="1130536" y="372985"/>
                  </a:lnTo>
                  <a:lnTo>
                    <a:pt x="1129465" y="374009"/>
                  </a:lnTo>
                  <a:lnTo>
                    <a:pt x="1128393" y="375033"/>
                  </a:lnTo>
                  <a:lnTo>
                    <a:pt x="1127321" y="376056"/>
                  </a:lnTo>
                  <a:lnTo>
                    <a:pt x="1126250" y="377079"/>
                  </a:lnTo>
                  <a:lnTo>
                    <a:pt x="1125178" y="378102"/>
                  </a:lnTo>
                  <a:lnTo>
                    <a:pt x="1124107" y="379124"/>
                  </a:lnTo>
                  <a:lnTo>
                    <a:pt x="1123035" y="380145"/>
                  </a:lnTo>
                  <a:lnTo>
                    <a:pt x="1121963" y="381166"/>
                  </a:lnTo>
                  <a:lnTo>
                    <a:pt x="1120892" y="382187"/>
                  </a:lnTo>
                  <a:lnTo>
                    <a:pt x="1119820" y="383207"/>
                  </a:lnTo>
                  <a:lnTo>
                    <a:pt x="1118749" y="384226"/>
                  </a:lnTo>
                  <a:lnTo>
                    <a:pt x="1117677" y="385245"/>
                  </a:lnTo>
                  <a:lnTo>
                    <a:pt x="1116605" y="386264"/>
                  </a:lnTo>
                  <a:lnTo>
                    <a:pt x="1115534" y="387282"/>
                  </a:lnTo>
                  <a:lnTo>
                    <a:pt x="1114462" y="388299"/>
                  </a:lnTo>
                  <a:lnTo>
                    <a:pt x="1113391" y="389316"/>
                  </a:lnTo>
                  <a:lnTo>
                    <a:pt x="1112319" y="390333"/>
                  </a:lnTo>
                  <a:lnTo>
                    <a:pt x="1111247" y="391349"/>
                  </a:lnTo>
                  <a:lnTo>
                    <a:pt x="1110176" y="392364"/>
                  </a:lnTo>
                  <a:lnTo>
                    <a:pt x="1109104" y="393379"/>
                  </a:lnTo>
                  <a:lnTo>
                    <a:pt x="1108033" y="394394"/>
                  </a:lnTo>
                  <a:lnTo>
                    <a:pt x="1106961" y="395408"/>
                  </a:lnTo>
                  <a:lnTo>
                    <a:pt x="1105889" y="396421"/>
                  </a:lnTo>
                  <a:lnTo>
                    <a:pt x="1104818" y="397434"/>
                  </a:lnTo>
                  <a:lnTo>
                    <a:pt x="1103746" y="398446"/>
                  </a:lnTo>
                  <a:lnTo>
                    <a:pt x="1102675" y="399458"/>
                  </a:lnTo>
                  <a:lnTo>
                    <a:pt x="1101603" y="400469"/>
                  </a:lnTo>
                  <a:lnTo>
                    <a:pt x="1100531" y="401480"/>
                  </a:lnTo>
                  <a:lnTo>
                    <a:pt x="1099460" y="402490"/>
                  </a:lnTo>
                  <a:lnTo>
                    <a:pt x="1098388" y="403499"/>
                  </a:lnTo>
                  <a:lnTo>
                    <a:pt x="1097317" y="404508"/>
                  </a:lnTo>
                  <a:lnTo>
                    <a:pt x="1096245" y="405517"/>
                  </a:lnTo>
                  <a:lnTo>
                    <a:pt x="1095173" y="406525"/>
                  </a:lnTo>
                  <a:lnTo>
                    <a:pt x="1094102" y="407532"/>
                  </a:lnTo>
                  <a:lnTo>
                    <a:pt x="1093030" y="408539"/>
                  </a:lnTo>
                  <a:lnTo>
                    <a:pt x="1091959" y="409545"/>
                  </a:lnTo>
                  <a:lnTo>
                    <a:pt x="1090887" y="410551"/>
                  </a:lnTo>
                  <a:lnTo>
                    <a:pt x="1089815" y="411556"/>
                  </a:lnTo>
                  <a:lnTo>
                    <a:pt x="1088744" y="412561"/>
                  </a:lnTo>
                  <a:lnTo>
                    <a:pt x="1087672" y="413565"/>
                  </a:lnTo>
                  <a:lnTo>
                    <a:pt x="1086601" y="414568"/>
                  </a:lnTo>
                  <a:lnTo>
                    <a:pt x="1085529" y="415571"/>
                  </a:lnTo>
                  <a:lnTo>
                    <a:pt x="1084457" y="416573"/>
                  </a:lnTo>
                  <a:lnTo>
                    <a:pt x="1083386" y="417575"/>
                  </a:lnTo>
                  <a:lnTo>
                    <a:pt x="1082314" y="418576"/>
                  </a:lnTo>
                  <a:lnTo>
                    <a:pt x="1081243" y="419577"/>
                  </a:lnTo>
                  <a:lnTo>
                    <a:pt x="1080171" y="420577"/>
                  </a:lnTo>
                  <a:lnTo>
                    <a:pt x="1079099" y="421577"/>
                  </a:lnTo>
                  <a:lnTo>
                    <a:pt x="1078028" y="422575"/>
                  </a:lnTo>
                  <a:lnTo>
                    <a:pt x="1076956" y="423574"/>
                  </a:lnTo>
                  <a:lnTo>
                    <a:pt x="1075885" y="424572"/>
                  </a:lnTo>
                  <a:lnTo>
                    <a:pt x="1074813" y="425569"/>
                  </a:lnTo>
                  <a:lnTo>
                    <a:pt x="1073741" y="426566"/>
                  </a:lnTo>
                  <a:lnTo>
                    <a:pt x="1072670" y="427562"/>
                  </a:lnTo>
                  <a:lnTo>
                    <a:pt x="1071598" y="428557"/>
                  </a:lnTo>
                  <a:lnTo>
                    <a:pt x="1070527" y="429552"/>
                  </a:lnTo>
                  <a:lnTo>
                    <a:pt x="1069455" y="430547"/>
                  </a:lnTo>
                  <a:lnTo>
                    <a:pt x="1068383" y="431541"/>
                  </a:lnTo>
                  <a:lnTo>
                    <a:pt x="1067312" y="432534"/>
                  </a:lnTo>
                  <a:lnTo>
                    <a:pt x="1066240" y="433527"/>
                  </a:lnTo>
                  <a:lnTo>
                    <a:pt x="1065169" y="434520"/>
                  </a:lnTo>
                  <a:lnTo>
                    <a:pt x="1064097" y="435511"/>
                  </a:lnTo>
                  <a:lnTo>
                    <a:pt x="1063026" y="436503"/>
                  </a:lnTo>
                  <a:lnTo>
                    <a:pt x="1061954" y="437494"/>
                  </a:lnTo>
                  <a:lnTo>
                    <a:pt x="1060882" y="438484"/>
                  </a:lnTo>
                  <a:lnTo>
                    <a:pt x="1059811" y="439474"/>
                  </a:lnTo>
                  <a:lnTo>
                    <a:pt x="1058739" y="440464"/>
                  </a:lnTo>
                  <a:lnTo>
                    <a:pt x="1057668" y="441453"/>
                  </a:lnTo>
                  <a:lnTo>
                    <a:pt x="1056596" y="442441"/>
                  </a:lnTo>
                  <a:lnTo>
                    <a:pt x="1055524" y="443429"/>
                  </a:lnTo>
                  <a:lnTo>
                    <a:pt x="1054453" y="444417"/>
                  </a:lnTo>
                  <a:lnTo>
                    <a:pt x="1053381" y="445404"/>
                  </a:lnTo>
                  <a:lnTo>
                    <a:pt x="1052310" y="446391"/>
                  </a:lnTo>
                  <a:lnTo>
                    <a:pt x="1051238" y="447377"/>
                  </a:lnTo>
                  <a:lnTo>
                    <a:pt x="1050166" y="448363"/>
                  </a:lnTo>
                  <a:lnTo>
                    <a:pt x="1049095" y="449348"/>
                  </a:lnTo>
                  <a:lnTo>
                    <a:pt x="1048023" y="450333"/>
                  </a:lnTo>
                  <a:lnTo>
                    <a:pt x="1046952" y="451318"/>
                  </a:lnTo>
                  <a:lnTo>
                    <a:pt x="1045880" y="452302"/>
                  </a:lnTo>
                  <a:lnTo>
                    <a:pt x="1044808" y="453285"/>
                  </a:lnTo>
                  <a:lnTo>
                    <a:pt x="1043737" y="454269"/>
                  </a:lnTo>
                  <a:lnTo>
                    <a:pt x="1042665" y="455252"/>
                  </a:lnTo>
                  <a:lnTo>
                    <a:pt x="1041594" y="456234"/>
                  </a:lnTo>
                  <a:lnTo>
                    <a:pt x="1040522" y="457216"/>
                  </a:lnTo>
                  <a:lnTo>
                    <a:pt x="1039450" y="458198"/>
                  </a:lnTo>
                  <a:lnTo>
                    <a:pt x="1038379" y="459180"/>
                  </a:lnTo>
                  <a:lnTo>
                    <a:pt x="1037307" y="460161"/>
                  </a:lnTo>
                  <a:lnTo>
                    <a:pt x="1036236" y="461141"/>
                  </a:lnTo>
                  <a:lnTo>
                    <a:pt x="1035164" y="462122"/>
                  </a:lnTo>
                  <a:lnTo>
                    <a:pt x="1034092" y="463102"/>
                  </a:lnTo>
                  <a:lnTo>
                    <a:pt x="1033021" y="464081"/>
                  </a:lnTo>
                  <a:lnTo>
                    <a:pt x="1031949" y="465061"/>
                  </a:lnTo>
                  <a:lnTo>
                    <a:pt x="1030878" y="466040"/>
                  </a:lnTo>
                  <a:lnTo>
                    <a:pt x="1029806" y="467018"/>
                  </a:lnTo>
                  <a:lnTo>
                    <a:pt x="1028734" y="467996"/>
                  </a:lnTo>
                  <a:lnTo>
                    <a:pt x="1027663" y="468974"/>
                  </a:lnTo>
                  <a:lnTo>
                    <a:pt x="1026591" y="469952"/>
                  </a:lnTo>
                  <a:lnTo>
                    <a:pt x="1025520" y="470930"/>
                  </a:lnTo>
                  <a:lnTo>
                    <a:pt x="1024448" y="471907"/>
                  </a:lnTo>
                  <a:lnTo>
                    <a:pt x="1023376" y="472883"/>
                  </a:lnTo>
                  <a:lnTo>
                    <a:pt x="1022305" y="473860"/>
                  </a:lnTo>
                  <a:lnTo>
                    <a:pt x="1021233" y="474836"/>
                  </a:lnTo>
                  <a:lnTo>
                    <a:pt x="1020162" y="475812"/>
                  </a:lnTo>
                  <a:lnTo>
                    <a:pt x="1019090" y="476788"/>
                  </a:lnTo>
                  <a:lnTo>
                    <a:pt x="1018018" y="477763"/>
                  </a:lnTo>
                  <a:lnTo>
                    <a:pt x="1016947" y="478738"/>
                  </a:lnTo>
                  <a:lnTo>
                    <a:pt x="1015875" y="479713"/>
                  </a:lnTo>
                  <a:lnTo>
                    <a:pt x="1014804" y="480688"/>
                  </a:lnTo>
                  <a:lnTo>
                    <a:pt x="1013732" y="481662"/>
                  </a:lnTo>
                  <a:lnTo>
                    <a:pt x="1012660" y="482637"/>
                  </a:lnTo>
                  <a:lnTo>
                    <a:pt x="1011589" y="483610"/>
                  </a:lnTo>
                  <a:lnTo>
                    <a:pt x="1010517" y="484584"/>
                  </a:lnTo>
                  <a:lnTo>
                    <a:pt x="1009446" y="485558"/>
                  </a:lnTo>
                  <a:lnTo>
                    <a:pt x="1008374" y="486531"/>
                  </a:lnTo>
                  <a:lnTo>
                    <a:pt x="1007302" y="487504"/>
                  </a:lnTo>
                  <a:lnTo>
                    <a:pt x="1006231" y="488477"/>
                  </a:lnTo>
                  <a:lnTo>
                    <a:pt x="1005159" y="489450"/>
                  </a:lnTo>
                  <a:lnTo>
                    <a:pt x="1004088" y="490422"/>
                  </a:lnTo>
                  <a:lnTo>
                    <a:pt x="1003016" y="491395"/>
                  </a:lnTo>
                  <a:lnTo>
                    <a:pt x="1001944" y="492367"/>
                  </a:lnTo>
                  <a:lnTo>
                    <a:pt x="1000873" y="493339"/>
                  </a:lnTo>
                  <a:lnTo>
                    <a:pt x="999801" y="494311"/>
                  </a:lnTo>
                  <a:lnTo>
                    <a:pt x="998730" y="495282"/>
                  </a:lnTo>
                  <a:lnTo>
                    <a:pt x="997658" y="496254"/>
                  </a:lnTo>
                  <a:lnTo>
                    <a:pt x="996586" y="497225"/>
                  </a:lnTo>
                  <a:lnTo>
                    <a:pt x="995515" y="498197"/>
                  </a:lnTo>
                  <a:lnTo>
                    <a:pt x="994443" y="499168"/>
                  </a:lnTo>
                  <a:lnTo>
                    <a:pt x="993372" y="500139"/>
                  </a:lnTo>
                  <a:lnTo>
                    <a:pt x="992300" y="501110"/>
                  </a:lnTo>
                  <a:lnTo>
                    <a:pt x="991228" y="502080"/>
                  </a:lnTo>
                  <a:lnTo>
                    <a:pt x="990157" y="503051"/>
                  </a:lnTo>
                  <a:lnTo>
                    <a:pt x="989085" y="504022"/>
                  </a:lnTo>
                  <a:lnTo>
                    <a:pt x="988014" y="504992"/>
                  </a:lnTo>
                  <a:lnTo>
                    <a:pt x="986942" y="505962"/>
                  </a:lnTo>
                  <a:lnTo>
                    <a:pt x="985870" y="506933"/>
                  </a:lnTo>
                  <a:lnTo>
                    <a:pt x="984799" y="507903"/>
                  </a:lnTo>
                  <a:lnTo>
                    <a:pt x="983727" y="508873"/>
                  </a:lnTo>
                  <a:lnTo>
                    <a:pt x="982656" y="509843"/>
                  </a:lnTo>
                  <a:lnTo>
                    <a:pt x="981584" y="510813"/>
                  </a:lnTo>
                  <a:lnTo>
                    <a:pt x="980512" y="511783"/>
                  </a:lnTo>
                  <a:lnTo>
                    <a:pt x="979441" y="512753"/>
                  </a:lnTo>
                  <a:lnTo>
                    <a:pt x="978369" y="513723"/>
                  </a:lnTo>
                  <a:lnTo>
                    <a:pt x="977298" y="514693"/>
                  </a:lnTo>
                  <a:lnTo>
                    <a:pt x="976226" y="515663"/>
                  </a:lnTo>
                  <a:lnTo>
                    <a:pt x="975154" y="516632"/>
                  </a:lnTo>
                  <a:lnTo>
                    <a:pt x="974083" y="517602"/>
                  </a:lnTo>
                  <a:lnTo>
                    <a:pt x="973011" y="518572"/>
                  </a:lnTo>
                  <a:lnTo>
                    <a:pt x="971940" y="519542"/>
                  </a:lnTo>
                  <a:lnTo>
                    <a:pt x="970868" y="520511"/>
                  </a:lnTo>
                  <a:lnTo>
                    <a:pt x="969796" y="521481"/>
                  </a:lnTo>
                  <a:lnTo>
                    <a:pt x="968725" y="522451"/>
                  </a:lnTo>
                  <a:lnTo>
                    <a:pt x="967653" y="523421"/>
                  </a:lnTo>
                  <a:lnTo>
                    <a:pt x="966582" y="524391"/>
                  </a:lnTo>
                  <a:lnTo>
                    <a:pt x="965510" y="525360"/>
                  </a:lnTo>
                  <a:lnTo>
                    <a:pt x="964438" y="526330"/>
                  </a:lnTo>
                  <a:lnTo>
                    <a:pt x="963367" y="527300"/>
                  </a:lnTo>
                  <a:lnTo>
                    <a:pt x="962295" y="528270"/>
                  </a:lnTo>
                  <a:lnTo>
                    <a:pt x="961224" y="529240"/>
                  </a:lnTo>
                  <a:lnTo>
                    <a:pt x="960152" y="530210"/>
                  </a:lnTo>
                  <a:lnTo>
                    <a:pt x="959080" y="531181"/>
                  </a:lnTo>
                  <a:lnTo>
                    <a:pt x="958009" y="532151"/>
                  </a:lnTo>
                  <a:lnTo>
                    <a:pt x="956937" y="533121"/>
                  </a:lnTo>
                  <a:lnTo>
                    <a:pt x="955866" y="534092"/>
                  </a:lnTo>
                  <a:lnTo>
                    <a:pt x="954794" y="535062"/>
                  </a:lnTo>
                  <a:lnTo>
                    <a:pt x="953722" y="536033"/>
                  </a:lnTo>
                  <a:lnTo>
                    <a:pt x="952651" y="537003"/>
                  </a:lnTo>
                  <a:lnTo>
                    <a:pt x="951579" y="537974"/>
                  </a:lnTo>
                  <a:lnTo>
                    <a:pt x="950508" y="538945"/>
                  </a:lnTo>
                  <a:lnTo>
                    <a:pt x="949436" y="539916"/>
                  </a:lnTo>
                  <a:lnTo>
                    <a:pt x="948364" y="540887"/>
                  </a:lnTo>
                  <a:lnTo>
                    <a:pt x="947293" y="541859"/>
                  </a:lnTo>
                  <a:lnTo>
                    <a:pt x="946221" y="542830"/>
                  </a:lnTo>
                  <a:lnTo>
                    <a:pt x="945150" y="543802"/>
                  </a:lnTo>
                  <a:lnTo>
                    <a:pt x="944078" y="544774"/>
                  </a:lnTo>
                  <a:lnTo>
                    <a:pt x="943006" y="545746"/>
                  </a:lnTo>
                  <a:lnTo>
                    <a:pt x="941935" y="546718"/>
                  </a:lnTo>
                  <a:lnTo>
                    <a:pt x="940863" y="547690"/>
                  </a:lnTo>
                  <a:lnTo>
                    <a:pt x="939792" y="548662"/>
                  </a:lnTo>
                  <a:lnTo>
                    <a:pt x="938720" y="549635"/>
                  </a:lnTo>
                  <a:lnTo>
                    <a:pt x="937648" y="550608"/>
                  </a:lnTo>
                  <a:lnTo>
                    <a:pt x="936577" y="551581"/>
                  </a:lnTo>
                  <a:lnTo>
                    <a:pt x="935505" y="552554"/>
                  </a:lnTo>
                  <a:lnTo>
                    <a:pt x="934434" y="553528"/>
                  </a:lnTo>
                  <a:lnTo>
                    <a:pt x="933362" y="554501"/>
                  </a:lnTo>
                  <a:lnTo>
                    <a:pt x="932290" y="555475"/>
                  </a:lnTo>
                  <a:lnTo>
                    <a:pt x="931219" y="556449"/>
                  </a:lnTo>
                  <a:lnTo>
                    <a:pt x="930147" y="557424"/>
                  </a:lnTo>
                  <a:lnTo>
                    <a:pt x="929076" y="558398"/>
                  </a:lnTo>
                  <a:lnTo>
                    <a:pt x="928004" y="559373"/>
                  </a:lnTo>
                  <a:lnTo>
                    <a:pt x="926932" y="560348"/>
                  </a:lnTo>
                  <a:lnTo>
                    <a:pt x="925861" y="561324"/>
                  </a:lnTo>
                  <a:lnTo>
                    <a:pt x="924789" y="562299"/>
                  </a:lnTo>
                  <a:lnTo>
                    <a:pt x="923718" y="563275"/>
                  </a:lnTo>
                  <a:lnTo>
                    <a:pt x="922646" y="564252"/>
                  </a:lnTo>
                  <a:lnTo>
                    <a:pt x="921574" y="565228"/>
                  </a:lnTo>
                  <a:lnTo>
                    <a:pt x="920503" y="566205"/>
                  </a:lnTo>
                  <a:lnTo>
                    <a:pt x="919431" y="567182"/>
                  </a:lnTo>
                  <a:lnTo>
                    <a:pt x="918360" y="568159"/>
                  </a:lnTo>
                  <a:lnTo>
                    <a:pt x="917288" y="569137"/>
                  </a:lnTo>
                  <a:lnTo>
                    <a:pt x="916216" y="570115"/>
                  </a:lnTo>
                  <a:lnTo>
                    <a:pt x="915145" y="571093"/>
                  </a:lnTo>
                  <a:lnTo>
                    <a:pt x="914073" y="572072"/>
                  </a:lnTo>
                  <a:lnTo>
                    <a:pt x="913002" y="573051"/>
                  </a:lnTo>
                  <a:lnTo>
                    <a:pt x="911930" y="574030"/>
                  </a:lnTo>
                  <a:lnTo>
                    <a:pt x="910858" y="575010"/>
                  </a:lnTo>
                  <a:lnTo>
                    <a:pt x="909787" y="575990"/>
                  </a:lnTo>
                  <a:lnTo>
                    <a:pt x="908715" y="576970"/>
                  </a:lnTo>
                  <a:lnTo>
                    <a:pt x="907644" y="577951"/>
                  </a:lnTo>
                  <a:lnTo>
                    <a:pt x="906572" y="578932"/>
                  </a:lnTo>
                  <a:lnTo>
                    <a:pt x="905500" y="579914"/>
                  </a:lnTo>
                  <a:lnTo>
                    <a:pt x="904429" y="580896"/>
                  </a:lnTo>
                  <a:lnTo>
                    <a:pt x="903357" y="581878"/>
                  </a:lnTo>
                  <a:lnTo>
                    <a:pt x="902286" y="582861"/>
                  </a:lnTo>
                  <a:lnTo>
                    <a:pt x="901214" y="583844"/>
                  </a:lnTo>
                  <a:lnTo>
                    <a:pt x="900142" y="584827"/>
                  </a:lnTo>
                  <a:lnTo>
                    <a:pt x="899071" y="585811"/>
                  </a:lnTo>
                  <a:lnTo>
                    <a:pt x="897999" y="586795"/>
                  </a:lnTo>
                  <a:lnTo>
                    <a:pt x="896928" y="587780"/>
                  </a:lnTo>
                  <a:lnTo>
                    <a:pt x="895856" y="588765"/>
                  </a:lnTo>
                  <a:lnTo>
                    <a:pt x="894784" y="589751"/>
                  </a:lnTo>
                  <a:lnTo>
                    <a:pt x="893713" y="590737"/>
                  </a:lnTo>
                  <a:lnTo>
                    <a:pt x="892641" y="591724"/>
                  </a:lnTo>
                  <a:lnTo>
                    <a:pt x="891570" y="592711"/>
                  </a:lnTo>
                  <a:lnTo>
                    <a:pt x="890498" y="593698"/>
                  </a:lnTo>
                  <a:lnTo>
                    <a:pt x="889426" y="594686"/>
                  </a:lnTo>
                  <a:lnTo>
                    <a:pt x="888355" y="595674"/>
                  </a:lnTo>
                  <a:lnTo>
                    <a:pt x="887283" y="596663"/>
                  </a:lnTo>
                  <a:lnTo>
                    <a:pt x="886212" y="597652"/>
                  </a:lnTo>
                  <a:lnTo>
                    <a:pt x="885140" y="598642"/>
                  </a:lnTo>
                  <a:lnTo>
                    <a:pt x="884069" y="599633"/>
                  </a:lnTo>
                  <a:lnTo>
                    <a:pt x="882997" y="600623"/>
                  </a:lnTo>
                  <a:lnTo>
                    <a:pt x="881925" y="601615"/>
                  </a:lnTo>
                  <a:lnTo>
                    <a:pt x="880854" y="602607"/>
                  </a:lnTo>
                  <a:lnTo>
                    <a:pt x="879782" y="603599"/>
                  </a:lnTo>
                  <a:lnTo>
                    <a:pt x="878711" y="604592"/>
                  </a:lnTo>
                  <a:lnTo>
                    <a:pt x="877639" y="605585"/>
                  </a:lnTo>
                  <a:lnTo>
                    <a:pt x="876567" y="606579"/>
                  </a:lnTo>
                  <a:lnTo>
                    <a:pt x="875496" y="607574"/>
                  </a:lnTo>
                  <a:lnTo>
                    <a:pt x="874424" y="608569"/>
                  </a:lnTo>
                  <a:lnTo>
                    <a:pt x="873353" y="609565"/>
                  </a:lnTo>
                  <a:lnTo>
                    <a:pt x="872281" y="610561"/>
                  </a:lnTo>
                  <a:lnTo>
                    <a:pt x="871209" y="611558"/>
                  </a:lnTo>
                  <a:lnTo>
                    <a:pt x="870138" y="612555"/>
                  </a:lnTo>
                  <a:lnTo>
                    <a:pt x="869066" y="613553"/>
                  </a:lnTo>
                  <a:lnTo>
                    <a:pt x="867995" y="614551"/>
                  </a:lnTo>
                  <a:lnTo>
                    <a:pt x="866923" y="615551"/>
                  </a:lnTo>
                  <a:lnTo>
                    <a:pt x="865851" y="616550"/>
                  </a:lnTo>
                  <a:lnTo>
                    <a:pt x="864780" y="617551"/>
                  </a:lnTo>
                  <a:lnTo>
                    <a:pt x="863708" y="618551"/>
                  </a:lnTo>
                  <a:lnTo>
                    <a:pt x="862637" y="619553"/>
                  </a:lnTo>
                  <a:lnTo>
                    <a:pt x="861565" y="620555"/>
                  </a:lnTo>
                  <a:lnTo>
                    <a:pt x="860493" y="621558"/>
                  </a:lnTo>
                  <a:lnTo>
                    <a:pt x="859422" y="622561"/>
                  </a:lnTo>
                  <a:lnTo>
                    <a:pt x="858350" y="623565"/>
                  </a:lnTo>
                  <a:lnTo>
                    <a:pt x="857279" y="624570"/>
                  </a:lnTo>
                  <a:lnTo>
                    <a:pt x="856207" y="625575"/>
                  </a:lnTo>
                  <a:lnTo>
                    <a:pt x="855135" y="626581"/>
                  </a:lnTo>
                  <a:lnTo>
                    <a:pt x="854064" y="627588"/>
                  </a:lnTo>
                  <a:lnTo>
                    <a:pt x="852992" y="628595"/>
                  </a:lnTo>
                  <a:lnTo>
                    <a:pt x="851921" y="629603"/>
                  </a:lnTo>
                  <a:lnTo>
                    <a:pt x="850849" y="630612"/>
                  </a:lnTo>
                  <a:lnTo>
                    <a:pt x="849777" y="631621"/>
                  </a:lnTo>
                  <a:lnTo>
                    <a:pt x="848706" y="632631"/>
                  </a:lnTo>
                  <a:lnTo>
                    <a:pt x="847634" y="633642"/>
                  </a:lnTo>
                  <a:lnTo>
                    <a:pt x="846563" y="634653"/>
                  </a:lnTo>
                  <a:lnTo>
                    <a:pt x="845491" y="635665"/>
                  </a:lnTo>
                  <a:lnTo>
                    <a:pt x="844419" y="636678"/>
                  </a:lnTo>
                  <a:lnTo>
                    <a:pt x="843348" y="637692"/>
                  </a:lnTo>
                  <a:lnTo>
                    <a:pt x="842276" y="638706"/>
                  </a:lnTo>
                  <a:lnTo>
                    <a:pt x="841205" y="639721"/>
                  </a:lnTo>
                  <a:lnTo>
                    <a:pt x="840133" y="640737"/>
                  </a:lnTo>
                  <a:lnTo>
                    <a:pt x="839061" y="641753"/>
                  </a:lnTo>
                  <a:lnTo>
                    <a:pt x="837990" y="642770"/>
                  </a:lnTo>
                  <a:lnTo>
                    <a:pt x="836918" y="643788"/>
                  </a:lnTo>
                  <a:lnTo>
                    <a:pt x="835847" y="644807"/>
                  </a:lnTo>
                  <a:lnTo>
                    <a:pt x="834775" y="645826"/>
                  </a:lnTo>
                  <a:lnTo>
                    <a:pt x="833703" y="646846"/>
                  </a:lnTo>
                  <a:lnTo>
                    <a:pt x="832632" y="647867"/>
                  </a:lnTo>
                  <a:lnTo>
                    <a:pt x="831560" y="648889"/>
                  </a:lnTo>
                  <a:lnTo>
                    <a:pt x="830489" y="649911"/>
                  </a:lnTo>
                  <a:lnTo>
                    <a:pt x="829417" y="650935"/>
                  </a:lnTo>
                  <a:lnTo>
                    <a:pt x="828345" y="651959"/>
                  </a:lnTo>
                  <a:lnTo>
                    <a:pt x="827274" y="652983"/>
                  </a:lnTo>
                  <a:lnTo>
                    <a:pt x="826202" y="654009"/>
                  </a:lnTo>
                  <a:lnTo>
                    <a:pt x="825131" y="655035"/>
                  </a:lnTo>
                  <a:lnTo>
                    <a:pt x="824059" y="656063"/>
                  </a:lnTo>
                  <a:lnTo>
                    <a:pt x="822987" y="657091"/>
                  </a:lnTo>
                  <a:lnTo>
                    <a:pt x="821916" y="658119"/>
                  </a:lnTo>
                  <a:lnTo>
                    <a:pt x="820844" y="659149"/>
                  </a:lnTo>
                  <a:lnTo>
                    <a:pt x="819773" y="660180"/>
                  </a:lnTo>
                  <a:lnTo>
                    <a:pt x="818701" y="661211"/>
                  </a:lnTo>
                  <a:lnTo>
                    <a:pt x="817629" y="662243"/>
                  </a:lnTo>
                  <a:lnTo>
                    <a:pt x="816558" y="663276"/>
                  </a:lnTo>
                  <a:lnTo>
                    <a:pt x="815486" y="664310"/>
                  </a:lnTo>
                  <a:lnTo>
                    <a:pt x="814415" y="665344"/>
                  </a:lnTo>
                  <a:lnTo>
                    <a:pt x="813343" y="666380"/>
                  </a:lnTo>
                  <a:lnTo>
                    <a:pt x="812271" y="667416"/>
                  </a:lnTo>
                  <a:lnTo>
                    <a:pt x="811200" y="668453"/>
                  </a:lnTo>
                  <a:lnTo>
                    <a:pt x="810128" y="669491"/>
                  </a:lnTo>
                  <a:lnTo>
                    <a:pt x="809057" y="670530"/>
                  </a:lnTo>
                  <a:lnTo>
                    <a:pt x="807985" y="671570"/>
                  </a:lnTo>
                  <a:lnTo>
                    <a:pt x="806913" y="672611"/>
                  </a:lnTo>
                  <a:lnTo>
                    <a:pt x="805842" y="673652"/>
                  </a:lnTo>
                  <a:lnTo>
                    <a:pt x="804770" y="674694"/>
                  </a:lnTo>
                  <a:lnTo>
                    <a:pt x="803699" y="675738"/>
                  </a:lnTo>
                  <a:lnTo>
                    <a:pt x="802627" y="676782"/>
                  </a:lnTo>
                  <a:lnTo>
                    <a:pt x="801555" y="677827"/>
                  </a:lnTo>
                  <a:lnTo>
                    <a:pt x="800484" y="678873"/>
                  </a:lnTo>
                  <a:lnTo>
                    <a:pt x="799412" y="679920"/>
                  </a:lnTo>
                  <a:lnTo>
                    <a:pt x="798341" y="680968"/>
                  </a:lnTo>
                  <a:lnTo>
                    <a:pt x="797269" y="682016"/>
                  </a:lnTo>
                  <a:lnTo>
                    <a:pt x="796197" y="683066"/>
                  </a:lnTo>
                  <a:lnTo>
                    <a:pt x="795126" y="684116"/>
                  </a:lnTo>
                  <a:lnTo>
                    <a:pt x="794054" y="685168"/>
                  </a:lnTo>
                  <a:lnTo>
                    <a:pt x="792983" y="686220"/>
                  </a:lnTo>
                  <a:lnTo>
                    <a:pt x="791911" y="687273"/>
                  </a:lnTo>
                  <a:lnTo>
                    <a:pt x="790839" y="688327"/>
                  </a:lnTo>
                  <a:lnTo>
                    <a:pt x="789768" y="689383"/>
                  </a:lnTo>
                  <a:lnTo>
                    <a:pt x="788696" y="690439"/>
                  </a:lnTo>
                  <a:lnTo>
                    <a:pt x="787625" y="691496"/>
                  </a:lnTo>
                  <a:lnTo>
                    <a:pt x="786553" y="692553"/>
                  </a:lnTo>
                  <a:lnTo>
                    <a:pt x="785481" y="693612"/>
                  </a:lnTo>
                  <a:lnTo>
                    <a:pt x="784410" y="694672"/>
                  </a:lnTo>
                  <a:lnTo>
                    <a:pt x="783338" y="695733"/>
                  </a:lnTo>
                  <a:lnTo>
                    <a:pt x="782267" y="696795"/>
                  </a:lnTo>
                  <a:lnTo>
                    <a:pt x="781195" y="697857"/>
                  </a:lnTo>
                  <a:lnTo>
                    <a:pt x="780123" y="698921"/>
                  </a:lnTo>
                  <a:lnTo>
                    <a:pt x="779052" y="699986"/>
                  </a:lnTo>
                  <a:lnTo>
                    <a:pt x="777980" y="701051"/>
                  </a:lnTo>
                  <a:lnTo>
                    <a:pt x="776909" y="702118"/>
                  </a:lnTo>
                  <a:lnTo>
                    <a:pt x="775837" y="703185"/>
                  </a:lnTo>
                  <a:lnTo>
                    <a:pt x="774765" y="704254"/>
                  </a:lnTo>
                  <a:lnTo>
                    <a:pt x="773694" y="705323"/>
                  </a:lnTo>
                  <a:lnTo>
                    <a:pt x="772622" y="706394"/>
                  </a:lnTo>
                  <a:lnTo>
                    <a:pt x="771551" y="707465"/>
                  </a:lnTo>
                  <a:lnTo>
                    <a:pt x="770479" y="708537"/>
                  </a:lnTo>
                  <a:lnTo>
                    <a:pt x="769407" y="709611"/>
                  </a:lnTo>
                  <a:lnTo>
                    <a:pt x="768336" y="710685"/>
                  </a:lnTo>
                  <a:lnTo>
                    <a:pt x="767264" y="711761"/>
                  </a:lnTo>
                  <a:lnTo>
                    <a:pt x="766193" y="712837"/>
                  </a:lnTo>
                  <a:lnTo>
                    <a:pt x="765121" y="713914"/>
                  </a:lnTo>
                  <a:lnTo>
                    <a:pt x="764049" y="714993"/>
                  </a:lnTo>
                  <a:lnTo>
                    <a:pt x="762978" y="716072"/>
                  </a:lnTo>
                  <a:lnTo>
                    <a:pt x="761906" y="717152"/>
                  </a:lnTo>
                  <a:lnTo>
                    <a:pt x="760835" y="718234"/>
                  </a:lnTo>
                  <a:lnTo>
                    <a:pt x="759763" y="719316"/>
                  </a:lnTo>
                  <a:lnTo>
                    <a:pt x="758691" y="720400"/>
                  </a:lnTo>
                  <a:lnTo>
                    <a:pt x="757620" y="721484"/>
                  </a:lnTo>
                  <a:lnTo>
                    <a:pt x="756548" y="722569"/>
                  </a:lnTo>
                  <a:lnTo>
                    <a:pt x="755477" y="723656"/>
                  </a:lnTo>
                  <a:lnTo>
                    <a:pt x="754405" y="724743"/>
                  </a:lnTo>
                  <a:lnTo>
                    <a:pt x="753333" y="725832"/>
                  </a:lnTo>
                  <a:lnTo>
                    <a:pt x="752262" y="726921"/>
                  </a:lnTo>
                  <a:lnTo>
                    <a:pt x="751190" y="728012"/>
                  </a:lnTo>
                  <a:lnTo>
                    <a:pt x="750119" y="729103"/>
                  </a:lnTo>
                  <a:lnTo>
                    <a:pt x="749047" y="730196"/>
                  </a:lnTo>
                  <a:lnTo>
                    <a:pt x="747975" y="731289"/>
                  </a:lnTo>
                  <a:lnTo>
                    <a:pt x="746904" y="732384"/>
                  </a:lnTo>
                  <a:lnTo>
                    <a:pt x="745832" y="733479"/>
                  </a:lnTo>
                  <a:lnTo>
                    <a:pt x="744761" y="734576"/>
                  </a:lnTo>
                  <a:lnTo>
                    <a:pt x="743689" y="735674"/>
                  </a:lnTo>
                  <a:lnTo>
                    <a:pt x="742617" y="736772"/>
                  </a:lnTo>
                  <a:lnTo>
                    <a:pt x="741546" y="737872"/>
                  </a:lnTo>
                  <a:lnTo>
                    <a:pt x="740474" y="738973"/>
                  </a:lnTo>
                  <a:lnTo>
                    <a:pt x="739403" y="740074"/>
                  </a:lnTo>
                  <a:lnTo>
                    <a:pt x="738331" y="741177"/>
                  </a:lnTo>
                  <a:lnTo>
                    <a:pt x="737259" y="742281"/>
                  </a:lnTo>
                  <a:lnTo>
                    <a:pt x="736188" y="743386"/>
                  </a:lnTo>
                  <a:lnTo>
                    <a:pt x="735116" y="744492"/>
                  </a:lnTo>
                  <a:lnTo>
                    <a:pt x="734045" y="745599"/>
                  </a:lnTo>
                  <a:lnTo>
                    <a:pt x="732973" y="746706"/>
                  </a:lnTo>
                  <a:lnTo>
                    <a:pt x="731901" y="747815"/>
                  </a:lnTo>
                  <a:lnTo>
                    <a:pt x="730830" y="748925"/>
                  </a:lnTo>
                  <a:lnTo>
                    <a:pt x="729758" y="750036"/>
                  </a:lnTo>
                  <a:lnTo>
                    <a:pt x="728687" y="751149"/>
                  </a:lnTo>
                  <a:lnTo>
                    <a:pt x="727615" y="752262"/>
                  </a:lnTo>
                  <a:lnTo>
                    <a:pt x="726543" y="753376"/>
                  </a:lnTo>
                  <a:lnTo>
                    <a:pt x="725472" y="754491"/>
                  </a:lnTo>
                  <a:lnTo>
                    <a:pt x="724400" y="755607"/>
                  </a:lnTo>
                  <a:lnTo>
                    <a:pt x="723329" y="756724"/>
                  </a:lnTo>
                  <a:lnTo>
                    <a:pt x="722257" y="757842"/>
                  </a:lnTo>
                  <a:lnTo>
                    <a:pt x="721185" y="758962"/>
                  </a:lnTo>
                  <a:lnTo>
                    <a:pt x="720114" y="760082"/>
                  </a:lnTo>
                  <a:lnTo>
                    <a:pt x="719042" y="761203"/>
                  </a:lnTo>
                  <a:lnTo>
                    <a:pt x="717971" y="762326"/>
                  </a:lnTo>
                  <a:lnTo>
                    <a:pt x="716899" y="763449"/>
                  </a:lnTo>
                  <a:lnTo>
                    <a:pt x="715827" y="764573"/>
                  </a:lnTo>
                  <a:lnTo>
                    <a:pt x="714756" y="765699"/>
                  </a:lnTo>
                  <a:lnTo>
                    <a:pt x="713684" y="766825"/>
                  </a:lnTo>
                  <a:lnTo>
                    <a:pt x="712613" y="767953"/>
                  </a:lnTo>
                  <a:lnTo>
                    <a:pt x="711541" y="769081"/>
                  </a:lnTo>
                  <a:lnTo>
                    <a:pt x="710469" y="770211"/>
                  </a:lnTo>
                  <a:lnTo>
                    <a:pt x="709398" y="771341"/>
                  </a:lnTo>
                  <a:lnTo>
                    <a:pt x="708326" y="772473"/>
                  </a:lnTo>
                  <a:lnTo>
                    <a:pt x="707255" y="773605"/>
                  </a:lnTo>
                  <a:lnTo>
                    <a:pt x="706183" y="774739"/>
                  </a:lnTo>
                  <a:lnTo>
                    <a:pt x="705112" y="775873"/>
                  </a:lnTo>
                  <a:lnTo>
                    <a:pt x="704040" y="777009"/>
                  </a:lnTo>
                  <a:lnTo>
                    <a:pt x="702968" y="778145"/>
                  </a:lnTo>
                  <a:lnTo>
                    <a:pt x="701897" y="779283"/>
                  </a:lnTo>
                  <a:lnTo>
                    <a:pt x="700825" y="780422"/>
                  </a:lnTo>
                  <a:lnTo>
                    <a:pt x="699754" y="781561"/>
                  </a:lnTo>
                  <a:lnTo>
                    <a:pt x="698682" y="782702"/>
                  </a:lnTo>
                  <a:lnTo>
                    <a:pt x="697610" y="783843"/>
                  </a:lnTo>
                  <a:lnTo>
                    <a:pt x="696539" y="784986"/>
                  </a:lnTo>
                  <a:lnTo>
                    <a:pt x="695467" y="786129"/>
                  </a:lnTo>
                  <a:lnTo>
                    <a:pt x="694396" y="787274"/>
                  </a:lnTo>
                  <a:lnTo>
                    <a:pt x="693324" y="788419"/>
                  </a:lnTo>
                  <a:lnTo>
                    <a:pt x="692252" y="789566"/>
                  </a:lnTo>
                  <a:lnTo>
                    <a:pt x="691181" y="790713"/>
                  </a:lnTo>
                  <a:lnTo>
                    <a:pt x="690109" y="791862"/>
                  </a:lnTo>
                  <a:lnTo>
                    <a:pt x="689038" y="793011"/>
                  </a:lnTo>
                  <a:lnTo>
                    <a:pt x="687966" y="794162"/>
                  </a:lnTo>
                  <a:lnTo>
                    <a:pt x="686894" y="795313"/>
                  </a:lnTo>
                  <a:lnTo>
                    <a:pt x="685823" y="796465"/>
                  </a:lnTo>
                  <a:lnTo>
                    <a:pt x="684751" y="797619"/>
                  </a:lnTo>
                  <a:lnTo>
                    <a:pt x="683680" y="798773"/>
                  </a:lnTo>
                  <a:lnTo>
                    <a:pt x="682608" y="799928"/>
                  </a:lnTo>
                  <a:lnTo>
                    <a:pt x="681536" y="801084"/>
                  </a:lnTo>
                  <a:lnTo>
                    <a:pt x="680465" y="802241"/>
                  </a:lnTo>
                  <a:lnTo>
                    <a:pt x="679393" y="803399"/>
                  </a:lnTo>
                  <a:lnTo>
                    <a:pt x="678322" y="804558"/>
                  </a:lnTo>
                  <a:lnTo>
                    <a:pt x="677250" y="805718"/>
                  </a:lnTo>
                  <a:lnTo>
                    <a:pt x="676178" y="806879"/>
                  </a:lnTo>
                  <a:lnTo>
                    <a:pt x="675107" y="808041"/>
                  </a:lnTo>
                  <a:lnTo>
                    <a:pt x="674035" y="809204"/>
                  </a:lnTo>
                  <a:lnTo>
                    <a:pt x="672964" y="810367"/>
                  </a:lnTo>
                  <a:lnTo>
                    <a:pt x="671892" y="811532"/>
                  </a:lnTo>
                  <a:lnTo>
                    <a:pt x="670820" y="812697"/>
                  </a:lnTo>
                  <a:lnTo>
                    <a:pt x="669749" y="813864"/>
                  </a:lnTo>
                  <a:lnTo>
                    <a:pt x="668677" y="815031"/>
                  </a:lnTo>
                  <a:lnTo>
                    <a:pt x="667606" y="816199"/>
                  </a:lnTo>
                  <a:lnTo>
                    <a:pt x="666534" y="817368"/>
                  </a:lnTo>
                  <a:lnTo>
                    <a:pt x="665462" y="818538"/>
                  </a:lnTo>
                  <a:lnTo>
                    <a:pt x="664391" y="819709"/>
                  </a:lnTo>
                  <a:lnTo>
                    <a:pt x="663319" y="820881"/>
                  </a:lnTo>
                  <a:lnTo>
                    <a:pt x="662248" y="822053"/>
                  </a:lnTo>
                  <a:lnTo>
                    <a:pt x="661176" y="823227"/>
                  </a:lnTo>
                  <a:lnTo>
                    <a:pt x="660104" y="824401"/>
                  </a:lnTo>
                  <a:lnTo>
                    <a:pt x="659033" y="825576"/>
                  </a:lnTo>
                  <a:lnTo>
                    <a:pt x="657961" y="826752"/>
                  </a:lnTo>
                  <a:lnTo>
                    <a:pt x="656890" y="827929"/>
                  </a:lnTo>
                  <a:lnTo>
                    <a:pt x="655818" y="829107"/>
                  </a:lnTo>
                  <a:lnTo>
                    <a:pt x="654746" y="830286"/>
                  </a:lnTo>
                  <a:lnTo>
                    <a:pt x="653675" y="831465"/>
                  </a:lnTo>
                  <a:lnTo>
                    <a:pt x="652603" y="832645"/>
                  </a:lnTo>
                  <a:lnTo>
                    <a:pt x="651532" y="833826"/>
                  </a:lnTo>
                  <a:lnTo>
                    <a:pt x="650460" y="835008"/>
                  </a:lnTo>
                  <a:lnTo>
                    <a:pt x="649388" y="836191"/>
                  </a:lnTo>
                  <a:lnTo>
                    <a:pt x="648317" y="837375"/>
                  </a:lnTo>
                  <a:lnTo>
                    <a:pt x="647245" y="838559"/>
                  </a:lnTo>
                  <a:lnTo>
                    <a:pt x="646174" y="839744"/>
                  </a:lnTo>
                  <a:lnTo>
                    <a:pt x="645102" y="840930"/>
                  </a:lnTo>
                  <a:lnTo>
                    <a:pt x="644030" y="842117"/>
                  </a:lnTo>
                  <a:lnTo>
                    <a:pt x="642959" y="843304"/>
                  </a:lnTo>
                  <a:lnTo>
                    <a:pt x="641887" y="844492"/>
                  </a:lnTo>
                  <a:lnTo>
                    <a:pt x="640816" y="845681"/>
                  </a:lnTo>
                  <a:lnTo>
                    <a:pt x="639744" y="846871"/>
                  </a:lnTo>
                  <a:lnTo>
                    <a:pt x="638672" y="848061"/>
                  </a:lnTo>
                  <a:lnTo>
                    <a:pt x="637601" y="849253"/>
                  </a:lnTo>
                  <a:lnTo>
                    <a:pt x="636529" y="850445"/>
                  </a:lnTo>
                  <a:lnTo>
                    <a:pt x="635458" y="851637"/>
                  </a:lnTo>
                  <a:lnTo>
                    <a:pt x="634386" y="852831"/>
                  </a:lnTo>
                  <a:lnTo>
                    <a:pt x="633314" y="854025"/>
                  </a:lnTo>
                  <a:lnTo>
                    <a:pt x="632243" y="855220"/>
                  </a:lnTo>
                  <a:lnTo>
                    <a:pt x="631171" y="856415"/>
                  </a:lnTo>
                  <a:lnTo>
                    <a:pt x="630100" y="857611"/>
                  </a:lnTo>
                  <a:lnTo>
                    <a:pt x="629028" y="858808"/>
                  </a:lnTo>
                  <a:lnTo>
                    <a:pt x="627956" y="860006"/>
                  </a:lnTo>
                  <a:lnTo>
                    <a:pt x="626885" y="861204"/>
                  </a:lnTo>
                  <a:lnTo>
                    <a:pt x="625813" y="862403"/>
                  </a:lnTo>
                  <a:lnTo>
                    <a:pt x="624742" y="863603"/>
                  </a:lnTo>
                  <a:lnTo>
                    <a:pt x="623670" y="864803"/>
                  </a:lnTo>
                  <a:lnTo>
                    <a:pt x="622598" y="866004"/>
                  </a:lnTo>
                  <a:lnTo>
                    <a:pt x="621527" y="867206"/>
                  </a:lnTo>
                  <a:lnTo>
                    <a:pt x="620455" y="868408"/>
                  </a:lnTo>
                  <a:lnTo>
                    <a:pt x="619384" y="869611"/>
                  </a:lnTo>
                  <a:lnTo>
                    <a:pt x="618312" y="870814"/>
                  </a:lnTo>
                  <a:lnTo>
                    <a:pt x="617240" y="872018"/>
                  </a:lnTo>
                  <a:lnTo>
                    <a:pt x="616169" y="873223"/>
                  </a:lnTo>
                  <a:lnTo>
                    <a:pt x="615097" y="874428"/>
                  </a:lnTo>
                  <a:lnTo>
                    <a:pt x="614026" y="875634"/>
                  </a:lnTo>
                  <a:lnTo>
                    <a:pt x="612954" y="876840"/>
                  </a:lnTo>
                  <a:lnTo>
                    <a:pt x="611882" y="878047"/>
                  </a:lnTo>
                  <a:lnTo>
                    <a:pt x="610811" y="879255"/>
                  </a:lnTo>
                  <a:lnTo>
                    <a:pt x="609739" y="880463"/>
                  </a:lnTo>
                  <a:lnTo>
                    <a:pt x="608668" y="881671"/>
                  </a:lnTo>
                  <a:lnTo>
                    <a:pt x="607596" y="882881"/>
                  </a:lnTo>
                  <a:lnTo>
                    <a:pt x="606524" y="884090"/>
                  </a:lnTo>
                  <a:lnTo>
                    <a:pt x="605453" y="885300"/>
                  </a:lnTo>
                  <a:lnTo>
                    <a:pt x="604381" y="886511"/>
                  </a:lnTo>
                  <a:lnTo>
                    <a:pt x="603310" y="887722"/>
                  </a:lnTo>
                  <a:lnTo>
                    <a:pt x="602238" y="888934"/>
                  </a:lnTo>
                  <a:lnTo>
                    <a:pt x="601166" y="890146"/>
                  </a:lnTo>
                  <a:lnTo>
                    <a:pt x="600095" y="891359"/>
                  </a:lnTo>
                  <a:lnTo>
                    <a:pt x="599023" y="892572"/>
                  </a:lnTo>
                  <a:lnTo>
                    <a:pt x="597952" y="893786"/>
                  </a:lnTo>
                  <a:lnTo>
                    <a:pt x="596880" y="895000"/>
                  </a:lnTo>
                  <a:lnTo>
                    <a:pt x="595808" y="896214"/>
                  </a:lnTo>
                  <a:lnTo>
                    <a:pt x="594737" y="897429"/>
                  </a:lnTo>
                  <a:lnTo>
                    <a:pt x="593665" y="898644"/>
                  </a:lnTo>
                  <a:lnTo>
                    <a:pt x="592594" y="899860"/>
                  </a:lnTo>
                  <a:lnTo>
                    <a:pt x="591522" y="901076"/>
                  </a:lnTo>
                  <a:lnTo>
                    <a:pt x="590450" y="902293"/>
                  </a:lnTo>
                  <a:lnTo>
                    <a:pt x="589379" y="903510"/>
                  </a:lnTo>
                  <a:lnTo>
                    <a:pt x="588307" y="904727"/>
                  </a:lnTo>
                  <a:lnTo>
                    <a:pt x="587236" y="905945"/>
                  </a:lnTo>
                  <a:lnTo>
                    <a:pt x="586164" y="907163"/>
                  </a:lnTo>
                  <a:lnTo>
                    <a:pt x="585092" y="908381"/>
                  </a:lnTo>
                  <a:lnTo>
                    <a:pt x="584021" y="909600"/>
                  </a:lnTo>
                  <a:lnTo>
                    <a:pt x="582949" y="910819"/>
                  </a:lnTo>
                  <a:lnTo>
                    <a:pt x="581878" y="912039"/>
                  </a:lnTo>
                  <a:lnTo>
                    <a:pt x="580806" y="913258"/>
                  </a:lnTo>
                  <a:lnTo>
                    <a:pt x="579734" y="914478"/>
                  </a:lnTo>
                  <a:lnTo>
                    <a:pt x="578663" y="915699"/>
                  </a:lnTo>
                  <a:lnTo>
                    <a:pt x="577591" y="916919"/>
                  </a:lnTo>
                  <a:lnTo>
                    <a:pt x="576520" y="918140"/>
                  </a:lnTo>
                  <a:lnTo>
                    <a:pt x="575448" y="919361"/>
                  </a:lnTo>
                  <a:lnTo>
                    <a:pt x="574376" y="920583"/>
                  </a:lnTo>
                  <a:lnTo>
                    <a:pt x="573305" y="921804"/>
                  </a:lnTo>
                  <a:lnTo>
                    <a:pt x="572233" y="923026"/>
                  </a:lnTo>
                  <a:lnTo>
                    <a:pt x="571162" y="924248"/>
                  </a:lnTo>
                  <a:lnTo>
                    <a:pt x="570090" y="925471"/>
                  </a:lnTo>
                  <a:lnTo>
                    <a:pt x="569018" y="926693"/>
                  </a:lnTo>
                  <a:lnTo>
                    <a:pt x="567947" y="927916"/>
                  </a:lnTo>
                  <a:lnTo>
                    <a:pt x="566875" y="929139"/>
                  </a:lnTo>
                  <a:lnTo>
                    <a:pt x="565804" y="930362"/>
                  </a:lnTo>
                  <a:lnTo>
                    <a:pt x="564732" y="931586"/>
                  </a:lnTo>
                  <a:lnTo>
                    <a:pt x="563660" y="932809"/>
                  </a:lnTo>
                  <a:lnTo>
                    <a:pt x="562589" y="934033"/>
                  </a:lnTo>
                  <a:lnTo>
                    <a:pt x="561517" y="935256"/>
                  </a:lnTo>
                  <a:lnTo>
                    <a:pt x="560446" y="936480"/>
                  </a:lnTo>
                  <a:lnTo>
                    <a:pt x="559374" y="937704"/>
                  </a:lnTo>
                  <a:lnTo>
                    <a:pt x="558302" y="938929"/>
                  </a:lnTo>
                  <a:lnTo>
                    <a:pt x="557231" y="940153"/>
                  </a:lnTo>
                  <a:lnTo>
                    <a:pt x="556159" y="941377"/>
                  </a:lnTo>
                  <a:lnTo>
                    <a:pt x="555088" y="942601"/>
                  </a:lnTo>
                  <a:lnTo>
                    <a:pt x="554016" y="943826"/>
                  </a:lnTo>
                  <a:lnTo>
                    <a:pt x="552944" y="945051"/>
                  </a:lnTo>
                  <a:lnTo>
                    <a:pt x="551873" y="946275"/>
                  </a:lnTo>
                  <a:lnTo>
                    <a:pt x="550801" y="947500"/>
                  </a:lnTo>
                  <a:lnTo>
                    <a:pt x="549730" y="948724"/>
                  </a:lnTo>
                  <a:lnTo>
                    <a:pt x="548658" y="949949"/>
                  </a:lnTo>
                  <a:lnTo>
                    <a:pt x="547586" y="951174"/>
                  </a:lnTo>
                  <a:lnTo>
                    <a:pt x="546515" y="952399"/>
                  </a:lnTo>
                  <a:lnTo>
                    <a:pt x="545443" y="953623"/>
                  </a:lnTo>
                  <a:lnTo>
                    <a:pt x="544372" y="954848"/>
                  </a:lnTo>
                  <a:lnTo>
                    <a:pt x="543300" y="956073"/>
                  </a:lnTo>
                  <a:lnTo>
                    <a:pt x="542228" y="957297"/>
                  </a:lnTo>
                  <a:lnTo>
                    <a:pt x="541157" y="958522"/>
                  </a:lnTo>
                  <a:lnTo>
                    <a:pt x="540085" y="959746"/>
                  </a:lnTo>
                  <a:lnTo>
                    <a:pt x="539014" y="960971"/>
                  </a:lnTo>
                  <a:lnTo>
                    <a:pt x="537942" y="962195"/>
                  </a:lnTo>
                  <a:lnTo>
                    <a:pt x="536870" y="963419"/>
                  </a:lnTo>
                  <a:lnTo>
                    <a:pt x="535799" y="964644"/>
                  </a:lnTo>
                  <a:lnTo>
                    <a:pt x="534727" y="965868"/>
                  </a:lnTo>
                  <a:lnTo>
                    <a:pt x="533656" y="967092"/>
                  </a:lnTo>
                  <a:lnTo>
                    <a:pt x="532584" y="968315"/>
                  </a:lnTo>
                  <a:lnTo>
                    <a:pt x="531513" y="969539"/>
                  </a:lnTo>
                  <a:lnTo>
                    <a:pt x="530441" y="970763"/>
                  </a:lnTo>
                  <a:lnTo>
                    <a:pt x="529369" y="971986"/>
                  </a:lnTo>
                  <a:lnTo>
                    <a:pt x="528298" y="973209"/>
                  </a:lnTo>
                  <a:lnTo>
                    <a:pt x="527226" y="974432"/>
                  </a:lnTo>
                  <a:lnTo>
                    <a:pt x="526155" y="975655"/>
                  </a:lnTo>
                  <a:lnTo>
                    <a:pt x="525083" y="976878"/>
                  </a:lnTo>
                  <a:lnTo>
                    <a:pt x="524011" y="978100"/>
                  </a:lnTo>
                  <a:lnTo>
                    <a:pt x="522940" y="979322"/>
                  </a:lnTo>
                  <a:lnTo>
                    <a:pt x="521868" y="980544"/>
                  </a:lnTo>
                  <a:lnTo>
                    <a:pt x="520797" y="981766"/>
                  </a:lnTo>
                  <a:lnTo>
                    <a:pt x="519725" y="982987"/>
                  </a:lnTo>
                  <a:lnTo>
                    <a:pt x="518653" y="984209"/>
                  </a:lnTo>
                  <a:lnTo>
                    <a:pt x="517582" y="985430"/>
                  </a:lnTo>
                  <a:lnTo>
                    <a:pt x="516510" y="986650"/>
                  </a:lnTo>
                  <a:lnTo>
                    <a:pt x="515439" y="987871"/>
                  </a:lnTo>
                  <a:lnTo>
                    <a:pt x="514367" y="989091"/>
                  </a:lnTo>
                  <a:lnTo>
                    <a:pt x="513295" y="990310"/>
                  </a:lnTo>
                  <a:lnTo>
                    <a:pt x="512224" y="991530"/>
                  </a:lnTo>
                  <a:lnTo>
                    <a:pt x="511152" y="992749"/>
                  </a:lnTo>
                  <a:lnTo>
                    <a:pt x="510081" y="993968"/>
                  </a:lnTo>
                  <a:lnTo>
                    <a:pt x="509009" y="995186"/>
                  </a:lnTo>
                  <a:lnTo>
                    <a:pt x="507937" y="996404"/>
                  </a:lnTo>
                  <a:lnTo>
                    <a:pt x="506866" y="997622"/>
                  </a:lnTo>
                  <a:lnTo>
                    <a:pt x="505794" y="998839"/>
                  </a:lnTo>
                  <a:lnTo>
                    <a:pt x="504723" y="1000056"/>
                  </a:lnTo>
                  <a:lnTo>
                    <a:pt x="503651" y="1001272"/>
                  </a:lnTo>
                  <a:lnTo>
                    <a:pt x="502579" y="1002488"/>
                  </a:lnTo>
                  <a:lnTo>
                    <a:pt x="501508" y="1003704"/>
                  </a:lnTo>
                  <a:lnTo>
                    <a:pt x="500436" y="1004919"/>
                  </a:lnTo>
                  <a:lnTo>
                    <a:pt x="499365" y="1006134"/>
                  </a:lnTo>
                  <a:lnTo>
                    <a:pt x="498293" y="1007348"/>
                  </a:lnTo>
                  <a:lnTo>
                    <a:pt x="497221" y="1008562"/>
                  </a:lnTo>
                  <a:lnTo>
                    <a:pt x="496150" y="1009775"/>
                  </a:lnTo>
                  <a:lnTo>
                    <a:pt x="495078" y="1010988"/>
                  </a:lnTo>
                  <a:lnTo>
                    <a:pt x="494007" y="1012201"/>
                  </a:lnTo>
                  <a:lnTo>
                    <a:pt x="492935" y="1013412"/>
                  </a:lnTo>
                  <a:lnTo>
                    <a:pt x="491863" y="1014624"/>
                  </a:lnTo>
                  <a:lnTo>
                    <a:pt x="490792" y="1015835"/>
                  </a:lnTo>
                  <a:lnTo>
                    <a:pt x="489720" y="1017045"/>
                  </a:lnTo>
                  <a:lnTo>
                    <a:pt x="488649" y="1018255"/>
                  </a:lnTo>
                  <a:lnTo>
                    <a:pt x="487577" y="1019464"/>
                  </a:lnTo>
                  <a:lnTo>
                    <a:pt x="486505" y="1020673"/>
                  </a:lnTo>
                  <a:lnTo>
                    <a:pt x="485434" y="1021881"/>
                  </a:lnTo>
                  <a:lnTo>
                    <a:pt x="484362" y="1023088"/>
                  </a:lnTo>
                  <a:lnTo>
                    <a:pt x="483291" y="1024295"/>
                  </a:lnTo>
                  <a:lnTo>
                    <a:pt x="482219" y="1025501"/>
                  </a:lnTo>
                  <a:lnTo>
                    <a:pt x="481147" y="1026707"/>
                  </a:lnTo>
                  <a:lnTo>
                    <a:pt x="480076" y="1027912"/>
                  </a:lnTo>
                  <a:lnTo>
                    <a:pt x="479004" y="1029117"/>
                  </a:lnTo>
                  <a:lnTo>
                    <a:pt x="477933" y="1030320"/>
                  </a:lnTo>
                  <a:lnTo>
                    <a:pt x="476861" y="1031524"/>
                  </a:lnTo>
                  <a:lnTo>
                    <a:pt x="475789" y="1032726"/>
                  </a:lnTo>
                  <a:lnTo>
                    <a:pt x="474718" y="1033928"/>
                  </a:lnTo>
                  <a:lnTo>
                    <a:pt x="473646" y="1035129"/>
                  </a:lnTo>
                  <a:lnTo>
                    <a:pt x="472575" y="1036329"/>
                  </a:lnTo>
                  <a:lnTo>
                    <a:pt x="471503" y="1037529"/>
                  </a:lnTo>
                  <a:lnTo>
                    <a:pt x="470431" y="1038728"/>
                  </a:lnTo>
                  <a:lnTo>
                    <a:pt x="469360" y="1039927"/>
                  </a:lnTo>
                  <a:lnTo>
                    <a:pt x="468288" y="1041124"/>
                  </a:lnTo>
                  <a:lnTo>
                    <a:pt x="467217" y="1042321"/>
                  </a:lnTo>
                  <a:lnTo>
                    <a:pt x="466145" y="1043517"/>
                  </a:lnTo>
                  <a:lnTo>
                    <a:pt x="465073" y="1044713"/>
                  </a:lnTo>
                  <a:lnTo>
                    <a:pt x="464002" y="1045907"/>
                  </a:lnTo>
                  <a:lnTo>
                    <a:pt x="462930" y="1047101"/>
                  </a:lnTo>
                  <a:lnTo>
                    <a:pt x="461859" y="1048294"/>
                  </a:lnTo>
                  <a:lnTo>
                    <a:pt x="460787" y="1049487"/>
                  </a:lnTo>
                  <a:lnTo>
                    <a:pt x="459715" y="1050678"/>
                  </a:lnTo>
                  <a:lnTo>
                    <a:pt x="458644" y="1051869"/>
                  </a:lnTo>
                  <a:lnTo>
                    <a:pt x="457572" y="1053059"/>
                  </a:lnTo>
                  <a:lnTo>
                    <a:pt x="456501" y="1054248"/>
                  </a:lnTo>
                  <a:lnTo>
                    <a:pt x="455429" y="1055436"/>
                  </a:lnTo>
                  <a:lnTo>
                    <a:pt x="454357" y="1056623"/>
                  </a:lnTo>
                  <a:lnTo>
                    <a:pt x="453286" y="1057810"/>
                  </a:lnTo>
                  <a:lnTo>
                    <a:pt x="452214" y="1058995"/>
                  </a:lnTo>
                  <a:lnTo>
                    <a:pt x="451143" y="1060180"/>
                  </a:lnTo>
                  <a:lnTo>
                    <a:pt x="450071" y="1061364"/>
                  </a:lnTo>
                  <a:lnTo>
                    <a:pt x="448999" y="1062547"/>
                  </a:lnTo>
                  <a:lnTo>
                    <a:pt x="447928" y="1063729"/>
                  </a:lnTo>
                  <a:lnTo>
                    <a:pt x="446856" y="1064911"/>
                  </a:lnTo>
                  <a:lnTo>
                    <a:pt x="445785" y="1066091"/>
                  </a:lnTo>
                  <a:lnTo>
                    <a:pt x="444713" y="1067270"/>
                  </a:lnTo>
                  <a:lnTo>
                    <a:pt x="443641" y="1068449"/>
                  </a:lnTo>
                  <a:lnTo>
                    <a:pt x="442570" y="1069626"/>
                  </a:lnTo>
                  <a:lnTo>
                    <a:pt x="441498" y="1070803"/>
                  </a:lnTo>
                  <a:lnTo>
                    <a:pt x="440427" y="1071979"/>
                  </a:lnTo>
                  <a:lnTo>
                    <a:pt x="439355" y="1073153"/>
                  </a:lnTo>
                  <a:lnTo>
                    <a:pt x="438283" y="1074327"/>
                  </a:lnTo>
                  <a:lnTo>
                    <a:pt x="437212" y="1075500"/>
                  </a:lnTo>
                  <a:lnTo>
                    <a:pt x="436140" y="1076671"/>
                  </a:lnTo>
                  <a:lnTo>
                    <a:pt x="435069" y="1077842"/>
                  </a:lnTo>
                  <a:lnTo>
                    <a:pt x="433997" y="1079012"/>
                  </a:lnTo>
                  <a:lnTo>
                    <a:pt x="432925" y="1080181"/>
                  </a:lnTo>
                  <a:lnTo>
                    <a:pt x="431854" y="1081348"/>
                  </a:lnTo>
                  <a:lnTo>
                    <a:pt x="430782" y="1082515"/>
                  </a:lnTo>
                  <a:lnTo>
                    <a:pt x="429711" y="1083681"/>
                  </a:lnTo>
                  <a:lnTo>
                    <a:pt x="428639" y="1084845"/>
                  </a:lnTo>
                  <a:lnTo>
                    <a:pt x="427567" y="1086009"/>
                  </a:lnTo>
                  <a:lnTo>
                    <a:pt x="426496" y="1087171"/>
                  </a:lnTo>
                  <a:lnTo>
                    <a:pt x="425424" y="1088333"/>
                  </a:lnTo>
                  <a:lnTo>
                    <a:pt x="424353" y="1089493"/>
                  </a:lnTo>
                  <a:lnTo>
                    <a:pt x="423281" y="1090652"/>
                  </a:lnTo>
                  <a:lnTo>
                    <a:pt x="422209" y="1091810"/>
                  </a:lnTo>
                  <a:lnTo>
                    <a:pt x="421138" y="1092967"/>
                  </a:lnTo>
                  <a:lnTo>
                    <a:pt x="420066" y="1094123"/>
                  </a:lnTo>
                  <a:lnTo>
                    <a:pt x="418995" y="1095278"/>
                  </a:lnTo>
                  <a:lnTo>
                    <a:pt x="417923" y="1096432"/>
                  </a:lnTo>
                  <a:lnTo>
                    <a:pt x="416851" y="1097585"/>
                  </a:lnTo>
                  <a:lnTo>
                    <a:pt x="415780" y="1098736"/>
                  </a:lnTo>
                  <a:lnTo>
                    <a:pt x="414708" y="1099886"/>
                  </a:lnTo>
                  <a:lnTo>
                    <a:pt x="413637" y="1101035"/>
                  </a:lnTo>
                  <a:lnTo>
                    <a:pt x="412565" y="1102183"/>
                  </a:lnTo>
                  <a:lnTo>
                    <a:pt x="411493" y="1103330"/>
                  </a:lnTo>
                  <a:lnTo>
                    <a:pt x="410422" y="1104476"/>
                  </a:lnTo>
                  <a:lnTo>
                    <a:pt x="409350" y="1105620"/>
                  </a:lnTo>
                  <a:lnTo>
                    <a:pt x="408279" y="1106764"/>
                  </a:lnTo>
                  <a:lnTo>
                    <a:pt x="407207" y="1107906"/>
                  </a:lnTo>
                  <a:lnTo>
                    <a:pt x="406135" y="1109047"/>
                  </a:lnTo>
                  <a:lnTo>
                    <a:pt x="405064" y="1110186"/>
                  </a:lnTo>
                  <a:lnTo>
                    <a:pt x="403992" y="1111325"/>
                  </a:lnTo>
                  <a:lnTo>
                    <a:pt x="402921" y="1112462"/>
                  </a:lnTo>
                  <a:lnTo>
                    <a:pt x="401849" y="1113598"/>
                  </a:lnTo>
                  <a:lnTo>
                    <a:pt x="400777" y="1114733"/>
                  </a:lnTo>
                  <a:lnTo>
                    <a:pt x="399706" y="1115866"/>
                  </a:lnTo>
                  <a:lnTo>
                    <a:pt x="398634" y="1116999"/>
                  </a:lnTo>
                  <a:lnTo>
                    <a:pt x="397563" y="1118130"/>
                  </a:lnTo>
                  <a:lnTo>
                    <a:pt x="396491" y="1119259"/>
                  </a:lnTo>
                  <a:lnTo>
                    <a:pt x="395419" y="1120388"/>
                  </a:lnTo>
                  <a:lnTo>
                    <a:pt x="394348" y="1121515"/>
                  </a:lnTo>
                  <a:lnTo>
                    <a:pt x="393276" y="1122641"/>
                  </a:lnTo>
                  <a:lnTo>
                    <a:pt x="392205" y="1123766"/>
                  </a:lnTo>
                  <a:lnTo>
                    <a:pt x="391133" y="1124889"/>
                  </a:lnTo>
                  <a:lnTo>
                    <a:pt x="390061" y="1126012"/>
                  </a:lnTo>
                  <a:lnTo>
                    <a:pt x="388990" y="1127132"/>
                  </a:lnTo>
                  <a:lnTo>
                    <a:pt x="387918" y="1128252"/>
                  </a:lnTo>
                  <a:lnTo>
                    <a:pt x="386847" y="1129370"/>
                  </a:lnTo>
                  <a:lnTo>
                    <a:pt x="385775" y="1130487"/>
                  </a:lnTo>
                  <a:lnTo>
                    <a:pt x="384703" y="1131603"/>
                  </a:lnTo>
                  <a:lnTo>
                    <a:pt x="383632" y="1132717"/>
                  </a:lnTo>
                  <a:lnTo>
                    <a:pt x="382560" y="1133831"/>
                  </a:lnTo>
                  <a:lnTo>
                    <a:pt x="381489" y="1134942"/>
                  </a:lnTo>
                  <a:lnTo>
                    <a:pt x="380417" y="1136053"/>
                  </a:lnTo>
                  <a:lnTo>
                    <a:pt x="379345" y="1137162"/>
                  </a:lnTo>
                  <a:lnTo>
                    <a:pt x="378274" y="1138270"/>
                  </a:lnTo>
                  <a:lnTo>
                    <a:pt x="377202" y="1139377"/>
                  </a:lnTo>
                  <a:lnTo>
                    <a:pt x="376131" y="1140482"/>
                  </a:lnTo>
                  <a:lnTo>
                    <a:pt x="375059" y="1141586"/>
                  </a:lnTo>
                  <a:lnTo>
                    <a:pt x="373987" y="1142688"/>
                  </a:lnTo>
                  <a:lnTo>
                    <a:pt x="372916" y="1143790"/>
                  </a:lnTo>
                  <a:lnTo>
                    <a:pt x="371844" y="1144890"/>
                  </a:lnTo>
                  <a:lnTo>
                    <a:pt x="370773" y="1145988"/>
                  </a:lnTo>
                  <a:lnTo>
                    <a:pt x="369701" y="1147086"/>
                  </a:lnTo>
                  <a:lnTo>
                    <a:pt x="368629" y="1148182"/>
                  </a:lnTo>
                  <a:lnTo>
                    <a:pt x="367558" y="1149276"/>
                  </a:lnTo>
                  <a:lnTo>
                    <a:pt x="366486" y="1150370"/>
                  </a:lnTo>
                  <a:lnTo>
                    <a:pt x="365415" y="1151462"/>
                  </a:lnTo>
                  <a:lnTo>
                    <a:pt x="364343" y="1152552"/>
                  </a:lnTo>
                  <a:lnTo>
                    <a:pt x="363271" y="1153642"/>
                  </a:lnTo>
                  <a:lnTo>
                    <a:pt x="362200" y="1154730"/>
                  </a:lnTo>
                  <a:lnTo>
                    <a:pt x="361128" y="1155816"/>
                  </a:lnTo>
                  <a:lnTo>
                    <a:pt x="360057" y="1156901"/>
                  </a:lnTo>
                  <a:lnTo>
                    <a:pt x="358985" y="1157985"/>
                  </a:lnTo>
                  <a:lnTo>
                    <a:pt x="357913" y="1159068"/>
                  </a:lnTo>
                  <a:lnTo>
                    <a:pt x="356842" y="1160149"/>
                  </a:lnTo>
                  <a:lnTo>
                    <a:pt x="355770" y="1161229"/>
                  </a:lnTo>
                  <a:lnTo>
                    <a:pt x="354699" y="1162307"/>
                  </a:lnTo>
                  <a:lnTo>
                    <a:pt x="353627" y="1163385"/>
                  </a:lnTo>
                  <a:lnTo>
                    <a:pt x="352556" y="1164460"/>
                  </a:lnTo>
                  <a:lnTo>
                    <a:pt x="351484" y="1165535"/>
                  </a:lnTo>
                  <a:lnTo>
                    <a:pt x="350412" y="1166608"/>
                  </a:lnTo>
                  <a:lnTo>
                    <a:pt x="349341" y="1167679"/>
                  </a:lnTo>
                  <a:lnTo>
                    <a:pt x="348269" y="1168750"/>
                  </a:lnTo>
                  <a:lnTo>
                    <a:pt x="347198" y="1169819"/>
                  </a:lnTo>
                  <a:lnTo>
                    <a:pt x="346126" y="1170886"/>
                  </a:lnTo>
                  <a:lnTo>
                    <a:pt x="345054" y="1171952"/>
                  </a:lnTo>
                  <a:lnTo>
                    <a:pt x="343983" y="1173017"/>
                  </a:lnTo>
                  <a:lnTo>
                    <a:pt x="342911" y="1174080"/>
                  </a:lnTo>
                  <a:lnTo>
                    <a:pt x="341840" y="1175142"/>
                  </a:lnTo>
                  <a:lnTo>
                    <a:pt x="340768" y="1176203"/>
                  </a:lnTo>
                  <a:lnTo>
                    <a:pt x="339696" y="1177262"/>
                  </a:lnTo>
                  <a:lnTo>
                    <a:pt x="338625" y="1178320"/>
                  </a:lnTo>
                  <a:lnTo>
                    <a:pt x="337553" y="1179377"/>
                  </a:lnTo>
                  <a:lnTo>
                    <a:pt x="336482" y="1180432"/>
                  </a:lnTo>
                  <a:lnTo>
                    <a:pt x="335410" y="1181485"/>
                  </a:lnTo>
                  <a:lnTo>
                    <a:pt x="334338" y="1182538"/>
                  </a:lnTo>
                  <a:lnTo>
                    <a:pt x="333267" y="1183589"/>
                  </a:lnTo>
                  <a:lnTo>
                    <a:pt x="332195" y="1184638"/>
                  </a:lnTo>
                  <a:lnTo>
                    <a:pt x="331124" y="1185686"/>
                  </a:lnTo>
                  <a:lnTo>
                    <a:pt x="330052" y="1186733"/>
                  </a:lnTo>
                  <a:lnTo>
                    <a:pt x="328980" y="1187778"/>
                  </a:lnTo>
                  <a:lnTo>
                    <a:pt x="327909" y="1188822"/>
                  </a:lnTo>
                  <a:lnTo>
                    <a:pt x="326837" y="1189865"/>
                  </a:lnTo>
                  <a:lnTo>
                    <a:pt x="325766" y="1190906"/>
                  </a:lnTo>
                  <a:lnTo>
                    <a:pt x="324694" y="1191946"/>
                  </a:lnTo>
                  <a:lnTo>
                    <a:pt x="323622" y="1192984"/>
                  </a:lnTo>
                  <a:lnTo>
                    <a:pt x="322551" y="1194021"/>
                  </a:lnTo>
                  <a:lnTo>
                    <a:pt x="321479" y="1195057"/>
                  </a:lnTo>
                  <a:lnTo>
                    <a:pt x="320408" y="1196091"/>
                  </a:lnTo>
                  <a:lnTo>
                    <a:pt x="319336" y="1197123"/>
                  </a:lnTo>
                  <a:lnTo>
                    <a:pt x="318264" y="1198155"/>
                  </a:lnTo>
                  <a:lnTo>
                    <a:pt x="317193" y="1199185"/>
                  </a:lnTo>
                  <a:lnTo>
                    <a:pt x="316121" y="1200213"/>
                  </a:lnTo>
                  <a:lnTo>
                    <a:pt x="315050" y="1201240"/>
                  </a:lnTo>
                  <a:lnTo>
                    <a:pt x="313978" y="1202266"/>
                  </a:lnTo>
                  <a:lnTo>
                    <a:pt x="312906" y="1203290"/>
                  </a:lnTo>
                  <a:lnTo>
                    <a:pt x="311835" y="1204313"/>
                  </a:lnTo>
                  <a:lnTo>
                    <a:pt x="310763" y="1205334"/>
                  </a:lnTo>
                  <a:lnTo>
                    <a:pt x="309692" y="1206354"/>
                  </a:lnTo>
                  <a:lnTo>
                    <a:pt x="308620" y="1207373"/>
                  </a:lnTo>
                  <a:lnTo>
                    <a:pt x="307548" y="1208390"/>
                  </a:lnTo>
                  <a:lnTo>
                    <a:pt x="306477" y="1209406"/>
                  </a:lnTo>
                  <a:lnTo>
                    <a:pt x="305405" y="1210420"/>
                  </a:lnTo>
                  <a:lnTo>
                    <a:pt x="304334" y="1211433"/>
                  </a:lnTo>
                  <a:lnTo>
                    <a:pt x="303262" y="1212445"/>
                  </a:lnTo>
                  <a:lnTo>
                    <a:pt x="302190" y="1213455"/>
                  </a:lnTo>
                  <a:lnTo>
                    <a:pt x="301119" y="1214463"/>
                  </a:lnTo>
                  <a:lnTo>
                    <a:pt x="300047" y="1215471"/>
                  </a:lnTo>
                  <a:lnTo>
                    <a:pt x="298976" y="1216476"/>
                  </a:lnTo>
                  <a:lnTo>
                    <a:pt x="297904" y="1217481"/>
                  </a:lnTo>
                  <a:lnTo>
                    <a:pt x="296832" y="1218484"/>
                  </a:lnTo>
                  <a:lnTo>
                    <a:pt x="295761" y="1219485"/>
                  </a:lnTo>
                  <a:lnTo>
                    <a:pt x="294689" y="1220485"/>
                  </a:lnTo>
                  <a:lnTo>
                    <a:pt x="293618" y="1221484"/>
                  </a:lnTo>
                  <a:lnTo>
                    <a:pt x="292546" y="1222481"/>
                  </a:lnTo>
                  <a:lnTo>
                    <a:pt x="291474" y="1223477"/>
                  </a:lnTo>
                  <a:lnTo>
                    <a:pt x="290403" y="1224472"/>
                  </a:lnTo>
                  <a:lnTo>
                    <a:pt x="289331" y="1225465"/>
                  </a:lnTo>
                  <a:lnTo>
                    <a:pt x="288260" y="1226456"/>
                  </a:lnTo>
                  <a:lnTo>
                    <a:pt x="287188" y="1227446"/>
                  </a:lnTo>
                  <a:lnTo>
                    <a:pt x="286116" y="1228435"/>
                  </a:lnTo>
                  <a:lnTo>
                    <a:pt x="285045" y="1229422"/>
                  </a:lnTo>
                  <a:lnTo>
                    <a:pt x="283973" y="1230408"/>
                  </a:lnTo>
                  <a:lnTo>
                    <a:pt x="282902" y="1231393"/>
                  </a:lnTo>
                  <a:lnTo>
                    <a:pt x="281830" y="1232376"/>
                  </a:lnTo>
                  <a:lnTo>
                    <a:pt x="280758" y="1233357"/>
                  </a:lnTo>
                  <a:lnTo>
                    <a:pt x="279687" y="1234338"/>
                  </a:lnTo>
                  <a:lnTo>
                    <a:pt x="278615" y="1235316"/>
                  </a:lnTo>
                  <a:lnTo>
                    <a:pt x="277544" y="1236294"/>
                  </a:lnTo>
                  <a:lnTo>
                    <a:pt x="276472" y="1237270"/>
                  </a:lnTo>
                  <a:lnTo>
                    <a:pt x="275400" y="1238244"/>
                  </a:lnTo>
                  <a:lnTo>
                    <a:pt x="274329" y="1239217"/>
                  </a:lnTo>
                  <a:lnTo>
                    <a:pt x="273257" y="1240189"/>
                  </a:lnTo>
                  <a:lnTo>
                    <a:pt x="272186" y="1241159"/>
                  </a:lnTo>
                  <a:lnTo>
                    <a:pt x="271114" y="1242128"/>
                  </a:lnTo>
                  <a:lnTo>
                    <a:pt x="270042" y="1243095"/>
                  </a:lnTo>
                  <a:lnTo>
                    <a:pt x="268971" y="1244061"/>
                  </a:lnTo>
                  <a:lnTo>
                    <a:pt x="267899" y="1245025"/>
                  </a:lnTo>
                  <a:lnTo>
                    <a:pt x="266828" y="1245988"/>
                  </a:lnTo>
                  <a:lnTo>
                    <a:pt x="265756" y="1246950"/>
                  </a:lnTo>
                  <a:lnTo>
                    <a:pt x="264684" y="1247910"/>
                  </a:lnTo>
                  <a:lnTo>
                    <a:pt x="263613" y="1248869"/>
                  </a:lnTo>
                  <a:lnTo>
                    <a:pt x="262541" y="1249826"/>
                  </a:lnTo>
                  <a:lnTo>
                    <a:pt x="261470" y="1250782"/>
                  </a:lnTo>
                  <a:lnTo>
                    <a:pt x="260398" y="1251736"/>
                  </a:lnTo>
                  <a:lnTo>
                    <a:pt x="259326" y="1252689"/>
                  </a:lnTo>
                  <a:lnTo>
                    <a:pt x="258255" y="1253641"/>
                  </a:lnTo>
                  <a:lnTo>
                    <a:pt x="257183" y="1254591"/>
                  </a:lnTo>
                  <a:lnTo>
                    <a:pt x="256112" y="1255540"/>
                  </a:lnTo>
                  <a:lnTo>
                    <a:pt x="255040" y="1256487"/>
                  </a:lnTo>
                  <a:lnTo>
                    <a:pt x="253968" y="1257433"/>
                  </a:lnTo>
                  <a:lnTo>
                    <a:pt x="252897" y="1258378"/>
                  </a:lnTo>
                  <a:lnTo>
                    <a:pt x="251825" y="1259321"/>
                  </a:lnTo>
                  <a:lnTo>
                    <a:pt x="250754" y="1260262"/>
                  </a:lnTo>
                  <a:lnTo>
                    <a:pt x="249682" y="1261203"/>
                  </a:lnTo>
                  <a:lnTo>
                    <a:pt x="248610" y="1262141"/>
                  </a:lnTo>
                  <a:lnTo>
                    <a:pt x="247539" y="1263079"/>
                  </a:lnTo>
                  <a:lnTo>
                    <a:pt x="246467" y="1264015"/>
                  </a:lnTo>
                  <a:lnTo>
                    <a:pt x="245396" y="1264949"/>
                  </a:lnTo>
                  <a:lnTo>
                    <a:pt x="244324" y="1265882"/>
                  </a:lnTo>
                  <a:lnTo>
                    <a:pt x="243252" y="1266814"/>
                  </a:lnTo>
                  <a:lnTo>
                    <a:pt x="242181" y="1267744"/>
                  </a:lnTo>
                  <a:lnTo>
                    <a:pt x="241109" y="1268673"/>
                  </a:lnTo>
                  <a:lnTo>
                    <a:pt x="240038" y="1269600"/>
                  </a:lnTo>
                  <a:lnTo>
                    <a:pt x="238966" y="1270526"/>
                  </a:lnTo>
                  <a:lnTo>
                    <a:pt x="237894" y="1271451"/>
                  </a:lnTo>
                  <a:lnTo>
                    <a:pt x="236823" y="1272374"/>
                  </a:lnTo>
                  <a:lnTo>
                    <a:pt x="235751" y="1273296"/>
                  </a:lnTo>
                  <a:lnTo>
                    <a:pt x="234680" y="1274216"/>
                  </a:lnTo>
                  <a:lnTo>
                    <a:pt x="233608" y="1275135"/>
                  </a:lnTo>
                  <a:lnTo>
                    <a:pt x="232536" y="1276052"/>
                  </a:lnTo>
                  <a:lnTo>
                    <a:pt x="231465" y="1276969"/>
                  </a:lnTo>
                  <a:lnTo>
                    <a:pt x="230393" y="1277883"/>
                  </a:lnTo>
                  <a:lnTo>
                    <a:pt x="229322" y="1278796"/>
                  </a:lnTo>
                  <a:lnTo>
                    <a:pt x="228250" y="1279708"/>
                  </a:lnTo>
                  <a:lnTo>
                    <a:pt x="227178" y="1280619"/>
                  </a:lnTo>
                  <a:lnTo>
                    <a:pt x="226107" y="1281528"/>
                  </a:lnTo>
                  <a:lnTo>
                    <a:pt x="225035" y="1282435"/>
                  </a:lnTo>
                  <a:lnTo>
                    <a:pt x="223964" y="1283341"/>
                  </a:lnTo>
                  <a:lnTo>
                    <a:pt x="222892" y="1284246"/>
                  </a:lnTo>
                  <a:lnTo>
                    <a:pt x="221820" y="1285149"/>
                  </a:lnTo>
                  <a:lnTo>
                    <a:pt x="220749" y="1286051"/>
                  </a:lnTo>
                  <a:lnTo>
                    <a:pt x="219677" y="1286952"/>
                  </a:lnTo>
                  <a:lnTo>
                    <a:pt x="218606" y="1287851"/>
                  </a:lnTo>
                  <a:lnTo>
                    <a:pt x="217534" y="1288748"/>
                  </a:lnTo>
                  <a:lnTo>
                    <a:pt x="216462" y="1289645"/>
                  </a:lnTo>
                  <a:lnTo>
                    <a:pt x="215391" y="1290540"/>
                  </a:lnTo>
                  <a:lnTo>
                    <a:pt x="214319" y="1291433"/>
                  </a:lnTo>
                  <a:lnTo>
                    <a:pt x="213248" y="1292325"/>
                  </a:lnTo>
                  <a:lnTo>
                    <a:pt x="212176" y="1293216"/>
                  </a:lnTo>
                  <a:lnTo>
                    <a:pt x="211104" y="1294105"/>
                  </a:lnTo>
                  <a:lnTo>
                    <a:pt x="210033" y="1294993"/>
                  </a:lnTo>
                  <a:lnTo>
                    <a:pt x="208961" y="1295879"/>
                  </a:lnTo>
                  <a:lnTo>
                    <a:pt x="207890" y="1296764"/>
                  </a:lnTo>
                  <a:lnTo>
                    <a:pt x="206818" y="1297648"/>
                  </a:lnTo>
                  <a:lnTo>
                    <a:pt x="205746" y="1298530"/>
                  </a:lnTo>
                  <a:lnTo>
                    <a:pt x="204675" y="1299411"/>
                  </a:lnTo>
                  <a:lnTo>
                    <a:pt x="203603" y="1300290"/>
                  </a:lnTo>
                  <a:lnTo>
                    <a:pt x="202532" y="1301168"/>
                  </a:lnTo>
                  <a:lnTo>
                    <a:pt x="201460" y="1302045"/>
                  </a:lnTo>
                  <a:lnTo>
                    <a:pt x="200388" y="1302920"/>
                  </a:lnTo>
                  <a:lnTo>
                    <a:pt x="199317" y="1303794"/>
                  </a:lnTo>
                  <a:lnTo>
                    <a:pt x="198245" y="1304667"/>
                  </a:lnTo>
                  <a:lnTo>
                    <a:pt x="197174" y="1305538"/>
                  </a:lnTo>
                  <a:lnTo>
                    <a:pt x="196102" y="1306407"/>
                  </a:lnTo>
                  <a:lnTo>
                    <a:pt x="195030" y="1307276"/>
                  </a:lnTo>
                  <a:lnTo>
                    <a:pt x="193959" y="1308143"/>
                  </a:lnTo>
                  <a:lnTo>
                    <a:pt x="192887" y="1309008"/>
                  </a:lnTo>
                  <a:lnTo>
                    <a:pt x="191816" y="1309872"/>
                  </a:lnTo>
                  <a:lnTo>
                    <a:pt x="190744" y="1310735"/>
                  </a:lnTo>
                  <a:lnTo>
                    <a:pt x="189672" y="1311596"/>
                  </a:lnTo>
                  <a:lnTo>
                    <a:pt x="188601" y="1312456"/>
                  </a:lnTo>
                  <a:lnTo>
                    <a:pt x="187529" y="1313315"/>
                  </a:lnTo>
                  <a:lnTo>
                    <a:pt x="186458" y="1314172"/>
                  </a:lnTo>
                  <a:lnTo>
                    <a:pt x="185386" y="1315028"/>
                  </a:lnTo>
                  <a:lnTo>
                    <a:pt x="184314" y="1315882"/>
                  </a:lnTo>
                  <a:lnTo>
                    <a:pt x="183243" y="1316735"/>
                  </a:lnTo>
                  <a:lnTo>
                    <a:pt x="182171" y="1317587"/>
                  </a:lnTo>
                  <a:lnTo>
                    <a:pt x="181100" y="1318437"/>
                  </a:lnTo>
                  <a:lnTo>
                    <a:pt x="180028" y="1319286"/>
                  </a:lnTo>
                  <a:lnTo>
                    <a:pt x="178956" y="1320133"/>
                  </a:lnTo>
                  <a:lnTo>
                    <a:pt x="177885" y="1320980"/>
                  </a:lnTo>
                  <a:lnTo>
                    <a:pt x="176813" y="1321824"/>
                  </a:lnTo>
                  <a:lnTo>
                    <a:pt x="175742" y="1322668"/>
                  </a:lnTo>
                  <a:lnTo>
                    <a:pt x="174670" y="1323510"/>
                  </a:lnTo>
                  <a:lnTo>
                    <a:pt x="173599" y="1324350"/>
                  </a:lnTo>
                  <a:lnTo>
                    <a:pt x="172527" y="1325190"/>
                  </a:lnTo>
                  <a:lnTo>
                    <a:pt x="171455" y="1326028"/>
                  </a:lnTo>
                  <a:lnTo>
                    <a:pt x="170384" y="1326864"/>
                  </a:lnTo>
                  <a:lnTo>
                    <a:pt x="169312" y="1327699"/>
                  </a:lnTo>
                  <a:lnTo>
                    <a:pt x="168241" y="1328533"/>
                  </a:lnTo>
                  <a:lnTo>
                    <a:pt x="167169" y="1329366"/>
                  </a:lnTo>
                  <a:lnTo>
                    <a:pt x="166097" y="1330197"/>
                  </a:lnTo>
                  <a:lnTo>
                    <a:pt x="165026" y="1331027"/>
                  </a:lnTo>
                  <a:lnTo>
                    <a:pt x="163954" y="1331855"/>
                  </a:lnTo>
                  <a:lnTo>
                    <a:pt x="162883" y="1332682"/>
                  </a:lnTo>
                  <a:lnTo>
                    <a:pt x="161811" y="1333508"/>
                  </a:lnTo>
                  <a:lnTo>
                    <a:pt x="160739" y="1334332"/>
                  </a:lnTo>
                  <a:lnTo>
                    <a:pt x="159668" y="1335155"/>
                  </a:lnTo>
                  <a:lnTo>
                    <a:pt x="158596" y="1335976"/>
                  </a:lnTo>
                  <a:lnTo>
                    <a:pt x="157525" y="1336797"/>
                  </a:lnTo>
                  <a:lnTo>
                    <a:pt x="156453" y="1337616"/>
                  </a:lnTo>
                  <a:lnTo>
                    <a:pt x="155381" y="1338433"/>
                  </a:lnTo>
                  <a:lnTo>
                    <a:pt x="154310" y="1339249"/>
                  </a:lnTo>
                  <a:lnTo>
                    <a:pt x="153238" y="1340064"/>
                  </a:lnTo>
                  <a:lnTo>
                    <a:pt x="152167" y="1340878"/>
                  </a:lnTo>
                  <a:lnTo>
                    <a:pt x="151095" y="1341690"/>
                  </a:lnTo>
                  <a:lnTo>
                    <a:pt x="150023" y="1342500"/>
                  </a:lnTo>
                  <a:lnTo>
                    <a:pt x="148952" y="1343310"/>
                  </a:lnTo>
                  <a:lnTo>
                    <a:pt x="147880" y="1344118"/>
                  </a:lnTo>
                  <a:lnTo>
                    <a:pt x="146809" y="1344925"/>
                  </a:lnTo>
                  <a:lnTo>
                    <a:pt x="145737" y="1345730"/>
                  </a:lnTo>
                  <a:lnTo>
                    <a:pt x="144665" y="1346534"/>
                  </a:lnTo>
                  <a:lnTo>
                    <a:pt x="143594" y="1347337"/>
                  </a:lnTo>
                  <a:lnTo>
                    <a:pt x="142522" y="1348138"/>
                  </a:lnTo>
                  <a:lnTo>
                    <a:pt x="141451" y="1348939"/>
                  </a:lnTo>
                  <a:lnTo>
                    <a:pt x="140379" y="1349737"/>
                  </a:lnTo>
                  <a:lnTo>
                    <a:pt x="139307" y="1350535"/>
                  </a:lnTo>
                  <a:lnTo>
                    <a:pt x="138236" y="1351331"/>
                  </a:lnTo>
                  <a:lnTo>
                    <a:pt x="137164" y="1352126"/>
                  </a:lnTo>
                  <a:lnTo>
                    <a:pt x="136093" y="1352919"/>
                  </a:lnTo>
                  <a:lnTo>
                    <a:pt x="135021" y="1353711"/>
                  </a:lnTo>
                  <a:lnTo>
                    <a:pt x="133949" y="1354502"/>
                  </a:lnTo>
                  <a:lnTo>
                    <a:pt x="132878" y="1355291"/>
                  </a:lnTo>
                  <a:lnTo>
                    <a:pt x="131806" y="1356079"/>
                  </a:lnTo>
                  <a:lnTo>
                    <a:pt x="130735" y="1356866"/>
                  </a:lnTo>
                  <a:lnTo>
                    <a:pt x="129663" y="1357652"/>
                  </a:lnTo>
                  <a:lnTo>
                    <a:pt x="128591" y="1358436"/>
                  </a:lnTo>
                  <a:lnTo>
                    <a:pt x="127520" y="1359219"/>
                  </a:lnTo>
                  <a:lnTo>
                    <a:pt x="126448" y="1360000"/>
                  </a:lnTo>
                  <a:lnTo>
                    <a:pt x="125377" y="1360781"/>
                  </a:lnTo>
                  <a:lnTo>
                    <a:pt x="124305" y="1361559"/>
                  </a:lnTo>
                  <a:lnTo>
                    <a:pt x="123233" y="1362337"/>
                  </a:lnTo>
                  <a:lnTo>
                    <a:pt x="122162" y="1363113"/>
                  </a:lnTo>
                  <a:lnTo>
                    <a:pt x="121090" y="1363888"/>
                  </a:lnTo>
                  <a:lnTo>
                    <a:pt x="120019" y="1364662"/>
                  </a:lnTo>
                  <a:lnTo>
                    <a:pt x="118947" y="1365434"/>
                  </a:lnTo>
                  <a:lnTo>
                    <a:pt x="117875" y="1366205"/>
                  </a:lnTo>
                  <a:lnTo>
                    <a:pt x="116804" y="1366975"/>
                  </a:lnTo>
                  <a:lnTo>
                    <a:pt x="115732" y="1367744"/>
                  </a:lnTo>
                  <a:lnTo>
                    <a:pt x="114661" y="1368511"/>
                  </a:lnTo>
                  <a:lnTo>
                    <a:pt x="113589" y="1369277"/>
                  </a:lnTo>
                  <a:lnTo>
                    <a:pt x="112517" y="1370041"/>
                  </a:lnTo>
                  <a:lnTo>
                    <a:pt x="111446" y="1370804"/>
                  </a:lnTo>
                  <a:lnTo>
                    <a:pt x="110374" y="1371566"/>
                  </a:lnTo>
                  <a:lnTo>
                    <a:pt x="109303" y="1372327"/>
                  </a:lnTo>
                  <a:lnTo>
                    <a:pt x="108231" y="1373087"/>
                  </a:lnTo>
                  <a:lnTo>
                    <a:pt x="107159" y="1373845"/>
                  </a:lnTo>
                  <a:lnTo>
                    <a:pt x="106088" y="1374601"/>
                  </a:lnTo>
                  <a:lnTo>
                    <a:pt x="105016" y="1375357"/>
                  </a:lnTo>
                  <a:lnTo>
                    <a:pt x="103945" y="1376111"/>
                  </a:lnTo>
                  <a:lnTo>
                    <a:pt x="102873" y="1376864"/>
                  </a:lnTo>
                  <a:lnTo>
                    <a:pt x="101801" y="1377616"/>
                  </a:lnTo>
                  <a:lnTo>
                    <a:pt x="100730" y="1378366"/>
                  </a:lnTo>
                  <a:lnTo>
                    <a:pt x="99658" y="1379115"/>
                  </a:lnTo>
                  <a:lnTo>
                    <a:pt x="98587" y="1379863"/>
                  </a:lnTo>
                  <a:lnTo>
                    <a:pt x="97515" y="1380610"/>
                  </a:lnTo>
                  <a:lnTo>
                    <a:pt x="96443" y="1381355"/>
                  </a:lnTo>
                  <a:lnTo>
                    <a:pt x="95372" y="1382099"/>
                  </a:lnTo>
                  <a:lnTo>
                    <a:pt x="94300" y="1382842"/>
                  </a:lnTo>
                  <a:lnTo>
                    <a:pt x="93229" y="1383583"/>
                  </a:lnTo>
                  <a:lnTo>
                    <a:pt x="92157" y="1384323"/>
                  </a:lnTo>
                  <a:lnTo>
                    <a:pt x="91085" y="1385062"/>
                  </a:lnTo>
                  <a:lnTo>
                    <a:pt x="90014" y="1385800"/>
                  </a:lnTo>
                  <a:lnTo>
                    <a:pt x="88942" y="1386536"/>
                  </a:lnTo>
                  <a:lnTo>
                    <a:pt x="87871" y="1387271"/>
                  </a:lnTo>
                  <a:lnTo>
                    <a:pt x="86799" y="1388005"/>
                  </a:lnTo>
                  <a:lnTo>
                    <a:pt x="85727" y="1388738"/>
                  </a:lnTo>
                  <a:lnTo>
                    <a:pt x="84656" y="1389469"/>
                  </a:lnTo>
                  <a:lnTo>
                    <a:pt x="83584" y="1390199"/>
                  </a:lnTo>
                  <a:lnTo>
                    <a:pt x="82513" y="1390928"/>
                  </a:lnTo>
                  <a:lnTo>
                    <a:pt x="81441" y="1391656"/>
                  </a:lnTo>
                  <a:lnTo>
                    <a:pt x="80369" y="1392382"/>
                  </a:lnTo>
                  <a:lnTo>
                    <a:pt x="79298" y="1393107"/>
                  </a:lnTo>
                  <a:lnTo>
                    <a:pt x="78226" y="1393831"/>
                  </a:lnTo>
                  <a:lnTo>
                    <a:pt x="77155" y="1394553"/>
                  </a:lnTo>
                  <a:lnTo>
                    <a:pt x="76083" y="1395275"/>
                  </a:lnTo>
                  <a:lnTo>
                    <a:pt x="75011" y="1395995"/>
                  </a:lnTo>
                  <a:lnTo>
                    <a:pt x="73940" y="1396714"/>
                  </a:lnTo>
                  <a:lnTo>
                    <a:pt x="72868" y="1397431"/>
                  </a:lnTo>
                  <a:lnTo>
                    <a:pt x="71797" y="1398148"/>
                  </a:lnTo>
                  <a:lnTo>
                    <a:pt x="70725" y="1398863"/>
                  </a:lnTo>
                  <a:lnTo>
                    <a:pt x="69653" y="1399577"/>
                  </a:lnTo>
                  <a:lnTo>
                    <a:pt x="68582" y="1400289"/>
                  </a:lnTo>
                  <a:lnTo>
                    <a:pt x="67510" y="1401001"/>
                  </a:lnTo>
                  <a:lnTo>
                    <a:pt x="66439" y="1401711"/>
                  </a:lnTo>
                  <a:lnTo>
                    <a:pt x="65367" y="1402420"/>
                  </a:lnTo>
                  <a:lnTo>
                    <a:pt x="64295" y="1403127"/>
                  </a:lnTo>
                  <a:lnTo>
                    <a:pt x="63224" y="1403834"/>
                  </a:lnTo>
                  <a:lnTo>
                    <a:pt x="62152" y="1404539"/>
                  </a:lnTo>
                  <a:lnTo>
                    <a:pt x="61081" y="1405243"/>
                  </a:lnTo>
                  <a:lnTo>
                    <a:pt x="60009" y="1405946"/>
                  </a:lnTo>
                  <a:lnTo>
                    <a:pt x="58937" y="1406648"/>
                  </a:lnTo>
                  <a:lnTo>
                    <a:pt x="57866" y="1407348"/>
                  </a:lnTo>
                  <a:lnTo>
                    <a:pt x="56794" y="1408047"/>
                  </a:lnTo>
                  <a:lnTo>
                    <a:pt x="55723" y="1408745"/>
                  </a:lnTo>
                  <a:lnTo>
                    <a:pt x="54651" y="1409442"/>
                  </a:lnTo>
                  <a:lnTo>
                    <a:pt x="53579" y="1410137"/>
                  </a:lnTo>
                  <a:lnTo>
                    <a:pt x="52508" y="1410832"/>
                  </a:lnTo>
                  <a:lnTo>
                    <a:pt x="51436" y="1411525"/>
                  </a:lnTo>
                  <a:lnTo>
                    <a:pt x="50365" y="1412216"/>
                  </a:lnTo>
                  <a:lnTo>
                    <a:pt x="49293" y="1412907"/>
                  </a:lnTo>
                  <a:lnTo>
                    <a:pt x="48221" y="1413597"/>
                  </a:lnTo>
                  <a:lnTo>
                    <a:pt x="47150" y="1414285"/>
                  </a:lnTo>
                  <a:lnTo>
                    <a:pt x="46078" y="1414972"/>
                  </a:lnTo>
                  <a:lnTo>
                    <a:pt x="45007" y="1415658"/>
                  </a:lnTo>
                  <a:lnTo>
                    <a:pt x="43935" y="1416342"/>
                  </a:lnTo>
                  <a:lnTo>
                    <a:pt x="42863" y="1417026"/>
                  </a:lnTo>
                  <a:lnTo>
                    <a:pt x="41792" y="1417708"/>
                  </a:lnTo>
                  <a:lnTo>
                    <a:pt x="40720" y="1418389"/>
                  </a:lnTo>
                  <a:lnTo>
                    <a:pt x="39649" y="1419069"/>
                  </a:lnTo>
                  <a:lnTo>
                    <a:pt x="38577" y="1419748"/>
                  </a:lnTo>
                  <a:lnTo>
                    <a:pt x="37505" y="1420425"/>
                  </a:lnTo>
                  <a:lnTo>
                    <a:pt x="36434" y="1421101"/>
                  </a:lnTo>
                  <a:lnTo>
                    <a:pt x="35362" y="1421777"/>
                  </a:lnTo>
                  <a:lnTo>
                    <a:pt x="34291" y="1422450"/>
                  </a:lnTo>
                  <a:lnTo>
                    <a:pt x="33219" y="1423123"/>
                  </a:lnTo>
                  <a:lnTo>
                    <a:pt x="32147" y="1423795"/>
                  </a:lnTo>
                  <a:lnTo>
                    <a:pt x="31076" y="1424465"/>
                  </a:lnTo>
                  <a:lnTo>
                    <a:pt x="30004" y="1425134"/>
                  </a:lnTo>
                  <a:lnTo>
                    <a:pt x="28933" y="1425802"/>
                  </a:lnTo>
                  <a:lnTo>
                    <a:pt x="27861" y="1426469"/>
                  </a:lnTo>
                  <a:lnTo>
                    <a:pt x="26789" y="1427135"/>
                  </a:lnTo>
                  <a:lnTo>
                    <a:pt x="25718" y="1427799"/>
                  </a:lnTo>
                  <a:lnTo>
                    <a:pt x="24646" y="1428463"/>
                  </a:lnTo>
                  <a:lnTo>
                    <a:pt x="23575" y="1429125"/>
                  </a:lnTo>
                  <a:lnTo>
                    <a:pt x="22503" y="1429786"/>
                  </a:lnTo>
                  <a:lnTo>
                    <a:pt x="21431" y="1430446"/>
                  </a:lnTo>
                  <a:lnTo>
                    <a:pt x="20360" y="1431104"/>
                  </a:lnTo>
                  <a:lnTo>
                    <a:pt x="19288" y="1431762"/>
                  </a:lnTo>
                  <a:lnTo>
                    <a:pt x="18217" y="1432418"/>
                  </a:lnTo>
                  <a:lnTo>
                    <a:pt x="17145" y="1433073"/>
                  </a:lnTo>
                  <a:lnTo>
                    <a:pt x="16073" y="1433727"/>
                  </a:lnTo>
                  <a:lnTo>
                    <a:pt x="15002" y="1434380"/>
                  </a:lnTo>
                  <a:lnTo>
                    <a:pt x="13930" y="1435032"/>
                  </a:lnTo>
                  <a:lnTo>
                    <a:pt x="12859" y="1435682"/>
                  </a:lnTo>
                  <a:lnTo>
                    <a:pt x="11787" y="1436332"/>
                  </a:lnTo>
                  <a:lnTo>
                    <a:pt x="10715" y="1436980"/>
                  </a:lnTo>
                  <a:lnTo>
                    <a:pt x="9644" y="1437627"/>
                  </a:lnTo>
                  <a:lnTo>
                    <a:pt x="8572" y="1438273"/>
                  </a:lnTo>
                  <a:lnTo>
                    <a:pt x="7501" y="1438918"/>
                  </a:lnTo>
                  <a:lnTo>
                    <a:pt x="6429" y="1439562"/>
                  </a:lnTo>
                  <a:lnTo>
                    <a:pt x="5357" y="1440204"/>
                  </a:lnTo>
                  <a:lnTo>
                    <a:pt x="4286" y="1440845"/>
                  </a:lnTo>
                  <a:lnTo>
                    <a:pt x="3214" y="1441486"/>
                  </a:lnTo>
                  <a:lnTo>
                    <a:pt x="2143" y="1442125"/>
                  </a:lnTo>
                  <a:lnTo>
                    <a:pt x="1071" y="1442763"/>
                  </a:lnTo>
                  <a:lnTo>
                    <a:pt x="0" y="1443400"/>
                  </a:lnTo>
                  <a:lnTo>
                    <a:pt x="0" y="144340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684231" y="916699"/>
              <a:ext cx="3856684" cy="1380548"/>
            </a:xfrm>
            <a:custGeom>
              <a:avLst/>
              <a:gdLst/>
              <a:ahLst/>
              <a:cxnLst/>
              <a:rect l="0" t="0" r="0" b="0"/>
              <a:pathLst>
                <a:path w="3856684" h="1380548">
                  <a:moveTo>
                    <a:pt x="0" y="1380548"/>
                  </a:moveTo>
                  <a:lnTo>
                    <a:pt x="1071" y="1379841"/>
                  </a:lnTo>
                  <a:lnTo>
                    <a:pt x="2143" y="1379132"/>
                  </a:lnTo>
                  <a:lnTo>
                    <a:pt x="3214" y="1378423"/>
                  </a:lnTo>
                  <a:lnTo>
                    <a:pt x="4286" y="1377713"/>
                  </a:lnTo>
                  <a:lnTo>
                    <a:pt x="5357" y="1377002"/>
                  </a:lnTo>
                  <a:lnTo>
                    <a:pt x="6429" y="1376290"/>
                  </a:lnTo>
                  <a:lnTo>
                    <a:pt x="7501" y="1375577"/>
                  </a:lnTo>
                  <a:lnTo>
                    <a:pt x="8572" y="1374864"/>
                  </a:lnTo>
                  <a:lnTo>
                    <a:pt x="9644" y="1374150"/>
                  </a:lnTo>
                  <a:lnTo>
                    <a:pt x="10715" y="1373435"/>
                  </a:lnTo>
                  <a:lnTo>
                    <a:pt x="11787" y="1372719"/>
                  </a:lnTo>
                  <a:lnTo>
                    <a:pt x="12859" y="1372003"/>
                  </a:lnTo>
                  <a:lnTo>
                    <a:pt x="13930" y="1371285"/>
                  </a:lnTo>
                  <a:lnTo>
                    <a:pt x="15002" y="1370567"/>
                  </a:lnTo>
                  <a:lnTo>
                    <a:pt x="16073" y="1369848"/>
                  </a:lnTo>
                  <a:lnTo>
                    <a:pt x="17145" y="1369128"/>
                  </a:lnTo>
                  <a:lnTo>
                    <a:pt x="18217" y="1368408"/>
                  </a:lnTo>
                  <a:lnTo>
                    <a:pt x="19288" y="1367686"/>
                  </a:lnTo>
                  <a:lnTo>
                    <a:pt x="20360" y="1366964"/>
                  </a:lnTo>
                  <a:lnTo>
                    <a:pt x="21431" y="1366241"/>
                  </a:lnTo>
                  <a:lnTo>
                    <a:pt x="22503" y="1365517"/>
                  </a:lnTo>
                  <a:lnTo>
                    <a:pt x="23575" y="1364792"/>
                  </a:lnTo>
                  <a:lnTo>
                    <a:pt x="24646" y="1364067"/>
                  </a:lnTo>
                  <a:lnTo>
                    <a:pt x="25718" y="1363340"/>
                  </a:lnTo>
                  <a:lnTo>
                    <a:pt x="26789" y="1362613"/>
                  </a:lnTo>
                  <a:lnTo>
                    <a:pt x="27861" y="1361885"/>
                  </a:lnTo>
                  <a:lnTo>
                    <a:pt x="28933" y="1361156"/>
                  </a:lnTo>
                  <a:lnTo>
                    <a:pt x="30004" y="1360427"/>
                  </a:lnTo>
                  <a:lnTo>
                    <a:pt x="31076" y="1359696"/>
                  </a:lnTo>
                  <a:lnTo>
                    <a:pt x="32147" y="1358965"/>
                  </a:lnTo>
                  <a:lnTo>
                    <a:pt x="33219" y="1358233"/>
                  </a:lnTo>
                  <a:lnTo>
                    <a:pt x="34291" y="1357500"/>
                  </a:lnTo>
                  <a:lnTo>
                    <a:pt x="35362" y="1356766"/>
                  </a:lnTo>
                  <a:lnTo>
                    <a:pt x="36434" y="1356031"/>
                  </a:lnTo>
                  <a:lnTo>
                    <a:pt x="37505" y="1355296"/>
                  </a:lnTo>
                  <a:lnTo>
                    <a:pt x="38577" y="1354560"/>
                  </a:lnTo>
                  <a:lnTo>
                    <a:pt x="39649" y="1353823"/>
                  </a:lnTo>
                  <a:lnTo>
                    <a:pt x="40720" y="1353085"/>
                  </a:lnTo>
                  <a:lnTo>
                    <a:pt x="41792" y="1352346"/>
                  </a:lnTo>
                  <a:lnTo>
                    <a:pt x="42863" y="1351606"/>
                  </a:lnTo>
                  <a:lnTo>
                    <a:pt x="43935" y="1350866"/>
                  </a:lnTo>
                  <a:lnTo>
                    <a:pt x="45007" y="1350125"/>
                  </a:lnTo>
                  <a:lnTo>
                    <a:pt x="46078" y="1349383"/>
                  </a:lnTo>
                  <a:lnTo>
                    <a:pt x="47150" y="1348640"/>
                  </a:lnTo>
                  <a:lnTo>
                    <a:pt x="48221" y="1347896"/>
                  </a:lnTo>
                  <a:lnTo>
                    <a:pt x="49293" y="1347151"/>
                  </a:lnTo>
                  <a:lnTo>
                    <a:pt x="50365" y="1346406"/>
                  </a:lnTo>
                  <a:lnTo>
                    <a:pt x="51436" y="1345660"/>
                  </a:lnTo>
                  <a:lnTo>
                    <a:pt x="52508" y="1344913"/>
                  </a:lnTo>
                  <a:lnTo>
                    <a:pt x="53579" y="1344165"/>
                  </a:lnTo>
                  <a:lnTo>
                    <a:pt x="54651" y="1343416"/>
                  </a:lnTo>
                  <a:lnTo>
                    <a:pt x="55723" y="1342666"/>
                  </a:lnTo>
                  <a:lnTo>
                    <a:pt x="56794" y="1341916"/>
                  </a:lnTo>
                  <a:lnTo>
                    <a:pt x="57866" y="1341164"/>
                  </a:lnTo>
                  <a:lnTo>
                    <a:pt x="58937" y="1340412"/>
                  </a:lnTo>
                  <a:lnTo>
                    <a:pt x="60009" y="1339659"/>
                  </a:lnTo>
                  <a:lnTo>
                    <a:pt x="61081" y="1338905"/>
                  </a:lnTo>
                  <a:lnTo>
                    <a:pt x="62152" y="1338150"/>
                  </a:lnTo>
                  <a:lnTo>
                    <a:pt x="63224" y="1337395"/>
                  </a:lnTo>
                  <a:lnTo>
                    <a:pt x="64295" y="1336638"/>
                  </a:lnTo>
                  <a:lnTo>
                    <a:pt x="65367" y="1335881"/>
                  </a:lnTo>
                  <a:lnTo>
                    <a:pt x="66439" y="1335123"/>
                  </a:lnTo>
                  <a:lnTo>
                    <a:pt x="67510" y="1334364"/>
                  </a:lnTo>
                  <a:lnTo>
                    <a:pt x="68582" y="1333604"/>
                  </a:lnTo>
                  <a:lnTo>
                    <a:pt x="69653" y="1332843"/>
                  </a:lnTo>
                  <a:lnTo>
                    <a:pt x="70725" y="1332082"/>
                  </a:lnTo>
                  <a:lnTo>
                    <a:pt x="71797" y="1331319"/>
                  </a:lnTo>
                  <a:lnTo>
                    <a:pt x="72868" y="1330556"/>
                  </a:lnTo>
                  <a:lnTo>
                    <a:pt x="73940" y="1329792"/>
                  </a:lnTo>
                  <a:lnTo>
                    <a:pt x="75011" y="1329027"/>
                  </a:lnTo>
                  <a:lnTo>
                    <a:pt x="76083" y="1328261"/>
                  </a:lnTo>
                  <a:lnTo>
                    <a:pt x="77155" y="1327494"/>
                  </a:lnTo>
                  <a:lnTo>
                    <a:pt x="78226" y="1326726"/>
                  </a:lnTo>
                  <a:lnTo>
                    <a:pt x="79298" y="1325958"/>
                  </a:lnTo>
                  <a:lnTo>
                    <a:pt x="80369" y="1325188"/>
                  </a:lnTo>
                  <a:lnTo>
                    <a:pt x="81441" y="1324418"/>
                  </a:lnTo>
                  <a:lnTo>
                    <a:pt x="82513" y="1323647"/>
                  </a:lnTo>
                  <a:lnTo>
                    <a:pt x="83584" y="1322875"/>
                  </a:lnTo>
                  <a:lnTo>
                    <a:pt x="84656" y="1322102"/>
                  </a:lnTo>
                  <a:lnTo>
                    <a:pt x="85727" y="1321329"/>
                  </a:lnTo>
                  <a:lnTo>
                    <a:pt x="86799" y="1320554"/>
                  </a:lnTo>
                  <a:lnTo>
                    <a:pt x="87871" y="1319778"/>
                  </a:lnTo>
                  <a:lnTo>
                    <a:pt x="88942" y="1319002"/>
                  </a:lnTo>
                  <a:lnTo>
                    <a:pt x="90014" y="1318225"/>
                  </a:lnTo>
                  <a:lnTo>
                    <a:pt x="91085" y="1317447"/>
                  </a:lnTo>
                  <a:lnTo>
                    <a:pt x="92157" y="1316668"/>
                  </a:lnTo>
                  <a:lnTo>
                    <a:pt x="93229" y="1315888"/>
                  </a:lnTo>
                  <a:lnTo>
                    <a:pt x="94300" y="1315107"/>
                  </a:lnTo>
                  <a:lnTo>
                    <a:pt x="95372" y="1314326"/>
                  </a:lnTo>
                  <a:lnTo>
                    <a:pt x="96443" y="1313543"/>
                  </a:lnTo>
                  <a:lnTo>
                    <a:pt x="97515" y="1312760"/>
                  </a:lnTo>
                  <a:lnTo>
                    <a:pt x="98587" y="1311975"/>
                  </a:lnTo>
                  <a:lnTo>
                    <a:pt x="99658" y="1311190"/>
                  </a:lnTo>
                  <a:lnTo>
                    <a:pt x="100730" y="1310404"/>
                  </a:lnTo>
                  <a:lnTo>
                    <a:pt x="101801" y="1309617"/>
                  </a:lnTo>
                  <a:lnTo>
                    <a:pt x="102873" y="1308830"/>
                  </a:lnTo>
                  <a:lnTo>
                    <a:pt x="103945" y="1308041"/>
                  </a:lnTo>
                  <a:lnTo>
                    <a:pt x="105016" y="1307251"/>
                  </a:lnTo>
                  <a:lnTo>
                    <a:pt x="106088" y="1306461"/>
                  </a:lnTo>
                  <a:lnTo>
                    <a:pt x="107159" y="1305669"/>
                  </a:lnTo>
                  <a:lnTo>
                    <a:pt x="108231" y="1304877"/>
                  </a:lnTo>
                  <a:lnTo>
                    <a:pt x="109303" y="1304084"/>
                  </a:lnTo>
                  <a:lnTo>
                    <a:pt x="110374" y="1303290"/>
                  </a:lnTo>
                  <a:lnTo>
                    <a:pt x="111446" y="1302495"/>
                  </a:lnTo>
                  <a:lnTo>
                    <a:pt x="112517" y="1301699"/>
                  </a:lnTo>
                  <a:lnTo>
                    <a:pt x="113589" y="1300902"/>
                  </a:lnTo>
                  <a:lnTo>
                    <a:pt x="114661" y="1300105"/>
                  </a:lnTo>
                  <a:lnTo>
                    <a:pt x="115732" y="1299306"/>
                  </a:lnTo>
                  <a:lnTo>
                    <a:pt x="116804" y="1298507"/>
                  </a:lnTo>
                  <a:lnTo>
                    <a:pt x="117875" y="1297706"/>
                  </a:lnTo>
                  <a:lnTo>
                    <a:pt x="118947" y="1296905"/>
                  </a:lnTo>
                  <a:lnTo>
                    <a:pt x="120019" y="1296103"/>
                  </a:lnTo>
                  <a:lnTo>
                    <a:pt x="121090" y="1295300"/>
                  </a:lnTo>
                  <a:lnTo>
                    <a:pt x="122162" y="1294496"/>
                  </a:lnTo>
                  <a:lnTo>
                    <a:pt x="123233" y="1293691"/>
                  </a:lnTo>
                  <a:lnTo>
                    <a:pt x="124305" y="1292885"/>
                  </a:lnTo>
                  <a:lnTo>
                    <a:pt x="125377" y="1292078"/>
                  </a:lnTo>
                  <a:lnTo>
                    <a:pt x="126448" y="1291271"/>
                  </a:lnTo>
                  <a:lnTo>
                    <a:pt x="127520" y="1290462"/>
                  </a:lnTo>
                  <a:lnTo>
                    <a:pt x="128591" y="1289653"/>
                  </a:lnTo>
                  <a:lnTo>
                    <a:pt x="129663" y="1288843"/>
                  </a:lnTo>
                  <a:lnTo>
                    <a:pt x="130735" y="1288031"/>
                  </a:lnTo>
                  <a:lnTo>
                    <a:pt x="131806" y="1287219"/>
                  </a:lnTo>
                  <a:lnTo>
                    <a:pt x="132878" y="1286406"/>
                  </a:lnTo>
                  <a:lnTo>
                    <a:pt x="133949" y="1285592"/>
                  </a:lnTo>
                  <a:lnTo>
                    <a:pt x="135021" y="1284777"/>
                  </a:lnTo>
                  <a:lnTo>
                    <a:pt x="136093" y="1283961"/>
                  </a:lnTo>
                  <a:lnTo>
                    <a:pt x="137164" y="1283144"/>
                  </a:lnTo>
                  <a:lnTo>
                    <a:pt x="138236" y="1282327"/>
                  </a:lnTo>
                  <a:lnTo>
                    <a:pt x="139307" y="1281508"/>
                  </a:lnTo>
                  <a:lnTo>
                    <a:pt x="140379" y="1280689"/>
                  </a:lnTo>
                  <a:lnTo>
                    <a:pt x="141451" y="1279868"/>
                  </a:lnTo>
                  <a:lnTo>
                    <a:pt x="142522" y="1279047"/>
                  </a:lnTo>
                  <a:lnTo>
                    <a:pt x="143594" y="1278224"/>
                  </a:lnTo>
                  <a:lnTo>
                    <a:pt x="144665" y="1277401"/>
                  </a:lnTo>
                  <a:lnTo>
                    <a:pt x="145737" y="1276577"/>
                  </a:lnTo>
                  <a:lnTo>
                    <a:pt x="146809" y="1275752"/>
                  </a:lnTo>
                  <a:lnTo>
                    <a:pt x="147880" y="1274926"/>
                  </a:lnTo>
                  <a:lnTo>
                    <a:pt x="148952" y="1274099"/>
                  </a:lnTo>
                  <a:lnTo>
                    <a:pt x="150023" y="1273271"/>
                  </a:lnTo>
                  <a:lnTo>
                    <a:pt x="151095" y="1272442"/>
                  </a:lnTo>
                  <a:lnTo>
                    <a:pt x="152167" y="1271612"/>
                  </a:lnTo>
                  <a:lnTo>
                    <a:pt x="153238" y="1270782"/>
                  </a:lnTo>
                  <a:lnTo>
                    <a:pt x="154310" y="1269950"/>
                  </a:lnTo>
                  <a:lnTo>
                    <a:pt x="155381" y="1269117"/>
                  </a:lnTo>
                  <a:lnTo>
                    <a:pt x="156453" y="1268284"/>
                  </a:lnTo>
                  <a:lnTo>
                    <a:pt x="157525" y="1267449"/>
                  </a:lnTo>
                  <a:lnTo>
                    <a:pt x="158596" y="1266614"/>
                  </a:lnTo>
                  <a:lnTo>
                    <a:pt x="159668" y="1265778"/>
                  </a:lnTo>
                  <a:lnTo>
                    <a:pt x="160739" y="1264940"/>
                  </a:lnTo>
                  <a:lnTo>
                    <a:pt x="161811" y="1264102"/>
                  </a:lnTo>
                  <a:lnTo>
                    <a:pt x="162883" y="1263263"/>
                  </a:lnTo>
                  <a:lnTo>
                    <a:pt x="163954" y="1262423"/>
                  </a:lnTo>
                  <a:lnTo>
                    <a:pt x="165026" y="1261582"/>
                  </a:lnTo>
                  <a:lnTo>
                    <a:pt x="166097" y="1260740"/>
                  </a:lnTo>
                  <a:lnTo>
                    <a:pt x="167169" y="1259897"/>
                  </a:lnTo>
                  <a:lnTo>
                    <a:pt x="168241" y="1259053"/>
                  </a:lnTo>
                  <a:lnTo>
                    <a:pt x="169312" y="1258208"/>
                  </a:lnTo>
                  <a:lnTo>
                    <a:pt x="170384" y="1257362"/>
                  </a:lnTo>
                  <a:lnTo>
                    <a:pt x="171455" y="1256515"/>
                  </a:lnTo>
                  <a:lnTo>
                    <a:pt x="172527" y="1255667"/>
                  </a:lnTo>
                  <a:lnTo>
                    <a:pt x="173599" y="1254819"/>
                  </a:lnTo>
                  <a:lnTo>
                    <a:pt x="174670" y="1253969"/>
                  </a:lnTo>
                  <a:lnTo>
                    <a:pt x="175742" y="1253118"/>
                  </a:lnTo>
                  <a:lnTo>
                    <a:pt x="176813" y="1252267"/>
                  </a:lnTo>
                  <a:lnTo>
                    <a:pt x="177885" y="1251414"/>
                  </a:lnTo>
                  <a:lnTo>
                    <a:pt x="178956" y="1250561"/>
                  </a:lnTo>
                  <a:lnTo>
                    <a:pt x="180028" y="1249706"/>
                  </a:lnTo>
                  <a:lnTo>
                    <a:pt x="181100" y="1248851"/>
                  </a:lnTo>
                  <a:lnTo>
                    <a:pt x="182171" y="1247994"/>
                  </a:lnTo>
                  <a:lnTo>
                    <a:pt x="183243" y="1247137"/>
                  </a:lnTo>
                  <a:lnTo>
                    <a:pt x="184314" y="1246279"/>
                  </a:lnTo>
                  <a:lnTo>
                    <a:pt x="185386" y="1245419"/>
                  </a:lnTo>
                  <a:lnTo>
                    <a:pt x="186458" y="1244559"/>
                  </a:lnTo>
                  <a:lnTo>
                    <a:pt x="187529" y="1243698"/>
                  </a:lnTo>
                  <a:lnTo>
                    <a:pt x="188601" y="1242836"/>
                  </a:lnTo>
                  <a:lnTo>
                    <a:pt x="189672" y="1241972"/>
                  </a:lnTo>
                  <a:lnTo>
                    <a:pt x="190744" y="1241108"/>
                  </a:lnTo>
                  <a:lnTo>
                    <a:pt x="191816" y="1240243"/>
                  </a:lnTo>
                  <a:lnTo>
                    <a:pt x="192887" y="1239377"/>
                  </a:lnTo>
                  <a:lnTo>
                    <a:pt x="193959" y="1238510"/>
                  </a:lnTo>
                  <a:lnTo>
                    <a:pt x="195030" y="1237642"/>
                  </a:lnTo>
                  <a:lnTo>
                    <a:pt x="196102" y="1236773"/>
                  </a:lnTo>
                  <a:lnTo>
                    <a:pt x="197174" y="1235903"/>
                  </a:lnTo>
                  <a:lnTo>
                    <a:pt x="198245" y="1235032"/>
                  </a:lnTo>
                  <a:lnTo>
                    <a:pt x="199317" y="1234160"/>
                  </a:lnTo>
                  <a:lnTo>
                    <a:pt x="200388" y="1233287"/>
                  </a:lnTo>
                  <a:lnTo>
                    <a:pt x="201460" y="1232413"/>
                  </a:lnTo>
                  <a:lnTo>
                    <a:pt x="202532" y="1231538"/>
                  </a:lnTo>
                  <a:lnTo>
                    <a:pt x="203603" y="1230662"/>
                  </a:lnTo>
                  <a:lnTo>
                    <a:pt x="204675" y="1229785"/>
                  </a:lnTo>
                  <a:lnTo>
                    <a:pt x="205746" y="1228907"/>
                  </a:lnTo>
                  <a:lnTo>
                    <a:pt x="206818" y="1228028"/>
                  </a:lnTo>
                  <a:lnTo>
                    <a:pt x="207890" y="1227148"/>
                  </a:lnTo>
                  <a:lnTo>
                    <a:pt x="208961" y="1226267"/>
                  </a:lnTo>
                  <a:lnTo>
                    <a:pt x="210033" y="1225385"/>
                  </a:lnTo>
                  <a:lnTo>
                    <a:pt x="211104" y="1224502"/>
                  </a:lnTo>
                  <a:lnTo>
                    <a:pt x="212176" y="1223619"/>
                  </a:lnTo>
                  <a:lnTo>
                    <a:pt x="213248" y="1222734"/>
                  </a:lnTo>
                  <a:lnTo>
                    <a:pt x="214319" y="1221848"/>
                  </a:lnTo>
                  <a:lnTo>
                    <a:pt x="215391" y="1220961"/>
                  </a:lnTo>
                  <a:lnTo>
                    <a:pt x="216462" y="1220073"/>
                  </a:lnTo>
                  <a:lnTo>
                    <a:pt x="217534" y="1219184"/>
                  </a:lnTo>
                  <a:lnTo>
                    <a:pt x="218606" y="1218294"/>
                  </a:lnTo>
                  <a:lnTo>
                    <a:pt x="219677" y="1217403"/>
                  </a:lnTo>
                  <a:lnTo>
                    <a:pt x="220749" y="1216511"/>
                  </a:lnTo>
                  <a:lnTo>
                    <a:pt x="221820" y="1215618"/>
                  </a:lnTo>
                  <a:lnTo>
                    <a:pt x="222892" y="1214725"/>
                  </a:lnTo>
                  <a:lnTo>
                    <a:pt x="223964" y="1213830"/>
                  </a:lnTo>
                  <a:lnTo>
                    <a:pt x="225035" y="1212934"/>
                  </a:lnTo>
                  <a:lnTo>
                    <a:pt x="226107" y="1212037"/>
                  </a:lnTo>
                  <a:lnTo>
                    <a:pt x="227178" y="1211139"/>
                  </a:lnTo>
                  <a:lnTo>
                    <a:pt x="228250" y="1210240"/>
                  </a:lnTo>
                  <a:lnTo>
                    <a:pt x="229322" y="1209340"/>
                  </a:lnTo>
                  <a:lnTo>
                    <a:pt x="230393" y="1208439"/>
                  </a:lnTo>
                  <a:lnTo>
                    <a:pt x="231465" y="1207537"/>
                  </a:lnTo>
                  <a:lnTo>
                    <a:pt x="232536" y="1206634"/>
                  </a:lnTo>
                  <a:lnTo>
                    <a:pt x="233608" y="1205730"/>
                  </a:lnTo>
                  <a:lnTo>
                    <a:pt x="234680" y="1204825"/>
                  </a:lnTo>
                  <a:lnTo>
                    <a:pt x="235751" y="1203918"/>
                  </a:lnTo>
                  <a:lnTo>
                    <a:pt x="236823" y="1203011"/>
                  </a:lnTo>
                  <a:lnTo>
                    <a:pt x="237894" y="1202103"/>
                  </a:lnTo>
                  <a:lnTo>
                    <a:pt x="238966" y="1201194"/>
                  </a:lnTo>
                  <a:lnTo>
                    <a:pt x="240038" y="1200284"/>
                  </a:lnTo>
                  <a:lnTo>
                    <a:pt x="241109" y="1199373"/>
                  </a:lnTo>
                  <a:lnTo>
                    <a:pt x="242181" y="1198460"/>
                  </a:lnTo>
                  <a:lnTo>
                    <a:pt x="243252" y="1197547"/>
                  </a:lnTo>
                  <a:lnTo>
                    <a:pt x="244324" y="1196633"/>
                  </a:lnTo>
                  <a:lnTo>
                    <a:pt x="245396" y="1195717"/>
                  </a:lnTo>
                  <a:lnTo>
                    <a:pt x="246467" y="1194801"/>
                  </a:lnTo>
                  <a:lnTo>
                    <a:pt x="247539" y="1193884"/>
                  </a:lnTo>
                  <a:lnTo>
                    <a:pt x="248610" y="1192965"/>
                  </a:lnTo>
                  <a:lnTo>
                    <a:pt x="249682" y="1192046"/>
                  </a:lnTo>
                  <a:lnTo>
                    <a:pt x="250754" y="1191125"/>
                  </a:lnTo>
                  <a:lnTo>
                    <a:pt x="251825" y="1190204"/>
                  </a:lnTo>
                  <a:lnTo>
                    <a:pt x="252897" y="1189281"/>
                  </a:lnTo>
                  <a:lnTo>
                    <a:pt x="253968" y="1188357"/>
                  </a:lnTo>
                  <a:lnTo>
                    <a:pt x="255040" y="1187433"/>
                  </a:lnTo>
                  <a:lnTo>
                    <a:pt x="256112" y="1186507"/>
                  </a:lnTo>
                  <a:lnTo>
                    <a:pt x="257183" y="1185580"/>
                  </a:lnTo>
                  <a:lnTo>
                    <a:pt x="258255" y="1184652"/>
                  </a:lnTo>
                  <a:lnTo>
                    <a:pt x="259326" y="1183723"/>
                  </a:lnTo>
                  <a:lnTo>
                    <a:pt x="260398" y="1182793"/>
                  </a:lnTo>
                  <a:lnTo>
                    <a:pt x="261470" y="1181862"/>
                  </a:lnTo>
                  <a:lnTo>
                    <a:pt x="262541" y="1180930"/>
                  </a:lnTo>
                  <a:lnTo>
                    <a:pt x="263613" y="1179997"/>
                  </a:lnTo>
                  <a:lnTo>
                    <a:pt x="264684" y="1179063"/>
                  </a:lnTo>
                  <a:lnTo>
                    <a:pt x="265756" y="1178128"/>
                  </a:lnTo>
                  <a:lnTo>
                    <a:pt x="266828" y="1177192"/>
                  </a:lnTo>
                  <a:lnTo>
                    <a:pt x="267899" y="1176255"/>
                  </a:lnTo>
                  <a:lnTo>
                    <a:pt x="268971" y="1175316"/>
                  </a:lnTo>
                  <a:lnTo>
                    <a:pt x="270042" y="1174377"/>
                  </a:lnTo>
                  <a:lnTo>
                    <a:pt x="271114" y="1173436"/>
                  </a:lnTo>
                  <a:lnTo>
                    <a:pt x="272186" y="1172495"/>
                  </a:lnTo>
                  <a:lnTo>
                    <a:pt x="273257" y="1171552"/>
                  </a:lnTo>
                  <a:lnTo>
                    <a:pt x="274329" y="1170609"/>
                  </a:lnTo>
                  <a:lnTo>
                    <a:pt x="275400" y="1169664"/>
                  </a:lnTo>
                  <a:lnTo>
                    <a:pt x="276472" y="1168718"/>
                  </a:lnTo>
                  <a:lnTo>
                    <a:pt x="277544" y="1167771"/>
                  </a:lnTo>
                  <a:lnTo>
                    <a:pt x="278615" y="1166823"/>
                  </a:lnTo>
                  <a:lnTo>
                    <a:pt x="279687" y="1165874"/>
                  </a:lnTo>
                  <a:lnTo>
                    <a:pt x="280758" y="1164924"/>
                  </a:lnTo>
                  <a:lnTo>
                    <a:pt x="281830" y="1163973"/>
                  </a:lnTo>
                  <a:lnTo>
                    <a:pt x="282902" y="1163021"/>
                  </a:lnTo>
                  <a:lnTo>
                    <a:pt x="283973" y="1162067"/>
                  </a:lnTo>
                  <a:lnTo>
                    <a:pt x="285045" y="1161113"/>
                  </a:lnTo>
                  <a:lnTo>
                    <a:pt x="286116" y="1160158"/>
                  </a:lnTo>
                  <a:lnTo>
                    <a:pt x="287188" y="1159201"/>
                  </a:lnTo>
                  <a:lnTo>
                    <a:pt x="288260" y="1158244"/>
                  </a:lnTo>
                  <a:lnTo>
                    <a:pt x="289331" y="1157285"/>
                  </a:lnTo>
                  <a:lnTo>
                    <a:pt x="290403" y="1156325"/>
                  </a:lnTo>
                  <a:lnTo>
                    <a:pt x="291474" y="1155364"/>
                  </a:lnTo>
                  <a:lnTo>
                    <a:pt x="292546" y="1154402"/>
                  </a:lnTo>
                  <a:lnTo>
                    <a:pt x="293618" y="1153439"/>
                  </a:lnTo>
                  <a:lnTo>
                    <a:pt x="294689" y="1152475"/>
                  </a:lnTo>
                  <a:lnTo>
                    <a:pt x="295761" y="1151510"/>
                  </a:lnTo>
                  <a:lnTo>
                    <a:pt x="296832" y="1150544"/>
                  </a:lnTo>
                  <a:lnTo>
                    <a:pt x="297904" y="1149576"/>
                  </a:lnTo>
                  <a:lnTo>
                    <a:pt x="298976" y="1148608"/>
                  </a:lnTo>
                  <a:lnTo>
                    <a:pt x="300047" y="1147638"/>
                  </a:lnTo>
                  <a:lnTo>
                    <a:pt x="301119" y="1146668"/>
                  </a:lnTo>
                  <a:lnTo>
                    <a:pt x="302190" y="1145696"/>
                  </a:lnTo>
                  <a:lnTo>
                    <a:pt x="303262" y="1144723"/>
                  </a:lnTo>
                  <a:lnTo>
                    <a:pt x="304334" y="1143749"/>
                  </a:lnTo>
                  <a:lnTo>
                    <a:pt x="305405" y="1142774"/>
                  </a:lnTo>
                  <a:lnTo>
                    <a:pt x="306477" y="1141798"/>
                  </a:lnTo>
                  <a:lnTo>
                    <a:pt x="307548" y="1140821"/>
                  </a:lnTo>
                  <a:lnTo>
                    <a:pt x="308620" y="1139842"/>
                  </a:lnTo>
                  <a:lnTo>
                    <a:pt x="309692" y="1138863"/>
                  </a:lnTo>
                  <a:lnTo>
                    <a:pt x="310763" y="1137882"/>
                  </a:lnTo>
                  <a:lnTo>
                    <a:pt x="311835" y="1136901"/>
                  </a:lnTo>
                  <a:lnTo>
                    <a:pt x="312906" y="1135918"/>
                  </a:lnTo>
                  <a:lnTo>
                    <a:pt x="313978" y="1134934"/>
                  </a:lnTo>
                  <a:lnTo>
                    <a:pt x="315050" y="1133949"/>
                  </a:lnTo>
                  <a:lnTo>
                    <a:pt x="316121" y="1132963"/>
                  </a:lnTo>
                  <a:lnTo>
                    <a:pt x="317193" y="1131976"/>
                  </a:lnTo>
                  <a:lnTo>
                    <a:pt x="318264" y="1130987"/>
                  </a:lnTo>
                  <a:lnTo>
                    <a:pt x="319336" y="1129998"/>
                  </a:lnTo>
                  <a:lnTo>
                    <a:pt x="320408" y="1129007"/>
                  </a:lnTo>
                  <a:lnTo>
                    <a:pt x="321479" y="1128016"/>
                  </a:lnTo>
                  <a:lnTo>
                    <a:pt x="322551" y="1127023"/>
                  </a:lnTo>
                  <a:lnTo>
                    <a:pt x="323622" y="1126029"/>
                  </a:lnTo>
                  <a:lnTo>
                    <a:pt x="324694" y="1125034"/>
                  </a:lnTo>
                  <a:lnTo>
                    <a:pt x="325766" y="1124038"/>
                  </a:lnTo>
                  <a:lnTo>
                    <a:pt x="326837" y="1123040"/>
                  </a:lnTo>
                  <a:lnTo>
                    <a:pt x="327909" y="1122042"/>
                  </a:lnTo>
                  <a:lnTo>
                    <a:pt x="328980" y="1121042"/>
                  </a:lnTo>
                  <a:lnTo>
                    <a:pt x="330052" y="1120042"/>
                  </a:lnTo>
                  <a:lnTo>
                    <a:pt x="331124" y="1119040"/>
                  </a:lnTo>
                  <a:lnTo>
                    <a:pt x="332195" y="1118037"/>
                  </a:lnTo>
                  <a:lnTo>
                    <a:pt x="333267" y="1117033"/>
                  </a:lnTo>
                  <a:lnTo>
                    <a:pt x="334338" y="1116028"/>
                  </a:lnTo>
                  <a:lnTo>
                    <a:pt x="335410" y="1115021"/>
                  </a:lnTo>
                  <a:lnTo>
                    <a:pt x="336482" y="1114014"/>
                  </a:lnTo>
                  <a:lnTo>
                    <a:pt x="337553" y="1113005"/>
                  </a:lnTo>
                  <a:lnTo>
                    <a:pt x="338625" y="1111996"/>
                  </a:lnTo>
                  <a:lnTo>
                    <a:pt x="339696" y="1110985"/>
                  </a:lnTo>
                  <a:lnTo>
                    <a:pt x="340768" y="1109973"/>
                  </a:lnTo>
                  <a:lnTo>
                    <a:pt x="341840" y="1108959"/>
                  </a:lnTo>
                  <a:lnTo>
                    <a:pt x="342911" y="1107945"/>
                  </a:lnTo>
                  <a:lnTo>
                    <a:pt x="343983" y="1106930"/>
                  </a:lnTo>
                  <a:lnTo>
                    <a:pt x="345054" y="1105913"/>
                  </a:lnTo>
                  <a:lnTo>
                    <a:pt x="346126" y="1104895"/>
                  </a:lnTo>
                  <a:lnTo>
                    <a:pt x="347198" y="1103876"/>
                  </a:lnTo>
                  <a:lnTo>
                    <a:pt x="348269" y="1102856"/>
                  </a:lnTo>
                  <a:lnTo>
                    <a:pt x="349341" y="1101835"/>
                  </a:lnTo>
                  <a:lnTo>
                    <a:pt x="350412" y="1100813"/>
                  </a:lnTo>
                  <a:lnTo>
                    <a:pt x="351484" y="1099789"/>
                  </a:lnTo>
                  <a:lnTo>
                    <a:pt x="352556" y="1098765"/>
                  </a:lnTo>
                  <a:lnTo>
                    <a:pt x="353627" y="1097739"/>
                  </a:lnTo>
                  <a:lnTo>
                    <a:pt x="354699" y="1096712"/>
                  </a:lnTo>
                  <a:lnTo>
                    <a:pt x="355770" y="1095684"/>
                  </a:lnTo>
                  <a:lnTo>
                    <a:pt x="356842" y="1094654"/>
                  </a:lnTo>
                  <a:lnTo>
                    <a:pt x="357913" y="1093624"/>
                  </a:lnTo>
                  <a:lnTo>
                    <a:pt x="358985" y="1092592"/>
                  </a:lnTo>
                  <a:lnTo>
                    <a:pt x="360057" y="1091559"/>
                  </a:lnTo>
                  <a:lnTo>
                    <a:pt x="361128" y="1090525"/>
                  </a:lnTo>
                  <a:lnTo>
                    <a:pt x="362200" y="1089490"/>
                  </a:lnTo>
                  <a:lnTo>
                    <a:pt x="363271" y="1088454"/>
                  </a:lnTo>
                  <a:lnTo>
                    <a:pt x="364343" y="1087417"/>
                  </a:lnTo>
                  <a:lnTo>
                    <a:pt x="365415" y="1086378"/>
                  </a:lnTo>
                  <a:lnTo>
                    <a:pt x="366486" y="1085338"/>
                  </a:lnTo>
                  <a:lnTo>
                    <a:pt x="367558" y="1084297"/>
                  </a:lnTo>
                  <a:lnTo>
                    <a:pt x="368629" y="1083255"/>
                  </a:lnTo>
                  <a:lnTo>
                    <a:pt x="369701" y="1082212"/>
                  </a:lnTo>
                  <a:lnTo>
                    <a:pt x="370773" y="1081167"/>
                  </a:lnTo>
                  <a:lnTo>
                    <a:pt x="371844" y="1080122"/>
                  </a:lnTo>
                  <a:lnTo>
                    <a:pt x="372916" y="1079075"/>
                  </a:lnTo>
                  <a:lnTo>
                    <a:pt x="373987" y="1078027"/>
                  </a:lnTo>
                  <a:lnTo>
                    <a:pt x="375059" y="1076977"/>
                  </a:lnTo>
                  <a:lnTo>
                    <a:pt x="376131" y="1075927"/>
                  </a:lnTo>
                  <a:lnTo>
                    <a:pt x="377202" y="1074875"/>
                  </a:lnTo>
                  <a:lnTo>
                    <a:pt x="378274" y="1073823"/>
                  </a:lnTo>
                  <a:lnTo>
                    <a:pt x="379345" y="1072769"/>
                  </a:lnTo>
                  <a:lnTo>
                    <a:pt x="380417" y="1071713"/>
                  </a:lnTo>
                  <a:lnTo>
                    <a:pt x="381489" y="1070657"/>
                  </a:lnTo>
                  <a:lnTo>
                    <a:pt x="382560" y="1069599"/>
                  </a:lnTo>
                  <a:lnTo>
                    <a:pt x="383632" y="1068541"/>
                  </a:lnTo>
                  <a:lnTo>
                    <a:pt x="384703" y="1067481"/>
                  </a:lnTo>
                  <a:lnTo>
                    <a:pt x="385775" y="1066420"/>
                  </a:lnTo>
                  <a:lnTo>
                    <a:pt x="386847" y="1065357"/>
                  </a:lnTo>
                  <a:lnTo>
                    <a:pt x="387918" y="1064294"/>
                  </a:lnTo>
                  <a:lnTo>
                    <a:pt x="388990" y="1063229"/>
                  </a:lnTo>
                  <a:lnTo>
                    <a:pt x="390061" y="1062163"/>
                  </a:lnTo>
                  <a:lnTo>
                    <a:pt x="391133" y="1061096"/>
                  </a:lnTo>
                  <a:lnTo>
                    <a:pt x="392205" y="1060028"/>
                  </a:lnTo>
                  <a:lnTo>
                    <a:pt x="393276" y="1058958"/>
                  </a:lnTo>
                  <a:lnTo>
                    <a:pt x="394348" y="1057887"/>
                  </a:lnTo>
                  <a:lnTo>
                    <a:pt x="395419" y="1056815"/>
                  </a:lnTo>
                  <a:lnTo>
                    <a:pt x="396491" y="1055742"/>
                  </a:lnTo>
                  <a:lnTo>
                    <a:pt x="397563" y="1054668"/>
                  </a:lnTo>
                  <a:lnTo>
                    <a:pt x="398634" y="1053592"/>
                  </a:lnTo>
                  <a:lnTo>
                    <a:pt x="399706" y="1052515"/>
                  </a:lnTo>
                  <a:lnTo>
                    <a:pt x="400777" y="1051437"/>
                  </a:lnTo>
                  <a:lnTo>
                    <a:pt x="401849" y="1050358"/>
                  </a:lnTo>
                  <a:lnTo>
                    <a:pt x="402921" y="1049278"/>
                  </a:lnTo>
                  <a:lnTo>
                    <a:pt x="403992" y="1048196"/>
                  </a:lnTo>
                  <a:lnTo>
                    <a:pt x="405064" y="1047113"/>
                  </a:lnTo>
                  <a:lnTo>
                    <a:pt x="406135" y="1046029"/>
                  </a:lnTo>
                  <a:lnTo>
                    <a:pt x="407207" y="1044944"/>
                  </a:lnTo>
                  <a:lnTo>
                    <a:pt x="408279" y="1043857"/>
                  </a:lnTo>
                  <a:lnTo>
                    <a:pt x="409350" y="1042770"/>
                  </a:lnTo>
                  <a:lnTo>
                    <a:pt x="410422" y="1041681"/>
                  </a:lnTo>
                  <a:lnTo>
                    <a:pt x="411493" y="1040591"/>
                  </a:lnTo>
                  <a:lnTo>
                    <a:pt x="412565" y="1039500"/>
                  </a:lnTo>
                  <a:lnTo>
                    <a:pt x="413637" y="1038407"/>
                  </a:lnTo>
                  <a:lnTo>
                    <a:pt x="414708" y="1037313"/>
                  </a:lnTo>
                  <a:lnTo>
                    <a:pt x="415780" y="1036219"/>
                  </a:lnTo>
                  <a:lnTo>
                    <a:pt x="416851" y="1035123"/>
                  </a:lnTo>
                  <a:lnTo>
                    <a:pt x="417923" y="1034026"/>
                  </a:lnTo>
                  <a:lnTo>
                    <a:pt x="418995" y="1032927"/>
                  </a:lnTo>
                  <a:lnTo>
                    <a:pt x="420066" y="1031828"/>
                  </a:lnTo>
                  <a:lnTo>
                    <a:pt x="421138" y="1030727"/>
                  </a:lnTo>
                  <a:lnTo>
                    <a:pt x="422209" y="1029625"/>
                  </a:lnTo>
                  <a:lnTo>
                    <a:pt x="423281" y="1028522"/>
                  </a:lnTo>
                  <a:lnTo>
                    <a:pt x="424353" y="1027418"/>
                  </a:lnTo>
                  <a:lnTo>
                    <a:pt x="425424" y="1026313"/>
                  </a:lnTo>
                  <a:lnTo>
                    <a:pt x="426496" y="1025206"/>
                  </a:lnTo>
                  <a:lnTo>
                    <a:pt x="427567" y="1024098"/>
                  </a:lnTo>
                  <a:lnTo>
                    <a:pt x="428639" y="1022990"/>
                  </a:lnTo>
                  <a:lnTo>
                    <a:pt x="429711" y="1021880"/>
                  </a:lnTo>
                  <a:lnTo>
                    <a:pt x="430782" y="1020769"/>
                  </a:lnTo>
                  <a:lnTo>
                    <a:pt x="431854" y="1019656"/>
                  </a:lnTo>
                  <a:lnTo>
                    <a:pt x="432925" y="1018543"/>
                  </a:lnTo>
                  <a:lnTo>
                    <a:pt x="433997" y="1017428"/>
                  </a:lnTo>
                  <a:lnTo>
                    <a:pt x="435069" y="1016313"/>
                  </a:lnTo>
                  <a:lnTo>
                    <a:pt x="436140" y="1015196"/>
                  </a:lnTo>
                  <a:lnTo>
                    <a:pt x="437212" y="1014078"/>
                  </a:lnTo>
                  <a:lnTo>
                    <a:pt x="438283" y="1012959"/>
                  </a:lnTo>
                  <a:lnTo>
                    <a:pt x="439355" y="1011839"/>
                  </a:lnTo>
                  <a:lnTo>
                    <a:pt x="440427" y="1010717"/>
                  </a:lnTo>
                  <a:lnTo>
                    <a:pt x="441498" y="1009595"/>
                  </a:lnTo>
                  <a:lnTo>
                    <a:pt x="442570" y="1008471"/>
                  </a:lnTo>
                  <a:lnTo>
                    <a:pt x="443641" y="1007346"/>
                  </a:lnTo>
                  <a:lnTo>
                    <a:pt x="444713" y="1006221"/>
                  </a:lnTo>
                  <a:lnTo>
                    <a:pt x="445785" y="1005094"/>
                  </a:lnTo>
                  <a:lnTo>
                    <a:pt x="446856" y="1003966"/>
                  </a:lnTo>
                  <a:lnTo>
                    <a:pt x="447928" y="1002836"/>
                  </a:lnTo>
                  <a:lnTo>
                    <a:pt x="448999" y="1001706"/>
                  </a:lnTo>
                  <a:lnTo>
                    <a:pt x="450071" y="1000575"/>
                  </a:lnTo>
                  <a:lnTo>
                    <a:pt x="451143" y="999442"/>
                  </a:lnTo>
                  <a:lnTo>
                    <a:pt x="452214" y="998309"/>
                  </a:lnTo>
                  <a:lnTo>
                    <a:pt x="453286" y="997174"/>
                  </a:lnTo>
                  <a:lnTo>
                    <a:pt x="454357" y="996038"/>
                  </a:lnTo>
                  <a:lnTo>
                    <a:pt x="455429" y="994901"/>
                  </a:lnTo>
                  <a:lnTo>
                    <a:pt x="456501" y="993764"/>
                  </a:lnTo>
                  <a:lnTo>
                    <a:pt x="457572" y="992625"/>
                  </a:lnTo>
                  <a:lnTo>
                    <a:pt x="458644" y="991484"/>
                  </a:lnTo>
                  <a:lnTo>
                    <a:pt x="459715" y="990343"/>
                  </a:lnTo>
                  <a:lnTo>
                    <a:pt x="460787" y="989201"/>
                  </a:lnTo>
                  <a:lnTo>
                    <a:pt x="461859" y="988058"/>
                  </a:lnTo>
                  <a:lnTo>
                    <a:pt x="462930" y="986913"/>
                  </a:lnTo>
                  <a:lnTo>
                    <a:pt x="464002" y="985768"/>
                  </a:lnTo>
                  <a:lnTo>
                    <a:pt x="465073" y="984621"/>
                  </a:lnTo>
                  <a:lnTo>
                    <a:pt x="466145" y="983474"/>
                  </a:lnTo>
                  <a:lnTo>
                    <a:pt x="467217" y="982325"/>
                  </a:lnTo>
                  <a:lnTo>
                    <a:pt x="468288" y="981176"/>
                  </a:lnTo>
                  <a:lnTo>
                    <a:pt x="469360" y="980025"/>
                  </a:lnTo>
                  <a:lnTo>
                    <a:pt x="470431" y="978873"/>
                  </a:lnTo>
                  <a:lnTo>
                    <a:pt x="471503" y="977720"/>
                  </a:lnTo>
                  <a:lnTo>
                    <a:pt x="472575" y="976567"/>
                  </a:lnTo>
                  <a:lnTo>
                    <a:pt x="473646" y="975412"/>
                  </a:lnTo>
                  <a:lnTo>
                    <a:pt x="474718" y="974256"/>
                  </a:lnTo>
                  <a:lnTo>
                    <a:pt x="475789" y="973099"/>
                  </a:lnTo>
                  <a:lnTo>
                    <a:pt x="476861" y="971941"/>
                  </a:lnTo>
                  <a:lnTo>
                    <a:pt x="477933" y="970782"/>
                  </a:lnTo>
                  <a:lnTo>
                    <a:pt x="479004" y="969622"/>
                  </a:lnTo>
                  <a:lnTo>
                    <a:pt x="480076" y="968461"/>
                  </a:lnTo>
                  <a:lnTo>
                    <a:pt x="481147" y="967299"/>
                  </a:lnTo>
                  <a:lnTo>
                    <a:pt x="482219" y="966136"/>
                  </a:lnTo>
                  <a:lnTo>
                    <a:pt x="483291" y="964972"/>
                  </a:lnTo>
                  <a:lnTo>
                    <a:pt x="484362" y="963807"/>
                  </a:lnTo>
                  <a:lnTo>
                    <a:pt x="485434" y="962640"/>
                  </a:lnTo>
                  <a:lnTo>
                    <a:pt x="486505" y="961473"/>
                  </a:lnTo>
                  <a:lnTo>
                    <a:pt x="487577" y="960305"/>
                  </a:lnTo>
                  <a:lnTo>
                    <a:pt x="488649" y="959136"/>
                  </a:lnTo>
                  <a:lnTo>
                    <a:pt x="489720" y="957966"/>
                  </a:lnTo>
                  <a:lnTo>
                    <a:pt x="490792" y="956795"/>
                  </a:lnTo>
                  <a:lnTo>
                    <a:pt x="491863" y="955623"/>
                  </a:lnTo>
                  <a:lnTo>
                    <a:pt x="492935" y="954450"/>
                  </a:lnTo>
                  <a:lnTo>
                    <a:pt x="494007" y="953276"/>
                  </a:lnTo>
                  <a:lnTo>
                    <a:pt x="495078" y="952101"/>
                  </a:lnTo>
                  <a:lnTo>
                    <a:pt x="496150" y="950925"/>
                  </a:lnTo>
                  <a:lnTo>
                    <a:pt x="497221" y="949749"/>
                  </a:lnTo>
                  <a:lnTo>
                    <a:pt x="498293" y="948571"/>
                  </a:lnTo>
                  <a:lnTo>
                    <a:pt x="499365" y="947392"/>
                  </a:lnTo>
                  <a:lnTo>
                    <a:pt x="500436" y="946212"/>
                  </a:lnTo>
                  <a:lnTo>
                    <a:pt x="501508" y="945032"/>
                  </a:lnTo>
                  <a:lnTo>
                    <a:pt x="502579" y="943850"/>
                  </a:lnTo>
                  <a:lnTo>
                    <a:pt x="503651" y="942667"/>
                  </a:lnTo>
                  <a:lnTo>
                    <a:pt x="504723" y="941484"/>
                  </a:lnTo>
                  <a:lnTo>
                    <a:pt x="505794" y="940299"/>
                  </a:lnTo>
                  <a:lnTo>
                    <a:pt x="506866" y="939114"/>
                  </a:lnTo>
                  <a:lnTo>
                    <a:pt x="507937" y="937928"/>
                  </a:lnTo>
                  <a:lnTo>
                    <a:pt x="509009" y="936740"/>
                  </a:lnTo>
                  <a:lnTo>
                    <a:pt x="510081" y="935552"/>
                  </a:lnTo>
                  <a:lnTo>
                    <a:pt x="511152" y="934363"/>
                  </a:lnTo>
                  <a:lnTo>
                    <a:pt x="512224" y="933173"/>
                  </a:lnTo>
                  <a:lnTo>
                    <a:pt x="513295" y="931982"/>
                  </a:lnTo>
                  <a:lnTo>
                    <a:pt x="514367" y="930791"/>
                  </a:lnTo>
                  <a:lnTo>
                    <a:pt x="515439" y="929598"/>
                  </a:lnTo>
                  <a:lnTo>
                    <a:pt x="516510" y="928404"/>
                  </a:lnTo>
                  <a:lnTo>
                    <a:pt x="517582" y="927210"/>
                  </a:lnTo>
                  <a:lnTo>
                    <a:pt x="518653" y="926015"/>
                  </a:lnTo>
                  <a:lnTo>
                    <a:pt x="519725" y="924818"/>
                  </a:lnTo>
                  <a:lnTo>
                    <a:pt x="520797" y="923621"/>
                  </a:lnTo>
                  <a:lnTo>
                    <a:pt x="521868" y="922423"/>
                  </a:lnTo>
                  <a:lnTo>
                    <a:pt x="522940" y="921224"/>
                  </a:lnTo>
                  <a:lnTo>
                    <a:pt x="524011" y="920025"/>
                  </a:lnTo>
                  <a:lnTo>
                    <a:pt x="525083" y="918824"/>
                  </a:lnTo>
                  <a:lnTo>
                    <a:pt x="526155" y="917622"/>
                  </a:lnTo>
                  <a:lnTo>
                    <a:pt x="527226" y="916420"/>
                  </a:lnTo>
                  <a:lnTo>
                    <a:pt x="528298" y="915217"/>
                  </a:lnTo>
                  <a:lnTo>
                    <a:pt x="529369" y="914013"/>
                  </a:lnTo>
                  <a:lnTo>
                    <a:pt x="530441" y="912808"/>
                  </a:lnTo>
                  <a:lnTo>
                    <a:pt x="531513" y="911602"/>
                  </a:lnTo>
                  <a:lnTo>
                    <a:pt x="532584" y="910396"/>
                  </a:lnTo>
                  <a:lnTo>
                    <a:pt x="533656" y="909188"/>
                  </a:lnTo>
                  <a:lnTo>
                    <a:pt x="534727" y="907980"/>
                  </a:lnTo>
                  <a:lnTo>
                    <a:pt x="535799" y="906771"/>
                  </a:lnTo>
                  <a:lnTo>
                    <a:pt x="536870" y="905561"/>
                  </a:lnTo>
                  <a:lnTo>
                    <a:pt x="537942" y="904350"/>
                  </a:lnTo>
                  <a:lnTo>
                    <a:pt x="539014" y="903139"/>
                  </a:lnTo>
                  <a:lnTo>
                    <a:pt x="540085" y="901927"/>
                  </a:lnTo>
                  <a:lnTo>
                    <a:pt x="541157" y="900714"/>
                  </a:lnTo>
                  <a:lnTo>
                    <a:pt x="542228" y="899500"/>
                  </a:lnTo>
                  <a:lnTo>
                    <a:pt x="543300" y="898285"/>
                  </a:lnTo>
                  <a:lnTo>
                    <a:pt x="544372" y="897069"/>
                  </a:lnTo>
                  <a:lnTo>
                    <a:pt x="545443" y="895853"/>
                  </a:lnTo>
                  <a:lnTo>
                    <a:pt x="546515" y="894636"/>
                  </a:lnTo>
                  <a:lnTo>
                    <a:pt x="547586" y="893418"/>
                  </a:lnTo>
                  <a:lnTo>
                    <a:pt x="548658" y="892200"/>
                  </a:lnTo>
                  <a:lnTo>
                    <a:pt x="549730" y="890980"/>
                  </a:lnTo>
                  <a:lnTo>
                    <a:pt x="550801" y="889760"/>
                  </a:lnTo>
                  <a:lnTo>
                    <a:pt x="551873" y="888539"/>
                  </a:lnTo>
                  <a:lnTo>
                    <a:pt x="552944" y="887318"/>
                  </a:lnTo>
                  <a:lnTo>
                    <a:pt x="554016" y="886095"/>
                  </a:lnTo>
                  <a:lnTo>
                    <a:pt x="555088" y="884872"/>
                  </a:lnTo>
                  <a:lnTo>
                    <a:pt x="556159" y="883648"/>
                  </a:lnTo>
                  <a:lnTo>
                    <a:pt x="557231" y="882424"/>
                  </a:lnTo>
                  <a:lnTo>
                    <a:pt x="558302" y="881198"/>
                  </a:lnTo>
                  <a:lnTo>
                    <a:pt x="559374" y="879972"/>
                  </a:lnTo>
                  <a:lnTo>
                    <a:pt x="560446" y="878745"/>
                  </a:lnTo>
                  <a:lnTo>
                    <a:pt x="561517" y="877518"/>
                  </a:lnTo>
                  <a:lnTo>
                    <a:pt x="562589" y="876289"/>
                  </a:lnTo>
                  <a:lnTo>
                    <a:pt x="563660" y="875060"/>
                  </a:lnTo>
                  <a:lnTo>
                    <a:pt x="564732" y="873831"/>
                  </a:lnTo>
                  <a:lnTo>
                    <a:pt x="565804" y="872600"/>
                  </a:lnTo>
                  <a:lnTo>
                    <a:pt x="566875" y="871369"/>
                  </a:lnTo>
                  <a:lnTo>
                    <a:pt x="567947" y="870138"/>
                  </a:lnTo>
                  <a:lnTo>
                    <a:pt x="569018" y="868905"/>
                  </a:lnTo>
                  <a:lnTo>
                    <a:pt x="570090" y="867672"/>
                  </a:lnTo>
                  <a:lnTo>
                    <a:pt x="571162" y="866438"/>
                  </a:lnTo>
                  <a:lnTo>
                    <a:pt x="572233" y="865204"/>
                  </a:lnTo>
                  <a:lnTo>
                    <a:pt x="573305" y="863969"/>
                  </a:lnTo>
                  <a:lnTo>
                    <a:pt x="574376" y="862733"/>
                  </a:lnTo>
                  <a:lnTo>
                    <a:pt x="575448" y="861496"/>
                  </a:lnTo>
                  <a:lnTo>
                    <a:pt x="576520" y="860259"/>
                  </a:lnTo>
                  <a:lnTo>
                    <a:pt x="577591" y="859022"/>
                  </a:lnTo>
                  <a:lnTo>
                    <a:pt x="578663" y="857783"/>
                  </a:lnTo>
                  <a:lnTo>
                    <a:pt x="579734" y="856544"/>
                  </a:lnTo>
                  <a:lnTo>
                    <a:pt x="580806" y="855305"/>
                  </a:lnTo>
                  <a:lnTo>
                    <a:pt x="581878" y="854064"/>
                  </a:lnTo>
                  <a:lnTo>
                    <a:pt x="582949" y="852823"/>
                  </a:lnTo>
                  <a:lnTo>
                    <a:pt x="584021" y="851582"/>
                  </a:lnTo>
                  <a:lnTo>
                    <a:pt x="585092" y="850340"/>
                  </a:lnTo>
                  <a:lnTo>
                    <a:pt x="586164" y="849097"/>
                  </a:lnTo>
                  <a:lnTo>
                    <a:pt x="587236" y="847854"/>
                  </a:lnTo>
                  <a:lnTo>
                    <a:pt x="588307" y="846610"/>
                  </a:lnTo>
                  <a:lnTo>
                    <a:pt x="589379" y="845365"/>
                  </a:lnTo>
                  <a:lnTo>
                    <a:pt x="590450" y="844120"/>
                  </a:lnTo>
                  <a:lnTo>
                    <a:pt x="591522" y="842874"/>
                  </a:lnTo>
                  <a:lnTo>
                    <a:pt x="592594" y="841628"/>
                  </a:lnTo>
                  <a:lnTo>
                    <a:pt x="593665" y="840381"/>
                  </a:lnTo>
                  <a:lnTo>
                    <a:pt x="594737" y="839134"/>
                  </a:lnTo>
                  <a:lnTo>
                    <a:pt x="595808" y="837886"/>
                  </a:lnTo>
                  <a:lnTo>
                    <a:pt x="596880" y="836637"/>
                  </a:lnTo>
                  <a:lnTo>
                    <a:pt x="597952" y="835388"/>
                  </a:lnTo>
                  <a:lnTo>
                    <a:pt x="599023" y="834139"/>
                  </a:lnTo>
                  <a:lnTo>
                    <a:pt x="600095" y="832889"/>
                  </a:lnTo>
                  <a:lnTo>
                    <a:pt x="601166" y="831638"/>
                  </a:lnTo>
                  <a:lnTo>
                    <a:pt x="602238" y="830387"/>
                  </a:lnTo>
                  <a:lnTo>
                    <a:pt x="603310" y="829135"/>
                  </a:lnTo>
                  <a:lnTo>
                    <a:pt x="604381" y="827883"/>
                  </a:lnTo>
                  <a:lnTo>
                    <a:pt x="605453" y="826630"/>
                  </a:lnTo>
                  <a:lnTo>
                    <a:pt x="606524" y="825377"/>
                  </a:lnTo>
                  <a:lnTo>
                    <a:pt x="607596" y="824123"/>
                  </a:lnTo>
                  <a:lnTo>
                    <a:pt x="608668" y="822869"/>
                  </a:lnTo>
                  <a:lnTo>
                    <a:pt x="609739" y="821614"/>
                  </a:lnTo>
                  <a:lnTo>
                    <a:pt x="610811" y="820359"/>
                  </a:lnTo>
                  <a:lnTo>
                    <a:pt x="611882" y="819103"/>
                  </a:lnTo>
                  <a:lnTo>
                    <a:pt x="612954" y="817847"/>
                  </a:lnTo>
                  <a:lnTo>
                    <a:pt x="614026" y="816590"/>
                  </a:lnTo>
                  <a:lnTo>
                    <a:pt x="615097" y="815333"/>
                  </a:lnTo>
                  <a:lnTo>
                    <a:pt x="616169" y="814075"/>
                  </a:lnTo>
                  <a:lnTo>
                    <a:pt x="617240" y="812817"/>
                  </a:lnTo>
                  <a:lnTo>
                    <a:pt x="618312" y="811559"/>
                  </a:lnTo>
                  <a:lnTo>
                    <a:pt x="619384" y="810300"/>
                  </a:lnTo>
                  <a:lnTo>
                    <a:pt x="620455" y="809041"/>
                  </a:lnTo>
                  <a:lnTo>
                    <a:pt x="621527" y="807781"/>
                  </a:lnTo>
                  <a:lnTo>
                    <a:pt x="622598" y="806521"/>
                  </a:lnTo>
                  <a:lnTo>
                    <a:pt x="623670" y="805260"/>
                  </a:lnTo>
                  <a:lnTo>
                    <a:pt x="624742" y="803999"/>
                  </a:lnTo>
                  <a:lnTo>
                    <a:pt x="625813" y="802738"/>
                  </a:lnTo>
                  <a:lnTo>
                    <a:pt x="626885" y="801476"/>
                  </a:lnTo>
                  <a:lnTo>
                    <a:pt x="627956" y="800214"/>
                  </a:lnTo>
                  <a:lnTo>
                    <a:pt x="629028" y="798951"/>
                  </a:lnTo>
                  <a:lnTo>
                    <a:pt x="630100" y="797688"/>
                  </a:lnTo>
                  <a:lnTo>
                    <a:pt x="631171" y="796425"/>
                  </a:lnTo>
                  <a:lnTo>
                    <a:pt x="632243" y="795161"/>
                  </a:lnTo>
                  <a:lnTo>
                    <a:pt x="633314" y="793897"/>
                  </a:lnTo>
                  <a:lnTo>
                    <a:pt x="634386" y="792633"/>
                  </a:lnTo>
                  <a:lnTo>
                    <a:pt x="635458" y="791368"/>
                  </a:lnTo>
                  <a:lnTo>
                    <a:pt x="636529" y="790103"/>
                  </a:lnTo>
                  <a:lnTo>
                    <a:pt x="637601" y="788837"/>
                  </a:lnTo>
                  <a:lnTo>
                    <a:pt x="638672" y="787571"/>
                  </a:lnTo>
                  <a:lnTo>
                    <a:pt x="639744" y="786305"/>
                  </a:lnTo>
                  <a:lnTo>
                    <a:pt x="640816" y="785039"/>
                  </a:lnTo>
                  <a:lnTo>
                    <a:pt x="641887" y="783772"/>
                  </a:lnTo>
                  <a:lnTo>
                    <a:pt x="642959" y="782505"/>
                  </a:lnTo>
                  <a:lnTo>
                    <a:pt x="644030" y="781238"/>
                  </a:lnTo>
                  <a:lnTo>
                    <a:pt x="645102" y="779970"/>
                  </a:lnTo>
                  <a:lnTo>
                    <a:pt x="646174" y="778702"/>
                  </a:lnTo>
                  <a:lnTo>
                    <a:pt x="647245" y="777434"/>
                  </a:lnTo>
                  <a:lnTo>
                    <a:pt x="648317" y="776165"/>
                  </a:lnTo>
                  <a:lnTo>
                    <a:pt x="649388" y="774897"/>
                  </a:lnTo>
                  <a:lnTo>
                    <a:pt x="650460" y="773628"/>
                  </a:lnTo>
                  <a:lnTo>
                    <a:pt x="651532" y="772358"/>
                  </a:lnTo>
                  <a:lnTo>
                    <a:pt x="652603" y="771089"/>
                  </a:lnTo>
                  <a:lnTo>
                    <a:pt x="653675" y="769819"/>
                  </a:lnTo>
                  <a:lnTo>
                    <a:pt x="654746" y="768549"/>
                  </a:lnTo>
                  <a:lnTo>
                    <a:pt x="655818" y="767279"/>
                  </a:lnTo>
                  <a:lnTo>
                    <a:pt x="656890" y="766008"/>
                  </a:lnTo>
                  <a:lnTo>
                    <a:pt x="657961" y="764738"/>
                  </a:lnTo>
                  <a:lnTo>
                    <a:pt x="659033" y="763467"/>
                  </a:lnTo>
                  <a:lnTo>
                    <a:pt x="660104" y="762196"/>
                  </a:lnTo>
                  <a:lnTo>
                    <a:pt x="661176" y="760924"/>
                  </a:lnTo>
                  <a:lnTo>
                    <a:pt x="662248" y="759653"/>
                  </a:lnTo>
                  <a:lnTo>
                    <a:pt x="663319" y="758381"/>
                  </a:lnTo>
                  <a:lnTo>
                    <a:pt x="664391" y="757109"/>
                  </a:lnTo>
                  <a:lnTo>
                    <a:pt x="665462" y="755837"/>
                  </a:lnTo>
                  <a:lnTo>
                    <a:pt x="666534" y="754565"/>
                  </a:lnTo>
                  <a:lnTo>
                    <a:pt x="667606" y="753293"/>
                  </a:lnTo>
                  <a:lnTo>
                    <a:pt x="668677" y="752020"/>
                  </a:lnTo>
                  <a:lnTo>
                    <a:pt x="669749" y="750748"/>
                  </a:lnTo>
                  <a:lnTo>
                    <a:pt x="670820" y="749475"/>
                  </a:lnTo>
                  <a:lnTo>
                    <a:pt x="671892" y="748202"/>
                  </a:lnTo>
                  <a:lnTo>
                    <a:pt x="672964" y="746929"/>
                  </a:lnTo>
                  <a:lnTo>
                    <a:pt x="674035" y="745656"/>
                  </a:lnTo>
                  <a:lnTo>
                    <a:pt x="675107" y="744382"/>
                  </a:lnTo>
                  <a:lnTo>
                    <a:pt x="676178" y="743109"/>
                  </a:lnTo>
                  <a:lnTo>
                    <a:pt x="677250" y="741835"/>
                  </a:lnTo>
                  <a:lnTo>
                    <a:pt x="678322" y="740562"/>
                  </a:lnTo>
                  <a:lnTo>
                    <a:pt x="679393" y="739288"/>
                  </a:lnTo>
                  <a:lnTo>
                    <a:pt x="680465" y="738014"/>
                  </a:lnTo>
                  <a:lnTo>
                    <a:pt x="681536" y="736741"/>
                  </a:lnTo>
                  <a:lnTo>
                    <a:pt x="682608" y="735467"/>
                  </a:lnTo>
                  <a:lnTo>
                    <a:pt x="683680" y="734193"/>
                  </a:lnTo>
                  <a:lnTo>
                    <a:pt x="684751" y="732919"/>
                  </a:lnTo>
                  <a:lnTo>
                    <a:pt x="685823" y="731645"/>
                  </a:lnTo>
                  <a:lnTo>
                    <a:pt x="686894" y="730371"/>
                  </a:lnTo>
                  <a:lnTo>
                    <a:pt x="687966" y="729097"/>
                  </a:lnTo>
                  <a:lnTo>
                    <a:pt x="689038" y="727823"/>
                  </a:lnTo>
                  <a:lnTo>
                    <a:pt x="690109" y="726548"/>
                  </a:lnTo>
                  <a:lnTo>
                    <a:pt x="691181" y="725274"/>
                  </a:lnTo>
                  <a:lnTo>
                    <a:pt x="692252" y="724000"/>
                  </a:lnTo>
                  <a:lnTo>
                    <a:pt x="693324" y="722726"/>
                  </a:lnTo>
                  <a:lnTo>
                    <a:pt x="694396" y="721452"/>
                  </a:lnTo>
                  <a:lnTo>
                    <a:pt x="695467" y="720178"/>
                  </a:lnTo>
                  <a:lnTo>
                    <a:pt x="696539" y="718904"/>
                  </a:lnTo>
                  <a:lnTo>
                    <a:pt x="697610" y="717630"/>
                  </a:lnTo>
                  <a:lnTo>
                    <a:pt x="698682" y="716356"/>
                  </a:lnTo>
                  <a:lnTo>
                    <a:pt x="699754" y="715082"/>
                  </a:lnTo>
                  <a:lnTo>
                    <a:pt x="700825" y="713808"/>
                  </a:lnTo>
                  <a:lnTo>
                    <a:pt x="701897" y="712534"/>
                  </a:lnTo>
                  <a:lnTo>
                    <a:pt x="702968" y="711261"/>
                  </a:lnTo>
                  <a:lnTo>
                    <a:pt x="704040" y="709987"/>
                  </a:lnTo>
                  <a:lnTo>
                    <a:pt x="705112" y="708713"/>
                  </a:lnTo>
                  <a:lnTo>
                    <a:pt x="706183" y="707440"/>
                  </a:lnTo>
                  <a:lnTo>
                    <a:pt x="707255" y="706167"/>
                  </a:lnTo>
                  <a:lnTo>
                    <a:pt x="708326" y="704893"/>
                  </a:lnTo>
                  <a:lnTo>
                    <a:pt x="709398" y="703620"/>
                  </a:lnTo>
                  <a:lnTo>
                    <a:pt x="710469" y="702347"/>
                  </a:lnTo>
                  <a:lnTo>
                    <a:pt x="711541" y="701074"/>
                  </a:lnTo>
                  <a:lnTo>
                    <a:pt x="712613" y="699802"/>
                  </a:lnTo>
                  <a:lnTo>
                    <a:pt x="713684" y="698529"/>
                  </a:lnTo>
                  <a:lnTo>
                    <a:pt x="714756" y="697257"/>
                  </a:lnTo>
                  <a:lnTo>
                    <a:pt x="715827" y="695984"/>
                  </a:lnTo>
                  <a:lnTo>
                    <a:pt x="716899" y="694712"/>
                  </a:lnTo>
                  <a:lnTo>
                    <a:pt x="717971" y="693440"/>
                  </a:lnTo>
                  <a:lnTo>
                    <a:pt x="719042" y="692169"/>
                  </a:lnTo>
                  <a:lnTo>
                    <a:pt x="720114" y="690897"/>
                  </a:lnTo>
                  <a:lnTo>
                    <a:pt x="721185" y="689626"/>
                  </a:lnTo>
                  <a:lnTo>
                    <a:pt x="722257" y="688355"/>
                  </a:lnTo>
                  <a:lnTo>
                    <a:pt x="723329" y="687084"/>
                  </a:lnTo>
                  <a:lnTo>
                    <a:pt x="724400" y="685813"/>
                  </a:lnTo>
                  <a:lnTo>
                    <a:pt x="725472" y="684542"/>
                  </a:lnTo>
                  <a:lnTo>
                    <a:pt x="726543" y="683272"/>
                  </a:lnTo>
                  <a:lnTo>
                    <a:pt x="727615" y="682002"/>
                  </a:lnTo>
                  <a:lnTo>
                    <a:pt x="728687" y="680733"/>
                  </a:lnTo>
                  <a:lnTo>
                    <a:pt x="729758" y="679463"/>
                  </a:lnTo>
                  <a:lnTo>
                    <a:pt x="730830" y="678194"/>
                  </a:lnTo>
                  <a:lnTo>
                    <a:pt x="731901" y="676925"/>
                  </a:lnTo>
                  <a:lnTo>
                    <a:pt x="732973" y="675657"/>
                  </a:lnTo>
                  <a:lnTo>
                    <a:pt x="734045" y="674388"/>
                  </a:lnTo>
                  <a:lnTo>
                    <a:pt x="735116" y="673120"/>
                  </a:lnTo>
                  <a:lnTo>
                    <a:pt x="736188" y="671852"/>
                  </a:lnTo>
                  <a:lnTo>
                    <a:pt x="737259" y="670585"/>
                  </a:lnTo>
                  <a:lnTo>
                    <a:pt x="738331" y="669318"/>
                  </a:lnTo>
                  <a:lnTo>
                    <a:pt x="739403" y="668051"/>
                  </a:lnTo>
                  <a:lnTo>
                    <a:pt x="740474" y="666785"/>
                  </a:lnTo>
                  <a:lnTo>
                    <a:pt x="741546" y="665519"/>
                  </a:lnTo>
                  <a:lnTo>
                    <a:pt x="742617" y="664253"/>
                  </a:lnTo>
                  <a:lnTo>
                    <a:pt x="743689" y="662988"/>
                  </a:lnTo>
                  <a:lnTo>
                    <a:pt x="744761" y="661723"/>
                  </a:lnTo>
                  <a:lnTo>
                    <a:pt x="745832" y="660459"/>
                  </a:lnTo>
                  <a:lnTo>
                    <a:pt x="746904" y="659194"/>
                  </a:lnTo>
                  <a:lnTo>
                    <a:pt x="747975" y="657931"/>
                  </a:lnTo>
                  <a:lnTo>
                    <a:pt x="749047" y="656667"/>
                  </a:lnTo>
                  <a:lnTo>
                    <a:pt x="750119" y="655405"/>
                  </a:lnTo>
                  <a:lnTo>
                    <a:pt x="751190" y="654142"/>
                  </a:lnTo>
                  <a:lnTo>
                    <a:pt x="752262" y="652880"/>
                  </a:lnTo>
                  <a:lnTo>
                    <a:pt x="753333" y="651618"/>
                  </a:lnTo>
                  <a:lnTo>
                    <a:pt x="754405" y="650357"/>
                  </a:lnTo>
                  <a:lnTo>
                    <a:pt x="755477" y="649097"/>
                  </a:lnTo>
                  <a:lnTo>
                    <a:pt x="756548" y="647836"/>
                  </a:lnTo>
                  <a:lnTo>
                    <a:pt x="757620" y="646577"/>
                  </a:lnTo>
                  <a:lnTo>
                    <a:pt x="758691" y="645317"/>
                  </a:lnTo>
                  <a:lnTo>
                    <a:pt x="759763" y="644059"/>
                  </a:lnTo>
                  <a:lnTo>
                    <a:pt x="760835" y="642800"/>
                  </a:lnTo>
                  <a:lnTo>
                    <a:pt x="761906" y="641543"/>
                  </a:lnTo>
                  <a:lnTo>
                    <a:pt x="762978" y="640285"/>
                  </a:lnTo>
                  <a:lnTo>
                    <a:pt x="764049" y="639029"/>
                  </a:lnTo>
                  <a:lnTo>
                    <a:pt x="765121" y="637772"/>
                  </a:lnTo>
                  <a:lnTo>
                    <a:pt x="766193" y="636517"/>
                  </a:lnTo>
                  <a:lnTo>
                    <a:pt x="767264" y="635262"/>
                  </a:lnTo>
                  <a:lnTo>
                    <a:pt x="768336" y="634007"/>
                  </a:lnTo>
                  <a:lnTo>
                    <a:pt x="769407" y="632753"/>
                  </a:lnTo>
                  <a:lnTo>
                    <a:pt x="770479" y="631500"/>
                  </a:lnTo>
                  <a:lnTo>
                    <a:pt x="771551" y="630247"/>
                  </a:lnTo>
                  <a:lnTo>
                    <a:pt x="772622" y="628995"/>
                  </a:lnTo>
                  <a:lnTo>
                    <a:pt x="773694" y="627743"/>
                  </a:lnTo>
                  <a:lnTo>
                    <a:pt x="774765" y="626492"/>
                  </a:lnTo>
                  <a:lnTo>
                    <a:pt x="775837" y="625242"/>
                  </a:lnTo>
                  <a:lnTo>
                    <a:pt x="776909" y="623992"/>
                  </a:lnTo>
                  <a:lnTo>
                    <a:pt x="777980" y="622743"/>
                  </a:lnTo>
                  <a:lnTo>
                    <a:pt x="779052" y="621495"/>
                  </a:lnTo>
                  <a:lnTo>
                    <a:pt x="780123" y="620247"/>
                  </a:lnTo>
                  <a:lnTo>
                    <a:pt x="781195" y="619000"/>
                  </a:lnTo>
                  <a:lnTo>
                    <a:pt x="782267" y="617753"/>
                  </a:lnTo>
                  <a:lnTo>
                    <a:pt x="783338" y="616508"/>
                  </a:lnTo>
                  <a:lnTo>
                    <a:pt x="784410" y="615263"/>
                  </a:lnTo>
                  <a:lnTo>
                    <a:pt x="785481" y="614018"/>
                  </a:lnTo>
                  <a:lnTo>
                    <a:pt x="786553" y="612775"/>
                  </a:lnTo>
                  <a:lnTo>
                    <a:pt x="787625" y="611532"/>
                  </a:lnTo>
                  <a:lnTo>
                    <a:pt x="788696" y="610289"/>
                  </a:lnTo>
                  <a:lnTo>
                    <a:pt x="789768" y="609048"/>
                  </a:lnTo>
                  <a:lnTo>
                    <a:pt x="790839" y="607807"/>
                  </a:lnTo>
                  <a:lnTo>
                    <a:pt x="791911" y="606567"/>
                  </a:lnTo>
                  <a:lnTo>
                    <a:pt x="792983" y="605328"/>
                  </a:lnTo>
                  <a:lnTo>
                    <a:pt x="794054" y="604090"/>
                  </a:lnTo>
                  <a:lnTo>
                    <a:pt x="795126" y="602852"/>
                  </a:lnTo>
                  <a:lnTo>
                    <a:pt x="796197" y="601615"/>
                  </a:lnTo>
                  <a:lnTo>
                    <a:pt x="797269" y="600379"/>
                  </a:lnTo>
                  <a:lnTo>
                    <a:pt x="798341" y="599144"/>
                  </a:lnTo>
                  <a:lnTo>
                    <a:pt x="799412" y="597909"/>
                  </a:lnTo>
                  <a:lnTo>
                    <a:pt x="800484" y="596676"/>
                  </a:lnTo>
                  <a:lnTo>
                    <a:pt x="801555" y="595443"/>
                  </a:lnTo>
                  <a:lnTo>
                    <a:pt x="802627" y="594211"/>
                  </a:lnTo>
                  <a:lnTo>
                    <a:pt x="803699" y="592980"/>
                  </a:lnTo>
                  <a:lnTo>
                    <a:pt x="804770" y="591750"/>
                  </a:lnTo>
                  <a:lnTo>
                    <a:pt x="805842" y="590521"/>
                  </a:lnTo>
                  <a:lnTo>
                    <a:pt x="806913" y="589292"/>
                  </a:lnTo>
                  <a:lnTo>
                    <a:pt x="807985" y="588065"/>
                  </a:lnTo>
                  <a:lnTo>
                    <a:pt x="809057" y="586838"/>
                  </a:lnTo>
                  <a:lnTo>
                    <a:pt x="810128" y="585612"/>
                  </a:lnTo>
                  <a:lnTo>
                    <a:pt x="811200" y="584387"/>
                  </a:lnTo>
                  <a:lnTo>
                    <a:pt x="812271" y="583164"/>
                  </a:lnTo>
                  <a:lnTo>
                    <a:pt x="813343" y="581941"/>
                  </a:lnTo>
                  <a:lnTo>
                    <a:pt x="814415" y="580719"/>
                  </a:lnTo>
                  <a:lnTo>
                    <a:pt x="815486" y="579498"/>
                  </a:lnTo>
                  <a:lnTo>
                    <a:pt x="816558" y="578278"/>
                  </a:lnTo>
                  <a:lnTo>
                    <a:pt x="817629" y="577059"/>
                  </a:lnTo>
                  <a:lnTo>
                    <a:pt x="818701" y="575840"/>
                  </a:lnTo>
                  <a:lnTo>
                    <a:pt x="819773" y="574623"/>
                  </a:lnTo>
                  <a:lnTo>
                    <a:pt x="820844" y="573407"/>
                  </a:lnTo>
                  <a:lnTo>
                    <a:pt x="821916" y="572192"/>
                  </a:lnTo>
                  <a:lnTo>
                    <a:pt x="822987" y="570978"/>
                  </a:lnTo>
                  <a:lnTo>
                    <a:pt x="824059" y="569765"/>
                  </a:lnTo>
                  <a:lnTo>
                    <a:pt x="825131" y="568553"/>
                  </a:lnTo>
                  <a:lnTo>
                    <a:pt x="826202" y="567342"/>
                  </a:lnTo>
                  <a:lnTo>
                    <a:pt x="827274" y="566132"/>
                  </a:lnTo>
                  <a:lnTo>
                    <a:pt x="828345" y="564924"/>
                  </a:lnTo>
                  <a:lnTo>
                    <a:pt x="829417" y="563716"/>
                  </a:lnTo>
                  <a:lnTo>
                    <a:pt x="830489" y="562509"/>
                  </a:lnTo>
                  <a:lnTo>
                    <a:pt x="831560" y="561304"/>
                  </a:lnTo>
                  <a:lnTo>
                    <a:pt x="832632" y="560099"/>
                  </a:lnTo>
                  <a:lnTo>
                    <a:pt x="833703" y="558896"/>
                  </a:lnTo>
                  <a:lnTo>
                    <a:pt x="834775" y="557694"/>
                  </a:lnTo>
                  <a:lnTo>
                    <a:pt x="835847" y="556493"/>
                  </a:lnTo>
                  <a:lnTo>
                    <a:pt x="836918" y="555293"/>
                  </a:lnTo>
                  <a:lnTo>
                    <a:pt x="837990" y="554094"/>
                  </a:lnTo>
                  <a:lnTo>
                    <a:pt x="839061" y="552897"/>
                  </a:lnTo>
                  <a:lnTo>
                    <a:pt x="840133" y="551700"/>
                  </a:lnTo>
                  <a:lnTo>
                    <a:pt x="841205" y="550505"/>
                  </a:lnTo>
                  <a:lnTo>
                    <a:pt x="842276" y="549311"/>
                  </a:lnTo>
                  <a:lnTo>
                    <a:pt x="843348" y="548119"/>
                  </a:lnTo>
                  <a:lnTo>
                    <a:pt x="844419" y="546927"/>
                  </a:lnTo>
                  <a:lnTo>
                    <a:pt x="845491" y="545737"/>
                  </a:lnTo>
                  <a:lnTo>
                    <a:pt x="846563" y="544548"/>
                  </a:lnTo>
                  <a:lnTo>
                    <a:pt x="847634" y="543360"/>
                  </a:lnTo>
                  <a:lnTo>
                    <a:pt x="848706" y="542173"/>
                  </a:lnTo>
                  <a:lnTo>
                    <a:pt x="849777" y="540988"/>
                  </a:lnTo>
                  <a:lnTo>
                    <a:pt x="850849" y="539804"/>
                  </a:lnTo>
                  <a:lnTo>
                    <a:pt x="851921" y="538621"/>
                  </a:lnTo>
                  <a:lnTo>
                    <a:pt x="852992" y="537440"/>
                  </a:lnTo>
                  <a:lnTo>
                    <a:pt x="854064" y="536260"/>
                  </a:lnTo>
                  <a:lnTo>
                    <a:pt x="855135" y="535081"/>
                  </a:lnTo>
                  <a:lnTo>
                    <a:pt x="856207" y="533903"/>
                  </a:lnTo>
                  <a:lnTo>
                    <a:pt x="857279" y="532727"/>
                  </a:lnTo>
                  <a:lnTo>
                    <a:pt x="858350" y="531553"/>
                  </a:lnTo>
                  <a:lnTo>
                    <a:pt x="859422" y="530379"/>
                  </a:lnTo>
                  <a:lnTo>
                    <a:pt x="860493" y="529207"/>
                  </a:lnTo>
                  <a:lnTo>
                    <a:pt x="861565" y="528036"/>
                  </a:lnTo>
                  <a:lnTo>
                    <a:pt x="862637" y="526867"/>
                  </a:lnTo>
                  <a:lnTo>
                    <a:pt x="863708" y="525699"/>
                  </a:lnTo>
                  <a:lnTo>
                    <a:pt x="864780" y="524533"/>
                  </a:lnTo>
                  <a:lnTo>
                    <a:pt x="865851" y="523368"/>
                  </a:lnTo>
                  <a:lnTo>
                    <a:pt x="866923" y="522204"/>
                  </a:lnTo>
                  <a:lnTo>
                    <a:pt x="867995" y="521042"/>
                  </a:lnTo>
                  <a:lnTo>
                    <a:pt x="869066" y="519881"/>
                  </a:lnTo>
                  <a:lnTo>
                    <a:pt x="870138" y="518722"/>
                  </a:lnTo>
                  <a:lnTo>
                    <a:pt x="871209" y="517564"/>
                  </a:lnTo>
                  <a:lnTo>
                    <a:pt x="872281" y="516408"/>
                  </a:lnTo>
                  <a:lnTo>
                    <a:pt x="873353" y="515253"/>
                  </a:lnTo>
                  <a:lnTo>
                    <a:pt x="874424" y="514099"/>
                  </a:lnTo>
                  <a:lnTo>
                    <a:pt x="875496" y="512948"/>
                  </a:lnTo>
                  <a:lnTo>
                    <a:pt x="876567" y="511797"/>
                  </a:lnTo>
                  <a:lnTo>
                    <a:pt x="877639" y="510649"/>
                  </a:lnTo>
                  <a:lnTo>
                    <a:pt x="878711" y="509501"/>
                  </a:lnTo>
                  <a:lnTo>
                    <a:pt x="879782" y="508356"/>
                  </a:lnTo>
                  <a:lnTo>
                    <a:pt x="880854" y="507212"/>
                  </a:lnTo>
                  <a:lnTo>
                    <a:pt x="881925" y="506069"/>
                  </a:lnTo>
                  <a:lnTo>
                    <a:pt x="882997" y="504928"/>
                  </a:lnTo>
                  <a:lnTo>
                    <a:pt x="884069" y="503789"/>
                  </a:lnTo>
                  <a:lnTo>
                    <a:pt x="885140" y="502651"/>
                  </a:lnTo>
                  <a:lnTo>
                    <a:pt x="886212" y="501515"/>
                  </a:lnTo>
                  <a:lnTo>
                    <a:pt x="887283" y="500380"/>
                  </a:lnTo>
                  <a:lnTo>
                    <a:pt x="888355" y="499247"/>
                  </a:lnTo>
                  <a:lnTo>
                    <a:pt x="889426" y="498116"/>
                  </a:lnTo>
                  <a:lnTo>
                    <a:pt x="890498" y="496986"/>
                  </a:lnTo>
                  <a:lnTo>
                    <a:pt x="891570" y="495859"/>
                  </a:lnTo>
                  <a:lnTo>
                    <a:pt x="892641" y="494732"/>
                  </a:lnTo>
                  <a:lnTo>
                    <a:pt x="893713" y="493608"/>
                  </a:lnTo>
                  <a:lnTo>
                    <a:pt x="894784" y="492485"/>
                  </a:lnTo>
                  <a:lnTo>
                    <a:pt x="895856" y="491364"/>
                  </a:lnTo>
                  <a:lnTo>
                    <a:pt x="896928" y="490244"/>
                  </a:lnTo>
                  <a:lnTo>
                    <a:pt x="897999" y="489127"/>
                  </a:lnTo>
                  <a:lnTo>
                    <a:pt x="899071" y="488011"/>
                  </a:lnTo>
                  <a:lnTo>
                    <a:pt x="900142" y="486897"/>
                  </a:lnTo>
                  <a:lnTo>
                    <a:pt x="901214" y="485784"/>
                  </a:lnTo>
                  <a:lnTo>
                    <a:pt x="902286" y="484673"/>
                  </a:lnTo>
                  <a:lnTo>
                    <a:pt x="903357" y="483565"/>
                  </a:lnTo>
                  <a:lnTo>
                    <a:pt x="904429" y="482457"/>
                  </a:lnTo>
                  <a:lnTo>
                    <a:pt x="905500" y="481352"/>
                  </a:lnTo>
                  <a:lnTo>
                    <a:pt x="906572" y="480249"/>
                  </a:lnTo>
                  <a:lnTo>
                    <a:pt x="907644" y="479147"/>
                  </a:lnTo>
                  <a:lnTo>
                    <a:pt x="908715" y="478047"/>
                  </a:lnTo>
                  <a:lnTo>
                    <a:pt x="909787" y="476949"/>
                  </a:lnTo>
                  <a:lnTo>
                    <a:pt x="910858" y="475853"/>
                  </a:lnTo>
                  <a:lnTo>
                    <a:pt x="911930" y="474759"/>
                  </a:lnTo>
                  <a:lnTo>
                    <a:pt x="913002" y="473667"/>
                  </a:lnTo>
                  <a:lnTo>
                    <a:pt x="914073" y="472576"/>
                  </a:lnTo>
                  <a:lnTo>
                    <a:pt x="915145" y="471487"/>
                  </a:lnTo>
                  <a:lnTo>
                    <a:pt x="916216" y="470401"/>
                  </a:lnTo>
                  <a:lnTo>
                    <a:pt x="917288" y="469316"/>
                  </a:lnTo>
                  <a:lnTo>
                    <a:pt x="918360" y="468233"/>
                  </a:lnTo>
                  <a:lnTo>
                    <a:pt x="919431" y="467152"/>
                  </a:lnTo>
                  <a:lnTo>
                    <a:pt x="920503" y="466074"/>
                  </a:lnTo>
                  <a:lnTo>
                    <a:pt x="921574" y="464997"/>
                  </a:lnTo>
                  <a:lnTo>
                    <a:pt x="922646" y="463922"/>
                  </a:lnTo>
                  <a:lnTo>
                    <a:pt x="923718" y="462849"/>
                  </a:lnTo>
                  <a:lnTo>
                    <a:pt x="924789" y="461778"/>
                  </a:lnTo>
                  <a:lnTo>
                    <a:pt x="925861" y="460709"/>
                  </a:lnTo>
                  <a:lnTo>
                    <a:pt x="926932" y="459642"/>
                  </a:lnTo>
                  <a:lnTo>
                    <a:pt x="928004" y="458577"/>
                  </a:lnTo>
                  <a:lnTo>
                    <a:pt x="929076" y="457514"/>
                  </a:lnTo>
                  <a:lnTo>
                    <a:pt x="930147" y="456453"/>
                  </a:lnTo>
                  <a:lnTo>
                    <a:pt x="931219" y="455394"/>
                  </a:lnTo>
                  <a:lnTo>
                    <a:pt x="932290" y="454338"/>
                  </a:lnTo>
                  <a:lnTo>
                    <a:pt x="933362" y="453283"/>
                  </a:lnTo>
                  <a:lnTo>
                    <a:pt x="934434" y="452230"/>
                  </a:lnTo>
                  <a:lnTo>
                    <a:pt x="935505" y="451180"/>
                  </a:lnTo>
                  <a:lnTo>
                    <a:pt x="936577" y="450132"/>
                  </a:lnTo>
                  <a:lnTo>
                    <a:pt x="937648" y="449085"/>
                  </a:lnTo>
                  <a:lnTo>
                    <a:pt x="938720" y="448041"/>
                  </a:lnTo>
                  <a:lnTo>
                    <a:pt x="939792" y="447000"/>
                  </a:lnTo>
                  <a:lnTo>
                    <a:pt x="940863" y="445960"/>
                  </a:lnTo>
                  <a:lnTo>
                    <a:pt x="941935" y="444922"/>
                  </a:lnTo>
                  <a:lnTo>
                    <a:pt x="943006" y="443887"/>
                  </a:lnTo>
                  <a:lnTo>
                    <a:pt x="944078" y="442854"/>
                  </a:lnTo>
                  <a:lnTo>
                    <a:pt x="945150" y="441823"/>
                  </a:lnTo>
                  <a:lnTo>
                    <a:pt x="946221" y="440794"/>
                  </a:lnTo>
                  <a:lnTo>
                    <a:pt x="947293" y="439767"/>
                  </a:lnTo>
                  <a:lnTo>
                    <a:pt x="948364" y="438743"/>
                  </a:lnTo>
                  <a:lnTo>
                    <a:pt x="949436" y="437721"/>
                  </a:lnTo>
                  <a:lnTo>
                    <a:pt x="950508" y="436701"/>
                  </a:lnTo>
                  <a:lnTo>
                    <a:pt x="951579" y="435684"/>
                  </a:lnTo>
                  <a:lnTo>
                    <a:pt x="952651" y="434668"/>
                  </a:lnTo>
                  <a:lnTo>
                    <a:pt x="953722" y="433655"/>
                  </a:lnTo>
                  <a:lnTo>
                    <a:pt x="954794" y="432645"/>
                  </a:lnTo>
                  <a:lnTo>
                    <a:pt x="955866" y="431636"/>
                  </a:lnTo>
                  <a:lnTo>
                    <a:pt x="956937" y="430630"/>
                  </a:lnTo>
                  <a:lnTo>
                    <a:pt x="958009" y="429627"/>
                  </a:lnTo>
                  <a:lnTo>
                    <a:pt x="959080" y="428625"/>
                  </a:lnTo>
                  <a:lnTo>
                    <a:pt x="960152" y="427626"/>
                  </a:lnTo>
                  <a:lnTo>
                    <a:pt x="961224" y="426630"/>
                  </a:lnTo>
                  <a:lnTo>
                    <a:pt x="962295" y="425635"/>
                  </a:lnTo>
                  <a:lnTo>
                    <a:pt x="963367" y="424644"/>
                  </a:lnTo>
                  <a:lnTo>
                    <a:pt x="964438" y="423654"/>
                  </a:lnTo>
                  <a:lnTo>
                    <a:pt x="965510" y="422667"/>
                  </a:lnTo>
                  <a:lnTo>
                    <a:pt x="966582" y="421683"/>
                  </a:lnTo>
                  <a:lnTo>
                    <a:pt x="967653" y="420700"/>
                  </a:lnTo>
                  <a:lnTo>
                    <a:pt x="968725" y="419721"/>
                  </a:lnTo>
                  <a:lnTo>
                    <a:pt x="969796" y="418743"/>
                  </a:lnTo>
                  <a:lnTo>
                    <a:pt x="970868" y="417769"/>
                  </a:lnTo>
                  <a:lnTo>
                    <a:pt x="971940" y="416796"/>
                  </a:lnTo>
                  <a:lnTo>
                    <a:pt x="973011" y="415826"/>
                  </a:lnTo>
                  <a:lnTo>
                    <a:pt x="974083" y="414859"/>
                  </a:lnTo>
                  <a:lnTo>
                    <a:pt x="975154" y="413894"/>
                  </a:lnTo>
                  <a:lnTo>
                    <a:pt x="976226" y="412932"/>
                  </a:lnTo>
                  <a:lnTo>
                    <a:pt x="977298" y="411972"/>
                  </a:lnTo>
                  <a:lnTo>
                    <a:pt x="978369" y="411015"/>
                  </a:lnTo>
                  <a:lnTo>
                    <a:pt x="979441" y="410060"/>
                  </a:lnTo>
                  <a:lnTo>
                    <a:pt x="980512" y="409108"/>
                  </a:lnTo>
                  <a:lnTo>
                    <a:pt x="981584" y="408159"/>
                  </a:lnTo>
                  <a:lnTo>
                    <a:pt x="982656" y="407212"/>
                  </a:lnTo>
                  <a:lnTo>
                    <a:pt x="983727" y="406267"/>
                  </a:lnTo>
                  <a:lnTo>
                    <a:pt x="984799" y="405325"/>
                  </a:lnTo>
                  <a:lnTo>
                    <a:pt x="985870" y="404386"/>
                  </a:lnTo>
                  <a:lnTo>
                    <a:pt x="986942" y="403450"/>
                  </a:lnTo>
                  <a:lnTo>
                    <a:pt x="988014" y="402516"/>
                  </a:lnTo>
                  <a:lnTo>
                    <a:pt x="989085" y="401585"/>
                  </a:lnTo>
                  <a:lnTo>
                    <a:pt x="990157" y="400656"/>
                  </a:lnTo>
                  <a:lnTo>
                    <a:pt x="991228" y="399731"/>
                  </a:lnTo>
                  <a:lnTo>
                    <a:pt x="992300" y="398807"/>
                  </a:lnTo>
                  <a:lnTo>
                    <a:pt x="993372" y="397887"/>
                  </a:lnTo>
                  <a:lnTo>
                    <a:pt x="994443" y="396969"/>
                  </a:lnTo>
                  <a:lnTo>
                    <a:pt x="995515" y="396054"/>
                  </a:lnTo>
                  <a:lnTo>
                    <a:pt x="996586" y="395142"/>
                  </a:lnTo>
                  <a:lnTo>
                    <a:pt x="997658" y="394232"/>
                  </a:lnTo>
                  <a:lnTo>
                    <a:pt x="998730" y="393326"/>
                  </a:lnTo>
                  <a:lnTo>
                    <a:pt x="999801" y="392422"/>
                  </a:lnTo>
                  <a:lnTo>
                    <a:pt x="1000873" y="391520"/>
                  </a:lnTo>
                  <a:lnTo>
                    <a:pt x="1001944" y="390622"/>
                  </a:lnTo>
                  <a:lnTo>
                    <a:pt x="1003016" y="389726"/>
                  </a:lnTo>
                  <a:lnTo>
                    <a:pt x="1004088" y="388833"/>
                  </a:lnTo>
                  <a:lnTo>
                    <a:pt x="1005159" y="387943"/>
                  </a:lnTo>
                  <a:lnTo>
                    <a:pt x="1006231" y="387056"/>
                  </a:lnTo>
                  <a:lnTo>
                    <a:pt x="1007302" y="386172"/>
                  </a:lnTo>
                  <a:lnTo>
                    <a:pt x="1008374" y="385290"/>
                  </a:lnTo>
                  <a:lnTo>
                    <a:pt x="1009446" y="384412"/>
                  </a:lnTo>
                  <a:lnTo>
                    <a:pt x="1010517" y="383536"/>
                  </a:lnTo>
                  <a:lnTo>
                    <a:pt x="1011589" y="382663"/>
                  </a:lnTo>
                  <a:lnTo>
                    <a:pt x="1012660" y="381793"/>
                  </a:lnTo>
                  <a:lnTo>
                    <a:pt x="1013732" y="380926"/>
                  </a:lnTo>
                  <a:lnTo>
                    <a:pt x="1014804" y="380062"/>
                  </a:lnTo>
                  <a:lnTo>
                    <a:pt x="1015875" y="379201"/>
                  </a:lnTo>
                  <a:lnTo>
                    <a:pt x="1016947" y="378342"/>
                  </a:lnTo>
                  <a:lnTo>
                    <a:pt x="1018018" y="377487"/>
                  </a:lnTo>
                  <a:lnTo>
                    <a:pt x="1019090" y="376635"/>
                  </a:lnTo>
                  <a:lnTo>
                    <a:pt x="1020162" y="375785"/>
                  </a:lnTo>
                  <a:lnTo>
                    <a:pt x="1021233" y="374939"/>
                  </a:lnTo>
                  <a:lnTo>
                    <a:pt x="1022305" y="374096"/>
                  </a:lnTo>
                  <a:lnTo>
                    <a:pt x="1023376" y="373255"/>
                  </a:lnTo>
                  <a:lnTo>
                    <a:pt x="1024448" y="372418"/>
                  </a:lnTo>
                  <a:lnTo>
                    <a:pt x="1025520" y="371584"/>
                  </a:lnTo>
                  <a:lnTo>
                    <a:pt x="1026591" y="370752"/>
                  </a:lnTo>
                  <a:lnTo>
                    <a:pt x="1027663" y="369924"/>
                  </a:lnTo>
                  <a:lnTo>
                    <a:pt x="1028734" y="369099"/>
                  </a:lnTo>
                  <a:lnTo>
                    <a:pt x="1029806" y="368277"/>
                  </a:lnTo>
                  <a:lnTo>
                    <a:pt x="1030878" y="367458"/>
                  </a:lnTo>
                  <a:lnTo>
                    <a:pt x="1031949" y="366642"/>
                  </a:lnTo>
                  <a:lnTo>
                    <a:pt x="1033021" y="365829"/>
                  </a:lnTo>
                  <a:lnTo>
                    <a:pt x="1034092" y="365020"/>
                  </a:lnTo>
                  <a:lnTo>
                    <a:pt x="1035164" y="364213"/>
                  </a:lnTo>
                  <a:lnTo>
                    <a:pt x="1036236" y="363410"/>
                  </a:lnTo>
                  <a:lnTo>
                    <a:pt x="1037307" y="362609"/>
                  </a:lnTo>
                  <a:lnTo>
                    <a:pt x="1038379" y="361812"/>
                  </a:lnTo>
                  <a:lnTo>
                    <a:pt x="1039450" y="361018"/>
                  </a:lnTo>
                  <a:lnTo>
                    <a:pt x="1040522" y="360228"/>
                  </a:lnTo>
                  <a:lnTo>
                    <a:pt x="1041594" y="359440"/>
                  </a:lnTo>
                  <a:lnTo>
                    <a:pt x="1042665" y="358656"/>
                  </a:lnTo>
                  <a:lnTo>
                    <a:pt x="1043737" y="357875"/>
                  </a:lnTo>
                  <a:lnTo>
                    <a:pt x="1044808" y="357097"/>
                  </a:lnTo>
                  <a:lnTo>
                    <a:pt x="1045880" y="356322"/>
                  </a:lnTo>
                  <a:lnTo>
                    <a:pt x="1046952" y="355551"/>
                  </a:lnTo>
                  <a:lnTo>
                    <a:pt x="1048023" y="354783"/>
                  </a:lnTo>
                  <a:lnTo>
                    <a:pt x="1049095" y="354018"/>
                  </a:lnTo>
                  <a:lnTo>
                    <a:pt x="1050166" y="353256"/>
                  </a:lnTo>
                  <a:lnTo>
                    <a:pt x="1051238" y="352498"/>
                  </a:lnTo>
                  <a:lnTo>
                    <a:pt x="1052310" y="351743"/>
                  </a:lnTo>
                  <a:lnTo>
                    <a:pt x="1053381" y="350991"/>
                  </a:lnTo>
                  <a:lnTo>
                    <a:pt x="1054453" y="350243"/>
                  </a:lnTo>
                  <a:lnTo>
                    <a:pt x="1055524" y="349498"/>
                  </a:lnTo>
                  <a:lnTo>
                    <a:pt x="1056596" y="348756"/>
                  </a:lnTo>
                  <a:lnTo>
                    <a:pt x="1057668" y="348018"/>
                  </a:lnTo>
                  <a:lnTo>
                    <a:pt x="1058739" y="347283"/>
                  </a:lnTo>
                  <a:lnTo>
                    <a:pt x="1059811" y="346552"/>
                  </a:lnTo>
                  <a:lnTo>
                    <a:pt x="1060882" y="345824"/>
                  </a:lnTo>
                  <a:lnTo>
                    <a:pt x="1061954" y="345099"/>
                  </a:lnTo>
                  <a:lnTo>
                    <a:pt x="1063026" y="344378"/>
                  </a:lnTo>
                  <a:lnTo>
                    <a:pt x="1064097" y="343660"/>
                  </a:lnTo>
                  <a:lnTo>
                    <a:pt x="1065169" y="342945"/>
                  </a:lnTo>
                  <a:lnTo>
                    <a:pt x="1066240" y="342234"/>
                  </a:lnTo>
                  <a:lnTo>
                    <a:pt x="1067312" y="341527"/>
                  </a:lnTo>
                  <a:lnTo>
                    <a:pt x="1068383" y="340822"/>
                  </a:lnTo>
                  <a:lnTo>
                    <a:pt x="1069455" y="340122"/>
                  </a:lnTo>
                  <a:lnTo>
                    <a:pt x="1070527" y="339425"/>
                  </a:lnTo>
                  <a:lnTo>
                    <a:pt x="1071598" y="338731"/>
                  </a:lnTo>
                  <a:lnTo>
                    <a:pt x="1072670" y="338041"/>
                  </a:lnTo>
                  <a:lnTo>
                    <a:pt x="1073741" y="337354"/>
                  </a:lnTo>
                  <a:lnTo>
                    <a:pt x="1074813" y="336671"/>
                  </a:lnTo>
                  <a:lnTo>
                    <a:pt x="1075885" y="335992"/>
                  </a:lnTo>
                  <a:lnTo>
                    <a:pt x="1076956" y="335316"/>
                  </a:lnTo>
                  <a:lnTo>
                    <a:pt x="1078028" y="334643"/>
                  </a:lnTo>
                  <a:lnTo>
                    <a:pt x="1079099" y="333974"/>
                  </a:lnTo>
                  <a:lnTo>
                    <a:pt x="1080171" y="333309"/>
                  </a:lnTo>
                  <a:lnTo>
                    <a:pt x="1081243" y="332647"/>
                  </a:lnTo>
                  <a:lnTo>
                    <a:pt x="1082314" y="331989"/>
                  </a:lnTo>
                  <a:lnTo>
                    <a:pt x="1083386" y="331335"/>
                  </a:lnTo>
                  <a:lnTo>
                    <a:pt x="1084457" y="330683"/>
                  </a:lnTo>
                  <a:lnTo>
                    <a:pt x="1085529" y="330036"/>
                  </a:lnTo>
                  <a:lnTo>
                    <a:pt x="1086601" y="329392"/>
                  </a:lnTo>
                  <a:lnTo>
                    <a:pt x="1087672" y="328751"/>
                  </a:lnTo>
                  <a:lnTo>
                    <a:pt x="1088744" y="328114"/>
                  </a:lnTo>
                  <a:lnTo>
                    <a:pt x="1089815" y="327480"/>
                  </a:lnTo>
                  <a:lnTo>
                    <a:pt x="1090887" y="326850"/>
                  </a:lnTo>
                  <a:lnTo>
                    <a:pt x="1091959" y="326224"/>
                  </a:lnTo>
                  <a:lnTo>
                    <a:pt x="1093030" y="325600"/>
                  </a:lnTo>
                  <a:lnTo>
                    <a:pt x="1094102" y="324981"/>
                  </a:lnTo>
                  <a:lnTo>
                    <a:pt x="1095173" y="324364"/>
                  </a:lnTo>
                  <a:lnTo>
                    <a:pt x="1096245" y="323751"/>
                  </a:lnTo>
                  <a:lnTo>
                    <a:pt x="1097317" y="323142"/>
                  </a:lnTo>
                  <a:lnTo>
                    <a:pt x="1098388" y="322536"/>
                  </a:lnTo>
                  <a:lnTo>
                    <a:pt x="1099460" y="321933"/>
                  </a:lnTo>
                  <a:lnTo>
                    <a:pt x="1100531" y="321334"/>
                  </a:lnTo>
                  <a:lnTo>
                    <a:pt x="1101603" y="320738"/>
                  </a:lnTo>
                  <a:lnTo>
                    <a:pt x="1102675" y="320145"/>
                  </a:lnTo>
                  <a:lnTo>
                    <a:pt x="1103746" y="319556"/>
                  </a:lnTo>
                  <a:lnTo>
                    <a:pt x="1104818" y="318971"/>
                  </a:lnTo>
                  <a:lnTo>
                    <a:pt x="1105889" y="318388"/>
                  </a:lnTo>
                  <a:lnTo>
                    <a:pt x="1106961" y="317809"/>
                  </a:lnTo>
                  <a:lnTo>
                    <a:pt x="1108033" y="317233"/>
                  </a:lnTo>
                  <a:lnTo>
                    <a:pt x="1109104" y="316661"/>
                  </a:lnTo>
                  <a:lnTo>
                    <a:pt x="1110176" y="316092"/>
                  </a:lnTo>
                  <a:lnTo>
                    <a:pt x="1111247" y="315526"/>
                  </a:lnTo>
                  <a:lnTo>
                    <a:pt x="1112319" y="314963"/>
                  </a:lnTo>
                  <a:lnTo>
                    <a:pt x="1113391" y="314404"/>
                  </a:lnTo>
                  <a:lnTo>
                    <a:pt x="1114462" y="313848"/>
                  </a:lnTo>
                  <a:lnTo>
                    <a:pt x="1115534" y="313295"/>
                  </a:lnTo>
                  <a:lnTo>
                    <a:pt x="1116605" y="312746"/>
                  </a:lnTo>
                  <a:lnTo>
                    <a:pt x="1117677" y="312200"/>
                  </a:lnTo>
                  <a:lnTo>
                    <a:pt x="1118749" y="311657"/>
                  </a:lnTo>
                  <a:lnTo>
                    <a:pt x="1119820" y="311117"/>
                  </a:lnTo>
                  <a:lnTo>
                    <a:pt x="1120892" y="310580"/>
                  </a:lnTo>
                  <a:lnTo>
                    <a:pt x="1121963" y="310047"/>
                  </a:lnTo>
                  <a:lnTo>
                    <a:pt x="1123035" y="309517"/>
                  </a:lnTo>
                  <a:lnTo>
                    <a:pt x="1124107" y="308990"/>
                  </a:lnTo>
                  <a:lnTo>
                    <a:pt x="1125178" y="308466"/>
                  </a:lnTo>
                  <a:lnTo>
                    <a:pt x="1126250" y="307945"/>
                  </a:lnTo>
                  <a:lnTo>
                    <a:pt x="1127321" y="307428"/>
                  </a:lnTo>
                  <a:lnTo>
                    <a:pt x="1128393" y="306913"/>
                  </a:lnTo>
                  <a:lnTo>
                    <a:pt x="1129465" y="306402"/>
                  </a:lnTo>
                  <a:lnTo>
                    <a:pt x="1130536" y="305894"/>
                  </a:lnTo>
                  <a:lnTo>
                    <a:pt x="1131608" y="305389"/>
                  </a:lnTo>
                  <a:lnTo>
                    <a:pt x="1132679" y="304887"/>
                  </a:lnTo>
                  <a:lnTo>
                    <a:pt x="1133751" y="304389"/>
                  </a:lnTo>
                  <a:lnTo>
                    <a:pt x="1134823" y="303893"/>
                  </a:lnTo>
                  <a:lnTo>
                    <a:pt x="1135894" y="303400"/>
                  </a:lnTo>
                  <a:lnTo>
                    <a:pt x="1136966" y="302911"/>
                  </a:lnTo>
                  <a:lnTo>
                    <a:pt x="1138037" y="302424"/>
                  </a:lnTo>
                  <a:lnTo>
                    <a:pt x="1139109" y="301941"/>
                  </a:lnTo>
                  <a:lnTo>
                    <a:pt x="1140181" y="301460"/>
                  </a:lnTo>
                  <a:lnTo>
                    <a:pt x="1141252" y="300983"/>
                  </a:lnTo>
                  <a:lnTo>
                    <a:pt x="1142324" y="300508"/>
                  </a:lnTo>
                  <a:lnTo>
                    <a:pt x="1143395" y="300037"/>
                  </a:lnTo>
                  <a:lnTo>
                    <a:pt x="1144467" y="299569"/>
                  </a:lnTo>
                  <a:lnTo>
                    <a:pt x="1145539" y="299103"/>
                  </a:lnTo>
                  <a:lnTo>
                    <a:pt x="1146610" y="298641"/>
                  </a:lnTo>
                  <a:lnTo>
                    <a:pt x="1147682" y="298181"/>
                  </a:lnTo>
                  <a:lnTo>
                    <a:pt x="1148753" y="297725"/>
                  </a:lnTo>
                  <a:lnTo>
                    <a:pt x="1149825" y="297271"/>
                  </a:lnTo>
                  <a:lnTo>
                    <a:pt x="1150897" y="296820"/>
                  </a:lnTo>
                  <a:lnTo>
                    <a:pt x="1151968" y="296372"/>
                  </a:lnTo>
                  <a:lnTo>
                    <a:pt x="1153040" y="295928"/>
                  </a:lnTo>
                  <a:lnTo>
                    <a:pt x="1154111" y="295486"/>
                  </a:lnTo>
                  <a:lnTo>
                    <a:pt x="1155183" y="295046"/>
                  </a:lnTo>
                  <a:lnTo>
                    <a:pt x="1156255" y="294610"/>
                  </a:lnTo>
                  <a:lnTo>
                    <a:pt x="1157326" y="294177"/>
                  </a:lnTo>
                  <a:lnTo>
                    <a:pt x="1158398" y="293746"/>
                  </a:lnTo>
                  <a:lnTo>
                    <a:pt x="1159469" y="293319"/>
                  </a:lnTo>
                  <a:lnTo>
                    <a:pt x="1160541" y="292894"/>
                  </a:lnTo>
                  <a:lnTo>
                    <a:pt x="1161613" y="292472"/>
                  </a:lnTo>
                  <a:lnTo>
                    <a:pt x="1162684" y="292052"/>
                  </a:lnTo>
                  <a:lnTo>
                    <a:pt x="1163756" y="291636"/>
                  </a:lnTo>
                  <a:lnTo>
                    <a:pt x="1164827" y="291222"/>
                  </a:lnTo>
                  <a:lnTo>
                    <a:pt x="1165899" y="290811"/>
                  </a:lnTo>
                  <a:lnTo>
                    <a:pt x="1166971" y="290403"/>
                  </a:lnTo>
                  <a:lnTo>
                    <a:pt x="1168042" y="289998"/>
                  </a:lnTo>
                  <a:lnTo>
                    <a:pt x="1169114" y="289595"/>
                  </a:lnTo>
                  <a:lnTo>
                    <a:pt x="1170185" y="289195"/>
                  </a:lnTo>
                  <a:lnTo>
                    <a:pt x="1171257" y="288798"/>
                  </a:lnTo>
                  <a:lnTo>
                    <a:pt x="1172329" y="288403"/>
                  </a:lnTo>
                  <a:lnTo>
                    <a:pt x="1173400" y="288012"/>
                  </a:lnTo>
                  <a:lnTo>
                    <a:pt x="1174472" y="287622"/>
                  </a:lnTo>
                  <a:lnTo>
                    <a:pt x="1175543" y="287236"/>
                  </a:lnTo>
                  <a:lnTo>
                    <a:pt x="1176615" y="286852"/>
                  </a:lnTo>
                  <a:lnTo>
                    <a:pt x="1177687" y="286471"/>
                  </a:lnTo>
                  <a:lnTo>
                    <a:pt x="1178758" y="286092"/>
                  </a:lnTo>
                  <a:lnTo>
                    <a:pt x="1179830" y="285716"/>
                  </a:lnTo>
                  <a:lnTo>
                    <a:pt x="1180901" y="285343"/>
                  </a:lnTo>
                  <a:lnTo>
                    <a:pt x="1181973" y="284972"/>
                  </a:lnTo>
                  <a:lnTo>
                    <a:pt x="1183045" y="284604"/>
                  </a:lnTo>
                  <a:lnTo>
                    <a:pt x="1184116" y="284239"/>
                  </a:lnTo>
                  <a:lnTo>
                    <a:pt x="1185188" y="283876"/>
                  </a:lnTo>
                  <a:lnTo>
                    <a:pt x="1186259" y="283515"/>
                  </a:lnTo>
                  <a:lnTo>
                    <a:pt x="1187331" y="283157"/>
                  </a:lnTo>
                  <a:lnTo>
                    <a:pt x="1188403" y="282802"/>
                  </a:lnTo>
                  <a:lnTo>
                    <a:pt x="1189474" y="282449"/>
                  </a:lnTo>
                  <a:lnTo>
                    <a:pt x="1190546" y="282099"/>
                  </a:lnTo>
                  <a:lnTo>
                    <a:pt x="1191617" y="281751"/>
                  </a:lnTo>
                  <a:lnTo>
                    <a:pt x="1192689" y="281406"/>
                  </a:lnTo>
                  <a:lnTo>
                    <a:pt x="1193761" y="281063"/>
                  </a:lnTo>
                  <a:lnTo>
                    <a:pt x="1194832" y="280723"/>
                  </a:lnTo>
                  <a:lnTo>
                    <a:pt x="1195904" y="280385"/>
                  </a:lnTo>
                  <a:lnTo>
                    <a:pt x="1196975" y="280049"/>
                  </a:lnTo>
                  <a:lnTo>
                    <a:pt x="1198047" y="279716"/>
                  </a:lnTo>
                  <a:lnTo>
                    <a:pt x="1199119" y="279385"/>
                  </a:lnTo>
                  <a:lnTo>
                    <a:pt x="1200190" y="279057"/>
                  </a:lnTo>
                  <a:lnTo>
                    <a:pt x="1201262" y="278731"/>
                  </a:lnTo>
                  <a:lnTo>
                    <a:pt x="1202333" y="278408"/>
                  </a:lnTo>
                  <a:lnTo>
                    <a:pt x="1203405" y="278087"/>
                  </a:lnTo>
                  <a:lnTo>
                    <a:pt x="1204477" y="277768"/>
                  </a:lnTo>
                  <a:lnTo>
                    <a:pt x="1205548" y="277451"/>
                  </a:lnTo>
                  <a:lnTo>
                    <a:pt x="1206620" y="277137"/>
                  </a:lnTo>
                  <a:lnTo>
                    <a:pt x="1207691" y="276825"/>
                  </a:lnTo>
                  <a:lnTo>
                    <a:pt x="1208763" y="276516"/>
                  </a:lnTo>
                  <a:lnTo>
                    <a:pt x="1209835" y="276209"/>
                  </a:lnTo>
                  <a:lnTo>
                    <a:pt x="1210906" y="275904"/>
                  </a:lnTo>
                  <a:lnTo>
                    <a:pt x="1211978" y="275601"/>
                  </a:lnTo>
                  <a:lnTo>
                    <a:pt x="1213049" y="275301"/>
                  </a:lnTo>
                  <a:lnTo>
                    <a:pt x="1214121" y="275003"/>
                  </a:lnTo>
                  <a:lnTo>
                    <a:pt x="1215193" y="274707"/>
                  </a:lnTo>
                  <a:lnTo>
                    <a:pt x="1216264" y="274413"/>
                  </a:lnTo>
                  <a:lnTo>
                    <a:pt x="1217336" y="274122"/>
                  </a:lnTo>
                  <a:lnTo>
                    <a:pt x="1218407" y="273832"/>
                  </a:lnTo>
                  <a:lnTo>
                    <a:pt x="1219479" y="273545"/>
                  </a:lnTo>
                  <a:lnTo>
                    <a:pt x="1220551" y="273260"/>
                  </a:lnTo>
                  <a:lnTo>
                    <a:pt x="1221622" y="272978"/>
                  </a:lnTo>
                  <a:lnTo>
                    <a:pt x="1222694" y="272697"/>
                  </a:lnTo>
                  <a:lnTo>
                    <a:pt x="1223765" y="272419"/>
                  </a:lnTo>
                  <a:lnTo>
                    <a:pt x="1224837" y="272142"/>
                  </a:lnTo>
                  <a:lnTo>
                    <a:pt x="1225909" y="271868"/>
                  </a:lnTo>
                  <a:lnTo>
                    <a:pt x="1226980" y="271596"/>
                  </a:lnTo>
                  <a:lnTo>
                    <a:pt x="1228052" y="271326"/>
                  </a:lnTo>
                  <a:lnTo>
                    <a:pt x="1229123" y="271058"/>
                  </a:lnTo>
                  <a:lnTo>
                    <a:pt x="1230195" y="270792"/>
                  </a:lnTo>
                  <a:lnTo>
                    <a:pt x="1231267" y="270528"/>
                  </a:lnTo>
                  <a:lnTo>
                    <a:pt x="1232338" y="270266"/>
                  </a:lnTo>
                  <a:lnTo>
                    <a:pt x="1233410" y="270006"/>
                  </a:lnTo>
                  <a:lnTo>
                    <a:pt x="1234481" y="269749"/>
                  </a:lnTo>
                  <a:lnTo>
                    <a:pt x="1235553" y="269493"/>
                  </a:lnTo>
                  <a:lnTo>
                    <a:pt x="1236625" y="269239"/>
                  </a:lnTo>
                  <a:lnTo>
                    <a:pt x="1237696" y="268987"/>
                  </a:lnTo>
                  <a:lnTo>
                    <a:pt x="1238768" y="268737"/>
                  </a:lnTo>
                  <a:lnTo>
                    <a:pt x="1239839" y="268489"/>
                  </a:lnTo>
                  <a:lnTo>
                    <a:pt x="1240911" y="268243"/>
                  </a:lnTo>
                  <a:lnTo>
                    <a:pt x="1241983" y="267999"/>
                  </a:lnTo>
                  <a:lnTo>
                    <a:pt x="1243054" y="267757"/>
                  </a:lnTo>
                  <a:lnTo>
                    <a:pt x="1244126" y="267517"/>
                  </a:lnTo>
                  <a:lnTo>
                    <a:pt x="1245197" y="267279"/>
                  </a:lnTo>
                  <a:lnTo>
                    <a:pt x="1246269" y="267042"/>
                  </a:lnTo>
                  <a:lnTo>
                    <a:pt x="1247340" y="266808"/>
                  </a:lnTo>
                  <a:lnTo>
                    <a:pt x="1248412" y="266575"/>
                  </a:lnTo>
                  <a:lnTo>
                    <a:pt x="1249484" y="266344"/>
                  </a:lnTo>
                  <a:lnTo>
                    <a:pt x="1250555" y="266115"/>
                  </a:lnTo>
                  <a:lnTo>
                    <a:pt x="1251627" y="265887"/>
                  </a:lnTo>
                  <a:lnTo>
                    <a:pt x="1252698" y="265662"/>
                  </a:lnTo>
                  <a:lnTo>
                    <a:pt x="1253770" y="265438"/>
                  </a:lnTo>
                  <a:lnTo>
                    <a:pt x="1254842" y="265216"/>
                  </a:lnTo>
                  <a:lnTo>
                    <a:pt x="1255913" y="264996"/>
                  </a:lnTo>
                  <a:lnTo>
                    <a:pt x="1256985" y="264778"/>
                  </a:lnTo>
                  <a:lnTo>
                    <a:pt x="1258056" y="264561"/>
                  </a:lnTo>
                  <a:lnTo>
                    <a:pt x="1259128" y="264346"/>
                  </a:lnTo>
                  <a:lnTo>
                    <a:pt x="1260200" y="264133"/>
                  </a:lnTo>
                  <a:lnTo>
                    <a:pt x="1261271" y="263921"/>
                  </a:lnTo>
                  <a:lnTo>
                    <a:pt x="1262343" y="263711"/>
                  </a:lnTo>
                  <a:lnTo>
                    <a:pt x="1263414" y="263503"/>
                  </a:lnTo>
                  <a:lnTo>
                    <a:pt x="1264486" y="263296"/>
                  </a:lnTo>
                  <a:lnTo>
                    <a:pt x="1265558" y="263092"/>
                  </a:lnTo>
                  <a:lnTo>
                    <a:pt x="1266629" y="262888"/>
                  </a:lnTo>
                  <a:lnTo>
                    <a:pt x="1267701" y="262687"/>
                  </a:lnTo>
                  <a:lnTo>
                    <a:pt x="1268772" y="262487"/>
                  </a:lnTo>
                  <a:lnTo>
                    <a:pt x="1269844" y="262288"/>
                  </a:lnTo>
                  <a:lnTo>
                    <a:pt x="1270916" y="262091"/>
                  </a:lnTo>
                  <a:lnTo>
                    <a:pt x="1271987" y="261896"/>
                  </a:lnTo>
                  <a:lnTo>
                    <a:pt x="1273059" y="261702"/>
                  </a:lnTo>
                  <a:lnTo>
                    <a:pt x="1274130" y="261510"/>
                  </a:lnTo>
                  <a:lnTo>
                    <a:pt x="1275202" y="261319"/>
                  </a:lnTo>
                  <a:lnTo>
                    <a:pt x="1276274" y="261130"/>
                  </a:lnTo>
                  <a:lnTo>
                    <a:pt x="1277345" y="260943"/>
                  </a:lnTo>
                  <a:lnTo>
                    <a:pt x="1278417" y="260756"/>
                  </a:lnTo>
                  <a:lnTo>
                    <a:pt x="1279488" y="260572"/>
                  </a:lnTo>
                  <a:lnTo>
                    <a:pt x="1280560" y="260388"/>
                  </a:lnTo>
                  <a:lnTo>
                    <a:pt x="1281632" y="260207"/>
                  </a:lnTo>
                  <a:lnTo>
                    <a:pt x="1282703" y="260026"/>
                  </a:lnTo>
                  <a:lnTo>
                    <a:pt x="1283775" y="259847"/>
                  </a:lnTo>
                  <a:lnTo>
                    <a:pt x="1284846" y="259670"/>
                  </a:lnTo>
                  <a:lnTo>
                    <a:pt x="1285918" y="259494"/>
                  </a:lnTo>
                  <a:lnTo>
                    <a:pt x="1286990" y="259319"/>
                  </a:lnTo>
                  <a:lnTo>
                    <a:pt x="1288061" y="259146"/>
                  </a:lnTo>
                  <a:lnTo>
                    <a:pt x="1289133" y="258974"/>
                  </a:lnTo>
                  <a:lnTo>
                    <a:pt x="1290204" y="258803"/>
                  </a:lnTo>
                  <a:lnTo>
                    <a:pt x="1291276" y="258634"/>
                  </a:lnTo>
                  <a:lnTo>
                    <a:pt x="1292348" y="258466"/>
                  </a:lnTo>
                  <a:lnTo>
                    <a:pt x="1293419" y="258299"/>
                  </a:lnTo>
                  <a:lnTo>
                    <a:pt x="1294491" y="258134"/>
                  </a:lnTo>
                  <a:lnTo>
                    <a:pt x="1295562" y="257970"/>
                  </a:lnTo>
                  <a:lnTo>
                    <a:pt x="1296634" y="257807"/>
                  </a:lnTo>
                  <a:lnTo>
                    <a:pt x="1297706" y="257646"/>
                  </a:lnTo>
                  <a:lnTo>
                    <a:pt x="1298777" y="257485"/>
                  </a:lnTo>
                  <a:lnTo>
                    <a:pt x="1299849" y="257326"/>
                  </a:lnTo>
                  <a:lnTo>
                    <a:pt x="1300920" y="257168"/>
                  </a:lnTo>
                  <a:lnTo>
                    <a:pt x="1301992" y="257012"/>
                  </a:lnTo>
                  <a:lnTo>
                    <a:pt x="1303064" y="256856"/>
                  </a:lnTo>
                  <a:lnTo>
                    <a:pt x="1304135" y="256702"/>
                  </a:lnTo>
                  <a:lnTo>
                    <a:pt x="1305207" y="256549"/>
                  </a:lnTo>
                  <a:lnTo>
                    <a:pt x="1306278" y="256397"/>
                  </a:lnTo>
                  <a:lnTo>
                    <a:pt x="1307350" y="256246"/>
                  </a:lnTo>
                  <a:lnTo>
                    <a:pt x="1308422" y="256096"/>
                  </a:lnTo>
                  <a:lnTo>
                    <a:pt x="1309493" y="255948"/>
                  </a:lnTo>
                  <a:lnTo>
                    <a:pt x="1310565" y="255800"/>
                  </a:lnTo>
                  <a:lnTo>
                    <a:pt x="1311636" y="255654"/>
                  </a:lnTo>
                  <a:lnTo>
                    <a:pt x="1312708" y="255509"/>
                  </a:lnTo>
                  <a:lnTo>
                    <a:pt x="1313780" y="255364"/>
                  </a:lnTo>
                  <a:lnTo>
                    <a:pt x="1314851" y="255221"/>
                  </a:lnTo>
                  <a:lnTo>
                    <a:pt x="1315923" y="255079"/>
                  </a:lnTo>
                  <a:lnTo>
                    <a:pt x="1316994" y="254938"/>
                  </a:lnTo>
                  <a:lnTo>
                    <a:pt x="1318066" y="254797"/>
                  </a:lnTo>
                  <a:lnTo>
                    <a:pt x="1319138" y="254658"/>
                  </a:lnTo>
                  <a:lnTo>
                    <a:pt x="1320209" y="254520"/>
                  </a:lnTo>
                  <a:lnTo>
                    <a:pt x="1321281" y="254383"/>
                  </a:lnTo>
                  <a:lnTo>
                    <a:pt x="1322352" y="254247"/>
                  </a:lnTo>
                  <a:lnTo>
                    <a:pt x="1323424" y="254111"/>
                  </a:lnTo>
                  <a:lnTo>
                    <a:pt x="1324496" y="253977"/>
                  </a:lnTo>
                  <a:lnTo>
                    <a:pt x="1325567" y="253843"/>
                  </a:lnTo>
                  <a:lnTo>
                    <a:pt x="1326639" y="253711"/>
                  </a:lnTo>
                  <a:lnTo>
                    <a:pt x="1327710" y="253579"/>
                  </a:lnTo>
                  <a:lnTo>
                    <a:pt x="1328782" y="253448"/>
                  </a:lnTo>
                  <a:lnTo>
                    <a:pt x="1329854" y="253318"/>
                  </a:lnTo>
                  <a:lnTo>
                    <a:pt x="1330925" y="253189"/>
                  </a:lnTo>
                  <a:lnTo>
                    <a:pt x="1331997" y="253061"/>
                  </a:lnTo>
                  <a:lnTo>
                    <a:pt x="1333068" y="252933"/>
                  </a:lnTo>
                  <a:lnTo>
                    <a:pt x="1334140" y="252807"/>
                  </a:lnTo>
                  <a:lnTo>
                    <a:pt x="1335212" y="252681"/>
                  </a:lnTo>
                  <a:lnTo>
                    <a:pt x="1336283" y="252556"/>
                  </a:lnTo>
                  <a:lnTo>
                    <a:pt x="1337355" y="252431"/>
                  </a:lnTo>
                  <a:lnTo>
                    <a:pt x="1338426" y="252308"/>
                  </a:lnTo>
                  <a:lnTo>
                    <a:pt x="1339498" y="252185"/>
                  </a:lnTo>
                  <a:lnTo>
                    <a:pt x="1340570" y="252063"/>
                  </a:lnTo>
                  <a:lnTo>
                    <a:pt x="1341641" y="251942"/>
                  </a:lnTo>
                  <a:lnTo>
                    <a:pt x="1342713" y="251821"/>
                  </a:lnTo>
                  <a:lnTo>
                    <a:pt x="1343784" y="251701"/>
                  </a:lnTo>
                  <a:lnTo>
                    <a:pt x="1344856" y="251582"/>
                  </a:lnTo>
                  <a:lnTo>
                    <a:pt x="1345928" y="251463"/>
                  </a:lnTo>
                  <a:lnTo>
                    <a:pt x="1346999" y="251345"/>
                  </a:lnTo>
                  <a:lnTo>
                    <a:pt x="1348071" y="251228"/>
                  </a:lnTo>
                  <a:lnTo>
                    <a:pt x="1349142" y="251111"/>
                  </a:lnTo>
                  <a:lnTo>
                    <a:pt x="1350214" y="250995"/>
                  </a:lnTo>
                  <a:lnTo>
                    <a:pt x="1351286" y="250879"/>
                  </a:lnTo>
                  <a:lnTo>
                    <a:pt x="1352357" y="250764"/>
                  </a:lnTo>
                  <a:lnTo>
                    <a:pt x="1353429" y="250650"/>
                  </a:lnTo>
                  <a:lnTo>
                    <a:pt x="1354500" y="250536"/>
                  </a:lnTo>
                  <a:lnTo>
                    <a:pt x="1355572" y="250423"/>
                  </a:lnTo>
                  <a:lnTo>
                    <a:pt x="1356644" y="250310"/>
                  </a:lnTo>
                  <a:lnTo>
                    <a:pt x="1357715" y="250198"/>
                  </a:lnTo>
                  <a:lnTo>
                    <a:pt x="1358787" y="250086"/>
                  </a:lnTo>
                  <a:lnTo>
                    <a:pt x="1359858" y="249974"/>
                  </a:lnTo>
                  <a:lnTo>
                    <a:pt x="1360930" y="249864"/>
                  </a:lnTo>
                  <a:lnTo>
                    <a:pt x="1362002" y="249753"/>
                  </a:lnTo>
                  <a:lnTo>
                    <a:pt x="1363073" y="249643"/>
                  </a:lnTo>
                  <a:lnTo>
                    <a:pt x="1364145" y="249534"/>
                  </a:lnTo>
                  <a:lnTo>
                    <a:pt x="1365216" y="249425"/>
                  </a:lnTo>
                  <a:lnTo>
                    <a:pt x="1366288" y="249316"/>
                  </a:lnTo>
                  <a:lnTo>
                    <a:pt x="1367360" y="249208"/>
                  </a:lnTo>
                  <a:lnTo>
                    <a:pt x="1368431" y="249100"/>
                  </a:lnTo>
                  <a:lnTo>
                    <a:pt x="1369503" y="248993"/>
                  </a:lnTo>
                  <a:lnTo>
                    <a:pt x="1370574" y="248885"/>
                  </a:lnTo>
                  <a:lnTo>
                    <a:pt x="1371646" y="248779"/>
                  </a:lnTo>
                  <a:lnTo>
                    <a:pt x="1372718" y="248672"/>
                  </a:lnTo>
                  <a:lnTo>
                    <a:pt x="1373789" y="248566"/>
                  </a:lnTo>
                  <a:lnTo>
                    <a:pt x="1374861" y="248460"/>
                  </a:lnTo>
                  <a:lnTo>
                    <a:pt x="1375932" y="248355"/>
                  </a:lnTo>
                  <a:lnTo>
                    <a:pt x="1377004" y="248249"/>
                  </a:lnTo>
                  <a:lnTo>
                    <a:pt x="1378076" y="248144"/>
                  </a:lnTo>
                  <a:lnTo>
                    <a:pt x="1379147" y="248039"/>
                  </a:lnTo>
                  <a:lnTo>
                    <a:pt x="1380219" y="247935"/>
                  </a:lnTo>
                  <a:lnTo>
                    <a:pt x="1381290" y="247830"/>
                  </a:lnTo>
                  <a:lnTo>
                    <a:pt x="1382362" y="247726"/>
                  </a:lnTo>
                  <a:lnTo>
                    <a:pt x="1383434" y="247622"/>
                  </a:lnTo>
                  <a:lnTo>
                    <a:pt x="1384505" y="247518"/>
                  </a:lnTo>
                  <a:lnTo>
                    <a:pt x="1385577" y="247415"/>
                  </a:lnTo>
                  <a:lnTo>
                    <a:pt x="1386648" y="247311"/>
                  </a:lnTo>
                  <a:lnTo>
                    <a:pt x="1387720" y="247208"/>
                  </a:lnTo>
                  <a:lnTo>
                    <a:pt x="1388792" y="247105"/>
                  </a:lnTo>
                  <a:lnTo>
                    <a:pt x="1389863" y="247002"/>
                  </a:lnTo>
                  <a:lnTo>
                    <a:pt x="1390935" y="246899"/>
                  </a:lnTo>
                  <a:lnTo>
                    <a:pt x="1392006" y="246796"/>
                  </a:lnTo>
                  <a:lnTo>
                    <a:pt x="1393078" y="246693"/>
                  </a:lnTo>
                  <a:lnTo>
                    <a:pt x="1394150" y="246590"/>
                  </a:lnTo>
                  <a:lnTo>
                    <a:pt x="1395221" y="246487"/>
                  </a:lnTo>
                  <a:lnTo>
                    <a:pt x="1396293" y="246385"/>
                  </a:lnTo>
                  <a:lnTo>
                    <a:pt x="1397364" y="246282"/>
                  </a:lnTo>
                  <a:lnTo>
                    <a:pt x="1398436" y="246179"/>
                  </a:lnTo>
                  <a:lnTo>
                    <a:pt x="1399508" y="246076"/>
                  </a:lnTo>
                  <a:lnTo>
                    <a:pt x="1400579" y="245974"/>
                  </a:lnTo>
                  <a:lnTo>
                    <a:pt x="1401651" y="245871"/>
                  </a:lnTo>
                  <a:lnTo>
                    <a:pt x="1402722" y="245768"/>
                  </a:lnTo>
                  <a:lnTo>
                    <a:pt x="1403794" y="245665"/>
                  </a:lnTo>
                  <a:lnTo>
                    <a:pt x="1404866" y="245562"/>
                  </a:lnTo>
                  <a:lnTo>
                    <a:pt x="1405937" y="245459"/>
                  </a:lnTo>
                  <a:lnTo>
                    <a:pt x="1407009" y="245356"/>
                  </a:lnTo>
                  <a:lnTo>
                    <a:pt x="1408080" y="245252"/>
                  </a:lnTo>
                  <a:lnTo>
                    <a:pt x="1409152" y="245149"/>
                  </a:lnTo>
                  <a:lnTo>
                    <a:pt x="1410224" y="245045"/>
                  </a:lnTo>
                  <a:lnTo>
                    <a:pt x="1411295" y="244942"/>
                  </a:lnTo>
                  <a:lnTo>
                    <a:pt x="1412367" y="244838"/>
                  </a:lnTo>
                  <a:lnTo>
                    <a:pt x="1413438" y="244734"/>
                  </a:lnTo>
                  <a:lnTo>
                    <a:pt x="1414510" y="244629"/>
                  </a:lnTo>
                  <a:lnTo>
                    <a:pt x="1415582" y="244525"/>
                  </a:lnTo>
                  <a:lnTo>
                    <a:pt x="1416653" y="244420"/>
                  </a:lnTo>
                  <a:lnTo>
                    <a:pt x="1417725" y="244315"/>
                  </a:lnTo>
                  <a:lnTo>
                    <a:pt x="1418796" y="244210"/>
                  </a:lnTo>
                  <a:lnTo>
                    <a:pt x="1419868" y="244104"/>
                  </a:lnTo>
                  <a:lnTo>
                    <a:pt x="1420939" y="243998"/>
                  </a:lnTo>
                  <a:lnTo>
                    <a:pt x="1422011" y="243892"/>
                  </a:lnTo>
                  <a:lnTo>
                    <a:pt x="1423083" y="243786"/>
                  </a:lnTo>
                  <a:lnTo>
                    <a:pt x="1424154" y="243679"/>
                  </a:lnTo>
                  <a:lnTo>
                    <a:pt x="1425226" y="243572"/>
                  </a:lnTo>
                  <a:lnTo>
                    <a:pt x="1426297" y="243464"/>
                  </a:lnTo>
                  <a:lnTo>
                    <a:pt x="1427369" y="243357"/>
                  </a:lnTo>
                  <a:lnTo>
                    <a:pt x="1428441" y="243248"/>
                  </a:lnTo>
                  <a:lnTo>
                    <a:pt x="1429512" y="243140"/>
                  </a:lnTo>
                  <a:lnTo>
                    <a:pt x="1430584" y="243031"/>
                  </a:lnTo>
                  <a:lnTo>
                    <a:pt x="1431655" y="242922"/>
                  </a:lnTo>
                  <a:lnTo>
                    <a:pt x="1432727" y="242812"/>
                  </a:lnTo>
                  <a:lnTo>
                    <a:pt x="1433799" y="242701"/>
                  </a:lnTo>
                  <a:lnTo>
                    <a:pt x="1434870" y="242591"/>
                  </a:lnTo>
                  <a:lnTo>
                    <a:pt x="1435942" y="242479"/>
                  </a:lnTo>
                  <a:lnTo>
                    <a:pt x="1437013" y="242368"/>
                  </a:lnTo>
                  <a:lnTo>
                    <a:pt x="1438085" y="242256"/>
                  </a:lnTo>
                  <a:lnTo>
                    <a:pt x="1439157" y="242143"/>
                  </a:lnTo>
                  <a:lnTo>
                    <a:pt x="1440228" y="242030"/>
                  </a:lnTo>
                  <a:lnTo>
                    <a:pt x="1441300" y="241916"/>
                  </a:lnTo>
                  <a:lnTo>
                    <a:pt x="1442371" y="241801"/>
                  </a:lnTo>
                  <a:lnTo>
                    <a:pt x="1443443" y="241687"/>
                  </a:lnTo>
                  <a:lnTo>
                    <a:pt x="1444515" y="241571"/>
                  </a:lnTo>
                  <a:lnTo>
                    <a:pt x="1445586" y="241455"/>
                  </a:lnTo>
                  <a:lnTo>
                    <a:pt x="1446658" y="241338"/>
                  </a:lnTo>
                  <a:lnTo>
                    <a:pt x="1447729" y="241221"/>
                  </a:lnTo>
                  <a:lnTo>
                    <a:pt x="1448801" y="241103"/>
                  </a:lnTo>
                  <a:lnTo>
                    <a:pt x="1449873" y="240984"/>
                  </a:lnTo>
                  <a:lnTo>
                    <a:pt x="1450944" y="240865"/>
                  </a:lnTo>
                  <a:lnTo>
                    <a:pt x="1452016" y="240745"/>
                  </a:lnTo>
                  <a:lnTo>
                    <a:pt x="1453087" y="240624"/>
                  </a:lnTo>
                  <a:lnTo>
                    <a:pt x="1454159" y="240503"/>
                  </a:lnTo>
                  <a:lnTo>
                    <a:pt x="1455231" y="240381"/>
                  </a:lnTo>
                  <a:lnTo>
                    <a:pt x="1456302" y="240258"/>
                  </a:lnTo>
                  <a:lnTo>
                    <a:pt x="1457374" y="240134"/>
                  </a:lnTo>
                  <a:lnTo>
                    <a:pt x="1458445" y="240010"/>
                  </a:lnTo>
                  <a:lnTo>
                    <a:pt x="1459517" y="239885"/>
                  </a:lnTo>
                  <a:lnTo>
                    <a:pt x="1460589" y="239759"/>
                  </a:lnTo>
                  <a:lnTo>
                    <a:pt x="1461660" y="239632"/>
                  </a:lnTo>
                  <a:lnTo>
                    <a:pt x="1462732" y="239505"/>
                  </a:lnTo>
                  <a:lnTo>
                    <a:pt x="1463803" y="239377"/>
                  </a:lnTo>
                  <a:lnTo>
                    <a:pt x="1464875" y="239247"/>
                  </a:lnTo>
                  <a:lnTo>
                    <a:pt x="1465947" y="239117"/>
                  </a:lnTo>
                  <a:lnTo>
                    <a:pt x="1467018" y="238986"/>
                  </a:lnTo>
                  <a:lnTo>
                    <a:pt x="1468090" y="238855"/>
                  </a:lnTo>
                  <a:lnTo>
                    <a:pt x="1469161" y="238722"/>
                  </a:lnTo>
                  <a:lnTo>
                    <a:pt x="1470233" y="238588"/>
                  </a:lnTo>
                  <a:lnTo>
                    <a:pt x="1471305" y="238454"/>
                  </a:lnTo>
                  <a:lnTo>
                    <a:pt x="1472376" y="238318"/>
                  </a:lnTo>
                  <a:lnTo>
                    <a:pt x="1473448" y="238182"/>
                  </a:lnTo>
                  <a:lnTo>
                    <a:pt x="1474519" y="238044"/>
                  </a:lnTo>
                  <a:lnTo>
                    <a:pt x="1475591" y="237906"/>
                  </a:lnTo>
                  <a:lnTo>
                    <a:pt x="1476663" y="237767"/>
                  </a:lnTo>
                  <a:lnTo>
                    <a:pt x="1477734" y="237626"/>
                  </a:lnTo>
                  <a:lnTo>
                    <a:pt x="1478806" y="237485"/>
                  </a:lnTo>
                  <a:lnTo>
                    <a:pt x="1479877" y="237342"/>
                  </a:lnTo>
                  <a:lnTo>
                    <a:pt x="1480949" y="237199"/>
                  </a:lnTo>
                  <a:lnTo>
                    <a:pt x="1482021" y="237054"/>
                  </a:lnTo>
                  <a:lnTo>
                    <a:pt x="1483092" y="236909"/>
                  </a:lnTo>
                  <a:lnTo>
                    <a:pt x="1484164" y="236762"/>
                  </a:lnTo>
                  <a:lnTo>
                    <a:pt x="1485235" y="236614"/>
                  </a:lnTo>
                  <a:lnTo>
                    <a:pt x="1486307" y="236465"/>
                  </a:lnTo>
                  <a:lnTo>
                    <a:pt x="1487379" y="236315"/>
                  </a:lnTo>
                  <a:lnTo>
                    <a:pt x="1488450" y="236164"/>
                  </a:lnTo>
                  <a:lnTo>
                    <a:pt x="1489522" y="236011"/>
                  </a:lnTo>
                  <a:lnTo>
                    <a:pt x="1490593" y="235858"/>
                  </a:lnTo>
                  <a:lnTo>
                    <a:pt x="1491665" y="235703"/>
                  </a:lnTo>
                  <a:lnTo>
                    <a:pt x="1492737" y="235547"/>
                  </a:lnTo>
                  <a:lnTo>
                    <a:pt x="1493808" y="235390"/>
                  </a:lnTo>
                  <a:lnTo>
                    <a:pt x="1494880" y="235231"/>
                  </a:lnTo>
                  <a:lnTo>
                    <a:pt x="1495951" y="235071"/>
                  </a:lnTo>
                  <a:lnTo>
                    <a:pt x="1497023" y="234910"/>
                  </a:lnTo>
                  <a:lnTo>
                    <a:pt x="1498095" y="234748"/>
                  </a:lnTo>
                  <a:lnTo>
                    <a:pt x="1499166" y="234585"/>
                  </a:lnTo>
                  <a:lnTo>
                    <a:pt x="1500238" y="234420"/>
                  </a:lnTo>
                  <a:lnTo>
                    <a:pt x="1501309" y="234254"/>
                  </a:lnTo>
                  <a:lnTo>
                    <a:pt x="1502381" y="234086"/>
                  </a:lnTo>
                  <a:lnTo>
                    <a:pt x="1503453" y="233917"/>
                  </a:lnTo>
                  <a:lnTo>
                    <a:pt x="1504524" y="233747"/>
                  </a:lnTo>
                  <a:lnTo>
                    <a:pt x="1505596" y="233576"/>
                  </a:lnTo>
                  <a:lnTo>
                    <a:pt x="1506667" y="233403"/>
                  </a:lnTo>
                  <a:lnTo>
                    <a:pt x="1507739" y="233228"/>
                  </a:lnTo>
                  <a:lnTo>
                    <a:pt x="1508811" y="233053"/>
                  </a:lnTo>
                  <a:lnTo>
                    <a:pt x="1509882" y="232876"/>
                  </a:lnTo>
                  <a:lnTo>
                    <a:pt x="1510954" y="232697"/>
                  </a:lnTo>
                  <a:lnTo>
                    <a:pt x="1512025" y="232517"/>
                  </a:lnTo>
                  <a:lnTo>
                    <a:pt x="1513097" y="232335"/>
                  </a:lnTo>
                  <a:lnTo>
                    <a:pt x="1514169" y="232152"/>
                  </a:lnTo>
                  <a:lnTo>
                    <a:pt x="1515240" y="231968"/>
                  </a:lnTo>
                  <a:lnTo>
                    <a:pt x="1516312" y="231782"/>
                  </a:lnTo>
                  <a:lnTo>
                    <a:pt x="1517383" y="231594"/>
                  </a:lnTo>
                  <a:lnTo>
                    <a:pt x="1518455" y="231405"/>
                  </a:lnTo>
                  <a:lnTo>
                    <a:pt x="1519527" y="231214"/>
                  </a:lnTo>
                  <a:lnTo>
                    <a:pt x="1520598" y="231022"/>
                  </a:lnTo>
                  <a:lnTo>
                    <a:pt x="1521670" y="230828"/>
                  </a:lnTo>
                  <a:lnTo>
                    <a:pt x="1522741" y="230633"/>
                  </a:lnTo>
                  <a:lnTo>
                    <a:pt x="1523813" y="230436"/>
                  </a:lnTo>
                  <a:lnTo>
                    <a:pt x="1524885" y="230237"/>
                  </a:lnTo>
                  <a:lnTo>
                    <a:pt x="1525956" y="230037"/>
                  </a:lnTo>
                  <a:lnTo>
                    <a:pt x="1527028" y="229835"/>
                  </a:lnTo>
                  <a:lnTo>
                    <a:pt x="1528099" y="229631"/>
                  </a:lnTo>
                  <a:lnTo>
                    <a:pt x="1529171" y="229426"/>
                  </a:lnTo>
                  <a:lnTo>
                    <a:pt x="1530243" y="229219"/>
                  </a:lnTo>
                  <a:lnTo>
                    <a:pt x="1531314" y="229010"/>
                  </a:lnTo>
                  <a:lnTo>
                    <a:pt x="1532386" y="228800"/>
                  </a:lnTo>
                  <a:lnTo>
                    <a:pt x="1533457" y="228588"/>
                  </a:lnTo>
                  <a:lnTo>
                    <a:pt x="1534529" y="228374"/>
                  </a:lnTo>
                  <a:lnTo>
                    <a:pt x="1535601" y="228158"/>
                  </a:lnTo>
                  <a:lnTo>
                    <a:pt x="1536672" y="227941"/>
                  </a:lnTo>
                  <a:lnTo>
                    <a:pt x="1537744" y="227722"/>
                  </a:lnTo>
                  <a:lnTo>
                    <a:pt x="1538815" y="227500"/>
                  </a:lnTo>
                  <a:lnTo>
                    <a:pt x="1539887" y="227278"/>
                  </a:lnTo>
                  <a:lnTo>
                    <a:pt x="1540959" y="227053"/>
                  </a:lnTo>
                  <a:lnTo>
                    <a:pt x="1542030" y="226826"/>
                  </a:lnTo>
                  <a:lnTo>
                    <a:pt x="1543102" y="226598"/>
                  </a:lnTo>
                  <a:lnTo>
                    <a:pt x="1544173" y="226367"/>
                  </a:lnTo>
                  <a:lnTo>
                    <a:pt x="1545245" y="226135"/>
                  </a:lnTo>
                  <a:lnTo>
                    <a:pt x="1546317" y="225901"/>
                  </a:lnTo>
                  <a:lnTo>
                    <a:pt x="1547388" y="225665"/>
                  </a:lnTo>
                  <a:lnTo>
                    <a:pt x="1548460" y="225427"/>
                  </a:lnTo>
                  <a:lnTo>
                    <a:pt x="1549531" y="225188"/>
                  </a:lnTo>
                  <a:lnTo>
                    <a:pt x="1550603" y="224946"/>
                  </a:lnTo>
                  <a:lnTo>
                    <a:pt x="1551675" y="224703"/>
                  </a:lnTo>
                  <a:lnTo>
                    <a:pt x="1552746" y="224458"/>
                  </a:lnTo>
                  <a:lnTo>
                    <a:pt x="1553818" y="224211"/>
                  </a:lnTo>
                  <a:lnTo>
                    <a:pt x="1554889" y="223963"/>
                  </a:lnTo>
                  <a:lnTo>
                    <a:pt x="1555961" y="223712"/>
                  </a:lnTo>
                  <a:lnTo>
                    <a:pt x="1557033" y="223460"/>
                  </a:lnTo>
                  <a:lnTo>
                    <a:pt x="1558104" y="223206"/>
                  </a:lnTo>
                  <a:lnTo>
                    <a:pt x="1559176" y="222950"/>
                  </a:lnTo>
                  <a:lnTo>
                    <a:pt x="1560247" y="222692"/>
                  </a:lnTo>
                  <a:lnTo>
                    <a:pt x="1561319" y="222433"/>
                  </a:lnTo>
                  <a:lnTo>
                    <a:pt x="1562391" y="222172"/>
                  </a:lnTo>
                  <a:lnTo>
                    <a:pt x="1563462" y="221909"/>
                  </a:lnTo>
                  <a:lnTo>
                    <a:pt x="1564534" y="221644"/>
                  </a:lnTo>
                  <a:lnTo>
                    <a:pt x="1565605" y="221378"/>
                  </a:lnTo>
                  <a:lnTo>
                    <a:pt x="1566677" y="221110"/>
                  </a:lnTo>
                  <a:lnTo>
                    <a:pt x="1567749" y="220840"/>
                  </a:lnTo>
                  <a:lnTo>
                    <a:pt x="1568820" y="220569"/>
                  </a:lnTo>
                  <a:lnTo>
                    <a:pt x="1569892" y="220295"/>
                  </a:lnTo>
                  <a:lnTo>
                    <a:pt x="1570963" y="220020"/>
                  </a:lnTo>
                  <a:lnTo>
                    <a:pt x="1572035" y="219744"/>
                  </a:lnTo>
                  <a:lnTo>
                    <a:pt x="1573107" y="219465"/>
                  </a:lnTo>
                  <a:lnTo>
                    <a:pt x="1574178" y="219185"/>
                  </a:lnTo>
                  <a:lnTo>
                    <a:pt x="1575250" y="218904"/>
                  </a:lnTo>
                  <a:lnTo>
                    <a:pt x="1576321" y="218620"/>
                  </a:lnTo>
                  <a:lnTo>
                    <a:pt x="1577393" y="218335"/>
                  </a:lnTo>
                  <a:lnTo>
                    <a:pt x="1578465" y="218049"/>
                  </a:lnTo>
                  <a:lnTo>
                    <a:pt x="1579536" y="217760"/>
                  </a:lnTo>
                  <a:lnTo>
                    <a:pt x="1580608" y="217470"/>
                  </a:lnTo>
                  <a:lnTo>
                    <a:pt x="1581679" y="217179"/>
                  </a:lnTo>
                  <a:lnTo>
                    <a:pt x="1582751" y="216885"/>
                  </a:lnTo>
                  <a:lnTo>
                    <a:pt x="1583823" y="216590"/>
                  </a:lnTo>
                  <a:lnTo>
                    <a:pt x="1584894" y="216294"/>
                  </a:lnTo>
                  <a:lnTo>
                    <a:pt x="1585966" y="215996"/>
                  </a:lnTo>
                  <a:lnTo>
                    <a:pt x="1587037" y="215696"/>
                  </a:lnTo>
                  <a:lnTo>
                    <a:pt x="1588109" y="215395"/>
                  </a:lnTo>
                  <a:lnTo>
                    <a:pt x="1589181" y="215092"/>
                  </a:lnTo>
                  <a:lnTo>
                    <a:pt x="1590252" y="214787"/>
                  </a:lnTo>
                  <a:lnTo>
                    <a:pt x="1591324" y="214481"/>
                  </a:lnTo>
                  <a:lnTo>
                    <a:pt x="1592395" y="214173"/>
                  </a:lnTo>
                  <a:lnTo>
                    <a:pt x="1593467" y="213864"/>
                  </a:lnTo>
                  <a:lnTo>
                    <a:pt x="1594539" y="213553"/>
                  </a:lnTo>
                  <a:lnTo>
                    <a:pt x="1595610" y="213241"/>
                  </a:lnTo>
                  <a:lnTo>
                    <a:pt x="1596682" y="212927"/>
                  </a:lnTo>
                  <a:lnTo>
                    <a:pt x="1597753" y="212612"/>
                  </a:lnTo>
                  <a:lnTo>
                    <a:pt x="1598825" y="212295"/>
                  </a:lnTo>
                  <a:lnTo>
                    <a:pt x="1599896" y="211976"/>
                  </a:lnTo>
                  <a:lnTo>
                    <a:pt x="1600968" y="211656"/>
                  </a:lnTo>
                  <a:lnTo>
                    <a:pt x="1602040" y="211334"/>
                  </a:lnTo>
                  <a:lnTo>
                    <a:pt x="1603111" y="211011"/>
                  </a:lnTo>
                  <a:lnTo>
                    <a:pt x="1604183" y="210687"/>
                  </a:lnTo>
                  <a:lnTo>
                    <a:pt x="1605254" y="210361"/>
                  </a:lnTo>
                  <a:lnTo>
                    <a:pt x="1606326" y="210033"/>
                  </a:lnTo>
                  <a:lnTo>
                    <a:pt x="1607398" y="209704"/>
                  </a:lnTo>
                  <a:lnTo>
                    <a:pt x="1608469" y="209374"/>
                  </a:lnTo>
                  <a:lnTo>
                    <a:pt x="1609541" y="209042"/>
                  </a:lnTo>
                  <a:lnTo>
                    <a:pt x="1610612" y="208708"/>
                  </a:lnTo>
                  <a:lnTo>
                    <a:pt x="1611684" y="208373"/>
                  </a:lnTo>
                  <a:lnTo>
                    <a:pt x="1612756" y="208037"/>
                  </a:lnTo>
                  <a:lnTo>
                    <a:pt x="1613827" y="207699"/>
                  </a:lnTo>
                  <a:lnTo>
                    <a:pt x="1614899" y="207360"/>
                  </a:lnTo>
                  <a:lnTo>
                    <a:pt x="1615970" y="207019"/>
                  </a:lnTo>
                  <a:lnTo>
                    <a:pt x="1617042" y="206677"/>
                  </a:lnTo>
                  <a:lnTo>
                    <a:pt x="1618114" y="206334"/>
                  </a:lnTo>
                  <a:lnTo>
                    <a:pt x="1619185" y="205989"/>
                  </a:lnTo>
                  <a:lnTo>
                    <a:pt x="1620257" y="205643"/>
                  </a:lnTo>
                  <a:lnTo>
                    <a:pt x="1621328" y="205295"/>
                  </a:lnTo>
                  <a:lnTo>
                    <a:pt x="1622400" y="204946"/>
                  </a:lnTo>
                  <a:lnTo>
                    <a:pt x="1623472" y="204595"/>
                  </a:lnTo>
                  <a:lnTo>
                    <a:pt x="1624543" y="204244"/>
                  </a:lnTo>
                  <a:lnTo>
                    <a:pt x="1625615" y="203890"/>
                  </a:lnTo>
                  <a:lnTo>
                    <a:pt x="1626686" y="203536"/>
                  </a:lnTo>
                  <a:lnTo>
                    <a:pt x="1627758" y="203180"/>
                  </a:lnTo>
                  <a:lnTo>
                    <a:pt x="1628830" y="202823"/>
                  </a:lnTo>
                  <a:lnTo>
                    <a:pt x="1629901" y="202464"/>
                  </a:lnTo>
                  <a:lnTo>
                    <a:pt x="1630973" y="202104"/>
                  </a:lnTo>
                  <a:lnTo>
                    <a:pt x="1632044" y="201743"/>
                  </a:lnTo>
                  <a:lnTo>
                    <a:pt x="1633116" y="201380"/>
                  </a:lnTo>
                  <a:lnTo>
                    <a:pt x="1634188" y="201016"/>
                  </a:lnTo>
                  <a:lnTo>
                    <a:pt x="1635259" y="200651"/>
                  </a:lnTo>
                  <a:lnTo>
                    <a:pt x="1636331" y="200284"/>
                  </a:lnTo>
                  <a:lnTo>
                    <a:pt x="1637402" y="199916"/>
                  </a:lnTo>
                  <a:lnTo>
                    <a:pt x="1638474" y="199547"/>
                  </a:lnTo>
                  <a:lnTo>
                    <a:pt x="1639546" y="199177"/>
                  </a:lnTo>
                  <a:lnTo>
                    <a:pt x="1640617" y="198805"/>
                  </a:lnTo>
                  <a:lnTo>
                    <a:pt x="1641689" y="198432"/>
                  </a:lnTo>
                  <a:lnTo>
                    <a:pt x="1642760" y="198058"/>
                  </a:lnTo>
                  <a:lnTo>
                    <a:pt x="1643832" y="197683"/>
                  </a:lnTo>
                  <a:lnTo>
                    <a:pt x="1644904" y="197306"/>
                  </a:lnTo>
                  <a:lnTo>
                    <a:pt x="1645975" y="196928"/>
                  </a:lnTo>
                  <a:lnTo>
                    <a:pt x="1647047" y="196549"/>
                  </a:lnTo>
                  <a:lnTo>
                    <a:pt x="1648118" y="196168"/>
                  </a:lnTo>
                  <a:lnTo>
                    <a:pt x="1649190" y="195787"/>
                  </a:lnTo>
                  <a:lnTo>
                    <a:pt x="1650262" y="195404"/>
                  </a:lnTo>
                  <a:lnTo>
                    <a:pt x="1651333" y="195020"/>
                  </a:lnTo>
                  <a:lnTo>
                    <a:pt x="1652405" y="194634"/>
                  </a:lnTo>
                  <a:lnTo>
                    <a:pt x="1653476" y="194248"/>
                  </a:lnTo>
                  <a:lnTo>
                    <a:pt x="1654548" y="193860"/>
                  </a:lnTo>
                  <a:lnTo>
                    <a:pt x="1655620" y="193471"/>
                  </a:lnTo>
                  <a:lnTo>
                    <a:pt x="1656691" y="193081"/>
                  </a:lnTo>
                  <a:lnTo>
                    <a:pt x="1657763" y="192690"/>
                  </a:lnTo>
                  <a:lnTo>
                    <a:pt x="1658834" y="192298"/>
                  </a:lnTo>
                  <a:lnTo>
                    <a:pt x="1659906" y="191904"/>
                  </a:lnTo>
                  <a:lnTo>
                    <a:pt x="1660978" y="191509"/>
                  </a:lnTo>
                  <a:lnTo>
                    <a:pt x="1662049" y="191113"/>
                  </a:lnTo>
                  <a:lnTo>
                    <a:pt x="1663121" y="190717"/>
                  </a:lnTo>
                  <a:lnTo>
                    <a:pt x="1664192" y="190318"/>
                  </a:lnTo>
                  <a:lnTo>
                    <a:pt x="1665264" y="189919"/>
                  </a:lnTo>
                  <a:lnTo>
                    <a:pt x="1666336" y="189519"/>
                  </a:lnTo>
                  <a:lnTo>
                    <a:pt x="1667407" y="189117"/>
                  </a:lnTo>
                  <a:lnTo>
                    <a:pt x="1668479" y="188715"/>
                  </a:lnTo>
                  <a:lnTo>
                    <a:pt x="1669550" y="188311"/>
                  </a:lnTo>
                  <a:lnTo>
                    <a:pt x="1670622" y="187907"/>
                  </a:lnTo>
                  <a:lnTo>
                    <a:pt x="1671694" y="187501"/>
                  </a:lnTo>
                  <a:lnTo>
                    <a:pt x="1672765" y="187094"/>
                  </a:lnTo>
                  <a:lnTo>
                    <a:pt x="1673837" y="186686"/>
                  </a:lnTo>
                  <a:lnTo>
                    <a:pt x="1674908" y="186277"/>
                  </a:lnTo>
                  <a:lnTo>
                    <a:pt x="1675980" y="185867"/>
                  </a:lnTo>
                  <a:lnTo>
                    <a:pt x="1677052" y="185456"/>
                  </a:lnTo>
                  <a:lnTo>
                    <a:pt x="1678123" y="185044"/>
                  </a:lnTo>
                  <a:lnTo>
                    <a:pt x="1679195" y="184630"/>
                  </a:lnTo>
                  <a:lnTo>
                    <a:pt x="1680266" y="184216"/>
                  </a:lnTo>
                  <a:lnTo>
                    <a:pt x="1681338" y="183801"/>
                  </a:lnTo>
                  <a:lnTo>
                    <a:pt x="1682410" y="183385"/>
                  </a:lnTo>
                  <a:lnTo>
                    <a:pt x="1683481" y="182967"/>
                  </a:lnTo>
                  <a:lnTo>
                    <a:pt x="1684553" y="182549"/>
                  </a:lnTo>
                  <a:lnTo>
                    <a:pt x="1685624" y="182130"/>
                  </a:lnTo>
                  <a:lnTo>
                    <a:pt x="1686696" y="181710"/>
                  </a:lnTo>
                  <a:lnTo>
                    <a:pt x="1687768" y="181288"/>
                  </a:lnTo>
                  <a:lnTo>
                    <a:pt x="1688839" y="180866"/>
                  </a:lnTo>
                  <a:lnTo>
                    <a:pt x="1689911" y="180443"/>
                  </a:lnTo>
                  <a:lnTo>
                    <a:pt x="1690982" y="180019"/>
                  </a:lnTo>
                  <a:lnTo>
                    <a:pt x="1692054" y="179594"/>
                  </a:lnTo>
                  <a:lnTo>
                    <a:pt x="1693126" y="179168"/>
                  </a:lnTo>
                  <a:lnTo>
                    <a:pt x="1694197" y="178741"/>
                  </a:lnTo>
                  <a:lnTo>
                    <a:pt x="1695269" y="178313"/>
                  </a:lnTo>
                  <a:lnTo>
                    <a:pt x="1696340" y="177884"/>
                  </a:lnTo>
                  <a:lnTo>
                    <a:pt x="1697412" y="177455"/>
                  </a:lnTo>
                  <a:lnTo>
                    <a:pt x="1698484" y="177024"/>
                  </a:lnTo>
                  <a:lnTo>
                    <a:pt x="1699555" y="176592"/>
                  </a:lnTo>
                  <a:lnTo>
                    <a:pt x="1700627" y="176160"/>
                  </a:lnTo>
                  <a:lnTo>
                    <a:pt x="1701698" y="175727"/>
                  </a:lnTo>
                  <a:lnTo>
                    <a:pt x="1702770" y="175292"/>
                  </a:lnTo>
                  <a:lnTo>
                    <a:pt x="1703842" y="174857"/>
                  </a:lnTo>
                  <a:lnTo>
                    <a:pt x="1704913" y="174421"/>
                  </a:lnTo>
                  <a:lnTo>
                    <a:pt x="1705985" y="173985"/>
                  </a:lnTo>
                  <a:lnTo>
                    <a:pt x="1707056" y="173547"/>
                  </a:lnTo>
                  <a:lnTo>
                    <a:pt x="1708128" y="173108"/>
                  </a:lnTo>
                  <a:lnTo>
                    <a:pt x="1709200" y="172669"/>
                  </a:lnTo>
                  <a:lnTo>
                    <a:pt x="1710271" y="172229"/>
                  </a:lnTo>
                  <a:lnTo>
                    <a:pt x="1711343" y="171788"/>
                  </a:lnTo>
                  <a:lnTo>
                    <a:pt x="1712414" y="171346"/>
                  </a:lnTo>
                  <a:lnTo>
                    <a:pt x="1713486" y="170903"/>
                  </a:lnTo>
                  <a:lnTo>
                    <a:pt x="1714558" y="170460"/>
                  </a:lnTo>
                  <a:lnTo>
                    <a:pt x="1715629" y="170016"/>
                  </a:lnTo>
                  <a:lnTo>
                    <a:pt x="1716701" y="169571"/>
                  </a:lnTo>
                  <a:lnTo>
                    <a:pt x="1717772" y="169125"/>
                  </a:lnTo>
                  <a:lnTo>
                    <a:pt x="1718844" y="168678"/>
                  </a:lnTo>
                  <a:lnTo>
                    <a:pt x="1719916" y="168231"/>
                  </a:lnTo>
                  <a:lnTo>
                    <a:pt x="1720987" y="167783"/>
                  </a:lnTo>
                  <a:lnTo>
                    <a:pt x="1722059" y="167334"/>
                  </a:lnTo>
                  <a:lnTo>
                    <a:pt x="1723130" y="166884"/>
                  </a:lnTo>
                  <a:lnTo>
                    <a:pt x="1724202" y="166434"/>
                  </a:lnTo>
                  <a:lnTo>
                    <a:pt x="1725274" y="165983"/>
                  </a:lnTo>
                  <a:lnTo>
                    <a:pt x="1726345" y="165531"/>
                  </a:lnTo>
                  <a:lnTo>
                    <a:pt x="1727417" y="165078"/>
                  </a:lnTo>
                  <a:lnTo>
                    <a:pt x="1728488" y="164625"/>
                  </a:lnTo>
                  <a:lnTo>
                    <a:pt x="1729560" y="164171"/>
                  </a:lnTo>
                  <a:lnTo>
                    <a:pt x="1730632" y="163716"/>
                  </a:lnTo>
                  <a:lnTo>
                    <a:pt x="1731703" y="163261"/>
                  </a:lnTo>
                  <a:lnTo>
                    <a:pt x="1732775" y="162805"/>
                  </a:lnTo>
                  <a:lnTo>
                    <a:pt x="1733846" y="162348"/>
                  </a:lnTo>
                  <a:lnTo>
                    <a:pt x="1734918" y="161890"/>
                  </a:lnTo>
                  <a:lnTo>
                    <a:pt x="1735990" y="161432"/>
                  </a:lnTo>
                  <a:lnTo>
                    <a:pt x="1737061" y="160973"/>
                  </a:lnTo>
                  <a:lnTo>
                    <a:pt x="1738133" y="160514"/>
                  </a:lnTo>
                  <a:lnTo>
                    <a:pt x="1739204" y="160054"/>
                  </a:lnTo>
                  <a:lnTo>
                    <a:pt x="1740276" y="159593"/>
                  </a:lnTo>
                  <a:lnTo>
                    <a:pt x="1741348" y="159132"/>
                  </a:lnTo>
                  <a:lnTo>
                    <a:pt x="1742419" y="158670"/>
                  </a:lnTo>
                  <a:lnTo>
                    <a:pt x="1743491" y="158208"/>
                  </a:lnTo>
                  <a:lnTo>
                    <a:pt x="1744562" y="157744"/>
                  </a:lnTo>
                  <a:lnTo>
                    <a:pt x="1745634" y="157281"/>
                  </a:lnTo>
                  <a:lnTo>
                    <a:pt x="1746706" y="156816"/>
                  </a:lnTo>
                  <a:lnTo>
                    <a:pt x="1747777" y="156351"/>
                  </a:lnTo>
                  <a:lnTo>
                    <a:pt x="1748849" y="155886"/>
                  </a:lnTo>
                  <a:lnTo>
                    <a:pt x="1749920" y="155420"/>
                  </a:lnTo>
                  <a:lnTo>
                    <a:pt x="1750992" y="154953"/>
                  </a:lnTo>
                  <a:lnTo>
                    <a:pt x="1752064" y="154486"/>
                  </a:lnTo>
                  <a:lnTo>
                    <a:pt x="1753135" y="154018"/>
                  </a:lnTo>
                  <a:lnTo>
                    <a:pt x="1754207" y="153550"/>
                  </a:lnTo>
                  <a:lnTo>
                    <a:pt x="1755278" y="153081"/>
                  </a:lnTo>
                  <a:lnTo>
                    <a:pt x="1756350" y="152612"/>
                  </a:lnTo>
                  <a:lnTo>
                    <a:pt x="1757422" y="152142"/>
                  </a:lnTo>
                  <a:lnTo>
                    <a:pt x="1758493" y="151671"/>
                  </a:lnTo>
                  <a:lnTo>
                    <a:pt x="1759565" y="151200"/>
                  </a:lnTo>
                  <a:lnTo>
                    <a:pt x="1760636" y="150729"/>
                  </a:lnTo>
                  <a:lnTo>
                    <a:pt x="1761708" y="150257"/>
                  </a:lnTo>
                  <a:lnTo>
                    <a:pt x="1762780" y="149785"/>
                  </a:lnTo>
                  <a:lnTo>
                    <a:pt x="1763851" y="149312"/>
                  </a:lnTo>
                  <a:lnTo>
                    <a:pt x="1764923" y="148838"/>
                  </a:lnTo>
                  <a:lnTo>
                    <a:pt x="1765994" y="148365"/>
                  </a:lnTo>
                  <a:lnTo>
                    <a:pt x="1767066" y="147890"/>
                  </a:lnTo>
                  <a:lnTo>
                    <a:pt x="1768138" y="147416"/>
                  </a:lnTo>
                  <a:lnTo>
                    <a:pt x="1769209" y="146941"/>
                  </a:lnTo>
                  <a:lnTo>
                    <a:pt x="1770281" y="146465"/>
                  </a:lnTo>
                  <a:lnTo>
                    <a:pt x="1771352" y="145989"/>
                  </a:lnTo>
                  <a:lnTo>
                    <a:pt x="1772424" y="145513"/>
                  </a:lnTo>
                  <a:lnTo>
                    <a:pt x="1773496" y="145036"/>
                  </a:lnTo>
                  <a:lnTo>
                    <a:pt x="1774567" y="144559"/>
                  </a:lnTo>
                  <a:lnTo>
                    <a:pt x="1775639" y="144081"/>
                  </a:lnTo>
                  <a:lnTo>
                    <a:pt x="1776710" y="143603"/>
                  </a:lnTo>
                  <a:lnTo>
                    <a:pt x="1777782" y="143125"/>
                  </a:lnTo>
                  <a:lnTo>
                    <a:pt x="1778853" y="142646"/>
                  </a:lnTo>
                  <a:lnTo>
                    <a:pt x="1779925" y="142167"/>
                  </a:lnTo>
                  <a:lnTo>
                    <a:pt x="1780997" y="141687"/>
                  </a:lnTo>
                  <a:lnTo>
                    <a:pt x="1782068" y="141207"/>
                  </a:lnTo>
                  <a:lnTo>
                    <a:pt x="1783140" y="140727"/>
                  </a:lnTo>
                  <a:lnTo>
                    <a:pt x="1784211" y="140247"/>
                  </a:lnTo>
                  <a:lnTo>
                    <a:pt x="1785283" y="139766"/>
                  </a:lnTo>
                  <a:lnTo>
                    <a:pt x="1786355" y="139285"/>
                  </a:lnTo>
                  <a:lnTo>
                    <a:pt x="1787426" y="138803"/>
                  </a:lnTo>
                  <a:lnTo>
                    <a:pt x="1788498" y="138321"/>
                  </a:lnTo>
                  <a:lnTo>
                    <a:pt x="1789569" y="137839"/>
                  </a:lnTo>
                  <a:lnTo>
                    <a:pt x="1790641" y="137357"/>
                  </a:lnTo>
                  <a:lnTo>
                    <a:pt x="1791713" y="136874"/>
                  </a:lnTo>
                  <a:lnTo>
                    <a:pt x="1792784" y="136391"/>
                  </a:lnTo>
                  <a:lnTo>
                    <a:pt x="1793856" y="135908"/>
                  </a:lnTo>
                  <a:lnTo>
                    <a:pt x="1794927" y="135425"/>
                  </a:lnTo>
                  <a:lnTo>
                    <a:pt x="1795999" y="134941"/>
                  </a:lnTo>
                  <a:lnTo>
                    <a:pt x="1797071" y="134457"/>
                  </a:lnTo>
                  <a:lnTo>
                    <a:pt x="1798142" y="133973"/>
                  </a:lnTo>
                  <a:lnTo>
                    <a:pt x="1799214" y="133488"/>
                  </a:lnTo>
                  <a:lnTo>
                    <a:pt x="1800285" y="133004"/>
                  </a:lnTo>
                  <a:lnTo>
                    <a:pt x="1801357" y="132519"/>
                  </a:lnTo>
                  <a:lnTo>
                    <a:pt x="1802429" y="132034"/>
                  </a:lnTo>
                  <a:lnTo>
                    <a:pt x="1803500" y="131548"/>
                  </a:lnTo>
                  <a:lnTo>
                    <a:pt x="1804572" y="131063"/>
                  </a:lnTo>
                  <a:lnTo>
                    <a:pt x="1805643" y="130577"/>
                  </a:lnTo>
                  <a:lnTo>
                    <a:pt x="1806715" y="130091"/>
                  </a:lnTo>
                  <a:lnTo>
                    <a:pt x="1807787" y="129605"/>
                  </a:lnTo>
                  <a:lnTo>
                    <a:pt x="1808858" y="129119"/>
                  </a:lnTo>
                  <a:lnTo>
                    <a:pt x="1809930" y="128633"/>
                  </a:lnTo>
                  <a:lnTo>
                    <a:pt x="1811001" y="128146"/>
                  </a:lnTo>
                  <a:lnTo>
                    <a:pt x="1812073" y="127660"/>
                  </a:lnTo>
                  <a:lnTo>
                    <a:pt x="1813145" y="127173"/>
                  </a:lnTo>
                  <a:lnTo>
                    <a:pt x="1814216" y="126686"/>
                  </a:lnTo>
                  <a:lnTo>
                    <a:pt x="1815288" y="126199"/>
                  </a:lnTo>
                  <a:lnTo>
                    <a:pt x="1816359" y="125712"/>
                  </a:lnTo>
                  <a:lnTo>
                    <a:pt x="1817431" y="125225"/>
                  </a:lnTo>
                  <a:lnTo>
                    <a:pt x="1818503" y="124737"/>
                  </a:lnTo>
                  <a:lnTo>
                    <a:pt x="1819574" y="124250"/>
                  </a:lnTo>
                  <a:lnTo>
                    <a:pt x="1820646" y="123763"/>
                  </a:lnTo>
                  <a:lnTo>
                    <a:pt x="1821717" y="123275"/>
                  </a:lnTo>
                  <a:lnTo>
                    <a:pt x="1822789" y="122787"/>
                  </a:lnTo>
                  <a:lnTo>
                    <a:pt x="1823861" y="122300"/>
                  </a:lnTo>
                  <a:lnTo>
                    <a:pt x="1824932" y="121812"/>
                  </a:lnTo>
                  <a:lnTo>
                    <a:pt x="1826004" y="121324"/>
                  </a:lnTo>
                  <a:lnTo>
                    <a:pt x="1827075" y="120837"/>
                  </a:lnTo>
                  <a:lnTo>
                    <a:pt x="1828147" y="120349"/>
                  </a:lnTo>
                  <a:lnTo>
                    <a:pt x="1829219" y="119861"/>
                  </a:lnTo>
                  <a:lnTo>
                    <a:pt x="1830290" y="119373"/>
                  </a:lnTo>
                  <a:lnTo>
                    <a:pt x="1831362" y="118885"/>
                  </a:lnTo>
                  <a:lnTo>
                    <a:pt x="1832433" y="118398"/>
                  </a:lnTo>
                  <a:lnTo>
                    <a:pt x="1833505" y="117910"/>
                  </a:lnTo>
                  <a:lnTo>
                    <a:pt x="1834577" y="117422"/>
                  </a:lnTo>
                  <a:lnTo>
                    <a:pt x="1835648" y="116934"/>
                  </a:lnTo>
                  <a:lnTo>
                    <a:pt x="1836720" y="116447"/>
                  </a:lnTo>
                  <a:lnTo>
                    <a:pt x="1837791" y="115959"/>
                  </a:lnTo>
                  <a:lnTo>
                    <a:pt x="1838863" y="115471"/>
                  </a:lnTo>
                  <a:lnTo>
                    <a:pt x="1839935" y="114984"/>
                  </a:lnTo>
                  <a:lnTo>
                    <a:pt x="1841006" y="114496"/>
                  </a:lnTo>
                  <a:lnTo>
                    <a:pt x="1842078" y="114009"/>
                  </a:lnTo>
                  <a:lnTo>
                    <a:pt x="1843149" y="113522"/>
                  </a:lnTo>
                  <a:lnTo>
                    <a:pt x="1844221" y="113034"/>
                  </a:lnTo>
                  <a:lnTo>
                    <a:pt x="1845293" y="112547"/>
                  </a:lnTo>
                  <a:lnTo>
                    <a:pt x="1846364" y="112060"/>
                  </a:lnTo>
                  <a:lnTo>
                    <a:pt x="1847436" y="111573"/>
                  </a:lnTo>
                  <a:lnTo>
                    <a:pt x="1848507" y="111087"/>
                  </a:lnTo>
                  <a:lnTo>
                    <a:pt x="1849579" y="110600"/>
                  </a:lnTo>
                  <a:lnTo>
                    <a:pt x="1850651" y="110114"/>
                  </a:lnTo>
                  <a:lnTo>
                    <a:pt x="1851722" y="109627"/>
                  </a:lnTo>
                  <a:lnTo>
                    <a:pt x="1852794" y="109141"/>
                  </a:lnTo>
                  <a:lnTo>
                    <a:pt x="1853865" y="108655"/>
                  </a:lnTo>
                  <a:lnTo>
                    <a:pt x="1854937" y="108169"/>
                  </a:lnTo>
                  <a:lnTo>
                    <a:pt x="1856009" y="107684"/>
                  </a:lnTo>
                  <a:lnTo>
                    <a:pt x="1857080" y="107198"/>
                  </a:lnTo>
                  <a:lnTo>
                    <a:pt x="1858152" y="106713"/>
                  </a:lnTo>
                  <a:lnTo>
                    <a:pt x="1859223" y="106228"/>
                  </a:lnTo>
                  <a:lnTo>
                    <a:pt x="1860295" y="105743"/>
                  </a:lnTo>
                  <a:lnTo>
                    <a:pt x="1861367" y="105258"/>
                  </a:lnTo>
                  <a:lnTo>
                    <a:pt x="1862438" y="104774"/>
                  </a:lnTo>
                  <a:lnTo>
                    <a:pt x="1863510" y="104290"/>
                  </a:lnTo>
                  <a:lnTo>
                    <a:pt x="1864581" y="103806"/>
                  </a:lnTo>
                  <a:lnTo>
                    <a:pt x="1865653" y="103322"/>
                  </a:lnTo>
                  <a:lnTo>
                    <a:pt x="1866725" y="102839"/>
                  </a:lnTo>
                  <a:lnTo>
                    <a:pt x="1867796" y="102356"/>
                  </a:lnTo>
                  <a:lnTo>
                    <a:pt x="1868868" y="101873"/>
                  </a:lnTo>
                  <a:lnTo>
                    <a:pt x="1869939" y="101390"/>
                  </a:lnTo>
                  <a:lnTo>
                    <a:pt x="1871011" y="100908"/>
                  </a:lnTo>
                  <a:lnTo>
                    <a:pt x="1872083" y="100426"/>
                  </a:lnTo>
                  <a:lnTo>
                    <a:pt x="1873154" y="99944"/>
                  </a:lnTo>
                  <a:lnTo>
                    <a:pt x="1874226" y="99463"/>
                  </a:lnTo>
                  <a:lnTo>
                    <a:pt x="1875297" y="98982"/>
                  </a:lnTo>
                  <a:lnTo>
                    <a:pt x="1876369" y="98501"/>
                  </a:lnTo>
                  <a:lnTo>
                    <a:pt x="1877441" y="98021"/>
                  </a:lnTo>
                  <a:lnTo>
                    <a:pt x="1878512" y="97541"/>
                  </a:lnTo>
                  <a:lnTo>
                    <a:pt x="1879584" y="97061"/>
                  </a:lnTo>
                  <a:lnTo>
                    <a:pt x="1880655" y="96582"/>
                  </a:lnTo>
                  <a:lnTo>
                    <a:pt x="1881727" y="96103"/>
                  </a:lnTo>
                  <a:lnTo>
                    <a:pt x="1882799" y="95625"/>
                  </a:lnTo>
                  <a:lnTo>
                    <a:pt x="1883870" y="95147"/>
                  </a:lnTo>
                  <a:lnTo>
                    <a:pt x="1884942" y="94669"/>
                  </a:lnTo>
                  <a:lnTo>
                    <a:pt x="1886013" y="94192"/>
                  </a:lnTo>
                  <a:lnTo>
                    <a:pt x="1887085" y="93715"/>
                  </a:lnTo>
                  <a:lnTo>
                    <a:pt x="1888157" y="93238"/>
                  </a:lnTo>
                  <a:lnTo>
                    <a:pt x="1889228" y="92762"/>
                  </a:lnTo>
                  <a:lnTo>
                    <a:pt x="1890300" y="92287"/>
                  </a:lnTo>
                  <a:lnTo>
                    <a:pt x="1891371" y="91812"/>
                  </a:lnTo>
                  <a:lnTo>
                    <a:pt x="1892443" y="91337"/>
                  </a:lnTo>
                  <a:lnTo>
                    <a:pt x="1893515" y="90863"/>
                  </a:lnTo>
                  <a:lnTo>
                    <a:pt x="1894586" y="90389"/>
                  </a:lnTo>
                  <a:lnTo>
                    <a:pt x="1895658" y="89916"/>
                  </a:lnTo>
                  <a:lnTo>
                    <a:pt x="1896729" y="89443"/>
                  </a:lnTo>
                  <a:lnTo>
                    <a:pt x="1897801" y="88971"/>
                  </a:lnTo>
                  <a:lnTo>
                    <a:pt x="1898873" y="88499"/>
                  </a:lnTo>
                  <a:lnTo>
                    <a:pt x="1899944" y="88028"/>
                  </a:lnTo>
                  <a:lnTo>
                    <a:pt x="1901016" y="87557"/>
                  </a:lnTo>
                  <a:lnTo>
                    <a:pt x="1902087" y="87087"/>
                  </a:lnTo>
                  <a:lnTo>
                    <a:pt x="1903159" y="86618"/>
                  </a:lnTo>
                  <a:lnTo>
                    <a:pt x="1904231" y="86148"/>
                  </a:lnTo>
                  <a:lnTo>
                    <a:pt x="1905302" y="85680"/>
                  </a:lnTo>
                  <a:lnTo>
                    <a:pt x="1906374" y="85212"/>
                  </a:lnTo>
                  <a:lnTo>
                    <a:pt x="1907445" y="84745"/>
                  </a:lnTo>
                  <a:lnTo>
                    <a:pt x="1908517" y="84278"/>
                  </a:lnTo>
                  <a:lnTo>
                    <a:pt x="1909589" y="83812"/>
                  </a:lnTo>
                  <a:lnTo>
                    <a:pt x="1910660" y="83346"/>
                  </a:lnTo>
                  <a:lnTo>
                    <a:pt x="1911732" y="82881"/>
                  </a:lnTo>
                  <a:lnTo>
                    <a:pt x="1912803" y="82417"/>
                  </a:lnTo>
                  <a:lnTo>
                    <a:pt x="1913875" y="81953"/>
                  </a:lnTo>
                  <a:lnTo>
                    <a:pt x="1914947" y="81490"/>
                  </a:lnTo>
                  <a:lnTo>
                    <a:pt x="1916018" y="81027"/>
                  </a:lnTo>
                  <a:lnTo>
                    <a:pt x="1917090" y="80565"/>
                  </a:lnTo>
                  <a:lnTo>
                    <a:pt x="1918161" y="80104"/>
                  </a:lnTo>
                  <a:lnTo>
                    <a:pt x="1919233" y="79644"/>
                  </a:lnTo>
                  <a:lnTo>
                    <a:pt x="1920305" y="79184"/>
                  </a:lnTo>
                  <a:lnTo>
                    <a:pt x="1921376" y="78725"/>
                  </a:lnTo>
                  <a:lnTo>
                    <a:pt x="1922448" y="78266"/>
                  </a:lnTo>
                  <a:lnTo>
                    <a:pt x="1923519" y="77809"/>
                  </a:lnTo>
                  <a:lnTo>
                    <a:pt x="1924591" y="77351"/>
                  </a:lnTo>
                  <a:lnTo>
                    <a:pt x="1925663" y="76895"/>
                  </a:lnTo>
                  <a:lnTo>
                    <a:pt x="1926734" y="76440"/>
                  </a:lnTo>
                  <a:lnTo>
                    <a:pt x="1927806" y="75985"/>
                  </a:lnTo>
                  <a:lnTo>
                    <a:pt x="1928877" y="75531"/>
                  </a:lnTo>
                  <a:lnTo>
                    <a:pt x="1929949" y="75077"/>
                  </a:lnTo>
                  <a:lnTo>
                    <a:pt x="1931021" y="74625"/>
                  </a:lnTo>
                  <a:lnTo>
                    <a:pt x="1932092" y="74173"/>
                  </a:lnTo>
                  <a:lnTo>
                    <a:pt x="1933164" y="73722"/>
                  </a:lnTo>
                  <a:lnTo>
                    <a:pt x="1934235" y="73271"/>
                  </a:lnTo>
                  <a:lnTo>
                    <a:pt x="1935307" y="72822"/>
                  </a:lnTo>
                  <a:lnTo>
                    <a:pt x="1936379" y="72373"/>
                  </a:lnTo>
                  <a:lnTo>
                    <a:pt x="1937450" y="71925"/>
                  </a:lnTo>
                  <a:lnTo>
                    <a:pt x="1938522" y="71478"/>
                  </a:lnTo>
                  <a:lnTo>
                    <a:pt x="1939593" y="71032"/>
                  </a:lnTo>
                  <a:lnTo>
                    <a:pt x="1940665" y="70587"/>
                  </a:lnTo>
                  <a:lnTo>
                    <a:pt x="1941737" y="70142"/>
                  </a:lnTo>
                  <a:lnTo>
                    <a:pt x="1942808" y="69698"/>
                  </a:lnTo>
                  <a:lnTo>
                    <a:pt x="1943880" y="69256"/>
                  </a:lnTo>
                  <a:lnTo>
                    <a:pt x="1944951" y="68814"/>
                  </a:lnTo>
                  <a:lnTo>
                    <a:pt x="1946023" y="68373"/>
                  </a:lnTo>
                  <a:lnTo>
                    <a:pt x="1947095" y="67932"/>
                  </a:lnTo>
                  <a:lnTo>
                    <a:pt x="1948166" y="67493"/>
                  </a:lnTo>
                  <a:lnTo>
                    <a:pt x="1949238" y="67055"/>
                  </a:lnTo>
                  <a:lnTo>
                    <a:pt x="1950309" y="66617"/>
                  </a:lnTo>
                  <a:lnTo>
                    <a:pt x="1951381" y="66181"/>
                  </a:lnTo>
                  <a:lnTo>
                    <a:pt x="1952453" y="65745"/>
                  </a:lnTo>
                  <a:lnTo>
                    <a:pt x="1953524" y="65310"/>
                  </a:lnTo>
                  <a:lnTo>
                    <a:pt x="1954596" y="64877"/>
                  </a:lnTo>
                  <a:lnTo>
                    <a:pt x="1955667" y="64444"/>
                  </a:lnTo>
                  <a:lnTo>
                    <a:pt x="1956739" y="64012"/>
                  </a:lnTo>
                  <a:lnTo>
                    <a:pt x="1957810" y="63581"/>
                  </a:lnTo>
                  <a:lnTo>
                    <a:pt x="1958882" y="63151"/>
                  </a:lnTo>
                  <a:lnTo>
                    <a:pt x="1959954" y="62723"/>
                  </a:lnTo>
                  <a:lnTo>
                    <a:pt x="1961025" y="62295"/>
                  </a:lnTo>
                  <a:lnTo>
                    <a:pt x="1962097" y="61868"/>
                  </a:lnTo>
                  <a:lnTo>
                    <a:pt x="1963168" y="61442"/>
                  </a:lnTo>
                  <a:lnTo>
                    <a:pt x="1964240" y="61017"/>
                  </a:lnTo>
                  <a:lnTo>
                    <a:pt x="1965312" y="60593"/>
                  </a:lnTo>
                  <a:lnTo>
                    <a:pt x="1966383" y="60171"/>
                  </a:lnTo>
                  <a:lnTo>
                    <a:pt x="1967455" y="59749"/>
                  </a:lnTo>
                  <a:lnTo>
                    <a:pt x="1968526" y="59329"/>
                  </a:lnTo>
                  <a:lnTo>
                    <a:pt x="1969598" y="58909"/>
                  </a:lnTo>
                  <a:lnTo>
                    <a:pt x="1970670" y="58491"/>
                  </a:lnTo>
                  <a:lnTo>
                    <a:pt x="1971741" y="58073"/>
                  </a:lnTo>
                  <a:lnTo>
                    <a:pt x="1972813" y="57657"/>
                  </a:lnTo>
                  <a:lnTo>
                    <a:pt x="1973884" y="57242"/>
                  </a:lnTo>
                  <a:lnTo>
                    <a:pt x="1974956" y="56828"/>
                  </a:lnTo>
                  <a:lnTo>
                    <a:pt x="1976028" y="56415"/>
                  </a:lnTo>
                  <a:lnTo>
                    <a:pt x="1977099" y="56003"/>
                  </a:lnTo>
                  <a:lnTo>
                    <a:pt x="1978171" y="55592"/>
                  </a:lnTo>
                  <a:lnTo>
                    <a:pt x="1979242" y="55183"/>
                  </a:lnTo>
                  <a:lnTo>
                    <a:pt x="1980314" y="54775"/>
                  </a:lnTo>
                  <a:lnTo>
                    <a:pt x="1981386" y="54367"/>
                  </a:lnTo>
                  <a:lnTo>
                    <a:pt x="1982457" y="53961"/>
                  </a:lnTo>
                  <a:lnTo>
                    <a:pt x="1983529" y="53557"/>
                  </a:lnTo>
                  <a:lnTo>
                    <a:pt x="1984600" y="53153"/>
                  </a:lnTo>
                  <a:lnTo>
                    <a:pt x="1985672" y="52750"/>
                  </a:lnTo>
                  <a:lnTo>
                    <a:pt x="1986744" y="52349"/>
                  </a:lnTo>
                  <a:lnTo>
                    <a:pt x="1987815" y="51949"/>
                  </a:lnTo>
                  <a:lnTo>
                    <a:pt x="1988887" y="51551"/>
                  </a:lnTo>
                  <a:lnTo>
                    <a:pt x="1989958" y="51153"/>
                  </a:lnTo>
                  <a:lnTo>
                    <a:pt x="1991030" y="50757"/>
                  </a:lnTo>
                  <a:lnTo>
                    <a:pt x="1992102" y="50362"/>
                  </a:lnTo>
                  <a:lnTo>
                    <a:pt x="1993173" y="49968"/>
                  </a:lnTo>
                  <a:lnTo>
                    <a:pt x="1994245" y="49575"/>
                  </a:lnTo>
                  <a:lnTo>
                    <a:pt x="1995316" y="49184"/>
                  </a:lnTo>
                  <a:lnTo>
                    <a:pt x="1996388" y="48794"/>
                  </a:lnTo>
                  <a:lnTo>
                    <a:pt x="1997460" y="48406"/>
                  </a:lnTo>
                  <a:lnTo>
                    <a:pt x="1998531" y="48018"/>
                  </a:lnTo>
                  <a:lnTo>
                    <a:pt x="1999603" y="47632"/>
                  </a:lnTo>
                  <a:lnTo>
                    <a:pt x="2000674" y="47248"/>
                  </a:lnTo>
                  <a:lnTo>
                    <a:pt x="2001746" y="46864"/>
                  </a:lnTo>
                  <a:lnTo>
                    <a:pt x="2002818" y="46482"/>
                  </a:lnTo>
                  <a:lnTo>
                    <a:pt x="2003889" y="46102"/>
                  </a:lnTo>
                  <a:lnTo>
                    <a:pt x="2004961" y="45723"/>
                  </a:lnTo>
                  <a:lnTo>
                    <a:pt x="2006032" y="45345"/>
                  </a:lnTo>
                  <a:lnTo>
                    <a:pt x="2007104" y="44968"/>
                  </a:lnTo>
                  <a:lnTo>
                    <a:pt x="2008176" y="44593"/>
                  </a:lnTo>
                  <a:lnTo>
                    <a:pt x="2009247" y="44219"/>
                  </a:lnTo>
                  <a:lnTo>
                    <a:pt x="2010319" y="43847"/>
                  </a:lnTo>
                  <a:lnTo>
                    <a:pt x="2011390" y="43476"/>
                  </a:lnTo>
                  <a:lnTo>
                    <a:pt x="2012462" y="43107"/>
                  </a:lnTo>
                  <a:lnTo>
                    <a:pt x="2013534" y="42738"/>
                  </a:lnTo>
                  <a:lnTo>
                    <a:pt x="2014605" y="42372"/>
                  </a:lnTo>
                  <a:lnTo>
                    <a:pt x="2015677" y="42007"/>
                  </a:lnTo>
                  <a:lnTo>
                    <a:pt x="2016748" y="41643"/>
                  </a:lnTo>
                  <a:lnTo>
                    <a:pt x="2017820" y="41281"/>
                  </a:lnTo>
                  <a:lnTo>
                    <a:pt x="2018892" y="40920"/>
                  </a:lnTo>
                  <a:lnTo>
                    <a:pt x="2019963" y="40561"/>
                  </a:lnTo>
                  <a:lnTo>
                    <a:pt x="2021035" y="40203"/>
                  </a:lnTo>
                  <a:lnTo>
                    <a:pt x="2022106" y="39847"/>
                  </a:lnTo>
                  <a:lnTo>
                    <a:pt x="2023178" y="39492"/>
                  </a:lnTo>
                  <a:lnTo>
                    <a:pt x="2024250" y="39139"/>
                  </a:lnTo>
                  <a:lnTo>
                    <a:pt x="2025321" y="38787"/>
                  </a:lnTo>
                  <a:lnTo>
                    <a:pt x="2026393" y="38437"/>
                  </a:lnTo>
                  <a:lnTo>
                    <a:pt x="2027464" y="38088"/>
                  </a:lnTo>
                  <a:lnTo>
                    <a:pt x="2028536" y="37741"/>
                  </a:lnTo>
                  <a:lnTo>
                    <a:pt x="2029608" y="37395"/>
                  </a:lnTo>
                  <a:lnTo>
                    <a:pt x="2030679" y="37051"/>
                  </a:lnTo>
                  <a:lnTo>
                    <a:pt x="2031751" y="36709"/>
                  </a:lnTo>
                  <a:lnTo>
                    <a:pt x="2032822" y="36368"/>
                  </a:lnTo>
                  <a:lnTo>
                    <a:pt x="2033894" y="36029"/>
                  </a:lnTo>
                  <a:lnTo>
                    <a:pt x="2034966" y="35692"/>
                  </a:lnTo>
                  <a:lnTo>
                    <a:pt x="2036037" y="35356"/>
                  </a:lnTo>
                  <a:lnTo>
                    <a:pt x="2037109" y="35021"/>
                  </a:lnTo>
                  <a:lnTo>
                    <a:pt x="2038180" y="34689"/>
                  </a:lnTo>
                  <a:lnTo>
                    <a:pt x="2039252" y="34358"/>
                  </a:lnTo>
                  <a:lnTo>
                    <a:pt x="2040324" y="34028"/>
                  </a:lnTo>
                  <a:lnTo>
                    <a:pt x="2041395" y="33701"/>
                  </a:lnTo>
                  <a:lnTo>
                    <a:pt x="2042467" y="33375"/>
                  </a:lnTo>
                  <a:lnTo>
                    <a:pt x="2043538" y="33050"/>
                  </a:lnTo>
                  <a:lnTo>
                    <a:pt x="2044610" y="32728"/>
                  </a:lnTo>
                  <a:lnTo>
                    <a:pt x="2045682" y="32407"/>
                  </a:lnTo>
                  <a:lnTo>
                    <a:pt x="2046753" y="32087"/>
                  </a:lnTo>
                  <a:lnTo>
                    <a:pt x="2047825" y="31770"/>
                  </a:lnTo>
                  <a:lnTo>
                    <a:pt x="2048896" y="31454"/>
                  </a:lnTo>
                  <a:lnTo>
                    <a:pt x="2049968" y="31139"/>
                  </a:lnTo>
                  <a:lnTo>
                    <a:pt x="2051040" y="30827"/>
                  </a:lnTo>
                  <a:lnTo>
                    <a:pt x="2052111" y="30516"/>
                  </a:lnTo>
                  <a:lnTo>
                    <a:pt x="2053183" y="30206"/>
                  </a:lnTo>
                  <a:lnTo>
                    <a:pt x="2054254" y="29899"/>
                  </a:lnTo>
                  <a:lnTo>
                    <a:pt x="2055326" y="29593"/>
                  </a:lnTo>
                  <a:lnTo>
                    <a:pt x="2056398" y="29288"/>
                  </a:lnTo>
                  <a:lnTo>
                    <a:pt x="2057469" y="28986"/>
                  </a:lnTo>
                  <a:lnTo>
                    <a:pt x="2058541" y="28685"/>
                  </a:lnTo>
                  <a:lnTo>
                    <a:pt x="2059612" y="28385"/>
                  </a:lnTo>
                  <a:lnTo>
                    <a:pt x="2060684" y="28088"/>
                  </a:lnTo>
                  <a:lnTo>
                    <a:pt x="2061756" y="27792"/>
                  </a:lnTo>
                  <a:lnTo>
                    <a:pt x="2062827" y="27497"/>
                  </a:lnTo>
                  <a:lnTo>
                    <a:pt x="2063899" y="27205"/>
                  </a:lnTo>
                  <a:lnTo>
                    <a:pt x="2064970" y="26914"/>
                  </a:lnTo>
                  <a:lnTo>
                    <a:pt x="2066042" y="26624"/>
                  </a:lnTo>
                  <a:lnTo>
                    <a:pt x="2067114" y="26336"/>
                  </a:lnTo>
                  <a:lnTo>
                    <a:pt x="2068185" y="26050"/>
                  </a:lnTo>
                  <a:lnTo>
                    <a:pt x="2069257" y="25766"/>
                  </a:lnTo>
                  <a:lnTo>
                    <a:pt x="2070328" y="25483"/>
                  </a:lnTo>
                  <a:lnTo>
                    <a:pt x="2071400" y="25202"/>
                  </a:lnTo>
                  <a:lnTo>
                    <a:pt x="2072472" y="24922"/>
                  </a:lnTo>
                  <a:lnTo>
                    <a:pt x="2073543" y="24645"/>
                  </a:lnTo>
                  <a:lnTo>
                    <a:pt x="2074615" y="24368"/>
                  </a:lnTo>
                  <a:lnTo>
                    <a:pt x="2075686" y="24094"/>
                  </a:lnTo>
                  <a:lnTo>
                    <a:pt x="2076758" y="23821"/>
                  </a:lnTo>
                  <a:lnTo>
                    <a:pt x="2077830" y="23549"/>
                  </a:lnTo>
                  <a:lnTo>
                    <a:pt x="2078901" y="23280"/>
                  </a:lnTo>
                  <a:lnTo>
                    <a:pt x="2079973" y="23012"/>
                  </a:lnTo>
                  <a:lnTo>
                    <a:pt x="2081044" y="22745"/>
                  </a:lnTo>
                  <a:lnTo>
                    <a:pt x="2082116" y="22481"/>
                  </a:lnTo>
                  <a:lnTo>
                    <a:pt x="2083188" y="22217"/>
                  </a:lnTo>
                  <a:lnTo>
                    <a:pt x="2084259" y="21956"/>
                  </a:lnTo>
                  <a:lnTo>
                    <a:pt x="2085331" y="21696"/>
                  </a:lnTo>
                  <a:lnTo>
                    <a:pt x="2086402" y="21438"/>
                  </a:lnTo>
                  <a:lnTo>
                    <a:pt x="2087474" y="21181"/>
                  </a:lnTo>
                  <a:lnTo>
                    <a:pt x="2088546" y="20926"/>
                  </a:lnTo>
                  <a:lnTo>
                    <a:pt x="2089617" y="20673"/>
                  </a:lnTo>
                  <a:lnTo>
                    <a:pt x="2090689" y="20421"/>
                  </a:lnTo>
                  <a:lnTo>
                    <a:pt x="2091760" y="20171"/>
                  </a:lnTo>
                  <a:lnTo>
                    <a:pt x="2092832" y="19923"/>
                  </a:lnTo>
                  <a:lnTo>
                    <a:pt x="2093904" y="19676"/>
                  </a:lnTo>
                  <a:lnTo>
                    <a:pt x="2094975" y="19430"/>
                  </a:lnTo>
                  <a:lnTo>
                    <a:pt x="2096047" y="19187"/>
                  </a:lnTo>
                  <a:lnTo>
                    <a:pt x="2097118" y="18945"/>
                  </a:lnTo>
                  <a:lnTo>
                    <a:pt x="2098190" y="18704"/>
                  </a:lnTo>
                  <a:lnTo>
                    <a:pt x="2099262" y="18466"/>
                  </a:lnTo>
                  <a:lnTo>
                    <a:pt x="2100333" y="18228"/>
                  </a:lnTo>
                  <a:lnTo>
                    <a:pt x="2101405" y="17993"/>
                  </a:lnTo>
                  <a:lnTo>
                    <a:pt x="2102476" y="17759"/>
                  </a:lnTo>
                  <a:lnTo>
                    <a:pt x="2103548" y="17527"/>
                  </a:lnTo>
                  <a:lnTo>
                    <a:pt x="2104620" y="17296"/>
                  </a:lnTo>
                  <a:lnTo>
                    <a:pt x="2105691" y="17067"/>
                  </a:lnTo>
                  <a:lnTo>
                    <a:pt x="2106763" y="16839"/>
                  </a:lnTo>
                  <a:lnTo>
                    <a:pt x="2107834" y="16613"/>
                  </a:lnTo>
                  <a:lnTo>
                    <a:pt x="2108906" y="16389"/>
                  </a:lnTo>
                  <a:lnTo>
                    <a:pt x="2109978" y="16166"/>
                  </a:lnTo>
                  <a:lnTo>
                    <a:pt x="2111049" y="15945"/>
                  </a:lnTo>
                  <a:lnTo>
                    <a:pt x="2112121" y="15726"/>
                  </a:lnTo>
                  <a:lnTo>
                    <a:pt x="2113192" y="15508"/>
                  </a:lnTo>
                  <a:lnTo>
                    <a:pt x="2114264" y="15291"/>
                  </a:lnTo>
                  <a:lnTo>
                    <a:pt x="2115336" y="15077"/>
                  </a:lnTo>
                  <a:lnTo>
                    <a:pt x="2116407" y="14863"/>
                  </a:lnTo>
                  <a:lnTo>
                    <a:pt x="2117479" y="14652"/>
                  </a:lnTo>
                  <a:lnTo>
                    <a:pt x="2118550" y="14442"/>
                  </a:lnTo>
                  <a:lnTo>
                    <a:pt x="2119622" y="14234"/>
                  </a:lnTo>
                  <a:lnTo>
                    <a:pt x="2120694" y="14027"/>
                  </a:lnTo>
                  <a:lnTo>
                    <a:pt x="2121765" y="13822"/>
                  </a:lnTo>
                  <a:lnTo>
                    <a:pt x="2122837" y="13618"/>
                  </a:lnTo>
                  <a:lnTo>
                    <a:pt x="2123908" y="13416"/>
                  </a:lnTo>
                  <a:lnTo>
                    <a:pt x="2124980" y="13215"/>
                  </a:lnTo>
                  <a:lnTo>
                    <a:pt x="2126052" y="13017"/>
                  </a:lnTo>
                  <a:lnTo>
                    <a:pt x="2127123" y="12819"/>
                  </a:lnTo>
                  <a:lnTo>
                    <a:pt x="2128195" y="12624"/>
                  </a:lnTo>
                  <a:lnTo>
                    <a:pt x="2129266" y="12429"/>
                  </a:lnTo>
                  <a:lnTo>
                    <a:pt x="2130338" y="12237"/>
                  </a:lnTo>
                  <a:lnTo>
                    <a:pt x="2131409" y="12046"/>
                  </a:lnTo>
                  <a:lnTo>
                    <a:pt x="2132481" y="11856"/>
                  </a:lnTo>
                  <a:lnTo>
                    <a:pt x="2133553" y="11668"/>
                  </a:lnTo>
                  <a:lnTo>
                    <a:pt x="2134624" y="11482"/>
                  </a:lnTo>
                  <a:lnTo>
                    <a:pt x="2135696" y="11297"/>
                  </a:lnTo>
                  <a:lnTo>
                    <a:pt x="2136767" y="11114"/>
                  </a:lnTo>
                  <a:lnTo>
                    <a:pt x="2137839" y="10933"/>
                  </a:lnTo>
                  <a:lnTo>
                    <a:pt x="2138911" y="10753"/>
                  </a:lnTo>
                  <a:lnTo>
                    <a:pt x="2139982" y="10574"/>
                  </a:lnTo>
                  <a:lnTo>
                    <a:pt x="2141054" y="10397"/>
                  </a:lnTo>
                  <a:lnTo>
                    <a:pt x="2142125" y="10222"/>
                  </a:lnTo>
                  <a:lnTo>
                    <a:pt x="2143197" y="10048"/>
                  </a:lnTo>
                  <a:lnTo>
                    <a:pt x="2144269" y="9876"/>
                  </a:lnTo>
                  <a:lnTo>
                    <a:pt x="2145340" y="9705"/>
                  </a:lnTo>
                  <a:lnTo>
                    <a:pt x="2146412" y="9536"/>
                  </a:lnTo>
                  <a:lnTo>
                    <a:pt x="2147483" y="9368"/>
                  </a:lnTo>
                  <a:lnTo>
                    <a:pt x="2148555" y="9202"/>
                  </a:lnTo>
                  <a:lnTo>
                    <a:pt x="2149627" y="9038"/>
                  </a:lnTo>
                  <a:lnTo>
                    <a:pt x="2150698" y="8875"/>
                  </a:lnTo>
                  <a:lnTo>
                    <a:pt x="2151770" y="8713"/>
                  </a:lnTo>
                  <a:lnTo>
                    <a:pt x="2152841" y="8553"/>
                  </a:lnTo>
                  <a:lnTo>
                    <a:pt x="2153913" y="8395"/>
                  </a:lnTo>
                  <a:lnTo>
                    <a:pt x="2154985" y="8238"/>
                  </a:lnTo>
                  <a:lnTo>
                    <a:pt x="2156056" y="8083"/>
                  </a:lnTo>
                  <a:lnTo>
                    <a:pt x="2157128" y="7929"/>
                  </a:lnTo>
                  <a:lnTo>
                    <a:pt x="2158199" y="7777"/>
                  </a:lnTo>
                  <a:lnTo>
                    <a:pt x="2159271" y="7626"/>
                  </a:lnTo>
                  <a:lnTo>
                    <a:pt x="2160343" y="7477"/>
                  </a:lnTo>
                  <a:lnTo>
                    <a:pt x="2161414" y="7330"/>
                  </a:lnTo>
                  <a:lnTo>
                    <a:pt x="2162486" y="7184"/>
                  </a:lnTo>
                  <a:lnTo>
                    <a:pt x="2163557" y="7039"/>
                  </a:lnTo>
                  <a:lnTo>
                    <a:pt x="2164629" y="6896"/>
                  </a:lnTo>
                  <a:lnTo>
                    <a:pt x="2165701" y="6754"/>
                  </a:lnTo>
                  <a:lnTo>
                    <a:pt x="2166772" y="6614"/>
                  </a:lnTo>
                  <a:lnTo>
                    <a:pt x="2167844" y="6476"/>
                  </a:lnTo>
                  <a:lnTo>
                    <a:pt x="2168915" y="6339"/>
                  </a:lnTo>
                  <a:lnTo>
                    <a:pt x="2169987" y="6204"/>
                  </a:lnTo>
                  <a:lnTo>
                    <a:pt x="2171059" y="6070"/>
                  </a:lnTo>
                  <a:lnTo>
                    <a:pt x="2172130" y="5937"/>
                  </a:lnTo>
                  <a:lnTo>
                    <a:pt x="2173202" y="5806"/>
                  </a:lnTo>
                  <a:lnTo>
                    <a:pt x="2174273" y="5677"/>
                  </a:lnTo>
                  <a:lnTo>
                    <a:pt x="2175345" y="5549"/>
                  </a:lnTo>
                  <a:lnTo>
                    <a:pt x="2176417" y="5423"/>
                  </a:lnTo>
                  <a:lnTo>
                    <a:pt x="2177488" y="5298"/>
                  </a:lnTo>
                  <a:lnTo>
                    <a:pt x="2178560" y="5175"/>
                  </a:lnTo>
                  <a:lnTo>
                    <a:pt x="2179631" y="5053"/>
                  </a:lnTo>
                  <a:lnTo>
                    <a:pt x="2180703" y="4932"/>
                  </a:lnTo>
                  <a:lnTo>
                    <a:pt x="2181775" y="4813"/>
                  </a:lnTo>
                  <a:lnTo>
                    <a:pt x="2182846" y="4696"/>
                  </a:lnTo>
                  <a:lnTo>
                    <a:pt x="2183918" y="4580"/>
                  </a:lnTo>
                  <a:lnTo>
                    <a:pt x="2184989" y="4466"/>
                  </a:lnTo>
                  <a:lnTo>
                    <a:pt x="2186061" y="4353"/>
                  </a:lnTo>
                  <a:lnTo>
                    <a:pt x="2187133" y="4242"/>
                  </a:lnTo>
                  <a:lnTo>
                    <a:pt x="2188204" y="4132"/>
                  </a:lnTo>
                  <a:lnTo>
                    <a:pt x="2189276" y="4023"/>
                  </a:lnTo>
                  <a:lnTo>
                    <a:pt x="2190347" y="3916"/>
                  </a:lnTo>
                  <a:lnTo>
                    <a:pt x="2191419" y="3811"/>
                  </a:lnTo>
                  <a:lnTo>
                    <a:pt x="2192491" y="3707"/>
                  </a:lnTo>
                  <a:lnTo>
                    <a:pt x="2193562" y="3604"/>
                  </a:lnTo>
                  <a:lnTo>
                    <a:pt x="2194634" y="3503"/>
                  </a:lnTo>
                  <a:lnTo>
                    <a:pt x="2195705" y="3404"/>
                  </a:lnTo>
                  <a:lnTo>
                    <a:pt x="2196777" y="3306"/>
                  </a:lnTo>
                  <a:lnTo>
                    <a:pt x="2197849" y="3209"/>
                  </a:lnTo>
                  <a:lnTo>
                    <a:pt x="2198920" y="3114"/>
                  </a:lnTo>
                  <a:lnTo>
                    <a:pt x="2199992" y="3020"/>
                  </a:lnTo>
                  <a:lnTo>
                    <a:pt x="2201063" y="2928"/>
                  </a:lnTo>
                  <a:lnTo>
                    <a:pt x="2202135" y="2838"/>
                  </a:lnTo>
                  <a:lnTo>
                    <a:pt x="2203207" y="2748"/>
                  </a:lnTo>
                  <a:lnTo>
                    <a:pt x="2204278" y="2660"/>
                  </a:lnTo>
                  <a:lnTo>
                    <a:pt x="2205350" y="2574"/>
                  </a:lnTo>
                  <a:lnTo>
                    <a:pt x="2206421" y="2489"/>
                  </a:lnTo>
                  <a:lnTo>
                    <a:pt x="2207493" y="2406"/>
                  </a:lnTo>
                  <a:lnTo>
                    <a:pt x="2208565" y="2324"/>
                  </a:lnTo>
                  <a:lnTo>
                    <a:pt x="2209636" y="2243"/>
                  </a:lnTo>
                  <a:lnTo>
                    <a:pt x="2210708" y="2164"/>
                  </a:lnTo>
                  <a:lnTo>
                    <a:pt x="2211779" y="2087"/>
                  </a:lnTo>
                  <a:lnTo>
                    <a:pt x="2212851" y="2011"/>
                  </a:lnTo>
                  <a:lnTo>
                    <a:pt x="2213923" y="1936"/>
                  </a:lnTo>
                  <a:lnTo>
                    <a:pt x="2214994" y="1863"/>
                  </a:lnTo>
                  <a:lnTo>
                    <a:pt x="2216066" y="1791"/>
                  </a:lnTo>
                  <a:lnTo>
                    <a:pt x="2217137" y="1720"/>
                  </a:lnTo>
                  <a:lnTo>
                    <a:pt x="2218209" y="1652"/>
                  </a:lnTo>
                  <a:lnTo>
                    <a:pt x="2219281" y="1584"/>
                  </a:lnTo>
                  <a:lnTo>
                    <a:pt x="2220352" y="1518"/>
                  </a:lnTo>
                  <a:lnTo>
                    <a:pt x="2221424" y="1453"/>
                  </a:lnTo>
                  <a:lnTo>
                    <a:pt x="2222495" y="1390"/>
                  </a:lnTo>
                  <a:lnTo>
                    <a:pt x="2223567" y="1328"/>
                  </a:lnTo>
                  <a:lnTo>
                    <a:pt x="2224639" y="1268"/>
                  </a:lnTo>
                  <a:lnTo>
                    <a:pt x="2225710" y="1209"/>
                  </a:lnTo>
                  <a:lnTo>
                    <a:pt x="2226782" y="1152"/>
                  </a:lnTo>
                  <a:lnTo>
                    <a:pt x="2227853" y="1096"/>
                  </a:lnTo>
                  <a:lnTo>
                    <a:pt x="2228925" y="1041"/>
                  </a:lnTo>
                  <a:lnTo>
                    <a:pt x="2229997" y="988"/>
                  </a:lnTo>
                  <a:lnTo>
                    <a:pt x="2231068" y="936"/>
                  </a:lnTo>
                  <a:lnTo>
                    <a:pt x="2232140" y="886"/>
                  </a:lnTo>
                  <a:lnTo>
                    <a:pt x="2233211" y="837"/>
                  </a:lnTo>
                  <a:lnTo>
                    <a:pt x="2234283" y="789"/>
                  </a:lnTo>
                  <a:lnTo>
                    <a:pt x="2235355" y="743"/>
                  </a:lnTo>
                  <a:lnTo>
                    <a:pt x="2236426" y="698"/>
                  </a:lnTo>
                  <a:lnTo>
                    <a:pt x="2237498" y="655"/>
                  </a:lnTo>
                  <a:lnTo>
                    <a:pt x="2238569" y="613"/>
                  </a:lnTo>
                  <a:lnTo>
                    <a:pt x="2239641" y="572"/>
                  </a:lnTo>
                  <a:lnTo>
                    <a:pt x="2240713" y="533"/>
                  </a:lnTo>
                  <a:lnTo>
                    <a:pt x="2241784" y="496"/>
                  </a:lnTo>
                  <a:lnTo>
                    <a:pt x="2242856" y="459"/>
                  </a:lnTo>
                  <a:lnTo>
                    <a:pt x="2243927" y="424"/>
                  </a:lnTo>
                  <a:lnTo>
                    <a:pt x="2244999" y="391"/>
                  </a:lnTo>
                  <a:lnTo>
                    <a:pt x="2246071" y="359"/>
                  </a:lnTo>
                  <a:lnTo>
                    <a:pt x="2247142" y="328"/>
                  </a:lnTo>
                  <a:lnTo>
                    <a:pt x="2248214" y="299"/>
                  </a:lnTo>
                  <a:lnTo>
                    <a:pt x="2249285" y="271"/>
                  </a:lnTo>
                  <a:lnTo>
                    <a:pt x="2250357" y="244"/>
                  </a:lnTo>
                  <a:lnTo>
                    <a:pt x="2251429" y="219"/>
                  </a:lnTo>
                  <a:lnTo>
                    <a:pt x="2252500" y="195"/>
                  </a:lnTo>
                  <a:lnTo>
                    <a:pt x="2253572" y="173"/>
                  </a:lnTo>
                  <a:lnTo>
                    <a:pt x="2254643" y="152"/>
                  </a:lnTo>
                  <a:lnTo>
                    <a:pt x="2255715" y="132"/>
                  </a:lnTo>
                  <a:lnTo>
                    <a:pt x="2256787" y="114"/>
                  </a:lnTo>
                  <a:lnTo>
                    <a:pt x="2257858" y="97"/>
                  </a:lnTo>
                  <a:lnTo>
                    <a:pt x="2258930" y="81"/>
                  </a:lnTo>
                  <a:lnTo>
                    <a:pt x="2260001" y="67"/>
                  </a:lnTo>
                  <a:lnTo>
                    <a:pt x="2261073" y="54"/>
                  </a:lnTo>
                  <a:lnTo>
                    <a:pt x="2262145" y="42"/>
                  </a:lnTo>
                  <a:lnTo>
                    <a:pt x="2263216" y="32"/>
                  </a:lnTo>
                  <a:lnTo>
                    <a:pt x="2264288" y="24"/>
                  </a:lnTo>
                  <a:lnTo>
                    <a:pt x="2265359" y="16"/>
                  </a:lnTo>
                  <a:lnTo>
                    <a:pt x="2266431" y="10"/>
                  </a:lnTo>
                  <a:lnTo>
                    <a:pt x="2267503" y="5"/>
                  </a:lnTo>
                  <a:lnTo>
                    <a:pt x="2268574" y="2"/>
                  </a:lnTo>
                  <a:lnTo>
                    <a:pt x="2269646" y="0"/>
                  </a:lnTo>
                  <a:lnTo>
                    <a:pt x="2270717" y="0"/>
                  </a:lnTo>
                  <a:lnTo>
                    <a:pt x="2271789" y="0"/>
                  </a:lnTo>
                  <a:lnTo>
                    <a:pt x="2272861" y="2"/>
                  </a:lnTo>
                  <a:lnTo>
                    <a:pt x="2273932" y="6"/>
                  </a:lnTo>
                  <a:lnTo>
                    <a:pt x="2275004" y="10"/>
                  </a:lnTo>
                  <a:lnTo>
                    <a:pt x="2276075" y="16"/>
                  </a:lnTo>
                  <a:lnTo>
                    <a:pt x="2277147" y="24"/>
                  </a:lnTo>
                  <a:lnTo>
                    <a:pt x="2278219" y="33"/>
                  </a:lnTo>
                  <a:lnTo>
                    <a:pt x="2279290" y="43"/>
                  </a:lnTo>
                  <a:lnTo>
                    <a:pt x="2280362" y="54"/>
                  </a:lnTo>
                  <a:lnTo>
                    <a:pt x="2281433" y="67"/>
                  </a:lnTo>
                  <a:lnTo>
                    <a:pt x="2282505" y="81"/>
                  </a:lnTo>
                  <a:lnTo>
                    <a:pt x="2283577" y="96"/>
                  </a:lnTo>
                  <a:lnTo>
                    <a:pt x="2284648" y="113"/>
                  </a:lnTo>
                  <a:lnTo>
                    <a:pt x="2285720" y="131"/>
                  </a:lnTo>
                  <a:lnTo>
                    <a:pt x="2286791" y="150"/>
                  </a:lnTo>
                  <a:lnTo>
                    <a:pt x="2287863" y="171"/>
                  </a:lnTo>
                  <a:lnTo>
                    <a:pt x="2288935" y="193"/>
                  </a:lnTo>
                  <a:lnTo>
                    <a:pt x="2290006" y="216"/>
                  </a:lnTo>
                  <a:lnTo>
                    <a:pt x="2291078" y="241"/>
                  </a:lnTo>
                  <a:lnTo>
                    <a:pt x="2292149" y="267"/>
                  </a:lnTo>
                  <a:lnTo>
                    <a:pt x="2293221" y="294"/>
                  </a:lnTo>
                  <a:lnTo>
                    <a:pt x="2294293" y="323"/>
                  </a:lnTo>
                  <a:lnTo>
                    <a:pt x="2295364" y="353"/>
                  </a:lnTo>
                  <a:lnTo>
                    <a:pt x="2296436" y="384"/>
                  </a:lnTo>
                  <a:lnTo>
                    <a:pt x="2297507" y="416"/>
                  </a:lnTo>
                  <a:lnTo>
                    <a:pt x="2298579" y="450"/>
                  </a:lnTo>
                  <a:lnTo>
                    <a:pt x="2299651" y="485"/>
                  </a:lnTo>
                  <a:lnTo>
                    <a:pt x="2300722" y="521"/>
                  </a:lnTo>
                  <a:lnTo>
                    <a:pt x="2301794" y="559"/>
                  </a:lnTo>
                  <a:lnTo>
                    <a:pt x="2302865" y="598"/>
                  </a:lnTo>
                  <a:lnTo>
                    <a:pt x="2303937" y="638"/>
                  </a:lnTo>
                  <a:lnTo>
                    <a:pt x="2305009" y="679"/>
                  </a:lnTo>
                  <a:lnTo>
                    <a:pt x="2306080" y="722"/>
                  </a:lnTo>
                  <a:lnTo>
                    <a:pt x="2307152" y="766"/>
                  </a:lnTo>
                  <a:lnTo>
                    <a:pt x="2308223" y="812"/>
                  </a:lnTo>
                  <a:lnTo>
                    <a:pt x="2309295" y="858"/>
                  </a:lnTo>
                  <a:lnTo>
                    <a:pt x="2310366" y="906"/>
                  </a:lnTo>
                  <a:lnTo>
                    <a:pt x="2311438" y="955"/>
                  </a:lnTo>
                  <a:lnTo>
                    <a:pt x="2312510" y="1006"/>
                  </a:lnTo>
                  <a:lnTo>
                    <a:pt x="2313581" y="1057"/>
                  </a:lnTo>
                  <a:lnTo>
                    <a:pt x="2314653" y="1110"/>
                  </a:lnTo>
                  <a:lnTo>
                    <a:pt x="2315724" y="1165"/>
                  </a:lnTo>
                  <a:lnTo>
                    <a:pt x="2316796" y="1220"/>
                  </a:lnTo>
                  <a:lnTo>
                    <a:pt x="2317868" y="1277"/>
                  </a:lnTo>
                  <a:lnTo>
                    <a:pt x="2318939" y="1335"/>
                  </a:lnTo>
                  <a:lnTo>
                    <a:pt x="2320011" y="1394"/>
                  </a:lnTo>
                  <a:lnTo>
                    <a:pt x="2321082" y="1455"/>
                  </a:lnTo>
                  <a:lnTo>
                    <a:pt x="2322154" y="1516"/>
                  </a:lnTo>
                  <a:lnTo>
                    <a:pt x="2323226" y="1579"/>
                  </a:lnTo>
                  <a:lnTo>
                    <a:pt x="2324297" y="1644"/>
                  </a:lnTo>
                  <a:lnTo>
                    <a:pt x="2325369" y="1709"/>
                  </a:lnTo>
                  <a:lnTo>
                    <a:pt x="2326440" y="1776"/>
                  </a:lnTo>
                  <a:lnTo>
                    <a:pt x="2327512" y="1844"/>
                  </a:lnTo>
                  <a:lnTo>
                    <a:pt x="2328584" y="1913"/>
                  </a:lnTo>
                  <a:lnTo>
                    <a:pt x="2329655" y="1984"/>
                  </a:lnTo>
                  <a:lnTo>
                    <a:pt x="2330727" y="2055"/>
                  </a:lnTo>
                  <a:lnTo>
                    <a:pt x="2331798" y="2128"/>
                  </a:lnTo>
                  <a:lnTo>
                    <a:pt x="2332870" y="2203"/>
                  </a:lnTo>
                  <a:lnTo>
                    <a:pt x="2333942" y="2278"/>
                  </a:lnTo>
                  <a:lnTo>
                    <a:pt x="2335013" y="2355"/>
                  </a:lnTo>
                  <a:lnTo>
                    <a:pt x="2336085" y="2432"/>
                  </a:lnTo>
                  <a:lnTo>
                    <a:pt x="2337156" y="2512"/>
                  </a:lnTo>
                  <a:lnTo>
                    <a:pt x="2338228" y="2592"/>
                  </a:lnTo>
                  <a:lnTo>
                    <a:pt x="2339300" y="2673"/>
                  </a:lnTo>
                  <a:lnTo>
                    <a:pt x="2340371" y="2756"/>
                  </a:lnTo>
                  <a:lnTo>
                    <a:pt x="2341443" y="2840"/>
                  </a:lnTo>
                  <a:lnTo>
                    <a:pt x="2342514" y="2925"/>
                  </a:lnTo>
                  <a:lnTo>
                    <a:pt x="2343586" y="3012"/>
                  </a:lnTo>
                  <a:lnTo>
                    <a:pt x="2344658" y="3099"/>
                  </a:lnTo>
                  <a:lnTo>
                    <a:pt x="2345729" y="3188"/>
                  </a:lnTo>
                  <a:lnTo>
                    <a:pt x="2346801" y="3278"/>
                  </a:lnTo>
                  <a:lnTo>
                    <a:pt x="2347872" y="3369"/>
                  </a:lnTo>
                  <a:lnTo>
                    <a:pt x="2348944" y="3462"/>
                  </a:lnTo>
                  <a:lnTo>
                    <a:pt x="2350016" y="3555"/>
                  </a:lnTo>
                  <a:lnTo>
                    <a:pt x="2351087" y="3650"/>
                  </a:lnTo>
                  <a:lnTo>
                    <a:pt x="2352159" y="3746"/>
                  </a:lnTo>
                  <a:lnTo>
                    <a:pt x="2353230" y="3843"/>
                  </a:lnTo>
                  <a:lnTo>
                    <a:pt x="2354302" y="3942"/>
                  </a:lnTo>
                  <a:lnTo>
                    <a:pt x="2355374" y="4041"/>
                  </a:lnTo>
                  <a:lnTo>
                    <a:pt x="2356445" y="4142"/>
                  </a:lnTo>
                  <a:lnTo>
                    <a:pt x="2357517" y="4244"/>
                  </a:lnTo>
                  <a:lnTo>
                    <a:pt x="2358588" y="4347"/>
                  </a:lnTo>
                  <a:lnTo>
                    <a:pt x="2359660" y="4452"/>
                  </a:lnTo>
                  <a:lnTo>
                    <a:pt x="2360732" y="4557"/>
                  </a:lnTo>
                  <a:lnTo>
                    <a:pt x="2361803" y="4664"/>
                  </a:lnTo>
                  <a:lnTo>
                    <a:pt x="2362875" y="4772"/>
                  </a:lnTo>
                  <a:lnTo>
                    <a:pt x="2363946" y="4881"/>
                  </a:lnTo>
                  <a:lnTo>
                    <a:pt x="2365018" y="4991"/>
                  </a:lnTo>
                  <a:lnTo>
                    <a:pt x="2366090" y="5102"/>
                  </a:lnTo>
                  <a:lnTo>
                    <a:pt x="2367161" y="5215"/>
                  </a:lnTo>
                  <a:lnTo>
                    <a:pt x="2368233" y="5328"/>
                  </a:lnTo>
                  <a:lnTo>
                    <a:pt x="2369304" y="5443"/>
                  </a:lnTo>
                  <a:lnTo>
                    <a:pt x="2370376" y="5559"/>
                  </a:lnTo>
                  <a:lnTo>
                    <a:pt x="2371448" y="5676"/>
                  </a:lnTo>
                  <a:lnTo>
                    <a:pt x="2372519" y="5795"/>
                  </a:lnTo>
                  <a:lnTo>
                    <a:pt x="2373591" y="5914"/>
                  </a:lnTo>
                  <a:lnTo>
                    <a:pt x="2374662" y="6035"/>
                  </a:lnTo>
                  <a:lnTo>
                    <a:pt x="2375734" y="6157"/>
                  </a:lnTo>
                  <a:lnTo>
                    <a:pt x="2376806" y="6279"/>
                  </a:lnTo>
                  <a:lnTo>
                    <a:pt x="2377877" y="6404"/>
                  </a:lnTo>
                  <a:lnTo>
                    <a:pt x="2378949" y="6529"/>
                  </a:lnTo>
                  <a:lnTo>
                    <a:pt x="2380020" y="6655"/>
                  </a:lnTo>
                  <a:lnTo>
                    <a:pt x="2381092" y="6783"/>
                  </a:lnTo>
                  <a:lnTo>
                    <a:pt x="2382164" y="6911"/>
                  </a:lnTo>
                  <a:lnTo>
                    <a:pt x="2383235" y="7041"/>
                  </a:lnTo>
                  <a:lnTo>
                    <a:pt x="2384307" y="7172"/>
                  </a:lnTo>
                  <a:lnTo>
                    <a:pt x="2385378" y="7304"/>
                  </a:lnTo>
                  <a:lnTo>
                    <a:pt x="2386450" y="7437"/>
                  </a:lnTo>
                  <a:lnTo>
                    <a:pt x="2387522" y="7571"/>
                  </a:lnTo>
                  <a:lnTo>
                    <a:pt x="2388593" y="7706"/>
                  </a:lnTo>
                  <a:lnTo>
                    <a:pt x="2389665" y="7843"/>
                  </a:lnTo>
                  <a:lnTo>
                    <a:pt x="2390736" y="7981"/>
                  </a:lnTo>
                  <a:lnTo>
                    <a:pt x="2391808" y="8119"/>
                  </a:lnTo>
                  <a:lnTo>
                    <a:pt x="2392880" y="8259"/>
                  </a:lnTo>
                  <a:lnTo>
                    <a:pt x="2393951" y="8400"/>
                  </a:lnTo>
                  <a:lnTo>
                    <a:pt x="2395023" y="8542"/>
                  </a:lnTo>
                  <a:lnTo>
                    <a:pt x="2396094" y="8685"/>
                  </a:lnTo>
                  <a:lnTo>
                    <a:pt x="2397166" y="8830"/>
                  </a:lnTo>
                  <a:lnTo>
                    <a:pt x="2398238" y="8975"/>
                  </a:lnTo>
                  <a:lnTo>
                    <a:pt x="2399309" y="9121"/>
                  </a:lnTo>
                  <a:lnTo>
                    <a:pt x="2400381" y="9269"/>
                  </a:lnTo>
                  <a:lnTo>
                    <a:pt x="2401452" y="9418"/>
                  </a:lnTo>
                  <a:lnTo>
                    <a:pt x="2402524" y="9567"/>
                  </a:lnTo>
                  <a:lnTo>
                    <a:pt x="2403596" y="9718"/>
                  </a:lnTo>
                  <a:lnTo>
                    <a:pt x="2404667" y="9870"/>
                  </a:lnTo>
                  <a:lnTo>
                    <a:pt x="2405739" y="10023"/>
                  </a:lnTo>
                  <a:lnTo>
                    <a:pt x="2406810" y="10177"/>
                  </a:lnTo>
                  <a:lnTo>
                    <a:pt x="2407882" y="10333"/>
                  </a:lnTo>
                  <a:lnTo>
                    <a:pt x="2408954" y="10489"/>
                  </a:lnTo>
                  <a:lnTo>
                    <a:pt x="2410025" y="10646"/>
                  </a:lnTo>
                  <a:lnTo>
                    <a:pt x="2411097" y="10805"/>
                  </a:lnTo>
                  <a:lnTo>
                    <a:pt x="2412168" y="10964"/>
                  </a:lnTo>
                  <a:lnTo>
                    <a:pt x="2413240" y="11125"/>
                  </a:lnTo>
                  <a:lnTo>
                    <a:pt x="2414312" y="11287"/>
                  </a:lnTo>
                  <a:lnTo>
                    <a:pt x="2415383" y="11449"/>
                  </a:lnTo>
                  <a:lnTo>
                    <a:pt x="2416455" y="11613"/>
                  </a:lnTo>
                  <a:lnTo>
                    <a:pt x="2417526" y="11778"/>
                  </a:lnTo>
                  <a:lnTo>
                    <a:pt x="2418598" y="11944"/>
                  </a:lnTo>
                  <a:lnTo>
                    <a:pt x="2419670" y="12111"/>
                  </a:lnTo>
                  <a:lnTo>
                    <a:pt x="2420741" y="12279"/>
                  </a:lnTo>
                  <a:lnTo>
                    <a:pt x="2421813" y="12448"/>
                  </a:lnTo>
                  <a:lnTo>
                    <a:pt x="2422884" y="12618"/>
                  </a:lnTo>
                  <a:lnTo>
                    <a:pt x="2423956" y="12789"/>
                  </a:lnTo>
                  <a:lnTo>
                    <a:pt x="2425028" y="12961"/>
                  </a:lnTo>
                  <a:lnTo>
                    <a:pt x="2426099" y="13135"/>
                  </a:lnTo>
                  <a:lnTo>
                    <a:pt x="2427171" y="13309"/>
                  </a:lnTo>
                  <a:lnTo>
                    <a:pt x="2428242" y="13484"/>
                  </a:lnTo>
                  <a:lnTo>
                    <a:pt x="2429314" y="13661"/>
                  </a:lnTo>
                  <a:lnTo>
                    <a:pt x="2430386" y="13838"/>
                  </a:lnTo>
                  <a:lnTo>
                    <a:pt x="2431457" y="14017"/>
                  </a:lnTo>
                  <a:lnTo>
                    <a:pt x="2432529" y="14196"/>
                  </a:lnTo>
                  <a:lnTo>
                    <a:pt x="2433600" y="14377"/>
                  </a:lnTo>
                  <a:lnTo>
                    <a:pt x="2434672" y="14558"/>
                  </a:lnTo>
                  <a:lnTo>
                    <a:pt x="2435744" y="14741"/>
                  </a:lnTo>
                  <a:lnTo>
                    <a:pt x="2436815" y="14925"/>
                  </a:lnTo>
                  <a:lnTo>
                    <a:pt x="2437887" y="15109"/>
                  </a:lnTo>
                  <a:lnTo>
                    <a:pt x="2438958" y="15295"/>
                  </a:lnTo>
                  <a:lnTo>
                    <a:pt x="2440030" y="15482"/>
                  </a:lnTo>
                  <a:lnTo>
                    <a:pt x="2441102" y="15669"/>
                  </a:lnTo>
                  <a:lnTo>
                    <a:pt x="2442173" y="15858"/>
                  </a:lnTo>
                  <a:lnTo>
                    <a:pt x="2443245" y="16048"/>
                  </a:lnTo>
                  <a:lnTo>
                    <a:pt x="2444316" y="16239"/>
                  </a:lnTo>
                  <a:lnTo>
                    <a:pt x="2445388" y="16430"/>
                  </a:lnTo>
                  <a:lnTo>
                    <a:pt x="2446460" y="16623"/>
                  </a:lnTo>
                  <a:lnTo>
                    <a:pt x="2447531" y="16817"/>
                  </a:lnTo>
                  <a:lnTo>
                    <a:pt x="2448603" y="17012"/>
                  </a:lnTo>
                  <a:lnTo>
                    <a:pt x="2449674" y="17207"/>
                  </a:lnTo>
                  <a:lnTo>
                    <a:pt x="2450746" y="17404"/>
                  </a:lnTo>
                  <a:lnTo>
                    <a:pt x="2451818" y="17602"/>
                  </a:lnTo>
                  <a:lnTo>
                    <a:pt x="2452889" y="17800"/>
                  </a:lnTo>
                  <a:lnTo>
                    <a:pt x="2453961" y="18000"/>
                  </a:lnTo>
                  <a:lnTo>
                    <a:pt x="2455032" y="18201"/>
                  </a:lnTo>
                  <a:lnTo>
                    <a:pt x="2456104" y="18403"/>
                  </a:lnTo>
                  <a:lnTo>
                    <a:pt x="2457176" y="18605"/>
                  </a:lnTo>
                  <a:lnTo>
                    <a:pt x="2458247" y="18809"/>
                  </a:lnTo>
                  <a:lnTo>
                    <a:pt x="2459319" y="19014"/>
                  </a:lnTo>
                  <a:lnTo>
                    <a:pt x="2460390" y="19219"/>
                  </a:lnTo>
                  <a:lnTo>
                    <a:pt x="2461462" y="19426"/>
                  </a:lnTo>
                  <a:lnTo>
                    <a:pt x="2462534" y="19633"/>
                  </a:lnTo>
                  <a:lnTo>
                    <a:pt x="2463605" y="19842"/>
                  </a:lnTo>
                  <a:lnTo>
                    <a:pt x="2464677" y="20051"/>
                  </a:lnTo>
                  <a:lnTo>
                    <a:pt x="2465748" y="20262"/>
                  </a:lnTo>
                  <a:lnTo>
                    <a:pt x="2466820" y="20473"/>
                  </a:lnTo>
                  <a:lnTo>
                    <a:pt x="2467892" y="20685"/>
                  </a:lnTo>
                  <a:lnTo>
                    <a:pt x="2468963" y="20899"/>
                  </a:lnTo>
                  <a:lnTo>
                    <a:pt x="2470035" y="21113"/>
                  </a:lnTo>
                  <a:lnTo>
                    <a:pt x="2471106" y="21328"/>
                  </a:lnTo>
                  <a:lnTo>
                    <a:pt x="2472178" y="21544"/>
                  </a:lnTo>
                  <a:lnTo>
                    <a:pt x="2473250" y="21762"/>
                  </a:lnTo>
                  <a:lnTo>
                    <a:pt x="2474321" y="21980"/>
                  </a:lnTo>
                  <a:lnTo>
                    <a:pt x="2475393" y="22199"/>
                  </a:lnTo>
                  <a:lnTo>
                    <a:pt x="2476464" y="22419"/>
                  </a:lnTo>
                  <a:lnTo>
                    <a:pt x="2477536" y="22640"/>
                  </a:lnTo>
                  <a:lnTo>
                    <a:pt x="2478608" y="22861"/>
                  </a:lnTo>
                  <a:lnTo>
                    <a:pt x="2479679" y="23084"/>
                  </a:lnTo>
                  <a:lnTo>
                    <a:pt x="2480751" y="23308"/>
                  </a:lnTo>
                  <a:lnTo>
                    <a:pt x="2481822" y="23532"/>
                  </a:lnTo>
                  <a:lnTo>
                    <a:pt x="2482894" y="23758"/>
                  </a:lnTo>
                  <a:lnTo>
                    <a:pt x="2483966" y="23985"/>
                  </a:lnTo>
                  <a:lnTo>
                    <a:pt x="2485037" y="24212"/>
                  </a:lnTo>
                  <a:lnTo>
                    <a:pt x="2486109" y="24440"/>
                  </a:lnTo>
                  <a:lnTo>
                    <a:pt x="2487180" y="24670"/>
                  </a:lnTo>
                  <a:lnTo>
                    <a:pt x="2488252" y="24900"/>
                  </a:lnTo>
                  <a:lnTo>
                    <a:pt x="2489323" y="25131"/>
                  </a:lnTo>
                  <a:lnTo>
                    <a:pt x="2490395" y="25363"/>
                  </a:lnTo>
                  <a:lnTo>
                    <a:pt x="2491467" y="25596"/>
                  </a:lnTo>
                  <a:lnTo>
                    <a:pt x="2492538" y="25830"/>
                  </a:lnTo>
                  <a:lnTo>
                    <a:pt x="2493610" y="26064"/>
                  </a:lnTo>
                  <a:lnTo>
                    <a:pt x="2494681" y="26300"/>
                  </a:lnTo>
                  <a:lnTo>
                    <a:pt x="2495753" y="26536"/>
                  </a:lnTo>
                  <a:lnTo>
                    <a:pt x="2496825" y="26774"/>
                  </a:lnTo>
                  <a:lnTo>
                    <a:pt x="2497896" y="27012"/>
                  </a:lnTo>
                  <a:lnTo>
                    <a:pt x="2498968" y="27251"/>
                  </a:lnTo>
                  <a:lnTo>
                    <a:pt x="2500039" y="27492"/>
                  </a:lnTo>
                  <a:lnTo>
                    <a:pt x="2501111" y="27733"/>
                  </a:lnTo>
                  <a:lnTo>
                    <a:pt x="2502183" y="27974"/>
                  </a:lnTo>
                  <a:lnTo>
                    <a:pt x="2503254" y="28217"/>
                  </a:lnTo>
                  <a:lnTo>
                    <a:pt x="2504326" y="28461"/>
                  </a:lnTo>
                  <a:lnTo>
                    <a:pt x="2505397" y="28705"/>
                  </a:lnTo>
                  <a:lnTo>
                    <a:pt x="2506469" y="28951"/>
                  </a:lnTo>
                  <a:lnTo>
                    <a:pt x="2507541" y="29197"/>
                  </a:lnTo>
                  <a:lnTo>
                    <a:pt x="2508612" y="29444"/>
                  </a:lnTo>
                  <a:lnTo>
                    <a:pt x="2509684" y="29692"/>
                  </a:lnTo>
                  <a:lnTo>
                    <a:pt x="2510755" y="29941"/>
                  </a:lnTo>
                  <a:lnTo>
                    <a:pt x="2511827" y="30191"/>
                  </a:lnTo>
                  <a:lnTo>
                    <a:pt x="2512899" y="30442"/>
                  </a:lnTo>
                  <a:lnTo>
                    <a:pt x="2513970" y="30693"/>
                  </a:lnTo>
                  <a:lnTo>
                    <a:pt x="2515042" y="30946"/>
                  </a:lnTo>
                  <a:lnTo>
                    <a:pt x="2516113" y="31199"/>
                  </a:lnTo>
                  <a:lnTo>
                    <a:pt x="2517185" y="31453"/>
                  </a:lnTo>
                  <a:lnTo>
                    <a:pt x="2518257" y="31708"/>
                  </a:lnTo>
                  <a:lnTo>
                    <a:pt x="2519328" y="31964"/>
                  </a:lnTo>
                  <a:lnTo>
                    <a:pt x="2520400" y="32220"/>
                  </a:lnTo>
                  <a:lnTo>
                    <a:pt x="2521471" y="32478"/>
                  </a:lnTo>
                  <a:lnTo>
                    <a:pt x="2522543" y="32736"/>
                  </a:lnTo>
                  <a:lnTo>
                    <a:pt x="2523615" y="32996"/>
                  </a:lnTo>
                  <a:lnTo>
                    <a:pt x="2524686" y="33256"/>
                  </a:lnTo>
                  <a:lnTo>
                    <a:pt x="2525758" y="33516"/>
                  </a:lnTo>
                  <a:lnTo>
                    <a:pt x="2526829" y="33778"/>
                  </a:lnTo>
                  <a:lnTo>
                    <a:pt x="2527901" y="34041"/>
                  </a:lnTo>
                  <a:lnTo>
                    <a:pt x="2528973" y="34304"/>
                  </a:lnTo>
                  <a:lnTo>
                    <a:pt x="2530044" y="34568"/>
                  </a:lnTo>
                  <a:lnTo>
                    <a:pt x="2531116" y="34833"/>
                  </a:lnTo>
                  <a:lnTo>
                    <a:pt x="2532187" y="35099"/>
                  </a:lnTo>
                  <a:lnTo>
                    <a:pt x="2533259" y="35366"/>
                  </a:lnTo>
                  <a:lnTo>
                    <a:pt x="2534331" y="35633"/>
                  </a:lnTo>
                  <a:lnTo>
                    <a:pt x="2535402" y="35902"/>
                  </a:lnTo>
                  <a:lnTo>
                    <a:pt x="2536474" y="36171"/>
                  </a:lnTo>
                  <a:lnTo>
                    <a:pt x="2537545" y="36441"/>
                  </a:lnTo>
                  <a:lnTo>
                    <a:pt x="2538617" y="36712"/>
                  </a:lnTo>
                  <a:lnTo>
                    <a:pt x="2539689" y="36983"/>
                  </a:lnTo>
                  <a:lnTo>
                    <a:pt x="2540760" y="37255"/>
                  </a:lnTo>
                  <a:lnTo>
                    <a:pt x="2541832" y="37529"/>
                  </a:lnTo>
                  <a:lnTo>
                    <a:pt x="2542903" y="37803"/>
                  </a:lnTo>
                  <a:lnTo>
                    <a:pt x="2543975" y="38077"/>
                  </a:lnTo>
                  <a:lnTo>
                    <a:pt x="2545047" y="38353"/>
                  </a:lnTo>
                  <a:lnTo>
                    <a:pt x="2546118" y="38629"/>
                  </a:lnTo>
                  <a:lnTo>
                    <a:pt x="2547190" y="38907"/>
                  </a:lnTo>
                  <a:lnTo>
                    <a:pt x="2548261" y="39185"/>
                  </a:lnTo>
                  <a:lnTo>
                    <a:pt x="2549333" y="39463"/>
                  </a:lnTo>
                  <a:lnTo>
                    <a:pt x="2550405" y="39743"/>
                  </a:lnTo>
                  <a:lnTo>
                    <a:pt x="2551476" y="40023"/>
                  </a:lnTo>
                  <a:lnTo>
                    <a:pt x="2552548" y="40304"/>
                  </a:lnTo>
                  <a:lnTo>
                    <a:pt x="2553619" y="40586"/>
                  </a:lnTo>
                  <a:lnTo>
                    <a:pt x="2554691" y="40869"/>
                  </a:lnTo>
                  <a:lnTo>
                    <a:pt x="2555763" y="41152"/>
                  </a:lnTo>
                  <a:lnTo>
                    <a:pt x="2556834" y="41437"/>
                  </a:lnTo>
                  <a:lnTo>
                    <a:pt x="2557906" y="41722"/>
                  </a:lnTo>
                  <a:lnTo>
                    <a:pt x="2558977" y="42007"/>
                  </a:lnTo>
                  <a:lnTo>
                    <a:pt x="2560049" y="42294"/>
                  </a:lnTo>
                  <a:lnTo>
                    <a:pt x="2561121" y="42581"/>
                  </a:lnTo>
                  <a:lnTo>
                    <a:pt x="2562192" y="42869"/>
                  </a:lnTo>
                  <a:lnTo>
                    <a:pt x="2563264" y="43158"/>
                  </a:lnTo>
                  <a:lnTo>
                    <a:pt x="2564335" y="43448"/>
                  </a:lnTo>
                  <a:lnTo>
                    <a:pt x="2565407" y="43738"/>
                  </a:lnTo>
                  <a:lnTo>
                    <a:pt x="2566479" y="44029"/>
                  </a:lnTo>
                  <a:lnTo>
                    <a:pt x="2567550" y="44321"/>
                  </a:lnTo>
                  <a:lnTo>
                    <a:pt x="2568622" y="44614"/>
                  </a:lnTo>
                  <a:lnTo>
                    <a:pt x="2569693" y="44907"/>
                  </a:lnTo>
                  <a:lnTo>
                    <a:pt x="2570765" y="45201"/>
                  </a:lnTo>
                  <a:lnTo>
                    <a:pt x="2571837" y="45496"/>
                  </a:lnTo>
                  <a:lnTo>
                    <a:pt x="2572908" y="45791"/>
                  </a:lnTo>
                  <a:lnTo>
                    <a:pt x="2573980" y="46088"/>
                  </a:lnTo>
                  <a:lnTo>
                    <a:pt x="2575051" y="46385"/>
                  </a:lnTo>
                  <a:lnTo>
                    <a:pt x="2576123" y="46682"/>
                  </a:lnTo>
                  <a:lnTo>
                    <a:pt x="2577195" y="46981"/>
                  </a:lnTo>
                  <a:lnTo>
                    <a:pt x="2578266" y="47280"/>
                  </a:lnTo>
                  <a:lnTo>
                    <a:pt x="2579338" y="47580"/>
                  </a:lnTo>
                  <a:lnTo>
                    <a:pt x="2580409" y="47881"/>
                  </a:lnTo>
                  <a:lnTo>
                    <a:pt x="2581481" y="48182"/>
                  </a:lnTo>
                  <a:lnTo>
                    <a:pt x="2582553" y="48484"/>
                  </a:lnTo>
                  <a:lnTo>
                    <a:pt x="2583624" y="48787"/>
                  </a:lnTo>
                  <a:lnTo>
                    <a:pt x="2584696" y="49091"/>
                  </a:lnTo>
                  <a:lnTo>
                    <a:pt x="2585767" y="49395"/>
                  </a:lnTo>
                  <a:lnTo>
                    <a:pt x="2586839" y="49700"/>
                  </a:lnTo>
                  <a:lnTo>
                    <a:pt x="2587911" y="50006"/>
                  </a:lnTo>
                  <a:lnTo>
                    <a:pt x="2588982" y="50312"/>
                  </a:lnTo>
                  <a:lnTo>
                    <a:pt x="2590054" y="50619"/>
                  </a:lnTo>
                  <a:lnTo>
                    <a:pt x="2591125" y="50927"/>
                  </a:lnTo>
                  <a:lnTo>
                    <a:pt x="2592197" y="51236"/>
                  </a:lnTo>
                  <a:lnTo>
                    <a:pt x="2593269" y="51545"/>
                  </a:lnTo>
                  <a:lnTo>
                    <a:pt x="2594340" y="51855"/>
                  </a:lnTo>
                  <a:lnTo>
                    <a:pt x="2595412" y="52165"/>
                  </a:lnTo>
                  <a:lnTo>
                    <a:pt x="2596483" y="52477"/>
                  </a:lnTo>
                  <a:lnTo>
                    <a:pt x="2597555" y="52789"/>
                  </a:lnTo>
                  <a:lnTo>
                    <a:pt x="2598627" y="53101"/>
                  </a:lnTo>
                  <a:lnTo>
                    <a:pt x="2599698" y="53415"/>
                  </a:lnTo>
                  <a:lnTo>
                    <a:pt x="2600770" y="53729"/>
                  </a:lnTo>
                  <a:lnTo>
                    <a:pt x="2601841" y="54043"/>
                  </a:lnTo>
                  <a:lnTo>
                    <a:pt x="2602913" y="54359"/>
                  </a:lnTo>
                  <a:lnTo>
                    <a:pt x="2603985" y="54675"/>
                  </a:lnTo>
                  <a:lnTo>
                    <a:pt x="2605056" y="54992"/>
                  </a:lnTo>
                  <a:lnTo>
                    <a:pt x="2606128" y="55309"/>
                  </a:lnTo>
                  <a:lnTo>
                    <a:pt x="2607199" y="55627"/>
                  </a:lnTo>
                  <a:lnTo>
                    <a:pt x="2608271" y="55946"/>
                  </a:lnTo>
                  <a:lnTo>
                    <a:pt x="2609343" y="56265"/>
                  </a:lnTo>
                  <a:lnTo>
                    <a:pt x="2610414" y="56585"/>
                  </a:lnTo>
                  <a:lnTo>
                    <a:pt x="2611486" y="56906"/>
                  </a:lnTo>
                  <a:lnTo>
                    <a:pt x="2612557" y="57227"/>
                  </a:lnTo>
                  <a:lnTo>
                    <a:pt x="2613629" y="57549"/>
                  </a:lnTo>
                  <a:lnTo>
                    <a:pt x="2614701" y="57872"/>
                  </a:lnTo>
                  <a:lnTo>
                    <a:pt x="2615772" y="58195"/>
                  </a:lnTo>
                  <a:lnTo>
                    <a:pt x="2616844" y="58519"/>
                  </a:lnTo>
                  <a:lnTo>
                    <a:pt x="2617915" y="58844"/>
                  </a:lnTo>
                  <a:lnTo>
                    <a:pt x="2618987" y="59169"/>
                  </a:lnTo>
                  <a:lnTo>
                    <a:pt x="2620059" y="59495"/>
                  </a:lnTo>
                  <a:lnTo>
                    <a:pt x="2621130" y="59822"/>
                  </a:lnTo>
                  <a:lnTo>
                    <a:pt x="2622202" y="60149"/>
                  </a:lnTo>
                  <a:lnTo>
                    <a:pt x="2623273" y="60477"/>
                  </a:lnTo>
                  <a:lnTo>
                    <a:pt x="2624345" y="60805"/>
                  </a:lnTo>
                  <a:lnTo>
                    <a:pt x="2625417" y="61134"/>
                  </a:lnTo>
                  <a:lnTo>
                    <a:pt x="2626488" y="61464"/>
                  </a:lnTo>
                  <a:lnTo>
                    <a:pt x="2627560" y="61795"/>
                  </a:lnTo>
                  <a:lnTo>
                    <a:pt x="2628631" y="62126"/>
                  </a:lnTo>
                  <a:lnTo>
                    <a:pt x="2629703" y="62457"/>
                  </a:lnTo>
                  <a:lnTo>
                    <a:pt x="2630775" y="62789"/>
                  </a:lnTo>
                  <a:lnTo>
                    <a:pt x="2631846" y="63122"/>
                  </a:lnTo>
                  <a:lnTo>
                    <a:pt x="2632918" y="63456"/>
                  </a:lnTo>
                  <a:lnTo>
                    <a:pt x="2633989" y="63790"/>
                  </a:lnTo>
                  <a:lnTo>
                    <a:pt x="2635061" y="64124"/>
                  </a:lnTo>
                  <a:lnTo>
                    <a:pt x="2636133" y="64460"/>
                  </a:lnTo>
                  <a:lnTo>
                    <a:pt x="2637204" y="64796"/>
                  </a:lnTo>
                  <a:lnTo>
                    <a:pt x="2638276" y="65132"/>
                  </a:lnTo>
                  <a:lnTo>
                    <a:pt x="2639347" y="65469"/>
                  </a:lnTo>
                  <a:lnTo>
                    <a:pt x="2640419" y="65807"/>
                  </a:lnTo>
                  <a:lnTo>
                    <a:pt x="2641491" y="66145"/>
                  </a:lnTo>
                  <a:lnTo>
                    <a:pt x="2642562" y="66484"/>
                  </a:lnTo>
                  <a:lnTo>
                    <a:pt x="2643634" y="66824"/>
                  </a:lnTo>
                  <a:lnTo>
                    <a:pt x="2644705" y="67164"/>
                  </a:lnTo>
                  <a:lnTo>
                    <a:pt x="2645777" y="67504"/>
                  </a:lnTo>
                  <a:lnTo>
                    <a:pt x="2646849" y="67846"/>
                  </a:lnTo>
                  <a:lnTo>
                    <a:pt x="2647920" y="68188"/>
                  </a:lnTo>
                  <a:lnTo>
                    <a:pt x="2648992" y="68530"/>
                  </a:lnTo>
                  <a:lnTo>
                    <a:pt x="2650063" y="68873"/>
                  </a:lnTo>
                  <a:lnTo>
                    <a:pt x="2651135" y="69217"/>
                  </a:lnTo>
                  <a:lnTo>
                    <a:pt x="2652207" y="69561"/>
                  </a:lnTo>
                  <a:lnTo>
                    <a:pt x="2653278" y="69905"/>
                  </a:lnTo>
                  <a:lnTo>
                    <a:pt x="2654350" y="70251"/>
                  </a:lnTo>
                  <a:lnTo>
                    <a:pt x="2655421" y="70597"/>
                  </a:lnTo>
                  <a:lnTo>
                    <a:pt x="2656493" y="70943"/>
                  </a:lnTo>
                  <a:lnTo>
                    <a:pt x="2657565" y="71290"/>
                  </a:lnTo>
                  <a:lnTo>
                    <a:pt x="2658636" y="71638"/>
                  </a:lnTo>
                  <a:lnTo>
                    <a:pt x="2659708" y="71986"/>
                  </a:lnTo>
                  <a:lnTo>
                    <a:pt x="2660779" y="72335"/>
                  </a:lnTo>
                  <a:lnTo>
                    <a:pt x="2661851" y="72684"/>
                  </a:lnTo>
                  <a:lnTo>
                    <a:pt x="2662922" y="73034"/>
                  </a:lnTo>
                  <a:lnTo>
                    <a:pt x="2663994" y="73384"/>
                  </a:lnTo>
                  <a:lnTo>
                    <a:pt x="2665066" y="73735"/>
                  </a:lnTo>
                  <a:lnTo>
                    <a:pt x="2666137" y="74086"/>
                  </a:lnTo>
                  <a:lnTo>
                    <a:pt x="2667209" y="74438"/>
                  </a:lnTo>
                  <a:lnTo>
                    <a:pt x="2668280" y="74791"/>
                  </a:lnTo>
                  <a:lnTo>
                    <a:pt x="2669352" y="75144"/>
                  </a:lnTo>
                  <a:lnTo>
                    <a:pt x="2670424" y="75498"/>
                  </a:lnTo>
                  <a:lnTo>
                    <a:pt x="2671495" y="75852"/>
                  </a:lnTo>
                  <a:lnTo>
                    <a:pt x="2672567" y="76206"/>
                  </a:lnTo>
                  <a:lnTo>
                    <a:pt x="2673638" y="76562"/>
                  </a:lnTo>
                  <a:lnTo>
                    <a:pt x="2674710" y="76917"/>
                  </a:lnTo>
                  <a:lnTo>
                    <a:pt x="2675782" y="77274"/>
                  </a:lnTo>
                  <a:lnTo>
                    <a:pt x="2676853" y="77630"/>
                  </a:lnTo>
                  <a:lnTo>
                    <a:pt x="2677925" y="77988"/>
                  </a:lnTo>
                  <a:lnTo>
                    <a:pt x="2678996" y="78346"/>
                  </a:lnTo>
                  <a:lnTo>
                    <a:pt x="2680068" y="78704"/>
                  </a:lnTo>
                  <a:lnTo>
                    <a:pt x="2681140" y="79063"/>
                  </a:lnTo>
                  <a:lnTo>
                    <a:pt x="2682211" y="79422"/>
                  </a:lnTo>
                  <a:lnTo>
                    <a:pt x="2683283" y="79782"/>
                  </a:lnTo>
                  <a:lnTo>
                    <a:pt x="2684354" y="80143"/>
                  </a:lnTo>
                  <a:lnTo>
                    <a:pt x="2685426" y="80504"/>
                  </a:lnTo>
                  <a:lnTo>
                    <a:pt x="2686498" y="80865"/>
                  </a:lnTo>
                  <a:lnTo>
                    <a:pt x="2687569" y="81227"/>
                  </a:lnTo>
                  <a:lnTo>
                    <a:pt x="2688641" y="81589"/>
                  </a:lnTo>
                  <a:lnTo>
                    <a:pt x="2689712" y="81952"/>
                  </a:lnTo>
                  <a:lnTo>
                    <a:pt x="2690784" y="82316"/>
                  </a:lnTo>
                  <a:lnTo>
                    <a:pt x="2691856" y="82680"/>
                  </a:lnTo>
                  <a:lnTo>
                    <a:pt x="2692927" y="83044"/>
                  </a:lnTo>
                  <a:lnTo>
                    <a:pt x="2693999" y="83409"/>
                  </a:lnTo>
                  <a:lnTo>
                    <a:pt x="2695070" y="83775"/>
                  </a:lnTo>
                  <a:lnTo>
                    <a:pt x="2696142" y="84140"/>
                  </a:lnTo>
                  <a:lnTo>
                    <a:pt x="2697214" y="84507"/>
                  </a:lnTo>
                  <a:lnTo>
                    <a:pt x="2698285" y="84874"/>
                  </a:lnTo>
                  <a:lnTo>
                    <a:pt x="2699357" y="85241"/>
                  </a:lnTo>
                  <a:lnTo>
                    <a:pt x="2700428" y="85609"/>
                  </a:lnTo>
                  <a:lnTo>
                    <a:pt x="2701500" y="85977"/>
                  </a:lnTo>
                  <a:lnTo>
                    <a:pt x="2702572" y="86346"/>
                  </a:lnTo>
                  <a:lnTo>
                    <a:pt x="2703643" y="86715"/>
                  </a:lnTo>
                  <a:lnTo>
                    <a:pt x="2704715" y="87085"/>
                  </a:lnTo>
                  <a:lnTo>
                    <a:pt x="2705786" y="87455"/>
                  </a:lnTo>
                  <a:lnTo>
                    <a:pt x="2706858" y="87826"/>
                  </a:lnTo>
                  <a:lnTo>
                    <a:pt x="2707930" y="88197"/>
                  </a:lnTo>
                  <a:lnTo>
                    <a:pt x="2709001" y="88568"/>
                  </a:lnTo>
                  <a:lnTo>
                    <a:pt x="2710073" y="88940"/>
                  </a:lnTo>
                  <a:lnTo>
                    <a:pt x="2711144" y="89313"/>
                  </a:lnTo>
                  <a:lnTo>
                    <a:pt x="2712216" y="89686"/>
                  </a:lnTo>
                  <a:lnTo>
                    <a:pt x="2713288" y="90059"/>
                  </a:lnTo>
                  <a:lnTo>
                    <a:pt x="2714359" y="90433"/>
                  </a:lnTo>
                  <a:lnTo>
                    <a:pt x="2715431" y="90807"/>
                  </a:lnTo>
                  <a:lnTo>
                    <a:pt x="2716502" y="91182"/>
                  </a:lnTo>
                  <a:lnTo>
                    <a:pt x="2717574" y="91557"/>
                  </a:lnTo>
                  <a:lnTo>
                    <a:pt x="2718646" y="91933"/>
                  </a:lnTo>
                  <a:lnTo>
                    <a:pt x="2719717" y="92309"/>
                  </a:lnTo>
                  <a:lnTo>
                    <a:pt x="2720789" y="92686"/>
                  </a:lnTo>
                  <a:lnTo>
                    <a:pt x="2721860" y="93062"/>
                  </a:lnTo>
                  <a:lnTo>
                    <a:pt x="2722932" y="93440"/>
                  </a:lnTo>
                  <a:lnTo>
                    <a:pt x="2724004" y="93818"/>
                  </a:lnTo>
                  <a:lnTo>
                    <a:pt x="2725075" y="94196"/>
                  </a:lnTo>
                  <a:lnTo>
                    <a:pt x="2726147" y="94574"/>
                  </a:lnTo>
                  <a:lnTo>
                    <a:pt x="2727218" y="94954"/>
                  </a:lnTo>
                  <a:lnTo>
                    <a:pt x="2728290" y="95333"/>
                  </a:lnTo>
                  <a:lnTo>
                    <a:pt x="2729362" y="95713"/>
                  </a:lnTo>
                  <a:lnTo>
                    <a:pt x="2730433" y="96093"/>
                  </a:lnTo>
                  <a:lnTo>
                    <a:pt x="2731505" y="96474"/>
                  </a:lnTo>
                  <a:lnTo>
                    <a:pt x="2732576" y="96855"/>
                  </a:lnTo>
                  <a:lnTo>
                    <a:pt x="2733648" y="97237"/>
                  </a:lnTo>
                  <a:lnTo>
                    <a:pt x="2734720" y="97619"/>
                  </a:lnTo>
                  <a:lnTo>
                    <a:pt x="2735791" y="98001"/>
                  </a:lnTo>
                  <a:lnTo>
                    <a:pt x="2736863" y="98384"/>
                  </a:lnTo>
                  <a:lnTo>
                    <a:pt x="2737934" y="98767"/>
                  </a:lnTo>
                  <a:lnTo>
                    <a:pt x="2739006" y="99151"/>
                  </a:lnTo>
                  <a:lnTo>
                    <a:pt x="2740078" y="99535"/>
                  </a:lnTo>
                  <a:lnTo>
                    <a:pt x="2741149" y="99919"/>
                  </a:lnTo>
                  <a:lnTo>
                    <a:pt x="2742221" y="100304"/>
                  </a:lnTo>
                  <a:lnTo>
                    <a:pt x="2743292" y="100689"/>
                  </a:lnTo>
                  <a:lnTo>
                    <a:pt x="2744364" y="101075"/>
                  </a:lnTo>
                  <a:lnTo>
                    <a:pt x="2745436" y="101461"/>
                  </a:lnTo>
                  <a:lnTo>
                    <a:pt x="2746507" y="101847"/>
                  </a:lnTo>
                  <a:lnTo>
                    <a:pt x="2747579" y="102234"/>
                  </a:lnTo>
                  <a:lnTo>
                    <a:pt x="2748650" y="102621"/>
                  </a:lnTo>
                  <a:lnTo>
                    <a:pt x="2749722" y="103009"/>
                  </a:lnTo>
                  <a:lnTo>
                    <a:pt x="2750794" y="103396"/>
                  </a:lnTo>
                  <a:lnTo>
                    <a:pt x="2751865" y="103785"/>
                  </a:lnTo>
                  <a:lnTo>
                    <a:pt x="2752937" y="104173"/>
                  </a:lnTo>
                  <a:lnTo>
                    <a:pt x="2754008" y="104562"/>
                  </a:lnTo>
                  <a:lnTo>
                    <a:pt x="2755080" y="104952"/>
                  </a:lnTo>
                  <a:lnTo>
                    <a:pt x="2756152" y="105341"/>
                  </a:lnTo>
                  <a:lnTo>
                    <a:pt x="2757223" y="105732"/>
                  </a:lnTo>
                  <a:lnTo>
                    <a:pt x="2758295" y="106122"/>
                  </a:lnTo>
                  <a:lnTo>
                    <a:pt x="2759366" y="106513"/>
                  </a:lnTo>
                  <a:lnTo>
                    <a:pt x="2760438" y="106904"/>
                  </a:lnTo>
                  <a:lnTo>
                    <a:pt x="2761510" y="107296"/>
                  </a:lnTo>
                  <a:lnTo>
                    <a:pt x="2762581" y="107687"/>
                  </a:lnTo>
                  <a:lnTo>
                    <a:pt x="2763653" y="108080"/>
                  </a:lnTo>
                  <a:lnTo>
                    <a:pt x="2764724" y="108472"/>
                  </a:lnTo>
                  <a:lnTo>
                    <a:pt x="2765796" y="108865"/>
                  </a:lnTo>
                  <a:lnTo>
                    <a:pt x="2766868" y="109259"/>
                  </a:lnTo>
                  <a:lnTo>
                    <a:pt x="2767939" y="109652"/>
                  </a:lnTo>
                  <a:lnTo>
                    <a:pt x="2769011" y="110046"/>
                  </a:lnTo>
                  <a:lnTo>
                    <a:pt x="2770082" y="110441"/>
                  </a:lnTo>
                  <a:lnTo>
                    <a:pt x="2771154" y="110835"/>
                  </a:lnTo>
                  <a:lnTo>
                    <a:pt x="2772226" y="111230"/>
                  </a:lnTo>
                  <a:lnTo>
                    <a:pt x="2773297" y="111626"/>
                  </a:lnTo>
                  <a:lnTo>
                    <a:pt x="2774369" y="112021"/>
                  </a:lnTo>
                  <a:lnTo>
                    <a:pt x="2775440" y="112417"/>
                  </a:lnTo>
                  <a:lnTo>
                    <a:pt x="2776512" y="112814"/>
                  </a:lnTo>
                  <a:lnTo>
                    <a:pt x="2777584" y="113210"/>
                  </a:lnTo>
                  <a:lnTo>
                    <a:pt x="2778655" y="113607"/>
                  </a:lnTo>
                  <a:lnTo>
                    <a:pt x="2779727" y="114004"/>
                  </a:lnTo>
                  <a:lnTo>
                    <a:pt x="2780798" y="114402"/>
                  </a:lnTo>
                  <a:lnTo>
                    <a:pt x="2781870" y="114800"/>
                  </a:lnTo>
                  <a:lnTo>
                    <a:pt x="2782942" y="115198"/>
                  </a:lnTo>
                  <a:lnTo>
                    <a:pt x="2784013" y="115597"/>
                  </a:lnTo>
                  <a:lnTo>
                    <a:pt x="2785085" y="115996"/>
                  </a:lnTo>
                  <a:lnTo>
                    <a:pt x="2786156" y="116395"/>
                  </a:lnTo>
                  <a:lnTo>
                    <a:pt x="2787228" y="116794"/>
                  </a:lnTo>
                  <a:lnTo>
                    <a:pt x="2788300" y="117194"/>
                  </a:lnTo>
                  <a:lnTo>
                    <a:pt x="2789371" y="117594"/>
                  </a:lnTo>
                  <a:lnTo>
                    <a:pt x="2790443" y="117995"/>
                  </a:lnTo>
                  <a:lnTo>
                    <a:pt x="2791514" y="118395"/>
                  </a:lnTo>
                  <a:lnTo>
                    <a:pt x="2792586" y="118796"/>
                  </a:lnTo>
                  <a:lnTo>
                    <a:pt x="2793658" y="119198"/>
                  </a:lnTo>
                  <a:lnTo>
                    <a:pt x="2794729" y="119599"/>
                  </a:lnTo>
                  <a:lnTo>
                    <a:pt x="2795801" y="120001"/>
                  </a:lnTo>
                  <a:lnTo>
                    <a:pt x="2796872" y="120403"/>
                  </a:lnTo>
                  <a:lnTo>
                    <a:pt x="2797944" y="120806"/>
                  </a:lnTo>
                  <a:lnTo>
                    <a:pt x="2799016" y="121209"/>
                  </a:lnTo>
                  <a:lnTo>
                    <a:pt x="2800087" y="121612"/>
                  </a:lnTo>
                  <a:lnTo>
                    <a:pt x="2801159" y="122015"/>
                  </a:lnTo>
                  <a:lnTo>
                    <a:pt x="2802230" y="122419"/>
                  </a:lnTo>
                  <a:lnTo>
                    <a:pt x="2803302" y="122822"/>
                  </a:lnTo>
                  <a:lnTo>
                    <a:pt x="2804374" y="123227"/>
                  </a:lnTo>
                  <a:lnTo>
                    <a:pt x="2805445" y="123631"/>
                  </a:lnTo>
                  <a:lnTo>
                    <a:pt x="2806517" y="124036"/>
                  </a:lnTo>
                  <a:lnTo>
                    <a:pt x="2807588" y="124441"/>
                  </a:lnTo>
                  <a:lnTo>
                    <a:pt x="2808660" y="124846"/>
                  </a:lnTo>
                  <a:lnTo>
                    <a:pt x="2809732" y="125251"/>
                  </a:lnTo>
                  <a:lnTo>
                    <a:pt x="2810803" y="125657"/>
                  </a:lnTo>
                  <a:lnTo>
                    <a:pt x="2811875" y="126063"/>
                  </a:lnTo>
                  <a:lnTo>
                    <a:pt x="2812946" y="126469"/>
                  </a:lnTo>
                  <a:lnTo>
                    <a:pt x="2814018" y="126876"/>
                  </a:lnTo>
                  <a:lnTo>
                    <a:pt x="2815090" y="127283"/>
                  </a:lnTo>
                  <a:lnTo>
                    <a:pt x="2816161" y="127690"/>
                  </a:lnTo>
                  <a:lnTo>
                    <a:pt x="2817233" y="128097"/>
                  </a:lnTo>
                  <a:lnTo>
                    <a:pt x="2818304" y="128504"/>
                  </a:lnTo>
                  <a:lnTo>
                    <a:pt x="2819376" y="128912"/>
                  </a:lnTo>
                  <a:lnTo>
                    <a:pt x="2820448" y="129320"/>
                  </a:lnTo>
                  <a:lnTo>
                    <a:pt x="2821519" y="129728"/>
                  </a:lnTo>
                  <a:lnTo>
                    <a:pt x="2822591" y="130137"/>
                  </a:lnTo>
                  <a:lnTo>
                    <a:pt x="2823662" y="130546"/>
                  </a:lnTo>
                  <a:lnTo>
                    <a:pt x="2824734" y="130955"/>
                  </a:lnTo>
                  <a:lnTo>
                    <a:pt x="2825806" y="131364"/>
                  </a:lnTo>
                  <a:lnTo>
                    <a:pt x="2826877" y="131773"/>
                  </a:lnTo>
                  <a:lnTo>
                    <a:pt x="2827949" y="132183"/>
                  </a:lnTo>
                  <a:lnTo>
                    <a:pt x="2829020" y="132593"/>
                  </a:lnTo>
                  <a:lnTo>
                    <a:pt x="2830092" y="133003"/>
                  </a:lnTo>
                  <a:lnTo>
                    <a:pt x="2831164" y="133413"/>
                  </a:lnTo>
                  <a:lnTo>
                    <a:pt x="2832235" y="133824"/>
                  </a:lnTo>
                  <a:lnTo>
                    <a:pt x="2833307" y="134235"/>
                  </a:lnTo>
                  <a:lnTo>
                    <a:pt x="2834378" y="134646"/>
                  </a:lnTo>
                  <a:lnTo>
                    <a:pt x="2835450" y="135057"/>
                  </a:lnTo>
                  <a:lnTo>
                    <a:pt x="2836522" y="135468"/>
                  </a:lnTo>
                  <a:lnTo>
                    <a:pt x="2837593" y="135880"/>
                  </a:lnTo>
                  <a:lnTo>
                    <a:pt x="2838665" y="136292"/>
                  </a:lnTo>
                  <a:lnTo>
                    <a:pt x="2839736" y="136704"/>
                  </a:lnTo>
                  <a:lnTo>
                    <a:pt x="2840808" y="137116"/>
                  </a:lnTo>
                  <a:lnTo>
                    <a:pt x="2841879" y="137529"/>
                  </a:lnTo>
                  <a:lnTo>
                    <a:pt x="2842951" y="137941"/>
                  </a:lnTo>
                  <a:lnTo>
                    <a:pt x="2844023" y="138354"/>
                  </a:lnTo>
                  <a:lnTo>
                    <a:pt x="2845094" y="138767"/>
                  </a:lnTo>
                  <a:lnTo>
                    <a:pt x="2846166" y="139181"/>
                  </a:lnTo>
                  <a:lnTo>
                    <a:pt x="2847237" y="139594"/>
                  </a:lnTo>
                  <a:lnTo>
                    <a:pt x="2848309" y="140008"/>
                  </a:lnTo>
                  <a:lnTo>
                    <a:pt x="2849381" y="140422"/>
                  </a:lnTo>
                  <a:lnTo>
                    <a:pt x="2850452" y="140836"/>
                  </a:lnTo>
                  <a:lnTo>
                    <a:pt x="2851524" y="141250"/>
                  </a:lnTo>
                  <a:lnTo>
                    <a:pt x="2852595" y="141664"/>
                  </a:lnTo>
                  <a:lnTo>
                    <a:pt x="2853667" y="142079"/>
                  </a:lnTo>
                  <a:lnTo>
                    <a:pt x="2854739" y="142494"/>
                  </a:lnTo>
                  <a:lnTo>
                    <a:pt x="2855810" y="142909"/>
                  </a:lnTo>
                  <a:lnTo>
                    <a:pt x="2856882" y="143324"/>
                  </a:lnTo>
                  <a:lnTo>
                    <a:pt x="2857953" y="143739"/>
                  </a:lnTo>
                  <a:lnTo>
                    <a:pt x="2859025" y="144155"/>
                  </a:lnTo>
                  <a:lnTo>
                    <a:pt x="2860097" y="144570"/>
                  </a:lnTo>
                  <a:lnTo>
                    <a:pt x="2861168" y="144986"/>
                  </a:lnTo>
                  <a:lnTo>
                    <a:pt x="2862240" y="145402"/>
                  </a:lnTo>
                  <a:lnTo>
                    <a:pt x="2863311" y="145818"/>
                  </a:lnTo>
                  <a:lnTo>
                    <a:pt x="2864383" y="146235"/>
                  </a:lnTo>
                  <a:lnTo>
                    <a:pt x="2865455" y="146651"/>
                  </a:lnTo>
                  <a:lnTo>
                    <a:pt x="2866526" y="147068"/>
                  </a:lnTo>
                  <a:lnTo>
                    <a:pt x="2867598" y="147485"/>
                  </a:lnTo>
                  <a:lnTo>
                    <a:pt x="2868669" y="147902"/>
                  </a:lnTo>
                  <a:lnTo>
                    <a:pt x="2869741" y="148319"/>
                  </a:lnTo>
                  <a:lnTo>
                    <a:pt x="2870813" y="148736"/>
                  </a:lnTo>
                  <a:lnTo>
                    <a:pt x="2871884" y="149154"/>
                  </a:lnTo>
                  <a:lnTo>
                    <a:pt x="2872956" y="149571"/>
                  </a:lnTo>
                  <a:lnTo>
                    <a:pt x="2874027" y="149989"/>
                  </a:lnTo>
                  <a:lnTo>
                    <a:pt x="2875099" y="150407"/>
                  </a:lnTo>
                  <a:lnTo>
                    <a:pt x="2876171" y="150825"/>
                  </a:lnTo>
                  <a:lnTo>
                    <a:pt x="2877242" y="151243"/>
                  </a:lnTo>
                  <a:lnTo>
                    <a:pt x="2878314" y="151661"/>
                  </a:lnTo>
                  <a:lnTo>
                    <a:pt x="2879385" y="152079"/>
                  </a:lnTo>
                  <a:lnTo>
                    <a:pt x="2880457" y="152498"/>
                  </a:lnTo>
                  <a:lnTo>
                    <a:pt x="2881529" y="152917"/>
                  </a:lnTo>
                  <a:lnTo>
                    <a:pt x="2882600" y="153336"/>
                  </a:lnTo>
                  <a:lnTo>
                    <a:pt x="2883672" y="153754"/>
                  </a:lnTo>
                  <a:lnTo>
                    <a:pt x="2884743" y="154174"/>
                  </a:lnTo>
                  <a:lnTo>
                    <a:pt x="2885815" y="154593"/>
                  </a:lnTo>
                  <a:lnTo>
                    <a:pt x="2886887" y="155012"/>
                  </a:lnTo>
                  <a:lnTo>
                    <a:pt x="2887958" y="155431"/>
                  </a:lnTo>
                  <a:lnTo>
                    <a:pt x="2889030" y="155851"/>
                  </a:lnTo>
                  <a:lnTo>
                    <a:pt x="2890101" y="156271"/>
                  </a:lnTo>
                  <a:lnTo>
                    <a:pt x="2891173" y="156691"/>
                  </a:lnTo>
                  <a:lnTo>
                    <a:pt x="2892245" y="157110"/>
                  </a:lnTo>
                  <a:lnTo>
                    <a:pt x="2893316" y="157530"/>
                  </a:lnTo>
                  <a:lnTo>
                    <a:pt x="2894388" y="157951"/>
                  </a:lnTo>
                  <a:lnTo>
                    <a:pt x="2895459" y="158371"/>
                  </a:lnTo>
                  <a:lnTo>
                    <a:pt x="2896531" y="158791"/>
                  </a:lnTo>
                  <a:lnTo>
                    <a:pt x="2897603" y="159212"/>
                  </a:lnTo>
                  <a:lnTo>
                    <a:pt x="2898674" y="159632"/>
                  </a:lnTo>
                  <a:lnTo>
                    <a:pt x="2899746" y="160053"/>
                  </a:lnTo>
                  <a:lnTo>
                    <a:pt x="2900817" y="160473"/>
                  </a:lnTo>
                  <a:lnTo>
                    <a:pt x="2901889" y="160894"/>
                  </a:lnTo>
                  <a:lnTo>
                    <a:pt x="2902961" y="161315"/>
                  </a:lnTo>
                  <a:lnTo>
                    <a:pt x="2904032" y="161736"/>
                  </a:lnTo>
                  <a:lnTo>
                    <a:pt x="2905104" y="162157"/>
                  </a:lnTo>
                  <a:lnTo>
                    <a:pt x="2906175" y="162579"/>
                  </a:lnTo>
                  <a:lnTo>
                    <a:pt x="2907247" y="163000"/>
                  </a:lnTo>
                  <a:lnTo>
                    <a:pt x="2908319" y="163421"/>
                  </a:lnTo>
                  <a:lnTo>
                    <a:pt x="2909390" y="163843"/>
                  </a:lnTo>
                  <a:lnTo>
                    <a:pt x="2910462" y="164264"/>
                  </a:lnTo>
                  <a:lnTo>
                    <a:pt x="2911533" y="164686"/>
                  </a:lnTo>
                  <a:lnTo>
                    <a:pt x="2912605" y="165108"/>
                  </a:lnTo>
                  <a:lnTo>
                    <a:pt x="2913677" y="165529"/>
                  </a:lnTo>
                  <a:lnTo>
                    <a:pt x="2914748" y="165951"/>
                  </a:lnTo>
                  <a:lnTo>
                    <a:pt x="2915820" y="166373"/>
                  </a:lnTo>
                  <a:lnTo>
                    <a:pt x="2916891" y="166795"/>
                  </a:lnTo>
                  <a:lnTo>
                    <a:pt x="2917963" y="167217"/>
                  </a:lnTo>
                  <a:lnTo>
                    <a:pt x="2919035" y="167639"/>
                  </a:lnTo>
                  <a:lnTo>
                    <a:pt x="2920106" y="168061"/>
                  </a:lnTo>
                  <a:lnTo>
                    <a:pt x="2921178" y="168484"/>
                  </a:lnTo>
                  <a:lnTo>
                    <a:pt x="2922249" y="168906"/>
                  </a:lnTo>
                  <a:lnTo>
                    <a:pt x="2923321" y="169328"/>
                  </a:lnTo>
                  <a:lnTo>
                    <a:pt x="2924393" y="169751"/>
                  </a:lnTo>
                  <a:lnTo>
                    <a:pt x="2925464" y="170173"/>
                  </a:lnTo>
                  <a:lnTo>
                    <a:pt x="2926536" y="170596"/>
                  </a:lnTo>
                  <a:lnTo>
                    <a:pt x="2927607" y="171018"/>
                  </a:lnTo>
                  <a:lnTo>
                    <a:pt x="2928679" y="171441"/>
                  </a:lnTo>
                  <a:lnTo>
                    <a:pt x="2929751" y="171864"/>
                  </a:lnTo>
                  <a:lnTo>
                    <a:pt x="2930822" y="172286"/>
                  </a:lnTo>
                  <a:lnTo>
                    <a:pt x="2931894" y="172709"/>
                  </a:lnTo>
                  <a:lnTo>
                    <a:pt x="2932965" y="173132"/>
                  </a:lnTo>
                  <a:lnTo>
                    <a:pt x="2934037" y="173555"/>
                  </a:lnTo>
                  <a:lnTo>
                    <a:pt x="2935109" y="173978"/>
                  </a:lnTo>
                  <a:lnTo>
                    <a:pt x="2936180" y="174401"/>
                  </a:lnTo>
                  <a:lnTo>
                    <a:pt x="2937252" y="174824"/>
                  </a:lnTo>
                  <a:lnTo>
                    <a:pt x="2938323" y="175247"/>
                  </a:lnTo>
                  <a:lnTo>
                    <a:pt x="2939395" y="175670"/>
                  </a:lnTo>
                  <a:lnTo>
                    <a:pt x="2940467" y="176093"/>
                  </a:lnTo>
                  <a:lnTo>
                    <a:pt x="2941538" y="176516"/>
                  </a:lnTo>
                  <a:lnTo>
                    <a:pt x="2942610" y="176939"/>
                  </a:lnTo>
                  <a:lnTo>
                    <a:pt x="2943681" y="177362"/>
                  </a:lnTo>
                  <a:lnTo>
                    <a:pt x="2944753" y="177785"/>
                  </a:lnTo>
                  <a:lnTo>
                    <a:pt x="2945825" y="178208"/>
                  </a:lnTo>
                  <a:lnTo>
                    <a:pt x="2946896" y="178632"/>
                  </a:lnTo>
                  <a:lnTo>
                    <a:pt x="2947968" y="179055"/>
                  </a:lnTo>
                  <a:lnTo>
                    <a:pt x="2949039" y="179478"/>
                  </a:lnTo>
                  <a:lnTo>
                    <a:pt x="2950111" y="179901"/>
                  </a:lnTo>
                  <a:lnTo>
                    <a:pt x="2951183" y="180325"/>
                  </a:lnTo>
                  <a:lnTo>
                    <a:pt x="2952254" y="180748"/>
                  </a:lnTo>
                  <a:lnTo>
                    <a:pt x="2953326" y="181171"/>
                  </a:lnTo>
                  <a:lnTo>
                    <a:pt x="2954397" y="181594"/>
                  </a:lnTo>
                  <a:lnTo>
                    <a:pt x="2955469" y="182018"/>
                  </a:lnTo>
                  <a:lnTo>
                    <a:pt x="2956541" y="182441"/>
                  </a:lnTo>
                  <a:lnTo>
                    <a:pt x="2957612" y="182864"/>
                  </a:lnTo>
                  <a:lnTo>
                    <a:pt x="2958684" y="183287"/>
                  </a:lnTo>
                  <a:lnTo>
                    <a:pt x="2959755" y="183711"/>
                  </a:lnTo>
                  <a:lnTo>
                    <a:pt x="2960827" y="184134"/>
                  </a:lnTo>
                  <a:lnTo>
                    <a:pt x="2961899" y="184557"/>
                  </a:lnTo>
                  <a:lnTo>
                    <a:pt x="2962970" y="184981"/>
                  </a:lnTo>
                  <a:lnTo>
                    <a:pt x="2964042" y="185404"/>
                  </a:lnTo>
                  <a:lnTo>
                    <a:pt x="2965113" y="185827"/>
                  </a:lnTo>
                  <a:lnTo>
                    <a:pt x="2966185" y="186250"/>
                  </a:lnTo>
                  <a:lnTo>
                    <a:pt x="2967257" y="186673"/>
                  </a:lnTo>
                  <a:lnTo>
                    <a:pt x="2968328" y="187097"/>
                  </a:lnTo>
                  <a:lnTo>
                    <a:pt x="2969400" y="187520"/>
                  </a:lnTo>
                  <a:lnTo>
                    <a:pt x="2970471" y="187943"/>
                  </a:lnTo>
                  <a:lnTo>
                    <a:pt x="2971543" y="188366"/>
                  </a:lnTo>
                  <a:lnTo>
                    <a:pt x="2972615" y="188789"/>
                  </a:lnTo>
                  <a:lnTo>
                    <a:pt x="2973686" y="189212"/>
                  </a:lnTo>
                  <a:lnTo>
                    <a:pt x="2974758" y="189635"/>
                  </a:lnTo>
                  <a:lnTo>
                    <a:pt x="2975829" y="190058"/>
                  </a:lnTo>
                  <a:lnTo>
                    <a:pt x="2976901" y="190481"/>
                  </a:lnTo>
                  <a:lnTo>
                    <a:pt x="2977973" y="190904"/>
                  </a:lnTo>
                  <a:lnTo>
                    <a:pt x="2979044" y="191327"/>
                  </a:lnTo>
                  <a:lnTo>
                    <a:pt x="2980116" y="191750"/>
                  </a:lnTo>
                  <a:lnTo>
                    <a:pt x="2981187" y="192173"/>
                  </a:lnTo>
                  <a:lnTo>
                    <a:pt x="2982259" y="192596"/>
                  </a:lnTo>
                  <a:lnTo>
                    <a:pt x="2983331" y="193018"/>
                  </a:lnTo>
                  <a:lnTo>
                    <a:pt x="2984402" y="193441"/>
                  </a:lnTo>
                  <a:lnTo>
                    <a:pt x="2985474" y="193864"/>
                  </a:lnTo>
                  <a:lnTo>
                    <a:pt x="2986545" y="194286"/>
                  </a:lnTo>
                  <a:lnTo>
                    <a:pt x="2987617" y="194709"/>
                  </a:lnTo>
                  <a:lnTo>
                    <a:pt x="2988689" y="195131"/>
                  </a:lnTo>
                  <a:lnTo>
                    <a:pt x="2989760" y="195554"/>
                  </a:lnTo>
                  <a:lnTo>
                    <a:pt x="2990832" y="195976"/>
                  </a:lnTo>
                  <a:lnTo>
                    <a:pt x="2991903" y="196399"/>
                  </a:lnTo>
                  <a:lnTo>
                    <a:pt x="2992975" y="196821"/>
                  </a:lnTo>
                  <a:lnTo>
                    <a:pt x="2994047" y="197243"/>
                  </a:lnTo>
                  <a:lnTo>
                    <a:pt x="2995118" y="197665"/>
                  </a:lnTo>
                  <a:lnTo>
                    <a:pt x="2996190" y="198087"/>
                  </a:lnTo>
                  <a:lnTo>
                    <a:pt x="2997261" y="198509"/>
                  </a:lnTo>
                  <a:lnTo>
                    <a:pt x="2998333" y="198931"/>
                  </a:lnTo>
                  <a:lnTo>
                    <a:pt x="2999405" y="199353"/>
                  </a:lnTo>
                  <a:lnTo>
                    <a:pt x="3000476" y="199775"/>
                  </a:lnTo>
                  <a:lnTo>
                    <a:pt x="3001548" y="200197"/>
                  </a:lnTo>
                  <a:lnTo>
                    <a:pt x="3002619" y="200618"/>
                  </a:lnTo>
                  <a:lnTo>
                    <a:pt x="3003691" y="201040"/>
                  </a:lnTo>
                  <a:lnTo>
                    <a:pt x="3004763" y="201462"/>
                  </a:lnTo>
                  <a:lnTo>
                    <a:pt x="3005834" y="201883"/>
                  </a:lnTo>
                  <a:lnTo>
                    <a:pt x="3006906" y="202304"/>
                  </a:lnTo>
                  <a:lnTo>
                    <a:pt x="3007977" y="202726"/>
                  </a:lnTo>
                  <a:lnTo>
                    <a:pt x="3009049" y="203147"/>
                  </a:lnTo>
                  <a:lnTo>
                    <a:pt x="3010121" y="203568"/>
                  </a:lnTo>
                  <a:lnTo>
                    <a:pt x="3011192" y="203989"/>
                  </a:lnTo>
                  <a:lnTo>
                    <a:pt x="3012264" y="204410"/>
                  </a:lnTo>
                  <a:lnTo>
                    <a:pt x="3013335" y="204831"/>
                  </a:lnTo>
                  <a:lnTo>
                    <a:pt x="3014407" y="205252"/>
                  </a:lnTo>
                  <a:lnTo>
                    <a:pt x="3015479" y="205672"/>
                  </a:lnTo>
                  <a:lnTo>
                    <a:pt x="3016550" y="206093"/>
                  </a:lnTo>
                  <a:lnTo>
                    <a:pt x="3017622" y="206513"/>
                  </a:lnTo>
                  <a:lnTo>
                    <a:pt x="3018693" y="206934"/>
                  </a:lnTo>
                  <a:lnTo>
                    <a:pt x="3019765" y="207354"/>
                  </a:lnTo>
                  <a:lnTo>
                    <a:pt x="3020836" y="207774"/>
                  </a:lnTo>
                  <a:lnTo>
                    <a:pt x="3021908" y="208194"/>
                  </a:lnTo>
                  <a:lnTo>
                    <a:pt x="3022980" y="208614"/>
                  </a:lnTo>
                  <a:lnTo>
                    <a:pt x="3024051" y="209034"/>
                  </a:lnTo>
                  <a:lnTo>
                    <a:pt x="3025123" y="209454"/>
                  </a:lnTo>
                  <a:lnTo>
                    <a:pt x="3026194" y="209873"/>
                  </a:lnTo>
                  <a:lnTo>
                    <a:pt x="3027266" y="210293"/>
                  </a:lnTo>
                  <a:lnTo>
                    <a:pt x="3028338" y="210712"/>
                  </a:lnTo>
                  <a:lnTo>
                    <a:pt x="3029409" y="211132"/>
                  </a:lnTo>
                  <a:lnTo>
                    <a:pt x="3030481" y="211551"/>
                  </a:lnTo>
                  <a:lnTo>
                    <a:pt x="3031552" y="211970"/>
                  </a:lnTo>
                  <a:lnTo>
                    <a:pt x="3032624" y="212389"/>
                  </a:lnTo>
                  <a:lnTo>
                    <a:pt x="3033696" y="212808"/>
                  </a:lnTo>
                  <a:lnTo>
                    <a:pt x="3034767" y="213227"/>
                  </a:lnTo>
                  <a:lnTo>
                    <a:pt x="3035839" y="213646"/>
                  </a:lnTo>
                  <a:lnTo>
                    <a:pt x="3036910" y="214065"/>
                  </a:lnTo>
                  <a:lnTo>
                    <a:pt x="3037982" y="214483"/>
                  </a:lnTo>
                  <a:lnTo>
                    <a:pt x="3039054" y="214902"/>
                  </a:lnTo>
                  <a:lnTo>
                    <a:pt x="3040125" y="215320"/>
                  </a:lnTo>
                  <a:lnTo>
                    <a:pt x="3041197" y="215739"/>
                  </a:lnTo>
                  <a:lnTo>
                    <a:pt x="3042268" y="216157"/>
                  </a:lnTo>
                  <a:lnTo>
                    <a:pt x="3043340" y="216575"/>
                  </a:lnTo>
                  <a:lnTo>
                    <a:pt x="3044412" y="216993"/>
                  </a:lnTo>
                  <a:lnTo>
                    <a:pt x="3045483" y="217411"/>
                  </a:lnTo>
                  <a:lnTo>
                    <a:pt x="3046555" y="217829"/>
                  </a:lnTo>
                  <a:lnTo>
                    <a:pt x="3047626" y="218246"/>
                  </a:lnTo>
                  <a:lnTo>
                    <a:pt x="3048698" y="218664"/>
                  </a:lnTo>
                  <a:lnTo>
                    <a:pt x="3049770" y="219082"/>
                  </a:lnTo>
                  <a:lnTo>
                    <a:pt x="3050841" y="219499"/>
                  </a:lnTo>
                  <a:lnTo>
                    <a:pt x="3051913" y="219916"/>
                  </a:lnTo>
                  <a:lnTo>
                    <a:pt x="3052984" y="220334"/>
                  </a:lnTo>
                  <a:lnTo>
                    <a:pt x="3054056" y="220751"/>
                  </a:lnTo>
                  <a:lnTo>
                    <a:pt x="3055128" y="221168"/>
                  </a:lnTo>
                  <a:lnTo>
                    <a:pt x="3056199" y="221585"/>
                  </a:lnTo>
                  <a:lnTo>
                    <a:pt x="3057271" y="222002"/>
                  </a:lnTo>
                  <a:lnTo>
                    <a:pt x="3058342" y="222418"/>
                  </a:lnTo>
                  <a:lnTo>
                    <a:pt x="3059414" y="222835"/>
                  </a:lnTo>
                  <a:lnTo>
                    <a:pt x="3060486" y="223252"/>
                  </a:lnTo>
                  <a:lnTo>
                    <a:pt x="3061557" y="223668"/>
                  </a:lnTo>
                  <a:lnTo>
                    <a:pt x="3062629" y="224084"/>
                  </a:lnTo>
                  <a:lnTo>
                    <a:pt x="3063700" y="224501"/>
                  </a:lnTo>
                  <a:lnTo>
                    <a:pt x="3064772" y="224917"/>
                  </a:lnTo>
                  <a:lnTo>
                    <a:pt x="3065844" y="225333"/>
                  </a:lnTo>
                  <a:lnTo>
                    <a:pt x="3066915" y="225749"/>
                  </a:lnTo>
                  <a:lnTo>
                    <a:pt x="3067987" y="226165"/>
                  </a:lnTo>
                  <a:lnTo>
                    <a:pt x="3069058" y="226580"/>
                  </a:lnTo>
                  <a:lnTo>
                    <a:pt x="3070130" y="226996"/>
                  </a:lnTo>
                  <a:lnTo>
                    <a:pt x="3071202" y="227412"/>
                  </a:lnTo>
                  <a:lnTo>
                    <a:pt x="3072273" y="227827"/>
                  </a:lnTo>
                  <a:lnTo>
                    <a:pt x="3073345" y="228243"/>
                  </a:lnTo>
                  <a:lnTo>
                    <a:pt x="3074416" y="228658"/>
                  </a:lnTo>
                  <a:lnTo>
                    <a:pt x="3075488" y="229073"/>
                  </a:lnTo>
                  <a:lnTo>
                    <a:pt x="3076560" y="229488"/>
                  </a:lnTo>
                  <a:lnTo>
                    <a:pt x="3077631" y="229903"/>
                  </a:lnTo>
                  <a:lnTo>
                    <a:pt x="3078703" y="230318"/>
                  </a:lnTo>
                  <a:lnTo>
                    <a:pt x="3079774" y="230733"/>
                  </a:lnTo>
                  <a:lnTo>
                    <a:pt x="3080846" y="231148"/>
                  </a:lnTo>
                  <a:lnTo>
                    <a:pt x="3081918" y="231562"/>
                  </a:lnTo>
                  <a:lnTo>
                    <a:pt x="3082989" y="231977"/>
                  </a:lnTo>
                  <a:lnTo>
                    <a:pt x="3084061" y="232391"/>
                  </a:lnTo>
                  <a:lnTo>
                    <a:pt x="3085132" y="232806"/>
                  </a:lnTo>
                  <a:lnTo>
                    <a:pt x="3086204" y="233220"/>
                  </a:lnTo>
                  <a:lnTo>
                    <a:pt x="3087276" y="233634"/>
                  </a:lnTo>
                  <a:lnTo>
                    <a:pt x="3088347" y="234048"/>
                  </a:lnTo>
                  <a:lnTo>
                    <a:pt x="3089419" y="234462"/>
                  </a:lnTo>
                  <a:lnTo>
                    <a:pt x="3090490" y="234876"/>
                  </a:lnTo>
                  <a:lnTo>
                    <a:pt x="3091562" y="235289"/>
                  </a:lnTo>
                  <a:lnTo>
                    <a:pt x="3092634" y="235703"/>
                  </a:lnTo>
                  <a:lnTo>
                    <a:pt x="3093705" y="236117"/>
                  </a:lnTo>
                  <a:lnTo>
                    <a:pt x="3094777" y="236530"/>
                  </a:lnTo>
                  <a:lnTo>
                    <a:pt x="3095848" y="236943"/>
                  </a:lnTo>
                  <a:lnTo>
                    <a:pt x="3096920" y="237357"/>
                  </a:lnTo>
                  <a:lnTo>
                    <a:pt x="3097992" y="237770"/>
                  </a:lnTo>
                  <a:lnTo>
                    <a:pt x="3099063" y="238183"/>
                  </a:lnTo>
                  <a:lnTo>
                    <a:pt x="3100135" y="238596"/>
                  </a:lnTo>
                  <a:lnTo>
                    <a:pt x="3101206" y="239009"/>
                  </a:lnTo>
                  <a:lnTo>
                    <a:pt x="3102278" y="239422"/>
                  </a:lnTo>
                  <a:lnTo>
                    <a:pt x="3103350" y="239834"/>
                  </a:lnTo>
                  <a:lnTo>
                    <a:pt x="3104421" y="240247"/>
                  </a:lnTo>
                  <a:lnTo>
                    <a:pt x="3105493" y="240659"/>
                  </a:lnTo>
                  <a:lnTo>
                    <a:pt x="3106564" y="241072"/>
                  </a:lnTo>
                  <a:lnTo>
                    <a:pt x="3107636" y="241484"/>
                  </a:lnTo>
                  <a:lnTo>
                    <a:pt x="3108708" y="241896"/>
                  </a:lnTo>
                  <a:lnTo>
                    <a:pt x="3109779" y="242308"/>
                  </a:lnTo>
                  <a:lnTo>
                    <a:pt x="3110851" y="242720"/>
                  </a:lnTo>
                  <a:lnTo>
                    <a:pt x="3111922" y="243132"/>
                  </a:lnTo>
                  <a:lnTo>
                    <a:pt x="3112994" y="243544"/>
                  </a:lnTo>
                  <a:lnTo>
                    <a:pt x="3114066" y="243956"/>
                  </a:lnTo>
                  <a:lnTo>
                    <a:pt x="3115137" y="244367"/>
                  </a:lnTo>
                  <a:lnTo>
                    <a:pt x="3116209" y="244779"/>
                  </a:lnTo>
                  <a:lnTo>
                    <a:pt x="3117280" y="245190"/>
                  </a:lnTo>
                  <a:lnTo>
                    <a:pt x="3118352" y="245602"/>
                  </a:lnTo>
                  <a:lnTo>
                    <a:pt x="3119424" y="246013"/>
                  </a:lnTo>
                  <a:lnTo>
                    <a:pt x="3120495" y="246424"/>
                  </a:lnTo>
                  <a:lnTo>
                    <a:pt x="3121567" y="246835"/>
                  </a:lnTo>
                  <a:lnTo>
                    <a:pt x="3122638" y="247246"/>
                  </a:lnTo>
                  <a:lnTo>
                    <a:pt x="3123710" y="247657"/>
                  </a:lnTo>
                  <a:lnTo>
                    <a:pt x="3124782" y="248068"/>
                  </a:lnTo>
                  <a:lnTo>
                    <a:pt x="3125853" y="248478"/>
                  </a:lnTo>
                  <a:lnTo>
                    <a:pt x="3126925" y="248889"/>
                  </a:lnTo>
                  <a:lnTo>
                    <a:pt x="3127996" y="249299"/>
                  </a:lnTo>
                  <a:lnTo>
                    <a:pt x="3129068" y="249710"/>
                  </a:lnTo>
                  <a:lnTo>
                    <a:pt x="3130140" y="250120"/>
                  </a:lnTo>
                  <a:lnTo>
                    <a:pt x="3131211" y="250530"/>
                  </a:lnTo>
                  <a:lnTo>
                    <a:pt x="3132283" y="250940"/>
                  </a:lnTo>
                  <a:lnTo>
                    <a:pt x="3133354" y="251350"/>
                  </a:lnTo>
                  <a:lnTo>
                    <a:pt x="3134426" y="251760"/>
                  </a:lnTo>
                  <a:lnTo>
                    <a:pt x="3135498" y="252170"/>
                  </a:lnTo>
                  <a:lnTo>
                    <a:pt x="3136569" y="252580"/>
                  </a:lnTo>
                  <a:lnTo>
                    <a:pt x="3137641" y="252989"/>
                  </a:lnTo>
                  <a:lnTo>
                    <a:pt x="3138712" y="253399"/>
                  </a:lnTo>
                  <a:lnTo>
                    <a:pt x="3139784" y="253808"/>
                  </a:lnTo>
                  <a:lnTo>
                    <a:pt x="3140856" y="254218"/>
                  </a:lnTo>
                  <a:lnTo>
                    <a:pt x="3141927" y="254627"/>
                  </a:lnTo>
                  <a:lnTo>
                    <a:pt x="3142999" y="255036"/>
                  </a:lnTo>
                  <a:lnTo>
                    <a:pt x="3144070" y="255445"/>
                  </a:lnTo>
                  <a:lnTo>
                    <a:pt x="3145142" y="255854"/>
                  </a:lnTo>
                  <a:lnTo>
                    <a:pt x="3146214" y="256263"/>
                  </a:lnTo>
                  <a:lnTo>
                    <a:pt x="3147285" y="256672"/>
                  </a:lnTo>
                  <a:lnTo>
                    <a:pt x="3148357" y="257080"/>
                  </a:lnTo>
                  <a:lnTo>
                    <a:pt x="3149428" y="257489"/>
                  </a:lnTo>
                  <a:lnTo>
                    <a:pt x="3150500" y="257897"/>
                  </a:lnTo>
                  <a:lnTo>
                    <a:pt x="3151572" y="258306"/>
                  </a:lnTo>
                  <a:lnTo>
                    <a:pt x="3152643" y="258714"/>
                  </a:lnTo>
                  <a:lnTo>
                    <a:pt x="3153715" y="259122"/>
                  </a:lnTo>
                  <a:lnTo>
                    <a:pt x="3154786" y="259530"/>
                  </a:lnTo>
                  <a:lnTo>
                    <a:pt x="3155858" y="259938"/>
                  </a:lnTo>
                  <a:lnTo>
                    <a:pt x="3156930" y="260346"/>
                  </a:lnTo>
                  <a:lnTo>
                    <a:pt x="3158001" y="260754"/>
                  </a:lnTo>
                  <a:lnTo>
                    <a:pt x="3159073" y="261162"/>
                  </a:lnTo>
                  <a:lnTo>
                    <a:pt x="3160144" y="261569"/>
                  </a:lnTo>
                  <a:lnTo>
                    <a:pt x="3161216" y="261977"/>
                  </a:lnTo>
                  <a:lnTo>
                    <a:pt x="3162288" y="262384"/>
                  </a:lnTo>
                  <a:lnTo>
                    <a:pt x="3163359" y="262791"/>
                  </a:lnTo>
                  <a:lnTo>
                    <a:pt x="3164431" y="263199"/>
                  </a:lnTo>
                  <a:lnTo>
                    <a:pt x="3165502" y="263606"/>
                  </a:lnTo>
                  <a:lnTo>
                    <a:pt x="3166574" y="264013"/>
                  </a:lnTo>
                  <a:lnTo>
                    <a:pt x="3167646" y="264420"/>
                  </a:lnTo>
                  <a:lnTo>
                    <a:pt x="3168717" y="264827"/>
                  </a:lnTo>
                  <a:lnTo>
                    <a:pt x="3169789" y="265233"/>
                  </a:lnTo>
                  <a:lnTo>
                    <a:pt x="3170860" y="265640"/>
                  </a:lnTo>
                  <a:lnTo>
                    <a:pt x="3171932" y="266047"/>
                  </a:lnTo>
                  <a:lnTo>
                    <a:pt x="3173004" y="266453"/>
                  </a:lnTo>
                  <a:lnTo>
                    <a:pt x="3174075" y="266859"/>
                  </a:lnTo>
                  <a:lnTo>
                    <a:pt x="3175147" y="267266"/>
                  </a:lnTo>
                  <a:lnTo>
                    <a:pt x="3176218" y="267672"/>
                  </a:lnTo>
                  <a:lnTo>
                    <a:pt x="3177290" y="268078"/>
                  </a:lnTo>
                  <a:lnTo>
                    <a:pt x="3178362" y="268484"/>
                  </a:lnTo>
                  <a:lnTo>
                    <a:pt x="3179433" y="268890"/>
                  </a:lnTo>
                  <a:lnTo>
                    <a:pt x="3180505" y="269296"/>
                  </a:lnTo>
                  <a:lnTo>
                    <a:pt x="3181576" y="269701"/>
                  </a:lnTo>
                  <a:lnTo>
                    <a:pt x="3182648" y="270107"/>
                  </a:lnTo>
                  <a:lnTo>
                    <a:pt x="3183720" y="270513"/>
                  </a:lnTo>
                  <a:lnTo>
                    <a:pt x="3184791" y="270918"/>
                  </a:lnTo>
                  <a:lnTo>
                    <a:pt x="3185863" y="271323"/>
                  </a:lnTo>
                  <a:lnTo>
                    <a:pt x="3186934" y="271729"/>
                  </a:lnTo>
                  <a:lnTo>
                    <a:pt x="3188006" y="272134"/>
                  </a:lnTo>
                  <a:lnTo>
                    <a:pt x="3189078" y="272539"/>
                  </a:lnTo>
                  <a:lnTo>
                    <a:pt x="3190149" y="272944"/>
                  </a:lnTo>
                  <a:lnTo>
                    <a:pt x="3191221" y="273349"/>
                  </a:lnTo>
                  <a:lnTo>
                    <a:pt x="3192292" y="273753"/>
                  </a:lnTo>
                  <a:lnTo>
                    <a:pt x="3193364" y="274158"/>
                  </a:lnTo>
                  <a:lnTo>
                    <a:pt x="3194436" y="274563"/>
                  </a:lnTo>
                  <a:lnTo>
                    <a:pt x="3195507" y="274967"/>
                  </a:lnTo>
                  <a:lnTo>
                    <a:pt x="3196579" y="275371"/>
                  </a:lnTo>
                  <a:lnTo>
                    <a:pt x="3197650" y="275776"/>
                  </a:lnTo>
                  <a:lnTo>
                    <a:pt x="3198722" y="276180"/>
                  </a:lnTo>
                  <a:lnTo>
                    <a:pt x="3199793" y="276584"/>
                  </a:lnTo>
                  <a:lnTo>
                    <a:pt x="3200865" y="276988"/>
                  </a:lnTo>
                  <a:lnTo>
                    <a:pt x="3201937" y="277392"/>
                  </a:lnTo>
                  <a:lnTo>
                    <a:pt x="3203008" y="277796"/>
                  </a:lnTo>
                  <a:lnTo>
                    <a:pt x="3204080" y="278200"/>
                  </a:lnTo>
                  <a:lnTo>
                    <a:pt x="3205151" y="278603"/>
                  </a:lnTo>
                  <a:lnTo>
                    <a:pt x="3206223" y="279007"/>
                  </a:lnTo>
                  <a:lnTo>
                    <a:pt x="3207295" y="279410"/>
                  </a:lnTo>
                  <a:lnTo>
                    <a:pt x="3208366" y="279813"/>
                  </a:lnTo>
                  <a:lnTo>
                    <a:pt x="3209438" y="280217"/>
                  </a:lnTo>
                  <a:lnTo>
                    <a:pt x="3210509" y="280620"/>
                  </a:lnTo>
                  <a:lnTo>
                    <a:pt x="3211581" y="281023"/>
                  </a:lnTo>
                  <a:lnTo>
                    <a:pt x="3212653" y="281426"/>
                  </a:lnTo>
                  <a:lnTo>
                    <a:pt x="3213724" y="281829"/>
                  </a:lnTo>
                  <a:lnTo>
                    <a:pt x="3214796" y="282232"/>
                  </a:lnTo>
                  <a:lnTo>
                    <a:pt x="3215867" y="282634"/>
                  </a:lnTo>
                  <a:lnTo>
                    <a:pt x="3216939" y="283037"/>
                  </a:lnTo>
                  <a:lnTo>
                    <a:pt x="3218011" y="283439"/>
                  </a:lnTo>
                  <a:lnTo>
                    <a:pt x="3219082" y="283842"/>
                  </a:lnTo>
                  <a:lnTo>
                    <a:pt x="3220154" y="284244"/>
                  </a:lnTo>
                  <a:lnTo>
                    <a:pt x="3221225" y="284646"/>
                  </a:lnTo>
                  <a:lnTo>
                    <a:pt x="3222297" y="285048"/>
                  </a:lnTo>
                  <a:lnTo>
                    <a:pt x="3223369" y="285451"/>
                  </a:lnTo>
                  <a:lnTo>
                    <a:pt x="3224440" y="285852"/>
                  </a:lnTo>
                  <a:lnTo>
                    <a:pt x="3225512" y="286254"/>
                  </a:lnTo>
                  <a:lnTo>
                    <a:pt x="3226583" y="286656"/>
                  </a:lnTo>
                  <a:lnTo>
                    <a:pt x="3227655" y="287058"/>
                  </a:lnTo>
                  <a:lnTo>
                    <a:pt x="3228727" y="287459"/>
                  </a:lnTo>
                  <a:lnTo>
                    <a:pt x="3229798" y="287861"/>
                  </a:lnTo>
                  <a:lnTo>
                    <a:pt x="3230870" y="288262"/>
                  </a:lnTo>
                  <a:lnTo>
                    <a:pt x="3231941" y="288663"/>
                  </a:lnTo>
                  <a:lnTo>
                    <a:pt x="3233013" y="289065"/>
                  </a:lnTo>
                  <a:lnTo>
                    <a:pt x="3234085" y="289466"/>
                  </a:lnTo>
                  <a:lnTo>
                    <a:pt x="3235156" y="289867"/>
                  </a:lnTo>
                  <a:lnTo>
                    <a:pt x="3236228" y="290268"/>
                  </a:lnTo>
                  <a:lnTo>
                    <a:pt x="3237299" y="290668"/>
                  </a:lnTo>
                  <a:lnTo>
                    <a:pt x="3238371" y="291069"/>
                  </a:lnTo>
                  <a:lnTo>
                    <a:pt x="3239443" y="291470"/>
                  </a:lnTo>
                  <a:lnTo>
                    <a:pt x="3240514" y="291870"/>
                  </a:lnTo>
                  <a:lnTo>
                    <a:pt x="3241586" y="292271"/>
                  </a:lnTo>
                  <a:lnTo>
                    <a:pt x="3242657" y="292671"/>
                  </a:lnTo>
                  <a:lnTo>
                    <a:pt x="3243729" y="293071"/>
                  </a:lnTo>
                  <a:lnTo>
                    <a:pt x="3244801" y="293472"/>
                  </a:lnTo>
                  <a:lnTo>
                    <a:pt x="3245872" y="293872"/>
                  </a:lnTo>
                  <a:lnTo>
                    <a:pt x="3246944" y="294272"/>
                  </a:lnTo>
                  <a:lnTo>
                    <a:pt x="3248015" y="294671"/>
                  </a:lnTo>
                  <a:lnTo>
                    <a:pt x="3249087" y="295071"/>
                  </a:lnTo>
                  <a:lnTo>
                    <a:pt x="3250159" y="295471"/>
                  </a:lnTo>
                  <a:lnTo>
                    <a:pt x="3251230" y="295871"/>
                  </a:lnTo>
                  <a:lnTo>
                    <a:pt x="3252302" y="296270"/>
                  </a:lnTo>
                  <a:lnTo>
                    <a:pt x="3253373" y="296669"/>
                  </a:lnTo>
                  <a:lnTo>
                    <a:pt x="3254445" y="297069"/>
                  </a:lnTo>
                  <a:lnTo>
                    <a:pt x="3255517" y="297468"/>
                  </a:lnTo>
                  <a:lnTo>
                    <a:pt x="3256588" y="297867"/>
                  </a:lnTo>
                  <a:lnTo>
                    <a:pt x="3257660" y="298266"/>
                  </a:lnTo>
                  <a:lnTo>
                    <a:pt x="3258731" y="298665"/>
                  </a:lnTo>
                  <a:lnTo>
                    <a:pt x="3259803" y="299064"/>
                  </a:lnTo>
                  <a:lnTo>
                    <a:pt x="3260875" y="299463"/>
                  </a:lnTo>
                  <a:lnTo>
                    <a:pt x="3261946" y="299861"/>
                  </a:lnTo>
                  <a:lnTo>
                    <a:pt x="3263018" y="300260"/>
                  </a:lnTo>
                  <a:lnTo>
                    <a:pt x="3264089" y="300658"/>
                  </a:lnTo>
                  <a:lnTo>
                    <a:pt x="3265161" y="301057"/>
                  </a:lnTo>
                  <a:lnTo>
                    <a:pt x="3266233" y="301455"/>
                  </a:lnTo>
                  <a:lnTo>
                    <a:pt x="3267304" y="301853"/>
                  </a:lnTo>
                  <a:lnTo>
                    <a:pt x="3268376" y="302251"/>
                  </a:lnTo>
                  <a:lnTo>
                    <a:pt x="3269447" y="302650"/>
                  </a:lnTo>
                  <a:lnTo>
                    <a:pt x="3270519" y="303047"/>
                  </a:lnTo>
                  <a:lnTo>
                    <a:pt x="3271591" y="303445"/>
                  </a:lnTo>
                  <a:lnTo>
                    <a:pt x="3272662" y="303843"/>
                  </a:lnTo>
                  <a:lnTo>
                    <a:pt x="3273734" y="304241"/>
                  </a:lnTo>
                  <a:lnTo>
                    <a:pt x="3274805" y="304638"/>
                  </a:lnTo>
                  <a:lnTo>
                    <a:pt x="3275877" y="305036"/>
                  </a:lnTo>
                  <a:lnTo>
                    <a:pt x="3276949" y="305433"/>
                  </a:lnTo>
                  <a:lnTo>
                    <a:pt x="3278020" y="305830"/>
                  </a:lnTo>
                  <a:lnTo>
                    <a:pt x="3279092" y="306227"/>
                  </a:lnTo>
                  <a:lnTo>
                    <a:pt x="3280163" y="306625"/>
                  </a:lnTo>
                  <a:lnTo>
                    <a:pt x="3281235" y="307022"/>
                  </a:lnTo>
                  <a:lnTo>
                    <a:pt x="3282307" y="307418"/>
                  </a:lnTo>
                  <a:lnTo>
                    <a:pt x="3283378" y="307815"/>
                  </a:lnTo>
                  <a:lnTo>
                    <a:pt x="3284450" y="308212"/>
                  </a:lnTo>
                  <a:lnTo>
                    <a:pt x="3285521" y="308609"/>
                  </a:lnTo>
                  <a:lnTo>
                    <a:pt x="3286593" y="309005"/>
                  </a:lnTo>
                  <a:lnTo>
                    <a:pt x="3287665" y="309402"/>
                  </a:lnTo>
                  <a:lnTo>
                    <a:pt x="3288736" y="309798"/>
                  </a:lnTo>
                  <a:lnTo>
                    <a:pt x="3289808" y="310194"/>
                  </a:lnTo>
                  <a:lnTo>
                    <a:pt x="3290879" y="310590"/>
                  </a:lnTo>
                  <a:lnTo>
                    <a:pt x="3291951" y="310986"/>
                  </a:lnTo>
                  <a:lnTo>
                    <a:pt x="3293023" y="311382"/>
                  </a:lnTo>
                  <a:lnTo>
                    <a:pt x="3294094" y="311778"/>
                  </a:lnTo>
                  <a:lnTo>
                    <a:pt x="3295166" y="312174"/>
                  </a:lnTo>
                  <a:lnTo>
                    <a:pt x="3296237" y="312570"/>
                  </a:lnTo>
                  <a:lnTo>
                    <a:pt x="3297309" y="312965"/>
                  </a:lnTo>
                  <a:lnTo>
                    <a:pt x="3298381" y="313361"/>
                  </a:lnTo>
                  <a:lnTo>
                    <a:pt x="3299452" y="313756"/>
                  </a:lnTo>
                  <a:lnTo>
                    <a:pt x="3300524" y="314152"/>
                  </a:lnTo>
                  <a:lnTo>
                    <a:pt x="3301595" y="314547"/>
                  </a:lnTo>
                  <a:lnTo>
                    <a:pt x="3302667" y="314942"/>
                  </a:lnTo>
                  <a:lnTo>
                    <a:pt x="3303739" y="315337"/>
                  </a:lnTo>
                  <a:lnTo>
                    <a:pt x="3304810" y="315732"/>
                  </a:lnTo>
                  <a:lnTo>
                    <a:pt x="3305882" y="316127"/>
                  </a:lnTo>
                  <a:lnTo>
                    <a:pt x="3306953" y="316522"/>
                  </a:lnTo>
                  <a:lnTo>
                    <a:pt x="3308025" y="316916"/>
                  </a:lnTo>
                  <a:lnTo>
                    <a:pt x="3309097" y="317311"/>
                  </a:lnTo>
                  <a:lnTo>
                    <a:pt x="3310168" y="317706"/>
                  </a:lnTo>
                  <a:lnTo>
                    <a:pt x="3311240" y="318100"/>
                  </a:lnTo>
                  <a:lnTo>
                    <a:pt x="3312311" y="318494"/>
                  </a:lnTo>
                  <a:lnTo>
                    <a:pt x="3313383" y="318889"/>
                  </a:lnTo>
                  <a:lnTo>
                    <a:pt x="3314455" y="319283"/>
                  </a:lnTo>
                  <a:lnTo>
                    <a:pt x="3315526" y="319677"/>
                  </a:lnTo>
                  <a:lnTo>
                    <a:pt x="3316598" y="320071"/>
                  </a:lnTo>
                  <a:lnTo>
                    <a:pt x="3317669" y="320465"/>
                  </a:lnTo>
                  <a:lnTo>
                    <a:pt x="3318741" y="320858"/>
                  </a:lnTo>
                  <a:lnTo>
                    <a:pt x="3319813" y="321252"/>
                  </a:lnTo>
                  <a:lnTo>
                    <a:pt x="3320884" y="321646"/>
                  </a:lnTo>
                  <a:lnTo>
                    <a:pt x="3321956" y="322039"/>
                  </a:lnTo>
                  <a:lnTo>
                    <a:pt x="3323027" y="322432"/>
                  </a:lnTo>
                  <a:lnTo>
                    <a:pt x="3324099" y="322826"/>
                  </a:lnTo>
                  <a:lnTo>
                    <a:pt x="3325171" y="323219"/>
                  </a:lnTo>
                  <a:lnTo>
                    <a:pt x="3326242" y="323612"/>
                  </a:lnTo>
                  <a:lnTo>
                    <a:pt x="3327314" y="324005"/>
                  </a:lnTo>
                  <a:lnTo>
                    <a:pt x="3328385" y="324398"/>
                  </a:lnTo>
                  <a:lnTo>
                    <a:pt x="3329457" y="324791"/>
                  </a:lnTo>
                  <a:lnTo>
                    <a:pt x="3330529" y="325184"/>
                  </a:lnTo>
                  <a:lnTo>
                    <a:pt x="3331600" y="325576"/>
                  </a:lnTo>
                  <a:lnTo>
                    <a:pt x="3332672" y="325969"/>
                  </a:lnTo>
                  <a:lnTo>
                    <a:pt x="3333743" y="326361"/>
                  </a:lnTo>
                  <a:lnTo>
                    <a:pt x="3334815" y="326754"/>
                  </a:lnTo>
                  <a:lnTo>
                    <a:pt x="3335887" y="327146"/>
                  </a:lnTo>
                  <a:lnTo>
                    <a:pt x="3336958" y="327538"/>
                  </a:lnTo>
                  <a:lnTo>
                    <a:pt x="3338030" y="327930"/>
                  </a:lnTo>
                  <a:lnTo>
                    <a:pt x="3339101" y="328322"/>
                  </a:lnTo>
                  <a:lnTo>
                    <a:pt x="3340173" y="328714"/>
                  </a:lnTo>
                  <a:lnTo>
                    <a:pt x="3341245" y="329106"/>
                  </a:lnTo>
                  <a:lnTo>
                    <a:pt x="3342316" y="329498"/>
                  </a:lnTo>
                  <a:lnTo>
                    <a:pt x="3343388" y="329890"/>
                  </a:lnTo>
                  <a:lnTo>
                    <a:pt x="3344459" y="330281"/>
                  </a:lnTo>
                  <a:lnTo>
                    <a:pt x="3345531" y="330673"/>
                  </a:lnTo>
                  <a:lnTo>
                    <a:pt x="3346603" y="331064"/>
                  </a:lnTo>
                  <a:lnTo>
                    <a:pt x="3347674" y="331455"/>
                  </a:lnTo>
                  <a:lnTo>
                    <a:pt x="3348746" y="331847"/>
                  </a:lnTo>
                  <a:lnTo>
                    <a:pt x="3349817" y="332238"/>
                  </a:lnTo>
                  <a:lnTo>
                    <a:pt x="3350889" y="332629"/>
                  </a:lnTo>
                  <a:lnTo>
                    <a:pt x="3351961" y="333020"/>
                  </a:lnTo>
                  <a:lnTo>
                    <a:pt x="3353032" y="333410"/>
                  </a:lnTo>
                  <a:lnTo>
                    <a:pt x="3354104" y="333801"/>
                  </a:lnTo>
                  <a:lnTo>
                    <a:pt x="3355175" y="334192"/>
                  </a:lnTo>
                  <a:lnTo>
                    <a:pt x="3356247" y="334582"/>
                  </a:lnTo>
                  <a:lnTo>
                    <a:pt x="3357319" y="334973"/>
                  </a:lnTo>
                  <a:lnTo>
                    <a:pt x="3358390" y="335363"/>
                  </a:lnTo>
                  <a:lnTo>
                    <a:pt x="3359462" y="335754"/>
                  </a:lnTo>
                  <a:lnTo>
                    <a:pt x="3360533" y="336144"/>
                  </a:lnTo>
                  <a:lnTo>
                    <a:pt x="3361605" y="336534"/>
                  </a:lnTo>
                  <a:lnTo>
                    <a:pt x="3362677" y="336924"/>
                  </a:lnTo>
                  <a:lnTo>
                    <a:pt x="3363748" y="337314"/>
                  </a:lnTo>
                  <a:lnTo>
                    <a:pt x="3364820" y="337704"/>
                  </a:lnTo>
                  <a:lnTo>
                    <a:pt x="3365891" y="338093"/>
                  </a:lnTo>
                  <a:lnTo>
                    <a:pt x="3366963" y="338483"/>
                  </a:lnTo>
                  <a:lnTo>
                    <a:pt x="3368035" y="338873"/>
                  </a:lnTo>
                  <a:lnTo>
                    <a:pt x="3369106" y="339262"/>
                  </a:lnTo>
                  <a:lnTo>
                    <a:pt x="3370178" y="339651"/>
                  </a:lnTo>
                  <a:lnTo>
                    <a:pt x="3371249" y="340041"/>
                  </a:lnTo>
                  <a:lnTo>
                    <a:pt x="3372321" y="340430"/>
                  </a:lnTo>
                  <a:lnTo>
                    <a:pt x="3373392" y="340819"/>
                  </a:lnTo>
                  <a:lnTo>
                    <a:pt x="3374464" y="341208"/>
                  </a:lnTo>
                  <a:lnTo>
                    <a:pt x="3375536" y="341597"/>
                  </a:lnTo>
                  <a:lnTo>
                    <a:pt x="3376607" y="341986"/>
                  </a:lnTo>
                  <a:lnTo>
                    <a:pt x="3377679" y="342375"/>
                  </a:lnTo>
                  <a:lnTo>
                    <a:pt x="3378750" y="342763"/>
                  </a:lnTo>
                  <a:lnTo>
                    <a:pt x="3379822" y="343152"/>
                  </a:lnTo>
                  <a:lnTo>
                    <a:pt x="3380894" y="343540"/>
                  </a:lnTo>
                  <a:lnTo>
                    <a:pt x="3381965" y="343929"/>
                  </a:lnTo>
                  <a:lnTo>
                    <a:pt x="3383037" y="344317"/>
                  </a:lnTo>
                  <a:lnTo>
                    <a:pt x="3384108" y="344705"/>
                  </a:lnTo>
                  <a:lnTo>
                    <a:pt x="3385180" y="345093"/>
                  </a:lnTo>
                  <a:lnTo>
                    <a:pt x="3386252" y="345481"/>
                  </a:lnTo>
                  <a:lnTo>
                    <a:pt x="3387323" y="345869"/>
                  </a:lnTo>
                  <a:lnTo>
                    <a:pt x="3388395" y="346257"/>
                  </a:lnTo>
                  <a:lnTo>
                    <a:pt x="3389466" y="346645"/>
                  </a:lnTo>
                  <a:lnTo>
                    <a:pt x="3390538" y="347032"/>
                  </a:lnTo>
                  <a:lnTo>
                    <a:pt x="3391610" y="347420"/>
                  </a:lnTo>
                  <a:lnTo>
                    <a:pt x="3392681" y="347807"/>
                  </a:lnTo>
                  <a:lnTo>
                    <a:pt x="3393753" y="348195"/>
                  </a:lnTo>
                  <a:lnTo>
                    <a:pt x="3394824" y="348582"/>
                  </a:lnTo>
                  <a:lnTo>
                    <a:pt x="3395896" y="348969"/>
                  </a:lnTo>
                  <a:lnTo>
                    <a:pt x="3396968" y="349356"/>
                  </a:lnTo>
                  <a:lnTo>
                    <a:pt x="3398039" y="349744"/>
                  </a:lnTo>
                  <a:lnTo>
                    <a:pt x="3399111" y="350130"/>
                  </a:lnTo>
                  <a:lnTo>
                    <a:pt x="3400182" y="350517"/>
                  </a:lnTo>
                  <a:lnTo>
                    <a:pt x="3401254" y="350904"/>
                  </a:lnTo>
                  <a:lnTo>
                    <a:pt x="3402326" y="351291"/>
                  </a:lnTo>
                  <a:lnTo>
                    <a:pt x="3403397" y="351677"/>
                  </a:lnTo>
                  <a:lnTo>
                    <a:pt x="3404469" y="352064"/>
                  </a:lnTo>
                  <a:lnTo>
                    <a:pt x="3405540" y="352450"/>
                  </a:lnTo>
                  <a:lnTo>
                    <a:pt x="3406612" y="352836"/>
                  </a:lnTo>
                  <a:lnTo>
                    <a:pt x="3407684" y="353223"/>
                  </a:lnTo>
                  <a:lnTo>
                    <a:pt x="3408755" y="353609"/>
                  </a:lnTo>
                  <a:lnTo>
                    <a:pt x="3409827" y="353995"/>
                  </a:lnTo>
                  <a:lnTo>
                    <a:pt x="3410898" y="354381"/>
                  </a:lnTo>
                  <a:lnTo>
                    <a:pt x="3411970" y="354767"/>
                  </a:lnTo>
                  <a:lnTo>
                    <a:pt x="3413042" y="355152"/>
                  </a:lnTo>
                  <a:lnTo>
                    <a:pt x="3414113" y="355538"/>
                  </a:lnTo>
                  <a:lnTo>
                    <a:pt x="3415185" y="355924"/>
                  </a:lnTo>
                  <a:lnTo>
                    <a:pt x="3416256" y="356309"/>
                  </a:lnTo>
                  <a:lnTo>
                    <a:pt x="3417328" y="356695"/>
                  </a:lnTo>
                  <a:lnTo>
                    <a:pt x="3418400" y="357080"/>
                  </a:lnTo>
                  <a:lnTo>
                    <a:pt x="3419471" y="357465"/>
                  </a:lnTo>
                  <a:lnTo>
                    <a:pt x="3420543" y="357850"/>
                  </a:lnTo>
                  <a:lnTo>
                    <a:pt x="3421614" y="358235"/>
                  </a:lnTo>
                  <a:lnTo>
                    <a:pt x="3422686" y="358620"/>
                  </a:lnTo>
                  <a:lnTo>
                    <a:pt x="3423758" y="359005"/>
                  </a:lnTo>
                  <a:lnTo>
                    <a:pt x="3424829" y="359390"/>
                  </a:lnTo>
                  <a:lnTo>
                    <a:pt x="3425901" y="359775"/>
                  </a:lnTo>
                  <a:lnTo>
                    <a:pt x="3426972" y="360159"/>
                  </a:lnTo>
                  <a:lnTo>
                    <a:pt x="3428044" y="360544"/>
                  </a:lnTo>
                  <a:lnTo>
                    <a:pt x="3429116" y="360928"/>
                  </a:lnTo>
                  <a:lnTo>
                    <a:pt x="3430187" y="361312"/>
                  </a:lnTo>
                  <a:lnTo>
                    <a:pt x="3431259" y="361697"/>
                  </a:lnTo>
                  <a:lnTo>
                    <a:pt x="3432330" y="362081"/>
                  </a:lnTo>
                  <a:lnTo>
                    <a:pt x="3433402" y="362465"/>
                  </a:lnTo>
                  <a:lnTo>
                    <a:pt x="3434474" y="362849"/>
                  </a:lnTo>
                  <a:lnTo>
                    <a:pt x="3435545" y="363233"/>
                  </a:lnTo>
                  <a:lnTo>
                    <a:pt x="3436617" y="363616"/>
                  </a:lnTo>
                  <a:lnTo>
                    <a:pt x="3437688" y="364000"/>
                  </a:lnTo>
                  <a:lnTo>
                    <a:pt x="3438760" y="364384"/>
                  </a:lnTo>
                  <a:lnTo>
                    <a:pt x="3439832" y="364767"/>
                  </a:lnTo>
                  <a:lnTo>
                    <a:pt x="3440903" y="365151"/>
                  </a:lnTo>
                  <a:lnTo>
                    <a:pt x="3441975" y="365534"/>
                  </a:lnTo>
                  <a:lnTo>
                    <a:pt x="3443046" y="365917"/>
                  </a:lnTo>
                  <a:lnTo>
                    <a:pt x="3444118" y="366300"/>
                  </a:lnTo>
                  <a:lnTo>
                    <a:pt x="3445190" y="366683"/>
                  </a:lnTo>
                  <a:lnTo>
                    <a:pt x="3446261" y="367066"/>
                  </a:lnTo>
                  <a:lnTo>
                    <a:pt x="3447333" y="367449"/>
                  </a:lnTo>
                  <a:lnTo>
                    <a:pt x="3448404" y="367832"/>
                  </a:lnTo>
                  <a:lnTo>
                    <a:pt x="3449476" y="368215"/>
                  </a:lnTo>
                  <a:lnTo>
                    <a:pt x="3450548" y="368597"/>
                  </a:lnTo>
                  <a:lnTo>
                    <a:pt x="3451619" y="368980"/>
                  </a:lnTo>
                  <a:lnTo>
                    <a:pt x="3452691" y="369362"/>
                  </a:lnTo>
                  <a:lnTo>
                    <a:pt x="3453762" y="369745"/>
                  </a:lnTo>
                  <a:lnTo>
                    <a:pt x="3454834" y="370127"/>
                  </a:lnTo>
                  <a:lnTo>
                    <a:pt x="3455906" y="370509"/>
                  </a:lnTo>
                  <a:lnTo>
                    <a:pt x="3456977" y="370891"/>
                  </a:lnTo>
                  <a:lnTo>
                    <a:pt x="3458049" y="371273"/>
                  </a:lnTo>
                  <a:lnTo>
                    <a:pt x="3459120" y="371655"/>
                  </a:lnTo>
                  <a:lnTo>
                    <a:pt x="3460192" y="372037"/>
                  </a:lnTo>
                  <a:lnTo>
                    <a:pt x="3461264" y="372419"/>
                  </a:lnTo>
                  <a:lnTo>
                    <a:pt x="3462335" y="372800"/>
                  </a:lnTo>
                  <a:lnTo>
                    <a:pt x="3463407" y="373182"/>
                  </a:lnTo>
                  <a:lnTo>
                    <a:pt x="3464478" y="373563"/>
                  </a:lnTo>
                  <a:lnTo>
                    <a:pt x="3465550" y="373945"/>
                  </a:lnTo>
                  <a:lnTo>
                    <a:pt x="3466622" y="374326"/>
                  </a:lnTo>
                  <a:lnTo>
                    <a:pt x="3467693" y="374707"/>
                  </a:lnTo>
                  <a:lnTo>
                    <a:pt x="3468765" y="375088"/>
                  </a:lnTo>
                  <a:lnTo>
                    <a:pt x="3469836" y="375469"/>
                  </a:lnTo>
                  <a:lnTo>
                    <a:pt x="3470908" y="375850"/>
                  </a:lnTo>
                  <a:lnTo>
                    <a:pt x="3471980" y="376231"/>
                  </a:lnTo>
                  <a:lnTo>
                    <a:pt x="3473051" y="376612"/>
                  </a:lnTo>
                  <a:lnTo>
                    <a:pt x="3474123" y="376993"/>
                  </a:lnTo>
                  <a:lnTo>
                    <a:pt x="3475194" y="377373"/>
                  </a:lnTo>
                  <a:lnTo>
                    <a:pt x="3476266" y="377754"/>
                  </a:lnTo>
                  <a:lnTo>
                    <a:pt x="3477338" y="378134"/>
                  </a:lnTo>
                  <a:lnTo>
                    <a:pt x="3478409" y="378514"/>
                  </a:lnTo>
                  <a:lnTo>
                    <a:pt x="3479481" y="378895"/>
                  </a:lnTo>
                  <a:lnTo>
                    <a:pt x="3480552" y="379275"/>
                  </a:lnTo>
                  <a:lnTo>
                    <a:pt x="3481624" y="379655"/>
                  </a:lnTo>
                  <a:lnTo>
                    <a:pt x="3482696" y="380035"/>
                  </a:lnTo>
                  <a:lnTo>
                    <a:pt x="3483767" y="380415"/>
                  </a:lnTo>
                  <a:lnTo>
                    <a:pt x="3484839" y="380794"/>
                  </a:lnTo>
                  <a:lnTo>
                    <a:pt x="3485910" y="381174"/>
                  </a:lnTo>
                  <a:lnTo>
                    <a:pt x="3486982" y="381554"/>
                  </a:lnTo>
                  <a:lnTo>
                    <a:pt x="3488054" y="381933"/>
                  </a:lnTo>
                  <a:lnTo>
                    <a:pt x="3489125" y="382313"/>
                  </a:lnTo>
                  <a:lnTo>
                    <a:pt x="3490197" y="382692"/>
                  </a:lnTo>
                  <a:lnTo>
                    <a:pt x="3491268" y="383071"/>
                  </a:lnTo>
                  <a:lnTo>
                    <a:pt x="3492340" y="383450"/>
                  </a:lnTo>
                  <a:lnTo>
                    <a:pt x="3493412" y="383829"/>
                  </a:lnTo>
                  <a:lnTo>
                    <a:pt x="3494483" y="384208"/>
                  </a:lnTo>
                  <a:lnTo>
                    <a:pt x="3495555" y="384587"/>
                  </a:lnTo>
                  <a:lnTo>
                    <a:pt x="3496626" y="384966"/>
                  </a:lnTo>
                  <a:lnTo>
                    <a:pt x="3497698" y="385345"/>
                  </a:lnTo>
                  <a:lnTo>
                    <a:pt x="3498770" y="385723"/>
                  </a:lnTo>
                  <a:lnTo>
                    <a:pt x="3499841" y="386102"/>
                  </a:lnTo>
                  <a:lnTo>
                    <a:pt x="3500913" y="386480"/>
                  </a:lnTo>
                  <a:lnTo>
                    <a:pt x="3501984" y="386859"/>
                  </a:lnTo>
                  <a:lnTo>
                    <a:pt x="3503056" y="387237"/>
                  </a:lnTo>
                  <a:lnTo>
                    <a:pt x="3504128" y="387615"/>
                  </a:lnTo>
                  <a:lnTo>
                    <a:pt x="3505199" y="387993"/>
                  </a:lnTo>
                  <a:lnTo>
                    <a:pt x="3506271" y="388371"/>
                  </a:lnTo>
                  <a:lnTo>
                    <a:pt x="3507342" y="388749"/>
                  </a:lnTo>
                  <a:lnTo>
                    <a:pt x="3508414" y="389127"/>
                  </a:lnTo>
                  <a:lnTo>
                    <a:pt x="3509486" y="389505"/>
                  </a:lnTo>
                  <a:lnTo>
                    <a:pt x="3510557" y="389882"/>
                  </a:lnTo>
                  <a:lnTo>
                    <a:pt x="3511629" y="390260"/>
                  </a:lnTo>
                  <a:lnTo>
                    <a:pt x="3512700" y="390637"/>
                  </a:lnTo>
                  <a:lnTo>
                    <a:pt x="3513772" y="391015"/>
                  </a:lnTo>
                  <a:lnTo>
                    <a:pt x="3514844" y="391392"/>
                  </a:lnTo>
                  <a:lnTo>
                    <a:pt x="3515915" y="391769"/>
                  </a:lnTo>
                  <a:lnTo>
                    <a:pt x="3516987" y="392147"/>
                  </a:lnTo>
                  <a:lnTo>
                    <a:pt x="3518058" y="392524"/>
                  </a:lnTo>
                  <a:lnTo>
                    <a:pt x="3519130" y="392900"/>
                  </a:lnTo>
                  <a:lnTo>
                    <a:pt x="3520202" y="393277"/>
                  </a:lnTo>
                  <a:lnTo>
                    <a:pt x="3521273" y="393654"/>
                  </a:lnTo>
                  <a:lnTo>
                    <a:pt x="3522345" y="394031"/>
                  </a:lnTo>
                  <a:lnTo>
                    <a:pt x="3523416" y="394407"/>
                  </a:lnTo>
                  <a:lnTo>
                    <a:pt x="3524488" y="394784"/>
                  </a:lnTo>
                  <a:lnTo>
                    <a:pt x="3525560" y="395160"/>
                  </a:lnTo>
                  <a:lnTo>
                    <a:pt x="3526631" y="395537"/>
                  </a:lnTo>
                  <a:lnTo>
                    <a:pt x="3527703" y="395913"/>
                  </a:lnTo>
                  <a:lnTo>
                    <a:pt x="3528774" y="396289"/>
                  </a:lnTo>
                  <a:lnTo>
                    <a:pt x="3529846" y="396665"/>
                  </a:lnTo>
                  <a:lnTo>
                    <a:pt x="3530918" y="397041"/>
                  </a:lnTo>
                  <a:lnTo>
                    <a:pt x="3531989" y="397417"/>
                  </a:lnTo>
                  <a:lnTo>
                    <a:pt x="3533061" y="397793"/>
                  </a:lnTo>
                  <a:lnTo>
                    <a:pt x="3534132" y="398169"/>
                  </a:lnTo>
                  <a:lnTo>
                    <a:pt x="3535204" y="398544"/>
                  </a:lnTo>
                  <a:lnTo>
                    <a:pt x="3536276" y="398920"/>
                  </a:lnTo>
                  <a:lnTo>
                    <a:pt x="3537347" y="399295"/>
                  </a:lnTo>
                  <a:lnTo>
                    <a:pt x="3538419" y="399671"/>
                  </a:lnTo>
                  <a:lnTo>
                    <a:pt x="3539490" y="400046"/>
                  </a:lnTo>
                  <a:lnTo>
                    <a:pt x="3540562" y="400421"/>
                  </a:lnTo>
                  <a:lnTo>
                    <a:pt x="3541634" y="400796"/>
                  </a:lnTo>
                  <a:lnTo>
                    <a:pt x="3542705" y="401171"/>
                  </a:lnTo>
                  <a:lnTo>
                    <a:pt x="3543777" y="401546"/>
                  </a:lnTo>
                  <a:lnTo>
                    <a:pt x="3544848" y="401921"/>
                  </a:lnTo>
                  <a:lnTo>
                    <a:pt x="3545920" y="402296"/>
                  </a:lnTo>
                  <a:lnTo>
                    <a:pt x="3546992" y="402670"/>
                  </a:lnTo>
                  <a:lnTo>
                    <a:pt x="3548063" y="403045"/>
                  </a:lnTo>
                  <a:lnTo>
                    <a:pt x="3549135" y="403419"/>
                  </a:lnTo>
                  <a:lnTo>
                    <a:pt x="3550206" y="403794"/>
                  </a:lnTo>
                  <a:lnTo>
                    <a:pt x="3551278" y="404168"/>
                  </a:lnTo>
                  <a:lnTo>
                    <a:pt x="3552349" y="404542"/>
                  </a:lnTo>
                  <a:lnTo>
                    <a:pt x="3553421" y="404917"/>
                  </a:lnTo>
                  <a:lnTo>
                    <a:pt x="3554493" y="405291"/>
                  </a:lnTo>
                  <a:lnTo>
                    <a:pt x="3555564" y="405665"/>
                  </a:lnTo>
                  <a:lnTo>
                    <a:pt x="3556636" y="406038"/>
                  </a:lnTo>
                  <a:lnTo>
                    <a:pt x="3557707" y="406412"/>
                  </a:lnTo>
                  <a:lnTo>
                    <a:pt x="3558779" y="406786"/>
                  </a:lnTo>
                  <a:lnTo>
                    <a:pt x="3559851" y="407160"/>
                  </a:lnTo>
                  <a:lnTo>
                    <a:pt x="3560922" y="407533"/>
                  </a:lnTo>
                  <a:lnTo>
                    <a:pt x="3561994" y="407907"/>
                  </a:lnTo>
                  <a:lnTo>
                    <a:pt x="3563065" y="408280"/>
                  </a:lnTo>
                  <a:lnTo>
                    <a:pt x="3564137" y="408653"/>
                  </a:lnTo>
                  <a:lnTo>
                    <a:pt x="3565209" y="409026"/>
                  </a:lnTo>
                  <a:lnTo>
                    <a:pt x="3566280" y="409399"/>
                  </a:lnTo>
                  <a:lnTo>
                    <a:pt x="3567352" y="409772"/>
                  </a:lnTo>
                  <a:lnTo>
                    <a:pt x="3568423" y="410145"/>
                  </a:lnTo>
                  <a:lnTo>
                    <a:pt x="3569495" y="410518"/>
                  </a:lnTo>
                  <a:lnTo>
                    <a:pt x="3570567" y="410891"/>
                  </a:lnTo>
                  <a:lnTo>
                    <a:pt x="3571638" y="411264"/>
                  </a:lnTo>
                  <a:lnTo>
                    <a:pt x="3572710" y="411636"/>
                  </a:lnTo>
                  <a:lnTo>
                    <a:pt x="3573781" y="412009"/>
                  </a:lnTo>
                  <a:lnTo>
                    <a:pt x="3574853" y="412381"/>
                  </a:lnTo>
                  <a:lnTo>
                    <a:pt x="3575925" y="412753"/>
                  </a:lnTo>
                  <a:lnTo>
                    <a:pt x="3576996" y="413126"/>
                  </a:lnTo>
                  <a:lnTo>
                    <a:pt x="3578068" y="413498"/>
                  </a:lnTo>
                  <a:lnTo>
                    <a:pt x="3579139" y="413870"/>
                  </a:lnTo>
                  <a:lnTo>
                    <a:pt x="3580211" y="414242"/>
                  </a:lnTo>
                  <a:lnTo>
                    <a:pt x="3581283" y="414614"/>
                  </a:lnTo>
                  <a:lnTo>
                    <a:pt x="3582354" y="414985"/>
                  </a:lnTo>
                  <a:lnTo>
                    <a:pt x="3583426" y="415357"/>
                  </a:lnTo>
                  <a:lnTo>
                    <a:pt x="3584497" y="415729"/>
                  </a:lnTo>
                  <a:lnTo>
                    <a:pt x="3585569" y="416100"/>
                  </a:lnTo>
                  <a:lnTo>
                    <a:pt x="3586641" y="416472"/>
                  </a:lnTo>
                  <a:lnTo>
                    <a:pt x="3587712" y="416843"/>
                  </a:lnTo>
                  <a:lnTo>
                    <a:pt x="3588784" y="417214"/>
                  </a:lnTo>
                  <a:lnTo>
                    <a:pt x="3589855" y="417586"/>
                  </a:lnTo>
                  <a:lnTo>
                    <a:pt x="3590927" y="417957"/>
                  </a:lnTo>
                  <a:lnTo>
                    <a:pt x="3591999" y="418328"/>
                  </a:lnTo>
                  <a:lnTo>
                    <a:pt x="3593070" y="418699"/>
                  </a:lnTo>
                  <a:lnTo>
                    <a:pt x="3594142" y="419069"/>
                  </a:lnTo>
                  <a:lnTo>
                    <a:pt x="3595213" y="419440"/>
                  </a:lnTo>
                  <a:lnTo>
                    <a:pt x="3596285" y="419811"/>
                  </a:lnTo>
                  <a:lnTo>
                    <a:pt x="3597357" y="420181"/>
                  </a:lnTo>
                  <a:lnTo>
                    <a:pt x="3598428" y="420552"/>
                  </a:lnTo>
                  <a:lnTo>
                    <a:pt x="3599500" y="420922"/>
                  </a:lnTo>
                  <a:lnTo>
                    <a:pt x="3600571" y="421293"/>
                  </a:lnTo>
                  <a:lnTo>
                    <a:pt x="3601643" y="421663"/>
                  </a:lnTo>
                  <a:lnTo>
                    <a:pt x="3602715" y="422033"/>
                  </a:lnTo>
                  <a:lnTo>
                    <a:pt x="3603786" y="422403"/>
                  </a:lnTo>
                  <a:lnTo>
                    <a:pt x="3604858" y="422773"/>
                  </a:lnTo>
                  <a:lnTo>
                    <a:pt x="3605929" y="423143"/>
                  </a:lnTo>
                  <a:lnTo>
                    <a:pt x="3607001" y="423513"/>
                  </a:lnTo>
                  <a:lnTo>
                    <a:pt x="3608073" y="423883"/>
                  </a:lnTo>
                  <a:lnTo>
                    <a:pt x="3609144" y="424252"/>
                  </a:lnTo>
                  <a:lnTo>
                    <a:pt x="3610216" y="424622"/>
                  </a:lnTo>
                  <a:lnTo>
                    <a:pt x="3611287" y="424991"/>
                  </a:lnTo>
                  <a:lnTo>
                    <a:pt x="3612359" y="425361"/>
                  </a:lnTo>
                  <a:lnTo>
                    <a:pt x="3613431" y="425730"/>
                  </a:lnTo>
                  <a:lnTo>
                    <a:pt x="3614502" y="426099"/>
                  </a:lnTo>
                  <a:lnTo>
                    <a:pt x="3615574" y="426468"/>
                  </a:lnTo>
                  <a:lnTo>
                    <a:pt x="3616645" y="426837"/>
                  </a:lnTo>
                  <a:lnTo>
                    <a:pt x="3617717" y="427206"/>
                  </a:lnTo>
                  <a:lnTo>
                    <a:pt x="3618789" y="427575"/>
                  </a:lnTo>
                  <a:lnTo>
                    <a:pt x="3619860" y="427944"/>
                  </a:lnTo>
                  <a:lnTo>
                    <a:pt x="3620932" y="428312"/>
                  </a:lnTo>
                  <a:lnTo>
                    <a:pt x="3622003" y="428681"/>
                  </a:lnTo>
                  <a:lnTo>
                    <a:pt x="3623075" y="429049"/>
                  </a:lnTo>
                  <a:lnTo>
                    <a:pt x="3624147" y="429418"/>
                  </a:lnTo>
                  <a:lnTo>
                    <a:pt x="3625218" y="429786"/>
                  </a:lnTo>
                  <a:lnTo>
                    <a:pt x="3626290" y="430154"/>
                  </a:lnTo>
                  <a:lnTo>
                    <a:pt x="3627361" y="430523"/>
                  </a:lnTo>
                  <a:lnTo>
                    <a:pt x="3628433" y="430891"/>
                  </a:lnTo>
                  <a:lnTo>
                    <a:pt x="3629505" y="431259"/>
                  </a:lnTo>
                  <a:lnTo>
                    <a:pt x="3630576" y="431627"/>
                  </a:lnTo>
                  <a:lnTo>
                    <a:pt x="3631648" y="431994"/>
                  </a:lnTo>
                  <a:lnTo>
                    <a:pt x="3632719" y="432362"/>
                  </a:lnTo>
                  <a:lnTo>
                    <a:pt x="3633791" y="432730"/>
                  </a:lnTo>
                  <a:lnTo>
                    <a:pt x="3634863" y="433097"/>
                  </a:lnTo>
                  <a:lnTo>
                    <a:pt x="3635934" y="433465"/>
                  </a:lnTo>
                  <a:lnTo>
                    <a:pt x="3637006" y="433832"/>
                  </a:lnTo>
                  <a:lnTo>
                    <a:pt x="3638077" y="434200"/>
                  </a:lnTo>
                  <a:lnTo>
                    <a:pt x="3639149" y="434567"/>
                  </a:lnTo>
                  <a:lnTo>
                    <a:pt x="3640221" y="434934"/>
                  </a:lnTo>
                  <a:lnTo>
                    <a:pt x="3641292" y="435301"/>
                  </a:lnTo>
                  <a:lnTo>
                    <a:pt x="3642364" y="435668"/>
                  </a:lnTo>
                  <a:lnTo>
                    <a:pt x="3643435" y="436035"/>
                  </a:lnTo>
                  <a:lnTo>
                    <a:pt x="3644507" y="436402"/>
                  </a:lnTo>
                  <a:lnTo>
                    <a:pt x="3645579" y="436768"/>
                  </a:lnTo>
                  <a:lnTo>
                    <a:pt x="3646650" y="437135"/>
                  </a:lnTo>
                  <a:lnTo>
                    <a:pt x="3647722" y="437502"/>
                  </a:lnTo>
                  <a:lnTo>
                    <a:pt x="3648793" y="437868"/>
                  </a:lnTo>
                  <a:lnTo>
                    <a:pt x="3649865" y="438234"/>
                  </a:lnTo>
                  <a:lnTo>
                    <a:pt x="3650937" y="438601"/>
                  </a:lnTo>
                  <a:lnTo>
                    <a:pt x="3652008" y="438967"/>
                  </a:lnTo>
                  <a:lnTo>
                    <a:pt x="3653080" y="439333"/>
                  </a:lnTo>
                  <a:lnTo>
                    <a:pt x="3654151" y="439699"/>
                  </a:lnTo>
                  <a:lnTo>
                    <a:pt x="3655223" y="440065"/>
                  </a:lnTo>
                  <a:lnTo>
                    <a:pt x="3656295" y="440431"/>
                  </a:lnTo>
                  <a:lnTo>
                    <a:pt x="3657366" y="440796"/>
                  </a:lnTo>
                  <a:lnTo>
                    <a:pt x="3658438" y="441162"/>
                  </a:lnTo>
                  <a:lnTo>
                    <a:pt x="3659509" y="441528"/>
                  </a:lnTo>
                  <a:lnTo>
                    <a:pt x="3660581" y="441893"/>
                  </a:lnTo>
                  <a:lnTo>
                    <a:pt x="3661653" y="442259"/>
                  </a:lnTo>
                  <a:lnTo>
                    <a:pt x="3662724" y="442624"/>
                  </a:lnTo>
                  <a:lnTo>
                    <a:pt x="3663796" y="442989"/>
                  </a:lnTo>
                  <a:lnTo>
                    <a:pt x="3664867" y="443354"/>
                  </a:lnTo>
                  <a:lnTo>
                    <a:pt x="3665939" y="443720"/>
                  </a:lnTo>
                  <a:lnTo>
                    <a:pt x="3667011" y="444085"/>
                  </a:lnTo>
                  <a:lnTo>
                    <a:pt x="3668082" y="444449"/>
                  </a:lnTo>
                  <a:lnTo>
                    <a:pt x="3669154" y="444814"/>
                  </a:lnTo>
                  <a:lnTo>
                    <a:pt x="3670225" y="445179"/>
                  </a:lnTo>
                  <a:lnTo>
                    <a:pt x="3671297" y="445544"/>
                  </a:lnTo>
                  <a:lnTo>
                    <a:pt x="3672369" y="445908"/>
                  </a:lnTo>
                  <a:lnTo>
                    <a:pt x="3673440" y="446273"/>
                  </a:lnTo>
                  <a:lnTo>
                    <a:pt x="3674512" y="446637"/>
                  </a:lnTo>
                  <a:lnTo>
                    <a:pt x="3675583" y="447001"/>
                  </a:lnTo>
                  <a:lnTo>
                    <a:pt x="3676655" y="447366"/>
                  </a:lnTo>
                  <a:lnTo>
                    <a:pt x="3677727" y="447730"/>
                  </a:lnTo>
                  <a:lnTo>
                    <a:pt x="3678798" y="448094"/>
                  </a:lnTo>
                  <a:lnTo>
                    <a:pt x="3679870" y="448458"/>
                  </a:lnTo>
                  <a:lnTo>
                    <a:pt x="3680941" y="448822"/>
                  </a:lnTo>
                  <a:lnTo>
                    <a:pt x="3682013" y="449186"/>
                  </a:lnTo>
                  <a:lnTo>
                    <a:pt x="3683085" y="449549"/>
                  </a:lnTo>
                  <a:lnTo>
                    <a:pt x="3684156" y="449913"/>
                  </a:lnTo>
                  <a:lnTo>
                    <a:pt x="3685228" y="450277"/>
                  </a:lnTo>
                  <a:lnTo>
                    <a:pt x="3686299" y="450640"/>
                  </a:lnTo>
                  <a:lnTo>
                    <a:pt x="3687371" y="451003"/>
                  </a:lnTo>
                  <a:lnTo>
                    <a:pt x="3688443" y="451367"/>
                  </a:lnTo>
                  <a:lnTo>
                    <a:pt x="3689514" y="451730"/>
                  </a:lnTo>
                  <a:lnTo>
                    <a:pt x="3690586" y="452093"/>
                  </a:lnTo>
                  <a:lnTo>
                    <a:pt x="3691657" y="452456"/>
                  </a:lnTo>
                  <a:lnTo>
                    <a:pt x="3692729" y="452819"/>
                  </a:lnTo>
                  <a:lnTo>
                    <a:pt x="3693801" y="453182"/>
                  </a:lnTo>
                  <a:lnTo>
                    <a:pt x="3694872" y="453545"/>
                  </a:lnTo>
                  <a:lnTo>
                    <a:pt x="3695944" y="453907"/>
                  </a:lnTo>
                  <a:lnTo>
                    <a:pt x="3697015" y="454270"/>
                  </a:lnTo>
                  <a:lnTo>
                    <a:pt x="3698087" y="454633"/>
                  </a:lnTo>
                  <a:lnTo>
                    <a:pt x="3699159" y="454995"/>
                  </a:lnTo>
                  <a:lnTo>
                    <a:pt x="3700230" y="455357"/>
                  </a:lnTo>
                  <a:lnTo>
                    <a:pt x="3701302" y="455720"/>
                  </a:lnTo>
                  <a:lnTo>
                    <a:pt x="3702373" y="456082"/>
                  </a:lnTo>
                  <a:lnTo>
                    <a:pt x="3703445" y="456444"/>
                  </a:lnTo>
                  <a:lnTo>
                    <a:pt x="3704517" y="456806"/>
                  </a:lnTo>
                  <a:lnTo>
                    <a:pt x="3705588" y="457168"/>
                  </a:lnTo>
                  <a:lnTo>
                    <a:pt x="3706660" y="457530"/>
                  </a:lnTo>
                  <a:lnTo>
                    <a:pt x="3707731" y="457892"/>
                  </a:lnTo>
                  <a:lnTo>
                    <a:pt x="3708803" y="458253"/>
                  </a:lnTo>
                  <a:lnTo>
                    <a:pt x="3709875" y="458615"/>
                  </a:lnTo>
                  <a:lnTo>
                    <a:pt x="3710946" y="458976"/>
                  </a:lnTo>
                  <a:lnTo>
                    <a:pt x="3712018" y="459338"/>
                  </a:lnTo>
                  <a:lnTo>
                    <a:pt x="3713089" y="459699"/>
                  </a:lnTo>
                  <a:lnTo>
                    <a:pt x="3714161" y="460060"/>
                  </a:lnTo>
                  <a:lnTo>
                    <a:pt x="3715233" y="460422"/>
                  </a:lnTo>
                  <a:lnTo>
                    <a:pt x="3716304" y="460783"/>
                  </a:lnTo>
                  <a:lnTo>
                    <a:pt x="3717376" y="461144"/>
                  </a:lnTo>
                  <a:lnTo>
                    <a:pt x="3718447" y="461505"/>
                  </a:lnTo>
                  <a:lnTo>
                    <a:pt x="3719519" y="461866"/>
                  </a:lnTo>
                  <a:lnTo>
                    <a:pt x="3720591" y="462226"/>
                  </a:lnTo>
                  <a:lnTo>
                    <a:pt x="3721662" y="462587"/>
                  </a:lnTo>
                  <a:lnTo>
                    <a:pt x="3722734" y="462948"/>
                  </a:lnTo>
                  <a:lnTo>
                    <a:pt x="3723805" y="463308"/>
                  </a:lnTo>
                  <a:lnTo>
                    <a:pt x="3724877" y="463669"/>
                  </a:lnTo>
                  <a:lnTo>
                    <a:pt x="3725949" y="464029"/>
                  </a:lnTo>
                  <a:lnTo>
                    <a:pt x="3727020" y="464389"/>
                  </a:lnTo>
                  <a:lnTo>
                    <a:pt x="3728092" y="464749"/>
                  </a:lnTo>
                  <a:lnTo>
                    <a:pt x="3729163" y="465109"/>
                  </a:lnTo>
                  <a:lnTo>
                    <a:pt x="3730235" y="465469"/>
                  </a:lnTo>
                  <a:lnTo>
                    <a:pt x="3731306" y="465829"/>
                  </a:lnTo>
                  <a:lnTo>
                    <a:pt x="3732378" y="466189"/>
                  </a:lnTo>
                  <a:lnTo>
                    <a:pt x="3733450" y="466549"/>
                  </a:lnTo>
                  <a:lnTo>
                    <a:pt x="3734521" y="466909"/>
                  </a:lnTo>
                  <a:lnTo>
                    <a:pt x="3735593" y="467268"/>
                  </a:lnTo>
                  <a:lnTo>
                    <a:pt x="3736664" y="467628"/>
                  </a:lnTo>
                  <a:lnTo>
                    <a:pt x="3737736" y="467987"/>
                  </a:lnTo>
                  <a:lnTo>
                    <a:pt x="3738808" y="468346"/>
                  </a:lnTo>
                  <a:lnTo>
                    <a:pt x="3739879" y="468706"/>
                  </a:lnTo>
                  <a:lnTo>
                    <a:pt x="3740951" y="469065"/>
                  </a:lnTo>
                  <a:lnTo>
                    <a:pt x="3742022" y="469424"/>
                  </a:lnTo>
                  <a:lnTo>
                    <a:pt x="3743094" y="469783"/>
                  </a:lnTo>
                  <a:lnTo>
                    <a:pt x="3744166" y="470142"/>
                  </a:lnTo>
                  <a:lnTo>
                    <a:pt x="3745237" y="470501"/>
                  </a:lnTo>
                  <a:lnTo>
                    <a:pt x="3746309" y="470859"/>
                  </a:lnTo>
                  <a:lnTo>
                    <a:pt x="3747380" y="471218"/>
                  </a:lnTo>
                  <a:lnTo>
                    <a:pt x="3748452" y="471577"/>
                  </a:lnTo>
                  <a:lnTo>
                    <a:pt x="3749524" y="471935"/>
                  </a:lnTo>
                  <a:lnTo>
                    <a:pt x="3750595" y="472294"/>
                  </a:lnTo>
                  <a:lnTo>
                    <a:pt x="3751667" y="472652"/>
                  </a:lnTo>
                  <a:lnTo>
                    <a:pt x="3752738" y="473010"/>
                  </a:lnTo>
                  <a:lnTo>
                    <a:pt x="3753810" y="473368"/>
                  </a:lnTo>
                  <a:lnTo>
                    <a:pt x="3754882" y="473726"/>
                  </a:lnTo>
                  <a:lnTo>
                    <a:pt x="3755953" y="474084"/>
                  </a:lnTo>
                  <a:lnTo>
                    <a:pt x="3757025" y="474442"/>
                  </a:lnTo>
                  <a:lnTo>
                    <a:pt x="3758096" y="474800"/>
                  </a:lnTo>
                  <a:lnTo>
                    <a:pt x="3759168" y="475158"/>
                  </a:lnTo>
                  <a:lnTo>
                    <a:pt x="3760240" y="475516"/>
                  </a:lnTo>
                  <a:lnTo>
                    <a:pt x="3761311" y="475873"/>
                  </a:lnTo>
                  <a:lnTo>
                    <a:pt x="3762383" y="476231"/>
                  </a:lnTo>
                  <a:lnTo>
                    <a:pt x="3763454" y="476588"/>
                  </a:lnTo>
                  <a:lnTo>
                    <a:pt x="3764526" y="476945"/>
                  </a:lnTo>
                  <a:lnTo>
                    <a:pt x="3765598" y="477303"/>
                  </a:lnTo>
                  <a:lnTo>
                    <a:pt x="3766669" y="477660"/>
                  </a:lnTo>
                  <a:lnTo>
                    <a:pt x="3767741" y="478017"/>
                  </a:lnTo>
                  <a:lnTo>
                    <a:pt x="3768812" y="478374"/>
                  </a:lnTo>
                  <a:lnTo>
                    <a:pt x="3769884" y="478731"/>
                  </a:lnTo>
                  <a:lnTo>
                    <a:pt x="3770956" y="479088"/>
                  </a:lnTo>
                  <a:lnTo>
                    <a:pt x="3772027" y="479444"/>
                  </a:lnTo>
                  <a:lnTo>
                    <a:pt x="3773099" y="479801"/>
                  </a:lnTo>
                  <a:lnTo>
                    <a:pt x="3774170" y="480158"/>
                  </a:lnTo>
                  <a:lnTo>
                    <a:pt x="3775242" y="480514"/>
                  </a:lnTo>
                  <a:lnTo>
                    <a:pt x="3776314" y="480871"/>
                  </a:lnTo>
                  <a:lnTo>
                    <a:pt x="3777385" y="481227"/>
                  </a:lnTo>
                  <a:lnTo>
                    <a:pt x="3778457" y="481583"/>
                  </a:lnTo>
                  <a:lnTo>
                    <a:pt x="3779528" y="481939"/>
                  </a:lnTo>
                  <a:lnTo>
                    <a:pt x="3780600" y="482295"/>
                  </a:lnTo>
                  <a:lnTo>
                    <a:pt x="3781672" y="482651"/>
                  </a:lnTo>
                  <a:lnTo>
                    <a:pt x="3782743" y="483007"/>
                  </a:lnTo>
                  <a:lnTo>
                    <a:pt x="3783815" y="483363"/>
                  </a:lnTo>
                  <a:lnTo>
                    <a:pt x="3784886" y="483719"/>
                  </a:lnTo>
                  <a:lnTo>
                    <a:pt x="3785958" y="484074"/>
                  </a:lnTo>
                  <a:lnTo>
                    <a:pt x="3787030" y="484430"/>
                  </a:lnTo>
                  <a:lnTo>
                    <a:pt x="3788101" y="484786"/>
                  </a:lnTo>
                  <a:lnTo>
                    <a:pt x="3789173" y="485141"/>
                  </a:lnTo>
                  <a:lnTo>
                    <a:pt x="3790244" y="485496"/>
                  </a:lnTo>
                  <a:lnTo>
                    <a:pt x="3791316" y="485852"/>
                  </a:lnTo>
                  <a:lnTo>
                    <a:pt x="3792388" y="486207"/>
                  </a:lnTo>
                  <a:lnTo>
                    <a:pt x="3793459" y="486562"/>
                  </a:lnTo>
                  <a:lnTo>
                    <a:pt x="3794531" y="486917"/>
                  </a:lnTo>
                  <a:lnTo>
                    <a:pt x="3795602" y="487272"/>
                  </a:lnTo>
                  <a:lnTo>
                    <a:pt x="3796674" y="487627"/>
                  </a:lnTo>
                  <a:lnTo>
                    <a:pt x="3797746" y="487981"/>
                  </a:lnTo>
                  <a:lnTo>
                    <a:pt x="3798817" y="488336"/>
                  </a:lnTo>
                  <a:lnTo>
                    <a:pt x="3799889" y="488691"/>
                  </a:lnTo>
                  <a:lnTo>
                    <a:pt x="3800960" y="489045"/>
                  </a:lnTo>
                  <a:lnTo>
                    <a:pt x="3802032" y="489399"/>
                  </a:lnTo>
                  <a:lnTo>
                    <a:pt x="3803104" y="489754"/>
                  </a:lnTo>
                  <a:lnTo>
                    <a:pt x="3804175" y="490108"/>
                  </a:lnTo>
                  <a:lnTo>
                    <a:pt x="3805247" y="490462"/>
                  </a:lnTo>
                  <a:lnTo>
                    <a:pt x="3806318" y="490816"/>
                  </a:lnTo>
                  <a:lnTo>
                    <a:pt x="3807390" y="491170"/>
                  </a:lnTo>
                  <a:lnTo>
                    <a:pt x="3808462" y="491524"/>
                  </a:lnTo>
                  <a:lnTo>
                    <a:pt x="3809533" y="491878"/>
                  </a:lnTo>
                  <a:lnTo>
                    <a:pt x="3810605" y="492232"/>
                  </a:lnTo>
                  <a:lnTo>
                    <a:pt x="3811676" y="492586"/>
                  </a:lnTo>
                  <a:lnTo>
                    <a:pt x="3812748" y="492939"/>
                  </a:lnTo>
                  <a:lnTo>
                    <a:pt x="3813820" y="493293"/>
                  </a:lnTo>
                  <a:lnTo>
                    <a:pt x="3814891" y="493646"/>
                  </a:lnTo>
                  <a:lnTo>
                    <a:pt x="3815963" y="493999"/>
                  </a:lnTo>
                  <a:lnTo>
                    <a:pt x="3817034" y="494353"/>
                  </a:lnTo>
                  <a:lnTo>
                    <a:pt x="3818106" y="494706"/>
                  </a:lnTo>
                  <a:lnTo>
                    <a:pt x="3819178" y="495059"/>
                  </a:lnTo>
                  <a:lnTo>
                    <a:pt x="3820249" y="495412"/>
                  </a:lnTo>
                  <a:lnTo>
                    <a:pt x="3821321" y="495765"/>
                  </a:lnTo>
                  <a:lnTo>
                    <a:pt x="3822392" y="496118"/>
                  </a:lnTo>
                  <a:lnTo>
                    <a:pt x="3823464" y="496471"/>
                  </a:lnTo>
                  <a:lnTo>
                    <a:pt x="3824536" y="496823"/>
                  </a:lnTo>
                  <a:lnTo>
                    <a:pt x="3825607" y="497176"/>
                  </a:lnTo>
                  <a:lnTo>
                    <a:pt x="3826679" y="497528"/>
                  </a:lnTo>
                  <a:lnTo>
                    <a:pt x="3827750" y="497881"/>
                  </a:lnTo>
                  <a:lnTo>
                    <a:pt x="3828822" y="498233"/>
                  </a:lnTo>
                  <a:lnTo>
                    <a:pt x="3829894" y="498585"/>
                  </a:lnTo>
                  <a:lnTo>
                    <a:pt x="3830965" y="498938"/>
                  </a:lnTo>
                  <a:lnTo>
                    <a:pt x="3832037" y="499290"/>
                  </a:lnTo>
                  <a:lnTo>
                    <a:pt x="3833108" y="499642"/>
                  </a:lnTo>
                  <a:lnTo>
                    <a:pt x="3834180" y="499994"/>
                  </a:lnTo>
                  <a:lnTo>
                    <a:pt x="3835252" y="500346"/>
                  </a:lnTo>
                  <a:lnTo>
                    <a:pt x="3836323" y="500697"/>
                  </a:lnTo>
                  <a:lnTo>
                    <a:pt x="3837395" y="501049"/>
                  </a:lnTo>
                  <a:lnTo>
                    <a:pt x="3838466" y="501401"/>
                  </a:lnTo>
                  <a:lnTo>
                    <a:pt x="3839538" y="501752"/>
                  </a:lnTo>
                  <a:lnTo>
                    <a:pt x="3840610" y="502104"/>
                  </a:lnTo>
                  <a:lnTo>
                    <a:pt x="3841681" y="502455"/>
                  </a:lnTo>
                  <a:lnTo>
                    <a:pt x="3842753" y="502806"/>
                  </a:lnTo>
                  <a:lnTo>
                    <a:pt x="3843824" y="503158"/>
                  </a:lnTo>
                  <a:lnTo>
                    <a:pt x="3844896" y="503509"/>
                  </a:lnTo>
                  <a:lnTo>
                    <a:pt x="3845968" y="503860"/>
                  </a:lnTo>
                  <a:lnTo>
                    <a:pt x="3847039" y="504211"/>
                  </a:lnTo>
                  <a:lnTo>
                    <a:pt x="3848111" y="504562"/>
                  </a:lnTo>
                  <a:lnTo>
                    <a:pt x="3849182" y="504912"/>
                  </a:lnTo>
                  <a:lnTo>
                    <a:pt x="3850254" y="505263"/>
                  </a:lnTo>
                  <a:lnTo>
                    <a:pt x="3851326" y="505614"/>
                  </a:lnTo>
                  <a:lnTo>
                    <a:pt x="3852397" y="505964"/>
                  </a:lnTo>
                  <a:lnTo>
                    <a:pt x="3853469" y="506315"/>
                  </a:lnTo>
                  <a:lnTo>
                    <a:pt x="3854540" y="506665"/>
                  </a:lnTo>
                  <a:lnTo>
                    <a:pt x="3855612" y="507015"/>
                  </a:lnTo>
                  <a:lnTo>
                    <a:pt x="3856684" y="507366"/>
                  </a:lnTo>
                  <a:lnTo>
                    <a:pt x="3856684" y="507366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684231" y="114344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x28"/>
            <p:cNvSpPr/>
            <p:nvPr/>
          </p:nvSpPr>
          <p:spPr>
            <a:xfrm>
              <a:off x="877065" y="386610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0.001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77065" y="646782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0.003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x31"/>
            <p:cNvSpPr/>
            <p:nvPr/>
          </p:nvSpPr>
          <p:spPr>
            <a:xfrm>
              <a:off x="443933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3933" y="198679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43933" y="1096400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43933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649437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649437" y="20338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649437" y="114344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649437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15796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27922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40048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x42"/>
            <p:cNvSpPr/>
            <p:nvPr/>
          </p:nvSpPr>
          <p:spPr>
            <a:xfrm>
              <a:off x="15441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8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7567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9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933795" y="2986867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55891" y="3239309"/>
              <a:ext cx="31336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46" name="rc46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5034264" y="259033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5034264" y="192254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5034264" y="125474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5034264" y="58694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542570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6572412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7719115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886581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034264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5034264" y="225644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5034264" y="92084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5034264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5999061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714576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8292467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034264" y="695892"/>
              <a:ext cx="3856684" cy="2126745"/>
            </a:xfrm>
            <a:custGeom>
              <a:avLst/>
              <a:gdLst/>
              <a:ahLst/>
              <a:cxnLst/>
              <a:rect l="0" t="0" r="0" b="0"/>
              <a:pathLst>
                <a:path w="3856684" h="2126745">
                  <a:moveTo>
                    <a:pt x="0" y="1262428"/>
                  </a:moveTo>
                  <a:lnTo>
                    <a:pt x="1071" y="1262128"/>
                  </a:lnTo>
                  <a:lnTo>
                    <a:pt x="2143" y="1261829"/>
                  </a:lnTo>
                  <a:lnTo>
                    <a:pt x="3214" y="1261529"/>
                  </a:lnTo>
                  <a:lnTo>
                    <a:pt x="4286" y="1261229"/>
                  </a:lnTo>
                  <a:lnTo>
                    <a:pt x="5357" y="1260929"/>
                  </a:lnTo>
                  <a:lnTo>
                    <a:pt x="6429" y="1260629"/>
                  </a:lnTo>
                  <a:lnTo>
                    <a:pt x="7501" y="1260328"/>
                  </a:lnTo>
                  <a:lnTo>
                    <a:pt x="8572" y="1260027"/>
                  </a:lnTo>
                  <a:lnTo>
                    <a:pt x="9644" y="1259726"/>
                  </a:lnTo>
                  <a:lnTo>
                    <a:pt x="10715" y="1259425"/>
                  </a:lnTo>
                  <a:lnTo>
                    <a:pt x="11787" y="1259123"/>
                  </a:lnTo>
                  <a:lnTo>
                    <a:pt x="12859" y="1258821"/>
                  </a:lnTo>
                  <a:lnTo>
                    <a:pt x="13930" y="1258519"/>
                  </a:lnTo>
                  <a:lnTo>
                    <a:pt x="15002" y="1258217"/>
                  </a:lnTo>
                  <a:lnTo>
                    <a:pt x="16073" y="1257914"/>
                  </a:lnTo>
                  <a:lnTo>
                    <a:pt x="17145" y="1257612"/>
                  </a:lnTo>
                  <a:lnTo>
                    <a:pt x="18217" y="1257309"/>
                  </a:lnTo>
                  <a:lnTo>
                    <a:pt x="19288" y="1257005"/>
                  </a:lnTo>
                  <a:lnTo>
                    <a:pt x="20360" y="1256702"/>
                  </a:lnTo>
                  <a:lnTo>
                    <a:pt x="21431" y="1256398"/>
                  </a:lnTo>
                  <a:lnTo>
                    <a:pt x="22503" y="1256094"/>
                  </a:lnTo>
                  <a:lnTo>
                    <a:pt x="23575" y="1255790"/>
                  </a:lnTo>
                  <a:lnTo>
                    <a:pt x="24646" y="1255485"/>
                  </a:lnTo>
                  <a:lnTo>
                    <a:pt x="25718" y="1255180"/>
                  </a:lnTo>
                  <a:lnTo>
                    <a:pt x="26789" y="1254875"/>
                  </a:lnTo>
                  <a:lnTo>
                    <a:pt x="27861" y="1254570"/>
                  </a:lnTo>
                  <a:lnTo>
                    <a:pt x="28933" y="1254264"/>
                  </a:lnTo>
                  <a:lnTo>
                    <a:pt x="30004" y="1253958"/>
                  </a:lnTo>
                  <a:lnTo>
                    <a:pt x="31076" y="1253652"/>
                  </a:lnTo>
                  <a:lnTo>
                    <a:pt x="32147" y="1253346"/>
                  </a:lnTo>
                  <a:lnTo>
                    <a:pt x="33219" y="1253039"/>
                  </a:lnTo>
                  <a:lnTo>
                    <a:pt x="34291" y="1252732"/>
                  </a:lnTo>
                  <a:lnTo>
                    <a:pt x="35362" y="1252425"/>
                  </a:lnTo>
                  <a:lnTo>
                    <a:pt x="36434" y="1252118"/>
                  </a:lnTo>
                  <a:lnTo>
                    <a:pt x="37505" y="1251810"/>
                  </a:lnTo>
                  <a:lnTo>
                    <a:pt x="38577" y="1251502"/>
                  </a:lnTo>
                  <a:lnTo>
                    <a:pt x="39649" y="1251194"/>
                  </a:lnTo>
                  <a:lnTo>
                    <a:pt x="40720" y="1250886"/>
                  </a:lnTo>
                  <a:lnTo>
                    <a:pt x="41792" y="1250577"/>
                  </a:lnTo>
                  <a:lnTo>
                    <a:pt x="42863" y="1250268"/>
                  </a:lnTo>
                  <a:lnTo>
                    <a:pt x="43935" y="1249959"/>
                  </a:lnTo>
                  <a:lnTo>
                    <a:pt x="45007" y="1249649"/>
                  </a:lnTo>
                  <a:lnTo>
                    <a:pt x="46078" y="1249340"/>
                  </a:lnTo>
                  <a:lnTo>
                    <a:pt x="47150" y="1249029"/>
                  </a:lnTo>
                  <a:lnTo>
                    <a:pt x="48221" y="1248719"/>
                  </a:lnTo>
                  <a:lnTo>
                    <a:pt x="49293" y="1248409"/>
                  </a:lnTo>
                  <a:lnTo>
                    <a:pt x="50365" y="1248098"/>
                  </a:lnTo>
                  <a:lnTo>
                    <a:pt x="51436" y="1247787"/>
                  </a:lnTo>
                  <a:lnTo>
                    <a:pt x="52508" y="1247475"/>
                  </a:lnTo>
                  <a:lnTo>
                    <a:pt x="53579" y="1247164"/>
                  </a:lnTo>
                  <a:lnTo>
                    <a:pt x="54651" y="1246852"/>
                  </a:lnTo>
                  <a:lnTo>
                    <a:pt x="55723" y="1246539"/>
                  </a:lnTo>
                  <a:lnTo>
                    <a:pt x="56794" y="1246227"/>
                  </a:lnTo>
                  <a:lnTo>
                    <a:pt x="57866" y="1245914"/>
                  </a:lnTo>
                  <a:lnTo>
                    <a:pt x="58937" y="1245601"/>
                  </a:lnTo>
                  <a:lnTo>
                    <a:pt x="60009" y="1245288"/>
                  </a:lnTo>
                  <a:lnTo>
                    <a:pt x="61081" y="1244974"/>
                  </a:lnTo>
                  <a:lnTo>
                    <a:pt x="62152" y="1244660"/>
                  </a:lnTo>
                  <a:lnTo>
                    <a:pt x="63224" y="1244346"/>
                  </a:lnTo>
                  <a:lnTo>
                    <a:pt x="64295" y="1244032"/>
                  </a:lnTo>
                  <a:lnTo>
                    <a:pt x="65367" y="1243717"/>
                  </a:lnTo>
                  <a:lnTo>
                    <a:pt x="66439" y="1243402"/>
                  </a:lnTo>
                  <a:lnTo>
                    <a:pt x="67510" y="1243087"/>
                  </a:lnTo>
                  <a:lnTo>
                    <a:pt x="68582" y="1242771"/>
                  </a:lnTo>
                  <a:lnTo>
                    <a:pt x="69653" y="1242455"/>
                  </a:lnTo>
                  <a:lnTo>
                    <a:pt x="70725" y="1242139"/>
                  </a:lnTo>
                  <a:lnTo>
                    <a:pt x="71797" y="1241823"/>
                  </a:lnTo>
                  <a:lnTo>
                    <a:pt x="72868" y="1241506"/>
                  </a:lnTo>
                  <a:lnTo>
                    <a:pt x="73940" y="1241189"/>
                  </a:lnTo>
                  <a:lnTo>
                    <a:pt x="75011" y="1240872"/>
                  </a:lnTo>
                  <a:lnTo>
                    <a:pt x="76083" y="1240554"/>
                  </a:lnTo>
                  <a:lnTo>
                    <a:pt x="77155" y="1240236"/>
                  </a:lnTo>
                  <a:lnTo>
                    <a:pt x="78226" y="1239918"/>
                  </a:lnTo>
                  <a:lnTo>
                    <a:pt x="79298" y="1239599"/>
                  </a:lnTo>
                  <a:lnTo>
                    <a:pt x="80369" y="1239281"/>
                  </a:lnTo>
                  <a:lnTo>
                    <a:pt x="81441" y="1238962"/>
                  </a:lnTo>
                  <a:lnTo>
                    <a:pt x="82513" y="1238642"/>
                  </a:lnTo>
                  <a:lnTo>
                    <a:pt x="83584" y="1238322"/>
                  </a:lnTo>
                  <a:lnTo>
                    <a:pt x="84656" y="1238003"/>
                  </a:lnTo>
                  <a:lnTo>
                    <a:pt x="85727" y="1237682"/>
                  </a:lnTo>
                  <a:lnTo>
                    <a:pt x="86799" y="1237362"/>
                  </a:lnTo>
                  <a:lnTo>
                    <a:pt x="87871" y="1237041"/>
                  </a:lnTo>
                  <a:lnTo>
                    <a:pt x="88942" y="1236720"/>
                  </a:lnTo>
                  <a:lnTo>
                    <a:pt x="90014" y="1236398"/>
                  </a:lnTo>
                  <a:lnTo>
                    <a:pt x="91085" y="1236076"/>
                  </a:lnTo>
                  <a:lnTo>
                    <a:pt x="92157" y="1235754"/>
                  </a:lnTo>
                  <a:lnTo>
                    <a:pt x="93229" y="1235432"/>
                  </a:lnTo>
                  <a:lnTo>
                    <a:pt x="94300" y="1235109"/>
                  </a:lnTo>
                  <a:lnTo>
                    <a:pt x="95372" y="1234786"/>
                  </a:lnTo>
                  <a:lnTo>
                    <a:pt x="96443" y="1234463"/>
                  </a:lnTo>
                  <a:lnTo>
                    <a:pt x="97515" y="1234139"/>
                  </a:lnTo>
                  <a:lnTo>
                    <a:pt x="98587" y="1233815"/>
                  </a:lnTo>
                  <a:lnTo>
                    <a:pt x="99658" y="1233491"/>
                  </a:lnTo>
                  <a:lnTo>
                    <a:pt x="100730" y="1233166"/>
                  </a:lnTo>
                  <a:lnTo>
                    <a:pt x="101801" y="1232841"/>
                  </a:lnTo>
                  <a:lnTo>
                    <a:pt x="102873" y="1232516"/>
                  </a:lnTo>
                  <a:lnTo>
                    <a:pt x="103945" y="1232191"/>
                  </a:lnTo>
                  <a:lnTo>
                    <a:pt x="105016" y="1231865"/>
                  </a:lnTo>
                  <a:lnTo>
                    <a:pt x="106088" y="1231539"/>
                  </a:lnTo>
                  <a:lnTo>
                    <a:pt x="107159" y="1231212"/>
                  </a:lnTo>
                  <a:lnTo>
                    <a:pt x="108231" y="1230885"/>
                  </a:lnTo>
                  <a:lnTo>
                    <a:pt x="109303" y="1230558"/>
                  </a:lnTo>
                  <a:lnTo>
                    <a:pt x="110374" y="1230231"/>
                  </a:lnTo>
                  <a:lnTo>
                    <a:pt x="111446" y="1229903"/>
                  </a:lnTo>
                  <a:lnTo>
                    <a:pt x="112517" y="1229575"/>
                  </a:lnTo>
                  <a:lnTo>
                    <a:pt x="113589" y="1229246"/>
                  </a:lnTo>
                  <a:lnTo>
                    <a:pt x="114661" y="1228917"/>
                  </a:lnTo>
                  <a:lnTo>
                    <a:pt x="115732" y="1228588"/>
                  </a:lnTo>
                  <a:lnTo>
                    <a:pt x="116804" y="1228259"/>
                  </a:lnTo>
                  <a:lnTo>
                    <a:pt x="117875" y="1227929"/>
                  </a:lnTo>
                  <a:lnTo>
                    <a:pt x="118947" y="1227599"/>
                  </a:lnTo>
                  <a:lnTo>
                    <a:pt x="120019" y="1227269"/>
                  </a:lnTo>
                  <a:lnTo>
                    <a:pt x="121090" y="1226938"/>
                  </a:lnTo>
                  <a:lnTo>
                    <a:pt x="122162" y="1226607"/>
                  </a:lnTo>
                  <a:lnTo>
                    <a:pt x="123233" y="1226275"/>
                  </a:lnTo>
                  <a:lnTo>
                    <a:pt x="124305" y="1225944"/>
                  </a:lnTo>
                  <a:lnTo>
                    <a:pt x="125377" y="1225611"/>
                  </a:lnTo>
                  <a:lnTo>
                    <a:pt x="126448" y="1225279"/>
                  </a:lnTo>
                  <a:lnTo>
                    <a:pt x="127520" y="1224946"/>
                  </a:lnTo>
                  <a:lnTo>
                    <a:pt x="128591" y="1224613"/>
                  </a:lnTo>
                  <a:lnTo>
                    <a:pt x="129663" y="1224279"/>
                  </a:lnTo>
                  <a:lnTo>
                    <a:pt x="130735" y="1223946"/>
                  </a:lnTo>
                  <a:lnTo>
                    <a:pt x="131806" y="1223611"/>
                  </a:lnTo>
                  <a:lnTo>
                    <a:pt x="132878" y="1223277"/>
                  </a:lnTo>
                  <a:lnTo>
                    <a:pt x="133949" y="1222942"/>
                  </a:lnTo>
                  <a:lnTo>
                    <a:pt x="135021" y="1222607"/>
                  </a:lnTo>
                  <a:lnTo>
                    <a:pt x="136093" y="1222271"/>
                  </a:lnTo>
                  <a:lnTo>
                    <a:pt x="137164" y="1221935"/>
                  </a:lnTo>
                  <a:lnTo>
                    <a:pt x="138236" y="1221599"/>
                  </a:lnTo>
                  <a:lnTo>
                    <a:pt x="139307" y="1221262"/>
                  </a:lnTo>
                  <a:lnTo>
                    <a:pt x="140379" y="1220925"/>
                  </a:lnTo>
                  <a:lnTo>
                    <a:pt x="141451" y="1220588"/>
                  </a:lnTo>
                  <a:lnTo>
                    <a:pt x="142522" y="1220250"/>
                  </a:lnTo>
                  <a:lnTo>
                    <a:pt x="143594" y="1219912"/>
                  </a:lnTo>
                  <a:lnTo>
                    <a:pt x="144665" y="1219573"/>
                  </a:lnTo>
                  <a:lnTo>
                    <a:pt x="145737" y="1219235"/>
                  </a:lnTo>
                  <a:lnTo>
                    <a:pt x="146809" y="1218895"/>
                  </a:lnTo>
                  <a:lnTo>
                    <a:pt x="147880" y="1218556"/>
                  </a:lnTo>
                  <a:lnTo>
                    <a:pt x="148952" y="1218216"/>
                  </a:lnTo>
                  <a:lnTo>
                    <a:pt x="150023" y="1217876"/>
                  </a:lnTo>
                  <a:lnTo>
                    <a:pt x="151095" y="1217535"/>
                  </a:lnTo>
                  <a:lnTo>
                    <a:pt x="152167" y="1217194"/>
                  </a:lnTo>
                  <a:lnTo>
                    <a:pt x="153238" y="1216852"/>
                  </a:lnTo>
                  <a:lnTo>
                    <a:pt x="154310" y="1216511"/>
                  </a:lnTo>
                  <a:lnTo>
                    <a:pt x="155381" y="1216168"/>
                  </a:lnTo>
                  <a:lnTo>
                    <a:pt x="156453" y="1215826"/>
                  </a:lnTo>
                  <a:lnTo>
                    <a:pt x="157525" y="1215483"/>
                  </a:lnTo>
                  <a:lnTo>
                    <a:pt x="158596" y="1215140"/>
                  </a:lnTo>
                  <a:lnTo>
                    <a:pt x="159668" y="1214796"/>
                  </a:lnTo>
                  <a:lnTo>
                    <a:pt x="160739" y="1214452"/>
                  </a:lnTo>
                  <a:lnTo>
                    <a:pt x="161811" y="1214107"/>
                  </a:lnTo>
                  <a:lnTo>
                    <a:pt x="162883" y="1213763"/>
                  </a:lnTo>
                  <a:lnTo>
                    <a:pt x="163954" y="1213417"/>
                  </a:lnTo>
                  <a:lnTo>
                    <a:pt x="165026" y="1213072"/>
                  </a:lnTo>
                  <a:lnTo>
                    <a:pt x="166097" y="1212726"/>
                  </a:lnTo>
                  <a:lnTo>
                    <a:pt x="167169" y="1212379"/>
                  </a:lnTo>
                  <a:lnTo>
                    <a:pt x="168241" y="1212033"/>
                  </a:lnTo>
                  <a:lnTo>
                    <a:pt x="169312" y="1211685"/>
                  </a:lnTo>
                  <a:lnTo>
                    <a:pt x="170384" y="1211338"/>
                  </a:lnTo>
                  <a:lnTo>
                    <a:pt x="171455" y="1210990"/>
                  </a:lnTo>
                  <a:lnTo>
                    <a:pt x="172527" y="1210641"/>
                  </a:lnTo>
                  <a:lnTo>
                    <a:pt x="173599" y="1210293"/>
                  </a:lnTo>
                  <a:lnTo>
                    <a:pt x="174670" y="1209943"/>
                  </a:lnTo>
                  <a:lnTo>
                    <a:pt x="175742" y="1209594"/>
                  </a:lnTo>
                  <a:lnTo>
                    <a:pt x="176813" y="1209244"/>
                  </a:lnTo>
                  <a:lnTo>
                    <a:pt x="177885" y="1208893"/>
                  </a:lnTo>
                  <a:lnTo>
                    <a:pt x="178956" y="1208543"/>
                  </a:lnTo>
                  <a:lnTo>
                    <a:pt x="180028" y="1208191"/>
                  </a:lnTo>
                  <a:lnTo>
                    <a:pt x="181100" y="1207840"/>
                  </a:lnTo>
                  <a:lnTo>
                    <a:pt x="182171" y="1207488"/>
                  </a:lnTo>
                  <a:lnTo>
                    <a:pt x="183243" y="1207135"/>
                  </a:lnTo>
                  <a:lnTo>
                    <a:pt x="184314" y="1206782"/>
                  </a:lnTo>
                  <a:lnTo>
                    <a:pt x="185386" y="1206429"/>
                  </a:lnTo>
                  <a:lnTo>
                    <a:pt x="186458" y="1206075"/>
                  </a:lnTo>
                  <a:lnTo>
                    <a:pt x="187529" y="1205721"/>
                  </a:lnTo>
                  <a:lnTo>
                    <a:pt x="188601" y="1205367"/>
                  </a:lnTo>
                  <a:lnTo>
                    <a:pt x="189672" y="1205012"/>
                  </a:lnTo>
                  <a:lnTo>
                    <a:pt x="190744" y="1204656"/>
                  </a:lnTo>
                  <a:lnTo>
                    <a:pt x="191816" y="1204300"/>
                  </a:lnTo>
                  <a:lnTo>
                    <a:pt x="192887" y="1203944"/>
                  </a:lnTo>
                  <a:lnTo>
                    <a:pt x="193959" y="1203587"/>
                  </a:lnTo>
                  <a:lnTo>
                    <a:pt x="195030" y="1203230"/>
                  </a:lnTo>
                  <a:lnTo>
                    <a:pt x="196102" y="1202873"/>
                  </a:lnTo>
                  <a:lnTo>
                    <a:pt x="197174" y="1202515"/>
                  </a:lnTo>
                  <a:lnTo>
                    <a:pt x="198245" y="1202156"/>
                  </a:lnTo>
                  <a:lnTo>
                    <a:pt x="199317" y="1201797"/>
                  </a:lnTo>
                  <a:lnTo>
                    <a:pt x="200388" y="1201438"/>
                  </a:lnTo>
                  <a:lnTo>
                    <a:pt x="201460" y="1201078"/>
                  </a:lnTo>
                  <a:lnTo>
                    <a:pt x="202532" y="1200718"/>
                  </a:lnTo>
                  <a:lnTo>
                    <a:pt x="203603" y="1200357"/>
                  </a:lnTo>
                  <a:lnTo>
                    <a:pt x="204675" y="1199996"/>
                  </a:lnTo>
                  <a:lnTo>
                    <a:pt x="205746" y="1199635"/>
                  </a:lnTo>
                  <a:lnTo>
                    <a:pt x="206818" y="1199273"/>
                  </a:lnTo>
                  <a:lnTo>
                    <a:pt x="207890" y="1198910"/>
                  </a:lnTo>
                  <a:lnTo>
                    <a:pt x="208961" y="1198547"/>
                  </a:lnTo>
                  <a:lnTo>
                    <a:pt x="210033" y="1198184"/>
                  </a:lnTo>
                  <a:lnTo>
                    <a:pt x="211104" y="1197820"/>
                  </a:lnTo>
                  <a:lnTo>
                    <a:pt x="212176" y="1197456"/>
                  </a:lnTo>
                  <a:lnTo>
                    <a:pt x="213248" y="1197091"/>
                  </a:lnTo>
                  <a:lnTo>
                    <a:pt x="214319" y="1196726"/>
                  </a:lnTo>
                  <a:lnTo>
                    <a:pt x="215391" y="1196360"/>
                  </a:lnTo>
                  <a:lnTo>
                    <a:pt x="216462" y="1195994"/>
                  </a:lnTo>
                  <a:lnTo>
                    <a:pt x="217534" y="1195627"/>
                  </a:lnTo>
                  <a:lnTo>
                    <a:pt x="218606" y="1195260"/>
                  </a:lnTo>
                  <a:lnTo>
                    <a:pt x="219677" y="1194892"/>
                  </a:lnTo>
                  <a:lnTo>
                    <a:pt x="220749" y="1194524"/>
                  </a:lnTo>
                  <a:lnTo>
                    <a:pt x="221820" y="1194156"/>
                  </a:lnTo>
                  <a:lnTo>
                    <a:pt x="222892" y="1193787"/>
                  </a:lnTo>
                  <a:lnTo>
                    <a:pt x="223964" y="1193417"/>
                  </a:lnTo>
                  <a:lnTo>
                    <a:pt x="225035" y="1193047"/>
                  </a:lnTo>
                  <a:lnTo>
                    <a:pt x="226107" y="1192677"/>
                  </a:lnTo>
                  <a:lnTo>
                    <a:pt x="227178" y="1192306"/>
                  </a:lnTo>
                  <a:lnTo>
                    <a:pt x="228250" y="1191934"/>
                  </a:lnTo>
                  <a:lnTo>
                    <a:pt x="229322" y="1191563"/>
                  </a:lnTo>
                  <a:lnTo>
                    <a:pt x="230393" y="1191190"/>
                  </a:lnTo>
                  <a:lnTo>
                    <a:pt x="231465" y="1190817"/>
                  </a:lnTo>
                  <a:lnTo>
                    <a:pt x="232536" y="1190444"/>
                  </a:lnTo>
                  <a:lnTo>
                    <a:pt x="233608" y="1190070"/>
                  </a:lnTo>
                  <a:lnTo>
                    <a:pt x="234680" y="1189695"/>
                  </a:lnTo>
                  <a:lnTo>
                    <a:pt x="235751" y="1189320"/>
                  </a:lnTo>
                  <a:lnTo>
                    <a:pt x="236823" y="1188945"/>
                  </a:lnTo>
                  <a:lnTo>
                    <a:pt x="237894" y="1188569"/>
                  </a:lnTo>
                  <a:lnTo>
                    <a:pt x="238966" y="1188192"/>
                  </a:lnTo>
                  <a:lnTo>
                    <a:pt x="240038" y="1187815"/>
                  </a:lnTo>
                  <a:lnTo>
                    <a:pt x="241109" y="1187438"/>
                  </a:lnTo>
                  <a:lnTo>
                    <a:pt x="242181" y="1187060"/>
                  </a:lnTo>
                  <a:lnTo>
                    <a:pt x="243252" y="1186681"/>
                  </a:lnTo>
                  <a:lnTo>
                    <a:pt x="244324" y="1186302"/>
                  </a:lnTo>
                  <a:lnTo>
                    <a:pt x="245396" y="1185923"/>
                  </a:lnTo>
                  <a:lnTo>
                    <a:pt x="246467" y="1185543"/>
                  </a:lnTo>
                  <a:lnTo>
                    <a:pt x="247539" y="1185162"/>
                  </a:lnTo>
                  <a:lnTo>
                    <a:pt x="248610" y="1184781"/>
                  </a:lnTo>
                  <a:lnTo>
                    <a:pt x="249682" y="1184399"/>
                  </a:lnTo>
                  <a:lnTo>
                    <a:pt x="250754" y="1184017"/>
                  </a:lnTo>
                  <a:lnTo>
                    <a:pt x="251825" y="1183634"/>
                  </a:lnTo>
                  <a:lnTo>
                    <a:pt x="252897" y="1183251"/>
                  </a:lnTo>
                  <a:lnTo>
                    <a:pt x="253968" y="1182867"/>
                  </a:lnTo>
                  <a:lnTo>
                    <a:pt x="255040" y="1182482"/>
                  </a:lnTo>
                  <a:lnTo>
                    <a:pt x="256112" y="1182097"/>
                  </a:lnTo>
                  <a:lnTo>
                    <a:pt x="257183" y="1181712"/>
                  </a:lnTo>
                  <a:lnTo>
                    <a:pt x="258255" y="1181326"/>
                  </a:lnTo>
                  <a:lnTo>
                    <a:pt x="259326" y="1180939"/>
                  </a:lnTo>
                  <a:lnTo>
                    <a:pt x="260398" y="1180552"/>
                  </a:lnTo>
                  <a:lnTo>
                    <a:pt x="261470" y="1180164"/>
                  </a:lnTo>
                  <a:lnTo>
                    <a:pt x="262541" y="1179776"/>
                  </a:lnTo>
                  <a:lnTo>
                    <a:pt x="263613" y="1179387"/>
                  </a:lnTo>
                  <a:lnTo>
                    <a:pt x="264684" y="1178998"/>
                  </a:lnTo>
                  <a:lnTo>
                    <a:pt x="265756" y="1178608"/>
                  </a:lnTo>
                  <a:lnTo>
                    <a:pt x="266828" y="1178217"/>
                  </a:lnTo>
                  <a:lnTo>
                    <a:pt x="267899" y="1177826"/>
                  </a:lnTo>
                  <a:lnTo>
                    <a:pt x="268971" y="1177434"/>
                  </a:lnTo>
                  <a:lnTo>
                    <a:pt x="270042" y="1177042"/>
                  </a:lnTo>
                  <a:lnTo>
                    <a:pt x="271114" y="1176649"/>
                  </a:lnTo>
                  <a:lnTo>
                    <a:pt x="272186" y="1176255"/>
                  </a:lnTo>
                  <a:lnTo>
                    <a:pt x="273257" y="1175861"/>
                  </a:lnTo>
                  <a:lnTo>
                    <a:pt x="274329" y="1175467"/>
                  </a:lnTo>
                  <a:lnTo>
                    <a:pt x="275400" y="1175071"/>
                  </a:lnTo>
                  <a:lnTo>
                    <a:pt x="276472" y="1174676"/>
                  </a:lnTo>
                  <a:lnTo>
                    <a:pt x="277544" y="1174279"/>
                  </a:lnTo>
                  <a:lnTo>
                    <a:pt x="278615" y="1173882"/>
                  </a:lnTo>
                  <a:lnTo>
                    <a:pt x="279687" y="1173484"/>
                  </a:lnTo>
                  <a:lnTo>
                    <a:pt x="280758" y="1173086"/>
                  </a:lnTo>
                  <a:lnTo>
                    <a:pt x="281830" y="1172687"/>
                  </a:lnTo>
                  <a:lnTo>
                    <a:pt x="282902" y="1172288"/>
                  </a:lnTo>
                  <a:lnTo>
                    <a:pt x="283973" y="1171888"/>
                  </a:lnTo>
                  <a:lnTo>
                    <a:pt x="285045" y="1171487"/>
                  </a:lnTo>
                  <a:lnTo>
                    <a:pt x="286116" y="1171086"/>
                  </a:lnTo>
                  <a:lnTo>
                    <a:pt x="287188" y="1170684"/>
                  </a:lnTo>
                  <a:lnTo>
                    <a:pt x="288260" y="1170281"/>
                  </a:lnTo>
                  <a:lnTo>
                    <a:pt x="289331" y="1169878"/>
                  </a:lnTo>
                  <a:lnTo>
                    <a:pt x="290403" y="1169474"/>
                  </a:lnTo>
                  <a:lnTo>
                    <a:pt x="291474" y="1169070"/>
                  </a:lnTo>
                  <a:lnTo>
                    <a:pt x="292546" y="1168664"/>
                  </a:lnTo>
                  <a:lnTo>
                    <a:pt x="293618" y="1168259"/>
                  </a:lnTo>
                  <a:lnTo>
                    <a:pt x="294689" y="1167852"/>
                  </a:lnTo>
                  <a:lnTo>
                    <a:pt x="295761" y="1167445"/>
                  </a:lnTo>
                  <a:lnTo>
                    <a:pt x="296832" y="1167038"/>
                  </a:lnTo>
                  <a:lnTo>
                    <a:pt x="297904" y="1166629"/>
                  </a:lnTo>
                  <a:lnTo>
                    <a:pt x="298976" y="1166220"/>
                  </a:lnTo>
                  <a:lnTo>
                    <a:pt x="300047" y="1165810"/>
                  </a:lnTo>
                  <a:lnTo>
                    <a:pt x="301119" y="1165400"/>
                  </a:lnTo>
                  <a:lnTo>
                    <a:pt x="302190" y="1164989"/>
                  </a:lnTo>
                  <a:lnTo>
                    <a:pt x="303262" y="1164577"/>
                  </a:lnTo>
                  <a:lnTo>
                    <a:pt x="304334" y="1164165"/>
                  </a:lnTo>
                  <a:lnTo>
                    <a:pt x="305405" y="1163752"/>
                  </a:lnTo>
                  <a:lnTo>
                    <a:pt x="306477" y="1163338"/>
                  </a:lnTo>
                  <a:lnTo>
                    <a:pt x="307548" y="1162924"/>
                  </a:lnTo>
                  <a:lnTo>
                    <a:pt x="308620" y="1162509"/>
                  </a:lnTo>
                  <a:lnTo>
                    <a:pt x="309692" y="1162093"/>
                  </a:lnTo>
                  <a:lnTo>
                    <a:pt x="310763" y="1161677"/>
                  </a:lnTo>
                  <a:lnTo>
                    <a:pt x="311835" y="1161260"/>
                  </a:lnTo>
                  <a:lnTo>
                    <a:pt x="312906" y="1160842"/>
                  </a:lnTo>
                  <a:lnTo>
                    <a:pt x="313978" y="1160423"/>
                  </a:lnTo>
                  <a:lnTo>
                    <a:pt x="315050" y="1160004"/>
                  </a:lnTo>
                  <a:lnTo>
                    <a:pt x="316121" y="1159584"/>
                  </a:lnTo>
                  <a:lnTo>
                    <a:pt x="317193" y="1159163"/>
                  </a:lnTo>
                  <a:lnTo>
                    <a:pt x="318264" y="1158742"/>
                  </a:lnTo>
                  <a:lnTo>
                    <a:pt x="319336" y="1158320"/>
                  </a:lnTo>
                  <a:lnTo>
                    <a:pt x="320408" y="1157897"/>
                  </a:lnTo>
                  <a:lnTo>
                    <a:pt x="321479" y="1157474"/>
                  </a:lnTo>
                  <a:lnTo>
                    <a:pt x="322551" y="1157049"/>
                  </a:lnTo>
                  <a:lnTo>
                    <a:pt x="323622" y="1156624"/>
                  </a:lnTo>
                  <a:lnTo>
                    <a:pt x="324694" y="1156199"/>
                  </a:lnTo>
                  <a:lnTo>
                    <a:pt x="325766" y="1155772"/>
                  </a:lnTo>
                  <a:lnTo>
                    <a:pt x="326837" y="1155345"/>
                  </a:lnTo>
                  <a:lnTo>
                    <a:pt x="327909" y="1154917"/>
                  </a:lnTo>
                  <a:lnTo>
                    <a:pt x="328980" y="1154488"/>
                  </a:lnTo>
                  <a:lnTo>
                    <a:pt x="330052" y="1154059"/>
                  </a:lnTo>
                  <a:lnTo>
                    <a:pt x="331124" y="1153629"/>
                  </a:lnTo>
                  <a:lnTo>
                    <a:pt x="332195" y="1153198"/>
                  </a:lnTo>
                  <a:lnTo>
                    <a:pt x="333267" y="1152766"/>
                  </a:lnTo>
                  <a:lnTo>
                    <a:pt x="334338" y="1152333"/>
                  </a:lnTo>
                  <a:lnTo>
                    <a:pt x="335410" y="1151900"/>
                  </a:lnTo>
                  <a:lnTo>
                    <a:pt x="336482" y="1151466"/>
                  </a:lnTo>
                  <a:lnTo>
                    <a:pt x="337553" y="1151031"/>
                  </a:lnTo>
                  <a:lnTo>
                    <a:pt x="338625" y="1150596"/>
                  </a:lnTo>
                  <a:lnTo>
                    <a:pt x="339696" y="1150159"/>
                  </a:lnTo>
                  <a:lnTo>
                    <a:pt x="340768" y="1149722"/>
                  </a:lnTo>
                  <a:lnTo>
                    <a:pt x="341840" y="1149284"/>
                  </a:lnTo>
                  <a:lnTo>
                    <a:pt x="342911" y="1148845"/>
                  </a:lnTo>
                  <a:lnTo>
                    <a:pt x="343983" y="1148406"/>
                  </a:lnTo>
                  <a:lnTo>
                    <a:pt x="345054" y="1147965"/>
                  </a:lnTo>
                  <a:lnTo>
                    <a:pt x="346126" y="1147524"/>
                  </a:lnTo>
                  <a:lnTo>
                    <a:pt x="347198" y="1147082"/>
                  </a:lnTo>
                  <a:lnTo>
                    <a:pt x="348269" y="1146639"/>
                  </a:lnTo>
                  <a:lnTo>
                    <a:pt x="349341" y="1146195"/>
                  </a:lnTo>
                  <a:lnTo>
                    <a:pt x="350412" y="1145751"/>
                  </a:lnTo>
                  <a:lnTo>
                    <a:pt x="351484" y="1145306"/>
                  </a:lnTo>
                  <a:lnTo>
                    <a:pt x="352556" y="1144859"/>
                  </a:lnTo>
                  <a:lnTo>
                    <a:pt x="353627" y="1144412"/>
                  </a:lnTo>
                  <a:lnTo>
                    <a:pt x="354699" y="1143964"/>
                  </a:lnTo>
                  <a:lnTo>
                    <a:pt x="355770" y="1143516"/>
                  </a:lnTo>
                  <a:lnTo>
                    <a:pt x="356842" y="1143066"/>
                  </a:lnTo>
                  <a:lnTo>
                    <a:pt x="357913" y="1142616"/>
                  </a:lnTo>
                  <a:lnTo>
                    <a:pt x="358985" y="1142164"/>
                  </a:lnTo>
                  <a:lnTo>
                    <a:pt x="360057" y="1141712"/>
                  </a:lnTo>
                  <a:lnTo>
                    <a:pt x="361128" y="1141259"/>
                  </a:lnTo>
                  <a:lnTo>
                    <a:pt x="362200" y="1140805"/>
                  </a:lnTo>
                  <a:lnTo>
                    <a:pt x="363271" y="1140350"/>
                  </a:lnTo>
                  <a:lnTo>
                    <a:pt x="364343" y="1139895"/>
                  </a:lnTo>
                  <a:lnTo>
                    <a:pt x="365415" y="1139438"/>
                  </a:lnTo>
                  <a:lnTo>
                    <a:pt x="366486" y="1138981"/>
                  </a:lnTo>
                  <a:lnTo>
                    <a:pt x="367558" y="1138522"/>
                  </a:lnTo>
                  <a:lnTo>
                    <a:pt x="368629" y="1138063"/>
                  </a:lnTo>
                  <a:lnTo>
                    <a:pt x="369701" y="1137603"/>
                  </a:lnTo>
                  <a:lnTo>
                    <a:pt x="370773" y="1137142"/>
                  </a:lnTo>
                  <a:lnTo>
                    <a:pt x="371844" y="1136680"/>
                  </a:lnTo>
                  <a:lnTo>
                    <a:pt x="372916" y="1136217"/>
                  </a:lnTo>
                  <a:lnTo>
                    <a:pt x="373987" y="1135753"/>
                  </a:lnTo>
                  <a:lnTo>
                    <a:pt x="375059" y="1135288"/>
                  </a:lnTo>
                  <a:lnTo>
                    <a:pt x="376131" y="1134822"/>
                  </a:lnTo>
                  <a:lnTo>
                    <a:pt x="377202" y="1134356"/>
                  </a:lnTo>
                  <a:lnTo>
                    <a:pt x="378274" y="1133888"/>
                  </a:lnTo>
                  <a:lnTo>
                    <a:pt x="379345" y="1133420"/>
                  </a:lnTo>
                  <a:lnTo>
                    <a:pt x="380417" y="1132950"/>
                  </a:lnTo>
                  <a:lnTo>
                    <a:pt x="381489" y="1132479"/>
                  </a:lnTo>
                  <a:lnTo>
                    <a:pt x="382560" y="1132008"/>
                  </a:lnTo>
                  <a:lnTo>
                    <a:pt x="383632" y="1131536"/>
                  </a:lnTo>
                  <a:lnTo>
                    <a:pt x="384703" y="1131062"/>
                  </a:lnTo>
                  <a:lnTo>
                    <a:pt x="385775" y="1130588"/>
                  </a:lnTo>
                  <a:lnTo>
                    <a:pt x="386847" y="1130112"/>
                  </a:lnTo>
                  <a:lnTo>
                    <a:pt x="387918" y="1129636"/>
                  </a:lnTo>
                  <a:lnTo>
                    <a:pt x="388990" y="1129158"/>
                  </a:lnTo>
                  <a:lnTo>
                    <a:pt x="390061" y="1128680"/>
                  </a:lnTo>
                  <a:lnTo>
                    <a:pt x="391133" y="1128201"/>
                  </a:lnTo>
                  <a:lnTo>
                    <a:pt x="392205" y="1127720"/>
                  </a:lnTo>
                  <a:lnTo>
                    <a:pt x="393276" y="1127239"/>
                  </a:lnTo>
                  <a:lnTo>
                    <a:pt x="394348" y="1126756"/>
                  </a:lnTo>
                  <a:lnTo>
                    <a:pt x="395419" y="1126273"/>
                  </a:lnTo>
                  <a:lnTo>
                    <a:pt x="396491" y="1125788"/>
                  </a:lnTo>
                  <a:lnTo>
                    <a:pt x="397563" y="1125303"/>
                  </a:lnTo>
                  <a:lnTo>
                    <a:pt x="398634" y="1124816"/>
                  </a:lnTo>
                  <a:lnTo>
                    <a:pt x="399706" y="1124328"/>
                  </a:lnTo>
                  <a:lnTo>
                    <a:pt x="400777" y="1123839"/>
                  </a:lnTo>
                  <a:lnTo>
                    <a:pt x="401849" y="1123350"/>
                  </a:lnTo>
                  <a:lnTo>
                    <a:pt x="402921" y="1122859"/>
                  </a:lnTo>
                  <a:lnTo>
                    <a:pt x="403992" y="1122367"/>
                  </a:lnTo>
                  <a:lnTo>
                    <a:pt x="405064" y="1121874"/>
                  </a:lnTo>
                  <a:lnTo>
                    <a:pt x="406135" y="1121379"/>
                  </a:lnTo>
                  <a:lnTo>
                    <a:pt x="407207" y="1120884"/>
                  </a:lnTo>
                  <a:lnTo>
                    <a:pt x="408279" y="1120388"/>
                  </a:lnTo>
                  <a:lnTo>
                    <a:pt x="409350" y="1119890"/>
                  </a:lnTo>
                  <a:lnTo>
                    <a:pt x="410422" y="1119392"/>
                  </a:lnTo>
                  <a:lnTo>
                    <a:pt x="411493" y="1118892"/>
                  </a:lnTo>
                  <a:lnTo>
                    <a:pt x="412565" y="1118391"/>
                  </a:lnTo>
                  <a:lnTo>
                    <a:pt x="413637" y="1117889"/>
                  </a:lnTo>
                  <a:lnTo>
                    <a:pt x="414708" y="1117386"/>
                  </a:lnTo>
                  <a:lnTo>
                    <a:pt x="415780" y="1116882"/>
                  </a:lnTo>
                  <a:lnTo>
                    <a:pt x="416851" y="1116377"/>
                  </a:lnTo>
                  <a:lnTo>
                    <a:pt x="417923" y="1115870"/>
                  </a:lnTo>
                  <a:lnTo>
                    <a:pt x="418995" y="1115363"/>
                  </a:lnTo>
                  <a:lnTo>
                    <a:pt x="420066" y="1114854"/>
                  </a:lnTo>
                  <a:lnTo>
                    <a:pt x="421138" y="1114344"/>
                  </a:lnTo>
                  <a:lnTo>
                    <a:pt x="422209" y="1113833"/>
                  </a:lnTo>
                  <a:lnTo>
                    <a:pt x="423281" y="1113321"/>
                  </a:lnTo>
                  <a:lnTo>
                    <a:pt x="424353" y="1112808"/>
                  </a:lnTo>
                  <a:lnTo>
                    <a:pt x="425424" y="1112293"/>
                  </a:lnTo>
                  <a:lnTo>
                    <a:pt x="426496" y="1111778"/>
                  </a:lnTo>
                  <a:lnTo>
                    <a:pt x="427567" y="1111261"/>
                  </a:lnTo>
                  <a:lnTo>
                    <a:pt x="428639" y="1110743"/>
                  </a:lnTo>
                  <a:lnTo>
                    <a:pt x="429711" y="1110223"/>
                  </a:lnTo>
                  <a:lnTo>
                    <a:pt x="430782" y="1109703"/>
                  </a:lnTo>
                  <a:lnTo>
                    <a:pt x="431854" y="1109182"/>
                  </a:lnTo>
                  <a:lnTo>
                    <a:pt x="432925" y="1108659"/>
                  </a:lnTo>
                  <a:lnTo>
                    <a:pt x="433997" y="1108135"/>
                  </a:lnTo>
                  <a:lnTo>
                    <a:pt x="435069" y="1107610"/>
                  </a:lnTo>
                  <a:lnTo>
                    <a:pt x="436140" y="1107083"/>
                  </a:lnTo>
                  <a:lnTo>
                    <a:pt x="437212" y="1106556"/>
                  </a:lnTo>
                  <a:lnTo>
                    <a:pt x="438283" y="1106027"/>
                  </a:lnTo>
                  <a:lnTo>
                    <a:pt x="439355" y="1105497"/>
                  </a:lnTo>
                  <a:lnTo>
                    <a:pt x="440427" y="1104965"/>
                  </a:lnTo>
                  <a:lnTo>
                    <a:pt x="441498" y="1104433"/>
                  </a:lnTo>
                  <a:lnTo>
                    <a:pt x="442570" y="1103899"/>
                  </a:lnTo>
                  <a:lnTo>
                    <a:pt x="443641" y="1103364"/>
                  </a:lnTo>
                  <a:lnTo>
                    <a:pt x="444713" y="1102828"/>
                  </a:lnTo>
                  <a:lnTo>
                    <a:pt x="445785" y="1102290"/>
                  </a:lnTo>
                  <a:lnTo>
                    <a:pt x="446856" y="1101752"/>
                  </a:lnTo>
                  <a:lnTo>
                    <a:pt x="447928" y="1101212"/>
                  </a:lnTo>
                  <a:lnTo>
                    <a:pt x="448999" y="1100670"/>
                  </a:lnTo>
                  <a:lnTo>
                    <a:pt x="450071" y="1100128"/>
                  </a:lnTo>
                  <a:lnTo>
                    <a:pt x="451143" y="1099584"/>
                  </a:lnTo>
                  <a:lnTo>
                    <a:pt x="452214" y="1099039"/>
                  </a:lnTo>
                  <a:lnTo>
                    <a:pt x="453286" y="1098493"/>
                  </a:lnTo>
                  <a:lnTo>
                    <a:pt x="454357" y="1097945"/>
                  </a:lnTo>
                  <a:lnTo>
                    <a:pt x="455429" y="1097396"/>
                  </a:lnTo>
                  <a:lnTo>
                    <a:pt x="456501" y="1096846"/>
                  </a:lnTo>
                  <a:lnTo>
                    <a:pt x="457572" y="1096294"/>
                  </a:lnTo>
                  <a:lnTo>
                    <a:pt x="458644" y="1095741"/>
                  </a:lnTo>
                  <a:lnTo>
                    <a:pt x="459715" y="1095187"/>
                  </a:lnTo>
                  <a:lnTo>
                    <a:pt x="460787" y="1094632"/>
                  </a:lnTo>
                  <a:lnTo>
                    <a:pt x="461859" y="1094075"/>
                  </a:lnTo>
                  <a:lnTo>
                    <a:pt x="462930" y="1093517"/>
                  </a:lnTo>
                  <a:lnTo>
                    <a:pt x="464002" y="1092957"/>
                  </a:lnTo>
                  <a:lnTo>
                    <a:pt x="465073" y="1092396"/>
                  </a:lnTo>
                  <a:lnTo>
                    <a:pt x="466145" y="1091834"/>
                  </a:lnTo>
                  <a:lnTo>
                    <a:pt x="467217" y="1091271"/>
                  </a:lnTo>
                  <a:lnTo>
                    <a:pt x="468288" y="1090706"/>
                  </a:lnTo>
                  <a:lnTo>
                    <a:pt x="469360" y="1090140"/>
                  </a:lnTo>
                  <a:lnTo>
                    <a:pt x="470431" y="1089572"/>
                  </a:lnTo>
                  <a:lnTo>
                    <a:pt x="471503" y="1089003"/>
                  </a:lnTo>
                  <a:lnTo>
                    <a:pt x="472575" y="1088433"/>
                  </a:lnTo>
                  <a:lnTo>
                    <a:pt x="473646" y="1087861"/>
                  </a:lnTo>
                  <a:lnTo>
                    <a:pt x="474718" y="1087288"/>
                  </a:lnTo>
                  <a:lnTo>
                    <a:pt x="475789" y="1086713"/>
                  </a:lnTo>
                  <a:lnTo>
                    <a:pt x="476861" y="1086137"/>
                  </a:lnTo>
                  <a:lnTo>
                    <a:pt x="477933" y="1085560"/>
                  </a:lnTo>
                  <a:lnTo>
                    <a:pt x="479004" y="1084981"/>
                  </a:lnTo>
                  <a:lnTo>
                    <a:pt x="480076" y="1084401"/>
                  </a:lnTo>
                  <a:lnTo>
                    <a:pt x="481147" y="1083820"/>
                  </a:lnTo>
                  <a:lnTo>
                    <a:pt x="482219" y="1083237"/>
                  </a:lnTo>
                  <a:lnTo>
                    <a:pt x="483291" y="1082652"/>
                  </a:lnTo>
                  <a:lnTo>
                    <a:pt x="484362" y="1082067"/>
                  </a:lnTo>
                  <a:lnTo>
                    <a:pt x="485434" y="1081479"/>
                  </a:lnTo>
                  <a:lnTo>
                    <a:pt x="486505" y="1080891"/>
                  </a:lnTo>
                  <a:lnTo>
                    <a:pt x="487577" y="1080301"/>
                  </a:lnTo>
                  <a:lnTo>
                    <a:pt x="488649" y="1079709"/>
                  </a:lnTo>
                  <a:lnTo>
                    <a:pt x="489720" y="1079116"/>
                  </a:lnTo>
                  <a:lnTo>
                    <a:pt x="490792" y="1078521"/>
                  </a:lnTo>
                  <a:lnTo>
                    <a:pt x="491863" y="1077925"/>
                  </a:lnTo>
                  <a:lnTo>
                    <a:pt x="492935" y="1077328"/>
                  </a:lnTo>
                  <a:lnTo>
                    <a:pt x="494007" y="1076729"/>
                  </a:lnTo>
                  <a:lnTo>
                    <a:pt x="495078" y="1076128"/>
                  </a:lnTo>
                  <a:lnTo>
                    <a:pt x="496150" y="1075527"/>
                  </a:lnTo>
                  <a:lnTo>
                    <a:pt x="497221" y="1074923"/>
                  </a:lnTo>
                  <a:lnTo>
                    <a:pt x="498293" y="1074318"/>
                  </a:lnTo>
                  <a:lnTo>
                    <a:pt x="499365" y="1073712"/>
                  </a:lnTo>
                  <a:lnTo>
                    <a:pt x="500436" y="1073104"/>
                  </a:lnTo>
                  <a:lnTo>
                    <a:pt x="501508" y="1072494"/>
                  </a:lnTo>
                  <a:lnTo>
                    <a:pt x="502579" y="1071883"/>
                  </a:lnTo>
                  <a:lnTo>
                    <a:pt x="503651" y="1071271"/>
                  </a:lnTo>
                  <a:lnTo>
                    <a:pt x="504723" y="1070656"/>
                  </a:lnTo>
                  <a:lnTo>
                    <a:pt x="505794" y="1070041"/>
                  </a:lnTo>
                  <a:lnTo>
                    <a:pt x="506866" y="1069424"/>
                  </a:lnTo>
                  <a:lnTo>
                    <a:pt x="507937" y="1068805"/>
                  </a:lnTo>
                  <a:lnTo>
                    <a:pt x="509009" y="1068184"/>
                  </a:lnTo>
                  <a:lnTo>
                    <a:pt x="510081" y="1067563"/>
                  </a:lnTo>
                  <a:lnTo>
                    <a:pt x="511152" y="1066939"/>
                  </a:lnTo>
                  <a:lnTo>
                    <a:pt x="512224" y="1066314"/>
                  </a:lnTo>
                  <a:lnTo>
                    <a:pt x="513295" y="1065687"/>
                  </a:lnTo>
                  <a:lnTo>
                    <a:pt x="514367" y="1065059"/>
                  </a:lnTo>
                  <a:lnTo>
                    <a:pt x="515439" y="1064429"/>
                  </a:lnTo>
                  <a:lnTo>
                    <a:pt x="516510" y="1063798"/>
                  </a:lnTo>
                  <a:lnTo>
                    <a:pt x="517582" y="1063165"/>
                  </a:lnTo>
                  <a:lnTo>
                    <a:pt x="518653" y="1062530"/>
                  </a:lnTo>
                  <a:lnTo>
                    <a:pt x="519725" y="1061894"/>
                  </a:lnTo>
                  <a:lnTo>
                    <a:pt x="520797" y="1061256"/>
                  </a:lnTo>
                  <a:lnTo>
                    <a:pt x="521868" y="1060616"/>
                  </a:lnTo>
                  <a:lnTo>
                    <a:pt x="522940" y="1059975"/>
                  </a:lnTo>
                  <a:lnTo>
                    <a:pt x="524011" y="1059332"/>
                  </a:lnTo>
                  <a:lnTo>
                    <a:pt x="525083" y="1058688"/>
                  </a:lnTo>
                  <a:lnTo>
                    <a:pt x="526155" y="1058042"/>
                  </a:lnTo>
                  <a:lnTo>
                    <a:pt x="527226" y="1057394"/>
                  </a:lnTo>
                  <a:lnTo>
                    <a:pt x="528298" y="1056744"/>
                  </a:lnTo>
                  <a:lnTo>
                    <a:pt x="529369" y="1056093"/>
                  </a:lnTo>
                  <a:lnTo>
                    <a:pt x="530441" y="1055440"/>
                  </a:lnTo>
                  <a:lnTo>
                    <a:pt x="531513" y="1054786"/>
                  </a:lnTo>
                  <a:lnTo>
                    <a:pt x="532584" y="1054129"/>
                  </a:lnTo>
                  <a:lnTo>
                    <a:pt x="533656" y="1053471"/>
                  </a:lnTo>
                  <a:lnTo>
                    <a:pt x="534727" y="1052812"/>
                  </a:lnTo>
                  <a:lnTo>
                    <a:pt x="535799" y="1052150"/>
                  </a:lnTo>
                  <a:lnTo>
                    <a:pt x="536870" y="1051487"/>
                  </a:lnTo>
                  <a:lnTo>
                    <a:pt x="537942" y="1050822"/>
                  </a:lnTo>
                  <a:lnTo>
                    <a:pt x="539014" y="1050156"/>
                  </a:lnTo>
                  <a:lnTo>
                    <a:pt x="540085" y="1049487"/>
                  </a:lnTo>
                  <a:lnTo>
                    <a:pt x="541157" y="1048817"/>
                  </a:lnTo>
                  <a:lnTo>
                    <a:pt x="542228" y="1048146"/>
                  </a:lnTo>
                  <a:lnTo>
                    <a:pt x="543300" y="1047472"/>
                  </a:lnTo>
                  <a:lnTo>
                    <a:pt x="544372" y="1046797"/>
                  </a:lnTo>
                  <a:lnTo>
                    <a:pt x="545443" y="1046119"/>
                  </a:lnTo>
                  <a:lnTo>
                    <a:pt x="546515" y="1045441"/>
                  </a:lnTo>
                  <a:lnTo>
                    <a:pt x="547586" y="1044760"/>
                  </a:lnTo>
                  <a:lnTo>
                    <a:pt x="548658" y="1044077"/>
                  </a:lnTo>
                  <a:lnTo>
                    <a:pt x="549730" y="1043393"/>
                  </a:lnTo>
                  <a:lnTo>
                    <a:pt x="550801" y="1042707"/>
                  </a:lnTo>
                  <a:lnTo>
                    <a:pt x="551873" y="1042019"/>
                  </a:lnTo>
                  <a:lnTo>
                    <a:pt x="552944" y="1041329"/>
                  </a:lnTo>
                  <a:lnTo>
                    <a:pt x="554016" y="1040638"/>
                  </a:lnTo>
                  <a:lnTo>
                    <a:pt x="555088" y="1039944"/>
                  </a:lnTo>
                  <a:lnTo>
                    <a:pt x="556159" y="1039249"/>
                  </a:lnTo>
                  <a:lnTo>
                    <a:pt x="557231" y="1038552"/>
                  </a:lnTo>
                  <a:lnTo>
                    <a:pt x="558302" y="1037853"/>
                  </a:lnTo>
                  <a:lnTo>
                    <a:pt x="559374" y="1037152"/>
                  </a:lnTo>
                  <a:lnTo>
                    <a:pt x="560446" y="1036450"/>
                  </a:lnTo>
                  <a:lnTo>
                    <a:pt x="561517" y="1035745"/>
                  </a:lnTo>
                  <a:lnTo>
                    <a:pt x="562589" y="1035039"/>
                  </a:lnTo>
                  <a:lnTo>
                    <a:pt x="563660" y="1034330"/>
                  </a:lnTo>
                  <a:lnTo>
                    <a:pt x="564732" y="1033620"/>
                  </a:lnTo>
                  <a:lnTo>
                    <a:pt x="565804" y="1032908"/>
                  </a:lnTo>
                  <a:lnTo>
                    <a:pt x="566875" y="1032194"/>
                  </a:lnTo>
                  <a:lnTo>
                    <a:pt x="567947" y="1031478"/>
                  </a:lnTo>
                  <a:lnTo>
                    <a:pt x="569018" y="1030760"/>
                  </a:lnTo>
                  <a:lnTo>
                    <a:pt x="570090" y="1030041"/>
                  </a:lnTo>
                  <a:lnTo>
                    <a:pt x="571162" y="1029319"/>
                  </a:lnTo>
                  <a:lnTo>
                    <a:pt x="572233" y="1028595"/>
                  </a:lnTo>
                  <a:lnTo>
                    <a:pt x="573305" y="1027870"/>
                  </a:lnTo>
                  <a:lnTo>
                    <a:pt x="574376" y="1027142"/>
                  </a:lnTo>
                  <a:lnTo>
                    <a:pt x="575448" y="1026413"/>
                  </a:lnTo>
                  <a:lnTo>
                    <a:pt x="576520" y="1025681"/>
                  </a:lnTo>
                  <a:lnTo>
                    <a:pt x="577591" y="1024948"/>
                  </a:lnTo>
                  <a:lnTo>
                    <a:pt x="578663" y="1024213"/>
                  </a:lnTo>
                  <a:lnTo>
                    <a:pt x="579734" y="1023475"/>
                  </a:lnTo>
                  <a:lnTo>
                    <a:pt x="580806" y="1022736"/>
                  </a:lnTo>
                  <a:lnTo>
                    <a:pt x="581878" y="1021994"/>
                  </a:lnTo>
                  <a:lnTo>
                    <a:pt x="582949" y="1021251"/>
                  </a:lnTo>
                  <a:lnTo>
                    <a:pt x="584021" y="1020506"/>
                  </a:lnTo>
                  <a:lnTo>
                    <a:pt x="585092" y="1019758"/>
                  </a:lnTo>
                  <a:lnTo>
                    <a:pt x="586164" y="1019009"/>
                  </a:lnTo>
                  <a:lnTo>
                    <a:pt x="587236" y="1018257"/>
                  </a:lnTo>
                  <a:lnTo>
                    <a:pt x="588307" y="1017504"/>
                  </a:lnTo>
                  <a:lnTo>
                    <a:pt x="589379" y="1016748"/>
                  </a:lnTo>
                  <a:lnTo>
                    <a:pt x="590450" y="1015991"/>
                  </a:lnTo>
                  <a:lnTo>
                    <a:pt x="591522" y="1015231"/>
                  </a:lnTo>
                  <a:lnTo>
                    <a:pt x="592594" y="1014469"/>
                  </a:lnTo>
                  <a:lnTo>
                    <a:pt x="593665" y="1013706"/>
                  </a:lnTo>
                  <a:lnTo>
                    <a:pt x="594737" y="1012940"/>
                  </a:lnTo>
                  <a:lnTo>
                    <a:pt x="595808" y="1012172"/>
                  </a:lnTo>
                  <a:lnTo>
                    <a:pt x="596880" y="1011402"/>
                  </a:lnTo>
                  <a:lnTo>
                    <a:pt x="597952" y="1010629"/>
                  </a:lnTo>
                  <a:lnTo>
                    <a:pt x="599023" y="1009855"/>
                  </a:lnTo>
                  <a:lnTo>
                    <a:pt x="600095" y="1009079"/>
                  </a:lnTo>
                  <a:lnTo>
                    <a:pt x="601166" y="1008300"/>
                  </a:lnTo>
                  <a:lnTo>
                    <a:pt x="602238" y="1007520"/>
                  </a:lnTo>
                  <a:lnTo>
                    <a:pt x="603310" y="1006737"/>
                  </a:lnTo>
                  <a:lnTo>
                    <a:pt x="604381" y="1005952"/>
                  </a:lnTo>
                  <a:lnTo>
                    <a:pt x="605453" y="1005165"/>
                  </a:lnTo>
                  <a:lnTo>
                    <a:pt x="606524" y="1004376"/>
                  </a:lnTo>
                  <a:lnTo>
                    <a:pt x="607596" y="1003584"/>
                  </a:lnTo>
                  <a:lnTo>
                    <a:pt x="608668" y="1002791"/>
                  </a:lnTo>
                  <a:lnTo>
                    <a:pt x="609739" y="1001995"/>
                  </a:lnTo>
                  <a:lnTo>
                    <a:pt x="610811" y="1001197"/>
                  </a:lnTo>
                  <a:lnTo>
                    <a:pt x="611882" y="1000397"/>
                  </a:lnTo>
                  <a:lnTo>
                    <a:pt x="612954" y="999595"/>
                  </a:lnTo>
                  <a:lnTo>
                    <a:pt x="614026" y="998791"/>
                  </a:lnTo>
                  <a:lnTo>
                    <a:pt x="615097" y="997984"/>
                  </a:lnTo>
                  <a:lnTo>
                    <a:pt x="616169" y="997175"/>
                  </a:lnTo>
                  <a:lnTo>
                    <a:pt x="617240" y="996364"/>
                  </a:lnTo>
                  <a:lnTo>
                    <a:pt x="618312" y="995551"/>
                  </a:lnTo>
                  <a:lnTo>
                    <a:pt x="619384" y="994735"/>
                  </a:lnTo>
                  <a:lnTo>
                    <a:pt x="620455" y="993918"/>
                  </a:lnTo>
                  <a:lnTo>
                    <a:pt x="621527" y="993098"/>
                  </a:lnTo>
                  <a:lnTo>
                    <a:pt x="622598" y="992275"/>
                  </a:lnTo>
                  <a:lnTo>
                    <a:pt x="623670" y="991451"/>
                  </a:lnTo>
                  <a:lnTo>
                    <a:pt x="624742" y="990624"/>
                  </a:lnTo>
                  <a:lnTo>
                    <a:pt x="625813" y="989795"/>
                  </a:lnTo>
                  <a:lnTo>
                    <a:pt x="626885" y="988964"/>
                  </a:lnTo>
                  <a:lnTo>
                    <a:pt x="627956" y="988130"/>
                  </a:lnTo>
                  <a:lnTo>
                    <a:pt x="629028" y="987294"/>
                  </a:lnTo>
                  <a:lnTo>
                    <a:pt x="630100" y="986456"/>
                  </a:lnTo>
                  <a:lnTo>
                    <a:pt x="631171" y="985616"/>
                  </a:lnTo>
                  <a:lnTo>
                    <a:pt x="632243" y="984773"/>
                  </a:lnTo>
                  <a:lnTo>
                    <a:pt x="633314" y="983928"/>
                  </a:lnTo>
                  <a:lnTo>
                    <a:pt x="634386" y="983080"/>
                  </a:lnTo>
                  <a:lnTo>
                    <a:pt x="635458" y="982231"/>
                  </a:lnTo>
                  <a:lnTo>
                    <a:pt x="636529" y="981378"/>
                  </a:lnTo>
                  <a:lnTo>
                    <a:pt x="637601" y="980524"/>
                  </a:lnTo>
                  <a:lnTo>
                    <a:pt x="638672" y="979667"/>
                  </a:lnTo>
                  <a:lnTo>
                    <a:pt x="639744" y="978808"/>
                  </a:lnTo>
                  <a:lnTo>
                    <a:pt x="640816" y="977947"/>
                  </a:lnTo>
                  <a:lnTo>
                    <a:pt x="641887" y="977083"/>
                  </a:lnTo>
                  <a:lnTo>
                    <a:pt x="642959" y="976217"/>
                  </a:lnTo>
                  <a:lnTo>
                    <a:pt x="644030" y="975348"/>
                  </a:lnTo>
                  <a:lnTo>
                    <a:pt x="645102" y="974478"/>
                  </a:lnTo>
                  <a:lnTo>
                    <a:pt x="646174" y="973604"/>
                  </a:lnTo>
                  <a:lnTo>
                    <a:pt x="647245" y="972729"/>
                  </a:lnTo>
                  <a:lnTo>
                    <a:pt x="648317" y="971851"/>
                  </a:lnTo>
                  <a:lnTo>
                    <a:pt x="649388" y="970970"/>
                  </a:lnTo>
                  <a:lnTo>
                    <a:pt x="650460" y="970087"/>
                  </a:lnTo>
                  <a:lnTo>
                    <a:pt x="651532" y="969202"/>
                  </a:lnTo>
                  <a:lnTo>
                    <a:pt x="652603" y="968314"/>
                  </a:lnTo>
                  <a:lnTo>
                    <a:pt x="653675" y="967424"/>
                  </a:lnTo>
                  <a:lnTo>
                    <a:pt x="654746" y="966532"/>
                  </a:lnTo>
                  <a:lnTo>
                    <a:pt x="655818" y="965637"/>
                  </a:lnTo>
                  <a:lnTo>
                    <a:pt x="656890" y="964739"/>
                  </a:lnTo>
                  <a:lnTo>
                    <a:pt x="657961" y="963840"/>
                  </a:lnTo>
                  <a:lnTo>
                    <a:pt x="659033" y="962937"/>
                  </a:lnTo>
                  <a:lnTo>
                    <a:pt x="660104" y="962033"/>
                  </a:lnTo>
                  <a:lnTo>
                    <a:pt x="661176" y="961126"/>
                  </a:lnTo>
                  <a:lnTo>
                    <a:pt x="662248" y="960216"/>
                  </a:lnTo>
                  <a:lnTo>
                    <a:pt x="663319" y="959304"/>
                  </a:lnTo>
                  <a:lnTo>
                    <a:pt x="664391" y="958389"/>
                  </a:lnTo>
                  <a:lnTo>
                    <a:pt x="665462" y="957472"/>
                  </a:lnTo>
                  <a:lnTo>
                    <a:pt x="666534" y="956553"/>
                  </a:lnTo>
                  <a:lnTo>
                    <a:pt x="667606" y="955631"/>
                  </a:lnTo>
                  <a:lnTo>
                    <a:pt x="668677" y="954706"/>
                  </a:lnTo>
                  <a:lnTo>
                    <a:pt x="669749" y="953779"/>
                  </a:lnTo>
                  <a:lnTo>
                    <a:pt x="670820" y="952850"/>
                  </a:lnTo>
                  <a:lnTo>
                    <a:pt x="671892" y="951918"/>
                  </a:lnTo>
                  <a:lnTo>
                    <a:pt x="672964" y="950984"/>
                  </a:lnTo>
                  <a:lnTo>
                    <a:pt x="674035" y="950047"/>
                  </a:lnTo>
                  <a:lnTo>
                    <a:pt x="675107" y="949107"/>
                  </a:lnTo>
                  <a:lnTo>
                    <a:pt x="676178" y="948165"/>
                  </a:lnTo>
                  <a:lnTo>
                    <a:pt x="677250" y="947221"/>
                  </a:lnTo>
                  <a:lnTo>
                    <a:pt x="678322" y="946274"/>
                  </a:lnTo>
                  <a:lnTo>
                    <a:pt x="679393" y="945324"/>
                  </a:lnTo>
                  <a:lnTo>
                    <a:pt x="680465" y="944372"/>
                  </a:lnTo>
                  <a:lnTo>
                    <a:pt x="681536" y="943417"/>
                  </a:lnTo>
                  <a:lnTo>
                    <a:pt x="682608" y="942460"/>
                  </a:lnTo>
                  <a:lnTo>
                    <a:pt x="683680" y="941501"/>
                  </a:lnTo>
                  <a:lnTo>
                    <a:pt x="684751" y="940538"/>
                  </a:lnTo>
                  <a:lnTo>
                    <a:pt x="685823" y="939574"/>
                  </a:lnTo>
                  <a:lnTo>
                    <a:pt x="686894" y="938606"/>
                  </a:lnTo>
                  <a:lnTo>
                    <a:pt x="687966" y="937636"/>
                  </a:lnTo>
                  <a:lnTo>
                    <a:pt x="689038" y="936664"/>
                  </a:lnTo>
                  <a:lnTo>
                    <a:pt x="690109" y="935689"/>
                  </a:lnTo>
                  <a:lnTo>
                    <a:pt x="691181" y="934711"/>
                  </a:lnTo>
                  <a:lnTo>
                    <a:pt x="692252" y="933731"/>
                  </a:lnTo>
                  <a:lnTo>
                    <a:pt x="693324" y="932749"/>
                  </a:lnTo>
                  <a:lnTo>
                    <a:pt x="694396" y="931763"/>
                  </a:lnTo>
                  <a:lnTo>
                    <a:pt x="695467" y="930776"/>
                  </a:lnTo>
                  <a:lnTo>
                    <a:pt x="696539" y="929785"/>
                  </a:lnTo>
                  <a:lnTo>
                    <a:pt x="697610" y="928792"/>
                  </a:lnTo>
                  <a:lnTo>
                    <a:pt x="698682" y="927797"/>
                  </a:lnTo>
                  <a:lnTo>
                    <a:pt x="699754" y="926799"/>
                  </a:lnTo>
                  <a:lnTo>
                    <a:pt x="700825" y="925798"/>
                  </a:lnTo>
                  <a:lnTo>
                    <a:pt x="701897" y="924795"/>
                  </a:lnTo>
                  <a:lnTo>
                    <a:pt x="702968" y="923789"/>
                  </a:lnTo>
                  <a:lnTo>
                    <a:pt x="704040" y="922780"/>
                  </a:lnTo>
                  <a:lnTo>
                    <a:pt x="705112" y="921769"/>
                  </a:lnTo>
                  <a:lnTo>
                    <a:pt x="706183" y="920756"/>
                  </a:lnTo>
                  <a:lnTo>
                    <a:pt x="707255" y="919739"/>
                  </a:lnTo>
                  <a:lnTo>
                    <a:pt x="708326" y="918720"/>
                  </a:lnTo>
                  <a:lnTo>
                    <a:pt x="709398" y="917699"/>
                  </a:lnTo>
                  <a:lnTo>
                    <a:pt x="710469" y="916675"/>
                  </a:lnTo>
                  <a:lnTo>
                    <a:pt x="711541" y="915648"/>
                  </a:lnTo>
                  <a:lnTo>
                    <a:pt x="712613" y="914619"/>
                  </a:lnTo>
                  <a:lnTo>
                    <a:pt x="713684" y="913588"/>
                  </a:lnTo>
                  <a:lnTo>
                    <a:pt x="714756" y="912553"/>
                  </a:lnTo>
                  <a:lnTo>
                    <a:pt x="715827" y="911516"/>
                  </a:lnTo>
                  <a:lnTo>
                    <a:pt x="716899" y="910477"/>
                  </a:lnTo>
                  <a:lnTo>
                    <a:pt x="717971" y="909434"/>
                  </a:lnTo>
                  <a:lnTo>
                    <a:pt x="719042" y="908390"/>
                  </a:lnTo>
                  <a:lnTo>
                    <a:pt x="720114" y="907342"/>
                  </a:lnTo>
                  <a:lnTo>
                    <a:pt x="721185" y="906292"/>
                  </a:lnTo>
                  <a:lnTo>
                    <a:pt x="722257" y="905240"/>
                  </a:lnTo>
                  <a:lnTo>
                    <a:pt x="723329" y="904185"/>
                  </a:lnTo>
                  <a:lnTo>
                    <a:pt x="724400" y="903127"/>
                  </a:lnTo>
                  <a:lnTo>
                    <a:pt x="725472" y="902067"/>
                  </a:lnTo>
                  <a:lnTo>
                    <a:pt x="726543" y="901004"/>
                  </a:lnTo>
                  <a:lnTo>
                    <a:pt x="727615" y="899938"/>
                  </a:lnTo>
                  <a:lnTo>
                    <a:pt x="728687" y="898870"/>
                  </a:lnTo>
                  <a:lnTo>
                    <a:pt x="729758" y="897800"/>
                  </a:lnTo>
                  <a:lnTo>
                    <a:pt x="730830" y="896727"/>
                  </a:lnTo>
                  <a:lnTo>
                    <a:pt x="731901" y="895651"/>
                  </a:lnTo>
                  <a:lnTo>
                    <a:pt x="732973" y="894572"/>
                  </a:lnTo>
                  <a:lnTo>
                    <a:pt x="734045" y="893491"/>
                  </a:lnTo>
                  <a:lnTo>
                    <a:pt x="735116" y="892408"/>
                  </a:lnTo>
                  <a:lnTo>
                    <a:pt x="736188" y="891322"/>
                  </a:lnTo>
                  <a:lnTo>
                    <a:pt x="737259" y="890233"/>
                  </a:lnTo>
                  <a:lnTo>
                    <a:pt x="738331" y="889142"/>
                  </a:lnTo>
                  <a:lnTo>
                    <a:pt x="739403" y="888048"/>
                  </a:lnTo>
                  <a:lnTo>
                    <a:pt x="740474" y="886952"/>
                  </a:lnTo>
                  <a:lnTo>
                    <a:pt x="741546" y="885853"/>
                  </a:lnTo>
                  <a:lnTo>
                    <a:pt x="742617" y="884751"/>
                  </a:lnTo>
                  <a:lnTo>
                    <a:pt x="743689" y="883647"/>
                  </a:lnTo>
                  <a:lnTo>
                    <a:pt x="744761" y="882541"/>
                  </a:lnTo>
                  <a:lnTo>
                    <a:pt x="745832" y="881432"/>
                  </a:lnTo>
                  <a:lnTo>
                    <a:pt x="746904" y="880320"/>
                  </a:lnTo>
                  <a:lnTo>
                    <a:pt x="747975" y="879206"/>
                  </a:lnTo>
                  <a:lnTo>
                    <a:pt x="749047" y="878089"/>
                  </a:lnTo>
                  <a:lnTo>
                    <a:pt x="750119" y="876970"/>
                  </a:lnTo>
                  <a:lnTo>
                    <a:pt x="751190" y="875848"/>
                  </a:lnTo>
                  <a:lnTo>
                    <a:pt x="752262" y="874724"/>
                  </a:lnTo>
                  <a:lnTo>
                    <a:pt x="753333" y="873598"/>
                  </a:lnTo>
                  <a:lnTo>
                    <a:pt x="754405" y="872468"/>
                  </a:lnTo>
                  <a:lnTo>
                    <a:pt x="755477" y="871337"/>
                  </a:lnTo>
                  <a:lnTo>
                    <a:pt x="756548" y="870202"/>
                  </a:lnTo>
                  <a:lnTo>
                    <a:pt x="757620" y="869066"/>
                  </a:lnTo>
                  <a:lnTo>
                    <a:pt x="758691" y="867926"/>
                  </a:lnTo>
                  <a:lnTo>
                    <a:pt x="759763" y="866785"/>
                  </a:lnTo>
                  <a:lnTo>
                    <a:pt x="760835" y="865641"/>
                  </a:lnTo>
                  <a:lnTo>
                    <a:pt x="761906" y="864494"/>
                  </a:lnTo>
                  <a:lnTo>
                    <a:pt x="762978" y="863345"/>
                  </a:lnTo>
                  <a:lnTo>
                    <a:pt x="764049" y="862194"/>
                  </a:lnTo>
                  <a:lnTo>
                    <a:pt x="765121" y="861040"/>
                  </a:lnTo>
                  <a:lnTo>
                    <a:pt x="766193" y="859883"/>
                  </a:lnTo>
                  <a:lnTo>
                    <a:pt x="767264" y="858725"/>
                  </a:lnTo>
                  <a:lnTo>
                    <a:pt x="768336" y="857564"/>
                  </a:lnTo>
                  <a:lnTo>
                    <a:pt x="769407" y="856400"/>
                  </a:lnTo>
                  <a:lnTo>
                    <a:pt x="770479" y="855234"/>
                  </a:lnTo>
                  <a:lnTo>
                    <a:pt x="771551" y="854066"/>
                  </a:lnTo>
                  <a:lnTo>
                    <a:pt x="772622" y="852895"/>
                  </a:lnTo>
                  <a:lnTo>
                    <a:pt x="773694" y="851722"/>
                  </a:lnTo>
                  <a:lnTo>
                    <a:pt x="774765" y="850546"/>
                  </a:lnTo>
                  <a:lnTo>
                    <a:pt x="775837" y="849369"/>
                  </a:lnTo>
                  <a:lnTo>
                    <a:pt x="776909" y="848188"/>
                  </a:lnTo>
                  <a:lnTo>
                    <a:pt x="777980" y="847006"/>
                  </a:lnTo>
                  <a:lnTo>
                    <a:pt x="779052" y="845821"/>
                  </a:lnTo>
                  <a:lnTo>
                    <a:pt x="780123" y="844634"/>
                  </a:lnTo>
                  <a:lnTo>
                    <a:pt x="781195" y="843445"/>
                  </a:lnTo>
                  <a:lnTo>
                    <a:pt x="782267" y="842253"/>
                  </a:lnTo>
                  <a:lnTo>
                    <a:pt x="783338" y="841059"/>
                  </a:lnTo>
                  <a:lnTo>
                    <a:pt x="784410" y="839863"/>
                  </a:lnTo>
                  <a:lnTo>
                    <a:pt x="785481" y="838664"/>
                  </a:lnTo>
                  <a:lnTo>
                    <a:pt x="786553" y="837463"/>
                  </a:lnTo>
                  <a:lnTo>
                    <a:pt x="787625" y="836261"/>
                  </a:lnTo>
                  <a:lnTo>
                    <a:pt x="788696" y="835055"/>
                  </a:lnTo>
                  <a:lnTo>
                    <a:pt x="789768" y="833848"/>
                  </a:lnTo>
                  <a:lnTo>
                    <a:pt x="790839" y="832638"/>
                  </a:lnTo>
                  <a:lnTo>
                    <a:pt x="791911" y="831427"/>
                  </a:lnTo>
                  <a:lnTo>
                    <a:pt x="792983" y="830213"/>
                  </a:lnTo>
                  <a:lnTo>
                    <a:pt x="794054" y="828996"/>
                  </a:lnTo>
                  <a:lnTo>
                    <a:pt x="795126" y="827778"/>
                  </a:lnTo>
                  <a:lnTo>
                    <a:pt x="796197" y="826558"/>
                  </a:lnTo>
                  <a:lnTo>
                    <a:pt x="797269" y="825335"/>
                  </a:lnTo>
                  <a:lnTo>
                    <a:pt x="798341" y="824111"/>
                  </a:lnTo>
                  <a:lnTo>
                    <a:pt x="799412" y="822884"/>
                  </a:lnTo>
                  <a:lnTo>
                    <a:pt x="800484" y="821655"/>
                  </a:lnTo>
                  <a:lnTo>
                    <a:pt x="801555" y="820424"/>
                  </a:lnTo>
                  <a:lnTo>
                    <a:pt x="802627" y="819192"/>
                  </a:lnTo>
                  <a:lnTo>
                    <a:pt x="803699" y="817957"/>
                  </a:lnTo>
                  <a:lnTo>
                    <a:pt x="804770" y="816720"/>
                  </a:lnTo>
                  <a:lnTo>
                    <a:pt x="805842" y="815481"/>
                  </a:lnTo>
                  <a:lnTo>
                    <a:pt x="806913" y="814240"/>
                  </a:lnTo>
                  <a:lnTo>
                    <a:pt x="807985" y="812997"/>
                  </a:lnTo>
                  <a:lnTo>
                    <a:pt x="809057" y="811752"/>
                  </a:lnTo>
                  <a:lnTo>
                    <a:pt x="810128" y="810505"/>
                  </a:lnTo>
                  <a:lnTo>
                    <a:pt x="811200" y="809257"/>
                  </a:lnTo>
                  <a:lnTo>
                    <a:pt x="812271" y="808006"/>
                  </a:lnTo>
                  <a:lnTo>
                    <a:pt x="813343" y="806754"/>
                  </a:lnTo>
                  <a:lnTo>
                    <a:pt x="814415" y="805499"/>
                  </a:lnTo>
                  <a:lnTo>
                    <a:pt x="815486" y="804243"/>
                  </a:lnTo>
                  <a:lnTo>
                    <a:pt x="816558" y="802985"/>
                  </a:lnTo>
                  <a:lnTo>
                    <a:pt x="817629" y="801725"/>
                  </a:lnTo>
                  <a:lnTo>
                    <a:pt x="818701" y="800464"/>
                  </a:lnTo>
                  <a:lnTo>
                    <a:pt x="819773" y="799201"/>
                  </a:lnTo>
                  <a:lnTo>
                    <a:pt x="820844" y="797935"/>
                  </a:lnTo>
                  <a:lnTo>
                    <a:pt x="821916" y="796669"/>
                  </a:lnTo>
                  <a:lnTo>
                    <a:pt x="822987" y="795400"/>
                  </a:lnTo>
                  <a:lnTo>
                    <a:pt x="824059" y="794130"/>
                  </a:lnTo>
                  <a:lnTo>
                    <a:pt x="825131" y="792858"/>
                  </a:lnTo>
                  <a:lnTo>
                    <a:pt x="826202" y="791584"/>
                  </a:lnTo>
                  <a:lnTo>
                    <a:pt x="827274" y="790309"/>
                  </a:lnTo>
                  <a:lnTo>
                    <a:pt x="828345" y="789032"/>
                  </a:lnTo>
                  <a:lnTo>
                    <a:pt x="829417" y="787754"/>
                  </a:lnTo>
                  <a:lnTo>
                    <a:pt x="830489" y="786474"/>
                  </a:lnTo>
                  <a:lnTo>
                    <a:pt x="831560" y="785192"/>
                  </a:lnTo>
                  <a:lnTo>
                    <a:pt x="832632" y="783909"/>
                  </a:lnTo>
                  <a:lnTo>
                    <a:pt x="833703" y="782625"/>
                  </a:lnTo>
                  <a:lnTo>
                    <a:pt x="834775" y="781338"/>
                  </a:lnTo>
                  <a:lnTo>
                    <a:pt x="835847" y="780051"/>
                  </a:lnTo>
                  <a:lnTo>
                    <a:pt x="836918" y="778762"/>
                  </a:lnTo>
                  <a:lnTo>
                    <a:pt x="837990" y="777472"/>
                  </a:lnTo>
                  <a:lnTo>
                    <a:pt x="839061" y="776180"/>
                  </a:lnTo>
                  <a:lnTo>
                    <a:pt x="840133" y="774887"/>
                  </a:lnTo>
                  <a:lnTo>
                    <a:pt x="841205" y="773592"/>
                  </a:lnTo>
                  <a:lnTo>
                    <a:pt x="842276" y="772296"/>
                  </a:lnTo>
                  <a:lnTo>
                    <a:pt x="843348" y="770999"/>
                  </a:lnTo>
                  <a:lnTo>
                    <a:pt x="844419" y="769701"/>
                  </a:lnTo>
                  <a:lnTo>
                    <a:pt x="845491" y="768401"/>
                  </a:lnTo>
                  <a:lnTo>
                    <a:pt x="846563" y="767100"/>
                  </a:lnTo>
                  <a:lnTo>
                    <a:pt x="847634" y="765798"/>
                  </a:lnTo>
                  <a:lnTo>
                    <a:pt x="848706" y="764495"/>
                  </a:lnTo>
                  <a:lnTo>
                    <a:pt x="849777" y="763191"/>
                  </a:lnTo>
                  <a:lnTo>
                    <a:pt x="850849" y="761885"/>
                  </a:lnTo>
                  <a:lnTo>
                    <a:pt x="851921" y="760578"/>
                  </a:lnTo>
                  <a:lnTo>
                    <a:pt x="852992" y="759271"/>
                  </a:lnTo>
                  <a:lnTo>
                    <a:pt x="854064" y="757962"/>
                  </a:lnTo>
                  <a:lnTo>
                    <a:pt x="855135" y="756652"/>
                  </a:lnTo>
                  <a:lnTo>
                    <a:pt x="856207" y="755341"/>
                  </a:lnTo>
                  <a:lnTo>
                    <a:pt x="857279" y="754030"/>
                  </a:lnTo>
                  <a:lnTo>
                    <a:pt x="858350" y="752717"/>
                  </a:lnTo>
                  <a:lnTo>
                    <a:pt x="859422" y="751404"/>
                  </a:lnTo>
                  <a:lnTo>
                    <a:pt x="860493" y="750089"/>
                  </a:lnTo>
                  <a:lnTo>
                    <a:pt x="861565" y="748774"/>
                  </a:lnTo>
                  <a:lnTo>
                    <a:pt x="862637" y="747458"/>
                  </a:lnTo>
                  <a:lnTo>
                    <a:pt x="863708" y="746141"/>
                  </a:lnTo>
                  <a:lnTo>
                    <a:pt x="864780" y="744823"/>
                  </a:lnTo>
                  <a:lnTo>
                    <a:pt x="865851" y="743505"/>
                  </a:lnTo>
                  <a:lnTo>
                    <a:pt x="866923" y="742186"/>
                  </a:lnTo>
                  <a:lnTo>
                    <a:pt x="867995" y="740866"/>
                  </a:lnTo>
                  <a:lnTo>
                    <a:pt x="869066" y="739546"/>
                  </a:lnTo>
                  <a:lnTo>
                    <a:pt x="870138" y="738225"/>
                  </a:lnTo>
                  <a:lnTo>
                    <a:pt x="871209" y="736903"/>
                  </a:lnTo>
                  <a:lnTo>
                    <a:pt x="872281" y="735581"/>
                  </a:lnTo>
                  <a:lnTo>
                    <a:pt x="873353" y="734258"/>
                  </a:lnTo>
                  <a:lnTo>
                    <a:pt x="874424" y="732935"/>
                  </a:lnTo>
                  <a:lnTo>
                    <a:pt x="875496" y="731611"/>
                  </a:lnTo>
                  <a:lnTo>
                    <a:pt x="876567" y="730287"/>
                  </a:lnTo>
                  <a:lnTo>
                    <a:pt x="877639" y="728963"/>
                  </a:lnTo>
                  <a:lnTo>
                    <a:pt x="878711" y="727638"/>
                  </a:lnTo>
                  <a:lnTo>
                    <a:pt x="879782" y="726313"/>
                  </a:lnTo>
                  <a:lnTo>
                    <a:pt x="880854" y="724987"/>
                  </a:lnTo>
                  <a:lnTo>
                    <a:pt x="881925" y="723661"/>
                  </a:lnTo>
                  <a:lnTo>
                    <a:pt x="882997" y="722335"/>
                  </a:lnTo>
                  <a:lnTo>
                    <a:pt x="884069" y="721009"/>
                  </a:lnTo>
                  <a:lnTo>
                    <a:pt x="885140" y="719683"/>
                  </a:lnTo>
                  <a:lnTo>
                    <a:pt x="886212" y="718356"/>
                  </a:lnTo>
                  <a:lnTo>
                    <a:pt x="887283" y="717030"/>
                  </a:lnTo>
                  <a:lnTo>
                    <a:pt x="888355" y="715703"/>
                  </a:lnTo>
                  <a:lnTo>
                    <a:pt x="889426" y="714376"/>
                  </a:lnTo>
                  <a:lnTo>
                    <a:pt x="890498" y="713049"/>
                  </a:lnTo>
                  <a:lnTo>
                    <a:pt x="891570" y="711723"/>
                  </a:lnTo>
                  <a:lnTo>
                    <a:pt x="892641" y="710396"/>
                  </a:lnTo>
                  <a:lnTo>
                    <a:pt x="893713" y="709070"/>
                  </a:lnTo>
                  <a:lnTo>
                    <a:pt x="894784" y="707743"/>
                  </a:lnTo>
                  <a:lnTo>
                    <a:pt x="895856" y="706417"/>
                  </a:lnTo>
                  <a:lnTo>
                    <a:pt x="896928" y="705091"/>
                  </a:lnTo>
                  <a:lnTo>
                    <a:pt x="897999" y="703765"/>
                  </a:lnTo>
                  <a:lnTo>
                    <a:pt x="899071" y="702440"/>
                  </a:lnTo>
                  <a:lnTo>
                    <a:pt x="900142" y="701115"/>
                  </a:lnTo>
                  <a:lnTo>
                    <a:pt x="901214" y="699790"/>
                  </a:lnTo>
                  <a:lnTo>
                    <a:pt x="902286" y="698465"/>
                  </a:lnTo>
                  <a:lnTo>
                    <a:pt x="903357" y="697141"/>
                  </a:lnTo>
                  <a:lnTo>
                    <a:pt x="904429" y="695818"/>
                  </a:lnTo>
                  <a:lnTo>
                    <a:pt x="905500" y="694495"/>
                  </a:lnTo>
                  <a:lnTo>
                    <a:pt x="906572" y="693172"/>
                  </a:lnTo>
                  <a:lnTo>
                    <a:pt x="907644" y="691850"/>
                  </a:lnTo>
                  <a:lnTo>
                    <a:pt x="908715" y="690529"/>
                  </a:lnTo>
                  <a:lnTo>
                    <a:pt x="909787" y="689208"/>
                  </a:lnTo>
                  <a:lnTo>
                    <a:pt x="910858" y="687889"/>
                  </a:lnTo>
                  <a:lnTo>
                    <a:pt x="911930" y="686569"/>
                  </a:lnTo>
                  <a:lnTo>
                    <a:pt x="913002" y="685251"/>
                  </a:lnTo>
                  <a:lnTo>
                    <a:pt x="914073" y="683933"/>
                  </a:lnTo>
                  <a:lnTo>
                    <a:pt x="915145" y="682616"/>
                  </a:lnTo>
                  <a:lnTo>
                    <a:pt x="916216" y="681300"/>
                  </a:lnTo>
                  <a:lnTo>
                    <a:pt x="917288" y="679985"/>
                  </a:lnTo>
                  <a:lnTo>
                    <a:pt x="918360" y="678671"/>
                  </a:lnTo>
                  <a:lnTo>
                    <a:pt x="919431" y="677358"/>
                  </a:lnTo>
                  <a:lnTo>
                    <a:pt x="920503" y="676046"/>
                  </a:lnTo>
                  <a:lnTo>
                    <a:pt x="921574" y="674735"/>
                  </a:lnTo>
                  <a:lnTo>
                    <a:pt x="922646" y="673426"/>
                  </a:lnTo>
                  <a:lnTo>
                    <a:pt x="923718" y="672117"/>
                  </a:lnTo>
                  <a:lnTo>
                    <a:pt x="924789" y="670810"/>
                  </a:lnTo>
                  <a:lnTo>
                    <a:pt x="925861" y="669503"/>
                  </a:lnTo>
                  <a:lnTo>
                    <a:pt x="926932" y="668198"/>
                  </a:lnTo>
                  <a:lnTo>
                    <a:pt x="928004" y="666895"/>
                  </a:lnTo>
                  <a:lnTo>
                    <a:pt x="929076" y="665593"/>
                  </a:lnTo>
                  <a:lnTo>
                    <a:pt x="930147" y="664292"/>
                  </a:lnTo>
                  <a:lnTo>
                    <a:pt x="931219" y="662993"/>
                  </a:lnTo>
                  <a:lnTo>
                    <a:pt x="932290" y="661695"/>
                  </a:lnTo>
                  <a:lnTo>
                    <a:pt x="933362" y="660398"/>
                  </a:lnTo>
                  <a:lnTo>
                    <a:pt x="934434" y="659104"/>
                  </a:lnTo>
                  <a:lnTo>
                    <a:pt x="935505" y="657810"/>
                  </a:lnTo>
                  <a:lnTo>
                    <a:pt x="936577" y="656519"/>
                  </a:lnTo>
                  <a:lnTo>
                    <a:pt x="937648" y="655229"/>
                  </a:lnTo>
                  <a:lnTo>
                    <a:pt x="938720" y="653941"/>
                  </a:lnTo>
                  <a:lnTo>
                    <a:pt x="939792" y="652655"/>
                  </a:lnTo>
                  <a:lnTo>
                    <a:pt x="940863" y="651370"/>
                  </a:lnTo>
                  <a:lnTo>
                    <a:pt x="941935" y="650088"/>
                  </a:lnTo>
                  <a:lnTo>
                    <a:pt x="943006" y="648807"/>
                  </a:lnTo>
                  <a:lnTo>
                    <a:pt x="944078" y="647529"/>
                  </a:lnTo>
                  <a:lnTo>
                    <a:pt x="945150" y="646252"/>
                  </a:lnTo>
                  <a:lnTo>
                    <a:pt x="946221" y="644977"/>
                  </a:lnTo>
                  <a:lnTo>
                    <a:pt x="947293" y="643705"/>
                  </a:lnTo>
                  <a:lnTo>
                    <a:pt x="948364" y="642434"/>
                  </a:lnTo>
                  <a:lnTo>
                    <a:pt x="949436" y="641166"/>
                  </a:lnTo>
                  <a:lnTo>
                    <a:pt x="950508" y="639900"/>
                  </a:lnTo>
                  <a:lnTo>
                    <a:pt x="951579" y="638636"/>
                  </a:lnTo>
                  <a:lnTo>
                    <a:pt x="952651" y="637375"/>
                  </a:lnTo>
                  <a:lnTo>
                    <a:pt x="953722" y="636116"/>
                  </a:lnTo>
                  <a:lnTo>
                    <a:pt x="954794" y="634859"/>
                  </a:lnTo>
                  <a:lnTo>
                    <a:pt x="955866" y="633605"/>
                  </a:lnTo>
                  <a:lnTo>
                    <a:pt x="956937" y="632353"/>
                  </a:lnTo>
                  <a:lnTo>
                    <a:pt x="958009" y="631104"/>
                  </a:lnTo>
                  <a:lnTo>
                    <a:pt x="959080" y="629857"/>
                  </a:lnTo>
                  <a:lnTo>
                    <a:pt x="960152" y="628613"/>
                  </a:lnTo>
                  <a:lnTo>
                    <a:pt x="961224" y="627372"/>
                  </a:lnTo>
                  <a:lnTo>
                    <a:pt x="962295" y="626133"/>
                  </a:lnTo>
                  <a:lnTo>
                    <a:pt x="963367" y="624897"/>
                  </a:lnTo>
                  <a:lnTo>
                    <a:pt x="964438" y="623664"/>
                  </a:lnTo>
                  <a:lnTo>
                    <a:pt x="965510" y="622434"/>
                  </a:lnTo>
                  <a:lnTo>
                    <a:pt x="966582" y="621206"/>
                  </a:lnTo>
                  <a:lnTo>
                    <a:pt x="967653" y="619982"/>
                  </a:lnTo>
                  <a:lnTo>
                    <a:pt x="968725" y="618761"/>
                  </a:lnTo>
                  <a:lnTo>
                    <a:pt x="969796" y="617542"/>
                  </a:lnTo>
                  <a:lnTo>
                    <a:pt x="970868" y="616327"/>
                  </a:lnTo>
                  <a:lnTo>
                    <a:pt x="971940" y="615115"/>
                  </a:lnTo>
                  <a:lnTo>
                    <a:pt x="973011" y="613906"/>
                  </a:lnTo>
                  <a:lnTo>
                    <a:pt x="974083" y="612700"/>
                  </a:lnTo>
                  <a:lnTo>
                    <a:pt x="975154" y="611497"/>
                  </a:lnTo>
                  <a:lnTo>
                    <a:pt x="976226" y="610298"/>
                  </a:lnTo>
                  <a:lnTo>
                    <a:pt x="977298" y="609102"/>
                  </a:lnTo>
                  <a:lnTo>
                    <a:pt x="978369" y="607910"/>
                  </a:lnTo>
                  <a:lnTo>
                    <a:pt x="979441" y="606721"/>
                  </a:lnTo>
                  <a:lnTo>
                    <a:pt x="980512" y="605535"/>
                  </a:lnTo>
                  <a:lnTo>
                    <a:pt x="981584" y="604353"/>
                  </a:lnTo>
                  <a:lnTo>
                    <a:pt x="982656" y="603175"/>
                  </a:lnTo>
                  <a:lnTo>
                    <a:pt x="983727" y="602000"/>
                  </a:lnTo>
                  <a:lnTo>
                    <a:pt x="984799" y="600829"/>
                  </a:lnTo>
                  <a:lnTo>
                    <a:pt x="985870" y="599661"/>
                  </a:lnTo>
                  <a:lnTo>
                    <a:pt x="986942" y="598498"/>
                  </a:lnTo>
                  <a:lnTo>
                    <a:pt x="988014" y="597338"/>
                  </a:lnTo>
                  <a:lnTo>
                    <a:pt x="989085" y="596182"/>
                  </a:lnTo>
                  <a:lnTo>
                    <a:pt x="990157" y="595030"/>
                  </a:lnTo>
                  <a:lnTo>
                    <a:pt x="991228" y="593882"/>
                  </a:lnTo>
                  <a:lnTo>
                    <a:pt x="992300" y="592738"/>
                  </a:lnTo>
                  <a:lnTo>
                    <a:pt x="993372" y="591598"/>
                  </a:lnTo>
                  <a:lnTo>
                    <a:pt x="994443" y="590462"/>
                  </a:lnTo>
                  <a:lnTo>
                    <a:pt x="995515" y="589330"/>
                  </a:lnTo>
                  <a:lnTo>
                    <a:pt x="996586" y="588203"/>
                  </a:lnTo>
                  <a:lnTo>
                    <a:pt x="997658" y="587080"/>
                  </a:lnTo>
                  <a:lnTo>
                    <a:pt x="998730" y="585961"/>
                  </a:lnTo>
                  <a:lnTo>
                    <a:pt x="999801" y="584846"/>
                  </a:lnTo>
                  <a:lnTo>
                    <a:pt x="1000873" y="583736"/>
                  </a:lnTo>
                  <a:lnTo>
                    <a:pt x="1001944" y="582630"/>
                  </a:lnTo>
                  <a:lnTo>
                    <a:pt x="1003016" y="581529"/>
                  </a:lnTo>
                  <a:lnTo>
                    <a:pt x="1004088" y="580432"/>
                  </a:lnTo>
                  <a:lnTo>
                    <a:pt x="1005159" y="579340"/>
                  </a:lnTo>
                  <a:lnTo>
                    <a:pt x="1006231" y="578252"/>
                  </a:lnTo>
                  <a:lnTo>
                    <a:pt x="1007302" y="577170"/>
                  </a:lnTo>
                  <a:lnTo>
                    <a:pt x="1008374" y="576091"/>
                  </a:lnTo>
                  <a:lnTo>
                    <a:pt x="1009446" y="575018"/>
                  </a:lnTo>
                  <a:lnTo>
                    <a:pt x="1010517" y="573949"/>
                  </a:lnTo>
                  <a:lnTo>
                    <a:pt x="1011589" y="572886"/>
                  </a:lnTo>
                  <a:lnTo>
                    <a:pt x="1012660" y="571827"/>
                  </a:lnTo>
                  <a:lnTo>
                    <a:pt x="1013732" y="570773"/>
                  </a:lnTo>
                  <a:lnTo>
                    <a:pt x="1014804" y="569724"/>
                  </a:lnTo>
                  <a:lnTo>
                    <a:pt x="1015875" y="568681"/>
                  </a:lnTo>
                  <a:lnTo>
                    <a:pt x="1016947" y="567642"/>
                  </a:lnTo>
                  <a:lnTo>
                    <a:pt x="1018018" y="566609"/>
                  </a:lnTo>
                  <a:lnTo>
                    <a:pt x="1019090" y="565580"/>
                  </a:lnTo>
                  <a:lnTo>
                    <a:pt x="1020162" y="564557"/>
                  </a:lnTo>
                  <a:lnTo>
                    <a:pt x="1021233" y="563540"/>
                  </a:lnTo>
                  <a:lnTo>
                    <a:pt x="1022305" y="562527"/>
                  </a:lnTo>
                  <a:lnTo>
                    <a:pt x="1023376" y="561520"/>
                  </a:lnTo>
                  <a:lnTo>
                    <a:pt x="1024448" y="560519"/>
                  </a:lnTo>
                  <a:lnTo>
                    <a:pt x="1025520" y="559523"/>
                  </a:lnTo>
                  <a:lnTo>
                    <a:pt x="1026591" y="558532"/>
                  </a:lnTo>
                  <a:lnTo>
                    <a:pt x="1027663" y="557547"/>
                  </a:lnTo>
                  <a:lnTo>
                    <a:pt x="1028734" y="556568"/>
                  </a:lnTo>
                  <a:lnTo>
                    <a:pt x="1029806" y="555594"/>
                  </a:lnTo>
                  <a:lnTo>
                    <a:pt x="1030878" y="554626"/>
                  </a:lnTo>
                  <a:lnTo>
                    <a:pt x="1031949" y="553664"/>
                  </a:lnTo>
                  <a:lnTo>
                    <a:pt x="1033021" y="552708"/>
                  </a:lnTo>
                  <a:lnTo>
                    <a:pt x="1034092" y="551758"/>
                  </a:lnTo>
                  <a:lnTo>
                    <a:pt x="1035164" y="550813"/>
                  </a:lnTo>
                  <a:lnTo>
                    <a:pt x="1036236" y="549874"/>
                  </a:lnTo>
                  <a:lnTo>
                    <a:pt x="1037307" y="548942"/>
                  </a:lnTo>
                  <a:lnTo>
                    <a:pt x="1038379" y="548015"/>
                  </a:lnTo>
                  <a:lnTo>
                    <a:pt x="1039450" y="547095"/>
                  </a:lnTo>
                  <a:lnTo>
                    <a:pt x="1040522" y="546181"/>
                  </a:lnTo>
                  <a:lnTo>
                    <a:pt x="1041594" y="545273"/>
                  </a:lnTo>
                  <a:lnTo>
                    <a:pt x="1042665" y="544371"/>
                  </a:lnTo>
                  <a:lnTo>
                    <a:pt x="1043737" y="543476"/>
                  </a:lnTo>
                  <a:lnTo>
                    <a:pt x="1044808" y="542586"/>
                  </a:lnTo>
                  <a:lnTo>
                    <a:pt x="1045880" y="541704"/>
                  </a:lnTo>
                  <a:lnTo>
                    <a:pt x="1046952" y="540827"/>
                  </a:lnTo>
                  <a:lnTo>
                    <a:pt x="1048023" y="539958"/>
                  </a:lnTo>
                  <a:lnTo>
                    <a:pt x="1049095" y="539094"/>
                  </a:lnTo>
                  <a:lnTo>
                    <a:pt x="1050166" y="538238"/>
                  </a:lnTo>
                  <a:lnTo>
                    <a:pt x="1051238" y="537387"/>
                  </a:lnTo>
                  <a:lnTo>
                    <a:pt x="1052310" y="536544"/>
                  </a:lnTo>
                  <a:lnTo>
                    <a:pt x="1053381" y="535707"/>
                  </a:lnTo>
                  <a:lnTo>
                    <a:pt x="1054453" y="534877"/>
                  </a:lnTo>
                  <a:lnTo>
                    <a:pt x="1055524" y="534054"/>
                  </a:lnTo>
                  <a:lnTo>
                    <a:pt x="1056596" y="533238"/>
                  </a:lnTo>
                  <a:lnTo>
                    <a:pt x="1057668" y="532428"/>
                  </a:lnTo>
                  <a:lnTo>
                    <a:pt x="1058739" y="531626"/>
                  </a:lnTo>
                  <a:lnTo>
                    <a:pt x="1059811" y="530830"/>
                  </a:lnTo>
                  <a:lnTo>
                    <a:pt x="1060882" y="530042"/>
                  </a:lnTo>
                  <a:lnTo>
                    <a:pt x="1061954" y="529261"/>
                  </a:lnTo>
                  <a:lnTo>
                    <a:pt x="1063026" y="528486"/>
                  </a:lnTo>
                  <a:lnTo>
                    <a:pt x="1064097" y="527719"/>
                  </a:lnTo>
                  <a:lnTo>
                    <a:pt x="1065169" y="526960"/>
                  </a:lnTo>
                  <a:lnTo>
                    <a:pt x="1066240" y="526207"/>
                  </a:lnTo>
                  <a:lnTo>
                    <a:pt x="1067312" y="525462"/>
                  </a:lnTo>
                  <a:lnTo>
                    <a:pt x="1068383" y="524724"/>
                  </a:lnTo>
                  <a:lnTo>
                    <a:pt x="1069455" y="523993"/>
                  </a:lnTo>
                  <a:lnTo>
                    <a:pt x="1070527" y="523270"/>
                  </a:lnTo>
                  <a:lnTo>
                    <a:pt x="1071598" y="522555"/>
                  </a:lnTo>
                  <a:lnTo>
                    <a:pt x="1072670" y="521847"/>
                  </a:lnTo>
                  <a:lnTo>
                    <a:pt x="1073741" y="521146"/>
                  </a:lnTo>
                  <a:lnTo>
                    <a:pt x="1074813" y="520454"/>
                  </a:lnTo>
                  <a:lnTo>
                    <a:pt x="1075885" y="519768"/>
                  </a:lnTo>
                  <a:lnTo>
                    <a:pt x="1076956" y="519091"/>
                  </a:lnTo>
                  <a:lnTo>
                    <a:pt x="1078028" y="518421"/>
                  </a:lnTo>
                  <a:lnTo>
                    <a:pt x="1079099" y="517759"/>
                  </a:lnTo>
                  <a:lnTo>
                    <a:pt x="1080171" y="517105"/>
                  </a:lnTo>
                  <a:lnTo>
                    <a:pt x="1081243" y="516459"/>
                  </a:lnTo>
                  <a:lnTo>
                    <a:pt x="1082314" y="515821"/>
                  </a:lnTo>
                  <a:lnTo>
                    <a:pt x="1083386" y="515191"/>
                  </a:lnTo>
                  <a:lnTo>
                    <a:pt x="1084457" y="514569"/>
                  </a:lnTo>
                  <a:lnTo>
                    <a:pt x="1085529" y="513954"/>
                  </a:lnTo>
                  <a:lnTo>
                    <a:pt x="1086601" y="513348"/>
                  </a:lnTo>
                  <a:lnTo>
                    <a:pt x="1087672" y="512750"/>
                  </a:lnTo>
                  <a:lnTo>
                    <a:pt x="1088744" y="512161"/>
                  </a:lnTo>
                  <a:lnTo>
                    <a:pt x="1089815" y="511579"/>
                  </a:lnTo>
                  <a:lnTo>
                    <a:pt x="1090887" y="511006"/>
                  </a:lnTo>
                  <a:lnTo>
                    <a:pt x="1091959" y="510441"/>
                  </a:lnTo>
                  <a:lnTo>
                    <a:pt x="1093030" y="509885"/>
                  </a:lnTo>
                  <a:lnTo>
                    <a:pt x="1094102" y="509337"/>
                  </a:lnTo>
                  <a:lnTo>
                    <a:pt x="1095173" y="508797"/>
                  </a:lnTo>
                  <a:lnTo>
                    <a:pt x="1096245" y="508266"/>
                  </a:lnTo>
                  <a:lnTo>
                    <a:pt x="1097317" y="507743"/>
                  </a:lnTo>
                  <a:lnTo>
                    <a:pt x="1098388" y="507229"/>
                  </a:lnTo>
                  <a:lnTo>
                    <a:pt x="1099460" y="506723"/>
                  </a:lnTo>
                  <a:lnTo>
                    <a:pt x="1100531" y="506227"/>
                  </a:lnTo>
                  <a:lnTo>
                    <a:pt x="1101603" y="505739"/>
                  </a:lnTo>
                  <a:lnTo>
                    <a:pt x="1102675" y="505259"/>
                  </a:lnTo>
                  <a:lnTo>
                    <a:pt x="1103746" y="504789"/>
                  </a:lnTo>
                  <a:lnTo>
                    <a:pt x="1104818" y="504327"/>
                  </a:lnTo>
                  <a:lnTo>
                    <a:pt x="1105889" y="503874"/>
                  </a:lnTo>
                  <a:lnTo>
                    <a:pt x="1106961" y="503430"/>
                  </a:lnTo>
                  <a:lnTo>
                    <a:pt x="1108033" y="502995"/>
                  </a:lnTo>
                  <a:lnTo>
                    <a:pt x="1109104" y="502568"/>
                  </a:lnTo>
                  <a:lnTo>
                    <a:pt x="1110176" y="502151"/>
                  </a:lnTo>
                  <a:lnTo>
                    <a:pt x="1111247" y="501743"/>
                  </a:lnTo>
                  <a:lnTo>
                    <a:pt x="1112319" y="501344"/>
                  </a:lnTo>
                  <a:lnTo>
                    <a:pt x="1113391" y="500954"/>
                  </a:lnTo>
                  <a:lnTo>
                    <a:pt x="1114462" y="500574"/>
                  </a:lnTo>
                  <a:lnTo>
                    <a:pt x="1115534" y="500202"/>
                  </a:lnTo>
                  <a:lnTo>
                    <a:pt x="1116605" y="499840"/>
                  </a:lnTo>
                  <a:lnTo>
                    <a:pt x="1117677" y="499487"/>
                  </a:lnTo>
                  <a:lnTo>
                    <a:pt x="1118749" y="499144"/>
                  </a:lnTo>
                  <a:lnTo>
                    <a:pt x="1119820" y="498809"/>
                  </a:lnTo>
                  <a:lnTo>
                    <a:pt x="1120892" y="498485"/>
                  </a:lnTo>
                  <a:lnTo>
                    <a:pt x="1121963" y="498169"/>
                  </a:lnTo>
                  <a:lnTo>
                    <a:pt x="1123035" y="497863"/>
                  </a:lnTo>
                  <a:lnTo>
                    <a:pt x="1124107" y="497567"/>
                  </a:lnTo>
                  <a:lnTo>
                    <a:pt x="1125178" y="497280"/>
                  </a:lnTo>
                  <a:lnTo>
                    <a:pt x="1126250" y="497003"/>
                  </a:lnTo>
                  <a:lnTo>
                    <a:pt x="1127321" y="496735"/>
                  </a:lnTo>
                  <a:lnTo>
                    <a:pt x="1128393" y="496477"/>
                  </a:lnTo>
                  <a:lnTo>
                    <a:pt x="1129465" y="496229"/>
                  </a:lnTo>
                  <a:lnTo>
                    <a:pt x="1130536" y="495990"/>
                  </a:lnTo>
                  <a:lnTo>
                    <a:pt x="1131608" y="495761"/>
                  </a:lnTo>
                  <a:lnTo>
                    <a:pt x="1132679" y="495542"/>
                  </a:lnTo>
                  <a:lnTo>
                    <a:pt x="1133751" y="495333"/>
                  </a:lnTo>
                  <a:lnTo>
                    <a:pt x="1134823" y="495134"/>
                  </a:lnTo>
                  <a:lnTo>
                    <a:pt x="1135894" y="494945"/>
                  </a:lnTo>
                  <a:lnTo>
                    <a:pt x="1136966" y="494765"/>
                  </a:lnTo>
                  <a:lnTo>
                    <a:pt x="1138037" y="494596"/>
                  </a:lnTo>
                  <a:lnTo>
                    <a:pt x="1139109" y="494436"/>
                  </a:lnTo>
                  <a:lnTo>
                    <a:pt x="1140181" y="494287"/>
                  </a:lnTo>
                  <a:lnTo>
                    <a:pt x="1141252" y="494147"/>
                  </a:lnTo>
                  <a:lnTo>
                    <a:pt x="1142324" y="494018"/>
                  </a:lnTo>
                  <a:lnTo>
                    <a:pt x="1143395" y="493899"/>
                  </a:lnTo>
                  <a:lnTo>
                    <a:pt x="1144467" y="493790"/>
                  </a:lnTo>
                  <a:lnTo>
                    <a:pt x="1145539" y="493692"/>
                  </a:lnTo>
                  <a:lnTo>
                    <a:pt x="1146610" y="493603"/>
                  </a:lnTo>
                  <a:lnTo>
                    <a:pt x="1147682" y="493525"/>
                  </a:lnTo>
                  <a:lnTo>
                    <a:pt x="1148753" y="493457"/>
                  </a:lnTo>
                  <a:lnTo>
                    <a:pt x="1149825" y="493399"/>
                  </a:lnTo>
                  <a:lnTo>
                    <a:pt x="1150897" y="493351"/>
                  </a:lnTo>
                  <a:lnTo>
                    <a:pt x="1151968" y="493313"/>
                  </a:lnTo>
                  <a:lnTo>
                    <a:pt x="1153040" y="493286"/>
                  </a:lnTo>
                  <a:lnTo>
                    <a:pt x="1154111" y="493268"/>
                  </a:lnTo>
                  <a:lnTo>
                    <a:pt x="1155183" y="493260"/>
                  </a:lnTo>
                  <a:lnTo>
                    <a:pt x="1156255" y="493263"/>
                  </a:lnTo>
                  <a:lnTo>
                    <a:pt x="1157326" y="493275"/>
                  </a:lnTo>
                  <a:lnTo>
                    <a:pt x="1158398" y="493297"/>
                  </a:lnTo>
                  <a:lnTo>
                    <a:pt x="1159469" y="493329"/>
                  </a:lnTo>
                  <a:lnTo>
                    <a:pt x="1160541" y="493371"/>
                  </a:lnTo>
                  <a:lnTo>
                    <a:pt x="1161613" y="493423"/>
                  </a:lnTo>
                  <a:lnTo>
                    <a:pt x="1162684" y="493485"/>
                  </a:lnTo>
                  <a:lnTo>
                    <a:pt x="1163756" y="493556"/>
                  </a:lnTo>
                  <a:lnTo>
                    <a:pt x="1164827" y="493637"/>
                  </a:lnTo>
                  <a:lnTo>
                    <a:pt x="1165899" y="493728"/>
                  </a:lnTo>
                  <a:lnTo>
                    <a:pt x="1166971" y="493829"/>
                  </a:lnTo>
                  <a:lnTo>
                    <a:pt x="1168042" y="493939"/>
                  </a:lnTo>
                  <a:lnTo>
                    <a:pt x="1169114" y="494059"/>
                  </a:lnTo>
                  <a:lnTo>
                    <a:pt x="1170185" y="494188"/>
                  </a:lnTo>
                  <a:lnTo>
                    <a:pt x="1171257" y="494327"/>
                  </a:lnTo>
                  <a:lnTo>
                    <a:pt x="1172329" y="494475"/>
                  </a:lnTo>
                  <a:lnTo>
                    <a:pt x="1173400" y="494633"/>
                  </a:lnTo>
                  <a:lnTo>
                    <a:pt x="1174472" y="494800"/>
                  </a:lnTo>
                  <a:lnTo>
                    <a:pt x="1175543" y="494977"/>
                  </a:lnTo>
                  <a:lnTo>
                    <a:pt x="1176615" y="495163"/>
                  </a:lnTo>
                  <a:lnTo>
                    <a:pt x="1177687" y="495358"/>
                  </a:lnTo>
                  <a:lnTo>
                    <a:pt x="1178758" y="495563"/>
                  </a:lnTo>
                  <a:lnTo>
                    <a:pt x="1179830" y="495777"/>
                  </a:lnTo>
                  <a:lnTo>
                    <a:pt x="1180901" y="496000"/>
                  </a:lnTo>
                  <a:lnTo>
                    <a:pt x="1181973" y="496232"/>
                  </a:lnTo>
                  <a:lnTo>
                    <a:pt x="1183045" y="496474"/>
                  </a:lnTo>
                  <a:lnTo>
                    <a:pt x="1184116" y="496725"/>
                  </a:lnTo>
                  <a:lnTo>
                    <a:pt x="1185188" y="496984"/>
                  </a:lnTo>
                  <a:lnTo>
                    <a:pt x="1186259" y="497253"/>
                  </a:lnTo>
                  <a:lnTo>
                    <a:pt x="1187331" y="497531"/>
                  </a:lnTo>
                  <a:lnTo>
                    <a:pt x="1188403" y="497818"/>
                  </a:lnTo>
                  <a:lnTo>
                    <a:pt x="1189474" y="498113"/>
                  </a:lnTo>
                  <a:lnTo>
                    <a:pt x="1190546" y="498418"/>
                  </a:lnTo>
                  <a:lnTo>
                    <a:pt x="1191617" y="498731"/>
                  </a:lnTo>
                  <a:lnTo>
                    <a:pt x="1192689" y="499054"/>
                  </a:lnTo>
                  <a:lnTo>
                    <a:pt x="1193761" y="499385"/>
                  </a:lnTo>
                  <a:lnTo>
                    <a:pt x="1194832" y="499724"/>
                  </a:lnTo>
                  <a:lnTo>
                    <a:pt x="1195904" y="500073"/>
                  </a:lnTo>
                  <a:lnTo>
                    <a:pt x="1196975" y="500430"/>
                  </a:lnTo>
                  <a:lnTo>
                    <a:pt x="1198047" y="500796"/>
                  </a:lnTo>
                  <a:lnTo>
                    <a:pt x="1199119" y="501170"/>
                  </a:lnTo>
                  <a:lnTo>
                    <a:pt x="1200190" y="501553"/>
                  </a:lnTo>
                  <a:lnTo>
                    <a:pt x="1201262" y="501944"/>
                  </a:lnTo>
                  <a:lnTo>
                    <a:pt x="1202333" y="502344"/>
                  </a:lnTo>
                  <a:lnTo>
                    <a:pt x="1203405" y="502753"/>
                  </a:lnTo>
                  <a:lnTo>
                    <a:pt x="1204477" y="503169"/>
                  </a:lnTo>
                  <a:lnTo>
                    <a:pt x="1205548" y="503594"/>
                  </a:lnTo>
                  <a:lnTo>
                    <a:pt x="1206620" y="504028"/>
                  </a:lnTo>
                  <a:lnTo>
                    <a:pt x="1207691" y="504469"/>
                  </a:lnTo>
                  <a:lnTo>
                    <a:pt x="1208763" y="504919"/>
                  </a:lnTo>
                  <a:lnTo>
                    <a:pt x="1209835" y="505377"/>
                  </a:lnTo>
                  <a:lnTo>
                    <a:pt x="1210906" y="505843"/>
                  </a:lnTo>
                  <a:lnTo>
                    <a:pt x="1211978" y="506317"/>
                  </a:lnTo>
                  <a:lnTo>
                    <a:pt x="1213049" y="506800"/>
                  </a:lnTo>
                  <a:lnTo>
                    <a:pt x="1214121" y="507290"/>
                  </a:lnTo>
                  <a:lnTo>
                    <a:pt x="1215193" y="507788"/>
                  </a:lnTo>
                  <a:lnTo>
                    <a:pt x="1216264" y="508295"/>
                  </a:lnTo>
                  <a:lnTo>
                    <a:pt x="1217336" y="508809"/>
                  </a:lnTo>
                  <a:lnTo>
                    <a:pt x="1218407" y="509331"/>
                  </a:lnTo>
                  <a:lnTo>
                    <a:pt x="1219479" y="509860"/>
                  </a:lnTo>
                  <a:lnTo>
                    <a:pt x="1220551" y="510398"/>
                  </a:lnTo>
                  <a:lnTo>
                    <a:pt x="1221622" y="510943"/>
                  </a:lnTo>
                  <a:lnTo>
                    <a:pt x="1222694" y="511496"/>
                  </a:lnTo>
                  <a:lnTo>
                    <a:pt x="1223765" y="512057"/>
                  </a:lnTo>
                  <a:lnTo>
                    <a:pt x="1224837" y="512625"/>
                  </a:lnTo>
                  <a:lnTo>
                    <a:pt x="1225909" y="513200"/>
                  </a:lnTo>
                  <a:lnTo>
                    <a:pt x="1226980" y="513783"/>
                  </a:lnTo>
                  <a:lnTo>
                    <a:pt x="1228052" y="514374"/>
                  </a:lnTo>
                  <a:lnTo>
                    <a:pt x="1229123" y="514972"/>
                  </a:lnTo>
                  <a:lnTo>
                    <a:pt x="1230195" y="515577"/>
                  </a:lnTo>
                  <a:lnTo>
                    <a:pt x="1231267" y="516190"/>
                  </a:lnTo>
                  <a:lnTo>
                    <a:pt x="1232338" y="516810"/>
                  </a:lnTo>
                  <a:lnTo>
                    <a:pt x="1233410" y="517437"/>
                  </a:lnTo>
                  <a:lnTo>
                    <a:pt x="1234481" y="518072"/>
                  </a:lnTo>
                  <a:lnTo>
                    <a:pt x="1235553" y="518713"/>
                  </a:lnTo>
                  <a:lnTo>
                    <a:pt x="1236625" y="519362"/>
                  </a:lnTo>
                  <a:lnTo>
                    <a:pt x="1237696" y="520018"/>
                  </a:lnTo>
                  <a:lnTo>
                    <a:pt x="1238768" y="520681"/>
                  </a:lnTo>
                  <a:lnTo>
                    <a:pt x="1239839" y="521350"/>
                  </a:lnTo>
                  <a:lnTo>
                    <a:pt x="1240911" y="522027"/>
                  </a:lnTo>
                  <a:lnTo>
                    <a:pt x="1241983" y="522710"/>
                  </a:lnTo>
                  <a:lnTo>
                    <a:pt x="1243054" y="523401"/>
                  </a:lnTo>
                  <a:lnTo>
                    <a:pt x="1244126" y="524098"/>
                  </a:lnTo>
                  <a:lnTo>
                    <a:pt x="1245197" y="524802"/>
                  </a:lnTo>
                  <a:lnTo>
                    <a:pt x="1246269" y="525512"/>
                  </a:lnTo>
                  <a:lnTo>
                    <a:pt x="1247340" y="526230"/>
                  </a:lnTo>
                  <a:lnTo>
                    <a:pt x="1248412" y="526953"/>
                  </a:lnTo>
                  <a:lnTo>
                    <a:pt x="1249484" y="527684"/>
                  </a:lnTo>
                  <a:lnTo>
                    <a:pt x="1250555" y="528421"/>
                  </a:lnTo>
                  <a:lnTo>
                    <a:pt x="1251627" y="529164"/>
                  </a:lnTo>
                  <a:lnTo>
                    <a:pt x="1252698" y="529914"/>
                  </a:lnTo>
                  <a:lnTo>
                    <a:pt x="1253770" y="530670"/>
                  </a:lnTo>
                  <a:lnTo>
                    <a:pt x="1254842" y="531433"/>
                  </a:lnTo>
                  <a:lnTo>
                    <a:pt x="1255913" y="532201"/>
                  </a:lnTo>
                  <a:lnTo>
                    <a:pt x="1256985" y="532976"/>
                  </a:lnTo>
                  <a:lnTo>
                    <a:pt x="1258056" y="533758"/>
                  </a:lnTo>
                  <a:lnTo>
                    <a:pt x="1259128" y="534545"/>
                  </a:lnTo>
                  <a:lnTo>
                    <a:pt x="1260200" y="535339"/>
                  </a:lnTo>
                  <a:lnTo>
                    <a:pt x="1261271" y="536138"/>
                  </a:lnTo>
                  <a:lnTo>
                    <a:pt x="1262343" y="536944"/>
                  </a:lnTo>
                  <a:lnTo>
                    <a:pt x="1263414" y="537755"/>
                  </a:lnTo>
                  <a:lnTo>
                    <a:pt x="1264486" y="538573"/>
                  </a:lnTo>
                  <a:lnTo>
                    <a:pt x="1265558" y="539396"/>
                  </a:lnTo>
                  <a:lnTo>
                    <a:pt x="1266629" y="540225"/>
                  </a:lnTo>
                  <a:lnTo>
                    <a:pt x="1267701" y="541060"/>
                  </a:lnTo>
                  <a:lnTo>
                    <a:pt x="1268772" y="541900"/>
                  </a:lnTo>
                  <a:lnTo>
                    <a:pt x="1269844" y="542747"/>
                  </a:lnTo>
                  <a:lnTo>
                    <a:pt x="1270916" y="543599"/>
                  </a:lnTo>
                  <a:lnTo>
                    <a:pt x="1271987" y="544456"/>
                  </a:lnTo>
                  <a:lnTo>
                    <a:pt x="1273059" y="545319"/>
                  </a:lnTo>
                  <a:lnTo>
                    <a:pt x="1274130" y="546188"/>
                  </a:lnTo>
                  <a:lnTo>
                    <a:pt x="1275202" y="547062"/>
                  </a:lnTo>
                  <a:lnTo>
                    <a:pt x="1276274" y="547941"/>
                  </a:lnTo>
                  <a:lnTo>
                    <a:pt x="1277345" y="548826"/>
                  </a:lnTo>
                  <a:lnTo>
                    <a:pt x="1278417" y="549716"/>
                  </a:lnTo>
                  <a:lnTo>
                    <a:pt x="1279488" y="550611"/>
                  </a:lnTo>
                  <a:lnTo>
                    <a:pt x="1280560" y="551512"/>
                  </a:lnTo>
                  <a:lnTo>
                    <a:pt x="1281632" y="552418"/>
                  </a:lnTo>
                  <a:lnTo>
                    <a:pt x="1282703" y="553329"/>
                  </a:lnTo>
                  <a:lnTo>
                    <a:pt x="1283775" y="554245"/>
                  </a:lnTo>
                  <a:lnTo>
                    <a:pt x="1284846" y="555166"/>
                  </a:lnTo>
                  <a:lnTo>
                    <a:pt x="1285918" y="556092"/>
                  </a:lnTo>
                  <a:lnTo>
                    <a:pt x="1286990" y="557022"/>
                  </a:lnTo>
                  <a:lnTo>
                    <a:pt x="1288061" y="557958"/>
                  </a:lnTo>
                  <a:lnTo>
                    <a:pt x="1289133" y="558899"/>
                  </a:lnTo>
                  <a:lnTo>
                    <a:pt x="1290204" y="559844"/>
                  </a:lnTo>
                  <a:lnTo>
                    <a:pt x="1291276" y="560794"/>
                  </a:lnTo>
                  <a:lnTo>
                    <a:pt x="1292348" y="561749"/>
                  </a:lnTo>
                  <a:lnTo>
                    <a:pt x="1293419" y="562709"/>
                  </a:lnTo>
                  <a:lnTo>
                    <a:pt x="1294491" y="563673"/>
                  </a:lnTo>
                  <a:lnTo>
                    <a:pt x="1295562" y="564642"/>
                  </a:lnTo>
                  <a:lnTo>
                    <a:pt x="1296634" y="565615"/>
                  </a:lnTo>
                  <a:lnTo>
                    <a:pt x="1297706" y="566592"/>
                  </a:lnTo>
                  <a:lnTo>
                    <a:pt x="1298777" y="567575"/>
                  </a:lnTo>
                  <a:lnTo>
                    <a:pt x="1299849" y="568561"/>
                  </a:lnTo>
                  <a:lnTo>
                    <a:pt x="1300920" y="569552"/>
                  </a:lnTo>
                  <a:lnTo>
                    <a:pt x="1301992" y="570547"/>
                  </a:lnTo>
                  <a:lnTo>
                    <a:pt x="1303064" y="571546"/>
                  </a:lnTo>
                  <a:lnTo>
                    <a:pt x="1304135" y="572550"/>
                  </a:lnTo>
                  <a:lnTo>
                    <a:pt x="1305207" y="573557"/>
                  </a:lnTo>
                  <a:lnTo>
                    <a:pt x="1306278" y="574569"/>
                  </a:lnTo>
                  <a:lnTo>
                    <a:pt x="1307350" y="575585"/>
                  </a:lnTo>
                  <a:lnTo>
                    <a:pt x="1308422" y="576605"/>
                  </a:lnTo>
                  <a:lnTo>
                    <a:pt x="1309493" y="577628"/>
                  </a:lnTo>
                  <a:lnTo>
                    <a:pt x="1310565" y="578656"/>
                  </a:lnTo>
                  <a:lnTo>
                    <a:pt x="1311636" y="579688"/>
                  </a:lnTo>
                  <a:lnTo>
                    <a:pt x="1312708" y="580723"/>
                  </a:lnTo>
                  <a:lnTo>
                    <a:pt x="1313780" y="581762"/>
                  </a:lnTo>
                  <a:lnTo>
                    <a:pt x="1314851" y="582805"/>
                  </a:lnTo>
                  <a:lnTo>
                    <a:pt x="1315923" y="583852"/>
                  </a:lnTo>
                  <a:lnTo>
                    <a:pt x="1316994" y="584902"/>
                  </a:lnTo>
                  <a:lnTo>
                    <a:pt x="1318066" y="585955"/>
                  </a:lnTo>
                  <a:lnTo>
                    <a:pt x="1319138" y="587013"/>
                  </a:lnTo>
                  <a:lnTo>
                    <a:pt x="1320209" y="588074"/>
                  </a:lnTo>
                  <a:lnTo>
                    <a:pt x="1321281" y="589138"/>
                  </a:lnTo>
                  <a:lnTo>
                    <a:pt x="1322352" y="590205"/>
                  </a:lnTo>
                  <a:lnTo>
                    <a:pt x="1323424" y="591276"/>
                  </a:lnTo>
                  <a:lnTo>
                    <a:pt x="1324496" y="592351"/>
                  </a:lnTo>
                  <a:lnTo>
                    <a:pt x="1325567" y="593428"/>
                  </a:lnTo>
                  <a:lnTo>
                    <a:pt x="1326639" y="594509"/>
                  </a:lnTo>
                  <a:lnTo>
                    <a:pt x="1327710" y="595593"/>
                  </a:lnTo>
                  <a:lnTo>
                    <a:pt x="1328782" y="596680"/>
                  </a:lnTo>
                  <a:lnTo>
                    <a:pt x="1329854" y="597770"/>
                  </a:lnTo>
                  <a:lnTo>
                    <a:pt x="1330925" y="598864"/>
                  </a:lnTo>
                  <a:lnTo>
                    <a:pt x="1331997" y="599960"/>
                  </a:lnTo>
                  <a:lnTo>
                    <a:pt x="1333068" y="601059"/>
                  </a:lnTo>
                  <a:lnTo>
                    <a:pt x="1334140" y="602161"/>
                  </a:lnTo>
                  <a:lnTo>
                    <a:pt x="1335212" y="603266"/>
                  </a:lnTo>
                  <a:lnTo>
                    <a:pt x="1336283" y="604374"/>
                  </a:lnTo>
                  <a:lnTo>
                    <a:pt x="1337355" y="605484"/>
                  </a:lnTo>
                  <a:lnTo>
                    <a:pt x="1338426" y="606597"/>
                  </a:lnTo>
                  <a:lnTo>
                    <a:pt x="1339498" y="607713"/>
                  </a:lnTo>
                  <a:lnTo>
                    <a:pt x="1340570" y="608832"/>
                  </a:lnTo>
                  <a:lnTo>
                    <a:pt x="1341641" y="609953"/>
                  </a:lnTo>
                  <a:lnTo>
                    <a:pt x="1342713" y="611077"/>
                  </a:lnTo>
                  <a:lnTo>
                    <a:pt x="1343784" y="612203"/>
                  </a:lnTo>
                  <a:lnTo>
                    <a:pt x="1344856" y="613331"/>
                  </a:lnTo>
                  <a:lnTo>
                    <a:pt x="1345928" y="614463"/>
                  </a:lnTo>
                  <a:lnTo>
                    <a:pt x="1346999" y="615596"/>
                  </a:lnTo>
                  <a:lnTo>
                    <a:pt x="1348071" y="616732"/>
                  </a:lnTo>
                  <a:lnTo>
                    <a:pt x="1349142" y="617870"/>
                  </a:lnTo>
                  <a:lnTo>
                    <a:pt x="1350214" y="619010"/>
                  </a:lnTo>
                  <a:lnTo>
                    <a:pt x="1351286" y="620152"/>
                  </a:lnTo>
                  <a:lnTo>
                    <a:pt x="1352357" y="621297"/>
                  </a:lnTo>
                  <a:lnTo>
                    <a:pt x="1353429" y="622444"/>
                  </a:lnTo>
                  <a:lnTo>
                    <a:pt x="1354500" y="623592"/>
                  </a:lnTo>
                  <a:lnTo>
                    <a:pt x="1355572" y="624743"/>
                  </a:lnTo>
                  <a:lnTo>
                    <a:pt x="1356644" y="625896"/>
                  </a:lnTo>
                  <a:lnTo>
                    <a:pt x="1357715" y="627050"/>
                  </a:lnTo>
                  <a:lnTo>
                    <a:pt x="1358787" y="628207"/>
                  </a:lnTo>
                  <a:lnTo>
                    <a:pt x="1359858" y="629365"/>
                  </a:lnTo>
                  <a:lnTo>
                    <a:pt x="1360930" y="630526"/>
                  </a:lnTo>
                  <a:lnTo>
                    <a:pt x="1362002" y="631688"/>
                  </a:lnTo>
                  <a:lnTo>
                    <a:pt x="1363073" y="632851"/>
                  </a:lnTo>
                  <a:lnTo>
                    <a:pt x="1364145" y="634016"/>
                  </a:lnTo>
                  <a:lnTo>
                    <a:pt x="1365216" y="635183"/>
                  </a:lnTo>
                  <a:lnTo>
                    <a:pt x="1366288" y="636352"/>
                  </a:lnTo>
                  <a:lnTo>
                    <a:pt x="1367360" y="637522"/>
                  </a:lnTo>
                  <a:lnTo>
                    <a:pt x="1368431" y="638694"/>
                  </a:lnTo>
                  <a:lnTo>
                    <a:pt x="1369503" y="639867"/>
                  </a:lnTo>
                  <a:lnTo>
                    <a:pt x="1370574" y="641041"/>
                  </a:lnTo>
                  <a:lnTo>
                    <a:pt x="1371646" y="642217"/>
                  </a:lnTo>
                  <a:lnTo>
                    <a:pt x="1372718" y="643394"/>
                  </a:lnTo>
                  <a:lnTo>
                    <a:pt x="1373789" y="644572"/>
                  </a:lnTo>
                  <a:lnTo>
                    <a:pt x="1374861" y="645752"/>
                  </a:lnTo>
                  <a:lnTo>
                    <a:pt x="1375932" y="646933"/>
                  </a:lnTo>
                  <a:lnTo>
                    <a:pt x="1377004" y="648115"/>
                  </a:lnTo>
                  <a:lnTo>
                    <a:pt x="1378076" y="649298"/>
                  </a:lnTo>
                  <a:lnTo>
                    <a:pt x="1379147" y="650482"/>
                  </a:lnTo>
                  <a:lnTo>
                    <a:pt x="1380219" y="651667"/>
                  </a:lnTo>
                  <a:lnTo>
                    <a:pt x="1381290" y="652854"/>
                  </a:lnTo>
                  <a:lnTo>
                    <a:pt x="1382362" y="654041"/>
                  </a:lnTo>
                  <a:lnTo>
                    <a:pt x="1383434" y="655229"/>
                  </a:lnTo>
                  <a:lnTo>
                    <a:pt x="1384505" y="656418"/>
                  </a:lnTo>
                  <a:lnTo>
                    <a:pt x="1385577" y="657608"/>
                  </a:lnTo>
                  <a:lnTo>
                    <a:pt x="1386648" y="658798"/>
                  </a:lnTo>
                  <a:lnTo>
                    <a:pt x="1387720" y="659990"/>
                  </a:lnTo>
                  <a:lnTo>
                    <a:pt x="1388792" y="661182"/>
                  </a:lnTo>
                  <a:lnTo>
                    <a:pt x="1389863" y="662374"/>
                  </a:lnTo>
                  <a:lnTo>
                    <a:pt x="1390935" y="663568"/>
                  </a:lnTo>
                  <a:lnTo>
                    <a:pt x="1392006" y="664762"/>
                  </a:lnTo>
                  <a:lnTo>
                    <a:pt x="1393078" y="665956"/>
                  </a:lnTo>
                  <a:lnTo>
                    <a:pt x="1394150" y="667151"/>
                  </a:lnTo>
                  <a:lnTo>
                    <a:pt x="1395221" y="668347"/>
                  </a:lnTo>
                  <a:lnTo>
                    <a:pt x="1396293" y="669542"/>
                  </a:lnTo>
                  <a:lnTo>
                    <a:pt x="1397364" y="670739"/>
                  </a:lnTo>
                  <a:lnTo>
                    <a:pt x="1398436" y="671935"/>
                  </a:lnTo>
                  <a:lnTo>
                    <a:pt x="1399508" y="673132"/>
                  </a:lnTo>
                  <a:lnTo>
                    <a:pt x="1400579" y="674329"/>
                  </a:lnTo>
                  <a:lnTo>
                    <a:pt x="1401651" y="675527"/>
                  </a:lnTo>
                  <a:lnTo>
                    <a:pt x="1402722" y="676724"/>
                  </a:lnTo>
                  <a:lnTo>
                    <a:pt x="1403794" y="677922"/>
                  </a:lnTo>
                  <a:lnTo>
                    <a:pt x="1404866" y="679120"/>
                  </a:lnTo>
                  <a:lnTo>
                    <a:pt x="1405937" y="680318"/>
                  </a:lnTo>
                  <a:lnTo>
                    <a:pt x="1407009" y="681516"/>
                  </a:lnTo>
                  <a:lnTo>
                    <a:pt x="1408080" y="682714"/>
                  </a:lnTo>
                  <a:lnTo>
                    <a:pt x="1409152" y="683912"/>
                  </a:lnTo>
                  <a:lnTo>
                    <a:pt x="1410224" y="685110"/>
                  </a:lnTo>
                  <a:lnTo>
                    <a:pt x="1411295" y="686307"/>
                  </a:lnTo>
                  <a:lnTo>
                    <a:pt x="1412367" y="687505"/>
                  </a:lnTo>
                  <a:lnTo>
                    <a:pt x="1413438" y="688702"/>
                  </a:lnTo>
                  <a:lnTo>
                    <a:pt x="1414510" y="689899"/>
                  </a:lnTo>
                  <a:lnTo>
                    <a:pt x="1415582" y="691096"/>
                  </a:lnTo>
                  <a:lnTo>
                    <a:pt x="1416653" y="692293"/>
                  </a:lnTo>
                  <a:lnTo>
                    <a:pt x="1417725" y="693489"/>
                  </a:lnTo>
                  <a:lnTo>
                    <a:pt x="1418796" y="694684"/>
                  </a:lnTo>
                  <a:lnTo>
                    <a:pt x="1419868" y="695880"/>
                  </a:lnTo>
                  <a:lnTo>
                    <a:pt x="1420939" y="697075"/>
                  </a:lnTo>
                  <a:lnTo>
                    <a:pt x="1422011" y="698269"/>
                  </a:lnTo>
                  <a:lnTo>
                    <a:pt x="1423083" y="699463"/>
                  </a:lnTo>
                  <a:lnTo>
                    <a:pt x="1424154" y="700656"/>
                  </a:lnTo>
                  <a:lnTo>
                    <a:pt x="1425226" y="701849"/>
                  </a:lnTo>
                  <a:lnTo>
                    <a:pt x="1426297" y="703041"/>
                  </a:lnTo>
                  <a:lnTo>
                    <a:pt x="1427369" y="704232"/>
                  </a:lnTo>
                  <a:lnTo>
                    <a:pt x="1428441" y="705423"/>
                  </a:lnTo>
                  <a:lnTo>
                    <a:pt x="1429512" y="706613"/>
                  </a:lnTo>
                  <a:lnTo>
                    <a:pt x="1430584" y="707802"/>
                  </a:lnTo>
                  <a:lnTo>
                    <a:pt x="1431655" y="708990"/>
                  </a:lnTo>
                  <a:lnTo>
                    <a:pt x="1432727" y="710177"/>
                  </a:lnTo>
                  <a:lnTo>
                    <a:pt x="1433799" y="711364"/>
                  </a:lnTo>
                  <a:lnTo>
                    <a:pt x="1434870" y="712549"/>
                  </a:lnTo>
                  <a:lnTo>
                    <a:pt x="1435942" y="713734"/>
                  </a:lnTo>
                  <a:lnTo>
                    <a:pt x="1437013" y="714917"/>
                  </a:lnTo>
                  <a:lnTo>
                    <a:pt x="1438085" y="716100"/>
                  </a:lnTo>
                  <a:lnTo>
                    <a:pt x="1439157" y="717281"/>
                  </a:lnTo>
                  <a:lnTo>
                    <a:pt x="1440228" y="718462"/>
                  </a:lnTo>
                  <a:lnTo>
                    <a:pt x="1441300" y="719641"/>
                  </a:lnTo>
                  <a:lnTo>
                    <a:pt x="1442371" y="720819"/>
                  </a:lnTo>
                  <a:lnTo>
                    <a:pt x="1443443" y="721996"/>
                  </a:lnTo>
                  <a:lnTo>
                    <a:pt x="1444515" y="723171"/>
                  </a:lnTo>
                  <a:lnTo>
                    <a:pt x="1445586" y="724345"/>
                  </a:lnTo>
                  <a:lnTo>
                    <a:pt x="1446658" y="725518"/>
                  </a:lnTo>
                  <a:lnTo>
                    <a:pt x="1447729" y="726690"/>
                  </a:lnTo>
                  <a:lnTo>
                    <a:pt x="1448801" y="727860"/>
                  </a:lnTo>
                  <a:lnTo>
                    <a:pt x="1449873" y="729029"/>
                  </a:lnTo>
                  <a:lnTo>
                    <a:pt x="1450944" y="730196"/>
                  </a:lnTo>
                  <a:lnTo>
                    <a:pt x="1452016" y="731362"/>
                  </a:lnTo>
                  <a:lnTo>
                    <a:pt x="1453087" y="732526"/>
                  </a:lnTo>
                  <a:lnTo>
                    <a:pt x="1454159" y="733688"/>
                  </a:lnTo>
                  <a:lnTo>
                    <a:pt x="1455231" y="734850"/>
                  </a:lnTo>
                  <a:lnTo>
                    <a:pt x="1456302" y="736009"/>
                  </a:lnTo>
                  <a:lnTo>
                    <a:pt x="1457374" y="737167"/>
                  </a:lnTo>
                  <a:lnTo>
                    <a:pt x="1458445" y="738323"/>
                  </a:lnTo>
                  <a:lnTo>
                    <a:pt x="1459517" y="739477"/>
                  </a:lnTo>
                  <a:lnTo>
                    <a:pt x="1460589" y="740630"/>
                  </a:lnTo>
                  <a:lnTo>
                    <a:pt x="1461660" y="741780"/>
                  </a:lnTo>
                  <a:lnTo>
                    <a:pt x="1462732" y="742929"/>
                  </a:lnTo>
                  <a:lnTo>
                    <a:pt x="1463803" y="744077"/>
                  </a:lnTo>
                  <a:lnTo>
                    <a:pt x="1464875" y="745222"/>
                  </a:lnTo>
                  <a:lnTo>
                    <a:pt x="1465947" y="746365"/>
                  </a:lnTo>
                  <a:lnTo>
                    <a:pt x="1467018" y="747506"/>
                  </a:lnTo>
                  <a:lnTo>
                    <a:pt x="1468090" y="748646"/>
                  </a:lnTo>
                  <a:lnTo>
                    <a:pt x="1469161" y="749783"/>
                  </a:lnTo>
                  <a:lnTo>
                    <a:pt x="1470233" y="750918"/>
                  </a:lnTo>
                  <a:lnTo>
                    <a:pt x="1471305" y="752051"/>
                  </a:lnTo>
                  <a:lnTo>
                    <a:pt x="1472376" y="753182"/>
                  </a:lnTo>
                  <a:lnTo>
                    <a:pt x="1473448" y="754311"/>
                  </a:lnTo>
                  <a:lnTo>
                    <a:pt x="1474519" y="755438"/>
                  </a:lnTo>
                  <a:lnTo>
                    <a:pt x="1475591" y="756562"/>
                  </a:lnTo>
                  <a:lnTo>
                    <a:pt x="1476663" y="757685"/>
                  </a:lnTo>
                  <a:lnTo>
                    <a:pt x="1477734" y="758805"/>
                  </a:lnTo>
                  <a:lnTo>
                    <a:pt x="1478806" y="759922"/>
                  </a:lnTo>
                  <a:lnTo>
                    <a:pt x="1479877" y="761038"/>
                  </a:lnTo>
                  <a:lnTo>
                    <a:pt x="1480949" y="762151"/>
                  </a:lnTo>
                  <a:lnTo>
                    <a:pt x="1482021" y="763261"/>
                  </a:lnTo>
                  <a:lnTo>
                    <a:pt x="1483092" y="764369"/>
                  </a:lnTo>
                  <a:lnTo>
                    <a:pt x="1484164" y="765475"/>
                  </a:lnTo>
                  <a:lnTo>
                    <a:pt x="1485235" y="766578"/>
                  </a:lnTo>
                  <a:lnTo>
                    <a:pt x="1486307" y="767679"/>
                  </a:lnTo>
                  <a:lnTo>
                    <a:pt x="1487379" y="768777"/>
                  </a:lnTo>
                  <a:lnTo>
                    <a:pt x="1488450" y="769872"/>
                  </a:lnTo>
                  <a:lnTo>
                    <a:pt x="1489522" y="770965"/>
                  </a:lnTo>
                  <a:lnTo>
                    <a:pt x="1490593" y="772055"/>
                  </a:lnTo>
                  <a:lnTo>
                    <a:pt x="1491665" y="773143"/>
                  </a:lnTo>
                  <a:lnTo>
                    <a:pt x="1492737" y="774228"/>
                  </a:lnTo>
                  <a:lnTo>
                    <a:pt x="1493808" y="775310"/>
                  </a:lnTo>
                  <a:lnTo>
                    <a:pt x="1494880" y="776389"/>
                  </a:lnTo>
                  <a:lnTo>
                    <a:pt x="1495951" y="777466"/>
                  </a:lnTo>
                  <a:lnTo>
                    <a:pt x="1497023" y="778540"/>
                  </a:lnTo>
                  <a:lnTo>
                    <a:pt x="1498095" y="779610"/>
                  </a:lnTo>
                  <a:lnTo>
                    <a:pt x="1499166" y="780679"/>
                  </a:lnTo>
                  <a:lnTo>
                    <a:pt x="1500238" y="781744"/>
                  </a:lnTo>
                  <a:lnTo>
                    <a:pt x="1501309" y="782806"/>
                  </a:lnTo>
                  <a:lnTo>
                    <a:pt x="1502381" y="783865"/>
                  </a:lnTo>
                  <a:lnTo>
                    <a:pt x="1503453" y="784921"/>
                  </a:lnTo>
                  <a:lnTo>
                    <a:pt x="1504524" y="785974"/>
                  </a:lnTo>
                  <a:lnTo>
                    <a:pt x="1505596" y="787025"/>
                  </a:lnTo>
                  <a:lnTo>
                    <a:pt x="1506667" y="788072"/>
                  </a:lnTo>
                  <a:lnTo>
                    <a:pt x="1507739" y="789116"/>
                  </a:lnTo>
                  <a:lnTo>
                    <a:pt x="1508811" y="790156"/>
                  </a:lnTo>
                  <a:lnTo>
                    <a:pt x="1509882" y="791194"/>
                  </a:lnTo>
                  <a:lnTo>
                    <a:pt x="1510954" y="792229"/>
                  </a:lnTo>
                  <a:lnTo>
                    <a:pt x="1512025" y="793260"/>
                  </a:lnTo>
                  <a:lnTo>
                    <a:pt x="1513097" y="794288"/>
                  </a:lnTo>
                  <a:lnTo>
                    <a:pt x="1514169" y="795313"/>
                  </a:lnTo>
                  <a:lnTo>
                    <a:pt x="1515240" y="796334"/>
                  </a:lnTo>
                  <a:lnTo>
                    <a:pt x="1516312" y="797352"/>
                  </a:lnTo>
                  <a:lnTo>
                    <a:pt x="1517383" y="798367"/>
                  </a:lnTo>
                  <a:lnTo>
                    <a:pt x="1518455" y="799378"/>
                  </a:lnTo>
                  <a:lnTo>
                    <a:pt x="1519527" y="800386"/>
                  </a:lnTo>
                  <a:lnTo>
                    <a:pt x="1520598" y="801391"/>
                  </a:lnTo>
                  <a:lnTo>
                    <a:pt x="1521670" y="802392"/>
                  </a:lnTo>
                  <a:lnTo>
                    <a:pt x="1522741" y="803389"/>
                  </a:lnTo>
                  <a:lnTo>
                    <a:pt x="1523813" y="804383"/>
                  </a:lnTo>
                  <a:lnTo>
                    <a:pt x="1524885" y="805374"/>
                  </a:lnTo>
                  <a:lnTo>
                    <a:pt x="1525956" y="806361"/>
                  </a:lnTo>
                  <a:lnTo>
                    <a:pt x="1527028" y="807344"/>
                  </a:lnTo>
                  <a:lnTo>
                    <a:pt x="1528099" y="808324"/>
                  </a:lnTo>
                  <a:lnTo>
                    <a:pt x="1529171" y="809300"/>
                  </a:lnTo>
                  <a:lnTo>
                    <a:pt x="1530243" y="810272"/>
                  </a:lnTo>
                  <a:lnTo>
                    <a:pt x="1531314" y="811241"/>
                  </a:lnTo>
                  <a:lnTo>
                    <a:pt x="1532386" y="812206"/>
                  </a:lnTo>
                  <a:lnTo>
                    <a:pt x="1533457" y="813167"/>
                  </a:lnTo>
                  <a:lnTo>
                    <a:pt x="1534529" y="814124"/>
                  </a:lnTo>
                  <a:lnTo>
                    <a:pt x="1535601" y="815078"/>
                  </a:lnTo>
                  <a:lnTo>
                    <a:pt x="1536672" y="816028"/>
                  </a:lnTo>
                  <a:lnTo>
                    <a:pt x="1537744" y="816973"/>
                  </a:lnTo>
                  <a:lnTo>
                    <a:pt x="1538815" y="817915"/>
                  </a:lnTo>
                  <a:lnTo>
                    <a:pt x="1539887" y="818854"/>
                  </a:lnTo>
                  <a:lnTo>
                    <a:pt x="1540959" y="819788"/>
                  </a:lnTo>
                  <a:lnTo>
                    <a:pt x="1542030" y="820718"/>
                  </a:lnTo>
                  <a:lnTo>
                    <a:pt x="1543102" y="821644"/>
                  </a:lnTo>
                  <a:lnTo>
                    <a:pt x="1544173" y="822567"/>
                  </a:lnTo>
                  <a:lnTo>
                    <a:pt x="1545245" y="823485"/>
                  </a:lnTo>
                  <a:lnTo>
                    <a:pt x="1546317" y="824399"/>
                  </a:lnTo>
                  <a:lnTo>
                    <a:pt x="1547388" y="825309"/>
                  </a:lnTo>
                  <a:lnTo>
                    <a:pt x="1548460" y="826215"/>
                  </a:lnTo>
                  <a:lnTo>
                    <a:pt x="1549531" y="827117"/>
                  </a:lnTo>
                  <a:lnTo>
                    <a:pt x="1550603" y="828014"/>
                  </a:lnTo>
                  <a:lnTo>
                    <a:pt x="1551675" y="828908"/>
                  </a:lnTo>
                  <a:lnTo>
                    <a:pt x="1552746" y="829797"/>
                  </a:lnTo>
                  <a:lnTo>
                    <a:pt x="1553818" y="830682"/>
                  </a:lnTo>
                  <a:lnTo>
                    <a:pt x="1554889" y="831563"/>
                  </a:lnTo>
                  <a:lnTo>
                    <a:pt x="1555961" y="832440"/>
                  </a:lnTo>
                  <a:lnTo>
                    <a:pt x="1557033" y="833312"/>
                  </a:lnTo>
                  <a:lnTo>
                    <a:pt x="1558104" y="834180"/>
                  </a:lnTo>
                  <a:lnTo>
                    <a:pt x="1559176" y="835044"/>
                  </a:lnTo>
                  <a:lnTo>
                    <a:pt x="1560247" y="835903"/>
                  </a:lnTo>
                  <a:lnTo>
                    <a:pt x="1561319" y="836758"/>
                  </a:lnTo>
                  <a:lnTo>
                    <a:pt x="1562391" y="837608"/>
                  </a:lnTo>
                  <a:lnTo>
                    <a:pt x="1563462" y="838454"/>
                  </a:lnTo>
                  <a:lnTo>
                    <a:pt x="1564534" y="839296"/>
                  </a:lnTo>
                  <a:lnTo>
                    <a:pt x="1565605" y="840133"/>
                  </a:lnTo>
                  <a:lnTo>
                    <a:pt x="1566677" y="840965"/>
                  </a:lnTo>
                  <a:lnTo>
                    <a:pt x="1567749" y="841793"/>
                  </a:lnTo>
                  <a:lnTo>
                    <a:pt x="1568820" y="842617"/>
                  </a:lnTo>
                  <a:lnTo>
                    <a:pt x="1569892" y="843436"/>
                  </a:lnTo>
                  <a:lnTo>
                    <a:pt x="1570963" y="844250"/>
                  </a:lnTo>
                  <a:lnTo>
                    <a:pt x="1572035" y="845060"/>
                  </a:lnTo>
                  <a:lnTo>
                    <a:pt x="1573107" y="845865"/>
                  </a:lnTo>
                  <a:lnTo>
                    <a:pt x="1574178" y="846665"/>
                  </a:lnTo>
                  <a:lnTo>
                    <a:pt x="1575250" y="847461"/>
                  </a:lnTo>
                  <a:lnTo>
                    <a:pt x="1576321" y="848252"/>
                  </a:lnTo>
                  <a:lnTo>
                    <a:pt x="1577393" y="849038"/>
                  </a:lnTo>
                  <a:lnTo>
                    <a:pt x="1578465" y="849820"/>
                  </a:lnTo>
                  <a:lnTo>
                    <a:pt x="1579536" y="850597"/>
                  </a:lnTo>
                  <a:lnTo>
                    <a:pt x="1580608" y="851369"/>
                  </a:lnTo>
                  <a:lnTo>
                    <a:pt x="1581679" y="852136"/>
                  </a:lnTo>
                  <a:lnTo>
                    <a:pt x="1582751" y="852898"/>
                  </a:lnTo>
                  <a:lnTo>
                    <a:pt x="1583823" y="853656"/>
                  </a:lnTo>
                  <a:lnTo>
                    <a:pt x="1584894" y="854408"/>
                  </a:lnTo>
                  <a:lnTo>
                    <a:pt x="1585966" y="855156"/>
                  </a:lnTo>
                  <a:lnTo>
                    <a:pt x="1587037" y="855899"/>
                  </a:lnTo>
                  <a:lnTo>
                    <a:pt x="1588109" y="856636"/>
                  </a:lnTo>
                  <a:lnTo>
                    <a:pt x="1589181" y="857369"/>
                  </a:lnTo>
                  <a:lnTo>
                    <a:pt x="1590252" y="858097"/>
                  </a:lnTo>
                  <a:lnTo>
                    <a:pt x="1591324" y="858820"/>
                  </a:lnTo>
                  <a:lnTo>
                    <a:pt x="1592395" y="859538"/>
                  </a:lnTo>
                  <a:lnTo>
                    <a:pt x="1593467" y="860251"/>
                  </a:lnTo>
                  <a:lnTo>
                    <a:pt x="1594539" y="860959"/>
                  </a:lnTo>
                  <a:lnTo>
                    <a:pt x="1595610" y="861661"/>
                  </a:lnTo>
                  <a:lnTo>
                    <a:pt x="1596682" y="862359"/>
                  </a:lnTo>
                  <a:lnTo>
                    <a:pt x="1597753" y="863052"/>
                  </a:lnTo>
                  <a:lnTo>
                    <a:pt x="1598825" y="863739"/>
                  </a:lnTo>
                  <a:lnTo>
                    <a:pt x="1599896" y="864421"/>
                  </a:lnTo>
                  <a:lnTo>
                    <a:pt x="1600968" y="865098"/>
                  </a:lnTo>
                  <a:lnTo>
                    <a:pt x="1602040" y="865770"/>
                  </a:lnTo>
                  <a:lnTo>
                    <a:pt x="1603111" y="866437"/>
                  </a:lnTo>
                  <a:lnTo>
                    <a:pt x="1604183" y="867098"/>
                  </a:lnTo>
                  <a:lnTo>
                    <a:pt x="1605254" y="867754"/>
                  </a:lnTo>
                  <a:lnTo>
                    <a:pt x="1606326" y="868405"/>
                  </a:lnTo>
                  <a:lnTo>
                    <a:pt x="1607398" y="869050"/>
                  </a:lnTo>
                  <a:lnTo>
                    <a:pt x="1608469" y="869691"/>
                  </a:lnTo>
                  <a:lnTo>
                    <a:pt x="1609541" y="870326"/>
                  </a:lnTo>
                  <a:lnTo>
                    <a:pt x="1610612" y="870955"/>
                  </a:lnTo>
                  <a:lnTo>
                    <a:pt x="1611684" y="871579"/>
                  </a:lnTo>
                  <a:lnTo>
                    <a:pt x="1612756" y="872198"/>
                  </a:lnTo>
                  <a:lnTo>
                    <a:pt x="1613827" y="872812"/>
                  </a:lnTo>
                  <a:lnTo>
                    <a:pt x="1614899" y="873420"/>
                  </a:lnTo>
                  <a:lnTo>
                    <a:pt x="1615970" y="874022"/>
                  </a:lnTo>
                  <a:lnTo>
                    <a:pt x="1617042" y="874619"/>
                  </a:lnTo>
                  <a:lnTo>
                    <a:pt x="1618114" y="875211"/>
                  </a:lnTo>
                  <a:lnTo>
                    <a:pt x="1619185" y="875797"/>
                  </a:lnTo>
                  <a:lnTo>
                    <a:pt x="1620257" y="876377"/>
                  </a:lnTo>
                  <a:lnTo>
                    <a:pt x="1621328" y="876953"/>
                  </a:lnTo>
                  <a:lnTo>
                    <a:pt x="1622400" y="877522"/>
                  </a:lnTo>
                  <a:lnTo>
                    <a:pt x="1623472" y="878086"/>
                  </a:lnTo>
                  <a:lnTo>
                    <a:pt x="1624543" y="878644"/>
                  </a:lnTo>
                  <a:lnTo>
                    <a:pt x="1625615" y="879197"/>
                  </a:lnTo>
                  <a:lnTo>
                    <a:pt x="1626686" y="879744"/>
                  </a:lnTo>
                  <a:lnTo>
                    <a:pt x="1627758" y="880286"/>
                  </a:lnTo>
                  <a:lnTo>
                    <a:pt x="1628830" y="880822"/>
                  </a:lnTo>
                  <a:lnTo>
                    <a:pt x="1629901" y="881352"/>
                  </a:lnTo>
                  <a:lnTo>
                    <a:pt x="1630973" y="881877"/>
                  </a:lnTo>
                  <a:lnTo>
                    <a:pt x="1632044" y="882396"/>
                  </a:lnTo>
                  <a:lnTo>
                    <a:pt x="1633116" y="882909"/>
                  </a:lnTo>
                  <a:lnTo>
                    <a:pt x="1634188" y="883416"/>
                  </a:lnTo>
                  <a:lnTo>
                    <a:pt x="1635259" y="883918"/>
                  </a:lnTo>
                  <a:lnTo>
                    <a:pt x="1636331" y="884414"/>
                  </a:lnTo>
                  <a:lnTo>
                    <a:pt x="1637402" y="884904"/>
                  </a:lnTo>
                  <a:lnTo>
                    <a:pt x="1638474" y="885389"/>
                  </a:lnTo>
                  <a:lnTo>
                    <a:pt x="1639546" y="885867"/>
                  </a:lnTo>
                  <a:lnTo>
                    <a:pt x="1640617" y="886340"/>
                  </a:lnTo>
                  <a:lnTo>
                    <a:pt x="1641689" y="886807"/>
                  </a:lnTo>
                  <a:lnTo>
                    <a:pt x="1642760" y="887268"/>
                  </a:lnTo>
                  <a:lnTo>
                    <a:pt x="1643832" y="887724"/>
                  </a:lnTo>
                  <a:lnTo>
                    <a:pt x="1644904" y="888173"/>
                  </a:lnTo>
                  <a:lnTo>
                    <a:pt x="1645975" y="888617"/>
                  </a:lnTo>
                  <a:lnTo>
                    <a:pt x="1647047" y="889054"/>
                  </a:lnTo>
                  <a:lnTo>
                    <a:pt x="1648118" y="889486"/>
                  </a:lnTo>
                  <a:lnTo>
                    <a:pt x="1649190" y="889912"/>
                  </a:lnTo>
                  <a:lnTo>
                    <a:pt x="1650262" y="890332"/>
                  </a:lnTo>
                  <a:lnTo>
                    <a:pt x="1651333" y="890746"/>
                  </a:lnTo>
                  <a:lnTo>
                    <a:pt x="1652405" y="891154"/>
                  </a:lnTo>
                  <a:lnTo>
                    <a:pt x="1653476" y="891556"/>
                  </a:lnTo>
                  <a:lnTo>
                    <a:pt x="1654548" y="891952"/>
                  </a:lnTo>
                  <a:lnTo>
                    <a:pt x="1655620" y="892342"/>
                  </a:lnTo>
                  <a:lnTo>
                    <a:pt x="1656691" y="892726"/>
                  </a:lnTo>
                  <a:lnTo>
                    <a:pt x="1657763" y="892164"/>
                  </a:lnTo>
                  <a:lnTo>
                    <a:pt x="1658834" y="891534"/>
                  </a:lnTo>
                  <a:lnTo>
                    <a:pt x="1659906" y="890902"/>
                  </a:lnTo>
                  <a:lnTo>
                    <a:pt x="1660978" y="890270"/>
                  </a:lnTo>
                  <a:lnTo>
                    <a:pt x="1662049" y="889636"/>
                  </a:lnTo>
                  <a:lnTo>
                    <a:pt x="1663121" y="889002"/>
                  </a:lnTo>
                  <a:lnTo>
                    <a:pt x="1664192" y="888367"/>
                  </a:lnTo>
                  <a:lnTo>
                    <a:pt x="1665264" y="887731"/>
                  </a:lnTo>
                  <a:lnTo>
                    <a:pt x="1666336" y="887094"/>
                  </a:lnTo>
                  <a:lnTo>
                    <a:pt x="1667407" y="886456"/>
                  </a:lnTo>
                  <a:lnTo>
                    <a:pt x="1668479" y="885817"/>
                  </a:lnTo>
                  <a:lnTo>
                    <a:pt x="1669550" y="885176"/>
                  </a:lnTo>
                  <a:lnTo>
                    <a:pt x="1670622" y="884535"/>
                  </a:lnTo>
                  <a:lnTo>
                    <a:pt x="1671694" y="883893"/>
                  </a:lnTo>
                  <a:lnTo>
                    <a:pt x="1672765" y="883250"/>
                  </a:lnTo>
                  <a:lnTo>
                    <a:pt x="1673837" y="882606"/>
                  </a:lnTo>
                  <a:lnTo>
                    <a:pt x="1674908" y="881961"/>
                  </a:lnTo>
                  <a:lnTo>
                    <a:pt x="1675980" y="881314"/>
                  </a:lnTo>
                  <a:lnTo>
                    <a:pt x="1677052" y="880667"/>
                  </a:lnTo>
                  <a:lnTo>
                    <a:pt x="1678123" y="880018"/>
                  </a:lnTo>
                  <a:lnTo>
                    <a:pt x="1679195" y="879369"/>
                  </a:lnTo>
                  <a:lnTo>
                    <a:pt x="1680266" y="878718"/>
                  </a:lnTo>
                  <a:lnTo>
                    <a:pt x="1681338" y="878066"/>
                  </a:lnTo>
                  <a:lnTo>
                    <a:pt x="1682410" y="877413"/>
                  </a:lnTo>
                  <a:lnTo>
                    <a:pt x="1683481" y="876758"/>
                  </a:lnTo>
                  <a:lnTo>
                    <a:pt x="1684553" y="876103"/>
                  </a:lnTo>
                  <a:lnTo>
                    <a:pt x="1685624" y="875446"/>
                  </a:lnTo>
                  <a:lnTo>
                    <a:pt x="1686696" y="874788"/>
                  </a:lnTo>
                  <a:lnTo>
                    <a:pt x="1687768" y="874129"/>
                  </a:lnTo>
                  <a:lnTo>
                    <a:pt x="1688839" y="873469"/>
                  </a:lnTo>
                  <a:lnTo>
                    <a:pt x="1689911" y="872808"/>
                  </a:lnTo>
                  <a:lnTo>
                    <a:pt x="1690982" y="872145"/>
                  </a:lnTo>
                  <a:lnTo>
                    <a:pt x="1692054" y="871481"/>
                  </a:lnTo>
                  <a:lnTo>
                    <a:pt x="1693126" y="870815"/>
                  </a:lnTo>
                  <a:lnTo>
                    <a:pt x="1694197" y="870148"/>
                  </a:lnTo>
                  <a:lnTo>
                    <a:pt x="1695269" y="869480"/>
                  </a:lnTo>
                  <a:lnTo>
                    <a:pt x="1696340" y="868811"/>
                  </a:lnTo>
                  <a:lnTo>
                    <a:pt x="1697412" y="868140"/>
                  </a:lnTo>
                  <a:lnTo>
                    <a:pt x="1698484" y="867468"/>
                  </a:lnTo>
                  <a:lnTo>
                    <a:pt x="1699555" y="866795"/>
                  </a:lnTo>
                  <a:lnTo>
                    <a:pt x="1700627" y="866120"/>
                  </a:lnTo>
                  <a:lnTo>
                    <a:pt x="1701698" y="865444"/>
                  </a:lnTo>
                  <a:lnTo>
                    <a:pt x="1702770" y="864766"/>
                  </a:lnTo>
                  <a:lnTo>
                    <a:pt x="1703842" y="864087"/>
                  </a:lnTo>
                  <a:lnTo>
                    <a:pt x="1704913" y="863406"/>
                  </a:lnTo>
                  <a:lnTo>
                    <a:pt x="1705985" y="862724"/>
                  </a:lnTo>
                  <a:lnTo>
                    <a:pt x="1707056" y="862041"/>
                  </a:lnTo>
                  <a:lnTo>
                    <a:pt x="1708128" y="861356"/>
                  </a:lnTo>
                  <a:lnTo>
                    <a:pt x="1709200" y="860669"/>
                  </a:lnTo>
                  <a:lnTo>
                    <a:pt x="1710271" y="859981"/>
                  </a:lnTo>
                  <a:lnTo>
                    <a:pt x="1711343" y="859292"/>
                  </a:lnTo>
                  <a:lnTo>
                    <a:pt x="1712414" y="858601"/>
                  </a:lnTo>
                  <a:lnTo>
                    <a:pt x="1713486" y="857908"/>
                  </a:lnTo>
                  <a:lnTo>
                    <a:pt x="1714558" y="857214"/>
                  </a:lnTo>
                  <a:lnTo>
                    <a:pt x="1715629" y="856518"/>
                  </a:lnTo>
                  <a:lnTo>
                    <a:pt x="1716701" y="855821"/>
                  </a:lnTo>
                  <a:lnTo>
                    <a:pt x="1717772" y="855122"/>
                  </a:lnTo>
                  <a:lnTo>
                    <a:pt x="1718844" y="854421"/>
                  </a:lnTo>
                  <a:lnTo>
                    <a:pt x="1719916" y="853719"/>
                  </a:lnTo>
                  <a:lnTo>
                    <a:pt x="1720987" y="853015"/>
                  </a:lnTo>
                  <a:lnTo>
                    <a:pt x="1722059" y="852309"/>
                  </a:lnTo>
                  <a:lnTo>
                    <a:pt x="1723130" y="851602"/>
                  </a:lnTo>
                  <a:lnTo>
                    <a:pt x="1724202" y="850893"/>
                  </a:lnTo>
                  <a:lnTo>
                    <a:pt x="1725274" y="850182"/>
                  </a:lnTo>
                  <a:lnTo>
                    <a:pt x="1726345" y="849469"/>
                  </a:lnTo>
                  <a:lnTo>
                    <a:pt x="1727417" y="848755"/>
                  </a:lnTo>
                  <a:lnTo>
                    <a:pt x="1728488" y="848039"/>
                  </a:lnTo>
                  <a:lnTo>
                    <a:pt x="1729560" y="847321"/>
                  </a:lnTo>
                  <a:lnTo>
                    <a:pt x="1730632" y="846602"/>
                  </a:lnTo>
                  <a:lnTo>
                    <a:pt x="1731703" y="845880"/>
                  </a:lnTo>
                  <a:lnTo>
                    <a:pt x="1732775" y="845157"/>
                  </a:lnTo>
                  <a:lnTo>
                    <a:pt x="1733846" y="844432"/>
                  </a:lnTo>
                  <a:lnTo>
                    <a:pt x="1734918" y="843705"/>
                  </a:lnTo>
                  <a:lnTo>
                    <a:pt x="1735990" y="842976"/>
                  </a:lnTo>
                  <a:lnTo>
                    <a:pt x="1737061" y="842245"/>
                  </a:lnTo>
                  <a:lnTo>
                    <a:pt x="1738133" y="841513"/>
                  </a:lnTo>
                  <a:lnTo>
                    <a:pt x="1739204" y="840778"/>
                  </a:lnTo>
                  <a:lnTo>
                    <a:pt x="1740276" y="840042"/>
                  </a:lnTo>
                  <a:lnTo>
                    <a:pt x="1741348" y="839304"/>
                  </a:lnTo>
                  <a:lnTo>
                    <a:pt x="1742419" y="838563"/>
                  </a:lnTo>
                  <a:lnTo>
                    <a:pt x="1743491" y="837821"/>
                  </a:lnTo>
                  <a:lnTo>
                    <a:pt x="1744562" y="837077"/>
                  </a:lnTo>
                  <a:lnTo>
                    <a:pt x="1745634" y="836330"/>
                  </a:lnTo>
                  <a:lnTo>
                    <a:pt x="1746706" y="835582"/>
                  </a:lnTo>
                  <a:lnTo>
                    <a:pt x="1747777" y="834832"/>
                  </a:lnTo>
                  <a:lnTo>
                    <a:pt x="1748849" y="834079"/>
                  </a:lnTo>
                  <a:lnTo>
                    <a:pt x="1749920" y="833325"/>
                  </a:lnTo>
                  <a:lnTo>
                    <a:pt x="1750992" y="832569"/>
                  </a:lnTo>
                  <a:lnTo>
                    <a:pt x="1752064" y="831810"/>
                  </a:lnTo>
                  <a:lnTo>
                    <a:pt x="1753135" y="831049"/>
                  </a:lnTo>
                  <a:lnTo>
                    <a:pt x="1754207" y="830287"/>
                  </a:lnTo>
                  <a:lnTo>
                    <a:pt x="1755278" y="829522"/>
                  </a:lnTo>
                  <a:lnTo>
                    <a:pt x="1756350" y="828755"/>
                  </a:lnTo>
                  <a:lnTo>
                    <a:pt x="1757422" y="827985"/>
                  </a:lnTo>
                  <a:lnTo>
                    <a:pt x="1758493" y="827214"/>
                  </a:lnTo>
                  <a:lnTo>
                    <a:pt x="1759565" y="826440"/>
                  </a:lnTo>
                  <a:lnTo>
                    <a:pt x="1760636" y="825665"/>
                  </a:lnTo>
                  <a:lnTo>
                    <a:pt x="1761708" y="824887"/>
                  </a:lnTo>
                  <a:lnTo>
                    <a:pt x="1762780" y="824106"/>
                  </a:lnTo>
                  <a:lnTo>
                    <a:pt x="1763851" y="823324"/>
                  </a:lnTo>
                  <a:lnTo>
                    <a:pt x="1764923" y="822539"/>
                  </a:lnTo>
                  <a:lnTo>
                    <a:pt x="1765994" y="821752"/>
                  </a:lnTo>
                  <a:lnTo>
                    <a:pt x="1767066" y="820963"/>
                  </a:lnTo>
                  <a:lnTo>
                    <a:pt x="1768138" y="820172"/>
                  </a:lnTo>
                  <a:lnTo>
                    <a:pt x="1769209" y="819378"/>
                  </a:lnTo>
                  <a:lnTo>
                    <a:pt x="1770281" y="818582"/>
                  </a:lnTo>
                  <a:lnTo>
                    <a:pt x="1771352" y="817783"/>
                  </a:lnTo>
                  <a:lnTo>
                    <a:pt x="1772424" y="816982"/>
                  </a:lnTo>
                  <a:lnTo>
                    <a:pt x="1773496" y="816179"/>
                  </a:lnTo>
                  <a:lnTo>
                    <a:pt x="1774567" y="815373"/>
                  </a:lnTo>
                  <a:lnTo>
                    <a:pt x="1775639" y="814565"/>
                  </a:lnTo>
                  <a:lnTo>
                    <a:pt x="1776710" y="813755"/>
                  </a:lnTo>
                  <a:lnTo>
                    <a:pt x="1777782" y="812942"/>
                  </a:lnTo>
                  <a:lnTo>
                    <a:pt x="1778853" y="812127"/>
                  </a:lnTo>
                  <a:lnTo>
                    <a:pt x="1779925" y="811309"/>
                  </a:lnTo>
                  <a:lnTo>
                    <a:pt x="1780997" y="810489"/>
                  </a:lnTo>
                  <a:lnTo>
                    <a:pt x="1782068" y="809667"/>
                  </a:lnTo>
                  <a:lnTo>
                    <a:pt x="1783140" y="808842"/>
                  </a:lnTo>
                  <a:lnTo>
                    <a:pt x="1784211" y="808014"/>
                  </a:lnTo>
                  <a:lnTo>
                    <a:pt x="1785283" y="807184"/>
                  </a:lnTo>
                  <a:lnTo>
                    <a:pt x="1786355" y="806351"/>
                  </a:lnTo>
                  <a:lnTo>
                    <a:pt x="1787426" y="805516"/>
                  </a:lnTo>
                  <a:lnTo>
                    <a:pt x="1788498" y="804679"/>
                  </a:lnTo>
                  <a:lnTo>
                    <a:pt x="1789569" y="803839"/>
                  </a:lnTo>
                  <a:lnTo>
                    <a:pt x="1790641" y="802996"/>
                  </a:lnTo>
                  <a:lnTo>
                    <a:pt x="1791713" y="802150"/>
                  </a:lnTo>
                  <a:lnTo>
                    <a:pt x="1792784" y="801303"/>
                  </a:lnTo>
                  <a:lnTo>
                    <a:pt x="1793856" y="800452"/>
                  </a:lnTo>
                  <a:lnTo>
                    <a:pt x="1794927" y="799599"/>
                  </a:lnTo>
                  <a:lnTo>
                    <a:pt x="1795999" y="798743"/>
                  </a:lnTo>
                  <a:lnTo>
                    <a:pt x="1797071" y="797885"/>
                  </a:lnTo>
                  <a:lnTo>
                    <a:pt x="1798142" y="797024"/>
                  </a:lnTo>
                  <a:lnTo>
                    <a:pt x="1799214" y="796160"/>
                  </a:lnTo>
                  <a:lnTo>
                    <a:pt x="1800285" y="795294"/>
                  </a:lnTo>
                  <a:lnTo>
                    <a:pt x="1801357" y="794425"/>
                  </a:lnTo>
                  <a:lnTo>
                    <a:pt x="1802429" y="793553"/>
                  </a:lnTo>
                  <a:lnTo>
                    <a:pt x="1803500" y="792679"/>
                  </a:lnTo>
                  <a:lnTo>
                    <a:pt x="1804572" y="791801"/>
                  </a:lnTo>
                  <a:lnTo>
                    <a:pt x="1805643" y="790922"/>
                  </a:lnTo>
                  <a:lnTo>
                    <a:pt x="1806715" y="790039"/>
                  </a:lnTo>
                  <a:lnTo>
                    <a:pt x="1807787" y="789154"/>
                  </a:lnTo>
                  <a:lnTo>
                    <a:pt x="1808858" y="788266"/>
                  </a:lnTo>
                  <a:lnTo>
                    <a:pt x="1809930" y="787375"/>
                  </a:lnTo>
                  <a:lnTo>
                    <a:pt x="1811001" y="786481"/>
                  </a:lnTo>
                  <a:lnTo>
                    <a:pt x="1812073" y="785585"/>
                  </a:lnTo>
                  <a:lnTo>
                    <a:pt x="1813145" y="784686"/>
                  </a:lnTo>
                  <a:lnTo>
                    <a:pt x="1814216" y="783784"/>
                  </a:lnTo>
                  <a:lnTo>
                    <a:pt x="1815288" y="782879"/>
                  </a:lnTo>
                  <a:lnTo>
                    <a:pt x="1816359" y="781971"/>
                  </a:lnTo>
                  <a:lnTo>
                    <a:pt x="1817431" y="781061"/>
                  </a:lnTo>
                  <a:lnTo>
                    <a:pt x="1818503" y="780148"/>
                  </a:lnTo>
                  <a:lnTo>
                    <a:pt x="1819574" y="779232"/>
                  </a:lnTo>
                  <a:lnTo>
                    <a:pt x="1820646" y="778313"/>
                  </a:lnTo>
                  <a:lnTo>
                    <a:pt x="1821717" y="777391"/>
                  </a:lnTo>
                  <a:lnTo>
                    <a:pt x="1822789" y="776466"/>
                  </a:lnTo>
                  <a:lnTo>
                    <a:pt x="1823861" y="775539"/>
                  </a:lnTo>
                  <a:lnTo>
                    <a:pt x="1824932" y="774608"/>
                  </a:lnTo>
                  <a:lnTo>
                    <a:pt x="1826004" y="773675"/>
                  </a:lnTo>
                  <a:lnTo>
                    <a:pt x="1827075" y="772739"/>
                  </a:lnTo>
                  <a:lnTo>
                    <a:pt x="1828147" y="771800"/>
                  </a:lnTo>
                  <a:lnTo>
                    <a:pt x="1829219" y="770858"/>
                  </a:lnTo>
                  <a:lnTo>
                    <a:pt x="1830290" y="769913"/>
                  </a:lnTo>
                  <a:lnTo>
                    <a:pt x="1831362" y="768965"/>
                  </a:lnTo>
                  <a:lnTo>
                    <a:pt x="1832433" y="768014"/>
                  </a:lnTo>
                  <a:lnTo>
                    <a:pt x="1833505" y="767060"/>
                  </a:lnTo>
                  <a:lnTo>
                    <a:pt x="1834577" y="766103"/>
                  </a:lnTo>
                  <a:lnTo>
                    <a:pt x="1835648" y="765144"/>
                  </a:lnTo>
                  <a:lnTo>
                    <a:pt x="1836720" y="764181"/>
                  </a:lnTo>
                  <a:lnTo>
                    <a:pt x="1837791" y="763215"/>
                  </a:lnTo>
                  <a:lnTo>
                    <a:pt x="1838863" y="762247"/>
                  </a:lnTo>
                  <a:lnTo>
                    <a:pt x="1839935" y="761275"/>
                  </a:lnTo>
                  <a:lnTo>
                    <a:pt x="1841006" y="760301"/>
                  </a:lnTo>
                  <a:lnTo>
                    <a:pt x="1842078" y="759323"/>
                  </a:lnTo>
                  <a:lnTo>
                    <a:pt x="1843149" y="758343"/>
                  </a:lnTo>
                  <a:lnTo>
                    <a:pt x="1844221" y="757359"/>
                  </a:lnTo>
                  <a:lnTo>
                    <a:pt x="1845293" y="756373"/>
                  </a:lnTo>
                  <a:lnTo>
                    <a:pt x="1846364" y="755383"/>
                  </a:lnTo>
                  <a:lnTo>
                    <a:pt x="1847436" y="754390"/>
                  </a:lnTo>
                  <a:lnTo>
                    <a:pt x="1848507" y="753395"/>
                  </a:lnTo>
                  <a:lnTo>
                    <a:pt x="1849579" y="752396"/>
                  </a:lnTo>
                  <a:lnTo>
                    <a:pt x="1850651" y="751395"/>
                  </a:lnTo>
                  <a:lnTo>
                    <a:pt x="1851722" y="750390"/>
                  </a:lnTo>
                  <a:lnTo>
                    <a:pt x="1852794" y="749382"/>
                  </a:lnTo>
                  <a:lnTo>
                    <a:pt x="1853865" y="748371"/>
                  </a:lnTo>
                  <a:lnTo>
                    <a:pt x="1854937" y="747358"/>
                  </a:lnTo>
                  <a:lnTo>
                    <a:pt x="1856009" y="746341"/>
                  </a:lnTo>
                  <a:lnTo>
                    <a:pt x="1857080" y="745321"/>
                  </a:lnTo>
                  <a:lnTo>
                    <a:pt x="1858152" y="744298"/>
                  </a:lnTo>
                  <a:lnTo>
                    <a:pt x="1859223" y="743272"/>
                  </a:lnTo>
                  <a:lnTo>
                    <a:pt x="1860295" y="742243"/>
                  </a:lnTo>
                  <a:lnTo>
                    <a:pt x="1861367" y="741211"/>
                  </a:lnTo>
                  <a:lnTo>
                    <a:pt x="1862438" y="740175"/>
                  </a:lnTo>
                  <a:lnTo>
                    <a:pt x="1863510" y="739137"/>
                  </a:lnTo>
                  <a:lnTo>
                    <a:pt x="1864581" y="738096"/>
                  </a:lnTo>
                  <a:lnTo>
                    <a:pt x="1865653" y="737051"/>
                  </a:lnTo>
                  <a:lnTo>
                    <a:pt x="1866725" y="736004"/>
                  </a:lnTo>
                  <a:lnTo>
                    <a:pt x="1867796" y="734953"/>
                  </a:lnTo>
                  <a:lnTo>
                    <a:pt x="1868868" y="733900"/>
                  </a:lnTo>
                  <a:lnTo>
                    <a:pt x="1869939" y="732843"/>
                  </a:lnTo>
                  <a:lnTo>
                    <a:pt x="1871011" y="731783"/>
                  </a:lnTo>
                  <a:lnTo>
                    <a:pt x="1872083" y="730720"/>
                  </a:lnTo>
                  <a:lnTo>
                    <a:pt x="1873154" y="729654"/>
                  </a:lnTo>
                  <a:lnTo>
                    <a:pt x="1874226" y="728585"/>
                  </a:lnTo>
                  <a:lnTo>
                    <a:pt x="1875297" y="727513"/>
                  </a:lnTo>
                  <a:lnTo>
                    <a:pt x="1876369" y="726438"/>
                  </a:lnTo>
                  <a:lnTo>
                    <a:pt x="1877441" y="725360"/>
                  </a:lnTo>
                  <a:lnTo>
                    <a:pt x="1878512" y="724279"/>
                  </a:lnTo>
                  <a:lnTo>
                    <a:pt x="1879584" y="723194"/>
                  </a:lnTo>
                  <a:lnTo>
                    <a:pt x="1880655" y="722107"/>
                  </a:lnTo>
                  <a:lnTo>
                    <a:pt x="1881727" y="721016"/>
                  </a:lnTo>
                  <a:lnTo>
                    <a:pt x="1882799" y="719922"/>
                  </a:lnTo>
                  <a:lnTo>
                    <a:pt x="1883870" y="718826"/>
                  </a:lnTo>
                  <a:lnTo>
                    <a:pt x="1884942" y="717726"/>
                  </a:lnTo>
                  <a:lnTo>
                    <a:pt x="1886013" y="716623"/>
                  </a:lnTo>
                  <a:lnTo>
                    <a:pt x="1887085" y="715517"/>
                  </a:lnTo>
                  <a:lnTo>
                    <a:pt x="1888157" y="714408"/>
                  </a:lnTo>
                  <a:lnTo>
                    <a:pt x="1889228" y="713296"/>
                  </a:lnTo>
                  <a:lnTo>
                    <a:pt x="1890300" y="712181"/>
                  </a:lnTo>
                  <a:lnTo>
                    <a:pt x="1891371" y="711062"/>
                  </a:lnTo>
                  <a:lnTo>
                    <a:pt x="1892443" y="709941"/>
                  </a:lnTo>
                  <a:lnTo>
                    <a:pt x="1893515" y="708817"/>
                  </a:lnTo>
                  <a:lnTo>
                    <a:pt x="1894586" y="707689"/>
                  </a:lnTo>
                  <a:lnTo>
                    <a:pt x="1895658" y="706559"/>
                  </a:lnTo>
                  <a:lnTo>
                    <a:pt x="1896729" y="705425"/>
                  </a:lnTo>
                  <a:lnTo>
                    <a:pt x="1897801" y="704289"/>
                  </a:lnTo>
                  <a:lnTo>
                    <a:pt x="1898873" y="703149"/>
                  </a:lnTo>
                  <a:lnTo>
                    <a:pt x="1899944" y="702007"/>
                  </a:lnTo>
                  <a:lnTo>
                    <a:pt x="1901016" y="700861"/>
                  </a:lnTo>
                  <a:lnTo>
                    <a:pt x="1902087" y="699712"/>
                  </a:lnTo>
                  <a:lnTo>
                    <a:pt x="1903159" y="698560"/>
                  </a:lnTo>
                  <a:lnTo>
                    <a:pt x="1904231" y="697406"/>
                  </a:lnTo>
                  <a:lnTo>
                    <a:pt x="1905302" y="696248"/>
                  </a:lnTo>
                  <a:lnTo>
                    <a:pt x="1906374" y="695087"/>
                  </a:lnTo>
                  <a:lnTo>
                    <a:pt x="1907445" y="693923"/>
                  </a:lnTo>
                  <a:lnTo>
                    <a:pt x="1908517" y="692756"/>
                  </a:lnTo>
                  <a:lnTo>
                    <a:pt x="1909589" y="691587"/>
                  </a:lnTo>
                  <a:lnTo>
                    <a:pt x="1910660" y="690414"/>
                  </a:lnTo>
                  <a:lnTo>
                    <a:pt x="1911732" y="689238"/>
                  </a:lnTo>
                  <a:lnTo>
                    <a:pt x="1912803" y="688059"/>
                  </a:lnTo>
                  <a:lnTo>
                    <a:pt x="1913875" y="686877"/>
                  </a:lnTo>
                  <a:lnTo>
                    <a:pt x="1914947" y="685693"/>
                  </a:lnTo>
                  <a:lnTo>
                    <a:pt x="1916018" y="684505"/>
                  </a:lnTo>
                  <a:lnTo>
                    <a:pt x="1917090" y="683314"/>
                  </a:lnTo>
                  <a:lnTo>
                    <a:pt x="1918161" y="682121"/>
                  </a:lnTo>
                  <a:lnTo>
                    <a:pt x="1919233" y="680924"/>
                  </a:lnTo>
                  <a:lnTo>
                    <a:pt x="1920305" y="679725"/>
                  </a:lnTo>
                  <a:lnTo>
                    <a:pt x="1921376" y="678522"/>
                  </a:lnTo>
                  <a:lnTo>
                    <a:pt x="1922448" y="677317"/>
                  </a:lnTo>
                  <a:lnTo>
                    <a:pt x="1923519" y="676108"/>
                  </a:lnTo>
                  <a:lnTo>
                    <a:pt x="1924591" y="674897"/>
                  </a:lnTo>
                  <a:lnTo>
                    <a:pt x="1925663" y="673683"/>
                  </a:lnTo>
                  <a:lnTo>
                    <a:pt x="1926734" y="672466"/>
                  </a:lnTo>
                  <a:lnTo>
                    <a:pt x="1927806" y="671246"/>
                  </a:lnTo>
                  <a:lnTo>
                    <a:pt x="1928877" y="670023"/>
                  </a:lnTo>
                  <a:lnTo>
                    <a:pt x="1929949" y="668798"/>
                  </a:lnTo>
                  <a:lnTo>
                    <a:pt x="1931021" y="667569"/>
                  </a:lnTo>
                  <a:lnTo>
                    <a:pt x="1932092" y="666338"/>
                  </a:lnTo>
                  <a:lnTo>
                    <a:pt x="1933164" y="665104"/>
                  </a:lnTo>
                  <a:lnTo>
                    <a:pt x="1934235" y="663867"/>
                  </a:lnTo>
                  <a:lnTo>
                    <a:pt x="1935307" y="662627"/>
                  </a:lnTo>
                  <a:lnTo>
                    <a:pt x="1936379" y="661384"/>
                  </a:lnTo>
                  <a:lnTo>
                    <a:pt x="1937450" y="660138"/>
                  </a:lnTo>
                  <a:lnTo>
                    <a:pt x="1938522" y="658890"/>
                  </a:lnTo>
                  <a:lnTo>
                    <a:pt x="1939593" y="657639"/>
                  </a:lnTo>
                  <a:lnTo>
                    <a:pt x="1940665" y="656385"/>
                  </a:lnTo>
                  <a:lnTo>
                    <a:pt x="1941737" y="655128"/>
                  </a:lnTo>
                  <a:lnTo>
                    <a:pt x="1942808" y="653869"/>
                  </a:lnTo>
                  <a:lnTo>
                    <a:pt x="1943880" y="652607"/>
                  </a:lnTo>
                  <a:lnTo>
                    <a:pt x="1944951" y="651342"/>
                  </a:lnTo>
                  <a:lnTo>
                    <a:pt x="1946023" y="650074"/>
                  </a:lnTo>
                  <a:lnTo>
                    <a:pt x="1947095" y="648804"/>
                  </a:lnTo>
                  <a:lnTo>
                    <a:pt x="1948166" y="647531"/>
                  </a:lnTo>
                  <a:lnTo>
                    <a:pt x="1949238" y="646255"/>
                  </a:lnTo>
                  <a:lnTo>
                    <a:pt x="1950309" y="644976"/>
                  </a:lnTo>
                  <a:lnTo>
                    <a:pt x="1951381" y="643695"/>
                  </a:lnTo>
                  <a:lnTo>
                    <a:pt x="1952453" y="642411"/>
                  </a:lnTo>
                  <a:lnTo>
                    <a:pt x="1953524" y="641125"/>
                  </a:lnTo>
                  <a:lnTo>
                    <a:pt x="1954596" y="639835"/>
                  </a:lnTo>
                  <a:lnTo>
                    <a:pt x="1955667" y="638544"/>
                  </a:lnTo>
                  <a:lnTo>
                    <a:pt x="1956739" y="637249"/>
                  </a:lnTo>
                  <a:lnTo>
                    <a:pt x="1957810" y="635952"/>
                  </a:lnTo>
                  <a:lnTo>
                    <a:pt x="1958882" y="634653"/>
                  </a:lnTo>
                  <a:lnTo>
                    <a:pt x="1959954" y="633350"/>
                  </a:lnTo>
                  <a:lnTo>
                    <a:pt x="1961025" y="632046"/>
                  </a:lnTo>
                  <a:lnTo>
                    <a:pt x="1962097" y="630738"/>
                  </a:lnTo>
                  <a:lnTo>
                    <a:pt x="1963168" y="629428"/>
                  </a:lnTo>
                  <a:lnTo>
                    <a:pt x="1964240" y="628116"/>
                  </a:lnTo>
                  <a:lnTo>
                    <a:pt x="1965312" y="626801"/>
                  </a:lnTo>
                  <a:lnTo>
                    <a:pt x="1966383" y="625484"/>
                  </a:lnTo>
                  <a:lnTo>
                    <a:pt x="1967455" y="624164"/>
                  </a:lnTo>
                  <a:lnTo>
                    <a:pt x="1968526" y="622841"/>
                  </a:lnTo>
                  <a:lnTo>
                    <a:pt x="1969598" y="621516"/>
                  </a:lnTo>
                  <a:lnTo>
                    <a:pt x="1970670" y="620189"/>
                  </a:lnTo>
                  <a:lnTo>
                    <a:pt x="1971741" y="618859"/>
                  </a:lnTo>
                  <a:lnTo>
                    <a:pt x="1972813" y="617527"/>
                  </a:lnTo>
                  <a:lnTo>
                    <a:pt x="1973884" y="616192"/>
                  </a:lnTo>
                  <a:lnTo>
                    <a:pt x="1974956" y="614855"/>
                  </a:lnTo>
                  <a:lnTo>
                    <a:pt x="1976028" y="613516"/>
                  </a:lnTo>
                  <a:lnTo>
                    <a:pt x="1977099" y="612174"/>
                  </a:lnTo>
                  <a:lnTo>
                    <a:pt x="1978171" y="610830"/>
                  </a:lnTo>
                  <a:lnTo>
                    <a:pt x="1979242" y="609483"/>
                  </a:lnTo>
                  <a:lnTo>
                    <a:pt x="1980314" y="608135"/>
                  </a:lnTo>
                  <a:lnTo>
                    <a:pt x="1981386" y="606783"/>
                  </a:lnTo>
                  <a:lnTo>
                    <a:pt x="1982457" y="605430"/>
                  </a:lnTo>
                  <a:lnTo>
                    <a:pt x="1983529" y="604074"/>
                  </a:lnTo>
                  <a:lnTo>
                    <a:pt x="1984600" y="602716"/>
                  </a:lnTo>
                  <a:lnTo>
                    <a:pt x="1985672" y="601356"/>
                  </a:lnTo>
                  <a:lnTo>
                    <a:pt x="1986744" y="599994"/>
                  </a:lnTo>
                  <a:lnTo>
                    <a:pt x="1987815" y="598629"/>
                  </a:lnTo>
                  <a:lnTo>
                    <a:pt x="1988887" y="597262"/>
                  </a:lnTo>
                  <a:lnTo>
                    <a:pt x="1989958" y="595893"/>
                  </a:lnTo>
                  <a:lnTo>
                    <a:pt x="1991030" y="594522"/>
                  </a:lnTo>
                  <a:lnTo>
                    <a:pt x="1992102" y="593149"/>
                  </a:lnTo>
                  <a:lnTo>
                    <a:pt x="1993173" y="591773"/>
                  </a:lnTo>
                  <a:lnTo>
                    <a:pt x="1994245" y="590396"/>
                  </a:lnTo>
                  <a:lnTo>
                    <a:pt x="1995316" y="589016"/>
                  </a:lnTo>
                  <a:lnTo>
                    <a:pt x="1996388" y="587634"/>
                  </a:lnTo>
                  <a:lnTo>
                    <a:pt x="1997460" y="586250"/>
                  </a:lnTo>
                  <a:lnTo>
                    <a:pt x="1998531" y="584864"/>
                  </a:lnTo>
                  <a:lnTo>
                    <a:pt x="1999603" y="583476"/>
                  </a:lnTo>
                  <a:lnTo>
                    <a:pt x="2000674" y="582086"/>
                  </a:lnTo>
                  <a:lnTo>
                    <a:pt x="2001746" y="580694"/>
                  </a:lnTo>
                  <a:lnTo>
                    <a:pt x="2002818" y="579300"/>
                  </a:lnTo>
                  <a:lnTo>
                    <a:pt x="2003889" y="577904"/>
                  </a:lnTo>
                  <a:lnTo>
                    <a:pt x="2004961" y="576507"/>
                  </a:lnTo>
                  <a:lnTo>
                    <a:pt x="2006032" y="575107"/>
                  </a:lnTo>
                  <a:lnTo>
                    <a:pt x="2007104" y="573705"/>
                  </a:lnTo>
                  <a:lnTo>
                    <a:pt x="2008176" y="572301"/>
                  </a:lnTo>
                  <a:lnTo>
                    <a:pt x="2009247" y="570896"/>
                  </a:lnTo>
                  <a:lnTo>
                    <a:pt x="2010319" y="569489"/>
                  </a:lnTo>
                  <a:lnTo>
                    <a:pt x="2011390" y="568080"/>
                  </a:lnTo>
                  <a:lnTo>
                    <a:pt x="2012462" y="566669"/>
                  </a:lnTo>
                  <a:lnTo>
                    <a:pt x="2013534" y="565256"/>
                  </a:lnTo>
                  <a:lnTo>
                    <a:pt x="2014605" y="563841"/>
                  </a:lnTo>
                  <a:lnTo>
                    <a:pt x="2015677" y="562425"/>
                  </a:lnTo>
                  <a:lnTo>
                    <a:pt x="2016748" y="561007"/>
                  </a:lnTo>
                  <a:lnTo>
                    <a:pt x="2017820" y="559587"/>
                  </a:lnTo>
                  <a:lnTo>
                    <a:pt x="2018892" y="558166"/>
                  </a:lnTo>
                  <a:lnTo>
                    <a:pt x="2019963" y="556742"/>
                  </a:lnTo>
                  <a:lnTo>
                    <a:pt x="2021035" y="555318"/>
                  </a:lnTo>
                  <a:lnTo>
                    <a:pt x="2022106" y="553891"/>
                  </a:lnTo>
                  <a:lnTo>
                    <a:pt x="2023178" y="552463"/>
                  </a:lnTo>
                  <a:lnTo>
                    <a:pt x="2024250" y="551033"/>
                  </a:lnTo>
                  <a:lnTo>
                    <a:pt x="2025321" y="549602"/>
                  </a:lnTo>
                  <a:lnTo>
                    <a:pt x="2026393" y="548169"/>
                  </a:lnTo>
                  <a:lnTo>
                    <a:pt x="2027464" y="546735"/>
                  </a:lnTo>
                  <a:lnTo>
                    <a:pt x="2028536" y="545299"/>
                  </a:lnTo>
                  <a:lnTo>
                    <a:pt x="2029608" y="543861"/>
                  </a:lnTo>
                  <a:lnTo>
                    <a:pt x="2030679" y="542423"/>
                  </a:lnTo>
                  <a:lnTo>
                    <a:pt x="2031751" y="540982"/>
                  </a:lnTo>
                  <a:lnTo>
                    <a:pt x="2032822" y="539540"/>
                  </a:lnTo>
                  <a:lnTo>
                    <a:pt x="2033894" y="538097"/>
                  </a:lnTo>
                  <a:lnTo>
                    <a:pt x="2034966" y="536653"/>
                  </a:lnTo>
                  <a:lnTo>
                    <a:pt x="2036037" y="535207"/>
                  </a:lnTo>
                  <a:lnTo>
                    <a:pt x="2037109" y="533759"/>
                  </a:lnTo>
                  <a:lnTo>
                    <a:pt x="2038180" y="532311"/>
                  </a:lnTo>
                  <a:lnTo>
                    <a:pt x="2039252" y="530861"/>
                  </a:lnTo>
                  <a:lnTo>
                    <a:pt x="2040324" y="529409"/>
                  </a:lnTo>
                  <a:lnTo>
                    <a:pt x="2041395" y="527957"/>
                  </a:lnTo>
                  <a:lnTo>
                    <a:pt x="2042467" y="526503"/>
                  </a:lnTo>
                  <a:lnTo>
                    <a:pt x="2043538" y="525048"/>
                  </a:lnTo>
                  <a:lnTo>
                    <a:pt x="2044610" y="523592"/>
                  </a:lnTo>
                  <a:lnTo>
                    <a:pt x="2045682" y="522134"/>
                  </a:lnTo>
                  <a:lnTo>
                    <a:pt x="2046753" y="520676"/>
                  </a:lnTo>
                  <a:lnTo>
                    <a:pt x="2047825" y="519216"/>
                  </a:lnTo>
                  <a:lnTo>
                    <a:pt x="2048896" y="517756"/>
                  </a:lnTo>
                  <a:lnTo>
                    <a:pt x="2049968" y="516294"/>
                  </a:lnTo>
                  <a:lnTo>
                    <a:pt x="2051040" y="514831"/>
                  </a:lnTo>
                  <a:lnTo>
                    <a:pt x="2052111" y="513367"/>
                  </a:lnTo>
                  <a:lnTo>
                    <a:pt x="2053183" y="511902"/>
                  </a:lnTo>
                  <a:lnTo>
                    <a:pt x="2054254" y="510436"/>
                  </a:lnTo>
                  <a:lnTo>
                    <a:pt x="2055326" y="508969"/>
                  </a:lnTo>
                  <a:lnTo>
                    <a:pt x="2056398" y="507501"/>
                  </a:lnTo>
                  <a:lnTo>
                    <a:pt x="2057469" y="506032"/>
                  </a:lnTo>
                  <a:lnTo>
                    <a:pt x="2058541" y="504562"/>
                  </a:lnTo>
                  <a:lnTo>
                    <a:pt x="2059612" y="503092"/>
                  </a:lnTo>
                  <a:lnTo>
                    <a:pt x="2060684" y="501620"/>
                  </a:lnTo>
                  <a:lnTo>
                    <a:pt x="2061756" y="500148"/>
                  </a:lnTo>
                  <a:lnTo>
                    <a:pt x="2062827" y="498675"/>
                  </a:lnTo>
                  <a:lnTo>
                    <a:pt x="2063899" y="497201"/>
                  </a:lnTo>
                  <a:lnTo>
                    <a:pt x="2064970" y="495727"/>
                  </a:lnTo>
                  <a:lnTo>
                    <a:pt x="2066042" y="494251"/>
                  </a:lnTo>
                  <a:lnTo>
                    <a:pt x="2067114" y="492775"/>
                  </a:lnTo>
                  <a:lnTo>
                    <a:pt x="2068185" y="491299"/>
                  </a:lnTo>
                  <a:lnTo>
                    <a:pt x="2069257" y="489821"/>
                  </a:lnTo>
                  <a:lnTo>
                    <a:pt x="2070328" y="488343"/>
                  </a:lnTo>
                  <a:lnTo>
                    <a:pt x="2071400" y="486865"/>
                  </a:lnTo>
                  <a:lnTo>
                    <a:pt x="2072472" y="485385"/>
                  </a:lnTo>
                  <a:lnTo>
                    <a:pt x="2073543" y="483906"/>
                  </a:lnTo>
                  <a:lnTo>
                    <a:pt x="2074615" y="482425"/>
                  </a:lnTo>
                  <a:lnTo>
                    <a:pt x="2075686" y="480944"/>
                  </a:lnTo>
                  <a:lnTo>
                    <a:pt x="2076758" y="479463"/>
                  </a:lnTo>
                  <a:lnTo>
                    <a:pt x="2077830" y="477981"/>
                  </a:lnTo>
                  <a:lnTo>
                    <a:pt x="2078901" y="476499"/>
                  </a:lnTo>
                  <a:lnTo>
                    <a:pt x="2079973" y="475017"/>
                  </a:lnTo>
                  <a:lnTo>
                    <a:pt x="2081044" y="473534"/>
                  </a:lnTo>
                  <a:lnTo>
                    <a:pt x="2082116" y="472051"/>
                  </a:lnTo>
                  <a:lnTo>
                    <a:pt x="2083188" y="470567"/>
                  </a:lnTo>
                  <a:lnTo>
                    <a:pt x="2084259" y="469083"/>
                  </a:lnTo>
                  <a:lnTo>
                    <a:pt x="2085331" y="467599"/>
                  </a:lnTo>
                  <a:lnTo>
                    <a:pt x="2086402" y="466115"/>
                  </a:lnTo>
                  <a:lnTo>
                    <a:pt x="2087474" y="464630"/>
                  </a:lnTo>
                  <a:lnTo>
                    <a:pt x="2088546" y="463145"/>
                  </a:lnTo>
                  <a:lnTo>
                    <a:pt x="2089617" y="461660"/>
                  </a:lnTo>
                  <a:lnTo>
                    <a:pt x="2090689" y="460175"/>
                  </a:lnTo>
                  <a:lnTo>
                    <a:pt x="2091760" y="458690"/>
                  </a:lnTo>
                  <a:lnTo>
                    <a:pt x="2092832" y="457204"/>
                  </a:lnTo>
                  <a:lnTo>
                    <a:pt x="2093904" y="455719"/>
                  </a:lnTo>
                  <a:lnTo>
                    <a:pt x="2094975" y="454234"/>
                  </a:lnTo>
                  <a:lnTo>
                    <a:pt x="2096047" y="452748"/>
                  </a:lnTo>
                  <a:lnTo>
                    <a:pt x="2097118" y="451263"/>
                  </a:lnTo>
                  <a:lnTo>
                    <a:pt x="2098190" y="449778"/>
                  </a:lnTo>
                  <a:lnTo>
                    <a:pt x="2099262" y="448292"/>
                  </a:lnTo>
                  <a:lnTo>
                    <a:pt x="2100333" y="446807"/>
                  </a:lnTo>
                  <a:lnTo>
                    <a:pt x="2101405" y="445322"/>
                  </a:lnTo>
                  <a:lnTo>
                    <a:pt x="2102476" y="443837"/>
                  </a:lnTo>
                  <a:lnTo>
                    <a:pt x="2103548" y="442353"/>
                  </a:lnTo>
                  <a:lnTo>
                    <a:pt x="2104620" y="440868"/>
                  </a:lnTo>
                  <a:lnTo>
                    <a:pt x="2105691" y="439384"/>
                  </a:lnTo>
                  <a:lnTo>
                    <a:pt x="2106763" y="437900"/>
                  </a:lnTo>
                  <a:lnTo>
                    <a:pt x="2107834" y="436417"/>
                  </a:lnTo>
                  <a:lnTo>
                    <a:pt x="2108906" y="434934"/>
                  </a:lnTo>
                  <a:lnTo>
                    <a:pt x="2109978" y="433451"/>
                  </a:lnTo>
                  <a:lnTo>
                    <a:pt x="2111049" y="431968"/>
                  </a:lnTo>
                  <a:lnTo>
                    <a:pt x="2112121" y="430486"/>
                  </a:lnTo>
                  <a:lnTo>
                    <a:pt x="2113192" y="429005"/>
                  </a:lnTo>
                  <a:lnTo>
                    <a:pt x="2114264" y="427524"/>
                  </a:lnTo>
                  <a:lnTo>
                    <a:pt x="2115336" y="426043"/>
                  </a:lnTo>
                  <a:lnTo>
                    <a:pt x="2116407" y="424563"/>
                  </a:lnTo>
                  <a:lnTo>
                    <a:pt x="2117479" y="423083"/>
                  </a:lnTo>
                  <a:lnTo>
                    <a:pt x="2118550" y="421605"/>
                  </a:lnTo>
                  <a:lnTo>
                    <a:pt x="2119622" y="420126"/>
                  </a:lnTo>
                  <a:lnTo>
                    <a:pt x="2120694" y="418649"/>
                  </a:lnTo>
                  <a:lnTo>
                    <a:pt x="2121765" y="417172"/>
                  </a:lnTo>
                  <a:lnTo>
                    <a:pt x="2122837" y="415696"/>
                  </a:lnTo>
                  <a:lnTo>
                    <a:pt x="2123908" y="414220"/>
                  </a:lnTo>
                  <a:lnTo>
                    <a:pt x="2124980" y="412746"/>
                  </a:lnTo>
                  <a:lnTo>
                    <a:pt x="2126052" y="411272"/>
                  </a:lnTo>
                  <a:lnTo>
                    <a:pt x="2127123" y="409799"/>
                  </a:lnTo>
                  <a:lnTo>
                    <a:pt x="2128195" y="408327"/>
                  </a:lnTo>
                  <a:lnTo>
                    <a:pt x="2129266" y="406855"/>
                  </a:lnTo>
                  <a:lnTo>
                    <a:pt x="2130338" y="405385"/>
                  </a:lnTo>
                  <a:lnTo>
                    <a:pt x="2131409" y="403916"/>
                  </a:lnTo>
                  <a:lnTo>
                    <a:pt x="2132481" y="402447"/>
                  </a:lnTo>
                  <a:lnTo>
                    <a:pt x="2133553" y="400980"/>
                  </a:lnTo>
                  <a:lnTo>
                    <a:pt x="2134624" y="399514"/>
                  </a:lnTo>
                  <a:lnTo>
                    <a:pt x="2135696" y="398049"/>
                  </a:lnTo>
                  <a:lnTo>
                    <a:pt x="2136767" y="396585"/>
                  </a:lnTo>
                  <a:lnTo>
                    <a:pt x="2137839" y="395122"/>
                  </a:lnTo>
                  <a:lnTo>
                    <a:pt x="2138911" y="393660"/>
                  </a:lnTo>
                  <a:lnTo>
                    <a:pt x="2139982" y="392199"/>
                  </a:lnTo>
                  <a:lnTo>
                    <a:pt x="2141054" y="390740"/>
                  </a:lnTo>
                  <a:lnTo>
                    <a:pt x="2142125" y="389282"/>
                  </a:lnTo>
                  <a:lnTo>
                    <a:pt x="2143197" y="387825"/>
                  </a:lnTo>
                  <a:lnTo>
                    <a:pt x="2144269" y="386370"/>
                  </a:lnTo>
                  <a:lnTo>
                    <a:pt x="2145340" y="384916"/>
                  </a:lnTo>
                  <a:lnTo>
                    <a:pt x="2146412" y="383463"/>
                  </a:lnTo>
                  <a:lnTo>
                    <a:pt x="2147483" y="382012"/>
                  </a:lnTo>
                  <a:lnTo>
                    <a:pt x="2148555" y="380563"/>
                  </a:lnTo>
                  <a:lnTo>
                    <a:pt x="2149627" y="379114"/>
                  </a:lnTo>
                  <a:lnTo>
                    <a:pt x="2150698" y="377668"/>
                  </a:lnTo>
                  <a:lnTo>
                    <a:pt x="2151770" y="376223"/>
                  </a:lnTo>
                  <a:lnTo>
                    <a:pt x="2152841" y="374779"/>
                  </a:lnTo>
                  <a:lnTo>
                    <a:pt x="2153913" y="373337"/>
                  </a:lnTo>
                  <a:lnTo>
                    <a:pt x="2154985" y="371897"/>
                  </a:lnTo>
                  <a:lnTo>
                    <a:pt x="2156056" y="370458"/>
                  </a:lnTo>
                  <a:lnTo>
                    <a:pt x="2157128" y="369022"/>
                  </a:lnTo>
                  <a:lnTo>
                    <a:pt x="2158199" y="367587"/>
                  </a:lnTo>
                  <a:lnTo>
                    <a:pt x="2159271" y="366153"/>
                  </a:lnTo>
                  <a:lnTo>
                    <a:pt x="2160343" y="364722"/>
                  </a:lnTo>
                  <a:lnTo>
                    <a:pt x="2161414" y="363292"/>
                  </a:lnTo>
                  <a:lnTo>
                    <a:pt x="2162486" y="361865"/>
                  </a:lnTo>
                  <a:lnTo>
                    <a:pt x="2163557" y="360439"/>
                  </a:lnTo>
                  <a:lnTo>
                    <a:pt x="2164629" y="359015"/>
                  </a:lnTo>
                  <a:lnTo>
                    <a:pt x="2165701" y="357593"/>
                  </a:lnTo>
                  <a:lnTo>
                    <a:pt x="2166772" y="356173"/>
                  </a:lnTo>
                  <a:lnTo>
                    <a:pt x="2167844" y="354756"/>
                  </a:lnTo>
                  <a:lnTo>
                    <a:pt x="2168915" y="353340"/>
                  </a:lnTo>
                  <a:lnTo>
                    <a:pt x="2169987" y="351926"/>
                  </a:lnTo>
                  <a:lnTo>
                    <a:pt x="2171059" y="350515"/>
                  </a:lnTo>
                  <a:lnTo>
                    <a:pt x="2172130" y="349106"/>
                  </a:lnTo>
                  <a:lnTo>
                    <a:pt x="2173202" y="347699"/>
                  </a:lnTo>
                  <a:lnTo>
                    <a:pt x="2174273" y="346294"/>
                  </a:lnTo>
                  <a:lnTo>
                    <a:pt x="2175345" y="344892"/>
                  </a:lnTo>
                  <a:lnTo>
                    <a:pt x="2176417" y="343492"/>
                  </a:lnTo>
                  <a:lnTo>
                    <a:pt x="2177488" y="342094"/>
                  </a:lnTo>
                  <a:lnTo>
                    <a:pt x="2178560" y="340699"/>
                  </a:lnTo>
                  <a:lnTo>
                    <a:pt x="2179631" y="339306"/>
                  </a:lnTo>
                  <a:lnTo>
                    <a:pt x="2180703" y="337916"/>
                  </a:lnTo>
                  <a:lnTo>
                    <a:pt x="2181775" y="336528"/>
                  </a:lnTo>
                  <a:lnTo>
                    <a:pt x="2182846" y="335142"/>
                  </a:lnTo>
                  <a:lnTo>
                    <a:pt x="2183918" y="333759"/>
                  </a:lnTo>
                  <a:lnTo>
                    <a:pt x="2184989" y="332379"/>
                  </a:lnTo>
                  <a:lnTo>
                    <a:pt x="2186061" y="331002"/>
                  </a:lnTo>
                  <a:lnTo>
                    <a:pt x="2187133" y="329627"/>
                  </a:lnTo>
                  <a:lnTo>
                    <a:pt x="2188204" y="328255"/>
                  </a:lnTo>
                  <a:lnTo>
                    <a:pt x="2189276" y="326885"/>
                  </a:lnTo>
                  <a:lnTo>
                    <a:pt x="2190347" y="325518"/>
                  </a:lnTo>
                  <a:lnTo>
                    <a:pt x="2191419" y="324154"/>
                  </a:lnTo>
                  <a:lnTo>
                    <a:pt x="2192491" y="322793"/>
                  </a:lnTo>
                  <a:lnTo>
                    <a:pt x="2193562" y="321435"/>
                  </a:lnTo>
                  <a:lnTo>
                    <a:pt x="2194634" y="320079"/>
                  </a:lnTo>
                  <a:lnTo>
                    <a:pt x="2195705" y="318726"/>
                  </a:lnTo>
                  <a:lnTo>
                    <a:pt x="2196777" y="317375"/>
                  </a:lnTo>
                  <a:lnTo>
                    <a:pt x="2197849" y="316028"/>
                  </a:lnTo>
                  <a:lnTo>
                    <a:pt x="2198920" y="314683"/>
                  </a:lnTo>
                  <a:lnTo>
                    <a:pt x="2199992" y="313341"/>
                  </a:lnTo>
                  <a:lnTo>
                    <a:pt x="2201063" y="312002"/>
                  </a:lnTo>
                  <a:lnTo>
                    <a:pt x="2202135" y="310666"/>
                  </a:lnTo>
                  <a:lnTo>
                    <a:pt x="2203207" y="309332"/>
                  </a:lnTo>
                  <a:lnTo>
                    <a:pt x="2204278" y="308001"/>
                  </a:lnTo>
                  <a:lnTo>
                    <a:pt x="2205350" y="306673"/>
                  </a:lnTo>
                  <a:lnTo>
                    <a:pt x="2206421" y="305348"/>
                  </a:lnTo>
                  <a:lnTo>
                    <a:pt x="2207493" y="304025"/>
                  </a:lnTo>
                  <a:lnTo>
                    <a:pt x="2208565" y="302706"/>
                  </a:lnTo>
                  <a:lnTo>
                    <a:pt x="2209636" y="301389"/>
                  </a:lnTo>
                  <a:lnTo>
                    <a:pt x="2210708" y="300075"/>
                  </a:lnTo>
                  <a:lnTo>
                    <a:pt x="2211779" y="298764"/>
                  </a:lnTo>
                  <a:lnTo>
                    <a:pt x="2212851" y="297456"/>
                  </a:lnTo>
                  <a:lnTo>
                    <a:pt x="2213923" y="296150"/>
                  </a:lnTo>
                  <a:lnTo>
                    <a:pt x="2214994" y="294847"/>
                  </a:lnTo>
                  <a:lnTo>
                    <a:pt x="2216066" y="293548"/>
                  </a:lnTo>
                  <a:lnTo>
                    <a:pt x="2217137" y="292251"/>
                  </a:lnTo>
                  <a:lnTo>
                    <a:pt x="2218209" y="290957"/>
                  </a:lnTo>
                  <a:lnTo>
                    <a:pt x="2219281" y="289665"/>
                  </a:lnTo>
                  <a:lnTo>
                    <a:pt x="2220352" y="288377"/>
                  </a:lnTo>
                  <a:lnTo>
                    <a:pt x="2221424" y="287091"/>
                  </a:lnTo>
                  <a:lnTo>
                    <a:pt x="2222495" y="285809"/>
                  </a:lnTo>
                  <a:lnTo>
                    <a:pt x="2223567" y="284529"/>
                  </a:lnTo>
                  <a:lnTo>
                    <a:pt x="2224639" y="283252"/>
                  </a:lnTo>
                  <a:lnTo>
                    <a:pt x="2225710" y="281978"/>
                  </a:lnTo>
                  <a:lnTo>
                    <a:pt x="2226782" y="280707"/>
                  </a:lnTo>
                  <a:lnTo>
                    <a:pt x="2227853" y="279439"/>
                  </a:lnTo>
                  <a:lnTo>
                    <a:pt x="2228925" y="278173"/>
                  </a:lnTo>
                  <a:lnTo>
                    <a:pt x="2229997" y="276911"/>
                  </a:lnTo>
                  <a:lnTo>
                    <a:pt x="2231068" y="275651"/>
                  </a:lnTo>
                  <a:lnTo>
                    <a:pt x="2232140" y="274395"/>
                  </a:lnTo>
                  <a:lnTo>
                    <a:pt x="2233211" y="273141"/>
                  </a:lnTo>
                  <a:lnTo>
                    <a:pt x="2234283" y="271890"/>
                  </a:lnTo>
                  <a:lnTo>
                    <a:pt x="2235355" y="270642"/>
                  </a:lnTo>
                  <a:lnTo>
                    <a:pt x="2236426" y="269397"/>
                  </a:lnTo>
                  <a:lnTo>
                    <a:pt x="2237498" y="268155"/>
                  </a:lnTo>
                  <a:lnTo>
                    <a:pt x="2238569" y="266916"/>
                  </a:lnTo>
                  <a:lnTo>
                    <a:pt x="2239641" y="265680"/>
                  </a:lnTo>
                  <a:lnTo>
                    <a:pt x="2240713" y="264446"/>
                  </a:lnTo>
                  <a:lnTo>
                    <a:pt x="2241784" y="263216"/>
                  </a:lnTo>
                  <a:lnTo>
                    <a:pt x="2242856" y="261989"/>
                  </a:lnTo>
                  <a:lnTo>
                    <a:pt x="2243927" y="260764"/>
                  </a:lnTo>
                  <a:lnTo>
                    <a:pt x="2244999" y="259543"/>
                  </a:lnTo>
                  <a:lnTo>
                    <a:pt x="2246071" y="258324"/>
                  </a:lnTo>
                  <a:lnTo>
                    <a:pt x="2247142" y="257108"/>
                  </a:lnTo>
                  <a:lnTo>
                    <a:pt x="2248214" y="255896"/>
                  </a:lnTo>
                  <a:lnTo>
                    <a:pt x="2249285" y="254686"/>
                  </a:lnTo>
                  <a:lnTo>
                    <a:pt x="2250357" y="253479"/>
                  </a:lnTo>
                  <a:lnTo>
                    <a:pt x="2251429" y="252275"/>
                  </a:lnTo>
                  <a:lnTo>
                    <a:pt x="2252500" y="251075"/>
                  </a:lnTo>
                  <a:lnTo>
                    <a:pt x="2253572" y="249877"/>
                  </a:lnTo>
                  <a:lnTo>
                    <a:pt x="2254643" y="248682"/>
                  </a:lnTo>
                  <a:lnTo>
                    <a:pt x="2255715" y="247490"/>
                  </a:lnTo>
                  <a:lnTo>
                    <a:pt x="2256787" y="246301"/>
                  </a:lnTo>
                  <a:lnTo>
                    <a:pt x="2257858" y="245115"/>
                  </a:lnTo>
                  <a:lnTo>
                    <a:pt x="2258930" y="243932"/>
                  </a:lnTo>
                  <a:lnTo>
                    <a:pt x="2260001" y="242752"/>
                  </a:lnTo>
                  <a:lnTo>
                    <a:pt x="2261073" y="241575"/>
                  </a:lnTo>
                  <a:lnTo>
                    <a:pt x="2262145" y="240401"/>
                  </a:lnTo>
                  <a:lnTo>
                    <a:pt x="2263216" y="239230"/>
                  </a:lnTo>
                  <a:lnTo>
                    <a:pt x="2264288" y="238062"/>
                  </a:lnTo>
                  <a:lnTo>
                    <a:pt x="2265359" y="236897"/>
                  </a:lnTo>
                  <a:lnTo>
                    <a:pt x="2266431" y="235734"/>
                  </a:lnTo>
                  <a:lnTo>
                    <a:pt x="2267503" y="234575"/>
                  </a:lnTo>
                  <a:lnTo>
                    <a:pt x="2268574" y="233419"/>
                  </a:lnTo>
                  <a:lnTo>
                    <a:pt x="2269646" y="232266"/>
                  </a:lnTo>
                  <a:lnTo>
                    <a:pt x="2270717" y="231116"/>
                  </a:lnTo>
                  <a:lnTo>
                    <a:pt x="2271789" y="229969"/>
                  </a:lnTo>
                  <a:lnTo>
                    <a:pt x="2272861" y="228825"/>
                  </a:lnTo>
                  <a:lnTo>
                    <a:pt x="2273932" y="227684"/>
                  </a:lnTo>
                  <a:lnTo>
                    <a:pt x="2275004" y="226546"/>
                  </a:lnTo>
                  <a:lnTo>
                    <a:pt x="2276075" y="225411"/>
                  </a:lnTo>
                  <a:lnTo>
                    <a:pt x="2277147" y="224279"/>
                  </a:lnTo>
                  <a:lnTo>
                    <a:pt x="2278219" y="223150"/>
                  </a:lnTo>
                  <a:lnTo>
                    <a:pt x="2279290" y="222024"/>
                  </a:lnTo>
                  <a:lnTo>
                    <a:pt x="2280362" y="220901"/>
                  </a:lnTo>
                  <a:lnTo>
                    <a:pt x="2281433" y="219781"/>
                  </a:lnTo>
                  <a:lnTo>
                    <a:pt x="2282505" y="218665"/>
                  </a:lnTo>
                  <a:lnTo>
                    <a:pt x="2283577" y="217551"/>
                  </a:lnTo>
                  <a:lnTo>
                    <a:pt x="2284648" y="216440"/>
                  </a:lnTo>
                  <a:lnTo>
                    <a:pt x="2285720" y="215332"/>
                  </a:lnTo>
                  <a:lnTo>
                    <a:pt x="2286791" y="214227"/>
                  </a:lnTo>
                  <a:lnTo>
                    <a:pt x="2287863" y="213126"/>
                  </a:lnTo>
                  <a:lnTo>
                    <a:pt x="2288935" y="212027"/>
                  </a:lnTo>
                  <a:lnTo>
                    <a:pt x="2290006" y="210931"/>
                  </a:lnTo>
                  <a:lnTo>
                    <a:pt x="2291078" y="209839"/>
                  </a:lnTo>
                  <a:lnTo>
                    <a:pt x="2292149" y="208749"/>
                  </a:lnTo>
                  <a:lnTo>
                    <a:pt x="2293221" y="207663"/>
                  </a:lnTo>
                  <a:lnTo>
                    <a:pt x="2294293" y="206579"/>
                  </a:lnTo>
                  <a:lnTo>
                    <a:pt x="2295364" y="205499"/>
                  </a:lnTo>
                  <a:lnTo>
                    <a:pt x="2296436" y="204422"/>
                  </a:lnTo>
                  <a:lnTo>
                    <a:pt x="2297507" y="203347"/>
                  </a:lnTo>
                  <a:lnTo>
                    <a:pt x="2298579" y="202276"/>
                  </a:lnTo>
                  <a:lnTo>
                    <a:pt x="2299651" y="201208"/>
                  </a:lnTo>
                  <a:lnTo>
                    <a:pt x="2300722" y="200143"/>
                  </a:lnTo>
                  <a:lnTo>
                    <a:pt x="2301794" y="199081"/>
                  </a:lnTo>
                  <a:lnTo>
                    <a:pt x="2302865" y="198022"/>
                  </a:lnTo>
                  <a:lnTo>
                    <a:pt x="2303937" y="196966"/>
                  </a:lnTo>
                  <a:lnTo>
                    <a:pt x="2305009" y="195913"/>
                  </a:lnTo>
                  <a:lnTo>
                    <a:pt x="2306080" y="194863"/>
                  </a:lnTo>
                  <a:lnTo>
                    <a:pt x="2307152" y="193816"/>
                  </a:lnTo>
                  <a:lnTo>
                    <a:pt x="2308223" y="192772"/>
                  </a:lnTo>
                  <a:lnTo>
                    <a:pt x="2309295" y="191731"/>
                  </a:lnTo>
                  <a:lnTo>
                    <a:pt x="2310366" y="190694"/>
                  </a:lnTo>
                  <a:lnTo>
                    <a:pt x="2311438" y="189659"/>
                  </a:lnTo>
                  <a:lnTo>
                    <a:pt x="2312510" y="188628"/>
                  </a:lnTo>
                  <a:lnTo>
                    <a:pt x="2313581" y="187599"/>
                  </a:lnTo>
                  <a:lnTo>
                    <a:pt x="2314653" y="186574"/>
                  </a:lnTo>
                  <a:lnTo>
                    <a:pt x="2315724" y="185551"/>
                  </a:lnTo>
                  <a:lnTo>
                    <a:pt x="2316796" y="184532"/>
                  </a:lnTo>
                  <a:lnTo>
                    <a:pt x="2317868" y="183516"/>
                  </a:lnTo>
                  <a:lnTo>
                    <a:pt x="2318939" y="182503"/>
                  </a:lnTo>
                  <a:lnTo>
                    <a:pt x="2320011" y="181492"/>
                  </a:lnTo>
                  <a:lnTo>
                    <a:pt x="2321082" y="180485"/>
                  </a:lnTo>
                  <a:lnTo>
                    <a:pt x="2322154" y="179481"/>
                  </a:lnTo>
                  <a:lnTo>
                    <a:pt x="2323226" y="178481"/>
                  </a:lnTo>
                  <a:lnTo>
                    <a:pt x="2324297" y="177483"/>
                  </a:lnTo>
                  <a:lnTo>
                    <a:pt x="2325369" y="176488"/>
                  </a:lnTo>
                  <a:lnTo>
                    <a:pt x="2326440" y="175496"/>
                  </a:lnTo>
                  <a:lnTo>
                    <a:pt x="2327512" y="174508"/>
                  </a:lnTo>
                  <a:lnTo>
                    <a:pt x="2328584" y="173522"/>
                  </a:lnTo>
                  <a:lnTo>
                    <a:pt x="2329655" y="172540"/>
                  </a:lnTo>
                  <a:lnTo>
                    <a:pt x="2330727" y="171560"/>
                  </a:lnTo>
                  <a:lnTo>
                    <a:pt x="2331798" y="170584"/>
                  </a:lnTo>
                  <a:lnTo>
                    <a:pt x="2332870" y="169611"/>
                  </a:lnTo>
                  <a:lnTo>
                    <a:pt x="2333942" y="168640"/>
                  </a:lnTo>
                  <a:lnTo>
                    <a:pt x="2335013" y="167673"/>
                  </a:lnTo>
                  <a:lnTo>
                    <a:pt x="2336085" y="166709"/>
                  </a:lnTo>
                  <a:lnTo>
                    <a:pt x="2337156" y="165748"/>
                  </a:lnTo>
                  <a:lnTo>
                    <a:pt x="2338228" y="164790"/>
                  </a:lnTo>
                  <a:lnTo>
                    <a:pt x="2339300" y="163835"/>
                  </a:lnTo>
                  <a:lnTo>
                    <a:pt x="2340371" y="162883"/>
                  </a:lnTo>
                  <a:lnTo>
                    <a:pt x="2341443" y="161935"/>
                  </a:lnTo>
                  <a:lnTo>
                    <a:pt x="2342514" y="160989"/>
                  </a:lnTo>
                  <a:lnTo>
                    <a:pt x="2343586" y="160046"/>
                  </a:lnTo>
                  <a:lnTo>
                    <a:pt x="2344658" y="159107"/>
                  </a:lnTo>
                  <a:lnTo>
                    <a:pt x="2345729" y="158170"/>
                  </a:lnTo>
                  <a:lnTo>
                    <a:pt x="2346801" y="157237"/>
                  </a:lnTo>
                  <a:lnTo>
                    <a:pt x="2347872" y="156307"/>
                  </a:lnTo>
                  <a:lnTo>
                    <a:pt x="2348944" y="155379"/>
                  </a:lnTo>
                  <a:lnTo>
                    <a:pt x="2350016" y="154455"/>
                  </a:lnTo>
                  <a:lnTo>
                    <a:pt x="2351087" y="153534"/>
                  </a:lnTo>
                  <a:lnTo>
                    <a:pt x="2352159" y="152616"/>
                  </a:lnTo>
                  <a:lnTo>
                    <a:pt x="2353230" y="151701"/>
                  </a:lnTo>
                  <a:lnTo>
                    <a:pt x="2354302" y="150789"/>
                  </a:lnTo>
                  <a:lnTo>
                    <a:pt x="2355374" y="149880"/>
                  </a:lnTo>
                  <a:lnTo>
                    <a:pt x="2356445" y="148974"/>
                  </a:lnTo>
                  <a:lnTo>
                    <a:pt x="2357517" y="148071"/>
                  </a:lnTo>
                  <a:lnTo>
                    <a:pt x="2358588" y="147172"/>
                  </a:lnTo>
                  <a:lnTo>
                    <a:pt x="2359660" y="146275"/>
                  </a:lnTo>
                  <a:lnTo>
                    <a:pt x="2360732" y="145381"/>
                  </a:lnTo>
                  <a:lnTo>
                    <a:pt x="2361803" y="144491"/>
                  </a:lnTo>
                  <a:lnTo>
                    <a:pt x="2362875" y="143603"/>
                  </a:lnTo>
                  <a:lnTo>
                    <a:pt x="2363946" y="142719"/>
                  </a:lnTo>
                  <a:lnTo>
                    <a:pt x="2365018" y="141838"/>
                  </a:lnTo>
                  <a:lnTo>
                    <a:pt x="2366090" y="140959"/>
                  </a:lnTo>
                  <a:lnTo>
                    <a:pt x="2367161" y="140084"/>
                  </a:lnTo>
                  <a:lnTo>
                    <a:pt x="2368233" y="139212"/>
                  </a:lnTo>
                  <a:lnTo>
                    <a:pt x="2369304" y="138343"/>
                  </a:lnTo>
                  <a:lnTo>
                    <a:pt x="2370376" y="137477"/>
                  </a:lnTo>
                  <a:lnTo>
                    <a:pt x="2371448" y="136614"/>
                  </a:lnTo>
                  <a:lnTo>
                    <a:pt x="2372519" y="135754"/>
                  </a:lnTo>
                  <a:lnTo>
                    <a:pt x="2373591" y="134897"/>
                  </a:lnTo>
                  <a:lnTo>
                    <a:pt x="2374662" y="134043"/>
                  </a:lnTo>
                  <a:lnTo>
                    <a:pt x="2375734" y="133192"/>
                  </a:lnTo>
                  <a:lnTo>
                    <a:pt x="2376806" y="132344"/>
                  </a:lnTo>
                  <a:lnTo>
                    <a:pt x="2377877" y="131500"/>
                  </a:lnTo>
                  <a:lnTo>
                    <a:pt x="2378949" y="130658"/>
                  </a:lnTo>
                  <a:lnTo>
                    <a:pt x="2380020" y="129819"/>
                  </a:lnTo>
                  <a:lnTo>
                    <a:pt x="2381092" y="128984"/>
                  </a:lnTo>
                  <a:lnTo>
                    <a:pt x="2382164" y="128151"/>
                  </a:lnTo>
                  <a:lnTo>
                    <a:pt x="2383235" y="127321"/>
                  </a:lnTo>
                  <a:lnTo>
                    <a:pt x="2384307" y="126495"/>
                  </a:lnTo>
                  <a:lnTo>
                    <a:pt x="2385378" y="125671"/>
                  </a:lnTo>
                  <a:lnTo>
                    <a:pt x="2386450" y="124851"/>
                  </a:lnTo>
                  <a:lnTo>
                    <a:pt x="2387522" y="124034"/>
                  </a:lnTo>
                  <a:lnTo>
                    <a:pt x="2388593" y="123219"/>
                  </a:lnTo>
                  <a:lnTo>
                    <a:pt x="2389665" y="122408"/>
                  </a:lnTo>
                  <a:lnTo>
                    <a:pt x="2390736" y="121600"/>
                  </a:lnTo>
                  <a:lnTo>
                    <a:pt x="2391808" y="120794"/>
                  </a:lnTo>
                  <a:lnTo>
                    <a:pt x="2392880" y="119992"/>
                  </a:lnTo>
                  <a:lnTo>
                    <a:pt x="2393951" y="119193"/>
                  </a:lnTo>
                  <a:lnTo>
                    <a:pt x="2395023" y="118397"/>
                  </a:lnTo>
                  <a:lnTo>
                    <a:pt x="2396094" y="117603"/>
                  </a:lnTo>
                  <a:lnTo>
                    <a:pt x="2397166" y="116813"/>
                  </a:lnTo>
                  <a:lnTo>
                    <a:pt x="2398238" y="116026"/>
                  </a:lnTo>
                  <a:lnTo>
                    <a:pt x="2399309" y="115242"/>
                  </a:lnTo>
                  <a:lnTo>
                    <a:pt x="2400381" y="114461"/>
                  </a:lnTo>
                  <a:lnTo>
                    <a:pt x="2401452" y="113683"/>
                  </a:lnTo>
                  <a:lnTo>
                    <a:pt x="2402524" y="112908"/>
                  </a:lnTo>
                  <a:lnTo>
                    <a:pt x="2403596" y="112136"/>
                  </a:lnTo>
                  <a:lnTo>
                    <a:pt x="2404667" y="111366"/>
                  </a:lnTo>
                  <a:lnTo>
                    <a:pt x="2405739" y="110600"/>
                  </a:lnTo>
                  <a:lnTo>
                    <a:pt x="2406810" y="109837"/>
                  </a:lnTo>
                  <a:lnTo>
                    <a:pt x="2407882" y="109077"/>
                  </a:lnTo>
                  <a:lnTo>
                    <a:pt x="2408954" y="108320"/>
                  </a:lnTo>
                  <a:lnTo>
                    <a:pt x="2410025" y="107566"/>
                  </a:lnTo>
                  <a:lnTo>
                    <a:pt x="2411097" y="106815"/>
                  </a:lnTo>
                  <a:lnTo>
                    <a:pt x="2412168" y="106067"/>
                  </a:lnTo>
                  <a:lnTo>
                    <a:pt x="2413240" y="105322"/>
                  </a:lnTo>
                  <a:lnTo>
                    <a:pt x="2414312" y="104580"/>
                  </a:lnTo>
                  <a:lnTo>
                    <a:pt x="2415383" y="103841"/>
                  </a:lnTo>
                  <a:lnTo>
                    <a:pt x="2416455" y="103104"/>
                  </a:lnTo>
                  <a:lnTo>
                    <a:pt x="2417526" y="102371"/>
                  </a:lnTo>
                  <a:lnTo>
                    <a:pt x="2418598" y="101641"/>
                  </a:lnTo>
                  <a:lnTo>
                    <a:pt x="2419670" y="100914"/>
                  </a:lnTo>
                  <a:lnTo>
                    <a:pt x="2420741" y="100190"/>
                  </a:lnTo>
                  <a:lnTo>
                    <a:pt x="2421813" y="99468"/>
                  </a:lnTo>
                  <a:lnTo>
                    <a:pt x="2422884" y="98750"/>
                  </a:lnTo>
                  <a:lnTo>
                    <a:pt x="2423956" y="98035"/>
                  </a:lnTo>
                  <a:lnTo>
                    <a:pt x="2425028" y="97323"/>
                  </a:lnTo>
                  <a:lnTo>
                    <a:pt x="2426099" y="96613"/>
                  </a:lnTo>
                  <a:lnTo>
                    <a:pt x="2427171" y="95907"/>
                  </a:lnTo>
                  <a:lnTo>
                    <a:pt x="2428242" y="95203"/>
                  </a:lnTo>
                  <a:lnTo>
                    <a:pt x="2429314" y="94503"/>
                  </a:lnTo>
                  <a:lnTo>
                    <a:pt x="2430386" y="93805"/>
                  </a:lnTo>
                  <a:lnTo>
                    <a:pt x="2431457" y="93111"/>
                  </a:lnTo>
                  <a:lnTo>
                    <a:pt x="2432529" y="92419"/>
                  </a:lnTo>
                  <a:lnTo>
                    <a:pt x="2433600" y="91730"/>
                  </a:lnTo>
                  <a:lnTo>
                    <a:pt x="2434672" y="91045"/>
                  </a:lnTo>
                  <a:lnTo>
                    <a:pt x="2435744" y="90362"/>
                  </a:lnTo>
                  <a:lnTo>
                    <a:pt x="2436815" y="89682"/>
                  </a:lnTo>
                  <a:lnTo>
                    <a:pt x="2437887" y="89005"/>
                  </a:lnTo>
                  <a:lnTo>
                    <a:pt x="2438958" y="88331"/>
                  </a:lnTo>
                  <a:lnTo>
                    <a:pt x="2440030" y="87660"/>
                  </a:lnTo>
                  <a:lnTo>
                    <a:pt x="2441102" y="86992"/>
                  </a:lnTo>
                  <a:lnTo>
                    <a:pt x="2442173" y="86327"/>
                  </a:lnTo>
                  <a:lnTo>
                    <a:pt x="2443245" y="85664"/>
                  </a:lnTo>
                  <a:lnTo>
                    <a:pt x="2444316" y="85005"/>
                  </a:lnTo>
                  <a:lnTo>
                    <a:pt x="2445388" y="84349"/>
                  </a:lnTo>
                  <a:lnTo>
                    <a:pt x="2446460" y="83695"/>
                  </a:lnTo>
                  <a:lnTo>
                    <a:pt x="2447531" y="83044"/>
                  </a:lnTo>
                  <a:lnTo>
                    <a:pt x="2448603" y="82397"/>
                  </a:lnTo>
                  <a:lnTo>
                    <a:pt x="2449674" y="81752"/>
                  </a:lnTo>
                  <a:lnTo>
                    <a:pt x="2450746" y="81110"/>
                  </a:lnTo>
                  <a:lnTo>
                    <a:pt x="2451818" y="80471"/>
                  </a:lnTo>
                  <a:lnTo>
                    <a:pt x="2452889" y="79835"/>
                  </a:lnTo>
                  <a:lnTo>
                    <a:pt x="2453961" y="79202"/>
                  </a:lnTo>
                  <a:lnTo>
                    <a:pt x="2455032" y="78571"/>
                  </a:lnTo>
                  <a:lnTo>
                    <a:pt x="2456104" y="77944"/>
                  </a:lnTo>
                  <a:lnTo>
                    <a:pt x="2457176" y="77320"/>
                  </a:lnTo>
                  <a:lnTo>
                    <a:pt x="2458247" y="76698"/>
                  </a:lnTo>
                  <a:lnTo>
                    <a:pt x="2459319" y="76079"/>
                  </a:lnTo>
                  <a:lnTo>
                    <a:pt x="2460390" y="75463"/>
                  </a:lnTo>
                  <a:lnTo>
                    <a:pt x="2461462" y="74850"/>
                  </a:lnTo>
                  <a:lnTo>
                    <a:pt x="2462534" y="74240"/>
                  </a:lnTo>
                  <a:lnTo>
                    <a:pt x="2463605" y="73633"/>
                  </a:lnTo>
                  <a:lnTo>
                    <a:pt x="2464677" y="73028"/>
                  </a:lnTo>
                  <a:lnTo>
                    <a:pt x="2465748" y="72427"/>
                  </a:lnTo>
                  <a:lnTo>
                    <a:pt x="2466820" y="71828"/>
                  </a:lnTo>
                  <a:lnTo>
                    <a:pt x="2467892" y="71232"/>
                  </a:lnTo>
                  <a:lnTo>
                    <a:pt x="2468963" y="70639"/>
                  </a:lnTo>
                  <a:lnTo>
                    <a:pt x="2470035" y="70049"/>
                  </a:lnTo>
                  <a:lnTo>
                    <a:pt x="2471106" y="69462"/>
                  </a:lnTo>
                  <a:lnTo>
                    <a:pt x="2472178" y="68877"/>
                  </a:lnTo>
                  <a:lnTo>
                    <a:pt x="2473250" y="68296"/>
                  </a:lnTo>
                  <a:lnTo>
                    <a:pt x="2474321" y="67717"/>
                  </a:lnTo>
                  <a:lnTo>
                    <a:pt x="2475393" y="67141"/>
                  </a:lnTo>
                  <a:lnTo>
                    <a:pt x="2476464" y="66568"/>
                  </a:lnTo>
                  <a:lnTo>
                    <a:pt x="2477536" y="65998"/>
                  </a:lnTo>
                  <a:lnTo>
                    <a:pt x="2478608" y="65430"/>
                  </a:lnTo>
                  <a:lnTo>
                    <a:pt x="2479679" y="64866"/>
                  </a:lnTo>
                  <a:lnTo>
                    <a:pt x="2480751" y="64304"/>
                  </a:lnTo>
                  <a:lnTo>
                    <a:pt x="2481822" y="63745"/>
                  </a:lnTo>
                  <a:lnTo>
                    <a:pt x="2482894" y="63188"/>
                  </a:lnTo>
                  <a:lnTo>
                    <a:pt x="2483966" y="62635"/>
                  </a:lnTo>
                  <a:lnTo>
                    <a:pt x="2485037" y="62084"/>
                  </a:lnTo>
                  <a:lnTo>
                    <a:pt x="2486109" y="61537"/>
                  </a:lnTo>
                  <a:lnTo>
                    <a:pt x="2487180" y="60992"/>
                  </a:lnTo>
                  <a:lnTo>
                    <a:pt x="2488252" y="60449"/>
                  </a:lnTo>
                  <a:lnTo>
                    <a:pt x="2489323" y="59910"/>
                  </a:lnTo>
                  <a:lnTo>
                    <a:pt x="2490395" y="59373"/>
                  </a:lnTo>
                  <a:lnTo>
                    <a:pt x="2491467" y="58839"/>
                  </a:lnTo>
                  <a:lnTo>
                    <a:pt x="2492538" y="58308"/>
                  </a:lnTo>
                  <a:lnTo>
                    <a:pt x="2493610" y="57780"/>
                  </a:lnTo>
                  <a:lnTo>
                    <a:pt x="2494681" y="57254"/>
                  </a:lnTo>
                  <a:lnTo>
                    <a:pt x="2495753" y="56731"/>
                  </a:lnTo>
                  <a:lnTo>
                    <a:pt x="2496825" y="56211"/>
                  </a:lnTo>
                  <a:lnTo>
                    <a:pt x="2497896" y="55694"/>
                  </a:lnTo>
                  <a:lnTo>
                    <a:pt x="2498968" y="55179"/>
                  </a:lnTo>
                  <a:lnTo>
                    <a:pt x="2500039" y="54668"/>
                  </a:lnTo>
                  <a:lnTo>
                    <a:pt x="2501111" y="54159"/>
                  </a:lnTo>
                  <a:lnTo>
                    <a:pt x="2502183" y="53652"/>
                  </a:lnTo>
                  <a:lnTo>
                    <a:pt x="2503254" y="53149"/>
                  </a:lnTo>
                  <a:lnTo>
                    <a:pt x="2504326" y="52648"/>
                  </a:lnTo>
                  <a:lnTo>
                    <a:pt x="2505397" y="52150"/>
                  </a:lnTo>
                  <a:lnTo>
                    <a:pt x="2506469" y="51654"/>
                  </a:lnTo>
                  <a:lnTo>
                    <a:pt x="2507541" y="51162"/>
                  </a:lnTo>
                  <a:lnTo>
                    <a:pt x="2508612" y="50672"/>
                  </a:lnTo>
                  <a:lnTo>
                    <a:pt x="2509684" y="50184"/>
                  </a:lnTo>
                  <a:lnTo>
                    <a:pt x="2510755" y="49700"/>
                  </a:lnTo>
                  <a:lnTo>
                    <a:pt x="2511827" y="49218"/>
                  </a:lnTo>
                  <a:lnTo>
                    <a:pt x="2512899" y="48739"/>
                  </a:lnTo>
                  <a:lnTo>
                    <a:pt x="2513970" y="48262"/>
                  </a:lnTo>
                  <a:lnTo>
                    <a:pt x="2515042" y="47788"/>
                  </a:lnTo>
                  <a:lnTo>
                    <a:pt x="2516113" y="47317"/>
                  </a:lnTo>
                  <a:lnTo>
                    <a:pt x="2517185" y="46849"/>
                  </a:lnTo>
                  <a:lnTo>
                    <a:pt x="2518257" y="46383"/>
                  </a:lnTo>
                  <a:lnTo>
                    <a:pt x="2519328" y="45920"/>
                  </a:lnTo>
                  <a:lnTo>
                    <a:pt x="2520400" y="45460"/>
                  </a:lnTo>
                  <a:lnTo>
                    <a:pt x="2521471" y="45002"/>
                  </a:lnTo>
                  <a:lnTo>
                    <a:pt x="2522543" y="44547"/>
                  </a:lnTo>
                  <a:lnTo>
                    <a:pt x="2523615" y="44095"/>
                  </a:lnTo>
                  <a:lnTo>
                    <a:pt x="2524686" y="43645"/>
                  </a:lnTo>
                  <a:lnTo>
                    <a:pt x="2525758" y="43198"/>
                  </a:lnTo>
                  <a:lnTo>
                    <a:pt x="2526829" y="42753"/>
                  </a:lnTo>
                  <a:lnTo>
                    <a:pt x="2527901" y="42312"/>
                  </a:lnTo>
                  <a:lnTo>
                    <a:pt x="2528973" y="41872"/>
                  </a:lnTo>
                  <a:lnTo>
                    <a:pt x="2530044" y="41436"/>
                  </a:lnTo>
                  <a:lnTo>
                    <a:pt x="2531116" y="41002"/>
                  </a:lnTo>
                  <a:lnTo>
                    <a:pt x="2532187" y="40571"/>
                  </a:lnTo>
                  <a:lnTo>
                    <a:pt x="2533259" y="40142"/>
                  </a:lnTo>
                  <a:lnTo>
                    <a:pt x="2534331" y="39716"/>
                  </a:lnTo>
                  <a:lnTo>
                    <a:pt x="2535402" y="39293"/>
                  </a:lnTo>
                  <a:lnTo>
                    <a:pt x="2536474" y="38872"/>
                  </a:lnTo>
                  <a:lnTo>
                    <a:pt x="2537545" y="38454"/>
                  </a:lnTo>
                  <a:lnTo>
                    <a:pt x="2538617" y="38038"/>
                  </a:lnTo>
                  <a:lnTo>
                    <a:pt x="2539689" y="37625"/>
                  </a:lnTo>
                  <a:lnTo>
                    <a:pt x="2540760" y="37214"/>
                  </a:lnTo>
                  <a:lnTo>
                    <a:pt x="2541832" y="36806"/>
                  </a:lnTo>
                  <a:lnTo>
                    <a:pt x="2542903" y="36401"/>
                  </a:lnTo>
                  <a:lnTo>
                    <a:pt x="2543975" y="35998"/>
                  </a:lnTo>
                  <a:lnTo>
                    <a:pt x="2545047" y="35598"/>
                  </a:lnTo>
                  <a:lnTo>
                    <a:pt x="2546118" y="35201"/>
                  </a:lnTo>
                  <a:lnTo>
                    <a:pt x="2547190" y="34806"/>
                  </a:lnTo>
                  <a:lnTo>
                    <a:pt x="2548261" y="34413"/>
                  </a:lnTo>
                  <a:lnTo>
                    <a:pt x="2549333" y="34023"/>
                  </a:lnTo>
                  <a:lnTo>
                    <a:pt x="2550405" y="33636"/>
                  </a:lnTo>
                  <a:lnTo>
                    <a:pt x="2551476" y="33251"/>
                  </a:lnTo>
                  <a:lnTo>
                    <a:pt x="2552548" y="32869"/>
                  </a:lnTo>
                  <a:lnTo>
                    <a:pt x="2553619" y="32489"/>
                  </a:lnTo>
                  <a:lnTo>
                    <a:pt x="2554691" y="32112"/>
                  </a:lnTo>
                  <a:lnTo>
                    <a:pt x="2555763" y="31737"/>
                  </a:lnTo>
                  <a:lnTo>
                    <a:pt x="2556834" y="31365"/>
                  </a:lnTo>
                  <a:lnTo>
                    <a:pt x="2557906" y="30995"/>
                  </a:lnTo>
                  <a:lnTo>
                    <a:pt x="2558977" y="30628"/>
                  </a:lnTo>
                  <a:lnTo>
                    <a:pt x="2560049" y="30263"/>
                  </a:lnTo>
                  <a:lnTo>
                    <a:pt x="2561121" y="29901"/>
                  </a:lnTo>
                  <a:lnTo>
                    <a:pt x="2562192" y="29541"/>
                  </a:lnTo>
                  <a:lnTo>
                    <a:pt x="2563264" y="29184"/>
                  </a:lnTo>
                  <a:lnTo>
                    <a:pt x="2564335" y="28829"/>
                  </a:lnTo>
                  <a:lnTo>
                    <a:pt x="2565407" y="28477"/>
                  </a:lnTo>
                  <a:lnTo>
                    <a:pt x="2566479" y="28127"/>
                  </a:lnTo>
                  <a:lnTo>
                    <a:pt x="2567550" y="27780"/>
                  </a:lnTo>
                  <a:lnTo>
                    <a:pt x="2568622" y="27435"/>
                  </a:lnTo>
                  <a:lnTo>
                    <a:pt x="2569693" y="27093"/>
                  </a:lnTo>
                  <a:lnTo>
                    <a:pt x="2570765" y="26753"/>
                  </a:lnTo>
                  <a:lnTo>
                    <a:pt x="2571837" y="26415"/>
                  </a:lnTo>
                  <a:lnTo>
                    <a:pt x="2572908" y="26080"/>
                  </a:lnTo>
                  <a:lnTo>
                    <a:pt x="2573980" y="25747"/>
                  </a:lnTo>
                  <a:lnTo>
                    <a:pt x="2575051" y="25417"/>
                  </a:lnTo>
                  <a:lnTo>
                    <a:pt x="2576123" y="25089"/>
                  </a:lnTo>
                  <a:lnTo>
                    <a:pt x="2577195" y="24764"/>
                  </a:lnTo>
                  <a:lnTo>
                    <a:pt x="2578266" y="24441"/>
                  </a:lnTo>
                  <a:lnTo>
                    <a:pt x="2579338" y="24121"/>
                  </a:lnTo>
                  <a:lnTo>
                    <a:pt x="2580409" y="23803"/>
                  </a:lnTo>
                  <a:lnTo>
                    <a:pt x="2581481" y="23487"/>
                  </a:lnTo>
                  <a:lnTo>
                    <a:pt x="2582553" y="23174"/>
                  </a:lnTo>
                  <a:lnTo>
                    <a:pt x="2583624" y="22863"/>
                  </a:lnTo>
                  <a:lnTo>
                    <a:pt x="2584696" y="22554"/>
                  </a:lnTo>
                  <a:lnTo>
                    <a:pt x="2585767" y="22248"/>
                  </a:lnTo>
                  <a:lnTo>
                    <a:pt x="2586839" y="21944"/>
                  </a:lnTo>
                  <a:lnTo>
                    <a:pt x="2587911" y="21643"/>
                  </a:lnTo>
                  <a:lnTo>
                    <a:pt x="2588982" y="21344"/>
                  </a:lnTo>
                  <a:lnTo>
                    <a:pt x="2590054" y="21047"/>
                  </a:lnTo>
                  <a:lnTo>
                    <a:pt x="2591125" y="20753"/>
                  </a:lnTo>
                  <a:lnTo>
                    <a:pt x="2592197" y="20461"/>
                  </a:lnTo>
                  <a:lnTo>
                    <a:pt x="2593269" y="20171"/>
                  </a:lnTo>
                  <a:lnTo>
                    <a:pt x="2594340" y="19884"/>
                  </a:lnTo>
                  <a:lnTo>
                    <a:pt x="2595412" y="19599"/>
                  </a:lnTo>
                  <a:lnTo>
                    <a:pt x="2596483" y="19316"/>
                  </a:lnTo>
                  <a:lnTo>
                    <a:pt x="2597555" y="19036"/>
                  </a:lnTo>
                  <a:lnTo>
                    <a:pt x="2598627" y="18758"/>
                  </a:lnTo>
                  <a:lnTo>
                    <a:pt x="2599698" y="18482"/>
                  </a:lnTo>
                  <a:lnTo>
                    <a:pt x="2600770" y="18209"/>
                  </a:lnTo>
                  <a:lnTo>
                    <a:pt x="2601841" y="17938"/>
                  </a:lnTo>
                  <a:lnTo>
                    <a:pt x="2602913" y="17669"/>
                  </a:lnTo>
                  <a:lnTo>
                    <a:pt x="2603985" y="17403"/>
                  </a:lnTo>
                  <a:lnTo>
                    <a:pt x="2605056" y="17139"/>
                  </a:lnTo>
                  <a:lnTo>
                    <a:pt x="2606128" y="16877"/>
                  </a:lnTo>
                  <a:lnTo>
                    <a:pt x="2607199" y="16617"/>
                  </a:lnTo>
                  <a:lnTo>
                    <a:pt x="2608271" y="16360"/>
                  </a:lnTo>
                  <a:lnTo>
                    <a:pt x="2609343" y="16105"/>
                  </a:lnTo>
                  <a:lnTo>
                    <a:pt x="2610414" y="15852"/>
                  </a:lnTo>
                  <a:lnTo>
                    <a:pt x="2611486" y="15601"/>
                  </a:lnTo>
                  <a:lnTo>
                    <a:pt x="2612557" y="15353"/>
                  </a:lnTo>
                  <a:lnTo>
                    <a:pt x="2613629" y="15107"/>
                  </a:lnTo>
                  <a:lnTo>
                    <a:pt x="2614701" y="14863"/>
                  </a:lnTo>
                  <a:lnTo>
                    <a:pt x="2615772" y="14621"/>
                  </a:lnTo>
                  <a:lnTo>
                    <a:pt x="2616844" y="14382"/>
                  </a:lnTo>
                  <a:lnTo>
                    <a:pt x="2617915" y="14145"/>
                  </a:lnTo>
                  <a:lnTo>
                    <a:pt x="2618987" y="13910"/>
                  </a:lnTo>
                  <a:lnTo>
                    <a:pt x="2620059" y="13677"/>
                  </a:lnTo>
                  <a:lnTo>
                    <a:pt x="2621130" y="13446"/>
                  </a:lnTo>
                  <a:lnTo>
                    <a:pt x="2622202" y="13218"/>
                  </a:lnTo>
                  <a:lnTo>
                    <a:pt x="2623273" y="12992"/>
                  </a:lnTo>
                  <a:lnTo>
                    <a:pt x="2624345" y="12768"/>
                  </a:lnTo>
                  <a:lnTo>
                    <a:pt x="2625417" y="12546"/>
                  </a:lnTo>
                  <a:lnTo>
                    <a:pt x="2626488" y="12326"/>
                  </a:lnTo>
                  <a:lnTo>
                    <a:pt x="2627560" y="12109"/>
                  </a:lnTo>
                  <a:lnTo>
                    <a:pt x="2628631" y="11894"/>
                  </a:lnTo>
                  <a:lnTo>
                    <a:pt x="2629703" y="11680"/>
                  </a:lnTo>
                  <a:lnTo>
                    <a:pt x="2630775" y="11469"/>
                  </a:lnTo>
                  <a:lnTo>
                    <a:pt x="2631846" y="11261"/>
                  </a:lnTo>
                  <a:lnTo>
                    <a:pt x="2632918" y="11054"/>
                  </a:lnTo>
                  <a:lnTo>
                    <a:pt x="2633989" y="10849"/>
                  </a:lnTo>
                  <a:lnTo>
                    <a:pt x="2635061" y="10647"/>
                  </a:lnTo>
                  <a:lnTo>
                    <a:pt x="2636133" y="10447"/>
                  </a:lnTo>
                  <a:lnTo>
                    <a:pt x="2637204" y="10248"/>
                  </a:lnTo>
                  <a:lnTo>
                    <a:pt x="2638276" y="10052"/>
                  </a:lnTo>
                  <a:lnTo>
                    <a:pt x="2639347" y="9858"/>
                  </a:lnTo>
                  <a:lnTo>
                    <a:pt x="2640419" y="9666"/>
                  </a:lnTo>
                  <a:lnTo>
                    <a:pt x="2641491" y="9477"/>
                  </a:lnTo>
                  <a:lnTo>
                    <a:pt x="2642562" y="9289"/>
                  </a:lnTo>
                  <a:lnTo>
                    <a:pt x="2643634" y="9103"/>
                  </a:lnTo>
                  <a:lnTo>
                    <a:pt x="2644705" y="8920"/>
                  </a:lnTo>
                  <a:lnTo>
                    <a:pt x="2645777" y="8738"/>
                  </a:lnTo>
                  <a:lnTo>
                    <a:pt x="2646849" y="8559"/>
                  </a:lnTo>
                  <a:lnTo>
                    <a:pt x="2647920" y="8381"/>
                  </a:lnTo>
                  <a:lnTo>
                    <a:pt x="2648992" y="8206"/>
                  </a:lnTo>
                  <a:lnTo>
                    <a:pt x="2650063" y="8033"/>
                  </a:lnTo>
                  <a:lnTo>
                    <a:pt x="2651135" y="7862"/>
                  </a:lnTo>
                  <a:lnTo>
                    <a:pt x="2652207" y="7692"/>
                  </a:lnTo>
                  <a:lnTo>
                    <a:pt x="2653278" y="7525"/>
                  </a:lnTo>
                  <a:lnTo>
                    <a:pt x="2654350" y="7360"/>
                  </a:lnTo>
                  <a:lnTo>
                    <a:pt x="2655421" y="7197"/>
                  </a:lnTo>
                  <a:lnTo>
                    <a:pt x="2656493" y="7036"/>
                  </a:lnTo>
                  <a:lnTo>
                    <a:pt x="2657565" y="6877"/>
                  </a:lnTo>
                  <a:lnTo>
                    <a:pt x="2658636" y="6720"/>
                  </a:lnTo>
                  <a:lnTo>
                    <a:pt x="2659708" y="6565"/>
                  </a:lnTo>
                  <a:lnTo>
                    <a:pt x="2660779" y="6412"/>
                  </a:lnTo>
                  <a:lnTo>
                    <a:pt x="2661851" y="6261"/>
                  </a:lnTo>
                  <a:lnTo>
                    <a:pt x="2662922" y="6111"/>
                  </a:lnTo>
                  <a:lnTo>
                    <a:pt x="2663994" y="5964"/>
                  </a:lnTo>
                  <a:lnTo>
                    <a:pt x="2665066" y="5819"/>
                  </a:lnTo>
                  <a:lnTo>
                    <a:pt x="2666137" y="5676"/>
                  </a:lnTo>
                  <a:lnTo>
                    <a:pt x="2667209" y="5534"/>
                  </a:lnTo>
                  <a:lnTo>
                    <a:pt x="2668280" y="5395"/>
                  </a:lnTo>
                  <a:lnTo>
                    <a:pt x="2669352" y="5258"/>
                  </a:lnTo>
                  <a:lnTo>
                    <a:pt x="2670424" y="5122"/>
                  </a:lnTo>
                  <a:lnTo>
                    <a:pt x="2671495" y="4989"/>
                  </a:lnTo>
                  <a:lnTo>
                    <a:pt x="2672567" y="4857"/>
                  </a:lnTo>
                  <a:lnTo>
                    <a:pt x="2673638" y="4727"/>
                  </a:lnTo>
                  <a:lnTo>
                    <a:pt x="2674710" y="4599"/>
                  </a:lnTo>
                  <a:lnTo>
                    <a:pt x="2675782" y="4474"/>
                  </a:lnTo>
                  <a:lnTo>
                    <a:pt x="2676853" y="4350"/>
                  </a:lnTo>
                  <a:lnTo>
                    <a:pt x="2677925" y="4227"/>
                  </a:lnTo>
                  <a:lnTo>
                    <a:pt x="2678996" y="4107"/>
                  </a:lnTo>
                  <a:lnTo>
                    <a:pt x="2680068" y="3989"/>
                  </a:lnTo>
                  <a:lnTo>
                    <a:pt x="2681140" y="3872"/>
                  </a:lnTo>
                  <a:lnTo>
                    <a:pt x="2682211" y="3758"/>
                  </a:lnTo>
                  <a:lnTo>
                    <a:pt x="2683283" y="3645"/>
                  </a:lnTo>
                  <a:lnTo>
                    <a:pt x="2684354" y="3534"/>
                  </a:lnTo>
                  <a:lnTo>
                    <a:pt x="2685426" y="3425"/>
                  </a:lnTo>
                  <a:lnTo>
                    <a:pt x="2686498" y="3318"/>
                  </a:lnTo>
                  <a:lnTo>
                    <a:pt x="2687569" y="3212"/>
                  </a:lnTo>
                  <a:lnTo>
                    <a:pt x="2688641" y="3109"/>
                  </a:lnTo>
                  <a:lnTo>
                    <a:pt x="2689712" y="3007"/>
                  </a:lnTo>
                  <a:lnTo>
                    <a:pt x="2690784" y="2907"/>
                  </a:lnTo>
                  <a:lnTo>
                    <a:pt x="2691856" y="2809"/>
                  </a:lnTo>
                  <a:lnTo>
                    <a:pt x="2692927" y="2713"/>
                  </a:lnTo>
                  <a:lnTo>
                    <a:pt x="2693999" y="2618"/>
                  </a:lnTo>
                  <a:lnTo>
                    <a:pt x="2695070" y="2526"/>
                  </a:lnTo>
                  <a:lnTo>
                    <a:pt x="2696142" y="2435"/>
                  </a:lnTo>
                  <a:lnTo>
                    <a:pt x="2697214" y="2346"/>
                  </a:lnTo>
                  <a:lnTo>
                    <a:pt x="2698285" y="2258"/>
                  </a:lnTo>
                  <a:lnTo>
                    <a:pt x="2699357" y="2173"/>
                  </a:lnTo>
                  <a:lnTo>
                    <a:pt x="2700428" y="2089"/>
                  </a:lnTo>
                  <a:lnTo>
                    <a:pt x="2701500" y="2007"/>
                  </a:lnTo>
                  <a:lnTo>
                    <a:pt x="2702572" y="1926"/>
                  </a:lnTo>
                  <a:lnTo>
                    <a:pt x="2703643" y="1848"/>
                  </a:lnTo>
                  <a:lnTo>
                    <a:pt x="2704715" y="1771"/>
                  </a:lnTo>
                  <a:lnTo>
                    <a:pt x="2705786" y="1696"/>
                  </a:lnTo>
                  <a:lnTo>
                    <a:pt x="2706858" y="1623"/>
                  </a:lnTo>
                  <a:lnTo>
                    <a:pt x="2707930" y="1551"/>
                  </a:lnTo>
                  <a:lnTo>
                    <a:pt x="2709001" y="1481"/>
                  </a:lnTo>
                  <a:lnTo>
                    <a:pt x="2710073" y="1413"/>
                  </a:lnTo>
                  <a:lnTo>
                    <a:pt x="2711144" y="1346"/>
                  </a:lnTo>
                  <a:lnTo>
                    <a:pt x="2712216" y="1281"/>
                  </a:lnTo>
                  <a:lnTo>
                    <a:pt x="2713288" y="1218"/>
                  </a:lnTo>
                  <a:lnTo>
                    <a:pt x="2714359" y="1156"/>
                  </a:lnTo>
                  <a:lnTo>
                    <a:pt x="2715431" y="1097"/>
                  </a:lnTo>
                  <a:lnTo>
                    <a:pt x="2716502" y="1038"/>
                  </a:lnTo>
                  <a:lnTo>
                    <a:pt x="2717574" y="982"/>
                  </a:lnTo>
                  <a:lnTo>
                    <a:pt x="2718646" y="927"/>
                  </a:lnTo>
                  <a:lnTo>
                    <a:pt x="2719717" y="874"/>
                  </a:lnTo>
                  <a:lnTo>
                    <a:pt x="2720789" y="822"/>
                  </a:lnTo>
                  <a:lnTo>
                    <a:pt x="2721860" y="772"/>
                  </a:lnTo>
                  <a:lnTo>
                    <a:pt x="2722932" y="724"/>
                  </a:lnTo>
                  <a:lnTo>
                    <a:pt x="2724004" y="677"/>
                  </a:lnTo>
                  <a:lnTo>
                    <a:pt x="2725075" y="632"/>
                  </a:lnTo>
                  <a:lnTo>
                    <a:pt x="2726147" y="589"/>
                  </a:lnTo>
                  <a:lnTo>
                    <a:pt x="2727218" y="547"/>
                  </a:lnTo>
                  <a:lnTo>
                    <a:pt x="2728290" y="507"/>
                  </a:lnTo>
                  <a:lnTo>
                    <a:pt x="2729362" y="468"/>
                  </a:lnTo>
                  <a:lnTo>
                    <a:pt x="2730433" y="431"/>
                  </a:lnTo>
                  <a:lnTo>
                    <a:pt x="2731505" y="396"/>
                  </a:lnTo>
                  <a:lnTo>
                    <a:pt x="2732576" y="362"/>
                  </a:lnTo>
                  <a:lnTo>
                    <a:pt x="2733648" y="329"/>
                  </a:lnTo>
                  <a:lnTo>
                    <a:pt x="2734720" y="298"/>
                  </a:lnTo>
                  <a:lnTo>
                    <a:pt x="2735791" y="269"/>
                  </a:lnTo>
                  <a:lnTo>
                    <a:pt x="2736863" y="241"/>
                  </a:lnTo>
                  <a:lnTo>
                    <a:pt x="2737934" y="215"/>
                  </a:lnTo>
                  <a:lnTo>
                    <a:pt x="2739006" y="191"/>
                  </a:lnTo>
                  <a:lnTo>
                    <a:pt x="2740078" y="168"/>
                  </a:lnTo>
                  <a:lnTo>
                    <a:pt x="2741149" y="146"/>
                  </a:lnTo>
                  <a:lnTo>
                    <a:pt x="2742221" y="126"/>
                  </a:lnTo>
                  <a:lnTo>
                    <a:pt x="2743292" y="107"/>
                  </a:lnTo>
                  <a:lnTo>
                    <a:pt x="2744364" y="90"/>
                  </a:lnTo>
                  <a:lnTo>
                    <a:pt x="2745436" y="75"/>
                  </a:lnTo>
                  <a:lnTo>
                    <a:pt x="2746507" y="61"/>
                  </a:lnTo>
                  <a:lnTo>
                    <a:pt x="2747579" y="48"/>
                  </a:lnTo>
                  <a:lnTo>
                    <a:pt x="2748650" y="37"/>
                  </a:lnTo>
                  <a:lnTo>
                    <a:pt x="2749722" y="27"/>
                  </a:lnTo>
                  <a:lnTo>
                    <a:pt x="2750794" y="19"/>
                  </a:lnTo>
                  <a:lnTo>
                    <a:pt x="2751865" y="12"/>
                  </a:lnTo>
                  <a:lnTo>
                    <a:pt x="2752937" y="7"/>
                  </a:lnTo>
                  <a:lnTo>
                    <a:pt x="2754008" y="3"/>
                  </a:lnTo>
                  <a:lnTo>
                    <a:pt x="2755080" y="1"/>
                  </a:lnTo>
                  <a:lnTo>
                    <a:pt x="2756152" y="0"/>
                  </a:lnTo>
                  <a:lnTo>
                    <a:pt x="2757223" y="0"/>
                  </a:lnTo>
                  <a:lnTo>
                    <a:pt x="2758295" y="2"/>
                  </a:lnTo>
                  <a:lnTo>
                    <a:pt x="2759366" y="5"/>
                  </a:lnTo>
                  <a:lnTo>
                    <a:pt x="2760438" y="10"/>
                  </a:lnTo>
                  <a:lnTo>
                    <a:pt x="2761510" y="16"/>
                  </a:lnTo>
                  <a:lnTo>
                    <a:pt x="2762581" y="23"/>
                  </a:lnTo>
                  <a:lnTo>
                    <a:pt x="2763653" y="32"/>
                  </a:lnTo>
                  <a:lnTo>
                    <a:pt x="2764724" y="42"/>
                  </a:lnTo>
                  <a:lnTo>
                    <a:pt x="2765796" y="54"/>
                  </a:lnTo>
                  <a:lnTo>
                    <a:pt x="2766868" y="67"/>
                  </a:lnTo>
                  <a:lnTo>
                    <a:pt x="2767939" y="81"/>
                  </a:lnTo>
                  <a:lnTo>
                    <a:pt x="2769011" y="97"/>
                  </a:lnTo>
                  <a:lnTo>
                    <a:pt x="2770082" y="114"/>
                  </a:lnTo>
                  <a:lnTo>
                    <a:pt x="2771154" y="132"/>
                  </a:lnTo>
                  <a:lnTo>
                    <a:pt x="2772226" y="151"/>
                  </a:lnTo>
                  <a:lnTo>
                    <a:pt x="2773297" y="172"/>
                  </a:lnTo>
                  <a:lnTo>
                    <a:pt x="2774369" y="195"/>
                  </a:lnTo>
                  <a:lnTo>
                    <a:pt x="2775440" y="218"/>
                  </a:lnTo>
                  <a:lnTo>
                    <a:pt x="2776512" y="243"/>
                  </a:lnTo>
                  <a:lnTo>
                    <a:pt x="2777584" y="269"/>
                  </a:lnTo>
                  <a:lnTo>
                    <a:pt x="2778655" y="297"/>
                  </a:lnTo>
                  <a:lnTo>
                    <a:pt x="2779727" y="326"/>
                  </a:lnTo>
                  <a:lnTo>
                    <a:pt x="2780798" y="356"/>
                  </a:lnTo>
                  <a:lnTo>
                    <a:pt x="2781870" y="387"/>
                  </a:lnTo>
                  <a:lnTo>
                    <a:pt x="2782942" y="420"/>
                  </a:lnTo>
                  <a:lnTo>
                    <a:pt x="2784013" y="454"/>
                  </a:lnTo>
                  <a:lnTo>
                    <a:pt x="2785085" y="489"/>
                  </a:lnTo>
                  <a:lnTo>
                    <a:pt x="2786156" y="525"/>
                  </a:lnTo>
                  <a:lnTo>
                    <a:pt x="2787228" y="563"/>
                  </a:lnTo>
                  <a:lnTo>
                    <a:pt x="2788300" y="601"/>
                  </a:lnTo>
                  <a:lnTo>
                    <a:pt x="2789371" y="642"/>
                  </a:lnTo>
                  <a:lnTo>
                    <a:pt x="2790443" y="683"/>
                  </a:lnTo>
                  <a:lnTo>
                    <a:pt x="2791514" y="725"/>
                  </a:lnTo>
                  <a:lnTo>
                    <a:pt x="2792586" y="769"/>
                  </a:lnTo>
                  <a:lnTo>
                    <a:pt x="2793658" y="814"/>
                  </a:lnTo>
                  <a:lnTo>
                    <a:pt x="2794729" y="860"/>
                  </a:lnTo>
                  <a:lnTo>
                    <a:pt x="2795801" y="907"/>
                  </a:lnTo>
                  <a:lnTo>
                    <a:pt x="2796872" y="956"/>
                  </a:lnTo>
                  <a:lnTo>
                    <a:pt x="2797944" y="1005"/>
                  </a:lnTo>
                  <a:lnTo>
                    <a:pt x="2799016" y="1056"/>
                  </a:lnTo>
                  <a:lnTo>
                    <a:pt x="2800087" y="1108"/>
                  </a:lnTo>
                  <a:lnTo>
                    <a:pt x="2801159" y="1161"/>
                  </a:lnTo>
                  <a:lnTo>
                    <a:pt x="2802230" y="1215"/>
                  </a:lnTo>
                  <a:lnTo>
                    <a:pt x="2803302" y="1271"/>
                  </a:lnTo>
                  <a:lnTo>
                    <a:pt x="2804374" y="1327"/>
                  </a:lnTo>
                  <a:lnTo>
                    <a:pt x="2805445" y="1385"/>
                  </a:lnTo>
                  <a:lnTo>
                    <a:pt x="2806517" y="1444"/>
                  </a:lnTo>
                  <a:lnTo>
                    <a:pt x="2807588" y="1504"/>
                  </a:lnTo>
                  <a:lnTo>
                    <a:pt x="2808660" y="1565"/>
                  </a:lnTo>
                  <a:lnTo>
                    <a:pt x="2809732" y="1627"/>
                  </a:lnTo>
                  <a:lnTo>
                    <a:pt x="2810803" y="1690"/>
                  </a:lnTo>
                  <a:lnTo>
                    <a:pt x="2811875" y="1754"/>
                  </a:lnTo>
                  <a:lnTo>
                    <a:pt x="2812946" y="1820"/>
                  </a:lnTo>
                  <a:lnTo>
                    <a:pt x="2814018" y="1886"/>
                  </a:lnTo>
                  <a:lnTo>
                    <a:pt x="2815090" y="1954"/>
                  </a:lnTo>
                  <a:lnTo>
                    <a:pt x="2816161" y="2022"/>
                  </a:lnTo>
                  <a:lnTo>
                    <a:pt x="2817233" y="2092"/>
                  </a:lnTo>
                  <a:lnTo>
                    <a:pt x="2818304" y="2163"/>
                  </a:lnTo>
                  <a:lnTo>
                    <a:pt x="2819376" y="2235"/>
                  </a:lnTo>
                  <a:lnTo>
                    <a:pt x="2820448" y="2307"/>
                  </a:lnTo>
                  <a:lnTo>
                    <a:pt x="2821519" y="2381"/>
                  </a:lnTo>
                  <a:lnTo>
                    <a:pt x="2822591" y="2456"/>
                  </a:lnTo>
                  <a:lnTo>
                    <a:pt x="2823662" y="2532"/>
                  </a:lnTo>
                  <a:lnTo>
                    <a:pt x="2824734" y="2609"/>
                  </a:lnTo>
                  <a:lnTo>
                    <a:pt x="2825806" y="2686"/>
                  </a:lnTo>
                  <a:lnTo>
                    <a:pt x="2826877" y="2765"/>
                  </a:lnTo>
                  <a:lnTo>
                    <a:pt x="2827949" y="2845"/>
                  </a:lnTo>
                  <a:lnTo>
                    <a:pt x="2829020" y="2926"/>
                  </a:lnTo>
                  <a:lnTo>
                    <a:pt x="2830092" y="3008"/>
                  </a:lnTo>
                  <a:lnTo>
                    <a:pt x="2831164" y="3091"/>
                  </a:lnTo>
                  <a:lnTo>
                    <a:pt x="2832235" y="3174"/>
                  </a:lnTo>
                  <a:lnTo>
                    <a:pt x="2833307" y="3259"/>
                  </a:lnTo>
                  <a:lnTo>
                    <a:pt x="2834378" y="3345"/>
                  </a:lnTo>
                  <a:lnTo>
                    <a:pt x="2835450" y="3431"/>
                  </a:lnTo>
                  <a:lnTo>
                    <a:pt x="2836522" y="3519"/>
                  </a:lnTo>
                  <a:lnTo>
                    <a:pt x="2837593" y="3607"/>
                  </a:lnTo>
                  <a:lnTo>
                    <a:pt x="2838665" y="3697"/>
                  </a:lnTo>
                  <a:lnTo>
                    <a:pt x="2839736" y="3787"/>
                  </a:lnTo>
                  <a:lnTo>
                    <a:pt x="2840808" y="3878"/>
                  </a:lnTo>
                  <a:lnTo>
                    <a:pt x="2841879" y="3970"/>
                  </a:lnTo>
                  <a:lnTo>
                    <a:pt x="2842951" y="4063"/>
                  </a:lnTo>
                  <a:lnTo>
                    <a:pt x="2844023" y="4157"/>
                  </a:lnTo>
                  <a:lnTo>
                    <a:pt x="2845094" y="4252"/>
                  </a:lnTo>
                  <a:lnTo>
                    <a:pt x="2846166" y="4348"/>
                  </a:lnTo>
                  <a:lnTo>
                    <a:pt x="2847237" y="4445"/>
                  </a:lnTo>
                  <a:lnTo>
                    <a:pt x="2848309" y="4542"/>
                  </a:lnTo>
                  <a:lnTo>
                    <a:pt x="2849381" y="4640"/>
                  </a:lnTo>
                  <a:lnTo>
                    <a:pt x="2850452" y="4739"/>
                  </a:lnTo>
                  <a:lnTo>
                    <a:pt x="2851524" y="4839"/>
                  </a:lnTo>
                  <a:lnTo>
                    <a:pt x="2852595" y="4940"/>
                  </a:lnTo>
                  <a:lnTo>
                    <a:pt x="2853667" y="5042"/>
                  </a:lnTo>
                  <a:lnTo>
                    <a:pt x="2854739" y="5144"/>
                  </a:lnTo>
                  <a:lnTo>
                    <a:pt x="2855810" y="5248"/>
                  </a:lnTo>
                  <a:lnTo>
                    <a:pt x="2856882" y="5352"/>
                  </a:lnTo>
                  <a:lnTo>
                    <a:pt x="2857953" y="5457"/>
                  </a:lnTo>
                  <a:lnTo>
                    <a:pt x="2859025" y="5563"/>
                  </a:lnTo>
                  <a:lnTo>
                    <a:pt x="2860097" y="5669"/>
                  </a:lnTo>
                  <a:lnTo>
                    <a:pt x="2861168" y="5776"/>
                  </a:lnTo>
                  <a:lnTo>
                    <a:pt x="2862240" y="5885"/>
                  </a:lnTo>
                  <a:lnTo>
                    <a:pt x="2863311" y="5993"/>
                  </a:lnTo>
                  <a:lnTo>
                    <a:pt x="2864383" y="6103"/>
                  </a:lnTo>
                  <a:lnTo>
                    <a:pt x="2865455" y="6214"/>
                  </a:lnTo>
                  <a:lnTo>
                    <a:pt x="2866526" y="6325"/>
                  </a:lnTo>
                  <a:lnTo>
                    <a:pt x="2867598" y="6437"/>
                  </a:lnTo>
                  <a:lnTo>
                    <a:pt x="2868669" y="6549"/>
                  </a:lnTo>
                  <a:lnTo>
                    <a:pt x="2869741" y="6663"/>
                  </a:lnTo>
                  <a:lnTo>
                    <a:pt x="2870813" y="6777"/>
                  </a:lnTo>
                  <a:lnTo>
                    <a:pt x="2871884" y="6892"/>
                  </a:lnTo>
                  <a:lnTo>
                    <a:pt x="2872956" y="7007"/>
                  </a:lnTo>
                  <a:lnTo>
                    <a:pt x="2874027" y="7124"/>
                  </a:lnTo>
                  <a:lnTo>
                    <a:pt x="2875099" y="7241"/>
                  </a:lnTo>
                  <a:lnTo>
                    <a:pt x="2876171" y="7358"/>
                  </a:lnTo>
                  <a:lnTo>
                    <a:pt x="2877242" y="7477"/>
                  </a:lnTo>
                  <a:lnTo>
                    <a:pt x="2878314" y="7596"/>
                  </a:lnTo>
                  <a:lnTo>
                    <a:pt x="2879385" y="7716"/>
                  </a:lnTo>
                  <a:lnTo>
                    <a:pt x="2880457" y="7836"/>
                  </a:lnTo>
                  <a:lnTo>
                    <a:pt x="2881529" y="7957"/>
                  </a:lnTo>
                  <a:lnTo>
                    <a:pt x="2882600" y="8079"/>
                  </a:lnTo>
                  <a:lnTo>
                    <a:pt x="2883672" y="8201"/>
                  </a:lnTo>
                  <a:lnTo>
                    <a:pt x="2884743" y="8324"/>
                  </a:lnTo>
                  <a:lnTo>
                    <a:pt x="2885815" y="8448"/>
                  </a:lnTo>
                  <a:lnTo>
                    <a:pt x="2886887" y="8573"/>
                  </a:lnTo>
                  <a:lnTo>
                    <a:pt x="2887958" y="8698"/>
                  </a:lnTo>
                  <a:lnTo>
                    <a:pt x="2889030" y="8823"/>
                  </a:lnTo>
                  <a:lnTo>
                    <a:pt x="2890101" y="8949"/>
                  </a:lnTo>
                  <a:lnTo>
                    <a:pt x="2891173" y="9076"/>
                  </a:lnTo>
                  <a:lnTo>
                    <a:pt x="2892245" y="9204"/>
                  </a:lnTo>
                  <a:lnTo>
                    <a:pt x="2893316" y="9332"/>
                  </a:lnTo>
                  <a:lnTo>
                    <a:pt x="2894388" y="9460"/>
                  </a:lnTo>
                  <a:lnTo>
                    <a:pt x="2895459" y="9589"/>
                  </a:lnTo>
                  <a:lnTo>
                    <a:pt x="2896531" y="9719"/>
                  </a:lnTo>
                  <a:lnTo>
                    <a:pt x="2897603" y="9850"/>
                  </a:lnTo>
                  <a:lnTo>
                    <a:pt x="2898674" y="9981"/>
                  </a:lnTo>
                  <a:lnTo>
                    <a:pt x="2899746" y="10112"/>
                  </a:lnTo>
                  <a:lnTo>
                    <a:pt x="2900817" y="10244"/>
                  </a:lnTo>
                  <a:lnTo>
                    <a:pt x="2901889" y="10377"/>
                  </a:lnTo>
                  <a:lnTo>
                    <a:pt x="2902961" y="10510"/>
                  </a:lnTo>
                  <a:lnTo>
                    <a:pt x="2904032" y="10643"/>
                  </a:lnTo>
                  <a:lnTo>
                    <a:pt x="2905104" y="10778"/>
                  </a:lnTo>
                  <a:lnTo>
                    <a:pt x="2906175" y="10912"/>
                  </a:lnTo>
                  <a:lnTo>
                    <a:pt x="2907247" y="11047"/>
                  </a:lnTo>
                  <a:lnTo>
                    <a:pt x="2908319" y="11183"/>
                  </a:lnTo>
                  <a:lnTo>
                    <a:pt x="2909390" y="11319"/>
                  </a:lnTo>
                  <a:lnTo>
                    <a:pt x="2910462" y="11456"/>
                  </a:lnTo>
                  <a:lnTo>
                    <a:pt x="2911533" y="11593"/>
                  </a:lnTo>
                  <a:lnTo>
                    <a:pt x="2912605" y="11731"/>
                  </a:lnTo>
                  <a:lnTo>
                    <a:pt x="2913677" y="11869"/>
                  </a:lnTo>
                  <a:lnTo>
                    <a:pt x="2914748" y="12008"/>
                  </a:lnTo>
                  <a:lnTo>
                    <a:pt x="2915820" y="12147"/>
                  </a:lnTo>
                  <a:lnTo>
                    <a:pt x="2916891" y="12287"/>
                  </a:lnTo>
                  <a:lnTo>
                    <a:pt x="2917963" y="12427"/>
                  </a:lnTo>
                  <a:lnTo>
                    <a:pt x="2919035" y="12567"/>
                  </a:lnTo>
                  <a:lnTo>
                    <a:pt x="2920106" y="12708"/>
                  </a:lnTo>
                  <a:lnTo>
                    <a:pt x="2921178" y="12849"/>
                  </a:lnTo>
                  <a:lnTo>
                    <a:pt x="2922249" y="12991"/>
                  </a:lnTo>
                  <a:lnTo>
                    <a:pt x="2923321" y="13133"/>
                  </a:lnTo>
                  <a:lnTo>
                    <a:pt x="2924393" y="13276"/>
                  </a:lnTo>
                  <a:lnTo>
                    <a:pt x="2925464" y="13419"/>
                  </a:lnTo>
                  <a:lnTo>
                    <a:pt x="2926536" y="13562"/>
                  </a:lnTo>
                  <a:lnTo>
                    <a:pt x="2927607" y="13706"/>
                  </a:lnTo>
                  <a:lnTo>
                    <a:pt x="2928679" y="13850"/>
                  </a:lnTo>
                  <a:lnTo>
                    <a:pt x="2929751" y="13995"/>
                  </a:lnTo>
                  <a:lnTo>
                    <a:pt x="2930822" y="14140"/>
                  </a:lnTo>
                  <a:lnTo>
                    <a:pt x="2931894" y="14285"/>
                  </a:lnTo>
                  <a:lnTo>
                    <a:pt x="2932965" y="14431"/>
                  </a:lnTo>
                  <a:lnTo>
                    <a:pt x="2934037" y="14577"/>
                  </a:lnTo>
                  <a:lnTo>
                    <a:pt x="2935109" y="14724"/>
                  </a:lnTo>
                  <a:lnTo>
                    <a:pt x="2936180" y="14870"/>
                  </a:lnTo>
                  <a:lnTo>
                    <a:pt x="2937252" y="15018"/>
                  </a:lnTo>
                  <a:lnTo>
                    <a:pt x="2938323" y="15165"/>
                  </a:lnTo>
                  <a:lnTo>
                    <a:pt x="2939395" y="15313"/>
                  </a:lnTo>
                  <a:lnTo>
                    <a:pt x="2940467" y="15461"/>
                  </a:lnTo>
                  <a:lnTo>
                    <a:pt x="2941538" y="15609"/>
                  </a:lnTo>
                  <a:lnTo>
                    <a:pt x="2942610" y="15758"/>
                  </a:lnTo>
                  <a:lnTo>
                    <a:pt x="2943681" y="15907"/>
                  </a:lnTo>
                  <a:lnTo>
                    <a:pt x="2944753" y="16057"/>
                  </a:lnTo>
                  <a:lnTo>
                    <a:pt x="2945825" y="16206"/>
                  </a:lnTo>
                  <a:lnTo>
                    <a:pt x="2946896" y="16356"/>
                  </a:lnTo>
                  <a:lnTo>
                    <a:pt x="2947968" y="16506"/>
                  </a:lnTo>
                  <a:lnTo>
                    <a:pt x="2949039" y="16657"/>
                  </a:lnTo>
                  <a:lnTo>
                    <a:pt x="2950111" y="16808"/>
                  </a:lnTo>
                  <a:lnTo>
                    <a:pt x="2951183" y="16959"/>
                  </a:lnTo>
                  <a:lnTo>
                    <a:pt x="2952254" y="17110"/>
                  </a:lnTo>
                  <a:lnTo>
                    <a:pt x="2953326" y="17261"/>
                  </a:lnTo>
                  <a:lnTo>
                    <a:pt x="2954397" y="17413"/>
                  </a:lnTo>
                  <a:lnTo>
                    <a:pt x="2955469" y="17565"/>
                  </a:lnTo>
                  <a:lnTo>
                    <a:pt x="2956541" y="17718"/>
                  </a:lnTo>
                  <a:lnTo>
                    <a:pt x="2957612" y="17870"/>
                  </a:lnTo>
                  <a:lnTo>
                    <a:pt x="2958684" y="18023"/>
                  </a:lnTo>
                  <a:lnTo>
                    <a:pt x="2959755" y="18176"/>
                  </a:lnTo>
                  <a:lnTo>
                    <a:pt x="2960827" y="18329"/>
                  </a:lnTo>
                  <a:lnTo>
                    <a:pt x="2961899" y="18482"/>
                  </a:lnTo>
                  <a:lnTo>
                    <a:pt x="2962970" y="18636"/>
                  </a:lnTo>
                  <a:lnTo>
                    <a:pt x="2964042" y="18789"/>
                  </a:lnTo>
                  <a:lnTo>
                    <a:pt x="2965113" y="18943"/>
                  </a:lnTo>
                  <a:lnTo>
                    <a:pt x="2966185" y="19097"/>
                  </a:lnTo>
                  <a:lnTo>
                    <a:pt x="2967257" y="19252"/>
                  </a:lnTo>
                  <a:lnTo>
                    <a:pt x="2968328" y="19406"/>
                  </a:lnTo>
                  <a:lnTo>
                    <a:pt x="2969400" y="19561"/>
                  </a:lnTo>
                  <a:lnTo>
                    <a:pt x="2970471" y="19716"/>
                  </a:lnTo>
                  <a:lnTo>
                    <a:pt x="2971543" y="19870"/>
                  </a:lnTo>
                  <a:lnTo>
                    <a:pt x="2972615" y="20026"/>
                  </a:lnTo>
                  <a:lnTo>
                    <a:pt x="2973686" y="20181"/>
                  </a:lnTo>
                  <a:lnTo>
                    <a:pt x="2974758" y="20336"/>
                  </a:lnTo>
                  <a:lnTo>
                    <a:pt x="2975829" y="20492"/>
                  </a:lnTo>
                  <a:lnTo>
                    <a:pt x="2976901" y="20647"/>
                  </a:lnTo>
                  <a:lnTo>
                    <a:pt x="2977973" y="20803"/>
                  </a:lnTo>
                  <a:lnTo>
                    <a:pt x="2979044" y="20959"/>
                  </a:lnTo>
                  <a:lnTo>
                    <a:pt x="2980116" y="21115"/>
                  </a:lnTo>
                  <a:lnTo>
                    <a:pt x="2981187" y="21271"/>
                  </a:lnTo>
                  <a:lnTo>
                    <a:pt x="2982259" y="21427"/>
                  </a:lnTo>
                  <a:lnTo>
                    <a:pt x="2983331" y="21583"/>
                  </a:lnTo>
                  <a:lnTo>
                    <a:pt x="2984402" y="21739"/>
                  </a:lnTo>
                  <a:lnTo>
                    <a:pt x="2985474" y="21896"/>
                  </a:lnTo>
                  <a:lnTo>
                    <a:pt x="2986545" y="22052"/>
                  </a:lnTo>
                  <a:lnTo>
                    <a:pt x="2987617" y="22209"/>
                  </a:lnTo>
                  <a:lnTo>
                    <a:pt x="2988689" y="22365"/>
                  </a:lnTo>
                  <a:lnTo>
                    <a:pt x="2989760" y="22522"/>
                  </a:lnTo>
                  <a:lnTo>
                    <a:pt x="2990832" y="22678"/>
                  </a:lnTo>
                  <a:lnTo>
                    <a:pt x="2991903" y="22835"/>
                  </a:lnTo>
                  <a:lnTo>
                    <a:pt x="2992975" y="22992"/>
                  </a:lnTo>
                  <a:lnTo>
                    <a:pt x="2994047" y="23149"/>
                  </a:lnTo>
                  <a:lnTo>
                    <a:pt x="2995118" y="23306"/>
                  </a:lnTo>
                  <a:lnTo>
                    <a:pt x="2996190" y="23462"/>
                  </a:lnTo>
                  <a:lnTo>
                    <a:pt x="2997261" y="23619"/>
                  </a:lnTo>
                  <a:lnTo>
                    <a:pt x="2998333" y="23776"/>
                  </a:lnTo>
                  <a:lnTo>
                    <a:pt x="2999405" y="23933"/>
                  </a:lnTo>
                  <a:lnTo>
                    <a:pt x="3000476" y="24090"/>
                  </a:lnTo>
                  <a:lnTo>
                    <a:pt x="3001548" y="24247"/>
                  </a:lnTo>
                  <a:lnTo>
                    <a:pt x="3002619" y="24403"/>
                  </a:lnTo>
                  <a:lnTo>
                    <a:pt x="3003691" y="24560"/>
                  </a:lnTo>
                  <a:lnTo>
                    <a:pt x="3004763" y="24717"/>
                  </a:lnTo>
                  <a:lnTo>
                    <a:pt x="3005834" y="24874"/>
                  </a:lnTo>
                  <a:lnTo>
                    <a:pt x="3006906" y="25031"/>
                  </a:lnTo>
                  <a:lnTo>
                    <a:pt x="3007977" y="25187"/>
                  </a:lnTo>
                  <a:lnTo>
                    <a:pt x="3009049" y="25344"/>
                  </a:lnTo>
                  <a:lnTo>
                    <a:pt x="3010121" y="25501"/>
                  </a:lnTo>
                  <a:lnTo>
                    <a:pt x="3011192" y="25657"/>
                  </a:lnTo>
                  <a:lnTo>
                    <a:pt x="3012264" y="25814"/>
                  </a:lnTo>
                  <a:lnTo>
                    <a:pt x="3013335" y="25970"/>
                  </a:lnTo>
                  <a:lnTo>
                    <a:pt x="3014407" y="26126"/>
                  </a:lnTo>
                  <a:lnTo>
                    <a:pt x="3015479" y="26283"/>
                  </a:lnTo>
                  <a:lnTo>
                    <a:pt x="3016550" y="26439"/>
                  </a:lnTo>
                  <a:lnTo>
                    <a:pt x="3017622" y="26595"/>
                  </a:lnTo>
                  <a:lnTo>
                    <a:pt x="3018693" y="26751"/>
                  </a:lnTo>
                  <a:lnTo>
                    <a:pt x="3019765" y="26907"/>
                  </a:lnTo>
                  <a:lnTo>
                    <a:pt x="3020836" y="27062"/>
                  </a:lnTo>
                  <a:lnTo>
                    <a:pt x="3021908" y="27218"/>
                  </a:lnTo>
                  <a:lnTo>
                    <a:pt x="3022980" y="27374"/>
                  </a:lnTo>
                  <a:lnTo>
                    <a:pt x="3024051" y="27529"/>
                  </a:lnTo>
                  <a:lnTo>
                    <a:pt x="3025123" y="27684"/>
                  </a:lnTo>
                  <a:lnTo>
                    <a:pt x="3026194" y="27840"/>
                  </a:lnTo>
                  <a:lnTo>
                    <a:pt x="3027266" y="27995"/>
                  </a:lnTo>
                  <a:lnTo>
                    <a:pt x="3028338" y="28150"/>
                  </a:lnTo>
                  <a:lnTo>
                    <a:pt x="3029409" y="28304"/>
                  </a:lnTo>
                  <a:lnTo>
                    <a:pt x="3030481" y="28459"/>
                  </a:lnTo>
                  <a:lnTo>
                    <a:pt x="3031552" y="28613"/>
                  </a:lnTo>
                  <a:lnTo>
                    <a:pt x="3032624" y="28768"/>
                  </a:lnTo>
                  <a:lnTo>
                    <a:pt x="3033696" y="28922"/>
                  </a:lnTo>
                  <a:lnTo>
                    <a:pt x="3034767" y="29076"/>
                  </a:lnTo>
                  <a:lnTo>
                    <a:pt x="3035839" y="29229"/>
                  </a:lnTo>
                  <a:lnTo>
                    <a:pt x="3036910" y="29383"/>
                  </a:lnTo>
                  <a:lnTo>
                    <a:pt x="3037982" y="29536"/>
                  </a:lnTo>
                  <a:lnTo>
                    <a:pt x="3039054" y="29689"/>
                  </a:lnTo>
                  <a:lnTo>
                    <a:pt x="3040125" y="29842"/>
                  </a:lnTo>
                  <a:lnTo>
                    <a:pt x="3041197" y="29995"/>
                  </a:lnTo>
                  <a:lnTo>
                    <a:pt x="3042268" y="30148"/>
                  </a:lnTo>
                  <a:lnTo>
                    <a:pt x="3043340" y="30300"/>
                  </a:lnTo>
                  <a:lnTo>
                    <a:pt x="3044412" y="30452"/>
                  </a:lnTo>
                  <a:lnTo>
                    <a:pt x="3045483" y="30604"/>
                  </a:lnTo>
                  <a:lnTo>
                    <a:pt x="3046555" y="30756"/>
                  </a:lnTo>
                  <a:lnTo>
                    <a:pt x="3047626" y="30907"/>
                  </a:lnTo>
                  <a:lnTo>
                    <a:pt x="3048698" y="31058"/>
                  </a:lnTo>
                  <a:lnTo>
                    <a:pt x="3049770" y="31209"/>
                  </a:lnTo>
                  <a:lnTo>
                    <a:pt x="3050841" y="31360"/>
                  </a:lnTo>
                  <a:lnTo>
                    <a:pt x="3051913" y="31511"/>
                  </a:lnTo>
                  <a:lnTo>
                    <a:pt x="3052984" y="31661"/>
                  </a:lnTo>
                  <a:lnTo>
                    <a:pt x="3054056" y="31811"/>
                  </a:lnTo>
                  <a:lnTo>
                    <a:pt x="3055128" y="31960"/>
                  </a:lnTo>
                  <a:lnTo>
                    <a:pt x="3056199" y="32110"/>
                  </a:lnTo>
                  <a:lnTo>
                    <a:pt x="3057271" y="32259"/>
                  </a:lnTo>
                  <a:lnTo>
                    <a:pt x="3058342" y="32408"/>
                  </a:lnTo>
                  <a:lnTo>
                    <a:pt x="3059414" y="32556"/>
                  </a:lnTo>
                  <a:lnTo>
                    <a:pt x="3060486" y="32704"/>
                  </a:lnTo>
                  <a:lnTo>
                    <a:pt x="3061557" y="32852"/>
                  </a:lnTo>
                  <a:lnTo>
                    <a:pt x="3062629" y="33000"/>
                  </a:lnTo>
                  <a:lnTo>
                    <a:pt x="3063700" y="33147"/>
                  </a:lnTo>
                  <a:lnTo>
                    <a:pt x="3064772" y="33294"/>
                  </a:lnTo>
                  <a:lnTo>
                    <a:pt x="3065844" y="33441"/>
                  </a:lnTo>
                  <a:lnTo>
                    <a:pt x="3066915" y="33587"/>
                  </a:lnTo>
                  <a:lnTo>
                    <a:pt x="3067987" y="33733"/>
                  </a:lnTo>
                  <a:lnTo>
                    <a:pt x="3069058" y="33879"/>
                  </a:lnTo>
                  <a:lnTo>
                    <a:pt x="3070130" y="34024"/>
                  </a:lnTo>
                  <a:lnTo>
                    <a:pt x="3071202" y="34169"/>
                  </a:lnTo>
                  <a:lnTo>
                    <a:pt x="3072273" y="34314"/>
                  </a:lnTo>
                  <a:lnTo>
                    <a:pt x="3073345" y="34458"/>
                  </a:lnTo>
                  <a:lnTo>
                    <a:pt x="3074416" y="34602"/>
                  </a:lnTo>
                  <a:lnTo>
                    <a:pt x="3075488" y="34745"/>
                  </a:lnTo>
                  <a:lnTo>
                    <a:pt x="3076560" y="34889"/>
                  </a:lnTo>
                  <a:lnTo>
                    <a:pt x="3077631" y="35031"/>
                  </a:lnTo>
                  <a:lnTo>
                    <a:pt x="3078703" y="35174"/>
                  </a:lnTo>
                  <a:lnTo>
                    <a:pt x="3079774" y="35316"/>
                  </a:lnTo>
                  <a:lnTo>
                    <a:pt x="3080846" y="35458"/>
                  </a:lnTo>
                  <a:lnTo>
                    <a:pt x="3081918" y="35599"/>
                  </a:lnTo>
                  <a:lnTo>
                    <a:pt x="3082989" y="35740"/>
                  </a:lnTo>
                  <a:lnTo>
                    <a:pt x="3084061" y="35880"/>
                  </a:lnTo>
                  <a:lnTo>
                    <a:pt x="3085132" y="36020"/>
                  </a:lnTo>
                  <a:lnTo>
                    <a:pt x="3086204" y="36160"/>
                  </a:lnTo>
                  <a:lnTo>
                    <a:pt x="3087276" y="36299"/>
                  </a:lnTo>
                  <a:lnTo>
                    <a:pt x="3088347" y="36438"/>
                  </a:lnTo>
                  <a:lnTo>
                    <a:pt x="3089419" y="36576"/>
                  </a:lnTo>
                  <a:lnTo>
                    <a:pt x="3090490" y="36714"/>
                  </a:lnTo>
                  <a:lnTo>
                    <a:pt x="3091562" y="36852"/>
                  </a:lnTo>
                  <a:lnTo>
                    <a:pt x="3092634" y="36989"/>
                  </a:lnTo>
                  <a:lnTo>
                    <a:pt x="3093705" y="37126"/>
                  </a:lnTo>
                  <a:lnTo>
                    <a:pt x="3094777" y="37262"/>
                  </a:lnTo>
                  <a:lnTo>
                    <a:pt x="3095848" y="37398"/>
                  </a:lnTo>
                  <a:lnTo>
                    <a:pt x="3096920" y="37533"/>
                  </a:lnTo>
                  <a:lnTo>
                    <a:pt x="3097992" y="37668"/>
                  </a:lnTo>
                  <a:lnTo>
                    <a:pt x="3099063" y="37802"/>
                  </a:lnTo>
                  <a:lnTo>
                    <a:pt x="3100135" y="37936"/>
                  </a:lnTo>
                  <a:lnTo>
                    <a:pt x="3101206" y="38070"/>
                  </a:lnTo>
                  <a:lnTo>
                    <a:pt x="3102278" y="38202"/>
                  </a:lnTo>
                  <a:lnTo>
                    <a:pt x="3103350" y="38335"/>
                  </a:lnTo>
                  <a:lnTo>
                    <a:pt x="3104421" y="38467"/>
                  </a:lnTo>
                  <a:lnTo>
                    <a:pt x="3105493" y="38598"/>
                  </a:lnTo>
                  <a:lnTo>
                    <a:pt x="3106564" y="38729"/>
                  </a:lnTo>
                  <a:lnTo>
                    <a:pt x="3107636" y="38860"/>
                  </a:lnTo>
                  <a:lnTo>
                    <a:pt x="3108708" y="38990"/>
                  </a:lnTo>
                  <a:lnTo>
                    <a:pt x="3109779" y="39119"/>
                  </a:lnTo>
                  <a:lnTo>
                    <a:pt x="3110851" y="39248"/>
                  </a:lnTo>
                  <a:lnTo>
                    <a:pt x="3111922" y="39377"/>
                  </a:lnTo>
                  <a:lnTo>
                    <a:pt x="3112994" y="39505"/>
                  </a:lnTo>
                  <a:lnTo>
                    <a:pt x="3114066" y="39632"/>
                  </a:lnTo>
                  <a:lnTo>
                    <a:pt x="3115137" y="39759"/>
                  </a:lnTo>
                  <a:lnTo>
                    <a:pt x="3116209" y="39885"/>
                  </a:lnTo>
                  <a:lnTo>
                    <a:pt x="3117280" y="40011"/>
                  </a:lnTo>
                  <a:lnTo>
                    <a:pt x="3118352" y="40136"/>
                  </a:lnTo>
                  <a:lnTo>
                    <a:pt x="3119424" y="40261"/>
                  </a:lnTo>
                  <a:lnTo>
                    <a:pt x="3120495" y="40385"/>
                  </a:lnTo>
                  <a:lnTo>
                    <a:pt x="3121567" y="40509"/>
                  </a:lnTo>
                  <a:lnTo>
                    <a:pt x="3122638" y="40632"/>
                  </a:lnTo>
                  <a:lnTo>
                    <a:pt x="3123710" y="40754"/>
                  </a:lnTo>
                  <a:lnTo>
                    <a:pt x="3124782" y="40876"/>
                  </a:lnTo>
                  <a:lnTo>
                    <a:pt x="3125853" y="40997"/>
                  </a:lnTo>
                  <a:lnTo>
                    <a:pt x="3126925" y="41118"/>
                  </a:lnTo>
                  <a:lnTo>
                    <a:pt x="3127996" y="41238"/>
                  </a:lnTo>
                  <a:lnTo>
                    <a:pt x="3129068" y="41358"/>
                  </a:lnTo>
                  <a:lnTo>
                    <a:pt x="3130140" y="41477"/>
                  </a:lnTo>
                  <a:lnTo>
                    <a:pt x="3131211" y="41595"/>
                  </a:lnTo>
                  <a:lnTo>
                    <a:pt x="3132283" y="41713"/>
                  </a:lnTo>
                  <a:lnTo>
                    <a:pt x="3133354" y="41830"/>
                  </a:lnTo>
                  <a:lnTo>
                    <a:pt x="3134426" y="41947"/>
                  </a:lnTo>
                  <a:lnTo>
                    <a:pt x="3135498" y="42063"/>
                  </a:lnTo>
                  <a:lnTo>
                    <a:pt x="3136569" y="42178"/>
                  </a:lnTo>
                  <a:lnTo>
                    <a:pt x="3137641" y="42293"/>
                  </a:lnTo>
                  <a:lnTo>
                    <a:pt x="3138712" y="42407"/>
                  </a:lnTo>
                  <a:lnTo>
                    <a:pt x="3139784" y="42520"/>
                  </a:lnTo>
                  <a:lnTo>
                    <a:pt x="3140856" y="42633"/>
                  </a:lnTo>
                  <a:lnTo>
                    <a:pt x="3141927" y="42746"/>
                  </a:lnTo>
                  <a:lnTo>
                    <a:pt x="3142999" y="42857"/>
                  </a:lnTo>
                  <a:lnTo>
                    <a:pt x="3144070" y="42968"/>
                  </a:lnTo>
                  <a:lnTo>
                    <a:pt x="3145142" y="43079"/>
                  </a:lnTo>
                  <a:lnTo>
                    <a:pt x="3146214" y="43189"/>
                  </a:lnTo>
                  <a:lnTo>
                    <a:pt x="3147285" y="43298"/>
                  </a:lnTo>
                  <a:lnTo>
                    <a:pt x="3148357" y="43407"/>
                  </a:lnTo>
                  <a:lnTo>
                    <a:pt x="3149428" y="43515"/>
                  </a:lnTo>
                  <a:lnTo>
                    <a:pt x="3150500" y="43623"/>
                  </a:lnTo>
                  <a:lnTo>
                    <a:pt x="3151572" y="43729"/>
                  </a:lnTo>
                  <a:lnTo>
                    <a:pt x="3152643" y="43836"/>
                  </a:lnTo>
                  <a:lnTo>
                    <a:pt x="3153715" y="43941"/>
                  </a:lnTo>
                  <a:lnTo>
                    <a:pt x="3154786" y="44047"/>
                  </a:lnTo>
                  <a:lnTo>
                    <a:pt x="3155858" y="44151"/>
                  </a:lnTo>
                  <a:lnTo>
                    <a:pt x="3156930" y="44255"/>
                  </a:lnTo>
                  <a:lnTo>
                    <a:pt x="3158001" y="44358"/>
                  </a:lnTo>
                  <a:lnTo>
                    <a:pt x="3159073" y="44461"/>
                  </a:lnTo>
                  <a:lnTo>
                    <a:pt x="3160144" y="44563"/>
                  </a:lnTo>
                  <a:lnTo>
                    <a:pt x="3161216" y="44665"/>
                  </a:lnTo>
                  <a:lnTo>
                    <a:pt x="3162288" y="44765"/>
                  </a:lnTo>
                  <a:lnTo>
                    <a:pt x="3163359" y="44866"/>
                  </a:lnTo>
                  <a:lnTo>
                    <a:pt x="3164431" y="44965"/>
                  </a:lnTo>
                  <a:lnTo>
                    <a:pt x="3165502" y="45064"/>
                  </a:lnTo>
                  <a:lnTo>
                    <a:pt x="3166574" y="45163"/>
                  </a:lnTo>
                  <a:lnTo>
                    <a:pt x="3167646" y="45261"/>
                  </a:lnTo>
                  <a:lnTo>
                    <a:pt x="3168717" y="45358"/>
                  </a:lnTo>
                  <a:lnTo>
                    <a:pt x="3169789" y="45455"/>
                  </a:lnTo>
                  <a:lnTo>
                    <a:pt x="3170860" y="45551"/>
                  </a:lnTo>
                  <a:lnTo>
                    <a:pt x="3171932" y="45646"/>
                  </a:lnTo>
                  <a:lnTo>
                    <a:pt x="3173004" y="45741"/>
                  </a:lnTo>
                  <a:lnTo>
                    <a:pt x="3174075" y="45836"/>
                  </a:lnTo>
                  <a:lnTo>
                    <a:pt x="3175147" y="45929"/>
                  </a:lnTo>
                  <a:lnTo>
                    <a:pt x="3176218" y="46022"/>
                  </a:lnTo>
                  <a:lnTo>
                    <a:pt x="3177290" y="46115"/>
                  </a:lnTo>
                  <a:lnTo>
                    <a:pt x="3178362" y="46207"/>
                  </a:lnTo>
                  <a:lnTo>
                    <a:pt x="3179433" y="46298"/>
                  </a:lnTo>
                  <a:lnTo>
                    <a:pt x="3180505" y="46389"/>
                  </a:lnTo>
                  <a:lnTo>
                    <a:pt x="3181576" y="46479"/>
                  </a:lnTo>
                  <a:lnTo>
                    <a:pt x="3182648" y="46569"/>
                  </a:lnTo>
                  <a:lnTo>
                    <a:pt x="3183720" y="46658"/>
                  </a:lnTo>
                  <a:lnTo>
                    <a:pt x="3184791" y="46746"/>
                  </a:lnTo>
                  <a:lnTo>
                    <a:pt x="3185863" y="46834"/>
                  </a:lnTo>
                  <a:lnTo>
                    <a:pt x="3186934" y="46921"/>
                  </a:lnTo>
                  <a:lnTo>
                    <a:pt x="3188006" y="47007"/>
                  </a:lnTo>
                  <a:lnTo>
                    <a:pt x="3189078" y="47093"/>
                  </a:lnTo>
                  <a:lnTo>
                    <a:pt x="3190149" y="47179"/>
                  </a:lnTo>
                  <a:lnTo>
                    <a:pt x="3191221" y="47263"/>
                  </a:lnTo>
                  <a:lnTo>
                    <a:pt x="3192292" y="47348"/>
                  </a:lnTo>
                  <a:lnTo>
                    <a:pt x="3193364" y="47431"/>
                  </a:lnTo>
                  <a:lnTo>
                    <a:pt x="3194436" y="47514"/>
                  </a:lnTo>
                  <a:lnTo>
                    <a:pt x="3195507" y="47597"/>
                  </a:lnTo>
                  <a:lnTo>
                    <a:pt x="3196579" y="47678"/>
                  </a:lnTo>
                  <a:lnTo>
                    <a:pt x="3197650" y="47760"/>
                  </a:lnTo>
                  <a:lnTo>
                    <a:pt x="3198722" y="47840"/>
                  </a:lnTo>
                  <a:lnTo>
                    <a:pt x="3199793" y="47920"/>
                  </a:lnTo>
                  <a:lnTo>
                    <a:pt x="3200865" y="48000"/>
                  </a:lnTo>
                  <a:lnTo>
                    <a:pt x="3201937" y="48079"/>
                  </a:lnTo>
                  <a:lnTo>
                    <a:pt x="3203008" y="48157"/>
                  </a:lnTo>
                  <a:lnTo>
                    <a:pt x="3204080" y="48235"/>
                  </a:lnTo>
                  <a:lnTo>
                    <a:pt x="3205151" y="48312"/>
                  </a:lnTo>
                  <a:lnTo>
                    <a:pt x="3206223" y="48388"/>
                  </a:lnTo>
                  <a:lnTo>
                    <a:pt x="3207295" y="48464"/>
                  </a:lnTo>
                  <a:lnTo>
                    <a:pt x="3208366" y="48539"/>
                  </a:lnTo>
                  <a:lnTo>
                    <a:pt x="3209438" y="48614"/>
                  </a:lnTo>
                  <a:lnTo>
                    <a:pt x="3210509" y="48688"/>
                  </a:lnTo>
                  <a:lnTo>
                    <a:pt x="3211581" y="48762"/>
                  </a:lnTo>
                  <a:lnTo>
                    <a:pt x="3212653" y="48835"/>
                  </a:lnTo>
                  <a:lnTo>
                    <a:pt x="3213724" y="48907"/>
                  </a:lnTo>
                  <a:lnTo>
                    <a:pt x="3214796" y="48979"/>
                  </a:lnTo>
                  <a:lnTo>
                    <a:pt x="3215867" y="49050"/>
                  </a:lnTo>
                  <a:lnTo>
                    <a:pt x="3216939" y="49121"/>
                  </a:lnTo>
                  <a:lnTo>
                    <a:pt x="3218011" y="49191"/>
                  </a:lnTo>
                  <a:lnTo>
                    <a:pt x="3219082" y="49260"/>
                  </a:lnTo>
                  <a:lnTo>
                    <a:pt x="3220154" y="49329"/>
                  </a:lnTo>
                  <a:lnTo>
                    <a:pt x="3221225" y="49397"/>
                  </a:lnTo>
                  <a:lnTo>
                    <a:pt x="3222297" y="49465"/>
                  </a:lnTo>
                  <a:lnTo>
                    <a:pt x="3223369" y="49532"/>
                  </a:lnTo>
                  <a:lnTo>
                    <a:pt x="3224440" y="49599"/>
                  </a:lnTo>
                  <a:lnTo>
                    <a:pt x="3225512" y="49665"/>
                  </a:lnTo>
                  <a:lnTo>
                    <a:pt x="3226583" y="49730"/>
                  </a:lnTo>
                  <a:lnTo>
                    <a:pt x="3227655" y="49795"/>
                  </a:lnTo>
                  <a:lnTo>
                    <a:pt x="3228727" y="49859"/>
                  </a:lnTo>
                  <a:lnTo>
                    <a:pt x="3229798" y="49923"/>
                  </a:lnTo>
                  <a:lnTo>
                    <a:pt x="3230870" y="49986"/>
                  </a:lnTo>
                  <a:lnTo>
                    <a:pt x="3231941" y="50048"/>
                  </a:lnTo>
                  <a:lnTo>
                    <a:pt x="3233013" y="50110"/>
                  </a:lnTo>
                  <a:lnTo>
                    <a:pt x="3234085" y="50171"/>
                  </a:lnTo>
                  <a:lnTo>
                    <a:pt x="3235156" y="50232"/>
                  </a:lnTo>
                  <a:lnTo>
                    <a:pt x="3236228" y="50292"/>
                  </a:lnTo>
                  <a:lnTo>
                    <a:pt x="3237299" y="50352"/>
                  </a:lnTo>
                  <a:lnTo>
                    <a:pt x="3238371" y="50411"/>
                  </a:lnTo>
                  <a:lnTo>
                    <a:pt x="3239443" y="50469"/>
                  </a:lnTo>
                  <a:lnTo>
                    <a:pt x="3240514" y="50527"/>
                  </a:lnTo>
                  <a:lnTo>
                    <a:pt x="3241586" y="50584"/>
                  </a:lnTo>
                  <a:lnTo>
                    <a:pt x="3242657" y="50641"/>
                  </a:lnTo>
                  <a:lnTo>
                    <a:pt x="3243729" y="50697"/>
                  </a:lnTo>
                  <a:lnTo>
                    <a:pt x="3244801" y="50753"/>
                  </a:lnTo>
                  <a:lnTo>
                    <a:pt x="3245872" y="50807"/>
                  </a:lnTo>
                  <a:lnTo>
                    <a:pt x="3246944" y="50862"/>
                  </a:lnTo>
                  <a:lnTo>
                    <a:pt x="3248015" y="50916"/>
                  </a:lnTo>
                  <a:lnTo>
                    <a:pt x="3249087" y="50969"/>
                  </a:lnTo>
                  <a:lnTo>
                    <a:pt x="3250159" y="51021"/>
                  </a:lnTo>
                  <a:lnTo>
                    <a:pt x="3251230" y="51073"/>
                  </a:lnTo>
                  <a:lnTo>
                    <a:pt x="3252302" y="51125"/>
                  </a:lnTo>
                  <a:lnTo>
                    <a:pt x="3253373" y="51176"/>
                  </a:lnTo>
                  <a:lnTo>
                    <a:pt x="3254445" y="51226"/>
                  </a:lnTo>
                  <a:lnTo>
                    <a:pt x="3255517" y="51276"/>
                  </a:lnTo>
                  <a:lnTo>
                    <a:pt x="3256588" y="51325"/>
                  </a:lnTo>
                  <a:lnTo>
                    <a:pt x="3257660" y="51374"/>
                  </a:lnTo>
                  <a:lnTo>
                    <a:pt x="3258731" y="51422"/>
                  </a:lnTo>
                  <a:lnTo>
                    <a:pt x="3259803" y="51469"/>
                  </a:lnTo>
                  <a:lnTo>
                    <a:pt x="3260875" y="51516"/>
                  </a:lnTo>
                  <a:lnTo>
                    <a:pt x="3261946" y="51562"/>
                  </a:lnTo>
                  <a:lnTo>
                    <a:pt x="3263018" y="51608"/>
                  </a:lnTo>
                  <a:lnTo>
                    <a:pt x="3264089" y="51653"/>
                  </a:lnTo>
                  <a:lnTo>
                    <a:pt x="3265161" y="51698"/>
                  </a:lnTo>
                  <a:lnTo>
                    <a:pt x="3266233" y="51742"/>
                  </a:lnTo>
                  <a:lnTo>
                    <a:pt x="3267304" y="51786"/>
                  </a:lnTo>
                  <a:lnTo>
                    <a:pt x="3268376" y="51828"/>
                  </a:lnTo>
                  <a:lnTo>
                    <a:pt x="3269447" y="51871"/>
                  </a:lnTo>
                  <a:lnTo>
                    <a:pt x="3270519" y="51913"/>
                  </a:lnTo>
                  <a:lnTo>
                    <a:pt x="3271591" y="51954"/>
                  </a:lnTo>
                  <a:lnTo>
                    <a:pt x="3272662" y="51994"/>
                  </a:lnTo>
                  <a:lnTo>
                    <a:pt x="3273734" y="52034"/>
                  </a:lnTo>
                  <a:lnTo>
                    <a:pt x="3274805" y="52074"/>
                  </a:lnTo>
                  <a:lnTo>
                    <a:pt x="3275877" y="52113"/>
                  </a:lnTo>
                  <a:lnTo>
                    <a:pt x="3276949" y="52151"/>
                  </a:lnTo>
                  <a:lnTo>
                    <a:pt x="3278020" y="52189"/>
                  </a:lnTo>
                  <a:lnTo>
                    <a:pt x="3279092" y="52226"/>
                  </a:lnTo>
                  <a:lnTo>
                    <a:pt x="3280163" y="52263"/>
                  </a:lnTo>
                  <a:lnTo>
                    <a:pt x="3281235" y="52299"/>
                  </a:lnTo>
                  <a:lnTo>
                    <a:pt x="3282307" y="52335"/>
                  </a:lnTo>
                  <a:lnTo>
                    <a:pt x="3283378" y="52370"/>
                  </a:lnTo>
                  <a:lnTo>
                    <a:pt x="3284450" y="52404"/>
                  </a:lnTo>
                  <a:lnTo>
                    <a:pt x="3285521" y="52438"/>
                  </a:lnTo>
                  <a:lnTo>
                    <a:pt x="3286593" y="52471"/>
                  </a:lnTo>
                  <a:lnTo>
                    <a:pt x="3287665" y="52504"/>
                  </a:lnTo>
                  <a:lnTo>
                    <a:pt x="3288736" y="52536"/>
                  </a:lnTo>
                  <a:lnTo>
                    <a:pt x="3289808" y="52568"/>
                  </a:lnTo>
                  <a:lnTo>
                    <a:pt x="3290879" y="52599"/>
                  </a:lnTo>
                  <a:lnTo>
                    <a:pt x="3291951" y="52629"/>
                  </a:lnTo>
                  <a:lnTo>
                    <a:pt x="3293023" y="52659"/>
                  </a:lnTo>
                  <a:lnTo>
                    <a:pt x="3294094" y="52689"/>
                  </a:lnTo>
                  <a:lnTo>
                    <a:pt x="3295166" y="52717"/>
                  </a:lnTo>
                  <a:lnTo>
                    <a:pt x="3296237" y="52746"/>
                  </a:lnTo>
                  <a:lnTo>
                    <a:pt x="3297309" y="52773"/>
                  </a:lnTo>
                  <a:lnTo>
                    <a:pt x="3298381" y="52801"/>
                  </a:lnTo>
                  <a:lnTo>
                    <a:pt x="3299452" y="52827"/>
                  </a:lnTo>
                  <a:lnTo>
                    <a:pt x="3300524" y="52853"/>
                  </a:lnTo>
                  <a:lnTo>
                    <a:pt x="3301595" y="52879"/>
                  </a:lnTo>
                  <a:lnTo>
                    <a:pt x="3302667" y="52904"/>
                  </a:lnTo>
                  <a:lnTo>
                    <a:pt x="3303739" y="52928"/>
                  </a:lnTo>
                  <a:lnTo>
                    <a:pt x="3304810" y="52952"/>
                  </a:lnTo>
                  <a:lnTo>
                    <a:pt x="3305882" y="52975"/>
                  </a:lnTo>
                  <a:lnTo>
                    <a:pt x="3306953" y="52998"/>
                  </a:lnTo>
                  <a:lnTo>
                    <a:pt x="3308025" y="53020"/>
                  </a:lnTo>
                  <a:lnTo>
                    <a:pt x="3309097" y="53041"/>
                  </a:lnTo>
                  <a:lnTo>
                    <a:pt x="3310168" y="53063"/>
                  </a:lnTo>
                  <a:lnTo>
                    <a:pt x="3311240" y="53083"/>
                  </a:lnTo>
                  <a:lnTo>
                    <a:pt x="3312311" y="53103"/>
                  </a:lnTo>
                  <a:lnTo>
                    <a:pt x="3313383" y="53122"/>
                  </a:lnTo>
                  <a:lnTo>
                    <a:pt x="3314455" y="53141"/>
                  </a:lnTo>
                  <a:lnTo>
                    <a:pt x="3315526" y="53159"/>
                  </a:lnTo>
                  <a:lnTo>
                    <a:pt x="3316598" y="53177"/>
                  </a:lnTo>
                  <a:lnTo>
                    <a:pt x="3317669" y="53194"/>
                  </a:lnTo>
                  <a:lnTo>
                    <a:pt x="3318741" y="53211"/>
                  </a:lnTo>
                  <a:lnTo>
                    <a:pt x="3319813" y="53227"/>
                  </a:lnTo>
                  <a:lnTo>
                    <a:pt x="3320884" y="53243"/>
                  </a:lnTo>
                  <a:lnTo>
                    <a:pt x="3321956" y="53258"/>
                  </a:lnTo>
                  <a:lnTo>
                    <a:pt x="3323027" y="53272"/>
                  </a:lnTo>
                  <a:lnTo>
                    <a:pt x="3324099" y="53286"/>
                  </a:lnTo>
                  <a:lnTo>
                    <a:pt x="3325171" y="53299"/>
                  </a:lnTo>
                  <a:lnTo>
                    <a:pt x="3326242" y="53312"/>
                  </a:lnTo>
                  <a:lnTo>
                    <a:pt x="3327314" y="53324"/>
                  </a:lnTo>
                  <a:lnTo>
                    <a:pt x="3328385" y="53336"/>
                  </a:lnTo>
                  <a:lnTo>
                    <a:pt x="3329457" y="53347"/>
                  </a:lnTo>
                  <a:lnTo>
                    <a:pt x="3330529" y="53358"/>
                  </a:lnTo>
                  <a:lnTo>
                    <a:pt x="3331600" y="53368"/>
                  </a:lnTo>
                  <a:lnTo>
                    <a:pt x="3332672" y="53378"/>
                  </a:lnTo>
                  <a:lnTo>
                    <a:pt x="3333743" y="53387"/>
                  </a:lnTo>
                  <a:lnTo>
                    <a:pt x="3334815" y="53395"/>
                  </a:lnTo>
                  <a:lnTo>
                    <a:pt x="3335887" y="53403"/>
                  </a:lnTo>
                  <a:lnTo>
                    <a:pt x="3336958" y="53410"/>
                  </a:lnTo>
                  <a:lnTo>
                    <a:pt x="3338030" y="53417"/>
                  </a:lnTo>
                  <a:lnTo>
                    <a:pt x="3339101" y="53424"/>
                  </a:lnTo>
                  <a:lnTo>
                    <a:pt x="3340173" y="53429"/>
                  </a:lnTo>
                  <a:lnTo>
                    <a:pt x="3341245" y="53435"/>
                  </a:lnTo>
                  <a:lnTo>
                    <a:pt x="3342316" y="53439"/>
                  </a:lnTo>
                  <a:lnTo>
                    <a:pt x="3343388" y="53443"/>
                  </a:lnTo>
                  <a:lnTo>
                    <a:pt x="3344459" y="53447"/>
                  </a:lnTo>
                  <a:lnTo>
                    <a:pt x="3345531" y="53450"/>
                  </a:lnTo>
                  <a:lnTo>
                    <a:pt x="3346603" y="53453"/>
                  </a:lnTo>
                  <a:lnTo>
                    <a:pt x="3347674" y="53455"/>
                  </a:lnTo>
                  <a:lnTo>
                    <a:pt x="3348746" y="53456"/>
                  </a:lnTo>
                  <a:lnTo>
                    <a:pt x="3349817" y="53457"/>
                  </a:lnTo>
                  <a:lnTo>
                    <a:pt x="3350889" y="53457"/>
                  </a:lnTo>
                  <a:lnTo>
                    <a:pt x="3351961" y="53457"/>
                  </a:lnTo>
                  <a:lnTo>
                    <a:pt x="3353032" y="53456"/>
                  </a:lnTo>
                  <a:lnTo>
                    <a:pt x="3354104" y="53455"/>
                  </a:lnTo>
                  <a:lnTo>
                    <a:pt x="3355175" y="53454"/>
                  </a:lnTo>
                  <a:lnTo>
                    <a:pt x="3356247" y="53451"/>
                  </a:lnTo>
                  <a:lnTo>
                    <a:pt x="3357319" y="53448"/>
                  </a:lnTo>
                  <a:lnTo>
                    <a:pt x="3358390" y="53445"/>
                  </a:lnTo>
                  <a:lnTo>
                    <a:pt x="3359462" y="53441"/>
                  </a:lnTo>
                  <a:lnTo>
                    <a:pt x="3360533" y="53437"/>
                  </a:lnTo>
                  <a:lnTo>
                    <a:pt x="3361605" y="53432"/>
                  </a:lnTo>
                  <a:lnTo>
                    <a:pt x="3362677" y="53426"/>
                  </a:lnTo>
                  <a:lnTo>
                    <a:pt x="3363748" y="53420"/>
                  </a:lnTo>
                  <a:lnTo>
                    <a:pt x="3364820" y="53414"/>
                  </a:lnTo>
                  <a:lnTo>
                    <a:pt x="3365891" y="53407"/>
                  </a:lnTo>
                  <a:lnTo>
                    <a:pt x="3366963" y="53399"/>
                  </a:lnTo>
                  <a:lnTo>
                    <a:pt x="3368035" y="53391"/>
                  </a:lnTo>
                  <a:lnTo>
                    <a:pt x="3369106" y="53383"/>
                  </a:lnTo>
                  <a:lnTo>
                    <a:pt x="3370178" y="53373"/>
                  </a:lnTo>
                  <a:lnTo>
                    <a:pt x="3371249" y="53364"/>
                  </a:lnTo>
                  <a:lnTo>
                    <a:pt x="3372321" y="53353"/>
                  </a:lnTo>
                  <a:lnTo>
                    <a:pt x="3373392" y="53343"/>
                  </a:lnTo>
                  <a:lnTo>
                    <a:pt x="3374464" y="53331"/>
                  </a:lnTo>
                  <a:lnTo>
                    <a:pt x="3375536" y="53320"/>
                  </a:lnTo>
                  <a:lnTo>
                    <a:pt x="3376607" y="53307"/>
                  </a:lnTo>
                  <a:lnTo>
                    <a:pt x="3377679" y="53295"/>
                  </a:lnTo>
                  <a:lnTo>
                    <a:pt x="3378750" y="53281"/>
                  </a:lnTo>
                  <a:lnTo>
                    <a:pt x="3379822" y="53267"/>
                  </a:lnTo>
                  <a:lnTo>
                    <a:pt x="3380894" y="53253"/>
                  </a:lnTo>
                  <a:lnTo>
                    <a:pt x="3381965" y="53238"/>
                  </a:lnTo>
                  <a:lnTo>
                    <a:pt x="3383037" y="53223"/>
                  </a:lnTo>
                  <a:lnTo>
                    <a:pt x="3384108" y="53207"/>
                  </a:lnTo>
                  <a:lnTo>
                    <a:pt x="3385180" y="53190"/>
                  </a:lnTo>
                  <a:lnTo>
                    <a:pt x="3386252" y="53173"/>
                  </a:lnTo>
                  <a:lnTo>
                    <a:pt x="3387323" y="53156"/>
                  </a:lnTo>
                  <a:lnTo>
                    <a:pt x="3388395" y="53138"/>
                  </a:lnTo>
                  <a:lnTo>
                    <a:pt x="3389466" y="53119"/>
                  </a:lnTo>
                  <a:lnTo>
                    <a:pt x="3390538" y="53100"/>
                  </a:lnTo>
                  <a:lnTo>
                    <a:pt x="3391610" y="53080"/>
                  </a:lnTo>
                  <a:lnTo>
                    <a:pt x="3392681" y="53060"/>
                  </a:lnTo>
                  <a:lnTo>
                    <a:pt x="3393753" y="53040"/>
                  </a:lnTo>
                  <a:lnTo>
                    <a:pt x="3394824" y="53019"/>
                  </a:lnTo>
                  <a:lnTo>
                    <a:pt x="3395896" y="52997"/>
                  </a:lnTo>
                  <a:lnTo>
                    <a:pt x="3396968" y="52975"/>
                  </a:lnTo>
                  <a:lnTo>
                    <a:pt x="3398039" y="52952"/>
                  </a:lnTo>
                  <a:lnTo>
                    <a:pt x="3399111" y="52929"/>
                  </a:lnTo>
                  <a:lnTo>
                    <a:pt x="3400182" y="52905"/>
                  </a:lnTo>
                  <a:lnTo>
                    <a:pt x="3401254" y="52881"/>
                  </a:lnTo>
                  <a:lnTo>
                    <a:pt x="3402326" y="52856"/>
                  </a:lnTo>
                  <a:lnTo>
                    <a:pt x="3403397" y="52831"/>
                  </a:lnTo>
                  <a:lnTo>
                    <a:pt x="3404469" y="52805"/>
                  </a:lnTo>
                  <a:lnTo>
                    <a:pt x="3405540" y="52779"/>
                  </a:lnTo>
                  <a:lnTo>
                    <a:pt x="3406612" y="52752"/>
                  </a:lnTo>
                  <a:lnTo>
                    <a:pt x="3407684" y="52725"/>
                  </a:lnTo>
                  <a:lnTo>
                    <a:pt x="3408755" y="52697"/>
                  </a:lnTo>
                  <a:lnTo>
                    <a:pt x="3409827" y="52669"/>
                  </a:lnTo>
                  <a:lnTo>
                    <a:pt x="3410898" y="52640"/>
                  </a:lnTo>
                  <a:lnTo>
                    <a:pt x="3411970" y="52611"/>
                  </a:lnTo>
                  <a:lnTo>
                    <a:pt x="3413042" y="52581"/>
                  </a:lnTo>
                  <a:lnTo>
                    <a:pt x="3414113" y="52551"/>
                  </a:lnTo>
                  <a:lnTo>
                    <a:pt x="3415185" y="52520"/>
                  </a:lnTo>
                  <a:lnTo>
                    <a:pt x="3416256" y="52489"/>
                  </a:lnTo>
                  <a:lnTo>
                    <a:pt x="3417328" y="52457"/>
                  </a:lnTo>
                  <a:lnTo>
                    <a:pt x="3418400" y="52425"/>
                  </a:lnTo>
                  <a:lnTo>
                    <a:pt x="3419471" y="52392"/>
                  </a:lnTo>
                  <a:lnTo>
                    <a:pt x="3420543" y="52358"/>
                  </a:lnTo>
                  <a:lnTo>
                    <a:pt x="3421614" y="52325"/>
                  </a:lnTo>
                  <a:lnTo>
                    <a:pt x="3422686" y="52290"/>
                  </a:lnTo>
                  <a:lnTo>
                    <a:pt x="3423758" y="52255"/>
                  </a:lnTo>
                  <a:lnTo>
                    <a:pt x="3424829" y="52220"/>
                  </a:lnTo>
                  <a:lnTo>
                    <a:pt x="3425901" y="52184"/>
                  </a:lnTo>
                  <a:lnTo>
                    <a:pt x="3426972" y="52148"/>
                  </a:lnTo>
                  <a:lnTo>
                    <a:pt x="3428044" y="52111"/>
                  </a:lnTo>
                  <a:lnTo>
                    <a:pt x="3429116" y="52074"/>
                  </a:lnTo>
                  <a:lnTo>
                    <a:pt x="3430187" y="52036"/>
                  </a:lnTo>
                  <a:lnTo>
                    <a:pt x="3431259" y="51998"/>
                  </a:lnTo>
                  <a:lnTo>
                    <a:pt x="3432330" y="51959"/>
                  </a:lnTo>
                  <a:lnTo>
                    <a:pt x="3433402" y="51920"/>
                  </a:lnTo>
                  <a:lnTo>
                    <a:pt x="3434474" y="51880"/>
                  </a:lnTo>
                  <a:lnTo>
                    <a:pt x="3435545" y="51839"/>
                  </a:lnTo>
                  <a:lnTo>
                    <a:pt x="3436617" y="51799"/>
                  </a:lnTo>
                  <a:lnTo>
                    <a:pt x="3437688" y="51757"/>
                  </a:lnTo>
                  <a:lnTo>
                    <a:pt x="3438760" y="51716"/>
                  </a:lnTo>
                  <a:lnTo>
                    <a:pt x="3439832" y="51673"/>
                  </a:lnTo>
                  <a:lnTo>
                    <a:pt x="3440903" y="51630"/>
                  </a:lnTo>
                  <a:lnTo>
                    <a:pt x="3441975" y="51587"/>
                  </a:lnTo>
                  <a:lnTo>
                    <a:pt x="3443046" y="51543"/>
                  </a:lnTo>
                  <a:lnTo>
                    <a:pt x="3444118" y="51499"/>
                  </a:lnTo>
                  <a:lnTo>
                    <a:pt x="3445190" y="51454"/>
                  </a:lnTo>
                  <a:lnTo>
                    <a:pt x="3446261" y="51409"/>
                  </a:lnTo>
                  <a:lnTo>
                    <a:pt x="3447333" y="51364"/>
                  </a:lnTo>
                  <a:lnTo>
                    <a:pt x="3448404" y="51317"/>
                  </a:lnTo>
                  <a:lnTo>
                    <a:pt x="3449476" y="51271"/>
                  </a:lnTo>
                  <a:lnTo>
                    <a:pt x="3450548" y="51223"/>
                  </a:lnTo>
                  <a:lnTo>
                    <a:pt x="3451619" y="51176"/>
                  </a:lnTo>
                  <a:lnTo>
                    <a:pt x="3452691" y="51128"/>
                  </a:lnTo>
                  <a:lnTo>
                    <a:pt x="3453762" y="51079"/>
                  </a:lnTo>
                  <a:lnTo>
                    <a:pt x="3454834" y="51030"/>
                  </a:lnTo>
                  <a:lnTo>
                    <a:pt x="3455906" y="50980"/>
                  </a:lnTo>
                  <a:lnTo>
                    <a:pt x="3456977" y="50930"/>
                  </a:lnTo>
                  <a:lnTo>
                    <a:pt x="3458049" y="50880"/>
                  </a:lnTo>
                  <a:lnTo>
                    <a:pt x="3459120" y="50829"/>
                  </a:lnTo>
                  <a:lnTo>
                    <a:pt x="3460192" y="50777"/>
                  </a:lnTo>
                  <a:lnTo>
                    <a:pt x="3461264" y="50725"/>
                  </a:lnTo>
                  <a:lnTo>
                    <a:pt x="3462335" y="50672"/>
                  </a:lnTo>
                  <a:lnTo>
                    <a:pt x="3463407" y="50619"/>
                  </a:lnTo>
                  <a:lnTo>
                    <a:pt x="3464478" y="50566"/>
                  </a:lnTo>
                  <a:lnTo>
                    <a:pt x="3465550" y="50512"/>
                  </a:lnTo>
                  <a:lnTo>
                    <a:pt x="3466622" y="50458"/>
                  </a:lnTo>
                  <a:lnTo>
                    <a:pt x="3467693" y="50403"/>
                  </a:lnTo>
                  <a:lnTo>
                    <a:pt x="3468765" y="50347"/>
                  </a:lnTo>
                  <a:lnTo>
                    <a:pt x="3469836" y="50291"/>
                  </a:lnTo>
                  <a:lnTo>
                    <a:pt x="3470908" y="50235"/>
                  </a:lnTo>
                  <a:lnTo>
                    <a:pt x="3471980" y="50178"/>
                  </a:lnTo>
                  <a:lnTo>
                    <a:pt x="3473051" y="50121"/>
                  </a:lnTo>
                  <a:lnTo>
                    <a:pt x="3474123" y="50063"/>
                  </a:lnTo>
                  <a:lnTo>
                    <a:pt x="3475194" y="50005"/>
                  </a:lnTo>
                  <a:lnTo>
                    <a:pt x="3476266" y="49946"/>
                  </a:lnTo>
                  <a:lnTo>
                    <a:pt x="3477338" y="49887"/>
                  </a:lnTo>
                  <a:lnTo>
                    <a:pt x="3478409" y="49827"/>
                  </a:lnTo>
                  <a:lnTo>
                    <a:pt x="3479481" y="49767"/>
                  </a:lnTo>
                  <a:lnTo>
                    <a:pt x="3480552" y="49707"/>
                  </a:lnTo>
                  <a:lnTo>
                    <a:pt x="3481624" y="49646"/>
                  </a:lnTo>
                  <a:lnTo>
                    <a:pt x="3482696" y="49584"/>
                  </a:lnTo>
                  <a:lnTo>
                    <a:pt x="3483767" y="49522"/>
                  </a:lnTo>
                  <a:lnTo>
                    <a:pt x="3484839" y="49460"/>
                  </a:lnTo>
                  <a:lnTo>
                    <a:pt x="3485910" y="49397"/>
                  </a:lnTo>
                  <a:lnTo>
                    <a:pt x="3486982" y="49333"/>
                  </a:lnTo>
                  <a:lnTo>
                    <a:pt x="3488054" y="49269"/>
                  </a:lnTo>
                  <a:lnTo>
                    <a:pt x="3489125" y="49205"/>
                  </a:lnTo>
                  <a:lnTo>
                    <a:pt x="3490197" y="49140"/>
                  </a:lnTo>
                  <a:lnTo>
                    <a:pt x="3491268" y="49075"/>
                  </a:lnTo>
                  <a:lnTo>
                    <a:pt x="3492340" y="49009"/>
                  </a:lnTo>
                  <a:lnTo>
                    <a:pt x="3493412" y="48943"/>
                  </a:lnTo>
                  <a:lnTo>
                    <a:pt x="3494483" y="48876"/>
                  </a:lnTo>
                  <a:lnTo>
                    <a:pt x="3495555" y="48809"/>
                  </a:lnTo>
                  <a:lnTo>
                    <a:pt x="3496626" y="48741"/>
                  </a:lnTo>
                  <a:lnTo>
                    <a:pt x="3497698" y="48673"/>
                  </a:lnTo>
                  <a:lnTo>
                    <a:pt x="3498770" y="48604"/>
                  </a:lnTo>
                  <a:lnTo>
                    <a:pt x="3499841" y="48535"/>
                  </a:lnTo>
                  <a:lnTo>
                    <a:pt x="3500913" y="48466"/>
                  </a:lnTo>
                  <a:lnTo>
                    <a:pt x="3501984" y="48396"/>
                  </a:lnTo>
                  <a:lnTo>
                    <a:pt x="3503056" y="48326"/>
                  </a:lnTo>
                  <a:lnTo>
                    <a:pt x="3504128" y="48255"/>
                  </a:lnTo>
                  <a:lnTo>
                    <a:pt x="3505199" y="48183"/>
                  </a:lnTo>
                  <a:lnTo>
                    <a:pt x="3506271" y="48112"/>
                  </a:lnTo>
                  <a:lnTo>
                    <a:pt x="3507342" y="48039"/>
                  </a:lnTo>
                  <a:lnTo>
                    <a:pt x="3508414" y="47967"/>
                  </a:lnTo>
                  <a:lnTo>
                    <a:pt x="3509486" y="47893"/>
                  </a:lnTo>
                  <a:lnTo>
                    <a:pt x="3510557" y="47820"/>
                  </a:lnTo>
                  <a:lnTo>
                    <a:pt x="3511629" y="47746"/>
                  </a:lnTo>
                  <a:lnTo>
                    <a:pt x="3512700" y="47671"/>
                  </a:lnTo>
                  <a:lnTo>
                    <a:pt x="3513772" y="47596"/>
                  </a:lnTo>
                  <a:lnTo>
                    <a:pt x="3514844" y="47521"/>
                  </a:lnTo>
                  <a:lnTo>
                    <a:pt x="3515915" y="47445"/>
                  </a:lnTo>
                  <a:lnTo>
                    <a:pt x="3516987" y="47368"/>
                  </a:lnTo>
                  <a:lnTo>
                    <a:pt x="3518058" y="47292"/>
                  </a:lnTo>
                  <a:lnTo>
                    <a:pt x="3519130" y="47214"/>
                  </a:lnTo>
                  <a:lnTo>
                    <a:pt x="3520202" y="47137"/>
                  </a:lnTo>
                  <a:lnTo>
                    <a:pt x="3521273" y="47059"/>
                  </a:lnTo>
                  <a:lnTo>
                    <a:pt x="3522345" y="46980"/>
                  </a:lnTo>
                  <a:lnTo>
                    <a:pt x="3523416" y="46901"/>
                  </a:lnTo>
                  <a:lnTo>
                    <a:pt x="3524488" y="46821"/>
                  </a:lnTo>
                  <a:lnTo>
                    <a:pt x="3525560" y="46741"/>
                  </a:lnTo>
                  <a:lnTo>
                    <a:pt x="3526631" y="46661"/>
                  </a:lnTo>
                  <a:lnTo>
                    <a:pt x="3527703" y="46580"/>
                  </a:lnTo>
                  <a:lnTo>
                    <a:pt x="3528774" y="46499"/>
                  </a:lnTo>
                  <a:lnTo>
                    <a:pt x="3529846" y="46417"/>
                  </a:lnTo>
                  <a:lnTo>
                    <a:pt x="3530918" y="46335"/>
                  </a:lnTo>
                  <a:lnTo>
                    <a:pt x="3531989" y="46252"/>
                  </a:lnTo>
                  <a:lnTo>
                    <a:pt x="3533061" y="46169"/>
                  </a:lnTo>
                  <a:lnTo>
                    <a:pt x="3534132" y="46085"/>
                  </a:lnTo>
                  <a:lnTo>
                    <a:pt x="3535204" y="46001"/>
                  </a:lnTo>
                  <a:lnTo>
                    <a:pt x="3536276" y="45917"/>
                  </a:lnTo>
                  <a:lnTo>
                    <a:pt x="3537347" y="45832"/>
                  </a:lnTo>
                  <a:lnTo>
                    <a:pt x="3538419" y="45747"/>
                  </a:lnTo>
                  <a:lnTo>
                    <a:pt x="3539490" y="45661"/>
                  </a:lnTo>
                  <a:lnTo>
                    <a:pt x="3540562" y="45575"/>
                  </a:lnTo>
                  <a:lnTo>
                    <a:pt x="3541634" y="45488"/>
                  </a:lnTo>
                  <a:lnTo>
                    <a:pt x="3542705" y="45401"/>
                  </a:lnTo>
                  <a:lnTo>
                    <a:pt x="3543777" y="45314"/>
                  </a:lnTo>
                  <a:lnTo>
                    <a:pt x="3544848" y="45226"/>
                  </a:lnTo>
                  <a:lnTo>
                    <a:pt x="3545920" y="45137"/>
                  </a:lnTo>
                  <a:lnTo>
                    <a:pt x="3546992" y="45048"/>
                  </a:lnTo>
                  <a:lnTo>
                    <a:pt x="3548063" y="44959"/>
                  </a:lnTo>
                  <a:lnTo>
                    <a:pt x="3549135" y="44869"/>
                  </a:lnTo>
                  <a:lnTo>
                    <a:pt x="3550206" y="44779"/>
                  </a:lnTo>
                  <a:lnTo>
                    <a:pt x="3551278" y="44688"/>
                  </a:lnTo>
                  <a:lnTo>
                    <a:pt x="3552349" y="44597"/>
                  </a:lnTo>
                  <a:lnTo>
                    <a:pt x="3553421" y="44506"/>
                  </a:lnTo>
                  <a:lnTo>
                    <a:pt x="3554493" y="44414"/>
                  </a:lnTo>
                  <a:lnTo>
                    <a:pt x="3555564" y="44322"/>
                  </a:lnTo>
                  <a:lnTo>
                    <a:pt x="3556636" y="44229"/>
                  </a:lnTo>
                  <a:lnTo>
                    <a:pt x="3557707" y="44136"/>
                  </a:lnTo>
                  <a:lnTo>
                    <a:pt x="3558779" y="44042"/>
                  </a:lnTo>
                  <a:lnTo>
                    <a:pt x="3559851" y="43948"/>
                  </a:lnTo>
                  <a:lnTo>
                    <a:pt x="3560922" y="43853"/>
                  </a:lnTo>
                  <a:lnTo>
                    <a:pt x="3561994" y="43758"/>
                  </a:lnTo>
                  <a:lnTo>
                    <a:pt x="3563065" y="43663"/>
                  </a:lnTo>
                  <a:lnTo>
                    <a:pt x="3564137" y="43567"/>
                  </a:lnTo>
                  <a:lnTo>
                    <a:pt x="3565209" y="43471"/>
                  </a:lnTo>
                  <a:lnTo>
                    <a:pt x="3566280" y="43374"/>
                  </a:lnTo>
                  <a:lnTo>
                    <a:pt x="3567352" y="43277"/>
                  </a:lnTo>
                  <a:lnTo>
                    <a:pt x="3568423" y="43180"/>
                  </a:lnTo>
                  <a:lnTo>
                    <a:pt x="3569495" y="43082"/>
                  </a:lnTo>
                  <a:lnTo>
                    <a:pt x="3570567" y="42983"/>
                  </a:lnTo>
                  <a:lnTo>
                    <a:pt x="3571638" y="42885"/>
                  </a:lnTo>
                  <a:lnTo>
                    <a:pt x="3572710" y="42785"/>
                  </a:lnTo>
                  <a:lnTo>
                    <a:pt x="3573781" y="42686"/>
                  </a:lnTo>
                  <a:lnTo>
                    <a:pt x="3574853" y="42586"/>
                  </a:lnTo>
                  <a:lnTo>
                    <a:pt x="3575925" y="42485"/>
                  </a:lnTo>
                  <a:lnTo>
                    <a:pt x="3576996" y="42384"/>
                  </a:lnTo>
                  <a:lnTo>
                    <a:pt x="3578068" y="42283"/>
                  </a:lnTo>
                  <a:lnTo>
                    <a:pt x="3579139" y="42181"/>
                  </a:lnTo>
                  <a:lnTo>
                    <a:pt x="3580211" y="42079"/>
                  </a:lnTo>
                  <a:lnTo>
                    <a:pt x="3581283" y="41976"/>
                  </a:lnTo>
                  <a:lnTo>
                    <a:pt x="3582354" y="41873"/>
                  </a:lnTo>
                  <a:lnTo>
                    <a:pt x="3583426" y="41770"/>
                  </a:lnTo>
                  <a:lnTo>
                    <a:pt x="3584497" y="41666"/>
                  </a:lnTo>
                  <a:lnTo>
                    <a:pt x="3585569" y="41562"/>
                  </a:lnTo>
                  <a:lnTo>
                    <a:pt x="3586641" y="41457"/>
                  </a:lnTo>
                  <a:lnTo>
                    <a:pt x="3587712" y="41352"/>
                  </a:lnTo>
                  <a:lnTo>
                    <a:pt x="3588784" y="41246"/>
                  </a:lnTo>
                  <a:lnTo>
                    <a:pt x="3589855" y="41140"/>
                  </a:lnTo>
                  <a:lnTo>
                    <a:pt x="3590927" y="41034"/>
                  </a:lnTo>
                  <a:lnTo>
                    <a:pt x="3591999" y="40927"/>
                  </a:lnTo>
                  <a:lnTo>
                    <a:pt x="3593070" y="40820"/>
                  </a:lnTo>
                  <a:lnTo>
                    <a:pt x="3594142" y="40712"/>
                  </a:lnTo>
                  <a:lnTo>
                    <a:pt x="3595213" y="40604"/>
                  </a:lnTo>
                  <a:lnTo>
                    <a:pt x="3596285" y="40496"/>
                  </a:lnTo>
                  <a:lnTo>
                    <a:pt x="3597357" y="40387"/>
                  </a:lnTo>
                  <a:lnTo>
                    <a:pt x="3598428" y="40278"/>
                  </a:lnTo>
                  <a:lnTo>
                    <a:pt x="3599500" y="40168"/>
                  </a:lnTo>
                  <a:lnTo>
                    <a:pt x="3600571" y="40058"/>
                  </a:lnTo>
                  <a:lnTo>
                    <a:pt x="3601643" y="39947"/>
                  </a:lnTo>
                  <a:lnTo>
                    <a:pt x="3602715" y="39836"/>
                  </a:lnTo>
                  <a:lnTo>
                    <a:pt x="3603786" y="39725"/>
                  </a:lnTo>
                  <a:lnTo>
                    <a:pt x="3604858" y="39613"/>
                  </a:lnTo>
                  <a:lnTo>
                    <a:pt x="3605929" y="39501"/>
                  </a:lnTo>
                  <a:lnTo>
                    <a:pt x="3607001" y="39388"/>
                  </a:lnTo>
                  <a:lnTo>
                    <a:pt x="3608073" y="39275"/>
                  </a:lnTo>
                  <a:lnTo>
                    <a:pt x="3609144" y="39162"/>
                  </a:lnTo>
                  <a:lnTo>
                    <a:pt x="3610216" y="39048"/>
                  </a:lnTo>
                  <a:lnTo>
                    <a:pt x="3611287" y="38934"/>
                  </a:lnTo>
                  <a:lnTo>
                    <a:pt x="3612359" y="38819"/>
                  </a:lnTo>
                  <a:lnTo>
                    <a:pt x="3613431" y="38704"/>
                  </a:lnTo>
                  <a:lnTo>
                    <a:pt x="3614502" y="38589"/>
                  </a:lnTo>
                  <a:lnTo>
                    <a:pt x="3615574" y="38473"/>
                  </a:lnTo>
                  <a:lnTo>
                    <a:pt x="3616645" y="38357"/>
                  </a:lnTo>
                  <a:lnTo>
                    <a:pt x="3617717" y="38240"/>
                  </a:lnTo>
                  <a:lnTo>
                    <a:pt x="3618789" y="38123"/>
                  </a:lnTo>
                  <a:lnTo>
                    <a:pt x="3619860" y="38006"/>
                  </a:lnTo>
                  <a:lnTo>
                    <a:pt x="3620932" y="37888"/>
                  </a:lnTo>
                  <a:lnTo>
                    <a:pt x="3622003" y="37770"/>
                  </a:lnTo>
                  <a:lnTo>
                    <a:pt x="3623075" y="37651"/>
                  </a:lnTo>
                  <a:lnTo>
                    <a:pt x="3624147" y="37532"/>
                  </a:lnTo>
                  <a:lnTo>
                    <a:pt x="3625218" y="37412"/>
                  </a:lnTo>
                  <a:lnTo>
                    <a:pt x="3626290" y="37293"/>
                  </a:lnTo>
                  <a:lnTo>
                    <a:pt x="3627361" y="37172"/>
                  </a:lnTo>
                  <a:lnTo>
                    <a:pt x="3628433" y="37052"/>
                  </a:lnTo>
                  <a:lnTo>
                    <a:pt x="3629505" y="36931"/>
                  </a:lnTo>
                  <a:lnTo>
                    <a:pt x="3630576" y="36809"/>
                  </a:lnTo>
                  <a:lnTo>
                    <a:pt x="3631648" y="36687"/>
                  </a:lnTo>
                  <a:lnTo>
                    <a:pt x="3632719" y="36565"/>
                  </a:lnTo>
                  <a:lnTo>
                    <a:pt x="3633791" y="36442"/>
                  </a:lnTo>
                  <a:lnTo>
                    <a:pt x="3634863" y="36319"/>
                  </a:lnTo>
                  <a:lnTo>
                    <a:pt x="3635934" y="36196"/>
                  </a:lnTo>
                  <a:lnTo>
                    <a:pt x="3637006" y="36072"/>
                  </a:lnTo>
                  <a:lnTo>
                    <a:pt x="3638077" y="35948"/>
                  </a:lnTo>
                  <a:lnTo>
                    <a:pt x="3639149" y="35823"/>
                  </a:lnTo>
                  <a:lnTo>
                    <a:pt x="3640221" y="35698"/>
                  </a:lnTo>
                  <a:lnTo>
                    <a:pt x="3641292" y="35573"/>
                  </a:lnTo>
                  <a:lnTo>
                    <a:pt x="3642364" y="35447"/>
                  </a:lnTo>
                  <a:lnTo>
                    <a:pt x="3643435" y="35321"/>
                  </a:lnTo>
                  <a:lnTo>
                    <a:pt x="3644507" y="35194"/>
                  </a:lnTo>
                  <a:lnTo>
                    <a:pt x="3645579" y="35067"/>
                  </a:lnTo>
                  <a:lnTo>
                    <a:pt x="3646650" y="34940"/>
                  </a:lnTo>
                  <a:lnTo>
                    <a:pt x="3647722" y="34812"/>
                  </a:lnTo>
                  <a:lnTo>
                    <a:pt x="3648793" y="34684"/>
                  </a:lnTo>
                  <a:lnTo>
                    <a:pt x="3649865" y="34556"/>
                  </a:lnTo>
                  <a:lnTo>
                    <a:pt x="3650937" y="34427"/>
                  </a:lnTo>
                  <a:lnTo>
                    <a:pt x="3652008" y="34298"/>
                  </a:lnTo>
                  <a:lnTo>
                    <a:pt x="3653080" y="34168"/>
                  </a:lnTo>
                  <a:lnTo>
                    <a:pt x="3654151" y="34038"/>
                  </a:lnTo>
                  <a:lnTo>
                    <a:pt x="3655223" y="33907"/>
                  </a:lnTo>
                  <a:lnTo>
                    <a:pt x="3656295" y="33777"/>
                  </a:lnTo>
                  <a:lnTo>
                    <a:pt x="3657366" y="33645"/>
                  </a:lnTo>
                  <a:lnTo>
                    <a:pt x="3658438" y="33514"/>
                  </a:lnTo>
                  <a:lnTo>
                    <a:pt x="3659509" y="33382"/>
                  </a:lnTo>
                  <a:lnTo>
                    <a:pt x="3660581" y="33249"/>
                  </a:lnTo>
                  <a:lnTo>
                    <a:pt x="3661653" y="33117"/>
                  </a:lnTo>
                  <a:lnTo>
                    <a:pt x="3662724" y="32984"/>
                  </a:lnTo>
                  <a:lnTo>
                    <a:pt x="3663796" y="32850"/>
                  </a:lnTo>
                  <a:lnTo>
                    <a:pt x="3664867" y="32716"/>
                  </a:lnTo>
                  <a:lnTo>
                    <a:pt x="3665939" y="32582"/>
                  </a:lnTo>
                  <a:lnTo>
                    <a:pt x="3667011" y="32447"/>
                  </a:lnTo>
                  <a:lnTo>
                    <a:pt x="3668082" y="32312"/>
                  </a:lnTo>
                  <a:lnTo>
                    <a:pt x="3669154" y="32177"/>
                  </a:lnTo>
                  <a:lnTo>
                    <a:pt x="3670225" y="32041"/>
                  </a:lnTo>
                  <a:lnTo>
                    <a:pt x="3671297" y="31905"/>
                  </a:lnTo>
                  <a:lnTo>
                    <a:pt x="3672369" y="31768"/>
                  </a:lnTo>
                  <a:lnTo>
                    <a:pt x="3673440" y="31631"/>
                  </a:lnTo>
                  <a:lnTo>
                    <a:pt x="3674512" y="31494"/>
                  </a:lnTo>
                  <a:lnTo>
                    <a:pt x="3675583" y="31356"/>
                  </a:lnTo>
                  <a:lnTo>
                    <a:pt x="3676655" y="31218"/>
                  </a:lnTo>
                  <a:lnTo>
                    <a:pt x="3677727" y="31080"/>
                  </a:lnTo>
                  <a:lnTo>
                    <a:pt x="3678798" y="30941"/>
                  </a:lnTo>
                  <a:lnTo>
                    <a:pt x="3679870" y="30802"/>
                  </a:lnTo>
                  <a:lnTo>
                    <a:pt x="3680941" y="30662"/>
                  </a:lnTo>
                  <a:lnTo>
                    <a:pt x="3682013" y="30522"/>
                  </a:lnTo>
                  <a:lnTo>
                    <a:pt x="3683085" y="30382"/>
                  </a:lnTo>
                  <a:lnTo>
                    <a:pt x="3684156" y="30242"/>
                  </a:lnTo>
                  <a:lnTo>
                    <a:pt x="3685228" y="30100"/>
                  </a:lnTo>
                  <a:lnTo>
                    <a:pt x="3686299" y="29959"/>
                  </a:lnTo>
                  <a:lnTo>
                    <a:pt x="3687371" y="29817"/>
                  </a:lnTo>
                  <a:lnTo>
                    <a:pt x="3688443" y="29675"/>
                  </a:lnTo>
                  <a:lnTo>
                    <a:pt x="3689514" y="29533"/>
                  </a:lnTo>
                  <a:lnTo>
                    <a:pt x="3690586" y="29390"/>
                  </a:lnTo>
                  <a:lnTo>
                    <a:pt x="3691657" y="29246"/>
                  </a:lnTo>
                  <a:lnTo>
                    <a:pt x="3692729" y="29103"/>
                  </a:lnTo>
                  <a:lnTo>
                    <a:pt x="3693801" y="28959"/>
                  </a:lnTo>
                  <a:lnTo>
                    <a:pt x="3694872" y="28815"/>
                  </a:lnTo>
                  <a:lnTo>
                    <a:pt x="3695944" y="28670"/>
                  </a:lnTo>
                  <a:lnTo>
                    <a:pt x="3697015" y="28525"/>
                  </a:lnTo>
                  <a:lnTo>
                    <a:pt x="3698087" y="28379"/>
                  </a:lnTo>
                  <a:lnTo>
                    <a:pt x="3699159" y="28233"/>
                  </a:lnTo>
                  <a:lnTo>
                    <a:pt x="3700230" y="28087"/>
                  </a:lnTo>
                  <a:lnTo>
                    <a:pt x="3701302" y="27941"/>
                  </a:lnTo>
                  <a:lnTo>
                    <a:pt x="3702373" y="27794"/>
                  </a:lnTo>
                  <a:lnTo>
                    <a:pt x="3703445" y="27647"/>
                  </a:lnTo>
                  <a:lnTo>
                    <a:pt x="3704517" y="27499"/>
                  </a:lnTo>
                  <a:lnTo>
                    <a:pt x="3705588" y="27351"/>
                  </a:lnTo>
                  <a:lnTo>
                    <a:pt x="3706660" y="27203"/>
                  </a:lnTo>
                  <a:lnTo>
                    <a:pt x="3707731" y="27054"/>
                  </a:lnTo>
                  <a:lnTo>
                    <a:pt x="3708803" y="26905"/>
                  </a:lnTo>
                  <a:lnTo>
                    <a:pt x="3709875" y="26755"/>
                  </a:lnTo>
                  <a:lnTo>
                    <a:pt x="3710946" y="26605"/>
                  </a:lnTo>
                  <a:lnTo>
                    <a:pt x="3712018" y="26455"/>
                  </a:lnTo>
                  <a:lnTo>
                    <a:pt x="3713089" y="26305"/>
                  </a:lnTo>
                  <a:lnTo>
                    <a:pt x="3714161" y="26154"/>
                  </a:lnTo>
                  <a:lnTo>
                    <a:pt x="3715233" y="26003"/>
                  </a:lnTo>
                  <a:lnTo>
                    <a:pt x="3716304" y="25851"/>
                  </a:lnTo>
                  <a:lnTo>
                    <a:pt x="3717376" y="25699"/>
                  </a:lnTo>
                  <a:lnTo>
                    <a:pt x="3718447" y="25547"/>
                  </a:lnTo>
                  <a:lnTo>
                    <a:pt x="3719519" y="25394"/>
                  </a:lnTo>
                  <a:lnTo>
                    <a:pt x="3720591" y="25241"/>
                  </a:lnTo>
                  <a:lnTo>
                    <a:pt x="3721662" y="25088"/>
                  </a:lnTo>
                  <a:lnTo>
                    <a:pt x="3722734" y="24934"/>
                  </a:lnTo>
                  <a:lnTo>
                    <a:pt x="3723805" y="24780"/>
                  </a:lnTo>
                  <a:lnTo>
                    <a:pt x="3724877" y="24625"/>
                  </a:lnTo>
                  <a:lnTo>
                    <a:pt x="3725949" y="24471"/>
                  </a:lnTo>
                  <a:lnTo>
                    <a:pt x="3727020" y="24316"/>
                  </a:lnTo>
                  <a:lnTo>
                    <a:pt x="3728092" y="24160"/>
                  </a:lnTo>
                  <a:lnTo>
                    <a:pt x="3729163" y="24004"/>
                  </a:lnTo>
                  <a:lnTo>
                    <a:pt x="3730235" y="23848"/>
                  </a:lnTo>
                  <a:lnTo>
                    <a:pt x="3731306" y="23691"/>
                  </a:lnTo>
                  <a:lnTo>
                    <a:pt x="3732378" y="23535"/>
                  </a:lnTo>
                  <a:lnTo>
                    <a:pt x="3733450" y="23377"/>
                  </a:lnTo>
                  <a:lnTo>
                    <a:pt x="3734521" y="23220"/>
                  </a:lnTo>
                  <a:lnTo>
                    <a:pt x="3735593" y="23062"/>
                  </a:lnTo>
                  <a:lnTo>
                    <a:pt x="3736664" y="22904"/>
                  </a:lnTo>
                  <a:lnTo>
                    <a:pt x="3737736" y="22745"/>
                  </a:lnTo>
                  <a:lnTo>
                    <a:pt x="3738808" y="22586"/>
                  </a:lnTo>
                  <a:lnTo>
                    <a:pt x="3739879" y="22427"/>
                  </a:lnTo>
                  <a:lnTo>
                    <a:pt x="3740951" y="22267"/>
                  </a:lnTo>
                  <a:lnTo>
                    <a:pt x="3742022" y="22107"/>
                  </a:lnTo>
                  <a:lnTo>
                    <a:pt x="3743094" y="21946"/>
                  </a:lnTo>
                  <a:lnTo>
                    <a:pt x="3744166" y="21786"/>
                  </a:lnTo>
                  <a:lnTo>
                    <a:pt x="3745237" y="21625"/>
                  </a:lnTo>
                  <a:lnTo>
                    <a:pt x="3746309" y="21463"/>
                  </a:lnTo>
                  <a:lnTo>
                    <a:pt x="3747380" y="21302"/>
                  </a:lnTo>
                  <a:lnTo>
                    <a:pt x="3748452" y="21139"/>
                  </a:lnTo>
                  <a:lnTo>
                    <a:pt x="3749524" y="20977"/>
                  </a:lnTo>
                  <a:lnTo>
                    <a:pt x="3750595" y="20814"/>
                  </a:lnTo>
                  <a:lnTo>
                    <a:pt x="3751667" y="20651"/>
                  </a:lnTo>
                  <a:lnTo>
                    <a:pt x="3752738" y="20488"/>
                  </a:lnTo>
                  <a:lnTo>
                    <a:pt x="3753810" y="20324"/>
                  </a:lnTo>
                  <a:lnTo>
                    <a:pt x="3754882" y="20160"/>
                  </a:lnTo>
                  <a:lnTo>
                    <a:pt x="3755953" y="19995"/>
                  </a:lnTo>
                  <a:lnTo>
                    <a:pt x="3757025" y="19830"/>
                  </a:lnTo>
                  <a:lnTo>
                    <a:pt x="3758096" y="19665"/>
                  </a:lnTo>
                  <a:lnTo>
                    <a:pt x="3759168" y="19500"/>
                  </a:lnTo>
                  <a:lnTo>
                    <a:pt x="3760240" y="19334"/>
                  </a:lnTo>
                  <a:lnTo>
                    <a:pt x="3761311" y="19168"/>
                  </a:lnTo>
                  <a:lnTo>
                    <a:pt x="3762383" y="19001"/>
                  </a:lnTo>
                  <a:lnTo>
                    <a:pt x="3763454" y="18834"/>
                  </a:lnTo>
                  <a:lnTo>
                    <a:pt x="3764526" y="18667"/>
                  </a:lnTo>
                  <a:lnTo>
                    <a:pt x="3765598" y="18500"/>
                  </a:lnTo>
                  <a:lnTo>
                    <a:pt x="3766669" y="18332"/>
                  </a:lnTo>
                  <a:lnTo>
                    <a:pt x="3767741" y="18164"/>
                  </a:lnTo>
                  <a:lnTo>
                    <a:pt x="3768812" y="17995"/>
                  </a:lnTo>
                  <a:lnTo>
                    <a:pt x="3769884" y="17826"/>
                  </a:lnTo>
                  <a:lnTo>
                    <a:pt x="3770956" y="17657"/>
                  </a:lnTo>
                  <a:lnTo>
                    <a:pt x="3772027" y="17488"/>
                  </a:lnTo>
                  <a:lnTo>
                    <a:pt x="3773099" y="17318"/>
                  </a:lnTo>
                  <a:lnTo>
                    <a:pt x="3774170" y="17148"/>
                  </a:lnTo>
                  <a:lnTo>
                    <a:pt x="3775242" y="16977"/>
                  </a:lnTo>
                  <a:lnTo>
                    <a:pt x="3776314" y="16806"/>
                  </a:lnTo>
                  <a:lnTo>
                    <a:pt x="3777385" y="16635"/>
                  </a:lnTo>
                  <a:lnTo>
                    <a:pt x="3778457" y="16464"/>
                  </a:lnTo>
                  <a:lnTo>
                    <a:pt x="3779528" y="16292"/>
                  </a:lnTo>
                  <a:lnTo>
                    <a:pt x="3780600" y="16119"/>
                  </a:lnTo>
                  <a:lnTo>
                    <a:pt x="3781672" y="15947"/>
                  </a:lnTo>
                  <a:lnTo>
                    <a:pt x="3782743" y="15774"/>
                  </a:lnTo>
                  <a:lnTo>
                    <a:pt x="3783815" y="15601"/>
                  </a:lnTo>
                  <a:lnTo>
                    <a:pt x="3784886" y="15428"/>
                  </a:lnTo>
                  <a:lnTo>
                    <a:pt x="3785958" y="15254"/>
                  </a:lnTo>
                  <a:lnTo>
                    <a:pt x="3787030" y="15080"/>
                  </a:lnTo>
                  <a:lnTo>
                    <a:pt x="3788101" y="14905"/>
                  </a:lnTo>
                  <a:lnTo>
                    <a:pt x="3789173" y="14730"/>
                  </a:lnTo>
                  <a:lnTo>
                    <a:pt x="3790244" y="14555"/>
                  </a:lnTo>
                  <a:lnTo>
                    <a:pt x="3791316" y="14380"/>
                  </a:lnTo>
                  <a:lnTo>
                    <a:pt x="3792388" y="14204"/>
                  </a:lnTo>
                  <a:lnTo>
                    <a:pt x="3793459" y="14028"/>
                  </a:lnTo>
                  <a:lnTo>
                    <a:pt x="3794531" y="13852"/>
                  </a:lnTo>
                  <a:lnTo>
                    <a:pt x="3795602" y="13675"/>
                  </a:lnTo>
                  <a:lnTo>
                    <a:pt x="3796674" y="13498"/>
                  </a:lnTo>
                  <a:lnTo>
                    <a:pt x="3797746" y="13320"/>
                  </a:lnTo>
                  <a:lnTo>
                    <a:pt x="3798817" y="13143"/>
                  </a:lnTo>
                  <a:lnTo>
                    <a:pt x="3799889" y="12965"/>
                  </a:lnTo>
                  <a:lnTo>
                    <a:pt x="3800960" y="12786"/>
                  </a:lnTo>
                  <a:lnTo>
                    <a:pt x="3802032" y="12608"/>
                  </a:lnTo>
                  <a:lnTo>
                    <a:pt x="3803104" y="12429"/>
                  </a:lnTo>
                  <a:lnTo>
                    <a:pt x="3804175" y="12249"/>
                  </a:lnTo>
                  <a:lnTo>
                    <a:pt x="3805247" y="12070"/>
                  </a:lnTo>
                  <a:lnTo>
                    <a:pt x="3806318" y="11890"/>
                  </a:lnTo>
                  <a:lnTo>
                    <a:pt x="3807390" y="11710"/>
                  </a:lnTo>
                  <a:lnTo>
                    <a:pt x="3808462" y="11529"/>
                  </a:lnTo>
                  <a:lnTo>
                    <a:pt x="3809533" y="11348"/>
                  </a:lnTo>
                  <a:lnTo>
                    <a:pt x="3810605" y="11167"/>
                  </a:lnTo>
                  <a:lnTo>
                    <a:pt x="3811676" y="10985"/>
                  </a:lnTo>
                  <a:lnTo>
                    <a:pt x="3812748" y="10803"/>
                  </a:lnTo>
                  <a:lnTo>
                    <a:pt x="3813820" y="10621"/>
                  </a:lnTo>
                  <a:lnTo>
                    <a:pt x="3814891" y="10439"/>
                  </a:lnTo>
                  <a:lnTo>
                    <a:pt x="3815963" y="10256"/>
                  </a:lnTo>
                  <a:lnTo>
                    <a:pt x="3817034" y="10073"/>
                  </a:lnTo>
                  <a:lnTo>
                    <a:pt x="3818106" y="9890"/>
                  </a:lnTo>
                  <a:lnTo>
                    <a:pt x="3819178" y="9706"/>
                  </a:lnTo>
                  <a:lnTo>
                    <a:pt x="3820249" y="9522"/>
                  </a:lnTo>
                  <a:lnTo>
                    <a:pt x="3821321" y="9337"/>
                  </a:lnTo>
                  <a:lnTo>
                    <a:pt x="3822392" y="9153"/>
                  </a:lnTo>
                  <a:lnTo>
                    <a:pt x="3823464" y="8968"/>
                  </a:lnTo>
                  <a:lnTo>
                    <a:pt x="3824536" y="8782"/>
                  </a:lnTo>
                  <a:lnTo>
                    <a:pt x="3825607" y="8597"/>
                  </a:lnTo>
                  <a:lnTo>
                    <a:pt x="3826679" y="8411"/>
                  </a:lnTo>
                  <a:lnTo>
                    <a:pt x="3827750" y="8225"/>
                  </a:lnTo>
                  <a:lnTo>
                    <a:pt x="3828822" y="8038"/>
                  </a:lnTo>
                  <a:lnTo>
                    <a:pt x="3829894" y="7851"/>
                  </a:lnTo>
                  <a:lnTo>
                    <a:pt x="3830965" y="7664"/>
                  </a:lnTo>
                  <a:lnTo>
                    <a:pt x="3832037" y="7477"/>
                  </a:lnTo>
                  <a:lnTo>
                    <a:pt x="3833108" y="7289"/>
                  </a:lnTo>
                  <a:lnTo>
                    <a:pt x="3834180" y="7101"/>
                  </a:lnTo>
                  <a:lnTo>
                    <a:pt x="3835252" y="6912"/>
                  </a:lnTo>
                  <a:lnTo>
                    <a:pt x="3836323" y="6724"/>
                  </a:lnTo>
                  <a:lnTo>
                    <a:pt x="3837395" y="6535"/>
                  </a:lnTo>
                  <a:lnTo>
                    <a:pt x="3838466" y="6345"/>
                  </a:lnTo>
                  <a:lnTo>
                    <a:pt x="3839538" y="6156"/>
                  </a:lnTo>
                  <a:lnTo>
                    <a:pt x="3840610" y="5966"/>
                  </a:lnTo>
                  <a:lnTo>
                    <a:pt x="3841681" y="5776"/>
                  </a:lnTo>
                  <a:lnTo>
                    <a:pt x="3842753" y="5585"/>
                  </a:lnTo>
                  <a:lnTo>
                    <a:pt x="3843824" y="5394"/>
                  </a:lnTo>
                  <a:lnTo>
                    <a:pt x="3844896" y="5203"/>
                  </a:lnTo>
                  <a:lnTo>
                    <a:pt x="3845968" y="5012"/>
                  </a:lnTo>
                  <a:lnTo>
                    <a:pt x="3847039" y="4820"/>
                  </a:lnTo>
                  <a:lnTo>
                    <a:pt x="3848111" y="4628"/>
                  </a:lnTo>
                  <a:lnTo>
                    <a:pt x="3849182" y="4436"/>
                  </a:lnTo>
                  <a:lnTo>
                    <a:pt x="3850254" y="4243"/>
                  </a:lnTo>
                  <a:lnTo>
                    <a:pt x="3851326" y="4050"/>
                  </a:lnTo>
                  <a:lnTo>
                    <a:pt x="3852397" y="3857"/>
                  </a:lnTo>
                  <a:lnTo>
                    <a:pt x="3853469" y="3663"/>
                  </a:lnTo>
                  <a:lnTo>
                    <a:pt x="3854540" y="3469"/>
                  </a:lnTo>
                  <a:lnTo>
                    <a:pt x="3855612" y="3275"/>
                  </a:lnTo>
                  <a:lnTo>
                    <a:pt x="3856684" y="3081"/>
                  </a:lnTo>
                  <a:lnTo>
                    <a:pt x="3856684" y="927788"/>
                  </a:lnTo>
                  <a:lnTo>
                    <a:pt x="3855612" y="927507"/>
                  </a:lnTo>
                  <a:lnTo>
                    <a:pt x="3854540" y="927226"/>
                  </a:lnTo>
                  <a:lnTo>
                    <a:pt x="3853469" y="926945"/>
                  </a:lnTo>
                  <a:lnTo>
                    <a:pt x="3852397" y="926665"/>
                  </a:lnTo>
                  <a:lnTo>
                    <a:pt x="3851326" y="926384"/>
                  </a:lnTo>
                  <a:lnTo>
                    <a:pt x="3850254" y="926103"/>
                  </a:lnTo>
                  <a:lnTo>
                    <a:pt x="3849182" y="925823"/>
                  </a:lnTo>
                  <a:lnTo>
                    <a:pt x="3848111" y="925543"/>
                  </a:lnTo>
                  <a:lnTo>
                    <a:pt x="3847039" y="925263"/>
                  </a:lnTo>
                  <a:lnTo>
                    <a:pt x="3845968" y="924982"/>
                  </a:lnTo>
                  <a:lnTo>
                    <a:pt x="3844896" y="924702"/>
                  </a:lnTo>
                  <a:lnTo>
                    <a:pt x="3843824" y="924423"/>
                  </a:lnTo>
                  <a:lnTo>
                    <a:pt x="3842753" y="924143"/>
                  </a:lnTo>
                  <a:lnTo>
                    <a:pt x="3841681" y="923863"/>
                  </a:lnTo>
                  <a:lnTo>
                    <a:pt x="3840610" y="923584"/>
                  </a:lnTo>
                  <a:lnTo>
                    <a:pt x="3839538" y="923304"/>
                  </a:lnTo>
                  <a:lnTo>
                    <a:pt x="3838466" y="923025"/>
                  </a:lnTo>
                  <a:lnTo>
                    <a:pt x="3837395" y="922746"/>
                  </a:lnTo>
                  <a:lnTo>
                    <a:pt x="3836323" y="922467"/>
                  </a:lnTo>
                  <a:lnTo>
                    <a:pt x="3835252" y="922188"/>
                  </a:lnTo>
                  <a:lnTo>
                    <a:pt x="3834180" y="921909"/>
                  </a:lnTo>
                  <a:lnTo>
                    <a:pt x="3833108" y="921630"/>
                  </a:lnTo>
                  <a:lnTo>
                    <a:pt x="3832037" y="921351"/>
                  </a:lnTo>
                  <a:lnTo>
                    <a:pt x="3830965" y="921073"/>
                  </a:lnTo>
                  <a:lnTo>
                    <a:pt x="3829894" y="920794"/>
                  </a:lnTo>
                  <a:lnTo>
                    <a:pt x="3828822" y="920516"/>
                  </a:lnTo>
                  <a:lnTo>
                    <a:pt x="3827750" y="920238"/>
                  </a:lnTo>
                  <a:lnTo>
                    <a:pt x="3826679" y="919960"/>
                  </a:lnTo>
                  <a:lnTo>
                    <a:pt x="3825607" y="919682"/>
                  </a:lnTo>
                  <a:lnTo>
                    <a:pt x="3824536" y="919404"/>
                  </a:lnTo>
                  <a:lnTo>
                    <a:pt x="3823464" y="919126"/>
                  </a:lnTo>
                  <a:lnTo>
                    <a:pt x="3822392" y="918848"/>
                  </a:lnTo>
                  <a:lnTo>
                    <a:pt x="3821321" y="918571"/>
                  </a:lnTo>
                  <a:lnTo>
                    <a:pt x="3820249" y="918293"/>
                  </a:lnTo>
                  <a:lnTo>
                    <a:pt x="3819178" y="918016"/>
                  </a:lnTo>
                  <a:lnTo>
                    <a:pt x="3818106" y="917739"/>
                  </a:lnTo>
                  <a:lnTo>
                    <a:pt x="3817034" y="917462"/>
                  </a:lnTo>
                  <a:lnTo>
                    <a:pt x="3815963" y="917185"/>
                  </a:lnTo>
                  <a:lnTo>
                    <a:pt x="3814891" y="916908"/>
                  </a:lnTo>
                  <a:lnTo>
                    <a:pt x="3813820" y="916631"/>
                  </a:lnTo>
                  <a:lnTo>
                    <a:pt x="3812748" y="916355"/>
                  </a:lnTo>
                  <a:lnTo>
                    <a:pt x="3811676" y="916078"/>
                  </a:lnTo>
                  <a:lnTo>
                    <a:pt x="3810605" y="915802"/>
                  </a:lnTo>
                  <a:lnTo>
                    <a:pt x="3809533" y="915526"/>
                  </a:lnTo>
                  <a:lnTo>
                    <a:pt x="3808462" y="915250"/>
                  </a:lnTo>
                  <a:lnTo>
                    <a:pt x="3807390" y="914974"/>
                  </a:lnTo>
                  <a:lnTo>
                    <a:pt x="3806318" y="914698"/>
                  </a:lnTo>
                  <a:lnTo>
                    <a:pt x="3805247" y="914422"/>
                  </a:lnTo>
                  <a:lnTo>
                    <a:pt x="3804175" y="914147"/>
                  </a:lnTo>
                  <a:lnTo>
                    <a:pt x="3803104" y="913871"/>
                  </a:lnTo>
                  <a:lnTo>
                    <a:pt x="3802032" y="913596"/>
                  </a:lnTo>
                  <a:lnTo>
                    <a:pt x="3800960" y="913321"/>
                  </a:lnTo>
                  <a:lnTo>
                    <a:pt x="3799889" y="913045"/>
                  </a:lnTo>
                  <a:lnTo>
                    <a:pt x="3798817" y="912770"/>
                  </a:lnTo>
                  <a:lnTo>
                    <a:pt x="3797746" y="912496"/>
                  </a:lnTo>
                  <a:lnTo>
                    <a:pt x="3796674" y="912221"/>
                  </a:lnTo>
                  <a:lnTo>
                    <a:pt x="3795602" y="911946"/>
                  </a:lnTo>
                  <a:lnTo>
                    <a:pt x="3794531" y="911672"/>
                  </a:lnTo>
                  <a:lnTo>
                    <a:pt x="3793459" y="911397"/>
                  </a:lnTo>
                  <a:lnTo>
                    <a:pt x="3792388" y="911123"/>
                  </a:lnTo>
                  <a:lnTo>
                    <a:pt x="3791316" y="910849"/>
                  </a:lnTo>
                  <a:lnTo>
                    <a:pt x="3790244" y="910575"/>
                  </a:lnTo>
                  <a:lnTo>
                    <a:pt x="3789173" y="910301"/>
                  </a:lnTo>
                  <a:lnTo>
                    <a:pt x="3788101" y="910027"/>
                  </a:lnTo>
                  <a:lnTo>
                    <a:pt x="3787030" y="909754"/>
                  </a:lnTo>
                  <a:lnTo>
                    <a:pt x="3785958" y="909480"/>
                  </a:lnTo>
                  <a:lnTo>
                    <a:pt x="3784886" y="909207"/>
                  </a:lnTo>
                  <a:lnTo>
                    <a:pt x="3783815" y="908934"/>
                  </a:lnTo>
                  <a:lnTo>
                    <a:pt x="3782743" y="908661"/>
                  </a:lnTo>
                  <a:lnTo>
                    <a:pt x="3781672" y="908388"/>
                  </a:lnTo>
                  <a:lnTo>
                    <a:pt x="3780600" y="908115"/>
                  </a:lnTo>
                  <a:lnTo>
                    <a:pt x="3779528" y="907842"/>
                  </a:lnTo>
                  <a:lnTo>
                    <a:pt x="3778457" y="907570"/>
                  </a:lnTo>
                  <a:lnTo>
                    <a:pt x="3777385" y="907297"/>
                  </a:lnTo>
                  <a:lnTo>
                    <a:pt x="3776314" y="907025"/>
                  </a:lnTo>
                  <a:lnTo>
                    <a:pt x="3775242" y="906753"/>
                  </a:lnTo>
                  <a:lnTo>
                    <a:pt x="3774170" y="906481"/>
                  </a:lnTo>
                  <a:lnTo>
                    <a:pt x="3773099" y="906209"/>
                  </a:lnTo>
                  <a:lnTo>
                    <a:pt x="3772027" y="905937"/>
                  </a:lnTo>
                  <a:lnTo>
                    <a:pt x="3770956" y="905666"/>
                  </a:lnTo>
                  <a:lnTo>
                    <a:pt x="3769884" y="905394"/>
                  </a:lnTo>
                  <a:lnTo>
                    <a:pt x="3768812" y="905123"/>
                  </a:lnTo>
                  <a:lnTo>
                    <a:pt x="3767741" y="904852"/>
                  </a:lnTo>
                  <a:lnTo>
                    <a:pt x="3766669" y="904581"/>
                  </a:lnTo>
                  <a:lnTo>
                    <a:pt x="3765598" y="904310"/>
                  </a:lnTo>
                  <a:lnTo>
                    <a:pt x="3764526" y="904039"/>
                  </a:lnTo>
                  <a:lnTo>
                    <a:pt x="3763454" y="903768"/>
                  </a:lnTo>
                  <a:lnTo>
                    <a:pt x="3762383" y="903498"/>
                  </a:lnTo>
                  <a:lnTo>
                    <a:pt x="3761311" y="903227"/>
                  </a:lnTo>
                  <a:lnTo>
                    <a:pt x="3760240" y="902957"/>
                  </a:lnTo>
                  <a:lnTo>
                    <a:pt x="3759168" y="902687"/>
                  </a:lnTo>
                  <a:lnTo>
                    <a:pt x="3758096" y="902417"/>
                  </a:lnTo>
                  <a:lnTo>
                    <a:pt x="3757025" y="902147"/>
                  </a:lnTo>
                  <a:lnTo>
                    <a:pt x="3755953" y="901878"/>
                  </a:lnTo>
                  <a:lnTo>
                    <a:pt x="3754882" y="901608"/>
                  </a:lnTo>
                  <a:lnTo>
                    <a:pt x="3753810" y="901339"/>
                  </a:lnTo>
                  <a:lnTo>
                    <a:pt x="3752738" y="901070"/>
                  </a:lnTo>
                  <a:lnTo>
                    <a:pt x="3751667" y="900800"/>
                  </a:lnTo>
                  <a:lnTo>
                    <a:pt x="3750595" y="900532"/>
                  </a:lnTo>
                  <a:lnTo>
                    <a:pt x="3749524" y="900263"/>
                  </a:lnTo>
                  <a:lnTo>
                    <a:pt x="3748452" y="899994"/>
                  </a:lnTo>
                  <a:lnTo>
                    <a:pt x="3747380" y="899726"/>
                  </a:lnTo>
                  <a:lnTo>
                    <a:pt x="3746309" y="899457"/>
                  </a:lnTo>
                  <a:lnTo>
                    <a:pt x="3745237" y="899189"/>
                  </a:lnTo>
                  <a:lnTo>
                    <a:pt x="3744166" y="898921"/>
                  </a:lnTo>
                  <a:lnTo>
                    <a:pt x="3743094" y="898653"/>
                  </a:lnTo>
                  <a:lnTo>
                    <a:pt x="3742022" y="898385"/>
                  </a:lnTo>
                  <a:lnTo>
                    <a:pt x="3740951" y="898117"/>
                  </a:lnTo>
                  <a:lnTo>
                    <a:pt x="3739879" y="897850"/>
                  </a:lnTo>
                  <a:lnTo>
                    <a:pt x="3738808" y="897583"/>
                  </a:lnTo>
                  <a:lnTo>
                    <a:pt x="3737736" y="897315"/>
                  </a:lnTo>
                  <a:lnTo>
                    <a:pt x="3736664" y="897048"/>
                  </a:lnTo>
                  <a:lnTo>
                    <a:pt x="3735593" y="896781"/>
                  </a:lnTo>
                  <a:lnTo>
                    <a:pt x="3734521" y="896515"/>
                  </a:lnTo>
                  <a:lnTo>
                    <a:pt x="3733450" y="896248"/>
                  </a:lnTo>
                  <a:lnTo>
                    <a:pt x="3732378" y="895982"/>
                  </a:lnTo>
                  <a:lnTo>
                    <a:pt x="3731306" y="895715"/>
                  </a:lnTo>
                  <a:lnTo>
                    <a:pt x="3730235" y="895449"/>
                  </a:lnTo>
                  <a:lnTo>
                    <a:pt x="3729163" y="895183"/>
                  </a:lnTo>
                  <a:lnTo>
                    <a:pt x="3728092" y="894917"/>
                  </a:lnTo>
                  <a:lnTo>
                    <a:pt x="3727020" y="894652"/>
                  </a:lnTo>
                  <a:lnTo>
                    <a:pt x="3725949" y="894386"/>
                  </a:lnTo>
                  <a:lnTo>
                    <a:pt x="3724877" y="894121"/>
                  </a:lnTo>
                  <a:lnTo>
                    <a:pt x="3723805" y="893856"/>
                  </a:lnTo>
                  <a:lnTo>
                    <a:pt x="3722734" y="893590"/>
                  </a:lnTo>
                  <a:lnTo>
                    <a:pt x="3721662" y="893326"/>
                  </a:lnTo>
                  <a:lnTo>
                    <a:pt x="3720591" y="893061"/>
                  </a:lnTo>
                  <a:lnTo>
                    <a:pt x="3719519" y="892796"/>
                  </a:lnTo>
                  <a:lnTo>
                    <a:pt x="3718447" y="892532"/>
                  </a:lnTo>
                  <a:lnTo>
                    <a:pt x="3717376" y="892267"/>
                  </a:lnTo>
                  <a:lnTo>
                    <a:pt x="3716304" y="892003"/>
                  </a:lnTo>
                  <a:lnTo>
                    <a:pt x="3715233" y="891739"/>
                  </a:lnTo>
                  <a:lnTo>
                    <a:pt x="3714161" y="891475"/>
                  </a:lnTo>
                  <a:lnTo>
                    <a:pt x="3713089" y="891212"/>
                  </a:lnTo>
                  <a:lnTo>
                    <a:pt x="3712018" y="890948"/>
                  </a:lnTo>
                  <a:lnTo>
                    <a:pt x="3710946" y="890685"/>
                  </a:lnTo>
                  <a:lnTo>
                    <a:pt x="3709875" y="890422"/>
                  </a:lnTo>
                  <a:lnTo>
                    <a:pt x="3708803" y="890159"/>
                  </a:lnTo>
                  <a:lnTo>
                    <a:pt x="3707731" y="889896"/>
                  </a:lnTo>
                  <a:lnTo>
                    <a:pt x="3706660" y="889633"/>
                  </a:lnTo>
                  <a:lnTo>
                    <a:pt x="3705588" y="889371"/>
                  </a:lnTo>
                  <a:lnTo>
                    <a:pt x="3704517" y="889108"/>
                  </a:lnTo>
                  <a:lnTo>
                    <a:pt x="3703445" y="888846"/>
                  </a:lnTo>
                  <a:lnTo>
                    <a:pt x="3702373" y="888584"/>
                  </a:lnTo>
                  <a:lnTo>
                    <a:pt x="3701302" y="888322"/>
                  </a:lnTo>
                  <a:lnTo>
                    <a:pt x="3700230" y="888060"/>
                  </a:lnTo>
                  <a:lnTo>
                    <a:pt x="3699159" y="887799"/>
                  </a:lnTo>
                  <a:lnTo>
                    <a:pt x="3698087" y="887537"/>
                  </a:lnTo>
                  <a:lnTo>
                    <a:pt x="3697015" y="887276"/>
                  </a:lnTo>
                  <a:lnTo>
                    <a:pt x="3695944" y="887015"/>
                  </a:lnTo>
                  <a:lnTo>
                    <a:pt x="3694872" y="886754"/>
                  </a:lnTo>
                  <a:lnTo>
                    <a:pt x="3693801" y="886494"/>
                  </a:lnTo>
                  <a:lnTo>
                    <a:pt x="3692729" y="886233"/>
                  </a:lnTo>
                  <a:lnTo>
                    <a:pt x="3691657" y="885973"/>
                  </a:lnTo>
                  <a:lnTo>
                    <a:pt x="3690586" y="885712"/>
                  </a:lnTo>
                  <a:lnTo>
                    <a:pt x="3689514" y="885452"/>
                  </a:lnTo>
                  <a:lnTo>
                    <a:pt x="3688443" y="885192"/>
                  </a:lnTo>
                  <a:lnTo>
                    <a:pt x="3687371" y="884933"/>
                  </a:lnTo>
                  <a:lnTo>
                    <a:pt x="3686299" y="884673"/>
                  </a:lnTo>
                  <a:lnTo>
                    <a:pt x="3685228" y="884414"/>
                  </a:lnTo>
                  <a:lnTo>
                    <a:pt x="3684156" y="884155"/>
                  </a:lnTo>
                  <a:lnTo>
                    <a:pt x="3683085" y="883896"/>
                  </a:lnTo>
                  <a:lnTo>
                    <a:pt x="3682013" y="883637"/>
                  </a:lnTo>
                  <a:lnTo>
                    <a:pt x="3680941" y="883378"/>
                  </a:lnTo>
                  <a:lnTo>
                    <a:pt x="3679870" y="883120"/>
                  </a:lnTo>
                  <a:lnTo>
                    <a:pt x="3678798" y="882861"/>
                  </a:lnTo>
                  <a:lnTo>
                    <a:pt x="3677727" y="882603"/>
                  </a:lnTo>
                  <a:lnTo>
                    <a:pt x="3676655" y="882345"/>
                  </a:lnTo>
                  <a:lnTo>
                    <a:pt x="3675583" y="882087"/>
                  </a:lnTo>
                  <a:lnTo>
                    <a:pt x="3674512" y="881830"/>
                  </a:lnTo>
                  <a:lnTo>
                    <a:pt x="3673440" y="881572"/>
                  </a:lnTo>
                  <a:lnTo>
                    <a:pt x="3672369" y="881315"/>
                  </a:lnTo>
                  <a:lnTo>
                    <a:pt x="3671297" y="881058"/>
                  </a:lnTo>
                  <a:lnTo>
                    <a:pt x="3670225" y="880801"/>
                  </a:lnTo>
                  <a:lnTo>
                    <a:pt x="3669154" y="880544"/>
                  </a:lnTo>
                  <a:lnTo>
                    <a:pt x="3668082" y="880288"/>
                  </a:lnTo>
                  <a:lnTo>
                    <a:pt x="3667011" y="880031"/>
                  </a:lnTo>
                  <a:lnTo>
                    <a:pt x="3665939" y="879775"/>
                  </a:lnTo>
                  <a:lnTo>
                    <a:pt x="3664867" y="879519"/>
                  </a:lnTo>
                  <a:lnTo>
                    <a:pt x="3663796" y="879263"/>
                  </a:lnTo>
                  <a:lnTo>
                    <a:pt x="3662724" y="879007"/>
                  </a:lnTo>
                  <a:lnTo>
                    <a:pt x="3661653" y="878752"/>
                  </a:lnTo>
                  <a:lnTo>
                    <a:pt x="3660581" y="878497"/>
                  </a:lnTo>
                  <a:lnTo>
                    <a:pt x="3659509" y="878241"/>
                  </a:lnTo>
                  <a:lnTo>
                    <a:pt x="3658438" y="877986"/>
                  </a:lnTo>
                  <a:lnTo>
                    <a:pt x="3657366" y="877732"/>
                  </a:lnTo>
                  <a:lnTo>
                    <a:pt x="3656295" y="877477"/>
                  </a:lnTo>
                  <a:lnTo>
                    <a:pt x="3655223" y="877223"/>
                  </a:lnTo>
                  <a:lnTo>
                    <a:pt x="3654151" y="876969"/>
                  </a:lnTo>
                  <a:lnTo>
                    <a:pt x="3653080" y="876714"/>
                  </a:lnTo>
                  <a:lnTo>
                    <a:pt x="3652008" y="876461"/>
                  </a:lnTo>
                  <a:lnTo>
                    <a:pt x="3650937" y="876207"/>
                  </a:lnTo>
                  <a:lnTo>
                    <a:pt x="3649865" y="875954"/>
                  </a:lnTo>
                  <a:lnTo>
                    <a:pt x="3648793" y="875700"/>
                  </a:lnTo>
                  <a:lnTo>
                    <a:pt x="3647722" y="875447"/>
                  </a:lnTo>
                  <a:lnTo>
                    <a:pt x="3646650" y="875194"/>
                  </a:lnTo>
                  <a:lnTo>
                    <a:pt x="3645579" y="874942"/>
                  </a:lnTo>
                  <a:lnTo>
                    <a:pt x="3644507" y="874689"/>
                  </a:lnTo>
                  <a:lnTo>
                    <a:pt x="3643435" y="874437"/>
                  </a:lnTo>
                  <a:lnTo>
                    <a:pt x="3642364" y="874184"/>
                  </a:lnTo>
                  <a:lnTo>
                    <a:pt x="3641292" y="873933"/>
                  </a:lnTo>
                  <a:lnTo>
                    <a:pt x="3640221" y="873681"/>
                  </a:lnTo>
                  <a:lnTo>
                    <a:pt x="3639149" y="873429"/>
                  </a:lnTo>
                  <a:lnTo>
                    <a:pt x="3638077" y="873178"/>
                  </a:lnTo>
                  <a:lnTo>
                    <a:pt x="3637006" y="872927"/>
                  </a:lnTo>
                  <a:lnTo>
                    <a:pt x="3635934" y="872676"/>
                  </a:lnTo>
                  <a:lnTo>
                    <a:pt x="3634863" y="872425"/>
                  </a:lnTo>
                  <a:lnTo>
                    <a:pt x="3633791" y="872174"/>
                  </a:lnTo>
                  <a:lnTo>
                    <a:pt x="3632719" y="871924"/>
                  </a:lnTo>
                  <a:lnTo>
                    <a:pt x="3631648" y="871673"/>
                  </a:lnTo>
                  <a:lnTo>
                    <a:pt x="3630576" y="871423"/>
                  </a:lnTo>
                  <a:lnTo>
                    <a:pt x="3629505" y="871174"/>
                  </a:lnTo>
                  <a:lnTo>
                    <a:pt x="3628433" y="870924"/>
                  </a:lnTo>
                  <a:lnTo>
                    <a:pt x="3627361" y="870675"/>
                  </a:lnTo>
                  <a:lnTo>
                    <a:pt x="3626290" y="870425"/>
                  </a:lnTo>
                  <a:lnTo>
                    <a:pt x="3625218" y="870176"/>
                  </a:lnTo>
                  <a:lnTo>
                    <a:pt x="3624147" y="869927"/>
                  </a:lnTo>
                  <a:lnTo>
                    <a:pt x="3623075" y="869679"/>
                  </a:lnTo>
                  <a:lnTo>
                    <a:pt x="3622003" y="869430"/>
                  </a:lnTo>
                  <a:lnTo>
                    <a:pt x="3620932" y="869182"/>
                  </a:lnTo>
                  <a:lnTo>
                    <a:pt x="3619860" y="868934"/>
                  </a:lnTo>
                  <a:lnTo>
                    <a:pt x="3618789" y="868686"/>
                  </a:lnTo>
                  <a:lnTo>
                    <a:pt x="3617717" y="868438"/>
                  </a:lnTo>
                  <a:lnTo>
                    <a:pt x="3616645" y="868191"/>
                  </a:lnTo>
                  <a:lnTo>
                    <a:pt x="3615574" y="867944"/>
                  </a:lnTo>
                  <a:lnTo>
                    <a:pt x="3614502" y="867697"/>
                  </a:lnTo>
                  <a:lnTo>
                    <a:pt x="3613431" y="867450"/>
                  </a:lnTo>
                  <a:lnTo>
                    <a:pt x="3612359" y="867203"/>
                  </a:lnTo>
                  <a:lnTo>
                    <a:pt x="3611287" y="866957"/>
                  </a:lnTo>
                  <a:lnTo>
                    <a:pt x="3610216" y="866711"/>
                  </a:lnTo>
                  <a:lnTo>
                    <a:pt x="3609144" y="866464"/>
                  </a:lnTo>
                  <a:lnTo>
                    <a:pt x="3608073" y="866219"/>
                  </a:lnTo>
                  <a:lnTo>
                    <a:pt x="3607001" y="865973"/>
                  </a:lnTo>
                  <a:lnTo>
                    <a:pt x="3605929" y="865728"/>
                  </a:lnTo>
                  <a:lnTo>
                    <a:pt x="3604858" y="865482"/>
                  </a:lnTo>
                  <a:lnTo>
                    <a:pt x="3603786" y="865237"/>
                  </a:lnTo>
                  <a:lnTo>
                    <a:pt x="3602715" y="864993"/>
                  </a:lnTo>
                  <a:lnTo>
                    <a:pt x="3601643" y="864748"/>
                  </a:lnTo>
                  <a:lnTo>
                    <a:pt x="3600571" y="864504"/>
                  </a:lnTo>
                  <a:lnTo>
                    <a:pt x="3599500" y="864260"/>
                  </a:lnTo>
                  <a:lnTo>
                    <a:pt x="3598428" y="864016"/>
                  </a:lnTo>
                  <a:lnTo>
                    <a:pt x="3597357" y="863772"/>
                  </a:lnTo>
                  <a:lnTo>
                    <a:pt x="3596285" y="863528"/>
                  </a:lnTo>
                  <a:lnTo>
                    <a:pt x="3595213" y="863285"/>
                  </a:lnTo>
                  <a:lnTo>
                    <a:pt x="3594142" y="863042"/>
                  </a:lnTo>
                  <a:lnTo>
                    <a:pt x="3593070" y="862799"/>
                  </a:lnTo>
                  <a:lnTo>
                    <a:pt x="3591999" y="862556"/>
                  </a:lnTo>
                  <a:lnTo>
                    <a:pt x="3590927" y="862314"/>
                  </a:lnTo>
                  <a:lnTo>
                    <a:pt x="3589855" y="862072"/>
                  </a:lnTo>
                  <a:lnTo>
                    <a:pt x="3588784" y="861830"/>
                  </a:lnTo>
                  <a:lnTo>
                    <a:pt x="3587712" y="861588"/>
                  </a:lnTo>
                  <a:lnTo>
                    <a:pt x="3586641" y="861346"/>
                  </a:lnTo>
                  <a:lnTo>
                    <a:pt x="3585569" y="861105"/>
                  </a:lnTo>
                  <a:lnTo>
                    <a:pt x="3584497" y="860863"/>
                  </a:lnTo>
                  <a:lnTo>
                    <a:pt x="3583426" y="860623"/>
                  </a:lnTo>
                  <a:lnTo>
                    <a:pt x="3582354" y="860382"/>
                  </a:lnTo>
                  <a:lnTo>
                    <a:pt x="3581283" y="860141"/>
                  </a:lnTo>
                  <a:lnTo>
                    <a:pt x="3580211" y="859901"/>
                  </a:lnTo>
                  <a:lnTo>
                    <a:pt x="3579139" y="859661"/>
                  </a:lnTo>
                  <a:lnTo>
                    <a:pt x="3578068" y="859421"/>
                  </a:lnTo>
                  <a:lnTo>
                    <a:pt x="3576996" y="859181"/>
                  </a:lnTo>
                  <a:lnTo>
                    <a:pt x="3575925" y="858942"/>
                  </a:lnTo>
                  <a:lnTo>
                    <a:pt x="3574853" y="858703"/>
                  </a:lnTo>
                  <a:lnTo>
                    <a:pt x="3573781" y="858464"/>
                  </a:lnTo>
                  <a:lnTo>
                    <a:pt x="3572710" y="858225"/>
                  </a:lnTo>
                  <a:lnTo>
                    <a:pt x="3571638" y="857986"/>
                  </a:lnTo>
                  <a:lnTo>
                    <a:pt x="3570567" y="857748"/>
                  </a:lnTo>
                  <a:lnTo>
                    <a:pt x="3569495" y="857510"/>
                  </a:lnTo>
                  <a:lnTo>
                    <a:pt x="3568423" y="857272"/>
                  </a:lnTo>
                  <a:lnTo>
                    <a:pt x="3567352" y="857034"/>
                  </a:lnTo>
                  <a:lnTo>
                    <a:pt x="3566280" y="856797"/>
                  </a:lnTo>
                  <a:lnTo>
                    <a:pt x="3565209" y="856560"/>
                  </a:lnTo>
                  <a:lnTo>
                    <a:pt x="3564137" y="856323"/>
                  </a:lnTo>
                  <a:lnTo>
                    <a:pt x="3563065" y="856086"/>
                  </a:lnTo>
                  <a:lnTo>
                    <a:pt x="3561994" y="855850"/>
                  </a:lnTo>
                  <a:lnTo>
                    <a:pt x="3560922" y="855613"/>
                  </a:lnTo>
                  <a:lnTo>
                    <a:pt x="3559851" y="855377"/>
                  </a:lnTo>
                  <a:lnTo>
                    <a:pt x="3558779" y="855141"/>
                  </a:lnTo>
                  <a:lnTo>
                    <a:pt x="3557707" y="854906"/>
                  </a:lnTo>
                  <a:lnTo>
                    <a:pt x="3556636" y="854670"/>
                  </a:lnTo>
                  <a:lnTo>
                    <a:pt x="3555564" y="854435"/>
                  </a:lnTo>
                  <a:lnTo>
                    <a:pt x="3554493" y="854200"/>
                  </a:lnTo>
                  <a:lnTo>
                    <a:pt x="3553421" y="853966"/>
                  </a:lnTo>
                  <a:lnTo>
                    <a:pt x="3552349" y="853731"/>
                  </a:lnTo>
                  <a:lnTo>
                    <a:pt x="3551278" y="853497"/>
                  </a:lnTo>
                  <a:lnTo>
                    <a:pt x="3550206" y="853263"/>
                  </a:lnTo>
                  <a:lnTo>
                    <a:pt x="3549135" y="853029"/>
                  </a:lnTo>
                  <a:lnTo>
                    <a:pt x="3548063" y="852796"/>
                  </a:lnTo>
                  <a:lnTo>
                    <a:pt x="3546992" y="852562"/>
                  </a:lnTo>
                  <a:lnTo>
                    <a:pt x="3545920" y="852329"/>
                  </a:lnTo>
                  <a:lnTo>
                    <a:pt x="3544848" y="852096"/>
                  </a:lnTo>
                  <a:lnTo>
                    <a:pt x="3543777" y="851864"/>
                  </a:lnTo>
                  <a:lnTo>
                    <a:pt x="3542705" y="851632"/>
                  </a:lnTo>
                  <a:lnTo>
                    <a:pt x="3541634" y="851399"/>
                  </a:lnTo>
                  <a:lnTo>
                    <a:pt x="3540562" y="851168"/>
                  </a:lnTo>
                  <a:lnTo>
                    <a:pt x="3539490" y="850936"/>
                  </a:lnTo>
                  <a:lnTo>
                    <a:pt x="3538419" y="850705"/>
                  </a:lnTo>
                  <a:lnTo>
                    <a:pt x="3537347" y="850473"/>
                  </a:lnTo>
                  <a:lnTo>
                    <a:pt x="3536276" y="850242"/>
                  </a:lnTo>
                  <a:lnTo>
                    <a:pt x="3535204" y="850012"/>
                  </a:lnTo>
                  <a:lnTo>
                    <a:pt x="3534132" y="849781"/>
                  </a:lnTo>
                  <a:lnTo>
                    <a:pt x="3533061" y="849551"/>
                  </a:lnTo>
                  <a:lnTo>
                    <a:pt x="3531989" y="849321"/>
                  </a:lnTo>
                  <a:lnTo>
                    <a:pt x="3530918" y="849091"/>
                  </a:lnTo>
                  <a:lnTo>
                    <a:pt x="3529846" y="848862"/>
                  </a:lnTo>
                  <a:lnTo>
                    <a:pt x="3528774" y="848633"/>
                  </a:lnTo>
                  <a:lnTo>
                    <a:pt x="3527703" y="848404"/>
                  </a:lnTo>
                  <a:lnTo>
                    <a:pt x="3526631" y="848175"/>
                  </a:lnTo>
                  <a:lnTo>
                    <a:pt x="3525560" y="847946"/>
                  </a:lnTo>
                  <a:lnTo>
                    <a:pt x="3524488" y="847718"/>
                  </a:lnTo>
                  <a:lnTo>
                    <a:pt x="3523416" y="847490"/>
                  </a:lnTo>
                  <a:lnTo>
                    <a:pt x="3522345" y="847262"/>
                  </a:lnTo>
                  <a:lnTo>
                    <a:pt x="3521273" y="847035"/>
                  </a:lnTo>
                  <a:lnTo>
                    <a:pt x="3520202" y="846808"/>
                  </a:lnTo>
                  <a:lnTo>
                    <a:pt x="3519130" y="846581"/>
                  </a:lnTo>
                  <a:lnTo>
                    <a:pt x="3518058" y="846354"/>
                  </a:lnTo>
                  <a:lnTo>
                    <a:pt x="3516987" y="846127"/>
                  </a:lnTo>
                  <a:lnTo>
                    <a:pt x="3515915" y="845901"/>
                  </a:lnTo>
                  <a:lnTo>
                    <a:pt x="3514844" y="845675"/>
                  </a:lnTo>
                  <a:lnTo>
                    <a:pt x="3513772" y="845449"/>
                  </a:lnTo>
                  <a:lnTo>
                    <a:pt x="3512700" y="845224"/>
                  </a:lnTo>
                  <a:lnTo>
                    <a:pt x="3511629" y="844998"/>
                  </a:lnTo>
                  <a:lnTo>
                    <a:pt x="3510557" y="844773"/>
                  </a:lnTo>
                  <a:lnTo>
                    <a:pt x="3509486" y="844548"/>
                  </a:lnTo>
                  <a:lnTo>
                    <a:pt x="3508414" y="844324"/>
                  </a:lnTo>
                  <a:lnTo>
                    <a:pt x="3507342" y="844100"/>
                  </a:lnTo>
                  <a:lnTo>
                    <a:pt x="3506271" y="843876"/>
                  </a:lnTo>
                  <a:lnTo>
                    <a:pt x="3505199" y="843652"/>
                  </a:lnTo>
                  <a:lnTo>
                    <a:pt x="3504128" y="843428"/>
                  </a:lnTo>
                  <a:lnTo>
                    <a:pt x="3503056" y="843205"/>
                  </a:lnTo>
                  <a:lnTo>
                    <a:pt x="3501984" y="842982"/>
                  </a:lnTo>
                  <a:lnTo>
                    <a:pt x="3500913" y="842759"/>
                  </a:lnTo>
                  <a:lnTo>
                    <a:pt x="3499841" y="842537"/>
                  </a:lnTo>
                  <a:lnTo>
                    <a:pt x="3498770" y="842315"/>
                  </a:lnTo>
                  <a:lnTo>
                    <a:pt x="3497698" y="842093"/>
                  </a:lnTo>
                  <a:lnTo>
                    <a:pt x="3496626" y="841871"/>
                  </a:lnTo>
                  <a:lnTo>
                    <a:pt x="3495555" y="841649"/>
                  </a:lnTo>
                  <a:lnTo>
                    <a:pt x="3494483" y="841428"/>
                  </a:lnTo>
                  <a:lnTo>
                    <a:pt x="3493412" y="841207"/>
                  </a:lnTo>
                  <a:lnTo>
                    <a:pt x="3492340" y="840987"/>
                  </a:lnTo>
                  <a:lnTo>
                    <a:pt x="3491268" y="840766"/>
                  </a:lnTo>
                  <a:lnTo>
                    <a:pt x="3490197" y="840546"/>
                  </a:lnTo>
                  <a:lnTo>
                    <a:pt x="3489125" y="840326"/>
                  </a:lnTo>
                  <a:lnTo>
                    <a:pt x="3488054" y="840106"/>
                  </a:lnTo>
                  <a:lnTo>
                    <a:pt x="3486982" y="839887"/>
                  </a:lnTo>
                  <a:lnTo>
                    <a:pt x="3485910" y="839668"/>
                  </a:lnTo>
                  <a:lnTo>
                    <a:pt x="3484839" y="839449"/>
                  </a:lnTo>
                  <a:lnTo>
                    <a:pt x="3483767" y="839230"/>
                  </a:lnTo>
                  <a:lnTo>
                    <a:pt x="3482696" y="839012"/>
                  </a:lnTo>
                  <a:lnTo>
                    <a:pt x="3481624" y="838794"/>
                  </a:lnTo>
                  <a:lnTo>
                    <a:pt x="3480552" y="838576"/>
                  </a:lnTo>
                  <a:lnTo>
                    <a:pt x="3479481" y="838359"/>
                  </a:lnTo>
                  <a:lnTo>
                    <a:pt x="3478409" y="838142"/>
                  </a:lnTo>
                  <a:lnTo>
                    <a:pt x="3477338" y="837925"/>
                  </a:lnTo>
                  <a:lnTo>
                    <a:pt x="3476266" y="837708"/>
                  </a:lnTo>
                  <a:lnTo>
                    <a:pt x="3475194" y="837491"/>
                  </a:lnTo>
                  <a:lnTo>
                    <a:pt x="3474123" y="837275"/>
                  </a:lnTo>
                  <a:lnTo>
                    <a:pt x="3473051" y="837059"/>
                  </a:lnTo>
                  <a:lnTo>
                    <a:pt x="3471980" y="836844"/>
                  </a:lnTo>
                  <a:lnTo>
                    <a:pt x="3470908" y="836628"/>
                  </a:lnTo>
                  <a:lnTo>
                    <a:pt x="3469836" y="836413"/>
                  </a:lnTo>
                  <a:lnTo>
                    <a:pt x="3468765" y="836198"/>
                  </a:lnTo>
                  <a:lnTo>
                    <a:pt x="3467693" y="835984"/>
                  </a:lnTo>
                  <a:lnTo>
                    <a:pt x="3466622" y="835769"/>
                  </a:lnTo>
                  <a:lnTo>
                    <a:pt x="3465550" y="835555"/>
                  </a:lnTo>
                  <a:lnTo>
                    <a:pt x="3464478" y="835342"/>
                  </a:lnTo>
                  <a:lnTo>
                    <a:pt x="3463407" y="835128"/>
                  </a:lnTo>
                  <a:lnTo>
                    <a:pt x="3462335" y="834915"/>
                  </a:lnTo>
                  <a:lnTo>
                    <a:pt x="3461264" y="834702"/>
                  </a:lnTo>
                  <a:lnTo>
                    <a:pt x="3460192" y="834489"/>
                  </a:lnTo>
                  <a:lnTo>
                    <a:pt x="3459120" y="834277"/>
                  </a:lnTo>
                  <a:lnTo>
                    <a:pt x="3458049" y="834065"/>
                  </a:lnTo>
                  <a:lnTo>
                    <a:pt x="3456977" y="833853"/>
                  </a:lnTo>
                  <a:lnTo>
                    <a:pt x="3455906" y="833641"/>
                  </a:lnTo>
                  <a:lnTo>
                    <a:pt x="3454834" y="833430"/>
                  </a:lnTo>
                  <a:lnTo>
                    <a:pt x="3453762" y="833219"/>
                  </a:lnTo>
                  <a:lnTo>
                    <a:pt x="3452691" y="833008"/>
                  </a:lnTo>
                  <a:lnTo>
                    <a:pt x="3451619" y="832798"/>
                  </a:lnTo>
                  <a:lnTo>
                    <a:pt x="3450548" y="832588"/>
                  </a:lnTo>
                  <a:lnTo>
                    <a:pt x="3449476" y="832378"/>
                  </a:lnTo>
                  <a:lnTo>
                    <a:pt x="3448404" y="832168"/>
                  </a:lnTo>
                  <a:lnTo>
                    <a:pt x="3447333" y="831959"/>
                  </a:lnTo>
                  <a:lnTo>
                    <a:pt x="3446261" y="831750"/>
                  </a:lnTo>
                  <a:lnTo>
                    <a:pt x="3445190" y="831541"/>
                  </a:lnTo>
                  <a:lnTo>
                    <a:pt x="3444118" y="831333"/>
                  </a:lnTo>
                  <a:lnTo>
                    <a:pt x="3443046" y="831125"/>
                  </a:lnTo>
                  <a:lnTo>
                    <a:pt x="3441975" y="830917"/>
                  </a:lnTo>
                  <a:lnTo>
                    <a:pt x="3440903" y="830709"/>
                  </a:lnTo>
                  <a:lnTo>
                    <a:pt x="3439832" y="830502"/>
                  </a:lnTo>
                  <a:lnTo>
                    <a:pt x="3438760" y="830295"/>
                  </a:lnTo>
                  <a:lnTo>
                    <a:pt x="3437688" y="830088"/>
                  </a:lnTo>
                  <a:lnTo>
                    <a:pt x="3436617" y="829881"/>
                  </a:lnTo>
                  <a:lnTo>
                    <a:pt x="3435545" y="829675"/>
                  </a:lnTo>
                  <a:lnTo>
                    <a:pt x="3434474" y="829469"/>
                  </a:lnTo>
                  <a:lnTo>
                    <a:pt x="3433402" y="829264"/>
                  </a:lnTo>
                  <a:lnTo>
                    <a:pt x="3432330" y="829058"/>
                  </a:lnTo>
                  <a:lnTo>
                    <a:pt x="3431259" y="828853"/>
                  </a:lnTo>
                  <a:lnTo>
                    <a:pt x="3430187" y="828649"/>
                  </a:lnTo>
                  <a:lnTo>
                    <a:pt x="3429116" y="828444"/>
                  </a:lnTo>
                  <a:lnTo>
                    <a:pt x="3428044" y="828240"/>
                  </a:lnTo>
                  <a:lnTo>
                    <a:pt x="3426972" y="828036"/>
                  </a:lnTo>
                  <a:lnTo>
                    <a:pt x="3425901" y="827832"/>
                  </a:lnTo>
                  <a:lnTo>
                    <a:pt x="3424829" y="827629"/>
                  </a:lnTo>
                  <a:lnTo>
                    <a:pt x="3423758" y="827426"/>
                  </a:lnTo>
                  <a:lnTo>
                    <a:pt x="3422686" y="827223"/>
                  </a:lnTo>
                  <a:lnTo>
                    <a:pt x="3421614" y="827021"/>
                  </a:lnTo>
                  <a:lnTo>
                    <a:pt x="3420543" y="826819"/>
                  </a:lnTo>
                  <a:lnTo>
                    <a:pt x="3419471" y="826617"/>
                  </a:lnTo>
                  <a:lnTo>
                    <a:pt x="3418400" y="826416"/>
                  </a:lnTo>
                  <a:lnTo>
                    <a:pt x="3417328" y="826214"/>
                  </a:lnTo>
                  <a:lnTo>
                    <a:pt x="3416256" y="826013"/>
                  </a:lnTo>
                  <a:lnTo>
                    <a:pt x="3415185" y="825813"/>
                  </a:lnTo>
                  <a:lnTo>
                    <a:pt x="3414113" y="825612"/>
                  </a:lnTo>
                  <a:lnTo>
                    <a:pt x="3413042" y="825412"/>
                  </a:lnTo>
                  <a:lnTo>
                    <a:pt x="3411970" y="825212"/>
                  </a:lnTo>
                  <a:lnTo>
                    <a:pt x="3410898" y="825013"/>
                  </a:lnTo>
                  <a:lnTo>
                    <a:pt x="3409827" y="824814"/>
                  </a:lnTo>
                  <a:lnTo>
                    <a:pt x="3408755" y="824615"/>
                  </a:lnTo>
                  <a:lnTo>
                    <a:pt x="3407684" y="824416"/>
                  </a:lnTo>
                  <a:lnTo>
                    <a:pt x="3406612" y="824218"/>
                  </a:lnTo>
                  <a:lnTo>
                    <a:pt x="3405540" y="824020"/>
                  </a:lnTo>
                  <a:lnTo>
                    <a:pt x="3404469" y="823822"/>
                  </a:lnTo>
                  <a:lnTo>
                    <a:pt x="3403397" y="823625"/>
                  </a:lnTo>
                  <a:lnTo>
                    <a:pt x="3402326" y="823428"/>
                  </a:lnTo>
                  <a:lnTo>
                    <a:pt x="3401254" y="823231"/>
                  </a:lnTo>
                  <a:lnTo>
                    <a:pt x="3400182" y="823035"/>
                  </a:lnTo>
                  <a:lnTo>
                    <a:pt x="3399111" y="822839"/>
                  </a:lnTo>
                  <a:lnTo>
                    <a:pt x="3398039" y="822643"/>
                  </a:lnTo>
                  <a:lnTo>
                    <a:pt x="3396968" y="822447"/>
                  </a:lnTo>
                  <a:lnTo>
                    <a:pt x="3395896" y="822252"/>
                  </a:lnTo>
                  <a:lnTo>
                    <a:pt x="3394824" y="822057"/>
                  </a:lnTo>
                  <a:lnTo>
                    <a:pt x="3393753" y="821862"/>
                  </a:lnTo>
                  <a:lnTo>
                    <a:pt x="3392681" y="821668"/>
                  </a:lnTo>
                  <a:lnTo>
                    <a:pt x="3391610" y="821474"/>
                  </a:lnTo>
                  <a:lnTo>
                    <a:pt x="3390538" y="821280"/>
                  </a:lnTo>
                  <a:lnTo>
                    <a:pt x="3389466" y="821087"/>
                  </a:lnTo>
                  <a:lnTo>
                    <a:pt x="3388395" y="820894"/>
                  </a:lnTo>
                  <a:lnTo>
                    <a:pt x="3387323" y="820701"/>
                  </a:lnTo>
                  <a:lnTo>
                    <a:pt x="3386252" y="820508"/>
                  </a:lnTo>
                  <a:lnTo>
                    <a:pt x="3385180" y="820316"/>
                  </a:lnTo>
                  <a:lnTo>
                    <a:pt x="3384108" y="820124"/>
                  </a:lnTo>
                  <a:lnTo>
                    <a:pt x="3383037" y="819933"/>
                  </a:lnTo>
                  <a:lnTo>
                    <a:pt x="3381965" y="819742"/>
                  </a:lnTo>
                  <a:lnTo>
                    <a:pt x="3380894" y="819551"/>
                  </a:lnTo>
                  <a:lnTo>
                    <a:pt x="3379822" y="819360"/>
                  </a:lnTo>
                  <a:lnTo>
                    <a:pt x="3378750" y="819170"/>
                  </a:lnTo>
                  <a:lnTo>
                    <a:pt x="3377679" y="818980"/>
                  </a:lnTo>
                  <a:lnTo>
                    <a:pt x="3376607" y="818790"/>
                  </a:lnTo>
                  <a:lnTo>
                    <a:pt x="3375536" y="818601"/>
                  </a:lnTo>
                  <a:lnTo>
                    <a:pt x="3374464" y="818412"/>
                  </a:lnTo>
                  <a:lnTo>
                    <a:pt x="3373392" y="818223"/>
                  </a:lnTo>
                  <a:lnTo>
                    <a:pt x="3372321" y="818034"/>
                  </a:lnTo>
                  <a:lnTo>
                    <a:pt x="3371249" y="817846"/>
                  </a:lnTo>
                  <a:lnTo>
                    <a:pt x="3370178" y="817658"/>
                  </a:lnTo>
                  <a:lnTo>
                    <a:pt x="3369106" y="817471"/>
                  </a:lnTo>
                  <a:lnTo>
                    <a:pt x="3368035" y="817284"/>
                  </a:lnTo>
                  <a:lnTo>
                    <a:pt x="3366963" y="817097"/>
                  </a:lnTo>
                  <a:lnTo>
                    <a:pt x="3365891" y="816910"/>
                  </a:lnTo>
                  <a:lnTo>
                    <a:pt x="3364820" y="816724"/>
                  </a:lnTo>
                  <a:lnTo>
                    <a:pt x="3363748" y="816538"/>
                  </a:lnTo>
                  <a:lnTo>
                    <a:pt x="3362677" y="816353"/>
                  </a:lnTo>
                  <a:lnTo>
                    <a:pt x="3361605" y="816167"/>
                  </a:lnTo>
                  <a:lnTo>
                    <a:pt x="3360533" y="815982"/>
                  </a:lnTo>
                  <a:lnTo>
                    <a:pt x="3359462" y="815798"/>
                  </a:lnTo>
                  <a:lnTo>
                    <a:pt x="3358390" y="815613"/>
                  </a:lnTo>
                  <a:lnTo>
                    <a:pt x="3357319" y="815429"/>
                  </a:lnTo>
                  <a:lnTo>
                    <a:pt x="3356247" y="815246"/>
                  </a:lnTo>
                  <a:lnTo>
                    <a:pt x="3355175" y="815062"/>
                  </a:lnTo>
                  <a:lnTo>
                    <a:pt x="3354104" y="814879"/>
                  </a:lnTo>
                  <a:lnTo>
                    <a:pt x="3353032" y="814697"/>
                  </a:lnTo>
                  <a:lnTo>
                    <a:pt x="3351961" y="814514"/>
                  </a:lnTo>
                  <a:lnTo>
                    <a:pt x="3350889" y="814332"/>
                  </a:lnTo>
                  <a:lnTo>
                    <a:pt x="3349817" y="814151"/>
                  </a:lnTo>
                  <a:lnTo>
                    <a:pt x="3348746" y="813969"/>
                  </a:lnTo>
                  <a:lnTo>
                    <a:pt x="3347674" y="813788"/>
                  </a:lnTo>
                  <a:lnTo>
                    <a:pt x="3346603" y="813607"/>
                  </a:lnTo>
                  <a:lnTo>
                    <a:pt x="3345531" y="813427"/>
                  </a:lnTo>
                  <a:lnTo>
                    <a:pt x="3344459" y="813247"/>
                  </a:lnTo>
                  <a:lnTo>
                    <a:pt x="3343388" y="813067"/>
                  </a:lnTo>
                  <a:lnTo>
                    <a:pt x="3342316" y="812888"/>
                  </a:lnTo>
                  <a:lnTo>
                    <a:pt x="3341245" y="812709"/>
                  </a:lnTo>
                  <a:lnTo>
                    <a:pt x="3340173" y="812530"/>
                  </a:lnTo>
                  <a:lnTo>
                    <a:pt x="3339101" y="812351"/>
                  </a:lnTo>
                  <a:lnTo>
                    <a:pt x="3338030" y="812173"/>
                  </a:lnTo>
                  <a:lnTo>
                    <a:pt x="3336958" y="811995"/>
                  </a:lnTo>
                  <a:lnTo>
                    <a:pt x="3335887" y="811818"/>
                  </a:lnTo>
                  <a:lnTo>
                    <a:pt x="3334815" y="811641"/>
                  </a:lnTo>
                  <a:lnTo>
                    <a:pt x="3333743" y="811464"/>
                  </a:lnTo>
                  <a:lnTo>
                    <a:pt x="3332672" y="811287"/>
                  </a:lnTo>
                  <a:lnTo>
                    <a:pt x="3331600" y="811111"/>
                  </a:lnTo>
                  <a:lnTo>
                    <a:pt x="3330529" y="810935"/>
                  </a:lnTo>
                  <a:lnTo>
                    <a:pt x="3329457" y="810760"/>
                  </a:lnTo>
                  <a:lnTo>
                    <a:pt x="3328385" y="810585"/>
                  </a:lnTo>
                  <a:lnTo>
                    <a:pt x="3327314" y="810410"/>
                  </a:lnTo>
                  <a:lnTo>
                    <a:pt x="3326242" y="810236"/>
                  </a:lnTo>
                  <a:lnTo>
                    <a:pt x="3325171" y="810061"/>
                  </a:lnTo>
                  <a:lnTo>
                    <a:pt x="3324099" y="809888"/>
                  </a:lnTo>
                  <a:lnTo>
                    <a:pt x="3323027" y="809714"/>
                  </a:lnTo>
                  <a:lnTo>
                    <a:pt x="3321956" y="809541"/>
                  </a:lnTo>
                  <a:lnTo>
                    <a:pt x="3320884" y="809368"/>
                  </a:lnTo>
                  <a:lnTo>
                    <a:pt x="3319813" y="809196"/>
                  </a:lnTo>
                  <a:lnTo>
                    <a:pt x="3318741" y="809024"/>
                  </a:lnTo>
                  <a:lnTo>
                    <a:pt x="3317669" y="808852"/>
                  </a:lnTo>
                  <a:lnTo>
                    <a:pt x="3316598" y="808680"/>
                  </a:lnTo>
                  <a:lnTo>
                    <a:pt x="3315526" y="808509"/>
                  </a:lnTo>
                  <a:lnTo>
                    <a:pt x="3314455" y="808338"/>
                  </a:lnTo>
                  <a:lnTo>
                    <a:pt x="3313383" y="808168"/>
                  </a:lnTo>
                  <a:lnTo>
                    <a:pt x="3312311" y="807998"/>
                  </a:lnTo>
                  <a:lnTo>
                    <a:pt x="3311240" y="807828"/>
                  </a:lnTo>
                  <a:lnTo>
                    <a:pt x="3310168" y="807659"/>
                  </a:lnTo>
                  <a:lnTo>
                    <a:pt x="3309097" y="807490"/>
                  </a:lnTo>
                  <a:lnTo>
                    <a:pt x="3308025" y="807321"/>
                  </a:lnTo>
                  <a:lnTo>
                    <a:pt x="3306953" y="807152"/>
                  </a:lnTo>
                  <a:lnTo>
                    <a:pt x="3305882" y="806984"/>
                  </a:lnTo>
                  <a:lnTo>
                    <a:pt x="3304810" y="806817"/>
                  </a:lnTo>
                  <a:lnTo>
                    <a:pt x="3303739" y="806649"/>
                  </a:lnTo>
                  <a:lnTo>
                    <a:pt x="3302667" y="806482"/>
                  </a:lnTo>
                  <a:lnTo>
                    <a:pt x="3301595" y="806315"/>
                  </a:lnTo>
                  <a:lnTo>
                    <a:pt x="3300524" y="806149"/>
                  </a:lnTo>
                  <a:lnTo>
                    <a:pt x="3299452" y="805983"/>
                  </a:lnTo>
                  <a:lnTo>
                    <a:pt x="3298381" y="805817"/>
                  </a:lnTo>
                  <a:lnTo>
                    <a:pt x="3297309" y="805652"/>
                  </a:lnTo>
                  <a:lnTo>
                    <a:pt x="3296237" y="805487"/>
                  </a:lnTo>
                  <a:lnTo>
                    <a:pt x="3295166" y="805322"/>
                  </a:lnTo>
                  <a:lnTo>
                    <a:pt x="3294094" y="805158"/>
                  </a:lnTo>
                  <a:lnTo>
                    <a:pt x="3293023" y="804994"/>
                  </a:lnTo>
                  <a:lnTo>
                    <a:pt x="3291951" y="804831"/>
                  </a:lnTo>
                  <a:lnTo>
                    <a:pt x="3290879" y="804667"/>
                  </a:lnTo>
                  <a:lnTo>
                    <a:pt x="3289808" y="804505"/>
                  </a:lnTo>
                  <a:lnTo>
                    <a:pt x="3288736" y="804342"/>
                  </a:lnTo>
                  <a:lnTo>
                    <a:pt x="3287665" y="804180"/>
                  </a:lnTo>
                  <a:lnTo>
                    <a:pt x="3286593" y="804018"/>
                  </a:lnTo>
                  <a:lnTo>
                    <a:pt x="3285521" y="803856"/>
                  </a:lnTo>
                  <a:lnTo>
                    <a:pt x="3284450" y="803695"/>
                  </a:lnTo>
                  <a:lnTo>
                    <a:pt x="3283378" y="803534"/>
                  </a:lnTo>
                  <a:lnTo>
                    <a:pt x="3282307" y="803374"/>
                  </a:lnTo>
                  <a:lnTo>
                    <a:pt x="3281235" y="803214"/>
                  </a:lnTo>
                  <a:lnTo>
                    <a:pt x="3280163" y="803054"/>
                  </a:lnTo>
                  <a:lnTo>
                    <a:pt x="3279092" y="802895"/>
                  </a:lnTo>
                  <a:lnTo>
                    <a:pt x="3278020" y="802736"/>
                  </a:lnTo>
                  <a:lnTo>
                    <a:pt x="3276949" y="802577"/>
                  </a:lnTo>
                  <a:lnTo>
                    <a:pt x="3275877" y="802419"/>
                  </a:lnTo>
                  <a:lnTo>
                    <a:pt x="3274805" y="802261"/>
                  </a:lnTo>
                  <a:lnTo>
                    <a:pt x="3273734" y="802103"/>
                  </a:lnTo>
                  <a:lnTo>
                    <a:pt x="3272662" y="801946"/>
                  </a:lnTo>
                  <a:lnTo>
                    <a:pt x="3271591" y="801789"/>
                  </a:lnTo>
                  <a:lnTo>
                    <a:pt x="3270519" y="801632"/>
                  </a:lnTo>
                  <a:lnTo>
                    <a:pt x="3269447" y="801476"/>
                  </a:lnTo>
                  <a:lnTo>
                    <a:pt x="3268376" y="801320"/>
                  </a:lnTo>
                  <a:lnTo>
                    <a:pt x="3267304" y="801165"/>
                  </a:lnTo>
                  <a:lnTo>
                    <a:pt x="3266233" y="801009"/>
                  </a:lnTo>
                  <a:lnTo>
                    <a:pt x="3265161" y="800855"/>
                  </a:lnTo>
                  <a:lnTo>
                    <a:pt x="3264089" y="800700"/>
                  </a:lnTo>
                  <a:lnTo>
                    <a:pt x="3263018" y="800546"/>
                  </a:lnTo>
                  <a:lnTo>
                    <a:pt x="3261946" y="800392"/>
                  </a:lnTo>
                  <a:lnTo>
                    <a:pt x="3260875" y="800239"/>
                  </a:lnTo>
                  <a:lnTo>
                    <a:pt x="3259803" y="800086"/>
                  </a:lnTo>
                  <a:lnTo>
                    <a:pt x="3258731" y="799933"/>
                  </a:lnTo>
                  <a:lnTo>
                    <a:pt x="3257660" y="799781"/>
                  </a:lnTo>
                  <a:lnTo>
                    <a:pt x="3256588" y="799629"/>
                  </a:lnTo>
                  <a:lnTo>
                    <a:pt x="3255517" y="799477"/>
                  </a:lnTo>
                  <a:lnTo>
                    <a:pt x="3254445" y="799326"/>
                  </a:lnTo>
                  <a:lnTo>
                    <a:pt x="3253373" y="799175"/>
                  </a:lnTo>
                  <a:lnTo>
                    <a:pt x="3252302" y="799025"/>
                  </a:lnTo>
                  <a:lnTo>
                    <a:pt x="3251230" y="798875"/>
                  </a:lnTo>
                  <a:lnTo>
                    <a:pt x="3250159" y="798725"/>
                  </a:lnTo>
                  <a:lnTo>
                    <a:pt x="3249087" y="798575"/>
                  </a:lnTo>
                  <a:lnTo>
                    <a:pt x="3248015" y="798426"/>
                  </a:lnTo>
                  <a:lnTo>
                    <a:pt x="3246944" y="798278"/>
                  </a:lnTo>
                  <a:lnTo>
                    <a:pt x="3245872" y="798129"/>
                  </a:lnTo>
                  <a:lnTo>
                    <a:pt x="3244801" y="797981"/>
                  </a:lnTo>
                  <a:lnTo>
                    <a:pt x="3243729" y="797834"/>
                  </a:lnTo>
                  <a:lnTo>
                    <a:pt x="3242657" y="797687"/>
                  </a:lnTo>
                  <a:lnTo>
                    <a:pt x="3241586" y="797540"/>
                  </a:lnTo>
                  <a:lnTo>
                    <a:pt x="3240514" y="797393"/>
                  </a:lnTo>
                  <a:lnTo>
                    <a:pt x="3239443" y="797247"/>
                  </a:lnTo>
                  <a:lnTo>
                    <a:pt x="3238371" y="797101"/>
                  </a:lnTo>
                  <a:lnTo>
                    <a:pt x="3237299" y="796956"/>
                  </a:lnTo>
                  <a:lnTo>
                    <a:pt x="3236228" y="796811"/>
                  </a:lnTo>
                  <a:lnTo>
                    <a:pt x="3235156" y="796666"/>
                  </a:lnTo>
                  <a:lnTo>
                    <a:pt x="3234085" y="796522"/>
                  </a:lnTo>
                  <a:lnTo>
                    <a:pt x="3233013" y="796378"/>
                  </a:lnTo>
                  <a:lnTo>
                    <a:pt x="3231941" y="796234"/>
                  </a:lnTo>
                  <a:lnTo>
                    <a:pt x="3230870" y="796091"/>
                  </a:lnTo>
                  <a:lnTo>
                    <a:pt x="3229798" y="795948"/>
                  </a:lnTo>
                  <a:lnTo>
                    <a:pt x="3228727" y="795805"/>
                  </a:lnTo>
                  <a:lnTo>
                    <a:pt x="3227655" y="795663"/>
                  </a:lnTo>
                  <a:lnTo>
                    <a:pt x="3226583" y="795521"/>
                  </a:lnTo>
                  <a:lnTo>
                    <a:pt x="3225512" y="795380"/>
                  </a:lnTo>
                  <a:lnTo>
                    <a:pt x="3224440" y="795239"/>
                  </a:lnTo>
                  <a:lnTo>
                    <a:pt x="3223369" y="795098"/>
                  </a:lnTo>
                  <a:lnTo>
                    <a:pt x="3222297" y="794958"/>
                  </a:lnTo>
                  <a:lnTo>
                    <a:pt x="3221225" y="794818"/>
                  </a:lnTo>
                  <a:lnTo>
                    <a:pt x="3220154" y="794679"/>
                  </a:lnTo>
                  <a:lnTo>
                    <a:pt x="3219082" y="794539"/>
                  </a:lnTo>
                  <a:lnTo>
                    <a:pt x="3218011" y="794401"/>
                  </a:lnTo>
                  <a:lnTo>
                    <a:pt x="3216939" y="794262"/>
                  </a:lnTo>
                  <a:lnTo>
                    <a:pt x="3215867" y="794124"/>
                  </a:lnTo>
                  <a:lnTo>
                    <a:pt x="3214796" y="793986"/>
                  </a:lnTo>
                  <a:lnTo>
                    <a:pt x="3213724" y="793849"/>
                  </a:lnTo>
                  <a:lnTo>
                    <a:pt x="3212653" y="793712"/>
                  </a:lnTo>
                  <a:lnTo>
                    <a:pt x="3211581" y="793575"/>
                  </a:lnTo>
                  <a:lnTo>
                    <a:pt x="3210509" y="793439"/>
                  </a:lnTo>
                  <a:lnTo>
                    <a:pt x="3209438" y="793303"/>
                  </a:lnTo>
                  <a:lnTo>
                    <a:pt x="3208366" y="793168"/>
                  </a:lnTo>
                  <a:lnTo>
                    <a:pt x="3207295" y="793033"/>
                  </a:lnTo>
                  <a:lnTo>
                    <a:pt x="3206223" y="792898"/>
                  </a:lnTo>
                  <a:lnTo>
                    <a:pt x="3205151" y="792764"/>
                  </a:lnTo>
                  <a:lnTo>
                    <a:pt x="3204080" y="792630"/>
                  </a:lnTo>
                  <a:lnTo>
                    <a:pt x="3203008" y="792496"/>
                  </a:lnTo>
                  <a:lnTo>
                    <a:pt x="3201937" y="792363"/>
                  </a:lnTo>
                  <a:lnTo>
                    <a:pt x="3200865" y="792230"/>
                  </a:lnTo>
                  <a:lnTo>
                    <a:pt x="3199793" y="792098"/>
                  </a:lnTo>
                  <a:lnTo>
                    <a:pt x="3198722" y="791965"/>
                  </a:lnTo>
                  <a:lnTo>
                    <a:pt x="3197650" y="791834"/>
                  </a:lnTo>
                  <a:lnTo>
                    <a:pt x="3196579" y="791702"/>
                  </a:lnTo>
                  <a:lnTo>
                    <a:pt x="3195507" y="791571"/>
                  </a:lnTo>
                  <a:lnTo>
                    <a:pt x="3194436" y="791441"/>
                  </a:lnTo>
                  <a:lnTo>
                    <a:pt x="3193364" y="791310"/>
                  </a:lnTo>
                  <a:lnTo>
                    <a:pt x="3192292" y="791181"/>
                  </a:lnTo>
                  <a:lnTo>
                    <a:pt x="3191221" y="791051"/>
                  </a:lnTo>
                  <a:lnTo>
                    <a:pt x="3190149" y="790922"/>
                  </a:lnTo>
                  <a:lnTo>
                    <a:pt x="3189078" y="790793"/>
                  </a:lnTo>
                  <a:lnTo>
                    <a:pt x="3188006" y="790665"/>
                  </a:lnTo>
                  <a:lnTo>
                    <a:pt x="3186934" y="790537"/>
                  </a:lnTo>
                  <a:lnTo>
                    <a:pt x="3185863" y="790409"/>
                  </a:lnTo>
                  <a:lnTo>
                    <a:pt x="3184791" y="790282"/>
                  </a:lnTo>
                  <a:lnTo>
                    <a:pt x="3183720" y="790155"/>
                  </a:lnTo>
                  <a:lnTo>
                    <a:pt x="3182648" y="790029"/>
                  </a:lnTo>
                  <a:lnTo>
                    <a:pt x="3181576" y="789903"/>
                  </a:lnTo>
                  <a:lnTo>
                    <a:pt x="3180505" y="789777"/>
                  </a:lnTo>
                  <a:lnTo>
                    <a:pt x="3179433" y="789652"/>
                  </a:lnTo>
                  <a:lnTo>
                    <a:pt x="3178362" y="789527"/>
                  </a:lnTo>
                  <a:lnTo>
                    <a:pt x="3177290" y="789402"/>
                  </a:lnTo>
                  <a:lnTo>
                    <a:pt x="3176218" y="789278"/>
                  </a:lnTo>
                  <a:lnTo>
                    <a:pt x="3175147" y="789154"/>
                  </a:lnTo>
                  <a:lnTo>
                    <a:pt x="3174075" y="789031"/>
                  </a:lnTo>
                  <a:lnTo>
                    <a:pt x="3173004" y="788908"/>
                  </a:lnTo>
                  <a:lnTo>
                    <a:pt x="3171932" y="788785"/>
                  </a:lnTo>
                  <a:lnTo>
                    <a:pt x="3170860" y="788663"/>
                  </a:lnTo>
                  <a:lnTo>
                    <a:pt x="3169789" y="788541"/>
                  </a:lnTo>
                  <a:lnTo>
                    <a:pt x="3168717" y="788420"/>
                  </a:lnTo>
                  <a:lnTo>
                    <a:pt x="3167646" y="788298"/>
                  </a:lnTo>
                  <a:lnTo>
                    <a:pt x="3166574" y="788178"/>
                  </a:lnTo>
                  <a:lnTo>
                    <a:pt x="3165502" y="788057"/>
                  </a:lnTo>
                  <a:lnTo>
                    <a:pt x="3164431" y="787937"/>
                  </a:lnTo>
                  <a:lnTo>
                    <a:pt x="3163359" y="787818"/>
                  </a:lnTo>
                  <a:lnTo>
                    <a:pt x="3162288" y="787698"/>
                  </a:lnTo>
                  <a:lnTo>
                    <a:pt x="3161216" y="787580"/>
                  </a:lnTo>
                  <a:lnTo>
                    <a:pt x="3160144" y="787461"/>
                  </a:lnTo>
                  <a:lnTo>
                    <a:pt x="3159073" y="787343"/>
                  </a:lnTo>
                  <a:lnTo>
                    <a:pt x="3158001" y="787225"/>
                  </a:lnTo>
                  <a:lnTo>
                    <a:pt x="3156930" y="787108"/>
                  </a:lnTo>
                  <a:lnTo>
                    <a:pt x="3155858" y="786991"/>
                  </a:lnTo>
                  <a:lnTo>
                    <a:pt x="3154786" y="786875"/>
                  </a:lnTo>
                  <a:lnTo>
                    <a:pt x="3153715" y="786759"/>
                  </a:lnTo>
                  <a:lnTo>
                    <a:pt x="3152643" y="786643"/>
                  </a:lnTo>
                  <a:lnTo>
                    <a:pt x="3151572" y="786527"/>
                  </a:lnTo>
                  <a:lnTo>
                    <a:pt x="3150500" y="786412"/>
                  </a:lnTo>
                  <a:lnTo>
                    <a:pt x="3149428" y="786298"/>
                  </a:lnTo>
                  <a:lnTo>
                    <a:pt x="3148357" y="786184"/>
                  </a:lnTo>
                  <a:lnTo>
                    <a:pt x="3147285" y="786070"/>
                  </a:lnTo>
                  <a:lnTo>
                    <a:pt x="3146214" y="785956"/>
                  </a:lnTo>
                  <a:lnTo>
                    <a:pt x="3145142" y="785843"/>
                  </a:lnTo>
                  <a:lnTo>
                    <a:pt x="3144070" y="785731"/>
                  </a:lnTo>
                  <a:lnTo>
                    <a:pt x="3142999" y="785618"/>
                  </a:lnTo>
                  <a:lnTo>
                    <a:pt x="3141927" y="785506"/>
                  </a:lnTo>
                  <a:lnTo>
                    <a:pt x="3140856" y="785395"/>
                  </a:lnTo>
                  <a:lnTo>
                    <a:pt x="3139784" y="785284"/>
                  </a:lnTo>
                  <a:lnTo>
                    <a:pt x="3138712" y="785173"/>
                  </a:lnTo>
                  <a:lnTo>
                    <a:pt x="3137641" y="785063"/>
                  </a:lnTo>
                  <a:lnTo>
                    <a:pt x="3136569" y="784953"/>
                  </a:lnTo>
                  <a:lnTo>
                    <a:pt x="3135498" y="784843"/>
                  </a:lnTo>
                  <a:lnTo>
                    <a:pt x="3134426" y="784734"/>
                  </a:lnTo>
                  <a:lnTo>
                    <a:pt x="3133354" y="784625"/>
                  </a:lnTo>
                  <a:lnTo>
                    <a:pt x="3132283" y="784517"/>
                  </a:lnTo>
                  <a:lnTo>
                    <a:pt x="3131211" y="784409"/>
                  </a:lnTo>
                  <a:lnTo>
                    <a:pt x="3130140" y="784301"/>
                  </a:lnTo>
                  <a:lnTo>
                    <a:pt x="3129068" y="784194"/>
                  </a:lnTo>
                  <a:lnTo>
                    <a:pt x="3127996" y="784087"/>
                  </a:lnTo>
                  <a:lnTo>
                    <a:pt x="3126925" y="783980"/>
                  </a:lnTo>
                  <a:lnTo>
                    <a:pt x="3125853" y="783874"/>
                  </a:lnTo>
                  <a:lnTo>
                    <a:pt x="3124782" y="783769"/>
                  </a:lnTo>
                  <a:lnTo>
                    <a:pt x="3123710" y="783663"/>
                  </a:lnTo>
                  <a:lnTo>
                    <a:pt x="3122638" y="783558"/>
                  </a:lnTo>
                  <a:lnTo>
                    <a:pt x="3121567" y="783454"/>
                  </a:lnTo>
                  <a:lnTo>
                    <a:pt x="3120495" y="783350"/>
                  </a:lnTo>
                  <a:lnTo>
                    <a:pt x="3119424" y="783246"/>
                  </a:lnTo>
                  <a:lnTo>
                    <a:pt x="3118352" y="783143"/>
                  </a:lnTo>
                  <a:lnTo>
                    <a:pt x="3117280" y="783040"/>
                  </a:lnTo>
                  <a:lnTo>
                    <a:pt x="3116209" y="782937"/>
                  </a:lnTo>
                  <a:lnTo>
                    <a:pt x="3115137" y="782835"/>
                  </a:lnTo>
                  <a:lnTo>
                    <a:pt x="3114066" y="782734"/>
                  </a:lnTo>
                  <a:lnTo>
                    <a:pt x="3112994" y="782632"/>
                  </a:lnTo>
                  <a:lnTo>
                    <a:pt x="3111922" y="782531"/>
                  </a:lnTo>
                  <a:lnTo>
                    <a:pt x="3110851" y="782431"/>
                  </a:lnTo>
                  <a:lnTo>
                    <a:pt x="3109779" y="782331"/>
                  </a:lnTo>
                  <a:lnTo>
                    <a:pt x="3108708" y="782231"/>
                  </a:lnTo>
                  <a:lnTo>
                    <a:pt x="3107636" y="782132"/>
                  </a:lnTo>
                  <a:lnTo>
                    <a:pt x="3106564" y="782033"/>
                  </a:lnTo>
                  <a:lnTo>
                    <a:pt x="3105493" y="781935"/>
                  </a:lnTo>
                  <a:lnTo>
                    <a:pt x="3104421" y="781837"/>
                  </a:lnTo>
                  <a:lnTo>
                    <a:pt x="3103350" y="781739"/>
                  </a:lnTo>
                  <a:lnTo>
                    <a:pt x="3102278" y="781642"/>
                  </a:lnTo>
                  <a:lnTo>
                    <a:pt x="3101206" y="781545"/>
                  </a:lnTo>
                  <a:lnTo>
                    <a:pt x="3100135" y="781448"/>
                  </a:lnTo>
                  <a:lnTo>
                    <a:pt x="3099063" y="781352"/>
                  </a:lnTo>
                  <a:lnTo>
                    <a:pt x="3097992" y="781257"/>
                  </a:lnTo>
                  <a:lnTo>
                    <a:pt x="3096920" y="781162"/>
                  </a:lnTo>
                  <a:lnTo>
                    <a:pt x="3095848" y="781067"/>
                  </a:lnTo>
                  <a:lnTo>
                    <a:pt x="3094777" y="780973"/>
                  </a:lnTo>
                  <a:lnTo>
                    <a:pt x="3093705" y="780879"/>
                  </a:lnTo>
                  <a:lnTo>
                    <a:pt x="3092634" y="780785"/>
                  </a:lnTo>
                  <a:lnTo>
                    <a:pt x="3091562" y="780692"/>
                  </a:lnTo>
                  <a:lnTo>
                    <a:pt x="3090490" y="780600"/>
                  </a:lnTo>
                  <a:lnTo>
                    <a:pt x="3089419" y="780507"/>
                  </a:lnTo>
                  <a:lnTo>
                    <a:pt x="3088347" y="780416"/>
                  </a:lnTo>
                  <a:lnTo>
                    <a:pt x="3087276" y="780324"/>
                  </a:lnTo>
                  <a:lnTo>
                    <a:pt x="3086204" y="780233"/>
                  </a:lnTo>
                  <a:lnTo>
                    <a:pt x="3085132" y="780143"/>
                  </a:lnTo>
                  <a:lnTo>
                    <a:pt x="3084061" y="780052"/>
                  </a:lnTo>
                  <a:lnTo>
                    <a:pt x="3082989" y="779963"/>
                  </a:lnTo>
                  <a:lnTo>
                    <a:pt x="3081918" y="779873"/>
                  </a:lnTo>
                  <a:lnTo>
                    <a:pt x="3080846" y="779785"/>
                  </a:lnTo>
                  <a:lnTo>
                    <a:pt x="3079774" y="779696"/>
                  </a:lnTo>
                  <a:lnTo>
                    <a:pt x="3078703" y="779608"/>
                  </a:lnTo>
                  <a:lnTo>
                    <a:pt x="3077631" y="779521"/>
                  </a:lnTo>
                  <a:lnTo>
                    <a:pt x="3076560" y="779433"/>
                  </a:lnTo>
                  <a:lnTo>
                    <a:pt x="3075488" y="779347"/>
                  </a:lnTo>
                  <a:lnTo>
                    <a:pt x="3074416" y="779260"/>
                  </a:lnTo>
                  <a:lnTo>
                    <a:pt x="3073345" y="779174"/>
                  </a:lnTo>
                  <a:lnTo>
                    <a:pt x="3072273" y="779089"/>
                  </a:lnTo>
                  <a:lnTo>
                    <a:pt x="3071202" y="779004"/>
                  </a:lnTo>
                  <a:lnTo>
                    <a:pt x="3070130" y="778919"/>
                  </a:lnTo>
                  <a:lnTo>
                    <a:pt x="3069058" y="778835"/>
                  </a:lnTo>
                  <a:lnTo>
                    <a:pt x="3067987" y="778751"/>
                  </a:lnTo>
                  <a:lnTo>
                    <a:pt x="3066915" y="778668"/>
                  </a:lnTo>
                  <a:lnTo>
                    <a:pt x="3065844" y="778585"/>
                  </a:lnTo>
                  <a:lnTo>
                    <a:pt x="3064772" y="778503"/>
                  </a:lnTo>
                  <a:lnTo>
                    <a:pt x="3063700" y="778421"/>
                  </a:lnTo>
                  <a:lnTo>
                    <a:pt x="3062629" y="778339"/>
                  </a:lnTo>
                  <a:lnTo>
                    <a:pt x="3061557" y="778258"/>
                  </a:lnTo>
                  <a:lnTo>
                    <a:pt x="3060486" y="778177"/>
                  </a:lnTo>
                  <a:lnTo>
                    <a:pt x="3059414" y="778097"/>
                  </a:lnTo>
                  <a:lnTo>
                    <a:pt x="3058342" y="778017"/>
                  </a:lnTo>
                  <a:lnTo>
                    <a:pt x="3057271" y="777938"/>
                  </a:lnTo>
                  <a:lnTo>
                    <a:pt x="3056199" y="777859"/>
                  </a:lnTo>
                  <a:lnTo>
                    <a:pt x="3055128" y="777780"/>
                  </a:lnTo>
                  <a:lnTo>
                    <a:pt x="3054056" y="777702"/>
                  </a:lnTo>
                  <a:lnTo>
                    <a:pt x="3052984" y="777624"/>
                  </a:lnTo>
                  <a:lnTo>
                    <a:pt x="3051913" y="777547"/>
                  </a:lnTo>
                  <a:lnTo>
                    <a:pt x="3050841" y="777470"/>
                  </a:lnTo>
                  <a:lnTo>
                    <a:pt x="3049770" y="777394"/>
                  </a:lnTo>
                  <a:lnTo>
                    <a:pt x="3048698" y="777318"/>
                  </a:lnTo>
                  <a:lnTo>
                    <a:pt x="3047626" y="777243"/>
                  </a:lnTo>
                  <a:lnTo>
                    <a:pt x="3046555" y="777167"/>
                  </a:lnTo>
                  <a:lnTo>
                    <a:pt x="3045483" y="777093"/>
                  </a:lnTo>
                  <a:lnTo>
                    <a:pt x="3044412" y="777019"/>
                  </a:lnTo>
                  <a:lnTo>
                    <a:pt x="3043340" y="776945"/>
                  </a:lnTo>
                  <a:lnTo>
                    <a:pt x="3042268" y="776872"/>
                  </a:lnTo>
                  <a:lnTo>
                    <a:pt x="3041197" y="776799"/>
                  </a:lnTo>
                  <a:lnTo>
                    <a:pt x="3040125" y="776726"/>
                  </a:lnTo>
                  <a:lnTo>
                    <a:pt x="3039054" y="776654"/>
                  </a:lnTo>
                  <a:lnTo>
                    <a:pt x="3037982" y="776583"/>
                  </a:lnTo>
                  <a:lnTo>
                    <a:pt x="3036910" y="776512"/>
                  </a:lnTo>
                  <a:lnTo>
                    <a:pt x="3035839" y="776441"/>
                  </a:lnTo>
                  <a:lnTo>
                    <a:pt x="3034767" y="776371"/>
                  </a:lnTo>
                  <a:lnTo>
                    <a:pt x="3033696" y="776301"/>
                  </a:lnTo>
                  <a:lnTo>
                    <a:pt x="3032624" y="776232"/>
                  </a:lnTo>
                  <a:lnTo>
                    <a:pt x="3031552" y="776163"/>
                  </a:lnTo>
                  <a:lnTo>
                    <a:pt x="3030481" y="776094"/>
                  </a:lnTo>
                  <a:lnTo>
                    <a:pt x="3029409" y="776026"/>
                  </a:lnTo>
                  <a:lnTo>
                    <a:pt x="3028338" y="775959"/>
                  </a:lnTo>
                  <a:lnTo>
                    <a:pt x="3027266" y="775891"/>
                  </a:lnTo>
                  <a:lnTo>
                    <a:pt x="3026194" y="775825"/>
                  </a:lnTo>
                  <a:lnTo>
                    <a:pt x="3025123" y="775758"/>
                  </a:lnTo>
                  <a:lnTo>
                    <a:pt x="3024051" y="775693"/>
                  </a:lnTo>
                  <a:lnTo>
                    <a:pt x="3022980" y="775627"/>
                  </a:lnTo>
                  <a:lnTo>
                    <a:pt x="3021908" y="775562"/>
                  </a:lnTo>
                  <a:lnTo>
                    <a:pt x="3020836" y="775498"/>
                  </a:lnTo>
                  <a:lnTo>
                    <a:pt x="3019765" y="775434"/>
                  </a:lnTo>
                  <a:lnTo>
                    <a:pt x="3018693" y="775370"/>
                  </a:lnTo>
                  <a:lnTo>
                    <a:pt x="3017622" y="775307"/>
                  </a:lnTo>
                  <a:lnTo>
                    <a:pt x="3016550" y="775244"/>
                  </a:lnTo>
                  <a:lnTo>
                    <a:pt x="3015479" y="775182"/>
                  </a:lnTo>
                  <a:lnTo>
                    <a:pt x="3014407" y="775120"/>
                  </a:lnTo>
                  <a:lnTo>
                    <a:pt x="3013335" y="775059"/>
                  </a:lnTo>
                  <a:lnTo>
                    <a:pt x="3012264" y="774998"/>
                  </a:lnTo>
                  <a:lnTo>
                    <a:pt x="3011192" y="774937"/>
                  </a:lnTo>
                  <a:lnTo>
                    <a:pt x="3010121" y="774877"/>
                  </a:lnTo>
                  <a:lnTo>
                    <a:pt x="3009049" y="774817"/>
                  </a:lnTo>
                  <a:lnTo>
                    <a:pt x="3007977" y="774758"/>
                  </a:lnTo>
                  <a:lnTo>
                    <a:pt x="3006906" y="774700"/>
                  </a:lnTo>
                  <a:lnTo>
                    <a:pt x="3005834" y="774641"/>
                  </a:lnTo>
                  <a:lnTo>
                    <a:pt x="3004763" y="774583"/>
                  </a:lnTo>
                  <a:lnTo>
                    <a:pt x="3003691" y="774526"/>
                  </a:lnTo>
                  <a:lnTo>
                    <a:pt x="3002619" y="774469"/>
                  </a:lnTo>
                  <a:lnTo>
                    <a:pt x="3001548" y="774413"/>
                  </a:lnTo>
                  <a:lnTo>
                    <a:pt x="3000476" y="774356"/>
                  </a:lnTo>
                  <a:lnTo>
                    <a:pt x="2999405" y="774301"/>
                  </a:lnTo>
                  <a:lnTo>
                    <a:pt x="2998333" y="774246"/>
                  </a:lnTo>
                  <a:lnTo>
                    <a:pt x="2997261" y="774191"/>
                  </a:lnTo>
                  <a:lnTo>
                    <a:pt x="2996190" y="774137"/>
                  </a:lnTo>
                  <a:lnTo>
                    <a:pt x="2995118" y="774083"/>
                  </a:lnTo>
                  <a:lnTo>
                    <a:pt x="2994047" y="774029"/>
                  </a:lnTo>
                  <a:lnTo>
                    <a:pt x="2992975" y="773976"/>
                  </a:lnTo>
                  <a:lnTo>
                    <a:pt x="2991903" y="773924"/>
                  </a:lnTo>
                  <a:lnTo>
                    <a:pt x="2990832" y="773872"/>
                  </a:lnTo>
                  <a:lnTo>
                    <a:pt x="2989760" y="773820"/>
                  </a:lnTo>
                  <a:lnTo>
                    <a:pt x="2988689" y="773769"/>
                  </a:lnTo>
                  <a:lnTo>
                    <a:pt x="2987617" y="773718"/>
                  </a:lnTo>
                  <a:lnTo>
                    <a:pt x="2986545" y="773668"/>
                  </a:lnTo>
                  <a:lnTo>
                    <a:pt x="2985474" y="773618"/>
                  </a:lnTo>
                  <a:lnTo>
                    <a:pt x="2984402" y="773569"/>
                  </a:lnTo>
                  <a:lnTo>
                    <a:pt x="2983331" y="773520"/>
                  </a:lnTo>
                  <a:lnTo>
                    <a:pt x="2982259" y="773471"/>
                  </a:lnTo>
                  <a:lnTo>
                    <a:pt x="2981187" y="773423"/>
                  </a:lnTo>
                  <a:lnTo>
                    <a:pt x="2980116" y="773376"/>
                  </a:lnTo>
                  <a:lnTo>
                    <a:pt x="2979044" y="773328"/>
                  </a:lnTo>
                  <a:lnTo>
                    <a:pt x="2977973" y="773282"/>
                  </a:lnTo>
                  <a:lnTo>
                    <a:pt x="2976901" y="773235"/>
                  </a:lnTo>
                  <a:lnTo>
                    <a:pt x="2975829" y="773189"/>
                  </a:lnTo>
                  <a:lnTo>
                    <a:pt x="2974758" y="773144"/>
                  </a:lnTo>
                  <a:lnTo>
                    <a:pt x="2973686" y="773099"/>
                  </a:lnTo>
                  <a:lnTo>
                    <a:pt x="2972615" y="773054"/>
                  </a:lnTo>
                  <a:lnTo>
                    <a:pt x="2971543" y="773010"/>
                  </a:lnTo>
                  <a:lnTo>
                    <a:pt x="2970471" y="772967"/>
                  </a:lnTo>
                  <a:lnTo>
                    <a:pt x="2969400" y="772924"/>
                  </a:lnTo>
                  <a:lnTo>
                    <a:pt x="2968328" y="772881"/>
                  </a:lnTo>
                  <a:lnTo>
                    <a:pt x="2967257" y="772838"/>
                  </a:lnTo>
                  <a:lnTo>
                    <a:pt x="2966185" y="772797"/>
                  </a:lnTo>
                  <a:lnTo>
                    <a:pt x="2965113" y="772755"/>
                  </a:lnTo>
                  <a:lnTo>
                    <a:pt x="2964042" y="772714"/>
                  </a:lnTo>
                  <a:lnTo>
                    <a:pt x="2962970" y="772674"/>
                  </a:lnTo>
                  <a:lnTo>
                    <a:pt x="2961899" y="772633"/>
                  </a:lnTo>
                  <a:lnTo>
                    <a:pt x="2960827" y="772594"/>
                  </a:lnTo>
                  <a:lnTo>
                    <a:pt x="2959755" y="772555"/>
                  </a:lnTo>
                  <a:lnTo>
                    <a:pt x="2958684" y="772516"/>
                  </a:lnTo>
                  <a:lnTo>
                    <a:pt x="2957612" y="772477"/>
                  </a:lnTo>
                  <a:lnTo>
                    <a:pt x="2956541" y="772439"/>
                  </a:lnTo>
                  <a:lnTo>
                    <a:pt x="2955469" y="772402"/>
                  </a:lnTo>
                  <a:lnTo>
                    <a:pt x="2954397" y="772365"/>
                  </a:lnTo>
                  <a:lnTo>
                    <a:pt x="2953326" y="772328"/>
                  </a:lnTo>
                  <a:lnTo>
                    <a:pt x="2952254" y="772292"/>
                  </a:lnTo>
                  <a:lnTo>
                    <a:pt x="2951183" y="772256"/>
                  </a:lnTo>
                  <a:lnTo>
                    <a:pt x="2950111" y="772221"/>
                  </a:lnTo>
                  <a:lnTo>
                    <a:pt x="2949039" y="772186"/>
                  </a:lnTo>
                  <a:lnTo>
                    <a:pt x="2947968" y="772152"/>
                  </a:lnTo>
                  <a:lnTo>
                    <a:pt x="2946896" y="772118"/>
                  </a:lnTo>
                  <a:lnTo>
                    <a:pt x="2945825" y="772084"/>
                  </a:lnTo>
                  <a:lnTo>
                    <a:pt x="2944753" y="772051"/>
                  </a:lnTo>
                  <a:lnTo>
                    <a:pt x="2943681" y="772019"/>
                  </a:lnTo>
                  <a:lnTo>
                    <a:pt x="2942610" y="771987"/>
                  </a:lnTo>
                  <a:lnTo>
                    <a:pt x="2941538" y="771955"/>
                  </a:lnTo>
                  <a:lnTo>
                    <a:pt x="2940467" y="771923"/>
                  </a:lnTo>
                  <a:lnTo>
                    <a:pt x="2939395" y="771893"/>
                  </a:lnTo>
                  <a:lnTo>
                    <a:pt x="2938323" y="771862"/>
                  </a:lnTo>
                  <a:lnTo>
                    <a:pt x="2937252" y="771832"/>
                  </a:lnTo>
                  <a:lnTo>
                    <a:pt x="2936180" y="771802"/>
                  </a:lnTo>
                  <a:lnTo>
                    <a:pt x="2935109" y="771773"/>
                  </a:lnTo>
                  <a:lnTo>
                    <a:pt x="2934037" y="771745"/>
                  </a:lnTo>
                  <a:lnTo>
                    <a:pt x="2932965" y="771716"/>
                  </a:lnTo>
                  <a:lnTo>
                    <a:pt x="2931894" y="771688"/>
                  </a:lnTo>
                  <a:lnTo>
                    <a:pt x="2930822" y="771661"/>
                  </a:lnTo>
                  <a:lnTo>
                    <a:pt x="2929751" y="771634"/>
                  </a:lnTo>
                  <a:lnTo>
                    <a:pt x="2928679" y="771607"/>
                  </a:lnTo>
                  <a:lnTo>
                    <a:pt x="2927607" y="771581"/>
                  </a:lnTo>
                  <a:lnTo>
                    <a:pt x="2926536" y="771556"/>
                  </a:lnTo>
                  <a:lnTo>
                    <a:pt x="2925464" y="771530"/>
                  </a:lnTo>
                  <a:lnTo>
                    <a:pt x="2924393" y="771506"/>
                  </a:lnTo>
                  <a:lnTo>
                    <a:pt x="2923321" y="771481"/>
                  </a:lnTo>
                  <a:lnTo>
                    <a:pt x="2922249" y="771457"/>
                  </a:lnTo>
                  <a:lnTo>
                    <a:pt x="2921178" y="771434"/>
                  </a:lnTo>
                  <a:lnTo>
                    <a:pt x="2920106" y="771411"/>
                  </a:lnTo>
                  <a:lnTo>
                    <a:pt x="2919035" y="771388"/>
                  </a:lnTo>
                  <a:lnTo>
                    <a:pt x="2917963" y="771366"/>
                  </a:lnTo>
                  <a:lnTo>
                    <a:pt x="2916891" y="771344"/>
                  </a:lnTo>
                  <a:lnTo>
                    <a:pt x="2915820" y="771322"/>
                  </a:lnTo>
                  <a:lnTo>
                    <a:pt x="2914748" y="771301"/>
                  </a:lnTo>
                  <a:lnTo>
                    <a:pt x="2913677" y="771281"/>
                  </a:lnTo>
                  <a:lnTo>
                    <a:pt x="2912605" y="771261"/>
                  </a:lnTo>
                  <a:lnTo>
                    <a:pt x="2911533" y="771241"/>
                  </a:lnTo>
                  <a:lnTo>
                    <a:pt x="2910462" y="771222"/>
                  </a:lnTo>
                  <a:lnTo>
                    <a:pt x="2909390" y="771203"/>
                  </a:lnTo>
                  <a:lnTo>
                    <a:pt x="2908319" y="771185"/>
                  </a:lnTo>
                  <a:lnTo>
                    <a:pt x="2907247" y="771167"/>
                  </a:lnTo>
                  <a:lnTo>
                    <a:pt x="2906175" y="771149"/>
                  </a:lnTo>
                  <a:lnTo>
                    <a:pt x="2905104" y="771132"/>
                  </a:lnTo>
                  <a:lnTo>
                    <a:pt x="2904032" y="771115"/>
                  </a:lnTo>
                  <a:lnTo>
                    <a:pt x="2902961" y="771099"/>
                  </a:lnTo>
                  <a:lnTo>
                    <a:pt x="2901889" y="771083"/>
                  </a:lnTo>
                  <a:lnTo>
                    <a:pt x="2900817" y="771068"/>
                  </a:lnTo>
                  <a:lnTo>
                    <a:pt x="2899746" y="771053"/>
                  </a:lnTo>
                  <a:lnTo>
                    <a:pt x="2898674" y="771038"/>
                  </a:lnTo>
                  <a:lnTo>
                    <a:pt x="2897603" y="771024"/>
                  </a:lnTo>
                  <a:lnTo>
                    <a:pt x="2896531" y="771010"/>
                  </a:lnTo>
                  <a:lnTo>
                    <a:pt x="2895459" y="770997"/>
                  </a:lnTo>
                  <a:lnTo>
                    <a:pt x="2894388" y="770984"/>
                  </a:lnTo>
                  <a:lnTo>
                    <a:pt x="2893316" y="770972"/>
                  </a:lnTo>
                  <a:lnTo>
                    <a:pt x="2892245" y="770960"/>
                  </a:lnTo>
                  <a:lnTo>
                    <a:pt x="2891173" y="770948"/>
                  </a:lnTo>
                  <a:lnTo>
                    <a:pt x="2890101" y="770937"/>
                  </a:lnTo>
                  <a:lnTo>
                    <a:pt x="2889030" y="770926"/>
                  </a:lnTo>
                  <a:lnTo>
                    <a:pt x="2887958" y="770916"/>
                  </a:lnTo>
                  <a:lnTo>
                    <a:pt x="2886887" y="770906"/>
                  </a:lnTo>
                  <a:lnTo>
                    <a:pt x="2885815" y="770896"/>
                  </a:lnTo>
                  <a:lnTo>
                    <a:pt x="2884743" y="770887"/>
                  </a:lnTo>
                  <a:lnTo>
                    <a:pt x="2883672" y="770878"/>
                  </a:lnTo>
                  <a:lnTo>
                    <a:pt x="2882600" y="770870"/>
                  </a:lnTo>
                  <a:lnTo>
                    <a:pt x="2881529" y="770862"/>
                  </a:lnTo>
                  <a:lnTo>
                    <a:pt x="2880457" y="770855"/>
                  </a:lnTo>
                  <a:lnTo>
                    <a:pt x="2879385" y="770848"/>
                  </a:lnTo>
                  <a:lnTo>
                    <a:pt x="2878314" y="770841"/>
                  </a:lnTo>
                  <a:lnTo>
                    <a:pt x="2877242" y="770835"/>
                  </a:lnTo>
                  <a:lnTo>
                    <a:pt x="2876171" y="770829"/>
                  </a:lnTo>
                  <a:lnTo>
                    <a:pt x="2875099" y="770824"/>
                  </a:lnTo>
                  <a:lnTo>
                    <a:pt x="2874027" y="770819"/>
                  </a:lnTo>
                  <a:lnTo>
                    <a:pt x="2872956" y="770814"/>
                  </a:lnTo>
                  <a:lnTo>
                    <a:pt x="2871884" y="770810"/>
                  </a:lnTo>
                  <a:lnTo>
                    <a:pt x="2870813" y="770806"/>
                  </a:lnTo>
                  <a:lnTo>
                    <a:pt x="2869741" y="770803"/>
                  </a:lnTo>
                  <a:lnTo>
                    <a:pt x="2868669" y="770800"/>
                  </a:lnTo>
                  <a:lnTo>
                    <a:pt x="2867598" y="770798"/>
                  </a:lnTo>
                  <a:lnTo>
                    <a:pt x="2866526" y="770796"/>
                  </a:lnTo>
                  <a:lnTo>
                    <a:pt x="2865455" y="770794"/>
                  </a:lnTo>
                  <a:lnTo>
                    <a:pt x="2864383" y="770793"/>
                  </a:lnTo>
                  <a:lnTo>
                    <a:pt x="2863311" y="770792"/>
                  </a:lnTo>
                  <a:lnTo>
                    <a:pt x="2862240" y="770791"/>
                  </a:lnTo>
                  <a:lnTo>
                    <a:pt x="2861168" y="770791"/>
                  </a:lnTo>
                  <a:lnTo>
                    <a:pt x="2860097" y="770792"/>
                  </a:lnTo>
                  <a:lnTo>
                    <a:pt x="2859025" y="770792"/>
                  </a:lnTo>
                  <a:lnTo>
                    <a:pt x="2857953" y="770793"/>
                  </a:lnTo>
                  <a:lnTo>
                    <a:pt x="2856882" y="770795"/>
                  </a:lnTo>
                  <a:lnTo>
                    <a:pt x="2855810" y="770797"/>
                  </a:lnTo>
                  <a:lnTo>
                    <a:pt x="2854739" y="770799"/>
                  </a:lnTo>
                  <a:lnTo>
                    <a:pt x="2853667" y="770802"/>
                  </a:lnTo>
                  <a:lnTo>
                    <a:pt x="2852595" y="770805"/>
                  </a:lnTo>
                  <a:lnTo>
                    <a:pt x="2851524" y="770809"/>
                  </a:lnTo>
                  <a:lnTo>
                    <a:pt x="2850452" y="770813"/>
                  </a:lnTo>
                  <a:lnTo>
                    <a:pt x="2849381" y="770817"/>
                  </a:lnTo>
                  <a:lnTo>
                    <a:pt x="2848309" y="770822"/>
                  </a:lnTo>
                  <a:lnTo>
                    <a:pt x="2847237" y="770827"/>
                  </a:lnTo>
                  <a:lnTo>
                    <a:pt x="2846166" y="770833"/>
                  </a:lnTo>
                  <a:lnTo>
                    <a:pt x="2845094" y="770839"/>
                  </a:lnTo>
                  <a:lnTo>
                    <a:pt x="2844023" y="770845"/>
                  </a:lnTo>
                  <a:lnTo>
                    <a:pt x="2842951" y="770852"/>
                  </a:lnTo>
                  <a:lnTo>
                    <a:pt x="2841879" y="770859"/>
                  </a:lnTo>
                  <a:lnTo>
                    <a:pt x="2840808" y="770866"/>
                  </a:lnTo>
                  <a:lnTo>
                    <a:pt x="2839736" y="770874"/>
                  </a:lnTo>
                  <a:lnTo>
                    <a:pt x="2838665" y="770883"/>
                  </a:lnTo>
                  <a:lnTo>
                    <a:pt x="2837593" y="770891"/>
                  </a:lnTo>
                  <a:lnTo>
                    <a:pt x="2836522" y="770901"/>
                  </a:lnTo>
                  <a:lnTo>
                    <a:pt x="2835450" y="770910"/>
                  </a:lnTo>
                  <a:lnTo>
                    <a:pt x="2834378" y="770920"/>
                  </a:lnTo>
                  <a:lnTo>
                    <a:pt x="2833307" y="770930"/>
                  </a:lnTo>
                  <a:lnTo>
                    <a:pt x="2832235" y="770941"/>
                  </a:lnTo>
                  <a:lnTo>
                    <a:pt x="2831164" y="770952"/>
                  </a:lnTo>
                  <a:lnTo>
                    <a:pt x="2830092" y="770964"/>
                  </a:lnTo>
                  <a:lnTo>
                    <a:pt x="2829020" y="770975"/>
                  </a:lnTo>
                  <a:lnTo>
                    <a:pt x="2827949" y="770988"/>
                  </a:lnTo>
                  <a:lnTo>
                    <a:pt x="2826877" y="771000"/>
                  </a:lnTo>
                  <a:lnTo>
                    <a:pt x="2825806" y="771013"/>
                  </a:lnTo>
                  <a:lnTo>
                    <a:pt x="2824734" y="771027"/>
                  </a:lnTo>
                  <a:lnTo>
                    <a:pt x="2823662" y="771041"/>
                  </a:lnTo>
                  <a:lnTo>
                    <a:pt x="2822591" y="771055"/>
                  </a:lnTo>
                  <a:lnTo>
                    <a:pt x="2821519" y="771069"/>
                  </a:lnTo>
                  <a:lnTo>
                    <a:pt x="2820448" y="771084"/>
                  </a:lnTo>
                  <a:lnTo>
                    <a:pt x="2819376" y="771100"/>
                  </a:lnTo>
                  <a:lnTo>
                    <a:pt x="2818304" y="771115"/>
                  </a:lnTo>
                  <a:lnTo>
                    <a:pt x="2817233" y="771131"/>
                  </a:lnTo>
                  <a:lnTo>
                    <a:pt x="2816161" y="771148"/>
                  </a:lnTo>
                  <a:lnTo>
                    <a:pt x="2815090" y="771165"/>
                  </a:lnTo>
                  <a:lnTo>
                    <a:pt x="2814018" y="771182"/>
                  </a:lnTo>
                  <a:lnTo>
                    <a:pt x="2812946" y="771200"/>
                  </a:lnTo>
                  <a:lnTo>
                    <a:pt x="2811875" y="771218"/>
                  </a:lnTo>
                  <a:lnTo>
                    <a:pt x="2810803" y="771236"/>
                  </a:lnTo>
                  <a:lnTo>
                    <a:pt x="2809732" y="771255"/>
                  </a:lnTo>
                  <a:lnTo>
                    <a:pt x="2808660" y="771274"/>
                  </a:lnTo>
                  <a:lnTo>
                    <a:pt x="2807588" y="771294"/>
                  </a:lnTo>
                  <a:lnTo>
                    <a:pt x="2806517" y="771313"/>
                  </a:lnTo>
                  <a:lnTo>
                    <a:pt x="2805445" y="771334"/>
                  </a:lnTo>
                  <a:lnTo>
                    <a:pt x="2804374" y="771354"/>
                  </a:lnTo>
                  <a:lnTo>
                    <a:pt x="2803302" y="771375"/>
                  </a:lnTo>
                  <a:lnTo>
                    <a:pt x="2802230" y="771397"/>
                  </a:lnTo>
                  <a:lnTo>
                    <a:pt x="2801159" y="771419"/>
                  </a:lnTo>
                  <a:lnTo>
                    <a:pt x="2800087" y="771441"/>
                  </a:lnTo>
                  <a:lnTo>
                    <a:pt x="2799016" y="771463"/>
                  </a:lnTo>
                  <a:lnTo>
                    <a:pt x="2797944" y="771486"/>
                  </a:lnTo>
                  <a:lnTo>
                    <a:pt x="2796872" y="771509"/>
                  </a:lnTo>
                  <a:lnTo>
                    <a:pt x="2795801" y="771533"/>
                  </a:lnTo>
                  <a:lnTo>
                    <a:pt x="2794729" y="771557"/>
                  </a:lnTo>
                  <a:lnTo>
                    <a:pt x="2793658" y="771581"/>
                  </a:lnTo>
                  <a:lnTo>
                    <a:pt x="2792586" y="771606"/>
                  </a:lnTo>
                  <a:lnTo>
                    <a:pt x="2791514" y="771631"/>
                  </a:lnTo>
                  <a:lnTo>
                    <a:pt x="2790443" y="771657"/>
                  </a:lnTo>
                  <a:lnTo>
                    <a:pt x="2789371" y="771683"/>
                  </a:lnTo>
                  <a:lnTo>
                    <a:pt x="2788300" y="771709"/>
                  </a:lnTo>
                  <a:lnTo>
                    <a:pt x="2787228" y="771735"/>
                  </a:lnTo>
                  <a:lnTo>
                    <a:pt x="2786156" y="771762"/>
                  </a:lnTo>
                  <a:lnTo>
                    <a:pt x="2785085" y="771790"/>
                  </a:lnTo>
                  <a:lnTo>
                    <a:pt x="2784013" y="771817"/>
                  </a:lnTo>
                  <a:lnTo>
                    <a:pt x="2782942" y="771845"/>
                  </a:lnTo>
                  <a:lnTo>
                    <a:pt x="2781870" y="771874"/>
                  </a:lnTo>
                  <a:lnTo>
                    <a:pt x="2780798" y="771903"/>
                  </a:lnTo>
                  <a:lnTo>
                    <a:pt x="2779727" y="771932"/>
                  </a:lnTo>
                  <a:lnTo>
                    <a:pt x="2778655" y="771961"/>
                  </a:lnTo>
                  <a:lnTo>
                    <a:pt x="2777584" y="771991"/>
                  </a:lnTo>
                  <a:lnTo>
                    <a:pt x="2776512" y="772021"/>
                  </a:lnTo>
                  <a:lnTo>
                    <a:pt x="2775440" y="772052"/>
                  </a:lnTo>
                  <a:lnTo>
                    <a:pt x="2774369" y="772083"/>
                  </a:lnTo>
                  <a:lnTo>
                    <a:pt x="2773297" y="772114"/>
                  </a:lnTo>
                  <a:lnTo>
                    <a:pt x="2772226" y="772146"/>
                  </a:lnTo>
                  <a:lnTo>
                    <a:pt x="2771154" y="772178"/>
                  </a:lnTo>
                  <a:lnTo>
                    <a:pt x="2770082" y="772210"/>
                  </a:lnTo>
                  <a:lnTo>
                    <a:pt x="2769011" y="772243"/>
                  </a:lnTo>
                  <a:lnTo>
                    <a:pt x="2767939" y="772276"/>
                  </a:lnTo>
                  <a:lnTo>
                    <a:pt x="2766868" y="772309"/>
                  </a:lnTo>
                  <a:lnTo>
                    <a:pt x="2765796" y="772343"/>
                  </a:lnTo>
                  <a:lnTo>
                    <a:pt x="2764724" y="772377"/>
                  </a:lnTo>
                  <a:lnTo>
                    <a:pt x="2763653" y="772411"/>
                  </a:lnTo>
                  <a:lnTo>
                    <a:pt x="2762581" y="772446"/>
                  </a:lnTo>
                  <a:lnTo>
                    <a:pt x="2761510" y="772481"/>
                  </a:lnTo>
                  <a:lnTo>
                    <a:pt x="2760438" y="772517"/>
                  </a:lnTo>
                  <a:lnTo>
                    <a:pt x="2759366" y="772553"/>
                  </a:lnTo>
                  <a:lnTo>
                    <a:pt x="2758295" y="772589"/>
                  </a:lnTo>
                  <a:lnTo>
                    <a:pt x="2757223" y="772626"/>
                  </a:lnTo>
                  <a:lnTo>
                    <a:pt x="2756152" y="772662"/>
                  </a:lnTo>
                  <a:lnTo>
                    <a:pt x="2755080" y="772700"/>
                  </a:lnTo>
                  <a:lnTo>
                    <a:pt x="2754008" y="772737"/>
                  </a:lnTo>
                  <a:lnTo>
                    <a:pt x="2752937" y="772775"/>
                  </a:lnTo>
                  <a:lnTo>
                    <a:pt x="2751865" y="772814"/>
                  </a:lnTo>
                  <a:lnTo>
                    <a:pt x="2750794" y="772852"/>
                  </a:lnTo>
                  <a:lnTo>
                    <a:pt x="2749722" y="772891"/>
                  </a:lnTo>
                  <a:lnTo>
                    <a:pt x="2748650" y="772931"/>
                  </a:lnTo>
                  <a:lnTo>
                    <a:pt x="2747579" y="772970"/>
                  </a:lnTo>
                  <a:lnTo>
                    <a:pt x="2746507" y="773010"/>
                  </a:lnTo>
                  <a:lnTo>
                    <a:pt x="2745436" y="773051"/>
                  </a:lnTo>
                  <a:lnTo>
                    <a:pt x="2744364" y="773091"/>
                  </a:lnTo>
                  <a:lnTo>
                    <a:pt x="2743292" y="773132"/>
                  </a:lnTo>
                  <a:lnTo>
                    <a:pt x="2742221" y="773174"/>
                  </a:lnTo>
                  <a:lnTo>
                    <a:pt x="2741149" y="773215"/>
                  </a:lnTo>
                  <a:lnTo>
                    <a:pt x="2740078" y="773257"/>
                  </a:lnTo>
                  <a:lnTo>
                    <a:pt x="2739006" y="773300"/>
                  </a:lnTo>
                  <a:lnTo>
                    <a:pt x="2737934" y="773342"/>
                  </a:lnTo>
                  <a:lnTo>
                    <a:pt x="2736863" y="773386"/>
                  </a:lnTo>
                  <a:lnTo>
                    <a:pt x="2735791" y="773429"/>
                  </a:lnTo>
                  <a:lnTo>
                    <a:pt x="2734720" y="773473"/>
                  </a:lnTo>
                  <a:lnTo>
                    <a:pt x="2733648" y="773517"/>
                  </a:lnTo>
                  <a:lnTo>
                    <a:pt x="2732576" y="773561"/>
                  </a:lnTo>
                  <a:lnTo>
                    <a:pt x="2731505" y="773606"/>
                  </a:lnTo>
                  <a:lnTo>
                    <a:pt x="2730433" y="773651"/>
                  </a:lnTo>
                  <a:lnTo>
                    <a:pt x="2729362" y="773696"/>
                  </a:lnTo>
                  <a:lnTo>
                    <a:pt x="2728290" y="773742"/>
                  </a:lnTo>
                  <a:lnTo>
                    <a:pt x="2727218" y="773788"/>
                  </a:lnTo>
                  <a:lnTo>
                    <a:pt x="2726147" y="773834"/>
                  </a:lnTo>
                  <a:lnTo>
                    <a:pt x="2725075" y="773881"/>
                  </a:lnTo>
                  <a:lnTo>
                    <a:pt x="2724004" y="773928"/>
                  </a:lnTo>
                  <a:lnTo>
                    <a:pt x="2722932" y="773975"/>
                  </a:lnTo>
                  <a:lnTo>
                    <a:pt x="2721860" y="774023"/>
                  </a:lnTo>
                  <a:lnTo>
                    <a:pt x="2720789" y="774071"/>
                  </a:lnTo>
                  <a:lnTo>
                    <a:pt x="2719717" y="774119"/>
                  </a:lnTo>
                  <a:lnTo>
                    <a:pt x="2718646" y="774168"/>
                  </a:lnTo>
                  <a:lnTo>
                    <a:pt x="2717574" y="774217"/>
                  </a:lnTo>
                  <a:lnTo>
                    <a:pt x="2716502" y="774266"/>
                  </a:lnTo>
                  <a:lnTo>
                    <a:pt x="2715431" y="774316"/>
                  </a:lnTo>
                  <a:lnTo>
                    <a:pt x="2714359" y="774366"/>
                  </a:lnTo>
                  <a:lnTo>
                    <a:pt x="2713288" y="774416"/>
                  </a:lnTo>
                  <a:lnTo>
                    <a:pt x="2712216" y="774467"/>
                  </a:lnTo>
                  <a:lnTo>
                    <a:pt x="2711144" y="774518"/>
                  </a:lnTo>
                  <a:lnTo>
                    <a:pt x="2710073" y="774569"/>
                  </a:lnTo>
                  <a:lnTo>
                    <a:pt x="2709001" y="774621"/>
                  </a:lnTo>
                  <a:lnTo>
                    <a:pt x="2707930" y="774672"/>
                  </a:lnTo>
                  <a:lnTo>
                    <a:pt x="2706858" y="774725"/>
                  </a:lnTo>
                  <a:lnTo>
                    <a:pt x="2705786" y="774777"/>
                  </a:lnTo>
                  <a:lnTo>
                    <a:pt x="2704715" y="774830"/>
                  </a:lnTo>
                  <a:lnTo>
                    <a:pt x="2703643" y="774883"/>
                  </a:lnTo>
                  <a:lnTo>
                    <a:pt x="2702572" y="774937"/>
                  </a:lnTo>
                  <a:lnTo>
                    <a:pt x="2701500" y="774990"/>
                  </a:lnTo>
                  <a:lnTo>
                    <a:pt x="2700428" y="775044"/>
                  </a:lnTo>
                  <a:lnTo>
                    <a:pt x="2699357" y="775099"/>
                  </a:lnTo>
                  <a:lnTo>
                    <a:pt x="2698285" y="775154"/>
                  </a:lnTo>
                  <a:lnTo>
                    <a:pt x="2697214" y="775209"/>
                  </a:lnTo>
                  <a:lnTo>
                    <a:pt x="2696142" y="775264"/>
                  </a:lnTo>
                  <a:lnTo>
                    <a:pt x="2695070" y="775320"/>
                  </a:lnTo>
                  <a:lnTo>
                    <a:pt x="2693999" y="775375"/>
                  </a:lnTo>
                  <a:lnTo>
                    <a:pt x="2692927" y="775432"/>
                  </a:lnTo>
                  <a:lnTo>
                    <a:pt x="2691856" y="775488"/>
                  </a:lnTo>
                  <a:lnTo>
                    <a:pt x="2690784" y="775545"/>
                  </a:lnTo>
                  <a:lnTo>
                    <a:pt x="2689712" y="775602"/>
                  </a:lnTo>
                  <a:lnTo>
                    <a:pt x="2688641" y="775660"/>
                  </a:lnTo>
                  <a:lnTo>
                    <a:pt x="2687569" y="775718"/>
                  </a:lnTo>
                  <a:lnTo>
                    <a:pt x="2686498" y="775776"/>
                  </a:lnTo>
                  <a:lnTo>
                    <a:pt x="2685426" y="775834"/>
                  </a:lnTo>
                  <a:lnTo>
                    <a:pt x="2684354" y="775893"/>
                  </a:lnTo>
                  <a:lnTo>
                    <a:pt x="2683283" y="775952"/>
                  </a:lnTo>
                  <a:lnTo>
                    <a:pt x="2682211" y="776011"/>
                  </a:lnTo>
                  <a:lnTo>
                    <a:pt x="2681140" y="776071"/>
                  </a:lnTo>
                  <a:lnTo>
                    <a:pt x="2680068" y="776131"/>
                  </a:lnTo>
                  <a:lnTo>
                    <a:pt x="2678996" y="776191"/>
                  </a:lnTo>
                  <a:lnTo>
                    <a:pt x="2677925" y="776252"/>
                  </a:lnTo>
                  <a:lnTo>
                    <a:pt x="2676853" y="776312"/>
                  </a:lnTo>
                  <a:lnTo>
                    <a:pt x="2675782" y="776374"/>
                  </a:lnTo>
                  <a:lnTo>
                    <a:pt x="2674710" y="776435"/>
                  </a:lnTo>
                  <a:lnTo>
                    <a:pt x="2673638" y="776497"/>
                  </a:lnTo>
                  <a:lnTo>
                    <a:pt x="2672567" y="776559"/>
                  </a:lnTo>
                  <a:lnTo>
                    <a:pt x="2671495" y="776621"/>
                  </a:lnTo>
                  <a:lnTo>
                    <a:pt x="2670424" y="776684"/>
                  </a:lnTo>
                  <a:lnTo>
                    <a:pt x="2669352" y="776747"/>
                  </a:lnTo>
                  <a:lnTo>
                    <a:pt x="2668280" y="776810"/>
                  </a:lnTo>
                  <a:lnTo>
                    <a:pt x="2667209" y="776873"/>
                  </a:lnTo>
                  <a:lnTo>
                    <a:pt x="2666137" y="776937"/>
                  </a:lnTo>
                  <a:lnTo>
                    <a:pt x="2665066" y="777001"/>
                  </a:lnTo>
                  <a:lnTo>
                    <a:pt x="2663994" y="777066"/>
                  </a:lnTo>
                  <a:lnTo>
                    <a:pt x="2662922" y="777130"/>
                  </a:lnTo>
                  <a:lnTo>
                    <a:pt x="2661851" y="777195"/>
                  </a:lnTo>
                  <a:lnTo>
                    <a:pt x="2660779" y="777261"/>
                  </a:lnTo>
                  <a:lnTo>
                    <a:pt x="2659708" y="777326"/>
                  </a:lnTo>
                  <a:lnTo>
                    <a:pt x="2658636" y="777392"/>
                  </a:lnTo>
                  <a:lnTo>
                    <a:pt x="2657565" y="777458"/>
                  </a:lnTo>
                  <a:lnTo>
                    <a:pt x="2656493" y="777525"/>
                  </a:lnTo>
                  <a:lnTo>
                    <a:pt x="2655421" y="777591"/>
                  </a:lnTo>
                  <a:lnTo>
                    <a:pt x="2654350" y="777658"/>
                  </a:lnTo>
                  <a:lnTo>
                    <a:pt x="2653278" y="777726"/>
                  </a:lnTo>
                  <a:lnTo>
                    <a:pt x="2652207" y="777793"/>
                  </a:lnTo>
                  <a:lnTo>
                    <a:pt x="2651135" y="777861"/>
                  </a:lnTo>
                  <a:lnTo>
                    <a:pt x="2650063" y="777929"/>
                  </a:lnTo>
                  <a:lnTo>
                    <a:pt x="2648992" y="777998"/>
                  </a:lnTo>
                  <a:lnTo>
                    <a:pt x="2647920" y="778066"/>
                  </a:lnTo>
                  <a:lnTo>
                    <a:pt x="2646849" y="778135"/>
                  </a:lnTo>
                  <a:lnTo>
                    <a:pt x="2645777" y="778205"/>
                  </a:lnTo>
                  <a:lnTo>
                    <a:pt x="2644705" y="778274"/>
                  </a:lnTo>
                  <a:lnTo>
                    <a:pt x="2643634" y="778344"/>
                  </a:lnTo>
                  <a:lnTo>
                    <a:pt x="2642562" y="778414"/>
                  </a:lnTo>
                  <a:lnTo>
                    <a:pt x="2641491" y="778485"/>
                  </a:lnTo>
                  <a:lnTo>
                    <a:pt x="2640419" y="778555"/>
                  </a:lnTo>
                  <a:lnTo>
                    <a:pt x="2639347" y="778626"/>
                  </a:lnTo>
                  <a:lnTo>
                    <a:pt x="2638276" y="778697"/>
                  </a:lnTo>
                  <a:lnTo>
                    <a:pt x="2637204" y="778769"/>
                  </a:lnTo>
                  <a:lnTo>
                    <a:pt x="2636133" y="778841"/>
                  </a:lnTo>
                  <a:lnTo>
                    <a:pt x="2635061" y="778913"/>
                  </a:lnTo>
                  <a:lnTo>
                    <a:pt x="2633989" y="778985"/>
                  </a:lnTo>
                  <a:lnTo>
                    <a:pt x="2632918" y="779058"/>
                  </a:lnTo>
                  <a:lnTo>
                    <a:pt x="2631846" y="779131"/>
                  </a:lnTo>
                  <a:lnTo>
                    <a:pt x="2630775" y="779204"/>
                  </a:lnTo>
                  <a:lnTo>
                    <a:pt x="2629703" y="779277"/>
                  </a:lnTo>
                  <a:lnTo>
                    <a:pt x="2628631" y="779351"/>
                  </a:lnTo>
                  <a:lnTo>
                    <a:pt x="2627560" y="779425"/>
                  </a:lnTo>
                  <a:lnTo>
                    <a:pt x="2626488" y="779499"/>
                  </a:lnTo>
                  <a:lnTo>
                    <a:pt x="2625417" y="779574"/>
                  </a:lnTo>
                  <a:lnTo>
                    <a:pt x="2624345" y="779649"/>
                  </a:lnTo>
                  <a:lnTo>
                    <a:pt x="2623273" y="779724"/>
                  </a:lnTo>
                  <a:lnTo>
                    <a:pt x="2622202" y="779799"/>
                  </a:lnTo>
                  <a:lnTo>
                    <a:pt x="2621130" y="779875"/>
                  </a:lnTo>
                  <a:lnTo>
                    <a:pt x="2620059" y="779951"/>
                  </a:lnTo>
                  <a:lnTo>
                    <a:pt x="2618987" y="780027"/>
                  </a:lnTo>
                  <a:lnTo>
                    <a:pt x="2617915" y="780103"/>
                  </a:lnTo>
                  <a:lnTo>
                    <a:pt x="2616844" y="780180"/>
                  </a:lnTo>
                  <a:lnTo>
                    <a:pt x="2615772" y="780257"/>
                  </a:lnTo>
                  <a:lnTo>
                    <a:pt x="2614701" y="780334"/>
                  </a:lnTo>
                  <a:lnTo>
                    <a:pt x="2613629" y="780412"/>
                  </a:lnTo>
                  <a:lnTo>
                    <a:pt x="2612557" y="780489"/>
                  </a:lnTo>
                  <a:lnTo>
                    <a:pt x="2611486" y="780567"/>
                  </a:lnTo>
                  <a:lnTo>
                    <a:pt x="2610414" y="780646"/>
                  </a:lnTo>
                  <a:lnTo>
                    <a:pt x="2609343" y="780724"/>
                  </a:lnTo>
                  <a:lnTo>
                    <a:pt x="2608271" y="780803"/>
                  </a:lnTo>
                  <a:lnTo>
                    <a:pt x="2607199" y="780882"/>
                  </a:lnTo>
                  <a:lnTo>
                    <a:pt x="2606128" y="780961"/>
                  </a:lnTo>
                  <a:lnTo>
                    <a:pt x="2605056" y="781041"/>
                  </a:lnTo>
                  <a:lnTo>
                    <a:pt x="2603985" y="781121"/>
                  </a:lnTo>
                  <a:lnTo>
                    <a:pt x="2602913" y="781201"/>
                  </a:lnTo>
                  <a:lnTo>
                    <a:pt x="2601841" y="781281"/>
                  </a:lnTo>
                  <a:lnTo>
                    <a:pt x="2600770" y="781362"/>
                  </a:lnTo>
                  <a:lnTo>
                    <a:pt x="2599698" y="781443"/>
                  </a:lnTo>
                  <a:lnTo>
                    <a:pt x="2598627" y="781524"/>
                  </a:lnTo>
                  <a:lnTo>
                    <a:pt x="2597555" y="781606"/>
                  </a:lnTo>
                  <a:lnTo>
                    <a:pt x="2596483" y="781687"/>
                  </a:lnTo>
                  <a:lnTo>
                    <a:pt x="2595412" y="781769"/>
                  </a:lnTo>
                  <a:lnTo>
                    <a:pt x="2594340" y="781851"/>
                  </a:lnTo>
                  <a:lnTo>
                    <a:pt x="2593269" y="781934"/>
                  </a:lnTo>
                  <a:lnTo>
                    <a:pt x="2592197" y="782016"/>
                  </a:lnTo>
                  <a:lnTo>
                    <a:pt x="2591125" y="782099"/>
                  </a:lnTo>
                  <a:lnTo>
                    <a:pt x="2590054" y="782183"/>
                  </a:lnTo>
                  <a:lnTo>
                    <a:pt x="2588982" y="782266"/>
                  </a:lnTo>
                  <a:lnTo>
                    <a:pt x="2587911" y="782350"/>
                  </a:lnTo>
                  <a:lnTo>
                    <a:pt x="2586839" y="782434"/>
                  </a:lnTo>
                  <a:lnTo>
                    <a:pt x="2585767" y="782518"/>
                  </a:lnTo>
                  <a:lnTo>
                    <a:pt x="2584696" y="782602"/>
                  </a:lnTo>
                  <a:lnTo>
                    <a:pt x="2583624" y="782687"/>
                  </a:lnTo>
                  <a:lnTo>
                    <a:pt x="2582553" y="782772"/>
                  </a:lnTo>
                  <a:lnTo>
                    <a:pt x="2581481" y="782857"/>
                  </a:lnTo>
                  <a:lnTo>
                    <a:pt x="2580409" y="782943"/>
                  </a:lnTo>
                  <a:lnTo>
                    <a:pt x="2579338" y="783029"/>
                  </a:lnTo>
                  <a:lnTo>
                    <a:pt x="2578266" y="783115"/>
                  </a:lnTo>
                  <a:lnTo>
                    <a:pt x="2577195" y="783201"/>
                  </a:lnTo>
                  <a:lnTo>
                    <a:pt x="2576123" y="783287"/>
                  </a:lnTo>
                  <a:lnTo>
                    <a:pt x="2575051" y="783374"/>
                  </a:lnTo>
                  <a:lnTo>
                    <a:pt x="2573980" y="783461"/>
                  </a:lnTo>
                  <a:lnTo>
                    <a:pt x="2572908" y="783548"/>
                  </a:lnTo>
                  <a:lnTo>
                    <a:pt x="2571837" y="783635"/>
                  </a:lnTo>
                  <a:lnTo>
                    <a:pt x="2570765" y="783723"/>
                  </a:lnTo>
                  <a:lnTo>
                    <a:pt x="2569693" y="783811"/>
                  </a:lnTo>
                  <a:lnTo>
                    <a:pt x="2568622" y="783899"/>
                  </a:lnTo>
                  <a:lnTo>
                    <a:pt x="2567550" y="783988"/>
                  </a:lnTo>
                  <a:lnTo>
                    <a:pt x="2566479" y="784076"/>
                  </a:lnTo>
                  <a:lnTo>
                    <a:pt x="2565407" y="784165"/>
                  </a:lnTo>
                  <a:lnTo>
                    <a:pt x="2564335" y="784254"/>
                  </a:lnTo>
                  <a:lnTo>
                    <a:pt x="2563264" y="784344"/>
                  </a:lnTo>
                  <a:lnTo>
                    <a:pt x="2562192" y="784433"/>
                  </a:lnTo>
                  <a:lnTo>
                    <a:pt x="2561121" y="784523"/>
                  </a:lnTo>
                  <a:lnTo>
                    <a:pt x="2560049" y="784613"/>
                  </a:lnTo>
                  <a:lnTo>
                    <a:pt x="2558977" y="784704"/>
                  </a:lnTo>
                  <a:lnTo>
                    <a:pt x="2557906" y="784794"/>
                  </a:lnTo>
                  <a:lnTo>
                    <a:pt x="2556834" y="784885"/>
                  </a:lnTo>
                  <a:lnTo>
                    <a:pt x="2555763" y="784976"/>
                  </a:lnTo>
                  <a:lnTo>
                    <a:pt x="2554691" y="785068"/>
                  </a:lnTo>
                  <a:lnTo>
                    <a:pt x="2553619" y="785159"/>
                  </a:lnTo>
                  <a:lnTo>
                    <a:pt x="2552548" y="785251"/>
                  </a:lnTo>
                  <a:lnTo>
                    <a:pt x="2551476" y="785343"/>
                  </a:lnTo>
                  <a:lnTo>
                    <a:pt x="2550405" y="785435"/>
                  </a:lnTo>
                  <a:lnTo>
                    <a:pt x="2549333" y="785528"/>
                  </a:lnTo>
                  <a:lnTo>
                    <a:pt x="2548261" y="785620"/>
                  </a:lnTo>
                  <a:lnTo>
                    <a:pt x="2547190" y="785713"/>
                  </a:lnTo>
                  <a:lnTo>
                    <a:pt x="2546118" y="785807"/>
                  </a:lnTo>
                  <a:lnTo>
                    <a:pt x="2545047" y="785900"/>
                  </a:lnTo>
                  <a:lnTo>
                    <a:pt x="2543975" y="785994"/>
                  </a:lnTo>
                  <a:lnTo>
                    <a:pt x="2542903" y="786088"/>
                  </a:lnTo>
                  <a:lnTo>
                    <a:pt x="2541832" y="786182"/>
                  </a:lnTo>
                  <a:lnTo>
                    <a:pt x="2540760" y="786276"/>
                  </a:lnTo>
                  <a:lnTo>
                    <a:pt x="2539689" y="786371"/>
                  </a:lnTo>
                  <a:lnTo>
                    <a:pt x="2538617" y="786465"/>
                  </a:lnTo>
                  <a:lnTo>
                    <a:pt x="2537545" y="786560"/>
                  </a:lnTo>
                  <a:lnTo>
                    <a:pt x="2536474" y="786656"/>
                  </a:lnTo>
                  <a:lnTo>
                    <a:pt x="2535402" y="786751"/>
                  </a:lnTo>
                  <a:lnTo>
                    <a:pt x="2534331" y="786847"/>
                  </a:lnTo>
                  <a:lnTo>
                    <a:pt x="2533259" y="786943"/>
                  </a:lnTo>
                  <a:lnTo>
                    <a:pt x="2532187" y="787039"/>
                  </a:lnTo>
                  <a:lnTo>
                    <a:pt x="2531116" y="787136"/>
                  </a:lnTo>
                  <a:lnTo>
                    <a:pt x="2530044" y="787232"/>
                  </a:lnTo>
                  <a:lnTo>
                    <a:pt x="2528973" y="787329"/>
                  </a:lnTo>
                  <a:lnTo>
                    <a:pt x="2527901" y="787426"/>
                  </a:lnTo>
                  <a:lnTo>
                    <a:pt x="2526829" y="787523"/>
                  </a:lnTo>
                  <a:lnTo>
                    <a:pt x="2525758" y="787621"/>
                  </a:lnTo>
                  <a:lnTo>
                    <a:pt x="2524686" y="787719"/>
                  </a:lnTo>
                  <a:lnTo>
                    <a:pt x="2523615" y="787817"/>
                  </a:lnTo>
                  <a:lnTo>
                    <a:pt x="2522543" y="787915"/>
                  </a:lnTo>
                  <a:lnTo>
                    <a:pt x="2521471" y="788014"/>
                  </a:lnTo>
                  <a:lnTo>
                    <a:pt x="2520400" y="788112"/>
                  </a:lnTo>
                  <a:lnTo>
                    <a:pt x="2519328" y="788211"/>
                  </a:lnTo>
                  <a:lnTo>
                    <a:pt x="2518257" y="788310"/>
                  </a:lnTo>
                  <a:lnTo>
                    <a:pt x="2517185" y="788410"/>
                  </a:lnTo>
                  <a:lnTo>
                    <a:pt x="2516113" y="788509"/>
                  </a:lnTo>
                  <a:lnTo>
                    <a:pt x="2515042" y="788609"/>
                  </a:lnTo>
                  <a:lnTo>
                    <a:pt x="2513970" y="788709"/>
                  </a:lnTo>
                  <a:lnTo>
                    <a:pt x="2512899" y="788809"/>
                  </a:lnTo>
                  <a:lnTo>
                    <a:pt x="2511827" y="788910"/>
                  </a:lnTo>
                  <a:lnTo>
                    <a:pt x="2510755" y="789010"/>
                  </a:lnTo>
                  <a:lnTo>
                    <a:pt x="2509684" y="789111"/>
                  </a:lnTo>
                  <a:lnTo>
                    <a:pt x="2508612" y="789212"/>
                  </a:lnTo>
                  <a:lnTo>
                    <a:pt x="2507541" y="789314"/>
                  </a:lnTo>
                  <a:lnTo>
                    <a:pt x="2506469" y="789415"/>
                  </a:lnTo>
                  <a:lnTo>
                    <a:pt x="2505397" y="789517"/>
                  </a:lnTo>
                  <a:lnTo>
                    <a:pt x="2504326" y="789619"/>
                  </a:lnTo>
                  <a:lnTo>
                    <a:pt x="2503254" y="789721"/>
                  </a:lnTo>
                  <a:lnTo>
                    <a:pt x="2502183" y="789824"/>
                  </a:lnTo>
                  <a:lnTo>
                    <a:pt x="2501111" y="789926"/>
                  </a:lnTo>
                  <a:lnTo>
                    <a:pt x="2500039" y="790029"/>
                  </a:lnTo>
                  <a:lnTo>
                    <a:pt x="2498968" y="790132"/>
                  </a:lnTo>
                  <a:lnTo>
                    <a:pt x="2497896" y="790235"/>
                  </a:lnTo>
                  <a:lnTo>
                    <a:pt x="2496825" y="790339"/>
                  </a:lnTo>
                  <a:lnTo>
                    <a:pt x="2495753" y="790443"/>
                  </a:lnTo>
                  <a:lnTo>
                    <a:pt x="2494681" y="790547"/>
                  </a:lnTo>
                  <a:lnTo>
                    <a:pt x="2493610" y="790651"/>
                  </a:lnTo>
                  <a:lnTo>
                    <a:pt x="2492538" y="790755"/>
                  </a:lnTo>
                  <a:lnTo>
                    <a:pt x="2491467" y="790860"/>
                  </a:lnTo>
                  <a:lnTo>
                    <a:pt x="2490395" y="790965"/>
                  </a:lnTo>
                  <a:lnTo>
                    <a:pt x="2489323" y="791070"/>
                  </a:lnTo>
                  <a:lnTo>
                    <a:pt x="2488252" y="791175"/>
                  </a:lnTo>
                  <a:lnTo>
                    <a:pt x="2487180" y="791280"/>
                  </a:lnTo>
                  <a:lnTo>
                    <a:pt x="2486109" y="791386"/>
                  </a:lnTo>
                  <a:lnTo>
                    <a:pt x="2485037" y="791492"/>
                  </a:lnTo>
                  <a:lnTo>
                    <a:pt x="2483966" y="791598"/>
                  </a:lnTo>
                  <a:lnTo>
                    <a:pt x="2482894" y="791704"/>
                  </a:lnTo>
                  <a:lnTo>
                    <a:pt x="2481822" y="791811"/>
                  </a:lnTo>
                  <a:lnTo>
                    <a:pt x="2480751" y="791917"/>
                  </a:lnTo>
                  <a:lnTo>
                    <a:pt x="2479679" y="792024"/>
                  </a:lnTo>
                  <a:lnTo>
                    <a:pt x="2478608" y="792131"/>
                  </a:lnTo>
                  <a:lnTo>
                    <a:pt x="2477536" y="792239"/>
                  </a:lnTo>
                  <a:lnTo>
                    <a:pt x="2476464" y="792346"/>
                  </a:lnTo>
                  <a:lnTo>
                    <a:pt x="2475393" y="792454"/>
                  </a:lnTo>
                  <a:lnTo>
                    <a:pt x="2474321" y="792562"/>
                  </a:lnTo>
                  <a:lnTo>
                    <a:pt x="2473250" y="792670"/>
                  </a:lnTo>
                  <a:lnTo>
                    <a:pt x="2472178" y="792778"/>
                  </a:lnTo>
                  <a:lnTo>
                    <a:pt x="2471106" y="792887"/>
                  </a:lnTo>
                  <a:lnTo>
                    <a:pt x="2470035" y="792996"/>
                  </a:lnTo>
                  <a:lnTo>
                    <a:pt x="2468963" y="793105"/>
                  </a:lnTo>
                  <a:lnTo>
                    <a:pt x="2467892" y="793214"/>
                  </a:lnTo>
                  <a:lnTo>
                    <a:pt x="2466820" y="793323"/>
                  </a:lnTo>
                  <a:lnTo>
                    <a:pt x="2465748" y="793433"/>
                  </a:lnTo>
                  <a:lnTo>
                    <a:pt x="2464677" y="793543"/>
                  </a:lnTo>
                  <a:lnTo>
                    <a:pt x="2463605" y="793653"/>
                  </a:lnTo>
                  <a:lnTo>
                    <a:pt x="2462534" y="793763"/>
                  </a:lnTo>
                  <a:lnTo>
                    <a:pt x="2461462" y="793874"/>
                  </a:lnTo>
                  <a:lnTo>
                    <a:pt x="2460390" y="793984"/>
                  </a:lnTo>
                  <a:lnTo>
                    <a:pt x="2459319" y="794095"/>
                  </a:lnTo>
                  <a:lnTo>
                    <a:pt x="2458247" y="794206"/>
                  </a:lnTo>
                  <a:lnTo>
                    <a:pt x="2457176" y="794317"/>
                  </a:lnTo>
                  <a:lnTo>
                    <a:pt x="2456104" y="794429"/>
                  </a:lnTo>
                  <a:lnTo>
                    <a:pt x="2455032" y="794540"/>
                  </a:lnTo>
                  <a:lnTo>
                    <a:pt x="2453961" y="794652"/>
                  </a:lnTo>
                  <a:lnTo>
                    <a:pt x="2452889" y="794764"/>
                  </a:lnTo>
                  <a:lnTo>
                    <a:pt x="2451818" y="794877"/>
                  </a:lnTo>
                  <a:lnTo>
                    <a:pt x="2450746" y="794989"/>
                  </a:lnTo>
                  <a:lnTo>
                    <a:pt x="2449674" y="795102"/>
                  </a:lnTo>
                  <a:lnTo>
                    <a:pt x="2448603" y="795215"/>
                  </a:lnTo>
                  <a:lnTo>
                    <a:pt x="2447531" y="795328"/>
                  </a:lnTo>
                  <a:lnTo>
                    <a:pt x="2446460" y="795441"/>
                  </a:lnTo>
                  <a:lnTo>
                    <a:pt x="2445388" y="795555"/>
                  </a:lnTo>
                  <a:lnTo>
                    <a:pt x="2444316" y="795668"/>
                  </a:lnTo>
                  <a:lnTo>
                    <a:pt x="2443245" y="795782"/>
                  </a:lnTo>
                  <a:lnTo>
                    <a:pt x="2442173" y="795896"/>
                  </a:lnTo>
                  <a:lnTo>
                    <a:pt x="2441102" y="796011"/>
                  </a:lnTo>
                  <a:lnTo>
                    <a:pt x="2440030" y="796125"/>
                  </a:lnTo>
                  <a:lnTo>
                    <a:pt x="2438958" y="796240"/>
                  </a:lnTo>
                  <a:lnTo>
                    <a:pt x="2437887" y="796355"/>
                  </a:lnTo>
                  <a:lnTo>
                    <a:pt x="2436815" y="796470"/>
                  </a:lnTo>
                  <a:lnTo>
                    <a:pt x="2435744" y="796585"/>
                  </a:lnTo>
                  <a:lnTo>
                    <a:pt x="2434672" y="796701"/>
                  </a:lnTo>
                  <a:lnTo>
                    <a:pt x="2433600" y="796816"/>
                  </a:lnTo>
                  <a:lnTo>
                    <a:pt x="2432529" y="796932"/>
                  </a:lnTo>
                  <a:lnTo>
                    <a:pt x="2431457" y="797048"/>
                  </a:lnTo>
                  <a:lnTo>
                    <a:pt x="2430386" y="797164"/>
                  </a:lnTo>
                  <a:lnTo>
                    <a:pt x="2429314" y="797281"/>
                  </a:lnTo>
                  <a:lnTo>
                    <a:pt x="2428242" y="797398"/>
                  </a:lnTo>
                  <a:lnTo>
                    <a:pt x="2427171" y="797515"/>
                  </a:lnTo>
                  <a:lnTo>
                    <a:pt x="2426099" y="797632"/>
                  </a:lnTo>
                  <a:lnTo>
                    <a:pt x="2425028" y="797749"/>
                  </a:lnTo>
                  <a:lnTo>
                    <a:pt x="2423956" y="797866"/>
                  </a:lnTo>
                  <a:lnTo>
                    <a:pt x="2422884" y="797984"/>
                  </a:lnTo>
                  <a:lnTo>
                    <a:pt x="2421813" y="798102"/>
                  </a:lnTo>
                  <a:lnTo>
                    <a:pt x="2420741" y="798220"/>
                  </a:lnTo>
                  <a:lnTo>
                    <a:pt x="2419670" y="798338"/>
                  </a:lnTo>
                  <a:lnTo>
                    <a:pt x="2418598" y="798457"/>
                  </a:lnTo>
                  <a:lnTo>
                    <a:pt x="2417526" y="798575"/>
                  </a:lnTo>
                  <a:lnTo>
                    <a:pt x="2416455" y="798694"/>
                  </a:lnTo>
                  <a:lnTo>
                    <a:pt x="2415383" y="798813"/>
                  </a:lnTo>
                  <a:lnTo>
                    <a:pt x="2414312" y="798933"/>
                  </a:lnTo>
                  <a:lnTo>
                    <a:pt x="2413240" y="799052"/>
                  </a:lnTo>
                  <a:lnTo>
                    <a:pt x="2412168" y="799172"/>
                  </a:lnTo>
                  <a:lnTo>
                    <a:pt x="2411097" y="799291"/>
                  </a:lnTo>
                  <a:lnTo>
                    <a:pt x="2410025" y="799411"/>
                  </a:lnTo>
                  <a:lnTo>
                    <a:pt x="2408954" y="799532"/>
                  </a:lnTo>
                  <a:lnTo>
                    <a:pt x="2407882" y="799652"/>
                  </a:lnTo>
                  <a:lnTo>
                    <a:pt x="2406810" y="799773"/>
                  </a:lnTo>
                  <a:lnTo>
                    <a:pt x="2405739" y="799894"/>
                  </a:lnTo>
                  <a:lnTo>
                    <a:pt x="2404667" y="800015"/>
                  </a:lnTo>
                  <a:lnTo>
                    <a:pt x="2403596" y="800136"/>
                  </a:lnTo>
                  <a:lnTo>
                    <a:pt x="2402524" y="800257"/>
                  </a:lnTo>
                  <a:lnTo>
                    <a:pt x="2401452" y="800379"/>
                  </a:lnTo>
                  <a:lnTo>
                    <a:pt x="2400381" y="800501"/>
                  </a:lnTo>
                  <a:lnTo>
                    <a:pt x="2399309" y="800623"/>
                  </a:lnTo>
                  <a:lnTo>
                    <a:pt x="2398238" y="800745"/>
                  </a:lnTo>
                  <a:lnTo>
                    <a:pt x="2397166" y="800867"/>
                  </a:lnTo>
                  <a:lnTo>
                    <a:pt x="2396094" y="800990"/>
                  </a:lnTo>
                  <a:lnTo>
                    <a:pt x="2395023" y="801112"/>
                  </a:lnTo>
                  <a:lnTo>
                    <a:pt x="2393951" y="801235"/>
                  </a:lnTo>
                  <a:lnTo>
                    <a:pt x="2392880" y="801359"/>
                  </a:lnTo>
                  <a:lnTo>
                    <a:pt x="2391808" y="801482"/>
                  </a:lnTo>
                  <a:lnTo>
                    <a:pt x="2390736" y="801605"/>
                  </a:lnTo>
                  <a:lnTo>
                    <a:pt x="2389665" y="801729"/>
                  </a:lnTo>
                  <a:lnTo>
                    <a:pt x="2388593" y="801853"/>
                  </a:lnTo>
                  <a:lnTo>
                    <a:pt x="2387522" y="801977"/>
                  </a:lnTo>
                  <a:lnTo>
                    <a:pt x="2386450" y="802101"/>
                  </a:lnTo>
                  <a:lnTo>
                    <a:pt x="2385378" y="802226"/>
                  </a:lnTo>
                  <a:lnTo>
                    <a:pt x="2384307" y="802351"/>
                  </a:lnTo>
                  <a:lnTo>
                    <a:pt x="2383235" y="802476"/>
                  </a:lnTo>
                  <a:lnTo>
                    <a:pt x="2382164" y="802601"/>
                  </a:lnTo>
                  <a:lnTo>
                    <a:pt x="2381092" y="802726"/>
                  </a:lnTo>
                  <a:lnTo>
                    <a:pt x="2380020" y="802851"/>
                  </a:lnTo>
                  <a:lnTo>
                    <a:pt x="2378949" y="802977"/>
                  </a:lnTo>
                  <a:lnTo>
                    <a:pt x="2377877" y="803103"/>
                  </a:lnTo>
                  <a:lnTo>
                    <a:pt x="2376806" y="803229"/>
                  </a:lnTo>
                  <a:lnTo>
                    <a:pt x="2375734" y="803355"/>
                  </a:lnTo>
                  <a:lnTo>
                    <a:pt x="2374662" y="803482"/>
                  </a:lnTo>
                  <a:lnTo>
                    <a:pt x="2373591" y="803608"/>
                  </a:lnTo>
                  <a:lnTo>
                    <a:pt x="2372519" y="803735"/>
                  </a:lnTo>
                  <a:lnTo>
                    <a:pt x="2371448" y="803862"/>
                  </a:lnTo>
                  <a:lnTo>
                    <a:pt x="2370376" y="803989"/>
                  </a:lnTo>
                  <a:lnTo>
                    <a:pt x="2369304" y="804117"/>
                  </a:lnTo>
                  <a:lnTo>
                    <a:pt x="2368233" y="804244"/>
                  </a:lnTo>
                  <a:lnTo>
                    <a:pt x="2367161" y="804372"/>
                  </a:lnTo>
                  <a:lnTo>
                    <a:pt x="2366090" y="804500"/>
                  </a:lnTo>
                  <a:lnTo>
                    <a:pt x="2365018" y="804628"/>
                  </a:lnTo>
                  <a:lnTo>
                    <a:pt x="2363946" y="804757"/>
                  </a:lnTo>
                  <a:lnTo>
                    <a:pt x="2362875" y="804885"/>
                  </a:lnTo>
                  <a:lnTo>
                    <a:pt x="2361803" y="805014"/>
                  </a:lnTo>
                  <a:lnTo>
                    <a:pt x="2360732" y="805143"/>
                  </a:lnTo>
                  <a:lnTo>
                    <a:pt x="2359660" y="805272"/>
                  </a:lnTo>
                  <a:lnTo>
                    <a:pt x="2358588" y="805402"/>
                  </a:lnTo>
                  <a:lnTo>
                    <a:pt x="2357517" y="805531"/>
                  </a:lnTo>
                  <a:lnTo>
                    <a:pt x="2356445" y="805661"/>
                  </a:lnTo>
                  <a:lnTo>
                    <a:pt x="2355374" y="805791"/>
                  </a:lnTo>
                  <a:lnTo>
                    <a:pt x="2354302" y="805921"/>
                  </a:lnTo>
                  <a:lnTo>
                    <a:pt x="2353230" y="806051"/>
                  </a:lnTo>
                  <a:lnTo>
                    <a:pt x="2352159" y="806182"/>
                  </a:lnTo>
                  <a:lnTo>
                    <a:pt x="2351087" y="806313"/>
                  </a:lnTo>
                  <a:lnTo>
                    <a:pt x="2350016" y="806444"/>
                  </a:lnTo>
                  <a:lnTo>
                    <a:pt x="2348944" y="806575"/>
                  </a:lnTo>
                  <a:lnTo>
                    <a:pt x="2347872" y="806706"/>
                  </a:lnTo>
                  <a:lnTo>
                    <a:pt x="2346801" y="806837"/>
                  </a:lnTo>
                  <a:lnTo>
                    <a:pt x="2345729" y="806969"/>
                  </a:lnTo>
                  <a:lnTo>
                    <a:pt x="2344658" y="807101"/>
                  </a:lnTo>
                  <a:lnTo>
                    <a:pt x="2343586" y="807233"/>
                  </a:lnTo>
                  <a:lnTo>
                    <a:pt x="2342514" y="807365"/>
                  </a:lnTo>
                  <a:lnTo>
                    <a:pt x="2341443" y="807498"/>
                  </a:lnTo>
                  <a:lnTo>
                    <a:pt x="2340371" y="807631"/>
                  </a:lnTo>
                  <a:lnTo>
                    <a:pt x="2339300" y="807763"/>
                  </a:lnTo>
                  <a:lnTo>
                    <a:pt x="2338228" y="807897"/>
                  </a:lnTo>
                  <a:lnTo>
                    <a:pt x="2337156" y="808030"/>
                  </a:lnTo>
                  <a:lnTo>
                    <a:pt x="2336085" y="808163"/>
                  </a:lnTo>
                  <a:lnTo>
                    <a:pt x="2335013" y="808297"/>
                  </a:lnTo>
                  <a:lnTo>
                    <a:pt x="2333942" y="808431"/>
                  </a:lnTo>
                  <a:lnTo>
                    <a:pt x="2332870" y="808565"/>
                  </a:lnTo>
                  <a:lnTo>
                    <a:pt x="2331798" y="808699"/>
                  </a:lnTo>
                  <a:lnTo>
                    <a:pt x="2330727" y="808834"/>
                  </a:lnTo>
                  <a:lnTo>
                    <a:pt x="2329655" y="808968"/>
                  </a:lnTo>
                  <a:lnTo>
                    <a:pt x="2328584" y="809103"/>
                  </a:lnTo>
                  <a:lnTo>
                    <a:pt x="2327512" y="809238"/>
                  </a:lnTo>
                  <a:lnTo>
                    <a:pt x="2326440" y="809373"/>
                  </a:lnTo>
                  <a:lnTo>
                    <a:pt x="2325369" y="809509"/>
                  </a:lnTo>
                  <a:lnTo>
                    <a:pt x="2324297" y="809645"/>
                  </a:lnTo>
                  <a:lnTo>
                    <a:pt x="2323226" y="809780"/>
                  </a:lnTo>
                  <a:lnTo>
                    <a:pt x="2322154" y="809916"/>
                  </a:lnTo>
                  <a:lnTo>
                    <a:pt x="2321082" y="810053"/>
                  </a:lnTo>
                  <a:lnTo>
                    <a:pt x="2320011" y="810189"/>
                  </a:lnTo>
                  <a:lnTo>
                    <a:pt x="2318939" y="810326"/>
                  </a:lnTo>
                  <a:lnTo>
                    <a:pt x="2317868" y="810463"/>
                  </a:lnTo>
                  <a:lnTo>
                    <a:pt x="2316796" y="810600"/>
                  </a:lnTo>
                  <a:lnTo>
                    <a:pt x="2315724" y="810737"/>
                  </a:lnTo>
                  <a:lnTo>
                    <a:pt x="2314653" y="810874"/>
                  </a:lnTo>
                  <a:lnTo>
                    <a:pt x="2313581" y="811012"/>
                  </a:lnTo>
                  <a:lnTo>
                    <a:pt x="2312510" y="811150"/>
                  </a:lnTo>
                  <a:lnTo>
                    <a:pt x="2311438" y="811288"/>
                  </a:lnTo>
                  <a:lnTo>
                    <a:pt x="2310366" y="811426"/>
                  </a:lnTo>
                  <a:lnTo>
                    <a:pt x="2309295" y="811565"/>
                  </a:lnTo>
                  <a:lnTo>
                    <a:pt x="2308223" y="811703"/>
                  </a:lnTo>
                  <a:lnTo>
                    <a:pt x="2307152" y="811842"/>
                  </a:lnTo>
                  <a:lnTo>
                    <a:pt x="2306080" y="811981"/>
                  </a:lnTo>
                  <a:lnTo>
                    <a:pt x="2305009" y="812121"/>
                  </a:lnTo>
                  <a:lnTo>
                    <a:pt x="2303937" y="812260"/>
                  </a:lnTo>
                  <a:lnTo>
                    <a:pt x="2302865" y="812400"/>
                  </a:lnTo>
                  <a:lnTo>
                    <a:pt x="2301794" y="812540"/>
                  </a:lnTo>
                  <a:lnTo>
                    <a:pt x="2300722" y="812680"/>
                  </a:lnTo>
                  <a:lnTo>
                    <a:pt x="2299651" y="812820"/>
                  </a:lnTo>
                  <a:lnTo>
                    <a:pt x="2298579" y="812961"/>
                  </a:lnTo>
                  <a:lnTo>
                    <a:pt x="2297507" y="813102"/>
                  </a:lnTo>
                  <a:lnTo>
                    <a:pt x="2296436" y="813243"/>
                  </a:lnTo>
                  <a:lnTo>
                    <a:pt x="2295364" y="813384"/>
                  </a:lnTo>
                  <a:lnTo>
                    <a:pt x="2294293" y="813525"/>
                  </a:lnTo>
                  <a:lnTo>
                    <a:pt x="2293221" y="813667"/>
                  </a:lnTo>
                  <a:lnTo>
                    <a:pt x="2292149" y="813809"/>
                  </a:lnTo>
                  <a:lnTo>
                    <a:pt x="2291078" y="813951"/>
                  </a:lnTo>
                  <a:lnTo>
                    <a:pt x="2290006" y="814093"/>
                  </a:lnTo>
                  <a:lnTo>
                    <a:pt x="2288935" y="814235"/>
                  </a:lnTo>
                  <a:lnTo>
                    <a:pt x="2287863" y="814378"/>
                  </a:lnTo>
                  <a:lnTo>
                    <a:pt x="2286791" y="814521"/>
                  </a:lnTo>
                  <a:lnTo>
                    <a:pt x="2285720" y="814664"/>
                  </a:lnTo>
                  <a:lnTo>
                    <a:pt x="2284648" y="814807"/>
                  </a:lnTo>
                  <a:lnTo>
                    <a:pt x="2283577" y="814951"/>
                  </a:lnTo>
                  <a:lnTo>
                    <a:pt x="2282505" y="815094"/>
                  </a:lnTo>
                  <a:lnTo>
                    <a:pt x="2281433" y="815238"/>
                  </a:lnTo>
                  <a:lnTo>
                    <a:pt x="2280362" y="815383"/>
                  </a:lnTo>
                  <a:lnTo>
                    <a:pt x="2279290" y="815527"/>
                  </a:lnTo>
                  <a:lnTo>
                    <a:pt x="2278219" y="815672"/>
                  </a:lnTo>
                  <a:lnTo>
                    <a:pt x="2277147" y="815816"/>
                  </a:lnTo>
                  <a:lnTo>
                    <a:pt x="2276075" y="815961"/>
                  </a:lnTo>
                  <a:lnTo>
                    <a:pt x="2275004" y="816107"/>
                  </a:lnTo>
                  <a:lnTo>
                    <a:pt x="2273932" y="816252"/>
                  </a:lnTo>
                  <a:lnTo>
                    <a:pt x="2272861" y="816398"/>
                  </a:lnTo>
                  <a:lnTo>
                    <a:pt x="2271789" y="816544"/>
                  </a:lnTo>
                  <a:lnTo>
                    <a:pt x="2270717" y="816690"/>
                  </a:lnTo>
                  <a:lnTo>
                    <a:pt x="2269646" y="816836"/>
                  </a:lnTo>
                  <a:lnTo>
                    <a:pt x="2268574" y="816983"/>
                  </a:lnTo>
                  <a:lnTo>
                    <a:pt x="2267503" y="817130"/>
                  </a:lnTo>
                  <a:lnTo>
                    <a:pt x="2266431" y="817277"/>
                  </a:lnTo>
                  <a:lnTo>
                    <a:pt x="2265359" y="817424"/>
                  </a:lnTo>
                  <a:lnTo>
                    <a:pt x="2264288" y="817572"/>
                  </a:lnTo>
                  <a:lnTo>
                    <a:pt x="2263216" y="817719"/>
                  </a:lnTo>
                  <a:lnTo>
                    <a:pt x="2262145" y="817867"/>
                  </a:lnTo>
                  <a:lnTo>
                    <a:pt x="2261073" y="818015"/>
                  </a:lnTo>
                  <a:lnTo>
                    <a:pt x="2260001" y="818164"/>
                  </a:lnTo>
                  <a:lnTo>
                    <a:pt x="2258930" y="818312"/>
                  </a:lnTo>
                  <a:lnTo>
                    <a:pt x="2257858" y="818461"/>
                  </a:lnTo>
                  <a:lnTo>
                    <a:pt x="2256787" y="818610"/>
                  </a:lnTo>
                  <a:lnTo>
                    <a:pt x="2255715" y="818760"/>
                  </a:lnTo>
                  <a:lnTo>
                    <a:pt x="2254643" y="818909"/>
                  </a:lnTo>
                  <a:lnTo>
                    <a:pt x="2253572" y="819059"/>
                  </a:lnTo>
                  <a:lnTo>
                    <a:pt x="2252500" y="819209"/>
                  </a:lnTo>
                  <a:lnTo>
                    <a:pt x="2251429" y="819360"/>
                  </a:lnTo>
                  <a:lnTo>
                    <a:pt x="2250357" y="819510"/>
                  </a:lnTo>
                  <a:lnTo>
                    <a:pt x="2249285" y="819661"/>
                  </a:lnTo>
                  <a:lnTo>
                    <a:pt x="2248214" y="819812"/>
                  </a:lnTo>
                  <a:lnTo>
                    <a:pt x="2247142" y="819963"/>
                  </a:lnTo>
                  <a:lnTo>
                    <a:pt x="2246071" y="820115"/>
                  </a:lnTo>
                  <a:lnTo>
                    <a:pt x="2244999" y="820266"/>
                  </a:lnTo>
                  <a:lnTo>
                    <a:pt x="2243927" y="820418"/>
                  </a:lnTo>
                  <a:lnTo>
                    <a:pt x="2242856" y="820571"/>
                  </a:lnTo>
                  <a:lnTo>
                    <a:pt x="2241784" y="820723"/>
                  </a:lnTo>
                  <a:lnTo>
                    <a:pt x="2240713" y="820876"/>
                  </a:lnTo>
                  <a:lnTo>
                    <a:pt x="2239641" y="821029"/>
                  </a:lnTo>
                  <a:lnTo>
                    <a:pt x="2238569" y="821182"/>
                  </a:lnTo>
                  <a:lnTo>
                    <a:pt x="2237498" y="821335"/>
                  </a:lnTo>
                  <a:lnTo>
                    <a:pt x="2236426" y="821489"/>
                  </a:lnTo>
                  <a:lnTo>
                    <a:pt x="2235355" y="821643"/>
                  </a:lnTo>
                  <a:lnTo>
                    <a:pt x="2234283" y="821797"/>
                  </a:lnTo>
                  <a:lnTo>
                    <a:pt x="2233211" y="821952"/>
                  </a:lnTo>
                  <a:lnTo>
                    <a:pt x="2232140" y="822107"/>
                  </a:lnTo>
                  <a:lnTo>
                    <a:pt x="2231068" y="822262"/>
                  </a:lnTo>
                  <a:lnTo>
                    <a:pt x="2229997" y="822417"/>
                  </a:lnTo>
                  <a:lnTo>
                    <a:pt x="2228925" y="822572"/>
                  </a:lnTo>
                  <a:lnTo>
                    <a:pt x="2227853" y="822728"/>
                  </a:lnTo>
                  <a:lnTo>
                    <a:pt x="2226782" y="822884"/>
                  </a:lnTo>
                  <a:lnTo>
                    <a:pt x="2225710" y="823041"/>
                  </a:lnTo>
                  <a:lnTo>
                    <a:pt x="2224639" y="823197"/>
                  </a:lnTo>
                  <a:lnTo>
                    <a:pt x="2223567" y="823354"/>
                  </a:lnTo>
                  <a:lnTo>
                    <a:pt x="2222495" y="823511"/>
                  </a:lnTo>
                  <a:lnTo>
                    <a:pt x="2221424" y="823668"/>
                  </a:lnTo>
                  <a:lnTo>
                    <a:pt x="2220352" y="823826"/>
                  </a:lnTo>
                  <a:lnTo>
                    <a:pt x="2219281" y="823984"/>
                  </a:lnTo>
                  <a:lnTo>
                    <a:pt x="2218209" y="824142"/>
                  </a:lnTo>
                  <a:lnTo>
                    <a:pt x="2217137" y="824301"/>
                  </a:lnTo>
                  <a:lnTo>
                    <a:pt x="2216066" y="824459"/>
                  </a:lnTo>
                  <a:lnTo>
                    <a:pt x="2214994" y="824618"/>
                  </a:lnTo>
                  <a:lnTo>
                    <a:pt x="2213923" y="824778"/>
                  </a:lnTo>
                  <a:lnTo>
                    <a:pt x="2212851" y="824937"/>
                  </a:lnTo>
                  <a:lnTo>
                    <a:pt x="2211779" y="825097"/>
                  </a:lnTo>
                  <a:lnTo>
                    <a:pt x="2210708" y="825257"/>
                  </a:lnTo>
                  <a:lnTo>
                    <a:pt x="2209636" y="825418"/>
                  </a:lnTo>
                  <a:lnTo>
                    <a:pt x="2208565" y="825579"/>
                  </a:lnTo>
                  <a:lnTo>
                    <a:pt x="2207493" y="825740"/>
                  </a:lnTo>
                  <a:lnTo>
                    <a:pt x="2206421" y="825901"/>
                  </a:lnTo>
                  <a:lnTo>
                    <a:pt x="2205350" y="826063"/>
                  </a:lnTo>
                  <a:lnTo>
                    <a:pt x="2204278" y="826224"/>
                  </a:lnTo>
                  <a:lnTo>
                    <a:pt x="2203207" y="826387"/>
                  </a:lnTo>
                  <a:lnTo>
                    <a:pt x="2202135" y="826549"/>
                  </a:lnTo>
                  <a:lnTo>
                    <a:pt x="2201063" y="826712"/>
                  </a:lnTo>
                  <a:lnTo>
                    <a:pt x="2199992" y="826875"/>
                  </a:lnTo>
                  <a:lnTo>
                    <a:pt x="2198920" y="827038"/>
                  </a:lnTo>
                  <a:lnTo>
                    <a:pt x="2197849" y="827202"/>
                  </a:lnTo>
                  <a:lnTo>
                    <a:pt x="2196777" y="827366"/>
                  </a:lnTo>
                  <a:lnTo>
                    <a:pt x="2195705" y="827530"/>
                  </a:lnTo>
                  <a:lnTo>
                    <a:pt x="2194634" y="827695"/>
                  </a:lnTo>
                  <a:lnTo>
                    <a:pt x="2193562" y="827860"/>
                  </a:lnTo>
                  <a:lnTo>
                    <a:pt x="2192491" y="828025"/>
                  </a:lnTo>
                  <a:lnTo>
                    <a:pt x="2191419" y="828191"/>
                  </a:lnTo>
                  <a:lnTo>
                    <a:pt x="2190347" y="828357"/>
                  </a:lnTo>
                  <a:lnTo>
                    <a:pt x="2189276" y="828523"/>
                  </a:lnTo>
                  <a:lnTo>
                    <a:pt x="2188204" y="828689"/>
                  </a:lnTo>
                  <a:lnTo>
                    <a:pt x="2187133" y="828856"/>
                  </a:lnTo>
                  <a:lnTo>
                    <a:pt x="2186061" y="829023"/>
                  </a:lnTo>
                  <a:lnTo>
                    <a:pt x="2184989" y="829191"/>
                  </a:lnTo>
                  <a:lnTo>
                    <a:pt x="2183918" y="829359"/>
                  </a:lnTo>
                  <a:lnTo>
                    <a:pt x="2182846" y="829527"/>
                  </a:lnTo>
                  <a:lnTo>
                    <a:pt x="2181775" y="829696"/>
                  </a:lnTo>
                  <a:lnTo>
                    <a:pt x="2180703" y="829864"/>
                  </a:lnTo>
                  <a:lnTo>
                    <a:pt x="2179631" y="830034"/>
                  </a:lnTo>
                  <a:lnTo>
                    <a:pt x="2178560" y="830203"/>
                  </a:lnTo>
                  <a:lnTo>
                    <a:pt x="2177488" y="830373"/>
                  </a:lnTo>
                  <a:lnTo>
                    <a:pt x="2176417" y="830543"/>
                  </a:lnTo>
                  <a:lnTo>
                    <a:pt x="2175345" y="830713"/>
                  </a:lnTo>
                  <a:lnTo>
                    <a:pt x="2174273" y="830884"/>
                  </a:lnTo>
                  <a:lnTo>
                    <a:pt x="2173202" y="831055"/>
                  </a:lnTo>
                  <a:lnTo>
                    <a:pt x="2172130" y="831227"/>
                  </a:lnTo>
                  <a:lnTo>
                    <a:pt x="2171059" y="831399"/>
                  </a:lnTo>
                  <a:lnTo>
                    <a:pt x="2169987" y="831571"/>
                  </a:lnTo>
                  <a:lnTo>
                    <a:pt x="2168915" y="831743"/>
                  </a:lnTo>
                  <a:lnTo>
                    <a:pt x="2167844" y="831916"/>
                  </a:lnTo>
                  <a:lnTo>
                    <a:pt x="2166772" y="832089"/>
                  </a:lnTo>
                  <a:lnTo>
                    <a:pt x="2165701" y="832263"/>
                  </a:lnTo>
                  <a:lnTo>
                    <a:pt x="2164629" y="832437"/>
                  </a:lnTo>
                  <a:lnTo>
                    <a:pt x="2163557" y="832611"/>
                  </a:lnTo>
                  <a:lnTo>
                    <a:pt x="2162486" y="832785"/>
                  </a:lnTo>
                  <a:lnTo>
                    <a:pt x="2161414" y="832960"/>
                  </a:lnTo>
                  <a:lnTo>
                    <a:pt x="2160343" y="833135"/>
                  </a:lnTo>
                  <a:lnTo>
                    <a:pt x="2159271" y="833311"/>
                  </a:lnTo>
                  <a:lnTo>
                    <a:pt x="2158199" y="833487"/>
                  </a:lnTo>
                  <a:lnTo>
                    <a:pt x="2157128" y="833663"/>
                  </a:lnTo>
                  <a:lnTo>
                    <a:pt x="2156056" y="833839"/>
                  </a:lnTo>
                  <a:lnTo>
                    <a:pt x="2154985" y="834016"/>
                  </a:lnTo>
                  <a:lnTo>
                    <a:pt x="2153913" y="834193"/>
                  </a:lnTo>
                  <a:lnTo>
                    <a:pt x="2152841" y="834371"/>
                  </a:lnTo>
                  <a:lnTo>
                    <a:pt x="2151770" y="834549"/>
                  </a:lnTo>
                  <a:lnTo>
                    <a:pt x="2150698" y="834727"/>
                  </a:lnTo>
                  <a:lnTo>
                    <a:pt x="2149627" y="834905"/>
                  </a:lnTo>
                  <a:lnTo>
                    <a:pt x="2148555" y="835084"/>
                  </a:lnTo>
                  <a:lnTo>
                    <a:pt x="2147483" y="835263"/>
                  </a:lnTo>
                  <a:lnTo>
                    <a:pt x="2146412" y="835443"/>
                  </a:lnTo>
                  <a:lnTo>
                    <a:pt x="2145340" y="835623"/>
                  </a:lnTo>
                  <a:lnTo>
                    <a:pt x="2144269" y="835803"/>
                  </a:lnTo>
                  <a:lnTo>
                    <a:pt x="2143197" y="835983"/>
                  </a:lnTo>
                  <a:lnTo>
                    <a:pt x="2142125" y="836164"/>
                  </a:lnTo>
                  <a:lnTo>
                    <a:pt x="2141054" y="836346"/>
                  </a:lnTo>
                  <a:lnTo>
                    <a:pt x="2139982" y="836527"/>
                  </a:lnTo>
                  <a:lnTo>
                    <a:pt x="2138911" y="836709"/>
                  </a:lnTo>
                  <a:lnTo>
                    <a:pt x="2137839" y="836891"/>
                  </a:lnTo>
                  <a:lnTo>
                    <a:pt x="2136767" y="837074"/>
                  </a:lnTo>
                  <a:lnTo>
                    <a:pt x="2135696" y="837257"/>
                  </a:lnTo>
                  <a:lnTo>
                    <a:pt x="2134624" y="837440"/>
                  </a:lnTo>
                  <a:lnTo>
                    <a:pt x="2133553" y="837624"/>
                  </a:lnTo>
                  <a:lnTo>
                    <a:pt x="2132481" y="837808"/>
                  </a:lnTo>
                  <a:lnTo>
                    <a:pt x="2131409" y="837992"/>
                  </a:lnTo>
                  <a:lnTo>
                    <a:pt x="2130338" y="838177"/>
                  </a:lnTo>
                  <a:lnTo>
                    <a:pt x="2129266" y="838362"/>
                  </a:lnTo>
                  <a:lnTo>
                    <a:pt x="2128195" y="838547"/>
                  </a:lnTo>
                  <a:lnTo>
                    <a:pt x="2127123" y="838733"/>
                  </a:lnTo>
                  <a:lnTo>
                    <a:pt x="2126052" y="838919"/>
                  </a:lnTo>
                  <a:lnTo>
                    <a:pt x="2124980" y="839105"/>
                  </a:lnTo>
                  <a:lnTo>
                    <a:pt x="2123908" y="839292"/>
                  </a:lnTo>
                  <a:lnTo>
                    <a:pt x="2122837" y="839479"/>
                  </a:lnTo>
                  <a:lnTo>
                    <a:pt x="2121765" y="839667"/>
                  </a:lnTo>
                  <a:lnTo>
                    <a:pt x="2120694" y="839854"/>
                  </a:lnTo>
                  <a:lnTo>
                    <a:pt x="2119622" y="840043"/>
                  </a:lnTo>
                  <a:lnTo>
                    <a:pt x="2118550" y="840231"/>
                  </a:lnTo>
                  <a:lnTo>
                    <a:pt x="2117479" y="840420"/>
                  </a:lnTo>
                  <a:lnTo>
                    <a:pt x="2116407" y="840609"/>
                  </a:lnTo>
                  <a:lnTo>
                    <a:pt x="2115336" y="840799"/>
                  </a:lnTo>
                  <a:lnTo>
                    <a:pt x="2114264" y="840988"/>
                  </a:lnTo>
                  <a:lnTo>
                    <a:pt x="2113192" y="841179"/>
                  </a:lnTo>
                  <a:lnTo>
                    <a:pt x="2112121" y="841369"/>
                  </a:lnTo>
                  <a:lnTo>
                    <a:pt x="2111049" y="841560"/>
                  </a:lnTo>
                  <a:lnTo>
                    <a:pt x="2109978" y="841751"/>
                  </a:lnTo>
                  <a:lnTo>
                    <a:pt x="2108906" y="841943"/>
                  </a:lnTo>
                  <a:lnTo>
                    <a:pt x="2107834" y="842135"/>
                  </a:lnTo>
                  <a:lnTo>
                    <a:pt x="2106763" y="842327"/>
                  </a:lnTo>
                  <a:lnTo>
                    <a:pt x="2105691" y="842520"/>
                  </a:lnTo>
                  <a:lnTo>
                    <a:pt x="2104620" y="842713"/>
                  </a:lnTo>
                  <a:lnTo>
                    <a:pt x="2103548" y="842906"/>
                  </a:lnTo>
                  <a:lnTo>
                    <a:pt x="2102476" y="843100"/>
                  </a:lnTo>
                  <a:lnTo>
                    <a:pt x="2101405" y="843294"/>
                  </a:lnTo>
                  <a:lnTo>
                    <a:pt x="2100333" y="843488"/>
                  </a:lnTo>
                  <a:lnTo>
                    <a:pt x="2099262" y="843683"/>
                  </a:lnTo>
                  <a:lnTo>
                    <a:pt x="2098190" y="843878"/>
                  </a:lnTo>
                  <a:lnTo>
                    <a:pt x="2097118" y="844074"/>
                  </a:lnTo>
                  <a:lnTo>
                    <a:pt x="2096047" y="844269"/>
                  </a:lnTo>
                  <a:lnTo>
                    <a:pt x="2094975" y="844466"/>
                  </a:lnTo>
                  <a:lnTo>
                    <a:pt x="2093904" y="844662"/>
                  </a:lnTo>
                  <a:lnTo>
                    <a:pt x="2092832" y="844859"/>
                  </a:lnTo>
                  <a:lnTo>
                    <a:pt x="2091760" y="845056"/>
                  </a:lnTo>
                  <a:lnTo>
                    <a:pt x="2090689" y="845254"/>
                  </a:lnTo>
                  <a:lnTo>
                    <a:pt x="2089617" y="845451"/>
                  </a:lnTo>
                  <a:lnTo>
                    <a:pt x="2088546" y="845650"/>
                  </a:lnTo>
                  <a:lnTo>
                    <a:pt x="2087474" y="845848"/>
                  </a:lnTo>
                  <a:lnTo>
                    <a:pt x="2086402" y="846047"/>
                  </a:lnTo>
                  <a:lnTo>
                    <a:pt x="2085331" y="846246"/>
                  </a:lnTo>
                  <a:lnTo>
                    <a:pt x="2084259" y="846446"/>
                  </a:lnTo>
                  <a:lnTo>
                    <a:pt x="2083188" y="846646"/>
                  </a:lnTo>
                  <a:lnTo>
                    <a:pt x="2082116" y="846846"/>
                  </a:lnTo>
                  <a:lnTo>
                    <a:pt x="2081044" y="847047"/>
                  </a:lnTo>
                  <a:lnTo>
                    <a:pt x="2079973" y="847248"/>
                  </a:lnTo>
                  <a:lnTo>
                    <a:pt x="2078901" y="847449"/>
                  </a:lnTo>
                  <a:lnTo>
                    <a:pt x="2077830" y="847651"/>
                  </a:lnTo>
                  <a:lnTo>
                    <a:pt x="2076758" y="847853"/>
                  </a:lnTo>
                  <a:lnTo>
                    <a:pt x="2075686" y="848056"/>
                  </a:lnTo>
                  <a:lnTo>
                    <a:pt x="2074615" y="848258"/>
                  </a:lnTo>
                  <a:lnTo>
                    <a:pt x="2073543" y="848462"/>
                  </a:lnTo>
                  <a:lnTo>
                    <a:pt x="2072472" y="848665"/>
                  </a:lnTo>
                  <a:lnTo>
                    <a:pt x="2071400" y="848869"/>
                  </a:lnTo>
                  <a:lnTo>
                    <a:pt x="2070328" y="849073"/>
                  </a:lnTo>
                  <a:lnTo>
                    <a:pt x="2069257" y="849277"/>
                  </a:lnTo>
                  <a:lnTo>
                    <a:pt x="2068185" y="849482"/>
                  </a:lnTo>
                  <a:lnTo>
                    <a:pt x="2067114" y="849687"/>
                  </a:lnTo>
                  <a:lnTo>
                    <a:pt x="2066042" y="849893"/>
                  </a:lnTo>
                  <a:lnTo>
                    <a:pt x="2064970" y="850099"/>
                  </a:lnTo>
                  <a:lnTo>
                    <a:pt x="2063899" y="850305"/>
                  </a:lnTo>
                  <a:lnTo>
                    <a:pt x="2062827" y="850512"/>
                  </a:lnTo>
                  <a:lnTo>
                    <a:pt x="2061756" y="850718"/>
                  </a:lnTo>
                  <a:lnTo>
                    <a:pt x="2060684" y="850926"/>
                  </a:lnTo>
                  <a:lnTo>
                    <a:pt x="2059612" y="851133"/>
                  </a:lnTo>
                  <a:lnTo>
                    <a:pt x="2058541" y="851341"/>
                  </a:lnTo>
                  <a:lnTo>
                    <a:pt x="2057469" y="851549"/>
                  </a:lnTo>
                  <a:lnTo>
                    <a:pt x="2056398" y="851758"/>
                  </a:lnTo>
                  <a:lnTo>
                    <a:pt x="2055326" y="851967"/>
                  </a:lnTo>
                  <a:lnTo>
                    <a:pt x="2054254" y="852176"/>
                  </a:lnTo>
                  <a:lnTo>
                    <a:pt x="2053183" y="852386"/>
                  </a:lnTo>
                  <a:lnTo>
                    <a:pt x="2052111" y="852596"/>
                  </a:lnTo>
                  <a:lnTo>
                    <a:pt x="2051040" y="852806"/>
                  </a:lnTo>
                  <a:lnTo>
                    <a:pt x="2049968" y="853017"/>
                  </a:lnTo>
                  <a:lnTo>
                    <a:pt x="2048896" y="853228"/>
                  </a:lnTo>
                  <a:lnTo>
                    <a:pt x="2047825" y="853439"/>
                  </a:lnTo>
                  <a:lnTo>
                    <a:pt x="2046753" y="853650"/>
                  </a:lnTo>
                  <a:lnTo>
                    <a:pt x="2045682" y="853862"/>
                  </a:lnTo>
                  <a:lnTo>
                    <a:pt x="2044610" y="854075"/>
                  </a:lnTo>
                  <a:lnTo>
                    <a:pt x="2043538" y="854287"/>
                  </a:lnTo>
                  <a:lnTo>
                    <a:pt x="2042467" y="854500"/>
                  </a:lnTo>
                  <a:lnTo>
                    <a:pt x="2041395" y="854713"/>
                  </a:lnTo>
                  <a:lnTo>
                    <a:pt x="2040324" y="854927"/>
                  </a:lnTo>
                  <a:lnTo>
                    <a:pt x="2039252" y="855141"/>
                  </a:lnTo>
                  <a:lnTo>
                    <a:pt x="2038180" y="855355"/>
                  </a:lnTo>
                  <a:lnTo>
                    <a:pt x="2037109" y="855570"/>
                  </a:lnTo>
                  <a:lnTo>
                    <a:pt x="2036037" y="855785"/>
                  </a:lnTo>
                  <a:lnTo>
                    <a:pt x="2034966" y="856000"/>
                  </a:lnTo>
                  <a:lnTo>
                    <a:pt x="2033894" y="856215"/>
                  </a:lnTo>
                  <a:lnTo>
                    <a:pt x="2032822" y="856431"/>
                  </a:lnTo>
                  <a:lnTo>
                    <a:pt x="2031751" y="856647"/>
                  </a:lnTo>
                  <a:lnTo>
                    <a:pt x="2030679" y="856864"/>
                  </a:lnTo>
                  <a:lnTo>
                    <a:pt x="2029608" y="857081"/>
                  </a:lnTo>
                  <a:lnTo>
                    <a:pt x="2028536" y="857298"/>
                  </a:lnTo>
                  <a:lnTo>
                    <a:pt x="2027464" y="857515"/>
                  </a:lnTo>
                  <a:lnTo>
                    <a:pt x="2026393" y="857733"/>
                  </a:lnTo>
                  <a:lnTo>
                    <a:pt x="2025321" y="857951"/>
                  </a:lnTo>
                  <a:lnTo>
                    <a:pt x="2024250" y="858169"/>
                  </a:lnTo>
                  <a:lnTo>
                    <a:pt x="2023178" y="858388"/>
                  </a:lnTo>
                  <a:lnTo>
                    <a:pt x="2022106" y="858607"/>
                  </a:lnTo>
                  <a:lnTo>
                    <a:pt x="2021035" y="858826"/>
                  </a:lnTo>
                  <a:lnTo>
                    <a:pt x="2019963" y="859046"/>
                  </a:lnTo>
                  <a:lnTo>
                    <a:pt x="2018892" y="859266"/>
                  </a:lnTo>
                  <a:lnTo>
                    <a:pt x="2017820" y="859486"/>
                  </a:lnTo>
                  <a:lnTo>
                    <a:pt x="2016748" y="859707"/>
                  </a:lnTo>
                  <a:lnTo>
                    <a:pt x="2015677" y="859927"/>
                  </a:lnTo>
                  <a:lnTo>
                    <a:pt x="2014605" y="860148"/>
                  </a:lnTo>
                  <a:lnTo>
                    <a:pt x="2013534" y="860370"/>
                  </a:lnTo>
                  <a:lnTo>
                    <a:pt x="2012462" y="860591"/>
                  </a:lnTo>
                  <a:lnTo>
                    <a:pt x="2011390" y="860813"/>
                  </a:lnTo>
                  <a:lnTo>
                    <a:pt x="2010319" y="861036"/>
                  </a:lnTo>
                  <a:lnTo>
                    <a:pt x="2009247" y="861258"/>
                  </a:lnTo>
                  <a:lnTo>
                    <a:pt x="2008176" y="861481"/>
                  </a:lnTo>
                  <a:lnTo>
                    <a:pt x="2007104" y="861704"/>
                  </a:lnTo>
                  <a:lnTo>
                    <a:pt x="2006032" y="861927"/>
                  </a:lnTo>
                  <a:lnTo>
                    <a:pt x="2004961" y="862151"/>
                  </a:lnTo>
                  <a:lnTo>
                    <a:pt x="2003889" y="862375"/>
                  </a:lnTo>
                  <a:lnTo>
                    <a:pt x="2002818" y="862599"/>
                  </a:lnTo>
                  <a:lnTo>
                    <a:pt x="2001746" y="862823"/>
                  </a:lnTo>
                  <a:lnTo>
                    <a:pt x="2000674" y="863048"/>
                  </a:lnTo>
                  <a:lnTo>
                    <a:pt x="1999603" y="863273"/>
                  </a:lnTo>
                  <a:lnTo>
                    <a:pt x="1998531" y="863498"/>
                  </a:lnTo>
                  <a:lnTo>
                    <a:pt x="1997460" y="863724"/>
                  </a:lnTo>
                  <a:lnTo>
                    <a:pt x="1996388" y="863950"/>
                  </a:lnTo>
                  <a:lnTo>
                    <a:pt x="1995316" y="864176"/>
                  </a:lnTo>
                  <a:lnTo>
                    <a:pt x="1994245" y="864402"/>
                  </a:lnTo>
                  <a:lnTo>
                    <a:pt x="1993173" y="864628"/>
                  </a:lnTo>
                  <a:lnTo>
                    <a:pt x="1992102" y="864855"/>
                  </a:lnTo>
                  <a:lnTo>
                    <a:pt x="1991030" y="865082"/>
                  </a:lnTo>
                  <a:lnTo>
                    <a:pt x="1989958" y="865309"/>
                  </a:lnTo>
                  <a:lnTo>
                    <a:pt x="1988887" y="865537"/>
                  </a:lnTo>
                  <a:lnTo>
                    <a:pt x="1987815" y="865765"/>
                  </a:lnTo>
                  <a:lnTo>
                    <a:pt x="1986744" y="865992"/>
                  </a:lnTo>
                  <a:lnTo>
                    <a:pt x="1985672" y="866221"/>
                  </a:lnTo>
                  <a:lnTo>
                    <a:pt x="1984600" y="866449"/>
                  </a:lnTo>
                  <a:lnTo>
                    <a:pt x="1983529" y="866678"/>
                  </a:lnTo>
                  <a:lnTo>
                    <a:pt x="1982457" y="866906"/>
                  </a:lnTo>
                  <a:lnTo>
                    <a:pt x="1981386" y="867136"/>
                  </a:lnTo>
                  <a:lnTo>
                    <a:pt x="1980314" y="867365"/>
                  </a:lnTo>
                  <a:lnTo>
                    <a:pt x="1979242" y="867594"/>
                  </a:lnTo>
                  <a:lnTo>
                    <a:pt x="1978171" y="867824"/>
                  </a:lnTo>
                  <a:lnTo>
                    <a:pt x="1977099" y="868054"/>
                  </a:lnTo>
                  <a:lnTo>
                    <a:pt x="1976028" y="868284"/>
                  </a:lnTo>
                  <a:lnTo>
                    <a:pt x="1974956" y="868514"/>
                  </a:lnTo>
                  <a:lnTo>
                    <a:pt x="1973884" y="868744"/>
                  </a:lnTo>
                  <a:lnTo>
                    <a:pt x="1972813" y="868975"/>
                  </a:lnTo>
                  <a:lnTo>
                    <a:pt x="1971741" y="869206"/>
                  </a:lnTo>
                  <a:lnTo>
                    <a:pt x="1970670" y="869437"/>
                  </a:lnTo>
                  <a:lnTo>
                    <a:pt x="1969598" y="869668"/>
                  </a:lnTo>
                  <a:lnTo>
                    <a:pt x="1968526" y="869899"/>
                  </a:lnTo>
                  <a:lnTo>
                    <a:pt x="1967455" y="870131"/>
                  </a:lnTo>
                  <a:lnTo>
                    <a:pt x="1966383" y="870363"/>
                  </a:lnTo>
                  <a:lnTo>
                    <a:pt x="1965312" y="870594"/>
                  </a:lnTo>
                  <a:lnTo>
                    <a:pt x="1964240" y="870826"/>
                  </a:lnTo>
                  <a:lnTo>
                    <a:pt x="1963168" y="871058"/>
                  </a:lnTo>
                  <a:lnTo>
                    <a:pt x="1962097" y="871291"/>
                  </a:lnTo>
                  <a:lnTo>
                    <a:pt x="1961025" y="871523"/>
                  </a:lnTo>
                  <a:lnTo>
                    <a:pt x="1959954" y="871756"/>
                  </a:lnTo>
                  <a:lnTo>
                    <a:pt x="1958882" y="871988"/>
                  </a:lnTo>
                  <a:lnTo>
                    <a:pt x="1957810" y="872221"/>
                  </a:lnTo>
                  <a:lnTo>
                    <a:pt x="1956739" y="872454"/>
                  </a:lnTo>
                  <a:lnTo>
                    <a:pt x="1955667" y="872687"/>
                  </a:lnTo>
                  <a:lnTo>
                    <a:pt x="1954596" y="872920"/>
                  </a:lnTo>
                  <a:lnTo>
                    <a:pt x="1953524" y="873153"/>
                  </a:lnTo>
                  <a:lnTo>
                    <a:pt x="1952453" y="873386"/>
                  </a:lnTo>
                  <a:lnTo>
                    <a:pt x="1951381" y="873620"/>
                  </a:lnTo>
                  <a:lnTo>
                    <a:pt x="1950309" y="873853"/>
                  </a:lnTo>
                  <a:lnTo>
                    <a:pt x="1949238" y="874087"/>
                  </a:lnTo>
                  <a:lnTo>
                    <a:pt x="1948166" y="874321"/>
                  </a:lnTo>
                  <a:lnTo>
                    <a:pt x="1947095" y="874554"/>
                  </a:lnTo>
                  <a:lnTo>
                    <a:pt x="1946023" y="874788"/>
                  </a:lnTo>
                  <a:lnTo>
                    <a:pt x="1944951" y="875022"/>
                  </a:lnTo>
                  <a:lnTo>
                    <a:pt x="1943880" y="875256"/>
                  </a:lnTo>
                  <a:lnTo>
                    <a:pt x="1942808" y="875490"/>
                  </a:lnTo>
                  <a:lnTo>
                    <a:pt x="1941737" y="875724"/>
                  </a:lnTo>
                  <a:lnTo>
                    <a:pt x="1940665" y="875958"/>
                  </a:lnTo>
                  <a:lnTo>
                    <a:pt x="1939593" y="876192"/>
                  </a:lnTo>
                  <a:lnTo>
                    <a:pt x="1938522" y="876426"/>
                  </a:lnTo>
                  <a:lnTo>
                    <a:pt x="1937450" y="876660"/>
                  </a:lnTo>
                  <a:lnTo>
                    <a:pt x="1936379" y="876894"/>
                  </a:lnTo>
                  <a:lnTo>
                    <a:pt x="1935307" y="877128"/>
                  </a:lnTo>
                  <a:lnTo>
                    <a:pt x="1934235" y="877362"/>
                  </a:lnTo>
                  <a:lnTo>
                    <a:pt x="1933164" y="877596"/>
                  </a:lnTo>
                  <a:lnTo>
                    <a:pt x="1932092" y="877830"/>
                  </a:lnTo>
                  <a:lnTo>
                    <a:pt x="1931021" y="878064"/>
                  </a:lnTo>
                  <a:lnTo>
                    <a:pt x="1929949" y="878298"/>
                  </a:lnTo>
                  <a:lnTo>
                    <a:pt x="1928877" y="878532"/>
                  </a:lnTo>
                  <a:lnTo>
                    <a:pt x="1927806" y="878766"/>
                  </a:lnTo>
                  <a:lnTo>
                    <a:pt x="1926734" y="879000"/>
                  </a:lnTo>
                  <a:lnTo>
                    <a:pt x="1925663" y="879233"/>
                  </a:lnTo>
                  <a:lnTo>
                    <a:pt x="1924591" y="879467"/>
                  </a:lnTo>
                  <a:lnTo>
                    <a:pt x="1923519" y="879701"/>
                  </a:lnTo>
                  <a:lnTo>
                    <a:pt x="1922448" y="879934"/>
                  </a:lnTo>
                  <a:lnTo>
                    <a:pt x="1921376" y="880167"/>
                  </a:lnTo>
                  <a:lnTo>
                    <a:pt x="1920305" y="880401"/>
                  </a:lnTo>
                  <a:lnTo>
                    <a:pt x="1919233" y="880634"/>
                  </a:lnTo>
                  <a:lnTo>
                    <a:pt x="1918161" y="880867"/>
                  </a:lnTo>
                  <a:lnTo>
                    <a:pt x="1917090" y="881100"/>
                  </a:lnTo>
                  <a:lnTo>
                    <a:pt x="1916018" y="881333"/>
                  </a:lnTo>
                  <a:lnTo>
                    <a:pt x="1914947" y="881565"/>
                  </a:lnTo>
                  <a:lnTo>
                    <a:pt x="1913875" y="881798"/>
                  </a:lnTo>
                  <a:lnTo>
                    <a:pt x="1912803" y="882030"/>
                  </a:lnTo>
                  <a:lnTo>
                    <a:pt x="1911732" y="882262"/>
                  </a:lnTo>
                  <a:lnTo>
                    <a:pt x="1910660" y="882494"/>
                  </a:lnTo>
                  <a:lnTo>
                    <a:pt x="1909589" y="882726"/>
                  </a:lnTo>
                  <a:lnTo>
                    <a:pt x="1908517" y="882957"/>
                  </a:lnTo>
                  <a:lnTo>
                    <a:pt x="1907445" y="883189"/>
                  </a:lnTo>
                  <a:lnTo>
                    <a:pt x="1906374" y="883420"/>
                  </a:lnTo>
                  <a:lnTo>
                    <a:pt x="1905302" y="883651"/>
                  </a:lnTo>
                  <a:lnTo>
                    <a:pt x="1904231" y="883881"/>
                  </a:lnTo>
                  <a:lnTo>
                    <a:pt x="1903159" y="884112"/>
                  </a:lnTo>
                  <a:lnTo>
                    <a:pt x="1902087" y="884342"/>
                  </a:lnTo>
                  <a:lnTo>
                    <a:pt x="1901016" y="884572"/>
                  </a:lnTo>
                  <a:lnTo>
                    <a:pt x="1899944" y="884801"/>
                  </a:lnTo>
                  <a:lnTo>
                    <a:pt x="1898873" y="885031"/>
                  </a:lnTo>
                  <a:lnTo>
                    <a:pt x="1897801" y="885259"/>
                  </a:lnTo>
                  <a:lnTo>
                    <a:pt x="1896729" y="885488"/>
                  </a:lnTo>
                  <a:lnTo>
                    <a:pt x="1895658" y="885716"/>
                  </a:lnTo>
                  <a:lnTo>
                    <a:pt x="1894586" y="885944"/>
                  </a:lnTo>
                  <a:lnTo>
                    <a:pt x="1893515" y="886172"/>
                  </a:lnTo>
                  <a:lnTo>
                    <a:pt x="1892443" y="886399"/>
                  </a:lnTo>
                  <a:lnTo>
                    <a:pt x="1891371" y="886626"/>
                  </a:lnTo>
                  <a:lnTo>
                    <a:pt x="1890300" y="886853"/>
                  </a:lnTo>
                  <a:lnTo>
                    <a:pt x="1889228" y="887079"/>
                  </a:lnTo>
                  <a:lnTo>
                    <a:pt x="1888157" y="887304"/>
                  </a:lnTo>
                  <a:lnTo>
                    <a:pt x="1887085" y="887530"/>
                  </a:lnTo>
                  <a:lnTo>
                    <a:pt x="1886013" y="887754"/>
                  </a:lnTo>
                  <a:lnTo>
                    <a:pt x="1884942" y="887979"/>
                  </a:lnTo>
                  <a:lnTo>
                    <a:pt x="1883870" y="888203"/>
                  </a:lnTo>
                  <a:lnTo>
                    <a:pt x="1882799" y="888426"/>
                  </a:lnTo>
                  <a:lnTo>
                    <a:pt x="1881727" y="888649"/>
                  </a:lnTo>
                  <a:lnTo>
                    <a:pt x="1880655" y="888872"/>
                  </a:lnTo>
                  <a:lnTo>
                    <a:pt x="1879584" y="889093"/>
                  </a:lnTo>
                  <a:lnTo>
                    <a:pt x="1878512" y="889315"/>
                  </a:lnTo>
                  <a:lnTo>
                    <a:pt x="1877441" y="889536"/>
                  </a:lnTo>
                  <a:lnTo>
                    <a:pt x="1876369" y="889756"/>
                  </a:lnTo>
                  <a:lnTo>
                    <a:pt x="1875297" y="889976"/>
                  </a:lnTo>
                  <a:lnTo>
                    <a:pt x="1874226" y="890195"/>
                  </a:lnTo>
                  <a:lnTo>
                    <a:pt x="1873154" y="890414"/>
                  </a:lnTo>
                  <a:lnTo>
                    <a:pt x="1872083" y="890632"/>
                  </a:lnTo>
                  <a:lnTo>
                    <a:pt x="1871011" y="890849"/>
                  </a:lnTo>
                  <a:lnTo>
                    <a:pt x="1869939" y="891066"/>
                  </a:lnTo>
                  <a:lnTo>
                    <a:pt x="1868868" y="891282"/>
                  </a:lnTo>
                  <a:lnTo>
                    <a:pt x="1867796" y="891497"/>
                  </a:lnTo>
                  <a:lnTo>
                    <a:pt x="1866725" y="891712"/>
                  </a:lnTo>
                  <a:lnTo>
                    <a:pt x="1865653" y="891926"/>
                  </a:lnTo>
                  <a:lnTo>
                    <a:pt x="1864581" y="892139"/>
                  </a:lnTo>
                  <a:lnTo>
                    <a:pt x="1863510" y="892352"/>
                  </a:lnTo>
                  <a:lnTo>
                    <a:pt x="1862438" y="892564"/>
                  </a:lnTo>
                  <a:lnTo>
                    <a:pt x="1861367" y="892775"/>
                  </a:lnTo>
                  <a:lnTo>
                    <a:pt x="1860295" y="892985"/>
                  </a:lnTo>
                  <a:lnTo>
                    <a:pt x="1859223" y="893195"/>
                  </a:lnTo>
                  <a:lnTo>
                    <a:pt x="1858152" y="893403"/>
                  </a:lnTo>
                  <a:lnTo>
                    <a:pt x="1857080" y="893611"/>
                  </a:lnTo>
                  <a:lnTo>
                    <a:pt x="1856009" y="893818"/>
                  </a:lnTo>
                  <a:lnTo>
                    <a:pt x="1854937" y="894025"/>
                  </a:lnTo>
                  <a:lnTo>
                    <a:pt x="1853865" y="894230"/>
                  </a:lnTo>
                  <a:lnTo>
                    <a:pt x="1852794" y="894434"/>
                  </a:lnTo>
                  <a:lnTo>
                    <a:pt x="1851722" y="894638"/>
                  </a:lnTo>
                  <a:lnTo>
                    <a:pt x="1850651" y="894841"/>
                  </a:lnTo>
                  <a:lnTo>
                    <a:pt x="1849579" y="895042"/>
                  </a:lnTo>
                  <a:lnTo>
                    <a:pt x="1848507" y="895243"/>
                  </a:lnTo>
                  <a:lnTo>
                    <a:pt x="1847436" y="895443"/>
                  </a:lnTo>
                  <a:lnTo>
                    <a:pt x="1846364" y="895642"/>
                  </a:lnTo>
                  <a:lnTo>
                    <a:pt x="1845293" y="895839"/>
                  </a:lnTo>
                  <a:lnTo>
                    <a:pt x="1844221" y="896036"/>
                  </a:lnTo>
                  <a:lnTo>
                    <a:pt x="1843149" y="896232"/>
                  </a:lnTo>
                  <a:lnTo>
                    <a:pt x="1842078" y="896426"/>
                  </a:lnTo>
                  <a:lnTo>
                    <a:pt x="1841006" y="896620"/>
                  </a:lnTo>
                  <a:lnTo>
                    <a:pt x="1839935" y="896812"/>
                  </a:lnTo>
                  <a:lnTo>
                    <a:pt x="1838863" y="897004"/>
                  </a:lnTo>
                  <a:lnTo>
                    <a:pt x="1837791" y="897194"/>
                  </a:lnTo>
                  <a:lnTo>
                    <a:pt x="1836720" y="897383"/>
                  </a:lnTo>
                  <a:lnTo>
                    <a:pt x="1835648" y="897571"/>
                  </a:lnTo>
                  <a:lnTo>
                    <a:pt x="1834577" y="897757"/>
                  </a:lnTo>
                  <a:lnTo>
                    <a:pt x="1833505" y="897943"/>
                  </a:lnTo>
                  <a:lnTo>
                    <a:pt x="1832433" y="898127"/>
                  </a:lnTo>
                  <a:lnTo>
                    <a:pt x="1831362" y="898310"/>
                  </a:lnTo>
                  <a:lnTo>
                    <a:pt x="1830290" y="898492"/>
                  </a:lnTo>
                  <a:lnTo>
                    <a:pt x="1829219" y="898672"/>
                  </a:lnTo>
                  <a:lnTo>
                    <a:pt x="1828147" y="898851"/>
                  </a:lnTo>
                  <a:lnTo>
                    <a:pt x="1827075" y="899029"/>
                  </a:lnTo>
                  <a:lnTo>
                    <a:pt x="1826004" y="899205"/>
                  </a:lnTo>
                  <a:lnTo>
                    <a:pt x="1824932" y="899380"/>
                  </a:lnTo>
                  <a:lnTo>
                    <a:pt x="1823861" y="899553"/>
                  </a:lnTo>
                  <a:lnTo>
                    <a:pt x="1822789" y="899726"/>
                  </a:lnTo>
                  <a:lnTo>
                    <a:pt x="1821717" y="899896"/>
                  </a:lnTo>
                  <a:lnTo>
                    <a:pt x="1820646" y="900065"/>
                  </a:lnTo>
                  <a:lnTo>
                    <a:pt x="1819574" y="900233"/>
                  </a:lnTo>
                  <a:lnTo>
                    <a:pt x="1818503" y="900399"/>
                  </a:lnTo>
                  <a:lnTo>
                    <a:pt x="1817431" y="900564"/>
                  </a:lnTo>
                  <a:lnTo>
                    <a:pt x="1816359" y="900727"/>
                  </a:lnTo>
                  <a:lnTo>
                    <a:pt x="1815288" y="900889"/>
                  </a:lnTo>
                  <a:lnTo>
                    <a:pt x="1814216" y="901049"/>
                  </a:lnTo>
                  <a:lnTo>
                    <a:pt x="1813145" y="901207"/>
                  </a:lnTo>
                  <a:lnTo>
                    <a:pt x="1812073" y="901364"/>
                  </a:lnTo>
                  <a:lnTo>
                    <a:pt x="1811001" y="901519"/>
                  </a:lnTo>
                  <a:lnTo>
                    <a:pt x="1809930" y="901672"/>
                  </a:lnTo>
                  <a:lnTo>
                    <a:pt x="1808858" y="901824"/>
                  </a:lnTo>
                  <a:lnTo>
                    <a:pt x="1807787" y="901974"/>
                  </a:lnTo>
                  <a:lnTo>
                    <a:pt x="1806715" y="902122"/>
                  </a:lnTo>
                  <a:lnTo>
                    <a:pt x="1805643" y="902268"/>
                  </a:lnTo>
                  <a:lnTo>
                    <a:pt x="1804572" y="902413"/>
                  </a:lnTo>
                  <a:lnTo>
                    <a:pt x="1803500" y="902556"/>
                  </a:lnTo>
                  <a:lnTo>
                    <a:pt x="1802429" y="902696"/>
                  </a:lnTo>
                  <a:lnTo>
                    <a:pt x="1801357" y="902835"/>
                  </a:lnTo>
                  <a:lnTo>
                    <a:pt x="1800285" y="902973"/>
                  </a:lnTo>
                  <a:lnTo>
                    <a:pt x="1799214" y="903108"/>
                  </a:lnTo>
                  <a:lnTo>
                    <a:pt x="1798142" y="903241"/>
                  </a:lnTo>
                  <a:lnTo>
                    <a:pt x="1797071" y="903372"/>
                  </a:lnTo>
                  <a:lnTo>
                    <a:pt x="1795999" y="903501"/>
                  </a:lnTo>
                  <a:lnTo>
                    <a:pt x="1794927" y="903629"/>
                  </a:lnTo>
                  <a:lnTo>
                    <a:pt x="1793856" y="903754"/>
                  </a:lnTo>
                  <a:lnTo>
                    <a:pt x="1792784" y="903877"/>
                  </a:lnTo>
                  <a:lnTo>
                    <a:pt x="1791713" y="903998"/>
                  </a:lnTo>
                  <a:lnTo>
                    <a:pt x="1790641" y="904117"/>
                  </a:lnTo>
                  <a:lnTo>
                    <a:pt x="1789569" y="904234"/>
                  </a:lnTo>
                  <a:lnTo>
                    <a:pt x="1788498" y="904348"/>
                  </a:lnTo>
                  <a:lnTo>
                    <a:pt x="1787426" y="904461"/>
                  </a:lnTo>
                  <a:lnTo>
                    <a:pt x="1786355" y="904571"/>
                  </a:lnTo>
                  <a:lnTo>
                    <a:pt x="1785283" y="904679"/>
                  </a:lnTo>
                  <a:lnTo>
                    <a:pt x="1784211" y="904784"/>
                  </a:lnTo>
                  <a:lnTo>
                    <a:pt x="1783140" y="904888"/>
                  </a:lnTo>
                  <a:lnTo>
                    <a:pt x="1782068" y="904988"/>
                  </a:lnTo>
                  <a:lnTo>
                    <a:pt x="1780997" y="905087"/>
                  </a:lnTo>
                  <a:lnTo>
                    <a:pt x="1779925" y="905183"/>
                  </a:lnTo>
                  <a:lnTo>
                    <a:pt x="1778853" y="905277"/>
                  </a:lnTo>
                  <a:lnTo>
                    <a:pt x="1777782" y="905369"/>
                  </a:lnTo>
                  <a:lnTo>
                    <a:pt x="1776710" y="905457"/>
                  </a:lnTo>
                  <a:lnTo>
                    <a:pt x="1775639" y="905544"/>
                  </a:lnTo>
                  <a:lnTo>
                    <a:pt x="1774567" y="905628"/>
                  </a:lnTo>
                  <a:lnTo>
                    <a:pt x="1773496" y="905709"/>
                  </a:lnTo>
                  <a:lnTo>
                    <a:pt x="1772424" y="905788"/>
                  </a:lnTo>
                  <a:lnTo>
                    <a:pt x="1771352" y="905864"/>
                  </a:lnTo>
                  <a:lnTo>
                    <a:pt x="1770281" y="905938"/>
                  </a:lnTo>
                  <a:lnTo>
                    <a:pt x="1769209" y="906009"/>
                  </a:lnTo>
                  <a:lnTo>
                    <a:pt x="1768138" y="906077"/>
                  </a:lnTo>
                  <a:lnTo>
                    <a:pt x="1767066" y="906142"/>
                  </a:lnTo>
                  <a:lnTo>
                    <a:pt x="1765994" y="906205"/>
                  </a:lnTo>
                  <a:lnTo>
                    <a:pt x="1764923" y="906265"/>
                  </a:lnTo>
                  <a:lnTo>
                    <a:pt x="1763851" y="906322"/>
                  </a:lnTo>
                  <a:lnTo>
                    <a:pt x="1762780" y="906377"/>
                  </a:lnTo>
                  <a:lnTo>
                    <a:pt x="1761708" y="906428"/>
                  </a:lnTo>
                  <a:lnTo>
                    <a:pt x="1760636" y="906477"/>
                  </a:lnTo>
                  <a:lnTo>
                    <a:pt x="1759565" y="906523"/>
                  </a:lnTo>
                  <a:lnTo>
                    <a:pt x="1758493" y="906565"/>
                  </a:lnTo>
                  <a:lnTo>
                    <a:pt x="1757422" y="906605"/>
                  </a:lnTo>
                  <a:lnTo>
                    <a:pt x="1756350" y="906642"/>
                  </a:lnTo>
                  <a:lnTo>
                    <a:pt x="1755278" y="906676"/>
                  </a:lnTo>
                  <a:lnTo>
                    <a:pt x="1754207" y="906707"/>
                  </a:lnTo>
                  <a:lnTo>
                    <a:pt x="1753135" y="906734"/>
                  </a:lnTo>
                  <a:lnTo>
                    <a:pt x="1752064" y="906759"/>
                  </a:lnTo>
                  <a:lnTo>
                    <a:pt x="1750992" y="906780"/>
                  </a:lnTo>
                  <a:lnTo>
                    <a:pt x="1749920" y="906798"/>
                  </a:lnTo>
                  <a:lnTo>
                    <a:pt x="1748849" y="906813"/>
                  </a:lnTo>
                  <a:lnTo>
                    <a:pt x="1747777" y="906825"/>
                  </a:lnTo>
                  <a:lnTo>
                    <a:pt x="1746706" y="906834"/>
                  </a:lnTo>
                  <a:lnTo>
                    <a:pt x="1745634" y="906839"/>
                  </a:lnTo>
                  <a:lnTo>
                    <a:pt x="1744562" y="906841"/>
                  </a:lnTo>
                  <a:lnTo>
                    <a:pt x="1743491" y="906840"/>
                  </a:lnTo>
                  <a:lnTo>
                    <a:pt x="1742419" y="906835"/>
                  </a:lnTo>
                  <a:lnTo>
                    <a:pt x="1741348" y="906827"/>
                  </a:lnTo>
                  <a:lnTo>
                    <a:pt x="1740276" y="906815"/>
                  </a:lnTo>
                  <a:lnTo>
                    <a:pt x="1739204" y="906800"/>
                  </a:lnTo>
                  <a:lnTo>
                    <a:pt x="1738133" y="906781"/>
                  </a:lnTo>
                  <a:lnTo>
                    <a:pt x="1737061" y="906759"/>
                  </a:lnTo>
                  <a:lnTo>
                    <a:pt x="1735990" y="906734"/>
                  </a:lnTo>
                  <a:lnTo>
                    <a:pt x="1734918" y="906704"/>
                  </a:lnTo>
                  <a:lnTo>
                    <a:pt x="1733846" y="906671"/>
                  </a:lnTo>
                  <a:lnTo>
                    <a:pt x="1732775" y="906635"/>
                  </a:lnTo>
                  <a:lnTo>
                    <a:pt x="1731703" y="906595"/>
                  </a:lnTo>
                  <a:lnTo>
                    <a:pt x="1730632" y="906551"/>
                  </a:lnTo>
                  <a:lnTo>
                    <a:pt x="1729560" y="906503"/>
                  </a:lnTo>
                  <a:lnTo>
                    <a:pt x="1728488" y="906451"/>
                  </a:lnTo>
                  <a:lnTo>
                    <a:pt x="1727417" y="906396"/>
                  </a:lnTo>
                  <a:lnTo>
                    <a:pt x="1726345" y="906337"/>
                  </a:lnTo>
                  <a:lnTo>
                    <a:pt x="1725274" y="906274"/>
                  </a:lnTo>
                  <a:lnTo>
                    <a:pt x="1724202" y="906207"/>
                  </a:lnTo>
                  <a:lnTo>
                    <a:pt x="1723130" y="906136"/>
                  </a:lnTo>
                  <a:lnTo>
                    <a:pt x="1722059" y="906062"/>
                  </a:lnTo>
                  <a:lnTo>
                    <a:pt x="1720987" y="905983"/>
                  </a:lnTo>
                  <a:lnTo>
                    <a:pt x="1719916" y="905900"/>
                  </a:lnTo>
                  <a:lnTo>
                    <a:pt x="1718844" y="905813"/>
                  </a:lnTo>
                  <a:lnTo>
                    <a:pt x="1717772" y="905722"/>
                  </a:lnTo>
                  <a:lnTo>
                    <a:pt x="1716701" y="905627"/>
                  </a:lnTo>
                  <a:lnTo>
                    <a:pt x="1715629" y="905528"/>
                  </a:lnTo>
                  <a:lnTo>
                    <a:pt x="1714558" y="905425"/>
                  </a:lnTo>
                  <a:lnTo>
                    <a:pt x="1713486" y="905317"/>
                  </a:lnTo>
                  <a:lnTo>
                    <a:pt x="1712414" y="905205"/>
                  </a:lnTo>
                  <a:lnTo>
                    <a:pt x="1711343" y="905089"/>
                  </a:lnTo>
                  <a:lnTo>
                    <a:pt x="1710271" y="904969"/>
                  </a:lnTo>
                  <a:lnTo>
                    <a:pt x="1709200" y="904844"/>
                  </a:lnTo>
                  <a:lnTo>
                    <a:pt x="1708128" y="904715"/>
                  </a:lnTo>
                  <a:lnTo>
                    <a:pt x="1707056" y="904581"/>
                  </a:lnTo>
                  <a:lnTo>
                    <a:pt x="1705985" y="904443"/>
                  </a:lnTo>
                  <a:lnTo>
                    <a:pt x="1704913" y="904301"/>
                  </a:lnTo>
                  <a:lnTo>
                    <a:pt x="1703842" y="904154"/>
                  </a:lnTo>
                  <a:lnTo>
                    <a:pt x="1702770" y="904002"/>
                  </a:lnTo>
                  <a:lnTo>
                    <a:pt x="1701698" y="903846"/>
                  </a:lnTo>
                  <a:lnTo>
                    <a:pt x="1700627" y="903685"/>
                  </a:lnTo>
                  <a:lnTo>
                    <a:pt x="1699555" y="903520"/>
                  </a:lnTo>
                  <a:lnTo>
                    <a:pt x="1698484" y="903350"/>
                  </a:lnTo>
                  <a:lnTo>
                    <a:pt x="1697412" y="903175"/>
                  </a:lnTo>
                  <a:lnTo>
                    <a:pt x="1696340" y="902996"/>
                  </a:lnTo>
                  <a:lnTo>
                    <a:pt x="1695269" y="902812"/>
                  </a:lnTo>
                  <a:lnTo>
                    <a:pt x="1694197" y="902623"/>
                  </a:lnTo>
                  <a:lnTo>
                    <a:pt x="1693126" y="902429"/>
                  </a:lnTo>
                  <a:lnTo>
                    <a:pt x="1692054" y="902230"/>
                  </a:lnTo>
                  <a:lnTo>
                    <a:pt x="1690982" y="902027"/>
                  </a:lnTo>
                  <a:lnTo>
                    <a:pt x="1689911" y="901818"/>
                  </a:lnTo>
                  <a:lnTo>
                    <a:pt x="1688839" y="901605"/>
                  </a:lnTo>
                  <a:lnTo>
                    <a:pt x="1687768" y="901386"/>
                  </a:lnTo>
                  <a:lnTo>
                    <a:pt x="1686696" y="901163"/>
                  </a:lnTo>
                  <a:lnTo>
                    <a:pt x="1685624" y="900934"/>
                  </a:lnTo>
                  <a:lnTo>
                    <a:pt x="1684553" y="900700"/>
                  </a:lnTo>
                  <a:lnTo>
                    <a:pt x="1683481" y="900462"/>
                  </a:lnTo>
                  <a:lnTo>
                    <a:pt x="1682410" y="900218"/>
                  </a:lnTo>
                  <a:lnTo>
                    <a:pt x="1681338" y="899969"/>
                  </a:lnTo>
                  <a:lnTo>
                    <a:pt x="1680266" y="899714"/>
                  </a:lnTo>
                  <a:lnTo>
                    <a:pt x="1679195" y="899455"/>
                  </a:lnTo>
                  <a:lnTo>
                    <a:pt x="1678123" y="899190"/>
                  </a:lnTo>
                  <a:lnTo>
                    <a:pt x="1677052" y="898919"/>
                  </a:lnTo>
                  <a:lnTo>
                    <a:pt x="1675980" y="898644"/>
                  </a:lnTo>
                  <a:lnTo>
                    <a:pt x="1674908" y="898363"/>
                  </a:lnTo>
                  <a:lnTo>
                    <a:pt x="1673837" y="898076"/>
                  </a:lnTo>
                  <a:lnTo>
                    <a:pt x="1672765" y="897784"/>
                  </a:lnTo>
                  <a:lnTo>
                    <a:pt x="1671694" y="897487"/>
                  </a:lnTo>
                  <a:lnTo>
                    <a:pt x="1670622" y="897184"/>
                  </a:lnTo>
                  <a:lnTo>
                    <a:pt x="1669550" y="896875"/>
                  </a:lnTo>
                  <a:lnTo>
                    <a:pt x="1668479" y="896561"/>
                  </a:lnTo>
                  <a:lnTo>
                    <a:pt x="1667407" y="896242"/>
                  </a:lnTo>
                  <a:lnTo>
                    <a:pt x="1666336" y="895916"/>
                  </a:lnTo>
                  <a:lnTo>
                    <a:pt x="1665264" y="895585"/>
                  </a:lnTo>
                  <a:lnTo>
                    <a:pt x="1664192" y="895248"/>
                  </a:lnTo>
                  <a:lnTo>
                    <a:pt x="1663121" y="894905"/>
                  </a:lnTo>
                  <a:lnTo>
                    <a:pt x="1662049" y="894557"/>
                  </a:lnTo>
                  <a:lnTo>
                    <a:pt x="1660978" y="894203"/>
                  </a:lnTo>
                  <a:lnTo>
                    <a:pt x="1659906" y="893842"/>
                  </a:lnTo>
                  <a:lnTo>
                    <a:pt x="1658834" y="893476"/>
                  </a:lnTo>
                  <a:lnTo>
                    <a:pt x="1657763" y="893104"/>
                  </a:lnTo>
                  <a:lnTo>
                    <a:pt x="1656691" y="892794"/>
                  </a:lnTo>
                  <a:lnTo>
                    <a:pt x="1655620" y="893423"/>
                  </a:lnTo>
                  <a:lnTo>
                    <a:pt x="1654548" y="894051"/>
                  </a:lnTo>
                  <a:lnTo>
                    <a:pt x="1653476" y="894678"/>
                  </a:lnTo>
                  <a:lnTo>
                    <a:pt x="1652405" y="895305"/>
                  </a:lnTo>
                  <a:lnTo>
                    <a:pt x="1651333" y="895930"/>
                  </a:lnTo>
                  <a:lnTo>
                    <a:pt x="1650262" y="896555"/>
                  </a:lnTo>
                  <a:lnTo>
                    <a:pt x="1649190" y="897179"/>
                  </a:lnTo>
                  <a:lnTo>
                    <a:pt x="1648118" y="897802"/>
                  </a:lnTo>
                  <a:lnTo>
                    <a:pt x="1647047" y="898425"/>
                  </a:lnTo>
                  <a:lnTo>
                    <a:pt x="1645975" y="899047"/>
                  </a:lnTo>
                  <a:lnTo>
                    <a:pt x="1644904" y="899668"/>
                  </a:lnTo>
                  <a:lnTo>
                    <a:pt x="1643832" y="900289"/>
                  </a:lnTo>
                  <a:lnTo>
                    <a:pt x="1642760" y="900908"/>
                  </a:lnTo>
                  <a:lnTo>
                    <a:pt x="1641689" y="901528"/>
                  </a:lnTo>
                  <a:lnTo>
                    <a:pt x="1640617" y="902146"/>
                  </a:lnTo>
                  <a:lnTo>
                    <a:pt x="1639546" y="902764"/>
                  </a:lnTo>
                  <a:lnTo>
                    <a:pt x="1638474" y="903381"/>
                  </a:lnTo>
                  <a:lnTo>
                    <a:pt x="1637402" y="903998"/>
                  </a:lnTo>
                  <a:lnTo>
                    <a:pt x="1636331" y="904614"/>
                  </a:lnTo>
                  <a:lnTo>
                    <a:pt x="1635259" y="905230"/>
                  </a:lnTo>
                  <a:lnTo>
                    <a:pt x="1634188" y="905845"/>
                  </a:lnTo>
                  <a:lnTo>
                    <a:pt x="1633116" y="906459"/>
                  </a:lnTo>
                  <a:lnTo>
                    <a:pt x="1632044" y="907073"/>
                  </a:lnTo>
                  <a:lnTo>
                    <a:pt x="1630973" y="907687"/>
                  </a:lnTo>
                  <a:lnTo>
                    <a:pt x="1629901" y="908300"/>
                  </a:lnTo>
                  <a:lnTo>
                    <a:pt x="1628830" y="908912"/>
                  </a:lnTo>
                  <a:lnTo>
                    <a:pt x="1627758" y="909524"/>
                  </a:lnTo>
                  <a:lnTo>
                    <a:pt x="1626686" y="910136"/>
                  </a:lnTo>
                  <a:lnTo>
                    <a:pt x="1625615" y="910747"/>
                  </a:lnTo>
                  <a:lnTo>
                    <a:pt x="1624543" y="911357"/>
                  </a:lnTo>
                  <a:lnTo>
                    <a:pt x="1623472" y="911967"/>
                  </a:lnTo>
                  <a:lnTo>
                    <a:pt x="1622400" y="912577"/>
                  </a:lnTo>
                  <a:lnTo>
                    <a:pt x="1621328" y="913186"/>
                  </a:lnTo>
                  <a:lnTo>
                    <a:pt x="1620257" y="913795"/>
                  </a:lnTo>
                  <a:lnTo>
                    <a:pt x="1619185" y="914404"/>
                  </a:lnTo>
                  <a:lnTo>
                    <a:pt x="1618114" y="915012"/>
                  </a:lnTo>
                  <a:lnTo>
                    <a:pt x="1617042" y="915620"/>
                  </a:lnTo>
                  <a:lnTo>
                    <a:pt x="1615970" y="916227"/>
                  </a:lnTo>
                  <a:lnTo>
                    <a:pt x="1614899" y="916834"/>
                  </a:lnTo>
                  <a:lnTo>
                    <a:pt x="1613827" y="917441"/>
                  </a:lnTo>
                  <a:lnTo>
                    <a:pt x="1612756" y="918048"/>
                  </a:lnTo>
                  <a:lnTo>
                    <a:pt x="1611684" y="918654"/>
                  </a:lnTo>
                  <a:lnTo>
                    <a:pt x="1610612" y="919259"/>
                  </a:lnTo>
                  <a:lnTo>
                    <a:pt x="1609541" y="919865"/>
                  </a:lnTo>
                  <a:lnTo>
                    <a:pt x="1608469" y="920470"/>
                  </a:lnTo>
                  <a:lnTo>
                    <a:pt x="1607398" y="921075"/>
                  </a:lnTo>
                  <a:lnTo>
                    <a:pt x="1606326" y="921679"/>
                  </a:lnTo>
                  <a:lnTo>
                    <a:pt x="1605254" y="922284"/>
                  </a:lnTo>
                  <a:lnTo>
                    <a:pt x="1604183" y="922888"/>
                  </a:lnTo>
                  <a:lnTo>
                    <a:pt x="1603111" y="923492"/>
                  </a:lnTo>
                  <a:lnTo>
                    <a:pt x="1602040" y="924095"/>
                  </a:lnTo>
                  <a:lnTo>
                    <a:pt x="1600968" y="924698"/>
                  </a:lnTo>
                  <a:lnTo>
                    <a:pt x="1599896" y="925301"/>
                  </a:lnTo>
                  <a:lnTo>
                    <a:pt x="1598825" y="925904"/>
                  </a:lnTo>
                  <a:lnTo>
                    <a:pt x="1597753" y="926507"/>
                  </a:lnTo>
                  <a:lnTo>
                    <a:pt x="1596682" y="927109"/>
                  </a:lnTo>
                  <a:lnTo>
                    <a:pt x="1595610" y="927712"/>
                  </a:lnTo>
                  <a:lnTo>
                    <a:pt x="1594539" y="928314"/>
                  </a:lnTo>
                  <a:lnTo>
                    <a:pt x="1593467" y="928915"/>
                  </a:lnTo>
                  <a:lnTo>
                    <a:pt x="1592395" y="929517"/>
                  </a:lnTo>
                  <a:lnTo>
                    <a:pt x="1591324" y="930119"/>
                  </a:lnTo>
                  <a:lnTo>
                    <a:pt x="1590252" y="930720"/>
                  </a:lnTo>
                  <a:lnTo>
                    <a:pt x="1589181" y="931321"/>
                  </a:lnTo>
                  <a:lnTo>
                    <a:pt x="1588109" y="931922"/>
                  </a:lnTo>
                  <a:lnTo>
                    <a:pt x="1587037" y="932523"/>
                  </a:lnTo>
                  <a:lnTo>
                    <a:pt x="1585966" y="933124"/>
                  </a:lnTo>
                  <a:lnTo>
                    <a:pt x="1584894" y="933724"/>
                  </a:lnTo>
                  <a:lnTo>
                    <a:pt x="1583823" y="934325"/>
                  </a:lnTo>
                  <a:lnTo>
                    <a:pt x="1582751" y="934925"/>
                  </a:lnTo>
                  <a:lnTo>
                    <a:pt x="1581679" y="935525"/>
                  </a:lnTo>
                  <a:lnTo>
                    <a:pt x="1580608" y="936125"/>
                  </a:lnTo>
                  <a:lnTo>
                    <a:pt x="1579536" y="936725"/>
                  </a:lnTo>
                  <a:lnTo>
                    <a:pt x="1578465" y="937325"/>
                  </a:lnTo>
                  <a:lnTo>
                    <a:pt x="1577393" y="937925"/>
                  </a:lnTo>
                  <a:lnTo>
                    <a:pt x="1576321" y="938524"/>
                  </a:lnTo>
                  <a:lnTo>
                    <a:pt x="1575250" y="939124"/>
                  </a:lnTo>
                  <a:lnTo>
                    <a:pt x="1574178" y="939723"/>
                  </a:lnTo>
                  <a:lnTo>
                    <a:pt x="1573107" y="940323"/>
                  </a:lnTo>
                  <a:lnTo>
                    <a:pt x="1572035" y="940922"/>
                  </a:lnTo>
                  <a:lnTo>
                    <a:pt x="1570963" y="941521"/>
                  </a:lnTo>
                  <a:lnTo>
                    <a:pt x="1569892" y="942121"/>
                  </a:lnTo>
                  <a:lnTo>
                    <a:pt x="1568820" y="942720"/>
                  </a:lnTo>
                  <a:lnTo>
                    <a:pt x="1567749" y="943319"/>
                  </a:lnTo>
                  <a:lnTo>
                    <a:pt x="1566677" y="943918"/>
                  </a:lnTo>
                  <a:lnTo>
                    <a:pt x="1565605" y="944517"/>
                  </a:lnTo>
                  <a:lnTo>
                    <a:pt x="1564534" y="945116"/>
                  </a:lnTo>
                  <a:lnTo>
                    <a:pt x="1563462" y="945715"/>
                  </a:lnTo>
                  <a:lnTo>
                    <a:pt x="1562391" y="946314"/>
                  </a:lnTo>
                  <a:lnTo>
                    <a:pt x="1561319" y="946913"/>
                  </a:lnTo>
                  <a:lnTo>
                    <a:pt x="1560247" y="947511"/>
                  </a:lnTo>
                  <a:lnTo>
                    <a:pt x="1559176" y="948110"/>
                  </a:lnTo>
                  <a:lnTo>
                    <a:pt x="1558104" y="948709"/>
                  </a:lnTo>
                  <a:lnTo>
                    <a:pt x="1557033" y="949308"/>
                  </a:lnTo>
                  <a:lnTo>
                    <a:pt x="1555961" y="949907"/>
                  </a:lnTo>
                  <a:lnTo>
                    <a:pt x="1554889" y="950506"/>
                  </a:lnTo>
                  <a:lnTo>
                    <a:pt x="1553818" y="951104"/>
                  </a:lnTo>
                  <a:lnTo>
                    <a:pt x="1552746" y="951703"/>
                  </a:lnTo>
                  <a:lnTo>
                    <a:pt x="1551675" y="952302"/>
                  </a:lnTo>
                  <a:lnTo>
                    <a:pt x="1550603" y="952901"/>
                  </a:lnTo>
                  <a:lnTo>
                    <a:pt x="1549531" y="953500"/>
                  </a:lnTo>
                  <a:lnTo>
                    <a:pt x="1548460" y="954098"/>
                  </a:lnTo>
                  <a:lnTo>
                    <a:pt x="1547388" y="954697"/>
                  </a:lnTo>
                  <a:lnTo>
                    <a:pt x="1546317" y="955296"/>
                  </a:lnTo>
                  <a:lnTo>
                    <a:pt x="1545245" y="955895"/>
                  </a:lnTo>
                  <a:lnTo>
                    <a:pt x="1544173" y="956494"/>
                  </a:lnTo>
                  <a:lnTo>
                    <a:pt x="1543102" y="957093"/>
                  </a:lnTo>
                  <a:lnTo>
                    <a:pt x="1542030" y="957692"/>
                  </a:lnTo>
                  <a:lnTo>
                    <a:pt x="1540959" y="958291"/>
                  </a:lnTo>
                  <a:lnTo>
                    <a:pt x="1539887" y="958890"/>
                  </a:lnTo>
                  <a:lnTo>
                    <a:pt x="1538815" y="959489"/>
                  </a:lnTo>
                  <a:lnTo>
                    <a:pt x="1537744" y="960089"/>
                  </a:lnTo>
                  <a:lnTo>
                    <a:pt x="1536672" y="960688"/>
                  </a:lnTo>
                  <a:lnTo>
                    <a:pt x="1535601" y="961287"/>
                  </a:lnTo>
                  <a:lnTo>
                    <a:pt x="1534529" y="961887"/>
                  </a:lnTo>
                  <a:lnTo>
                    <a:pt x="1533457" y="962486"/>
                  </a:lnTo>
                  <a:lnTo>
                    <a:pt x="1532386" y="963086"/>
                  </a:lnTo>
                  <a:lnTo>
                    <a:pt x="1531314" y="963685"/>
                  </a:lnTo>
                  <a:lnTo>
                    <a:pt x="1530243" y="964285"/>
                  </a:lnTo>
                  <a:lnTo>
                    <a:pt x="1529171" y="964884"/>
                  </a:lnTo>
                  <a:lnTo>
                    <a:pt x="1528099" y="965484"/>
                  </a:lnTo>
                  <a:lnTo>
                    <a:pt x="1527028" y="966084"/>
                  </a:lnTo>
                  <a:lnTo>
                    <a:pt x="1525956" y="966684"/>
                  </a:lnTo>
                  <a:lnTo>
                    <a:pt x="1524885" y="967284"/>
                  </a:lnTo>
                  <a:lnTo>
                    <a:pt x="1523813" y="967884"/>
                  </a:lnTo>
                  <a:lnTo>
                    <a:pt x="1522741" y="968484"/>
                  </a:lnTo>
                  <a:lnTo>
                    <a:pt x="1521670" y="969085"/>
                  </a:lnTo>
                  <a:lnTo>
                    <a:pt x="1520598" y="969685"/>
                  </a:lnTo>
                  <a:lnTo>
                    <a:pt x="1519527" y="970285"/>
                  </a:lnTo>
                  <a:lnTo>
                    <a:pt x="1518455" y="970886"/>
                  </a:lnTo>
                  <a:lnTo>
                    <a:pt x="1517383" y="971487"/>
                  </a:lnTo>
                  <a:lnTo>
                    <a:pt x="1516312" y="972087"/>
                  </a:lnTo>
                  <a:lnTo>
                    <a:pt x="1515240" y="972688"/>
                  </a:lnTo>
                  <a:lnTo>
                    <a:pt x="1514169" y="973289"/>
                  </a:lnTo>
                  <a:lnTo>
                    <a:pt x="1513097" y="973890"/>
                  </a:lnTo>
                  <a:lnTo>
                    <a:pt x="1512025" y="974492"/>
                  </a:lnTo>
                  <a:lnTo>
                    <a:pt x="1510954" y="975093"/>
                  </a:lnTo>
                  <a:lnTo>
                    <a:pt x="1509882" y="975694"/>
                  </a:lnTo>
                  <a:lnTo>
                    <a:pt x="1508811" y="976296"/>
                  </a:lnTo>
                  <a:lnTo>
                    <a:pt x="1507739" y="976897"/>
                  </a:lnTo>
                  <a:lnTo>
                    <a:pt x="1506667" y="977499"/>
                  </a:lnTo>
                  <a:lnTo>
                    <a:pt x="1505596" y="978101"/>
                  </a:lnTo>
                  <a:lnTo>
                    <a:pt x="1504524" y="978703"/>
                  </a:lnTo>
                  <a:lnTo>
                    <a:pt x="1503453" y="979305"/>
                  </a:lnTo>
                  <a:lnTo>
                    <a:pt x="1502381" y="979907"/>
                  </a:lnTo>
                  <a:lnTo>
                    <a:pt x="1501309" y="980510"/>
                  </a:lnTo>
                  <a:lnTo>
                    <a:pt x="1500238" y="981112"/>
                  </a:lnTo>
                  <a:lnTo>
                    <a:pt x="1499166" y="981715"/>
                  </a:lnTo>
                  <a:lnTo>
                    <a:pt x="1498095" y="982318"/>
                  </a:lnTo>
                  <a:lnTo>
                    <a:pt x="1497023" y="982920"/>
                  </a:lnTo>
                  <a:lnTo>
                    <a:pt x="1495951" y="983524"/>
                  </a:lnTo>
                  <a:lnTo>
                    <a:pt x="1494880" y="984127"/>
                  </a:lnTo>
                  <a:lnTo>
                    <a:pt x="1493808" y="984730"/>
                  </a:lnTo>
                  <a:lnTo>
                    <a:pt x="1492737" y="985333"/>
                  </a:lnTo>
                  <a:lnTo>
                    <a:pt x="1491665" y="985937"/>
                  </a:lnTo>
                  <a:lnTo>
                    <a:pt x="1490593" y="986541"/>
                  </a:lnTo>
                  <a:lnTo>
                    <a:pt x="1489522" y="987145"/>
                  </a:lnTo>
                  <a:lnTo>
                    <a:pt x="1488450" y="987749"/>
                  </a:lnTo>
                  <a:lnTo>
                    <a:pt x="1487379" y="988353"/>
                  </a:lnTo>
                  <a:lnTo>
                    <a:pt x="1486307" y="988957"/>
                  </a:lnTo>
                  <a:lnTo>
                    <a:pt x="1485235" y="989562"/>
                  </a:lnTo>
                  <a:lnTo>
                    <a:pt x="1484164" y="990166"/>
                  </a:lnTo>
                  <a:lnTo>
                    <a:pt x="1483092" y="990771"/>
                  </a:lnTo>
                  <a:lnTo>
                    <a:pt x="1482021" y="991376"/>
                  </a:lnTo>
                  <a:lnTo>
                    <a:pt x="1480949" y="991981"/>
                  </a:lnTo>
                  <a:lnTo>
                    <a:pt x="1479877" y="992586"/>
                  </a:lnTo>
                  <a:lnTo>
                    <a:pt x="1478806" y="993192"/>
                  </a:lnTo>
                  <a:lnTo>
                    <a:pt x="1477734" y="993797"/>
                  </a:lnTo>
                  <a:lnTo>
                    <a:pt x="1476663" y="994403"/>
                  </a:lnTo>
                  <a:lnTo>
                    <a:pt x="1475591" y="995009"/>
                  </a:lnTo>
                  <a:lnTo>
                    <a:pt x="1474519" y="995615"/>
                  </a:lnTo>
                  <a:lnTo>
                    <a:pt x="1473448" y="996221"/>
                  </a:lnTo>
                  <a:lnTo>
                    <a:pt x="1472376" y="996828"/>
                  </a:lnTo>
                  <a:lnTo>
                    <a:pt x="1471305" y="997434"/>
                  </a:lnTo>
                  <a:lnTo>
                    <a:pt x="1470233" y="998041"/>
                  </a:lnTo>
                  <a:lnTo>
                    <a:pt x="1469161" y="998648"/>
                  </a:lnTo>
                  <a:lnTo>
                    <a:pt x="1468090" y="999255"/>
                  </a:lnTo>
                  <a:lnTo>
                    <a:pt x="1467018" y="999862"/>
                  </a:lnTo>
                  <a:lnTo>
                    <a:pt x="1465947" y="1000469"/>
                  </a:lnTo>
                  <a:lnTo>
                    <a:pt x="1464875" y="1001077"/>
                  </a:lnTo>
                  <a:lnTo>
                    <a:pt x="1463803" y="1001685"/>
                  </a:lnTo>
                  <a:lnTo>
                    <a:pt x="1462732" y="1002293"/>
                  </a:lnTo>
                  <a:lnTo>
                    <a:pt x="1461660" y="1002901"/>
                  </a:lnTo>
                  <a:lnTo>
                    <a:pt x="1460589" y="1003509"/>
                  </a:lnTo>
                  <a:lnTo>
                    <a:pt x="1459517" y="1004118"/>
                  </a:lnTo>
                  <a:lnTo>
                    <a:pt x="1458445" y="1004726"/>
                  </a:lnTo>
                  <a:lnTo>
                    <a:pt x="1457374" y="1005335"/>
                  </a:lnTo>
                  <a:lnTo>
                    <a:pt x="1456302" y="1005944"/>
                  </a:lnTo>
                  <a:lnTo>
                    <a:pt x="1455231" y="1006553"/>
                  </a:lnTo>
                  <a:lnTo>
                    <a:pt x="1454159" y="1007163"/>
                  </a:lnTo>
                  <a:lnTo>
                    <a:pt x="1453087" y="1007772"/>
                  </a:lnTo>
                  <a:lnTo>
                    <a:pt x="1452016" y="1008382"/>
                  </a:lnTo>
                  <a:lnTo>
                    <a:pt x="1450944" y="1008992"/>
                  </a:lnTo>
                  <a:lnTo>
                    <a:pt x="1449873" y="1009602"/>
                  </a:lnTo>
                  <a:lnTo>
                    <a:pt x="1448801" y="1010213"/>
                  </a:lnTo>
                  <a:lnTo>
                    <a:pt x="1447729" y="1010823"/>
                  </a:lnTo>
                  <a:lnTo>
                    <a:pt x="1446658" y="1011434"/>
                  </a:lnTo>
                  <a:lnTo>
                    <a:pt x="1445586" y="1012045"/>
                  </a:lnTo>
                  <a:lnTo>
                    <a:pt x="1444515" y="1012656"/>
                  </a:lnTo>
                  <a:lnTo>
                    <a:pt x="1443443" y="1013267"/>
                  </a:lnTo>
                  <a:lnTo>
                    <a:pt x="1442371" y="1013879"/>
                  </a:lnTo>
                  <a:lnTo>
                    <a:pt x="1441300" y="1014490"/>
                  </a:lnTo>
                  <a:lnTo>
                    <a:pt x="1440228" y="1015102"/>
                  </a:lnTo>
                  <a:lnTo>
                    <a:pt x="1439157" y="1015714"/>
                  </a:lnTo>
                  <a:lnTo>
                    <a:pt x="1438085" y="1016327"/>
                  </a:lnTo>
                  <a:lnTo>
                    <a:pt x="1437013" y="1016939"/>
                  </a:lnTo>
                  <a:lnTo>
                    <a:pt x="1435942" y="1017552"/>
                  </a:lnTo>
                  <a:lnTo>
                    <a:pt x="1434870" y="1018165"/>
                  </a:lnTo>
                  <a:lnTo>
                    <a:pt x="1433799" y="1018778"/>
                  </a:lnTo>
                  <a:lnTo>
                    <a:pt x="1432727" y="1019391"/>
                  </a:lnTo>
                  <a:lnTo>
                    <a:pt x="1431655" y="1020005"/>
                  </a:lnTo>
                  <a:lnTo>
                    <a:pt x="1430584" y="1020618"/>
                  </a:lnTo>
                  <a:lnTo>
                    <a:pt x="1429512" y="1021232"/>
                  </a:lnTo>
                  <a:lnTo>
                    <a:pt x="1428441" y="1021846"/>
                  </a:lnTo>
                  <a:lnTo>
                    <a:pt x="1427369" y="1022461"/>
                  </a:lnTo>
                  <a:lnTo>
                    <a:pt x="1426297" y="1023075"/>
                  </a:lnTo>
                  <a:lnTo>
                    <a:pt x="1425226" y="1023690"/>
                  </a:lnTo>
                  <a:lnTo>
                    <a:pt x="1424154" y="1024305"/>
                  </a:lnTo>
                  <a:lnTo>
                    <a:pt x="1423083" y="1024920"/>
                  </a:lnTo>
                  <a:lnTo>
                    <a:pt x="1422011" y="1025535"/>
                  </a:lnTo>
                  <a:lnTo>
                    <a:pt x="1420939" y="1026151"/>
                  </a:lnTo>
                  <a:lnTo>
                    <a:pt x="1419868" y="1026767"/>
                  </a:lnTo>
                  <a:lnTo>
                    <a:pt x="1418796" y="1027383"/>
                  </a:lnTo>
                  <a:lnTo>
                    <a:pt x="1417725" y="1027999"/>
                  </a:lnTo>
                  <a:lnTo>
                    <a:pt x="1416653" y="1028616"/>
                  </a:lnTo>
                  <a:lnTo>
                    <a:pt x="1415582" y="1029232"/>
                  </a:lnTo>
                  <a:lnTo>
                    <a:pt x="1414510" y="1029849"/>
                  </a:lnTo>
                  <a:lnTo>
                    <a:pt x="1413438" y="1030466"/>
                  </a:lnTo>
                  <a:lnTo>
                    <a:pt x="1412367" y="1031084"/>
                  </a:lnTo>
                  <a:lnTo>
                    <a:pt x="1411295" y="1031701"/>
                  </a:lnTo>
                  <a:lnTo>
                    <a:pt x="1410224" y="1032319"/>
                  </a:lnTo>
                  <a:lnTo>
                    <a:pt x="1409152" y="1032937"/>
                  </a:lnTo>
                  <a:lnTo>
                    <a:pt x="1408080" y="1033555"/>
                  </a:lnTo>
                  <a:lnTo>
                    <a:pt x="1407009" y="1034174"/>
                  </a:lnTo>
                  <a:lnTo>
                    <a:pt x="1405937" y="1034792"/>
                  </a:lnTo>
                  <a:lnTo>
                    <a:pt x="1404866" y="1035411"/>
                  </a:lnTo>
                  <a:lnTo>
                    <a:pt x="1403794" y="1036030"/>
                  </a:lnTo>
                  <a:lnTo>
                    <a:pt x="1402722" y="1036650"/>
                  </a:lnTo>
                  <a:lnTo>
                    <a:pt x="1401651" y="1037269"/>
                  </a:lnTo>
                  <a:lnTo>
                    <a:pt x="1400579" y="1037889"/>
                  </a:lnTo>
                  <a:lnTo>
                    <a:pt x="1399508" y="1038509"/>
                  </a:lnTo>
                  <a:lnTo>
                    <a:pt x="1398436" y="1039130"/>
                  </a:lnTo>
                  <a:lnTo>
                    <a:pt x="1397364" y="1039750"/>
                  </a:lnTo>
                  <a:lnTo>
                    <a:pt x="1396293" y="1040371"/>
                  </a:lnTo>
                  <a:lnTo>
                    <a:pt x="1395221" y="1040992"/>
                  </a:lnTo>
                  <a:lnTo>
                    <a:pt x="1394150" y="1041613"/>
                  </a:lnTo>
                  <a:lnTo>
                    <a:pt x="1393078" y="1042234"/>
                  </a:lnTo>
                  <a:lnTo>
                    <a:pt x="1392006" y="1042856"/>
                  </a:lnTo>
                  <a:lnTo>
                    <a:pt x="1390935" y="1043478"/>
                  </a:lnTo>
                  <a:lnTo>
                    <a:pt x="1389863" y="1044100"/>
                  </a:lnTo>
                  <a:lnTo>
                    <a:pt x="1388792" y="1044722"/>
                  </a:lnTo>
                  <a:lnTo>
                    <a:pt x="1387720" y="1045345"/>
                  </a:lnTo>
                  <a:lnTo>
                    <a:pt x="1386648" y="1045968"/>
                  </a:lnTo>
                  <a:lnTo>
                    <a:pt x="1385577" y="1046591"/>
                  </a:lnTo>
                  <a:lnTo>
                    <a:pt x="1384505" y="1047214"/>
                  </a:lnTo>
                  <a:lnTo>
                    <a:pt x="1383434" y="1047838"/>
                  </a:lnTo>
                  <a:lnTo>
                    <a:pt x="1382362" y="1048462"/>
                  </a:lnTo>
                  <a:lnTo>
                    <a:pt x="1381290" y="1049086"/>
                  </a:lnTo>
                  <a:lnTo>
                    <a:pt x="1380219" y="1049710"/>
                  </a:lnTo>
                  <a:lnTo>
                    <a:pt x="1379147" y="1050335"/>
                  </a:lnTo>
                  <a:lnTo>
                    <a:pt x="1378076" y="1050960"/>
                  </a:lnTo>
                  <a:lnTo>
                    <a:pt x="1377004" y="1051585"/>
                  </a:lnTo>
                  <a:lnTo>
                    <a:pt x="1375932" y="1052210"/>
                  </a:lnTo>
                  <a:lnTo>
                    <a:pt x="1374861" y="1052836"/>
                  </a:lnTo>
                  <a:lnTo>
                    <a:pt x="1373789" y="1053461"/>
                  </a:lnTo>
                  <a:lnTo>
                    <a:pt x="1372718" y="1054087"/>
                  </a:lnTo>
                  <a:lnTo>
                    <a:pt x="1371646" y="1054714"/>
                  </a:lnTo>
                  <a:lnTo>
                    <a:pt x="1370574" y="1055340"/>
                  </a:lnTo>
                  <a:lnTo>
                    <a:pt x="1369503" y="1055967"/>
                  </a:lnTo>
                  <a:lnTo>
                    <a:pt x="1368431" y="1056594"/>
                  </a:lnTo>
                  <a:lnTo>
                    <a:pt x="1367360" y="1057222"/>
                  </a:lnTo>
                  <a:lnTo>
                    <a:pt x="1366288" y="1057849"/>
                  </a:lnTo>
                  <a:lnTo>
                    <a:pt x="1365216" y="1058477"/>
                  </a:lnTo>
                  <a:lnTo>
                    <a:pt x="1364145" y="1059105"/>
                  </a:lnTo>
                  <a:lnTo>
                    <a:pt x="1363073" y="1059733"/>
                  </a:lnTo>
                  <a:lnTo>
                    <a:pt x="1362002" y="1060362"/>
                  </a:lnTo>
                  <a:lnTo>
                    <a:pt x="1360930" y="1060991"/>
                  </a:lnTo>
                  <a:lnTo>
                    <a:pt x="1359858" y="1061620"/>
                  </a:lnTo>
                  <a:lnTo>
                    <a:pt x="1358787" y="1062250"/>
                  </a:lnTo>
                  <a:lnTo>
                    <a:pt x="1357715" y="1062879"/>
                  </a:lnTo>
                  <a:lnTo>
                    <a:pt x="1356644" y="1063509"/>
                  </a:lnTo>
                  <a:lnTo>
                    <a:pt x="1355572" y="1064139"/>
                  </a:lnTo>
                  <a:lnTo>
                    <a:pt x="1354500" y="1064770"/>
                  </a:lnTo>
                  <a:lnTo>
                    <a:pt x="1353429" y="1065401"/>
                  </a:lnTo>
                  <a:lnTo>
                    <a:pt x="1352357" y="1066032"/>
                  </a:lnTo>
                  <a:lnTo>
                    <a:pt x="1351286" y="1066663"/>
                  </a:lnTo>
                  <a:lnTo>
                    <a:pt x="1350214" y="1067295"/>
                  </a:lnTo>
                  <a:lnTo>
                    <a:pt x="1349142" y="1067926"/>
                  </a:lnTo>
                  <a:lnTo>
                    <a:pt x="1348071" y="1068558"/>
                  </a:lnTo>
                  <a:lnTo>
                    <a:pt x="1346999" y="1069191"/>
                  </a:lnTo>
                  <a:lnTo>
                    <a:pt x="1345928" y="1069823"/>
                  </a:lnTo>
                  <a:lnTo>
                    <a:pt x="1344856" y="1070456"/>
                  </a:lnTo>
                  <a:lnTo>
                    <a:pt x="1343784" y="1071090"/>
                  </a:lnTo>
                  <a:lnTo>
                    <a:pt x="1342713" y="1071723"/>
                  </a:lnTo>
                  <a:lnTo>
                    <a:pt x="1341641" y="1072357"/>
                  </a:lnTo>
                  <a:lnTo>
                    <a:pt x="1340570" y="1072991"/>
                  </a:lnTo>
                  <a:lnTo>
                    <a:pt x="1339498" y="1073625"/>
                  </a:lnTo>
                  <a:lnTo>
                    <a:pt x="1338426" y="1074260"/>
                  </a:lnTo>
                  <a:lnTo>
                    <a:pt x="1337355" y="1074895"/>
                  </a:lnTo>
                  <a:lnTo>
                    <a:pt x="1336283" y="1075530"/>
                  </a:lnTo>
                  <a:lnTo>
                    <a:pt x="1335212" y="1076165"/>
                  </a:lnTo>
                  <a:lnTo>
                    <a:pt x="1334140" y="1076801"/>
                  </a:lnTo>
                  <a:lnTo>
                    <a:pt x="1333068" y="1077437"/>
                  </a:lnTo>
                  <a:lnTo>
                    <a:pt x="1331997" y="1078074"/>
                  </a:lnTo>
                  <a:lnTo>
                    <a:pt x="1330925" y="1078710"/>
                  </a:lnTo>
                  <a:lnTo>
                    <a:pt x="1329854" y="1079347"/>
                  </a:lnTo>
                  <a:lnTo>
                    <a:pt x="1328782" y="1079984"/>
                  </a:lnTo>
                  <a:lnTo>
                    <a:pt x="1327710" y="1080622"/>
                  </a:lnTo>
                  <a:lnTo>
                    <a:pt x="1326639" y="1081260"/>
                  </a:lnTo>
                  <a:lnTo>
                    <a:pt x="1325567" y="1081898"/>
                  </a:lnTo>
                  <a:lnTo>
                    <a:pt x="1324496" y="1082536"/>
                  </a:lnTo>
                  <a:lnTo>
                    <a:pt x="1323424" y="1083175"/>
                  </a:lnTo>
                  <a:lnTo>
                    <a:pt x="1322352" y="1083814"/>
                  </a:lnTo>
                  <a:lnTo>
                    <a:pt x="1321281" y="1084453"/>
                  </a:lnTo>
                  <a:lnTo>
                    <a:pt x="1320209" y="1085093"/>
                  </a:lnTo>
                  <a:lnTo>
                    <a:pt x="1319138" y="1085733"/>
                  </a:lnTo>
                  <a:lnTo>
                    <a:pt x="1318066" y="1086373"/>
                  </a:lnTo>
                  <a:lnTo>
                    <a:pt x="1316994" y="1087014"/>
                  </a:lnTo>
                  <a:lnTo>
                    <a:pt x="1315923" y="1087655"/>
                  </a:lnTo>
                  <a:lnTo>
                    <a:pt x="1314851" y="1088296"/>
                  </a:lnTo>
                  <a:lnTo>
                    <a:pt x="1313780" y="1088937"/>
                  </a:lnTo>
                  <a:lnTo>
                    <a:pt x="1312708" y="1089579"/>
                  </a:lnTo>
                  <a:lnTo>
                    <a:pt x="1311636" y="1090221"/>
                  </a:lnTo>
                  <a:lnTo>
                    <a:pt x="1310565" y="1090864"/>
                  </a:lnTo>
                  <a:lnTo>
                    <a:pt x="1309493" y="1091506"/>
                  </a:lnTo>
                  <a:lnTo>
                    <a:pt x="1308422" y="1092149"/>
                  </a:lnTo>
                  <a:lnTo>
                    <a:pt x="1307350" y="1092793"/>
                  </a:lnTo>
                  <a:lnTo>
                    <a:pt x="1306278" y="1093437"/>
                  </a:lnTo>
                  <a:lnTo>
                    <a:pt x="1305207" y="1094081"/>
                  </a:lnTo>
                  <a:lnTo>
                    <a:pt x="1304135" y="1094725"/>
                  </a:lnTo>
                  <a:lnTo>
                    <a:pt x="1303064" y="1095370"/>
                  </a:lnTo>
                  <a:lnTo>
                    <a:pt x="1301992" y="1096015"/>
                  </a:lnTo>
                  <a:lnTo>
                    <a:pt x="1300920" y="1096660"/>
                  </a:lnTo>
                  <a:lnTo>
                    <a:pt x="1299849" y="1097306"/>
                  </a:lnTo>
                  <a:lnTo>
                    <a:pt x="1298777" y="1097952"/>
                  </a:lnTo>
                  <a:lnTo>
                    <a:pt x="1297706" y="1098598"/>
                  </a:lnTo>
                  <a:lnTo>
                    <a:pt x="1296634" y="1099245"/>
                  </a:lnTo>
                  <a:lnTo>
                    <a:pt x="1295562" y="1099892"/>
                  </a:lnTo>
                  <a:lnTo>
                    <a:pt x="1294491" y="1100539"/>
                  </a:lnTo>
                  <a:lnTo>
                    <a:pt x="1293419" y="1101187"/>
                  </a:lnTo>
                  <a:lnTo>
                    <a:pt x="1292348" y="1101835"/>
                  </a:lnTo>
                  <a:lnTo>
                    <a:pt x="1291276" y="1102484"/>
                  </a:lnTo>
                  <a:lnTo>
                    <a:pt x="1290204" y="1103132"/>
                  </a:lnTo>
                  <a:lnTo>
                    <a:pt x="1289133" y="1103781"/>
                  </a:lnTo>
                  <a:lnTo>
                    <a:pt x="1288061" y="1104431"/>
                  </a:lnTo>
                  <a:lnTo>
                    <a:pt x="1286990" y="1105081"/>
                  </a:lnTo>
                  <a:lnTo>
                    <a:pt x="1285918" y="1105731"/>
                  </a:lnTo>
                  <a:lnTo>
                    <a:pt x="1284846" y="1106382"/>
                  </a:lnTo>
                  <a:lnTo>
                    <a:pt x="1283775" y="1107032"/>
                  </a:lnTo>
                  <a:lnTo>
                    <a:pt x="1282703" y="1107684"/>
                  </a:lnTo>
                  <a:lnTo>
                    <a:pt x="1281632" y="1108335"/>
                  </a:lnTo>
                  <a:lnTo>
                    <a:pt x="1280560" y="1108987"/>
                  </a:lnTo>
                  <a:lnTo>
                    <a:pt x="1279488" y="1109640"/>
                  </a:lnTo>
                  <a:lnTo>
                    <a:pt x="1278417" y="1110292"/>
                  </a:lnTo>
                  <a:lnTo>
                    <a:pt x="1277345" y="1110946"/>
                  </a:lnTo>
                  <a:lnTo>
                    <a:pt x="1276274" y="1111599"/>
                  </a:lnTo>
                  <a:lnTo>
                    <a:pt x="1275202" y="1112253"/>
                  </a:lnTo>
                  <a:lnTo>
                    <a:pt x="1274130" y="1112907"/>
                  </a:lnTo>
                  <a:lnTo>
                    <a:pt x="1273059" y="1113562"/>
                  </a:lnTo>
                  <a:lnTo>
                    <a:pt x="1271987" y="1114217"/>
                  </a:lnTo>
                  <a:lnTo>
                    <a:pt x="1270916" y="1114872"/>
                  </a:lnTo>
                  <a:lnTo>
                    <a:pt x="1269844" y="1115528"/>
                  </a:lnTo>
                  <a:lnTo>
                    <a:pt x="1268772" y="1116184"/>
                  </a:lnTo>
                  <a:lnTo>
                    <a:pt x="1267701" y="1116841"/>
                  </a:lnTo>
                  <a:lnTo>
                    <a:pt x="1266629" y="1117497"/>
                  </a:lnTo>
                  <a:lnTo>
                    <a:pt x="1265558" y="1118155"/>
                  </a:lnTo>
                  <a:lnTo>
                    <a:pt x="1264486" y="1118813"/>
                  </a:lnTo>
                  <a:lnTo>
                    <a:pt x="1263414" y="1119471"/>
                  </a:lnTo>
                  <a:lnTo>
                    <a:pt x="1262343" y="1120129"/>
                  </a:lnTo>
                  <a:lnTo>
                    <a:pt x="1261271" y="1120788"/>
                  </a:lnTo>
                  <a:lnTo>
                    <a:pt x="1260200" y="1121447"/>
                  </a:lnTo>
                  <a:lnTo>
                    <a:pt x="1259128" y="1122107"/>
                  </a:lnTo>
                  <a:lnTo>
                    <a:pt x="1258056" y="1122767"/>
                  </a:lnTo>
                  <a:lnTo>
                    <a:pt x="1256985" y="1123428"/>
                  </a:lnTo>
                  <a:lnTo>
                    <a:pt x="1255913" y="1124089"/>
                  </a:lnTo>
                  <a:lnTo>
                    <a:pt x="1254842" y="1124750"/>
                  </a:lnTo>
                  <a:lnTo>
                    <a:pt x="1253770" y="1125412"/>
                  </a:lnTo>
                  <a:lnTo>
                    <a:pt x="1252698" y="1126074"/>
                  </a:lnTo>
                  <a:lnTo>
                    <a:pt x="1251627" y="1126737"/>
                  </a:lnTo>
                  <a:lnTo>
                    <a:pt x="1250555" y="1127400"/>
                  </a:lnTo>
                  <a:lnTo>
                    <a:pt x="1249484" y="1128064"/>
                  </a:lnTo>
                  <a:lnTo>
                    <a:pt x="1248412" y="1128728"/>
                  </a:lnTo>
                  <a:lnTo>
                    <a:pt x="1247340" y="1129392"/>
                  </a:lnTo>
                  <a:lnTo>
                    <a:pt x="1246269" y="1130057"/>
                  </a:lnTo>
                  <a:lnTo>
                    <a:pt x="1245197" y="1130722"/>
                  </a:lnTo>
                  <a:lnTo>
                    <a:pt x="1244126" y="1131388"/>
                  </a:lnTo>
                  <a:lnTo>
                    <a:pt x="1243054" y="1132054"/>
                  </a:lnTo>
                  <a:lnTo>
                    <a:pt x="1241983" y="1132721"/>
                  </a:lnTo>
                  <a:lnTo>
                    <a:pt x="1240911" y="1133388"/>
                  </a:lnTo>
                  <a:lnTo>
                    <a:pt x="1239839" y="1134056"/>
                  </a:lnTo>
                  <a:lnTo>
                    <a:pt x="1238768" y="1134724"/>
                  </a:lnTo>
                  <a:lnTo>
                    <a:pt x="1237696" y="1135392"/>
                  </a:lnTo>
                  <a:lnTo>
                    <a:pt x="1236625" y="1136061"/>
                  </a:lnTo>
                  <a:lnTo>
                    <a:pt x="1235553" y="1136730"/>
                  </a:lnTo>
                  <a:lnTo>
                    <a:pt x="1234481" y="1137400"/>
                  </a:lnTo>
                  <a:lnTo>
                    <a:pt x="1233410" y="1138071"/>
                  </a:lnTo>
                  <a:lnTo>
                    <a:pt x="1232338" y="1138741"/>
                  </a:lnTo>
                  <a:lnTo>
                    <a:pt x="1231267" y="1139413"/>
                  </a:lnTo>
                  <a:lnTo>
                    <a:pt x="1230195" y="1140084"/>
                  </a:lnTo>
                  <a:lnTo>
                    <a:pt x="1229123" y="1140757"/>
                  </a:lnTo>
                  <a:lnTo>
                    <a:pt x="1228052" y="1141430"/>
                  </a:lnTo>
                  <a:lnTo>
                    <a:pt x="1226980" y="1142103"/>
                  </a:lnTo>
                  <a:lnTo>
                    <a:pt x="1225909" y="1142777"/>
                  </a:lnTo>
                  <a:lnTo>
                    <a:pt x="1224837" y="1143451"/>
                  </a:lnTo>
                  <a:lnTo>
                    <a:pt x="1223765" y="1144126"/>
                  </a:lnTo>
                  <a:lnTo>
                    <a:pt x="1222694" y="1144801"/>
                  </a:lnTo>
                  <a:lnTo>
                    <a:pt x="1221622" y="1145477"/>
                  </a:lnTo>
                  <a:lnTo>
                    <a:pt x="1220551" y="1146153"/>
                  </a:lnTo>
                  <a:lnTo>
                    <a:pt x="1219479" y="1146830"/>
                  </a:lnTo>
                  <a:lnTo>
                    <a:pt x="1218407" y="1147507"/>
                  </a:lnTo>
                  <a:lnTo>
                    <a:pt x="1217336" y="1148185"/>
                  </a:lnTo>
                  <a:lnTo>
                    <a:pt x="1216264" y="1148863"/>
                  </a:lnTo>
                  <a:lnTo>
                    <a:pt x="1215193" y="1149542"/>
                  </a:lnTo>
                  <a:lnTo>
                    <a:pt x="1214121" y="1150222"/>
                  </a:lnTo>
                  <a:lnTo>
                    <a:pt x="1213049" y="1150902"/>
                  </a:lnTo>
                  <a:lnTo>
                    <a:pt x="1211978" y="1151582"/>
                  </a:lnTo>
                  <a:lnTo>
                    <a:pt x="1210906" y="1152263"/>
                  </a:lnTo>
                  <a:lnTo>
                    <a:pt x="1209835" y="1152945"/>
                  </a:lnTo>
                  <a:lnTo>
                    <a:pt x="1208763" y="1153627"/>
                  </a:lnTo>
                  <a:lnTo>
                    <a:pt x="1207691" y="1154310"/>
                  </a:lnTo>
                  <a:lnTo>
                    <a:pt x="1206620" y="1154993"/>
                  </a:lnTo>
                  <a:lnTo>
                    <a:pt x="1205548" y="1155677"/>
                  </a:lnTo>
                  <a:lnTo>
                    <a:pt x="1204477" y="1156361"/>
                  </a:lnTo>
                  <a:lnTo>
                    <a:pt x="1203405" y="1157046"/>
                  </a:lnTo>
                  <a:lnTo>
                    <a:pt x="1202333" y="1157732"/>
                  </a:lnTo>
                  <a:lnTo>
                    <a:pt x="1201262" y="1158418"/>
                  </a:lnTo>
                  <a:lnTo>
                    <a:pt x="1200190" y="1159105"/>
                  </a:lnTo>
                  <a:lnTo>
                    <a:pt x="1199119" y="1159792"/>
                  </a:lnTo>
                  <a:lnTo>
                    <a:pt x="1198047" y="1160480"/>
                  </a:lnTo>
                  <a:lnTo>
                    <a:pt x="1196975" y="1161169"/>
                  </a:lnTo>
                  <a:lnTo>
                    <a:pt x="1195904" y="1161858"/>
                  </a:lnTo>
                  <a:lnTo>
                    <a:pt x="1194832" y="1162547"/>
                  </a:lnTo>
                  <a:lnTo>
                    <a:pt x="1193761" y="1163238"/>
                  </a:lnTo>
                  <a:lnTo>
                    <a:pt x="1192689" y="1163929"/>
                  </a:lnTo>
                  <a:lnTo>
                    <a:pt x="1191617" y="1164620"/>
                  </a:lnTo>
                  <a:lnTo>
                    <a:pt x="1190546" y="1165313"/>
                  </a:lnTo>
                  <a:lnTo>
                    <a:pt x="1189474" y="1166005"/>
                  </a:lnTo>
                  <a:lnTo>
                    <a:pt x="1188403" y="1166699"/>
                  </a:lnTo>
                  <a:lnTo>
                    <a:pt x="1187331" y="1167393"/>
                  </a:lnTo>
                  <a:lnTo>
                    <a:pt x="1186259" y="1168088"/>
                  </a:lnTo>
                  <a:lnTo>
                    <a:pt x="1185188" y="1168783"/>
                  </a:lnTo>
                  <a:lnTo>
                    <a:pt x="1184116" y="1169479"/>
                  </a:lnTo>
                  <a:lnTo>
                    <a:pt x="1183045" y="1170176"/>
                  </a:lnTo>
                  <a:lnTo>
                    <a:pt x="1181973" y="1170873"/>
                  </a:lnTo>
                  <a:lnTo>
                    <a:pt x="1180901" y="1171571"/>
                  </a:lnTo>
                  <a:lnTo>
                    <a:pt x="1179830" y="1172270"/>
                  </a:lnTo>
                  <a:lnTo>
                    <a:pt x="1178758" y="1172969"/>
                  </a:lnTo>
                  <a:lnTo>
                    <a:pt x="1177687" y="1173669"/>
                  </a:lnTo>
                  <a:lnTo>
                    <a:pt x="1176615" y="1174370"/>
                  </a:lnTo>
                  <a:lnTo>
                    <a:pt x="1175543" y="1175072"/>
                  </a:lnTo>
                  <a:lnTo>
                    <a:pt x="1174472" y="1175774"/>
                  </a:lnTo>
                  <a:lnTo>
                    <a:pt x="1173400" y="1176477"/>
                  </a:lnTo>
                  <a:lnTo>
                    <a:pt x="1172329" y="1177180"/>
                  </a:lnTo>
                  <a:lnTo>
                    <a:pt x="1171257" y="1177885"/>
                  </a:lnTo>
                  <a:lnTo>
                    <a:pt x="1170185" y="1178590"/>
                  </a:lnTo>
                  <a:lnTo>
                    <a:pt x="1169114" y="1179295"/>
                  </a:lnTo>
                  <a:lnTo>
                    <a:pt x="1168042" y="1180002"/>
                  </a:lnTo>
                  <a:lnTo>
                    <a:pt x="1166971" y="1180709"/>
                  </a:lnTo>
                  <a:lnTo>
                    <a:pt x="1165899" y="1181417"/>
                  </a:lnTo>
                  <a:lnTo>
                    <a:pt x="1164827" y="1182126"/>
                  </a:lnTo>
                  <a:lnTo>
                    <a:pt x="1163756" y="1182835"/>
                  </a:lnTo>
                  <a:lnTo>
                    <a:pt x="1162684" y="1183545"/>
                  </a:lnTo>
                  <a:lnTo>
                    <a:pt x="1161613" y="1184256"/>
                  </a:lnTo>
                  <a:lnTo>
                    <a:pt x="1160541" y="1184968"/>
                  </a:lnTo>
                  <a:lnTo>
                    <a:pt x="1159469" y="1185680"/>
                  </a:lnTo>
                  <a:lnTo>
                    <a:pt x="1158398" y="1186394"/>
                  </a:lnTo>
                  <a:lnTo>
                    <a:pt x="1157326" y="1187108"/>
                  </a:lnTo>
                  <a:lnTo>
                    <a:pt x="1156255" y="1187823"/>
                  </a:lnTo>
                  <a:lnTo>
                    <a:pt x="1155183" y="1188538"/>
                  </a:lnTo>
                  <a:lnTo>
                    <a:pt x="1154111" y="1189255"/>
                  </a:lnTo>
                  <a:lnTo>
                    <a:pt x="1153040" y="1189972"/>
                  </a:lnTo>
                  <a:lnTo>
                    <a:pt x="1151968" y="1190690"/>
                  </a:lnTo>
                  <a:lnTo>
                    <a:pt x="1150897" y="1191409"/>
                  </a:lnTo>
                  <a:lnTo>
                    <a:pt x="1149825" y="1192129"/>
                  </a:lnTo>
                  <a:lnTo>
                    <a:pt x="1148753" y="1192850"/>
                  </a:lnTo>
                  <a:lnTo>
                    <a:pt x="1147682" y="1193571"/>
                  </a:lnTo>
                  <a:lnTo>
                    <a:pt x="1146610" y="1194294"/>
                  </a:lnTo>
                  <a:lnTo>
                    <a:pt x="1145539" y="1195017"/>
                  </a:lnTo>
                  <a:lnTo>
                    <a:pt x="1144467" y="1195741"/>
                  </a:lnTo>
                  <a:lnTo>
                    <a:pt x="1143395" y="1196466"/>
                  </a:lnTo>
                  <a:lnTo>
                    <a:pt x="1142324" y="1197192"/>
                  </a:lnTo>
                  <a:lnTo>
                    <a:pt x="1141252" y="1197918"/>
                  </a:lnTo>
                  <a:lnTo>
                    <a:pt x="1140181" y="1198646"/>
                  </a:lnTo>
                  <a:lnTo>
                    <a:pt x="1139109" y="1199374"/>
                  </a:lnTo>
                  <a:lnTo>
                    <a:pt x="1138037" y="1200104"/>
                  </a:lnTo>
                  <a:lnTo>
                    <a:pt x="1136966" y="1200834"/>
                  </a:lnTo>
                  <a:lnTo>
                    <a:pt x="1135894" y="1201565"/>
                  </a:lnTo>
                  <a:lnTo>
                    <a:pt x="1134823" y="1202297"/>
                  </a:lnTo>
                  <a:lnTo>
                    <a:pt x="1133751" y="1203030"/>
                  </a:lnTo>
                  <a:lnTo>
                    <a:pt x="1132679" y="1203764"/>
                  </a:lnTo>
                  <a:lnTo>
                    <a:pt x="1131608" y="1204499"/>
                  </a:lnTo>
                  <a:lnTo>
                    <a:pt x="1130536" y="1205235"/>
                  </a:lnTo>
                  <a:lnTo>
                    <a:pt x="1129465" y="1205972"/>
                  </a:lnTo>
                  <a:lnTo>
                    <a:pt x="1128393" y="1206709"/>
                  </a:lnTo>
                  <a:lnTo>
                    <a:pt x="1127321" y="1207448"/>
                  </a:lnTo>
                  <a:lnTo>
                    <a:pt x="1126250" y="1208188"/>
                  </a:lnTo>
                  <a:lnTo>
                    <a:pt x="1125178" y="1208928"/>
                  </a:lnTo>
                  <a:lnTo>
                    <a:pt x="1124107" y="1209670"/>
                  </a:lnTo>
                  <a:lnTo>
                    <a:pt x="1123035" y="1210412"/>
                  </a:lnTo>
                  <a:lnTo>
                    <a:pt x="1121963" y="1211156"/>
                  </a:lnTo>
                  <a:lnTo>
                    <a:pt x="1120892" y="1211900"/>
                  </a:lnTo>
                  <a:lnTo>
                    <a:pt x="1119820" y="1212646"/>
                  </a:lnTo>
                  <a:lnTo>
                    <a:pt x="1118749" y="1213392"/>
                  </a:lnTo>
                  <a:lnTo>
                    <a:pt x="1117677" y="1214139"/>
                  </a:lnTo>
                  <a:lnTo>
                    <a:pt x="1116605" y="1214888"/>
                  </a:lnTo>
                  <a:lnTo>
                    <a:pt x="1115534" y="1215637"/>
                  </a:lnTo>
                  <a:lnTo>
                    <a:pt x="1114462" y="1216388"/>
                  </a:lnTo>
                  <a:lnTo>
                    <a:pt x="1113391" y="1217139"/>
                  </a:lnTo>
                  <a:lnTo>
                    <a:pt x="1112319" y="1217892"/>
                  </a:lnTo>
                  <a:lnTo>
                    <a:pt x="1111247" y="1218645"/>
                  </a:lnTo>
                  <a:lnTo>
                    <a:pt x="1110176" y="1219400"/>
                  </a:lnTo>
                  <a:lnTo>
                    <a:pt x="1109104" y="1220155"/>
                  </a:lnTo>
                  <a:lnTo>
                    <a:pt x="1108033" y="1220912"/>
                  </a:lnTo>
                  <a:lnTo>
                    <a:pt x="1106961" y="1221670"/>
                  </a:lnTo>
                  <a:lnTo>
                    <a:pt x="1105889" y="1222428"/>
                  </a:lnTo>
                  <a:lnTo>
                    <a:pt x="1104818" y="1223188"/>
                  </a:lnTo>
                  <a:lnTo>
                    <a:pt x="1103746" y="1223949"/>
                  </a:lnTo>
                  <a:lnTo>
                    <a:pt x="1102675" y="1224711"/>
                  </a:lnTo>
                  <a:lnTo>
                    <a:pt x="1101603" y="1225474"/>
                  </a:lnTo>
                  <a:lnTo>
                    <a:pt x="1100531" y="1226238"/>
                  </a:lnTo>
                  <a:lnTo>
                    <a:pt x="1099460" y="1227003"/>
                  </a:lnTo>
                  <a:lnTo>
                    <a:pt x="1098388" y="1227769"/>
                  </a:lnTo>
                  <a:lnTo>
                    <a:pt x="1097317" y="1228537"/>
                  </a:lnTo>
                  <a:lnTo>
                    <a:pt x="1096245" y="1229305"/>
                  </a:lnTo>
                  <a:lnTo>
                    <a:pt x="1095173" y="1230075"/>
                  </a:lnTo>
                  <a:lnTo>
                    <a:pt x="1094102" y="1230845"/>
                  </a:lnTo>
                  <a:lnTo>
                    <a:pt x="1093030" y="1231617"/>
                  </a:lnTo>
                  <a:lnTo>
                    <a:pt x="1091959" y="1232390"/>
                  </a:lnTo>
                  <a:lnTo>
                    <a:pt x="1090887" y="1233164"/>
                  </a:lnTo>
                  <a:lnTo>
                    <a:pt x="1089815" y="1233940"/>
                  </a:lnTo>
                  <a:lnTo>
                    <a:pt x="1088744" y="1234716"/>
                  </a:lnTo>
                  <a:lnTo>
                    <a:pt x="1087672" y="1235493"/>
                  </a:lnTo>
                  <a:lnTo>
                    <a:pt x="1086601" y="1236272"/>
                  </a:lnTo>
                  <a:lnTo>
                    <a:pt x="1085529" y="1237052"/>
                  </a:lnTo>
                  <a:lnTo>
                    <a:pt x="1084457" y="1237833"/>
                  </a:lnTo>
                  <a:lnTo>
                    <a:pt x="1083386" y="1238615"/>
                  </a:lnTo>
                  <a:lnTo>
                    <a:pt x="1082314" y="1239398"/>
                  </a:lnTo>
                  <a:lnTo>
                    <a:pt x="1081243" y="1240183"/>
                  </a:lnTo>
                  <a:lnTo>
                    <a:pt x="1080171" y="1240969"/>
                  </a:lnTo>
                  <a:lnTo>
                    <a:pt x="1079099" y="1241755"/>
                  </a:lnTo>
                  <a:lnTo>
                    <a:pt x="1078028" y="1242544"/>
                  </a:lnTo>
                  <a:lnTo>
                    <a:pt x="1076956" y="1243333"/>
                  </a:lnTo>
                  <a:lnTo>
                    <a:pt x="1075885" y="1244123"/>
                  </a:lnTo>
                  <a:lnTo>
                    <a:pt x="1074813" y="1244915"/>
                  </a:lnTo>
                  <a:lnTo>
                    <a:pt x="1073741" y="1245708"/>
                  </a:lnTo>
                  <a:lnTo>
                    <a:pt x="1072670" y="1246502"/>
                  </a:lnTo>
                  <a:lnTo>
                    <a:pt x="1071598" y="1247298"/>
                  </a:lnTo>
                  <a:lnTo>
                    <a:pt x="1070527" y="1248094"/>
                  </a:lnTo>
                  <a:lnTo>
                    <a:pt x="1069455" y="1248892"/>
                  </a:lnTo>
                  <a:lnTo>
                    <a:pt x="1068383" y="1249692"/>
                  </a:lnTo>
                  <a:lnTo>
                    <a:pt x="1067312" y="1250492"/>
                  </a:lnTo>
                  <a:lnTo>
                    <a:pt x="1066240" y="1251294"/>
                  </a:lnTo>
                  <a:lnTo>
                    <a:pt x="1065169" y="1252097"/>
                  </a:lnTo>
                  <a:lnTo>
                    <a:pt x="1064097" y="1252901"/>
                  </a:lnTo>
                  <a:lnTo>
                    <a:pt x="1063026" y="1253706"/>
                  </a:lnTo>
                  <a:lnTo>
                    <a:pt x="1061954" y="1254513"/>
                  </a:lnTo>
                  <a:lnTo>
                    <a:pt x="1060882" y="1255321"/>
                  </a:lnTo>
                  <a:lnTo>
                    <a:pt x="1059811" y="1256131"/>
                  </a:lnTo>
                  <a:lnTo>
                    <a:pt x="1058739" y="1256942"/>
                  </a:lnTo>
                  <a:lnTo>
                    <a:pt x="1057668" y="1257754"/>
                  </a:lnTo>
                  <a:lnTo>
                    <a:pt x="1056596" y="1258567"/>
                  </a:lnTo>
                  <a:lnTo>
                    <a:pt x="1055524" y="1259382"/>
                  </a:lnTo>
                  <a:lnTo>
                    <a:pt x="1054453" y="1260198"/>
                  </a:lnTo>
                  <a:lnTo>
                    <a:pt x="1053381" y="1261015"/>
                  </a:lnTo>
                  <a:lnTo>
                    <a:pt x="1052310" y="1261834"/>
                  </a:lnTo>
                  <a:lnTo>
                    <a:pt x="1051238" y="1262654"/>
                  </a:lnTo>
                  <a:lnTo>
                    <a:pt x="1050166" y="1263475"/>
                  </a:lnTo>
                  <a:lnTo>
                    <a:pt x="1049095" y="1264298"/>
                  </a:lnTo>
                  <a:lnTo>
                    <a:pt x="1048023" y="1265122"/>
                  </a:lnTo>
                  <a:lnTo>
                    <a:pt x="1046952" y="1265947"/>
                  </a:lnTo>
                  <a:lnTo>
                    <a:pt x="1045880" y="1266774"/>
                  </a:lnTo>
                  <a:lnTo>
                    <a:pt x="1044808" y="1267602"/>
                  </a:lnTo>
                  <a:lnTo>
                    <a:pt x="1043737" y="1268432"/>
                  </a:lnTo>
                  <a:lnTo>
                    <a:pt x="1042665" y="1269263"/>
                  </a:lnTo>
                  <a:lnTo>
                    <a:pt x="1041594" y="1270095"/>
                  </a:lnTo>
                  <a:lnTo>
                    <a:pt x="1040522" y="1270929"/>
                  </a:lnTo>
                  <a:lnTo>
                    <a:pt x="1039450" y="1271764"/>
                  </a:lnTo>
                  <a:lnTo>
                    <a:pt x="1038379" y="1272601"/>
                  </a:lnTo>
                  <a:lnTo>
                    <a:pt x="1037307" y="1273439"/>
                  </a:lnTo>
                  <a:lnTo>
                    <a:pt x="1036236" y="1274278"/>
                  </a:lnTo>
                  <a:lnTo>
                    <a:pt x="1035164" y="1275119"/>
                  </a:lnTo>
                  <a:lnTo>
                    <a:pt x="1034092" y="1275962"/>
                  </a:lnTo>
                  <a:lnTo>
                    <a:pt x="1033021" y="1276806"/>
                  </a:lnTo>
                  <a:lnTo>
                    <a:pt x="1031949" y="1277651"/>
                  </a:lnTo>
                  <a:lnTo>
                    <a:pt x="1030878" y="1278497"/>
                  </a:lnTo>
                  <a:lnTo>
                    <a:pt x="1029806" y="1279346"/>
                  </a:lnTo>
                  <a:lnTo>
                    <a:pt x="1028734" y="1280195"/>
                  </a:lnTo>
                  <a:lnTo>
                    <a:pt x="1027663" y="1281046"/>
                  </a:lnTo>
                  <a:lnTo>
                    <a:pt x="1026591" y="1281899"/>
                  </a:lnTo>
                  <a:lnTo>
                    <a:pt x="1025520" y="1282753"/>
                  </a:lnTo>
                  <a:lnTo>
                    <a:pt x="1024448" y="1283609"/>
                  </a:lnTo>
                  <a:lnTo>
                    <a:pt x="1023376" y="1284466"/>
                  </a:lnTo>
                  <a:lnTo>
                    <a:pt x="1022305" y="1285324"/>
                  </a:lnTo>
                  <a:lnTo>
                    <a:pt x="1021233" y="1286184"/>
                  </a:lnTo>
                  <a:lnTo>
                    <a:pt x="1020162" y="1287046"/>
                  </a:lnTo>
                  <a:lnTo>
                    <a:pt x="1019090" y="1287909"/>
                  </a:lnTo>
                  <a:lnTo>
                    <a:pt x="1018018" y="1288774"/>
                  </a:lnTo>
                  <a:lnTo>
                    <a:pt x="1016947" y="1289640"/>
                  </a:lnTo>
                  <a:lnTo>
                    <a:pt x="1015875" y="1290507"/>
                  </a:lnTo>
                  <a:lnTo>
                    <a:pt x="1014804" y="1291377"/>
                  </a:lnTo>
                  <a:lnTo>
                    <a:pt x="1013732" y="1292247"/>
                  </a:lnTo>
                  <a:lnTo>
                    <a:pt x="1012660" y="1293120"/>
                  </a:lnTo>
                  <a:lnTo>
                    <a:pt x="1011589" y="1293994"/>
                  </a:lnTo>
                  <a:lnTo>
                    <a:pt x="1010517" y="1294869"/>
                  </a:lnTo>
                  <a:lnTo>
                    <a:pt x="1009446" y="1295746"/>
                  </a:lnTo>
                  <a:lnTo>
                    <a:pt x="1008374" y="1296625"/>
                  </a:lnTo>
                  <a:lnTo>
                    <a:pt x="1007302" y="1297505"/>
                  </a:lnTo>
                  <a:lnTo>
                    <a:pt x="1006231" y="1298387"/>
                  </a:lnTo>
                  <a:lnTo>
                    <a:pt x="1005159" y="1299270"/>
                  </a:lnTo>
                  <a:lnTo>
                    <a:pt x="1004088" y="1300155"/>
                  </a:lnTo>
                  <a:lnTo>
                    <a:pt x="1003016" y="1301041"/>
                  </a:lnTo>
                  <a:lnTo>
                    <a:pt x="1001944" y="1301930"/>
                  </a:lnTo>
                  <a:lnTo>
                    <a:pt x="1000873" y="1302819"/>
                  </a:lnTo>
                  <a:lnTo>
                    <a:pt x="999801" y="1303711"/>
                  </a:lnTo>
                  <a:lnTo>
                    <a:pt x="998730" y="1304604"/>
                  </a:lnTo>
                  <a:lnTo>
                    <a:pt x="997658" y="1305498"/>
                  </a:lnTo>
                  <a:lnTo>
                    <a:pt x="996586" y="1306395"/>
                  </a:lnTo>
                  <a:lnTo>
                    <a:pt x="995515" y="1307292"/>
                  </a:lnTo>
                  <a:lnTo>
                    <a:pt x="994443" y="1308192"/>
                  </a:lnTo>
                  <a:lnTo>
                    <a:pt x="993372" y="1309093"/>
                  </a:lnTo>
                  <a:lnTo>
                    <a:pt x="992300" y="1309996"/>
                  </a:lnTo>
                  <a:lnTo>
                    <a:pt x="991228" y="1310901"/>
                  </a:lnTo>
                  <a:lnTo>
                    <a:pt x="990157" y="1311807"/>
                  </a:lnTo>
                  <a:lnTo>
                    <a:pt x="989085" y="1312714"/>
                  </a:lnTo>
                  <a:lnTo>
                    <a:pt x="988014" y="1313624"/>
                  </a:lnTo>
                  <a:lnTo>
                    <a:pt x="986942" y="1314535"/>
                  </a:lnTo>
                  <a:lnTo>
                    <a:pt x="985870" y="1315448"/>
                  </a:lnTo>
                  <a:lnTo>
                    <a:pt x="984799" y="1316362"/>
                  </a:lnTo>
                  <a:lnTo>
                    <a:pt x="983727" y="1317279"/>
                  </a:lnTo>
                  <a:lnTo>
                    <a:pt x="982656" y="1318197"/>
                  </a:lnTo>
                  <a:lnTo>
                    <a:pt x="981584" y="1319116"/>
                  </a:lnTo>
                  <a:lnTo>
                    <a:pt x="980512" y="1320038"/>
                  </a:lnTo>
                  <a:lnTo>
                    <a:pt x="979441" y="1320961"/>
                  </a:lnTo>
                  <a:lnTo>
                    <a:pt x="978369" y="1321885"/>
                  </a:lnTo>
                  <a:lnTo>
                    <a:pt x="977298" y="1322812"/>
                  </a:lnTo>
                  <a:lnTo>
                    <a:pt x="976226" y="1323740"/>
                  </a:lnTo>
                  <a:lnTo>
                    <a:pt x="975154" y="1324670"/>
                  </a:lnTo>
                  <a:lnTo>
                    <a:pt x="974083" y="1325601"/>
                  </a:lnTo>
                  <a:lnTo>
                    <a:pt x="973011" y="1326535"/>
                  </a:lnTo>
                  <a:lnTo>
                    <a:pt x="971940" y="1327470"/>
                  </a:lnTo>
                  <a:lnTo>
                    <a:pt x="970868" y="1328407"/>
                  </a:lnTo>
                  <a:lnTo>
                    <a:pt x="969796" y="1329345"/>
                  </a:lnTo>
                  <a:lnTo>
                    <a:pt x="968725" y="1330286"/>
                  </a:lnTo>
                  <a:lnTo>
                    <a:pt x="967653" y="1331228"/>
                  </a:lnTo>
                  <a:lnTo>
                    <a:pt x="966582" y="1332172"/>
                  </a:lnTo>
                  <a:lnTo>
                    <a:pt x="965510" y="1333117"/>
                  </a:lnTo>
                  <a:lnTo>
                    <a:pt x="964438" y="1334065"/>
                  </a:lnTo>
                  <a:lnTo>
                    <a:pt x="963367" y="1335014"/>
                  </a:lnTo>
                  <a:lnTo>
                    <a:pt x="962295" y="1335965"/>
                  </a:lnTo>
                  <a:lnTo>
                    <a:pt x="961224" y="1336918"/>
                  </a:lnTo>
                  <a:lnTo>
                    <a:pt x="960152" y="1337872"/>
                  </a:lnTo>
                  <a:lnTo>
                    <a:pt x="959080" y="1338828"/>
                  </a:lnTo>
                  <a:lnTo>
                    <a:pt x="958009" y="1339786"/>
                  </a:lnTo>
                  <a:lnTo>
                    <a:pt x="956937" y="1340746"/>
                  </a:lnTo>
                  <a:lnTo>
                    <a:pt x="955866" y="1341708"/>
                  </a:lnTo>
                  <a:lnTo>
                    <a:pt x="954794" y="1342671"/>
                  </a:lnTo>
                  <a:lnTo>
                    <a:pt x="953722" y="1343637"/>
                  </a:lnTo>
                  <a:lnTo>
                    <a:pt x="952651" y="1344604"/>
                  </a:lnTo>
                  <a:lnTo>
                    <a:pt x="951579" y="1345573"/>
                  </a:lnTo>
                  <a:lnTo>
                    <a:pt x="950508" y="1346543"/>
                  </a:lnTo>
                  <a:lnTo>
                    <a:pt x="949436" y="1347516"/>
                  </a:lnTo>
                  <a:lnTo>
                    <a:pt x="948364" y="1348490"/>
                  </a:lnTo>
                  <a:lnTo>
                    <a:pt x="947293" y="1349466"/>
                  </a:lnTo>
                  <a:lnTo>
                    <a:pt x="946221" y="1350444"/>
                  </a:lnTo>
                  <a:lnTo>
                    <a:pt x="945150" y="1351424"/>
                  </a:lnTo>
                  <a:lnTo>
                    <a:pt x="944078" y="1352406"/>
                  </a:lnTo>
                  <a:lnTo>
                    <a:pt x="943006" y="1353389"/>
                  </a:lnTo>
                  <a:lnTo>
                    <a:pt x="941935" y="1354375"/>
                  </a:lnTo>
                  <a:lnTo>
                    <a:pt x="940863" y="1355362"/>
                  </a:lnTo>
                  <a:lnTo>
                    <a:pt x="939792" y="1356351"/>
                  </a:lnTo>
                  <a:lnTo>
                    <a:pt x="938720" y="1357342"/>
                  </a:lnTo>
                  <a:lnTo>
                    <a:pt x="937648" y="1358334"/>
                  </a:lnTo>
                  <a:lnTo>
                    <a:pt x="936577" y="1359329"/>
                  </a:lnTo>
                  <a:lnTo>
                    <a:pt x="935505" y="1360325"/>
                  </a:lnTo>
                  <a:lnTo>
                    <a:pt x="934434" y="1361323"/>
                  </a:lnTo>
                  <a:lnTo>
                    <a:pt x="933362" y="1362324"/>
                  </a:lnTo>
                  <a:lnTo>
                    <a:pt x="932290" y="1363325"/>
                  </a:lnTo>
                  <a:lnTo>
                    <a:pt x="931219" y="1364329"/>
                  </a:lnTo>
                  <a:lnTo>
                    <a:pt x="930147" y="1365335"/>
                  </a:lnTo>
                  <a:lnTo>
                    <a:pt x="929076" y="1366342"/>
                  </a:lnTo>
                  <a:lnTo>
                    <a:pt x="928004" y="1367352"/>
                  </a:lnTo>
                  <a:lnTo>
                    <a:pt x="926932" y="1368363"/>
                  </a:lnTo>
                  <a:lnTo>
                    <a:pt x="925861" y="1369376"/>
                  </a:lnTo>
                  <a:lnTo>
                    <a:pt x="924789" y="1370391"/>
                  </a:lnTo>
                  <a:lnTo>
                    <a:pt x="923718" y="1371408"/>
                  </a:lnTo>
                  <a:lnTo>
                    <a:pt x="922646" y="1372427"/>
                  </a:lnTo>
                  <a:lnTo>
                    <a:pt x="921574" y="1373447"/>
                  </a:lnTo>
                  <a:lnTo>
                    <a:pt x="920503" y="1374470"/>
                  </a:lnTo>
                  <a:lnTo>
                    <a:pt x="919431" y="1375494"/>
                  </a:lnTo>
                  <a:lnTo>
                    <a:pt x="918360" y="1376520"/>
                  </a:lnTo>
                  <a:lnTo>
                    <a:pt x="917288" y="1377548"/>
                  </a:lnTo>
                  <a:lnTo>
                    <a:pt x="916216" y="1378578"/>
                  </a:lnTo>
                  <a:lnTo>
                    <a:pt x="915145" y="1379610"/>
                  </a:lnTo>
                  <a:lnTo>
                    <a:pt x="914073" y="1380644"/>
                  </a:lnTo>
                  <a:lnTo>
                    <a:pt x="913002" y="1381679"/>
                  </a:lnTo>
                  <a:lnTo>
                    <a:pt x="911930" y="1382717"/>
                  </a:lnTo>
                  <a:lnTo>
                    <a:pt x="910858" y="1383756"/>
                  </a:lnTo>
                  <a:lnTo>
                    <a:pt x="909787" y="1384797"/>
                  </a:lnTo>
                  <a:lnTo>
                    <a:pt x="908715" y="1385840"/>
                  </a:lnTo>
                  <a:lnTo>
                    <a:pt x="907644" y="1386885"/>
                  </a:lnTo>
                  <a:lnTo>
                    <a:pt x="906572" y="1387932"/>
                  </a:lnTo>
                  <a:lnTo>
                    <a:pt x="905500" y="1388981"/>
                  </a:lnTo>
                  <a:lnTo>
                    <a:pt x="904429" y="1390032"/>
                  </a:lnTo>
                  <a:lnTo>
                    <a:pt x="903357" y="1391084"/>
                  </a:lnTo>
                  <a:lnTo>
                    <a:pt x="902286" y="1392138"/>
                  </a:lnTo>
                  <a:lnTo>
                    <a:pt x="901214" y="1393195"/>
                  </a:lnTo>
                  <a:lnTo>
                    <a:pt x="900142" y="1394253"/>
                  </a:lnTo>
                  <a:lnTo>
                    <a:pt x="899071" y="1395313"/>
                  </a:lnTo>
                  <a:lnTo>
                    <a:pt x="897999" y="1396375"/>
                  </a:lnTo>
                  <a:lnTo>
                    <a:pt x="896928" y="1397438"/>
                  </a:lnTo>
                  <a:lnTo>
                    <a:pt x="895856" y="1398504"/>
                  </a:lnTo>
                  <a:lnTo>
                    <a:pt x="894784" y="1399571"/>
                  </a:lnTo>
                  <a:lnTo>
                    <a:pt x="893713" y="1400641"/>
                  </a:lnTo>
                  <a:lnTo>
                    <a:pt x="892641" y="1401712"/>
                  </a:lnTo>
                  <a:lnTo>
                    <a:pt x="891570" y="1402785"/>
                  </a:lnTo>
                  <a:lnTo>
                    <a:pt x="890498" y="1403860"/>
                  </a:lnTo>
                  <a:lnTo>
                    <a:pt x="889426" y="1404936"/>
                  </a:lnTo>
                  <a:lnTo>
                    <a:pt x="888355" y="1406015"/>
                  </a:lnTo>
                  <a:lnTo>
                    <a:pt x="887283" y="1407096"/>
                  </a:lnTo>
                  <a:lnTo>
                    <a:pt x="886212" y="1408178"/>
                  </a:lnTo>
                  <a:lnTo>
                    <a:pt x="885140" y="1409262"/>
                  </a:lnTo>
                  <a:lnTo>
                    <a:pt x="884069" y="1410348"/>
                  </a:lnTo>
                  <a:lnTo>
                    <a:pt x="882997" y="1411436"/>
                  </a:lnTo>
                  <a:lnTo>
                    <a:pt x="881925" y="1412526"/>
                  </a:lnTo>
                  <a:lnTo>
                    <a:pt x="880854" y="1413617"/>
                  </a:lnTo>
                  <a:lnTo>
                    <a:pt x="879782" y="1414711"/>
                  </a:lnTo>
                  <a:lnTo>
                    <a:pt x="878711" y="1415806"/>
                  </a:lnTo>
                  <a:lnTo>
                    <a:pt x="877639" y="1416903"/>
                  </a:lnTo>
                  <a:lnTo>
                    <a:pt x="876567" y="1418002"/>
                  </a:lnTo>
                  <a:lnTo>
                    <a:pt x="875496" y="1419103"/>
                  </a:lnTo>
                  <a:lnTo>
                    <a:pt x="874424" y="1420205"/>
                  </a:lnTo>
                  <a:lnTo>
                    <a:pt x="873353" y="1421310"/>
                  </a:lnTo>
                  <a:lnTo>
                    <a:pt x="872281" y="1422416"/>
                  </a:lnTo>
                  <a:lnTo>
                    <a:pt x="871209" y="1423524"/>
                  </a:lnTo>
                  <a:lnTo>
                    <a:pt x="870138" y="1424634"/>
                  </a:lnTo>
                  <a:lnTo>
                    <a:pt x="869066" y="1425745"/>
                  </a:lnTo>
                  <a:lnTo>
                    <a:pt x="867995" y="1426859"/>
                  </a:lnTo>
                  <a:lnTo>
                    <a:pt x="866923" y="1427974"/>
                  </a:lnTo>
                  <a:lnTo>
                    <a:pt x="865851" y="1429091"/>
                  </a:lnTo>
                  <a:lnTo>
                    <a:pt x="864780" y="1430210"/>
                  </a:lnTo>
                  <a:lnTo>
                    <a:pt x="863708" y="1431330"/>
                  </a:lnTo>
                  <a:lnTo>
                    <a:pt x="862637" y="1432453"/>
                  </a:lnTo>
                  <a:lnTo>
                    <a:pt x="861565" y="1433577"/>
                  </a:lnTo>
                  <a:lnTo>
                    <a:pt x="860493" y="1434703"/>
                  </a:lnTo>
                  <a:lnTo>
                    <a:pt x="859422" y="1435830"/>
                  </a:lnTo>
                  <a:lnTo>
                    <a:pt x="858350" y="1436960"/>
                  </a:lnTo>
                  <a:lnTo>
                    <a:pt x="857279" y="1438091"/>
                  </a:lnTo>
                  <a:lnTo>
                    <a:pt x="856207" y="1439224"/>
                  </a:lnTo>
                  <a:lnTo>
                    <a:pt x="855135" y="1440358"/>
                  </a:lnTo>
                  <a:lnTo>
                    <a:pt x="854064" y="1441495"/>
                  </a:lnTo>
                  <a:lnTo>
                    <a:pt x="852992" y="1442633"/>
                  </a:lnTo>
                  <a:lnTo>
                    <a:pt x="851921" y="1443773"/>
                  </a:lnTo>
                  <a:lnTo>
                    <a:pt x="850849" y="1444914"/>
                  </a:lnTo>
                  <a:lnTo>
                    <a:pt x="849777" y="1446058"/>
                  </a:lnTo>
                  <a:lnTo>
                    <a:pt x="848706" y="1447203"/>
                  </a:lnTo>
                  <a:lnTo>
                    <a:pt x="847634" y="1448350"/>
                  </a:lnTo>
                  <a:lnTo>
                    <a:pt x="846563" y="1449498"/>
                  </a:lnTo>
                  <a:lnTo>
                    <a:pt x="845491" y="1450648"/>
                  </a:lnTo>
                  <a:lnTo>
                    <a:pt x="844419" y="1451800"/>
                  </a:lnTo>
                  <a:lnTo>
                    <a:pt x="843348" y="1452953"/>
                  </a:lnTo>
                  <a:lnTo>
                    <a:pt x="842276" y="1454108"/>
                  </a:lnTo>
                  <a:lnTo>
                    <a:pt x="841205" y="1455265"/>
                  </a:lnTo>
                  <a:lnTo>
                    <a:pt x="840133" y="1456424"/>
                  </a:lnTo>
                  <a:lnTo>
                    <a:pt x="839061" y="1457584"/>
                  </a:lnTo>
                  <a:lnTo>
                    <a:pt x="837990" y="1458745"/>
                  </a:lnTo>
                  <a:lnTo>
                    <a:pt x="836918" y="1459909"/>
                  </a:lnTo>
                  <a:lnTo>
                    <a:pt x="835847" y="1461074"/>
                  </a:lnTo>
                  <a:lnTo>
                    <a:pt x="834775" y="1462240"/>
                  </a:lnTo>
                  <a:lnTo>
                    <a:pt x="833703" y="1463409"/>
                  </a:lnTo>
                  <a:lnTo>
                    <a:pt x="832632" y="1464578"/>
                  </a:lnTo>
                  <a:lnTo>
                    <a:pt x="831560" y="1465750"/>
                  </a:lnTo>
                  <a:lnTo>
                    <a:pt x="830489" y="1466923"/>
                  </a:lnTo>
                  <a:lnTo>
                    <a:pt x="829417" y="1468097"/>
                  </a:lnTo>
                  <a:lnTo>
                    <a:pt x="828345" y="1469273"/>
                  </a:lnTo>
                  <a:lnTo>
                    <a:pt x="827274" y="1470451"/>
                  </a:lnTo>
                  <a:lnTo>
                    <a:pt x="826202" y="1471630"/>
                  </a:lnTo>
                  <a:lnTo>
                    <a:pt x="825131" y="1472811"/>
                  </a:lnTo>
                  <a:lnTo>
                    <a:pt x="824059" y="1473994"/>
                  </a:lnTo>
                  <a:lnTo>
                    <a:pt x="822987" y="1475177"/>
                  </a:lnTo>
                  <a:lnTo>
                    <a:pt x="821916" y="1476363"/>
                  </a:lnTo>
                  <a:lnTo>
                    <a:pt x="820844" y="1477550"/>
                  </a:lnTo>
                  <a:lnTo>
                    <a:pt x="819773" y="1478738"/>
                  </a:lnTo>
                  <a:lnTo>
                    <a:pt x="818701" y="1479928"/>
                  </a:lnTo>
                  <a:lnTo>
                    <a:pt x="817629" y="1481119"/>
                  </a:lnTo>
                  <a:lnTo>
                    <a:pt x="816558" y="1482312"/>
                  </a:lnTo>
                  <a:lnTo>
                    <a:pt x="815486" y="1483506"/>
                  </a:lnTo>
                  <a:lnTo>
                    <a:pt x="814415" y="1484702"/>
                  </a:lnTo>
                  <a:lnTo>
                    <a:pt x="813343" y="1485899"/>
                  </a:lnTo>
                  <a:lnTo>
                    <a:pt x="812271" y="1487098"/>
                  </a:lnTo>
                  <a:lnTo>
                    <a:pt x="811200" y="1488298"/>
                  </a:lnTo>
                  <a:lnTo>
                    <a:pt x="810128" y="1489499"/>
                  </a:lnTo>
                  <a:lnTo>
                    <a:pt x="809057" y="1490702"/>
                  </a:lnTo>
                  <a:lnTo>
                    <a:pt x="807985" y="1491906"/>
                  </a:lnTo>
                  <a:lnTo>
                    <a:pt x="806913" y="1493112"/>
                  </a:lnTo>
                  <a:lnTo>
                    <a:pt x="805842" y="1494319"/>
                  </a:lnTo>
                  <a:lnTo>
                    <a:pt x="804770" y="1495527"/>
                  </a:lnTo>
                  <a:lnTo>
                    <a:pt x="803699" y="1496737"/>
                  </a:lnTo>
                  <a:lnTo>
                    <a:pt x="802627" y="1497948"/>
                  </a:lnTo>
                  <a:lnTo>
                    <a:pt x="801555" y="1499160"/>
                  </a:lnTo>
                  <a:lnTo>
                    <a:pt x="800484" y="1500373"/>
                  </a:lnTo>
                  <a:lnTo>
                    <a:pt x="799412" y="1501588"/>
                  </a:lnTo>
                  <a:lnTo>
                    <a:pt x="798341" y="1502805"/>
                  </a:lnTo>
                  <a:lnTo>
                    <a:pt x="797269" y="1504022"/>
                  </a:lnTo>
                  <a:lnTo>
                    <a:pt x="796197" y="1505241"/>
                  </a:lnTo>
                  <a:lnTo>
                    <a:pt x="795126" y="1506461"/>
                  </a:lnTo>
                  <a:lnTo>
                    <a:pt x="794054" y="1507682"/>
                  </a:lnTo>
                  <a:lnTo>
                    <a:pt x="792983" y="1508904"/>
                  </a:lnTo>
                  <a:lnTo>
                    <a:pt x="791911" y="1510128"/>
                  </a:lnTo>
                  <a:lnTo>
                    <a:pt x="790839" y="1511353"/>
                  </a:lnTo>
                  <a:lnTo>
                    <a:pt x="789768" y="1512579"/>
                  </a:lnTo>
                  <a:lnTo>
                    <a:pt x="788696" y="1513806"/>
                  </a:lnTo>
                  <a:lnTo>
                    <a:pt x="787625" y="1515035"/>
                  </a:lnTo>
                  <a:lnTo>
                    <a:pt x="786553" y="1516264"/>
                  </a:lnTo>
                  <a:lnTo>
                    <a:pt x="785481" y="1517495"/>
                  </a:lnTo>
                  <a:lnTo>
                    <a:pt x="784410" y="1518727"/>
                  </a:lnTo>
                  <a:lnTo>
                    <a:pt x="783338" y="1519960"/>
                  </a:lnTo>
                  <a:lnTo>
                    <a:pt x="782267" y="1521194"/>
                  </a:lnTo>
                  <a:lnTo>
                    <a:pt x="781195" y="1522429"/>
                  </a:lnTo>
                  <a:lnTo>
                    <a:pt x="780123" y="1523666"/>
                  </a:lnTo>
                  <a:lnTo>
                    <a:pt x="779052" y="1524903"/>
                  </a:lnTo>
                  <a:lnTo>
                    <a:pt x="777980" y="1526141"/>
                  </a:lnTo>
                  <a:lnTo>
                    <a:pt x="776909" y="1527381"/>
                  </a:lnTo>
                  <a:lnTo>
                    <a:pt x="775837" y="1528621"/>
                  </a:lnTo>
                  <a:lnTo>
                    <a:pt x="774765" y="1529863"/>
                  </a:lnTo>
                  <a:lnTo>
                    <a:pt x="773694" y="1531105"/>
                  </a:lnTo>
                  <a:lnTo>
                    <a:pt x="772622" y="1532348"/>
                  </a:lnTo>
                  <a:lnTo>
                    <a:pt x="771551" y="1533593"/>
                  </a:lnTo>
                  <a:lnTo>
                    <a:pt x="770479" y="1534838"/>
                  </a:lnTo>
                  <a:lnTo>
                    <a:pt x="769407" y="1536085"/>
                  </a:lnTo>
                  <a:lnTo>
                    <a:pt x="768336" y="1537332"/>
                  </a:lnTo>
                  <a:lnTo>
                    <a:pt x="767264" y="1538580"/>
                  </a:lnTo>
                  <a:lnTo>
                    <a:pt x="766193" y="1539829"/>
                  </a:lnTo>
                  <a:lnTo>
                    <a:pt x="765121" y="1541079"/>
                  </a:lnTo>
                  <a:lnTo>
                    <a:pt x="764049" y="1542330"/>
                  </a:lnTo>
                  <a:lnTo>
                    <a:pt x="762978" y="1543582"/>
                  </a:lnTo>
                  <a:lnTo>
                    <a:pt x="761906" y="1544834"/>
                  </a:lnTo>
                  <a:lnTo>
                    <a:pt x="760835" y="1546088"/>
                  </a:lnTo>
                  <a:lnTo>
                    <a:pt x="759763" y="1547342"/>
                  </a:lnTo>
                  <a:lnTo>
                    <a:pt x="758691" y="1548597"/>
                  </a:lnTo>
                  <a:lnTo>
                    <a:pt x="757620" y="1549853"/>
                  </a:lnTo>
                  <a:lnTo>
                    <a:pt x="756548" y="1551109"/>
                  </a:lnTo>
                  <a:lnTo>
                    <a:pt x="755477" y="1552367"/>
                  </a:lnTo>
                  <a:lnTo>
                    <a:pt x="754405" y="1553625"/>
                  </a:lnTo>
                  <a:lnTo>
                    <a:pt x="753333" y="1554884"/>
                  </a:lnTo>
                  <a:lnTo>
                    <a:pt x="752262" y="1556143"/>
                  </a:lnTo>
                  <a:lnTo>
                    <a:pt x="751190" y="1557403"/>
                  </a:lnTo>
                  <a:lnTo>
                    <a:pt x="750119" y="1558664"/>
                  </a:lnTo>
                  <a:lnTo>
                    <a:pt x="749047" y="1559926"/>
                  </a:lnTo>
                  <a:lnTo>
                    <a:pt x="747975" y="1561188"/>
                  </a:lnTo>
                  <a:lnTo>
                    <a:pt x="746904" y="1562451"/>
                  </a:lnTo>
                  <a:lnTo>
                    <a:pt x="745832" y="1563715"/>
                  </a:lnTo>
                  <a:lnTo>
                    <a:pt x="744761" y="1564979"/>
                  </a:lnTo>
                  <a:lnTo>
                    <a:pt x="743689" y="1566243"/>
                  </a:lnTo>
                  <a:lnTo>
                    <a:pt x="742617" y="1567509"/>
                  </a:lnTo>
                  <a:lnTo>
                    <a:pt x="741546" y="1568775"/>
                  </a:lnTo>
                  <a:lnTo>
                    <a:pt x="740474" y="1570041"/>
                  </a:lnTo>
                  <a:lnTo>
                    <a:pt x="739403" y="1571308"/>
                  </a:lnTo>
                  <a:lnTo>
                    <a:pt x="738331" y="1572576"/>
                  </a:lnTo>
                  <a:lnTo>
                    <a:pt x="737259" y="1573844"/>
                  </a:lnTo>
                  <a:lnTo>
                    <a:pt x="736188" y="1575112"/>
                  </a:lnTo>
                  <a:lnTo>
                    <a:pt x="735116" y="1576381"/>
                  </a:lnTo>
                  <a:lnTo>
                    <a:pt x="734045" y="1577650"/>
                  </a:lnTo>
                  <a:lnTo>
                    <a:pt x="732973" y="1578920"/>
                  </a:lnTo>
                  <a:lnTo>
                    <a:pt x="731901" y="1580191"/>
                  </a:lnTo>
                  <a:lnTo>
                    <a:pt x="730830" y="1581461"/>
                  </a:lnTo>
                  <a:lnTo>
                    <a:pt x="729758" y="1582732"/>
                  </a:lnTo>
                  <a:lnTo>
                    <a:pt x="728687" y="1584004"/>
                  </a:lnTo>
                  <a:lnTo>
                    <a:pt x="727615" y="1585276"/>
                  </a:lnTo>
                  <a:lnTo>
                    <a:pt x="726543" y="1586548"/>
                  </a:lnTo>
                  <a:lnTo>
                    <a:pt x="725472" y="1587821"/>
                  </a:lnTo>
                  <a:lnTo>
                    <a:pt x="724400" y="1589093"/>
                  </a:lnTo>
                  <a:lnTo>
                    <a:pt x="723329" y="1590367"/>
                  </a:lnTo>
                  <a:lnTo>
                    <a:pt x="722257" y="1591640"/>
                  </a:lnTo>
                  <a:lnTo>
                    <a:pt x="721185" y="1592914"/>
                  </a:lnTo>
                  <a:lnTo>
                    <a:pt x="720114" y="1594188"/>
                  </a:lnTo>
                  <a:lnTo>
                    <a:pt x="719042" y="1595462"/>
                  </a:lnTo>
                  <a:lnTo>
                    <a:pt x="717971" y="1596737"/>
                  </a:lnTo>
                  <a:lnTo>
                    <a:pt x="716899" y="1598011"/>
                  </a:lnTo>
                  <a:lnTo>
                    <a:pt x="715827" y="1599286"/>
                  </a:lnTo>
                  <a:lnTo>
                    <a:pt x="714756" y="1600561"/>
                  </a:lnTo>
                  <a:lnTo>
                    <a:pt x="713684" y="1601836"/>
                  </a:lnTo>
                  <a:lnTo>
                    <a:pt x="712613" y="1603112"/>
                  </a:lnTo>
                  <a:lnTo>
                    <a:pt x="711541" y="1604387"/>
                  </a:lnTo>
                  <a:lnTo>
                    <a:pt x="710469" y="1605663"/>
                  </a:lnTo>
                  <a:lnTo>
                    <a:pt x="709398" y="1606938"/>
                  </a:lnTo>
                  <a:lnTo>
                    <a:pt x="708326" y="1608214"/>
                  </a:lnTo>
                  <a:lnTo>
                    <a:pt x="707255" y="1609490"/>
                  </a:lnTo>
                  <a:lnTo>
                    <a:pt x="706183" y="1610766"/>
                  </a:lnTo>
                  <a:lnTo>
                    <a:pt x="705112" y="1612042"/>
                  </a:lnTo>
                  <a:lnTo>
                    <a:pt x="704040" y="1613318"/>
                  </a:lnTo>
                  <a:lnTo>
                    <a:pt x="702968" y="1614594"/>
                  </a:lnTo>
                  <a:lnTo>
                    <a:pt x="701897" y="1615870"/>
                  </a:lnTo>
                  <a:lnTo>
                    <a:pt x="700825" y="1617145"/>
                  </a:lnTo>
                  <a:lnTo>
                    <a:pt x="699754" y="1618421"/>
                  </a:lnTo>
                  <a:lnTo>
                    <a:pt x="698682" y="1619697"/>
                  </a:lnTo>
                  <a:lnTo>
                    <a:pt x="697610" y="1620973"/>
                  </a:lnTo>
                  <a:lnTo>
                    <a:pt x="696539" y="1622248"/>
                  </a:lnTo>
                  <a:lnTo>
                    <a:pt x="695467" y="1623524"/>
                  </a:lnTo>
                  <a:lnTo>
                    <a:pt x="694396" y="1624799"/>
                  </a:lnTo>
                  <a:lnTo>
                    <a:pt x="693324" y="1626075"/>
                  </a:lnTo>
                  <a:lnTo>
                    <a:pt x="692252" y="1627350"/>
                  </a:lnTo>
                  <a:lnTo>
                    <a:pt x="691181" y="1628625"/>
                  </a:lnTo>
                  <a:lnTo>
                    <a:pt x="690109" y="1629900"/>
                  </a:lnTo>
                  <a:lnTo>
                    <a:pt x="689038" y="1631174"/>
                  </a:lnTo>
                  <a:lnTo>
                    <a:pt x="687966" y="1632448"/>
                  </a:lnTo>
                  <a:lnTo>
                    <a:pt x="686894" y="1633723"/>
                  </a:lnTo>
                  <a:lnTo>
                    <a:pt x="685823" y="1634996"/>
                  </a:lnTo>
                  <a:lnTo>
                    <a:pt x="684751" y="1636270"/>
                  </a:lnTo>
                  <a:lnTo>
                    <a:pt x="683680" y="1637543"/>
                  </a:lnTo>
                  <a:lnTo>
                    <a:pt x="682608" y="1638816"/>
                  </a:lnTo>
                  <a:lnTo>
                    <a:pt x="681536" y="1640089"/>
                  </a:lnTo>
                  <a:lnTo>
                    <a:pt x="680465" y="1641361"/>
                  </a:lnTo>
                  <a:lnTo>
                    <a:pt x="679393" y="1642634"/>
                  </a:lnTo>
                  <a:lnTo>
                    <a:pt x="678322" y="1643905"/>
                  </a:lnTo>
                  <a:lnTo>
                    <a:pt x="677250" y="1645177"/>
                  </a:lnTo>
                  <a:lnTo>
                    <a:pt x="676178" y="1646447"/>
                  </a:lnTo>
                  <a:lnTo>
                    <a:pt x="675107" y="1647718"/>
                  </a:lnTo>
                  <a:lnTo>
                    <a:pt x="674035" y="1648988"/>
                  </a:lnTo>
                  <a:lnTo>
                    <a:pt x="672964" y="1650258"/>
                  </a:lnTo>
                  <a:lnTo>
                    <a:pt x="671892" y="1651527"/>
                  </a:lnTo>
                  <a:lnTo>
                    <a:pt x="670820" y="1652796"/>
                  </a:lnTo>
                  <a:lnTo>
                    <a:pt x="669749" y="1654064"/>
                  </a:lnTo>
                  <a:lnTo>
                    <a:pt x="668677" y="1655332"/>
                  </a:lnTo>
                  <a:lnTo>
                    <a:pt x="667606" y="1656599"/>
                  </a:lnTo>
                  <a:lnTo>
                    <a:pt x="666534" y="1657866"/>
                  </a:lnTo>
                  <a:lnTo>
                    <a:pt x="665462" y="1659132"/>
                  </a:lnTo>
                  <a:lnTo>
                    <a:pt x="664391" y="1660398"/>
                  </a:lnTo>
                  <a:lnTo>
                    <a:pt x="663319" y="1661663"/>
                  </a:lnTo>
                  <a:lnTo>
                    <a:pt x="662248" y="1662928"/>
                  </a:lnTo>
                  <a:lnTo>
                    <a:pt x="661176" y="1664192"/>
                  </a:lnTo>
                  <a:lnTo>
                    <a:pt x="660104" y="1665455"/>
                  </a:lnTo>
                  <a:lnTo>
                    <a:pt x="659033" y="1666718"/>
                  </a:lnTo>
                  <a:lnTo>
                    <a:pt x="657961" y="1667980"/>
                  </a:lnTo>
                  <a:lnTo>
                    <a:pt x="656890" y="1669241"/>
                  </a:lnTo>
                  <a:lnTo>
                    <a:pt x="655818" y="1670502"/>
                  </a:lnTo>
                  <a:lnTo>
                    <a:pt x="654746" y="1671762"/>
                  </a:lnTo>
                  <a:lnTo>
                    <a:pt x="653675" y="1673021"/>
                  </a:lnTo>
                  <a:lnTo>
                    <a:pt x="652603" y="1674280"/>
                  </a:lnTo>
                  <a:lnTo>
                    <a:pt x="651532" y="1675538"/>
                  </a:lnTo>
                  <a:lnTo>
                    <a:pt x="650460" y="1676795"/>
                  </a:lnTo>
                  <a:lnTo>
                    <a:pt x="649388" y="1678052"/>
                  </a:lnTo>
                  <a:lnTo>
                    <a:pt x="648317" y="1679307"/>
                  </a:lnTo>
                  <a:lnTo>
                    <a:pt x="647245" y="1680562"/>
                  </a:lnTo>
                  <a:lnTo>
                    <a:pt x="646174" y="1681816"/>
                  </a:lnTo>
                  <a:lnTo>
                    <a:pt x="645102" y="1683069"/>
                  </a:lnTo>
                  <a:lnTo>
                    <a:pt x="644030" y="1684322"/>
                  </a:lnTo>
                  <a:lnTo>
                    <a:pt x="642959" y="1685574"/>
                  </a:lnTo>
                  <a:lnTo>
                    <a:pt x="641887" y="1686824"/>
                  </a:lnTo>
                  <a:lnTo>
                    <a:pt x="640816" y="1688074"/>
                  </a:lnTo>
                  <a:lnTo>
                    <a:pt x="639744" y="1689323"/>
                  </a:lnTo>
                  <a:lnTo>
                    <a:pt x="638672" y="1690571"/>
                  </a:lnTo>
                  <a:lnTo>
                    <a:pt x="637601" y="1691819"/>
                  </a:lnTo>
                  <a:lnTo>
                    <a:pt x="636529" y="1693065"/>
                  </a:lnTo>
                  <a:lnTo>
                    <a:pt x="635458" y="1694310"/>
                  </a:lnTo>
                  <a:lnTo>
                    <a:pt x="634386" y="1695555"/>
                  </a:lnTo>
                  <a:lnTo>
                    <a:pt x="633314" y="1696798"/>
                  </a:lnTo>
                  <a:lnTo>
                    <a:pt x="632243" y="1698040"/>
                  </a:lnTo>
                  <a:lnTo>
                    <a:pt x="631171" y="1699282"/>
                  </a:lnTo>
                  <a:lnTo>
                    <a:pt x="630100" y="1700522"/>
                  </a:lnTo>
                  <a:lnTo>
                    <a:pt x="629028" y="1701762"/>
                  </a:lnTo>
                  <a:lnTo>
                    <a:pt x="627956" y="1703000"/>
                  </a:lnTo>
                  <a:lnTo>
                    <a:pt x="626885" y="1704238"/>
                  </a:lnTo>
                  <a:lnTo>
                    <a:pt x="625813" y="1705474"/>
                  </a:lnTo>
                  <a:lnTo>
                    <a:pt x="624742" y="1706709"/>
                  </a:lnTo>
                  <a:lnTo>
                    <a:pt x="623670" y="1707944"/>
                  </a:lnTo>
                  <a:lnTo>
                    <a:pt x="622598" y="1709177"/>
                  </a:lnTo>
                  <a:lnTo>
                    <a:pt x="621527" y="1710409"/>
                  </a:lnTo>
                  <a:lnTo>
                    <a:pt x="620455" y="1711640"/>
                  </a:lnTo>
                  <a:lnTo>
                    <a:pt x="619384" y="1712869"/>
                  </a:lnTo>
                  <a:lnTo>
                    <a:pt x="618312" y="1714098"/>
                  </a:lnTo>
                  <a:lnTo>
                    <a:pt x="617240" y="1715326"/>
                  </a:lnTo>
                  <a:lnTo>
                    <a:pt x="616169" y="1716552"/>
                  </a:lnTo>
                  <a:lnTo>
                    <a:pt x="615097" y="1717777"/>
                  </a:lnTo>
                  <a:lnTo>
                    <a:pt x="614026" y="1719001"/>
                  </a:lnTo>
                  <a:lnTo>
                    <a:pt x="612954" y="1720224"/>
                  </a:lnTo>
                  <a:lnTo>
                    <a:pt x="611882" y="1721445"/>
                  </a:lnTo>
                  <a:lnTo>
                    <a:pt x="610811" y="1722666"/>
                  </a:lnTo>
                  <a:lnTo>
                    <a:pt x="609739" y="1723885"/>
                  </a:lnTo>
                  <a:lnTo>
                    <a:pt x="608668" y="1725102"/>
                  </a:lnTo>
                  <a:lnTo>
                    <a:pt x="607596" y="1726319"/>
                  </a:lnTo>
                  <a:lnTo>
                    <a:pt x="606524" y="1727534"/>
                  </a:lnTo>
                  <a:lnTo>
                    <a:pt x="605453" y="1728748"/>
                  </a:lnTo>
                  <a:lnTo>
                    <a:pt x="604381" y="1729961"/>
                  </a:lnTo>
                  <a:lnTo>
                    <a:pt x="603310" y="1731172"/>
                  </a:lnTo>
                  <a:lnTo>
                    <a:pt x="602238" y="1732383"/>
                  </a:lnTo>
                  <a:lnTo>
                    <a:pt x="601166" y="1733591"/>
                  </a:lnTo>
                  <a:lnTo>
                    <a:pt x="600095" y="1734799"/>
                  </a:lnTo>
                  <a:lnTo>
                    <a:pt x="599023" y="1736005"/>
                  </a:lnTo>
                  <a:lnTo>
                    <a:pt x="597952" y="1737210"/>
                  </a:lnTo>
                  <a:lnTo>
                    <a:pt x="596880" y="1738413"/>
                  </a:lnTo>
                  <a:lnTo>
                    <a:pt x="595808" y="1739615"/>
                  </a:lnTo>
                  <a:lnTo>
                    <a:pt x="594737" y="1740815"/>
                  </a:lnTo>
                  <a:lnTo>
                    <a:pt x="593665" y="1742015"/>
                  </a:lnTo>
                  <a:lnTo>
                    <a:pt x="592594" y="1743212"/>
                  </a:lnTo>
                  <a:lnTo>
                    <a:pt x="591522" y="1744409"/>
                  </a:lnTo>
                  <a:lnTo>
                    <a:pt x="590450" y="1745604"/>
                  </a:lnTo>
                  <a:lnTo>
                    <a:pt x="589379" y="1746797"/>
                  </a:lnTo>
                  <a:lnTo>
                    <a:pt x="588307" y="1747989"/>
                  </a:lnTo>
                  <a:lnTo>
                    <a:pt x="587236" y="1749180"/>
                  </a:lnTo>
                  <a:lnTo>
                    <a:pt x="586164" y="1750369"/>
                  </a:lnTo>
                  <a:lnTo>
                    <a:pt x="585092" y="1751556"/>
                  </a:lnTo>
                  <a:lnTo>
                    <a:pt x="584021" y="1752742"/>
                  </a:lnTo>
                  <a:lnTo>
                    <a:pt x="582949" y="1753927"/>
                  </a:lnTo>
                  <a:lnTo>
                    <a:pt x="581878" y="1755110"/>
                  </a:lnTo>
                  <a:lnTo>
                    <a:pt x="580806" y="1756291"/>
                  </a:lnTo>
                  <a:lnTo>
                    <a:pt x="579734" y="1757471"/>
                  </a:lnTo>
                  <a:lnTo>
                    <a:pt x="578663" y="1758650"/>
                  </a:lnTo>
                  <a:lnTo>
                    <a:pt x="577591" y="1759827"/>
                  </a:lnTo>
                  <a:lnTo>
                    <a:pt x="576520" y="1761002"/>
                  </a:lnTo>
                  <a:lnTo>
                    <a:pt x="575448" y="1762176"/>
                  </a:lnTo>
                  <a:lnTo>
                    <a:pt x="574376" y="1763348"/>
                  </a:lnTo>
                  <a:lnTo>
                    <a:pt x="573305" y="1764519"/>
                  </a:lnTo>
                  <a:lnTo>
                    <a:pt x="572233" y="1765688"/>
                  </a:lnTo>
                  <a:lnTo>
                    <a:pt x="571162" y="1766855"/>
                  </a:lnTo>
                  <a:lnTo>
                    <a:pt x="570090" y="1768021"/>
                  </a:lnTo>
                  <a:lnTo>
                    <a:pt x="569018" y="1769185"/>
                  </a:lnTo>
                  <a:lnTo>
                    <a:pt x="567947" y="1770347"/>
                  </a:lnTo>
                  <a:lnTo>
                    <a:pt x="566875" y="1771508"/>
                  </a:lnTo>
                  <a:lnTo>
                    <a:pt x="565804" y="1772667"/>
                  </a:lnTo>
                  <a:lnTo>
                    <a:pt x="564732" y="1773825"/>
                  </a:lnTo>
                  <a:lnTo>
                    <a:pt x="563660" y="1774981"/>
                  </a:lnTo>
                  <a:lnTo>
                    <a:pt x="562589" y="1776135"/>
                  </a:lnTo>
                  <a:lnTo>
                    <a:pt x="561517" y="1777287"/>
                  </a:lnTo>
                  <a:lnTo>
                    <a:pt x="560446" y="1778438"/>
                  </a:lnTo>
                  <a:lnTo>
                    <a:pt x="559374" y="1779587"/>
                  </a:lnTo>
                  <a:lnTo>
                    <a:pt x="558302" y="1780735"/>
                  </a:lnTo>
                  <a:lnTo>
                    <a:pt x="557231" y="1781880"/>
                  </a:lnTo>
                  <a:lnTo>
                    <a:pt x="556159" y="1783024"/>
                  </a:lnTo>
                  <a:lnTo>
                    <a:pt x="555088" y="1784166"/>
                  </a:lnTo>
                  <a:lnTo>
                    <a:pt x="554016" y="1785307"/>
                  </a:lnTo>
                  <a:lnTo>
                    <a:pt x="552944" y="1786446"/>
                  </a:lnTo>
                  <a:lnTo>
                    <a:pt x="551873" y="1787583"/>
                  </a:lnTo>
                  <a:lnTo>
                    <a:pt x="550801" y="1788718"/>
                  </a:lnTo>
                  <a:lnTo>
                    <a:pt x="549730" y="1789851"/>
                  </a:lnTo>
                  <a:lnTo>
                    <a:pt x="548658" y="1790983"/>
                  </a:lnTo>
                  <a:lnTo>
                    <a:pt x="547586" y="1792113"/>
                  </a:lnTo>
                  <a:lnTo>
                    <a:pt x="546515" y="1793241"/>
                  </a:lnTo>
                  <a:lnTo>
                    <a:pt x="545443" y="1794367"/>
                  </a:lnTo>
                  <a:lnTo>
                    <a:pt x="544372" y="1795491"/>
                  </a:lnTo>
                  <a:lnTo>
                    <a:pt x="543300" y="1796614"/>
                  </a:lnTo>
                  <a:lnTo>
                    <a:pt x="542228" y="1797735"/>
                  </a:lnTo>
                  <a:lnTo>
                    <a:pt x="541157" y="1798854"/>
                  </a:lnTo>
                  <a:lnTo>
                    <a:pt x="540085" y="1799971"/>
                  </a:lnTo>
                  <a:lnTo>
                    <a:pt x="539014" y="1801086"/>
                  </a:lnTo>
                  <a:lnTo>
                    <a:pt x="537942" y="1802200"/>
                  </a:lnTo>
                  <a:lnTo>
                    <a:pt x="536870" y="1803311"/>
                  </a:lnTo>
                  <a:lnTo>
                    <a:pt x="535799" y="1804421"/>
                  </a:lnTo>
                  <a:lnTo>
                    <a:pt x="534727" y="1805529"/>
                  </a:lnTo>
                  <a:lnTo>
                    <a:pt x="533656" y="1806635"/>
                  </a:lnTo>
                  <a:lnTo>
                    <a:pt x="532584" y="1807739"/>
                  </a:lnTo>
                  <a:lnTo>
                    <a:pt x="531513" y="1808841"/>
                  </a:lnTo>
                  <a:lnTo>
                    <a:pt x="530441" y="1809941"/>
                  </a:lnTo>
                  <a:lnTo>
                    <a:pt x="529369" y="1811040"/>
                  </a:lnTo>
                  <a:lnTo>
                    <a:pt x="528298" y="1812136"/>
                  </a:lnTo>
                  <a:lnTo>
                    <a:pt x="527226" y="1813231"/>
                  </a:lnTo>
                  <a:lnTo>
                    <a:pt x="526155" y="1814324"/>
                  </a:lnTo>
                  <a:lnTo>
                    <a:pt x="525083" y="1815414"/>
                  </a:lnTo>
                  <a:lnTo>
                    <a:pt x="524011" y="1816503"/>
                  </a:lnTo>
                  <a:lnTo>
                    <a:pt x="522940" y="1817590"/>
                  </a:lnTo>
                  <a:lnTo>
                    <a:pt x="521868" y="1818675"/>
                  </a:lnTo>
                  <a:lnTo>
                    <a:pt x="520797" y="1819758"/>
                  </a:lnTo>
                  <a:lnTo>
                    <a:pt x="519725" y="1820839"/>
                  </a:lnTo>
                  <a:lnTo>
                    <a:pt x="518653" y="1821918"/>
                  </a:lnTo>
                  <a:lnTo>
                    <a:pt x="517582" y="1822995"/>
                  </a:lnTo>
                  <a:lnTo>
                    <a:pt x="516510" y="1824071"/>
                  </a:lnTo>
                  <a:lnTo>
                    <a:pt x="515439" y="1825144"/>
                  </a:lnTo>
                  <a:lnTo>
                    <a:pt x="514367" y="1826215"/>
                  </a:lnTo>
                  <a:lnTo>
                    <a:pt x="513295" y="1827284"/>
                  </a:lnTo>
                  <a:lnTo>
                    <a:pt x="512224" y="1828351"/>
                  </a:lnTo>
                  <a:lnTo>
                    <a:pt x="511152" y="1829417"/>
                  </a:lnTo>
                  <a:lnTo>
                    <a:pt x="510081" y="1830480"/>
                  </a:lnTo>
                  <a:lnTo>
                    <a:pt x="509009" y="1831541"/>
                  </a:lnTo>
                  <a:lnTo>
                    <a:pt x="507937" y="1832601"/>
                  </a:lnTo>
                  <a:lnTo>
                    <a:pt x="506866" y="1833658"/>
                  </a:lnTo>
                  <a:lnTo>
                    <a:pt x="505794" y="1834713"/>
                  </a:lnTo>
                  <a:lnTo>
                    <a:pt x="504723" y="1835766"/>
                  </a:lnTo>
                  <a:lnTo>
                    <a:pt x="503651" y="1836818"/>
                  </a:lnTo>
                  <a:lnTo>
                    <a:pt x="502579" y="1837867"/>
                  </a:lnTo>
                  <a:lnTo>
                    <a:pt x="501508" y="1838914"/>
                  </a:lnTo>
                  <a:lnTo>
                    <a:pt x="500436" y="1839959"/>
                  </a:lnTo>
                  <a:lnTo>
                    <a:pt x="499365" y="1841002"/>
                  </a:lnTo>
                  <a:lnTo>
                    <a:pt x="498293" y="1842043"/>
                  </a:lnTo>
                  <a:lnTo>
                    <a:pt x="497221" y="1843082"/>
                  </a:lnTo>
                  <a:lnTo>
                    <a:pt x="496150" y="1844119"/>
                  </a:lnTo>
                  <a:lnTo>
                    <a:pt x="495078" y="1845154"/>
                  </a:lnTo>
                  <a:lnTo>
                    <a:pt x="494007" y="1846187"/>
                  </a:lnTo>
                  <a:lnTo>
                    <a:pt x="492935" y="1847218"/>
                  </a:lnTo>
                  <a:lnTo>
                    <a:pt x="491863" y="1848246"/>
                  </a:lnTo>
                  <a:lnTo>
                    <a:pt x="490792" y="1849273"/>
                  </a:lnTo>
                  <a:lnTo>
                    <a:pt x="489720" y="1850298"/>
                  </a:lnTo>
                  <a:lnTo>
                    <a:pt x="488649" y="1851320"/>
                  </a:lnTo>
                  <a:lnTo>
                    <a:pt x="487577" y="1852341"/>
                  </a:lnTo>
                  <a:lnTo>
                    <a:pt x="486505" y="1853359"/>
                  </a:lnTo>
                  <a:lnTo>
                    <a:pt x="485434" y="1854375"/>
                  </a:lnTo>
                  <a:lnTo>
                    <a:pt x="484362" y="1855389"/>
                  </a:lnTo>
                  <a:lnTo>
                    <a:pt x="483291" y="1856401"/>
                  </a:lnTo>
                  <a:lnTo>
                    <a:pt x="482219" y="1857411"/>
                  </a:lnTo>
                  <a:lnTo>
                    <a:pt x="481147" y="1858419"/>
                  </a:lnTo>
                  <a:lnTo>
                    <a:pt x="480076" y="1859425"/>
                  </a:lnTo>
                  <a:lnTo>
                    <a:pt x="479004" y="1860429"/>
                  </a:lnTo>
                  <a:lnTo>
                    <a:pt x="477933" y="1861430"/>
                  </a:lnTo>
                  <a:lnTo>
                    <a:pt x="476861" y="1862430"/>
                  </a:lnTo>
                  <a:lnTo>
                    <a:pt x="475789" y="1863427"/>
                  </a:lnTo>
                  <a:lnTo>
                    <a:pt x="474718" y="1864422"/>
                  </a:lnTo>
                  <a:lnTo>
                    <a:pt x="473646" y="1865416"/>
                  </a:lnTo>
                  <a:lnTo>
                    <a:pt x="472575" y="1866407"/>
                  </a:lnTo>
                  <a:lnTo>
                    <a:pt x="471503" y="1867396"/>
                  </a:lnTo>
                  <a:lnTo>
                    <a:pt x="470431" y="1868382"/>
                  </a:lnTo>
                  <a:lnTo>
                    <a:pt x="469360" y="1869367"/>
                  </a:lnTo>
                  <a:lnTo>
                    <a:pt x="468288" y="1870350"/>
                  </a:lnTo>
                  <a:lnTo>
                    <a:pt x="467217" y="1871330"/>
                  </a:lnTo>
                  <a:lnTo>
                    <a:pt x="466145" y="1872308"/>
                  </a:lnTo>
                  <a:lnTo>
                    <a:pt x="465073" y="1873284"/>
                  </a:lnTo>
                  <a:lnTo>
                    <a:pt x="464002" y="1874258"/>
                  </a:lnTo>
                  <a:lnTo>
                    <a:pt x="462930" y="1875230"/>
                  </a:lnTo>
                  <a:lnTo>
                    <a:pt x="461859" y="1876200"/>
                  </a:lnTo>
                  <a:lnTo>
                    <a:pt x="460787" y="1877168"/>
                  </a:lnTo>
                  <a:lnTo>
                    <a:pt x="459715" y="1878133"/>
                  </a:lnTo>
                  <a:lnTo>
                    <a:pt x="458644" y="1879096"/>
                  </a:lnTo>
                  <a:lnTo>
                    <a:pt x="457572" y="1880058"/>
                  </a:lnTo>
                  <a:lnTo>
                    <a:pt x="456501" y="1881017"/>
                  </a:lnTo>
                  <a:lnTo>
                    <a:pt x="455429" y="1881974"/>
                  </a:lnTo>
                  <a:lnTo>
                    <a:pt x="454357" y="1882928"/>
                  </a:lnTo>
                  <a:lnTo>
                    <a:pt x="453286" y="1883881"/>
                  </a:lnTo>
                  <a:lnTo>
                    <a:pt x="452214" y="1884831"/>
                  </a:lnTo>
                  <a:lnTo>
                    <a:pt x="451143" y="1885780"/>
                  </a:lnTo>
                  <a:lnTo>
                    <a:pt x="450071" y="1886726"/>
                  </a:lnTo>
                  <a:lnTo>
                    <a:pt x="448999" y="1887670"/>
                  </a:lnTo>
                  <a:lnTo>
                    <a:pt x="447928" y="1888611"/>
                  </a:lnTo>
                  <a:lnTo>
                    <a:pt x="446856" y="1889551"/>
                  </a:lnTo>
                  <a:lnTo>
                    <a:pt x="445785" y="1890489"/>
                  </a:lnTo>
                  <a:lnTo>
                    <a:pt x="444713" y="1891424"/>
                  </a:lnTo>
                  <a:lnTo>
                    <a:pt x="443641" y="1892357"/>
                  </a:lnTo>
                  <a:lnTo>
                    <a:pt x="442570" y="1893288"/>
                  </a:lnTo>
                  <a:lnTo>
                    <a:pt x="441498" y="1894217"/>
                  </a:lnTo>
                  <a:lnTo>
                    <a:pt x="440427" y="1895144"/>
                  </a:lnTo>
                  <a:lnTo>
                    <a:pt x="439355" y="1896068"/>
                  </a:lnTo>
                  <a:lnTo>
                    <a:pt x="438283" y="1896991"/>
                  </a:lnTo>
                  <a:lnTo>
                    <a:pt x="437212" y="1897911"/>
                  </a:lnTo>
                  <a:lnTo>
                    <a:pt x="436140" y="1898829"/>
                  </a:lnTo>
                  <a:lnTo>
                    <a:pt x="435069" y="1899745"/>
                  </a:lnTo>
                  <a:lnTo>
                    <a:pt x="433997" y="1900659"/>
                  </a:lnTo>
                  <a:lnTo>
                    <a:pt x="432925" y="1901570"/>
                  </a:lnTo>
                  <a:lnTo>
                    <a:pt x="431854" y="1902479"/>
                  </a:lnTo>
                  <a:lnTo>
                    <a:pt x="430782" y="1903387"/>
                  </a:lnTo>
                  <a:lnTo>
                    <a:pt x="429711" y="1904292"/>
                  </a:lnTo>
                  <a:lnTo>
                    <a:pt x="428639" y="1905195"/>
                  </a:lnTo>
                  <a:lnTo>
                    <a:pt x="427567" y="1906095"/>
                  </a:lnTo>
                  <a:lnTo>
                    <a:pt x="426496" y="1906994"/>
                  </a:lnTo>
                  <a:lnTo>
                    <a:pt x="425424" y="1907890"/>
                  </a:lnTo>
                  <a:lnTo>
                    <a:pt x="424353" y="1908784"/>
                  </a:lnTo>
                  <a:lnTo>
                    <a:pt x="423281" y="1909676"/>
                  </a:lnTo>
                  <a:lnTo>
                    <a:pt x="422209" y="1910566"/>
                  </a:lnTo>
                  <a:lnTo>
                    <a:pt x="421138" y="1911454"/>
                  </a:lnTo>
                  <a:lnTo>
                    <a:pt x="420066" y="1912340"/>
                  </a:lnTo>
                  <a:lnTo>
                    <a:pt x="418995" y="1913223"/>
                  </a:lnTo>
                  <a:lnTo>
                    <a:pt x="417923" y="1914104"/>
                  </a:lnTo>
                  <a:lnTo>
                    <a:pt x="416851" y="1914983"/>
                  </a:lnTo>
                  <a:lnTo>
                    <a:pt x="415780" y="1915860"/>
                  </a:lnTo>
                  <a:lnTo>
                    <a:pt x="414708" y="1916735"/>
                  </a:lnTo>
                  <a:lnTo>
                    <a:pt x="413637" y="1917607"/>
                  </a:lnTo>
                  <a:lnTo>
                    <a:pt x="412565" y="1918478"/>
                  </a:lnTo>
                  <a:lnTo>
                    <a:pt x="411493" y="1919346"/>
                  </a:lnTo>
                  <a:lnTo>
                    <a:pt x="410422" y="1920212"/>
                  </a:lnTo>
                  <a:lnTo>
                    <a:pt x="409350" y="1921076"/>
                  </a:lnTo>
                  <a:lnTo>
                    <a:pt x="408279" y="1921938"/>
                  </a:lnTo>
                  <a:lnTo>
                    <a:pt x="407207" y="1922797"/>
                  </a:lnTo>
                  <a:lnTo>
                    <a:pt x="406135" y="1923655"/>
                  </a:lnTo>
                  <a:lnTo>
                    <a:pt x="405064" y="1924510"/>
                  </a:lnTo>
                  <a:lnTo>
                    <a:pt x="403992" y="1925363"/>
                  </a:lnTo>
                  <a:lnTo>
                    <a:pt x="402921" y="1926214"/>
                  </a:lnTo>
                  <a:lnTo>
                    <a:pt x="401849" y="1927063"/>
                  </a:lnTo>
                  <a:lnTo>
                    <a:pt x="400777" y="1927909"/>
                  </a:lnTo>
                  <a:lnTo>
                    <a:pt x="399706" y="1928754"/>
                  </a:lnTo>
                  <a:lnTo>
                    <a:pt x="398634" y="1929596"/>
                  </a:lnTo>
                  <a:lnTo>
                    <a:pt x="397563" y="1930436"/>
                  </a:lnTo>
                  <a:lnTo>
                    <a:pt x="396491" y="1931274"/>
                  </a:lnTo>
                  <a:lnTo>
                    <a:pt x="395419" y="1932110"/>
                  </a:lnTo>
                  <a:lnTo>
                    <a:pt x="394348" y="1932944"/>
                  </a:lnTo>
                  <a:lnTo>
                    <a:pt x="393276" y="1933776"/>
                  </a:lnTo>
                  <a:lnTo>
                    <a:pt x="392205" y="1934605"/>
                  </a:lnTo>
                  <a:lnTo>
                    <a:pt x="391133" y="1935432"/>
                  </a:lnTo>
                  <a:lnTo>
                    <a:pt x="390061" y="1936258"/>
                  </a:lnTo>
                  <a:lnTo>
                    <a:pt x="388990" y="1937081"/>
                  </a:lnTo>
                  <a:lnTo>
                    <a:pt x="387918" y="1937902"/>
                  </a:lnTo>
                  <a:lnTo>
                    <a:pt x="386847" y="1938721"/>
                  </a:lnTo>
                  <a:lnTo>
                    <a:pt x="385775" y="1939538"/>
                  </a:lnTo>
                  <a:lnTo>
                    <a:pt x="384703" y="1940353"/>
                  </a:lnTo>
                  <a:lnTo>
                    <a:pt x="383632" y="1941165"/>
                  </a:lnTo>
                  <a:lnTo>
                    <a:pt x="382560" y="1941976"/>
                  </a:lnTo>
                  <a:lnTo>
                    <a:pt x="381489" y="1942784"/>
                  </a:lnTo>
                  <a:lnTo>
                    <a:pt x="380417" y="1943591"/>
                  </a:lnTo>
                  <a:lnTo>
                    <a:pt x="379345" y="1944395"/>
                  </a:lnTo>
                  <a:lnTo>
                    <a:pt x="378274" y="1945197"/>
                  </a:lnTo>
                  <a:lnTo>
                    <a:pt x="377202" y="1945998"/>
                  </a:lnTo>
                  <a:lnTo>
                    <a:pt x="376131" y="1946796"/>
                  </a:lnTo>
                  <a:lnTo>
                    <a:pt x="375059" y="1947592"/>
                  </a:lnTo>
                  <a:lnTo>
                    <a:pt x="373987" y="1948386"/>
                  </a:lnTo>
                  <a:lnTo>
                    <a:pt x="372916" y="1949178"/>
                  </a:lnTo>
                  <a:lnTo>
                    <a:pt x="371844" y="1949967"/>
                  </a:lnTo>
                  <a:lnTo>
                    <a:pt x="370773" y="1950755"/>
                  </a:lnTo>
                  <a:lnTo>
                    <a:pt x="369701" y="1951541"/>
                  </a:lnTo>
                  <a:lnTo>
                    <a:pt x="368629" y="1952325"/>
                  </a:lnTo>
                  <a:lnTo>
                    <a:pt x="367558" y="1953107"/>
                  </a:lnTo>
                  <a:lnTo>
                    <a:pt x="366486" y="1953886"/>
                  </a:lnTo>
                  <a:lnTo>
                    <a:pt x="365415" y="1954664"/>
                  </a:lnTo>
                  <a:lnTo>
                    <a:pt x="364343" y="1955439"/>
                  </a:lnTo>
                  <a:lnTo>
                    <a:pt x="363271" y="1956213"/>
                  </a:lnTo>
                  <a:lnTo>
                    <a:pt x="362200" y="1956985"/>
                  </a:lnTo>
                  <a:lnTo>
                    <a:pt x="361128" y="1957754"/>
                  </a:lnTo>
                  <a:lnTo>
                    <a:pt x="360057" y="1958522"/>
                  </a:lnTo>
                  <a:lnTo>
                    <a:pt x="358985" y="1959287"/>
                  </a:lnTo>
                  <a:lnTo>
                    <a:pt x="357913" y="1960051"/>
                  </a:lnTo>
                  <a:lnTo>
                    <a:pt x="356842" y="1960812"/>
                  </a:lnTo>
                  <a:lnTo>
                    <a:pt x="355770" y="1961572"/>
                  </a:lnTo>
                  <a:lnTo>
                    <a:pt x="354699" y="1962329"/>
                  </a:lnTo>
                  <a:lnTo>
                    <a:pt x="353627" y="1963085"/>
                  </a:lnTo>
                  <a:lnTo>
                    <a:pt x="352556" y="1963838"/>
                  </a:lnTo>
                  <a:lnTo>
                    <a:pt x="351484" y="1964590"/>
                  </a:lnTo>
                  <a:lnTo>
                    <a:pt x="350412" y="1965340"/>
                  </a:lnTo>
                  <a:lnTo>
                    <a:pt x="349341" y="1966087"/>
                  </a:lnTo>
                  <a:lnTo>
                    <a:pt x="348269" y="1966833"/>
                  </a:lnTo>
                  <a:lnTo>
                    <a:pt x="347198" y="1967577"/>
                  </a:lnTo>
                  <a:lnTo>
                    <a:pt x="346126" y="1968318"/>
                  </a:lnTo>
                  <a:lnTo>
                    <a:pt x="345054" y="1969058"/>
                  </a:lnTo>
                  <a:lnTo>
                    <a:pt x="343983" y="1969796"/>
                  </a:lnTo>
                  <a:lnTo>
                    <a:pt x="342911" y="1970532"/>
                  </a:lnTo>
                  <a:lnTo>
                    <a:pt x="341840" y="1971266"/>
                  </a:lnTo>
                  <a:lnTo>
                    <a:pt x="340768" y="1971998"/>
                  </a:lnTo>
                  <a:lnTo>
                    <a:pt x="339696" y="1972728"/>
                  </a:lnTo>
                  <a:lnTo>
                    <a:pt x="338625" y="1973456"/>
                  </a:lnTo>
                  <a:lnTo>
                    <a:pt x="337553" y="1974182"/>
                  </a:lnTo>
                  <a:lnTo>
                    <a:pt x="336482" y="1974906"/>
                  </a:lnTo>
                  <a:lnTo>
                    <a:pt x="335410" y="1975629"/>
                  </a:lnTo>
                  <a:lnTo>
                    <a:pt x="334338" y="1976349"/>
                  </a:lnTo>
                  <a:lnTo>
                    <a:pt x="333267" y="1977068"/>
                  </a:lnTo>
                  <a:lnTo>
                    <a:pt x="332195" y="1977784"/>
                  </a:lnTo>
                  <a:lnTo>
                    <a:pt x="331124" y="1978499"/>
                  </a:lnTo>
                  <a:lnTo>
                    <a:pt x="330052" y="1979212"/>
                  </a:lnTo>
                  <a:lnTo>
                    <a:pt x="328980" y="1979923"/>
                  </a:lnTo>
                  <a:lnTo>
                    <a:pt x="327909" y="1980632"/>
                  </a:lnTo>
                  <a:lnTo>
                    <a:pt x="326837" y="1981339"/>
                  </a:lnTo>
                  <a:lnTo>
                    <a:pt x="325766" y="1982044"/>
                  </a:lnTo>
                  <a:lnTo>
                    <a:pt x="324694" y="1982747"/>
                  </a:lnTo>
                  <a:lnTo>
                    <a:pt x="323622" y="1983449"/>
                  </a:lnTo>
                  <a:lnTo>
                    <a:pt x="322551" y="1984148"/>
                  </a:lnTo>
                  <a:lnTo>
                    <a:pt x="321479" y="1984846"/>
                  </a:lnTo>
                  <a:lnTo>
                    <a:pt x="320408" y="1985542"/>
                  </a:lnTo>
                  <a:lnTo>
                    <a:pt x="319336" y="1986236"/>
                  </a:lnTo>
                  <a:lnTo>
                    <a:pt x="318264" y="1986928"/>
                  </a:lnTo>
                  <a:lnTo>
                    <a:pt x="317193" y="1987618"/>
                  </a:lnTo>
                  <a:lnTo>
                    <a:pt x="316121" y="1988307"/>
                  </a:lnTo>
                  <a:lnTo>
                    <a:pt x="315050" y="1988993"/>
                  </a:lnTo>
                  <a:lnTo>
                    <a:pt x="313978" y="1989678"/>
                  </a:lnTo>
                  <a:lnTo>
                    <a:pt x="312906" y="1990361"/>
                  </a:lnTo>
                  <a:lnTo>
                    <a:pt x="311835" y="1991042"/>
                  </a:lnTo>
                  <a:lnTo>
                    <a:pt x="310763" y="1991721"/>
                  </a:lnTo>
                  <a:lnTo>
                    <a:pt x="309692" y="1992399"/>
                  </a:lnTo>
                  <a:lnTo>
                    <a:pt x="308620" y="1993074"/>
                  </a:lnTo>
                  <a:lnTo>
                    <a:pt x="307548" y="1993748"/>
                  </a:lnTo>
                  <a:lnTo>
                    <a:pt x="306477" y="1994420"/>
                  </a:lnTo>
                  <a:lnTo>
                    <a:pt x="305405" y="1995090"/>
                  </a:lnTo>
                  <a:lnTo>
                    <a:pt x="304334" y="1995758"/>
                  </a:lnTo>
                  <a:lnTo>
                    <a:pt x="303262" y="1996425"/>
                  </a:lnTo>
                  <a:lnTo>
                    <a:pt x="302190" y="1997090"/>
                  </a:lnTo>
                  <a:lnTo>
                    <a:pt x="301119" y="1997753"/>
                  </a:lnTo>
                  <a:lnTo>
                    <a:pt x="300047" y="1998414"/>
                  </a:lnTo>
                  <a:lnTo>
                    <a:pt x="298976" y="1999073"/>
                  </a:lnTo>
                  <a:lnTo>
                    <a:pt x="297904" y="1999731"/>
                  </a:lnTo>
                  <a:lnTo>
                    <a:pt x="296832" y="2000386"/>
                  </a:lnTo>
                  <a:lnTo>
                    <a:pt x="295761" y="2001040"/>
                  </a:lnTo>
                  <a:lnTo>
                    <a:pt x="294689" y="2001693"/>
                  </a:lnTo>
                  <a:lnTo>
                    <a:pt x="293618" y="2002343"/>
                  </a:lnTo>
                  <a:lnTo>
                    <a:pt x="292546" y="2002992"/>
                  </a:lnTo>
                  <a:lnTo>
                    <a:pt x="291474" y="2003639"/>
                  </a:lnTo>
                  <a:lnTo>
                    <a:pt x="290403" y="2004284"/>
                  </a:lnTo>
                  <a:lnTo>
                    <a:pt x="289331" y="2004928"/>
                  </a:lnTo>
                  <a:lnTo>
                    <a:pt x="288260" y="2005569"/>
                  </a:lnTo>
                  <a:lnTo>
                    <a:pt x="287188" y="2006209"/>
                  </a:lnTo>
                  <a:lnTo>
                    <a:pt x="286116" y="2006847"/>
                  </a:lnTo>
                  <a:lnTo>
                    <a:pt x="285045" y="2007484"/>
                  </a:lnTo>
                  <a:lnTo>
                    <a:pt x="283973" y="2008119"/>
                  </a:lnTo>
                  <a:lnTo>
                    <a:pt x="282902" y="2008752"/>
                  </a:lnTo>
                  <a:lnTo>
                    <a:pt x="281830" y="2009383"/>
                  </a:lnTo>
                  <a:lnTo>
                    <a:pt x="280758" y="2010013"/>
                  </a:lnTo>
                  <a:lnTo>
                    <a:pt x="279687" y="2010640"/>
                  </a:lnTo>
                  <a:lnTo>
                    <a:pt x="278615" y="2011267"/>
                  </a:lnTo>
                  <a:lnTo>
                    <a:pt x="277544" y="2011891"/>
                  </a:lnTo>
                  <a:lnTo>
                    <a:pt x="276472" y="2012514"/>
                  </a:lnTo>
                  <a:lnTo>
                    <a:pt x="275400" y="2013135"/>
                  </a:lnTo>
                  <a:lnTo>
                    <a:pt x="274329" y="2013754"/>
                  </a:lnTo>
                  <a:lnTo>
                    <a:pt x="273257" y="2014372"/>
                  </a:lnTo>
                  <a:lnTo>
                    <a:pt x="272186" y="2014988"/>
                  </a:lnTo>
                  <a:lnTo>
                    <a:pt x="271114" y="2015602"/>
                  </a:lnTo>
                  <a:lnTo>
                    <a:pt x="270042" y="2016215"/>
                  </a:lnTo>
                  <a:lnTo>
                    <a:pt x="268971" y="2016826"/>
                  </a:lnTo>
                  <a:lnTo>
                    <a:pt x="267899" y="2017435"/>
                  </a:lnTo>
                  <a:lnTo>
                    <a:pt x="266828" y="2018043"/>
                  </a:lnTo>
                  <a:lnTo>
                    <a:pt x="265756" y="2018648"/>
                  </a:lnTo>
                  <a:lnTo>
                    <a:pt x="264684" y="2019253"/>
                  </a:lnTo>
                  <a:lnTo>
                    <a:pt x="263613" y="2019855"/>
                  </a:lnTo>
                  <a:lnTo>
                    <a:pt x="262541" y="2020456"/>
                  </a:lnTo>
                  <a:lnTo>
                    <a:pt x="261470" y="2021056"/>
                  </a:lnTo>
                  <a:lnTo>
                    <a:pt x="260398" y="2021653"/>
                  </a:lnTo>
                  <a:lnTo>
                    <a:pt x="259326" y="2022249"/>
                  </a:lnTo>
                  <a:lnTo>
                    <a:pt x="258255" y="2022844"/>
                  </a:lnTo>
                  <a:lnTo>
                    <a:pt x="257183" y="2023436"/>
                  </a:lnTo>
                  <a:lnTo>
                    <a:pt x="256112" y="2024028"/>
                  </a:lnTo>
                  <a:lnTo>
                    <a:pt x="255040" y="2024617"/>
                  </a:lnTo>
                  <a:lnTo>
                    <a:pt x="253968" y="2025205"/>
                  </a:lnTo>
                  <a:lnTo>
                    <a:pt x="252897" y="2025791"/>
                  </a:lnTo>
                  <a:lnTo>
                    <a:pt x="251825" y="2026376"/>
                  </a:lnTo>
                  <a:lnTo>
                    <a:pt x="250754" y="2026959"/>
                  </a:lnTo>
                  <a:lnTo>
                    <a:pt x="249682" y="2027540"/>
                  </a:lnTo>
                  <a:lnTo>
                    <a:pt x="248610" y="2028120"/>
                  </a:lnTo>
                  <a:lnTo>
                    <a:pt x="247539" y="2028698"/>
                  </a:lnTo>
                  <a:lnTo>
                    <a:pt x="246467" y="2029275"/>
                  </a:lnTo>
                  <a:lnTo>
                    <a:pt x="245396" y="2029850"/>
                  </a:lnTo>
                  <a:lnTo>
                    <a:pt x="244324" y="2030423"/>
                  </a:lnTo>
                  <a:lnTo>
                    <a:pt x="243252" y="2030995"/>
                  </a:lnTo>
                  <a:lnTo>
                    <a:pt x="242181" y="2031566"/>
                  </a:lnTo>
                  <a:lnTo>
                    <a:pt x="241109" y="2032134"/>
                  </a:lnTo>
                  <a:lnTo>
                    <a:pt x="240038" y="2032701"/>
                  </a:lnTo>
                  <a:lnTo>
                    <a:pt x="238966" y="2033267"/>
                  </a:lnTo>
                  <a:lnTo>
                    <a:pt x="237894" y="2033831"/>
                  </a:lnTo>
                  <a:lnTo>
                    <a:pt x="236823" y="2034393"/>
                  </a:lnTo>
                  <a:lnTo>
                    <a:pt x="235751" y="2034954"/>
                  </a:lnTo>
                  <a:lnTo>
                    <a:pt x="234680" y="2035514"/>
                  </a:lnTo>
                  <a:lnTo>
                    <a:pt x="233608" y="2036072"/>
                  </a:lnTo>
                  <a:lnTo>
                    <a:pt x="232536" y="2036628"/>
                  </a:lnTo>
                  <a:lnTo>
                    <a:pt x="231465" y="2037182"/>
                  </a:lnTo>
                  <a:lnTo>
                    <a:pt x="230393" y="2037736"/>
                  </a:lnTo>
                  <a:lnTo>
                    <a:pt x="229322" y="2038287"/>
                  </a:lnTo>
                  <a:lnTo>
                    <a:pt x="228250" y="2038837"/>
                  </a:lnTo>
                  <a:lnTo>
                    <a:pt x="227178" y="2039386"/>
                  </a:lnTo>
                  <a:lnTo>
                    <a:pt x="226107" y="2039933"/>
                  </a:lnTo>
                  <a:lnTo>
                    <a:pt x="225035" y="2040478"/>
                  </a:lnTo>
                  <a:lnTo>
                    <a:pt x="223964" y="2041022"/>
                  </a:lnTo>
                  <a:lnTo>
                    <a:pt x="222892" y="2041565"/>
                  </a:lnTo>
                  <a:lnTo>
                    <a:pt x="221820" y="2042106"/>
                  </a:lnTo>
                  <a:lnTo>
                    <a:pt x="220749" y="2042645"/>
                  </a:lnTo>
                  <a:lnTo>
                    <a:pt x="219677" y="2043183"/>
                  </a:lnTo>
                  <a:lnTo>
                    <a:pt x="218606" y="2043720"/>
                  </a:lnTo>
                  <a:lnTo>
                    <a:pt x="217534" y="2044255"/>
                  </a:lnTo>
                  <a:lnTo>
                    <a:pt x="216462" y="2044788"/>
                  </a:lnTo>
                  <a:lnTo>
                    <a:pt x="215391" y="2045320"/>
                  </a:lnTo>
                  <a:lnTo>
                    <a:pt x="214319" y="2045851"/>
                  </a:lnTo>
                  <a:lnTo>
                    <a:pt x="213248" y="2046380"/>
                  </a:lnTo>
                  <a:lnTo>
                    <a:pt x="212176" y="2046908"/>
                  </a:lnTo>
                  <a:lnTo>
                    <a:pt x="211104" y="2047434"/>
                  </a:lnTo>
                  <a:lnTo>
                    <a:pt x="210033" y="2047958"/>
                  </a:lnTo>
                  <a:lnTo>
                    <a:pt x="208961" y="2048482"/>
                  </a:lnTo>
                  <a:lnTo>
                    <a:pt x="207890" y="2049003"/>
                  </a:lnTo>
                  <a:lnTo>
                    <a:pt x="206818" y="2049524"/>
                  </a:lnTo>
                  <a:lnTo>
                    <a:pt x="205746" y="2050042"/>
                  </a:lnTo>
                  <a:lnTo>
                    <a:pt x="204675" y="2050560"/>
                  </a:lnTo>
                  <a:lnTo>
                    <a:pt x="203603" y="2051076"/>
                  </a:lnTo>
                  <a:lnTo>
                    <a:pt x="202532" y="2051590"/>
                  </a:lnTo>
                  <a:lnTo>
                    <a:pt x="201460" y="2052103"/>
                  </a:lnTo>
                  <a:lnTo>
                    <a:pt x="200388" y="2052615"/>
                  </a:lnTo>
                  <a:lnTo>
                    <a:pt x="199317" y="2053125"/>
                  </a:lnTo>
                  <a:lnTo>
                    <a:pt x="198245" y="2053634"/>
                  </a:lnTo>
                  <a:lnTo>
                    <a:pt x="197174" y="2054141"/>
                  </a:lnTo>
                  <a:lnTo>
                    <a:pt x="196102" y="2054647"/>
                  </a:lnTo>
                  <a:lnTo>
                    <a:pt x="195030" y="2055152"/>
                  </a:lnTo>
                  <a:lnTo>
                    <a:pt x="193959" y="2055655"/>
                  </a:lnTo>
                  <a:lnTo>
                    <a:pt x="192887" y="2056156"/>
                  </a:lnTo>
                  <a:lnTo>
                    <a:pt x="191816" y="2056657"/>
                  </a:lnTo>
                  <a:lnTo>
                    <a:pt x="190744" y="2057155"/>
                  </a:lnTo>
                  <a:lnTo>
                    <a:pt x="189672" y="2057653"/>
                  </a:lnTo>
                  <a:lnTo>
                    <a:pt x="188601" y="2058149"/>
                  </a:lnTo>
                  <a:lnTo>
                    <a:pt x="187529" y="2058644"/>
                  </a:lnTo>
                  <a:lnTo>
                    <a:pt x="186458" y="2059137"/>
                  </a:lnTo>
                  <a:lnTo>
                    <a:pt x="185386" y="2059629"/>
                  </a:lnTo>
                  <a:lnTo>
                    <a:pt x="184314" y="2060119"/>
                  </a:lnTo>
                  <a:lnTo>
                    <a:pt x="183243" y="2060608"/>
                  </a:lnTo>
                  <a:lnTo>
                    <a:pt x="182171" y="2061096"/>
                  </a:lnTo>
                  <a:lnTo>
                    <a:pt x="181100" y="2061583"/>
                  </a:lnTo>
                  <a:lnTo>
                    <a:pt x="180028" y="2062068"/>
                  </a:lnTo>
                  <a:lnTo>
                    <a:pt x="178956" y="2062551"/>
                  </a:lnTo>
                  <a:lnTo>
                    <a:pt x="177885" y="2063034"/>
                  </a:lnTo>
                  <a:lnTo>
                    <a:pt x="176813" y="2063515"/>
                  </a:lnTo>
                  <a:lnTo>
                    <a:pt x="175742" y="2063994"/>
                  </a:lnTo>
                  <a:lnTo>
                    <a:pt x="174670" y="2064472"/>
                  </a:lnTo>
                  <a:lnTo>
                    <a:pt x="173599" y="2064949"/>
                  </a:lnTo>
                  <a:lnTo>
                    <a:pt x="172527" y="2065425"/>
                  </a:lnTo>
                  <a:lnTo>
                    <a:pt x="171455" y="2065899"/>
                  </a:lnTo>
                  <a:lnTo>
                    <a:pt x="170384" y="2066372"/>
                  </a:lnTo>
                  <a:lnTo>
                    <a:pt x="169312" y="2066844"/>
                  </a:lnTo>
                  <a:lnTo>
                    <a:pt x="168241" y="2067314"/>
                  </a:lnTo>
                  <a:lnTo>
                    <a:pt x="167169" y="2067783"/>
                  </a:lnTo>
                  <a:lnTo>
                    <a:pt x="166097" y="2068250"/>
                  </a:lnTo>
                  <a:lnTo>
                    <a:pt x="165026" y="2068716"/>
                  </a:lnTo>
                  <a:lnTo>
                    <a:pt x="163954" y="2069181"/>
                  </a:lnTo>
                  <a:lnTo>
                    <a:pt x="162883" y="2069645"/>
                  </a:lnTo>
                  <a:lnTo>
                    <a:pt x="161811" y="2070107"/>
                  </a:lnTo>
                  <a:lnTo>
                    <a:pt x="160739" y="2070568"/>
                  </a:lnTo>
                  <a:lnTo>
                    <a:pt x="159668" y="2071028"/>
                  </a:lnTo>
                  <a:lnTo>
                    <a:pt x="158596" y="2071487"/>
                  </a:lnTo>
                  <a:lnTo>
                    <a:pt x="157525" y="2071944"/>
                  </a:lnTo>
                  <a:lnTo>
                    <a:pt x="156453" y="2072400"/>
                  </a:lnTo>
                  <a:lnTo>
                    <a:pt x="155381" y="2072854"/>
                  </a:lnTo>
                  <a:lnTo>
                    <a:pt x="154310" y="2073307"/>
                  </a:lnTo>
                  <a:lnTo>
                    <a:pt x="153238" y="2073759"/>
                  </a:lnTo>
                  <a:lnTo>
                    <a:pt x="152167" y="2074210"/>
                  </a:lnTo>
                  <a:lnTo>
                    <a:pt x="151095" y="2074659"/>
                  </a:lnTo>
                  <a:lnTo>
                    <a:pt x="150023" y="2075108"/>
                  </a:lnTo>
                  <a:lnTo>
                    <a:pt x="148952" y="2075554"/>
                  </a:lnTo>
                  <a:lnTo>
                    <a:pt x="147880" y="2076000"/>
                  </a:lnTo>
                  <a:lnTo>
                    <a:pt x="146809" y="2076444"/>
                  </a:lnTo>
                  <a:lnTo>
                    <a:pt x="145737" y="2076888"/>
                  </a:lnTo>
                  <a:lnTo>
                    <a:pt x="144665" y="2077329"/>
                  </a:lnTo>
                  <a:lnTo>
                    <a:pt x="143594" y="2077770"/>
                  </a:lnTo>
                  <a:lnTo>
                    <a:pt x="142522" y="2078209"/>
                  </a:lnTo>
                  <a:lnTo>
                    <a:pt x="141451" y="2078647"/>
                  </a:lnTo>
                  <a:lnTo>
                    <a:pt x="140379" y="2079084"/>
                  </a:lnTo>
                  <a:lnTo>
                    <a:pt x="139307" y="2079520"/>
                  </a:lnTo>
                  <a:lnTo>
                    <a:pt x="138236" y="2079954"/>
                  </a:lnTo>
                  <a:lnTo>
                    <a:pt x="137164" y="2080387"/>
                  </a:lnTo>
                  <a:lnTo>
                    <a:pt x="136093" y="2080819"/>
                  </a:lnTo>
                  <a:lnTo>
                    <a:pt x="135021" y="2081250"/>
                  </a:lnTo>
                  <a:lnTo>
                    <a:pt x="133949" y="2081680"/>
                  </a:lnTo>
                  <a:lnTo>
                    <a:pt x="132878" y="2082108"/>
                  </a:lnTo>
                  <a:lnTo>
                    <a:pt x="131806" y="2082535"/>
                  </a:lnTo>
                  <a:lnTo>
                    <a:pt x="130735" y="2082961"/>
                  </a:lnTo>
                  <a:lnTo>
                    <a:pt x="129663" y="2083385"/>
                  </a:lnTo>
                  <a:lnTo>
                    <a:pt x="128591" y="2083809"/>
                  </a:lnTo>
                  <a:lnTo>
                    <a:pt x="127520" y="2084231"/>
                  </a:lnTo>
                  <a:lnTo>
                    <a:pt x="126448" y="2084652"/>
                  </a:lnTo>
                  <a:lnTo>
                    <a:pt x="125377" y="2085072"/>
                  </a:lnTo>
                  <a:lnTo>
                    <a:pt x="124305" y="2085490"/>
                  </a:lnTo>
                  <a:lnTo>
                    <a:pt x="123233" y="2085908"/>
                  </a:lnTo>
                  <a:lnTo>
                    <a:pt x="122162" y="2086324"/>
                  </a:lnTo>
                  <a:lnTo>
                    <a:pt x="121090" y="2086739"/>
                  </a:lnTo>
                  <a:lnTo>
                    <a:pt x="120019" y="2087153"/>
                  </a:lnTo>
                  <a:lnTo>
                    <a:pt x="118947" y="2087566"/>
                  </a:lnTo>
                  <a:lnTo>
                    <a:pt x="117875" y="2087977"/>
                  </a:lnTo>
                  <a:lnTo>
                    <a:pt x="116804" y="2088388"/>
                  </a:lnTo>
                  <a:lnTo>
                    <a:pt x="115732" y="2088797"/>
                  </a:lnTo>
                  <a:lnTo>
                    <a:pt x="114661" y="2089205"/>
                  </a:lnTo>
                  <a:lnTo>
                    <a:pt x="113589" y="2089612"/>
                  </a:lnTo>
                  <a:lnTo>
                    <a:pt x="112517" y="2090017"/>
                  </a:lnTo>
                  <a:lnTo>
                    <a:pt x="111446" y="2090422"/>
                  </a:lnTo>
                  <a:lnTo>
                    <a:pt x="110374" y="2090825"/>
                  </a:lnTo>
                  <a:lnTo>
                    <a:pt x="109303" y="2091227"/>
                  </a:lnTo>
                  <a:lnTo>
                    <a:pt x="108231" y="2091629"/>
                  </a:lnTo>
                  <a:lnTo>
                    <a:pt x="107159" y="2092028"/>
                  </a:lnTo>
                  <a:lnTo>
                    <a:pt x="106088" y="2092427"/>
                  </a:lnTo>
                  <a:lnTo>
                    <a:pt x="105016" y="2092825"/>
                  </a:lnTo>
                  <a:lnTo>
                    <a:pt x="103945" y="2093222"/>
                  </a:lnTo>
                  <a:lnTo>
                    <a:pt x="102873" y="2093617"/>
                  </a:lnTo>
                  <a:lnTo>
                    <a:pt x="101801" y="2094011"/>
                  </a:lnTo>
                  <a:lnTo>
                    <a:pt x="100730" y="2094404"/>
                  </a:lnTo>
                  <a:lnTo>
                    <a:pt x="99658" y="2094796"/>
                  </a:lnTo>
                  <a:lnTo>
                    <a:pt x="98587" y="2095187"/>
                  </a:lnTo>
                  <a:lnTo>
                    <a:pt x="97515" y="2095577"/>
                  </a:lnTo>
                  <a:lnTo>
                    <a:pt x="96443" y="2095966"/>
                  </a:lnTo>
                  <a:lnTo>
                    <a:pt x="95372" y="2096353"/>
                  </a:lnTo>
                  <a:lnTo>
                    <a:pt x="94300" y="2096740"/>
                  </a:lnTo>
                  <a:lnTo>
                    <a:pt x="93229" y="2097125"/>
                  </a:lnTo>
                  <a:lnTo>
                    <a:pt x="92157" y="2097509"/>
                  </a:lnTo>
                  <a:lnTo>
                    <a:pt x="91085" y="2097893"/>
                  </a:lnTo>
                  <a:lnTo>
                    <a:pt x="90014" y="2098275"/>
                  </a:lnTo>
                  <a:lnTo>
                    <a:pt x="88942" y="2098656"/>
                  </a:lnTo>
                  <a:lnTo>
                    <a:pt x="87871" y="2099035"/>
                  </a:lnTo>
                  <a:lnTo>
                    <a:pt x="86799" y="2099414"/>
                  </a:lnTo>
                  <a:lnTo>
                    <a:pt x="85727" y="2099792"/>
                  </a:lnTo>
                  <a:lnTo>
                    <a:pt x="84656" y="2100169"/>
                  </a:lnTo>
                  <a:lnTo>
                    <a:pt x="83584" y="2100544"/>
                  </a:lnTo>
                  <a:lnTo>
                    <a:pt x="82513" y="2100919"/>
                  </a:lnTo>
                  <a:lnTo>
                    <a:pt x="81441" y="2101292"/>
                  </a:lnTo>
                  <a:lnTo>
                    <a:pt x="80369" y="2101664"/>
                  </a:lnTo>
                  <a:lnTo>
                    <a:pt x="79298" y="2102036"/>
                  </a:lnTo>
                  <a:lnTo>
                    <a:pt x="78226" y="2102406"/>
                  </a:lnTo>
                  <a:lnTo>
                    <a:pt x="77155" y="2102775"/>
                  </a:lnTo>
                  <a:lnTo>
                    <a:pt x="76083" y="2103143"/>
                  </a:lnTo>
                  <a:lnTo>
                    <a:pt x="75011" y="2103510"/>
                  </a:lnTo>
                  <a:lnTo>
                    <a:pt x="73940" y="2103876"/>
                  </a:lnTo>
                  <a:lnTo>
                    <a:pt x="72868" y="2104241"/>
                  </a:lnTo>
                  <a:lnTo>
                    <a:pt x="71797" y="2104605"/>
                  </a:lnTo>
                  <a:lnTo>
                    <a:pt x="70725" y="2104968"/>
                  </a:lnTo>
                  <a:lnTo>
                    <a:pt x="69653" y="2105329"/>
                  </a:lnTo>
                  <a:lnTo>
                    <a:pt x="68582" y="2105690"/>
                  </a:lnTo>
                  <a:lnTo>
                    <a:pt x="67510" y="2106050"/>
                  </a:lnTo>
                  <a:lnTo>
                    <a:pt x="66439" y="2106409"/>
                  </a:lnTo>
                  <a:lnTo>
                    <a:pt x="65367" y="2106766"/>
                  </a:lnTo>
                  <a:lnTo>
                    <a:pt x="64295" y="2107123"/>
                  </a:lnTo>
                  <a:lnTo>
                    <a:pt x="63224" y="2107479"/>
                  </a:lnTo>
                  <a:lnTo>
                    <a:pt x="62152" y="2107833"/>
                  </a:lnTo>
                  <a:lnTo>
                    <a:pt x="61081" y="2108187"/>
                  </a:lnTo>
                  <a:lnTo>
                    <a:pt x="60009" y="2108539"/>
                  </a:lnTo>
                  <a:lnTo>
                    <a:pt x="58937" y="2108891"/>
                  </a:lnTo>
                  <a:lnTo>
                    <a:pt x="57866" y="2109241"/>
                  </a:lnTo>
                  <a:lnTo>
                    <a:pt x="56794" y="2109591"/>
                  </a:lnTo>
                  <a:lnTo>
                    <a:pt x="55723" y="2109939"/>
                  </a:lnTo>
                  <a:lnTo>
                    <a:pt x="54651" y="2110287"/>
                  </a:lnTo>
                  <a:lnTo>
                    <a:pt x="53579" y="2110633"/>
                  </a:lnTo>
                  <a:lnTo>
                    <a:pt x="52508" y="2110979"/>
                  </a:lnTo>
                  <a:lnTo>
                    <a:pt x="51436" y="2111324"/>
                  </a:lnTo>
                  <a:lnTo>
                    <a:pt x="50365" y="2111667"/>
                  </a:lnTo>
                  <a:lnTo>
                    <a:pt x="49293" y="2112010"/>
                  </a:lnTo>
                  <a:lnTo>
                    <a:pt x="48221" y="2112351"/>
                  </a:lnTo>
                  <a:lnTo>
                    <a:pt x="47150" y="2112692"/>
                  </a:lnTo>
                  <a:lnTo>
                    <a:pt x="46078" y="2113031"/>
                  </a:lnTo>
                  <a:lnTo>
                    <a:pt x="45007" y="2113370"/>
                  </a:lnTo>
                  <a:lnTo>
                    <a:pt x="43935" y="2113708"/>
                  </a:lnTo>
                  <a:lnTo>
                    <a:pt x="42863" y="2114044"/>
                  </a:lnTo>
                  <a:lnTo>
                    <a:pt x="41792" y="2114380"/>
                  </a:lnTo>
                  <a:lnTo>
                    <a:pt x="40720" y="2114715"/>
                  </a:lnTo>
                  <a:lnTo>
                    <a:pt x="39649" y="2115049"/>
                  </a:lnTo>
                  <a:lnTo>
                    <a:pt x="38577" y="2115381"/>
                  </a:lnTo>
                  <a:lnTo>
                    <a:pt x="37505" y="2115713"/>
                  </a:lnTo>
                  <a:lnTo>
                    <a:pt x="36434" y="2116044"/>
                  </a:lnTo>
                  <a:lnTo>
                    <a:pt x="35362" y="2116374"/>
                  </a:lnTo>
                  <a:lnTo>
                    <a:pt x="34291" y="2116703"/>
                  </a:lnTo>
                  <a:lnTo>
                    <a:pt x="33219" y="2117031"/>
                  </a:lnTo>
                  <a:lnTo>
                    <a:pt x="32147" y="2117358"/>
                  </a:lnTo>
                  <a:lnTo>
                    <a:pt x="31076" y="2117685"/>
                  </a:lnTo>
                  <a:lnTo>
                    <a:pt x="30004" y="2118010"/>
                  </a:lnTo>
                  <a:lnTo>
                    <a:pt x="28933" y="2118334"/>
                  </a:lnTo>
                  <a:lnTo>
                    <a:pt x="27861" y="2118657"/>
                  </a:lnTo>
                  <a:lnTo>
                    <a:pt x="26789" y="2118980"/>
                  </a:lnTo>
                  <a:lnTo>
                    <a:pt x="25718" y="2119301"/>
                  </a:lnTo>
                  <a:lnTo>
                    <a:pt x="24646" y="2119622"/>
                  </a:lnTo>
                  <a:lnTo>
                    <a:pt x="23575" y="2119942"/>
                  </a:lnTo>
                  <a:lnTo>
                    <a:pt x="22503" y="2120260"/>
                  </a:lnTo>
                  <a:lnTo>
                    <a:pt x="21431" y="2120578"/>
                  </a:lnTo>
                  <a:lnTo>
                    <a:pt x="20360" y="2120895"/>
                  </a:lnTo>
                  <a:lnTo>
                    <a:pt x="19288" y="2121211"/>
                  </a:lnTo>
                  <a:lnTo>
                    <a:pt x="18217" y="2121526"/>
                  </a:lnTo>
                  <a:lnTo>
                    <a:pt x="17145" y="2121840"/>
                  </a:lnTo>
                  <a:lnTo>
                    <a:pt x="16073" y="2122153"/>
                  </a:lnTo>
                  <a:lnTo>
                    <a:pt x="15002" y="2122466"/>
                  </a:lnTo>
                  <a:lnTo>
                    <a:pt x="13930" y="2122777"/>
                  </a:lnTo>
                  <a:lnTo>
                    <a:pt x="12859" y="2123088"/>
                  </a:lnTo>
                  <a:lnTo>
                    <a:pt x="11787" y="2123397"/>
                  </a:lnTo>
                  <a:lnTo>
                    <a:pt x="10715" y="2123706"/>
                  </a:lnTo>
                  <a:lnTo>
                    <a:pt x="9644" y="2124014"/>
                  </a:lnTo>
                  <a:lnTo>
                    <a:pt x="8572" y="2124321"/>
                  </a:lnTo>
                  <a:lnTo>
                    <a:pt x="7501" y="2124627"/>
                  </a:lnTo>
                  <a:lnTo>
                    <a:pt x="6429" y="2124932"/>
                  </a:lnTo>
                  <a:lnTo>
                    <a:pt x="5357" y="2125236"/>
                  </a:lnTo>
                  <a:lnTo>
                    <a:pt x="4286" y="2125540"/>
                  </a:lnTo>
                  <a:lnTo>
                    <a:pt x="3214" y="2125842"/>
                  </a:lnTo>
                  <a:lnTo>
                    <a:pt x="2143" y="2126144"/>
                  </a:lnTo>
                  <a:lnTo>
                    <a:pt x="1071" y="2126445"/>
                  </a:lnTo>
                  <a:lnTo>
                    <a:pt x="0" y="2126745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5034264" y="695892"/>
              <a:ext cx="3856684" cy="1262428"/>
            </a:xfrm>
            <a:custGeom>
              <a:avLst/>
              <a:gdLst/>
              <a:ahLst/>
              <a:cxnLst/>
              <a:rect l="0" t="0" r="0" b="0"/>
              <a:pathLst>
                <a:path w="3856684" h="1262428">
                  <a:moveTo>
                    <a:pt x="0" y="1262428"/>
                  </a:moveTo>
                  <a:lnTo>
                    <a:pt x="1071" y="1262128"/>
                  </a:lnTo>
                  <a:lnTo>
                    <a:pt x="2143" y="1261829"/>
                  </a:lnTo>
                  <a:lnTo>
                    <a:pt x="3214" y="1261529"/>
                  </a:lnTo>
                  <a:lnTo>
                    <a:pt x="4286" y="1261229"/>
                  </a:lnTo>
                  <a:lnTo>
                    <a:pt x="5357" y="1260929"/>
                  </a:lnTo>
                  <a:lnTo>
                    <a:pt x="6429" y="1260629"/>
                  </a:lnTo>
                  <a:lnTo>
                    <a:pt x="7501" y="1260328"/>
                  </a:lnTo>
                  <a:lnTo>
                    <a:pt x="8572" y="1260027"/>
                  </a:lnTo>
                  <a:lnTo>
                    <a:pt x="9644" y="1259726"/>
                  </a:lnTo>
                  <a:lnTo>
                    <a:pt x="10715" y="1259425"/>
                  </a:lnTo>
                  <a:lnTo>
                    <a:pt x="11787" y="1259123"/>
                  </a:lnTo>
                  <a:lnTo>
                    <a:pt x="12859" y="1258821"/>
                  </a:lnTo>
                  <a:lnTo>
                    <a:pt x="13930" y="1258519"/>
                  </a:lnTo>
                  <a:lnTo>
                    <a:pt x="15002" y="1258217"/>
                  </a:lnTo>
                  <a:lnTo>
                    <a:pt x="16073" y="1257914"/>
                  </a:lnTo>
                  <a:lnTo>
                    <a:pt x="17145" y="1257612"/>
                  </a:lnTo>
                  <a:lnTo>
                    <a:pt x="18217" y="1257309"/>
                  </a:lnTo>
                  <a:lnTo>
                    <a:pt x="19288" y="1257005"/>
                  </a:lnTo>
                  <a:lnTo>
                    <a:pt x="20360" y="1256702"/>
                  </a:lnTo>
                  <a:lnTo>
                    <a:pt x="21431" y="1256398"/>
                  </a:lnTo>
                  <a:lnTo>
                    <a:pt x="22503" y="1256094"/>
                  </a:lnTo>
                  <a:lnTo>
                    <a:pt x="23575" y="1255790"/>
                  </a:lnTo>
                  <a:lnTo>
                    <a:pt x="24646" y="1255485"/>
                  </a:lnTo>
                  <a:lnTo>
                    <a:pt x="25718" y="1255180"/>
                  </a:lnTo>
                  <a:lnTo>
                    <a:pt x="26789" y="1254875"/>
                  </a:lnTo>
                  <a:lnTo>
                    <a:pt x="27861" y="1254570"/>
                  </a:lnTo>
                  <a:lnTo>
                    <a:pt x="28933" y="1254264"/>
                  </a:lnTo>
                  <a:lnTo>
                    <a:pt x="30004" y="1253958"/>
                  </a:lnTo>
                  <a:lnTo>
                    <a:pt x="31076" y="1253652"/>
                  </a:lnTo>
                  <a:lnTo>
                    <a:pt x="32147" y="1253346"/>
                  </a:lnTo>
                  <a:lnTo>
                    <a:pt x="33219" y="1253039"/>
                  </a:lnTo>
                  <a:lnTo>
                    <a:pt x="34291" y="1252732"/>
                  </a:lnTo>
                  <a:lnTo>
                    <a:pt x="35362" y="1252425"/>
                  </a:lnTo>
                  <a:lnTo>
                    <a:pt x="36434" y="1252118"/>
                  </a:lnTo>
                  <a:lnTo>
                    <a:pt x="37505" y="1251810"/>
                  </a:lnTo>
                  <a:lnTo>
                    <a:pt x="38577" y="1251502"/>
                  </a:lnTo>
                  <a:lnTo>
                    <a:pt x="39649" y="1251194"/>
                  </a:lnTo>
                  <a:lnTo>
                    <a:pt x="40720" y="1250886"/>
                  </a:lnTo>
                  <a:lnTo>
                    <a:pt x="41792" y="1250577"/>
                  </a:lnTo>
                  <a:lnTo>
                    <a:pt x="42863" y="1250268"/>
                  </a:lnTo>
                  <a:lnTo>
                    <a:pt x="43935" y="1249959"/>
                  </a:lnTo>
                  <a:lnTo>
                    <a:pt x="45007" y="1249649"/>
                  </a:lnTo>
                  <a:lnTo>
                    <a:pt x="46078" y="1249340"/>
                  </a:lnTo>
                  <a:lnTo>
                    <a:pt x="47150" y="1249029"/>
                  </a:lnTo>
                  <a:lnTo>
                    <a:pt x="48221" y="1248719"/>
                  </a:lnTo>
                  <a:lnTo>
                    <a:pt x="49293" y="1248409"/>
                  </a:lnTo>
                  <a:lnTo>
                    <a:pt x="50365" y="1248098"/>
                  </a:lnTo>
                  <a:lnTo>
                    <a:pt x="51436" y="1247787"/>
                  </a:lnTo>
                  <a:lnTo>
                    <a:pt x="52508" y="1247475"/>
                  </a:lnTo>
                  <a:lnTo>
                    <a:pt x="53579" y="1247164"/>
                  </a:lnTo>
                  <a:lnTo>
                    <a:pt x="54651" y="1246852"/>
                  </a:lnTo>
                  <a:lnTo>
                    <a:pt x="55723" y="1246539"/>
                  </a:lnTo>
                  <a:lnTo>
                    <a:pt x="56794" y="1246227"/>
                  </a:lnTo>
                  <a:lnTo>
                    <a:pt x="57866" y="1245914"/>
                  </a:lnTo>
                  <a:lnTo>
                    <a:pt x="58937" y="1245601"/>
                  </a:lnTo>
                  <a:lnTo>
                    <a:pt x="60009" y="1245288"/>
                  </a:lnTo>
                  <a:lnTo>
                    <a:pt x="61081" y="1244974"/>
                  </a:lnTo>
                  <a:lnTo>
                    <a:pt x="62152" y="1244660"/>
                  </a:lnTo>
                  <a:lnTo>
                    <a:pt x="63224" y="1244346"/>
                  </a:lnTo>
                  <a:lnTo>
                    <a:pt x="64295" y="1244032"/>
                  </a:lnTo>
                  <a:lnTo>
                    <a:pt x="65367" y="1243717"/>
                  </a:lnTo>
                  <a:lnTo>
                    <a:pt x="66439" y="1243402"/>
                  </a:lnTo>
                  <a:lnTo>
                    <a:pt x="67510" y="1243087"/>
                  </a:lnTo>
                  <a:lnTo>
                    <a:pt x="68582" y="1242771"/>
                  </a:lnTo>
                  <a:lnTo>
                    <a:pt x="69653" y="1242455"/>
                  </a:lnTo>
                  <a:lnTo>
                    <a:pt x="70725" y="1242139"/>
                  </a:lnTo>
                  <a:lnTo>
                    <a:pt x="71797" y="1241823"/>
                  </a:lnTo>
                  <a:lnTo>
                    <a:pt x="72868" y="1241506"/>
                  </a:lnTo>
                  <a:lnTo>
                    <a:pt x="73940" y="1241189"/>
                  </a:lnTo>
                  <a:lnTo>
                    <a:pt x="75011" y="1240872"/>
                  </a:lnTo>
                  <a:lnTo>
                    <a:pt x="76083" y="1240554"/>
                  </a:lnTo>
                  <a:lnTo>
                    <a:pt x="77155" y="1240236"/>
                  </a:lnTo>
                  <a:lnTo>
                    <a:pt x="78226" y="1239918"/>
                  </a:lnTo>
                  <a:lnTo>
                    <a:pt x="79298" y="1239599"/>
                  </a:lnTo>
                  <a:lnTo>
                    <a:pt x="80369" y="1239281"/>
                  </a:lnTo>
                  <a:lnTo>
                    <a:pt x="81441" y="1238962"/>
                  </a:lnTo>
                  <a:lnTo>
                    <a:pt x="82513" y="1238642"/>
                  </a:lnTo>
                  <a:lnTo>
                    <a:pt x="83584" y="1238322"/>
                  </a:lnTo>
                  <a:lnTo>
                    <a:pt x="84656" y="1238003"/>
                  </a:lnTo>
                  <a:lnTo>
                    <a:pt x="85727" y="1237682"/>
                  </a:lnTo>
                  <a:lnTo>
                    <a:pt x="86799" y="1237362"/>
                  </a:lnTo>
                  <a:lnTo>
                    <a:pt x="87871" y="1237041"/>
                  </a:lnTo>
                  <a:lnTo>
                    <a:pt x="88942" y="1236720"/>
                  </a:lnTo>
                  <a:lnTo>
                    <a:pt x="90014" y="1236398"/>
                  </a:lnTo>
                  <a:lnTo>
                    <a:pt x="91085" y="1236076"/>
                  </a:lnTo>
                  <a:lnTo>
                    <a:pt x="92157" y="1235754"/>
                  </a:lnTo>
                  <a:lnTo>
                    <a:pt x="93229" y="1235432"/>
                  </a:lnTo>
                  <a:lnTo>
                    <a:pt x="94300" y="1235109"/>
                  </a:lnTo>
                  <a:lnTo>
                    <a:pt x="95372" y="1234786"/>
                  </a:lnTo>
                  <a:lnTo>
                    <a:pt x="96443" y="1234463"/>
                  </a:lnTo>
                  <a:lnTo>
                    <a:pt x="97515" y="1234139"/>
                  </a:lnTo>
                  <a:lnTo>
                    <a:pt x="98587" y="1233815"/>
                  </a:lnTo>
                  <a:lnTo>
                    <a:pt x="99658" y="1233491"/>
                  </a:lnTo>
                  <a:lnTo>
                    <a:pt x="100730" y="1233166"/>
                  </a:lnTo>
                  <a:lnTo>
                    <a:pt x="101801" y="1232841"/>
                  </a:lnTo>
                  <a:lnTo>
                    <a:pt x="102873" y="1232516"/>
                  </a:lnTo>
                  <a:lnTo>
                    <a:pt x="103945" y="1232191"/>
                  </a:lnTo>
                  <a:lnTo>
                    <a:pt x="105016" y="1231865"/>
                  </a:lnTo>
                  <a:lnTo>
                    <a:pt x="106088" y="1231539"/>
                  </a:lnTo>
                  <a:lnTo>
                    <a:pt x="107159" y="1231212"/>
                  </a:lnTo>
                  <a:lnTo>
                    <a:pt x="108231" y="1230885"/>
                  </a:lnTo>
                  <a:lnTo>
                    <a:pt x="109303" y="1230558"/>
                  </a:lnTo>
                  <a:lnTo>
                    <a:pt x="110374" y="1230231"/>
                  </a:lnTo>
                  <a:lnTo>
                    <a:pt x="111446" y="1229903"/>
                  </a:lnTo>
                  <a:lnTo>
                    <a:pt x="112517" y="1229575"/>
                  </a:lnTo>
                  <a:lnTo>
                    <a:pt x="113589" y="1229246"/>
                  </a:lnTo>
                  <a:lnTo>
                    <a:pt x="114661" y="1228917"/>
                  </a:lnTo>
                  <a:lnTo>
                    <a:pt x="115732" y="1228588"/>
                  </a:lnTo>
                  <a:lnTo>
                    <a:pt x="116804" y="1228259"/>
                  </a:lnTo>
                  <a:lnTo>
                    <a:pt x="117875" y="1227929"/>
                  </a:lnTo>
                  <a:lnTo>
                    <a:pt x="118947" y="1227599"/>
                  </a:lnTo>
                  <a:lnTo>
                    <a:pt x="120019" y="1227269"/>
                  </a:lnTo>
                  <a:lnTo>
                    <a:pt x="121090" y="1226938"/>
                  </a:lnTo>
                  <a:lnTo>
                    <a:pt x="122162" y="1226607"/>
                  </a:lnTo>
                  <a:lnTo>
                    <a:pt x="123233" y="1226275"/>
                  </a:lnTo>
                  <a:lnTo>
                    <a:pt x="124305" y="1225944"/>
                  </a:lnTo>
                  <a:lnTo>
                    <a:pt x="125377" y="1225611"/>
                  </a:lnTo>
                  <a:lnTo>
                    <a:pt x="126448" y="1225279"/>
                  </a:lnTo>
                  <a:lnTo>
                    <a:pt x="127520" y="1224946"/>
                  </a:lnTo>
                  <a:lnTo>
                    <a:pt x="128591" y="1224613"/>
                  </a:lnTo>
                  <a:lnTo>
                    <a:pt x="129663" y="1224279"/>
                  </a:lnTo>
                  <a:lnTo>
                    <a:pt x="130735" y="1223946"/>
                  </a:lnTo>
                  <a:lnTo>
                    <a:pt x="131806" y="1223611"/>
                  </a:lnTo>
                  <a:lnTo>
                    <a:pt x="132878" y="1223277"/>
                  </a:lnTo>
                  <a:lnTo>
                    <a:pt x="133949" y="1222942"/>
                  </a:lnTo>
                  <a:lnTo>
                    <a:pt x="135021" y="1222607"/>
                  </a:lnTo>
                  <a:lnTo>
                    <a:pt x="136093" y="1222271"/>
                  </a:lnTo>
                  <a:lnTo>
                    <a:pt x="137164" y="1221935"/>
                  </a:lnTo>
                  <a:lnTo>
                    <a:pt x="138236" y="1221599"/>
                  </a:lnTo>
                  <a:lnTo>
                    <a:pt x="139307" y="1221262"/>
                  </a:lnTo>
                  <a:lnTo>
                    <a:pt x="140379" y="1220925"/>
                  </a:lnTo>
                  <a:lnTo>
                    <a:pt x="141451" y="1220588"/>
                  </a:lnTo>
                  <a:lnTo>
                    <a:pt x="142522" y="1220250"/>
                  </a:lnTo>
                  <a:lnTo>
                    <a:pt x="143594" y="1219912"/>
                  </a:lnTo>
                  <a:lnTo>
                    <a:pt x="144665" y="1219573"/>
                  </a:lnTo>
                  <a:lnTo>
                    <a:pt x="145737" y="1219235"/>
                  </a:lnTo>
                  <a:lnTo>
                    <a:pt x="146809" y="1218895"/>
                  </a:lnTo>
                  <a:lnTo>
                    <a:pt x="147880" y="1218556"/>
                  </a:lnTo>
                  <a:lnTo>
                    <a:pt x="148952" y="1218216"/>
                  </a:lnTo>
                  <a:lnTo>
                    <a:pt x="150023" y="1217876"/>
                  </a:lnTo>
                  <a:lnTo>
                    <a:pt x="151095" y="1217535"/>
                  </a:lnTo>
                  <a:lnTo>
                    <a:pt x="152167" y="1217194"/>
                  </a:lnTo>
                  <a:lnTo>
                    <a:pt x="153238" y="1216852"/>
                  </a:lnTo>
                  <a:lnTo>
                    <a:pt x="154310" y="1216511"/>
                  </a:lnTo>
                  <a:lnTo>
                    <a:pt x="155381" y="1216168"/>
                  </a:lnTo>
                  <a:lnTo>
                    <a:pt x="156453" y="1215826"/>
                  </a:lnTo>
                  <a:lnTo>
                    <a:pt x="157525" y="1215483"/>
                  </a:lnTo>
                  <a:lnTo>
                    <a:pt x="158596" y="1215140"/>
                  </a:lnTo>
                  <a:lnTo>
                    <a:pt x="159668" y="1214796"/>
                  </a:lnTo>
                  <a:lnTo>
                    <a:pt x="160739" y="1214452"/>
                  </a:lnTo>
                  <a:lnTo>
                    <a:pt x="161811" y="1214107"/>
                  </a:lnTo>
                  <a:lnTo>
                    <a:pt x="162883" y="1213763"/>
                  </a:lnTo>
                  <a:lnTo>
                    <a:pt x="163954" y="1213417"/>
                  </a:lnTo>
                  <a:lnTo>
                    <a:pt x="165026" y="1213072"/>
                  </a:lnTo>
                  <a:lnTo>
                    <a:pt x="166097" y="1212726"/>
                  </a:lnTo>
                  <a:lnTo>
                    <a:pt x="167169" y="1212379"/>
                  </a:lnTo>
                  <a:lnTo>
                    <a:pt x="168241" y="1212033"/>
                  </a:lnTo>
                  <a:lnTo>
                    <a:pt x="169312" y="1211685"/>
                  </a:lnTo>
                  <a:lnTo>
                    <a:pt x="170384" y="1211338"/>
                  </a:lnTo>
                  <a:lnTo>
                    <a:pt x="171455" y="1210990"/>
                  </a:lnTo>
                  <a:lnTo>
                    <a:pt x="172527" y="1210641"/>
                  </a:lnTo>
                  <a:lnTo>
                    <a:pt x="173599" y="1210293"/>
                  </a:lnTo>
                  <a:lnTo>
                    <a:pt x="174670" y="1209943"/>
                  </a:lnTo>
                  <a:lnTo>
                    <a:pt x="175742" y="1209594"/>
                  </a:lnTo>
                  <a:lnTo>
                    <a:pt x="176813" y="1209244"/>
                  </a:lnTo>
                  <a:lnTo>
                    <a:pt x="177885" y="1208893"/>
                  </a:lnTo>
                  <a:lnTo>
                    <a:pt x="178956" y="1208543"/>
                  </a:lnTo>
                  <a:lnTo>
                    <a:pt x="180028" y="1208191"/>
                  </a:lnTo>
                  <a:lnTo>
                    <a:pt x="181100" y="1207840"/>
                  </a:lnTo>
                  <a:lnTo>
                    <a:pt x="182171" y="1207488"/>
                  </a:lnTo>
                  <a:lnTo>
                    <a:pt x="183243" y="1207135"/>
                  </a:lnTo>
                  <a:lnTo>
                    <a:pt x="184314" y="1206782"/>
                  </a:lnTo>
                  <a:lnTo>
                    <a:pt x="185386" y="1206429"/>
                  </a:lnTo>
                  <a:lnTo>
                    <a:pt x="186458" y="1206075"/>
                  </a:lnTo>
                  <a:lnTo>
                    <a:pt x="187529" y="1205721"/>
                  </a:lnTo>
                  <a:lnTo>
                    <a:pt x="188601" y="1205367"/>
                  </a:lnTo>
                  <a:lnTo>
                    <a:pt x="189672" y="1205012"/>
                  </a:lnTo>
                  <a:lnTo>
                    <a:pt x="190744" y="1204656"/>
                  </a:lnTo>
                  <a:lnTo>
                    <a:pt x="191816" y="1204300"/>
                  </a:lnTo>
                  <a:lnTo>
                    <a:pt x="192887" y="1203944"/>
                  </a:lnTo>
                  <a:lnTo>
                    <a:pt x="193959" y="1203587"/>
                  </a:lnTo>
                  <a:lnTo>
                    <a:pt x="195030" y="1203230"/>
                  </a:lnTo>
                  <a:lnTo>
                    <a:pt x="196102" y="1202873"/>
                  </a:lnTo>
                  <a:lnTo>
                    <a:pt x="197174" y="1202515"/>
                  </a:lnTo>
                  <a:lnTo>
                    <a:pt x="198245" y="1202156"/>
                  </a:lnTo>
                  <a:lnTo>
                    <a:pt x="199317" y="1201797"/>
                  </a:lnTo>
                  <a:lnTo>
                    <a:pt x="200388" y="1201438"/>
                  </a:lnTo>
                  <a:lnTo>
                    <a:pt x="201460" y="1201078"/>
                  </a:lnTo>
                  <a:lnTo>
                    <a:pt x="202532" y="1200718"/>
                  </a:lnTo>
                  <a:lnTo>
                    <a:pt x="203603" y="1200357"/>
                  </a:lnTo>
                  <a:lnTo>
                    <a:pt x="204675" y="1199996"/>
                  </a:lnTo>
                  <a:lnTo>
                    <a:pt x="205746" y="1199635"/>
                  </a:lnTo>
                  <a:lnTo>
                    <a:pt x="206818" y="1199273"/>
                  </a:lnTo>
                  <a:lnTo>
                    <a:pt x="207890" y="1198910"/>
                  </a:lnTo>
                  <a:lnTo>
                    <a:pt x="208961" y="1198547"/>
                  </a:lnTo>
                  <a:lnTo>
                    <a:pt x="210033" y="1198184"/>
                  </a:lnTo>
                  <a:lnTo>
                    <a:pt x="211104" y="1197820"/>
                  </a:lnTo>
                  <a:lnTo>
                    <a:pt x="212176" y="1197456"/>
                  </a:lnTo>
                  <a:lnTo>
                    <a:pt x="213248" y="1197091"/>
                  </a:lnTo>
                  <a:lnTo>
                    <a:pt x="214319" y="1196726"/>
                  </a:lnTo>
                  <a:lnTo>
                    <a:pt x="215391" y="1196360"/>
                  </a:lnTo>
                  <a:lnTo>
                    <a:pt x="216462" y="1195994"/>
                  </a:lnTo>
                  <a:lnTo>
                    <a:pt x="217534" y="1195627"/>
                  </a:lnTo>
                  <a:lnTo>
                    <a:pt x="218606" y="1195260"/>
                  </a:lnTo>
                  <a:lnTo>
                    <a:pt x="219677" y="1194892"/>
                  </a:lnTo>
                  <a:lnTo>
                    <a:pt x="220749" y="1194524"/>
                  </a:lnTo>
                  <a:lnTo>
                    <a:pt x="221820" y="1194156"/>
                  </a:lnTo>
                  <a:lnTo>
                    <a:pt x="222892" y="1193787"/>
                  </a:lnTo>
                  <a:lnTo>
                    <a:pt x="223964" y="1193417"/>
                  </a:lnTo>
                  <a:lnTo>
                    <a:pt x="225035" y="1193047"/>
                  </a:lnTo>
                  <a:lnTo>
                    <a:pt x="226107" y="1192677"/>
                  </a:lnTo>
                  <a:lnTo>
                    <a:pt x="227178" y="1192306"/>
                  </a:lnTo>
                  <a:lnTo>
                    <a:pt x="228250" y="1191934"/>
                  </a:lnTo>
                  <a:lnTo>
                    <a:pt x="229322" y="1191563"/>
                  </a:lnTo>
                  <a:lnTo>
                    <a:pt x="230393" y="1191190"/>
                  </a:lnTo>
                  <a:lnTo>
                    <a:pt x="231465" y="1190817"/>
                  </a:lnTo>
                  <a:lnTo>
                    <a:pt x="232536" y="1190444"/>
                  </a:lnTo>
                  <a:lnTo>
                    <a:pt x="233608" y="1190070"/>
                  </a:lnTo>
                  <a:lnTo>
                    <a:pt x="234680" y="1189695"/>
                  </a:lnTo>
                  <a:lnTo>
                    <a:pt x="235751" y="1189320"/>
                  </a:lnTo>
                  <a:lnTo>
                    <a:pt x="236823" y="1188945"/>
                  </a:lnTo>
                  <a:lnTo>
                    <a:pt x="237894" y="1188569"/>
                  </a:lnTo>
                  <a:lnTo>
                    <a:pt x="238966" y="1188192"/>
                  </a:lnTo>
                  <a:lnTo>
                    <a:pt x="240038" y="1187815"/>
                  </a:lnTo>
                  <a:lnTo>
                    <a:pt x="241109" y="1187438"/>
                  </a:lnTo>
                  <a:lnTo>
                    <a:pt x="242181" y="1187060"/>
                  </a:lnTo>
                  <a:lnTo>
                    <a:pt x="243252" y="1186681"/>
                  </a:lnTo>
                  <a:lnTo>
                    <a:pt x="244324" y="1186302"/>
                  </a:lnTo>
                  <a:lnTo>
                    <a:pt x="245396" y="1185923"/>
                  </a:lnTo>
                  <a:lnTo>
                    <a:pt x="246467" y="1185543"/>
                  </a:lnTo>
                  <a:lnTo>
                    <a:pt x="247539" y="1185162"/>
                  </a:lnTo>
                  <a:lnTo>
                    <a:pt x="248610" y="1184781"/>
                  </a:lnTo>
                  <a:lnTo>
                    <a:pt x="249682" y="1184399"/>
                  </a:lnTo>
                  <a:lnTo>
                    <a:pt x="250754" y="1184017"/>
                  </a:lnTo>
                  <a:lnTo>
                    <a:pt x="251825" y="1183634"/>
                  </a:lnTo>
                  <a:lnTo>
                    <a:pt x="252897" y="1183251"/>
                  </a:lnTo>
                  <a:lnTo>
                    <a:pt x="253968" y="1182867"/>
                  </a:lnTo>
                  <a:lnTo>
                    <a:pt x="255040" y="1182482"/>
                  </a:lnTo>
                  <a:lnTo>
                    <a:pt x="256112" y="1182097"/>
                  </a:lnTo>
                  <a:lnTo>
                    <a:pt x="257183" y="1181712"/>
                  </a:lnTo>
                  <a:lnTo>
                    <a:pt x="258255" y="1181326"/>
                  </a:lnTo>
                  <a:lnTo>
                    <a:pt x="259326" y="1180939"/>
                  </a:lnTo>
                  <a:lnTo>
                    <a:pt x="260398" y="1180552"/>
                  </a:lnTo>
                  <a:lnTo>
                    <a:pt x="261470" y="1180164"/>
                  </a:lnTo>
                  <a:lnTo>
                    <a:pt x="262541" y="1179776"/>
                  </a:lnTo>
                  <a:lnTo>
                    <a:pt x="263613" y="1179387"/>
                  </a:lnTo>
                  <a:lnTo>
                    <a:pt x="264684" y="1178998"/>
                  </a:lnTo>
                  <a:lnTo>
                    <a:pt x="265756" y="1178608"/>
                  </a:lnTo>
                  <a:lnTo>
                    <a:pt x="266828" y="1178217"/>
                  </a:lnTo>
                  <a:lnTo>
                    <a:pt x="267899" y="1177826"/>
                  </a:lnTo>
                  <a:lnTo>
                    <a:pt x="268971" y="1177434"/>
                  </a:lnTo>
                  <a:lnTo>
                    <a:pt x="270042" y="1177042"/>
                  </a:lnTo>
                  <a:lnTo>
                    <a:pt x="271114" y="1176649"/>
                  </a:lnTo>
                  <a:lnTo>
                    <a:pt x="272186" y="1176255"/>
                  </a:lnTo>
                  <a:lnTo>
                    <a:pt x="273257" y="1175861"/>
                  </a:lnTo>
                  <a:lnTo>
                    <a:pt x="274329" y="1175467"/>
                  </a:lnTo>
                  <a:lnTo>
                    <a:pt x="275400" y="1175071"/>
                  </a:lnTo>
                  <a:lnTo>
                    <a:pt x="276472" y="1174676"/>
                  </a:lnTo>
                  <a:lnTo>
                    <a:pt x="277544" y="1174279"/>
                  </a:lnTo>
                  <a:lnTo>
                    <a:pt x="278615" y="1173882"/>
                  </a:lnTo>
                  <a:lnTo>
                    <a:pt x="279687" y="1173484"/>
                  </a:lnTo>
                  <a:lnTo>
                    <a:pt x="280758" y="1173086"/>
                  </a:lnTo>
                  <a:lnTo>
                    <a:pt x="281830" y="1172687"/>
                  </a:lnTo>
                  <a:lnTo>
                    <a:pt x="282902" y="1172288"/>
                  </a:lnTo>
                  <a:lnTo>
                    <a:pt x="283973" y="1171888"/>
                  </a:lnTo>
                  <a:lnTo>
                    <a:pt x="285045" y="1171487"/>
                  </a:lnTo>
                  <a:lnTo>
                    <a:pt x="286116" y="1171086"/>
                  </a:lnTo>
                  <a:lnTo>
                    <a:pt x="287188" y="1170684"/>
                  </a:lnTo>
                  <a:lnTo>
                    <a:pt x="288260" y="1170281"/>
                  </a:lnTo>
                  <a:lnTo>
                    <a:pt x="289331" y="1169878"/>
                  </a:lnTo>
                  <a:lnTo>
                    <a:pt x="290403" y="1169474"/>
                  </a:lnTo>
                  <a:lnTo>
                    <a:pt x="291474" y="1169070"/>
                  </a:lnTo>
                  <a:lnTo>
                    <a:pt x="292546" y="1168664"/>
                  </a:lnTo>
                  <a:lnTo>
                    <a:pt x="293618" y="1168259"/>
                  </a:lnTo>
                  <a:lnTo>
                    <a:pt x="294689" y="1167852"/>
                  </a:lnTo>
                  <a:lnTo>
                    <a:pt x="295761" y="1167445"/>
                  </a:lnTo>
                  <a:lnTo>
                    <a:pt x="296832" y="1167038"/>
                  </a:lnTo>
                  <a:lnTo>
                    <a:pt x="297904" y="1166629"/>
                  </a:lnTo>
                  <a:lnTo>
                    <a:pt x="298976" y="1166220"/>
                  </a:lnTo>
                  <a:lnTo>
                    <a:pt x="300047" y="1165810"/>
                  </a:lnTo>
                  <a:lnTo>
                    <a:pt x="301119" y="1165400"/>
                  </a:lnTo>
                  <a:lnTo>
                    <a:pt x="302190" y="1164989"/>
                  </a:lnTo>
                  <a:lnTo>
                    <a:pt x="303262" y="1164577"/>
                  </a:lnTo>
                  <a:lnTo>
                    <a:pt x="304334" y="1164165"/>
                  </a:lnTo>
                  <a:lnTo>
                    <a:pt x="305405" y="1163752"/>
                  </a:lnTo>
                  <a:lnTo>
                    <a:pt x="306477" y="1163338"/>
                  </a:lnTo>
                  <a:lnTo>
                    <a:pt x="307548" y="1162924"/>
                  </a:lnTo>
                  <a:lnTo>
                    <a:pt x="308620" y="1162509"/>
                  </a:lnTo>
                  <a:lnTo>
                    <a:pt x="309692" y="1162093"/>
                  </a:lnTo>
                  <a:lnTo>
                    <a:pt x="310763" y="1161677"/>
                  </a:lnTo>
                  <a:lnTo>
                    <a:pt x="311835" y="1161260"/>
                  </a:lnTo>
                  <a:lnTo>
                    <a:pt x="312906" y="1160842"/>
                  </a:lnTo>
                  <a:lnTo>
                    <a:pt x="313978" y="1160423"/>
                  </a:lnTo>
                  <a:lnTo>
                    <a:pt x="315050" y="1160004"/>
                  </a:lnTo>
                  <a:lnTo>
                    <a:pt x="316121" y="1159584"/>
                  </a:lnTo>
                  <a:lnTo>
                    <a:pt x="317193" y="1159163"/>
                  </a:lnTo>
                  <a:lnTo>
                    <a:pt x="318264" y="1158742"/>
                  </a:lnTo>
                  <a:lnTo>
                    <a:pt x="319336" y="1158320"/>
                  </a:lnTo>
                  <a:lnTo>
                    <a:pt x="320408" y="1157897"/>
                  </a:lnTo>
                  <a:lnTo>
                    <a:pt x="321479" y="1157474"/>
                  </a:lnTo>
                  <a:lnTo>
                    <a:pt x="322551" y="1157049"/>
                  </a:lnTo>
                  <a:lnTo>
                    <a:pt x="323622" y="1156624"/>
                  </a:lnTo>
                  <a:lnTo>
                    <a:pt x="324694" y="1156199"/>
                  </a:lnTo>
                  <a:lnTo>
                    <a:pt x="325766" y="1155772"/>
                  </a:lnTo>
                  <a:lnTo>
                    <a:pt x="326837" y="1155345"/>
                  </a:lnTo>
                  <a:lnTo>
                    <a:pt x="327909" y="1154917"/>
                  </a:lnTo>
                  <a:lnTo>
                    <a:pt x="328980" y="1154488"/>
                  </a:lnTo>
                  <a:lnTo>
                    <a:pt x="330052" y="1154059"/>
                  </a:lnTo>
                  <a:lnTo>
                    <a:pt x="331124" y="1153629"/>
                  </a:lnTo>
                  <a:lnTo>
                    <a:pt x="332195" y="1153198"/>
                  </a:lnTo>
                  <a:lnTo>
                    <a:pt x="333267" y="1152766"/>
                  </a:lnTo>
                  <a:lnTo>
                    <a:pt x="334338" y="1152333"/>
                  </a:lnTo>
                  <a:lnTo>
                    <a:pt x="335410" y="1151900"/>
                  </a:lnTo>
                  <a:lnTo>
                    <a:pt x="336482" y="1151466"/>
                  </a:lnTo>
                  <a:lnTo>
                    <a:pt x="337553" y="1151031"/>
                  </a:lnTo>
                  <a:lnTo>
                    <a:pt x="338625" y="1150596"/>
                  </a:lnTo>
                  <a:lnTo>
                    <a:pt x="339696" y="1150159"/>
                  </a:lnTo>
                  <a:lnTo>
                    <a:pt x="340768" y="1149722"/>
                  </a:lnTo>
                  <a:lnTo>
                    <a:pt x="341840" y="1149284"/>
                  </a:lnTo>
                  <a:lnTo>
                    <a:pt x="342911" y="1148845"/>
                  </a:lnTo>
                  <a:lnTo>
                    <a:pt x="343983" y="1148406"/>
                  </a:lnTo>
                  <a:lnTo>
                    <a:pt x="345054" y="1147965"/>
                  </a:lnTo>
                  <a:lnTo>
                    <a:pt x="346126" y="1147524"/>
                  </a:lnTo>
                  <a:lnTo>
                    <a:pt x="347198" y="1147082"/>
                  </a:lnTo>
                  <a:lnTo>
                    <a:pt x="348269" y="1146639"/>
                  </a:lnTo>
                  <a:lnTo>
                    <a:pt x="349341" y="1146195"/>
                  </a:lnTo>
                  <a:lnTo>
                    <a:pt x="350412" y="1145751"/>
                  </a:lnTo>
                  <a:lnTo>
                    <a:pt x="351484" y="1145306"/>
                  </a:lnTo>
                  <a:lnTo>
                    <a:pt x="352556" y="1144859"/>
                  </a:lnTo>
                  <a:lnTo>
                    <a:pt x="353627" y="1144412"/>
                  </a:lnTo>
                  <a:lnTo>
                    <a:pt x="354699" y="1143964"/>
                  </a:lnTo>
                  <a:lnTo>
                    <a:pt x="355770" y="1143516"/>
                  </a:lnTo>
                  <a:lnTo>
                    <a:pt x="356842" y="1143066"/>
                  </a:lnTo>
                  <a:lnTo>
                    <a:pt x="357913" y="1142616"/>
                  </a:lnTo>
                  <a:lnTo>
                    <a:pt x="358985" y="1142164"/>
                  </a:lnTo>
                  <a:lnTo>
                    <a:pt x="360057" y="1141712"/>
                  </a:lnTo>
                  <a:lnTo>
                    <a:pt x="361128" y="1141259"/>
                  </a:lnTo>
                  <a:lnTo>
                    <a:pt x="362200" y="1140805"/>
                  </a:lnTo>
                  <a:lnTo>
                    <a:pt x="363271" y="1140350"/>
                  </a:lnTo>
                  <a:lnTo>
                    <a:pt x="364343" y="1139895"/>
                  </a:lnTo>
                  <a:lnTo>
                    <a:pt x="365415" y="1139438"/>
                  </a:lnTo>
                  <a:lnTo>
                    <a:pt x="366486" y="1138981"/>
                  </a:lnTo>
                  <a:lnTo>
                    <a:pt x="367558" y="1138522"/>
                  </a:lnTo>
                  <a:lnTo>
                    <a:pt x="368629" y="1138063"/>
                  </a:lnTo>
                  <a:lnTo>
                    <a:pt x="369701" y="1137603"/>
                  </a:lnTo>
                  <a:lnTo>
                    <a:pt x="370773" y="1137142"/>
                  </a:lnTo>
                  <a:lnTo>
                    <a:pt x="371844" y="1136680"/>
                  </a:lnTo>
                  <a:lnTo>
                    <a:pt x="372916" y="1136217"/>
                  </a:lnTo>
                  <a:lnTo>
                    <a:pt x="373987" y="1135753"/>
                  </a:lnTo>
                  <a:lnTo>
                    <a:pt x="375059" y="1135288"/>
                  </a:lnTo>
                  <a:lnTo>
                    <a:pt x="376131" y="1134822"/>
                  </a:lnTo>
                  <a:lnTo>
                    <a:pt x="377202" y="1134356"/>
                  </a:lnTo>
                  <a:lnTo>
                    <a:pt x="378274" y="1133888"/>
                  </a:lnTo>
                  <a:lnTo>
                    <a:pt x="379345" y="1133420"/>
                  </a:lnTo>
                  <a:lnTo>
                    <a:pt x="380417" y="1132950"/>
                  </a:lnTo>
                  <a:lnTo>
                    <a:pt x="381489" y="1132479"/>
                  </a:lnTo>
                  <a:lnTo>
                    <a:pt x="382560" y="1132008"/>
                  </a:lnTo>
                  <a:lnTo>
                    <a:pt x="383632" y="1131536"/>
                  </a:lnTo>
                  <a:lnTo>
                    <a:pt x="384703" y="1131062"/>
                  </a:lnTo>
                  <a:lnTo>
                    <a:pt x="385775" y="1130588"/>
                  </a:lnTo>
                  <a:lnTo>
                    <a:pt x="386847" y="1130112"/>
                  </a:lnTo>
                  <a:lnTo>
                    <a:pt x="387918" y="1129636"/>
                  </a:lnTo>
                  <a:lnTo>
                    <a:pt x="388990" y="1129158"/>
                  </a:lnTo>
                  <a:lnTo>
                    <a:pt x="390061" y="1128680"/>
                  </a:lnTo>
                  <a:lnTo>
                    <a:pt x="391133" y="1128201"/>
                  </a:lnTo>
                  <a:lnTo>
                    <a:pt x="392205" y="1127720"/>
                  </a:lnTo>
                  <a:lnTo>
                    <a:pt x="393276" y="1127239"/>
                  </a:lnTo>
                  <a:lnTo>
                    <a:pt x="394348" y="1126756"/>
                  </a:lnTo>
                  <a:lnTo>
                    <a:pt x="395419" y="1126273"/>
                  </a:lnTo>
                  <a:lnTo>
                    <a:pt x="396491" y="1125788"/>
                  </a:lnTo>
                  <a:lnTo>
                    <a:pt x="397563" y="1125303"/>
                  </a:lnTo>
                  <a:lnTo>
                    <a:pt x="398634" y="1124816"/>
                  </a:lnTo>
                  <a:lnTo>
                    <a:pt x="399706" y="1124328"/>
                  </a:lnTo>
                  <a:lnTo>
                    <a:pt x="400777" y="1123839"/>
                  </a:lnTo>
                  <a:lnTo>
                    <a:pt x="401849" y="1123350"/>
                  </a:lnTo>
                  <a:lnTo>
                    <a:pt x="402921" y="1122859"/>
                  </a:lnTo>
                  <a:lnTo>
                    <a:pt x="403992" y="1122367"/>
                  </a:lnTo>
                  <a:lnTo>
                    <a:pt x="405064" y="1121874"/>
                  </a:lnTo>
                  <a:lnTo>
                    <a:pt x="406135" y="1121379"/>
                  </a:lnTo>
                  <a:lnTo>
                    <a:pt x="407207" y="1120884"/>
                  </a:lnTo>
                  <a:lnTo>
                    <a:pt x="408279" y="1120388"/>
                  </a:lnTo>
                  <a:lnTo>
                    <a:pt x="409350" y="1119890"/>
                  </a:lnTo>
                  <a:lnTo>
                    <a:pt x="410422" y="1119392"/>
                  </a:lnTo>
                  <a:lnTo>
                    <a:pt x="411493" y="1118892"/>
                  </a:lnTo>
                  <a:lnTo>
                    <a:pt x="412565" y="1118391"/>
                  </a:lnTo>
                  <a:lnTo>
                    <a:pt x="413637" y="1117889"/>
                  </a:lnTo>
                  <a:lnTo>
                    <a:pt x="414708" y="1117386"/>
                  </a:lnTo>
                  <a:lnTo>
                    <a:pt x="415780" y="1116882"/>
                  </a:lnTo>
                  <a:lnTo>
                    <a:pt x="416851" y="1116377"/>
                  </a:lnTo>
                  <a:lnTo>
                    <a:pt x="417923" y="1115870"/>
                  </a:lnTo>
                  <a:lnTo>
                    <a:pt x="418995" y="1115363"/>
                  </a:lnTo>
                  <a:lnTo>
                    <a:pt x="420066" y="1114854"/>
                  </a:lnTo>
                  <a:lnTo>
                    <a:pt x="421138" y="1114344"/>
                  </a:lnTo>
                  <a:lnTo>
                    <a:pt x="422209" y="1113833"/>
                  </a:lnTo>
                  <a:lnTo>
                    <a:pt x="423281" y="1113321"/>
                  </a:lnTo>
                  <a:lnTo>
                    <a:pt x="424353" y="1112808"/>
                  </a:lnTo>
                  <a:lnTo>
                    <a:pt x="425424" y="1112293"/>
                  </a:lnTo>
                  <a:lnTo>
                    <a:pt x="426496" y="1111778"/>
                  </a:lnTo>
                  <a:lnTo>
                    <a:pt x="427567" y="1111261"/>
                  </a:lnTo>
                  <a:lnTo>
                    <a:pt x="428639" y="1110743"/>
                  </a:lnTo>
                  <a:lnTo>
                    <a:pt x="429711" y="1110223"/>
                  </a:lnTo>
                  <a:lnTo>
                    <a:pt x="430782" y="1109703"/>
                  </a:lnTo>
                  <a:lnTo>
                    <a:pt x="431854" y="1109182"/>
                  </a:lnTo>
                  <a:lnTo>
                    <a:pt x="432925" y="1108659"/>
                  </a:lnTo>
                  <a:lnTo>
                    <a:pt x="433997" y="1108135"/>
                  </a:lnTo>
                  <a:lnTo>
                    <a:pt x="435069" y="1107610"/>
                  </a:lnTo>
                  <a:lnTo>
                    <a:pt x="436140" y="1107083"/>
                  </a:lnTo>
                  <a:lnTo>
                    <a:pt x="437212" y="1106556"/>
                  </a:lnTo>
                  <a:lnTo>
                    <a:pt x="438283" y="1106027"/>
                  </a:lnTo>
                  <a:lnTo>
                    <a:pt x="439355" y="1105497"/>
                  </a:lnTo>
                  <a:lnTo>
                    <a:pt x="440427" y="1104965"/>
                  </a:lnTo>
                  <a:lnTo>
                    <a:pt x="441498" y="1104433"/>
                  </a:lnTo>
                  <a:lnTo>
                    <a:pt x="442570" y="1103899"/>
                  </a:lnTo>
                  <a:lnTo>
                    <a:pt x="443641" y="1103364"/>
                  </a:lnTo>
                  <a:lnTo>
                    <a:pt x="444713" y="1102828"/>
                  </a:lnTo>
                  <a:lnTo>
                    <a:pt x="445785" y="1102290"/>
                  </a:lnTo>
                  <a:lnTo>
                    <a:pt x="446856" y="1101752"/>
                  </a:lnTo>
                  <a:lnTo>
                    <a:pt x="447928" y="1101212"/>
                  </a:lnTo>
                  <a:lnTo>
                    <a:pt x="448999" y="1100670"/>
                  </a:lnTo>
                  <a:lnTo>
                    <a:pt x="450071" y="1100128"/>
                  </a:lnTo>
                  <a:lnTo>
                    <a:pt x="451143" y="1099584"/>
                  </a:lnTo>
                  <a:lnTo>
                    <a:pt x="452214" y="1099039"/>
                  </a:lnTo>
                  <a:lnTo>
                    <a:pt x="453286" y="1098493"/>
                  </a:lnTo>
                  <a:lnTo>
                    <a:pt x="454357" y="1097945"/>
                  </a:lnTo>
                  <a:lnTo>
                    <a:pt x="455429" y="1097396"/>
                  </a:lnTo>
                  <a:lnTo>
                    <a:pt x="456501" y="1096846"/>
                  </a:lnTo>
                  <a:lnTo>
                    <a:pt x="457572" y="1096294"/>
                  </a:lnTo>
                  <a:lnTo>
                    <a:pt x="458644" y="1095741"/>
                  </a:lnTo>
                  <a:lnTo>
                    <a:pt x="459715" y="1095187"/>
                  </a:lnTo>
                  <a:lnTo>
                    <a:pt x="460787" y="1094632"/>
                  </a:lnTo>
                  <a:lnTo>
                    <a:pt x="461859" y="1094075"/>
                  </a:lnTo>
                  <a:lnTo>
                    <a:pt x="462930" y="1093517"/>
                  </a:lnTo>
                  <a:lnTo>
                    <a:pt x="464002" y="1092957"/>
                  </a:lnTo>
                  <a:lnTo>
                    <a:pt x="465073" y="1092396"/>
                  </a:lnTo>
                  <a:lnTo>
                    <a:pt x="466145" y="1091834"/>
                  </a:lnTo>
                  <a:lnTo>
                    <a:pt x="467217" y="1091271"/>
                  </a:lnTo>
                  <a:lnTo>
                    <a:pt x="468288" y="1090706"/>
                  </a:lnTo>
                  <a:lnTo>
                    <a:pt x="469360" y="1090140"/>
                  </a:lnTo>
                  <a:lnTo>
                    <a:pt x="470431" y="1089572"/>
                  </a:lnTo>
                  <a:lnTo>
                    <a:pt x="471503" y="1089003"/>
                  </a:lnTo>
                  <a:lnTo>
                    <a:pt x="472575" y="1088433"/>
                  </a:lnTo>
                  <a:lnTo>
                    <a:pt x="473646" y="1087861"/>
                  </a:lnTo>
                  <a:lnTo>
                    <a:pt x="474718" y="1087288"/>
                  </a:lnTo>
                  <a:lnTo>
                    <a:pt x="475789" y="1086713"/>
                  </a:lnTo>
                  <a:lnTo>
                    <a:pt x="476861" y="1086137"/>
                  </a:lnTo>
                  <a:lnTo>
                    <a:pt x="477933" y="1085560"/>
                  </a:lnTo>
                  <a:lnTo>
                    <a:pt x="479004" y="1084981"/>
                  </a:lnTo>
                  <a:lnTo>
                    <a:pt x="480076" y="1084401"/>
                  </a:lnTo>
                  <a:lnTo>
                    <a:pt x="481147" y="1083820"/>
                  </a:lnTo>
                  <a:lnTo>
                    <a:pt x="482219" y="1083237"/>
                  </a:lnTo>
                  <a:lnTo>
                    <a:pt x="483291" y="1082652"/>
                  </a:lnTo>
                  <a:lnTo>
                    <a:pt x="484362" y="1082067"/>
                  </a:lnTo>
                  <a:lnTo>
                    <a:pt x="485434" y="1081479"/>
                  </a:lnTo>
                  <a:lnTo>
                    <a:pt x="486505" y="1080891"/>
                  </a:lnTo>
                  <a:lnTo>
                    <a:pt x="487577" y="1080301"/>
                  </a:lnTo>
                  <a:lnTo>
                    <a:pt x="488649" y="1079709"/>
                  </a:lnTo>
                  <a:lnTo>
                    <a:pt x="489720" y="1079116"/>
                  </a:lnTo>
                  <a:lnTo>
                    <a:pt x="490792" y="1078521"/>
                  </a:lnTo>
                  <a:lnTo>
                    <a:pt x="491863" y="1077925"/>
                  </a:lnTo>
                  <a:lnTo>
                    <a:pt x="492935" y="1077328"/>
                  </a:lnTo>
                  <a:lnTo>
                    <a:pt x="494007" y="1076729"/>
                  </a:lnTo>
                  <a:lnTo>
                    <a:pt x="495078" y="1076128"/>
                  </a:lnTo>
                  <a:lnTo>
                    <a:pt x="496150" y="1075527"/>
                  </a:lnTo>
                  <a:lnTo>
                    <a:pt x="497221" y="1074923"/>
                  </a:lnTo>
                  <a:lnTo>
                    <a:pt x="498293" y="1074318"/>
                  </a:lnTo>
                  <a:lnTo>
                    <a:pt x="499365" y="1073712"/>
                  </a:lnTo>
                  <a:lnTo>
                    <a:pt x="500436" y="1073104"/>
                  </a:lnTo>
                  <a:lnTo>
                    <a:pt x="501508" y="1072494"/>
                  </a:lnTo>
                  <a:lnTo>
                    <a:pt x="502579" y="1071883"/>
                  </a:lnTo>
                  <a:lnTo>
                    <a:pt x="503651" y="1071271"/>
                  </a:lnTo>
                  <a:lnTo>
                    <a:pt x="504723" y="1070656"/>
                  </a:lnTo>
                  <a:lnTo>
                    <a:pt x="505794" y="1070041"/>
                  </a:lnTo>
                  <a:lnTo>
                    <a:pt x="506866" y="1069424"/>
                  </a:lnTo>
                  <a:lnTo>
                    <a:pt x="507937" y="1068805"/>
                  </a:lnTo>
                  <a:lnTo>
                    <a:pt x="509009" y="1068184"/>
                  </a:lnTo>
                  <a:lnTo>
                    <a:pt x="510081" y="1067563"/>
                  </a:lnTo>
                  <a:lnTo>
                    <a:pt x="511152" y="1066939"/>
                  </a:lnTo>
                  <a:lnTo>
                    <a:pt x="512224" y="1066314"/>
                  </a:lnTo>
                  <a:lnTo>
                    <a:pt x="513295" y="1065687"/>
                  </a:lnTo>
                  <a:lnTo>
                    <a:pt x="514367" y="1065059"/>
                  </a:lnTo>
                  <a:lnTo>
                    <a:pt x="515439" y="1064429"/>
                  </a:lnTo>
                  <a:lnTo>
                    <a:pt x="516510" y="1063798"/>
                  </a:lnTo>
                  <a:lnTo>
                    <a:pt x="517582" y="1063165"/>
                  </a:lnTo>
                  <a:lnTo>
                    <a:pt x="518653" y="1062530"/>
                  </a:lnTo>
                  <a:lnTo>
                    <a:pt x="519725" y="1061894"/>
                  </a:lnTo>
                  <a:lnTo>
                    <a:pt x="520797" y="1061256"/>
                  </a:lnTo>
                  <a:lnTo>
                    <a:pt x="521868" y="1060616"/>
                  </a:lnTo>
                  <a:lnTo>
                    <a:pt x="522940" y="1059975"/>
                  </a:lnTo>
                  <a:lnTo>
                    <a:pt x="524011" y="1059332"/>
                  </a:lnTo>
                  <a:lnTo>
                    <a:pt x="525083" y="1058688"/>
                  </a:lnTo>
                  <a:lnTo>
                    <a:pt x="526155" y="1058042"/>
                  </a:lnTo>
                  <a:lnTo>
                    <a:pt x="527226" y="1057394"/>
                  </a:lnTo>
                  <a:lnTo>
                    <a:pt x="528298" y="1056744"/>
                  </a:lnTo>
                  <a:lnTo>
                    <a:pt x="529369" y="1056093"/>
                  </a:lnTo>
                  <a:lnTo>
                    <a:pt x="530441" y="1055440"/>
                  </a:lnTo>
                  <a:lnTo>
                    <a:pt x="531513" y="1054786"/>
                  </a:lnTo>
                  <a:lnTo>
                    <a:pt x="532584" y="1054129"/>
                  </a:lnTo>
                  <a:lnTo>
                    <a:pt x="533656" y="1053471"/>
                  </a:lnTo>
                  <a:lnTo>
                    <a:pt x="534727" y="1052812"/>
                  </a:lnTo>
                  <a:lnTo>
                    <a:pt x="535799" y="1052150"/>
                  </a:lnTo>
                  <a:lnTo>
                    <a:pt x="536870" y="1051487"/>
                  </a:lnTo>
                  <a:lnTo>
                    <a:pt x="537942" y="1050822"/>
                  </a:lnTo>
                  <a:lnTo>
                    <a:pt x="539014" y="1050156"/>
                  </a:lnTo>
                  <a:lnTo>
                    <a:pt x="540085" y="1049487"/>
                  </a:lnTo>
                  <a:lnTo>
                    <a:pt x="541157" y="1048817"/>
                  </a:lnTo>
                  <a:lnTo>
                    <a:pt x="542228" y="1048146"/>
                  </a:lnTo>
                  <a:lnTo>
                    <a:pt x="543300" y="1047472"/>
                  </a:lnTo>
                  <a:lnTo>
                    <a:pt x="544372" y="1046797"/>
                  </a:lnTo>
                  <a:lnTo>
                    <a:pt x="545443" y="1046119"/>
                  </a:lnTo>
                  <a:lnTo>
                    <a:pt x="546515" y="1045441"/>
                  </a:lnTo>
                  <a:lnTo>
                    <a:pt x="547586" y="1044760"/>
                  </a:lnTo>
                  <a:lnTo>
                    <a:pt x="548658" y="1044077"/>
                  </a:lnTo>
                  <a:lnTo>
                    <a:pt x="549730" y="1043393"/>
                  </a:lnTo>
                  <a:lnTo>
                    <a:pt x="550801" y="1042707"/>
                  </a:lnTo>
                  <a:lnTo>
                    <a:pt x="551873" y="1042019"/>
                  </a:lnTo>
                  <a:lnTo>
                    <a:pt x="552944" y="1041329"/>
                  </a:lnTo>
                  <a:lnTo>
                    <a:pt x="554016" y="1040638"/>
                  </a:lnTo>
                  <a:lnTo>
                    <a:pt x="555088" y="1039944"/>
                  </a:lnTo>
                  <a:lnTo>
                    <a:pt x="556159" y="1039249"/>
                  </a:lnTo>
                  <a:lnTo>
                    <a:pt x="557231" y="1038552"/>
                  </a:lnTo>
                  <a:lnTo>
                    <a:pt x="558302" y="1037853"/>
                  </a:lnTo>
                  <a:lnTo>
                    <a:pt x="559374" y="1037152"/>
                  </a:lnTo>
                  <a:lnTo>
                    <a:pt x="560446" y="1036450"/>
                  </a:lnTo>
                  <a:lnTo>
                    <a:pt x="561517" y="1035745"/>
                  </a:lnTo>
                  <a:lnTo>
                    <a:pt x="562589" y="1035039"/>
                  </a:lnTo>
                  <a:lnTo>
                    <a:pt x="563660" y="1034330"/>
                  </a:lnTo>
                  <a:lnTo>
                    <a:pt x="564732" y="1033620"/>
                  </a:lnTo>
                  <a:lnTo>
                    <a:pt x="565804" y="1032908"/>
                  </a:lnTo>
                  <a:lnTo>
                    <a:pt x="566875" y="1032194"/>
                  </a:lnTo>
                  <a:lnTo>
                    <a:pt x="567947" y="1031478"/>
                  </a:lnTo>
                  <a:lnTo>
                    <a:pt x="569018" y="1030760"/>
                  </a:lnTo>
                  <a:lnTo>
                    <a:pt x="570090" y="1030041"/>
                  </a:lnTo>
                  <a:lnTo>
                    <a:pt x="571162" y="1029319"/>
                  </a:lnTo>
                  <a:lnTo>
                    <a:pt x="572233" y="1028595"/>
                  </a:lnTo>
                  <a:lnTo>
                    <a:pt x="573305" y="1027870"/>
                  </a:lnTo>
                  <a:lnTo>
                    <a:pt x="574376" y="1027142"/>
                  </a:lnTo>
                  <a:lnTo>
                    <a:pt x="575448" y="1026413"/>
                  </a:lnTo>
                  <a:lnTo>
                    <a:pt x="576520" y="1025681"/>
                  </a:lnTo>
                  <a:lnTo>
                    <a:pt x="577591" y="1024948"/>
                  </a:lnTo>
                  <a:lnTo>
                    <a:pt x="578663" y="1024213"/>
                  </a:lnTo>
                  <a:lnTo>
                    <a:pt x="579734" y="1023475"/>
                  </a:lnTo>
                  <a:lnTo>
                    <a:pt x="580806" y="1022736"/>
                  </a:lnTo>
                  <a:lnTo>
                    <a:pt x="581878" y="1021994"/>
                  </a:lnTo>
                  <a:lnTo>
                    <a:pt x="582949" y="1021251"/>
                  </a:lnTo>
                  <a:lnTo>
                    <a:pt x="584021" y="1020506"/>
                  </a:lnTo>
                  <a:lnTo>
                    <a:pt x="585092" y="1019758"/>
                  </a:lnTo>
                  <a:lnTo>
                    <a:pt x="586164" y="1019009"/>
                  </a:lnTo>
                  <a:lnTo>
                    <a:pt x="587236" y="1018257"/>
                  </a:lnTo>
                  <a:lnTo>
                    <a:pt x="588307" y="1017504"/>
                  </a:lnTo>
                  <a:lnTo>
                    <a:pt x="589379" y="1016748"/>
                  </a:lnTo>
                  <a:lnTo>
                    <a:pt x="590450" y="1015991"/>
                  </a:lnTo>
                  <a:lnTo>
                    <a:pt x="591522" y="1015231"/>
                  </a:lnTo>
                  <a:lnTo>
                    <a:pt x="592594" y="1014469"/>
                  </a:lnTo>
                  <a:lnTo>
                    <a:pt x="593665" y="1013706"/>
                  </a:lnTo>
                  <a:lnTo>
                    <a:pt x="594737" y="1012940"/>
                  </a:lnTo>
                  <a:lnTo>
                    <a:pt x="595808" y="1012172"/>
                  </a:lnTo>
                  <a:lnTo>
                    <a:pt x="596880" y="1011402"/>
                  </a:lnTo>
                  <a:lnTo>
                    <a:pt x="597952" y="1010629"/>
                  </a:lnTo>
                  <a:lnTo>
                    <a:pt x="599023" y="1009855"/>
                  </a:lnTo>
                  <a:lnTo>
                    <a:pt x="600095" y="1009079"/>
                  </a:lnTo>
                  <a:lnTo>
                    <a:pt x="601166" y="1008300"/>
                  </a:lnTo>
                  <a:lnTo>
                    <a:pt x="602238" y="1007520"/>
                  </a:lnTo>
                  <a:lnTo>
                    <a:pt x="603310" y="1006737"/>
                  </a:lnTo>
                  <a:lnTo>
                    <a:pt x="604381" y="1005952"/>
                  </a:lnTo>
                  <a:lnTo>
                    <a:pt x="605453" y="1005165"/>
                  </a:lnTo>
                  <a:lnTo>
                    <a:pt x="606524" y="1004376"/>
                  </a:lnTo>
                  <a:lnTo>
                    <a:pt x="607596" y="1003584"/>
                  </a:lnTo>
                  <a:lnTo>
                    <a:pt x="608668" y="1002791"/>
                  </a:lnTo>
                  <a:lnTo>
                    <a:pt x="609739" y="1001995"/>
                  </a:lnTo>
                  <a:lnTo>
                    <a:pt x="610811" y="1001197"/>
                  </a:lnTo>
                  <a:lnTo>
                    <a:pt x="611882" y="1000397"/>
                  </a:lnTo>
                  <a:lnTo>
                    <a:pt x="612954" y="999595"/>
                  </a:lnTo>
                  <a:lnTo>
                    <a:pt x="614026" y="998791"/>
                  </a:lnTo>
                  <a:lnTo>
                    <a:pt x="615097" y="997984"/>
                  </a:lnTo>
                  <a:lnTo>
                    <a:pt x="616169" y="997175"/>
                  </a:lnTo>
                  <a:lnTo>
                    <a:pt x="617240" y="996364"/>
                  </a:lnTo>
                  <a:lnTo>
                    <a:pt x="618312" y="995551"/>
                  </a:lnTo>
                  <a:lnTo>
                    <a:pt x="619384" y="994735"/>
                  </a:lnTo>
                  <a:lnTo>
                    <a:pt x="620455" y="993918"/>
                  </a:lnTo>
                  <a:lnTo>
                    <a:pt x="621527" y="993098"/>
                  </a:lnTo>
                  <a:lnTo>
                    <a:pt x="622598" y="992275"/>
                  </a:lnTo>
                  <a:lnTo>
                    <a:pt x="623670" y="991451"/>
                  </a:lnTo>
                  <a:lnTo>
                    <a:pt x="624742" y="990624"/>
                  </a:lnTo>
                  <a:lnTo>
                    <a:pt x="625813" y="989795"/>
                  </a:lnTo>
                  <a:lnTo>
                    <a:pt x="626885" y="988964"/>
                  </a:lnTo>
                  <a:lnTo>
                    <a:pt x="627956" y="988130"/>
                  </a:lnTo>
                  <a:lnTo>
                    <a:pt x="629028" y="987294"/>
                  </a:lnTo>
                  <a:lnTo>
                    <a:pt x="630100" y="986456"/>
                  </a:lnTo>
                  <a:lnTo>
                    <a:pt x="631171" y="985616"/>
                  </a:lnTo>
                  <a:lnTo>
                    <a:pt x="632243" y="984773"/>
                  </a:lnTo>
                  <a:lnTo>
                    <a:pt x="633314" y="983928"/>
                  </a:lnTo>
                  <a:lnTo>
                    <a:pt x="634386" y="983080"/>
                  </a:lnTo>
                  <a:lnTo>
                    <a:pt x="635458" y="982231"/>
                  </a:lnTo>
                  <a:lnTo>
                    <a:pt x="636529" y="981378"/>
                  </a:lnTo>
                  <a:lnTo>
                    <a:pt x="637601" y="980524"/>
                  </a:lnTo>
                  <a:lnTo>
                    <a:pt x="638672" y="979667"/>
                  </a:lnTo>
                  <a:lnTo>
                    <a:pt x="639744" y="978808"/>
                  </a:lnTo>
                  <a:lnTo>
                    <a:pt x="640816" y="977947"/>
                  </a:lnTo>
                  <a:lnTo>
                    <a:pt x="641887" y="977083"/>
                  </a:lnTo>
                  <a:lnTo>
                    <a:pt x="642959" y="976217"/>
                  </a:lnTo>
                  <a:lnTo>
                    <a:pt x="644030" y="975348"/>
                  </a:lnTo>
                  <a:lnTo>
                    <a:pt x="645102" y="974478"/>
                  </a:lnTo>
                  <a:lnTo>
                    <a:pt x="646174" y="973604"/>
                  </a:lnTo>
                  <a:lnTo>
                    <a:pt x="647245" y="972729"/>
                  </a:lnTo>
                  <a:lnTo>
                    <a:pt x="648317" y="971851"/>
                  </a:lnTo>
                  <a:lnTo>
                    <a:pt x="649388" y="970970"/>
                  </a:lnTo>
                  <a:lnTo>
                    <a:pt x="650460" y="970087"/>
                  </a:lnTo>
                  <a:lnTo>
                    <a:pt x="651532" y="969202"/>
                  </a:lnTo>
                  <a:lnTo>
                    <a:pt x="652603" y="968314"/>
                  </a:lnTo>
                  <a:lnTo>
                    <a:pt x="653675" y="967424"/>
                  </a:lnTo>
                  <a:lnTo>
                    <a:pt x="654746" y="966532"/>
                  </a:lnTo>
                  <a:lnTo>
                    <a:pt x="655818" y="965637"/>
                  </a:lnTo>
                  <a:lnTo>
                    <a:pt x="656890" y="964739"/>
                  </a:lnTo>
                  <a:lnTo>
                    <a:pt x="657961" y="963840"/>
                  </a:lnTo>
                  <a:lnTo>
                    <a:pt x="659033" y="962937"/>
                  </a:lnTo>
                  <a:lnTo>
                    <a:pt x="660104" y="962033"/>
                  </a:lnTo>
                  <a:lnTo>
                    <a:pt x="661176" y="961126"/>
                  </a:lnTo>
                  <a:lnTo>
                    <a:pt x="662248" y="960216"/>
                  </a:lnTo>
                  <a:lnTo>
                    <a:pt x="663319" y="959304"/>
                  </a:lnTo>
                  <a:lnTo>
                    <a:pt x="664391" y="958389"/>
                  </a:lnTo>
                  <a:lnTo>
                    <a:pt x="665462" y="957472"/>
                  </a:lnTo>
                  <a:lnTo>
                    <a:pt x="666534" y="956553"/>
                  </a:lnTo>
                  <a:lnTo>
                    <a:pt x="667606" y="955631"/>
                  </a:lnTo>
                  <a:lnTo>
                    <a:pt x="668677" y="954706"/>
                  </a:lnTo>
                  <a:lnTo>
                    <a:pt x="669749" y="953779"/>
                  </a:lnTo>
                  <a:lnTo>
                    <a:pt x="670820" y="952850"/>
                  </a:lnTo>
                  <a:lnTo>
                    <a:pt x="671892" y="951918"/>
                  </a:lnTo>
                  <a:lnTo>
                    <a:pt x="672964" y="950984"/>
                  </a:lnTo>
                  <a:lnTo>
                    <a:pt x="674035" y="950047"/>
                  </a:lnTo>
                  <a:lnTo>
                    <a:pt x="675107" y="949107"/>
                  </a:lnTo>
                  <a:lnTo>
                    <a:pt x="676178" y="948165"/>
                  </a:lnTo>
                  <a:lnTo>
                    <a:pt x="677250" y="947221"/>
                  </a:lnTo>
                  <a:lnTo>
                    <a:pt x="678322" y="946274"/>
                  </a:lnTo>
                  <a:lnTo>
                    <a:pt x="679393" y="945324"/>
                  </a:lnTo>
                  <a:lnTo>
                    <a:pt x="680465" y="944372"/>
                  </a:lnTo>
                  <a:lnTo>
                    <a:pt x="681536" y="943417"/>
                  </a:lnTo>
                  <a:lnTo>
                    <a:pt x="682608" y="942460"/>
                  </a:lnTo>
                  <a:lnTo>
                    <a:pt x="683680" y="941501"/>
                  </a:lnTo>
                  <a:lnTo>
                    <a:pt x="684751" y="940538"/>
                  </a:lnTo>
                  <a:lnTo>
                    <a:pt x="685823" y="939574"/>
                  </a:lnTo>
                  <a:lnTo>
                    <a:pt x="686894" y="938606"/>
                  </a:lnTo>
                  <a:lnTo>
                    <a:pt x="687966" y="937636"/>
                  </a:lnTo>
                  <a:lnTo>
                    <a:pt x="689038" y="936664"/>
                  </a:lnTo>
                  <a:lnTo>
                    <a:pt x="690109" y="935689"/>
                  </a:lnTo>
                  <a:lnTo>
                    <a:pt x="691181" y="934711"/>
                  </a:lnTo>
                  <a:lnTo>
                    <a:pt x="692252" y="933731"/>
                  </a:lnTo>
                  <a:lnTo>
                    <a:pt x="693324" y="932749"/>
                  </a:lnTo>
                  <a:lnTo>
                    <a:pt x="694396" y="931763"/>
                  </a:lnTo>
                  <a:lnTo>
                    <a:pt x="695467" y="930776"/>
                  </a:lnTo>
                  <a:lnTo>
                    <a:pt x="696539" y="929785"/>
                  </a:lnTo>
                  <a:lnTo>
                    <a:pt x="697610" y="928792"/>
                  </a:lnTo>
                  <a:lnTo>
                    <a:pt x="698682" y="927797"/>
                  </a:lnTo>
                  <a:lnTo>
                    <a:pt x="699754" y="926799"/>
                  </a:lnTo>
                  <a:lnTo>
                    <a:pt x="700825" y="925798"/>
                  </a:lnTo>
                  <a:lnTo>
                    <a:pt x="701897" y="924795"/>
                  </a:lnTo>
                  <a:lnTo>
                    <a:pt x="702968" y="923789"/>
                  </a:lnTo>
                  <a:lnTo>
                    <a:pt x="704040" y="922780"/>
                  </a:lnTo>
                  <a:lnTo>
                    <a:pt x="705112" y="921769"/>
                  </a:lnTo>
                  <a:lnTo>
                    <a:pt x="706183" y="920756"/>
                  </a:lnTo>
                  <a:lnTo>
                    <a:pt x="707255" y="919739"/>
                  </a:lnTo>
                  <a:lnTo>
                    <a:pt x="708326" y="918720"/>
                  </a:lnTo>
                  <a:lnTo>
                    <a:pt x="709398" y="917699"/>
                  </a:lnTo>
                  <a:lnTo>
                    <a:pt x="710469" y="916675"/>
                  </a:lnTo>
                  <a:lnTo>
                    <a:pt x="711541" y="915648"/>
                  </a:lnTo>
                  <a:lnTo>
                    <a:pt x="712613" y="914619"/>
                  </a:lnTo>
                  <a:lnTo>
                    <a:pt x="713684" y="913588"/>
                  </a:lnTo>
                  <a:lnTo>
                    <a:pt x="714756" y="912553"/>
                  </a:lnTo>
                  <a:lnTo>
                    <a:pt x="715827" y="911516"/>
                  </a:lnTo>
                  <a:lnTo>
                    <a:pt x="716899" y="910477"/>
                  </a:lnTo>
                  <a:lnTo>
                    <a:pt x="717971" y="909434"/>
                  </a:lnTo>
                  <a:lnTo>
                    <a:pt x="719042" y="908390"/>
                  </a:lnTo>
                  <a:lnTo>
                    <a:pt x="720114" y="907342"/>
                  </a:lnTo>
                  <a:lnTo>
                    <a:pt x="721185" y="906292"/>
                  </a:lnTo>
                  <a:lnTo>
                    <a:pt x="722257" y="905240"/>
                  </a:lnTo>
                  <a:lnTo>
                    <a:pt x="723329" y="904185"/>
                  </a:lnTo>
                  <a:lnTo>
                    <a:pt x="724400" y="903127"/>
                  </a:lnTo>
                  <a:lnTo>
                    <a:pt x="725472" y="902067"/>
                  </a:lnTo>
                  <a:lnTo>
                    <a:pt x="726543" y="901004"/>
                  </a:lnTo>
                  <a:lnTo>
                    <a:pt x="727615" y="899938"/>
                  </a:lnTo>
                  <a:lnTo>
                    <a:pt x="728687" y="898870"/>
                  </a:lnTo>
                  <a:lnTo>
                    <a:pt x="729758" y="897800"/>
                  </a:lnTo>
                  <a:lnTo>
                    <a:pt x="730830" y="896727"/>
                  </a:lnTo>
                  <a:lnTo>
                    <a:pt x="731901" y="895651"/>
                  </a:lnTo>
                  <a:lnTo>
                    <a:pt x="732973" y="894572"/>
                  </a:lnTo>
                  <a:lnTo>
                    <a:pt x="734045" y="893491"/>
                  </a:lnTo>
                  <a:lnTo>
                    <a:pt x="735116" y="892408"/>
                  </a:lnTo>
                  <a:lnTo>
                    <a:pt x="736188" y="891322"/>
                  </a:lnTo>
                  <a:lnTo>
                    <a:pt x="737259" y="890233"/>
                  </a:lnTo>
                  <a:lnTo>
                    <a:pt x="738331" y="889142"/>
                  </a:lnTo>
                  <a:lnTo>
                    <a:pt x="739403" y="888048"/>
                  </a:lnTo>
                  <a:lnTo>
                    <a:pt x="740474" y="886952"/>
                  </a:lnTo>
                  <a:lnTo>
                    <a:pt x="741546" y="885853"/>
                  </a:lnTo>
                  <a:lnTo>
                    <a:pt x="742617" y="884751"/>
                  </a:lnTo>
                  <a:lnTo>
                    <a:pt x="743689" y="883647"/>
                  </a:lnTo>
                  <a:lnTo>
                    <a:pt x="744761" y="882541"/>
                  </a:lnTo>
                  <a:lnTo>
                    <a:pt x="745832" y="881432"/>
                  </a:lnTo>
                  <a:lnTo>
                    <a:pt x="746904" y="880320"/>
                  </a:lnTo>
                  <a:lnTo>
                    <a:pt x="747975" y="879206"/>
                  </a:lnTo>
                  <a:lnTo>
                    <a:pt x="749047" y="878089"/>
                  </a:lnTo>
                  <a:lnTo>
                    <a:pt x="750119" y="876970"/>
                  </a:lnTo>
                  <a:lnTo>
                    <a:pt x="751190" y="875848"/>
                  </a:lnTo>
                  <a:lnTo>
                    <a:pt x="752262" y="874724"/>
                  </a:lnTo>
                  <a:lnTo>
                    <a:pt x="753333" y="873598"/>
                  </a:lnTo>
                  <a:lnTo>
                    <a:pt x="754405" y="872468"/>
                  </a:lnTo>
                  <a:lnTo>
                    <a:pt x="755477" y="871337"/>
                  </a:lnTo>
                  <a:lnTo>
                    <a:pt x="756548" y="870202"/>
                  </a:lnTo>
                  <a:lnTo>
                    <a:pt x="757620" y="869066"/>
                  </a:lnTo>
                  <a:lnTo>
                    <a:pt x="758691" y="867926"/>
                  </a:lnTo>
                  <a:lnTo>
                    <a:pt x="759763" y="866785"/>
                  </a:lnTo>
                  <a:lnTo>
                    <a:pt x="760835" y="865641"/>
                  </a:lnTo>
                  <a:lnTo>
                    <a:pt x="761906" y="864494"/>
                  </a:lnTo>
                  <a:lnTo>
                    <a:pt x="762978" y="863345"/>
                  </a:lnTo>
                  <a:lnTo>
                    <a:pt x="764049" y="862194"/>
                  </a:lnTo>
                  <a:lnTo>
                    <a:pt x="765121" y="861040"/>
                  </a:lnTo>
                  <a:lnTo>
                    <a:pt x="766193" y="859883"/>
                  </a:lnTo>
                  <a:lnTo>
                    <a:pt x="767264" y="858725"/>
                  </a:lnTo>
                  <a:lnTo>
                    <a:pt x="768336" y="857564"/>
                  </a:lnTo>
                  <a:lnTo>
                    <a:pt x="769407" y="856400"/>
                  </a:lnTo>
                  <a:lnTo>
                    <a:pt x="770479" y="855234"/>
                  </a:lnTo>
                  <a:lnTo>
                    <a:pt x="771551" y="854066"/>
                  </a:lnTo>
                  <a:lnTo>
                    <a:pt x="772622" y="852895"/>
                  </a:lnTo>
                  <a:lnTo>
                    <a:pt x="773694" y="851722"/>
                  </a:lnTo>
                  <a:lnTo>
                    <a:pt x="774765" y="850546"/>
                  </a:lnTo>
                  <a:lnTo>
                    <a:pt x="775837" y="849369"/>
                  </a:lnTo>
                  <a:lnTo>
                    <a:pt x="776909" y="848188"/>
                  </a:lnTo>
                  <a:lnTo>
                    <a:pt x="777980" y="847006"/>
                  </a:lnTo>
                  <a:lnTo>
                    <a:pt x="779052" y="845821"/>
                  </a:lnTo>
                  <a:lnTo>
                    <a:pt x="780123" y="844634"/>
                  </a:lnTo>
                  <a:lnTo>
                    <a:pt x="781195" y="843445"/>
                  </a:lnTo>
                  <a:lnTo>
                    <a:pt x="782267" y="842253"/>
                  </a:lnTo>
                  <a:lnTo>
                    <a:pt x="783338" y="841059"/>
                  </a:lnTo>
                  <a:lnTo>
                    <a:pt x="784410" y="839863"/>
                  </a:lnTo>
                  <a:lnTo>
                    <a:pt x="785481" y="838664"/>
                  </a:lnTo>
                  <a:lnTo>
                    <a:pt x="786553" y="837463"/>
                  </a:lnTo>
                  <a:lnTo>
                    <a:pt x="787625" y="836261"/>
                  </a:lnTo>
                  <a:lnTo>
                    <a:pt x="788696" y="835055"/>
                  </a:lnTo>
                  <a:lnTo>
                    <a:pt x="789768" y="833848"/>
                  </a:lnTo>
                  <a:lnTo>
                    <a:pt x="790839" y="832638"/>
                  </a:lnTo>
                  <a:lnTo>
                    <a:pt x="791911" y="831427"/>
                  </a:lnTo>
                  <a:lnTo>
                    <a:pt x="792983" y="830213"/>
                  </a:lnTo>
                  <a:lnTo>
                    <a:pt x="794054" y="828996"/>
                  </a:lnTo>
                  <a:lnTo>
                    <a:pt x="795126" y="827778"/>
                  </a:lnTo>
                  <a:lnTo>
                    <a:pt x="796197" y="826558"/>
                  </a:lnTo>
                  <a:lnTo>
                    <a:pt x="797269" y="825335"/>
                  </a:lnTo>
                  <a:lnTo>
                    <a:pt x="798341" y="824111"/>
                  </a:lnTo>
                  <a:lnTo>
                    <a:pt x="799412" y="822884"/>
                  </a:lnTo>
                  <a:lnTo>
                    <a:pt x="800484" y="821655"/>
                  </a:lnTo>
                  <a:lnTo>
                    <a:pt x="801555" y="820424"/>
                  </a:lnTo>
                  <a:lnTo>
                    <a:pt x="802627" y="819192"/>
                  </a:lnTo>
                  <a:lnTo>
                    <a:pt x="803699" y="817957"/>
                  </a:lnTo>
                  <a:lnTo>
                    <a:pt x="804770" y="816720"/>
                  </a:lnTo>
                  <a:lnTo>
                    <a:pt x="805842" y="815481"/>
                  </a:lnTo>
                  <a:lnTo>
                    <a:pt x="806913" y="814240"/>
                  </a:lnTo>
                  <a:lnTo>
                    <a:pt x="807985" y="812997"/>
                  </a:lnTo>
                  <a:lnTo>
                    <a:pt x="809057" y="811752"/>
                  </a:lnTo>
                  <a:lnTo>
                    <a:pt x="810128" y="810505"/>
                  </a:lnTo>
                  <a:lnTo>
                    <a:pt x="811200" y="809257"/>
                  </a:lnTo>
                  <a:lnTo>
                    <a:pt x="812271" y="808006"/>
                  </a:lnTo>
                  <a:lnTo>
                    <a:pt x="813343" y="806754"/>
                  </a:lnTo>
                  <a:lnTo>
                    <a:pt x="814415" y="805499"/>
                  </a:lnTo>
                  <a:lnTo>
                    <a:pt x="815486" y="804243"/>
                  </a:lnTo>
                  <a:lnTo>
                    <a:pt x="816558" y="802985"/>
                  </a:lnTo>
                  <a:lnTo>
                    <a:pt x="817629" y="801725"/>
                  </a:lnTo>
                  <a:lnTo>
                    <a:pt x="818701" y="800464"/>
                  </a:lnTo>
                  <a:lnTo>
                    <a:pt x="819773" y="799201"/>
                  </a:lnTo>
                  <a:lnTo>
                    <a:pt x="820844" y="797935"/>
                  </a:lnTo>
                  <a:lnTo>
                    <a:pt x="821916" y="796669"/>
                  </a:lnTo>
                  <a:lnTo>
                    <a:pt x="822987" y="795400"/>
                  </a:lnTo>
                  <a:lnTo>
                    <a:pt x="824059" y="794130"/>
                  </a:lnTo>
                  <a:lnTo>
                    <a:pt x="825131" y="792858"/>
                  </a:lnTo>
                  <a:lnTo>
                    <a:pt x="826202" y="791584"/>
                  </a:lnTo>
                  <a:lnTo>
                    <a:pt x="827274" y="790309"/>
                  </a:lnTo>
                  <a:lnTo>
                    <a:pt x="828345" y="789032"/>
                  </a:lnTo>
                  <a:lnTo>
                    <a:pt x="829417" y="787754"/>
                  </a:lnTo>
                  <a:lnTo>
                    <a:pt x="830489" y="786474"/>
                  </a:lnTo>
                  <a:lnTo>
                    <a:pt x="831560" y="785192"/>
                  </a:lnTo>
                  <a:lnTo>
                    <a:pt x="832632" y="783909"/>
                  </a:lnTo>
                  <a:lnTo>
                    <a:pt x="833703" y="782625"/>
                  </a:lnTo>
                  <a:lnTo>
                    <a:pt x="834775" y="781338"/>
                  </a:lnTo>
                  <a:lnTo>
                    <a:pt x="835847" y="780051"/>
                  </a:lnTo>
                  <a:lnTo>
                    <a:pt x="836918" y="778762"/>
                  </a:lnTo>
                  <a:lnTo>
                    <a:pt x="837990" y="777472"/>
                  </a:lnTo>
                  <a:lnTo>
                    <a:pt x="839061" y="776180"/>
                  </a:lnTo>
                  <a:lnTo>
                    <a:pt x="840133" y="774887"/>
                  </a:lnTo>
                  <a:lnTo>
                    <a:pt x="841205" y="773592"/>
                  </a:lnTo>
                  <a:lnTo>
                    <a:pt x="842276" y="772296"/>
                  </a:lnTo>
                  <a:lnTo>
                    <a:pt x="843348" y="770999"/>
                  </a:lnTo>
                  <a:lnTo>
                    <a:pt x="844419" y="769701"/>
                  </a:lnTo>
                  <a:lnTo>
                    <a:pt x="845491" y="768401"/>
                  </a:lnTo>
                  <a:lnTo>
                    <a:pt x="846563" y="767100"/>
                  </a:lnTo>
                  <a:lnTo>
                    <a:pt x="847634" y="765798"/>
                  </a:lnTo>
                  <a:lnTo>
                    <a:pt x="848706" y="764495"/>
                  </a:lnTo>
                  <a:lnTo>
                    <a:pt x="849777" y="763191"/>
                  </a:lnTo>
                  <a:lnTo>
                    <a:pt x="850849" y="761885"/>
                  </a:lnTo>
                  <a:lnTo>
                    <a:pt x="851921" y="760578"/>
                  </a:lnTo>
                  <a:lnTo>
                    <a:pt x="852992" y="759271"/>
                  </a:lnTo>
                  <a:lnTo>
                    <a:pt x="854064" y="757962"/>
                  </a:lnTo>
                  <a:lnTo>
                    <a:pt x="855135" y="756652"/>
                  </a:lnTo>
                  <a:lnTo>
                    <a:pt x="856207" y="755341"/>
                  </a:lnTo>
                  <a:lnTo>
                    <a:pt x="857279" y="754030"/>
                  </a:lnTo>
                  <a:lnTo>
                    <a:pt x="858350" y="752717"/>
                  </a:lnTo>
                  <a:lnTo>
                    <a:pt x="859422" y="751404"/>
                  </a:lnTo>
                  <a:lnTo>
                    <a:pt x="860493" y="750089"/>
                  </a:lnTo>
                  <a:lnTo>
                    <a:pt x="861565" y="748774"/>
                  </a:lnTo>
                  <a:lnTo>
                    <a:pt x="862637" y="747458"/>
                  </a:lnTo>
                  <a:lnTo>
                    <a:pt x="863708" y="746141"/>
                  </a:lnTo>
                  <a:lnTo>
                    <a:pt x="864780" y="744823"/>
                  </a:lnTo>
                  <a:lnTo>
                    <a:pt x="865851" y="743505"/>
                  </a:lnTo>
                  <a:lnTo>
                    <a:pt x="866923" y="742186"/>
                  </a:lnTo>
                  <a:lnTo>
                    <a:pt x="867995" y="740866"/>
                  </a:lnTo>
                  <a:lnTo>
                    <a:pt x="869066" y="739546"/>
                  </a:lnTo>
                  <a:lnTo>
                    <a:pt x="870138" y="738225"/>
                  </a:lnTo>
                  <a:lnTo>
                    <a:pt x="871209" y="736903"/>
                  </a:lnTo>
                  <a:lnTo>
                    <a:pt x="872281" y="735581"/>
                  </a:lnTo>
                  <a:lnTo>
                    <a:pt x="873353" y="734258"/>
                  </a:lnTo>
                  <a:lnTo>
                    <a:pt x="874424" y="732935"/>
                  </a:lnTo>
                  <a:lnTo>
                    <a:pt x="875496" y="731611"/>
                  </a:lnTo>
                  <a:lnTo>
                    <a:pt x="876567" y="730287"/>
                  </a:lnTo>
                  <a:lnTo>
                    <a:pt x="877639" y="728963"/>
                  </a:lnTo>
                  <a:lnTo>
                    <a:pt x="878711" y="727638"/>
                  </a:lnTo>
                  <a:lnTo>
                    <a:pt x="879782" y="726313"/>
                  </a:lnTo>
                  <a:lnTo>
                    <a:pt x="880854" y="724987"/>
                  </a:lnTo>
                  <a:lnTo>
                    <a:pt x="881925" y="723661"/>
                  </a:lnTo>
                  <a:lnTo>
                    <a:pt x="882997" y="722335"/>
                  </a:lnTo>
                  <a:lnTo>
                    <a:pt x="884069" y="721009"/>
                  </a:lnTo>
                  <a:lnTo>
                    <a:pt x="885140" y="719683"/>
                  </a:lnTo>
                  <a:lnTo>
                    <a:pt x="886212" y="718356"/>
                  </a:lnTo>
                  <a:lnTo>
                    <a:pt x="887283" y="717030"/>
                  </a:lnTo>
                  <a:lnTo>
                    <a:pt x="888355" y="715703"/>
                  </a:lnTo>
                  <a:lnTo>
                    <a:pt x="889426" y="714376"/>
                  </a:lnTo>
                  <a:lnTo>
                    <a:pt x="890498" y="713049"/>
                  </a:lnTo>
                  <a:lnTo>
                    <a:pt x="891570" y="711723"/>
                  </a:lnTo>
                  <a:lnTo>
                    <a:pt x="892641" y="710396"/>
                  </a:lnTo>
                  <a:lnTo>
                    <a:pt x="893713" y="709070"/>
                  </a:lnTo>
                  <a:lnTo>
                    <a:pt x="894784" y="707743"/>
                  </a:lnTo>
                  <a:lnTo>
                    <a:pt x="895856" y="706417"/>
                  </a:lnTo>
                  <a:lnTo>
                    <a:pt x="896928" y="705091"/>
                  </a:lnTo>
                  <a:lnTo>
                    <a:pt x="897999" y="703765"/>
                  </a:lnTo>
                  <a:lnTo>
                    <a:pt x="899071" y="702440"/>
                  </a:lnTo>
                  <a:lnTo>
                    <a:pt x="900142" y="701115"/>
                  </a:lnTo>
                  <a:lnTo>
                    <a:pt x="901214" y="699790"/>
                  </a:lnTo>
                  <a:lnTo>
                    <a:pt x="902286" y="698465"/>
                  </a:lnTo>
                  <a:lnTo>
                    <a:pt x="903357" y="697141"/>
                  </a:lnTo>
                  <a:lnTo>
                    <a:pt x="904429" y="695818"/>
                  </a:lnTo>
                  <a:lnTo>
                    <a:pt x="905500" y="694495"/>
                  </a:lnTo>
                  <a:lnTo>
                    <a:pt x="906572" y="693172"/>
                  </a:lnTo>
                  <a:lnTo>
                    <a:pt x="907644" y="691850"/>
                  </a:lnTo>
                  <a:lnTo>
                    <a:pt x="908715" y="690529"/>
                  </a:lnTo>
                  <a:lnTo>
                    <a:pt x="909787" y="689208"/>
                  </a:lnTo>
                  <a:lnTo>
                    <a:pt x="910858" y="687889"/>
                  </a:lnTo>
                  <a:lnTo>
                    <a:pt x="911930" y="686569"/>
                  </a:lnTo>
                  <a:lnTo>
                    <a:pt x="913002" y="685251"/>
                  </a:lnTo>
                  <a:lnTo>
                    <a:pt x="914073" y="683933"/>
                  </a:lnTo>
                  <a:lnTo>
                    <a:pt x="915145" y="682616"/>
                  </a:lnTo>
                  <a:lnTo>
                    <a:pt x="916216" y="681300"/>
                  </a:lnTo>
                  <a:lnTo>
                    <a:pt x="917288" y="679985"/>
                  </a:lnTo>
                  <a:lnTo>
                    <a:pt x="918360" y="678671"/>
                  </a:lnTo>
                  <a:lnTo>
                    <a:pt x="919431" y="677358"/>
                  </a:lnTo>
                  <a:lnTo>
                    <a:pt x="920503" y="676046"/>
                  </a:lnTo>
                  <a:lnTo>
                    <a:pt x="921574" y="674735"/>
                  </a:lnTo>
                  <a:lnTo>
                    <a:pt x="922646" y="673426"/>
                  </a:lnTo>
                  <a:lnTo>
                    <a:pt x="923718" y="672117"/>
                  </a:lnTo>
                  <a:lnTo>
                    <a:pt x="924789" y="670810"/>
                  </a:lnTo>
                  <a:lnTo>
                    <a:pt x="925861" y="669503"/>
                  </a:lnTo>
                  <a:lnTo>
                    <a:pt x="926932" y="668198"/>
                  </a:lnTo>
                  <a:lnTo>
                    <a:pt x="928004" y="666895"/>
                  </a:lnTo>
                  <a:lnTo>
                    <a:pt x="929076" y="665593"/>
                  </a:lnTo>
                  <a:lnTo>
                    <a:pt x="930147" y="664292"/>
                  </a:lnTo>
                  <a:lnTo>
                    <a:pt x="931219" y="662993"/>
                  </a:lnTo>
                  <a:lnTo>
                    <a:pt x="932290" y="661695"/>
                  </a:lnTo>
                  <a:lnTo>
                    <a:pt x="933362" y="660398"/>
                  </a:lnTo>
                  <a:lnTo>
                    <a:pt x="934434" y="659104"/>
                  </a:lnTo>
                  <a:lnTo>
                    <a:pt x="935505" y="657810"/>
                  </a:lnTo>
                  <a:lnTo>
                    <a:pt x="936577" y="656519"/>
                  </a:lnTo>
                  <a:lnTo>
                    <a:pt x="937648" y="655229"/>
                  </a:lnTo>
                  <a:lnTo>
                    <a:pt x="938720" y="653941"/>
                  </a:lnTo>
                  <a:lnTo>
                    <a:pt x="939792" y="652655"/>
                  </a:lnTo>
                  <a:lnTo>
                    <a:pt x="940863" y="651370"/>
                  </a:lnTo>
                  <a:lnTo>
                    <a:pt x="941935" y="650088"/>
                  </a:lnTo>
                  <a:lnTo>
                    <a:pt x="943006" y="648807"/>
                  </a:lnTo>
                  <a:lnTo>
                    <a:pt x="944078" y="647529"/>
                  </a:lnTo>
                  <a:lnTo>
                    <a:pt x="945150" y="646252"/>
                  </a:lnTo>
                  <a:lnTo>
                    <a:pt x="946221" y="644977"/>
                  </a:lnTo>
                  <a:lnTo>
                    <a:pt x="947293" y="643705"/>
                  </a:lnTo>
                  <a:lnTo>
                    <a:pt x="948364" y="642434"/>
                  </a:lnTo>
                  <a:lnTo>
                    <a:pt x="949436" y="641166"/>
                  </a:lnTo>
                  <a:lnTo>
                    <a:pt x="950508" y="639900"/>
                  </a:lnTo>
                  <a:lnTo>
                    <a:pt x="951579" y="638636"/>
                  </a:lnTo>
                  <a:lnTo>
                    <a:pt x="952651" y="637375"/>
                  </a:lnTo>
                  <a:lnTo>
                    <a:pt x="953722" y="636116"/>
                  </a:lnTo>
                  <a:lnTo>
                    <a:pt x="954794" y="634859"/>
                  </a:lnTo>
                  <a:lnTo>
                    <a:pt x="955866" y="633605"/>
                  </a:lnTo>
                  <a:lnTo>
                    <a:pt x="956937" y="632353"/>
                  </a:lnTo>
                  <a:lnTo>
                    <a:pt x="958009" y="631104"/>
                  </a:lnTo>
                  <a:lnTo>
                    <a:pt x="959080" y="629857"/>
                  </a:lnTo>
                  <a:lnTo>
                    <a:pt x="960152" y="628613"/>
                  </a:lnTo>
                  <a:lnTo>
                    <a:pt x="961224" y="627372"/>
                  </a:lnTo>
                  <a:lnTo>
                    <a:pt x="962295" y="626133"/>
                  </a:lnTo>
                  <a:lnTo>
                    <a:pt x="963367" y="624897"/>
                  </a:lnTo>
                  <a:lnTo>
                    <a:pt x="964438" y="623664"/>
                  </a:lnTo>
                  <a:lnTo>
                    <a:pt x="965510" y="622434"/>
                  </a:lnTo>
                  <a:lnTo>
                    <a:pt x="966582" y="621206"/>
                  </a:lnTo>
                  <a:lnTo>
                    <a:pt x="967653" y="619982"/>
                  </a:lnTo>
                  <a:lnTo>
                    <a:pt x="968725" y="618761"/>
                  </a:lnTo>
                  <a:lnTo>
                    <a:pt x="969796" y="617542"/>
                  </a:lnTo>
                  <a:lnTo>
                    <a:pt x="970868" y="616327"/>
                  </a:lnTo>
                  <a:lnTo>
                    <a:pt x="971940" y="615115"/>
                  </a:lnTo>
                  <a:lnTo>
                    <a:pt x="973011" y="613906"/>
                  </a:lnTo>
                  <a:lnTo>
                    <a:pt x="974083" y="612700"/>
                  </a:lnTo>
                  <a:lnTo>
                    <a:pt x="975154" y="611497"/>
                  </a:lnTo>
                  <a:lnTo>
                    <a:pt x="976226" y="610298"/>
                  </a:lnTo>
                  <a:lnTo>
                    <a:pt x="977298" y="609102"/>
                  </a:lnTo>
                  <a:lnTo>
                    <a:pt x="978369" y="607910"/>
                  </a:lnTo>
                  <a:lnTo>
                    <a:pt x="979441" y="606721"/>
                  </a:lnTo>
                  <a:lnTo>
                    <a:pt x="980512" y="605535"/>
                  </a:lnTo>
                  <a:lnTo>
                    <a:pt x="981584" y="604353"/>
                  </a:lnTo>
                  <a:lnTo>
                    <a:pt x="982656" y="603175"/>
                  </a:lnTo>
                  <a:lnTo>
                    <a:pt x="983727" y="602000"/>
                  </a:lnTo>
                  <a:lnTo>
                    <a:pt x="984799" y="600829"/>
                  </a:lnTo>
                  <a:lnTo>
                    <a:pt x="985870" y="599661"/>
                  </a:lnTo>
                  <a:lnTo>
                    <a:pt x="986942" y="598498"/>
                  </a:lnTo>
                  <a:lnTo>
                    <a:pt x="988014" y="597338"/>
                  </a:lnTo>
                  <a:lnTo>
                    <a:pt x="989085" y="596182"/>
                  </a:lnTo>
                  <a:lnTo>
                    <a:pt x="990157" y="595030"/>
                  </a:lnTo>
                  <a:lnTo>
                    <a:pt x="991228" y="593882"/>
                  </a:lnTo>
                  <a:lnTo>
                    <a:pt x="992300" y="592738"/>
                  </a:lnTo>
                  <a:lnTo>
                    <a:pt x="993372" y="591598"/>
                  </a:lnTo>
                  <a:lnTo>
                    <a:pt x="994443" y="590462"/>
                  </a:lnTo>
                  <a:lnTo>
                    <a:pt x="995515" y="589330"/>
                  </a:lnTo>
                  <a:lnTo>
                    <a:pt x="996586" y="588203"/>
                  </a:lnTo>
                  <a:lnTo>
                    <a:pt x="997658" y="587080"/>
                  </a:lnTo>
                  <a:lnTo>
                    <a:pt x="998730" y="585961"/>
                  </a:lnTo>
                  <a:lnTo>
                    <a:pt x="999801" y="584846"/>
                  </a:lnTo>
                  <a:lnTo>
                    <a:pt x="1000873" y="583736"/>
                  </a:lnTo>
                  <a:lnTo>
                    <a:pt x="1001944" y="582630"/>
                  </a:lnTo>
                  <a:lnTo>
                    <a:pt x="1003016" y="581529"/>
                  </a:lnTo>
                  <a:lnTo>
                    <a:pt x="1004088" y="580432"/>
                  </a:lnTo>
                  <a:lnTo>
                    <a:pt x="1005159" y="579340"/>
                  </a:lnTo>
                  <a:lnTo>
                    <a:pt x="1006231" y="578252"/>
                  </a:lnTo>
                  <a:lnTo>
                    <a:pt x="1007302" y="577170"/>
                  </a:lnTo>
                  <a:lnTo>
                    <a:pt x="1008374" y="576091"/>
                  </a:lnTo>
                  <a:lnTo>
                    <a:pt x="1009446" y="575018"/>
                  </a:lnTo>
                  <a:lnTo>
                    <a:pt x="1010517" y="573949"/>
                  </a:lnTo>
                  <a:lnTo>
                    <a:pt x="1011589" y="572886"/>
                  </a:lnTo>
                  <a:lnTo>
                    <a:pt x="1012660" y="571827"/>
                  </a:lnTo>
                  <a:lnTo>
                    <a:pt x="1013732" y="570773"/>
                  </a:lnTo>
                  <a:lnTo>
                    <a:pt x="1014804" y="569724"/>
                  </a:lnTo>
                  <a:lnTo>
                    <a:pt x="1015875" y="568681"/>
                  </a:lnTo>
                  <a:lnTo>
                    <a:pt x="1016947" y="567642"/>
                  </a:lnTo>
                  <a:lnTo>
                    <a:pt x="1018018" y="566609"/>
                  </a:lnTo>
                  <a:lnTo>
                    <a:pt x="1019090" y="565580"/>
                  </a:lnTo>
                  <a:lnTo>
                    <a:pt x="1020162" y="564557"/>
                  </a:lnTo>
                  <a:lnTo>
                    <a:pt x="1021233" y="563540"/>
                  </a:lnTo>
                  <a:lnTo>
                    <a:pt x="1022305" y="562527"/>
                  </a:lnTo>
                  <a:lnTo>
                    <a:pt x="1023376" y="561520"/>
                  </a:lnTo>
                  <a:lnTo>
                    <a:pt x="1024448" y="560519"/>
                  </a:lnTo>
                  <a:lnTo>
                    <a:pt x="1025520" y="559523"/>
                  </a:lnTo>
                  <a:lnTo>
                    <a:pt x="1026591" y="558532"/>
                  </a:lnTo>
                  <a:lnTo>
                    <a:pt x="1027663" y="557547"/>
                  </a:lnTo>
                  <a:lnTo>
                    <a:pt x="1028734" y="556568"/>
                  </a:lnTo>
                  <a:lnTo>
                    <a:pt x="1029806" y="555594"/>
                  </a:lnTo>
                  <a:lnTo>
                    <a:pt x="1030878" y="554626"/>
                  </a:lnTo>
                  <a:lnTo>
                    <a:pt x="1031949" y="553664"/>
                  </a:lnTo>
                  <a:lnTo>
                    <a:pt x="1033021" y="552708"/>
                  </a:lnTo>
                  <a:lnTo>
                    <a:pt x="1034092" y="551758"/>
                  </a:lnTo>
                  <a:lnTo>
                    <a:pt x="1035164" y="550813"/>
                  </a:lnTo>
                  <a:lnTo>
                    <a:pt x="1036236" y="549874"/>
                  </a:lnTo>
                  <a:lnTo>
                    <a:pt x="1037307" y="548942"/>
                  </a:lnTo>
                  <a:lnTo>
                    <a:pt x="1038379" y="548015"/>
                  </a:lnTo>
                  <a:lnTo>
                    <a:pt x="1039450" y="547095"/>
                  </a:lnTo>
                  <a:lnTo>
                    <a:pt x="1040522" y="546181"/>
                  </a:lnTo>
                  <a:lnTo>
                    <a:pt x="1041594" y="545273"/>
                  </a:lnTo>
                  <a:lnTo>
                    <a:pt x="1042665" y="544371"/>
                  </a:lnTo>
                  <a:lnTo>
                    <a:pt x="1043737" y="543476"/>
                  </a:lnTo>
                  <a:lnTo>
                    <a:pt x="1044808" y="542586"/>
                  </a:lnTo>
                  <a:lnTo>
                    <a:pt x="1045880" y="541704"/>
                  </a:lnTo>
                  <a:lnTo>
                    <a:pt x="1046952" y="540827"/>
                  </a:lnTo>
                  <a:lnTo>
                    <a:pt x="1048023" y="539958"/>
                  </a:lnTo>
                  <a:lnTo>
                    <a:pt x="1049095" y="539094"/>
                  </a:lnTo>
                  <a:lnTo>
                    <a:pt x="1050166" y="538238"/>
                  </a:lnTo>
                  <a:lnTo>
                    <a:pt x="1051238" y="537387"/>
                  </a:lnTo>
                  <a:lnTo>
                    <a:pt x="1052310" y="536544"/>
                  </a:lnTo>
                  <a:lnTo>
                    <a:pt x="1053381" y="535707"/>
                  </a:lnTo>
                  <a:lnTo>
                    <a:pt x="1054453" y="534877"/>
                  </a:lnTo>
                  <a:lnTo>
                    <a:pt x="1055524" y="534054"/>
                  </a:lnTo>
                  <a:lnTo>
                    <a:pt x="1056596" y="533238"/>
                  </a:lnTo>
                  <a:lnTo>
                    <a:pt x="1057668" y="532428"/>
                  </a:lnTo>
                  <a:lnTo>
                    <a:pt x="1058739" y="531626"/>
                  </a:lnTo>
                  <a:lnTo>
                    <a:pt x="1059811" y="530830"/>
                  </a:lnTo>
                  <a:lnTo>
                    <a:pt x="1060882" y="530042"/>
                  </a:lnTo>
                  <a:lnTo>
                    <a:pt x="1061954" y="529261"/>
                  </a:lnTo>
                  <a:lnTo>
                    <a:pt x="1063026" y="528486"/>
                  </a:lnTo>
                  <a:lnTo>
                    <a:pt x="1064097" y="527719"/>
                  </a:lnTo>
                  <a:lnTo>
                    <a:pt x="1065169" y="526960"/>
                  </a:lnTo>
                  <a:lnTo>
                    <a:pt x="1066240" y="526207"/>
                  </a:lnTo>
                  <a:lnTo>
                    <a:pt x="1067312" y="525462"/>
                  </a:lnTo>
                  <a:lnTo>
                    <a:pt x="1068383" y="524724"/>
                  </a:lnTo>
                  <a:lnTo>
                    <a:pt x="1069455" y="523993"/>
                  </a:lnTo>
                  <a:lnTo>
                    <a:pt x="1070527" y="523270"/>
                  </a:lnTo>
                  <a:lnTo>
                    <a:pt x="1071598" y="522555"/>
                  </a:lnTo>
                  <a:lnTo>
                    <a:pt x="1072670" y="521847"/>
                  </a:lnTo>
                  <a:lnTo>
                    <a:pt x="1073741" y="521146"/>
                  </a:lnTo>
                  <a:lnTo>
                    <a:pt x="1074813" y="520454"/>
                  </a:lnTo>
                  <a:lnTo>
                    <a:pt x="1075885" y="519768"/>
                  </a:lnTo>
                  <a:lnTo>
                    <a:pt x="1076956" y="519091"/>
                  </a:lnTo>
                  <a:lnTo>
                    <a:pt x="1078028" y="518421"/>
                  </a:lnTo>
                  <a:lnTo>
                    <a:pt x="1079099" y="517759"/>
                  </a:lnTo>
                  <a:lnTo>
                    <a:pt x="1080171" y="517105"/>
                  </a:lnTo>
                  <a:lnTo>
                    <a:pt x="1081243" y="516459"/>
                  </a:lnTo>
                  <a:lnTo>
                    <a:pt x="1082314" y="515821"/>
                  </a:lnTo>
                  <a:lnTo>
                    <a:pt x="1083386" y="515191"/>
                  </a:lnTo>
                  <a:lnTo>
                    <a:pt x="1084457" y="514569"/>
                  </a:lnTo>
                  <a:lnTo>
                    <a:pt x="1085529" y="513954"/>
                  </a:lnTo>
                  <a:lnTo>
                    <a:pt x="1086601" y="513348"/>
                  </a:lnTo>
                  <a:lnTo>
                    <a:pt x="1087672" y="512750"/>
                  </a:lnTo>
                  <a:lnTo>
                    <a:pt x="1088744" y="512161"/>
                  </a:lnTo>
                  <a:lnTo>
                    <a:pt x="1089815" y="511579"/>
                  </a:lnTo>
                  <a:lnTo>
                    <a:pt x="1090887" y="511006"/>
                  </a:lnTo>
                  <a:lnTo>
                    <a:pt x="1091959" y="510441"/>
                  </a:lnTo>
                  <a:lnTo>
                    <a:pt x="1093030" y="509885"/>
                  </a:lnTo>
                  <a:lnTo>
                    <a:pt x="1094102" y="509337"/>
                  </a:lnTo>
                  <a:lnTo>
                    <a:pt x="1095173" y="508797"/>
                  </a:lnTo>
                  <a:lnTo>
                    <a:pt x="1096245" y="508266"/>
                  </a:lnTo>
                  <a:lnTo>
                    <a:pt x="1097317" y="507743"/>
                  </a:lnTo>
                  <a:lnTo>
                    <a:pt x="1098388" y="507229"/>
                  </a:lnTo>
                  <a:lnTo>
                    <a:pt x="1099460" y="506723"/>
                  </a:lnTo>
                  <a:lnTo>
                    <a:pt x="1100531" y="506227"/>
                  </a:lnTo>
                  <a:lnTo>
                    <a:pt x="1101603" y="505739"/>
                  </a:lnTo>
                  <a:lnTo>
                    <a:pt x="1102675" y="505259"/>
                  </a:lnTo>
                  <a:lnTo>
                    <a:pt x="1103746" y="504789"/>
                  </a:lnTo>
                  <a:lnTo>
                    <a:pt x="1104818" y="504327"/>
                  </a:lnTo>
                  <a:lnTo>
                    <a:pt x="1105889" y="503874"/>
                  </a:lnTo>
                  <a:lnTo>
                    <a:pt x="1106961" y="503430"/>
                  </a:lnTo>
                  <a:lnTo>
                    <a:pt x="1108033" y="502995"/>
                  </a:lnTo>
                  <a:lnTo>
                    <a:pt x="1109104" y="502568"/>
                  </a:lnTo>
                  <a:lnTo>
                    <a:pt x="1110176" y="502151"/>
                  </a:lnTo>
                  <a:lnTo>
                    <a:pt x="1111247" y="501743"/>
                  </a:lnTo>
                  <a:lnTo>
                    <a:pt x="1112319" y="501344"/>
                  </a:lnTo>
                  <a:lnTo>
                    <a:pt x="1113391" y="500954"/>
                  </a:lnTo>
                  <a:lnTo>
                    <a:pt x="1114462" y="500574"/>
                  </a:lnTo>
                  <a:lnTo>
                    <a:pt x="1115534" y="500202"/>
                  </a:lnTo>
                  <a:lnTo>
                    <a:pt x="1116605" y="499840"/>
                  </a:lnTo>
                  <a:lnTo>
                    <a:pt x="1117677" y="499487"/>
                  </a:lnTo>
                  <a:lnTo>
                    <a:pt x="1118749" y="499144"/>
                  </a:lnTo>
                  <a:lnTo>
                    <a:pt x="1119820" y="498809"/>
                  </a:lnTo>
                  <a:lnTo>
                    <a:pt x="1120892" y="498485"/>
                  </a:lnTo>
                  <a:lnTo>
                    <a:pt x="1121963" y="498169"/>
                  </a:lnTo>
                  <a:lnTo>
                    <a:pt x="1123035" y="497863"/>
                  </a:lnTo>
                  <a:lnTo>
                    <a:pt x="1124107" y="497567"/>
                  </a:lnTo>
                  <a:lnTo>
                    <a:pt x="1125178" y="497280"/>
                  </a:lnTo>
                  <a:lnTo>
                    <a:pt x="1126250" y="497003"/>
                  </a:lnTo>
                  <a:lnTo>
                    <a:pt x="1127321" y="496735"/>
                  </a:lnTo>
                  <a:lnTo>
                    <a:pt x="1128393" y="496477"/>
                  </a:lnTo>
                  <a:lnTo>
                    <a:pt x="1129465" y="496229"/>
                  </a:lnTo>
                  <a:lnTo>
                    <a:pt x="1130536" y="495990"/>
                  </a:lnTo>
                  <a:lnTo>
                    <a:pt x="1131608" y="495761"/>
                  </a:lnTo>
                  <a:lnTo>
                    <a:pt x="1132679" y="495542"/>
                  </a:lnTo>
                  <a:lnTo>
                    <a:pt x="1133751" y="495333"/>
                  </a:lnTo>
                  <a:lnTo>
                    <a:pt x="1134823" y="495134"/>
                  </a:lnTo>
                  <a:lnTo>
                    <a:pt x="1135894" y="494945"/>
                  </a:lnTo>
                  <a:lnTo>
                    <a:pt x="1136966" y="494765"/>
                  </a:lnTo>
                  <a:lnTo>
                    <a:pt x="1138037" y="494596"/>
                  </a:lnTo>
                  <a:lnTo>
                    <a:pt x="1139109" y="494436"/>
                  </a:lnTo>
                  <a:lnTo>
                    <a:pt x="1140181" y="494287"/>
                  </a:lnTo>
                  <a:lnTo>
                    <a:pt x="1141252" y="494147"/>
                  </a:lnTo>
                  <a:lnTo>
                    <a:pt x="1142324" y="494018"/>
                  </a:lnTo>
                  <a:lnTo>
                    <a:pt x="1143395" y="493899"/>
                  </a:lnTo>
                  <a:lnTo>
                    <a:pt x="1144467" y="493790"/>
                  </a:lnTo>
                  <a:lnTo>
                    <a:pt x="1145539" y="493692"/>
                  </a:lnTo>
                  <a:lnTo>
                    <a:pt x="1146610" y="493603"/>
                  </a:lnTo>
                  <a:lnTo>
                    <a:pt x="1147682" y="493525"/>
                  </a:lnTo>
                  <a:lnTo>
                    <a:pt x="1148753" y="493457"/>
                  </a:lnTo>
                  <a:lnTo>
                    <a:pt x="1149825" y="493399"/>
                  </a:lnTo>
                  <a:lnTo>
                    <a:pt x="1150897" y="493351"/>
                  </a:lnTo>
                  <a:lnTo>
                    <a:pt x="1151968" y="493313"/>
                  </a:lnTo>
                  <a:lnTo>
                    <a:pt x="1153040" y="493286"/>
                  </a:lnTo>
                  <a:lnTo>
                    <a:pt x="1154111" y="493268"/>
                  </a:lnTo>
                  <a:lnTo>
                    <a:pt x="1155183" y="493260"/>
                  </a:lnTo>
                  <a:lnTo>
                    <a:pt x="1156255" y="493263"/>
                  </a:lnTo>
                  <a:lnTo>
                    <a:pt x="1157326" y="493275"/>
                  </a:lnTo>
                  <a:lnTo>
                    <a:pt x="1158398" y="493297"/>
                  </a:lnTo>
                  <a:lnTo>
                    <a:pt x="1159469" y="493329"/>
                  </a:lnTo>
                  <a:lnTo>
                    <a:pt x="1160541" y="493371"/>
                  </a:lnTo>
                  <a:lnTo>
                    <a:pt x="1161613" y="493423"/>
                  </a:lnTo>
                  <a:lnTo>
                    <a:pt x="1162684" y="493485"/>
                  </a:lnTo>
                  <a:lnTo>
                    <a:pt x="1163756" y="493556"/>
                  </a:lnTo>
                  <a:lnTo>
                    <a:pt x="1164827" y="493637"/>
                  </a:lnTo>
                  <a:lnTo>
                    <a:pt x="1165899" y="493728"/>
                  </a:lnTo>
                  <a:lnTo>
                    <a:pt x="1166971" y="493829"/>
                  </a:lnTo>
                  <a:lnTo>
                    <a:pt x="1168042" y="493939"/>
                  </a:lnTo>
                  <a:lnTo>
                    <a:pt x="1169114" y="494059"/>
                  </a:lnTo>
                  <a:lnTo>
                    <a:pt x="1170185" y="494188"/>
                  </a:lnTo>
                  <a:lnTo>
                    <a:pt x="1171257" y="494327"/>
                  </a:lnTo>
                  <a:lnTo>
                    <a:pt x="1172329" y="494475"/>
                  </a:lnTo>
                  <a:lnTo>
                    <a:pt x="1173400" y="494633"/>
                  </a:lnTo>
                  <a:lnTo>
                    <a:pt x="1174472" y="494800"/>
                  </a:lnTo>
                  <a:lnTo>
                    <a:pt x="1175543" y="494977"/>
                  </a:lnTo>
                  <a:lnTo>
                    <a:pt x="1176615" y="495163"/>
                  </a:lnTo>
                  <a:lnTo>
                    <a:pt x="1177687" y="495358"/>
                  </a:lnTo>
                  <a:lnTo>
                    <a:pt x="1178758" y="495563"/>
                  </a:lnTo>
                  <a:lnTo>
                    <a:pt x="1179830" y="495777"/>
                  </a:lnTo>
                  <a:lnTo>
                    <a:pt x="1180901" y="496000"/>
                  </a:lnTo>
                  <a:lnTo>
                    <a:pt x="1181973" y="496232"/>
                  </a:lnTo>
                  <a:lnTo>
                    <a:pt x="1183045" y="496474"/>
                  </a:lnTo>
                  <a:lnTo>
                    <a:pt x="1184116" y="496725"/>
                  </a:lnTo>
                  <a:lnTo>
                    <a:pt x="1185188" y="496984"/>
                  </a:lnTo>
                  <a:lnTo>
                    <a:pt x="1186259" y="497253"/>
                  </a:lnTo>
                  <a:lnTo>
                    <a:pt x="1187331" y="497531"/>
                  </a:lnTo>
                  <a:lnTo>
                    <a:pt x="1188403" y="497818"/>
                  </a:lnTo>
                  <a:lnTo>
                    <a:pt x="1189474" y="498113"/>
                  </a:lnTo>
                  <a:lnTo>
                    <a:pt x="1190546" y="498418"/>
                  </a:lnTo>
                  <a:lnTo>
                    <a:pt x="1191617" y="498731"/>
                  </a:lnTo>
                  <a:lnTo>
                    <a:pt x="1192689" y="499054"/>
                  </a:lnTo>
                  <a:lnTo>
                    <a:pt x="1193761" y="499385"/>
                  </a:lnTo>
                  <a:lnTo>
                    <a:pt x="1194832" y="499724"/>
                  </a:lnTo>
                  <a:lnTo>
                    <a:pt x="1195904" y="500073"/>
                  </a:lnTo>
                  <a:lnTo>
                    <a:pt x="1196975" y="500430"/>
                  </a:lnTo>
                  <a:lnTo>
                    <a:pt x="1198047" y="500796"/>
                  </a:lnTo>
                  <a:lnTo>
                    <a:pt x="1199119" y="501170"/>
                  </a:lnTo>
                  <a:lnTo>
                    <a:pt x="1200190" y="501553"/>
                  </a:lnTo>
                  <a:lnTo>
                    <a:pt x="1201262" y="501944"/>
                  </a:lnTo>
                  <a:lnTo>
                    <a:pt x="1202333" y="502344"/>
                  </a:lnTo>
                  <a:lnTo>
                    <a:pt x="1203405" y="502753"/>
                  </a:lnTo>
                  <a:lnTo>
                    <a:pt x="1204477" y="503169"/>
                  </a:lnTo>
                  <a:lnTo>
                    <a:pt x="1205548" y="503594"/>
                  </a:lnTo>
                  <a:lnTo>
                    <a:pt x="1206620" y="504028"/>
                  </a:lnTo>
                  <a:lnTo>
                    <a:pt x="1207691" y="504469"/>
                  </a:lnTo>
                  <a:lnTo>
                    <a:pt x="1208763" y="504919"/>
                  </a:lnTo>
                  <a:lnTo>
                    <a:pt x="1209835" y="505377"/>
                  </a:lnTo>
                  <a:lnTo>
                    <a:pt x="1210906" y="505843"/>
                  </a:lnTo>
                  <a:lnTo>
                    <a:pt x="1211978" y="506317"/>
                  </a:lnTo>
                  <a:lnTo>
                    <a:pt x="1213049" y="506800"/>
                  </a:lnTo>
                  <a:lnTo>
                    <a:pt x="1214121" y="507290"/>
                  </a:lnTo>
                  <a:lnTo>
                    <a:pt x="1215193" y="507788"/>
                  </a:lnTo>
                  <a:lnTo>
                    <a:pt x="1216264" y="508295"/>
                  </a:lnTo>
                  <a:lnTo>
                    <a:pt x="1217336" y="508809"/>
                  </a:lnTo>
                  <a:lnTo>
                    <a:pt x="1218407" y="509331"/>
                  </a:lnTo>
                  <a:lnTo>
                    <a:pt x="1219479" y="509860"/>
                  </a:lnTo>
                  <a:lnTo>
                    <a:pt x="1220551" y="510398"/>
                  </a:lnTo>
                  <a:lnTo>
                    <a:pt x="1221622" y="510943"/>
                  </a:lnTo>
                  <a:lnTo>
                    <a:pt x="1222694" y="511496"/>
                  </a:lnTo>
                  <a:lnTo>
                    <a:pt x="1223765" y="512057"/>
                  </a:lnTo>
                  <a:lnTo>
                    <a:pt x="1224837" y="512625"/>
                  </a:lnTo>
                  <a:lnTo>
                    <a:pt x="1225909" y="513200"/>
                  </a:lnTo>
                  <a:lnTo>
                    <a:pt x="1226980" y="513783"/>
                  </a:lnTo>
                  <a:lnTo>
                    <a:pt x="1228052" y="514374"/>
                  </a:lnTo>
                  <a:lnTo>
                    <a:pt x="1229123" y="514972"/>
                  </a:lnTo>
                  <a:lnTo>
                    <a:pt x="1230195" y="515577"/>
                  </a:lnTo>
                  <a:lnTo>
                    <a:pt x="1231267" y="516190"/>
                  </a:lnTo>
                  <a:lnTo>
                    <a:pt x="1232338" y="516810"/>
                  </a:lnTo>
                  <a:lnTo>
                    <a:pt x="1233410" y="517437"/>
                  </a:lnTo>
                  <a:lnTo>
                    <a:pt x="1234481" y="518072"/>
                  </a:lnTo>
                  <a:lnTo>
                    <a:pt x="1235553" y="518713"/>
                  </a:lnTo>
                  <a:lnTo>
                    <a:pt x="1236625" y="519362"/>
                  </a:lnTo>
                  <a:lnTo>
                    <a:pt x="1237696" y="520018"/>
                  </a:lnTo>
                  <a:lnTo>
                    <a:pt x="1238768" y="520681"/>
                  </a:lnTo>
                  <a:lnTo>
                    <a:pt x="1239839" y="521350"/>
                  </a:lnTo>
                  <a:lnTo>
                    <a:pt x="1240911" y="522027"/>
                  </a:lnTo>
                  <a:lnTo>
                    <a:pt x="1241983" y="522710"/>
                  </a:lnTo>
                  <a:lnTo>
                    <a:pt x="1243054" y="523401"/>
                  </a:lnTo>
                  <a:lnTo>
                    <a:pt x="1244126" y="524098"/>
                  </a:lnTo>
                  <a:lnTo>
                    <a:pt x="1245197" y="524802"/>
                  </a:lnTo>
                  <a:lnTo>
                    <a:pt x="1246269" y="525512"/>
                  </a:lnTo>
                  <a:lnTo>
                    <a:pt x="1247340" y="526230"/>
                  </a:lnTo>
                  <a:lnTo>
                    <a:pt x="1248412" y="526953"/>
                  </a:lnTo>
                  <a:lnTo>
                    <a:pt x="1249484" y="527684"/>
                  </a:lnTo>
                  <a:lnTo>
                    <a:pt x="1250555" y="528421"/>
                  </a:lnTo>
                  <a:lnTo>
                    <a:pt x="1251627" y="529164"/>
                  </a:lnTo>
                  <a:lnTo>
                    <a:pt x="1252698" y="529914"/>
                  </a:lnTo>
                  <a:lnTo>
                    <a:pt x="1253770" y="530670"/>
                  </a:lnTo>
                  <a:lnTo>
                    <a:pt x="1254842" y="531433"/>
                  </a:lnTo>
                  <a:lnTo>
                    <a:pt x="1255913" y="532201"/>
                  </a:lnTo>
                  <a:lnTo>
                    <a:pt x="1256985" y="532976"/>
                  </a:lnTo>
                  <a:lnTo>
                    <a:pt x="1258056" y="533758"/>
                  </a:lnTo>
                  <a:lnTo>
                    <a:pt x="1259128" y="534545"/>
                  </a:lnTo>
                  <a:lnTo>
                    <a:pt x="1260200" y="535339"/>
                  </a:lnTo>
                  <a:lnTo>
                    <a:pt x="1261271" y="536138"/>
                  </a:lnTo>
                  <a:lnTo>
                    <a:pt x="1262343" y="536944"/>
                  </a:lnTo>
                  <a:lnTo>
                    <a:pt x="1263414" y="537755"/>
                  </a:lnTo>
                  <a:lnTo>
                    <a:pt x="1264486" y="538573"/>
                  </a:lnTo>
                  <a:lnTo>
                    <a:pt x="1265558" y="539396"/>
                  </a:lnTo>
                  <a:lnTo>
                    <a:pt x="1266629" y="540225"/>
                  </a:lnTo>
                  <a:lnTo>
                    <a:pt x="1267701" y="541060"/>
                  </a:lnTo>
                  <a:lnTo>
                    <a:pt x="1268772" y="541900"/>
                  </a:lnTo>
                  <a:lnTo>
                    <a:pt x="1269844" y="542747"/>
                  </a:lnTo>
                  <a:lnTo>
                    <a:pt x="1270916" y="543599"/>
                  </a:lnTo>
                  <a:lnTo>
                    <a:pt x="1271987" y="544456"/>
                  </a:lnTo>
                  <a:lnTo>
                    <a:pt x="1273059" y="545319"/>
                  </a:lnTo>
                  <a:lnTo>
                    <a:pt x="1274130" y="546188"/>
                  </a:lnTo>
                  <a:lnTo>
                    <a:pt x="1275202" y="547062"/>
                  </a:lnTo>
                  <a:lnTo>
                    <a:pt x="1276274" y="547941"/>
                  </a:lnTo>
                  <a:lnTo>
                    <a:pt x="1277345" y="548826"/>
                  </a:lnTo>
                  <a:lnTo>
                    <a:pt x="1278417" y="549716"/>
                  </a:lnTo>
                  <a:lnTo>
                    <a:pt x="1279488" y="550611"/>
                  </a:lnTo>
                  <a:lnTo>
                    <a:pt x="1280560" y="551512"/>
                  </a:lnTo>
                  <a:lnTo>
                    <a:pt x="1281632" y="552418"/>
                  </a:lnTo>
                  <a:lnTo>
                    <a:pt x="1282703" y="553329"/>
                  </a:lnTo>
                  <a:lnTo>
                    <a:pt x="1283775" y="554245"/>
                  </a:lnTo>
                  <a:lnTo>
                    <a:pt x="1284846" y="555166"/>
                  </a:lnTo>
                  <a:lnTo>
                    <a:pt x="1285918" y="556092"/>
                  </a:lnTo>
                  <a:lnTo>
                    <a:pt x="1286990" y="557022"/>
                  </a:lnTo>
                  <a:lnTo>
                    <a:pt x="1288061" y="557958"/>
                  </a:lnTo>
                  <a:lnTo>
                    <a:pt x="1289133" y="558899"/>
                  </a:lnTo>
                  <a:lnTo>
                    <a:pt x="1290204" y="559844"/>
                  </a:lnTo>
                  <a:lnTo>
                    <a:pt x="1291276" y="560794"/>
                  </a:lnTo>
                  <a:lnTo>
                    <a:pt x="1292348" y="561749"/>
                  </a:lnTo>
                  <a:lnTo>
                    <a:pt x="1293419" y="562709"/>
                  </a:lnTo>
                  <a:lnTo>
                    <a:pt x="1294491" y="563673"/>
                  </a:lnTo>
                  <a:lnTo>
                    <a:pt x="1295562" y="564642"/>
                  </a:lnTo>
                  <a:lnTo>
                    <a:pt x="1296634" y="565615"/>
                  </a:lnTo>
                  <a:lnTo>
                    <a:pt x="1297706" y="566592"/>
                  </a:lnTo>
                  <a:lnTo>
                    <a:pt x="1298777" y="567575"/>
                  </a:lnTo>
                  <a:lnTo>
                    <a:pt x="1299849" y="568561"/>
                  </a:lnTo>
                  <a:lnTo>
                    <a:pt x="1300920" y="569552"/>
                  </a:lnTo>
                  <a:lnTo>
                    <a:pt x="1301992" y="570547"/>
                  </a:lnTo>
                  <a:lnTo>
                    <a:pt x="1303064" y="571546"/>
                  </a:lnTo>
                  <a:lnTo>
                    <a:pt x="1304135" y="572550"/>
                  </a:lnTo>
                  <a:lnTo>
                    <a:pt x="1305207" y="573557"/>
                  </a:lnTo>
                  <a:lnTo>
                    <a:pt x="1306278" y="574569"/>
                  </a:lnTo>
                  <a:lnTo>
                    <a:pt x="1307350" y="575585"/>
                  </a:lnTo>
                  <a:lnTo>
                    <a:pt x="1308422" y="576605"/>
                  </a:lnTo>
                  <a:lnTo>
                    <a:pt x="1309493" y="577628"/>
                  </a:lnTo>
                  <a:lnTo>
                    <a:pt x="1310565" y="578656"/>
                  </a:lnTo>
                  <a:lnTo>
                    <a:pt x="1311636" y="579688"/>
                  </a:lnTo>
                  <a:lnTo>
                    <a:pt x="1312708" y="580723"/>
                  </a:lnTo>
                  <a:lnTo>
                    <a:pt x="1313780" y="581762"/>
                  </a:lnTo>
                  <a:lnTo>
                    <a:pt x="1314851" y="582805"/>
                  </a:lnTo>
                  <a:lnTo>
                    <a:pt x="1315923" y="583852"/>
                  </a:lnTo>
                  <a:lnTo>
                    <a:pt x="1316994" y="584902"/>
                  </a:lnTo>
                  <a:lnTo>
                    <a:pt x="1318066" y="585955"/>
                  </a:lnTo>
                  <a:lnTo>
                    <a:pt x="1319138" y="587013"/>
                  </a:lnTo>
                  <a:lnTo>
                    <a:pt x="1320209" y="588074"/>
                  </a:lnTo>
                  <a:lnTo>
                    <a:pt x="1321281" y="589138"/>
                  </a:lnTo>
                  <a:lnTo>
                    <a:pt x="1322352" y="590205"/>
                  </a:lnTo>
                  <a:lnTo>
                    <a:pt x="1323424" y="591276"/>
                  </a:lnTo>
                  <a:lnTo>
                    <a:pt x="1324496" y="592351"/>
                  </a:lnTo>
                  <a:lnTo>
                    <a:pt x="1325567" y="593428"/>
                  </a:lnTo>
                  <a:lnTo>
                    <a:pt x="1326639" y="594509"/>
                  </a:lnTo>
                  <a:lnTo>
                    <a:pt x="1327710" y="595593"/>
                  </a:lnTo>
                  <a:lnTo>
                    <a:pt x="1328782" y="596680"/>
                  </a:lnTo>
                  <a:lnTo>
                    <a:pt x="1329854" y="597770"/>
                  </a:lnTo>
                  <a:lnTo>
                    <a:pt x="1330925" y="598864"/>
                  </a:lnTo>
                  <a:lnTo>
                    <a:pt x="1331997" y="599960"/>
                  </a:lnTo>
                  <a:lnTo>
                    <a:pt x="1333068" y="601059"/>
                  </a:lnTo>
                  <a:lnTo>
                    <a:pt x="1334140" y="602161"/>
                  </a:lnTo>
                  <a:lnTo>
                    <a:pt x="1335212" y="603266"/>
                  </a:lnTo>
                  <a:lnTo>
                    <a:pt x="1336283" y="604374"/>
                  </a:lnTo>
                  <a:lnTo>
                    <a:pt x="1337355" y="605484"/>
                  </a:lnTo>
                  <a:lnTo>
                    <a:pt x="1338426" y="606597"/>
                  </a:lnTo>
                  <a:lnTo>
                    <a:pt x="1339498" y="607713"/>
                  </a:lnTo>
                  <a:lnTo>
                    <a:pt x="1340570" y="608832"/>
                  </a:lnTo>
                  <a:lnTo>
                    <a:pt x="1341641" y="609953"/>
                  </a:lnTo>
                  <a:lnTo>
                    <a:pt x="1342713" y="611077"/>
                  </a:lnTo>
                  <a:lnTo>
                    <a:pt x="1343784" y="612203"/>
                  </a:lnTo>
                  <a:lnTo>
                    <a:pt x="1344856" y="613331"/>
                  </a:lnTo>
                  <a:lnTo>
                    <a:pt x="1345928" y="614463"/>
                  </a:lnTo>
                  <a:lnTo>
                    <a:pt x="1346999" y="615596"/>
                  </a:lnTo>
                  <a:lnTo>
                    <a:pt x="1348071" y="616732"/>
                  </a:lnTo>
                  <a:lnTo>
                    <a:pt x="1349142" y="617870"/>
                  </a:lnTo>
                  <a:lnTo>
                    <a:pt x="1350214" y="619010"/>
                  </a:lnTo>
                  <a:lnTo>
                    <a:pt x="1351286" y="620152"/>
                  </a:lnTo>
                  <a:lnTo>
                    <a:pt x="1352357" y="621297"/>
                  </a:lnTo>
                  <a:lnTo>
                    <a:pt x="1353429" y="622444"/>
                  </a:lnTo>
                  <a:lnTo>
                    <a:pt x="1354500" y="623592"/>
                  </a:lnTo>
                  <a:lnTo>
                    <a:pt x="1355572" y="624743"/>
                  </a:lnTo>
                  <a:lnTo>
                    <a:pt x="1356644" y="625896"/>
                  </a:lnTo>
                  <a:lnTo>
                    <a:pt x="1357715" y="627050"/>
                  </a:lnTo>
                  <a:lnTo>
                    <a:pt x="1358787" y="628207"/>
                  </a:lnTo>
                  <a:lnTo>
                    <a:pt x="1359858" y="629365"/>
                  </a:lnTo>
                  <a:lnTo>
                    <a:pt x="1360930" y="630526"/>
                  </a:lnTo>
                  <a:lnTo>
                    <a:pt x="1362002" y="631688"/>
                  </a:lnTo>
                  <a:lnTo>
                    <a:pt x="1363073" y="632851"/>
                  </a:lnTo>
                  <a:lnTo>
                    <a:pt x="1364145" y="634016"/>
                  </a:lnTo>
                  <a:lnTo>
                    <a:pt x="1365216" y="635183"/>
                  </a:lnTo>
                  <a:lnTo>
                    <a:pt x="1366288" y="636352"/>
                  </a:lnTo>
                  <a:lnTo>
                    <a:pt x="1367360" y="637522"/>
                  </a:lnTo>
                  <a:lnTo>
                    <a:pt x="1368431" y="638694"/>
                  </a:lnTo>
                  <a:lnTo>
                    <a:pt x="1369503" y="639867"/>
                  </a:lnTo>
                  <a:lnTo>
                    <a:pt x="1370574" y="641041"/>
                  </a:lnTo>
                  <a:lnTo>
                    <a:pt x="1371646" y="642217"/>
                  </a:lnTo>
                  <a:lnTo>
                    <a:pt x="1372718" y="643394"/>
                  </a:lnTo>
                  <a:lnTo>
                    <a:pt x="1373789" y="644572"/>
                  </a:lnTo>
                  <a:lnTo>
                    <a:pt x="1374861" y="645752"/>
                  </a:lnTo>
                  <a:lnTo>
                    <a:pt x="1375932" y="646933"/>
                  </a:lnTo>
                  <a:lnTo>
                    <a:pt x="1377004" y="648115"/>
                  </a:lnTo>
                  <a:lnTo>
                    <a:pt x="1378076" y="649298"/>
                  </a:lnTo>
                  <a:lnTo>
                    <a:pt x="1379147" y="650482"/>
                  </a:lnTo>
                  <a:lnTo>
                    <a:pt x="1380219" y="651667"/>
                  </a:lnTo>
                  <a:lnTo>
                    <a:pt x="1381290" y="652854"/>
                  </a:lnTo>
                  <a:lnTo>
                    <a:pt x="1382362" y="654041"/>
                  </a:lnTo>
                  <a:lnTo>
                    <a:pt x="1383434" y="655229"/>
                  </a:lnTo>
                  <a:lnTo>
                    <a:pt x="1384505" y="656418"/>
                  </a:lnTo>
                  <a:lnTo>
                    <a:pt x="1385577" y="657608"/>
                  </a:lnTo>
                  <a:lnTo>
                    <a:pt x="1386648" y="658798"/>
                  </a:lnTo>
                  <a:lnTo>
                    <a:pt x="1387720" y="659990"/>
                  </a:lnTo>
                  <a:lnTo>
                    <a:pt x="1388792" y="661182"/>
                  </a:lnTo>
                  <a:lnTo>
                    <a:pt x="1389863" y="662374"/>
                  </a:lnTo>
                  <a:lnTo>
                    <a:pt x="1390935" y="663568"/>
                  </a:lnTo>
                  <a:lnTo>
                    <a:pt x="1392006" y="664762"/>
                  </a:lnTo>
                  <a:lnTo>
                    <a:pt x="1393078" y="665956"/>
                  </a:lnTo>
                  <a:lnTo>
                    <a:pt x="1394150" y="667151"/>
                  </a:lnTo>
                  <a:lnTo>
                    <a:pt x="1395221" y="668347"/>
                  </a:lnTo>
                  <a:lnTo>
                    <a:pt x="1396293" y="669542"/>
                  </a:lnTo>
                  <a:lnTo>
                    <a:pt x="1397364" y="670739"/>
                  </a:lnTo>
                  <a:lnTo>
                    <a:pt x="1398436" y="671935"/>
                  </a:lnTo>
                  <a:lnTo>
                    <a:pt x="1399508" y="673132"/>
                  </a:lnTo>
                  <a:lnTo>
                    <a:pt x="1400579" y="674329"/>
                  </a:lnTo>
                  <a:lnTo>
                    <a:pt x="1401651" y="675527"/>
                  </a:lnTo>
                  <a:lnTo>
                    <a:pt x="1402722" y="676724"/>
                  </a:lnTo>
                  <a:lnTo>
                    <a:pt x="1403794" y="677922"/>
                  </a:lnTo>
                  <a:lnTo>
                    <a:pt x="1404866" y="679120"/>
                  </a:lnTo>
                  <a:lnTo>
                    <a:pt x="1405937" y="680318"/>
                  </a:lnTo>
                  <a:lnTo>
                    <a:pt x="1407009" y="681516"/>
                  </a:lnTo>
                  <a:lnTo>
                    <a:pt x="1408080" y="682714"/>
                  </a:lnTo>
                  <a:lnTo>
                    <a:pt x="1409152" y="683912"/>
                  </a:lnTo>
                  <a:lnTo>
                    <a:pt x="1410224" y="685110"/>
                  </a:lnTo>
                  <a:lnTo>
                    <a:pt x="1411295" y="686307"/>
                  </a:lnTo>
                  <a:lnTo>
                    <a:pt x="1412367" y="687505"/>
                  </a:lnTo>
                  <a:lnTo>
                    <a:pt x="1413438" y="688702"/>
                  </a:lnTo>
                  <a:lnTo>
                    <a:pt x="1414510" y="689899"/>
                  </a:lnTo>
                  <a:lnTo>
                    <a:pt x="1415582" y="691096"/>
                  </a:lnTo>
                  <a:lnTo>
                    <a:pt x="1416653" y="692293"/>
                  </a:lnTo>
                  <a:lnTo>
                    <a:pt x="1417725" y="693489"/>
                  </a:lnTo>
                  <a:lnTo>
                    <a:pt x="1418796" y="694684"/>
                  </a:lnTo>
                  <a:lnTo>
                    <a:pt x="1419868" y="695880"/>
                  </a:lnTo>
                  <a:lnTo>
                    <a:pt x="1420939" y="697075"/>
                  </a:lnTo>
                  <a:lnTo>
                    <a:pt x="1422011" y="698269"/>
                  </a:lnTo>
                  <a:lnTo>
                    <a:pt x="1423083" y="699463"/>
                  </a:lnTo>
                  <a:lnTo>
                    <a:pt x="1424154" y="700656"/>
                  </a:lnTo>
                  <a:lnTo>
                    <a:pt x="1425226" y="701849"/>
                  </a:lnTo>
                  <a:lnTo>
                    <a:pt x="1426297" y="703041"/>
                  </a:lnTo>
                  <a:lnTo>
                    <a:pt x="1427369" y="704232"/>
                  </a:lnTo>
                  <a:lnTo>
                    <a:pt x="1428441" y="705423"/>
                  </a:lnTo>
                  <a:lnTo>
                    <a:pt x="1429512" y="706613"/>
                  </a:lnTo>
                  <a:lnTo>
                    <a:pt x="1430584" y="707802"/>
                  </a:lnTo>
                  <a:lnTo>
                    <a:pt x="1431655" y="708990"/>
                  </a:lnTo>
                  <a:lnTo>
                    <a:pt x="1432727" y="710177"/>
                  </a:lnTo>
                  <a:lnTo>
                    <a:pt x="1433799" y="711364"/>
                  </a:lnTo>
                  <a:lnTo>
                    <a:pt x="1434870" y="712549"/>
                  </a:lnTo>
                  <a:lnTo>
                    <a:pt x="1435942" y="713734"/>
                  </a:lnTo>
                  <a:lnTo>
                    <a:pt x="1437013" y="714917"/>
                  </a:lnTo>
                  <a:lnTo>
                    <a:pt x="1438085" y="716100"/>
                  </a:lnTo>
                  <a:lnTo>
                    <a:pt x="1439157" y="717281"/>
                  </a:lnTo>
                  <a:lnTo>
                    <a:pt x="1440228" y="718462"/>
                  </a:lnTo>
                  <a:lnTo>
                    <a:pt x="1441300" y="719641"/>
                  </a:lnTo>
                  <a:lnTo>
                    <a:pt x="1442371" y="720819"/>
                  </a:lnTo>
                  <a:lnTo>
                    <a:pt x="1443443" y="721996"/>
                  </a:lnTo>
                  <a:lnTo>
                    <a:pt x="1444515" y="723171"/>
                  </a:lnTo>
                  <a:lnTo>
                    <a:pt x="1445586" y="724345"/>
                  </a:lnTo>
                  <a:lnTo>
                    <a:pt x="1446658" y="725518"/>
                  </a:lnTo>
                  <a:lnTo>
                    <a:pt x="1447729" y="726690"/>
                  </a:lnTo>
                  <a:lnTo>
                    <a:pt x="1448801" y="727860"/>
                  </a:lnTo>
                  <a:lnTo>
                    <a:pt x="1449873" y="729029"/>
                  </a:lnTo>
                  <a:lnTo>
                    <a:pt x="1450944" y="730196"/>
                  </a:lnTo>
                  <a:lnTo>
                    <a:pt x="1452016" y="731362"/>
                  </a:lnTo>
                  <a:lnTo>
                    <a:pt x="1453087" y="732526"/>
                  </a:lnTo>
                  <a:lnTo>
                    <a:pt x="1454159" y="733688"/>
                  </a:lnTo>
                  <a:lnTo>
                    <a:pt x="1455231" y="734850"/>
                  </a:lnTo>
                  <a:lnTo>
                    <a:pt x="1456302" y="736009"/>
                  </a:lnTo>
                  <a:lnTo>
                    <a:pt x="1457374" y="737167"/>
                  </a:lnTo>
                  <a:lnTo>
                    <a:pt x="1458445" y="738323"/>
                  </a:lnTo>
                  <a:lnTo>
                    <a:pt x="1459517" y="739477"/>
                  </a:lnTo>
                  <a:lnTo>
                    <a:pt x="1460589" y="740630"/>
                  </a:lnTo>
                  <a:lnTo>
                    <a:pt x="1461660" y="741780"/>
                  </a:lnTo>
                  <a:lnTo>
                    <a:pt x="1462732" y="742929"/>
                  </a:lnTo>
                  <a:lnTo>
                    <a:pt x="1463803" y="744077"/>
                  </a:lnTo>
                  <a:lnTo>
                    <a:pt x="1464875" y="745222"/>
                  </a:lnTo>
                  <a:lnTo>
                    <a:pt x="1465947" y="746365"/>
                  </a:lnTo>
                  <a:lnTo>
                    <a:pt x="1467018" y="747506"/>
                  </a:lnTo>
                  <a:lnTo>
                    <a:pt x="1468090" y="748646"/>
                  </a:lnTo>
                  <a:lnTo>
                    <a:pt x="1469161" y="749783"/>
                  </a:lnTo>
                  <a:lnTo>
                    <a:pt x="1470233" y="750918"/>
                  </a:lnTo>
                  <a:lnTo>
                    <a:pt x="1471305" y="752051"/>
                  </a:lnTo>
                  <a:lnTo>
                    <a:pt x="1472376" y="753182"/>
                  </a:lnTo>
                  <a:lnTo>
                    <a:pt x="1473448" y="754311"/>
                  </a:lnTo>
                  <a:lnTo>
                    <a:pt x="1474519" y="755438"/>
                  </a:lnTo>
                  <a:lnTo>
                    <a:pt x="1475591" y="756562"/>
                  </a:lnTo>
                  <a:lnTo>
                    <a:pt x="1476663" y="757685"/>
                  </a:lnTo>
                  <a:lnTo>
                    <a:pt x="1477734" y="758805"/>
                  </a:lnTo>
                  <a:lnTo>
                    <a:pt x="1478806" y="759922"/>
                  </a:lnTo>
                  <a:lnTo>
                    <a:pt x="1479877" y="761038"/>
                  </a:lnTo>
                  <a:lnTo>
                    <a:pt x="1480949" y="762151"/>
                  </a:lnTo>
                  <a:lnTo>
                    <a:pt x="1482021" y="763261"/>
                  </a:lnTo>
                  <a:lnTo>
                    <a:pt x="1483092" y="764369"/>
                  </a:lnTo>
                  <a:lnTo>
                    <a:pt x="1484164" y="765475"/>
                  </a:lnTo>
                  <a:lnTo>
                    <a:pt x="1485235" y="766578"/>
                  </a:lnTo>
                  <a:lnTo>
                    <a:pt x="1486307" y="767679"/>
                  </a:lnTo>
                  <a:lnTo>
                    <a:pt x="1487379" y="768777"/>
                  </a:lnTo>
                  <a:lnTo>
                    <a:pt x="1488450" y="769872"/>
                  </a:lnTo>
                  <a:lnTo>
                    <a:pt x="1489522" y="770965"/>
                  </a:lnTo>
                  <a:lnTo>
                    <a:pt x="1490593" y="772055"/>
                  </a:lnTo>
                  <a:lnTo>
                    <a:pt x="1491665" y="773143"/>
                  </a:lnTo>
                  <a:lnTo>
                    <a:pt x="1492737" y="774228"/>
                  </a:lnTo>
                  <a:lnTo>
                    <a:pt x="1493808" y="775310"/>
                  </a:lnTo>
                  <a:lnTo>
                    <a:pt x="1494880" y="776389"/>
                  </a:lnTo>
                  <a:lnTo>
                    <a:pt x="1495951" y="777466"/>
                  </a:lnTo>
                  <a:lnTo>
                    <a:pt x="1497023" y="778540"/>
                  </a:lnTo>
                  <a:lnTo>
                    <a:pt x="1498095" y="779610"/>
                  </a:lnTo>
                  <a:lnTo>
                    <a:pt x="1499166" y="780679"/>
                  </a:lnTo>
                  <a:lnTo>
                    <a:pt x="1500238" y="781744"/>
                  </a:lnTo>
                  <a:lnTo>
                    <a:pt x="1501309" y="782806"/>
                  </a:lnTo>
                  <a:lnTo>
                    <a:pt x="1502381" y="783865"/>
                  </a:lnTo>
                  <a:lnTo>
                    <a:pt x="1503453" y="784921"/>
                  </a:lnTo>
                  <a:lnTo>
                    <a:pt x="1504524" y="785974"/>
                  </a:lnTo>
                  <a:lnTo>
                    <a:pt x="1505596" y="787025"/>
                  </a:lnTo>
                  <a:lnTo>
                    <a:pt x="1506667" y="788072"/>
                  </a:lnTo>
                  <a:lnTo>
                    <a:pt x="1507739" y="789116"/>
                  </a:lnTo>
                  <a:lnTo>
                    <a:pt x="1508811" y="790156"/>
                  </a:lnTo>
                  <a:lnTo>
                    <a:pt x="1509882" y="791194"/>
                  </a:lnTo>
                  <a:lnTo>
                    <a:pt x="1510954" y="792229"/>
                  </a:lnTo>
                  <a:lnTo>
                    <a:pt x="1512025" y="793260"/>
                  </a:lnTo>
                  <a:lnTo>
                    <a:pt x="1513097" y="794288"/>
                  </a:lnTo>
                  <a:lnTo>
                    <a:pt x="1514169" y="795313"/>
                  </a:lnTo>
                  <a:lnTo>
                    <a:pt x="1515240" y="796334"/>
                  </a:lnTo>
                  <a:lnTo>
                    <a:pt x="1516312" y="797352"/>
                  </a:lnTo>
                  <a:lnTo>
                    <a:pt x="1517383" y="798367"/>
                  </a:lnTo>
                  <a:lnTo>
                    <a:pt x="1518455" y="799378"/>
                  </a:lnTo>
                  <a:lnTo>
                    <a:pt x="1519527" y="800386"/>
                  </a:lnTo>
                  <a:lnTo>
                    <a:pt x="1520598" y="801391"/>
                  </a:lnTo>
                  <a:lnTo>
                    <a:pt x="1521670" y="802392"/>
                  </a:lnTo>
                  <a:lnTo>
                    <a:pt x="1522741" y="803389"/>
                  </a:lnTo>
                  <a:lnTo>
                    <a:pt x="1523813" y="804383"/>
                  </a:lnTo>
                  <a:lnTo>
                    <a:pt x="1524885" y="805374"/>
                  </a:lnTo>
                  <a:lnTo>
                    <a:pt x="1525956" y="806361"/>
                  </a:lnTo>
                  <a:lnTo>
                    <a:pt x="1527028" y="807344"/>
                  </a:lnTo>
                  <a:lnTo>
                    <a:pt x="1528099" y="808324"/>
                  </a:lnTo>
                  <a:lnTo>
                    <a:pt x="1529171" y="809300"/>
                  </a:lnTo>
                  <a:lnTo>
                    <a:pt x="1530243" y="810272"/>
                  </a:lnTo>
                  <a:lnTo>
                    <a:pt x="1531314" y="811241"/>
                  </a:lnTo>
                  <a:lnTo>
                    <a:pt x="1532386" y="812206"/>
                  </a:lnTo>
                  <a:lnTo>
                    <a:pt x="1533457" y="813167"/>
                  </a:lnTo>
                  <a:lnTo>
                    <a:pt x="1534529" y="814124"/>
                  </a:lnTo>
                  <a:lnTo>
                    <a:pt x="1535601" y="815078"/>
                  </a:lnTo>
                  <a:lnTo>
                    <a:pt x="1536672" y="816028"/>
                  </a:lnTo>
                  <a:lnTo>
                    <a:pt x="1537744" y="816973"/>
                  </a:lnTo>
                  <a:lnTo>
                    <a:pt x="1538815" y="817915"/>
                  </a:lnTo>
                  <a:lnTo>
                    <a:pt x="1539887" y="818854"/>
                  </a:lnTo>
                  <a:lnTo>
                    <a:pt x="1540959" y="819788"/>
                  </a:lnTo>
                  <a:lnTo>
                    <a:pt x="1542030" y="820718"/>
                  </a:lnTo>
                  <a:lnTo>
                    <a:pt x="1543102" y="821644"/>
                  </a:lnTo>
                  <a:lnTo>
                    <a:pt x="1544173" y="822567"/>
                  </a:lnTo>
                  <a:lnTo>
                    <a:pt x="1545245" y="823485"/>
                  </a:lnTo>
                  <a:lnTo>
                    <a:pt x="1546317" y="824399"/>
                  </a:lnTo>
                  <a:lnTo>
                    <a:pt x="1547388" y="825309"/>
                  </a:lnTo>
                  <a:lnTo>
                    <a:pt x="1548460" y="826215"/>
                  </a:lnTo>
                  <a:lnTo>
                    <a:pt x="1549531" y="827117"/>
                  </a:lnTo>
                  <a:lnTo>
                    <a:pt x="1550603" y="828014"/>
                  </a:lnTo>
                  <a:lnTo>
                    <a:pt x="1551675" y="828908"/>
                  </a:lnTo>
                  <a:lnTo>
                    <a:pt x="1552746" y="829797"/>
                  </a:lnTo>
                  <a:lnTo>
                    <a:pt x="1553818" y="830682"/>
                  </a:lnTo>
                  <a:lnTo>
                    <a:pt x="1554889" y="831563"/>
                  </a:lnTo>
                  <a:lnTo>
                    <a:pt x="1555961" y="832440"/>
                  </a:lnTo>
                  <a:lnTo>
                    <a:pt x="1557033" y="833312"/>
                  </a:lnTo>
                  <a:lnTo>
                    <a:pt x="1558104" y="834180"/>
                  </a:lnTo>
                  <a:lnTo>
                    <a:pt x="1559176" y="835044"/>
                  </a:lnTo>
                  <a:lnTo>
                    <a:pt x="1560247" y="835903"/>
                  </a:lnTo>
                  <a:lnTo>
                    <a:pt x="1561319" y="836758"/>
                  </a:lnTo>
                  <a:lnTo>
                    <a:pt x="1562391" y="837608"/>
                  </a:lnTo>
                  <a:lnTo>
                    <a:pt x="1563462" y="838454"/>
                  </a:lnTo>
                  <a:lnTo>
                    <a:pt x="1564534" y="839296"/>
                  </a:lnTo>
                  <a:lnTo>
                    <a:pt x="1565605" y="840133"/>
                  </a:lnTo>
                  <a:lnTo>
                    <a:pt x="1566677" y="840965"/>
                  </a:lnTo>
                  <a:lnTo>
                    <a:pt x="1567749" y="841793"/>
                  </a:lnTo>
                  <a:lnTo>
                    <a:pt x="1568820" y="842617"/>
                  </a:lnTo>
                  <a:lnTo>
                    <a:pt x="1569892" y="843436"/>
                  </a:lnTo>
                  <a:lnTo>
                    <a:pt x="1570963" y="844250"/>
                  </a:lnTo>
                  <a:lnTo>
                    <a:pt x="1572035" y="845060"/>
                  </a:lnTo>
                  <a:lnTo>
                    <a:pt x="1573107" y="845865"/>
                  </a:lnTo>
                  <a:lnTo>
                    <a:pt x="1574178" y="846665"/>
                  </a:lnTo>
                  <a:lnTo>
                    <a:pt x="1575250" y="847461"/>
                  </a:lnTo>
                  <a:lnTo>
                    <a:pt x="1576321" y="848252"/>
                  </a:lnTo>
                  <a:lnTo>
                    <a:pt x="1577393" y="849038"/>
                  </a:lnTo>
                  <a:lnTo>
                    <a:pt x="1578465" y="849820"/>
                  </a:lnTo>
                  <a:lnTo>
                    <a:pt x="1579536" y="850597"/>
                  </a:lnTo>
                  <a:lnTo>
                    <a:pt x="1580608" y="851369"/>
                  </a:lnTo>
                  <a:lnTo>
                    <a:pt x="1581679" y="852136"/>
                  </a:lnTo>
                  <a:lnTo>
                    <a:pt x="1582751" y="852898"/>
                  </a:lnTo>
                  <a:lnTo>
                    <a:pt x="1583823" y="853656"/>
                  </a:lnTo>
                  <a:lnTo>
                    <a:pt x="1584894" y="854408"/>
                  </a:lnTo>
                  <a:lnTo>
                    <a:pt x="1585966" y="855156"/>
                  </a:lnTo>
                  <a:lnTo>
                    <a:pt x="1587037" y="855899"/>
                  </a:lnTo>
                  <a:lnTo>
                    <a:pt x="1588109" y="856636"/>
                  </a:lnTo>
                  <a:lnTo>
                    <a:pt x="1589181" y="857369"/>
                  </a:lnTo>
                  <a:lnTo>
                    <a:pt x="1590252" y="858097"/>
                  </a:lnTo>
                  <a:lnTo>
                    <a:pt x="1591324" y="858820"/>
                  </a:lnTo>
                  <a:lnTo>
                    <a:pt x="1592395" y="859538"/>
                  </a:lnTo>
                  <a:lnTo>
                    <a:pt x="1593467" y="860251"/>
                  </a:lnTo>
                  <a:lnTo>
                    <a:pt x="1594539" y="860959"/>
                  </a:lnTo>
                  <a:lnTo>
                    <a:pt x="1595610" y="861661"/>
                  </a:lnTo>
                  <a:lnTo>
                    <a:pt x="1596682" y="862359"/>
                  </a:lnTo>
                  <a:lnTo>
                    <a:pt x="1597753" y="863052"/>
                  </a:lnTo>
                  <a:lnTo>
                    <a:pt x="1598825" y="863739"/>
                  </a:lnTo>
                  <a:lnTo>
                    <a:pt x="1599896" y="864421"/>
                  </a:lnTo>
                  <a:lnTo>
                    <a:pt x="1600968" y="865098"/>
                  </a:lnTo>
                  <a:lnTo>
                    <a:pt x="1602040" y="865770"/>
                  </a:lnTo>
                  <a:lnTo>
                    <a:pt x="1603111" y="866437"/>
                  </a:lnTo>
                  <a:lnTo>
                    <a:pt x="1604183" y="867098"/>
                  </a:lnTo>
                  <a:lnTo>
                    <a:pt x="1605254" y="867754"/>
                  </a:lnTo>
                  <a:lnTo>
                    <a:pt x="1606326" y="868405"/>
                  </a:lnTo>
                  <a:lnTo>
                    <a:pt x="1607398" y="869050"/>
                  </a:lnTo>
                  <a:lnTo>
                    <a:pt x="1608469" y="869691"/>
                  </a:lnTo>
                  <a:lnTo>
                    <a:pt x="1609541" y="870326"/>
                  </a:lnTo>
                  <a:lnTo>
                    <a:pt x="1610612" y="870955"/>
                  </a:lnTo>
                  <a:lnTo>
                    <a:pt x="1611684" y="871579"/>
                  </a:lnTo>
                  <a:lnTo>
                    <a:pt x="1612756" y="872198"/>
                  </a:lnTo>
                  <a:lnTo>
                    <a:pt x="1613827" y="872812"/>
                  </a:lnTo>
                  <a:lnTo>
                    <a:pt x="1614899" y="873420"/>
                  </a:lnTo>
                  <a:lnTo>
                    <a:pt x="1615970" y="874022"/>
                  </a:lnTo>
                  <a:lnTo>
                    <a:pt x="1617042" y="874619"/>
                  </a:lnTo>
                  <a:lnTo>
                    <a:pt x="1618114" y="875211"/>
                  </a:lnTo>
                  <a:lnTo>
                    <a:pt x="1619185" y="875797"/>
                  </a:lnTo>
                  <a:lnTo>
                    <a:pt x="1620257" y="876377"/>
                  </a:lnTo>
                  <a:lnTo>
                    <a:pt x="1621328" y="876953"/>
                  </a:lnTo>
                  <a:lnTo>
                    <a:pt x="1622400" y="877522"/>
                  </a:lnTo>
                  <a:lnTo>
                    <a:pt x="1623472" y="878086"/>
                  </a:lnTo>
                  <a:lnTo>
                    <a:pt x="1624543" y="878644"/>
                  </a:lnTo>
                  <a:lnTo>
                    <a:pt x="1625615" y="879197"/>
                  </a:lnTo>
                  <a:lnTo>
                    <a:pt x="1626686" y="879744"/>
                  </a:lnTo>
                  <a:lnTo>
                    <a:pt x="1627758" y="880286"/>
                  </a:lnTo>
                  <a:lnTo>
                    <a:pt x="1628830" y="880822"/>
                  </a:lnTo>
                  <a:lnTo>
                    <a:pt x="1629901" y="881352"/>
                  </a:lnTo>
                  <a:lnTo>
                    <a:pt x="1630973" y="881877"/>
                  </a:lnTo>
                  <a:lnTo>
                    <a:pt x="1632044" y="882396"/>
                  </a:lnTo>
                  <a:lnTo>
                    <a:pt x="1633116" y="882909"/>
                  </a:lnTo>
                  <a:lnTo>
                    <a:pt x="1634188" y="883416"/>
                  </a:lnTo>
                  <a:lnTo>
                    <a:pt x="1635259" y="883918"/>
                  </a:lnTo>
                  <a:lnTo>
                    <a:pt x="1636331" y="884414"/>
                  </a:lnTo>
                  <a:lnTo>
                    <a:pt x="1637402" y="884904"/>
                  </a:lnTo>
                  <a:lnTo>
                    <a:pt x="1638474" y="885389"/>
                  </a:lnTo>
                  <a:lnTo>
                    <a:pt x="1639546" y="885867"/>
                  </a:lnTo>
                  <a:lnTo>
                    <a:pt x="1640617" y="886340"/>
                  </a:lnTo>
                  <a:lnTo>
                    <a:pt x="1641689" y="886807"/>
                  </a:lnTo>
                  <a:lnTo>
                    <a:pt x="1642760" y="887268"/>
                  </a:lnTo>
                  <a:lnTo>
                    <a:pt x="1643832" y="887724"/>
                  </a:lnTo>
                  <a:lnTo>
                    <a:pt x="1644904" y="888173"/>
                  </a:lnTo>
                  <a:lnTo>
                    <a:pt x="1645975" y="888617"/>
                  </a:lnTo>
                  <a:lnTo>
                    <a:pt x="1647047" y="889054"/>
                  </a:lnTo>
                  <a:lnTo>
                    <a:pt x="1648118" y="889486"/>
                  </a:lnTo>
                  <a:lnTo>
                    <a:pt x="1649190" y="889912"/>
                  </a:lnTo>
                  <a:lnTo>
                    <a:pt x="1650262" y="890332"/>
                  </a:lnTo>
                  <a:lnTo>
                    <a:pt x="1651333" y="890746"/>
                  </a:lnTo>
                  <a:lnTo>
                    <a:pt x="1652405" y="891154"/>
                  </a:lnTo>
                  <a:lnTo>
                    <a:pt x="1653476" y="891556"/>
                  </a:lnTo>
                  <a:lnTo>
                    <a:pt x="1654548" y="891952"/>
                  </a:lnTo>
                  <a:lnTo>
                    <a:pt x="1655620" y="892342"/>
                  </a:lnTo>
                  <a:lnTo>
                    <a:pt x="1656691" y="892726"/>
                  </a:lnTo>
                  <a:lnTo>
                    <a:pt x="1657763" y="892164"/>
                  </a:lnTo>
                  <a:lnTo>
                    <a:pt x="1658834" y="891534"/>
                  </a:lnTo>
                  <a:lnTo>
                    <a:pt x="1659906" y="890902"/>
                  </a:lnTo>
                  <a:lnTo>
                    <a:pt x="1660978" y="890270"/>
                  </a:lnTo>
                  <a:lnTo>
                    <a:pt x="1662049" y="889636"/>
                  </a:lnTo>
                  <a:lnTo>
                    <a:pt x="1663121" y="889002"/>
                  </a:lnTo>
                  <a:lnTo>
                    <a:pt x="1664192" y="888367"/>
                  </a:lnTo>
                  <a:lnTo>
                    <a:pt x="1665264" y="887731"/>
                  </a:lnTo>
                  <a:lnTo>
                    <a:pt x="1666336" y="887094"/>
                  </a:lnTo>
                  <a:lnTo>
                    <a:pt x="1667407" y="886456"/>
                  </a:lnTo>
                  <a:lnTo>
                    <a:pt x="1668479" y="885817"/>
                  </a:lnTo>
                  <a:lnTo>
                    <a:pt x="1669550" y="885176"/>
                  </a:lnTo>
                  <a:lnTo>
                    <a:pt x="1670622" y="884535"/>
                  </a:lnTo>
                  <a:lnTo>
                    <a:pt x="1671694" y="883893"/>
                  </a:lnTo>
                  <a:lnTo>
                    <a:pt x="1672765" y="883250"/>
                  </a:lnTo>
                  <a:lnTo>
                    <a:pt x="1673837" y="882606"/>
                  </a:lnTo>
                  <a:lnTo>
                    <a:pt x="1674908" y="881961"/>
                  </a:lnTo>
                  <a:lnTo>
                    <a:pt x="1675980" y="881314"/>
                  </a:lnTo>
                  <a:lnTo>
                    <a:pt x="1677052" y="880667"/>
                  </a:lnTo>
                  <a:lnTo>
                    <a:pt x="1678123" y="880018"/>
                  </a:lnTo>
                  <a:lnTo>
                    <a:pt x="1679195" y="879369"/>
                  </a:lnTo>
                  <a:lnTo>
                    <a:pt x="1680266" y="878718"/>
                  </a:lnTo>
                  <a:lnTo>
                    <a:pt x="1681338" y="878066"/>
                  </a:lnTo>
                  <a:lnTo>
                    <a:pt x="1682410" y="877413"/>
                  </a:lnTo>
                  <a:lnTo>
                    <a:pt x="1683481" y="876758"/>
                  </a:lnTo>
                  <a:lnTo>
                    <a:pt x="1684553" y="876103"/>
                  </a:lnTo>
                  <a:lnTo>
                    <a:pt x="1685624" y="875446"/>
                  </a:lnTo>
                  <a:lnTo>
                    <a:pt x="1686696" y="874788"/>
                  </a:lnTo>
                  <a:lnTo>
                    <a:pt x="1687768" y="874129"/>
                  </a:lnTo>
                  <a:lnTo>
                    <a:pt x="1688839" y="873469"/>
                  </a:lnTo>
                  <a:lnTo>
                    <a:pt x="1689911" y="872808"/>
                  </a:lnTo>
                  <a:lnTo>
                    <a:pt x="1690982" y="872145"/>
                  </a:lnTo>
                  <a:lnTo>
                    <a:pt x="1692054" y="871481"/>
                  </a:lnTo>
                  <a:lnTo>
                    <a:pt x="1693126" y="870815"/>
                  </a:lnTo>
                  <a:lnTo>
                    <a:pt x="1694197" y="870148"/>
                  </a:lnTo>
                  <a:lnTo>
                    <a:pt x="1695269" y="869480"/>
                  </a:lnTo>
                  <a:lnTo>
                    <a:pt x="1696340" y="868811"/>
                  </a:lnTo>
                  <a:lnTo>
                    <a:pt x="1697412" y="868140"/>
                  </a:lnTo>
                  <a:lnTo>
                    <a:pt x="1698484" y="867468"/>
                  </a:lnTo>
                  <a:lnTo>
                    <a:pt x="1699555" y="866795"/>
                  </a:lnTo>
                  <a:lnTo>
                    <a:pt x="1700627" y="866120"/>
                  </a:lnTo>
                  <a:lnTo>
                    <a:pt x="1701698" y="865444"/>
                  </a:lnTo>
                  <a:lnTo>
                    <a:pt x="1702770" y="864766"/>
                  </a:lnTo>
                  <a:lnTo>
                    <a:pt x="1703842" y="864087"/>
                  </a:lnTo>
                  <a:lnTo>
                    <a:pt x="1704913" y="863406"/>
                  </a:lnTo>
                  <a:lnTo>
                    <a:pt x="1705985" y="862724"/>
                  </a:lnTo>
                  <a:lnTo>
                    <a:pt x="1707056" y="862041"/>
                  </a:lnTo>
                  <a:lnTo>
                    <a:pt x="1708128" y="861356"/>
                  </a:lnTo>
                  <a:lnTo>
                    <a:pt x="1709200" y="860669"/>
                  </a:lnTo>
                  <a:lnTo>
                    <a:pt x="1710271" y="859981"/>
                  </a:lnTo>
                  <a:lnTo>
                    <a:pt x="1711343" y="859292"/>
                  </a:lnTo>
                  <a:lnTo>
                    <a:pt x="1712414" y="858601"/>
                  </a:lnTo>
                  <a:lnTo>
                    <a:pt x="1713486" y="857908"/>
                  </a:lnTo>
                  <a:lnTo>
                    <a:pt x="1714558" y="857214"/>
                  </a:lnTo>
                  <a:lnTo>
                    <a:pt x="1715629" y="856518"/>
                  </a:lnTo>
                  <a:lnTo>
                    <a:pt x="1716701" y="855821"/>
                  </a:lnTo>
                  <a:lnTo>
                    <a:pt x="1717772" y="855122"/>
                  </a:lnTo>
                  <a:lnTo>
                    <a:pt x="1718844" y="854421"/>
                  </a:lnTo>
                  <a:lnTo>
                    <a:pt x="1719916" y="853719"/>
                  </a:lnTo>
                  <a:lnTo>
                    <a:pt x="1720987" y="853015"/>
                  </a:lnTo>
                  <a:lnTo>
                    <a:pt x="1722059" y="852309"/>
                  </a:lnTo>
                  <a:lnTo>
                    <a:pt x="1723130" y="851602"/>
                  </a:lnTo>
                  <a:lnTo>
                    <a:pt x="1724202" y="850893"/>
                  </a:lnTo>
                  <a:lnTo>
                    <a:pt x="1725274" y="850182"/>
                  </a:lnTo>
                  <a:lnTo>
                    <a:pt x="1726345" y="849469"/>
                  </a:lnTo>
                  <a:lnTo>
                    <a:pt x="1727417" y="848755"/>
                  </a:lnTo>
                  <a:lnTo>
                    <a:pt x="1728488" y="848039"/>
                  </a:lnTo>
                  <a:lnTo>
                    <a:pt x="1729560" y="847321"/>
                  </a:lnTo>
                  <a:lnTo>
                    <a:pt x="1730632" y="846602"/>
                  </a:lnTo>
                  <a:lnTo>
                    <a:pt x="1731703" y="845880"/>
                  </a:lnTo>
                  <a:lnTo>
                    <a:pt x="1732775" y="845157"/>
                  </a:lnTo>
                  <a:lnTo>
                    <a:pt x="1733846" y="844432"/>
                  </a:lnTo>
                  <a:lnTo>
                    <a:pt x="1734918" y="843705"/>
                  </a:lnTo>
                  <a:lnTo>
                    <a:pt x="1735990" y="842976"/>
                  </a:lnTo>
                  <a:lnTo>
                    <a:pt x="1737061" y="842245"/>
                  </a:lnTo>
                  <a:lnTo>
                    <a:pt x="1738133" y="841513"/>
                  </a:lnTo>
                  <a:lnTo>
                    <a:pt x="1739204" y="840778"/>
                  </a:lnTo>
                  <a:lnTo>
                    <a:pt x="1740276" y="840042"/>
                  </a:lnTo>
                  <a:lnTo>
                    <a:pt x="1741348" y="839304"/>
                  </a:lnTo>
                  <a:lnTo>
                    <a:pt x="1742419" y="838563"/>
                  </a:lnTo>
                  <a:lnTo>
                    <a:pt x="1743491" y="837821"/>
                  </a:lnTo>
                  <a:lnTo>
                    <a:pt x="1744562" y="837077"/>
                  </a:lnTo>
                  <a:lnTo>
                    <a:pt x="1745634" y="836330"/>
                  </a:lnTo>
                  <a:lnTo>
                    <a:pt x="1746706" y="835582"/>
                  </a:lnTo>
                  <a:lnTo>
                    <a:pt x="1747777" y="834832"/>
                  </a:lnTo>
                  <a:lnTo>
                    <a:pt x="1748849" y="834079"/>
                  </a:lnTo>
                  <a:lnTo>
                    <a:pt x="1749920" y="833325"/>
                  </a:lnTo>
                  <a:lnTo>
                    <a:pt x="1750992" y="832569"/>
                  </a:lnTo>
                  <a:lnTo>
                    <a:pt x="1752064" y="831810"/>
                  </a:lnTo>
                  <a:lnTo>
                    <a:pt x="1753135" y="831049"/>
                  </a:lnTo>
                  <a:lnTo>
                    <a:pt x="1754207" y="830287"/>
                  </a:lnTo>
                  <a:lnTo>
                    <a:pt x="1755278" y="829522"/>
                  </a:lnTo>
                  <a:lnTo>
                    <a:pt x="1756350" y="828755"/>
                  </a:lnTo>
                  <a:lnTo>
                    <a:pt x="1757422" y="827985"/>
                  </a:lnTo>
                  <a:lnTo>
                    <a:pt x="1758493" y="827214"/>
                  </a:lnTo>
                  <a:lnTo>
                    <a:pt x="1759565" y="826440"/>
                  </a:lnTo>
                  <a:lnTo>
                    <a:pt x="1760636" y="825665"/>
                  </a:lnTo>
                  <a:lnTo>
                    <a:pt x="1761708" y="824887"/>
                  </a:lnTo>
                  <a:lnTo>
                    <a:pt x="1762780" y="824106"/>
                  </a:lnTo>
                  <a:lnTo>
                    <a:pt x="1763851" y="823324"/>
                  </a:lnTo>
                  <a:lnTo>
                    <a:pt x="1764923" y="822539"/>
                  </a:lnTo>
                  <a:lnTo>
                    <a:pt x="1765994" y="821752"/>
                  </a:lnTo>
                  <a:lnTo>
                    <a:pt x="1767066" y="820963"/>
                  </a:lnTo>
                  <a:lnTo>
                    <a:pt x="1768138" y="820172"/>
                  </a:lnTo>
                  <a:lnTo>
                    <a:pt x="1769209" y="819378"/>
                  </a:lnTo>
                  <a:lnTo>
                    <a:pt x="1770281" y="818582"/>
                  </a:lnTo>
                  <a:lnTo>
                    <a:pt x="1771352" y="817783"/>
                  </a:lnTo>
                  <a:lnTo>
                    <a:pt x="1772424" y="816982"/>
                  </a:lnTo>
                  <a:lnTo>
                    <a:pt x="1773496" y="816179"/>
                  </a:lnTo>
                  <a:lnTo>
                    <a:pt x="1774567" y="815373"/>
                  </a:lnTo>
                  <a:lnTo>
                    <a:pt x="1775639" y="814565"/>
                  </a:lnTo>
                  <a:lnTo>
                    <a:pt x="1776710" y="813755"/>
                  </a:lnTo>
                  <a:lnTo>
                    <a:pt x="1777782" y="812942"/>
                  </a:lnTo>
                  <a:lnTo>
                    <a:pt x="1778853" y="812127"/>
                  </a:lnTo>
                  <a:lnTo>
                    <a:pt x="1779925" y="811309"/>
                  </a:lnTo>
                  <a:lnTo>
                    <a:pt x="1780997" y="810489"/>
                  </a:lnTo>
                  <a:lnTo>
                    <a:pt x="1782068" y="809667"/>
                  </a:lnTo>
                  <a:lnTo>
                    <a:pt x="1783140" y="808842"/>
                  </a:lnTo>
                  <a:lnTo>
                    <a:pt x="1784211" y="808014"/>
                  </a:lnTo>
                  <a:lnTo>
                    <a:pt x="1785283" y="807184"/>
                  </a:lnTo>
                  <a:lnTo>
                    <a:pt x="1786355" y="806351"/>
                  </a:lnTo>
                  <a:lnTo>
                    <a:pt x="1787426" y="805516"/>
                  </a:lnTo>
                  <a:lnTo>
                    <a:pt x="1788498" y="804679"/>
                  </a:lnTo>
                  <a:lnTo>
                    <a:pt x="1789569" y="803839"/>
                  </a:lnTo>
                  <a:lnTo>
                    <a:pt x="1790641" y="802996"/>
                  </a:lnTo>
                  <a:lnTo>
                    <a:pt x="1791713" y="802150"/>
                  </a:lnTo>
                  <a:lnTo>
                    <a:pt x="1792784" y="801303"/>
                  </a:lnTo>
                  <a:lnTo>
                    <a:pt x="1793856" y="800452"/>
                  </a:lnTo>
                  <a:lnTo>
                    <a:pt x="1794927" y="799599"/>
                  </a:lnTo>
                  <a:lnTo>
                    <a:pt x="1795999" y="798743"/>
                  </a:lnTo>
                  <a:lnTo>
                    <a:pt x="1797071" y="797885"/>
                  </a:lnTo>
                  <a:lnTo>
                    <a:pt x="1798142" y="797024"/>
                  </a:lnTo>
                  <a:lnTo>
                    <a:pt x="1799214" y="796160"/>
                  </a:lnTo>
                  <a:lnTo>
                    <a:pt x="1800285" y="795294"/>
                  </a:lnTo>
                  <a:lnTo>
                    <a:pt x="1801357" y="794425"/>
                  </a:lnTo>
                  <a:lnTo>
                    <a:pt x="1802429" y="793553"/>
                  </a:lnTo>
                  <a:lnTo>
                    <a:pt x="1803500" y="792679"/>
                  </a:lnTo>
                  <a:lnTo>
                    <a:pt x="1804572" y="791801"/>
                  </a:lnTo>
                  <a:lnTo>
                    <a:pt x="1805643" y="790922"/>
                  </a:lnTo>
                  <a:lnTo>
                    <a:pt x="1806715" y="790039"/>
                  </a:lnTo>
                  <a:lnTo>
                    <a:pt x="1807787" y="789154"/>
                  </a:lnTo>
                  <a:lnTo>
                    <a:pt x="1808858" y="788266"/>
                  </a:lnTo>
                  <a:lnTo>
                    <a:pt x="1809930" y="787375"/>
                  </a:lnTo>
                  <a:lnTo>
                    <a:pt x="1811001" y="786481"/>
                  </a:lnTo>
                  <a:lnTo>
                    <a:pt x="1812073" y="785585"/>
                  </a:lnTo>
                  <a:lnTo>
                    <a:pt x="1813145" y="784686"/>
                  </a:lnTo>
                  <a:lnTo>
                    <a:pt x="1814216" y="783784"/>
                  </a:lnTo>
                  <a:lnTo>
                    <a:pt x="1815288" y="782879"/>
                  </a:lnTo>
                  <a:lnTo>
                    <a:pt x="1816359" y="781971"/>
                  </a:lnTo>
                  <a:lnTo>
                    <a:pt x="1817431" y="781061"/>
                  </a:lnTo>
                  <a:lnTo>
                    <a:pt x="1818503" y="780148"/>
                  </a:lnTo>
                  <a:lnTo>
                    <a:pt x="1819574" y="779232"/>
                  </a:lnTo>
                  <a:lnTo>
                    <a:pt x="1820646" y="778313"/>
                  </a:lnTo>
                  <a:lnTo>
                    <a:pt x="1821717" y="777391"/>
                  </a:lnTo>
                  <a:lnTo>
                    <a:pt x="1822789" y="776466"/>
                  </a:lnTo>
                  <a:lnTo>
                    <a:pt x="1823861" y="775539"/>
                  </a:lnTo>
                  <a:lnTo>
                    <a:pt x="1824932" y="774608"/>
                  </a:lnTo>
                  <a:lnTo>
                    <a:pt x="1826004" y="773675"/>
                  </a:lnTo>
                  <a:lnTo>
                    <a:pt x="1827075" y="772739"/>
                  </a:lnTo>
                  <a:lnTo>
                    <a:pt x="1828147" y="771800"/>
                  </a:lnTo>
                  <a:lnTo>
                    <a:pt x="1829219" y="770858"/>
                  </a:lnTo>
                  <a:lnTo>
                    <a:pt x="1830290" y="769913"/>
                  </a:lnTo>
                  <a:lnTo>
                    <a:pt x="1831362" y="768965"/>
                  </a:lnTo>
                  <a:lnTo>
                    <a:pt x="1832433" y="768014"/>
                  </a:lnTo>
                  <a:lnTo>
                    <a:pt x="1833505" y="767060"/>
                  </a:lnTo>
                  <a:lnTo>
                    <a:pt x="1834577" y="766103"/>
                  </a:lnTo>
                  <a:lnTo>
                    <a:pt x="1835648" y="765144"/>
                  </a:lnTo>
                  <a:lnTo>
                    <a:pt x="1836720" y="764181"/>
                  </a:lnTo>
                  <a:lnTo>
                    <a:pt x="1837791" y="763215"/>
                  </a:lnTo>
                  <a:lnTo>
                    <a:pt x="1838863" y="762247"/>
                  </a:lnTo>
                  <a:lnTo>
                    <a:pt x="1839935" y="761275"/>
                  </a:lnTo>
                  <a:lnTo>
                    <a:pt x="1841006" y="760301"/>
                  </a:lnTo>
                  <a:lnTo>
                    <a:pt x="1842078" y="759323"/>
                  </a:lnTo>
                  <a:lnTo>
                    <a:pt x="1843149" y="758343"/>
                  </a:lnTo>
                  <a:lnTo>
                    <a:pt x="1844221" y="757359"/>
                  </a:lnTo>
                  <a:lnTo>
                    <a:pt x="1845293" y="756373"/>
                  </a:lnTo>
                  <a:lnTo>
                    <a:pt x="1846364" y="755383"/>
                  </a:lnTo>
                  <a:lnTo>
                    <a:pt x="1847436" y="754390"/>
                  </a:lnTo>
                  <a:lnTo>
                    <a:pt x="1848507" y="753395"/>
                  </a:lnTo>
                  <a:lnTo>
                    <a:pt x="1849579" y="752396"/>
                  </a:lnTo>
                  <a:lnTo>
                    <a:pt x="1850651" y="751395"/>
                  </a:lnTo>
                  <a:lnTo>
                    <a:pt x="1851722" y="750390"/>
                  </a:lnTo>
                  <a:lnTo>
                    <a:pt x="1852794" y="749382"/>
                  </a:lnTo>
                  <a:lnTo>
                    <a:pt x="1853865" y="748371"/>
                  </a:lnTo>
                  <a:lnTo>
                    <a:pt x="1854937" y="747358"/>
                  </a:lnTo>
                  <a:lnTo>
                    <a:pt x="1856009" y="746341"/>
                  </a:lnTo>
                  <a:lnTo>
                    <a:pt x="1857080" y="745321"/>
                  </a:lnTo>
                  <a:lnTo>
                    <a:pt x="1858152" y="744298"/>
                  </a:lnTo>
                  <a:lnTo>
                    <a:pt x="1859223" y="743272"/>
                  </a:lnTo>
                  <a:lnTo>
                    <a:pt x="1860295" y="742243"/>
                  </a:lnTo>
                  <a:lnTo>
                    <a:pt x="1861367" y="741211"/>
                  </a:lnTo>
                  <a:lnTo>
                    <a:pt x="1862438" y="740175"/>
                  </a:lnTo>
                  <a:lnTo>
                    <a:pt x="1863510" y="739137"/>
                  </a:lnTo>
                  <a:lnTo>
                    <a:pt x="1864581" y="738096"/>
                  </a:lnTo>
                  <a:lnTo>
                    <a:pt x="1865653" y="737051"/>
                  </a:lnTo>
                  <a:lnTo>
                    <a:pt x="1866725" y="736004"/>
                  </a:lnTo>
                  <a:lnTo>
                    <a:pt x="1867796" y="734953"/>
                  </a:lnTo>
                  <a:lnTo>
                    <a:pt x="1868868" y="733900"/>
                  </a:lnTo>
                  <a:lnTo>
                    <a:pt x="1869939" y="732843"/>
                  </a:lnTo>
                  <a:lnTo>
                    <a:pt x="1871011" y="731783"/>
                  </a:lnTo>
                  <a:lnTo>
                    <a:pt x="1872083" y="730720"/>
                  </a:lnTo>
                  <a:lnTo>
                    <a:pt x="1873154" y="729654"/>
                  </a:lnTo>
                  <a:lnTo>
                    <a:pt x="1874226" y="728585"/>
                  </a:lnTo>
                  <a:lnTo>
                    <a:pt x="1875297" y="727513"/>
                  </a:lnTo>
                  <a:lnTo>
                    <a:pt x="1876369" y="726438"/>
                  </a:lnTo>
                  <a:lnTo>
                    <a:pt x="1877441" y="725360"/>
                  </a:lnTo>
                  <a:lnTo>
                    <a:pt x="1878512" y="724279"/>
                  </a:lnTo>
                  <a:lnTo>
                    <a:pt x="1879584" y="723194"/>
                  </a:lnTo>
                  <a:lnTo>
                    <a:pt x="1880655" y="722107"/>
                  </a:lnTo>
                  <a:lnTo>
                    <a:pt x="1881727" y="721016"/>
                  </a:lnTo>
                  <a:lnTo>
                    <a:pt x="1882799" y="719922"/>
                  </a:lnTo>
                  <a:lnTo>
                    <a:pt x="1883870" y="718826"/>
                  </a:lnTo>
                  <a:lnTo>
                    <a:pt x="1884942" y="717726"/>
                  </a:lnTo>
                  <a:lnTo>
                    <a:pt x="1886013" y="716623"/>
                  </a:lnTo>
                  <a:lnTo>
                    <a:pt x="1887085" y="715517"/>
                  </a:lnTo>
                  <a:lnTo>
                    <a:pt x="1888157" y="714408"/>
                  </a:lnTo>
                  <a:lnTo>
                    <a:pt x="1889228" y="713296"/>
                  </a:lnTo>
                  <a:lnTo>
                    <a:pt x="1890300" y="712181"/>
                  </a:lnTo>
                  <a:lnTo>
                    <a:pt x="1891371" y="711062"/>
                  </a:lnTo>
                  <a:lnTo>
                    <a:pt x="1892443" y="709941"/>
                  </a:lnTo>
                  <a:lnTo>
                    <a:pt x="1893515" y="708817"/>
                  </a:lnTo>
                  <a:lnTo>
                    <a:pt x="1894586" y="707689"/>
                  </a:lnTo>
                  <a:lnTo>
                    <a:pt x="1895658" y="706559"/>
                  </a:lnTo>
                  <a:lnTo>
                    <a:pt x="1896729" y="705425"/>
                  </a:lnTo>
                  <a:lnTo>
                    <a:pt x="1897801" y="704289"/>
                  </a:lnTo>
                  <a:lnTo>
                    <a:pt x="1898873" y="703149"/>
                  </a:lnTo>
                  <a:lnTo>
                    <a:pt x="1899944" y="702007"/>
                  </a:lnTo>
                  <a:lnTo>
                    <a:pt x="1901016" y="700861"/>
                  </a:lnTo>
                  <a:lnTo>
                    <a:pt x="1902087" y="699712"/>
                  </a:lnTo>
                  <a:lnTo>
                    <a:pt x="1903159" y="698560"/>
                  </a:lnTo>
                  <a:lnTo>
                    <a:pt x="1904231" y="697406"/>
                  </a:lnTo>
                  <a:lnTo>
                    <a:pt x="1905302" y="696248"/>
                  </a:lnTo>
                  <a:lnTo>
                    <a:pt x="1906374" y="695087"/>
                  </a:lnTo>
                  <a:lnTo>
                    <a:pt x="1907445" y="693923"/>
                  </a:lnTo>
                  <a:lnTo>
                    <a:pt x="1908517" y="692756"/>
                  </a:lnTo>
                  <a:lnTo>
                    <a:pt x="1909589" y="691587"/>
                  </a:lnTo>
                  <a:lnTo>
                    <a:pt x="1910660" y="690414"/>
                  </a:lnTo>
                  <a:lnTo>
                    <a:pt x="1911732" y="689238"/>
                  </a:lnTo>
                  <a:lnTo>
                    <a:pt x="1912803" y="688059"/>
                  </a:lnTo>
                  <a:lnTo>
                    <a:pt x="1913875" y="686877"/>
                  </a:lnTo>
                  <a:lnTo>
                    <a:pt x="1914947" y="685693"/>
                  </a:lnTo>
                  <a:lnTo>
                    <a:pt x="1916018" y="684505"/>
                  </a:lnTo>
                  <a:lnTo>
                    <a:pt x="1917090" y="683314"/>
                  </a:lnTo>
                  <a:lnTo>
                    <a:pt x="1918161" y="682121"/>
                  </a:lnTo>
                  <a:lnTo>
                    <a:pt x="1919233" y="680924"/>
                  </a:lnTo>
                  <a:lnTo>
                    <a:pt x="1920305" y="679725"/>
                  </a:lnTo>
                  <a:lnTo>
                    <a:pt x="1921376" y="678522"/>
                  </a:lnTo>
                  <a:lnTo>
                    <a:pt x="1922448" y="677317"/>
                  </a:lnTo>
                  <a:lnTo>
                    <a:pt x="1923519" y="676108"/>
                  </a:lnTo>
                  <a:lnTo>
                    <a:pt x="1924591" y="674897"/>
                  </a:lnTo>
                  <a:lnTo>
                    <a:pt x="1925663" y="673683"/>
                  </a:lnTo>
                  <a:lnTo>
                    <a:pt x="1926734" y="672466"/>
                  </a:lnTo>
                  <a:lnTo>
                    <a:pt x="1927806" y="671246"/>
                  </a:lnTo>
                  <a:lnTo>
                    <a:pt x="1928877" y="670023"/>
                  </a:lnTo>
                  <a:lnTo>
                    <a:pt x="1929949" y="668798"/>
                  </a:lnTo>
                  <a:lnTo>
                    <a:pt x="1931021" y="667569"/>
                  </a:lnTo>
                  <a:lnTo>
                    <a:pt x="1932092" y="666338"/>
                  </a:lnTo>
                  <a:lnTo>
                    <a:pt x="1933164" y="665104"/>
                  </a:lnTo>
                  <a:lnTo>
                    <a:pt x="1934235" y="663867"/>
                  </a:lnTo>
                  <a:lnTo>
                    <a:pt x="1935307" y="662627"/>
                  </a:lnTo>
                  <a:lnTo>
                    <a:pt x="1936379" y="661384"/>
                  </a:lnTo>
                  <a:lnTo>
                    <a:pt x="1937450" y="660138"/>
                  </a:lnTo>
                  <a:lnTo>
                    <a:pt x="1938522" y="658890"/>
                  </a:lnTo>
                  <a:lnTo>
                    <a:pt x="1939593" y="657639"/>
                  </a:lnTo>
                  <a:lnTo>
                    <a:pt x="1940665" y="656385"/>
                  </a:lnTo>
                  <a:lnTo>
                    <a:pt x="1941737" y="655128"/>
                  </a:lnTo>
                  <a:lnTo>
                    <a:pt x="1942808" y="653869"/>
                  </a:lnTo>
                  <a:lnTo>
                    <a:pt x="1943880" y="652607"/>
                  </a:lnTo>
                  <a:lnTo>
                    <a:pt x="1944951" y="651342"/>
                  </a:lnTo>
                  <a:lnTo>
                    <a:pt x="1946023" y="650074"/>
                  </a:lnTo>
                  <a:lnTo>
                    <a:pt x="1947095" y="648804"/>
                  </a:lnTo>
                  <a:lnTo>
                    <a:pt x="1948166" y="647531"/>
                  </a:lnTo>
                  <a:lnTo>
                    <a:pt x="1949238" y="646255"/>
                  </a:lnTo>
                  <a:lnTo>
                    <a:pt x="1950309" y="644976"/>
                  </a:lnTo>
                  <a:lnTo>
                    <a:pt x="1951381" y="643695"/>
                  </a:lnTo>
                  <a:lnTo>
                    <a:pt x="1952453" y="642411"/>
                  </a:lnTo>
                  <a:lnTo>
                    <a:pt x="1953524" y="641125"/>
                  </a:lnTo>
                  <a:lnTo>
                    <a:pt x="1954596" y="639835"/>
                  </a:lnTo>
                  <a:lnTo>
                    <a:pt x="1955667" y="638544"/>
                  </a:lnTo>
                  <a:lnTo>
                    <a:pt x="1956739" y="637249"/>
                  </a:lnTo>
                  <a:lnTo>
                    <a:pt x="1957810" y="635952"/>
                  </a:lnTo>
                  <a:lnTo>
                    <a:pt x="1958882" y="634653"/>
                  </a:lnTo>
                  <a:lnTo>
                    <a:pt x="1959954" y="633350"/>
                  </a:lnTo>
                  <a:lnTo>
                    <a:pt x="1961025" y="632046"/>
                  </a:lnTo>
                  <a:lnTo>
                    <a:pt x="1962097" y="630738"/>
                  </a:lnTo>
                  <a:lnTo>
                    <a:pt x="1963168" y="629428"/>
                  </a:lnTo>
                  <a:lnTo>
                    <a:pt x="1964240" y="628116"/>
                  </a:lnTo>
                  <a:lnTo>
                    <a:pt x="1965312" y="626801"/>
                  </a:lnTo>
                  <a:lnTo>
                    <a:pt x="1966383" y="625484"/>
                  </a:lnTo>
                  <a:lnTo>
                    <a:pt x="1967455" y="624164"/>
                  </a:lnTo>
                  <a:lnTo>
                    <a:pt x="1968526" y="622841"/>
                  </a:lnTo>
                  <a:lnTo>
                    <a:pt x="1969598" y="621516"/>
                  </a:lnTo>
                  <a:lnTo>
                    <a:pt x="1970670" y="620189"/>
                  </a:lnTo>
                  <a:lnTo>
                    <a:pt x="1971741" y="618859"/>
                  </a:lnTo>
                  <a:lnTo>
                    <a:pt x="1972813" y="617527"/>
                  </a:lnTo>
                  <a:lnTo>
                    <a:pt x="1973884" y="616192"/>
                  </a:lnTo>
                  <a:lnTo>
                    <a:pt x="1974956" y="614855"/>
                  </a:lnTo>
                  <a:lnTo>
                    <a:pt x="1976028" y="613516"/>
                  </a:lnTo>
                  <a:lnTo>
                    <a:pt x="1977099" y="612174"/>
                  </a:lnTo>
                  <a:lnTo>
                    <a:pt x="1978171" y="610830"/>
                  </a:lnTo>
                  <a:lnTo>
                    <a:pt x="1979242" y="609483"/>
                  </a:lnTo>
                  <a:lnTo>
                    <a:pt x="1980314" y="608135"/>
                  </a:lnTo>
                  <a:lnTo>
                    <a:pt x="1981386" y="606783"/>
                  </a:lnTo>
                  <a:lnTo>
                    <a:pt x="1982457" y="605430"/>
                  </a:lnTo>
                  <a:lnTo>
                    <a:pt x="1983529" y="604074"/>
                  </a:lnTo>
                  <a:lnTo>
                    <a:pt x="1984600" y="602716"/>
                  </a:lnTo>
                  <a:lnTo>
                    <a:pt x="1985672" y="601356"/>
                  </a:lnTo>
                  <a:lnTo>
                    <a:pt x="1986744" y="599994"/>
                  </a:lnTo>
                  <a:lnTo>
                    <a:pt x="1987815" y="598629"/>
                  </a:lnTo>
                  <a:lnTo>
                    <a:pt x="1988887" y="597262"/>
                  </a:lnTo>
                  <a:lnTo>
                    <a:pt x="1989958" y="595893"/>
                  </a:lnTo>
                  <a:lnTo>
                    <a:pt x="1991030" y="594522"/>
                  </a:lnTo>
                  <a:lnTo>
                    <a:pt x="1992102" y="593149"/>
                  </a:lnTo>
                  <a:lnTo>
                    <a:pt x="1993173" y="591773"/>
                  </a:lnTo>
                  <a:lnTo>
                    <a:pt x="1994245" y="590396"/>
                  </a:lnTo>
                  <a:lnTo>
                    <a:pt x="1995316" y="589016"/>
                  </a:lnTo>
                  <a:lnTo>
                    <a:pt x="1996388" y="587634"/>
                  </a:lnTo>
                  <a:lnTo>
                    <a:pt x="1997460" y="586250"/>
                  </a:lnTo>
                  <a:lnTo>
                    <a:pt x="1998531" y="584864"/>
                  </a:lnTo>
                  <a:lnTo>
                    <a:pt x="1999603" y="583476"/>
                  </a:lnTo>
                  <a:lnTo>
                    <a:pt x="2000674" y="582086"/>
                  </a:lnTo>
                  <a:lnTo>
                    <a:pt x="2001746" y="580694"/>
                  </a:lnTo>
                  <a:lnTo>
                    <a:pt x="2002818" y="579300"/>
                  </a:lnTo>
                  <a:lnTo>
                    <a:pt x="2003889" y="577904"/>
                  </a:lnTo>
                  <a:lnTo>
                    <a:pt x="2004961" y="576507"/>
                  </a:lnTo>
                  <a:lnTo>
                    <a:pt x="2006032" y="575107"/>
                  </a:lnTo>
                  <a:lnTo>
                    <a:pt x="2007104" y="573705"/>
                  </a:lnTo>
                  <a:lnTo>
                    <a:pt x="2008176" y="572301"/>
                  </a:lnTo>
                  <a:lnTo>
                    <a:pt x="2009247" y="570896"/>
                  </a:lnTo>
                  <a:lnTo>
                    <a:pt x="2010319" y="569489"/>
                  </a:lnTo>
                  <a:lnTo>
                    <a:pt x="2011390" y="568080"/>
                  </a:lnTo>
                  <a:lnTo>
                    <a:pt x="2012462" y="566669"/>
                  </a:lnTo>
                  <a:lnTo>
                    <a:pt x="2013534" y="565256"/>
                  </a:lnTo>
                  <a:lnTo>
                    <a:pt x="2014605" y="563841"/>
                  </a:lnTo>
                  <a:lnTo>
                    <a:pt x="2015677" y="562425"/>
                  </a:lnTo>
                  <a:lnTo>
                    <a:pt x="2016748" y="561007"/>
                  </a:lnTo>
                  <a:lnTo>
                    <a:pt x="2017820" y="559587"/>
                  </a:lnTo>
                  <a:lnTo>
                    <a:pt x="2018892" y="558166"/>
                  </a:lnTo>
                  <a:lnTo>
                    <a:pt x="2019963" y="556742"/>
                  </a:lnTo>
                  <a:lnTo>
                    <a:pt x="2021035" y="555318"/>
                  </a:lnTo>
                  <a:lnTo>
                    <a:pt x="2022106" y="553891"/>
                  </a:lnTo>
                  <a:lnTo>
                    <a:pt x="2023178" y="552463"/>
                  </a:lnTo>
                  <a:lnTo>
                    <a:pt x="2024250" y="551033"/>
                  </a:lnTo>
                  <a:lnTo>
                    <a:pt x="2025321" y="549602"/>
                  </a:lnTo>
                  <a:lnTo>
                    <a:pt x="2026393" y="548169"/>
                  </a:lnTo>
                  <a:lnTo>
                    <a:pt x="2027464" y="546735"/>
                  </a:lnTo>
                  <a:lnTo>
                    <a:pt x="2028536" y="545299"/>
                  </a:lnTo>
                  <a:lnTo>
                    <a:pt x="2029608" y="543861"/>
                  </a:lnTo>
                  <a:lnTo>
                    <a:pt x="2030679" y="542423"/>
                  </a:lnTo>
                  <a:lnTo>
                    <a:pt x="2031751" y="540982"/>
                  </a:lnTo>
                  <a:lnTo>
                    <a:pt x="2032822" y="539540"/>
                  </a:lnTo>
                  <a:lnTo>
                    <a:pt x="2033894" y="538097"/>
                  </a:lnTo>
                  <a:lnTo>
                    <a:pt x="2034966" y="536653"/>
                  </a:lnTo>
                  <a:lnTo>
                    <a:pt x="2036037" y="535207"/>
                  </a:lnTo>
                  <a:lnTo>
                    <a:pt x="2037109" y="533759"/>
                  </a:lnTo>
                  <a:lnTo>
                    <a:pt x="2038180" y="532311"/>
                  </a:lnTo>
                  <a:lnTo>
                    <a:pt x="2039252" y="530861"/>
                  </a:lnTo>
                  <a:lnTo>
                    <a:pt x="2040324" y="529409"/>
                  </a:lnTo>
                  <a:lnTo>
                    <a:pt x="2041395" y="527957"/>
                  </a:lnTo>
                  <a:lnTo>
                    <a:pt x="2042467" y="526503"/>
                  </a:lnTo>
                  <a:lnTo>
                    <a:pt x="2043538" y="525048"/>
                  </a:lnTo>
                  <a:lnTo>
                    <a:pt x="2044610" y="523592"/>
                  </a:lnTo>
                  <a:lnTo>
                    <a:pt x="2045682" y="522134"/>
                  </a:lnTo>
                  <a:lnTo>
                    <a:pt x="2046753" y="520676"/>
                  </a:lnTo>
                  <a:lnTo>
                    <a:pt x="2047825" y="519216"/>
                  </a:lnTo>
                  <a:lnTo>
                    <a:pt x="2048896" y="517756"/>
                  </a:lnTo>
                  <a:lnTo>
                    <a:pt x="2049968" y="516294"/>
                  </a:lnTo>
                  <a:lnTo>
                    <a:pt x="2051040" y="514831"/>
                  </a:lnTo>
                  <a:lnTo>
                    <a:pt x="2052111" y="513367"/>
                  </a:lnTo>
                  <a:lnTo>
                    <a:pt x="2053183" y="511902"/>
                  </a:lnTo>
                  <a:lnTo>
                    <a:pt x="2054254" y="510436"/>
                  </a:lnTo>
                  <a:lnTo>
                    <a:pt x="2055326" y="508969"/>
                  </a:lnTo>
                  <a:lnTo>
                    <a:pt x="2056398" y="507501"/>
                  </a:lnTo>
                  <a:lnTo>
                    <a:pt x="2057469" y="506032"/>
                  </a:lnTo>
                  <a:lnTo>
                    <a:pt x="2058541" y="504562"/>
                  </a:lnTo>
                  <a:lnTo>
                    <a:pt x="2059612" y="503092"/>
                  </a:lnTo>
                  <a:lnTo>
                    <a:pt x="2060684" y="501620"/>
                  </a:lnTo>
                  <a:lnTo>
                    <a:pt x="2061756" y="500148"/>
                  </a:lnTo>
                  <a:lnTo>
                    <a:pt x="2062827" y="498675"/>
                  </a:lnTo>
                  <a:lnTo>
                    <a:pt x="2063899" y="497201"/>
                  </a:lnTo>
                  <a:lnTo>
                    <a:pt x="2064970" y="495727"/>
                  </a:lnTo>
                  <a:lnTo>
                    <a:pt x="2066042" y="494251"/>
                  </a:lnTo>
                  <a:lnTo>
                    <a:pt x="2067114" y="492775"/>
                  </a:lnTo>
                  <a:lnTo>
                    <a:pt x="2068185" y="491299"/>
                  </a:lnTo>
                  <a:lnTo>
                    <a:pt x="2069257" y="489821"/>
                  </a:lnTo>
                  <a:lnTo>
                    <a:pt x="2070328" y="488343"/>
                  </a:lnTo>
                  <a:lnTo>
                    <a:pt x="2071400" y="486865"/>
                  </a:lnTo>
                  <a:lnTo>
                    <a:pt x="2072472" y="485385"/>
                  </a:lnTo>
                  <a:lnTo>
                    <a:pt x="2073543" y="483906"/>
                  </a:lnTo>
                  <a:lnTo>
                    <a:pt x="2074615" y="482425"/>
                  </a:lnTo>
                  <a:lnTo>
                    <a:pt x="2075686" y="480944"/>
                  </a:lnTo>
                  <a:lnTo>
                    <a:pt x="2076758" y="479463"/>
                  </a:lnTo>
                  <a:lnTo>
                    <a:pt x="2077830" y="477981"/>
                  </a:lnTo>
                  <a:lnTo>
                    <a:pt x="2078901" y="476499"/>
                  </a:lnTo>
                  <a:lnTo>
                    <a:pt x="2079973" y="475017"/>
                  </a:lnTo>
                  <a:lnTo>
                    <a:pt x="2081044" y="473534"/>
                  </a:lnTo>
                  <a:lnTo>
                    <a:pt x="2082116" y="472051"/>
                  </a:lnTo>
                  <a:lnTo>
                    <a:pt x="2083188" y="470567"/>
                  </a:lnTo>
                  <a:lnTo>
                    <a:pt x="2084259" y="469083"/>
                  </a:lnTo>
                  <a:lnTo>
                    <a:pt x="2085331" y="467599"/>
                  </a:lnTo>
                  <a:lnTo>
                    <a:pt x="2086402" y="466115"/>
                  </a:lnTo>
                  <a:lnTo>
                    <a:pt x="2087474" y="464630"/>
                  </a:lnTo>
                  <a:lnTo>
                    <a:pt x="2088546" y="463145"/>
                  </a:lnTo>
                  <a:lnTo>
                    <a:pt x="2089617" y="461660"/>
                  </a:lnTo>
                  <a:lnTo>
                    <a:pt x="2090689" y="460175"/>
                  </a:lnTo>
                  <a:lnTo>
                    <a:pt x="2091760" y="458690"/>
                  </a:lnTo>
                  <a:lnTo>
                    <a:pt x="2092832" y="457204"/>
                  </a:lnTo>
                  <a:lnTo>
                    <a:pt x="2093904" y="455719"/>
                  </a:lnTo>
                  <a:lnTo>
                    <a:pt x="2094975" y="454234"/>
                  </a:lnTo>
                  <a:lnTo>
                    <a:pt x="2096047" y="452748"/>
                  </a:lnTo>
                  <a:lnTo>
                    <a:pt x="2097118" y="451263"/>
                  </a:lnTo>
                  <a:lnTo>
                    <a:pt x="2098190" y="449778"/>
                  </a:lnTo>
                  <a:lnTo>
                    <a:pt x="2099262" y="448292"/>
                  </a:lnTo>
                  <a:lnTo>
                    <a:pt x="2100333" y="446807"/>
                  </a:lnTo>
                  <a:lnTo>
                    <a:pt x="2101405" y="445322"/>
                  </a:lnTo>
                  <a:lnTo>
                    <a:pt x="2102476" y="443837"/>
                  </a:lnTo>
                  <a:lnTo>
                    <a:pt x="2103548" y="442353"/>
                  </a:lnTo>
                  <a:lnTo>
                    <a:pt x="2104620" y="440868"/>
                  </a:lnTo>
                  <a:lnTo>
                    <a:pt x="2105691" y="439384"/>
                  </a:lnTo>
                  <a:lnTo>
                    <a:pt x="2106763" y="437900"/>
                  </a:lnTo>
                  <a:lnTo>
                    <a:pt x="2107834" y="436417"/>
                  </a:lnTo>
                  <a:lnTo>
                    <a:pt x="2108906" y="434934"/>
                  </a:lnTo>
                  <a:lnTo>
                    <a:pt x="2109978" y="433451"/>
                  </a:lnTo>
                  <a:lnTo>
                    <a:pt x="2111049" y="431968"/>
                  </a:lnTo>
                  <a:lnTo>
                    <a:pt x="2112121" y="430486"/>
                  </a:lnTo>
                  <a:lnTo>
                    <a:pt x="2113192" y="429005"/>
                  </a:lnTo>
                  <a:lnTo>
                    <a:pt x="2114264" y="427524"/>
                  </a:lnTo>
                  <a:lnTo>
                    <a:pt x="2115336" y="426043"/>
                  </a:lnTo>
                  <a:lnTo>
                    <a:pt x="2116407" y="424563"/>
                  </a:lnTo>
                  <a:lnTo>
                    <a:pt x="2117479" y="423083"/>
                  </a:lnTo>
                  <a:lnTo>
                    <a:pt x="2118550" y="421605"/>
                  </a:lnTo>
                  <a:lnTo>
                    <a:pt x="2119622" y="420126"/>
                  </a:lnTo>
                  <a:lnTo>
                    <a:pt x="2120694" y="418649"/>
                  </a:lnTo>
                  <a:lnTo>
                    <a:pt x="2121765" y="417172"/>
                  </a:lnTo>
                  <a:lnTo>
                    <a:pt x="2122837" y="415696"/>
                  </a:lnTo>
                  <a:lnTo>
                    <a:pt x="2123908" y="414220"/>
                  </a:lnTo>
                  <a:lnTo>
                    <a:pt x="2124980" y="412746"/>
                  </a:lnTo>
                  <a:lnTo>
                    <a:pt x="2126052" y="411272"/>
                  </a:lnTo>
                  <a:lnTo>
                    <a:pt x="2127123" y="409799"/>
                  </a:lnTo>
                  <a:lnTo>
                    <a:pt x="2128195" y="408327"/>
                  </a:lnTo>
                  <a:lnTo>
                    <a:pt x="2129266" y="406855"/>
                  </a:lnTo>
                  <a:lnTo>
                    <a:pt x="2130338" y="405385"/>
                  </a:lnTo>
                  <a:lnTo>
                    <a:pt x="2131409" y="403916"/>
                  </a:lnTo>
                  <a:lnTo>
                    <a:pt x="2132481" y="402447"/>
                  </a:lnTo>
                  <a:lnTo>
                    <a:pt x="2133553" y="400980"/>
                  </a:lnTo>
                  <a:lnTo>
                    <a:pt x="2134624" y="399514"/>
                  </a:lnTo>
                  <a:lnTo>
                    <a:pt x="2135696" y="398049"/>
                  </a:lnTo>
                  <a:lnTo>
                    <a:pt x="2136767" y="396585"/>
                  </a:lnTo>
                  <a:lnTo>
                    <a:pt x="2137839" y="395122"/>
                  </a:lnTo>
                  <a:lnTo>
                    <a:pt x="2138911" y="393660"/>
                  </a:lnTo>
                  <a:lnTo>
                    <a:pt x="2139982" y="392199"/>
                  </a:lnTo>
                  <a:lnTo>
                    <a:pt x="2141054" y="390740"/>
                  </a:lnTo>
                  <a:lnTo>
                    <a:pt x="2142125" y="389282"/>
                  </a:lnTo>
                  <a:lnTo>
                    <a:pt x="2143197" y="387825"/>
                  </a:lnTo>
                  <a:lnTo>
                    <a:pt x="2144269" y="386370"/>
                  </a:lnTo>
                  <a:lnTo>
                    <a:pt x="2145340" y="384916"/>
                  </a:lnTo>
                  <a:lnTo>
                    <a:pt x="2146412" y="383463"/>
                  </a:lnTo>
                  <a:lnTo>
                    <a:pt x="2147483" y="382012"/>
                  </a:lnTo>
                  <a:lnTo>
                    <a:pt x="2148555" y="380563"/>
                  </a:lnTo>
                  <a:lnTo>
                    <a:pt x="2149627" y="379114"/>
                  </a:lnTo>
                  <a:lnTo>
                    <a:pt x="2150698" y="377668"/>
                  </a:lnTo>
                  <a:lnTo>
                    <a:pt x="2151770" y="376223"/>
                  </a:lnTo>
                  <a:lnTo>
                    <a:pt x="2152841" y="374779"/>
                  </a:lnTo>
                  <a:lnTo>
                    <a:pt x="2153913" y="373337"/>
                  </a:lnTo>
                  <a:lnTo>
                    <a:pt x="2154985" y="371897"/>
                  </a:lnTo>
                  <a:lnTo>
                    <a:pt x="2156056" y="370458"/>
                  </a:lnTo>
                  <a:lnTo>
                    <a:pt x="2157128" y="369022"/>
                  </a:lnTo>
                  <a:lnTo>
                    <a:pt x="2158199" y="367587"/>
                  </a:lnTo>
                  <a:lnTo>
                    <a:pt x="2159271" y="366153"/>
                  </a:lnTo>
                  <a:lnTo>
                    <a:pt x="2160343" y="364722"/>
                  </a:lnTo>
                  <a:lnTo>
                    <a:pt x="2161414" y="363292"/>
                  </a:lnTo>
                  <a:lnTo>
                    <a:pt x="2162486" y="361865"/>
                  </a:lnTo>
                  <a:lnTo>
                    <a:pt x="2163557" y="360439"/>
                  </a:lnTo>
                  <a:lnTo>
                    <a:pt x="2164629" y="359015"/>
                  </a:lnTo>
                  <a:lnTo>
                    <a:pt x="2165701" y="357593"/>
                  </a:lnTo>
                  <a:lnTo>
                    <a:pt x="2166772" y="356173"/>
                  </a:lnTo>
                  <a:lnTo>
                    <a:pt x="2167844" y="354756"/>
                  </a:lnTo>
                  <a:lnTo>
                    <a:pt x="2168915" y="353340"/>
                  </a:lnTo>
                  <a:lnTo>
                    <a:pt x="2169987" y="351926"/>
                  </a:lnTo>
                  <a:lnTo>
                    <a:pt x="2171059" y="350515"/>
                  </a:lnTo>
                  <a:lnTo>
                    <a:pt x="2172130" y="349106"/>
                  </a:lnTo>
                  <a:lnTo>
                    <a:pt x="2173202" y="347699"/>
                  </a:lnTo>
                  <a:lnTo>
                    <a:pt x="2174273" y="346294"/>
                  </a:lnTo>
                  <a:lnTo>
                    <a:pt x="2175345" y="344892"/>
                  </a:lnTo>
                  <a:lnTo>
                    <a:pt x="2176417" y="343492"/>
                  </a:lnTo>
                  <a:lnTo>
                    <a:pt x="2177488" y="342094"/>
                  </a:lnTo>
                  <a:lnTo>
                    <a:pt x="2178560" y="340699"/>
                  </a:lnTo>
                  <a:lnTo>
                    <a:pt x="2179631" y="339306"/>
                  </a:lnTo>
                  <a:lnTo>
                    <a:pt x="2180703" y="337916"/>
                  </a:lnTo>
                  <a:lnTo>
                    <a:pt x="2181775" y="336528"/>
                  </a:lnTo>
                  <a:lnTo>
                    <a:pt x="2182846" y="335142"/>
                  </a:lnTo>
                  <a:lnTo>
                    <a:pt x="2183918" y="333759"/>
                  </a:lnTo>
                  <a:lnTo>
                    <a:pt x="2184989" y="332379"/>
                  </a:lnTo>
                  <a:lnTo>
                    <a:pt x="2186061" y="331002"/>
                  </a:lnTo>
                  <a:lnTo>
                    <a:pt x="2187133" y="329627"/>
                  </a:lnTo>
                  <a:lnTo>
                    <a:pt x="2188204" y="328255"/>
                  </a:lnTo>
                  <a:lnTo>
                    <a:pt x="2189276" y="326885"/>
                  </a:lnTo>
                  <a:lnTo>
                    <a:pt x="2190347" y="325518"/>
                  </a:lnTo>
                  <a:lnTo>
                    <a:pt x="2191419" y="324154"/>
                  </a:lnTo>
                  <a:lnTo>
                    <a:pt x="2192491" y="322793"/>
                  </a:lnTo>
                  <a:lnTo>
                    <a:pt x="2193562" y="321435"/>
                  </a:lnTo>
                  <a:lnTo>
                    <a:pt x="2194634" y="320079"/>
                  </a:lnTo>
                  <a:lnTo>
                    <a:pt x="2195705" y="318726"/>
                  </a:lnTo>
                  <a:lnTo>
                    <a:pt x="2196777" y="317375"/>
                  </a:lnTo>
                  <a:lnTo>
                    <a:pt x="2197849" y="316028"/>
                  </a:lnTo>
                  <a:lnTo>
                    <a:pt x="2198920" y="314683"/>
                  </a:lnTo>
                  <a:lnTo>
                    <a:pt x="2199992" y="313341"/>
                  </a:lnTo>
                  <a:lnTo>
                    <a:pt x="2201063" y="312002"/>
                  </a:lnTo>
                  <a:lnTo>
                    <a:pt x="2202135" y="310666"/>
                  </a:lnTo>
                  <a:lnTo>
                    <a:pt x="2203207" y="309332"/>
                  </a:lnTo>
                  <a:lnTo>
                    <a:pt x="2204278" y="308001"/>
                  </a:lnTo>
                  <a:lnTo>
                    <a:pt x="2205350" y="306673"/>
                  </a:lnTo>
                  <a:lnTo>
                    <a:pt x="2206421" y="305348"/>
                  </a:lnTo>
                  <a:lnTo>
                    <a:pt x="2207493" y="304025"/>
                  </a:lnTo>
                  <a:lnTo>
                    <a:pt x="2208565" y="302706"/>
                  </a:lnTo>
                  <a:lnTo>
                    <a:pt x="2209636" y="301389"/>
                  </a:lnTo>
                  <a:lnTo>
                    <a:pt x="2210708" y="300075"/>
                  </a:lnTo>
                  <a:lnTo>
                    <a:pt x="2211779" y="298764"/>
                  </a:lnTo>
                  <a:lnTo>
                    <a:pt x="2212851" y="297456"/>
                  </a:lnTo>
                  <a:lnTo>
                    <a:pt x="2213923" y="296150"/>
                  </a:lnTo>
                  <a:lnTo>
                    <a:pt x="2214994" y="294847"/>
                  </a:lnTo>
                  <a:lnTo>
                    <a:pt x="2216066" y="293548"/>
                  </a:lnTo>
                  <a:lnTo>
                    <a:pt x="2217137" y="292251"/>
                  </a:lnTo>
                  <a:lnTo>
                    <a:pt x="2218209" y="290957"/>
                  </a:lnTo>
                  <a:lnTo>
                    <a:pt x="2219281" y="289665"/>
                  </a:lnTo>
                  <a:lnTo>
                    <a:pt x="2220352" y="288377"/>
                  </a:lnTo>
                  <a:lnTo>
                    <a:pt x="2221424" y="287091"/>
                  </a:lnTo>
                  <a:lnTo>
                    <a:pt x="2222495" y="285809"/>
                  </a:lnTo>
                  <a:lnTo>
                    <a:pt x="2223567" y="284529"/>
                  </a:lnTo>
                  <a:lnTo>
                    <a:pt x="2224639" y="283252"/>
                  </a:lnTo>
                  <a:lnTo>
                    <a:pt x="2225710" y="281978"/>
                  </a:lnTo>
                  <a:lnTo>
                    <a:pt x="2226782" y="280707"/>
                  </a:lnTo>
                  <a:lnTo>
                    <a:pt x="2227853" y="279439"/>
                  </a:lnTo>
                  <a:lnTo>
                    <a:pt x="2228925" y="278173"/>
                  </a:lnTo>
                  <a:lnTo>
                    <a:pt x="2229997" y="276911"/>
                  </a:lnTo>
                  <a:lnTo>
                    <a:pt x="2231068" y="275651"/>
                  </a:lnTo>
                  <a:lnTo>
                    <a:pt x="2232140" y="274395"/>
                  </a:lnTo>
                  <a:lnTo>
                    <a:pt x="2233211" y="273141"/>
                  </a:lnTo>
                  <a:lnTo>
                    <a:pt x="2234283" y="271890"/>
                  </a:lnTo>
                  <a:lnTo>
                    <a:pt x="2235355" y="270642"/>
                  </a:lnTo>
                  <a:lnTo>
                    <a:pt x="2236426" y="269397"/>
                  </a:lnTo>
                  <a:lnTo>
                    <a:pt x="2237498" y="268155"/>
                  </a:lnTo>
                  <a:lnTo>
                    <a:pt x="2238569" y="266916"/>
                  </a:lnTo>
                  <a:lnTo>
                    <a:pt x="2239641" y="265680"/>
                  </a:lnTo>
                  <a:lnTo>
                    <a:pt x="2240713" y="264446"/>
                  </a:lnTo>
                  <a:lnTo>
                    <a:pt x="2241784" y="263216"/>
                  </a:lnTo>
                  <a:lnTo>
                    <a:pt x="2242856" y="261989"/>
                  </a:lnTo>
                  <a:lnTo>
                    <a:pt x="2243927" y="260764"/>
                  </a:lnTo>
                  <a:lnTo>
                    <a:pt x="2244999" y="259543"/>
                  </a:lnTo>
                  <a:lnTo>
                    <a:pt x="2246071" y="258324"/>
                  </a:lnTo>
                  <a:lnTo>
                    <a:pt x="2247142" y="257108"/>
                  </a:lnTo>
                  <a:lnTo>
                    <a:pt x="2248214" y="255896"/>
                  </a:lnTo>
                  <a:lnTo>
                    <a:pt x="2249285" y="254686"/>
                  </a:lnTo>
                  <a:lnTo>
                    <a:pt x="2250357" y="253479"/>
                  </a:lnTo>
                  <a:lnTo>
                    <a:pt x="2251429" y="252275"/>
                  </a:lnTo>
                  <a:lnTo>
                    <a:pt x="2252500" y="251075"/>
                  </a:lnTo>
                  <a:lnTo>
                    <a:pt x="2253572" y="249877"/>
                  </a:lnTo>
                  <a:lnTo>
                    <a:pt x="2254643" y="248682"/>
                  </a:lnTo>
                  <a:lnTo>
                    <a:pt x="2255715" y="247490"/>
                  </a:lnTo>
                  <a:lnTo>
                    <a:pt x="2256787" y="246301"/>
                  </a:lnTo>
                  <a:lnTo>
                    <a:pt x="2257858" y="245115"/>
                  </a:lnTo>
                  <a:lnTo>
                    <a:pt x="2258930" y="243932"/>
                  </a:lnTo>
                  <a:lnTo>
                    <a:pt x="2260001" y="242752"/>
                  </a:lnTo>
                  <a:lnTo>
                    <a:pt x="2261073" y="241575"/>
                  </a:lnTo>
                  <a:lnTo>
                    <a:pt x="2262145" y="240401"/>
                  </a:lnTo>
                  <a:lnTo>
                    <a:pt x="2263216" y="239230"/>
                  </a:lnTo>
                  <a:lnTo>
                    <a:pt x="2264288" y="238062"/>
                  </a:lnTo>
                  <a:lnTo>
                    <a:pt x="2265359" y="236897"/>
                  </a:lnTo>
                  <a:lnTo>
                    <a:pt x="2266431" y="235734"/>
                  </a:lnTo>
                  <a:lnTo>
                    <a:pt x="2267503" y="234575"/>
                  </a:lnTo>
                  <a:lnTo>
                    <a:pt x="2268574" y="233419"/>
                  </a:lnTo>
                  <a:lnTo>
                    <a:pt x="2269646" y="232266"/>
                  </a:lnTo>
                  <a:lnTo>
                    <a:pt x="2270717" y="231116"/>
                  </a:lnTo>
                  <a:lnTo>
                    <a:pt x="2271789" y="229969"/>
                  </a:lnTo>
                  <a:lnTo>
                    <a:pt x="2272861" y="228825"/>
                  </a:lnTo>
                  <a:lnTo>
                    <a:pt x="2273932" y="227684"/>
                  </a:lnTo>
                  <a:lnTo>
                    <a:pt x="2275004" y="226546"/>
                  </a:lnTo>
                  <a:lnTo>
                    <a:pt x="2276075" y="225411"/>
                  </a:lnTo>
                  <a:lnTo>
                    <a:pt x="2277147" y="224279"/>
                  </a:lnTo>
                  <a:lnTo>
                    <a:pt x="2278219" y="223150"/>
                  </a:lnTo>
                  <a:lnTo>
                    <a:pt x="2279290" y="222024"/>
                  </a:lnTo>
                  <a:lnTo>
                    <a:pt x="2280362" y="220901"/>
                  </a:lnTo>
                  <a:lnTo>
                    <a:pt x="2281433" y="219781"/>
                  </a:lnTo>
                  <a:lnTo>
                    <a:pt x="2282505" y="218665"/>
                  </a:lnTo>
                  <a:lnTo>
                    <a:pt x="2283577" y="217551"/>
                  </a:lnTo>
                  <a:lnTo>
                    <a:pt x="2284648" y="216440"/>
                  </a:lnTo>
                  <a:lnTo>
                    <a:pt x="2285720" y="215332"/>
                  </a:lnTo>
                  <a:lnTo>
                    <a:pt x="2286791" y="214227"/>
                  </a:lnTo>
                  <a:lnTo>
                    <a:pt x="2287863" y="213126"/>
                  </a:lnTo>
                  <a:lnTo>
                    <a:pt x="2288935" y="212027"/>
                  </a:lnTo>
                  <a:lnTo>
                    <a:pt x="2290006" y="210931"/>
                  </a:lnTo>
                  <a:lnTo>
                    <a:pt x="2291078" y="209839"/>
                  </a:lnTo>
                  <a:lnTo>
                    <a:pt x="2292149" y="208749"/>
                  </a:lnTo>
                  <a:lnTo>
                    <a:pt x="2293221" y="207663"/>
                  </a:lnTo>
                  <a:lnTo>
                    <a:pt x="2294293" y="206579"/>
                  </a:lnTo>
                  <a:lnTo>
                    <a:pt x="2295364" y="205499"/>
                  </a:lnTo>
                  <a:lnTo>
                    <a:pt x="2296436" y="204422"/>
                  </a:lnTo>
                  <a:lnTo>
                    <a:pt x="2297507" y="203347"/>
                  </a:lnTo>
                  <a:lnTo>
                    <a:pt x="2298579" y="202276"/>
                  </a:lnTo>
                  <a:lnTo>
                    <a:pt x="2299651" y="201208"/>
                  </a:lnTo>
                  <a:lnTo>
                    <a:pt x="2300722" y="200143"/>
                  </a:lnTo>
                  <a:lnTo>
                    <a:pt x="2301794" y="199081"/>
                  </a:lnTo>
                  <a:lnTo>
                    <a:pt x="2302865" y="198022"/>
                  </a:lnTo>
                  <a:lnTo>
                    <a:pt x="2303937" y="196966"/>
                  </a:lnTo>
                  <a:lnTo>
                    <a:pt x="2305009" y="195913"/>
                  </a:lnTo>
                  <a:lnTo>
                    <a:pt x="2306080" y="194863"/>
                  </a:lnTo>
                  <a:lnTo>
                    <a:pt x="2307152" y="193816"/>
                  </a:lnTo>
                  <a:lnTo>
                    <a:pt x="2308223" y="192772"/>
                  </a:lnTo>
                  <a:lnTo>
                    <a:pt x="2309295" y="191731"/>
                  </a:lnTo>
                  <a:lnTo>
                    <a:pt x="2310366" y="190694"/>
                  </a:lnTo>
                  <a:lnTo>
                    <a:pt x="2311438" y="189659"/>
                  </a:lnTo>
                  <a:lnTo>
                    <a:pt x="2312510" y="188628"/>
                  </a:lnTo>
                  <a:lnTo>
                    <a:pt x="2313581" y="187599"/>
                  </a:lnTo>
                  <a:lnTo>
                    <a:pt x="2314653" y="186574"/>
                  </a:lnTo>
                  <a:lnTo>
                    <a:pt x="2315724" y="185551"/>
                  </a:lnTo>
                  <a:lnTo>
                    <a:pt x="2316796" y="184532"/>
                  </a:lnTo>
                  <a:lnTo>
                    <a:pt x="2317868" y="183516"/>
                  </a:lnTo>
                  <a:lnTo>
                    <a:pt x="2318939" y="182503"/>
                  </a:lnTo>
                  <a:lnTo>
                    <a:pt x="2320011" y="181492"/>
                  </a:lnTo>
                  <a:lnTo>
                    <a:pt x="2321082" y="180485"/>
                  </a:lnTo>
                  <a:lnTo>
                    <a:pt x="2322154" y="179481"/>
                  </a:lnTo>
                  <a:lnTo>
                    <a:pt x="2323226" y="178481"/>
                  </a:lnTo>
                  <a:lnTo>
                    <a:pt x="2324297" y="177483"/>
                  </a:lnTo>
                  <a:lnTo>
                    <a:pt x="2325369" y="176488"/>
                  </a:lnTo>
                  <a:lnTo>
                    <a:pt x="2326440" y="175496"/>
                  </a:lnTo>
                  <a:lnTo>
                    <a:pt x="2327512" y="174508"/>
                  </a:lnTo>
                  <a:lnTo>
                    <a:pt x="2328584" y="173522"/>
                  </a:lnTo>
                  <a:lnTo>
                    <a:pt x="2329655" y="172540"/>
                  </a:lnTo>
                  <a:lnTo>
                    <a:pt x="2330727" y="171560"/>
                  </a:lnTo>
                  <a:lnTo>
                    <a:pt x="2331798" y="170584"/>
                  </a:lnTo>
                  <a:lnTo>
                    <a:pt x="2332870" y="169611"/>
                  </a:lnTo>
                  <a:lnTo>
                    <a:pt x="2333942" y="168640"/>
                  </a:lnTo>
                  <a:lnTo>
                    <a:pt x="2335013" y="167673"/>
                  </a:lnTo>
                  <a:lnTo>
                    <a:pt x="2336085" y="166709"/>
                  </a:lnTo>
                  <a:lnTo>
                    <a:pt x="2337156" y="165748"/>
                  </a:lnTo>
                  <a:lnTo>
                    <a:pt x="2338228" y="164790"/>
                  </a:lnTo>
                  <a:lnTo>
                    <a:pt x="2339300" y="163835"/>
                  </a:lnTo>
                  <a:lnTo>
                    <a:pt x="2340371" y="162883"/>
                  </a:lnTo>
                  <a:lnTo>
                    <a:pt x="2341443" y="161935"/>
                  </a:lnTo>
                  <a:lnTo>
                    <a:pt x="2342514" y="160989"/>
                  </a:lnTo>
                  <a:lnTo>
                    <a:pt x="2343586" y="160046"/>
                  </a:lnTo>
                  <a:lnTo>
                    <a:pt x="2344658" y="159107"/>
                  </a:lnTo>
                  <a:lnTo>
                    <a:pt x="2345729" y="158170"/>
                  </a:lnTo>
                  <a:lnTo>
                    <a:pt x="2346801" y="157237"/>
                  </a:lnTo>
                  <a:lnTo>
                    <a:pt x="2347872" y="156307"/>
                  </a:lnTo>
                  <a:lnTo>
                    <a:pt x="2348944" y="155379"/>
                  </a:lnTo>
                  <a:lnTo>
                    <a:pt x="2350016" y="154455"/>
                  </a:lnTo>
                  <a:lnTo>
                    <a:pt x="2351087" y="153534"/>
                  </a:lnTo>
                  <a:lnTo>
                    <a:pt x="2352159" y="152616"/>
                  </a:lnTo>
                  <a:lnTo>
                    <a:pt x="2353230" y="151701"/>
                  </a:lnTo>
                  <a:lnTo>
                    <a:pt x="2354302" y="150789"/>
                  </a:lnTo>
                  <a:lnTo>
                    <a:pt x="2355374" y="149880"/>
                  </a:lnTo>
                  <a:lnTo>
                    <a:pt x="2356445" y="148974"/>
                  </a:lnTo>
                  <a:lnTo>
                    <a:pt x="2357517" y="148071"/>
                  </a:lnTo>
                  <a:lnTo>
                    <a:pt x="2358588" y="147172"/>
                  </a:lnTo>
                  <a:lnTo>
                    <a:pt x="2359660" y="146275"/>
                  </a:lnTo>
                  <a:lnTo>
                    <a:pt x="2360732" y="145381"/>
                  </a:lnTo>
                  <a:lnTo>
                    <a:pt x="2361803" y="144491"/>
                  </a:lnTo>
                  <a:lnTo>
                    <a:pt x="2362875" y="143603"/>
                  </a:lnTo>
                  <a:lnTo>
                    <a:pt x="2363946" y="142719"/>
                  </a:lnTo>
                  <a:lnTo>
                    <a:pt x="2365018" y="141838"/>
                  </a:lnTo>
                  <a:lnTo>
                    <a:pt x="2366090" y="140959"/>
                  </a:lnTo>
                  <a:lnTo>
                    <a:pt x="2367161" y="140084"/>
                  </a:lnTo>
                  <a:lnTo>
                    <a:pt x="2368233" y="139212"/>
                  </a:lnTo>
                  <a:lnTo>
                    <a:pt x="2369304" y="138343"/>
                  </a:lnTo>
                  <a:lnTo>
                    <a:pt x="2370376" y="137477"/>
                  </a:lnTo>
                  <a:lnTo>
                    <a:pt x="2371448" y="136614"/>
                  </a:lnTo>
                  <a:lnTo>
                    <a:pt x="2372519" y="135754"/>
                  </a:lnTo>
                  <a:lnTo>
                    <a:pt x="2373591" y="134897"/>
                  </a:lnTo>
                  <a:lnTo>
                    <a:pt x="2374662" y="134043"/>
                  </a:lnTo>
                  <a:lnTo>
                    <a:pt x="2375734" y="133192"/>
                  </a:lnTo>
                  <a:lnTo>
                    <a:pt x="2376806" y="132344"/>
                  </a:lnTo>
                  <a:lnTo>
                    <a:pt x="2377877" y="131500"/>
                  </a:lnTo>
                  <a:lnTo>
                    <a:pt x="2378949" y="130658"/>
                  </a:lnTo>
                  <a:lnTo>
                    <a:pt x="2380020" y="129819"/>
                  </a:lnTo>
                  <a:lnTo>
                    <a:pt x="2381092" y="128984"/>
                  </a:lnTo>
                  <a:lnTo>
                    <a:pt x="2382164" y="128151"/>
                  </a:lnTo>
                  <a:lnTo>
                    <a:pt x="2383235" y="127321"/>
                  </a:lnTo>
                  <a:lnTo>
                    <a:pt x="2384307" y="126495"/>
                  </a:lnTo>
                  <a:lnTo>
                    <a:pt x="2385378" y="125671"/>
                  </a:lnTo>
                  <a:lnTo>
                    <a:pt x="2386450" y="124851"/>
                  </a:lnTo>
                  <a:lnTo>
                    <a:pt x="2387522" y="124034"/>
                  </a:lnTo>
                  <a:lnTo>
                    <a:pt x="2388593" y="123219"/>
                  </a:lnTo>
                  <a:lnTo>
                    <a:pt x="2389665" y="122408"/>
                  </a:lnTo>
                  <a:lnTo>
                    <a:pt x="2390736" y="121600"/>
                  </a:lnTo>
                  <a:lnTo>
                    <a:pt x="2391808" y="120794"/>
                  </a:lnTo>
                  <a:lnTo>
                    <a:pt x="2392880" y="119992"/>
                  </a:lnTo>
                  <a:lnTo>
                    <a:pt x="2393951" y="119193"/>
                  </a:lnTo>
                  <a:lnTo>
                    <a:pt x="2395023" y="118397"/>
                  </a:lnTo>
                  <a:lnTo>
                    <a:pt x="2396094" y="117603"/>
                  </a:lnTo>
                  <a:lnTo>
                    <a:pt x="2397166" y="116813"/>
                  </a:lnTo>
                  <a:lnTo>
                    <a:pt x="2398238" y="116026"/>
                  </a:lnTo>
                  <a:lnTo>
                    <a:pt x="2399309" y="115242"/>
                  </a:lnTo>
                  <a:lnTo>
                    <a:pt x="2400381" y="114461"/>
                  </a:lnTo>
                  <a:lnTo>
                    <a:pt x="2401452" y="113683"/>
                  </a:lnTo>
                  <a:lnTo>
                    <a:pt x="2402524" y="112908"/>
                  </a:lnTo>
                  <a:lnTo>
                    <a:pt x="2403596" y="112136"/>
                  </a:lnTo>
                  <a:lnTo>
                    <a:pt x="2404667" y="111366"/>
                  </a:lnTo>
                  <a:lnTo>
                    <a:pt x="2405739" y="110600"/>
                  </a:lnTo>
                  <a:lnTo>
                    <a:pt x="2406810" y="109837"/>
                  </a:lnTo>
                  <a:lnTo>
                    <a:pt x="2407882" y="109077"/>
                  </a:lnTo>
                  <a:lnTo>
                    <a:pt x="2408954" y="108320"/>
                  </a:lnTo>
                  <a:lnTo>
                    <a:pt x="2410025" y="107566"/>
                  </a:lnTo>
                  <a:lnTo>
                    <a:pt x="2411097" y="106815"/>
                  </a:lnTo>
                  <a:lnTo>
                    <a:pt x="2412168" y="106067"/>
                  </a:lnTo>
                  <a:lnTo>
                    <a:pt x="2413240" y="105322"/>
                  </a:lnTo>
                  <a:lnTo>
                    <a:pt x="2414312" y="104580"/>
                  </a:lnTo>
                  <a:lnTo>
                    <a:pt x="2415383" y="103841"/>
                  </a:lnTo>
                  <a:lnTo>
                    <a:pt x="2416455" y="103104"/>
                  </a:lnTo>
                  <a:lnTo>
                    <a:pt x="2417526" y="102371"/>
                  </a:lnTo>
                  <a:lnTo>
                    <a:pt x="2418598" y="101641"/>
                  </a:lnTo>
                  <a:lnTo>
                    <a:pt x="2419670" y="100914"/>
                  </a:lnTo>
                  <a:lnTo>
                    <a:pt x="2420741" y="100190"/>
                  </a:lnTo>
                  <a:lnTo>
                    <a:pt x="2421813" y="99468"/>
                  </a:lnTo>
                  <a:lnTo>
                    <a:pt x="2422884" y="98750"/>
                  </a:lnTo>
                  <a:lnTo>
                    <a:pt x="2423956" y="98035"/>
                  </a:lnTo>
                  <a:lnTo>
                    <a:pt x="2425028" y="97323"/>
                  </a:lnTo>
                  <a:lnTo>
                    <a:pt x="2426099" y="96613"/>
                  </a:lnTo>
                  <a:lnTo>
                    <a:pt x="2427171" y="95907"/>
                  </a:lnTo>
                  <a:lnTo>
                    <a:pt x="2428242" y="95203"/>
                  </a:lnTo>
                  <a:lnTo>
                    <a:pt x="2429314" y="94503"/>
                  </a:lnTo>
                  <a:lnTo>
                    <a:pt x="2430386" y="93805"/>
                  </a:lnTo>
                  <a:lnTo>
                    <a:pt x="2431457" y="93111"/>
                  </a:lnTo>
                  <a:lnTo>
                    <a:pt x="2432529" y="92419"/>
                  </a:lnTo>
                  <a:lnTo>
                    <a:pt x="2433600" y="91730"/>
                  </a:lnTo>
                  <a:lnTo>
                    <a:pt x="2434672" y="91045"/>
                  </a:lnTo>
                  <a:lnTo>
                    <a:pt x="2435744" y="90362"/>
                  </a:lnTo>
                  <a:lnTo>
                    <a:pt x="2436815" y="89682"/>
                  </a:lnTo>
                  <a:lnTo>
                    <a:pt x="2437887" y="89005"/>
                  </a:lnTo>
                  <a:lnTo>
                    <a:pt x="2438958" y="88331"/>
                  </a:lnTo>
                  <a:lnTo>
                    <a:pt x="2440030" y="87660"/>
                  </a:lnTo>
                  <a:lnTo>
                    <a:pt x="2441102" y="86992"/>
                  </a:lnTo>
                  <a:lnTo>
                    <a:pt x="2442173" y="86327"/>
                  </a:lnTo>
                  <a:lnTo>
                    <a:pt x="2443245" y="85664"/>
                  </a:lnTo>
                  <a:lnTo>
                    <a:pt x="2444316" y="85005"/>
                  </a:lnTo>
                  <a:lnTo>
                    <a:pt x="2445388" y="84349"/>
                  </a:lnTo>
                  <a:lnTo>
                    <a:pt x="2446460" y="83695"/>
                  </a:lnTo>
                  <a:lnTo>
                    <a:pt x="2447531" y="83044"/>
                  </a:lnTo>
                  <a:lnTo>
                    <a:pt x="2448603" y="82397"/>
                  </a:lnTo>
                  <a:lnTo>
                    <a:pt x="2449674" y="81752"/>
                  </a:lnTo>
                  <a:lnTo>
                    <a:pt x="2450746" y="81110"/>
                  </a:lnTo>
                  <a:lnTo>
                    <a:pt x="2451818" y="80471"/>
                  </a:lnTo>
                  <a:lnTo>
                    <a:pt x="2452889" y="79835"/>
                  </a:lnTo>
                  <a:lnTo>
                    <a:pt x="2453961" y="79202"/>
                  </a:lnTo>
                  <a:lnTo>
                    <a:pt x="2455032" y="78571"/>
                  </a:lnTo>
                  <a:lnTo>
                    <a:pt x="2456104" y="77944"/>
                  </a:lnTo>
                  <a:lnTo>
                    <a:pt x="2457176" y="77320"/>
                  </a:lnTo>
                  <a:lnTo>
                    <a:pt x="2458247" y="76698"/>
                  </a:lnTo>
                  <a:lnTo>
                    <a:pt x="2459319" y="76079"/>
                  </a:lnTo>
                  <a:lnTo>
                    <a:pt x="2460390" y="75463"/>
                  </a:lnTo>
                  <a:lnTo>
                    <a:pt x="2461462" y="74850"/>
                  </a:lnTo>
                  <a:lnTo>
                    <a:pt x="2462534" y="74240"/>
                  </a:lnTo>
                  <a:lnTo>
                    <a:pt x="2463605" y="73633"/>
                  </a:lnTo>
                  <a:lnTo>
                    <a:pt x="2464677" y="73028"/>
                  </a:lnTo>
                  <a:lnTo>
                    <a:pt x="2465748" y="72427"/>
                  </a:lnTo>
                  <a:lnTo>
                    <a:pt x="2466820" y="71828"/>
                  </a:lnTo>
                  <a:lnTo>
                    <a:pt x="2467892" y="71232"/>
                  </a:lnTo>
                  <a:lnTo>
                    <a:pt x="2468963" y="70639"/>
                  </a:lnTo>
                  <a:lnTo>
                    <a:pt x="2470035" y="70049"/>
                  </a:lnTo>
                  <a:lnTo>
                    <a:pt x="2471106" y="69462"/>
                  </a:lnTo>
                  <a:lnTo>
                    <a:pt x="2472178" y="68877"/>
                  </a:lnTo>
                  <a:lnTo>
                    <a:pt x="2473250" y="68296"/>
                  </a:lnTo>
                  <a:lnTo>
                    <a:pt x="2474321" y="67717"/>
                  </a:lnTo>
                  <a:lnTo>
                    <a:pt x="2475393" y="67141"/>
                  </a:lnTo>
                  <a:lnTo>
                    <a:pt x="2476464" y="66568"/>
                  </a:lnTo>
                  <a:lnTo>
                    <a:pt x="2477536" y="65998"/>
                  </a:lnTo>
                  <a:lnTo>
                    <a:pt x="2478608" y="65430"/>
                  </a:lnTo>
                  <a:lnTo>
                    <a:pt x="2479679" y="64866"/>
                  </a:lnTo>
                  <a:lnTo>
                    <a:pt x="2480751" y="64304"/>
                  </a:lnTo>
                  <a:lnTo>
                    <a:pt x="2481822" y="63745"/>
                  </a:lnTo>
                  <a:lnTo>
                    <a:pt x="2482894" y="63188"/>
                  </a:lnTo>
                  <a:lnTo>
                    <a:pt x="2483966" y="62635"/>
                  </a:lnTo>
                  <a:lnTo>
                    <a:pt x="2485037" y="62084"/>
                  </a:lnTo>
                  <a:lnTo>
                    <a:pt x="2486109" y="61537"/>
                  </a:lnTo>
                  <a:lnTo>
                    <a:pt x="2487180" y="60992"/>
                  </a:lnTo>
                  <a:lnTo>
                    <a:pt x="2488252" y="60449"/>
                  </a:lnTo>
                  <a:lnTo>
                    <a:pt x="2489323" y="59910"/>
                  </a:lnTo>
                  <a:lnTo>
                    <a:pt x="2490395" y="59373"/>
                  </a:lnTo>
                  <a:lnTo>
                    <a:pt x="2491467" y="58839"/>
                  </a:lnTo>
                  <a:lnTo>
                    <a:pt x="2492538" y="58308"/>
                  </a:lnTo>
                  <a:lnTo>
                    <a:pt x="2493610" y="57780"/>
                  </a:lnTo>
                  <a:lnTo>
                    <a:pt x="2494681" y="57254"/>
                  </a:lnTo>
                  <a:lnTo>
                    <a:pt x="2495753" y="56731"/>
                  </a:lnTo>
                  <a:lnTo>
                    <a:pt x="2496825" y="56211"/>
                  </a:lnTo>
                  <a:lnTo>
                    <a:pt x="2497896" y="55694"/>
                  </a:lnTo>
                  <a:lnTo>
                    <a:pt x="2498968" y="55179"/>
                  </a:lnTo>
                  <a:lnTo>
                    <a:pt x="2500039" y="54668"/>
                  </a:lnTo>
                  <a:lnTo>
                    <a:pt x="2501111" y="54159"/>
                  </a:lnTo>
                  <a:lnTo>
                    <a:pt x="2502183" y="53652"/>
                  </a:lnTo>
                  <a:lnTo>
                    <a:pt x="2503254" y="53149"/>
                  </a:lnTo>
                  <a:lnTo>
                    <a:pt x="2504326" y="52648"/>
                  </a:lnTo>
                  <a:lnTo>
                    <a:pt x="2505397" y="52150"/>
                  </a:lnTo>
                  <a:lnTo>
                    <a:pt x="2506469" y="51654"/>
                  </a:lnTo>
                  <a:lnTo>
                    <a:pt x="2507541" y="51162"/>
                  </a:lnTo>
                  <a:lnTo>
                    <a:pt x="2508612" y="50672"/>
                  </a:lnTo>
                  <a:lnTo>
                    <a:pt x="2509684" y="50184"/>
                  </a:lnTo>
                  <a:lnTo>
                    <a:pt x="2510755" y="49700"/>
                  </a:lnTo>
                  <a:lnTo>
                    <a:pt x="2511827" y="49218"/>
                  </a:lnTo>
                  <a:lnTo>
                    <a:pt x="2512899" y="48739"/>
                  </a:lnTo>
                  <a:lnTo>
                    <a:pt x="2513970" y="48262"/>
                  </a:lnTo>
                  <a:lnTo>
                    <a:pt x="2515042" y="47788"/>
                  </a:lnTo>
                  <a:lnTo>
                    <a:pt x="2516113" y="47317"/>
                  </a:lnTo>
                  <a:lnTo>
                    <a:pt x="2517185" y="46849"/>
                  </a:lnTo>
                  <a:lnTo>
                    <a:pt x="2518257" y="46383"/>
                  </a:lnTo>
                  <a:lnTo>
                    <a:pt x="2519328" y="45920"/>
                  </a:lnTo>
                  <a:lnTo>
                    <a:pt x="2520400" y="45460"/>
                  </a:lnTo>
                  <a:lnTo>
                    <a:pt x="2521471" y="45002"/>
                  </a:lnTo>
                  <a:lnTo>
                    <a:pt x="2522543" y="44547"/>
                  </a:lnTo>
                  <a:lnTo>
                    <a:pt x="2523615" y="44095"/>
                  </a:lnTo>
                  <a:lnTo>
                    <a:pt x="2524686" y="43645"/>
                  </a:lnTo>
                  <a:lnTo>
                    <a:pt x="2525758" y="43198"/>
                  </a:lnTo>
                  <a:lnTo>
                    <a:pt x="2526829" y="42753"/>
                  </a:lnTo>
                  <a:lnTo>
                    <a:pt x="2527901" y="42312"/>
                  </a:lnTo>
                  <a:lnTo>
                    <a:pt x="2528973" y="41872"/>
                  </a:lnTo>
                  <a:lnTo>
                    <a:pt x="2530044" y="41436"/>
                  </a:lnTo>
                  <a:lnTo>
                    <a:pt x="2531116" y="41002"/>
                  </a:lnTo>
                  <a:lnTo>
                    <a:pt x="2532187" y="40571"/>
                  </a:lnTo>
                  <a:lnTo>
                    <a:pt x="2533259" y="40142"/>
                  </a:lnTo>
                  <a:lnTo>
                    <a:pt x="2534331" y="39716"/>
                  </a:lnTo>
                  <a:lnTo>
                    <a:pt x="2535402" y="39293"/>
                  </a:lnTo>
                  <a:lnTo>
                    <a:pt x="2536474" y="38872"/>
                  </a:lnTo>
                  <a:lnTo>
                    <a:pt x="2537545" y="38454"/>
                  </a:lnTo>
                  <a:lnTo>
                    <a:pt x="2538617" y="38038"/>
                  </a:lnTo>
                  <a:lnTo>
                    <a:pt x="2539689" y="37625"/>
                  </a:lnTo>
                  <a:lnTo>
                    <a:pt x="2540760" y="37214"/>
                  </a:lnTo>
                  <a:lnTo>
                    <a:pt x="2541832" y="36806"/>
                  </a:lnTo>
                  <a:lnTo>
                    <a:pt x="2542903" y="36401"/>
                  </a:lnTo>
                  <a:lnTo>
                    <a:pt x="2543975" y="35998"/>
                  </a:lnTo>
                  <a:lnTo>
                    <a:pt x="2545047" y="35598"/>
                  </a:lnTo>
                  <a:lnTo>
                    <a:pt x="2546118" y="35201"/>
                  </a:lnTo>
                  <a:lnTo>
                    <a:pt x="2547190" y="34806"/>
                  </a:lnTo>
                  <a:lnTo>
                    <a:pt x="2548261" y="34413"/>
                  </a:lnTo>
                  <a:lnTo>
                    <a:pt x="2549333" y="34023"/>
                  </a:lnTo>
                  <a:lnTo>
                    <a:pt x="2550405" y="33636"/>
                  </a:lnTo>
                  <a:lnTo>
                    <a:pt x="2551476" y="33251"/>
                  </a:lnTo>
                  <a:lnTo>
                    <a:pt x="2552548" y="32869"/>
                  </a:lnTo>
                  <a:lnTo>
                    <a:pt x="2553619" y="32489"/>
                  </a:lnTo>
                  <a:lnTo>
                    <a:pt x="2554691" y="32112"/>
                  </a:lnTo>
                  <a:lnTo>
                    <a:pt x="2555763" y="31737"/>
                  </a:lnTo>
                  <a:lnTo>
                    <a:pt x="2556834" y="31365"/>
                  </a:lnTo>
                  <a:lnTo>
                    <a:pt x="2557906" y="30995"/>
                  </a:lnTo>
                  <a:lnTo>
                    <a:pt x="2558977" y="30628"/>
                  </a:lnTo>
                  <a:lnTo>
                    <a:pt x="2560049" y="30263"/>
                  </a:lnTo>
                  <a:lnTo>
                    <a:pt x="2561121" y="29901"/>
                  </a:lnTo>
                  <a:lnTo>
                    <a:pt x="2562192" y="29541"/>
                  </a:lnTo>
                  <a:lnTo>
                    <a:pt x="2563264" y="29184"/>
                  </a:lnTo>
                  <a:lnTo>
                    <a:pt x="2564335" y="28829"/>
                  </a:lnTo>
                  <a:lnTo>
                    <a:pt x="2565407" y="28477"/>
                  </a:lnTo>
                  <a:lnTo>
                    <a:pt x="2566479" y="28127"/>
                  </a:lnTo>
                  <a:lnTo>
                    <a:pt x="2567550" y="27780"/>
                  </a:lnTo>
                  <a:lnTo>
                    <a:pt x="2568622" y="27435"/>
                  </a:lnTo>
                  <a:lnTo>
                    <a:pt x="2569693" y="27093"/>
                  </a:lnTo>
                  <a:lnTo>
                    <a:pt x="2570765" y="26753"/>
                  </a:lnTo>
                  <a:lnTo>
                    <a:pt x="2571837" y="26415"/>
                  </a:lnTo>
                  <a:lnTo>
                    <a:pt x="2572908" y="26080"/>
                  </a:lnTo>
                  <a:lnTo>
                    <a:pt x="2573980" y="25747"/>
                  </a:lnTo>
                  <a:lnTo>
                    <a:pt x="2575051" y="25417"/>
                  </a:lnTo>
                  <a:lnTo>
                    <a:pt x="2576123" y="25089"/>
                  </a:lnTo>
                  <a:lnTo>
                    <a:pt x="2577195" y="24764"/>
                  </a:lnTo>
                  <a:lnTo>
                    <a:pt x="2578266" y="24441"/>
                  </a:lnTo>
                  <a:lnTo>
                    <a:pt x="2579338" y="24121"/>
                  </a:lnTo>
                  <a:lnTo>
                    <a:pt x="2580409" y="23803"/>
                  </a:lnTo>
                  <a:lnTo>
                    <a:pt x="2581481" y="23487"/>
                  </a:lnTo>
                  <a:lnTo>
                    <a:pt x="2582553" y="23174"/>
                  </a:lnTo>
                  <a:lnTo>
                    <a:pt x="2583624" y="22863"/>
                  </a:lnTo>
                  <a:lnTo>
                    <a:pt x="2584696" y="22554"/>
                  </a:lnTo>
                  <a:lnTo>
                    <a:pt x="2585767" y="22248"/>
                  </a:lnTo>
                  <a:lnTo>
                    <a:pt x="2586839" y="21944"/>
                  </a:lnTo>
                  <a:lnTo>
                    <a:pt x="2587911" y="21643"/>
                  </a:lnTo>
                  <a:lnTo>
                    <a:pt x="2588982" y="21344"/>
                  </a:lnTo>
                  <a:lnTo>
                    <a:pt x="2590054" y="21047"/>
                  </a:lnTo>
                  <a:lnTo>
                    <a:pt x="2591125" y="20753"/>
                  </a:lnTo>
                  <a:lnTo>
                    <a:pt x="2592197" y="20461"/>
                  </a:lnTo>
                  <a:lnTo>
                    <a:pt x="2593269" y="20171"/>
                  </a:lnTo>
                  <a:lnTo>
                    <a:pt x="2594340" y="19884"/>
                  </a:lnTo>
                  <a:lnTo>
                    <a:pt x="2595412" y="19599"/>
                  </a:lnTo>
                  <a:lnTo>
                    <a:pt x="2596483" y="19316"/>
                  </a:lnTo>
                  <a:lnTo>
                    <a:pt x="2597555" y="19036"/>
                  </a:lnTo>
                  <a:lnTo>
                    <a:pt x="2598627" y="18758"/>
                  </a:lnTo>
                  <a:lnTo>
                    <a:pt x="2599698" y="18482"/>
                  </a:lnTo>
                  <a:lnTo>
                    <a:pt x="2600770" y="18209"/>
                  </a:lnTo>
                  <a:lnTo>
                    <a:pt x="2601841" y="17938"/>
                  </a:lnTo>
                  <a:lnTo>
                    <a:pt x="2602913" y="17669"/>
                  </a:lnTo>
                  <a:lnTo>
                    <a:pt x="2603985" y="17403"/>
                  </a:lnTo>
                  <a:lnTo>
                    <a:pt x="2605056" y="17139"/>
                  </a:lnTo>
                  <a:lnTo>
                    <a:pt x="2606128" y="16877"/>
                  </a:lnTo>
                  <a:lnTo>
                    <a:pt x="2607199" y="16617"/>
                  </a:lnTo>
                  <a:lnTo>
                    <a:pt x="2608271" y="16360"/>
                  </a:lnTo>
                  <a:lnTo>
                    <a:pt x="2609343" y="16105"/>
                  </a:lnTo>
                  <a:lnTo>
                    <a:pt x="2610414" y="15852"/>
                  </a:lnTo>
                  <a:lnTo>
                    <a:pt x="2611486" y="15601"/>
                  </a:lnTo>
                  <a:lnTo>
                    <a:pt x="2612557" y="15353"/>
                  </a:lnTo>
                  <a:lnTo>
                    <a:pt x="2613629" y="15107"/>
                  </a:lnTo>
                  <a:lnTo>
                    <a:pt x="2614701" y="14863"/>
                  </a:lnTo>
                  <a:lnTo>
                    <a:pt x="2615772" y="14621"/>
                  </a:lnTo>
                  <a:lnTo>
                    <a:pt x="2616844" y="14382"/>
                  </a:lnTo>
                  <a:lnTo>
                    <a:pt x="2617915" y="14145"/>
                  </a:lnTo>
                  <a:lnTo>
                    <a:pt x="2618987" y="13910"/>
                  </a:lnTo>
                  <a:lnTo>
                    <a:pt x="2620059" y="13677"/>
                  </a:lnTo>
                  <a:lnTo>
                    <a:pt x="2621130" y="13446"/>
                  </a:lnTo>
                  <a:lnTo>
                    <a:pt x="2622202" y="13218"/>
                  </a:lnTo>
                  <a:lnTo>
                    <a:pt x="2623273" y="12992"/>
                  </a:lnTo>
                  <a:lnTo>
                    <a:pt x="2624345" y="12768"/>
                  </a:lnTo>
                  <a:lnTo>
                    <a:pt x="2625417" y="12546"/>
                  </a:lnTo>
                  <a:lnTo>
                    <a:pt x="2626488" y="12326"/>
                  </a:lnTo>
                  <a:lnTo>
                    <a:pt x="2627560" y="12109"/>
                  </a:lnTo>
                  <a:lnTo>
                    <a:pt x="2628631" y="11894"/>
                  </a:lnTo>
                  <a:lnTo>
                    <a:pt x="2629703" y="11680"/>
                  </a:lnTo>
                  <a:lnTo>
                    <a:pt x="2630775" y="11469"/>
                  </a:lnTo>
                  <a:lnTo>
                    <a:pt x="2631846" y="11261"/>
                  </a:lnTo>
                  <a:lnTo>
                    <a:pt x="2632918" y="11054"/>
                  </a:lnTo>
                  <a:lnTo>
                    <a:pt x="2633989" y="10849"/>
                  </a:lnTo>
                  <a:lnTo>
                    <a:pt x="2635061" y="10647"/>
                  </a:lnTo>
                  <a:lnTo>
                    <a:pt x="2636133" y="10447"/>
                  </a:lnTo>
                  <a:lnTo>
                    <a:pt x="2637204" y="10248"/>
                  </a:lnTo>
                  <a:lnTo>
                    <a:pt x="2638276" y="10052"/>
                  </a:lnTo>
                  <a:lnTo>
                    <a:pt x="2639347" y="9858"/>
                  </a:lnTo>
                  <a:lnTo>
                    <a:pt x="2640419" y="9666"/>
                  </a:lnTo>
                  <a:lnTo>
                    <a:pt x="2641491" y="9477"/>
                  </a:lnTo>
                  <a:lnTo>
                    <a:pt x="2642562" y="9289"/>
                  </a:lnTo>
                  <a:lnTo>
                    <a:pt x="2643634" y="9103"/>
                  </a:lnTo>
                  <a:lnTo>
                    <a:pt x="2644705" y="8920"/>
                  </a:lnTo>
                  <a:lnTo>
                    <a:pt x="2645777" y="8738"/>
                  </a:lnTo>
                  <a:lnTo>
                    <a:pt x="2646849" y="8559"/>
                  </a:lnTo>
                  <a:lnTo>
                    <a:pt x="2647920" y="8381"/>
                  </a:lnTo>
                  <a:lnTo>
                    <a:pt x="2648992" y="8206"/>
                  </a:lnTo>
                  <a:lnTo>
                    <a:pt x="2650063" y="8033"/>
                  </a:lnTo>
                  <a:lnTo>
                    <a:pt x="2651135" y="7862"/>
                  </a:lnTo>
                  <a:lnTo>
                    <a:pt x="2652207" y="7692"/>
                  </a:lnTo>
                  <a:lnTo>
                    <a:pt x="2653278" y="7525"/>
                  </a:lnTo>
                  <a:lnTo>
                    <a:pt x="2654350" y="7360"/>
                  </a:lnTo>
                  <a:lnTo>
                    <a:pt x="2655421" y="7197"/>
                  </a:lnTo>
                  <a:lnTo>
                    <a:pt x="2656493" y="7036"/>
                  </a:lnTo>
                  <a:lnTo>
                    <a:pt x="2657565" y="6877"/>
                  </a:lnTo>
                  <a:lnTo>
                    <a:pt x="2658636" y="6720"/>
                  </a:lnTo>
                  <a:lnTo>
                    <a:pt x="2659708" y="6565"/>
                  </a:lnTo>
                  <a:lnTo>
                    <a:pt x="2660779" y="6412"/>
                  </a:lnTo>
                  <a:lnTo>
                    <a:pt x="2661851" y="6261"/>
                  </a:lnTo>
                  <a:lnTo>
                    <a:pt x="2662922" y="6111"/>
                  </a:lnTo>
                  <a:lnTo>
                    <a:pt x="2663994" y="5964"/>
                  </a:lnTo>
                  <a:lnTo>
                    <a:pt x="2665066" y="5819"/>
                  </a:lnTo>
                  <a:lnTo>
                    <a:pt x="2666137" y="5676"/>
                  </a:lnTo>
                  <a:lnTo>
                    <a:pt x="2667209" y="5534"/>
                  </a:lnTo>
                  <a:lnTo>
                    <a:pt x="2668280" y="5395"/>
                  </a:lnTo>
                  <a:lnTo>
                    <a:pt x="2669352" y="5258"/>
                  </a:lnTo>
                  <a:lnTo>
                    <a:pt x="2670424" y="5122"/>
                  </a:lnTo>
                  <a:lnTo>
                    <a:pt x="2671495" y="4989"/>
                  </a:lnTo>
                  <a:lnTo>
                    <a:pt x="2672567" y="4857"/>
                  </a:lnTo>
                  <a:lnTo>
                    <a:pt x="2673638" y="4727"/>
                  </a:lnTo>
                  <a:lnTo>
                    <a:pt x="2674710" y="4599"/>
                  </a:lnTo>
                  <a:lnTo>
                    <a:pt x="2675782" y="4474"/>
                  </a:lnTo>
                  <a:lnTo>
                    <a:pt x="2676853" y="4350"/>
                  </a:lnTo>
                  <a:lnTo>
                    <a:pt x="2677925" y="4227"/>
                  </a:lnTo>
                  <a:lnTo>
                    <a:pt x="2678996" y="4107"/>
                  </a:lnTo>
                  <a:lnTo>
                    <a:pt x="2680068" y="3989"/>
                  </a:lnTo>
                  <a:lnTo>
                    <a:pt x="2681140" y="3872"/>
                  </a:lnTo>
                  <a:lnTo>
                    <a:pt x="2682211" y="3758"/>
                  </a:lnTo>
                  <a:lnTo>
                    <a:pt x="2683283" y="3645"/>
                  </a:lnTo>
                  <a:lnTo>
                    <a:pt x="2684354" y="3534"/>
                  </a:lnTo>
                  <a:lnTo>
                    <a:pt x="2685426" y="3425"/>
                  </a:lnTo>
                  <a:lnTo>
                    <a:pt x="2686498" y="3318"/>
                  </a:lnTo>
                  <a:lnTo>
                    <a:pt x="2687569" y="3212"/>
                  </a:lnTo>
                  <a:lnTo>
                    <a:pt x="2688641" y="3109"/>
                  </a:lnTo>
                  <a:lnTo>
                    <a:pt x="2689712" y="3007"/>
                  </a:lnTo>
                  <a:lnTo>
                    <a:pt x="2690784" y="2907"/>
                  </a:lnTo>
                  <a:lnTo>
                    <a:pt x="2691856" y="2809"/>
                  </a:lnTo>
                  <a:lnTo>
                    <a:pt x="2692927" y="2713"/>
                  </a:lnTo>
                  <a:lnTo>
                    <a:pt x="2693999" y="2618"/>
                  </a:lnTo>
                  <a:lnTo>
                    <a:pt x="2695070" y="2526"/>
                  </a:lnTo>
                  <a:lnTo>
                    <a:pt x="2696142" y="2435"/>
                  </a:lnTo>
                  <a:lnTo>
                    <a:pt x="2697214" y="2346"/>
                  </a:lnTo>
                  <a:lnTo>
                    <a:pt x="2698285" y="2258"/>
                  </a:lnTo>
                  <a:lnTo>
                    <a:pt x="2699357" y="2173"/>
                  </a:lnTo>
                  <a:lnTo>
                    <a:pt x="2700428" y="2089"/>
                  </a:lnTo>
                  <a:lnTo>
                    <a:pt x="2701500" y="2007"/>
                  </a:lnTo>
                  <a:lnTo>
                    <a:pt x="2702572" y="1926"/>
                  </a:lnTo>
                  <a:lnTo>
                    <a:pt x="2703643" y="1848"/>
                  </a:lnTo>
                  <a:lnTo>
                    <a:pt x="2704715" y="1771"/>
                  </a:lnTo>
                  <a:lnTo>
                    <a:pt x="2705786" y="1696"/>
                  </a:lnTo>
                  <a:lnTo>
                    <a:pt x="2706858" y="1623"/>
                  </a:lnTo>
                  <a:lnTo>
                    <a:pt x="2707930" y="1551"/>
                  </a:lnTo>
                  <a:lnTo>
                    <a:pt x="2709001" y="1481"/>
                  </a:lnTo>
                  <a:lnTo>
                    <a:pt x="2710073" y="1413"/>
                  </a:lnTo>
                  <a:lnTo>
                    <a:pt x="2711144" y="1346"/>
                  </a:lnTo>
                  <a:lnTo>
                    <a:pt x="2712216" y="1281"/>
                  </a:lnTo>
                  <a:lnTo>
                    <a:pt x="2713288" y="1218"/>
                  </a:lnTo>
                  <a:lnTo>
                    <a:pt x="2714359" y="1156"/>
                  </a:lnTo>
                  <a:lnTo>
                    <a:pt x="2715431" y="1097"/>
                  </a:lnTo>
                  <a:lnTo>
                    <a:pt x="2716502" y="1038"/>
                  </a:lnTo>
                  <a:lnTo>
                    <a:pt x="2717574" y="982"/>
                  </a:lnTo>
                  <a:lnTo>
                    <a:pt x="2718646" y="927"/>
                  </a:lnTo>
                  <a:lnTo>
                    <a:pt x="2719717" y="874"/>
                  </a:lnTo>
                  <a:lnTo>
                    <a:pt x="2720789" y="822"/>
                  </a:lnTo>
                  <a:lnTo>
                    <a:pt x="2721860" y="772"/>
                  </a:lnTo>
                  <a:lnTo>
                    <a:pt x="2722932" y="724"/>
                  </a:lnTo>
                  <a:lnTo>
                    <a:pt x="2724004" y="677"/>
                  </a:lnTo>
                  <a:lnTo>
                    <a:pt x="2725075" y="632"/>
                  </a:lnTo>
                  <a:lnTo>
                    <a:pt x="2726147" y="589"/>
                  </a:lnTo>
                  <a:lnTo>
                    <a:pt x="2727218" y="547"/>
                  </a:lnTo>
                  <a:lnTo>
                    <a:pt x="2728290" y="507"/>
                  </a:lnTo>
                  <a:lnTo>
                    <a:pt x="2729362" y="468"/>
                  </a:lnTo>
                  <a:lnTo>
                    <a:pt x="2730433" y="431"/>
                  </a:lnTo>
                  <a:lnTo>
                    <a:pt x="2731505" y="396"/>
                  </a:lnTo>
                  <a:lnTo>
                    <a:pt x="2732576" y="362"/>
                  </a:lnTo>
                  <a:lnTo>
                    <a:pt x="2733648" y="329"/>
                  </a:lnTo>
                  <a:lnTo>
                    <a:pt x="2734720" y="298"/>
                  </a:lnTo>
                  <a:lnTo>
                    <a:pt x="2735791" y="269"/>
                  </a:lnTo>
                  <a:lnTo>
                    <a:pt x="2736863" y="241"/>
                  </a:lnTo>
                  <a:lnTo>
                    <a:pt x="2737934" y="215"/>
                  </a:lnTo>
                  <a:lnTo>
                    <a:pt x="2739006" y="191"/>
                  </a:lnTo>
                  <a:lnTo>
                    <a:pt x="2740078" y="168"/>
                  </a:lnTo>
                  <a:lnTo>
                    <a:pt x="2741149" y="146"/>
                  </a:lnTo>
                  <a:lnTo>
                    <a:pt x="2742221" y="126"/>
                  </a:lnTo>
                  <a:lnTo>
                    <a:pt x="2743292" y="107"/>
                  </a:lnTo>
                  <a:lnTo>
                    <a:pt x="2744364" y="90"/>
                  </a:lnTo>
                  <a:lnTo>
                    <a:pt x="2745436" y="75"/>
                  </a:lnTo>
                  <a:lnTo>
                    <a:pt x="2746507" y="61"/>
                  </a:lnTo>
                  <a:lnTo>
                    <a:pt x="2747579" y="48"/>
                  </a:lnTo>
                  <a:lnTo>
                    <a:pt x="2748650" y="37"/>
                  </a:lnTo>
                  <a:lnTo>
                    <a:pt x="2749722" y="27"/>
                  </a:lnTo>
                  <a:lnTo>
                    <a:pt x="2750794" y="19"/>
                  </a:lnTo>
                  <a:lnTo>
                    <a:pt x="2751865" y="12"/>
                  </a:lnTo>
                  <a:lnTo>
                    <a:pt x="2752937" y="7"/>
                  </a:lnTo>
                  <a:lnTo>
                    <a:pt x="2754008" y="3"/>
                  </a:lnTo>
                  <a:lnTo>
                    <a:pt x="2755080" y="1"/>
                  </a:lnTo>
                  <a:lnTo>
                    <a:pt x="2756152" y="0"/>
                  </a:lnTo>
                  <a:lnTo>
                    <a:pt x="2757223" y="0"/>
                  </a:lnTo>
                  <a:lnTo>
                    <a:pt x="2758295" y="2"/>
                  </a:lnTo>
                  <a:lnTo>
                    <a:pt x="2759366" y="5"/>
                  </a:lnTo>
                  <a:lnTo>
                    <a:pt x="2760438" y="10"/>
                  </a:lnTo>
                  <a:lnTo>
                    <a:pt x="2761510" y="16"/>
                  </a:lnTo>
                  <a:lnTo>
                    <a:pt x="2762581" y="23"/>
                  </a:lnTo>
                  <a:lnTo>
                    <a:pt x="2763653" y="32"/>
                  </a:lnTo>
                  <a:lnTo>
                    <a:pt x="2764724" y="42"/>
                  </a:lnTo>
                  <a:lnTo>
                    <a:pt x="2765796" y="54"/>
                  </a:lnTo>
                  <a:lnTo>
                    <a:pt x="2766868" y="67"/>
                  </a:lnTo>
                  <a:lnTo>
                    <a:pt x="2767939" y="81"/>
                  </a:lnTo>
                  <a:lnTo>
                    <a:pt x="2769011" y="97"/>
                  </a:lnTo>
                  <a:lnTo>
                    <a:pt x="2770082" y="114"/>
                  </a:lnTo>
                  <a:lnTo>
                    <a:pt x="2771154" y="132"/>
                  </a:lnTo>
                  <a:lnTo>
                    <a:pt x="2772226" y="151"/>
                  </a:lnTo>
                  <a:lnTo>
                    <a:pt x="2773297" y="172"/>
                  </a:lnTo>
                  <a:lnTo>
                    <a:pt x="2774369" y="195"/>
                  </a:lnTo>
                  <a:lnTo>
                    <a:pt x="2775440" y="218"/>
                  </a:lnTo>
                  <a:lnTo>
                    <a:pt x="2776512" y="243"/>
                  </a:lnTo>
                  <a:lnTo>
                    <a:pt x="2777584" y="269"/>
                  </a:lnTo>
                  <a:lnTo>
                    <a:pt x="2778655" y="297"/>
                  </a:lnTo>
                  <a:lnTo>
                    <a:pt x="2779727" y="326"/>
                  </a:lnTo>
                  <a:lnTo>
                    <a:pt x="2780798" y="356"/>
                  </a:lnTo>
                  <a:lnTo>
                    <a:pt x="2781870" y="387"/>
                  </a:lnTo>
                  <a:lnTo>
                    <a:pt x="2782942" y="420"/>
                  </a:lnTo>
                  <a:lnTo>
                    <a:pt x="2784013" y="454"/>
                  </a:lnTo>
                  <a:lnTo>
                    <a:pt x="2785085" y="489"/>
                  </a:lnTo>
                  <a:lnTo>
                    <a:pt x="2786156" y="525"/>
                  </a:lnTo>
                  <a:lnTo>
                    <a:pt x="2787228" y="563"/>
                  </a:lnTo>
                  <a:lnTo>
                    <a:pt x="2788300" y="601"/>
                  </a:lnTo>
                  <a:lnTo>
                    <a:pt x="2789371" y="642"/>
                  </a:lnTo>
                  <a:lnTo>
                    <a:pt x="2790443" y="683"/>
                  </a:lnTo>
                  <a:lnTo>
                    <a:pt x="2791514" y="725"/>
                  </a:lnTo>
                  <a:lnTo>
                    <a:pt x="2792586" y="769"/>
                  </a:lnTo>
                  <a:lnTo>
                    <a:pt x="2793658" y="814"/>
                  </a:lnTo>
                  <a:lnTo>
                    <a:pt x="2794729" y="860"/>
                  </a:lnTo>
                  <a:lnTo>
                    <a:pt x="2795801" y="907"/>
                  </a:lnTo>
                  <a:lnTo>
                    <a:pt x="2796872" y="956"/>
                  </a:lnTo>
                  <a:lnTo>
                    <a:pt x="2797944" y="1005"/>
                  </a:lnTo>
                  <a:lnTo>
                    <a:pt x="2799016" y="1056"/>
                  </a:lnTo>
                  <a:lnTo>
                    <a:pt x="2800087" y="1108"/>
                  </a:lnTo>
                  <a:lnTo>
                    <a:pt x="2801159" y="1161"/>
                  </a:lnTo>
                  <a:lnTo>
                    <a:pt x="2802230" y="1215"/>
                  </a:lnTo>
                  <a:lnTo>
                    <a:pt x="2803302" y="1271"/>
                  </a:lnTo>
                  <a:lnTo>
                    <a:pt x="2804374" y="1327"/>
                  </a:lnTo>
                  <a:lnTo>
                    <a:pt x="2805445" y="1385"/>
                  </a:lnTo>
                  <a:lnTo>
                    <a:pt x="2806517" y="1444"/>
                  </a:lnTo>
                  <a:lnTo>
                    <a:pt x="2807588" y="1504"/>
                  </a:lnTo>
                  <a:lnTo>
                    <a:pt x="2808660" y="1565"/>
                  </a:lnTo>
                  <a:lnTo>
                    <a:pt x="2809732" y="1627"/>
                  </a:lnTo>
                  <a:lnTo>
                    <a:pt x="2810803" y="1690"/>
                  </a:lnTo>
                  <a:lnTo>
                    <a:pt x="2811875" y="1754"/>
                  </a:lnTo>
                  <a:lnTo>
                    <a:pt x="2812946" y="1820"/>
                  </a:lnTo>
                  <a:lnTo>
                    <a:pt x="2814018" y="1886"/>
                  </a:lnTo>
                  <a:lnTo>
                    <a:pt x="2815090" y="1954"/>
                  </a:lnTo>
                  <a:lnTo>
                    <a:pt x="2816161" y="2022"/>
                  </a:lnTo>
                  <a:lnTo>
                    <a:pt x="2817233" y="2092"/>
                  </a:lnTo>
                  <a:lnTo>
                    <a:pt x="2818304" y="2163"/>
                  </a:lnTo>
                  <a:lnTo>
                    <a:pt x="2819376" y="2235"/>
                  </a:lnTo>
                  <a:lnTo>
                    <a:pt x="2820448" y="2307"/>
                  </a:lnTo>
                  <a:lnTo>
                    <a:pt x="2821519" y="2381"/>
                  </a:lnTo>
                  <a:lnTo>
                    <a:pt x="2822591" y="2456"/>
                  </a:lnTo>
                  <a:lnTo>
                    <a:pt x="2823662" y="2532"/>
                  </a:lnTo>
                  <a:lnTo>
                    <a:pt x="2824734" y="2609"/>
                  </a:lnTo>
                  <a:lnTo>
                    <a:pt x="2825806" y="2686"/>
                  </a:lnTo>
                  <a:lnTo>
                    <a:pt x="2826877" y="2765"/>
                  </a:lnTo>
                  <a:lnTo>
                    <a:pt x="2827949" y="2845"/>
                  </a:lnTo>
                  <a:lnTo>
                    <a:pt x="2829020" y="2926"/>
                  </a:lnTo>
                  <a:lnTo>
                    <a:pt x="2830092" y="3008"/>
                  </a:lnTo>
                  <a:lnTo>
                    <a:pt x="2831164" y="3091"/>
                  </a:lnTo>
                  <a:lnTo>
                    <a:pt x="2832235" y="3174"/>
                  </a:lnTo>
                  <a:lnTo>
                    <a:pt x="2833307" y="3259"/>
                  </a:lnTo>
                  <a:lnTo>
                    <a:pt x="2834378" y="3345"/>
                  </a:lnTo>
                  <a:lnTo>
                    <a:pt x="2835450" y="3431"/>
                  </a:lnTo>
                  <a:lnTo>
                    <a:pt x="2836522" y="3519"/>
                  </a:lnTo>
                  <a:lnTo>
                    <a:pt x="2837593" y="3607"/>
                  </a:lnTo>
                  <a:lnTo>
                    <a:pt x="2838665" y="3697"/>
                  </a:lnTo>
                  <a:lnTo>
                    <a:pt x="2839736" y="3787"/>
                  </a:lnTo>
                  <a:lnTo>
                    <a:pt x="2840808" y="3878"/>
                  </a:lnTo>
                  <a:lnTo>
                    <a:pt x="2841879" y="3970"/>
                  </a:lnTo>
                  <a:lnTo>
                    <a:pt x="2842951" y="4063"/>
                  </a:lnTo>
                  <a:lnTo>
                    <a:pt x="2844023" y="4157"/>
                  </a:lnTo>
                  <a:lnTo>
                    <a:pt x="2845094" y="4252"/>
                  </a:lnTo>
                  <a:lnTo>
                    <a:pt x="2846166" y="4348"/>
                  </a:lnTo>
                  <a:lnTo>
                    <a:pt x="2847237" y="4445"/>
                  </a:lnTo>
                  <a:lnTo>
                    <a:pt x="2848309" y="4542"/>
                  </a:lnTo>
                  <a:lnTo>
                    <a:pt x="2849381" y="4640"/>
                  </a:lnTo>
                  <a:lnTo>
                    <a:pt x="2850452" y="4739"/>
                  </a:lnTo>
                  <a:lnTo>
                    <a:pt x="2851524" y="4839"/>
                  </a:lnTo>
                  <a:lnTo>
                    <a:pt x="2852595" y="4940"/>
                  </a:lnTo>
                  <a:lnTo>
                    <a:pt x="2853667" y="5042"/>
                  </a:lnTo>
                  <a:lnTo>
                    <a:pt x="2854739" y="5144"/>
                  </a:lnTo>
                  <a:lnTo>
                    <a:pt x="2855810" y="5248"/>
                  </a:lnTo>
                  <a:lnTo>
                    <a:pt x="2856882" y="5352"/>
                  </a:lnTo>
                  <a:lnTo>
                    <a:pt x="2857953" y="5457"/>
                  </a:lnTo>
                  <a:lnTo>
                    <a:pt x="2859025" y="5563"/>
                  </a:lnTo>
                  <a:lnTo>
                    <a:pt x="2860097" y="5669"/>
                  </a:lnTo>
                  <a:lnTo>
                    <a:pt x="2861168" y="5776"/>
                  </a:lnTo>
                  <a:lnTo>
                    <a:pt x="2862240" y="5885"/>
                  </a:lnTo>
                  <a:lnTo>
                    <a:pt x="2863311" y="5993"/>
                  </a:lnTo>
                  <a:lnTo>
                    <a:pt x="2864383" y="6103"/>
                  </a:lnTo>
                  <a:lnTo>
                    <a:pt x="2865455" y="6214"/>
                  </a:lnTo>
                  <a:lnTo>
                    <a:pt x="2866526" y="6325"/>
                  </a:lnTo>
                  <a:lnTo>
                    <a:pt x="2867598" y="6437"/>
                  </a:lnTo>
                  <a:lnTo>
                    <a:pt x="2868669" y="6549"/>
                  </a:lnTo>
                  <a:lnTo>
                    <a:pt x="2869741" y="6663"/>
                  </a:lnTo>
                  <a:lnTo>
                    <a:pt x="2870813" y="6777"/>
                  </a:lnTo>
                  <a:lnTo>
                    <a:pt x="2871884" y="6892"/>
                  </a:lnTo>
                  <a:lnTo>
                    <a:pt x="2872956" y="7007"/>
                  </a:lnTo>
                  <a:lnTo>
                    <a:pt x="2874027" y="7124"/>
                  </a:lnTo>
                  <a:lnTo>
                    <a:pt x="2875099" y="7241"/>
                  </a:lnTo>
                  <a:lnTo>
                    <a:pt x="2876171" y="7358"/>
                  </a:lnTo>
                  <a:lnTo>
                    <a:pt x="2877242" y="7477"/>
                  </a:lnTo>
                  <a:lnTo>
                    <a:pt x="2878314" y="7596"/>
                  </a:lnTo>
                  <a:lnTo>
                    <a:pt x="2879385" y="7716"/>
                  </a:lnTo>
                  <a:lnTo>
                    <a:pt x="2880457" y="7836"/>
                  </a:lnTo>
                  <a:lnTo>
                    <a:pt x="2881529" y="7957"/>
                  </a:lnTo>
                  <a:lnTo>
                    <a:pt x="2882600" y="8079"/>
                  </a:lnTo>
                  <a:lnTo>
                    <a:pt x="2883672" y="8201"/>
                  </a:lnTo>
                  <a:lnTo>
                    <a:pt x="2884743" y="8324"/>
                  </a:lnTo>
                  <a:lnTo>
                    <a:pt x="2885815" y="8448"/>
                  </a:lnTo>
                  <a:lnTo>
                    <a:pt x="2886887" y="8573"/>
                  </a:lnTo>
                  <a:lnTo>
                    <a:pt x="2887958" y="8698"/>
                  </a:lnTo>
                  <a:lnTo>
                    <a:pt x="2889030" y="8823"/>
                  </a:lnTo>
                  <a:lnTo>
                    <a:pt x="2890101" y="8949"/>
                  </a:lnTo>
                  <a:lnTo>
                    <a:pt x="2891173" y="9076"/>
                  </a:lnTo>
                  <a:lnTo>
                    <a:pt x="2892245" y="9204"/>
                  </a:lnTo>
                  <a:lnTo>
                    <a:pt x="2893316" y="9332"/>
                  </a:lnTo>
                  <a:lnTo>
                    <a:pt x="2894388" y="9460"/>
                  </a:lnTo>
                  <a:lnTo>
                    <a:pt x="2895459" y="9589"/>
                  </a:lnTo>
                  <a:lnTo>
                    <a:pt x="2896531" y="9719"/>
                  </a:lnTo>
                  <a:lnTo>
                    <a:pt x="2897603" y="9850"/>
                  </a:lnTo>
                  <a:lnTo>
                    <a:pt x="2898674" y="9981"/>
                  </a:lnTo>
                  <a:lnTo>
                    <a:pt x="2899746" y="10112"/>
                  </a:lnTo>
                  <a:lnTo>
                    <a:pt x="2900817" y="10244"/>
                  </a:lnTo>
                  <a:lnTo>
                    <a:pt x="2901889" y="10377"/>
                  </a:lnTo>
                  <a:lnTo>
                    <a:pt x="2902961" y="10510"/>
                  </a:lnTo>
                  <a:lnTo>
                    <a:pt x="2904032" y="10643"/>
                  </a:lnTo>
                  <a:lnTo>
                    <a:pt x="2905104" y="10778"/>
                  </a:lnTo>
                  <a:lnTo>
                    <a:pt x="2906175" y="10912"/>
                  </a:lnTo>
                  <a:lnTo>
                    <a:pt x="2907247" y="11047"/>
                  </a:lnTo>
                  <a:lnTo>
                    <a:pt x="2908319" y="11183"/>
                  </a:lnTo>
                  <a:lnTo>
                    <a:pt x="2909390" y="11319"/>
                  </a:lnTo>
                  <a:lnTo>
                    <a:pt x="2910462" y="11456"/>
                  </a:lnTo>
                  <a:lnTo>
                    <a:pt x="2911533" y="11593"/>
                  </a:lnTo>
                  <a:lnTo>
                    <a:pt x="2912605" y="11731"/>
                  </a:lnTo>
                  <a:lnTo>
                    <a:pt x="2913677" y="11869"/>
                  </a:lnTo>
                  <a:lnTo>
                    <a:pt x="2914748" y="12008"/>
                  </a:lnTo>
                  <a:lnTo>
                    <a:pt x="2915820" y="12147"/>
                  </a:lnTo>
                  <a:lnTo>
                    <a:pt x="2916891" y="12287"/>
                  </a:lnTo>
                  <a:lnTo>
                    <a:pt x="2917963" y="12427"/>
                  </a:lnTo>
                  <a:lnTo>
                    <a:pt x="2919035" y="12567"/>
                  </a:lnTo>
                  <a:lnTo>
                    <a:pt x="2920106" y="12708"/>
                  </a:lnTo>
                  <a:lnTo>
                    <a:pt x="2921178" y="12849"/>
                  </a:lnTo>
                  <a:lnTo>
                    <a:pt x="2922249" y="12991"/>
                  </a:lnTo>
                  <a:lnTo>
                    <a:pt x="2923321" y="13133"/>
                  </a:lnTo>
                  <a:lnTo>
                    <a:pt x="2924393" y="13276"/>
                  </a:lnTo>
                  <a:lnTo>
                    <a:pt x="2925464" y="13419"/>
                  </a:lnTo>
                  <a:lnTo>
                    <a:pt x="2926536" y="13562"/>
                  </a:lnTo>
                  <a:lnTo>
                    <a:pt x="2927607" y="13706"/>
                  </a:lnTo>
                  <a:lnTo>
                    <a:pt x="2928679" y="13850"/>
                  </a:lnTo>
                  <a:lnTo>
                    <a:pt x="2929751" y="13995"/>
                  </a:lnTo>
                  <a:lnTo>
                    <a:pt x="2930822" y="14140"/>
                  </a:lnTo>
                  <a:lnTo>
                    <a:pt x="2931894" y="14285"/>
                  </a:lnTo>
                  <a:lnTo>
                    <a:pt x="2932965" y="14431"/>
                  </a:lnTo>
                  <a:lnTo>
                    <a:pt x="2934037" y="14577"/>
                  </a:lnTo>
                  <a:lnTo>
                    <a:pt x="2935109" y="14724"/>
                  </a:lnTo>
                  <a:lnTo>
                    <a:pt x="2936180" y="14870"/>
                  </a:lnTo>
                  <a:lnTo>
                    <a:pt x="2937252" y="15018"/>
                  </a:lnTo>
                  <a:lnTo>
                    <a:pt x="2938323" y="15165"/>
                  </a:lnTo>
                  <a:lnTo>
                    <a:pt x="2939395" y="15313"/>
                  </a:lnTo>
                  <a:lnTo>
                    <a:pt x="2940467" y="15461"/>
                  </a:lnTo>
                  <a:lnTo>
                    <a:pt x="2941538" y="15609"/>
                  </a:lnTo>
                  <a:lnTo>
                    <a:pt x="2942610" y="15758"/>
                  </a:lnTo>
                  <a:lnTo>
                    <a:pt x="2943681" y="15907"/>
                  </a:lnTo>
                  <a:lnTo>
                    <a:pt x="2944753" y="16057"/>
                  </a:lnTo>
                  <a:lnTo>
                    <a:pt x="2945825" y="16206"/>
                  </a:lnTo>
                  <a:lnTo>
                    <a:pt x="2946896" y="16356"/>
                  </a:lnTo>
                  <a:lnTo>
                    <a:pt x="2947968" y="16506"/>
                  </a:lnTo>
                  <a:lnTo>
                    <a:pt x="2949039" y="16657"/>
                  </a:lnTo>
                  <a:lnTo>
                    <a:pt x="2950111" y="16808"/>
                  </a:lnTo>
                  <a:lnTo>
                    <a:pt x="2951183" y="16959"/>
                  </a:lnTo>
                  <a:lnTo>
                    <a:pt x="2952254" y="17110"/>
                  </a:lnTo>
                  <a:lnTo>
                    <a:pt x="2953326" y="17261"/>
                  </a:lnTo>
                  <a:lnTo>
                    <a:pt x="2954397" y="17413"/>
                  </a:lnTo>
                  <a:lnTo>
                    <a:pt x="2955469" y="17565"/>
                  </a:lnTo>
                  <a:lnTo>
                    <a:pt x="2956541" y="17718"/>
                  </a:lnTo>
                  <a:lnTo>
                    <a:pt x="2957612" y="17870"/>
                  </a:lnTo>
                  <a:lnTo>
                    <a:pt x="2958684" y="18023"/>
                  </a:lnTo>
                  <a:lnTo>
                    <a:pt x="2959755" y="18176"/>
                  </a:lnTo>
                  <a:lnTo>
                    <a:pt x="2960827" y="18329"/>
                  </a:lnTo>
                  <a:lnTo>
                    <a:pt x="2961899" y="18482"/>
                  </a:lnTo>
                  <a:lnTo>
                    <a:pt x="2962970" y="18636"/>
                  </a:lnTo>
                  <a:lnTo>
                    <a:pt x="2964042" y="18789"/>
                  </a:lnTo>
                  <a:lnTo>
                    <a:pt x="2965113" y="18943"/>
                  </a:lnTo>
                  <a:lnTo>
                    <a:pt x="2966185" y="19097"/>
                  </a:lnTo>
                  <a:lnTo>
                    <a:pt x="2967257" y="19252"/>
                  </a:lnTo>
                  <a:lnTo>
                    <a:pt x="2968328" y="19406"/>
                  </a:lnTo>
                  <a:lnTo>
                    <a:pt x="2969400" y="19561"/>
                  </a:lnTo>
                  <a:lnTo>
                    <a:pt x="2970471" y="19716"/>
                  </a:lnTo>
                  <a:lnTo>
                    <a:pt x="2971543" y="19870"/>
                  </a:lnTo>
                  <a:lnTo>
                    <a:pt x="2972615" y="20026"/>
                  </a:lnTo>
                  <a:lnTo>
                    <a:pt x="2973686" y="20181"/>
                  </a:lnTo>
                  <a:lnTo>
                    <a:pt x="2974758" y="20336"/>
                  </a:lnTo>
                  <a:lnTo>
                    <a:pt x="2975829" y="20492"/>
                  </a:lnTo>
                  <a:lnTo>
                    <a:pt x="2976901" y="20647"/>
                  </a:lnTo>
                  <a:lnTo>
                    <a:pt x="2977973" y="20803"/>
                  </a:lnTo>
                  <a:lnTo>
                    <a:pt x="2979044" y="20959"/>
                  </a:lnTo>
                  <a:lnTo>
                    <a:pt x="2980116" y="21115"/>
                  </a:lnTo>
                  <a:lnTo>
                    <a:pt x="2981187" y="21271"/>
                  </a:lnTo>
                  <a:lnTo>
                    <a:pt x="2982259" y="21427"/>
                  </a:lnTo>
                  <a:lnTo>
                    <a:pt x="2983331" y="21583"/>
                  </a:lnTo>
                  <a:lnTo>
                    <a:pt x="2984402" y="21739"/>
                  </a:lnTo>
                  <a:lnTo>
                    <a:pt x="2985474" y="21896"/>
                  </a:lnTo>
                  <a:lnTo>
                    <a:pt x="2986545" y="22052"/>
                  </a:lnTo>
                  <a:lnTo>
                    <a:pt x="2987617" y="22209"/>
                  </a:lnTo>
                  <a:lnTo>
                    <a:pt x="2988689" y="22365"/>
                  </a:lnTo>
                  <a:lnTo>
                    <a:pt x="2989760" y="22522"/>
                  </a:lnTo>
                  <a:lnTo>
                    <a:pt x="2990832" y="22678"/>
                  </a:lnTo>
                  <a:lnTo>
                    <a:pt x="2991903" y="22835"/>
                  </a:lnTo>
                  <a:lnTo>
                    <a:pt x="2992975" y="22992"/>
                  </a:lnTo>
                  <a:lnTo>
                    <a:pt x="2994047" y="23149"/>
                  </a:lnTo>
                  <a:lnTo>
                    <a:pt x="2995118" y="23306"/>
                  </a:lnTo>
                  <a:lnTo>
                    <a:pt x="2996190" y="23462"/>
                  </a:lnTo>
                  <a:lnTo>
                    <a:pt x="2997261" y="23619"/>
                  </a:lnTo>
                  <a:lnTo>
                    <a:pt x="2998333" y="23776"/>
                  </a:lnTo>
                  <a:lnTo>
                    <a:pt x="2999405" y="23933"/>
                  </a:lnTo>
                  <a:lnTo>
                    <a:pt x="3000476" y="24090"/>
                  </a:lnTo>
                  <a:lnTo>
                    <a:pt x="3001548" y="24247"/>
                  </a:lnTo>
                  <a:lnTo>
                    <a:pt x="3002619" y="24403"/>
                  </a:lnTo>
                  <a:lnTo>
                    <a:pt x="3003691" y="24560"/>
                  </a:lnTo>
                  <a:lnTo>
                    <a:pt x="3004763" y="24717"/>
                  </a:lnTo>
                  <a:lnTo>
                    <a:pt x="3005834" y="24874"/>
                  </a:lnTo>
                  <a:lnTo>
                    <a:pt x="3006906" y="25031"/>
                  </a:lnTo>
                  <a:lnTo>
                    <a:pt x="3007977" y="25187"/>
                  </a:lnTo>
                  <a:lnTo>
                    <a:pt x="3009049" y="25344"/>
                  </a:lnTo>
                  <a:lnTo>
                    <a:pt x="3010121" y="25501"/>
                  </a:lnTo>
                  <a:lnTo>
                    <a:pt x="3011192" y="25657"/>
                  </a:lnTo>
                  <a:lnTo>
                    <a:pt x="3012264" y="25814"/>
                  </a:lnTo>
                  <a:lnTo>
                    <a:pt x="3013335" y="25970"/>
                  </a:lnTo>
                  <a:lnTo>
                    <a:pt x="3014407" y="26126"/>
                  </a:lnTo>
                  <a:lnTo>
                    <a:pt x="3015479" y="26283"/>
                  </a:lnTo>
                  <a:lnTo>
                    <a:pt x="3016550" y="26439"/>
                  </a:lnTo>
                  <a:lnTo>
                    <a:pt x="3017622" y="26595"/>
                  </a:lnTo>
                  <a:lnTo>
                    <a:pt x="3018693" y="26751"/>
                  </a:lnTo>
                  <a:lnTo>
                    <a:pt x="3019765" y="26907"/>
                  </a:lnTo>
                  <a:lnTo>
                    <a:pt x="3020836" y="27062"/>
                  </a:lnTo>
                  <a:lnTo>
                    <a:pt x="3021908" y="27218"/>
                  </a:lnTo>
                  <a:lnTo>
                    <a:pt x="3022980" y="27374"/>
                  </a:lnTo>
                  <a:lnTo>
                    <a:pt x="3024051" y="27529"/>
                  </a:lnTo>
                  <a:lnTo>
                    <a:pt x="3025123" y="27684"/>
                  </a:lnTo>
                  <a:lnTo>
                    <a:pt x="3026194" y="27840"/>
                  </a:lnTo>
                  <a:lnTo>
                    <a:pt x="3027266" y="27995"/>
                  </a:lnTo>
                  <a:lnTo>
                    <a:pt x="3028338" y="28150"/>
                  </a:lnTo>
                  <a:lnTo>
                    <a:pt x="3029409" y="28304"/>
                  </a:lnTo>
                  <a:lnTo>
                    <a:pt x="3030481" y="28459"/>
                  </a:lnTo>
                  <a:lnTo>
                    <a:pt x="3031552" y="28613"/>
                  </a:lnTo>
                  <a:lnTo>
                    <a:pt x="3032624" y="28768"/>
                  </a:lnTo>
                  <a:lnTo>
                    <a:pt x="3033696" y="28922"/>
                  </a:lnTo>
                  <a:lnTo>
                    <a:pt x="3034767" y="29076"/>
                  </a:lnTo>
                  <a:lnTo>
                    <a:pt x="3035839" y="29229"/>
                  </a:lnTo>
                  <a:lnTo>
                    <a:pt x="3036910" y="29383"/>
                  </a:lnTo>
                  <a:lnTo>
                    <a:pt x="3037982" y="29536"/>
                  </a:lnTo>
                  <a:lnTo>
                    <a:pt x="3039054" y="29689"/>
                  </a:lnTo>
                  <a:lnTo>
                    <a:pt x="3040125" y="29842"/>
                  </a:lnTo>
                  <a:lnTo>
                    <a:pt x="3041197" y="29995"/>
                  </a:lnTo>
                  <a:lnTo>
                    <a:pt x="3042268" y="30148"/>
                  </a:lnTo>
                  <a:lnTo>
                    <a:pt x="3043340" y="30300"/>
                  </a:lnTo>
                  <a:lnTo>
                    <a:pt x="3044412" y="30452"/>
                  </a:lnTo>
                  <a:lnTo>
                    <a:pt x="3045483" y="30604"/>
                  </a:lnTo>
                  <a:lnTo>
                    <a:pt x="3046555" y="30756"/>
                  </a:lnTo>
                  <a:lnTo>
                    <a:pt x="3047626" y="30907"/>
                  </a:lnTo>
                  <a:lnTo>
                    <a:pt x="3048698" y="31058"/>
                  </a:lnTo>
                  <a:lnTo>
                    <a:pt x="3049770" y="31209"/>
                  </a:lnTo>
                  <a:lnTo>
                    <a:pt x="3050841" y="31360"/>
                  </a:lnTo>
                  <a:lnTo>
                    <a:pt x="3051913" y="31511"/>
                  </a:lnTo>
                  <a:lnTo>
                    <a:pt x="3052984" y="31661"/>
                  </a:lnTo>
                  <a:lnTo>
                    <a:pt x="3054056" y="31811"/>
                  </a:lnTo>
                  <a:lnTo>
                    <a:pt x="3055128" y="31960"/>
                  </a:lnTo>
                  <a:lnTo>
                    <a:pt x="3056199" y="32110"/>
                  </a:lnTo>
                  <a:lnTo>
                    <a:pt x="3057271" y="32259"/>
                  </a:lnTo>
                  <a:lnTo>
                    <a:pt x="3058342" y="32408"/>
                  </a:lnTo>
                  <a:lnTo>
                    <a:pt x="3059414" y="32556"/>
                  </a:lnTo>
                  <a:lnTo>
                    <a:pt x="3060486" y="32704"/>
                  </a:lnTo>
                  <a:lnTo>
                    <a:pt x="3061557" y="32852"/>
                  </a:lnTo>
                  <a:lnTo>
                    <a:pt x="3062629" y="33000"/>
                  </a:lnTo>
                  <a:lnTo>
                    <a:pt x="3063700" y="33147"/>
                  </a:lnTo>
                  <a:lnTo>
                    <a:pt x="3064772" y="33294"/>
                  </a:lnTo>
                  <a:lnTo>
                    <a:pt x="3065844" y="33441"/>
                  </a:lnTo>
                  <a:lnTo>
                    <a:pt x="3066915" y="33587"/>
                  </a:lnTo>
                  <a:lnTo>
                    <a:pt x="3067987" y="33733"/>
                  </a:lnTo>
                  <a:lnTo>
                    <a:pt x="3069058" y="33879"/>
                  </a:lnTo>
                  <a:lnTo>
                    <a:pt x="3070130" y="34024"/>
                  </a:lnTo>
                  <a:lnTo>
                    <a:pt x="3071202" y="34169"/>
                  </a:lnTo>
                  <a:lnTo>
                    <a:pt x="3072273" y="34314"/>
                  </a:lnTo>
                  <a:lnTo>
                    <a:pt x="3073345" y="34458"/>
                  </a:lnTo>
                  <a:lnTo>
                    <a:pt x="3074416" y="34602"/>
                  </a:lnTo>
                  <a:lnTo>
                    <a:pt x="3075488" y="34745"/>
                  </a:lnTo>
                  <a:lnTo>
                    <a:pt x="3076560" y="34889"/>
                  </a:lnTo>
                  <a:lnTo>
                    <a:pt x="3077631" y="35031"/>
                  </a:lnTo>
                  <a:lnTo>
                    <a:pt x="3078703" y="35174"/>
                  </a:lnTo>
                  <a:lnTo>
                    <a:pt x="3079774" y="35316"/>
                  </a:lnTo>
                  <a:lnTo>
                    <a:pt x="3080846" y="35458"/>
                  </a:lnTo>
                  <a:lnTo>
                    <a:pt x="3081918" y="35599"/>
                  </a:lnTo>
                  <a:lnTo>
                    <a:pt x="3082989" y="35740"/>
                  </a:lnTo>
                  <a:lnTo>
                    <a:pt x="3084061" y="35880"/>
                  </a:lnTo>
                  <a:lnTo>
                    <a:pt x="3085132" y="36020"/>
                  </a:lnTo>
                  <a:lnTo>
                    <a:pt x="3086204" y="36160"/>
                  </a:lnTo>
                  <a:lnTo>
                    <a:pt x="3087276" y="36299"/>
                  </a:lnTo>
                  <a:lnTo>
                    <a:pt x="3088347" y="36438"/>
                  </a:lnTo>
                  <a:lnTo>
                    <a:pt x="3089419" y="36576"/>
                  </a:lnTo>
                  <a:lnTo>
                    <a:pt x="3090490" y="36714"/>
                  </a:lnTo>
                  <a:lnTo>
                    <a:pt x="3091562" y="36852"/>
                  </a:lnTo>
                  <a:lnTo>
                    <a:pt x="3092634" y="36989"/>
                  </a:lnTo>
                  <a:lnTo>
                    <a:pt x="3093705" y="37126"/>
                  </a:lnTo>
                  <a:lnTo>
                    <a:pt x="3094777" y="37262"/>
                  </a:lnTo>
                  <a:lnTo>
                    <a:pt x="3095848" y="37398"/>
                  </a:lnTo>
                  <a:lnTo>
                    <a:pt x="3096920" y="37533"/>
                  </a:lnTo>
                  <a:lnTo>
                    <a:pt x="3097992" y="37668"/>
                  </a:lnTo>
                  <a:lnTo>
                    <a:pt x="3099063" y="37802"/>
                  </a:lnTo>
                  <a:lnTo>
                    <a:pt x="3100135" y="37936"/>
                  </a:lnTo>
                  <a:lnTo>
                    <a:pt x="3101206" y="38070"/>
                  </a:lnTo>
                  <a:lnTo>
                    <a:pt x="3102278" y="38202"/>
                  </a:lnTo>
                  <a:lnTo>
                    <a:pt x="3103350" y="38335"/>
                  </a:lnTo>
                  <a:lnTo>
                    <a:pt x="3104421" y="38467"/>
                  </a:lnTo>
                  <a:lnTo>
                    <a:pt x="3105493" y="38598"/>
                  </a:lnTo>
                  <a:lnTo>
                    <a:pt x="3106564" y="38729"/>
                  </a:lnTo>
                  <a:lnTo>
                    <a:pt x="3107636" y="38860"/>
                  </a:lnTo>
                  <a:lnTo>
                    <a:pt x="3108708" y="38990"/>
                  </a:lnTo>
                  <a:lnTo>
                    <a:pt x="3109779" y="39119"/>
                  </a:lnTo>
                  <a:lnTo>
                    <a:pt x="3110851" y="39248"/>
                  </a:lnTo>
                  <a:lnTo>
                    <a:pt x="3111922" y="39377"/>
                  </a:lnTo>
                  <a:lnTo>
                    <a:pt x="3112994" y="39505"/>
                  </a:lnTo>
                  <a:lnTo>
                    <a:pt x="3114066" y="39632"/>
                  </a:lnTo>
                  <a:lnTo>
                    <a:pt x="3115137" y="39759"/>
                  </a:lnTo>
                  <a:lnTo>
                    <a:pt x="3116209" y="39885"/>
                  </a:lnTo>
                  <a:lnTo>
                    <a:pt x="3117280" y="40011"/>
                  </a:lnTo>
                  <a:lnTo>
                    <a:pt x="3118352" y="40136"/>
                  </a:lnTo>
                  <a:lnTo>
                    <a:pt x="3119424" y="40261"/>
                  </a:lnTo>
                  <a:lnTo>
                    <a:pt x="3120495" y="40385"/>
                  </a:lnTo>
                  <a:lnTo>
                    <a:pt x="3121567" y="40509"/>
                  </a:lnTo>
                  <a:lnTo>
                    <a:pt x="3122638" y="40632"/>
                  </a:lnTo>
                  <a:lnTo>
                    <a:pt x="3123710" y="40754"/>
                  </a:lnTo>
                  <a:lnTo>
                    <a:pt x="3124782" y="40876"/>
                  </a:lnTo>
                  <a:lnTo>
                    <a:pt x="3125853" y="40997"/>
                  </a:lnTo>
                  <a:lnTo>
                    <a:pt x="3126925" y="41118"/>
                  </a:lnTo>
                  <a:lnTo>
                    <a:pt x="3127996" y="41238"/>
                  </a:lnTo>
                  <a:lnTo>
                    <a:pt x="3129068" y="41358"/>
                  </a:lnTo>
                  <a:lnTo>
                    <a:pt x="3130140" y="41477"/>
                  </a:lnTo>
                  <a:lnTo>
                    <a:pt x="3131211" y="41595"/>
                  </a:lnTo>
                  <a:lnTo>
                    <a:pt x="3132283" y="41713"/>
                  </a:lnTo>
                  <a:lnTo>
                    <a:pt x="3133354" y="41830"/>
                  </a:lnTo>
                  <a:lnTo>
                    <a:pt x="3134426" y="41947"/>
                  </a:lnTo>
                  <a:lnTo>
                    <a:pt x="3135498" y="42063"/>
                  </a:lnTo>
                  <a:lnTo>
                    <a:pt x="3136569" y="42178"/>
                  </a:lnTo>
                  <a:lnTo>
                    <a:pt x="3137641" y="42293"/>
                  </a:lnTo>
                  <a:lnTo>
                    <a:pt x="3138712" y="42407"/>
                  </a:lnTo>
                  <a:lnTo>
                    <a:pt x="3139784" y="42520"/>
                  </a:lnTo>
                  <a:lnTo>
                    <a:pt x="3140856" y="42633"/>
                  </a:lnTo>
                  <a:lnTo>
                    <a:pt x="3141927" y="42746"/>
                  </a:lnTo>
                  <a:lnTo>
                    <a:pt x="3142999" y="42857"/>
                  </a:lnTo>
                  <a:lnTo>
                    <a:pt x="3144070" y="42968"/>
                  </a:lnTo>
                  <a:lnTo>
                    <a:pt x="3145142" y="43079"/>
                  </a:lnTo>
                  <a:lnTo>
                    <a:pt x="3146214" y="43189"/>
                  </a:lnTo>
                  <a:lnTo>
                    <a:pt x="3147285" y="43298"/>
                  </a:lnTo>
                  <a:lnTo>
                    <a:pt x="3148357" y="43407"/>
                  </a:lnTo>
                  <a:lnTo>
                    <a:pt x="3149428" y="43515"/>
                  </a:lnTo>
                  <a:lnTo>
                    <a:pt x="3150500" y="43623"/>
                  </a:lnTo>
                  <a:lnTo>
                    <a:pt x="3151572" y="43729"/>
                  </a:lnTo>
                  <a:lnTo>
                    <a:pt x="3152643" y="43836"/>
                  </a:lnTo>
                  <a:lnTo>
                    <a:pt x="3153715" y="43941"/>
                  </a:lnTo>
                  <a:lnTo>
                    <a:pt x="3154786" y="44047"/>
                  </a:lnTo>
                  <a:lnTo>
                    <a:pt x="3155858" y="44151"/>
                  </a:lnTo>
                  <a:lnTo>
                    <a:pt x="3156930" y="44255"/>
                  </a:lnTo>
                  <a:lnTo>
                    <a:pt x="3158001" y="44358"/>
                  </a:lnTo>
                  <a:lnTo>
                    <a:pt x="3159073" y="44461"/>
                  </a:lnTo>
                  <a:lnTo>
                    <a:pt x="3160144" y="44563"/>
                  </a:lnTo>
                  <a:lnTo>
                    <a:pt x="3161216" y="44665"/>
                  </a:lnTo>
                  <a:lnTo>
                    <a:pt x="3162288" y="44765"/>
                  </a:lnTo>
                  <a:lnTo>
                    <a:pt x="3163359" y="44866"/>
                  </a:lnTo>
                  <a:lnTo>
                    <a:pt x="3164431" y="44965"/>
                  </a:lnTo>
                  <a:lnTo>
                    <a:pt x="3165502" y="45064"/>
                  </a:lnTo>
                  <a:lnTo>
                    <a:pt x="3166574" y="45163"/>
                  </a:lnTo>
                  <a:lnTo>
                    <a:pt x="3167646" y="45261"/>
                  </a:lnTo>
                  <a:lnTo>
                    <a:pt x="3168717" y="45358"/>
                  </a:lnTo>
                  <a:lnTo>
                    <a:pt x="3169789" y="45455"/>
                  </a:lnTo>
                  <a:lnTo>
                    <a:pt x="3170860" y="45551"/>
                  </a:lnTo>
                  <a:lnTo>
                    <a:pt x="3171932" y="45646"/>
                  </a:lnTo>
                  <a:lnTo>
                    <a:pt x="3173004" y="45741"/>
                  </a:lnTo>
                  <a:lnTo>
                    <a:pt x="3174075" y="45836"/>
                  </a:lnTo>
                  <a:lnTo>
                    <a:pt x="3175147" y="45929"/>
                  </a:lnTo>
                  <a:lnTo>
                    <a:pt x="3176218" y="46022"/>
                  </a:lnTo>
                  <a:lnTo>
                    <a:pt x="3177290" y="46115"/>
                  </a:lnTo>
                  <a:lnTo>
                    <a:pt x="3178362" y="46207"/>
                  </a:lnTo>
                  <a:lnTo>
                    <a:pt x="3179433" y="46298"/>
                  </a:lnTo>
                  <a:lnTo>
                    <a:pt x="3180505" y="46389"/>
                  </a:lnTo>
                  <a:lnTo>
                    <a:pt x="3181576" y="46479"/>
                  </a:lnTo>
                  <a:lnTo>
                    <a:pt x="3182648" y="46569"/>
                  </a:lnTo>
                  <a:lnTo>
                    <a:pt x="3183720" y="46658"/>
                  </a:lnTo>
                  <a:lnTo>
                    <a:pt x="3184791" y="46746"/>
                  </a:lnTo>
                  <a:lnTo>
                    <a:pt x="3185863" y="46834"/>
                  </a:lnTo>
                  <a:lnTo>
                    <a:pt x="3186934" y="46921"/>
                  </a:lnTo>
                  <a:lnTo>
                    <a:pt x="3188006" y="47007"/>
                  </a:lnTo>
                  <a:lnTo>
                    <a:pt x="3189078" y="47093"/>
                  </a:lnTo>
                  <a:lnTo>
                    <a:pt x="3190149" y="47179"/>
                  </a:lnTo>
                  <a:lnTo>
                    <a:pt x="3191221" y="47263"/>
                  </a:lnTo>
                  <a:lnTo>
                    <a:pt x="3192292" y="47348"/>
                  </a:lnTo>
                  <a:lnTo>
                    <a:pt x="3193364" y="47431"/>
                  </a:lnTo>
                  <a:lnTo>
                    <a:pt x="3194436" y="47514"/>
                  </a:lnTo>
                  <a:lnTo>
                    <a:pt x="3195507" y="47597"/>
                  </a:lnTo>
                  <a:lnTo>
                    <a:pt x="3196579" y="47678"/>
                  </a:lnTo>
                  <a:lnTo>
                    <a:pt x="3197650" y="47760"/>
                  </a:lnTo>
                  <a:lnTo>
                    <a:pt x="3198722" y="47840"/>
                  </a:lnTo>
                  <a:lnTo>
                    <a:pt x="3199793" y="47920"/>
                  </a:lnTo>
                  <a:lnTo>
                    <a:pt x="3200865" y="48000"/>
                  </a:lnTo>
                  <a:lnTo>
                    <a:pt x="3201937" y="48079"/>
                  </a:lnTo>
                  <a:lnTo>
                    <a:pt x="3203008" y="48157"/>
                  </a:lnTo>
                  <a:lnTo>
                    <a:pt x="3204080" y="48235"/>
                  </a:lnTo>
                  <a:lnTo>
                    <a:pt x="3205151" y="48312"/>
                  </a:lnTo>
                  <a:lnTo>
                    <a:pt x="3206223" y="48388"/>
                  </a:lnTo>
                  <a:lnTo>
                    <a:pt x="3207295" y="48464"/>
                  </a:lnTo>
                  <a:lnTo>
                    <a:pt x="3208366" y="48539"/>
                  </a:lnTo>
                  <a:lnTo>
                    <a:pt x="3209438" y="48614"/>
                  </a:lnTo>
                  <a:lnTo>
                    <a:pt x="3210509" y="48688"/>
                  </a:lnTo>
                  <a:lnTo>
                    <a:pt x="3211581" y="48762"/>
                  </a:lnTo>
                  <a:lnTo>
                    <a:pt x="3212653" y="48835"/>
                  </a:lnTo>
                  <a:lnTo>
                    <a:pt x="3213724" y="48907"/>
                  </a:lnTo>
                  <a:lnTo>
                    <a:pt x="3214796" y="48979"/>
                  </a:lnTo>
                  <a:lnTo>
                    <a:pt x="3215867" y="49050"/>
                  </a:lnTo>
                  <a:lnTo>
                    <a:pt x="3216939" y="49121"/>
                  </a:lnTo>
                  <a:lnTo>
                    <a:pt x="3218011" y="49191"/>
                  </a:lnTo>
                  <a:lnTo>
                    <a:pt x="3219082" y="49260"/>
                  </a:lnTo>
                  <a:lnTo>
                    <a:pt x="3220154" y="49329"/>
                  </a:lnTo>
                  <a:lnTo>
                    <a:pt x="3221225" y="49397"/>
                  </a:lnTo>
                  <a:lnTo>
                    <a:pt x="3222297" y="49465"/>
                  </a:lnTo>
                  <a:lnTo>
                    <a:pt x="3223369" y="49532"/>
                  </a:lnTo>
                  <a:lnTo>
                    <a:pt x="3224440" y="49599"/>
                  </a:lnTo>
                  <a:lnTo>
                    <a:pt x="3225512" y="49665"/>
                  </a:lnTo>
                  <a:lnTo>
                    <a:pt x="3226583" y="49730"/>
                  </a:lnTo>
                  <a:lnTo>
                    <a:pt x="3227655" y="49795"/>
                  </a:lnTo>
                  <a:lnTo>
                    <a:pt x="3228727" y="49859"/>
                  </a:lnTo>
                  <a:lnTo>
                    <a:pt x="3229798" y="49923"/>
                  </a:lnTo>
                  <a:lnTo>
                    <a:pt x="3230870" y="49986"/>
                  </a:lnTo>
                  <a:lnTo>
                    <a:pt x="3231941" y="50048"/>
                  </a:lnTo>
                  <a:lnTo>
                    <a:pt x="3233013" y="50110"/>
                  </a:lnTo>
                  <a:lnTo>
                    <a:pt x="3234085" y="50171"/>
                  </a:lnTo>
                  <a:lnTo>
                    <a:pt x="3235156" y="50232"/>
                  </a:lnTo>
                  <a:lnTo>
                    <a:pt x="3236228" y="50292"/>
                  </a:lnTo>
                  <a:lnTo>
                    <a:pt x="3237299" y="50352"/>
                  </a:lnTo>
                  <a:lnTo>
                    <a:pt x="3238371" y="50411"/>
                  </a:lnTo>
                  <a:lnTo>
                    <a:pt x="3239443" y="50469"/>
                  </a:lnTo>
                  <a:lnTo>
                    <a:pt x="3240514" y="50527"/>
                  </a:lnTo>
                  <a:lnTo>
                    <a:pt x="3241586" y="50584"/>
                  </a:lnTo>
                  <a:lnTo>
                    <a:pt x="3242657" y="50641"/>
                  </a:lnTo>
                  <a:lnTo>
                    <a:pt x="3243729" y="50697"/>
                  </a:lnTo>
                  <a:lnTo>
                    <a:pt x="3244801" y="50753"/>
                  </a:lnTo>
                  <a:lnTo>
                    <a:pt x="3245872" y="50807"/>
                  </a:lnTo>
                  <a:lnTo>
                    <a:pt x="3246944" y="50862"/>
                  </a:lnTo>
                  <a:lnTo>
                    <a:pt x="3248015" y="50916"/>
                  </a:lnTo>
                  <a:lnTo>
                    <a:pt x="3249087" y="50969"/>
                  </a:lnTo>
                  <a:lnTo>
                    <a:pt x="3250159" y="51021"/>
                  </a:lnTo>
                  <a:lnTo>
                    <a:pt x="3251230" y="51073"/>
                  </a:lnTo>
                  <a:lnTo>
                    <a:pt x="3252302" y="51125"/>
                  </a:lnTo>
                  <a:lnTo>
                    <a:pt x="3253373" y="51176"/>
                  </a:lnTo>
                  <a:lnTo>
                    <a:pt x="3254445" y="51226"/>
                  </a:lnTo>
                  <a:lnTo>
                    <a:pt x="3255517" y="51276"/>
                  </a:lnTo>
                  <a:lnTo>
                    <a:pt x="3256588" y="51325"/>
                  </a:lnTo>
                  <a:lnTo>
                    <a:pt x="3257660" y="51374"/>
                  </a:lnTo>
                  <a:lnTo>
                    <a:pt x="3258731" y="51422"/>
                  </a:lnTo>
                  <a:lnTo>
                    <a:pt x="3259803" y="51469"/>
                  </a:lnTo>
                  <a:lnTo>
                    <a:pt x="3260875" y="51516"/>
                  </a:lnTo>
                  <a:lnTo>
                    <a:pt x="3261946" y="51562"/>
                  </a:lnTo>
                  <a:lnTo>
                    <a:pt x="3263018" y="51608"/>
                  </a:lnTo>
                  <a:lnTo>
                    <a:pt x="3264089" y="51653"/>
                  </a:lnTo>
                  <a:lnTo>
                    <a:pt x="3265161" y="51698"/>
                  </a:lnTo>
                  <a:lnTo>
                    <a:pt x="3266233" y="51742"/>
                  </a:lnTo>
                  <a:lnTo>
                    <a:pt x="3267304" y="51786"/>
                  </a:lnTo>
                  <a:lnTo>
                    <a:pt x="3268376" y="51828"/>
                  </a:lnTo>
                  <a:lnTo>
                    <a:pt x="3269447" y="51871"/>
                  </a:lnTo>
                  <a:lnTo>
                    <a:pt x="3270519" y="51913"/>
                  </a:lnTo>
                  <a:lnTo>
                    <a:pt x="3271591" y="51954"/>
                  </a:lnTo>
                  <a:lnTo>
                    <a:pt x="3272662" y="51994"/>
                  </a:lnTo>
                  <a:lnTo>
                    <a:pt x="3273734" y="52034"/>
                  </a:lnTo>
                  <a:lnTo>
                    <a:pt x="3274805" y="52074"/>
                  </a:lnTo>
                  <a:lnTo>
                    <a:pt x="3275877" y="52113"/>
                  </a:lnTo>
                  <a:lnTo>
                    <a:pt x="3276949" y="52151"/>
                  </a:lnTo>
                  <a:lnTo>
                    <a:pt x="3278020" y="52189"/>
                  </a:lnTo>
                  <a:lnTo>
                    <a:pt x="3279092" y="52226"/>
                  </a:lnTo>
                  <a:lnTo>
                    <a:pt x="3280163" y="52263"/>
                  </a:lnTo>
                  <a:lnTo>
                    <a:pt x="3281235" y="52299"/>
                  </a:lnTo>
                  <a:lnTo>
                    <a:pt x="3282307" y="52335"/>
                  </a:lnTo>
                  <a:lnTo>
                    <a:pt x="3283378" y="52370"/>
                  </a:lnTo>
                  <a:lnTo>
                    <a:pt x="3284450" y="52404"/>
                  </a:lnTo>
                  <a:lnTo>
                    <a:pt x="3285521" y="52438"/>
                  </a:lnTo>
                  <a:lnTo>
                    <a:pt x="3286593" y="52471"/>
                  </a:lnTo>
                  <a:lnTo>
                    <a:pt x="3287665" y="52504"/>
                  </a:lnTo>
                  <a:lnTo>
                    <a:pt x="3288736" y="52536"/>
                  </a:lnTo>
                  <a:lnTo>
                    <a:pt x="3289808" y="52568"/>
                  </a:lnTo>
                  <a:lnTo>
                    <a:pt x="3290879" y="52599"/>
                  </a:lnTo>
                  <a:lnTo>
                    <a:pt x="3291951" y="52629"/>
                  </a:lnTo>
                  <a:lnTo>
                    <a:pt x="3293023" y="52659"/>
                  </a:lnTo>
                  <a:lnTo>
                    <a:pt x="3294094" y="52689"/>
                  </a:lnTo>
                  <a:lnTo>
                    <a:pt x="3295166" y="52717"/>
                  </a:lnTo>
                  <a:lnTo>
                    <a:pt x="3296237" y="52746"/>
                  </a:lnTo>
                  <a:lnTo>
                    <a:pt x="3297309" y="52773"/>
                  </a:lnTo>
                  <a:lnTo>
                    <a:pt x="3298381" y="52801"/>
                  </a:lnTo>
                  <a:lnTo>
                    <a:pt x="3299452" y="52827"/>
                  </a:lnTo>
                  <a:lnTo>
                    <a:pt x="3300524" y="52853"/>
                  </a:lnTo>
                  <a:lnTo>
                    <a:pt x="3301595" y="52879"/>
                  </a:lnTo>
                  <a:lnTo>
                    <a:pt x="3302667" y="52904"/>
                  </a:lnTo>
                  <a:lnTo>
                    <a:pt x="3303739" y="52928"/>
                  </a:lnTo>
                  <a:lnTo>
                    <a:pt x="3304810" y="52952"/>
                  </a:lnTo>
                  <a:lnTo>
                    <a:pt x="3305882" y="52975"/>
                  </a:lnTo>
                  <a:lnTo>
                    <a:pt x="3306953" y="52998"/>
                  </a:lnTo>
                  <a:lnTo>
                    <a:pt x="3308025" y="53020"/>
                  </a:lnTo>
                  <a:lnTo>
                    <a:pt x="3309097" y="53041"/>
                  </a:lnTo>
                  <a:lnTo>
                    <a:pt x="3310168" y="53063"/>
                  </a:lnTo>
                  <a:lnTo>
                    <a:pt x="3311240" y="53083"/>
                  </a:lnTo>
                  <a:lnTo>
                    <a:pt x="3312311" y="53103"/>
                  </a:lnTo>
                  <a:lnTo>
                    <a:pt x="3313383" y="53122"/>
                  </a:lnTo>
                  <a:lnTo>
                    <a:pt x="3314455" y="53141"/>
                  </a:lnTo>
                  <a:lnTo>
                    <a:pt x="3315526" y="53159"/>
                  </a:lnTo>
                  <a:lnTo>
                    <a:pt x="3316598" y="53177"/>
                  </a:lnTo>
                  <a:lnTo>
                    <a:pt x="3317669" y="53194"/>
                  </a:lnTo>
                  <a:lnTo>
                    <a:pt x="3318741" y="53211"/>
                  </a:lnTo>
                  <a:lnTo>
                    <a:pt x="3319813" y="53227"/>
                  </a:lnTo>
                  <a:lnTo>
                    <a:pt x="3320884" y="53243"/>
                  </a:lnTo>
                  <a:lnTo>
                    <a:pt x="3321956" y="53258"/>
                  </a:lnTo>
                  <a:lnTo>
                    <a:pt x="3323027" y="53272"/>
                  </a:lnTo>
                  <a:lnTo>
                    <a:pt x="3324099" y="53286"/>
                  </a:lnTo>
                  <a:lnTo>
                    <a:pt x="3325171" y="53299"/>
                  </a:lnTo>
                  <a:lnTo>
                    <a:pt x="3326242" y="53312"/>
                  </a:lnTo>
                  <a:lnTo>
                    <a:pt x="3327314" y="53324"/>
                  </a:lnTo>
                  <a:lnTo>
                    <a:pt x="3328385" y="53336"/>
                  </a:lnTo>
                  <a:lnTo>
                    <a:pt x="3329457" y="53347"/>
                  </a:lnTo>
                  <a:lnTo>
                    <a:pt x="3330529" y="53358"/>
                  </a:lnTo>
                  <a:lnTo>
                    <a:pt x="3331600" y="53368"/>
                  </a:lnTo>
                  <a:lnTo>
                    <a:pt x="3332672" y="53378"/>
                  </a:lnTo>
                  <a:lnTo>
                    <a:pt x="3333743" y="53387"/>
                  </a:lnTo>
                  <a:lnTo>
                    <a:pt x="3334815" y="53395"/>
                  </a:lnTo>
                  <a:lnTo>
                    <a:pt x="3335887" y="53403"/>
                  </a:lnTo>
                  <a:lnTo>
                    <a:pt x="3336958" y="53410"/>
                  </a:lnTo>
                  <a:lnTo>
                    <a:pt x="3338030" y="53417"/>
                  </a:lnTo>
                  <a:lnTo>
                    <a:pt x="3339101" y="53424"/>
                  </a:lnTo>
                  <a:lnTo>
                    <a:pt x="3340173" y="53429"/>
                  </a:lnTo>
                  <a:lnTo>
                    <a:pt x="3341245" y="53435"/>
                  </a:lnTo>
                  <a:lnTo>
                    <a:pt x="3342316" y="53439"/>
                  </a:lnTo>
                  <a:lnTo>
                    <a:pt x="3343388" y="53443"/>
                  </a:lnTo>
                  <a:lnTo>
                    <a:pt x="3344459" y="53447"/>
                  </a:lnTo>
                  <a:lnTo>
                    <a:pt x="3345531" y="53450"/>
                  </a:lnTo>
                  <a:lnTo>
                    <a:pt x="3346603" y="53453"/>
                  </a:lnTo>
                  <a:lnTo>
                    <a:pt x="3347674" y="53455"/>
                  </a:lnTo>
                  <a:lnTo>
                    <a:pt x="3348746" y="53456"/>
                  </a:lnTo>
                  <a:lnTo>
                    <a:pt x="3349817" y="53457"/>
                  </a:lnTo>
                  <a:lnTo>
                    <a:pt x="3350889" y="53457"/>
                  </a:lnTo>
                  <a:lnTo>
                    <a:pt x="3351961" y="53457"/>
                  </a:lnTo>
                  <a:lnTo>
                    <a:pt x="3353032" y="53456"/>
                  </a:lnTo>
                  <a:lnTo>
                    <a:pt x="3354104" y="53455"/>
                  </a:lnTo>
                  <a:lnTo>
                    <a:pt x="3355175" y="53454"/>
                  </a:lnTo>
                  <a:lnTo>
                    <a:pt x="3356247" y="53451"/>
                  </a:lnTo>
                  <a:lnTo>
                    <a:pt x="3357319" y="53448"/>
                  </a:lnTo>
                  <a:lnTo>
                    <a:pt x="3358390" y="53445"/>
                  </a:lnTo>
                  <a:lnTo>
                    <a:pt x="3359462" y="53441"/>
                  </a:lnTo>
                  <a:lnTo>
                    <a:pt x="3360533" y="53437"/>
                  </a:lnTo>
                  <a:lnTo>
                    <a:pt x="3361605" y="53432"/>
                  </a:lnTo>
                  <a:lnTo>
                    <a:pt x="3362677" y="53426"/>
                  </a:lnTo>
                  <a:lnTo>
                    <a:pt x="3363748" y="53420"/>
                  </a:lnTo>
                  <a:lnTo>
                    <a:pt x="3364820" y="53414"/>
                  </a:lnTo>
                  <a:lnTo>
                    <a:pt x="3365891" y="53407"/>
                  </a:lnTo>
                  <a:lnTo>
                    <a:pt x="3366963" y="53399"/>
                  </a:lnTo>
                  <a:lnTo>
                    <a:pt x="3368035" y="53391"/>
                  </a:lnTo>
                  <a:lnTo>
                    <a:pt x="3369106" y="53383"/>
                  </a:lnTo>
                  <a:lnTo>
                    <a:pt x="3370178" y="53373"/>
                  </a:lnTo>
                  <a:lnTo>
                    <a:pt x="3371249" y="53364"/>
                  </a:lnTo>
                  <a:lnTo>
                    <a:pt x="3372321" y="53353"/>
                  </a:lnTo>
                  <a:lnTo>
                    <a:pt x="3373392" y="53343"/>
                  </a:lnTo>
                  <a:lnTo>
                    <a:pt x="3374464" y="53331"/>
                  </a:lnTo>
                  <a:lnTo>
                    <a:pt x="3375536" y="53320"/>
                  </a:lnTo>
                  <a:lnTo>
                    <a:pt x="3376607" y="53307"/>
                  </a:lnTo>
                  <a:lnTo>
                    <a:pt x="3377679" y="53295"/>
                  </a:lnTo>
                  <a:lnTo>
                    <a:pt x="3378750" y="53281"/>
                  </a:lnTo>
                  <a:lnTo>
                    <a:pt x="3379822" y="53267"/>
                  </a:lnTo>
                  <a:lnTo>
                    <a:pt x="3380894" y="53253"/>
                  </a:lnTo>
                  <a:lnTo>
                    <a:pt x="3381965" y="53238"/>
                  </a:lnTo>
                  <a:lnTo>
                    <a:pt x="3383037" y="53223"/>
                  </a:lnTo>
                  <a:lnTo>
                    <a:pt x="3384108" y="53207"/>
                  </a:lnTo>
                  <a:lnTo>
                    <a:pt x="3385180" y="53190"/>
                  </a:lnTo>
                  <a:lnTo>
                    <a:pt x="3386252" y="53173"/>
                  </a:lnTo>
                  <a:lnTo>
                    <a:pt x="3387323" y="53156"/>
                  </a:lnTo>
                  <a:lnTo>
                    <a:pt x="3388395" y="53138"/>
                  </a:lnTo>
                  <a:lnTo>
                    <a:pt x="3389466" y="53119"/>
                  </a:lnTo>
                  <a:lnTo>
                    <a:pt x="3390538" y="53100"/>
                  </a:lnTo>
                  <a:lnTo>
                    <a:pt x="3391610" y="53080"/>
                  </a:lnTo>
                  <a:lnTo>
                    <a:pt x="3392681" y="53060"/>
                  </a:lnTo>
                  <a:lnTo>
                    <a:pt x="3393753" y="53040"/>
                  </a:lnTo>
                  <a:lnTo>
                    <a:pt x="3394824" y="53019"/>
                  </a:lnTo>
                  <a:lnTo>
                    <a:pt x="3395896" y="52997"/>
                  </a:lnTo>
                  <a:lnTo>
                    <a:pt x="3396968" y="52975"/>
                  </a:lnTo>
                  <a:lnTo>
                    <a:pt x="3398039" y="52952"/>
                  </a:lnTo>
                  <a:lnTo>
                    <a:pt x="3399111" y="52929"/>
                  </a:lnTo>
                  <a:lnTo>
                    <a:pt x="3400182" y="52905"/>
                  </a:lnTo>
                  <a:lnTo>
                    <a:pt x="3401254" y="52881"/>
                  </a:lnTo>
                  <a:lnTo>
                    <a:pt x="3402326" y="52856"/>
                  </a:lnTo>
                  <a:lnTo>
                    <a:pt x="3403397" y="52831"/>
                  </a:lnTo>
                  <a:lnTo>
                    <a:pt x="3404469" y="52805"/>
                  </a:lnTo>
                  <a:lnTo>
                    <a:pt x="3405540" y="52779"/>
                  </a:lnTo>
                  <a:lnTo>
                    <a:pt x="3406612" y="52752"/>
                  </a:lnTo>
                  <a:lnTo>
                    <a:pt x="3407684" y="52725"/>
                  </a:lnTo>
                  <a:lnTo>
                    <a:pt x="3408755" y="52697"/>
                  </a:lnTo>
                  <a:lnTo>
                    <a:pt x="3409827" y="52669"/>
                  </a:lnTo>
                  <a:lnTo>
                    <a:pt x="3410898" y="52640"/>
                  </a:lnTo>
                  <a:lnTo>
                    <a:pt x="3411970" y="52611"/>
                  </a:lnTo>
                  <a:lnTo>
                    <a:pt x="3413042" y="52581"/>
                  </a:lnTo>
                  <a:lnTo>
                    <a:pt x="3414113" y="52551"/>
                  </a:lnTo>
                  <a:lnTo>
                    <a:pt x="3415185" y="52520"/>
                  </a:lnTo>
                  <a:lnTo>
                    <a:pt x="3416256" y="52489"/>
                  </a:lnTo>
                  <a:lnTo>
                    <a:pt x="3417328" y="52457"/>
                  </a:lnTo>
                  <a:lnTo>
                    <a:pt x="3418400" y="52425"/>
                  </a:lnTo>
                  <a:lnTo>
                    <a:pt x="3419471" y="52392"/>
                  </a:lnTo>
                  <a:lnTo>
                    <a:pt x="3420543" y="52358"/>
                  </a:lnTo>
                  <a:lnTo>
                    <a:pt x="3421614" y="52325"/>
                  </a:lnTo>
                  <a:lnTo>
                    <a:pt x="3422686" y="52290"/>
                  </a:lnTo>
                  <a:lnTo>
                    <a:pt x="3423758" y="52255"/>
                  </a:lnTo>
                  <a:lnTo>
                    <a:pt x="3424829" y="52220"/>
                  </a:lnTo>
                  <a:lnTo>
                    <a:pt x="3425901" y="52184"/>
                  </a:lnTo>
                  <a:lnTo>
                    <a:pt x="3426972" y="52148"/>
                  </a:lnTo>
                  <a:lnTo>
                    <a:pt x="3428044" y="52111"/>
                  </a:lnTo>
                  <a:lnTo>
                    <a:pt x="3429116" y="52074"/>
                  </a:lnTo>
                  <a:lnTo>
                    <a:pt x="3430187" y="52036"/>
                  </a:lnTo>
                  <a:lnTo>
                    <a:pt x="3431259" y="51998"/>
                  </a:lnTo>
                  <a:lnTo>
                    <a:pt x="3432330" y="51959"/>
                  </a:lnTo>
                  <a:lnTo>
                    <a:pt x="3433402" y="51920"/>
                  </a:lnTo>
                  <a:lnTo>
                    <a:pt x="3434474" y="51880"/>
                  </a:lnTo>
                  <a:lnTo>
                    <a:pt x="3435545" y="51839"/>
                  </a:lnTo>
                  <a:lnTo>
                    <a:pt x="3436617" y="51799"/>
                  </a:lnTo>
                  <a:lnTo>
                    <a:pt x="3437688" y="51757"/>
                  </a:lnTo>
                  <a:lnTo>
                    <a:pt x="3438760" y="51716"/>
                  </a:lnTo>
                  <a:lnTo>
                    <a:pt x="3439832" y="51673"/>
                  </a:lnTo>
                  <a:lnTo>
                    <a:pt x="3440903" y="51630"/>
                  </a:lnTo>
                  <a:lnTo>
                    <a:pt x="3441975" y="51587"/>
                  </a:lnTo>
                  <a:lnTo>
                    <a:pt x="3443046" y="51543"/>
                  </a:lnTo>
                  <a:lnTo>
                    <a:pt x="3444118" y="51499"/>
                  </a:lnTo>
                  <a:lnTo>
                    <a:pt x="3445190" y="51454"/>
                  </a:lnTo>
                  <a:lnTo>
                    <a:pt x="3446261" y="51409"/>
                  </a:lnTo>
                  <a:lnTo>
                    <a:pt x="3447333" y="51364"/>
                  </a:lnTo>
                  <a:lnTo>
                    <a:pt x="3448404" y="51317"/>
                  </a:lnTo>
                  <a:lnTo>
                    <a:pt x="3449476" y="51271"/>
                  </a:lnTo>
                  <a:lnTo>
                    <a:pt x="3450548" y="51223"/>
                  </a:lnTo>
                  <a:lnTo>
                    <a:pt x="3451619" y="51176"/>
                  </a:lnTo>
                  <a:lnTo>
                    <a:pt x="3452691" y="51128"/>
                  </a:lnTo>
                  <a:lnTo>
                    <a:pt x="3453762" y="51079"/>
                  </a:lnTo>
                  <a:lnTo>
                    <a:pt x="3454834" y="51030"/>
                  </a:lnTo>
                  <a:lnTo>
                    <a:pt x="3455906" y="50980"/>
                  </a:lnTo>
                  <a:lnTo>
                    <a:pt x="3456977" y="50930"/>
                  </a:lnTo>
                  <a:lnTo>
                    <a:pt x="3458049" y="50880"/>
                  </a:lnTo>
                  <a:lnTo>
                    <a:pt x="3459120" y="50829"/>
                  </a:lnTo>
                  <a:lnTo>
                    <a:pt x="3460192" y="50777"/>
                  </a:lnTo>
                  <a:lnTo>
                    <a:pt x="3461264" y="50725"/>
                  </a:lnTo>
                  <a:lnTo>
                    <a:pt x="3462335" y="50672"/>
                  </a:lnTo>
                  <a:lnTo>
                    <a:pt x="3463407" y="50619"/>
                  </a:lnTo>
                  <a:lnTo>
                    <a:pt x="3464478" y="50566"/>
                  </a:lnTo>
                  <a:lnTo>
                    <a:pt x="3465550" y="50512"/>
                  </a:lnTo>
                  <a:lnTo>
                    <a:pt x="3466622" y="50458"/>
                  </a:lnTo>
                  <a:lnTo>
                    <a:pt x="3467693" y="50403"/>
                  </a:lnTo>
                  <a:lnTo>
                    <a:pt x="3468765" y="50347"/>
                  </a:lnTo>
                  <a:lnTo>
                    <a:pt x="3469836" y="50291"/>
                  </a:lnTo>
                  <a:lnTo>
                    <a:pt x="3470908" y="50235"/>
                  </a:lnTo>
                  <a:lnTo>
                    <a:pt x="3471980" y="50178"/>
                  </a:lnTo>
                  <a:lnTo>
                    <a:pt x="3473051" y="50121"/>
                  </a:lnTo>
                  <a:lnTo>
                    <a:pt x="3474123" y="50063"/>
                  </a:lnTo>
                  <a:lnTo>
                    <a:pt x="3475194" y="50005"/>
                  </a:lnTo>
                  <a:lnTo>
                    <a:pt x="3476266" y="49946"/>
                  </a:lnTo>
                  <a:lnTo>
                    <a:pt x="3477338" y="49887"/>
                  </a:lnTo>
                  <a:lnTo>
                    <a:pt x="3478409" y="49827"/>
                  </a:lnTo>
                  <a:lnTo>
                    <a:pt x="3479481" y="49767"/>
                  </a:lnTo>
                  <a:lnTo>
                    <a:pt x="3480552" y="49707"/>
                  </a:lnTo>
                  <a:lnTo>
                    <a:pt x="3481624" y="49646"/>
                  </a:lnTo>
                  <a:lnTo>
                    <a:pt x="3482696" y="49584"/>
                  </a:lnTo>
                  <a:lnTo>
                    <a:pt x="3483767" y="49522"/>
                  </a:lnTo>
                  <a:lnTo>
                    <a:pt x="3484839" y="49460"/>
                  </a:lnTo>
                  <a:lnTo>
                    <a:pt x="3485910" y="49397"/>
                  </a:lnTo>
                  <a:lnTo>
                    <a:pt x="3486982" y="49333"/>
                  </a:lnTo>
                  <a:lnTo>
                    <a:pt x="3488054" y="49269"/>
                  </a:lnTo>
                  <a:lnTo>
                    <a:pt x="3489125" y="49205"/>
                  </a:lnTo>
                  <a:lnTo>
                    <a:pt x="3490197" y="49140"/>
                  </a:lnTo>
                  <a:lnTo>
                    <a:pt x="3491268" y="49075"/>
                  </a:lnTo>
                  <a:lnTo>
                    <a:pt x="3492340" y="49009"/>
                  </a:lnTo>
                  <a:lnTo>
                    <a:pt x="3493412" y="48943"/>
                  </a:lnTo>
                  <a:lnTo>
                    <a:pt x="3494483" y="48876"/>
                  </a:lnTo>
                  <a:lnTo>
                    <a:pt x="3495555" y="48809"/>
                  </a:lnTo>
                  <a:lnTo>
                    <a:pt x="3496626" y="48741"/>
                  </a:lnTo>
                  <a:lnTo>
                    <a:pt x="3497698" y="48673"/>
                  </a:lnTo>
                  <a:lnTo>
                    <a:pt x="3498770" y="48604"/>
                  </a:lnTo>
                  <a:lnTo>
                    <a:pt x="3499841" y="48535"/>
                  </a:lnTo>
                  <a:lnTo>
                    <a:pt x="3500913" y="48466"/>
                  </a:lnTo>
                  <a:lnTo>
                    <a:pt x="3501984" y="48396"/>
                  </a:lnTo>
                  <a:lnTo>
                    <a:pt x="3503056" y="48326"/>
                  </a:lnTo>
                  <a:lnTo>
                    <a:pt x="3504128" y="48255"/>
                  </a:lnTo>
                  <a:lnTo>
                    <a:pt x="3505199" y="48183"/>
                  </a:lnTo>
                  <a:lnTo>
                    <a:pt x="3506271" y="48112"/>
                  </a:lnTo>
                  <a:lnTo>
                    <a:pt x="3507342" y="48039"/>
                  </a:lnTo>
                  <a:lnTo>
                    <a:pt x="3508414" y="47967"/>
                  </a:lnTo>
                  <a:lnTo>
                    <a:pt x="3509486" y="47893"/>
                  </a:lnTo>
                  <a:lnTo>
                    <a:pt x="3510557" y="47820"/>
                  </a:lnTo>
                  <a:lnTo>
                    <a:pt x="3511629" y="47746"/>
                  </a:lnTo>
                  <a:lnTo>
                    <a:pt x="3512700" y="47671"/>
                  </a:lnTo>
                  <a:lnTo>
                    <a:pt x="3513772" y="47596"/>
                  </a:lnTo>
                  <a:lnTo>
                    <a:pt x="3514844" y="47521"/>
                  </a:lnTo>
                  <a:lnTo>
                    <a:pt x="3515915" y="47445"/>
                  </a:lnTo>
                  <a:lnTo>
                    <a:pt x="3516987" y="47368"/>
                  </a:lnTo>
                  <a:lnTo>
                    <a:pt x="3518058" y="47292"/>
                  </a:lnTo>
                  <a:lnTo>
                    <a:pt x="3519130" y="47214"/>
                  </a:lnTo>
                  <a:lnTo>
                    <a:pt x="3520202" y="47137"/>
                  </a:lnTo>
                  <a:lnTo>
                    <a:pt x="3521273" y="47059"/>
                  </a:lnTo>
                  <a:lnTo>
                    <a:pt x="3522345" y="46980"/>
                  </a:lnTo>
                  <a:lnTo>
                    <a:pt x="3523416" y="46901"/>
                  </a:lnTo>
                  <a:lnTo>
                    <a:pt x="3524488" y="46821"/>
                  </a:lnTo>
                  <a:lnTo>
                    <a:pt x="3525560" y="46741"/>
                  </a:lnTo>
                  <a:lnTo>
                    <a:pt x="3526631" y="46661"/>
                  </a:lnTo>
                  <a:lnTo>
                    <a:pt x="3527703" y="46580"/>
                  </a:lnTo>
                  <a:lnTo>
                    <a:pt x="3528774" y="46499"/>
                  </a:lnTo>
                  <a:lnTo>
                    <a:pt x="3529846" y="46417"/>
                  </a:lnTo>
                  <a:lnTo>
                    <a:pt x="3530918" y="46335"/>
                  </a:lnTo>
                  <a:lnTo>
                    <a:pt x="3531989" y="46252"/>
                  </a:lnTo>
                  <a:lnTo>
                    <a:pt x="3533061" y="46169"/>
                  </a:lnTo>
                  <a:lnTo>
                    <a:pt x="3534132" y="46085"/>
                  </a:lnTo>
                  <a:lnTo>
                    <a:pt x="3535204" y="46001"/>
                  </a:lnTo>
                  <a:lnTo>
                    <a:pt x="3536276" y="45917"/>
                  </a:lnTo>
                  <a:lnTo>
                    <a:pt x="3537347" y="45832"/>
                  </a:lnTo>
                  <a:lnTo>
                    <a:pt x="3538419" y="45747"/>
                  </a:lnTo>
                  <a:lnTo>
                    <a:pt x="3539490" y="45661"/>
                  </a:lnTo>
                  <a:lnTo>
                    <a:pt x="3540562" y="45575"/>
                  </a:lnTo>
                  <a:lnTo>
                    <a:pt x="3541634" y="45488"/>
                  </a:lnTo>
                  <a:lnTo>
                    <a:pt x="3542705" y="45401"/>
                  </a:lnTo>
                  <a:lnTo>
                    <a:pt x="3543777" y="45314"/>
                  </a:lnTo>
                  <a:lnTo>
                    <a:pt x="3544848" y="45226"/>
                  </a:lnTo>
                  <a:lnTo>
                    <a:pt x="3545920" y="45137"/>
                  </a:lnTo>
                  <a:lnTo>
                    <a:pt x="3546992" y="45048"/>
                  </a:lnTo>
                  <a:lnTo>
                    <a:pt x="3548063" y="44959"/>
                  </a:lnTo>
                  <a:lnTo>
                    <a:pt x="3549135" y="44869"/>
                  </a:lnTo>
                  <a:lnTo>
                    <a:pt x="3550206" y="44779"/>
                  </a:lnTo>
                  <a:lnTo>
                    <a:pt x="3551278" y="44688"/>
                  </a:lnTo>
                  <a:lnTo>
                    <a:pt x="3552349" y="44597"/>
                  </a:lnTo>
                  <a:lnTo>
                    <a:pt x="3553421" y="44506"/>
                  </a:lnTo>
                  <a:lnTo>
                    <a:pt x="3554493" y="44414"/>
                  </a:lnTo>
                  <a:lnTo>
                    <a:pt x="3555564" y="44322"/>
                  </a:lnTo>
                  <a:lnTo>
                    <a:pt x="3556636" y="44229"/>
                  </a:lnTo>
                  <a:lnTo>
                    <a:pt x="3557707" y="44136"/>
                  </a:lnTo>
                  <a:lnTo>
                    <a:pt x="3558779" y="44042"/>
                  </a:lnTo>
                  <a:lnTo>
                    <a:pt x="3559851" y="43948"/>
                  </a:lnTo>
                  <a:lnTo>
                    <a:pt x="3560922" y="43853"/>
                  </a:lnTo>
                  <a:lnTo>
                    <a:pt x="3561994" y="43758"/>
                  </a:lnTo>
                  <a:lnTo>
                    <a:pt x="3563065" y="43663"/>
                  </a:lnTo>
                  <a:lnTo>
                    <a:pt x="3564137" y="43567"/>
                  </a:lnTo>
                  <a:lnTo>
                    <a:pt x="3565209" y="43471"/>
                  </a:lnTo>
                  <a:lnTo>
                    <a:pt x="3566280" y="43374"/>
                  </a:lnTo>
                  <a:lnTo>
                    <a:pt x="3567352" y="43277"/>
                  </a:lnTo>
                  <a:lnTo>
                    <a:pt x="3568423" y="43180"/>
                  </a:lnTo>
                  <a:lnTo>
                    <a:pt x="3569495" y="43082"/>
                  </a:lnTo>
                  <a:lnTo>
                    <a:pt x="3570567" y="42983"/>
                  </a:lnTo>
                  <a:lnTo>
                    <a:pt x="3571638" y="42885"/>
                  </a:lnTo>
                  <a:lnTo>
                    <a:pt x="3572710" y="42785"/>
                  </a:lnTo>
                  <a:lnTo>
                    <a:pt x="3573781" y="42686"/>
                  </a:lnTo>
                  <a:lnTo>
                    <a:pt x="3574853" y="42586"/>
                  </a:lnTo>
                  <a:lnTo>
                    <a:pt x="3575925" y="42485"/>
                  </a:lnTo>
                  <a:lnTo>
                    <a:pt x="3576996" y="42384"/>
                  </a:lnTo>
                  <a:lnTo>
                    <a:pt x="3578068" y="42283"/>
                  </a:lnTo>
                  <a:lnTo>
                    <a:pt x="3579139" y="42181"/>
                  </a:lnTo>
                  <a:lnTo>
                    <a:pt x="3580211" y="42079"/>
                  </a:lnTo>
                  <a:lnTo>
                    <a:pt x="3581283" y="41976"/>
                  </a:lnTo>
                  <a:lnTo>
                    <a:pt x="3582354" y="41873"/>
                  </a:lnTo>
                  <a:lnTo>
                    <a:pt x="3583426" y="41770"/>
                  </a:lnTo>
                  <a:lnTo>
                    <a:pt x="3584497" y="41666"/>
                  </a:lnTo>
                  <a:lnTo>
                    <a:pt x="3585569" y="41562"/>
                  </a:lnTo>
                  <a:lnTo>
                    <a:pt x="3586641" y="41457"/>
                  </a:lnTo>
                  <a:lnTo>
                    <a:pt x="3587712" y="41352"/>
                  </a:lnTo>
                  <a:lnTo>
                    <a:pt x="3588784" y="41246"/>
                  </a:lnTo>
                  <a:lnTo>
                    <a:pt x="3589855" y="41140"/>
                  </a:lnTo>
                  <a:lnTo>
                    <a:pt x="3590927" y="41034"/>
                  </a:lnTo>
                  <a:lnTo>
                    <a:pt x="3591999" y="40927"/>
                  </a:lnTo>
                  <a:lnTo>
                    <a:pt x="3593070" y="40820"/>
                  </a:lnTo>
                  <a:lnTo>
                    <a:pt x="3594142" y="40712"/>
                  </a:lnTo>
                  <a:lnTo>
                    <a:pt x="3595213" y="40604"/>
                  </a:lnTo>
                  <a:lnTo>
                    <a:pt x="3596285" y="40496"/>
                  </a:lnTo>
                  <a:lnTo>
                    <a:pt x="3597357" y="40387"/>
                  </a:lnTo>
                  <a:lnTo>
                    <a:pt x="3598428" y="40278"/>
                  </a:lnTo>
                  <a:lnTo>
                    <a:pt x="3599500" y="40168"/>
                  </a:lnTo>
                  <a:lnTo>
                    <a:pt x="3600571" y="40058"/>
                  </a:lnTo>
                  <a:lnTo>
                    <a:pt x="3601643" y="39947"/>
                  </a:lnTo>
                  <a:lnTo>
                    <a:pt x="3602715" y="39836"/>
                  </a:lnTo>
                  <a:lnTo>
                    <a:pt x="3603786" y="39725"/>
                  </a:lnTo>
                  <a:lnTo>
                    <a:pt x="3604858" y="39613"/>
                  </a:lnTo>
                  <a:lnTo>
                    <a:pt x="3605929" y="39501"/>
                  </a:lnTo>
                  <a:lnTo>
                    <a:pt x="3607001" y="39388"/>
                  </a:lnTo>
                  <a:lnTo>
                    <a:pt x="3608073" y="39275"/>
                  </a:lnTo>
                  <a:lnTo>
                    <a:pt x="3609144" y="39162"/>
                  </a:lnTo>
                  <a:lnTo>
                    <a:pt x="3610216" y="39048"/>
                  </a:lnTo>
                  <a:lnTo>
                    <a:pt x="3611287" y="38934"/>
                  </a:lnTo>
                  <a:lnTo>
                    <a:pt x="3612359" y="38819"/>
                  </a:lnTo>
                  <a:lnTo>
                    <a:pt x="3613431" y="38704"/>
                  </a:lnTo>
                  <a:lnTo>
                    <a:pt x="3614502" y="38589"/>
                  </a:lnTo>
                  <a:lnTo>
                    <a:pt x="3615574" y="38473"/>
                  </a:lnTo>
                  <a:lnTo>
                    <a:pt x="3616645" y="38357"/>
                  </a:lnTo>
                  <a:lnTo>
                    <a:pt x="3617717" y="38240"/>
                  </a:lnTo>
                  <a:lnTo>
                    <a:pt x="3618789" y="38123"/>
                  </a:lnTo>
                  <a:lnTo>
                    <a:pt x="3619860" y="38006"/>
                  </a:lnTo>
                  <a:lnTo>
                    <a:pt x="3620932" y="37888"/>
                  </a:lnTo>
                  <a:lnTo>
                    <a:pt x="3622003" y="37770"/>
                  </a:lnTo>
                  <a:lnTo>
                    <a:pt x="3623075" y="37651"/>
                  </a:lnTo>
                  <a:lnTo>
                    <a:pt x="3624147" y="37532"/>
                  </a:lnTo>
                  <a:lnTo>
                    <a:pt x="3625218" y="37412"/>
                  </a:lnTo>
                  <a:lnTo>
                    <a:pt x="3626290" y="37293"/>
                  </a:lnTo>
                  <a:lnTo>
                    <a:pt x="3627361" y="37172"/>
                  </a:lnTo>
                  <a:lnTo>
                    <a:pt x="3628433" y="37052"/>
                  </a:lnTo>
                  <a:lnTo>
                    <a:pt x="3629505" y="36931"/>
                  </a:lnTo>
                  <a:lnTo>
                    <a:pt x="3630576" y="36809"/>
                  </a:lnTo>
                  <a:lnTo>
                    <a:pt x="3631648" y="36687"/>
                  </a:lnTo>
                  <a:lnTo>
                    <a:pt x="3632719" y="36565"/>
                  </a:lnTo>
                  <a:lnTo>
                    <a:pt x="3633791" y="36442"/>
                  </a:lnTo>
                  <a:lnTo>
                    <a:pt x="3634863" y="36319"/>
                  </a:lnTo>
                  <a:lnTo>
                    <a:pt x="3635934" y="36196"/>
                  </a:lnTo>
                  <a:lnTo>
                    <a:pt x="3637006" y="36072"/>
                  </a:lnTo>
                  <a:lnTo>
                    <a:pt x="3638077" y="35948"/>
                  </a:lnTo>
                  <a:lnTo>
                    <a:pt x="3639149" y="35823"/>
                  </a:lnTo>
                  <a:lnTo>
                    <a:pt x="3640221" y="35698"/>
                  </a:lnTo>
                  <a:lnTo>
                    <a:pt x="3641292" y="35573"/>
                  </a:lnTo>
                  <a:lnTo>
                    <a:pt x="3642364" y="35447"/>
                  </a:lnTo>
                  <a:lnTo>
                    <a:pt x="3643435" y="35321"/>
                  </a:lnTo>
                  <a:lnTo>
                    <a:pt x="3644507" y="35194"/>
                  </a:lnTo>
                  <a:lnTo>
                    <a:pt x="3645579" y="35067"/>
                  </a:lnTo>
                  <a:lnTo>
                    <a:pt x="3646650" y="34940"/>
                  </a:lnTo>
                  <a:lnTo>
                    <a:pt x="3647722" y="34812"/>
                  </a:lnTo>
                  <a:lnTo>
                    <a:pt x="3648793" y="34684"/>
                  </a:lnTo>
                  <a:lnTo>
                    <a:pt x="3649865" y="34556"/>
                  </a:lnTo>
                  <a:lnTo>
                    <a:pt x="3650937" y="34427"/>
                  </a:lnTo>
                  <a:lnTo>
                    <a:pt x="3652008" y="34298"/>
                  </a:lnTo>
                  <a:lnTo>
                    <a:pt x="3653080" y="34168"/>
                  </a:lnTo>
                  <a:lnTo>
                    <a:pt x="3654151" y="34038"/>
                  </a:lnTo>
                  <a:lnTo>
                    <a:pt x="3655223" y="33907"/>
                  </a:lnTo>
                  <a:lnTo>
                    <a:pt x="3656295" y="33777"/>
                  </a:lnTo>
                  <a:lnTo>
                    <a:pt x="3657366" y="33645"/>
                  </a:lnTo>
                  <a:lnTo>
                    <a:pt x="3658438" y="33514"/>
                  </a:lnTo>
                  <a:lnTo>
                    <a:pt x="3659509" y="33382"/>
                  </a:lnTo>
                  <a:lnTo>
                    <a:pt x="3660581" y="33249"/>
                  </a:lnTo>
                  <a:lnTo>
                    <a:pt x="3661653" y="33117"/>
                  </a:lnTo>
                  <a:lnTo>
                    <a:pt x="3662724" y="32984"/>
                  </a:lnTo>
                  <a:lnTo>
                    <a:pt x="3663796" y="32850"/>
                  </a:lnTo>
                  <a:lnTo>
                    <a:pt x="3664867" y="32716"/>
                  </a:lnTo>
                  <a:lnTo>
                    <a:pt x="3665939" y="32582"/>
                  </a:lnTo>
                  <a:lnTo>
                    <a:pt x="3667011" y="32447"/>
                  </a:lnTo>
                  <a:lnTo>
                    <a:pt x="3668082" y="32312"/>
                  </a:lnTo>
                  <a:lnTo>
                    <a:pt x="3669154" y="32177"/>
                  </a:lnTo>
                  <a:lnTo>
                    <a:pt x="3670225" y="32041"/>
                  </a:lnTo>
                  <a:lnTo>
                    <a:pt x="3671297" y="31905"/>
                  </a:lnTo>
                  <a:lnTo>
                    <a:pt x="3672369" y="31768"/>
                  </a:lnTo>
                  <a:lnTo>
                    <a:pt x="3673440" y="31631"/>
                  </a:lnTo>
                  <a:lnTo>
                    <a:pt x="3674512" y="31494"/>
                  </a:lnTo>
                  <a:lnTo>
                    <a:pt x="3675583" y="31356"/>
                  </a:lnTo>
                  <a:lnTo>
                    <a:pt x="3676655" y="31218"/>
                  </a:lnTo>
                  <a:lnTo>
                    <a:pt x="3677727" y="31080"/>
                  </a:lnTo>
                  <a:lnTo>
                    <a:pt x="3678798" y="30941"/>
                  </a:lnTo>
                  <a:lnTo>
                    <a:pt x="3679870" y="30802"/>
                  </a:lnTo>
                  <a:lnTo>
                    <a:pt x="3680941" y="30662"/>
                  </a:lnTo>
                  <a:lnTo>
                    <a:pt x="3682013" y="30522"/>
                  </a:lnTo>
                  <a:lnTo>
                    <a:pt x="3683085" y="30382"/>
                  </a:lnTo>
                  <a:lnTo>
                    <a:pt x="3684156" y="30242"/>
                  </a:lnTo>
                  <a:lnTo>
                    <a:pt x="3685228" y="30100"/>
                  </a:lnTo>
                  <a:lnTo>
                    <a:pt x="3686299" y="29959"/>
                  </a:lnTo>
                  <a:lnTo>
                    <a:pt x="3687371" y="29817"/>
                  </a:lnTo>
                  <a:lnTo>
                    <a:pt x="3688443" y="29675"/>
                  </a:lnTo>
                  <a:lnTo>
                    <a:pt x="3689514" y="29533"/>
                  </a:lnTo>
                  <a:lnTo>
                    <a:pt x="3690586" y="29390"/>
                  </a:lnTo>
                  <a:lnTo>
                    <a:pt x="3691657" y="29246"/>
                  </a:lnTo>
                  <a:lnTo>
                    <a:pt x="3692729" y="29103"/>
                  </a:lnTo>
                  <a:lnTo>
                    <a:pt x="3693801" y="28959"/>
                  </a:lnTo>
                  <a:lnTo>
                    <a:pt x="3694872" y="28815"/>
                  </a:lnTo>
                  <a:lnTo>
                    <a:pt x="3695944" y="28670"/>
                  </a:lnTo>
                  <a:lnTo>
                    <a:pt x="3697015" y="28525"/>
                  </a:lnTo>
                  <a:lnTo>
                    <a:pt x="3698087" y="28379"/>
                  </a:lnTo>
                  <a:lnTo>
                    <a:pt x="3699159" y="28233"/>
                  </a:lnTo>
                  <a:lnTo>
                    <a:pt x="3700230" y="28087"/>
                  </a:lnTo>
                  <a:lnTo>
                    <a:pt x="3701302" y="27941"/>
                  </a:lnTo>
                  <a:lnTo>
                    <a:pt x="3702373" y="27794"/>
                  </a:lnTo>
                  <a:lnTo>
                    <a:pt x="3703445" y="27647"/>
                  </a:lnTo>
                  <a:lnTo>
                    <a:pt x="3704517" y="27499"/>
                  </a:lnTo>
                  <a:lnTo>
                    <a:pt x="3705588" y="27351"/>
                  </a:lnTo>
                  <a:lnTo>
                    <a:pt x="3706660" y="27203"/>
                  </a:lnTo>
                  <a:lnTo>
                    <a:pt x="3707731" y="27054"/>
                  </a:lnTo>
                  <a:lnTo>
                    <a:pt x="3708803" y="26905"/>
                  </a:lnTo>
                  <a:lnTo>
                    <a:pt x="3709875" y="26755"/>
                  </a:lnTo>
                  <a:lnTo>
                    <a:pt x="3710946" y="26605"/>
                  </a:lnTo>
                  <a:lnTo>
                    <a:pt x="3712018" y="26455"/>
                  </a:lnTo>
                  <a:lnTo>
                    <a:pt x="3713089" y="26305"/>
                  </a:lnTo>
                  <a:lnTo>
                    <a:pt x="3714161" y="26154"/>
                  </a:lnTo>
                  <a:lnTo>
                    <a:pt x="3715233" y="26003"/>
                  </a:lnTo>
                  <a:lnTo>
                    <a:pt x="3716304" y="25851"/>
                  </a:lnTo>
                  <a:lnTo>
                    <a:pt x="3717376" y="25699"/>
                  </a:lnTo>
                  <a:lnTo>
                    <a:pt x="3718447" y="25547"/>
                  </a:lnTo>
                  <a:lnTo>
                    <a:pt x="3719519" y="25394"/>
                  </a:lnTo>
                  <a:lnTo>
                    <a:pt x="3720591" y="25241"/>
                  </a:lnTo>
                  <a:lnTo>
                    <a:pt x="3721662" y="25088"/>
                  </a:lnTo>
                  <a:lnTo>
                    <a:pt x="3722734" y="24934"/>
                  </a:lnTo>
                  <a:lnTo>
                    <a:pt x="3723805" y="24780"/>
                  </a:lnTo>
                  <a:lnTo>
                    <a:pt x="3724877" y="24625"/>
                  </a:lnTo>
                  <a:lnTo>
                    <a:pt x="3725949" y="24471"/>
                  </a:lnTo>
                  <a:lnTo>
                    <a:pt x="3727020" y="24316"/>
                  </a:lnTo>
                  <a:lnTo>
                    <a:pt x="3728092" y="24160"/>
                  </a:lnTo>
                  <a:lnTo>
                    <a:pt x="3729163" y="24004"/>
                  </a:lnTo>
                  <a:lnTo>
                    <a:pt x="3730235" y="23848"/>
                  </a:lnTo>
                  <a:lnTo>
                    <a:pt x="3731306" y="23691"/>
                  </a:lnTo>
                  <a:lnTo>
                    <a:pt x="3732378" y="23535"/>
                  </a:lnTo>
                  <a:lnTo>
                    <a:pt x="3733450" y="23377"/>
                  </a:lnTo>
                  <a:lnTo>
                    <a:pt x="3734521" y="23220"/>
                  </a:lnTo>
                  <a:lnTo>
                    <a:pt x="3735593" y="23062"/>
                  </a:lnTo>
                  <a:lnTo>
                    <a:pt x="3736664" y="22904"/>
                  </a:lnTo>
                  <a:lnTo>
                    <a:pt x="3737736" y="22745"/>
                  </a:lnTo>
                  <a:lnTo>
                    <a:pt x="3738808" y="22586"/>
                  </a:lnTo>
                  <a:lnTo>
                    <a:pt x="3739879" y="22427"/>
                  </a:lnTo>
                  <a:lnTo>
                    <a:pt x="3740951" y="22267"/>
                  </a:lnTo>
                  <a:lnTo>
                    <a:pt x="3742022" y="22107"/>
                  </a:lnTo>
                  <a:lnTo>
                    <a:pt x="3743094" y="21946"/>
                  </a:lnTo>
                  <a:lnTo>
                    <a:pt x="3744166" y="21786"/>
                  </a:lnTo>
                  <a:lnTo>
                    <a:pt x="3745237" y="21625"/>
                  </a:lnTo>
                  <a:lnTo>
                    <a:pt x="3746309" y="21463"/>
                  </a:lnTo>
                  <a:lnTo>
                    <a:pt x="3747380" y="21302"/>
                  </a:lnTo>
                  <a:lnTo>
                    <a:pt x="3748452" y="21139"/>
                  </a:lnTo>
                  <a:lnTo>
                    <a:pt x="3749524" y="20977"/>
                  </a:lnTo>
                  <a:lnTo>
                    <a:pt x="3750595" y="20814"/>
                  </a:lnTo>
                  <a:lnTo>
                    <a:pt x="3751667" y="20651"/>
                  </a:lnTo>
                  <a:lnTo>
                    <a:pt x="3752738" y="20488"/>
                  </a:lnTo>
                  <a:lnTo>
                    <a:pt x="3753810" y="20324"/>
                  </a:lnTo>
                  <a:lnTo>
                    <a:pt x="3754882" y="20160"/>
                  </a:lnTo>
                  <a:lnTo>
                    <a:pt x="3755953" y="19995"/>
                  </a:lnTo>
                  <a:lnTo>
                    <a:pt x="3757025" y="19830"/>
                  </a:lnTo>
                  <a:lnTo>
                    <a:pt x="3758096" y="19665"/>
                  </a:lnTo>
                  <a:lnTo>
                    <a:pt x="3759168" y="19500"/>
                  </a:lnTo>
                  <a:lnTo>
                    <a:pt x="3760240" y="19334"/>
                  </a:lnTo>
                  <a:lnTo>
                    <a:pt x="3761311" y="19168"/>
                  </a:lnTo>
                  <a:lnTo>
                    <a:pt x="3762383" y="19001"/>
                  </a:lnTo>
                  <a:lnTo>
                    <a:pt x="3763454" y="18834"/>
                  </a:lnTo>
                  <a:lnTo>
                    <a:pt x="3764526" y="18667"/>
                  </a:lnTo>
                  <a:lnTo>
                    <a:pt x="3765598" y="18500"/>
                  </a:lnTo>
                  <a:lnTo>
                    <a:pt x="3766669" y="18332"/>
                  </a:lnTo>
                  <a:lnTo>
                    <a:pt x="3767741" y="18164"/>
                  </a:lnTo>
                  <a:lnTo>
                    <a:pt x="3768812" y="17995"/>
                  </a:lnTo>
                  <a:lnTo>
                    <a:pt x="3769884" y="17826"/>
                  </a:lnTo>
                  <a:lnTo>
                    <a:pt x="3770956" y="17657"/>
                  </a:lnTo>
                  <a:lnTo>
                    <a:pt x="3772027" y="17488"/>
                  </a:lnTo>
                  <a:lnTo>
                    <a:pt x="3773099" y="17318"/>
                  </a:lnTo>
                  <a:lnTo>
                    <a:pt x="3774170" y="17148"/>
                  </a:lnTo>
                  <a:lnTo>
                    <a:pt x="3775242" y="16977"/>
                  </a:lnTo>
                  <a:lnTo>
                    <a:pt x="3776314" y="16806"/>
                  </a:lnTo>
                  <a:lnTo>
                    <a:pt x="3777385" y="16635"/>
                  </a:lnTo>
                  <a:lnTo>
                    <a:pt x="3778457" y="16464"/>
                  </a:lnTo>
                  <a:lnTo>
                    <a:pt x="3779528" y="16292"/>
                  </a:lnTo>
                  <a:lnTo>
                    <a:pt x="3780600" y="16119"/>
                  </a:lnTo>
                  <a:lnTo>
                    <a:pt x="3781672" y="15947"/>
                  </a:lnTo>
                  <a:lnTo>
                    <a:pt x="3782743" y="15774"/>
                  </a:lnTo>
                  <a:lnTo>
                    <a:pt x="3783815" y="15601"/>
                  </a:lnTo>
                  <a:lnTo>
                    <a:pt x="3784886" y="15428"/>
                  </a:lnTo>
                  <a:lnTo>
                    <a:pt x="3785958" y="15254"/>
                  </a:lnTo>
                  <a:lnTo>
                    <a:pt x="3787030" y="15080"/>
                  </a:lnTo>
                  <a:lnTo>
                    <a:pt x="3788101" y="14905"/>
                  </a:lnTo>
                  <a:lnTo>
                    <a:pt x="3789173" y="14730"/>
                  </a:lnTo>
                  <a:lnTo>
                    <a:pt x="3790244" y="14555"/>
                  </a:lnTo>
                  <a:lnTo>
                    <a:pt x="3791316" y="14380"/>
                  </a:lnTo>
                  <a:lnTo>
                    <a:pt x="3792388" y="14204"/>
                  </a:lnTo>
                  <a:lnTo>
                    <a:pt x="3793459" y="14028"/>
                  </a:lnTo>
                  <a:lnTo>
                    <a:pt x="3794531" y="13852"/>
                  </a:lnTo>
                  <a:lnTo>
                    <a:pt x="3795602" y="13675"/>
                  </a:lnTo>
                  <a:lnTo>
                    <a:pt x="3796674" y="13498"/>
                  </a:lnTo>
                  <a:lnTo>
                    <a:pt x="3797746" y="13320"/>
                  </a:lnTo>
                  <a:lnTo>
                    <a:pt x="3798817" y="13143"/>
                  </a:lnTo>
                  <a:lnTo>
                    <a:pt x="3799889" y="12965"/>
                  </a:lnTo>
                  <a:lnTo>
                    <a:pt x="3800960" y="12786"/>
                  </a:lnTo>
                  <a:lnTo>
                    <a:pt x="3802032" y="12608"/>
                  </a:lnTo>
                  <a:lnTo>
                    <a:pt x="3803104" y="12429"/>
                  </a:lnTo>
                  <a:lnTo>
                    <a:pt x="3804175" y="12249"/>
                  </a:lnTo>
                  <a:lnTo>
                    <a:pt x="3805247" y="12070"/>
                  </a:lnTo>
                  <a:lnTo>
                    <a:pt x="3806318" y="11890"/>
                  </a:lnTo>
                  <a:lnTo>
                    <a:pt x="3807390" y="11710"/>
                  </a:lnTo>
                  <a:lnTo>
                    <a:pt x="3808462" y="11529"/>
                  </a:lnTo>
                  <a:lnTo>
                    <a:pt x="3809533" y="11348"/>
                  </a:lnTo>
                  <a:lnTo>
                    <a:pt x="3810605" y="11167"/>
                  </a:lnTo>
                  <a:lnTo>
                    <a:pt x="3811676" y="10985"/>
                  </a:lnTo>
                  <a:lnTo>
                    <a:pt x="3812748" y="10803"/>
                  </a:lnTo>
                  <a:lnTo>
                    <a:pt x="3813820" y="10621"/>
                  </a:lnTo>
                  <a:lnTo>
                    <a:pt x="3814891" y="10439"/>
                  </a:lnTo>
                  <a:lnTo>
                    <a:pt x="3815963" y="10256"/>
                  </a:lnTo>
                  <a:lnTo>
                    <a:pt x="3817034" y="10073"/>
                  </a:lnTo>
                  <a:lnTo>
                    <a:pt x="3818106" y="9890"/>
                  </a:lnTo>
                  <a:lnTo>
                    <a:pt x="3819178" y="9706"/>
                  </a:lnTo>
                  <a:lnTo>
                    <a:pt x="3820249" y="9522"/>
                  </a:lnTo>
                  <a:lnTo>
                    <a:pt x="3821321" y="9337"/>
                  </a:lnTo>
                  <a:lnTo>
                    <a:pt x="3822392" y="9153"/>
                  </a:lnTo>
                  <a:lnTo>
                    <a:pt x="3823464" y="8968"/>
                  </a:lnTo>
                  <a:lnTo>
                    <a:pt x="3824536" y="8782"/>
                  </a:lnTo>
                  <a:lnTo>
                    <a:pt x="3825607" y="8597"/>
                  </a:lnTo>
                  <a:lnTo>
                    <a:pt x="3826679" y="8411"/>
                  </a:lnTo>
                  <a:lnTo>
                    <a:pt x="3827750" y="8225"/>
                  </a:lnTo>
                  <a:lnTo>
                    <a:pt x="3828822" y="8038"/>
                  </a:lnTo>
                  <a:lnTo>
                    <a:pt x="3829894" y="7851"/>
                  </a:lnTo>
                  <a:lnTo>
                    <a:pt x="3830965" y="7664"/>
                  </a:lnTo>
                  <a:lnTo>
                    <a:pt x="3832037" y="7477"/>
                  </a:lnTo>
                  <a:lnTo>
                    <a:pt x="3833108" y="7289"/>
                  </a:lnTo>
                  <a:lnTo>
                    <a:pt x="3834180" y="7101"/>
                  </a:lnTo>
                  <a:lnTo>
                    <a:pt x="3835252" y="6912"/>
                  </a:lnTo>
                  <a:lnTo>
                    <a:pt x="3836323" y="6724"/>
                  </a:lnTo>
                  <a:lnTo>
                    <a:pt x="3837395" y="6535"/>
                  </a:lnTo>
                  <a:lnTo>
                    <a:pt x="3838466" y="6345"/>
                  </a:lnTo>
                  <a:lnTo>
                    <a:pt x="3839538" y="6156"/>
                  </a:lnTo>
                  <a:lnTo>
                    <a:pt x="3840610" y="5966"/>
                  </a:lnTo>
                  <a:lnTo>
                    <a:pt x="3841681" y="5776"/>
                  </a:lnTo>
                  <a:lnTo>
                    <a:pt x="3842753" y="5585"/>
                  </a:lnTo>
                  <a:lnTo>
                    <a:pt x="3843824" y="5394"/>
                  </a:lnTo>
                  <a:lnTo>
                    <a:pt x="3844896" y="5203"/>
                  </a:lnTo>
                  <a:lnTo>
                    <a:pt x="3845968" y="5012"/>
                  </a:lnTo>
                  <a:lnTo>
                    <a:pt x="3847039" y="4820"/>
                  </a:lnTo>
                  <a:lnTo>
                    <a:pt x="3848111" y="4628"/>
                  </a:lnTo>
                  <a:lnTo>
                    <a:pt x="3849182" y="4436"/>
                  </a:lnTo>
                  <a:lnTo>
                    <a:pt x="3850254" y="4243"/>
                  </a:lnTo>
                  <a:lnTo>
                    <a:pt x="3851326" y="4050"/>
                  </a:lnTo>
                  <a:lnTo>
                    <a:pt x="3852397" y="3857"/>
                  </a:lnTo>
                  <a:lnTo>
                    <a:pt x="3853469" y="3663"/>
                  </a:lnTo>
                  <a:lnTo>
                    <a:pt x="3854540" y="3469"/>
                  </a:lnTo>
                  <a:lnTo>
                    <a:pt x="3855612" y="3275"/>
                  </a:lnTo>
                  <a:lnTo>
                    <a:pt x="3856684" y="3081"/>
                  </a:lnTo>
                  <a:lnTo>
                    <a:pt x="3856684" y="308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5034264" y="1466683"/>
              <a:ext cx="3856684" cy="1355953"/>
            </a:xfrm>
            <a:custGeom>
              <a:avLst/>
              <a:gdLst/>
              <a:ahLst/>
              <a:cxnLst/>
              <a:rect l="0" t="0" r="0" b="0"/>
              <a:pathLst>
                <a:path w="3856684" h="1355953">
                  <a:moveTo>
                    <a:pt x="3856684" y="156997"/>
                  </a:moveTo>
                  <a:lnTo>
                    <a:pt x="3855612" y="156715"/>
                  </a:lnTo>
                  <a:lnTo>
                    <a:pt x="3854540" y="156435"/>
                  </a:lnTo>
                  <a:lnTo>
                    <a:pt x="3853469" y="156154"/>
                  </a:lnTo>
                  <a:lnTo>
                    <a:pt x="3852397" y="155873"/>
                  </a:lnTo>
                  <a:lnTo>
                    <a:pt x="3851326" y="155592"/>
                  </a:lnTo>
                  <a:lnTo>
                    <a:pt x="3850254" y="155312"/>
                  </a:lnTo>
                  <a:lnTo>
                    <a:pt x="3849182" y="155031"/>
                  </a:lnTo>
                  <a:lnTo>
                    <a:pt x="3848111" y="154751"/>
                  </a:lnTo>
                  <a:lnTo>
                    <a:pt x="3847039" y="154471"/>
                  </a:lnTo>
                  <a:lnTo>
                    <a:pt x="3845968" y="154191"/>
                  </a:lnTo>
                  <a:lnTo>
                    <a:pt x="3844896" y="153911"/>
                  </a:lnTo>
                  <a:lnTo>
                    <a:pt x="3843824" y="153631"/>
                  </a:lnTo>
                  <a:lnTo>
                    <a:pt x="3842753" y="153351"/>
                  </a:lnTo>
                  <a:lnTo>
                    <a:pt x="3841681" y="153071"/>
                  </a:lnTo>
                  <a:lnTo>
                    <a:pt x="3840610" y="152792"/>
                  </a:lnTo>
                  <a:lnTo>
                    <a:pt x="3839538" y="152513"/>
                  </a:lnTo>
                  <a:lnTo>
                    <a:pt x="3838466" y="152233"/>
                  </a:lnTo>
                  <a:lnTo>
                    <a:pt x="3837395" y="151954"/>
                  </a:lnTo>
                  <a:lnTo>
                    <a:pt x="3836323" y="151675"/>
                  </a:lnTo>
                  <a:lnTo>
                    <a:pt x="3835252" y="151396"/>
                  </a:lnTo>
                  <a:lnTo>
                    <a:pt x="3834180" y="151117"/>
                  </a:lnTo>
                  <a:lnTo>
                    <a:pt x="3833108" y="150838"/>
                  </a:lnTo>
                  <a:lnTo>
                    <a:pt x="3832037" y="150560"/>
                  </a:lnTo>
                  <a:lnTo>
                    <a:pt x="3830965" y="150281"/>
                  </a:lnTo>
                  <a:lnTo>
                    <a:pt x="3829894" y="150003"/>
                  </a:lnTo>
                  <a:lnTo>
                    <a:pt x="3828822" y="149724"/>
                  </a:lnTo>
                  <a:lnTo>
                    <a:pt x="3827750" y="149446"/>
                  </a:lnTo>
                  <a:lnTo>
                    <a:pt x="3826679" y="149168"/>
                  </a:lnTo>
                  <a:lnTo>
                    <a:pt x="3825607" y="148890"/>
                  </a:lnTo>
                  <a:lnTo>
                    <a:pt x="3824536" y="148612"/>
                  </a:lnTo>
                  <a:lnTo>
                    <a:pt x="3823464" y="148334"/>
                  </a:lnTo>
                  <a:lnTo>
                    <a:pt x="3822392" y="148057"/>
                  </a:lnTo>
                  <a:lnTo>
                    <a:pt x="3821321" y="147779"/>
                  </a:lnTo>
                  <a:lnTo>
                    <a:pt x="3820249" y="147502"/>
                  </a:lnTo>
                  <a:lnTo>
                    <a:pt x="3819178" y="147224"/>
                  </a:lnTo>
                  <a:lnTo>
                    <a:pt x="3818106" y="146947"/>
                  </a:lnTo>
                  <a:lnTo>
                    <a:pt x="3817034" y="146670"/>
                  </a:lnTo>
                  <a:lnTo>
                    <a:pt x="3815963" y="146393"/>
                  </a:lnTo>
                  <a:lnTo>
                    <a:pt x="3814891" y="146116"/>
                  </a:lnTo>
                  <a:lnTo>
                    <a:pt x="3813820" y="145840"/>
                  </a:lnTo>
                  <a:lnTo>
                    <a:pt x="3812748" y="145563"/>
                  </a:lnTo>
                  <a:lnTo>
                    <a:pt x="3811676" y="145287"/>
                  </a:lnTo>
                  <a:lnTo>
                    <a:pt x="3810605" y="145010"/>
                  </a:lnTo>
                  <a:lnTo>
                    <a:pt x="3809533" y="144734"/>
                  </a:lnTo>
                  <a:lnTo>
                    <a:pt x="3808462" y="144458"/>
                  </a:lnTo>
                  <a:lnTo>
                    <a:pt x="3807390" y="144182"/>
                  </a:lnTo>
                  <a:lnTo>
                    <a:pt x="3806318" y="143906"/>
                  </a:lnTo>
                  <a:lnTo>
                    <a:pt x="3805247" y="143631"/>
                  </a:lnTo>
                  <a:lnTo>
                    <a:pt x="3804175" y="143355"/>
                  </a:lnTo>
                  <a:lnTo>
                    <a:pt x="3803104" y="143079"/>
                  </a:lnTo>
                  <a:lnTo>
                    <a:pt x="3802032" y="142804"/>
                  </a:lnTo>
                  <a:lnTo>
                    <a:pt x="3800960" y="142529"/>
                  </a:lnTo>
                  <a:lnTo>
                    <a:pt x="3799889" y="142254"/>
                  </a:lnTo>
                  <a:lnTo>
                    <a:pt x="3798817" y="141979"/>
                  </a:lnTo>
                  <a:lnTo>
                    <a:pt x="3797746" y="141704"/>
                  </a:lnTo>
                  <a:lnTo>
                    <a:pt x="3796674" y="141429"/>
                  </a:lnTo>
                  <a:lnTo>
                    <a:pt x="3795602" y="141155"/>
                  </a:lnTo>
                  <a:lnTo>
                    <a:pt x="3794531" y="140880"/>
                  </a:lnTo>
                  <a:lnTo>
                    <a:pt x="3793459" y="140606"/>
                  </a:lnTo>
                  <a:lnTo>
                    <a:pt x="3792388" y="140331"/>
                  </a:lnTo>
                  <a:lnTo>
                    <a:pt x="3791316" y="140057"/>
                  </a:lnTo>
                  <a:lnTo>
                    <a:pt x="3790244" y="139783"/>
                  </a:lnTo>
                  <a:lnTo>
                    <a:pt x="3789173" y="139510"/>
                  </a:lnTo>
                  <a:lnTo>
                    <a:pt x="3788101" y="139236"/>
                  </a:lnTo>
                  <a:lnTo>
                    <a:pt x="3787030" y="138962"/>
                  </a:lnTo>
                  <a:lnTo>
                    <a:pt x="3785958" y="138689"/>
                  </a:lnTo>
                  <a:lnTo>
                    <a:pt x="3784886" y="138415"/>
                  </a:lnTo>
                  <a:lnTo>
                    <a:pt x="3783815" y="138142"/>
                  </a:lnTo>
                  <a:lnTo>
                    <a:pt x="3782743" y="137869"/>
                  </a:lnTo>
                  <a:lnTo>
                    <a:pt x="3781672" y="137596"/>
                  </a:lnTo>
                  <a:lnTo>
                    <a:pt x="3780600" y="137323"/>
                  </a:lnTo>
                  <a:lnTo>
                    <a:pt x="3779528" y="137051"/>
                  </a:lnTo>
                  <a:lnTo>
                    <a:pt x="3778457" y="136778"/>
                  </a:lnTo>
                  <a:lnTo>
                    <a:pt x="3777385" y="136506"/>
                  </a:lnTo>
                  <a:lnTo>
                    <a:pt x="3776314" y="136233"/>
                  </a:lnTo>
                  <a:lnTo>
                    <a:pt x="3775242" y="135961"/>
                  </a:lnTo>
                  <a:lnTo>
                    <a:pt x="3774170" y="135689"/>
                  </a:lnTo>
                  <a:lnTo>
                    <a:pt x="3773099" y="135417"/>
                  </a:lnTo>
                  <a:lnTo>
                    <a:pt x="3772027" y="135146"/>
                  </a:lnTo>
                  <a:lnTo>
                    <a:pt x="3770956" y="134874"/>
                  </a:lnTo>
                  <a:lnTo>
                    <a:pt x="3769884" y="134603"/>
                  </a:lnTo>
                  <a:lnTo>
                    <a:pt x="3768812" y="134331"/>
                  </a:lnTo>
                  <a:lnTo>
                    <a:pt x="3767741" y="134060"/>
                  </a:lnTo>
                  <a:lnTo>
                    <a:pt x="3766669" y="133789"/>
                  </a:lnTo>
                  <a:lnTo>
                    <a:pt x="3765598" y="133518"/>
                  </a:lnTo>
                  <a:lnTo>
                    <a:pt x="3764526" y="133247"/>
                  </a:lnTo>
                  <a:lnTo>
                    <a:pt x="3763454" y="132977"/>
                  </a:lnTo>
                  <a:lnTo>
                    <a:pt x="3762383" y="132706"/>
                  </a:lnTo>
                  <a:lnTo>
                    <a:pt x="3761311" y="132436"/>
                  </a:lnTo>
                  <a:lnTo>
                    <a:pt x="3760240" y="132166"/>
                  </a:lnTo>
                  <a:lnTo>
                    <a:pt x="3759168" y="131895"/>
                  </a:lnTo>
                  <a:lnTo>
                    <a:pt x="3758096" y="131626"/>
                  </a:lnTo>
                  <a:lnTo>
                    <a:pt x="3757025" y="131356"/>
                  </a:lnTo>
                  <a:lnTo>
                    <a:pt x="3755953" y="131086"/>
                  </a:lnTo>
                  <a:lnTo>
                    <a:pt x="3754882" y="130817"/>
                  </a:lnTo>
                  <a:lnTo>
                    <a:pt x="3753810" y="130547"/>
                  </a:lnTo>
                  <a:lnTo>
                    <a:pt x="3752738" y="130278"/>
                  </a:lnTo>
                  <a:lnTo>
                    <a:pt x="3751667" y="130009"/>
                  </a:lnTo>
                  <a:lnTo>
                    <a:pt x="3750595" y="129740"/>
                  </a:lnTo>
                  <a:lnTo>
                    <a:pt x="3749524" y="129471"/>
                  </a:lnTo>
                  <a:lnTo>
                    <a:pt x="3748452" y="129202"/>
                  </a:lnTo>
                  <a:lnTo>
                    <a:pt x="3747380" y="128934"/>
                  </a:lnTo>
                  <a:lnTo>
                    <a:pt x="3746309" y="128665"/>
                  </a:lnTo>
                  <a:lnTo>
                    <a:pt x="3745237" y="128397"/>
                  </a:lnTo>
                  <a:lnTo>
                    <a:pt x="3744166" y="128129"/>
                  </a:lnTo>
                  <a:lnTo>
                    <a:pt x="3743094" y="127861"/>
                  </a:lnTo>
                  <a:lnTo>
                    <a:pt x="3742022" y="127593"/>
                  </a:lnTo>
                  <a:lnTo>
                    <a:pt x="3740951" y="127326"/>
                  </a:lnTo>
                  <a:lnTo>
                    <a:pt x="3739879" y="127058"/>
                  </a:lnTo>
                  <a:lnTo>
                    <a:pt x="3738808" y="126791"/>
                  </a:lnTo>
                  <a:lnTo>
                    <a:pt x="3737736" y="126524"/>
                  </a:lnTo>
                  <a:lnTo>
                    <a:pt x="3736664" y="126257"/>
                  </a:lnTo>
                  <a:lnTo>
                    <a:pt x="3735593" y="125990"/>
                  </a:lnTo>
                  <a:lnTo>
                    <a:pt x="3734521" y="125723"/>
                  </a:lnTo>
                  <a:lnTo>
                    <a:pt x="3733450" y="125456"/>
                  </a:lnTo>
                  <a:lnTo>
                    <a:pt x="3732378" y="125190"/>
                  </a:lnTo>
                  <a:lnTo>
                    <a:pt x="3731306" y="124924"/>
                  </a:lnTo>
                  <a:lnTo>
                    <a:pt x="3730235" y="124657"/>
                  </a:lnTo>
                  <a:lnTo>
                    <a:pt x="3729163" y="124391"/>
                  </a:lnTo>
                  <a:lnTo>
                    <a:pt x="3728092" y="124126"/>
                  </a:lnTo>
                  <a:lnTo>
                    <a:pt x="3727020" y="123860"/>
                  </a:lnTo>
                  <a:lnTo>
                    <a:pt x="3725949" y="123594"/>
                  </a:lnTo>
                  <a:lnTo>
                    <a:pt x="3724877" y="123329"/>
                  </a:lnTo>
                  <a:lnTo>
                    <a:pt x="3723805" y="123064"/>
                  </a:lnTo>
                  <a:lnTo>
                    <a:pt x="3722734" y="122799"/>
                  </a:lnTo>
                  <a:lnTo>
                    <a:pt x="3721662" y="122534"/>
                  </a:lnTo>
                  <a:lnTo>
                    <a:pt x="3720591" y="122269"/>
                  </a:lnTo>
                  <a:lnTo>
                    <a:pt x="3719519" y="122004"/>
                  </a:lnTo>
                  <a:lnTo>
                    <a:pt x="3718447" y="121740"/>
                  </a:lnTo>
                  <a:lnTo>
                    <a:pt x="3717376" y="121476"/>
                  </a:lnTo>
                  <a:lnTo>
                    <a:pt x="3716304" y="121212"/>
                  </a:lnTo>
                  <a:lnTo>
                    <a:pt x="3715233" y="120948"/>
                  </a:lnTo>
                  <a:lnTo>
                    <a:pt x="3714161" y="120684"/>
                  </a:lnTo>
                  <a:lnTo>
                    <a:pt x="3713089" y="120420"/>
                  </a:lnTo>
                  <a:lnTo>
                    <a:pt x="3712018" y="120157"/>
                  </a:lnTo>
                  <a:lnTo>
                    <a:pt x="3710946" y="119893"/>
                  </a:lnTo>
                  <a:lnTo>
                    <a:pt x="3709875" y="119630"/>
                  </a:lnTo>
                  <a:lnTo>
                    <a:pt x="3708803" y="119367"/>
                  </a:lnTo>
                  <a:lnTo>
                    <a:pt x="3707731" y="119104"/>
                  </a:lnTo>
                  <a:lnTo>
                    <a:pt x="3706660" y="118842"/>
                  </a:lnTo>
                  <a:lnTo>
                    <a:pt x="3705588" y="118579"/>
                  </a:lnTo>
                  <a:lnTo>
                    <a:pt x="3704517" y="118317"/>
                  </a:lnTo>
                  <a:lnTo>
                    <a:pt x="3703445" y="118054"/>
                  </a:lnTo>
                  <a:lnTo>
                    <a:pt x="3702373" y="117792"/>
                  </a:lnTo>
                  <a:lnTo>
                    <a:pt x="3701302" y="117530"/>
                  </a:lnTo>
                  <a:lnTo>
                    <a:pt x="3700230" y="117269"/>
                  </a:lnTo>
                  <a:lnTo>
                    <a:pt x="3699159" y="117007"/>
                  </a:lnTo>
                  <a:lnTo>
                    <a:pt x="3698087" y="116746"/>
                  </a:lnTo>
                  <a:lnTo>
                    <a:pt x="3697015" y="116485"/>
                  </a:lnTo>
                  <a:lnTo>
                    <a:pt x="3695944" y="116224"/>
                  </a:lnTo>
                  <a:lnTo>
                    <a:pt x="3694872" y="115963"/>
                  </a:lnTo>
                  <a:lnTo>
                    <a:pt x="3693801" y="115702"/>
                  </a:lnTo>
                  <a:lnTo>
                    <a:pt x="3692729" y="115441"/>
                  </a:lnTo>
                  <a:lnTo>
                    <a:pt x="3691657" y="115181"/>
                  </a:lnTo>
                  <a:lnTo>
                    <a:pt x="3690586" y="114921"/>
                  </a:lnTo>
                  <a:lnTo>
                    <a:pt x="3689514" y="114661"/>
                  </a:lnTo>
                  <a:lnTo>
                    <a:pt x="3688443" y="114401"/>
                  </a:lnTo>
                  <a:lnTo>
                    <a:pt x="3687371" y="114141"/>
                  </a:lnTo>
                  <a:lnTo>
                    <a:pt x="3686299" y="113882"/>
                  </a:lnTo>
                  <a:lnTo>
                    <a:pt x="3685228" y="113622"/>
                  </a:lnTo>
                  <a:lnTo>
                    <a:pt x="3684156" y="113363"/>
                  </a:lnTo>
                  <a:lnTo>
                    <a:pt x="3683085" y="113104"/>
                  </a:lnTo>
                  <a:lnTo>
                    <a:pt x="3682013" y="112845"/>
                  </a:lnTo>
                  <a:lnTo>
                    <a:pt x="3680941" y="112586"/>
                  </a:lnTo>
                  <a:lnTo>
                    <a:pt x="3679870" y="112328"/>
                  </a:lnTo>
                  <a:lnTo>
                    <a:pt x="3678798" y="112070"/>
                  </a:lnTo>
                  <a:lnTo>
                    <a:pt x="3677727" y="111811"/>
                  </a:lnTo>
                  <a:lnTo>
                    <a:pt x="3676655" y="111553"/>
                  </a:lnTo>
                  <a:lnTo>
                    <a:pt x="3675583" y="111296"/>
                  </a:lnTo>
                  <a:lnTo>
                    <a:pt x="3674512" y="111038"/>
                  </a:lnTo>
                  <a:lnTo>
                    <a:pt x="3673440" y="110781"/>
                  </a:lnTo>
                  <a:lnTo>
                    <a:pt x="3672369" y="110523"/>
                  </a:lnTo>
                  <a:lnTo>
                    <a:pt x="3671297" y="110266"/>
                  </a:lnTo>
                  <a:lnTo>
                    <a:pt x="3670225" y="110009"/>
                  </a:lnTo>
                  <a:lnTo>
                    <a:pt x="3669154" y="109752"/>
                  </a:lnTo>
                  <a:lnTo>
                    <a:pt x="3668082" y="109496"/>
                  </a:lnTo>
                  <a:lnTo>
                    <a:pt x="3667011" y="109239"/>
                  </a:lnTo>
                  <a:lnTo>
                    <a:pt x="3665939" y="108983"/>
                  </a:lnTo>
                  <a:lnTo>
                    <a:pt x="3664867" y="108727"/>
                  </a:lnTo>
                  <a:lnTo>
                    <a:pt x="3663796" y="108471"/>
                  </a:lnTo>
                  <a:lnTo>
                    <a:pt x="3662724" y="108216"/>
                  </a:lnTo>
                  <a:lnTo>
                    <a:pt x="3661653" y="107960"/>
                  </a:lnTo>
                  <a:lnTo>
                    <a:pt x="3660581" y="107705"/>
                  </a:lnTo>
                  <a:lnTo>
                    <a:pt x="3659509" y="107450"/>
                  </a:lnTo>
                  <a:lnTo>
                    <a:pt x="3658438" y="107195"/>
                  </a:lnTo>
                  <a:lnTo>
                    <a:pt x="3657366" y="106940"/>
                  </a:lnTo>
                  <a:lnTo>
                    <a:pt x="3656295" y="106685"/>
                  </a:lnTo>
                  <a:lnTo>
                    <a:pt x="3655223" y="106431"/>
                  </a:lnTo>
                  <a:lnTo>
                    <a:pt x="3654151" y="106177"/>
                  </a:lnTo>
                  <a:lnTo>
                    <a:pt x="3653080" y="105923"/>
                  </a:lnTo>
                  <a:lnTo>
                    <a:pt x="3652008" y="105669"/>
                  </a:lnTo>
                  <a:lnTo>
                    <a:pt x="3650937" y="105415"/>
                  </a:lnTo>
                  <a:lnTo>
                    <a:pt x="3649865" y="105162"/>
                  </a:lnTo>
                  <a:lnTo>
                    <a:pt x="3648793" y="104909"/>
                  </a:lnTo>
                  <a:lnTo>
                    <a:pt x="3647722" y="104655"/>
                  </a:lnTo>
                  <a:lnTo>
                    <a:pt x="3646650" y="104403"/>
                  </a:lnTo>
                  <a:lnTo>
                    <a:pt x="3645579" y="104150"/>
                  </a:lnTo>
                  <a:lnTo>
                    <a:pt x="3644507" y="103897"/>
                  </a:lnTo>
                  <a:lnTo>
                    <a:pt x="3643435" y="103645"/>
                  </a:lnTo>
                  <a:lnTo>
                    <a:pt x="3642364" y="103393"/>
                  </a:lnTo>
                  <a:lnTo>
                    <a:pt x="3641292" y="103141"/>
                  </a:lnTo>
                  <a:lnTo>
                    <a:pt x="3640221" y="102889"/>
                  </a:lnTo>
                  <a:lnTo>
                    <a:pt x="3639149" y="102637"/>
                  </a:lnTo>
                  <a:lnTo>
                    <a:pt x="3638077" y="102386"/>
                  </a:lnTo>
                  <a:lnTo>
                    <a:pt x="3637006" y="102135"/>
                  </a:lnTo>
                  <a:lnTo>
                    <a:pt x="3635934" y="101884"/>
                  </a:lnTo>
                  <a:lnTo>
                    <a:pt x="3634863" y="101633"/>
                  </a:lnTo>
                  <a:lnTo>
                    <a:pt x="3633791" y="101382"/>
                  </a:lnTo>
                  <a:lnTo>
                    <a:pt x="3632719" y="101132"/>
                  </a:lnTo>
                  <a:lnTo>
                    <a:pt x="3631648" y="100882"/>
                  </a:lnTo>
                  <a:lnTo>
                    <a:pt x="3630576" y="100632"/>
                  </a:lnTo>
                  <a:lnTo>
                    <a:pt x="3629505" y="100382"/>
                  </a:lnTo>
                  <a:lnTo>
                    <a:pt x="3628433" y="100132"/>
                  </a:lnTo>
                  <a:lnTo>
                    <a:pt x="3627361" y="99883"/>
                  </a:lnTo>
                  <a:lnTo>
                    <a:pt x="3626290" y="99634"/>
                  </a:lnTo>
                  <a:lnTo>
                    <a:pt x="3625218" y="99385"/>
                  </a:lnTo>
                  <a:lnTo>
                    <a:pt x="3624147" y="99136"/>
                  </a:lnTo>
                  <a:lnTo>
                    <a:pt x="3623075" y="98887"/>
                  </a:lnTo>
                  <a:lnTo>
                    <a:pt x="3622003" y="98639"/>
                  </a:lnTo>
                  <a:lnTo>
                    <a:pt x="3620932" y="98390"/>
                  </a:lnTo>
                  <a:lnTo>
                    <a:pt x="3619860" y="98142"/>
                  </a:lnTo>
                  <a:lnTo>
                    <a:pt x="3618789" y="97894"/>
                  </a:lnTo>
                  <a:lnTo>
                    <a:pt x="3617717" y="97647"/>
                  </a:lnTo>
                  <a:lnTo>
                    <a:pt x="3616645" y="97399"/>
                  </a:lnTo>
                  <a:lnTo>
                    <a:pt x="3615574" y="97152"/>
                  </a:lnTo>
                  <a:lnTo>
                    <a:pt x="3614502" y="96905"/>
                  </a:lnTo>
                  <a:lnTo>
                    <a:pt x="3613431" y="96658"/>
                  </a:lnTo>
                  <a:lnTo>
                    <a:pt x="3612359" y="96412"/>
                  </a:lnTo>
                  <a:lnTo>
                    <a:pt x="3611287" y="96165"/>
                  </a:lnTo>
                  <a:lnTo>
                    <a:pt x="3610216" y="95919"/>
                  </a:lnTo>
                  <a:lnTo>
                    <a:pt x="3609144" y="95673"/>
                  </a:lnTo>
                  <a:lnTo>
                    <a:pt x="3608073" y="95427"/>
                  </a:lnTo>
                  <a:lnTo>
                    <a:pt x="3607001" y="95181"/>
                  </a:lnTo>
                  <a:lnTo>
                    <a:pt x="3605929" y="94936"/>
                  </a:lnTo>
                  <a:lnTo>
                    <a:pt x="3604858" y="94691"/>
                  </a:lnTo>
                  <a:lnTo>
                    <a:pt x="3603786" y="94446"/>
                  </a:lnTo>
                  <a:lnTo>
                    <a:pt x="3602715" y="94201"/>
                  </a:lnTo>
                  <a:lnTo>
                    <a:pt x="3601643" y="93956"/>
                  </a:lnTo>
                  <a:lnTo>
                    <a:pt x="3600571" y="93712"/>
                  </a:lnTo>
                  <a:lnTo>
                    <a:pt x="3599500" y="93468"/>
                  </a:lnTo>
                  <a:lnTo>
                    <a:pt x="3598428" y="93224"/>
                  </a:lnTo>
                  <a:lnTo>
                    <a:pt x="3597357" y="92980"/>
                  </a:lnTo>
                  <a:lnTo>
                    <a:pt x="3596285" y="92737"/>
                  </a:lnTo>
                  <a:lnTo>
                    <a:pt x="3595213" y="92493"/>
                  </a:lnTo>
                  <a:lnTo>
                    <a:pt x="3594142" y="92250"/>
                  </a:lnTo>
                  <a:lnTo>
                    <a:pt x="3593070" y="92007"/>
                  </a:lnTo>
                  <a:lnTo>
                    <a:pt x="3591999" y="91765"/>
                  </a:lnTo>
                  <a:lnTo>
                    <a:pt x="3590927" y="91522"/>
                  </a:lnTo>
                  <a:lnTo>
                    <a:pt x="3589855" y="91280"/>
                  </a:lnTo>
                  <a:lnTo>
                    <a:pt x="3588784" y="91038"/>
                  </a:lnTo>
                  <a:lnTo>
                    <a:pt x="3587712" y="90796"/>
                  </a:lnTo>
                  <a:lnTo>
                    <a:pt x="3586641" y="90554"/>
                  </a:lnTo>
                  <a:lnTo>
                    <a:pt x="3585569" y="90313"/>
                  </a:lnTo>
                  <a:lnTo>
                    <a:pt x="3584497" y="90072"/>
                  </a:lnTo>
                  <a:lnTo>
                    <a:pt x="3583426" y="89831"/>
                  </a:lnTo>
                  <a:lnTo>
                    <a:pt x="3582354" y="89590"/>
                  </a:lnTo>
                  <a:lnTo>
                    <a:pt x="3581283" y="89350"/>
                  </a:lnTo>
                  <a:lnTo>
                    <a:pt x="3580211" y="89109"/>
                  </a:lnTo>
                  <a:lnTo>
                    <a:pt x="3579139" y="88869"/>
                  </a:lnTo>
                  <a:lnTo>
                    <a:pt x="3578068" y="88629"/>
                  </a:lnTo>
                  <a:lnTo>
                    <a:pt x="3576996" y="88390"/>
                  </a:lnTo>
                  <a:lnTo>
                    <a:pt x="3575925" y="88150"/>
                  </a:lnTo>
                  <a:lnTo>
                    <a:pt x="3574853" y="87911"/>
                  </a:lnTo>
                  <a:lnTo>
                    <a:pt x="3573781" y="87672"/>
                  </a:lnTo>
                  <a:lnTo>
                    <a:pt x="3572710" y="87433"/>
                  </a:lnTo>
                  <a:lnTo>
                    <a:pt x="3571638" y="87195"/>
                  </a:lnTo>
                  <a:lnTo>
                    <a:pt x="3570567" y="86956"/>
                  </a:lnTo>
                  <a:lnTo>
                    <a:pt x="3569495" y="86718"/>
                  </a:lnTo>
                  <a:lnTo>
                    <a:pt x="3568423" y="86480"/>
                  </a:lnTo>
                  <a:lnTo>
                    <a:pt x="3567352" y="86243"/>
                  </a:lnTo>
                  <a:lnTo>
                    <a:pt x="3566280" y="86005"/>
                  </a:lnTo>
                  <a:lnTo>
                    <a:pt x="3565209" y="85768"/>
                  </a:lnTo>
                  <a:lnTo>
                    <a:pt x="3564137" y="85531"/>
                  </a:lnTo>
                  <a:lnTo>
                    <a:pt x="3563065" y="85294"/>
                  </a:lnTo>
                  <a:lnTo>
                    <a:pt x="3561994" y="85058"/>
                  </a:lnTo>
                  <a:lnTo>
                    <a:pt x="3560922" y="84822"/>
                  </a:lnTo>
                  <a:lnTo>
                    <a:pt x="3559851" y="84586"/>
                  </a:lnTo>
                  <a:lnTo>
                    <a:pt x="3558779" y="84350"/>
                  </a:lnTo>
                  <a:lnTo>
                    <a:pt x="3557707" y="84114"/>
                  </a:lnTo>
                  <a:lnTo>
                    <a:pt x="3556636" y="83879"/>
                  </a:lnTo>
                  <a:lnTo>
                    <a:pt x="3555564" y="83644"/>
                  </a:lnTo>
                  <a:lnTo>
                    <a:pt x="3554493" y="83409"/>
                  </a:lnTo>
                  <a:lnTo>
                    <a:pt x="3553421" y="83174"/>
                  </a:lnTo>
                  <a:lnTo>
                    <a:pt x="3552349" y="82939"/>
                  </a:lnTo>
                  <a:lnTo>
                    <a:pt x="3551278" y="82705"/>
                  </a:lnTo>
                  <a:lnTo>
                    <a:pt x="3550206" y="82471"/>
                  </a:lnTo>
                  <a:lnTo>
                    <a:pt x="3549135" y="82237"/>
                  </a:lnTo>
                  <a:lnTo>
                    <a:pt x="3548063" y="82004"/>
                  </a:lnTo>
                  <a:lnTo>
                    <a:pt x="3546992" y="81771"/>
                  </a:lnTo>
                  <a:lnTo>
                    <a:pt x="3545920" y="81538"/>
                  </a:lnTo>
                  <a:lnTo>
                    <a:pt x="3544848" y="81305"/>
                  </a:lnTo>
                  <a:lnTo>
                    <a:pt x="3543777" y="81072"/>
                  </a:lnTo>
                  <a:lnTo>
                    <a:pt x="3542705" y="80840"/>
                  </a:lnTo>
                  <a:lnTo>
                    <a:pt x="3541634" y="80608"/>
                  </a:lnTo>
                  <a:lnTo>
                    <a:pt x="3540562" y="80376"/>
                  </a:lnTo>
                  <a:lnTo>
                    <a:pt x="3539490" y="80144"/>
                  </a:lnTo>
                  <a:lnTo>
                    <a:pt x="3538419" y="79913"/>
                  </a:lnTo>
                  <a:lnTo>
                    <a:pt x="3537347" y="79682"/>
                  </a:lnTo>
                  <a:lnTo>
                    <a:pt x="3536276" y="79451"/>
                  </a:lnTo>
                  <a:lnTo>
                    <a:pt x="3535204" y="79220"/>
                  </a:lnTo>
                  <a:lnTo>
                    <a:pt x="3534132" y="78990"/>
                  </a:lnTo>
                  <a:lnTo>
                    <a:pt x="3533061" y="78759"/>
                  </a:lnTo>
                  <a:lnTo>
                    <a:pt x="3531989" y="78529"/>
                  </a:lnTo>
                  <a:lnTo>
                    <a:pt x="3530918" y="78300"/>
                  </a:lnTo>
                  <a:lnTo>
                    <a:pt x="3529846" y="78070"/>
                  </a:lnTo>
                  <a:lnTo>
                    <a:pt x="3528774" y="77841"/>
                  </a:lnTo>
                  <a:lnTo>
                    <a:pt x="3527703" y="77612"/>
                  </a:lnTo>
                  <a:lnTo>
                    <a:pt x="3526631" y="77383"/>
                  </a:lnTo>
                  <a:lnTo>
                    <a:pt x="3525560" y="77155"/>
                  </a:lnTo>
                  <a:lnTo>
                    <a:pt x="3524488" y="76926"/>
                  </a:lnTo>
                  <a:lnTo>
                    <a:pt x="3523416" y="76698"/>
                  </a:lnTo>
                  <a:lnTo>
                    <a:pt x="3522345" y="76471"/>
                  </a:lnTo>
                  <a:lnTo>
                    <a:pt x="3521273" y="76243"/>
                  </a:lnTo>
                  <a:lnTo>
                    <a:pt x="3520202" y="76016"/>
                  </a:lnTo>
                  <a:lnTo>
                    <a:pt x="3519130" y="75789"/>
                  </a:lnTo>
                  <a:lnTo>
                    <a:pt x="3518058" y="75562"/>
                  </a:lnTo>
                  <a:lnTo>
                    <a:pt x="3516987" y="75336"/>
                  </a:lnTo>
                  <a:lnTo>
                    <a:pt x="3515915" y="75109"/>
                  </a:lnTo>
                  <a:lnTo>
                    <a:pt x="3514844" y="74883"/>
                  </a:lnTo>
                  <a:lnTo>
                    <a:pt x="3513772" y="74657"/>
                  </a:lnTo>
                  <a:lnTo>
                    <a:pt x="3512700" y="74432"/>
                  </a:lnTo>
                  <a:lnTo>
                    <a:pt x="3511629" y="74207"/>
                  </a:lnTo>
                  <a:lnTo>
                    <a:pt x="3510557" y="73982"/>
                  </a:lnTo>
                  <a:lnTo>
                    <a:pt x="3509486" y="73757"/>
                  </a:lnTo>
                  <a:lnTo>
                    <a:pt x="3508414" y="73532"/>
                  </a:lnTo>
                  <a:lnTo>
                    <a:pt x="3507342" y="73308"/>
                  </a:lnTo>
                  <a:lnTo>
                    <a:pt x="3506271" y="73084"/>
                  </a:lnTo>
                  <a:lnTo>
                    <a:pt x="3505199" y="72860"/>
                  </a:lnTo>
                  <a:lnTo>
                    <a:pt x="3504128" y="72637"/>
                  </a:lnTo>
                  <a:lnTo>
                    <a:pt x="3503056" y="72413"/>
                  </a:lnTo>
                  <a:lnTo>
                    <a:pt x="3501984" y="72190"/>
                  </a:lnTo>
                  <a:lnTo>
                    <a:pt x="3500913" y="71968"/>
                  </a:lnTo>
                  <a:lnTo>
                    <a:pt x="3499841" y="71745"/>
                  </a:lnTo>
                  <a:lnTo>
                    <a:pt x="3498770" y="71523"/>
                  </a:lnTo>
                  <a:lnTo>
                    <a:pt x="3497698" y="71301"/>
                  </a:lnTo>
                  <a:lnTo>
                    <a:pt x="3496626" y="71079"/>
                  </a:lnTo>
                  <a:lnTo>
                    <a:pt x="3495555" y="70858"/>
                  </a:lnTo>
                  <a:lnTo>
                    <a:pt x="3494483" y="70637"/>
                  </a:lnTo>
                  <a:lnTo>
                    <a:pt x="3493412" y="70416"/>
                  </a:lnTo>
                  <a:lnTo>
                    <a:pt x="3492340" y="70195"/>
                  </a:lnTo>
                  <a:lnTo>
                    <a:pt x="3491268" y="69974"/>
                  </a:lnTo>
                  <a:lnTo>
                    <a:pt x="3490197" y="69754"/>
                  </a:lnTo>
                  <a:lnTo>
                    <a:pt x="3489125" y="69534"/>
                  </a:lnTo>
                  <a:lnTo>
                    <a:pt x="3488054" y="69315"/>
                  </a:lnTo>
                  <a:lnTo>
                    <a:pt x="3486982" y="69095"/>
                  </a:lnTo>
                  <a:lnTo>
                    <a:pt x="3485910" y="68876"/>
                  </a:lnTo>
                  <a:lnTo>
                    <a:pt x="3484839" y="68657"/>
                  </a:lnTo>
                  <a:lnTo>
                    <a:pt x="3483767" y="68439"/>
                  </a:lnTo>
                  <a:lnTo>
                    <a:pt x="3482696" y="68220"/>
                  </a:lnTo>
                  <a:lnTo>
                    <a:pt x="3481624" y="68002"/>
                  </a:lnTo>
                  <a:lnTo>
                    <a:pt x="3480552" y="67785"/>
                  </a:lnTo>
                  <a:lnTo>
                    <a:pt x="3479481" y="67567"/>
                  </a:lnTo>
                  <a:lnTo>
                    <a:pt x="3478409" y="67350"/>
                  </a:lnTo>
                  <a:lnTo>
                    <a:pt x="3477338" y="67133"/>
                  </a:lnTo>
                  <a:lnTo>
                    <a:pt x="3476266" y="66916"/>
                  </a:lnTo>
                  <a:lnTo>
                    <a:pt x="3475194" y="66700"/>
                  </a:lnTo>
                  <a:lnTo>
                    <a:pt x="3474123" y="66483"/>
                  </a:lnTo>
                  <a:lnTo>
                    <a:pt x="3473051" y="66268"/>
                  </a:lnTo>
                  <a:lnTo>
                    <a:pt x="3471980" y="66052"/>
                  </a:lnTo>
                  <a:lnTo>
                    <a:pt x="3470908" y="65836"/>
                  </a:lnTo>
                  <a:lnTo>
                    <a:pt x="3469836" y="65621"/>
                  </a:lnTo>
                  <a:lnTo>
                    <a:pt x="3468765" y="65407"/>
                  </a:lnTo>
                  <a:lnTo>
                    <a:pt x="3467693" y="65192"/>
                  </a:lnTo>
                  <a:lnTo>
                    <a:pt x="3466622" y="64978"/>
                  </a:lnTo>
                  <a:lnTo>
                    <a:pt x="3465550" y="64764"/>
                  </a:lnTo>
                  <a:lnTo>
                    <a:pt x="3464478" y="64550"/>
                  </a:lnTo>
                  <a:lnTo>
                    <a:pt x="3463407" y="64336"/>
                  </a:lnTo>
                  <a:lnTo>
                    <a:pt x="3462335" y="64123"/>
                  </a:lnTo>
                  <a:lnTo>
                    <a:pt x="3461264" y="63910"/>
                  </a:lnTo>
                  <a:lnTo>
                    <a:pt x="3460192" y="63698"/>
                  </a:lnTo>
                  <a:lnTo>
                    <a:pt x="3459120" y="63485"/>
                  </a:lnTo>
                  <a:lnTo>
                    <a:pt x="3458049" y="63273"/>
                  </a:lnTo>
                  <a:lnTo>
                    <a:pt x="3456977" y="63061"/>
                  </a:lnTo>
                  <a:lnTo>
                    <a:pt x="3455906" y="62850"/>
                  </a:lnTo>
                  <a:lnTo>
                    <a:pt x="3454834" y="62638"/>
                  </a:lnTo>
                  <a:lnTo>
                    <a:pt x="3453762" y="62427"/>
                  </a:lnTo>
                  <a:lnTo>
                    <a:pt x="3452691" y="62217"/>
                  </a:lnTo>
                  <a:lnTo>
                    <a:pt x="3451619" y="62006"/>
                  </a:lnTo>
                  <a:lnTo>
                    <a:pt x="3450548" y="61796"/>
                  </a:lnTo>
                  <a:lnTo>
                    <a:pt x="3449476" y="61586"/>
                  </a:lnTo>
                  <a:lnTo>
                    <a:pt x="3448404" y="61377"/>
                  </a:lnTo>
                  <a:lnTo>
                    <a:pt x="3447333" y="61167"/>
                  </a:lnTo>
                  <a:lnTo>
                    <a:pt x="3446261" y="60958"/>
                  </a:lnTo>
                  <a:lnTo>
                    <a:pt x="3445190" y="60750"/>
                  </a:lnTo>
                  <a:lnTo>
                    <a:pt x="3444118" y="60541"/>
                  </a:lnTo>
                  <a:lnTo>
                    <a:pt x="3443046" y="60333"/>
                  </a:lnTo>
                  <a:lnTo>
                    <a:pt x="3441975" y="60125"/>
                  </a:lnTo>
                  <a:lnTo>
                    <a:pt x="3440903" y="59917"/>
                  </a:lnTo>
                  <a:lnTo>
                    <a:pt x="3439832" y="59710"/>
                  </a:lnTo>
                  <a:lnTo>
                    <a:pt x="3438760" y="59503"/>
                  </a:lnTo>
                  <a:lnTo>
                    <a:pt x="3437688" y="59296"/>
                  </a:lnTo>
                  <a:lnTo>
                    <a:pt x="3436617" y="59090"/>
                  </a:lnTo>
                  <a:lnTo>
                    <a:pt x="3435545" y="58884"/>
                  </a:lnTo>
                  <a:lnTo>
                    <a:pt x="3434474" y="58678"/>
                  </a:lnTo>
                  <a:lnTo>
                    <a:pt x="3433402" y="58472"/>
                  </a:lnTo>
                  <a:lnTo>
                    <a:pt x="3432330" y="58267"/>
                  </a:lnTo>
                  <a:lnTo>
                    <a:pt x="3431259" y="58062"/>
                  </a:lnTo>
                  <a:lnTo>
                    <a:pt x="3430187" y="57857"/>
                  </a:lnTo>
                  <a:lnTo>
                    <a:pt x="3429116" y="57652"/>
                  </a:lnTo>
                  <a:lnTo>
                    <a:pt x="3428044" y="57448"/>
                  </a:lnTo>
                  <a:lnTo>
                    <a:pt x="3426972" y="57244"/>
                  </a:lnTo>
                  <a:lnTo>
                    <a:pt x="3425901" y="57041"/>
                  </a:lnTo>
                  <a:lnTo>
                    <a:pt x="3424829" y="56837"/>
                  </a:lnTo>
                  <a:lnTo>
                    <a:pt x="3423758" y="56634"/>
                  </a:lnTo>
                  <a:lnTo>
                    <a:pt x="3422686" y="56432"/>
                  </a:lnTo>
                  <a:lnTo>
                    <a:pt x="3421614" y="56229"/>
                  </a:lnTo>
                  <a:lnTo>
                    <a:pt x="3420543" y="56027"/>
                  </a:lnTo>
                  <a:lnTo>
                    <a:pt x="3419471" y="55825"/>
                  </a:lnTo>
                  <a:lnTo>
                    <a:pt x="3418400" y="55624"/>
                  </a:lnTo>
                  <a:lnTo>
                    <a:pt x="3417328" y="55423"/>
                  </a:lnTo>
                  <a:lnTo>
                    <a:pt x="3416256" y="55222"/>
                  </a:lnTo>
                  <a:lnTo>
                    <a:pt x="3415185" y="55021"/>
                  </a:lnTo>
                  <a:lnTo>
                    <a:pt x="3414113" y="54821"/>
                  </a:lnTo>
                  <a:lnTo>
                    <a:pt x="3413042" y="54621"/>
                  </a:lnTo>
                  <a:lnTo>
                    <a:pt x="3411970" y="54421"/>
                  </a:lnTo>
                  <a:lnTo>
                    <a:pt x="3410898" y="54221"/>
                  </a:lnTo>
                  <a:lnTo>
                    <a:pt x="3409827" y="54022"/>
                  </a:lnTo>
                  <a:lnTo>
                    <a:pt x="3408755" y="53823"/>
                  </a:lnTo>
                  <a:lnTo>
                    <a:pt x="3407684" y="53625"/>
                  </a:lnTo>
                  <a:lnTo>
                    <a:pt x="3406612" y="53426"/>
                  </a:lnTo>
                  <a:lnTo>
                    <a:pt x="3405540" y="53228"/>
                  </a:lnTo>
                  <a:lnTo>
                    <a:pt x="3404469" y="53031"/>
                  </a:lnTo>
                  <a:lnTo>
                    <a:pt x="3403397" y="52833"/>
                  </a:lnTo>
                  <a:lnTo>
                    <a:pt x="3402326" y="52636"/>
                  </a:lnTo>
                  <a:lnTo>
                    <a:pt x="3401254" y="52440"/>
                  </a:lnTo>
                  <a:lnTo>
                    <a:pt x="3400182" y="52243"/>
                  </a:lnTo>
                  <a:lnTo>
                    <a:pt x="3399111" y="52047"/>
                  </a:lnTo>
                  <a:lnTo>
                    <a:pt x="3398039" y="51851"/>
                  </a:lnTo>
                  <a:lnTo>
                    <a:pt x="3396968" y="51655"/>
                  </a:lnTo>
                  <a:lnTo>
                    <a:pt x="3395896" y="51460"/>
                  </a:lnTo>
                  <a:lnTo>
                    <a:pt x="3394824" y="51265"/>
                  </a:lnTo>
                  <a:lnTo>
                    <a:pt x="3393753" y="51071"/>
                  </a:lnTo>
                  <a:lnTo>
                    <a:pt x="3392681" y="50876"/>
                  </a:lnTo>
                  <a:lnTo>
                    <a:pt x="3391610" y="50682"/>
                  </a:lnTo>
                  <a:lnTo>
                    <a:pt x="3390538" y="50489"/>
                  </a:lnTo>
                  <a:lnTo>
                    <a:pt x="3389466" y="50295"/>
                  </a:lnTo>
                  <a:lnTo>
                    <a:pt x="3388395" y="50102"/>
                  </a:lnTo>
                  <a:lnTo>
                    <a:pt x="3387323" y="49909"/>
                  </a:lnTo>
                  <a:lnTo>
                    <a:pt x="3386252" y="49717"/>
                  </a:lnTo>
                  <a:lnTo>
                    <a:pt x="3385180" y="49525"/>
                  </a:lnTo>
                  <a:lnTo>
                    <a:pt x="3384108" y="49333"/>
                  </a:lnTo>
                  <a:lnTo>
                    <a:pt x="3383037" y="49141"/>
                  </a:lnTo>
                  <a:lnTo>
                    <a:pt x="3381965" y="48950"/>
                  </a:lnTo>
                  <a:lnTo>
                    <a:pt x="3380894" y="48759"/>
                  </a:lnTo>
                  <a:lnTo>
                    <a:pt x="3379822" y="48568"/>
                  </a:lnTo>
                  <a:lnTo>
                    <a:pt x="3378750" y="48378"/>
                  </a:lnTo>
                  <a:lnTo>
                    <a:pt x="3377679" y="48188"/>
                  </a:lnTo>
                  <a:lnTo>
                    <a:pt x="3376607" y="47998"/>
                  </a:lnTo>
                  <a:lnTo>
                    <a:pt x="3375536" y="47809"/>
                  </a:lnTo>
                  <a:lnTo>
                    <a:pt x="3374464" y="47620"/>
                  </a:lnTo>
                  <a:lnTo>
                    <a:pt x="3373392" y="47431"/>
                  </a:lnTo>
                  <a:lnTo>
                    <a:pt x="3372321" y="47243"/>
                  </a:lnTo>
                  <a:lnTo>
                    <a:pt x="3371249" y="47055"/>
                  </a:lnTo>
                  <a:lnTo>
                    <a:pt x="3370178" y="46867"/>
                  </a:lnTo>
                  <a:lnTo>
                    <a:pt x="3369106" y="46679"/>
                  </a:lnTo>
                  <a:lnTo>
                    <a:pt x="3368035" y="46492"/>
                  </a:lnTo>
                  <a:lnTo>
                    <a:pt x="3366963" y="46305"/>
                  </a:lnTo>
                  <a:lnTo>
                    <a:pt x="3365891" y="46119"/>
                  </a:lnTo>
                  <a:lnTo>
                    <a:pt x="3364820" y="45932"/>
                  </a:lnTo>
                  <a:lnTo>
                    <a:pt x="3363748" y="45747"/>
                  </a:lnTo>
                  <a:lnTo>
                    <a:pt x="3362677" y="45561"/>
                  </a:lnTo>
                  <a:lnTo>
                    <a:pt x="3361605" y="45376"/>
                  </a:lnTo>
                  <a:lnTo>
                    <a:pt x="3360533" y="45191"/>
                  </a:lnTo>
                  <a:lnTo>
                    <a:pt x="3359462" y="45006"/>
                  </a:lnTo>
                  <a:lnTo>
                    <a:pt x="3358390" y="44822"/>
                  </a:lnTo>
                  <a:lnTo>
                    <a:pt x="3357319" y="44638"/>
                  </a:lnTo>
                  <a:lnTo>
                    <a:pt x="3356247" y="44454"/>
                  </a:lnTo>
                  <a:lnTo>
                    <a:pt x="3355175" y="44271"/>
                  </a:lnTo>
                  <a:lnTo>
                    <a:pt x="3354104" y="44088"/>
                  </a:lnTo>
                  <a:lnTo>
                    <a:pt x="3353032" y="43905"/>
                  </a:lnTo>
                  <a:lnTo>
                    <a:pt x="3351961" y="43723"/>
                  </a:lnTo>
                  <a:lnTo>
                    <a:pt x="3350889" y="43541"/>
                  </a:lnTo>
                  <a:lnTo>
                    <a:pt x="3349817" y="43359"/>
                  </a:lnTo>
                  <a:lnTo>
                    <a:pt x="3348746" y="43178"/>
                  </a:lnTo>
                  <a:lnTo>
                    <a:pt x="3347674" y="42996"/>
                  </a:lnTo>
                  <a:lnTo>
                    <a:pt x="3346603" y="42816"/>
                  </a:lnTo>
                  <a:lnTo>
                    <a:pt x="3345531" y="42635"/>
                  </a:lnTo>
                  <a:lnTo>
                    <a:pt x="3344459" y="42455"/>
                  </a:lnTo>
                  <a:lnTo>
                    <a:pt x="3343388" y="42275"/>
                  </a:lnTo>
                  <a:lnTo>
                    <a:pt x="3342316" y="42096"/>
                  </a:lnTo>
                  <a:lnTo>
                    <a:pt x="3341245" y="41917"/>
                  </a:lnTo>
                  <a:lnTo>
                    <a:pt x="3340173" y="41738"/>
                  </a:lnTo>
                  <a:lnTo>
                    <a:pt x="3339101" y="41560"/>
                  </a:lnTo>
                  <a:lnTo>
                    <a:pt x="3338030" y="41381"/>
                  </a:lnTo>
                  <a:lnTo>
                    <a:pt x="3336958" y="41204"/>
                  </a:lnTo>
                  <a:lnTo>
                    <a:pt x="3335887" y="41026"/>
                  </a:lnTo>
                  <a:lnTo>
                    <a:pt x="3334815" y="40849"/>
                  </a:lnTo>
                  <a:lnTo>
                    <a:pt x="3333743" y="40672"/>
                  </a:lnTo>
                  <a:lnTo>
                    <a:pt x="3332672" y="40496"/>
                  </a:lnTo>
                  <a:lnTo>
                    <a:pt x="3331600" y="40320"/>
                  </a:lnTo>
                  <a:lnTo>
                    <a:pt x="3330529" y="40144"/>
                  </a:lnTo>
                  <a:lnTo>
                    <a:pt x="3329457" y="39968"/>
                  </a:lnTo>
                  <a:lnTo>
                    <a:pt x="3328385" y="39793"/>
                  </a:lnTo>
                  <a:lnTo>
                    <a:pt x="3327314" y="39618"/>
                  </a:lnTo>
                  <a:lnTo>
                    <a:pt x="3326242" y="39444"/>
                  </a:lnTo>
                  <a:lnTo>
                    <a:pt x="3325171" y="39270"/>
                  </a:lnTo>
                  <a:lnTo>
                    <a:pt x="3324099" y="39096"/>
                  </a:lnTo>
                  <a:lnTo>
                    <a:pt x="3323027" y="38922"/>
                  </a:lnTo>
                  <a:lnTo>
                    <a:pt x="3321956" y="38749"/>
                  </a:lnTo>
                  <a:lnTo>
                    <a:pt x="3320884" y="38576"/>
                  </a:lnTo>
                  <a:lnTo>
                    <a:pt x="3319813" y="38404"/>
                  </a:lnTo>
                  <a:lnTo>
                    <a:pt x="3318741" y="38232"/>
                  </a:lnTo>
                  <a:lnTo>
                    <a:pt x="3317669" y="38060"/>
                  </a:lnTo>
                  <a:lnTo>
                    <a:pt x="3316598" y="37889"/>
                  </a:lnTo>
                  <a:lnTo>
                    <a:pt x="3315526" y="37717"/>
                  </a:lnTo>
                  <a:lnTo>
                    <a:pt x="3314455" y="37547"/>
                  </a:lnTo>
                  <a:lnTo>
                    <a:pt x="3313383" y="37376"/>
                  </a:lnTo>
                  <a:lnTo>
                    <a:pt x="3312311" y="37206"/>
                  </a:lnTo>
                  <a:lnTo>
                    <a:pt x="3311240" y="37036"/>
                  </a:lnTo>
                  <a:lnTo>
                    <a:pt x="3310168" y="36867"/>
                  </a:lnTo>
                  <a:lnTo>
                    <a:pt x="3309097" y="36698"/>
                  </a:lnTo>
                  <a:lnTo>
                    <a:pt x="3308025" y="36529"/>
                  </a:lnTo>
                  <a:lnTo>
                    <a:pt x="3306953" y="36361"/>
                  </a:lnTo>
                  <a:lnTo>
                    <a:pt x="3305882" y="36193"/>
                  </a:lnTo>
                  <a:lnTo>
                    <a:pt x="3304810" y="36025"/>
                  </a:lnTo>
                  <a:lnTo>
                    <a:pt x="3303739" y="35857"/>
                  </a:lnTo>
                  <a:lnTo>
                    <a:pt x="3302667" y="35690"/>
                  </a:lnTo>
                  <a:lnTo>
                    <a:pt x="3301595" y="35524"/>
                  </a:lnTo>
                  <a:lnTo>
                    <a:pt x="3300524" y="35357"/>
                  </a:lnTo>
                  <a:lnTo>
                    <a:pt x="3299452" y="35191"/>
                  </a:lnTo>
                  <a:lnTo>
                    <a:pt x="3298381" y="35026"/>
                  </a:lnTo>
                  <a:lnTo>
                    <a:pt x="3297309" y="34860"/>
                  </a:lnTo>
                  <a:lnTo>
                    <a:pt x="3296237" y="34695"/>
                  </a:lnTo>
                  <a:lnTo>
                    <a:pt x="3295166" y="34531"/>
                  </a:lnTo>
                  <a:lnTo>
                    <a:pt x="3294094" y="34367"/>
                  </a:lnTo>
                  <a:lnTo>
                    <a:pt x="3293023" y="34203"/>
                  </a:lnTo>
                  <a:lnTo>
                    <a:pt x="3291951" y="34039"/>
                  </a:lnTo>
                  <a:lnTo>
                    <a:pt x="3290879" y="33876"/>
                  </a:lnTo>
                  <a:lnTo>
                    <a:pt x="3289808" y="33713"/>
                  </a:lnTo>
                  <a:lnTo>
                    <a:pt x="3288736" y="33550"/>
                  </a:lnTo>
                  <a:lnTo>
                    <a:pt x="3287665" y="33388"/>
                  </a:lnTo>
                  <a:lnTo>
                    <a:pt x="3286593" y="33226"/>
                  </a:lnTo>
                  <a:lnTo>
                    <a:pt x="3285521" y="33065"/>
                  </a:lnTo>
                  <a:lnTo>
                    <a:pt x="3284450" y="32904"/>
                  </a:lnTo>
                  <a:lnTo>
                    <a:pt x="3283378" y="32743"/>
                  </a:lnTo>
                  <a:lnTo>
                    <a:pt x="3282307" y="32582"/>
                  </a:lnTo>
                  <a:lnTo>
                    <a:pt x="3281235" y="32422"/>
                  </a:lnTo>
                  <a:lnTo>
                    <a:pt x="3280163" y="32262"/>
                  </a:lnTo>
                  <a:lnTo>
                    <a:pt x="3279092" y="32103"/>
                  </a:lnTo>
                  <a:lnTo>
                    <a:pt x="3278020" y="31944"/>
                  </a:lnTo>
                  <a:lnTo>
                    <a:pt x="3276949" y="31785"/>
                  </a:lnTo>
                  <a:lnTo>
                    <a:pt x="3275877" y="31627"/>
                  </a:lnTo>
                  <a:lnTo>
                    <a:pt x="3274805" y="31469"/>
                  </a:lnTo>
                  <a:lnTo>
                    <a:pt x="3273734" y="31311"/>
                  </a:lnTo>
                  <a:lnTo>
                    <a:pt x="3272662" y="31154"/>
                  </a:lnTo>
                  <a:lnTo>
                    <a:pt x="3271591" y="30997"/>
                  </a:lnTo>
                  <a:lnTo>
                    <a:pt x="3270519" y="30841"/>
                  </a:lnTo>
                  <a:lnTo>
                    <a:pt x="3269447" y="30684"/>
                  </a:lnTo>
                  <a:lnTo>
                    <a:pt x="3268376" y="30528"/>
                  </a:lnTo>
                  <a:lnTo>
                    <a:pt x="3267304" y="30373"/>
                  </a:lnTo>
                  <a:lnTo>
                    <a:pt x="3266233" y="30218"/>
                  </a:lnTo>
                  <a:lnTo>
                    <a:pt x="3265161" y="30063"/>
                  </a:lnTo>
                  <a:lnTo>
                    <a:pt x="3264089" y="29908"/>
                  </a:lnTo>
                  <a:lnTo>
                    <a:pt x="3263018" y="29754"/>
                  </a:lnTo>
                  <a:lnTo>
                    <a:pt x="3261946" y="29601"/>
                  </a:lnTo>
                  <a:lnTo>
                    <a:pt x="3260875" y="29447"/>
                  </a:lnTo>
                  <a:lnTo>
                    <a:pt x="3259803" y="29294"/>
                  </a:lnTo>
                  <a:lnTo>
                    <a:pt x="3258731" y="29142"/>
                  </a:lnTo>
                  <a:lnTo>
                    <a:pt x="3257660" y="28989"/>
                  </a:lnTo>
                  <a:lnTo>
                    <a:pt x="3256588" y="28837"/>
                  </a:lnTo>
                  <a:lnTo>
                    <a:pt x="3255517" y="28686"/>
                  </a:lnTo>
                  <a:lnTo>
                    <a:pt x="3254445" y="28535"/>
                  </a:lnTo>
                  <a:lnTo>
                    <a:pt x="3253373" y="28384"/>
                  </a:lnTo>
                  <a:lnTo>
                    <a:pt x="3252302" y="28233"/>
                  </a:lnTo>
                  <a:lnTo>
                    <a:pt x="3251230" y="28083"/>
                  </a:lnTo>
                  <a:lnTo>
                    <a:pt x="3250159" y="27933"/>
                  </a:lnTo>
                  <a:lnTo>
                    <a:pt x="3249087" y="27784"/>
                  </a:lnTo>
                  <a:lnTo>
                    <a:pt x="3248015" y="27635"/>
                  </a:lnTo>
                  <a:lnTo>
                    <a:pt x="3246944" y="27486"/>
                  </a:lnTo>
                  <a:lnTo>
                    <a:pt x="3245872" y="27338"/>
                  </a:lnTo>
                  <a:lnTo>
                    <a:pt x="3244801" y="27190"/>
                  </a:lnTo>
                  <a:lnTo>
                    <a:pt x="3243729" y="27042"/>
                  </a:lnTo>
                  <a:lnTo>
                    <a:pt x="3242657" y="26895"/>
                  </a:lnTo>
                  <a:lnTo>
                    <a:pt x="3241586" y="26748"/>
                  </a:lnTo>
                  <a:lnTo>
                    <a:pt x="3240514" y="26601"/>
                  </a:lnTo>
                  <a:lnTo>
                    <a:pt x="3239443" y="26455"/>
                  </a:lnTo>
                  <a:lnTo>
                    <a:pt x="3238371" y="26309"/>
                  </a:lnTo>
                  <a:lnTo>
                    <a:pt x="3237299" y="26164"/>
                  </a:lnTo>
                  <a:lnTo>
                    <a:pt x="3236228" y="26019"/>
                  </a:lnTo>
                  <a:lnTo>
                    <a:pt x="3235156" y="25874"/>
                  </a:lnTo>
                  <a:lnTo>
                    <a:pt x="3234085" y="25730"/>
                  </a:lnTo>
                  <a:lnTo>
                    <a:pt x="3233013" y="25586"/>
                  </a:lnTo>
                  <a:lnTo>
                    <a:pt x="3231941" y="25442"/>
                  </a:lnTo>
                  <a:lnTo>
                    <a:pt x="3230870" y="25299"/>
                  </a:lnTo>
                  <a:lnTo>
                    <a:pt x="3229798" y="25156"/>
                  </a:lnTo>
                  <a:lnTo>
                    <a:pt x="3228727" y="25014"/>
                  </a:lnTo>
                  <a:lnTo>
                    <a:pt x="3227655" y="24872"/>
                  </a:lnTo>
                  <a:lnTo>
                    <a:pt x="3226583" y="24730"/>
                  </a:lnTo>
                  <a:lnTo>
                    <a:pt x="3225512" y="24588"/>
                  </a:lnTo>
                  <a:lnTo>
                    <a:pt x="3224440" y="24447"/>
                  </a:lnTo>
                  <a:lnTo>
                    <a:pt x="3223369" y="24307"/>
                  </a:lnTo>
                  <a:lnTo>
                    <a:pt x="3222297" y="24166"/>
                  </a:lnTo>
                  <a:lnTo>
                    <a:pt x="3221225" y="24026"/>
                  </a:lnTo>
                  <a:lnTo>
                    <a:pt x="3220154" y="23887"/>
                  </a:lnTo>
                  <a:lnTo>
                    <a:pt x="3219082" y="23748"/>
                  </a:lnTo>
                  <a:lnTo>
                    <a:pt x="3218011" y="23609"/>
                  </a:lnTo>
                  <a:lnTo>
                    <a:pt x="3216939" y="23470"/>
                  </a:lnTo>
                  <a:lnTo>
                    <a:pt x="3215867" y="23332"/>
                  </a:lnTo>
                  <a:lnTo>
                    <a:pt x="3214796" y="23195"/>
                  </a:lnTo>
                  <a:lnTo>
                    <a:pt x="3213724" y="23057"/>
                  </a:lnTo>
                  <a:lnTo>
                    <a:pt x="3212653" y="22920"/>
                  </a:lnTo>
                  <a:lnTo>
                    <a:pt x="3211581" y="22784"/>
                  </a:lnTo>
                  <a:lnTo>
                    <a:pt x="3210509" y="22648"/>
                  </a:lnTo>
                  <a:lnTo>
                    <a:pt x="3209438" y="22512"/>
                  </a:lnTo>
                  <a:lnTo>
                    <a:pt x="3208366" y="22376"/>
                  </a:lnTo>
                  <a:lnTo>
                    <a:pt x="3207295" y="22241"/>
                  </a:lnTo>
                  <a:lnTo>
                    <a:pt x="3206223" y="22106"/>
                  </a:lnTo>
                  <a:lnTo>
                    <a:pt x="3205151" y="21972"/>
                  </a:lnTo>
                  <a:lnTo>
                    <a:pt x="3204080" y="21838"/>
                  </a:lnTo>
                  <a:lnTo>
                    <a:pt x="3203008" y="21704"/>
                  </a:lnTo>
                  <a:lnTo>
                    <a:pt x="3201937" y="21571"/>
                  </a:lnTo>
                  <a:lnTo>
                    <a:pt x="3200865" y="21438"/>
                  </a:lnTo>
                  <a:lnTo>
                    <a:pt x="3199793" y="21306"/>
                  </a:lnTo>
                  <a:lnTo>
                    <a:pt x="3198722" y="21174"/>
                  </a:lnTo>
                  <a:lnTo>
                    <a:pt x="3197650" y="21042"/>
                  </a:lnTo>
                  <a:lnTo>
                    <a:pt x="3196579" y="20911"/>
                  </a:lnTo>
                  <a:lnTo>
                    <a:pt x="3195507" y="20780"/>
                  </a:lnTo>
                  <a:lnTo>
                    <a:pt x="3194436" y="20649"/>
                  </a:lnTo>
                  <a:lnTo>
                    <a:pt x="3193364" y="20519"/>
                  </a:lnTo>
                  <a:lnTo>
                    <a:pt x="3192292" y="20389"/>
                  </a:lnTo>
                  <a:lnTo>
                    <a:pt x="3191221" y="20259"/>
                  </a:lnTo>
                  <a:lnTo>
                    <a:pt x="3190149" y="20130"/>
                  </a:lnTo>
                  <a:lnTo>
                    <a:pt x="3189078" y="20002"/>
                  </a:lnTo>
                  <a:lnTo>
                    <a:pt x="3188006" y="19873"/>
                  </a:lnTo>
                  <a:lnTo>
                    <a:pt x="3186934" y="19745"/>
                  </a:lnTo>
                  <a:lnTo>
                    <a:pt x="3185863" y="19618"/>
                  </a:lnTo>
                  <a:lnTo>
                    <a:pt x="3184791" y="19491"/>
                  </a:lnTo>
                  <a:lnTo>
                    <a:pt x="3183720" y="19364"/>
                  </a:lnTo>
                  <a:lnTo>
                    <a:pt x="3182648" y="19237"/>
                  </a:lnTo>
                  <a:lnTo>
                    <a:pt x="3181576" y="19111"/>
                  </a:lnTo>
                  <a:lnTo>
                    <a:pt x="3180505" y="18985"/>
                  </a:lnTo>
                  <a:lnTo>
                    <a:pt x="3179433" y="18860"/>
                  </a:lnTo>
                  <a:lnTo>
                    <a:pt x="3178362" y="18735"/>
                  </a:lnTo>
                  <a:lnTo>
                    <a:pt x="3177290" y="18611"/>
                  </a:lnTo>
                  <a:lnTo>
                    <a:pt x="3176218" y="18486"/>
                  </a:lnTo>
                  <a:lnTo>
                    <a:pt x="3175147" y="18363"/>
                  </a:lnTo>
                  <a:lnTo>
                    <a:pt x="3174075" y="18239"/>
                  </a:lnTo>
                  <a:lnTo>
                    <a:pt x="3173004" y="18116"/>
                  </a:lnTo>
                  <a:lnTo>
                    <a:pt x="3171932" y="17994"/>
                  </a:lnTo>
                  <a:lnTo>
                    <a:pt x="3170860" y="17871"/>
                  </a:lnTo>
                  <a:lnTo>
                    <a:pt x="3169789" y="17749"/>
                  </a:lnTo>
                  <a:lnTo>
                    <a:pt x="3168717" y="17628"/>
                  </a:lnTo>
                  <a:lnTo>
                    <a:pt x="3167646" y="17507"/>
                  </a:lnTo>
                  <a:lnTo>
                    <a:pt x="3166574" y="17386"/>
                  </a:lnTo>
                  <a:lnTo>
                    <a:pt x="3165502" y="17266"/>
                  </a:lnTo>
                  <a:lnTo>
                    <a:pt x="3164431" y="17146"/>
                  </a:lnTo>
                  <a:lnTo>
                    <a:pt x="3163359" y="17026"/>
                  </a:lnTo>
                  <a:lnTo>
                    <a:pt x="3162288" y="16907"/>
                  </a:lnTo>
                  <a:lnTo>
                    <a:pt x="3161216" y="16788"/>
                  </a:lnTo>
                  <a:lnTo>
                    <a:pt x="3160144" y="16670"/>
                  </a:lnTo>
                  <a:lnTo>
                    <a:pt x="3159073" y="16551"/>
                  </a:lnTo>
                  <a:lnTo>
                    <a:pt x="3158001" y="16434"/>
                  </a:lnTo>
                  <a:lnTo>
                    <a:pt x="3156930" y="16316"/>
                  </a:lnTo>
                  <a:lnTo>
                    <a:pt x="3155858" y="16200"/>
                  </a:lnTo>
                  <a:lnTo>
                    <a:pt x="3154786" y="16083"/>
                  </a:lnTo>
                  <a:lnTo>
                    <a:pt x="3153715" y="15967"/>
                  </a:lnTo>
                  <a:lnTo>
                    <a:pt x="3152643" y="15851"/>
                  </a:lnTo>
                  <a:lnTo>
                    <a:pt x="3151572" y="15736"/>
                  </a:lnTo>
                  <a:lnTo>
                    <a:pt x="3150500" y="15621"/>
                  </a:lnTo>
                  <a:lnTo>
                    <a:pt x="3149428" y="15506"/>
                  </a:lnTo>
                  <a:lnTo>
                    <a:pt x="3148357" y="15392"/>
                  </a:lnTo>
                  <a:lnTo>
                    <a:pt x="3147285" y="15278"/>
                  </a:lnTo>
                  <a:lnTo>
                    <a:pt x="3146214" y="15165"/>
                  </a:lnTo>
                  <a:lnTo>
                    <a:pt x="3145142" y="15052"/>
                  </a:lnTo>
                  <a:lnTo>
                    <a:pt x="3144070" y="14939"/>
                  </a:lnTo>
                  <a:lnTo>
                    <a:pt x="3142999" y="14827"/>
                  </a:lnTo>
                  <a:lnTo>
                    <a:pt x="3141927" y="14715"/>
                  </a:lnTo>
                  <a:lnTo>
                    <a:pt x="3140856" y="14603"/>
                  </a:lnTo>
                  <a:lnTo>
                    <a:pt x="3139784" y="14492"/>
                  </a:lnTo>
                  <a:lnTo>
                    <a:pt x="3138712" y="14381"/>
                  </a:lnTo>
                  <a:lnTo>
                    <a:pt x="3137641" y="14271"/>
                  </a:lnTo>
                  <a:lnTo>
                    <a:pt x="3136569" y="14161"/>
                  </a:lnTo>
                  <a:lnTo>
                    <a:pt x="3135498" y="14051"/>
                  </a:lnTo>
                  <a:lnTo>
                    <a:pt x="3134426" y="13942"/>
                  </a:lnTo>
                  <a:lnTo>
                    <a:pt x="3133354" y="13833"/>
                  </a:lnTo>
                  <a:lnTo>
                    <a:pt x="3132283" y="13725"/>
                  </a:lnTo>
                  <a:lnTo>
                    <a:pt x="3131211" y="13617"/>
                  </a:lnTo>
                  <a:lnTo>
                    <a:pt x="3130140" y="13509"/>
                  </a:lnTo>
                  <a:lnTo>
                    <a:pt x="3129068" y="13402"/>
                  </a:lnTo>
                  <a:lnTo>
                    <a:pt x="3127996" y="13295"/>
                  </a:lnTo>
                  <a:lnTo>
                    <a:pt x="3126925" y="13189"/>
                  </a:lnTo>
                  <a:lnTo>
                    <a:pt x="3125853" y="13083"/>
                  </a:lnTo>
                  <a:lnTo>
                    <a:pt x="3124782" y="12977"/>
                  </a:lnTo>
                  <a:lnTo>
                    <a:pt x="3123710" y="12872"/>
                  </a:lnTo>
                  <a:lnTo>
                    <a:pt x="3122638" y="12767"/>
                  </a:lnTo>
                  <a:lnTo>
                    <a:pt x="3121567" y="12662"/>
                  </a:lnTo>
                  <a:lnTo>
                    <a:pt x="3120495" y="12558"/>
                  </a:lnTo>
                  <a:lnTo>
                    <a:pt x="3119424" y="12454"/>
                  </a:lnTo>
                  <a:lnTo>
                    <a:pt x="3118352" y="12351"/>
                  </a:lnTo>
                  <a:lnTo>
                    <a:pt x="3117280" y="12248"/>
                  </a:lnTo>
                  <a:lnTo>
                    <a:pt x="3116209" y="12146"/>
                  </a:lnTo>
                  <a:lnTo>
                    <a:pt x="3115137" y="12044"/>
                  </a:lnTo>
                  <a:lnTo>
                    <a:pt x="3114066" y="11942"/>
                  </a:lnTo>
                  <a:lnTo>
                    <a:pt x="3112994" y="11841"/>
                  </a:lnTo>
                  <a:lnTo>
                    <a:pt x="3111922" y="11740"/>
                  </a:lnTo>
                  <a:lnTo>
                    <a:pt x="3110851" y="11639"/>
                  </a:lnTo>
                  <a:lnTo>
                    <a:pt x="3109779" y="11539"/>
                  </a:lnTo>
                  <a:lnTo>
                    <a:pt x="3108708" y="11439"/>
                  </a:lnTo>
                  <a:lnTo>
                    <a:pt x="3107636" y="11340"/>
                  </a:lnTo>
                  <a:lnTo>
                    <a:pt x="3106564" y="11241"/>
                  </a:lnTo>
                  <a:lnTo>
                    <a:pt x="3105493" y="11143"/>
                  </a:lnTo>
                  <a:lnTo>
                    <a:pt x="3104421" y="11045"/>
                  </a:lnTo>
                  <a:lnTo>
                    <a:pt x="3103350" y="10947"/>
                  </a:lnTo>
                  <a:lnTo>
                    <a:pt x="3102278" y="10850"/>
                  </a:lnTo>
                  <a:lnTo>
                    <a:pt x="3101206" y="10753"/>
                  </a:lnTo>
                  <a:lnTo>
                    <a:pt x="3100135" y="10657"/>
                  </a:lnTo>
                  <a:lnTo>
                    <a:pt x="3099063" y="10561"/>
                  </a:lnTo>
                  <a:lnTo>
                    <a:pt x="3097992" y="10465"/>
                  </a:lnTo>
                  <a:lnTo>
                    <a:pt x="3096920" y="10370"/>
                  </a:lnTo>
                  <a:lnTo>
                    <a:pt x="3095848" y="10275"/>
                  </a:lnTo>
                  <a:lnTo>
                    <a:pt x="3094777" y="10181"/>
                  </a:lnTo>
                  <a:lnTo>
                    <a:pt x="3093705" y="10087"/>
                  </a:lnTo>
                  <a:lnTo>
                    <a:pt x="3092634" y="9994"/>
                  </a:lnTo>
                  <a:lnTo>
                    <a:pt x="3091562" y="9901"/>
                  </a:lnTo>
                  <a:lnTo>
                    <a:pt x="3090490" y="9808"/>
                  </a:lnTo>
                  <a:lnTo>
                    <a:pt x="3089419" y="9716"/>
                  </a:lnTo>
                  <a:lnTo>
                    <a:pt x="3088347" y="9624"/>
                  </a:lnTo>
                  <a:lnTo>
                    <a:pt x="3087276" y="9532"/>
                  </a:lnTo>
                  <a:lnTo>
                    <a:pt x="3086204" y="9441"/>
                  </a:lnTo>
                  <a:lnTo>
                    <a:pt x="3085132" y="9351"/>
                  </a:lnTo>
                  <a:lnTo>
                    <a:pt x="3084061" y="9261"/>
                  </a:lnTo>
                  <a:lnTo>
                    <a:pt x="3082989" y="9171"/>
                  </a:lnTo>
                  <a:lnTo>
                    <a:pt x="3081918" y="9082"/>
                  </a:lnTo>
                  <a:lnTo>
                    <a:pt x="3080846" y="8993"/>
                  </a:lnTo>
                  <a:lnTo>
                    <a:pt x="3079774" y="8904"/>
                  </a:lnTo>
                  <a:lnTo>
                    <a:pt x="3078703" y="8816"/>
                  </a:lnTo>
                  <a:lnTo>
                    <a:pt x="3077631" y="8729"/>
                  </a:lnTo>
                  <a:lnTo>
                    <a:pt x="3076560" y="8642"/>
                  </a:lnTo>
                  <a:lnTo>
                    <a:pt x="3075488" y="8555"/>
                  </a:lnTo>
                  <a:lnTo>
                    <a:pt x="3074416" y="8469"/>
                  </a:lnTo>
                  <a:lnTo>
                    <a:pt x="3073345" y="8383"/>
                  </a:lnTo>
                  <a:lnTo>
                    <a:pt x="3072273" y="8297"/>
                  </a:lnTo>
                  <a:lnTo>
                    <a:pt x="3071202" y="8212"/>
                  </a:lnTo>
                  <a:lnTo>
                    <a:pt x="3070130" y="8128"/>
                  </a:lnTo>
                  <a:lnTo>
                    <a:pt x="3069058" y="8044"/>
                  </a:lnTo>
                  <a:lnTo>
                    <a:pt x="3067987" y="7960"/>
                  </a:lnTo>
                  <a:lnTo>
                    <a:pt x="3066915" y="7876"/>
                  </a:lnTo>
                  <a:lnTo>
                    <a:pt x="3065844" y="7794"/>
                  </a:lnTo>
                  <a:lnTo>
                    <a:pt x="3064772" y="7711"/>
                  </a:lnTo>
                  <a:lnTo>
                    <a:pt x="3063700" y="7629"/>
                  </a:lnTo>
                  <a:lnTo>
                    <a:pt x="3062629" y="7548"/>
                  </a:lnTo>
                  <a:lnTo>
                    <a:pt x="3061557" y="7466"/>
                  </a:lnTo>
                  <a:lnTo>
                    <a:pt x="3060486" y="7386"/>
                  </a:lnTo>
                  <a:lnTo>
                    <a:pt x="3059414" y="7305"/>
                  </a:lnTo>
                  <a:lnTo>
                    <a:pt x="3058342" y="7225"/>
                  </a:lnTo>
                  <a:lnTo>
                    <a:pt x="3057271" y="7146"/>
                  </a:lnTo>
                  <a:lnTo>
                    <a:pt x="3056199" y="7067"/>
                  </a:lnTo>
                  <a:lnTo>
                    <a:pt x="3055128" y="6989"/>
                  </a:lnTo>
                  <a:lnTo>
                    <a:pt x="3054056" y="6910"/>
                  </a:lnTo>
                  <a:lnTo>
                    <a:pt x="3052984" y="6833"/>
                  </a:lnTo>
                  <a:lnTo>
                    <a:pt x="3051913" y="6755"/>
                  </a:lnTo>
                  <a:lnTo>
                    <a:pt x="3050841" y="6679"/>
                  </a:lnTo>
                  <a:lnTo>
                    <a:pt x="3049770" y="6602"/>
                  </a:lnTo>
                  <a:lnTo>
                    <a:pt x="3048698" y="6526"/>
                  </a:lnTo>
                  <a:lnTo>
                    <a:pt x="3047626" y="6451"/>
                  </a:lnTo>
                  <a:lnTo>
                    <a:pt x="3046555" y="6376"/>
                  </a:lnTo>
                  <a:lnTo>
                    <a:pt x="3045483" y="6301"/>
                  </a:lnTo>
                  <a:lnTo>
                    <a:pt x="3044412" y="6227"/>
                  </a:lnTo>
                  <a:lnTo>
                    <a:pt x="3043340" y="6153"/>
                  </a:lnTo>
                  <a:lnTo>
                    <a:pt x="3042268" y="6080"/>
                  </a:lnTo>
                  <a:lnTo>
                    <a:pt x="3041197" y="6007"/>
                  </a:lnTo>
                  <a:lnTo>
                    <a:pt x="3040125" y="5935"/>
                  </a:lnTo>
                  <a:lnTo>
                    <a:pt x="3039054" y="5863"/>
                  </a:lnTo>
                  <a:lnTo>
                    <a:pt x="3037982" y="5791"/>
                  </a:lnTo>
                  <a:lnTo>
                    <a:pt x="3036910" y="5720"/>
                  </a:lnTo>
                  <a:lnTo>
                    <a:pt x="3035839" y="5649"/>
                  </a:lnTo>
                  <a:lnTo>
                    <a:pt x="3034767" y="5579"/>
                  </a:lnTo>
                  <a:lnTo>
                    <a:pt x="3033696" y="5509"/>
                  </a:lnTo>
                  <a:lnTo>
                    <a:pt x="3032624" y="5440"/>
                  </a:lnTo>
                  <a:lnTo>
                    <a:pt x="3031552" y="5371"/>
                  </a:lnTo>
                  <a:lnTo>
                    <a:pt x="3030481" y="5302"/>
                  </a:lnTo>
                  <a:lnTo>
                    <a:pt x="3029409" y="5234"/>
                  </a:lnTo>
                  <a:lnTo>
                    <a:pt x="3028338" y="5167"/>
                  </a:lnTo>
                  <a:lnTo>
                    <a:pt x="3027266" y="5100"/>
                  </a:lnTo>
                  <a:lnTo>
                    <a:pt x="3026194" y="5033"/>
                  </a:lnTo>
                  <a:lnTo>
                    <a:pt x="3025123" y="4967"/>
                  </a:lnTo>
                  <a:lnTo>
                    <a:pt x="3024051" y="4901"/>
                  </a:lnTo>
                  <a:lnTo>
                    <a:pt x="3022980" y="4835"/>
                  </a:lnTo>
                  <a:lnTo>
                    <a:pt x="3021908" y="4771"/>
                  </a:lnTo>
                  <a:lnTo>
                    <a:pt x="3020836" y="4706"/>
                  </a:lnTo>
                  <a:lnTo>
                    <a:pt x="3019765" y="4642"/>
                  </a:lnTo>
                  <a:lnTo>
                    <a:pt x="3018693" y="4578"/>
                  </a:lnTo>
                  <a:lnTo>
                    <a:pt x="3017622" y="4515"/>
                  </a:lnTo>
                  <a:lnTo>
                    <a:pt x="3016550" y="4452"/>
                  </a:lnTo>
                  <a:lnTo>
                    <a:pt x="3015479" y="4390"/>
                  </a:lnTo>
                  <a:lnTo>
                    <a:pt x="3014407" y="4328"/>
                  </a:lnTo>
                  <a:lnTo>
                    <a:pt x="3013335" y="4267"/>
                  </a:lnTo>
                  <a:lnTo>
                    <a:pt x="3012264" y="4206"/>
                  </a:lnTo>
                  <a:lnTo>
                    <a:pt x="3011192" y="4145"/>
                  </a:lnTo>
                  <a:lnTo>
                    <a:pt x="3010121" y="4085"/>
                  </a:lnTo>
                  <a:lnTo>
                    <a:pt x="3009049" y="4026"/>
                  </a:lnTo>
                  <a:lnTo>
                    <a:pt x="3007977" y="3967"/>
                  </a:lnTo>
                  <a:lnTo>
                    <a:pt x="3006906" y="3908"/>
                  </a:lnTo>
                  <a:lnTo>
                    <a:pt x="3005834" y="3850"/>
                  </a:lnTo>
                  <a:lnTo>
                    <a:pt x="3004763" y="3792"/>
                  </a:lnTo>
                  <a:lnTo>
                    <a:pt x="3003691" y="3734"/>
                  </a:lnTo>
                  <a:lnTo>
                    <a:pt x="3002619" y="3677"/>
                  </a:lnTo>
                  <a:lnTo>
                    <a:pt x="3001548" y="3621"/>
                  </a:lnTo>
                  <a:lnTo>
                    <a:pt x="3000476" y="3565"/>
                  </a:lnTo>
                  <a:lnTo>
                    <a:pt x="2999405" y="3509"/>
                  </a:lnTo>
                  <a:lnTo>
                    <a:pt x="2998333" y="3454"/>
                  </a:lnTo>
                  <a:lnTo>
                    <a:pt x="2997261" y="3399"/>
                  </a:lnTo>
                  <a:lnTo>
                    <a:pt x="2996190" y="3345"/>
                  </a:lnTo>
                  <a:lnTo>
                    <a:pt x="2995118" y="3291"/>
                  </a:lnTo>
                  <a:lnTo>
                    <a:pt x="2994047" y="3238"/>
                  </a:lnTo>
                  <a:lnTo>
                    <a:pt x="2992975" y="3185"/>
                  </a:lnTo>
                  <a:lnTo>
                    <a:pt x="2991903" y="3132"/>
                  </a:lnTo>
                  <a:lnTo>
                    <a:pt x="2990832" y="3080"/>
                  </a:lnTo>
                  <a:lnTo>
                    <a:pt x="2989760" y="3029"/>
                  </a:lnTo>
                  <a:lnTo>
                    <a:pt x="2988689" y="2977"/>
                  </a:lnTo>
                  <a:lnTo>
                    <a:pt x="2987617" y="2927"/>
                  </a:lnTo>
                  <a:lnTo>
                    <a:pt x="2986545" y="2876"/>
                  </a:lnTo>
                  <a:lnTo>
                    <a:pt x="2985474" y="2826"/>
                  </a:lnTo>
                  <a:lnTo>
                    <a:pt x="2984402" y="2777"/>
                  </a:lnTo>
                  <a:lnTo>
                    <a:pt x="2983331" y="2728"/>
                  </a:lnTo>
                  <a:lnTo>
                    <a:pt x="2982259" y="2680"/>
                  </a:lnTo>
                  <a:lnTo>
                    <a:pt x="2981187" y="2631"/>
                  </a:lnTo>
                  <a:lnTo>
                    <a:pt x="2980116" y="2584"/>
                  </a:lnTo>
                  <a:lnTo>
                    <a:pt x="2979044" y="2537"/>
                  </a:lnTo>
                  <a:lnTo>
                    <a:pt x="2977973" y="2490"/>
                  </a:lnTo>
                  <a:lnTo>
                    <a:pt x="2976901" y="2444"/>
                  </a:lnTo>
                  <a:lnTo>
                    <a:pt x="2975829" y="2398"/>
                  </a:lnTo>
                  <a:lnTo>
                    <a:pt x="2974758" y="2352"/>
                  </a:lnTo>
                  <a:lnTo>
                    <a:pt x="2973686" y="2307"/>
                  </a:lnTo>
                  <a:lnTo>
                    <a:pt x="2972615" y="2263"/>
                  </a:lnTo>
                  <a:lnTo>
                    <a:pt x="2971543" y="2219"/>
                  </a:lnTo>
                  <a:lnTo>
                    <a:pt x="2970471" y="2175"/>
                  </a:lnTo>
                  <a:lnTo>
                    <a:pt x="2969400" y="2132"/>
                  </a:lnTo>
                  <a:lnTo>
                    <a:pt x="2968328" y="2089"/>
                  </a:lnTo>
                  <a:lnTo>
                    <a:pt x="2967257" y="2047"/>
                  </a:lnTo>
                  <a:lnTo>
                    <a:pt x="2966185" y="2005"/>
                  </a:lnTo>
                  <a:lnTo>
                    <a:pt x="2965113" y="1963"/>
                  </a:lnTo>
                  <a:lnTo>
                    <a:pt x="2964042" y="1922"/>
                  </a:lnTo>
                  <a:lnTo>
                    <a:pt x="2962970" y="1882"/>
                  </a:lnTo>
                  <a:lnTo>
                    <a:pt x="2961899" y="1842"/>
                  </a:lnTo>
                  <a:lnTo>
                    <a:pt x="2960827" y="1802"/>
                  </a:lnTo>
                  <a:lnTo>
                    <a:pt x="2959755" y="1763"/>
                  </a:lnTo>
                  <a:lnTo>
                    <a:pt x="2958684" y="1724"/>
                  </a:lnTo>
                  <a:lnTo>
                    <a:pt x="2957612" y="1686"/>
                  </a:lnTo>
                  <a:lnTo>
                    <a:pt x="2956541" y="1648"/>
                  </a:lnTo>
                  <a:lnTo>
                    <a:pt x="2955469" y="1610"/>
                  </a:lnTo>
                  <a:lnTo>
                    <a:pt x="2954397" y="1573"/>
                  </a:lnTo>
                  <a:lnTo>
                    <a:pt x="2953326" y="1537"/>
                  </a:lnTo>
                  <a:lnTo>
                    <a:pt x="2952254" y="1500"/>
                  </a:lnTo>
                  <a:lnTo>
                    <a:pt x="2951183" y="1465"/>
                  </a:lnTo>
                  <a:lnTo>
                    <a:pt x="2950111" y="1429"/>
                  </a:lnTo>
                  <a:lnTo>
                    <a:pt x="2949039" y="1395"/>
                  </a:lnTo>
                  <a:lnTo>
                    <a:pt x="2947968" y="1360"/>
                  </a:lnTo>
                  <a:lnTo>
                    <a:pt x="2946896" y="1326"/>
                  </a:lnTo>
                  <a:lnTo>
                    <a:pt x="2945825" y="1293"/>
                  </a:lnTo>
                  <a:lnTo>
                    <a:pt x="2944753" y="1260"/>
                  </a:lnTo>
                  <a:lnTo>
                    <a:pt x="2943681" y="1227"/>
                  </a:lnTo>
                  <a:lnTo>
                    <a:pt x="2942610" y="1195"/>
                  </a:lnTo>
                  <a:lnTo>
                    <a:pt x="2941538" y="1163"/>
                  </a:lnTo>
                  <a:lnTo>
                    <a:pt x="2940467" y="1132"/>
                  </a:lnTo>
                  <a:lnTo>
                    <a:pt x="2939395" y="1101"/>
                  </a:lnTo>
                  <a:lnTo>
                    <a:pt x="2938323" y="1070"/>
                  </a:lnTo>
                  <a:lnTo>
                    <a:pt x="2937252" y="1040"/>
                  </a:lnTo>
                  <a:lnTo>
                    <a:pt x="2936180" y="1011"/>
                  </a:lnTo>
                  <a:lnTo>
                    <a:pt x="2935109" y="982"/>
                  </a:lnTo>
                  <a:lnTo>
                    <a:pt x="2934037" y="953"/>
                  </a:lnTo>
                  <a:lnTo>
                    <a:pt x="2932965" y="925"/>
                  </a:lnTo>
                  <a:lnTo>
                    <a:pt x="2931894" y="897"/>
                  </a:lnTo>
                  <a:lnTo>
                    <a:pt x="2930822" y="869"/>
                  </a:lnTo>
                  <a:lnTo>
                    <a:pt x="2929751" y="842"/>
                  </a:lnTo>
                  <a:lnTo>
                    <a:pt x="2928679" y="816"/>
                  </a:lnTo>
                  <a:lnTo>
                    <a:pt x="2927607" y="790"/>
                  </a:lnTo>
                  <a:lnTo>
                    <a:pt x="2926536" y="764"/>
                  </a:lnTo>
                  <a:lnTo>
                    <a:pt x="2925464" y="739"/>
                  </a:lnTo>
                  <a:lnTo>
                    <a:pt x="2924393" y="714"/>
                  </a:lnTo>
                  <a:lnTo>
                    <a:pt x="2923321" y="689"/>
                  </a:lnTo>
                  <a:lnTo>
                    <a:pt x="2922249" y="665"/>
                  </a:lnTo>
                  <a:lnTo>
                    <a:pt x="2921178" y="642"/>
                  </a:lnTo>
                  <a:lnTo>
                    <a:pt x="2920106" y="619"/>
                  </a:lnTo>
                  <a:lnTo>
                    <a:pt x="2919035" y="596"/>
                  </a:lnTo>
                  <a:lnTo>
                    <a:pt x="2917963" y="574"/>
                  </a:lnTo>
                  <a:lnTo>
                    <a:pt x="2916891" y="552"/>
                  </a:lnTo>
                  <a:lnTo>
                    <a:pt x="2915820" y="531"/>
                  </a:lnTo>
                  <a:lnTo>
                    <a:pt x="2914748" y="510"/>
                  </a:lnTo>
                  <a:lnTo>
                    <a:pt x="2913677" y="489"/>
                  </a:lnTo>
                  <a:lnTo>
                    <a:pt x="2912605" y="469"/>
                  </a:lnTo>
                  <a:lnTo>
                    <a:pt x="2911533" y="449"/>
                  </a:lnTo>
                  <a:lnTo>
                    <a:pt x="2910462" y="430"/>
                  </a:lnTo>
                  <a:lnTo>
                    <a:pt x="2909390" y="411"/>
                  </a:lnTo>
                  <a:lnTo>
                    <a:pt x="2908319" y="393"/>
                  </a:lnTo>
                  <a:lnTo>
                    <a:pt x="2907247" y="375"/>
                  </a:lnTo>
                  <a:lnTo>
                    <a:pt x="2906175" y="358"/>
                  </a:lnTo>
                  <a:lnTo>
                    <a:pt x="2905104" y="340"/>
                  </a:lnTo>
                  <a:lnTo>
                    <a:pt x="2904032" y="324"/>
                  </a:lnTo>
                  <a:lnTo>
                    <a:pt x="2902961" y="307"/>
                  </a:lnTo>
                  <a:lnTo>
                    <a:pt x="2901889" y="292"/>
                  </a:lnTo>
                  <a:lnTo>
                    <a:pt x="2900817" y="276"/>
                  </a:lnTo>
                  <a:lnTo>
                    <a:pt x="2899746" y="261"/>
                  </a:lnTo>
                  <a:lnTo>
                    <a:pt x="2898674" y="247"/>
                  </a:lnTo>
                  <a:lnTo>
                    <a:pt x="2897603" y="232"/>
                  </a:lnTo>
                  <a:lnTo>
                    <a:pt x="2896531" y="219"/>
                  </a:lnTo>
                  <a:lnTo>
                    <a:pt x="2895459" y="205"/>
                  </a:lnTo>
                  <a:lnTo>
                    <a:pt x="2894388" y="193"/>
                  </a:lnTo>
                  <a:lnTo>
                    <a:pt x="2893316" y="180"/>
                  </a:lnTo>
                  <a:lnTo>
                    <a:pt x="2892245" y="168"/>
                  </a:lnTo>
                  <a:lnTo>
                    <a:pt x="2891173" y="156"/>
                  </a:lnTo>
                  <a:lnTo>
                    <a:pt x="2890101" y="145"/>
                  </a:lnTo>
                  <a:lnTo>
                    <a:pt x="2889030" y="134"/>
                  </a:lnTo>
                  <a:lnTo>
                    <a:pt x="2887958" y="124"/>
                  </a:lnTo>
                  <a:lnTo>
                    <a:pt x="2886887" y="114"/>
                  </a:lnTo>
                  <a:lnTo>
                    <a:pt x="2885815" y="105"/>
                  </a:lnTo>
                  <a:lnTo>
                    <a:pt x="2884743" y="96"/>
                  </a:lnTo>
                  <a:lnTo>
                    <a:pt x="2883672" y="87"/>
                  </a:lnTo>
                  <a:lnTo>
                    <a:pt x="2882600" y="79"/>
                  </a:lnTo>
                  <a:lnTo>
                    <a:pt x="2881529" y="71"/>
                  </a:lnTo>
                  <a:lnTo>
                    <a:pt x="2880457" y="63"/>
                  </a:lnTo>
                  <a:lnTo>
                    <a:pt x="2879385" y="56"/>
                  </a:lnTo>
                  <a:lnTo>
                    <a:pt x="2878314" y="50"/>
                  </a:lnTo>
                  <a:lnTo>
                    <a:pt x="2877242" y="43"/>
                  </a:lnTo>
                  <a:lnTo>
                    <a:pt x="2876171" y="38"/>
                  </a:lnTo>
                  <a:lnTo>
                    <a:pt x="2875099" y="32"/>
                  </a:lnTo>
                  <a:lnTo>
                    <a:pt x="2874027" y="27"/>
                  </a:lnTo>
                  <a:lnTo>
                    <a:pt x="2872956" y="23"/>
                  </a:lnTo>
                  <a:lnTo>
                    <a:pt x="2871884" y="18"/>
                  </a:lnTo>
                  <a:lnTo>
                    <a:pt x="2870813" y="15"/>
                  </a:lnTo>
                  <a:lnTo>
                    <a:pt x="2869741" y="11"/>
                  </a:lnTo>
                  <a:lnTo>
                    <a:pt x="2868669" y="8"/>
                  </a:lnTo>
                  <a:lnTo>
                    <a:pt x="2867598" y="6"/>
                  </a:lnTo>
                  <a:lnTo>
                    <a:pt x="2866526" y="4"/>
                  </a:lnTo>
                  <a:lnTo>
                    <a:pt x="2865455" y="2"/>
                  </a:lnTo>
                  <a:lnTo>
                    <a:pt x="2864383" y="1"/>
                  </a:lnTo>
                  <a:lnTo>
                    <a:pt x="2863311" y="0"/>
                  </a:lnTo>
                  <a:lnTo>
                    <a:pt x="2862240" y="0"/>
                  </a:lnTo>
                  <a:lnTo>
                    <a:pt x="2861168" y="0"/>
                  </a:lnTo>
                  <a:lnTo>
                    <a:pt x="2860097" y="0"/>
                  </a:lnTo>
                  <a:lnTo>
                    <a:pt x="2859025" y="1"/>
                  </a:lnTo>
                  <a:lnTo>
                    <a:pt x="2857953" y="2"/>
                  </a:lnTo>
                  <a:lnTo>
                    <a:pt x="2856882" y="3"/>
                  </a:lnTo>
                  <a:lnTo>
                    <a:pt x="2855810" y="5"/>
                  </a:lnTo>
                  <a:lnTo>
                    <a:pt x="2854739" y="8"/>
                  </a:lnTo>
                  <a:lnTo>
                    <a:pt x="2853667" y="10"/>
                  </a:lnTo>
                  <a:lnTo>
                    <a:pt x="2852595" y="14"/>
                  </a:lnTo>
                  <a:lnTo>
                    <a:pt x="2851524" y="17"/>
                  </a:lnTo>
                  <a:lnTo>
                    <a:pt x="2850452" y="21"/>
                  </a:lnTo>
                  <a:lnTo>
                    <a:pt x="2849381" y="25"/>
                  </a:lnTo>
                  <a:lnTo>
                    <a:pt x="2848309" y="30"/>
                  </a:lnTo>
                  <a:lnTo>
                    <a:pt x="2847237" y="35"/>
                  </a:lnTo>
                  <a:lnTo>
                    <a:pt x="2846166" y="41"/>
                  </a:lnTo>
                  <a:lnTo>
                    <a:pt x="2845094" y="47"/>
                  </a:lnTo>
                  <a:lnTo>
                    <a:pt x="2844023" y="53"/>
                  </a:lnTo>
                  <a:lnTo>
                    <a:pt x="2842951" y="60"/>
                  </a:lnTo>
                  <a:lnTo>
                    <a:pt x="2841879" y="67"/>
                  </a:lnTo>
                  <a:lnTo>
                    <a:pt x="2840808" y="75"/>
                  </a:lnTo>
                  <a:lnTo>
                    <a:pt x="2839736" y="83"/>
                  </a:lnTo>
                  <a:lnTo>
                    <a:pt x="2838665" y="91"/>
                  </a:lnTo>
                  <a:lnTo>
                    <a:pt x="2837593" y="100"/>
                  </a:lnTo>
                  <a:lnTo>
                    <a:pt x="2836522" y="109"/>
                  </a:lnTo>
                  <a:lnTo>
                    <a:pt x="2835450" y="118"/>
                  </a:lnTo>
                  <a:lnTo>
                    <a:pt x="2834378" y="128"/>
                  </a:lnTo>
                  <a:lnTo>
                    <a:pt x="2833307" y="139"/>
                  </a:lnTo>
                  <a:lnTo>
                    <a:pt x="2832235" y="149"/>
                  </a:lnTo>
                  <a:lnTo>
                    <a:pt x="2831164" y="160"/>
                  </a:lnTo>
                  <a:lnTo>
                    <a:pt x="2830092" y="172"/>
                  </a:lnTo>
                  <a:lnTo>
                    <a:pt x="2829020" y="184"/>
                  </a:lnTo>
                  <a:lnTo>
                    <a:pt x="2827949" y="196"/>
                  </a:lnTo>
                  <a:lnTo>
                    <a:pt x="2826877" y="209"/>
                  </a:lnTo>
                  <a:lnTo>
                    <a:pt x="2825806" y="222"/>
                  </a:lnTo>
                  <a:lnTo>
                    <a:pt x="2824734" y="235"/>
                  </a:lnTo>
                  <a:lnTo>
                    <a:pt x="2823662" y="249"/>
                  </a:lnTo>
                  <a:lnTo>
                    <a:pt x="2822591" y="263"/>
                  </a:lnTo>
                  <a:lnTo>
                    <a:pt x="2821519" y="278"/>
                  </a:lnTo>
                  <a:lnTo>
                    <a:pt x="2820448" y="293"/>
                  </a:lnTo>
                  <a:lnTo>
                    <a:pt x="2819376" y="308"/>
                  </a:lnTo>
                  <a:lnTo>
                    <a:pt x="2818304" y="324"/>
                  </a:lnTo>
                  <a:lnTo>
                    <a:pt x="2817233" y="340"/>
                  </a:lnTo>
                  <a:lnTo>
                    <a:pt x="2816161" y="356"/>
                  </a:lnTo>
                  <a:lnTo>
                    <a:pt x="2815090" y="373"/>
                  </a:lnTo>
                  <a:lnTo>
                    <a:pt x="2814018" y="390"/>
                  </a:lnTo>
                  <a:lnTo>
                    <a:pt x="2812946" y="408"/>
                  </a:lnTo>
                  <a:lnTo>
                    <a:pt x="2811875" y="426"/>
                  </a:lnTo>
                  <a:lnTo>
                    <a:pt x="2810803" y="444"/>
                  </a:lnTo>
                  <a:lnTo>
                    <a:pt x="2809732" y="463"/>
                  </a:lnTo>
                  <a:lnTo>
                    <a:pt x="2808660" y="482"/>
                  </a:lnTo>
                  <a:lnTo>
                    <a:pt x="2807588" y="502"/>
                  </a:lnTo>
                  <a:lnTo>
                    <a:pt x="2806517" y="522"/>
                  </a:lnTo>
                  <a:lnTo>
                    <a:pt x="2805445" y="542"/>
                  </a:lnTo>
                  <a:lnTo>
                    <a:pt x="2804374" y="563"/>
                  </a:lnTo>
                  <a:lnTo>
                    <a:pt x="2803302" y="584"/>
                  </a:lnTo>
                  <a:lnTo>
                    <a:pt x="2802230" y="605"/>
                  </a:lnTo>
                  <a:lnTo>
                    <a:pt x="2801159" y="627"/>
                  </a:lnTo>
                  <a:lnTo>
                    <a:pt x="2800087" y="649"/>
                  </a:lnTo>
                  <a:lnTo>
                    <a:pt x="2799016" y="672"/>
                  </a:lnTo>
                  <a:lnTo>
                    <a:pt x="2797944" y="694"/>
                  </a:lnTo>
                  <a:lnTo>
                    <a:pt x="2796872" y="718"/>
                  </a:lnTo>
                  <a:lnTo>
                    <a:pt x="2795801" y="741"/>
                  </a:lnTo>
                  <a:lnTo>
                    <a:pt x="2794729" y="765"/>
                  </a:lnTo>
                  <a:lnTo>
                    <a:pt x="2793658" y="790"/>
                  </a:lnTo>
                  <a:lnTo>
                    <a:pt x="2792586" y="814"/>
                  </a:lnTo>
                  <a:lnTo>
                    <a:pt x="2791514" y="840"/>
                  </a:lnTo>
                  <a:lnTo>
                    <a:pt x="2790443" y="865"/>
                  </a:lnTo>
                  <a:lnTo>
                    <a:pt x="2789371" y="891"/>
                  </a:lnTo>
                  <a:lnTo>
                    <a:pt x="2788300" y="917"/>
                  </a:lnTo>
                  <a:lnTo>
                    <a:pt x="2787228" y="944"/>
                  </a:lnTo>
                  <a:lnTo>
                    <a:pt x="2786156" y="971"/>
                  </a:lnTo>
                  <a:lnTo>
                    <a:pt x="2785085" y="998"/>
                  </a:lnTo>
                  <a:lnTo>
                    <a:pt x="2784013" y="1026"/>
                  </a:lnTo>
                  <a:lnTo>
                    <a:pt x="2782942" y="1054"/>
                  </a:lnTo>
                  <a:lnTo>
                    <a:pt x="2781870" y="1082"/>
                  </a:lnTo>
                  <a:lnTo>
                    <a:pt x="2780798" y="1111"/>
                  </a:lnTo>
                  <a:lnTo>
                    <a:pt x="2779727" y="1140"/>
                  </a:lnTo>
                  <a:lnTo>
                    <a:pt x="2778655" y="1169"/>
                  </a:lnTo>
                  <a:lnTo>
                    <a:pt x="2777584" y="1199"/>
                  </a:lnTo>
                  <a:lnTo>
                    <a:pt x="2776512" y="1229"/>
                  </a:lnTo>
                  <a:lnTo>
                    <a:pt x="2775440" y="1260"/>
                  </a:lnTo>
                  <a:lnTo>
                    <a:pt x="2774369" y="1291"/>
                  </a:lnTo>
                  <a:lnTo>
                    <a:pt x="2773297" y="1322"/>
                  </a:lnTo>
                  <a:lnTo>
                    <a:pt x="2772226" y="1354"/>
                  </a:lnTo>
                  <a:lnTo>
                    <a:pt x="2771154" y="1386"/>
                  </a:lnTo>
                  <a:lnTo>
                    <a:pt x="2770082" y="1418"/>
                  </a:lnTo>
                  <a:lnTo>
                    <a:pt x="2769011" y="1451"/>
                  </a:lnTo>
                  <a:lnTo>
                    <a:pt x="2767939" y="1484"/>
                  </a:lnTo>
                  <a:lnTo>
                    <a:pt x="2766868" y="1517"/>
                  </a:lnTo>
                  <a:lnTo>
                    <a:pt x="2765796" y="1551"/>
                  </a:lnTo>
                  <a:lnTo>
                    <a:pt x="2764724" y="1585"/>
                  </a:lnTo>
                  <a:lnTo>
                    <a:pt x="2763653" y="1620"/>
                  </a:lnTo>
                  <a:lnTo>
                    <a:pt x="2762581" y="1655"/>
                  </a:lnTo>
                  <a:lnTo>
                    <a:pt x="2761510" y="1690"/>
                  </a:lnTo>
                  <a:lnTo>
                    <a:pt x="2760438" y="1725"/>
                  </a:lnTo>
                  <a:lnTo>
                    <a:pt x="2759366" y="1761"/>
                  </a:lnTo>
                  <a:lnTo>
                    <a:pt x="2758295" y="1797"/>
                  </a:lnTo>
                  <a:lnTo>
                    <a:pt x="2757223" y="1834"/>
                  </a:lnTo>
                  <a:lnTo>
                    <a:pt x="2756152" y="1871"/>
                  </a:lnTo>
                  <a:lnTo>
                    <a:pt x="2755080" y="1908"/>
                  </a:lnTo>
                  <a:lnTo>
                    <a:pt x="2754008" y="1946"/>
                  </a:lnTo>
                  <a:lnTo>
                    <a:pt x="2752937" y="1984"/>
                  </a:lnTo>
                  <a:lnTo>
                    <a:pt x="2751865" y="2022"/>
                  </a:lnTo>
                  <a:lnTo>
                    <a:pt x="2750794" y="2061"/>
                  </a:lnTo>
                  <a:lnTo>
                    <a:pt x="2749722" y="2099"/>
                  </a:lnTo>
                  <a:lnTo>
                    <a:pt x="2748650" y="2139"/>
                  </a:lnTo>
                  <a:lnTo>
                    <a:pt x="2747579" y="2178"/>
                  </a:lnTo>
                  <a:lnTo>
                    <a:pt x="2746507" y="2218"/>
                  </a:lnTo>
                  <a:lnTo>
                    <a:pt x="2745436" y="2259"/>
                  </a:lnTo>
                  <a:lnTo>
                    <a:pt x="2744364" y="2300"/>
                  </a:lnTo>
                  <a:lnTo>
                    <a:pt x="2743292" y="2341"/>
                  </a:lnTo>
                  <a:lnTo>
                    <a:pt x="2742221" y="2382"/>
                  </a:lnTo>
                  <a:lnTo>
                    <a:pt x="2741149" y="2424"/>
                  </a:lnTo>
                  <a:lnTo>
                    <a:pt x="2740078" y="2466"/>
                  </a:lnTo>
                  <a:lnTo>
                    <a:pt x="2739006" y="2508"/>
                  </a:lnTo>
                  <a:lnTo>
                    <a:pt x="2737934" y="2551"/>
                  </a:lnTo>
                  <a:lnTo>
                    <a:pt x="2736863" y="2594"/>
                  </a:lnTo>
                  <a:lnTo>
                    <a:pt x="2735791" y="2637"/>
                  </a:lnTo>
                  <a:lnTo>
                    <a:pt x="2734720" y="2681"/>
                  </a:lnTo>
                  <a:lnTo>
                    <a:pt x="2733648" y="2725"/>
                  </a:lnTo>
                  <a:lnTo>
                    <a:pt x="2732576" y="2769"/>
                  </a:lnTo>
                  <a:lnTo>
                    <a:pt x="2731505" y="2814"/>
                  </a:lnTo>
                  <a:lnTo>
                    <a:pt x="2730433" y="2859"/>
                  </a:lnTo>
                  <a:lnTo>
                    <a:pt x="2729362" y="2905"/>
                  </a:lnTo>
                  <a:lnTo>
                    <a:pt x="2728290" y="2950"/>
                  </a:lnTo>
                  <a:lnTo>
                    <a:pt x="2727218" y="2996"/>
                  </a:lnTo>
                  <a:lnTo>
                    <a:pt x="2726147" y="3043"/>
                  </a:lnTo>
                  <a:lnTo>
                    <a:pt x="2725075" y="3089"/>
                  </a:lnTo>
                  <a:lnTo>
                    <a:pt x="2724004" y="3136"/>
                  </a:lnTo>
                  <a:lnTo>
                    <a:pt x="2722932" y="3184"/>
                  </a:lnTo>
                  <a:lnTo>
                    <a:pt x="2721860" y="3231"/>
                  </a:lnTo>
                  <a:lnTo>
                    <a:pt x="2720789" y="3279"/>
                  </a:lnTo>
                  <a:lnTo>
                    <a:pt x="2719717" y="3328"/>
                  </a:lnTo>
                  <a:lnTo>
                    <a:pt x="2718646" y="3376"/>
                  </a:lnTo>
                  <a:lnTo>
                    <a:pt x="2717574" y="3425"/>
                  </a:lnTo>
                  <a:lnTo>
                    <a:pt x="2716502" y="3475"/>
                  </a:lnTo>
                  <a:lnTo>
                    <a:pt x="2715431" y="3524"/>
                  </a:lnTo>
                  <a:lnTo>
                    <a:pt x="2714359" y="3574"/>
                  </a:lnTo>
                  <a:lnTo>
                    <a:pt x="2713288" y="3625"/>
                  </a:lnTo>
                  <a:lnTo>
                    <a:pt x="2712216" y="3675"/>
                  </a:lnTo>
                  <a:lnTo>
                    <a:pt x="2711144" y="3726"/>
                  </a:lnTo>
                  <a:lnTo>
                    <a:pt x="2710073" y="3777"/>
                  </a:lnTo>
                  <a:lnTo>
                    <a:pt x="2709001" y="3829"/>
                  </a:lnTo>
                  <a:lnTo>
                    <a:pt x="2707930" y="3881"/>
                  </a:lnTo>
                  <a:lnTo>
                    <a:pt x="2706858" y="3933"/>
                  </a:lnTo>
                  <a:lnTo>
                    <a:pt x="2705786" y="3985"/>
                  </a:lnTo>
                  <a:lnTo>
                    <a:pt x="2704715" y="4038"/>
                  </a:lnTo>
                  <a:lnTo>
                    <a:pt x="2703643" y="4091"/>
                  </a:lnTo>
                  <a:lnTo>
                    <a:pt x="2702572" y="4145"/>
                  </a:lnTo>
                  <a:lnTo>
                    <a:pt x="2701500" y="4199"/>
                  </a:lnTo>
                  <a:lnTo>
                    <a:pt x="2700428" y="4253"/>
                  </a:lnTo>
                  <a:lnTo>
                    <a:pt x="2699357" y="4307"/>
                  </a:lnTo>
                  <a:lnTo>
                    <a:pt x="2698285" y="4362"/>
                  </a:lnTo>
                  <a:lnTo>
                    <a:pt x="2697214" y="4417"/>
                  </a:lnTo>
                  <a:lnTo>
                    <a:pt x="2696142" y="4472"/>
                  </a:lnTo>
                  <a:lnTo>
                    <a:pt x="2695070" y="4528"/>
                  </a:lnTo>
                  <a:lnTo>
                    <a:pt x="2693999" y="4584"/>
                  </a:lnTo>
                  <a:lnTo>
                    <a:pt x="2692927" y="4640"/>
                  </a:lnTo>
                  <a:lnTo>
                    <a:pt x="2691856" y="4697"/>
                  </a:lnTo>
                  <a:lnTo>
                    <a:pt x="2690784" y="4754"/>
                  </a:lnTo>
                  <a:lnTo>
                    <a:pt x="2689712" y="4811"/>
                  </a:lnTo>
                  <a:lnTo>
                    <a:pt x="2688641" y="4868"/>
                  </a:lnTo>
                  <a:lnTo>
                    <a:pt x="2687569" y="4926"/>
                  </a:lnTo>
                  <a:lnTo>
                    <a:pt x="2686498" y="4984"/>
                  </a:lnTo>
                  <a:lnTo>
                    <a:pt x="2685426" y="5043"/>
                  </a:lnTo>
                  <a:lnTo>
                    <a:pt x="2684354" y="5101"/>
                  </a:lnTo>
                  <a:lnTo>
                    <a:pt x="2683283" y="5160"/>
                  </a:lnTo>
                  <a:lnTo>
                    <a:pt x="2682211" y="5220"/>
                  </a:lnTo>
                  <a:lnTo>
                    <a:pt x="2681140" y="5279"/>
                  </a:lnTo>
                  <a:lnTo>
                    <a:pt x="2680068" y="5339"/>
                  </a:lnTo>
                  <a:lnTo>
                    <a:pt x="2678996" y="5399"/>
                  </a:lnTo>
                  <a:lnTo>
                    <a:pt x="2677925" y="5460"/>
                  </a:lnTo>
                  <a:lnTo>
                    <a:pt x="2676853" y="5521"/>
                  </a:lnTo>
                  <a:lnTo>
                    <a:pt x="2675782" y="5582"/>
                  </a:lnTo>
                  <a:lnTo>
                    <a:pt x="2674710" y="5643"/>
                  </a:lnTo>
                  <a:lnTo>
                    <a:pt x="2673638" y="5705"/>
                  </a:lnTo>
                  <a:lnTo>
                    <a:pt x="2672567" y="5767"/>
                  </a:lnTo>
                  <a:lnTo>
                    <a:pt x="2671495" y="5829"/>
                  </a:lnTo>
                  <a:lnTo>
                    <a:pt x="2670424" y="5892"/>
                  </a:lnTo>
                  <a:lnTo>
                    <a:pt x="2669352" y="5955"/>
                  </a:lnTo>
                  <a:lnTo>
                    <a:pt x="2668280" y="6018"/>
                  </a:lnTo>
                  <a:lnTo>
                    <a:pt x="2667209" y="6082"/>
                  </a:lnTo>
                  <a:lnTo>
                    <a:pt x="2666137" y="6146"/>
                  </a:lnTo>
                  <a:lnTo>
                    <a:pt x="2665066" y="6210"/>
                  </a:lnTo>
                  <a:lnTo>
                    <a:pt x="2663994" y="6274"/>
                  </a:lnTo>
                  <a:lnTo>
                    <a:pt x="2662922" y="6339"/>
                  </a:lnTo>
                  <a:lnTo>
                    <a:pt x="2661851" y="6404"/>
                  </a:lnTo>
                  <a:lnTo>
                    <a:pt x="2660779" y="6469"/>
                  </a:lnTo>
                  <a:lnTo>
                    <a:pt x="2659708" y="6534"/>
                  </a:lnTo>
                  <a:lnTo>
                    <a:pt x="2658636" y="6600"/>
                  </a:lnTo>
                  <a:lnTo>
                    <a:pt x="2657565" y="6666"/>
                  </a:lnTo>
                  <a:lnTo>
                    <a:pt x="2656493" y="6733"/>
                  </a:lnTo>
                  <a:lnTo>
                    <a:pt x="2655421" y="6800"/>
                  </a:lnTo>
                  <a:lnTo>
                    <a:pt x="2654350" y="6867"/>
                  </a:lnTo>
                  <a:lnTo>
                    <a:pt x="2653278" y="6934"/>
                  </a:lnTo>
                  <a:lnTo>
                    <a:pt x="2652207" y="7001"/>
                  </a:lnTo>
                  <a:lnTo>
                    <a:pt x="2651135" y="7069"/>
                  </a:lnTo>
                  <a:lnTo>
                    <a:pt x="2650063" y="7137"/>
                  </a:lnTo>
                  <a:lnTo>
                    <a:pt x="2648992" y="7206"/>
                  </a:lnTo>
                  <a:lnTo>
                    <a:pt x="2647920" y="7275"/>
                  </a:lnTo>
                  <a:lnTo>
                    <a:pt x="2646849" y="7344"/>
                  </a:lnTo>
                  <a:lnTo>
                    <a:pt x="2645777" y="7413"/>
                  </a:lnTo>
                  <a:lnTo>
                    <a:pt x="2644705" y="7482"/>
                  </a:lnTo>
                  <a:lnTo>
                    <a:pt x="2643634" y="7552"/>
                  </a:lnTo>
                  <a:lnTo>
                    <a:pt x="2642562" y="7622"/>
                  </a:lnTo>
                  <a:lnTo>
                    <a:pt x="2641491" y="7693"/>
                  </a:lnTo>
                  <a:lnTo>
                    <a:pt x="2640419" y="7763"/>
                  </a:lnTo>
                  <a:lnTo>
                    <a:pt x="2639347" y="7834"/>
                  </a:lnTo>
                  <a:lnTo>
                    <a:pt x="2638276" y="7906"/>
                  </a:lnTo>
                  <a:lnTo>
                    <a:pt x="2637204" y="7977"/>
                  </a:lnTo>
                  <a:lnTo>
                    <a:pt x="2636133" y="8049"/>
                  </a:lnTo>
                  <a:lnTo>
                    <a:pt x="2635061" y="8121"/>
                  </a:lnTo>
                  <a:lnTo>
                    <a:pt x="2633989" y="8193"/>
                  </a:lnTo>
                  <a:lnTo>
                    <a:pt x="2632918" y="8266"/>
                  </a:lnTo>
                  <a:lnTo>
                    <a:pt x="2631846" y="8339"/>
                  </a:lnTo>
                  <a:lnTo>
                    <a:pt x="2630775" y="8412"/>
                  </a:lnTo>
                  <a:lnTo>
                    <a:pt x="2629703" y="8486"/>
                  </a:lnTo>
                  <a:lnTo>
                    <a:pt x="2628631" y="8559"/>
                  </a:lnTo>
                  <a:lnTo>
                    <a:pt x="2627560" y="8633"/>
                  </a:lnTo>
                  <a:lnTo>
                    <a:pt x="2626488" y="8708"/>
                  </a:lnTo>
                  <a:lnTo>
                    <a:pt x="2625417" y="8782"/>
                  </a:lnTo>
                  <a:lnTo>
                    <a:pt x="2624345" y="8857"/>
                  </a:lnTo>
                  <a:lnTo>
                    <a:pt x="2623273" y="8932"/>
                  </a:lnTo>
                  <a:lnTo>
                    <a:pt x="2622202" y="9007"/>
                  </a:lnTo>
                  <a:lnTo>
                    <a:pt x="2621130" y="9083"/>
                  </a:lnTo>
                  <a:lnTo>
                    <a:pt x="2620059" y="9159"/>
                  </a:lnTo>
                  <a:lnTo>
                    <a:pt x="2618987" y="9235"/>
                  </a:lnTo>
                  <a:lnTo>
                    <a:pt x="2617915" y="9312"/>
                  </a:lnTo>
                  <a:lnTo>
                    <a:pt x="2616844" y="9388"/>
                  </a:lnTo>
                  <a:lnTo>
                    <a:pt x="2615772" y="9465"/>
                  </a:lnTo>
                  <a:lnTo>
                    <a:pt x="2614701" y="9542"/>
                  </a:lnTo>
                  <a:lnTo>
                    <a:pt x="2613629" y="9620"/>
                  </a:lnTo>
                  <a:lnTo>
                    <a:pt x="2612557" y="9698"/>
                  </a:lnTo>
                  <a:lnTo>
                    <a:pt x="2611486" y="9776"/>
                  </a:lnTo>
                  <a:lnTo>
                    <a:pt x="2610414" y="9854"/>
                  </a:lnTo>
                  <a:lnTo>
                    <a:pt x="2609343" y="9933"/>
                  </a:lnTo>
                  <a:lnTo>
                    <a:pt x="2608271" y="10011"/>
                  </a:lnTo>
                  <a:lnTo>
                    <a:pt x="2607199" y="10090"/>
                  </a:lnTo>
                  <a:lnTo>
                    <a:pt x="2606128" y="10170"/>
                  </a:lnTo>
                  <a:lnTo>
                    <a:pt x="2605056" y="10249"/>
                  </a:lnTo>
                  <a:lnTo>
                    <a:pt x="2603985" y="10329"/>
                  </a:lnTo>
                  <a:lnTo>
                    <a:pt x="2602913" y="10409"/>
                  </a:lnTo>
                  <a:lnTo>
                    <a:pt x="2601841" y="10490"/>
                  </a:lnTo>
                  <a:lnTo>
                    <a:pt x="2600770" y="10570"/>
                  </a:lnTo>
                  <a:lnTo>
                    <a:pt x="2599698" y="10651"/>
                  </a:lnTo>
                  <a:lnTo>
                    <a:pt x="2598627" y="10732"/>
                  </a:lnTo>
                  <a:lnTo>
                    <a:pt x="2597555" y="10814"/>
                  </a:lnTo>
                  <a:lnTo>
                    <a:pt x="2596483" y="10896"/>
                  </a:lnTo>
                  <a:lnTo>
                    <a:pt x="2595412" y="10977"/>
                  </a:lnTo>
                  <a:lnTo>
                    <a:pt x="2594340" y="11060"/>
                  </a:lnTo>
                  <a:lnTo>
                    <a:pt x="2593269" y="11142"/>
                  </a:lnTo>
                  <a:lnTo>
                    <a:pt x="2592197" y="11225"/>
                  </a:lnTo>
                  <a:lnTo>
                    <a:pt x="2591125" y="11308"/>
                  </a:lnTo>
                  <a:lnTo>
                    <a:pt x="2590054" y="11391"/>
                  </a:lnTo>
                  <a:lnTo>
                    <a:pt x="2588982" y="11474"/>
                  </a:lnTo>
                  <a:lnTo>
                    <a:pt x="2587911" y="11558"/>
                  </a:lnTo>
                  <a:lnTo>
                    <a:pt x="2586839" y="11642"/>
                  </a:lnTo>
                  <a:lnTo>
                    <a:pt x="2585767" y="11726"/>
                  </a:lnTo>
                  <a:lnTo>
                    <a:pt x="2584696" y="11811"/>
                  </a:lnTo>
                  <a:lnTo>
                    <a:pt x="2583624" y="11895"/>
                  </a:lnTo>
                  <a:lnTo>
                    <a:pt x="2582553" y="11980"/>
                  </a:lnTo>
                  <a:lnTo>
                    <a:pt x="2581481" y="12066"/>
                  </a:lnTo>
                  <a:lnTo>
                    <a:pt x="2580409" y="12151"/>
                  </a:lnTo>
                  <a:lnTo>
                    <a:pt x="2579338" y="12237"/>
                  </a:lnTo>
                  <a:lnTo>
                    <a:pt x="2578266" y="12323"/>
                  </a:lnTo>
                  <a:lnTo>
                    <a:pt x="2577195" y="12409"/>
                  </a:lnTo>
                  <a:lnTo>
                    <a:pt x="2576123" y="12496"/>
                  </a:lnTo>
                  <a:lnTo>
                    <a:pt x="2575051" y="12582"/>
                  </a:lnTo>
                  <a:lnTo>
                    <a:pt x="2573980" y="12669"/>
                  </a:lnTo>
                  <a:lnTo>
                    <a:pt x="2572908" y="12756"/>
                  </a:lnTo>
                  <a:lnTo>
                    <a:pt x="2571837" y="12844"/>
                  </a:lnTo>
                  <a:lnTo>
                    <a:pt x="2570765" y="12931"/>
                  </a:lnTo>
                  <a:lnTo>
                    <a:pt x="2569693" y="13019"/>
                  </a:lnTo>
                  <a:lnTo>
                    <a:pt x="2568622" y="13108"/>
                  </a:lnTo>
                  <a:lnTo>
                    <a:pt x="2567550" y="13196"/>
                  </a:lnTo>
                  <a:lnTo>
                    <a:pt x="2566479" y="13285"/>
                  </a:lnTo>
                  <a:lnTo>
                    <a:pt x="2565407" y="13374"/>
                  </a:lnTo>
                  <a:lnTo>
                    <a:pt x="2564335" y="13463"/>
                  </a:lnTo>
                  <a:lnTo>
                    <a:pt x="2563264" y="13552"/>
                  </a:lnTo>
                  <a:lnTo>
                    <a:pt x="2562192" y="13642"/>
                  </a:lnTo>
                  <a:lnTo>
                    <a:pt x="2561121" y="13732"/>
                  </a:lnTo>
                  <a:lnTo>
                    <a:pt x="2560049" y="13822"/>
                  </a:lnTo>
                  <a:lnTo>
                    <a:pt x="2558977" y="13912"/>
                  </a:lnTo>
                  <a:lnTo>
                    <a:pt x="2557906" y="14003"/>
                  </a:lnTo>
                  <a:lnTo>
                    <a:pt x="2556834" y="14094"/>
                  </a:lnTo>
                  <a:lnTo>
                    <a:pt x="2555763" y="14185"/>
                  </a:lnTo>
                  <a:lnTo>
                    <a:pt x="2554691" y="14276"/>
                  </a:lnTo>
                  <a:lnTo>
                    <a:pt x="2553619" y="14367"/>
                  </a:lnTo>
                  <a:lnTo>
                    <a:pt x="2552548" y="14459"/>
                  </a:lnTo>
                  <a:lnTo>
                    <a:pt x="2551476" y="14551"/>
                  </a:lnTo>
                  <a:lnTo>
                    <a:pt x="2550405" y="14643"/>
                  </a:lnTo>
                  <a:lnTo>
                    <a:pt x="2549333" y="14736"/>
                  </a:lnTo>
                  <a:lnTo>
                    <a:pt x="2548261" y="14829"/>
                  </a:lnTo>
                  <a:lnTo>
                    <a:pt x="2547190" y="14922"/>
                  </a:lnTo>
                  <a:lnTo>
                    <a:pt x="2546118" y="15015"/>
                  </a:lnTo>
                  <a:lnTo>
                    <a:pt x="2545047" y="15108"/>
                  </a:lnTo>
                  <a:lnTo>
                    <a:pt x="2543975" y="15202"/>
                  </a:lnTo>
                  <a:lnTo>
                    <a:pt x="2542903" y="15296"/>
                  </a:lnTo>
                  <a:lnTo>
                    <a:pt x="2541832" y="15390"/>
                  </a:lnTo>
                  <a:lnTo>
                    <a:pt x="2540760" y="15484"/>
                  </a:lnTo>
                  <a:lnTo>
                    <a:pt x="2539689" y="15579"/>
                  </a:lnTo>
                  <a:lnTo>
                    <a:pt x="2538617" y="15674"/>
                  </a:lnTo>
                  <a:lnTo>
                    <a:pt x="2537545" y="15769"/>
                  </a:lnTo>
                  <a:lnTo>
                    <a:pt x="2536474" y="15864"/>
                  </a:lnTo>
                  <a:lnTo>
                    <a:pt x="2535402" y="15960"/>
                  </a:lnTo>
                  <a:lnTo>
                    <a:pt x="2534331" y="16055"/>
                  </a:lnTo>
                  <a:lnTo>
                    <a:pt x="2533259" y="16151"/>
                  </a:lnTo>
                  <a:lnTo>
                    <a:pt x="2532187" y="16247"/>
                  </a:lnTo>
                  <a:lnTo>
                    <a:pt x="2531116" y="16344"/>
                  </a:lnTo>
                  <a:lnTo>
                    <a:pt x="2530044" y="16440"/>
                  </a:lnTo>
                  <a:lnTo>
                    <a:pt x="2528973" y="16537"/>
                  </a:lnTo>
                  <a:lnTo>
                    <a:pt x="2527901" y="16634"/>
                  </a:lnTo>
                  <a:lnTo>
                    <a:pt x="2526829" y="16732"/>
                  </a:lnTo>
                  <a:lnTo>
                    <a:pt x="2525758" y="16829"/>
                  </a:lnTo>
                  <a:lnTo>
                    <a:pt x="2524686" y="16927"/>
                  </a:lnTo>
                  <a:lnTo>
                    <a:pt x="2523615" y="17025"/>
                  </a:lnTo>
                  <a:lnTo>
                    <a:pt x="2522543" y="17123"/>
                  </a:lnTo>
                  <a:lnTo>
                    <a:pt x="2521471" y="17222"/>
                  </a:lnTo>
                  <a:lnTo>
                    <a:pt x="2520400" y="17321"/>
                  </a:lnTo>
                  <a:lnTo>
                    <a:pt x="2519328" y="17419"/>
                  </a:lnTo>
                  <a:lnTo>
                    <a:pt x="2518257" y="17519"/>
                  </a:lnTo>
                  <a:lnTo>
                    <a:pt x="2517185" y="17618"/>
                  </a:lnTo>
                  <a:lnTo>
                    <a:pt x="2516113" y="17717"/>
                  </a:lnTo>
                  <a:lnTo>
                    <a:pt x="2515042" y="17817"/>
                  </a:lnTo>
                  <a:lnTo>
                    <a:pt x="2513970" y="17917"/>
                  </a:lnTo>
                  <a:lnTo>
                    <a:pt x="2512899" y="18017"/>
                  </a:lnTo>
                  <a:lnTo>
                    <a:pt x="2511827" y="18118"/>
                  </a:lnTo>
                  <a:lnTo>
                    <a:pt x="2510755" y="18219"/>
                  </a:lnTo>
                  <a:lnTo>
                    <a:pt x="2509684" y="18320"/>
                  </a:lnTo>
                  <a:lnTo>
                    <a:pt x="2508612" y="18421"/>
                  </a:lnTo>
                  <a:lnTo>
                    <a:pt x="2507541" y="18522"/>
                  </a:lnTo>
                  <a:lnTo>
                    <a:pt x="2506469" y="18624"/>
                  </a:lnTo>
                  <a:lnTo>
                    <a:pt x="2505397" y="18725"/>
                  </a:lnTo>
                  <a:lnTo>
                    <a:pt x="2504326" y="18827"/>
                  </a:lnTo>
                  <a:lnTo>
                    <a:pt x="2503254" y="18929"/>
                  </a:lnTo>
                  <a:lnTo>
                    <a:pt x="2502183" y="19032"/>
                  </a:lnTo>
                  <a:lnTo>
                    <a:pt x="2501111" y="19135"/>
                  </a:lnTo>
                  <a:lnTo>
                    <a:pt x="2500039" y="19237"/>
                  </a:lnTo>
                  <a:lnTo>
                    <a:pt x="2498968" y="19341"/>
                  </a:lnTo>
                  <a:lnTo>
                    <a:pt x="2497896" y="19444"/>
                  </a:lnTo>
                  <a:lnTo>
                    <a:pt x="2496825" y="19547"/>
                  </a:lnTo>
                  <a:lnTo>
                    <a:pt x="2495753" y="19651"/>
                  </a:lnTo>
                  <a:lnTo>
                    <a:pt x="2494681" y="19755"/>
                  </a:lnTo>
                  <a:lnTo>
                    <a:pt x="2493610" y="19859"/>
                  </a:lnTo>
                  <a:lnTo>
                    <a:pt x="2492538" y="19963"/>
                  </a:lnTo>
                  <a:lnTo>
                    <a:pt x="2491467" y="20068"/>
                  </a:lnTo>
                  <a:lnTo>
                    <a:pt x="2490395" y="20173"/>
                  </a:lnTo>
                  <a:lnTo>
                    <a:pt x="2489323" y="20278"/>
                  </a:lnTo>
                  <a:lnTo>
                    <a:pt x="2488252" y="20383"/>
                  </a:lnTo>
                  <a:lnTo>
                    <a:pt x="2487180" y="20489"/>
                  </a:lnTo>
                  <a:lnTo>
                    <a:pt x="2486109" y="20594"/>
                  </a:lnTo>
                  <a:lnTo>
                    <a:pt x="2485037" y="20700"/>
                  </a:lnTo>
                  <a:lnTo>
                    <a:pt x="2483966" y="20806"/>
                  </a:lnTo>
                  <a:lnTo>
                    <a:pt x="2482894" y="20912"/>
                  </a:lnTo>
                  <a:lnTo>
                    <a:pt x="2481822" y="21019"/>
                  </a:lnTo>
                  <a:lnTo>
                    <a:pt x="2480751" y="21126"/>
                  </a:lnTo>
                  <a:lnTo>
                    <a:pt x="2479679" y="21232"/>
                  </a:lnTo>
                  <a:lnTo>
                    <a:pt x="2478608" y="21340"/>
                  </a:lnTo>
                  <a:lnTo>
                    <a:pt x="2477536" y="21447"/>
                  </a:lnTo>
                  <a:lnTo>
                    <a:pt x="2476464" y="21554"/>
                  </a:lnTo>
                  <a:lnTo>
                    <a:pt x="2475393" y="21662"/>
                  </a:lnTo>
                  <a:lnTo>
                    <a:pt x="2474321" y="21770"/>
                  </a:lnTo>
                  <a:lnTo>
                    <a:pt x="2473250" y="21878"/>
                  </a:lnTo>
                  <a:lnTo>
                    <a:pt x="2472178" y="21987"/>
                  </a:lnTo>
                  <a:lnTo>
                    <a:pt x="2471106" y="22095"/>
                  </a:lnTo>
                  <a:lnTo>
                    <a:pt x="2470035" y="22204"/>
                  </a:lnTo>
                  <a:lnTo>
                    <a:pt x="2468963" y="22313"/>
                  </a:lnTo>
                  <a:lnTo>
                    <a:pt x="2467892" y="22422"/>
                  </a:lnTo>
                  <a:lnTo>
                    <a:pt x="2466820" y="22532"/>
                  </a:lnTo>
                  <a:lnTo>
                    <a:pt x="2465748" y="22641"/>
                  </a:lnTo>
                  <a:lnTo>
                    <a:pt x="2464677" y="22751"/>
                  </a:lnTo>
                  <a:lnTo>
                    <a:pt x="2463605" y="22861"/>
                  </a:lnTo>
                  <a:lnTo>
                    <a:pt x="2462534" y="22971"/>
                  </a:lnTo>
                  <a:lnTo>
                    <a:pt x="2461462" y="23082"/>
                  </a:lnTo>
                  <a:lnTo>
                    <a:pt x="2460390" y="23192"/>
                  </a:lnTo>
                  <a:lnTo>
                    <a:pt x="2459319" y="23303"/>
                  </a:lnTo>
                  <a:lnTo>
                    <a:pt x="2458247" y="23414"/>
                  </a:lnTo>
                  <a:lnTo>
                    <a:pt x="2457176" y="23526"/>
                  </a:lnTo>
                  <a:lnTo>
                    <a:pt x="2456104" y="23637"/>
                  </a:lnTo>
                  <a:lnTo>
                    <a:pt x="2455032" y="23749"/>
                  </a:lnTo>
                  <a:lnTo>
                    <a:pt x="2453961" y="23861"/>
                  </a:lnTo>
                  <a:lnTo>
                    <a:pt x="2452889" y="23973"/>
                  </a:lnTo>
                  <a:lnTo>
                    <a:pt x="2451818" y="24085"/>
                  </a:lnTo>
                  <a:lnTo>
                    <a:pt x="2450746" y="24197"/>
                  </a:lnTo>
                  <a:lnTo>
                    <a:pt x="2449674" y="24310"/>
                  </a:lnTo>
                  <a:lnTo>
                    <a:pt x="2448603" y="24423"/>
                  </a:lnTo>
                  <a:lnTo>
                    <a:pt x="2447531" y="24536"/>
                  </a:lnTo>
                  <a:lnTo>
                    <a:pt x="2446460" y="24649"/>
                  </a:lnTo>
                  <a:lnTo>
                    <a:pt x="2445388" y="24763"/>
                  </a:lnTo>
                  <a:lnTo>
                    <a:pt x="2444316" y="24877"/>
                  </a:lnTo>
                  <a:lnTo>
                    <a:pt x="2443245" y="24990"/>
                  </a:lnTo>
                  <a:lnTo>
                    <a:pt x="2442173" y="25105"/>
                  </a:lnTo>
                  <a:lnTo>
                    <a:pt x="2441102" y="25219"/>
                  </a:lnTo>
                  <a:lnTo>
                    <a:pt x="2440030" y="25333"/>
                  </a:lnTo>
                  <a:lnTo>
                    <a:pt x="2438958" y="25448"/>
                  </a:lnTo>
                  <a:lnTo>
                    <a:pt x="2437887" y="25563"/>
                  </a:lnTo>
                  <a:lnTo>
                    <a:pt x="2436815" y="25678"/>
                  </a:lnTo>
                  <a:lnTo>
                    <a:pt x="2435744" y="25793"/>
                  </a:lnTo>
                  <a:lnTo>
                    <a:pt x="2434672" y="25909"/>
                  </a:lnTo>
                  <a:lnTo>
                    <a:pt x="2433600" y="26025"/>
                  </a:lnTo>
                  <a:lnTo>
                    <a:pt x="2432529" y="26140"/>
                  </a:lnTo>
                  <a:lnTo>
                    <a:pt x="2431457" y="26256"/>
                  </a:lnTo>
                  <a:lnTo>
                    <a:pt x="2430386" y="26373"/>
                  </a:lnTo>
                  <a:lnTo>
                    <a:pt x="2429314" y="26489"/>
                  </a:lnTo>
                  <a:lnTo>
                    <a:pt x="2428242" y="26606"/>
                  </a:lnTo>
                  <a:lnTo>
                    <a:pt x="2427171" y="26723"/>
                  </a:lnTo>
                  <a:lnTo>
                    <a:pt x="2426099" y="26840"/>
                  </a:lnTo>
                  <a:lnTo>
                    <a:pt x="2425028" y="26957"/>
                  </a:lnTo>
                  <a:lnTo>
                    <a:pt x="2423956" y="27075"/>
                  </a:lnTo>
                  <a:lnTo>
                    <a:pt x="2422884" y="27192"/>
                  </a:lnTo>
                  <a:lnTo>
                    <a:pt x="2421813" y="27310"/>
                  </a:lnTo>
                  <a:lnTo>
                    <a:pt x="2420741" y="27428"/>
                  </a:lnTo>
                  <a:lnTo>
                    <a:pt x="2419670" y="27547"/>
                  </a:lnTo>
                  <a:lnTo>
                    <a:pt x="2418598" y="27665"/>
                  </a:lnTo>
                  <a:lnTo>
                    <a:pt x="2417526" y="27784"/>
                  </a:lnTo>
                  <a:lnTo>
                    <a:pt x="2416455" y="27903"/>
                  </a:lnTo>
                  <a:lnTo>
                    <a:pt x="2415383" y="28022"/>
                  </a:lnTo>
                  <a:lnTo>
                    <a:pt x="2414312" y="28141"/>
                  </a:lnTo>
                  <a:lnTo>
                    <a:pt x="2413240" y="28260"/>
                  </a:lnTo>
                  <a:lnTo>
                    <a:pt x="2412168" y="28380"/>
                  </a:lnTo>
                  <a:lnTo>
                    <a:pt x="2411097" y="28500"/>
                  </a:lnTo>
                  <a:lnTo>
                    <a:pt x="2410025" y="28620"/>
                  </a:lnTo>
                  <a:lnTo>
                    <a:pt x="2408954" y="28740"/>
                  </a:lnTo>
                  <a:lnTo>
                    <a:pt x="2407882" y="28860"/>
                  </a:lnTo>
                  <a:lnTo>
                    <a:pt x="2406810" y="28981"/>
                  </a:lnTo>
                  <a:lnTo>
                    <a:pt x="2405739" y="29102"/>
                  </a:lnTo>
                  <a:lnTo>
                    <a:pt x="2404667" y="29223"/>
                  </a:lnTo>
                  <a:lnTo>
                    <a:pt x="2403596" y="29344"/>
                  </a:lnTo>
                  <a:lnTo>
                    <a:pt x="2402524" y="29465"/>
                  </a:lnTo>
                  <a:lnTo>
                    <a:pt x="2401452" y="29587"/>
                  </a:lnTo>
                  <a:lnTo>
                    <a:pt x="2400381" y="29709"/>
                  </a:lnTo>
                  <a:lnTo>
                    <a:pt x="2399309" y="29831"/>
                  </a:lnTo>
                  <a:lnTo>
                    <a:pt x="2398238" y="29953"/>
                  </a:lnTo>
                  <a:lnTo>
                    <a:pt x="2397166" y="30075"/>
                  </a:lnTo>
                  <a:lnTo>
                    <a:pt x="2396094" y="30198"/>
                  </a:lnTo>
                  <a:lnTo>
                    <a:pt x="2395023" y="30321"/>
                  </a:lnTo>
                  <a:lnTo>
                    <a:pt x="2393951" y="30444"/>
                  </a:lnTo>
                  <a:lnTo>
                    <a:pt x="2392880" y="30567"/>
                  </a:lnTo>
                  <a:lnTo>
                    <a:pt x="2391808" y="30690"/>
                  </a:lnTo>
                  <a:lnTo>
                    <a:pt x="2390736" y="30814"/>
                  </a:lnTo>
                  <a:lnTo>
                    <a:pt x="2389665" y="30937"/>
                  </a:lnTo>
                  <a:lnTo>
                    <a:pt x="2388593" y="31061"/>
                  </a:lnTo>
                  <a:lnTo>
                    <a:pt x="2387522" y="31185"/>
                  </a:lnTo>
                  <a:lnTo>
                    <a:pt x="2386450" y="31310"/>
                  </a:lnTo>
                  <a:lnTo>
                    <a:pt x="2385378" y="31434"/>
                  </a:lnTo>
                  <a:lnTo>
                    <a:pt x="2384307" y="31559"/>
                  </a:lnTo>
                  <a:lnTo>
                    <a:pt x="2383235" y="31684"/>
                  </a:lnTo>
                  <a:lnTo>
                    <a:pt x="2382164" y="31809"/>
                  </a:lnTo>
                  <a:lnTo>
                    <a:pt x="2381092" y="31934"/>
                  </a:lnTo>
                  <a:lnTo>
                    <a:pt x="2380020" y="32060"/>
                  </a:lnTo>
                  <a:lnTo>
                    <a:pt x="2378949" y="32185"/>
                  </a:lnTo>
                  <a:lnTo>
                    <a:pt x="2377877" y="32311"/>
                  </a:lnTo>
                  <a:lnTo>
                    <a:pt x="2376806" y="32437"/>
                  </a:lnTo>
                  <a:lnTo>
                    <a:pt x="2375734" y="32564"/>
                  </a:lnTo>
                  <a:lnTo>
                    <a:pt x="2374662" y="32690"/>
                  </a:lnTo>
                  <a:lnTo>
                    <a:pt x="2373591" y="32817"/>
                  </a:lnTo>
                  <a:lnTo>
                    <a:pt x="2372519" y="32943"/>
                  </a:lnTo>
                  <a:lnTo>
                    <a:pt x="2371448" y="33071"/>
                  </a:lnTo>
                  <a:lnTo>
                    <a:pt x="2370376" y="33198"/>
                  </a:lnTo>
                  <a:lnTo>
                    <a:pt x="2369304" y="33325"/>
                  </a:lnTo>
                  <a:lnTo>
                    <a:pt x="2368233" y="33453"/>
                  </a:lnTo>
                  <a:lnTo>
                    <a:pt x="2367161" y="33581"/>
                  </a:lnTo>
                  <a:lnTo>
                    <a:pt x="2366090" y="33709"/>
                  </a:lnTo>
                  <a:lnTo>
                    <a:pt x="2365018" y="33837"/>
                  </a:lnTo>
                  <a:lnTo>
                    <a:pt x="2363946" y="33965"/>
                  </a:lnTo>
                  <a:lnTo>
                    <a:pt x="2362875" y="34094"/>
                  </a:lnTo>
                  <a:lnTo>
                    <a:pt x="2361803" y="34222"/>
                  </a:lnTo>
                  <a:lnTo>
                    <a:pt x="2360732" y="34351"/>
                  </a:lnTo>
                  <a:lnTo>
                    <a:pt x="2359660" y="34481"/>
                  </a:lnTo>
                  <a:lnTo>
                    <a:pt x="2358588" y="34610"/>
                  </a:lnTo>
                  <a:lnTo>
                    <a:pt x="2357517" y="34740"/>
                  </a:lnTo>
                  <a:lnTo>
                    <a:pt x="2356445" y="34869"/>
                  </a:lnTo>
                  <a:lnTo>
                    <a:pt x="2355374" y="34999"/>
                  </a:lnTo>
                  <a:lnTo>
                    <a:pt x="2354302" y="35129"/>
                  </a:lnTo>
                  <a:lnTo>
                    <a:pt x="2353230" y="35260"/>
                  </a:lnTo>
                  <a:lnTo>
                    <a:pt x="2352159" y="35390"/>
                  </a:lnTo>
                  <a:lnTo>
                    <a:pt x="2351087" y="35521"/>
                  </a:lnTo>
                  <a:lnTo>
                    <a:pt x="2350016" y="35652"/>
                  </a:lnTo>
                  <a:lnTo>
                    <a:pt x="2348944" y="35783"/>
                  </a:lnTo>
                  <a:lnTo>
                    <a:pt x="2347872" y="35914"/>
                  </a:lnTo>
                  <a:lnTo>
                    <a:pt x="2346801" y="36046"/>
                  </a:lnTo>
                  <a:lnTo>
                    <a:pt x="2345729" y="36177"/>
                  </a:lnTo>
                  <a:lnTo>
                    <a:pt x="2344658" y="36309"/>
                  </a:lnTo>
                  <a:lnTo>
                    <a:pt x="2343586" y="36441"/>
                  </a:lnTo>
                  <a:lnTo>
                    <a:pt x="2342514" y="36574"/>
                  </a:lnTo>
                  <a:lnTo>
                    <a:pt x="2341443" y="36706"/>
                  </a:lnTo>
                  <a:lnTo>
                    <a:pt x="2340371" y="36839"/>
                  </a:lnTo>
                  <a:lnTo>
                    <a:pt x="2339300" y="36972"/>
                  </a:lnTo>
                  <a:lnTo>
                    <a:pt x="2338228" y="37105"/>
                  </a:lnTo>
                  <a:lnTo>
                    <a:pt x="2337156" y="37238"/>
                  </a:lnTo>
                  <a:lnTo>
                    <a:pt x="2336085" y="37372"/>
                  </a:lnTo>
                  <a:lnTo>
                    <a:pt x="2335013" y="37505"/>
                  </a:lnTo>
                  <a:lnTo>
                    <a:pt x="2333942" y="37639"/>
                  </a:lnTo>
                  <a:lnTo>
                    <a:pt x="2332870" y="37773"/>
                  </a:lnTo>
                  <a:lnTo>
                    <a:pt x="2331798" y="37907"/>
                  </a:lnTo>
                  <a:lnTo>
                    <a:pt x="2330727" y="38042"/>
                  </a:lnTo>
                  <a:lnTo>
                    <a:pt x="2329655" y="38177"/>
                  </a:lnTo>
                  <a:lnTo>
                    <a:pt x="2328584" y="38311"/>
                  </a:lnTo>
                  <a:lnTo>
                    <a:pt x="2327512" y="38446"/>
                  </a:lnTo>
                  <a:lnTo>
                    <a:pt x="2326440" y="38582"/>
                  </a:lnTo>
                  <a:lnTo>
                    <a:pt x="2325369" y="38717"/>
                  </a:lnTo>
                  <a:lnTo>
                    <a:pt x="2324297" y="38853"/>
                  </a:lnTo>
                  <a:lnTo>
                    <a:pt x="2323226" y="38989"/>
                  </a:lnTo>
                  <a:lnTo>
                    <a:pt x="2322154" y="39125"/>
                  </a:lnTo>
                  <a:lnTo>
                    <a:pt x="2321082" y="39261"/>
                  </a:lnTo>
                  <a:lnTo>
                    <a:pt x="2320011" y="39397"/>
                  </a:lnTo>
                  <a:lnTo>
                    <a:pt x="2318939" y="39534"/>
                  </a:lnTo>
                  <a:lnTo>
                    <a:pt x="2317868" y="39671"/>
                  </a:lnTo>
                  <a:lnTo>
                    <a:pt x="2316796" y="39808"/>
                  </a:lnTo>
                  <a:lnTo>
                    <a:pt x="2315724" y="39945"/>
                  </a:lnTo>
                  <a:lnTo>
                    <a:pt x="2314653" y="40083"/>
                  </a:lnTo>
                  <a:lnTo>
                    <a:pt x="2313581" y="40220"/>
                  </a:lnTo>
                  <a:lnTo>
                    <a:pt x="2312510" y="40358"/>
                  </a:lnTo>
                  <a:lnTo>
                    <a:pt x="2311438" y="40496"/>
                  </a:lnTo>
                  <a:lnTo>
                    <a:pt x="2310366" y="40635"/>
                  </a:lnTo>
                  <a:lnTo>
                    <a:pt x="2309295" y="40773"/>
                  </a:lnTo>
                  <a:lnTo>
                    <a:pt x="2308223" y="40912"/>
                  </a:lnTo>
                  <a:lnTo>
                    <a:pt x="2307152" y="41051"/>
                  </a:lnTo>
                  <a:lnTo>
                    <a:pt x="2306080" y="41190"/>
                  </a:lnTo>
                  <a:lnTo>
                    <a:pt x="2305009" y="41329"/>
                  </a:lnTo>
                  <a:lnTo>
                    <a:pt x="2303937" y="41469"/>
                  </a:lnTo>
                  <a:lnTo>
                    <a:pt x="2302865" y="41608"/>
                  </a:lnTo>
                  <a:lnTo>
                    <a:pt x="2301794" y="41748"/>
                  </a:lnTo>
                  <a:lnTo>
                    <a:pt x="2300722" y="41888"/>
                  </a:lnTo>
                  <a:lnTo>
                    <a:pt x="2299651" y="42029"/>
                  </a:lnTo>
                  <a:lnTo>
                    <a:pt x="2298579" y="42169"/>
                  </a:lnTo>
                  <a:lnTo>
                    <a:pt x="2297507" y="42310"/>
                  </a:lnTo>
                  <a:lnTo>
                    <a:pt x="2296436" y="42451"/>
                  </a:lnTo>
                  <a:lnTo>
                    <a:pt x="2295364" y="42592"/>
                  </a:lnTo>
                  <a:lnTo>
                    <a:pt x="2294293" y="42734"/>
                  </a:lnTo>
                  <a:lnTo>
                    <a:pt x="2293221" y="42875"/>
                  </a:lnTo>
                  <a:lnTo>
                    <a:pt x="2292149" y="43017"/>
                  </a:lnTo>
                  <a:lnTo>
                    <a:pt x="2291078" y="43159"/>
                  </a:lnTo>
                  <a:lnTo>
                    <a:pt x="2290006" y="43301"/>
                  </a:lnTo>
                  <a:lnTo>
                    <a:pt x="2288935" y="43444"/>
                  </a:lnTo>
                  <a:lnTo>
                    <a:pt x="2287863" y="43586"/>
                  </a:lnTo>
                  <a:lnTo>
                    <a:pt x="2286791" y="43729"/>
                  </a:lnTo>
                  <a:lnTo>
                    <a:pt x="2285720" y="43872"/>
                  </a:lnTo>
                  <a:lnTo>
                    <a:pt x="2284648" y="44016"/>
                  </a:lnTo>
                  <a:lnTo>
                    <a:pt x="2283577" y="44159"/>
                  </a:lnTo>
                  <a:lnTo>
                    <a:pt x="2282505" y="44303"/>
                  </a:lnTo>
                  <a:lnTo>
                    <a:pt x="2281433" y="44447"/>
                  </a:lnTo>
                  <a:lnTo>
                    <a:pt x="2280362" y="44591"/>
                  </a:lnTo>
                  <a:lnTo>
                    <a:pt x="2279290" y="44735"/>
                  </a:lnTo>
                  <a:lnTo>
                    <a:pt x="2278219" y="44880"/>
                  </a:lnTo>
                  <a:lnTo>
                    <a:pt x="2277147" y="45025"/>
                  </a:lnTo>
                  <a:lnTo>
                    <a:pt x="2276075" y="45170"/>
                  </a:lnTo>
                  <a:lnTo>
                    <a:pt x="2275004" y="45315"/>
                  </a:lnTo>
                  <a:lnTo>
                    <a:pt x="2273932" y="45460"/>
                  </a:lnTo>
                  <a:lnTo>
                    <a:pt x="2272861" y="45606"/>
                  </a:lnTo>
                  <a:lnTo>
                    <a:pt x="2271789" y="45752"/>
                  </a:lnTo>
                  <a:lnTo>
                    <a:pt x="2270717" y="45898"/>
                  </a:lnTo>
                  <a:lnTo>
                    <a:pt x="2269646" y="46045"/>
                  </a:lnTo>
                  <a:lnTo>
                    <a:pt x="2268574" y="46191"/>
                  </a:lnTo>
                  <a:lnTo>
                    <a:pt x="2267503" y="46338"/>
                  </a:lnTo>
                  <a:lnTo>
                    <a:pt x="2266431" y="46485"/>
                  </a:lnTo>
                  <a:lnTo>
                    <a:pt x="2265359" y="46632"/>
                  </a:lnTo>
                  <a:lnTo>
                    <a:pt x="2264288" y="46780"/>
                  </a:lnTo>
                  <a:lnTo>
                    <a:pt x="2263216" y="46928"/>
                  </a:lnTo>
                  <a:lnTo>
                    <a:pt x="2262145" y="47076"/>
                  </a:lnTo>
                  <a:lnTo>
                    <a:pt x="2261073" y="47224"/>
                  </a:lnTo>
                  <a:lnTo>
                    <a:pt x="2260001" y="47372"/>
                  </a:lnTo>
                  <a:lnTo>
                    <a:pt x="2258930" y="47521"/>
                  </a:lnTo>
                  <a:lnTo>
                    <a:pt x="2257858" y="47670"/>
                  </a:lnTo>
                  <a:lnTo>
                    <a:pt x="2256787" y="47819"/>
                  </a:lnTo>
                  <a:lnTo>
                    <a:pt x="2255715" y="47968"/>
                  </a:lnTo>
                  <a:lnTo>
                    <a:pt x="2254643" y="48118"/>
                  </a:lnTo>
                  <a:lnTo>
                    <a:pt x="2253572" y="48268"/>
                  </a:lnTo>
                  <a:lnTo>
                    <a:pt x="2252500" y="48418"/>
                  </a:lnTo>
                  <a:lnTo>
                    <a:pt x="2251429" y="48568"/>
                  </a:lnTo>
                  <a:lnTo>
                    <a:pt x="2250357" y="48718"/>
                  </a:lnTo>
                  <a:lnTo>
                    <a:pt x="2249285" y="48869"/>
                  </a:lnTo>
                  <a:lnTo>
                    <a:pt x="2248214" y="49020"/>
                  </a:lnTo>
                  <a:lnTo>
                    <a:pt x="2247142" y="49171"/>
                  </a:lnTo>
                  <a:lnTo>
                    <a:pt x="2246071" y="49323"/>
                  </a:lnTo>
                  <a:lnTo>
                    <a:pt x="2244999" y="49475"/>
                  </a:lnTo>
                  <a:lnTo>
                    <a:pt x="2243927" y="49627"/>
                  </a:lnTo>
                  <a:lnTo>
                    <a:pt x="2242856" y="49779"/>
                  </a:lnTo>
                  <a:lnTo>
                    <a:pt x="2241784" y="49931"/>
                  </a:lnTo>
                  <a:lnTo>
                    <a:pt x="2240713" y="50084"/>
                  </a:lnTo>
                  <a:lnTo>
                    <a:pt x="2239641" y="50237"/>
                  </a:lnTo>
                  <a:lnTo>
                    <a:pt x="2238569" y="50390"/>
                  </a:lnTo>
                  <a:lnTo>
                    <a:pt x="2237498" y="50544"/>
                  </a:lnTo>
                  <a:lnTo>
                    <a:pt x="2236426" y="50697"/>
                  </a:lnTo>
                  <a:lnTo>
                    <a:pt x="2235355" y="50851"/>
                  </a:lnTo>
                  <a:lnTo>
                    <a:pt x="2234283" y="51006"/>
                  </a:lnTo>
                  <a:lnTo>
                    <a:pt x="2233211" y="51160"/>
                  </a:lnTo>
                  <a:lnTo>
                    <a:pt x="2232140" y="51315"/>
                  </a:lnTo>
                  <a:lnTo>
                    <a:pt x="2231068" y="51470"/>
                  </a:lnTo>
                  <a:lnTo>
                    <a:pt x="2229997" y="51625"/>
                  </a:lnTo>
                  <a:lnTo>
                    <a:pt x="2228925" y="51781"/>
                  </a:lnTo>
                  <a:lnTo>
                    <a:pt x="2227853" y="51937"/>
                  </a:lnTo>
                  <a:lnTo>
                    <a:pt x="2226782" y="52093"/>
                  </a:lnTo>
                  <a:lnTo>
                    <a:pt x="2225710" y="52249"/>
                  </a:lnTo>
                  <a:lnTo>
                    <a:pt x="2224639" y="52405"/>
                  </a:lnTo>
                  <a:lnTo>
                    <a:pt x="2223567" y="52562"/>
                  </a:lnTo>
                  <a:lnTo>
                    <a:pt x="2222495" y="52719"/>
                  </a:lnTo>
                  <a:lnTo>
                    <a:pt x="2221424" y="52877"/>
                  </a:lnTo>
                  <a:lnTo>
                    <a:pt x="2220352" y="53034"/>
                  </a:lnTo>
                  <a:lnTo>
                    <a:pt x="2219281" y="53192"/>
                  </a:lnTo>
                  <a:lnTo>
                    <a:pt x="2218209" y="53351"/>
                  </a:lnTo>
                  <a:lnTo>
                    <a:pt x="2217137" y="53509"/>
                  </a:lnTo>
                  <a:lnTo>
                    <a:pt x="2216066" y="53668"/>
                  </a:lnTo>
                  <a:lnTo>
                    <a:pt x="2214994" y="53827"/>
                  </a:lnTo>
                  <a:lnTo>
                    <a:pt x="2213923" y="53986"/>
                  </a:lnTo>
                  <a:lnTo>
                    <a:pt x="2212851" y="54146"/>
                  </a:lnTo>
                  <a:lnTo>
                    <a:pt x="2211779" y="54306"/>
                  </a:lnTo>
                  <a:lnTo>
                    <a:pt x="2210708" y="54466"/>
                  </a:lnTo>
                  <a:lnTo>
                    <a:pt x="2209636" y="54626"/>
                  </a:lnTo>
                  <a:lnTo>
                    <a:pt x="2208565" y="54787"/>
                  </a:lnTo>
                  <a:lnTo>
                    <a:pt x="2207493" y="54948"/>
                  </a:lnTo>
                  <a:lnTo>
                    <a:pt x="2206421" y="55109"/>
                  </a:lnTo>
                  <a:lnTo>
                    <a:pt x="2205350" y="55271"/>
                  </a:lnTo>
                  <a:lnTo>
                    <a:pt x="2204278" y="55433"/>
                  </a:lnTo>
                  <a:lnTo>
                    <a:pt x="2203207" y="55595"/>
                  </a:lnTo>
                  <a:lnTo>
                    <a:pt x="2202135" y="55757"/>
                  </a:lnTo>
                  <a:lnTo>
                    <a:pt x="2201063" y="55920"/>
                  </a:lnTo>
                  <a:lnTo>
                    <a:pt x="2199992" y="56083"/>
                  </a:lnTo>
                  <a:lnTo>
                    <a:pt x="2198920" y="56247"/>
                  </a:lnTo>
                  <a:lnTo>
                    <a:pt x="2197849" y="56410"/>
                  </a:lnTo>
                  <a:lnTo>
                    <a:pt x="2196777" y="56574"/>
                  </a:lnTo>
                  <a:lnTo>
                    <a:pt x="2195705" y="56739"/>
                  </a:lnTo>
                  <a:lnTo>
                    <a:pt x="2194634" y="56903"/>
                  </a:lnTo>
                  <a:lnTo>
                    <a:pt x="2193562" y="57068"/>
                  </a:lnTo>
                  <a:lnTo>
                    <a:pt x="2192491" y="57234"/>
                  </a:lnTo>
                  <a:lnTo>
                    <a:pt x="2191419" y="57399"/>
                  </a:lnTo>
                  <a:lnTo>
                    <a:pt x="2190347" y="57565"/>
                  </a:lnTo>
                  <a:lnTo>
                    <a:pt x="2189276" y="57731"/>
                  </a:lnTo>
                  <a:lnTo>
                    <a:pt x="2188204" y="57898"/>
                  </a:lnTo>
                  <a:lnTo>
                    <a:pt x="2187133" y="58065"/>
                  </a:lnTo>
                  <a:lnTo>
                    <a:pt x="2186061" y="58232"/>
                  </a:lnTo>
                  <a:lnTo>
                    <a:pt x="2184989" y="58399"/>
                  </a:lnTo>
                  <a:lnTo>
                    <a:pt x="2183918" y="58567"/>
                  </a:lnTo>
                  <a:lnTo>
                    <a:pt x="2182846" y="58735"/>
                  </a:lnTo>
                  <a:lnTo>
                    <a:pt x="2181775" y="58904"/>
                  </a:lnTo>
                  <a:lnTo>
                    <a:pt x="2180703" y="59073"/>
                  </a:lnTo>
                  <a:lnTo>
                    <a:pt x="2179631" y="59242"/>
                  </a:lnTo>
                  <a:lnTo>
                    <a:pt x="2178560" y="59411"/>
                  </a:lnTo>
                  <a:lnTo>
                    <a:pt x="2177488" y="59581"/>
                  </a:lnTo>
                  <a:lnTo>
                    <a:pt x="2176417" y="59751"/>
                  </a:lnTo>
                  <a:lnTo>
                    <a:pt x="2175345" y="59922"/>
                  </a:lnTo>
                  <a:lnTo>
                    <a:pt x="2174273" y="60093"/>
                  </a:lnTo>
                  <a:lnTo>
                    <a:pt x="2173202" y="60264"/>
                  </a:lnTo>
                  <a:lnTo>
                    <a:pt x="2172130" y="60435"/>
                  </a:lnTo>
                  <a:lnTo>
                    <a:pt x="2171059" y="60607"/>
                  </a:lnTo>
                  <a:lnTo>
                    <a:pt x="2169987" y="60779"/>
                  </a:lnTo>
                  <a:lnTo>
                    <a:pt x="2168915" y="60952"/>
                  </a:lnTo>
                  <a:lnTo>
                    <a:pt x="2167844" y="61124"/>
                  </a:lnTo>
                  <a:lnTo>
                    <a:pt x="2166772" y="61298"/>
                  </a:lnTo>
                  <a:lnTo>
                    <a:pt x="2165701" y="61471"/>
                  </a:lnTo>
                  <a:lnTo>
                    <a:pt x="2164629" y="61645"/>
                  </a:lnTo>
                  <a:lnTo>
                    <a:pt x="2163557" y="61819"/>
                  </a:lnTo>
                  <a:lnTo>
                    <a:pt x="2162486" y="61994"/>
                  </a:lnTo>
                  <a:lnTo>
                    <a:pt x="2161414" y="62168"/>
                  </a:lnTo>
                  <a:lnTo>
                    <a:pt x="2160343" y="62343"/>
                  </a:lnTo>
                  <a:lnTo>
                    <a:pt x="2159271" y="62519"/>
                  </a:lnTo>
                  <a:lnTo>
                    <a:pt x="2158199" y="62695"/>
                  </a:lnTo>
                  <a:lnTo>
                    <a:pt x="2157128" y="62871"/>
                  </a:lnTo>
                  <a:lnTo>
                    <a:pt x="2156056" y="63047"/>
                  </a:lnTo>
                  <a:lnTo>
                    <a:pt x="2154985" y="63224"/>
                  </a:lnTo>
                  <a:lnTo>
                    <a:pt x="2153913" y="63401"/>
                  </a:lnTo>
                  <a:lnTo>
                    <a:pt x="2152841" y="63579"/>
                  </a:lnTo>
                  <a:lnTo>
                    <a:pt x="2151770" y="63757"/>
                  </a:lnTo>
                  <a:lnTo>
                    <a:pt x="2150698" y="63935"/>
                  </a:lnTo>
                  <a:lnTo>
                    <a:pt x="2149627" y="64114"/>
                  </a:lnTo>
                  <a:lnTo>
                    <a:pt x="2148555" y="64292"/>
                  </a:lnTo>
                  <a:lnTo>
                    <a:pt x="2147483" y="64472"/>
                  </a:lnTo>
                  <a:lnTo>
                    <a:pt x="2146412" y="64651"/>
                  </a:lnTo>
                  <a:lnTo>
                    <a:pt x="2145340" y="64831"/>
                  </a:lnTo>
                  <a:lnTo>
                    <a:pt x="2144269" y="65011"/>
                  </a:lnTo>
                  <a:lnTo>
                    <a:pt x="2143197" y="65192"/>
                  </a:lnTo>
                  <a:lnTo>
                    <a:pt x="2142125" y="65373"/>
                  </a:lnTo>
                  <a:lnTo>
                    <a:pt x="2141054" y="65554"/>
                  </a:lnTo>
                  <a:lnTo>
                    <a:pt x="2139982" y="65736"/>
                  </a:lnTo>
                  <a:lnTo>
                    <a:pt x="2138911" y="65917"/>
                  </a:lnTo>
                  <a:lnTo>
                    <a:pt x="2137839" y="66100"/>
                  </a:lnTo>
                  <a:lnTo>
                    <a:pt x="2136767" y="66282"/>
                  </a:lnTo>
                  <a:lnTo>
                    <a:pt x="2135696" y="66465"/>
                  </a:lnTo>
                  <a:lnTo>
                    <a:pt x="2134624" y="66649"/>
                  </a:lnTo>
                  <a:lnTo>
                    <a:pt x="2133553" y="66832"/>
                  </a:lnTo>
                  <a:lnTo>
                    <a:pt x="2132481" y="67016"/>
                  </a:lnTo>
                  <a:lnTo>
                    <a:pt x="2131409" y="67201"/>
                  </a:lnTo>
                  <a:lnTo>
                    <a:pt x="2130338" y="67385"/>
                  </a:lnTo>
                  <a:lnTo>
                    <a:pt x="2129266" y="67570"/>
                  </a:lnTo>
                  <a:lnTo>
                    <a:pt x="2128195" y="67756"/>
                  </a:lnTo>
                  <a:lnTo>
                    <a:pt x="2127123" y="67941"/>
                  </a:lnTo>
                  <a:lnTo>
                    <a:pt x="2126052" y="68127"/>
                  </a:lnTo>
                  <a:lnTo>
                    <a:pt x="2124980" y="68314"/>
                  </a:lnTo>
                  <a:lnTo>
                    <a:pt x="2123908" y="68500"/>
                  </a:lnTo>
                  <a:lnTo>
                    <a:pt x="2122837" y="68688"/>
                  </a:lnTo>
                  <a:lnTo>
                    <a:pt x="2121765" y="68875"/>
                  </a:lnTo>
                  <a:lnTo>
                    <a:pt x="2120694" y="69063"/>
                  </a:lnTo>
                  <a:lnTo>
                    <a:pt x="2119622" y="69251"/>
                  </a:lnTo>
                  <a:lnTo>
                    <a:pt x="2118550" y="69439"/>
                  </a:lnTo>
                  <a:lnTo>
                    <a:pt x="2117479" y="69628"/>
                  </a:lnTo>
                  <a:lnTo>
                    <a:pt x="2116407" y="69817"/>
                  </a:lnTo>
                  <a:lnTo>
                    <a:pt x="2115336" y="70007"/>
                  </a:lnTo>
                  <a:lnTo>
                    <a:pt x="2114264" y="70197"/>
                  </a:lnTo>
                  <a:lnTo>
                    <a:pt x="2113192" y="70387"/>
                  </a:lnTo>
                  <a:lnTo>
                    <a:pt x="2112121" y="70578"/>
                  </a:lnTo>
                  <a:lnTo>
                    <a:pt x="2111049" y="70768"/>
                  </a:lnTo>
                  <a:lnTo>
                    <a:pt x="2109978" y="70960"/>
                  </a:lnTo>
                  <a:lnTo>
                    <a:pt x="2108906" y="71151"/>
                  </a:lnTo>
                  <a:lnTo>
                    <a:pt x="2107834" y="71343"/>
                  </a:lnTo>
                  <a:lnTo>
                    <a:pt x="2106763" y="71536"/>
                  </a:lnTo>
                  <a:lnTo>
                    <a:pt x="2105691" y="71728"/>
                  </a:lnTo>
                  <a:lnTo>
                    <a:pt x="2104620" y="71921"/>
                  </a:lnTo>
                  <a:lnTo>
                    <a:pt x="2103548" y="72115"/>
                  </a:lnTo>
                  <a:lnTo>
                    <a:pt x="2102476" y="72308"/>
                  </a:lnTo>
                  <a:lnTo>
                    <a:pt x="2101405" y="72502"/>
                  </a:lnTo>
                  <a:lnTo>
                    <a:pt x="2100333" y="72697"/>
                  </a:lnTo>
                  <a:lnTo>
                    <a:pt x="2099262" y="72891"/>
                  </a:lnTo>
                  <a:lnTo>
                    <a:pt x="2098190" y="73086"/>
                  </a:lnTo>
                  <a:lnTo>
                    <a:pt x="2097118" y="73282"/>
                  </a:lnTo>
                  <a:lnTo>
                    <a:pt x="2096047" y="73478"/>
                  </a:lnTo>
                  <a:lnTo>
                    <a:pt x="2094975" y="73674"/>
                  </a:lnTo>
                  <a:lnTo>
                    <a:pt x="2093904" y="73870"/>
                  </a:lnTo>
                  <a:lnTo>
                    <a:pt x="2092832" y="74067"/>
                  </a:lnTo>
                  <a:lnTo>
                    <a:pt x="2091760" y="74264"/>
                  </a:lnTo>
                  <a:lnTo>
                    <a:pt x="2090689" y="74462"/>
                  </a:lnTo>
                  <a:lnTo>
                    <a:pt x="2089617" y="74660"/>
                  </a:lnTo>
                  <a:lnTo>
                    <a:pt x="2088546" y="74858"/>
                  </a:lnTo>
                  <a:lnTo>
                    <a:pt x="2087474" y="75057"/>
                  </a:lnTo>
                  <a:lnTo>
                    <a:pt x="2086402" y="75256"/>
                  </a:lnTo>
                  <a:lnTo>
                    <a:pt x="2085331" y="75455"/>
                  </a:lnTo>
                  <a:lnTo>
                    <a:pt x="2084259" y="75654"/>
                  </a:lnTo>
                  <a:lnTo>
                    <a:pt x="2083188" y="75854"/>
                  </a:lnTo>
                  <a:lnTo>
                    <a:pt x="2082116" y="76055"/>
                  </a:lnTo>
                  <a:lnTo>
                    <a:pt x="2081044" y="76255"/>
                  </a:lnTo>
                  <a:lnTo>
                    <a:pt x="2079973" y="76456"/>
                  </a:lnTo>
                  <a:lnTo>
                    <a:pt x="2078901" y="76658"/>
                  </a:lnTo>
                  <a:lnTo>
                    <a:pt x="2077830" y="76859"/>
                  </a:lnTo>
                  <a:lnTo>
                    <a:pt x="2076758" y="77062"/>
                  </a:lnTo>
                  <a:lnTo>
                    <a:pt x="2075686" y="77264"/>
                  </a:lnTo>
                  <a:lnTo>
                    <a:pt x="2074615" y="77467"/>
                  </a:lnTo>
                  <a:lnTo>
                    <a:pt x="2073543" y="77670"/>
                  </a:lnTo>
                  <a:lnTo>
                    <a:pt x="2072472" y="77873"/>
                  </a:lnTo>
                  <a:lnTo>
                    <a:pt x="2071400" y="78077"/>
                  </a:lnTo>
                  <a:lnTo>
                    <a:pt x="2070328" y="78281"/>
                  </a:lnTo>
                  <a:lnTo>
                    <a:pt x="2069257" y="78486"/>
                  </a:lnTo>
                  <a:lnTo>
                    <a:pt x="2068185" y="78691"/>
                  </a:lnTo>
                  <a:lnTo>
                    <a:pt x="2067114" y="78896"/>
                  </a:lnTo>
                  <a:lnTo>
                    <a:pt x="2066042" y="79101"/>
                  </a:lnTo>
                  <a:lnTo>
                    <a:pt x="2064970" y="79307"/>
                  </a:lnTo>
                  <a:lnTo>
                    <a:pt x="2063899" y="79513"/>
                  </a:lnTo>
                  <a:lnTo>
                    <a:pt x="2062827" y="79720"/>
                  </a:lnTo>
                  <a:lnTo>
                    <a:pt x="2061756" y="79927"/>
                  </a:lnTo>
                  <a:lnTo>
                    <a:pt x="2060684" y="80134"/>
                  </a:lnTo>
                  <a:lnTo>
                    <a:pt x="2059612" y="80342"/>
                  </a:lnTo>
                  <a:lnTo>
                    <a:pt x="2058541" y="80549"/>
                  </a:lnTo>
                  <a:lnTo>
                    <a:pt x="2057469" y="80758"/>
                  </a:lnTo>
                  <a:lnTo>
                    <a:pt x="2056398" y="80966"/>
                  </a:lnTo>
                  <a:lnTo>
                    <a:pt x="2055326" y="81175"/>
                  </a:lnTo>
                  <a:lnTo>
                    <a:pt x="2054254" y="81384"/>
                  </a:lnTo>
                  <a:lnTo>
                    <a:pt x="2053183" y="81594"/>
                  </a:lnTo>
                  <a:lnTo>
                    <a:pt x="2052111" y="81804"/>
                  </a:lnTo>
                  <a:lnTo>
                    <a:pt x="2051040" y="82014"/>
                  </a:lnTo>
                  <a:lnTo>
                    <a:pt x="2049968" y="82225"/>
                  </a:lnTo>
                  <a:lnTo>
                    <a:pt x="2048896" y="82436"/>
                  </a:lnTo>
                  <a:lnTo>
                    <a:pt x="2047825" y="82647"/>
                  </a:lnTo>
                  <a:lnTo>
                    <a:pt x="2046753" y="82859"/>
                  </a:lnTo>
                  <a:lnTo>
                    <a:pt x="2045682" y="83071"/>
                  </a:lnTo>
                  <a:lnTo>
                    <a:pt x="2044610" y="83283"/>
                  </a:lnTo>
                  <a:lnTo>
                    <a:pt x="2043538" y="83496"/>
                  </a:lnTo>
                  <a:lnTo>
                    <a:pt x="2042467" y="83709"/>
                  </a:lnTo>
                  <a:lnTo>
                    <a:pt x="2041395" y="83922"/>
                  </a:lnTo>
                  <a:lnTo>
                    <a:pt x="2040324" y="84135"/>
                  </a:lnTo>
                  <a:lnTo>
                    <a:pt x="2039252" y="84349"/>
                  </a:lnTo>
                  <a:lnTo>
                    <a:pt x="2038180" y="84564"/>
                  </a:lnTo>
                  <a:lnTo>
                    <a:pt x="2037109" y="84778"/>
                  </a:lnTo>
                  <a:lnTo>
                    <a:pt x="2036037" y="84993"/>
                  </a:lnTo>
                  <a:lnTo>
                    <a:pt x="2034966" y="85208"/>
                  </a:lnTo>
                  <a:lnTo>
                    <a:pt x="2033894" y="85424"/>
                  </a:lnTo>
                  <a:lnTo>
                    <a:pt x="2032822" y="85640"/>
                  </a:lnTo>
                  <a:lnTo>
                    <a:pt x="2031751" y="85856"/>
                  </a:lnTo>
                  <a:lnTo>
                    <a:pt x="2030679" y="86072"/>
                  </a:lnTo>
                  <a:lnTo>
                    <a:pt x="2029608" y="86289"/>
                  </a:lnTo>
                  <a:lnTo>
                    <a:pt x="2028536" y="86506"/>
                  </a:lnTo>
                  <a:lnTo>
                    <a:pt x="2027464" y="86724"/>
                  </a:lnTo>
                  <a:lnTo>
                    <a:pt x="2026393" y="86941"/>
                  </a:lnTo>
                  <a:lnTo>
                    <a:pt x="2025321" y="87159"/>
                  </a:lnTo>
                  <a:lnTo>
                    <a:pt x="2024250" y="87378"/>
                  </a:lnTo>
                  <a:lnTo>
                    <a:pt x="2023178" y="87596"/>
                  </a:lnTo>
                  <a:lnTo>
                    <a:pt x="2022106" y="87815"/>
                  </a:lnTo>
                  <a:lnTo>
                    <a:pt x="2021035" y="88035"/>
                  </a:lnTo>
                  <a:lnTo>
                    <a:pt x="2019963" y="88254"/>
                  </a:lnTo>
                  <a:lnTo>
                    <a:pt x="2018892" y="88474"/>
                  </a:lnTo>
                  <a:lnTo>
                    <a:pt x="2017820" y="88694"/>
                  </a:lnTo>
                  <a:lnTo>
                    <a:pt x="2016748" y="88915"/>
                  </a:lnTo>
                  <a:lnTo>
                    <a:pt x="2015677" y="89136"/>
                  </a:lnTo>
                  <a:lnTo>
                    <a:pt x="2014605" y="89357"/>
                  </a:lnTo>
                  <a:lnTo>
                    <a:pt x="2013534" y="89578"/>
                  </a:lnTo>
                  <a:lnTo>
                    <a:pt x="2012462" y="89800"/>
                  </a:lnTo>
                  <a:lnTo>
                    <a:pt x="2011390" y="90022"/>
                  </a:lnTo>
                  <a:lnTo>
                    <a:pt x="2010319" y="90244"/>
                  </a:lnTo>
                  <a:lnTo>
                    <a:pt x="2009247" y="90466"/>
                  </a:lnTo>
                  <a:lnTo>
                    <a:pt x="2008176" y="90689"/>
                  </a:lnTo>
                  <a:lnTo>
                    <a:pt x="2007104" y="90912"/>
                  </a:lnTo>
                  <a:lnTo>
                    <a:pt x="2006032" y="91136"/>
                  </a:lnTo>
                  <a:lnTo>
                    <a:pt x="2004961" y="91359"/>
                  </a:lnTo>
                  <a:lnTo>
                    <a:pt x="2003889" y="91583"/>
                  </a:lnTo>
                  <a:lnTo>
                    <a:pt x="2002818" y="91807"/>
                  </a:lnTo>
                  <a:lnTo>
                    <a:pt x="2001746" y="92032"/>
                  </a:lnTo>
                  <a:lnTo>
                    <a:pt x="2000674" y="92256"/>
                  </a:lnTo>
                  <a:lnTo>
                    <a:pt x="1999603" y="92481"/>
                  </a:lnTo>
                  <a:lnTo>
                    <a:pt x="1998531" y="92707"/>
                  </a:lnTo>
                  <a:lnTo>
                    <a:pt x="1997460" y="92932"/>
                  </a:lnTo>
                  <a:lnTo>
                    <a:pt x="1996388" y="93158"/>
                  </a:lnTo>
                  <a:lnTo>
                    <a:pt x="1995316" y="93384"/>
                  </a:lnTo>
                  <a:lnTo>
                    <a:pt x="1994245" y="93610"/>
                  </a:lnTo>
                  <a:lnTo>
                    <a:pt x="1993173" y="93837"/>
                  </a:lnTo>
                  <a:lnTo>
                    <a:pt x="1992102" y="94063"/>
                  </a:lnTo>
                  <a:lnTo>
                    <a:pt x="1991030" y="94290"/>
                  </a:lnTo>
                  <a:lnTo>
                    <a:pt x="1989958" y="94518"/>
                  </a:lnTo>
                  <a:lnTo>
                    <a:pt x="1988887" y="94745"/>
                  </a:lnTo>
                  <a:lnTo>
                    <a:pt x="1987815" y="94973"/>
                  </a:lnTo>
                  <a:lnTo>
                    <a:pt x="1986744" y="95201"/>
                  </a:lnTo>
                  <a:lnTo>
                    <a:pt x="1985672" y="95429"/>
                  </a:lnTo>
                  <a:lnTo>
                    <a:pt x="1984600" y="95657"/>
                  </a:lnTo>
                  <a:lnTo>
                    <a:pt x="1983529" y="95886"/>
                  </a:lnTo>
                  <a:lnTo>
                    <a:pt x="1982457" y="96115"/>
                  </a:lnTo>
                  <a:lnTo>
                    <a:pt x="1981386" y="96344"/>
                  </a:lnTo>
                  <a:lnTo>
                    <a:pt x="1980314" y="96573"/>
                  </a:lnTo>
                  <a:lnTo>
                    <a:pt x="1979242" y="96803"/>
                  </a:lnTo>
                  <a:lnTo>
                    <a:pt x="1978171" y="97032"/>
                  </a:lnTo>
                  <a:lnTo>
                    <a:pt x="1977099" y="97262"/>
                  </a:lnTo>
                  <a:lnTo>
                    <a:pt x="1976028" y="97492"/>
                  </a:lnTo>
                  <a:lnTo>
                    <a:pt x="1974956" y="97722"/>
                  </a:lnTo>
                  <a:lnTo>
                    <a:pt x="1973884" y="97953"/>
                  </a:lnTo>
                  <a:lnTo>
                    <a:pt x="1972813" y="98183"/>
                  </a:lnTo>
                  <a:lnTo>
                    <a:pt x="1971741" y="98414"/>
                  </a:lnTo>
                  <a:lnTo>
                    <a:pt x="1970670" y="98645"/>
                  </a:lnTo>
                  <a:lnTo>
                    <a:pt x="1969598" y="98876"/>
                  </a:lnTo>
                  <a:lnTo>
                    <a:pt x="1968526" y="99108"/>
                  </a:lnTo>
                  <a:lnTo>
                    <a:pt x="1967455" y="99339"/>
                  </a:lnTo>
                  <a:lnTo>
                    <a:pt x="1966383" y="99571"/>
                  </a:lnTo>
                  <a:lnTo>
                    <a:pt x="1965312" y="99803"/>
                  </a:lnTo>
                  <a:lnTo>
                    <a:pt x="1964240" y="100035"/>
                  </a:lnTo>
                  <a:lnTo>
                    <a:pt x="1963168" y="100267"/>
                  </a:lnTo>
                  <a:lnTo>
                    <a:pt x="1962097" y="100499"/>
                  </a:lnTo>
                  <a:lnTo>
                    <a:pt x="1961025" y="100731"/>
                  </a:lnTo>
                  <a:lnTo>
                    <a:pt x="1959954" y="100964"/>
                  </a:lnTo>
                  <a:lnTo>
                    <a:pt x="1958882" y="101196"/>
                  </a:lnTo>
                  <a:lnTo>
                    <a:pt x="1957810" y="101429"/>
                  </a:lnTo>
                  <a:lnTo>
                    <a:pt x="1956739" y="101662"/>
                  </a:lnTo>
                  <a:lnTo>
                    <a:pt x="1955667" y="101895"/>
                  </a:lnTo>
                  <a:lnTo>
                    <a:pt x="1954596" y="102128"/>
                  </a:lnTo>
                  <a:lnTo>
                    <a:pt x="1953524" y="102361"/>
                  </a:lnTo>
                  <a:lnTo>
                    <a:pt x="1952453" y="102595"/>
                  </a:lnTo>
                  <a:lnTo>
                    <a:pt x="1951381" y="102828"/>
                  </a:lnTo>
                  <a:lnTo>
                    <a:pt x="1950309" y="103062"/>
                  </a:lnTo>
                  <a:lnTo>
                    <a:pt x="1949238" y="103295"/>
                  </a:lnTo>
                  <a:lnTo>
                    <a:pt x="1948166" y="103529"/>
                  </a:lnTo>
                  <a:lnTo>
                    <a:pt x="1947095" y="103763"/>
                  </a:lnTo>
                  <a:lnTo>
                    <a:pt x="1946023" y="103996"/>
                  </a:lnTo>
                  <a:lnTo>
                    <a:pt x="1944951" y="104230"/>
                  </a:lnTo>
                  <a:lnTo>
                    <a:pt x="1943880" y="104464"/>
                  </a:lnTo>
                  <a:lnTo>
                    <a:pt x="1942808" y="104698"/>
                  </a:lnTo>
                  <a:lnTo>
                    <a:pt x="1941737" y="104932"/>
                  </a:lnTo>
                  <a:lnTo>
                    <a:pt x="1940665" y="105166"/>
                  </a:lnTo>
                  <a:lnTo>
                    <a:pt x="1939593" y="105400"/>
                  </a:lnTo>
                  <a:lnTo>
                    <a:pt x="1938522" y="105634"/>
                  </a:lnTo>
                  <a:lnTo>
                    <a:pt x="1937450" y="105868"/>
                  </a:lnTo>
                  <a:lnTo>
                    <a:pt x="1936379" y="106102"/>
                  </a:lnTo>
                  <a:lnTo>
                    <a:pt x="1935307" y="106336"/>
                  </a:lnTo>
                  <a:lnTo>
                    <a:pt x="1934235" y="106570"/>
                  </a:lnTo>
                  <a:lnTo>
                    <a:pt x="1933164" y="106804"/>
                  </a:lnTo>
                  <a:lnTo>
                    <a:pt x="1932092" y="107038"/>
                  </a:lnTo>
                  <a:lnTo>
                    <a:pt x="1931021" y="107272"/>
                  </a:lnTo>
                  <a:lnTo>
                    <a:pt x="1929949" y="107506"/>
                  </a:lnTo>
                  <a:lnTo>
                    <a:pt x="1928877" y="107740"/>
                  </a:lnTo>
                  <a:lnTo>
                    <a:pt x="1927806" y="107974"/>
                  </a:lnTo>
                  <a:lnTo>
                    <a:pt x="1926734" y="108208"/>
                  </a:lnTo>
                  <a:lnTo>
                    <a:pt x="1925663" y="108442"/>
                  </a:lnTo>
                  <a:lnTo>
                    <a:pt x="1924591" y="108675"/>
                  </a:lnTo>
                  <a:lnTo>
                    <a:pt x="1923519" y="108909"/>
                  </a:lnTo>
                  <a:lnTo>
                    <a:pt x="1922448" y="109142"/>
                  </a:lnTo>
                  <a:lnTo>
                    <a:pt x="1921376" y="109376"/>
                  </a:lnTo>
                  <a:lnTo>
                    <a:pt x="1920305" y="109609"/>
                  </a:lnTo>
                  <a:lnTo>
                    <a:pt x="1919233" y="109842"/>
                  </a:lnTo>
                  <a:lnTo>
                    <a:pt x="1918161" y="110075"/>
                  </a:lnTo>
                  <a:lnTo>
                    <a:pt x="1917090" y="110308"/>
                  </a:lnTo>
                  <a:lnTo>
                    <a:pt x="1916018" y="110541"/>
                  </a:lnTo>
                  <a:lnTo>
                    <a:pt x="1914947" y="110774"/>
                  </a:lnTo>
                  <a:lnTo>
                    <a:pt x="1913875" y="111006"/>
                  </a:lnTo>
                  <a:lnTo>
                    <a:pt x="1912803" y="111238"/>
                  </a:lnTo>
                  <a:lnTo>
                    <a:pt x="1911732" y="111471"/>
                  </a:lnTo>
                  <a:lnTo>
                    <a:pt x="1910660" y="111702"/>
                  </a:lnTo>
                  <a:lnTo>
                    <a:pt x="1909589" y="111934"/>
                  </a:lnTo>
                  <a:lnTo>
                    <a:pt x="1908517" y="112166"/>
                  </a:lnTo>
                  <a:lnTo>
                    <a:pt x="1907445" y="112397"/>
                  </a:lnTo>
                  <a:lnTo>
                    <a:pt x="1906374" y="112628"/>
                  </a:lnTo>
                  <a:lnTo>
                    <a:pt x="1905302" y="112859"/>
                  </a:lnTo>
                  <a:lnTo>
                    <a:pt x="1904231" y="113090"/>
                  </a:lnTo>
                  <a:lnTo>
                    <a:pt x="1903159" y="113320"/>
                  </a:lnTo>
                  <a:lnTo>
                    <a:pt x="1902087" y="113550"/>
                  </a:lnTo>
                  <a:lnTo>
                    <a:pt x="1901016" y="113780"/>
                  </a:lnTo>
                  <a:lnTo>
                    <a:pt x="1899944" y="114010"/>
                  </a:lnTo>
                  <a:lnTo>
                    <a:pt x="1898873" y="114239"/>
                  </a:lnTo>
                  <a:lnTo>
                    <a:pt x="1897801" y="114468"/>
                  </a:lnTo>
                  <a:lnTo>
                    <a:pt x="1896729" y="114696"/>
                  </a:lnTo>
                  <a:lnTo>
                    <a:pt x="1895658" y="114925"/>
                  </a:lnTo>
                  <a:lnTo>
                    <a:pt x="1894586" y="115153"/>
                  </a:lnTo>
                  <a:lnTo>
                    <a:pt x="1893515" y="115380"/>
                  </a:lnTo>
                  <a:lnTo>
                    <a:pt x="1892443" y="115608"/>
                  </a:lnTo>
                  <a:lnTo>
                    <a:pt x="1891371" y="115834"/>
                  </a:lnTo>
                  <a:lnTo>
                    <a:pt x="1890300" y="116061"/>
                  </a:lnTo>
                  <a:lnTo>
                    <a:pt x="1889228" y="116287"/>
                  </a:lnTo>
                  <a:lnTo>
                    <a:pt x="1888157" y="116513"/>
                  </a:lnTo>
                  <a:lnTo>
                    <a:pt x="1887085" y="116738"/>
                  </a:lnTo>
                  <a:lnTo>
                    <a:pt x="1886013" y="116963"/>
                  </a:lnTo>
                  <a:lnTo>
                    <a:pt x="1884942" y="117187"/>
                  </a:lnTo>
                  <a:lnTo>
                    <a:pt x="1883870" y="117411"/>
                  </a:lnTo>
                  <a:lnTo>
                    <a:pt x="1882799" y="117634"/>
                  </a:lnTo>
                  <a:lnTo>
                    <a:pt x="1881727" y="117857"/>
                  </a:lnTo>
                  <a:lnTo>
                    <a:pt x="1880655" y="118080"/>
                  </a:lnTo>
                  <a:lnTo>
                    <a:pt x="1879584" y="118302"/>
                  </a:lnTo>
                  <a:lnTo>
                    <a:pt x="1878512" y="118523"/>
                  </a:lnTo>
                  <a:lnTo>
                    <a:pt x="1877441" y="118744"/>
                  </a:lnTo>
                  <a:lnTo>
                    <a:pt x="1876369" y="118964"/>
                  </a:lnTo>
                  <a:lnTo>
                    <a:pt x="1875297" y="119184"/>
                  </a:lnTo>
                  <a:lnTo>
                    <a:pt x="1874226" y="119403"/>
                  </a:lnTo>
                  <a:lnTo>
                    <a:pt x="1873154" y="119622"/>
                  </a:lnTo>
                  <a:lnTo>
                    <a:pt x="1872083" y="119840"/>
                  </a:lnTo>
                  <a:lnTo>
                    <a:pt x="1871011" y="120057"/>
                  </a:lnTo>
                  <a:lnTo>
                    <a:pt x="1869939" y="120274"/>
                  </a:lnTo>
                  <a:lnTo>
                    <a:pt x="1868868" y="120490"/>
                  </a:lnTo>
                  <a:lnTo>
                    <a:pt x="1867796" y="120706"/>
                  </a:lnTo>
                  <a:lnTo>
                    <a:pt x="1866725" y="120920"/>
                  </a:lnTo>
                  <a:lnTo>
                    <a:pt x="1865653" y="121134"/>
                  </a:lnTo>
                  <a:lnTo>
                    <a:pt x="1864581" y="121348"/>
                  </a:lnTo>
                  <a:lnTo>
                    <a:pt x="1863510" y="121560"/>
                  </a:lnTo>
                  <a:lnTo>
                    <a:pt x="1862438" y="121772"/>
                  </a:lnTo>
                  <a:lnTo>
                    <a:pt x="1861367" y="121983"/>
                  </a:lnTo>
                  <a:lnTo>
                    <a:pt x="1860295" y="122193"/>
                  </a:lnTo>
                  <a:lnTo>
                    <a:pt x="1859223" y="122403"/>
                  </a:lnTo>
                  <a:lnTo>
                    <a:pt x="1858152" y="122612"/>
                  </a:lnTo>
                  <a:lnTo>
                    <a:pt x="1857080" y="122820"/>
                  </a:lnTo>
                  <a:lnTo>
                    <a:pt x="1856009" y="123027"/>
                  </a:lnTo>
                  <a:lnTo>
                    <a:pt x="1854937" y="123233"/>
                  </a:lnTo>
                  <a:lnTo>
                    <a:pt x="1853865" y="123438"/>
                  </a:lnTo>
                  <a:lnTo>
                    <a:pt x="1852794" y="123643"/>
                  </a:lnTo>
                  <a:lnTo>
                    <a:pt x="1851722" y="123846"/>
                  </a:lnTo>
                  <a:lnTo>
                    <a:pt x="1850651" y="124049"/>
                  </a:lnTo>
                  <a:lnTo>
                    <a:pt x="1849579" y="124251"/>
                  </a:lnTo>
                  <a:lnTo>
                    <a:pt x="1848507" y="124451"/>
                  </a:lnTo>
                  <a:lnTo>
                    <a:pt x="1847436" y="124651"/>
                  </a:lnTo>
                  <a:lnTo>
                    <a:pt x="1846364" y="124850"/>
                  </a:lnTo>
                  <a:lnTo>
                    <a:pt x="1845293" y="125048"/>
                  </a:lnTo>
                  <a:lnTo>
                    <a:pt x="1844221" y="125244"/>
                  </a:lnTo>
                  <a:lnTo>
                    <a:pt x="1843149" y="125440"/>
                  </a:lnTo>
                  <a:lnTo>
                    <a:pt x="1842078" y="125635"/>
                  </a:lnTo>
                  <a:lnTo>
                    <a:pt x="1841006" y="125828"/>
                  </a:lnTo>
                  <a:lnTo>
                    <a:pt x="1839935" y="126021"/>
                  </a:lnTo>
                  <a:lnTo>
                    <a:pt x="1838863" y="126212"/>
                  </a:lnTo>
                  <a:lnTo>
                    <a:pt x="1837791" y="126402"/>
                  </a:lnTo>
                  <a:lnTo>
                    <a:pt x="1836720" y="126591"/>
                  </a:lnTo>
                  <a:lnTo>
                    <a:pt x="1835648" y="126779"/>
                  </a:lnTo>
                  <a:lnTo>
                    <a:pt x="1834577" y="126966"/>
                  </a:lnTo>
                  <a:lnTo>
                    <a:pt x="1833505" y="127151"/>
                  </a:lnTo>
                  <a:lnTo>
                    <a:pt x="1832433" y="127335"/>
                  </a:lnTo>
                  <a:lnTo>
                    <a:pt x="1831362" y="127518"/>
                  </a:lnTo>
                  <a:lnTo>
                    <a:pt x="1830290" y="127700"/>
                  </a:lnTo>
                  <a:lnTo>
                    <a:pt x="1829219" y="127880"/>
                  </a:lnTo>
                  <a:lnTo>
                    <a:pt x="1828147" y="128059"/>
                  </a:lnTo>
                  <a:lnTo>
                    <a:pt x="1827075" y="128237"/>
                  </a:lnTo>
                  <a:lnTo>
                    <a:pt x="1826004" y="128413"/>
                  </a:lnTo>
                  <a:lnTo>
                    <a:pt x="1824932" y="128588"/>
                  </a:lnTo>
                  <a:lnTo>
                    <a:pt x="1823861" y="128762"/>
                  </a:lnTo>
                  <a:lnTo>
                    <a:pt x="1822789" y="128934"/>
                  </a:lnTo>
                  <a:lnTo>
                    <a:pt x="1821717" y="129105"/>
                  </a:lnTo>
                  <a:lnTo>
                    <a:pt x="1820646" y="129274"/>
                  </a:lnTo>
                  <a:lnTo>
                    <a:pt x="1819574" y="129442"/>
                  </a:lnTo>
                  <a:lnTo>
                    <a:pt x="1818503" y="129608"/>
                  </a:lnTo>
                  <a:lnTo>
                    <a:pt x="1817431" y="129772"/>
                  </a:lnTo>
                  <a:lnTo>
                    <a:pt x="1816359" y="129936"/>
                  </a:lnTo>
                  <a:lnTo>
                    <a:pt x="1815288" y="130097"/>
                  </a:lnTo>
                  <a:lnTo>
                    <a:pt x="1814216" y="130257"/>
                  </a:lnTo>
                  <a:lnTo>
                    <a:pt x="1813145" y="130415"/>
                  </a:lnTo>
                  <a:lnTo>
                    <a:pt x="1812073" y="130572"/>
                  </a:lnTo>
                  <a:lnTo>
                    <a:pt x="1811001" y="130727"/>
                  </a:lnTo>
                  <a:lnTo>
                    <a:pt x="1809930" y="130881"/>
                  </a:lnTo>
                  <a:lnTo>
                    <a:pt x="1808858" y="131032"/>
                  </a:lnTo>
                  <a:lnTo>
                    <a:pt x="1807787" y="131182"/>
                  </a:lnTo>
                  <a:lnTo>
                    <a:pt x="1806715" y="131330"/>
                  </a:lnTo>
                  <a:lnTo>
                    <a:pt x="1805643" y="131477"/>
                  </a:lnTo>
                  <a:lnTo>
                    <a:pt x="1804572" y="131621"/>
                  </a:lnTo>
                  <a:lnTo>
                    <a:pt x="1803500" y="131764"/>
                  </a:lnTo>
                  <a:lnTo>
                    <a:pt x="1802429" y="131905"/>
                  </a:lnTo>
                  <a:lnTo>
                    <a:pt x="1801357" y="132044"/>
                  </a:lnTo>
                  <a:lnTo>
                    <a:pt x="1800285" y="132181"/>
                  </a:lnTo>
                  <a:lnTo>
                    <a:pt x="1799214" y="132316"/>
                  </a:lnTo>
                  <a:lnTo>
                    <a:pt x="1798142" y="132449"/>
                  </a:lnTo>
                  <a:lnTo>
                    <a:pt x="1797071" y="132581"/>
                  </a:lnTo>
                  <a:lnTo>
                    <a:pt x="1795999" y="132710"/>
                  </a:lnTo>
                  <a:lnTo>
                    <a:pt x="1794927" y="132837"/>
                  </a:lnTo>
                  <a:lnTo>
                    <a:pt x="1793856" y="132962"/>
                  </a:lnTo>
                  <a:lnTo>
                    <a:pt x="1792784" y="133085"/>
                  </a:lnTo>
                  <a:lnTo>
                    <a:pt x="1791713" y="133206"/>
                  </a:lnTo>
                  <a:lnTo>
                    <a:pt x="1790641" y="133325"/>
                  </a:lnTo>
                  <a:lnTo>
                    <a:pt x="1789569" y="133442"/>
                  </a:lnTo>
                  <a:lnTo>
                    <a:pt x="1788498" y="133557"/>
                  </a:lnTo>
                  <a:lnTo>
                    <a:pt x="1787426" y="133669"/>
                  </a:lnTo>
                  <a:lnTo>
                    <a:pt x="1786355" y="133779"/>
                  </a:lnTo>
                  <a:lnTo>
                    <a:pt x="1785283" y="133887"/>
                  </a:lnTo>
                  <a:lnTo>
                    <a:pt x="1784211" y="133993"/>
                  </a:lnTo>
                  <a:lnTo>
                    <a:pt x="1783140" y="134096"/>
                  </a:lnTo>
                  <a:lnTo>
                    <a:pt x="1782068" y="134197"/>
                  </a:lnTo>
                  <a:lnTo>
                    <a:pt x="1780997" y="134295"/>
                  </a:lnTo>
                  <a:lnTo>
                    <a:pt x="1779925" y="134392"/>
                  </a:lnTo>
                  <a:lnTo>
                    <a:pt x="1778853" y="134485"/>
                  </a:lnTo>
                  <a:lnTo>
                    <a:pt x="1777782" y="134577"/>
                  </a:lnTo>
                  <a:lnTo>
                    <a:pt x="1776710" y="134666"/>
                  </a:lnTo>
                  <a:lnTo>
                    <a:pt x="1775639" y="134752"/>
                  </a:lnTo>
                  <a:lnTo>
                    <a:pt x="1774567" y="134836"/>
                  </a:lnTo>
                  <a:lnTo>
                    <a:pt x="1773496" y="134917"/>
                  </a:lnTo>
                  <a:lnTo>
                    <a:pt x="1772424" y="134996"/>
                  </a:lnTo>
                  <a:lnTo>
                    <a:pt x="1771352" y="135072"/>
                  </a:lnTo>
                  <a:lnTo>
                    <a:pt x="1770281" y="135146"/>
                  </a:lnTo>
                  <a:lnTo>
                    <a:pt x="1769209" y="135217"/>
                  </a:lnTo>
                  <a:lnTo>
                    <a:pt x="1768138" y="135285"/>
                  </a:lnTo>
                  <a:lnTo>
                    <a:pt x="1767066" y="135351"/>
                  </a:lnTo>
                  <a:lnTo>
                    <a:pt x="1765994" y="135413"/>
                  </a:lnTo>
                  <a:lnTo>
                    <a:pt x="1764923" y="135473"/>
                  </a:lnTo>
                  <a:lnTo>
                    <a:pt x="1763851" y="135531"/>
                  </a:lnTo>
                  <a:lnTo>
                    <a:pt x="1762780" y="135585"/>
                  </a:lnTo>
                  <a:lnTo>
                    <a:pt x="1761708" y="135636"/>
                  </a:lnTo>
                  <a:lnTo>
                    <a:pt x="1760636" y="135685"/>
                  </a:lnTo>
                  <a:lnTo>
                    <a:pt x="1759565" y="135731"/>
                  </a:lnTo>
                  <a:lnTo>
                    <a:pt x="1758493" y="135774"/>
                  </a:lnTo>
                  <a:lnTo>
                    <a:pt x="1757422" y="135813"/>
                  </a:lnTo>
                  <a:lnTo>
                    <a:pt x="1756350" y="135850"/>
                  </a:lnTo>
                  <a:lnTo>
                    <a:pt x="1755278" y="135884"/>
                  </a:lnTo>
                  <a:lnTo>
                    <a:pt x="1754207" y="135915"/>
                  </a:lnTo>
                  <a:lnTo>
                    <a:pt x="1753135" y="135943"/>
                  </a:lnTo>
                  <a:lnTo>
                    <a:pt x="1752064" y="135967"/>
                  </a:lnTo>
                  <a:lnTo>
                    <a:pt x="1750992" y="135988"/>
                  </a:lnTo>
                  <a:lnTo>
                    <a:pt x="1749920" y="136007"/>
                  </a:lnTo>
                  <a:lnTo>
                    <a:pt x="1748849" y="136022"/>
                  </a:lnTo>
                  <a:lnTo>
                    <a:pt x="1747777" y="136034"/>
                  </a:lnTo>
                  <a:lnTo>
                    <a:pt x="1746706" y="136042"/>
                  </a:lnTo>
                  <a:lnTo>
                    <a:pt x="1745634" y="136047"/>
                  </a:lnTo>
                  <a:lnTo>
                    <a:pt x="1744562" y="136049"/>
                  </a:lnTo>
                  <a:lnTo>
                    <a:pt x="1743491" y="136048"/>
                  </a:lnTo>
                  <a:lnTo>
                    <a:pt x="1742419" y="136043"/>
                  </a:lnTo>
                  <a:lnTo>
                    <a:pt x="1741348" y="136035"/>
                  </a:lnTo>
                  <a:lnTo>
                    <a:pt x="1740276" y="136023"/>
                  </a:lnTo>
                  <a:lnTo>
                    <a:pt x="1739204" y="136008"/>
                  </a:lnTo>
                  <a:lnTo>
                    <a:pt x="1738133" y="135990"/>
                  </a:lnTo>
                  <a:lnTo>
                    <a:pt x="1737061" y="135968"/>
                  </a:lnTo>
                  <a:lnTo>
                    <a:pt x="1735990" y="135942"/>
                  </a:lnTo>
                  <a:lnTo>
                    <a:pt x="1734918" y="135913"/>
                  </a:lnTo>
                  <a:lnTo>
                    <a:pt x="1733846" y="135880"/>
                  </a:lnTo>
                  <a:lnTo>
                    <a:pt x="1732775" y="135843"/>
                  </a:lnTo>
                  <a:lnTo>
                    <a:pt x="1731703" y="135803"/>
                  </a:lnTo>
                  <a:lnTo>
                    <a:pt x="1730632" y="135759"/>
                  </a:lnTo>
                  <a:lnTo>
                    <a:pt x="1729560" y="135711"/>
                  </a:lnTo>
                  <a:lnTo>
                    <a:pt x="1728488" y="135660"/>
                  </a:lnTo>
                  <a:lnTo>
                    <a:pt x="1727417" y="135604"/>
                  </a:lnTo>
                  <a:lnTo>
                    <a:pt x="1726345" y="135545"/>
                  </a:lnTo>
                  <a:lnTo>
                    <a:pt x="1725274" y="135482"/>
                  </a:lnTo>
                  <a:lnTo>
                    <a:pt x="1724202" y="135415"/>
                  </a:lnTo>
                  <a:lnTo>
                    <a:pt x="1723130" y="135345"/>
                  </a:lnTo>
                  <a:lnTo>
                    <a:pt x="1722059" y="135270"/>
                  </a:lnTo>
                  <a:lnTo>
                    <a:pt x="1720987" y="135191"/>
                  </a:lnTo>
                  <a:lnTo>
                    <a:pt x="1719916" y="135108"/>
                  </a:lnTo>
                  <a:lnTo>
                    <a:pt x="1718844" y="135021"/>
                  </a:lnTo>
                  <a:lnTo>
                    <a:pt x="1717772" y="134931"/>
                  </a:lnTo>
                  <a:lnTo>
                    <a:pt x="1716701" y="134835"/>
                  </a:lnTo>
                  <a:lnTo>
                    <a:pt x="1715629" y="134736"/>
                  </a:lnTo>
                  <a:lnTo>
                    <a:pt x="1714558" y="134633"/>
                  </a:lnTo>
                  <a:lnTo>
                    <a:pt x="1713486" y="134525"/>
                  </a:lnTo>
                  <a:lnTo>
                    <a:pt x="1712414" y="134413"/>
                  </a:lnTo>
                  <a:lnTo>
                    <a:pt x="1711343" y="134297"/>
                  </a:lnTo>
                  <a:lnTo>
                    <a:pt x="1710271" y="134177"/>
                  </a:lnTo>
                  <a:lnTo>
                    <a:pt x="1709200" y="134052"/>
                  </a:lnTo>
                  <a:lnTo>
                    <a:pt x="1708128" y="133923"/>
                  </a:lnTo>
                  <a:lnTo>
                    <a:pt x="1707056" y="133789"/>
                  </a:lnTo>
                  <a:lnTo>
                    <a:pt x="1705985" y="133651"/>
                  </a:lnTo>
                  <a:lnTo>
                    <a:pt x="1704913" y="133509"/>
                  </a:lnTo>
                  <a:lnTo>
                    <a:pt x="1703842" y="133362"/>
                  </a:lnTo>
                  <a:lnTo>
                    <a:pt x="1702770" y="133210"/>
                  </a:lnTo>
                  <a:lnTo>
                    <a:pt x="1701698" y="133054"/>
                  </a:lnTo>
                  <a:lnTo>
                    <a:pt x="1700627" y="132894"/>
                  </a:lnTo>
                  <a:lnTo>
                    <a:pt x="1699555" y="132728"/>
                  </a:lnTo>
                  <a:lnTo>
                    <a:pt x="1698484" y="132558"/>
                  </a:lnTo>
                  <a:lnTo>
                    <a:pt x="1697412" y="132384"/>
                  </a:lnTo>
                  <a:lnTo>
                    <a:pt x="1696340" y="132204"/>
                  </a:lnTo>
                  <a:lnTo>
                    <a:pt x="1695269" y="132020"/>
                  </a:lnTo>
                  <a:lnTo>
                    <a:pt x="1694197" y="131831"/>
                  </a:lnTo>
                  <a:lnTo>
                    <a:pt x="1693126" y="131637"/>
                  </a:lnTo>
                  <a:lnTo>
                    <a:pt x="1692054" y="131438"/>
                  </a:lnTo>
                  <a:lnTo>
                    <a:pt x="1690982" y="131235"/>
                  </a:lnTo>
                  <a:lnTo>
                    <a:pt x="1689911" y="131026"/>
                  </a:lnTo>
                  <a:lnTo>
                    <a:pt x="1688839" y="130813"/>
                  </a:lnTo>
                  <a:lnTo>
                    <a:pt x="1687768" y="130594"/>
                  </a:lnTo>
                  <a:lnTo>
                    <a:pt x="1686696" y="130371"/>
                  </a:lnTo>
                  <a:lnTo>
                    <a:pt x="1685624" y="130142"/>
                  </a:lnTo>
                  <a:lnTo>
                    <a:pt x="1684553" y="129909"/>
                  </a:lnTo>
                  <a:lnTo>
                    <a:pt x="1683481" y="129670"/>
                  </a:lnTo>
                  <a:lnTo>
                    <a:pt x="1682410" y="129426"/>
                  </a:lnTo>
                  <a:lnTo>
                    <a:pt x="1681338" y="129177"/>
                  </a:lnTo>
                  <a:lnTo>
                    <a:pt x="1680266" y="128922"/>
                  </a:lnTo>
                  <a:lnTo>
                    <a:pt x="1679195" y="128663"/>
                  </a:lnTo>
                  <a:lnTo>
                    <a:pt x="1678123" y="128398"/>
                  </a:lnTo>
                  <a:lnTo>
                    <a:pt x="1677052" y="128128"/>
                  </a:lnTo>
                  <a:lnTo>
                    <a:pt x="1675980" y="127852"/>
                  </a:lnTo>
                  <a:lnTo>
                    <a:pt x="1674908" y="127571"/>
                  </a:lnTo>
                  <a:lnTo>
                    <a:pt x="1673837" y="127285"/>
                  </a:lnTo>
                  <a:lnTo>
                    <a:pt x="1672765" y="126993"/>
                  </a:lnTo>
                  <a:lnTo>
                    <a:pt x="1671694" y="126695"/>
                  </a:lnTo>
                  <a:lnTo>
                    <a:pt x="1670622" y="126392"/>
                  </a:lnTo>
                  <a:lnTo>
                    <a:pt x="1669550" y="126084"/>
                  </a:lnTo>
                  <a:lnTo>
                    <a:pt x="1668479" y="125770"/>
                  </a:lnTo>
                  <a:lnTo>
                    <a:pt x="1667407" y="125450"/>
                  </a:lnTo>
                  <a:lnTo>
                    <a:pt x="1666336" y="125124"/>
                  </a:lnTo>
                  <a:lnTo>
                    <a:pt x="1665264" y="124793"/>
                  </a:lnTo>
                  <a:lnTo>
                    <a:pt x="1664192" y="124456"/>
                  </a:lnTo>
                  <a:lnTo>
                    <a:pt x="1663121" y="124114"/>
                  </a:lnTo>
                  <a:lnTo>
                    <a:pt x="1662049" y="123765"/>
                  </a:lnTo>
                  <a:lnTo>
                    <a:pt x="1660978" y="123411"/>
                  </a:lnTo>
                  <a:lnTo>
                    <a:pt x="1659906" y="123051"/>
                  </a:lnTo>
                  <a:lnTo>
                    <a:pt x="1658834" y="122685"/>
                  </a:lnTo>
                  <a:lnTo>
                    <a:pt x="1657763" y="122313"/>
                  </a:lnTo>
                  <a:lnTo>
                    <a:pt x="1656691" y="122002"/>
                  </a:lnTo>
                  <a:lnTo>
                    <a:pt x="1655620" y="122631"/>
                  </a:lnTo>
                  <a:lnTo>
                    <a:pt x="1654548" y="123259"/>
                  </a:lnTo>
                  <a:lnTo>
                    <a:pt x="1653476" y="123886"/>
                  </a:lnTo>
                  <a:lnTo>
                    <a:pt x="1652405" y="124513"/>
                  </a:lnTo>
                  <a:lnTo>
                    <a:pt x="1651333" y="125138"/>
                  </a:lnTo>
                  <a:lnTo>
                    <a:pt x="1650262" y="125763"/>
                  </a:lnTo>
                  <a:lnTo>
                    <a:pt x="1649190" y="126387"/>
                  </a:lnTo>
                  <a:lnTo>
                    <a:pt x="1648118" y="127011"/>
                  </a:lnTo>
                  <a:lnTo>
                    <a:pt x="1647047" y="127633"/>
                  </a:lnTo>
                  <a:lnTo>
                    <a:pt x="1645975" y="128255"/>
                  </a:lnTo>
                  <a:lnTo>
                    <a:pt x="1644904" y="128876"/>
                  </a:lnTo>
                  <a:lnTo>
                    <a:pt x="1643832" y="129497"/>
                  </a:lnTo>
                  <a:lnTo>
                    <a:pt x="1642760" y="130117"/>
                  </a:lnTo>
                  <a:lnTo>
                    <a:pt x="1641689" y="130736"/>
                  </a:lnTo>
                  <a:lnTo>
                    <a:pt x="1640617" y="131354"/>
                  </a:lnTo>
                  <a:lnTo>
                    <a:pt x="1639546" y="131972"/>
                  </a:lnTo>
                  <a:lnTo>
                    <a:pt x="1638474" y="132590"/>
                  </a:lnTo>
                  <a:lnTo>
                    <a:pt x="1637402" y="133206"/>
                  </a:lnTo>
                  <a:lnTo>
                    <a:pt x="1636331" y="133823"/>
                  </a:lnTo>
                  <a:lnTo>
                    <a:pt x="1635259" y="134438"/>
                  </a:lnTo>
                  <a:lnTo>
                    <a:pt x="1634188" y="135053"/>
                  </a:lnTo>
                  <a:lnTo>
                    <a:pt x="1633116" y="135668"/>
                  </a:lnTo>
                  <a:lnTo>
                    <a:pt x="1632044" y="136282"/>
                  </a:lnTo>
                  <a:lnTo>
                    <a:pt x="1630973" y="136895"/>
                  </a:lnTo>
                  <a:lnTo>
                    <a:pt x="1629901" y="137508"/>
                  </a:lnTo>
                  <a:lnTo>
                    <a:pt x="1628830" y="138120"/>
                  </a:lnTo>
                  <a:lnTo>
                    <a:pt x="1627758" y="138732"/>
                  </a:lnTo>
                  <a:lnTo>
                    <a:pt x="1626686" y="139344"/>
                  </a:lnTo>
                  <a:lnTo>
                    <a:pt x="1625615" y="139955"/>
                  </a:lnTo>
                  <a:lnTo>
                    <a:pt x="1624543" y="140566"/>
                  </a:lnTo>
                  <a:lnTo>
                    <a:pt x="1623472" y="141176"/>
                  </a:lnTo>
                  <a:lnTo>
                    <a:pt x="1622400" y="141785"/>
                  </a:lnTo>
                  <a:lnTo>
                    <a:pt x="1621328" y="142395"/>
                  </a:lnTo>
                  <a:lnTo>
                    <a:pt x="1620257" y="143004"/>
                  </a:lnTo>
                  <a:lnTo>
                    <a:pt x="1619185" y="143612"/>
                  </a:lnTo>
                  <a:lnTo>
                    <a:pt x="1618114" y="144220"/>
                  </a:lnTo>
                  <a:lnTo>
                    <a:pt x="1617042" y="144828"/>
                  </a:lnTo>
                  <a:lnTo>
                    <a:pt x="1615970" y="145436"/>
                  </a:lnTo>
                  <a:lnTo>
                    <a:pt x="1614899" y="146043"/>
                  </a:lnTo>
                  <a:lnTo>
                    <a:pt x="1613827" y="146649"/>
                  </a:lnTo>
                  <a:lnTo>
                    <a:pt x="1612756" y="147256"/>
                  </a:lnTo>
                  <a:lnTo>
                    <a:pt x="1611684" y="147862"/>
                  </a:lnTo>
                  <a:lnTo>
                    <a:pt x="1610612" y="148468"/>
                  </a:lnTo>
                  <a:lnTo>
                    <a:pt x="1609541" y="149073"/>
                  </a:lnTo>
                  <a:lnTo>
                    <a:pt x="1608469" y="149678"/>
                  </a:lnTo>
                  <a:lnTo>
                    <a:pt x="1607398" y="150283"/>
                  </a:lnTo>
                  <a:lnTo>
                    <a:pt x="1606326" y="150888"/>
                  </a:lnTo>
                  <a:lnTo>
                    <a:pt x="1605254" y="151492"/>
                  </a:lnTo>
                  <a:lnTo>
                    <a:pt x="1604183" y="152096"/>
                  </a:lnTo>
                  <a:lnTo>
                    <a:pt x="1603111" y="152700"/>
                  </a:lnTo>
                  <a:lnTo>
                    <a:pt x="1602040" y="153303"/>
                  </a:lnTo>
                  <a:lnTo>
                    <a:pt x="1600968" y="153907"/>
                  </a:lnTo>
                  <a:lnTo>
                    <a:pt x="1599896" y="154510"/>
                  </a:lnTo>
                  <a:lnTo>
                    <a:pt x="1598825" y="155113"/>
                  </a:lnTo>
                  <a:lnTo>
                    <a:pt x="1597753" y="155715"/>
                  </a:lnTo>
                  <a:lnTo>
                    <a:pt x="1596682" y="156318"/>
                  </a:lnTo>
                  <a:lnTo>
                    <a:pt x="1595610" y="156920"/>
                  </a:lnTo>
                  <a:lnTo>
                    <a:pt x="1594539" y="157522"/>
                  </a:lnTo>
                  <a:lnTo>
                    <a:pt x="1593467" y="158124"/>
                  </a:lnTo>
                  <a:lnTo>
                    <a:pt x="1592395" y="158725"/>
                  </a:lnTo>
                  <a:lnTo>
                    <a:pt x="1591324" y="159327"/>
                  </a:lnTo>
                  <a:lnTo>
                    <a:pt x="1590252" y="159928"/>
                  </a:lnTo>
                  <a:lnTo>
                    <a:pt x="1589181" y="160529"/>
                  </a:lnTo>
                  <a:lnTo>
                    <a:pt x="1588109" y="161130"/>
                  </a:lnTo>
                  <a:lnTo>
                    <a:pt x="1587037" y="161731"/>
                  </a:lnTo>
                  <a:lnTo>
                    <a:pt x="1585966" y="162332"/>
                  </a:lnTo>
                  <a:lnTo>
                    <a:pt x="1584894" y="162932"/>
                  </a:lnTo>
                  <a:lnTo>
                    <a:pt x="1583823" y="163533"/>
                  </a:lnTo>
                  <a:lnTo>
                    <a:pt x="1582751" y="164133"/>
                  </a:lnTo>
                  <a:lnTo>
                    <a:pt x="1581679" y="164733"/>
                  </a:lnTo>
                  <a:lnTo>
                    <a:pt x="1580608" y="165333"/>
                  </a:lnTo>
                  <a:lnTo>
                    <a:pt x="1579536" y="165933"/>
                  </a:lnTo>
                  <a:lnTo>
                    <a:pt x="1578465" y="166533"/>
                  </a:lnTo>
                  <a:lnTo>
                    <a:pt x="1577393" y="167133"/>
                  </a:lnTo>
                  <a:lnTo>
                    <a:pt x="1576321" y="167733"/>
                  </a:lnTo>
                  <a:lnTo>
                    <a:pt x="1575250" y="168332"/>
                  </a:lnTo>
                  <a:lnTo>
                    <a:pt x="1574178" y="168932"/>
                  </a:lnTo>
                  <a:lnTo>
                    <a:pt x="1573107" y="169531"/>
                  </a:lnTo>
                  <a:lnTo>
                    <a:pt x="1572035" y="170130"/>
                  </a:lnTo>
                  <a:lnTo>
                    <a:pt x="1570963" y="170730"/>
                  </a:lnTo>
                  <a:lnTo>
                    <a:pt x="1569892" y="171329"/>
                  </a:lnTo>
                  <a:lnTo>
                    <a:pt x="1568820" y="171928"/>
                  </a:lnTo>
                  <a:lnTo>
                    <a:pt x="1567749" y="172527"/>
                  </a:lnTo>
                  <a:lnTo>
                    <a:pt x="1566677" y="173126"/>
                  </a:lnTo>
                  <a:lnTo>
                    <a:pt x="1565605" y="173725"/>
                  </a:lnTo>
                  <a:lnTo>
                    <a:pt x="1564534" y="174324"/>
                  </a:lnTo>
                  <a:lnTo>
                    <a:pt x="1563462" y="174923"/>
                  </a:lnTo>
                  <a:lnTo>
                    <a:pt x="1562391" y="175522"/>
                  </a:lnTo>
                  <a:lnTo>
                    <a:pt x="1561319" y="176121"/>
                  </a:lnTo>
                  <a:lnTo>
                    <a:pt x="1560247" y="176720"/>
                  </a:lnTo>
                  <a:lnTo>
                    <a:pt x="1559176" y="177319"/>
                  </a:lnTo>
                  <a:lnTo>
                    <a:pt x="1558104" y="177917"/>
                  </a:lnTo>
                  <a:lnTo>
                    <a:pt x="1557033" y="178516"/>
                  </a:lnTo>
                  <a:lnTo>
                    <a:pt x="1555961" y="179115"/>
                  </a:lnTo>
                  <a:lnTo>
                    <a:pt x="1554889" y="179714"/>
                  </a:lnTo>
                  <a:lnTo>
                    <a:pt x="1553818" y="180313"/>
                  </a:lnTo>
                  <a:lnTo>
                    <a:pt x="1552746" y="180911"/>
                  </a:lnTo>
                  <a:lnTo>
                    <a:pt x="1551675" y="181510"/>
                  </a:lnTo>
                  <a:lnTo>
                    <a:pt x="1550603" y="182109"/>
                  </a:lnTo>
                  <a:lnTo>
                    <a:pt x="1549531" y="182708"/>
                  </a:lnTo>
                  <a:lnTo>
                    <a:pt x="1548460" y="183307"/>
                  </a:lnTo>
                  <a:lnTo>
                    <a:pt x="1547388" y="183906"/>
                  </a:lnTo>
                  <a:lnTo>
                    <a:pt x="1546317" y="184504"/>
                  </a:lnTo>
                  <a:lnTo>
                    <a:pt x="1545245" y="185103"/>
                  </a:lnTo>
                  <a:lnTo>
                    <a:pt x="1544173" y="185702"/>
                  </a:lnTo>
                  <a:lnTo>
                    <a:pt x="1543102" y="186301"/>
                  </a:lnTo>
                  <a:lnTo>
                    <a:pt x="1542030" y="186900"/>
                  </a:lnTo>
                  <a:lnTo>
                    <a:pt x="1540959" y="187499"/>
                  </a:lnTo>
                  <a:lnTo>
                    <a:pt x="1539887" y="188099"/>
                  </a:lnTo>
                  <a:lnTo>
                    <a:pt x="1538815" y="188698"/>
                  </a:lnTo>
                  <a:lnTo>
                    <a:pt x="1537744" y="189297"/>
                  </a:lnTo>
                  <a:lnTo>
                    <a:pt x="1536672" y="189896"/>
                  </a:lnTo>
                  <a:lnTo>
                    <a:pt x="1535601" y="190496"/>
                  </a:lnTo>
                  <a:lnTo>
                    <a:pt x="1534529" y="191095"/>
                  </a:lnTo>
                  <a:lnTo>
                    <a:pt x="1533457" y="191694"/>
                  </a:lnTo>
                  <a:lnTo>
                    <a:pt x="1532386" y="192294"/>
                  </a:lnTo>
                  <a:lnTo>
                    <a:pt x="1531314" y="192893"/>
                  </a:lnTo>
                  <a:lnTo>
                    <a:pt x="1530243" y="193493"/>
                  </a:lnTo>
                  <a:lnTo>
                    <a:pt x="1529171" y="194093"/>
                  </a:lnTo>
                  <a:lnTo>
                    <a:pt x="1528099" y="194693"/>
                  </a:lnTo>
                  <a:lnTo>
                    <a:pt x="1527028" y="195292"/>
                  </a:lnTo>
                  <a:lnTo>
                    <a:pt x="1525956" y="195892"/>
                  </a:lnTo>
                  <a:lnTo>
                    <a:pt x="1524885" y="196492"/>
                  </a:lnTo>
                  <a:lnTo>
                    <a:pt x="1523813" y="197092"/>
                  </a:lnTo>
                  <a:lnTo>
                    <a:pt x="1522741" y="197693"/>
                  </a:lnTo>
                  <a:lnTo>
                    <a:pt x="1521670" y="198293"/>
                  </a:lnTo>
                  <a:lnTo>
                    <a:pt x="1520598" y="198893"/>
                  </a:lnTo>
                  <a:lnTo>
                    <a:pt x="1519527" y="199494"/>
                  </a:lnTo>
                  <a:lnTo>
                    <a:pt x="1518455" y="200094"/>
                  </a:lnTo>
                  <a:lnTo>
                    <a:pt x="1517383" y="200695"/>
                  </a:lnTo>
                  <a:lnTo>
                    <a:pt x="1516312" y="201296"/>
                  </a:lnTo>
                  <a:lnTo>
                    <a:pt x="1515240" y="201897"/>
                  </a:lnTo>
                  <a:lnTo>
                    <a:pt x="1514169" y="202498"/>
                  </a:lnTo>
                  <a:lnTo>
                    <a:pt x="1513097" y="203099"/>
                  </a:lnTo>
                  <a:lnTo>
                    <a:pt x="1512025" y="203700"/>
                  </a:lnTo>
                  <a:lnTo>
                    <a:pt x="1510954" y="204301"/>
                  </a:lnTo>
                  <a:lnTo>
                    <a:pt x="1509882" y="204903"/>
                  </a:lnTo>
                  <a:lnTo>
                    <a:pt x="1508811" y="205504"/>
                  </a:lnTo>
                  <a:lnTo>
                    <a:pt x="1507739" y="206106"/>
                  </a:lnTo>
                  <a:lnTo>
                    <a:pt x="1506667" y="206707"/>
                  </a:lnTo>
                  <a:lnTo>
                    <a:pt x="1505596" y="207309"/>
                  </a:lnTo>
                  <a:lnTo>
                    <a:pt x="1504524" y="207911"/>
                  </a:lnTo>
                  <a:lnTo>
                    <a:pt x="1503453" y="208513"/>
                  </a:lnTo>
                  <a:lnTo>
                    <a:pt x="1502381" y="209116"/>
                  </a:lnTo>
                  <a:lnTo>
                    <a:pt x="1501309" y="209718"/>
                  </a:lnTo>
                  <a:lnTo>
                    <a:pt x="1500238" y="210321"/>
                  </a:lnTo>
                  <a:lnTo>
                    <a:pt x="1499166" y="210923"/>
                  </a:lnTo>
                  <a:lnTo>
                    <a:pt x="1498095" y="211526"/>
                  </a:lnTo>
                  <a:lnTo>
                    <a:pt x="1497023" y="212129"/>
                  </a:lnTo>
                  <a:lnTo>
                    <a:pt x="1495951" y="212732"/>
                  </a:lnTo>
                  <a:lnTo>
                    <a:pt x="1494880" y="213335"/>
                  </a:lnTo>
                  <a:lnTo>
                    <a:pt x="1493808" y="213938"/>
                  </a:lnTo>
                  <a:lnTo>
                    <a:pt x="1492737" y="214542"/>
                  </a:lnTo>
                  <a:lnTo>
                    <a:pt x="1491665" y="215145"/>
                  </a:lnTo>
                  <a:lnTo>
                    <a:pt x="1490593" y="215749"/>
                  </a:lnTo>
                  <a:lnTo>
                    <a:pt x="1489522" y="216353"/>
                  </a:lnTo>
                  <a:lnTo>
                    <a:pt x="1488450" y="216957"/>
                  </a:lnTo>
                  <a:lnTo>
                    <a:pt x="1487379" y="217561"/>
                  </a:lnTo>
                  <a:lnTo>
                    <a:pt x="1486307" y="218165"/>
                  </a:lnTo>
                  <a:lnTo>
                    <a:pt x="1485235" y="218770"/>
                  </a:lnTo>
                  <a:lnTo>
                    <a:pt x="1484164" y="219375"/>
                  </a:lnTo>
                  <a:lnTo>
                    <a:pt x="1483092" y="219979"/>
                  </a:lnTo>
                  <a:lnTo>
                    <a:pt x="1482021" y="220584"/>
                  </a:lnTo>
                  <a:lnTo>
                    <a:pt x="1480949" y="221189"/>
                  </a:lnTo>
                  <a:lnTo>
                    <a:pt x="1479877" y="221795"/>
                  </a:lnTo>
                  <a:lnTo>
                    <a:pt x="1478806" y="222400"/>
                  </a:lnTo>
                  <a:lnTo>
                    <a:pt x="1477734" y="223006"/>
                  </a:lnTo>
                  <a:lnTo>
                    <a:pt x="1476663" y="223611"/>
                  </a:lnTo>
                  <a:lnTo>
                    <a:pt x="1475591" y="224217"/>
                  </a:lnTo>
                  <a:lnTo>
                    <a:pt x="1474519" y="224823"/>
                  </a:lnTo>
                  <a:lnTo>
                    <a:pt x="1473448" y="225430"/>
                  </a:lnTo>
                  <a:lnTo>
                    <a:pt x="1472376" y="226036"/>
                  </a:lnTo>
                  <a:lnTo>
                    <a:pt x="1471305" y="226642"/>
                  </a:lnTo>
                  <a:lnTo>
                    <a:pt x="1470233" y="227249"/>
                  </a:lnTo>
                  <a:lnTo>
                    <a:pt x="1469161" y="227856"/>
                  </a:lnTo>
                  <a:lnTo>
                    <a:pt x="1468090" y="228463"/>
                  </a:lnTo>
                  <a:lnTo>
                    <a:pt x="1467018" y="229070"/>
                  </a:lnTo>
                  <a:lnTo>
                    <a:pt x="1465947" y="229678"/>
                  </a:lnTo>
                  <a:lnTo>
                    <a:pt x="1464875" y="230285"/>
                  </a:lnTo>
                  <a:lnTo>
                    <a:pt x="1463803" y="230893"/>
                  </a:lnTo>
                  <a:lnTo>
                    <a:pt x="1462732" y="231501"/>
                  </a:lnTo>
                  <a:lnTo>
                    <a:pt x="1461660" y="232109"/>
                  </a:lnTo>
                  <a:lnTo>
                    <a:pt x="1460589" y="232718"/>
                  </a:lnTo>
                  <a:lnTo>
                    <a:pt x="1459517" y="233326"/>
                  </a:lnTo>
                  <a:lnTo>
                    <a:pt x="1458445" y="233935"/>
                  </a:lnTo>
                  <a:lnTo>
                    <a:pt x="1457374" y="234543"/>
                  </a:lnTo>
                  <a:lnTo>
                    <a:pt x="1456302" y="235153"/>
                  </a:lnTo>
                  <a:lnTo>
                    <a:pt x="1455231" y="235762"/>
                  </a:lnTo>
                  <a:lnTo>
                    <a:pt x="1454159" y="236371"/>
                  </a:lnTo>
                  <a:lnTo>
                    <a:pt x="1453087" y="236981"/>
                  </a:lnTo>
                  <a:lnTo>
                    <a:pt x="1452016" y="237590"/>
                  </a:lnTo>
                  <a:lnTo>
                    <a:pt x="1450944" y="238200"/>
                  </a:lnTo>
                  <a:lnTo>
                    <a:pt x="1449873" y="238811"/>
                  </a:lnTo>
                  <a:lnTo>
                    <a:pt x="1448801" y="239421"/>
                  </a:lnTo>
                  <a:lnTo>
                    <a:pt x="1447729" y="240031"/>
                  </a:lnTo>
                  <a:lnTo>
                    <a:pt x="1446658" y="240642"/>
                  </a:lnTo>
                  <a:lnTo>
                    <a:pt x="1445586" y="241253"/>
                  </a:lnTo>
                  <a:lnTo>
                    <a:pt x="1444515" y="241864"/>
                  </a:lnTo>
                  <a:lnTo>
                    <a:pt x="1443443" y="242475"/>
                  </a:lnTo>
                  <a:lnTo>
                    <a:pt x="1442371" y="243087"/>
                  </a:lnTo>
                  <a:lnTo>
                    <a:pt x="1441300" y="243699"/>
                  </a:lnTo>
                  <a:lnTo>
                    <a:pt x="1440228" y="244311"/>
                  </a:lnTo>
                  <a:lnTo>
                    <a:pt x="1439157" y="244923"/>
                  </a:lnTo>
                  <a:lnTo>
                    <a:pt x="1438085" y="245535"/>
                  </a:lnTo>
                  <a:lnTo>
                    <a:pt x="1437013" y="246147"/>
                  </a:lnTo>
                  <a:lnTo>
                    <a:pt x="1435942" y="246760"/>
                  </a:lnTo>
                  <a:lnTo>
                    <a:pt x="1434870" y="247373"/>
                  </a:lnTo>
                  <a:lnTo>
                    <a:pt x="1433799" y="247986"/>
                  </a:lnTo>
                  <a:lnTo>
                    <a:pt x="1432727" y="248599"/>
                  </a:lnTo>
                  <a:lnTo>
                    <a:pt x="1431655" y="249213"/>
                  </a:lnTo>
                  <a:lnTo>
                    <a:pt x="1430584" y="249827"/>
                  </a:lnTo>
                  <a:lnTo>
                    <a:pt x="1429512" y="250441"/>
                  </a:lnTo>
                  <a:lnTo>
                    <a:pt x="1428441" y="251055"/>
                  </a:lnTo>
                  <a:lnTo>
                    <a:pt x="1427369" y="251669"/>
                  </a:lnTo>
                  <a:lnTo>
                    <a:pt x="1426297" y="252284"/>
                  </a:lnTo>
                  <a:lnTo>
                    <a:pt x="1425226" y="252898"/>
                  </a:lnTo>
                  <a:lnTo>
                    <a:pt x="1424154" y="253513"/>
                  </a:lnTo>
                  <a:lnTo>
                    <a:pt x="1423083" y="254128"/>
                  </a:lnTo>
                  <a:lnTo>
                    <a:pt x="1422011" y="254744"/>
                  </a:lnTo>
                  <a:lnTo>
                    <a:pt x="1420939" y="255359"/>
                  </a:lnTo>
                  <a:lnTo>
                    <a:pt x="1419868" y="255975"/>
                  </a:lnTo>
                  <a:lnTo>
                    <a:pt x="1418796" y="256591"/>
                  </a:lnTo>
                  <a:lnTo>
                    <a:pt x="1417725" y="257208"/>
                  </a:lnTo>
                  <a:lnTo>
                    <a:pt x="1416653" y="257824"/>
                  </a:lnTo>
                  <a:lnTo>
                    <a:pt x="1415582" y="258441"/>
                  </a:lnTo>
                  <a:lnTo>
                    <a:pt x="1414510" y="259058"/>
                  </a:lnTo>
                  <a:lnTo>
                    <a:pt x="1413438" y="259675"/>
                  </a:lnTo>
                  <a:lnTo>
                    <a:pt x="1412367" y="260292"/>
                  </a:lnTo>
                  <a:lnTo>
                    <a:pt x="1411295" y="260910"/>
                  </a:lnTo>
                  <a:lnTo>
                    <a:pt x="1410224" y="261527"/>
                  </a:lnTo>
                  <a:lnTo>
                    <a:pt x="1409152" y="262145"/>
                  </a:lnTo>
                  <a:lnTo>
                    <a:pt x="1408080" y="262764"/>
                  </a:lnTo>
                  <a:lnTo>
                    <a:pt x="1407009" y="263382"/>
                  </a:lnTo>
                  <a:lnTo>
                    <a:pt x="1405937" y="264001"/>
                  </a:lnTo>
                  <a:lnTo>
                    <a:pt x="1404866" y="264620"/>
                  </a:lnTo>
                  <a:lnTo>
                    <a:pt x="1403794" y="265239"/>
                  </a:lnTo>
                  <a:lnTo>
                    <a:pt x="1402722" y="265858"/>
                  </a:lnTo>
                  <a:lnTo>
                    <a:pt x="1401651" y="266478"/>
                  </a:lnTo>
                  <a:lnTo>
                    <a:pt x="1400579" y="267097"/>
                  </a:lnTo>
                  <a:lnTo>
                    <a:pt x="1399508" y="267718"/>
                  </a:lnTo>
                  <a:lnTo>
                    <a:pt x="1398436" y="268338"/>
                  </a:lnTo>
                  <a:lnTo>
                    <a:pt x="1397364" y="268958"/>
                  </a:lnTo>
                  <a:lnTo>
                    <a:pt x="1396293" y="269579"/>
                  </a:lnTo>
                  <a:lnTo>
                    <a:pt x="1395221" y="270200"/>
                  </a:lnTo>
                  <a:lnTo>
                    <a:pt x="1394150" y="270821"/>
                  </a:lnTo>
                  <a:lnTo>
                    <a:pt x="1393078" y="271443"/>
                  </a:lnTo>
                  <a:lnTo>
                    <a:pt x="1392006" y="272064"/>
                  </a:lnTo>
                  <a:lnTo>
                    <a:pt x="1390935" y="272686"/>
                  </a:lnTo>
                  <a:lnTo>
                    <a:pt x="1389863" y="273308"/>
                  </a:lnTo>
                  <a:lnTo>
                    <a:pt x="1388792" y="273931"/>
                  </a:lnTo>
                  <a:lnTo>
                    <a:pt x="1387720" y="274553"/>
                  </a:lnTo>
                  <a:lnTo>
                    <a:pt x="1386648" y="275176"/>
                  </a:lnTo>
                  <a:lnTo>
                    <a:pt x="1385577" y="275799"/>
                  </a:lnTo>
                  <a:lnTo>
                    <a:pt x="1384505" y="276423"/>
                  </a:lnTo>
                  <a:lnTo>
                    <a:pt x="1383434" y="277046"/>
                  </a:lnTo>
                  <a:lnTo>
                    <a:pt x="1382362" y="277670"/>
                  </a:lnTo>
                  <a:lnTo>
                    <a:pt x="1381290" y="278294"/>
                  </a:lnTo>
                  <a:lnTo>
                    <a:pt x="1380219" y="278919"/>
                  </a:lnTo>
                  <a:lnTo>
                    <a:pt x="1379147" y="279543"/>
                  </a:lnTo>
                  <a:lnTo>
                    <a:pt x="1378076" y="280168"/>
                  </a:lnTo>
                  <a:lnTo>
                    <a:pt x="1377004" y="280793"/>
                  </a:lnTo>
                  <a:lnTo>
                    <a:pt x="1375932" y="281418"/>
                  </a:lnTo>
                  <a:lnTo>
                    <a:pt x="1374861" y="282044"/>
                  </a:lnTo>
                  <a:lnTo>
                    <a:pt x="1373789" y="282670"/>
                  </a:lnTo>
                  <a:lnTo>
                    <a:pt x="1372718" y="283296"/>
                  </a:lnTo>
                  <a:lnTo>
                    <a:pt x="1371646" y="283922"/>
                  </a:lnTo>
                  <a:lnTo>
                    <a:pt x="1370574" y="284549"/>
                  </a:lnTo>
                  <a:lnTo>
                    <a:pt x="1369503" y="285175"/>
                  </a:lnTo>
                  <a:lnTo>
                    <a:pt x="1368431" y="285803"/>
                  </a:lnTo>
                  <a:lnTo>
                    <a:pt x="1367360" y="286430"/>
                  </a:lnTo>
                  <a:lnTo>
                    <a:pt x="1366288" y="287057"/>
                  </a:lnTo>
                  <a:lnTo>
                    <a:pt x="1365216" y="287685"/>
                  </a:lnTo>
                  <a:lnTo>
                    <a:pt x="1364145" y="288313"/>
                  </a:lnTo>
                  <a:lnTo>
                    <a:pt x="1363073" y="288942"/>
                  </a:lnTo>
                  <a:lnTo>
                    <a:pt x="1362002" y="289570"/>
                  </a:lnTo>
                  <a:lnTo>
                    <a:pt x="1360930" y="290199"/>
                  </a:lnTo>
                  <a:lnTo>
                    <a:pt x="1359858" y="290828"/>
                  </a:lnTo>
                  <a:lnTo>
                    <a:pt x="1358787" y="291458"/>
                  </a:lnTo>
                  <a:lnTo>
                    <a:pt x="1357715" y="292088"/>
                  </a:lnTo>
                  <a:lnTo>
                    <a:pt x="1356644" y="292718"/>
                  </a:lnTo>
                  <a:lnTo>
                    <a:pt x="1355572" y="293348"/>
                  </a:lnTo>
                  <a:lnTo>
                    <a:pt x="1354500" y="293978"/>
                  </a:lnTo>
                  <a:lnTo>
                    <a:pt x="1353429" y="294609"/>
                  </a:lnTo>
                  <a:lnTo>
                    <a:pt x="1352357" y="295240"/>
                  </a:lnTo>
                  <a:lnTo>
                    <a:pt x="1351286" y="295871"/>
                  </a:lnTo>
                  <a:lnTo>
                    <a:pt x="1350214" y="296503"/>
                  </a:lnTo>
                  <a:lnTo>
                    <a:pt x="1349142" y="297135"/>
                  </a:lnTo>
                  <a:lnTo>
                    <a:pt x="1348071" y="297767"/>
                  </a:lnTo>
                  <a:lnTo>
                    <a:pt x="1346999" y="298399"/>
                  </a:lnTo>
                  <a:lnTo>
                    <a:pt x="1345928" y="299032"/>
                  </a:lnTo>
                  <a:lnTo>
                    <a:pt x="1344856" y="299665"/>
                  </a:lnTo>
                  <a:lnTo>
                    <a:pt x="1343784" y="300298"/>
                  </a:lnTo>
                  <a:lnTo>
                    <a:pt x="1342713" y="300931"/>
                  </a:lnTo>
                  <a:lnTo>
                    <a:pt x="1341641" y="301565"/>
                  </a:lnTo>
                  <a:lnTo>
                    <a:pt x="1340570" y="302199"/>
                  </a:lnTo>
                  <a:lnTo>
                    <a:pt x="1339498" y="302834"/>
                  </a:lnTo>
                  <a:lnTo>
                    <a:pt x="1338426" y="303468"/>
                  </a:lnTo>
                  <a:lnTo>
                    <a:pt x="1337355" y="304103"/>
                  </a:lnTo>
                  <a:lnTo>
                    <a:pt x="1336283" y="304738"/>
                  </a:lnTo>
                  <a:lnTo>
                    <a:pt x="1335212" y="305374"/>
                  </a:lnTo>
                  <a:lnTo>
                    <a:pt x="1334140" y="306010"/>
                  </a:lnTo>
                  <a:lnTo>
                    <a:pt x="1333068" y="306646"/>
                  </a:lnTo>
                  <a:lnTo>
                    <a:pt x="1331997" y="307282"/>
                  </a:lnTo>
                  <a:lnTo>
                    <a:pt x="1330925" y="307919"/>
                  </a:lnTo>
                  <a:lnTo>
                    <a:pt x="1329854" y="308556"/>
                  </a:lnTo>
                  <a:lnTo>
                    <a:pt x="1328782" y="309193"/>
                  </a:lnTo>
                  <a:lnTo>
                    <a:pt x="1327710" y="309830"/>
                  </a:lnTo>
                  <a:lnTo>
                    <a:pt x="1326639" y="310468"/>
                  </a:lnTo>
                  <a:lnTo>
                    <a:pt x="1325567" y="311106"/>
                  </a:lnTo>
                  <a:lnTo>
                    <a:pt x="1324496" y="311745"/>
                  </a:lnTo>
                  <a:lnTo>
                    <a:pt x="1323424" y="312383"/>
                  </a:lnTo>
                  <a:lnTo>
                    <a:pt x="1322352" y="313022"/>
                  </a:lnTo>
                  <a:lnTo>
                    <a:pt x="1321281" y="313662"/>
                  </a:lnTo>
                  <a:lnTo>
                    <a:pt x="1320209" y="314301"/>
                  </a:lnTo>
                  <a:lnTo>
                    <a:pt x="1319138" y="314941"/>
                  </a:lnTo>
                  <a:lnTo>
                    <a:pt x="1318066" y="315581"/>
                  </a:lnTo>
                  <a:lnTo>
                    <a:pt x="1316994" y="316222"/>
                  </a:lnTo>
                  <a:lnTo>
                    <a:pt x="1315923" y="316863"/>
                  </a:lnTo>
                  <a:lnTo>
                    <a:pt x="1314851" y="317504"/>
                  </a:lnTo>
                  <a:lnTo>
                    <a:pt x="1313780" y="318146"/>
                  </a:lnTo>
                  <a:lnTo>
                    <a:pt x="1312708" y="318787"/>
                  </a:lnTo>
                  <a:lnTo>
                    <a:pt x="1311636" y="319429"/>
                  </a:lnTo>
                  <a:lnTo>
                    <a:pt x="1310565" y="320072"/>
                  </a:lnTo>
                  <a:lnTo>
                    <a:pt x="1309493" y="320715"/>
                  </a:lnTo>
                  <a:lnTo>
                    <a:pt x="1308422" y="321358"/>
                  </a:lnTo>
                  <a:lnTo>
                    <a:pt x="1307350" y="322001"/>
                  </a:lnTo>
                  <a:lnTo>
                    <a:pt x="1306278" y="322645"/>
                  </a:lnTo>
                  <a:lnTo>
                    <a:pt x="1305207" y="323289"/>
                  </a:lnTo>
                  <a:lnTo>
                    <a:pt x="1304135" y="323933"/>
                  </a:lnTo>
                  <a:lnTo>
                    <a:pt x="1303064" y="324578"/>
                  </a:lnTo>
                  <a:lnTo>
                    <a:pt x="1301992" y="325223"/>
                  </a:lnTo>
                  <a:lnTo>
                    <a:pt x="1300920" y="325868"/>
                  </a:lnTo>
                  <a:lnTo>
                    <a:pt x="1299849" y="326514"/>
                  </a:lnTo>
                  <a:lnTo>
                    <a:pt x="1298777" y="327160"/>
                  </a:lnTo>
                  <a:lnTo>
                    <a:pt x="1297706" y="327807"/>
                  </a:lnTo>
                  <a:lnTo>
                    <a:pt x="1296634" y="328453"/>
                  </a:lnTo>
                  <a:lnTo>
                    <a:pt x="1295562" y="329100"/>
                  </a:lnTo>
                  <a:lnTo>
                    <a:pt x="1294491" y="329748"/>
                  </a:lnTo>
                  <a:lnTo>
                    <a:pt x="1293419" y="330395"/>
                  </a:lnTo>
                  <a:lnTo>
                    <a:pt x="1292348" y="331043"/>
                  </a:lnTo>
                  <a:lnTo>
                    <a:pt x="1291276" y="331692"/>
                  </a:lnTo>
                  <a:lnTo>
                    <a:pt x="1290204" y="332341"/>
                  </a:lnTo>
                  <a:lnTo>
                    <a:pt x="1289133" y="332990"/>
                  </a:lnTo>
                  <a:lnTo>
                    <a:pt x="1288061" y="333639"/>
                  </a:lnTo>
                  <a:lnTo>
                    <a:pt x="1286990" y="334289"/>
                  </a:lnTo>
                  <a:lnTo>
                    <a:pt x="1285918" y="334939"/>
                  </a:lnTo>
                  <a:lnTo>
                    <a:pt x="1284846" y="335590"/>
                  </a:lnTo>
                  <a:lnTo>
                    <a:pt x="1283775" y="336241"/>
                  </a:lnTo>
                  <a:lnTo>
                    <a:pt x="1282703" y="336892"/>
                  </a:lnTo>
                  <a:lnTo>
                    <a:pt x="1281632" y="337544"/>
                  </a:lnTo>
                  <a:lnTo>
                    <a:pt x="1280560" y="338196"/>
                  </a:lnTo>
                  <a:lnTo>
                    <a:pt x="1279488" y="338848"/>
                  </a:lnTo>
                  <a:lnTo>
                    <a:pt x="1278417" y="339501"/>
                  </a:lnTo>
                  <a:lnTo>
                    <a:pt x="1277345" y="340154"/>
                  </a:lnTo>
                  <a:lnTo>
                    <a:pt x="1276274" y="340807"/>
                  </a:lnTo>
                  <a:lnTo>
                    <a:pt x="1275202" y="341461"/>
                  </a:lnTo>
                  <a:lnTo>
                    <a:pt x="1274130" y="342115"/>
                  </a:lnTo>
                  <a:lnTo>
                    <a:pt x="1273059" y="342770"/>
                  </a:lnTo>
                  <a:lnTo>
                    <a:pt x="1271987" y="343425"/>
                  </a:lnTo>
                  <a:lnTo>
                    <a:pt x="1270916" y="344080"/>
                  </a:lnTo>
                  <a:lnTo>
                    <a:pt x="1269844" y="344736"/>
                  </a:lnTo>
                  <a:lnTo>
                    <a:pt x="1268772" y="345392"/>
                  </a:lnTo>
                  <a:lnTo>
                    <a:pt x="1267701" y="346049"/>
                  </a:lnTo>
                  <a:lnTo>
                    <a:pt x="1266629" y="346706"/>
                  </a:lnTo>
                  <a:lnTo>
                    <a:pt x="1265558" y="347363"/>
                  </a:lnTo>
                  <a:lnTo>
                    <a:pt x="1264486" y="348021"/>
                  </a:lnTo>
                  <a:lnTo>
                    <a:pt x="1263414" y="348679"/>
                  </a:lnTo>
                  <a:lnTo>
                    <a:pt x="1262343" y="349337"/>
                  </a:lnTo>
                  <a:lnTo>
                    <a:pt x="1261271" y="349996"/>
                  </a:lnTo>
                  <a:lnTo>
                    <a:pt x="1260200" y="350656"/>
                  </a:lnTo>
                  <a:lnTo>
                    <a:pt x="1259128" y="351316"/>
                  </a:lnTo>
                  <a:lnTo>
                    <a:pt x="1258056" y="351976"/>
                  </a:lnTo>
                  <a:lnTo>
                    <a:pt x="1256985" y="352636"/>
                  </a:lnTo>
                  <a:lnTo>
                    <a:pt x="1255913" y="353297"/>
                  </a:lnTo>
                  <a:lnTo>
                    <a:pt x="1254842" y="353959"/>
                  </a:lnTo>
                  <a:lnTo>
                    <a:pt x="1253770" y="354620"/>
                  </a:lnTo>
                  <a:lnTo>
                    <a:pt x="1252698" y="355283"/>
                  </a:lnTo>
                  <a:lnTo>
                    <a:pt x="1251627" y="355945"/>
                  </a:lnTo>
                  <a:lnTo>
                    <a:pt x="1250555" y="356609"/>
                  </a:lnTo>
                  <a:lnTo>
                    <a:pt x="1249484" y="357272"/>
                  </a:lnTo>
                  <a:lnTo>
                    <a:pt x="1248412" y="357936"/>
                  </a:lnTo>
                  <a:lnTo>
                    <a:pt x="1247340" y="358600"/>
                  </a:lnTo>
                  <a:lnTo>
                    <a:pt x="1246269" y="359265"/>
                  </a:lnTo>
                  <a:lnTo>
                    <a:pt x="1245197" y="359931"/>
                  </a:lnTo>
                  <a:lnTo>
                    <a:pt x="1244126" y="360596"/>
                  </a:lnTo>
                  <a:lnTo>
                    <a:pt x="1243054" y="361263"/>
                  </a:lnTo>
                  <a:lnTo>
                    <a:pt x="1241983" y="361929"/>
                  </a:lnTo>
                  <a:lnTo>
                    <a:pt x="1240911" y="362596"/>
                  </a:lnTo>
                  <a:lnTo>
                    <a:pt x="1239839" y="363264"/>
                  </a:lnTo>
                  <a:lnTo>
                    <a:pt x="1238768" y="363932"/>
                  </a:lnTo>
                  <a:lnTo>
                    <a:pt x="1237696" y="364600"/>
                  </a:lnTo>
                  <a:lnTo>
                    <a:pt x="1236625" y="365269"/>
                  </a:lnTo>
                  <a:lnTo>
                    <a:pt x="1235553" y="365939"/>
                  </a:lnTo>
                  <a:lnTo>
                    <a:pt x="1234481" y="366609"/>
                  </a:lnTo>
                  <a:lnTo>
                    <a:pt x="1233410" y="367279"/>
                  </a:lnTo>
                  <a:lnTo>
                    <a:pt x="1232338" y="367950"/>
                  </a:lnTo>
                  <a:lnTo>
                    <a:pt x="1231267" y="368621"/>
                  </a:lnTo>
                  <a:lnTo>
                    <a:pt x="1230195" y="369293"/>
                  </a:lnTo>
                  <a:lnTo>
                    <a:pt x="1229123" y="369965"/>
                  </a:lnTo>
                  <a:lnTo>
                    <a:pt x="1228052" y="370638"/>
                  </a:lnTo>
                  <a:lnTo>
                    <a:pt x="1226980" y="371311"/>
                  </a:lnTo>
                  <a:lnTo>
                    <a:pt x="1225909" y="371985"/>
                  </a:lnTo>
                  <a:lnTo>
                    <a:pt x="1224837" y="372659"/>
                  </a:lnTo>
                  <a:lnTo>
                    <a:pt x="1223765" y="373334"/>
                  </a:lnTo>
                  <a:lnTo>
                    <a:pt x="1222694" y="374009"/>
                  </a:lnTo>
                  <a:lnTo>
                    <a:pt x="1221622" y="374685"/>
                  </a:lnTo>
                  <a:lnTo>
                    <a:pt x="1220551" y="375361"/>
                  </a:lnTo>
                  <a:lnTo>
                    <a:pt x="1219479" y="376038"/>
                  </a:lnTo>
                  <a:lnTo>
                    <a:pt x="1218407" y="376715"/>
                  </a:lnTo>
                  <a:lnTo>
                    <a:pt x="1217336" y="377393"/>
                  </a:lnTo>
                  <a:lnTo>
                    <a:pt x="1216264" y="378072"/>
                  </a:lnTo>
                  <a:lnTo>
                    <a:pt x="1215193" y="378750"/>
                  </a:lnTo>
                  <a:lnTo>
                    <a:pt x="1214121" y="379430"/>
                  </a:lnTo>
                  <a:lnTo>
                    <a:pt x="1213049" y="380110"/>
                  </a:lnTo>
                  <a:lnTo>
                    <a:pt x="1211978" y="380790"/>
                  </a:lnTo>
                  <a:lnTo>
                    <a:pt x="1210906" y="381471"/>
                  </a:lnTo>
                  <a:lnTo>
                    <a:pt x="1209835" y="382153"/>
                  </a:lnTo>
                  <a:lnTo>
                    <a:pt x="1208763" y="382835"/>
                  </a:lnTo>
                  <a:lnTo>
                    <a:pt x="1207691" y="383518"/>
                  </a:lnTo>
                  <a:lnTo>
                    <a:pt x="1206620" y="384201"/>
                  </a:lnTo>
                  <a:lnTo>
                    <a:pt x="1205548" y="384885"/>
                  </a:lnTo>
                  <a:lnTo>
                    <a:pt x="1204477" y="385570"/>
                  </a:lnTo>
                  <a:lnTo>
                    <a:pt x="1203405" y="386255"/>
                  </a:lnTo>
                  <a:lnTo>
                    <a:pt x="1202333" y="386940"/>
                  </a:lnTo>
                  <a:lnTo>
                    <a:pt x="1201262" y="387626"/>
                  </a:lnTo>
                  <a:lnTo>
                    <a:pt x="1200190" y="388313"/>
                  </a:lnTo>
                  <a:lnTo>
                    <a:pt x="1199119" y="389000"/>
                  </a:lnTo>
                  <a:lnTo>
                    <a:pt x="1198047" y="389688"/>
                  </a:lnTo>
                  <a:lnTo>
                    <a:pt x="1196975" y="390377"/>
                  </a:lnTo>
                  <a:lnTo>
                    <a:pt x="1195904" y="391066"/>
                  </a:lnTo>
                  <a:lnTo>
                    <a:pt x="1194832" y="391756"/>
                  </a:lnTo>
                  <a:lnTo>
                    <a:pt x="1193761" y="392446"/>
                  </a:lnTo>
                  <a:lnTo>
                    <a:pt x="1192689" y="393137"/>
                  </a:lnTo>
                  <a:lnTo>
                    <a:pt x="1191617" y="393829"/>
                  </a:lnTo>
                  <a:lnTo>
                    <a:pt x="1190546" y="394521"/>
                  </a:lnTo>
                  <a:lnTo>
                    <a:pt x="1189474" y="395214"/>
                  </a:lnTo>
                  <a:lnTo>
                    <a:pt x="1188403" y="395907"/>
                  </a:lnTo>
                  <a:lnTo>
                    <a:pt x="1187331" y="396601"/>
                  </a:lnTo>
                  <a:lnTo>
                    <a:pt x="1186259" y="397296"/>
                  </a:lnTo>
                  <a:lnTo>
                    <a:pt x="1185188" y="397991"/>
                  </a:lnTo>
                  <a:lnTo>
                    <a:pt x="1184116" y="398687"/>
                  </a:lnTo>
                  <a:lnTo>
                    <a:pt x="1183045" y="399384"/>
                  </a:lnTo>
                  <a:lnTo>
                    <a:pt x="1181973" y="400082"/>
                  </a:lnTo>
                  <a:lnTo>
                    <a:pt x="1180901" y="400780"/>
                  </a:lnTo>
                  <a:lnTo>
                    <a:pt x="1179830" y="401478"/>
                  </a:lnTo>
                  <a:lnTo>
                    <a:pt x="1178758" y="402178"/>
                  </a:lnTo>
                  <a:lnTo>
                    <a:pt x="1177687" y="402878"/>
                  </a:lnTo>
                  <a:lnTo>
                    <a:pt x="1176615" y="403579"/>
                  </a:lnTo>
                  <a:lnTo>
                    <a:pt x="1175543" y="404280"/>
                  </a:lnTo>
                  <a:lnTo>
                    <a:pt x="1174472" y="404982"/>
                  </a:lnTo>
                  <a:lnTo>
                    <a:pt x="1173400" y="405685"/>
                  </a:lnTo>
                  <a:lnTo>
                    <a:pt x="1172329" y="406389"/>
                  </a:lnTo>
                  <a:lnTo>
                    <a:pt x="1171257" y="407093"/>
                  </a:lnTo>
                  <a:lnTo>
                    <a:pt x="1170185" y="407798"/>
                  </a:lnTo>
                  <a:lnTo>
                    <a:pt x="1169114" y="408504"/>
                  </a:lnTo>
                  <a:lnTo>
                    <a:pt x="1168042" y="409210"/>
                  </a:lnTo>
                  <a:lnTo>
                    <a:pt x="1166971" y="409917"/>
                  </a:lnTo>
                  <a:lnTo>
                    <a:pt x="1165899" y="410625"/>
                  </a:lnTo>
                  <a:lnTo>
                    <a:pt x="1164827" y="411334"/>
                  </a:lnTo>
                  <a:lnTo>
                    <a:pt x="1163756" y="412043"/>
                  </a:lnTo>
                  <a:lnTo>
                    <a:pt x="1162684" y="412753"/>
                  </a:lnTo>
                  <a:lnTo>
                    <a:pt x="1161613" y="413464"/>
                  </a:lnTo>
                  <a:lnTo>
                    <a:pt x="1160541" y="414176"/>
                  </a:lnTo>
                  <a:lnTo>
                    <a:pt x="1159469" y="414889"/>
                  </a:lnTo>
                  <a:lnTo>
                    <a:pt x="1158398" y="415602"/>
                  </a:lnTo>
                  <a:lnTo>
                    <a:pt x="1157326" y="416316"/>
                  </a:lnTo>
                  <a:lnTo>
                    <a:pt x="1156255" y="417031"/>
                  </a:lnTo>
                  <a:lnTo>
                    <a:pt x="1155183" y="417747"/>
                  </a:lnTo>
                  <a:lnTo>
                    <a:pt x="1154111" y="418463"/>
                  </a:lnTo>
                  <a:lnTo>
                    <a:pt x="1153040" y="419180"/>
                  </a:lnTo>
                  <a:lnTo>
                    <a:pt x="1151968" y="419899"/>
                  </a:lnTo>
                  <a:lnTo>
                    <a:pt x="1150897" y="420618"/>
                  </a:lnTo>
                  <a:lnTo>
                    <a:pt x="1149825" y="421337"/>
                  </a:lnTo>
                  <a:lnTo>
                    <a:pt x="1148753" y="422058"/>
                  </a:lnTo>
                  <a:lnTo>
                    <a:pt x="1147682" y="422779"/>
                  </a:lnTo>
                  <a:lnTo>
                    <a:pt x="1146610" y="423502"/>
                  </a:lnTo>
                  <a:lnTo>
                    <a:pt x="1145539" y="424225"/>
                  </a:lnTo>
                  <a:lnTo>
                    <a:pt x="1144467" y="424949"/>
                  </a:lnTo>
                  <a:lnTo>
                    <a:pt x="1143395" y="425674"/>
                  </a:lnTo>
                  <a:lnTo>
                    <a:pt x="1142324" y="426400"/>
                  </a:lnTo>
                  <a:lnTo>
                    <a:pt x="1141252" y="427127"/>
                  </a:lnTo>
                  <a:lnTo>
                    <a:pt x="1140181" y="427854"/>
                  </a:lnTo>
                  <a:lnTo>
                    <a:pt x="1139109" y="428583"/>
                  </a:lnTo>
                  <a:lnTo>
                    <a:pt x="1138037" y="429312"/>
                  </a:lnTo>
                  <a:lnTo>
                    <a:pt x="1136966" y="430042"/>
                  </a:lnTo>
                  <a:lnTo>
                    <a:pt x="1135894" y="430774"/>
                  </a:lnTo>
                  <a:lnTo>
                    <a:pt x="1134823" y="431506"/>
                  </a:lnTo>
                  <a:lnTo>
                    <a:pt x="1133751" y="432239"/>
                  </a:lnTo>
                  <a:lnTo>
                    <a:pt x="1132679" y="432973"/>
                  </a:lnTo>
                  <a:lnTo>
                    <a:pt x="1131608" y="433707"/>
                  </a:lnTo>
                  <a:lnTo>
                    <a:pt x="1130536" y="434443"/>
                  </a:lnTo>
                  <a:lnTo>
                    <a:pt x="1129465" y="435180"/>
                  </a:lnTo>
                  <a:lnTo>
                    <a:pt x="1128393" y="435918"/>
                  </a:lnTo>
                  <a:lnTo>
                    <a:pt x="1127321" y="436656"/>
                  </a:lnTo>
                  <a:lnTo>
                    <a:pt x="1126250" y="437396"/>
                  </a:lnTo>
                  <a:lnTo>
                    <a:pt x="1125178" y="438137"/>
                  </a:lnTo>
                  <a:lnTo>
                    <a:pt x="1124107" y="438878"/>
                  </a:lnTo>
                  <a:lnTo>
                    <a:pt x="1123035" y="439621"/>
                  </a:lnTo>
                  <a:lnTo>
                    <a:pt x="1121963" y="440364"/>
                  </a:lnTo>
                  <a:lnTo>
                    <a:pt x="1120892" y="441108"/>
                  </a:lnTo>
                  <a:lnTo>
                    <a:pt x="1119820" y="441854"/>
                  </a:lnTo>
                  <a:lnTo>
                    <a:pt x="1118749" y="442600"/>
                  </a:lnTo>
                  <a:lnTo>
                    <a:pt x="1117677" y="443348"/>
                  </a:lnTo>
                  <a:lnTo>
                    <a:pt x="1116605" y="444096"/>
                  </a:lnTo>
                  <a:lnTo>
                    <a:pt x="1115534" y="444846"/>
                  </a:lnTo>
                  <a:lnTo>
                    <a:pt x="1114462" y="445596"/>
                  </a:lnTo>
                  <a:lnTo>
                    <a:pt x="1113391" y="446348"/>
                  </a:lnTo>
                  <a:lnTo>
                    <a:pt x="1112319" y="447100"/>
                  </a:lnTo>
                  <a:lnTo>
                    <a:pt x="1111247" y="447853"/>
                  </a:lnTo>
                  <a:lnTo>
                    <a:pt x="1110176" y="448608"/>
                  </a:lnTo>
                  <a:lnTo>
                    <a:pt x="1109104" y="449364"/>
                  </a:lnTo>
                  <a:lnTo>
                    <a:pt x="1108033" y="450120"/>
                  </a:lnTo>
                  <a:lnTo>
                    <a:pt x="1106961" y="450878"/>
                  </a:lnTo>
                  <a:lnTo>
                    <a:pt x="1105889" y="451637"/>
                  </a:lnTo>
                  <a:lnTo>
                    <a:pt x="1104818" y="452396"/>
                  </a:lnTo>
                  <a:lnTo>
                    <a:pt x="1103746" y="453157"/>
                  </a:lnTo>
                  <a:lnTo>
                    <a:pt x="1102675" y="453919"/>
                  </a:lnTo>
                  <a:lnTo>
                    <a:pt x="1101603" y="454682"/>
                  </a:lnTo>
                  <a:lnTo>
                    <a:pt x="1100531" y="455446"/>
                  </a:lnTo>
                  <a:lnTo>
                    <a:pt x="1099460" y="456211"/>
                  </a:lnTo>
                  <a:lnTo>
                    <a:pt x="1098388" y="456978"/>
                  </a:lnTo>
                  <a:lnTo>
                    <a:pt x="1097317" y="457745"/>
                  </a:lnTo>
                  <a:lnTo>
                    <a:pt x="1096245" y="458514"/>
                  </a:lnTo>
                  <a:lnTo>
                    <a:pt x="1095173" y="459283"/>
                  </a:lnTo>
                  <a:lnTo>
                    <a:pt x="1094102" y="460054"/>
                  </a:lnTo>
                  <a:lnTo>
                    <a:pt x="1093030" y="460826"/>
                  </a:lnTo>
                  <a:lnTo>
                    <a:pt x="1091959" y="461599"/>
                  </a:lnTo>
                  <a:lnTo>
                    <a:pt x="1090887" y="462373"/>
                  </a:lnTo>
                  <a:lnTo>
                    <a:pt x="1089815" y="463148"/>
                  </a:lnTo>
                  <a:lnTo>
                    <a:pt x="1088744" y="463924"/>
                  </a:lnTo>
                  <a:lnTo>
                    <a:pt x="1087672" y="464702"/>
                  </a:lnTo>
                  <a:lnTo>
                    <a:pt x="1086601" y="465480"/>
                  </a:lnTo>
                  <a:lnTo>
                    <a:pt x="1085529" y="466260"/>
                  </a:lnTo>
                  <a:lnTo>
                    <a:pt x="1084457" y="467041"/>
                  </a:lnTo>
                  <a:lnTo>
                    <a:pt x="1083386" y="467823"/>
                  </a:lnTo>
                  <a:lnTo>
                    <a:pt x="1082314" y="468607"/>
                  </a:lnTo>
                  <a:lnTo>
                    <a:pt x="1081243" y="469391"/>
                  </a:lnTo>
                  <a:lnTo>
                    <a:pt x="1080171" y="470177"/>
                  </a:lnTo>
                  <a:lnTo>
                    <a:pt x="1079099" y="470964"/>
                  </a:lnTo>
                  <a:lnTo>
                    <a:pt x="1078028" y="471752"/>
                  </a:lnTo>
                  <a:lnTo>
                    <a:pt x="1076956" y="472541"/>
                  </a:lnTo>
                  <a:lnTo>
                    <a:pt x="1075885" y="473332"/>
                  </a:lnTo>
                  <a:lnTo>
                    <a:pt x="1074813" y="474123"/>
                  </a:lnTo>
                  <a:lnTo>
                    <a:pt x="1073741" y="474916"/>
                  </a:lnTo>
                  <a:lnTo>
                    <a:pt x="1072670" y="475711"/>
                  </a:lnTo>
                  <a:lnTo>
                    <a:pt x="1071598" y="476506"/>
                  </a:lnTo>
                  <a:lnTo>
                    <a:pt x="1070527" y="477303"/>
                  </a:lnTo>
                  <a:lnTo>
                    <a:pt x="1069455" y="478101"/>
                  </a:lnTo>
                  <a:lnTo>
                    <a:pt x="1068383" y="478900"/>
                  </a:lnTo>
                  <a:lnTo>
                    <a:pt x="1067312" y="479700"/>
                  </a:lnTo>
                  <a:lnTo>
                    <a:pt x="1066240" y="480502"/>
                  </a:lnTo>
                  <a:lnTo>
                    <a:pt x="1065169" y="481305"/>
                  </a:lnTo>
                  <a:lnTo>
                    <a:pt x="1064097" y="482109"/>
                  </a:lnTo>
                  <a:lnTo>
                    <a:pt x="1063026" y="482915"/>
                  </a:lnTo>
                  <a:lnTo>
                    <a:pt x="1061954" y="483722"/>
                  </a:lnTo>
                  <a:lnTo>
                    <a:pt x="1060882" y="484530"/>
                  </a:lnTo>
                  <a:lnTo>
                    <a:pt x="1059811" y="485339"/>
                  </a:lnTo>
                  <a:lnTo>
                    <a:pt x="1058739" y="486150"/>
                  </a:lnTo>
                  <a:lnTo>
                    <a:pt x="1057668" y="486962"/>
                  </a:lnTo>
                  <a:lnTo>
                    <a:pt x="1056596" y="487775"/>
                  </a:lnTo>
                  <a:lnTo>
                    <a:pt x="1055524" y="488590"/>
                  </a:lnTo>
                  <a:lnTo>
                    <a:pt x="1054453" y="489406"/>
                  </a:lnTo>
                  <a:lnTo>
                    <a:pt x="1053381" y="490223"/>
                  </a:lnTo>
                  <a:lnTo>
                    <a:pt x="1052310" y="491042"/>
                  </a:lnTo>
                  <a:lnTo>
                    <a:pt x="1051238" y="491862"/>
                  </a:lnTo>
                  <a:lnTo>
                    <a:pt x="1050166" y="492683"/>
                  </a:lnTo>
                  <a:lnTo>
                    <a:pt x="1049095" y="493506"/>
                  </a:lnTo>
                  <a:lnTo>
                    <a:pt x="1048023" y="494330"/>
                  </a:lnTo>
                  <a:lnTo>
                    <a:pt x="1046952" y="495156"/>
                  </a:lnTo>
                  <a:lnTo>
                    <a:pt x="1045880" y="495982"/>
                  </a:lnTo>
                  <a:lnTo>
                    <a:pt x="1044808" y="496811"/>
                  </a:lnTo>
                  <a:lnTo>
                    <a:pt x="1043737" y="497640"/>
                  </a:lnTo>
                  <a:lnTo>
                    <a:pt x="1042665" y="498471"/>
                  </a:lnTo>
                  <a:lnTo>
                    <a:pt x="1041594" y="499304"/>
                  </a:lnTo>
                  <a:lnTo>
                    <a:pt x="1040522" y="500137"/>
                  </a:lnTo>
                  <a:lnTo>
                    <a:pt x="1039450" y="500973"/>
                  </a:lnTo>
                  <a:lnTo>
                    <a:pt x="1038379" y="501809"/>
                  </a:lnTo>
                  <a:lnTo>
                    <a:pt x="1037307" y="502647"/>
                  </a:lnTo>
                  <a:lnTo>
                    <a:pt x="1036236" y="503487"/>
                  </a:lnTo>
                  <a:lnTo>
                    <a:pt x="1035164" y="504328"/>
                  </a:lnTo>
                  <a:lnTo>
                    <a:pt x="1034092" y="505170"/>
                  </a:lnTo>
                  <a:lnTo>
                    <a:pt x="1033021" y="506014"/>
                  </a:lnTo>
                  <a:lnTo>
                    <a:pt x="1031949" y="506859"/>
                  </a:lnTo>
                  <a:lnTo>
                    <a:pt x="1030878" y="507706"/>
                  </a:lnTo>
                  <a:lnTo>
                    <a:pt x="1029806" y="508554"/>
                  </a:lnTo>
                  <a:lnTo>
                    <a:pt x="1028734" y="509404"/>
                  </a:lnTo>
                  <a:lnTo>
                    <a:pt x="1027663" y="510255"/>
                  </a:lnTo>
                  <a:lnTo>
                    <a:pt x="1026591" y="511107"/>
                  </a:lnTo>
                  <a:lnTo>
                    <a:pt x="1025520" y="511961"/>
                  </a:lnTo>
                  <a:lnTo>
                    <a:pt x="1024448" y="512817"/>
                  </a:lnTo>
                  <a:lnTo>
                    <a:pt x="1023376" y="513674"/>
                  </a:lnTo>
                  <a:lnTo>
                    <a:pt x="1022305" y="514533"/>
                  </a:lnTo>
                  <a:lnTo>
                    <a:pt x="1021233" y="515393"/>
                  </a:lnTo>
                  <a:lnTo>
                    <a:pt x="1020162" y="516254"/>
                  </a:lnTo>
                  <a:lnTo>
                    <a:pt x="1019090" y="517117"/>
                  </a:lnTo>
                  <a:lnTo>
                    <a:pt x="1018018" y="517982"/>
                  </a:lnTo>
                  <a:lnTo>
                    <a:pt x="1016947" y="518848"/>
                  </a:lnTo>
                  <a:lnTo>
                    <a:pt x="1015875" y="519716"/>
                  </a:lnTo>
                  <a:lnTo>
                    <a:pt x="1014804" y="520585"/>
                  </a:lnTo>
                  <a:lnTo>
                    <a:pt x="1013732" y="521456"/>
                  </a:lnTo>
                  <a:lnTo>
                    <a:pt x="1012660" y="522328"/>
                  </a:lnTo>
                  <a:lnTo>
                    <a:pt x="1011589" y="523202"/>
                  </a:lnTo>
                  <a:lnTo>
                    <a:pt x="1010517" y="524077"/>
                  </a:lnTo>
                  <a:lnTo>
                    <a:pt x="1009446" y="524954"/>
                  </a:lnTo>
                  <a:lnTo>
                    <a:pt x="1008374" y="525833"/>
                  </a:lnTo>
                  <a:lnTo>
                    <a:pt x="1007302" y="526713"/>
                  </a:lnTo>
                  <a:lnTo>
                    <a:pt x="1006231" y="527595"/>
                  </a:lnTo>
                  <a:lnTo>
                    <a:pt x="1005159" y="528478"/>
                  </a:lnTo>
                  <a:lnTo>
                    <a:pt x="1004088" y="529363"/>
                  </a:lnTo>
                  <a:lnTo>
                    <a:pt x="1003016" y="530250"/>
                  </a:lnTo>
                  <a:lnTo>
                    <a:pt x="1001944" y="531138"/>
                  </a:lnTo>
                  <a:lnTo>
                    <a:pt x="1000873" y="532028"/>
                  </a:lnTo>
                  <a:lnTo>
                    <a:pt x="999801" y="532919"/>
                  </a:lnTo>
                  <a:lnTo>
                    <a:pt x="998730" y="533812"/>
                  </a:lnTo>
                  <a:lnTo>
                    <a:pt x="997658" y="534707"/>
                  </a:lnTo>
                  <a:lnTo>
                    <a:pt x="996586" y="535603"/>
                  </a:lnTo>
                  <a:lnTo>
                    <a:pt x="995515" y="536501"/>
                  </a:lnTo>
                  <a:lnTo>
                    <a:pt x="994443" y="537400"/>
                  </a:lnTo>
                  <a:lnTo>
                    <a:pt x="993372" y="538302"/>
                  </a:lnTo>
                  <a:lnTo>
                    <a:pt x="992300" y="539204"/>
                  </a:lnTo>
                  <a:lnTo>
                    <a:pt x="991228" y="540109"/>
                  </a:lnTo>
                  <a:lnTo>
                    <a:pt x="990157" y="541015"/>
                  </a:lnTo>
                  <a:lnTo>
                    <a:pt x="989085" y="541923"/>
                  </a:lnTo>
                  <a:lnTo>
                    <a:pt x="988014" y="542832"/>
                  </a:lnTo>
                  <a:lnTo>
                    <a:pt x="986942" y="543743"/>
                  </a:lnTo>
                  <a:lnTo>
                    <a:pt x="985870" y="544656"/>
                  </a:lnTo>
                  <a:lnTo>
                    <a:pt x="984799" y="545571"/>
                  </a:lnTo>
                  <a:lnTo>
                    <a:pt x="983727" y="546487"/>
                  </a:lnTo>
                  <a:lnTo>
                    <a:pt x="982656" y="547405"/>
                  </a:lnTo>
                  <a:lnTo>
                    <a:pt x="981584" y="548325"/>
                  </a:lnTo>
                  <a:lnTo>
                    <a:pt x="980512" y="549246"/>
                  </a:lnTo>
                  <a:lnTo>
                    <a:pt x="979441" y="550169"/>
                  </a:lnTo>
                  <a:lnTo>
                    <a:pt x="978369" y="551094"/>
                  </a:lnTo>
                  <a:lnTo>
                    <a:pt x="977298" y="552020"/>
                  </a:lnTo>
                  <a:lnTo>
                    <a:pt x="976226" y="552948"/>
                  </a:lnTo>
                  <a:lnTo>
                    <a:pt x="975154" y="553878"/>
                  </a:lnTo>
                  <a:lnTo>
                    <a:pt x="974083" y="554810"/>
                  </a:lnTo>
                  <a:lnTo>
                    <a:pt x="973011" y="555743"/>
                  </a:lnTo>
                  <a:lnTo>
                    <a:pt x="971940" y="556678"/>
                  </a:lnTo>
                  <a:lnTo>
                    <a:pt x="970868" y="557615"/>
                  </a:lnTo>
                  <a:lnTo>
                    <a:pt x="969796" y="558554"/>
                  </a:lnTo>
                  <a:lnTo>
                    <a:pt x="968725" y="559494"/>
                  </a:lnTo>
                  <a:lnTo>
                    <a:pt x="967653" y="560436"/>
                  </a:lnTo>
                  <a:lnTo>
                    <a:pt x="966582" y="561380"/>
                  </a:lnTo>
                  <a:lnTo>
                    <a:pt x="965510" y="562326"/>
                  </a:lnTo>
                  <a:lnTo>
                    <a:pt x="964438" y="563273"/>
                  </a:lnTo>
                  <a:lnTo>
                    <a:pt x="963367" y="564222"/>
                  </a:lnTo>
                  <a:lnTo>
                    <a:pt x="962295" y="565173"/>
                  </a:lnTo>
                  <a:lnTo>
                    <a:pt x="961224" y="566126"/>
                  </a:lnTo>
                  <a:lnTo>
                    <a:pt x="960152" y="567080"/>
                  </a:lnTo>
                  <a:lnTo>
                    <a:pt x="959080" y="568037"/>
                  </a:lnTo>
                  <a:lnTo>
                    <a:pt x="958009" y="568995"/>
                  </a:lnTo>
                  <a:lnTo>
                    <a:pt x="956937" y="569955"/>
                  </a:lnTo>
                  <a:lnTo>
                    <a:pt x="955866" y="570916"/>
                  </a:lnTo>
                  <a:lnTo>
                    <a:pt x="954794" y="571880"/>
                  </a:lnTo>
                  <a:lnTo>
                    <a:pt x="953722" y="572845"/>
                  </a:lnTo>
                  <a:lnTo>
                    <a:pt x="952651" y="573812"/>
                  </a:lnTo>
                  <a:lnTo>
                    <a:pt x="951579" y="574781"/>
                  </a:lnTo>
                  <a:lnTo>
                    <a:pt x="950508" y="575752"/>
                  </a:lnTo>
                  <a:lnTo>
                    <a:pt x="949436" y="576724"/>
                  </a:lnTo>
                  <a:lnTo>
                    <a:pt x="948364" y="577699"/>
                  </a:lnTo>
                  <a:lnTo>
                    <a:pt x="947293" y="578675"/>
                  </a:lnTo>
                  <a:lnTo>
                    <a:pt x="946221" y="579653"/>
                  </a:lnTo>
                  <a:lnTo>
                    <a:pt x="945150" y="580633"/>
                  </a:lnTo>
                  <a:lnTo>
                    <a:pt x="944078" y="581614"/>
                  </a:lnTo>
                  <a:lnTo>
                    <a:pt x="943006" y="582598"/>
                  </a:lnTo>
                  <a:lnTo>
                    <a:pt x="941935" y="583583"/>
                  </a:lnTo>
                  <a:lnTo>
                    <a:pt x="940863" y="584570"/>
                  </a:lnTo>
                  <a:lnTo>
                    <a:pt x="939792" y="585559"/>
                  </a:lnTo>
                  <a:lnTo>
                    <a:pt x="938720" y="586550"/>
                  </a:lnTo>
                  <a:lnTo>
                    <a:pt x="937648" y="587543"/>
                  </a:lnTo>
                  <a:lnTo>
                    <a:pt x="936577" y="588537"/>
                  </a:lnTo>
                  <a:lnTo>
                    <a:pt x="935505" y="589534"/>
                  </a:lnTo>
                  <a:lnTo>
                    <a:pt x="934434" y="590532"/>
                  </a:lnTo>
                  <a:lnTo>
                    <a:pt x="933362" y="591532"/>
                  </a:lnTo>
                  <a:lnTo>
                    <a:pt x="932290" y="592534"/>
                  </a:lnTo>
                  <a:lnTo>
                    <a:pt x="931219" y="593538"/>
                  </a:lnTo>
                  <a:lnTo>
                    <a:pt x="930147" y="594543"/>
                  </a:lnTo>
                  <a:lnTo>
                    <a:pt x="929076" y="595551"/>
                  </a:lnTo>
                  <a:lnTo>
                    <a:pt x="928004" y="596560"/>
                  </a:lnTo>
                  <a:lnTo>
                    <a:pt x="926932" y="597571"/>
                  </a:lnTo>
                  <a:lnTo>
                    <a:pt x="925861" y="598584"/>
                  </a:lnTo>
                  <a:lnTo>
                    <a:pt x="924789" y="599599"/>
                  </a:lnTo>
                  <a:lnTo>
                    <a:pt x="923718" y="600616"/>
                  </a:lnTo>
                  <a:lnTo>
                    <a:pt x="922646" y="601635"/>
                  </a:lnTo>
                  <a:lnTo>
                    <a:pt x="921574" y="602656"/>
                  </a:lnTo>
                  <a:lnTo>
                    <a:pt x="920503" y="603678"/>
                  </a:lnTo>
                  <a:lnTo>
                    <a:pt x="919431" y="604702"/>
                  </a:lnTo>
                  <a:lnTo>
                    <a:pt x="918360" y="605729"/>
                  </a:lnTo>
                  <a:lnTo>
                    <a:pt x="917288" y="606757"/>
                  </a:lnTo>
                  <a:lnTo>
                    <a:pt x="916216" y="607787"/>
                  </a:lnTo>
                  <a:lnTo>
                    <a:pt x="915145" y="608818"/>
                  </a:lnTo>
                  <a:lnTo>
                    <a:pt x="914073" y="609852"/>
                  </a:lnTo>
                  <a:lnTo>
                    <a:pt x="913002" y="610888"/>
                  </a:lnTo>
                  <a:lnTo>
                    <a:pt x="911930" y="611925"/>
                  </a:lnTo>
                  <a:lnTo>
                    <a:pt x="910858" y="612965"/>
                  </a:lnTo>
                  <a:lnTo>
                    <a:pt x="909787" y="614006"/>
                  </a:lnTo>
                  <a:lnTo>
                    <a:pt x="908715" y="615049"/>
                  </a:lnTo>
                  <a:lnTo>
                    <a:pt x="907644" y="616094"/>
                  </a:lnTo>
                  <a:lnTo>
                    <a:pt x="906572" y="617141"/>
                  </a:lnTo>
                  <a:lnTo>
                    <a:pt x="905500" y="618189"/>
                  </a:lnTo>
                  <a:lnTo>
                    <a:pt x="904429" y="619240"/>
                  </a:lnTo>
                  <a:lnTo>
                    <a:pt x="903357" y="620292"/>
                  </a:lnTo>
                  <a:lnTo>
                    <a:pt x="902286" y="621347"/>
                  </a:lnTo>
                  <a:lnTo>
                    <a:pt x="901214" y="622403"/>
                  </a:lnTo>
                  <a:lnTo>
                    <a:pt x="900142" y="623461"/>
                  </a:lnTo>
                  <a:lnTo>
                    <a:pt x="899071" y="624521"/>
                  </a:lnTo>
                  <a:lnTo>
                    <a:pt x="897999" y="625583"/>
                  </a:lnTo>
                  <a:lnTo>
                    <a:pt x="896928" y="626647"/>
                  </a:lnTo>
                  <a:lnTo>
                    <a:pt x="895856" y="627712"/>
                  </a:lnTo>
                  <a:lnTo>
                    <a:pt x="894784" y="628780"/>
                  </a:lnTo>
                  <a:lnTo>
                    <a:pt x="893713" y="629849"/>
                  </a:lnTo>
                  <a:lnTo>
                    <a:pt x="892641" y="630920"/>
                  </a:lnTo>
                  <a:lnTo>
                    <a:pt x="891570" y="631993"/>
                  </a:lnTo>
                  <a:lnTo>
                    <a:pt x="890498" y="633068"/>
                  </a:lnTo>
                  <a:lnTo>
                    <a:pt x="889426" y="634145"/>
                  </a:lnTo>
                  <a:lnTo>
                    <a:pt x="888355" y="635223"/>
                  </a:lnTo>
                  <a:lnTo>
                    <a:pt x="887283" y="636304"/>
                  </a:lnTo>
                  <a:lnTo>
                    <a:pt x="886212" y="637386"/>
                  </a:lnTo>
                  <a:lnTo>
                    <a:pt x="885140" y="638470"/>
                  </a:lnTo>
                  <a:lnTo>
                    <a:pt x="884069" y="639556"/>
                  </a:lnTo>
                  <a:lnTo>
                    <a:pt x="882997" y="640644"/>
                  </a:lnTo>
                  <a:lnTo>
                    <a:pt x="881925" y="641734"/>
                  </a:lnTo>
                  <a:lnTo>
                    <a:pt x="880854" y="642826"/>
                  </a:lnTo>
                  <a:lnTo>
                    <a:pt x="879782" y="643919"/>
                  </a:lnTo>
                  <a:lnTo>
                    <a:pt x="878711" y="645014"/>
                  </a:lnTo>
                  <a:lnTo>
                    <a:pt x="877639" y="646111"/>
                  </a:lnTo>
                  <a:lnTo>
                    <a:pt x="876567" y="647210"/>
                  </a:lnTo>
                  <a:lnTo>
                    <a:pt x="875496" y="648311"/>
                  </a:lnTo>
                  <a:lnTo>
                    <a:pt x="874424" y="649413"/>
                  </a:lnTo>
                  <a:lnTo>
                    <a:pt x="873353" y="650518"/>
                  </a:lnTo>
                  <a:lnTo>
                    <a:pt x="872281" y="651624"/>
                  </a:lnTo>
                  <a:lnTo>
                    <a:pt x="871209" y="652732"/>
                  </a:lnTo>
                  <a:lnTo>
                    <a:pt x="870138" y="653842"/>
                  </a:lnTo>
                  <a:lnTo>
                    <a:pt x="869066" y="654953"/>
                  </a:lnTo>
                  <a:lnTo>
                    <a:pt x="867995" y="656067"/>
                  </a:lnTo>
                  <a:lnTo>
                    <a:pt x="866923" y="657182"/>
                  </a:lnTo>
                  <a:lnTo>
                    <a:pt x="865851" y="658299"/>
                  </a:lnTo>
                  <a:lnTo>
                    <a:pt x="864780" y="659418"/>
                  </a:lnTo>
                  <a:lnTo>
                    <a:pt x="863708" y="660539"/>
                  </a:lnTo>
                  <a:lnTo>
                    <a:pt x="862637" y="661661"/>
                  </a:lnTo>
                  <a:lnTo>
                    <a:pt x="861565" y="662785"/>
                  </a:lnTo>
                  <a:lnTo>
                    <a:pt x="860493" y="663911"/>
                  </a:lnTo>
                  <a:lnTo>
                    <a:pt x="859422" y="665039"/>
                  </a:lnTo>
                  <a:lnTo>
                    <a:pt x="858350" y="666168"/>
                  </a:lnTo>
                  <a:lnTo>
                    <a:pt x="857279" y="667299"/>
                  </a:lnTo>
                  <a:lnTo>
                    <a:pt x="856207" y="668432"/>
                  </a:lnTo>
                  <a:lnTo>
                    <a:pt x="855135" y="669567"/>
                  </a:lnTo>
                  <a:lnTo>
                    <a:pt x="854064" y="670703"/>
                  </a:lnTo>
                  <a:lnTo>
                    <a:pt x="852992" y="671841"/>
                  </a:lnTo>
                  <a:lnTo>
                    <a:pt x="851921" y="672981"/>
                  </a:lnTo>
                  <a:lnTo>
                    <a:pt x="850849" y="674123"/>
                  </a:lnTo>
                  <a:lnTo>
                    <a:pt x="849777" y="675266"/>
                  </a:lnTo>
                  <a:lnTo>
                    <a:pt x="848706" y="676411"/>
                  </a:lnTo>
                  <a:lnTo>
                    <a:pt x="847634" y="677558"/>
                  </a:lnTo>
                  <a:lnTo>
                    <a:pt x="846563" y="678706"/>
                  </a:lnTo>
                  <a:lnTo>
                    <a:pt x="845491" y="679856"/>
                  </a:lnTo>
                  <a:lnTo>
                    <a:pt x="844419" y="681008"/>
                  </a:lnTo>
                  <a:lnTo>
                    <a:pt x="843348" y="682162"/>
                  </a:lnTo>
                  <a:lnTo>
                    <a:pt x="842276" y="683317"/>
                  </a:lnTo>
                  <a:lnTo>
                    <a:pt x="841205" y="684473"/>
                  </a:lnTo>
                  <a:lnTo>
                    <a:pt x="840133" y="685632"/>
                  </a:lnTo>
                  <a:lnTo>
                    <a:pt x="839061" y="686792"/>
                  </a:lnTo>
                  <a:lnTo>
                    <a:pt x="837990" y="687954"/>
                  </a:lnTo>
                  <a:lnTo>
                    <a:pt x="836918" y="689117"/>
                  </a:lnTo>
                  <a:lnTo>
                    <a:pt x="835847" y="690282"/>
                  </a:lnTo>
                  <a:lnTo>
                    <a:pt x="834775" y="691449"/>
                  </a:lnTo>
                  <a:lnTo>
                    <a:pt x="833703" y="692617"/>
                  </a:lnTo>
                  <a:lnTo>
                    <a:pt x="832632" y="693787"/>
                  </a:lnTo>
                  <a:lnTo>
                    <a:pt x="831560" y="694958"/>
                  </a:lnTo>
                  <a:lnTo>
                    <a:pt x="830489" y="696131"/>
                  </a:lnTo>
                  <a:lnTo>
                    <a:pt x="829417" y="697306"/>
                  </a:lnTo>
                  <a:lnTo>
                    <a:pt x="828345" y="698482"/>
                  </a:lnTo>
                  <a:lnTo>
                    <a:pt x="827274" y="699659"/>
                  </a:lnTo>
                  <a:lnTo>
                    <a:pt x="826202" y="700839"/>
                  </a:lnTo>
                  <a:lnTo>
                    <a:pt x="825131" y="702020"/>
                  </a:lnTo>
                  <a:lnTo>
                    <a:pt x="824059" y="703202"/>
                  </a:lnTo>
                  <a:lnTo>
                    <a:pt x="822987" y="704386"/>
                  </a:lnTo>
                  <a:lnTo>
                    <a:pt x="821916" y="705571"/>
                  </a:lnTo>
                  <a:lnTo>
                    <a:pt x="820844" y="706758"/>
                  </a:lnTo>
                  <a:lnTo>
                    <a:pt x="819773" y="707946"/>
                  </a:lnTo>
                  <a:lnTo>
                    <a:pt x="818701" y="709136"/>
                  </a:lnTo>
                  <a:lnTo>
                    <a:pt x="817629" y="710328"/>
                  </a:lnTo>
                  <a:lnTo>
                    <a:pt x="816558" y="711520"/>
                  </a:lnTo>
                  <a:lnTo>
                    <a:pt x="815486" y="712715"/>
                  </a:lnTo>
                  <a:lnTo>
                    <a:pt x="814415" y="713910"/>
                  </a:lnTo>
                  <a:lnTo>
                    <a:pt x="813343" y="715107"/>
                  </a:lnTo>
                  <a:lnTo>
                    <a:pt x="812271" y="716306"/>
                  </a:lnTo>
                  <a:lnTo>
                    <a:pt x="811200" y="717506"/>
                  </a:lnTo>
                  <a:lnTo>
                    <a:pt x="810128" y="718707"/>
                  </a:lnTo>
                  <a:lnTo>
                    <a:pt x="809057" y="719910"/>
                  </a:lnTo>
                  <a:lnTo>
                    <a:pt x="807985" y="721114"/>
                  </a:lnTo>
                  <a:lnTo>
                    <a:pt x="806913" y="722320"/>
                  </a:lnTo>
                  <a:lnTo>
                    <a:pt x="805842" y="723527"/>
                  </a:lnTo>
                  <a:lnTo>
                    <a:pt x="804770" y="724735"/>
                  </a:lnTo>
                  <a:lnTo>
                    <a:pt x="803699" y="725945"/>
                  </a:lnTo>
                  <a:lnTo>
                    <a:pt x="802627" y="727156"/>
                  </a:lnTo>
                  <a:lnTo>
                    <a:pt x="801555" y="728368"/>
                  </a:lnTo>
                  <a:lnTo>
                    <a:pt x="800484" y="729582"/>
                  </a:lnTo>
                  <a:lnTo>
                    <a:pt x="799412" y="730797"/>
                  </a:lnTo>
                  <a:lnTo>
                    <a:pt x="798341" y="732013"/>
                  </a:lnTo>
                  <a:lnTo>
                    <a:pt x="797269" y="733230"/>
                  </a:lnTo>
                  <a:lnTo>
                    <a:pt x="796197" y="734449"/>
                  </a:lnTo>
                  <a:lnTo>
                    <a:pt x="795126" y="735669"/>
                  </a:lnTo>
                  <a:lnTo>
                    <a:pt x="794054" y="736890"/>
                  </a:lnTo>
                  <a:lnTo>
                    <a:pt x="792983" y="738113"/>
                  </a:lnTo>
                  <a:lnTo>
                    <a:pt x="791911" y="739336"/>
                  </a:lnTo>
                  <a:lnTo>
                    <a:pt x="790839" y="740561"/>
                  </a:lnTo>
                  <a:lnTo>
                    <a:pt x="789768" y="741787"/>
                  </a:lnTo>
                  <a:lnTo>
                    <a:pt x="788696" y="743015"/>
                  </a:lnTo>
                  <a:lnTo>
                    <a:pt x="787625" y="744243"/>
                  </a:lnTo>
                  <a:lnTo>
                    <a:pt x="786553" y="745473"/>
                  </a:lnTo>
                  <a:lnTo>
                    <a:pt x="785481" y="746703"/>
                  </a:lnTo>
                  <a:lnTo>
                    <a:pt x="784410" y="747935"/>
                  </a:lnTo>
                  <a:lnTo>
                    <a:pt x="783338" y="749168"/>
                  </a:lnTo>
                  <a:lnTo>
                    <a:pt x="782267" y="750402"/>
                  </a:lnTo>
                  <a:lnTo>
                    <a:pt x="781195" y="751638"/>
                  </a:lnTo>
                  <a:lnTo>
                    <a:pt x="780123" y="752874"/>
                  </a:lnTo>
                  <a:lnTo>
                    <a:pt x="779052" y="754111"/>
                  </a:lnTo>
                  <a:lnTo>
                    <a:pt x="777980" y="755350"/>
                  </a:lnTo>
                  <a:lnTo>
                    <a:pt x="776909" y="756589"/>
                  </a:lnTo>
                  <a:lnTo>
                    <a:pt x="775837" y="757829"/>
                  </a:lnTo>
                  <a:lnTo>
                    <a:pt x="774765" y="759071"/>
                  </a:lnTo>
                  <a:lnTo>
                    <a:pt x="773694" y="760313"/>
                  </a:lnTo>
                  <a:lnTo>
                    <a:pt x="772622" y="761557"/>
                  </a:lnTo>
                  <a:lnTo>
                    <a:pt x="771551" y="762801"/>
                  </a:lnTo>
                  <a:lnTo>
                    <a:pt x="770479" y="764047"/>
                  </a:lnTo>
                  <a:lnTo>
                    <a:pt x="769407" y="765293"/>
                  </a:lnTo>
                  <a:lnTo>
                    <a:pt x="768336" y="766540"/>
                  </a:lnTo>
                  <a:lnTo>
                    <a:pt x="767264" y="767788"/>
                  </a:lnTo>
                  <a:lnTo>
                    <a:pt x="766193" y="769037"/>
                  </a:lnTo>
                  <a:lnTo>
                    <a:pt x="765121" y="770287"/>
                  </a:lnTo>
                  <a:lnTo>
                    <a:pt x="764049" y="771538"/>
                  </a:lnTo>
                  <a:lnTo>
                    <a:pt x="762978" y="772790"/>
                  </a:lnTo>
                  <a:lnTo>
                    <a:pt x="761906" y="774043"/>
                  </a:lnTo>
                  <a:lnTo>
                    <a:pt x="760835" y="775296"/>
                  </a:lnTo>
                  <a:lnTo>
                    <a:pt x="759763" y="776550"/>
                  </a:lnTo>
                  <a:lnTo>
                    <a:pt x="758691" y="777805"/>
                  </a:lnTo>
                  <a:lnTo>
                    <a:pt x="757620" y="779061"/>
                  </a:lnTo>
                  <a:lnTo>
                    <a:pt x="756548" y="780318"/>
                  </a:lnTo>
                  <a:lnTo>
                    <a:pt x="755477" y="781575"/>
                  </a:lnTo>
                  <a:lnTo>
                    <a:pt x="754405" y="782833"/>
                  </a:lnTo>
                  <a:lnTo>
                    <a:pt x="753333" y="784092"/>
                  </a:lnTo>
                  <a:lnTo>
                    <a:pt x="752262" y="785351"/>
                  </a:lnTo>
                  <a:lnTo>
                    <a:pt x="751190" y="786612"/>
                  </a:lnTo>
                  <a:lnTo>
                    <a:pt x="750119" y="787873"/>
                  </a:lnTo>
                  <a:lnTo>
                    <a:pt x="749047" y="789134"/>
                  </a:lnTo>
                  <a:lnTo>
                    <a:pt x="747975" y="790396"/>
                  </a:lnTo>
                  <a:lnTo>
                    <a:pt x="746904" y="791659"/>
                  </a:lnTo>
                  <a:lnTo>
                    <a:pt x="745832" y="792923"/>
                  </a:lnTo>
                  <a:lnTo>
                    <a:pt x="744761" y="794187"/>
                  </a:lnTo>
                  <a:lnTo>
                    <a:pt x="743689" y="795452"/>
                  </a:lnTo>
                  <a:lnTo>
                    <a:pt x="742617" y="796717"/>
                  </a:lnTo>
                  <a:lnTo>
                    <a:pt x="741546" y="797983"/>
                  </a:lnTo>
                  <a:lnTo>
                    <a:pt x="740474" y="799249"/>
                  </a:lnTo>
                  <a:lnTo>
                    <a:pt x="739403" y="800516"/>
                  </a:lnTo>
                  <a:lnTo>
                    <a:pt x="738331" y="801784"/>
                  </a:lnTo>
                  <a:lnTo>
                    <a:pt x="737259" y="803052"/>
                  </a:lnTo>
                  <a:lnTo>
                    <a:pt x="736188" y="804320"/>
                  </a:lnTo>
                  <a:lnTo>
                    <a:pt x="735116" y="805589"/>
                  </a:lnTo>
                  <a:lnTo>
                    <a:pt x="734045" y="806859"/>
                  </a:lnTo>
                  <a:lnTo>
                    <a:pt x="732973" y="808129"/>
                  </a:lnTo>
                  <a:lnTo>
                    <a:pt x="731901" y="809399"/>
                  </a:lnTo>
                  <a:lnTo>
                    <a:pt x="730830" y="810670"/>
                  </a:lnTo>
                  <a:lnTo>
                    <a:pt x="729758" y="811941"/>
                  </a:lnTo>
                  <a:lnTo>
                    <a:pt x="728687" y="813212"/>
                  </a:lnTo>
                  <a:lnTo>
                    <a:pt x="727615" y="814484"/>
                  </a:lnTo>
                  <a:lnTo>
                    <a:pt x="726543" y="815756"/>
                  </a:lnTo>
                  <a:lnTo>
                    <a:pt x="725472" y="817029"/>
                  </a:lnTo>
                  <a:lnTo>
                    <a:pt x="724400" y="818302"/>
                  </a:lnTo>
                  <a:lnTo>
                    <a:pt x="723329" y="819575"/>
                  </a:lnTo>
                  <a:lnTo>
                    <a:pt x="722257" y="820848"/>
                  </a:lnTo>
                  <a:lnTo>
                    <a:pt x="721185" y="822122"/>
                  </a:lnTo>
                  <a:lnTo>
                    <a:pt x="720114" y="823396"/>
                  </a:lnTo>
                  <a:lnTo>
                    <a:pt x="719042" y="824670"/>
                  </a:lnTo>
                  <a:lnTo>
                    <a:pt x="717971" y="825945"/>
                  </a:lnTo>
                  <a:lnTo>
                    <a:pt x="716899" y="827219"/>
                  </a:lnTo>
                  <a:lnTo>
                    <a:pt x="715827" y="828494"/>
                  </a:lnTo>
                  <a:lnTo>
                    <a:pt x="714756" y="829769"/>
                  </a:lnTo>
                  <a:lnTo>
                    <a:pt x="713684" y="831045"/>
                  </a:lnTo>
                  <a:lnTo>
                    <a:pt x="712613" y="832320"/>
                  </a:lnTo>
                  <a:lnTo>
                    <a:pt x="711541" y="833595"/>
                  </a:lnTo>
                  <a:lnTo>
                    <a:pt x="710469" y="834871"/>
                  </a:lnTo>
                  <a:lnTo>
                    <a:pt x="709398" y="836147"/>
                  </a:lnTo>
                  <a:lnTo>
                    <a:pt x="708326" y="837422"/>
                  </a:lnTo>
                  <a:lnTo>
                    <a:pt x="707255" y="838698"/>
                  </a:lnTo>
                  <a:lnTo>
                    <a:pt x="706183" y="839974"/>
                  </a:lnTo>
                  <a:lnTo>
                    <a:pt x="705112" y="841250"/>
                  </a:lnTo>
                  <a:lnTo>
                    <a:pt x="704040" y="842526"/>
                  </a:lnTo>
                  <a:lnTo>
                    <a:pt x="702968" y="843802"/>
                  </a:lnTo>
                  <a:lnTo>
                    <a:pt x="701897" y="845078"/>
                  </a:lnTo>
                  <a:lnTo>
                    <a:pt x="700825" y="846354"/>
                  </a:lnTo>
                  <a:lnTo>
                    <a:pt x="699754" y="847630"/>
                  </a:lnTo>
                  <a:lnTo>
                    <a:pt x="698682" y="848905"/>
                  </a:lnTo>
                  <a:lnTo>
                    <a:pt x="697610" y="850181"/>
                  </a:lnTo>
                  <a:lnTo>
                    <a:pt x="696539" y="851457"/>
                  </a:lnTo>
                  <a:lnTo>
                    <a:pt x="695467" y="852732"/>
                  </a:lnTo>
                  <a:lnTo>
                    <a:pt x="694396" y="854008"/>
                  </a:lnTo>
                  <a:lnTo>
                    <a:pt x="693324" y="855283"/>
                  </a:lnTo>
                  <a:lnTo>
                    <a:pt x="692252" y="856558"/>
                  </a:lnTo>
                  <a:lnTo>
                    <a:pt x="691181" y="857833"/>
                  </a:lnTo>
                  <a:lnTo>
                    <a:pt x="690109" y="859108"/>
                  </a:lnTo>
                  <a:lnTo>
                    <a:pt x="689038" y="860382"/>
                  </a:lnTo>
                  <a:lnTo>
                    <a:pt x="687966" y="861657"/>
                  </a:lnTo>
                  <a:lnTo>
                    <a:pt x="686894" y="862931"/>
                  </a:lnTo>
                  <a:lnTo>
                    <a:pt x="685823" y="864205"/>
                  </a:lnTo>
                  <a:lnTo>
                    <a:pt x="684751" y="865478"/>
                  </a:lnTo>
                  <a:lnTo>
                    <a:pt x="683680" y="866752"/>
                  </a:lnTo>
                  <a:lnTo>
                    <a:pt x="682608" y="868025"/>
                  </a:lnTo>
                  <a:lnTo>
                    <a:pt x="681536" y="869297"/>
                  </a:lnTo>
                  <a:lnTo>
                    <a:pt x="680465" y="870570"/>
                  </a:lnTo>
                  <a:lnTo>
                    <a:pt x="679393" y="871842"/>
                  </a:lnTo>
                  <a:lnTo>
                    <a:pt x="678322" y="873114"/>
                  </a:lnTo>
                  <a:lnTo>
                    <a:pt x="677250" y="874385"/>
                  </a:lnTo>
                  <a:lnTo>
                    <a:pt x="676178" y="875656"/>
                  </a:lnTo>
                  <a:lnTo>
                    <a:pt x="675107" y="876926"/>
                  </a:lnTo>
                  <a:lnTo>
                    <a:pt x="674035" y="878196"/>
                  </a:lnTo>
                  <a:lnTo>
                    <a:pt x="672964" y="879466"/>
                  </a:lnTo>
                  <a:lnTo>
                    <a:pt x="671892" y="880735"/>
                  </a:lnTo>
                  <a:lnTo>
                    <a:pt x="670820" y="882004"/>
                  </a:lnTo>
                  <a:lnTo>
                    <a:pt x="669749" y="883272"/>
                  </a:lnTo>
                  <a:lnTo>
                    <a:pt x="668677" y="884540"/>
                  </a:lnTo>
                  <a:lnTo>
                    <a:pt x="667606" y="885808"/>
                  </a:lnTo>
                  <a:lnTo>
                    <a:pt x="666534" y="887074"/>
                  </a:lnTo>
                  <a:lnTo>
                    <a:pt x="665462" y="888341"/>
                  </a:lnTo>
                  <a:lnTo>
                    <a:pt x="664391" y="889606"/>
                  </a:lnTo>
                  <a:lnTo>
                    <a:pt x="663319" y="890871"/>
                  </a:lnTo>
                  <a:lnTo>
                    <a:pt x="662248" y="892136"/>
                  </a:lnTo>
                  <a:lnTo>
                    <a:pt x="661176" y="893400"/>
                  </a:lnTo>
                  <a:lnTo>
                    <a:pt x="660104" y="894663"/>
                  </a:lnTo>
                  <a:lnTo>
                    <a:pt x="659033" y="895926"/>
                  </a:lnTo>
                  <a:lnTo>
                    <a:pt x="657961" y="897188"/>
                  </a:lnTo>
                  <a:lnTo>
                    <a:pt x="656890" y="898449"/>
                  </a:lnTo>
                  <a:lnTo>
                    <a:pt x="655818" y="899710"/>
                  </a:lnTo>
                  <a:lnTo>
                    <a:pt x="654746" y="900970"/>
                  </a:lnTo>
                  <a:lnTo>
                    <a:pt x="653675" y="902230"/>
                  </a:lnTo>
                  <a:lnTo>
                    <a:pt x="652603" y="903488"/>
                  </a:lnTo>
                  <a:lnTo>
                    <a:pt x="651532" y="904746"/>
                  </a:lnTo>
                  <a:lnTo>
                    <a:pt x="650460" y="906003"/>
                  </a:lnTo>
                  <a:lnTo>
                    <a:pt x="649388" y="907260"/>
                  </a:lnTo>
                  <a:lnTo>
                    <a:pt x="648317" y="908516"/>
                  </a:lnTo>
                  <a:lnTo>
                    <a:pt x="647245" y="909770"/>
                  </a:lnTo>
                  <a:lnTo>
                    <a:pt x="646174" y="911025"/>
                  </a:lnTo>
                  <a:lnTo>
                    <a:pt x="645102" y="912278"/>
                  </a:lnTo>
                  <a:lnTo>
                    <a:pt x="644030" y="913530"/>
                  </a:lnTo>
                  <a:lnTo>
                    <a:pt x="642959" y="914782"/>
                  </a:lnTo>
                  <a:lnTo>
                    <a:pt x="641887" y="916033"/>
                  </a:lnTo>
                  <a:lnTo>
                    <a:pt x="640816" y="917282"/>
                  </a:lnTo>
                  <a:lnTo>
                    <a:pt x="639744" y="918531"/>
                  </a:lnTo>
                  <a:lnTo>
                    <a:pt x="638672" y="919780"/>
                  </a:lnTo>
                  <a:lnTo>
                    <a:pt x="637601" y="921027"/>
                  </a:lnTo>
                  <a:lnTo>
                    <a:pt x="636529" y="922273"/>
                  </a:lnTo>
                  <a:lnTo>
                    <a:pt x="635458" y="923518"/>
                  </a:lnTo>
                  <a:lnTo>
                    <a:pt x="634386" y="924763"/>
                  </a:lnTo>
                  <a:lnTo>
                    <a:pt x="633314" y="926006"/>
                  </a:lnTo>
                  <a:lnTo>
                    <a:pt x="632243" y="927249"/>
                  </a:lnTo>
                  <a:lnTo>
                    <a:pt x="631171" y="928490"/>
                  </a:lnTo>
                  <a:lnTo>
                    <a:pt x="630100" y="929731"/>
                  </a:lnTo>
                  <a:lnTo>
                    <a:pt x="629028" y="930970"/>
                  </a:lnTo>
                  <a:lnTo>
                    <a:pt x="627956" y="932209"/>
                  </a:lnTo>
                  <a:lnTo>
                    <a:pt x="626885" y="933446"/>
                  </a:lnTo>
                  <a:lnTo>
                    <a:pt x="625813" y="934682"/>
                  </a:lnTo>
                  <a:lnTo>
                    <a:pt x="624742" y="935918"/>
                  </a:lnTo>
                  <a:lnTo>
                    <a:pt x="623670" y="937152"/>
                  </a:lnTo>
                  <a:lnTo>
                    <a:pt x="622598" y="938385"/>
                  </a:lnTo>
                  <a:lnTo>
                    <a:pt x="621527" y="939617"/>
                  </a:lnTo>
                  <a:lnTo>
                    <a:pt x="620455" y="940848"/>
                  </a:lnTo>
                  <a:lnTo>
                    <a:pt x="619384" y="942078"/>
                  </a:lnTo>
                  <a:lnTo>
                    <a:pt x="618312" y="943306"/>
                  </a:lnTo>
                  <a:lnTo>
                    <a:pt x="617240" y="944534"/>
                  </a:lnTo>
                  <a:lnTo>
                    <a:pt x="616169" y="945760"/>
                  </a:lnTo>
                  <a:lnTo>
                    <a:pt x="615097" y="946985"/>
                  </a:lnTo>
                  <a:lnTo>
                    <a:pt x="614026" y="948209"/>
                  </a:lnTo>
                  <a:lnTo>
                    <a:pt x="612954" y="949432"/>
                  </a:lnTo>
                  <a:lnTo>
                    <a:pt x="611882" y="950654"/>
                  </a:lnTo>
                  <a:lnTo>
                    <a:pt x="610811" y="951874"/>
                  </a:lnTo>
                  <a:lnTo>
                    <a:pt x="609739" y="953093"/>
                  </a:lnTo>
                  <a:lnTo>
                    <a:pt x="608668" y="954311"/>
                  </a:lnTo>
                  <a:lnTo>
                    <a:pt x="607596" y="955527"/>
                  </a:lnTo>
                  <a:lnTo>
                    <a:pt x="606524" y="956743"/>
                  </a:lnTo>
                  <a:lnTo>
                    <a:pt x="605453" y="957957"/>
                  </a:lnTo>
                  <a:lnTo>
                    <a:pt x="604381" y="959169"/>
                  </a:lnTo>
                  <a:lnTo>
                    <a:pt x="603310" y="960381"/>
                  </a:lnTo>
                  <a:lnTo>
                    <a:pt x="602238" y="961591"/>
                  </a:lnTo>
                  <a:lnTo>
                    <a:pt x="601166" y="962800"/>
                  </a:lnTo>
                  <a:lnTo>
                    <a:pt x="600095" y="964007"/>
                  </a:lnTo>
                  <a:lnTo>
                    <a:pt x="599023" y="965213"/>
                  </a:lnTo>
                  <a:lnTo>
                    <a:pt x="597952" y="966418"/>
                  </a:lnTo>
                  <a:lnTo>
                    <a:pt x="596880" y="967621"/>
                  </a:lnTo>
                  <a:lnTo>
                    <a:pt x="595808" y="968823"/>
                  </a:lnTo>
                  <a:lnTo>
                    <a:pt x="594737" y="970024"/>
                  </a:lnTo>
                  <a:lnTo>
                    <a:pt x="593665" y="971223"/>
                  </a:lnTo>
                  <a:lnTo>
                    <a:pt x="592594" y="972421"/>
                  </a:lnTo>
                  <a:lnTo>
                    <a:pt x="591522" y="973617"/>
                  </a:lnTo>
                  <a:lnTo>
                    <a:pt x="590450" y="974812"/>
                  </a:lnTo>
                  <a:lnTo>
                    <a:pt x="589379" y="976005"/>
                  </a:lnTo>
                  <a:lnTo>
                    <a:pt x="588307" y="977197"/>
                  </a:lnTo>
                  <a:lnTo>
                    <a:pt x="587236" y="978388"/>
                  </a:lnTo>
                  <a:lnTo>
                    <a:pt x="586164" y="979577"/>
                  </a:lnTo>
                  <a:lnTo>
                    <a:pt x="585092" y="980765"/>
                  </a:lnTo>
                  <a:lnTo>
                    <a:pt x="584021" y="981951"/>
                  </a:lnTo>
                  <a:lnTo>
                    <a:pt x="582949" y="983135"/>
                  </a:lnTo>
                  <a:lnTo>
                    <a:pt x="581878" y="984318"/>
                  </a:lnTo>
                  <a:lnTo>
                    <a:pt x="580806" y="985500"/>
                  </a:lnTo>
                  <a:lnTo>
                    <a:pt x="579734" y="986680"/>
                  </a:lnTo>
                  <a:lnTo>
                    <a:pt x="578663" y="987858"/>
                  </a:lnTo>
                  <a:lnTo>
                    <a:pt x="577591" y="989035"/>
                  </a:lnTo>
                  <a:lnTo>
                    <a:pt x="576520" y="990210"/>
                  </a:lnTo>
                  <a:lnTo>
                    <a:pt x="575448" y="991384"/>
                  </a:lnTo>
                  <a:lnTo>
                    <a:pt x="574376" y="992556"/>
                  </a:lnTo>
                  <a:lnTo>
                    <a:pt x="573305" y="993727"/>
                  </a:lnTo>
                  <a:lnTo>
                    <a:pt x="572233" y="994896"/>
                  </a:lnTo>
                  <a:lnTo>
                    <a:pt x="571162" y="996063"/>
                  </a:lnTo>
                  <a:lnTo>
                    <a:pt x="570090" y="997229"/>
                  </a:lnTo>
                  <a:lnTo>
                    <a:pt x="569018" y="998393"/>
                  </a:lnTo>
                  <a:lnTo>
                    <a:pt x="567947" y="999556"/>
                  </a:lnTo>
                  <a:lnTo>
                    <a:pt x="566875" y="1000716"/>
                  </a:lnTo>
                  <a:lnTo>
                    <a:pt x="565804" y="1001876"/>
                  </a:lnTo>
                  <a:lnTo>
                    <a:pt x="564732" y="1003033"/>
                  </a:lnTo>
                  <a:lnTo>
                    <a:pt x="563660" y="1004189"/>
                  </a:lnTo>
                  <a:lnTo>
                    <a:pt x="562589" y="1005343"/>
                  </a:lnTo>
                  <a:lnTo>
                    <a:pt x="561517" y="1006496"/>
                  </a:lnTo>
                  <a:lnTo>
                    <a:pt x="560446" y="1007646"/>
                  </a:lnTo>
                  <a:lnTo>
                    <a:pt x="559374" y="1008796"/>
                  </a:lnTo>
                  <a:lnTo>
                    <a:pt x="558302" y="1009943"/>
                  </a:lnTo>
                  <a:lnTo>
                    <a:pt x="557231" y="1011089"/>
                  </a:lnTo>
                  <a:lnTo>
                    <a:pt x="556159" y="1012233"/>
                  </a:lnTo>
                  <a:lnTo>
                    <a:pt x="555088" y="1013375"/>
                  </a:lnTo>
                  <a:lnTo>
                    <a:pt x="554016" y="1014515"/>
                  </a:lnTo>
                  <a:lnTo>
                    <a:pt x="552944" y="1015654"/>
                  </a:lnTo>
                  <a:lnTo>
                    <a:pt x="551873" y="1016791"/>
                  </a:lnTo>
                  <a:lnTo>
                    <a:pt x="550801" y="1017926"/>
                  </a:lnTo>
                  <a:lnTo>
                    <a:pt x="549730" y="1019059"/>
                  </a:lnTo>
                  <a:lnTo>
                    <a:pt x="548658" y="1020191"/>
                  </a:lnTo>
                  <a:lnTo>
                    <a:pt x="547586" y="1021321"/>
                  </a:lnTo>
                  <a:lnTo>
                    <a:pt x="546515" y="1022449"/>
                  </a:lnTo>
                  <a:lnTo>
                    <a:pt x="545443" y="1023575"/>
                  </a:lnTo>
                  <a:lnTo>
                    <a:pt x="544372" y="1024700"/>
                  </a:lnTo>
                  <a:lnTo>
                    <a:pt x="543300" y="1025822"/>
                  </a:lnTo>
                  <a:lnTo>
                    <a:pt x="542228" y="1026943"/>
                  </a:lnTo>
                  <a:lnTo>
                    <a:pt x="541157" y="1028062"/>
                  </a:lnTo>
                  <a:lnTo>
                    <a:pt x="540085" y="1029179"/>
                  </a:lnTo>
                  <a:lnTo>
                    <a:pt x="539014" y="1030295"/>
                  </a:lnTo>
                  <a:lnTo>
                    <a:pt x="537942" y="1031408"/>
                  </a:lnTo>
                  <a:lnTo>
                    <a:pt x="536870" y="1032520"/>
                  </a:lnTo>
                  <a:lnTo>
                    <a:pt x="535799" y="1033629"/>
                  </a:lnTo>
                  <a:lnTo>
                    <a:pt x="534727" y="1034737"/>
                  </a:lnTo>
                  <a:lnTo>
                    <a:pt x="533656" y="1035843"/>
                  </a:lnTo>
                  <a:lnTo>
                    <a:pt x="532584" y="1036947"/>
                  </a:lnTo>
                  <a:lnTo>
                    <a:pt x="531513" y="1038049"/>
                  </a:lnTo>
                  <a:lnTo>
                    <a:pt x="530441" y="1039150"/>
                  </a:lnTo>
                  <a:lnTo>
                    <a:pt x="529369" y="1040248"/>
                  </a:lnTo>
                  <a:lnTo>
                    <a:pt x="528298" y="1041345"/>
                  </a:lnTo>
                  <a:lnTo>
                    <a:pt x="527226" y="1042439"/>
                  </a:lnTo>
                  <a:lnTo>
                    <a:pt x="526155" y="1043532"/>
                  </a:lnTo>
                  <a:lnTo>
                    <a:pt x="525083" y="1044623"/>
                  </a:lnTo>
                  <a:lnTo>
                    <a:pt x="524011" y="1045711"/>
                  </a:lnTo>
                  <a:lnTo>
                    <a:pt x="522940" y="1046798"/>
                  </a:lnTo>
                  <a:lnTo>
                    <a:pt x="521868" y="1047883"/>
                  </a:lnTo>
                  <a:lnTo>
                    <a:pt x="520797" y="1048966"/>
                  </a:lnTo>
                  <a:lnTo>
                    <a:pt x="519725" y="1050047"/>
                  </a:lnTo>
                  <a:lnTo>
                    <a:pt x="518653" y="1051127"/>
                  </a:lnTo>
                  <a:lnTo>
                    <a:pt x="517582" y="1052204"/>
                  </a:lnTo>
                  <a:lnTo>
                    <a:pt x="516510" y="1053279"/>
                  </a:lnTo>
                  <a:lnTo>
                    <a:pt x="515439" y="1054352"/>
                  </a:lnTo>
                  <a:lnTo>
                    <a:pt x="514367" y="1055423"/>
                  </a:lnTo>
                  <a:lnTo>
                    <a:pt x="513295" y="1056493"/>
                  </a:lnTo>
                  <a:lnTo>
                    <a:pt x="512224" y="1057560"/>
                  </a:lnTo>
                  <a:lnTo>
                    <a:pt x="511152" y="1058625"/>
                  </a:lnTo>
                  <a:lnTo>
                    <a:pt x="510081" y="1059688"/>
                  </a:lnTo>
                  <a:lnTo>
                    <a:pt x="509009" y="1060750"/>
                  </a:lnTo>
                  <a:lnTo>
                    <a:pt x="507937" y="1061809"/>
                  </a:lnTo>
                  <a:lnTo>
                    <a:pt x="506866" y="1062866"/>
                  </a:lnTo>
                  <a:lnTo>
                    <a:pt x="505794" y="1063921"/>
                  </a:lnTo>
                  <a:lnTo>
                    <a:pt x="504723" y="1064975"/>
                  </a:lnTo>
                  <a:lnTo>
                    <a:pt x="503651" y="1066026"/>
                  </a:lnTo>
                  <a:lnTo>
                    <a:pt x="502579" y="1067075"/>
                  </a:lnTo>
                  <a:lnTo>
                    <a:pt x="501508" y="1068122"/>
                  </a:lnTo>
                  <a:lnTo>
                    <a:pt x="500436" y="1069167"/>
                  </a:lnTo>
                  <a:lnTo>
                    <a:pt x="499365" y="1070210"/>
                  </a:lnTo>
                  <a:lnTo>
                    <a:pt x="498293" y="1071251"/>
                  </a:lnTo>
                  <a:lnTo>
                    <a:pt x="497221" y="1072290"/>
                  </a:lnTo>
                  <a:lnTo>
                    <a:pt x="496150" y="1073327"/>
                  </a:lnTo>
                  <a:lnTo>
                    <a:pt x="495078" y="1074362"/>
                  </a:lnTo>
                  <a:lnTo>
                    <a:pt x="494007" y="1075395"/>
                  </a:lnTo>
                  <a:lnTo>
                    <a:pt x="492935" y="1076426"/>
                  </a:lnTo>
                  <a:lnTo>
                    <a:pt x="491863" y="1077455"/>
                  </a:lnTo>
                  <a:lnTo>
                    <a:pt x="490792" y="1078481"/>
                  </a:lnTo>
                  <a:lnTo>
                    <a:pt x="489720" y="1079506"/>
                  </a:lnTo>
                  <a:lnTo>
                    <a:pt x="488649" y="1080528"/>
                  </a:lnTo>
                  <a:lnTo>
                    <a:pt x="487577" y="1081549"/>
                  </a:lnTo>
                  <a:lnTo>
                    <a:pt x="486505" y="1082567"/>
                  </a:lnTo>
                  <a:lnTo>
                    <a:pt x="485434" y="1083583"/>
                  </a:lnTo>
                  <a:lnTo>
                    <a:pt x="484362" y="1084598"/>
                  </a:lnTo>
                  <a:lnTo>
                    <a:pt x="483291" y="1085610"/>
                  </a:lnTo>
                  <a:lnTo>
                    <a:pt x="482219" y="1086620"/>
                  </a:lnTo>
                  <a:lnTo>
                    <a:pt x="481147" y="1087628"/>
                  </a:lnTo>
                  <a:lnTo>
                    <a:pt x="480076" y="1088633"/>
                  </a:lnTo>
                  <a:lnTo>
                    <a:pt x="479004" y="1089637"/>
                  </a:lnTo>
                  <a:lnTo>
                    <a:pt x="477933" y="1090639"/>
                  </a:lnTo>
                  <a:lnTo>
                    <a:pt x="476861" y="1091638"/>
                  </a:lnTo>
                  <a:lnTo>
                    <a:pt x="475789" y="1092635"/>
                  </a:lnTo>
                  <a:lnTo>
                    <a:pt x="474718" y="1093631"/>
                  </a:lnTo>
                  <a:lnTo>
                    <a:pt x="473646" y="1094624"/>
                  </a:lnTo>
                  <a:lnTo>
                    <a:pt x="472575" y="1095615"/>
                  </a:lnTo>
                  <a:lnTo>
                    <a:pt x="471503" y="1096604"/>
                  </a:lnTo>
                  <a:lnTo>
                    <a:pt x="470431" y="1097591"/>
                  </a:lnTo>
                  <a:lnTo>
                    <a:pt x="469360" y="1098575"/>
                  </a:lnTo>
                  <a:lnTo>
                    <a:pt x="468288" y="1099558"/>
                  </a:lnTo>
                  <a:lnTo>
                    <a:pt x="467217" y="1100538"/>
                  </a:lnTo>
                  <a:lnTo>
                    <a:pt x="466145" y="1101517"/>
                  </a:lnTo>
                  <a:lnTo>
                    <a:pt x="465073" y="1102493"/>
                  </a:lnTo>
                  <a:lnTo>
                    <a:pt x="464002" y="1103467"/>
                  </a:lnTo>
                  <a:lnTo>
                    <a:pt x="462930" y="1104439"/>
                  </a:lnTo>
                  <a:lnTo>
                    <a:pt x="461859" y="1105408"/>
                  </a:lnTo>
                  <a:lnTo>
                    <a:pt x="460787" y="1106376"/>
                  </a:lnTo>
                  <a:lnTo>
                    <a:pt x="459715" y="1107341"/>
                  </a:lnTo>
                  <a:lnTo>
                    <a:pt x="458644" y="1108305"/>
                  </a:lnTo>
                  <a:lnTo>
                    <a:pt x="457572" y="1109266"/>
                  </a:lnTo>
                  <a:lnTo>
                    <a:pt x="456501" y="1110225"/>
                  </a:lnTo>
                  <a:lnTo>
                    <a:pt x="455429" y="1111182"/>
                  </a:lnTo>
                  <a:lnTo>
                    <a:pt x="454357" y="1112137"/>
                  </a:lnTo>
                  <a:lnTo>
                    <a:pt x="453286" y="1113089"/>
                  </a:lnTo>
                  <a:lnTo>
                    <a:pt x="452214" y="1114040"/>
                  </a:lnTo>
                  <a:lnTo>
                    <a:pt x="451143" y="1114988"/>
                  </a:lnTo>
                  <a:lnTo>
                    <a:pt x="450071" y="1115934"/>
                  </a:lnTo>
                  <a:lnTo>
                    <a:pt x="448999" y="1116878"/>
                  </a:lnTo>
                  <a:lnTo>
                    <a:pt x="447928" y="1117820"/>
                  </a:lnTo>
                  <a:lnTo>
                    <a:pt x="446856" y="1118759"/>
                  </a:lnTo>
                  <a:lnTo>
                    <a:pt x="445785" y="1119697"/>
                  </a:lnTo>
                  <a:lnTo>
                    <a:pt x="444713" y="1120632"/>
                  </a:lnTo>
                  <a:lnTo>
                    <a:pt x="443641" y="1121565"/>
                  </a:lnTo>
                  <a:lnTo>
                    <a:pt x="442570" y="1122497"/>
                  </a:lnTo>
                  <a:lnTo>
                    <a:pt x="441498" y="1123425"/>
                  </a:lnTo>
                  <a:lnTo>
                    <a:pt x="440427" y="1124352"/>
                  </a:lnTo>
                  <a:lnTo>
                    <a:pt x="439355" y="1125277"/>
                  </a:lnTo>
                  <a:lnTo>
                    <a:pt x="438283" y="1126199"/>
                  </a:lnTo>
                  <a:lnTo>
                    <a:pt x="437212" y="1127119"/>
                  </a:lnTo>
                  <a:lnTo>
                    <a:pt x="436140" y="1128037"/>
                  </a:lnTo>
                  <a:lnTo>
                    <a:pt x="435069" y="1128953"/>
                  </a:lnTo>
                  <a:lnTo>
                    <a:pt x="433997" y="1129867"/>
                  </a:lnTo>
                  <a:lnTo>
                    <a:pt x="432925" y="1130778"/>
                  </a:lnTo>
                  <a:lnTo>
                    <a:pt x="431854" y="1131688"/>
                  </a:lnTo>
                  <a:lnTo>
                    <a:pt x="430782" y="1132595"/>
                  </a:lnTo>
                  <a:lnTo>
                    <a:pt x="429711" y="1133500"/>
                  </a:lnTo>
                  <a:lnTo>
                    <a:pt x="428639" y="1134403"/>
                  </a:lnTo>
                  <a:lnTo>
                    <a:pt x="427567" y="1135304"/>
                  </a:lnTo>
                  <a:lnTo>
                    <a:pt x="426496" y="1136202"/>
                  </a:lnTo>
                  <a:lnTo>
                    <a:pt x="425424" y="1137099"/>
                  </a:lnTo>
                  <a:lnTo>
                    <a:pt x="424353" y="1137993"/>
                  </a:lnTo>
                  <a:lnTo>
                    <a:pt x="423281" y="1138885"/>
                  </a:lnTo>
                  <a:lnTo>
                    <a:pt x="422209" y="1139775"/>
                  </a:lnTo>
                  <a:lnTo>
                    <a:pt x="421138" y="1140662"/>
                  </a:lnTo>
                  <a:lnTo>
                    <a:pt x="420066" y="1141548"/>
                  </a:lnTo>
                  <a:lnTo>
                    <a:pt x="418995" y="1142431"/>
                  </a:lnTo>
                  <a:lnTo>
                    <a:pt x="417923" y="1143312"/>
                  </a:lnTo>
                  <a:lnTo>
                    <a:pt x="416851" y="1144192"/>
                  </a:lnTo>
                  <a:lnTo>
                    <a:pt x="415780" y="1145068"/>
                  </a:lnTo>
                  <a:lnTo>
                    <a:pt x="414708" y="1145943"/>
                  </a:lnTo>
                  <a:lnTo>
                    <a:pt x="413637" y="1146816"/>
                  </a:lnTo>
                  <a:lnTo>
                    <a:pt x="412565" y="1147686"/>
                  </a:lnTo>
                  <a:lnTo>
                    <a:pt x="411493" y="1148554"/>
                  </a:lnTo>
                  <a:lnTo>
                    <a:pt x="410422" y="1149420"/>
                  </a:lnTo>
                  <a:lnTo>
                    <a:pt x="409350" y="1150284"/>
                  </a:lnTo>
                  <a:lnTo>
                    <a:pt x="408279" y="1151146"/>
                  </a:lnTo>
                  <a:lnTo>
                    <a:pt x="407207" y="1152005"/>
                  </a:lnTo>
                  <a:lnTo>
                    <a:pt x="406135" y="1152863"/>
                  </a:lnTo>
                  <a:lnTo>
                    <a:pt x="405064" y="1153718"/>
                  </a:lnTo>
                  <a:lnTo>
                    <a:pt x="403992" y="1154571"/>
                  </a:lnTo>
                  <a:lnTo>
                    <a:pt x="402921" y="1155422"/>
                  </a:lnTo>
                  <a:lnTo>
                    <a:pt x="401849" y="1156271"/>
                  </a:lnTo>
                  <a:lnTo>
                    <a:pt x="400777" y="1157117"/>
                  </a:lnTo>
                  <a:lnTo>
                    <a:pt x="399706" y="1157962"/>
                  </a:lnTo>
                  <a:lnTo>
                    <a:pt x="398634" y="1158804"/>
                  </a:lnTo>
                  <a:lnTo>
                    <a:pt x="397563" y="1159644"/>
                  </a:lnTo>
                  <a:lnTo>
                    <a:pt x="396491" y="1160482"/>
                  </a:lnTo>
                  <a:lnTo>
                    <a:pt x="395419" y="1161318"/>
                  </a:lnTo>
                  <a:lnTo>
                    <a:pt x="394348" y="1162152"/>
                  </a:lnTo>
                  <a:lnTo>
                    <a:pt x="393276" y="1162984"/>
                  </a:lnTo>
                  <a:lnTo>
                    <a:pt x="392205" y="1163813"/>
                  </a:lnTo>
                  <a:lnTo>
                    <a:pt x="391133" y="1164641"/>
                  </a:lnTo>
                  <a:lnTo>
                    <a:pt x="390061" y="1165466"/>
                  </a:lnTo>
                  <a:lnTo>
                    <a:pt x="388990" y="1166289"/>
                  </a:lnTo>
                  <a:lnTo>
                    <a:pt x="387918" y="1167110"/>
                  </a:lnTo>
                  <a:lnTo>
                    <a:pt x="386847" y="1167929"/>
                  </a:lnTo>
                  <a:lnTo>
                    <a:pt x="385775" y="1168746"/>
                  </a:lnTo>
                  <a:lnTo>
                    <a:pt x="384703" y="1169561"/>
                  </a:lnTo>
                  <a:lnTo>
                    <a:pt x="383632" y="1170374"/>
                  </a:lnTo>
                  <a:lnTo>
                    <a:pt x="382560" y="1171184"/>
                  </a:lnTo>
                  <a:lnTo>
                    <a:pt x="381489" y="1171993"/>
                  </a:lnTo>
                  <a:lnTo>
                    <a:pt x="380417" y="1172799"/>
                  </a:lnTo>
                  <a:lnTo>
                    <a:pt x="379345" y="1173603"/>
                  </a:lnTo>
                  <a:lnTo>
                    <a:pt x="378274" y="1174406"/>
                  </a:lnTo>
                  <a:lnTo>
                    <a:pt x="377202" y="1175206"/>
                  </a:lnTo>
                  <a:lnTo>
                    <a:pt x="376131" y="1176004"/>
                  </a:lnTo>
                  <a:lnTo>
                    <a:pt x="375059" y="1176800"/>
                  </a:lnTo>
                  <a:lnTo>
                    <a:pt x="373987" y="1177594"/>
                  </a:lnTo>
                  <a:lnTo>
                    <a:pt x="372916" y="1178386"/>
                  </a:lnTo>
                  <a:lnTo>
                    <a:pt x="371844" y="1179176"/>
                  </a:lnTo>
                  <a:lnTo>
                    <a:pt x="370773" y="1179964"/>
                  </a:lnTo>
                  <a:lnTo>
                    <a:pt x="369701" y="1180749"/>
                  </a:lnTo>
                  <a:lnTo>
                    <a:pt x="368629" y="1181533"/>
                  </a:lnTo>
                  <a:lnTo>
                    <a:pt x="367558" y="1182315"/>
                  </a:lnTo>
                  <a:lnTo>
                    <a:pt x="366486" y="1183094"/>
                  </a:lnTo>
                  <a:lnTo>
                    <a:pt x="365415" y="1183872"/>
                  </a:lnTo>
                  <a:lnTo>
                    <a:pt x="364343" y="1184648"/>
                  </a:lnTo>
                  <a:lnTo>
                    <a:pt x="363271" y="1185421"/>
                  </a:lnTo>
                  <a:lnTo>
                    <a:pt x="362200" y="1186193"/>
                  </a:lnTo>
                  <a:lnTo>
                    <a:pt x="361128" y="1186962"/>
                  </a:lnTo>
                  <a:lnTo>
                    <a:pt x="360057" y="1187730"/>
                  </a:lnTo>
                  <a:lnTo>
                    <a:pt x="358985" y="1188495"/>
                  </a:lnTo>
                  <a:lnTo>
                    <a:pt x="357913" y="1189259"/>
                  </a:lnTo>
                  <a:lnTo>
                    <a:pt x="356842" y="1190021"/>
                  </a:lnTo>
                  <a:lnTo>
                    <a:pt x="355770" y="1190780"/>
                  </a:lnTo>
                  <a:lnTo>
                    <a:pt x="354699" y="1191538"/>
                  </a:lnTo>
                  <a:lnTo>
                    <a:pt x="353627" y="1192293"/>
                  </a:lnTo>
                  <a:lnTo>
                    <a:pt x="352556" y="1193047"/>
                  </a:lnTo>
                  <a:lnTo>
                    <a:pt x="351484" y="1193798"/>
                  </a:lnTo>
                  <a:lnTo>
                    <a:pt x="350412" y="1194548"/>
                  </a:lnTo>
                  <a:lnTo>
                    <a:pt x="349341" y="1195296"/>
                  </a:lnTo>
                  <a:lnTo>
                    <a:pt x="348269" y="1196041"/>
                  </a:lnTo>
                  <a:lnTo>
                    <a:pt x="347198" y="1196785"/>
                  </a:lnTo>
                  <a:lnTo>
                    <a:pt x="346126" y="1197527"/>
                  </a:lnTo>
                  <a:lnTo>
                    <a:pt x="345054" y="1198266"/>
                  </a:lnTo>
                  <a:lnTo>
                    <a:pt x="343983" y="1199004"/>
                  </a:lnTo>
                  <a:lnTo>
                    <a:pt x="342911" y="1199740"/>
                  </a:lnTo>
                  <a:lnTo>
                    <a:pt x="341840" y="1200474"/>
                  </a:lnTo>
                  <a:lnTo>
                    <a:pt x="340768" y="1201206"/>
                  </a:lnTo>
                  <a:lnTo>
                    <a:pt x="339696" y="1201936"/>
                  </a:lnTo>
                  <a:lnTo>
                    <a:pt x="338625" y="1202664"/>
                  </a:lnTo>
                  <a:lnTo>
                    <a:pt x="337553" y="1203390"/>
                  </a:lnTo>
                  <a:lnTo>
                    <a:pt x="336482" y="1204115"/>
                  </a:lnTo>
                  <a:lnTo>
                    <a:pt x="335410" y="1204837"/>
                  </a:lnTo>
                  <a:lnTo>
                    <a:pt x="334338" y="1205557"/>
                  </a:lnTo>
                  <a:lnTo>
                    <a:pt x="333267" y="1206276"/>
                  </a:lnTo>
                  <a:lnTo>
                    <a:pt x="332195" y="1206993"/>
                  </a:lnTo>
                  <a:lnTo>
                    <a:pt x="331124" y="1207707"/>
                  </a:lnTo>
                  <a:lnTo>
                    <a:pt x="330052" y="1208420"/>
                  </a:lnTo>
                  <a:lnTo>
                    <a:pt x="328980" y="1209131"/>
                  </a:lnTo>
                  <a:lnTo>
                    <a:pt x="327909" y="1209840"/>
                  </a:lnTo>
                  <a:lnTo>
                    <a:pt x="326837" y="1210547"/>
                  </a:lnTo>
                  <a:lnTo>
                    <a:pt x="325766" y="1211252"/>
                  </a:lnTo>
                  <a:lnTo>
                    <a:pt x="324694" y="1211956"/>
                  </a:lnTo>
                  <a:lnTo>
                    <a:pt x="323622" y="1212657"/>
                  </a:lnTo>
                  <a:lnTo>
                    <a:pt x="322551" y="1213357"/>
                  </a:lnTo>
                  <a:lnTo>
                    <a:pt x="321479" y="1214054"/>
                  </a:lnTo>
                  <a:lnTo>
                    <a:pt x="320408" y="1214750"/>
                  </a:lnTo>
                  <a:lnTo>
                    <a:pt x="319336" y="1215444"/>
                  </a:lnTo>
                  <a:lnTo>
                    <a:pt x="318264" y="1216136"/>
                  </a:lnTo>
                  <a:lnTo>
                    <a:pt x="317193" y="1216827"/>
                  </a:lnTo>
                  <a:lnTo>
                    <a:pt x="316121" y="1217515"/>
                  </a:lnTo>
                  <a:lnTo>
                    <a:pt x="315050" y="1218202"/>
                  </a:lnTo>
                  <a:lnTo>
                    <a:pt x="313978" y="1218886"/>
                  </a:lnTo>
                  <a:lnTo>
                    <a:pt x="312906" y="1219569"/>
                  </a:lnTo>
                  <a:lnTo>
                    <a:pt x="311835" y="1220250"/>
                  </a:lnTo>
                  <a:lnTo>
                    <a:pt x="310763" y="1220930"/>
                  </a:lnTo>
                  <a:lnTo>
                    <a:pt x="309692" y="1221607"/>
                  </a:lnTo>
                  <a:lnTo>
                    <a:pt x="308620" y="1222282"/>
                  </a:lnTo>
                  <a:lnTo>
                    <a:pt x="307548" y="1222956"/>
                  </a:lnTo>
                  <a:lnTo>
                    <a:pt x="306477" y="1223628"/>
                  </a:lnTo>
                  <a:lnTo>
                    <a:pt x="305405" y="1224298"/>
                  </a:lnTo>
                  <a:lnTo>
                    <a:pt x="304334" y="1224967"/>
                  </a:lnTo>
                  <a:lnTo>
                    <a:pt x="303262" y="1225633"/>
                  </a:lnTo>
                  <a:lnTo>
                    <a:pt x="302190" y="1226298"/>
                  </a:lnTo>
                  <a:lnTo>
                    <a:pt x="301119" y="1226961"/>
                  </a:lnTo>
                  <a:lnTo>
                    <a:pt x="300047" y="1227622"/>
                  </a:lnTo>
                  <a:lnTo>
                    <a:pt x="298976" y="1228281"/>
                  </a:lnTo>
                  <a:lnTo>
                    <a:pt x="297904" y="1228939"/>
                  </a:lnTo>
                  <a:lnTo>
                    <a:pt x="296832" y="1229595"/>
                  </a:lnTo>
                  <a:lnTo>
                    <a:pt x="295761" y="1230249"/>
                  </a:lnTo>
                  <a:lnTo>
                    <a:pt x="294689" y="1230901"/>
                  </a:lnTo>
                  <a:lnTo>
                    <a:pt x="293618" y="1231551"/>
                  </a:lnTo>
                  <a:lnTo>
                    <a:pt x="292546" y="1232200"/>
                  </a:lnTo>
                  <a:lnTo>
                    <a:pt x="291474" y="1232847"/>
                  </a:lnTo>
                  <a:lnTo>
                    <a:pt x="290403" y="1233492"/>
                  </a:lnTo>
                  <a:lnTo>
                    <a:pt x="289331" y="1234136"/>
                  </a:lnTo>
                  <a:lnTo>
                    <a:pt x="288260" y="1234778"/>
                  </a:lnTo>
                  <a:lnTo>
                    <a:pt x="287188" y="1235418"/>
                  </a:lnTo>
                  <a:lnTo>
                    <a:pt x="286116" y="1236056"/>
                  </a:lnTo>
                  <a:lnTo>
                    <a:pt x="285045" y="1236692"/>
                  </a:lnTo>
                  <a:lnTo>
                    <a:pt x="283973" y="1237327"/>
                  </a:lnTo>
                  <a:lnTo>
                    <a:pt x="282902" y="1237960"/>
                  </a:lnTo>
                  <a:lnTo>
                    <a:pt x="281830" y="1238591"/>
                  </a:lnTo>
                  <a:lnTo>
                    <a:pt x="280758" y="1239221"/>
                  </a:lnTo>
                  <a:lnTo>
                    <a:pt x="279687" y="1239849"/>
                  </a:lnTo>
                  <a:lnTo>
                    <a:pt x="278615" y="1240475"/>
                  </a:lnTo>
                  <a:lnTo>
                    <a:pt x="277544" y="1241099"/>
                  </a:lnTo>
                  <a:lnTo>
                    <a:pt x="276472" y="1241722"/>
                  </a:lnTo>
                  <a:lnTo>
                    <a:pt x="275400" y="1242343"/>
                  </a:lnTo>
                  <a:lnTo>
                    <a:pt x="274329" y="1242963"/>
                  </a:lnTo>
                  <a:lnTo>
                    <a:pt x="273257" y="1243580"/>
                  </a:lnTo>
                  <a:lnTo>
                    <a:pt x="272186" y="1244196"/>
                  </a:lnTo>
                  <a:lnTo>
                    <a:pt x="271114" y="1244810"/>
                  </a:lnTo>
                  <a:lnTo>
                    <a:pt x="270042" y="1245423"/>
                  </a:lnTo>
                  <a:lnTo>
                    <a:pt x="268971" y="1246034"/>
                  </a:lnTo>
                  <a:lnTo>
                    <a:pt x="267899" y="1246643"/>
                  </a:lnTo>
                  <a:lnTo>
                    <a:pt x="266828" y="1247251"/>
                  </a:lnTo>
                  <a:lnTo>
                    <a:pt x="265756" y="1247857"/>
                  </a:lnTo>
                  <a:lnTo>
                    <a:pt x="264684" y="1248461"/>
                  </a:lnTo>
                  <a:lnTo>
                    <a:pt x="263613" y="1249064"/>
                  </a:lnTo>
                  <a:lnTo>
                    <a:pt x="262541" y="1249665"/>
                  </a:lnTo>
                  <a:lnTo>
                    <a:pt x="261470" y="1250264"/>
                  </a:lnTo>
                  <a:lnTo>
                    <a:pt x="260398" y="1250862"/>
                  </a:lnTo>
                  <a:lnTo>
                    <a:pt x="259326" y="1251458"/>
                  </a:lnTo>
                  <a:lnTo>
                    <a:pt x="258255" y="1252052"/>
                  </a:lnTo>
                  <a:lnTo>
                    <a:pt x="257183" y="1252645"/>
                  </a:lnTo>
                  <a:lnTo>
                    <a:pt x="256112" y="1253236"/>
                  </a:lnTo>
                  <a:lnTo>
                    <a:pt x="255040" y="1253825"/>
                  </a:lnTo>
                  <a:lnTo>
                    <a:pt x="253968" y="1254413"/>
                  </a:lnTo>
                  <a:lnTo>
                    <a:pt x="252897" y="1255000"/>
                  </a:lnTo>
                  <a:lnTo>
                    <a:pt x="251825" y="1255584"/>
                  </a:lnTo>
                  <a:lnTo>
                    <a:pt x="250754" y="1256167"/>
                  </a:lnTo>
                  <a:lnTo>
                    <a:pt x="249682" y="1256749"/>
                  </a:lnTo>
                  <a:lnTo>
                    <a:pt x="248610" y="1257328"/>
                  </a:lnTo>
                  <a:lnTo>
                    <a:pt x="247539" y="1257907"/>
                  </a:lnTo>
                  <a:lnTo>
                    <a:pt x="246467" y="1258483"/>
                  </a:lnTo>
                  <a:lnTo>
                    <a:pt x="245396" y="1259058"/>
                  </a:lnTo>
                  <a:lnTo>
                    <a:pt x="244324" y="1259632"/>
                  </a:lnTo>
                  <a:lnTo>
                    <a:pt x="243252" y="1260204"/>
                  </a:lnTo>
                  <a:lnTo>
                    <a:pt x="242181" y="1260774"/>
                  </a:lnTo>
                  <a:lnTo>
                    <a:pt x="241109" y="1261343"/>
                  </a:lnTo>
                  <a:lnTo>
                    <a:pt x="240038" y="1261910"/>
                  </a:lnTo>
                  <a:lnTo>
                    <a:pt x="238966" y="1262475"/>
                  </a:lnTo>
                  <a:lnTo>
                    <a:pt x="237894" y="1263039"/>
                  </a:lnTo>
                  <a:lnTo>
                    <a:pt x="236823" y="1263602"/>
                  </a:lnTo>
                  <a:lnTo>
                    <a:pt x="235751" y="1264163"/>
                  </a:lnTo>
                  <a:lnTo>
                    <a:pt x="234680" y="1264722"/>
                  </a:lnTo>
                  <a:lnTo>
                    <a:pt x="233608" y="1265280"/>
                  </a:lnTo>
                  <a:lnTo>
                    <a:pt x="232536" y="1265836"/>
                  </a:lnTo>
                  <a:lnTo>
                    <a:pt x="231465" y="1266391"/>
                  </a:lnTo>
                  <a:lnTo>
                    <a:pt x="230393" y="1266944"/>
                  </a:lnTo>
                  <a:lnTo>
                    <a:pt x="229322" y="1267496"/>
                  </a:lnTo>
                  <a:lnTo>
                    <a:pt x="228250" y="1268046"/>
                  </a:lnTo>
                  <a:lnTo>
                    <a:pt x="227178" y="1268594"/>
                  </a:lnTo>
                  <a:lnTo>
                    <a:pt x="226107" y="1269141"/>
                  </a:lnTo>
                  <a:lnTo>
                    <a:pt x="225035" y="1269687"/>
                  </a:lnTo>
                  <a:lnTo>
                    <a:pt x="223964" y="1270231"/>
                  </a:lnTo>
                  <a:lnTo>
                    <a:pt x="222892" y="1270773"/>
                  </a:lnTo>
                  <a:lnTo>
                    <a:pt x="221820" y="1271314"/>
                  </a:lnTo>
                  <a:lnTo>
                    <a:pt x="220749" y="1271854"/>
                  </a:lnTo>
                  <a:lnTo>
                    <a:pt x="219677" y="1272392"/>
                  </a:lnTo>
                  <a:lnTo>
                    <a:pt x="218606" y="1272928"/>
                  </a:lnTo>
                  <a:lnTo>
                    <a:pt x="217534" y="1273463"/>
                  </a:lnTo>
                  <a:lnTo>
                    <a:pt x="216462" y="1273997"/>
                  </a:lnTo>
                  <a:lnTo>
                    <a:pt x="215391" y="1274529"/>
                  </a:lnTo>
                  <a:lnTo>
                    <a:pt x="214319" y="1275059"/>
                  </a:lnTo>
                  <a:lnTo>
                    <a:pt x="213248" y="1275588"/>
                  </a:lnTo>
                  <a:lnTo>
                    <a:pt x="212176" y="1276116"/>
                  </a:lnTo>
                  <a:lnTo>
                    <a:pt x="211104" y="1276642"/>
                  </a:lnTo>
                  <a:lnTo>
                    <a:pt x="210033" y="1277167"/>
                  </a:lnTo>
                  <a:lnTo>
                    <a:pt x="208961" y="1277690"/>
                  </a:lnTo>
                  <a:lnTo>
                    <a:pt x="207890" y="1278212"/>
                  </a:lnTo>
                  <a:lnTo>
                    <a:pt x="206818" y="1278732"/>
                  </a:lnTo>
                  <a:lnTo>
                    <a:pt x="205746" y="1279251"/>
                  </a:lnTo>
                  <a:lnTo>
                    <a:pt x="204675" y="1279768"/>
                  </a:lnTo>
                  <a:lnTo>
                    <a:pt x="203603" y="1280284"/>
                  </a:lnTo>
                  <a:lnTo>
                    <a:pt x="202532" y="1280799"/>
                  </a:lnTo>
                  <a:lnTo>
                    <a:pt x="201460" y="1281312"/>
                  </a:lnTo>
                  <a:lnTo>
                    <a:pt x="200388" y="1281823"/>
                  </a:lnTo>
                  <a:lnTo>
                    <a:pt x="199317" y="1282333"/>
                  </a:lnTo>
                  <a:lnTo>
                    <a:pt x="198245" y="1282842"/>
                  </a:lnTo>
                  <a:lnTo>
                    <a:pt x="197174" y="1283349"/>
                  </a:lnTo>
                  <a:lnTo>
                    <a:pt x="196102" y="1283855"/>
                  </a:lnTo>
                  <a:lnTo>
                    <a:pt x="195030" y="1284360"/>
                  </a:lnTo>
                  <a:lnTo>
                    <a:pt x="193959" y="1284863"/>
                  </a:lnTo>
                  <a:lnTo>
                    <a:pt x="192887" y="1285365"/>
                  </a:lnTo>
                  <a:lnTo>
                    <a:pt x="191816" y="1285865"/>
                  </a:lnTo>
                  <a:lnTo>
                    <a:pt x="190744" y="1286364"/>
                  </a:lnTo>
                  <a:lnTo>
                    <a:pt x="189672" y="1286861"/>
                  </a:lnTo>
                  <a:lnTo>
                    <a:pt x="188601" y="1287357"/>
                  </a:lnTo>
                  <a:lnTo>
                    <a:pt x="187529" y="1287852"/>
                  </a:lnTo>
                  <a:lnTo>
                    <a:pt x="186458" y="1288345"/>
                  </a:lnTo>
                  <a:lnTo>
                    <a:pt x="185386" y="1288837"/>
                  </a:lnTo>
                  <a:lnTo>
                    <a:pt x="184314" y="1289328"/>
                  </a:lnTo>
                  <a:lnTo>
                    <a:pt x="183243" y="1289817"/>
                  </a:lnTo>
                  <a:lnTo>
                    <a:pt x="182171" y="1290305"/>
                  </a:lnTo>
                  <a:lnTo>
                    <a:pt x="181100" y="1290791"/>
                  </a:lnTo>
                  <a:lnTo>
                    <a:pt x="180028" y="1291276"/>
                  </a:lnTo>
                  <a:lnTo>
                    <a:pt x="178956" y="1291760"/>
                  </a:lnTo>
                  <a:lnTo>
                    <a:pt x="177885" y="1292242"/>
                  </a:lnTo>
                  <a:lnTo>
                    <a:pt x="176813" y="1292723"/>
                  </a:lnTo>
                  <a:lnTo>
                    <a:pt x="175742" y="1293202"/>
                  </a:lnTo>
                  <a:lnTo>
                    <a:pt x="174670" y="1293681"/>
                  </a:lnTo>
                  <a:lnTo>
                    <a:pt x="173599" y="1294158"/>
                  </a:lnTo>
                  <a:lnTo>
                    <a:pt x="172527" y="1294633"/>
                  </a:lnTo>
                  <a:lnTo>
                    <a:pt x="171455" y="1295107"/>
                  </a:lnTo>
                  <a:lnTo>
                    <a:pt x="170384" y="1295580"/>
                  </a:lnTo>
                  <a:lnTo>
                    <a:pt x="169312" y="1296052"/>
                  </a:lnTo>
                  <a:lnTo>
                    <a:pt x="168241" y="1296522"/>
                  </a:lnTo>
                  <a:lnTo>
                    <a:pt x="167169" y="1296991"/>
                  </a:lnTo>
                  <a:lnTo>
                    <a:pt x="166097" y="1297459"/>
                  </a:lnTo>
                  <a:lnTo>
                    <a:pt x="165026" y="1297925"/>
                  </a:lnTo>
                  <a:lnTo>
                    <a:pt x="163954" y="1298390"/>
                  </a:lnTo>
                  <a:lnTo>
                    <a:pt x="162883" y="1298853"/>
                  </a:lnTo>
                  <a:lnTo>
                    <a:pt x="161811" y="1299316"/>
                  </a:lnTo>
                  <a:lnTo>
                    <a:pt x="160739" y="1299777"/>
                  </a:lnTo>
                  <a:lnTo>
                    <a:pt x="159668" y="1300236"/>
                  </a:lnTo>
                  <a:lnTo>
                    <a:pt x="158596" y="1300695"/>
                  </a:lnTo>
                  <a:lnTo>
                    <a:pt x="157525" y="1301152"/>
                  </a:lnTo>
                  <a:lnTo>
                    <a:pt x="156453" y="1301608"/>
                  </a:lnTo>
                  <a:lnTo>
                    <a:pt x="155381" y="1302062"/>
                  </a:lnTo>
                  <a:lnTo>
                    <a:pt x="154310" y="1302516"/>
                  </a:lnTo>
                  <a:lnTo>
                    <a:pt x="153238" y="1302968"/>
                  </a:lnTo>
                  <a:lnTo>
                    <a:pt x="152167" y="1303418"/>
                  </a:lnTo>
                  <a:lnTo>
                    <a:pt x="151095" y="1303868"/>
                  </a:lnTo>
                  <a:lnTo>
                    <a:pt x="150023" y="1304316"/>
                  </a:lnTo>
                  <a:lnTo>
                    <a:pt x="148952" y="1304763"/>
                  </a:lnTo>
                  <a:lnTo>
                    <a:pt x="147880" y="1305208"/>
                  </a:lnTo>
                  <a:lnTo>
                    <a:pt x="146809" y="1305653"/>
                  </a:lnTo>
                  <a:lnTo>
                    <a:pt x="145737" y="1306096"/>
                  </a:lnTo>
                  <a:lnTo>
                    <a:pt x="144665" y="1306538"/>
                  </a:lnTo>
                  <a:lnTo>
                    <a:pt x="143594" y="1306978"/>
                  </a:lnTo>
                  <a:lnTo>
                    <a:pt x="142522" y="1307418"/>
                  </a:lnTo>
                  <a:lnTo>
                    <a:pt x="141451" y="1307856"/>
                  </a:lnTo>
                  <a:lnTo>
                    <a:pt x="140379" y="1308293"/>
                  </a:lnTo>
                  <a:lnTo>
                    <a:pt x="139307" y="1308728"/>
                  </a:lnTo>
                  <a:lnTo>
                    <a:pt x="138236" y="1309163"/>
                  </a:lnTo>
                  <a:lnTo>
                    <a:pt x="137164" y="1309596"/>
                  </a:lnTo>
                  <a:lnTo>
                    <a:pt x="136093" y="1310028"/>
                  </a:lnTo>
                  <a:lnTo>
                    <a:pt x="135021" y="1310458"/>
                  </a:lnTo>
                  <a:lnTo>
                    <a:pt x="133949" y="1310888"/>
                  </a:lnTo>
                  <a:lnTo>
                    <a:pt x="132878" y="1311316"/>
                  </a:lnTo>
                  <a:lnTo>
                    <a:pt x="131806" y="1311743"/>
                  </a:lnTo>
                  <a:lnTo>
                    <a:pt x="130735" y="1312169"/>
                  </a:lnTo>
                  <a:lnTo>
                    <a:pt x="129663" y="1312594"/>
                  </a:lnTo>
                  <a:lnTo>
                    <a:pt x="128591" y="1313017"/>
                  </a:lnTo>
                  <a:lnTo>
                    <a:pt x="127520" y="1313439"/>
                  </a:lnTo>
                  <a:lnTo>
                    <a:pt x="126448" y="1313860"/>
                  </a:lnTo>
                  <a:lnTo>
                    <a:pt x="125377" y="1314280"/>
                  </a:lnTo>
                  <a:lnTo>
                    <a:pt x="124305" y="1314699"/>
                  </a:lnTo>
                  <a:lnTo>
                    <a:pt x="123233" y="1315116"/>
                  </a:lnTo>
                  <a:lnTo>
                    <a:pt x="122162" y="1315532"/>
                  </a:lnTo>
                  <a:lnTo>
                    <a:pt x="121090" y="1315947"/>
                  </a:lnTo>
                  <a:lnTo>
                    <a:pt x="120019" y="1316361"/>
                  </a:lnTo>
                  <a:lnTo>
                    <a:pt x="118947" y="1316774"/>
                  </a:lnTo>
                  <a:lnTo>
                    <a:pt x="117875" y="1317185"/>
                  </a:lnTo>
                  <a:lnTo>
                    <a:pt x="116804" y="1317596"/>
                  </a:lnTo>
                  <a:lnTo>
                    <a:pt x="115732" y="1318005"/>
                  </a:lnTo>
                  <a:lnTo>
                    <a:pt x="114661" y="1318413"/>
                  </a:lnTo>
                  <a:lnTo>
                    <a:pt x="113589" y="1318820"/>
                  </a:lnTo>
                  <a:lnTo>
                    <a:pt x="112517" y="1319226"/>
                  </a:lnTo>
                  <a:lnTo>
                    <a:pt x="111446" y="1319630"/>
                  </a:lnTo>
                  <a:lnTo>
                    <a:pt x="110374" y="1320034"/>
                  </a:lnTo>
                  <a:lnTo>
                    <a:pt x="109303" y="1320436"/>
                  </a:lnTo>
                  <a:lnTo>
                    <a:pt x="108231" y="1320837"/>
                  </a:lnTo>
                  <a:lnTo>
                    <a:pt x="107159" y="1321237"/>
                  </a:lnTo>
                  <a:lnTo>
                    <a:pt x="106088" y="1321636"/>
                  </a:lnTo>
                  <a:lnTo>
                    <a:pt x="105016" y="1322033"/>
                  </a:lnTo>
                  <a:lnTo>
                    <a:pt x="103945" y="1322430"/>
                  </a:lnTo>
                  <a:lnTo>
                    <a:pt x="102873" y="1322825"/>
                  </a:lnTo>
                  <a:lnTo>
                    <a:pt x="101801" y="1323220"/>
                  </a:lnTo>
                  <a:lnTo>
                    <a:pt x="100730" y="1323613"/>
                  </a:lnTo>
                  <a:lnTo>
                    <a:pt x="99658" y="1324005"/>
                  </a:lnTo>
                  <a:lnTo>
                    <a:pt x="98587" y="1324396"/>
                  </a:lnTo>
                  <a:lnTo>
                    <a:pt x="97515" y="1324785"/>
                  </a:lnTo>
                  <a:lnTo>
                    <a:pt x="96443" y="1325174"/>
                  </a:lnTo>
                  <a:lnTo>
                    <a:pt x="95372" y="1325562"/>
                  </a:lnTo>
                  <a:lnTo>
                    <a:pt x="94300" y="1325948"/>
                  </a:lnTo>
                  <a:lnTo>
                    <a:pt x="93229" y="1326333"/>
                  </a:lnTo>
                  <a:lnTo>
                    <a:pt x="92157" y="1326718"/>
                  </a:lnTo>
                  <a:lnTo>
                    <a:pt x="91085" y="1327101"/>
                  </a:lnTo>
                  <a:lnTo>
                    <a:pt x="90014" y="1327483"/>
                  </a:lnTo>
                  <a:lnTo>
                    <a:pt x="88942" y="1327864"/>
                  </a:lnTo>
                  <a:lnTo>
                    <a:pt x="87871" y="1328244"/>
                  </a:lnTo>
                  <a:lnTo>
                    <a:pt x="86799" y="1328623"/>
                  </a:lnTo>
                  <a:lnTo>
                    <a:pt x="85727" y="1329000"/>
                  </a:lnTo>
                  <a:lnTo>
                    <a:pt x="84656" y="1329377"/>
                  </a:lnTo>
                  <a:lnTo>
                    <a:pt x="83584" y="1329752"/>
                  </a:lnTo>
                  <a:lnTo>
                    <a:pt x="82513" y="1330127"/>
                  </a:lnTo>
                  <a:lnTo>
                    <a:pt x="81441" y="1330500"/>
                  </a:lnTo>
                  <a:lnTo>
                    <a:pt x="80369" y="1330873"/>
                  </a:lnTo>
                  <a:lnTo>
                    <a:pt x="79298" y="1331244"/>
                  </a:lnTo>
                  <a:lnTo>
                    <a:pt x="78226" y="1331614"/>
                  </a:lnTo>
                  <a:lnTo>
                    <a:pt x="77155" y="1331983"/>
                  </a:lnTo>
                  <a:lnTo>
                    <a:pt x="76083" y="1332351"/>
                  </a:lnTo>
                  <a:lnTo>
                    <a:pt x="75011" y="1332718"/>
                  </a:lnTo>
                  <a:lnTo>
                    <a:pt x="73940" y="1333084"/>
                  </a:lnTo>
                  <a:lnTo>
                    <a:pt x="72868" y="1333449"/>
                  </a:lnTo>
                  <a:lnTo>
                    <a:pt x="71797" y="1333813"/>
                  </a:lnTo>
                  <a:lnTo>
                    <a:pt x="70725" y="1334176"/>
                  </a:lnTo>
                  <a:lnTo>
                    <a:pt x="69653" y="1334538"/>
                  </a:lnTo>
                  <a:lnTo>
                    <a:pt x="68582" y="1334899"/>
                  </a:lnTo>
                  <a:lnTo>
                    <a:pt x="67510" y="1335258"/>
                  </a:lnTo>
                  <a:lnTo>
                    <a:pt x="66439" y="1335617"/>
                  </a:lnTo>
                  <a:lnTo>
                    <a:pt x="65367" y="1335975"/>
                  </a:lnTo>
                  <a:lnTo>
                    <a:pt x="64295" y="1336331"/>
                  </a:lnTo>
                  <a:lnTo>
                    <a:pt x="63224" y="1336687"/>
                  </a:lnTo>
                  <a:lnTo>
                    <a:pt x="62152" y="1337041"/>
                  </a:lnTo>
                  <a:lnTo>
                    <a:pt x="61081" y="1337395"/>
                  </a:lnTo>
                  <a:lnTo>
                    <a:pt x="60009" y="1337748"/>
                  </a:lnTo>
                  <a:lnTo>
                    <a:pt x="58937" y="1338099"/>
                  </a:lnTo>
                  <a:lnTo>
                    <a:pt x="57866" y="1338450"/>
                  </a:lnTo>
                  <a:lnTo>
                    <a:pt x="56794" y="1338799"/>
                  </a:lnTo>
                  <a:lnTo>
                    <a:pt x="55723" y="1339148"/>
                  </a:lnTo>
                  <a:lnTo>
                    <a:pt x="54651" y="1339495"/>
                  </a:lnTo>
                  <a:lnTo>
                    <a:pt x="53579" y="1339842"/>
                  </a:lnTo>
                  <a:lnTo>
                    <a:pt x="52508" y="1340187"/>
                  </a:lnTo>
                  <a:lnTo>
                    <a:pt x="51436" y="1340532"/>
                  </a:lnTo>
                  <a:lnTo>
                    <a:pt x="50365" y="1340875"/>
                  </a:lnTo>
                  <a:lnTo>
                    <a:pt x="49293" y="1341218"/>
                  </a:lnTo>
                  <a:lnTo>
                    <a:pt x="48221" y="1341560"/>
                  </a:lnTo>
                  <a:lnTo>
                    <a:pt x="47150" y="1341900"/>
                  </a:lnTo>
                  <a:lnTo>
                    <a:pt x="46078" y="1342240"/>
                  </a:lnTo>
                  <a:lnTo>
                    <a:pt x="45007" y="1342578"/>
                  </a:lnTo>
                  <a:lnTo>
                    <a:pt x="43935" y="1342916"/>
                  </a:lnTo>
                  <a:lnTo>
                    <a:pt x="42863" y="1343253"/>
                  </a:lnTo>
                  <a:lnTo>
                    <a:pt x="41792" y="1343588"/>
                  </a:lnTo>
                  <a:lnTo>
                    <a:pt x="40720" y="1343923"/>
                  </a:lnTo>
                  <a:lnTo>
                    <a:pt x="39649" y="1344257"/>
                  </a:lnTo>
                  <a:lnTo>
                    <a:pt x="38577" y="1344590"/>
                  </a:lnTo>
                  <a:lnTo>
                    <a:pt x="37505" y="1344922"/>
                  </a:lnTo>
                  <a:lnTo>
                    <a:pt x="36434" y="1345253"/>
                  </a:lnTo>
                  <a:lnTo>
                    <a:pt x="35362" y="1345582"/>
                  </a:lnTo>
                  <a:lnTo>
                    <a:pt x="34291" y="1345911"/>
                  </a:lnTo>
                  <a:lnTo>
                    <a:pt x="33219" y="1346240"/>
                  </a:lnTo>
                  <a:lnTo>
                    <a:pt x="32147" y="1346567"/>
                  </a:lnTo>
                  <a:lnTo>
                    <a:pt x="31076" y="1346893"/>
                  </a:lnTo>
                  <a:lnTo>
                    <a:pt x="30004" y="1347218"/>
                  </a:lnTo>
                  <a:lnTo>
                    <a:pt x="28933" y="1347542"/>
                  </a:lnTo>
                  <a:lnTo>
                    <a:pt x="27861" y="1347866"/>
                  </a:lnTo>
                  <a:lnTo>
                    <a:pt x="26789" y="1348188"/>
                  </a:lnTo>
                  <a:lnTo>
                    <a:pt x="25718" y="1348510"/>
                  </a:lnTo>
                  <a:lnTo>
                    <a:pt x="24646" y="1348830"/>
                  </a:lnTo>
                  <a:lnTo>
                    <a:pt x="23575" y="1349150"/>
                  </a:lnTo>
                  <a:lnTo>
                    <a:pt x="22503" y="1349469"/>
                  </a:lnTo>
                  <a:lnTo>
                    <a:pt x="21431" y="1349786"/>
                  </a:lnTo>
                  <a:lnTo>
                    <a:pt x="20360" y="1350103"/>
                  </a:lnTo>
                  <a:lnTo>
                    <a:pt x="19288" y="1350419"/>
                  </a:lnTo>
                  <a:lnTo>
                    <a:pt x="18217" y="1350734"/>
                  </a:lnTo>
                  <a:lnTo>
                    <a:pt x="17145" y="1351048"/>
                  </a:lnTo>
                  <a:lnTo>
                    <a:pt x="16073" y="1351362"/>
                  </a:lnTo>
                  <a:lnTo>
                    <a:pt x="15002" y="1351674"/>
                  </a:lnTo>
                  <a:lnTo>
                    <a:pt x="13930" y="1351985"/>
                  </a:lnTo>
                  <a:lnTo>
                    <a:pt x="12859" y="1352296"/>
                  </a:lnTo>
                  <a:lnTo>
                    <a:pt x="11787" y="1352606"/>
                  </a:lnTo>
                  <a:lnTo>
                    <a:pt x="10715" y="1352914"/>
                  </a:lnTo>
                  <a:lnTo>
                    <a:pt x="9644" y="1353222"/>
                  </a:lnTo>
                  <a:lnTo>
                    <a:pt x="8572" y="1353529"/>
                  </a:lnTo>
                  <a:lnTo>
                    <a:pt x="7501" y="1353835"/>
                  </a:lnTo>
                  <a:lnTo>
                    <a:pt x="6429" y="1354140"/>
                  </a:lnTo>
                  <a:lnTo>
                    <a:pt x="5357" y="1354445"/>
                  </a:lnTo>
                  <a:lnTo>
                    <a:pt x="4286" y="1354748"/>
                  </a:lnTo>
                  <a:lnTo>
                    <a:pt x="3214" y="1355051"/>
                  </a:lnTo>
                  <a:lnTo>
                    <a:pt x="2143" y="1355352"/>
                  </a:lnTo>
                  <a:lnTo>
                    <a:pt x="1071" y="1355653"/>
                  </a:lnTo>
                  <a:lnTo>
                    <a:pt x="0" y="1355953"/>
                  </a:lnTo>
                  <a:lnTo>
                    <a:pt x="0" y="135595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5034264" y="1122845"/>
              <a:ext cx="3856684" cy="1488122"/>
            </a:xfrm>
            <a:custGeom>
              <a:avLst/>
              <a:gdLst/>
              <a:ahLst/>
              <a:cxnLst/>
              <a:rect l="0" t="0" r="0" b="0"/>
              <a:pathLst>
                <a:path w="3856684" h="1488122">
                  <a:moveTo>
                    <a:pt x="0" y="1488122"/>
                  </a:moveTo>
                  <a:lnTo>
                    <a:pt x="1071" y="1487611"/>
                  </a:lnTo>
                  <a:lnTo>
                    <a:pt x="2143" y="1487100"/>
                  </a:lnTo>
                  <a:lnTo>
                    <a:pt x="3214" y="1486588"/>
                  </a:lnTo>
                  <a:lnTo>
                    <a:pt x="4286" y="1486075"/>
                  </a:lnTo>
                  <a:lnTo>
                    <a:pt x="5357" y="1485561"/>
                  </a:lnTo>
                  <a:lnTo>
                    <a:pt x="6429" y="1485046"/>
                  </a:lnTo>
                  <a:lnTo>
                    <a:pt x="7501" y="1484530"/>
                  </a:lnTo>
                  <a:lnTo>
                    <a:pt x="8572" y="1484014"/>
                  </a:lnTo>
                  <a:lnTo>
                    <a:pt x="9644" y="1483496"/>
                  </a:lnTo>
                  <a:lnTo>
                    <a:pt x="10715" y="1482978"/>
                  </a:lnTo>
                  <a:lnTo>
                    <a:pt x="11787" y="1482459"/>
                  </a:lnTo>
                  <a:lnTo>
                    <a:pt x="12859" y="1481939"/>
                  </a:lnTo>
                  <a:lnTo>
                    <a:pt x="13930" y="1481419"/>
                  </a:lnTo>
                  <a:lnTo>
                    <a:pt x="15002" y="1480897"/>
                  </a:lnTo>
                  <a:lnTo>
                    <a:pt x="16073" y="1480375"/>
                  </a:lnTo>
                  <a:lnTo>
                    <a:pt x="17145" y="1479851"/>
                  </a:lnTo>
                  <a:lnTo>
                    <a:pt x="18217" y="1479327"/>
                  </a:lnTo>
                  <a:lnTo>
                    <a:pt x="19288" y="1478802"/>
                  </a:lnTo>
                  <a:lnTo>
                    <a:pt x="20360" y="1478276"/>
                  </a:lnTo>
                  <a:lnTo>
                    <a:pt x="21431" y="1477750"/>
                  </a:lnTo>
                  <a:lnTo>
                    <a:pt x="22503" y="1477222"/>
                  </a:lnTo>
                  <a:lnTo>
                    <a:pt x="23575" y="1476694"/>
                  </a:lnTo>
                  <a:lnTo>
                    <a:pt x="24646" y="1476164"/>
                  </a:lnTo>
                  <a:lnTo>
                    <a:pt x="25718" y="1475634"/>
                  </a:lnTo>
                  <a:lnTo>
                    <a:pt x="26789" y="1475103"/>
                  </a:lnTo>
                  <a:lnTo>
                    <a:pt x="27861" y="1474572"/>
                  </a:lnTo>
                  <a:lnTo>
                    <a:pt x="28933" y="1474039"/>
                  </a:lnTo>
                  <a:lnTo>
                    <a:pt x="30004" y="1473505"/>
                  </a:lnTo>
                  <a:lnTo>
                    <a:pt x="31076" y="1472971"/>
                  </a:lnTo>
                  <a:lnTo>
                    <a:pt x="32147" y="1472435"/>
                  </a:lnTo>
                  <a:lnTo>
                    <a:pt x="33219" y="1471899"/>
                  </a:lnTo>
                  <a:lnTo>
                    <a:pt x="34291" y="1471362"/>
                  </a:lnTo>
                  <a:lnTo>
                    <a:pt x="35362" y="1470824"/>
                  </a:lnTo>
                  <a:lnTo>
                    <a:pt x="36434" y="1470285"/>
                  </a:lnTo>
                  <a:lnTo>
                    <a:pt x="37505" y="1469746"/>
                  </a:lnTo>
                  <a:lnTo>
                    <a:pt x="38577" y="1469205"/>
                  </a:lnTo>
                  <a:lnTo>
                    <a:pt x="39649" y="1468664"/>
                  </a:lnTo>
                  <a:lnTo>
                    <a:pt x="40720" y="1468121"/>
                  </a:lnTo>
                  <a:lnTo>
                    <a:pt x="41792" y="1467578"/>
                  </a:lnTo>
                  <a:lnTo>
                    <a:pt x="42863" y="1467034"/>
                  </a:lnTo>
                  <a:lnTo>
                    <a:pt x="43935" y="1466489"/>
                  </a:lnTo>
                  <a:lnTo>
                    <a:pt x="45007" y="1465943"/>
                  </a:lnTo>
                  <a:lnTo>
                    <a:pt x="46078" y="1465396"/>
                  </a:lnTo>
                  <a:lnTo>
                    <a:pt x="47150" y="1464848"/>
                  </a:lnTo>
                  <a:lnTo>
                    <a:pt x="48221" y="1464300"/>
                  </a:lnTo>
                  <a:lnTo>
                    <a:pt x="49293" y="1463750"/>
                  </a:lnTo>
                  <a:lnTo>
                    <a:pt x="50365" y="1463200"/>
                  </a:lnTo>
                  <a:lnTo>
                    <a:pt x="51436" y="1462649"/>
                  </a:lnTo>
                  <a:lnTo>
                    <a:pt x="52508" y="1462097"/>
                  </a:lnTo>
                  <a:lnTo>
                    <a:pt x="53579" y="1461544"/>
                  </a:lnTo>
                  <a:lnTo>
                    <a:pt x="54651" y="1460990"/>
                  </a:lnTo>
                  <a:lnTo>
                    <a:pt x="55723" y="1460435"/>
                  </a:lnTo>
                  <a:lnTo>
                    <a:pt x="56794" y="1459879"/>
                  </a:lnTo>
                  <a:lnTo>
                    <a:pt x="57866" y="1459322"/>
                  </a:lnTo>
                  <a:lnTo>
                    <a:pt x="58937" y="1458765"/>
                  </a:lnTo>
                  <a:lnTo>
                    <a:pt x="60009" y="1458206"/>
                  </a:lnTo>
                  <a:lnTo>
                    <a:pt x="61081" y="1457647"/>
                  </a:lnTo>
                  <a:lnTo>
                    <a:pt x="62152" y="1457087"/>
                  </a:lnTo>
                  <a:lnTo>
                    <a:pt x="63224" y="1456525"/>
                  </a:lnTo>
                  <a:lnTo>
                    <a:pt x="64295" y="1455963"/>
                  </a:lnTo>
                  <a:lnTo>
                    <a:pt x="65367" y="1455400"/>
                  </a:lnTo>
                  <a:lnTo>
                    <a:pt x="66439" y="1454836"/>
                  </a:lnTo>
                  <a:lnTo>
                    <a:pt x="67510" y="1454271"/>
                  </a:lnTo>
                  <a:lnTo>
                    <a:pt x="68582" y="1453705"/>
                  </a:lnTo>
                  <a:lnTo>
                    <a:pt x="69653" y="1453139"/>
                  </a:lnTo>
                  <a:lnTo>
                    <a:pt x="70725" y="1452571"/>
                  </a:lnTo>
                  <a:lnTo>
                    <a:pt x="71797" y="1452003"/>
                  </a:lnTo>
                  <a:lnTo>
                    <a:pt x="72868" y="1451433"/>
                  </a:lnTo>
                  <a:lnTo>
                    <a:pt x="73940" y="1450863"/>
                  </a:lnTo>
                  <a:lnTo>
                    <a:pt x="75011" y="1450291"/>
                  </a:lnTo>
                  <a:lnTo>
                    <a:pt x="76083" y="1449719"/>
                  </a:lnTo>
                  <a:lnTo>
                    <a:pt x="77155" y="1449146"/>
                  </a:lnTo>
                  <a:lnTo>
                    <a:pt x="78226" y="1448571"/>
                  </a:lnTo>
                  <a:lnTo>
                    <a:pt x="79298" y="1447996"/>
                  </a:lnTo>
                  <a:lnTo>
                    <a:pt x="80369" y="1447420"/>
                  </a:lnTo>
                  <a:lnTo>
                    <a:pt x="81441" y="1446843"/>
                  </a:lnTo>
                  <a:lnTo>
                    <a:pt x="82513" y="1446265"/>
                  </a:lnTo>
                  <a:lnTo>
                    <a:pt x="83584" y="1445687"/>
                  </a:lnTo>
                  <a:lnTo>
                    <a:pt x="84656" y="1445107"/>
                  </a:lnTo>
                  <a:lnTo>
                    <a:pt x="85727" y="1444526"/>
                  </a:lnTo>
                  <a:lnTo>
                    <a:pt x="86799" y="1443944"/>
                  </a:lnTo>
                  <a:lnTo>
                    <a:pt x="87871" y="1443362"/>
                  </a:lnTo>
                  <a:lnTo>
                    <a:pt x="88942" y="1442778"/>
                  </a:lnTo>
                  <a:lnTo>
                    <a:pt x="90014" y="1442194"/>
                  </a:lnTo>
                  <a:lnTo>
                    <a:pt x="91085" y="1441608"/>
                  </a:lnTo>
                  <a:lnTo>
                    <a:pt x="92157" y="1441022"/>
                  </a:lnTo>
                  <a:lnTo>
                    <a:pt x="93229" y="1440434"/>
                  </a:lnTo>
                  <a:lnTo>
                    <a:pt x="94300" y="1439846"/>
                  </a:lnTo>
                  <a:lnTo>
                    <a:pt x="95372" y="1439256"/>
                  </a:lnTo>
                  <a:lnTo>
                    <a:pt x="96443" y="1438666"/>
                  </a:lnTo>
                  <a:lnTo>
                    <a:pt x="97515" y="1438075"/>
                  </a:lnTo>
                  <a:lnTo>
                    <a:pt x="98587" y="1437483"/>
                  </a:lnTo>
                  <a:lnTo>
                    <a:pt x="99658" y="1436890"/>
                  </a:lnTo>
                  <a:lnTo>
                    <a:pt x="100730" y="1436295"/>
                  </a:lnTo>
                  <a:lnTo>
                    <a:pt x="101801" y="1435700"/>
                  </a:lnTo>
                  <a:lnTo>
                    <a:pt x="102873" y="1435104"/>
                  </a:lnTo>
                  <a:lnTo>
                    <a:pt x="103945" y="1434507"/>
                  </a:lnTo>
                  <a:lnTo>
                    <a:pt x="105016" y="1433909"/>
                  </a:lnTo>
                  <a:lnTo>
                    <a:pt x="106088" y="1433310"/>
                  </a:lnTo>
                  <a:lnTo>
                    <a:pt x="107159" y="1432710"/>
                  </a:lnTo>
                  <a:lnTo>
                    <a:pt x="108231" y="1432109"/>
                  </a:lnTo>
                  <a:lnTo>
                    <a:pt x="109303" y="1431507"/>
                  </a:lnTo>
                  <a:lnTo>
                    <a:pt x="110374" y="1430904"/>
                  </a:lnTo>
                  <a:lnTo>
                    <a:pt x="111446" y="1430300"/>
                  </a:lnTo>
                  <a:lnTo>
                    <a:pt x="112517" y="1429696"/>
                  </a:lnTo>
                  <a:lnTo>
                    <a:pt x="113589" y="1429090"/>
                  </a:lnTo>
                  <a:lnTo>
                    <a:pt x="114661" y="1428483"/>
                  </a:lnTo>
                  <a:lnTo>
                    <a:pt x="115732" y="1427875"/>
                  </a:lnTo>
                  <a:lnTo>
                    <a:pt x="116804" y="1427266"/>
                  </a:lnTo>
                  <a:lnTo>
                    <a:pt x="117875" y="1426656"/>
                  </a:lnTo>
                  <a:lnTo>
                    <a:pt x="118947" y="1426045"/>
                  </a:lnTo>
                  <a:lnTo>
                    <a:pt x="120019" y="1425434"/>
                  </a:lnTo>
                  <a:lnTo>
                    <a:pt x="121090" y="1424821"/>
                  </a:lnTo>
                  <a:lnTo>
                    <a:pt x="122162" y="1424207"/>
                  </a:lnTo>
                  <a:lnTo>
                    <a:pt x="123233" y="1423592"/>
                  </a:lnTo>
                  <a:lnTo>
                    <a:pt x="124305" y="1422976"/>
                  </a:lnTo>
                  <a:lnTo>
                    <a:pt x="125377" y="1422360"/>
                  </a:lnTo>
                  <a:lnTo>
                    <a:pt x="126448" y="1421742"/>
                  </a:lnTo>
                  <a:lnTo>
                    <a:pt x="127520" y="1421123"/>
                  </a:lnTo>
                  <a:lnTo>
                    <a:pt x="128591" y="1420503"/>
                  </a:lnTo>
                  <a:lnTo>
                    <a:pt x="129663" y="1419882"/>
                  </a:lnTo>
                  <a:lnTo>
                    <a:pt x="130735" y="1419260"/>
                  </a:lnTo>
                  <a:lnTo>
                    <a:pt x="131806" y="1418637"/>
                  </a:lnTo>
                  <a:lnTo>
                    <a:pt x="132878" y="1418014"/>
                  </a:lnTo>
                  <a:lnTo>
                    <a:pt x="133949" y="1417389"/>
                  </a:lnTo>
                  <a:lnTo>
                    <a:pt x="135021" y="1416763"/>
                  </a:lnTo>
                  <a:lnTo>
                    <a:pt x="136093" y="1416136"/>
                  </a:lnTo>
                  <a:lnTo>
                    <a:pt x="137164" y="1415508"/>
                  </a:lnTo>
                  <a:lnTo>
                    <a:pt x="138236" y="1414879"/>
                  </a:lnTo>
                  <a:lnTo>
                    <a:pt x="139307" y="1414249"/>
                  </a:lnTo>
                  <a:lnTo>
                    <a:pt x="140379" y="1413618"/>
                  </a:lnTo>
                  <a:lnTo>
                    <a:pt x="141451" y="1412986"/>
                  </a:lnTo>
                  <a:lnTo>
                    <a:pt x="142522" y="1412353"/>
                  </a:lnTo>
                  <a:lnTo>
                    <a:pt x="143594" y="1411718"/>
                  </a:lnTo>
                  <a:lnTo>
                    <a:pt x="144665" y="1411083"/>
                  </a:lnTo>
                  <a:lnTo>
                    <a:pt x="145737" y="1410447"/>
                  </a:lnTo>
                  <a:lnTo>
                    <a:pt x="146809" y="1409810"/>
                  </a:lnTo>
                  <a:lnTo>
                    <a:pt x="147880" y="1409171"/>
                  </a:lnTo>
                  <a:lnTo>
                    <a:pt x="148952" y="1408532"/>
                  </a:lnTo>
                  <a:lnTo>
                    <a:pt x="150023" y="1407892"/>
                  </a:lnTo>
                  <a:lnTo>
                    <a:pt x="151095" y="1407250"/>
                  </a:lnTo>
                  <a:lnTo>
                    <a:pt x="152167" y="1406608"/>
                  </a:lnTo>
                  <a:lnTo>
                    <a:pt x="153238" y="1405964"/>
                  </a:lnTo>
                  <a:lnTo>
                    <a:pt x="154310" y="1405320"/>
                  </a:lnTo>
                  <a:lnTo>
                    <a:pt x="155381" y="1404674"/>
                  </a:lnTo>
                  <a:lnTo>
                    <a:pt x="156453" y="1404028"/>
                  </a:lnTo>
                  <a:lnTo>
                    <a:pt x="157525" y="1403380"/>
                  </a:lnTo>
                  <a:lnTo>
                    <a:pt x="158596" y="1402731"/>
                  </a:lnTo>
                  <a:lnTo>
                    <a:pt x="159668" y="1402081"/>
                  </a:lnTo>
                  <a:lnTo>
                    <a:pt x="160739" y="1401430"/>
                  </a:lnTo>
                  <a:lnTo>
                    <a:pt x="161811" y="1400778"/>
                  </a:lnTo>
                  <a:lnTo>
                    <a:pt x="162883" y="1400125"/>
                  </a:lnTo>
                  <a:lnTo>
                    <a:pt x="163954" y="1399471"/>
                  </a:lnTo>
                  <a:lnTo>
                    <a:pt x="165026" y="1398816"/>
                  </a:lnTo>
                  <a:lnTo>
                    <a:pt x="166097" y="1398160"/>
                  </a:lnTo>
                  <a:lnTo>
                    <a:pt x="167169" y="1397503"/>
                  </a:lnTo>
                  <a:lnTo>
                    <a:pt x="168241" y="1396844"/>
                  </a:lnTo>
                  <a:lnTo>
                    <a:pt x="169312" y="1396185"/>
                  </a:lnTo>
                  <a:lnTo>
                    <a:pt x="170384" y="1395525"/>
                  </a:lnTo>
                  <a:lnTo>
                    <a:pt x="171455" y="1394863"/>
                  </a:lnTo>
                  <a:lnTo>
                    <a:pt x="172527" y="1394200"/>
                  </a:lnTo>
                  <a:lnTo>
                    <a:pt x="173599" y="1393537"/>
                  </a:lnTo>
                  <a:lnTo>
                    <a:pt x="174670" y="1392872"/>
                  </a:lnTo>
                  <a:lnTo>
                    <a:pt x="175742" y="1392206"/>
                  </a:lnTo>
                  <a:lnTo>
                    <a:pt x="176813" y="1391539"/>
                  </a:lnTo>
                  <a:lnTo>
                    <a:pt x="177885" y="1390871"/>
                  </a:lnTo>
                  <a:lnTo>
                    <a:pt x="178956" y="1390202"/>
                  </a:lnTo>
                  <a:lnTo>
                    <a:pt x="180028" y="1389531"/>
                  </a:lnTo>
                  <a:lnTo>
                    <a:pt x="181100" y="1388860"/>
                  </a:lnTo>
                  <a:lnTo>
                    <a:pt x="182171" y="1388188"/>
                  </a:lnTo>
                  <a:lnTo>
                    <a:pt x="183243" y="1387514"/>
                  </a:lnTo>
                  <a:lnTo>
                    <a:pt x="184314" y="1386839"/>
                  </a:lnTo>
                  <a:lnTo>
                    <a:pt x="185386" y="1386164"/>
                  </a:lnTo>
                  <a:lnTo>
                    <a:pt x="186458" y="1385487"/>
                  </a:lnTo>
                  <a:lnTo>
                    <a:pt x="187529" y="1384809"/>
                  </a:lnTo>
                  <a:lnTo>
                    <a:pt x="188601" y="1384130"/>
                  </a:lnTo>
                  <a:lnTo>
                    <a:pt x="189672" y="1383450"/>
                  </a:lnTo>
                  <a:lnTo>
                    <a:pt x="190744" y="1382769"/>
                  </a:lnTo>
                  <a:lnTo>
                    <a:pt x="191816" y="1382086"/>
                  </a:lnTo>
                  <a:lnTo>
                    <a:pt x="192887" y="1381403"/>
                  </a:lnTo>
                  <a:lnTo>
                    <a:pt x="193959" y="1380718"/>
                  </a:lnTo>
                  <a:lnTo>
                    <a:pt x="195030" y="1380032"/>
                  </a:lnTo>
                  <a:lnTo>
                    <a:pt x="196102" y="1379346"/>
                  </a:lnTo>
                  <a:lnTo>
                    <a:pt x="197174" y="1378658"/>
                  </a:lnTo>
                  <a:lnTo>
                    <a:pt x="198245" y="1377969"/>
                  </a:lnTo>
                  <a:lnTo>
                    <a:pt x="199317" y="1377278"/>
                  </a:lnTo>
                  <a:lnTo>
                    <a:pt x="200388" y="1376587"/>
                  </a:lnTo>
                  <a:lnTo>
                    <a:pt x="201460" y="1375895"/>
                  </a:lnTo>
                  <a:lnTo>
                    <a:pt x="202532" y="1375201"/>
                  </a:lnTo>
                  <a:lnTo>
                    <a:pt x="203603" y="1374506"/>
                  </a:lnTo>
                  <a:lnTo>
                    <a:pt x="204675" y="1373811"/>
                  </a:lnTo>
                  <a:lnTo>
                    <a:pt x="205746" y="1373114"/>
                  </a:lnTo>
                  <a:lnTo>
                    <a:pt x="206818" y="1372415"/>
                  </a:lnTo>
                  <a:lnTo>
                    <a:pt x="207890" y="1371716"/>
                  </a:lnTo>
                  <a:lnTo>
                    <a:pt x="208961" y="1371016"/>
                  </a:lnTo>
                  <a:lnTo>
                    <a:pt x="210033" y="1370314"/>
                  </a:lnTo>
                  <a:lnTo>
                    <a:pt x="211104" y="1369612"/>
                  </a:lnTo>
                  <a:lnTo>
                    <a:pt x="212176" y="1368908"/>
                  </a:lnTo>
                  <a:lnTo>
                    <a:pt x="213248" y="1368203"/>
                  </a:lnTo>
                  <a:lnTo>
                    <a:pt x="214319" y="1367497"/>
                  </a:lnTo>
                  <a:lnTo>
                    <a:pt x="215391" y="1366790"/>
                  </a:lnTo>
                  <a:lnTo>
                    <a:pt x="216462" y="1366081"/>
                  </a:lnTo>
                  <a:lnTo>
                    <a:pt x="217534" y="1365372"/>
                  </a:lnTo>
                  <a:lnTo>
                    <a:pt x="218606" y="1364661"/>
                  </a:lnTo>
                  <a:lnTo>
                    <a:pt x="219677" y="1363949"/>
                  </a:lnTo>
                  <a:lnTo>
                    <a:pt x="220749" y="1363236"/>
                  </a:lnTo>
                  <a:lnTo>
                    <a:pt x="221820" y="1362522"/>
                  </a:lnTo>
                  <a:lnTo>
                    <a:pt x="222892" y="1361806"/>
                  </a:lnTo>
                  <a:lnTo>
                    <a:pt x="223964" y="1361090"/>
                  </a:lnTo>
                  <a:lnTo>
                    <a:pt x="225035" y="1360372"/>
                  </a:lnTo>
                  <a:lnTo>
                    <a:pt x="226107" y="1359653"/>
                  </a:lnTo>
                  <a:lnTo>
                    <a:pt x="227178" y="1358933"/>
                  </a:lnTo>
                  <a:lnTo>
                    <a:pt x="228250" y="1358212"/>
                  </a:lnTo>
                  <a:lnTo>
                    <a:pt x="229322" y="1357490"/>
                  </a:lnTo>
                  <a:lnTo>
                    <a:pt x="230393" y="1356766"/>
                  </a:lnTo>
                  <a:lnTo>
                    <a:pt x="231465" y="1356041"/>
                  </a:lnTo>
                  <a:lnTo>
                    <a:pt x="232536" y="1355315"/>
                  </a:lnTo>
                  <a:lnTo>
                    <a:pt x="233608" y="1354588"/>
                  </a:lnTo>
                  <a:lnTo>
                    <a:pt x="234680" y="1353860"/>
                  </a:lnTo>
                  <a:lnTo>
                    <a:pt x="235751" y="1353130"/>
                  </a:lnTo>
                  <a:lnTo>
                    <a:pt x="236823" y="1352400"/>
                  </a:lnTo>
                  <a:lnTo>
                    <a:pt x="237894" y="1351668"/>
                  </a:lnTo>
                  <a:lnTo>
                    <a:pt x="238966" y="1350935"/>
                  </a:lnTo>
                  <a:lnTo>
                    <a:pt x="240038" y="1350201"/>
                  </a:lnTo>
                  <a:lnTo>
                    <a:pt x="241109" y="1349465"/>
                  </a:lnTo>
                  <a:lnTo>
                    <a:pt x="242181" y="1348729"/>
                  </a:lnTo>
                  <a:lnTo>
                    <a:pt x="243252" y="1347991"/>
                  </a:lnTo>
                  <a:lnTo>
                    <a:pt x="244324" y="1347252"/>
                  </a:lnTo>
                  <a:lnTo>
                    <a:pt x="245396" y="1346511"/>
                  </a:lnTo>
                  <a:lnTo>
                    <a:pt x="246467" y="1345770"/>
                  </a:lnTo>
                  <a:lnTo>
                    <a:pt x="247539" y="1345027"/>
                  </a:lnTo>
                  <a:lnTo>
                    <a:pt x="248610" y="1344283"/>
                  </a:lnTo>
                  <a:lnTo>
                    <a:pt x="249682" y="1343538"/>
                  </a:lnTo>
                  <a:lnTo>
                    <a:pt x="250754" y="1342792"/>
                  </a:lnTo>
                  <a:lnTo>
                    <a:pt x="251825" y="1342044"/>
                  </a:lnTo>
                  <a:lnTo>
                    <a:pt x="252897" y="1341296"/>
                  </a:lnTo>
                  <a:lnTo>
                    <a:pt x="253968" y="1340546"/>
                  </a:lnTo>
                  <a:lnTo>
                    <a:pt x="255040" y="1339795"/>
                  </a:lnTo>
                  <a:lnTo>
                    <a:pt x="256112" y="1339042"/>
                  </a:lnTo>
                  <a:lnTo>
                    <a:pt x="257183" y="1338288"/>
                  </a:lnTo>
                  <a:lnTo>
                    <a:pt x="258255" y="1337534"/>
                  </a:lnTo>
                  <a:lnTo>
                    <a:pt x="259326" y="1336778"/>
                  </a:lnTo>
                  <a:lnTo>
                    <a:pt x="260398" y="1336020"/>
                  </a:lnTo>
                  <a:lnTo>
                    <a:pt x="261470" y="1335262"/>
                  </a:lnTo>
                  <a:lnTo>
                    <a:pt x="262541" y="1334502"/>
                  </a:lnTo>
                  <a:lnTo>
                    <a:pt x="263613" y="1333741"/>
                  </a:lnTo>
                  <a:lnTo>
                    <a:pt x="264684" y="1332979"/>
                  </a:lnTo>
                  <a:lnTo>
                    <a:pt x="265756" y="1332215"/>
                  </a:lnTo>
                  <a:lnTo>
                    <a:pt x="266828" y="1331450"/>
                  </a:lnTo>
                  <a:lnTo>
                    <a:pt x="267899" y="1330684"/>
                  </a:lnTo>
                  <a:lnTo>
                    <a:pt x="268971" y="1329917"/>
                  </a:lnTo>
                  <a:lnTo>
                    <a:pt x="270042" y="1329148"/>
                  </a:lnTo>
                  <a:lnTo>
                    <a:pt x="271114" y="1328379"/>
                  </a:lnTo>
                  <a:lnTo>
                    <a:pt x="272186" y="1327608"/>
                  </a:lnTo>
                  <a:lnTo>
                    <a:pt x="273257" y="1326835"/>
                  </a:lnTo>
                  <a:lnTo>
                    <a:pt x="274329" y="1326062"/>
                  </a:lnTo>
                  <a:lnTo>
                    <a:pt x="275400" y="1325287"/>
                  </a:lnTo>
                  <a:lnTo>
                    <a:pt x="276472" y="1324511"/>
                  </a:lnTo>
                  <a:lnTo>
                    <a:pt x="277544" y="1323734"/>
                  </a:lnTo>
                  <a:lnTo>
                    <a:pt x="278615" y="1322955"/>
                  </a:lnTo>
                  <a:lnTo>
                    <a:pt x="279687" y="1322175"/>
                  </a:lnTo>
                  <a:lnTo>
                    <a:pt x="280758" y="1321394"/>
                  </a:lnTo>
                  <a:lnTo>
                    <a:pt x="281830" y="1320612"/>
                  </a:lnTo>
                  <a:lnTo>
                    <a:pt x="282902" y="1319828"/>
                  </a:lnTo>
                  <a:lnTo>
                    <a:pt x="283973" y="1319043"/>
                  </a:lnTo>
                  <a:lnTo>
                    <a:pt x="285045" y="1318257"/>
                  </a:lnTo>
                  <a:lnTo>
                    <a:pt x="286116" y="1317469"/>
                  </a:lnTo>
                  <a:lnTo>
                    <a:pt x="287188" y="1316680"/>
                  </a:lnTo>
                  <a:lnTo>
                    <a:pt x="288260" y="1315890"/>
                  </a:lnTo>
                  <a:lnTo>
                    <a:pt x="289331" y="1315099"/>
                  </a:lnTo>
                  <a:lnTo>
                    <a:pt x="290403" y="1314306"/>
                  </a:lnTo>
                  <a:lnTo>
                    <a:pt x="291474" y="1313512"/>
                  </a:lnTo>
                  <a:lnTo>
                    <a:pt x="292546" y="1312717"/>
                  </a:lnTo>
                  <a:lnTo>
                    <a:pt x="293618" y="1311921"/>
                  </a:lnTo>
                  <a:lnTo>
                    <a:pt x="294689" y="1311123"/>
                  </a:lnTo>
                  <a:lnTo>
                    <a:pt x="295761" y="1310324"/>
                  </a:lnTo>
                  <a:lnTo>
                    <a:pt x="296832" y="1309523"/>
                  </a:lnTo>
                  <a:lnTo>
                    <a:pt x="297904" y="1308721"/>
                  </a:lnTo>
                  <a:lnTo>
                    <a:pt x="298976" y="1307918"/>
                  </a:lnTo>
                  <a:lnTo>
                    <a:pt x="300047" y="1307114"/>
                  </a:lnTo>
                  <a:lnTo>
                    <a:pt x="301119" y="1306308"/>
                  </a:lnTo>
                  <a:lnTo>
                    <a:pt x="302190" y="1305501"/>
                  </a:lnTo>
                  <a:lnTo>
                    <a:pt x="303262" y="1304693"/>
                  </a:lnTo>
                  <a:lnTo>
                    <a:pt x="304334" y="1303883"/>
                  </a:lnTo>
                  <a:lnTo>
                    <a:pt x="305405" y="1303072"/>
                  </a:lnTo>
                  <a:lnTo>
                    <a:pt x="306477" y="1302260"/>
                  </a:lnTo>
                  <a:lnTo>
                    <a:pt x="307548" y="1301447"/>
                  </a:lnTo>
                  <a:lnTo>
                    <a:pt x="308620" y="1300632"/>
                  </a:lnTo>
                  <a:lnTo>
                    <a:pt x="309692" y="1299815"/>
                  </a:lnTo>
                  <a:lnTo>
                    <a:pt x="310763" y="1298998"/>
                  </a:lnTo>
                  <a:lnTo>
                    <a:pt x="311835" y="1298179"/>
                  </a:lnTo>
                  <a:lnTo>
                    <a:pt x="312906" y="1297359"/>
                  </a:lnTo>
                  <a:lnTo>
                    <a:pt x="313978" y="1296537"/>
                  </a:lnTo>
                  <a:lnTo>
                    <a:pt x="315050" y="1295714"/>
                  </a:lnTo>
                  <a:lnTo>
                    <a:pt x="316121" y="1294890"/>
                  </a:lnTo>
                  <a:lnTo>
                    <a:pt x="317193" y="1294064"/>
                  </a:lnTo>
                  <a:lnTo>
                    <a:pt x="318264" y="1293237"/>
                  </a:lnTo>
                  <a:lnTo>
                    <a:pt x="319336" y="1292409"/>
                  </a:lnTo>
                  <a:lnTo>
                    <a:pt x="320408" y="1291579"/>
                  </a:lnTo>
                  <a:lnTo>
                    <a:pt x="321479" y="1290748"/>
                  </a:lnTo>
                  <a:lnTo>
                    <a:pt x="322551" y="1289916"/>
                  </a:lnTo>
                  <a:lnTo>
                    <a:pt x="323622" y="1289082"/>
                  </a:lnTo>
                  <a:lnTo>
                    <a:pt x="324694" y="1288247"/>
                  </a:lnTo>
                  <a:lnTo>
                    <a:pt x="325766" y="1287411"/>
                  </a:lnTo>
                  <a:lnTo>
                    <a:pt x="326837" y="1286573"/>
                  </a:lnTo>
                  <a:lnTo>
                    <a:pt x="327909" y="1285734"/>
                  </a:lnTo>
                  <a:lnTo>
                    <a:pt x="328980" y="1284893"/>
                  </a:lnTo>
                  <a:lnTo>
                    <a:pt x="330052" y="1284051"/>
                  </a:lnTo>
                  <a:lnTo>
                    <a:pt x="331124" y="1283208"/>
                  </a:lnTo>
                  <a:lnTo>
                    <a:pt x="332195" y="1282363"/>
                  </a:lnTo>
                  <a:lnTo>
                    <a:pt x="333267" y="1281517"/>
                  </a:lnTo>
                  <a:lnTo>
                    <a:pt x="334338" y="1280670"/>
                  </a:lnTo>
                  <a:lnTo>
                    <a:pt x="335410" y="1279821"/>
                  </a:lnTo>
                  <a:lnTo>
                    <a:pt x="336482" y="1278971"/>
                  </a:lnTo>
                  <a:lnTo>
                    <a:pt x="337553" y="1278120"/>
                  </a:lnTo>
                  <a:lnTo>
                    <a:pt x="338625" y="1277267"/>
                  </a:lnTo>
                  <a:lnTo>
                    <a:pt x="339696" y="1276412"/>
                  </a:lnTo>
                  <a:lnTo>
                    <a:pt x="340768" y="1275557"/>
                  </a:lnTo>
                  <a:lnTo>
                    <a:pt x="341840" y="1274699"/>
                  </a:lnTo>
                  <a:lnTo>
                    <a:pt x="342911" y="1273841"/>
                  </a:lnTo>
                  <a:lnTo>
                    <a:pt x="343983" y="1272981"/>
                  </a:lnTo>
                  <a:lnTo>
                    <a:pt x="345054" y="1272120"/>
                  </a:lnTo>
                  <a:lnTo>
                    <a:pt x="346126" y="1271257"/>
                  </a:lnTo>
                  <a:lnTo>
                    <a:pt x="347198" y="1270393"/>
                  </a:lnTo>
                  <a:lnTo>
                    <a:pt x="348269" y="1269527"/>
                  </a:lnTo>
                  <a:lnTo>
                    <a:pt x="349341" y="1268660"/>
                  </a:lnTo>
                  <a:lnTo>
                    <a:pt x="350412" y="1267792"/>
                  </a:lnTo>
                  <a:lnTo>
                    <a:pt x="351484" y="1266922"/>
                  </a:lnTo>
                  <a:lnTo>
                    <a:pt x="352556" y="1266051"/>
                  </a:lnTo>
                  <a:lnTo>
                    <a:pt x="353627" y="1265178"/>
                  </a:lnTo>
                  <a:lnTo>
                    <a:pt x="354699" y="1264304"/>
                  </a:lnTo>
                  <a:lnTo>
                    <a:pt x="355770" y="1263429"/>
                  </a:lnTo>
                  <a:lnTo>
                    <a:pt x="356842" y="1262552"/>
                  </a:lnTo>
                  <a:lnTo>
                    <a:pt x="357913" y="1261674"/>
                  </a:lnTo>
                  <a:lnTo>
                    <a:pt x="358985" y="1260794"/>
                  </a:lnTo>
                  <a:lnTo>
                    <a:pt x="360057" y="1259913"/>
                  </a:lnTo>
                  <a:lnTo>
                    <a:pt x="361128" y="1259030"/>
                  </a:lnTo>
                  <a:lnTo>
                    <a:pt x="362200" y="1258146"/>
                  </a:lnTo>
                  <a:lnTo>
                    <a:pt x="363271" y="1257261"/>
                  </a:lnTo>
                  <a:lnTo>
                    <a:pt x="364343" y="1256374"/>
                  </a:lnTo>
                  <a:lnTo>
                    <a:pt x="365415" y="1255485"/>
                  </a:lnTo>
                  <a:lnTo>
                    <a:pt x="366486" y="1254595"/>
                  </a:lnTo>
                  <a:lnTo>
                    <a:pt x="367558" y="1253704"/>
                  </a:lnTo>
                  <a:lnTo>
                    <a:pt x="368629" y="1252811"/>
                  </a:lnTo>
                  <a:lnTo>
                    <a:pt x="369701" y="1251917"/>
                  </a:lnTo>
                  <a:lnTo>
                    <a:pt x="370773" y="1251021"/>
                  </a:lnTo>
                  <a:lnTo>
                    <a:pt x="371844" y="1250124"/>
                  </a:lnTo>
                  <a:lnTo>
                    <a:pt x="372916" y="1249226"/>
                  </a:lnTo>
                  <a:lnTo>
                    <a:pt x="373987" y="1248326"/>
                  </a:lnTo>
                  <a:lnTo>
                    <a:pt x="375059" y="1247424"/>
                  </a:lnTo>
                  <a:lnTo>
                    <a:pt x="376131" y="1246521"/>
                  </a:lnTo>
                  <a:lnTo>
                    <a:pt x="377202" y="1245617"/>
                  </a:lnTo>
                  <a:lnTo>
                    <a:pt x="378274" y="1244711"/>
                  </a:lnTo>
                  <a:lnTo>
                    <a:pt x="379345" y="1243803"/>
                  </a:lnTo>
                  <a:lnTo>
                    <a:pt x="380417" y="1242895"/>
                  </a:lnTo>
                  <a:lnTo>
                    <a:pt x="381489" y="1241984"/>
                  </a:lnTo>
                  <a:lnTo>
                    <a:pt x="382560" y="1241072"/>
                  </a:lnTo>
                  <a:lnTo>
                    <a:pt x="383632" y="1240159"/>
                  </a:lnTo>
                  <a:lnTo>
                    <a:pt x="384703" y="1239244"/>
                  </a:lnTo>
                  <a:lnTo>
                    <a:pt x="385775" y="1238328"/>
                  </a:lnTo>
                  <a:lnTo>
                    <a:pt x="386847" y="1237410"/>
                  </a:lnTo>
                  <a:lnTo>
                    <a:pt x="387918" y="1236491"/>
                  </a:lnTo>
                  <a:lnTo>
                    <a:pt x="388990" y="1235570"/>
                  </a:lnTo>
                  <a:lnTo>
                    <a:pt x="390061" y="1234648"/>
                  </a:lnTo>
                  <a:lnTo>
                    <a:pt x="391133" y="1233724"/>
                  </a:lnTo>
                  <a:lnTo>
                    <a:pt x="392205" y="1232799"/>
                  </a:lnTo>
                  <a:lnTo>
                    <a:pt x="393276" y="1231872"/>
                  </a:lnTo>
                  <a:lnTo>
                    <a:pt x="394348" y="1230943"/>
                  </a:lnTo>
                  <a:lnTo>
                    <a:pt x="395419" y="1230014"/>
                  </a:lnTo>
                  <a:lnTo>
                    <a:pt x="396491" y="1229082"/>
                  </a:lnTo>
                  <a:lnTo>
                    <a:pt x="397563" y="1228149"/>
                  </a:lnTo>
                  <a:lnTo>
                    <a:pt x="398634" y="1227215"/>
                  </a:lnTo>
                  <a:lnTo>
                    <a:pt x="399706" y="1226279"/>
                  </a:lnTo>
                  <a:lnTo>
                    <a:pt x="400777" y="1225342"/>
                  </a:lnTo>
                  <a:lnTo>
                    <a:pt x="401849" y="1224403"/>
                  </a:lnTo>
                  <a:lnTo>
                    <a:pt x="402921" y="1223462"/>
                  </a:lnTo>
                  <a:lnTo>
                    <a:pt x="403992" y="1222520"/>
                  </a:lnTo>
                  <a:lnTo>
                    <a:pt x="405064" y="1221577"/>
                  </a:lnTo>
                  <a:lnTo>
                    <a:pt x="406135" y="1220631"/>
                  </a:lnTo>
                  <a:lnTo>
                    <a:pt x="407207" y="1219685"/>
                  </a:lnTo>
                  <a:lnTo>
                    <a:pt x="408279" y="1218737"/>
                  </a:lnTo>
                  <a:lnTo>
                    <a:pt x="409350" y="1217787"/>
                  </a:lnTo>
                  <a:lnTo>
                    <a:pt x="410422" y="1216836"/>
                  </a:lnTo>
                  <a:lnTo>
                    <a:pt x="411493" y="1215883"/>
                  </a:lnTo>
                  <a:lnTo>
                    <a:pt x="412565" y="1214929"/>
                  </a:lnTo>
                  <a:lnTo>
                    <a:pt x="413637" y="1213973"/>
                  </a:lnTo>
                  <a:lnTo>
                    <a:pt x="414708" y="1213015"/>
                  </a:lnTo>
                  <a:lnTo>
                    <a:pt x="415780" y="1212056"/>
                  </a:lnTo>
                  <a:lnTo>
                    <a:pt x="416851" y="1211096"/>
                  </a:lnTo>
                  <a:lnTo>
                    <a:pt x="417923" y="1210134"/>
                  </a:lnTo>
                  <a:lnTo>
                    <a:pt x="418995" y="1209171"/>
                  </a:lnTo>
                  <a:lnTo>
                    <a:pt x="420066" y="1208206"/>
                  </a:lnTo>
                  <a:lnTo>
                    <a:pt x="421138" y="1207239"/>
                  </a:lnTo>
                  <a:lnTo>
                    <a:pt x="422209" y="1206271"/>
                  </a:lnTo>
                  <a:lnTo>
                    <a:pt x="423281" y="1205301"/>
                  </a:lnTo>
                  <a:lnTo>
                    <a:pt x="424353" y="1204330"/>
                  </a:lnTo>
                  <a:lnTo>
                    <a:pt x="425424" y="1203358"/>
                  </a:lnTo>
                  <a:lnTo>
                    <a:pt x="426496" y="1202383"/>
                  </a:lnTo>
                  <a:lnTo>
                    <a:pt x="427567" y="1201408"/>
                  </a:lnTo>
                  <a:lnTo>
                    <a:pt x="428639" y="1200431"/>
                  </a:lnTo>
                  <a:lnTo>
                    <a:pt x="429711" y="1199452"/>
                  </a:lnTo>
                  <a:lnTo>
                    <a:pt x="430782" y="1198472"/>
                  </a:lnTo>
                  <a:lnTo>
                    <a:pt x="431854" y="1197490"/>
                  </a:lnTo>
                  <a:lnTo>
                    <a:pt x="432925" y="1196507"/>
                  </a:lnTo>
                  <a:lnTo>
                    <a:pt x="433997" y="1195522"/>
                  </a:lnTo>
                  <a:lnTo>
                    <a:pt x="435069" y="1194535"/>
                  </a:lnTo>
                  <a:lnTo>
                    <a:pt x="436140" y="1193548"/>
                  </a:lnTo>
                  <a:lnTo>
                    <a:pt x="437212" y="1192558"/>
                  </a:lnTo>
                  <a:lnTo>
                    <a:pt x="438283" y="1191567"/>
                  </a:lnTo>
                  <a:lnTo>
                    <a:pt x="439355" y="1190575"/>
                  </a:lnTo>
                  <a:lnTo>
                    <a:pt x="440427" y="1189581"/>
                  </a:lnTo>
                  <a:lnTo>
                    <a:pt x="441498" y="1188586"/>
                  </a:lnTo>
                  <a:lnTo>
                    <a:pt x="442570" y="1187589"/>
                  </a:lnTo>
                  <a:lnTo>
                    <a:pt x="443641" y="1186590"/>
                  </a:lnTo>
                  <a:lnTo>
                    <a:pt x="444713" y="1185591"/>
                  </a:lnTo>
                  <a:lnTo>
                    <a:pt x="445785" y="1184589"/>
                  </a:lnTo>
                  <a:lnTo>
                    <a:pt x="446856" y="1183586"/>
                  </a:lnTo>
                  <a:lnTo>
                    <a:pt x="447928" y="1182582"/>
                  </a:lnTo>
                  <a:lnTo>
                    <a:pt x="448999" y="1181576"/>
                  </a:lnTo>
                  <a:lnTo>
                    <a:pt x="450071" y="1180569"/>
                  </a:lnTo>
                  <a:lnTo>
                    <a:pt x="451143" y="1179560"/>
                  </a:lnTo>
                  <a:lnTo>
                    <a:pt x="452214" y="1178549"/>
                  </a:lnTo>
                  <a:lnTo>
                    <a:pt x="453286" y="1177537"/>
                  </a:lnTo>
                  <a:lnTo>
                    <a:pt x="454357" y="1176524"/>
                  </a:lnTo>
                  <a:lnTo>
                    <a:pt x="455429" y="1175509"/>
                  </a:lnTo>
                  <a:lnTo>
                    <a:pt x="456501" y="1174493"/>
                  </a:lnTo>
                  <a:lnTo>
                    <a:pt x="457572" y="1173475"/>
                  </a:lnTo>
                  <a:lnTo>
                    <a:pt x="458644" y="1172455"/>
                  </a:lnTo>
                  <a:lnTo>
                    <a:pt x="459715" y="1171435"/>
                  </a:lnTo>
                  <a:lnTo>
                    <a:pt x="460787" y="1170412"/>
                  </a:lnTo>
                  <a:lnTo>
                    <a:pt x="461859" y="1169388"/>
                  </a:lnTo>
                  <a:lnTo>
                    <a:pt x="462930" y="1168363"/>
                  </a:lnTo>
                  <a:lnTo>
                    <a:pt x="464002" y="1167336"/>
                  </a:lnTo>
                  <a:lnTo>
                    <a:pt x="465073" y="1166308"/>
                  </a:lnTo>
                  <a:lnTo>
                    <a:pt x="466145" y="1165278"/>
                  </a:lnTo>
                  <a:lnTo>
                    <a:pt x="467217" y="1164247"/>
                  </a:lnTo>
                  <a:lnTo>
                    <a:pt x="468288" y="1163214"/>
                  </a:lnTo>
                  <a:lnTo>
                    <a:pt x="469360" y="1162180"/>
                  </a:lnTo>
                  <a:lnTo>
                    <a:pt x="470431" y="1161144"/>
                  </a:lnTo>
                  <a:lnTo>
                    <a:pt x="471503" y="1160107"/>
                  </a:lnTo>
                  <a:lnTo>
                    <a:pt x="472575" y="1159069"/>
                  </a:lnTo>
                  <a:lnTo>
                    <a:pt x="473646" y="1158029"/>
                  </a:lnTo>
                  <a:lnTo>
                    <a:pt x="474718" y="1156987"/>
                  </a:lnTo>
                  <a:lnTo>
                    <a:pt x="475789" y="1155944"/>
                  </a:lnTo>
                  <a:lnTo>
                    <a:pt x="476861" y="1154900"/>
                  </a:lnTo>
                  <a:lnTo>
                    <a:pt x="477933" y="1153854"/>
                  </a:lnTo>
                  <a:lnTo>
                    <a:pt x="479004" y="1152807"/>
                  </a:lnTo>
                  <a:lnTo>
                    <a:pt x="480076" y="1151758"/>
                  </a:lnTo>
                  <a:lnTo>
                    <a:pt x="481147" y="1150707"/>
                  </a:lnTo>
                  <a:lnTo>
                    <a:pt x="482219" y="1149656"/>
                  </a:lnTo>
                  <a:lnTo>
                    <a:pt x="483291" y="1148602"/>
                  </a:lnTo>
                  <a:lnTo>
                    <a:pt x="484362" y="1147548"/>
                  </a:lnTo>
                  <a:lnTo>
                    <a:pt x="485434" y="1146492"/>
                  </a:lnTo>
                  <a:lnTo>
                    <a:pt x="486505" y="1145434"/>
                  </a:lnTo>
                  <a:lnTo>
                    <a:pt x="487577" y="1144375"/>
                  </a:lnTo>
                  <a:lnTo>
                    <a:pt x="488649" y="1143315"/>
                  </a:lnTo>
                  <a:lnTo>
                    <a:pt x="489720" y="1142253"/>
                  </a:lnTo>
                  <a:lnTo>
                    <a:pt x="490792" y="1141190"/>
                  </a:lnTo>
                  <a:lnTo>
                    <a:pt x="491863" y="1140125"/>
                  </a:lnTo>
                  <a:lnTo>
                    <a:pt x="492935" y="1139059"/>
                  </a:lnTo>
                  <a:lnTo>
                    <a:pt x="494007" y="1137991"/>
                  </a:lnTo>
                  <a:lnTo>
                    <a:pt x="495078" y="1136922"/>
                  </a:lnTo>
                  <a:lnTo>
                    <a:pt x="496150" y="1135852"/>
                  </a:lnTo>
                  <a:lnTo>
                    <a:pt x="497221" y="1134780"/>
                  </a:lnTo>
                  <a:lnTo>
                    <a:pt x="498293" y="1133707"/>
                  </a:lnTo>
                  <a:lnTo>
                    <a:pt x="499365" y="1132632"/>
                  </a:lnTo>
                  <a:lnTo>
                    <a:pt x="500436" y="1131556"/>
                  </a:lnTo>
                  <a:lnTo>
                    <a:pt x="501508" y="1130478"/>
                  </a:lnTo>
                  <a:lnTo>
                    <a:pt x="502579" y="1129399"/>
                  </a:lnTo>
                  <a:lnTo>
                    <a:pt x="503651" y="1128319"/>
                  </a:lnTo>
                  <a:lnTo>
                    <a:pt x="504723" y="1127237"/>
                  </a:lnTo>
                  <a:lnTo>
                    <a:pt x="505794" y="1126154"/>
                  </a:lnTo>
                  <a:lnTo>
                    <a:pt x="506866" y="1125069"/>
                  </a:lnTo>
                  <a:lnTo>
                    <a:pt x="507937" y="1123983"/>
                  </a:lnTo>
                  <a:lnTo>
                    <a:pt x="509009" y="1122896"/>
                  </a:lnTo>
                  <a:lnTo>
                    <a:pt x="510081" y="1121807"/>
                  </a:lnTo>
                  <a:lnTo>
                    <a:pt x="511152" y="1120717"/>
                  </a:lnTo>
                  <a:lnTo>
                    <a:pt x="512224" y="1119625"/>
                  </a:lnTo>
                  <a:lnTo>
                    <a:pt x="513295" y="1118532"/>
                  </a:lnTo>
                  <a:lnTo>
                    <a:pt x="514367" y="1117438"/>
                  </a:lnTo>
                  <a:lnTo>
                    <a:pt x="515439" y="1116342"/>
                  </a:lnTo>
                  <a:lnTo>
                    <a:pt x="516510" y="1115245"/>
                  </a:lnTo>
                  <a:lnTo>
                    <a:pt x="517582" y="1114146"/>
                  </a:lnTo>
                  <a:lnTo>
                    <a:pt x="518653" y="1113046"/>
                  </a:lnTo>
                  <a:lnTo>
                    <a:pt x="519725" y="1111945"/>
                  </a:lnTo>
                  <a:lnTo>
                    <a:pt x="520797" y="1110843"/>
                  </a:lnTo>
                  <a:lnTo>
                    <a:pt x="521868" y="1109739"/>
                  </a:lnTo>
                  <a:lnTo>
                    <a:pt x="522940" y="1108633"/>
                  </a:lnTo>
                  <a:lnTo>
                    <a:pt x="524011" y="1107526"/>
                  </a:lnTo>
                  <a:lnTo>
                    <a:pt x="525083" y="1106418"/>
                  </a:lnTo>
                  <a:lnTo>
                    <a:pt x="526155" y="1105309"/>
                  </a:lnTo>
                  <a:lnTo>
                    <a:pt x="527226" y="1104198"/>
                  </a:lnTo>
                  <a:lnTo>
                    <a:pt x="528298" y="1103086"/>
                  </a:lnTo>
                  <a:lnTo>
                    <a:pt x="529369" y="1101972"/>
                  </a:lnTo>
                  <a:lnTo>
                    <a:pt x="530441" y="1100857"/>
                  </a:lnTo>
                  <a:lnTo>
                    <a:pt x="531513" y="1099741"/>
                  </a:lnTo>
                  <a:lnTo>
                    <a:pt x="532584" y="1098624"/>
                  </a:lnTo>
                  <a:lnTo>
                    <a:pt x="533656" y="1097505"/>
                  </a:lnTo>
                  <a:lnTo>
                    <a:pt x="534727" y="1096384"/>
                  </a:lnTo>
                  <a:lnTo>
                    <a:pt x="535799" y="1095263"/>
                  </a:lnTo>
                  <a:lnTo>
                    <a:pt x="536870" y="1094140"/>
                  </a:lnTo>
                  <a:lnTo>
                    <a:pt x="537942" y="1093016"/>
                  </a:lnTo>
                  <a:lnTo>
                    <a:pt x="539014" y="1091890"/>
                  </a:lnTo>
                  <a:lnTo>
                    <a:pt x="540085" y="1090763"/>
                  </a:lnTo>
                  <a:lnTo>
                    <a:pt x="541157" y="1089635"/>
                  </a:lnTo>
                  <a:lnTo>
                    <a:pt x="542228" y="1088506"/>
                  </a:lnTo>
                  <a:lnTo>
                    <a:pt x="543300" y="1087375"/>
                  </a:lnTo>
                  <a:lnTo>
                    <a:pt x="544372" y="1086243"/>
                  </a:lnTo>
                  <a:lnTo>
                    <a:pt x="545443" y="1085109"/>
                  </a:lnTo>
                  <a:lnTo>
                    <a:pt x="546515" y="1083974"/>
                  </a:lnTo>
                  <a:lnTo>
                    <a:pt x="547586" y="1082838"/>
                  </a:lnTo>
                  <a:lnTo>
                    <a:pt x="548658" y="1081701"/>
                  </a:lnTo>
                  <a:lnTo>
                    <a:pt x="549730" y="1080562"/>
                  </a:lnTo>
                  <a:lnTo>
                    <a:pt x="550801" y="1079422"/>
                  </a:lnTo>
                  <a:lnTo>
                    <a:pt x="551873" y="1078281"/>
                  </a:lnTo>
                  <a:lnTo>
                    <a:pt x="552944" y="1077139"/>
                  </a:lnTo>
                  <a:lnTo>
                    <a:pt x="554016" y="1075995"/>
                  </a:lnTo>
                  <a:lnTo>
                    <a:pt x="555088" y="1074850"/>
                  </a:lnTo>
                  <a:lnTo>
                    <a:pt x="556159" y="1073704"/>
                  </a:lnTo>
                  <a:lnTo>
                    <a:pt x="557231" y="1072556"/>
                  </a:lnTo>
                  <a:lnTo>
                    <a:pt x="558302" y="1071407"/>
                  </a:lnTo>
                  <a:lnTo>
                    <a:pt x="559374" y="1070257"/>
                  </a:lnTo>
                  <a:lnTo>
                    <a:pt x="560446" y="1069106"/>
                  </a:lnTo>
                  <a:lnTo>
                    <a:pt x="561517" y="1067953"/>
                  </a:lnTo>
                  <a:lnTo>
                    <a:pt x="562589" y="1066799"/>
                  </a:lnTo>
                  <a:lnTo>
                    <a:pt x="563660" y="1065644"/>
                  </a:lnTo>
                  <a:lnTo>
                    <a:pt x="564732" y="1064488"/>
                  </a:lnTo>
                  <a:lnTo>
                    <a:pt x="565804" y="1063330"/>
                  </a:lnTo>
                  <a:lnTo>
                    <a:pt x="566875" y="1062171"/>
                  </a:lnTo>
                  <a:lnTo>
                    <a:pt x="567947" y="1061011"/>
                  </a:lnTo>
                  <a:lnTo>
                    <a:pt x="569018" y="1059850"/>
                  </a:lnTo>
                  <a:lnTo>
                    <a:pt x="570090" y="1058688"/>
                  </a:lnTo>
                  <a:lnTo>
                    <a:pt x="571162" y="1057524"/>
                  </a:lnTo>
                  <a:lnTo>
                    <a:pt x="572233" y="1056359"/>
                  </a:lnTo>
                  <a:lnTo>
                    <a:pt x="573305" y="1055193"/>
                  </a:lnTo>
                  <a:lnTo>
                    <a:pt x="574376" y="1054025"/>
                  </a:lnTo>
                  <a:lnTo>
                    <a:pt x="575448" y="1052857"/>
                  </a:lnTo>
                  <a:lnTo>
                    <a:pt x="576520" y="1051687"/>
                  </a:lnTo>
                  <a:lnTo>
                    <a:pt x="577591" y="1050516"/>
                  </a:lnTo>
                  <a:lnTo>
                    <a:pt x="578663" y="1049344"/>
                  </a:lnTo>
                  <a:lnTo>
                    <a:pt x="579734" y="1048170"/>
                  </a:lnTo>
                  <a:lnTo>
                    <a:pt x="580806" y="1046996"/>
                  </a:lnTo>
                  <a:lnTo>
                    <a:pt x="581878" y="1045820"/>
                  </a:lnTo>
                  <a:lnTo>
                    <a:pt x="582949" y="1044643"/>
                  </a:lnTo>
                  <a:lnTo>
                    <a:pt x="584021" y="1043465"/>
                  </a:lnTo>
                  <a:lnTo>
                    <a:pt x="585092" y="1042286"/>
                  </a:lnTo>
                  <a:lnTo>
                    <a:pt x="586164" y="1041106"/>
                  </a:lnTo>
                  <a:lnTo>
                    <a:pt x="587236" y="1039924"/>
                  </a:lnTo>
                  <a:lnTo>
                    <a:pt x="588307" y="1038741"/>
                  </a:lnTo>
                  <a:lnTo>
                    <a:pt x="589379" y="1037557"/>
                  </a:lnTo>
                  <a:lnTo>
                    <a:pt x="590450" y="1036372"/>
                  </a:lnTo>
                  <a:lnTo>
                    <a:pt x="591522" y="1035186"/>
                  </a:lnTo>
                  <a:lnTo>
                    <a:pt x="592594" y="1033999"/>
                  </a:lnTo>
                  <a:lnTo>
                    <a:pt x="593665" y="1032811"/>
                  </a:lnTo>
                  <a:lnTo>
                    <a:pt x="594737" y="1031621"/>
                  </a:lnTo>
                  <a:lnTo>
                    <a:pt x="595808" y="1030430"/>
                  </a:lnTo>
                  <a:lnTo>
                    <a:pt x="596880" y="1029239"/>
                  </a:lnTo>
                  <a:lnTo>
                    <a:pt x="597952" y="1028046"/>
                  </a:lnTo>
                  <a:lnTo>
                    <a:pt x="599023" y="1026852"/>
                  </a:lnTo>
                  <a:lnTo>
                    <a:pt x="600095" y="1025657"/>
                  </a:lnTo>
                  <a:lnTo>
                    <a:pt x="601166" y="1024460"/>
                  </a:lnTo>
                  <a:lnTo>
                    <a:pt x="602238" y="1023263"/>
                  </a:lnTo>
                  <a:lnTo>
                    <a:pt x="603310" y="1022065"/>
                  </a:lnTo>
                  <a:lnTo>
                    <a:pt x="604381" y="1020865"/>
                  </a:lnTo>
                  <a:lnTo>
                    <a:pt x="605453" y="1019664"/>
                  </a:lnTo>
                  <a:lnTo>
                    <a:pt x="606524" y="1018463"/>
                  </a:lnTo>
                  <a:lnTo>
                    <a:pt x="607596" y="1017260"/>
                  </a:lnTo>
                  <a:lnTo>
                    <a:pt x="608668" y="1016056"/>
                  </a:lnTo>
                  <a:lnTo>
                    <a:pt x="609739" y="1014851"/>
                  </a:lnTo>
                  <a:lnTo>
                    <a:pt x="610811" y="1013645"/>
                  </a:lnTo>
                  <a:lnTo>
                    <a:pt x="611882" y="1012438"/>
                  </a:lnTo>
                  <a:lnTo>
                    <a:pt x="612954" y="1011230"/>
                  </a:lnTo>
                  <a:lnTo>
                    <a:pt x="614026" y="1010021"/>
                  </a:lnTo>
                  <a:lnTo>
                    <a:pt x="615097" y="1008811"/>
                  </a:lnTo>
                  <a:lnTo>
                    <a:pt x="616169" y="1007600"/>
                  </a:lnTo>
                  <a:lnTo>
                    <a:pt x="617240" y="1006388"/>
                  </a:lnTo>
                  <a:lnTo>
                    <a:pt x="618312" y="1005175"/>
                  </a:lnTo>
                  <a:lnTo>
                    <a:pt x="619384" y="1003960"/>
                  </a:lnTo>
                  <a:lnTo>
                    <a:pt x="620455" y="1002745"/>
                  </a:lnTo>
                  <a:lnTo>
                    <a:pt x="621527" y="1001529"/>
                  </a:lnTo>
                  <a:lnTo>
                    <a:pt x="622598" y="1000312"/>
                  </a:lnTo>
                  <a:lnTo>
                    <a:pt x="623670" y="999094"/>
                  </a:lnTo>
                  <a:lnTo>
                    <a:pt x="624742" y="997874"/>
                  </a:lnTo>
                  <a:lnTo>
                    <a:pt x="625813" y="996654"/>
                  </a:lnTo>
                  <a:lnTo>
                    <a:pt x="626885" y="995433"/>
                  </a:lnTo>
                  <a:lnTo>
                    <a:pt x="627956" y="994211"/>
                  </a:lnTo>
                  <a:lnTo>
                    <a:pt x="629028" y="992988"/>
                  </a:lnTo>
                  <a:lnTo>
                    <a:pt x="630100" y="991763"/>
                  </a:lnTo>
                  <a:lnTo>
                    <a:pt x="631171" y="990538"/>
                  </a:lnTo>
                  <a:lnTo>
                    <a:pt x="632243" y="989312"/>
                  </a:lnTo>
                  <a:lnTo>
                    <a:pt x="633314" y="988085"/>
                  </a:lnTo>
                  <a:lnTo>
                    <a:pt x="634386" y="986857"/>
                  </a:lnTo>
                  <a:lnTo>
                    <a:pt x="635458" y="985629"/>
                  </a:lnTo>
                  <a:lnTo>
                    <a:pt x="636529" y="984399"/>
                  </a:lnTo>
                  <a:lnTo>
                    <a:pt x="637601" y="983168"/>
                  </a:lnTo>
                  <a:lnTo>
                    <a:pt x="638672" y="981936"/>
                  </a:lnTo>
                  <a:lnTo>
                    <a:pt x="639744" y="980704"/>
                  </a:lnTo>
                  <a:lnTo>
                    <a:pt x="640816" y="979470"/>
                  </a:lnTo>
                  <a:lnTo>
                    <a:pt x="641887" y="978236"/>
                  </a:lnTo>
                  <a:lnTo>
                    <a:pt x="642959" y="977001"/>
                  </a:lnTo>
                  <a:lnTo>
                    <a:pt x="644030" y="975765"/>
                  </a:lnTo>
                  <a:lnTo>
                    <a:pt x="645102" y="974528"/>
                  </a:lnTo>
                  <a:lnTo>
                    <a:pt x="646174" y="973290"/>
                  </a:lnTo>
                  <a:lnTo>
                    <a:pt x="647245" y="972051"/>
                  </a:lnTo>
                  <a:lnTo>
                    <a:pt x="648317" y="970811"/>
                  </a:lnTo>
                  <a:lnTo>
                    <a:pt x="649388" y="969571"/>
                  </a:lnTo>
                  <a:lnTo>
                    <a:pt x="650460" y="968329"/>
                  </a:lnTo>
                  <a:lnTo>
                    <a:pt x="651532" y="967087"/>
                  </a:lnTo>
                  <a:lnTo>
                    <a:pt x="652603" y="965844"/>
                  </a:lnTo>
                  <a:lnTo>
                    <a:pt x="653675" y="964600"/>
                  </a:lnTo>
                  <a:lnTo>
                    <a:pt x="654746" y="963355"/>
                  </a:lnTo>
                  <a:lnTo>
                    <a:pt x="655818" y="962110"/>
                  </a:lnTo>
                  <a:lnTo>
                    <a:pt x="656890" y="960864"/>
                  </a:lnTo>
                  <a:lnTo>
                    <a:pt x="657961" y="959616"/>
                  </a:lnTo>
                  <a:lnTo>
                    <a:pt x="659033" y="958368"/>
                  </a:lnTo>
                  <a:lnTo>
                    <a:pt x="660104" y="957120"/>
                  </a:lnTo>
                  <a:lnTo>
                    <a:pt x="661176" y="955870"/>
                  </a:lnTo>
                  <a:lnTo>
                    <a:pt x="662248" y="954620"/>
                  </a:lnTo>
                  <a:lnTo>
                    <a:pt x="663319" y="953368"/>
                  </a:lnTo>
                  <a:lnTo>
                    <a:pt x="664391" y="952116"/>
                  </a:lnTo>
                  <a:lnTo>
                    <a:pt x="665462" y="950864"/>
                  </a:lnTo>
                  <a:lnTo>
                    <a:pt x="666534" y="949610"/>
                  </a:lnTo>
                  <a:lnTo>
                    <a:pt x="667606" y="948356"/>
                  </a:lnTo>
                  <a:lnTo>
                    <a:pt x="668677" y="947101"/>
                  </a:lnTo>
                  <a:lnTo>
                    <a:pt x="669749" y="945845"/>
                  </a:lnTo>
                  <a:lnTo>
                    <a:pt x="670820" y="944589"/>
                  </a:lnTo>
                  <a:lnTo>
                    <a:pt x="671892" y="943332"/>
                  </a:lnTo>
                  <a:lnTo>
                    <a:pt x="672964" y="942074"/>
                  </a:lnTo>
                  <a:lnTo>
                    <a:pt x="674035" y="940815"/>
                  </a:lnTo>
                  <a:lnTo>
                    <a:pt x="675107" y="939556"/>
                  </a:lnTo>
                  <a:lnTo>
                    <a:pt x="676178" y="938296"/>
                  </a:lnTo>
                  <a:lnTo>
                    <a:pt x="677250" y="937035"/>
                  </a:lnTo>
                  <a:lnTo>
                    <a:pt x="678322" y="935774"/>
                  </a:lnTo>
                  <a:lnTo>
                    <a:pt x="679393" y="934512"/>
                  </a:lnTo>
                  <a:lnTo>
                    <a:pt x="680465" y="933249"/>
                  </a:lnTo>
                  <a:lnTo>
                    <a:pt x="681536" y="931985"/>
                  </a:lnTo>
                  <a:lnTo>
                    <a:pt x="682608" y="930721"/>
                  </a:lnTo>
                  <a:lnTo>
                    <a:pt x="683680" y="929457"/>
                  </a:lnTo>
                  <a:lnTo>
                    <a:pt x="684751" y="928191"/>
                  </a:lnTo>
                  <a:lnTo>
                    <a:pt x="685823" y="926925"/>
                  </a:lnTo>
                  <a:lnTo>
                    <a:pt x="686894" y="925659"/>
                  </a:lnTo>
                  <a:lnTo>
                    <a:pt x="687966" y="924391"/>
                  </a:lnTo>
                  <a:lnTo>
                    <a:pt x="689038" y="923123"/>
                  </a:lnTo>
                  <a:lnTo>
                    <a:pt x="690109" y="921855"/>
                  </a:lnTo>
                  <a:lnTo>
                    <a:pt x="691181" y="920586"/>
                  </a:lnTo>
                  <a:lnTo>
                    <a:pt x="692252" y="919316"/>
                  </a:lnTo>
                  <a:lnTo>
                    <a:pt x="693324" y="918046"/>
                  </a:lnTo>
                  <a:lnTo>
                    <a:pt x="694396" y="916775"/>
                  </a:lnTo>
                  <a:lnTo>
                    <a:pt x="695467" y="915503"/>
                  </a:lnTo>
                  <a:lnTo>
                    <a:pt x="696539" y="914231"/>
                  </a:lnTo>
                  <a:lnTo>
                    <a:pt x="697610" y="912959"/>
                  </a:lnTo>
                  <a:lnTo>
                    <a:pt x="698682" y="911686"/>
                  </a:lnTo>
                  <a:lnTo>
                    <a:pt x="699754" y="910412"/>
                  </a:lnTo>
                  <a:lnTo>
                    <a:pt x="700825" y="909138"/>
                  </a:lnTo>
                  <a:lnTo>
                    <a:pt x="701897" y="907863"/>
                  </a:lnTo>
                  <a:lnTo>
                    <a:pt x="702968" y="906588"/>
                  </a:lnTo>
                  <a:lnTo>
                    <a:pt x="704040" y="905312"/>
                  </a:lnTo>
                  <a:lnTo>
                    <a:pt x="705112" y="904036"/>
                  </a:lnTo>
                  <a:lnTo>
                    <a:pt x="706183" y="902759"/>
                  </a:lnTo>
                  <a:lnTo>
                    <a:pt x="707255" y="901482"/>
                  </a:lnTo>
                  <a:lnTo>
                    <a:pt x="708326" y="900204"/>
                  </a:lnTo>
                  <a:lnTo>
                    <a:pt x="709398" y="898926"/>
                  </a:lnTo>
                  <a:lnTo>
                    <a:pt x="710469" y="897647"/>
                  </a:lnTo>
                  <a:lnTo>
                    <a:pt x="711541" y="896368"/>
                  </a:lnTo>
                  <a:lnTo>
                    <a:pt x="712613" y="895088"/>
                  </a:lnTo>
                  <a:lnTo>
                    <a:pt x="713684" y="893808"/>
                  </a:lnTo>
                  <a:lnTo>
                    <a:pt x="714756" y="892528"/>
                  </a:lnTo>
                  <a:lnTo>
                    <a:pt x="715827" y="891247"/>
                  </a:lnTo>
                  <a:lnTo>
                    <a:pt x="716899" y="889965"/>
                  </a:lnTo>
                  <a:lnTo>
                    <a:pt x="717971" y="888684"/>
                  </a:lnTo>
                  <a:lnTo>
                    <a:pt x="719042" y="887401"/>
                  </a:lnTo>
                  <a:lnTo>
                    <a:pt x="720114" y="886119"/>
                  </a:lnTo>
                  <a:lnTo>
                    <a:pt x="721185" y="884836"/>
                  </a:lnTo>
                  <a:lnTo>
                    <a:pt x="722257" y="883553"/>
                  </a:lnTo>
                  <a:lnTo>
                    <a:pt x="723329" y="882269"/>
                  </a:lnTo>
                  <a:lnTo>
                    <a:pt x="724400" y="880985"/>
                  </a:lnTo>
                  <a:lnTo>
                    <a:pt x="725472" y="879701"/>
                  </a:lnTo>
                  <a:lnTo>
                    <a:pt x="726543" y="878416"/>
                  </a:lnTo>
                  <a:lnTo>
                    <a:pt x="727615" y="877131"/>
                  </a:lnTo>
                  <a:lnTo>
                    <a:pt x="728687" y="875845"/>
                  </a:lnTo>
                  <a:lnTo>
                    <a:pt x="729758" y="874560"/>
                  </a:lnTo>
                  <a:lnTo>
                    <a:pt x="730830" y="873274"/>
                  </a:lnTo>
                  <a:lnTo>
                    <a:pt x="731901" y="871987"/>
                  </a:lnTo>
                  <a:lnTo>
                    <a:pt x="732973" y="870701"/>
                  </a:lnTo>
                  <a:lnTo>
                    <a:pt x="734045" y="869414"/>
                  </a:lnTo>
                  <a:lnTo>
                    <a:pt x="735116" y="868127"/>
                  </a:lnTo>
                  <a:lnTo>
                    <a:pt x="736188" y="866839"/>
                  </a:lnTo>
                  <a:lnTo>
                    <a:pt x="737259" y="865551"/>
                  </a:lnTo>
                  <a:lnTo>
                    <a:pt x="738331" y="864263"/>
                  </a:lnTo>
                  <a:lnTo>
                    <a:pt x="739403" y="862975"/>
                  </a:lnTo>
                  <a:lnTo>
                    <a:pt x="740474" y="861687"/>
                  </a:lnTo>
                  <a:lnTo>
                    <a:pt x="741546" y="860398"/>
                  </a:lnTo>
                  <a:lnTo>
                    <a:pt x="742617" y="859109"/>
                  </a:lnTo>
                  <a:lnTo>
                    <a:pt x="743689" y="857820"/>
                  </a:lnTo>
                  <a:lnTo>
                    <a:pt x="744761" y="856531"/>
                  </a:lnTo>
                  <a:lnTo>
                    <a:pt x="745832" y="855241"/>
                  </a:lnTo>
                  <a:lnTo>
                    <a:pt x="746904" y="853952"/>
                  </a:lnTo>
                  <a:lnTo>
                    <a:pt x="747975" y="852662"/>
                  </a:lnTo>
                  <a:lnTo>
                    <a:pt x="749047" y="851372"/>
                  </a:lnTo>
                  <a:lnTo>
                    <a:pt x="750119" y="850082"/>
                  </a:lnTo>
                  <a:lnTo>
                    <a:pt x="751190" y="848791"/>
                  </a:lnTo>
                  <a:lnTo>
                    <a:pt x="752262" y="847501"/>
                  </a:lnTo>
                  <a:lnTo>
                    <a:pt x="753333" y="846210"/>
                  </a:lnTo>
                  <a:lnTo>
                    <a:pt x="754405" y="844920"/>
                  </a:lnTo>
                  <a:lnTo>
                    <a:pt x="755477" y="843629"/>
                  </a:lnTo>
                  <a:lnTo>
                    <a:pt x="756548" y="842338"/>
                  </a:lnTo>
                  <a:lnTo>
                    <a:pt x="757620" y="841047"/>
                  </a:lnTo>
                  <a:lnTo>
                    <a:pt x="758691" y="839756"/>
                  </a:lnTo>
                  <a:lnTo>
                    <a:pt x="759763" y="838465"/>
                  </a:lnTo>
                  <a:lnTo>
                    <a:pt x="760835" y="837174"/>
                  </a:lnTo>
                  <a:lnTo>
                    <a:pt x="761906" y="835883"/>
                  </a:lnTo>
                  <a:lnTo>
                    <a:pt x="762978" y="834591"/>
                  </a:lnTo>
                  <a:lnTo>
                    <a:pt x="764049" y="833300"/>
                  </a:lnTo>
                  <a:lnTo>
                    <a:pt x="765121" y="832009"/>
                  </a:lnTo>
                  <a:lnTo>
                    <a:pt x="766193" y="830717"/>
                  </a:lnTo>
                  <a:lnTo>
                    <a:pt x="767264" y="829426"/>
                  </a:lnTo>
                  <a:lnTo>
                    <a:pt x="768336" y="828135"/>
                  </a:lnTo>
                  <a:lnTo>
                    <a:pt x="769407" y="826843"/>
                  </a:lnTo>
                  <a:lnTo>
                    <a:pt x="770479" y="825552"/>
                  </a:lnTo>
                  <a:lnTo>
                    <a:pt x="771551" y="824261"/>
                  </a:lnTo>
                  <a:lnTo>
                    <a:pt x="772622" y="822970"/>
                  </a:lnTo>
                  <a:lnTo>
                    <a:pt x="773694" y="821679"/>
                  </a:lnTo>
                  <a:lnTo>
                    <a:pt x="774765" y="820388"/>
                  </a:lnTo>
                  <a:lnTo>
                    <a:pt x="775837" y="819097"/>
                  </a:lnTo>
                  <a:lnTo>
                    <a:pt x="776909" y="817806"/>
                  </a:lnTo>
                  <a:lnTo>
                    <a:pt x="777980" y="816515"/>
                  </a:lnTo>
                  <a:lnTo>
                    <a:pt x="779052" y="815224"/>
                  </a:lnTo>
                  <a:lnTo>
                    <a:pt x="780123" y="813933"/>
                  </a:lnTo>
                  <a:lnTo>
                    <a:pt x="781195" y="812643"/>
                  </a:lnTo>
                  <a:lnTo>
                    <a:pt x="782267" y="811353"/>
                  </a:lnTo>
                  <a:lnTo>
                    <a:pt x="783338" y="810062"/>
                  </a:lnTo>
                  <a:lnTo>
                    <a:pt x="784410" y="808772"/>
                  </a:lnTo>
                  <a:lnTo>
                    <a:pt x="785481" y="807483"/>
                  </a:lnTo>
                  <a:lnTo>
                    <a:pt x="786553" y="806193"/>
                  </a:lnTo>
                  <a:lnTo>
                    <a:pt x="787625" y="804903"/>
                  </a:lnTo>
                  <a:lnTo>
                    <a:pt x="788696" y="803614"/>
                  </a:lnTo>
                  <a:lnTo>
                    <a:pt x="789768" y="802325"/>
                  </a:lnTo>
                  <a:lnTo>
                    <a:pt x="790839" y="801036"/>
                  </a:lnTo>
                  <a:lnTo>
                    <a:pt x="791911" y="799747"/>
                  </a:lnTo>
                  <a:lnTo>
                    <a:pt x="792983" y="798459"/>
                  </a:lnTo>
                  <a:lnTo>
                    <a:pt x="794054" y="797171"/>
                  </a:lnTo>
                  <a:lnTo>
                    <a:pt x="795126" y="795883"/>
                  </a:lnTo>
                  <a:lnTo>
                    <a:pt x="796197" y="794595"/>
                  </a:lnTo>
                  <a:lnTo>
                    <a:pt x="797269" y="793308"/>
                  </a:lnTo>
                  <a:lnTo>
                    <a:pt x="798341" y="792021"/>
                  </a:lnTo>
                  <a:lnTo>
                    <a:pt x="799412" y="790734"/>
                  </a:lnTo>
                  <a:lnTo>
                    <a:pt x="800484" y="789447"/>
                  </a:lnTo>
                  <a:lnTo>
                    <a:pt x="801555" y="788161"/>
                  </a:lnTo>
                  <a:lnTo>
                    <a:pt x="802627" y="786875"/>
                  </a:lnTo>
                  <a:lnTo>
                    <a:pt x="803699" y="785590"/>
                  </a:lnTo>
                  <a:lnTo>
                    <a:pt x="804770" y="784305"/>
                  </a:lnTo>
                  <a:lnTo>
                    <a:pt x="805842" y="783020"/>
                  </a:lnTo>
                  <a:lnTo>
                    <a:pt x="806913" y="781736"/>
                  </a:lnTo>
                  <a:lnTo>
                    <a:pt x="807985" y="780452"/>
                  </a:lnTo>
                  <a:lnTo>
                    <a:pt x="809057" y="779168"/>
                  </a:lnTo>
                  <a:lnTo>
                    <a:pt x="810128" y="777885"/>
                  </a:lnTo>
                  <a:lnTo>
                    <a:pt x="811200" y="776602"/>
                  </a:lnTo>
                  <a:lnTo>
                    <a:pt x="812271" y="775320"/>
                  </a:lnTo>
                  <a:lnTo>
                    <a:pt x="813343" y="774038"/>
                  </a:lnTo>
                  <a:lnTo>
                    <a:pt x="814415" y="772757"/>
                  </a:lnTo>
                  <a:lnTo>
                    <a:pt x="815486" y="771476"/>
                  </a:lnTo>
                  <a:lnTo>
                    <a:pt x="816558" y="770195"/>
                  </a:lnTo>
                  <a:lnTo>
                    <a:pt x="817629" y="768915"/>
                  </a:lnTo>
                  <a:lnTo>
                    <a:pt x="818701" y="767636"/>
                  </a:lnTo>
                  <a:lnTo>
                    <a:pt x="819773" y="766357"/>
                  </a:lnTo>
                  <a:lnTo>
                    <a:pt x="820844" y="765078"/>
                  </a:lnTo>
                  <a:lnTo>
                    <a:pt x="821916" y="763800"/>
                  </a:lnTo>
                  <a:lnTo>
                    <a:pt x="822987" y="762523"/>
                  </a:lnTo>
                  <a:lnTo>
                    <a:pt x="824059" y="761246"/>
                  </a:lnTo>
                  <a:lnTo>
                    <a:pt x="825131" y="759970"/>
                  </a:lnTo>
                  <a:lnTo>
                    <a:pt x="826202" y="758694"/>
                  </a:lnTo>
                  <a:lnTo>
                    <a:pt x="827274" y="757419"/>
                  </a:lnTo>
                  <a:lnTo>
                    <a:pt x="828345" y="756144"/>
                  </a:lnTo>
                  <a:lnTo>
                    <a:pt x="829417" y="754870"/>
                  </a:lnTo>
                  <a:lnTo>
                    <a:pt x="830489" y="753597"/>
                  </a:lnTo>
                  <a:lnTo>
                    <a:pt x="831560" y="752324"/>
                  </a:lnTo>
                  <a:lnTo>
                    <a:pt x="832632" y="751052"/>
                  </a:lnTo>
                  <a:lnTo>
                    <a:pt x="833703" y="749781"/>
                  </a:lnTo>
                  <a:lnTo>
                    <a:pt x="834775" y="748510"/>
                  </a:lnTo>
                  <a:lnTo>
                    <a:pt x="835847" y="747240"/>
                  </a:lnTo>
                  <a:lnTo>
                    <a:pt x="836918" y="745971"/>
                  </a:lnTo>
                  <a:lnTo>
                    <a:pt x="837990" y="744702"/>
                  </a:lnTo>
                  <a:lnTo>
                    <a:pt x="839061" y="743434"/>
                  </a:lnTo>
                  <a:lnTo>
                    <a:pt x="840133" y="742167"/>
                  </a:lnTo>
                  <a:lnTo>
                    <a:pt x="841205" y="740901"/>
                  </a:lnTo>
                  <a:lnTo>
                    <a:pt x="842276" y="739635"/>
                  </a:lnTo>
                  <a:lnTo>
                    <a:pt x="843348" y="738370"/>
                  </a:lnTo>
                  <a:lnTo>
                    <a:pt x="844419" y="737106"/>
                  </a:lnTo>
                  <a:lnTo>
                    <a:pt x="845491" y="735842"/>
                  </a:lnTo>
                  <a:lnTo>
                    <a:pt x="846563" y="734580"/>
                  </a:lnTo>
                  <a:lnTo>
                    <a:pt x="847634" y="733318"/>
                  </a:lnTo>
                  <a:lnTo>
                    <a:pt x="848706" y="732057"/>
                  </a:lnTo>
                  <a:lnTo>
                    <a:pt x="849777" y="730797"/>
                  </a:lnTo>
                  <a:lnTo>
                    <a:pt x="850849" y="729538"/>
                  </a:lnTo>
                  <a:lnTo>
                    <a:pt x="851921" y="728279"/>
                  </a:lnTo>
                  <a:lnTo>
                    <a:pt x="852992" y="727022"/>
                  </a:lnTo>
                  <a:lnTo>
                    <a:pt x="854064" y="725765"/>
                  </a:lnTo>
                  <a:lnTo>
                    <a:pt x="855135" y="724510"/>
                  </a:lnTo>
                  <a:lnTo>
                    <a:pt x="856207" y="723255"/>
                  </a:lnTo>
                  <a:lnTo>
                    <a:pt x="857279" y="722001"/>
                  </a:lnTo>
                  <a:lnTo>
                    <a:pt x="858350" y="720748"/>
                  </a:lnTo>
                  <a:lnTo>
                    <a:pt x="859422" y="719496"/>
                  </a:lnTo>
                  <a:lnTo>
                    <a:pt x="860493" y="718245"/>
                  </a:lnTo>
                  <a:lnTo>
                    <a:pt x="861565" y="716994"/>
                  </a:lnTo>
                  <a:lnTo>
                    <a:pt x="862637" y="715745"/>
                  </a:lnTo>
                  <a:lnTo>
                    <a:pt x="863708" y="714497"/>
                  </a:lnTo>
                  <a:lnTo>
                    <a:pt x="864780" y="713250"/>
                  </a:lnTo>
                  <a:lnTo>
                    <a:pt x="865851" y="712004"/>
                  </a:lnTo>
                  <a:lnTo>
                    <a:pt x="866923" y="710759"/>
                  </a:lnTo>
                  <a:lnTo>
                    <a:pt x="867995" y="709515"/>
                  </a:lnTo>
                  <a:lnTo>
                    <a:pt x="869066" y="708272"/>
                  </a:lnTo>
                  <a:lnTo>
                    <a:pt x="870138" y="707030"/>
                  </a:lnTo>
                  <a:lnTo>
                    <a:pt x="871209" y="705789"/>
                  </a:lnTo>
                  <a:lnTo>
                    <a:pt x="872281" y="704549"/>
                  </a:lnTo>
                  <a:lnTo>
                    <a:pt x="873353" y="703311"/>
                  </a:lnTo>
                  <a:lnTo>
                    <a:pt x="874424" y="702073"/>
                  </a:lnTo>
                  <a:lnTo>
                    <a:pt x="875496" y="700837"/>
                  </a:lnTo>
                  <a:lnTo>
                    <a:pt x="876567" y="699601"/>
                  </a:lnTo>
                  <a:lnTo>
                    <a:pt x="877639" y="698367"/>
                  </a:lnTo>
                  <a:lnTo>
                    <a:pt x="878711" y="697134"/>
                  </a:lnTo>
                  <a:lnTo>
                    <a:pt x="879782" y="695903"/>
                  </a:lnTo>
                  <a:lnTo>
                    <a:pt x="880854" y="694672"/>
                  </a:lnTo>
                  <a:lnTo>
                    <a:pt x="881925" y="693443"/>
                  </a:lnTo>
                  <a:lnTo>
                    <a:pt x="882997" y="692214"/>
                  </a:lnTo>
                  <a:lnTo>
                    <a:pt x="884069" y="690988"/>
                  </a:lnTo>
                  <a:lnTo>
                    <a:pt x="885140" y="689762"/>
                  </a:lnTo>
                  <a:lnTo>
                    <a:pt x="886212" y="688538"/>
                  </a:lnTo>
                  <a:lnTo>
                    <a:pt x="887283" y="687314"/>
                  </a:lnTo>
                  <a:lnTo>
                    <a:pt x="888355" y="686093"/>
                  </a:lnTo>
                  <a:lnTo>
                    <a:pt x="889426" y="684872"/>
                  </a:lnTo>
                  <a:lnTo>
                    <a:pt x="890498" y="683653"/>
                  </a:lnTo>
                  <a:lnTo>
                    <a:pt x="891570" y="682435"/>
                  </a:lnTo>
                  <a:lnTo>
                    <a:pt x="892641" y="681218"/>
                  </a:lnTo>
                  <a:lnTo>
                    <a:pt x="893713" y="680003"/>
                  </a:lnTo>
                  <a:lnTo>
                    <a:pt x="894784" y="678789"/>
                  </a:lnTo>
                  <a:lnTo>
                    <a:pt x="895856" y="677577"/>
                  </a:lnTo>
                  <a:lnTo>
                    <a:pt x="896928" y="676366"/>
                  </a:lnTo>
                  <a:lnTo>
                    <a:pt x="897999" y="675156"/>
                  </a:lnTo>
                  <a:lnTo>
                    <a:pt x="899071" y="673948"/>
                  </a:lnTo>
                  <a:lnTo>
                    <a:pt x="900142" y="672741"/>
                  </a:lnTo>
                  <a:lnTo>
                    <a:pt x="901214" y="671536"/>
                  </a:lnTo>
                  <a:lnTo>
                    <a:pt x="902286" y="670332"/>
                  </a:lnTo>
                  <a:lnTo>
                    <a:pt x="903357" y="669129"/>
                  </a:lnTo>
                  <a:lnTo>
                    <a:pt x="904429" y="667928"/>
                  </a:lnTo>
                  <a:lnTo>
                    <a:pt x="905500" y="666729"/>
                  </a:lnTo>
                  <a:lnTo>
                    <a:pt x="906572" y="665531"/>
                  </a:lnTo>
                  <a:lnTo>
                    <a:pt x="907644" y="664334"/>
                  </a:lnTo>
                  <a:lnTo>
                    <a:pt x="908715" y="663140"/>
                  </a:lnTo>
                  <a:lnTo>
                    <a:pt x="909787" y="661946"/>
                  </a:lnTo>
                  <a:lnTo>
                    <a:pt x="910858" y="660754"/>
                  </a:lnTo>
                  <a:lnTo>
                    <a:pt x="911930" y="659564"/>
                  </a:lnTo>
                  <a:lnTo>
                    <a:pt x="913002" y="658376"/>
                  </a:lnTo>
                  <a:lnTo>
                    <a:pt x="914073" y="657189"/>
                  </a:lnTo>
                  <a:lnTo>
                    <a:pt x="915145" y="656003"/>
                  </a:lnTo>
                  <a:lnTo>
                    <a:pt x="916216" y="654819"/>
                  </a:lnTo>
                  <a:lnTo>
                    <a:pt x="917288" y="653637"/>
                  </a:lnTo>
                  <a:lnTo>
                    <a:pt x="918360" y="652457"/>
                  </a:lnTo>
                  <a:lnTo>
                    <a:pt x="919431" y="651278"/>
                  </a:lnTo>
                  <a:lnTo>
                    <a:pt x="920503" y="650101"/>
                  </a:lnTo>
                  <a:lnTo>
                    <a:pt x="921574" y="648925"/>
                  </a:lnTo>
                  <a:lnTo>
                    <a:pt x="922646" y="647752"/>
                  </a:lnTo>
                  <a:lnTo>
                    <a:pt x="923718" y="646580"/>
                  </a:lnTo>
                  <a:lnTo>
                    <a:pt x="924789" y="645410"/>
                  </a:lnTo>
                  <a:lnTo>
                    <a:pt x="925861" y="644241"/>
                  </a:lnTo>
                  <a:lnTo>
                    <a:pt x="926932" y="643074"/>
                  </a:lnTo>
                  <a:lnTo>
                    <a:pt x="928004" y="641909"/>
                  </a:lnTo>
                  <a:lnTo>
                    <a:pt x="929076" y="640746"/>
                  </a:lnTo>
                  <a:lnTo>
                    <a:pt x="930147" y="639585"/>
                  </a:lnTo>
                  <a:lnTo>
                    <a:pt x="931219" y="638425"/>
                  </a:lnTo>
                  <a:lnTo>
                    <a:pt x="932290" y="637268"/>
                  </a:lnTo>
                  <a:lnTo>
                    <a:pt x="933362" y="636112"/>
                  </a:lnTo>
                  <a:lnTo>
                    <a:pt x="934434" y="634958"/>
                  </a:lnTo>
                  <a:lnTo>
                    <a:pt x="935505" y="633806"/>
                  </a:lnTo>
                  <a:lnTo>
                    <a:pt x="936577" y="632656"/>
                  </a:lnTo>
                  <a:lnTo>
                    <a:pt x="937648" y="631508"/>
                  </a:lnTo>
                  <a:lnTo>
                    <a:pt x="938720" y="630361"/>
                  </a:lnTo>
                  <a:lnTo>
                    <a:pt x="939792" y="629217"/>
                  </a:lnTo>
                  <a:lnTo>
                    <a:pt x="940863" y="628074"/>
                  </a:lnTo>
                  <a:lnTo>
                    <a:pt x="941935" y="626934"/>
                  </a:lnTo>
                  <a:lnTo>
                    <a:pt x="943006" y="625795"/>
                  </a:lnTo>
                  <a:lnTo>
                    <a:pt x="944078" y="624659"/>
                  </a:lnTo>
                  <a:lnTo>
                    <a:pt x="945150" y="623524"/>
                  </a:lnTo>
                  <a:lnTo>
                    <a:pt x="946221" y="622392"/>
                  </a:lnTo>
                  <a:lnTo>
                    <a:pt x="947293" y="621261"/>
                  </a:lnTo>
                  <a:lnTo>
                    <a:pt x="948364" y="620133"/>
                  </a:lnTo>
                  <a:lnTo>
                    <a:pt x="949436" y="619007"/>
                  </a:lnTo>
                  <a:lnTo>
                    <a:pt x="950508" y="617882"/>
                  </a:lnTo>
                  <a:lnTo>
                    <a:pt x="951579" y="616760"/>
                  </a:lnTo>
                  <a:lnTo>
                    <a:pt x="952651" y="615640"/>
                  </a:lnTo>
                  <a:lnTo>
                    <a:pt x="953722" y="614522"/>
                  </a:lnTo>
                  <a:lnTo>
                    <a:pt x="954794" y="613406"/>
                  </a:lnTo>
                  <a:lnTo>
                    <a:pt x="955866" y="612292"/>
                  </a:lnTo>
                  <a:lnTo>
                    <a:pt x="956937" y="611181"/>
                  </a:lnTo>
                  <a:lnTo>
                    <a:pt x="958009" y="610072"/>
                  </a:lnTo>
                  <a:lnTo>
                    <a:pt x="959080" y="608964"/>
                  </a:lnTo>
                  <a:lnTo>
                    <a:pt x="960152" y="607859"/>
                  </a:lnTo>
                  <a:lnTo>
                    <a:pt x="961224" y="606757"/>
                  </a:lnTo>
                  <a:lnTo>
                    <a:pt x="962295" y="605656"/>
                  </a:lnTo>
                  <a:lnTo>
                    <a:pt x="963367" y="604558"/>
                  </a:lnTo>
                  <a:lnTo>
                    <a:pt x="964438" y="603462"/>
                  </a:lnTo>
                  <a:lnTo>
                    <a:pt x="965510" y="602368"/>
                  </a:lnTo>
                  <a:lnTo>
                    <a:pt x="966582" y="601277"/>
                  </a:lnTo>
                  <a:lnTo>
                    <a:pt x="967653" y="600188"/>
                  </a:lnTo>
                  <a:lnTo>
                    <a:pt x="968725" y="599101"/>
                  </a:lnTo>
                  <a:lnTo>
                    <a:pt x="969796" y="598016"/>
                  </a:lnTo>
                  <a:lnTo>
                    <a:pt x="970868" y="596934"/>
                  </a:lnTo>
                  <a:lnTo>
                    <a:pt x="971940" y="595854"/>
                  </a:lnTo>
                  <a:lnTo>
                    <a:pt x="973011" y="594777"/>
                  </a:lnTo>
                  <a:lnTo>
                    <a:pt x="974083" y="593702"/>
                  </a:lnTo>
                  <a:lnTo>
                    <a:pt x="975154" y="592629"/>
                  </a:lnTo>
                  <a:lnTo>
                    <a:pt x="976226" y="591559"/>
                  </a:lnTo>
                  <a:lnTo>
                    <a:pt x="977298" y="590491"/>
                  </a:lnTo>
                  <a:lnTo>
                    <a:pt x="978369" y="589426"/>
                  </a:lnTo>
                  <a:lnTo>
                    <a:pt x="979441" y="588363"/>
                  </a:lnTo>
                  <a:lnTo>
                    <a:pt x="980512" y="587303"/>
                  </a:lnTo>
                  <a:lnTo>
                    <a:pt x="981584" y="586245"/>
                  </a:lnTo>
                  <a:lnTo>
                    <a:pt x="982656" y="585190"/>
                  </a:lnTo>
                  <a:lnTo>
                    <a:pt x="983727" y="584137"/>
                  </a:lnTo>
                  <a:lnTo>
                    <a:pt x="984799" y="583086"/>
                  </a:lnTo>
                  <a:lnTo>
                    <a:pt x="985870" y="582039"/>
                  </a:lnTo>
                  <a:lnTo>
                    <a:pt x="986942" y="580993"/>
                  </a:lnTo>
                  <a:lnTo>
                    <a:pt x="988014" y="579951"/>
                  </a:lnTo>
                  <a:lnTo>
                    <a:pt x="989085" y="578911"/>
                  </a:lnTo>
                  <a:lnTo>
                    <a:pt x="990157" y="577873"/>
                  </a:lnTo>
                  <a:lnTo>
                    <a:pt x="991228" y="576839"/>
                  </a:lnTo>
                  <a:lnTo>
                    <a:pt x="992300" y="575806"/>
                  </a:lnTo>
                  <a:lnTo>
                    <a:pt x="993372" y="574777"/>
                  </a:lnTo>
                  <a:lnTo>
                    <a:pt x="994443" y="573750"/>
                  </a:lnTo>
                  <a:lnTo>
                    <a:pt x="995515" y="572726"/>
                  </a:lnTo>
                  <a:lnTo>
                    <a:pt x="996586" y="571704"/>
                  </a:lnTo>
                  <a:lnTo>
                    <a:pt x="997658" y="570686"/>
                  </a:lnTo>
                  <a:lnTo>
                    <a:pt x="998730" y="569670"/>
                  </a:lnTo>
                  <a:lnTo>
                    <a:pt x="999801" y="568656"/>
                  </a:lnTo>
                  <a:lnTo>
                    <a:pt x="1000873" y="567646"/>
                  </a:lnTo>
                  <a:lnTo>
                    <a:pt x="1001944" y="566638"/>
                  </a:lnTo>
                  <a:lnTo>
                    <a:pt x="1003016" y="565633"/>
                  </a:lnTo>
                  <a:lnTo>
                    <a:pt x="1004088" y="564631"/>
                  </a:lnTo>
                  <a:lnTo>
                    <a:pt x="1005159" y="563631"/>
                  </a:lnTo>
                  <a:lnTo>
                    <a:pt x="1006231" y="562635"/>
                  </a:lnTo>
                  <a:lnTo>
                    <a:pt x="1007302" y="561641"/>
                  </a:lnTo>
                  <a:lnTo>
                    <a:pt x="1008374" y="560650"/>
                  </a:lnTo>
                  <a:lnTo>
                    <a:pt x="1009446" y="559662"/>
                  </a:lnTo>
                  <a:lnTo>
                    <a:pt x="1010517" y="558677"/>
                  </a:lnTo>
                  <a:lnTo>
                    <a:pt x="1011589" y="557695"/>
                  </a:lnTo>
                  <a:lnTo>
                    <a:pt x="1012660" y="556716"/>
                  </a:lnTo>
                  <a:lnTo>
                    <a:pt x="1013732" y="555739"/>
                  </a:lnTo>
                  <a:lnTo>
                    <a:pt x="1014804" y="554766"/>
                  </a:lnTo>
                  <a:lnTo>
                    <a:pt x="1015875" y="553795"/>
                  </a:lnTo>
                  <a:lnTo>
                    <a:pt x="1016947" y="552828"/>
                  </a:lnTo>
                  <a:lnTo>
                    <a:pt x="1018018" y="551863"/>
                  </a:lnTo>
                  <a:lnTo>
                    <a:pt x="1019090" y="550902"/>
                  </a:lnTo>
                  <a:lnTo>
                    <a:pt x="1020162" y="549943"/>
                  </a:lnTo>
                  <a:lnTo>
                    <a:pt x="1021233" y="548988"/>
                  </a:lnTo>
                  <a:lnTo>
                    <a:pt x="1022305" y="548035"/>
                  </a:lnTo>
                  <a:lnTo>
                    <a:pt x="1023376" y="547086"/>
                  </a:lnTo>
                  <a:lnTo>
                    <a:pt x="1024448" y="546140"/>
                  </a:lnTo>
                  <a:lnTo>
                    <a:pt x="1025520" y="545196"/>
                  </a:lnTo>
                  <a:lnTo>
                    <a:pt x="1026591" y="544256"/>
                  </a:lnTo>
                  <a:lnTo>
                    <a:pt x="1027663" y="543319"/>
                  </a:lnTo>
                  <a:lnTo>
                    <a:pt x="1028734" y="542386"/>
                  </a:lnTo>
                  <a:lnTo>
                    <a:pt x="1029806" y="541455"/>
                  </a:lnTo>
                  <a:lnTo>
                    <a:pt x="1030878" y="540527"/>
                  </a:lnTo>
                  <a:lnTo>
                    <a:pt x="1031949" y="539603"/>
                  </a:lnTo>
                  <a:lnTo>
                    <a:pt x="1033021" y="538682"/>
                  </a:lnTo>
                  <a:lnTo>
                    <a:pt x="1034092" y="537764"/>
                  </a:lnTo>
                  <a:lnTo>
                    <a:pt x="1035164" y="536849"/>
                  </a:lnTo>
                  <a:lnTo>
                    <a:pt x="1036236" y="535938"/>
                  </a:lnTo>
                  <a:lnTo>
                    <a:pt x="1037307" y="535029"/>
                  </a:lnTo>
                  <a:lnTo>
                    <a:pt x="1038379" y="534124"/>
                  </a:lnTo>
                  <a:lnTo>
                    <a:pt x="1039450" y="533223"/>
                  </a:lnTo>
                  <a:lnTo>
                    <a:pt x="1040522" y="532324"/>
                  </a:lnTo>
                  <a:lnTo>
                    <a:pt x="1041594" y="531429"/>
                  </a:lnTo>
                  <a:lnTo>
                    <a:pt x="1042665" y="530537"/>
                  </a:lnTo>
                  <a:lnTo>
                    <a:pt x="1043737" y="529649"/>
                  </a:lnTo>
                  <a:lnTo>
                    <a:pt x="1044808" y="528764"/>
                  </a:lnTo>
                  <a:lnTo>
                    <a:pt x="1045880" y="527882"/>
                  </a:lnTo>
                  <a:lnTo>
                    <a:pt x="1046952" y="527004"/>
                  </a:lnTo>
                  <a:lnTo>
                    <a:pt x="1048023" y="526129"/>
                  </a:lnTo>
                  <a:lnTo>
                    <a:pt x="1049095" y="525257"/>
                  </a:lnTo>
                  <a:lnTo>
                    <a:pt x="1050166" y="524389"/>
                  </a:lnTo>
                  <a:lnTo>
                    <a:pt x="1051238" y="523524"/>
                  </a:lnTo>
                  <a:lnTo>
                    <a:pt x="1052310" y="522663"/>
                  </a:lnTo>
                  <a:lnTo>
                    <a:pt x="1053381" y="521805"/>
                  </a:lnTo>
                  <a:lnTo>
                    <a:pt x="1054453" y="520951"/>
                  </a:lnTo>
                  <a:lnTo>
                    <a:pt x="1055524" y="520100"/>
                  </a:lnTo>
                  <a:lnTo>
                    <a:pt x="1056596" y="519253"/>
                  </a:lnTo>
                  <a:lnTo>
                    <a:pt x="1057668" y="518409"/>
                  </a:lnTo>
                  <a:lnTo>
                    <a:pt x="1058739" y="517569"/>
                  </a:lnTo>
                  <a:lnTo>
                    <a:pt x="1059811" y="516733"/>
                  </a:lnTo>
                  <a:lnTo>
                    <a:pt x="1060882" y="515899"/>
                  </a:lnTo>
                  <a:lnTo>
                    <a:pt x="1061954" y="515070"/>
                  </a:lnTo>
                  <a:lnTo>
                    <a:pt x="1063026" y="514244"/>
                  </a:lnTo>
                  <a:lnTo>
                    <a:pt x="1064097" y="513422"/>
                  </a:lnTo>
                  <a:lnTo>
                    <a:pt x="1065169" y="512603"/>
                  </a:lnTo>
                  <a:lnTo>
                    <a:pt x="1066240" y="511788"/>
                  </a:lnTo>
                  <a:lnTo>
                    <a:pt x="1067312" y="510977"/>
                  </a:lnTo>
                  <a:lnTo>
                    <a:pt x="1068383" y="510169"/>
                  </a:lnTo>
                  <a:lnTo>
                    <a:pt x="1069455" y="509365"/>
                  </a:lnTo>
                  <a:lnTo>
                    <a:pt x="1070527" y="508565"/>
                  </a:lnTo>
                  <a:lnTo>
                    <a:pt x="1071598" y="507768"/>
                  </a:lnTo>
                  <a:lnTo>
                    <a:pt x="1072670" y="506975"/>
                  </a:lnTo>
                  <a:lnTo>
                    <a:pt x="1073741" y="506186"/>
                  </a:lnTo>
                  <a:lnTo>
                    <a:pt x="1074813" y="505401"/>
                  </a:lnTo>
                  <a:lnTo>
                    <a:pt x="1075885" y="504619"/>
                  </a:lnTo>
                  <a:lnTo>
                    <a:pt x="1076956" y="503841"/>
                  </a:lnTo>
                  <a:lnTo>
                    <a:pt x="1078028" y="503067"/>
                  </a:lnTo>
                  <a:lnTo>
                    <a:pt x="1079099" y="502297"/>
                  </a:lnTo>
                  <a:lnTo>
                    <a:pt x="1080171" y="501531"/>
                  </a:lnTo>
                  <a:lnTo>
                    <a:pt x="1081243" y="500768"/>
                  </a:lnTo>
                  <a:lnTo>
                    <a:pt x="1082314" y="500009"/>
                  </a:lnTo>
                  <a:lnTo>
                    <a:pt x="1083386" y="499254"/>
                  </a:lnTo>
                  <a:lnTo>
                    <a:pt x="1084457" y="498503"/>
                  </a:lnTo>
                  <a:lnTo>
                    <a:pt x="1085529" y="497756"/>
                  </a:lnTo>
                  <a:lnTo>
                    <a:pt x="1086601" y="497013"/>
                  </a:lnTo>
                  <a:lnTo>
                    <a:pt x="1087672" y="496274"/>
                  </a:lnTo>
                  <a:lnTo>
                    <a:pt x="1088744" y="495539"/>
                  </a:lnTo>
                  <a:lnTo>
                    <a:pt x="1089815" y="494807"/>
                  </a:lnTo>
                  <a:lnTo>
                    <a:pt x="1090887" y="494080"/>
                  </a:lnTo>
                  <a:lnTo>
                    <a:pt x="1091959" y="493357"/>
                  </a:lnTo>
                  <a:lnTo>
                    <a:pt x="1093030" y="492637"/>
                  </a:lnTo>
                  <a:lnTo>
                    <a:pt x="1094102" y="491922"/>
                  </a:lnTo>
                  <a:lnTo>
                    <a:pt x="1095173" y="491210"/>
                  </a:lnTo>
                  <a:lnTo>
                    <a:pt x="1096245" y="490503"/>
                  </a:lnTo>
                  <a:lnTo>
                    <a:pt x="1097317" y="489800"/>
                  </a:lnTo>
                  <a:lnTo>
                    <a:pt x="1098388" y="489101"/>
                  </a:lnTo>
                  <a:lnTo>
                    <a:pt x="1099460" y="488405"/>
                  </a:lnTo>
                  <a:lnTo>
                    <a:pt x="1100531" y="487714"/>
                  </a:lnTo>
                  <a:lnTo>
                    <a:pt x="1101603" y="487027"/>
                  </a:lnTo>
                  <a:lnTo>
                    <a:pt x="1102675" y="486344"/>
                  </a:lnTo>
                  <a:lnTo>
                    <a:pt x="1103746" y="485666"/>
                  </a:lnTo>
                  <a:lnTo>
                    <a:pt x="1104818" y="484991"/>
                  </a:lnTo>
                  <a:lnTo>
                    <a:pt x="1105889" y="484321"/>
                  </a:lnTo>
                  <a:lnTo>
                    <a:pt x="1106961" y="483655"/>
                  </a:lnTo>
                  <a:lnTo>
                    <a:pt x="1108033" y="482992"/>
                  </a:lnTo>
                  <a:lnTo>
                    <a:pt x="1109104" y="482335"/>
                  </a:lnTo>
                  <a:lnTo>
                    <a:pt x="1110176" y="481681"/>
                  </a:lnTo>
                  <a:lnTo>
                    <a:pt x="1111247" y="481032"/>
                  </a:lnTo>
                  <a:lnTo>
                    <a:pt x="1112319" y="480386"/>
                  </a:lnTo>
                  <a:lnTo>
                    <a:pt x="1113391" y="479745"/>
                  </a:lnTo>
                  <a:lnTo>
                    <a:pt x="1114462" y="479109"/>
                  </a:lnTo>
                  <a:lnTo>
                    <a:pt x="1115534" y="478476"/>
                  </a:lnTo>
                  <a:lnTo>
                    <a:pt x="1116605" y="477848"/>
                  </a:lnTo>
                  <a:lnTo>
                    <a:pt x="1117677" y="477225"/>
                  </a:lnTo>
                  <a:lnTo>
                    <a:pt x="1118749" y="476605"/>
                  </a:lnTo>
                  <a:lnTo>
                    <a:pt x="1119820" y="475990"/>
                  </a:lnTo>
                  <a:lnTo>
                    <a:pt x="1120892" y="475379"/>
                  </a:lnTo>
                  <a:lnTo>
                    <a:pt x="1121963" y="474773"/>
                  </a:lnTo>
                  <a:lnTo>
                    <a:pt x="1123035" y="474171"/>
                  </a:lnTo>
                  <a:lnTo>
                    <a:pt x="1124107" y="473573"/>
                  </a:lnTo>
                  <a:lnTo>
                    <a:pt x="1125178" y="472980"/>
                  </a:lnTo>
                  <a:lnTo>
                    <a:pt x="1126250" y="472391"/>
                  </a:lnTo>
                  <a:lnTo>
                    <a:pt x="1127321" y="471807"/>
                  </a:lnTo>
                  <a:lnTo>
                    <a:pt x="1128393" y="471227"/>
                  </a:lnTo>
                  <a:lnTo>
                    <a:pt x="1129465" y="470651"/>
                  </a:lnTo>
                  <a:lnTo>
                    <a:pt x="1130536" y="470080"/>
                  </a:lnTo>
                  <a:lnTo>
                    <a:pt x="1131608" y="469513"/>
                  </a:lnTo>
                  <a:lnTo>
                    <a:pt x="1132679" y="468951"/>
                  </a:lnTo>
                  <a:lnTo>
                    <a:pt x="1133751" y="468394"/>
                  </a:lnTo>
                  <a:lnTo>
                    <a:pt x="1134823" y="467841"/>
                  </a:lnTo>
                  <a:lnTo>
                    <a:pt x="1135894" y="467292"/>
                  </a:lnTo>
                  <a:lnTo>
                    <a:pt x="1136966" y="466748"/>
                  </a:lnTo>
                  <a:lnTo>
                    <a:pt x="1138037" y="466209"/>
                  </a:lnTo>
                  <a:lnTo>
                    <a:pt x="1139109" y="465674"/>
                  </a:lnTo>
                  <a:lnTo>
                    <a:pt x="1140181" y="465143"/>
                  </a:lnTo>
                  <a:lnTo>
                    <a:pt x="1141252" y="464618"/>
                  </a:lnTo>
                  <a:lnTo>
                    <a:pt x="1142324" y="464096"/>
                  </a:lnTo>
                  <a:lnTo>
                    <a:pt x="1143395" y="463580"/>
                  </a:lnTo>
                  <a:lnTo>
                    <a:pt x="1144467" y="463068"/>
                  </a:lnTo>
                  <a:lnTo>
                    <a:pt x="1145539" y="462561"/>
                  </a:lnTo>
                  <a:lnTo>
                    <a:pt x="1146610" y="462058"/>
                  </a:lnTo>
                  <a:lnTo>
                    <a:pt x="1147682" y="461560"/>
                  </a:lnTo>
                  <a:lnTo>
                    <a:pt x="1148753" y="461067"/>
                  </a:lnTo>
                  <a:lnTo>
                    <a:pt x="1149825" y="460578"/>
                  </a:lnTo>
                  <a:lnTo>
                    <a:pt x="1150897" y="460094"/>
                  </a:lnTo>
                  <a:lnTo>
                    <a:pt x="1151968" y="459615"/>
                  </a:lnTo>
                  <a:lnTo>
                    <a:pt x="1153040" y="459140"/>
                  </a:lnTo>
                  <a:lnTo>
                    <a:pt x="1154111" y="458669"/>
                  </a:lnTo>
                  <a:lnTo>
                    <a:pt x="1155183" y="458204"/>
                  </a:lnTo>
                  <a:lnTo>
                    <a:pt x="1156255" y="457742"/>
                  </a:lnTo>
                  <a:lnTo>
                    <a:pt x="1157326" y="457286"/>
                  </a:lnTo>
                  <a:lnTo>
                    <a:pt x="1158398" y="456833"/>
                  </a:lnTo>
                  <a:lnTo>
                    <a:pt x="1159469" y="456386"/>
                  </a:lnTo>
                  <a:lnTo>
                    <a:pt x="1160541" y="455943"/>
                  </a:lnTo>
                  <a:lnTo>
                    <a:pt x="1161613" y="455504"/>
                  </a:lnTo>
                  <a:lnTo>
                    <a:pt x="1162684" y="455070"/>
                  </a:lnTo>
                  <a:lnTo>
                    <a:pt x="1163756" y="454640"/>
                  </a:lnTo>
                  <a:lnTo>
                    <a:pt x="1164827" y="454214"/>
                  </a:lnTo>
                  <a:lnTo>
                    <a:pt x="1165899" y="453794"/>
                  </a:lnTo>
                  <a:lnTo>
                    <a:pt x="1166971" y="453377"/>
                  </a:lnTo>
                  <a:lnTo>
                    <a:pt x="1168042" y="452965"/>
                  </a:lnTo>
                  <a:lnTo>
                    <a:pt x="1169114" y="452557"/>
                  </a:lnTo>
                  <a:lnTo>
                    <a:pt x="1170185" y="452154"/>
                  </a:lnTo>
                  <a:lnTo>
                    <a:pt x="1171257" y="451755"/>
                  </a:lnTo>
                  <a:lnTo>
                    <a:pt x="1172329" y="451360"/>
                  </a:lnTo>
                  <a:lnTo>
                    <a:pt x="1173400" y="450970"/>
                  </a:lnTo>
                  <a:lnTo>
                    <a:pt x="1174472" y="450584"/>
                  </a:lnTo>
                  <a:lnTo>
                    <a:pt x="1175543" y="450203"/>
                  </a:lnTo>
                  <a:lnTo>
                    <a:pt x="1176615" y="449825"/>
                  </a:lnTo>
                  <a:lnTo>
                    <a:pt x="1177687" y="449452"/>
                  </a:lnTo>
                  <a:lnTo>
                    <a:pt x="1178758" y="449084"/>
                  </a:lnTo>
                  <a:lnTo>
                    <a:pt x="1179830" y="448719"/>
                  </a:lnTo>
                  <a:lnTo>
                    <a:pt x="1180901" y="448359"/>
                  </a:lnTo>
                  <a:lnTo>
                    <a:pt x="1181973" y="448003"/>
                  </a:lnTo>
                  <a:lnTo>
                    <a:pt x="1183045" y="447651"/>
                  </a:lnTo>
                  <a:lnTo>
                    <a:pt x="1184116" y="447303"/>
                  </a:lnTo>
                  <a:lnTo>
                    <a:pt x="1185188" y="446960"/>
                  </a:lnTo>
                  <a:lnTo>
                    <a:pt x="1186259" y="446621"/>
                  </a:lnTo>
                  <a:lnTo>
                    <a:pt x="1187331" y="446286"/>
                  </a:lnTo>
                  <a:lnTo>
                    <a:pt x="1188403" y="445955"/>
                  </a:lnTo>
                  <a:lnTo>
                    <a:pt x="1189474" y="445628"/>
                  </a:lnTo>
                  <a:lnTo>
                    <a:pt x="1190546" y="445305"/>
                  </a:lnTo>
                  <a:lnTo>
                    <a:pt x="1191617" y="444987"/>
                  </a:lnTo>
                  <a:lnTo>
                    <a:pt x="1192689" y="444672"/>
                  </a:lnTo>
                  <a:lnTo>
                    <a:pt x="1193761" y="444362"/>
                  </a:lnTo>
                  <a:lnTo>
                    <a:pt x="1194832" y="444056"/>
                  </a:lnTo>
                  <a:lnTo>
                    <a:pt x="1195904" y="443753"/>
                  </a:lnTo>
                  <a:lnTo>
                    <a:pt x="1196975" y="443455"/>
                  </a:lnTo>
                  <a:lnTo>
                    <a:pt x="1198047" y="443161"/>
                  </a:lnTo>
                  <a:lnTo>
                    <a:pt x="1199119" y="442871"/>
                  </a:lnTo>
                  <a:lnTo>
                    <a:pt x="1200190" y="442585"/>
                  </a:lnTo>
                  <a:lnTo>
                    <a:pt x="1201262" y="442302"/>
                  </a:lnTo>
                  <a:lnTo>
                    <a:pt x="1202333" y="442024"/>
                  </a:lnTo>
                  <a:lnTo>
                    <a:pt x="1203405" y="441750"/>
                  </a:lnTo>
                  <a:lnTo>
                    <a:pt x="1204477" y="441479"/>
                  </a:lnTo>
                  <a:lnTo>
                    <a:pt x="1205548" y="441213"/>
                  </a:lnTo>
                  <a:lnTo>
                    <a:pt x="1206620" y="440950"/>
                  </a:lnTo>
                  <a:lnTo>
                    <a:pt x="1207691" y="440692"/>
                  </a:lnTo>
                  <a:lnTo>
                    <a:pt x="1208763" y="440437"/>
                  </a:lnTo>
                  <a:lnTo>
                    <a:pt x="1209835" y="440186"/>
                  </a:lnTo>
                  <a:lnTo>
                    <a:pt x="1210906" y="439939"/>
                  </a:lnTo>
                  <a:lnTo>
                    <a:pt x="1211978" y="439695"/>
                  </a:lnTo>
                  <a:lnTo>
                    <a:pt x="1213049" y="439456"/>
                  </a:lnTo>
                  <a:lnTo>
                    <a:pt x="1214121" y="439220"/>
                  </a:lnTo>
                  <a:lnTo>
                    <a:pt x="1215193" y="438988"/>
                  </a:lnTo>
                  <a:lnTo>
                    <a:pt x="1216264" y="438760"/>
                  </a:lnTo>
                  <a:lnTo>
                    <a:pt x="1217336" y="438536"/>
                  </a:lnTo>
                  <a:lnTo>
                    <a:pt x="1218407" y="438315"/>
                  </a:lnTo>
                  <a:lnTo>
                    <a:pt x="1219479" y="438098"/>
                  </a:lnTo>
                  <a:lnTo>
                    <a:pt x="1220551" y="437885"/>
                  </a:lnTo>
                  <a:lnTo>
                    <a:pt x="1221622" y="437676"/>
                  </a:lnTo>
                  <a:lnTo>
                    <a:pt x="1222694" y="437470"/>
                  </a:lnTo>
                  <a:lnTo>
                    <a:pt x="1223765" y="437268"/>
                  </a:lnTo>
                  <a:lnTo>
                    <a:pt x="1224837" y="437069"/>
                  </a:lnTo>
                  <a:lnTo>
                    <a:pt x="1225909" y="436874"/>
                  </a:lnTo>
                  <a:lnTo>
                    <a:pt x="1226980" y="436683"/>
                  </a:lnTo>
                  <a:lnTo>
                    <a:pt x="1228052" y="436495"/>
                  </a:lnTo>
                  <a:lnTo>
                    <a:pt x="1229123" y="436311"/>
                  </a:lnTo>
                  <a:lnTo>
                    <a:pt x="1230195" y="436130"/>
                  </a:lnTo>
                  <a:lnTo>
                    <a:pt x="1231267" y="435953"/>
                  </a:lnTo>
                  <a:lnTo>
                    <a:pt x="1232338" y="435780"/>
                  </a:lnTo>
                  <a:lnTo>
                    <a:pt x="1233410" y="435610"/>
                  </a:lnTo>
                  <a:lnTo>
                    <a:pt x="1234481" y="435443"/>
                  </a:lnTo>
                  <a:lnTo>
                    <a:pt x="1235553" y="435280"/>
                  </a:lnTo>
                  <a:lnTo>
                    <a:pt x="1236625" y="435121"/>
                  </a:lnTo>
                  <a:lnTo>
                    <a:pt x="1237696" y="434965"/>
                  </a:lnTo>
                  <a:lnTo>
                    <a:pt x="1238768" y="434812"/>
                  </a:lnTo>
                  <a:lnTo>
                    <a:pt x="1239839" y="434663"/>
                  </a:lnTo>
                  <a:lnTo>
                    <a:pt x="1240911" y="434517"/>
                  </a:lnTo>
                  <a:lnTo>
                    <a:pt x="1241983" y="434375"/>
                  </a:lnTo>
                  <a:lnTo>
                    <a:pt x="1243054" y="434235"/>
                  </a:lnTo>
                  <a:lnTo>
                    <a:pt x="1244126" y="434100"/>
                  </a:lnTo>
                  <a:lnTo>
                    <a:pt x="1245197" y="433967"/>
                  </a:lnTo>
                  <a:lnTo>
                    <a:pt x="1246269" y="433838"/>
                  </a:lnTo>
                  <a:lnTo>
                    <a:pt x="1247340" y="433713"/>
                  </a:lnTo>
                  <a:lnTo>
                    <a:pt x="1248412" y="433590"/>
                  </a:lnTo>
                  <a:lnTo>
                    <a:pt x="1249484" y="433471"/>
                  </a:lnTo>
                  <a:lnTo>
                    <a:pt x="1250555" y="433355"/>
                  </a:lnTo>
                  <a:lnTo>
                    <a:pt x="1251627" y="433242"/>
                  </a:lnTo>
                  <a:lnTo>
                    <a:pt x="1252698" y="433133"/>
                  </a:lnTo>
                  <a:lnTo>
                    <a:pt x="1253770" y="433027"/>
                  </a:lnTo>
                  <a:lnTo>
                    <a:pt x="1254842" y="432924"/>
                  </a:lnTo>
                  <a:lnTo>
                    <a:pt x="1255913" y="432824"/>
                  </a:lnTo>
                  <a:lnTo>
                    <a:pt x="1256985" y="432727"/>
                  </a:lnTo>
                  <a:lnTo>
                    <a:pt x="1258056" y="432633"/>
                  </a:lnTo>
                  <a:lnTo>
                    <a:pt x="1259128" y="432543"/>
                  </a:lnTo>
                  <a:lnTo>
                    <a:pt x="1260200" y="432456"/>
                  </a:lnTo>
                  <a:lnTo>
                    <a:pt x="1261271" y="432371"/>
                  </a:lnTo>
                  <a:lnTo>
                    <a:pt x="1262343" y="432290"/>
                  </a:lnTo>
                  <a:lnTo>
                    <a:pt x="1263414" y="432212"/>
                  </a:lnTo>
                  <a:lnTo>
                    <a:pt x="1264486" y="432137"/>
                  </a:lnTo>
                  <a:lnTo>
                    <a:pt x="1265558" y="432065"/>
                  </a:lnTo>
                  <a:lnTo>
                    <a:pt x="1266629" y="431996"/>
                  </a:lnTo>
                  <a:lnTo>
                    <a:pt x="1267701" y="431930"/>
                  </a:lnTo>
                  <a:lnTo>
                    <a:pt x="1268772" y="431866"/>
                  </a:lnTo>
                  <a:lnTo>
                    <a:pt x="1269844" y="431806"/>
                  </a:lnTo>
                  <a:lnTo>
                    <a:pt x="1270916" y="431749"/>
                  </a:lnTo>
                  <a:lnTo>
                    <a:pt x="1271987" y="431695"/>
                  </a:lnTo>
                  <a:lnTo>
                    <a:pt x="1273059" y="431643"/>
                  </a:lnTo>
                  <a:lnTo>
                    <a:pt x="1274130" y="431595"/>
                  </a:lnTo>
                  <a:lnTo>
                    <a:pt x="1275202" y="431549"/>
                  </a:lnTo>
                  <a:lnTo>
                    <a:pt x="1276274" y="431506"/>
                  </a:lnTo>
                  <a:lnTo>
                    <a:pt x="1277345" y="431466"/>
                  </a:lnTo>
                  <a:lnTo>
                    <a:pt x="1278417" y="431429"/>
                  </a:lnTo>
                  <a:lnTo>
                    <a:pt x="1279488" y="431395"/>
                  </a:lnTo>
                  <a:lnTo>
                    <a:pt x="1280560" y="431363"/>
                  </a:lnTo>
                  <a:lnTo>
                    <a:pt x="1281632" y="431335"/>
                  </a:lnTo>
                  <a:lnTo>
                    <a:pt x="1282703" y="431309"/>
                  </a:lnTo>
                  <a:lnTo>
                    <a:pt x="1283775" y="431285"/>
                  </a:lnTo>
                  <a:lnTo>
                    <a:pt x="1284846" y="431265"/>
                  </a:lnTo>
                  <a:lnTo>
                    <a:pt x="1285918" y="431247"/>
                  </a:lnTo>
                  <a:lnTo>
                    <a:pt x="1286990" y="431232"/>
                  </a:lnTo>
                  <a:lnTo>
                    <a:pt x="1288061" y="431219"/>
                  </a:lnTo>
                  <a:lnTo>
                    <a:pt x="1289133" y="431209"/>
                  </a:lnTo>
                  <a:lnTo>
                    <a:pt x="1290204" y="431202"/>
                  </a:lnTo>
                  <a:lnTo>
                    <a:pt x="1291276" y="431197"/>
                  </a:lnTo>
                  <a:lnTo>
                    <a:pt x="1292348" y="431195"/>
                  </a:lnTo>
                  <a:lnTo>
                    <a:pt x="1293419" y="431196"/>
                  </a:lnTo>
                  <a:lnTo>
                    <a:pt x="1294491" y="431199"/>
                  </a:lnTo>
                  <a:lnTo>
                    <a:pt x="1295562" y="431205"/>
                  </a:lnTo>
                  <a:lnTo>
                    <a:pt x="1296634" y="431213"/>
                  </a:lnTo>
                  <a:lnTo>
                    <a:pt x="1297706" y="431223"/>
                  </a:lnTo>
                  <a:lnTo>
                    <a:pt x="1298777" y="431237"/>
                  </a:lnTo>
                  <a:lnTo>
                    <a:pt x="1299849" y="431252"/>
                  </a:lnTo>
                  <a:lnTo>
                    <a:pt x="1300920" y="431270"/>
                  </a:lnTo>
                  <a:lnTo>
                    <a:pt x="1301992" y="431291"/>
                  </a:lnTo>
                  <a:lnTo>
                    <a:pt x="1303064" y="431314"/>
                  </a:lnTo>
                  <a:lnTo>
                    <a:pt x="1304135" y="431339"/>
                  </a:lnTo>
                  <a:lnTo>
                    <a:pt x="1305207" y="431367"/>
                  </a:lnTo>
                  <a:lnTo>
                    <a:pt x="1306278" y="431397"/>
                  </a:lnTo>
                  <a:lnTo>
                    <a:pt x="1307350" y="431429"/>
                  </a:lnTo>
                  <a:lnTo>
                    <a:pt x="1308422" y="431464"/>
                  </a:lnTo>
                  <a:lnTo>
                    <a:pt x="1309493" y="431501"/>
                  </a:lnTo>
                  <a:lnTo>
                    <a:pt x="1310565" y="431541"/>
                  </a:lnTo>
                  <a:lnTo>
                    <a:pt x="1311636" y="431582"/>
                  </a:lnTo>
                  <a:lnTo>
                    <a:pt x="1312708" y="431626"/>
                  </a:lnTo>
                  <a:lnTo>
                    <a:pt x="1313780" y="431672"/>
                  </a:lnTo>
                  <a:lnTo>
                    <a:pt x="1314851" y="431721"/>
                  </a:lnTo>
                  <a:lnTo>
                    <a:pt x="1315923" y="431772"/>
                  </a:lnTo>
                  <a:lnTo>
                    <a:pt x="1316994" y="431824"/>
                  </a:lnTo>
                  <a:lnTo>
                    <a:pt x="1318066" y="431879"/>
                  </a:lnTo>
                  <a:lnTo>
                    <a:pt x="1319138" y="431936"/>
                  </a:lnTo>
                  <a:lnTo>
                    <a:pt x="1320209" y="431996"/>
                  </a:lnTo>
                  <a:lnTo>
                    <a:pt x="1321281" y="432057"/>
                  </a:lnTo>
                  <a:lnTo>
                    <a:pt x="1322352" y="432121"/>
                  </a:lnTo>
                  <a:lnTo>
                    <a:pt x="1323424" y="432186"/>
                  </a:lnTo>
                  <a:lnTo>
                    <a:pt x="1324496" y="432254"/>
                  </a:lnTo>
                  <a:lnTo>
                    <a:pt x="1325567" y="432324"/>
                  </a:lnTo>
                  <a:lnTo>
                    <a:pt x="1326639" y="432396"/>
                  </a:lnTo>
                  <a:lnTo>
                    <a:pt x="1327710" y="432469"/>
                  </a:lnTo>
                  <a:lnTo>
                    <a:pt x="1328782" y="432545"/>
                  </a:lnTo>
                  <a:lnTo>
                    <a:pt x="1329854" y="432623"/>
                  </a:lnTo>
                  <a:lnTo>
                    <a:pt x="1330925" y="432703"/>
                  </a:lnTo>
                  <a:lnTo>
                    <a:pt x="1331997" y="432784"/>
                  </a:lnTo>
                  <a:lnTo>
                    <a:pt x="1333068" y="432868"/>
                  </a:lnTo>
                  <a:lnTo>
                    <a:pt x="1334140" y="432953"/>
                  </a:lnTo>
                  <a:lnTo>
                    <a:pt x="1335212" y="433041"/>
                  </a:lnTo>
                  <a:lnTo>
                    <a:pt x="1336283" y="433130"/>
                  </a:lnTo>
                  <a:lnTo>
                    <a:pt x="1337355" y="433221"/>
                  </a:lnTo>
                  <a:lnTo>
                    <a:pt x="1338426" y="433314"/>
                  </a:lnTo>
                  <a:lnTo>
                    <a:pt x="1339498" y="433409"/>
                  </a:lnTo>
                  <a:lnTo>
                    <a:pt x="1340570" y="433506"/>
                  </a:lnTo>
                  <a:lnTo>
                    <a:pt x="1341641" y="433604"/>
                  </a:lnTo>
                  <a:lnTo>
                    <a:pt x="1342713" y="433704"/>
                  </a:lnTo>
                  <a:lnTo>
                    <a:pt x="1343784" y="433806"/>
                  </a:lnTo>
                  <a:lnTo>
                    <a:pt x="1344856" y="433910"/>
                  </a:lnTo>
                  <a:lnTo>
                    <a:pt x="1345928" y="434015"/>
                  </a:lnTo>
                  <a:lnTo>
                    <a:pt x="1346999" y="434122"/>
                  </a:lnTo>
                  <a:lnTo>
                    <a:pt x="1348071" y="434231"/>
                  </a:lnTo>
                  <a:lnTo>
                    <a:pt x="1349142" y="434341"/>
                  </a:lnTo>
                  <a:lnTo>
                    <a:pt x="1350214" y="434453"/>
                  </a:lnTo>
                  <a:lnTo>
                    <a:pt x="1351286" y="434567"/>
                  </a:lnTo>
                  <a:lnTo>
                    <a:pt x="1352357" y="434682"/>
                  </a:lnTo>
                  <a:lnTo>
                    <a:pt x="1353429" y="434799"/>
                  </a:lnTo>
                  <a:lnTo>
                    <a:pt x="1354500" y="434918"/>
                  </a:lnTo>
                  <a:lnTo>
                    <a:pt x="1355572" y="435038"/>
                  </a:lnTo>
                  <a:lnTo>
                    <a:pt x="1356644" y="435159"/>
                  </a:lnTo>
                  <a:lnTo>
                    <a:pt x="1357715" y="435282"/>
                  </a:lnTo>
                  <a:lnTo>
                    <a:pt x="1358787" y="435407"/>
                  </a:lnTo>
                  <a:lnTo>
                    <a:pt x="1359858" y="435533"/>
                  </a:lnTo>
                  <a:lnTo>
                    <a:pt x="1360930" y="435660"/>
                  </a:lnTo>
                  <a:lnTo>
                    <a:pt x="1362002" y="435789"/>
                  </a:lnTo>
                  <a:lnTo>
                    <a:pt x="1363073" y="435920"/>
                  </a:lnTo>
                  <a:lnTo>
                    <a:pt x="1364145" y="436051"/>
                  </a:lnTo>
                  <a:lnTo>
                    <a:pt x="1365216" y="436185"/>
                  </a:lnTo>
                  <a:lnTo>
                    <a:pt x="1366288" y="436319"/>
                  </a:lnTo>
                  <a:lnTo>
                    <a:pt x="1367360" y="436455"/>
                  </a:lnTo>
                  <a:lnTo>
                    <a:pt x="1368431" y="436593"/>
                  </a:lnTo>
                  <a:lnTo>
                    <a:pt x="1369503" y="436731"/>
                  </a:lnTo>
                  <a:lnTo>
                    <a:pt x="1370574" y="436871"/>
                  </a:lnTo>
                  <a:lnTo>
                    <a:pt x="1371646" y="437012"/>
                  </a:lnTo>
                  <a:lnTo>
                    <a:pt x="1372718" y="437155"/>
                  </a:lnTo>
                  <a:lnTo>
                    <a:pt x="1373789" y="437299"/>
                  </a:lnTo>
                  <a:lnTo>
                    <a:pt x="1374861" y="437444"/>
                  </a:lnTo>
                  <a:lnTo>
                    <a:pt x="1375932" y="437590"/>
                  </a:lnTo>
                  <a:lnTo>
                    <a:pt x="1377004" y="437737"/>
                  </a:lnTo>
                  <a:lnTo>
                    <a:pt x="1378076" y="437886"/>
                  </a:lnTo>
                  <a:lnTo>
                    <a:pt x="1379147" y="438036"/>
                  </a:lnTo>
                  <a:lnTo>
                    <a:pt x="1380219" y="438186"/>
                  </a:lnTo>
                  <a:lnTo>
                    <a:pt x="1381290" y="438339"/>
                  </a:lnTo>
                  <a:lnTo>
                    <a:pt x="1382362" y="438492"/>
                  </a:lnTo>
                  <a:lnTo>
                    <a:pt x="1383434" y="438646"/>
                  </a:lnTo>
                  <a:lnTo>
                    <a:pt x="1384505" y="438801"/>
                  </a:lnTo>
                  <a:lnTo>
                    <a:pt x="1385577" y="438958"/>
                  </a:lnTo>
                  <a:lnTo>
                    <a:pt x="1386648" y="439115"/>
                  </a:lnTo>
                  <a:lnTo>
                    <a:pt x="1387720" y="439274"/>
                  </a:lnTo>
                  <a:lnTo>
                    <a:pt x="1388792" y="439433"/>
                  </a:lnTo>
                  <a:lnTo>
                    <a:pt x="1389863" y="439594"/>
                  </a:lnTo>
                  <a:lnTo>
                    <a:pt x="1390935" y="439755"/>
                  </a:lnTo>
                  <a:lnTo>
                    <a:pt x="1392006" y="439917"/>
                  </a:lnTo>
                  <a:lnTo>
                    <a:pt x="1393078" y="440081"/>
                  </a:lnTo>
                  <a:lnTo>
                    <a:pt x="1394150" y="440245"/>
                  </a:lnTo>
                  <a:lnTo>
                    <a:pt x="1395221" y="440410"/>
                  </a:lnTo>
                  <a:lnTo>
                    <a:pt x="1396293" y="440576"/>
                  </a:lnTo>
                  <a:lnTo>
                    <a:pt x="1397364" y="440743"/>
                  </a:lnTo>
                  <a:lnTo>
                    <a:pt x="1398436" y="440911"/>
                  </a:lnTo>
                  <a:lnTo>
                    <a:pt x="1399508" y="441080"/>
                  </a:lnTo>
                  <a:lnTo>
                    <a:pt x="1400579" y="441249"/>
                  </a:lnTo>
                  <a:lnTo>
                    <a:pt x="1401651" y="441419"/>
                  </a:lnTo>
                  <a:lnTo>
                    <a:pt x="1402722" y="441590"/>
                  </a:lnTo>
                  <a:lnTo>
                    <a:pt x="1403794" y="441762"/>
                  </a:lnTo>
                  <a:lnTo>
                    <a:pt x="1404866" y="441934"/>
                  </a:lnTo>
                  <a:lnTo>
                    <a:pt x="1405937" y="442108"/>
                  </a:lnTo>
                  <a:lnTo>
                    <a:pt x="1407009" y="442282"/>
                  </a:lnTo>
                  <a:lnTo>
                    <a:pt x="1408080" y="442456"/>
                  </a:lnTo>
                  <a:lnTo>
                    <a:pt x="1409152" y="442631"/>
                  </a:lnTo>
                  <a:lnTo>
                    <a:pt x="1410224" y="442807"/>
                  </a:lnTo>
                  <a:lnTo>
                    <a:pt x="1411295" y="442984"/>
                  </a:lnTo>
                  <a:lnTo>
                    <a:pt x="1412367" y="443161"/>
                  </a:lnTo>
                  <a:lnTo>
                    <a:pt x="1413438" y="443339"/>
                  </a:lnTo>
                  <a:lnTo>
                    <a:pt x="1414510" y="443518"/>
                  </a:lnTo>
                  <a:lnTo>
                    <a:pt x="1415582" y="443697"/>
                  </a:lnTo>
                  <a:lnTo>
                    <a:pt x="1416653" y="443876"/>
                  </a:lnTo>
                  <a:lnTo>
                    <a:pt x="1417725" y="444056"/>
                  </a:lnTo>
                  <a:lnTo>
                    <a:pt x="1418796" y="444237"/>
                  </a:lnTo>
                  <a:lnTo>
                    <a:pt x="1419868" y="444418"/>
                  </a:lnTo>
                  <a:lnTo>
                    <a:pt x="1420939" y="444599"/>
                  </a:lnTo>
                  <a:lnTo>
                    <a:pt x="1422011" y="444781"/>
                  </a:lnTo>
                  <a:lnTo>
                    <a:pt x="1423083" y="444964"/>
                  </a:lnTo>
                  <a:lnTo>
                    <a:pt x="1424154" y="445147"/>
                  </a:lnTo>
                  <a:lnTo>
                    <a:pt x="1425226" y="445330"/>
                  </a:lnTo>
                  <a:lnTo>
                    <a:pt x="1426297" y="445514"/>
                  </a:lnTo>
                  <a:lnTo>
                    <a:pt x="1427369" y="445698"/>
                  </a:lnTo>
                  <a:lnTo>
                    <a:pt x="1428441" y="445883"/>
                  </a:lnTo>
                  <a:lnTo>
                    <a:pt x="1429512" y="446067"/>
                  </a:lnTo>
                  <a:lnTo>
                    <a:pt x="1430584" y="446253"/>
                  </a:lnTo>
                  <a:lnTo>
                    <a:pt x="1431655" y="446438"/>
                  </a:lnTo>
                  <a:lnTo>
                    <a:pt x="1432727" y="446624"/>
                  </a:lnTo>
                  <a:lnTo>
                    <a:pt x="1433799" y="446810"/>
                  </a:lnTo>
                  <a:lnTo>
                    <a:pt x="1434870" y="446996"/>
                  </a:lnTo>
                  <a:lnTo>
                    <a:pt x="1435942" y="447183"/>
                  </a:lnTo>
                  <a:lnTo>
                    <a:pt x="1437013" y="447369"/>
                  </a:lnTo>
                  <a:lnTo>
                    <a:pt x="1438085" y="447556"/>
                  </a:lnTo>
                  <a:lnTo>
                    <a:pt x="1439157" y="447743"/>
                  </a:lnTo>
                  <a:lnTo>
                    <a:pt x="1440228" y="447931"/>
                  </a:lnTo>
                  <a:lnTo>
                    <a:pt x="1441300" y="448118"/>
                  </a:lnTo>
                  <a:lnTo>
                    <a:pt x="1442371" y="448306"/>
                  </a:lnTo>
                  <a:lnTo>
                    <a:pt x="1443443" y="448494"/>
                  </a:lnTo>
                  <a:lnTo>
                    <a:pt x="1444515" y="448681"/>
                  </a:lnTo>
                  <a:lnTo>
                    <a:pt x="1445586" y="448869"/>
                  </a:lnTo>
                  <a:lnTo>
                    <a:pt x="1446658" y="449057"/>
                  </a:lnTo>
                  <a:lnTo>
                    <a:pt x="1447729" y="449245"/>
                  </a:lnTo>
                  <a:lnTo>
                    <a:pt x="1448801" y="449433"/>
                  </a:lnTo>
                  <a:lnTo>
                    <a:pt x="1449873" y="449622"/>
                  </a:lnTo>
                  <a:lnTo>
                    <a:pt x="1450944" y="449810"/>
                  </a:lnTo>
                  <a:lnTo>
                    <a:pt x="1452016" y="449998"/>
                  </a:lnTo>
                  <a:lnTo>
                    <a:pt x="1453087" y="450186"/>
                  </a:lnTo>
                  <a:lnTo>
                    <a:pt x="1454159" y="450374"/>
                  </a:lnTo>
                  <a:lnTo>
                    <a:pt x="1455231" y="450562"/>
                  </a:lnTo>
                  <a:lnTo>
                    <a:pt x="1456302" y="450750"/>
                  </a:lnTo>
                  <a:lnTo>
                    <a:pt x="1457374" y="450937"/>
                  </a:lnTo>
                  <a:lnTo>
                    <a:pt x="1458445" y="451125"/>
                  </a:lnTo>
                  <a:lnTo>
                    <a:pt x="1459517" y="451312"/>
                  </a:lnTo>
                  <a:lnTo>
                    <a:pt x="1460589" y="451500"/>
                  </a:lnTo>
                  <a:lnTo>
                    <a:pt x="1461660" y="451687"/>
                  </a:lnTo>
                  <a:lnTo>
                    <a:pt x="1462732" y="451874"/>
                  </a:lnTo>
                  <a:lnTo>
                    <a:pt x="1463803" y="452061"/>
                  </a:lnTo>
                  <a:lnTo>
                    <a:pt x="1464875" y="452247"/>
                  </a:lnTo>
                  <a:lnTo>
                    <a:pt x="1465947" y="452433"/>
                  </a:lnTo>
                  <a:lnTo>
                    <a:pt x="1467018" y="452619"/>
                  </a:lnTo>
                  <a:lnTo>
                    <a:pt x="1468090" y="452805"/>
                  </a:lnTo>
                  <a:lnTo>
                    <a:pt x="1469161" y="452991"/>
                  </a:lnTo>
                  <a:lnTo>
                    <a:pt x="1470233" y="453176"/>
                  </a:lnTo>
                  <a:lnTo>
                    <a:pt x="1471305" y="453361"/>
                  </a:lnTo>
                  <a:lnTo>
                    <a:pt x="1472376" y="453545"/>
                  </a:lnTo>
                  <a:lnTo>
                    <a:pt x="1473448" y="453729"/>
                  </a:lnTo>
                  <a:lnTo>
                    <a:pt x="1474519" y="453913"/>
                  </a:lnTo>
                  <a:lnTo>
                    <a:pt x="1475591" y="454097"/>
                  </a:lnTo>
                  <a:lnTo>
                    <a:pt x="1476663" y="454280"/>
                  </a:lnTo>
                  <a:lnTo>
                    <a:pt x="1477734" y="454462"/>
                  </a:lnTo>
                  <a:lnTo>
                    <a:pt x="1478806" y="454644"/>
                  </a:lnTo>
                  <a:lnTo>
                    <a:pt x="1479877" y="454826"/>
                  </a:lnTo>
                  <a:lnTo>
                    <a:pt x="1480949" y="455007"/>
                  </a:lnTo>
                  <a:lnTo>
                    <a:pt x="1482021" y="455188"/>
                  </a:lnTo>
                  <a:lnTo>
                    <a:pt x="1483092" y="455368"/>
                  </a:lnTo>
                  <a:lnTo>
                    <a:pt x="1484164" y="455548"/>
                  </a:lnTo>
                  <a:lnTo>
                    <a:pt x="1485235" y="455727"/>
                  </a:lnTo>
                  <a:lnTo>
                    <a:pt x="1486307" y="455905"/>
                  </a:lnTo>
                  <a:lnTo>
                    <a:pt x="1487379" y="456083"/>
                  </a:lnTo>
                  <a:lnTo>
                    <a:pt x="1488450" y="456261"/>
                  </a:lnTo>
                  <a:lnTo>
                    <a:pt x="1489522" y="456437"/>
                  </a:lnTo>
                  <a:lnTo>
                    <a:pt x="1490593" y="456614"/>
                  </a:lnTo>
                  <a:lnTo>
                    <a:pt x="1491665" y="456789"/>
                  </a:lnTo>
                  <a:lnTo>
                    <a:pt x="1492737" y="456964"/>
                  </a:lnTo>
                  <a:lnTo>
                    <a:pt x="1493808" y="457138"/>
                  </a:lnTo>
                  <a:lnTo>
                    <a:pt x="1494880" y="457312"/>
                  </a:lnTo>
                  <a:lnTo>
                    <a:pt x="1495951" y="457484"/>
                  </a:lnTo>
                  <a:lnTo>
                    <a:pt x="1497023" y="457656"/>
                  </a:lnTo>
                  <a:lnTo>
                    <a:pt x="1498095" y="457828"/>
                  </a:lnTo>
                  <a:lnTo>
                    <a:pt x="1499166" y="457998"/>
                  </a:lnTo>
                  <a:lnTo>
                    <a:pt x="1500238" y="458168"/>
                  </a:lnTo>
                  <a:lnTo>
                    <a:pt x="1501309" y="458337"/>
                  </a:lnTo>
                  <a:lnTo>
                    <a:pt x="1502381" y="458505"/>
                  </a:lnTo>
                  <a:lnTo>
                    <a:pt x="1503453" y="458672"/>
                  </a:lnTo>
                  <a:lnTo>
                    <a:pt x="1504524" y="458839"/>
                  </a:lnTo>
                  <a:lnTo>
                    <a:pt x="1505596" y="459004"/>
                  </a:lnTo>
                  <a:lnTo>
                    <a:pt x="1506667" y="459169"/>
                  </a:lnTo>
                  <a:lnTo>
                    <a:pt x="1507739" y="459333"/>
                  </a:lnTo>
                  <a:lnTo>
                    <a:pt x="1508811" y="459496"/>
                  </a:lnTo>
                  <a:lnTo>
                    <a:pt x="1509882" y="459658"/>
                  </a:lnTo>
                  <a:lnTo>
                    <a:pt x="1510954" y="459819"/>
                  </a:lnTo>
                  <a:lnTo>
                    <a:pt x="1512025" y="459979"/>
                  </a:lnTo>
                  <a:lnTo>
                    <a:pt x="1513097" y="460138"/>
                  </a:lnTo>
                  <a:lnTo>
                    <a:pt x="1514169" y="460296"/>
                  </a:lnTo>
                  <a:lnTo>
                    <a:pt x="1515240" y="460453"/>
                  </a:lnTo>
                  <a:lnTo>
                    <a:pt x="1516312" y="460609"/>
                  </a:lnTo>
                  <a:lnTo>
                    <a:pt x="1517383" y="460764"/>
                  </a:lnTo>
                  <a:lnTo>
                    <a:pt x="1518455" y="460918"/>
                  </a:lnTo>
                  <a:lnTo>
                    <a:pt x="1519527" y="461071"/>
                  </a:lnTo>
                  <a:lnTo>
                    <a:pt x="1520598" y="461223"/>
                  </a:lnTo>
                  <a:lnTo>
                    <a:pt x="1521670" y="461374"/>
                  </a:lnTo>
                  <a:lnTo>
                    <a:pt x="1522741" y="461523"/>
                  </a:lnTo>
                  <a:lnTo>
                    <a:pt x="1523813" y="461672"/>
                  </a:lnTo>
                  <a:lnTo>
                    <a:pt x="1524885" y="461819"/>
                  </a:lnTo>
                  <a:lnTo>
                    <a:pt x="1525956" y="461965"/>
                  </a:lnTo>
                  <a:lnTo>
                    <a:pt x="1527028" y="462110"/>
                  </a:lnTo>
                  <a:lnTo>
                    <a:pt x="1528099" y="462254"/>
                  </a:lnTo>
                  <a:lnTo>
                    <a:pt x="1529171" y="462396"/>
                  </a:lnTo>
                  <a:lnTo>
                    <a:pt x="1530243" y="462537"/>
                  </a:lnTo>
                  <a:lnTo>
                    <a:pt x="1531314" y="462677"/>
                  </a:lnTo>
                  <a:lnTo>
                    <a:pt x="1532386" y="462816"/>
                  </a:lnTo>
                  <a:lnTo>
                    <a:pt x="1533457" y="462953"/>
                  </a:lnTo>
                  <a:lnTo>
                    <a:pt x="1534529" y="463089"/>
                  </a:lnTo>
                  <a:lnTo>
                    <a:pt x="1535601" y="463224"/>
                  </a:lnTo>
                  <a:lnTo>
                    <a:pt x="1536672" y="463357"/>
                  </a:lnTo>
                  <a:lnTo>
                    <a:pt x="1537744" y="463489"/>
                  </a:lnTo>
                  <a:lnTo>
                    <a:pt x="1538815" y="463620"/>
                  </a:lnTo>
                  <a:lnTo>
                    <a:pt x="1539887" y="463749"/>
                  </a:lnTo>
                  <a:lnTo>
                    <a:pt x="1540959" y="463877"/>
                  </a:lnTo>
                  <a:lnTo>
                    <a:pt x="1542030" y="464004"/>
                  </a:lnTo>
                  <a:lnTo>
                    <a:pt x="1543102" y="464129"/>
                  </a:lnTo>
                  <a:lnTo>
                    <a:pt x="1544173" y="464252"/>
                  </a:lnTo>
                  <a:lnTo>
                    <a:pt x="1545245" y="464374"/>
                  </a:lnTo>
                  <a:lnTo>
                    <a:pt x="1546317" y="464495"/>
                  </a:lnTo>
                  <a:lnTo>
                    <a:pt x="1547388" y="464614"/>
                  </a:lnTo>
                  <a:lnTo>
                    <a:pt x="1548460" y="464731"/>
                  </a:lnTo>
                  <a:lnTo>
                    <a:pt x="1549531" y="464847"/>
                  </a:lnTo>
                  <a:lnTo>
                    <a:pt x="1550603" y="464962"/>
                  </a:lnTo>
                  <a:lnTo>
                    <a:pt x="1551675" y="465075"/>
                  </a:lnTo>
                  <a:lnTo>
                    <a:pt x="1552746" y="465186"/>
                  </a:lnTo>
                  <a:lnTo>
                    <a:pt x="1553818" y="465296"/>
                  </a:lnTo>
                  <a:lnTo>
                    <a:pt x="1554889" y="465404"/>
                  </a:lnTo>
                  <a:lnTo>
                    <a:pt x="1555961" y="465510"/>
                  </a:lnTo>
                  <a:lnTo>
                    <a:pt x="1557033" y="465615"/>
                  </a:lnTo>
                  <a:lnTo>
                    <a:pt x="1558104" y="465718"/>
                  </a:lnTo>
                  <a:lnTo>
                    <a:pt x="1559176" y="465819"/>
                  </a:lnTo>
                  <a:lnTo>
                    <a:pt x="1560247" y="465919"/>
                  </a:lnTo>
                  <a:lnTo>
                    <a:pt x="1561319" y="466017"/>
                  </a:lnTo>
                  <a:lnTo>
                    <a:pt x="1562391" y="466113"/>
                  </a:lnTo>
                  <a:lnTo>
                    <a:pt x="1563462" y="466207"/>
                  </a:lnTo>
                  <a:lnTo>
                    <a:pt x="1564534" y="466300"/>
                  </a:lnTo>
                  <a:lnTo>
                    <a:pt x="1565605" y="466391"/>
                  </a:lnTo>
                  <a:lnTo>
                    <a:pt x="1566677" y="466480"/>
                  </a:lnTo>
                  <a:lnTo>
                    <a:pt x="1567749" y="466567"/>
                  </a:lnTo>
                  <a:lnTo>
                    <a:pt x="1568820" y="466653"/>
                  </a:lnTo>
                  <a:lnTo>
                    <a:pt x="1569892" y="466736"/>
                  </a:lnTo>
                  <a:lnTo>
                    <a:pt x="1570963" y="466818"/>
                  </a:lnTo>
                  <a:lnTo>
                    <a:pt x="1572035" y="466898"/>
                  </a:lnTo>
                  <a:lnTo>
                    <a:pt x="1573107" y="466976"/>
                  </a:lnTo>
                  <a:lnTo>
                    <a:pt x="1574178" y="467051"/>
                  </a:lnTo>
                  <a:lnTo>
                    <a:pt x="1575250" y="467126"/>
                  </a:lnTo>
                  <a:lnTo>
                    <a:pt x="1576321" y="467198"/>
                  </a:lnTo>
                  <a:lnTo>
                    <a:pt x="1577393" y="467268"/>
                  </a:lnTo>
                  <a:lnTo>
                    <a:pt x="1578465" y="467336"/>
                  </a:lnTo>
                  <a:lnTo>
                    <a:pt x="1579536" y="467402"/>
                  </a:lnTo>
                  <a:lnTo>
                    <a:pt x="1580608" y="467466"/>
                  </a:lnTo>
                  <a:lnTo>
                    <a:pt x="1581679" y="467528"/>
                  </a:lnTo>
                  <a:lnTo>
                    <a:pt x="1582751" y="467588"/>
                  </a:lnTo>
                  <a:lnTo>
                    <a:pt x="1583823" y="467646"/>
                  </a:lnTo>
                  <a:lnTo>
                    <a:pt x="1584894" y="467702"/>
                  </a:lnTo>
                  <a:lnTo>
                    <a:pt x="1585966" y="467756"/>
                  </a:lnTo>
                  <a:lnTo>
                    <a:pt x="1587037" y="467807"/>
                  </a:lnTo>
                  <a:lnTo>
                    <a:pt x="1588109" y="467857"/>
                  </a:lnTo>
                  <a:lnTo>
                    <a:pt x="1589181" y="467904"/>
                  </a:lnTo>
                  <a:lnTo>
                    <a:pt x="1590252" y="467949"/>
                  </a:lnTo>
                  <a:lnTo>
                    <a:pt x="1591324" y="467992"/>
                  </a:lnTo>
                  <a:lnTo>
                    <a:pt x="1592395" y="468033"/>
                  </a:lnTo>
                  <a:lnTo>
                    <a:pt x="1593467" y="468071"/>
                  </a:lnTo>
                  <a:lnTo>
                    <a:pt x="1594539" y="468108"/>
                  </a:lnTo>
                  <a:lnTo>
                    <a:pt x="1595610" y="468142"/>
                  </a:lnTo>
                  <a:lnTo>
                    <a:pt x="1596682" y="468173"/>
                  </a:lnTo>
                  <a:lnTo>
                    <a:pt x="1597753" y="468203"/>
                  </a:lnTo>
                  <a:lnTo>
                    <a:pt x="1598825" y="468230"/>
                  </a:lnTo>
                  <a:lnTo>
                    <a:pt x="1599896" y="468255"/>
                  </a:lnTo>
                  <a:lnTo>
                    <a:pt x="1600968" y="468277"/>
                  </a:lnTo>
                  <a:lnTo>
                    <a:pt x="1602040" y="468298"/>
                  </a:lnTo>
                  <a:lnTo>
                    <a:pt x="1603111" y="468315"/>
                  </a:lnTo>
                  <a:lnTo>
                    <a:pt x="1604183" y="468331"/>
                  </a:lnTo>
                  <a:lnTo>
                    <a:pt x="1605254" y="468344"/>
                  </a:lnTo>
                  <a:lnTo>
                    <a:pt x="1606326" y="468354"/>
                  </a:lnTo>
                  <a:lnTo>
                    <a:pt x="1607398" y="468363"/>
                  </a:lnTo>
                  <a:lnTo>
                    <a:pt x="1608469" y="468368"/>
                  </a:lnTo>
                  <a:lnTo>
                    <a:pt x="1609541" y="468371"/>
                  </a:lnTo>
                  <a:lnTo>
                    <a:pt x="1610612" y="468372"/>
                  </a:lnTo>
                  <a:lnTo>
                    <a:pt x="1611684" y="468370"/>
                  </a:lnTo>
                  <a:lnTo>
                    <a:pt x="1612756" y="468366"/>
                  </a:lnTo>
                  <a:lnTo>
                    <a:pt x="1613827" y="468359"/>
                  </a:lnTo>
                  <a:lnTo>
                    <a:pt x="1614899" y="468350"/>
                  </a:lnTo>
                  <a:lnTo>
                    <a:pt x="1615970" y="468338"/>
                  </a:lnTo>
                  <a:lnTo>
                    <a:pt x="1617042" y="468323"/>
                  </a:lnTo>
                  <a:lnTo>
                    <a:pt x="1618114" y="468306"/>
                  </a:lnTo>
                  <a:lnTo>
                    <a:pt x="1619185" y="468286"/>
                  </a:lnTo>
                  <a:lnTo>
                    <a:pt x="1620257" y="468264"/>
                  </a:lnTo>
                  <a:lnTo>
                    <a:pt x="1621328" y="468239"/>
                  </a:lnTo>
                  <a:lnTo>
                    <a:pt x="1622400" y="468211"/>
                  </a:lnTo>
                  <a:lnTo>
                    <a:pt x="1623472" y="468181"/>
                  </a:lnTo>
                  <a:lnTo>
                    <a:pt x="1624543" y="468147"/>
                  </a:lnTo>
                  <a:lnTo>
                    <a:pt x="1625615" y="468111"/>
                  </a:lnTo>
                  <a:lnTo>
                    <a:pt x="1626686" y="468073"/>
                  </a:lnTo>
                  <a:lnTo>
                    <a:pt x="1627758" y="468031"/>
                  </a:lnTo>
                  <a:lnTo>
                    <a:pt x="1628830" y="467987"/>
                  </a:lnTo>
                  <a:lnTo>
                    <a:pt x="1629901" y="467940"/>
                  </a:lnTo>
                  <a:lnTo>
                    <a:pt x="1630973" y="467890"/>
                  </a:lnTo>
                  <a:lnTo>
                    <a:pt x="1632044" y="467838"/>
                  </a:lnTo>
                  <a:lnTo>
                    <a:pt x="1633116" y="467782"/>
                  </a:lnTo>
                  <a:lnTo>
                    <a:pt x="1634188" y="467724"/>
                  </a:lnTo>
                  <a:lnTo>
                    <a:pt x="1635259" y="467663"/>
                  </a:lnTo>
                  <a:lnTo>
                    <a:pt x="1636331" y="467599"/>
                  </a:lnTo>
                  <a:lnTo>
                    <a:pt x="1637402" y="467532"/>
                  </a:lnTo>
                  <a:lnTo>
                    <a:pt x="1638474" y="467462"/>
                  </a:lnTo>
                  <a:lnTo>
                    <a:pt x="1639546" y="467389"/>
                  </a:lnTo>
                  <a:lnTo>
                    <a:pt x="1640617" y="467313"/>
                  </a:lnTo>
                  <a:lnTo>
                    <a:pt x="1641689" y="467234"/>
                  </a:lnTo>
                  <a:lnTo>
                    <a:pt x="1642760" y="467152"/>
                  </a:lnTo>
                  <a:lnTo>
                    <a:pt x="1643832" y="467067"/>
                  </a:lnTo>
                  <a:lnTo>
                    <a:pt x="1644904" y="466979"/>
                  </a:lnTo>
                  <a:lnTo>
                    <a:pt x="1645975" y="466888"/>
                  </a:lnTo>
                  <a:lnTo>
                    <a:pt x="1647047" y="466794"/>
                  </a:lnTo>
                  <a:lnTo>
                    <a:pt x="1648118" y="466697"/>
                  </a:lnTo>
                  <a:lnTo>
                    <a:pt x="1649190" y="466597"/>
                  </a:lnTo>
                  <a:lnTo>
                    <a:pt x="1650262" y="466493"/>
                  </a:lnTo>
                  <a:lnTo>
                    <a:pt x="1651333" y="466387"/>
                  </a:lnTo>
                  <a:lnTo>
                    <a:pt x="1652405" y="466277"/>
                  </a:lnTo>
                  <a:lnTo>
                    <a:pt x="1653476" y="466164"/>
                  </a:lnTo>
                  <a:lnTo>
                    <a:pt x="1654548" y="466048"/>
                  </a:lnTo>
                  <a:lnTo>
                    <a:pt x="1655620" y="465929"/>
                  </a:lnTo>
                  <a:lnTo>
                    <a:pt x="1656691" y="465806"/>
                  </a:lnTo>
                  <a:lnTo>
                    <a:pt x="1657763" y="465680"/>
                  </a:lnTo>
                  <a:lnTo>
                    <a:pt x="1658834" y="465551"/>
                  </a:lnTo>
                  <a:lnTo>
                    <a:pt x="1659906" y="465419"/>
                  </a:lnTo>
                  <a:lnTo>
                    <a:pt x="1660978" y="465284"/>
                  </a:lnTo>
                  <a:lnTo>
                    <a:pt x="1662049" y="465145"/>
                  </a:lnTo>
                  <a:lnTo>
                    <a:pt x="1663121" y="465003"/>
                  </a:lnTo>
                  <a:lnTo>
                    <a:pt x="1664192" y="464858"/>
                  </a:lnTo>
                  <a:lnTo>
                    <a:pt x="1665264" y="464710"/>
                  </a:lnTo>
                  <a:lnTo>
                    <a:pt x="1666336" y="464558"/>
                  </a:lnTo>
                  <a:lnTo>
                    <a:pt x="1667407" y="464404"/>
                  </a:lnTo>
                  <a:lnTo>
                    <a:pt x="1668479" y="464246"/>
                  </a:lnTo>
                  <a:lnTo>
                    <a:pt x="1669550" y="464085"/>
                  </a:lnTo>
                  <a:lnTo>
                    <a:pt x="1670622" y="463921"/>
                  </a:lnTo>
                  <a:lnTo>
                    <a:pt x="1671694" y="463753"/>
                  </a:lnTo>
                  <a:lnTo>
                    <a:pt x="1672765" y="463583"/>
                  </a:lnTo>
                  <a:lnTo>
                    <a:pt x="1673837" y="463410"/>
                  </a:lnTo>
                  <a:lnTo>
                    <a:pt x="1674908" y="463233"/>
                  </a:lnTo>
                  <a:lnTo>
                    <a:pt x="1675980" y="463053"/>
                  </a:lnTo>
                  <a:lnTo>
                    <a:pt x="1677052" y="462870"/>
                  </a:lnTo>
                  <a:lnTo>
                    <a:pt x="1678123" y="462684"/>
                  </a:lnTo>
                  <a:lnTo>
                    <a:pt x="1679195" y="462495"/>
                  </a:lnTo>
                  <a:lnTo>
                    <a:pt x="1680266" y="462303"/>
                  </a:lnTo>
                  <a:lnTo>
                    <a:pt x="1681338" y="462108"/>
                  </a:lnTo>
                  <a:lnTo>
                    <a:pt x="1682410" y="461910"/>
                  </a:lnTo>
                  <a:lnTo>
                    <a:pt x="1683481" y="461709"/>
                  </a:lnTo>
                  <a:lnTo>
                    <a:pt x="1684553" y="461504"/>
                  </a:lnTo>
                  <a:lnTo>
                    <a:pt x="1685624" y="461297"/>
                  </a:lnTo>
                  <a:lnTo>
                    <a:pt x="1686696" y="461087"/>
                  </a:lnTo>
                  <a:lnTo>
                    <a:pt x="1687768" y="460873"/>
                  </a:lnTo>
                  <a:lnTo>
                    <a:pt x="1688839" y="460657"/>
                  </a:lnTo>
                  <a:lnTo>
                    <a:pt x="1689911" y="460437"/>
                  </a:lnTo>
                  <a:lnTo>
                    <a:pt x="1690982" y="460215"/>
                  </a:lnTo>
                  <a:lnTo>
                    <a:pt x="1692054" y="459990"/>
                  </a:lnTo>
                  <a:lnTo>
                    <a:pt x="1693126" y="459761"/>
                  </a:lnTo>
                  <a:lnTo>
                    <a:pt x="1694197" y="459530"/>
                  </a:lnTo>
                  <a:lnTo>
                    <a:pt x="1695269" y="459296"/>
                  </a:lnTo>
                  <a:lnTo>
                    <a:pt x="1696340" y="459058"/>
                  </a:lnTo>
                  <a:lnTo>
                    <a:pt x="1697412" y="458818"/>
                  </a:lnTo>
                  <a:lnTo>
                    <a:pt x="1698484" y="458575"/>
                  </a:lnTo>
                  <a:lnTo>
                    <a:pt x="1699555" y="458329"/>
                  </a:lnTo>
                  <a:lnTo>
                    <a:pt x="1700627" y="458080"/>
                  </a:lnTo>
                  <a:lnTo>
                    <a:pt x="1701698" y="457828"/>
                  </a:lnTo>
                  <a:lnTo>
                    <a:pt x="1702770" y="457573"/>
                  </a:lnTo>
                  <a:lnTo>
                    <a:pt x="1703842" y="457316"/>
                  </a:lnTo>
                  <a:lnTo>
                    <a:pt x="1704913" y="457055"/>
                  </a:lnTo>
                  <a:lnTo>
                    <a:pt x="1705985" y="456792"/>
                  </a:lnTo>
                  <a:lnTo>
                    <a:pt x="1707056" y="456525"/>
                  </a:lnTo>
                  <a:lnTo>
                    <a:pt x="1708128" y="456256"/>
                  </a:lnTo>
                  <a:lnTo>
                    <a:pt x="1709200" y="455984"/>
                  </a:lnTo>
                  <a:lnTo>
                    <a:pt x="1710271" y="455709"/>
                  </a:lnTo>
                  <a:lnTo>
                    <a:pt x="1711343" y="455431"/>
                  </a:lnTo>
                  <a:lnTo>
                    <a:pt x="1712414" y="455151"/>
                  </a:lnTo>
                  <a:lnTo>
                    <a:pt x="1713486" y="454867"/>
                  </a:lnTo>
                  <a:lnTo>
                    <a:pt x="1714558" y="454581"/>
                  </a:lnTo>
                  <a:lnTo>
                    <a:pt x="1715629" y="454292"/>
                  </a:lnTo>
                  <a:lnTo>
                    <a:pt x="1716701" y="454000"/>
                  </a:lnTo>
                  <a:lnTo>
                    <a:pt x="1717772" y="453706"/>
                  </a:lnTo>
                  <a:lnTo>
                    <a:pt x="1718844" y="453408"/>
                  </a:lnTo>
                  <a:lnTo>
                    <a:pt x="1719916" y="453108"/>
                  </a:lnTo>
                  <a:lnTo>
                    <a:pt x="1720987" y="452805"/>
                  </a:lnTo>
                  <a:lnTo>
                    <a:pt x="1722059" y="452499"/>
                  </a:lnTo>
                  <a:lnTo>
                    <a:pt x="1723130" y="452191"/>
                  </a:lnTo>
                  <a:lnTo>
                    <a:pt x="1724202" y="451879"/>
                  </a:lnTo>
                  <a:lnTo>
                    <a:pt x="1725274" y="451565"/>
                  </a:lnTo>
                  <a:lnTo>
                    <a:pt x="1726345" y="451249"/>
                  </a:lnTo>
                  <a:lnTo>
                    <a:pt x="1727417" y="450929"/>
                  </a:lnTo>
                  <a:lnTo>
                    <a:pt x="1728488" y="450607"/>
                  </a:lnTo>
                  <a:lnTo>
                    <a:pt x="1729560" y="450282"/>
                  </a:lnTo>
                  <a:lnTo>
                    <a:pt x="1730632" y="449955"/>
                  </a:lnTo>
                  <a:lnTo>
                    <a:pt x="1731703" y="449624"/>
                  </a:lnTo>
                  <a:lnTo>
                    <a:pt x="1732775" y="449291"/>
                  </a:lnTo>
                  <a:lnTo>
                    <a:pt x="1733846" y="448956"/>
                  </a:lnTo>
                  <a:lnTo>
                    <a:pt x="1734918" y="448617"/>
                  </a:lnTo>
                  <a:lnTo>
                    <a:pt x="1735990" y="448276"/>
                  </a:lnTo>
                  <a:lnTo>
                    <a:pt x="1737061" y="447933"/>
                  </a:lnTo>
                  <a:lnTo>
                    <a:pt x="1738133" y="447587"/>
                  </a:lnTo>
                  <a:lnTo>
                    <a:pt x="1739204" y="447238"/>
                  </a:lnTo>
                  <a:lnTo>
                    <a:pt x="1740276" y="446886"/>
                  </a:lnTo>
                  <a:lnTo>
                    <a:pt x="1741348" y="446532"/>
                  </a:lnTo>
                  <a:lnTo>
                    <a:pt x="1742419" y="446175"/>
                  </a:lnTo>
                  <a:lnTo>
                    <a:pt x="1743491" y="445816"/>
                  </a:lnTo>
                  <a:lnTo>
                    <a:pt x="1744562" y="445454"/>
                  </a:lnTo>
                  <a:lnTo>
                    <a:pt x="1745634" y="445089"/>
                  </a:lnTo>
                  <a:lnTo>
                    <a:pt x="1746706" y="444722"/>
                  </a:lnTo>
                  <a:lnTo>
                    <a:pt x="1747777" y="444352"/>
                  </a:lnTo>
                  <a:lnTo>
                    <a:pt x="1748849" y="443980"/>
                  </a:lnTo>
                  <a:lnTo>
                    <a:pt x="1749920" y="443605"/>
                  </a:lnTo>
                  <a:lnTo>
                    <a:pt x="1750992" y="443227"/>
                  </a:lnTo>
                  <a:lnTo>
                    <a:pt x="1752064" y="442847"/>
                  </a:lnTo>
                  <a:lnTo>
                    <a:pt x="1753135" y="442465"/>
                  </a:lnTo>
                  <a:lnTo>
                    <a:pt x="1754207" y="442080"/>
                  </a:lnTo>
                  <a:lnTo>
                    <a:pt x="1755278" y="441692"/>
                  </a:lnTo>
                  <a:lnTo>
                    <a:pt x="1756350" y="441302"/>
                  </a:lnTo>
                  <a:lnTo>
                    <a:pt x="1757422" y="440909"/>
                  </a:lnTo>
                  <a:lnTo>
                    <a:pt x="1758493" y="440514"/>
                  </a:lnTo>
                  <a:lnTo>
                    <a:pt x="1759565" y="440116"/>
                  </a:lnTo>
                  <a:lnTo>
                    <a:pt x="1760636" y="439716"/>
                  </a:lnTo>
                  <a:lnTo>
                    <a:pt x="1761708" y="439314"/>
                  </a:lnTo>
                  <a:lnTo>
                    <a:pt x="1762780" y="438909"/>
                  </a:lnTo>
                  <a:lnTo>
                    <a:pt x="1763851" y="438501"/>
                  </a:lnTo>
                  <a:lnTo>
                    <a:pt x="1764923" y="438091"/>
                  </a:lnTo>
                  <a:lnTo>
                    <a:pt x="1765994" y="437678"/>
                  </a:lnTo>
                  <a:lnTo>
                    <a:pt x="1767066" y="437264"/>
                  </a:lnTo>
                  <a:lnTo>
                    <a:pt x="1768138" y="436846"/>
                  </a:lnTo>
                  <a:lnTo>
                    <a:pt x="1769209" y="436426"/>
                  </a:lnTo>
                  <a:lnTo>
                    <a:pt x="1770281" y="436004"/>
                  </a:lnTo>
                  <a:lnTo>
                    <a:pt x="1771352" y="435580"/>
                  </a:lnTo>
                  <a:lnTo>
                    <a:pt x="1772424" y="435153"/>
                  </a:lnTo>
                  <a:lnTo>
                    <a:pt x="1773496" y="434723"/>
                  </a:lnTo>
                  <a:lnTo>
                    <a:pt x="1774567" y="434291"/>
                  </a:lnTo>
                  <a:lnTo>
                    <a:pt x="1775639" y="433857"/>
                  </a:lnTo>
                  <a:lnTo>
                    <a:pt x="1776710" y="433421"/>
                  </a:lnTo>
                  <a:lnTo>
                    <a:pt x="1777782" y="432982"/>
                  </a:lnTo>
                  <a:lnTo>
                    <a:pt x="1778853" y="432540"/>
                  </a:lnTo>
                  <a:lnTo>
                    <a:pt x="1779925" y="432097"/>
                  </a:lnTo>
                  <a:lnTo>
                    <a:pt x="1780997" y="431651"/>
                  </a:lnTo>
                  <a:lnTo>
                    <a:pt x="1782068" y="431202"/>
                  </a:lnTo>
                  <a:lnTo>
                    <a:pt x="1783140" y="430752"/>
                  </a:lnTo>
                  <a:lnTo>
                    <a:pt x="1784211" y="430299"/>
                  </a:lnTo>
                  <a:lnTo>
                    <a:pt x="1785283" y="429843"/>
                  </a:lnTo>
                  <a:lnTo>
                    <a:pt x="1786355" y="429386"/>
                  </a:lnTo>
                  <a:lnTo>
                    <a:pt x="1787426" y="428926"/>
                  </a:lnTo>
                  <a:lnTo>
                    <a:pt x="1788498" y="428464"/>
                  </a:lnTo>
                  <a:lnTo>
                    <a:pt x="1789569" y="427999"/>
                  </a:lnTo>
                  <a:lnTo>
                    <a:pt x="1790641" y="427533"/>
                  </a:lnTo>
                  <a:lnTo>
                    <a:pt x="1791713" y="427064"/>
                  </a:lnTo>
                  <a:lnTo>
                    <a:pt x="1792784" y="426592"/>
                  </a:lnTo>
                  <a:lnTo>
                    <a:pt x="1793856" y="426119"/>
                  </a:lnTo>
                  <a:lnTo>
                    <a:pt x="1794927" y="425643"/>
                  </a:lnTo>
                  <a:lnTo>
                    <a:pt x="1795999" y="425165"/>
                  </a:lnTo>
                  <a:lnTo>
                    <a:pt x="1797071" y="424685"/>
                  </a:lnTo>
                  <a:lnTo>
                    <a:pt x="1798142" y="424202"/>
                  </a:lnTo>
                  <a:lnTo>
                    <a:pt x="1799214" y="423717"/>
                  </a:lnTo>
                  <a:lnTo>
                    <a:pt x="1800285" y="423231"/>
                  </a:lnTo>
                  <a:lnTo>
                    <a:pt x="1801357" y="422741"/>
                  </a:lnTo>
                  <a:lnTo>
                    <a:pt x="1802429" y="422250"/>
                  </a:lnTo>
                  <a:lnTo>
                    <a:pt x="1803500" y="421757"/>
                  </a:lnTo>
                  <a:lnTo>
                    <a:pt x="1804572" y="421261"/>
                  </a:lnTo>
                  <a:lnTo>
                    <a:pt x="1805643" y="420763"/>
                  </a:lnTo>
                  <a:lnTo>
                    <a:pt x="1806715" y="420263"/>
                  </a:lnTo>
                  <a:lnTo>
                    <a:pt x="1807787" y="419761"/>
                  </a:lnTo>
                  <a:lnTo>
                    <a:pt x="1808858" y="419257"/>
                  </a:lnTo>
                  <a:lnTo>
                    <a:pt x="1809930" y="418750"/>
                  </a:lnTo>
                  <a:lnTo>
                    <a:pt x="1811001" y="418242"/>
                  </a:lnTo>
                  <a:lnTo>
                    <a:pt x="1812073" y="417731"/>
                  </a:lnTo>
                  <a:lnTo>
                    <a:pt x="1813145" y="417218"/>
                  </a:lnTo>
                  <a:lnTo>
                    <a:pt x="1814216" y="416703"/>
                  </a:lnTo>
                  <a:lnTo>
                    <a:pt x="1815288" y="416186"/>
                  </a:lnTo>
                  <a:lnTo>
                    <a:pt x="1816359" y="415667"/>
                  </a:lnTo>
                  <a:lnTo>
                    <a:pt x="1817431" y="415146"/>
                  </a:lnTo>
                  <a:lnTo>
                    <a:pt x="1818503" y="414623"/>
                  </a:lnTo>
                  <a:lnTo>
                    <a:pt x="1819574" y="414097"/>
                  </a:lnTo>
                  <a:lnTo>
                    <a:pt x="1820646" y="413570"/>
                  </a:lnTo>
                  <a:lnTo>
                    <a:pt x="1821717" y="413040"/>
                  </a:lnTo>
                  <a:lnTo>
                    <a:pt x="1822789" y="412509"/>
                  </a:lnTo>
                  <a:lnTo>
                    <a:pt x="1823861" y="411975"/>
                  </a:lnTo>
                  <a:lnTo>
                    <a:pt x="1824932" y="411440"/>
                  </a:lnTo>
                  <a:lnTo>
                    <a:pt x="1826004" y="410902"/>
                  </a:lnTo>
                  <a:lnTo>
                    <a:pt x="1827075" y="410362"/>
                  </a:lnTo>
                  <a:lnTo>
                    <a:pt x="1828147" y="409821"/>
                  </a:lnTo>
                  <a:lnTo>
                    <a:pt x="1829219" y="409277"/>
                  </a:lnTo>
                  <a:lnTo>
                    <a:pt x="1830290" y="408731"/>
                  </a:lnTo>
                  <a:lnTo>
                    <a:pt x="1831362" y="408184"/>
                  </a:lnTo>
                  <a:lnTo>
                    <a:pt x="1832433" y="407634"/>
                  </a:lnTo>
                  <a:lnTo>
                    <a:pt x="1833505" y="407082"/>
                  </a:lnTo>
                  <a:lnTo>
                    <a:pt x="1834577" y="406529"/>
                  </a:lnTo>
                  <a:lnTo>
                    <a:pt x="1835648" y="405973"/>
                  </a:lnTo>
                  <a:lnTo>
                    <a:pt x="1836720" y="405416"/>
                  </a:lnTo>
                  <a:lnTo>
                    <a:pt x="1837791" y="404857"/>
                  </a:lnTo>
                  <a:lnTo>
                    <a:pt x="1838863" y="404295"/>
                  </a:lnTo>
                  <a:lnTo>
                    <a:pt x="1839935" y="403732"/>
                  </a:lnTo>
                  <a:lnTo>
                    <a:pt x="1841006" y="403167"/>
                  </a:lnTo>
                  <a:lnTo>
                    <a:pt x="1842078" y="402600"/>
                  </a:lnTo>
                  <a:lnTo>
                    <a:pt x="1843149" y="402031"/>
                  </a:lnTo>
                  <a:lnTo>
                    <a:pt x="1844221" y="401460"/>
                  </a:lnTo>
                  <a:lnTo>
                    <a:pt x="1845293" y="400887"/>
                  </a:lnTo>
                  <a:lnTo>
                    <a:pt x="1846364" y="400313"/>
                  </a:lnTo>
                  <a:lnTo>
                    <a:pt x="1847436" y="399736"/>
                  </a:lnTo>
                  <a:lnTo>
                    <a:pt x="1848507" y="399158"/>
                  </a:lnTo>
                  <a:lnTo>
                    <a:pt x="1849579" y="398577"/>
                  </a:lnTo>
                  <a:lnTo>
                    <a:pt x="1850651" y="397995"/>
                  </a:lnTo>
                  <a:lnTo>
                    <a:pt x="1851722" y="397411"/>
                  </a:lnTo>
                  <a:lnTo>
                    <a:pt x="1852794" y="396826"/>
                  </a:lnTo>
                  <a:lnTo>
                    <a:pt x="1853865" y="396238"/>
                  </a:lnTo>
                  <a:lnTo>
                    <a:pt x="1854937" y="395649"/>
                  </a:lnTo>
                  <a:lnTo>
                    <a:pt x="1856009" y="395058"/>
                  </a:lnTo>
                  <a:lnTo>
                    <a:pt x="1857080" y="394465"/>
                  </a:lnTo>
                  <a:lnTo>
                    <a:pt x="1858152" y="393870"/>
                  </a:lnTo>
                  <a:lnTo>
                    <a:pt x="1859223" y="393273"/>
                  </a:lnTo>
                  <a:lnTo>
                    <a:pt x="1860295" y="392675"/>
                  </a:lnTo>
                  <a:lnTo>
                    <a:pt x="1861367" y="392075"/>
                  </a:lnTo>
                  <a:lnTo>
                    <a:pt x="1862438" y="391473"/>
                  </a:lnTo>
                  <a:lnTo>
                    <a:pt x="1863510" y="390870"/>
                  </a:lnTo>
                  <a:lnTo>
                    <a:pt x="1864581" y="390264"/>
                  </a:lnTo>
                  <a:lnTo>
                    <a:pt x="1865653" y="389657"/>
                  </a:lnTo>
                  <a:lnTo>
                    <a:pt x="1866725" y="389048"/>
                  </a:lnTo>
                  <a:lnTo>
                    <a:pt x="1867796" y="388438"/>
                  </a:lnTo>
                  <a:lnTo>
                    <a:pt x="1868868" y="387826"/>
                  </a:lnTo>
                  <a:lnTo>
                    <a:pt x="1869939" y="387212"/>
                  </a:lnTo>
                  <a:lnTo>
                    <a:pt x="1871011" y="386596"/>
                  </a:lnTo>
                  <a:lnTo>
                    <a:pt x="1872083" y="385979"/>
                  </a:lnTo>
                  <a:lnTo>
                    <a:pt x="1873154" y="385360"/>
                  </a:lnTo>
                  <a:lnTo>
                    <a:pt x="1874226" y="384739"/>
                  </a:lnTo>
                  <a:lnTo>
                    <a:pt x="1875297" y="384117"/>
                  </a:lnTo>
                  <a:lnTo>
                    <a:pt x="1876369" y="383493"/>
                  </a:lnTo>
                  <a:lnTo>
                    <a:pt x="1877441" y="382867"/>
                  </a:lnTo>
                  <a:lnTo>
                    <a:pt x="1878512" y="382240"/>
                  </a:lnTo>
                  <a:lnTo>
                    <a:pt x="1879584" y="381611"/>
                  </a:lnTo>
                  <a:lnTo>
                    <a:pt x="1880655" y="380981"/>
                  </a:lnTo>
                  <a:lnTo>
                    <a:pt x="1881727" y="380348"/>
                  </a:lnTo>
                  <a:lnTo>
                    <a:pt x="1882799" y="379715"/>
                  </a:lnTo>
                  <a:lnTo>
                    <a:pt x="1883870" y="379079"/>
                  </a:lnTo>
                  <a:lnTo>
                    <a:pt x="1884942" y="378442"/>
                  </a:lnTo>
                  <a:lnTo>
                    <a:pt x="1886013" y="377804"/>
                  </a:lnTo>
                  <a:lnTo>
                    <a:pt x="1887085" y="377164"/>
                  </a:lnTo>
                  <a:lnTo>
                    <a:pt x="1888157" y="376522"/>
                  </a:lnTo>
                  <a:lnTo>
                    <a:pt x="1889228" y="375879"/>
                  </a:lnTo>
                  <a:lnTo>
                    <a:pt x="1890300" y="375234"/>
                  </a:lnTo>
                  <a:lnTo>
                    <a:pt x="1891371" y="374588"/>
                  </a:lnTo>
                  <a:lnTo>
                    <a:pt x="1892443" y="373940"/>
                  </a:lnTo>
                  <a:lnTo>
                    <a:pt x="1893515" y="373291"/>
                  </a:lnTo>
                  <a:lnTo>
                    <a:pt x="1894586" y="372640"/>
                  </a:lnTo>
                  <a:lnTo>
                    <a:pt x="1895658" y="371988"/>
                  </a:lnTo>
                  <a:lnTo>
                    <a:pt x="1896729" y="371334"/>
                  </a:lnTo>
                  <a:lnTo>
                    <a:pt x="1897801" y="370679"/>
                  </a:lnTo>
                  <a:lnTo>
                    <a:pt x="1898873" y="370022"/>
                  </a:lnTo>
                  <a:lnTo>
                    <a:pt x="1899944" y="369364"/>
                  </a:lnTo>
                  <a:lnTo>
                    <a:pt x="1901016" y="368704"/>
                  </a:lnTo>
                  <a:lnTo>
                    <a:pt x="1902087" y="368043"/>
                  </a:lnTo>
                  <a:lnTo>
                    <a:pt x="1903159" y="367380"/>
                  </a:lnTo>
                  <a:lnTo>
                    <a:pt x="1904231" y="366716"/>
                  </a:lnTo>
                  <a:lnTo>
                    <a:pt x="1905302" y="366051"/>
                  </a:lnTo>
                  <a:lnTo>
                    <a:pt x="1906374" y="365384"/>
                  </a:lnTo>
                  <a:lnTo>
                    <a:pt x="1907445" y="364715"/>
                  </a:lnTo>
                  <a:lnTo>
                    <a:pt x="1908517" y="364046"/>
                  </a:lnTo>
                  <a:lnTo>
                    <a:pt x="1909589" y="363375"/>
                  </a:lnTo>
                  <a:lnTo>
                    <a:pt x="1910660" y="362702"/>
                  </a:lnTo>
                  <a:lnTo>
                    <a:pt x="1911732" y="362028"/>
                  </a:lnTo>
                  <a:lnTo>
                    <a:pt x="1912803" y="361353"/>
                  </a:lnTo>
                  <a:lnTo>
                    <a:pt x="1913875" y="360676"/>
                  </a:lnTo>
                  <a:lnTo>
                    <a:pt x="1914947" y="359998"/>
                  </a:lnTo>
                  <a:lnTo>
                    <a:pt x="1916018" y="359319"/>
                  </a:lnTo>
                  <a:lnTo>
                    <a:pt x="1917090" y="358639"/>
                  </a:lnTo>
                  <a:lnTo>
                    <a:pt x="1918161" y="357957"/>
                  </a:lnTo>
                  <a:lnTo>
                    <a:pt x="1919233" y="357273"/>
                  </a:lnTo>
                  <a:lnTo>
                    <a:pt x="1920305" y="356589"/>
                  </a:lnTo>
                  <a:lnTo>
                    <a:pt x="1921376" y="355903"/>
                  </a:lnTo>
                  <a:lnTo>
                    <a:pt x="1922448" y="355216"/>
                  </a:lnTo>
                  <a:lnTo>
                    <a:pt x="1923519" y="354527"/>
                  </a:lnTo>
                  <a:lnTo>
                    <a:pt x="1924591" y="353838"/>
                  </a:lnTo>
                  <a:lnTo>
                    <a:pt x="1925663" y="353147"/>
                  </a:lnTo>
                  <a:lnTo>
                    <a:pt x="1926734" y="352454"/>
                  </a:lnTo>
                  <a:lnTo>
                    <a:pt x="1927806" y="351761"/>
                  </a:lnTo>
                  <a:lnTo>
                    <a:pt x="1928877" y="351066"/>
                  </a:lnTo>
                  <a:lnTo>
                    <a:pt x="1929949" y="350370"/>
                  </a:lnTo>
                  <a:lnTo>
                    <a:pt x="1931021" y="349673"/>
                  </a:lnTo>
                  <a:lnTo>
                    <a:pt x="1932092" y="348975"/>
                  </a:lnTo>
                  <a:lnTo>
                    <a:pt x="1933164" y="348275"/>
                  </a:lnTo>
                  <a:lnTo>
                    <a:pt x="1934235" y="347574"/>
                  </a:lnTo>
                  <a:lnTo>
                    <a:pt x="1935307" y="346872"/>
                  </a:lnTo>
                  <a:lnTo>
                    <a:pt x="1936379" y="346169"/>
                  </a:lnTo>
                  <a:lnTo>
                    <a:pt x="1937450" y="345465"/>
                  </a:lnTo>
                  <a:lnTo>
                    <a:pt x="1938522" y="344759"/>
                  </a:lnTo>
                  <a:lnTo>
                    <a:pt x="1939593" y="344053"/>
                  </a:lnTo>
                  <a:lnTo>
                    <a:pt x="1940665" y="343345"/>
                  </a:lnTo>
                  <a:lnTo>
                    <a:pt x="1941737" y="342636"/>
                  </a:lnTo>
                  <a:lnTo>
                    <a:pt x="1942808" y="341926"/>
                  </a:lnTo>
                  <a:lnTo>
                    <a:pt x="1943880" y="341215"/>
                  </a:lnTo>
                  <a:lnTo>
                    <a:pt x="1944951" y="340503"/>
                  </a:lnTo>
                  <a:lnTo>
                    <a:pt x="1946023" y="339789"/>
                  </a:lnTo>
                  <a:lnTo>
                    <a:pt x="1947095" y="339075"/>
                  </a:lnTo>
                  <a:lnTo>
                    <a:pt x="1948166" y="338360"/>
                  </a:lnTo>
                  <a:lnTo>
                    <a:pt x="1949238" y="337643"/>
                  </a:lnTo>
                  <a:lnTo>
                    <a:pt x="1950309" y="336925"/>
                  </a:lnTo>
                  <a:lnTo>
                    <a:pt x="1951381" y="336207"/>
                  </a:lnTo>
                  <a:lnTo>
                    <a:pt x="1952453" y="335487"/>
                  </a:lnTo>
                  <a:lnTo>
                    <a:pt x="1953524" y="334766"/>
                  </a:lnTo>
                  <a:lnTo>
                    <a:pt x="1954596" y="334045"/>
                  </a:lnTo>
                  <a:lnTo>
                    <a:pt x="1955667" y="333322"/>
                  </a:lnTo>
                  <a:lnTo>
                    <a:pt x="1956739" y="332598"/>
                  </a:lnTo>
                  <a:lnTo>
                    <a:pt x="1957810" y="331873"/>
                  </a:lnTo>
                  <a:lnTo>
                    <a:pt x="1958882" y="331148"/>
                  </a:lnTo>
                  <a:lnTo>
                    <a:pt x="1959954" y="330421"/>
                  </a:lnTo>
                  <a:lnTo>
                    <a:pt x="1961025" y="329693"/>
                  </a:lnTo>
                  <a:lnTo>
                    <a:pt x="1962097" y="328965"/>
                  </a:lnTo>
                  <a:lnTo>
                    <a:pt x="1963168" y="328235"/>
                  </a:lnTo>
                  <a:lnTo>
                    <a:pt x="1964240" y="327505"/>
                  </a:lnTo>
                  <a:lnTo>
                    <a:pt x="1965312" y="326773"/>
                  </a:lnTo>
                  <a:lnTo>
                    <a:pt x="1966383" y="326041"/>
                  </a:lnTo>
                  <a:lnTo>
                    <a:pt x="1967455" y="325308"/>
                  </a:lnTo>
                  <a:lnTo>
                    <a:pt x="1968526" y="324574"/>
                  </a:lnTo>
                  <a:lnTo>
                    <a:pt x="1969598" y="323839"/>
                  </a:lnTo>
                  <a:lnTo>
                    <a:pt x="1970670" y="323103"/>
                  </a:lnTo>
                  <a:lnTo>
                    <a:pt x="1971741" y="322366"/>
                  </a:lnTo>
                  <a:lnTo>
                    <a:pt x="1972813" y="321628"/>
                  </a:lnTo>
                  <a:lnTo>
                    <a:pt x="1973884" y="320890"/>
                  </a:lnTo>
                  <a:lnTo>
                    <a:pt x="1974956" y="320151"/>
                  </a:lnTo>
                  <a:lnTo>
                    <a:pt x="1976028" y="319411"/>
                  </a:lnTo>
                  <a:lnTo>
                    <a:pt x="1977099" y="318670"/>
                  </a:lnTo>
                  <a:lnTo>
                    <a:pt x="1978171" y="317928"/>
                  </a:lnTo>
                  <a:lnTo>
                    <a:pt x="1979242" y="317185"/>
                  </a:lnTo>
                  <a:lnTo>
                    <a:pt x="1980314" y="316442"/>
                  </a:lnTo>
                  <a:lnTo>
                    <a:pt x="1981386" y="315698"/>
                  </a:lnTo>
                  <a:lnTo>
                    <a:pt x="1982457" y="314953"/>
                  </a:lnTo>
                  <a:lnTo>
                    <a:pt x="1983529" y="314207"/>
                  </a:lnTo>
                  <a:lnTo>
                    <a:pt x="1984600" y="313461"/>
                  </a:lnTo>
                  <a:lnTo>
                    <a:pt x="1985672" y="312714"/>
                  </a:lnTo>
                  <a:lnTo>
                    <a:pt x="1986744" y="311966"/>
                  </a:lnTo>
                  <a:lnTo>
                    <a:pt x="1987815" y="311217"/>
                  </a:lnTo>
                  <a:lnTo>
                    <a:pt x="1988887" y="310468"/>
                  </a:lnTo>
                  <a:lnTo>
                    <a:pt x="1989958" y="309718"/>
                  </a:lnTo>
                  <a:lnTo>
                    <a:pt x="1991030" y="308967"/>
                  </a:lnTo>
                  <a:lnTo>
                    <a:pt x="1992102" y="308215"/>
                  </a:lnTo>
                  <a:lnTo>
                    <a:pt x="1993173" y="307463"/>
                  </a:lnTo>
                  <a:lnTo>
                    <a:pt x="1994245" y="306711"/>
                  </a:lnTo>
                  <a:lnTo>
                    <a:pt x="1995316" y="305957"/>
                  </a:lnTo>
                  <a:lnTo>
                    <a:pt x="1996388" y="305203"/>
                  </a:lnTo>
                  <a:lnTo>
                    <a:pt x="1997460" y="304449"/>
                  </a:lnTo>
                  <a:lnTo>
                    <a:pt x="1998531" y="303693"/>
                  </a:lnTo>
                  <a:lnTo>
                    <a:pt x="1999603" y="302937"/>
                  </a:lnTo>
                  <a:lnTo>
                    <a:pt x="2000674" y="302181"/>
                  </a:lnTo>
                  <a:lnTo>
                    <a:pt x="2001746" y="301424"/>
                  </a:lnTo>
                  <a:lnTo>
                    <a:pt x="2002818" y="300666"/>
                  </a:lnTo>
                  <a:lnTo>
                    <a:pt x="2003889" y="299908"/>
                  </a:lnTo>
                  <a:lnTo>
                    <a:pt x="2004961" y="299149"/>
                  </a:lnTo>
                  <a:lnTo>
                    <a:pt x="2006032" y="298390"/>
                  </a:lnTo>
                  <a:lnTo>
                    <a:pt x="2007104" y="297630"/>
                  </a:lnTo>
                  <a:lnTo>
                    <a:pt x="2008176" y="296869"/>
                  </a:lnTo>
                  <a:lnTo>
                    <a:pt x="2009247" y="296108"/>
                  </a:lnTo>
                  <a:lnTo>
                    <a:pt x="2010319" y="295347"/>
                  </a:lnTo>
                  <a:lnTo>
                    <a:pt x="2011390" y="294585"/>
                  </a:lnTo>
                  <a:lnTo>
                    <a:pt x="2012462" y="293822"/>
                  </a:lnTo>
                  <a:lnTo>
                    <a:pt x="2013534" y="293059"/>
                  </a:lnTo>
                  <a:lnTo>
                    <a:pt x="2014605" y="292296"/>
                  </a:lnTo>
                  <a:lnTo>
                    <a:pt x="2015677" y="291532"/>
                  </a:lnTo>
                  <a:lnTo>
                    <a:pt x="2016748" y="290768"/>
                  </a:lnTo>
                  <a:lnTo>
                    <a:pt x="2017820" y="290003"/>
                  </a:lnTo>
                  <a:lnTo>
                    <a:pt x="2018892" y="289238"/>
                  </a:lnTo>
                  <a:lnTo>
                    <a:pt x="2019963" y="288472"/>
                  </a:lnTo>
                  <a:lnTo>
                    <a:pt x="2021035" y="287706"/>
                  </a:lnTo>
                  <a:lnTo>
                    <a:pt x="2022106" y="286940"/>
                  </a:lnTo>
                  <a:lnTo>
                    <a:pt x="2023178" y="286173"/>
                  </a:lnTo>
                  <a:lnTo>
                    <a:pt x="2024250" y="285406"/>
                  </a:lnTo>
                  <a:lnTo>
                    <a:pt x="2025321" y="284638"/>
                  </a:lnTo>
                  <a:lnTo>
                    <a:pt x="2026393" y="283870"/>
                  </a:lnTo>
                  <a:lnTo>
                    <a:pt x="2027464" y="283102"/>
                  </a:lnTo>
                  <a:lnTo>
                    <a:pt x="2028536" y="282334"/>
                  </a:lnTo>
                  <a:lnTo>
                    <a:pt x="2029608" y="281565"/>
                  </a:lnTo>
                  <a:lnTo>
                    <a:pt x="2030679" y="280796"/>
                  </a:lnTo>
                  <a:lnTo>
                    <a:pt x="2031751" y="280026"/>
                  </a:lnTo>
                  <a:lnTo>
                    <a:pt x="2032822" y="279256"/>
                  </a:lnTo>
                  <a:lnTo>
                    <a:pt x="2033894" y="278486"/>
                  </a:lnTo>
                  <a:lnTo>
                    <a:pt x="2034966" y="277716"/>
                  </a:lnTo>
                  <a:lnTo>
                    <a:pt x="2036037" y="276945"/>
                  </a:lnTo>
                  <a:lnTo>
                    <a:pt x="2037109" y="276175"/>
                  </a:lnTo>
                  <a:lnTo>
                    <a:pt x="2038180" y="275404"/>
                  </a:lnTo>
                  <a:lnTo>
                    <a:pt x="2039252" y="274632"/>
                  </a:lnTo>
                  <a:lnTo>
                    <a:pt x="2040324" y="273861"/>
                  </a:lnTo>
                  <a:lnTo>
                    <a:pt x="2041395" y="273089"/>
                  </a:lnTo>
                  <a:lnTo>
                    <a:pt x="2042467" y="272317"/>
                  </a:lnTo>
                  <a:lnTo>
                    <a:pt x="2043538" y="271545"/>
                  </a:lnTo>
                  <a:lnTo>
                    <a:pt x="2044610" y="270773"/>
                  </a:lnTo>
                  <a:lnTo>
                    <a:pt x="2045682" y="270001"/>
                  </a:lnTo>
                  <a:lnTo>
                    <a:pt x="2046753" y="269228"/>
                  </a:lnTo>
                  <a:lnTo>
                    <a:pt x="2047825" y="268456"/>
                  </a:lnTo>
                  <a:lnTo>
                    <a:pt x="2048896" y="267683"/>
                  </a:lnTo>
                  <a:lnTo>
                    <a:pt x="2049968" y="266910"/>
                  </a:lnTo>
                  <a:lnTo>
                    <a:pt x="2051040" y="266137"/>
                  </a:lnTo>
                  <a:lnTo>
                    <a:pt x="2052111" y="265364"/>
                  </a:lnTo>
                  <a:lnTo>
                    <a:pt x="2053183" y="264591"/>
                  </a:lnTo>
                  <a:lnTo>
                    <a:pt x="2054254" y="263817"/>
                  </a:lnTo>
                  <a:lnTo>
                    <a:pt x="2055326" y="263044"/>
                  </a:lnTo>
                  <a:lnTo>
                    <a:pt x="2056398" y="262271"/>
                  </a:lnTo>
                  <a:lnTo>
                    <a:pt x="2057469" y="261497"/>
                  </a:lnTo>
                  <a:lnTo>
                    <a:pt x="2058541" y="260724"/>
                  </a:lnTo>
                  <a:lnTo>
                    <a:pt x="2059612" y="259951"/>
                  </a:lnTo>
                  <a:lnTo>
                    <a:pt x="2060684" y="259177"/>
                  </a:lnTo>
                  <a:lnTo>
                    <a:pt x="2061756" y="258404"/>
                  </a:lnTo>
                  <a:lnTo>
                    <a:pt x="2062827" y="257630"/>
                  </a:lnTo>
                  <a:lnTo>
                    <a:pt x="2063899" y="256857"/>
                  </a:lnTo>
                  <a:lnTo>
                    <a:pt x="2064970" y="256084"/>
                  </a:lnTo>
                  <a:lnTo>
                    <a:pt x="2066042" y="255311"/>
                  </a:lnTo>
                  <a:lnTo>
                    <a:pt x="2067114" y="254537"/>
                  </a:lnTo>
                  <a:lnTo>
                    <a:pt x="2068185" y="253764"/>
                  </a:lnTo>
                  <a:lnTo>
                    <a:pt x="2069257" y="252991"/>
                  </a:lnTo>
                  <a:lnTo>
                    <a:pt x="2070328" y="252218"/>
                  </a:lnTo>
                  <a:lnTo>
                    <a:pt x="2071400" y="251446"/>
                  </a:lnTo>
                  <a:lnTo>
                    <a:pt x="2072472" y="250673"/>
                  </a:lnTo>
                  <a:lnTo>
                    <a:pt x="2073543" y="249901"/>
                  </a:lnTo>
                  <a:lnTo>
                    <a:pt x="2074615" y="249128"/>
                  </a:lnTo>
                  <a:lnTo>
                    <a:pt x="2075686" y="248356"/>
                  </a:lnTo>
                  <a:lnTo>
                    <a:pt x="2076758" y="247584"/>
                  </a:lnTo>
                  <a:lnTo>
                    <a:pt x="2077830" y="246812"/>
                  </a:lnTo>
                  <a:lnTo>
                    <a:pt x="2078901" y="246040"/>
                  </a:lnTo>
                  <a:lnTo>
                    <a:pt x="2079973" y="245269"/>
                  </a:lnTo>
                  <a:lnTo>
                    <a:pt x="2081044" y="244498"/>
                  </a:lnTo>
                  <a:lnTo>
                    <a:pt x="2082116" y="243727"/>
                  </a:lnTo>
                  <a:lnTo>
                    <a:pt x="2083188" y="242956"/>
                  </a:lnTo>
                  <a:lnTo>
                    <a:pt x="2084259" y="242186"/>
                  </a:lnTo>
                  <a:lnTo>
                    <a:pt x="2085331" y="241415"/>
                  </a:lnTo>
                  <a:lnTo>
                    <a:pt x="2086402" y="240645"/>
                  </a:lnTo>
                  <a:lnTo>
                    <a:pt x="2087474" y="239876"/>
                  </a:lnTo>
                  <a:lnTo>
                    <a:pt x="2088546" y="239106"/>
                  </a:lnTo>
                  <a:lnTo>
                    <a:pt x="2089617" y="238337"/>
                  </a:lnTo>
                  <a:lnTo>
                    <a:pt x="2090689" y="237569"/>
                  </a:lnTo>
                  <a:lnTo>
                    <a:pt x="2091760" y="236800"/>
                  </a:lnTo>
                  <a:lnTo>
                    <a:pt x="2092832" y="236032"/>
                  </a:lnTo>
                  <a:lnTo>
                    <a:pt x="2093904" y="235265"/>
                  </a:lnTo>
                  <a:lnTo>
                    <a:pt x="2094975" y="234497"/>
                  </a:lnTo>
                  <a:lnTo>
                    <a:pt x="2096047" y="233730"/>
                  </a:lnTo>
                  <a:lnTo>
                    <a:pt x="2097118" y="232964"/>
                  </a:lnTo>
                  <a:lnTo>
                    <a:pt x="2098190" y="232198"/>
                  </a:lnTo>
                  <a:lnTo>
                    <a:pt x="2099262" y="231432"/>
                  </a:lnTo>
                  <a:lnTo>
                    <a:pt x="2100333" y="230667"/>
                  </a:lnTo>
                  <a:lnTo>
                    <a:pt x="2101405" y="229902"/>
                  </a:lnTo>
                  <a:lnTo>
                    <a:pt x="2102476" y="229138"/>
                  </a:lnTo>
                  <a:lnTo>
                    <a:pt x="2103548" y="228374"/>
                  </a:lnTo>
                  <a:lnTo>
                    <a:pt x="2104620" y="227611"/>
                  </a:lnTo>
                  <a:lnTo>
                    <a:pt x="2105691" y="226848"/>
                  </a:lnTo>
                  <a:lnTo>
                    <a:pt x="2106763" y="226085"/>
                  </a:lnTo>
                  <a:lnTo>
                    <a:pt x="2107834" y="225324"/>
                  </a:lnTo>
                  <a:lnTo>
                    <a:pt x="2108906" y="224562"/>
                  </a:lnTo>
                  <a:lnTo>
                    <a:pt x="2109978" y="223802"/>
                  </a:lnTo>
                  <a:lnTo>
                    <a:pt x="2111049" y="223041"/>
                  </a:lnTo>
                  <a:lnTo>
                    <a:pt x="2112121" y="222282"/>
                  </a:lnTo>
                  <a:lnTo>
                    <a:pt x="2113192" y="221523"/>
                  </a:lnTo>
                  <a:lnTo>
                    <a:pt x="2114264" y="220764"/>
                  </a:lnTo>
                  <a:lnTo>
                    <a:pt x="2115336" y="220006"/>
                  </a:lnTo>
                  <a:lnTo>
                    <a:pt x="2116407" y="219249"/>
                  </a:lnTo>
                  <a:lnTo>
                    <a:pt x="2117479" y="218493"/>
                  </a:lnTo>
                  <a:lnTo>
                    <a:pt x="2118550" y="217737"/>
                  </a:lnTo>
                  <a:lnTo>
                    <a:pt x="2119622" y="216981"/>
                  </a:lnTo>
                  <a:lnTo>
                    <a:pt x="2120694" y="216227"/>
                  </a:lnTo>
                  <a:lnTo>
                    <a:pt x="2121765" y="215473"/>
                  </a:lnTo>
                  <a:lnTo>
                    <a:pt x="2122837" y="214720"/>
                  </a:lnTo>
                  <a:lnTo>
                    <a:pt x="2123908" y="213967"/>
                  </a:lnTo>
                  <a:lnTo>
                    <a:pt x="2124980" y="213215"/>
                  </a:lnTo>
                  <a:lnTo>
                    <a:pt x="2126052" y="212464"/>
                  </a:lnTo>
                  <a:lnTo>
                    <a:pt x="2127123" y="211714"/>
                  </a:lnTo>
                  <a:lnTo>
                    <a:pt x="2128195" y="210964"/>
                  </a:lnTo>
                  <a:lnTo>
                    <a:pt x="2129266" y="210216"/>
                  </a:lnTo>
                  <a:lnTo>
                    <a:pt x="2130338" y="209468"/>
                  </a:lnTo>
                  <a:lnTo>
                    <a:pt x="2131409" y="208720"/>
                  </a:lnTo>
                  <a:lnTo>
                    <a:pt x="2132481" y="207974"/>
                  </a:lnTo>
                  <a:lnTo>
                    <a:pt x="2133553" y="207228"/>
                  </a:lnTo>
                  <a:lnTo>
                    <a:pt x="2134624" y="206484"/>
                  </a:lnTo>
                  <a:lnTo>
                    <a:pt x="2135696" y="205740"/>
                  </a:lnTo>
                  <a:lnTo>
                    <a:pt x="2136767" y="204997"/>
                  </a:lnTo>
                  <a:lnTo>
                    <a:pt x="2137839" y="204255"/>
                  </a:lnTo>
                  <a:lnTo>
                    <a:pt x="2138911" y="203513"/>
                  </a:lnTo>
                  <a:lnTo>
                    <a:pt x="2139982" y="202773"/>
                  </a:lnTo>
                  <a:lnTo>
                    <a:pt x="2141054" y="202034"/>
                  </a:lnTo>
                  <a:lnTo>
                    <a:pt x="2142125" y="201295"/>
                  </a:lnTo>
                  <a:lnTo>
                    <a:pt x="2143197" y="200557"/>
                  </a:lnTo>
                  <a:lnTo>
                    <a:pt x="2144269" y="199821"/>
                  </a:lnTo>
                  <a:lnTo>
                    <a:pt x="2145340" y="199085"/>
                  </a:lnTo>
                  <a:lnTo>
                    <a:pt x="2146412" y="198350"/>
                  </a:lnTo>
                  <a:lnTo>
                    <a:pt x="2147483" y="197617"/>
                  </a:lnTo>
                  <a:lnTo>
                    <a:pt x="2148555" y="196884"/>
                  </a:lnTo>
                  <a:lnTo>
                    <a:pt x="2149627" y="196152"/>
                  </a:lnTo>
                  <a:lnTo>
                    <a:pt x="2150698" y="195422"/>
                  </a:lnTo>
                  <a:lnTo>
                    <a:pt x="2151770" y="194692"/>
                  </a:lnTo>
                  <a:lnTo>
                    <a:pt x="2152841" y="193964"/>
                  </a:lnTo>
                  <a:lnTo>
                    <a:pt x="2153913" y="193236"/>
                  </a:lnTo>
                  <a:lnTo>
                    <a:pt x="2154985" y="192510"/>
                  </a:lnTo>
                  <a:lnTo>
                    <a:pt x="2156056" y="191784"/>
                  </a:lnTo>
                  <a:lnTo>
                    <a:pt x="2157128" y="191060"/>
                  </a:lnTo>
                  <a:lnTo>
                    <a:pt x="2158199" y="190337"/>
                  </a:lnTo>
                  <a:lnTo>
                    <a:pt x="2159271" y="189615"/>
                  </a:lnTo>
                  <a:lnTo>
                    <a:pt x="2160343" y="188895"/>
                  </a:lnTo>
                  <a:lnTo>
                    <a:pt x="2161414" y="188175"/>
                  </a:lnTo>
                  <a:lnTo>
                    <a:pt x="2162486" y="187457"/>
                  </a:lnTo>
                  <a:lnTo>
                    <a:pt x="2163557" y="186739"/>
                  </a:lnTo>
                  <a:lnTo>
                    <a:pt x="2164629" y="186023"/>
                  </a:lnTo>
                  <a:lnTo>
                    <a:pt x="2165701" y="185308"/>
                  </a:lnTo>
                  <a:lnTo>
                    <a:pt x="2166772" y="184595"/>
                  </a:lnTo>
                  <a:lnTo>
                    <a:pt x="2167844" y="183883"/>
                  </a:lnTo>
                  <a:lnTo>
                    <a:pt x="2168915" y="183171"/>
                  </a:lnTo>
                  <a:lnTo>
                    <a:pt x="2169987" y="182462"/>
                  </a:lnTo>
                  <a:lnTo>
                    <a:pt x="2171059" y="181753"/>
                  </a:lnTo>
                  <a:lnTo>
                    <a:pt x="2172130" y="181046"/>
                  </a:lnTo>
                  <a:lnTo>
                    <a:pt x="2173202" y="180340"/>
                  </a:lnTo>
                  <a:lnTo>
                    <a:pt x="2174273" y="179635"/>
                  </a:lnTo>
                  <a:lnTo>
                    <a:pt x="2175345" y="178932"/>
                  </a:lnTo>
                  <a:lnTo>
                    <a:pt x="2176417" y="178230"/>
                  </a:lnTo>
                  <a:lnTo>
                    <a:pt x="2177488" y="177530"/>
                  </a:lnTo>
                  <a:lnTo>
                    <a:pt x="2178560" y="176830"/>
                  </a:lnTo>
                  <a:lnTo>
                    <a:pt x="2179631" y="176133"/>
                  </a:lnTo>
                  <a:lnTo>
                    <a:pt x="2180703" y="175436"/>
                  </a:lnTo>
                  <a:lnTo>
                    <a:pt x="2181775" y="174741"/>
                  </a:lnTo>
                  <a:lnTo>
                    <a:pt x="2182846" y="174048"/>
                  </a:lnTo>
                  <a:lnTo>
                    <a:pt x="2183918" y="173356"/>
                  </a:lnTo>
                  <a:lnTo>
                    <a:pt x="2184989" y="172665"/>
                  </a:lnTo>
                  <a:lnTo>
                    <a:pt x="2186061" y="171976"/>
                  </a:lnTo>
                  <a:lnTo>
                    <a:pt x="2187133" y="171288"/>
                  </a:lnTo>
                  <a:lnTo>
                    <a:pt x="2188204" y="170602"/>
                  </a:lnTo>
                  <a:lnTo>
                    <a:pt x="2189276" y="169918"/>
                  </a:lnTo>
                  <a:lnTo>
                    <a:pt x="2190347" y="169235"/>
                  </a:lnTo>
                  <a:lnTo>
                    <a:pt x="2191419" y="168553"/>
                  </a:lnTo>
                  <a:lnTo>
                    <a:pt x="2192491" y="167873"/>
                  </a:lnTo>
                  <a:lnTo>
                    <a:pt x="2193562" y="167194"/>
                  </a:lnTo>
                  <a:lnTo>
                    <a:pt x="2194634" y="166517"/>
                  </a:lnTo>
                  <a:lnTo>
                    <a:pt x="2195705" y="165842"/>
                  </a:lnTo>
                  <a:lnTo>
                    <a:pt x="2196777" y="165167"/>
                  </a:lnTo>
                  <a:lnTo>
                    <a:pt x="2197849" y="164495"/>
                  </a:lnTo>
                  <a:lnTo>
                    <a:pt x="2198920" y="163824"/>
                  </a:lnTo>
                  <a:lnTo>
                    <a:pt x="2199992" y="163154"/>
                  </a:lnTo>
                  <a:lnTo>
                    <a:pt x="2201063" y="162486"/>
                  </a:lnTo>
                  <a:lnTo>
                    <a:pt x="2202135" y="161820"/>
                  </a:lnTo>
                  <a:lnTo>
                    <a:pt x="2203207" y="161154"/>
                  </a:lnTo>
                  <a:lnTo>
                    <a:pt x="2204278" y="160491"/>
                  </a:lnTo>
                  <a:lnTo>
                    <a:pt x="2205350" y="159829"/>
                  </a:lnTo>
                  <a:lnTo>
                    <a:pt x="2206421" y="159168"/>
                  </a:lnTo>
                  <a:lnTo>
                    <a:pt x="2207493" y="158509"/>
                  </a:lnTo>
                  <a:lnTo>
                    <a:pt x="2208565" y="157852"/>
                  </a:lnTo>
                  <a:lnTo>
                    <a:pt x="2209636" y="157196"/>
                  </a:lnTo>
                  <a:lnTo>
                    <a:pt x="2210708" y="156541"/>
                  </a:lnTo>
                  <a:lnTo>
                    <a:pt x="2211779" y="155888"/>
                  </a:lnTo>
                  <a:lnTo>
                    <a:pt x="2212851" y="155237"/>
                  </a:lnTo>
                  <a:lnTo>
                    <a:pt x="2213923" y="154587"/>
                  </a:lnTo>
                  <a:lnTo>
                    <a:pt x="2214994" y="153938"/>
                  </a:lnTo>
                  <a:lnTo>
                    <a:pt x="2216066" y="153291"/>
                  </a:lnTo>
                  <a:lnTo>
                    <a:pt x="2217137" y="152646"/>
                  </a:lnTo>
                  <a:lnTo>
                    <a:pt x="2218209" y="152002"/>
                  </a:lnTo>
                  <a:lnTo>
                    <a:pt x="2219281" y="151359"/>
                  </a:lnTo>
                  <a:lnTo>
                    <a:pt x="2220352" y="150718"/>
                  </a:lnTo>
                  <a:lnTo>
                    <a:pt x="2221424" y="150079"/>
                  </a:lnTo>
                  <a:lnTo>
                    <a:pt x="2222495" y="149441"/>
                  </a:lnTo>
                  <a:lnTo>
                    <a:pt x="2223567" y="148804"/>
                  </a:lnTo>
                  <a:lnTo>
                    <a:pt x="2224639" y="148169"/>
                  </a:lnTo>
                  <a:lnTo>
                    <a:pt x="2225710" y="147536"/>
                  </a:lnTo>
                  <a:lnTo>
                    <a:pt x="2226782" y="146904"/>
                  </a:lnTo>
                  <a:lnTo>
                    <a:pt x="2227853" y="146273"/>
                  </a:lnTo>
                  <a:lnTo>
                    <a:pt x="2228925" y="145644"/>
                  </a:lnTo>
                  <a:lnTo>
                    <a:pt x="2229997" y="145017"/>
                  </a:lnTo>
                  <a:lnTo>
                    <a:pt x="2231068" y="144391"/>
                  </a:lnTo>
                  <a:lnTo>
                    <a:pt x="2232140" y="143766"/>
                  </a:lnTo>
                  <a:lnTo>
                    <a:pt x="2233211" y="143143"/>
                  </a:lnTo>
                  <a:lnTo>
                    <a:pt x="2234283" y="142522"/>
                  </a:lnTo>
                  <a:lnTo>
                    <a:pt x="2235355" y="141902"/>
                  </a:lnTo>
                  <a:lnTo>
                    <a:pt x="2236426" y="141284"/>
                  </a:lnTo>
                  <a:lnTo>
                    <a:pt x="2237498" y="140667"/>
                  </a:lnTo>
                  <a:lnTo>
                    <a:pt x="2238569" y="140051"/>
                  </a:lnTo>
                  <a:lnTo>
                    <a:pt x="2239641" y="139437"/>
                  </a:lnTo>
                  <a:lnTo>
                    <a:pt x="2240713" y="138825"/>
                  </a:lnTo>
                  <a:lnTo>
                    <a:pt x="2241784" y="138214"/>
                  </a:lnTo>
                  <a:lnTo>
                    <a:pt x="2242856" y="137604"/>
                  </a:lnTo>
                  <a:lnTo>
                    <a:pt x="2243927" y="136997"/>
                  </a:lnTo>
                  <a:lnTo>
                    <a:pt x="2244999" y="136390"/>
                  </a:lnTo>
                  <a:lnTo>
                    <a:pt x="2246071" y="135785"/>
                  </a:lnTo>
                  <a:lnTo>
                    <a:pt x="2247142" y="135182"/>
                  </a:lnTo>
                  <a:lnTo>
                    <a:pt x="2248214" y="134580"/>
                  </a:lnTo>
                  <a:lnTo>
                    <a:pt x="2249285" y="133979"/>
                  </a:lnTo>
                  <a:lnTo>
                    <a:pt x="2250357" y="133380"/>
                  </a:lnTo>
                  <a:lnTo>
                    <a:pt x="2251429" y="132783"/>
                  </a:lnTo>
                  <a:lnTo>
                    <a:pt x="2252500" y="132187"/>
                  </a:lnTo>
                  <a:lnTo>
                    <a:pt x="2253572" y="131593"/>
                  </a:lnTo>
                  <a:lnTo>
                    <a:pt x="2254643" y="131000"/>
                  </a:lnTo>
                  <a:lnTo>
                    <a:pt x="2255715" y="130408"/>
                  </a:lnTo>
                  <a:lnTo>
                    <a:pt x="2256787" y="129818"/>
                  </a:lnTo>
                  <a:lnTo>
                    <a:pt x="2257858" y="129230"/>
                  </a:lnTo>
                  <a:lnTo>
                    <a:pt x="2258930" y="128643"/>
                  </a:lnTo>
                  <a:lnTo>
                    <a:pt x="2260001" y="128057"/>
                  </a:lnTo>
                  <a:lnTo>
                    <a:pt x="2261073" y="127473"/>
                  </a:lnTo>
                  <a:lnTo>
                    <a:pt x="2262145" y="126891"/>
                  </a:lnTo>
                  <a:lnTo>
                    <a:pt x="2263216" y="126310"/>
                  </a:lnTo>
                  <a:lnTo>
                    <a:pt x="2264288" y="125730"/>
                  </a:lnTo>
                  <a:lnTo>
                    <a:pt x="2265359" y="125152"/>
                  </a:lnTo>
                  <a:lnTo>
                    <a:pt x="2266431" y="124576"/>
                  </a:lnTo>
                  <a:lnTo>
                    <a:pt x="2267503" y="124001"/>
                  </a:lnTo>
                  <a:lnTo>
                    <a:pt x="2268574" y="123427"/>
                  </a:lnTo>
                  <a:lnTo>
                    <a:pt x="2269646" y="122855"/>
                  </a:lnTo>
                  <a:lnTo>
                    <a:pt x="2270717" y="122285"/>
                  </a:lnTo>
                  <a:lnTo>
                    <a:pt x="2271789" y="121716"/>
                  </a:lnTo>
                  <a:lnTo>
                    <a:pt x="2272861" y="121148"/>
                  </a:lnTo>
                  <a:lnTo>
                    <a:pt x="2273932" y="120582"/>
                  </a:lnTo>
                  <a:lnTo>
                    <a:pt x="2275004" y="120018"/>
                  </a:lnTo>
                  <a:lnTo>
                    <a:pt x="2276075" y="119454"/>
                  </a:lnTo>
                  <a:lnTo>
                    <a:pt x="2277147" y="118893"/>
                  </a:lnTo>
                  <a:lnTo>
                    <a:pt x="2278219" y="118333"/>
                  </a:lnTo>
                  <a:lnTo>
                    <a:pt x="2279290" y="117774"/>
                  </a:lnTo>
                  <a:lnTo>
                    <a:pt x="2280362" y="117217"/>
                  </a:lnTo>
                  <a:lnTo>
                    <a:pt x="2281433" y="116661"/>
                  </a:lnTo>
                  <a:lnTo>
                    <a:pt x="2282505" y="116107"/>
                  </a:lnTo>
                  <a:lnTo>
                    <a:pt x="2283577" y="115555"/>
                  </a:lnTo>
                  <a:lnTo>
                    <a:pt x="2284648" y="115003"/>
                  </a:lnTo>
                  <a:lnTo>
                    <a:pt x="2285720" y="114454"/>
                  </a:lnTo>
                  <a:lnTo>
                    <a:pt x="2286791" y="113905"/>
                  </a:lnTo>
                  <a:lnTo>
                    <a:pt x="2287863" y="113359"/>
                  </a:lnTo>
                  <a:lnTo>
                    <a:pt x="2288935" y="112813"/>
                  </a:lnTo>
                  <a:lnTo>
                    <a:pt x="2290006" y="112270"/>
                  </a:lnTo>
                  <a:lnTo>
                    <a:pt x="2291078" y="111727"/>
                  </a:lnTo>
                  <a:lnTo>
                    <a:pt x="2292149" y="111187"/>
                  </a:lnTo>
                  <a:lnTo>
                    <a:pt x="2293221" y="110647"/>
                  </a:lnTo>
                  <a:lnTo>
                    <a:pt x="2294293" y="110109"/>
                  </a:lnTo>
                  <a:lnTo>
                    <a:pt x="2295364" y="109573"/>
                  </a:lnTo>
                  <a:lnTo>
                    <a:pt x="2296436" y="109038"/>
                  </a:lnTo>
                  <a:lnTo>
                    <a:pt x="2297507" y="108505"/>
                  </a:lnTo>
                  <a:lnTo>
                    <a:pt x="2298579" y="107973"/>
                  </a:lnTo>
                  <a:lnTo>
                    <a:pt x="2299651" y="107442"/>
                  </a:lnTo>
                  <a:lnTo>
                    <a:pt x="2300722" y="106913"/>
                  </a:lnTo>
                  <a:lnTo>
                    <a:pt x="2301794" y="106386"/>
                  </a:lnTo>
                  <a:lnTo>
                    <a:pt x="2302865" y="105860"/>
                  </a:lnTo>
                  <a:lnTo>
                    <a:pt x="2303937" y="105335"/>
                  </a:lnTo>
                  <a:lnTo>
                    <a:pt x="2305009" y="104812"/>
                  </a:lnTo>
                  <a:lnTo>
                    <a:pt x="2306080" y="104291"/>
                  </a:lnTo>
                  <a:lnTo>
                    <a:pt x="2307152" y="103770"/>
                  </a:lnTo>
                  <a:lnTo>
                    <a:pt x="2308223" y="103252"/>
                  </a:lnTo>
                  <a:lnTo>
                    <a:pt x="2309295" y="102735"/>
                  </a:lnTo>
                  <a:lnTo>
                    <a:pt x="2310366" y="102219"/>
                  </a:lnTo>
                  <a:lnTo>
                    <a:pt x="2311438" y="101705"/>
                  </a:lnTo>
                  <a:lnTo>
                    <a:pt x="2312510" y="101192"/>
                  </a:lnTo>
                  <a:lnTo>
                    <a:pt x="2313581" y="100681"/>
                  </a:lnTo>
                  <a:lnTo>
                    <a:pt x="2314653" y="100171"/>
                  </a:lnTo>
                  <a:lnTo>
                    <a:pt x="2315724" y="99662"/>
                  </a:lnTo>
                  <a:lnTo>
                    <a:pt x="2316796" y="99155"/>
                  </a:lnTo>
                  <a:lnTo>
                    <a:pt x="2317868" y="98650"/>
                  </a:lnTo>
                  <a:lnTo>
                    <a:pt x="2318939" y="98146"/>
                  </a:lnTo>
                  <a:lnTo>
                    <a:pt x="2320011" y="97644"/>
                  </a:lnTo>
                  <a:lnTo>
                    <a:pt x="2321082" y="97143"/>
                  </a:lnTo>
                  <a:lnTo>
                    <a:pt x="2322154" y="96643"/>
                  </a:lnTo>
                  <a:lnTo>
                    <a:pt x="2323226" y="96145"/>
                  </a:lnTo>
                  <a:lnTo>
                    <a:pt x="2324297" y="95648"/>
                  </a:lnTo>
                  <a:lnTo>
                    <a:pt x="2325369" y="95153"/>
                  </a:lnTo>
                  <a:lnTo>
                    <a:pt x="2326440" y="94659"/>
                  </a:lnTo>
                  <a:lnTo>
                    <a:pt x="2327512" y="94167"/>
                  </a:lnTo>
                  <a:lnTo>
                    <a:pt x="2328584" y="93676"/>
                  </a:lnTo>
                  <a:lnTo>
                    <a:pt x="2329655" y="93187"/>
                  </a:lnTo>
                  <a:lnTo>
                    <a:pt x="2330727" y="92699"/>
                  </a:lnTo>
                  <a:lnTo>
                    <a:pt x="2331798" y="92212"/>
                  </a:lnTo>
                  <a:lnTo>
                    <a:pt x="2332870" y="91727"/>
                  </a:lnTo>
                  <a:lnTo>
                    <a:pt x="2333942" y="91244"/>
                  </a:lnTo>
                  <a:lnTo>
                    <a:pt x="2335013" y="90762"/>
                  </a:lnTo>
                  <a:lnTo>
                    <a:pt x="2336085" y="90281"/>
                  </a:lnTo>
                  <a:lnTo>
                    <a:pt x="2337156" y="89802"/>
                  </a:lnTo>
                  <a:lnTo>
                    <a:pt x="2338228" y="89324"/>
                  </a:lnTo>
                  <a:lnTo>
                    <a:pt x="2339300" y="88848"/>
                  </a:lnTo>
                  <a:lnTo>
                    <a:pt x="2340371" y="88373"/>
                  </a:lnTo>
                  <a:lnTo>
                    <a:pt x="2341443" y="87900"/>
                  </a:lnTo>
                  <a:lnTo>
                    <a:pt x="2342514" y="87428"/>
                  </a:lnTo>
                  <a:lnTo>
                    <a:pt x="2343586" y="86957"/>
                  </a:lnTo>
                  <a:lnTo>
                    <a:pt x="2344658" y="86488"/>
                  </a:lnTo>
                  <a:lnTo>
                    <a:pt x="2345729" y="86021"/>
                  </a:lnTo>
                  <a:lnTo>
                    <a:pt x="2346801" y="85554"/>
                  </a:lnTo>
                  <a:lnTo>
                    <a:pt x="2347872" y="85090"/>
                  </a:lnTo>
                  <a:lnTo>
                    <a:pt x="2348944" y="84626"/>
                  </a:lnTo>
                  <a:lnTo>
                    <a:pt x="2350016" y="84165"/>
                  </a:lnTo>
                  <a:lnTo>
                    <a:pt x="2351087" y="83704"/>
                  </a:lnTo>
                  <a:lnTo>
                    <a:pt x="2352159" y="83245"/>
                  </a:lnTo>
                  <a:lnTo>
                    <a:pt x="2353230" y="82788"/>
                  </a:lnTo>
                  <a:lnTo>
                    <a:pt x="2354302" y="82332"/>
                  </a:lnTo>
                  <a:lnTo>
                    <a:pt x="2355374" y="81877"/>
                  </a:lnTo>
                  <a:lnTo>
                    <a:pt x="2356445" y="81424"/>
                  </a:lnTo>
                  <a:lnTo>
                    <a:pt x="2357517" y="80972"/>
                  </a:lnTo>
                  <a:lnTo>
                    <a:pt x="2358588" y="80522"/>
                  </a:lnTo>
                  <a:lnTo>
                    <a:pt x="2359660" y="80073"/>
                  </a:lnTo>
                  <a:lnTo>
                    <a:pt x="2360732" y="79625"/>
                  </a:lnTo>
                  <a:lnTo>
                    <a:pt x="2361803" y="79179"/>
                  </a:lnTo>
                  <a:lnTo>
                    <a:pt x="2362875" y="78735"/>
                  </a:lnTo>
                  <a:lnTo>
                    <a:pt x="2363946" y="78292"/>
                  </a:lnTo>
                  <a:lnTo>
                    <a:pt x="2365018" y="77850"/>
                  </a:lnTo>
                  <a:lnTo>
                    <a:pt x="2366090" y="77409"/>
                  </a:lnTo>
                  <a:lnTo>
                    <a:pt x="2367161" y="76971"/>
                  </a:lnTo>
                  <a:lnTo>
                    <a:pt x="2368233" y="76533"/>
                  </a:lnTo>
                  <a:lnTo>
                    <a:pt x="2369304" y="76097"/>
                  </a:lnTo>
                  <a:lnTo>
                    <a:pt x="2370376" y="75662"/>
                  </a:lnTo>
                  <a:lnTo>
                    <a:pt x="2371448" y="75229"/>
                  </a:lnTo>
                  <a:lnTo>
                    <a:pt x="2372519" y="74797"/>
                  </a:lnTo>
                  <a:lnTo>
                    <a:pt x="2373591" y="74367"/>
                  </a:lnTo>
                  <a:lnTo>
                    <a:pt x="2374662" y="73938"/>
                  </a:lnTo>
                  <a:lnTo>
                    <a:pt x="2375734" y="73511"/>
                  </a:lnTo>
                  <a:lnTo>
                    <a:pt x="2376806" y="73084"/>
                  </a:lnTo>
                  <a:lnTo>
                    <a:pt x="2377877" y="72660"/>
                  </a:lnTo>
                  <a:lnTo>
                    <a:pt x="2378949" y="72236"/>
                  </a:lnTo>
                  <a:lnTo>
                    <a:pt x="2380020" y="71815"/>
                  </a:lnTo>
                  <a:lnTo>
                    <a:pt x="2381092" y="71394"/>
                  </a:lnTo>
                  <a:lnTo>
                    <a:pt x="2382164" y="70975"/>
                  </a:lnTo>
                  <a:lnTo>
                    <a:pt x="2383235" y="70557"/>
                  </a:lnTo>
                  <a:lnTo>
                    <a:pt x="2384307" y="70141"/>
                  </a:lnTo>
                  <a:lnTo>
                    <a:pt x="2385378" y="69726"/>
                  </a:lnTo>
                  <a:lnTo>
                    <a:pt x="2386450" y="69313"/>
                  </a:lnTo>
                  <a:lnTo>
                    <a:pt x="2387522" y="68901"/>
                  </a:lnTo>
                  <a:lnTo>
                    <a:pt x="2388593" y="68490"/>
                  </a:lnTo>
                  <a:lnTo>
                    <a:pt x="2389665" y="68081"/>
                  </a:lnTo>
                  <a:lnTo>
                    <a:pt x="2390736" y="67673"/>
                  </a:lnTo>
                  <a:lnTo>
                    <a:pt x="2391808" y="67267"/>
                  </a:lnTo>
                  <a:lnTo>
                    <a:pt x="2392880" y="66862"/>
                  </a:lnTo>
                  <a:lnTo>
                    <a:pt x="2393951" y="66458"/>
                  </a:lnTo>
                  <a:lnTo>
                    <a:pt x="2395023" y="66056"/>
                  </a:lnTo>
                  <a:lnTo>
                    <a:pt x="2396094" y="65656"/>
                  </a:lnTo>
                  <a:lnTo>
                    <a:pt x="2397166" y="65256"/>
                  </a:lnTo>
                  <a:lnTo>
                    <a:pt x="2398238" y="64858"/>
                  </a:lnTo>
                  <a:lnTo>
                    <a:pt x="2399309" y="64461"/>
                  </a:lnTo>
                  <a:lnTo>
                    <a:pt x="2400381" y="64066"/>
                  </a:lnTo>
                  <a:lnTo>
                    <a:pt x="2401452" y="63672"/>
                  </a:lnTo>
                  <a:lnTo>
                    <a:pt x="2402524" y="63280"/>
                  </a:lnTo>
                  <a:lnTo>
                    <a:pt x="2403596" y="62889"/>
                  </a:lnTo>
                  <a:lnTo>
                    <a:pt x="2404667" y="62499"/>
                  </a:lnTo>
                  <a:lnTo>
                    <a:pt x="2405739" y="62111"/>
                  </a:lnTo>
                  <a:lnTo>
                    <a:pt x="2406810" y="61724"/>
                  </a:lnTo>
                  <a:lnTo>
                    <a:pt x="2407882" y="61339"/>
                  </a:lnTo>
                  <a:lnTo>
                    <a:pt x="2408954" y="60955"/>
                  </a:lnTo>
                  <a:lnTo>
                    <a:pt x="2410025" y="60572"/>
                  </a:lnTo>
                  <a:lnTo>
                    <a:pt x="2411097" y="60190"/>
                  </a:lnTo>
                  <a:lnTo>
                    <a:pt x="2412168" y="59810"/>
                  </a:lnTo>
                  <a:lnTo>
                    <a:pt x="2413240" y="59432"/>
                  </a:lnTo>
                  <a:lnTo>
                    <a:pt x="2414312" y="59055"/>
                  </a:lnTo>
                  <a:lnTo>
                    <a:pt x="2415383" y="58679"/>
                  </a:lnTo>
                  <a:lnTo>
                    <a:pt x="2416455" y="58304"/>
                  </a:lnTo>
                  <a:lnTo>
                    <a:pt x="2417526" y="57931"/>
                  </a:lnTo>
                  <a:lnTo>
                    <a:pt x="2418598" y="57559"/>
                  </a:lnTo>
                  <a:lnTo>
                    <a:pt x="2419670" y="57189"/>
                  </a:lnTo>
                  <a:lnTo>
                    <a:pt x="2420741" y="56820"/>
                  </a:lnTo>
                  <a:lnTo>
                    <a:pt x="2421813" y="56452"/>
                  </a:lnTo>
                  <a:lnTo>
                    <a:pt x="2422884" y="56086"/>
                  </a:lnTo>
                  <a:lnTo>
                    <a:pt x="2423956" y="55721"/>
                  </a:lnTo>
                  <a:lnTo>
                    <a:pt x="2425028" y="55358"/>
                  </a:lnTo>
                  <a:lnTo>
                    <a:pt x="2426099" y="54996"/>
                  </a:lnTo>
                  <a:lnTo>
                    <a:pt x="2427171" y="54635"/>
                  </a:lnTo>
                  <a:lnTo>
                    <a:pt x="2428242" y="54275"/>
                  </a:lnTo>
                  <a:lnTo>
                    <a:pt x="2429314" y="53917"/>
                  </a:lnTo>
                  <a:lnTo>
                    <a:pt x="2430386" y="53561"/>
                  </a:lnTo>
                  <a:lnTo>
                    <a:pt x="2431457" y="53205"/>
                  </a:lnTo>
                  <a:lnTo>
                    <a:pt x="2432529" y="52851"/>
                  </a:lnTo>
                  <a:lnTo>
                    <a:pt x="2433600" y="52499"/>
                  </a:lnTo>
                  <a:lnTo>
                    <a:pt x="2434672" y="52147"/>
                  </a:lnTo>
                  <a:lnTo>
                    <a:pt x="2435744" y="51797"/>
                  </a:lnTo>
                  <a:lnTo>
                    <a:pt x="2436815" y="51449"/>
                  </a:lnTo>
                  <a:lnTo>
                    <a:pt x="2437887" y="51101"/>
                  </a:lnTo>
                  <a:lnTo>
                    <a:pt x="2438958" y="50755"/>
                  </a:lnTo>
                  <a:lnTo>
                    <a:pt x="2440030" y="50411"/>
                  </a:lnTo>
                  <a:lnTo>
                    <a:pt x="2441102" y="50068"/>
                  </a:lnTo>
                  <a:lnTo>
                    <a:pt x="2442173" y="49726"/>
                  </a:lnTo>
                  <a:lnTo>
                    <a:pt x="2443245" y="49385"/>
                  </a:lnTo>
                  <a:lnTo>
                    <a:pt x="2444316" y="49046"/>
                  </a:lnTo>
                  <a:lnTo>
                    <a:pt x="2445388" y="48708"/>
                  </a:lnTo>
                  <a:lnTo>
                    <a:pt x="2446460" y="48372"/>
                  </a:lnTo>
                  <a:lnTo>
                    <a:pt x="2447531" y="48036"/>
                  </a:lnTo>
                  <a:lnTo>
                    <a:pt x="2448603" y="47703"/>
                  </a:lnTo>
                  <a:lnTo>
                    <a:pt x="2449674" y="47370"/>
                  </a:lnTo>
                  <a:lnTo>
                    <a:pt x="2450746" y="47039"/>
                  </a:lnTo>
                  <a:lnTo>
                    <a:pt x="2451818" y="46709"/>
                  </a:lnTo>
                  <a:lnTo>
                    <a:pt x="2452889" y="46381"/>
                  </a:lnTo>
                  <a:lnTo>
                    <a:pt x="2453961" y="46053"/>
                  </a:lnTo>
                  <a:lnTo>
                    <a:pt x="2455032" y="45727"/>
                  </a:lnTo>
                  <a:lnTo>
                    <a:pt x="2456104" y="45403"/>
                  </a:lnTo>
                  <a:lnTo>
                    <a:pt x="2457176" y="45080"/>
                  </a:lnTo>
                  <a:lnTo>
                    <a:pt x="2458247" y="44758"/>
                  </a:lnTo>
                  <a:lnTo>
                    <a:pt x="2459319" y="44437"/>
                  </a:lnTo>
                  <a:lnTo>
                    <a:pt x="2460390" y="44118"/>
                  </a:lnTo>
                  <a:lnTo>
                    <a:pt x="2461462" y="43800"/>
                  </a:lnTo>
                  <a:lnTo>
                    <a:pt x="2462534" y="43483"/>
                  </a:lnTo>
                  <a:lnTo>
                    <a:pt x="2463605" y="43168"/>
                  </a:lnTo>
                  <a:lnTo>
                    <a:pt x="2464677" y="42854"/>
                  </a:lnTo>
                  <a:lnTo>
                    <a:pt x="2465748" y="42541"/>
                  </a:lnTo>
                  <a:lnTo>
                    <a:pt x="2466820" y="42230"/>
                  </a:lnTo>
                  <a:lnTo>
                    <a:pt x="2467892" y="41920"/>
                  </a:lnTo>
                  <a:lnTo>
                    <a:pt x="2468963" y="41611"/>
                  </a:lnTo>
                  <a:lnTo>
                    <a:pt x="2470035" y="41304"/>
                  </a:lnTo>
                  <a:lnTo>
                    <a:pt x="2471106" y="40997"/>
                  </a:lnTo>
                  <a:lnTo>
                    <a:pt x="2472178" y="40693"/>
                  </a:lnTo>
                  <a:lnTo>
                    <a:pt x="2473250" y="40389"/>
                  </a:lnTo>
                  <a:lnTo>
                    <a:pt x="2474321" y="40087"/>
                  </a:lnTo>
                  <a:lnTo>
                    <a:pt x="2475393" y="39786"/>
                  </a:lnTo>
                  <a:lnTo>
                    <a:pt x="2476464" y="39486"/>
                  </a:lnTo>
                  <a:lnTo>
                    <a:pt x="2477536" y="39188"/>
                  </a:lnTo>
                  <a:lnTo>
                    <a:pt x="2478608" y="38891"/>
                  </a:lnTo>
                  <a:lnTo>
                    <a:pt x="2479679" y="38595"/>
                  </a:lnTo>
                  <a:lnTo>
                    <a:pt x="2480751" y="38300"/>
                  </a:lnTo>
                  <a:lnTo>
                    <a:pt x="2481822" y="38007"/>
                  </a:lnTo>
                  <a:lnTo>
                    <a:pt x="2482894" y="37715"/>
                  </a:lnTo>
                  <a:lnTo>
                    <a:pt x="2483966" y="37425"/>
                  </a:lnTo>
                  <a:lnTo>
                    <a:pt x="2485037" y="37135"/>
                  </a:lnTo>
                  <a:lnTo>
                    <a:pt x="2486109" y="36847"/>
                  </a:lnTo>
                  <a:lnTo>
                    <a:pt x="2487180" y="36560"/>
                  </a:lnTo>
                  <a:lnTo>
                    <a:pt x="2488252" y="36275"/>
                  </a:lnTo>
                  <a:lnTo>
                    <a:pt x="2489323" y="35991"/>
                  </a:lnTo>
                  <a:lnTo>
                    <a:pt x="2490395" y="35708"/>
                  </a:lnTo>
                  <a:lnTo>
                    <a:pt x="2491467" y="35426"/>
                  </a:lnTo>
                  <a:lnTo>
                    <a:pt x="2492538" y="35146"/>
                  </a:lnTo>
                  <a:lnTo>
                    <a:pt x="2493610" y="34867"/>
                  </a:lnTo>
                  <a:lnTo>
                    <a:pt x="2494681" y="34589"/>
                  </a:lnTo>
                  <a:lnTo>
                    <a:pt x="2495753" y="34312"/>
                  </a:lnTo>
                  <a:lnTo>
                    <a:pt x="2496825" y="34037"/>
                  </a:lnTo>
                  <a:lnTo>
                    <a:pt x="2497896" y="33763"/>
                  </a:lnTo>
                  <a:lnTo>
                    <a:pt x="2498968" y="33490"/>
                  </a:lnTo>
                  <a:lnTo>
                    <a:pt x="2500039" y="33218"/>
                  </a:lnTo>
                  <a:lnTo>
                    <a:pt x="2501111" y="32948"/>
                  </a:lnTo>
                  <a:lnTo>
                    <a:pt x="2502183" y="32679"/>
                  </a:lnTo>
                  <a:lnTo>
                    <a:pt x="2503254" y="32411"/>
                  </a:lnTo>
                  <a:lnTo>
                    <a:pt x="2504326" y="32145"/>
                  </a:lnTo>
                  <a:lnTo>
                    <a:pt x="2505397" y="31880"/>
                  </a:lnTo>
                  <a:lnTo>
                    <a:pt x="2506469" y="31616"/>
                  </a:lnTo>
                  <a:lnTo>
                    <a:pt x="2507541" y="31353"/>
                  </a:lnTo>
                  <a:lnTo>
                    <a:pt x="2508612" y="31091"/>
                  </a:lnTo>
                  <a:lnTo>
                    <a:pt x="2509684" y="30831"/>
                  </a:lnTo>
                  <a:lnTo>
                    <a:pt x="2510755" y="30572"/>
                  </a:lnTo>
                  <a:lnTo>
                    <a:pt x="2511827" y="30314"/>
                  </a:lnTo>
                  <a:lnTo>
                    <a:pt x="2512899" y="30058"/>
                  </a:lnTo>
                  <a:lnTo>
                    <a:pt x="2513970" y="29803"/>
                  </a:lnTo>
                  <a:lnTo>
                    <a:pt x="2515042" y="29549"/>
                  </a:lnTo>
                  <a:lnTo>
                    <a:pt x="2516113" y="29296"/>
                  </a:lnTo>
                  <a:lnTo>
                    <a:pt x="2517185" y="29044"/>
                  </a:lnTo>
                  <a:lnTo>
                    <a:pt x="2518257" y="28794"/>
                  </a:lnTo>
                  <a:lnTo>
                    <a:pt x="2519328" y="28545"/>
                  </a:lnTo>
                  <a:lnTo>
                    <a:pt x="2520400" y="28297"/>
                  </a:lnTo>
                  <a:lnTo>
                    <a:pt x="2521471" y="28050"/>
                  </a:lnTo>
                  <a:lnTo>
                    <a:pt x="2522543" y="27805"/>
                  </a:lnTo>
                  <a:lnTo>
                    <a:pt x="2523615" y="27561"/>
                  </a:lnTo>
                  <a:lnTo>
                    <a:pt x="2524686" y="27318"/>
                  </a:lnTo>
                  <a:lnTo>
                    <a:pt x="2525758" y="27076"/>
                  </a:lnTo>
                  <a:lnTo>
                    <a:pt x="2526829" y="26836"/>
                  </a:lnTo>
                  <a:lnTo>
                    <a:pt x="2527901" y="26596"/>
                  </a:lnTo>
                  <a:lnTo>
                    <a:pt x="2528973" y="26358"/>
                  </a:lnTo>
                  <a:lnTo>
                    <a:pt x="2530044" y="26121"/>
                  </a:lnTo>
                  <a:lnTo>
                    <a:pt x="2531116" y="25886"/>
                  </a:lnTo>
                  <a:lnTo>
                    <a:pt x="2532187" y="25651"/>
                  </a:lnTo>
                  <a:lnTo>
                    <a:pt x="2533259" y="25418"/>
                  </a:lnTo>
                  <a:lnTo>
                    <a:pt x="2534331" y="25186"/>
                  </a:lnTo>
                  <a:lnTo>
                    <a:pt x="2535402" y="24955"/>
                  </a:lnTo>
                  <a:lnTo>
                    <a:pt x="2536474" y="24726"/>
                  </a:lnTo>
                  <a:lnTo>
                    <a:pt x="2537545" y="24497"/>
                  </a:lnTo>
                  <a:lnTo>
                    <a:pt x="2538617" y="24270"/>
                  </a:lnTo>
                  <a:lnTo>
                    <a:pt x="2539689" y="24044"/>
                  </a:lnTo>
                  <a:lnTo>
                    <a:pt x="2540760" y="23819"/>
                  </a:lnTo>
                  <a:lnTo>
                    <a:pt x="2541832" y="23596"/>
                  </a:lnTo>
                  <a:lnTo>
                    <a:pt x="2542903" y="23373"/>
                  </a:lnTo>
                  <a:lnTo>
                    <a:pt x="2543975" y="23152"/>
                  </a:lnTo>
                  <a:lnTo>
                    <a:pt x="2545047" y="22932"/>
                  </a:lnTo>
                  <a:lnTo>
                    <a:pt x="2546118" y="22713"/>
                  </a:lnTo>
                  <a:lnTo>
                    <a:pt x="2547190" y="22496"/>
                  </a:lnTo>
                  <a:lnTo>
                    <a:pt x="2548261" y="22279"/>
                  </a:lnTo>
                  <a:lnTo>
                    <a:pt x="2549333" y="22064"/>
                  </a:lnTo>
                  <a:lnTo>
                    <a:pt x="2550405" y="21850"/>
                  </a:lnTo>
                  <a:lnTo>
                    <a:pt x="2551476" y="21637"/>
                  </a:lnTo>
                  <a:lnTo>
                    <a:pt x="2552548" y="21425"/>
                  </a:lnTo>
                  <a:lnTo>
                    <a:pt x="2553619" y="21215"/>
                  </a:lnTo>
                  <a:lnTo>
                    <a:pt x="2554691" y="21005"/>
                  </a:lnTo>
                  <a:lnTo>
                    <a:pt x="2555763" y="20797"/>
                  </a:lnTo>
                  <a:lnTo>
                    <a:pt x="2556834" y="20590"/>
                  </a:lnTo>
                  <a:lnTo>
                    <a:pt x="2557906" y="20384"/>
                  </a:lnTo>
                  <a:lnTo>
                    <a:pt x="2558977" y="20179"/>
                  </a:lnTo>
                  <a:lnTo>
                    <a:pt x="2560049" y="19976"/>
                  </a:lnTo>
                  <a:lnTo>
                    <a:pt x="2561121" y="19774"/>
                  </a:lnTo>
                  <a:lnTo>
                    <a:pt x="2562192" y="19572"/>
                  </a:lnTo>
                  <a:lnTo>
                    <a:pt x="2563264" y="19372"/>
                  </a:lnTo>
                  <a:lnTo>
                    <a:pt x="2564335" y="19173"/>
                  </a:lnTo>
                  <a:lnTo>
                    <a:pt x="2565407" y="18976"/>
                  </a:lnTo>
                  <a:lnTo>
                    <a:pt x="2566479" y="18779"/>
                  </a:lnTo>
                  <a:lnTo>
                    <a:pt x="2567550" y="18584"/>
                  </a:lnTo>
                  <a:lnTo>
                    <a:pt x="2568622" y="18389"/>
                  </a:lnTo>
                  <a:lnTo>
                    <a:pt x="2569693" y="18196"/>
                  </a:lnTo>
                  <a:lnTo>
                    <a:pt x="2570765" y="18004"/>
                  </a:lnTo>
                  <a:lnTo>
                    <a:pt x="2571837" y="17814"/>
                  </a:lnTo>
                  <a:lnTo>
                    <a:pt x="2572908" y="17624"/>
                  </a:lnTo>
                  <a:lnTo>
                    <a:pt x="2573980" y="17435"/>
                  </a:lnTo>
                  <a:lnTo>
                    <a:pt x="2575051" y="17248"/>
                  </a:lnTo>
                  <a:lnTo>
                    <a:pt x="2576123" y="17062"/>
                  </a:lnTo>
                  <a:lnTo>
                    <a:pt x="2577195" y="16877"/>
                  </a:lnTo>
                  <a:lnTo>
                    <a:pt x="2578266" y="16693"/>
                  </a:lnTo>
                  <a:lnTo>
                    <a:pt x="2579338" y="16510"/>
                  </a:lnTo>
                  <a:lnTo>
                    <a:pt x="2580409" y="16328"/>
                  </a:lnTo>
                  <a:lnTo>
                    <a:pt x="2581481" y="16147"/>
                  </a:lnTo>
                  <a:lnTo>
                    <a:pt x="2582553" y="15968"/>
                  </a:lnTo>
                  <a:lnTo>
                    <a:pt x="2583624" y="15790"/>
                  </a:lnTo>
                  <a:lnTo>
                    <a:pt x="2584696" y="15612"/>
                  </a:lnTo>
                  <a:lnTo>
                    <a:pt x="2585767" y="15436"/>
                  </a:lnTo>
                  <a:lnTo>
                    <a:pt x="2586839" y="15261"/>
                  </a:lnTo>
                  <a:lnTo>
                    <a:pt x="2587911" y="15088"/>
                  </a:lnTo>
                  <a:lnTo>
                    <a:pt x="2588982" y="14915"/>
                  </a:lnTo>
                  <a:lnTo>
                    <a:pt x="2590054" y="14743"/>
                  </a:lnTo>
                  <a:lnTo>
                    <a:pt x="2591125" y="14573"/>
                  </a:lnTo>
                  <a:lnTo>
                    <a:pt x="2592197" y="14403"/>
                  </a:lnTo>
                  <a:lnTo>
                    <a:pt x="2593269" y="14235"/>
                  </a:lnTo>
                  <a:lnTo>
                    <a:pt x="2594340" y="14068"/>
                  </a:lnTo>
                  <a:lnTo>
                    <a:pt x="2595412" y="13902"/>
                  </a:lnTo>
                  <a:lnTo>
                    <a:pt x="2596483" y="13737"/>
                  </a:lnTo>
                  <a:lnTo>
                    <a:pt x="2597555" y="13573"/>
                  </a:lnTo>
                  <a:lnTo>
                    <a:pt x="2598627" y="13410"/>
                  </a:lnTo>
                  <a:lnTo>
                    <a:pt x="2599698" y="13248"/>
                  </a:lnTo>
                  <a:lnTo>
                    <a:pt x="2600770" y="13088"/>
                  </a:lnTo>
                  <a:lnTo>
                    <a:pt x="2601841" y="12928"/>
                  </a:lnTo>
                  <a:lnTo>
                    <a:pt x="2602913" y="12770"/>
                  </a:lnTo>
                  <a:lnTo>
                    <a:pt x="2603985" y="12613"/>
                  </a:lnTo>
                  <a:lnTo>
                    <a:pt x="2605056" y="12456"/>
                  </a:lnTo>
                  <a:lnTo>
                    <a:pt x="2606128" y="12301"/>
                  </a:lnTo>
                  <a:lnTo>
                    <a:pt x="2607199" y="12147"/>
                  </a:lnTo>
                  <a:lnTo>
                    <a:pt x="2608271" y="11994"/>
                  </a:lnTo>
                  <a:lnTo>
                    <a:pt x="2609343" y="11842"/>
                  </a:lnTo>
                  <a:lnTo>
                    <a:pt x="2610414" y="11691"/>
                  </a:lnTo>
                  <a:lnTo>
                    <a:pt x="2611486" y="11542"/>
                  </a:lnTo>
                  <a:lnTo>
                    <a:pt x="2612557" y="11393"/>
                  </a:lnTo>
                  <a:lnTo>
                    <a:pt x="2613629" y="11245"/>
                  </a:lnTo>
                  <a:lnTo>
                    <a:pt x="2614701" y="11099"/>
                  </a:lnTo>
                  <a:lnTo>
                    <a:pt x="2615772" y="10953"/>
                  </a:lnTo>
                  <a:lnTo>
                    <a:pt x="2616844" y="10809"/>
                  </a:lnTo>
                  <a:lnTo>
                    <a:pt x="2617915" y="10666"/>
                  </a:lnTo>
                  <a:lnTo>
                    <a:pt x="2618987" y="10523"/>
                  </a:lnTo>
                  <a:lnTo>
                    <a:pt x="2620059" y="10382"/>
                  </a:lnTo>
                  <a:lnTo>
                    <a:pt x="2621130" y="10242"/>
                  </a:lnTo>
                  <a:lnTo>
                    <a:pt x="2622202" y="10103"/>
                  </a:lnTo>
                  <a:lnTo>
                    <a:pt x="2623273" y="9965"/>
                  </a:lnTo>
                  <a:lnTo>
                    <a:pt x="2624345" y="9828"/>
                  </a:lnTo>
                  <a:lnTo>
                    <a:pt x="2625417" y="9692"/>
                  </a:lnTo>
                  <a:lnTo>
                    <a:pt x="2626488" y="9557"/>
                  </a:lnTo>
                  <a:lnTo>
                    <a:pt x="2627560" y="9423"/>
                  </a:lnTo>
                  <a:lnTo>
                    <a:pt x="2628631" y="9290"/>
                  </a:lnTo>
                  <a:lnTo>
                    <a:pt x="2629703" y="9159"/>
                  </a:lnTo>
                  <a:lnTo>
                    <a:pt x="2630775" y="9028"/>
                  </a:lnTo>
                  <a:lnTo>
                    <a:pt x="2631846" y="8898"/>
                  </a:lnTo>
                  <a:lnTo>
                    <a:pt x="2632918" y="8770"/>
                  </a:lnTo>
                  <a:lnTo>
                    <a:pt x="2633989" y="8642"/>
                  </a:lnTo>
                  <a:lnTo>
                    <a:pt x="2635061" y="8515"/>
                  </a:lnTo>
                  <a:lnTo>
                    <a:pt x="2636133" y="8390"/>
                  </a:lnTo>
                  <a:lnTo>
                    <a:pt x="2637204" y="8265"/>
                  </a:lnTo>
                  <a:lnTo>
                    <a:pt x="2638276" y="8142"/>
                  </a:lnTo>
                  <a:lnTo>
                    <a:pt x="2639347" y="8019"/>
                  </a:lnTo>
                  <a:lnTo>
                    <a:pt x="2640419" y="7898"/>
                  </a:lnTo>
                  <a:lnTo>
                    <a:pt x="2641491" y="7778"/>
                  </a:lnTo>
                  <a:lnTo>
                    <a:pt x="2642562" y="7658"/>
                  </a:lnTo>
                  <a:lnTo>
                    <a:pt x="2643634" y="7540"/>
                  </a:lnTo>
                  <a:lnTo>
                    <a:pt x="2644705" y="7422"/>
                  </a:lnTo>
                  <a:lnTo>
                    <a:pt x="2645777" y="7306"/>
                  </a:lnTo>
                  <a:lnTo>
                    <a:pt x="2646849" y="7191"/>
                  </a:lnTo>
                  <a:lnTo>
                    <a:pt x="2647920" y="7076"/>
                  </a:lnTo>
                  <a:lnTo>
                    <a:pt x="2648992" y="6963"/>
                  </a:lnTo>
                  <a:lnTo>
                    <a:pt x="2650063" y="6851"/>
                  </a:lnTo>
                  <a:lnTo>
                    <a:pt x="2651135" y="6739"/>
                  </a:lnTo>
                  <a:lnTo>
                    <a:pt x="2652207" y="6629"/>
                  </a:lnTo>
                  <a:lnTo>
                    <a:pt x="2653278" y="6520"/>
                  </a:lnTo>
                  <a:lnTo>
                    <a:pt x="2654350" y="6411"/>
                  </a:lnTo>
                  <a:lnTo>
                    <a:pt x="2655421" y="6304"/>
                  </a:lnTo>
                  <a:lnTo>
                    <a:pt x="2656493" y="6197"/>
                  </a:lnTo>
                  <a:lnTo>
                    <a:pt x="2657565" y="6092"/>
                  </a:lnTo>
                  <a:lnTo>
                    <a:pt x="2658636" y="5988"/>
                  </a:lnTo>
                  <a:lnTo>
                    <a:pt x="2659708" y="5884"/>
                  </a:lnTo>
                  <a:lnTo>
                    <a:pt x="2660779" y="5782"/>
                  </a:lnTo>
                  <a:lnTo>
                    <a:pt x="2661851" y="5680"/>
                  </a:lnTo>
                  <a:lnTo>
                    <a:pt x="2662922" y="5580"/>
                  </a:lnTo>
                  <a:lnTo>
                    <a:pt x="2663994" y="5480"/>
                  </a:lnTo>
                  <a:lnTo>
                    <a:pt x="2665066" y="5382"/>
                  </a:lnTo>
                  <a:lnTo>
                    <a:pt x="2666137" y="5284"/>
                  </a:lnTo>
                  <a:lnTo>
                    <a:pt x="2667209" y="5188"/>
                  </a:lnTo>
                  <a:lnTo>
                    <a:pt x="2668280" y="5092"/>
                  </a:lnTo>
                  <a:lnTo>
                    <a:pt x="2669352" y="4998"/>
                  </a:lnTo>
                  <a:lnTo>
                    <a:pt x="2670424" y="4904"/>
                  </a:lnTo>
                  <a:lnTo>
                    <a:pt x="2671495" y="4811"/>
                  </a:lnTo>
                  <a:lnTo>
                    <a:pt x="2672567" y="4719"/>
                  </a:lnTo>
                  <a:lnTo>
                    <a:pt x="2673638" y="4629"/>
                  </a:lnTo>
                  <a:lnTo>
                    <a:pt x="2674710" y="4539"/>
                  </a:lnTo>
                  <a:lnTo>
                    <a:pt x="2675782" y="4450"/>
                  </a:lnTo>
                  <a:lnTo>
                    <a:pt x="2676853" y="4362"/>
                  </a:lnTo>
                  <a:lnTo>
                    <a:pt x="2677925" y="4275"/>
                  </a:lnTo>
                  <a:lnTo>
                    <a:pt x="2678996" y="4189"/>
                  </a:lnTo>
                  <a:lnTo>
                    <a:pt x="2680068" y="4104"/>
                  </a:lnTo>
                  <a:lnTo>
                    <a:pt x="2681140" y="4020"/>
                  </a:lnTo>
                  <a:lnTo>
                    <a:pt x="2682211" y="3937"/>
                  </a:lnTo>
                  <a:lnTo>
                    <a:pt x="2683283" y="3854"/>
                  </a:lnTo>
                  <a:lnTo>
                    <a:pt x="2684354" y="3773"/>
                  </a:lnTo>
                  <a:lnTo>
                    <a:pt x="2685426" y="3693"/>
                  </a:lnTo>
                  <a:lnTo>
                    <a:pt x="2686498" y="3613"/>
                  </a:lnTo>
                  <a:lnTo>
                    <a:pt x="2687569" y="3535"/>
                  </a:lnTo>
                  <a:lnTo>
                    <a:pt x="2688641" y="3457"/>
                  </a:lnTo>
                  <a:lnTo>
                    <a:pt x="2689712" y="3380"/>
                  </a:lnTo>
                  <a:lnTo>
                    <a:pt x="2690784" y="3305"/>
                  </a:lnTo>
                  <a:lnTo>
                    <a:pt x="2691856" y="3230"/>
                  </a:lnTo>
                  <a:lnTo>
                    <a:pt x="2692927" y="3156"/>
                  </a:lnTo>
                  <a:lnTo>
                    <a:pt x="2693999" y="3083"/>
                  </a:lnTo>
                  <a:lnTo>
                    <a:pt x="2695070" y="3011"/>
                  </a:lnTo>
                  <a:lnTo>
                    <a:pt x="2696142" y="2940"/>
                  </a:lnTo>
                  <a:lnTo>
                    <a:pt x="2697214" y="2869"/>
                  </a:lnTo>
                  <a:lnTo>
                    <a:pt x="2698285" y="2800"/>
                  </a:lnTo>
                  <a:lnTo>
                    <a:pt x="2699357" y="2732"/>
                  </a:lnTo>
                  <a:lnTo>
                    <a:pt x="2700428" y="2664"/>
                  </a:lnTo>
                  <a:lnTo>
                    <a:pt x="2701500" y="2597"/>
                  </a:lnTo>
                  <a:lnTo>
                    <a:pt x="2702572" y="2532"/>
                  </a:lnTo>
                  <a:lnTo>
                    <a:pt x="2703643" y="2467"/>
                  </a:lnTo>
                  <a:lnTo>
                    <a:pt x="2704715" y="2403"/>
                  </a:lnTo>
                  <a:lnTo>
                    <a:pt x="2705786" y="2340"/>
                  </a:lnTo>
                  <a:lnTo>
                    <a:pt x="2706858" y="2278"/>
                  </a:lnTo>
                  <a:lnTo>
                    <a:pt x="2707930" y="2216"/>
                  </a:lnTo>
                  <a:lnTo>
                    <a:pt x="2709001" y="2156"/>
                  </a:lnTo>
                  <a:lnTo>
                    <a:pt x="2710073" y="2097"/>
                  </a:lnTo>
                  <a:lnTo>
                    <a:pt x="2711144" y="2038"/>
                  </a:lnTo>
                  <a:lnTo>
                    <a:pt x="2712216" y="1980"/>
                  </a:lnTo>
                  <a:lnTo>
                    <a:pt x="2713288" y="1923"/>
                  </a:lnTo>
                  <a:lnTo>
                    <a:pt x="2714359" y="1868"/>
                  </a:lnTo>
                  <a:lnTo>
                    <a:pt x="2715431" y="1812"/>
                  </a:lnTo>
                  <a:lnTo>
                    <a:pt x="2716502" y="1758"/>
                  </a:lnTo>
                  <a:lnTo>
                    <a:pt x="2717574" y="1705"/>
                  </a:lnTo>
                  <a:lnTo>
                    <a:pt x="2718646" y="1652"/>
                  </a:lnTo>
                  <a:lnTo>
                    <a:pt x="2719717" y="1601"/>
                  </a:lnTo>
                  <a:lnTo>
                    <a:pt x="2720789" y="1550"/>
                  </a:lnTo>
                  <a:lnTo>
                    <a:pt x="2721860" y="1500"/>
                  </a:lnTo>
                  <a:lnTo>
                    <a:pt x="2722932" y="1451"/>
                  </a:lnTo>
                  <a:lnTo>
                    <a:pt x="2724004" y="1403"/>
                  </a:lnTo>
                  <a:lnTo>
                    <a:pt x="2725075" y="1356"/>
                  </a:lnTo>
                  <a:lnTo>
                    <a:pt x="2726147" y="1309"/>
                  </a:lnTo>
                  <a:lnTo>
                    <a:pt x="2727218" y="1264"/>
                  </a:lnTo>
                  <a:lnTo>
                    <a:pt x="2728290" y="1219"/>
                  </a:lnTo>
                  <a:lnTo>
                    <a:pt x="2729362" y="1175"/>
                  </a:lnTo>
                  <a:lnTo>
                    <a:pt x="2730433" y="1132"/>
                  </a:lnTo>
                  <a:lnTo>
                    <a:pt x="2731505" y="1090"/>
                  </a:lnTo>
                  <a:lnTo>
                    <a:pt x="2732576" y="1048"/>
                  </a:lnTo>
                  <a:lnTo>
                    <a:pt x="2733648" y="1008"/>
                  </a:lnTo>
                  <a:lnTo>
                    <a:pt x="2734720" y="968"/>
                  </a:lnTo>
                  <a:lnTo>
                    <a:pt x="2735791" y="929"/>
                  </a:lnTo>
                  <a:lnTo>
                    <a:pt x="2736863" y="891"/>
                  </a:lnTo>
                  <a:lnTo>
                    <a:pt x="2737934" y="854"/>
                  </a:lnTo>
                  <a:lnTo>
                    <a:pt x="2739006" y="818"/>
                  </a:lnTo>
                  <a:lnTo>
                    <a:pt x="2740078" y="782"/>
                  </a:lnTo>
                  <a:lnTo>
                    <a:pt x="2741149" y="747"/>
                  </a:lnTo>
                  <a:lnTo>
                    <a:pt x="2742221" y="713"/>
                  </a:lnTo>
                  <a:lnTo>
                    <a:pt x="2743292" y="680"/>
                  </a:lnTo>
                  <a:lnTo>
                    <a:pt x="2744364" y="648"/>
                  </a:lnTo>
                  <a:lnTo>
                    <a:pt x="2745436" y="616"/>
                  </a:lnTo>
                  <a:lnTo>
                    <a:pt x="2746507" y="586"/>
                  </a:lnTo>
                  <a:lnTo>
                    <a:pt x="2747579" y="556"/>
                  </a:lnTo>
                  <a:lnTo>
                    <a:pt x="2748650" y="527"/>
                  </a:lnTo>
                  <a:lnTo>
                    <a:pt x="2749722" y="499"/>
                  </a:lnTo>
                  <a:lnTo>
                    <a:pt x="2750794" y="471"/>
                  </a:lnTo>
                  <a:lnTo>
                    <a:pt x="2751865" y="445"/>
                  </a:lnTo>
                  <a:lnTo>
                    <a:pt x="2752937" y="419"/>
                  </a:lnTo>
                  <a:lnTo>
                    <a:pt x="2754008" y="394"/>
                  </a:lnTo>
                  <a:lnTo>
                    <a:pt x="2755080" y="369"/>
                  </a:lnTo>
                  <a:lnTo>
                    <a:pt x="2756152" y="346"/>
                  </a:lnTo>
                  <a:lnTo>
                    <a:pt x="2757223" y="323"/>
                  </a:lnTo>
                  <a:lnTo>
                    <a:pt x="2758295" y="301"/>
                  </a:lnTo>
                  <a:lnTo>
                    <a:pt x="2759366" y="280"/>
                  </a:lnTo>
                  <a:lnTo>
                    <a:pt x="2760438" y="260"/>
                  </a:lnTo>
                  <a:lnTo>
                    <a:pt x="2761510" y="241"/>
                  </a:lnTo>
                  <a:lnTo>
                    <a:pt x="2762581" y="222"/>
                  </a:lnTo>
                  <a:lnTo>
                    <a:pt x="2763653" y="204"/>
                  </a:lnTo>
                  <a:lnTo>
                    <a:pt x="2764724" y="187"/>
                  </a:lnTo>
                  <a:lnTo>
                    <a:pt x="2765796" y="170"/>
                  </a:lnTo>
                  <a:lnTo>
                    <a:pt x="2766868" y="155"/>
                  </a:lnTo>
                  <a:lnTo>
                    <a:pt x="2767939" y="140"/>
                  </a:lnTo>
                  <a:lnTo>
                    <a:pt x="2769011" y="126"/>
                  </a:lnTo>
                  <a:lnTo>
                    <a:pt x="2770082" y="112"/>
                  </a:lnTo>
                  <a:lnTo>
                    <a:pt x="2771154" y="100"/>
                  </a:lnTo>
                  <a:lnTo>
                    <a:pt x="2772226" y="88"/>
                  </a:lnTo>
                  <a:lnTo>
                    <a:pt x="2773297" y="77"/>
                  </a:lnTo>
                  <a:lnTo>
                    <a:pt x="2774369" y="66"/>
                  </a:lnTo>
                  <a:lnTo>
                    <a:pt x="2775440" y="57"/>
                  </a:lnTo>
                  <a:lnTo>
                    <a:pt x="2776512" y="48"/>
                  </a:lnTo>
                  <a:lnTo>
                    <a:pt x="2777584" y="40"/>
                  </a:lnTo>
                  <a:lnTo>
                    <a:pt x="2778655" y="32"/>
                  </a:lnTo>
                  <a:lnTo>
                    <a:pt x="2779727" y="26"/>
                  </a:lnTo>
                  <a:lnTo>
                    <a:pt x="2780798" y="20"/>
                  </a:lnTo>
                  <a:lnTo>
                    <a:pt x="2781870" y="15"/>
                  </a:lnTo>
                  <a:lnTo>
                    <a:pt x="2782942" y="10"/>
                  </a:lnTo>
                  <a:lnTo>
                    <a:pt x="2784013" y="7"/>
                  </a:lnTo>
                  <a:lnTo>
                    <a:pt x="2785085" y="4"/>
                  </a:lnTo>
                  <a:lnTo>
                    <a:pt x="2786156" y="2"/>
                  </a:lnTo>
                  <a:lnTo>
                    <a:pt x="2787228" y="0"/>
                  </a:lnTo>
                  <a:lnTo>
                    <a:pt x="2788300" y="0"/>
                  </a:lnTo>
                  <a:lnTo>
                    <a:pt x="2789371" y="0"/>
                  </a:lnTo>
                  <a:lnTo>
                    <a:pt x="2790443" y="0"/>
                  </a:lnTo>
                  <a:lnTo>
                    <a:pt x="2791514" y="2"/>
                  </a:lnTo>
                  <a:lnTo>
                    <a:pt x="2792586" y="4"/>
                  </a:lnTo>
                  <a:lnTo>
                    <a:pt x="2793658" y="7"/>
                  </a:lnTo>
                  <a:lnTo>
                    <a:pt x="2794729" y="10"/>
                  </a:lnTo>
                  <a:lnTo>
                    <a:pt x="2795801" y="14"/>
                  </a:lnTo>
                  <a:lnTo>
                    <a:pt x="2796872" y="19"/>
                  </a:lnTo>
                  <a:lnTo>
                    <a:pt x="2797944" y="25"/>
                  </a:lnTo>
                  <a:lnTo>
                    <a:pt x="2799016" y="32"/>
                  </a:lnTo>
                  <a:lnTo>
                    <a:pt x="2800087" y="39"/>
                  </a:lnTo>
                  <a:lnTo>
                    <a:pt x="2801159" y="46"/>
                  </a:lnTo>
                  <a:lnTo>
                    <a:pt x="2802230" y="55"/>
                  </a:lnTo>
                  <a:lnTo>
                    <a:pt x="2803302" y="64"/>
                  </a:lnTo>
                  <a:lnTo>
                    <a:pt x="2804374" y="74"/>
                  </a:lnTo>
                  <a:lnTo>
                    <a:pt x="2805445" y="84"/>
                  </a:lnTo>
                  <a:lnTo>
                    <a:pt x="2806517" y="96"/>
                  </a:lnTo>
                  <a:lnTo>
                    <a:pt x="2807588" y="108"/>
                  </a:lnTo>
                  <a:lnTo>
                    <a:pt x="2808660" y="120"/>
                  </a:lnTo>
                  <a:lnTo>
                    <a:pt x="2809732" y="134"/>
                  </a:lnTo>
                  <a:lnTo>
                    <a:pt x="2810803" y="148"/>
                  </a:lnTo>
                  <a:lnTo>
                    <a:pt x="2811875" y="162"/>
                  </a:lnTo>
                  <a:lnTo>
                    <a:pt x="2812946" y="177"/>
                  </a:lnTo>
                  <a:lnTo>
                    <a:pt x="2814018" y="193"/>
                  </a:lnTo>
                  <a:lnTo>
                    <a:pt x="2815090" y="210"/>
                  </a:lnTo>
                  <a:lnTo>
                    <a:pt x="2816161" y="227"/>
                  </a:lnTo>
                  <a:lnTo>
                    <a:pt x="2817233" y="245"/>
                  </a:lnTo>
                  <a:lnTo>
                    <a:pt x="2818304" y="264"/>
                  </a:lnTo>
                  <a:lnTo>
                    <a:pt x="2819376" y="283"/>
                  </a:lnTo>
                  <a:lnTo>
                    <a:pt x="2820448" y="303"/>
                  </a:lnTo>
                  <a:lnTo>
                    <a:pt x="2821519" y="324"/>
                  </a:lnTo>
                  <a:lnTo>
                    <a:pt x="2822591" y="345"/>
                  </a:lnTo>
                  <a:lnTo>
                    <a:pt x="2823662" y="367"/>
                  </a:lnTo>
                  <a:lnTo>
                    <a:pt x="2824734" y="390"/>
                  </a:lnTo>
                  <a:lnTo>
                    <a:pt x="2825806" y="413"/>
                  </a:lnTo>
                  <a:lnTo>
                    <a:pt x="2826877" y="437"/>
                  </a:lnTo>
                  <a:lnTo>
                    <a:pt x="2827949" y="461"/>
                  </a:lnTo>
                  <a:lnTo>
                    <a:pt x="2829020" y="486"/>
                  </a:lnTo>
                  <a:lnTo>
                    <a:pt x="2830092" y="512"/>
                  </a:lnTo>
                  <a:lnTo>
                    <a:pt x="2831164" y="539"/>
                  </a:lnTo>
                  <a:lnTo>
                    <a:pt x="2832235" y="566"/>
                  </a:lnTo>
                  <a:lnTo>
                    <a:pt x="2833307" y="593"/>
                  </a:lnTo>
                  <a:lnTo>
                    <a:pt x="2834378" y="622"/>
                  </a:lnTo>
                  <a:lnTo>
                    <a:pt x="2835450" y="651"/>
                  </a:lnTo>
                  <a:lnTo>
                    <a:pt x="2836522" y="680"/>
                  </a:lnTo>
                  <a:lnTo>
                    <a:pt x="2837593" y="710"/>
                  </a:lnTo>
                  <a:lnTo>
                    <a:pt x="2838665" y="741"/>
                  </a:lnTo>
                  <a:lnTo>
                    <a:pt x="2839736" y="772"/>
                  </a:lnTo>
                  <a:lnTo>
                    <a:pt x="2840808" y="804"/>
                  </a:lnTo>
                  <a:lnTo>
                    <a:pt x="2841879" y="837"/>
                  </a:lnTo>
                  <a:lnTo>
                    <a:pt x="2842951" y="870"/>
                  </a:lnTo>
                  <a:lnTo>
                    <a:pt x="2844023" y="904"/>
                  </a:lnTo>
                  <a:lnTo>
                    <a:pt x="2845094" y="939"/>
                  </a:lnTo>
                  <a:lnTo>
                    <a:pt x="2846166" y="974"/>
                  </a:lnTo>
                  <a:lnTo>
                    <a:pt x="2847237" y="1009"/>
                  </a:lnTo>
                  <a:lnTo>
                    <a:pt x="2848309" y="1046"/>
                  </a:lnTo>
                  <a:lnTo>
                    <a:pt x="2849381" y="1082"/>
                  </a:lnTo>
                  <a:lnTo>
                    <a:pt x="2850452" y="1120"/>
                  </a:lnTo>
                  <a:lnTo>
                    <a:pt x="2851524" y="1158"/>
                  </a:lnTo>
                  <a:lnTo>
                    <a:pt x="2852595" y="1196"/>
                  </a:lnTo>
                  <a:lnTo>
                    <a:pt x="2853667" y="1236"/>
                  </a:lnTo>
                  <a:lnTo>
                    <a:pt x="2854739" y="1275"/>
                  </a:lnTo>
                  <a:lnTo>
                    <a:pt x="2855810" y="1316"/>
                  </a:lnTo>
                  <a:lnTo>
                    <a:pt x="2856882" y="1357"/>
                  </a:lnTo>
                  <a:lnTo>
                    <a:pt x="2857953" y="1398"/>
                  </a:lnTo>
                  <a:lnTo>
                    <a:pt x="2859025" y="1440"/>
                  </a:lnTo>
                  <a:lnTo>
                    <a:pt x="2860097" y="1483"/>
                  </a:lnTo>
                  <a:lnTo>
                    <a:pt x="2861168" y="1526"/>
                  </a:lnTo>
                  <a:lnTo>
                    <a:pt x="2862240" y="1570"/>
                  </a:lnTo>
                  <a:lnTo>
                    <a:pt x="2863311" y="1615"/>
                  </a:lnTo>
                  <a:lnTo>
                    <a:pt x="2864383" y="1660"/>
                  </a:lnTo>
                  <a:lnTo>
                    <a:pt x="2865455" y="1705"/>
                  </a:lnTo>
                  <a:lnTo>
                    <a:pt x="2866526" y="1751"/>
                  </a:lnTo>
                  <a:lnTo>
                    <a:pt x="2867598" y="1798"/>
                  </a:lnTo>
                  <a:lnTo>
                    <a:pt x="2868669" y="1845"/>
                  </a:lnTo>
                  <a:lnTo>
                    <a:pt x="2869741" y="1893"/>
                  </a:lnTo>
                  <a:lnTo>
                    <a:pt x="2870813" y="1941"/>
                  </a:lnTo>
                  <a:lnTo>
                    <a:pt x="2871884" y="1990"/>
                  </a:lnTo>
                  <a:lnTo>
                    <a:pt x="2872956" y="2039"/>
                  </a:lnTo>
                  <a:lnTo>
                    <a:pt x="2874027" y="2089"/>
                  </a:lnTo>
                  <a:lnTo>
                    <a:pt x="2875099" y="2140"/>
                  </a:lnTo>
                  <a:lnTo>
                    <a:pt x="2876171" y="2191"/>
                  </a:lnTo>
                  <a:lnTo>
                    <a:pt x="2877242" y="2242"/>
                  </a:lnTo>
                  <a:lnTo>
                    <a:pt x="2878314" y="2294"/>
                  </a:lnTo>
                  <a:lnTo>
                    <a:pt x="2879385" y="2347"/>
                  </a:lnTo>
                  <a:lnTo>
                    <a:pt x="2880457" y="2400"/>
                  </a:lnTo>
                  <a:lnTo>
                    <a:pt x="2881529" y="2454"/>
                  </a:lnTo>
                  <a:lnTo>
                    <a:pt x="2882600" y="2508"/>
                  </a:lnTo>
                  <a:lnTo>
                    <a:pt x="2883672" y="2562"/>
                  </a:lnTo>
                  <a:lnTo>
                    <a:pt x="2884743" y="2618"/>
                  </a:lnTo>
                  <a:lnTo>
                    <a:pt x="2885815" y="2673"/>
                  </a:lnTo>
                  <a:lnTo>
                    <a:pt x="2886887" y="2730"/>
                  </a:lnTo>
                  <a:lnTo>
                    <a:pt x="2887958" y="2786"/>
                  </a:lnTo>
                  <a:lnTo>
                    <a:pt x="2889030" y="2844"/>
                  </a:lnTo>
                  <a:lnTo>
                    <a:pt x="2890101" y="2901"/>
                  </a:lnTo>
                  <a:lnTo>
                    <a:pt x="2891173" y="2960"/>
                  </a:lnTo>
                  <a:lnTo>
                    <a:pt x="2892245" y="3019"/>
                  </a:lnTo>
                  <a:lnTo>
                    <a:pt x="2893316" y="3078"/>
                  </a:lnTo>
                  <a:lnTo>
                    <a:pt x="2894388" y="3138"/>
                  </a:lnTo>
                  <a:lnTo>
                    <a:pt x="2895459" y="3198"/>
                  </a:lnTo>
                  <a:lnTo>
                    <a:pt x="2896531" y="3259"/>
                  </a:lnTo>
                  <a:lnTo>
                    <a:pt x="2897603" y="3320"/>
                  </a:lnTo>
                  <a:lnTo>
                    <a:pt x="2898674" y="3382"/>
                  </a:lnTo>
                  <a:lnTo>
                    <a:pt x="2899746" y="3444"/>
                  </a:lnTo>
                  <a:lnTo>
                    <a:pt x="2900817" y="3507"/>
                  </a:lnTo>
                  <a:lnTo>
                    <a:pt x="2901889" y="3570"/>
                  </a:lnTo>
                  <a:lnTo>
                    <a:pt x="2902961" y="3634"/>
                  </a:lnTo>
                  <a:lnTo>
                    <a:pt x="2904032" y="3698"/>
                  </a:lnTo>
                  <a:lnTo>
                    <a:pt x="2905104" y="3763"/>
                  </a:lnTo>
                  <a:lnTo>
                    <a:pt x="2906175" y="3828"/>
                  </a:lnTo>
                  <a:lnTo>
                    <a:pt x="2907247" y="3894"/>
                  </a:lnTo>
                  <a:lnTo>
                    <a:pt x="2908319" y="3960"/>
                  </a:lnTo>
                  <a:lnTo>
                    <a:pt x="2909390" y="4026"/>
                  </a:lnTo>
                  <a:lnTo>
                    <a:pt x="2910462" y="4093"/>
                  </a:lnTo>
                  <a:lnTo>
                    <a:pt x="2911533" y="4161"/>
                  </a:lnTo>
                  <a:lnTo>
                    <a:pt x="2912605" y="4229"/>
                  </a:lnTo>
                  <a:lnTo>
                    <a:pt x="2913677" y="4297"/>
                  </a:lnTo>
                  <a:lnTo>
                    <a:pt x="2914748" y="4366"/>
                  </a:lnTo>
                  <a:lnTo>
                    <a:pt x="2915820" y="4435"/>
                  </a:lnTo>
                  <a:lnTo>
                    <a:pt x="2916891" y="4505"/>
                  </a:lnTo>
                  <a:lnTo>
                    <a:pt x="2917963" y="4575"/>
                  </a:lnTo>
                  <a:lnTo>
                    <a:pt x="2919035" y="4646"/>
                  </a:lnTo>
                  <a:lnTo>
                    <a:pt x="2920106" y="4717"/>
                  </a:lnTo>
                  <a:lnTo>
                    <a:pt x="2921178" y="4789"/>
                  </a:lnTo>
                  <a:lnTo>
                    <a:pt x="2922249" y="4861"/>
                  </a:lnTo>
                  <a:lnTo>
                    <a:pt x="2923321" y="4933"/>
                  </a:lnTo>
                  <a:lnTo>
                    <a:pt x="2924393" y="5006"/>
                  </a:lnTo>
                  <a:lnTo>
                    <a:pt x="2925464" y="5079"/>
                  </a:lnTo>
                  <a:lnTo>
                    <a:pt x="2926536" y="5153"/>
                  </a:lnTo>
                  <a:lnTo>
                    <a:pt x="2927607" y="5227"/>
                  </a:lnTo>
                  <a:lnTo>
                    <a:pt x="2928679" y="5302"/>
                  </a:lnTo>
                  <a:lnTo>
                    <a:pt x="2929751" y="5377"/>
                  </a:lnTo>
                  <a:lnTo>
                    <a:pt x="2930822" y="5452"/>
                  </a:lnTo>
                  <a:lnTo>
                    <a:pt x="2931894" y="5528"/>
                  </a:lnTo>
                  <a:lnTo>
                    <a:pt x="2932965" y="5604"/>
                  </a:lnTo>
                  <a:lnTo>
                    <a:pt x="2934037" y="5681"/>
                  </a:lnTo>
                  <a:lnTo>
                    <a:pt x="2935109" y="5758"/>
                  </a:lnTo>
                  <a:lnTo>
                    <a:pt x="2936180" y="5836"/>
                  </a:lnTo>
                  <a:lnTo>
                    <a:pt x="2937252" y="5913"/>
                  </a:lnTo>
                  <a:lnTo>
                    <a:pt x="2938323" y="5992"/>
                  </a:lnTo>
                  <a:lnTo>
                    <a:pt x="2939395" y="6070"/>
                  </a:lnTo>
                  <a:lnTo>
                    <a:pt x="2940467" y="6150"/>
                  </a:lnTo>
                  <a:lnTo>
                    <a:pt x="2941538" y="6229"/>
                  </a:lnTo>
                  <a:lnTo>
                    <a:pt x="2942610" y="6309"/>
                  </a:lnTo>
                  <a:lnTo>
                    <a:pt x="2943681" y="6389"/>
                  </a:lnTo>
                  <a:lnTo>
                    <a:pt x="2944753" y="6470"/>
                  </a:lnTo>
                  <a:lnTo>
                    <a:pt x="2945825" y="6551"/>
                  </a:lnTo>
                  <a:lnTo>
                    <a:pt x="2946896" y="6633"/>
                  </a:lnTo>
                  <a:lnTo>
                    <a:pt x="2947968" y="6715"/>
                  </a:lnTo>
                  <a:lnTo>
                    <a:pt x="2949039" y="6797"/>
                  </a:lnTo>
                  <a:lnTo>
                    <a:pt x="2950111" y="6879"/>
                  </a:lnTo>
                  <a:lnTo>
                    <a:pt x="2951183" y="6962"/>
                  </a:lnTo>
                  <a:lnTo>
                    <a:pt x="2952254" y="7046"/>
                  </a:lnTo>
                  <a:lnTo>
                    <a:pt x="2953326" y="7130"/>
                  </a:lnTo>
                  <a:lnTo>
                    <a:pt x="2954397" y="7214"/>
                  </a:lnTo>
                  <a:lnTo>
                    <a:pt x="2955469" y="7298"/>
                  </a:lnTo>
                  <a:lnTo>
                    <a:pt x="2956541" y="7383"/>
                  </a:lnTo>
                  <a:lnTo>
                    <a:pt x="2957612" y="7468"/>
                  </a:lnTo>
                  <a:lnTo>
                    <a:pt x="2958684" y="7554"/>
                  </a:lnTo>
                  <a:lnTo>
                    <a:pt x="2959755" y="7640"/>
                  </a:lnTo>
                  <a:lnTo>
                    <a:pt x="2960827" y="7726"/>
                  </a:lnTo>
                  <a:lnTo>
                    <a:pt x="2961899" y="7813"/>
                  </a:lnTo>
                  <a:lnTo>
                    <a:pt x="2962970" y="7900"/>
                  </a:lnTo>
                  <a:lnTo>
                    <a:pt x="2964042" y="7987"/>
                  </a:lnTo>
                  <a:lnTo>
                    <a:pt x="2965113" y="8075"/>
                  </a:lnTo>
                  <a:lnTo>
                    <a:pt x="2966185" y="8163"/>
                  </a:lnTo>
                  <a:lnTo>
                    <a:pt x="2967257" y="8251"/>
                  </a:lnTo>
                  <a:lnTo>
                    <a:pt x="2968328" y="8340"/>
                  </a:lnTo>
                  <a:lnTo>
                    <a:pt x="2969400" y="8429"/>
                  </a:lnTo>
                  <a:lnTo>
                    <a:pt x="2970471" y="8519"/>
                  </a:lnTo>
                  <a:lnTo>
                    <a:pt x="2971543" y="8609"/>
                  </a:lnTo>
                  <a:lnTo>
                    <a:pt x="2972615" y="8699"/>
                  </a:lnTo>
                  <a:lnTo>
                    <a:pt x="2973686" y="8789"/>
                  </a:lnTo>
                  <a:lnTo>
                    <a:pt x="2974758" y="8880"/>
                  </a:lnTo>
                  <a:lnTo>
                    <a:pt x="2975829" y="8971"/>
                  </a:lnTo>
                  <a:lnTo>
                    <a:pt x="2976901" y="9062"/>
                  </a:lnTo>
                  <a:lnTo>
                    <a:pt x="2977973" y="9154"/>
                  </a:lnTo>
                  <a:lnTo>
                    <a:pt x="2979044" y="9246"/>
                  </a:lnTo>
                  <a:lnTo>
                    <a:pt x="2980116" y="9338"/>
                  </a:lnTo>
                  <a:lnTo>
                    <a:pt x="2981187" y="9431"/>
                  </a:lnTo>
                  <a:lnTo>
                    <a:pt x="2982259" y="9524"/>
                  </a:lnTo>
                  <a:lnTo>
                    <a:pt x="2983331" y="9617"/>
                  </a:lnTo>
                  <a:lnTo>
                    <a:pt x="2984402" y="9711"/>
                  </a:lnTo>
                  <a:lnTo>
                    <a:pt x="2985474" y="9805"/>
                  </a:lnTo>
                  <a:lnTo>
                    <a:pt x="2986545" y="9899"/>
                  </a:lnTo>
                  <a:lnTo>
                    <a:pt x="2987617" y="9994"/>
                  </a:lnTo>
                  <a:lnTo>
                    <a:pt x="2988689" y="10088"/>
                  </a:lnTo>
                  <a:lnTo>
                    <a:pt x="2989760" y="10184"/>
                  </a:lnTo>
                  <a:lnTo>
                    <a:pt x="2990832" y="10279"/>
                  </a:lnTo>
                  <a:lnTo>
                    <a:pt x="2991903" y="10375"/>
                  </a:lnTo>
                  <a:lnTo>
                    <a:pt x="2992975" y="10471"/>
                  </a:lnTo>
                  <a:lnTo>
                    <a:pt x="2994047" y="10567"/>
                  </a:lnTo>
                  <a:lnTo>
                    <a:pt x="2995118" y="10663"/>
                  </a:lnTo>
                  <a:lnTo>
                    <a:pt x="2996190" y="10760"/>
                  </a:lnTo>
                  <a:lnTo>
                    <a:pt x="2997261" y="10857"/>
                  </a:lnTo>
                  <a:lnTo>
                    <a:pt x="2998333" y="10955"/>
                  </a:lnTo>
                  <a:lnTo>
                    <a:pt x="2999405" y="11053"/>
                  </a:lnTo>
                  <a:lnTo>
                    <a:pt x="3000476" y="11150"/>
                  </a:lnTo>
                  <a:lnTo>
                    <a:pt x="3001548" y="11249"/>
                  </a:lnTo>
                  <a:lnTo>
                    <a:pt x="3002619" y="11347"/>
                  </a:lnTo>
                  <a:lnTo>
                    <a:pt x="3003691" y="11446"/>
                  </a:lnTo>
                  <a:lnTo>
                    <a:pt x="3004763" y="11545"/>
                  </a:lnTo>
                  <a:lnTo>
                    <a:pt x="3005834" y="11644"/>
                  </a:lnTo>
                  <a:lnTo>
                    <a:pt x="3006906" y="11744"/>
                  </a:lnTo>
                  <a:lnTo>
                    <a:pt x="3007977" y="11844"/>
                  </a:lnTo>
                  <a:lnTo>
                    <a:pt x="3009049" y="11944"/>
                  </a:lnTo>
                  <a:lnTo>
                    <a:pt x="3010121" y="12044"/>
                  </a:lnTo>
                  <a:lnTo>
                    <a:pt x="3011192" y="12144"/>
                  </a:lnTo>
                  <a:lnTo>
                    <a:pt x="3012264" y="12245"/>
                  </a:lnTo>
                  <a:lnTo>
                    <a:pt x="3013335" y="12346"/>
                  </a:lnTo>
                  <a:lnTo>
                    <a:pt x="3014407" y="12448"/>
                  </a:lnTo>
                  <a:lnTo>
                    <a:pt x="3015479" y="12549"/>
                  </a:lnTo>
                  <a:lnTo>
                    <a:pt x="3016550" y="12651"/>
                  </a:lnTo>
                  <a:lnTo>
                    <a:pt x="3017622" y="12753"/>
                  </a:lnTo>
                  <a:lnTo>
                    <a:pt x="3018693" y="12855"/>
                  </a:lnTo>
                  <a:lnTo>
                    <a:pt x="3019765" y="12958"/>
                  </a:lnTo>
                  <a:lnTo>
                    <a:pt x="3020836" y="13060"/>
                  </a:lnTo>
                  <a:lnTo>
                    <a:pt x="3021908" y="13163"/>
                  </a:lnTo>
                  <a:lnTo>
                    <a:pt x="3022980" y="13266"/>
                  </a:lnTo>
                  <a:lnTo>
                    <a:pt x="3024051" y="13370"/>
                  </a:lnTo>
                  <a:lnTo>
                    <a:pt x="3025123" y="13473"/>
                  </a:lnTo>
                  <a:lnTo>
                    <a:pt x="3026194" y="13577"/>
                  </a:lnTo>
                  <a:lnTo>
                    <a:pt x="3027266" y="13681"/>
                  </a:lnTo>
                  <a:lnTo>
                    <a:pt x="3028338" y="13785"/>
                  </a:lnTo>
                  <a:lnTo>
                    <a:pt x="3029409" y="13890"/>
                  </a:lnTo>
                  <a:lnTo>
                    <a:pt x="3030481" y="13995"/>
                  </a:lnTo>
                  <a:lnTo>
                    <a:pt x="3031552" y="14099"/>
                  </a:lnTo>
                  <a:lnTo>
                    <a:pt x="3032624" y="14205"/>
                  </a:lnTo>
                  <a:lnTo>
                    <a:pt x="3033696" y="14310"/>
                  </a:lnTo>
                  <a:lnTo>
                    <a:pt x="3034767" y="14415"/>
                  </a:lnTo>
                  <a:lnTo>
                    <a:pt x="3035839" y="14521"/>
                  </a:lnTo>
                  <a:lnTo>
                    <a:pt x="3036910" y="14627"/>
                  </a:lnTo>
                  <a:lnTo>
                    <a:pt x="3037982" y="14733"/>
                  </a:lnTo>
                  <a:lnTo>
                    <a:pt x="3039054" y="14839"/>
                  </a:lnTo>
                  <a:lnTo>
                    <a:pt x="3040125" y="14946"/>
                  </a:lnTo>
                  <a:lnTo>
                    <a:pt x="3041197" y="15052"/>
                  </a:lnTo>
                  <a:lnTo>
                    <a:pt x="3042268" y="15159"/>
                  </a:lnTo>
                  <a:lnTo>
                    <a:pt x="3043340" y="15266"/>
                  </a:lnTo>
                  <a:lnTo>
                    <a:pt x="3044412" y="15373"/>
                  </a:lnTo>
                  <a:lnTo>
                    <a:pt x="3045483" y="15481"/>
                  </a:lnTo>
                  <a:lnTo>
                    <a:pt x="3046555" y="15588"/>
                  </a:lnTo>
                  <a:lnTo>
                    <a:pt x="3047626" y="15696"/>
                  </a:lnTo>
                  <a:lnTo>
                    <a:pt x="3048698" y="15804"/>
                  </a:lnTo>
                  <a:lnTo>
                    <a:pt x="3049770" y="15912"/>
                  </a:lnTo>
                  <a:lnTo>
                    <a:pt x="3050841" y="16020"/>
                  </a:lnTo>
                  <a:lnTo>
                    <a:pt x="3051913" y="16129"/>
                  </a:lnTo>
                  <a:lnTo>
                    <a:pt x="3052984" y="16237"/>
                  </a:lnTo>
                  <a:lnTo>
                    <a:pt x="3054056" y="16346"/>
                  </a:lnTo>
                  <a:lnTo>
                    <a:pt x="3055128" y="16455"/>
                  </a:lnTo>
                  <a:lnTo>
                    <a:pt x="3056199" y="16564"/>
                  </a:lnTo>
                  <a:lnTo>
                    <a:pt x="3057271" y="16673"/>
                  </a:lnTo>
                  <a:lnTo>
                    <a:pt x="3058342" y="16782"/>
                  </a:lnTo>
                  <a:lnTo>
                    <a:pt x="3059414" y="16892"/>
                  </a:lnTo>
                  <a:lnTo>
                    <a:pt x="3060486" y="17001"/>
                  </a:lnTo>
                  <a:lnTo>
                    <a:pt x="3061557" y="17111"/>
                  </a:lnTo>
                  <a:lnTo>
                    <a:pt x="3062629" y="17221"/>
                  </a:lnTo>
                  <a:lnTo>
                    <a:pt x="3063700" y="17331"/>
                  </a:lnTo>
                  <a:lnTo>
                    <a:pt x="3064772" y="17441"/>
                  </a:lnTo>
                  <a:lnTo>
                    <a:pt x="3065844" y="17552"/>
                  </a:lnTo>
                  <a:lnTo>
                    <a:pt x="3066915" y="17662"/>
                  </a:lnTo>
                  <a:lnTo>
                    <a:pt x="3067987" y="17773"/>
                  </a:lnTo>
                  <a:lnTo>
                    <a:pt x="3069058" y="17883"/>
                  </a:lnTo>
                  <a:lnTo>
                    <a:pt x="3070130" y="17994"/>
                  </a:lnTo>
                  <a:lnTo>
                    <a:pt x="3071202" y="18105"/>
                  </a:lnTo>
                  <a:lnTo>
                    <a:pt x="3072273" y="18216"/>
                  </a:lnTo>
                  <a:lnTo>
                    <a:pt x="3073345" y="18327"/>
                  </a:lnTo>
                  <a:lnTo>
                    <a:pt x="3074416" y="18439"/>
                  </a:lnTo>
                  <a:lnTo>
                    <a:pt x="3075488" y="18550"/>
                  </a:lnTo>
                  <a:lnTo>
                    <a:pt x="3076560" y="18662"/>
                  </a:lnTo>
                  <a:lnTo>
                    <a:pt x="3077631" y="18773"/>
                  </a:lnTo>
                  <a:lnTo>
                    <a:pt x="3078703" y="18885"/>
                  </a:lnTo>
                  <a:lnTo>
                    <a:pt x="3079774" y="18997"/>
                  </a:lnTo>
                  <a:lnTo>
                    <a:pt x="3080846" y="19109"/>
                  </a:lnTo>
                  <a:lnTo>
                    <a:pt x="3081918" y="19221"/>
                  </a:lnTo>
                  <a:lnTo>
                    <a:pt x="3082989" y="19333"/>
                  </a:lnTo>
                  <a:lnTo>
                    <a:pt x="3084061" y="19446"/>
                  </a:lnTo>
                  <a:lnTo>
                    <a:pt x="3085132" y="19558"/>
                  </a:lnTo>
                  <a:lnTo>
                    <a:pt x="3086204" y="19670"/>
                  </a:lnTo>
                  <a:lnTo>
                    <a:pt x="3087276" y="19783"/>
                  </a:lnTo>
                  <a:lnTo>
                    <a:pt x="3088347" y="19896"/>
                  </a:lnTo>
                  <a:lnTo>
                    <a:pt x="3089419" y="20008"/>
                  </a:lnTo>
                  <a:lnTo>
                    <a:pt x="3090490" y="20121"/>
                  </a:lnTo>
                  <a:lnTo>
                    <a:pt x="3091562" y="20234"/>
                  </a:lnTo>
                  <a:lnTo>
                    <a:pt x="3092634" y="20347"/>
                  </a:lnTo>
                  <a:lnTo>
                    <a:pt x="3093705" y="20460"/>
                  </a:lnTo>
                  <a:lnTo>
                    <a:pt x="3094777" y="20573"/>
                  </a:lnTo>
                  <a:lnTo>
                    <a:pt x="3095848" y="20686"/>
                  </a:lnTo>
                  <a:lnTo>
                    <a:pt x="3096920" y="20800"/>
                  </a:lnTo>
                  <a:lnTo>
                    <a:pt x="3097992" y="20913"/>
                  </a:lnTo>
                  <a:lnTo>
                    <a:pt x="3099063" y="21026"/>
                  </a:lnTo>
                  <a:lnTo>
                    <a:pt x="3100135" y="21140"/>
                  </a:lnTo>
                  <a:lnTo>
                    <a:pt x="3101206" y="21253"/>
                  </a:lnTo>
                  <a:lnTo>
                    <a:pt x="3102278" y="21367"/>
                  </a:lnTo>
                  <a:lnTo>
                    <a:pt x="3103350" y="21480"/>
                  </a:lnTo>
                  <a:lnTo>
                    <a:pt x="3104421" y="21594"/>
                  </a:lnTo>
                  <a:lnTo>
                    <a:pt x="3105493" y="21708"/>
                  </a:lnTo>
                  <a:lnTo>
                    <a:pt x="3106564" y="21822"/>
                  </a:lnTo>
                  <a:lnTo>
                    <a:pt x="3107636" y="21936"/>
                  </a:lnTo>
                  <a:lnTo>
                    <a:pt x="3108708" y="22049"/>
                  </a:lnTo>
                  <a:lnTo>
                    <a:pt x="3109779" y="22163"/>
                  </a:lnTo>
                  <a:lnTo>
                    <a:pt x="3110851" y="22277"/>
                  </a:lnTo>
                  <a:lnTo>
                    <a:pt x="3111922" y="22391"/>
                  </a:lnTo>
                  <a:lnTo>
                    <a:pt x="3112994" y="22505"/>
                  </a:lnTo>
                  <a:lnTo>
                    <a:pt x="3114066" y="22620"/>
                  </a:lnTo>
                  <a:lnTo>
                    <a:pt x="3115137" y="22734"/>
                  </a:lnTo>
                  <a:lnTo>
                    <a:pt x="3116209" y="22848"/>
                  </a:lnTo>
                  <a:lnTo>
                    <a:pt x="3117280" y="22962"/>
                  </a:lnTo>
                  <a:lnTo>
                    <a:pt x="3118352" y="23076"/>
                  </a:lnTo>
                  <a:lnTo>
                    <a:pt x="3119424" y="23190"/>
                  </a:lnTo>
                  <a:lnTo>
                    <a:pt x="3120495" y="23305"/>
                  </a:lnTo>
                  <a:lnTo>
                    <a:pt x="3121567" y="23419"/>
                  </a:lnTo>
                  <a:lnTo>
                    <a:pt x="3122638" y="23533"/>
                  </a:lnTo>
                  <a:lnTo>
                    <a:pt x="3123710" y="23647"/>
                  </a:lnTo>
                  <a:lnTo>
                    <a:pt x="3124782" y="23762"/>
                  </a:lnTo>
                  <a:lnTo>
                    <a:pt x="3125853" y="23876"/>
                  </a:lnTo>
                  <a:lnTo>
                    <a:pt x="3126925" y="23990"/>
                  </a:lnTo>
                  <a:lnTo>
                    <a:pt x="3127996" y="24105"/>
                  </a:lnTo>
                  <a:lnTo>
                    <a:pt x="3129068" y="24219"/>
                  </a:lnTo>
                  <a:lnTo>
                    <a:pt x="3130140" y="24333"/>
                  </a:lnTo>
                  <a:lnTo>
                    <a:pt x="3131211" y="24448"/>
                  </a:lnTo>
                  <a:lnTo>
                    <a:pt x="3132283" y="24562"/>
                  </a:lnTo>
                  <a:lnTo>
                    <a:pt x="3133354" y="24676"/>
                  </a:lnTo>
                  <a:lnTo>
                    <a:pt x="3134426" y="24791"/>
                  </a:lnTo>
                  <a:lnTo>
                    <a:pt x="3135498" y="24905"/>
                  </a:lnTo>
                  <a:lnTo>
                    <a:pt x="3136569" y="25019"/>
                  </a:lnTo>
                  <a:lnTo>
                    <a:pt x="3137641" y="25134"/>
                  </a:lnTo>
                  <a:lnTo>
                    <a:pt x="3138712" y="25248"/>
                  </a:lnTo>
                  <a:lnTo>
                    <a:pt x="3139784" y="25362"/>
                  </a:lnTo>
                  <a:lnTo>
                    <a:pt x="3140856" y="25476"/>
                  </a:lnTo>
                  <a:lnTo>
                    <a:pt x="3141927" y="25591"/>
                  </a:lnTo>
                  <a:lnTo>
                    <a:pt x="3142999" y="25705"/>
                  </a:lnTo>
                  <a:lnTo>
                    <a:pt x="3144070" y="25819"/>
                  </a:lnTo>
                  <a:lnTo>
                    <a:pt x="3145142" y="25933"/>
                  </a:lnTo>
                  <a:lnTo>
                    <a:pt x="3146214" y="26048"/>
                  </a:lnTo>
                  <a:lnTo>
                    <a:pt x="3147285" y="26162"/>
                  </a:lnTo>
                  <a:lnTo>
                    <a:pt x="3148357" y="26276"/>
                  </a:lnTo>
                  <a:lnTo>
                    <a:pt x="3149428" y="26390"/>
                  </a:lnTo>
                  <a:lnTo>
                    <a:pt x="3150500" y="26505"/>
                  </a:lnTo>
                  <a:lnTo>
                    <a:pt x="3151572" y="26619"/>
                  </a:lnTo>
                  <a:lnTo>
                    <a:pt x="3152643" y="26733"/>
                  </a:lnTo>
                  <a:lnTo>
                    <a:pt x="3153715" y="26847"/>
                  </a:lnTo>
                  <a:lnTo>
                    <a:pt x="3154786" y="26961"/>
                  </a:lnTo>
                  <a:lnTo>
                    <a:pt x="3155858" y="27075"/>
                  </a:lnTo>
                  <a:lnTo>
                    <a:pt x="3156930" y="27190"/>
                  </a:lnTo>
                  <a:lnTo>
                    <a:pt x="3158001" y="27304"/>
                  </a:lnTo>
                  <a:lnTo>
                    <a:pt x="3159073" y="27418"/>
                  </a:lnTo>
                  <a:lnTo>
                    <a:pt x="3160144" y="27532"/>
                  </a:lnTo>
                  <a:lnTo>
                    <a:pt x="3161216" y="27646"/>
                  </a:lnTo>
                  <a:lnTo>
                    <a:pt x="3162288" y="27760"/>
                  </a:lnTo>
                  <a:lnTo>
                    <a:pt x="3163359" y="27874"/>
                  </a:lnTo>
                  <a:lnTo>
                    <a:pt x="3164431" y="27989"/>
                  </a:lnTo>
                  <a:lnTo>
                    <a:pt x="3165502" y="28103"/>
                  </a:lnTo>
                  <a:lnTo>
                    <a:pt x="3166574" y="28217"/>
                  </a:lnTo>
                  <a:lnTo>
                    <a:pt x="3167646" y="28331"/>
                  </a:lnTo>
                  <a:lnTo>
                    <a:pt x="3168717" y="28445"/>
                  </a:lnTo>
                  <a:lnTo>
                    <a:pt x="3169789" y="28559"/>
                  </a:lnTo>
                  <a:lnTo>
                    <a:pt x="3170860" y="28673"/>
                  </a:lnTo>
                  <a:lnTo>
                    <a:pt x="3171932" y="28787"/>
                  </a:lnTo>
                  <a:lnTo>
                    <a:pt x="3173004" y="28901"/>
                  </a:lnTo>
                  <a:lnTo>
                    <a:pt x="3174075" y="29015"/>
                  </a:lnTo>
                  <a:lnTo>
                    <a:pt x="3175147" y="29129"/>
                  </a:lnTo>
                  <a:lnTo>
                    <a:pt x="3176218" y="29243"/>
                  </a:lnTo>
                  <a:lnTo>
                    <a:pt x="3177290" y="29357"/>
                  </a:lnTo>
                  <a:lnTo>
                    <a:pt x="3178362" y="29471"/>
                  </a:lnTo>
                  <a:lnTo>
                    <a:pt x="3179433" y="29585"/>
                  </a:lnTo>
                  <a:lnTo>
                    <a:pt x="3180505" y="29699"/>
                  </a:lnTo>
                  <a:lnTo>
                    <a:pt x="3181576" y="29813"/>
                  </a:lnTo>
                  <a:lnTo>
                    <a:pt x="3182648" y="29927"/>
                  </a:lnTo>
                  <a:lnTo>
                    <a:pt x="3183720" y="30041"/>
                  </a:lnTo>
                  <a:lnTo>
                    <a:pt x="3184791" y="30155"/>
                  </a:lnTo>
                  <a:lnTo>
                    <a:pt x="3185863" y="30269"/>
                  </a:lnTo>
                  <a:lnTo>
                    <a:pt x="3186934" y="30383"/>
                  </a:lnTo>
                  <a:lnTo>
                    <a:pt x="3188006" y="30497"/>
                  </a:lnTo>
                  <a:lnTo>
                    <a:pt x="3189078" y="30611"/>
                  </a:lnTo>
                  <a:lnTo>
                    <a:pt x="3190149" y="30725"/>
                  </a:lnTo>
                  <a:lnTo>
                    <a:pt x="3191221" y="30839"/>
                  </a:lnTo>
                  <a:lnTo>
                    <a:pt x="3192292" y="30953"/>
                  </a:lnTo>
                  <a:lnTo>
                    <a:pt x="3193364" y="31067"/>
                  </a:lnTo>
                  <a:lnTo>
                    <a:pt x="3194436" y="31181"/>
                  </a:lnTo>
                  <a:lnTo>
                    <a:pt x="3195507" y="31295"/>
                  </a:lnTo>
                  <a:lnTo>
                    <a:pt x="3196579" y="31408"/>
                  </a:lnTo>
                  <a:lnTo>
                    <a:pt x="3197650" y="31522"/>
                  </a:lnTo>
                  <a:lnTo>
                    <a:pt x="3198722" y="31636"/>
                  </a:lnTo>
                  <a:lnTo>
                    <a:pt x="3199793" y="31750"/>
                  </a:lnTo>
                  <a:lnTo>
                    <a:pt x="3200865" y="31864"/>
                  </a:lnTo>
                  <a:lnTo>
                    <a:pt x="3201937" y="31978"/>
                  </a:lnTo>
                  <a:lnTo>
                    <a:pt x="3203008" y="32092"/>
                  </a:lnTo>
                  <a:lnTo>
                    <a:pt x="3204080" y="32206"/>
                  </a:lnTo>
                  <a:lnTo>
                    <a:pt x="3205151" y="32319"/>
                  </a:lnTo>
                  <a:lnTo>
                    <a:pt x="3206223" y="32433"/>
                  </a:lnTo>
                  <a:lnTo>
                    <a:pt x="3207295" y="32547"/>
                  </a:lnTo>
                  <a:lnTo>
                    <a:pt x="3208366" y="32661"/>
                  </a:lnTo>
                  <a:lnTo>
                    <a:pt x="3209438" y="32775"/>
                  </a:lnTo>
                  <a:lnTo>
                    <a:pt x="3210509" y="32888"/>
                  </a:lnTo>
                  <a:lnTo>
                    <a:pt x="3211581" y="33002"/>
                  </a:lnTo>
                  <a:lnTo>
                    <a:pt x="3212653" y="33116"/>
                  </a:lnTo>
                  <a:lnTo>
                    <a:pt x="3213724" y="33230"/>
                  </a:lnTo>
                  <a:lnTo>
                    <a:pt x="3214796" y="33344"/>
                  </a:lnTo>
                  <a:lnTo>
                    <a:pt x="3215867" y="33457"/>
                  </a:lnTo>
                  <a:lnTo>
                    <a:pt x="3216939" y="33571"/>
                  </a:lnTo>
                  <a:lnTo>
                    <a:pt x="3218011" y="33685"/>
                  </a:lnTo>
                  <a:lnTo>
                    <a:pt x="3219082" y="33798"/>
                  </a:lnTo>
                  <a:lnTo>
                    <a:pt x="3220154" y="33912"/>
                  </a:lnTo>
                  <a:lnTo>
                    <a:pt x="3221225" y="34026"/>
                  </a:lnTo>
                  <a:lnTo>
                    <a:pt x="3222297" y="34140"/>
                  </a:lnTo>
                  <a:lnTo>
                    <a:pt x="3223369" y="34253"/>
                  </a:lnTo>
                  <a:lnTo>
                    <a:pt x="3224440" y="34367"/>
                  </a:lnTo>
                  <a:lnTo>
                    <a:pt x="3225512" y="34481"/>
                  </a:lnTo>
                  <a:lnTo>
                    <a:pt x="3226583" y="34594"/>
                  </a:lnTo>
                  <a:lnTo>
                    <a:pt x="3227655" y="34708"/>
                  </a:lnTo>
                  <a:lnTo>
                    <a:pt x="3228727" y="34822"/>
                  </a:lnTo>
                  <a:lnTo>
                    <a:pt x="3229798" y="34935"/>
                  </a:lnTo>
                  <a:lnTo>
                    <a:pt x="3230870" y="35049"/>
                  </a:lnTo>
                  <a:lnTo>
                    <a:pt x="3231941" y="35163"/>
                  </a:lnTo>
                  <a:lnTo>
                    <a:pt x="3233013" y="35276"/>
                  </a:lnTo>
                  <a:lnTo>
                    <a:pt x="3234085" y="35390"/>
                  </a:lnTo>
                  <a:lnTo>
                    <a:pt x="3235156" y="35504"/>
                  </a:lnTo>
                  <a:lnTo>
                    <a:pt x="3236228" y="35617"/>
                  </a:lnTo>
                  <a:lnTo>
                    <a:pt x="3237299" y="35731"/>
                  </a:lnTo>
                  <a:lnTo>
                    <a:pt x="3238371" y="35845"/>
                  </a:lnTo>
                  <a:lnTo>
                    <a:pt x="3239443" y="35958"/>
                  </a:lnTo>
                  <a:lnTo>
                    <a:pt x="3240514" y="36072"/>
                  </a:lnTo>
                  <a:lnTo>
                    <a:pt x="3241586" y="36185"/>
                  </a:lnTo>
                  <a:lnTo>
                    <a:pt x="3242657" y="36299"/>
                  </a:lnTo>
                  <a:lnTo>
                    <a:pt x="3243729" y="36412"/>
                  </a:lnTo>
                  <a:lnTo>
                    <a:pt x="3244801" y="36526"/>
                  </a:lnTo>
                  <a:lnTo>
                    <a:pt x="3245872" y="36640"/>
                  </a:lnTo>
                  <a:lnTo>
                    <a:pt x="3246944" y="36753"/>
                  </a:lnTo>
                  <a:lnTo>
                    <a:pt x="3248015" y="36867"/>
                  </a:lnTo>
                  <a:lnTo>
                    <a:pt x="3249087" y="36980"/>
                  </a:lnTo>
                  <a:lnTo>
                    <a:pt x="3250159" y="37094"/>
                  </a:lnTo>
                  <a:lnTo>
                    <a:pt x="3251230" y="37207"/>
                  </a:lnTo>
                  <a:lnTo>
                    <a:pt x="3252302" y="37321"/>
                  </a:lnTo>
                  <a:lnTo>
                    <a:pt x="3253373" y="37434"/>
                  </a:lnTo>
                  <a:lnTo>
                    <a:pt x="3254445" y="37548"/>
                  </a:lnTo>
                  <a:lnTo>
                    <a:pt x="3255517" y="37661"/>
                  </a:lnTo>
                  <a:lnTo>
                    <a:pt x="3256588" y="37775"/>
                  </a:lnTo>
                  <a:lnTo>
                    <a:pt x="3257660" y="37888"/>
                  </a:lnTo>
                  <a:lnTo>
                    <a:pt x="3258731" y="38002"/>
                  </a:lnTo>
                  <a:lnTo>
                    <a:pt x="3259803" y="38115"/>
                  </a:lnTo>
                  <a:lnTo>
                    <a:pt x="3260875" y="38229"/>
                  </a:lnTo>
                  <a:lnTo>
                    <a:pt x="3261946" y="38342"/>
                  </a:lnTo>
                  <a:lnTo>
                    <a:pt x="3263018" y="38455"/>
                  </a:lnTo>
                  <a:lnTo>
                    <a:pt x="3264089" y="38569"/>
                  </a:lnTo>
                  <a:lnTo>
                    <a:pt x="3265161" y="38682"/>
                  </a:lnTo>
                  <a:lnTo>
                    <a:pt x="3266233" y="38796"/>
                  </a:lnTo>
                  <a:lnTo>
                    <a:pt x="3267304" y="38909"/>
                  </a:lnTo>
                  <a:lnTo>
                    <a:pt x="3268376" y="39022"/>
                  </a:lnTo>
                  <a:lnTo>
                    <a:pt x="3269447" y="39136"/>
                  </a:lnTo>
                  <a:lnTo>
                    <a:pt x="3270519" y="39249"/>
                  </a:lnTo>
                  <a:lnTo>
                    <a:pt x="3271591" y="39363"/>
                  </a:lnTo>
                  <a:lnTo>
                    <a:pt x="3272662" y="39476"/>
                  </a:lnTo>
                  <a:lnTo>
                    <a:pt x="3273734" y="39589"/>
                  </a:lnTo>
                  <a:lnTo>
                    <a:pt x="3274805" y="39703"/>
                  </a:lnTo>
                  <a:lnTo>
                    <a:pt x="3275877" y="39816"/>
                  </a:lnTo>
                  <a:lnTo>
                    <a:pt x="3276949" y="39929"/>
                  </a:lnTo>
                  <a:lnTo>
                    <a:pt x="3278020" y="40043"/>
                  </a:lnTo>
                  <a:lnTo>
                    <a:pt x="3279092" y="40156"/>
                  </a:lnTo>
                  <a:lnTo>
                    <a:pt x="3280163" y="40269"/>
                  </a:lnTo>
                  <a:lnTo>
                    <a:pt x="3281235" y="40383"/>
                  </a:lnTo>
                  <a:lnTo>
                    <a:pt x="3282307" y="40496"/>
                  </a:lnTo>
                  <a:lnTo>
                    <a:pt x="3283378" y="40609"/>
                  </a:lnTo>
                  <a:lnTo>
                    <a:pt x="3284450" y="40723"/>
                  </a:lnTo>
                  <a:lnTo>
                    <a:pt x="3285521" y="40836"/>
                  </a:lnTo>
                  <a:lnTo>
                    <a:pt x="3286593" y="40949"/>
                  </a:lnTo>
                  <a:lnTo>
                    <a:pt x="3287665" y="41062"/>
                  </a:lnTo>
                  <a:lnTo>
                    <a:pt x="3288736" y="41176"/>
                  </a:lnTo>
                  <a:lnTo>
                    <a:pt x="3289808" y="41289"/>
                  </a:lnTo>
                  <a:lnTo>
                    <a:pt x="3290879" y="41402"/>
                  </a:lnTo>
                  <a:lnTo>
                    <a:pt x="3291951" y="41515"/>
                  </a:lnTo>
                  <a:lnTo>
                    <a:pt x="3293023" y="41629"/>
                  </a:lnTo>
                  <a:lnTo>
                    <a:pt x="3294094" y="41742"/>
                  </a:lnTo>
                  <a:lnTo>
                    <a:pt x="3295166" y="41855"/>
                  </a:lnTo>
                  <a:lnTo>
                    <a:pt x="3296237" y="41968"/>
                  </a:lnTo>
                  <a:lnTo>
                    <a:pt x="3297309" y="42082"/>
                  </a:lnTo>
                  <a:lnTo>
                    <a:pt x="3298381" y="42195"/>
                  </a:lnTo>
                  <a:lnTo>
                    <a:pt x="3299452" y="42308"/>
                  </a:lnTo>
                  <a:lnTo>
                    <a:pt x="3300524" y="42421"/>
                  </a:lnTo>
                  <a:lnTo>
                    <a:pt x="3301595" y="42534"/>
                  </a:lnTo>
                  <a:lnTo>
                    <a:pt x="3302667" y="42647"/>
                  </a:lnTo>
                  <a:lnTo>
                    <a:pt x="3303739" y="42761"/>
                  </a:lnTo>
                  <a:lnTo>
                    <a:pt x="3304810" y="42874"/>
                  </a:lnTo>
                  <a:lnTo>
                    <a:pt x="3305882" y="42987"/>
                  </a:lnTo>
                  <a:lnTo>
                    <a:pt x="3306953" y="43100"/>
                  </a:lnTo>
                  <a:lnTo>
                    <a:pt x="3308025" y="43213"/>
                  </a:lnTo>
                  <a:lnTo>
                    <a:pt x="3309097" y="43326"/>
                  </a:lnTo>
                  <a:lnTo>
                    <a:pt x="3310168" y="43439"/>
                  </a:lnTo>
                  <a:lnTo>
                    <a:pt x="3311240" y="43553"/>
                  </a:lnTo>
                  <a:lnTo>
                    <a:pt x="3312311" y="43666"/>
                  </a:lnTo>
                  <a:lnTo>
                    <a:pt x="3313383" y="43779"/>
                  </a:lnTo>
                  <a:lnTo>
                    <a:pt x="3314455" y="43892"/>
                  </a:lnTo>
                  <a:lnTo>
                    <a:pt x="3315526" y="44005"/>
                  </a:lnTo>
                  <a:lnTo>
                    <a:pt x="3316598" y="44118"/>
                  </a:lnTo>
                  <a:lnTo>
                    <a:pt x="3317669" y="44231"/>
                  </a:lnTo>
                  <a:lnTo>
                    <a:pt x="3318741" y="44344"/>
                  </a:lnTo>
                  <a:lnTo>
                    <a:pt x="3319813" y="44457"/>
                  </a:lnTo>
                  <a:lnTo>
                    <a:pt x="3320884" y="44570"/>
                  </a:lnTo>
                  <a:lnTo>
                    <a:pt x="3321956" y="44683"/>
                  </a:lnTo>
                  <a:lnTo>
                    <a:pt x="3323027" y="44796"/>
                  </a:lnTo>
                  <a:lnTo>
                    <a:pt x="3324099" y="44909"/>
                  </a:lnTo>
                  <a:lnTo>
                    <a:pt x="3325171" y="45022"/>
                  </a:lnTo>
                  <a:lnTo>
                    <a:pt x="3326242" y="45135"/>
                  </a:lnTo>
                  <a:lnTo>
                    <a:pt x="3327314" y="45248"/>
                  </a:lnTo>
                  <a:lnTo>
                    <a:pt x="3328385" y="45361"/>
                  </a:lnTo>
                  <a:lnTo>
                    <a:pt x="3329457" y="45474"/>
                  </a:lnTo>
                  <a:lnTo>
                    <a:pt x="3330529" y="45587"/>
                  </a:lnTo>
                  <a:lnTo>
                    <a:pt x="3331600" y="45700"/>
                  </a:lnTo>
                  <a:lnTo>
                    <a:pt x="3332672" y="45813"/>
                  </a:lnTo>
                  <a:lnTo>
                    <a:pt x="3333743" y="45926"/>
                  </a:lnTo>
                  <a:lnTo>
                    <a:pt x="3334815" y="46039"/>
                  </a:lnTo>
                  <a:lnTo>
                    <a:pt x="3335887" y="46152"/>
                  </a:lnTo>
                  <a:lnTo>
                    <a:pt x="3336958" y="46265"/>
                  </a:lnTo>
                  <a:lnTo>
                    <a:pt x="3338030" y="46378"/>
                  </a:lnTo>
                  <a:lnTo>
                    <a:pt x="3339101" y="46491"/>
                  </a:lnTo>
                  <a:lnTo>
                    <a:pt x="3340173" y="46604"/>
                  </a:lnTo>
                  <a:lnTo>
                    <a:pt x="3341245" y="46717"/>
                  </a:lnTo>
                  <a:lnTo>
                    <a:pt x="3342316" y="46830"/>
                  </a:lnTo>
                  <a:lnTo>
                    <a:pt x="3343388" y="46942"/>
                  </a:lnTo>
                  <a:lnTo>
                    <a:pt x="3344459" y="47055"/>
                  </a:lnTo>
                  <a:lnTo>
                    <a:pt x="3345531" y="47168"/>
                  </a:lnTo>
                  <a:lnTo>
                    <a:pt x="3346603" y="47281"/>
                  </a:lnTo>
                  <a:lnTo>
                    <a:pt x="3347674" y="47394"/>
                  </a:lnTo>
                  <a:lnTo>
                    <a:pt x="3348746" y="47507"/>
                  </a:lnTo>
                  <a:lnTo>
                    <a:pt x="3349817" y="47620"/>
                  </a:lnTo>
                  <a:lnTo>
                    <a:pt x="3350889" y="47732"/>
                  </a:lnTo>
                  <a:lnTo>
                    <a:pt x="3351961" y="47845"/>
                  </a:lnTo>
                  <a:lnTo>
                    <a:pt x="3353032" y="47958"/>
                  </a:lnTo>
                  <a:lnTo>
                    <a:pt x="3354104" y="48071"/>
                  </a:lnTo>
                  <a:lnTo>
                    <a:pt x="3355175" y="48184"/>
                  </a:lnTo>
                  <a:lnTo>
                    <a:pt x="3356247" y="48297"/>
                  </a:lnTo>
                  <a:lnTo>
                    <a:pt x="3357319" y="48409"/>
                  </a:lnTo>
                  <a:lnTo>
                    <a:pt x="3358390" y="48522"/>
                  </a:lnTo>
                  <a:lnTo>
                    <a:pt x="3359462" y="48635"/>
                  </a:lnTo>
                  <a:lnTo>
                    <a:pt x="3360533" y="48748"/>
                  </a:lnTo>
                  <a:lnTo>
                    <a:pt x="3361605" y="48860"/>
                  </a:lnTo>
                  <a:lnTo>
                    <a:pt x="3362677" y="48973"/>
                  </a:lnTo>
                  <a:lnTo>
                    <a:pt x="3363748" y="49086"/>
                  </a:lnTo>
                  <a:lnTo>
                    <a:pt x="3364820" y="49199"/>
                  </a:lnTo>
                  <a:lnTo>
                    <a:pt x="3365891" y="49311"/>
                  </a:lnTo>
                  <a:lnTo>
                    <a:pt x="3366963" y="49424"/>
                  </a:lnTo>
                  <a:lnTo>
                    <a:pt x="3368035" y="49537"/>
                  </a:lnTo>
                  <a:lnTo>
                    <a:pt x="3369106" y="49650"/>
                  </a:lnTo>
                  <a:lnTo>
                    <a:pt x="3370178" y="49762"/>
                  </a:lnTo>
                  <a:lnTo>
                    <a:pt x="3371249" y="49875"/>
                  </a:lnTo>
                  <a:lnTo>
                    <a:pt x="3372321" y="49988"/>
                  </a:lnTo>
                  <a:lnTo>
                    <a:pt x="3373392" y="50100"/>
                  </a:lnTo>
                  <a:lnTo>
                    <a:pt x="3374464" y="50213"/>
                  </a:lnTo>
                  <a:lnTo>
                    <a:pt x="3375536" y="50326"/>
                  </a:lnTo>
                  <a:lnTo>
                    <a:pt x="3376607" y="50438"/>
                  </a:lnTo>
                  <a:lnTo>
                    <a:pt x="3377679" y="50551"/>
                  </a:lnTo>
                  <a:lnTo>
                    <a:pt x="3378750" y="50664"/>
                  </a:lnTo>
                  <a:lnTo>
                    <a:pt x="3379822" y="50776"/>
                  </a:lnTo>
                  <a:lnTo>
                    <a:pt x="3380894" y="50889"/>
                  </a:lnTo>
                  <a:lnTo>
                    <a:pt x="3381965" y="51002"/>
                  </a:lnTo>
                  <a:lnTo>
                    <a:pt x="3383037" y="51114"/>
                  </a:lnTo>
                  <a:lnTo>
                    <a:pt x="3384108" y="51227"/>
                  </a:lnTo>
                  <a:lnTo>
                    <a:pt x="3385180" y="51340"/>
                  </a:lnTo>
                  <a:lnTo>
                    <a:pt x="3386252" y="51452"/>
                  </a:lnTo>
                  <a:lnTo>
                    <a:pt x="3387323" y="51565"/>
                  </a:lnTo>
                  <a:lnTo>
                    <a:pt x="3388395" y="51677"/>
                  </a:lnTo>
                  <a:lnTo>
                    <a:pt x="3389466" y="51790"/>
                  </a:lnTo>
                  <a:lnTo>
                    <a:pt x="3390538" y="51902"/>
                  </a:lnTo>
                  <a:lnTo>
                    <a:pt x="3391610" y="52015"/>
                  </a:lnTo>
                  <a:lnTo>
                    <a:pt x="3392681" y="52128"/>
                  </a:lnTo>
                  <a:lnTo>
                    <a:pt x="3393753" y="52240"/>
                  </a:lnTo>
                  <a:lnTo>
                    <a:pt x="3394824" y="52353"/>
                  </a:lnTo>
                  <a:lnTo>
                    <a:pt x="3395896" y="52465"/>
                  </a:lnTo>
                  <a:lnTo>
                    <a:pt x="3396968" y="52578"/>
                  </a:lnTo>
                  <a:lnTo>
                    <a:pt x="3398039" y="52690"/>
                  </a:lnTo>
                  <a:lnTo>
                    <a:pt x="3399111" y="52803"/>
                  </a:lnTo>
                  <a:lnTo>
                    <a:pt x="3400182" y="52915"/>
                  </a:lnTo>
                  <a:lnTo>
                    <a:pt x="3401254" y="53028"/>
                  </a:lnTo>
                  <a:lnTo>
                    <a:pt x="3402326" y="53140"/>
                  </a:lnTo>
                  <a:lnTo>
                    <a:pt x="3403397" y="53253"/>
                  </a:lnTo>
                  <a:lnTo>
                    <a:pt x="3404469" y="53365"/>
                  </a:lnTo>
                  <a:lnTo>
                    <a:pt x="3405540" y="53478"/>
                  </a:lnTo>
                  <a:lnTo>
                    <a:pt x="3406612" y="53590"/>
                  </a:lnTo>
                  <a:lnTo>
                    <a:pt x="3407684" y="53703"/>
                  </a:lnTo>
                  <a:lnTo>
                    <a:pt x="3408755" y="53815"/>
                  </a:lnTo>
                  <a:lnTo>
                    <a:pt x="3409827" y="53928"/>
                  </a:lnTo>
                  <a:lnTo>
                    <a:pt x="3410898" y="54040"/>
                  </a:lnTo>
                  <a:lnTo>
                    <a:pt x="3411970" y="54152"/>
                  </a:lnTo>
                  <a:lnTo>
                    <a:pt x="3413042" y="54265"/>
                  </a:lnTo>
                  <a:lnTo>
                    <a:pt x="3414113" y="54377"/>
                  </a:lnTo>
                  <a:lnTo>
                    <a:pt x="3415185" y="54490"/>
                  </a:lnTo>
                  <a:lnTo>
                    <a:pt x="3416256" y="54602"/>
                  </a:lnTo>
                  <a:lnTo>
                    <a:pt x="3417328" y="54714"/>
                  </a:lnTo>
                  <a:lnTo>
                    <a:pt x="3418400" y="54827"/>
                  </a:lnTo>
                  <a:lnTo>
                    <a:pt x="3419471" y="54939"/>
                  </a:lnTo>
                  <a:lnTo>
                    <a:pt x="3420543" y="55052"/>
                  </a:lnTo>
                  <a:lnTo>
                    <a:pt x="3421614" y="55164"/>
                  </a:lnTo>
                  <a:lnTo>
                    <a:pt x="3422686" y="55276"/>
                  </a:lnTo>
                  <a:lnTo>
                    <a:pt x="3423758" y="55389"/>
                  </a:lnTo>
                  <a:lnTo>
                    <a:pt x="3424829" y="55501"/>
                  </a:lnTo>
                  <a:lnTo>
                    <a:pt x="3425901" y="55613"/>
                  </a:lnTo>
                  <a:lnTo>
                    <a:pt x="3426972" y="55726"/>
                  </a:lnTo>
                  <a:lnTo>
                    <a:pt x="3428044" y="55838"/>
                  </a:lnTo>
                  <a:lnTo>
                    <a:pt x="3429116" y="55950"/>
                  </a:lnTo>
                  <a:lnTo>
                    <a:pt x="3430187" y="56063"/>
                  </a:lnTo>
                  <a:lnTo>
                    <a:pt x="3431259" y="56175"/>
                  </a:lnTo>
                  <a:lnTo>
                    <a:pt x="3432330" y="56287"/>
                  </a:lnTo>
                  <a:lnTo>
                    <a:pt x="3433402" y="56399"/>
                  </a:lnTo>
                  <a:lnTo>
                    <a:pt x="3434474" y="56512"/>
                  </a:lnTo>
                  <a:lnTo>
                    <a:pt x="3435545" y="56624"/>
                  </a:lnTo>
                  <a:lnTo>
                    <a:pt x="3436617" y="56736"/>
                  </a:lnTo>
                  <a:lnTo>
                    <a:pt x="3437688" y="56848"/>
                  </a:lnTo>
                  <a:lnTo>
                    <a:pt x="3438760" y="56961"/>
                  </a:lnTo>
                  <a:lnTo>
                    <a:pt x="3439832" y="57073"/>
                  </a:lnTo>
                  <a:lnTo>
                    <a:pt x="3440903" y="57185"/>
                  </a:lnTo>
                  <a:lnTo>
                    <a:pt x="3441975" y="57297"/>
                  </a:lnTo>
                  <a:lnTo>
                    <a:pt x="3443046" y="57410"/>
                  </a:lnTo>
                  <a:lnTo>
                    <a:pt x="3444118" y="57522"/>
                  </a:lnTo>
                  <a:lnTo>
                    <a:pt x="3445190" y="57634"/>
                  </a:lnTo>
                  <a:lnTo>
                    <a:pt x="3446261" y="57746"/>
                  </a:lnTo>
                  <a:lnTo>
                    <a:pt x="3447333" y="57858"/>
                  </a:lnTo>
                  <a:lnTo>
                    <a:pt x="3448404" y="57971"/>
                  </a:lnTo>
                  <a:lnTo>
                    <a:pt x="3449476" y="58083"/>
                  </a:lnTo>
                  <a:lnTo>
                    <a:pt x="3450548" y="58195"/>
                  </a:lnTo>
                  <a:lnTo>
                    <a:pt x="3451619" y="58307"/>
                  </a:lnTo>
                  <a:lnTo>
                    <a:pt x="3452691" y="58419"/>
                  </a:lnTo>
                  <a:lnTo>
                    <a:pt x="3453762" y="58531"/>
                  </a:lnTo>
                  <a:lnTo>
                    <a:pt x="3454834" y="58644"/>
                  </a:lnTo>
                  <a:lnTo>
                    <a:pt x="3455906" y="58756"/>
                  </a:lnTo>
                  <a:lnTo>
                    <a:pt x="3456977" y="58868"/>
                  </a:lnTo>
                  <a:lnTo>
                    <a:pt x="3458049" y="58980"/>
                  </a:lnTo>
                  <a:lnTo>
                    <a:pt x="3459120" y="59092"/>
                  </a:lnTo>
                  <a:lnTo>
                    <a:pt x="3460192" y="59204"/>
                  </a:lnTo>
                  <a:lnTo>
                    <a:pt x="3461264" y="59316"/>
                  </a:lnTo>
                  <a:lnTo>
                    <a:pt x="3462335" y="59428"/>
                  </a:lnTo>
                  <a:lnTo>
                    <a:pt x="3463407" y="59540"/>
                  </a:lnTo>
                  <a:lnTo>
                    <a:pt x="3464478" y="59652"/>
                  </a:lnTo>
                  <a:lnTo>
                    <a:pt x="3465550" y="59765"/>
                  </a:lnTo>
                  <a:lnTo>
                    <a:pt x="3466622" y="59877"/>
                  </a:lnTo>
                  <a:lnTo>
                    <a:pt x="3467693" y="59989"/>
                  </a:lnTo>
                  <a:lnTo>
                    <a:pt x="3468765" y="60101"/>
                  </a:lnTo>
                  <a:lnTo>
                    <a:pt x="3469836" y="60213"/>
                  </a:lnTo>
                  <a:lnTo>
                    <a:pt x="3470908" y="60325"/>
                  </a:lnTo>
                  <a:lnTo>
                    <a:pt x="3471980" y="60437"/>
                  </a:lnTo>
                  <a:lnTo>
                    <a:pt x="3473051" y="60549"/>
                  </a:lnTo>
                  <a:lnTo>
                    <a:pt x="3474123" y="60661"/>
                  </a:lnTo>
                  <a:lnTo>
                    <a:pt x="3475194" y="60773"/>
                  </a:lnTo>
                  <a:lnTo>
                    <a:pt x="3476266" y="60885"/>
                  </a:lnTo>
                  <a:lnTo>
                    <a:pt x="3477338" y="60997"/>
                  </a:lnTo>
                  <a:lnTo>
                    <a:pt x="3478409" y="61109"/>
                  </a:lnTo>
                  <a:lnTo>
                    <a:pt x="3479481" y="61221"/>
                  </a:lnTo>
                  <a:lnTo>
                    <a:pt x="3480552" y="61333"/>
                  </a:lnTo>
                  <a:lnTo>
                    <a:pt x="3481624" y="61445"/>
                  </a:lnTo>
                  <a:lnTo>
                    <a:pt x="3482696" y="61557"/>
                  </a:lnTo>
                  <a:lnTo>
                    <a:pt x="3483767" y="61669"/>
                  </a:lnTo>
                  <a:lnTo>
                    <a:pt x="3484839" y="61781"/>
                  </a:lnTo>
                  <a:lnTo>
                    <a:pt x="3485910" y="61892"/>
                  </a:lnTo>
                  <a:lnTo>
                    <a:pt x="3486982" y="62004"/>
                  </a:lnTo>
                  <a:lnTo>
                    <a:pt x="3488054" y="62116"/>
                  </a:lnTo>
                  <a:lnTo>
                    <a:pt x="3489125" y="62228"/>
                  </a:lnTo>
                  <a:lnTo>
                    <a:pt x="3490197" y="62340"/>
                  </a:lnTo>
                  <a:lnTo>
                    <a:pt x="3491268" y="62452"/>
                  </a:lnTo>
                  <a:lnTo>
                    <a:pt x="3492340" y="62564"/>
                  </a:lnTo>
                  <a:lnTo>
                    <a:pt x="3493412" y="62676"/>
                  </a:lnTo>
                  <a:lnTo>
                    <a:pt x="3494483" y="62788"/>
                  </a:lnTo>
                  <a:lnTo>
                    <a:pt x="3495555" y="62899"/>
                  </a:lnTo>
                  <a:lnTo>
                    <a:pt x="3496626" y="63011"/>
                  </a:lnTo>
                  <a:lnTo>
                    <a:pt x="3497698" y="63123"/>
                  </a:lnTo>
                  <a:lnTo>
                    <a:pt x="3498770" y="63235"/>
                  </a:lnTo>
                  <a:lnTo>
                    <a:pt x="3499841" y="63347"/>
                  </a:lnTo>
                  <a:lnTo>
                    <a:pt x="3500913" y="63459"/>
                  </a:lnTo>
                  <a:lnTo>
                    <a:pt x="3501984" y="63571"/>
                  </a:lnTo>
                  <a:lnTo>
                    <a:pt x="3503056" y="63682"/>
                  </a:lnTo>
                  <a:lnTo>
                    <a:pt x="3504128" y="63794"/>
                  </a:lnTo>
                  <a:lnTo>
                    <a:pt x="3505199" y="63906"/>
                  </a:lnTo>
                  <a:lnTo>
                    <a:pt x="3506271" y="64018"/>
                  </a:lnTo>
                  <a:lnTo>
                    <a:pt x="3507342" y="64130"/>
                  </a:lnTo>
                  <a:lnTo>
                    <a:pt x="3508414" y="64241"/>
                  </a:lnTo>
                  <a:lnTo>
                    <a:pt x="3509486" y="64353"/>
                  </a:lnTo>
                  <a:lnTo>
                    <a:pt x="3510557" y="64465"/>
                  </a:lnTo>
                  <a:lnTo>
                    <a:pt x="3511629" y="64577"/>
                  </a:lnTo>
                  <a:lnTo>
                    <a:pt x="3512700" y="64688"/>
                  </a:lnTo>
                  <a:lnTo>
                    <a:pt x="3513772" y="64800"/>
                  </a:lnTo>
                  <a:lnTo>
                    <a:pt x="3514844" y="64912"/>
                  </a:lnTo>
                  <a:lnTo>
                    <a:pt x="3515915" y="65024"/>
                  </a:lnTo>
                  <a:lnTo>
                    <a:pt x="3516987" y="65135"/>
                  </a:lnTo>
                  <a:lnTo>
                    <a:pt x="3518058" y="65247"/>
                  </a:lnTo>
                  <a:lnTo>
                    <a:pt x="3519130" y="65359"/>
                  </a:lnTo>
                  <a:lnTo>
                    <a:pt x="3520202" y="65470"/>
                  </a:lnTo>
                  <a:lnTo>
                    <a:pt x="3521273" y="65582"/>
                  </a:lnTo>
                  <a:lnTo>
                    <a:pt x="3522345" y="65694"/>
                  </a:lnTo>
                  <a:lnTo>
                    <a:pt x="3523416" y="65805"/>
                  </a:lnTo>
                  <a:lnTo>
                    <a:pt x="3524488" y="65917"/>
                  </a:lnTo>
                  <a:lnTo>
                    <a:pt x="3525560" y="66029"/>
                  </a:lnTo>
                  <a:lnTo>
                    <a:pt x="3526631" y="66140"/>
                  </a:lnTo>
                  <a:lnTo>
                    <a:pt x="3527703" y="66252"/>
                  </a:lnTo>
                  <a:lnTo>
                    <a:pt x="3528774" y="66364"/>
                  </a:lnTo>
                  <a:lnTo>
                    <a:pt x="3529846" y="66475"/>
                  </a:lnTo>
                  <a:lnTo>
                    <a:pt x="3530918" y="66587"/>
                  </a:lnTo>
                  <a:lnTo>
                    <a:pt x="3531989" y="66699"/>
                  </a:lnTo>
                  <a:lnTo>
                    <a:pt x="3533061" y="66810"/>
                  </a:lnTo>
                  <a:lnTo>
                    <a:pt x="3534132" y="66922"/>
                  </a:lnTo>
                  <a:lnTo>
                    <a:pt x="3535204" y="67033"/>
                  </a:lnTo>
                  <a:lnTo>
                    <a:pt x="3536276" y="67145"/>
                  </a:lnTo>
                  <a:lnTo>
                    <a:pt x="3537347" y="67257"/>
                  </a:lnTo>
                  <a:lnTo>
                    <a:pt x="3538419" y="67368"/>
                  </a:lnTo>
                  <a:lnTo>
                    <a:pt x="3539490" y="67480"/>
                  </a:lnTo>
                  <a:lnTo>
                    <a:pt x="3540562" y="67591"/>
                  </a:lnTo>
                  <a:lnTo>
                    <a:pt x="3541634" y="67703"/>
                  </a:lnTo>
                  <a:lnTo>
                    <a:pt x="3542705" y="67814"/>
                  </a:lnTo>
                  <a:lnTo>
                    <a:pt x="3543777" y="67926"/>
                  </a:lnTo>
                  <a:lnTo>
                    <a:pt x="3544848" y="68037"/>
                  </a:lnTo>
                  <a:lnTo>
                    <a:pt x="3545920" y="68149"/>
                  </a:lnTo>
                  <a:lnTo>
                    <a:pt x="3546992" y="68261"/>
                  </a:lnTo>
                  <a:lnTo>
                    <a:pt x="3548063" y="68372"/>
                  </a:lnTo>
                  <a:lnTo>
                    <a:pt x="3549135" y="68484"/>
                  </a:lnTo>
                  <a:lnTo>
                    <a:pt x="3550206" y="68595"/>
                  </a:lnTo>
                  <a:lnTo>
                    <a:pt x="3551278" y="68707"/>
                  </a:lnTo>
                  <a:lnTo>
                    <a:pt x="3552349" y="68818"/>
                  </a:lnTo>
                  <a:lnTo>
                    <a:pt x="3553421" y="68929"/>
                  </a:lnTo>
                  <a:lnTo>
                    <a:pt x="3554493" y="69041"/>
                  </a:lnTo>
                  <a:lnTo>
                    <a:pt x="3555564" y="69152"/>
                  </a:lnTo>
                  <a:lnTo>
                    <a:pt x="3556636" y="69264"/>
                  </a:lnTo>
                  <a:lnTo>
                    <a:pt x="3557707" y="69375"/>
                  </a:lnTo>
                  <a:lnTo>
                    <a:pt x="3558779" y="69487"/>
                  </a:lnTo>
                  <a:lnTo>
                    <a:pt x="3559851" y="69598"/>
                  </a:lnTo>
                  <a:lnTo>
                    <a:pt x="3560922" y="69710"/>
                  </a:lnTo>
                  <a:lnTo>
                    <a:pt x="3561994" y="69821"/>
                  </a:lnTo>
                  <a:lnTo>
                    <a:pt x="3563065" y="69932"/>
                  </a:lnTo>
                  <a:lnTo>
                    <a:pt x="3564137" y="70044"/>
                  </a:lnTo>
                  <a:lnTo>
                    <a:pt x="3565209" y="70155"/>
                  </a:lnTo>
                  <a:lnTo>
                    <a:pt x="3566280" y="70267"/>
                  </a:lnTo>
                  <a:lnTo>
                    <a:pt x="3567352" y="70378"/>
                  </a:lnTo>
                  <a:lnTo>
                    <a:pt x="3568423" y="70489"/>
                  </a:lnTo>
                  <a:lnTo>
                    <a:pt x="3569495" y="70601"/>
                  </a:lnTo>
                  <a:lnTo>
                    <a:pt x="3570567" y="70712"/>
                  </a:lnTo>
                  <a:lnTo>
                    <a:pt x="3571638" y="70824"/>
                  </a:lnTo>
                  <a:lnTo>
                    <a:pt x="3572710" y="70935"/>
                  </a:lnTo>
                  <a:lnTo>
                    <a:pt x="3573781" y="71046"/>
                  </a:lnTo>
                  <a:lnTo>
                    <a:pt x="3574853" y="71158"/>
                  </a:lnTo>
                  <a:lnTo>
                    <a:pt x="3575925" y="71269"/>
                  </a:lnTo>
                  <a:lnTo>
                    <a:pt x="3576996" y="71380"/>
                  </a:lnTo>
                  <a:lnTo>
                    <a:pt x="3578068" y="71491"/>
                  </a:lnTo>
                  <a:lnTo>
                    <a:pt x="3579139" y="71603"/>
                  </a:lnTo>
                  <a:lnTo>
                    <a:pt x="3580211" y="71714"/>
                  </a:lnTo>
                  <a:lnTo>
                    <a:pt x="3581283" y="71825"/>
                  </a:lnTo>
                  <a:lnTo>
                    <a:pt x="3582354" y="71937"/>
                  </a:lnTo>
                  <a:lnTo>
                    <a:pt x="3583426" y="72048"/>
                  </a:lnTo>
                  <a:lnTo>
                    <a:pt x="3584497" y="72159"/>
                  </a:lnTo>
                  <a:lnTo>
                    <a:pt x="3585569" y="72270"/>
                  </a:lnTo>
                  <a:lnTo>
                    <a:pt x="3586641" y="72382"/>
                  </a:lnTo>
                  <a:lnTo>
                    <a:pt x="3587712" y="72493"/>
                  </a:lnTo>
                  <a:lnTo>
                    <a:pt x="3588784" y="72604"/>
                  </a:lnTo>
                  <a:lnTo>
                    <a:pt x="3589855" y="72715"/>
                  </a:lnTo>
                  <a:lnTo>
                    <a:pt x="3590927" y="72827"/>
                  </a:lnTo>
                  <a:lnTo>
                    <a:pt x="3591999" y="72938"/>
                  </a:lnTo>
                  <a:lnTo>
                    <a:pt x="3593070" y="73049"/>
                  </a:lnTo>
                  <a:lnTo>
                    <a:pt x="3594142" y="73160"/>
                  </a:lnTo>
                  <a:lnTo>
                    <a:pt x="3595213" y="73271"/>
                  </a:lnTo>
                  <a:lnTo>
                    <a:pt x="3596285" y="73383"/>
                  </a:lnTo>
                  <a:lnTo>
                    <a:pt x="3597357" y="73494"/>
                  </a:lnTo>
                  <a:lnTo>
                    <a:pt x="3598428" y="73605"/>
                  </a:lnTo>
                  <a:lnTo>
                    <a:pt x="3599500" y="73716"/>
                  </a:lnTo>
                  <a:lnTo>
                    <a:pt x="3600571" y="73827"/>
                  </a:lnTo>
                  <a:lnTo>
                    <a:pt x="3601643" y="73939"/>
                  </a:lnTo>
                  <a:lnTo>
                    <a:pt x="3602715" y="74050"/>
                  </a:lnTo>
                  <a:lnTo>
                    <a:pt x="3603786" y="74161"/>
                  </a:lnTo>
                  <a:lnTo>
                    <a:pt x="3604858" y="74272"/>
                  </a:lnTo>
                  <a:lnTo>
                    <a:pt x="3605929" y="74383"/>
                  </a:lnTo>
                  <a:lnTo>
                    <a:pt x="3607001" y="74494"/>
                  </a:lnTo>
                  <a:lnTo>
                    <a:pt x="3608073" y="74605"/>
                  </a:lnTo>
                  <a:lnTo>
                    <a:pt x="3609144" y="74716"/>
                  </a:lnTo>
                  <a:lnTo>
                    <a:pt x="3610216" y="74828"/>
                  </a:lnTo>
                  <a:lnTo>
                    <a:pt x="3611287" y="74939"/>
                  </a:lnTo>
                  <a:lnTo>
                    <a:pt x="3612359" y="75050"/>
                  </a:lnTo>
                  <a:lnTo>
                    <a:pt x="3613431" y="75161"/>
                  </a:lnTo>
                  <a:lnTo>
                    <a:pt x="3614502" y="75272"/>
                  </a:lnTo>
                  <a:lnTo>
                    <a:pt x="3615574" y="75383"/>
                  </a:lnTo>
                  <a:lnTo>
                    <a:pt x="3616645" y="75494"/>
                  </a:lnTo>
                  <a:lnTo>
                    <a:pt x="3617717" y="75605"/>
                  </a:lnTo>
                  <a:lnTo>
                    <a:pt x="3618789" y="75716"/>
                  </a:lnTo>
                  <a:lnTo>
                    <a:pt x="3619860" y="75827"/>
                  </a:lnTo>
                  <a:lnTo>
                    <a:pt x="3620932" y="75938"/>
                  </a:lnTo>
                  <a:lnTo>
                    <a:pt x="3622003" y="76049"/>
                  </a:lnTo>
                  <a:lnTo>
                    <a:pt x="3623075" y="76160"/>
                  </a:lnTo>
                  <a:lnTo>
                    <a:pt x="3624147" y="76271"/>
                  </a:lnTo>
                  <a:lnTo>
                    <a:pt x="3625218" y="76382"/>
                  </a:lnTo>
                  <a:lnTo>
                    <a:pt x="3626290" y="76493"/>
                  </a:lnTo>
                  <a:lnTo>
                    <a:pt x="3627361" y="76604"/>
                  </a:lnTo>
                  <a:lnTo>
                    <a:pt x="3628433" y="76715"/>
                  </a:lnTo>
                  <a:lnTo>
                    <a:pt x="3629505" y="76826"/>
                  </a:lnTo>
                  <a:lnTo>
                    <a:pt x="3630576" y="76937"/>
                  </a:lnTo>
                  <a:lnTo>
                    <a:pt x="3631648" y="77048"/>
                  </a:lnTo>
                  <a:lnTo>
                    <a:pt x="3632719" y="77159"/>
                  </a:lnTo>
                  <a:lnTo>
                    <a:pt x="3633791" y="77270"/>
                  </a:lnTo>
                  <a:lnTo>
                    <a:pt x="3634863" y="77381"/>
                  </a:lnTo>
                  <a:lnTo>
                    <a:pt x="3635934" y="77492"/>
                  </a:lnTo>
                  <a:lnTo>
                    <a:pt x="3637006" y="77603"/>
                  </a:lnTo>
                  <a:lnTo>
                    <a:pt x="3638077" y="77714"/>
                  </a:lnTo>
                  <a:lnTo>
                    <a:pt x="3639149" y="77824"/>
                  </a:lnTo>
                  <a:lnTo>
                    <a:pt x="3640221" y="77935"/>
                  </a:lnTo>
                  <a:lnTo>
                    <a:pt x="3641292" y="78046"/>
                  </a:lnTo>
                  <a:lnTo>
                    <a:pt x="3642364" y="78157"/>
                  </a:lnTo>
                  <a:lnTo>
                    <a:pt x="3643435" y="78268"/>
                  </a:lnTo>
                  <a:lnTo>
                    <a:pt x="3644507" y="78379"/>
                  </a:lnTo>
                  <a:lnTo>
                    <a:pt x="3645579" y="78490"/>
                  </a:lnTo>
                  <a:lnTo>
                    <a:pt x="3646650" y="78601"/>
                  </a:lnTo>
                  <a:lnTo>
                    <a:pt x="3647722" y="78711"/>
                  </a:lnTo>
                  <a:lnTo>
                    <a:pt x="3648793" y="78822"/>
                  </a:lnTo>
                  <a:lnTo>
                    <a:pt x="3649865" y="78933"/>
                  </a:lnTo>
                  <a:lnTo>
                    <a:pt x="3650937" y="79044"/>
                  </a:lnTo>
                  <a:lnTo>
                    <a:pt x="3652008" y="79155"/>
                  </a:lnTo>
                  <a:lnTo>
                    <a:pt x="3653080" y="79266"/>
                  </a:lnTo>
                  <a:lnTo>
                    <a:pt x="3654151" y="79376"/>
                  </a:lnTo>
                  <a:lnTo>
                    <a:pt x="3655223" y="79487"/>
                  </a:lnTo>
                  <a:lnTo>
                    <a:pt x="3656295" y="79598"/>
                  </a:lnTo>
                  <a:lnTo>
                    <a:pt x="3657366" y="79709"/>
                  </a:lnTo>
                  <a:lnTo>
                    <a:pt x="3658438" y="79819"/>
                  </a:lnTo>
                  <a:lnTo>
                    <a:pt x="3659509" y="79930"/>
                  </a:lnTo>
                  <a:lnTo>
                    <a:pt x="3660581" y="80041"/>
                  </a:lnTo>
                  <a:lnTo>
                    <a:pt x="3661653" y="80152"/>
                  </a:lnTo>
                  <a:lnTo>
                    <a:pt x="3662724" y="80263"/>
                  </a:lnTo>
                  <a:lnTo>
                    <a:pt x="3663796" y="80373"/>
                  </a:lnTo>
                  <a:lnTo>
                    <a:pt x="3664867" y="80484"/>
                  </a:lnTo>
                  <a:lnTo>
                    <a:pt x="3665939" y="80595"/>
                  </a:lnTo>
                  <a:lnTo>
                    <a:pt x="3667011" y="80705"/>
                  </a:lnTo>
                  <a:lnTo>
                    <a:pt x="3668082" y="80816"/>
                  </a:lnTo>
                  <a:lnTo>
                    <a:pt x="3669154" y="80927"/>
                  </a:lnTo>
                  <a:lnTo>
                    <a:pt x="3670225" y="81038"/>
                  </a:lnTo>
                  <a:lnTo>
                    <a:pt x="3671297" y="81148"/>
                  </a:lnTo>
                  <a:lnTo>
                    <a:pt x="3672369" y="81259"/>
                  </a:lnTo>
                  <a:lnTo>
                    <a:pt x="3673440" y="81370"/>
                  </a:lnTo>
                  <a:lnTo>
                    <a:pt x="3674512" y="81480"/>
                  </a:lnTo>
                  <a:lnTo>
                    <a:pt x="3675583" y="81591"/>
                  </a:lnTo>
                  <a:lnTo>
                    <a:pt x="3676655" y="81702"/>
                  </a:lnTo>
                  <a:lnTo>
                    <a:pt x="3677727" y="81812"/>
                  </a:lnTo>
                  <a:lnTo>
                    <a:pt x="3678798" y="81923"/>
                  </a:lnTo>
                  <a:lnTo>
                    <a:pt x="3679870" y="82033"/>
                  </a:lnTo>
                  <a:lnTo>
                    <a:pt x="3680941" y="82144"/>
                  </a:lnTo>
                  <a:lnTo>
                    <a:pt x="3682013" y="82255"/>
                  </a:lnTo>
                  <a:lnTo>
                    <a:pt x="3683085" y="82365"/>
                  </a:lnTo>
                  <a:lnTo>
                    <a:pt x="3684156" y="82476"/>
                  </a:lnTo>
                  <a:lnTo>
                    <a:pt x="3685228" y="82587"/>
                  </a:lnTo>
                  <a:lnTo>
                    <a:pt x="3686299" y="82697"/>
                  </a:lnTo>
                  <a:lnTo>
                    <a:pt x="3687371" y="82808"/>
                  </a:lnTo>
                  <a:lnTo>
                    <a:pt x="3688443" y="82918"/>
                  </a:lnTo>
                  <a:lnTo>
                    <a:pt x="3689514" y="83029"/>
                  </a:lnTo>
                  <a:lnTo>
                    <a:pt x="3690586" y="83139"/>
                  </a:lnTo>
                  <a:lnTo>
                    <a:pt x="3691657" y="83250"/>
                  </a:lnTo>
                  <a:lnTo>
                    <a:pt x="3692729" y="83361"/>
                  </a:lnTo>
                  <a:lnTo>
                    <a:pt x="3693801" y="83471"/>
                  </a:lnTo>
                  <a:lnTo>
                    <a:pt x="3694872" y="83582"/>
                  </a:lnTo>
                  <a:lnTo>
                    <a:pt x="3695944" y="83692"/>
                  </a:lnTo>
                  <a:lnTo>
                    <a:pt x="3697015" y="83803"/>
                  </a:lnTo>
                  <a:lnTo>
                    <a:pt x="3698087" y="83913"/>
                  </a:lnTo>
                  <a:lnTo>
                    <a:pt x="3699159" y="84024"/>
                  </a:lnTo>
                  <a:lnTo>
                    <a:pt x="3700230" y="84134"/>
                  </a:lnTo>
                  <a:lnTo>
                    <a:pt x="3701302" y="84245"/>
                  </a:lnTo>
                  <a:lnTo>
                    <a:pt x="3702373" y="84355"/>
                  </a:lnTo>
                  <a:lnTo>
                    <a:pt x="3703445" y="84466"/>
                  </a:lnTo>
                  <a:lnTo>
                    <a:pt x="3704517" y="84576"/>
                  </a:lnTo>
                  <a:lnTo>
                    <a:pt x="3705588" y="84687"/>
                  </a:lnTo>
                  <a:lnTo>
                    <a:pt x="3706660" y="84797"/>
                  </a:lnTo>
                  <a:lnTo>
                    <a:pt x="3707731" y="84907"/>
                  </a:lnTo>
                  <a:lnTo>
                    <a:pt x="3708803" y="85018"/>
                  </a:lnTo>
                  <a:lnTo>
                    <a:pt x="3709875" y="85128"/>
                  </a:lnTo>
                  <a:lnTo>
                    <a:pt x="3710946" y="85239"/>
                  </a:lnTo>
                  <a:lnTo>
                    <a:pt x="3712018" y="85349"/>
                  </a:lnTo>
                  <a:lnTo>
                    <a:pt x="3713089" y="85460"/>
                  </a:lnTo>
                  <a:lnTo>
                    <a:pt x="3714161" y="85570"/>
                  </a:lnTo>
                  <a:lnTo>
                    <a:pt x="3715233" y="85680"/>
                  </a:lnTo>
                  <a:lnTo>
                    <a:pt x="3716304" y="85791"/>
                  </a:lnTo>
                  <a:lnTo>
                    <a:pt x="3717376" y="85901"/>
                  </a:lnTo>
                  <a:lnTo>
                    <a:pt x="3718447" y="86012"/>
                  </a:lnTo>
                  <a:lnTo>
                    <a:pt x="3719519" y="86122"/>
                  </a:lnTo>
                  <a:lnTo>
                    <a:pt x="3720591" y="86232"/>
                  </a:lnTo>
                  <a:lnTo>
                    <a:pt x="3721662" y="86343"/>
                  </a:lnTo>
                  <a:lnTo>
                    <a:pt x="3722734" y="86453"/>
                  </a:lnTo>
                  <a:lnTo>
                    <a:pt x="3723805" y="86563"/>
                  </a:lnTo>
                  <a:lnTo>
                    <a:pt x="3724877" y="86674"/>
                  </a:lnTo>
                  <a:lnTo>
                    <a:pt x="3725949" y="86784"/>
                  </a:lnTo>
                  <a:lnTo>
                    <a:pt x="3727020" y="86894"/>
                  </a:lnTo>
                  <a:lnTo>
                    <a:pt x="3728092" y="87005"/>
                  </a:lnTo>
                  <a:lnTo>
                    <a:pt x="3729163" y="87115"/>
                  </a:lnTo>
                  <a:lnTo>
                    <a:pt x="3730235" y="87225"/>
                  </a:lnTo>
                  <a:lnTo>
                    <a:pt x="3731306" y="87336"/>
                  </a:lnTo>
                  <a:lnTo>
                    <a:pt x="3732378" y="87446"/>
                  </a:lnTo>
                  <a:lnTo>
                    <a:pt x="3733450" y="87556"/>
                  </a:lnTo>
                  <a:lnTo>
                    <a:pt x="3734521" y="87666"/>
                  </a:lnTo>
                  <a:lnTo>
                    <a:pt x="3735593" y="87777"/>
                  </a:lnTo>
                  <a:lnTo>
                    <a:pt x="3736664" y="87887"/>
                  </a:lnTo>
                  <a:lnTo>
                    <a:pt x="3737736" y="87997"/>
                  </a:lnTo>
                  <a:lnTo>
                    <a:pt x="3738808" y="88107"/>
                  </a:lnTo>
                  <a:lnTo>
                    <a:pt x="3739879" y="88218"/>
                  </a:lnTo>
                  <a:lnTo>
                    <a:pt x="3740951" y="88328"/>
                  </a:lnTo>
                  <a:lnTo>
                    <a:pt x="3742022" y="88438"/>
                  </a:lnTo>
                  <a:lnTo>
                    <a:pt x="3743094" y="88548"/>
                  </a:lnTo>
                  <a:lnTo>
                    <a:pt x="3744166" y="88658"/>
                  </a:lnTo>
                  <a:lnTo>
                    <a:pt x="3745237" y="88769"/>
                  </a:lnTo>
                  <a:lnTo>
                    <a:pt x="3746309" y="88879"/>
                  </a:lnTo>
                  <a:lnTo>
                    <a:pt x="3747380" y="88989"/>
                  </a:lnTo>
                  <a:lnTo>
                    <a:pt x="3748452" y="89099"/>
                  </a:lnTo>
                  <a:lnTo>
                    <a:pt x="3749524" y="89209"/>
                  </a:lnTo>
                  <a:lnTo>
                    <a:pt x="3750595" y="89320"/>
                  </a:lnTo>
                  <a:lnTo>
                    <a:pt x="3751667" y="89430"/>
                  </a:lnTo>
                  <a:lnTo>
                    <a:pt x="3752738" y="89540"/>
                  </a:lnTo>
                  <a:lnTo>
                    <a:pt x="3753810" y="89650"/>
                  </a:lnTo>
                  <a:lnTo>
                    <a:pt x="3754882" y="89760"/>
                  </a:lnTo>
                  <a:lnTo>
                    <a:pt x="3755953" y="89870"/>
                  </a:lnTo>
                  <a:lnTo>
                    <a:pt x="3757025" y="89980"/>
                  </a:lnTo>
                  <a:lnTo>
                    <a:pt x="3758096" y="90091"/>
                  </a:lnTo>
                  <a:lnTo>
                    <a:pt x="3759168" y="90201"/>
                  </a:lnTo>
                  <a:lnTo>
                    <a:pt x="3760240" y="90311"/>
                  </a:lnTo>
                  <a:lnTo>
                    <a:pt x="3761311" y="90421"/>
                  </a:lnTo>
                  <a:lnTo>
                    <a:pt x="3762383" y="90531"/>
                  </a:lnTo>
                  <a:lnTo>
                    <a:pt x="3763454" y="90641"/>
                  </a:lnTo>
                  <a:lnTo>
                    <a:pt x="3764526" y="90751"/>
                  </a:lnTo>
                  <a:lnTo>
                    <a:pt x="3765598" y="90861"/>
                  </a:lnTo>
                  <a:lnTo>
                    <a:pt x="3766669" y="90971"/>
                  </a:lnTo>
                  <a:lnTo>
                    <a:pt x="3767741" y="91081"/>
                  </a:lnTo>
                  <a:lnTo>
                    <a:pt x="3768812" y="91191"/>
                  </a:lnTo>
                  <a:lnTo>
                    <a:pt x="3769884" y="91301"/>
                  </a:lnTo>
                  <a:lnTo>
                    <a:pt x="3770956" y="91411"/>
                  </a:lnTo>
                  <a:lnTo>
                    <a:pt x="3772027" y="91521"/>
                  </a:lnTo>
                  <a:lnTo>
                    <a:pt x="3773099" y="91631"/>
                  </a:lnTo>
                  <a:lnTo>
                    <a:pt x="3774170" y="91741"/>
                  </a:lnTo>
                  <a:lnTo>
                    <a:pt x="3775242" y="91851"/>
                  </a:lnTo>
                  <a:lnTo>
                    <a:pt x="3776314" y="91961"/>
                  </a:lnTo>
                  <a:lnTo>
                    <a:pt x="3777385" y="92071"/>
                  </a:lnTo>
                  <a:lnTo>
                    <a:pt x="3778457" y="92181"/>
                  </a:lnTo>
                  <a:lnTo>
                    <a:pt x="3779528" y="92291"/>
                  </a:lnTo>
                  <a:lnTo>
                    <a:pt x="3780600" y="92401"/>
                  </a:lnTo>
                  <a:lnTo>
                    <a:pt x="3781672" y="92511"/>
                  </a:lnTo>
                  <a:lnTo>
                    <a:pt x="3782743" y="92621"/>
                  </a:lnTo>
                  <a:lnTo>
                    <a:pt x="3783815" y="92731"/>
                  </a:lnTo>
                  <a:lnTo>
                    <a:pt x="3784886" y="92841"/>
                  </a:lnTo>
                  <a:lnTo>
                    <a:pt x="3785958" y="92951"/>
                  </a:lnTo>
                  <a:lnTo>
                    <a:pt x="3787030" y="93061"/>
                  </a:lnTo>
                  <a:lnTo>
                    <a:pt x="3788101" y="93171"/>
                  </a:lnTo>
                  <a:lnTo>
                    <a:pt x="3789173" y="93281"/>
                  </a:lnTo>
                  <a:lnTo>
                    <a:pt x="3790244" y="93391"/>
                  </a:lnTo>
                  <a:lnTo>
                    <a:pt x="3791316" y="93501"/>
                  </a:lnTo>
                  <a:lnTo>
                    <a:pt x="3792388" y="93610"/>
                  </a:lnTo>
                  <a:lnTo>
                    <a:pt x="3793459" y="93720"/>
                  </a:lnTo>
                  <a:lnTo>
                    <a:pt x="3794531" y="93830"/>
                  </a:lnTo>
                  <a:lnTo>
                    <a:pt x="3795602" y="93940"/>
                  </a:lnTo>
                  <a:lnTo>
                    <a:pt x="3796674" y="94050"/>
                  </a:lnTo>
                  <a:lnTo>
                    <a:pt x="3797746" y="94160"/>
                  </a:lnTo>
                  <a:lnTo>
                    <a:pt x="3798817" y="94270"/>
                  </a:lnTo>
                  <a:lnTo>
                    <a:pt x="3799889" y="94379"/>
                  </a:lnTo>
                  <a:lnTo>
                    <a:pt x="3800960" y="94489"/>
                  </a:lnTo>
                  <a:lnTo>
                    <a:pt x="3802032" y="94599"/>
                  </a:lnTo>
                  <a:lnTo>
                    <a:pt x="3803104" y="94709"/>
                  </a:lnTo>
                  <a:lnTo>
                    <a:pt x="3804175" y="94819"/>
                  </a:lnTo>
                  <a:lnTo>
                    <a:pt x="3805247" y="94929"/>
                  </a:lnTo>
                  <a:lnTo>
                    <a:pt x="3806318" y="95038"/>
                  </a:lnTo>
                  <a:lnTo>
                    <a:pt x="3807390" y="95148"/>
                  </a:lnTo>
                  <a:lnTo>
                    <a:pt x="3808462" y="95258"/>
                  </a:lnTo>
                  <a:lnTo>
                    <a:pt x="3809533" y="95368"/>
                  </a:lnTo>
                  <a:lnTo>
                    <a:pt x="3810605" y="95477"/>
                  </a:lnTo>
                  <a:lnTo>
                    <a:pt x="3811676" y="95587"/>
                  </a:lnTo>
                  <a:lnTo>
                    <a:pt x="3812748" y="95697"/>
                  </a:lnTo>
                  <a:lnTo>
                    <a:pt x="3813820" y="95807"/>
                  </a:lnTo>
                  <a:lnTo>
                    <a:pt x="3814891" y="95916"/>
                  </a:lnTo>
                  <a:lnTo>
                    <a:pt x="3815963" y="96026"/>
                  </a:lnTo>
                  <a:lnTo>
                    <a:pt x="3817034" y="96136"/>
                  </a:lnTo>
                  <a:lnTo>
                    <a:pt x="3818106" y="96246"/>
                  </a:lnTo>
                  <a:lnTo>
                    <a:pt x="3819178" y="96355"/>
                  </a:lnTo>
                  <a:lnTo>
                    <a:pt x="3820249" y="96465"/>
                  </a:lnTo>
                  <a:lnTo>
                    <a:pt x="3821321" y="96575"/>
                  </a:lnTo>
                  <a:lnTo>
                    <a:pt x="3822392" y="96684"/>
                  </a:lnTo>
                  <a:lnTo>
                    <a:pt x="3823464" y="96794"/>
                  </a:lnTo>
                  <a:lnTo>
                    <a:pt x="3824536" y="96904"/>
                  </a:lnTo>
                  <a:lnTo>
                    <a:pt x="3825607" y="97014"/>
                  </a:lnTo>
                  <a:lnTo>
                    <a:pt x="3826679" y="97123"/>
                  </a:lnTo>
                  <a:lnTo>
                    <a:pt x="3827750" y="97233"/>
                  </a:lnTo>
                  <a:lnTo>
                    <a:pt x="3828822" y="97342"/>
                  </a:lnTo>
                  <a:lnTo>
                    <a:pt x="3829894" y="97452"/>
                  </a:lnTo>
                  <a:lnTo>
                    <a:pt x="3830965" y="97562"/>
                  </a:lnTo>
                  <a:lnTo>
                    <a:pt x="3832037" y="97671"/>
                  </a:lnTo>
                  <a:lnTo>
                    <a:pt x="3833108" y="97781"/>
                  </a:lnTo>
                  <a:lnTo>
                    <a:pt x="3834180" y="97891"/>
                  </a:lnTo>
                  <a:lnTo>
                    <a:pt x="3835252" y="98000"/>
                  </a:lnTo>
                  <a:lnTo>
                    <a:pt x="3836323" y="98110"/>
                  </a:lnTo>
                  <a:lnTo>
                    <a:pt x="3837395" y="98219"/>
                  </a:lnTo>
                  <a:lnTo>
                    <a:pt x="3838466" y="98329"/>
                  </a:lnTo>
                  <a:lnTo>
                    <a:pt x="3839538" y="98439"/>
                  </a:lnTo>
                  <a:lnTo>
                    <a:pt x="3840610" y="98548"/>
                  </a:lnTo>
                  <a:lnTo>
                    <a:pt x="3841681" y="98658"/>
                  </a:lnTo>
                  <a:lnTo>
                    <a:pt x="3842753" y="98767"/>
                  </a:lnTo>
                  <a:lnTo>
                    <a:pt x="3843824" y="98877"/>
                  </a:lnTo>
                  <a:lnTo>
                    <a:pt x="3844896" y="98986"/>
                  </a:lnTo>
                  <a:lnTo>
                    <a:pt x="3845968" y="99096"/>
                  </a:lnTo>
                  <a:lnTo>
                    <a:pt x="3847039" y="99205"/>
                  </a:lnTo>
                  <a:lnTo>
                    <a:pt x="3848111" y="99315"/>
                  </a:lnTo>
                  <a:lnTo>
                    <a:pt x="3849182" y="99424"/>
                  </a:lnTo>
                  <a:lnTo>
                    <a:pt x="3850254" y="99534"/>
                  </a:lnTo>
                  <a:lnTo>
                    <a:pt x="3851326" y="99643"/>
                  </a:lnTo>
                  <a:lnTo>
                    <a:pt x="3852397" y="99753"/>
                  </a:lnTo>
                  <a:lnTo>
                    <a:pt x="3853469" y="99862"/>
                  </a:lnTo>
                  <a:lnTo>
                    <a:pt x="3854540" y="99972"/>
                  </a:lnTo>
                  <a:lnTo>
                    <a:pt x="3855612" y="100081"/>
                  </a:lnTo>
                  <a:lnTo>
                    <a:pt x="3856684" y="100191"/>
                  </a:lnTo>
                  <a:lnTo>
                    <a:pt x="3856684" y="100191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tx68"/>
            <p:cNvSpPr/>
            <p:nvPr/>
          </p:nvSpPr>
          <p:spPr>
            <a:xfrm>
              <a:off x="5227099" y="386610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0.001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5227099" y="646782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0.036</a:t>
              </a:r>
            </a:p>
          </p:txBody>
        </p:sp>
        <p:sp>
          <p:nvSpPr>
            <p:cNvPr id="70" name="rc70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tx71"/>
            <p:cNvSpPr/>
            <p:nvPr/>
          </p:nvSpPr>
          <p:spPr>
            <a:xfrm>
              <a:off x="4793966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4793966" y="220939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4793966" y="154159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793966" y="87380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793966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76" name="pl76"/>
            <p:cNvSpPr/>
            <p:nvPr/>
          </p:nvSpPr>
          <p:spPr>
            <a:xfrm>
              <a:off x="4999470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4999470" y="225644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l78"/>
            <p:cNvSpPr/>
            <p:nvPr/>
          </p:nvSpPr>
          <p:spPr>
            <a:xfrm>
              <a:off x="4999470" y="15886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l79"/>
            <p:cNvSpPr/>
            <p:nvPr/>
          </p:nvSpPr>
          <p:spPr>
            <a:xfrm>
              <a:off x="4999470" y="9208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l80"/>
            <p:cNvSpPr/>
            <p:nvPr/>
          </p:nvSpPr>
          <p:spPr>
            <a:xfrm>
              <a:off x="4999470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l81"/>
            <p:cNvSpPr/>
            <p:nvPr/>
          </p:nvSpPr>
          <p:spPr>
            <a:xfrm>
              <a:off x="5999061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l82"/>
            <p:cNvSpPr/>
            <p:nvPr/>
          </p:nvSpPr>
          <p:spPr>
            <a:xfrm>
              <a:off x="714576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l83"/>
            <p:cNvSpPr/>
            <p:nvPr/>
          </p:nvSpPr>
          <p:spPr>
            <a:xfrm>
              <a:off x="8292467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tx84"/>
            <p:cNvSpPr/>
            <p:nvPr/>
          </p:nvSpPr>
          <p:spPr>
            <a:xfrm>
              <a:off x="5910227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0.6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056930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8203633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6573849" y="3239309"/>
              <a:ext cx="77751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-ABSI</a:t>
              </a:r>
            </a:p>
          </p:txBody>
        </p:sp>
        <p:sp>
          <p:nvSpPr>
            <p:cNvPr id="88" name="rc88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684231" y="578151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90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91"/>
            <p:cNvSpPr/>
            <p:nvPr/>
          </p:nvSpPr>
          <p:spPr>
            <a:xfrm>
              <a:off x="684231" y="400072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92"/>
            <p:cNvSpPr/>
            <p:nvPr/>
          </p:nvSpPr>
          <p:spPr>
            <a:xfrm>
              <a:off x="958584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198066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94"/>
            <p:cNvSpPr/>
            <p:nvPr/>
          </p:nvSpPr>
          <p:spPr>
            <a:xfrm>
              <a:off x="300274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402483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l96"/>
            <p:cNvSpPr/>
            <p:nvPr/>
          </p:nvSpPr>
          <p:spPr>
            <a:xfrm>
              <a:off x="684231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l97"/>
            <p:cNvSpPr/>
            <p:nvPr/>
          </p:nvSpPr>
          <p:spPr>
            <a:xfrm>
              <a:off x="684231" y="533631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98"/>
            <p:cNvSpPr/>
            <p:nvPr/>
          </p:nvSpPr>
          <p:spPr>
            <a:xfrm>
              <a:off x="684231" y="444592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99"/>
            <p:cNvSpPr/>
            <p:nvPr/>
          </p:nvSpPr>
          <p:spPr>
            <a:xfrm>
              <a:off x="684231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100"/>
            <p:cNvSpPr/>
            <p:nvPr/>
          </p:nvSpPr>
          <p:spPr>
            <a:xfrm>
              <a:off x="1469625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249170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102"/>
            <p:cNvSpPr/>
            <p:nvPr/>
          </p:nvSpPr>
          <p:spPr>
            <a:xfrm>
              <a:off x="351379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103"/>
            <p:cNvSpPr/>
            <p:nvPr/>
          </p:nvSpPr>
          <p:spPr>
            <a:xfrm>
              <a:off x="453587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684231" y="3901101"/>
              <a:ext cx="3856684" cy="1736319"/>
            </a:xfrm>
            <a:custGeom>
              <a:avLst/>
              <a:gdLst/>
              <a:ahLst/>
              <a:cxnLst/>
              <a:rect l="0" t="0" r="0" b="0"/>
              <a:pathLst>
                <a:path w="3856684" h="1736319">
                  <a:moveTo>
                    <a:pt x="0" y="649099"/>
                  </a:moveTo>
                  <a:lnTo>
                    <a:pt x="1071" y="649479"/>
                  </a:lnTo>
                  <a:lnTo>
                    <a:pt x="2143" y="649858"/>
                  </a:lnTo>
                  <a:lnTo>
                    <a:pt x="3214" y="650237"/>
                  </a:lnTo>
                  <a:lnTo>
                    <a:pt x="4286" y="650615"/>
                  </a:lnTo>
                  <a:lnTo>
                    <a:pt x="5357" y="650992"/>
                  </a:lnTo>
                  <a:lnTo>
                    <a:pt x="6429" y="651369"/>
                  </a:lnTo>
                  <a:lnTo>
                    <a:pt x="7501" y="651746"/>
                  </a:lnTo>
                  <a:lnTo>
                    <a:pt x="8572" y="652122"/>
                  </a:lnTo>
                  <a:lnTo>
                    <a:pt x="9644" y="652498"/>
                  </a:lnTo>
                  <a:lnTo>
                    <a:pt x="10715" y="652873"/>
                  </a:lnTo>
                  <a:lnTo>
                    <a:pt x="11787" y="653247"/>
                  </a:lnTo>
                  <a:lnTo>
                    <a:pt x="12859" y="653621"/>
                  </a:lnTo>
                  <a:lnTo>
                    <a:pt x="13930" y="653995"/>
                  </a:lnTo>
                  <a:lnTo>
                    <a:pt x="15002" y="654368"/>
                  </a:lnTo>
                  <a:lnTo>
                    <a:pt x="16073" y="654740"/>
                  </a:lnTo>
                  <a:lnTo>
                    <a:pt x="17145" y="655112"/>
                  </a:lnTo>
                  <a:lnTo>
                    <a:pt x="18217" y="655483"/>
                  </a:lnTo>
                  <a:lnTo>
                    <a:pt x="19288" y="655854"/>
                  </a:lnTo>
                  <a:lnTo>
                    <a:pt x="20360" y="656224"/>
                  </a:lnTo>
                  <a:lnTo>
                    <a:pt x="21431" y="656594"/>
                  </a:lnTo>
                  <a:lnTo>
                    <a:pt x="22503" y="656964"/>
                  </a:lnTo>
                  <a:lnTo>
                    <a:pt x="23575" y="657332"/>
                  </a:lnTo>
                  <a:lnTo>
                    <a:pt x="24646" y="657700"/>
                  </a:lnTo>
                  <a:lnTo>
                    <a:pt x="25718" y="658068"/>
                  </a:lnTo>
                  <a:lnTo>
                    <a:pt x="26789" y="658435"/>
                  </a:lnTo>
                  <a:lnTo>
                    <a:pt x="27861" y="658802"/>
                  </a:lnTo>
                  <a:lnTo>
                    <a:pt x="28933" y="659168"/>
                  </a:lnTo>
                  <a:lnTo>
                    <a:pt x="30004" y="659533"/>
                  </a:lnTo>
                  <a:lnTo>
                    <a:pt x="31076" y="659898"/>
                  </a:lnTo>
                  <a:lnTo>
                    <a:pt x="32147" y="660263"/>
                  </a:lnTo>
                  <a:lnTo>
                    <a:pt x="33219" y="660627"/>
                  </a:lnTo>
                  <a:lnTo>
                    <a:pt x="34291" y="660990"/>
                  </a:lnTo>
                  <a:lnTo>
                    <a:pt x="35362" y="661353"/>
                  </a:lnTo>
                  <a:lnTo>
                    <a:pt x="36434" y="661715"/>
                  </a:lnTo>
                  <a:lnTo>
                    <a:pt x="37505" y="662077"/>
                  </a:lnTo>
                  <a:lnTo>
                    <a:pt x="38577" y="662438"/>
                  </a:lnTo>
                  <a:lnTo>
                    <a:pt x="39649" y="662798"/>
                  </a:lnTo>
                  <a:lnTo>
                    <a:pt x="40720" y="663158"/>
                  </a:lnTo>
                  <a:lnTo>
                    <a:pt x="41792" y="663518"/>
                  </a:lnTo>
                  <a:lnTo>
                    <a:pt x="42863" y="663877"/>
                  </a:lnTo>
                  <a:lnTo>
                    <a:pt x="43935" y="664235"/>
                  </a:lnTo>
                  <a:lnTo>
                    <a:pt x="45007" y="664593"/>
                  </a:lnTo>
                  <a:lnTo>
                    <a:pt x="46078" y="664950"/>
                  </a:lnTo>
                  <a:lnTo>
                    <a:pt x="47150" y="665307"/>
                  </a:lnTo>
                  <a:lnTo>
                    <a:pt x="48221" y="665663"/>
                  </a:lnTo>
                  <a:lnTo>
                    <a:pt x="49293" y="666018"/>
                  </a:lnTo>
                  <a:lnTo>
                    <a:pt x="50365" y="666373"/>
                  </a:lnTo>
                  <a:lnTo>
                    <a:pt x="51436" y="666728"/>
                  </a:lnTo>
                  <a:lnTo>
                    <a:pt x="52508" y="667081"/>
                  </a:lnTo>
                  <a:lnTo>
                    <a:pt x="53579" y="667435"/>
                  </a:lnTo>
                  <a:lnTo>
                    <a:pt x="54651" y="667787"/>
                  </a:lnTo>
                  <a:lnTo>
                    <a:pt x="55723" y="668139"/>
                  </a:lnTo>
                  <a:lnTo>
                    <a:pt x="56794" y="668491"/>
                  </a:lnTo>
                  <a:lnTo>
                    <a:pt x="57866" y="668842"/>
                  </a:lnTo>
                  <a:lnTo>
                    <a:pt x="58937" y="669192"/>
                  </a:lnTo>
                  <a:lnTo>
                    <a:pt x="60009" y="669542"/>
                  </a:lnTo>
                  <a:lnTo>
                    <a:pt x="61081" y="669891"/>
                  </a:lnTo>
                  <a:lnTo>
                    <a:pt x="62152" y="670240"/>
                  </a:lnTo>
                  <a:lnTo>
                    <a:pt x="63224" y="670588"/>
                  </a:lnTo>
                  <a:lnTo>
                    <a:pt x="64295" y="670935"/>
                  </a:lnTo>
                  <a:lnTo>
                    <a:pt x="65367" y="671282"/>
                  </a:lnTo>
                  <a:lnTo>
                    <a:pt x="66439" y="671628"/>
                  </a:lnTo>
                  <a:lnTo>
                    <a:pt x="67510" y="671974"/>
                  </a:lnTo>
                  <a:lnTo>
                    <a:pt x="68582" y="672319"/>
                  </a:lnTo>
                  <a:lnTo>
                    <a:pt x="69653" y="672663"/>
                  </a:lnTo>
                  <a:lnTo>
                    <a:pt x="70725" y="673007"/>
                  </a:lnTo>
                  <a:lnTo>
                    <a:pt x="71797" y="673351"/>
                  </a:lnTo>
                  <a:lnTo>
                    <a:pt x="72868" y="673693"/>
                  </a:lnTo>
                  <a:lnTo>
                    <a:pt x="73940" y="674035"/>
                  </a:lnTo>
                  <a:lnTo>
                    <a:pt x="75011" y="674377"/>
                  </a:lnTo>
                  <a:lnTo>
                    <a:pt x="76083" y="674718"/>
                  </a:lnTo>
                  <a:lnTo>
                    <a:pt x="77155" y="675058"/>
                  </a:lnTo>
                  <a:lnTo>
                    <a:pt x="78226" y="675397"/>
                  </a:lnTo>
                  <a:lnTo>
                    <a:pt x="79298" y="675737"/>
                  </a:lnTo>
                  <a:lnTo>
                    <a:pt x="80369" y="676075"/>
                  </a:lnTo>
                  <a:lnTo>
                    <a:pt x="81441" y="676413"/>
                  </a:lnTo>
                  <a:lnTo>
                    <a:pt x="82513" y="676750"/>
                  </a:lnTo>
                  <a:lnTo>
                    <a:pt x="83584" y="677086"/>
                  </a:lnTo>
                  <a:lnTo>
                    <a:pt x="84656" y="677422"/>
                  </a:lnTo>
                  <a:lnTo>
                    <a:pt x="85727" y="677758"/>
                  </a:lnTo>
                  <a:lnTo>
                    <a:pt x="86799" y="678092"/>
                  </a:lnTo>
                  <a:lnTo>
                    <a:pt x="87871" y="678427"/>
                  </a:lnTo>
                  <a:lnTo>
                    <a:pt x="88942" y="678760"/>
                  </a:lnTo>
                  <a:lnTo>
                    <a:pt x="90014" y="679093"/>
                  </a:lnTo>
                  <a:lnTo>
                    <a:pt x="91085" y="679425"/>
                  </a:lnTo>
                  <a:lnTo>
                    <a:pt x="92157" y="679757"/>
                  </a:lnTo>
                  <a:lnTo>
                    <a:pt x="93229" y="680087"/>
                  </a:lnTo>
                  <a:lnTo>
                    <a:pt x="94300" y="680418"/>
                  </a:lnTo>
                  <a:lnTo>
                    <a:pt x="95372" y="680747"/>
                  </a:lnTo>
                  <a:lnTo>
                    <a:pt x="96443" y="681076"/>
                  </a:lnTo>
                  <a:lnTo>
                    <a:pt x="97515" y="681405"/>
                  </a:lnTo>
                  <a:lnTo>
                    <a:pt x="98587" y="681733"/>
                  </a:lnTo>
                  <a:lnTo>
                    <a:pt x="99658" y="682060"/>
                  </a:lnTo>
                  <a:lnTo>
                    <a:pt x="100730" y="682386"/>
                  </a:lnTo>
                  <a:lnTo>
                    <a:pt x="101801" y="682712"/>
                  </a:lnTo>
                  <a:lnTo>
                    <a:pt x="102873" y="683037"/>
                  </a:lnTo>
                  <a:lnTo>
                    <a:pt x="103945" y="683361"/>
                  </a:lnTo>
                  <a:lnTo>
                    <a:pt x="105016" y="683685"/>
                  </a:lnTo>
                  <a:lnTo>
                    <a:pt x="106088" y="684009"/>
                  </a:lnTo>
                  <a:lnTo>
                    <a:pt x="107159" y="684331"/>
                  </a:lnTo>
                  <a:lnTo>
                    <a:pt x="108231" y="684653"/>
                  </a:lnTo>
                  <a:lnTo>
                    <a:pt x="109303" y="684974"/>
                  </a:lnTo>
                  <a:lnTo>
                    <a:pt x="110374" y="685295"/>
                  </a:lnTo>
                  <a:lnTo>
                    <a:pt x="111446" y="685615"/>
                  </a:lnTo>
                  <a:lnTo>
                    <a:pt x="112517" y="685934"/>
                  </a:lnTo>
                  <a:lnTo>
                    <a:pt x="113589" y="686252"/>
                  </a:lnTo>
                  <a:lnTo>
                    <a:pt x="114661" y="686570"/>
                  </a:lnTo>
                  <a:lnTo>
                    <a:pt x="115732" y="686887"/>
                  </a:lnTo>
                  <a:lnTo>
                    <a:pt x="116804" y="687204"/>
                  </a:lnTo>
                  <a:lnTo>
                    <a:pt x="117875" y="687520"/>
                  </a:lnTo>
                  <a:lnTo>
                    <a:pt x="118947" y="687835"/>
                  </a:lnTo>
                  <a:lnTo>
                    <a:pt x="120019" y="688149"/>
                  </a:lnTo>
                  <a:lnTo>
                    <a:pt x="121090" y="688463"/>
                  </a:lnTo>
                  <a:lnTo>
                    <a:pt x="122162" y="688776"/>
                  </a:lnTo>
                  <a:lnTo>
                    <a:pt x="123233" y="689089"/>
                  </a:lnTo>
                  <a:lnTo>
                    <a:pt x="124305" y="689400"/>
                  </a:lnTo>
                  <a:lnTo>
                    <a:pt x="125377" y="689711"/>
                  </a:lnTo>
                  <a:lnTo>
                    <a:pt x="126448" y="690022"/>
                  </a:lnTo>
                  <a:lnTo>
                    <a:pt x="127520" y="690331"/>
                  </a:lnTo>
                  <a:lnTo>
                    <a:pt x="128591" y="690640"/>
                  </a:lnTo>
                  <a:lnTo>
                    <a:pt x="129663" y="690949"/>
                  </a:lnTo>
                  <a:lnTo>
                    <a:pt x="130735" y="691256"/>
                  </a:lnTo>
                  <a:lnTo>
                    <a:pt x="131806" y="691563"/>
                  </a:lnTo>
                  <a:lnTo>
                    <a:pt x="132878" y="691869"/>
                  </a:lnTo>
                  <a:lnTo>
                    <a:pt x="133949" y="692175"/>
                  </a:lnTo>
                  <a:lnTo>
                    <a:pt x="135021" y="692479"/>
                  </a:lnTo>
                  <a:lnTo>
                    <a:pt x="136093" y="692783"/>
                  </a:lnTo>
                  <a:lnTo>
                    <a:pt x="137164" y="693087"/>
                  </a:lnTo>
                  <a:lnTo>
                    <a:pt x="138236" y="693389"/>
                  </a:lnTo>
                  <a:lnTo>
                    <a:pt x="139307" y="693691"/>
                  </a:lnTo>
                  <a:lnTo>
                    <a:pt x="140379" y="693992"/>
                  </a:lnTo>
                  <a:lnTo>
                    <a:pt x="141451" y="694293"/>
                  </a:lnTo>
                  <a:lnTo>
                    <a:pt x="142522" y="694592"/>
                  </a:lnTo>
                  <a:lnTo>
                    <a:pt x="143594" y="694891"/>
                  </a:lnTo>
                  <a:lnTo>
                    <a:pt x="144665" y="695190"/>
                  </a:lnTo>
                  <a:lnTo>
                    <a:pt x="145737" y="695487"/>
                  </a:lnTo>
                  <a:lnTo>
                    <a:pt x="146809" y="695784"/>
                  </a:lnTo>
                  <a:lnTo>
                    <a:pt x="147880" y="696080"/>
                  </a:lnTo>
                  <a:lnTo>
                    <a:pt x="148952" y="696375"/>
                  </a:lnTo>
                  <a:lnTo>
                    <a:pt x="150023" y="696670"/>
                  </a:lnTo>
                  <a:lnTo>
                    <a:pt x="151095" y="696963"/>
                  </a:lnTo>
                  <a:lnTo>
                    <a:pt x="152167" y="697256"/>
                  </a:lnTo>
                  <a:lnTo>
                    <a:pt x="153238" y="697549"/>
                  </a:lnTo>
                  <a:lnTo>
                    <a:pt x="154310" y="697840"/>
                  </a:lnTo>
                  <a:lnTo>
                    <a:pt x="155381" y="698131"/>
                  </a:lnTo>
                  <a:lnTo>
                    <a:pt x="156453" y="698421"/>
                  </a:lnTo>
                  <a:lnTo>
                    <a:pt x="157525" y="698710"/>
                  </a:lnTo>
                  <a:lnTo>
                    <a:pt x="158596" y="698999"/>
                  </a:lnTo>
                  <a:lnTo>
                    <a:pt x="159668" y="699287"/>
                  </a:lnTo>
                  <a:lnTo>
                    <a:pt x="160739" y="699574"/>
                  </a:lnTo>
                  <a:lnTo>
                    <a:pt x="161811" y="699860"/>
                  </a:lnTo>
                  <a:lnTo>
                    <a:pt x="162883" y="700145"/>
                  </a:lnTo>
                  <a:lnTo>
                    <a:pt x="163954" y="700430"/>
                  </a:lnTo>
                  <a:lnTo>
                    <a:pt x="165026" y="700714"/>
                  </a:lnTo>
                  <a:lnTo>
                    <a:pt x="166097" y="700997"/>
                  </a:lnTo>
                  <a:lnTo>
                    <a:pt x="167169" y="701279"/>
                  </a:lnTo>
                  <a:lnTo>
                    <a:pt x="168241" y="701561"/>
                  </a:lnTo>
                  <a:lnTo>
                    <a:pt x="169312" y="701842"/>
                  </a:lnTo>
                  <a:lnTo>
                    <a:pt x="170384" y="702122"/>
                  </a:lnTo>
                  <a:lnTo>
                    <a:pt x="171455" y="702401"/>
                  </a:lnTo>
                  <a:lnTo>
                    <a:pt x="172527" y="702679"/>
                  </a:lnTo>
                  <a:lnTo>
                    <a:pt x="173599" y="702957"/>
                  </a:lnTo>
                  <a:lnTo>
                    <a:pt x="174670" y="703234"/>
                  </a:lnTo>
                  <a:lnTo>
                    <a:pt x="175742" y="703510"/>
                  </a:lnTo>
                  <a:lnTo>
                    <a:pt x="176813" y="703785"/>
                  </a:lnTo>
                  <a:lnTo>
                    <a:pt x="177885" y="704059"/>
                  </a:lnTo>
                  <a:lnTo>
                    <a:pt x="178956" y="704333"/>
                  </a:lnTo>
                  <a:lnTo>
                    <a:pt x="180028" y="704606"/>
                  </a:lnTo>
                  <a:lnTo>
                    <a:pt x="181100" y="704878"/>
                  </a:lnTo>
                  <a:lnTo>
                    <a:pt x="182171" y="705149"/>
                  </a:lnTo>
                  <a:lnTo>
                    <a:pt x="183243" y="705419"/>
                  </a:lnTo>
                  <a:lnTo>
                    <a:pt x="184314" y="705689"/>
                  </a:lnTo>
                  <a:lnTo>
                    <a:pt x="185386" y="705957"/>
                  </a:lnTo>
                  <a:lnTo>
                    <a:pt x="186458" y="706225"/>
                  </a:lnTo>
                  <a:lnTo>
                    <a:pt x="187529" y="706492"/>
                  </a:lnTo>
                  <a:lnTo>
                    <a:pt x="188601" y="706758"/>
                  </a:lnTo>
                  <a:lnTo>
                    <a:pt x="189672" y="707024"/>
                  </a:lnTo>
                  <a:lnTo>
                    <a:pt x="190744" y="707288"/>
                  </a:lnTo>
                  <a:lnTo>
                    <a:pt x="191816" y="707552"/>
                  </a:lnTo>
                  <a:lnTo>
                    <a:pt x="192887" y="707815"/>
                  </a:lnTo>
                  <a:lnTo>
                    <a:pt x="193959" y="708077"/>
                  </a:lnTo>
                  <a:lnTo>
                    <a:pt x="195030" y="708338"/>
                  </a:lnTo>
                  <a:lnTo>
                    <a:pt x="196102" y="708598"/>
                  </a:lnTo>
                  <a:lnTo>
                    <a:pt x="197174" y="708858"/>
                  </a:lnTo>
                  <a:lnTo>
                    <a:pt x="198245" y="709116"/>
                  </a:lnTo>
                  <a:lnTo>
                    <a:pt x="199317" y="709374"/>
                  </a:lnTo>
                  <a:lnTo>
                    <a:pt x="200388" y="709631"/>
                  </a:lnTo>
                  <a:lnTo>
                    <a:pt x="201460" y="709887"/>
                  </a:lnTo>
                  <a:lnTo>
                    <a:pt x="202532" y="710142"/>
                  </a:lnTo>
                  <a:lnTo>
                    <a:pt x="203603" y="710396"/>
                  </a:lnTo>
                  <a:lnTo>
                    <a:pt x="204675" y="710649"/>
                  </a:lnTo>
                  <a:lnTo>
                    <a:pt x="205746" y="710902"/>
                  </a:lnTo>
                  <a:lnTo>
                    <a:pt x="206818" y="711153"/>
                  </a:lnTo>
                  <a:lnTo>
                    <a:pt x="207890" y="711404"/>
                  </a:lnTo>
                  <a:lnTo>
                    <a:pt x="208961" y="711654"/>
                  </a:lnTo>
                  <a:lnTo>
                    <a:pt x="210033" y="711903"/>
                  </a:lnTo>
                  <a:lnTo>
                    <a:pt x="211104" y="712151"/>
                  </a:lnTo>
                  <a:lnTo>
                    <a:pt x="212176" y="712398"/>
                  </a:lnTo>
                  <a:lnTo>
                    <a:pt x="213248" y="712644"/>
                  </a:lnTo>
                  <a:lnTo>
                    <a:pt x="214319" y="712889"/>
                  </a:lnTo>
                  <a:lnTo>
                    <a:pt x="215391" y="713134"/>
                  </a:lnTo>
                  <a:lnTo>
                    <a:pt x="216462" y="713377"/>
                  </a:lnTo>
                  <a:lnTo>
                    <a:pt x="217534" y="713620"/>
                  </a:lnTo>
                  <a:lnTo>
                    <a:pt x="218606" y="713862"/>
                  </a:lnTo>
                  <a:lnTo>
                    <a:pt x="219677" y="714102"/>
                  </a:lnTo>
                  <a:lnTo>
                    <a:pt x="220749" y="714342"/>
                  </a:lnTo>
                  <a:lnTo>
                    <a:pt x="221820" y="714581"/>
                  </a:lnTo>
                  <a:lnTo>
                    <a:pt x="222892" y="714819"/>
                  </a:lnTo>
                  <a:lnTo>
                    <a:pt x="223964" y="715056"/>
                  </a:lnTo>
                  <a:lnTo>
                    <a:pt x="225035" y="715292"/>
                  </a:lnTo>
                  <a:lnTo>
                    <a:pt x="226107" y="715527"/>
                  </a:lnTo>
                  <a:lnTo>
                    <a:pt x="227178" y="715762"/>
                  </a:lnTo>
                  <a:lnTo>
                    <a:pt x="228250" y="715995"/>
                  </a:lnTo>
                  <a:lnTo>
                    <a:pt x="229322" y="716227"/>
                  </a:lnTo>
                  <a:lnTo>
                    <a:pt x="230393" y="716459"/>
                  </a:lnTo>
                  <a:lnTo>
                    <a:pt x="231465" y="716689"/>
                  </a:lnTo>
                  <a:lnTo>
                    <a:pt x="232536" y="716919"/>
                  </a:lnTo>
                  <a:lnTo>
                    <a:pt x="233608" y="717147"/>
                  </a:lnTo>
                  <a:lnTo>
                    <a:pt x="234680" y="717375"/>
                  </a:lnTo>
                  <a:lnTo>
                    <a:pt x="235751" y="717601"/>
                  </a:lnTo>
                  <a:lnTo>
                    <a:pt x="236823" y="717827"/>
                  </a:lnTo>
                  <a:lnTo>
                    <a:pt x="237894" y="718051"/>
                  </a:lnTo>
                  <a:lnTo>
                    <a:pt x="238966" y="718275"/>
                  </a:lnTo>
                  <a:lnTo>
                    <a:pt x="240038" y="718498"/>
                  </a:lnTo>
                  <a:lnTo>
                    <a:pt x="241109" y="718719"/>
                  </a:lnTo>
                  <a:lnTo>
                    <a:pt x="242181" y="718940"/>
                  </a:lnTo>
                  <a:lnTo>
                    <a:pt x="243252" y="719160"/>
                  </a:lnTo>
                  <a:lnTo>
                    <a:pt x="244324" y="719379"/>
                  </a:lnTo>
                  <a:lnTo>
                    <a:pt x="245396" y="719596"/>
                  </a:lnTo>
                  <a:lnTo>
                    <a:pt x="246467" y="719813"/>
                  </a:lnTo>
                  <a:lnTo>
                    <a:pt x="247539" y="720029"/>
                  </a:lnTo>
                  <a:lnTo>
                    <a:pt x="248610" y="720243"/>
                  </a:lnTo>
                  <a:lnTo>
                    <a:pt x="249682" y="720457"/>
                  </a:lnTo>
                  <a:lnTo>
                    <a:pt x="250754" y="720670"/>
                  </a:lnTo>
                  <a:lnTo>
                    <a:pt x="251825" y="720881"/>
                  </a:lnTo>
                  <a:lnTo>
                    <a:pt x="252897" y="721092"/>
                  </a:lnTo>
                  <a:lnTo>
                    <a:pt x="253968" y="721301"/>
                  </a:lnTo>
                  <a:lnTo>
                    <a:pt x="255040" y="721510"/>
                  </a:lnTo>
                  <a:lnTo>
                    <a:pt x="256112" y="721717"/>
                  </a:lnTo>
                  <a:lnTo>
                    <a:pt x="257183" y="721924"/>
                  </a:lnTo>
                  <a:lnTo>
                    <a:pt x="258255" y="722129"/>
                  </a:lnTo>
                  <a:lnTo>
                    <a:pt x="259326" y="722334"/>
                  </a:lnTo>
                  <a:lnTo>
                    <a:pt x="260398" y="722537"/>
                  </a:lnTo>
                  <a:lnTo>
                    <a:pt x="261470" y="722739"/>
                  </a:lnTo>
                  <a:lnTo>
                    <a:pt x="262541" y="722940"/>
                  </a:lnTo>
                  <a:lnTo>
                    <a:pt x="263613" y="723141"/>
                  </a:lnTo>
                  <a:lnTo>
                    <a:pt x="264684" y="723340"/>
                  </a:lnTo>
                  <a:lnTo>
                    <a:pt x="265756" y="723538"/>
                  </a:lnTo>
                  <a:lnTo>
                    <a:pt x="266828" y="723735"/>
                  </a:lnTo>
                  <a:lnTo>
                    <a:pt x="267899" y="723931"/>
                  </a:lnTo>
                  <a:lnTo>
                    <a:pt x="268971" y="724125"/>
                  </a:lnTo>
                  <a:lnTo>
                    <a:pt x="270042" y="724319"/>
                  </a:lnTo>
                  <a:lnTo>
                    <a:pt x="271114" y="724512"/>
                  </a:lnTo>
                  <a:lnTo>
                    <a:pt x="272186" y="724703"/>
                  </a:lnTo>
                  <a:lnTo>
                    <a:pt x="273257" y="724893"/>
                  </a:lnTo>
                  <a:lnTo>
                    <a:pt x="274329" y="725083"/>
                  </a:lnTo>
                  <a:lnTo>
                    <a:pt x="275400" y="725271"/>
                  </a:lnTo>
                  <a:lnTo>
                    <a:pt x="276472" y="725458"/>
                  </a:lnTo>
                  <a:lnTo>
                    <a:pt x="277544" y="725644"/>
                  </a:lnTo>
                  <a:lnTo>
                    <a:pt x="278615" y="725829"/>
                  </a:lnTo>
                  <a:lnTo>
                    <a:pt x="279687" y="726013"/>
                  </a:lnTo>
                  <a:lnTo>
                    <a:pt x="280758" y="726195"/>
                  </a:lnTo>
                  <a:lnTo>
                    <a:pt x="281830" y="726377"/>
                  </a:lnTo>
                  <a:lnTo>
                    <a:pt x="282902" y="726557"/>
                  </a:lnTo>
                  <a:lnTo>
                    <a:pt x="283973" y="726736"/>
                  </a:lnTo>
                  <a:lnTo>
                    <a:pt x="285045" y="726914"/>
                  </a:lnTo>
                  <a:lnTo>
                    <a:pt x="286116" y="727091"/>
                  </a:lnTo>
                  <a:lnTo>
                    <a:pt x="287188" y="727267"/>
                  </a:lnTo>
                  <a:lnTo>
                    <a:pt x="288260" y="727441"/>
                  </a:lnTo>
                  <a:lnTo>
                    <a:pt x="289331" y="727615"/>
                  </a:lnTo>
                  <a:lnTo>
                    <a:pt x="290403" y="727787"/>
                  </a:lnTo>
                  <a:lnTo>
                    <a:pt x="291474" y="727958"/>
                  </a:lnTo>
                  <a:lnTo>
                    <a:pt x="292546" y="728128"/>
                  </a:lnTo>
                  <a:lnTo>
                    <a:pt x="293618" y="728297"/>
                  </a:lnTo>
                  <a:lnTo>
                    <a:pt x="294689" y="728464"/>
                  </a:lnTo>
                  <a:lnTo>
                    <a:pt x="295761" y="728631"/>
                  </a:lnTo>
                  <a:lnTo>
                    <a:pt x="296832" y="728796"/>
                  </a:lnTo>
                  <a:lnTo>
                    <a:pt x="297904" y="728960"/>
                  </a:lnTo>
                  <a:lnTo>
                    <a:pt x="298976" y="729123"/>
                  </a:lnTo>
                  <a:lnTo>
                    <a:pt x="300047" y="729284"/>
                  </a:lnTo>
                  <a:lnTo>
                    <a:pt x="301119" y="729445"/>
                  </a:lnTo>
                  <a:lnTo>
                    <a:pt x="302190" y="729604"/>
                  </a:lnTo>
                  <a:lnTo>
                    <a:pt x="303262" y="729762"/>
                  </a:lnTo>
                  <a:lnTo>
                    <a:pt x="304334" y="729919"/>
                  </a:lnTo>
                  <a:lnTo>
                    <a:pt x="305405" y="730074"/>
                  </a:lnTo>
                  <a:lnTo>
                    <a:pt x="306477" y="730228"/>
                  </a:lnTo>
                  <a:lnTo>
                    <a:pt x="307548" y="730381"/>
                  </a:lnTo>
                  <a:lnTo>
                    <a:pt x="308620" y="730533"/>
                  </a:lnTo>
                  <a:lnTo>
                    <a:pt x="309692" y="730684"/>
                  </a:lnTo>
                  <a:lnTo>
                    <a:pt x="310763" y="730833"/>
                  </a:lnTo>
                  <a:lnTo>
                    <a:pt x="311835" y="730981"/>
                  </a:lnTo>
                  <a:lnTo>
                    <a:pt x="312906" y="731128"/>
                  </a:lnTo>
                  <a:lnTo>
                    <a:pt x="313978" y="731273"/>
                  </a:lnTo>
                  <a:lnTo>
                    <a:pt x="315050" y="731418"/>
                  </a:lnTo>
                  <a:lnTo>
                    <a:pt x="316121" y="731561"/>
                  </a:lnTo>
                  <a:lnTo>
                    <a:pt x="317193" y="731702"/>
                  </a:lnTo>
                  <a:lnTo>
                    <a:pt x="318264" y="731843"/>
                  </a:lnTo>
                  <a:lnTo>
                    <a:pt x="319336" y="731982"/>
                  </a:lnTo>
                  <a:lnTo>
                    <a:pt x="320408" y="732120"/>
                  </a:lnTo>
                  <a:lnTo>
                    <a:pt x="321479" y="732256"/>
                  </a:lnTo>
                  <a:lnTo>
                    <a:pt x="322551" y="732391"/>
                  </a:lnTo>
                  <a:lnTo>
                    <a:pt x="323622" y="732525"/>
                  </a:lnTo>
                  <a:lnTo>
                    <a:pt x="324694" y="732658"/>
                  </a:lnTo>
                  <a:lnTo>
                    <a:pt x="325766" y="732789"/>
                  </a:lnTo>
                  <a:lnTo>
                    <a:pt x="326837" y="732919"/>
                  </a:lnTo>
                  <a:lnTo>
                    <a:pt x="327909" y="733048"/>
                  </a:lnTo>
                  <a:lnTo>
                    <a:pt x="328980" y="733175"/>
                  </a:lnTo>
                  <a:lnTo>
                    <a:pt x="330052" y="733301"/>
                  </a:lnTo>
                  <a:lnTo>
                    <a:pt x="331124" y="733426"/>
                  </a:lnTo>
                  <a:lnTo>
                    <a:pt x="332195" y="733549"/>
                  </a:lnTo>
                  <a:lnTo>
                    <a:pt x="333267" y="733671"/>
                  </a:lnTo>
                  <a:lnTo>
                    <a:pt x="334338" y="733791"/>
                  </a:lnTo>
                  <a:lnTo>
                    <a:pt x="335410" y="733910"/>
                  </a:lnTo>
                  <a:lnTo>
                    <a:pt x="336482" y="734028"/>
                  </a:lnTo>
                  <a:lnTo>
                    <a:pt x="337553" y="734145"/>
                  </a:lnTo>
                  <a:lnTo>
                    <a:pt x="338625" y="734260"/>
                  </a:lnTo>
                  <a:lnTo>
                    <a:pt x="339696" y="734373"/>
                  </a:lnTo>
                  <a:lnTo>
                    <a:pt x="340768" y="734486"/>
                  </a:lnTo>
                  <a:lnTo>
                    <a:pt x="341840" y="734597"/>
                  </a:lnTo>
                  <a:lnTo>
                    <a:pt x="342911" y="734706"/>
                  </a:lnTo>
                  <a:lnTo>
                    <a:pt x="343983" y="734814"/>
                  </a:lnTo>
                  <a:lnTo>
                    <a:pt x="345054" y="734921"/>
                  </a:lnTo>
                  <a:lnTo>
                    <a:pt x="346126" y="735026"/>
                  </a:lnTo>
                  <a:lnTo>
                    <a:pt x="347198" y="735130"/>
                  </a:lnTo>
                  <a:lnTo>
                    <a:pt x="348269" y="735232"/>
                  </a:lnTo>
                  <a:lnTo>
                    <a:pt x="349341" y="735333"/>
                  </a:lnTo>
                  <a:lnTo>
                    <a:pt x="350412" y="735433"/>
                  </a:lnTo>
                  <a:lnTo>
                    <a:pt x="351484" y="735531"/>
                  </a:lnTo>
                  <a:lnTo>
                    <a:pt x="352556" y="735628"/>
                  </a:lnTo>
                  <a:lnTo>
                    <a:pt x="353627" y="735723"/>
                  </a:lnTo>
                  <a:lnTo>
                    <a:pt x="354699" y="735817"/>
                  </a:lnTo>
                  <a:lnTo>
                    <a:pt x="355770" y="735909"/>
                  </a:lnTo>
                  <a:lnTo>
                    <a:pt x="356842" y="736000"/>
                  </a:lnTo>
                  <a:lnTo>
                    <a:pt x="357913" y="736089"/>
                  </a:lnTo>
                  <a:lnTo>
                    <a:pt x="358985" y="736177"/>
                  </a:lnTo>
                  <a:lnTo>
                    <a:pt x="360057" y="736263"/>
                  </a:lnTo>
                  <a:lnTo>
                    <a:pt x="361128" y="736348"/>
                  </a:lnTo>
                  <a:lnTo>
                    <a:pt x="362200" y="736431"/>
                  </a:lnTo>
                  <a:lnTo>
                    <a:pt x="363271" y="736513"/>
                  </a:lnTo>
                  <a:lnTo>
                    <a:pt x="364343" y="736593"/>
                  </a:lnTo>
                  <a:lnTo>
                    <a:pt x="365415" y="736672"/>
                  </a:lnTo>
                  <a:lnTo>
                    <a:pt x="366486" y="736750"/>
                  </a:lnTo>
                  <a:lnTo>
                    <a:pt x="367558" y="736825"/>
                  </a:lnTo>
                  <a:lnTo>
                    <a:pt x="368629" y="736900"/>
                  </a:lnTo>
                  <a:lnTo>
                    <a:pt x="369701" y="736972"/>
                  </a:lnTo>
                  <a:lnTo>
                    <a:pt x="370773" y="737043"/>
                  </a:lnTo>
                  <a:lnTo>
                    <a:pt x="371844" y="737113"/>
                  </a:lnTo>
                  <a:lnTo>
                    <a:pt x="372916" y="737181"/>
                  </a:lnTo>
                  <a:lnTo>
                    <a:pt x="373987" y="737247"/>
                  </a:lnTo>
                  <a:lnTo>
                    <a:pt x="375059" y="737312"/>
                  </a:lnTo>
                  <a:lnTo>
                    <a:pt x="376131" y="737376"/>
                  </a:lnTo>
                  <a:lnTo>
                    <a:pt x="377202" y="737437"/>
                  </a:lnTo>
                  <a:lnTo>
                    <a:pt x="378274" y="737497"/>
                  </a:lnTo>
                  <a:lnTo>
                    <a:pt x="379345" y="737556"/>
                  </a:lnTo>
                  <a:lnTo>
                    <a:pt x="380417" y="737613"/>
                  </a:lnTo>
                  <a:lnTo>
                    <a:pt x="381489" y="737668"/>
                  </a:lnTo>
                  <a:lnTo>
                    <a:pt x="382560" y="737722"/>
                  </a:lnTo>
                  <a:lnTo>
                    <a:pt x="383632" y="737774"/>
                  </a:lnTo>
                  <a:lnTo>
                    <a:pt x="384703" y="737825"/>
                  </a:lnTo>
                  <a:lnTo>
                    <a:pt x="385775" y="737873"/>
                  </a:lnTo>
                  <a:lnTo>
                    <a:pt x="386847" y="737921"/>
                  </a:lnTo>
                  <a:lnTo>
                    <a:pt x="387918" y="737966"/>
                  </a:lnTo>
                  <a:lnTo>
                    <a:pt x="388990" y="738010"/>
                  </a:lnTo>
                  <a:lnTo>
                    <a:pt x="390061" y="738052"/>
                  </a:lnTo>
                  <a:lnTo>
                    <a:pt x="391133" y="738093"/>
                  </a:lnTo>
                  <a:lnTo>
                    <a:pt x="392205" y="738132"/>
                  </a:lnTo>
                  <a:lnTo>
                    <a:pt x="393276" y="738169"/>
                  </a:lnTo>
                  <a:lnTo>
                    <a:pt x="394348" y="738205"/>
                  </a:lnTo>
                  <a:lnTo>
                    <a:pt x="395419" y="738239"/>
                  </a:lnTo>
                  <a:lnTo>
                    <a:pt x="396491" y="738271"/>
                  </a:lnTo>
                  <a:lnTo>
                    <a:pt x="397563" y="738301"/>
                  </a:lnTo>
                  <a:lnTo>
                    <a:pt x="398634" y="738330"/>
                  </a:lnTo>
                  <a:lnTo>
                    <a:pt x="399706" y="738357"/>
                  </a:lnTo>
                  <a:lnTo>
                    <a:pt x="400777" y="738382"/>
                  </a:lnTo>
                  <a:lnTo>
                    <a:pt x="401849" y="738406"/>
                  </a:lnTo>
                  <a:lnTo>
                    <a:pt x="402921" y="738428"/>
                  </a:lnTo>
                  <a:lnTo>
                    <a:pt x="403992" y="738448"/>
                  </a:lnTo>
                  <a:lnTo>
                    <a:pt x="405064" y="738466"/>
                  </a:lnTo>
                  <a:lnTo>
                    <a:pt x="406135" y="738483"/>
                  </a:lnTo>
                  <a:lnTo>
                    <a:pt x="407207" y="738498"/>
                  </a:lnTo>
                  <a:lnTo>
                    <a:pt x="408279" y="738511"/>
                  </a:lnTo>
                  <a:lnTo>
                    <a:pt x="409350" y="738522"/>
                  </a:lnTo>
                  <a:lnTo>
                    <a:pt x="410422" y="738532"/>
                  </a:lnTo>
                  <a:lnTo>
                    <a:pt x="411493" y="738540"/>
                  </a:lnTo>
                  <a:lnTo>
                    <a:pt x="412565" y="738545"/>
                  </a:lnTo>
                  <a:lnTo>
                    <a:pt x="413637" y="738550"/>
                  </a:lnTo>
                  <a:lnTo>
                    <a:pt x="414708" y="738552"/>
                  </a:lnTo>
                  <a:lnTo>
                    <a:pt x="415780" y="738552"/>
                  </a:lnTo>
                  <a:lnTo>
                    <a:pt x="416851" y="738551"/>
                  </a:lnTo>
                  <a:lnTo>
                    <a:pt x="417923" y="738548"/>
                  </a:lnTo>
                  <a:lnTo>
                    <a:pt x="418995" y="738543"/>
                  </a:lnTo>
                  <a:lnTo>
                    <a:pt x="420066" y="738536"/>
                  </a:lnTo>
                  <a:lnTo>
                    <a:pt x="421138" y="738527"/>
                  </a:lnTo>
                  <a:lnTo>
                    <a:pt x="422209" y="738517"/>
                  </a:lnTo>
                  <a:lnTo>
                    <a:pt x="423281" y="738504"/>
                  </a:lnTo>
                  <a:lnTo>
                    <a:pt x="424353" y="738490"/>
                  </a:lnTo>
                  <a:lnTo>
                    <a:pt x="425424" y="738473"/>
                  </a:lnTo>
                  <a:lnTo>
                    <a:pt x="426496" y="738455"/>
                  </a:lnTo>
                  <a:lnTo>
                    <a:pt x="427567" y="738435"/>
                  </a:lnTo>
                  <a:lnTo>
                    <a:pt x="428639" y="738413"/>
                  </a:lnTo>
                  <a:lnTo>
                    <a:pt x="429711" y="738389"/>
                  </a:lnTo>
                  <a:lnTo>
                    <a:pt x="430782" y="738364"/>
                  </a:lnTo>
                  <a:lnTo>
                    <a:pt x="431854" y="738336"/>
                  </a:lnTo>
                  <a:lnTo>
                    <a:pt x="432925" y="738306"/>
                  </a:lnTo>
                  <a:lnTo>
                    <a:pt x="433997" y="738275"/>
                  </a:lnTo>
                  <a:lnTo>
                    <a:pt x="435069" y="738241"/>
                  </a:lnTo>
                  <a:lnTo>
                    <a:pt x="436140" y="738206"/>
                  </a:lnTo>
                  <a:lnTo>
                    <a:pt x="437212" y="738168"/>
                  </a:lnTo>
                  <a:lnTo>
                    <a:pt x="438283" y="738129"/>
                  </a:lnTo>
                  <a:lnTo>
                    <a:pt x="439355" y="738087"/>
                  </a:lnTo>
                  <a:lnTo>
                    <a:pt x="440427" y="738044"/>
                  </a:lnTo>
                  <a:lnTo>
                    <a:pt x="441498" y="737999"/>
                  </a:lnTo>
                  <a:lnTo>
                    <a:pt x="442570" y="737951"/>
                  </a:lnTo>
                  <a:lnTo>
                    <a:pt x="443641" y="737902"/>
                  </a:lnTo>
                  <a:lnTo>
                    <a:pt x="444713" y="737851"/>
                  </a:lnTo>
                  <a:lnTo>
                    <a:pt x="445785" y="737797"/>
                  </a:lnTo>
                  <a:lnTo>
                    <a:pt x="446856" y="737742"/>
                  </a:lnTo>
                  <a:lnTo>
                    <a:pt x="447928" y="737685"/>
                  </a:lnTo>
                  <a:lnTo>
                    <a:pt x="448999" y="737625"/>
                  </a:lnTo>
                  <a:lnTo>
                    <a:pt x="450071" y="737564"/>
                  </a:lnTo>
                  <a:lnTo>
                    <a:pt x="451143" y="737500"/>
                  </a:lnTo>
                  <a:lnTo>
                    <a:pt x="452214" y="737435"/>
                  </a:lnTo>
                  <a:lnTo>
                    <a:pt x="453286" y="737367"/>
                  </a:lnTo>
                  <a:lnTo>
                    <a:pt x="454357" y="737297"/>
                  </a:lnTo>
                  <a:lnTo>
                    <a:pt x="455429" y="737226"/>
                  </a:lnTo>
                  <a:lnTo>
                    <a:pt x="456501" y="737152"/>
                  </a:lnTo>
                  <a:lnTo>
                    <a:pt x="457572" y="737076"/>
                  </a:lnTo>
                  <a:lnTo>
                    <a:pt x="458644" y="736998"/>
                  </a:lnTo>
                  <a:lnTo>
                    <a:pt x="459715" y="736918"/>
                  </a:lnTo>
                  <a:lnTo>
                    <a:pt x="460787" y="736836"/>
                  </a:lnTo>
                  <a:lnTo>
                    <a:pt x="461859" y="736752"/>
                  </a:lnTo>
                  <a:lnTo>
                    <a:pt x="462930" y="736665"/>
                  </a:lnTo>
                  <a:lnTo>
                    <a:pt x="464002" y="736577"/>
                  </a:lnTo>
                  <a:lnTo>
                    <a:pt x="465073" y="736486"/>
                  </a:lnTo>
                  <a:lnTo>
                    <a:pt x="466145" y="736394"/>
                  </a:lnTo>
                  <a:lnTo>
                    <a:pt x="467217" y="736299"/>
                  </a:lnTo>
                  <a:lnTo>
                    <a:pt x="468288" y="736202"/>
                  </a:lnTo>
                  <a:lnTo>
                    <a:pt x="469360" y="736103"/>
                  </a:lnTo>
                  <a:lnTo>
                    <a:pt x="470431" y="736002"/>
                  </a:lnTo>
                  <a:lnTo>
                    <a:pt x="471503" y="735898"/>
                  </a:lnTo>
                  <a:lnTo>
                    <a:pt x="472575" y="735793"/>
                  </a:lnTo>
                  <a:lnTo>
                    <a:pt x="473646" y="735685"/>
                  </a:lnTo>
                  <a:lnTo>
                    <a:pt x="474718" y="735575"/>
                  </a:lnTo>
                  <a:lnTo>
                    <a:pt x="475789" y="735463"/>
                  </a:lnTo>
                  <a:lnTo>
                    <a:pt x="476861" y="735349"/>
                  </a:lnTo>
                  <a:lnTo>
                    <a:pt x="477933" y="735233"/>
                  </a:lnTo>
                  <a:lnTo>
                    <a:pt x="479004" y="735114"/>
                  </a:lnTo>
                  <a:lnTo>
                    <a:pt x="480076" y="734993"/>
                  </a:lnTo>
                  <a:lnTo>
                    <a:pt x="481147" y="734870"/>
                  </a:lnTo>
                  <a:lnTo>
                    <a:pt x="482219" y="734745"/>
                  </a:lnTo>
                  <a:lnTo>
                    <a:pt x="483291" y="734618"/>
                  </a:lnTo>
                  <a:lnTo>
                    <a:pt x="484362" y="734488"/>
                  </a:lnTo>
                  <a:lnTo>
                    <a:pt x="485434" y="734357"/>
                  </a:lnTo>
                  <a:lnTo>
                    <a:pt x="486505" y="734223"/>
                  </a:lnTo>
                  <a:lnTo>
                    <a:pt x="487577" y="734086"/>
                  </a:lnTo>
                  <a:lnTo>
                    <a:pt x="488649" y="733948"/>
                  </a:lnTo>
                  <a:lnTo>
                    <a:pt x="489720" y="733807"/>
                  </a:lnTo>
                  <a:lnTo>
                    <a:pt x="490792" y="733665"/>
                  </a:lnTo>
                  <a:lnTo>
                    <a:pt x="491863" y="733519"/>
                  </a:lnTo>
                  <a:lnTo>
                    <a:pt x="492935" y="733372"/>
                  </a:lnTo>
                  <a:lnTo>
                    <a:pt x="494007" y="733223"/>
                  </a:lnTo>
                  <a:lnTo>
                    <a:pt x="495078" y="733071"/>
                  </a:lnTo>
                  <a:lnTo>
                    <a:pt x="496150" y="732917"/>
                  </a:lnTo>
                  <a:lnTo>
                    <a:pt x="497221" y="732760"/>
                  </a:lnTo>
                  <a:lnTo>
                    <a:pt x="498293" y="732602"/>
                  </a:lnTo>
                  <a:lnTo>
                    <a:pt x="499365" y="732441"/>
                  </a:lnTo>
                  <a:lnTo>
                    <a:pt x="500436" y="732278"/>
                  </a:lnTo>
                  <a:lnTo>
                    <a:pt x="501508" y="732112"/>
                  </a:lnTo>
                  <a:lnTo>
                    <a:pt x="502579" y="731945"/>
                  </a:lnTo>
                  <a:lnTo>
                    <a:pt x="503651" y="731775"/>
                  </a:lnTo>
                  <a:lnTo>
                    <a:pt x="504723" y="731602"/>
                  </a:lnTo>
                  <a:lnTo>
                    <a:pt x="505794" y="731428"/>
                  </a:lnTo>
                  <a:lnTo>
                    <a:pt x="506866" y="731251"/>
                  </a:lnTo>
                  <a:lnTo>
                    <a:pt x="507937" y="731072"/>
                  </a:lnTo>
                  <a:lnTo>
                    <a:pt x="509009" y="730891"/>
                  </a:lnTo>
                  <a:lnTo>
                    <a:pt x="510081" y="730707"/>
                  </a:lnTo>
                  <a:lnTo>
                    <a:pt x="511152" y="730521"/>
                  </a:lnTo>
                  <a:lnTo>
                    <a:pt x="512224" y="730333"/>
                  </a:lnTo>
                  <a:lnTo>
                    <a:pt x="513295" y="730142"/>
                  </a:lnTo>
                  <a:lnTo>
                    <a:pt x="514367" y="729949"/>
                  </a:lnTo>
                  <a:lnTo>
                    <a:pt x="515439" y="729754"/>
                  </a:lnTo>
                  <a:lnTo>
                    <a:pt x="516510" y="729556"/>
                  </a:lnTo>
                  <a:lnTo>
                    <a:pt x="517582" y="729356"/>
                  </a:lnTo>
                  <a:lnTo>
                    <a:pt x="518653" y="729154"/>
                  </a:lnTo>
                  <a:lnTo>
                    <a:pt x="519725" y="728950"/>
                  </a:lnTo>
                  <a:lnTo>
                    <a:pt x="520797" y="728743"/>
                  </a:lnTo>
                  <a:lnTo>
                    <a:pt x="521868" y="728534"/>
                  </a:lnTo>
                  <a:lnTo>
                    <a:pt x="522940" y="728322"/>
                  </a:lnTo>
                  <a:lnTo>
                    <a:pt x="524011" y="728108"/>
                  </a:lnTo>
                  <a:lnTo>
                    <a:pt x="525083" y="727892"/>
                  </a:lnTo>
                  <a:lnTo>
                    <a:pt x="526155" y="727673"/>
                  </a:lnTo>
                  <a:lnTo>
                    <a:pt x="527226" y="727453"/>
                  </a:lnTo>
                  <a:lnTo>
                    <a:pt x="528298" y="727229"/>
                  </a:lnTo>
                  <a:lnTo>
                    <a:pt x="529369" y="727004"/>
                  </a:lnTo>
                  <a:lnTo>
                    <a:pt x="530441" y="726776"/>
                  </a:lnTo>
                  <a:lnTo>
                    <a:pt x="531513" y="726546"/>
                  </a:lnTo>
                  <a:lnTo>
                    <a:pt x="532584" y="726313"/>
                  </a:lnTo>
                  <a:lnTo>
                    <a:pt x="533656" y="726078"/>
                  </a:lnTo>
                  <a:lnTo>
                    <a:pt x="534727" y="725841"/>
                  </a:lnTo>
                  <a:lnTo>
                    <a:pt x="535799" y="725601"/>
                  </a:lnTo>
                  <a:lnTo>
                    <a:pt x="536870" y="725359"/>
                  </a:lnTo>
                  <a:lnTo>
                    <a:pt x="537942" y="725115"/>
                  </a:lnTo>
                  <a:lnTo>
                    <a:pt x="539014" y="724868"/>
                  </a:lnTo>
                  <a:lnTo>
                    <a:pt x="540085" y="724619"/>
                  </a:lnTo>
                  <a:lnTo>
                    <a:pt x="541157" y="724368"/>
                  </a:lnTo>
                  <a:lnTo>
                    <a:pt x="542228" y="724114"/>
                  </a:lnTo>
                  <a:lnTo>
                    <a:pt x="543300" y="723858"/>
                  </a:lnTo>
                  <a:lnTo>
                    <a:pt x="544372" y="723599"/>
                  </a:lnTo>
                  <a:lnTo>
                    <a:pt x="545443" y="723338"/>
                  </a:lnTo>
                  <a:lnTo>
                    <a:pt x="546515" y="723075"/>
                  </a:lnTo>
                  <a:lnTo>
                    <a:pt x="547586" y="722809"/>
                  </a:lnTo>
                  <a:lnTo>
                    <a:pt x="548658" y="722541"/>
                  </a:lnTo>
                  <a:lnTo>
                    <a:pt x="549730" y="722271"/>
                  </a:lnTo>
                  <a:lnTo>
                    <a:pt x="550801" y="721998"/>
                  </a:lnTo>
                  <a:lnTo>
                    <a:pt x="551873" y="721723"/>
                  </a:lnTo>
                  <a:lnTo>
                    <a:pt x="552944" y="721446"/>
                  </a:lnTo>
                  <a:lnTo>
                    <a:pt x="554016" y="721166"/>
                  </a:lnTo>
                  <a:lnTo>
                    <a:pt x="555088" y="720884"/>
                  </a:lnTo>
                  <a:lnTo>
                    <a:pt x="556159" y="720599"/>
                  </a:lnTo>
                  <a:lnTo>
                    <a:pt x="557231" y="720312"/>
                  </a:lnTo>
                  <a:lnTo>
                    <a:pt x="558302" y="720023"/>
                  </a:lnTo>
                  <a:lnTo>
                    <a:pt x="559374" y="719731"/>
                  </a:lnTo>
                  <a:lnTo>
                    <a:pt x="560446" y="719437"/>
                  </a:lnTo>
                  <a:lnTo>
                    <a:pt x="561517" y="719141"/>
                  </a:lnTo>
                  <a:lnTo>
                    <a:pt x="562589" y="718842"/>
                  </a:lnTo>
                  <a:lnTo>
                    <a:pt x="563660" y="718541"/>
                  </a:lnTo>
                  <a:lnTo>
                    <a:pt x="564732" y="718237"/>
                  </a:lnTo>
                  <a:lnTo>
                    <a:pt x="565804" y="717931"/>
                  </a:lnTo>
                  <a:lnTo>
                    <a:pt x="566875" y="717623"/>
                  </a:lnTo>
                  <a:lnTo>
                    <a:pt x="567947" y="717312"/>
                  </a:lnTo>
                  <a:lnTo>
                    <a:pt x="569018" y="716999"/>
                  </a:lnTo>
                  <a:lnTo>
                    <a:pt x="570090" y="716684"/>
                  </a:lnTo>
                  <a:lnTo>
                    <a:pt x="571162" y="716366"/>
                  </a:lnTo>
                  <a:lnTo>
                    <a:pt x="572233" y="716046"/>
                  </a:lnTo>
                  <a:lnTo>
                    <a:pt x="573305" y="715724"/>
                  </a:lnTo>
                  <a:lnTo>
                    <a:pt x="574376" y="715399"/>
                  </a:lnTo>
                  <a:lnTo>
                    <a:pt x="575448" y="715072"/>
                  </a:lnTo>
                  <a:lnTo>
                    <a:pt x="576520" y="714742"/>
                  </a:lnTo>
                  <a:lnTo>
                    <a:pt x="577591" y="714411"/>
                  </a:lnTo>
                  <a:lnTo>
                    <a:pt x="578663" y="714076"/>
                  </a:lnTo>
                  <a:lnTo>
                    <a:pt x="579734" y="713740"/>
                  </a:lnTo>
                  <a:lnTo>
                    <a:pt x="580806" y="713401"/>
                  </a:lnTo>
                  <a:lnTo>
                    <a:pt x="581878" y="713060"/>
                  </a:lnTo>
                  <a:lnTo>
                    <a:pt x="582949" y="712716"/>
                  </a:lnTo>
                  <a:lnTo>
                    <a:pt x="584021" y="712370"/>
                  </a:lnTo>
                  <a:lnTo>
                    <a:pt x="585092" y="712022"/>
                  </a:lnTo>
                  <a:lnTo>
                    <a:pt x="586164" y="711671"/>
                  </a:lnTo>
                  <a:lnTo>
                    <a:pt x="587236" y="711318"/>
                  </a:lnTo>
                  <a:lnTo>
                    <a:pt x="588307" y="710963"/>
                  </a:lnTo>
                  <a:lnTo>
                    <a:pt x="589379" y="710606"/>
                  </a:lnTo>
                  <a:lnTo>
                    <a:pt x="590450" y="710246"/>
                  </a:lnTo>
                  <a:lnTo>
                    <a:pt x="591522" y="709883"/>
                  </a:lnTo>
                  <a:lnTo>
                    <a:pt x="592594" y="709519"/>
                  </a:lnTo>
                  <a:lnTo>
                    <a:pt x="593665" y="709152"/>
                  </a:lnTo>
                  <a:lnTo>
                    <a:pt x="594737" y="708783"/>
                  </a:lnTo>
                  <a:lnTo>
                    <a:pt x="595808" y="708411"/>
                  </a:lnTo>
                  <a:lnTo>
                    <a:pt x="596880" y="708037"/>
                  </a:lnTo>
                  <a:lnTo>
                    <a:pt x="597952" y="707661"/>
                  </a:lnTo>
                  <a:lnTo>
                    <a:pt x="599023" y="707283"/>
                  </a:lnTo>
                  <a:lnTo>
                    <a:pt x="600095" y="706902"/>
                  </a:lnTo>
                  <a:lnTo>
                    <a:pt x="601166" y="706519"/>
                  </a:lnTo>
                  <a:lnTo>
                    <a:pt x="602238" y="706133"/>
                  </a:lnTo>
                  <a:lnTo>
                    <a:pt x="603310" y="705746"/>
                  </a:lnTo>
                  <a:lnTo>
                    <a:pt x="604381" y="705356"/>
                  </a:lnTo>
                  <a:lnTo>
                    <a:pt x="605453" y="704964"/>
                  </a:lnTo>
                  <a:lnTo>
                    <a:pt x="606524" y="704569"/>
                  </a:lnTo>
                  <a:lnTo>
                    <a:pt x="607596" y="704172"/>
                  </a:lnTo>
                  <a:lnTo>
                    <a:pt x="608668" y="703773"/>
                  </a:lnTo>
                  <a:lnTo>
                    <a:pt x="609739" y="703372"/>
                  </a:lnTo>
                  <a:lnTo>
                    <a:pt x="610811" y="702968"/>
                  </a:lnTo>
                  <a:lnTo>
                    <a:pt x="611882" y="702563"/>
                  </a:lnTo>
                  <a:lnTo>
                    <a:pt x="612954" y="702154"/>
                  </a:lnTo>
                  <a:lnTo>
                    <a:pt x="614026" y="701744"/>
                  </a:lnTo>
                  <a:lnTo>
                    <a:pt x="615097" y="701332"/>
                  </a:lnTo>
                  <a:lnTo>
                    <a:pt x="616169" y="700917"/>
                  </a:lnTo>
                  <a:lnTo>
                    <a:pt x="617240" y="700500"/>
                  </a:lnTo>
                  <a:lnTo>
                    <a:pt x="618312" y="700080"/>
                  </a:lnTo>
                  <a:lnTo>
                    <a:pt x="619384" y="699659"/>
                  </a:lnTo>
                  <a:lnTo>
                    <a:pt x="620455" y="699235"/>
                  </a:lnTo>
                  <a:lnTo>
                    <a:pt x="621527" y="698809"/>
                  </a:lnTo>
                  <a:lnTo>
                    <a:pt x="622598" y="698381"/>
                  </a:lnTo>
                  <a:lnTo>
                    <a:pt x="623670" y="697950"/>
                  </a:lnTo>
                  <a:lnTo>
                    <a:pt x="624742" y="697518"/>
                  </a:lnTo>
                  <a:lnTo>
                    <a:pt x="625813" y="697083"/>
                  </a:lnTo>
                  <a:lnTo>
                    <a:pt x="626885" y="696646"/>
                  </a:lnTo>
                  <a:lnTo>
                    <a:pt x="627956" y="696207"/>
                  </a:lnTo>
                  <a:lnTo>
                    <a:pt x="629028" y="695766"/>
                  </a:lnTo>
                  <a:lnTo>
                    <a:pt x="630100" y="695322"/>
                  </a:lnTo>
                  <a:lnTo>
                    <a:pt x="631171" y="694876"/>
                  </a:lnTo>
                  <a:lnTo>
                    <a:pt x="632243" y="694429"/>
                  </a:lnTo>
                  <a:lnTo>
                    <a:pt x="633314" y="693979"/>
                  </a:lnTo>
                  <a:lnTo>
                    <a:pt x="634386" y="693526"/>
                  </a:lnTo>
                  <a:lnTo>
                    <a:pt x="635458" y="693072"/>
                  </a:lnTo>
                  <a:lnTo>
                    <a:pt x="636529" y="692616"/>
                  </a:lnTo>
                  <a:lnTo>
                    <a:pt x="637601" y="692157"/>
                  </a:lnTo>
                  <a:lnTo>
                    <a:pt x="638672" y="691696"/>
                  </a:lnTo>
                  <a:lnTo>
                    <a:pt x="639744" y="691233"/>
                  </a:lnTo>
                  <a:lnTo>
                    <a:pt x="640816" y="690769"/>
                  </a:lnTo>
                  <a:lnTo>
                    <a:pt x="641887" y="690302"/>
                  </a:lnTo>
                  <a:lnTo>
                    <a:pt x="642959" y="689832"/>
                  </a:lnTo>
                  <a:lnTo>
                    <a:pt x="644030" y="689361"/>
                  </a:lnTo>
                  <a:lnTo>
                    <a:pt x="645102" y="688888"/>
                  </a:lnTo>
                  <a:lnTo>
                    <a:pt x="646174" y="688412"/>
                  </a:lnTo>
                  <a:lnTo>
                    <a:pt x="647245" y="687935"/>
                  </a:lnTo>
                  <a:lnTo>
                    <a:pt x="648317" y="687455"/>
                  </a:lnTo>
                  <a:lnTo>
                    <a:pt x="649388" y="686974"/>
                  </a:lnTo>
                  <a:lnTo>
                    <a:pt x="650460" y="686490"/>
                  </a:lnTo>
                  <a:lnTo>
                    <a:pt x="651532" y="686004"/>
                  </a:lnTo>
                  <a:lnTo>
                    <a:pt x="652603" y="685517"/>
                  </a:lnTo>
                  <a:lnTo>
                    <a:pt x="653675" y="685027"/>
                  </a:lnTo>
                  <a:lnTo>
                    <a:pt x="654746" y="684535"/>
                  </a:lnTo>
                  <a:lnTo>
                    <a:pt x="655818" y="684041"/>
                  </a:lnTo>
                  <a:lnTo>
                    <a:pt x="656890" y="683545"/>
                  </a:lnTo>
                  <a:lnTo>
                    <a:pt x="657961" y="683048"/>
                  </a:lnTo>
                  <a:lnTo>
                    <a:pt x="659033" y="682548"/>
                  </a:lnTo>
                  <a:lnTo>
                    <a:pt x="660104" y="682046"/>
                  </a:lnTo>
                  <a:lnTo>
                    <a:pt x="661176" y="681542"/>
                  </a:lnTo>
                  <a:lnTo>
                    <a:pt x="662248" y="681037"/>
                  </a:lnTo>
                  <a:lnTo>
                    <a:pt x="663319" y="680529"/>
                  </a:lnTo>
                  <a:lnTo>
                    <a:pt x="664391" y="680019"/>
                  </a:lnTo>
                  <a:lnTo>
                    <a:pt x="665462" y="679508"/>
                  </a:lnTo>
                  <a:lnTo>
                    <a:pt x="666534" y="678994"/>
                  </a:lnTo>
                  <a:lnTo>
                    <a:pt x="667606" y="678479"/>
                  </a:lnTo>
                  <a:lnTo>
                    <a:pt x="668677" y="677961"/>
                  </a:lnTo>
                  <a:lnTo>
                    <a:pt x="669749" y="677442"/>
                  </a:lnTo>
                  <a:lnTo>
                    <a:pt x="670820" y="676921"/>
                  </a:lnTo>
                  <a:lnTo>
                    <a:pt x="671892" y="676398"/>
                  </a:lnTo>
                  <a:lnTo>
                    <a:pt x="672964" y="675873"/>
                  </a:lnTo>
                  <a:lnTo>
                    <a:pt x="674035" y="675346"/>
                  </a:lnTo>
                  <a:lnTo>
                    <a:pt x="675107" y="674817"/>
                  </a:lnTo>
                  <a:lnTo>
                    <a:pt x="676178" y="674287"/>
                  </a:lnTo>
                  <a:lnTo>
                    <a:pt x="677250" y="673754"/>
                  </a:lnTo>
                  <a:lnTo>
                    <a:pt x="678322" y="673220"/>
                  </a:lnTo>
                  <a:lnTo>
                    <a:pt x="679393" y="672684"/>
                  </a:lnTo>
                  <a:lnTo>
                    <a:pt x="680465" y="672146"/>
                  </a:lnTo>
                  <a:lnTo>
                    <a:pt x="681536" y="671607"/>
                  </a:lnTo>
                  <a:lnTo>
                    <a:pt x="682608" y="671065"/>
                  </a:lnTo>
                  <a:lnTo>
                    <a:pt x="683680" y="670522"/>
                  </a:lnTo>
                  <a:lnTo>
                    <a:pt x="684751" y="669977"/>
                  </a:lnTo>
                  <a:lnTo>
                    <a:pt x="685823" y="669430"/>
                  </a:lnTo>
                  <a:lnTo>
                    <a:pt x="686894" y="668881"/>
                  </a:lnTo>
                  <a:lnTo>
                    <a:pt x="687966" y="668331"/>
                  </a:lnTo>
                  <a:lnTo>
                    <a:pt x="689038" y="667779"/>
                  </a:lnTo>
                  <a:lnTo>
                    <a:pt x="690109" y="667225"/>
                  </a:lnTo>
                  <a:lnTo>
                    <a:pt x="691181" y="666670"/>
                  </a:lnTo>
                  <a:lnTo>
                    <a:pt x="692252" y="666112"/>
                  </a:lnTo>
                  <a:lnTo>
                    <a:pt x="693324" y="665553"/>
                  </a:lnTo>
                  <a:lnTo>
                    <a:pt x="694396" y="664993"/>
                  </a:lnTo>
                  <a:lnTo>
                    <a:pt x="695467" y="664430"/>
                  </a:lnTo>
                  <a:lnTo>
                    <a:pt x="696539" y="663866"/>
                  </a:lnTo>
                  <a:lnTo>
                    <a:pt x="697610" y="663301"/>
                  </a:lnTo>
                  <a:lnTo>
                    <a:pt x="698682" y="662733"/>
                  </a:lnTo>
                  <a:lnTo>
                    <a:pt x="699754" y="662165"/>
                  </a:lnTo>
                  <a:lnTo>
                    <a:pt x="700825" y="661594"/>
                  </a:lnTo>
                  <a:lnTo>
                    <a:pt x="701897" y="661022"/>
                  </a:lnTo>
                  <a:lnTo>
                    <a:pt x="702968" y="660448"/>
                  </a:lnTo>
                  <a:lnTo>
                    <a:pt x="704040" y="659873"/>
                  </a:lnTo>
                  <a:lnTo>
                    <a:pt x="705112" y="659296"/>
                  </a:lnTo>
                  <a:lnTo>
                    <a:pt x="706183" y="658717"/>
                  </a:lnTo>
                  <a:lnTo>
                    <a:pt x="707255" y="658137"/>
                  </a:lnTo>
                  <a:lnTo>
                    <a:pt x="708326" y="657555"/>
                  </a:lnTo>
                  <a:lnTo>
                    <a:pt x="709398" y="656972"/>
                  </a:lnTo>
                  <a:lnTo>
                    <a:pt x="710469" y="656387"/>
                  </a:lnTo>
                  <a:lnTo>
                    <a:pt x="711541" y="655801"/>
                  </a:lnTo>
                  <a:lnTo>
                    <a:pt x="712613" y="655213"/>
                  </a:lnTo>
                  <a:lnTo>
                    <a:pt x="713684" y="654624"/>
                  </a:lnTo>
                  <a:lnTo>
                    <a:pt x="714756" y="654033"/>
                  </a:lnTo>
                  <a:lnTo>
                    <a:pt x="715827" y="653441"/>
                  </a:lnTo>
                  <a:lnTo>
                    <a:pt x="716899" y="652847"/>
                  </a:lnTo>
                  <a:lnTo>
                    <a:pt x="717971" y="652252"/>
                  </a:lnTo>
                  <a:lnTo>
                    <a:pt x="719042" y="651655"/>
                  </a:lnTo>
                  <a:lnTo>
                    <a:pt x="720114" y="651057"/>
                  </a:lnTo>
                  <a:lnTo>
                    <a:pt x="721185" y="650458"/>
                  </a:lnTo>
                  <a:lnTo>
                    <a:pt x="722257" y="649857"/>
                  </a:lnTo>
                  <a:lnTo>
                    <a:pt x="723329" y="649255"/>
                  </a:lnTo>
                  <a:lnTo>
                    <a:pt x="724400" y="648651"/>
                  </a:lnTo>
                  <a:lnTo>
                    <a:pt x="725472" y="648046"/>
                  </a:lnTo>
                  <a:lnTo>
                    <a:pt x="726543" y="647440"/>
                  </a:lnTo>
                  <a:lnTo>
                    <a:pt x="727615" y="646832"/>
                  </a:lnTo>
                  <a:lnTo>
                    <a:pt x="728687" y="646223"/>
                  </a:lnTo>
                  <a:lnTo>
                    <a:pt x="729758" y="645613"/>
                  </a:lnTo>
                  <a:lnTo>
                    <a:pt x="730830" y="645001"/>
                  </a:lnTo>
                  <a:lnTo>
                    <a:pt x="731901" y="644388"/>
                  </a:lnTo>
                  <a:lnTo>
                    <a:pt x="732973" y="643774"/>
                  </a:lnTo>
                  <a:lnTo>
                    <a:pt x="734045" y="643158"/>
                  </a:lnTo>
                  <a:lnTo>
                    <a:pt x="735116" y="642542"/>
                  </a:lnTo>
                  <a:lnTo>
                    <a:pt x="736188" y="641924"/>
                  </a:lnTo>
                  <a:lnTo>
                    <a:pt x="737259" y="641304"/>
                  </a:lnTo>
                  <a:lnTo>
                    <a:pt x="738331" y="640684"/>
                  </a:lnTo>
                  <a:lnTo>
                    <a:pt x="739403" y="640062"/>
                  </a:lnTo>
                  <a:lnTo>
                    <a:pt x="740474" y="639439"/>
                  </a:lnTo>
                  <a:lnTo>
                    <a:pt x="741546" y="638815"/>
                  </a:lnTo>
                  <a:lnTo>
                    <a:pt x="742617" y="638190"/>
                  </a:lnTo>
                  <a:lnTo>
                    <a:pt x="743689" y="637563"/>
                  </a:lnTo>
                  <a:lnTo>
                    <a:pt x="744761" y="636936"/>
                  </a:lnTo>
                  <a:lnTo>
                    <a:pt x="745832" y="636307"/>
                  </a:lnTo>
                  <a:lnTo>
                    <a:pt x="746904" y="635677"/>
                  </a:lnTo>
                  <a:lnTo>
                    <a:pt x="747975" y="635046"/>
                  </a:lnTo>
                  <a:lnTo>
                    <a:pt x="749047" y="634414"/>
                  </a:lnTo>
                  <a:lnTo>
                    <a:pt x="750119" y="633781"/>
                  </a:lnTo>
                  <a:lnTo>
                    <a:pt x="751190" y="633147"/>
                  </a:lnTo>
                  <a:lnTo>
                    <a:pt x="752262" y="632512"/>
                  </a:lnTo>
                  <a:lnTo>
                    <a:pt x="753333" y="631876"/>
                  </a:lnTo>
                  <a:lnTo>
                    <a:pt x="754405" y="631238"/>
                  </a:lnTo>
                  <a:lnTo>
                    <a:pt x="755477" y="630600"/>
                  </a:lnTo>
                  <a:lnTo>
                    <a:pt x="756548" y="629961"/>
                  </a:lnTo>
                  <a:lnTo>
                    <a:pt x="757620" y="629320"/>
                  </a:lnTo>
                  <a:lnTo>
                    <a:pt x="758691" y="628679"/>
                  </a:lnTo>
                  <a:lnTo>
                    <a:pt x="759763" y="628037"/>
                  </a:lnTo>
                  <a:lnTo>
                    <a:pt x="760835" y="627394"/>
                  </a:lnTo>
                  <a:lnTo>
                    <a:pt x="761906" y="626749"/>
                  </a:lnTo>
                  <a:lnTo>
                    <a:pt x="762978" y="626104"/>
                  </a:lnTo>
                  <a:lnTo>
                    <a:pt x="764049" y="625458"/>
                  </a:lnTo>
                  <a:lnTo>
                    <a:pt x="765121" y="624811"/>
                  </a:lnTo>
                  <a:lnTo>
                    <a:pt x="766193" y="624164"/>
                  </a:lnTo>
                  <a:lnTo>
                    <a:pt x="767264" y="623515"/>
                  </a:lnTo>
                  <a:lnTo>
                    <a:pt x="768336" y="622866"/>
                  </a:lnTo>
                  <a:lnTo>
                    <a:pt x="769407" y="622215"/>
                  </a:lnTo>
                  <a:lnTo>
                    <a:pt x="770479" y="621564"/>
                  </a:lnTo>
                  <a:lnTo>
                    <a:pt x="771551" y="620912"/>
                  </a:lnTo>
                  <a:lnTo>
                    <a:pt x="772622" y="620259"/>
                  </a:lnTo>
                  <a:lnTo>
                    <a:pt x="773694" y="619606"/>
                  </a:lnTo>
                  <a:lnTo>
                    <a:pt x="774765" y="618952"/>
                  </a:lnTo>
                  <a:lnTo>
                    <a:pt x="775837" y="618296"/>
                  </a:lnTo>
                  <a:lnTo>
                    <a:pt x="776909" y="617641"/>
                  </a:lnTo>
                  <a:lnTo>
                    <a:pt x="777980" y="616984"/>
                  </a:lnTo>
                  <a:lnTo>
                    <a:pt x="779052" y="616327"/>
                  </a:lnTo>
                  <a:lnTo>
                    <a:pt x="780123" y="615669"/>
                  </a:lnTo>
                  <a:lnTo>
                    <a:pt x="781195" y="615010"/>
                  </a:lnTo>
                  <a:lnTo>
                    <a:pt x="782267" y="614351"/>
                  </a:lnTo>
                  <a:lnTo>
                    <a:pt x="783338" y="613691"/>
                  </a:lnTo>
                  <a:lnTo>
                    <a:pt x="784410" y="613030"/>
                  </a:lnTo>
                  <a:lnTo>
                    <a:pt x="785481" y="612369"/>
                  </a:lnTo>
                  <a:lnTo>
                    <a:pt x="786553" y="611707"/>
                  </a:lnTo>
                  <a:lnTo>
                    <a:pt x="787625" y="611045"/>
                  </a:lnTo>
                  <a:lnTo>
                    <a:pt x="788696" y="610382"/>
                  </a:lnTo>
                  <a:lnTo>
                    <a:pt x="789768" y="609718"/>
                  </a:lnTo>
                  <a:lnTo>
                    <a:pt x="790839" y="609054"/>
                  </a:lnTo>
                  <a:lnTo>
                    <a:pt x="791911" y="608389"/>
                  </a:lnTo>
                  <a:lnTo>
                    <a:pt x="792983" y="607724"/>
                  </a:lnTo>
                  <a:lnTo>
                    <a:pt x="794054" y="607058"/>
                  </a:lnTo>
                  <a:lnTo>
                    <a:pt x="795126" y="606391"/>
                  </a:lnTo>
                  <a:lnTo>
                    <a:pt x="796197" y="605725"/>
                  </a:lnTo>
                  <a:lnTo>
                    <a:pt x="797269" y="605057"/>
                  </a:lnTo>
                  <a:lnTo>
                    <a:pt x="798341" y="604390"/>
                  </a:lnTo>
                  <a:lnTo>
                    <a:pt x="799412" y="603721"/>
                  </a:lnTo>
                  <a:lnTo>
                    <a:pt x="800484" y="603053"/>
                  </a:lnTo>
                  <a:lnTo>
                    <a:pt x="801555" y="602384"/>
                  </a:lnTo>
                  <a:lnTo>
                    <a:pt x="802627" y="601714"/>
                  </a:lnTo>
                  <a:lnTo>
                    <a:pt x="803699" y="601045"/>
                  </a:lnTo>
                  <a:lnTo>
                    <a:pt x="804770" y="600374"/>
                  </a:lnTo>
                  <a:lnTo>
                    <a:pt x="805842" y="599704"/>
                  </a:lnTo>
                  <a:lnTo>
                    <a:pt x="806913" y="599033"/>
                  </a:lnTo>
                  <a:lnTo>
                    <a:pt x="807985" y="598362"/>
                  </a:lnTo>
                  <a:lnTo>
                    <a:pt x="809057" y="597690"/>
                  </a:lnTo>
                  <a:lnTo>
                    <a:pt x="810128" y="597018"/>
                  </a:lnTo>
                  <a:lnTo>
                    <a:pt x="811200" y="596346"/>
                  </a:lnTo>
                  <a:lnTo>
                    <a:pt x="812271" y="595674"/>
                  </a:lnTo>
                  <a:lnTo>
                    <a:pt x="813343" y="595001"/>
                  </a:lnTo>
                  <a:lnTo>
                    <a:pt x="814415" y="594329"/>
                  </a:lnTo>
                  <a:lnTo>
                    <a:pt x="815486" y="593655"/>
                  </a:lnTo>
                  <a:lnTo>
                    <a:pt x="816558" y="592982"/>
                  </a:lnTo>
                  <a:lnTo>
                    <a:pt x="817629" y="592309"/>
                  </a:lnTo>
                  <a:lnTo>
                    <a:pt x="818701" y="591635"/>
                  </a:lnTo>
                  <a:lnTo>
                    <a:pt x="819773" y="590961"/>
                  </a:lnTo>
                  <a:lnTo>
                    <a:pt x="820844" y="590287"/>
                  </a:lnTo>
                  <a:lnTo>
                    <a:pt x="821916" y="589613"/>
                  </a:lnTo>
                  <a:lnTo>
                    <a:pt x="822987" y="588939"/>
                  </a:lnTo>
                  <a:lnTo>
                    <a:pt x="824059" y="588265"/>
                  </a:lnTo>
                  <a:lnTo>
                    <a:pt x="825131" y="587590"/>
                  </a:lnTo>
                  <a:lnTo>
                    <a:pt x="826202" y="586916"/>
                  </a:lnTo>
                  <a:lnTo>
                    <a:pt x="827274" y="586241"/>
                  </a:lnTo>
                  <a:lnTo>
                    <a:pt x="828345" y="585566"/>
                  </a:lnTo>
                  <a:lnTo>
                    <a:pt x="829417" y="584892"/>
                  </a:lnTo>
                  <a:lnTo>
                    <a:pt x="830489" y="584217"/>
                  </a:lnTo>
                  <a:lnTo>
                    <a:pt x="831560" y="583543"/>
                  </a:lnTo>
                  <a:lnTo>
                    <a:pt x="832632" y="582868"/>
                  </a:lnTo>
                  <a:lnTo>
                    <a:pt x="833703" y="582193"/>
                  </a:lnTo>
                  <a:lnTo>
                    <a:pt x="834775" y="581519"/>
                  </a:lnTo>
                  <a:lnTo>
                    <a:pt x="835847" y="580844"/>
                  </a:lnTo>
                  <a:lnTo>
                    <a:pt x="836918" y="580170"/>
                  </a:lnTo>
                  <a:lnTo>
                    <a:pt x="837990" y="579496"/>
                  </a:lnTo>
                  <a:lnTo>
                    <a:pt x="839061" y="578821"/>
                  </a:lnTo>
                  <a:lnTo>
                    <a:pt x="840133" y="578147"/>
                  </a:lnTo>
                  <a:lnTo>
                    <a:pt x="841205" y="577473"/>
                  </a:lnTo>
                  <a:lnTo>
                    <a:pt x="842276" y="576799"/>
                  </a:lnTo>
                  <a:lnTo>
                    <a:pt x="843348" y="576126"/>
                  </a:lnTo>
                  <a:lnTo>
                    <a:pt x="844419" y="575452"/>
                  </a:lnTo>
                  <a:lnTo>
                    <a:pt x="845491" y="574779"/>
                  </a:lnTo>
                  <a:lnTo>
                    <a:pt x="846563" y="574106"/>
                  </a:lnTo>
                  <a:lnTo>
                    <a:pt x="847634" y="573433"/>
                  </a:lnTo>
                  <a:lnTo>
                    <a:pt x="848706" y="572761"/>
                  </a:lnTo>
                  <a:lnTo>
                    <a:pt x="849777" y="572088"/>
                  </a:lnTo>
                  <a:lnTo>
                    <a:pt x="850849" y="571416"/>
                  </a:lnTo>
                  <a:lnTo>
                    <a:pt x="851921" y="570745"/>
                  </a:lnTo>
                  <a:lnTo>
                    <a:pt x="852992" y="570073"/>
                  </a:lnTo>
                  <a:lnTo>
                    <a:pt x="854064" y="569402"/>
                  </a:lnTo>
                  <a:lnTo>
                    <a:pt x="855135" y="568731"/>
                  </a:lnTo>
                  <a:lnTo>
                    <a:pt x="856207" y="568061"/>
                  </a:lnTo>
                  <a:lnTo>
                    <a:pt x="857279" y="567391"/>
                  </a:lnTo>
                  <a:lnTo>
                    <a:pt x="858350" y="566721"/>
                  </a:lnTo>
                  <a:lnTo>
                    <a:pt x="859422" y="566052"/>
                  </a:lnTo>
                  <a:lnTo>
                    <a:pt x="860493" y="565383"/>
                  </a:lnTo>
                  <a:lnTo>
                    <a:pt x="861565" y="564715"/>
                  </a:lnTo>
                  <a:lnTo>
                    <a:pt x="862637" y="564047"/>
                  </a:lnTo>
                  <a:lnTo>
                    <a:pt x="863708" y="563379"/>
                  </a:lnTo>
                  <a:lnTo>
                    <a:pt x="864780" y="562712"/>
                  </a:lnTo>
                  <a:lnTo>
                    <a:pt x="865851" y="562046"/>
                  </a:lnTo>
                  <a:lnTo>
                    <a:pt x="866923" y="561380"/>
                  </a:lnTo>
                  <a:lnTo>
                    <a:pt x="867995" y="560714"/>
                  </a:lnTo>
                  <a:lnTo>
                    <a:pt x="869066" y="560049"/>
                  </a:lnTo>
                  <a:lnTo>
                    <a:pt x="870138" y="559385"/>
                  </a:lnTo>
                  <a:lnTo>
                    <a:pt x="871209" y="558721"/>
                  </a:lnTo>
                  <a:lnTo>
                    <a:pt x="872281" y="558058"/>
                  </a:lnTo>
                  <a:lnTo>
                    <a:pt x="873353" y="557395"/>
                  </a:lnTo>
                  <a:lnTo>
                    <a:pt x="874424" y="556733"/>
                  </a:lnTo>
                  <a:lnTo>
                    <a:pt x="875496" y="556071"/>
                  </a:lnTo>
                  <a:lnTo>
                    <a:pt x="876567" y="555411"/>
                  </a:lnTo>
                  <a:lnTo>
                    <a:pt x="877639" y="554750"/>
                  </a:lnTo>
                  <a:lnTo>
                    <a:pt x="878711" y="554091"/>
                  </a:lnTo>
                  <a:lnTo>
                    <a:pt x="879782" y="553432"/>
                  </a:lnTo>
                  <a:lnTo>
                    <a:pt x="880854" y="552774"/>
                  </a:lnTo>
                  <a:lnTo>
                    <a:pt x="881925" y="552117"/>
                  </a:lnTo>
                  <a:lnTo>
                    <a:pt x="882997" y="551460"/>
                  </a:lnTo>
                  <a:lnTo>
                    <a:pt x="884069" y="550804"/>
                  </a:lnTo>
                  <a:lnTo>
                    <a:pt x="885140" y="550149"/>
                  </a:lnTo>
                  <a:lnTo>
                    <a:pt x="886212" y="549495"/>
                  </a:lnTo>
                  <a:lnTo>
                    <a:pt x="887283" y="548841"/>
                  </a:lnTo>
                  <a:lnTo>
                    <a:pt x="888355" y="548189"/>
                  </a:lnTo>
                  <a:lnTo>
                    <a:pt x="889426" y="547537"/>
                  </a:lnTo>
                  <a:lnTo>
                    <a:pt x="890498" y="546886"/>
                  </a:lnTo>
                  <a:lnTo>
                    <a:pt x="891570" y="546236"/>
                  </a:lnTo>
                  <a:lnTo>
                    <a:pt x="892641" y="545586"/>
                  </a:lnTo>
                  <a:lnTo>
                    <a:pt x="893713" y="544938"/>
                  </a:lnTo>
                  <a:lnTo>
                    <a:pt x="894784" y="544290"/>
                  </a:lnTo>
                  <a:lnTo>
                    <a:pt x="895856" y="543644"/>
                  </a:lnTo>
                  <a:lnTo>
                    <a:pt x="896928" y="542998"/>
                  </a:lnTo>
                  <a:lnTo>
                    <a:pt x="897999" y="542354"/>
                  </a:lnTo>
                  <a:lnTo>
                    <a:pt x="899071" y="541710"/>
                  </a:lnTo>
                  <a:lnTo>
                    <a:pt x="900142" y="541067"/>
                  </a:lnTo>
                  <a:lnTo>
                    <a:pt x="901214" y="540426"/>
                  </a:lnTo>
                  <a:lnTo>
                    <a:pt x="902286" y="539785"/>
                  </a:lnTo>
                  <a:lnTo>
                    <a:pt x="903357" y="539145"/>
                  </a:lnTo>
                  <a:lnTo>
                    <a:pt x="904429" y="538507"/>
                  </a:lnTo>
                  <a:lnTo>
                    <a:pt x="905500" y="537869"/>
                  </a:lnTo>
                  <a:lnTo>
                    <a:pt x="906572" y="537232"/>
                  </a:lnTo>
                  <a:lnTo>
                    <a:pt x="907644" y="536597"/>
                  </a:lnTo>
                  <a:lnTo>
                    <a:pt x="908715" y="535963"/>
                  </a:lnTo>
                  <a:lnTo>
                    <a:pt x="909787" y="535330"/>
                  </a:lnTo>
                  <a:lnTo>
                    <a:pt x="910858" y="534698"/>
                  </a:lnTo>
                  <a:lnTo>
                    <a:pt x="911930" y="534067"/>
                  </a:lnTo>
                  <a:lnTo>
                    <a:pt x="913002" y="533437"/>
                  </a:lnTo>
                  <a:lnTo>
                    <a:pt x="914073" y="532809"/>
                  </a:lnTo>
                  <a:lnTo>
                    <a:pt x="915145" y="532181"/>
                  </a:lnTo>
                  <a:lnTo>
                    <a:pt x="916216" y="531555"/>
                  </a:lnTo>
                  <a:lnTo>
                    <a:pt x="917288" y="530930"/>
                  </a:lnTo>
                  <a:lnTo>
                    <a:pt x="918360" y="530307"/>
                  </a:lnTo>
                  <a:lnTo>
                    <a:pt x="919431" y="529684"/>
                  </a:lnTo>
                  <a:lnTo>
                    <a:pt x="920503" y="529063"/>
                  </a:lnTo>
                  <a:lnTo>
                    <a:pt x="921574" y="528443"/>
                  </a:lnTo>
                  <a:lnTo>
                    <a:pt x="922646" y="527825"/>
                  </a:lnTo>
                  <a:lnTo>
                    <a:pt x="923718" y="527208"/>
                  </a:lnTo>
                  <a:lnTo>
                    <a:pt x="924789" y="526592"/>
                  </a:lnTo>
                  <a:lnTo>
                    <a:pt x="925861" y="525977"/>
                  </a:lnTo>
                  <a:lnTo>
                    <a:pt x="926932" y="525364"/>
                  </a:lnTo>
                  <a:lnTo>
                    <a:pt x="928004" y="524753"/>
                  </a:lnTo>
                  <a:lnTo>
                    <a:pt x="929076" y="524142"/>
                  </a:lnTo>
                  <a:lnTo>
                    <a:pt x="930147" y="523533"/>
                  </a:lnTo>
                  <a:lnTo>
                    <a:pt x="931219" y="522926"/>
                  </a:lnTo>
                  <a:lnTo>
                    <a:pt x="932290" y="522320"/>
                  </a:lnTo>
                  <a:lnTo>
                    <a:pt x="933362" y="521715"/>
                  </a:lnTo>
                  <a:lnTo>
                    <a:pt x="934434" y="521112"/>
                  </a:lnTo>
                  <a:lnTo>
                    <a:pt x="935505" y="520510"/>
                  </a:lnTo>
                  <a:lnTo>
                    <a:pt x="936577" y="519910"/>
                  </a:lnTo>
                  <a:lnTo>
                    <a:pt x="937648" y="519312"/>
                  </a:lnTo>
                  <a:lnTo>
                    <a:pt x="938720" y="518715"/>
                  </a:lnTo>
                  <a:lnTo>
                    <a:pt x="939792" y="518119"/>
                  </a:lnTo>
                  <a:lnTo>
                    <a:pt x="940863" y="517525"/>
                  </a:lnTo>
                  <a:lnTo>
                    <a:pt x="941935" y="516933"/>
                  </a:lnTo>
                  <a:lnTo>
                    <a:pt x="943006" y="516342"/>
                  </a:lnTo>
                  <a:lnTo>
                    <a:pt x="944078" y="515753"/>
                  </a:lnTo>
                  <a:lnTo>
                    <a:pt x="945150" y="515165"/>
                  </a:lnTo>
                  <a:lnTo>
                    <a:pt x="946221" y="514580"/>
                  </a:lnTo>
                  <a:lnTo>
                    <a:pt x="947293" y="513995"/>
                  </a:lnTo>
                  <a:lnTo>
                    <a:pt x="948364" y="513413"/>
                  </a:lnTo>
                  <a:lnTo>
                    <a:pt x="949436" y="512832"/>
                  </a:lnTo>
                  <a:lnTo>
                    <a:pt x="950508" y="512253"/>
                  </a:lnTo>
                  <a:lnTo>
                    <a:pt x="951579" y="511675"/>
                  </a:lnTo>
                  <a:lnTo>
                    <a:pt x="952651" y="511100"/>
                  </a:lnTo>
                  <a:lnTo>
                    <a:pt x="953722" y="510526"/>
                  </a:lnTo>
                  <a:lnTo>
                    <a:pt x="954794" y="509953"/>
                  </a:lnTo>
                  <a:lnTo>
                    <a:pt x="955866" y="509383"/>
                  </a:lnTo>
                  <a:lnTo>
                    <a:pt x="956937" y="508814"/>
                  </a:lnTo>
                  <a:lnTo>
                    <a:pt x="958009" y="508248"/>
                  </a:lnTo>
                  <a:lnTo>
                    <a:pt x="959080" y="507682"/>
                  </a:lnTo>
                  <a:lnTo>
                    <a:pt x="960152" y="507119"/>
                  </a:lnTo>
                  <a:lnTo>
                    <a:pt x="961224" y="506558"/>
                  </a:lnTo>
                  <a:lnTo>
                    <a:pt x="962295" y="505999"/>
                  </a:lnTo>
                  <a:lnTo>
                    <a:pt x="963367" y="505441"/>
                  </a:lnTo>
                  <a:lnTo>
                    <a:pt x="964438" y="504885"/>
                  </a:lnTo>
                  <a:lnTo>
                    <a:pt x="965510" y="504332"/>
                  </a:lnTo>
                  <a:lnTo>
                    <a:pt x="966582" y="503780"/>
                  </a:lnTo>
                  <a:lnTo>
                    <a:pt x="967653" y="503230"/>
                  </a:lnTo>
                  <a:lnTo>
                    <a:pt x="968725" y="502682"/>
                  </a:lnTo>
                  <a:lnTo>
                    <a:pt x="969796" y="502136"/>
                  </a:lnTo>
                  <a:lnTo>
                    <a:pt x="970868" y="501592"/>
                  </a:lnTo>
                  <a:lnTo>
                    <a:pt x="971940" y="501050"/>
                  </a:lnTo>
                  <a:lnTo>
                    <a:pt x="973011" y="500510"/>
                  </a:lnTo>
                  <a:lnTo>
                    <a:pt x="974083" y="499972"/>
                  </a:lnTo>
                  <a:lnTo>
                    <a:pt x="975154" y="499436"/>
                  </a:lnTo>
                  <a:lnTo>
                    <a:pt x="976226" y="498902"/>
                  </a:lnTo>
                  <a:lnTo>
                    <a:pt x="977298" y="498370"/>
                  </a:lnTo>
                  <a:lnTo>
                    <a:pt x="978369" y="497841"/>
                  </a:lnTo>
                  <a:lnTo>
                    <a:pt x="979441" y="497313"/>
                  </a:lnTo>
                  <a:lnTo>
                    <a:pt x="980512" y="496788"/>
                  </a:lnTo>
                  <a:lnTo>
                    <a:pt x="981584" y="496264"/>
                  </a:lnTo>
                  <a:lnTo>
                    <a:pt x="982656" y="495743"/>
                  </a:lnTo>
                  <a:lnTo>
                    <a:pt x="983727" y="495224"/>
                  </a:lnTo>
                  <a:lnTo>
                    <a:pt x="984799" y="494707"/>
                  </a:lnTo>
                  <a:lnTo>
                    <a:pt x="985870" y="494193"/>
                  </a:lnTo>
                  <a:lnTo>
                    <a:pt x="986942" y="493680"/>
                  </a:lnTo>
                  <a:lnTo>
                    <a:pt x="988014" y="493170"/>
                  </a:lnTo>
                  <a:lnTo>
                    <a:pt x="989085" y="492662"/>
                  </a:lnTo>
                  <a:lnTo>
                    <a:pt x="990157" y="492156"/>
                  </a:lnTo>
                  <a:lnTo>
                    <a:pt x="991228" y="491653"/>
                  </a:lnTo>
                  <a:lnTo>
                    <a:pt x="992300" y="491152"/>
                  </a:lnTo>
                  <a:lnTo>
                    <a:pt x="993372" y="490653"/>
                  </a:lnTo>
                  <a:lnTo>
                    <a:pt x="994443" y="490156"/>
                  </a:lnTo>
                  <a:lnTo>
                    <a:pt x="995515" y="489662"/>
                  </a:lnTo>
                  <a:lnTo>
                    <a:pt x="996586" y="489170"/>
                  </a:lnTo>
                  <a:lnTo>
                    <a:pt x="997658" y="488680"/>
                  </a:lnTo>
                  <a:lnTo>
                    <a:pt x="998730" y="488193"/>
                  </a:lnTo>
                  <a:lnTo>
                    <a:pt x="999801" y="487708"/>
                  </a:lnTo>
                  <a:lnTo>
                    <a:pt x="1000873" y="487226"/>
                  </a:lnTo>
                  <a:lnTo>
                    <a:pt x="1001944" y="486746"/>
                  </a:lnTo>
                  <a:lnTo>
                    <a:pt x="1003016" y="486268"/>
                  </a:lnTo>
                  <a:lnTo>
                    <a:pt x="1004088" y="485793"/>
                  </a:lnTo>
                  <a:lnTo>
                    <a:pt x="1005159" y="485320"/>
                  </a:lnTo>
                  <a:lnTo>
                    <a:pt x="1006231" y="484850"/>
                  </a:lnTo>
                  <a:lnTo>
                    <a:pt x="1007302" y="484382"/>
                  </a:lnTo>
                  <a:lnTo>
                    <a:pt x="1008374" y="483917"/>
                  </a:lnTo>
                  <a:lnTo>
                    <a:pt x="1009446" y="483454"/>
                  </a:lnTo>
                  <a:lnTo>
                    <a:pt x="1010517" y="482993"/>
                  </a:lnTo>
                  <a:lnTo>
                    <a:pt x="1011589" y="482536"/>
                  </a:lnTo>
                  <a:lnTo>
                    <a:pt x="1012660" y="482081"/>
                  </a:lnTo>
                  <a:lnTo>
                    <a:pt x="1013732" y="481628"/>
                  </a:lnTo>
                  <a:lnTo>
                    <a:pt x="1014804" y="481178"/>
                  </a:lnTo>
                  <a:lnTo>
                    <a:pt x="1015875" y="480730"/>
                  </a:lnTo>
                  <a:lnTo>
                    <a:pt x="1016947" y="480285"/>
                  </a:lnTo>
                  <a:lnTo>
                    <a:pt x="1018018" y="479843"/>
                  </a:lnTo>
                  <a:lnTo>
                    <a:pt x="1019090" y="479404"/>
                  </a:lnTo>
                  <a:lnTo>
                    <a:pt x="1020162" y="478967"/>
                  </a:lnTo>
                  <a:lnTo>
                    <a:pt x="1021233" y="478532"/>
                  </a:lnTo>
                  <a:lnTo>
                    <a:pt x="1022305" y="478101"/>
                  </a:lnTo>
                  <a:lnTo>
                    <a:pt x="1023376" y="477672"/>
                  </a:lnTo>
                  <a:lnTo>
                    <a:pt x="1024448" y="477245"/>
                  </a:lnTo>
                  <a:lnTo>
                    <a:pt x="1025520" y="476822"/>
                  </a:lnTo>
                  <a:lnTo>
                    <a:pt x="1026591" y="476401"/>
                  </a:lnTo>
                  <a:lnTo>
                    <a:pt x="1027663" y="475983"/>
                  </a:lnTo>
                  <a:lnTo>
                    <a:pt x="1028734" y="475568"/>
                  </a:lnTo>
                  <a:lnTo>
                    <a:pt x="1029806" y="475155"/>
                  </a:lnTo>
                  <a:lnTo>
                    <a:pt x="1030878" y="474745"/>
                  </a:lnTo>
                  <a:lnTo>
                    <a:pt x="1031949" y="474338"/>
                  </a:lnTo>
                  <a:lnTo>
                    <a:pt x="1033021" y="473934"/>
                  </a:lnTo>
                  <a:lnTo>
                    <a:pt x="1034092" y="473533"/>
                  </a:lnTo>
                  <a:lnTo>
                    <a:pt x="1035164" y="473134"/>
                  </a:lnTo>
                  <a:lnTo>
                    <a:pt x="1036236" y="472739"/>
                  </a:lnTo>
                  <a:lnTo>
                    <a:pt x="1037307" y="472346"/>
                  </a:lnTo>
                  <a:lnTo>
                    <a:pt x="1038379" y="471956"/>
                  </a:lnTo>
                  <a:lnTo>
                    <a:pt x="1039450" y="471569"/>
                  </a:lnTo>
                  <a:lnTo>
                    <a:pt x="1040522" y="471185"/>
                  </a:lnTo>
                  <a:lnTo>
                    <a:pt x="1041594" y="470804"/>
                  </a:lnTo>
                  <a:lnTo>
                    <a:pt x="1042665" y="470426"/>
                  </a:lnTo>
                  <a:lnTo>
                    <a:pt x="1043737" y="470050"/>
                  </a:lnTo>
                  <a:lnTo>
                    <a:pt x="1044808" y="469678"/>
                  </a:lnTo>
                  <a:lnTo>
                    <a:pt x="1045880" y="469308"/>
                  </a:lnTo>
                  <a:lnTo>
                    <a:pt x="1046952" y="468942"/>
                  </a:lnTo>
                  <a:lnTo>
                    <a:pt x="1048023" y="468579"/>
                  </a:lnTo>
                  <a:lnTo>
                    <a:pt x="1049095" y="468218"/>
                  </a:lnTo>
                  <a:lnTo>
                    <a:pt x="1050166" y="467861"/>
                  </a:lnTo>
                  <a:lnTo>
                    <a:pt x="1051238" y="467507"/>
                  </a:lnTo>
                  <a:lnTo>
                    <a:pt x="1052310" y="467155"/>
                  </a:lnTo>
                  <a:lnTo>
                    <a:pt x="1053381" y="466807"/>
                  </a:lnTo>
                  <a:lnTo>
                    <a:pt x="1054453" y="466462"/>
                  </a:lnTo>
                  <a:lnTo>
                    <a:pt x="1055524" y="466120"/>
                  </a:lnTo>
                  <a:lnTo>
                    <a:pt x="1056596" y="465781"/>
                  </a:lnTo>
                  <a:lnTo>
                    <a:pt x="1057668" y="465445"/>
                  </a:lnTo>
                  <a:lnTo>
                    <a:pt x="1058739" y="465113"/>
                  </a:lnTo>
                  <a:lnTo>
                    <a:pt x="1059811" y="464783"/>
                  </a:lnTo>
                  <a:lnTo>
                    <a:pt x="1060882" y="464457"/>
                  </a:lnTo>
                  <a:lnTo>
                    <a:pt x="1061954" y="464133"/>
                  </a:lnTo>
                  <a:lnTo>
                    <a:pt x="1063026" y="463813"/>
                  </a:lnTo>
                  <a:lnTo>
                    <a:pt x="1064097" y="463497"/>
                  </a:lnTo>
                  <a:lnTo>
                    <a:pt x="1065169" y="463183"/>
                  </a:lnTo>
                  <a:lnTo>
                    <a:pt x="1066240" y="462873"/>
                  </a:lnTo>
                  <a:lnTo>
                    <a:pt x="1067312" y="462565"/>
                  </a:lnTo>
                  <a:lnTo>
                    <a:pt x="1068383" y="462261"/>
                  </a:lnTo>
                  <a:lnTo>
                    <a:pt x="1069455" y="461961"/>
                  </a:lnTo>
                  <a:lnTo>
                    <a:pt x="1070527" y="461663"/>
                  </a:lnTo>
                  <a:lnTo>
                    <a:pt x="1071598" y="461369"/>
                  </a:lnTo>
                  <a:lnTo>
                    <a:pt x="1072670" y="461078"/>
                  </a:lnTo>
                  <a:lnTo>
                    <a:pt x="1073741" y="460791"/>
                  </a:lnTo>
                  <a:lnTo>
                    <a:pt x="1074813" y="460507"/>
                  </a:lnTo>
                  <a:lnTo>
                    <a:pt x="1075885" y="460226"/>
                  </a:lnTo>
                  <a:lnTo>
                    <a:pt x="1076956" y="459948"/>
                  </a:lnTo>
                  <a:lnTo>
                    <a:pt x="1078028" y="459674"/>
                  </a:lnTo>
                  <a:lnTo>
                    <a:pt x="1079099" y="459403"/>
                  </a:lnTo>
                  <a:lnTo>
                    <a:pt x="1080171" y="459136"/>
                  </a:lnTo>
                  <a:lnTo>
                    <a:pt x="1081243" y="458872"/>
                  </a:lnTo>
                  <a:lnTo>
                    <a:pt x="1082314" y="458611"/>
                  </a:lnTo>
                  <a:lnTo>
                    <a:pt x="1083386" y="458354"/>
                  </a:lnTo>
                  <a:lnTo>
                    <a:pt x="1084457" y="458100"/>
                  </a:lnTo>
                  <a:lnTo>
                    <a:pt x="1085529" y="457850"/>
                  </a:lnTo>
                  <a:lnTo>
                    <a:pt x="1086601" y="457603"/>
                  </a:lnTo>
                  <a:lnTo>
                    <a:pt x="1087672" y="457360"/>
                  </a:lnTo>
                  <a:lnTo>
                    <a:pt x="1088744" y="457120"/>
                  </a:lnTo>
                  <a:lnTo>
                    <a:pt x="1089815" y="456883"/>
                  </a:lnTo>
                  <a:lnTo>
                    <a:pt x="1090887" y="456650"/>
                  </a:lnTo>
                  <a:lnTo>
                    <a:pt x="1091959" y="456421"/>
                  </a:lnTo>
                  <a:lnTo>
                    <a:pt x="1093030" y="456195"/>
                  </a:lnTo>
                  <a:lnTo>
                    <a:pt x="1094102" y="455973"/>
                  </a:lnTo>
                  <a:lnTo>
                    <a:pt x="1095173" y="455754"/>
                  </a:lnTo>
                  <a:lnTo>
                    <a:pt x="1096245" y="455539"/>
                  </a:lnTo>
                  <a:lnTo>
                    <a:pt x="1097317" y="455327"/>
                  </a:lnTo>
                  <a:lnTo>
                    <a:pt x="1098388" y="455119"/>
                  </a:lnTo>
                  <a:lnTo>
                    <a:pt x="1099460" y="454914"/>
                  </a:lnTo>
                  <a:lnTo>
                    <a:pt x="1100531" y="454713"/>
                  </a:lnTo>
                  <a:lnTo>
                    <a:pt x="1101603" y="454516"/>
                  </a:lnTo>
                  <a:lnTo>
                    <a:pt x="1102675" y="454322"/>
                  </a:lnTo>
                  <a:lnTo>
                    <a:pt x="1103746" y="454132"/>
                  </a:lnTo>
                  <a:lnTo>
                    <a:pt x="1104818" y="453946"/>
                  </a:lnTo>
                  <a:lnTo>
                    <a:pt x="1105889" y="453763"/>
                  </a:lnTo>
                  <a:lnTo>
                    <a:pt x="1106961" y="453584"/>
                  </a:lnTo>
                  <a:lnTo>
                    <a:pt x="1108033" y="453409"/>
                  </a:lnTo>
                  <a:lnTo>
                    <a:pt x="1109104" y="453238"/>
                  </a:lnTo>
                  <a:lnTo>
                    <a:pt x="1110176" y="453070"/>
                  </a:lnTo>
                  <a:lnTo>
                    <a:pt x="1111247" y="452906"/>
                  </a:lnTo>
                  <a:lnTo>
                    <a:pt x="1112319" y="452745"/>
                  </a:lnTo>
                  <a:lnTo>
                    <a:pt x="1113391" y="452588"/>
                  </a:lnTo>
                  <a:lnTo>
                    <a:pt x="1114462" y="452435"/>
                  </a:lnTo>
                  <a:lnTo>
                    <a:pt x="1115534" y="452286"/>
                  </a:lnTo>
                  <a:lnTo>
                    <a:pt x="1116605" y="452141"/>
                  </a:lnTo>
                  <a:lnTo>
                    <a:pt x="1117677" y="451999"/>
                  </a:lnTo>
                  <a:lnTo>
                    <a:pt x="1118749" y="451862"/>
                  </a:lnTo>
                  <a:lnTo>
                    <a:pt x="1119820" y="451728"/>
                  </a:lnTo>
                  <a:lnTo>
                    <a:pt x="1120892" y="451597"/>
                  </a:lnTo>
                  <a:lnTo>
                    <a:pt x="1121963" y="451471"/>
                  </a:lnTo>
                  <a:lnTo>
                    <a:pt x="1123035" y="451349"/>
                  </a:lnTo>
                  <a:lnTo>
                    <a:pt x="1124107" y="451230"/>
                  </a:lnTo>
                  <a:lnTo>
                    <a:pt x="1125178" y="451115"/>
                  </a:lnTo>
                  <a:lnTo>
                    <a:pt x="1126250" y="451004"/>
                  </a:lnTo>
                  <a:lnTo>
                    <a:pt x="1127321" y="450897"/>
                  </a:lnTo>
                  <a:lnTo>
                    <a:pt x="1128393" y="450794"/>
                  </a:lnTo>
                  <a:lnTo>
                    <a:pt x="1129465" y="450695"/>
                  </a:lnTo>
                  <a:lnTo>
                    <a:pt x="1130536" y="450600"/>
                  </a:lnTo>
                  <a:lnTo>
                    <a:pt x="1131608" y="450508"/>
                  </a:lnTo>
                  <a:lnTo>
                    <a:pt x="1132679" y="450420"/>
                  </a:lnTo>
                  <a:lnTo>
                    <a:pt x="1133751" y="450336"/>
                  </a:lnTo>
                  <a:lnTo>
                    <a:pt x="1134823" y="450256"/>
                  </a:lnTo>
                  <a:lnTo>
                    <a:pt x="1135894" y="450180"/>
                  </a:lnTo>
                  <a:lnTo>
                    <a:pt x="1136966" y="450107"/>
                  </a:lnTo>
                  <a:lnTo>
                    <a:pt x="1138037" y="450038"/>
                  </a:lnTo>
                  <a:lnTo>
                    <a:pt x="1139109" y="449973"/>
                  </a:lnTo>
                  <a:lnTo>
                    <a:pt x="1140181" y="449912"/>
                  </a:lnTo>
                  <a:lnTo>
                    <a:pt x="1141252" y="449854"/>
                  </a:lnTo>
                  <a:lnTo>
                    <a:pt x="1142324" y="449800"/>
                  </a:lnTo>
                  <a:lnTo>
                    <a:pt x="1143395" y="449750"/>
                  </a:lnTo>
                  <a:lnTo>
                    <a:pt x="1144467" y="449703"/>
                  </a:lnTo>
                  <a:lnTo>
                    <a:pt x="1145539" y="449660"/>
                  </a:lnTo>
                  <a:lnTo>
                    <a:pt x="1146610" y="449621"/>
                  </a:lnTo>
                  <a:lnTo>
                    <a:pt x="1147682" y="449585"/>
                  </a:lnTo>
                  <a:lnTo>
                    <a:pt x="1148753" y="449553"/>
                  </a:lnTo>
                  <a:lnTo>
                    <a:pt x="1149825" y="449525"/>
                  </a:lnTo>
                  <a:lnTo>
                    <a:pt x="1150897" y="449500"/>
                  </a:lnTo>
                  <a:lnTo>
                    <a:pt x="1151968" y="449478"/>
                  </a:lnTo>
                  <a:lnTo>
                    <a:pt x="1153040" y="449460"/>
                  </a:lnTo>
                  <a:lnTo>
                    <a:pt x="1154111" y="449446"/>
                  </a:lnTo>
                  <a:lnTo>
                    <a:pt x="1155183" y="449435"/>
                  </a:lnTo>
                  <a:lnTo>
                    <a:pt x="1156255" y="449428"/>
                  </a:lnTo>
                  <a:lnTo>
                    <a:pt x="1157326" y="449424"/>
                  </a:lnTo>
                  <a:lnTo>
                    <a:pt x="1158398" y="449424"/>
                  </a:lnTo>
                  <a:lnTo>
                    <a:pt x="1159469" y="449427"/>
                  </a:lnTo>
                  <a:lnTo>
                    <a:pt x="1160541" y="449433"/>
                  </a:lnTo>
                  <a:lnTo>
                    <a:pt x="1161613" y="449443"/>
                  </a:lnTo>
                  <a:lnTo>
                    <a:pt x="1162684" y="449457"/>
                  </a:lnTo>
                  <a:lnTo>
                    <a:pt x="1163756" y="449473"/>
                  </a:lnTo>
                  <a:lnTo>
                    <a:pt x="1164827" y="449493"/>
                  </a:lnTo>
                  <a:lnTo>
                    <a:pt x="1165899" y="449517"/>
                  </a:lnTo>
                  <a:lnTo>
                    <a:pt x="1166971" y="449544"/>
                  </a:lnTo>
                  <a:lnTo>
                    <a:pt x="1168042" y="449574"/>
                  </a:lnTo>
                  <a:lnTo>
                    <a:pt x="1169114" y="449607"/>
                  </a:lnTo>
                  <a:lnTo>
                    <a:pt x="1170185" y="449644"/>
                  </a:lnTo>
                  <a:lnTo>
                    <a:pt x="1171257" y="449684"/>
                  </a:lnTo>
                  <a:lnTo>
                    <a:pt x="1172329" y="449727"/>
                  </a:lnTo>
                  <a:lnTo>
                    <a:pt x="1173400" y="449773"/>
                  </a:lnTo>
                  <a:lnTo>
                    <a:pt x="1174472" y="449823"/>
                  </a:lnTo>
                  <a:lnTo>
                    <a:pt x="1175543" y="449876"/>
                  </a:lnTo>
                  <a:lnTo>
                    <a:pt x="1176615" y="449932"/>
                  </a:lnTo>
                  <a:lnTo>
                    <a:pt x="1177687" y="449991"/>
                  </a:lnTo>
                  <a:lnTo>
                    <a:pt x="1178758" y="450054"/>
                  </a:lnTo>
                  <a:lnTo>
                    <a:pt x="1179830" y="450119"/>
                  </a:lnTo>
                  <a:lnTo>
                    <a:pt x="1180901" y="450188"/>
                  </a:lnTo>
                  <a:lnTo>
                    <a:pt x="1181973" y="450260"/>
                  </a:lnTo>
                  <a:lnTo>
                    <a:pt x="1183045" y="450335"/>
                  </a:lnTo>
                  <a:lnTo>
                    <a:pt x="1184116" y="450413"/>
                  </a:lnTo>
                  <a:lnTo>
                    <a:pt x="1185188" y="450494"/>
                  </a:lnTo>
                  <a:lnTo>
                    <a:pt x="1186259" y="450578"/>
                  </a:lnTo>
                  <a:lnTo>
                    <a:pt x="1187331" y="450665"/>
                  </a:lnTo>
                  <a:lnTo>
                    <a:pt x="1188403" y="450755"/>
                  </a:lnTo>
                  <a:lnTo>
                    <a:pt x="1189474" y="450848"/>
                  </a:lnTo>
                  <a:lnTo>
                    <a:pt x="1190546" y="450944"/>
                  </a:lnTo>
                  <a:lnTo>
                    <a:pt x="1191617" y="451043"/>
                  </a:lnTo>
                  <a:lnTo>
                    <a:pt x="1192689" y="451145"/>
                  </a:lnTo>
                  <a:lnTo>
                    <a:pt x="1193761" y="451250"/>
                  </a:lnTo>
                  <a:lnTo>
                    <a:pt x="1194832" y="451358"/>
                  </a:lnTo>
                  <a:lnTo>
                    <a:pt x="1195904" y="451468"/>
                  </a:lnTo>
                  <a:lnTo>
                    <a:pt x="1196975" y="451582"/>
                  </a:lnTo>
                  <a:lnTo>
                    <a:pt x="1198047" y="451698"/>
                  </a:lnTo>
                  <a:lnTo>
                    <a:pt x="1199119" y="451818"/>
                  </a:lnTo>
                  <a:lnTo>
                    <a:pt x="1200190" y="451940"/>
                  </a:lnTo>
                  <a:lnTo>
                    <a:pt x="1201262" y="452065"/>
                  </a:lnTo>
                  <a:lnTo>
                    <a:pt x="1202333" y="452192"/>
                  </a:lnTo>
                  <a:lnTo>
                    <a:pt x="1203405" y="452323"/>
                  </a:lnTo>
                  <a:lnTo>
                    <a:pt x="1204477" y="452456"/>
                  </a:lnTo>
                  <a:lnTo>
                    <a:pt x="1205548" y="452592"/>
                  </a:lnTo>
                  <a:lnTo>
                    <a:pt x="1206620" y="452731"/>
                  </a:lnTo>
                  <a:lnTo>
                    <a:pt x="1207691" y="452872"/>
                  </a:lnTo>
                  <a:lnTo>
                    <a:pt x="1208763" y="453016"/>
                  </a:lnTo>
                  <a:lnTo>
                    <a:pt x="1209835" y="453163"/>
                  </a:lnTo>
                  <a:lnTo>
                    <a:pt x="1210906" y="453312"/>
                  </a:lnTo>
                  <a:lnTo>
                    <a:pt x="1211978" y="453464"/>
                  </a:lnTo>
                  <a:lnTo>
                    <a:pt x="1213049" y="453619"/>
                  </a:lnTo>
                  <a:lnTo>
                    <a:pt x="1214121" y="453776"/>
                  </a:lnTo>
                  <a:lnTo>
                    <a:pt x="1215193" y="453936"/>
                  </a:lnTo>
                  <a:lnTo>
                    <a:pt x="1216264" y="454098"/>
                  </a:lnTo>
                  <a:lnTo>
                    <a:pt x="1217336" y="454263"/>
                  </a:lnTo>
                  <a:lnTo>
                    <a:pt x="1218407" y="454430"/>
                  </a:lnTo>
                  <a:lnTo>
                    <a:pt x="1219479" y="454600"/>
                  </a:lnTo>
                  <a:lnTo>
                    <a:pt x="1220551" y="454773"/>
                  </a:lnTo>
                  <a:lnTo>
                    <a:pt x="1221622" y="454948"/>
                  </a:lnTo>
                  <a:lnTo>
                    <a:pt x="1222694" y="455125"/>
                  </a:lnTo>
                  <a:lnTo>
                    <a:pt x="1223765" y="455305"/>
                  </a:lnTo>
                  <a:lnTo>
                    <a:pt x="1224837" y="455487"/>
                  </a:lnTo>
                  <a:lnTo>
                    <a:pt x="1225909" y="455671"/>
                  </a:lnTo>
                  <a:lnTo>
                    <a:pt x="1226980" y="455858"/>
                  </a:lnTo>
                  <a:lnTo>
                    <a:pt x="1228052" y="456048"/>
                  </a:lnTo>
                  <a:lnTo>
                    <a:pt x="1229123" y="456240"/>
                  </a:lnTo>
                  <a:lnTo>
                    <a:pt x="1230195" y="456434"/>
                  </a:lnTo>
                  <a:lnTo>
                    <a:pt x="1231267" y="456630"/>
                  </a:lnTo>
                  <a:lnTo>
                    <a:pt x="1232338" y="456829"/>
                  </a:lnTo>
                  <a:lnTo>
                    <a:pt x="1233410" y="457030"/>
                  </a:lnTo>
                  <a:lnTo>
                    <a:pt x="1234481" y="457233"/>
                  </a:lnTo>
                  <a:lnTo>
                    <a:pt x="1235553" y="457438"/>
                  </a:lnTo>
                  <a:lnTo>
                    <a:pt x="1236625" y="457646"/>
                  </a:lnTo>
                  <a:lnTo>
                    <a:pt x="1237696" y="457856"/>
                  </a:lnTo>
                  <a:lnTo>
                    <a:pt x="1238768" y="458068"/>
                  </a:lnTo>
                  <a:lnTo>
                    <a:pt x="1239839" y="458282"/>
                  </a:lnTo>
                  <a:lnTo>
                    <a:pt x="1240911" y="458498"/>
                  </a:lnTo>
                  <a:lnTo>
                    <a:pt x="1241983" y="458717"/>
                  </a:lnTo>
                  <a:lnTo>
                    <a:pt x="1243054" y="458938"/>
                  </a:lnTo>
                  <a:lnTo>
                    <a:pt x="1244126" y="459160"/>
                  </a:lnTo>
                  <a:lnTo>
                    <a:pt x="1245197" y="459385"/>
                  </a:lnTo>
                  <a:lnTo>
                    <a:pt x="1246269" y="459612"/>
                  </a:lnTo>
                  <a:lnTo>
                    <a:pt x="1247340" y="459841"/>
                  </a:lnTo>
                  <a:lnTo>
                    <a:pt x="1248412" y="460072"/>
                  </a:lnTo>
                  <a:lnTo>
                    <a:pt x="1249484" y="460305"/>
                  </a:lnTo>
                  <a:lnTo>
                    <a:pt x="1250555" y="460540"/>
                  </a:lnTo>
                  <a:lnTo>
                    <a:pt x="1251627" y="460777"/>
                  </a:lnTo>
                  <a:lnTo>
                    <a:pt x="1252698" y="461016"/>
                  </a:lnTo>
                  <a:lnTo>
                    <a:pt x="1253770" y="461257"/>
                  </a:lnTo>
                  <a:lnTo>
                    <a:pt x="1254842" y="461499"/>
                  </a:lnTo>
                  <a:lnTo>
                    <a:pt x="1255913" y="461744"/>
                  </a:lnTo>
                  <a:lnTo>
                    <a:pt x="1256985" y="461990"/>
                  </a:lnTo>
                  <a:lnTo>
                    <a:pt x="1258056" y="462239"/>
                  </a:lnTo>
                  <a:lnTo>
                    <a:pt x="1259128" y="462489"/>
                  </a:lnTo>
                  <a:lnTo>
                    <a:pt x="1260200" y="462741"/>
                  </a:lnTo>
                  <a:lnTo>
                    <a:pt x="1261271" y="462995"/>
                  </a:lnTo>
                  <a:lnTo>
                    <a:pt x="1262343" y="463251"/>
                  </a:lnTo>
                  <a:lnTo>
                    <a:pt x="1263414" y="463508"/>
                  </a:lnTo>
                  <a:lnTo>
                    <a:pt x="1264486" y="463768"/>
                  </a:lnTo>
                  <a:lnTo>
                    <a:pt x="1265558" y="464028"/>
                  </a:lnTo>
                  <a:lnTo>
                    <a:pt x="1266629" y="464291"/>
                  </a:lnTo>
                  <a:lnTo>
                    <a:pt x="1267701" y="464556"/>
                  </a:lnTo>
                  <a:lnTo>
                    <a:pt x="1268772" y="464822"/>
                  </a:lnTo>
                  <a:lnTo>
                    <a:pt x="1269844" y="465089"/>
                  </a:lnTo>
                  <a:lnTo>
                    <a:pt x="1270916" y="465359"/>
                  </a:lnTo>
                  <a:lnTo>
                    <a:pt x="1271987" y="465630"/>
                  </a:lnTo>
                  <a:lnTo>
                    <a:pt x="1273059" y="465903"/>
                  </a:lnTo>
                  <a:lnTo>
                    <a:pt x="1274130" y="466177"/>
                  </a:lnTo>
                  <a:lnTo>
                    <a:pt x="1275202" y="466453"/>
                  </a:lnTo>
                  <a:lnTo>
                    <a:pt x="1276274" y="466730"/>
                  </a:lnTo>
                  <a:lnTo>
                    <a:pt x="1277345" y="467009"/>
                  </a:lnTo>
                  <a:lnTo>
                    <a:pt x="1278417" y="467289"/>
                  </a:lnTo>
                  <a:lnTo>
                    <a:pt x="1279488" y="467571"/>
                  </a:lnTo>
                  <a:lnTo>
                    <a:pt x="1280560" y="467855"/>
                  </a:lnTo>
                  <a:lnTo>
                    <a:pt x="1281632" y="468140"/>
                  </a:lnTo>
                  <a:lnTo>
                    <a:pt x="1282703" y="468426"/>
                  </a:lnTo>
                  <a:lnTo>
                    <a:pt x="1283775" y="468714"/>
                  </a:lnTo>
                  <a:lnTo>
                    <a:pt x="1284846" y="469003"/>
                  </a:lnTo>
                  <a:lnTo>
                    <a:pt x="1285918" y="469294"/>
                  </a:lnTo>
                  <a:lnTo>
                    <a:pt x="1286990" y="469586"/>
                  </a:lnTo>
                  <a:lnTo>
                    <a:pt x="1288061" y="469879"/>
                  </a:lnTo>
                  <a:lnTo>
                    <a:pt x="1289133" y="470174"/>
                  </a:lnTo>
                  <a:lnTo>
                    <a:pt x="1290204" y="470470"/>
                  </a:lnTo>
                  <a:lnTo>
                    <a:pt x="1291276" y="470767"/>
                  </a:lnTo>
                  <a:lnTo>
                    <a:pt x="1292348" y="471066"/>
                  </a:lnTo>
                  <a:lnTo>
                    <a:pt x="1293419" y="471365"/>
                  </a:lnTo>
                  <a:lnTo>
                    <a:pt x="1294491" y="471667"/>
                  </a:lnTo>
                  <a:lnTo>
                    <a:pt x="1295562" y="471969"/>
                  </a:lnTo>
                  <a:lnTo>
                    <a:pt x="1296634" y="472273"/>
                  </a:lnTo>
                  <a:lnTo>
                    <a:pt x="1297706" y="472577"/>
                  </a:lnTo>
                  <a:lnTo>
                    <a:pt x="1298777" y="472883"/>
                  </a:lnTo>
                  <a:lnTo>
                    <a:pt x="1299849" y="473190"/>
                  </a:lnTo>
                  <a:lnTo>
                    <a:pt x="1300920" y="473499"/>
                  </a:lnTo>
                  <a:lnTo>
                    <a:pt x="1301992" y="473808"/>
                  </a:lnTo>
                  <a:lnTo>
                    <a:pt x="1303064" y="474119"/>
                  </a:lnTo>
                  <a:lnTo>
                    <a:pt x="1304135" y="474430"/>
                  </a:lnTo>
                  <a:lnTo>
                    <a:pt x="1305207" y="474743"/>
                  </a:lnTo>
                  <a:lnTo>
                    <a:pt x="1306278" y="475057"/>
                  </a:lnTo>
                  <a:lnTo>
                    <a:pt x="1307350" y="475371"/>
                  </a:lnTo>
                  <a:lnTo>
                    <a:pt x="1308422" y="475687"/>
                  </a:lnTo>
                  <a:lnTo>
                    <a:pt x="1309493" y="476004"/>
                  </a:lnTo>
                  <a:lnTo>
                    <a:pt x="1310565" y="476322"/>
                  </a:lnTo>
                  <a:lnTo>
                    <a:pt x="1311636" y="476640"/>
                  </a:lnTo>
                  <a:lnTo>
                    <a:pt x="1312708" y="476960"/>
                  </a:lnTo>
                  <a:lnTo>
                    <a:pt x="1313780" y="477281"/>
                  </a:lnTo>
                  <a:lnTo>
                    <a:pt x="1314851" y="477602"/>
                  </a:lnTo>
                  <a:lnTo>
                    <a:pt x="1315923" y="477925"/>
                  </a:lnTo>
                  <a:lnTo>
                    <a:pt x="1316994" y="478248"/>
                  </a:lnTo>
                  <a:lnTo>
                    <a:pt x="1318066" y="478572"/>
                  </a:lnTo>
                  <a:lnTo>
                    <a:pt x="1319138" y="478897"/>
                  </a:lnTo>
                  <a:lnTo>
                    <a:pt x="1320209" y="479223"/>
                  </a:lnTo>
                  <a:lnTo>
                    <a:pt x="1321281" y="479550"/>
                  </a:lnTo>
                  <a:lnTo>
                    <a:pt x="1322352" y="479877"/>
                  </a:lnTo>
                  <a:lnTo>
                    <a:pt x="1323424" y="480205"/>
                  </a:lnTo>
                  <a:lnTo>
                    <a:pt x="1324496" y="480534"/>
                  </a:lnTo>
                  <a:lnTo>
                    <a:pt x="1325567" y="480864"/>
                  </a:lnTo>
                  <a:lnTo>
                    <a:pt x="1326639" y="481194"/>
                  </a:lnTo>
                  <a:lnTo>
                    <a:pt x="1327710" y="481525"/>
                  </a:lnTo>
                  <a:lnTo>
                    <a:pt x="1328782" y="481857"/>
                  </a:lnTo>
                  <a:lnTo>
                    <a:pt x="1329854" y="482190"/>
                  </a:lnTo>
                  <a:lnTo>
                    <a:pt x="1330925" y="482523"/>
                  </a:lnTo>
                  <a:lnTo>
                    <a:pt x="1331997" y="482856"/>
                  </a:lnTo>
                  <a:lnTo>
                    <a:pt x="1333068" y="483191"/>
                  </a:lnTo>
                  <a:lnTo>
                    <a:pt x="1334140" y="483526"/>
                  </a:lnTo>
                  <a:lnTo>
                    <a:pt x="1335212" y="483861"/>
                  </a:lnTo>
                  <a:lnTo>
                    <a:pt x="1336283" y="484197"/>
                  </a:lnTo>
                  <a:lnTo>
                    <a:pt x="1337355" y="484534"/>
                  </a:lnTo>
                  <a:lnTo>
                    <a:pt x="1338426" y="484871"/>
                  </a:lnTo>
                  <a:lnTo>
                    <a:pt x="1339498" y="485208"/>
                  </a:lnTo>
                  <a:lnTo>
                    <a:pt x="1340570" y="485547"/>
                  </a:lnTo>
                  <a:lnTo>
                    <a:pt x="1341641" y="485885"/>
                  </a:lnTo>
                  <a:lnTo>
                    <a:pt x="1342713" y="486224"/>
                  </a:lnTo>
                  <a:lnTo>
                    <a:pt x="1343784" y="486564"/>
                  </a:lnTo>
                  <a:lnTo>
                    <a:pt x="1344856" y="486904"/>
                  </a:lnTo>
                  <a:lnTo>
                    <a:pt x="1345928" y="487244"/>
                  </a:lnTo>
                  <a:lnTo>
                    <a:pt x="1346999" y="487584"/>
                  </a:lnTo>
                  <a:lnTo>
                    <a:pt x="1348071" y="487925"/>
                  </a:lnTo>
                  <a:lnTo>
                    <a:pt x="1349142" y="488267"/>
                  </a:lnTo>
                  <a:lnTo>
                    <a:pt x="1350214" y="488609"/>
                  </a:lnTo>
                  <a:lnTo>
                    <a:pt x="1351286" y="488951"/>
                  </a:lnTo>
                  <a:lnTo>
                    <a:pt x="1352357" y="489293"/>
                  </a:lnTo>
                  <a:lnTo>
                    <a:pt x="1353429" y="489636"/>
                  </a:lnTo>
                  <a:lnTo>
                    <a:pt x="1354500" y="489978"/>
                  </a:lnTo>
                  <a:lnTo>
                    <a:pt x="1355572" y="490321"/>
                  </a:lnTo>
                  <a:lnTo>
                    <a:pt x="1356644" y="490665"/>
                  </a:lnTo>
                  <a:lnTo>
                    <a:pt x="1357715" y="491008"/>
                  </a:lnTo>
                  <a:lnTo>
                    <a:pt x="1358787" y="491352"/>
                  </a:lnTo>
                  <a:lnTo>
                    <a:pt x="1359858" y="491696"/>
                  </a:lnTo>
                  <a:lnTo>
                    <a:pt x="1360930" y="492040"/>
                  </a:lnTo>
                  <a:lnTo>
                    <a:pt x="1362002" y="492384"/>
                  </a:lnTo>
                  <a:lnTo>
                    <a:pt x="1363073" y="492729"/>
                  </a:lnTo>
                  <a:lnTo>
                    <a:pt x="1364145" y="493073"/>
                  </a:lnTo>
                  <a:lnTo>
                    <a:pt x="1365216" y="493418"/>
                  </a:lnTo>
                  <a:lnTo>
                    <a:pt x="1366288" y="493762"/>
                  </a:lnTo>
                  <a:lnTo>
                    <a:pt x="1367360" y="494107"/>
                  </a:lnTo>
                  <a:lnTo>
                    <a:pt x="1368431" y="494452"/>
                  </a:lnTo>
                  <a:lnTo>
                    <a:pt x="1369503" y="494796"/>
                  </a:lnTo>
                  <a:lnTo>
                    <a:pt x="1370574" y="495141"/>
                  </a:lnTo>
                  <a:lnTo>
                    <a:pt x="1371646" y="495486"/>
                  </a:lnTo>
                  <a:lnTo>
                    <a:pt x="1372718" y="495830"/>
                  </a:lnTo>
                  <a:lnTo>
                    <a:pt x="1373789" y="496175"/>
                  </a:lnTo>
                  <a:lnTo>
                    <a:pt x="1374861" y="496520"/>
                  </a:lnTo>
                  <a:lnTo>
                    <a:pt x="1375932" y="496864"/>
                  </a:lnTo>
                  <a:lnTo>
                    <a:pt x="1377004" y="497208"/>
                  </a:lnTo>
                  <a:lnTo>
                    <a:pt x="1378076" y="497553"/>
                  </a:lnTo>
                  <a:lnTo>
                    <a:pt x="1379147" y="497897"/>
                  </a:lnTo>
                  <a:lnTo>
                    <a:pt x="1380219" y="498241"/>
                  </a:lnTo>
                  <a:lnTo>
                    <a:pt x="1381290" y="498585"/>
                  </a:lnTo>
                  <a:lnTo>
                    <a:pt x="1382362" y="498928"/>
                  </a:lnTo>
                  <a:lnTo>
                    <a:pt x="1383434" y="499272"/>
                  </a:lnTo>
                  <a:lnTo>
                    <a:pt x="1384505" y="499615"/>
                  </a:lnTo>
                  <a:lnTo>
                    <a:pt x="1385577" y="499958"/>
                  </a:lnTo>
                  <a:lnTo>
                    <a:pt x="1386648" y="500301"/>
                  </a:lnTo>
                  <a:lnTo>
                    <a:pt x="1387720" y="500643"/>
                  </a:lnTo>
                  <a:lnTo>
                    <a:pt x="1388792" y="500986"/>
                  </a:lnTo>
                  <a:lnTo>
                    <a:pt x="1389863" y="501328"/>
                  </a:lnTo>
                  <a:lnTo>
                    <a:pt x="1390935" y="501669"/>
                  </a:lnTo>
                  <a:lnTo>
                    <a:pt x="1392006" y="502011"/>
                  </a:lnTo>
                  <a:lnTo>
                    <a:pt x="1393078" y="502351"/>
                  </a:lnTo>
                  <a:lnTo>
                    <a:pt x="1394150" y="502692"/>
                  </a:lnTo>
                  <a:lnTo>
                    <a:pt x="1395221" y="503032"/>
                  </a:lnTo>
                  <a:lnTo>
                    <a:pt x="1396293" y="503372"/>
                  </a:lnTo>
                  <a:lnTo>
                    <a:pt x="1397364" y="503711"/>
                  </a:lnTo>
                  <a:lnTo>
                    <a:pt x="1398436" y="504050"/>
                  </a:lnTo>
                  <a:lnTo>
                    <a:pt x="1399508" y="504389"/>
                  </a:lnTo>
                  <a:lnTo>
                    <a:pt x="1400579" y="504727"/>
                  </a:lnTo>
                  <a:lnTo>
                    <a:pt x="1401651" y="505065"/>
                  </a:lnTo>
                  <a:lnTo>
                    <a:pt x="1402722" y="505402"/>
                  </a:lnTo>
                  <a:lnTo>
                    <a:pt x="1403794" y="505738"/>
                  </a:lnTo>
                  <a:lnTo>
                    <a:pt x="1404866" y="506074"/>
                  </a:lnTo>
                  <a:lnTo>
                    <a:pt x="1405937" y="506410"/>
                  </a:lnTo>
                  <a:lnTo>
                    <a:pt x="1407009" y="506745"/>
                  </a:lnTo>
                  <a:lnTo>
                    <a:pt x="1408080" y="507079"/>
                  </a:lnTo>
                  <a:lnTo>
                    <a:pt x="1409152" y="507413"/>
                  </a:lnTo>
                  <a:lnTo>
                    <a:pt x="1410224" y="507746"/>
                  </a:lnTo>
                  <a:lnTo>
                    <a:pt x="1411295" y="508079"/>
                  </a:lnTo>
                  <a:lnTo>
                    <a:pt x="1412367" y="508411"/>
                  </a:lnTo>
                  <a:lnTo>
                    <a:pt x="1413438" y="508742"/>
                  </a:lnTo>
                  <a:lnTo>
                    <a:pt x="1414510" y="509073"/>
                  </a:lnTo>
                  <a:lnTo>
                    <a:pt x="1415582" y="509403"/>
                  </a:lnTo>
                  <a:lnTo>
                    <a:pt x="1416653" y="509732"/>
                  </a:lnTo>
                  <a:lnTo>
                    <a:pt x="1417725" y="510061"/>
                  </a:lnTo>
                  <a:lnTo>
                    <a:pt x="1418796" y="510388"/>
                  </a:lnTo>
                  <a:lnTo>
                    <a:pt x="1419868" y="510715"/>
                  </a:lnTo>
                  <a:lnTo>
                    <a:pt x="1420939" y="511042"/>
                  </a:lnTo>
                  <a:lnTo>
                    <a:pt x="1422011" y="511367"/>
                  </a:lnTo>
                  <a:lnTo>
                    <a:pt x="1423083" y="511692"/>
                  </a:lnTo>
                  <a:lnTo>
                    <a:pt x="1424154" y="512016"/>
                  </a:lnTo>
                  <a:lnTo>
                    <a:pt x="1425226" y="512339"/>
                  </a:lnTo>
                  <a:lnTo>
                    <a:pt x="1426297" y="512661"/>
                  </a:lnTo>
                  <a:lnTo>
                    <a:pt x="1427369" y="512983"/>
                  </a:lnTo>
                  <a:lnTo>
                    <a:pt x="1428441" y="513303"/>
                  </a:lnTo>
                  <a:lnTo>
                    <a:pt x="1429512" y="513623"/>
                  </a:lnTo>
                  <a:lnTo>
                    <a:pt x="1430584" y="513942"/>
                  </a:lnTo>
                  <a:lnTo>
                    <a:pt x="1431655" y="514259"/>
                  </a:lnTo>
                  <a:lnTo>
                    <a:pt x="1432727" y="514576"/>
                  </a:lnTo>
                  <a:lnTo>
                    <a:pt x="1433799" y="514892"/>
                  </a:lnTo>
                  <a:lnTo>
                    <a:pt x="1434870" y="515207"/>
                  </a:lnTo>
                  <a:lnTo>
                    <a:pt x="1435942" y="515521"/>
                  </a:lnTo>
                  <a:lnTo>
                    <a:pt x="1437013" y="515834"/>
                  </a:lnTo>
                  <a:lnTo>
                    <a:pt x="1438085" y="516146"/>
                  </a:lnTo>
                  <a:lnTo>
                    <a:pt x="1439157" y="516457"/>
                  </a:lnTo>
                  <a:lnTo>
                    <a:pt x="1440228" y="516767"/>
                  </a:lnTo>
                  <a:lnTo>
                    <a:pt x="1441300" y="517076"/>
                  </a:lnTo>
                  <a:lnTo>
                    <a:pt x="1442371" y="517384"/>
                  </a:lnTo>
                  <a:lnTo>
                    <a:pt x="1443443" y="517691"/>
                  </a:lnTo>
                  <a:lnTo>
                    <a:pt x="1444515" y="517997"/>
                  </a:lnTo>
                  <a:lnTo>
                    <a:pt x="1445586" y="518301"/>
                  </a:lnTo>
                  <a:lnTo>
                    <a:pt x="1446658" y="518605"/>
                  </a:lnTo>
                  <a:lnTo>
                    <a:pt x="1447729" y="518907"/>
                  </a:lnTo>
                  <a:lnTo>
                    <a:pt x="1448801" y="519208"/>
                  </a:lnTo>
                  <a:lnTo>
                    <a:pt x="1449873" y="519508"/>
                  </a:lnTo>
                  <a:lnTo>
                    <a:pt x="1450944" y="519807"/>
                  </a:lnTo>
                  <a:lnTo>
                    <a:pt x="1452016" y="520105"/>
                  </a:lnTo>
                  <a:lnTo>
                    <a:pt x="1453087" y="520401"/>
                  </a:lnTo>
                  <a:lnTo>
                    <a:pt x="1454159" y="520696"/>
                  </a:lnTo>
                  <a:lnTo>
                    <a:pt x="1455231" y="520990"/>
                  </a:lnTo>
                  <a:lnTo>
                    <a:pt x="1456302" y="521283"/>
                  </a:lnTo>
                  <a:lnTo>
                    <a:pt x="1457374" y="521574"/>
                  </a:lnTo>
                  <a:lnTo>
                    <a:pt x="1458445" y="521864"/>
                  </a:lnTo>
                  <a:lnTo>
                    <a:pt x="1459517" y="522153"/>
                  </a:lnTo>
                  <a:lnTo>
                    <a:pt x="1460589" y="522441"/>
                  </a:lnTo>
                  <a:lnTo>
                    <a:pt x="1461660" y="522727"/>
                  </a:lnTo>
                  <a:lnTo>
                    <a:pt x="1462732" y="523012"/>
                  </a:lnTo>
                  <a:lnTo>
                    <a:pt x="1463803" y="523296"/>
                  </a:lnTo>
                  <a:lnTo>
                    <a:pt x="1464875" y="523578"/>
                  </a:lnTo>
                  <a:lnTo>
                    <a:pt x="1465947" y="523859"/>
                  </a:lnTo>
                  <a:lnTo>
                    <a:pt x="1467018" y="524138"/>
                  </a:lnTo>
                  <a:lnTo>
                    <a:pt x="1468090" y="524416"/>
                  </a:lnTo>
                  <a:lnTo>
                    <a:pt x="1469161" y="524693"/>
                  </a:lnTo>
                  <a:lnTo>
                    <a:pt x="1470233" y="524968"/>
                  </a:lnTo>
                  <a:lnTo>
                    <a:pt x="1471305" y="525241"/>
                  </a:lnTo>
                  <a:lnTo>
                    <a:pt x="1472376" y="525514"/>
                  </a:lnTo>
                  <a:lnTo>
                    <a:pt x="1473448" y="525784"/>
                  </a:lnTo>
                  <a:lnTo>
                    <a:pt x="1474519" y="526054"/>
                  </a:lnTo>
                  <a:lnTo>
                    <a:pt x="1475591" y="526322"/>
                  </a:lnTo>
                  <a:lnTo>
                    <a:pt x="1476663" y="526588"/>
                  </a:lnTo>
                  <a:lnTo>
                    <a:pt x="1477734" y="526853"/>
                  </a:lnTo>
                  <a:lnTo>
                    <a:pt x="1478806" y="527116"/>
                  </a:lnTo>
                  <a:lnTo>
                    <a:pt x="1479877" y="527378"/>
                  </a:lnTo>
                  <a:lnTo>
                    <a:pt x="1480949" y="527638"/>
                  </a:lnTo>
                  <a:lnTo>
                    <a:pt x="1482021" y="527896"/>
                  </a:lnTo>
                  <a:lnTo>
                    <a:pt x="1483092" y="528153"/>
                  </a:lnTo>
                  <a:lnTo>
                    <a:pt x="1484164" y="528409"/>
                  </a:lnTo>
                  <a:lnTo>
                    <a:pt x="1485235" y="528662"/>
                  </a:lnTo>
                  <a:lnTo>
                    <a:pt x="1486307" y="528915"/>
                  </a:lnTo>
                  <a:lnTo>
                    <a:pt x="1487379" y="529165"/>
                  </a:lnTo>
                  <a:lnTo>
                    <a:pt x="1488450" y="529414"/>
                  </a:lnTo>
                  <a:lnTo>
                    <a:pt x="1489522" y="529661"/>
                  </a:lnTo>
                  <a:lnTo>
                    <a:pt x="1490593" y="529907"/>
                  </a:lnTo>
                  <a:lnTo>
                    <a:pt x="1491665" y="530151"/>
                  </a:lnTo>
                  <a:lnTo>
                    <a:pt x="1492737" y="530393"/>
                  </a:lnTo>
                  <a:lnTo>
                    <a:pt x="1493808" y="530633"/>
                  </a:lnTo>
                  <a:lnTo>
                    <a:pt x="1494880" y="530872"/>
                  </a:lnTo>
                  <a:lnTo>
                    <a:pt x="1495951" y="531109"/>
                  </a:lnTo>
                  <a:lnTo>
                    <a:pt x="1497023" y="531344"/>
                  </a:lnTo>
                  <a:lnTo>
                    <a:pt x="1498095" y="531578"/>
                  </a:lnTo>
                  <a:lnTo>
                    <a:pt x="1499166" y="531809"/>
                  </a:lnTo>
                  <a:lnTo>
                    <a:pt x="1500238" y="532039"/>
                  </a:lnTo>
                  <a:lnTo>
                    <a:pt x="1501309" y="532267"/>
                  </a:lnTo>
                  <a:lnTo>
                    <a:pt x="1502381" y="532494"/>
                  </a:lnTo>
                  <a:lnTo>
                    <a:pt x="1503453" y="532718"/>
                  </a:lnTo>
                  <a:lnTo>
                    <a:pt x="1504524" y="532941"/>
                  </a:lnTo>
                  <a:lnTo>
                    <a:pt x="1505596" y="533162"/>
                  </a:lnTo>
                  <a:lnTo>
                    <a:pt x="1506667" y="533381"/>
                  </a:lnTo>
                  <a:lnTo>
                    <a:pt x="1507739" y="533598"/>
                  </a:lnTo>
                  <a:lnTo>
                    <a:pt x="1508811" y="533814"/>
                  </a:lnTo>
                  <a:lnTo>
                    <a:pt x="1509882" y="534027"/>
                  </a:lnTo>
                  <a:lnTo>
                    <a:pt x="1510954" y="534239"/>
                  </a:lnTo>
                  <a:lnTo>
                    <a:pt x="1512025" y="534449"/>
                  </a:lnTo>
                  <a:lnTo>
                    <a:pt x="1513097" y="534656"/>
                  </a:lnTo>
                  <a:lnTo>
                    <a:pt x="1514169" y="534862"/>
                  </a:lnTo>
                  <a:lnTo>
                    <a:pt x="1515240" y="535066"/>
                  </a:lnTo>
                  <a:lnTo>
                    <a:pt x="1516312" y="535268"/>
                  </a:lnTo>
                  <a:lnTo>
                    <a:pt x="1517383" y="535468"/>
                  </a:lnTo>
                  <a:lnTo>
                    <a:pt x="1518455" y="535667"/>
                  </a:lnTo>
                  <a:lnTo>
                    <a:pt x="1519527" y="535863"/>
                  </a:lnTo>
                  <a:lnTo>
                    <a:pt x="1520598" y="536057"/>
                  </a:lnTo>
                  <a:lnTo>
                    <a:pt x="1521670" y="536249"/>
                  </a:lnTo>
                  <a:lnTo>
                    <a:pt x="1522741" y="536439"/>
                  </a:lnTo>
                  <a:lnTo>
                    <a:pt x="1523813" y="536628"/>
                  </a:lnTo>
                  <a:lnTo>
                    <a:pt x="1524885" y="536814"/>
                  </a:lnTo>
                  <a:lnTo>
                    <a:pt x="1525956" y="536998"/>
                  </a:lnTo>
                  <a:lnTo>
                    <a:pt x="1527028" y="537180"/>
                  </a:lnTo>
                  <a:lnTo>
                    <a:pt x="1528099" y="537361"/>
                  </a:lnTo>
                  <a:lnTo>
                    <a:pt x="1529171" y="537539"/>
                  </a:lnTo>
                  <a:lnTo>
                    <a:pt x="1530243" y="537715"/>
                  </a:lnTo>
                  <a:lnTo>
                    <a:pt x="1531314" y="537889"/>
                  </a:lnTo>
                  <a:lnTo>
                    <a:pt x="1532386" y="538061"/>
                  </a:lnTo>
                  <a:lnTo>
                    <a:pt x="1533457" y="538231"/>
                  </a:lnTo>
                  <a:lnTo>
                    <a:pt x="1534529" y="538399"/>
                  </a:lnTo>
                  <a:lnTo>
                    <a:pt x="1535601" y="538564"/>
                  </a:lnTo>
                  <a:lnTo>
                    <a:pt x="1536672" y="538728"/>
                  </a:lnTo>
                  <a:lnTo>
                    <a:pt x="1537744" y="538889"/>
                  </a:lnTo>
                  <a:lnTo>
                    <a:pt x="1538815" y="539049"/>
                  </a:lnTo>
                  <a:lnTo>
                    <a:pt x="1539887" y="539206"/>
                  </a:lnTo>
                  <a:lnTo>
                    <a:pt x="1540959" y="539361"/>
                  </a:lnTo>
                  <a:lnTo>
                    <a:pt x="1542030" y="539515"/>
                  </a:lnTo>
                  <a:lnTo>
                    <a:pt x="1543102" y="539666"/>
                  </a:lnTo>
                  <a:lnTo>
                    <a:pt x="1544173" y="539814"/>
                  </a:lnTo>
                  <a:lnTo>
                    <a:pt x="1545245" y="539961"/>
                  </a:lnTo>
                  <a:lnTo>
                    <a:pt x="1546317" y="540106"/>
                  </a:lnTo>
                  <a:lnTo>
                    <a:pt x="1547388" y="540248"/>
                  </a:lnTo>
                  <a:lnTo>
                    <a:pt x="1548460" y="540388"/>
                  </a:lnTo>
                  <a:lnTo>
                    <a:pt x="1549531" y="540526"/>
                  </a:lnTo>
                  <a:lnTo>
                    <a:pt x="1550603" y="540662"/>
                  </a:lnTo>
                  <a:lnTo>
                    <a:pt x="1551675" y="540796"/>
                  </a:lnTo>
                  <a:lnTo>
                    <a:pt x="1552746" y="540927"/>
                  </a:lnTo>
                  <a:lnTo>
                    <a:pt x="1553818" y="541057"/>
                  </a:lnTo>
                  <a:lnTo>
                    <a:pt x="1554889" y="541184"/>
                  </a:lnTo>
                  <a:lnTo>
                    <a:pt x="1555961" y="541309"/>
                  </a:lnTo>
                  <a:lnTo>
                    <a:pt x="1557033" y="541432"/>
                  </a:lnTo>
                  <a:lnTo>
                    <a:pt x="1558104" y="541552"/>
                  </a:lnTo>
                  <a:lnTo>
                    <a:pt x="1559176" y="541671"/>
                  </a:lnTo>
                  <a:lnTo>
                    <a:pt x="1560247" y="541787"/>
                  </a:lnTo>
                  <a:lnTo>
                    <a:pt x="1561319" y="541901"/>
                  </a:lnTo>
                  <a:lnTo>
                    <a:pt x="1562391" y="542013"/>
                  </a:lnTo>
                  <a:lnTo>
                    <a:pt x="1563462" y="542122"/>
                  </a:lnTo>
                  <a:lnTo>
                    <a:pt x="1564534" y="542229"/>
                  </a:lnTo>
                  <a:lnTo>
                    <a:pt x="1565605" y="542335"/>
                  </a:lnTo>
                  <a:lnTo>
                    <a:pt x="1566677" y="542438"/>
                  </a:lnTo>
                  <a:lnTo>
                    <a:pt x="1567749" y="542538"/>
                  </a:lnTo>
                  <a:lnTo>
                    <a:pt x="1568820" y="542637"/>
                  </a:lnTo>
                  <a:lnTo>
                    <a:pt x="1569892" y="542733"/>
                  </a:lnTo>
                  <a:lnTo>
                    <a:pt x="1570963" y="542827"/>
                  </a:lnTo>
                  <a:lnTo>
                    <a:pt x="1572035" y="542919"/>
                  </a:lnTo>
                  <a:lnTo>
                    <a:pt x="1573107" y="543009"/>
                  </a:lnTo>
                  <a:lnTo>
                    <a:pt x="1574178" y="543096"/>
                  </a:lnTo>
                  <a:lnTo>
                    <a:pt x="1575250" y="543181"/>
                  </a:lnTo>
                  <a:lnTo>
                    <a:pt x="1576321" y="543264"/>
                  </a:lnTo>
                  <a:lnTo>
                    <a:pt x="1577393" y="543345"/>
                  </a:lnTo>
                  <a:lnTo>
                    <a:pt x="1578465" y="543423"/>
                  </a:lnTo>
                  <a:lnTo>
                    <a:pt x="1579536" y="543500"/>
                  </a:lnTo>
                  <a:lnTo>
                    <a:pt x="1580608" y="543574"/>
                  </a:lnTo>
                  <a:lnTo>
                    <a:pt x="1581679" y="543646"/>
                  </a:lnTo>
                  <a:lnTo>
                    <a:pt x="1582751" y="543716"/>
                  </a:lnTo>
                  <a:lnTo>
                    <a:pt x="1583823" y="543783"/>
                  </a:lnTo>
                  <a:lnTo>
                    <a:pt x="1584894" y="543849"/>
                  </a:lnTo>
                  <a:lnTo>
                    <a:pt x="1585966" y="543912"/>
                  </a:lnTo>
                  <a:lnTo>
                    <a:pt x="1587037" y="543973"/>
                  </a:lnTo>
                  <a:lnTo>
                    <a:pt x="1588109" y="544031"/>
                  </a:lnTo>
                  <a:lnTo>
                    <a:pt x="1589181" y="544088"/>
                  </a:lnTo>
                  <a:lnTo>
                    <a:pt x="1590252" y="544142"/>
                  </a:lnTo>
                  <a:lnTo>
                    <a:pt x="1591324" y="544195"/>
                  </a:lnTo>
                  <a:lnTo>
                    <a:pt x="1592395" y="544245"/>
                  </a:lnTo>
                  <a:lnTo>
                    <a:pt x="1593467" y="544293"/>
                  </a:lnTo>
                  <a:lnTo>
                    <a:pt x="1594539" y="544339"/>
                  </a:lnTo>
                  <a:lnTo>
                    <a:pt x="1595610" y="544382"/>
                  </a:lnTo>
                  <a:lnTo>
                    <a:pt x="1596682" y="544424"/>
                  </a:lnTo>
                  <a:lnTo>
                    <a:pt x="1597753" y="544463"/>
                  </a:lnTo>
                  <a:lnTo>
                    <a:pt x="1598825" y="544501"/>
                  </a:lnTo>
                  <a:lnTo>
                    <a:pt x="1599896" y="544536"/>
                  </a:lnTo>
                  <a:lnTo>
                    <a:pt x="1600968" y="544569"/>
                  </a:lnTo>
                  <a:lnTo>
                    <a:pt x="1602040" y="544600"/>
                  </a:lnTo>
                  <a:lnTo>
                    <a:pt x="1603111" y="544629"/>
                  </a:lnTo>
                  <a:lnTo>
                    <a:pt x="1604183" y="544656"/>
                  </a:lnTo>
                  <a:lnTo>
                    <a:pt x="1605254" y="544681"/>
                  </a:lnTo>
                  <a:lnTo>
                    <a:pt x="1606326" y="544704"/>
                  </a:lnTo>
                  <a:lnTo>
                    <a:pt x="1607398" y="544724"/>
                  </a:lnTo>
                  <a:lnTo>
                    <a:pt x="1608469" y="544743"/>
                  </a:lnTo>
                  <a:lnTo>
                    <a:pt x="1609541" y="544760"/>
                  </a:lnTo>
                  <a:lnTo>
                    <a:pt x="1610612" y="544775"/>
                  </a:lnTo>
                  <a:lnTo>
                    <a:pt x="1611684" y="544788"/>
                  </a:lnTo>
                  <a:lnTo>
                    <a:pt x="1612756" y="544798"/>
                  </a:lnTo>
                  <a:lnTo>
                    <a:pt x="1613827" y="544807"/>
                  </a:lnTo>
                  <a:lnTo>
                    <a:pt x="1614899" y="544814"/>
                  </a:lnTo>
                  <a:lnTo>
                    <a:pt x="1615970" y="544763"/>
                  </a:lnTo>
                  <a:lnTo>
                    <a:pt x="1617042" y="543725"/>
                  </a:lnTo>
                  <a:lnTo>
                    <a:pt x="1618114" y="542689"/>
                  </a:lnTo>
                  <a:lnTo>
                    <a:pt x="1619185" y="541657"/>
                  </a:lnTo>
                  <a:lnTo>
                    <a:pt x="1620257" y="540627"/>
                  </a:lnTo>
                  <a:lnTo>
                    <a:pt x="1621328" y="539601"/>
                  </a:lnTo>
                  <a:lnTo>
                    <a:pt x="1622400" y="538578"/>
                  </a:lnTo>
                  <a:lnTo>
                    <a:pt x="1623472" y="537557"/>
                  </a:lnTo>
                  <a:lnTo>
                    <a:pt x="1624543" y="536539"/>
                  </a:lnTo>
                  <a:lnTo>
                    <a:pt x="1625615" y="535524"/>
                  </a:lnTo>
                  <a:lnTo>
                    <a:pt x="1626686" y="534512"/>
                  </a:lnTo>
                  <a:lnTo>
                    <a:pt x="1627758" y="533503"/>
                  </a:lnTo>
                  <a:lnTo>
                    <a:pt x="1628830" y="532497"/>
                  </a:lnTo>
                  <a:lnTo>
                    <a:pt x="1629901" y="531493"/>
                  </a:lnTo>
                  <a:lnTo>
                    <a:pt x="1630973" y="530492"/>
                  </a:lnTo>
                  <a:lnTo>
                    <a:pt x="1632044" y="529493"/>
                  </a:lnTo>
                  <a:lnTo>
                    <a:pt x="1633116" y="528498"/>
                  </a:lnTo>
                  <a:lnTo>
                    <a:pt x="1634188" y="527504"/>
                  </a:lnTo>
                  <a:lnTo>
                    <a:pt x="1635259" y="526514"/>
                  </a:lnTo>
                  <a:lnTo>
                    <a:pt x="1636331" y="525526"/>
                  </a:lnTo>
                  <a:lnTo>
                    <a:pt x="1637402" y="524540"/>
                  </a:lnTo>
                  <a:lnTo>
                    <a:pt x="1638474" y="523557"/>
                  </a:lnTo>
                  <a:lnTo>
                    <a:pt x="1639546" y="522576"/>
                  </a:lnTo>
                  <a:lnTo>
                    <a:pt x="1640617" y="521598"/>
                  </a:lnTo>
                  <a:lnTo>
                    <a:pt x="1641689" y="520622"/>
                  </a:lnTo>
                  <a:lnTo>
                    <a:pt x="1642760" y="519649"/>
                  </a:lnTo>
                  <a:lnTo>
                    <a:pt x="1643832" y="518677"/>
                  </a:lnTo>
                  <a:lnTo>
                    <a:pt x="1644904" y="517708"/>
                  </a:lnTo>
                  <a:lnTo>
                    <a:pt x="1645975" y="516742"/>
                  </a:lnTo>
                  <a:lnTo>
                    <a:pt x="1647047" y="515777"/>
                  </a:lnTo>
                  <a:lnTo>
                    <a:pt x="1648118" y="514815"/>
                  </a:lnTo>
                  <a:lnTo>
                    <a:pt x="1649190" y="513855"/>
                  </a:lnTo>
                  <a:lnTo>
                    <a:pt x="1650262" y="512897"/>
                  </a:lnTo>
                  <a:lnTo>
                    <a:pt x="1651333" y="511941"/>
                  </a:lnTo>
                  <a:lnTo>
                    <a:pt x="1652405" y="510987"/>
                  </a:lnTo>
                  <a:lnTo>
                    <a:pt x="1653476" y="510036"/>
                  </a:lnTo>
                  <a:lnTo>
                    <a:pt x="1654548" y="509086"/>
                  </a:lnTo>
                  <a:lnTo>
                    <a:pt x="1655620" y="508138"/>
                  </a:lnTo>
                  <a:lnTo>
                    <a:pt x="1656691" y="507192"/>
                  </a:lnTo>
                  <a:lnTo>
                    <a:pt x="1657763" y="506248"/>
                  </a:lnTo>
                  <a:lnTo>
                    <a:pt x="1658834" y="505306"/>
                  </a:lnTo>
                  <a:lnTo>
                    <a:pt x="1659906" y="504366"/>
                  </a:lnTo>
                  <a:lnTo>
                    <a:pt x="1660978" y="503427"/>
                  </a:lnTo>
                  <a:lnTo>
                    <a:pt x="1662049" y="502491"/>
                  </a:lnTo>
                  <a:lnTo>
                    <a:pt x="1663121" y="501556"/>
                  </a:lnTo>
                  <a:lnTo>
                    <a:pt x="1664192" y="500622"/>
                  </a:lnTo>
                  <a:lnTo>
                    <a:pt x="1665264" y="499691"/>
                  </a:lnTo>
                  <a:lnTo>
                    <a:pt x="1666336" y="498761"/>
                  </a:lnTo>
                  <a:lnTo>
                    <a:pt x="1667407" y="497832"/>
                  </a:lnTo>
                  <a:lnTo>
                    <a:pt x="1668479" y="496906"/>
                  </a:lnTo>
                  <a:lnTo>
                    <a:pt x="1669550" y="495980"/>
                  </a:lnTo>
                  <a:lnTo>
                    <a:pt x="1670622" y="495056"/>
                  </a:lnTo>
                  <a:lnTo>
                    <a:pt x="1671694" y="494134"/>
                  </a:lnTo>
                  <a:lnTo>
                    <a:pt x="1672765" y="493213"/>
                  </a:lnTo>
                  <a:lnTo>
                    <a:pt x="1673837" y="492294"/>
                  </a:lnTo>
                  <a:lnTo>
                    <a:pt x="1674908" y="491376"/>
                  </a:lnTo>
                  <a:lnTo>
                    <a:pt x="1675980" y="490459"/>
                  </a:lnTo>
                  <a:lnTo>
                    <a:pt x="1677052" y="489544"/>
                  </a:lnTo>
                  <a:lnTo>
                    <a:pt x="1678123" y="488630"/>
                  </a:lnTo>
                  <a:lnTo>
                    <a:pt x="1679195" y="487717"/>
                  </a:lnTo>
                  <a:lnTo>
                    <a:pt x="1680266" y="486805"/>
                  </a:lnTo>
                  <a:lnTo>
                    <a:pt x="1681338" y="485895"/>
                  </a:lnTo>
                  <a:lnTo>
                    <a:pt x="1682410" y="484985"/>
                  </a:lnTo>
                  <a:lnTo>
                    <a:pt x="1683481" y="484077"/>
                  </a:lnTo>
                  <a:lnTo>
                    <a:pt x="1684553" y="483170"/>
                  </a:lnTo>
                  <a:lnTo>
                    <a:pt x="1685624" y="482264"/>
                  </a:lnTo>
                  <a:lnTo>
                    <a:pt x="1686696" y="481359"/>
                  </a:lnTo>
                  <a:lnTo>
                    <a:pt x="1687768" y="480455"/>
                  </a:lnTo>
                  <a:lnTo>
                    <a:pt x="1688839" y="479552"/>
                  </a:lnTo>
                  <a:lnTo>
                    <a:pt x="1689911" y="478650"/>
                  </a:lnTo>
                  <a:lnTo>
                    <a:pt x="1690982" y="477748"/>
                  </a:lnTo>
                  <a:lnTo>
                    <a:pt x="1692054" y="476848"/>
                  </a:lnTo>
                  <a:lnTo>
                    <a:pt x="1693126" y="475948"/>
                  </a:lnTo>
                  <a:lnTo>
                    <a:pt x="1694197" y="475050"/>
                  </a:lnTo>
                  <a:lnTo>
                    <a:pt x="1695269" y="474152"/>
                  </a:lnTo>
                  <a:lnTo>
                    <a:pt x="1696340" y="473254"/>
                  </a:lnTo>
                  <a:lnTo>
                    <a:pt x="1697412" y="472358"/>
                  </a:lnTo>
                  <a:lnTo>
                    <a:pt x="1698484" y="471462"/>
                  </a:lnTo>
                  <a:lnTo>
                    <a:pt x="1699555" y="470567"/>
                  </a:lnTo>
                  <a:lnTo>
                    <a:pt x="1700627" y="469672"/>
                  </a:lnTo>
                  <a:lnTo>
                    <a:pt x="1701698" y="468778"/>
                  </a:lnTo>
                  <a:lnTo>
                    <a:pt x="1702770" y="467885"/>
                  </a:lnTo>
                  <a:lnTo>
                    <a:pt x="1703842" y="466992"/>
                  </a:lnTo>
                  <a:lnTo>
                    <a:pt x="1704913" y="466099"/>
                  </a:lnTo>
                  <a:lnTo>
                    <a:pt x="1705985" y="465207"/>
                  </a:lnTo>
                  <a:lnTo>
                    <a:pt x="1707056" y="464316"/>
                  </a:lnTo>
                  <a:lnTo>
                    <a:pt x="1708128" y="463425"/>
                  </a:lnTo>
                  <a:lnTo>
                    <a:pt x="1709200" y="462534"/>
                  </a:lnTo>
                  <a:lnTo>
                    <a:pt x="1710271" y="461644"/>
                  </a:lnTo>
                  <a:lnTo>
                    <a:pt x="1711343" y="460754"/>
                  </a:lnTo>
                  <a:lnTo>
                    <a:pt x="1712414" y="459864"/>
                  </a:lnTo>
                  <a:lnTo>
                    <a:pt x="1713486" y="458975"/>
                  </a:lnTo>
                  <a:lnTo>
                    <a:pt x="1714558" y="458086"/>
                  </a:lnTo>
                  <a:lnTo>
                    <a:pt x="1715629" y="457197"/>
                  </a:lnTo>
                  <a:lnTo>
                    <a:pt x="1716701" y="456308"/>
                  </a:lnTo>
                  <a:lnTo>
                    <a:pt x="1717772" y="455420"/>
                  </a:lnTo>
                  <a:lnTo>
                    <a:pt x="1718844" y="454531"/>
                  </a:lnTo>
                  <a:lnTo>
                    <a:pt x="1719916" y="453643"/>
                  </a:lnTo>
                  <a:lnTo>
                    <a:pt x="1720987" y="452755"/>
                  </a:lnTo>
                  <a:lnTo>
                    <a:pt x="1722059" y="451866"/>
                  </a:lnTo>
                  <a:lnTo>
                    <a:pt x="1723130" y="450978"/>
                  </a:lnTo>
                  <a:lnTo>
                    <a:pt x="1724202" y="450090"/>
                  </a:lnTo>
                  <a:lnTo>
                    <a:pt x="1725274" y="449202"/>
                  </a:lnTo>
                  <a:lnTo>
                    <a:pt x="1726345" y="448314"/>
                  </a:lnTo>
                  <a:lnTo>
                    <a:pt x="1727417" y="447426"/>
                  </a:lnTo>
                  <a:lnTo>
                    <a:pt x="1728488" y="446537"/>
                  </a:lnTo>
                  <a:lnTo>
                    <a:pt x="1729560" y="445649"/>
                  </a:lnTo>
                  <a:lnTo>
                    <a:pt x="1730632" y="444760"/>
                  </a:lnTo>
                  <a:lnTo>
                    <a:pt x="1731703" y="443872"/>
                  </a:lnTo>
                  <a:lnTo>
                    <a:pt x="1732775" y="442983"/>
                  </a:lnTo>
                  <a:lnTo>
                    <a:pt x="1733846" y="442094"/>
                  </a:lnTo>
                  <a:lnTo>
                    <a:pt x="1734918" y="441204"/>
                  </a:lnTo>
                  <a:lnTo>
                    <a:pt x="1735990" y="440315"/>
                  </a:lnTo>
                  <a:lnTo>
                    <a:pt x="1737061" y="439425"/>
                  </a:lnTo>
                  <a:lnTo>
                    <a:pt x="1738133" y="438535"/>
                  </a:lnTo>
                  <a:lnTo>
                    <a:pt x="1739204" y="437644"/>
                  </a:lnTo>
                  <a:lnTo>
                    <a:pt x="1740276" y="436754"/>
                  </a:lnTo>
                  <a:lnTo>
                    <a:pt x="1741348" y="435863"/>
                  </a:lnTo>
                  <a:lnTo>
                    <a:pt x="1742419" y="434971"/>
                  </a:lnTo>
                  <a:lnTo>
                    <a:pt x="1743491" y="434079"/>
                  </a:lnTo>
                  <a:lnTo>
                    <a:pt x="1744562" y="433187"/>
                  </a:lnTo>
                  <a:lnTo>
                    <a:pt x="1745634" y="432294"/>
                  </a:lnTo>
                  <a:lnTo>
                    <a:pt x="1746706" y="431401"/>
                  </a:lnTo>
                  <a:lnTo>
                    <a:pt x="1747777" y="430507"/>
                  </a:lnTo>
                  <a:lnTo>
                    <a:pt x="1748849" y="429613"/>
                  </a:lnTo>
                  <a:lnTo>
                    <a:pt x="1749920" y="428718"/>
                  </a:lnTo>
                  <a:lnTo>
                    <a:pt x="1750992" y="427823"/>
                  </a:lnTo>
                  <a:lnTo>
                    <a:pt x="1752064" y="426927"/>
                  </a:lnTo>
                  <a:lnTo>
                    <a:pt x="1753135" y="426031"/>
                  </a:lnTo>
                  <a:lnTo>
                    <a:pt x="1754207" y="425134"/>
                  </a:lnTo>
                  <a:lnTo>
                    <a:pt x="1755278" y="424236"/>
                  </a:lnTo>
                  <a:lnTo>
                    <a:pt x="1756350" y="423338"/>
                  </a:lnTo>
                  <a:lnTo>
                    <a:pt x="1757422" y="422439"/>
                  </a:lnTo>
                  <a:lnTo>
                    <a:pt x="1758493" y="421540"/>
                  </a:lnTo>
                  <a:lnTo>
                    <a:pt x="1759565" y="420640"/>
                  </a:lnTo>
                  <a:lnTo>
                    <a:pt x="1760636" y="419739"/>
                  </a:lnTo>
                  <a:lnTo>
                    <a:pt x="1761708" y="418837"/>
                  </a:lnTo>
                  <a:lnTo>
                    <a:pt x="1762780" y="417935"/>
                  </a:lnTo>
                  <a:lnTo>
                    <a:pt x="1763851" y="417032"/>
                  </a:lnTo>
                  <a:lnTo>
                    <a:pt x="1764923" y="416128"/>
                  </a:lnTo>
                  <a:lnTo>
                    <a:pt x="1765994" y="415224"/>
                  </a:lnTo>
                  <a:lnTo>
                    <a:pt x="1767066" y="414318"/>
                  </a:lnTo>
                  <a:lnTo>
                    <a:pt x="1768138" y="413412"/>
                  </a:lnTo>
                  <a:lnTo>
                    <a:pt x="1769209" y="412506"/>
                  </a:lnTo>
                  <a:lnTo>
                    <a:pt x="1770281" y="411598"/>
                  </a:lnTo>
                  <a:lnTo>
                    <a:pt x="1771352" y="410689"/>
                  </a:lnTo>
                  <a:lnTo>
                    <a:pt x="1772424" y="409780"/>
                  </a:lnTo>
                  <a:lnTo>
                    <a:pt x="1773496" y="408870"/>
                  </a:lnTo>
                  <a:lnTo>
                    <a:pt x="1774567" y="407959"/>
                  </a:lnTo>
                  <a:lnTo>
                    <a:pt x="1775639" y="407047"/>
                  </a:lnTo>
                  <a:lnTo>
                    <a:pt x="1776710" y="406134"/>
                  </a:lnTo>
                  <a:lnTo>
                    <a:pt x="1777782" y="405220"/>
                  </a:lnTo>
                  <a:lnTo>
                    <a:pt x="1778853" y="404306"/>
                  </a:lnTo>
                  <a:lnTo>
                    <a:pt x="1779925" y="403390"/>
                  </a:lnTo>
                  <a:lnTo>
                    <a:pt x="1780997" y="402474"/>
                  </a:lnTo>
                  <a:lnTo>
                    <a:pt x="1782068" y="401556"/>
                  </a:lnTo>
                  <a:lnTo>
                    <a:pt x="1783140" y="400638"/>
                  </a:lnTo>
                  <a:lnTo>
                    <a:pt x="1784211" y="399719"/>
                  </a:lnTo>
                  <a:lnTo>
                    <a:pt x="1785283" y="398799"/>
                  </a:lnTo>
                  <a:lnTo>
                    <a:pt x="1786355" y="397877"/>
                  </a:lnTo>
                  <a:lnTo>
                    <a:pt x="1787426" y="396955"/>
                  </a:lnTo>
                  <a:lnTo>
                    <a:pt x="1788498" y="396032"/>
                  </a:lnTo>
                  <a:lnTo>
                    <a:pt x="1789569" y="395108"/>
                  </a:lnTo>
                  <a:lnTo>
                    <a:pt x="1790641" y="394183"/>
                  </a:lnTo>
                  <a:lnTo>
                    <a:pt x="1791713" y="393256"/>
                  </a:lnTo>
                  <a:lnTo>
                    <a:pt x="1792784" y="392329"/>
                  </a:lnTo>
                  <a:lnTo>
                    <a:pt x="1793856" y="391401"/>
                  </a:lnTo>
                  <a:lnTo>
                    <a:pt x="1794927" y="390472"/>
                  </a:lnTo>
                  <a:lnTo>
                    <a:pt x="1795999" y="389541"/>
                  </a:lnTo>
                  <a:lnTo>
                    <a:pt x="1797071" y="388610"/>
                  </a:lnTo>
                  <a:lnTo>
                    <a:pt x="1798142" y="387678"/>
                  </a:lnTo>
                  <a:lnTo>
                    <a:pt x="1799214" y="386744"/>
                  </a:lnTo>
                  <a:lnTo>
                    <a:pt x="1800285" y="385810"/>
                  </a:lnTo>
                  <a:lnTo>
                    <a:pt x="1801357" y="384874"/>
                  </a:lnTo>
                  <a:lnTo>
                    <a:pt x="1802429" y="383938"/>
                  </a:lnTo>
                  <a:lnTo>
                    <a:pt x="1803500" y="383000"/>
                  </a:lnTo>
                  <a:lnTo>
                    <a:pt x="1804572" y="382061"/>
                  </a:lnTo>
                  <a:lnTo>
                    <a:pt x="1805643" y="381121"/>
                  </a:lnTo>
                  <a:lnTo>
                    <a:pt x="1806715" y="380180"/>
                  </a:lnTo>
                  <a:lnTo>
                    <a:pt x="1807787" y="379238"/>
                  </a:lnTo>
                  <a:lnTo>
                    <a:pt x="1808858" y="378295"/>
                  </a:lnTo>
                  <a:lnTo>
                    <a:pt x="1809930" y="377351"/>
                  </a:lnTo>
                  <a:lnTo>
                    <a:pt x="1811001" y="376406"/>
                  </a:lnTo>
                  <a:lnTo>
                    <a:pt x="1812073" y="375459"/>
                  </a:lnTo>
                  <a:lnTo>
                    <a:pt x="1813145" y="374512"/>
                  </a:lnTo>
                  <a:lnTo>
                    <a:pt x="1814216" y="373563"/>
                  </a:lnTo>
                  <a:lnTo>
                    <a:pt x="1815288" y="372613"/>
                  </a:lnTo>
                  <a:lnTo>
                    <a:pt x="1816359" y="371662"/>
                  </a:lnTo>
                  <a:lnTo>
                    <a:pt x="1817431" y="370711"/>
                  </a:lnTo>
                  <a:lnTo>
                    <a:pt x="1818503" y="369758"/>
                  </a:lnTo>
                  <a:lnTo>
                    <a:pt x="1819574" y="368803"/>
                  </a:lnTo>
                  <a:lnTo>
                    <a:pt x="1820646" y="367848"/>
                  </a:lnTo>
                  <a:lnTo>
                    <a:pt x="1821717" y="366892"/>
                  </a:lnTo>
                  <a:lnTo>
                    <a:pt x="1822789" y="365934"/>
                  </a:lnTo>
                  <a:lnTo>
                    <a:pt x="1823861" y="364976"/>
                  </a:lnTo>
                  <a:lnTo>
                    <a:pt x="1824932" y="364016"/>
                  </a:lnTo>
                  <a:lnTo>
                    <a:pt x="1826004" y="363055"/>
                  </a:lnTo>
                  <a:lnTo>
                    <a:pt x="1827075" y="362094"/>
                  </a:lnTo>
                  <a:lnTo>
                    <a:pt x="1828147" y="361131"/>
                  </a:lnTo>
                  <a:lnTo>
                    <a:pt x="1829219" y="360167"/>
                  </a:lnTo>
                  <a:lnTo>
                    <a:pt x="1830290" y="359201"/>
                  </a:lnTo>
                  <a:lnTo>
                    <a:pt x="1831362" y="358235"/>
                  </a:lnTo>
                  <a:lnTo>
                    <a:pt x="1832433" y="357268"/>
                  </a:lnTo>
                  <a:lnTo>
                    <a:pt x="1833505" y="356299"/>
                  </a:lnTo>
                  <a:lnTo>
                    <a:pt x="1834577" y="355330"/>
                  </a:lnTo>
                  <a:lnTo>
                    <a:pt x="1835648" y="354359"/>
                  </a:lnTo>
                  <a:lnTo>
                    <a:pt x="1836720" y="353388"/>
                  </a:lnTo>
                  <a:lnTo>
                    <a:pt x="1837791" y="352415"/>
                  </a:lnTo>
                  <a:lnTo>
                    <a:pt x="1838863" y="351441"/>
                  </a:lnTo>
                  <a:lnTo>
                    <a:pt x="1839935" y="350466"/>
                  </a:lnTo>
                  <a:lnTo>
                    <a:pt x="1841006" y="349490"/>
                  </a:lnTo>
                  <a:lnTo>
                    <a:pt x="1842078" y="348513"/>
                  </a:lnTo>
                  <a:lnTo>
                    <a:pt x="1843149" y="347535"/>
                  </a:lnTo>
                  <a:lnTo>
                    <a:pt x="1844221" y="346556"/>
                  </a:lnTo>
                  <a:lnTo>
                    <a:pt x="1845293" y="345575"/>
                  </a:lnTo>
                  <a:lnTo>
                    <a:pt x="1846364" y="344594"/>
                  </a:lnTo>
                  <a:lnTo>
                    <a:pt x="1847436" y="343612"/>
                  </a:lnTo>
                  <a:lnTo>
                    <a:pt x="1848507" y="342628"/>
                  </a:lnTo>
                  <a:lnTo>
                    <a:pt x="1849579" y="341644"/>
                  </a:lnTo>
                  <a:lnTo>
                    <a:pt x="1850651" y="340659"/>
                  </a:lnTo>
                  <a:lnTo>
                    <a:pt x="1851722" y="339672"/>
                  </a:lnTo>
                  <a:lnTo>
                    <a:pt x="1852794" y="338685"/>
                  </a:lnTo>
                  <a:lnTo>
                    <a:pt x="1853865" y="337696"/>
                  </a:lnTo>
                  <a:lnTo>
                    <a:pt x="1854937" y="336707"/>
                  </a:lnTo>
                  <a:lnTo>
                    <a:pt x="1856009" y="335716"/>
                  </a:lnTo>
                  <a:lnTo>
                    <a:pt x="1857080" y="334725"/>
                  </a:lnTo>
                  <a:lnTo>
                    <a:pt x="1858152" y="333732"/>
                  </a:lnTo>
                  <a:lnTo>
                    <a:pt x="1859223" y="332739"/>
                  </a:lnTo>
                  <a:lnTo>
                    <a:pt x="1860295" y="331744"/>
                  </a:lnTo>
                  <a:lnTo>
                    <a:pt x="1861367" y="330749"/>
                  </a:lnTo>
                  <a:lnTo>
                    <a:pt x="1862438" y="329753"/>
                  </a:lnTo>
                  <a:lnTo>
                    <a:pt x="1863510" y="328755"/>
                  </a:lnTo>
                  <a:lnTo>
                    <a:pt x="1864581" y="327757"/>
                  </a:lnTo>
                  <a:lnTo>
                    <a:pt x="1865653" y="326758"/>
                  </a:lnTo>
                  <a:lnTo>
                    <a:pt x="1866725" y="325758"/>
                  </a:lnTo>
                  <a:lnTo>
                    <a:pt x="1867796" y="324757"/>
                  </a:lnTo>
                  <a:lnTo>
                    <a:pt x="1868868" y="323755"/>
                  </a:lnTo>
                  <a:lnTo>
                    <a:pt x="1869939" y="322752"/>
                  </a:lnTo>
                  <a:lnTo>
                    <a:pt x="1871011" y="321748"/>
                  </a:lnTo>
                  <a:lnTo>
                    <a:pt x="1872083" y="320744"/>
                  </a:lnTo>
                  <a:lnTo>
                    <a:pt x="1873154" y="319738"/>
                  </a:lnTo>
                  <a:lnTo>
                    <a:pt x="1874226" y="318732"/>
                  </a:lnTo>
                  <a:lnTo>
                    <a:pt x="1875297" y="317725"/>
                  </a:lnTo>
                  <a:lnTo>
                    <a:pt x="1876369" y="316717"/>
                  </a:lnTo>
                  <a:lnTo>
                    <a:pt x="1877441" y="315708"/>
                  </a:lnTo>
                  <a:lnTo>
                    <a:pt x="1878512" y="314698"/>
                  </a:lnTo>
                  <a:lnTo>
                    <a:pt x="1879584" y="313687"/>
                  </a:lnTo>
                  <a:lnTo>
                    <a:pt x="1880655" y="312676"/>
                  </a:lnTo>
                  <a:lnTo>
                    <a:pt x="1881727" y="311664"/>
                  </a:lnTo>
                  <a:lnTo>
                    <a:pt x="1882799" y="310651"/>
                  </a:lnTo>
                  <a:lnTo>
                    <a:pt x="1883870" y="309637"/>
                  </a:lnTo>
                  <a:lnTo>
                    <a:pt x="1884942" y="308622"/>
                  </a:lnTo>
                  <a:lnTo>
                    <a:pt x="1886013" y="307607"/>
                  </a:lnTo>
                  <a:lnTo>
                    <a:pt x="1887085" y="306591"/>
                  </a:lnTo>
                  <a:lnTo>
                    <a:pt x="1888157" y="305574"/>
                  </a:lnTo>
                  <a:lnTo>
                    <a:pt x="1889228" y="304557"/>
                  </a:lnTo>
                  <a:lnTo>
                    <a:pt x="1890300" y="303538"/>
                  </a:lnTo>
                  <a:lnTo>
                    <a:pt x="1891371" y="302519"/>
                  </a:lnTo>
                  <a:lnTo>
                    <a:pt x="1892443" y="301500"/>
                  </a:lnTo>
                  <a:lnTo>
                    <a:pt x="1893515" y="300479"/>
                  </a:lnTo>
                  <a:lnTo>
                    <a:pt x="1894586" y="299458"/>
                  </a:lnTo>
                  <a:lnTo>
                    <a:pt x="1895658" y="298437"/>
                  </a:lnTo>
                  <a:lnTo>
                    <a:pt x="1896729" y="297414"/>
                  </a:lnTo>
                  <a:lnTo>
                    <a:pt x="1897801" y="296391"/>
                  </a:lnTo>
                  <a:lnTo>
                    <a:pt x="1898873" y="295368"/>
                  </a:lnTo>
                  <a:lnTo>
                    <a:pt x="1899944" y="294343"/>
                  </a:lnTo>
                  <a:lnTo>
                    <a:pt x="1901016" y="293318"/>
                  </a:lnTo>
                  <a:lnTo>
                    <a:pt x="1902087" y="292293"/>
                  </a:lnTo>
                  <a:lnTo>
                    <a:pt x="1903159" y="291267"/>
                  </a:lnTo>
                  <a:lnTo>
                    <a:pt x="1904231" y="290240"/>
                  </a:lnTo>
                  <a:lnTo>
                    <a:pt x="1905302" y="289213"/>
                  </a:lnTo>
                  <a:lnTo>
                    <a:pt x="1906374" y="288185"/>
                  </a:lnTo>
                  <a:lnTo>
                    <a:pt x="1907445" y="287157"/>
                  </a:lnTo>
                  <a:lnTo>
                    <a:pt x="1908517" y="286128"/>
                  </a:lnTo>
                  <a:lnTo>
                    <a:pt x="1909589" y="285099"/>
                  </a:lnTo>
                  <a:lnTo>
                    <a:pt x="1910660" y="284069"/>
                  </a:lnTo>
                  <a:lnTo>
                    <a:pt x="1911732" y="283039"/>
                  </a:lnTo>
                  <a:lnTo>
                    <a:pt x="1912803" y="282008"/>
                  </a:lnTo>
                  <a:lnTo>
                    <a:pt x="1913875" y="280977"/>
                  </a:lnTo>
                  <a:lnTo>
                    <a:pt x="1914947" y="279945"/>
                  </a:lnTo>
                  <a:lnTo>
                    <a:pt x="1916018" y="278913"/>
                  </a:lnTo>
                  <a:lnTo>
                    <a:pt x="1917090" y="277881"/>
                  </a:lnTo>
                  <a:lnTo>
                    <a:pt x="1918161" y="276848"/>
                  </a:lnTo>
                  <a:lnTo>
                    <a:pt x="1919233" y="275814"/>
                  </a:lnTo>
                  <a:lnTo>
                    <a:pt x="1920305" y="274781"/>
                  </a:lnTo>
                  <a:lnTo>
                    <a:pt x="1921376" y="273747"/>
                  </a:lnTo>
                  <a:lnTo>
                    <a:pt x="1922448" y="272712"/>
                  </a:lnTo>
                  <a:lnTo>
                    <a:pt x="1923519" y="271678"/>
                  </a:lnTo>
                  <a:lnTo>
                    <a:pt x="1924591" y="270642"/>
                  </a:lnTo>
                  <a:lnTo>
                    <a:pt x="1925663" y="269607"/>
                  </a:lnTo>
                  <a:lnTo>
                    <a:pt x="1926734" y="268571"/>
                  </a:lnTo>
                  <a:lnTo>
                    <a:pt x="1927806" y="267535"/>
                  </a:lnTo>
                  <a:lnTo>
                    <a:pt x="1928877" y="266499"/>
                  </a:lnTo>
                  <a:lnTo>
                    <a:pt x="1929949" y="265463"/>
                  </a:lnTo>
                  <a:lnTo>
                    <a:pt x="1931021" y="264426"/>
                  </a:lnTo>
                  <a:lnTo>
                    <a:pt x="1932092" y="263389"/>
                  </a:lnTo>
                  <a:lnTo>
                    <a:pt x="1933164" y="262352"/>
                  </a:lnTo>
                  <a:lnTo>
                    <a:pt x="1934235" y="261315"/>
                  </a:lnTo>
                  <a:lnTo>
                    <a:pt x="1935307" y="260277"/>
                  </a:lnTo>
                  <a:lnTo>
                    <a:pt x="1936379" y="259239"/>
                  </a:lnTo>
                  <a:lnTo>
                    <a:pt x="1937450" y="258202"/>
                  </a:lnTo>
                  <a:lnTo>
                    <a:pt x="1938522" y="257164"/>
                  </a:lnTo>
                  <a:lnTo>
                    <a:pt x="1939593" y="256126"/>
                  </a:lnTo>
                  <a:lnTo>
                    <a:pt x="1940665" y="255087"/>
                  </a:lnTo>
                  <a:lnTo>
                    <a:pt x="1941737" y="254049"/>
                  </a:lnTo>
                  <a:lnTo>
                    <a:pt x="1942808" y="253011"/>
                  </a:lnTo>
                  <a:lnTo>
                    <a:pt x="1943880" y="251972"/>
                  </a:lnTo>
                  <a:lnTo>
                    <a:pt x="1944951" y="250934"/>
                  </a:lnTo>
                  <a:lnTo>
                    <a:pt x="1946023" y="249895"/>
                  </a:lnTo>
                  <a:lnTo>
                    <a:pt x="1947095" y="248857"/>
                  </a:lnTo>
                  <a:lnTo>
                    <a:pt x="1948166" y="247819"/>
                  </a:lnTo>
                  <a:lnTo>
                    <a:pt x="1949238" y="246780"/>
                  </a:lnTo>
                  <a:lnTo>
                    <a:pt x="1950309" y="245742"/>
                  </a:lnTo>
                  <a:lnTo>
                    <a:pt x="1951381" y="244703"/>
                  </a:lnTo>
                  <a:lnTo>
                    <a:pt x="1952453" y="243665"/>
                  </a:lnTo>
                  <a:lnTo>
                    <a:pt x="1953524" y="242627"/>
                  </a:lnTo>
                  <a:lnTo>
                    <a:pt x="1954596" y="241589"/>
                  </a:lnTo>
                  <a:lnTo>
                    <a:pt x="1955667" y="240551"/>
                  </a:lnTo>
                  <a:lnTo>
                    <a:pt x="1956739" y="239513"/>
                  </a:lnTo>
                  <a:lnTo>
                    <a:pt x="1957810" y="238475"/>
                  </a:lnTo>
                  <a:lnTo>
                    <a:pt x="1958882" y="237437"/>
                  </a:lnTo>
                  <a:lnTo>
                    <a:pt x="1959954" y="236400"/>
                  </a:lnTo>
                  <a:lnTo>
                    <a:pt x="1961025" y="235363"/>
                  </a:lnTo>
                  <a:lnTo>
                    <a:pt x="1962097" y="234326"/>
                  </a:lnTo>
                  <a:lnTo>
                    <a:pt x="1963168" y="233289"/>
                  </a:lnTo>
                  <a:lnTo>
                    <a:pt x="1964240" y="232253"/>
                  </a:lnTo>
                  <a:lnTo>
                    <a:pt x="1965312" y="231216"/>
                  </a:lnTo>
                  <a:lnTo>
                    <a:pt x="1966383" y="230180"/>
                  </a:lnTo>
                  <a:lnTo>
                    <a:pt x="1967455" y="229145"/>
                  </a:lnTo>
                  <a:lnTo>
                    <a:pt x="1968526" y="228109"/>
                  </a:lnTo>
                  <a:lnTo>
                    <a:pt x="1969598" y="227074"/>
                  </a:lnTo>
                  <a:lnTo>
                    <a:pt x="1970670" y="226040"/>
                  </a:lnTo>
                  <a:lnTo>
                    <a:pt x="1971741" y="225005"/>
                  </a:lnTo>
                  <a:lnTo>
                    <a:pt x="1972813" y="223971"/>
                  </a:lnTo>
                  <a:lnTo>
                    <a:pt x="1973884" y="222938"/>
                  </a:lnTo>
                  <a:lnTo>
                    <a:pt x="1974956" y="221905"/>
                  </a:lnTo>
                  <a:lnTo>
                    <a:pt x="1976028" y="220872"/>
                  </a:lnTo>
                  <a:lnTo>
                    <a:pt x="1977099" y="219840"/>
                  </a:lnTo>
                  <a:lnTo>
                    <a:pt x="1978171" y="218808"/>
                  </a:lnTo>
                  <a:lnTo>
                    <a:pt x="1979242" y="217777"/>
                  </a:lnTo>
                  <a:lnTo>
                    <a:pt x="1980314" y="216746"/>
                  </a:lnTo>
                  <a:lnTo>
                    <a:pt x="1981386" y="215716"/>
                  </a:lnTo>
                  <a:lnTo>
                    <a:pt x="1982457" y="214686"/>
                  </a:lnTo>
                  <a:lnTo>
                    <a:pt x="1983529" y="213657"/>
                  </a:lnTo>
                  <a:lnTo>
                    <a:pt x="1984600" y="212628"/>
                  </a:lnTo>
                  <a:lnTo>
                    <a:pt x="1985672" y="211600"/>
                  </a:lnTo>
                  <a:lnTo>
                    <a:pt x="1986744" y="210573"/>
                  </a:lnTo>
                  <a:lnTo>
                    <a:pt x="1987815" y="209546"/>
                  </a:lnTo>
                  <a:lnTo>
                    <a:pt x="1988887" y="208520"/>
                  </a:lnTo>
                  <a:lnTo>
                    <a:pt x="1989958" y="207495"/>
                  </a:lnTo>
                  <a:lnTo>
                    <a:pt x="1991030" y="206470"/>
                  </a:lnTo>
                  <a:lnTo>
                    <a:pt x="1992102" y="205446"/>
                  </a:lnTo>
                  <a:lnTo>
                    <a:pt x="1993173" y="204423"/>
                  </a:lnTo>
                  <a:lnTo>
                    <a:pt x="1994245" y="203400"/>
                  </a:lnTo>
                  <a:lnTo>
                    <a:pt x="1995316" y="202378"/>
                  </a:lnTo>
                  <a:lnTo>
                    <a:pt x="1996388" y="201357"/>
                  </a:lnTo>
                  <a:lnTo>
                    <a:pt x="1997460" y="200337"/>
                  </a:lnTo>
                  <a:lnTo>
                    <a:pt x="1998531" y="199317"/>
                  </a:lnTo>
                  <a:lnTo>
                    <a:pt x="1999603" y="198299"/>
                  </a:lnTo>
                  <a:lnTo>
                    <a:pt x="2000674" y="197281"/>
                  </a:lnTo>
                  <a:lnTo>
                    <a:pt x="2001746" y="196264"/>
                  </a:lnTo>
                  <a:lnTo>
                    <a:pt x="2002818" y="195248"/>
                  </a:lnTo>
                  <a:lnTo>
                    <a:pt x="2003889" y="194233"/>
                  </a:lnTo>
                  <a:lnTo>
                    <a:pt x="2004961" y="193218"/>
                  </a:lnTo>
                  <a:lnTo>
                    <a:pt x="2006032" y="192205"/>
                  </a:lnTo>
                  <a:lnTo>
                    <a:pt x="2007104" y="191193"/>
                  </a:lnTo>
                  <a:lnTo>
                    <a:pt x="2008176" y="190181"/>
                  </a:lnTo>
                  <a:lnTo>
                    <a:pt x="2009247" y="189171"/>
                  </a:lnTo>
                  <a:lnTo>
                    <a:pt x="2010319" y="188161"/>
                  </a:lnTo>
                  <a:lnTo>
                    <a:pt x="2011390" y="187153"/>
                  </a:lnTo>
                  <a:lnTo>
                    <a:pt x="2012462" y="186146"/>
                  </a:lnTo>
                  <a:lnTo>
                    <a:pt x="2013534" y="185140"/>
                  </a:lnTo>
                  <a:lnTo>
                    <a:pt x="2014605" y="184134"/>
                  </a:lnTo>
                  <a:lnTo>
                    <a:pt x="2015677" y="183130"/>
                  </a:lnTo>
                  <a:lnTo>
                    <a:pt x="2016748" y="182128"/>
                  </a:lnTo>
                  <a:lnTo>
                    <a:pt x="2017820" y="181126"/>
                  </a:lnTo>
                  <a:lnTo>
                    <a:pt x="2018892" y="180125"/>
                  </a:lnTo>
                  <a:lnTo>
                    <a:pt x="2019963" y="179126"/>
                  </a:lnTo>
                  <a:lnTo>
                    <a:pt x="2021035" y="178128"/>
                  </a:lnTo>
                  <a:lnTo>
                    <a:pt x="2022106" y="177131"/>
                  </a:lnTo>
                  <a:lnTo>
                    <a:pt x="2023178" y="176135"/>
                  </a:lnTo>
                  <a:lnTo>
                    <a:pt x="2024250" y="175140"/>
                  </a:lnTo>
                  <a:lnTo>
                    <a:pt x="2025321" y="174147"/>
                  </a:lnTo>
                  <a:lnTo>
                    <a:pt x="2026393" y="173155"/>
                  </a:lnTo>
                  <a:lnTo>
                    <a:pt x="2027464" y="172165"/>
                  </a:lnTo>
                  <a:lnTo>
                    <a:pt x="2028536" y="171176"/>
                  </a:lnTo>
                  <a:lnTo>
                    <a:pt x="2029608" y="170188"/>
                  </a:lnTo>
                  <a:lnTo>
                    <a:pt x="2030679" y="169201"/>
                  </a:lnTo>
                  <a:lnTo>
                    <a:pt x="2031751" y="168216"/>
                  </a:lnTo>
                  <a:lnTo>
                    <a:pt x="2032822" y="167233"/>
                  </a:lnTo>
                  <a:lnTo>
                    <a:pt x="2033894" y="166250"/>
                  </a:lnTo>
                  <a:lnTo>
                    <a:pt x="2034966" y="165270"/>
                  </a:lnTo>
                  <a:lnTo>
                    <a:pt x="2036037" y="164290"/>
                  </a:lnTo>
                  <a:lnTo>
                    <a:pt x="2037109" y="163313"/>
                  </a:lnTo>
                  <a:lnTo>
                    <a:pt x="2038180" y="162336"/>
                  </a:lnTo>
                  <a:lnTo>
                    <a:pt x="2039252" y="161362"/>
                  </a:lnTo>
                  <a:lnTo>
                    <a:pt x="2040324" y="160388"/>
                  </a:lnTo>
                  <a:lnTo>
                    <a:pt x="2041395" y="159417"/>
                  </a:lnTo>
                  <a:lnTo>
                    <a:pt x="2042467" y="158447"/>
                  </a:lnTo>
                  <a:lnTo>
                    <a:pt x="2043538" y="157478"/>
                  </a:lnTo>
                  <a:lnTo>
                    <a:pt x="2044610" y="156512"/>
                  </a:lnTo>
                  <a:lnTo>
                    <a:pt x="2045682" y="155547"/>
                  </a:lnTo>
                  <a:lnTo>
                    <a:pt x="2046753" y="154583"/>
                  </a:lnTo>
                  <a:lnTo>
                    <a:pt x="2047825" y="153621"/>
                  </a:lnTo>
                  <a:lnTo>
                    <a:pt x="2048896" y="152661"/>
                  </a:lnTo>
                  <a:lnTo>
                    <a:pt x="2049968" y="151703"/>
                  </a:lnTo>
                  <a:lnTo>
                    <a:pt x="2051040" y="150747"/>
                  </a:lnTo>
                  <a:lnTo>
                    <a:pt x="2052111" y="149792"/>
                  </a:lnTo>
                  <a:lnTo>
                    <a:pt x="2053183" y="148839"/>
                  </a:lnTo>
                  <a:lnTo>
                    <a:pt x="2054254" y="147888"/>
                  </a:lnTo>
                  <a:lnTo>
                    <a:pt x="2055326" y="146939"/>
                  </a:lnTo>
                  <a:lnTo>
                    <a:pt x="2056398" y="145991"/>
                  </a:lnTo>
                  <a:lnTo>
                    <a:pt x="2057469" y="145046"/>
                  </a:lnTo>
                  <a:lnTo>
                    <a:pt x="2058541" y="144102"/>
                  </a:lnTo>
                  <a:lnTo>
                    <a:pt x="2059612" y="143161"/>
                  </a:lnTo>
                  <a:lnTo>
                    <a:pt x="2060684" y="142221"/>
                  </a:lnTo>
                  <a:lnTo>
                    <a:pt x="2061756" y="141283"/>
                  </a:lnTo>
                  <a:lnTo>
                    <a:pt x="2062827" y="140347"/>
                  </a:lnTo>
                  <a:lnTo>
                    <a:pt x="2063899" y="139413"/>
                  </a:lnTo>
                  <a:lnTo>
                    <a:pt x="2064970" y="138482"/>
                  </a:lnTo>
                  <a:lnTo>
                    <a:pt x="2066042" y="137552"/>
                  </a:lnTo>
                  <a:lnTo>
                    <a:pt x="2067114" y="136624"/>
                  </a:lnTo>
                  <a:lnTo>
                    <a:pt x="2068185" y="135699"/>
                  </a:lnTo>
                  <a:lnTo>
                    <a:pt x="2069257" y="134775"/>
                  </a:lnTo>
                  <a:lnTo>
                    <a:pt x="2070328" y="133854"/>
                  </a:lnTo>
                  <a:lnTo>
                    <a:pt x="2071400" y="132935"/>
                  </a:lnTo>
                  <a:lnTo>
                    <a:pt x="2072472" y="132018"/>
                  </a:lnTo>
                  <a:lnTo>
                    <a:pt x="2073543" y="131103"/>
                  </a:lnTo>
                  <a:lnTo>
                    <a:pt x="2074615" y="130190"/>
                  </a:lnTo>
                  <a:lnTo>
                    <a:pt x="2075686" y="129280"/>
                  </a:lnTo>
                  <a:lnTo>
                    <a:pt x="2076758" y="128372"/>
                  </a:lnTo>
                  <a:lnTo>
                    <a:pt x="2077830" y="127466"/>
                  </a:lnTo>
                  <a:lnTo>
                    <a:pt x="2078901" y="126562"/>
                  </a:lnTo>
                  <a:lnTo>
                    <a:pt x="2079973" y="125661"/>
                  </a:lnTo>
                  <a:lnTo>
                    <a:pt x="2081044" y="124762"/>
                  </a:lnTo>
                  <a:lnTo>
                    <a:pt x="2082116" y="123866"/>
                  </a:lnTo>
                  <a:lnTo>
                    <a:pt x="2083188" y="122972"/>
                  </a:lnTo>
                  <a:lnTo>
                    <a:pt x="2084259" y="122080"/>
                  </a:lnTo>
                  <a:lnTo>
                    <a:pt x="2085331" y="121190"/>
                  </a:lnTo>
                  <a:lnTo>
                    <a:pt x="2086402" y="120304"/>
                  </a:lnTo>
                  <a:lnTo>
                    <a:pt x="2087474" y="119419"/>
                  </a:lnTo>
                  <a:lnTo>
                    <a:pt x="2088546" y="118537"/>
                  </a:lnTo>
                  <a:lnTo>
                    <a:pt x="2089617" y="117658"/>
                  </a:lnTo>
                  <a:lnTo>
                    <a:pt x="2090689" y="116781"/>
                  </a:lnTo>
                  <a:lnTo>
                    <a:pt x="2091760" y="115906"/>
                  </a:lnTo>
                  <a:lnTo>
                    <a:pt x="2092832" y="115035"/>
                  </a:lnTo>
                  <a:lnTo>
                    <a:pt x="2093904" y="114165"/>
                  </a:lnTo>
                  <a:lnTo>
                    <a:pt x="2094975" y="113299"/>
                  </a:lnTo>
                  <a:lnTo>
                    <a:pt x="2096047" y="112435"/>
                  </a:lnTo>
                  <a:lnTo>
                    <a:pt x="2097118" y="111573"/>
                  </a:lnTo>
                  <a:lnTo>
                    <a:pt x="2098190" y="110715"/>
                  </a:lnTo>
                  <a:lnTo>
                    <a:pt x="2099262" y="109859"/>
                  </a:lnTo>
                  <a:lnTo>
                    <a:pt x="2100333" y="109006"/>
                  </a:lnTo>
                  <a:lnTo>
                    <a:pt x="2101405" y="108155"/>
                  </a:lnTo>
                  <a:lnTo>
                    <a:pt x="2102476" y="107307"/>
                  </a:lnTo>
                  <a:lnTo>
                    <a:pt x="2103548" y="106462"/>
                  </a:lnTo>
                  <a:lnTo>
                    <a:pt x="2104620" y="105620"/>
                  </a:lnTo>
                  <a:lnTo>
                    <a:pt x="2105691" y="104781"/>
                  </a:lnTo>
                  <a:lnTo>
                    <a:pt x="2106763" y="103944"/>
                  </a:lnTo>
                  <a:lnTo>
                    <a:pt x="2107834" y="103111"/>
                  </a:lnTo>
                  <a:lnTo>
                    <a:pt x="2108906" y="102280"/>
                  </a:lnTo>
                  <a:lnTo>
                    <a:pt x="2109978" y="101452"/>
                  </a:lnTo>
                  <a:lnTo>
                    <a:pt x="2111049" y="100627"/>
                  </a:lnTo>
                  <a:lnTo>
                    <a:pt x="2112121" y="99805"/>
                  </a:lnTo>
                  <a:lnTo>
                    <a:pt x="2113192" y="98987"/>
                  </a:lnTo>
                  <a:lnTo>
                    <a:pt x="2114264" y="98171"/>
                  </a:lnTo>
                  <a:lnTo>
                    <a:pt x="2115336" y="97358"/>
                  </a:lnTo>
                  <a:lnTo>
                    <a:pt x="2116407" y="96548"/>
                  </a:lnTo>
                  <a:lnTo>
                    <a:pt x="2117479" y="95741"/>
                  </a:lnTo>
                  <a:lnTo>
                    <a:pt x="2118550" y="94937"/>
                  </a:lnTo>
                  <a:lnTo>
                    <a:pt x="2119622" y="94136"/>
                  </a:lnTo>
                  <a:lnTo>
                    <a:pt x="2120694" y="93339"/>
                  </a:lnTo>
                  <a:lnTo>
                    <a:pt x="2121765" y="92544"/>
                  </a:lnTo>
                  <a:lnTo>
                    <a:pt x="2122837" y="91753"/>
                  </a:lnTo>
                  <a:lnTo>
                    <a:pt x="2123908" y="90965"/>
                  </a:lnTo>
                  <a:lnTo>
                    <a:pt x="2124980" y="90180"/>
                  </a:lnTo>
                  <a:lnTo>
                    <a:pt x="2126052" y="89399"/>
                  </a:lnTo>
                  <a:lnTo>
                    <a:pt x="2127123" y="88620"/>
                  </a:lnTo>
                  <a:lnTo>
                    <a:pt x="2128195" y="87845"/>
                  </a:lnTo>
                  <a:lnTo>
                    <a:pt x="2129266" y="87074"/>
                  </a:lnTo>
                  <a:lnTo>
                    <a:pt x="2130338" y="86305"/>
                  </a:lnTo>
                  <a:lnTo>
                    <a:pt x="2131409" y="85540"/>
                  </a:lnTo>
                  <a:lnTo>
                    <a:pt x="2132481" y="84778"/>
                  </a:lnTo>
                  <a:lnTo>
                    <a:pt x="2133553" y="84020"/>
                  </a:lnTo>
                  <a:lnTo>
                    <a:pt x="2134624" y="83265"/>
                  </a:lnTo>
                  <a:lnTo>
                    <a:pt x="2135696" y="82513"/>
                  </a:lnTo>
                  <a:lnTo>
                    <a:pt x="2136767" y="81765"/>
                  </a:lnTo>
                  <a:lnTo>
                    <a:pt x="2137839" y="81020"/>
                  </a:lnTo>
                  <a:lnTo>
                    <a:pt x="2138911" y="80279"/>
                  </a:lnTo>
                  <a:lnTo>
                    <a:pt x="2139982" y="79542"/>
                  </a:lnTo>
                  <a:lnTo>
                    <a:pt x="2141054" y="78808"/>
                  </a:lnTo>
                  <a:lnTo>
                    <a:pt x="2142125" y="78077"/>
                  </a:lnTo>
                  <a:lnTo>
                    <a:pt x="2143197" y="77350"/>
                  </a:lnTo>
                  <a:lnTo>
                    <a:pt x="2144269" y="76626"/>
                  </a:lnTo>
                  <a:lnTo>
                    <a:pt x="2145340" y="75906"/>
                  </a:lnTo>
                  <a:lnTo>
                    <a:pt x="2146412" y="75190"/>
                  </a:lnTo>
                  <a:lnTo>
                    <a:pt x="2147483" y="74477"/>
                  </a:lnTo>
                  <a:lnTo>
                    <a:pt x="2148555" y="73768"/>
                  </a:lnTo>
                  <a:lnTo>
                    <a:pt x="2149627" y="73062"/>
                  </a:lnTo>
                  <a:lnTo>
                    <a:pt x="2150698" y="72359"/>
                  </a:lnTo>
                  <a:lnTo>
                    <a:pt x="2151770" y="71661"/>
                  </a:lnTo>
                  <a:lnTo>
                    <a:pt x="2152841" y="70965"/>
                  </a:lnTo>
                  <a:lnTo>
                    <a:pt x="2153913" y="70274"/>
                  </a:lnTo>
                  <a:lnTo>
                    <a:pt x="2154985" y="69585"/>
                  </a:lnTo>
                  <a:lnTo>
                    <a:pt x="2156056" y="68901"/>
                  </a:lnTo>
                  <a:lnTo>
                    <a:pt x="2157128" y="68220"/>
                  </a:lnTo>
                  <a:lnTo>
                    <a:pt x="2158199" y="67542"/>
                  </a:lnTo>
                  <a:lnTo>
                    <a:pt x="2159271" y="66868"/>
                  </a:lnTo>
                  <a:lnTo>
                    <a:pt x="2160343" y="66197"/>
                  </a:lnTo>
                  <a:lnTo>
                    <a:pt x="2161414" y="65530"/>
                  </a:lnTo>
                  <a:lnTo>
                    <a:pt x="2162486" y="64867"/>
                  </a:lnTo>
                  <a:lnTo>
                    <a:pt x="2163557" y="64207"/>
                  </a:lnTo>
                  <a:lnTo>
                    <a:pt x="2164629" y="63551"/>
                  </a:lnTo>
                  <a:lnTo>
                    <a:pt x="2165701" y="62898"/>
                  </a:lnTo>
                  <a:lnTo>
                    <a:pt x="2166772" y="62248"/>
                  </a:lnTo>
                  <a:lnTo>
                    <a:pt x="2167844" y="61602"/>
                  </a:lnTo>
                  <a:lnTo>
                    <a:pt x="2168915" y="60960"/>
                  </a:lnTo>
                  <a:lnTo>
                    <a:pt x="2169987" y="60321"/>
                  </a:lnTo>
                  <a:lnTo>
                    <a:pt x="2171059" y="59686"/>
                  </a:lnTo>
                  <a:lnTo>
                    <a:pt x="2172130" y="59054"/>
                  </a:lnTo>
                  <a:lnTo>
                    <a:pt x="2173202" y="58426"/>
                  </a:lnTo>
                  <a:lnTo>
                    <a:pt x="2174273" y="57801"/>
                  </a:lnTo>
                  <a:lnTo>
                    <a:pt x="2175345" y="57180"/>
                  </a:lnTo>
                  <a:lnTo>
                    <a:pt x="2176417" y="56563"/>
                  </a:lnTo>
                  <a:lnTo>
                    <a:pt x="2177488" y="55949"/>
                  </a:lnTo>
                  <a:lnTo>
                    <a:pt x="2178560" y="55338"/>
                  </a:lnTo>
                  <a:lnTo>
                    <a:pt x="2179631" y="54731"/>
                  </a:lnTo>
                  <a:lnTo>
                    <a:pt x="2180703" y="54127"/>
                  </a:lnTo>
                  <a:lnTo>
                    <a:pt x="2181775" y="53527"/>
                  </a:lnTo>
                  <a:lnTo>
                    <a:pt x="2182846" y="52931"/>
                  </a:lnTo>
                  <a:lnTo>
                    <a:pt x="2183918" y="52338"/>
                  </a:lnTo>
                  <a:lnTo>
                    <a:pt x="2184989" y="51748"/>
                  </a:lnTo>
                  <a:lnTo>
                    <a:pt x="2186061" y="51162"/>
                  </a:lnTo>
                  <a:lnTo>
                    <a:pt x="2187133" y="50580"/>
                  </a:lnTo>
                  <a:lnTo>
                    <a:pt x="2188204" y="50001"/>
                  </a:lnTo>
                  <a:lnTo>
                    <a:pt x="2189276" y="49425"/>
                  </a:lnTo>
                  <a:lnTo>
                    <a:pt x="2190347" y="48853"/>
                  </a:lnTo>
                  <a:lnTo>
                    <a:pt x="2191419" y="48285"/>
                  </a:lnTo>
                  <a:lnTo>
                    <a:pt x="2192491" y="47720"/>
                  </a:lnTo>
                  <a:lnTo>
                    <a:pt x="2193562" y="47158"/>
                  </a:lnTo>
                  <a:lnTo>
                    <a:pt x="2194634" y="46601"/>
                  </a:lnTo>
                  <a:lnTo>
                    <a:pt x="2195705" y="46046"/>
                  </a:lnTo>
                  <a:lnTo>
                    <a:pt x="2196777" y="45495"/>
                  </a:lnTo>
                  <a:lnTo>
                    <a:pt x="2197849" y="44948"/>
                  </a:lnTo>
                  <a:lnTo>
                    <a:pt x="2198920" y="44404"/>
                  </a:lnTo>
                  <a:lnTo>
                    <a:pt x="2199992" y="43863"/>
                  </a:lnTo>
                  <a:lnTo>
                    <a:pt x="2201063" y="43326"/>
                  </a:lnTo>
                  <a:lnTo>
                    <a:pt x="2202135" y="42793"/>
                  </a:lnTo>
                  <a:lnTo>
                    <a:pt x="2203207" y="42263"/>
                  </a:lnTo>
                  <a:lnTo>
                    <a:pt x="2204278" y="41736"/>
                  </a:lnTo>
                  <a:lnTo>
                    <a:pt x="2205350" y="41213"/>
                  </a:lnTo>
                  <a:lnTo>
                    <a:pt x="2206421" y="40693"/>
                  </a:lnTo>
                  <a:lnTo>
                    <a:pt x="2207493" y="40177"/>
                  </a:lnTo>
                  <a:lnTo>
                    <a:pt x="2208565" y="39664"/>
                  </a:lnTo>
                  <a:lnTo>
                    <a:pt x="2209636" y="39155"/>
                  </a:lnTo>
                  <a:lnTo>
                    <a:pt x="2210708" y="38650"/>
                  </a:lnTo>
                  <a:lnTo>
                    <a:pt x="2211779" y="38147"/>
                  </a:lnTo>
                  <a:lnTo>
                    <a:pt x="2212851" y="37648"/>
                  </a:lnTo>
                  <a:lnTo>
                    <a:pt x="2213923" y="37153"/>
                  </a:lnTo>
                  <a:lnTo>
                    <a:pt x="2214994" y="36661"/>
                  </a:lnTo>
                  <a:lnTo>
                    <a:pt x="2216066" y="36173"/>
                  </a:lnTo>
                  <a:lnTo>
                    <a:pt x="2217137" y="35688"/>
                  </a:lnTo>
                  <a:lnTo>
                    <a:pt x="2218209" y="35206"/>
                  </a:lnTo>
                  <a:lnTo>
                    <a:pt x="2219281" y="34728"/>
                  </a:lnTo>
                  <a:lnTo>
                    <a:pt x="2220352" y="34254"/>
                  </a:lnTo>
                  <a:lnTo>
                    <a:pt x="2221424" y="33783"/>
                  </a:lnTo>
                  <a:lnTo>
                    <a:pt x="2222495" y="33315"/>
                  </a:lnTo>
                  <a:lnTo>
                    <a:pt x="2223567" y="32851"/>
                  </a:lnTo>
                  <a:lnTo>
                    <a:pt x="2224639" y="32390"/>
                  </a:lnTo>
                  <a:lnTo>
                    <a:pt x="2225710" y="31932"/>
                  </a:lnTo>
                  <a:lnTo>
                    <a:pt x="2226782" y="31478"/>
                  </a:lnTo>
                  <a:lnTo>
                    <a:pt x="2227853" y="31028"/>
                  </a:lnTo>
                  <a:lnTo>
                    <a:pt x="2228925" y="30581"/>
                  </a:lnTo>
                  <a:lnTo>
                    <a:pt x="2229997" y="30137"/>
                  </a:lnTo>
                  <a:lnTo>
                    <a:pt x="2231068" y="29697"/>
                  </a:lnTo>
                  <a:lnTo>
                    <a:pt x="2232140" y="29260"/>
                  </a:lnTo>
                  <a:lnTo>
                    <a:pt x="2233211" y="28826"/>
                  </a:lnTo>
                  <a:lnTo>
                    <a:pt x="2234283" y="28396"/>
                  </a:lnTo>
                  <a:lnTo>
                    <a:pt x="2235355" y="27970"/>
                  </a:lnTo>
                  <a:lnTo>
                    <a:pt x="2236426" y="27546"/>
                  </a:lnTo>
                  <a:lnTo>
                    <a:pt x="2237498" y="27126"/>
                  </a:lnTo>
                  <a:lnTo>
                    <a:pt x="2238569" y="26710"/>
                  </a:lnTo>
                  <a:lnTo>
                    <a:pt x="2239641" y="26297"/>
                  </a:lnTo>
                  <a:lnTo>
                    <a:pt x="2240713" y="25887"/>
                  </a:lnTo>
                  <a:lnTo>
                    <a:pt x="2241784" y="25481"/>
                  </a:lnTo>
                  <a:lnTo>
                    <a:pt x="2242856" y="25078"/>
                  </a:lnTo>
                  <a:lnTo>
                    <a:pt x="2243927" y="24679"/>
                  </a:lnTo>
                  <a:lnTo>
                    <a:pt x="2244999" y="24283"/>
                  </a:lnTo>
                  <a:lnTo>
                    <a:pt x="2246071" y="23890"/>
                  </a:lnTo>
                  <a:lnTo>
                    <a:pt x="2247142" y="23500"/>
                  </a:lnTo>
                  <a:lnTo>
                    <a:pt x="2248214" y="23114"/>
                  </a:lnTo>
                  <a:lnTo>
                    <a:pt x="2249285" y="22732"/>
                  </a:lnTo>
                  <a:lnTo>
                    <a:pt x="2250357" y="22352"/>
                  </a:lnTo>
                  <a:lnTo>
                    <a:pt x="2251429" y="21977"/>
                  </a:lnTo>
                  <a:lnTo>
                    <a:pt x="2252500" y="21604"/>
                  </a:lnTo>
                  <a:lnTo>
                    <a:pt x="2253572" y="21235"/>
                  </a:lnTo>
                  <a:lnTo>
                    <a:pt x="2254643" y="20869"/>
                  </a:lnTo>
                  <a:lnTo>
                    <a:pt x="2255715" y="20506"/>
                  </a:lnTo>
                  <a:lnTo>
                    <a:pt x="2256787" y="20147"/>
                  </a:lnTo>
                  <a:lnTo>
                    <a:pt x="2257858" y="19791"/>
                  </a:lnTo>
                  <a:lnTo>
                    <a:pt x="2258930" y="19439"/>
                  </a:lnTo>
                  <a:lnTo>
                    <a:pt x="2260001" y="19090"/>
                  </a:lnTo>
                  <a:lnTo>
                    <a:pt x="2261073" y="18744"/>
                  </a:lnTo>
                  <a:lnTo>
                    <a:pt x="2262145" y="18401"/>
                  </a:lnTo>
                  <a:lnTo>
                    <a:pt x="2263216" y="18062"/>
                  </a:lnTo>
                  <a:lnTo>
                    <a:pt x="2264288" y="17726"/>
                  </a:lnTo>
                  <a:lnTo>
                    <a:pt x="2265359" y="17394"/>
                  </a:lnTo>
                  <a:lnTo>
                    <a:pt x="2266431" y="17064"/>
                  </a:lnTo>
                  <a:lnTo>
                    <a:pt x="2267503" y="16738"/>
                  </a:lnTo>
                  <a:lnTo>
                    <a:pt x="2268574" y="16416"/>
                  </a:lnTo>
                  <a:lnTo>
                    <a:pt x="2269646" y="16096"/>
                  </a:lnTo>
                  <a:lnTo>
                    <a:pt x="2270717" y="15780"/>
                  </a:lnTo>
                  <a:lnTo>
                    <a:pt x="2271789" y="15468"/>
                  </a:lnTo>
                  <a:lnTo>
                    <a:pt x="2272861" y="15158"/>
                  </a:lnTo>
                  <a:lnTo>
                    <a:pt x="2273932" y="14852"/>
                  </a:lnTo>
                  <a:lnTo>
                    <a:pt x="2275004" y="14549"/>
                  </a:lnTo>
                  <a:lnTo>
                    <a:pt x="2276075" y="14249"/>
                  </a:lnTo>
                  <a:lnTo>
                    <a:pt x="2277147" y="13953"/>
                  </a:lnTo>
                  <a:lnTo>
                    <a:pt x="2278219" y="13660"/>
                  </a:lnTo>
                  <a:lnTo>
                    <a:pt x="2279290" y="13370"/>
                  </a:lnTo>
                  <a:lnTo>
                    <a:pt x="2280362" y="13083"/>
                  </a:lnTo>
                  <a:lnTo>
                    <a:pt x="2281433" y="12800"/>
                  </a:lnTo>
                  <a:lnTo>
                    <a:pt x="2282505" y="12520"/>
                  </a:lnTo>
                  <a:lnTo>
                    <a:pt x="2283577" y="12243"/>
                  </a:lnTo>
                  <a:lnTo>
                    <a:pt x="2284648" y="11969"/>
                  </a:lnTo>
                  <a:lnTo>
                    <a:pt x="2285720" y="11699"/>
                  </a:lnTo>
                  <a:lnTo>
                    <a:pt x="2286791" y="11432"/>
                  </a:lnTo>
                  <a:lnTo>
                    <a:pt x="2287863" y="11168"/>
                  </a:lnTo>
                  <a:lnTo>
                    <a:pt x="2288935" y="10907"/>
                  </a:lnTo>
                  <a:lnTo>
                    <a:pt x="2290006" y="10649"/>
                  </a:lnTo>
                  <a:lnTo>
                    <a:pt x="2291078" y="10395"/>
                  </a:lnTo>
                  <a:lnTo>
                    <a:pt x="2292149" y="10144"/>
                  </a:lnTo>
                  <a:lnTo>
                    <a:pt x="2293221" y="9896"/>
                  </a:lnTo>
                  <a:lnTo>
                    <a:pt x="2294293" y="9651"/>
                  </a:lnTo>
                  <a:lnTo>
                    <a:pt x="2295364" y="9410"/>
                  </a:lnTo>
                  <a:lnTo>
                    <a:pt x="2296436" y="9171"/>
                  </a:lnTo>
                  <a:lnTo>
                    <a:pt x="2297507" y="8936"/>
                  </a:lnTo>
                  <a:lnTo>
                    <a:pt x="2298579" y="8704"/>
                  </a:lnTo>
                  <a:lnTo>
                    <a:pt x="2299651" y="8476"/>
                  </a:lnTo>
                  <a:lnTo>
                    <a:pt x="2300722" y="8250"/>
                  </a:lnTo>
                  <a:lnTo>
                    <a:pt x="2301794" y="8028"/>
                  </a:lnTo>
                  <a:lnTo>
                    <a:pt x="2302865" y="7808"/>
                  </a:lnTo>
                  <a:lnTo>
                    <a:pt x="2303937" y="7592"/>
                  </a:lnTo>
                  <a:lnTo>
                    <a:pt x="2305009" y="7379"/>
                  </a:lnTo>
                  <a:lnTo>
                    <a:pt x="2306080" y="7169"/>
                  </a:lnTo>
                  <a:lnTo>
                    <a:pt x="2307152" y="6963"/>
                  </a:lnTo>
                  <a:lnTo>
                    <a:pt x="2308223" y="6759"/>
                  </a:lnTo>
                  <a:lnTo>
                    <a:pt x="2309295" y="6559"/>
                  </a:lnTo>
                  <a:lnTo>
                    <a:pt x="2310366" y="6362"/>
                  </a:lnTo>
                  <a:lnTo>
                    <a:pt x="2311438" y="6167"/>
                  </a:lnTo>
                  <a:lnTo>
                    <a:pt x="2312510" y="5976"/>
                  </a:lnTo>
                  <a:lnTo>
                    <a:pt x="2313581" y="5788"/>
                  </a:lnTo>
                  <a:lnTo>
                    <a:pt x="2314653" y="5604"/>
                  </a:lnTo>
                  <a:lnTo>
                    <a:pt x="2315724" y="5422"/>
                  </a:lnTo>
                  <a:lnTo>
                    <a:pt x="2316796" y="5243"/>
                  </a:lnTo>
                  <a:lnTo>
                    <a:pt x="2317868" y="5068"/>
                  </a:lnTo>
                  <a:lnTo>
                    <a:pt x="2318939" y="4895"/>
                  </a:lnTo>
                  <a:lnTo>
                    <a:pt x="2320011" y="4726"/>
                  </a:lnTo>
                  <a:lnTo>
                    <a:pt x="2321082" y="4560"/>
                  </a:lnTo>
                  <a:lnTo>
                    <a:pt x="2322154" y="4397"/>
                  </a:lnTo>
                  <a:lnTo>
                    <a:pt x="2323226" y="4237"/>
                  </a:lnTo>
                  <a:lnTo>
                    <a:pt x="2324297" y="4080"/>
                  </a:lnTo>
                  <a:lnTo>
                    <a:pt x="2325369" y="3926"/>
                  </a:lnTo>
                  <a:lnTo>
                    <a:pt x="2326440" y="3775"/>
                  </a:lnTo>
                  <a:lnTo>
                    <a:pt x="2327512" y="3627"/>
                  </a:lnTo>
                  <a:lnTo>
                    <a:pt x="2328584" y="3482"/>
                  </a:lnTo>
                  <a:lnTo>
                    <a:pt x="2329655" y="3340"/>
                  </a:lnTo>
                  <a:lnTo>
                    <a:pt x="2330727" y="3201"/>
                  </a:lnTo>
                  <a:lnTo>
                    <a:pt x="2331798" y="3066"/>
                  </a:lnTo>
                  <a:lnTo>
                    <a:pt x="2332870" y="2933"/>
                  </a:lnTo>
                  <a:lnTo>
                    <a:pt x="2333942" y="2803"/>
                  </a:lnTo>
                  <a:lnTo>
                    <a:pt x="2335013" y="2676"/>
                  </a:lnTo>
                  <a:lnTo>
                    <a:pt x="2336085" y="2553"/>
                  </a:lnTo>
                  <a:lnTo>
                    <a:pt x="2337156" y="2432"/>
                  </a:lnTo>
                  <a:lnTo>
                    <a:pt x="2338228" y="2314"/>
                  </a:lnTo>
                  <a:lnTo>
                    <a:pt x="2339300" y="2200"/>
                  </a:lnTo>
                  <a:lnTo>
                    <a:pt x="2340371" y="2088"/>
                  </a:lnTo>
                  <a:lnTo>
                    <a:pt x="2341443" y="1979"/>
                  </a:lnTo>
                  <a:lnTo>
                    <a:pt x="2342514" y="1874"/>
                  </a:lnTo>
                  <a:lnTo>
                    <a:pt x="2343586" y="1771"/>
                  </a:lnTo>
                  <a:lnTo>
                    <a:pt x="2344658" y="1671"/>
                  </a:lnTo>
                  <a:lnTo>
                    <a:pt x="2345729" y="1574"/>
                  </a:lnTo>
                  <a:lnTo>
                    <a:pt x="2346801" y="1480"/>
                  </a:lnTo>
                  <a:lnTo>
                    <a:pt x="2347872" y="1389"/>
                  </a:lnTo>
                  <a:lnTo>
                    <a:pt x="2348944" y="1301"/>
                  </a:lnTo>
                  <a:lnTo>
                    <a:pt x="2350016" y="1216"/>
                  </a:lnTo>
                  <a:lnTo>
                    <a:pt x="2351087" y="1134"/>
                  </a:lnTo>
                  <a:lnTo>
                    <a:pt x="2352159" y="1055"/>
                  </a:lnTo>
                  <a:lnTo>
                    <a:pt x="2353230" y="978"/>
                  </a:lnTo>
                  <a:lnTo>
                    <a:pt x="2354302" y="905"/>
                  </a:lnTo>
                  <a:lnTo>
                    <a:pt x="2355374" y="834"/>
                  </a:lnTo>
                  <a:lnTo>
                    <a:pt x="2356445" y="767"/>
                  </a:lnTo>
                  <a:lnTo>
                    <a:pt x="2357517" y="702"/>
                  </a:lnTo>
                  <a:lnTo>
                    <a:pt x="2358588" y="640"/>
                  </a:lnTo>
                  <a:lnTo>
                    <a:pt x="2359660" y="581"/>
                  </a:lnTo>
                  <a:lnTo>
                    <a:pt x="2360732" y="525"/>
                  </a:lnTo>
                  <a:lnTo>
                    <a:pt x="2361803" y="472"/>
                  </a:lnTo>
                  <a:lnTo>
                    <a:pt x="2362875" y="422"/>
                  </a:lnTo>
                  <a:lnTo>
                    <a:pt x="2363946" y="374"/>
                  </a:lnTo>
                  <a:lnTo>
                    <a:pt x="2365018" y="330"/>
                  </a:lnTo>
                  <a:lnTo>
                    <a:pt x="2366090" y="288"/>
                  </a:lnTo>
                  <a:lnTo>
                    <a:pt x="2367161" y="249"/>
                  </a:lnTo>
                  <a:lnTo>
                    <a:pt x="2368233" y="213"/>
                  </a:lnTo>
                  <a:lnTo>
                    <a:pt x="2369304" y="180"/>
                  </a:lnTo>
                  <a:lnTo>
                    <a:pt x="2370376" y="149"/>
                  </a:lnTo>
                  <a:lnTo>
                    <a:pt x="2371448" y="122"/>
                  </a:lnTo>
                  <a:lnTo>
                    <a:pt x="2372519" y="97"/>
                  </a:lnTo>
                  <a:lnTo>
                    <a:pt x="2373591" y="75"/>
                  </a:lnTo>
                  <a:lnTo>
                    <a:pt x="2374662" y="56"/>
                  </a:lnTo>
                  <a:lnTo>
                    <a:pt x="2375734" y="40"/>
                  </a:lnTo>
                  <a:lnTo>
                    <a:pt x="2376806" y="26"/>
                  </a:lnTo>
                  <a:lnTo>
                    <a:pt x="2377877" y="15"/>
                  </a:lnTo>
                  <a:lnTo>
                    <a:pt x="2378949" y="7"/>
                  </a:lnTo>
                  <a:lnTo>
                    <a:pt x="2380020" y="2"/>
                  </a:lnTo>
                  <a:lnTo>
                    <a:pt x="2381092" y="0"/>
                  </a:lnTo>
                  <a:lnTo>
                    <a:pt x="2382164" y="0"/>
                  </a:lnTo>
                  <a:lnTo>
                    <a:pt x="2383235" y="3"/>
                  </a:lnTo>
                  <a:lnTo>
                    <a:pt x="2384307" y="9"/>
                  </a:lnTo>
                  <a:lnTo>
                    <a:pt x="2385378" y="17"/>
                  </a:lnTo>
                  <a:lnTo>
                    <a:pt x="2386450" y="28"/>
                  </a:lnTo>
                  <a:lnTo>
                    <a:pt x="2387522" y="42"/>
                  </a:lnTo>
                  <a:lnTo>
                    <a:pt x="2388593" y="59"/>
                  </a:lnTo>
                  <a:lnTo>
                    <a:pt x="2389665" y="79"/>
                  </a:lnTo>
                  <a:lnTo>
                    <a:pt x="2390736" y="101"/>
                  </a:lnTo>
                  <a:lnTo>
                    <a:pt x="2391808" y="126"/>
                  </a:lnTo>
                  <a:lnTo>
                    <a:pt x="2392880" y="153"/>
                  </a:lnTo>
                  <a:lnTo>
                    <a:pt x="2393951" y="183"/>
                  </a:lnTo>
                  <a:lnTo>
                    <a:pt x="2395023" y="216"/>
                  </a:lnTo>
                  <a:lnTo>
                    <a:pt x="2396094" y="252"/>
                  </a:lnTo>
                  <a:lnTo>
                    <a:pt x="2397166" y="290"/>
                  </a:lnTo>
                  <a:lnTo>
                    <a:pt x="2398238" y="331"/>
                  </a:lnTo>
                  <a:lnTo>
                    <a:pt x="2399309" y="375"/>
                  </a:lnTo>
                  <a:lnTo>
                    <a:pt x="2400381" y="421"/>
                  </a:lnTo>
                  <a:lnTo>
                    <a:pt x="2401452" y="470"/>
                  </a:lnTo>
                  <a:lnTo>
                    <a:pt x="2402524" y="521"/>
                  </a:lnTo>
                  <a:lnTo>
                    <a:pt x="2403596" y="576"/>
                  </a:lnTo>
                  <a:lnTo>
                    <a:pt x="2404667" y="632"/>
                  </a:lnTo>
                  <a:lnTo>
                    <a:pt x="2405739" y="692"/>
                  </a:lnTo>
                  <a:lnTo>
                    <a:pt x="2406810" y="754"/>
                  </a:lnTo>
                  <a:lnTo>
                    <a:pt x="2407882" y="818"/>
                  </a:lnTo>
                  <a:lnTo>
                    <a:pt x="2408954" y="886"/>
                  </a:lnTo>
                  <a:lnTo>
                    <a:pt x="2410025" y="956"/>
                  </a:lnTo>
                  <a:lnTo>
                    <a:pt x="2411097" y="1028"/>
                  </a:lnTo>
                  <a:lnTo>
                    <a:pt x="2412168" y="1103"/>
                  </a:lnTo>
                  <a:lnTo>
                    <a:pt x="2413240" y="1181"/>
                  </a:lnTo>
                  <a:lnTo>
                    <a:pt x="2414312" y="1261"/>
                  </a:lnTo>
                  <a:lnTo>
                    <a:pt x="2415383" y="1344"/>
                  </a:lnTo>
                  <a:lnTo>
                    <a:pt x="2416455" y="1429"/>
                  </a:lnTo>
                  <a:lnTo>
                    <a:pt x="2417526" y="1517"/>
                  </a:lnTo>
                  <a:lnTo>
                    <a:pt x="2418598" y="1607"/>
                  </a:lnTo>
                  <a:lnTo>
                    <a:pt x="2419670" y="1700"/>
                  </a:lnTo>
                  <a:lnTo>
                    <a:pt x="2420741" y="1795"/>
                  </a:lnTo>
                  <a:lnTo>
                    <a:pt x="2421813" y="1893"/>
                  </a:lnTo>
                  <a:lnTo>
                    <a:pt x="2422884" y="1994"/>
                  </a:lnTo>
                  <a:lnTo>
                    <a:pt x="2423956" y="2097"/>
                  </a:lnTo>
                  <a:lnTo>
                    <a:pt x="2425028" y="2203"/>
                  </a:lnTo>
                  <a:lnTo>
                    <a:pt x="2426099" y="2311"/>
                  </a:lnTo>
                  <a:lnTo>
                    <a:pt x="2427171" y="2421"/>
                  </a:lnTo>
                  <a:lnTo>
                    <a:pt x="2428242" y="2534"/>
                  </a:lnTo>
                  <a:lnTo>
                    <a:pt x="2429314" y="2649"/>
                  </a:lnTo>
                  <a:lnTo>
                    <a:pt x="2430386" y="2767"/>
                  </a:lnTo>
                  <a:lnTo>
                    <a:pt x="2431457" y="2888"/>
                  </a:lnTo>
                  <a:lnTo>
                    <a:pt x="2432529" y="3011"/>
                  </a:lnTo>
                  <a:lnTo>
                    <a:pt x="2433600" y="3136"/>
                  </a:lnTo>
                  <a:lnTo>
                    <a:pt x="2434672" y="3264"/>
                  </a:lnTo>
                  <a:lnTo>
                    <a:pt x="2435744" y="3394"/>
                  </a:lnTo>
                  <a:lnTo>
                    <a:pt x="2436815" y="3527"/>
                  </a:lnTo>
                  <a:lnTo>
                    <a:pt x="2437887" y="3662"/>
                  </a:lnTo>
                  <a:lnTo>
                    <a:pt x="2438958" y="3799"/>
                  </a:lnTo>
                  <a:lnTo>
                    <a:pt x="2440030" y="3939"/>
                  </a:lnTo>
                  <a:lnTo>
                    <a:pt x="2441102" y="4081"/>
                  </a:lnTo>
                  <a:lnTo>
                    <a:pt x="2442173" y="4226"/>
                  </a:lnTo>
                  <a:lnTo>
                    <a:pt x="2443245" y="4373"/>
                  </a:lnTo>
                  <a:lnTo>
                    <a:pt x="2444316" y="4522"/>
                  </a:lnTo>
                  <a:lnTo>
                    <a:pt x="2445388" y="4674"/>
                  </a:lnTo>
                  <a:lnTo>
                    <a:pt x="2446460" y="4828"/>
                  </a:lnTo>
                  <a:lnTo>
                    <a:pt x="2447531" y="4985"/>
                  </a:lnTo>
                  <a:lnTo>
                    <a:pt x="2448603" y="5144"/>
                  </a:lnTo>
                  <a:lnTo>
                    <a:pt x="2449674" y="5305"/>
                  </a:lnTo>
                  <a:lnTo>
                    <a:pt x="2450746" y="5469"/>
                  </a:lnTo>
                  <a:lnTo>
                    <a:pt x="2451818" y="5635"/>
                  </a:lnTo>
                  <a:lnTo>
                    <a:pt x="2452889" y="5803"/>
                  </a:lnTo>
                  <a:lnTo>
                    <a:pt x="2453961" y="5974"/>
                  </a:lnTo>
                  <a:lnTo>
                    <a:pt x="2455032" y="6146"/>
                  </a:lnTo>
                  <a:lnTo>
                    <a:pt x="2456104" y="6322"/>
                  </a:lnTo>
                  <a:lnTo>
                    <a:pt x="2457176" y="6499"/>
                  </a:lnTo>
                  <a:lnTo>
                    <a:pt x="2458247" y="6679"/>
                  </a:lnTo>
                  <a:lnTo>
                    <a:pt x="2459319" y="6861"/>
                  </a:lnTo>
                  <a:lnTo>
                    <a:pt x="2460390" y="7045"/>
                  </a:lnTo>
                  <a:lnTo>
                    <a:pt x="2461462" y="7232"/>
                  </a:lnTo>
                  <a:lnTo>
                    <a:pt x="2462534" y="7421"/>
                  </a:lnTo>
                  <a:lnTo>
                    <a:pt x="2463605" y="7612"/>
                  </a:lnTo>
                  <a:lnTo>
                    <a:pt x="2464677" y="7805"/>
                  </a:lnTo>
                  <a:lnTo>
                    <a:pt x="2465748" y="8001"/>
                  </a:lnTo>
                  <a:lnTo>
                    <a:pt x="2466820" y="8199"/>
                  </a:lnTo>
                  <a:lnTo>
                    <a:pt x="2467892" y="8399"/>
                  </a:lnTo>
                  <a:lnTo>
                    <a:pt x="2468963" y="8601"/>
                  </a:lnTo>
                  <a:lnTo>
                    <a:pt x="2470035" y="8806"/>
                  </a:lnTo>
                  <a:lnTo>
                    <a:pt x="2471106" y="9013"/>
                  </a:lnTo>
                  <a:lnTo>
                    <a:pt x="2472178" y="9222"/>
                  </a:lnTo>
                  <a:lnTo>
                    <a:pt x="2473250" y="9433"/>
                  </a:lnTo>
                  <a:lnTo>
                    <a:pt x="2474321" y="9646"/>
                  </a:lnTo>
                  <a:lnTo>
                    <a:pt x="2475393" y="9862"/>
                  </a:lnTo>
                  <a:lnTo>
                    <a:pt x="2476464" y="10079"/>
                  </a:lnTo>
                  <a:lnTo>
                    <a:pt x="2477536" y="10299"/>
                  </a:lnTo>
                  <a:lnTo>
                    <a:pt x="2478608" y="10521"/>
                  </a:lnTo>
                  <a:lnTo>
                    <a:pt x="2479679" y="10745"/>
                  </a:lnTo>
                  <a:lnTo>
                    <a:pt x="2480751" y="10972"/>
                  </a:lnTo>
                  <a:lnTo>
                    <a:pt x="2481822" y="11200"/>
                  </a:lnTo>
                  <a:lnTo>
                    <a:pt x="2482894" y="11431"/>
                  </a:lnTo>
                  <a:lnTo>
                    <a:pt x="2483966" y="11664"/>
                  </a:lnTo>
                  <a:lnTo>
                    <a:pt x="2485037" y="11898"/>
                  </a:lnTo>
                  <a:lnTo>
                    <a:pt x="2486109" y="12135"/>
                  </a:lnTo>
                  <a:lnTo>
                    <a:pt x="2487180" y="12374"/>
                  </a:lnTo>
                  <a:lnTo>
                    <a:pt x="2488252" y="12615"/>
                  </a:lnTo>
                  <a:lnTo>
                    <a:pt x="2489323" y="12859"/>
                  </a:lnTo>
                  <a:lnTo>
                    <a:pt x="2490395" y="13104"/>
                  </a:lnTo>
                  <a:lnTo>
                    <a:pt x="2491467" y="13351"/>
                  </a:lnTo>
                  <a:lnTo>
                    <a:pt x="2492538" y="13601"/>
                  </a:lnTo>
                  <a:lnTo>
                    <a:pt x="2493610" y="13852"/>
                  </a:lnTo>
                  <a:lnTo>
                    <a:pt x="2494681" y="14106"/>
                  </a:lnTo>
                  <a:lnTo>
                    <a:pt x="2495753" y="14361"/>
                  </a:lnTo>
                  <a:lnTo>
                    <a:pt x="2496825" y="14619"/>
                  </a:lnTo>
                  <a:lnTo>
                    <a:pt x="2497896" y="14879"/>
                  </a:lnTo>
                  <a:lnTo>
                    <a:pt x="2498968" y="15140"/>
                  </a:lnTo>
                  <a:lnTo>
                    <a:pt x="2500039" y="15404"/>
                  </a:lnTo>
                  <a:lnTo>
                    <a:pt x="2501111" y="15670"/>
                  </a:lnTo>
                  <a:lnTo>
                    <a:pt x="2502183" y="15937"/>
                  </a:lnTo>
                  <a:lnTo>
                    <a:pt x="2503254" y="16207"/>
                  </a:lnTo>
                  <a:lnTo>
                    <a:pt x="2504326" y="16479"/>
                  </a:lnTo>
                  <a:lnTo>
                    <a:pt x="2505397" y="16752"/>
                  </a:lnTo>
                  <a:lnTo>
                    <a:pt x="2506469" y="17028"/>
                  </a:lnTo>
                  <a:lnTo>
                    <a:pt x="2507541" y="17305"/>
                  </a:lnTo>
                  <a:lnTo>
                    <a:pt x="2508612" y="17585"/>
                  </a:lnTo>
                  <a:lnTo>
                    <a:pt x="2509684" y="17866"/>
                  </a:lnTo>
                  <a:lnTo>
                    <a:pt x="2510755" y="18150"/>
                  </a:lnTo>
                  <a:lnTo>
                    <a:pt x="2511827" y="18435"/>
                  </a:lnTo>
                  <a:lnTo>
                    <a:pt x="2512899" y="18722"/>
                  </a:lnTo>
                  <a:lnTo>
                    <a:pt x="2513970" y="19012"/>
                  </a:lnTo>
                  <a:lnTo>
                    <a:pt x="2515042" y="19303"/>
                  </a:lnTo>
                  <a:lnTo>
                    <a:pt x="2516113" y="19596"/>
                  </a:lnTo>
                  <a:lnTo>
                    <a:pt x="2517185" y="19891"/>
                  </a:lnTo>
                  <a:lnTo>
                    <a:pt x="2518257" y="20187"/>
                  </a:lnTo>
                  <a:lnTo>
                    <a:pt x="2519328" y="20486"/>
                  </a:lnTo>
                  <a:lnTo>
                    <a:pt x="2520400" y="20787"/>
                  </a:lnTo>
                  <a:lnTo>
                    <a:pt x="2521471" y="21089"/>
                  </a:lnTo>
                  <a:lnTo>
                    <a:pt x="2522543" y="21393"/>
                  </a:lnTo>
                  <a:lnTo>
                    <a:pt x="2523615" y="21699"/>
                  </a:lnTo>
                  <a:lnTo>
                    <a:pt x="2524686" y="22007"/>
                  </a:lnTo>
                  <a:lnTo>
                    <a:pt x="2525758" y="22317"/>
                  </a:lnTo>
                  <a:lnTo>
                    <a:pt x="2526829" y="22629"/>
                  </a:lnTo>
                  <a:lnTo>
                    <a:pt x="2527901" y="22942"/>
                  </a:lnTo>
                  <a:lnTo>
                    <a:pt x="2528973" y="23258"/>
                  </a:lnTo>
                  <a:lnTo>
                    <a:pt x="2530044" y="23575"/>
                  </a:lnTo>
                  <a:lnTo>
                    <a:pt x="2531116" y="23894"/>
                  </a:lnTo>
                  <a:lnTo>
                    <a:pt x="2532187" y="24214"/>
                  </a:lnTo>
                  <a:lnTo>
                    <a:pt x="2533259" y="24537"/>
                  </a:lnTo>
                  <a:lnTo>
                    <a:pt x="2534331" y="24861"/>
                  </a:lnTo>
                  <a:lnTo>
                    <a:pt x="2535402" y="25187"/>
                  </a:lnTo>
                  <a:lnTo>
                    <a:pt x="2536474" y="25515"/>
                  </a:lnTo>
                  <a:lnTo>
                    <a:pt x="2537545" y="25844"/>
                  </a:lnTo>
                  <a:lnTo>
                    <a:pt x="2538617" y="26175"/>
                  </a:lnTo>
                  <a:lnTo>
                    <a:pt x="2539689" y="26509"/>
                  </a:lnTo>
                  <a:lnTo>
                    <a:pt x="2540760" y="26843"/>
                  </a:lnTo>
                  <a:lnTo>
                    <a:pt x="2541832" y="27180"/>
                  </a:lnTo>
                  <a:lnTo>
                    <a:pt x="2542903" y="27518"/>
                  </a:lnTo>
                  <a:lnTo>
                    <a:pt x="2543975" y="27858"/>
                  </a:lnTo>
                  <a:lnTo>
                    <a:pt x="2545047" y="28199"/>
                  </a:lnTo>
                  <a:lnTo>
                    <a:pt x="2546118" y="28543"/>
                  </a:lnTo>
                  <a:lnTo>
                    <a:pt x="2547190" y="28888"/>
                  </a:lnTo>
                  <a:lnTo>
                    <a:pt x="2548261" y="29234"/>
                  </a:lnTo>
                  <a:lnTo>
                    <a:pt x="2549333" y="29583"/>
                  </a:lnTo>
                  <a:lnTo>
                    <a:pt x="2550405" y="29933"/>
                  </a:lnTo>
                  <a:lnTo>
                    <a:pt x="2551476" y="30284"/>
                  </a:lnTo>
                  <a:lnTo>
                    <a:pt x="2552548" y="30638"/>
                  </a:lnTo>
                  <a:lnTo>
                    <a:pt x="2553619" y="30993"/>
                  </a:lnTo>
                  <a:lnTo>
                    <a:pt x="2554691" y="31349"/>
                  </a:lnTo>
                  <a:lnTo>
                    <a:pt x="2555763" y="31707"/>
                  </a:lnTo>
                  <a:lnTo>
                    <a:pt x="2556834" y="32067"/>
                  </a:lnTo>
                  <a:lnTo>
                    <a:pt x="2557906" y="32429"/>
                  </a:lnTo>
                  <a:lnTo>
                    <a:pt x="2558977" y="32792"/>
                  </a:lnTo>
                  <a:lnTo>
                    <a:pt x="2560049" y="33156"/>
                  </a:lnTo>
                  <a:lnTo>
                    <a:pt x="2561121" y="33523"/>
                  </a:lnTo>
                  <a:lnTo>
                    <a:pt x="2562192" y="33890"/>
                  </a:lnTo>
                  <a:lnTo>
                    <a:pt x="2563264" y="34260"/>
                  </a:lnTo>
                  <a:lnTo>
                    <a:pt x="2564335" y="34631"/>
                  </a:lnTo>
                  <a:lnTo>
                    <a:pt x="2565407" y="35003"/>
                  </a:lnTo>
                  <a:lnTo>
                    <a:pt x="2566479" y="35377"/>
                  </a:lnTo>
                  <a:lnTo>
                    <a:pt x="2567550" y="35753"/>
                  </a:lnTo>
                  <a:lnTo>
                    <a:pt x="2568622" y="36130"/>
                  </a:lnTo>
                  <a:lnTo>
                    <a:pt x="2569693" y="36509"/>
                  </a:lnTo>
                  <a:lnTo>
                    <a:pt x="2570765" y="36889"/>
                  </a:lnTo>
                  <a:lnTo>
                    <a:pt x="2571837" y="37271"/>
                  </a:lnTo>
                  <a:lnTo>
                    <a:pt x="2572908" y="37654"/>
                  </a:lnTo>
                  <a:lnTo>
                    <a:pt x="2573980" y="38039"/>
                  </a:lnTo>
                  <a:lnTo>
                    <a:pt x="2575051" y="38425"/>
                  </a:lnTo>
                  <a:lnTo>
                    <a:pt x="2576123" y="38812"/>
                  </a:lnTo>
                  <a:lnTo>
                    <a:pt x="2577195" y="39202"/>
                  </a:lnTo>
                  <a:lnTo>
                    <a:pt x="2578266" y="39592"/>
                  </a:lnTo>
                  <a:lnTo>
                    <a:pt x="2579338" y="39984"/>
                  </a:lnTo>
                  <a:lnTo>
                    <a:pt x="2580409" y="40378"/>
                  </a:lnTo>
                  <a:lnTo>
                    <a:pt x="2581481" y="40773"/>
                  </a:lnTo>
                  <a:lnTo>
                    <a:pt x="2582553" y="41169"/>
                  </a:lnTo>
                  <a:lnTo>
                    <a:pt x="2583624" y="41567"/>
                  </a:lnTo>
                  <a:lnTo>
                    <a:pt x="2584696" y="41967"/>
                  </a:lnTo>
                  <a:lnTo>
                    <a:pt x="2585767" y="42367"/>
                  </a:lnTo>
                  <a:lnTo>
                    <a:pt x="2586839" y="42769"/>
                  </a:lnTo>
                  <a:lnTo>
                    <a:pt x="2587911" y="43173"/>
                  </a:lnTo>
                  <a:lnTo>
                    <a:pt x="2588982" y="43578"/>
                  </a:lnTo>
                  <a:lnTo>
                    <a:pt x="2590054" y="43984"/>
                  </a:lnTo>
                  <a:lnTo>
                    <a:pt x="2591125" y="44392"/>
                  </a:lnTo>
                  <a:lnTo>
                    <a:pt x="2592197" y="44801"/>
                  </a:lnTo>
                  <a:lnTo>
                    <a:pt x="2593269" y="45211"/>
                  </a:lnTo>
                  <a:lnTo>
                    <a:pt x="2594340" y="45623"/>
                  </a:lnTo>
                  <a:lnTo>
                    <a:pt x="2595412" y="46036"/>
                  </a:lnTo>
                  <a:lnTo>
                    <a:pt x="2596483" y="46451"/>
                  </a:lnTo>
                  <a:lnTo>
                    <a:pt x="2597555" y="46866"/>
                  </a:lnTo>
                  <a:lnTo>
                    <a:pt x="2598627" y="47283"/>
                  </a:lnTo>
                  <a:lnTo>
                    <a:pt x="2599698" y="47702"/>
                  </a:lnTo>
                  <a:lnTo>
                    <a:pt x="2600770" y="48122"/>
                  </a:lnTo>
                  <a:lnTo>
                    <a:pt x="2601841" y="48543"/>
                  </a:lnTo>
                  <a:lnTo>
                    <a:pt x="2602913" y="48965"/>
                  </a:lnTo>
                  <a:lnTo>
                    <a:pt x="2603985" y="49389"/>
                  </a:lnTo>
                  <a:lnTo>
                    <a:pt x="2605056" y="49814"/>
                  </a:lnTo>
                  <a:lnTo>
                    <a:pt x="2606128" y="50240"/>
                  </a:lnTo>
                  <a:lnTo>
                    <a:pt x="2607199" y="50667"/>
                  </a:lnTo>
                  <a:lnTo>
                    <a:pt x="2608271" y="51096"/>
                  </a:lnTo>
                  <a:lnTo>
                    <a:pt x="2609343" y="51526"/>
                  </a:lnTo>
                  <a:lnTo>
                    <a:pt x="2610414" y="51957"/>
                  </a:lnTo>
                  <a:lnTo>
                    <a:pt x="2611486" y="52389"/>
                  </a:lnTo>
                  <a:lnTo>
                    <a:pt x="2612557" y="52823"/>
                  </a:lnTo>
                  <a:lnTo>
                    <a:pt x="2613629" y="53258"/>
                  </a:lnTo>
                  <a:lnTo>
                    <a:pt x="2614701" y="53694"/>
                  </a:lnTo>
                  <a:lnTo>
                    <a:pt x="2615772" y="54131"/>
                  </a:lnTo>
                  <a:lnTo>
                    <a:pt x="2616844" y="54570"/>
                  </a:lnTo>
                  <a:lnTo>
                    <a:pt x="2617915" y="55009"/>
                  </a:lnTo>
                  <a:lnTo>
                    <a:pt x="2618987" y="55450"/>
                  </a:lnTo>
                  <a:lnTo>
                    <a:pt x="2620059" y="55892"/>
                  </a:lnTo>
                  <a:lnTo>
                    <a:pt x="2621130" y="56335"/>
                  </a:lnTo>
                  <a:lnTo>
                    <a:pt x="2622202" y="56780"/>
                  </a:lnTo>
                  <a:lnTo>
                    <a:pt x="2623273" y="57225"/>
                  </a:lnTo>
                  <a:lnTo>
                    <a:pt x="2624345" y="57672"/>
                  </a:lnTo>
                  <a:lnTo>
                    <a:pt x="2625417" y="58120"/>
                  </a:lnTo>
                  <a:lnTo>
                    <a:pt x="2626488" y="58569"/>
                  </a:lnTo>
                  <a:lnTo>
                    <a:pt x="2627560" y="59019"/>
                  </a:lnTo>
                  <a:lnTo>
                    <a:pt x="2628631" y="59470"/>
                  </a:lnTo>
                  <a:lnTo>
                    <a:pt x="2629703" y="59922"/>
                  </a:lnTo>
                  <a:lnTo>
                    <a:pt x="2630775" y="60375"/>
                  </a:lnTo>
                  <a:lnTo>
                    <a:pt x="2631846" y="60830"/>
                  </a:lnTo>
                  <a:lnTo>
                    <a:pt x="2632918" y="61285"/>
                  </a:lnTo>
                  <a:lnTo>
                    <a:pt x="2633989" y="61742"/>
                  </a:lnTo>
                  <a:lnTo>
                    <a:pt x="2635061" y="62200"/>
                  </a:lnTo>
                  <a:lnTo>
                    <a:pt x="2636133" y="62658"/>
                  </a:lnTo>
                  <a:lnTo>
                    <a:pt x="2637204" y="63118"/>
                  </a:lnTo>
                  <a:lnTo>
                    <a:pt x="2638276" y="63579"/>
                  </a:lnTo>
                  <a:lnTo>
                    <a:pt x="2639347" y="64041"/>
                  </a:lnTo>
                  <a:lnTo>
                    <a:pt x="2640419" y="64504"/>
                  </a:lnTo>
                  <a:lnTo>
                    <a:pt x="2641491" y="64968"/>
                  </a:lnTo>
                  <a:lnTo>
                    <a:pt x="2642562" y="65432"/>
                  </a:lnTo>
                  <a:lnTo>
                    <a:pt x="2643634" y="65898"/>
                  </a:lnTo>
                  <a:lnTo>
                    <a:pt x="2644705" y="66365"/>
                  </a:lnTo>
                  <a:lnTo>
                    <a:pt x="2645777" y="66833"/>
                  </a:lnTo>
                  <a:lnTo>
                    <a:pt x="2646849" y="67302"/>
                  </a:lnTo>
                  <a:lnTo>
                    <a:pt x="2647920" y="67772"/>
                  </a:lnTo>
                  <a:lnTo>
                    <a:pt x="2648992" y="68243"/>
                  </a:lnTo>
                  <a:lnTo>
                    <a:pt x="2650063" y="68715"/>
                  </a:lnTo>
                  <a:lnTo>
                    <a:pt x="2651135" y="69188"/>
                  </a:lnTo>
                  <a:lnTo>
                    <a:pt x="2652207" y="69661"/>
                  </a:lnTo>
                  <a:lnTo>
                    <a:pt x="2653278" y="70136"/>
                  </a:lnTo>
                  <a:lnTo>
                    <a:pt x="2654350" y="70612"/>
                  </a:lnTo>
                  <a:lnTo>
                    <a:pt x="2655421" y="71088"/>
                  </a:lnTo>
                  <a:lnTo>
                    <a:pt x="2656493" y="71566"/>
                  </a:lnTo>
                  <a:lnTo>
                    <a:pt x="2657565" y="72044"/>
                  </a:lnTo>
                  <a:lnTo>
                    <a:pt x="2658636" y="72523"/>
                  </a:lnTo>
                  <a:lnTo>
                    <a:pt x="2659708" y="73003"/>
                  </a:lnTo>
                  <a:lnTo>
                    <a:pt x="2660779" y="73485"/>
                  </a:lnTo>
                  <a:lnTo>
                    <a:pt x="2661851" y="73966"/>
                  </a:lnTo>
                  <a:lnTo>
                    <a:pt x="2662922" y="74449"/>
                  </a:lnTo>
                  <a:lnTo>
                    <a:pt x="2663994" y="74933"/>
                  </a:lnTo>
                  <a:lnTo>
                    <a:pt x="2665066" y="75418"/>
                  </a:lnTo>
                  <a:lnTo>
                    <a:pt x="2666137" y="75903"/>
                  </a:lnTo>
                  <a:lnTo>
                    <a:pt x="2667209" y="76389"/>
                  </a:lnTo>
                  <a:lnTo>
                    <a:pt x="2668280" y="76876"/>
                  </a:lnTo>
                  <a:lnTo>
                    <a:pt x="2669352" y="77364"/>
                  </a:lnTo>
                  <a:lnTo>
                    <a:pt x="2670424" y="77853"/>
                  </a:lnTo>
                  <a:lnTo>
                    <a:pt x="2671495" y="78342"/>
                  </a:lnTo>
                  <a:lnTo>
                    <a:pt x="2672567" y="78833"/>
                  </a:lnTo>
                  <a:lnTo>
                    <a:pt x="2673638" y="79324"/>
                  </a:lnTo>
                  <a:lnTo>
                    <a:pt x="2674710" y="79816"/>
                  </a:lnTo>
                  <a:lnTo>
                    <a:pt x="2675782" y="80309"/>
                  </a:lnTo>
                  <a:lnTo>
                    <a:pt x="2676853" y="80802"/>
                  </a:lnTo>
                  <a:lnTo>
                    <a:pt x="2677925" y="81296"/>
                  </a:lnTo>
                  <a:lnTo>
                    <a:pt x="2678996" y="81792"/>
                  </a:lnTo>
                  <a:lnTo>
                    <a:pt x="2680068" y="82287"/>
                  </a:lnTo>
                  <a:lnTo>
                    <a:pt x="2681140" y="82784"/>
                  </a:lnTo>
                  <a:lnTo>
                    <a:pt x="2682211" y="83281"/>
                  </a:lnTo>
                  <a:lnTo>
                    <a:pt x="2683283" y="83779"/>
                  </a:lnTo>
                  <a:lnTo>
                    <a:pt x="2684354" y="84278"/>
                  </a:lnTo>
                  <a:lnTo>
                    <a:pt x="2685426" y="84777"/>
                  </a:lnTo>
                  <a:lnTo>
                    <a:pt x="2686498" y="85278"/>
                  </a:lnTo>
                  <a:lnTo>
                    <a:pt x="2687569" y="85779"/>
                  </a:lnTo>
                  <a:lnTo>
                    <a:pt x="2688641" y="86280"/>
                  </a:lnTo>
                  <a:lnTo>
                    <a:pt x="2689712" y="86782"/>
                  </a:lnTo>
                  <a:lnTo>
                    <a:pt x="2690784" y="87285"/>
                  </a:lnTo>
                  <a:lnTo>
                    <a:pt x="2691856" y="87789"/>
                  </a:lnTo>
                  <a:lnTo>
                    <a:pt x="2692927" y="88293"/>
                  </a:lnTo>
                  <a:lnTo>
                    <a:pt x="2693999" y="88798"/>
                  </a:lnTo>
                  <a:lnTo>
                    <a:pt x="2695070" y="89304"/>
                  </a:lnTo>
                  <a:lnTo>
                    <a:pt x="2696142" y="89810"/>
                  </a:lnTo>
                  <a:lnTo>
                    <a:pt x="2697214" y="90317"/>
                  </a:lnTo>
                  <a:lnTo>
                    <a:pt x="2698285" y="90825"/>
                  </a:lnTo>
                  <a:lnTo>
                    <a:pt x="2699357" y="91333"/>
                  </a:lnTo>
                  <a:lnTo>
                    <a:pt x="2700428" y="91842"/>
                  </a:lnTo>
                  <a:lnTo>
                    <a:pt x="2701500" y="92351"/>
                  </a:lnTo>
                  <a:lnTo>
                    <a:pt x="2702572" y="92861"/>
                  </a:lnTo>
                  <a:lnTo>
                    <a:pt x="2703643" y="93372"/>
                  </a:lnTo>
                  <a:lnTo>
                    <a:pt x="2704715" y="93883"/>
                  </a:lnTo>
                  <a:lnTo>
                    <a:pt x="2705786" y="94395"/>
                  </a:lnTo>
                  <a:lnTo>
                    <a:pt x="2706858" y="94907"/>
                  </a:lnTo>
                  <a:lnTo>
                    <a:pt x="2707930" y="95420"/>
                  </a:lnTo>
                  <a:lnTo>
                    <a:pt x="2709001" y="95934"/>
                  </a:lnTo>
                  <a:lnTo>
                    <a:pt x="2710073" y="96448"/>
                  </a:lnTo>
                  <a:lnTo>
                    <a:pt x="2711144" y="96963"/>
                  </a:lnTo>
                  <a:lnTo>
                    <a:pt x="2712216" y="97478"/>
                  </a:lnTo>
                  <a:lnTo>
                    <a:pt x="2713288" y="97993"/>
                  </a:lnTo>
                  <a:lnTo>
                    <a:pt x="2714359" y="98510"/>
                  </a:lnTo>
                  <a:lnTo>
                    <a:pt x="2715431" y="99026"/>
                  </a:lnTo>
                  <a:lnTo>
                    <a:pt x="2716502" y="99544"/>
                  </a:lnTo>
                  <a:lnTo>
                    <a:pt x="2717574" y="100061"/>
                  </a:lnTo>
                  <a:lnTo>
                    <a:pt x="2718646" y="100580"/>
                  </a:lnTo>
                  <a:lnTo>
                    <a:pt x="2719717" y="101098"/>
                  </a:lnTo>
                  <a:lnTo>
                    <a:pt x="2720789" y="101618"/>
                  </a:lnTo>
                  <a:lnTo>
                    <a:pt x="2721860" y="102137"/>
                  </a:lnTo>
                  <a:lnTo>
                    <a:pt x="2722932" y="102657"/>
                  </a:lnTo>
                  <a:lnTo>
                    <a:pt x="2724004" y="103178"/>
                  </a:lnTo>
                  <a:lnTo>
                    <a:pt x="2725075" y="103699"/>
                  </a:lnTo>
                  <a:lnTo>
                    <a:pt x="2726147" y="104221"/>
                  </a:lnTo>
                  <a:lnTo>
                    <a:pt x="2727218" y="104743"/>
                  </a:lnTo>
                  <a:lnTo>
                    <a:pt x="2728290" y="105265"/>
                  </a:lnTo>
                  <a:lnTo>
                    <a:pt x="2729362" y="105788"/>
                  </a:lnTo>
                  <a:lnTo>
                    <a:pt x="2730433" y="106311"/>
                  </a:lnTo>
                  <a:lnTo>
                    <a:pt x="2731505" y="106835"/>
                  </a:lnTo>
                  <a:lnTo>
                    <a:pt x="2732576" y="107359"/>
                  </a:lnTo>
                  <a:lnTo>
                    <a:pt x="2733648" y="107884"/>
                  </a:lnTo>
                  <a:lnTo>
                    <a:pt x="2734720" y="108409"/>
                  </a:lnTo>
                  <a:lnTo>
                    <a:pt x="2735791" y="108934"/>
                  </a:lnTo>
                  <a:lnTo>
                    <a:pt x="2736863" y="109459"/>
                  </a:lnTo>
                  <a:lnTo>
                    <a:pt x="2737934" y="109986"/>
                  </a:lnTo>
                  <a:lnTo>
                    <a:pt x="2739006" y="110512"/>
                  </a:lnTo>
                  <a:lnTo>
                    <a:pt x="2740078" y="111039"/>
                  </a:lnTo>
                  <a:lnTo>
                    <a:pt x="2741149" y="111566"/>
                  </a:lnTo>
                  <a:lnTo>
                    <a:pt x="2742221" y="112093"/>
                  </a:lnTo>
                  <a:lnTo>
                    <a:pt x="2743292" y="112621"/>
                  </a:lnTo>
                  <a:lnTo>
                    <a:pt x="2744364" y="113149"/>
                  </a:lnTo>
                  <a:lnTo>
                    <a:pt x="2745436" y="113678"/>
                  </a:lnTo>
                  <a:lnTo>
                    <a:pt x="2746507" y="114207"/>
                  </a:lnTo>
                  <a:lnTo>
                    <a:pt x="2747579" y="114736"/>
                  </a:lnTo>
                  <a:lnTo>
                    <a:pt x="2748650" y="115265"/>
                  </a:lnTo>
                  <a:lnTo>
                    <a:pt x="2749722" y="115795"/>
                  </a:lnTo>
                  <a:lnTo>
                    <a:pt x="2750794" y="116325"/>
                  </a:lnTo>
                  <a:lnTo>
                    <a:pt x="2751865" y="116855"/>
                  </a:lnTo>
                  <a:lnTo>
                    <a:pt x="2752937" y="117386"/>
                  </a:lnTo>
                  <a:lnTo>
                    <a:pt x="2754008" y="117916"/>
                  </a:lnTo>
                  <a:lnTo>
                    <a:pt x="2755080" y="118448"/>
                  </a:lnTo>
                  <a:lnTo>
                    <a:pt x="2756152" y="118979"/>
                  </a:lnTo>
                  <a:lnTo>
                    <a:pt x="2757223" y="119511"/>
                  </a:lnTo>
                  <a:lnTo>
                    <a:pt x="2758295" y="120042"/>
                  </a:lnTo>
                  <a:lnTo>
                    <a:pt x="2759366" y="120575"/>
                  </a:lnTo>
                  <a:lnTo>
                    <a:pt x="2760438" y="121107"/>
                  </a:lnTo>
                  <a:lnTo>
                    <a:pt x="2761510" y="121639"/>
                  </a:lnTo>
                  <a:lnTo>
                    <a:pt x="2762581" y="122172"/>
                  </a:lnTo>
                  <a:lnTo>
                    <a:pt x="2763653" y="122705"/>
                  </a:lnTo>
                  <a:lnTo>
                    <a:pt x="2764724" y="123238"/>
                  </a:lnTo>
                  <a:lnTo>
                    <a:pt x="2765796" y="123772"/>
                  </a:lnTo>
                  <a:lnTo>
                    <a:pt x="2766868" y="124305"/>
                  </a:lnTo>
                  <a:lnTo>
                    <a:pt x="2767939" y="124839"/>
                  </a:lnTo>
                  <a:lnTo>
                    <a:pt x="2769011" y="125373"/>
                  </a:lnTo>
                  <a:lnTo>
                    <a:pt x="2770082" y="125907"/>
                  </a:lnTo>
                  <a:lnTo>
                    <a:pt x="2771154" y="126442"/>
                  </a:lnTo>
                  <a:lnTo>
                    <a:pt x="2772226" y="126976"/>
                  </a:lnTo>
                  <a:lnTo>
                    <a:pt x="2773297" y="127511"/>
                  </a:lnTo>
                  <a:lnTo>
                    <a:pt x="2774369" y="128046"/>
                  </a:lnTo>
                  <a:lnTo>
                    <a:pt x="2775440" y="128580"/>
                  </a:lnTo>
                  <a:lnTo>
                    <a:pt x="2776512" y="129116"/>
                  </a:lnTo>
                  <a:lnTo>
                    <a:pt x="2777584" y="129651"/>
                  </a:lnTo>
                  <a:lnTo>
                    <a:pt x="2778655" y="130186"/>
                  </a:lnTo>
                  <a:lnTo>
                    <a:pt x="2779727" y="130721"/>
                  </a:lnTo>
                  <a:lnTo>
                    <a:pt x="2780798" y="131257"/>
                  </a:lnTo>
                  <a:lnTo>
                    <a:pt x="2781870" y="131793"/>
                  </a:lnTo>
                  <a:lnTo>
                    <a:pt x="2782942" y="132328"/>
                  </a:lnTo>
                  <a:lnTo>
                    <a:pt x="2784013" y="132864"/>
                  </a:lnTo>
                  <a:lnTo>
                    <a:pt x="2785085" y="133400"/>
                  </a:lnTo>
                  <a:lnTo>
                    <a:pt x="2786156" y="133936"/>
                  </a:lnTo>
                  <a:lnTo>
                    <a:pt x="2787228" y="134472"/>
                  </a:lnTo>
                  <a:lnTo>
                    <a:pt x="2788300" y="135008"/>
                  </a:lnTo>
                  <a:lnTo>
                    <a:pt x="2789371" y="135544"/>
                  </a:lnTo>
                  <a:lnTo>
                    <a:pt x="2790443" y="136081"/>
                  </a:lnTo>
                  <a:lnTo>
                    <a:pt x="2791514" y="136617"/>
                  </a:lnTo>
                  <a:lnTo>
                    <a:pt x="2792586" y="137153"/>
                  </a:lnTo>
                  <a:lnTo>
                    <a:pt x="2793658" y="137690"/>
                  </a:lnTo>
                  <a:lnTo>
                    <a:pt x="2794729" y="138226"/>
                  </a:lnTo>
                  <a:lnTo>
                    <a:pt x="2795801" y="138762"/>
                  </a:lnTo>
                  <a:lnTo>
                    <a:pt x="2796872" y="139299"/>
                  </a:lnTo>
                  <a:lnTo>
                    <a:pt x="2797944" y="139835"/>
                  </a:lnTo>
                  <a:lnTo>
                    <a:pt x="2799016" y="140372"/>
                  </a:lnTo>
                  <a:lnTo>
                    <a:pt x="2800087" y="140908"/>
                  </a:lnTo>
                  <a:lnTo>
                    <a:pt x="2801159" y="141445"/>
                  </a:lnTo>
                  <a:lnTo>
                    <a:pt x="2802230" y="141981"/>
                  </a:lnTo>
                  <a:lnTo>
                    <a:pt x="2803302" y="142517"/>
                  </a:lnTo>
                  <a:lnTo>
                    <a:pt x="2804374" y="143054"/>
                  </a:lnTo>
                  <a:lnTo>
                    <a:pt x="2805445" y="143590"/>
                  </a:lnTo>
                  <a:lnTo>
                    <a:pt x="2806517" y="144126"/>
                  </a:lnTo>
                  <a:lnTo>
                    <a:pt x="2807588" y="144663"/>
                  </a:lnTo>
                  <a:lnTo>
                    <a:pt x="2808660" y="145199"/>
                  </a:lnTo>
                  <a:lnTo>
                    <a:pt x="2809732" y="145735"/>
                  </a:lnTo>
                  <a:lnTo>
                    <a:pt x="2810803" y="146271"/>
                  </a:lnTo>
                  <a:lnTo>
                    <a:pt x="2811875" y="146807"/>
                  </a:lnTo>
                  <a:lnTo>
                    <a:pt x="2812946" y="147343"/>
                  </a:lnTo>
                  <a:lnTo>
                    <a:pt x="2814018" y="147879"/>
                  </a:lnTo>
                  <a:lnTo>
                    <a:pt x="2815090" y="148415"/>
                  </a:lnTo>
                  <a:lnTo>
                    <a:pt x="2816161" y="148950"/>
                  </a:lnTo>
                  <a:lnTo>
                    <a:pt x="2817233" y="149486"/>
                  </a:lnTo>
                  <a:lnTo>
                    <a:pt x="2818304" y="150021"/>
                  </a:lnTo>
                  <a:lnTo>
                    <a:pt x="2819376" y="150557"/>
                  </a:lnTo>
                  <a:lnTo>
                    <a:pt x="2820448" y="151092"/>
                  </a:lnTo>
                  <a:lnTo>
                    <a:pt x="2821519" y="151627"/>
                  </a:lnTo>
                  <a:lnTo>
                    <a:pt x="2822591" y="152162"/>
                  </a:lnTo>
                  <a:lnTo>
                    <a:pt x="2823662" y="152697"/>
                  </a:lnTo>
                  <a:lnTo>
                    <a:pt x="2824734" y="153232"/>
                  </a:lnTo>
                  <a:lnTo>
                    <a:pt x="2825806" y="153766"/>
                  </a:lnTo>
                  <a:lnTo>
                    <a:pt x="2826877" y="154301"/>
                  </a:lnTo>
                  <a:lnTo>
                    <a:pt x="2827949" y="154835"/>
                  </a:lnTo>
                  <a:lnTo>
                    <a:pt x="2829020" y="155369"/>
                  </a:lnTo>
                  <a:lnTo>
                    <a:pt x="2830092" y="155903"/>
                  </a:lnTo>
                  <a:lnTo>
                    <a:pt x="2831164" y="156437"/>
                  </a:lnTo>
                  <a:lnTo>
                    <a:pt x="2832235" y="156971"/>
                  </a:lnTo>
                  <a:lnTo>
                    <a:pt x="2833307" y="157504"/>
                  </a:lnTo>
                  <a:lnTo>
                    <a:pt x="2834378" y="158037"/>
                  </a:lnTo>
                  <a:lnTo>
                    <a:pt x="2835450" y="158570"/>
                  </a:lnTo>
                  <a:lnTo>
                    <a:pt x="2836522" y="159103"/>
                  </a:lnTo>
                  <a:lnTo>
                    <a:pt x="2837593" y="159636"/>
                  </a:lnTo>
                  <a:lnTo>
                    <a:pt x="2838665" y="160168"/>
                  </a:lnTo>
                  <a:lnTo>
                    <a:pt x="2839736" y="160700"/>
                  </a:lnTo>
                  <a:lnTo>
                    <a:pt x="2840808" y="161232"/>
                  </a:lnTo>
                  <a:lnTo>
                    <a:pt x="2841879" y="161764"/>
                  </a:lnTo>
                  <a:lnTo>
                    <a:pt x="2842951" y="162296"/>
                  </a:lnTo>
                  <a:lnTo>
                    <a:pt x="2844023" y="162827"/>
                  </a:lnTo>
                  <a:lnTo>
                    <a:pt x="2845094" y="163358"/>
                  </a:lnTo>
                  <a:lnTo>
                    <a:pt x="2846166" y="163889"/>
                  </a:lnTo>
                  <a:lnTo>
                    <a:pt x="2847237" y="164419"/>
                  </a:lnTo>
                  <a:lnTo>
                    <a:pt x="2848309" y="164950"/>
                  </a:lnTo>
                  <a:lnTo>
                    <a:pt x="2849381" y="165480"/>
                  </a:lnTo>
                  <a:lnTo>
                    <a:pt x="2850452" y="166009"/>
                  </a:lnTo>
                  <a:lnTo>
                    <a:pt x="2851524" y="166539"/>
                  </a:lnTo>
                  <a:lnTo>
                    <a:pt x="2852595" y="167068"/>
                  </a:lnTo>
                  <a:lnTo>
                    <a:pt x="2853667" y="167597"/>
                  </a:lnTo>
                  <a:lnTo>
                    <a:pt x="2854739" y="168126"/>
                  </a:lnTo>
                  <a:lnTo>
                    <a:pt x="2855810" y="168654"/>
                  </a:lnTo>
                  <a:lnTo>
                    <a:pt x="2856882" y="169182"/>
                  </a:lnTo>
                  <a:lnTo>
                    <a:pt x="2857953" y="169710"/>
                  </a:lnTo>
                  <a:lnTo>
                    <a:pt x="2859025" y="170237"/>
                  </a:lnTo>
                  <a:lnTo>
                    <a:pt x="2860097" y="170764"/>
                  </a:lnTo>
                  <a:lnTo>
                    <a:pt x="2861168" y="171291"/>
                  </a:lnTo>
                  <a:lnTo>
                    <a:pt x="2862240" y="171817"/>
                  </a:lnTo>
                  <a:lnTo>
                    <a:pt x="2863311" y="172343"/>
                  </a:lnTo>
                  <a:lnTo>
                    <a:pt x="2864383" y="172869"/>
                  </a:lnTo>
                  <a:lnTo>
                    <a:pt x="2865455" y="173395"/>
                  </a:lnTo>
                  <a:lnTo>
                    <a:pt x="2866526" y="173920"/>
                  </a:lnTo>
                  <a:lnTo>
                    <a:pt x="2867598" y="174444"/>
                  </a:lnTo>
                  <a:lnTo>
                    <a:pt x="2868669" y="174969"/>
                  </a:lnTo>
                  <a:lnTo>
                    <a:pt x="2869741" y="175493"/>
                  </a:lnTo>
                  <a:lnTo>
                    <a:pt x="2870813" y="176016"/>
                  </a:lnTo>
                  <a:lnTo>
                    <a:pt x="2871884" y="176540"/>
                  </a:lnTo>
                  <a:lnTo>
                    <a:pt x="2872956" y="177062"/>
                  </a:lnTo>
                  <a:lnTo>
                    <a:pt x="2874027" y="177585"/>
                  </a:lnTo>
                  <a:lnTo>
                    <a:pt x="2875099" y="178107"/>
                  </a:lnTo>
                  <a:lnTo>
                    <a:pt x="2876171" y="178629"/>
                  </a:lnTo>
                  <a:lnTo>
                    <a:pt x="2877242" y="179150"/>
                  </a:lnTo>
                  <a:lnTo>
                    <a:pt x="2878314" y="179671"/>
                  </a:lnTo>
                  <a:lnTo>
                    <a:pt x="2879385" y="180192"/>
                  </a:lnTo>
                  <a:lnTo>
                    <a:pt x="2880457" y="180712"/>
                  </a:lnTo>
                  <a:lnTo>
                    <a:pt x="2881529" y="181231"/>
                  </a:lnTo>
                  <a:lnTo>
                    <a:pt x="2882600" y="181751"/>
                  </a:lnTo>
                  <a:lnTo>
                    <a:pt x="2883672" y="182269"/>
                  </a:lnTo>
                  <a:lnTo>
                    <a:pt x="2884743" y="182788"/>
                  </a:lnTo>
                  <a:lnTo>
                    <a:pt x="2885815" y="183306"/>
                  </a:lnTo>
                  <a:lnTo>
                    <a:pt x="2886887" y="183823"/>
                  </a:lnTo>
                  <a:lnTo>
                    <a:pt x="2887958" y="184340"/>
                  </a:lnTo>
                  <a:lnTo>
                    <a:pt x="2889030" y="184857"/>
                  </a:lnTo>
                  <a:lnTo>
                    <a:pt x="2890101" y="185373"/>
                  </a:lnTo>
                  <a:lnTo>
                    <a:pt x="2891173" y="185889"/>
                  </a:lnTo>
                  <a:lnTo>
                    <a:pt x="2892245" y="186404"/>
                  </a:lnTo>
                  <a:lnTo>
                    <a:pt x="2893316" y="186919"/>
                  </a:lnTo>
                  <a:lnTo>
                    <a:pt x="2894388" y="187433"/>
                  </a:lnTo>
                  <a:lnTo>
                    <a:pt x="2895459" y="187947"/>
                  </a:lnTo>
                  <a:lnTo>
                    <a:pt x="2896531" y="188460"/>
                  </a:lnTo>
                  <a:lnTo>
                    <a:pt x="2897603" y="188973"/>
                  </a:lnTo>
                  <a:lnTo>
                    <a:pt x="2898674" y="189486"/>
                  </a:lnTo>
                  <a:lnTo>
                    <a:pt x="2899746" y="189997"/>
                  </a:lnTo>
                  <a:lnTo>
                    <a:pt x="2900817" y="190509"/>
                  </a:lnTo>
                  <a:lnTo>
                    <a:pt x="2901889" y="191020"/>
                  </a:lnTo>
                  <a:lnTo>
                    <a:pt x="2902961" y="191530"/>
                  </a:lnTo>
                  <a:lnTo>
                    <a:pt x="2904032" y="192040"/>
                  </a:lnTo>
                  <a:lnTo>
                    <a:pt x="2905104" y="192549"/>
                  </a:lnTo>
                  <a:lnTo>
                    <a:pt x="2906175" y="193058"/>
                  </a:lnTo>
                  <a:lnTo>
                    <a:pt x="2907247" y="193566"/>
                  </a:lnTo>
                  <a:lnTo>
                    <a:pt x="2908319" y="194074"/>
                  </a:lnTo>
                  <a:lnTo>
                    <a:pt x="2909390" y="194581"/>
                  </a:lnTo>
                  <a:lnTo>
                    <a:pt x="2910462" y="195088"/>
                  </a:lnTo>
                  <a:lnTo>
                    <a:pt x="2911533" y="195594"/>
                  </a:lnTo>
                  <a:lnTo>
                    <a:pt x="2912605" y="196100"/>
                  </a:lnTo>
                  <a:lnTo>
                    <a:pt x="2913677" y="196605"/>
                  </a:lnTo>
                  <a:lnTo>
                    <a:pt x="2914748" y="197109"/>
                  </a:lnTo>
                  <a:lnTo>
                    <a:pt x="2915820" y="197613"/>
                  </a:lnTo>
                  <a:lnTo>
                    <a:pt x="2916891" y="198117"/>
                  </a:lnTo>
                  <a:lnTo>
                    <a:pt x="2917963" y="198619"/>
                  </a:lnTo>
                  <a:lnTo>
                    <a:pt x="2919035" y="199122"/>
                  </a:lnTo>
                  <a:lnTo>
                    <a:pt x="2920106" y="199623"/>
                  </a:lnTo>
                  <a:lnTo>
                    <a:pt x="2921178" y="200124"/>
                  </a:lnTo>
                  <a:lnTo>
                    <a:pt x="2922249" y="200625"/>
                  </a:lnTo>
                  <a:lnTo>
                    <a:pt x="2923321" y="201125"/>
                  </a:lnTo>
                  <a:lnTo>
                    <a:pt x="2924393" y="201624"/>
                  </a:lnTo>
                  <a:lnTo>
                    <a:pt x="2925464" y="202123"/>
                  </a:lnTo>
                  <a:lnTo>
                    <a:pt x="2926536" y="202621"/>
                  </a:lnTo>
                  <a:lnTo>
                    <a:pt x="2927607" y="203118"/>
                  </a:lnTo>
                  <a:lnTo>
                    <a:pt x="2928679" y="203615"/>
                  </a:lnTo>
                  <a:lnTo>
                    <a:pt x="2929751" y="204112"/>
                  </a:lnTo>
                  <a:lnTo>
                    <a:pt x="2930822" y="204607"/>
                  </a:lnTo>
                  <a:lnTo>
                    <a:pt x="2931894" y="205102"/>
                  </a:lnTo>
                  <a:lnTo>
                    <a:pt x="2932965" y="205597"/>
                  </a:lnTo>
                  <a:lnTo>
                    <a:pt x="2934037" y="206091"/>
                  </a:lnTo>
                  <a:lnTo>
                    <a:pt x="2935109" y="206584"/>
                  </a:lnTo>
                  <a:lnTo>
                    <a:pt x="2936180" y="207076"/>
                  </a:lnTo>
                  <a:lnTo>
                    <a:pt x="2937252" y="207568"/>
                  </a:lnTo>
                  <a:lnTo>
                    <a:pt x="2938323" y="208060"/>
                  </a:lnTo>
                  <a:lnTo>
                    <a:pt x="2939395" y="208550"/>
                  </a:lnTo>
                  <a:lnTo>
                    <a:pt x="2940467" y="209040"/>
                  </a:lnTo>
                  <a:lnTo>
                    <a:pt x="2941538" y="209530"/>
                  </a:lnTo>
                  <a:lnTo>
                    <a:pt x="2942610" y="210018"/>
                  </a:lnTo>
                  <a:lnTo>
                    <a:pt x="2943681" y="210506"/>
                  </a:lnTo>
                  <a:lnTo>
                    <a:pt x="2944753" y="210994"/>
                  </a:lnTo>
                  <a:lnTo>
                    <a:pt x="2945825" y="211480"/>
                  </a:lnTo>
                  <a:lnTo>
                    <a:pt x="2946896" y="211966"/>
                  </a:lnTo>
                  <a:lnTo>
                    <a:pt x="2947968" y="212452"/>
                  </a:lnTo>
                  <a:lnTo>
                    <a:pt x="2949039" y="212936"/>
                  </a:lnTo>
                  <a:lnTo>
                    <a:pt x="2950111" y="213420"/>
                  </a:lnTo>
                  <a:lnTo>
                    <a:pt x="2951183" y="213904"/>
                  </a:lnTo>
                  <a:lnTo>
                    <a:pt x="2952254" y="214386"/>
                  </a:lnTo>
                  <a:lnTo>
                    <a:pt x="2953326" y="214868"/>
                  </a:lnTo>
                  <a:lnTo>
                    <a:pt x="2954397" y="215350"/>
                  </a:lnTo>
                  <a:lnTo>
                    <a:pt x="2955469" y="215830"/>
                  </a:lnTo>
                  <a:lnTo>
                    <a:pt x="2956541" y="216310"/>
                  </a:lnTo>
                  <a:lnTo>
                    <a:pt x="2957612" y="216789"/>
                  </a:lnTo>
                  <a:lnTo>
                    <a:pt x="2958684" y="217268"/>
                  </a:lnTo>
                  <a:lnTo>
                    <a:pt x="2959755" y="217745"/>
                  </a:lnTo>
                  <a:lnTo>
                    <a:pt x="2960827" y="218222"/>
                  </a:lnTo>
                  <a:lnTo>
                    <a:pt x="2961899" y="218699"/>
                  </a:lnTo>
                  <a:lnTo>
                    <a:pt x="2962970" y="219174"/>
                  </a:lnTo>
                  <a:lnTo>
                    <a:pt x="2964042" y="219649"/>
                  </a:lnTo>
                  <a:lnTo>
                    <a:pt x="2965113" y="220123"/>
                  </a:lnTo>
                  <a:lnTo>
                    <a:pt x="2966185" y="220597"/>
                  </a:lnTo>
                  <a:lnTo>
                    <a:pt x="2967257" y="221069"/>
                  </a:lnTo>
                  <a:lnTo>
                    <a:pt x="2968328" y="221541"/>
                  </a:lnTo>
                  <a:lnTo>
                    <a:pt x="2969400" y="222012"/>
                  </a:lnTo>
                  <a:lnTo>
                    <a:pt x="2970471" y="222483"/>
                  </a:lnTo>
                  <a:lnTo>
                    <a:pt x="2971543" y="222953"/>
                  </a:lnTo>
                  <a:lnTo>
                    <a:pt x="2972615" y="223422"/>
                  </a:lnTo>
                  <a:lnTo>
                    <a:pt x="2973686" y="223890"/>
                  </a:lnTo>
                  <a:lnTo>
                    <a:pt x="2974758" y="224357"/>
                  </a:lnTo>
                  <a:lnTo>
                    <a:pt x="2975829" y="224824"/>
                  </a:lnTo>
                  <a:lnTo>
                    <a:pt x="2976901" y="225290"/>
                  </a:lnTo>
                  <a:lnTo>
                    <a:pt x="2977973" y="225755"/>
                  </a:lnTo>
                  <a:lnTo>
                    <a:pt x="2979044" y="226220"/>
                  </a:lnTo>
                  <a:lnTo>
                    <a:pt x="2980116" y="226683"/>
                  </a:lnTo>
                  <a:lnTo>
                    <a:pt x="2981187" y="227146"/>
                  </a:lnTo>
                  <a:lnTo>
                    <a:pt x="2982259" y="227608"/>
                  </a:lnTo>
                  <a:lnTo>
                    <a:pt x="2983331" y="228070"/>
                  </a:lnTo>
                  <a:lnTo>
                    <a:pt x="2984402" y="228530"/>
                  </a:lnTo>
                  <a:lnTo>
                    <a:pt x="2985474" y="228990"/>
                  </a:lnTo>
                  <a:lnTo>
                    <a:pt x="2986545" y="229449"/>
                  </a:lnTo>
                  <a:lnTo>
                    <a:pt x="2987617" y="229907"/>
                  </a:lnTo>
                  <a:lnTo>
                    <a:pt x="2988689" y="230365"/>
                  </a:lnTo>
                  <a:lnTo>
                    <a:pt x="2989760" y="230821"/>
                  </a:lnTo>
                  <a:lnTo>
                    <a:pt x="2990832" y="231277"/>
                  </a:lnTo>
                  <a:lnTo>
                    <a:pt x="2991903" y="231732"/>
                  </a:lnTo>
                  <a:lnTo>
                    <a:pt x="2992975" y="232186"/>
                  </a:lnTo>
                  <a:lnTo>
                    <a:pt x="2994047" y="232640"/>
                  </a:lnTo>
                  <a:lnTo>
                    <a:pt x="2995118" y="233092"/>
                  </a:lnTo>
                  <a:lnTo>
                    <a:pt x="2996190" y="233544"/>
                  </a:lnTo>
                  <a:lnTo>
                    <a:pt x="2997261" y="233995"/>
                  </a:lnTo>
                  <a:lnTo>
                    <a:pt x="2998333" y="234446"/>
                  </a:lnTo>
                  <a:lnTo>
                    <a:pt x="2999405" y="234895"/>
                  </a:lnTo>
                  <a:lnTo>
                    <a:pt x="3000476" y="235343"/>
                  </a:lnTo>
                  <a:lnTo>
                    <a:pt x="3001548" y="235791"/>
                  </a:lnTo>
                  <a:lnTo>
                    <a:pt x="3002619" y="236238"/>
                  </a:lnTo>
                  <a:lnTo>
                    <a:pt x="3003691" y="236684"/>
                  </a:lnTo>
                  <a:lnTo>
                    <a:pt x="3004763" y="237130"/>
                  </a:lnTo>
                  <a:lnTo>
                    <a:pt x="3005834" y="237574"/>
                  </a:lnTo>
                  <a:lnTo>
                    <a:pt x="3006906" y="238018"/>
                  </a:lnTo>
                  <a:lnTo>
                    <a:pt x="3007977" y="238460"/>
                  </a:lnTo>
                  <a:lnTo>
                    <a:pt x="3009049" y="238902"/>
                  </a:lnTo>
                  <a:lnTo>
                    <a:pt x="3010121" y="239344"/>
                  </a:lnTo>
                  <a:lnTo>
                    <a:pt x="3011192" y="239784"/>
                  </a:lnTo>
                  <a:lnTo>
                    <a:pt x="3012264" y="240223"/>
                  </a:lnTo>
                  <a:lnTo>
                    <a:pt x="3013335" y="240662"/>
                  </a:lnTo>
                  <a:lnTo>
                    <a:pt x="3014407" y="241100"/>
                  </a:lnTo>
                  <a:lnTo>
                    <a:pt x="3015479" y="241536"/>
                  </a:lnTo>
                  <a:lnTo>
                    <a:pt x="3016550" y="241973"/>
                  </a:lnTo>
                  <a:lnTo>
                    <a:pt x="3017622" y="242408"/>
                  </a:lnTo>
                  <a:lnTo>
                    <a:pt x="3018693" y="242842"/>
                  </a:lnTo>
                  <a:lnTo>
                    <a:pt x="3019765" y="243276"/>
                  </a:lnTo>
                  <a:lnTo>
                    <a:pt x="3020836" y="243708"/>
                  </a:lnTo>
                  <a:lnTo>
                    <a:pt x="3021908" y="244140"/>
                  </a:lnTo>
                  <a:lnTo>
                    <a:pt x="3022980" y="244571"/>
                  </a:lnTo>
                  <a:lnTo>
                    <a:pt x="3024051" y="245001"/>
                  </a:lnTo>
                  <a:lnTo>
                    <a:pt x="3025123" y="245430"/>
                  </a:lnTo>
                  <a:lnTo>
                    <a:pt x="3026194" y="245858"/>
                  </a:lnTo>
                  <a:lnTo>
                    <a:pt x="3027266" y="246286"/>
                  </a:lnTo>
                  <a:lnTo>
                    <a:pt x="3028338" y="246712"/>
                  </a:lnTo>
                  <a:lnTo>
                    <a:pt x="3029409" y="247138"/>
                  </a:lnTo>
                  <a:lnTo>
                    <a:pt x="3030481" y="247563"/>
                  </a:lnTo>
                  <a:lnTo>
                    <a:pt x="3031552" y="247987"/>
                  </a:lnTo>
                  <a:lnTo>
                    <a:pt x="3032624" y="248410"/>
                  </a:lnTo>
                  <a:lnTo>
                    <a:pt x="3033696" y="248832"/>
                  </a:lnTo>
                  <a:lnTo>
                    <a:pt x="3034767" y="249253"/>
                  </a:lnTo>
                  <a:lnTo>
                    <a:pt x="3035839" y="249674"/>
                  </a:lnTo>
                  <a:lnTo>
                    <a:pt x="3036910" y="250093"/>
                  </a:lnTo>
                  <a:lnTo>
                    <a:pt x="3037982" y="250512"/>
                  </a:lnTo>
                  <a:lnTo>
                    <a:pt x="3039054" y="250929"/>
                  </a:lnTo>
                  <a:lnTo>
                    <a:pt x="3040125" y="251346"/>
                  </a:lnTo>
                  <a:lnTo>
                    <a:pt x="3041197" y="251762"/>
                  </a:lnTo>
                  <a:lnTo>
                    <a:pt x="3042268" y="252177"/>
                  </a:lnTo>
                  <a:lnTo>
                    <a:pt x="3043340" y="252591"/>
                  </a:lnTo>
                  <a:lnTo>
                    <a:pt x="3044412" y="253005"/>
                  </a:lnTo>
                  <a:lnTo>
                    <a:pt x="3045483" y="253417"/>
                  </a:lnTo>
                  <a:lnTo>
                    <a:pt x="3046555" y="253829"/>
                  </a:lnTo>
                  <a:lnTo>
                    <a:pt x="3047626" y="254239"/>
                  </a:lnTo>
                  <a:lnTo>
                    <a:pt x="3048698" y="254649"/>
                  </a:lnTo>
                  <a:lnTo>
                    <a:pt x="3049770" y="255057"/>
                  </a:lnTo>
                  <a:lnTo>
                    <a:pt x="3050841" y="255465"/>
                  </a:lnTo>
                  <a:lnTo>
                    <a:pt x="3051913" y="255872"/>
                  </a:lnTo>
                  <a:lnTo>
                    <a:pt x="3052984" y="256278"/>
                  </a:lnTo>
                  <a:lnTo>
                    <a:pt x="3054056" y="256683"/>
                  </a:lnTo>
                  <a:lnTo>
                    <a:pt x="3055128" y="257088"/>
                  </a:lnTo>
                  <a:lnTo>
                    <a:pt x="3056199" y="257491"/>
                  </a:lnTo>
                  <a:lnTo>
                    <a:pt x="3057271" y="257893"/>
                  </a:lnTo>
                  <a:lnTo>
                    <a:pt x="3058342" y="258295"/>
                  </a:lnTo>
                  <a:lnTo>
                    <a:pt x="3059414" y="258695"/>
                  </a:lnTo>
                  <a:lnTo>
                    <a:pt x="3060486" y="259095"/>
                  </a:lnTo>
                  <a:lnTo>
                    <a:pt x="3061557" y="259493"/>
                  </a:lnTo>
                  <a:lnTo>
                    <a:pt x="3062629" y="259891"/>
                  </a:lnTo>
                  <a:lnTo>
                    <a:pt x="3063700" y="260288"/>
                  </a:lnTo>
                  <a:lnTo>
                    <a:pt x="3064772" y="260684"/>
                  </a:lnTo>
                  <a:lnTo>
                    <a:pt x="3065844" y="261079"/>
                  </a:lnTo>
                  <a:lnTo>
                    <a:pt x="3066915" y="261473"/>
                  </a:lnTo>
                  <a:lnTo>
                    <a:pt x="3067987" y="261866"/>
                  </a:lnTo>
                  <a:lnTo>
                    <a:pt x="3069058" y="262258"/>
                  </a:lnTo>
                  <a:lnTo>
                    <a:pt x="3070130" y="262650"/>
                  </a:lnTo>
                  <a:lnTo>
                    <a:pt x="3071202" y="263040"/>
                  </a:lnTo>
                  <a:lnTo>
                    <a:pt x="3072273" y="263429"/>
                  </a:lnTo>
                  <a:lnTo>
                    <a:pt x="3073345" y="263818"/>
                  </a:lnTo>
                  <a:lnTo>
                    <a:pt x="3074416" y="264205"/>
                  </a:lnTo>
                  <a:lnTo>
                    <a:pt x="3075488" y="264592"/>
                  </a:lnTo>
                  <a:lnTo>
                    <a:pt x="3076560" y="264978"/>
                  </a:lnTo>
                  <a:lnTo>
                    <a:pt x="3077631" y="265362"/>
                  </a:lnTo>
                  <a:lnTo>
                    <a:pt x="3078703" y="265746"/>
                  </a:lnTo>
                  <a:lnTo>
                    <a:pt x="3079774" y="266129"/>
                  </a:lnTo>
                  <a:lnTo>
                    <a:pt x="3080846" y="266511"/>
                  </a:lnTo>
                  <a:lnTo>
                    <a:pt x="3081918" y="266892"/>
                  </a:lnTo>
                  <a:lnTo>
                    <a:pt x="3082989" y="267272"/>
                  </a:lnTo>
                  <a:lnTo>
                    <a:pt x="3084061" y="267651"/>
                  </a:lnTo>
                  <a:lnTo>
                    <a:pt x="3085132" y="268029"/>
                  </a:lnTo>
                  <a:lnTo>
                    <a:pt x="3086204" y="268406"/>
                  </a:lnTo>
                  <a:lnTo>
                    <a:pt x="3087276" y="268783"/>
                  </a:lnTo>
                  <a:lnTo>
                    <a:pt x="3088347" y="269158"/>
                  </a:lnTo>
                  <a:lnTo>
                    <a:pt x="3089419" y="269532"/>
                  </a:lnTo>
                  <a:lnTo>
                    <a:pt x="3090490" y="269906"/>
                  </a:lnTo>
                  <a:lnTo>
                    <a:pt x="3091562" y="270278"/>
                  </a:lnTo>
                  <a:lnTo>
                    <a:pt x="3092634" y="270650"/>
                  </a:lnTo>
                  <a:lnTo>
                    <a:pt x="3093705" y="271020"/>
                  </a:lnTo>
                  <a:lnTo>
                    <a:pt x="3094777" y="271390"/>
                  </a:lnTo>
                  <a:lnTo>
                    <a:pt x="3095848" y="271759"/>
                  </a:lnTo>
                  <a:lnTo>
                    <a:pt x="3096920" y="272126"/>
                  </a:lnTo>
                  <a:lnTo>
                    <a:pt x="3097992" y="272493"/>
                  </a:lnTo>
                  <a:lnTo>
                    <a:pt x="3099063" y="272859"/>
                  </a:lnTo>
                  <a:lnTo>
                    <a:pt x="3100135" y="273224"/>
                  </a:lnTo>
                  <a:lnTo>
                    <a:pt x="3101206" y="273588"/>
                  </a:lnTo>
                  <a:lnTo>
                    <a:pt x="3102278" y="273951"/>
                  </a:lnTo>
                  <a:lnTo>
                    <a:pt x="3103350" y="274313"/>
                  </a:lnTo>
                  <a:lnTo>
                    <a:pt x="3104421" y="274674"/>
                  </a:lnTo>
                  <a:lnTo>
                    <a:pt x="3105493" y="275034"/>
                  </a:lnTo>
                  <a:lnTo>
                    <a:pt x="3106564" y="275393"/>
                  </a:lnTo>
                  <a:lnTo>
                    <a:pt x="3107636" y="275751"/>
                  </a:lnTo>
                  <a:lnTo>
                    <a:pt x="3108708" y="276109"/>
                  </a:lnTo>
                  <a:lnTo>
                    <a:pt x="3109779" y="276465"/>
                  </a:lnTo>
                  <a:lnTo>
                    <a:pt x="3110851" y="276820"/>
                  </a:lnTo>
                  <a:lnTo>
                    <a:pt x="3111922" y="277175"/>
                  </a:lnTo>
                  <a:lnTo>
                    <a:pt x="3112994" y="277528"/>
                  </a:lnTo>
                  <a:lnTo>
                    <a:pt x="3114066" y="277881"/>
                  </a:lnTo>
                  <a:lnTo>
                    <a:pt x="3115137" y="278233"/>
                  </a:lnTo>
                  <a:lnTo>
                    <a:pt x="3116209" y="278584"/>
                  </a:lnTo>
                  <a:lnTo>
                    <a:pt x="3117280" y="278933"/>
                  </a:lnTo>
                  <a:lnTo>
                    <a:pt x="3118352" y="279282"/>
                  </a:lnTo>
                  <a:lnTo>
                    <a:pt x="3119424" y="279630"/>
                  </a:lnTo>
                  <a:lnTo>
                    <a:pt x="3120495" y="279977"/>
                  </a:lnTo>
                  <a:lnTo>
                    <a:pt x="3121567" y="280323"/>
                  </a:lnTo>
                  <a:lnTo>
                    <a:pt x="3122638" y="280669"/>
                  </a:lnTo>
                  <a:lnTo>
                    <a:pt x="3123710" y="281013"/>
                  </a:lnTo>
                  <a:lnTo>
                    <a:pt x="3124782" y="281356"/>
                  </a:lnTo>
                  <a:lnTo>
                    <a:pt x="3125853" y="281699"/>
                  </a:lnTo>
                  <a:lnTo>
                    <a:pt x="3126925" y="282040"/>
                  </a:lnTo>
                  <a:lnTo>
                    <a:pt x="3127996" y="282381"/>
                  </a:lnTo>
                  <a:lnTo>
                    <a:pt x="3129068" y="282721"/>
                  </a:lnTo>
                  <a:lnTo>
                    <a:pt x="3130140" y="283060"/>
                  </a:lnTo>
                  <a:lnTo>
                    <a:pt x="3131211" y="283398"/>
                  </a:lnTo>
                  <a:lnTo>
                    <a:pt x="3132283" y="283735"/>
                  </a:lnTo>
                  <a:lnTo>
                    <a:pt x="3133354" y="284071"/>
                  </a:lnTo>
                  <a:lnTo>
                    <a:pt x="3134426" y="284406"/>
                  </a:lnTo>
                  <a:lnTo>
                    <a:pt x="3135498" y="284740"/>
                  </a:lnTo>
                  <a:lnTo>
                    <a:pt x="3136569" y="285074"/>
                  </a:lnTo>
                  <a:lnTo>
                    <a:pt x="3137641" y="285406"/>
                  </a:lnTo>
                  <a:lnTo>
                    <a:pt x="3138712" y="285738"/>
                  </a:lnTo>
                  <a:lnTo>
                    <a:pt x="3139784" y="286069"/>
                  </a:lnTo>
                  <a:lnTo>
                    <a:pt x="3140856" y="286399"/>
                  </a:lnTo>
                  <a:lnTo>
                    <a:pt x="3141927" y="286728"/>
                  </a:lnTo>
                  <a:lnTo>
                    <a:pt x="3142999" y="287056"/>
                  </a:lnTo>
                  <a:lnTo>
                    <a:pt x="3144070" y="287383"/>
                  </a:lnTo>
                  <a:lnTo>
                    <a:pt x="3145142" y="287709"/>
                  </a:lnTo>
                  <a:lnTo>
                    <a:pt x="3146214" y="288035"/>
                  </a:lnTo>
                  <a:lnTo>
                    <a:pt x="3147285" y="288359"/>
                  </a:lnTo>
                  <a:lnTo>
                    <a:pt x="3148357" y="288683"/>
                  </a:lnTo>
                  <a:lnTo>
                    <a:pt x="3149428" y="289006"/>
                  </a:lnTo>
                  <a:lnTo>
                    <a:pt x="3150500" y="289328"/>
                  </a:lnTo>
                  <a:lnTo>
                    <a:pt x="3151572" y="289649"/>
                  </a:lnTo>
                  <a:lnTo>
                    <a:pt x="3152643" y="289969"/>
                  </a:lnTo>
                  <a:lnTo>
                    <a:pt x="3153715" y="290288"/>
                  </a:lnTo>
                  <a:lnTo>
                    <a:pt x="3154786" y="290607"/>
                  </a:lnTo>
                  <a:lnTo>
                    <a:pt x="3155858" y="290924"/>
                  </a:lnTo>
                  <a:lnTo>
                    <a:pt x="3156930" y="291241"/>
                  </a:lnTo>
                  <a:lnTo>
                    <a:pt x="3158001" y="291557"/>
                  </a:lnTo>
                  <a:lnTo>
                    <a:pt x="3159073" y="291872"/>
                  </a:lnTo>
                  <a:lnTo>
                    <a:pt x="3160144" y="292186"/>
                  </a:lnTo>
                  <a:lnTo>
                    <a:pt x="3161216" y="292499"/>
                  </a:lnTo>
                  <a:lnTo>
                    <a:pt x="3162288" y="292812"/>
                  </a:lnTo>
                  <a:lnTo>
                    <a:pt x="3163359" y="293123"/>
                  </a:lnTo>
                  <a:lnTo>
                    <a:pt x="3164431" y="293434"/>
                  </a:lnTo>
                  <a:lnTo>
                    <a:pt x="3165502" y="293744"/>
                  </a:lnTo>
                  <a:lnTo>
                    <a:pt x="3166574" y="294053"/>
                  </a:lnTo>
                  <a:lnTo>
                    <a:pt x="3167646" y="294361"/>
                  </a:lnTo>
                  <a:lnTo>
                    <a:pt x="3168717" y="294669"/>
                  </a:lnTo>
                  <a:lnTo>
                    <a:pt x="3169789" y="294975"/>
                  </a:lnTo>
                  <a:lnTo>
                    <a:pt x="3170860" y="295281"/>
                  </a:lnTo>
                  <a:lnTo>
                    <a:pt x="3171932" y="295586"/>
                  </a:lnTo>
                  <a:lnTo>
                    <a:pt x="3173004" y="295890"/>
                  </a:lnTo>
                  <a:lnTo>
                    <a:pt x="3174075" y="296193"/>
                  </a:lnTo>
                  <a:lnTo>
                    <a:pt x="3175147" y="296495"/>
                  </a:lnTo>
                  <a:lnTo>
                    <a:pt x="3176218" y="296797"/>
                  </a:lnTo>
                  <a:lnTo>
                    <a:pt x="3177290" y="297097"/>
                  </a:lnTo>
                  <a:lnTo>
                    <a:pt x="3178362" y="297397"/>
                  </a:lnTo>
                  <a:lnTo>
                    <a:pt x="3179433" y="297696"/>
                  </a:lnTo>
                  <a:lnTo>
                    <a:pt x="3180505" y="297994"/>
                  </a:lnTo>
                  <a:lnTo>
                    <a:pt x="3181576" y="298292"/>
                  </a:lnTo>
                  <a:lnTo>
                    <a:pt x="3182648" y="298588"/>
                  </a:lnTo>
                  <a:lnTo>
                    <a:pt x="3183720" y="298884"/>
                  </a:lnTo>
                  <a:lnTo>
                    <a:pt x="3184791" y="299179"/>
                  </a:lnTo>
                  <a:lnTo>
                    <a:pt x="3185863" y="299473"/>
                  </a:lnTo>
                  <a:lnTo>
                    <a:pt x="3186934" y="299766"/>
                  </a:lnTo>
                  <a:lnTo>
                    <a:pt x="3188006" y="300058"/>
                  </a:lnTo>
                  <a:lnTo>
                    <a:pt x="3189078" y="300350"/>
                  </a:lnTo>
                  <a:lnTo>
                    <a:pt x="3190149" y="300641"/>
                  </a:lnTo>
                  <a:lnTo>
                    <a:pt x="3191221" y="300931"/>
                  </a:lnTo>
                  <a:lnTo>
                    <a:pt x="3192292" y="301220"/>
                  </a:lnTo>
                  <a:lnTo>
                    <a:pt x="3193364" y="301508"/>
                  </a:lnTo>
                  <a:lnTo>
                    <a:pt x="3194436" y="301796"/>
                  </a:lnTo>
                  <a:lnTo>
                    <a:pt x="3195507" y="302083"/>
                  </a:lnTo>
                  <a:lnTo>
                    <a:pt x="3196579" y="302369"/>
                  </a:lnTo>
                  <a:lnTo>
                    <a:pt x="3197650" y="302654"/>
                  </a:lnTo>
                  <a:lnTo>
                    <a:pt x="3198722" y="302938"/>
                  </a:lnTo>
                  <a:lnTo>
                    <a:pt x="3199793" y="303222"/>
                  </a:lnTo>
                  <a:lnTo>
                    <a:pt x="3200865" y="303504"/>
                  </a:lnTo>
                  <a:lnTo>
                    <a:pt x="3201937" y="303786"/>
                  </a:lnTo>
                  <a:lnTo>
                    <a:pt x="3203008" y="304068"/>
                  </a:lnTo>
                  <a:lnTo>
                    <a:pt x="3204080" y="304348"/>
                  </a:lnTo>
                  <a:lnTo>
                    <a:pt x="3205151" y="304628"/>
                  </a:lnTo>
                  <a:lnTo>
                    <a:pt x="3206223" y="304906"/>
                  </a:lnTo>
                  <a:lnTo>
                    <a:pt x="3207295" y="305184"/>
                  </a:lnTo>
                  <a:lnTo>
                    <a:pt x="3208366" y="305462"/>
                  </a:lnTo>
                  <a:lnTo>
                    <a:pt x="3209438" y="305738"/>
                  </a:lnTo>
                  <a:lnTo>
                    <a:pt x="3210509" y="306014"/>
                  </a:lnTo>
                  <a:lnTo>
                    <a:pt x="3211581" y="306289"/>
                  </a:lnTo>
                  <a:lnTo>
                    <a:pt x="3212653" y="306563"/>
                  </a:lnTo>
                  <a:lnTo>
                    <a:pt x="3213724" y="306836"/>
                  </a:lnTo>
                  <a:lnTo>
                    <a:pt x="3214796" y="307109"/>
                  </a:lnTo>
                  <a:lnTo>
                    <a:pt x="3215867" y="307381"/>
                  </a:lnTo>
                  <a:lnTo>
                    <a:pt x="3216939" y="307652"/>
                  </a:lnTo>
                  <a:lnTo>
                    <a:pt x="3218011" y="307922"/>
                  </a:lnTo>
                  <a:lnTo>
                    <a:pt x="3219082" y="308192"/>
                  </a:lnTo>
                  <a:lnTo>
                    <a:pt x="3220154" y="308460"/>
                  </a:lnTo>
                  <a:lnTo>
                    <a:pt x="3221225" y="308728"/>
                  </a:lnTo>
                  <a:lnTo>
                    <a:pt x="3222297" y="308995"/>
                  </a:lnTo>
                  <a:lnTo>
                    <a:pt x="3223369" y="309262"/>
                  </a:lnTo>
                  <a:lnTo>
                    <a:pt x="3224440" y="309528"/>
                  </a:lnTo>
                  <a:lnTo>
                    <a:pt x="3225512" y="309793"/>
                  </a:lnTo>
                  <a:lnTo>
                    <a:pt x="3226583" y="310057"/>
                  </a:lnTo>
                  <a:lnTo>
                    <a:pt x="3227655" y="310320"/>
                  </a:lnTo>
                  <a:lnTo>
                    <a:pt x="3228727" y="310583"/>
                  </a:lnTo>
                  <a:lnTo>
                    <a:pt x="3229798" y="310845"/>
                  </a:lnTo>
                  <a:lnTo>
                    <a:pt x="3230870" y="311106"/>
                  </a:lnTo>
                  <a:lnTo>
                    <a:pt x="3231941" y="311366"/>
                  </a:lnTo>
                  <a:lnTo>
                    <a:pt x="3233013" y="311626"/>
                  </a:lnTo>
                  <a:lnTo>
                    <a:pt x="3234085" y="311885"/>
                  </a:lnTo>
                  <a:lnTo>
                    <a:pt x="3235156" y="312143"/>
                  </a:lnTo>
                  <a:lnTo>
                    <a:pt x="3236228" y="312401"/>
                  </a:lnTo>
                  <a:lnTo>
                    <a:pt x="3237299" y="312657"/>
                  </a:lnTo>
                  <a:lnTo>
                    <a:pt x="3238371" y="312913"/>
                  </a:lnTo>
                  <a:lnTo>
                    <a:pt x="3239443" y="313169"/>
                  </a:lnTo>
                  <a:lnTo>
                    <a:pt x="3240514" y="313423"/>
                  </a:lnTo>
                  <a:lnTo>
                    <a:pt x="3241586" y="313677"/>
                  </a:lnTo>
                  <a:lnTo>
                    <a:pt x="3242657" y="313930"/>
                  </a:lnTo>
                  <a:lnTo>
                    <a:pt x="3243729" y="314182"/>
                  </a:lnTo>
                  <a:lnTo>
                    <a:pt x="3244801" y="314434"/>
                  </a:lnTo>
                  <a:lnTo>
                    <a:pt x="3245872" y="314685"/>
                  </a:lnTo>
                  <a:lnTo>
                    <a:pt x="3246944" y="314935"/>
                  </a:lnTo>
                  <a:lnTo>
                    <a:pt x="3248015" y="315184"/>
                  </a:lnTo>
                  <a:lnTo>
                    <a:pt x="3249087" y="315433"/>
                  </a:lnTo>
                  <a:lnTo>
                    <a:pt x="3250159" y="315681"/>
                  </a:lnTo>
                  <a:lnTo>
                    <a:pt x="3251230" y="315928"/>
                  </a:lnTo>
                  <a:lnTo>
                    <a:pt x="3252302" y="316175"/>
                  </a:lnTo>
                  <a:lnTo>
                    <a:pt x="3253373" y="316421"/>
                  </a:lnTo>
                  <a:lnTo>
                    <a:pt x="3254445" y="316666"/>
                  </a:lnTo>
                  <a:lnTo>
                    <a:pt x="3255517" y="316910"/>
                  </a:lnTo>
                  <a:lnTo>
                    <a:pt x="3256588" y="317154"/>
                  </a:lnTo>
                  <a:lnTo>
                    <a:pt x="3257660" y="317397"/>
                  </a:lnTo>
                  <a:lnTo>
                    <a:pt x="3258731" y="317639"/>
                  </a:lnTo>
                  <a:lnTo>
                    <a:pt x="3259803" y="317881"/>
                  </a:lnTo>
                  <a:lnTo>
                    <a:pt x="3260875" y="318121"/>
                  </a:lnTo>
                  <a:lnTo>
                    <a:pt x="3261946" y="318362"/>
                  </a:lnTo>
                  <a:lnTo>
                    <a:pt x="3263018" y="318601"/>
                  </a:lnTo>
                  <a:lnTo>
                    <a:pt x="3264089" y="318840"/>
                  </a:lnTo>
                  <a:lnTo>
                    <a:pt x="3265161" y="319078"/>
                  </a:lnTo>
                  <a:lnTo>
                    <a:pt x="3266233" y="319315"/>
                  </a:lnTo>
                  <a:lnTo>
                    <a:pt x="3267304" y="319552"/>
                  </a:lnTo>
                  <a:lnTo>
                    <a:pt x="3268376" y="319788"/>
                  </a:lnTo>
                  <a:lnTo>
                    <a:pt x="3269447" y="320023"/>
                  </a:lnTo>
                  <a:lnTo>
                    <a:pt x="3270519" y="320258"/>
                  </a:lnTo>
                  <a:lnTo>
                    <a:pt x="3271591" y="320492"/>
                  </a:lnTo>
                  <a:lnTo>
                    <a:pt x="3272662" y="320725"/>
                  </a:lnTo>
                  <a:lnTo>
                    <a:pt x="3273734" y="320957"/>
                  </a:lnTo>
                  <a:lnTo>
                    <a:pt x="3274805" y="321189"/>
                  </a:lnTo>
                  <a:lnTo>
                    <a:pt x="3275877" y="321420"/>
                  </a:lnTo>
                  <a:lnTo>
                    <a:pt x="3276949" y="321651"/>
                  </a:lnTo>
                  <a:lnTo>
                    <a:pt x="3278020" y="321880"/>
                  </a:lnTo>
                  <a:lnTo>
                    <a:pt x="3279092" y="322110"/>
                  </a:lnTo>
                  <a:lnTo>
                    <a:pt x="3280163" y="322338"/>
                  </a:lnTo>
                  <a:lnTo>
                    <a:pt x="3281235" y="322566"/>
                  </a:lnTo>
                  <a:lnTo>
                    <a:pt x="3282307" y="322793"/>
                  </a:lnTo>
                  <a:lnTo>
                    <a:pt x="3283378" y="323019"/>
                  </a:lnTo>
                  <a:lnTo>
                    <a:pt x="3284450" y="323245"/>
                  </a:lnTo>
                  <a:lnTo>
                    <a:pt x="3285521" y="323470"/>
                  </a:lnTo>
                  <a:lnTo>
                    <a:pt x="3286593" y="323694"/>
                  </a:lnTo>
                  <a:lnTo>
                    <a:pt x="3287665" y="323918"/>
                  </a:lnTo>
                  <a:lnTo>
                    <a:pt x="3288736" y="324141"/>
                  </a:lnTo>
                  <a:lnTo>
                    <a:pt x="3289808" y="324364"/>
                  </a:lnTo>
                  <a:lnTo>
                    <a:pt x="3290879" y="324585"/>
                  </a:lnTo>
                  <a:lnTo>
                    <a:pt x="3291951" y="324807"/>
                  </a:lnTo>
                  <a:lnTo>
                    <a:pt x="3293023" y="325027"/>
                  </a:lnTo>
                  <a:lnTo>
                    <a:pt x="3294094" y="325247"/>
                  </a:lnTo>
                  <a:lnTo>
                    <a:pt x="3295166" y="325466"/>
                  </a:lnTo>
                  <a:lnTo>
                    <a:pt x="3296237" y="325684"/>
                  </a:lnTo>
                  <a:lnTo>
                    <a:pt x="3297309" y="325902"/>
                  </a:lnTo>
                  <a:lnTo>
                    <a:pt x="3298381" y="326119"/>
                  </a:lnTo>
                  <a:lnTo>
                    <a:pt x="3299452" y="326336"/>
                  </a:lnTo>
                  <a:lnTo>
                    <a:pt x="3300524" y="326552"/>
                  </a:lnTo>
                  <a:lnTo>
                    <a:pt x="3301595" y="326767"/>
                  </a:lnTo>
                  <a:lnTo>
                    <a:pt x="3302667" y="326981"/>
                  </a:lnTo>
                  <a:lnTo>
                    <a:pt x="3303739" y="327195"/>
                  </a:lnTo>
                  <a:lnTo>
                    <a:pt x="3304810" y="327409"/>
                  </a:lnTo>
                  <a:lnTo>
                    <a:pt x="3305882" y="327621"/>
                  </a:lnTo>
                  <a:lnTo>
                    <a:pt x="3306953" y="327833"/>
                  </a:lnTo>
                  <a:lnTo>
                    <a:pt x="3308025" y="328045"/>
                  </a:lnTo>
                  <a:lnTo>
                    <a:pt x="3309097" y="328255"/>
                  </a:lnTo>
                  <a:lnTo>
                    <a:pt x="3310168" y="328465"/>
                  </a:lnTo>
                  <a:lnTo>
                    <a:pt x="3311240" y="328675"/>
                  </a:lnTo>
                  <a:lnTo>
                    <a:pt x="3312311" y="328884"/>
                  </a:lnTo>
                  <a:lnTo>
                    <a:pt x="3313383" y="329092"/>
                  </a:lnTo>
                  <a:lnTo>
                    <a:pt x="3314455" y="329299"/>
                  </a:lnTo>
                  <a:lnTo>
                    <a:pt x="3315526" y="329506"/>
                  </a:lnTo>
                  <a:lnTo>
                    <a:pt x="3316598" y="329713"/>
                  </a:lnTo>
                  <a:lnTo>
                    <a:pt x="3317669" y="329918"/>
                  </a:lnTo>
                  <a:lnTo>
                    <a:pt x="3318741" y="330123"/>
                  </a:lnTo>
                  <a:lnTo>
                    <a:pt x="3319813" y="330328"/>
                  </a:lnTo>
                  <a:lnTo>
                    <a:pt x="3320884" y="330532"/>
                  </a:lnTo>
                  <a:lnTo>
                    <a:pt x="3321956" y="330735"/>
                  </a:lnTo>
                  <a:lnTo>
                    <a:pt x="3323027" y="330937"/>
                  </a:lnTo>
                  <a:lnTo>
                    <a:pt x="3324099" y="331139"/>
                  </a:lnTo>
                  <a:lnTo>
                    <a:pt x="3325171" y="331341"/>
                  </a:lnTo>
                  <a:lnTo>
                    <a:pt x="3326242" y="331541"/>
                  </a:lnTo>
                  <a:lnTo>
                    <a:pt x="3327314" y="331741"/>
                  </a:lnTo>
                  <a:lnTo>
                    <a:pt x="3328385" y="331941"/>
                  </a:lnTo>
                  <a:lnTo>
                    <a:pt x="3329457" y="332140"/>
                  </a:lnTo>
                  <a:lnTo>
                    <a:pt x="3330529" y="332338"/>
                  </a:lnTo>
                  <a:lnTo>
                    <a:pt x="3331600" y="332536"/>
                  </a:lnTo>
                  <a:lnTo>
                    <a:pt x="3332672" y="332733"/>
                  </a:lnTo>
                  <a:lnTo>
                    <a:pt x="3333743" y="332929"/>
                  </a:lnTo>
                  <a:lnTo>
                    <a:pt x="3334815" y="333125"/>
                  </a:lnTo>
                  <a:lnTo>
                    <a:pt x="3335887" y="333320"/>
                  </a:lnTo>
                  <a:lnTo>
                    <a:pt x="3336958" y="333515"/>
                  </a:lnTo>
                  <a:lnTo>
                    <a:pt x="3338030" y="333709"/>
                  </a:lnTo>
                  <a:lnTo>
                    <a:pt x="3339101" y="333903"/>
                  </a:lnTo>
                  <a:lnTo>
                    <a:pt x="3340173" y="334096"/>
                  </a:lnTo>
                  <a:lnTo>
                    <a:pt x="3341245" y="334288"/>
                  </a:lnTo>
                  <a:lnTo>
                    <a:pt x="3342316" y="334480"/>
                  </a:lnTo>
                  <a:lnTo>
                    <a:pt x="3343388" y="334671"/>
                  </a:lnTo>
                  <a:lnTo>
                    <a:pt x="3344459" y="334861"/>
                  </a:lnTo>
                  <a:lnTo>
                    <a:pt x="3345531" y="335051"/>
                  </a:lnTo>
                  <a:lnTo>
                    <a:pt x="3346603" y="335240"/>
                  </a:lnTo>
                  <a:lnTo>
                    <a:pt x="3347674" y="335429"/>
                  </a:lnTo>
                  <a:lnTo>
                    <a:pt x="3348746" y="335617"/>
                  </a:lnTo>
                  <a:lnTo>
                    <a:pt x="3349817" y="335805"/>
                  </a:lnTo>
                  <a:lnTo>
                    <a:pt x="3350889" y="335992"/>
                  </a:lnTo>
                  <a:lnTo>
                    <a:pt x="3351961" y="336178"/>
                  </a:lnTo>
                  <a:lnTo>
                    <a:pt x="3353032" y="336364"/>
                  </a:lnTo>
                  <a:lnTo>
                    <a:pt x="3354104" y="336549"/>
                  </a:lnTo>
                  <a:lnTo>
                    <a:pt x="3355175" y="336734"/>
                  </a:lnTo>
                  <a:lnTo>
                    <a:pt x="3356247" y="336918"/>
                  </a:lnTo>
                  <a:lnTo>
                    <a:pt x="3357319" y="337102"/>
                  </a:lnTo>
                  <a:lnTo>
                    <a:pt x="3358390" y="337285"/>
                  </a:lnTo>
                  <a:lnTo>
                    <a:pt x="3359462" y="337467"/>
                  </a:lnTo>
                  <a:lnTo>
                    <a:pt x="3360533" y="337649"/>
                  </a:lnTo>
                  <a:lnTo>
                    <a:pt x="3361605" y="337830"/>
                  </a:lnTo>
                  <a:lnTo>
                    <a:pt x="3362677" y="338011"/>
                  </a:lnTo>
                  <a:lnTo>
                    <a:pt x="3363748" y="338191"/>
                  </a:lnTo>
                  <a:lnTo>
                    <a:pt x="3364820" y="338370"/>
                  </a:lnTo>
                  <a:lnTo>
                    <a:pt x="3365891" y="338549"/>
                  </a:lnTo>
                  <a:lnTo>
                    <a:pt x="3366963" y="338728"/>
                  </a:lnTo>
                  <a:lnTo>
                    <a:pt x="3368035" y="338906"/>
                  </a:lnTo>
                  <a:lnTo>
                    <a:pt x="3369106" y="339083"/>
                  </a:lnTo>
                  <a:lnTo>
                    <a:pt x="3370178" y="339260"/>
                  </a:lnTo>
                  <a:lnTo>
                    <a:pt x="3371249" y="339436"/>
                  </a:lnTo>
                  <a:lnTo>
                    <a:pt x="3372321" y="339612"/>
                  </a:lnTo>
                  <a:lnTo>
                    <a:pt x="3373392" y="339787"/>
                  </a:lnTo>
                  <a:lnTo>
                    <a:pt x="3374464" y="339961"/>
                  </a:lnTo>
                  <a:lnTo>
                    <a:pt x="3375536" y="340135"/>
                  </a:lnTo>
                  <a:lnTo>
                    <a:pt x="3376607" y="340309"/>
                  </a:lnTo>
                  <a:lnTo>
                    <a:pt x="3377679" y="340481"/>
                  </a:lnTo>
                  <a:lnTo>
                    <a:pt x="3378750" y="340654"/>
                  </a:lnTo>
                  <a:lnTo>
                    <a:pt x="3379822" y="340826"/>
                  </a:lnTo>
                  <a:lnTo>
                    <a:pt x="3380894" y="340997"/>
                  </a:lnTo>
                  <a:lnTo>
                    <a:pt x="3381965" y="341168"/>
                  </a:lnTo>
                  <a:lnTo>
                    <a:pt x="3383037" y="341338"/>
                  </a:lnTo>
                  <a:lnTo>
                    <a:pt x="3384108" y="341507"/>
                  </a:lnTo>
                  <a:lnTo>
                    <a:pt x="3385180" y="341676"/>
                  </a:lnTo>
                  <a:lnTo>
                    <a:pt x="3386252" y="341845"/>
                  </a:lnTo>
                  <a:lnTo>
                    <a:pt x="3387323" y="342013"/>
                  </a:lnTo>
                  <a:lnTo>
                    <a:pt x="3388395" y="342180"/>
                  </a:lnTo>
                  <a:lnTo>
                    <a:pt x="3389466" y="342347"/>
                  </a:lnTo>
                  <a:lnTo>
                    <a:pt x="3390538" y="342514"/>
                  </a:lnTo>
                  <a:lnTo>
                    <a:pt x="3391610" y="342680"/>
                  </a:lnTo>
                  <a:lnTo>
                    <a:pt x="3392681" y="342845"/>
                  </a:lnTo>
                  <a:lnTo>
                    <a:pt x="3393753" y="343010"/>
                  </a:lnTo>
                  <a:lnTo>
                    <a:pt x="3394824" y="343174"/>
                  </a:lnTo>
                  <a:lnTo>
                    <a:pt x="3395896" y="343338"/>
                  </a:lnTo>
                  <a:lnTo>
                    <a:pt x="3396968" y="343501"/>
                  </a:lnTo>
                  <a:lnTo>
                    <a:pt x="3398039" y="343664"/>
                  </a:lnTo>
                  <a:lnTo>
                    <a:pt x="3399111" y="343826"/>
                  </a:lnTo>
                  <a:lnTo>
                    <a:pt x="3400182" y="343987"/>
                  </a:lnTo>
                  <a:lnTo>
                    <a:pt x="3401254" y="344149"/>
                  </a:lnTo>
                  <a:lnTo>
                    <a:pt x="3402326" y="344309"/>
                  </a:lnTo>
                  <a:lnTo>
                    <a:pt x="3403397" y="344469"/>
                  </a:lnTo>
                  <a:lnTo>
                    <a:pt x="3404469" y="344629"/>
                  </a:lnTo>
                  <a:lnTo>
                    <a:pt x="3405540" y="344788"/>
                  </a:lnTo>
                  <a:lnTo>
                    <a:pt x="3406612" y="344946"/>
                  </a:lnTo>
                  <a:lnTo>
                    <a:pt x="3407684" y="345105"/>
                  </a:lnTo>
                  <a:lnTo>
                    <a:pt x="3408755" y="345262"/>
                  </a:lnTo>
                  <a:lnTo>
                    <a:pt x="3409827" y="345419"/>
                  </a:lnTo>
                  <a:lnTo>
                    <a:pt x="3410898" y="345576"/>
                  </a:lnTo>
                  <a:lnTo>
                    <a:pt x="3411970" y="345732"/>
                  </a:lnTo>
                  <a:lnTo>
                    <a:pt x="3413042" y="345887"/>
                  </a:lnTo>
                  <a:lnTo>
                    <a:pt x="3414113" y="346042"/>
                  </a:lnTo>
                  <a:lnTo>
                    <a:pt x="3415185" y="346196"/>
                  </a:lnTo>
                  <a:lnTo>
                    <a:pt x="3416256" y="346350"/>
                  </a:lnTo>
                  <a:lnTo>
                    <a:pt x="3417328" y="346504"/>
                  </a:lnTo>
                  <a:lnTo>
                    <a:pt x="3418400" y="346657"/>
                  </a:lnTo>
                  <a:lnTo>
                    <a:pt x="3419471" y="346809"/>
                  </a:lnTo>
                  <a:lnTo>
                    <a:pt x="3420543" y="346961"/>
                  </a:lnTo>
                  <a:lnTo>
                    <a:pt x="3421614" y="347113"/>
                  </a:lnTo>
                  <a:lnTo>
                    <a:pt x="3422686" y="347264"/>
                  </a:lnTo>
                  <a:lnTo>
                    <a:pt x="3423758" y="347414"/>
                  </a:lnTo>
                  <a:lnTo>
                    <a:pt x="3424829" y="347564"/>
                  </a:lnTo>
                  <a:lnTo>
                    <a:pt x="3425901" y="347714"/>
                  </a:lnTo>
                  <a:lnTo>
                    <a:pt x="3426972" y="347863"/>
                  </a:lnTo>
                  <a:lnTo>
                    <a:pt x="3428044" y="348011"/>
                  </a:lnTo>
                  <a:lnTo>
                    <a:pt x="3429116" y="348159"/>
                  </a:lnTo>
                  <a:lnTo>
                    <a:pt x="3430187" y="348307"/>
                  </a:lnTo>
                  <a:lnTo>
                    <a:pt x="3431259" y="348454"/>
                  </a:lnTo>
                  <a:lnTo>
                    <a:pt x="3432330" y="348600"/>
                  </a:lnTo>
                  <a:lnTo>
                    <a:pt x="3433402" y="348746"/>
                  </a:lnTo>
                  <a:lnTo>
                    <a:pt x="3434474" y="348892"/>
                  </a:lnTo>
                  <a:lnTo>
                    <a:pt x="3435545" y="349037"/>
                  </a:lnTo>
                  <a:lnTo>
                    <a:pt x="3436617" y="349182"/>
                  </a:lnTo>
                  <a:lnTo>
                    <a:pt x="3437688" y="349326"/>
                  </a:lnTo>
                  <a:lnTo>
                    <a:pt x="3438760" y="349469"/>
                  </a:lnTo>
                  <a:lnTo>
                    <a:pt x="3439832" y="349613"/>
                  </a:lnTo>
                  <a:lnTo>
                    <a:pt x="3440903" y="349755"/>
                  </a:lnTo>
                  <a:lnTo>
                    <a:pt x="3441975" y="349898"/>
                  </a:lnTo>
                  <a:lnTo>
                    <a:pt x="3443046" y="350039"/>
                  </a:lnTo>
                  <a:lnTo>
                    <a:pt x="3444118" y="350181"/>
                  </a:lnTo>
                  <a:lnTo>
                    <a:pt x="3445190" y="350321"/>
                  </a:lnTo>
                  <a:lnTo>
                    <a:pt x="3446261" y="350462"/>
                  </a:lnTo>
                  <a:lnTo>
                    <a:pt x="3447333" y="350602"/>
                  </a:lnTo>
                  <a:lnTo>
                    <a:pt x="3448404" y="350741"/>
                  </a:lnTo>
                  <a:lnTo>
                    <a:pt x="3449476" y="350880"/>
                  </a:lnTo>
                  <a:lnTo>
                    <a:pt x="3450548" y="351018"/>
                  </a:lnTo>
                  <a:lnTo>
                    <a:pt x="3451619" y="351156"/>
                  </a:lnTo>
                  <a:lnTo>
                    <a:pt x="3452691" y="351294"/>
                  </a:lnTo>
                  <a:lnTo>
                    <a:pt x="3453762" y="351431"/>
                  </a:lnTo>
                  <a:lnTo>
                    <a:pt x="3454834" y="351568"/>
                  </a:lnTo>
                  <a:lnTo>
                    <a:pt x="3455906" y="351704"/>
                  </a:lnTo>
                  <a:lnTo>
                    <a:pt x="3456977" y="351839"/>
                  </a:lnTo>
                  <a:lnTo>
                    <a:pt x="3458049" y="351975"/>
                  </a:lnTo>
                  <a:lnTo>
                    <a:pt x="3459120" y="352109"/>
                  </a:lnTo>
                  <a:lnTo>
                    <a:pt x="3460192" y="352244"/>
                  </a:lnTo>
                  <a:lnTo>
                    <a:pt x="3461264" y="352378"/>
                  </a:lnTo>
                  <a:lnTo>
                    <a:pt x="3462335" y="352511"/>
                  </a:lnTo>
                  <a:lnTo>
                    <a:pt x="3463407" y="352644"/>
                  </a:lnTo>
                  <a:lnTo>
                    <a:pt x="3464478" y="352776"/>
                  </a:lnTo>
                  <a:lnTo>
                    <a:pt x="3465550" y="352908"/>
                  </a:lnTo>
                  <a:lnTo>
                    <a:pt x="3466622" y="353040"/>
                  </a:lnTo>
                  <a:lnTo>
                    <a:pt x="3467693" y="353171"/>
                  </a:lnTo>
                  <a:lnTo>
                    <a:pt x="3468765" y="353302"/>
                  </a:lnTo>
                  <a:lnTo>
                    <a:pt x="3469836" y="353432"/>
                  </a:lnTo>
                  <a:lnTo>
                    <a:pt x="3470908" y="353562"/>
                  </a:lnTo>
                  <a:lnTo>
                    <a:pt x="3471980" y="353691"/>
                  </a:lnTo>
                  <a:lnTo>
                    <a:pt x="3473051" y="353820"/>
                  </a:lnTo>
                  <a:lnTo>
                    <a:pt x="3474123" y="353949"/>
                  </a:lnTo>
                  <a:lnTo>
                    <a:pt x="3475194" y="354077"/>
                  </a:lnTo>
                  <a:lnTo>
                    <a:pt x="3476266" y="354204"/>
                  </a:lnTo>
                  <a:lnTo>
                    <a:pt x="3477338" y="354331"/>
                  </a:lnTo>
                  <a:lnTo>
                    <a:pt x="3478409" y="354458"/>
                  </a:lnTo>
                  <a:lnTo>
                    <a:pt x="3479481" y="354584"/>
                  </a:lnTo>
                  <a:lnTo>
                    <a:pt x="3480552" y="354710"/>
                  </a:lnTo>
                  <a:lnTo>
                    <a:pt x="3481624" y="354836"/>
                  </a:lnTo>
                  <a:lnTo>
                    <a:pt x="3482696" y="354961"/>
                  </a:lnTo>
                  <a:lnTo>
                    <a:pt x="3483767" y="355085"/>
                  </a:lnTo>
                  <a:lnTo>
                    <a:pt x="3484839" y="355209"/>
                  </a:lnTo>
                  <a:lnTo>
                    <a:pt x="3485910" y="355333"/>
                  </a:lnTo>
                  <a:lnTo>
                    <a:pt x="3486982" y="355456"/>
                  </a:lnTo>
                  <a:lnTo>
                    <a:pt x="3488054" y="355579"/>
                  </a:lnTo>
                  <a:lnTo>
                    <a:pt x="3489125" y="355701"/>
                  </a:lnTo>
                  <a:lnTo>
                    <a:pt x="3490197" y="355823"/>
                  </a:lnTo>
                  <a:lnTo>
                    <a:pt x="3491268" y="355945"/>
                  </a:lnTo>
                  <a:lnTo>
                    <a:pt x="3492340" y="356066"/>
                  </a:lnTo>
                  <a:lnTo>
                    <a:pt x="3493412" y="356187"/>
                  </a:lnTo>
                  <a:lnTo>
                    <a:pt x="3494483" y="356307"/>
                  </a:lnTo>
                  <a:lnTo>
                    <a:pt x="3495555" y="356427"/>
                  </a:lnTo>
                  <a:lnTo>
                    <a:pt x="3496626" y="356546"/>
                  </a:lnTo>
                  <a:lnTo>
                    <a:pt x="3497698" y="356665"/>
                  </a:lnTo>
                  <a:lnTo>
                    <a:pt x="3498770" y="356784"/>
                  </a:lnTo>
                  <a:lnTo>
                    <a:pt x="3499841" y="356902"/>
                  </a:lnTo>
                  <a:lnTo>
                    <a:pt x="3500913" y="357020"/>
                  </a:lnTo>
                  <a:lnTo>
                    <a:pt x="3501984" y="357137"/>
                  </a:lnTo>
                  <a:lnTo>
                    <a:pt x="3503056" y="357254"/>
                  </a:lnTo>
                  <a:lnTo>
                    <a:pt x="3504128" y="357370"/>
                  </a:lnTo>
                  <a:lnTo>
                    <a:pt x="3505199" y="357486"/>
                  </a:lnTo>
                  <a:lnTo>
                    <a:pt x="3506271" y="357602"/>
                  </a:lnTo>
                  <a:lnTo>
                    <a:pt x="3507342" y="357717"/>
                  </a:lnTo>
                  <a:lnTo>
                    <a:pt x="3508414" y="357832"/>
                  </a:lnTo>
                  <a:lnTo>
                    <a:pt x="3509486" y="357947"/>
                  </a:lnTo>
                  <a:lnTo>
                    <a:pt x="3510557" y="358061"/>
                  </a:lnTo>
                  <a:lnTo>
                    <a:pt x="3511629" y="358174"/>
                  </a:lnTo>
                  <a:lnTo>
                    <a:pt x="3512700" y="358288"/>
                  </a:lnTo>
                  <a:lnTo>
                    <a:pt x="3513772" y="358400"/>
                  </a:lnTo>
                  <a:lnTo>
                    <a:pt x="3514844" y="358513"/>
                  </a:lnTo>
                  <a:lnTo>
                    <a:pt x="3515915" y="358625"/>
                  </a:lnTo>
                  <a:lnTo>
                    <a:pt x="3516987" y="358736"/>
                  </a:lnTo>
                  <a:lnTo>
                    <a:pt x="3518058" y="358848"/>
                  </a:lnTo>
                  <a:lnTo>
                    <a:pt x="3519130" y="358958"/>
                  </a:lnTo>
                  <a:lnTo>
                    <a:pt x="3520202" y="359069"/>
                  </a:lnTo>
                  <a:lnTo>
                    <a:pt x="3521273" y="359179"/>
                  </a:lnTo>
                  <a:lnTo>
                    <a:pt x="3522345" y="359288"/>
                  </a:lnTo>
                  <a:lnTo>
                    <a:pt x="3523416" y="359398"/>
                  </a:lnTo>
                  <a:lnTo>
                    <a:pt x="3524488" y="359506"/>
                  </a:lnTo>
                  <a:lnTo>
                    <a:pt x="3525560" y="359615"/>
                  </a:lnTo>
                  <a:lnTo>
                    <a:pt x="3526631" y="359723"/>
                  </a:lnTo>
                  <a:lnTo>
                    <a:pt x="3527703" y="359830"/>
                  </a:lnTo>
                  <a:lnTo>
                    <a:pt x="3528774" y="359938"/>
                  </a:lnTo>
                  <a:lnTo>
                    <a:pt x="3529846" y="360045"/>
                  </a:lnTo>
                  <a:lnTo>
                    <a:pt x="3530918" y="360151"/>
                  </a:lnTo>
                  <a:lnTo>
                    <a:pt x="3531989" y="360257"/>
                  </a:lnTo>
                  <a:lnTo>
                    <a:pt x="3533061" y="360363"/>
                  </a:lnTo>
                  <a:lnTo>
                    <a:pt x="3534132" y="360468"/>
                  </a:lnTo>
                  <a:lnTo>
                    <a:pt x="3535204" y="360573"/>
                  </a:lnTo>
                  <a:lnTo>
                    <a:pt x="3536276" y="360678"/>
                  </a:lnTo>
                  <a:lnTo>
                    <a:pt x="3537347" y="360782"/>
                  </a:lnTo>
                  <a:lnTo>
                    <a:pt x="3538419" y="360885"/>
                  </a:lnTo>
                  <a:lnTo>
                    <a:pt x="3539490" y="360989"/>
                  </a:lnTo>
                  <a:lnTo>
                    <a:pt x="3540562" y="361092"/>
                  </a:lnTo>
                  <a:lnTo>
                    <a:pt x="3541634" y="361194"/>
                  </a:lnTo>
                  <a:lnTo>
                    <a:pt x="3542705" y="361297"/>
                  </a:lnTo>
                  <a:lnTo>
                    <a:pt x="3543777" y="361399"/>
                  </a:lnTo>
                  <a:lnTo>
                    <a:pt x="3544848" y="361500"/>
                  </a:lnTo>
                  <a:lnTo>
                    <a:pt x="3545920" y="361601"/>
                  </a:lnTo>
                  <a:lnTo>
                    <a:pt x="3546992" y="361702"/>
                  </a:lnTo>
                  <a:lnTo>
                    <a:pt x="3548063" y="361802"/>
                  </a:lnTo>
                  <a:lnTo>
                    <a:pt x="3549135" y="361902"/>
                  </a:lnTo>
                  <a:lnTo>
                    <a:pt x="3550206" y="362002"/>
                  </a:lnTo>
                  <a:lnTo>
                    <a:pt x="3551278" y="362101"/>
                  </a:lnTo>
                  <a:lnTo>
                    <a:pt x="3552349" y="362200"/>
                  </a:lnTo>
                  <a:lnTo>
                    <a:pt x="3553421" y="362298"/>
                  </a:lnTo>
                  <a:lnTo>
                    <a:pt x="3554493" y="362396"/>
                  </a:lnTo>
                  <a:lnTo>
                    <a:pt x="3555564" y="362494"/>
                  </a:lnTo>
                  <a:lnTo>
                    <a:pt x="3556636" y="362592"/>
                  </a:lnTo>
                  <a:lnTo>
                    <a:pt x="3557707" y="362689"/>
                  </a:lnTo>
                  <a:lnTo>
                    <a:pt x="3558779" y="362785"/>
                  </a:lnTo>
                  <a:lnTo>
                    <a:pt x="3559851" y="362881"/>
                  </a:lnTo>
                  <a:lnTo>
                    <a:pt x="3560922" y="362977"/>
                  </a:lnTo>
                  <a:lnTo>
                    <a:pt x="3561994" y="363073"/>
                  </a:lnTo>
                  <a:lnTo>
                    <a:pt x="3563065" y="363168"/>
                  </a:lnTo>
                  <a:lnTo>
                    <a:pt x="3564137" y="363263"/>
                  </a:lnTo>
                  <a:lnTo>
                    <a:pt x="3565209" y="363357"/>
                  </a:lnTo>
                  <a:lnTo>
                    <a:pt x="3566280" y="363452"/>
                  </a:lnTo>
                  <a:lnTo>
                    <a:pt x="3567352" y="363545"/>
                  </a:lnTo>
                  <a:lnTo>
                    <a:pt x="3568423" y="363639"/>
                  </a:lnTo>
                  <a:lnTo>
                    <a:pt x="3569495" y="363732"/>
                  </a:lnTo>
                  <a:lnTo>
                    <a:pt x="3570567" y="363824"/>
                  </a:lnTo>
                  <a:lnTo>
                    <a:pt x="3571638" y="363917"/>
                  </a:lnTo>
                  <a:lnTo>
                    <a:pt x="3572710" y="364009"/>
                  </a:lnTo>
                  <a:lnTo>
                    <a:pt x="3573781" y="364100"/>
                  </a:lnTo>
                  <a:lnTo>
                    <a:pt x="3574853" y="364192"/>
                  </a:lnTo>
                  <a:lnTo>
                    <a:pt x="3575925" y="364282"/>
                  </a:lnTo>
                  <a:lnTo>
                    <a:pt x="3576996" y="364373"/>
                  </a:lnTo>
                  <a:lnTo>
                    <a:pt x="3578068" y="364463"/>
                  </a:lnTo>
                  <a:lnTo>
                    <a:pt x="3579139" y="364553"/>
                  </a:lnTo>
                  <a:lnTo>
                    <a:pt x="3580211" y="364642"/>
                  </a:lnTo>
                  <a:lnTo>
                    <a:pt x="3581283" y="364732"/>
                  </a:lnTo>
                  <a:lnTo>
                    <a:pt x="3582354" y="364820"/>
                  </a:lnTo>
                  <a:lnTo>
                    <a:pt x="3583426" y="364909"/>
                  </a:lnTo>
                  <a:lnTo>
                    <a:pt x="3584497" y="364997"/>
                  </a:lnTo>
                  <a:lnTo>
                    <a:pt x="3585569" y="365085"/>
                  </a:lnTo>
                  <a:lnTo>
                    <a:pt x="3586641" y="365172"/>
                  </a:lnTo>
                  <a:lnTo>
                    <a:pt x="3587712" y="365259"/>
                  </a:lnTo>
                  <a:lnTo>
                    <a:pt x="3588784" y="365346"/>
                  </a:lnTo>
                  <a:lnTo>
                    <a:pt x="3589855" y="365432"/>
                  </a:lnTo>
                  <a:lnTo>
                    <a:pt x="3590927" y="365518"/>
                  </a:lnTo>
                  <a:lnTo>
                    <a:pt x="3591999" y="365604"/>
                  </a:lnTo>
                  <a:lnTo>
                    <a:pt x="3593070" y="365690"/>
                  </a:lnTo>
                  <a:lnTo>
                    <a:pt x="3594142" y="365775"/>
                  </a:lnTo>
                  <a:lnTo>
                    <a:pt x="3595213" y="365859"/>
                  </a:lnTo>
                  <a:lnTo>
                    <a:pt x="3596285" y="365944"/>
                  </a:lnTo>
                  <a:lnTo>
                    <a:pt x="3597357" y="366028"/>
                  </a:lnTo>
                  <a:lnTo>
                    <a:pt x="3598428" y="366111"/>
                  </a:lnTo>
                  <a:lnTo>
                    <a:pt x="3599500" y="366195"/>
                  </a:lnTo>
                  <a:lnTo>
                    <a:pt x="3600571" y="366278"/>
                  </a:lnTo>
                  <a:lnTo>
                    <a:pt x="3601643" y="366360"/>
                  </a:lnTo>
                  <a:lnTo>
                    <a:pt x="3602715" y="366443"/>
                  </a:lnTo>
                  <a:lnTo>
                    <a:pt x="3603786" y="366525"/>
                  </a:lnTo>
                  <a:lnTo>
                    <a:pt x="3604858" y="366606"/>
                  </a:lnTo>
                  <a:lnTo>
                    <a:pt x="3605929" y="366688"/>
                  </a:lnTo>
                  <a:lnTo>
                    <a:pt x="3607001" y="366769"/>
                  </a:lnTo>
                  <a:lnTo>
                    <a:pt x="3608073" y="366850"/>
                  </a:lnTo>
                  <a:lnTo>
                    <a:pt x="3609144" y="366930"/>
                  </a:lnTo>
                  <a:lnTo>
                    <a:pt x="3610216" y="367010"/>
                  </a:lnTo>
                  <a:lnTo>
                    <a:pt x="3611287" y="367090"/>
                  </a:lnTo>
                  <a:lnTo>
                    <a:pt x="3612359" y="367169"/>
                  </a:lnTo>
                  <a:lnTo>
                    <a:pt x="3613431" y="367248"/>
                  </a:lnTo>
                  <a:lnTo>
                    <a:pt x="3614502" y="367327"/>
                  </a:lnTo>
                  <a:lnTo>
                    <a:pt x="3615574" y="367405"/>
                  </a:lnTo>
                  <a:lnTo>
                    <a:pt x="3616645" y="367483"/>
                  </a:lnTo>
                  <a:lnTo>
                    <a:pt x="3617717" y="367561"/>
                  </a:lnTo>
                  <a:lnTo>
                    <a:pt x="3618789" y="367639"/>
                  </a:lnTo>
                  <a:lnTo>
                    <a:pt x="3619860" y="367716"/>
                  </a:lnTo>
                  <a:lnTo>
                    <a:pt x="3620932" y="367793"/>
                  </a:lnTo>
                  <a:lnTo>
                    <a:pt x="3622003" y="367869"/>
                  </a:lnTo>
                  <a:lnTo>
                    <a:pt x="3623075" y="367945"/>
                  </a:lnTo>
                  <a:lnTo>
                    <a:pt x="3624147" y="368021"/>
                  </a:lnTo>
                  <a:lnTo>
                    <a:pt x="3625218" y="368097"/>
                  </a:lnTo>
                  <a:lnTo>
                    <a:pt x="3626290" y="368172"/>
                  </a:lnTo>
                  <a:lnTo>
                    <a:pt x="3627361" y="368247"/>
                  </a:lnTo>
                  <a:lnTo>
                    <a:pt x="3628433" y="368321"/>
                  </a:lnTo>
                  <a:lnTo>
                    <a:pt x="3629505" y="368396"/>
                  </a:lnTo>
                  <a:lnTo>
                    <a:pt x="3630576" y="368470"/>
                  </a:lnTo>
                  <a:lnTo>
                    <a:pt x="3631648" y="368543"/>
                  </a:lnTo>
                  <a:lnTo>
                    <a:pt x="3632719" y="368617"/>
                  </a:lnTo>
                  <a:lnTo>
                    <a:pt x="3633791" y="368690"/>
                  </a:lnTo>
                  <a:lnTo>
                    <a:pt x="3634863" y="368763"/>
                  </a:lnTo>
                  <a:lnTo>
                    <a:pt x="3635934" y="368835"/>
                  </a:lnTo>
                  <a:lnTo>
                    <a:pt x="3637006" y="368907"/>
                  </a:lnTo>
                  <a:lnTo>
                    <a:pt x="3638077" y="368979"/>
                  </a:lnTo>
                  <a:lnTo>
                    <a:pt x="3639149" y="369050"/>
                  </a:lnTo>
                  <a:lnTo>
                    <a:pt x="3640221" y="369122"/>
                  </a:lnTo>
                  <a:lnTo>
                    <a:pt x="3641292" y="369193"/>
                  </a:lnTo>
                  <a:lnTo>
                    <a:pt x="3642364" y="369263"/>
                  </a:lnTo>
                  <a:lnTo>
                    <a:pt x="3643435" y="369333"/>
                  </a:lnTo>
                  <a:lnTo>
                    <a:pt x="3644507" y="369403"/>
                  </a:lnTo>
                  <a:lnTo>
                    <a:pt x="3645579" y="369473"/>
                  </a:lnTo>
                  <a:lnTo>
                    <a:pt x="3646650" y="369542"/>
                  </a:lnTo>
                  <a:lnTo>
                    <a:pt x="3647722" y="369612"/>
                  </a:lnTo>
                  <a:lnTo>
                    <a:pt x="3648793" y="369680"/>
                  </a:lnTo>
                  <a:lnTo>
                    <a:pt x="3649865" y="369749"/>
                  </a:lnTo>
                  <a:lnTo>
                    <a:pt x="3650937" y="369817"/>
                  </a:lnTo>
                  <a:lnTo>
                    <a:pt x="3652008" y="369885"/>
                  </a:lnTo>
                  <a:lnTo>
                    <a:pt x="3653080" y="369952"/>
                  </a:lnTo>
                  <a:lnTo>
                    <a:pt x="3654151" y="370020"/>
                  </a:lnTo>
                  <a:lnTo>
                    <a:pt x="3655223" y="370087"/>
                  </a:lnTo>
                  <a:lnTo>
                    <a:pt x="3656295" y="370153"/>
                  </a:lnTo>
                  <a:lnTo>
                    <a:pt x="3657366" y="370220"/>
                  </a:lnTo>
                  <a:lnTo>
                    <a:pt x="3658438" y="370286"/>
                  </a:lnTo>
                  <a:lnTo>
                    <a:pt x="3659509" y="370352"/>
                  </a:lnTo>
                  <a:lnTo>
                    <a:pt x="3660581" y="370417"/>
                  </a:lnTo>
                  <a:lnTo>
                    <a:pt x="3661653" y="370483"/>
                  </a:lnTo>
                  <a:lnTo>
                    <a:pt x="3662724" y="370547"/>
                  </a:lnTo>
                  <a:lnTo>
                    <a:pt x="3663796" y="370612"/>
                  </a:lnTo>
                  <a:lnTo>
                    <a:pt x="3664867" y="370677"/>
                  </a:lnTo>
                  <a:lnTo>
                    <a:pt x="3665939" y="370741"/>
                  </a:lnTo>
                  <a:lnTo>
                    <a:pt x="3667011" y="370804"/>
                  </a:lnTo>
                  <a:lnTo>
                    <a:pt x="3668082" y="370868"/>
                  </a:lnTo>
                  <a:lnTo>
                    <a:pt x="3669154" y="370931"/>
                  </a:lnTo>
                  <a:lnTo>
                    <a:pt x="3670225" y="370994"/>
                  </a:lnTo>
                  <a:lnTo>
                    <a:pt x="3671297" y="371057"/>
                  </a:lnTo>
                  <a:lnTo>
                    <a:pt x="3672369" y="371119"/>
                  </a:lnTo>
                  <a:lnTo>
                    <a:pt x="3673440" y="371181"/>
                  </a:lnTo>
                  <a:lnTo>
                    <a:pt x="3674512" y="371243"/>
                  </a:lnTo>
                  <a:lnTo>
                    <a:pt x="3675583" y="371304"/>
                  </a:lnTo>
                  <a:lnTo>
                    <a:pt x="3676655" y="371366"/>
                  </a:lnTo>
                  <a:lnTo>
                    <a:pt x="3677727" y="371426"/>
                  </a:lnTo>
                  <a:lnTo>
                    <a:pt x="3678798" y="371487"/>
                  </a:lnTo>
                  <a:lnTo>
                    <a:pt x="3679870" y="371547"/>
                  </a:lnTo>
                  <a:lnTo>
                    <a:pt x="3680941" y="371608"/>
                  </a:lnTo>
                  <a:lnTo>
                    <a:pt x="3682013" y="371667"/>
                  </a:lnTo>
                  <a:lnTo>
                    <a:pt x="3683085" y="371727"/>
                  </a:lnTo>
                  <a:lnTo>
                    <a:pt x="3684156" y="371786"/>
                  </a:lnTo>
                  <a:lnTo>
                    <a:pt x="3685228" y="371845"/>
                  </a:lnTo>
                  <a:lnTo>
                    <a:pt x="3686299" y="371904"/>
                  </a:lnTo>
                  <a:lnTo>
                    <a:pt x="3687371" y="371962"/>
                  </a:lnTo>
                  <a:lnTo>
                    <a:pt x="3688443" y="372020"/>
                  </a:lnTo>
                  <a:lnTo>
                    <a:pt x="3689514" y="372078"/>
                  </a:lnTo>
                  <a:lnTo>
                    <a:pt x="3690586" y="372136"/>
                  </a:lnTo>
                  <a:lnTo>
                    <a:pt x="3691657" y="372193"/>
                  </a:lnTo>
                  <a:lnTo>
                    <a:pt x="3692729" y="372250"/>
                  </a:lnTo>
                  <a:lnTo>
                    <a:pt x="3693801" y="372307"/>
                  </a:lnTo>
                  <a:lnTo>
                    <a:pt x="3694872" y="372364"/>
                  </a:lnTo>
                  <a:lnTo>
                    <a:pt x="3695944" y="372420"/>
                  </a:lnTo>
                  <a:lnTo>
                    <a:pt x="3697015" y="372476"/>
                  </a:lnTo>
                  <a:lnTo>
                    <a:pt x="3698087" y="372532"/>
                  </a:lnTo>
                  <a:lnTo>
                    <a:pt x="3699159" y="372587"/>
                  </a:lnTo>
                  <a:lnTo>
                    <a:pt x="3700230" y="372642"/>
                  </a:lnTo>
                  <a:lnTo>
                    <a:pt x="3701302" y="372697"/>
                  </a:lnTo>
                  <a:lnTo>
                    <a:pt x="3702373" y="372752"/>
                  </a:lnTo>
                  <a:lnTo>
                    <a:pt x="3703445" y="372806"/>
                  </a:lnTo>
                  <a:lnTo>
                    <a:pt x="3704517" y="372860"/>
                  </a:lnTo>
                  <a:lnTo>
                    <a:pt x="3705588" y="372914"/>
                  </a:lnTo>
                  <a:lnTo>
                    <a:pt x="3706660" y="372968"/>
                  </a:lnTo>
                  <a:lnTo>
                    <a:pt x="3707731" y="373021"/>
                  </a:lnTo>
                  <a:lnTo>
                    <a:pt x="3708803" y="373074"/>
                  </a:lnTo>
                  <a:lnTo>
                    <a:pt x="3709875" y="373127"/>
                  </a:lnTo>
                  <a:lnTo>
                    <a:pt x="3710946" y="373179"/>
                  </a:lnTo>
                  <a:lnTo>
                    <a:pt x="3712018" y="373231"/>
                  </a:lnTo>
                  <a:lnTo>
                    <a:pt x="3713089" y="373283"/>
                  </a:lnTo>
                  <a:lnTo>
                    <a:pt x="3714161" y="373335"/>
                  </a:lnTo>
                  <a:lnTo>
                    <a:pt x="3715233" y="373387"/>
                  </a:lnTo>
                  <a:lnTo>
                    <a:pt x="3716304" y="373438"/>
                  </a:lnTo>
                  <a:lnTo>
                    <a:pt x="3717376" y="373489"/>
                  </a:lnTo>
                  <a:lnTo>
                    <a:pt x="3718447" y="373539"/>
                  </a:lnTo>
                  <a:lnTo>
                    <a:pt x="3719519" y="373590"/>
                  </a:lnTo>
                  <a:lnTo>
                    <a:pt x="3720591" y="373640"/>
                  </a:lnTo>
                  <a:lnTo>
                    <a:pt x="3721662" y="373690"/>
                  </a:lnTo>
                  <a:lnTo>
                    <a:pt x="3722734" y="373740"/>
                  </a:lnTo>
                  <a:lnTo>
                    <a:pt x="3723805" y="373789"/>
                  </a:lnTo>
                  <a:lnTo>
                    <a:pt x="3724877" y="373838"/>
                  </a:lnTo>
                  <a:lnTo>
                    <a:pt x="3725949" y="373887"/>
                  </a:lnTo>
                  <a:lnTo>
                    <a:pt x="3727020" y="373936"/>
                  </a:lnTo>
                  <a:lnTo>
                    <a:pt x="3728092" y="373984"/>
                  </a:lnTo>
                  <a:lnTo>
                    <a:pt x="3729163" y="374032"/>
                  </a:lnTo>
                  <a:lnTo>
                    <a:pt x="3730235" y="374080"/>
                  </a:lnTo>
                  <a:lnTo>
                    <a:pt x="3731306" y="374128"/>
                  </a:lnTo>
                  <a:lnTo>
                    <a:pt x="3732378" y="374175"/>
                  </a:lnTo>
                  <a:lnTo>
                    <a:pt x="3733450" y="374222"/>
                  </a:lnTo>
                  <a:lnTo>
                    <a:pt x="3734521" y="374269"/>
                  </a:lnTo>
                  <a:lnTo>
                    <a:pt x="3735593" y="374316"/>
                  </a:lnTo>
                  <a:lnTo>
                    <a:pt x="3736664" y="374362"/>
                  </a:lnTo>
                  <a:lnTo>
                    <a:pt x="3737736" y="374408"/>
                  </a:lnTo>
                  <a:lnTo>
                    <a:pt x="3738808" y="374454"/>
                  </a:lnTo>
                  <a:lnTo>
                    <a:pt x="3739879" y="374500"/>
                  </a:lnTo>
                  <a:lnTo>
                    <a:pt x="3740951" y="374545"/>
                  </a:lnTo>
                  <a:lnTo>
                    <a:pt x="3742022" y="374591"/>
                  </a:lnTo>
                  <a:lnTo>
                    <a:pt x="3743094" y="374636"/>
                  </a:lnTo>
                  <a:lnTo>
                    <a:pt x="3744166" y="374680"/>
                  </a:lnTo>
                  <a:lnTo>
                    <a:pt x="3745237" y="374725"/>
                  </a:lnTo>
                  <a:lnTo>
                    <a:pt x="3746309" y="374769"/>
                  </a:lnTo>
                  <a:lnTo>
                    <a:pt x="3747380" y="374813"/>
                  </a:lnTo>
                  <a:lnTo>
                    <a:pt x="3748452" y="374856"/>
                  </a:lnTo>
                  <a:lnTo>
                    <a:pt x="3749524" y="374900"/>
                  </a:lnTo>
                  <a:lnTo>
                    <a:pt x="3750595" y="374943"/>
                  </a:lnTo>
                  <a:lnTo>
                    <a:pt x="3751667" y="374986"/>
                  </a:lnTo>
                  <a:lnTo>
                    <a:pt x="3752738" y="375029"/>
                  </a:lnTo>
                  <a:lnTo>
                    <a:pt x="3753810" y="375071"/>
                  </a:lnTo>
                  <a:lnTo>
                    <a:pt x="3754882" y="375114"/>
                  </a:lnTo>
                  <a:lnTo>
                    <a:pt x="3755953" y="375156"/>
                  </a:lnTo>
                  <a:lnTo>
                    <a:pt x="3757025" y="375197"/>
                  </a:lnTo>
                  <a:lnTo>
                    <a:pt x="3758096" y="375239"/>
                  </a:lnTo>
                  <a:lnTo>
                    <a:pt x="3759168" y="375280"/>
                  </a:lnTo>
                  <a:lnTo>
                    <a:pt x="3760240" y="375321"/>
                  </a:lnTo>
                  <a:lnTo>
                    <a:pt x="3761311" y="375362"/>
                  </a:lnTo>
                  <a:lnTo>
                    <a:pt x="3762383" y="375403"/>
                  </a:lnTo>
                  <a:lnTo>
                    <a:pt x="3763454" y="375443"/>
                  </a:lnTo>
                  <a:lnTo>
                    <a:pt x="3764526" y="375483"/>
                  </a:lnTo>
                  <a:lnTo>
                    <a:pt x="3765598" y="375523"/>
                  </a:lnTo>
                  <a:lnTo>
                    <a:pt x="3766669" y="375563"/>
                  </a:lnTo>
                  <a:lnTo>
                    <a:pt x="3767741" y="375602"/>
                  </a:lnTo>
                  <a:lnTo>
                    <a:pt x="3768812" y="375641"/>
                  </a:lnTo>
                  <a:lnTo>
                    <a:pt x="3769884" y="375680"/>
                  </a:lnTo>
                  <a:lnTo>
                    <a:pt x="3770956" y="375719"/>
                  </a:lnTo>
                  <a:lnTo>
                    <a:pt x="3772027" y="375758"/>
                  </a:lnTo>
                  <a:lnTo>
                    <a:pt x="3773099" y="375796"/>
                  </a:lnTo>
                  <a:lnTo>
                    <a:pt x="3774170" y="375834"/>
                  </a:lnTo>
                  <a:lnTo>
                    <a:pt x="3775242" y="375872"/>
                  </a:lnTo>
                  <a:lnTo>
                    <a:pt x="3776314" y="375909"/>
                  </a:lnTo>
                  <a:lnTo>
                    <a:pt x="3777385" y="375947"/>
                  </a:lnTo>
                  <a:lnTo>
                    <a:pt x="3778457" y="375984"/>
                  </a:lnTo>
                  <a:lnTo>
                    <a:pt x="3779528" y="376021"/>
                  </a:lnTo>
                  <a:lnTo>
                    <a:pt x="3780600" y="376058"/>
                  </a:lnTo>
                  <a:lnTo>
                    <a:pt x="3781672" y="376094"/>
                  </a:lnTo>
                  <a:lnTo>
                    <a:pt x="3782743" y="376130"/>
                  </a:lnTo>
                  <a:lnTo>
                    <a:pt x="3783815" y="376166"/>
                  </a:lnTo>
                  <a:lnTo>
                    <a:pt x="3784886" y="376202"/>
                  </a:lnTo>
                  <a:lnTo>
                    <a:pt x="3785958" y="376238"/>
                  </a:lnTo>
                  <a:lnTo>
                    <a:pt x="3787030" y="376273"/>
                  </a:lnTo>
                  <a:lnTo>
                    <a:pt x="3788101" y="376308"/>
                  </a:lnTo>
                  <a:lnTo>
                    <a:pt x="3789173" y="376343"/>
                  </a:lnTo>
                  <a:lnTo>
                    <a:pt x="3790244" y="376378"/>
                  </a:lnTo>
                  <a:lnTo>
                    <a:pt x="3791316" y="376412"/>
                  </a:lnTo>
                  <a:lnTo>
                    <a:pt x="3792388" y="376446"/>
                  </a:lnTo>
                  <a:lnTo>
                    <a:pt x="3793459" y="376480"/>
                  </a:lnTo>
                  <a:lnTo>
                    <a:pt x="3794531" y="376514"/>
                  </a:lnTo>
                  <a:lnTo>
                    <a:pt x="3795602" y="376548"/>
                  </a:lnTo>
                  <a:lnTo>
                    <a:pt x="3796674" y="376581"/>
                  </a:lnTo>
                  <a:lnTo>
                    <a:pt x="3797746" y="376614"/>
                  </a:lnTo>
                  <a:lnTo>
                    <a:pt x="3798817" y="376647"/>
                  </a:lnTo>
                  <a:lnTo>
                    <a:pt x="3799889" y="376680"/>
                  </a:lnTo>
                  <a:lnTo>
                    <a:pt x="3800960" y="376712"/>
                  </a:lnTo>
                  <a:lnTo>
                    <a:pt x="3802032" y="376745"/>
                  </a:lnTo>
                  <a:lnTo>
                    <a:pt x="3803104" y="376777"/>
                  </a:lnTo>
                  <a:lnTo>
                    <a:pt x="3804175" y="376808"/>
                  </a:lnTo>
                  <a:lnTo>
                    <a:pt x="3805247" y="376840"/>
                  </a:lnTo>
                  <a:lnTo>
                    <a:pt x="3806318" y="376871"/>
                  </a:lnTo>
                  <a:lnTo>
                    <a:pt x="3807390" y="376903"/>
                  </a:lnTo>
                  <a:lnTo>
                    <a:pt x="3808462" y="376934"/>
                  </a:lnTo>
                  <a:lnTo>
                    <a:pt x="3809533" y="376964"/>
                  </a:lnTo>
                  <a:lnTo>
                    <a:pt x="3810605" y="376995"/>
                  </a:lnTo>
                  <a:lnTo>
                    <a:pt x="3811676" y="377025"/>
                  </a:lnTo>
                  <a:lnTo>
                    <a:pt x="3812748" y="377055"/>
                  </a:lnTo>
                  <a:lnTo>
                    <a:pt x="3813820" y="377085"/>
                  </a:lnTo>
                  <a:lnTo>
                    <a:pt x="3814891" y="377115"/>
                  </a:lnTo>
                  <a:lnTo>
                    <a:pt x="3815963" y="377145"/>
                  </a:lnTo>
                  <a:lnTo>
                    <a:pt x="3817034" y="377174"/>
                  </a:lnTo>
                  <a:lnTo>
                    <a:pt x="3818106" y="377203"/>
                  </a:lnTo>
                  <a:lnTo>
                    <a:pt x="3819178" y="377232"/>
                  </a:lnTo>
                  <a:lnTo>
                    <a:pt x="3820249" y="377260"/>
                  </a:lnTo>
                  <a:lnTo>
                    <a:pt x="3821321" y="377289"/>
                  </a:lnTo>
                  <a:lnTo>
                    <a:pt x="3822392" y="377317"/>
                  </a:lnTo>
                  <a:lnTo>
                    <a:pt x="3823464" y="377345"/>
                  </a:lnTo>
                  <a:lnTo>
                    <a:pt x="3824536" y="377373"/>
                  </a:lnTo>
                  <a:lnTo>
                    <a:pt x="3825607" y="377401"/>
                  </a:lnTo>
                  <a:lnTo>
                    <a:pt x="3826679" y="377428"/>
                  </a:lnTo>
                  <a:lnTo>
                    <a:pt x="3827750" y="377455"/>
                  </a:lnTo>
                  <a:lnTo>
                    <a:pt x="3828822" y="377482"/>
                  </a:lnTo>
                  <a:lnTo>
                    <a:pt x="3829894" y="377509"/>
                  </a:lnTo>
                  <a:lnTo>
                    <a:pt x="3830965" y="377536"/>
                  </a:lnTo>
                  <a:lnTo>
                    <a:pt x="3832037" y="377562"/>
                  </a:lnTo>
                  <a:lnTo>
                    <a:pt x="3833108" y="377588"/>
                  </a:lnTo>
                  <a:lnTo>
                    <a:pt x="3834180" y="377614"/>
                  </a:lnTo>
                  <a:lnTo>
                    <a:pt x="3835252" y="377640"/>
                  </a:lnTo>
                  <a:lnTo>
                    <a:pt x="3836323" y="377666"/>
                  </a:lnTo>
                  <a:lnTo>
                    <a:pt x="3837395" y="377691"/>
                  </a:lnTo>
                  <a:lnTo>
                    <a:pt x="3838466" y="377716"/>
                  </a:lnTo>
                  <a:lnTo>
                    <a:pt x="3839538" y="377741"/>
                  </a:lnTo>
                  <a:lnTo>
                    <a:pt x="3840610" y="377766"/>
                  </a:lnTo>
                  <a:lnTo>
                    <a:pt x="3841681" y="377791"/>
                  </a:lnTo>
                  <a:lnTo>
                    <a:pt x="3842753" y="377815"/>
                  </a:lnTo>
                  <a:lnTo>
                    <a:pt x="3843824" y="377839"/>
                  </a:lnTo>
                  <a:lnTo>
                    <a:pt x="3844896" y="377863"/>
                  </a:lnTo>
                  <a:lnTo>
                    <a:pt x="3845968" y="377887"/>
                  </a:lnTo>
                  <a:lnTo>
                    <a:pt x="3847039" y="377911"/>
                  </a:lnTo>
                  <a:lnTo>
                    <a:pt x="3848111" y="377934"/>
                  </a:lnTo>
                  <a:lnTo>
                    <a:pt x="3849182" y="377957"/>
                  </a:lnTo>
                  <a:lnTo>
                    <a:pt x="3850254" y="377980"/>
                  </a:lnTo>
                  <a:lnTo>
                    <a:pt x="3851326" y="378003"/>
                  </a:lnTo>
                  <a:lnTo>
                    <a:pt x="3852397" y="378026"/>
                  </a:lnTo>
                  <a:lnTo>
                    <a:pt x="3853469" y="378048"/>
                  </a:lnTo>
                  <a:lnTo>
                    <a:pt x="3854540" y="378070"/>
                  </a:lnTo>
                  <a:lnTo>
                    <a:pt x="3855612" y="378092"/>
                  </a:lnTo>
                  <a:lnTo>
                    <a:pt x="3856684" y="378114"/>
                  </a:lnTo>
                  <a:lnTo>
                    <a:pt x="3856684" y="1417442"/>
                  </a:lnTo>
                  <a:lnTo>
                    <a:pt x="3855612" y="1416936"/>
                  </a:lnTo>
                  <a:lnTo>
                    <a:pt x="3854540" y="1416429"/>
                  </a:lnTo>
                  <a:lnTo>
                    <a:pt x="3853469" y="1415923"/>
                  </a:lnTo>
                  <a:lnTo>
                    <a:pt x="3852397" y="1415416"/>
                  </a:lnTo>
                  <a:lnTo>
                    <a:pt x="3851326" y="1414909"/>
                  </a:lnTo>
                  <a:lnTo>
                    <a:pt x="3850254" y="1414402"/>
                  </a:lnTo>
                  <a:lnTo>
                    <a:pt x="3849182" y="1413895"/>
                  </a:lnTo>
                  <a:lnTo>
                    <a:pt x="3848111" y="1413387"/>
                  </a:lnTo>
                  <a:lnTo>
                    <a:pt x="3847039" y="1412880"/>
                  </a:lnTo>
                  <a:lnTo>
                    <a:pt x="3845968" y="1412372"/>
                  </a:lnTo>
                  <a:lnTo>
                    <a:pt x="3844896" y="1411864"/>
                  </a:lnTo>
                  <a:lnTo>
                    <a:pt x="3843824" y="1411356"/>
                  </a:lnTo>
                  <a:lnTo>
                    <a:pt x="3842753" y="1410847"/>
                  </a:lnTo>
                  <a:lnTo>
                    <a:pt x="3841681" y="1410339"/>
                  </a:lnTo>
                  <a:lnTo>
                    <a:pt x="3840610" y="1409830"/>
                  </a:lnTo>
                  <a:lnTo>
                    <a:pt x="3839538" y="1409321"/>
                  </a:lnTo>
                  <a:lnTo>
                    <a:pt x="3838466" y="1408812"/>
                  </a:lnTo>
                  <a:lnTo>
                    <a:pt x="3837395" y="1408303"/>
                  </a:lnTo>
                  <a:lnTo>
                    <a:pt x="3836323" y="1407793"/>
                  </a:lnTo>
                  <a:lnTo>
                    <a:pt x="3835252" y="1407283"/>
                  </a:lnTo>
                  <a:lnTo>
                    <a:pt x="3834180" y="1406773"/>
                  </a:lnTo>
                  <a:lnTo>
                    <a:pt x="3833108" y="1406263"/>
                  </a:lnTo>
                  <a:lnTo>
                    <a:pt x="3832037" y="1405753"/>
                  </a:lnTo>
                  <a:lnTo>
                    <a:pt x="3830965" y="1405242"/>
                  </a:lnTo>
                  <a:lnTo>
                    <a:pt x="3829894" y="1404732"/>
                  </a:lnTo>
                  <a:lnTo>
                    <a:pt x="3828822" y="1404221"/>
                  </a:lnTo>
                  <a:lnTo>
                    <a:pt x="3827750" y="1403710"/>
                  </a:lnTo>
                  <a:lnTo>
                    <a:pt x="3826679" y="1403199"/>
                  </a:lnTo>
                  <a:lnTo>
                    <a:pt x="3825607" y="1402687"/>
                  </a:lnTo>
                  <a:lnTo>
                    <a:pt x="3824536" y="1402176"/>
                  </a:lnTo>
                  <a:lnTo>
                    <a:pt x="3823464" y="1401664"/>
                  </a:lnTo>
                  <a:lnTo>
                    <a:pt x="3822392" y="1401152"/>
                  </a:lnTo>
                  <a:lnTo>
                    <a:pt x="3821321" y="1400640"/>
                  </a:lnTo>
                  <a:lnTo>
                    <a:pt x="3820249" y="1400128"/>
                  </a:lnTo>
                  <a:lnTo>
                    <a:pt x="3819178" y="1399615"/>
                  </a:lnTo>
                  <a:lnTo>
                    <a:pt x="3818106" y="1399102"/>
                  </a:lnTo>
                  <a:lnTo>
                    <a:pt x="3817034" y="1398589"/>
                  </a:lnTo>
                  <a:lnTo>
                    <a:pt x="3815963" y="1398076"/>
                  </a:lnTo>
                  <a:lnTo>
                    <a:pt x="3814891" y="1397563"/>
                  </a:lnTo>
                  <a:lnTo>
                    <a:pt x="3813820" y="1397050"/>
                  </a:lnTo>
                  <a:lnTo>
                    <a:pt x="3812748" y="1396536"/>
                  </a:lnTo>
                  <a:lnTo>
                    <a:pt x="3811676" y="1396022"/>
                  </a:lnTo>
                  <a:lnTo>
                    <a:pt x="3810605" y="1395508"/>
                  </a:lnTo>
                  <a:lnTo>
                    <a:pt x="3809533" y="1394994"/>
                  </a:lnTo>
                  <a:lnTo>
                    <a:pt x="3808462" y="1394480"/>
                  </a:lnTo>
                  <a:lnTo>
                    <a:pt x="3807390" y="1393965"/>
                  </a:lnTo>
                  <a:lnTo>
                    <a:pt x="3806318" y="1393450"/>
                  </a:lnTo>
                  <a:lnTo>
                    <a:pt x="3805247" y="1392935"/>
                  </a:lnTo>
                  <a:lnTo>
                    <a:pt x="3804175" y="1392420"/>
                  </a:lnTo>
                  <a:lnTo>
                    <a:pt x="3803104" y="1391905"/>
                  </a:lnTo>
                  <a:lnTo>
                    <a:pt x="3802032" y="1391390"/>
                  </a:lnTo>
                  <a:lnTo>
                    <a:pt x="3800960" y="1390874"/>
                  </a:lnTo>
                  <a:lnTo>
                    <a:pt x="3799889" y="1390358"/>
                  </a:lnTo>
                  <a:lnTo>
                    <a:pt x="3798817" y="1389842"/>
                  </a:lnTo>
                  <a:lnTo>
                    <a:pt x="3797746" y="1389326"/>
                  </a:lnTo>
                  <a:lnTo>
                    <a:pt x="3796674" y="1388810"/>
                  </a:lnTo>
                  <a:lnTo>
                    <a:pt x="3795602" y="1388293"/>
                  </a:lnTo>
                  <a:lnTo>
                    <a:pt x="3794531" y="1387776"/>
                  </a:lnTo>
                  <a:lnTo>
                    <a:pt x="3793459" y="1387260"/>
                  </a:lnTo>
                  <a:lnTo>
                    <a:pt x="3792388" y="1386742"/>
                  </a:lnTo>
                  <a:lnTo>
                    <a:pt x="3791316" y="1386225"/>
                  </a:lnTo>
                  <a:lnTo>
                    <a:pt x="3790244" y="1385708"/>
                  </a:lnTo>
                  <a:lnTo>
                    <a:pt x="3789173" y="1385190"/>
                  </a:lnTo>
                  <a:lnTo>
                    <a:pt x="3788101" y="1384672"/>
                  </a:lnTo>
                  <a:lnTo>
                    <a:pt x="3787030" y="1384154"/>
                  </a:lnTo>
                  <a:lnTo>
                    <a:pt x="3785958" y="1383636"/>
                  </a:lnTo>
                  <a:lnTo>
                    <a:pt x="3784886" y="1383118"/>
                  </a:lnTo>
                  <a:lnTo>
                    <a:pt x="3783815" y="1382599"/>
                  </a:lnTo>
                  <a:lnTo>
                    <a:pt x="3782743" y="1382081"/>
                  </a:lnTo>
                  <a:lnTo>
                    <a:pt x="3781672" y="1381562"/>
                  </a:lnTo>
                  <a:lnTo>
                    <a:pt x="3780600" y="1381043"/>
                  </a:lnTo>
                  <a:lnTo>
                    <a:pt x="3779528" y="1380524"/>
                  </a:lnTo>
                  <a:lnTo>
                    <a:pt x="3778457" y="1380004"/>
                  </a:lnTo>
                  <a:lnTo>
                    <a:pt x="3777385" y="1379485"/>
                  </a:lnTo>
                  <a:lnTo>
                    <a:pt x="3776314" y="1378965"/>
                  </a:lnTo>
                  <a:lnTo>
                    <a:pt x="3775242" y="1378445"/>
                  </a:lnTo>
                  <a:lnTo>
                    <a:pt x="3774170" y="1377925"/>
                  </a:lnTo>
                  <a:lnTo>
                    <a:pt x="3773099" y="1377405"/>
                  </a:lnTo>
                  <a:lnTo>
                    <a:pt x="3772027" y="1376884"/>
                  </a:lnTo>
                  <a:lnTo>
                    <a:pt x="3770956" y="1376364"/>
                  </a:lnTo>
                  <a:lnTo>
                    <a:pt x="3769884" y="1375843"/>
                  </a:lnTo>
                  <a:lnTo>
                    <a:pt x="3768812" y="1375322"/>
                  </a:lnTo>
                  <a:lnTo>
                    <a:pt x="3767741" y="1374801"/>
                  </a:lnTo>
                  <a:lnTo>
                    <a:pt x="3766669" y="1374280"/>
                  </a:lnTo>
                  <a:lnTo>
                    <a:pt x="3765598" y="1373758"/>
                  </a:lnTo>
                  <a:lnTo>
                    <a:pt x="3764526" y="1373236"/>
                  </a:lnTo>
                  <a:lnTo>
                    <a:pt x="3763454" y="1372715"/>
                  </a:lnTo>
                  <a:lnTo>
                    <a:pt x="3762383" y="1372193"/>
                  </a:lnTo>
                  <a:lnTo>
                    <a:pt x="3761311" y="1371670"/>
                  </a:lnTo>
                  <a:lnTo>
                    <a:pt x="3760240" y="1371148"/>
                  </a:lnTo>
                  <a:lnTo>
                    <a:pt x="3759168" y="1370626"/>
                  </a:lnTo>
                  <a:lnTo>
                    <a:pt x="3758096" y="1370103"/>
                  </a:lnTo>
                  <a:lnTo>
                    <a:pt x="3757025" y="1369580"/>
                  </a:lnTo>
                  <a:lnTo>
                    <a:pt x="3755953" y="1369057"/>
                  </a:lnTo>
                  <a:lnTo>
                    <a:pt x="3754882" y="1368534"/>
                  </a:lnTo>
                  <a:lnTo>
                    <a:pt x="3753810" y="1368011"/>
                  </a:lnTo>
                  <a:lnTo>
                    <a:pt x="3752738" y="1367487"/>
                  </a:lnTo>
                  <a:lnTo>
                    <a:pt x="3751667" y="1366963"/>
                  </a:lnTo>
                  <a:lnTo>
                    <a:pt x="3750595" y="1366439"/>
                  </a:lnTo>
                  <a:lnTo>
                    <a:pt x="3749524" y="1365915"/>
                  </a:lnTo>
                  <a:lnTo>
                    <a:pt x="3748452" y="1365391"/>
                  </a:lnTo>
                  <a:lnTo>
                    <a:pt x="3747380" y="1364867"/>
                  </a:lnTo>
                  <a:lnTo>
                    <a:pt x="3746309" y="1364342"/>
                  </a:lnTo>
                  <a:lnTo>
                    <a:pt x="3745237" y="1363818"/>
                  </a:lnTo>
                  <a:lnTo>
                    <a:pt x="3744166" y="1363293"/>
                  </a:lnTo>
                  <a:lnTo>
                    <a:pt x="3743094" y="1362768"/>
                  </a:lnTo>
                  <a:lnTo>
                    <a:pt x="3742022" y="1362243"/>
                  </a:lnTo>
                  <a:lnTo>
                    <a:pt x="3740951" y="1361717"/>
                  </a:lnTo>
                  <a:lnTo>
                    <a:pt x="3739879" y="1361192"/>
                  </a:lnTo>
                  <a:lnTo>
                    <a:pt x="3738808" y="1360666"/>
                  </a:lnTo>
                  <a:lnTo>
                    <a:pt x="3737736" y="1360140"/>
                  </a:lnTo>
                  <a:lnTo>
                    <a:pt x="3736664" y="1359614"/>
                  </a:lnTo>
                  <a:lnTo>
                    <a:pt x="3735593" y="1359088"/>
                  </a:lnTo>
                  <a:lnTo>
                    <a:pt x="3734521" y="1358562"/>
                  </a:lnTo>
                  <a:lnTo>
                    <a:pt x="3733450" y="1358035"/>
                  </a:lnTo>
                  <a:lnTo>
                    <a:pt x="3732378" y="1357508"/>
                  </a:lnTo>
                  <a:lnTo>
                    <a:pt x="3731306" y="1356981"/>
                  </a:lnTo>
                  <a:lnTo>
                    <a:pt x="3730235" y="1356454"/>
                  </a:lnTo>
                  <a:lnTo>
                    <a:pt x="3729163" y="1355927"/>
                  </a:lnTo>
                  <a:lnTo>
                    <a:pt x="3728092" y="1355400"/>
                  </a:lnTo>
                  <a:lnTo>
                    <a:pt x="3727020" y="1354872"/>
                  </a:lnTo>
                  <a:lnTo>
                    <a:pt x="3725949" y="1354345"/>
                  </a:lnTo>
                  <a:lnTo>
                    <a:pt x="3724877" y="1353817"/>
                  </a:lnTo>
                  <a:lnTo>
                    <a:pt x="3723805" y="1353289"/>
                  </a:lnTo>
                  <a:lnTo>
                    <a:pt x="3722734" y="1352761"/>
                  </a:lnTo>
                  <a:lnTo>
                    <a:pt x="3721662" y="1352233"/>
                  </a:lnTo>
                  <a:lnTo>
                    <a:pt x="3720591" y="1351704"/>
                  </a:lnTo>
                  <a:lnTo>
                    <a:pt x="3719519" y="1351175"/>
                  </a:lnTo>
                  <a:lnTo>
                    <a:pt x="3718447" y="1350647"/>
                  </a:lnTo>
                  <a:lnTo>
                    <a:pt x="3717376" y="1350118"/>
                  </a:lnTo>
                  <a:lnTo>
                    <a:pt x="3716304" y="1349589"/>
                  </a:lnTo>
                  <a:lnTo>
                    <a:pt x="3715233" y="1349059"/>
                  </a:lnTo>
                  <a:lnTo>
                    <a:pt x="3714161" y="1348530"/>
                  </a:lnTo>
                  <a:lnTo>
                    <a:pt x="3713089" y="1348000"/>
                  </a:lnTo>
                  <a:lnTo>
                    <a:pt x="3712018" y="1347471"/>
                  </a:lnTo>
                  <a:lnTo>
                    <a:pt x="3710946" y="1346941"/>
                  </a:lnTo>
                  <a:lnTo>
                    <a:pt x="3709875" y="1346411"/>
                  </a:lnTo>
                  <a:lnTo>
                    <a:pt x="3708803" y="1345881"/>
                  </a:lnTo>
                  <a:lnTo>
                    <a:pt x="3707731" y="1345350"/>
                  </a:lnTo>
                  <a:lnTo>
                    <a:pt x="3706660" y="1344820"/>
                  </a:lnTo>
                  <a:lnTo>
                    <a:pt x="3705588" y="1344289"/>
                  </a:lnTo>
                  <a:lnTo>
                    <a:pt x="3704517" y="1343758"/>
                  </a:lnTo>
                  <a:lnTo>
                    <a:pt x="3703445" y="1343227"/>
                  </a:lnTo>
                  <a:lnTo>
                    <a:pt x="3702373" y="1342696"/>
                  </a:lnTo>
                  <a:lnTo>
                    <a:pt x="3701302" y="1342165"/>
                  </a:lnTo>
                  <a:lnTo>
                    <a:pt x="3700230" y="1341633"/>
                  </a:lnTo>
                  <a:lnTo>
                    <a:pt x="3699159" y="1341102"/>
                  </a:lnTo>
                  <a:lnTo>
                    <a:pt x="3698087" y="1340570"/>
                  </a:lnTo>
                  <a:lnTo>
                    <a:pt x="3697015" y="1340038"/>
                  </a:lnTo>
                  <a:lnTo>
                    <a:pt x="3695944" y="1339506"/>
                  </a:lnTo>
                  <a:lnTo>
                    <a:pt x="3694872" y="1338974"/>
                  </a:lnTo>
                  <a:lnTo>
                    <a:pt x="3693801" y="1338442"/>
                  </a:lnTo>
                  <a:lnTo>
                    <a:pt x="3692729" y="1337909"/>
                  </a:lnTo>
                  <a:lnTo>
                    <a:pt x="3691657" y="1337376"/>
                  </a:lnTo>
                  <a:lnTo>
                    <a:pt x="3690586" y="1336844"/>
                  </a:lnTo>
                  <a:lnTo>
                    <a:pt x="3689514" y="1336311"/>
                  </a:lnTo>
                  <a:lnTo>
                    <a:pt x="3688443" y="1335778"/>
                  </a:lnTo>
                  <a:lnTo>
                    <a:pt x="3687371" y="1335244"/>
                  </a:lnTo>
                  <a:lnTo>
                    <a:pt x="3686299" y="1334711"/>
                  </a:lnTo>
                  <a:lnTo>
                    <a:pt x="3685228" y="1334177"/>
                  </a:lnTo>
                  <a:lnTo>
                    <a:pt x="3684156" y="1333644"/>
                  </a:lnTo>
                  <a:lnTo>
                    <a:pt x="3683085" y="1333110"/>
                  </a:lnTo>
                  <a:lnTo>
                    <a:pt x="3682013" y="1332576"/>
                  </a:lnTo>
                  <a:lnTo>
                    <a:pt x="3680941" y="1332042"/>
                  </a:lnTo>
                  <a:lnTo>
                    <a:pt x="3679870" y="1331507"/>
                  </a:lnTo>
                  <a:lnTo>
                    <a:pt x="3678798" y="1330973"/>
                  </a:lnTo>
                  <a:lnTo>
                    <a:pt x="3677727" y="1330438"/>
                  </a:lnTo>
                  <a:lnTo>
                    <a:pt x="3676655" y="1329904"/>
                  </a:lnTo>
                  <a:lnTo>
                    <a:pt x="3675583" y="1329369"/>
                  </a:lnTo>
                  <a:lnTo>
                    <a:pt x="3674512" y="1328834"/>
                  </a:lnTo>
                  <a:lnTo>
                    <a:pt x="3673440" y="1328299"/>
                  </a:lnTo>
                  <a:lnTo>
                    <a:pt x="3672369" y="1327763"/>
                  </a:lnTo>
                  <a:lnTo>
                    <a:pt x="3671297" y="1327228"/>
                  </a:lnTo>
                  <a:lnTo>
                    <a:pt x="3670225" y="1326692"/>
                  </a:lnTo>
                  <a:lnTo>
                    <a:pt x="3669154" y="1326157"/>
                  </a:lnTo>
                  <a:lnTo>
                    <a:pt x="3668082" y="1325621"/>
                  </a:lnTo>
                  <a:lnTo>
                    <a:pt x="3667011" y="1325085"/>
                  </a:lnTo>
                  <a:lnTo>
                    <a:pt x="3665939" y="1324549"/>
                  </a:lnTo>
                  <a:lnTo>
                    <a:pt x="3664867" y="1324012"/>
                  </a:lnTo>
                  <a:lnTo>
                    <a:pt x="3663796" y="1323476"/>
                  </a:lnTo>
                  <a:lnTo>
                    <a:pt x="3662724" y="1322940"/>
                  </a:lnTo>
                  <a:lnTo>
                    <a:pt x="3661653" y="1322403"/>
                  </a:lnTo>
                  <a:lnTo>
                    <a:pt x="3660581" y="1321866"/>
                  </a:lnTo>
                  <a:lnTo>
                    <a:pt x="3659509" y="1321329"/>
                  </a:lnTo>
                  <a:lnTo>
                    <a:pt x="3658438" y="1320792"/>
                  </a:lnTo>
                  <a:lnTo>
                    <a:pt x="3657366" y="1320255"/>
                  </a:lnTo>
                  <a:lnTo>
                    <a:pt x="3656295" y="1319717"/>
                  </a:lnTo>
                  <a:lnTo>
                    <a:pt x="3655223" y="1319180"/>
                  </a:lnTo>
                  <a:lnTo>
                    <a:pt x="3654151" y="1318642"/>
                  </a:lnTo>
                  <a:lnTo>
                    <a:pt x="3653080" y="1318104"/>
                  </a:lnTo>
                  <a:lnTo>
                    <a:pt x="3652008" y="1317566"/>
                  </a:lnTo>
                  <a:lnTo>
                    <a:pt x="3650937" y="1317028"/>
                  </a:lnTo>
                  <a:lnTo>
                    <a:pt x="3649865" y="1316490"/>
                  </a:lnTo>
                  <a:lnTo>
                    <a:pt x="3648793" y="1315952"/>
                  </a:lnTo>
                  <a:lnTo>
                    <a:pt x="3647722" y="1315413"/>
                  </a:lnTo>
                  <a:lnTo>
                    <a:pt x="3646650" y="1314875"/>
                  </a:lnTo>
                  <a:lnTo>
                    <a:pt x="3645579" y="1314336"/>
                  </a:lnTo>
                  <a:lnTo>
                    <a:pt x="3644507" y="1313797"/>
                  </a:lnTo>
                  <a:lnTo>
                    <a:pt x="3643435" y="1313258"/>
                  </a:lnTo>
                  <a:lnTo>
                    <a:pt x="3642364" y="1312719"/>
                  </a:lnTo>
                  <a:lnTo>
                    <a:pt x="3641292" y="1312180"/>
                  </a:lnTo>
                  <a:lnTo>
                    <a:pt x="3640221" y="1311640"/>
                  </a:lnTo>
                  <a:lnTo>
                    <a:pt x="3639149" y="1311101"/>
                  </a:lnTo>
                  <a:lnTo>
                    <a:pt x="3638077" y="1310561"/>
                  </a:lnTo>
                  <a:lnTo>
                    <a:pt x="3637006" y="1310021"/>
                  </a:lnTo>
                  <a:lnTo>
                    <a:pt x="3635934" y="1309481"/>
                  </a:lnTo>
                  <a:lnTo>
                    <a:pt x="3634863" y="1308941"/>
                  </a:lnTo>
                  <a:lnTo>
                    <a:pt x="3633791" y="1308401"/>
                  </a:lnTo>
                  <a:lnTo>
                    <a:pt x="3632719" y="1307861"/>
                  </a:lnTo>
                  <a:lnTo>
                    <a:pt x="3631648" y="1307320"/>
                  </a:lnTo>
                  <a:lnTo>
                    <a:pt x="3630576" y="1306780"/>
                  </a:lnTo>
                  <a:lnTo>
                    <a:pt x="3629505" y="1306239"/>
                  </a:lnTo>
                  <a:lnTo>
                    <a:pt x="3628433" y="1305698"/>
                  </a:lnTo>
                  <a:lnTo>
                    <a:pt x="3627361" y="1305157"/>
                  </a:lnTo>
                  <a:lnTo>
                    <a:pt x="3626290" y="1304616"/>
                  </a:lnTo>
                  <a:lnTo>
                    <a:pt x="3625218" y="1304075"/>
                  </a:lnTo>
                  <a:lnTo>
                    <a:pt x="3624147" y="1303534"/>
                  </a:lnTo>
                  <a:lnTo>
                    <a:pt x="3623075" y="1302992"/>
                  </a:lnTo>
                  <a:lnTo>
                    <a:pt x="3622003" y="1302451"/>
                  </a:lnTo>
                  <a:lnTo>
                    <a:pt x="3620932" y="1301909"/>
                  </a:lnTo>
                  <a:lnTo>
                    <a:pt x="3619860" y="1301367"/>
                  </a:lnTo>
                  <a:lnTo>
                    <a:pt x="3618789" y="1300826"/>
                  </a:lnTo>
                  <a:lnTo>
                    <a:pt x="3617717" y="1300284"/>
                  </a:lnTo>
                  <a:lnTo>
                    <a:pt x="3616645" y="1299741"/>
                  </a:lnTo>
                  <a:lnTo>
                    <a:pt x="3615574" y="1299199"/>
                  </a:lnTo>
                  <a:lnTo>
                    <a:pt x="3614502" y="1298657"/>
                  </a:lnTo>
                  <a:lnTo>
                    <a:pt x="3613431" y="1298114"/>
                  </a:lnTo>
                  <a:lnTo>
                    <a:pt x="3612359" y="1297572"/>
                  </a:lnTo>
                  <a:lnTo>
                    <a:pt x="3611287" y="1297029"/>
                  </a:lnTo>
                  <a:lnTo>
                    <a:pt x="3610216" y="1296486"/>
                  </a:lnTo>
                  <a:lnTo>
                    <a:pt x="3609144" y="1295943"/>
                  </a:lnTo>
                  <a:lnTo>
                    <a:pt x="3608073" y="1295400"/>
                  </a:lnTo>
                  <a:lnTo>
                    <a:pt x="3607001" y="1294857"/>
                  </a:lnTo>
                  <a:lnTo>
                    <a:pt x="3605929" y="1294313"/>
                  </a:lnTo>
                  <a:lnTo>
                    <a:pt x="3604858" y="1293770"/>
                  </a:lnTo>
                  <a:lnTo>
                    <a:pt x="3603786" y="1293226"/>
                  </a:lnTo>
                  <a:lnTo>
                    <a:pt x="3602715" y="1292683"/>
                  </a:lnTo>
                  <a:lnTo>
                    <a:pt x="3601643" y="1292139"/>
                  </a:lnTo>
                  <a:lnTo>
                    <a:pt x="3600571" y="1291595"/>
                  </a:lnTo>
                  <a:lnTo>
                    <a:pt x="3599500" y="1291051"/>
                  </a:lnTo>
                  <a:lnTo>
                    <a:pt x="3598428" y="1290507"/>
                  </a:lnTo>
                  <a:lnTo>
                    <a:pt x="3597357" y="1289963"/>
                  </a:lnTo>
                  <a:lnTo>
                    <a:pt x="3596285" y="1289418"/>
                  </a:lnTo>
                  <a:lnTo>
                    <a:pt x="3595213" y="1288874"/>
                  </a:lnTo>
                  <a:lnTo>
                    <a:pt x="3594142" y="1288329"/>
                  </a:lnTo>
                  <a:lnTo>
                    <a:pt x="3593070" y="1287785"/>
                  </a:lnTo>
                  <a:lnTo>
                    <a:pt x="3591999" y="1287240"/>
                  </a:lnTo>
                  <a:lnTo>
                    <a:pt x="3590927" y="1286695"/>
                  </a:lnTo>
                  <a:lnTo>
                    <a:pt x="3589855" y="1286150"/>
                  </a:lnTo>
                  <a:lnTo>
                    <a:pt x="3588784" y="1285605"/>
                  </a:lnTo>
                  <a:lnTo>
                    <a:pt x="3587712" y="1285060"/>
                  </a:lnTo>
                  <a:lnTo>
                    <a:pt x="3586641" y="1284514"/>
                  </a:lnTo>
                  <a:lnTo>
                    <a:pt x="3585569" y="1283969"/>
                  </a:lnTo>
                  <a:lnTo>
                    <a:pt x="3584497" y="1283423"/>
                  </a:lnTo>
                  <a:lnTo>
                    <a:pt x="3583426" y="1282878"/>
                  </a:lnTo>
                  <a:lnTo>
                    <a:pt x="3582354" y="1282332"/>
                  </a:lnTo>
                  <a:lnTo>
                    <a:pt x="3581283" y="1281786"/>
                  </a:lnTo>
                  <a:lnTo>
                    <a:pt x="3580211" y="1281240"/>
                  </a:lnTo>
                  <a:lnTo>
                    <a:pt x="3579139" y="1280694"/>
                  </a:lnTo>
                  <a:lnTo>
                    <a:pt x="3578068" y="1280148"/>
                  </a:lnTo>
                  <a:lnTo>
                    <a:pt x="3576996" y="1279602"/>
                  </a:lnTo>
                  <a:lnTo>
                    <a:pt x="3575925" y="1279055"/>
                  </a:lnTo>
                  <a:lnTo>
                    <a:pt x="3574853" y="1278509"/>
                  </a:lnTo>
                  <a:lnTo>
                    <a:pt x="3573781" y="1277962"/>
                  </a:lnTo>
                  <a:lnTo>
                    <a:pt x="3572710" y="1277416"/>
                  </a:lnTo>
                  <a:lnTo>
                    <a:pt x="3571638" y="1276869"/>
                  </a:lnTo>
                  <a:lnTo>
                    <a:pt x="3570567" y="1276322"/>
                  </a:lnTo>
                  <a:lnTo>
                    <a:pt x="3569495" y="1275775"/>
                  </a:lnTo>
                  <a:lnTo>
                    <a:pt x="3568423" y="1275228"/>
                  </a:lnTo>
                  <a:lnTo>
                    <a:pt x="3567352" y="1274681"/>
                  </a:lnTo>
                  <a:lnTo>
                    <a:pt x="3566280" y="1274134"/>
                  </a:lnTo>
                  <a:lnTo>
                    <a:pt x="3565209" y="1273587"/>
                  </a:lnTo>
                  <a:lnTo>
                    <a:pt x="3564137" y="1273039"/>
                  </a:lnTo>
                  <a:lnTo>
                    <a:pt x="3563065" y="1272492"/>
                  </a:lnTo>
                  <a:lnTo>
                    <a:pt x="3561994" y="1271944"/>
                  </a:lnTo>
                  <a:lnTo>
                    <a:pt x="3560922" y="1271396"/>
                  </a:lnTo>
                  <a:lnTo>
                    <a:pt x="3559851" y="1270849"/>
                  </a:lnTo>
                  <a:lnTo>
                    <a:pt x="3558779" y="1270301"/>
                  </a:lnTo>
                  <a:lnTo>
                    <a:pt x="3557707" y="1269753"/>
                  </a:lnTo>
                  <a:lnTo>
                    <a:pt x="3556636" y="1269205"/>
                  </a:lnTo>
                  <a:lnTo>
                    <a:pt x="3555564" y="1268657"/>
                  </a:lnTo>
                  <a:lnTo>
                    <a:pt x="3554493" y="1268108"/>
                  </a:lnTo>
                  <a:lnTo>
                    <a:pt x="3553421" y="1267560"/>
                  </a:lnTo>
                  <a:lnTo>
                    <a:pt x="3552349" y="1267012"/>
                  </a:lnTo>
                  <a:lnTo>
                    <a:pt x="3551278" y="1266463"/>
                  </a:lnTo>
                  <a:lnTo>
                    <a:pt x="3550206" y="1265915"/>
                  </a:lnTo>
                  <a:lnTo>
                    <a:pt x="3549135" y="1265366"/>
                  </a:lnTo>
                  <a:lnTo>
                    <a:pt x="3548063" y="1264817"/>
                  </a:lnTo>
                  <a:lnTo>
                    <a:pt x="3546992" y="1264268"/>
                  </a:lnTo>
                  <a:lnTo>
                    <a:pt x="3545920" y="1263719"/>
                  </a:lnTo>
                  <a:lnTo>
                    <a:pt x="3544848" y="1263170"/>
                  </a:lnTo>
                  <a:lnTo>
                    <a:pt x="3543777" y="1262621"/>
                  </a:lnTo>
                  <a:lnTo>
                    <a:pt x="3542705" y="1262072"/>
                  </a:lnTo>
                  <a:lnTo>
                    <a:pt x="3541634" y="1261523"/>
                  </a:lnTo>
                  <a:lnTo>
                    <a:pt x="3540562" y="1260974"/>
                  </a:lnTo>
                  <a:lnTo>
                    <a:pt x="3539490" y="1260424"/>
                  </a:lnTo>
                  <a:lnTo>
                    <a:pt x="3538419" y="1259875"/>
                  </a:lnTo>
                  <a:lnTo>
                    <a:pt x="3537347" y="1259325"/>
                  </a:lnTo>
                  <a:lnTo>
                    <a:pt x="3536276" y="1258776"/>
                  </a:lnTo>
                  <a:lnTo>
                    <a:pt x="3535204" y="1258226"/>
                  </a:lnTo>
                  <a:lnTo>
                    <a:pt x="3534132" y="1257676"/>
                  </a:lnTo>
                  <a:lnTo>
                    <a:pt x="3533061" y="1257126"/>
                  </a:lnTo>
                  <a:lnTo>
                    <a:pt x="3531989" y="1256576"/>
                  </a:lnTo>
                  <a:lnTo>
                    <a:pt x="3530918" y="1256026"/>
                  </a:lnTo>
                  <a:lnTo>
                    <a:pt x="3529846" y="1255476"/>
                  </a:lnTo>
                  <a:lnTo>
                    <a:pt x="3528774" y="1254926"/>
                  </a:lnTo>
                  <a:lnTo>
                    <a:pt x="3527703" y="1254376"/>
                  </a:lnTo>
                  <a:lnTo>
                    <a:pt x="3526631" y="1253825"/>
                  </a:lnTo>
                  <a:lnTo>
                    <a:pt x="3525560" y="1253275"/>
                  </a:lnTo>
                  <a:lnTo>
                    <a:pt x="3524488" y="1252724"/>
                  </a:lnTo>
                  <a:lnTo>
                    <a:pt x="3523416" y="1252174"/>
                  </a:lnTo>
                  <a:lnTo>
                    <a:pt x="3522345" y="1251623"/>
                  </a:lnTo>
                  <a:lnTo>
                    <a:pt x="3521273" y="1251073"/>
                  </a:lnTo>
                  <a:lnTo>
                    <a:pt x="3520202" y="1250522"/>
                  </a:lnTo>
                  <a:lnTo>
                    <a:pt x="3519130" y="1249971"/>
                  </a:lnTo>
                  <a:lnTo>
                    <a:pt x="3518058" y="1249420"/>
                  </a:lnTo>
                  <a:lnTo>
                    <a:pt x="3516987" y="1248869"/>
                  </a:lnTo>
                  <a:lnTo>
                    <a:pt x="3515915" y="1248318"/>
                  </a:lnTo>
                  <a:lnTo>
                    <a:pt x="3514844" y="1247767"/>
                  </a:lnTo>
                  <a:lnTo>
                    <a:pt x="3513772" y="1247216"/>
                  </a:lnTo>
                  <a:lnTo>
                    <a:pt x="3512700" y="1246665"/>
                  </a:lnTo>
                  <a:lnTo>
                    <a:pt x="3511629" y="1246114"/>
                  </a:lnTo>
                  <a:lnTo>
                    <a:pt x="3510557" y="1245562"/>
                  </a:lnTo>
                  <a:lnTo>
                    <a:pt x="3509486" y="1245011"/>
                  </a:lnTo>
                  <a:lnTo>
                    <a:pt x="3508414" y="1244460"/>
                  </a:lnTo>
                  <a:lnTo>
                    <a:pt x="3507342" y="1243908"/>
                  </a:lnTo>
                  <a:lnTo>
                    <a:pt x="3506271" y="1243356"/>
                  </a:lnTo>
                  <a:lnTo>
                    <a:pt x="3505199" y="1242805"/>
                  </a:lnTo>
                  <a:lnTo>
                    <a:pt x="3504128" y="1242253"/>
                  </a:lnTo>
                  <a:lnTo>
                    <a:pt x="3503056" y="1241701"/>
                  </a:lnTo>
                  <a:lnTo>
                    <a:pt x="3501984" y="1241150"/>
                  </a:lnTo>
                  <a:lnTo>
                    <a:pt x="3500913" y="1240598"/>
                  </a:lnTo>
                  <a:lnTo>
                    <a:pt x="3499841" y="1240046"/>
                  </a:lnTo>
                  <a:lnTo>
                    <a:pt x="3498770" y="1239494"/>
                  </a:lnTo>
                  <a:lnTo>
                    <a:pt x="3497698" y="1238942"/>
                  </a:lnTo>
                  <a:lnTo>
                    <a:pt x="3496626" y="1238390"/>
                  </a:lnTo>
                  <a:lnTo>
                    <a:pt x="3495555" y="1237838"/>
                  </a:lnTo>
                  <a:lnTo>
                    <a:pt x="3494483" y="1237285"/>
                  </a:lnTo>
                  <a:lnTo>
                    <a:pt x="3493412" y="1236733"/>
                  </a:lnTo>
                  <a:lnTo>
                    <a:pt x="3492340" y="1236181"/>
                  </a:lnTo>
                  <a:lnTo>
                    <a:pt x="3491268" y="1235629"/>
                  </a:lnTo>
                  <a:lnTo>
                    <a:pt x="3490197" y="1235076"/>
                  </a:lnTo>
                  <a:lnTo>
                    <a:pt x="3489125" y="1234524"/>
                  </a:lnTo>
                  <a:lnTo>
                    <a:pt x="3488054" y="1233971"/>
                  </a:lnTo>
                  <a:lnTo>
                    <a:pt x="3486982" y="1233419"/>
                  </a:lnTo>
                  <a:lnTo>
                    <a:pt x="3485910" y="1232866"/>
                  </a:lnTo>
                  <a:lnTo>
                    <a:pt x="3484839" y="1232314"/>
                  </a:lnTo>
                  <a:lnTo>
                    <a:pt x="3483767" y="1231761"/>
                  </a:lnTo>
                  <a:lnTo>
                    <a:pt x="3482696" y="1231208"/>
                  </a:lnTo>
                  <a:lnTo>
                    <a:pt x="3481624" y="1230656"/>
                  </a:lnTo>
                  <a:lnTo>
                    <a:pt x="3480552" y="1230103"/>
                  </a:lnTo>
                  <a:lnTo>
                    <a:pt x="3479481" y="1229550"/>
                  </a:lnTo>
                  <a:lnTo>
                    <a:pt x="3478409" y="1228997"/>
                  </a:lnTo>
                  <a:lnTo>
                    <a:pt x="3477338" y="1228444"/>
                  </a:lnTo>
                  <a:lnTo>
                    <a:pt x="3476266" y="1227891"/>
                  </a:lnTo>
                  <a:lnTo>
                    <a:pt x="3475194" y="1227338"/>
                  </a:lnTo>
                  <a:lnTo>
                    <a:pt x="3474123" y="1226785"/>
                  </a:lnTo>
                  <a:lnTo>
                    <a:pt x="3473051" y="1226232"/>
                  </a:lnTo>
                  <a:lnTo>
                    <a:pt x="3471980" y="1225679"/>
                  </a:lnTo>
                  <a:lnTo>
                    <a:pt x="3470908" y="1225126"/>
                  </a:lnTo>
                  <a:lnTo>
                    <a:pt x="3469836" y="1224573"/>
                  </a:lnTo>
                  <a:lnTo>
                    <a:pt x="3468765" y="1224020"/>
                  </a:lnTo>
                  <a:lnTo>
                    <a:pt x="3467693" y="1223466"/>
                  </a:lnTo>
                  <a:lnTo>
                    <a:pt x="3466622" y="1222913"/>
                  </a:lnTo>
                  <a:lnTo>
                    <a:pt x="3465550" y="1222360"/>
                  </a:lnTo>
                  <a:lnTo>
                    <a:pt x="3464478" y="1221807"/>
                  </a:lnTo>
                  <a:lnTo>
                    <a:pt x="3463407" y="1221253"/>
                  </a:lnTo>
                  <a:lnTo>
                    <a:pt x="3462335" y="1220700"/>
                  </a:lnTo>
                  <a:lnTo>
                    <a:pt x="3461264" y="1220146"/>
                  </a:lnTo>
                  <a:lnTo>
                    <a:pt x="3460192" y="1219593"/>
                  </a:lnTo>
                  <a:lnTo>
                    <a:pt x="3459120" y="1219040"/>
                  </a:lnTo>
                  <a:lnTo>
                    <a:pt x="3458049" y="1218486"/>
                  </a:lnTo>
                  <a:lnTo>
                    <a:pt x="3456977" y="1217933"/>
                  </a:lnTo>
                  <a:lnTo>
                    <a:pt x="3455906" y="1217379"/>
                  </a:lnTo>
                  <a:lnTo>
                    <a:pt x="3454834" y="1216825"/>
                  </a:lnTo>
                  <a:lnTo>
                    <a:pt x="3453762" y="1216272"/>
                  </a:lnTo>
                  <a:lnTo>
                    <a:pt x="3452691" y="1215718"/>
                  </a:lnTo>
                  <a:lnTo>
                    <a:pt x="3451619" y="1215165"/>
                  </a:lnTo>
                  <a:lnTo>
                    <a:pt x="3450548" y="1214611"/>
                  </a:lnTo>
                  <a:lnTo>
                    <a:pt x="3449476" y="1214057"/>
                  </a:lnTo>
                  <a:lnTo>
                    <a:pt x="3448404" y="1213504"/>
                  </a:lnTo>
                  <a:lnTo>
                    <a:pt x="3447333" y="1212950"/>
                  </a:lnTo>
                  <a:lnTo>
                    <a:pt x="3446261" y="1212396"/>
                  </a:lnTo>
                  <a:lnTo>
                    <a:pt x="3445190" y="1211843"/>
                  </a:lnTo>
                  <a:lnTo>
                    <a:pt x="3444118" y="1211289"/>
                  </a:lnTo>
                  <a:lnTo>
                    <a:pt x="3443046" y="1210735"/>
                  </a:lnTo>
                  <a:lnTo>
                    <a:pt x="3441975" y="1210181"/>
                  </a:lnTo>
                  <a:lnTo>
                    <a:pt x="3440903" y="1209627"/>
                  </a:lnTo>
                  <a:lnTo>
                    <a:pt x="3439832" y="1209074"/>
                  </a:lnTo>
                  <a:lnTo>
                    <a:pt x="3438760" y="1208520"/>
                  </a:lnTo>
                  <a:lnTo>
                    <a:pt x="3437688" y="1207966"/>
                  </a:lnTo>
                  <a:lnTo>
                    <a:pt x="3436617" y="1207412"/>
                  </a:lnTo>
                  <a:lnTo>
                    <a:pt x="3435545" y="1206858"/>
                  </a:lnTo>
                  <a:lnTo>
                    <a:pt x="3434474" y="1206304"/>
                  </a:lnTo>
                  <a:lnTo>
                    <a:pt x="3433402" y="1205751"/>
                  </a:lnTo>
                  <a:lnTo>
                    <a:pt x="3432330" y="1205197"/>
                  </a:lnTo>
                  <a:lnTo>
                    <a:pt x="3431259" y="1204643"/>
                  </a:lnTo>
                  <a:lnTo>
                    <a:pt x="3430187" y="1204089"/>
                  </a:lnTo>
                  <a:lnTo>
                    <a:pt x="3429116" y="1203535"/>
                  </a:lnTo>
                  <a:lnTo>
                    <a:pt x="3428044" y="1202981"/>
                  </a:lnTo>
                  <a:lnTo>
                    <a:pt x="3426972" y="1202427"/>
                  </a:lnTo>
                  <a:lnTo>
                    <a:pt x="3425901" y="1201874"/>
                  </a:lnTo>
                  <a:lnTo>
                    <a:pt x="3424829" y="1201320"/>
                  </a:lnTo>
                  <a:lnTo>
                    <a:pt x="3423758" y="1200766"/>
                  </a:lnTo>
                  <a:lnTo>
                    <a:pt x="3422686" y="1200212"/>
                  </a:lnTo>
                  <a:lnTo>
                    <a:pt x="3421614" y="1199658"/>
                  </a:lnTo>
                  <a:lnTo>
                    <a:pt x="3420543" y="1199104"/>
                  </a:lnTo>
                  <a:lnTo>
                    <a:pt x="3419471" y="1198550"/>
                  </a:lnTo>
                  <a:lnTo>
                    <a:pt x="3418400" y="1197996"/>
                  </a:lnTo>
                  <a:lnTo>
                    <a:pt x="3417328" y="1197443"/>
                  </a:lnTo>
                  <a:lnTo>
                    <a:pt x="3416256" y="1196889"/>
                  </a:lnTo>
                  <a:lnTo>
                    <a:pt x="3415185" y="1196335"/>
                  </a:lnTo>
                  <a:lnTo>
                    <a:pt x="3414113" y="1195781"/>
                  </a:lnTo>
                  <a:lnTo>
                    <a:pt x="3413042" y="1195227"/>
                  </a:lnTo>
                  <a:lnTo>
                    <a:pt x="3411970" y="1194673"/>
                  </a:lnTo>
                  <a:lnTo>
                    <a:pt x="3410898" y="1194120"/>
                  </a:lnTo>
                  <a:lnTo>
                    <a:pt x="3409827" y="1193566"/>
                  </a:lnTo>
                  <a:lnTo>
                    <a:pt x="3408755" y="1193012"/>
                  </a:lnTo>
                  <a:lnTo>
                    <a:pt x="3407684" y="1192458"/>
                  </a:lnTo>
                  <a:lnTo>
                    <a:pt x="3406612" y="1191905"/>
                  </a:lnTo>
                  <a:lnTo>
                    <a:pt x="3405540" y="1191351"/>
                  </a:lnTo>
                  <a:lnTo>
                    <a:pt x="3404469" y="1190797"/>
                  </a:lnTo>
                  <a:lnTo>
                    <a:pt x="3403397" y="1190243"/>
                  </a:lnTo>
                  <a:lnTo>
                    <a:pt x="3402326" y="1189690"/>
                  </a:lnTo>
                  <a:lnTo>
                    <a:pt x="3401254" y="1189136"/>
                  </a:lnTo>
                  <a:lnTo>
                    <a:pt x="3400182" y="1188583"/>
                  </a:lnTo>
                  <a:lnTo>
                    <a:pt x="3399111" y="1188029"/>
                  </a:lnTo>
                  <a:lnTo>
                    <a:pt x="3398039" y="1187475"/>
                  </a:lnTo>
                  <a:lnTo>
                    <a:pt x="3396968" y="1186922"/>
                  </a:lnTo>
                  <a:lnTo>
                    <a:pt x="3395896" y="1186368"/>
                  </a:lnTo>
                  <a:lnTo>
                    <a:pt x="3394824" y="1185815"/>
                  </a:lnTo>
                  <a:lnTo>
                    <a:pt x="3393753" y="1185261"/>
                  </a:lnTo>
                  <a:lnTo>
                    <a:pt x="3392681" y="1184708"/>
                  </a:lnTo>
                  <a:lnTo>
                    <a:pt x="3391610" y="1184154"/>
                  </a:lnTo>
                  <a:lnTo>
                    <a:pt x="3390538" y="1183601"/>
                  </a:lnTo>
                  <a:lnTo>
                    <a:pt x="3389466" y="1183048"/>
                  </a:lnTo>
                  <a:lnTo>
                    <a:pt x="3388395" y="1182494"/>
                  </a:lnTo>
                  <a:lnTo>
                    <a:pt x="3387323" y="1181941"/>
                  </a:lnTo>
                  <a:lnTo>
                    <a:pt x="3386252" y="1181388"/>
                  </a:lnTo>
                  <a:lnTo>
                    <a:pt x="3385180" y="1180834"/>
                  </a:lnTo>
                  <a:lnTo>
                    <a:pt x="3384108" y="1180281"/>
                  </a:lnTo>
                  <a:lnTo>
                    <a:pt x="3383037" y="1179728"/>
                  </a:lnTo>
                  <a:lnTo>
                    <a:pt x="3381965" y="1179175"/>
                  </a:lnTo>
                  <a:lnTo>
                    <a:pt x="3380894" y="1178622"/>
                  </a:lnTo>
                  <a:lnTo>
                    <a:pt x="3379822" y="1178069"/>
                  </a:lnTo>
                  <a:lnTo>
                    <a:pt x="3378750" y="1177516"/>
                  </a:lnTo>
                  <a:lnTo>
                    <a:pt x="3377679" y="1176963"/>
                  </a:lnTo>
                  <a:lnTo>
                    <a:pt x="3376607" y="1176410"/>
                  </a:lnTo>
                  <a:lnTo>
                    <a:pt x="3375536" y="1175857"/>
                  </a:lnTo>
                  <a:lnTo>
                    <a:pt x="3374464" y="1175304"/>
                  </a:lnTo>
                  <a:lnTo>
                    <a:pt x="3373392" y="1174751"/>
                  </a:lnTo>
                  <a:lnTo>
                    <a:pt x="3372321" y="1174199"/>
                  </a:lnTo>
                  <a:lnTo>
                    <a:pt x="3371249" y="1173646"/>
                  </a:lnTo>
                  <a:lnTo>
                    <a:pt x="3370178" y="1173093"/>
                  </a:lnTo>
                  <a:lnTo>
                    <a:pt x="3369106" y="1172541"/>
                  </a:lnTo>
                  <a:lnTo>
                    <a:pt x="3368035" y="1171988"/>
                  </a:lnTo>
                  <a:lnTo>
                    <a:pt x="3366963" y="1171435"/>
                  </a:lnTo>
                  <a:lnTo>
                    <a:pt x="3365891" y="1170883"/>
                  </a:lnTo>
                  <a:lnTo>
                    <a:pt x="3364820" y="1170331"/>
                  </a:lnTo>
                  <a:lnTo>
                    <a:pt x="3363748" y="1169778"/>
                  </a:lnTo>
                  <a:lnTo>
                    <a:pt x="3362677" y="1169226"/>
                  </a:lnTo>
                  <a:lnTo>
                    <a:pt x="3361605" y="1168674"/>
                  </a:lnTo>
                  <a:lnTo>
                    <a:pt x="3360533" y="1168122"/>
                  </a:lnTo>
                  <a:lnTo>
                    <a:pt x="3359462" y="1167569"/>
                  </a:lnTo>
                  <a:lnTo>
                    <a:pt x="3358390" y="1167017"/>
                  </a:lnTo>
                  <a:lnTo>
                    <a:pt x="3357319" y="1166465"/>
                  </a:lnTo>
                  <a:lnTo>
                    <a:pt x="3356247" y="1165913"/>
                  </a:lnTo>
                  <a:lnTo>
                    <a:pt x="3355175" y="1165362"/>
                  </a:lnTo>
                  <a:lnTo>
                    <a:pt x="3354104" y="1164810"/>
                  </a:lnTo>
                  <a:lnTo>
                    <a:pt x="3353032" y="1164258"/>
                  </a:lnTo>
                  <a:lnTo>
                    <a:pt x="3351961" y="1163706"/>
                  </a:lnTo>
                  <a:lnTo>
                    <a:pt x="3350889" y="1163155"/>
                  </a:lnTo>
                  <a:lnTo>
                    <a:pt x="3349817" y="1162603"/>
                  </a:lnTo>
                  <a:lnTo>
                    <a:pt x="3348746" y="1162052"/>
                  </a:lnTo>
                  <a:lnTo>
                    <a:pt x="3347674" y="1161500"/>
                  </a:lnTo>
                  <a:lnTo>
                    <a:pt x="3346603" y="1160949"/>
                  </a:lnTo>
                  <a:lnTo>
                    <a:pt x="3345531" y="1160398"/>
                  </a:lnTo>
                  <a:lnTo>
                    <a:pt x="3344459" y="1159846"/>
                  </a:lnTo>
                  <a:lnTo>
                    <a:pt x="3343388" y="1159295"/>
                  </a:lnTo>
                  <a:lnTo>
                    <a:pt x="3342316" y="1158744"/>
                  </a:lnTo>
                  <a:lnTo>
                    <a:pt x="3341245" y="1158193"/>
                  </a:lnTo>
                  <a:lnTo>
                    <a:pt x="3340173" y="1157642"/>
                  </a:lnTo>
                  <a:lnTo>
                    <a:pt x="3339101" y="1157091"/>
                  </a:lnTo>
                  <a:lnTo>
                    <a:pt x="3338030" y="1156541"/>
                  </a:lnTo>
                  <a:lnTo>
                    <a:pt x="3336958" y="1155990"/>
                  </a:lnTo>
                  <a:lnTo>
                    <a:pt x="3335887" y="1155439"/>
                  </a:lnTo>
                  <a:lnTo>
                    <a:pt x="3334815" y="1154889"/>
                  </a:lnTo>
                  <a:lnTo>
                    <a:pt x="3333743" y="1154339"/>
                  </a:lnTo>
                  <a:lnTo>
                    <a:pt x="3332672" y="1153788"/>
                  </a:lnTo>
                  <a:lnTo>
                    <a:pt x="3331600" y="1153238"/>
                  </a:lnTo>
                  <a:lnTo>
                    <a:pt x="3330529" y="1152688"/>
                  </a:lnTo>
                  <a:lnTo>
                    <a:pt x="3329457" y="1152138"/>
                  </a:lnTo>
                  <a:lnTo>
                    <a:pt x="3328385" y="1151588"/>
                  </a:lnTo>
                  <a:lnTo>
                    <a:pt x="3327314" y="1151038"/>
                  </a:lnTo>
                  <a:lnTo>
                    <a:pt x="3326242" y="1150488"/>
                  </a:lnTo>
                  <a:lnTo>
                    <a:pt x="3325171" y="1149938"/>
                  </a:lnTo>
                  <a:lnTo>
                    <a:pt x="3324099" y="1149389"/>
                  </a:lnTo>
                  <a:lnTo>
                    <a:pt x="3323027" y="1148839"/>
                  </a:lnTo>
                  <a:lnTo>
                    <a:pt x="3321956" y="1148290"/>
                  </a:lnTo>
                  <a:lnTo>
                    <a:pt x="3320884" y="1147740"/>
                  </a:lnTo>
                  <a:lnTo>
                    <a:pt x="3319813" y="1147191"/>
                  </a:lnTo>
                  <a:lnTo>
                    <a:pt x="3318741" y="1146642"/>
                  </a:lnTo>
                  <a:lnTo>
                    <a:pt x="3317669" y="1146093"/>
                  </a:lnTo>
                  <a:lnTo>
                    <a:pt x="3316598" y="1145544"/>
                  </a:lnTo>
                  <a:lnTo>
                    <a:pt x="3315526" y="1144995"/>
                  </a:lnTo>
                  <a:lnTo>
                    <a:pt x="3314455" y="1144446"/>
                  </a:lnTo>
                  <a:lnTo>
                    <a:pt x="3313383" y="1143898"/>
                  </a:lnTo>
                  <a:lnTo>
                    <a:pt x="3312311" y="1143349"/>
                  </a:lnTo>
                  <a:lnTo>
                    <a:pt x="3311240" y="1142801"/>
                  </a:lnTo>
                  <a:lnTo>
                    <a:pt x="3310168" y="1142252"/>
                  </a:lnTo>
                  <a:lnTo>
                    <a:pt x="3309097" y="1141704"/>
                  </a:lnTo>
                  <a:lnTo>
                    <a:pt x="3308025" y="1141156"/>
                  </a:lnTo>
                  <a:lnTo>
                    <a:pt x="3306953" y="1140608"/>
                  </a:lnTo>
                  <a:lnTo>
                    <a:pt x="3305882" y="1140060"/>
                  </a:lnTo>
                  <a:lnTo>
                    <a:pt x="3304810" y="1139513"/>
                  </a:lnTo>
                  <a:lnTo>
                    <a:pt x="3303739" y="1138965"/>
                  </a:lnTo>
                  <a:lnTo>
                    <a:pt x="3302667" y="1138417"/>
                  </a:lnTo>
                  <a:lnTo>
                    <a:pt x="3301595" y="1137870"/>
                  </a:lnTo>
                  <a:lnTo>
                    <a:pt x="3300524" y="1137323"/>
                  </a:lnTo>
                  <a:lnTo>
                    <a:pt x="3299452" y="1136775"/>
                  </a:lnTo>
                  <a:lnTo>
                    <a:pt x="3298381" y="1136228"/>
                  </a:lnTo>
                  <a:lnTo>
                    <a:pt x="3297309" y="1135681"/>
                  </a:lnTo>
                  <a:lnTo>
                    <a:pt x="3296237" y="1135135"/>
                  </a:lnTo>
                  <a:lnTo>
                    <a:pt x="3295166" y="1134588"/>
                  </a:lnTo>
                  <a:lnTo>
                    <a:pt x="3294094" y="1134041"/>
                  </a:lnTo>
                  <a:lnTo>
                    <a:pt x="3293023" y="1133495"/>
                  </a:lnTo>
                  <a:lnTo>
                    <a:pt x="3291951" y="1132949"/>
                  </a:lnTo>
                  <a:lnTo>
                    <a:pt x="3290879" y="1132402"/>
                  </a:lnTo>
                  <a:lnTo>
                    <a:pt x="3289808" y="1131856"/>
                  </a:lnTo>
                  <a:lnTo>
                    <a:pt x="3288736" y="1131310"/>
                  </a:lnTo>
                  <a:lnTo>
                    <a:pt x="3287665" y="1130765"/>
                  </a:lnTo>
                  <a:lnTo>
                    <a:pt x="3286593" y="1130219"/>
                  </a:lnTo>
                  <a:lnTo>
                    <a:pt x="3285521" y="1129673"/>
                  </a:lnTo>
                  <a:lnTo>
                    <a:pt x="3284450" y="1129128"/>
                  </a:lnTo>
                  <a:lnTo>
                    <a:pt x="3283378" y="1128583"/>
                  </a:lnTo>
                  <a:lnTo>
                    <a:pt x="3282307" y="1128038"/>
                  </a:lnTo>
                  <a:lnTo>
                    <a:pt x="3281235" y="1127493"/>
                  </a:lnTo>
                  <a:lnTo>
                    <a:pt x="3280163" y="1126948"/>
                  </a:lnTo>
                  <a:lnTo>
                    <a:pt x="3279092" y="1126403"/>
                  </a:lnTo>
                  <a:lnTo>
                    <a:pt x="3278020" y="1125859"/>
                  </a:lnTo>
                  <a:lnTo>
                    <a:pt x="3276949" y="1125314"/>
                  </a:lnTo>
                  <a:lnTo>
                    <a:pt x="3275877" y="1124770"/>
                  </a:lnTo>
                  <a:lnTo>
                    <a:pt x="3274805" y="1124226"/>
                  </a:lnTo>
                  <a:lnTo>
                    <a:pt x="3273734" y="1123682"/>
                  </a:lnTo>
                  <a:lnTo>
                    <a:pt x="3272662" y="1123138"/>
                  </a:lnTo>
                  <a:lnTo>
                    <a:pt x="3271591" y="1122594"/>
                  </a:lnTo>
                  <a:lnTo>
                    <a:pt x="3270519" y="1122051"/>
                  </a:lnTo>
                  <a:lnTo>
                    <a:pt x="3269447" y="1121507"/>
                  </a:lnTo>
                  <a:lnTo>
                    <a:pt x="3268376" y="1120964"/>
                  </a:lnTo>
                  <a:lnTo>
                    <a:pt x="3267304" y="1120421"/>
                  </a:lnTo>
                  <a:lnTo>
                    <a:pt x="3266233" y="1119878"/>
                  </a:lnTo>
                  <a:lnTo>
                    <a:pt x="3265161" y="1119335"/>
                  </a:lnTo>
                  <a:lnTo>
                    <a:pt x="3264089" y="1118793"/>
                  </a:lnTo>
                  <a:lnTo>
                    <a:pt x="3263018" y="1118250"/>
                  </a:lnTo>
                  <a:lnTo>
                    <a:pt x="3261946" y="1117708"/>
                  </a:lnTo>
                  <a:lnTo>
                    <a:pt x="3260875" y="1117166"/>
                  </a:lnTo>
                  <a:lnTo>
                    <a:pt x="3259803" y="1116624"/>
                  </a:lnTo>
                  <a:lnTo>
                    <a:pt x="3258731" y="1116082"/>
                  </a:lnTo>
                  <a:lnTo>
                    <a:pt x="3257660" y="1115541"/>
                  </a:lnTo>
                  <a:lnTo>
                    <a:pt x="3256588" y="1114999"/>
                  </a:lnTo>
                  <a:lnTo>
                    <a:pt x="3255517" y="1114458"/>
                  </a:lnTo>
                  <a:lnTo>
                    <a:pt x="3254445" y="1113917"/>
                  </a:lnTo>
                  <a:lnTo>
                    <a:pt x="3253373" y="1113376"/>
                  </a:lnTo>
                  <a:lnTo>
                    <a:pt x="3252302" y="1112835"/>
                  </a:lnTo>
                  <a:lnTo>
                    <a:pt x="3251230" y="1112294"/>
                  </a:lnTo>
                  <a:lnTo>
                    <a:pt x="3250159" y="1111754"/>
                  </a:lnTo>
                  <a:lnTo>
                    <a:pt x="3249087" y="1111214"/>
                  </a:lnTo>
                  <a:lnTo>
                    <a:pt x="3248015" y="1110674"/>
                  </a:lnTo>
                  <a:lnTo>
                    <a:pt x="3246944" y="1110134"/>
                  </a:lnTo>
                  <a:lnTo>
                    <a:pt x="3245872" y="1109594"/>
                  </a:lnTo>
                  <a:lnTo>
                    <a:pt x="3244801" y="1109054"/>
                  </a:lnTo>
                  <a:lnTo>
                    <a:pt x="3243729" y="1108515"/>
                  </a:lnTo>
                  <a:lnTo>
                    <a:pt x="3242657" y="1107976"/>
                  </a:lnTo>
                  <a:lnTo>
                    <a:pt x="3241586" y="1107437"/>
                  </a:lnTo>
                  <a:lnTo>
                    <a:pt x="3240514" y="1106898"/>
                  </a:lnTo>
                  <a:lnTo>
                    <a:pt x="3239443" y="1106359"/>
                  </a:lnTo>
                  <a:lnTo>
                    <a:pt x="3238371" y="1105821"/>
                  </a:lnTo>
                  <a:lnTo>
                    <a:pt x="3237299" y="1105283"/>
                  </a:lnTo>
                  <a:lnTo>
                    <a:pt x="3236228" y="1104745"/>
                  </a:lnTo>
                  <a:lnTo>
                    <a:pt x="3235156" y="1104207"/>
                  </a:lnTo>
                  <a:lnTo>
                    <a:pt x="3234085" y="1103669"/>
                  </a:lnTo>
                  <a:lnTo>
                    <a:pt x="3233013" y="1103132"/>
                  </a:lnTo>
                  <a:lnTo>
                    <a:pt x="3231941" y="1102594"/>
                  </a:lnTo>
                  <a:lnTo>
                    <a:pt x="3230870" y="1102057"/>
                  </a:lnTo>
                  <a:lnTo>
                    <a:pt x="3229798" y="1101520"/>
                  </a:lnTo>
                  <a:lnTo>
                    <a:pt x="3228727" y="1100984"/>
                  </a:lnTo>
                  <a:lnTo>
                    <a:pt x="3227655" y="1100447"/>
                  </a:lnTo>
                  <a:lnTo>
                    <a:pt x="3226583" y="1099911"/>
                  </a:lnTo>
                  <a:lnTo>
                    <a:pt x="3225512" y="1099375"/>
                  </a:lnTo>
                  <a:lnTo>
                    <a:pt x="3224440" y="1098839"/>
                  </a:lnTo>
                  <a:lnTo>
                    <a:pt x="3223369" y="1098303"/>
                  </a:lnTo>
                  <a:lnTo>
                    <a:pt x="3222297" y="1097768"/>
                  </a:lnTo>
                  <a:lnTo>
                    <a:pt x="3221225" y="1097233"/>
                  </a:lnTo>
                  <a:lnTo>
                    <a:pt x="3220154" y="1096697"/>
                  </a:lnTo>
                  <a:lnTo>
                    <a:pt x="3219082" y="1096163"/>
                  </a:lnTo>
                  <a:lnTo>
                    <a:pt x="3218011" y="1095628"/>
                  </a:lnTo>
                  <a:lnTo>
                    <a:pt x="3216939" y="1095094"/>
                  </a:lnTo>
                  <a:lnTo>
                    <a:pt x="3215867" y="1094559"/>
                  </a:lnTo>
                  <a:lnTo>
                    <a:pt x="3214796" y="1094025"/>
                  </a:lnTo>
                  <a:lnTo>
                    <a:pt x="3213724" y="1093492"/>
                  </a:lnTo>
                  <a:lnTo>
                    <a:pt x="3212653" y="1092958"/>
                  </a:lnTo>
                  <a:lnTo>
                    <a:pt x="3211581" y="1092425"/>
                  </a:lnTo>
                  <a:lnTo>
                    <a:pt x="3210509" y="1091892"/>
                  </a:lnTo>
                  <a:lnTo>
                    <a:pt x="3209438" y="1091359"/>
                  </a:lnTo>
                  <a:lnTo>
                    <a:pt x="3208366" y="1090826"/>
                  </a:lnTo>
                  <a:lnTo>
                    <a:pt x="3207295" y="1090294"/>
                  </a:lnTo>
                  <a:lnTo>
                    <a:pt x="3206223" y="1089761"/>
                  </a:lnTo>
                  <a:lnTo>
                    <a:pt x="3205151" y="1089229"/>
                  </a:lnTo>
                  <a:lnTo>
                    <a:pt x="3204080" y="1088698"/>
                  </a:lnTo>
                  <a:lnTo>
                    <a:pt x="3203008" y="1088166"/>
                  </a:lnTo>
                  <a:lnTo>
                    <a:pt x="3201937" y="1087635"/>
                  </a:lnTo>
                  <a:lnTo>
                    <a:pt x="3200865" y="1087104"/>
                  </a:lnTo>
                  <a:lnTo>
                    <a:pt x="3199793" y="1086573"/>
                  </a:lnTo>
                  <a:lnTo>
                    <a:pt x="3198722" y="1086042"/>
                  </a:lnTo>
                  <a:lnTo>
                    <a:pt x="3197650" y="1085512"/>
                  </a:lnTo>
                  <a:lnTo>
                    <a:pt x="3196579" y="1084982"/>
                  </a:lnTo>
                  <a:lnTo>
                    <a:pt x="3195507" y="1084452"/>
                  </a:lnTo>
                  <a:lnTo>
                    <a:pt x="3194436" y="1083922"/>
                  </a:lnTo>
                  <a:lnTo>
                    <a:pt x="3193364" y="1083393"/>
                  </a:lnTo>
                  <a:lnTo>
                    <a:pt x="3192292" y="1082864"/>
                  </a:lnTo>
                  <a:lnTo>
                    <a:pt x="3191221" y="1082335"/>
                  </a:lnTo>
                  <a:lnTo>
                    <a:pt x="3190149" y="1081806"/>
                  </a:lnTo>
                  <a:lnTo>
                    <a:pt x="3189078" y="1081278"/>
                  </a:lnTo>
                  <a:lnTo>
                    <a:pt x="3188006" y="1080750"/>
                  </a:lnTo>
                  <a:lnTo>
                    <a:pt x="3186934" y="1080222"/>
                  </a:lnTo>
                  <a:lnTo>
                    <a:pt x="3185863" y="1079694"/>
                  </a:lnTo>
                  <a:lnTo>
                    <a:pt x="3184791" y="1079167"/>
                  </a:lnTo>
                  <a:lnTo>
                    <a:pt x="3183720" y="1078639"/>
                  </a:lnTo>
                  <a:lnTo>
                    <a:pt x="3182648" y="1078113"/>
                  </a:lnTo>
                  <a:lnTo>
                    <a:pt x="3181576" y="1077586"/>
                  </a:lnTo>
                  <a:lnTo>
                    <a:pt x="3180505" y="1077060"/>
                  </a:lnTo>
                  <a:lnTo>
                    <a:pt x="3179433" y="1076533"/>
                  </a:lnTo>
                  <a:lnTo>
                    <a:pt x="3178362" y="1076008"/>
                  </a:lnTo>
                  <a:lnTo>
                    <a:pt x="3177290" y="1075482"/>
                  </a:lnTo>
                  <a:lnTo>
                    <a:pt x="3176218" y="1074957"/>
                  </a:lnTo>
                  <a:lnTo>
                    <a:pt x="3175147" y="1074432"/>
                  </a:lnTo>
                  <a:lnTo>
                    <a:pt x="3174075" y="1073907"/>
                  </a:lnTo>
                  <a:lnTo>
                    <a:pt x="3173004" y="1073382"/>
                  </a:lnTo>
                  <a:lnTo>
                    <a:pt x="3171932" y="1072858"/>
                  </a:lnTo>
                  <a:lnTo>
                    <a:pt x="3170860" y="1072334"/>
                  </a:lnTo>
                  <a:lnTo>
                    <a:pt x="3169789" y="1071810"/>
                  </a:lnTo>
                  <a:lnTo>
                    <a:pt x="3168717" y="1071287"/>
                  </a:lnTo>
                  <a:lnTo>
                    <a:pt x="3167646" y="1070763"/>
                  </a:lnTo>
                  <a:lnTo>
                    <a:pt x="3166574" y="1070241"/>
                  </a:lnTo>
                  <a:lnTo>
                    <a:pt x="3165502" y="1069718"/>
                  </a:lnTo>
                  <a:lnTo>
                    <a:pt x="3164431" y="1069196"/>
                  </a:lnTo>
                  <a:lnTo>
                    <a:pt x="3163359" y="1068673"/>
                  </a:lnTo>
                  <a:lnTo>
                    <a:pt x="3162288" y="1068152"/>
                  </a:lnTo>
                  <a:lnTo>
                    <a:pt x="3161216" y="1067630"/>
                  </a:lnTo>
                  <a:lnTo>
                    <a:pt x="3160144" y="1067109"/>
                  </a:lnTo>
                  <a:lnTo>
                    <a:pt x="3159073" y="1066588"/>
                  </a:lnTo>
                  <a:lnTo>
                    <a:pt x="3158001" y="1066067"/>
                  </a:lnTo>
                  <a:lnTo>
                    <a:pt x="3156930" y="1065547"/>
                  </a:lnTo>
                  <a:lnTo>
                    <a:pt x="3155858" y="1065027"/>
                  </a:lnTo>
                  <a:lnTo>
                    <a:pt x="3154786" y="1064507"/>
                  </a:lnTo>
                  <a:lnTo>
                    <a:pt x="3153715" y="1063988"/>
                  </a:lnTo>
                  <a:lnTo>
                    <a:pt x="3152643" y="1063468"/>
                  </a:lnTo>
                  <a:lnTo>
                    <a:pt x="3151572" y="1062949"/>
                  </a:lnTo>
                  <a:lnTo>
                    <a:pt x="3150500" y="1062431"/>
                  </a:lnTo>
                  <a:lnTo>
                    <a:pt x="3149428" y="1061912"/>
                  </a:lnTo>
                  <a:lnTo>
                    <a:pt x="3148357" y="1061394"/>
                  </a:lnTo>
                  <a:lnTo>
                    <a:pt x="3147285" y="1060877"/>
                  </a:lnTo>
                  <a:lnTo>
                    <a:pt x="3146214" y="1060359"/>
                  </a:lnTo>
                  <a:lnTo>
                    <a:pt x="3145142" y="1059842"/>
                  </a:lnTo>
                  <a:lnTo>
                    <a:pt x="3144070" y="1059325"/>
                  </a:lnTo>
                  <a:lnTo>
                    <a:pt x="3142999" y="1058809"/>
                  </a:lnTo>
                  <a:lnTo>
                    <a:pt x="3141927" y="1058293"/>
                  </a:lnTo>
                  <a:lnTo>
                    <a:pt x="3140856" y="1057777"/>
                  </a:lnTo>
                  <a:lnTo>
                    <a:pt x="3139784" y="1057261"/>
                  </a:lnTo>
                  <a:lnTo>
                    <a:pt x="3138712" y="1056746"/>
                  </a:lnTo>
                  <a:lnTo>
                    <a:pt x="3137641" y="1056231"/>
                  </a:lnTo>
                  <a:lnTo>
                    <a:pt x="3136569" y="1055716"/>
                  </a:lnTo>
                  <a:lnTo>
                    <a:pt x="3135498" y="1055202"/>
                  </a:lnTo>
                  <a:lnTo>
                    <a:pt x="3134426" y="1054688"/>
                  </a:lnTo>
                  <a:lnTo>
                    <a:pt x="3133354" y="1054174"/>
                  </a:lnTo>
                  <a:lnTo>
                    <a:pt x="3132283" y="1053661"/>
                  </a:lnTo>
                  <a:lnTo>
                    <a:pt x="3131211" y="1053148"/>
                  </a:lnTo>
                  <a:lnTo>
                    <a:pt x="3130140" y="1052635"/>
                  </a:lnTo>
                  <a:lnTo>
                    <a:pt x="3129068" y="1052122"/>
                  </a:lnTo>
                  <a:lnTo>
                    <a:pt x="3127996" y="1051610"/>
                  </a:lnTo>
                  <a:lnTo>
                    <a:pt x="3126925" y="1051098"/>
                  </a:lnTo>
                  <a:lnTo>
                    <a:pt x="3125853" y="1050587"/>
                  </a:lnTo>
                  <a:lnTo>
                    <a:pt x="3124782" y="1050076"/>
                  </a:lnTo>
                  <a:lnTo>
                    <a:pt x="3123710" y="1049565"/>
                  </a:lnTo>
                  <a:lnTo>
                    <a:pt x="3122638" y="1049055"/>
                  </a:lnTo>
                  <a:lnTo>
                    <a:pt x="3121567" y="1048544"/>
                  </a:lnTo>
                  <a:lnTo>
                    <a:pt x="3120495" y="1048035"/>
                  </a:lnTo>
                  <a:lnTo>
                    <a:pt x="3119424" y="1047525"/>
                  </a:lnTo>
                  <a:lnTo>
                    <a:pt x="3118352" y="1047016"/>
                  </a:lnTo>
                  <a:lnTo>
                    <a:pt x="3117280" y="1046507"/>
                  </a:lnTo>
                  <a:lnTo>
                    <a:pt x="3116209" y="1045999"/>
                  </a:lnTo>
                  <a:lnTo>
                    <a:pt x="3115137" y="1045491"/>
                  </a:lnTo>
                  <a:lnTo>
                    <a:pt x="3114066" y="1044983"/>
                  </a:lnTo>
                  <a:lnTo>
                    <a:pt x="3112994" y="1044475"/>
                  </a:lnTo>
                  <a:lnTo>
                    <a:pt x="3111922" y="1043968"/>
                  </a:lnTo>
                  <a:lnTo>
                    <a:pt x="3110851" y="1043462"/>
                  </a:lnTo>
                  <a:lnTo>
                    <a:pt x="3109779" y="1042955"/>
                  </a:lnTo>
                  <a:lnTo>
                    <a:pt x="3108708" y="1042449"/>
                  </a:lnTo>
                  <a:lnTo>
                    <a:pt x="3107636" y="1041943"/>
                  </a:lnTo>
                  <a:lnTo>
                    <a:pt x="3106564" y="1041438"/>
                  </a:lnTo>
                  <a:lnTo>
                    <a:pt x="3105493" y="1040933"/>
                  </a:lnTo>
                  <a:lnTo>
                    <a:pt x="3104421" y="1040429"/>
                  </a:lnTo>
                  <a:lnTo>
                    <a:pt x="3103350" y="1039924"/>
                  </a:lnTo>
                  <a:lnTo>
                    <a:pt x="3102278" y="1039420"/>
                  </a:lnTo>
                  <a:lnTo>
                    <a:pt x="3101206" y="1038917"/>
                  </a:lnTo>
                  <a:lnTo>
                    <a:pt x="3100135" y="1038413"/>
                  </a:lnTo>
                  <a:lnTo>
                    <a:pt x="3099063" y="1037911"/>
                  </a:lnTo>
                  <a:lnTo>
                    <a:pt x="3097992" y="1037408"/>
                  </a:lnTo>
                  <a:lnTo>
                    <a:pt x="3096920" y="1036906"/>
                  </a:lnTo>
                  <a:lnTo>
                    <a:pt x="3095848" y="1036404"/>
                  </a:lnTo>
                  <a:lnTo>
                    <a:pt x="3094777" y="1035903"/>
                  </a:lnTo>
                  <a:lnTo>
                    <a:pt x="3093705" y="1035402"/>
                  </a:lnTo>
                  <a:lnTo>
                    <a:pt x="3092634" y="1034901"/>
                  </a:lnTo>
                  <a:lnTo>
                    <a:pt x="3091562" y="1034401"/>
                  </a:lnTo>
                  <a:lnTo>
                    <a:pt x="3090490" y="1033901"/>
                  </a:lnTo>
                  <a:lnTo>
                    <a:pt x="3089419" y="1033401"/>
                  </a:lnTo>
                  <a:lnTo>
                    <a:pt x="3088347" y="1032902"/>
                  </a:lnTo>
                  <a:lnTo>
                    <a:pt x="3087276" y="1032403"/>
                  </a:lnTo>
                  <a:lnTo>
                    <a:pt x="3086204" y="1031905"/>
                  </a:lnTo>
                  <a:lnTo>
                    <a:pt x="3085132" y="1031407"/>
                  </a:lnTo>
                  <a:lnTo>
                    <a:pt x="3084061" y="1030909"/>
                  </a:lnTo>
                  <a:lnTo>
                    <a:pt x="3082989" y="1030412"/>
                  </a:lnTo>
                  <a:lnTo>
                    <a:pt x="3081918" y="1029915"/>
                  </a:lnTo>
                  <a:lnTo>
                    <a:pt x="3080846" y="1029419"/>
                  </a:lnTo>
                  <a:lnTo>
                    <a:pt x="3079774" y="1028923"/>
                  </a:lnTo>
                  <a:lnTo>
                    <a:pt x="3078703" y="1028427"/>
                  </a:lnTo>
                  <a:lnTo>
                    <a:pt x="3077631" y="1027932"/>
                  </a:lnTo>
                  <a:lnTo>
                    <a:pt x="3076560" y="1027437"/>
                  </a:lnTo>
                  <a:lnTo>
                    <a:pt x="3075488" y="1026942"/>
                  </a:lnTo>
                  <a:lnTo>
                    <a:pt x="3074416" y="1026448"/>
                  </a:lnTo>
                  <a:lnTo>
                    <a:pt x="3073345" y="1025955"/>
                  </a:lnTo>
                  <a:lnTo>
                    <a:pt x="3072273" y="1025461"/>
                  </a:lnTo>
                  <a:lnTo>
                    <a:pt x="3071202" y="1024968"/>
                  </a:lnTo>
                  <a:lnTo>
                    <a:pt x="3070130" y="1024476"/>
                  </a:lnTo>
                  <a:lnTo>
                    <a:pt x="3069058" y="1023984"/>
                  </a:lnTo>
                  <a:lnTo>
                    <a:pt x="3067987" y="1023492"/>
                  </a:lnTo>
                  <a:lnTo>
                    <a:pt x="3066915" y="1023001"/>
                  </a:lnTo>
                  <a:lnTo>
                    <a:pt x="3065844" y="1022510"/>
                  </a:lnTo>
                  <a:lnTo>
                    <a:pt x="3064772" y="1022019"/>
                  </a:lnTo>
                  <a:lnTo>
                    <a:pt x="3063700" y="1021529"/>
                  </a:lnTo>
                  <a:lnTo>
                    <a:pt x="3062629" y="1021040"/>
                  </a:lnTo>
                  <a:lnTo>
                    <a:pt x="3061557" y="1020551"/>
                  </a:lnTo>
                  <a:lnTo>
                    <a:pt x="3060486" y="1020062"/>
                  </a:lnTo>
                  <a:lnTo>
                    <a:pt x="3059414" y="1019573"/>
                  </a:lnTo>
                  <a:lnTo>
                    <a:pt x="3058342" y="1019086"/>
                  </a:lnTo>
                  <a:lnTo>
                    <a:pt x="3057271" y="1018598"/>
                  </a:lnTo>
                  <a:lnTo>
                    <a:pt x="3056199" y="1018111"/>
                  </a:lnTo>
                  <a:lnTo>
                    <a:pt x="3055128" y="1017624"/>
                  </a:lnTo>
                  <a:lnTo>
                    <a:pt x="3054056" y="1017138"/>
                  </a:lnTo>
                  <a:lnTo>
                    <a:pt x="3052984" y="1016652"/>
                  </a:lnTo>
                  <a:lnTo>
                    <a:pt x="3051913" y="1016167"/>
                  </a:lnTo>
                  <a:lnTo>
                    <a:pt x="3050841" y="1015682"/>
                  </a:lnTo>
                  <a:lnTo>
                    <a:pt x="3049770" y="1015197"/>
                  </a:lnTo>
                  <a:lnTo>
                    <a:pt x="3048698" y="1014713"/>
                  </a:lnTo>
                  <a:lnTo>
                    <a:pt x="3047626" y="1014229"/>
                  </a:lnTo>
                  <a:lnTo>
                    <a:pt x="3046555" y="1013746"/>
                  </a:lnTo>
                  <a:lnTo>
                    <a:pt x="3045483" y="1013263"/>
                  </a:lnTo>
                  <a:lnTo>
                    <a:pt x="3044412" y="1012781"/>
                  </a:lnTo>
                  <a:lnTo>
                    <a:pt x="3043340" y="1012299"/>
                  </a:lnTo>
                  <a:lnTo>
                    <a:pt x="3042268" y="1011818"/>
                  </a:lnTo>
                  <a:lnTo>
                    <a:pt x="3041197" y="1011337"/>
                  </a:lnTo>
                  <a:lnTo>
                    <a:pt x="3040125" y="1010856"/>
                  </a:lnTo>
                  <a:lnTo>
                    <a:pt x="3039054" y="1010376"/>
                  </a:lnTo>
                  <a:lnTo>
                    <a:pt x="3037982" y="1009896"/>
                  </a:lnTo>
                  <a:lnTo>
                    <a:pt x="3036910" y="1009417"/>
                  </a:lnTo>
                  <a:lnTo>
                    <a:pt x="3035839" y="1008938"/>
                  </a:lnTo>
                  <a:lnTo>
                    <a:pt x="3034767" y="1008460"/>
                  </a:lnTo>
                  <a:lnTo>
                    <a:pt x="3033696" y="1007982"/>
                  </a:lnTo>
                  <a:lnTo>
                    <a:pt x="3032624" y="1007504"/>
                  </a:lnTo>
                  <a:lnTo>
                    <a:pt x="3031552" y="1007027"/>
                  </a:lnTo>
                  <a:lnTo>
                    <a:pt x="3030481" y="1006551"/>
                  </a:lnTo>
                  <a:lnTo>
                    <a:pt x="3029409" y="1006075"/>
                  </a:lnTo>
                  <a:lnTo>
                    <a:pt x="3028338" y="1005599"/>
                  </a:lnTo>
                  <a:lnTo>
                    <a:pt x="3027266" y="1005124"/>
                  </a:lnTo>
                  <a:lnTo>
                    <a:pt x="3026194" y="1004649"/>
                  </a:lnTo>
                  <a:lnTo>
                    <a:pt x="3025123" y="1004175"/>
                  </a:lnTo>
                  <a:lnTo>
                    <a:pt x="3024051" y="1003701"/>
                  </a:lnTo>
                  <a:lnTo>
                    <a:pt x="3022980" y="1003228"/>
                  </a:lnTo>
                  <a:lnTo>
                    <a:pt x="3021908" y="1002755"/>
                  </a:lnTo>
                  <a:lnTo>
                    <a:pt x="3020836" y="1002282"/>
                  </a:lnTo>
                  <a:lnTo>
                    <a:pt x="3019765" y="1001810"/>
                  </a:lnTo>
                  <a:lnTo>
                    <a:pt x="3018693" y="1001339"/>
                  </a:lnTo>
                  <a:lnTo>
                    <a:pt x="3017622" y="1000868"/>
                  </a:lnTo>
                  <a:lnTo>
                    <a:pt x="3016550" y="1000397"/>
                  </a:lnTo>
                  <a:lnTo>
                    <a:pt x="3015479" y="999927"/>
                  </a:lnTo>
                  <a:lnTo>
                    <a:pt x="3014407" y="999458"/>
                  </a:lnTo>
                  <a:lnTo>
                    <a:pt x="3013335" y="998988"/>
                  </a:lnTo>
                  <a:lnTo>
                    <a:pt x="3012264" y="998520"/>
                  </a:lnTo>
                  <a:lnTo>
                    <a:pt x="3011192" y="998051"/>
                  </a:lnTo>
                  <a:lnTo>
                    <a:pt x="3010121" y="997584"/>
                  </a:lnTo>
                  <a:lnTo>
                    <a:pt x="3009049" y="997116"/>
                  </a:lnTo>
                  <a:lnTo>
                    <a:pt x="3007977" y="996650"/>
                  </a:lnTo>
                  <a:lnTo>
                    <a:pt x="3006906" y="996183"/>
                  </a:lnTo>
                  <a:lnTo>
                    <a:pt x="3005834" y="995717"/>
                  </a:lnTo>
                  <a:lnTo>
                    <a:pt x="3004763" y="995252"/>
                  </a:lnTo>
                  <a:lnTo>
                    <a:pt x="3003691" y="994787"/>
                  </a:lnTo>
                  <a:lnTo>
                    <a:pt x="3002619" y="994323"/>
                  </a:lnTo>
                  <a:lnTo>
                    <a:pt x="3001548" y="993859"/>
                  </a:lnTo>
                  <a:lnTo>
                    <a:pt x="3000476" y="993395"/>
                  </a:lnTo>
                  <a:lnTo>
                    <a:pt x="2999405" y="992932"/>
                  </a:lnTo>
                  <a:lnTo>
                    <a:pt x="2998333" y="992470"/>
                  </a:lnTo>
                  <a:lnTo>
                    <a:pt x="2997261" y="992008"/>
                  </a:lnTo>
                  <a:lnTo>
                    <a:pt x="2996190" y="991546"/>
                  </a:lnTo>
                  <a:lnTo>
                    <a:pt x="2995118" y="991085"/>
                  </a:lnTo>
                  <a:lnTo>
                    <a:pt x="2994047" y="990624"/>
                  </a:lnTo>
                  <a:lnTo>
                    <a:pt x="2992975" y="990164"/>
                  </a:lnTo>
                  <a:lnTo>
                    <a:pt x="2991903" y="989705"/>
                  </a:lnTo>
                  <a:lnTo>
                    <a:pt x="2990832" y="989246"/>
                  </a:lnTo>
                  <a:lnTo>
                    <a:pt x="2989760" y="988787"/>
                  </a:lnTo>
                  <a:lnTo>
                    <a:pt x="2988689" y="988329"/>
                  </a:lnTo>
                  <a:lnTo>
                    <a:pt x="2987617" y="987871"/>
                  </a:lnTo>
                  <a:lnTo>
                    <a:pt x="2986545" y="987414"/>
                  </a:lnTo>
                  <a:lnTo>
                    <a:pt x="2985474" y="986957"/>
                  </a:lnTo>
                  <a:lnTo>
                    <a:pt x="2984402" y="986501"/>
                  </a:lnTo>
                  <a:lnTo>
                    <a:pt x="2983331" y="986045"/>
                  </a:lnTo>
                  <a:lnTo>
                    <a:pt x="2982259" y="985590"/>
                  </a:lnTo>
                  <a:lnTo>
                    <a:pt x="2981187" y="985135"/>
                  </a:lnTo>
                  <a:lnTo>
                    <a:pt x="2980116" y="984681"/>
                  </a:lnTo>
                  <a:lnTo>
                    <a:pt x="2979044" y="984227"/>
                  </a:lnTo>
                  <a:lnTo>
                    <a:pt x="2977973" y="983774"/>
                  </a:lnTo>
                  <a:lnTo>
                    <a:pt x="2976901" y="983321"/>
                  </a:lnTo>
                  <a:lnTo>
                    <a:pt x="2975829" y="982869"/>
                  </a:lnTo>
                  <a:lnTo>
                    <a:pt x="2974758" y="982417"/>
                  </a:lnTo>
                  <a:lnTo>
                    <a:pt x="2973686" y="981966"/>
                  </a:lnTo>
                  <a:lnTo>
                    <a:pt x="2972615" y="981515"/>
                  </a:lnTo>
                  <a:lnTo>
                    <a:pt x="2971543" y="981064"/>
                  </a:lnTo>
                  <a:lnTo>
                    <a:pt x="2970471" y="980615"/>
                  </a:lnTo>
                  <a:lnTo>
                    <a:pt x="2969400" y="980165"/>
                  </a:lnTo>
                  <a:lnTo>
                    <a:pt x="2968328" y="979716"/>
                  </a:lnTo>
                  <a:lnTo>
                    <a:pt x="2967257" y="979268"/>
                  </a:lnTo>
                  <a:lnTo>
                    <a:pt x="2966185" y="978820"/>
                  </a:lnTo>
                  <a:lnTo>
                    <a:pt x="2965113" y="978373"/>
                  </a:lnTo>
                  <a:lnTo>
                    <a:pt x="2964042" y="977926"/>
                  </a:lnTo>
                  <a:lnTo>
                    <a:pt x="2962970" y="977480"/>
                  </a:lnTo>
                  <a:lnTo>
                    <a:pt x="2961899" y="977034"/>
                  </a:lnTo>
                  <a:lnTo>
                    <a:pt x="2960827" y="976588"/>
                  </a:lnTo>
                  <a:lnTo>
                    <a:pt x="2959755" y="976143"/>
                  </a:lnTo>
                  <a:lnTo>
                    <a:pt x="2958684" y="975699"/>
                  </a:lnTo>
                  <a:lnTo>
                    <a:pt x="2957612" y="975255"/>
                  </a:lnTo>
                  <a:lnTo>
                    <a:pt x="2956541" y="974812"/>
                  </a:lnTo>
                  <a:lnTo>
                    <a:pt x="2955469" y="974369"/>
                  </a:lnTo>
                  <a:lnTo>
                    <a:pt x="2954397" y="973927"/>
                  </a:lnTo>
                  <a:lnTo>
                    <a:pt x="2953326" y="973485"/>
                  </a:lnTo>
                  <a:lnTo>
                    <a:pt x="2952254" y="973043"/>
                  </a:lnTo>
                  <a:lnTo>
                    <a:pt x="2951183" y="972602"/>
                  </a:lnTo>
                  <a:lnTo>
                    <a:pt x="2950111" y="972162"/>
                  </a:lnTo>
                  <a:lnTo>
                    <a:pt x="2949039" y="971722"/>
                  </a:lnTo>
                  <a:lnTo>
                    <a:pt x="2947968" y="971283"/>
                  </a:lnTo>
                  <a:lnTo>
                    <a:pt x="2946896" y="970844"/>
                  </a:lnTo>
                  <a:lnTo>
                    <a:pt x="2945825" y="970405"/>
                  </a:lnTo>
                  <a:lnTo>
                    <a:pt x="2944753" y="969967"/>
                  </a:lnTo>
                  <a:lnTo>
                    <a:pt x="2943681" y="969530"/>
                  </a:lnTo>
                  <a:lnTo>
                    <a:pt x="2942610" y="969093"/>
                  </a:lnTo>
                  <a:lnTo>
                    <a:pt x="2941538" y="968657"/>
                  </a:lnTo>
                  <a:lnTo>
                    <a:pt x="2940467" y="968221"/>
                  </a:lnTo>
                  <a:lnTo>
                    <a:pt x="2939395" y="967785"/>
                  </a:lnTo>
                  <a:lnTo>
                    <a:pt x="2938323" y="967351"/>
                  </a:lnTo>
                  <a:lnTo>
                    <a:pt x="2937252" y="966916"/>
                  </a:lnTo>
                  <a:lnTo>
                    <a:pt x="2936180" y="966482"/>
                  </a:lnTo>
                  <a:lnTo>
                    <a:pt x="2935109" y="966049"/>
                  </a:lnTo>
                  <a:lnTo>
                    <a:pt x="2934037" y="965616"/>
                  </a:lnTo>
                  <a:lnTo>
                    <a:pt x="2932965" y="965183"/>
                  </a:lnTo>
                  <a:lnTo>
                    <a:pt x="2931894" y="964752"/>
                  </a:lnTo>
                  <a:lnTo>
                    <a:pt x="2930822" y="964320"/>
                  </a:lnTo>
                  <a:lnTo>
                    <a:pt x="2929751" y="963889"/>
                  </a:lnTo>
                  <a:lnTo>
                    <a:pt x="2928679" y="963459"/>
                  </a:lnTo>
                  <a:lnTo>
                    <a:pt x="2927607" y="963029"/>
                  </a:lnTo>
                  <a:lnTo>
                    <a:pt x="2926536" y="962599"/>
                  </a:lnTo>
                  <a:lnTo>
                    <a:pt x="2925464" y="962170"/>
                  </a:lnTo>
                  <a:lnTo>
                    <a:pt x="2924393" y="961742"/>
                  </a:lnTo>
                  <a:lnTo>
                    <a:pt x="2923321" y="961314"/>
                  </a:lnTo>
                  <a:lnTo>
                    <a:pt x="2922249" y="960887"/>
                  </a:lnTo>
                  <a:lnTo>
                    <a:pt x="2921178" y="960460"/>
                  </a:lnTo>
                  <a:lnTo>
                    <a:pt x="2920106" y="960033"/>
                  </a:lnTo>
                  <a:lnTo>
                    <a:pt x="2919035" y="959607"/>
                  </a:lnTo>
                  <a:lnTo>
                    <a:pt x="2917963" y="959182"/>
                  </a:lnTo>
                  <a:lnTo>
                    <a:pt x="2916891" y="958757"/>
                  </a:lnTo>
                  <a:lnTo>
                    <a:pt x="2915820" y="958332"/>
                  </a:lnTo>
                  <a:lnTo>
                    <a:pt x="2914748" y="957908"/>
                  </a:lnTo>
                  <a:lnTo>
                    <a:pt x="2913677" y="957485"/>
                  </a:lnTo>
                  <a:lnTo>
                    <a:pt x="2912605" y="957062"/>
                  </a:lnTo>
                  <a:lnTo>
                    <a:pt x="2911533" y="956640"/>
                  </a:lnTo>
                  <a:lnTo>
                    <a:pt x="2910462" y="956218"/>
                  </a:lnTo>
                  <a:lnTo>
                    <a:pt x="2909390" y="955796"/>
                  </a:lnTo>
                  <a:lnTo>
                    <a:pt x="2908319" y="955375"/>
                  </a:lnTo>
                  <a:lnTo>
                    <a:pt x="2907247" y="954955"/>
                  </a:lnTo>
                  <a:lnTo>
                    <a:pt x="2906175" y="954535"/>
                  </a:lnTo>
                  <a:lnTo>
                    <a:pt x="2905104" y="954115"/>
                  </a:lnTo>
                  <a:lnTo>
                    <a:pt x="2904032" y="953696"/>
                  </a:lnTo>
                  <a:lnTo>
                    <a:pt x="2902961" y="953277"/>
                  </a:lnTo>
                  <a:lnTo>
                    <a:pt x="2901889" y="952859"/>
                  </a:lnTo>
                  <a:lnTo>
                    <a:pt x="2900817" y="952442"/>
                  </a:lnTo>
                  <a:lnTo>
                    <a:pt x="2899746" y="952025"/>
                  </a:lnTo>
                  <a:lnTo>
                    <a:pt x="2898674" y="951608"/>
                  </a:lnTo>
                  <a:lnTo>
                    <a:pt x="2897603" y="951192"/>
                  </a:lnTo>
                  <a:lnTo>
                    <a:pt x="2896531" y="950776"/>
                  </a:lnTo>
                  <a:lnTo>
                    <a:pt x="2895459" y="950361"/>
                  </a:lnTo>
                  <a:lnTo>
                    <a:pt x="2894388" y="949947"/>
                  </a:lnTo>
                  <a:lnTo>
                    <a:pt x="2893316" y="949533"/>
                  </a:lnTo>
                  <a:lnTo>
                    <a:pt x="2892245" y="949119"/>
                  </a:lnTo>
                  <a:lnTo>
                    <a:pt x="2891173" y="948706"/>
                  </a:lnTo>
                  <a:lnTo>
                    <a:pt x="2890101" y="948293"/>
                  </a:lnTo>
                  <a:lnTo>
                    <a:pt x="2889030" y="947881"/>
                  </a:lnTo>
                  <a:lnTo>
                    <a:pt x="2887958" y="947469"/>
                  </a:lnTo>
                  <a:lnTo>
                    <a:pt x="2886887" y="947058"/>
                  </a:lnTo>
                  <a:lnTo>
                    <a:pt x="2885815" y="946647"/>
                  </a:lnTo>
                  <a:lnTo>
                    <a:pt x="2884743" y="946237"/>
                  </a:lnTo>
                  <a:lnTo>
                    <a:pt x="2883672" y="945827"/>
                  </a:lnTo>
                  <a:lnTo>
                    <a:pt x="2882600" y="945418"/>
                  </a:lnTo>
                  <a:lnTo>
                    <a:pt x="2881529" y="945009"/>
                  </a:lnTo>
                  <a:lnTo>
                    <a:pt x="2880457" y="944600"/>
                  </a:lnTo>
                  <a:lnTo>
                    <a:pt x="2879385" y="944193"/>
                  </a:lnTo>
                  <a:lnTo>
                    <a:pt x="2878314" y="943785"/>
                  </a:lnTo>
                  <a:lnTo>
                    <a:pt x="2877242" y="943378"/>
                  </a:lnTo>
                  <a:lnTo>
                    <a:pt x="2876171" y="942972"/>
                  </a:lnTo>
                  <a:lnTo>
                    <a:pt x="2875099" y="942566"/>
                  </a:lnTo>
                  <a:lnTo>
                    <a:pt x="2874027" y="942160"/>
                  </a:lnTo>
                  <a:lnTo>
                    <a:pt x="2872956" y="941755"/>
                  </a:lnTo>
                  <a:lnTo>
                    <a:pt x="2871884" y="941351"/>
                  </a:lnTo>
                  <a:lnTo>
                    <a:pt x="2870813" y="940947"/>
                  </a:lnTo>
                  <a:lnTo>
                    <a:pt x="2869741" y="940543"/>
                  </a:lnTo>
                  <a:lnTo>
                    <a:pt x="2868669" y="940140"/>
                  </a:lnTo>
                  <a:lnTo>
                    <a:pt x="2867598" y="939737"/>
                  </a:lnTo>
                  <a:lnTo>
                    <a:pt x="2866526" y="939335"/>
                  </a:lnTo>
                  <a:lnTo>
                    <a:pt x="2865455" y="938933"/>
                  </a:lnTo>
                  <a:lnTo>
                    <a:pt x="2864383" y="938532"/>
                  </a:lnTo>
                  <a:lnTo>
                    <a:pt x="2863311" y="938131"/>
                  </a:lnTo>
                  <a:lnTo>
                    <a:pt x="2862240" y="937731"/>
                  </a:lnTo>
                  <a:lnTo>
                    <a:pt x="2861168" y="937331"/>
                  </a:lnTo>
                  <a:lnTo>
                    <a:pt x="2860097" y="936932"/>
                  </a:lnTo>
                  <a:lnTo>
                    <a:pt x="2859025" y="936533"/>
                  </a:lnTo>
                  <a:lnTo>
                    <a:pt x="2857953" y="936134"/>
                  </a:lnTo>
                  <a:lnTo>
                    <a:pt x="2856882" y="935736"/>
                  </a:lnTo>
                  <a:lnTo>
                    <a:pt x="2855810" y="935339"/>
                  </a:lnTo>
                  <a:lnTo>
                    <a:pt x="2854739" y="934941"/>
                  </a:lnTo>
                  <a:lnTo>
                    <a:pt x="2853667" y="934545"/>
                  </a:lnTo>
                  <a:lnTo>
                    <a:pt x="2852595" y="934149"/>
                  </a:lnTo>
                  <a:lnTo>
                    <a:pt x="2851524" y="933753"/>
                  </a:lnTo>
                  <a:lnTo>
                    <a:pt x="2850452" y="933358"/>
                  </a:lnTo>
                  <a:lnTo>
                    <a:pt x="2849381" y="932963"/>
                  </a:lnTo>
                  <a:lnTo>
                    <a:pt x="2848309" y="932568"/>
                  </a:lnTo>
                  <a:lnTo>
                    <a:pt x="2847237" y="932174"/>
                  </a:lnTo>
                  <a:lnTo>
                    <a:pt x="2846166" y="931781"/>
                  </a:lnTo>
                  <a:lnTo>
                    <a:pt x="2845094" y="931388"/>
                  </a:lnTo>
                  <a:lnTo>
                    <a:pt x="2844023" y="930995"/>
                  </a:lnTo>
                  <a:lnTo>
                    <a:pt x="2842951" y="930603"/>
                  </a:lnTo>
                  <a:lnTo>
                    <a:pt x="2841879" y="930212"/>
                  </a:lnTo>
                  <a:lnTo>
                    <a:pt x="2840808" y="929820"/>
                  </a:lnTo>
                  <a:lnTo>
                    <a:pt x="2839736" y="929430"/>
                  </a:lnTo>
                  <a:lnTo>
                    <a:pt x="2838665" y="929039"/>
                  </a:lnTo>
                  <a:lnTo>
                    <a:pt x="2837593" y="928649"/>
                  </a:lnTo>
                  <a:lnTo>
                    <a:pt x="2836522" y="928260"/>
                  </a:lnTo>
                  <a:lnTo>
                    <a:pt x="2835450" y="927871"/>
                  </a:lnTo>
                  <a:lnTo>
                    <a:pt x="2834378" y="927482"/>
                  </a:lnTo>
                  <a:lnTo>
                    <a:pt x="2833307" y="927094"/>
                  </a:lnTo>
                  <a:lnTo>
                    <a:pt x="2832235" y="926706"/>
                  </a:lnTo>
                  <a:lnTo>
                    <a:pt x="2831164" y="926319"/>
                  </a:lnTo>
                  <a:lnTo>
                    <a:pt x="2830092" y="925932"/>
                  </a:lnTo>
                  <a:lnTo>
                    <a:pt x="2829020" y="925546"/>
                  </a:lnTo>
                  <a:lnTo>
                    <a:pt x="2827949" y="925160"/>
                  </a:lnTo>
                  <a:lnTo>
                    <a:pt x="2826877" y="924774"/>
                  </a:lnTo>
                  <a:lnTo>
                    <a:pt x="2825806" y="924389"/>
                  </a:lnTo>
                  <a:lnTo>
                    <a:pt x="2824734" y="924005"/>
                  </a:lnTo>
                  <a:lnTo>
                    <a:pt x="2823662" y="923620"/>
                  </a:lnTo>
                  <a:lnTo>
                    <a:pt x="2822591" y="923236"/>
                  </a:lnTo>
                  <a:lnTo>
                    <a:pt x="2821519" y="922853"/>
                  </a:lnTo>
                  <a:lnTo>
                    <a:pt x="2820448" y="922470"/>
                  </a:lnTo>
                  <a:lnTo>
                    <a:pt x="2819376" y="922087"/>
                  </a:lnTo>
                  <a:lnTo>
                    <a:pt x="2818304" y="921705"/>
                  </a:lnTo>
                  <a:lnTo>
                    <a:pt x="2817233" y="921324"/>
                  </a:lnTo>
                  <a:lnTo>
                    <a:pt x="2816161" y="920942"/>
                  </a:lnTo>
                  <a:lnTo>
                    <a:pt x="2815090" y="920561"/>
                  </a:lnTo>
                  <a:lnTo>
                    <a:pt x="2814018" y="920181"/>
                  </a:lnTo>
                  <a:lnTo>
                    <a:pt x="2812946" y="919801"/>
                  </a:lnTo>
                  <a:lnTo>
                    <a:pt x="2811875" y="919421"/>
                  </a:lnTo>
                  <a:lnTo>
                    <a:pt x="2810803" y="919042"/>
                  </a:lnTo>
                  <a:lnTo>
                    <a:pt x="2809732" y="918663"/>
                  </a:lnTo>
                  <a:lnTo>
                    <a:pt x="2808660" y="918285"/>
                  </a:lnTo>
                  <a:lnTo>
                    <a:pt x="2807588" y="917906"/>
                  </a:lnTo>
                  <a:lnTo>
                    <a:pt x="2806517" y="917529"/>
                  </a:lnTo>
                  <a:lnTo>
                    <a:pt x="2805445" y="917152"/>
                  </a:lnTo>
                  <a:lnTo>
                    <a:pt x="2804374" y="916775"/>
                  </a:lnTo>
                  <a:lnTo>
                    <a:pt x="2803302" y="916398"/>
                  </a:lnTo>
                  <a:lnTo>
                    <a:pt x="2802230" y="916022"/>
                  </a:lnTo>
                  <a:lnTo>
                    <a:pt x="2801159" y="915647"/>
                  </a:lnTo>
                  <a:lnTo>
                    <a:pt x="2800087" y="915272"/>
                  </a:lnTo>
                  <a:lnTo>
                    <a:pt x="2799016" y="914897"/>
                  </a:lnTo>
                  <a:lnTo>
                    <a:pt x="2797944" y="914522"/>
                  </a:lnTo>
                  <a:lnTo>
                    <a:pt x="2796872" y="914148"/>
                  </a:lnTo>
                  <a:lnTo>
                    <a:pt x="2795801" y="913775"/>
                  </a:lnTo>
                  <a:lnTo>
                    <a:pt x="2794729" y="913401"/>
                  </a:lnTo>
                  <a:lnTo>
                    <a:pt x="2793658" y="913028"/>
                  </a:lnTo>
                  <a:lnTo>
                    <a:pt x="2792586" y="912656"/>
                  </a:lnTo>
                  <a:lnTo>
                    <a:pt x="2791514" y="912284"/>
                  </a:lnTo>
                  <a:lnTo>
                    <a:pt x="2790443" y="911912"/>
                  </a:lnTo>
                  <a:lnTo>
                    <a:pt x="2789371" y="911541"/>
                  </a:lnTo>
                  <a:lnTo>
                    <a:pt x="2788300" y="911170"/>
                  </a:lnTo>
                  <a:lnTo>
                    <a:pt x="2787228" y="910799"/>
                  </a:lnTo>
                  <a:lnTo>
                    <a:pt x="2786156" y="910429"/>
                  </a:lnTo>
                  <a:lnTo>
                    <a:pt x="2785085" y="910059"/>
                  </a:lnTo>
                  <a:lnTo>
                    <a:pt x="2784013" y="909690"/>
                  </a:lnTo>
                  <a:lnTo>
                    <a:pt x="2782942" y="909321"/>
                  </a:lnTo>
                  <a:lnTo>
                    <a:pt x="2781870" y="908952"/>
                  </a:lnTo>
                  <a:lnTo>
                    <a:pt x="2780798" y="908584"/>
                  </a:lnTo>
                  <a:lnTo>
                    <a:pt x="2779727" y="908216"/>
                  </a:lnTo>
                  <a:lnTo>
                    <a:pt x="2778655" y="907848"/>
                  </a:lnTo>
                  <a:lnTo>
                    <a:pt x="2777584" y="907481"/>
                  </a:lnTo>
                  <a:lnTo>
                    <a:pt x="2776512" y="907114"/>
                  </a:lnTo>
                  <a:lnTo>
                    <a:pt x="2775440" y="906747"/>
                  </a:lnTo>
                  <a:lnTo>
                    <a:pt x="2774369" y="906381"/>
                  </a:lnTo>
                  <a:lnTo>
                    <a:pt x="2773297" y="906015"/>
                  </a:lnTo>
                  <a:lnTo>
                    <a:pt x="2772226" y="905650"/>
                  </a:lnTo>
                  <a:lnTo>
                    <a:pt x="2771154" y="905285"/>
                  </a:lnTo>
                  <a:lnTo>
                    <a:pt x="2770082" y="904920"/>
                  </a:lnTo>
                  <a:lnTo>
                    <a:pt x="2769011" y="904556"/>
                  </a:lnTo>
                  <a:lnTo>
                    <a:pt x="2767939" y="904192"/>
                  </a:lnTo>
                  <a:lnTo>
                    <a:pt x="2766868" y="903828"/>
                  </a:lnTo>
                  <a:lnTo>
                    <a:pt x="2765796" y="903465"/>
                  </a:lnTo>
                  <a:lnTo>
                    <a:pt x="2764724" y="903102"/>
                  </a:lnTo>
                  <a:lnTo>
                    <a:pt x="2763653" y="902739"/>
                  </a:lnTo>
                  <a:lnTo>
                    <a:pt x="2762581" y="902377"/>
                  </a:lnTo>
                  <a:lnTo>
                    <a:pt x="2761510" y="902015"/>
                  </a:lnTo>
                  <a:lnTo>
                    <a:pt x="2760438" y="901653"/>
                  </a:lnTo>
                  <a:lnTo>
                    <a:pt x="2759366" y="901292"/>
                  </a:lnTo>
                  <a:lnTo>
                    <a:pt x="2758295" y="900931"/>
                  </a:lnTo>
                  <a:lnTo>
                    <a:pt x="2757223" y="900570"/>
                  </a:lnTo>
                  <a:lnTo>
                    <a:pt x="2756152" y="900210"/>
                  </a:lnTo>
                  <a:lnTo>
                    <a:pt x="2755080" y="899850"/>
                  </a:lnTo>
                  <a:lnTo>
                    <a:pt x="2754008" y="899490"/>
                  </a:lnTo>
                  <a:lnTo>
                    <a:pt x="2752937" y="899131"/>
                  </a:lnTo>
                  <a:lnTo>
                    <a:pt x="2751865" y="898772"/>
                  </a:lnTo>
                  <a:lnTo>
                    <a:pt x="2750794" y="898413"/>
                  </a:lnTo>
                  <a:lnTo>
                    <a:pt x="2749722" y="898055"/>
                  </a:lnTo>
                  <a:lnTo>
                    <a:pt x="2748650" y="897697"/>
                  </a:lnTo>
                  <a:lnTo>
                    <a:pt x="2747579" y="897339"/>
                  </a:lnTo>
                  <a:lnTo>
                    <a:pt x="2746507" y="896982"/>
                  </a:lnTo>
                  <a:lnTo>
                    <a:pt x="2745436" y="896624"/>
                  </a:lnTo>
                  <a:lnTo>
                    <a:pt x="2744364" y="896268"/>
                  </a:lnTo>
                  <a:lnTo>
                    <a:pt x="2743292" y="895911"/>
                  </a:lnTo>
                  <a:lnTo>
                    <a:pt x="2742221" y="895555"/>
                  </a:lnTo>
                  <a:lnTo>
                    <a:pt x="2741149" y="895199"/>
                  </a:lnTo>
                  <a:lnTo>
                    <a:pt x="2740078" y="894844"/>
                  </a:lnTo>
                  <a:lnTo>
                    <a:pt x="2739006" y="894488"/>
                  </a:lnTo>
                  <a:lnTo>
                    <a:pt x="2737934" y="894133"/>
                  </a:lnTo>
                  <a:lnTo>
                    <a:pt x="2736863" y="893779"/>
                  </a:lnTo>
                  <a:lnTo>
                    <a:pt x="2735791" y="893424"/>
                  </a:lnTo>
                  <a:lnTo>
                    <a:pt x="2734720" y="893070"/>
                  </a:lnTo>
                  <a:lnTo>
                    <a:pt x="2733648" y="892716"/>
                  </a:lnTo>
                  <a:lnTo>
                    <a:pt x="2732576" y="892363"/>
                  </a:lnTo>
                  <a:lnTo>
                    <a:pt x="2731505" y="892010"/>
                  </a:lnTo>
                  <a:lnTo>
                    <a:pt x="2730433" y="891657"/>
                  </a:lnTo>
                  <a:lnTo>
                    <a:pt x="2729362" y="891304"/>
                  </a:lnTo>
                  <a:lnTo>
                    <a:pt x="2728290" y="890952"/>
                  </a:lnTo>
                  <a:lnTo>
                    <a:pt x="2727218" y="890600"/>
                  </a:lnTo>
                  <a:lnTo>
                    <a:pt x="2726147" y="890248"/>
                  </a:lnTo>
                  <a:lnTo>
                    <a:pt x="2725075" y="889896"/>
                  </a:lnTo>
                  <a:lnTo>
                    <a:pt x="2724004" y="889545"/>
                  </a:lnTo>
                  <a:lnTo>
                    <a:pt x="2722932" y="889194"/>
                  </a:lnTo>
                  <a:lnTo>
                    <a:pt x="2721860" y="888844"/>
                  </a:lnTo>
                  <a:lnTo>
                    <a:pt x="2720789" y="888493"/>
                  </a:lnTo>
                  <a:lnTo>
                    <a:pt x="2719717" y="888143"/>
                  </a:lnTo>
                  <a:lnTo>
                    <a:pt x="2718646" y="887793"/>
                  </a:lnTo>
                  <a:lnTo>
                    <a:pt x="2717574" y="887444"/>
                  </a:lnTo>
                  <a:lnTo>
                    <a:pt x="2716502" y="887094"/>
                  </a:lnTo>
                  <a:lnTo>
                    <a:pt x="2715431" y="886745"/>
                  </a:lnTo>
                  <a:lnTo>
                    <a:pt x="2714359" y="886396"/>
                  </a:lnTo>
                  <a:lnTo>
                    <a:pt x="2713288" y="886048"/>
                  </a:lnTo>
                  <a:lnTo>
                    <a:pt x="2712216" y="885699"/>
                  </a:lnTo>
                  <a:lnTo>
                    <a:pt x="2711144" y="885351"/>
                  </a:lnTo>
                  <a:lnTo>
                    <a:pt x="2710073" y="885003"/>
                  </a:lnTo>
                  <a:lnTo>
                    <a:pt x="2709001" y="884656"/>
                  </a:lnTo>
                  <a:lnTo>
                    <a:pt x="2707930" y="884309"/>
                  </a:lnTo>
                  <a:lnTo>
                    <a:pt x="2706858" y="883961"/>
                  </a:lnTo>
                  <a:lnTo>
                    <a:pt x="2705786" y="883615"/>
                  </a:lnTo>
                  <a:lnTo>
                    <a:pt x="2704715" y="883268"/>
                  </a:lnTo>
                  <a:lnTo>
                    <a:pt x="2703643" y="882922"/>
                  </a:lnTo>
                  <a:lnTo>
                    <a:pt x="2702572" y="882575"/>
                  </a:lnTo>
                  <a:lnTo>
                    <a:pt x="2701500" y="882230"/>
                  </a:lnTo>
                  <a:lnTo>
                    <a:pt x="2700428" y="881884"/>
                  </a:lnTo>
                  <a:lnTo>
                    <a:pt x="2699357" y="881538"/>
                  </a:lnTo>
                  <a:lnTo>
                    <a:pt x="2698285" y="881193"/>
                  </a:lnTo>
                  <a:lnTo>
                    <a:pt x="2697214" y="880848"/>
                  </a:lnTo>
                  <a:lnTo>
                    <a:pt x="2696142" y="880504"/>
                  </a:lnTo>
                  <a:lnTo>
                    <a:pt x="2695070" y="880159"/>
                  </a:lnTo>
                  <a:lnTo>
                    <a:pt x="2693999" y="879815"/>
                  </a:lnTo>
                  <a:lnTo>
                    <a:pt x="2692927" y="879471"/>
                  </a:lnTo>
                  <a:lnTo>
                    <a:pt x="2691856" y="879127"/>
                  </a:lnTo>
                  <a:lnTo>
                    <a:pt x="2690784" y="878783"/>
                  </a:lnTo>
                  <a:lnTo>
                    <a:pt x="2689712" y="878440"/>
                  </a:lnTo>
                  <a:lnTo>
                    <a:pt x="2688641" y="878096"/>
                  </a:lnTo>
                  <a:lnTo>
                    <a:pt x="2687569" y="877753"/>
                  </a:lnTo>
                  <a:lnTo>
                    <a:pt x="2686498" y="877411"/>
                  </a:lnTo>
                  <a:lnTo>
                    <a:pt x="2685426" y="877068"/>
                  </a:lnTo>
                  <a:lnTo>
                    <a:pt x="2684354" y="876726"/>
                  </a:lnTo>
                  <a:lnTo>
                    <a:pt x="2683283" y="876383"/>
                  </a:lnTo>
                  <a:lnTo>
                    <a:pt x="2682211" y="876041"/>
                  </a:lnTo>
                  <a:lnTo>
                    <a:pt x="2681140" y="875699"/>
                  </a:lnTo>
                  <a:lnTo>
                    <a:pt x="2680068" y="875358"/>
                  </a:lnTo>
                  <a:lnTo>
                    <a:pt x="2678996" y="875016"/>
                  </a:lnTo>
                  <a:lnTo>
                    <a:pt x="2677925" y="874675"/>
                  </a:lnTo>
                  <a:lnTo>
                    <a:pt x="2676853" y="874334"/>
                  </a:lnTo>
                  <a:lnTo>
                    <a:pt x="2675782" y="873993"/>
                  </a:lnTo>
                  <a:lnTo>
                    <a:pt x="2674710" y="873652"/>
                  </a:lnTo>
                  <a:lnTo>
                    <a:pt x="2673638" y="873312"/>
                  </a:lnTo>
                  <a:lnTo>
                    <a:pt x="2672567" y="872972"/>
                  </a:lnTo>
                  <a:lnTo>
                    <a:pt x="2671495" y="872631"/>
                  </a:lnTo>
                  <a:lnTo>
                    <a:pt x="2670424" y="872291"/>
                  </a:lnTo>
                  <a:lnTo>
                    <a:pt x="2669352" y="871952"/>
                  </a:lnTo>
                  <a:lnTo>
                    <a:pt x="2668280" y="871612"/>
                  </a:lnTo>
                  <a:lnTo>
                    <a:pt x="2667209" y="871273"/>
                  </a:lnTo>
                  <a:lnTo>
                    <a:pt x="2666137" y="870933"/>
                  </a:lnTo>
                  <a:lnTo>
                    <a:pt x="2665066" y="870594"/>
                  </a:lnTo>
                  <a:lnTo>
                    <a:pt x="2663994" y="870255"/>
                  </a:lnTo>
                  <a:lnTo>
                    <a:pt x="2662922" y="869916"/>
                  </a:lnTo>
                  <a:lnTo>
                    <a:pt x="2661851" y="869578"/>
                  </a:lnTo>
                  <a:lnTo>
                    <a:pt x="2660779" y="869239"/>
                  </a:lnTo>
                  <a:lnTo>
                    <a:pt x="2659708" y="868901"/>
                  </a:lnTo>
                  <a:lnTo>
                    <a:pt x="2658636" y="868563"/>
                  </a:lnTo>
                  <a:lnTo>
                    <a:pt x="2657565" y="868225"/>
                  </a:lnTo>
                  <a:lnTo>
                    <a:pt x="2656493" y="867887"/>
                  </a:lnTo>
                  <a:lnTo>
                    <a:pt x="2655421" y="867549"/>
                  </a:lnTo>
                  <a:lnTo>
                    <a:pt x="2654350" y="867211"/>
                  </a:lnTo>
                  <a:lnTo>
                    <a:pt x="2653278" y="866874"/>
                  </a:lnTo>
                  <a:lnTo>
                    <a:pt x="2652207" y="866537"/>
                  </a:lnTo>
                  <a:lnTo>
                    <a:pt x="2651135" y="866199"/>
                  </a:lnTo>
                  <a:lnTo>
                    <a:pt x="2650063" y="865862"/>
                  </a:lnTo>
                  <a:lnTo>
                    <a:pt x="2648992" y="865525"/>
                  </a:lnTo>
                  <a:lnTo>
                    <a:pt x="2647920" y="865189"/>
                  </a:lnTo>
                  <a:lnTo>
                    <a:pt x="2646849" y="864852"/>
                  </a:lnTo>
                  <a:lnTo>
                    <a:pt x="2645777" y="864515"/>
                  </a:lnTo>
                  <a:lnTo>
                    <a:pt x="2644705" y="864179"/>
                  </a:lnTo>
                  <a:lnTo>
                    <a:pt x="2643634" y="863843"/>
                  </a:lnTo>
                  <a:lnTo>
                    <a:pt x="2642562" y="863506"/>
                  </a:lnTo>
                  <a:lnTo>
                    <a:pt x="2641491" y="863170"/>
                  </a:lnTo>
                  <a:lnTo>
                    <a:pt x="2640419" y="862834"/>
                  </a:lnTo>
                  <a:lnTo>
                    <a:pt x="2639347" y="862499"/>
                  </a:lnTo>
                  <a:lnTo>
                    <a:pt x="2638276" y="862163"/>
                  </a:lnTo>
                  <a:lnTo>
                    <a:pt x="2637204" y="861827"/>
                  </a:lnTo>
                  <a:lnTo>
                    <a:pt x="2636133" y="861492"/>
                  </a:lnTo>
                  <a:lnTo>
                    <a:pt x="2635061" y="861156"/>
                  </a:lnTo>
                  <a:lnTo>
                    <a:pt x="2633989" y="860821"/>
                  </a:lnTo>
                  <a:lnTo>
                    <a:pt x="2632918" y="860486"/>
                  </a:lnTo>
                  <a:lnTo>
                    <a:pt x="2631846" y="860151"/>
                  </a:lnTo>
                  <a:lnTo>
                    <a:pt x="2630775" y="859816"/>
                  </a:lnTo>
                  <a:lnTo>
                    <a:pt x="2629703" y="859481"/>
                  </a:lnTo>
                  <a:lnTo>
                    <a:pt x="2628631" y="859146"/>
                  </a:lnTo>
                  <a:lnTo>
                    <a:pt x="2627560" y="858811"/>
                  </a:lnTo>
                  <a:lnTo>
                    <a:pt x="2626488" y="858477"/>
                  </a:lnTo>
                  <a:lnTo>
                    <a:pt x="2625417" y="858142"/>
                  </a:lnTo>
                  <a:lnTo>
                    <a:pt x="2624345" y="857808"/>
                  </a:lnTo>
                  <a:lnTo>
                    <a:pt x="2623273" y="857473"/>
                  </a:lnTo>
                  <a:lnTo>
                    <a:pt x="2622202" y="857139"/>
                  </a:lnTo>
                  <a:lnTo>
                    <a:pt x="2621130" y="856805"/>
                  </a:lnTo>
                  <a:lnTo>
                    <a:pt x="2620059" y="856470"/>
                  </a:lnTo>
                  <a:lnTo>
                    <a:pt x="2618987" y="856136"/>
                  </a:lnTo>
                  <a:lnTo>
                    <a:pt x="2617915" y="855802"/>
                  </a:lnTo>
                  <a:lnTo>
                    <a:pt x="2616844" y="855468"/>
                  </a:lnTo>
                  <a:lnTo>
                    <a:pt x="2615772" y="855134"/>
                  </a:lnTo>
                  <a:lnTo>
                    <a:pt x="2614701" y="854801"/>
                  </a:lnTo>
                  <a:lnTo>
                    <a:pt x="2613629" y="854467"/>
                  </a:lnTo>
                  <a:lnTo>
                    <a:pt x="2612557" y="854133"/>
                  </a:lnTo>
                  <a:lnTo>
                    <a:pt x="2611486" y="853799"/>
                  </a:lnTo>
                  <a:lnTo>
                    <a:pt x="2610414" y="853466"/>
                  </a:lnTo>
                  <a:lnTo>
                    <a:pt x="2609343" y="853132"/>
                  </a:lnTo>
                  <a:lnTo>
                    <a:pt x="2608271" y="852799"/>
                  </a:lnTo>
                  <a:lnTo>
                    <a:pt x="2607199" y="852465"/>
                  </a:lnTo>
                  <a:lnTo>
                    <a:pt x="2606128" y="852132"/>
                  </a:lnTo>
                  <a:lnTo>
                    <a:pt x="2605056" y="851799"/>
                  </a:lnTo>
                  <a:lnTo>
                    <a:pt x="2603985" y="851465"/>
                  </a:lnTo>
                  <a:lnTo>
                    <a:pt x="2602913" y="851132"/>
                  </a:lnTo>
                  <a:lnTo>
                    <a:pt x="2601841" y="850799"/>
                  </a:lnTo>
                  <a:lnTo>
                    <a:pt x="2600770" y="850465"/>
                  </a:lnTo>
                  <a:lnTo>
                    <a:pt x="2599698" y="850132"/>
                  </a:lnTo>
                  <a:lnTo>
                    <a:pt x="2598627" y="849799"/>
                  </a:lnTo>
                  <a:lnTo>
                    <a:pt x="2597555" y="849466"/>
                  </a:lnTo>
                  <a:lnTo>
                    <a:pt x="2596483" y="849133"/>
                  </a:lnTo>
                  <a:lnTo>
                    <a:pt x="2595412" y="848800"/>
                  </a:lnTo>
                  <a:lnTo>
                    <a:pt x="2594340" y="848467"/>
                  </a:lnTo>
                  <a:lnTo>
                    <a:pt x="2593269" y="848134"/>
                  </a:lnTo>
                  <a:lnTo>
                    <a:pt x="2592197" y="847801"/>
                  </a:lnTo>
                  <a:lnTo>
                    <a:pt x="2591125" y="847468"/>
                  </a:lnTo>
                  <a:lnTo>
                    <a:pt x="2590054" y="847135"/>
                  </a:lnTo>
                  <a:lnTo>
                    <a:pt x="2588982" y="846802"/>
                  </a:lnTo>
                  <a:lnTo>
                    <a:pt x="2587911" y="846469"/>
                  </a:lnTo>
                  <a:lnTo>
                    <a:pt x="2586839" y="846136"/>
                  </a:lnTo>
                  <a:lnTo>
                    <a:pt x="2585767" y="845803"/>
                  </a:lnTo>
                  <a:lnTo>
                    <a:pt x="2584696" y="845470"/>
                  </a:lnTo>
                  <a:lnTo>
                    <a:pt x="2583624" y="845137"/>
                  </a:lnTo>
                  <a:lnTo>
                    <a:pt x="2582553" y="844804"/>
                  </a:lnTo>
                  <a:lnTo>
                    <a:pt x="2581481" y="844471"/>
                  </a:lnTo>
                  <a:lnTo>
                    <a:pt x="2580409" y="844138"/>
                  </a:lnTo>
                  <a:lnTo>
                    <a:pt x="2579338" y="843805"/>
                  </a:lnTo>
                  <a:lnTo>
                    <a:pt x="2578266" y="843472"/>
                  </a:lnTo>
                  <a:lnTo>
                    <a:pt x="2577195" y="843139"/>
                  </a:lnTo>
                  <a:lnTo>
                    <a:pt x="2576123" y="842806"/>
                  </a:lnTo>
                  <a:lnTo>
                    <a:pt x="2575051" y="842473"/>
                  </a:lnTo>
                  <a:lnTo>
                    <a:pt x="2573980" y="842140"/>
                  </a:lnTo>
                  <a:lnTo>
                    <a:pt x="2572908" y="841807"/>
                  </a:lnTo>
                  <a:lnTo>
                    <a:pt x="2571837" y="841474"/>
                  </a:lnTo>
                  <a:lnTo>
                    <a:pt x="2570765" y="841140"/>
                  </a:lnTo>
                  <a:lnTo>
                    <a:pt x="2569693" y="840807"/>
                  </a:lnTo>
                  <a:lnTo>
                    <a:pt x="2568622" y="840474"/>
                  </a:lnTo>
                  <a:lnTo>
                    <a:pt x="2567550" y="840141"/>
                  </a:lnTo>
                  <a:lnTo>
                    <a:pt x="2566479" y="839807"/>
                  </a:lnTo>
                  <a:lnTo>
                    <a:pt x="2565407" y="839474"/>
                  </a:lnTo>
                  <a:lnTo>
                    <a:pt x="2564335" y="839141"/>
                  </a:lnTo>
                  <a:lnTo>
                    <a:pt x="2563264" y="838807"/>
                  </a:lnTo>
                  <a:lnTo>
                    <a:pt x="2562192" y="838474"/>
                  </a:lnTo>
                  <a:lnTo>
                    <a:pt x="2561121" y="838140"/>
                  </a:lnTo>
                  <a:lnTo>
                    <a:pt x="2560049" y="837807"/>
                  </a:lnTo>
                  <a:lnTo>
                    <a:pt x="2558977" y="837473"/>
                  </a:lnTo>
                  <a:lnTo>
                    <a:pt x="2557906" y="837139"/>
                  </a:lnTo>
                  <a:lnTo>
                    <a:pt x="2556834" y="836806"/>
                  </a:lnTo>
                  <a:lnTo>
                    <a:pt x="2555763" y="836472"/>
                  </a:lnTo>
                  <a:lnTo>
                    <a:pt x="2554691" y="836138"/>
                  </a:lnTo>
                  <a:lnTo>
                    <a:pt x="2553619" y="835804"/>
                  </a:lnTo>
                  <a:lnTo>
                    <a:pt x="2552548" y="835470"/>
                  </a:lnTo>
                  <a:lnTo>
                    <a:pt x="2551476" y="835136"/>
                  </a:lnTo>
                  <a:lnTo>
                    <a:pt x="2550405" y="834802"/>
                  </a:lnTo>
                  <a:lnTo>
                    <a:pt x="2549333" y="834468"/>
                  </a:lnTo>
                  <a:lnTo>
                    <a:pt x="2548261" y="834134"/>
                  </a:lnTo>
                  <a:lnTo>
                    <a:pt x="2547190" y="833799"/>
                  </a:lnTo>
                  <a:lnTo>
                    <a:pt x="2546118" y="833465"/>
                  </a:lnTo>
                  <a:lnTo>
                    <a:pt x="2545047" y="833130"/>
                  </a:lnTo>
                  <a:lnTo>
                    <a:pt x="2543975" y="832796"/>
                  </a:lnTo>
                  <a:lnTo>
                    <a:pt x="2542903" y="832461"/>
                  </a:lnTo>
                  <a:lnTo>
                    <a:pt x="2541832" y="832126"/>
                  </a:lnTo>
                  <a:lnTo>
                    <a:pt x="2540760" y="831792"/>
                  </a:lnTo>
                  <a:lnTo>
                    <a:pt x="2539689" y="831457"/>
                  </a:lnTo>
                  <a:lnTo>
                    <a:pt x="2538617" y="831122"/>
                  </a:lnTo>
                  <a:lnTo>
                    <a:pt x="2537545" y="830787"/>
                  </a:lnTo>
                  <a:lnTo>
                    <a:pt x="2536474" y="830451"/>
                  </a:lnTo>
                  <a:lnTo>
                    <a:pt x="2535402" y="830116"/>
                  </a:lnTo>
                  <a:lnTo>
                    <a:pt x="2534331" y="829781"/>
                  </a:lnTo>
                  <a:lnTo>
                    <a:pt x="2533259" y="829445"/>
                  </a:lnTo>
                  <a:lnTo>
                    <a:pt x="2532187" y="829109"/>
                  </a:lnTo>
                  <a:lnTo>
                    <a:pt x="2531116" y="828774"/>
                  </a:lnTo>
                  <a:lnTo>
                    <a:pt x="2530044" y="828438"/>
                  </a:lnTo>
                  <a:lnTo>
                    <a:pt x="2528973" y="828102"/>
                  </a:lnTo>
                  <a:lnTo>
                    <a:pt x="2527901" y="827766"/>
                  </a:lnTo>
                  <a:lnTo>
                    <a:pt x="2526829" y="827430"/>
                  </a:lnTo>
                  <a:lnTo>
                    <a:pt x="2525758" y="827093"/>
                  </a:lnTo>
                  <a:lnTo>
                    <a:pt x="2524686" y="826757"/>
                  </a:lnTo>
                  <a:lnTo>
                    <a:pt x="2523615" y="826420"/>
                  </a:lnTo>
                  <a:lnTo>
                    <a:pt x="2522543" y="826084"/>
                  </a:lnTo>
                  <a:lnTo>
                    <a:pt x="2521471" y="825747"/>
                  </a:lnTo>
                  <a:lnTo>
                    <a:pt x="2520400" y="825410"/>
                  </a:lnTo>
                  <a:lnTo>
                    <a:pt x="2519328" y="825073"/>
                  </a:lnTo>
                  <a:lnTo>
                    <a:pt x="2518257" y="824735"/>
                  </a:lnTo>
                  <a:lnTo>
                    <a:pt x="2517185" y="824398"/>
                  </a:lnTo>
                  <a:lnTo>
                    <a:pt x="2516113" y="824060"/>
                  </a:lnTo>
                  <a:lnTo>
                    <a:pt x="2515042" y="823723"/>
                  </a:lnTo>
                  <a:lnTo>
                    <a:pt x="2513970" y="823385"/>
                  </a:lnTo>
                  <a:lnTo>
                    <a:pt x="2512899" y="823047"/>
                  </a:lnTo>
                  <a:lnTo>
                    <a:pt x="2511827" y="822709"/>
                  </a:lnTo>
                  <a:lnTo>
                    <a:pt x="2510755" y="822371"/>
                  </a:lnTo>
                  <a:lnTo>
                    <a:pt x="2509684" y="822032"/>
                  </a:lnTo>
                  <a:lnTo>
                    <a:pt x="2508612" y="821694"/>
                  </a:lnTo>
                  <a:lnTo>
                    <a:pt x="2507541" y="821355"/>
                  </a:lnTo>
                  <a:lnTo>
                    <a:pt x="2506469" y="821016"/>
                  </a:lnTo>
                  <a:lnTo>
                    <a:pt x="2505397" y="820677"/>
                  </a:lnTo>
                  <a:lnTo>
                    <a:pt x="2504326" y="820338"/>
                  </a:lnTo>
                  <a:lnTo>
                    <a:pt x="2503254" y="819998"/>
                  </a:lnTo>
                  <a:lnTo>
                    <a:pt x="2502183" y="819659"/>
                  </a:lnTo>
                  <a:lnTo>
                    <a:pt x="2501111" y="819319"/>
                  </a:lnTo>
                  <a:lnTo>
                    <a:pt x="2500039" y="818979"/>
                  </a:lnTo>
                  <a:lnTo>
                    <a:pt x="2498968" y="818639"/>
                  </a:lnTo>
                  <a:lnTo>
                    <a:pt x="2497896" y="818299"/>
                  </a:lnTo>
                  <a:lnTo>
                    <a:pt x="2496825" y="817959"/>
                  </a:lnTo>
                  <a:lnTo>
                    <a:pt x="2495753" y="817618"/>
                  </a:lnTo>
                  <a:lnTo>
                    <a:pt x="2494681" y="817277"/>
                  </a:lnTo>
                  <a:lnTo>
                    <a:pt x="2493610" y="816936"/>
                  </a:lnTo>
                  <a:lnTo>
                    <a:pt x="2492538" y="816595"/>
                  </a:lnTo>
                  <a:lnTo>
                    <a:pt x="2491467" y="816254"/>
                  </a:lnTo>
                  <a:lnTo>
                    <a:pt x="2490395" y="815912"/>
                  </a:lnTo>
                  <a:lnTo>
                    <a:pt x="2489323" y="815570"/>
                  </a:lnTo>
                  <a:lnTo>
                    <a:pt x="2488252" y="815228"/>
                  </a:lnTo>
                  <a:lnTo>
                    <a:pt x="2487180" y="814886"/>
                  </a:lnTo>
                  <a:lnTo>
                    <a:pt x="2486109" y="814544"/>
                  </a:lnTo>
                  <a:lnTo>
                    <a:pt x="2485037" y="814201"/>
                  </a:lnTo>
                  <a:lnTo>
                    <a:pt x="2483966" y="813858"/>
                  </a:lnTo>
                  <a:lnTo>
                    <a:pt x="2482894" y="813515"/>
                  </a:lnTo>
                  <a:lnTo>
                    <a:pt x="2481822" y="813172"/>
                  </a:lnTo>
                  <a:lnTo>
                    <a:pt x="2480751" y="812829"/>
                  </a:lnTo>
                  <a:lnTo>
                    <a:pt x="2479679" y="812485"/>
                  </a:lnTo>
                  <a:lnTo>
                    <a:pt x="2478608" y="812141"/>
                  </a:lnTo>
                  <a:lnTo>
                    <a:pt x="2477536" y="811797"/>
                  </a:lnTo>
                  <a:lnTo>
                    <a:pt x="2476464" y="811453"/>
                  </a:lnTo>
                  <a:lnTo>
                    <a:pt x="2475393" y="811109"/>
                  </a:lnTo>
                  <a:lnTo>
                    <a:pt x="2474321" y="810764"/>
                  </a:lnTo>
                  <a:lnTo>
                    <a:pt x="2473250" y="810419"/>
                  </a:lnTo>
                  <a:lnTo>
                    <a:pt x="2472178" y="810074"/>
                  </a:lnTo>
                  <a:lnTo>
                    <a:pt x="2471106" y="809728"/>
                  </a:lnTo>
                  <a:lnTo>
                    <a:pt x="2470035" y="809383"/>
                  </a:lnTo>
                  <a:lnTo>
                    <a:pt x="2468963" y="809037"/>
                  </a:lnTo>
                  <a:lnTo>
                    <a:pt x="2467892" y="808691"/>
                  </a:lnTo>
                  <a:lnTo>
                    <a:pt x="2466820" y="808344"/>
                  </a:lnTo>
                  <a:lnTo>
                    <a:pt x="2465748" y="807998"/>
                  </a:lnTo>
                  <a:lnTo>
                    <a:pt x="2464677" y="807651"/>
                  </a:lnTo>
                  <a:lnTo>
                    <a:pt x="2463605" y="807304"/>
                  </a:lnTo>
                  <a:lnTo>
                    <a:pt x="2462534" y="806956"/>
                  </a:lnTo>
                  <a:lnTo>
                    <a:pt x="2461462" y="806609"/>
                  </a:lnTo>
                  <a:lnTo>
                    <a:pt x="2460390" y="806261"/>
                  </a:lnTo>
                  <a:lnTo>
                    <a:pt x="2459319" y="805913"/>
                  </a:lnTo>
                  <a:lnTo>
                    <a:pt x="2458247" y="805564"/>
                  </a:lnTo>
                  <a:lnTo>
                    <a:pt x="2457176" y="805216"/>
                  </a:lnTo>
                  <a:lnTo>
                    <a:pt x="2456104" y="804867"/>
                  </a:lnTo>
                  <a:lnTo>
                    <a:pt x="2455032" y="804517"/>
                  </a:lnTo>
                  <a:lnTo>
                    <a:pt x="2453961" y="804168"/>
                  </a:lnTo>
                  <a:lnTo>
                    <a:pt x="2452889" y="803818"/>
                  </a:lnTo>
                  <a:lnTo>
                    <a:pt x="2451818" y="803468"/>
                  </a:lnTo>
                  <a:lnTo>
                    <a:pt x="2450746" y="803118"/>
                  </a:lnTo>
                  <a:lnTo>
                    <a:pt x="2449674" y="802768"/>
                  </a:lnTo>
                  <a:lnTo>
                    <a:pt x="2448603" y="802417"/>
                  </a:lnTo>
                  <a:lnTo>
                    <a:pt x="2447531" y="802066"/>
                  </a:lnTo>
                  <a:lnTo>
                    <a:pt x="2446460" y="801714"/>
                  </a:lnTo>
                  <a:lnTo>
                    <a:pt x="2445388" y="801363"/>
                  </a:lnTo>
                  <a:lnTo>
                    <a:pt x="2444316" y="801011"/>
                  </a:lnTo>
                  <a:lnTo>
                    <a:pt x="2443245" y="800658"/>
                  </a:lnTo>
                  <a:lnTo>
                    <a:pt x="2442173" y="800306"/>
                  </a:lnTo>
                  <a:lnTo>
                    <a:pt x="2441102" y="799953"/>
                  </a:lnTo>
                  <a:lnTo>
                    <a:pt x="2440030" y="799600"/>
                  </a:lnTo>
                  <a:lnTo>
                    <a:pt x="2438958" y="799246"/>
                  </a:lnTo>
                  <a:lnTo>
                    <a:pt x="2437887" y="798893"/>
                  </a:lnTo>
                  <a:lnTo>
                    <a:pt x="2436815" y="798539"/>
                  </a:lnTo>
                  <a:lnTo>
                    <a:pt x="2435744" y="798184"/>
                  </a:lnTo>
                  <a:lnTo>
                    <a:pt x="2434672" y="797830"/>
                  </a:lnTo>
                  <a:lnTo>
                    <a:pt x="2433600" y="797475"/>
                  </a:lnTo>
                  <a:lnTo>
                    <a:pt x="2432529" y="797120"/>
                  </a:lnTo>
                  <a:lnTo>
                    <a:pt x="2431457" y="796764"/>
                  </a:lnTo>
                  <a:lnTo>
                    <a:pt x="2430386" y="796408"/>
                  </a:lnTo>
                  <a:lnTo>
                    <a:pt x="2429314" y="796052"/>
                  </a:lnTo>
                  <a:lnTo>
                    <a:pt x="2428242" y="795695"/>
                  </a:lnTo>
                  <a:lnTo>
                    <a:pt x="2427171" y="795339"/>
                  </a:lnTo>
                  <a:lnTo>
                    <a:pt x="2426099" y="794981"/>
                  </a:lnTo>
                  <a:lnTo>
                    <a:pt x="2425028" y="794624"/>
                  </a:lnTo>
                  <a:lnTo>
                    <a:pt x="2423956" y="794266"/>
                  </a:lnTo>
                  <a:lnTo>
                    <a:pt x="2422884" y="793908"/>
                  </a:lnTo>
                  <a:lnTo>
                    <a:pt x="2421813" y="793550"/>
                  </a:lnTo>
                  <a:lnTo>
                    <a:pt x="2420741" y="793191"/>
                  </a:lnTo>
                  <a:lnTo>
                    <a:pt x="2419670" y="792832"/>
                  </a:lnTo>
                  <a:lnTo>
                    <a:pt x="2418598" y="792472"/>
                  </a:lnTo>
                  <a:lnTo>
                    <a:pt x="2417526" y="792112"/>
                  </a:lnTo>
                  <a:lnTo>
                    <a:pt x="2416455" y="791752"/>
                  </a:lnTo>
                  <a:lnTo>
                    <a:pt x="2415383" y="791392"/>
                  </a:lnTo>
                  <a:lnTo>
                    <a:pt x="2414312" y="791031"/>
                  </a:lnTo>
                  <a:lnTo>
                    <a:pt x="2413240" y="790670"/>
                  </a:lnTo>
                  <a:lnTo>
                    <a:pt x="2412168" y="790308"/>
                  </a:lnTo>
                  <a:lnTo>
                    <a:pt x="2411097" y="789946"/>
                  </a:lnTo>
                  <a:lnTo>
                    <a:pt x="2410025" y="789584"/>
                  </a:lnTo>
                  <a:lnTo>
                    <a:pt x="2408954" y="789221"/>
                  </a:lnTo>
                  <a:lnTo>
                    <a:pt x="2407882" y="788858"/>
                  </a:lnTo>
                  <a:lnTo>
                    <a:pt x="2406810" y="788495"/>
                  </a:lnTo>
                  <a:lnTo>
                    <a:pt x="2405739" y="788131"/>
                  </a:lnTo>
                  <a:lnTo>
                    <a:pt x="2404667" y="787767"/>
                  </a:lnTo>
                  <a:lnTo>
                    <a:pt x="2403596" y="787403"/>
                  </a:lnTo>
                  <a:lnTo>
                    <a:pt x="2402524" y="787038"/>
                  </a:lnTo>
                  <a:lnTo>
                    <a:pt x="2401452" y="786673"/>
                  </a:lnTo>
                  <a:lnTo>
                    <a:pt x="2400381" y="786307"/>
                  </a:lnTo>
                  <a:lnTo>
                    <a:pt x="2399309" y="785941"/>
                  </a:lnTo>
                  <a:lnTo>
                    <a:pt x="2398238" y="785575"/>
                  </a:lnTo>
                  <a:lnTo>
                    <a:pt x="2397166" y="785208"/>
                  </a:lnTo>
                  <a:lnTo>
                    <a:pt x="2396094" y="784841"/>
                  </a:lnTo>
                  <a:lnTo>
                    <a:pt x="2395023" y="784474"/>
                  </a:lnTo>
                  <a:lnTo>
                    <a:pt x="2393951" y="784106"/>
                  </a:lnTo>
                  <a:lnTo>
                    <a:pt x="2392880" y="783738"/>
                  </a:lnTo>
                  <a:lnTo>
                    <a:pt x="2391808" y="783369"/>
                  </a:lnTo>
                  <a:lnTo>
                    <a:pt x="2390736" y="783000"/>
                  </a:lnTo>
                  <a:lnTo>
                    <a:pt x="2389665" y="782631"/>
                  </a:lnTo>
                  <a:lnTo>
                    <a:pt x="2388593" y="782261"/>
                  </a:lnTo>
                  <a:lnTo>
                    <a:pt x="2387522" y="781891"/>
                  </a:lnTo>
                  <a:lnTo>
                    <a:pt x="2386450" y="781520"/>
                  </a:lnTo>
                  <a:lnTo>
                    <a:pt x="2385378" y="781149"/>
                  </a:lnTo>
                  <a:lnTo>
                    <a:pt x="2384307" y="780778"/>
                  </a:lnTo>
                  <a:lnTo>
                    <a:pt x="2383235" y="780406"/>
                  </a:lnTo>
                  <a:lnTo>
                    <a:pt x="2382164" y="780033"/>
                  </a:lnTo>
                  <a:lnTo>
                    <a:pt x="2381092" y="779661"/>
                  </a:lnTo>
                  <a:lnTo>
                    <a:pt x="2380020" y="779288"/>
                  </a:lnTo>
                  <a:lnTo>
                    <a:pt x="2378949" y="778914"/>
                  </a:lnTo>
                  <a:lnTo>
                    <a:pt x="2377877" y="778540"/>
                  </a:lnTo>
                  <a:lnTo>
                    <a:pt x="2376806" y="778166"/>
                  </a:lnTo>
                  <a:lnTo>
                    <a:pt x="2375734" y="777791"/>
                  </a:lnTo>
                  <a:lnTo>
                    <a:pt x="2374662" y="777416"/>
                  </a:lnTo>
                  <a:lnTo>
                    <a:pt x="2373591" y="777041"/>
                  </a:lnTo>
                  <a:lnTo>
                    <a:pt x="2372519" y="776665"/>
                  </a:lnTo>
                  <a:lnTo>
                    <a:pt x="2371448" y="776288"/>
                  </a:lnTo>
                  <a:lnTo>
                    <a:pt x="2370376" y="775911"/>
                  </a:lnTo>
                  <a:lnTo>
                    <a:pt x="2369304" y="775534"/>
                  </a:lnTo>
                  <a:lnTo>
                    <a:pt x="2368233" y="775156"/>
                  </a:lnTo>
                  <a:lnTo>
                    <a:pt x="2367161" y="774778"/>
                  </a:lnTo>
                  <a:lnTo>
                    <a:pt x="2366090" y="774400"/>
                  </a:lnTo>
                  <a:lnTo>
                    <a:pt x="2365018" y="774021"/>
                  </a:lnTo>
                  <a:lnTo>
                    <a:pt x="2363946" y="773641"/>
                  </a:lnTo>
                  <a:lnTo>
                    <a:pt x="2362875" y="773261"/>
                  </a:lnTo>
                  <a:lnTo>
                    <a:pt x="2361803" y="772881"/>
                  </a:lnTo>
                  <a:lnTo>
                    <a:pt x="2360732" y="772500"/>
                  </a:lnTo>
                  <a:lnTo>
                    <a:pt x="2359660" y="772119"/>
                  </a:lnTo>
                  <a:lnTo>
                    <a:pt x="2358588" y="771737"/>
                  </a:lnTo>
                  <a:lnTo>
                    <a:pt x="2357517" y="771355"/>
                  </a:lnTo>
                  <a:lnTo>
                    <a:pt x="2356445" y="770972"/>
                  </a:lnTo>
                  <a:lnTo>
                    <a:pt x="2355374" y="770589"/>
                  </a:lnTo>
                  <a:lnTo>
                    <a:pt x="2354302" y="770205"/>
                  </a:lnTo>
                  <a:lnTo>
                    <a:pt x="2353230" y="769821"/>
                  </a:lnTo>
                  <a:lnTo>
                    <a:pt x="2352159" y="769437"/>
                  </a:lnTo>
                  <a:lnTo>
                    <a:pt x="2351087" y="769052"/>
                  </a:lnTo>
                  <a:lnTo>
                    <a:pt x="2350016" y="768666"/>
                  </a:lnTo>
                  <a:lnTo>
                    <a:pt x="2348944" y="768280"/>
                  </a:lnTo>
                  <a:lnTo>
                    <a:pt x="2347872" y="767894"/>
                  </a:lnTo>
                  <a:lnTo>
                    <a:pt x="2346801" y="767507"/>
                  </a:lnTo>
                  <a:lnTo>
                    <a:pt x="2345729" y="767120"/>
                  </a:lnTo>
                  <a:lnTo>
                    <a:pt x="2344658" y="766732"/>
                  </a:lnTo>
                  <a:lnTo>
                    <a:pt x="2343586" y="766344"/>
                  </a:lnTo>
                  <a:lnTo>
                    <a:pt x="2342514" y="765955"/>
                  </a:lnTo>
                  <a:lnTo>
                    <a:pt x="2341443" y="765565"/>
                  </a:lnTo>
                  <a:lnTo>
                    <a:pt x="2340371" y="765176"/>
                  </a:lnTo>
                  <a:lnTo>
                    <a:pt x="2339300" y="764785"/>
                  </a:lnTo>
                  <a:lnTo>
                    <a:pt x="2338228" y="764395"/>
                  </a:lnTo>
                  <a:lnTo>
                    <a:pt x="2337156" y="764003"/>
                  </a:lnTo>
                  <a:lnTo>
                    <a:pt x="2336085" y="763612"/>
                  </a:lnTo>
                  <a:lnTo>
                    <a:pt x="2335013" y="763219"/>
                  </a:lnTo>
                  <a:lnTo>
                    <a:pt x="2333942" y="762827"/>
                  </a:lnTo>
                  <a:lnTo>
                    <a:pt x="2332870" y="762433"/>
                  </a:lnTo>
                  <a:lnTo>
                    <a:pt x="2331798" y="762040"/>
                  </a:lnTo>
                  <a:lnTo>
                    <a:pt x="2330727" y="761645"/>
                  </a:lnTo>
                  <a:lnTo>
                    <a:pt x="2329655" y="761251"/>
                  </a:lnTo>
                  <a:lnTo>
                    <a:pt x="2328584" y="760855"/>
                  </a:lnTo>
                  <a:lnTo>
                    <a:pt x="2327512" y="760460"/>
                  </a:lnTo>
                  <a:lnTo>
                    <a:pt x="2326440" y="760063"/>
                  </a:lnTo>
                  <a:lnTo>
                    <a:pt x="2325369" y="759667"/>
                  </a:lnTo>
                  <a:lnTo>
                    <a:pt x="2324297" y="759269"/>
                  </a:lnTo>
                  <a:lnTo>
                    <a:pt x="2323226" y="758871"/>
                  </a:lnTo>
                  <a:lnTo>
                    <a:pt x="2322154" y="758473"/>
                  </a:lnTo>
                  <a:lnTo>
                    <a:pt x="2321082" y="758074"/>
                  </a:lnTo>
                  <a:lnTo>
                    <a:pt x="2320011" y="757675"/>
                  </a:lnTo>
                  <a:lnTo>
                    <a:pt x="2318939" y="757275"/>
                  </a:lnTo>
                  <a:lnTo>
                    <a:pt x="2317868" y="756874"/>
                  </a:lnTo>
                  <a:lnTo>
                    <a:pt x="2316796" y="756473"/>
                  </a:lnTo>
                  <a:lnTo>
                    <a:pt x="2315724" y="756072"/>
                  </a:lnTo>
                  <a:lnTo>
                    <a:pt x="2314653" y="755670"/>
                  </a:lnTo>
                  <a:lnTo>
                    <a:pt x="2313581" y="755267"/>
                  </a:lnTo>
                  <a:lnTo>
                    <a:pt x="2312510" y="754864"/>
                  </a:lnTo>
                  <a:lnTo>
                    <a:pt x="2311438" y="754460"/>
                  </a:lnTo>
                  <a:lnTo>
                    <a:pt x="2310366" y="754056"/>
                  </a:lnTo>
                  <a:lnTo>
                    <a:pt x="2309295" y="753651"/>
                  </a:lnTo>
                  <a:lnTo>
                    <a:pt x="2308223" y="753246"/>
                  </a:lnTo>
                  <a:lnTo>
                    <a:pt x="2307152" y="752840"/>
                  </a:lnTo>
                  <a:lnTo>
                    <a:pt x="2306080" y="752434"/>
                  </a:lnTo>
                  <a:lnTo>
                    <a:pt x="2305009" y="752027"/>
                  </a:lnTo>
                  <a:lnTo>
                    <a:pt x="2303937" y="751619"/>
                  </a:lnTo>
                  <a:lnTo>
                    <a:pt x="2302865" y="751211"/>
                  </a:lnTo>
                  <a:lnTo>
                    <a:pt x="2301794" y="750802"/>
                  </a:lnTo>
                  <a:lnTo>
                    <a:pt x="2300722" y="750393"/>
                  </a:lnTo>
                  <a:lnTo>
                    <a:pt x="2299651" y="749983"/>
                  </a:lnTo>
                  <a:lnTo>
                    <a:pt x="2298579" y="749573"/>
                  </a:lnTo>
                  <a:lnTo>
                    <a:pt x="2297507" y="749162"/>
                  </a:lnTo>
                  <a:lnTo>
                    <a:pt x="2296436" y="748751"/>
                  </a:lnTo>
                  <a:lnTo>
                    <a:pt x="2295364" y="748339"/>
                  </a:lnTo>
                  <a:lnTo>
                    <a:pt x="2294293" y="747926"/>
                  </a:lnTo>
                  <a:lnTo>
                    <a:pt x="2293221" y="747513"/>
                  </a:lnTo>
                  <a:lnTo>
                    <a:pt x="2292149" y="747099"/>
                  </a:lnTo>
                  <a:lnTo>
                    <a:pt x="2291078" y="746685"/>
                  </a:lnTo>
                  <a:lnTo>
                    <a:pt x="2290006" y="746270"/>
                  </a:lnTo>
                  <a:lnTo>
                    <a:pt x="2288935" y="745854"/>
                  </a:lnTo>
                  <a:lnTo>
                    <a:pt x="2287863" y="745438"/>
                  </a:lnTo>
                  <a:lnTo>
                    <a:pt x="2286791" y="745022"/>
                  </a:lnTo>
                  <a:lnTo>
                    <a:pt x="2285720" y="744604"/>
                  </a:lnTo>
                  <a:lnTo>
                    <a:pt x="2284648" y="744187"/>
                  </a:lnTo>
                  <a:lnTo>
                    <a:pt x="2283577" y="743768"/>
                  </a:lnTo>
                  <a:lnTo>
                    <a:pt x="2282505" y="743349"/>
                  </a:lnTo>
                  <a:lnTo>
                    <a:pt x="2281433" y="742930"/>
                  </a:lnTo>
                  <a:lnTo>
                    <a:pt x="2280362" y="742509"/>
                  </a:lnTo>
                  <a:lnTo>
                    <a:pt x="2279290" y="742089"/>
                  </a:lnTo>
                  <a:lnTo>
                    <a:pt x="2278219" y="741667"/>
                  </a:lnTo>
                  <a:lnTo>
                    <a:pt x="2277147" y="741245"/>
                  </a:lnTo>
                  <a:lnTo>
                    <a:pt x="2276075" y="740823"/>
                  </a:lnTo>
                  <a:lnTo>
                    <a:pt x="2275004" y="740399"/>
                  </a:lnTo>
                  <a:lnTo>
                    <a:pt x="2273932" y="739976"/>
                  </a:lnTo>
                  <a:lnTo>
                    <a:pt x="2272861" y="739551"/>
                  </a:lnTo>
                  <a:lnTo>
                    <a:pt x="2271789" y="739126"/>
                  </a:lnTo>
                  <a:lnTo>
                    <a:pt x="2270717" y="738701"/>
                  </a:lnTo>
                  <a:lnTo>
                    <a:pt x="2269646" y="738274"/>
                  </a:lnTo>
                  <a:lnTo>
                    <a:pt x="2268574" y="737847"/>
                  </a:lnTo>
                  <a:lnTo>
                    <a:pt x="2267503" y="737420"/>
                  </a:lnTo>
                  <a:lnTo>
                    <a:pt x="2266431" y="736992"/>
                  </a:lnTo>
                  <a:lnTo>
                    <a:pt x="2265359" y="736563"/>
                  </a:lnTo>
                  <a:lnTo>
                    <a:pt x="2264288" y="736134"/>
                  </a:lnTo>
                  <a:lnTo>
                    <a:pt x="2263216" y="735704"/>
                  </a:lnTo>
                  <a:lnTo>
                    <a:pt x="2262145" y="735273"/>
                  </a:lnTo>
                  <a:lnTo>
                    <a:pt x="2261073" y="734842"/>
                  </a:lnTo>
                  <a:lnTo>
                    <a:pt x="2260001" y="734410"/>
                  </a:lnTo>
                  <a:lnTo>
                    <a:pt x="2258930" y="733978"/>
                  </a:lnTo>
                  <a:lnTo>
                    <a:pt x="2257858" y="733545"/>
                  </a:lnTo>
                  <a:lnTo>
                    <a:pt x="2256787" y="733111"/>
                  </a:lnTo>
                  <a:lnTo>
                    <a:pt x="2255715" y="732676"/>
                  </a:lnTo>
                  <a:lnTo>
                    <a:pt x="2254643" y="732241"/>
                  </a:lnTo>
                  <a:lnTo>
                    <a:pt x="2253572" y="731806"/>
                  </a:lnTo>
                  <a:lnTo>
                    <a:pt x="2252500" y="731370"/>
                  </a:lnTo>
                  <a:lnTo>
                    <a:pt x="2251429" y="730933"/>
                  </a:lnTo>
                  <a:lnTo>
                    <a:pt x="2250357" y="730495"/>
                  </a:lnTo>
                  <a:lnTo>
                    <a:pt x="2249285" y="730057"/>
                  </a:lnTo>
                  <a:lnTo>
                    <a:pt x="2248214" y="729618"/>
                  </a:lnTo>
                  <a:lnTo>
                    <a:pt x="2247142" y="729178"/>
                  </a:lnTo>
                  <a:lnTo>
                    <a:pt x="2246071" y="728738"/>
                  </a:lnTo>
                  <a:lnTo>
                    <a:pt x="2244999" y="728297"/>
                  </a:lnTo>
                  <a:lnTo>
                    <a:pt x="2243927" y="727856"/>
                  </a:lnTo>
                  <a:lnTo>
                    <a:pt x="2242856" y="727414"/>
                  </a:lnTo>
                  <a:lnTo>
                    <a:pt x="2241784" y="726971"/>
                  </a:lnTo>
                  <a:lnTo>
                    <a:pt x="2240713" y="726527"/>
                  </a:lnTo>
                  <a:lnTo>
                    <a:pt x="2239641" y="726083"/>
                  </a:lnTo>
                  <a:lnTo>
                    <a:pt x="2238569" y="725639"/>
                  </a:lnTo>
                  <a:lnTo>
                    <a:pt x="2237498" y="725193"/>
                  </a:lnTo>
                  <a:lnTo>
                    <a:pt x="2236426" y="724747"/>
                  </a:lnTo>
                  <a:lnTo>
                    <a:pt x="2235355" y="724300"/>
                  </a:lnTo>
                  <a:lnTo>
                    <a:pt x="2234283" y="723853"/>
                  </a:lnTo>
                  <a:lnTo>
                    <a:pt x="2233211" y="723405"/>
                  </a:lnTo>
                  <a:lnTo>
                    <a:pt x="2232140" y="722956"/>
                  </a:lnTo>
                  <a:lnTo>
                    <a:pt x="2231068" y="722506"/>
                  </a:lnTo>
                  <a:lnTo>
                    <a:pt x="2229997" y="722056"/>
                  </a:lnTo>
                  <a:lnTo>
                    <a:pt x="2228925" y="721605"/>
                  </a:lnTo>
                  <a:lnTo>
                    <a:pt x="2227853" y="721154"/>
                  </a:lnTo>
                  <a:lnTo>
                    <a:pt x="2226782" y="720702"/>
                  </a:lnTo>
                  <a:lnTo>
                    <a:pt x="2225710" y="720249"/>
                  </a:lnTo>
                  <a:lnTo>
                    <a:pt x="2224639" y="719795"/>
                  </a:lnTo>
                  <a:lnTo>
                    <a:pt x="2223567" y="719341"/>
                  </a:lnTo>
                  <a:lnTo>
                    <a:pt x="2222495" y="718886"/>
                  </a:lnTo>
                  <a:lnTo>
                    <a:pt x="2221424" y="718431"/>
                  </a:lnTo>
                  <a:lnTo>
                    <a:pt x="2220352" y="717974"/>
                  </a:lnTo>
                  <a:lnTo>
                    <a:pt x="2219281" y="717517"/>
                  </a:lnTo>
                  <a:lnTo>
                    <a:pt x="2218209" y="717060"/>
                  </a:lnTo>
                  <a:lnTo>
                    <a:pt x="2217137" y="716601"/>
                  </a:lnTo>
                  <a:lnTo>
                    <a:pt x="2216066" y="716142"/>
                  </a:lnTo>
                  <a:lnTo>
                    <a:pt x="2214994" y="715682"/>
                  </a:lnTo>
                  <a:lnTo>
                    <a:pt x="2213923" y="715222"/>
                  </a:lnTo>
                  <a:lnTo>
                    <a:pt x="2212851" y="714761"/>
                  </a:lnTo>
                  <a:lnTo>
                    <a:pt x="2211779" y="714299"/>
                  </a:lnTo>
                  <a:lnTo>
                    <a:pt x="2210708" y="713836"/>
                  </a:lnTo>
                  <a:lnTo>
                    <a:pt x="2209636" y="713373"/>
                  </a:lnTo>
                  <a:lnTo>
                    <a:pt x="2208565" y="712909"/>
                  </a:lnTo>
                  <a:lnTo>
                    <a:pt x="2207493" y="712444"/>
                  </a:lnTo>
                  <a:lnTo>
                    <a:pt x="2206421" y="711979"/>
                  </a:lnTo>
                  <a:lnTo>
                    <a:pt x="2205350" y="711513"/>
                  </a:lnTo>
                  <a:lnTo>
                    <a:pt x="2204278" y="711046"/>
                  </a:lnTo>
                  <a:lnTo>
                    <a:pt x="2203207" y="710579"/>
                  </a:lnTo>
                  <a:lnTo>
                    <a:pt x="2202135" y="710110"/>
                  </a:lnTo>
                  <a:lnTo>
                    <a:pt x="2201063" y="709641"/>
                  </a:lnTo>
                  <a:lnTo>
                    <a:pt x="2199992" y="709172"/>
                  </a:lnTo>
                  <a:lnTo>
                    <a:pt x="2198920" y="708701"/>
                  </a:lnTo>
                  <a:lnTo>
                    <a:pt x="2197849" y="708230"/>
                  </a:lnTo>
                  <a:lnTo>
                    <a:pt x="2196777" y="707758"/>
                  </a:lnTo>
                  <a:lnTo>
                    <a:pt x="2195705" y="707286"/>
                  </a:lnTo>
                  <a:lnTo>
                    <a:pt x="2194634" y="706812"/>
                  </a:lnTo>
                  <a:lnTo>
                    <a:pt x="2193562" y="706338"/>
                  </a:lnTo>
                  <a:lnTo>
                    <a:pt x="2192491" y="705864"/>
                  </a:lnTo>
                  <a:lnTo>
                    <a:pt x="2191419" y="705388"/>
                  </a:lnTo>
                  <a:lnTo>
                    <a:pt x="2190347" y="704912"/>
                  </a:lnTo>
                  <a:lnTo>
                    <a:pt x="2189276" y="704435"/>
                  </a:lnTo>
                  <a:lnTo>
                    <a:pt x="2188204" y="703957"/>
                  </a:lnTo>
                  <a:lnTo>
                    <a:pt x="2187133" y="703479"/>
                  </a:lnTo>
                  <a:lnTo>
                    <a:pt x="2186061" y="703000"/>
                  </a:lnTo>
                  <a:lnTo>
                    <a:pt x="2184989" y="702520"/>
                  </a:lnTo>
                  <a:lnTo>
                    <a:pt x="2183918" y="702039"/>
                  </a:lnTo>
                  <a:lnTo>
                    <a:pt x="2182846" y="701558"/>
                  </a:lnTo>
                  <a:lnTo>
                    <a:pt x="2181775" y="701076"/>
                  </a:lnTo>
                  <a:lnTo>
                    <a:pt x="2180703" y="700593"/>
                  </a:lnTo>
                  <a:lnTo>
                    <a:pt x="2179631" y="700110"/>
                  </a:lnTo>
                  <a:lnTo>
                    <a:pt x="2178560" y="699625"/>
                  </a:lnTo>
                  <a:lnTo>
                    <a:pt x="2177488" y="699140"/>
                  </a:lnTo>
                  <a:lnTo>
                    <a:pt x="2176417" y="698655"/>
                  </a:lnTo>
                  <a:lnTo>
                    <a:pt x="2175345" y="698168"/>
                  </a:lnTo>
                  <a:lnTo>
                    <a:pt x="2174273" y="697681"/>
                  </a:lnTo>
                  <a:lnTo>
                    <a:pt x="2173202" y="697193"/>
                  </a:lnTo>
                  <a:lnTo>
                    <a:pt x="2172130" y="696704"/>
                  </a:lnTo>
                  <a:lnTo>
                    <a:pt x="2171059" y="696214"/>
                  </a:lnTo>
                  <a:lnTo>
                    <a:pt x="2169987" y="695724"/>
                  </a:lnTo>
                  <a:lnTo>
                    <a:pt x="2168915" y="695233"/>
                  </a:lnTo>
                  <a:lnTo>
                    <a:pt x="2167844" y="694741"/>
                  </a:lnTo>
                  <a:lnTo>
                    <a:pt x="2166772" y="694249"/>
                  </a:lnTo>
                  <a:lnTo>
                    <a:pt x="2165701" y="693756"/>
                  </a:lnTo>
                  <a:lnTo>
                    <a:pt x="2164629" y="693261"/>
                  </a:lnTo>
                  <a:lnTo>
                    <a:pt x="2163557" y="692767"/>
                  </a:lnTo>
                  <a:lnTo>
                    <a:pt x="2162486" y="692271"/>
                  </a:lnTo>
                  <a:lnTo>
                    <a:pt x="2161414" y="691775"/>
                  </a:lnTo>
                  <a:lnTo>
                    <a:pt x="2160343" y="691278"/>
                  </a:lnTo>
                  <a:lnTo>
                    <a:pt x="2159271" y="690780"/>
                  </a:lnTo>
                  <a:lnTo>
                    <a:pt x="2158199" y="690281"/>
                  </a:lnTo>
                  <a:lnTo>
                    <a:pt x="2157128" y="689782"/>
                  </a:lnTo>
                  <a:lnTo>
                    <a:pt x="2156056" y="689282"/>
                  </a:lnTo>
                  <a:lnTo>
                    <a:pt x="2154985" y="688781"/>
                  </a:lnTo>
                  <a:lnTo>
                    <a:pt x="2153913" y="688279"/>
                  </a:lnTo>
                  <a:lnTo>
                    <a:pt x="2152841" y="687777"/>
                  </a:lnTo>
                  <a:lnTo>
                    <a:pt x="2151770" y="687274"/>
                  </a:lnTo>
                  <a:lnTo>
                    <a:pt x="2150698" y="686770"/>
                  </a:lnTo>
                  <a:lnTo>
                    <a:pt x="2149627" y="686265"/>
                  </a:lnTo>
                  <a:lnTo>
                    <a:pt x="2148555" y="685760"/>
                  </a:lnTo>
                  <a:lnTo>
                    <a:pt x="2147483" y="685253"/>
                  </a:lnTo>
                  <a:lnTo>
                    <a:pt x="2146412" y="684746"/>
                  </a:lnTo>
                  <a:lnTo>
                    <a:pt x="2145340" y="684238"/>
                  </a:lnTo>
                  <a:lnTo>
                    <a:pt x="2144269" y="683730"/>
                  </a:lnTo>
                  <a:lnTo>
                    <a:pt x="2143197" y="683221"/>
                  </a:lnTo>
                  <a:lnTo>
                    <a:pt x="2142125" y="682710"/>
                  </a:lnTo>
                  <a:lnTo>
                    <a:pt x="2141054" y="682200"/>
                  </a:lnTo>
                  <a:lnTo>
                    <a:pt x="2139982" y="681688"/>
                  </a:lnTo>
                  <a:lnTo>
                    <a:pt x="2138911" y="681176"/>
                  </a:lnTo>
                  <a:lnTo>
                    <a:pt x="2137839" y="680662"/>
                  </a:lnTo>
                  <a:lnTo>
                    <a:pt x="2136767" y="680148"/>
                  </a:lnTo>
                  <a:lnTo>
                    <a:pt x="2135696" y="679634"/>
                  </a:lnTo>
                  <a:lnTo>
                    <a:pt x="2134624" y="679118"/>
                  </a:lnTo>
                  <a:lnTo>
                    <a:pt x="2133553" y="678602"/>
                  </a:lnTo>
                  <a:lnTo>
                    <a:pt x="2132481" y="678085"/>
                  </a:lnTo>
                  <a:lnTo>
                    <a:pt x="2131409" y="677568"/>
                  </a:lnTo>
                  <a:lnTo>
                    <a:pt x="2130338" y="677050"/>
                  </a:lnTo>
                  <a:lnTo>
                    <a:pt x="2129266" y="676531"/>
                  </a:lnTo>
                  <a:lnTo>
                    <a:pt x="2128195" y="676011"/>
                  </a:lnTo>
                  <a:lnTo>
                    <a:pt x="2127123" y="675491"/>
                  </a:lnTo>
                  <a:lnTo>
                    <a:pt x="2126052" y="674970"/>
                  </a:lnTo>
                  <a:lnTo>
                    <a:pt x="2124980" y="674449"/>
                  </a:lnTo>
                  <a:lnTo>
                    <a:pt x="2123908" y="673927"/>
                  </a:lnTo>
                  <a:lnTo>
                    <a:pt x="2122837" y="673404"/>
                  </a:lnTo>
                  <a:lnTo>
                    <a:pt x="2121765" y="672881"/>
                  </a:lnTo>
                  <a:lnTo>
                    <a:pt x="2120694" y="672357"/>
                  </a:lnTo>
                  <a:lnTo>
                    <a:pt x="2119622" y="671833"/>
                  </a:lnTo>
                  <a:lnTo>
                    <a:pt x="2118550" y="671308"/>
                  </a:lnTo>
                  <a:lnTo>
                    <a:pt x="2117479" y="670782"/>
                  </a:lnTo>
                  <a:lnTo>
                    <a:pt x="2116407" y="670256"/>
                  </a:lnTo>
                  <a:lnTo>
                    <a:pt x="2115336" y="669730"/>
                  </a:lnTo>
                  <a:lnTo>
                    <a:pt x="2114264" y="669203"/>
                  </a:lnTo>
                  <a:lnTo>
                    <a:pt x="2113192" y="668675"/>
                  </a:lnTo>
                  <a:lnTo>
                    <a:pt x="2112121" y="668147"/>
                  </a:lnTo>
                  <a:lnTo>
                    <a:pt x="2111049" y="667619"/>
                  </a:lnTo>
                  <a:lnTo>
                    <a:pt x="2109978" y="667090"/>
                  </a:lnTo>
                  <a:lnTo>
                    <a:pt x="2108906" y="666560"/>
                  </a:lnTo>
                  <a:lnTo>
                    <a:pt x="2107834" y="666031"/>
                  </a:lnTo>
                  <a:lnTo>
                    <a:pt x="2106763" y="665500"/>
                  </a:lnTo>
                  <a:lnTo>
                    <a:pt x="2105691" y="664970"/>
                  </a:lnTo>
                  <a:lnTo>
                    <a:pt x="2104620" y="664439"/>
                  </a:lnTo>
                  <a:lnTo>
                    <a:pt x="2103548" y="663907"/>
                  </a:lnTo>
                  <a:lnTo>
                    <a:pt x="2102476" y="663376"/>
                  </a:lnTo>
                  <a:lnTo>
                    <a:pt x="2101405" y="662843"/>
                  </a:lnTo>
                  <a:lnTo>
                    <a:pt x="2100333" y="662311"/>
                  </a:lnTo>
                  <a:lnTo>
                    <a:pt x="2099262" y="661778"/>
                  </a:lnTo>
                  <a:lnTo>
                    <a:pt x="2098190" y="661245"/>
                  </a:lnTo>
                  <a:lnTo>
                    <a:pt x="2097118" y="660711"/>
                  </a:lnTo>
                  <a:lnTo>
                    <a:pt x="2096047" y="660178"/>
                  </a:lnTo>
                  <a:lnTo>
                    <a:pt x="2094975" y="659644"/>
                  </a:lnTo>
                  <a:lnTo>
                    <a:pt x="2093904" y="659109"/>
                  </a:lnTo>
                  <a:lnTo>
                    <a:pt x="2092832" y="658575"/>
                  </a:lnTo>
                  <a:lnTo>
                    <a:pt x="2091760" y="658040"/>
                  </a:lnTo>
                  <a:lnTo>
                    <a:pt x="2090689" y="657505"/>
                  </a:lnTo>
                  <a:lnTo>
                    <a:pt x="2089617" y="656969"/>
                  </a:lnTo>
                  <a:lnTo>
                    <a:pt x="2088546" y="656434"/>
                  </a:lnTo>
                  <a:lnTo>
                    <a:pt x="2087474" y="655898"/>
                  </a:lnTo>
                  <a:lnTo>
                    <a:pt x="2086402" y="655362"/>
                  </a:lnTo>
                  <a:lnTo>
                    <a:pt x="2085331" y="654826"/>
                  </a:lnTo>
                  <a:lnTo>
                    <a:pt x="2084259" y="654290"/>
                  </a:lnTo>
                  <a:lnTo>
                    <a:pt x="2083188" y="653753"/>
                  </a:lnTo>
                  <a:lnTo>
                    <a:pt x="2082116" y="653217"/>
                  </a:lnTo>
                  <a:lnTo>
                    <a:pt x="2081044" y="652680"/>
                  </a:lnTo>
                  <a:lnTo>
                    <a:pt x="2079973" y="652143"/>
                  </a:lnTo>
                  <a:lnTo>
                    <a:pt x="2078901" y="651606"/>
                  </a:lnTo>
                  <a:lnTo>
                    <a:pt x="2077830" y="651069"/>
                  </a:lnTo>
                  <a:lnTo>
                    <a:pt x="2076758" y="650532"/>
                  </a:lnTo>
                  <a:lnTo>
                    <a:pt x="2075686" y="649995"/>
                  </a:lnTo>
                  <a:lnTo>
                    <a:pt x="2074615" y="649458"/>
                  </a:lnTo>
                  <a:lnTo>
                    <a:pt x="2073543" y="648921"/>
                  </a:lnTo>
                  <a:lnTo>
                    <a:pt x="2072472" y="648384"/>
                  </a:lnTo>
                  <a:lnTo>
                    <a:pt x="2071400" y="647846"/>
                  </a:lnTo>
                  <a:lnTo>
                    <a:pt x="2070328" y="647309"/>
                  </a:lnTo>
                  <a:lnTo>
                    <a:pt x="2069257" y="646772"/>
                  </a:lnTo>
                  <a:lnTo>
                    <a:pt x="2068185" y="646234"/>
                  </a:lnTo>
                  <a:lnTo>
                    <a:pt x="2067114" y="645697"/>
                  </a:lnTo>
                  <a:lnTo>
                    <a:pt x="2066042" y="645160"/>
                  </a:lnTo>
                  <a:lnTo>
                    <a:pt x="2064970" y="644623"/>
                  </a:lnTo>
                  <a:lnTo>
                    <a:pt x="2063899" y="644086"/>
                  </a:lnTo>
                  <a:lnTo>
                    <a:pt x="2062827" y="643549"/>
                  </a:lnTo>
                  <a:lnTo>
                    <a:pt x="2061756" y="643012"/>
                  </a:lnTo>
                  <a:lnTo>
                    <a:pt x="2060684" y="642476"/>
                  </a:lnTo>
                  <a:lnTo>
                    <a:pt x="2059612" y="641939"/>
                  </a:lnTo>
                  <a:lnTo>
                    <a:pt x="2058541" y="641403"/>
                  </a:lnTo>
                  <a:lnTo>
                    <a:pt x="2057469" y="640866"/>
                  </a:lnTo>
                  <a:lnTo>
                    <a:pt x="2056398" y="640330"/>
                  </a:lnTo>
                  <a:lnTo>
                    <a:pt x="2055326" y="639794"/>
                  </a:lnTo>
                  <a:lnTo>
                    <a:pt x="2054254" y="639258"/>
                  </a:lnTo>
                  <a:lnTo>
                    <a:pt x="2053183" y="638723"/>
                  </a:lnTo>
                  <a:lnTo>
                    <a:pt x="2052111" y="638188"/>
                  </a:lnTo>
                  <a:lnTo>
                    <a:pt x="2051040" y="637652"/>
                  </a:lnTo>
                  <a:lnTo>
                    <a:pt x="2049968" y="637118"/>
                  </a:lnTo>
                  <a:lnTo>
                    <a:pt x="2048896" y="636583"/>
                  </a:lnTo>
                  <a:lnTo>
                    <a:pt x="2047825" y="636049"/>
                  </a:lnTo>
                  <a:lnTo>
                    <a:pt x="2046753" y="635515"/>
                  </a:lnTo>
                  <a:lnTo>
                    <a:pt x="2045682" y="634981"/>
                  </a:lnTo>
                  <a:lnTo>
                    <a:pt x="2044610" y="634447"/>
                  </a:lnTo>
                  <a:lnTo>
                    <a:pt x="2043538" y="633914"/>
                  </a:lnTo>
                  <a:lnTo>
                    <a:pt x="2042467" y="633381"/>
                  </a:lnTo>
                  <a:lnTo>
                    <a:pt x="2041395" y="632849"/>
                  </a:lnTo>
                  <a:lnTo>
                    <a:pt x="2040324" y="632317"/>
                  </a:lnTo>
                  <a:lnTo>
                    <a:pt x="2039252" y="631785"/>
                  </a:lnTo>
                  <a:lnTo>
                    <a:pt x="2038180" y="631254"/>
                  </a:lnTo>
                  <a:lnTo>
                    <a:pt x="2037109" y="630723"/>
                  </a:lnTo>
                  <a:lnTo>
                    <a:pt x="2036037" y="630192"/>
                  </a:lnTo>
                  <a:lnTo>
                    <a:pt x="2034966" y="629662"/>
                  </a:lnTo>
                  <a:lnTo>
                    <a:pt x="2033894" y="629133"/>
                  </a:lnTo>
                  <a:lnTo>
                    <a:pt x="2032822" y="628603"/>
                  </a:lnTo>
                  <a:lnTo>
                    <a:pt x="2031751" y="628075"/>
                  </a:lnTo>
                  <a:lnTo>
                    <a:pt x="2030679" y="627546"/>
                  </a:lnTo>
                  <a:lnTo>
                    <a:pt x="2029608" y="627019"/>
                  </a:lnTo>
                  <a:lnTo>
                    <a:pt x="2028536" y="626491"/>
                  </a:lnTo>
                  <a:lnTo>
                    <a:pt x="2027464" y="625965"/>
                  </a:lnTo>
                  <a:lnTo>
                    <a:pt x="2026393" y="625438"/>
                  </a:lnTo>
                  <a:lnTo>
                    <a:pt x="2025321" y="624913"/>
                  </a:lnTo>
                  <a:lnTo>
                    <a:pt x="2024250" y="624387"/>
                  </a:lnTo>
                  <a:lnTo>
                    <a:pt x="2023178" y="623863"/>
                  </a:lnTo>
                  <a:lnTo>
                    <a:pt x="2022106" y="623339"/>
                  </a:lnTo>
                  <a:lnTo>
                    <a:pt x="2021035" y="622816"/>
                  </a:lnTo>
                  <a:lnTo>
                    <a:pt x="2019963" y="622293"/>
                  </a:lnTo>
                  <a:lnTo>
                    <a:pt x="2018892" y="621771"/>
                  </a:lnTo>
                  <a:lnTo>
                    <a:pt x="2017820" y="621249"/>
                  </a:lnTo>
                  <a:lnTo>
                    <a:pt x="2016748" y="620728"/>
                  </a:lnTo>
                  <a:lnTo>
                    <a:pt x="2015677" y="620208"/>
                  </a:lnTo>
                  <a:lnTo>
                    <a:pt x="2014605" y="619688"/>
                  </a:lnTo>
                  <a:lnTo>
                    <a:pt x="2013534" y="619170"/>
                  </a:lnTo>
                  <a:lnTo>
                    <a:pt x="2012462" y="618652"/>
                  </a:lnTo>
                  <a:lnTo>
                    <a:pt x="2011390" y="618134"/>
                  </a:lnTo>
                  <a:lnTo>
                    <a:pt x="2010319" y="617617"/>
                  </a:lnTo>
                  <a:lnTo>
                    <a:pt x="2009247" y="617101"/>
                  </a:lnTo>
                  <a:lnTo>
                    <a:pt x="2008176" y="616586"/>
                  </a:lnTo>
                  <a:lnTo>
                    <a:pt x="2007104" y="616072"/>
                  </a:lnTo>
                  <a:lnTo>
                    <a:pt x="2006032" y="615558"/>
                  </a:lnTo>
                  <a:lnTo>
                    <a:pt x="2004961" y="615045"/>
                  </a:lnTo>
                  <a:lnTo>
                    <a:pt x="2003889" y="614533"/>
                  </a:lnTo>
                  <a:lnTo>
                    <a:pt x="2002818" y="614022"/>
                  </a:lnTo>
                  <a:lnTo>
                    <a:pt x="2001746" y="613512"/>
                  </a:lnTo>
                  <a:lnTo>
                    <a:pt x="2000674" y="613002"/>
                  </a:lnTo>
                  <a:lnTo>
                    <a:pt x="1999603" y="612494"/>
                  </a:lnTo>
                  <a:lnTo>
                    <a:pt x="1998531" y="611986"/>
                  </a:lnTo>
                  <a:lnTo>
                    <a:pt x="1997460" y="611479"/>
                  </a:lnTo>
                  <a:lnTo>
                    <a:pt x="1996388" y="610973"/>
                  </a:lnTo>
                  <a:lnTo>
                    <a:pt x="1995316" y="610468"/>
                  </a:lnTo>
                  <a:lnTo>
                    <a:pt x="1994245" y="609964"/>
                  </a:lnTo>
                  <a:lnTo>
                    <a:pt x="1993173" y="609460"/>
                  </a:lnTo>
                  <a:lnTo>
                    <a:pt x="1992102" y="608958"/>
                  </a:lnTo>
                  <a:lnTo>
                    <a:pt x="1991030" y="608457"/>
                  </a:lnTo>
                  <a:lnTo>
                    <a:pt x="1989958" y="607957"/>
                  </a:lnTo>
                  <a:lnTo>
                    <a:pt x="1988887" y="607457"/>
                  </a:lnTo>
                  <a:lnTo>
                    <a:pt x="1987815" y="606959"/>
                  </a:lnTo>
                  <a:lnTo>
                    <a:pt x="1986744" y="606462"/>
                  </a:lnTo>
                  <a:lnTo>
                    <a:pt x="1985672" y="605966"/>
                  </a:lnTo>
                  <a:lnTo>
                    <a:pt x="1984600" y="605470"/>
                  </a:lnTo>
                  <a:lnTo>
                    <a:pt x="1983529" y="604976"/>
                  </a:lnTo>
                  <a:lnTo>
                    <a:pt x="1982457" y="604483"/>
                  </a:lnTo>
                  <a:lnTo>
                    <a:pt x="1981386" y="603991"/>
                  </a:lnTo>
                  <a:lnTo>
                    <a:pt x="1980314" y="603500"/>
                  </a:lnTo>
                  <a:lnTo>
                    <a:pt x="1979242" y="603011"/>
                  </a:lnTo>
                  <a:lnTo>
                    <a:pt x="1978171" y="602522"/>
                  </a:lnTo>
                  <a:lnTo>
                    <a:pt x="1977099" y="602035"/>
                  </a:lnTo>
                  <a:lnTo>
                    <a:pt x="1976028" y="601548"/>
                  </a:lnTo>
                  <a:lnTo>
                    <a:pt x="1974956" y="601063"/>
                  </a:lnTo>
                  <a:lnTo>
                    <a:pt x="1973884" y="600579"/>
                  </a:lnTo>
                  <a:lnTo>
                    <a:pt x="1972813" y="600096"/>
                  </a:lnTo>
                  <a:lnTo>
                    <a:pt x="1971741" y="599615"/>
                  </a:lnTo>
                  <a:lnTo>
                    <a:pt x="1970670" y="599134"/>
                  </a:lnTo>
                  <a:lnTo>
                    <a:pt x="1969598" y="598655"/>
                  </a:lnTo>
                  <a:lnTo>
                    <a:pt x="1968526" y="598178"/>
                  </a:lnTo>
                  <a:lnTo>
                    <a:pt x="1967455" y="597701"/>
                  </a:lnTo>
                  <a:lnTo>
                    <a:pt x="1966383" y="597226"/>
                  </a:lnTo>
                  <a:lnTo>
                    <a:pt x="1965312" y="596752"/>
                  </a:lnTo>
                  <a:lnTo>
                    <a:pt x="1964240" y="596279"/>
                  </a:lnTo>
                  <a:lnTo>
                    <a:pt x="1963168" y="595807"/>
                  </a:lnTo>
                  <a:lnTo>
                    <a:pt x="1962097" y="595337"/>
                  </a:lnTo>
                  <a:lnTo>
                    <a:pt x="1961025" y="594869"/>
                  </a:lnTo>
                  <a:lnTo>
                    <a:pt x="1959954" y="594401"/>
                  </a:lnTo>
                  <a:lnTo>
                    <a:pt x="1958882" y="593935"/>
                  </a:lnTo>
                  <a:lnTo>
                    <a:pt x="1957810" y="593471"/>
                  </a:lnTo>
                  <a:lnTo>
                    <a:pt x="1956739" y="593007"/>
                  </a:lnTo>
                  <a:lnTo>
                    <a:pt x="1955667" y="592546"/>
                  </a:lnTo>
                  <a:lnTo>
                    <a:pt x="1954596" y="592085"/>
                  </a:lnTo>
                  <a:lnTo>
                    <a:pt x="1953524" y="591626"/>
                  </a:lnTo>
                  <a:lnTo>
                    <a:pt x="1952453" y="591169"/>
                  </a:lnTo>
                  <a:lnTo>
                    <a:pt x="1951381" y="590713"/>
                  </a:lnTo>
                  <a:lnTo>
                    <a:pt x="1950309" y="590258"/>
                  </a:lnTo>
                  <a:lnTo>
                    <a:pt x="1949238" y="589805"/>
                  </a:lnTo>
                  <a:lnTo>
                    <a:pt x="1948166" y="589353"/>
                  </a:lnTo>
                  <a:lnTo>
                    <a:pt x="1947095" y="588903"/>
                  </a:lnTo>
                  <a:lnTo>
                    <a:pt x="1946023" y="588455"/>
                  </a:lnTo>
                  <a:lnTo>
                    <a:pt x="1944951" y="588007"/>
                  </a:lnTo>
                  <a:lnTo>
                    <a:pt x="1943880" y="587562"/>
                  </a:lnTo>
                  <a:lnTo>
                    <a:pt x="1942808" y="587118"/>
                  </a:lnTo>
                  <a:lnTo>
                    <a:pt x="1941737" y="586676"/>
                  </a:lnTo>
                  <a:lnTo>
                    <a:pt x="1940665" y="586235"/>
                  </a:lnTo>
                  <a:lnTo>
                    <a:pt x="1939593" y="585796"/>
                  </a:lnTo>
                  <a:lnTo>
                    <a:pt x="1938522" y="585358"/>
                  </a:lnTo>
                  <a:lnTo>
                    <a:pt x="1937450" y="584922"/>
                  </a:lnTo>
                  <a:lnTo>
                    <a:pt x="1936379" y="584488"/>
                  </a:lnTo>
                  <a:lnTo>
                    <a:pt x="1935307" y="584055"/>
                  </a:lnTo>
                  <a:lnTo>
                    <a:pt x="1934235" y="583624"/>
                  </a:lnTo>
                  <a:lnTo>
                    <a:pt x="1933164" y="583195"/>
                  </a:lnTo>
                  <a:lnTo>
                    <a:pt x="1932092" y="582767"/>
                  </a:lnTo>
                  <a:lnTo>
                    <a:pt x="1931021" y="582341"/>
                  </a:lnTo>
                  <a:lnTo>
                    <a:pt x="1929949" y="581917"/>
                  </a:lnTo>
                  <a:lnTo>
                    <a:pt x="1928877" y="581495"/>
                  </a:lnTo>
                  <a:lnTo>
                    <a:pt x="1927806" y="581074"/>
                  </a:lnTo>
                  <a:lnTo>
                    <a:pt x="1926734" y="580655"/>
                  </a:lnTo>
                  <a:lnTo>
                    <a:pt x="1925663" y="580238"/>
                  </a:lnTo>
                  <a:lnTo>
                    <a:pt x="1924591" y="579822"/>
                  </a:lnTo>
                  <a:lnTo>
                    <a:pt x="1923519" y="579408"/>
                  </a:lnTo>
                  <a:lnTo>
                    <a:pt x="1922448" y="578997"/>
                  </a:lnTo>
                  <a:lnTo>
                    <a:pt x="1921376" y="578586"/>
                  </a:lnTo>
                  <a:lnTo>
                    <a:pt x="1920305" y="578178"/>
                  </a:lnTo>
                  <a:lnTo>
                    <a:pt x="1919233" y="577772"/>
                  </a:lnTo>
                  <a:lnTo>
                    <a:pt x="1918161" y="577367"/>
                  </a:lnTo>
                  <a:lnTo>
                    <a:pt x="1917090" y="576965"/>
                  </a:lnTo>
                  <a:lnTo>
                    <a:pt x="1916018" y="576564"/>
                  </a:lnTo>
                  <a:lnTo>
                    <a:pt x="1914947" y="576165"/>
                  </a:lnTo>
                  <a:lnTo>
                    <a:pt x="1913875" y="575768"/>
                  </a:lnTo>
                  <a:lnTo>
                    <a:pt x="1912803" y="575373"/>
                  </a:lnTo>
                  <a:lnTo>
                    <a:pt x="1911732" y="574979"/>
                  </a:lnTo>
                  <a:lnTo>
                    <a:pt x="1910660" y="574588"/>
                  </a:lnTo>
                  <a:lnTo>
                    <a:pt x="1909589" y="574199"/>
                  </a:lnTo>
                  <a:lnTo>
                    <a:pt x="1908517" y="573811"/>
                  </a:lnTo>
                  <a:lnTo>
                    <a:pt x="1907445" y="573426"/>
                  </a:lnTo>
                  <a:lnTo>
                    <a:pt x="1906374" y="573042"/>
                  </a:lnTo>
                  <a:lnTo>
                    <a:pt x="1905302" y="572661"/>
                  </a:lnTo>
                  <a:lnTo>
                    <a:pt x="1904231" y="572281"/>
                  </a:lnTo>
                  <a:lnTo>
                    <a:pt x="1903159" y="571904"/>
                  </a:lnTo>
                  <a:lnTo>
                    <a:pt x="1902087" y="571528"/>
                  </a:lnTo>
                  <a:lnTo>
                    <a:pt x="1901016" y="571155"/>
                  </a:lnTo>
                  <a:lnTo>
                    <a:pt x="1899944" y="570783"/>
                  </a:lnTo>
                  <a:lnTo>
                    <a:pt x="1898873" y="570414"/>
                  </a:lnTo>
                  <a:lnTo>
                    <a:pt x="1897801" y="570047"/>
                  </a:lnTo>
                  <a:lnTo>
                    <a:pt x="1896729" y="569682"/>
                  </a:lnTo>
                  <a:lnTo>
                    <a:pt x="1895658" y="569318"/>
                  </a:lnTo>
                  <a:lnTo>
                    <a:pt x="1894586" y="568957"/>
                  </a:lnTo>
                  <a:lnTo>
                    <a:pt x="1893515" y="568599"/>
                  </a:lnTo>
                  <a:lnTo>
                    <a:pt x="1892443" y="568242"/>
                  </a:lnTo>
                  <a:lnTo>
                    <a:pt x="1891371" y="567887"/>
                  </a:lnTo>
                  <a:lnTo>
                    <a:pt x="1890300" y="567534"/>
                  </a:lnTo>
                  <a:lnTo>
                    <a:pt x="1889228" y="567184"/>
                  </a:lnTo>
                  <a:lnTo>
                    <a:pt x="1888157" y="566836"/>
                  </a:lnTo>
                  <a:lnTo>
                    <a:pt x="1887085" y="566490"/>
                  </a:lnTo>
                  <a:lnTo>
                    <a:pt x="1886013" y="566146"/>
                  </a:lnTo>
                  <a:lnTo>
                    <a:pt x="1884942" y="565804"/>
                  </a:lnTo>
                  <a:lnTo>
                    <a:pt x="1883870" y="565465"/>
                  </a:lnTo>
                  <a:lnTo>
                    <a:pt x="1882799" y="565127"/>
                  </a:lnTo>
                  <a:lnTo>
                    <a:pt x="1881727" y="564792"/>
                  </a:lnTo>
                  <a:lnTo>
                    <a:pt x="1880655" y="564459"/>
                  </a:lnTo>
                  <a:lnTo>
                    <a:pt x="1879584" y="564129"/>
                  </a:lnTo>
                  <a:lnTo>
                    <a:pt x="1878512" y="563800"/>
                  </a:lnTo>
                  <a:lnTo>
                    <a:pt x="1877441" y="563474"/>
                  </a:lnTo>
                  <a:lnTo>
                    <a:pt x="1876369" y="563150"/>
                  </a:lnTo>
                  <a:lnTo>
                    <a:pt x="1875297" y="562829"/>
                  </a:lnTo>
                  <a:lnTo>
                    <a:pt x="1874226" y="562510"/>
                  </a:lnTo>
                  <a:lnTo>
                    <a:pt x="1873154" y="562193"/>
                  </a:lnTo>
                  <a:lnTo>
                    <a:pt x="1872083" y="561878"/>
                  </a:lnTo>
                  <a:lnTo>
                    <a:pt x="1871011" y="561565"/>
                  </a:lnTo>
                  <a:lnTo>
                    <a:pt x="1869939" y="561255"/>
                  </a:lnTo>
                  <a:lnTo>
                    <a:pt x="1868868" y="560948"/>
                  </a:lnTo>
                  <a:lnTo>
                    <a:pt x="1867796" y="560642"/>
                  </a:lnTo>
                  <a:lnTo>
                    <a:pt x="1866725" y="560339"/>
                  </a:lnTo>
                  <a:lnTo>
                    <a:pt x="1865653" y="560038"/>
                  </a:lnTo>
                  <a:lnTo>
                    <a:pt x="1864581" y="559740"/>
                  </a:lnTo>
                  <a:lnTo>
                    <a:pt x="1863510" y="559444"/>
                  </a:lnTo>
                  <a:lnTo>
                    <a:pt x="1862438" y="559150"/>
                  </a:lnTo>
                  <a:lnTo>
                    <a:pt x="1861367" y="558859"/>
                  </a:lnTo>
                  <a:lnTo>
                    <a:pt x="1860295" y="558570"/>
                  </a:lnTo>
                  <a:lnTo>
                    <a:pt x="1859223" y="558284"/>
                  </a:lnTo>
                  <a:lnTo>
                    <a:pt x="1858152" y="557999"/>
                  </a:lnTo>
                  <a:lnTo>
                    <a:pt x="1857080" y="557718"/>
                  </a:lnTo>
                  <a:lnTo>
                    <a:pt x="1856009" y="557438"/>
                  </a:lnTo>
                  <a:lnTo>
                    <a:pt x="1854937" y="557162"/>
                  </a:lnTo>
                  <a:lnTo>
                    <a:pt x="1853865" y="556887"/>
                  </a:lnTo>
                  <a:lnTo>
                    <a:pt x="1852794" y="556615"/>
                  </a:lnTo>
                  <a:lnTo>
                    <a:pt x="1851722" y="556346"/>
                  </a:lnTo>
                  <a:lnTo>
                    <a:pt x="1850651" y="556079"/>
                  </a:lnTo>
                  <a:lnTo>
                    <a:pt x="1849579" y="555814"/>
                  </a:lnTo>
                  <a:lnTo>
                    <a:pt x="1848507" y="555552"/>
                  </a:lnTo>
                  <a:lnTo>
                    <a:pt x="1847436" y="555292"/>
                  </a:lnTo>
                  <a:lnTo>
                    <a:pt x="1846364" y="555035"/>
                  </a:lnTo>
                  <a:lnTo>
                    <a:pt x="1845293" y="554780"/>
                  </a:lnTo>
                  <a:lnTo>
                    <a:pt x="1844221" y="554528"/>
                  </a:lnTo>
                  <a:lnTo>
                    <a:pt x="1843149" y="554278"/>
                  </a:lnTo>
                  <a:lnTo>
                    <a:pt x="1842078" y="554031"/>
                  </a:lnTo>
                  <a:lnTo>
                    <a:pt x="1841006" y="553786"/>
                  </a:lnTo>
                  <a:lnTo>
                    <a:pt x="1839935" y="553544"/>
                  </a:lnTo>
                  <a:lnTo>
                    <a:pt x="1838863" y="553304"/>
                  </a:lnTo>
                  <a:lnTo>
                    <a:pt x="1837791" y="553067"/>
                  </a:lnTo>
                  <a:lnTo>
                    <a:pt x="1836720" y="552832"/>
                  </a:lnTo>
                  <a:lnTo>
                    <a:pt x="1835648" y="552599"/>
                  </a:lnTo>
                  <a:lnTo>
                    <a:pt x="1834577" y="552370"/>
                  </a:lnTo>
                  <a:lnTo>
                    <a:pt x="1833505" y="552143"/>
                  </a:lnTo>
                  <a:lnTo>
                    <a:pt x="1832433" y="551918"/>
                  </a:lnTo>
                  <a:lnTo>
                    <a:pt x="1831362" y="551696"/>
                  </a:lnTo>
                  <a:lnTo>
                    <a:pt x="1830290" y="551476"/>
                  </a:lnTo>
                  <a:lnTo>
                    <a:pt x="1829219" y="551259"/>
                  </a:lnTo>
                  <a:lnTo>
                    <a:pt x="1828147" y="551044"/>
                  </a:lnTo>
                  <a:lnTo>
                    <a:pt x="1827075" y="550832"/>
                  </a:lnTo>
                  <a:lnTo>
                    <a:pt x="1826004" y="550623"/>
                  </a:lnTo>
                  <a:lnTo>
                    <a:pt x="1824932" y="550416"/>
                  </a:lnTo>
                  <a:lnTo>
                    <a:pt x="1823861" y="550212"/>
                  </a:lnTo>
                  <a:lnTo>
                    <a:pt x="1822789" y="550010"/>
                  </a:lnTo>
                  <a:lnTo>
                    <a:pt x="1821717" y="549811"/>
                  </a:lnTo>
                  <a:lnTo>
                    <a:pt x="1820646" y="549614"/>
                  </a:lnTo>
                  <a:lnTo>
                    <a:pt x="1819574" y="549420"/>
                  </a:lnTo>
                  <a:lnTo>
                    <a:pt x="1818503" y="549228"/>
                  </a:lnTo>
                  <a:lnTo>
                    <a:pt x="1817431" y="549039"/>
                  </a:lnTo>
                  <a:lnTo>
                    <a:pt x="1816359" y="548853"/>
                  </a:lnTo>
                  <a:lnTo>
                    <a:pt x="1815288" y="548669"/>
                  </a:lnTo>
                  <a:lnTo>
                    <a:pt x="1814216" y="548487"/>
                  </a:lnTo>
                  <a:lnTo>
                    <a:pt x="1813145" y="548309"/>
                  </a:lnTo>
                  <a:lnTo>
                    <a:pt x="1812073" y="548132"/>
                  </a:lnTo>
                  <a:lnTo>
                    <a:pt x="1811001" y="547959"/>
                  </a:lnTo>
                  <a:lnTo>
                    <a:pt x="1809930" y="547788"/>
                  </a:lnTo>
                  <a:lnTo>
                    <a:pt x="1808858" y="547619"/>
                  </a:lnTo>
                  <a:lnTo>
                    <a:pt x="1807787" y="547453"/>
                  </a:lnTo>
                  <a:lnTo>
                    <a:pt x="1806715" y="547289"/>
                  </a:lnTo>
                  <a:lnTo>
                    <a:pt x="1805643" y="547128"/>
                  </a:lnTo>
                  <a:lnTo>
                    <a:pt x="1804572" y="546970"/>
                  </a:lnTo>
                  <a:lnTo>
                    <a:pt x="1803500" y="546814"/>
                  </a:lnTo>
                  <a:lnTo>
                    <a:pt x="1802429" y="546661"/>
                  </a:lnTo>
                  <a:lnTo>
                    <a:pt x="1801357" y="546510"/>
                  </a:lnTo>
                  <a:lnTo>
                    <a:pt x="1800285" y="546362"/>
                  </a:lnTo>
                  <a:lnTo>
                    <a:pt x="1799214" y="546216"/>
                  </a:lnTo>
                  <a:lnTo>
                    <a:pt x="1798142" y="546073"/>
                  </a:lnTo>
                  <a:lnTo>
                    <a:pt x="1797071" y="545932"/>
                  </a:lnTo>
                  <a:lnTo>
                    <a:pt x="1795999" y="545794"/>
                  </a:lnTo>
                  <a:lnTo>
                    <a:pt x="1794927" y="545658"/>
                  </a:lnTo>
                  <a:lnTo>
                    <a:pt x="1793856" y="545525"/>
                  </a:lnTo>
                  <a:lnTo>
                    <a:pt x="1792784" y="545394"/>
                  </a:lnTo>
                  <a:lnTo>
                    <a:pt x="1791713" y="545266"/>
                  </a:lnTo>
                  <a:lnTo>
                    <a:pt x="1790641" y="545141"/>
                  </a:lnTo>
                  <a:lnTo>
                    <a:pt x="1789569" y="545017"/>
                  </a:lnTo>
                  <a:lnTo>
                    <a:pt x="1788498" y="544897"/>
                  </a:lnTo>
                  <a:lnTo>
                    <a:pt x="1787426" y="544778"/>
                  </a:lnTo>
                  <a:lnTo>
                    <a:pt x="1786355" y="544663"/>
                  </a:lnTo>
                  <a:lnTo>
                    <a:pt x="1785283" y="544549"/>
                  </a:lnTo>
                  <a:lnTo>
                    <a:pt x="1784211" y="544438"/>
                  </a:lnTo>
                  <a:lnTo>
                    <a:pt x="1783140" y="544330"/>
                  </a:lnTo>
                  <a:lnTo>
                    <a:pt x="1782068" y="544224"/>
                  </a:lnTo>
                  <a:lnTo>
                    <a:pt x="1780997" y="544120"/>
                  </a:lnTo>
                  <a:lnTo>
                    <a:pt x="1779925" y="544019"/>
                  </a:lnTo>
                  <a:lnTo>
                    <a:pt x="1778853" y="543921"/>
                  </a:lnTo>
                  <a:lnTo>
                    <a:pt x="1777782" y="543824"/>
                  </a:lnTo>
                  <a:lnTo>
                    <a:pt x="1776710" y="543730"/>
                  </a:lnTo>
                  <a:lnTo>
                    <a:pt x="1775639" y="543639"/>
                  </a:lnTo>
                  <a:lnTo>
                    <a:pt x="1774567" y="543550"/>
                  </a:lnTo>
                  <a:lnTo>
                    <a:pt x="1773496" y="543463"/>
                  </a:lnTo>
                  <a:lnTo>
                    <a:pt x="1772424" y="543378"/>
                  </a:lnTo>
                  <a:lnTo>
                    <a:pt x="1771352" y="543296"/>
                  </a:lnTo>
                  <a:lnTo>
                    <a:pt x="1770281" y="543216"/>
                  </a:lnTo>
                  <a:lnTo>
                    <a:pt x="1769209" y="543139"/>
                  </a:lnTo>
                  <a:lnTo>
                    <a:pt x="1768138" y="543064"/>
                  </a:lnTo>
                  <a:lnTo>
                    <a:pt x="1767066" y="542991"/>
                  </a:lnTo>
                  <a:lnTo>
                    <a:pt x="1765994" y="542920"/>
                  </a:lnTo>
                  <a:lnTo>
                    <a:pt x="1764923" y="542852"/>
                  </a:lnTo>
                  <a:lnTo>
                    <a:pt x="1763851" y="542786"/>
                  </a:lnTo>
                  <a:lnTo>
                    <a:pt x="1762780" y="542722"/>
                  </a:lnTo>
                  <a:lnTo>
                    <a:pt x="1761708" y="542660"/>
                  </a:lnTo>
                  <a:lnTo>
                    <a:pt x="1760636" y="542601"/>
                  </a:lnTo>
                  <a:lnTo>
                    <a:pt x="1759565" y="542543"/>
                  </a:lnTo>
                  <a:lnTo>
                    <a:pt x="1758493" y="542488"/>
                  </a:lnTo>
                  <a:lnTo>
                    <a:pt x="1757422" y="542436"/>
                  </a:lnTo>
                  <a:lnTo>
                    <a:pt x="1756350" y="542385"/>
                  </a:lnTo>
                  <a:lnTo>
                    <a:pt x="1755278" y="542336"/>
                  </a:lnTo>
                  <a:lnTo>
                    <a:pt x="1754207" y="542290"/>
                  </a:lnTo>
                  <a:lnTo>
                    <a:pt x="1753135" y="542245"/>
                  </a:lnTo>
                  <a:lnTo>
                    <a:pt x="1752064" y="542203"/>
                  </a:lnTo>
                  <a:lnTo>
                    <a:pt x="1750992" y="542163"/>
                  </a:lnTo>
                  <a:lnTo>
                    <a:pt x="1749920" y="542125"/>
                  </a:lnTo>
                  <a:lnTo>
                    <a:pt x="1748849" y="542089"/>
                  </a:lnTo>
                  <a:lnTo>
                    <a:pt x="1747777" y="542055"/>
                  </a:lnTo>
                  <a:lnTo>
                    <a:pt x="1746706" y="542022"/>
                  </a:lnTo>
                  <a:lnTo>
                    <a:pt x="1745634" y="541992"/>
                  </a:lnTo>
                  <a:lnTo>
                    <a:pt x="1744562" y="541964"/>
                  </a:lnTo>
                  <a:lnTo>
                    <a:pt x="1743491" y="541938"/>
                  </a:lnTo>
                  <a:lnTo>
                    <a:pt x="1742419" y="541914"/>
                  </a:lnTo>
                  <a:lnTo>
                    <a:pt x="1741348" y="541891"/>
                  </a:lnTo>
                  <a:lnTo>
                    <a:pt x="1740276" y="541871"/>
                  </a:lnTo>
                  <a:lnTo>
                    <a:pt x="1739204" y="541852"/>
                  </a:lnTo>
                  <a:lnTo>
                    <a:pt x="1738133" y="541835"/>
                  </a:lnTo>
                  <a:lnTo>
                    <a:pt x="1737061" y="541820"/>
                  </a:lnTo>
                  <a:lnTo>
                    <a:pt x="1735990" y="541807"/>
                  </a:lnTo>
                  <a:lnTo>
                    <a:pt x="1734918" y="541796"/>
                  </a:lnTo>
                  <a:lnTo>
                    <a:pt x="1733846" y="541786"/>
                  </a:lnTo>
                  <a:lnTo>
                    <a:pt x="1732775" y="541778"/>
                  </a:lnTo>
                  <a:lnTo>
                    <a:pt x="1731703" y="541772"/>
                  </a:lnTo>
                  <a:lnTo>
                    <a:pt x="1730632" y="541768"/>
                  </a:lnTo>
                  <a:lnTo>
                    <a:pt x="1729560" y="541765"/>
                  </a:lnTo>
                  <a:lnTo>
                    <a:pt x="1728488" y="541764"/>
                  </a:lnTo>
                  <a:lnTo>
                    <a:pt x="1727417" y="541764"/>
                  </a:lnTo>
                  <a:lnTo>
                    <a:pt x="1726345" y="541766"/>
                  </a:lnTo>
                  <a:lnTo>
                    <a:pt x="1725274" y="541770"/>
                  </a:lnTo>
                  <a:lnTo>
                    <a:pt x="1724202" y="541775"/>
                  </a:lnTo>
                  <a:lnTo>
                    <a:pt x="1723130" y="541781"/>
                  </a:lnTo>
                  <a:lnTo>
                    <a:pt x="1722059" y="541789"/>
                  </a:lnTo>
                  <a:lnTo>
                    <a:pt x="1720987" y="541799"/>
                  </a:lnTo>
                  <a:lnTo>
                    <a:pt x="1719916" y="541810"/>
                  </a:lnTo>
                  <a:lnTo>
                    <a:pt x="1718844" y="541823"/>
                  </a:lnTo>
                  <a:lnTo>
                    <a:pt x="1717772" y="541836"/>
                  </a:lnTo>
                  <a:lnTo>
                    <a:pt x="1716701" y="541852"/>
                  </a:lnTo>
                  <a:lnTo>
                    <a:pt x="1715629" y="541868"/>
                  </a:lnTo>
                  <a:lnTo>
                    <a:pt x="1714558" y="541886"/>
                  </a:lnTo>
                  <a:lnTo>
                    <a:pt x="1713486" y="541905"/>
                  </a:lnTo>
                  <a:lnTo>
                    <a:pt x="1712414" y="541926"/>
                  </a:lnTo>
                  <a:lnTo>
                    <a:pt x="1711343" y="541947"/>
                  </a:lnTo>
                  <a:lnTo>
                    <a:pt x="1710271" y="541970"/>
                  </a:lnTo>
                  <a:lnTo>
                    <a:pt x="1709200" y="541994"/>
                  </a:lnTo>
                  <a:lnTo>
                    <a:pt x="1708128" y="542019"/>
                  </a:lnTo>
                  <a:lnTo>
                    <a:pt x="1707056" y="542045"/>
                  </a:lnTo>
                  <a:lnTo>
                    <a:pt x="1705985" y="542073"/>
                  </a:lnTo>
                  <a:lnTo>
                    <a:pt x="1704913" y="542101"/>
                  </a:lnTo>
                  <a:lnTo>
                    <a:pt x="1703842" y="542130"/>
                  </a:lnTo>
                  <a:lnTo>
                    <a:pt x="1702770" y="542161"/>
                  </a:lnTo>
                  <a:lnTo>
                    <a:pt x="1701698" y="542192"/>
                  </a:lnTo>
                  <a:lnTo>
                    <a:pt x="1700627" y="542224"/>
                  </a:lnTo>
                  <a:lnTo>
                    <a:pt x="1699555" y="542257"/>
                  </a:lnTo>
                  <a:lnTo>
                    <a:pt x="1698484" y="542291"/>
                  </a:lnTo>
                  <a:lnTo>
                    <a:pt x="1697412" y="542326"/>
                  </a:lnTo>
                  <a:lnTo>
                    <a:pt x="1696340" y="542362"/>
                  </a:lnTo>
                  <a:lnTo>
                    <a:pt x="1695269" y="542398"/>
                  </a:lnTo>
                  <a:lnTo>
                    <a:pt x="1694197" y="542435"/>
                  </a:lnTo>
                  <a:lnTo>
                    <a:pt x="1693126" y="542473"/>
                  </a:lnTo>
                  <a:lnTo>
                    <a:pt x="1692054" y="542512"/>
                  </a:lnTo>
                  <a:lnTo>
                    <a:pt x="1690982" y="542551"/>
                  </a:lnTo>
                  <a:lnTo>
                    <a:pt x="1689911" y="542591"/>
                  </a:lnTo>
                  <a:lnTo>
                    <a:pt x="1688839" y="542631"/>
                  </a:lnTo>
                  <a:lnTo>
                    <a:pt x="1687768" y="542672"/>
                  </a:lnTo>
                  <a:lnTo>
                    <a:pt x="1686696" y="542714"/>
                  </a:lnTo>
                  <a:lnTo>
                    <a:pt x="1685624" y="542756"/>
                  </a:lnTo>
                  <a:lnTo>
                    <a:pt x="1684553" y="542798"/>
                  </a:lnTo>
                  <a:lnTo>
                    <a:pt x="1683481" y="542841"/>
                  </a:lnTo>
                  <a:lnTo>
                    <a:pt x="1682410" y="542884"/>
                  </a:lnTo>
                  <a:lnTo>
                    <a:pt x="1681338" y="542927"/>
                  </a:lnTo>
                  <a:lnTo>
                    <a:pt x="1680266" y="542971"/>
                  </a:lnTo>
                  <a:lnTo>
                    <a:pt x="1679195" y="543015"/>
                  </a:lnTo>
                  <a:lnTo>
                    <a:pt x="1678123" y="543060"/>
                  </a:lnTo>
                  <a:lnTo>
                    <a:pt x="1677052" y="543104"/>
                  </a:lnTo>
                  <a:lnTo>
                    <a:pt x="1675980" y="543149"/>
                  </a:lnTo>
                  <a:lnTo>
                    <a:pt x="1674908" y="543194"/>
                  </a:lnTo>
                  <a:lnTo>
                    <a:pt x="1673837" y="543239"/>
                  </a:lnTo>
                  <a:lnTo>
                    <a:pt x="1672765" y="543284"/>
                  </a:lnTo>
                  <a:lnTo>
                    <a:pt x="1671694" y="543329"/>
                  </a:lnTo>
                  <a:lnTo>
                    <a:pt x="1670622" y="543374"/>
                  </a:lnTo>
                  <a:lnTo>
                    <a:pt x="1669550" y="543419"/>
                  </a:lnTo>
                  <a:lnTo>
                    <a:pt x="1668479" y="543464"/>
                  </a:lnTo>
                  <a:lnTo>
                    <a:pt x="1667407" y="543509"/>
                  </a:lnTo>
                  <a:lnTo>
                    <a:pt x="1666336" y="543553"/>
                  </a:lnTo>
                  <a:lnTo>
                    <a:pt x="1665264" y="543598"/>
                  </a:lnTo>
                  <a:lnTo>
                    <a:pt x="1664192" y="543642"/>
                  </a:lnTo>
                  <a:lnTo>
                    <a:pt x="1663121" y="543686"/>
                  </a:lnTo>
                  <a:lnTo>
                    <a:pt x="1662049" y="543730"/>
                  </a:lnTo>
                  <a:lnTo>
                    <a:pt x="1660978" y="543773"/>
                  </a:lnTo>
                  <a:lnTo>
                    <a:pt x="1659906" y="543816"/>
                  </a:lnTo>
                  <a:lnTo>
                    <a:pt x="1658834" y="543859"/>
                  </a:lnTo>
                  <a:lnTo>
                    <a:pt x="1657763" y="543901"/>
                  </a:lnTo>
                  <a:lnTo>
                    <a:pt x="1656691" y="543943"/>
                  </a:lnTo>
                  <a:lnTo>
                    <a:pt x="1655620" y="543984"/>
                  </a:lnTo>
                  <a:lnTo>
                    <a:pt x="1654548" y="544025"/>
                  </a:lnTo>
                  <a:lnTo>
                    <a:pt x="1653476" y="544065"/>
                  </a:lnTo>
                  <a:lnTo>
                    <a:pt x="1652405" y="544104"/>
                  </a:lnTo>
                  <a:lnTo>
                    <a:pt x="1651333" y="544143"/>
                  </a:lnTo>
                  <a:lnTo>
                    <a:pt x="1650262" y="544181"/>
                  </a:lnTo>
                  <a:lnTo>
                    <a:pt x="1649190" y="544219"/>
                  </a:lnTo>
                  <a:lnTo>
                    <a:pt x="1648118" y="544256"/>
                  </a:lnTo>
                  <a:lnTo>
                    <a:pt x="1647047" y="544291"/>
                  </a:lnTo>
                  <a:lnTo>
                    <a:pt x="1645975" y="544326"/>
                  </a:lnTo>
                  <a:lnTo>
                    <a:pt x="1644904" y="544361"/>
                  </a:lnTo>
                  <a:lnTo>
                    <a:pt x="1643832" y="544394"/>
                  </a:lnTo>
                  <a:lnTo>
                    <a:pt x="1642760" y="544426"/>
                  </a:lnTo>
                  <a:lnTo>
                    <a:pt x="1641689" y="544457"/>
                  </a:lnTo>
                  <a:lnTo>
                    <a:pt x="1640617" y="544488"/>
                  </a:lnTo>
                  <a:lnTo>
                    <a:pt x="1639546" y="544517"/>
                  </a:lnTo>
                  <a:lnTo>
                    <a:pt x="1638474" y="544545"/>
                  </a:lnTo>
                  <a:lnTo>
                    <a:pt x="1637402" y="544572"/>
                  </a:lnTo>
                  <a:lnTo>
                    <a:pt x="1636331" y="544598"/>
                  </a:lnTo>
                  <a:lnTo>
                    <a:pt x="1635259" y="544623"/>
                  </a:lnTo>
                  <a:lnTo>
                    <a:pt x="1634188" y="544646"/>
                  </a:lnTo>
                  <a:lnTo>
                    <a:pt x="1633116" y="544668"/>
                  </a:lnTo>
                  <a:lnTo>
                    <a:pt x="1632044" y="544689"/>
                  </a:lnTo>
                  <a:lnTo>
                    <a:pt x="1630973" y="544709"/>
                  </a:lnTo>
                  <a:lnTo>
                    <a:pt x="1629901" y="544727"/>
                  </a:lnTo>
                  <a:lnTo>
                    <a:pt x="1628830" y="544743"/>
                  </a:lnTo>
                  <a:lnTo>
                    <a:pt x="1627758" y="544759"/>
                  </a:lnTo>
                  <a:lnTo>
                    <a:pt x="1626686" y="544772"/>
                  </a:lnTo>
                  <a:lnTo>
                    <a:pt x="1625615" y="544784"/>
                  </a:lnTo>
                  <a:lnTo>
                    <a:pt x="1624543" y="544795"/>
                  </a:lnTo>
                  <a:lnTo>
                    <a:pt x="1623472" y="544804"/>
                  </a:lnTo>
                  <a:lnTo>
                    <a:pt x="1622400" y="544812"/>
                  </a:lnTo>
                  <a:lnTo>
                    <a:pt x="1621328" y="544817"/>
                  </a:lnTo>
                  <a:lnTo>
                    <a:pt x="1620257" y="544821"/>
                  </a:lnTo>
                  <a:lnTo>
                    <a:pt x="1619185" y="544823"/>
                  </a:lnTo>
                  <a:lnTo>
                    <a:pt x="1618114" y="544824"/>
                  </a:lnTo>
                  <a:lnTo>
                    <a:pt x="1617042" y="544823"/>
                  </a:lnTo>
                  <a:lnTo>
                    <a:pt x="1615970" y="544819"/>
                  </a:lnTo>
                  <a:lnTo>
                    <a:pt x="1614899" y="545805"/>
                  </a:lnTo>
                  <a:lnTo>
                    <a:pt x="1613827" y="546849"/>
                  </a:lnTo>
                  <a:lnTo>
                    <a:pt x="1612756" y="547897"/>
                  </a:lnTo>
                  <a:lnTo>
                    <a:pt x="1611684" y="548948"/>
                  </a:lnTo>
                  <a:lnTo>
                    <a:pt x="1610612" y="550001"/>
                  </a:lnTo>
                  <a:lnTo>
                    <a:pt x="1609541" y="551058"/>
                  </a:lnTo>
                  <a:lnTo>
                    <a:pt x="1608469" y="552118"/>
                  </a:lnTo>
                  <a:lnTo>
                    <a:pt x="1607398" y="553182"/>
                  </a:lnTo>
                  <a:lnTo>
                    <a:pt x="1606326" y="554248"/>
                  </a:lnTo>
                  <a:lnTo>
                    <a:pt x="1605254" y="555317"/>
                  </a:lnTo>
                  <a:lnTo>
                    <a:pt x="1604183" y="556390"/>
                  </a:lnTo>
                  <a:lnTo>
                    <a:pt x="1603111" y="557466"/>
                  </a:lnTo>
                  <a:lnTo>
                    <a:pt x="1602040" y="558544"/>
                  </a:lnTo>
                  <a:lnTo>
                    <a:pt x="1600968" y="559626"/>
                  </a:lnTo>
                  <a:lnTo>
                    <a:pt x="1599896" y="560711"/>
                  </a:lnTo>
                  <a:lnTo>
                    <a:pt x="1598825" y="561800"/>
                  </a:lnTo>
                  <a:lnTo>
                    <a:pt x="1597753" y="562891"/>
                  </a:lnTo>
                  <a:lnTo>
                    <a:pt x="1596682" y="563985"/>
                  </a:lnTo>
                  <a:lnTo>
                    <a:pt x="1595610" y="565083"/>
                  </a:lnTo>
                  <a:lnTo>
                    <a:pt x="1594539" y="566183"/>
                  </a:lnTo>
                  <a:lnTo>
                    <a:pt x="1593467" y="567287"/>
                  </a:lnTo>
                  <a:lnTo>
                    <a:pt x="1592395" y="568394"/>
                  </a:lnTo>
                  <a:lnTo>
                    <a:pt x="1591324" y="569504"/>
                  </a:lnTo>
                  <a:lnTo>
                    <a:pt x="1590252" y="570617"/>
                  </a:lnTo>
                  <a:lnTo>
                    <a:pt x="1589181" y="571733"/>
                  </a:lnTo>
                  <a:lnTo>
                    <a:pt x="1588109" y="572852"/>
                  </a:lnTo>
                  <a:lnTo>
                    <a:pt x="1587037" y="573975"/>
                  </a:lnTo>
                  <a:lnTo>
                    <a:pt x="1585966" y="575100"/>
                  </a:lnTo>
                  <a:lnTo>
                    <a:pt x="1584894" y="576229"/>
                  </a:lnTo>
                  <a:lnTo>
                    <a:pt x="1583823" y="577360"/>
                  </a:lnTo>
                  <a:lnTo>
                    <a:pt x="1582751" y="578495"/>
                  </a:lnTo>
                  <a:lnTo>
                    <a:pt x="1581679" y="579632"/>
                  </a:lnTo>
                  <a:lnTo>
                    <a:pt x="1580608" y="580773"/>
                  </a:lnTo>
                  <a:lnTo>
                    <a:pt x="1579536" y="581917"/>
                  </a:lnTo>
                  <a:lnTo>
                    <a:pt x="1578465" y="583063"/>
                  </a:lnTo>
                  <a:lnTo>
                    <a:pt x="1577393" y="584213"/>
                  </a:lnTo>
                  <a:lnTo>
                    <a:pt x="1576321" y="585366"/>
                  </a:lnTo>
                  <a:lnTo>
                    <a:pt x="1575250" y="586522"/>
                  </a:lnTo>
                  <a:lnTo>
                    <a:pt x="1574178" y="587680"/>
                  </a:lnTo>
                  <a:lnTo>
                    <a:pt x="1573107" y="588842"/>
                  </a:lnTo>
                  <a:lnTo>
                    <a:pt x="1572035" y="590007"/>
                  </a:lnTo>
                  <a:lnTo>
                    <a:pt x="1570963" y="591174"/>
                  </a:lnTo>
                  <a:lnTo>
                    <a:pt x="1569892" y="592345"/>
                  </a:lnTo>
                  <a:lnTo>
                    <a:pt x="1568820" y="593518"/>
                  </a:lnTo>
                  <a:lnTo>
                    <a:pt x="1567749" y="594695"/>
                  </a:lnTo>
                  <a:lnTo>
                    <a:pt x="1566677" y="595874"/>
                  </a:lnTo>
                  <a:lnTo>
                    <a:pt x="1565605" y="597056"/>
                  </a:lnTo>
                  <a:lnTo>
                    <a:pt x="1564534" y="598242"/>
                  </a:lnTo>
                  <a:lnTo>
                    <a:pt x="1563462" y="599430"/>
                  </a:lnTo>
                  <a:lnTo>
                    <a:pt x="1562391" y="600620"/>
                  </a:lnTo>
                  <a:lnTo>
                    <a:pt x="1561319" y="601814"/>
                  </a:lnTo>
                  <a:lnTo>
                    <a:pt x="1560247" y="603011"/>
                  </a:lnTo>
                  <a:lnTo>
                    <a:pt x="1559176" y="604210"/>
                  </a:lnTo>
                  <a:lnTo>
                    <a:pt x="1558104" y="605412"/>
                  </a:lnTo>
                  <a:lnTo>
                    <a:pt x="1557033" y="606617"/>
                  </a:lnTo>
                  <a:lnTo>
                    <a:pt x="1555961" y="607825"/>
                  </a:lnTo>
                  <a:lnTo>
                    <a:pt x="1554889" y="609035"/>
                  </a:lnTo>
                  <a:lnTo>
                    <a:pt x="1553818" y="610248"/>
                  </a:lnTo>
                  <a:lnTo>
                    <a:pt x="1552746" y="611464"/>
                  </a:lnTo>
                  <a:lnTo>
                    <a:pt x="1551675" y="612683"/>
                  </a:lnTo>
                  <a:lnTo>
                    <a:pt x="1550603" y="613904"/>
                  </a:lnTo>
                  <a:lnTo>
                    <a:pt x="1549531" y="615128"/>
                  </a:lnTo>
                  <a:lnTo>
                    <a:pt x="1548460" y="616355"/>
                  </a:lnTo>
                  <a:lnTo>
                    <a:pt x="1547388" y="617585"/>
                  </a:lnTo>
                  <a:lnTo>
                    <a:pt x="1546317" y="618817"/>
                  </a:lnTo>
                  <a:lnTo>
                    <a:pt x="1545245" y="620051"/>
                  </a:lnTo>
                  <a:lnTo>
                    <a:pt x="1544173" y="621288"/>
                  </a:lnTo>
                  <a:lnTo>
                    <a:pt x="1543102" y="622528"/>
                  </a:lnTo>
                  <a:lnTo>
                    <a:pt x="1542030" y="623771"/>
                  </a:lnTo>
                  <a:lnTo>
                    <a:pt x="1540959" y="625016"/>
                  </a:lnTo>
                  <a:lnTo>
                    <a:pt x="1539887" y="626263"/>
                  </a:lnTo>
                  <a:lnTo>
                    <a:pt x="1538815" y="627513"/>
                  </a:lnTo>
                  <a:lnTo>
                    <a:pt x="1537744" y="628766"/>
                  </a:lnTo>
                  <a:lnTo>
                    <a:pt x="1536672" y="630021"/>
                  </a:lnTo>
                  <a:lnTo>
                    <a:pt x="1535601" y="631278"/>
                  </a:lnTo>
                  <a:lnTo>
                    <a:pt x="1534529" y="632538"/>
                  </a:lnTo>
                  <a:lnTo>
                    <a:pt x="1533457" y="633800"/>
                  </a:lnTo>
                  <a:lnTo>
                    <a:pt x="1532386" y="635065"/>
                  </a:lnTo>
                  <a:lnTo>
                    <a:pt x="1531314" y="636332"/>
                  </a:lnTo>
                  <a:lnTo>
                    <a:pt x="1530243" y="637602"/>
                  </a:lnTo>
                  <a:lnTo>
                    <a:pt x="1529171" y="638874"/>
                  </a:lnTo>
                  <a:lnTo>
                    <a:pt x="1528099" y="640148"/>
                  </a:lnTo>
                  <a:lnTo>
                    <a:pt x="1527028" y="641424"/>
                  </a:lnTo>
                  <a:lnTo>
                    <a:pt x="1525956" y="642703"/>
                  </a:lnTo>
                  <a:lnTo>
                    <a:pt x="1524885" y="643984"/>
                  </a:lnTo>
                  <a:lnTo>
                    <a:pt x="1523813" y="645268"/>
                  </a:lnTo>
                  <a:lnTo>
                    <a:pt x="1522741" y="646553"/>
                  </a:lnTo>
                  <a:lnTo>
                    <a:pt x="1521670" y="647841"/>
                  </a:lnTo>
                  <a:lnTo>
                    <a:pt x="1520598" y="649131"/>
                  </a:lnTo>
                  <a:lnTo>
                    <a:pt x="1519527" y="650423"/>
                  </a:lnTo>
                  <a:lnTo>
                    <a:pt x="1518455" y="651718"/>
                  </a:lnTo>
                  <a:lnTo>
                    <a:pt x="1517383" y="653014"/>
                  </a:lnTo>
                  <a:lnTo>
                    <a:pt x="1516312" y="654313"/>
                  </a:lnTo>
                  <a:lnTo>
                    <a:pt x="1515240" y="655614"/>
                  </a:lnTo>
                  <a:lnTo>
                    <a:pt x="1514169" y="656917"/>
                  </a:lnTo>
                  <a:lnTo>
                    <a:pt x="1513097" y="658222"/>
                  </a:lnTo>
                  <a:lnTo>
                    <a:pt x="1512025" y="659529"/>
                  </a:lnTo>
                  <a:lnTo>
                    <a:pt x="1510954" y="660838"/>
                  </a:lnTo>
                  <a:lnTo>
                    <a:pt x="1509882" y="662149"/>
                  </a:lnTo>
                  <a:lnTo>
                    <a:pt x="1508811" y="663462"/>
                  </a:lnTo>
                  <a:lnTo>
                    <a:pt x="1507739" y="664777"/>
                  </a:lnTo>
                  <a:lnTo>
                    <a:pt x="1506667" y="666094"/>
                  </a:lnTo>
                  <a:lnTo>
                    <a:pt x="1505596" y="667413"/>
                  </a:lnTo>
                  <a:lnTo>
                    <a:pt x="1504524" y="668733"/>
                  </a:lnTo>
                  <a:lnTo>
                    <a:pt x="1503453" y="670056"/>
                  </a:lnTo>
                  <a:lnTo>
                    <a:pt x="1502381" y="671380"/>
                  </a:lnTo>
                  <a:lnTo>
                    <a:pt x="1501309" y="672707"/>
                  </a:lnTo>
                  <a:lnTo>
                    <a:pt x="1500238" y="674035"/>
                  </a:lnTo>
                  <a:lnTo>
                    <a:pt x="1499166" y="675365"/>
                  </a:lnTo>
                  <a:lnTo>
                    <a:pt x="1498095" y="676697"/>
                  </a:lnTo>
                  <a:lnTo>
                    <a:pt x="1497023" y="678030"/>
                  </a:lnTo>
                  <a:lnTo>
                    <a:pt x="1495951" y="679366"/>
                  </a:lnTo>
                  <a:lnTo>
                    <a:pt x="1494880" y="680703"/>
                  </a:lnTo>
                  <a:lnTo>
                    <a:pt x="1493808" y="682041"/>
                  </a:lnTo>
                  <a:lnTo>
                    <a:pt x="1492737" y="683382"/>
                  </a:lnTo>
                  <a:lnTo>
                    <a:pt x="1491665" y="684724"/>
                  </a:lnTo>
                  <a:lnTo>
                    <a:pt x="1490593" y="686067"/>
                  </a:lnTo>
                  <a:lnTo>
                    <a:pt x="1489522" y="687413"/>
                  </a:lnTo>
                  <a:lnTo>
                    <a:pt x="1488450" y="688759"/>
                  </a:lnTo>
                  <a:lnTo>
                    <a:pt x="1487379" y="690108"/>
                  </a:lnTo>
                  <a:lnTo>
                    <a:pt x="1486307" y="691458"/>
                  </a:lnTo>
                  <a:lnTo>
                    <a:pt x="1485235" y="692809"/>
                  </a:lnTo>
                  <a:lnTo>
                    <a:pt x="1484164" y="694162"/>
                  </a:lnTo>
                  <a:lnTo>
                    <a:pt x="1483092" y="695517"/>
                  </a:lnTo>
                  <a:lnTo>
                    <a:pt x="1482021" y="696873"/>
                  </a:lnTo>
                  <a:lnTo>
                    <a:pt x="1480949" y="698230"/>
                  </a:lnTo>
                  <a:lnTo>
                    <a:pt x="1479877" y="699589"/>
                  </a:lnTo>
                  <a:lnTo>
                    <a:pt x="1478806" y="700949"/>
                  </a:lnTo>
                  <a:lnTo>
                    <a:pt x="1477734" y="702311"/>
                  </a:lnTo>
                  <a:lnTo>
                    <a:pt x="1476663" y="703674"/>
                  </a:lnTo>
                  <a:lnTo>
                    <a:pt x="1475591" y="705038"/>
                  </a:lnTo>
                  <a:lnTo>
                    <a:pt x="1474519" y="706404"/>
                  </a:lnTo>
                  <a:lnTo>
                    <a:pt x="1473448" y="707771"/>
                  </a:lnTo>
                  <a:lnTo>
                    <a:pt x="1472376" y="709139"/>
                  </a:lnTo>
                  <a:lnTo>
                    <a:pt x="1471305" y="710509"/>
                  </a:lnTo>
                  <a:lnTo>
                    <a:pt x="1470233" y="711880"/>
                  </a:lnTo>
                  <a:lnTo>
                    <a:pt x="1469161" y="713251"/>
                  </a:lnTo>
                  <a:lnTo>
                    <a:pt x="1468090" y="714625"/>
                  </a:lnTo>
                  <a:lnTo>
                    <a:pt x="1467018" y="715999"/>
                  </a:lnTo>
                  <a:lnTo>
                    <a:pt x="1465947" y="717374"/>
                  </a:lnTo>
                  <a:lnTo>
                    <a:pt x="1464875" y="718751"/>
                  </a:lnTo>
                  <a:lnTo>
                    <a:pt x="1463803" y="720129"/>
                  </a:lnTo>
                  <a:lnTo>
                    <a:pt x="1462732" y="721507"/>
                  </a:lnTo>
                  <a:lnTo>
                    <a:pt x="1461660" y="722887"/>
                  </a:lnTo>
                  <a:lnTo>
                    <a:pt x="1460589" y="724268"/>
                  </a:lnTo>
                  <a:lnTo>
                    <a:pt x="1459517" y="725650"/>
                  </a:lnTo>
                  <a:lnTo>
                    <a:pt x="1458445" y="727033"/>
                  </a:lnTo>
                  <a:lnTo>
                    <a:pt x="1457374" y="728417"/>
                  </a:lnTo>
                  <a:lnTo>
                    <a:pt x="1456302" y="729802"/>
                  </a:lnTo>
                  <a:lnTo>
                    <a:pt x="1455231" y="731187"/>
                  </a:lnTo>
                  <a:lnTo>
                    <a:pt x="1454159" y="732574"/>
                  </a:lnTo>
                  <a:lnTo>
                    <a:pt x="1453087" y="733962"/>
                  </a:lnTo>
                  <a:lnTo>
                    <a:pt x="1452016" y="735350"/>
                  </a:lnTo>
                  <a:lnTo>
                    <a:pt x="1450944" y="736739"/>
                  </a:lnTo>
                  <a:lnTo>
                    <a:pt x="1449873" y="738130"/>
                  </a:lnTo>
                  <a:lnTo>
                    <a:pt x="1448801" y="739521"/>
                  </a:lnTo>
                  <a:lnTo>
                    <a:pt x="1447729" y="740912"/>
                  </a:lnTo>
                  <a:lnTo>
                    <a:pt x="1446658" y="742305"/>
                  </a:lnTo>
                  <a:lnTo>
                    <a:pt x="1445586" y="743698"/>
                  </a:lnTo>
                  <a:lnTo>
                    <a:pt x="1444515" y="745092"/>
                  </a:lnTo>
                  <a:lnTo>
                    <a:pt x="1443443" y="746487"/>
                  </a:lnTo>
                  <a:lnTo>
                    <a:pt x="1442371" y="747882"/>
                  </a:lnTo>
                  <a:lnTo>
                    <a:pt x="1441300" y="749278"/>
                  </a:lnTo>
                  <a:lnTo>
                    <a:pt x="1440228" y="750675"/>
                  </a:lnTo>
                  <a:lnTo>
                    <a:pt x="1439157" y="752072"/>
                  </a:lnTo>
                  <a:lnTo>
                    <a:pt x="1438085" y="753470"/>
                  </a:lnTo>
                  <a:lnTo>
                    <a:pt x="1437013" y="754868"/>
                  </a:lnTo>
                  <a:lnTo>
                    <a:pt x="1435942" y="756268"/>
                  </a:lnTo>
                  <a:lnTo>
                    <a:pt x="1434870" y="757667"/>
                  </a:lnTo>
                  <a:lnTo>
                    <a:pt x="1433799" y="759067"/>
                  </a:lnTo>
                  <a:lnTo>
                    <a:pt x="1432727" y="760468"/>
                  </a:lnTo>
                  <a:lnTo>
                    <a:pt x="1431655" y="761869"/>
                  </a:lnTo>
                  <a:lnTo>
                    <a:pt x="1430584" y="763270"/>
                  </a:lnTo>
                  <a:lnTo>
                    <a:pt x="1429512" y="764672"/>
                  </a:lnTo>
                  <a:lnTo>
                    <a:pt x="1428441" y="766075"/>
                  </a:lnTo>
                  <a:lnTo>
                    <a:pt x="1427369" y="767478"/>
                  </a:lnTo>
                  <a:lnTo>
                    <a:pt x="1426297" y="768881"/>
                  </a:lnTo>
                  <a:lnTo>
                    <a:pt x="1425226" y="770284"/>
                  </a:lnTo>
                  <a:lnTo>
                    <a:pt x="1424154" y="771688"/>
                  </a:lnTo>
                  <a:lnTo>
                    <a:pt x="1423083" y="773092"/>
                  </a:lnTo>
                  <a:lnTo>
                    <a:pt x="1422011" y="774497"/>
                  </a:lnTo>
                  <a:lnTo>
                    <a:pt x="1420939" y="775901"/>
                  </a:lnTo>
                  <a:lnTo>
                    <a:pt x="1419868" y="777306"/>
                  </a:lnTo>
                  <a:lnTo>
                    <a:pt x="1418796" y="778712"/>
                  </a:lnTo>
                  <a:lnTo>
                    <a:pt x="1417725" y="780117"/>
                  </a:lnTo>
                  <a:lnTo>
                    <a:pt x="1416653" y="781523"/>
                  </a:lnTo>
                  <a:lnTo>
                    <a:pt x="1415582" y="782929"/>
                  </a:lnTo>
                  <a:lnTo>
                    <a:pt x="1414510" y="784334"/>
                  </a:lnTo>
                  <a:lnTo>
                    <a:pt x="1413438" y="785741"/>
                  </a:lnTo>
                  <a:lnTo>
                    <a:pt x="1412367" y="787147"/>
                  </a:lnTo>
                  <a:lnTo>
                    <a:pt x="1411295" y="788553"/>
                  </a:lnTo>
                  <a:lnTo>
                    <a:pt x="1410224" y="789959"/>
                  </a:lnTo>
                  <a:lnTo>
                    <a:pt x="1409152" y="791366"/>
                  </a:lnTo>
                  <a:lnTo>
                    <a:pt x="1408080" y="792772"/>
                  </a:lnTo>
                  <a:lnTo>
                    <a:pt x="1407009" y="794179"/>
                  </a:lnTo>
                  <a:lnTo>
                    <a:pt x="1405937" y="795585"/>
                  </a:lnTo>
                  <a:lnTo>
                    <a:pt x="1404866" y="796992"/>
                  </a:lnTo>
                  <a:lnTo>
                    <a:pt x="1403794" y="798398"/>
                  </a:lnTo>
                  <a:lnTo>
                    <a:pt x="1402722" y="799804"/>
                  </a:lnTo>
                  <a:lnTo>
                    <a:pt x="1401651" y="801211"/>
                  </a:lnTo>
                  <a:lnTo>
                    <a:pt x="1400579" y="802617"/>
                  </a:lnTo>
                  <a:lnTo>
                    <a:pt x="1399508" y="804023"/>
                  </a:lnTo>
                  <a:lnTo>
                    <a:pt x="1398436" y="805429"/>
                  </a:lnTo>
                  <a:lnTo>
                    <a:pt x="1397364" y="806834"/>
                  </a:lnTo>
                  <a:lnTo>
                    <a:pt x="1396293" y="808240"/>
                  </a:lnTo>
                  <a:lnTo>
                    <a:pt x="1395221" y="809645"/>
                  </a:lnTo>
                  <a:lnTo>
                    <a:pt x="1394150" y="811050"/>
                  </a:lnTo>
                  <a:lnTo>
                    <a:pt x="1393078" y="812455"/>
                  </a:lnTo>
                  <a:lnTo>
                    <a:pt x="1392006" y="813860"/>
                  </a:lnTo>
                  <a:lnTo>
                    <a:pt x="1390935" y="815264"/>
                  </a:lnTo>
                  <a:lnTo>
                    <a:pt x="1389863" y="816668"/>
                  </a:lnTo>
                  <a:lnTo>
                    <a:pt x="1388792" y="818072"/>
                  </a:lnTo>
                  <a:lnTo>
                    <a:pt x="1387720" y="819476"/>
                  </a:lnTo>
                  <a:lnTo>
                    <a:pt x="1386648" y="820879"/>
                  </a:lnTo>
                  <a:lnTo>
                    <a:pt x="1385577" y="822281"/>
                  </a:lnTo>
                  <a:lnTo>
                    <a:pt x="1384505" y="823684"/>
                  </a:lnTo>
                  <a:lnTo>
                    <a:pt x="1383434" y="825086"/>
                  </a:lnTo>
                  <a:lnTo>
                    <a:pt x="1382362" y="826487"/>
                  </a:lnTo>
                  <a:lnTo>
                    <a:pt x="1381290" y="827888"/>
                  </a:lnTo>
                  <a:lnTo>
                    <a:pt x="1380219" y="829289"/>
                  </a:lnTo>
                  <a:lnTo>
                    <a:pt x="1379147" y="830689"/>
                  </a:lnTo>
                  <a:lnTo>
                    <a:pt x="1378076" y="832089"/>
                  </a:lnTo>
                  <a:lnTo>
                    <a:pt x="1377004" y="833488"/>
                  </a:lnTo>
                  <a:lnTo>
                    <a:pt x="1375932" y="834886"/>
                  </a:lnTo>
                  <a:lnTo>
                    <a:pt x="1374861" y="836284"/>
                  </a:lnTo>
                  <a:lnTo>
                    <a:pt x="1373789" y="837682"/>
                  </a:lnTo>
                  <a:lnTo>
                    <a:pt x="1372718" y="839079"/>
                  </a:lnTo>
                  <a:lnTo>
                    <a:pt x="1371646" y="840475"/>
                  </a:lnTo>
                  <a:lnTo>
                    <a:pt x="1370574" y="841871"/>
                  </a:lnTo>
                  <a:lnTo>
                    <a:pt x="1369503" y="843266"/>
                  </a:lnTo>
                  <a:lnTo>
                    <a:pt x="1368431" y="844660"/>
                  </a:lnTo>
                  <a:lnTo>
                    <a:pt x="1367360" y="846054"/>
                  </a:lnTo>
                  <a:lnTo>
                    <a:pt x="1366288" y="847447"/>
                  </a:lnTo>
                  <a:lnTo>
                    <a:pt x="1365216" y="848839"/>
                  </a:lnTo>
                  <a:lnTo>
                    <a:pt x="1364145" y="850230"/>
                  </a:lnTo>
                  <a:lnTo>
                    <a:pt x="1363073" y="851621"/>
                  </a:lnTo>
                  <a:lnTo>
                    <a:pt x="1362002" y="853011"/>
                  </a:lnTo>
                  <a:lnTo>
                    <a:pt x="1360930" y="854401"/>
                  </a:lnTo>
                  <a:lnTo>
                    <a:pt x="1359858" y="855789"/>
                  </a:lnTo>
                  <a:lnTo>
                    <a:pt x="1358787" y="857177"/>
                  </a:lnTo>
                  <a:lnTo>
                    <a:pt x="1357715" y="858563"/>
                  </a:lnTo>
                  <a:lnTo>
                    <a:pt x="1356644" y="859949"/>
                  </a:lnTo>
                  <a:lnTo>
                    <a:pt x="1355572" y="861335"/>
                  </a:lnTo>
                  <a:lnTo>
                    <a:pt x="1354500" y="862719"/>
                  </a:lnTo>
                  <a:lnTo>
                    <a:pt x="1353429" y="864102"/>
                  </a:lnTo>
                  <a:lnTo>
                    <a:pt x="1352357" y="865484"/>
                  </a:lnTo>
                  <a:lnTo>
                    <a:pt x="1351286" y="866866"/>
                  </a:lnTo>
                  <a:lnTo>
                    <a:pt x="1350214" y="868246"/>
                  </a:lnTo>
                  <a:lnTo>
                    <a:pt x="1349142" y="869626"/>
                  </a:lnTo>
                  <a:lnTo>
                    <a:pt x="1348071" y="871004"/>
                  </a:lnTo>
                  <a:lnTo>
                    <a:pt x="1346999" y="872382"/>
                  </a:lnTo>
                  <a:lnTo>
                    <a:pt x="1345928" y="873759"/>
                  </a:lnTo>
                  <a:lnTo>
                    <a:pt x="1344856" y="875134"/>
                  </a:lnTo>
                  <a:lnTo>
                    <a:pt x="1343784" y="876508"/>
                  </a:lnTo>
                  <a:lnTo>
                    <a:pt x="1342713" y="877882"/>
                  </a:lnTo>
                  <a:lnTo>
                    <a:pt x="1341641" y="879254"/>
                  </a:lnTo>
                  <a:lnTo>
                    <a:pt x="1340570" y="880625"/>
                  </a:lnTo>
                  <a:lnTo>
                    <a:pt x="1339498" y="881995"/>
                  </a:lnTo>
                  <a:lnTo>
                    <a:pt x="1338426" y="883364"/>
                  </a:lnTo>
                  <a:lnTo>
                    <a:pt x="1337355" y="884732"/>
                  </a:lnTo>
                  <a:lnTo>
                    <a:pt x="1336283" y="886099"/>
                  </a:lnTo>
                  <a:lnTo>
                    <a:pt x="1335212" y="887464"/>
                  </a:lnTo>
                  <a:lnTo>
                    <a:pt x="1334140" y="888829"/>
                  </a:lnTo>
                  <a:lnTo>
                    <a:pt x="1333068" y="890192"/>
                  </a:lnTo>
                  <a:lnTo>
                    <a:pt x="1331997" y="891553"/>
                  </a:lnTo>
                  <a:lnTo>
                    <a:pt x="1330925" y="892914"/>
                  </a:lnTo>
                  <a:lnTo>
                    <a:pt x="1329854" y="894273"/>
                  </a:lnTo>
                  <a:lnTo>
                    <a:pt x="1328782" y="895631"/>
                  </a:lnTo>
                  <a:lnTo>
                    <a:pt x="1327710" y="896988"/>
                  </a:lnTo>
                  <a:lnTo>
                    <a:pt x="1326639" y="898344"/>
                  </a:lnTo>
                  <a:lnTo>
                    <a:pt x="1325567" y="899698"/>
                  </a:lnTo>
                  <a:lnTo>
                    <a:pt x="1324496" y="901051"/>
                  </a:lnTo>
                  <a:lnTo>
                    <a:pt x="1323424" y="902402"/>
                  </a:lnTo>
                  <a:lnTo>
                    <a:pt x="1322352" y="903752"/>
                  </a:lnTo>
                  <a:lnTo>
                    <a:pt x="1321281" y="905101"/>
                  </a:lnTo>
                  <a:lnTo>
                    <a:pt x="1320209" y="906448"/>
                  </a:lnTo>
                  <a:lnTo>
                    <a:pt x="1319138" y="907794"/>
                  </a:lnTo>
                  <a:lnTo>
                    <a:pt x="1318066" y="909139"/>
                  </a:lnTo>
                  <a:lnTo>
                    <a:pt x="1316994" y="910482"/>
                  </a:lnTo>
                  <a:lnTo>
                    <a:pt x="1315923" y="911823"/>
                  </a:lnTo>
                  <a:lnTo>
                    <a:pt x="1314851" y="913163"/>
                  </a:lnTo>
                  <a:lnTo>
                    <a:pt x="1313780" y="914502"/>
                  </a:lnTo>
                  <a:lnTo>
                    <a:pt x="1312708" y="915839"/>
                  </a:lnTo>
                  <a:lnTo>
                    <a:pt x="1311636" y="917175"/>
                  </a:lnTo>
                  <a:lnTo>
                    <a:pt x="1310565" y="918509"/>
                  </a:lnTo>
                  <a:lnTo>
                    <a:pt x="1309493" y="919841"/>
                  </a:lnTo>
                  <a:lnTo>
                    <a:pt x="1308422" y="921172"/>
                  </a:lnTo>
                  <a:lnTo>
                    <a:pt x="1307350" y="922502"/>
                  </a:lnTo>
                  <a:lnTo>
                    <a:pt x="1306278" y="923830"/>
                  </a:lnTo>
                  <a:lnTo>
                    <a:pt x="1305207" y="925156"/>
                  </a:lnTo>
                  <a:lnTo>
                    <a:pt x="1304135" y="926480"/>
                  </a:lnTo>
                  <a:lnTo>
                    <a:pt x="1303064" y="927803"/>
                  </a:lnTo>
                  <a:lnTo>
                    <a:pt x="1301992" y="929125"/>
                  </a:lnTo>
                  <a:lnTo>
                    <a:pt x="1300920" y="930444"/>
                  </a:lnTo>
                  <a:lnTo>
                    <a:pt x="1299849" y="931762"/>
                  </a:lnTo>
                  <a:lnTo>
                    <a:pt x="1298777" y="933079"/>
                  </a:lnTo>
                  <a:lnTo>
                    <a:pt x="1297706" y="934393"/>
                  </a:lnTo>
                  <a:lnTo>
                    <a:pt x="1296634" y="935706"/>
                  </a:lnTo>
                  <a:lnTo>
                    <a:pt x="1295562" y="937018"/>
                  </a:lnTo>
                  <a:lnTo>
                    <a:pt x="1294491" y="938327"/>
                  </a:lnTo>
                  <a:lnTo>
                    <a:pt x="1293419" y="939635"/>
                  </a:lnTo>
                  <a:lnTo>
                    <a:pt x="1292348" y="940941"/>
                  </a:lnTo>
                  <a:lnTo>
                    <a:pt x="1291276" y="942245"/>
                  </a:lnTo>
                  <a:lnTo>
                    <a:pt x="1290204" y="943547"/>
                  </a:lnTo>
                  <a:lnTo>
                    <a:pt x="1289133" y="944848"/>
                  </a:lnTo>
                  <a:lnTo>
                    <a:pt x="1288061" y="946146"/>
                  </a:lnTo>
                  <a:lnTo>
                    <a:pt x="1286990" y="947443"/>
                  </a:lnTo>
                  <a:lnTo>
                    <a:pt x="1285918" y="948738"/>
                  </a:lnTo>
                  <a:lnTo>
                    <a:pt x="1284846" y="950032"/>
                  </a:lnTo>
                  <a:lnTo>
                    <a:pt x="1283775" y="951323"/>
                  </a:lnTo>
                  <a:lnTo>
                    <a:pt x="1282703" y="952612"/>
                  </a:lnTo>
                  <a:lnTo>
                    <a:pt x="1281632" y="953900"/>
                  </a:lnTo>
                  <a:lnTo>
                    <a:pt x="1280560" y="955186"/>
                  </a:lnTo>
                  <a:lnTo>
                    <a:pt x="1279488" y="956469"/>
                  </a:lnTo>
                  <a:lnTo>
                    <a:pt x="1278417" y="957751"/>
                  </a:lnTo>
                  <a:lnTo>
                    <a:pt x="1277345" y="959031"/>
                  </a:lnTo>
                  <a:lnTo>
                    <a:pt x="1276274" y="960309"/>
                  </a:lnTo>
                  <a:lnTo>
                    <a:pt x="1275202" y="961585"/>
                  </a:lnTo>
                  <a:lnTo>
                    <a:pt x="1274130" y="962858"/>
                  </a:lnTo>
                  <a:lnTo>
                    <a:pt x="1273059" y="964130"/>
                  </a:lnTo>
                  <a:lnTo>
                    <a:pt x="1271987" y="965400"/>
                  </a:lnTo>
                  <a:lnTo>
                    <a:pt x="1270916" y="966668"/>
                  </a:lnTo>
                  <a:lnTo>
                    <a:pt x="1269844" y="967934"/>
                  </a:lnTo>
                  <a:lnTo>
                    <a:pt x="1268772" y="969198"/>
                  </a:lnTo>
                  <a:lnTo>
                    <a:pt x="1267701" y="970459"/>
                  </a:lnTo>
                  <a:lnTo>
                    <a:pt x="1266629" y="971719"/>
                  </a:lnTo>
                  <a:lnTo>
                    <a:pt x="1265558" y="972976"/>
                  </a:lnTo>
                  <a:lnTo>
                    <a:pt x="1264486" y="974232"/>
                  </a:lnTo>
                  <a:lnTo>
                    <a:pt x="1263414" y="975485"/>
                  </a:lnTo>
                  <a:lnTo>
                    <a:pt x="1262343" y="976736"/>
                  </a:lnTo>
                  <a:lnTo>
                    <a:pt x="1261271" y="977986"/>
                  </a:lnTo>
                  <a:lnTo>
                    <a:pt x="1260200" y="979232"/>
                  </a:lnTo>
                  <a:lnTo>
                    <a:pt x="1259128" y="980477"/>
                  </a:lnTo>
                  <a:lnTo>
                    <a:pt x="1258056" y="981720"/>
                  </a:lnTo>
                  <a:lnTo>
                    <a:pt x="1256985" y="982960"/>
                  </a:lnTo>
                  <a:lnTo>
                    <a:pt x="1255913" y="984199"/>
                  </a:lnTo>
                  <a:lnTo>
                    <a:pt x="1254842" y="985435"/>
                  </a:lnTo>
                  <a:lnTo>
                    <a:pt x="1253770" y="986668"/>
                  </a:lnTo>
                  <a:lnTo>
                    <a:pt x="1252698" y="987900"/>
                  </a:lnTo>
                  <a:lnTo>
                    <a:pt x="1251627" y="989129"/>
                  </a:lnTo>
                  <a:lnTo>
                    <a:pt x="1250555" y="990356"/>
                  </a:lnTo>
                  <a:lnTo>
                    <a:pt x="1249484" y="991581"/>
                  </a:lnTo>
                  <a:lnTo>
                    <a:pt x="1248412" y="992804"/>
                  </a:lnTo>
                  <a:lnTo>
                    <a:pt x="1247340" y="994024"/>
                  </a:lnTo>
                  <a:lnTo>
                    <a:pt x="1246269" y="995242"/>
                  </a:lnTo>
                  <a:lnTo>
                    <a:pt x="1245197" y="996458"/>
                  </a:lnTo>
                  <a:lnTo>
                    <a:pt x="1244126" y="997671"/>
                  </a:lnTo>
                  <a:lnTo>
                    <a:pt x="1243054" y="998882"/>
                  </a:lnTo>
                  <a:lnTo>
                    <a:pt x="1241983" y="1000091"/>
                  </a:lnTo>
                  <a:lnTo>
                    <a:pt x="1240911" y="1001297"/>
                  </a:lnTo>
                  <a:lnTo>
                    <a:pt x="1239839" y="1002501"/>
                  </a:lnTo>
                  <a:lnTo>
                    <a:pt x="1238768" y="1003703"/>
                  </a:lnTo>
                  <a:lnTo>
                    <a:pt x="1237696" y="1004902"/>
                  </a:lnTo>
                  <a:lnTo>
                    <a:pt x="1236625" y="1006099"/>
                  </a:lnTo>
                  <a:lnTo>
                    <a:pt x="1235553" y="1007293"/>
                  </a:lnTo>
                  <a:lnTo>
                    <a:pt x="1234481" y="1008485"/>
                  </a:lnTo>
                  <a:lnTo>
                    <a:pt x="1233410" y="1009675"/>
                  </a:lnTo>
                  <a:lnTo>
                    <a:pt x="1232338" y="1010862"/>
                  </a:lnTo>
                  <a:lnTo>
                    <a:pt x="1231267" y="1012047"/>
                  </a:lnTo>
                  <a:lnTo>
                    <a:pt x="1230195" y="1013229"/>
                  </a:lnTo>
                  <a:lnTo>
                    <a:pt x="1229123" y="1014409"/>
                  </a:lnTo>
                  <a:lnTo>
                    <a:pt x="1228052" y="1015586"/>
                  </a:lnTo>
                  <a:lnTo>
                    <a:pt x="1226980" y="1016761"/>
                  </a:lnTo>
                  <a:lnTo>
                    <a:pt x="1225909" y="1017934"/>
                  </a:lnTo>
                  <a:lnTo>
                    <a:pt x="1224837" y="1019103"/>
                  </a:lnTo>
                  <a:lnTo>
                    <a:pt x="1223765" y="1020271"/>
                  </a:lnTo>
                  <a:lnTo>
                    <a:pt x="1222694" y="1021436"/>
                  </a:lnTo>
                  <a:lnTo>
                    <a:pt x="1221622" y="1022598"/>
                  </a:lnTo>
                  <a:lnTo>
                    <a:pt x="1220551" y="1023758"/>
                  </a:lnTo>
                  <a:lnTo>
                    <a:pt x="1219479" y="1024915"/>
                  </a:lnTo>
                  <a:lnTo>
                    <a:pt x="1218407" y="1026069"/>
                  </a:lnTo>
                  <a:lnTo>
                    <a:pt x="1217336" y="1027222"/>
                  </a:lnTo>
                  <a:lnTo>
                    <a:pt x="1216264" y="1028371"/>
                  </a:lnTo>
                  <a:lnTo>
                    <a:pt x="1215193" y="1029518"/>
                  </a:lnTo>
                  <a:lnTo>
                    <a:pt x="1214121" y="1030662"/>
                  </a:lnTo>
                  <a:lnTo>
                    <a:pt x="1213049" y="1031804"/>
                  </a:lnTo>
                  <a:lnTo>
                    <a:pt x="1211978" y="1032943"/>
                  </a:lnTo>
                  <a:lnTo>
                    <a:pt x="1210906" y="1034079"/>
                  </a:lnTo>
                  <a:lnTo>
                    <a:pt x="1209835" y="1035213"/>
                  </a:lnTo>
                  <a:lnTo>
                    <a:pt x="1208763" y="1036344"/>
                  </a:lnTo>
                  <a:lnTo>
                    <a:pt x="1207691" y="1037472"/>
                  </a:lnTo>
                  <a:lnTo>
                    <a:pt x="1206620" y="1038598"/>
                  </a:lnTo>
                  <a:lnTo>
                    <a:pt x="1205548" y="1039721"/>
                  </a:lnTo>
                  <a:lnTo>
                    <a:pt x="1204477" y="1040842"/>
                  </a:lnTo>
                  <a:lnTo>
                    <a:pt x="1203405" y="1041959"/>
                  </a:lnTo>
                  <a:lnTo>
                    <a:pt x="1202333" y="1043075"/>
                  </a:lnTo>
                  <a:lnTo>
                    <a:pt x="1201262" y="1044187"/>
                  </a:lnTo>
                  <a:lnTo>
                    <a:pt x="1200190" y="1045296"/>
                  </a:lnTo>
                  <a:lnTo>
                    <a:pt x="1199119" y="1046403"/>
                  </a:lnTo>
                  <a:lnTo>
                    <a:pt x="1198047" y="1047507"/>
                  </a:lnTo>
                  <a:lnTo>
                    <a:pt x="1196975" y="1048609"/>
                  </a:lnTo>
                  <a:lnTo>
                    <a:pt x="1195904" y="1049707"/>
                  </a:lnTo>
                  <a:lnTo>
                    <a:pt x="1194832" y="1050803"/>
                  </a:lnTo>
                  <a:lnTo>
                    <a:pt x="1193761" y="1051896"/>
                  </a:lnTo>
                  <a:lnTo>
                    <a:pt x="1192689" y="1052986"/>
                  </a:lnTo>
                  <a:lnTo>
                    <a:pt x="1191617" y="1054074"/>
                  </a:lnTo>
                  <a:lnTo>
                    <a:pt x="1190546" y="1055159"/>
                  </a:lnTo>
                  <a:lnTo>
                    <a:pt x="1189474" y="1056240"/>
                  </a:lnTo>
                  <a:lnTo>
                    <a:pt x="1188403" y="1057319"/>
                  </a:lnTo>
                  <a:lnTo>
                    <a:pt x="1187331" y="1058396"/>
                  </a:lnTo>
                  <a:lnTo>
                    <a:pt x="1186259" y="1059469"/>
                  </a:lnTo>
                  <a:lnTo>
                    <a:pt x="1185188" y="1060540"/>
                  </a:lnTo>
                  <a:lnTo>
                    <a:pt x="1184116" y="1061607"/>
                  </a:lnTo>
                  <a:lnTo>
                    <a:pt x="1183045" y="1062672"/>
                  </a:lnTo>
                  <a:lnTo>
                    <a:pt x="1181973" y="1063734"/>
                  </a:lnTo>
                  <a:lnTo>
                    <a:pt x="1180901" y="1064793"/>
                  </a:lnTo>
                  <a:lnTo>
                    <a:pt x="1179830" y="1065849"/>
                  </a:lnTo>
                  <a:lnTo>
                    <a:pt x="1178758" y="1066903"/>
                  </a:lnTo>
                  <a:lnTo>
                    <a:pt x="1177687" y="1067953"/>
                  </a:lnTo>
                  <a:lnTo>
                    <a:pt x="1176615" y="1069001"/>
                  </a:lnTo>
                  <a:lnTo>
                    <a:pt x="1175543" y="1070045"/>
                  </a:lnTo>
                  <a:lnTo>
                    <a:pt x="1174472" y="1071087"/>
                  </a:lnTo>
                  <a:lnTo>
                    <a:pt x="1173400" y="1072126"/>
                  </a:lnTo>
                  <a:lnTo>
                    <a:pt x="1172329" y="1073161"/>
                  </a:lnTo>
                  <a:lnTo>
                    <a:pt x="1171257" y="1074194"/>
                  </a:lnTo>
                  <a:lnTo>
                    <a:pt x="1170185" y="1075224"/>
                  </a:lnTo>
                  <a:lnTo>
                    <a:pt x="1169114" y="1076251"/>
                  </a:lnTo>
                  <a:lnTo>
                    <a:pt x="1168042" y="1077275"/>
                  </a:lnTo>
                  <a:lnTo>
                    <a:pt x="1166971" y="1078296"/>
                  </a:lnTo>
                  <a:lnTo>
                    <a:pt x="1165899" y="1079314"/>
                  </a:lnTo>
                  <a:lnTo>
                    <a:pt x="1164827" y="1080329"/>
                  </a:lnTo>
                  <a:lnTo>
                    <a:pt x="1163756" y="1081341"/>
                  </a:lnTo>
                  <a:lnTo>
                    <a:pt x="1162684" y="1082350"/>
                  </a:lnTo>
                  <a:lnTo>
                    <a:pt x="1161613" y="1083356"/>
                  </a:lnTo>
                  <a:lnTo>
                    <a:pt x="1160541" y="1084359"/>
                  </a:lnTo>
                  <a:lnTo>
                    <a:pt x="1159469" y="1085359"/>
                  </a:lnTo>
                  <a:lnTo>
                    <a:pt x="1158398" y="1086356"/>
                  </a:lnTo>
                  <a:lnTo>
                    <a:pt x="1157326" y="1087349"/>
                  </a:lnTo>
                  <a:lnTo>
                    <a:pt x="1156255" y="1088340"/>
                  </a:lnTo>
                  <a:lnTo>
                    <a:pt x="1155183" y="1089328"/>
                  </a:lnTo>
                  <a:lnTo>
                    <a:pt x="1154111" y="1090313"/>
                  </a:lnTo>
                  <a:lnTo>
                    <a:pt x="1153040" y="1091294"/>
                  </a:lnTo>
                  <a:lnTo>
                    <a:pt x="1151968" y="1092273"/>
                  </a:lnTo>
                  <a:lnTo>
                    <a:pt x="1150897" y="1093248"/>
                  </a:lnTo>
                  <a:lnTo>
                    <a:pt x="1149825" y="1094220"/>
                  </a:lnTo>
                  <a:lnTo>
                    <a:pt x="1148753" y="1095190"/>
                  </a:lnTo>
                  <a:lnTo>
                    <a:pt x="1147682" y="1096156"/>
                  </a:lnTo>
                  <a:lnTo>
                    <a:pt x="1146610" y="1097119"/>
                  </a:lnTo>
                  <a:lnTo>
                    <a:pt x="1145539" y="1098079"/>
                  </a:lnTo>
                  <a:lnTo>
                    <a:pt x="1144467" y="1099036"/>
                  </a:lnTo>
                  <a:lnTo>
                    <a:pt x="1143395" y="1099989"/>
                  </a:lnTo>
                  <a:lnTo>
                    <a:pt x="1142324" y="1100940"/>
                  </a:lnTo>
                  <a:lnTo>
                    <a:pt x="1141252" y="1101887"/>
                  </a:lnTo>
                  <a:lnTo>
                    <a:pt x="1140181" y="1102831"/>
                  </a:lnTo>
                  <a:lnTo>
                    <a:pt x="1139109" y="1103772"/>
                  </a:lnTo>
                  <a:lnTo>
                    <a:pt x="1138037" y="1104710"/>
                  </a:lnTo>
                  <a:lnTo>
                    <a:pt x="1136966" y="1105645"/>
                  </a:lnTo>
                  <a:lnTo>
                    <a:pt x="1135894" y="1106576"/>
                  </a:lnTo>
                  <a:lnTo>
                    <a:pt x="1134823" y="1107505"/>
                  </a:lnTo>
                  <a:lnTo>
                    <a:pt x="1133751" y="1108430"/>
                  </a:lnTo>
                  <a:lnTo>
                    <a:pt x="1132679" y="1109352"/>
                  </a:lnTo>
                  <a:lnTo>
                    <a:pt x="1131608" y="1110270"/>
                  </a:lnTo>
                  <a:lnTo>
                    <a:pt x="1130536" y="1111186"/>
                  </a:lnTo>
                  <a:lnTo>
                    <a:pt x="1129465" y="1112098"/>
                  </a:lnTo>
                  <a:lnTo>
                    <a:pt x="1128393" y="1113007"/>
                  </a:lnTo>
                  <a:lnTo>
                    <a:pt x="1127321" y="1113913"/>
                  </a:lnTo>
                  <a:lnTo>
                    <a:pt x="1126250" y="1114816"/>
                  </a:lnTo>
                  <a:lnTo>
                    <a:pt x="1125178" y="1115715"/>
                  </a:lnTo>
                  <a:lnTo>
                    <a:pt x="1124107" y="1116611"/>
                  </a:lnTo>
                  <a:lnTo>
                    <a:pt x="1123035" y="1117504"/>
                  </a:lnTo>
                  <a:lnTo>
                    <a:pt x="1121963" y="1118394"/>
                  </a:lnTo>
                  <a:lnTo>
                    <a:pt x="1120892" y="1119281"/>
                  </a:lnTo>
                  <a:lnTo>
                    <a:pt x="1119820" y="1120164"/>
                  </a:lnTo>
                  <a:lnTo>
                    <a:pt x="1118749" y="1121044"/>
                  </a:lnTo>
                  <a:lnTo>
                    <a:pt x="1117677" y="1121922"/>
                  </a:lnTo>
                  <a:lnTo>
                    <a:pt x="1116605" y="1122796"/>
                  </a:lnTo>
                  <a:lnTo>
                    <a:pt x="1115534" y="1123666"/>
                  </a:lnTo>
                  <a:lnTo>
                    <a:pt x="1114462" y="1124534"/>
                  </a:lnTo>
                  <a:lnTo>
                    <a:pt x="1113391" y="1125399"/>
                  </a:lnTo>
                  <a:lnTo>
                    <a:pt x="1112319" y="1126260"/>
                  </a:lnTo>
                  <a:lnTo>
                    <a:pt x="1111247" y="1127119"/>
                  </a:lnTo>
                  <a:lnTo>
                    <a:pt x="1110176" y="1127974"/>
                  </a:lnTo>
                  <a:lnTo>
                    <a:pt x="1109104" y="1128827"/>
                  </a:lnTo>
                  <a:lnTo>
                    <a:pt x="1108033" y="1129676"/>
                  </a:lnTo>
                  <a:lnTo>
                    <a:pt x="1106961" y="1130522"/>
                  </a:lnTo>
                  <a:lnTo>
                    <a:pt x="1105889" y="1131366"/>
                  </a:lnTo>
                  <a:lnTo>
                    <a:pt x="1104818" y="1132206"/>
                  </a:lnTo>
                  <a:lnTo>
                    <a:pt x="1103746" y="1133043"/>
                  </a:lnTo>
                  <a:lnTo>
                    <a:pt x="1102675" y="1133878"/>
                  </a:lnTo>
                  <a:lnTo>
                    <a:pt x="1101603" y="1134709"/>
                  </a:lnTo>
                  <a:lnTo>
                    <a:pt x="1100531" y="1135538"/>
                  </a:lnTo>
                  <a:lnTo>
                    <a:pt x="1099460" y="1136363"/>
                  </a:lnTo>
                  <a:lnTo>
                    <a:pt x="1098388" y="1137186"/>
                  </a:lnTo>
                  <a:lnTo>
                    <a:pt x="1097317" y="1138005"/>
                  </a:lnTo>
                  <a:lnTo>
                    <a:pt x="1096245" y="1138822"/>
                  </a:lnTo>
                  <a:lnTo>
                    <a:pt x="1095173" y="1139636"/>
                  </a:lnTo>
                  <a:lnTo>
                    <a:pt x="1094102" y="1140447"/>
                  </a:lnTo>
                  <a:lnTo>
                    <a:pt x="1093030" y="1141255"/>
                  </a:lnTo>
                  <a:lnTo>
                    <a:pt x="1091959" y="1142060"/>
                  </a:lnTo>
                  <a:lnTo>
                    <a:pt x="1090887" y="1142863"/>
                  </a:lnTo>
                  <a:lnTo>
                    <a:pt x="1089815" y="1143663"/>
                  </a:lnTo>
                  <a:lnTo>
                    <a:pt x="1088744" y="1144459"/>
                  </a:lnTo>
                  <a:lnTo>
                    <a:pt x="1087672" y="1145253"/>
                  </a:lnTo>
                  <a:lnTo>
                    <a:pt x="1086601" y="1146044"/>
                  </a:lnTo>
                  <a:lnTo>
                    <a:pt x="1085529" y="1146833"/>
                  </a:lnTo>
                  <a:lnTo>
                    <a:pt x="1084457" y="1147619"/>
                  </a:lnTo>
                  <a:lnTo>
                    <a:pt x="1083386" y="1148401"/>
                  </a:lnTo>
                  <a:lnTo>
                    <a:pt x="1082314" y="1149182"/>
                  </a:lnTo>
                  <a:lnTo>
                    <a:pt x="1081243" y="1149959"/>
                  </a:lnTo>
                  <a:lnTo>
                    <a:pt x="1080171" y="1150734"/>
                  </a:lnTo>
                  <a:lnTo>
                    <a:pt x="1079099" y="1151506"/>
                  </a:lnTo>
                  <a:lnTo>
                    <a:pt x="1078028" y="1152275"/>
                  </a:lnTo>
                  <a:lnTo>
                    <a:pt x="1076956" y="1153041"/>
                  </a:lnTo>
                  <a:lnTo>
                    <a:pt x="1075885" y="1153805"/>
                  </a:lnTo>
                  <a:lnTo>
                    <a:pt x="1074813" y="1154566"/>
                  </a:lnTo>
                  <a:lnTo>
                    <a:pt x="1073741" y="1155325"/>
                  </a:lnTo>
                  <a:lnTo>
                    <a:pt x="1072670" y="1156081"/>
                  </a:lnTo>
                  <a:lnTo>
                    <a:pt x="1071598" y="1156834"/>
                  </a:lnTo>
                  <a:lnTo>
                    <a:pt x="1070527" y="1157585"/>
                  </a:lnTo>
                  <a:lnTo>
                    <a:pt x="1069455" y="1158333"/>
                  </a:lnTo>
                  <a:lnTo>
                    <a:pt x="1068383" y="1159078"/>
                  </a:lnTo>
                  <a:lnTo>
                    <a:pt x="1067312" y="1159821"/>
                  </a:lnTo>
                  <a:lnTo>
                    <a:pt x="1066240" y="1160561"/>
                  </a:lnTo>
                  <a:lnTo>
                    <a:pt x="1065169" y="1161299"/>
                  </a:lnTo>
                  <a:lnTo>
                    <a:pt x="1064097" y="1162034"/>
                  </a:lnTo>
                  <a:lnTo>
                    <a:pt x="1063026" y="1162767"/>
                  </a:lnTo>
                  <a:lnTo>
                    <a:pt x="1061954" y="1163497"/>
                  </a:lnTo>
                  <a:lnTo>
                    <a:pt x="1060882" y="1164225"/>
                  </a:lnTo>
                  <a:lnTo>
                    <a:pt x="1059811" y="1164950"/>
                  </a:lnTo>
                  <a:lnTo>
                    <a:pt x="1058739" y="1165672"/>
                  </a:lnTo>
                  <a:lnTo>
                    <a:pt x="1057668" y="1166392"/>
                  </a:lnTo>
                  <a:lnTo>
                    <a:pt x="1056596" y="1167110"/>
                  </a:lnTo>
                  <a:lnTo>
                    <a:pt x="1055524" y="1167825"/>
                  </a:lnTo>
                  <a:lnTo>
                    <a:pt x="1054453" y="1168538"/>
                  </a:lnTo>
                  <a:lnTo>
                    <a:pt x="1053381" y="1169248"/>
                  </a:lnTo>
                  <a:lnTo>
                    <a:pt x="1052310" y="1169956"/>
                  </a:lnTo>
                  <a:lnTo>
                    <a:pt x="1051238" y="1170661"/>
                  </a:lnTo>
                  <a:lnTo>
                    <a:pt x="1050166" y="1171364"/>
                  </a:lnTo>
                  <a:lnTo>
                    <a:pt x="1049095" y="1172065"/>
                  </a:lnTo>
                  <a:lnTo>
                    <a:pt x="1048023" y="1172763"/>
                  </a:lnTo>
                  <a:lnTo>
                    <a:pt x="1046952" y="1173459"/>
                  </a:lnTo>
                  <a:lnTo>
                    <a:pt x="1045880" y="1174152"/>
                  </a:lnTo>
                  <a:lnTo>
                    <a:pt x="1044808" y="1174843"/>
                  </a:lnTo>
                  <a:lnTo>
                    <a:pt x="1043737" y="1175532"/>
                  </a:lnTo>
                  <a:lnTo>
                    <a:pt x="1042665" y="1176218"/>
                  </a:lnTo>
                  <a:lnTo>
                    <a:pt x="1041594" y="1176902"/>
                  </a:lnTo>
                  <a:lnTo>
                    <a:pt x="1040522" y="1177584"/>
                  </a:lnTo>
                  <a:lnTo>
                    <a:pt x="1039450" y="1178263"/>
                  </a:lnTo>
                  <a:lnTo>
                    <a:pt x="1038379" y="1178941"/>
                  </a:lnTo>
                  <a:lnTo>
                    <a:pt x="1037307" y="1179616"/>
                  </a:lnTo>
                  <a:lnTo>
                    <a:pt x="1036236" y="1180288"/>
                  </a:lnTo>
                  <a:lnTo>
                    <a:pt x="1035164" y="1180959"/>
                  </a:lnTo>
                  <a:lnTo>
                    <a:pt x="1034092" y="1181627"/>
                  </a:lnTo>
                  <a:lnTo>
                    <a:pt x="1033021" y="1182293"/>
                  </a:lnTo>
                  <a:lnTo>
                    <a:pt x="1031949" y="1182956"/>
                  </a:lnTo>
                  <a:lnTo>
                    <a:pt x="1030878" y="1183618"/>
                  </a:lnTo>
                  <a:lnTo>
                    <a:pt x="1029806" y="1184277"/>
                  </a:lnTo>
                  <a:lnTo>
                    <a:pt x="1028734" y="1184934"/>
                  </a:lnTo>
                  <a:lnTo>
                    <a:pt x="1027663" y="1185589"/>
                  </a:lnTo>
                  <a:lnTo>
                    <a:pt x="1026591" y="1186242"/>
                  </a:lnTo>
                  <a:lnTo>
                    <a:pt x="1025520" y="1186892"/>
                  </a:lnTo>
                  <a:lnTo>
                    <a:pt x="1024448" y="1187541"/>
                  </a:lnTo>
                  <a:lnTo>
                    <a:pt x="1023376" y="1188187"/>
                  </a:lnTo>
                  <a:lnTo>
                    <a:pt x="1022305" y="1188831"/>
                  </a:lnTo>
                  <a:lnTo>
                    <a:pt x="1021233" y="1189473"/>
                  </a:lnTo>
                  <a:lnTo>
                    <a:pt x="1020162" y="1190113"/>
                  </a:lnTo>
                  <a:lnTo>
                    <a:pt x="1019090" y="1190751"/>
                  </a:lnTo>
                  <a:lnTo>
                    <a:pt x="1018018" y="1191386"/>
                  </a:lnTo>
                  <a:lnTo>
                    <a:pt x="1016947" y="1192020"/>
                  </a:lnTo>
                  <a:lnTo>
                    <a:pt x="1015875" y="1192652"/>
                  </a:lnTo>
                  <a:lnTo>
                    <a:pt x="1014804" y="1193281"/>
                  </a:lnTo>
                  <a:lnTo>
                    <a:pt x="1013732" y="1193909"/>
                  </a:lnTo>
                  <a:lnTo>
                    <a:pt x="1012660" y="1194534"/>
                  </a:lnTo>
                  <a:lnTo>
                    <a:pt x="1011589" y="1195157"/>
                  </a:lnTo>
                  <a:lnTo>
                    <a:pt x="1010517" y="1195779"/>
                  </a:lnTo>
                  <a:lnTo>
                    <a:pt x="1009446" y="1196398"/>
                  </a:lnTo>
                  <a:lnTo>
                    <a:pt x="1008374" y="1197016"/>
                  </a:lnTo>
                  <a:lnTo>
                    <a:pt x="1007302" y="1197631"/>
                  </a:lnTo>
                  <a:lnTo>
                    <a:pt x="1006231" y="1198244"/>
                  </a:lnTo>
                  <a:lnTo>
                    <a:pt x="1005159" y="1198856"/>
                  </a:lnTo>
                  <a:lnTo>
                    <a:pt x="1004088" y="1199465"/>
                  </a:lnTo>
                  <a:lnTo>
                    <a:pt x="1003016" y="1200073"/>
                  </a:lnTo>
                  <a:lnTo>
                    <a:pt x="1001944" y="1200679"/>
                  </a:lnTo>
                  <a:lnTo>
                    <a:pt x="1000873" y="1201282"/>
                  </a:lnTo>
                  <a:lnTo>
                    <a:pt x="999801" y="1201884"/>
                  </a:lnTo>
                  <a:lnTo>
                    <a:pt x="998730" y="1202484"/>
                  </a:lnTo>
                  <a:lnTo>
                    <a:pt x="997658" y="1203082"/>
                  </a:lnTo>
                  <a:lnTo>
                    <a:pt x="996586" y="1203678"/>
                  </a:lnTo>
                  <a:lnTo>
                    <a:pt x="995515" y="1204273"/>
                  </a:lnTo>
                  <a:lnTo>
                    <a:pt x="994443" y="1204865"/>
                  </a:lnTo>
                  <a:lnTo>
                    <a:pt x="993372" y="1205456"/>
                  </a:lnTo>
                  <a:lnTo>
                    <a:pt x="992300" y="1206044"/>
                  </a:lnTo>
                  <a:lnTo>
                    <a:pt x="991228" y="1206631"/>
                  </a:lnTo>
                  <a:lnTo>
                    <a:pt x="990157" y="1207216"/>
                  </a:lnTo>
                  <a:lnTo>
                    <a:pt x="989085" y="1207800"/>
                  </a:lnTo>
                  <a:lnTo>
                    <a:pt x="988014" y="1208381"/>
                  </a:lnTo>
                  <a:lnTo>
                    <a:pt x="986942" y="1208961"/>
                  </a:lnTo>
                  <a:lnTo>
                    <a:pt x="985870" y="1209539"/>
                  </a:lnTo>
                  <a:lnTo>
                    <a:pt x="984799" y="1210115"/>
                  </a:lnTo>
                  <a:lnTo>
                    <a:pt x="983727" y="1210689"/>
                  </a:lnTo>
                  <a:lnTo>
                    <a:pt x="982656" y="1211262"/>
                  </a:lnTo>
                  <a:lnTo>
                    <a:pt x="981584" y="1211833"/>
                  </a:lnTo>
                  <a:lnTo>
                    <a:pt x="980512" y="1212402"/>
                  </a:lnTo>
                  <a:lnTo>
                    <a:pt x="979441" y="1212970"/>
                  </a:lnTo>
                  <a:lnTo>
                    <a:pt x="978369" y="1213536"/>
                  </a:lnTo>
                  <a:lnTo>
                    <a:pt x="977298" y="1214100"/>
                  </a:lnTo>
                  <a:lnTo>
                    <a:pt x="976226" y="1214662"/>
                  </a:lnTo>
                  <a:lnTo>
                    <a:pt x="975154" y="1215223"/>
                  </a:lnTo>
                  <a:lnTo>
                    <a:pt x="974083" y="1215782"/>
                  </a:lnTo>
                  <a:lnTo>
                    <a:pt x="973011" y="1216339"/>
                  </a:lnTo>
                  <a:lnTo>
                    <a:pt x="971940" y="1216895"/>
                  </a:lnTo>
                  <a:lnTo>
                    <a:pt x="970868" y="1217449"/>
                  </a:lnTo>
                  <a:lnTo>
                    <a:pt x="969796" y="1218002"/>
                  </a:lnTo>
                  <a:lnTo>
                    <a:pt x="968725" y="1218552"/>
                  </a:lnTo>
                  <a:lnTo>
                    <a:pt x="967653" y="1219102"/>
                  </a:lnTo>
                  <a:lnTo>
                    <a:pt x="966582" y="1219649"/>
                  </a:lnTo>
                  <a:lnTo>
                    <a:pt x="965510" y="1220196"/>
                  </a:lnTo>
                  <a:lnTo>
                    <a:pt x="964438" y="1220740"/>
                  </a:lnTo>
                  <a:lnTo>
                    <a:pt x="963367" y="1221283"/>
                  </a:lnTo>
                  <a:lnTo>
                    <a:pt x="962295" y="1221824"/>
                  </a:lnTo>
                  <a:lnTo>
                    <a:pt x="961224" y="1222364"/>
                  </a:lnTo>
                  <a:lnTo>
                    <a:pt x="960152" y="1222903"/>
                  </a:lnTo>
                  <a:lnTo>
                    <a:pt x="959080" y="1223439"/>
                  </a:lnTo>
                  <a:lnTo>
                    <a:pt x="958009" y="1223975"/>
                  </a:lnTo>
                  <a:lnTo>
                    <a:pt x="956937" y="1224508"/>
                  </a:lnTo>
                  <a:lnTo>
                    <a:pt x="955866" y="1225041"/>
                  </a:lnTo>
                  <a:lnTo>
                    <a:pt x="954794" y="1225572"/>
                  </a:lnTo>
                  <a:lnTo>
                    <a:pt x="953722" y="1226101"/>
                  </a:lnTo>
                  <a:lnTo>
                    <a:pt x="952651" y="1226629"/>
                  </a:lnTo>
                  <a:lnTo>
                    <a:pt x="951579" y="1227155"/>
                  </a:lnTo>
                  <a:lnTo>
                    <a:pt x="950508" y="1227680"/>
                  </a:lnTo>
                  <a:lnTo>
                    <a:pt x="949436" y="1228204"/>
                  </a:lnTo>
                  <a:lnTo>
                    <a:pt x="948364" y="1228726"/>
                  </a:lnTo>
                  <a:lnTo>
                    <a:pt x="947293" y="1229246"/>
                  </a:lnTo>
                  <a:lnTo>
                    <a:pt x="946221" y="1229766"/>
                  </a:lnTo>
                  <a:lnTo>
                    <a:pt x="945150" y="1230284"/>
                  </a:lnTo>
                  <a:lnTo>
                    <a:pt x="944078" y="1230800"/>
                  </a:lnTo>
                  <a:lnTo>
                    <a:pt x="943006" y="1231315"/>
                  </a:lnTo>
                  <a:lnTo>
                    <a:pt x="941935" y="1231829"/>
                  </a:lnTo>
                  <a:lnTo>
                    <a:pt x="940863" y="1232341"/>
                  </a:lnTo>
                  <a:lnTo>
                    <a:pt x="939792" y="1232852"/>
                  </a:lnTo>
                  <a:lnTo>
                    <a:pt x="938720" y="1233362"/>
                  </a:lnTo>
                  <a:lnTo>
                    <a:pt x="937648" y="1233870"/>
                  </a:lnTo>
                  <a:lnTo>
                    <a:pt x="936577" y="1234378"/>
                  </a:lnTo>
                  <a:lnTo>
                    <a:pt x="935505" y="1234883"/>
                  </a:lnTo>
                  <a:lnTo>
                    <a:pt x="934434" y="1235388"/>
                  </a:lnTo>
                  <a:lnTo>
                    <a:pt x="933362" y="1235891"/>
                  </a:lnTo>
                  <a:lnTo>
                    <a:pt x="932290" y="1236393"/>
                  </a:lnTo>
                  <a:lnTo>
                    <a:pt x="931219" y="1236894"/>
                  </a:lnTo>
                  <a:lnTo>
                    <a:pt x="930147" y="1237393"/>
                  </a:lnTo>
                  <a:lnTo>
                    <a:pt x="929076" y="1237891"/>
                  </a:lnTo>
                  <a:lnTo>
                    <a:pt x="928004" y="1238388"/>
                  </a:lnTo>
                  <a:lnTo>
                    <a:pt x="926932" y="1238884"/>
                  </a:lnTo>
                  <a:lnTo>
                    <a:pt x="925861" y="1239378"/>
                  </a:lnTo>
                  <a:lnTo>
                    <a:pt x="924789" y="1239871"/>
                  </a:lnTo>
                  <a:lnTo>
                    <a:pt x="923718" y="1240363"/>
                  </a:lnTo>
                  <a:lnTo>
                    <a:pt x="922646" y="1240854"/>
                  </a:lnTo>
                  <a:lnTo>
                    <a:pt x="921574" y="1241344"/>
                  </a:lnTo>
                  <a:lnTo>
                    <a:pt x="920503" y="1241832"/>
                  </a:lnTo>
                  <a:lnTo>
                    <a:pt x="919431" y="1242320"/>
                  </a:lnTo>
                  <a:lnTo>
                    <a:pt x="918360" y="1242806"/>
                  </a:lnTo>
                  <a:lnTo>
                    <a:pt x="917288" y="1243291"/>
                  </a:lnTo>
                  <a:lnTo>
                    <a:pt x="916216" y="1243775"/>
                  </a:lnTo>
                  <a:lnTo>
                    <a:pt x="915145" y="1244258"/>
                  </a:lnTo>
                  <a:lnTo>
                    <a:pt x="914073" y="1244739"/>
                  </a:lnTo>
                  <a:lnTo>
                    <a:pt x="913002" y="1245220"/>
                  </a:lnTo>
                  <a:lnTo>
                    <a:pt x="911930" y="1245699"/>
                  </a:lnTo>
                  <a:lnTo>
                    <a:pt x="910858" y="1246178"/>
                  </a:lnTo>
                  <a:lnTo>
                    <a:pt x="909787" y="1246655"/>
                  </a:lnTo>
                  <a:lnTo>
                    <a:pt x="908715" y="1247131"/>
                  </a:lnTo>
                  <a:lnTo>
                    <a:pt x="907644" y="1247607"/>
                  </a:lnTo>
                  <a:lnTo>
                    <a:pt x="906572" y="1248081"/>
                  </a:lnTo>
                  <a:lnTo>
                    <a:pt x="905500" y="1248554"/>
                  </a:lnTo>
                  <a:lnTo>
                    <a:pt x="904429" y="1249026"/>
                  </a:lnTo>
                  <a:lnTo>
                    <a:pt x="903357" y="1249497"/>
                  </a:lnTo>
                  <a:lnTo>
                    <a:pt x="902286" y="1249967"/>
                  </a:lnTo>
                  <a:lnTo>
                    <a:pt x="901214" y="1250436"/>
                  </a:lnTo>
                  <a:lnTo>
                    <a:pt x="900142" y="1250905"/>
                  </a:lnTo>
                  <a:lnTo>
                    <a:pt x="899071" y="1251372"/>
                  </a:lnTo>
                  <a:lnTo>
                    <a:pt x="897999" y="1251838"/>
                  </a:lnTo>
                  <a:lnTo>
                    <a:pt x="896928" y="1252303"/>
                  </a:lnTo>
                  <a:lnTo>
                    <a:pt x="895856" y="1252767"/>
                  </a:lnTo>
                  <a:lnTo>
                    <a:pt x="894784" y="1253231"/>
                  </a:lnTo>
                  <a:lnTo>
                    <a:pt x="893713" y="1253693"/>
                  </a:lnTo>
                  <a:lnTo>
                    <a:pt x="892641" y="1254155"/>
                  </a:lnTo>
                  <a:lnTo>
                    <a:pt x="891570" y="1254615"/>
                  </a:lnTo>
                  <a:lnTo>
                    <a:pt x="890498" y="1255075"/>
                  </a:lnTo>
                  <a:lnTo>
                    <a:pt x="889426" y="1255534"/>
                  </a:lnTo>
                  <a:lnTo>
                    <a:pt x="888355" y="1255992"/>
                  </a:lnTo>
                  <a:lnTo>
                    <a:pt x="887283" y="1256449"/>
                  </a:lnTo>
                  <a:lnTo>
                    <a:pt x="886212" y="1256905"/>
                  </a:lnTo>
                  <a:lnTo>
                    <a:pt x="885140" y="1257360"/>
                  </a:lnTo>
                  <a:lnTo>
                    <a:pt x="884069" y="1257815"/>
                  </a:lnTo>
                  <a:lnTo>
                    <a:pt x="882997" y="1258269"/>
                  </a:lnTo>
                  <a:lnTo>
                    <a:pt x="881925" y="1258722"/>
                  </a:lnTo>
                  <a:lnTo>
                    <a:pt x="880854" y="1259174"/>
                  </a:lnTo>
                  <a:lnTo>
                    <a:pt x="879782" y="1259625"/>
                  </a:lnTo>
                  <a:lnTo>
                    <a:pt x="878711" y="1260075"/>
                  </a:lnTo>
                  <a:lnTo>
                    <a:pt x="877639" y="1260525"/>
                  </a:lnTo>
                  <a:lnTo>
                    <a:pt x="876567" y="1260974"/>
                  </a:lnTo>
                  <a:lnTo>
                    <a:pt x="875496" y="1261422"/>
                  </a:lnTo>
                  <a:lnTo>
                    <a:pt x="874424" y="1261870"/>
                  </a:lnTo>
                  <a:lnTo>
                    <a:pt x="873353" y="1262316"/>
                  </a:lnTo>
                  <a:lnTo>
                    <a:pt x="872281" y="1262762"/>
                  </a:lnTo>
                  <a:lnTo>
                    <a:pt x="871209" y="1263207"/>
                  </a:lnTo>
                  <a:lnTo>
                    <a:pt x="870138" y="1263652"/>
                  </a:lnTo>
                  <a:lnTo>
                    <a:pt x="869066" y="1264096"/>
                  </a:lnTo>
                  <a:lnTo>
                    <a:pt x="867995" y="1264539"/>
                  </a:lnTo>
                  <a:lnTo>
                    <a:pt x="866923" y="1264981"/>
                  </a:lnTo>
                  <a:lnTo>
                    <a:pt x="865851" y="1265423"/>
                  </a:lnTo>
                  <a:lnTo>
                    <a:pt x="864780" y="1265864"/>
                  </a:lnTo>
                  <a:lnTo>
                    <a:pt x="863708" y="1266304"/>
                  </a:lnTo>
                  <a:lnTo>
                    <a:pt x="862637" y="1266744"/>
                  </a:lnTo>
                  <a:lnTo>
                    <a:pt x="861565" y="1267183"/>
                  </a:lnTo>
                  <a:lnTo>
                    <a:pt x="860493" y="1267622"/>
                  </a:lnTo>
                  <a:lnTo>
                    <a:pt x="859422" y="1268059"/>
                  </a:lnTo>
                  <a:lnTo>
                    <a:pt x="858350" y="1268497"/>
                  </a:lnTo>
                  <a:lnTo>
                    <a:pt x="857279" y="1268933"/>
                  </a:lnTo>
                  <a:lnTo>
                    <a:pt x="856207" y="1269369"/>
                  </a:lnTo>
                  <a:lnTo>
                    <a:pt x="855135" y="1269805"/>
                  </a:lnTo>
                  <a:lnTo>
                    <a:pt x="854064" y="1270240"/>
                  </a:lnTo>
                  <a:lnTo>
                    <a:pt x="852992" y="1270674"/>
                  </a:lnTo>
                  <a:lnTo>
                    <a:pt x="851921" y="1271108"/>
                  </a:lnTo>
                  <a:lnTo>
                    <a:pt x="850849" y="1271541"/>
                  </a:lnTo>
                  <a:lnTo>
                    <a:pt x="849777" y="1271974"/>
                  </a:lnTo>
                  <a:lnTo>
                    <a:pt x="848706" y="1272406"/>
                  </a:lnTo>
                  <a:lnTo>
                    <a:pt x="847634" y="1272838"/>
                  </a:lnTo>
                  <a:lnTo>
                    <a:pt x="846563" y="1273269"/>
                  </a:lnTo>
                  <a:lnTo>
                    <a:pt x="845491" y="1273700"/>
                  </a:lnTo>
                  <a:lnTo>
                    <a:pt x="844419" y="1274130"/>
                  </a:lnTo>
                  <a:lnTo>
                    <a:pt x="843348" y="1274560"/>
                  </a:lnTo>
                  <a:lnTo>
                    <a:pt x="842276" y="1274989"/>
                  </a:lnTo>
                  <a:lnTo>
                    <a:pt x="841205" y="1275418"/>
                  </a:lnTo>
                  <a:lnTo>
                    <a:pt x="840133" y="1275846"/>
                  </a:lnTo>
                  <a:lnTo>
                    <a:pt x="839061" y="1276274"/>
                  </a:lnTo>
                  <a:lnTo>
                    <a:pt x="837990" y="1276701"/>
                  </a:lnTo>
                  <a:lnTo>
                    <a:pt x="836918" y="1277128"/>
                  </a:lnTo>
                  <a:lnTo>
                    <a:pt x="835847" y="1277555"/>
                  </a:lnTo>
                  <a:lnTo>
                    <a:pt x="834775" y="1277981"/>
                  </a:lnTo>
                  <a:lnTo>
                    <a:pt x="833703" y="1278407"/>
                  </a:lnTo>
                  <a:lnTo>
                    <a:pt x="832632" y="1278833"/>
                  </a:lnTo>
                  <a:lnTo>
                    <a:pt x="831560" y="1279258"/>
                  </a:lnTo>
                  <a:lnTo>
                    <a:pt x="830489" y="1279682"/>
                  </a:lnTo>
                  <a:lnTo>
                    <a:pt x="829417" y="1280107"/>
                  </a:lnTo>
                  <a:lnTo>
                    <a:pt x="828345" y="1280531"/>
                  </a:lnTo>
                  <a:lnTo>
                    <a:pt x="827274" y="1280954"/>
                  </a:lnTo>
                  <a:lnTo>
                    <a:pt x="826202" y="1281378"/>
                  </a:lnTo>
                  <a:lnTo>
                    <a:pt x="825131" y="1281801"/>
                  </a:lnTo>
                  <a:lnTo>
                    <a:pt x="824059" y="1282224"/>
                  </a:lnTo>
                  <a:lnTo>
                    <a:pt x="822987" y="1282646"/>
                  </a:lnTo>
                  <a:lnTo>
                    <a:pt x="821916" y="1283068"/>
                  </a:lnTo>
                  <a:lnTo>
                    <a:pt x="820844" y="1283490"/>
                  </a:lnTo>
                  <a:lnTo>
                    <a:pt x="819773" y="1283912"/>
                  </a:lnTo>
                  <a:lnTo>
                    <a:pt x="818701" y="1284333"/>
                  </a:lnTo>
                  <a:lnTo>
                    <a:pt x="817629" y="1284754"/>
                  </a:lnTo>
                  <a:lnTo>
                    <a:pt x="816558" y="1285175"/>
                  </a:lnTo>
                  <a:lnTo>
                    <a:pt x="815486" y="1285595"/>
                  </a:lnTo>
                  <a:lnTo>
                    <a:pt x="814415" y="1286016"/>
                  </a:lnTo>
                  <a:lnTo>
                    <a:pt x="813343" y="1286436"/>
                  </a:lnTo>
                  <a:lnTo>
                    <a:pt x="812271" y="1286856"/>
                  </a:lnTo>
                  <a:lnTo>
                    <a:pt x="811200" y="1287276"/>
                  </a:lnTo>
                  <a:lnTo>
                    <a:pt x="810128" y="1287695"/>
                  </a:lnTo>
                  <a:lnTo>
                    <a:pt x="809057" y="1288114"/>
                  </a:lnTo>
                  <a:lnTo>
                    <a:pt x="807985" y="1288534"/>
                  </a:lnTo>
                  <a:lnTo>
                    <a:pt x="806913" y="1288953"/>
                  </a:lnTo>
                  <a:lnTo>
                    <a:pt x="805842" y="1289372"/>
                  </a:lnTo>
                  <a:lnTo>
                    <a:pt x="804770" y="1289790"/>
                  </a:lnTo>
                  <a:lnTo>
                    <a:pt x="803699" y="1290209"/>
                  </a:lnTo>
                  <a:lnTo>
                    <a:pt x="802627" y="1290627"/>
                  </a:lnTo>
                  <a:lnTo>
                    <a:pt x="801555" y="1291046"/>
                  </a:lnTo>
                  <a:lnTo>
                    <a:pt x="800484" y="1291464"/>
                  </a:lnTo>
                  <a:lnTo>
                    <a:pt x="799412" y="1291882"/>
                  </a:lnTo>
                  <a:lnTo>
                    <a:pt x="798341" y="1292300"/>
                  </a:lnTo>
                  <a:lnTo>
                    <a:pt x="797269" y="1292718"/>
                  </a:lnTo>
                  <a:lnTo>
                    <a:pt x="796197" y="1293136"/>
                  </a:lnTo>
                  <a:lnTo>
                    <a:pt x="795126" y="1293554"/>
                  </a:lnTo>
                  <a:lnTo>
                    <a:pt x="794054" y="1293972"/>
                  </a:lnTo>
                  <a:lnTo>
                    <a:pt x="792983" y="1294390"/>
                  </a:lnTo>
                  <a:lnTo>
                    <a:pt x="791911" y="1294807"/>
                  </a:lnTo>
                  <a:lnTo>
                    <a:pt x="790839" y="1295225"/>
                  </a:lnTo>
                  <a:lnTo>
                    <a:pt x="789768" y="1295643"/>
                  </a:lnTo>
                  <a:lnTo>
                    <a:pt x="788696" y="1296060"/>
                  </a:lnTo>
                  <a:lnTo>
                    <a:pt x="787625" y="1296478"/>
                  </a:lnTo>
                  <a:lnTo>
                    <a:pt x="786553" y="1296896"/>
                  </a:lnTo>
                  <a:lnTo>
                    <a:pt x="785481" y="1297313"/>
                  </a:lnTo>
                  <a:lnTo>
                    <a:pt x="784410" y="1297731"/>
                  </a:lnTo>
                  <a:lnTo>
                    <a:pt x="783338" y="1298149"/>
                  </a:lnTo>
                  <a:lnTo>
                    <a:pt x="782267" y="1298567"/>
                  </a:lnTo>
                  <a:lnTo>
                    <a:pt x="781195" y="1298984"/>
                  </a:lnTo>
                  <a:lnTo>
                    <a:pt x="780123" y="1299402"/>
                  </a:lnTo>
                  <a:lnTo>
                    <a:pt x="779052" y="1299820"/>
                  </a:lnTo>
                  <a:lnTo>
                    <a:pt x="777980" y="1300238"/>
                  </a:lnTo>
                  <a:lnTo>
                    <a:pt x="776909" y="1300656"/>
                  </a:lnTo>
                  <a:lnTo>
                    <a:pt x="775837" y="1301075"/>
                  </a:lnTo>
                  <a:lnTo>
                    <a:pt x="774765" y="1301493"/>
                  </a:lnTo>
                  <a:lnTo>
                    <a:pt x="773694" y="1301911"/>
                  </a:lnTo>
                  <a:lnTo>
                    <a:pt x="772622" y="1302330"/>
                  </a:lnTo>
                  <a:lnTo>
                    <a:pt x="771551" y="1302749"/>
                  </a:lnTo>
                  <a:lnTo>
                    <a:pt x="770479" y="1303167"/>
                  </a:lnTo>
                  <a:lnTo>
                    <a:pt x="769407" y="1303586"/>
                  </a:lnTo>
                  <a:lnTo>
                    <a:pt x="768336" y="1304006"/>
                  </a:lnTo>
                  <a:lnTo>
                    <a:pt x="767264" y="1304425"/>
                  </a:lnTo>
                  <a:lnTo>
                    <a:pt x="766193" y="1304844"/>
                  </a:lnTo>
                  <a:lnTo>
                    <a:pt x="765121" y="1305264"/>
                  </a:lnTo>
                  <a:lnTo>
                    <a:pt x="764049" y="1305684"/>
                  </a:lnTo>
                  <a:lnTo>
                    <a:pt x="762978" y="1306104"/>
                  </a:lnTo>
                  <a:lnTo>
                    <a:pt x="761906" y="1306524"/>
                  </a:lnTo>
                  <a:lnTo>
                    <a:pt x="760835" y="1306944"/>
                  </a:lnTo>
                  <a:lnTo>
                    <a:pt x="759763" y="1307365"/>
                  </a:lnTo>
                  <a:lnTo>
                    <a:pt x="758691" y="1307786"/>
                  </a:lnTo>
                  <a:lnTo>
                    <a:pt x="757620" y="1308207"/>
                  </a:lnTo>
                  <a:lnTo>
                    <a:pt x="756548" y="1308628"/>
                  </a:lnTo>
                  <a:lnTo>
                    <a:pt x="755477" y="1309050"/>
                  </a:lnTo>
                  <a:lnTo>
                    <a:pt x="754405" y="1309472"/>
                  </a:lnTo>
                  <a:lnTo>
                    <a:pt x="753333" y="1309894"/>
                  </a:lnTo>
                  <a:lnTo>
                    <a:pt x="752262" y="1310317"/>
                  </a:lnTo>
                  <a:lnTo>
                    <a:pt x="751190" y="1310739"/>
                  </a:lnTo>
                  <a:lnTo>
                    <a:pt x="750119" y="1311162"/>
                  </a:lnTo>
                  <a:lnTo>
                    <a:pt x="749047" y="1311586"/>
                  </a:lnTo>
                  <a:lnTo>
                    <a:pt x="747975" y="1312009"/>
                  </a:lnTo>
                  <a:lnTo>
                    <a:pt x="746904" y="1312433"/>
                  </a:lnTo>
                  <a:lnTo>
                    <a:pt x="745832" y="1312858"/>
                  </a:lnTo>
                  <a:lnTo>
                    <a:pt x="744761" y="1313282"/>
                  </a:lnTo>
                  <a:lnTo>
                    <a:pt x="743689" y="1313707"/>
                  </a:lnTo>
                  <a:lnTo>
                    <a:pt x="742617" y="1314132"/>
                  </a:lnTo>
                  <a:lnTo>
                    <a:pt x="741546" y="1314558"/>
                  </a:lnTo>
                  <a:lnTo>
                    <a:pt x="740474" y="1314984"/>
                  </a:lnTo>
                  <a:lnTo>
                    <a:pt x="739403" y="1315410"/>
                  </a:lnTo>
                  <a:lnTo>
                    <a:pt x="738331" y="1315837"/>
                  </a:lnTo>
                  <a:lnTo>
                    <a:pt x="737259" y="1316264"/>
                  </a:lnTo>
                  <a:lnTo>
                    <a:pt x="736188" y="1316692"/>
                  </a:lnTo>
                  <a:lnTo>
                    <a:pt x="735116" y="1317120"/>
                  </a:lnTo>
                  <a:lnTo>
                    <a:pt x="734045" y="1317548"/>
                  </a:lnTo>
                  <a:lnTo>
                    <a:pt x="732973" y="1317977"/>
                  </a:lnTo>
                  <a:lnTo>
                    <a:pt x="731901" y="1318406"/>
                  </a:lnTo>
                  <a:lnTo>
                    <a:pt x="730830" y="1318836"/>
                  </a:lnTo>
                  <a:lnTo>
                    <a:pt x="729758" y="1319266"/>
                  </a:lnTo>
                  <a:lnTo>
                    <a:pt x="728687" y="1319697"/>
                  </a:lnTo>
                  <a:lnTo>
                    <a:pt x="727615" y="1320128"/>
                  </a:lnTo>
                  <a:lnTo>
                    <a:pt x="726543" y="1320559"/>
                  </a:lnTo>
                  <a:lnTo>
                    <a:pt x="725472" y="1320991"/>
                  </a:lnTo>
                  <a:lnTo>
                    <a:pt x="724400" y="1321424"/>
                  </a:lnTo>
                  <a:lnTo>
                    <a:pt x="723329" y="1321856"/>
                  </a:lnTo>
                  <a:lnTo>
                    <a:pt x="722257" y="1322290"/>
                  </a:lnTo>
                  <a:lnTo>
                    <a:pt x="721185" y="1322724"/>
                  </a:lnTo>
                  <a:lnTo>
                    <a:pt x="720114" y="1323158"/>
                  </a:lnTo>
                  <a:lnTo>
                    <a:pt x="719042" y="1323593"/>
                  </a:lnTo>
                  <a:lnTo>
                    <a:pt x="717971" y="1324029"/>
                  </a:lnTo>
                  <a:lnTo>
                    <a:pt x="716899" y="1324464"/>
                  </a:lnTo>
                  <a:lnTo>
                    <a:pt x="715827" y="1324901"/>
                  </a:lnTo>
                  <a:lnTo>
                    <a:pt x="714756" y="1325338"/>
                  </a:lnTo>
                  <a:lnTo>
                    <a:pt x="713684" y="1325776"/>
                  </a:lnTo>
                  <a:lnTo>
                    <a:pt x="712613" y="1326214"/>
                  </a:lnTo>
                  <a:lnTo>
                    <a:pt x="711541" y="1326652"/>
                  </a:lnTo>
                  <a:lnTo>
                    <a:pt x="710469" y="1327092"/>
                  </a:lnTo>
                  <a:lnTo>
                    <a:pt x="709398" y="1327532"/>
                  </a:lnTo>
                  <a:lnTo>
                    <a:pt x="708326" y="1327972"/>
                  </a:lnTo>
                  <a:lnTo>
                    <a:pt x="707255" y="1328413"/>
                  </a:lnTo>
                  <a:lnTo>
                    <a:pt x="706183" y="1328855"/>
                  </a:lnTo>
                  <a:lnTo>
                    <a:pt x="705112" y="1329297"/>
                  </a:lnTo>
                  <a:lnTo>
                    <a:pt x="704040" y="1329740"/>
                  </a:lnTo>
                  <a:lnTo>
                    <a:pt x="702968" y="1330183"/>
                  </a:lnTo>
                  <a:lnTo>
                    <a:pt x="701897" y="1330627"/>
                  </a:lnTo>
                  <a:lnTo>
                    <a:pt x="700825" y="1331072"/>
                  </a:lnTo>
                  <a:lnTo>
                    <a:pt x="699754" y="1331517"/>
                  </a:lnTo>
                  <a:lnTo>
                    <a:pt x="698682" y="1331963"/>
                  </a:lnTo>
                  <a:lnTo>
                    <a:pt x="697610" y="1332410"/>
                  </a:lnTo>
                  <a:lnTo>
                    <a:pt x="696539" y="1332857"/>
                  </a:lnTo>
                  <a:lnTo>
                    <a:pt x="695467" y="1333305"/>
                  </a:lnTo>
                  <a:lnTo>
                    <a:pt x="694396" y="1333754"/>
                  </a:lnTo>
                  <a:lnTo>
                    <a:pt x="693324" y="1334203"/>
                  </a:lnTo>
                  <a:lnTo>
                    <a:pt x="692252" y="1334653"/>
                  </a:lnTo>
                  <a:lnTo>
                    <a:pt x="691181" y="1335104"/>
                  </a:lnTo>
                  <a:lnTo>
                    <a:pt x="690109" y="1335555"/>
                  </a:lnTo>
                  <a:lnTo>
                    <a:pt x="689038" y="1336007"/>
                  </a:lnTo>
                  <a:lnTo>
                    <a:pt x="687966" y="1336460"/>
                  </a:lnTo>
                  <a:lnTo>
                    <a:pt x="686894" y="1336913"/>
                  </a:lnTo>
                  <a:lnTo>
                    <a:pt x="685823" y="1337367"/>
                  </a:lnTo>
                  <a:lnTo>
                    <a:pt x="684751" y="1337822"/>
                  </a:lnTo>
                  <a:lnTo>
                    <a:pt x="683680" y="1338278"/>
                  </a:lnTo>
                  <a:lnTo>
                    <a:pt x="682608" y="1338734"/>
                  </a:lnTo>
                  <a:lnTo>
                    <a:pt x="681536" y="1339191"/>
                  </a:lnTo>
                  <a:lnTo>
                    <a:pt x="680465" y="1339649"/>
                  </a:lnTo>
                  <a:lnTo>
                    <a:pt x="679393" y="1340107"/>
                  </a:lnTo>
                  <a:lnTo>
                    <a:pt x="678322" y="1340566"/>
                  </a:lnTo>
                  <a:lnTo>
                    <a:pt x="677250" y="1341027"/>
                  </a:lnTo>
                  <a:lnTo>
                    <a:pt x="676178" y="1341487"/>
                  </a:lnTo>
                  <a:lnTo>
                    <a:pt x="675107" y="1341949"/>
                  </a:lnTo>
                  <a:lnTo>
                    <a:pt x="674035" y="1342411"/>
                  </a:lnTo>
                  <a:lnTo>
                    <a:pt x="672964" y="1342874"/>
                  </a:lnTo>
                  <a:lnTo>
                    <a:pt x="671892" y="1343338"/>
                  </a:lnTo>
                  <a:lnTo>
                    <a:pt x="670820" y="1343803"/>
                  </a:lnTo>
                  <a:lnTo>
                    <a:pt x="669749" y="1344268"/>
                  </a:lnTo>
                  <a:lnTo>
                    <a:pt x="668677" y="1344735"/>
                  </a:lnTo>
                  <a:lnTo>
                    <a:pt x="667606" y="1345202"/>
                  </a:lnTo>
                  <a:lnTo>
                    <a:pt x="666534" y="1345670"/>
                  </a:lnTo>
                  <a:lnTo>
                    <a:pt x="665462" y="1346138"/>
                  </a:lnTo>
                  <a:lnTo>
                    <a:pt x="664391" y="1346608"/>
                  </a:lnTo>
                  <a:lnTo>
                    <a:pt x="663319" y="1347078"/>
                  </a:lnTo>
                  <a:lnTo>
                    <a:pt x="662248" y="1347549"/>
                  </a:lnTo>
                  <a:lnTo>
                    <a:pt x="661176" y="1348021"/>
                  </a:lnTo>
                  <a:lnTo>
                    <a:pt x="660104" y="1348494"/>
                  </a:lnTo>
                  <a:lnTo>
                    <a:pt x="659033" y="1348968"/>
                  </a:lnTo>
                  <a:lnTo>
                    <a:pt x="657961" y="1349442"/>
                  </a:lnTo>
                  <a:lnTo>
                    <a:pt x="656890" y="1349918"/>
                  </a:lnTo>
                  <a:lnTo>
                    <a:pt x="655818" y="1350394"/>
                  </a:lnTo>
                  <a:lnTo>
                    <a:pt x="654746" y="1350871"/>
                  </a:lnTo>
                  <a:lnTo>
                    <a:pt x="653675" y="1351349"/>
                  </a:lnTo>
                  <a:lnTo>
                    <a:pt x="652603" y="1351828"/>
                  </a:lnTo>
                  <a:lnTo>
                    <a:pt x="651532" y="1352307"/>
                  </a:lnTo>
                  <a:lnTo>
                    <a:pt x="650460" y="1352788"/>
                  </a:lnTo>
                  <a:lnTo>
                    <a:pt x="649388" y="1353269"/>
                  </a:lnTo>
                  <a:lnTo>
                    <a:pt x="648317" y="1353752"/>
                  </a:lnTo>
                  <a:lnTo>
                    <a:pt x="647245" y="1354235"/>
                  </a:lnTo>
                  <a:lnTo>
                    <a:pt x="646174" y="1354719"/>
                  </a:lnTo>
                  <a:lnTo>
                    <a:pt x="645102" y="1355204"/>
                  </a:lnTo>
                  <a:lnTo>
                    <a:pt x="644030" y="1355690"/>
                  </a:lnTo>
                  <a:lnTo>
                    <a:pt x="642959" y="1356176"/>
                  </a:lnTo>
                  <a:lnTo>
                    <a:pt x="641887" y="1356664"/>
                  </a:lnTo>
                  <a:lnTo>
                    <a:pt x="640816" y="1357153"/>
                  </a:lnTo>
                  <a:lnTo>
                    <a:pt x="639744" y="1357642"/>
                  </a:lnTo>
                  <a:lnTo>
                    <a:pt x="638672" y="1358133"/>
                  </a:lnTo>
                  <a:lnTo>
                    <a:pt x="637601" y="1358624"/>
                  </a:lnTo>
                  <a:lnTo>
                    <a:pt x="636529" y="1359116"/>
                  </a:lnTo>
                  <a:lnTo>
                    <a:pt x="635458" y="1359609"/>
                  </a:lnTo>
                  <a:lnTo>
                    <a:pt x="634386" y="1360103"/>
                  </a:lnTo>
                  <a:lnTo>
                    <a:pt x="633314" y="1360598"/>
                  </a:lnTo>
                  <a:lnTo>
                    <a:pt x="632243" y="1361094"/>
                  </a:lnTo>
                  <a:lnTo>
                    <a:pt x="631171" y="1361591"/>
                  </a:lnTo>
                  <a:lnTo>
                    <a:pt x="630100" y="1362089"/>
                  </a:lnTo>
                  <a:lnTo>
                    <a:pt x="629028" y="1362588"/>
                  </a:lnTo>
                  <a:lnTo>
                    <a:pt x="627956" y="1363087"/>
                  </a:lnTo>
                  <a:lnTo>
                    <a:pt x="626885" y="1363588"/>
                  </a:lnTo>
                  <a:lnTo>
                    <a:pt x="625813" y="1364089"/>
                  </a:lnTo>
                  <a:lnTo>
                    <a:pt x="624742" y="1364592"/>
                  </a:lnTo>
                  <a:lnTo>
                    <a:pt x="623670" y="1365095"/>
                  </a:lnTo>
                  <a:lnTo>
                    <a:pt x="622598" y="1365600"/>
                  </a:lnTo>
                  <a:lnTo>
                    <a:pt x="621527" y="1366105"/>
                  </a:lnTo>
                  <a:lnTo>
                    <a:pt x="620455" y="1366612"/>
                  </a:lnTo>
                  <a:lnTo>
                    <a:pt x="619384" y="1367119"/>
                  </a:lnTo>
                  <a:lnTo>
                    <a:pt x="618312" y="1367627"/>
                  </a:lnTo>
                  <a:lnTo>
                    <a:pt x="617240" y="1368137"/>
                  </a:lnTo>
                  <a:lnTo>
                    <a:pt x="616169" y="1368647"/>
                  </a:lnTo>
                  <a:lnTo>
                    <a:pt x="615097" y="1369158"/>
                  </a:lnTo>
                  <a:lnTo>
                    <a:pt x="614026" y="1369670"/>
                  </a:lnTo>
                  <a:lnTo>
                    <a:pt x="612954" y="1370183"/>
                  </a:lnTo>
                  <a:lnTo>
                    <a:pt x="611882" y="1370697"/>
                  </a:lnTo>
                  <a:lnTo>
                    <a:pt x="610811" y="1371212"/>
                  </a:lnTo>
                  <a:lnTo>
                    <a:pt x="609739" y="1371729"/>
                  </a:lnTo>
                  <a:lnTo>
                    <a:pt x="608668" y="1372246"/>
                  </a:lnTo>
                  <a:lnTo>
                    <a:pt x="607596" y="1372764"/>
                  </a:lnTo>
                  <a:lnTo>
                    <a:pt x="606524" y="1373283"/>
                  </a:lnTo>
                  <a:lnTo>
                    <a:pt x="605453" y="1373803"/>
                  </a:lnTo>
                  <a:lnTo>
                    <a:pt x="604381" y="1374324"/>
                  </a:lnTo>
                  <a:lnTo>
                    <a:pt x="603310" y="1374846"/>
                  </a:lnTo>
                  <a:lnTo>
                    <a:pt x="602238" y="1375369"/>
                  </a:lnTo>
                  <a:lnTo>
                    <a:pt x="601166" y="1375893"/>
                  </a:lnTo>
                  <a:lnTo>
                    <a:pt x="600095" y="1376417"/>
                  </a:lnTo>
                  <a:lnTo>
                    <a:pt x="599023" y="1376943"/>
                  </a:lnTo>
                  <a:lnTo>
                    <a:pt x="597952" y="1377470"/>
                  </a:lnTo>
                  <a:lnTo>
                    <a:pt x="596880" y="1377998"/>
                  </a:lnTo>
                  <a:lnTo>
                    <a:pt x="595808" y="1378527"/>
                  </a:lnTo>
                  <a:lnTo>
                    <a:pt x="594737" y="1379057"/>
                  </a:lnTo>
                  <a:lnTo>
                    <a:pt x="593665" y="1379588"/>
                  </a:lnTo>
                  <a:lnTo>
                    <a:pt x="592594" y="1380120"/>
                  </a:lnTo>
                  <a:lnTo>
                    <a:pt x="591522" y="1380653"/>
                  </a:lnTo>
                  <a:lnTo>
                    <a:pt x="590450" y="1381187"/>
                  </a:lnTo>
                  <a:lnTo>
                    <a:pt x="589379" y="1381722"/>
                  </a:lnTo>
                  <a:lnTo>
                    <a:pt x="588307" y="1382258"/>
                  </a:lnTo>
                  <a:lnTo>
                    <a:pt x="587236" y="1382795"/>
                  </a:lnTo>
                  <a:lnTo>
                    <a:pt x="586164" y="1383333"/>
                  </a:lnTo>
                  <a:lnTo>
                    <a:pt x="585092" y="1383872"/>
                  </a:lnTo>
                  <a:lnTo>
                    <a:pt x="584021" y="1384411"/>
                  </a:lnTo>
                  <a:lnTo>
                    <a:pt x="582949" y="1384952"/>
                  </a:lnTo>
                  <a:lnTo>
                    <a:pt x="581878" y="1385494"/>
                  </a:lnTo>
                  <a:lnTo>
                    <a:pt x="580806" y="1386037"/>
                  </a:lnTo>
                  <a:lnTo>
                    <a:pt x="579734" y="1386581"/>
                  </a:lnTo>
                  <a:lnTo>
                    <a:pt x="578663" y="1387126"/>
                  </a:lnTo>
                  <a:lnTo>
                    <a:pt x="577591" y="1387672"/>
                  </a:lnTo>
                  <a:lnTo>
                    <a:pt x="576520" y="1388219"/>
                  </a:lnTo>
                  <a:lnTo>
                    <a:pt x="575448" y="1388767"/>
                  </a:lnTo>
                  <a:lnTo>
                    <a:pt x="574376" y="1389316"/>
                  </a:lnTo>
                  <a:lnTo>
                    <a:pt x="573305" y="1389866"/>
                  </a:lnTo>
                  <a:lnTo>
                    <a:pt x="572233" y="1390417"/>
                  </a:lnTo>
                  <a:lnTo>
                    <a:pt x="571162" y="1390969"/>
                  </a:lnTo>
                  <a:lnTo>
                    <a:pt x="570090" y="1391522"/>
                  </a:lnTo>
                  <a:lnTo>
                    <a:pt x="569018" y="1392076"/>
                  </a:lnTo>
                  <a:lnTo>
                    <a:pt x="567947" y="1392631"/>
                  </a:lnTo>
                  <a:lnTo>
                    <a:pt x="566875" y="1393186"/>
                  </a:lnTo>
                  <a:lnTo>
                    <a:pt x="565804" y="1393743"/>
                  </a:lnTo>
                  <a:lnTo>
                    <a:pt x="564732" y="1394301"/>
                  </a:lnTo>
                  <a:lnTo>
                    <a:pt x="563660" y="1394860"/>
                  </a:lnTo>
                  <a:lnTo>
                    <a:pt x="562589" y="1395420"/>
                  </a:lnTo>
                  <a:lnTo>
                    <a:pt x="561517" y="1395981"/>
                  </a:lnTo>
                  <a:lnTo>
                    <a:pt x="560446" y="1396543"/>
                  </a:lnTo>
                  <a:lnTo>
                    <a:pt x="559374" y="1397106"/>
                  </a:lnTo>
                  <a:lnTo>
                    <a:pt x="558302" y="1397670"/>
                  </a:lnTo>
                  <a:lnTo>
                    <a:pt x="557231" y="1398235"/>
                  </a:lnTo>
                  <a:lnTo>
                    <a:pt x="556159" y="1398800"/>
                  </a:lnTo>
                  <a:lnTo>
                    <a:pt x="555088" y="1399367"/>
                  </a:lnTo>
                  <a:lnTo>
                    <a:pt x="554016" y="1399935"/>
                  </a:lnTo>
                  <a:lnTo>
                    <a:pt x="552944" y="1400504"/>
                  </a:lnTo>
                  <a:lnTo>
                    <a:pt x="551873" y="1401074"/>
                  </a:lnTo>
                  <a:lnTo>
                    <a:pt x="550801" y="1401644"/>
                  </a:lnTo>
                  <a:lnTo>
                    <a:pt x="549730" y="1402216"/>
                  </a:lnTo>
                  <a:lnTo>
                    <a:pt x="548658" y="1402789"/>
                  </a:lnTo>
                  <a:lnTo>
                    <a:pt x="547586" y="1403363"/>
                  </a:lnTo>
                  <a:lnTo>
                    <a:pt x="546515" y="1403937"/>
                  </a:lnTo>
                  <a:lnTo>
                    <a:pt x="545443" y="1404513"/>
                  </a:lnTo>
                  <a:lnTo>
                    <a:pt x="544372" y="1405089"/>
                  </a:lnTo>
                  <a:lnTo>
                    <a:pt x="543300" y="1405667"/>
                  </a:lnTo>
                  <a:lnTo>
                    <a:pt x="542228" y="1406245"/>
                  </a:lnTo>
                  <a:lnTo>
                    <a:pt x="541157" y="1406825"/>
                  </a:lnTo>
                  <a:lnTo>
                    <a:pt x="540085" y="1407405"/>
                  </a:lnTo>
                  <a:lnTo>
                    <a:pt x="539014" y="1407987"/>
                  </a:lnTo>
                  <a:lnTo>
                    <a:pt x="537942" y="1408569"/>
                  </a:lnTo>
                  <a:lnTo>
                    <a:pt x="536870" y="1409152"/>
                  </a:lnTo>
                  <a:lnTo>
                    <a:pt x="535799" y="1409737"/>
                  </a:lnTo>
                  <a:lnTo>
                    <a:pt x="534727" y="1410322"/>
                  </a:lnTo>
                  <a:lnTo>
                    <a:pt x="533656" y="1410908"/>
                  </a:lnTo>
                  <a:lnTo>
                    <a:pt x="532584" y="1411495"/>
                  </a:lnTo>
                  <a:lnTo>
                    <a:pt x="531513" y="1412083"/>
                  </a:lnTo>
                  <a:lnTo>
                    <a:pt x="530441" y="1412672"/>
                  </a:lnTo>
                  <a:lnTo>
                    <a:pt x="529369" y="1413262"/>
                  </a:lnTo>
                  <a:lnTo>
                    <a:pt x="528298" y="1413853"/>
                  </a:lnTo>
                  <a:lnTo>
                    <a:pt x="527226" y="1414444"/>
                  </a:lnTo>
                  <a:lnTo>
                    <a:pt x="526155" y="1415037"/>
                  </a:lnTo>
                  <a:lnTo>
                    <a:pt x="525083" y="1415631"/>
                  </a:lnTo>
                  <a:lnTo>
                    <a:pt x="524011" y="1416225"/>
                  </a:lnTo>
                  <a:lnTo>
                    <a:pt x="522940" y="1416821"/>
                  </a:lnTo>
                  <a:lnTo>
                    <a:pt x="521868" y="1417417"/>
                  </a:lnTo>
                  <a:lnTo>
                    <a:pt x="520797" y="1418014"/>
                  </a:lnTo>
                  <a:lnTo>
                    <a:pt x="519725" y="1418613"/>
                  </a:lnTo>
                  <a:lnTo>
                    <a:pt x="518653" y="1419212"/>
                  </a:lnTo>
                  <a:lnTo>
                    <a:pt x="517582" y="1419812"/>
                  </a:lnTo>
                  <a:lnTo>
                    <a:pt x="516510" y="1420413"/>
                  </a:lnTo>
                  <a:lnTo>
                    <a:pt x="515439" y="1421014"/>
                  </a:lnTo>
                  <a:lnTo>
                    <a:pt x="514367" y="1421617"/>
                  </a:lnTo>
                  <a:lnTo>
                    <a:pt x="513295" y="1422221"/>
                  </a:lnTo>
                  <a:lnTo>
                    <a:pt x="512224" y="1422825"/>
                  </a:lnTo>
                  <a:lnTo>
                    <a:pt x="511152" y="1423430"/>
                  </a:lnTo>
                  <a:lnTo>
                    <a:pt x="510081" y="1424037"/>
                  </a:lnTo>
                  <a:lnTo>
                    <a:pt x="509009" y="1424644"/>
                  </a:lnTo>
                  <a:lnTo>
                    <a:pt x="507937" y="1425252"/>
                  </a:lnTo>
                  <a:lnTo>
                    <a:pt x="506866" y="1425860"/>
                  </a:lnTo>
                  <a:lnTo>
                    <a:pt x="505794" y="1426470"/>
                  </a:lnTo>
                  <a:lnTo>
                    <a:pt x="504723" y="1427081"/>
                  </a:lnTo>
                  <a:lnTo>
                    <a:pt x="503651" y="1427692"/>
                  </a:lnTo>
                  <a:lnTo>
                    <a:pt x="502579" y="1428304"/>
                  </a:lnTo>
                  <a:lnTo>
                    <a:pt x="501508" y="1428917"/>
                  </a:lnTo>
                  <a:lnTo>
                    <a:pt x="500436" y="1429531"/>
                  </a:lnTo>
                  <a:lnTo>
                    <a:pt x="499365" y="1430146"/>
                  </a:lnTo>
                  <a:lnTo>
                    <a:pt x="498293" y="1430762"/>
                  </a:lnTo>
                  <a:lnTo>
                    <a:pt x="497221" y="1431378"/>
                  </a:lnTo>
                  <a:lnTo>
                    <a:pt x="496150" y="1431996"/>
                  </a:lnTo>
                  <a:lnTo>
                    <a:pt x="495078" y="1432614"/>
                  </a:lnTo>
                  <a:lnTo>
                    <a:pt x="494007" y="1433233"/>
                  </a:lnTo>
                  <a:lnTo>
                    <a:pt x="492935" y="1433852"/>
                  </a:lnTo>
                  <a:lnTo>
                    <a:pt x="491863" y="1434473"/>
                  </a:lnTo>
                  <a:lnTo>
                    <a:pt x="490792" y="1435094"/>
                  </a:lnTo>
                  <a:lnTo>
                    <a:pt x="489720" y="1435717"/>
                  </a:lnTo>
                  <a:lnTo>
                    <a:pt x="488649" y="1436340"/>
                  </a:lnTo>
                  <a:lnTo>
                    <a:pt x="487577" y="1436963"/>
                  </a:lnTo>
                  <a:lnTo>
                    <a:pt x="486505" y="1437588"/>
                  </a:lnTo>
                  <a:lnTo>
                    <a:pt x="485434" y="1438213"/>
                  </a:lnTo>
                  <a:lnTo>
                    <a:pt x="484362" y="1438839"/>
                  </a:lnTo>
                  <a:lnTo>
                    <a:pt x="483291" y="1439466"/>
                  </a:lnTo>
                  <a:lnTo>
                    <a:pt x="482219" y="1440094"/>
                  </a:lnTo>
                  <a:lnTo>
                    <a:pt x="481147" y="1440723"/>
                  </a:lnTo>
                  <a:lnTo>
                    <a:pt x="480076" y="1441352"/>
                  </a:lnTo>
                  <a:lnTo>
                    <a:pt x="479004" y="1441982"/>
                  </a:lnTo>
                  <a:lnTo>
                    <a:pt x="477933" y="1442613"/>
                  </a:lnTo>
                  <a:lnTo>
                    <a:pt x="476861" y="1443244"/>
                  </a:lnTo>
                  <a:lnTo>
                    <a:pt x="475789" y="1443876"/>
                  </a:lnTo>
                  <a:lnTo>
                    <a:pt x="474718" y="1444509"/>
                  </a:lnTo>
                  <a:lnTo>
                    <a:pt x="473646" y="1445143"/>
                  </a:lnTo>
                  <a:lnTo>
                    <a:pt x="472575" y="1445778"/>
                  </a:lnTo>
                  <a:lnTo>
                    <a:pt x="471503" y="1446413"/>
                  </a:lnTo>
                  <a:lnTo>
                    <a:pt x="470431" y="1447049"/>
                  </a:lnTo>
                  <a:lnTo>
                    <a:pt x="469360" y="1447685"/>
                  </a:lnTo>
                  <a:lnTo>
                    <a:pt x="468288" y="1448323"/>
                  </a:lnTo>
                  <a:lnTo>
                    <a:pt x="467217" y="1448961"/>
                  </a:lnTo>
                  <a:lnTo>
                    <a:pt x="466145" y="1449600"/>
                  </a:lnTo>
                  <a:lnTo>
                    <a:pt x="465073" y="1450239"/>
                  </a:lnTo>
                  <a:lnTo>
                    <a:pt x="464002" y="1450879"/>
                  </a:lnTo>
                  <a:lnTo>
                    <a:pt x="462930" y="1451520"/>
                  </a:lnTo>
                  <a:lnTo>
                    <a:pt x="461859" y="1452162"/>
                  </a:lnTo>
                  <a:lnTo>
                    <a:pt x="460787" y="1452804"/>
                  </a:lnTo>
                  <a:lnTo>
                    <a:pt x="459715" y="1453447"/>
                  </a:lnTo>
                  <a:lnTo>
                    <a:pt x="458644" y="1454090"/>
                  </a:lnTo>
                  <a:lnTo>
                    <a:pt x="457572" y="1454735"/>
                  </a:lnTo>
                  <a:lnTo>
                    <a:pt x="456501" y="1455379"/>
                  </a:lnTo>
                  <a:lnTo>
                    <a:pt x="455429" y="1456025"/>
                  </a:lnTo>
                  <a:lnTo>
                    <a:pt x="454357" y="1456671"/>
                  </a:lnTo>
                  <a:lnTo>
                    <a:pt x="453286" y="1457318"/>
                  </a:lnTo>
                  <a:lnTo>
                    <a:pt x="452214" y="1457966"/>
                  </a:lnTo>
                  <a:lnTo>
                    <a:pt x="451143" y="1458614"/>
                  </a:lnTo>
                  <a:lnTo>
                    <a:pt x="450071" y="1459262"/>
                  </a:lnTo>
                  <a:lnTo>
                    <a:pt x="448999" y="1459912"/>
                  </a:lnTo>
                  <a:lnTo>
                    <a:pt x="447928" y="1460562"/>
                  </a:lnTo>
                  <a:lnTo>
                    <a:pt x="446856" y="1461212"/>
                  </a:lnTo>
                  <a:lnTo>
                    <a:pt x="445785" y="1461864"/>
                  </a:lnTo>
                  <a:lnTo>
                    <a:pt x="444713" y="1462515"/>
                  </a:lnTo>
                  <a:lnTo>
                    <a:pt x="443641" y="1463168"/>
                  </a:lnTo>
                  <a:lnTo>
                    <a:pt x="442570" y="1463821"/>
                  </a:lnTo>
                  <a:lnTo>
                    <a:pt x="441498" y="1464474"/>
                  </a:lnTo>
                  <a:lnTo>
                    <a:pt x="440427" y="1465129"/>
                  </a:lnTo>
                  <a:lnTo>
                    <a:pt x="439355" y="1465783"/>
                  </a:lnTo>
                  <a:lnTo>
                    <a:pt x="438283" y="1466439"/>
                  </a:lnTo>
                  <a:lnTo>
                    <a:pt x="437212" y="1467094"/>
                  </a:lnTo>
                  <a:lnTo>
                    <a:pt x="436140" y="1467751"/>
                  </a:lnTo>
                  <a:lnTo>
                    <a:pt x="435069" y="1468408"/>
                  </a:lnTo>
                  <a:lnTo>
                    <a:pt x="433997" y="1469065"/>
                  </a:lnTo>
                  <a:lnTo>
                    <a:pt x="432925" y="1469724"/>
                  </a:lnTo>
                  <a:lnTo>
                    <a:pt x="431854" y="1470382"/>
                  </a:lnTo>
                  <a:lnTo>
                    <a:pt x="430782" y="1471041"/>
                  </a:lnTo>
                  <a:lnTo>
                    <a:pt x="429711" y="1471701"/>
                  </a:lnTo>
                  <a:lnTo>
                    <a:pt x="428639" y="1472361"/>
                  </a:lnTo>
                  <a:lnTo>
                    <a:pt x="427567" y="1473022"/>
                  </a:lnTo>
                  <a:lnTo>
                    <a:pt x="426496" y="1473683"/>
                  </a:lnTo>
                  <a:lnTo>
                    <a:pt x="425424" y="1474345"/>
                  </a:lnTo>
                  <a:lnTo>
                    <a:pt x="424353" y="1475007"/>
                  </a:lnTo>
                  <a:lnTo>
                    <a:pt x="423281" y="1475670"/>
                  </a:lnTo>
                  <a:lnTo>
                    <a:pt x="422209" y="1476333"/>
                  </a:lnTo>
                  <a:lnTo>
                    <a:pt x="421138" y="1476997"/>
                  </a:lnTo>
                  <a:lnTo>
                    <a:pt x="420066" y="1477661"/>
                  </a:lnTo>
                  <a:lnTo>
                    <a:pt x="418995" y="1478326"/>
                  </a:lnTo>
                  <a:lnTo>
                    <a:pt x="417923" y="1478991"/>
                  </a:lnTo>
                  <a:lnTo>
                    <a:pt x="416851" y="1479656"/>
                  </a:lnTo>
                  <a:lnTo>
                    <a:pt x="415780" y="1480322"/>
                  </a:lnTo>
                  <a:lnTo>
                    <a:pt x="414708" y="1480989"/>
                  </a:lnTo>
                  <a:lnTo>
                    <a:pt x="413637" y="1481656"/>
                  </a:lnTo>
                  <a:lnTo>
                    <a:pt x="412565" y="1482323"/>
                  </a:lnTo>
                  <a:lnTo>
                    <a:pt x="411493" y="1482991"/>
                  </a:lnTo>
                  <a:lnTo>
                    <a:pt x="410422" y="1483659"/>
                  </a:lnTo>
                  <a:lnTo>
                    <a:pt x="409350" y="1484328"/>
                  </a:lnTo>
                  <a:lnTo>
                    <a:pt x="408279" y="1484997"/>
                  </a:lnTo>
                  <a:lnTo>
                    <a:pt x="407207" y="1485666"/>
                  </a:lnTo>
                  <a:lnTo>
                    <a:pt x="406135" y="1486336"/>
                  </a:lnTo>
                  <a:lnTo>
                    <a:pt x="405064" y="1487006"/>
                  </a:lnTo>
                  <a:lnTo>
                    <a:pt x="403992" y="1487677"/>
                  </a:lnTo>
                  <a:lnTo>
                    <a:pt x="402921" y="1488348"/>
                  </a:lnTo>
                  <a:lnTo>
                    <a:pt x="401849" y="1489019"/>
                  </a:lnTo>
                  <a:lnTo>
                    <a:pt x="400777" y="1489691"/>
                  </a:lnTo>
                  <a:lnTo>
                    <a:pt x="399706" y="1490363"/>
                  </a:lnTo>
                  <a:lnTo>
                    <a:pt x="398634" y="1491036"/>
                  </a:lnTo>
                  <a:lnTo>
                    <a:pt x="397563" y="1491709"/>
                  </a:lnTo>
                  <a:lnTo>
                    <a:pt x="396491" y="1492382"/>
                  </a:lnTo>
                  <a:lnTo>
                    <a:pt x="395419" y="1493056"/>
                  </a:lnTo>
                  <a:lnTo>
                    <a:pt x="394348" y="1493729"/>
                  </a:lnTo>
                  <a:lnTo>
                    <a:pt x="393276" y="1494404"/>
                  </a:lnTo>
                  <a:lnTo>
                    <a:pt x="392205" y="1495078"/>
                  </a:lnTo>
                  <a:lnTo>
                    <a:pt x="391133" y="1495753"/>
                  </a:lnTo>
                  <a:lnTo>
                    <a:pt x="390061" y="1496429"/>
                  </a:lnTo>
                  <a:lnTo>
                    <a:pt x="388990" y="1497104"/>
                  </a:lnTo>
                  <a:lnTo>
                    <a:pt x="387918" y="1497780"/>
                  </a:lnTo>
                  <a:lnTo>
                    <a:pt x="386847" y="1498456"/>
                  </a:lnTo>
                  <a:lnTo>
                    <a:pt x="385775" y="1499133"/>
                  </a:lnTo>
                  <a:lnTo>
                    <a:pt x="384703" y="1499810"/>
                  </a:lnTo>
                  <a:lnTo>
                    <a:pt x="383632" y="1500487"/>
                  </a:lnTo>
                  <a:lnTo>
                    <a:pt x="382560" y="1501164"/>
                  </a:lnTo>
                  <a:lnTo>
                    <a:pt x="381489" y="1501842"/>
                  </a:lnTo>
                  <a:lnTo>
                    <a:pt x="380417" y="1502520"/>
                  </a:lnTo>
                  <a:lnTo>
                    <a:pt x="379345" y="1503198"/>
                  </a:lnTo>
                  <a:lnTo>
                    <a:pt x="378274" y="1503876"/>
                  </a:lnTo>
                  <a:lnTo>
                    <a:pt x="377202" y="1504555"/>
                  </a:lnTo>
                  <a:lnTo>
                    <a:pt x="376131" y="1505234"/>
                  </a:lnTo>
                  <a:lnTo>
                    <a:pt x="375059" y="1505913"/>
                  </a:lnTo>
                  <a:lnTo>
                    <a:pt x="373987" y="1506593"/>
                  </a:lnTo>
                  <a:lnTo>
                    <a:pt x="372916" y="1507273"/>
                  </a:lnTo>
                  <a:lnTo>
                    <a:pt x="371844" y="1507952"/>
                  </a:lnTo>
                  <a:lnTo>
                    <a:pt x="370773" y="1508633"/>
                  </a:lnTo>
                  <a:lnTo>
                    <a:pt x="369701" y="1509313"/>
                  </a:lnTo>
                  <a:lnTo>
                    <a:pt x="368629" y="1509994"/>
                  </a:lnTo>
                  <a:lnTo>
                    <a:pt x="367558" y="1510675"/>
                  </a:lnTo>
                  <a:lnTo>
                    <a:pt x="366486" y="1511356"/>
                  </a:lnTo>
                  <a:lnTo>
                    <a:pt x="365415" y="1512037"/>
                  </a:lnTo>
                  <a:lnTo>
                    <a:pt x="364343" y="1512719"/>
                  </a:lnTo>
                  <a:lnTo>
                    <a:pt x="363271" y="1513400"/>
                  </a:lnTo>
                  <a:lnTo>
                    <a:pt x="362200" y="1514082"/>
                  </a:lnTo>
                  <a:lnTo>
                    <a:pt x="361128" y="1514765"/>
                  </a:lnTo>
                  <a:lnTo>
                    <a:pt x="360057" y="1515447"/>
                  </a:lnTo>
                  <a:lnTo>
                    <a:pt x="358985" y="1516129"/>
                  </a:lnTo>
                  <a:lnTo>
                    <a:pt x="357913" y="1516812"/>
                  </a:lnTo>
                  <a:lnTo>
                    <a:pt x="356842" y="1517495"/>
                  </a:lnTo>
                  <a:lnTo>
                    <a:pt x="355770" y="1518178"/>
                  </a:lnTo>
                  <a:lnTo>
                    <a:pt x="354699" y="1518861"/>
                  </a:lnTo>
                  <a:lnTo>
                    <a:pt x="353627" y="1519545"/>
                  </a:lnTo>
                  <a:lnTo>
                    <a:pt x="352556" y="1520228"/>
                  </a:lnTo>
                  <a:lnTo>
                    <a:pt x="351484" y="1520912"/>
                  </a:lnTo>
                  <a:lnTo>
                    <a:pt x="350412" y="1521596"/>
                  </a:lnTo>
                  <a:lnTo>
                    <a:pt x="349341" y="1522280"/>
                  </a:lnTo>
                  <a:lnTo>
                    <a:pt x="348269" y="1522964"/>
                  </a:lnTo>
                  <a:lnTo>
                    <a:pt x="347198" y="1523648"/>
                  </a:lnTo>
                  <a:lnTo>
                    <a:pt x="346126" y="1524332"/>
                  </a:lnTo>
                  <a:lnTo>
                    <a:pt x="345054" y="1525017"/>
                  </a:lnTo>
                  <a:lnTo>
                    <a:pt x="343983" y="1525701"/>
                  </a:lnTo>
                  <a:lnTo>
                    <a:pt x="342911" y="1526386"/>
                  </a:lnTo>
                  <a:lnTo>
                    <a:pt x="341840" y="1527071"/>
                  </a:lnTo>
                  <a:lnTo>
                    <a:pt x="340768" y="1527756"/>
                  </a:lnTo>
                  <a:lnTo>
                    <a:pt x="339696" y="1528441"/>
                  </a:lnTo>
                  <a:lnTo>
                    <a:pt x="338625" y="1529126"/>
                  </a:lnTo>
                  <a:lnTo>
                    <a:pt x="337553" y="1529812"/>
                  </a:lnTo>
                  <a:lnTo>
                    <a:pt x="336482" y="1530497"/>
                  </a:lnTo>
                  <a:lnTo>
                    <a:pt x="335410" y="1531182"/>
                  </a:lnTo>
                  <a:lnTo>
                    <a:pt x="334338" y="1531868"/>
                  </a:lnTo>
                  <a:lnTo>
                    <a:pt x="333267" y="1532554"/>
                  </a:lnTo>
                  <a:lnTo>
                    <a:pt x="332195" y="1533239"/>
                  </a:lnTo>
                  <a:lnTo>
                    <a:pt x="331124" y="1533925"/>
                  </a:lnTo>
                  <a:lnTo>
                    <a:pt x="330052" y="1534611"/>
                  </a:lnTo>
                  <a:lnTo>
                    <a:pt x="328980" y="1535297"/>
                  </a:lnTo>
                  <a:lnTo>
                    <a:pt x="327909" y="1535983"/>
                  </a:lnTo>
                  <a:lnTo>
                    <a:pt x="326837" y="1536669"/>
                  </a:lnTo>
                  <a:lnTo>
                    <a:pt x="325766" y="1537355"/>
                  </a:lnTo>
                  <a:lnTo>
                    <a:pt x="324694" y="1538041"/>
                  </a:lnTo>
                  <a:lnTo>
                    <a:pt x="323622" y="1538728"/>
                  </a:lnTo>
                  <a:lnTo>
                    <a:pt x="322551" y="1539414"/>
                  </a:lnTo>
                  <a:lnTo>
                    <a:pt x="321479" y="1540100"/>
                  </a:lnTo>
                  <a:lnTo>
                    <a:pt x="320408" y="1540787"/>
                  </a:lnTo>
                  <a:lnTo>
                    <a:pt x="319336" y="1541473"/>
                  </a:lnTo>
                  <a:lnTo>
                    <a:pt x="318264" y="1542159"/>
                  </a:lnTo>
                  <a:lnTo>
                    <a:pt x="317193" y="1542846"/>
                  </a:lnTo>
                  <a:lnTo>
                    <a:pt x="316121" y="1543532"/>
                  </a:lnTo>
                  <a:lnTo>
                    <a:pt x="315050" y="1544219"/>
                  </a:lnTo>
                  <a:lnTo>
                    <a:pt x="313978" y="1544905"/>
                  </a:lnTo>
                  <a:lnTo>
                    <a:pt x="312906" y="1545592"/>
                  </a:lnTo>
                  <a:lnTo>
                    <a:pt x="311835" y="1546278"/>
                  </a:lnTo>
                  <a:lnTo>
                    <a:pt x="310763" y="1546965"/>
                  </a:lnTo>
                  <a:lnTo>
                    <a:pt x="309692" y="1547651"/>
                  </a:lnTo>
                  <a:lnTo>
                    <a:pt x="308620" y="1548338"/>
                  </a:lnTo>
                  <a:lnTo>
                    <a:pt x="307548" y="1549024"/>
                  </a:lnTo>
                  <a:lnTo>
                    <a:pt x="306477" y="1549711"/>
                  </a:lnTo>
                  <a:lnTo>
                    <a:pt x="305405" y="1550397"/>
                  </a:lnTo>
                  <a:lnTo>
                    <a:pt x="304334" y="1551084"/>
                  </a:lnTo>
                  <a:lnTo>
                    <a:pt x="303262" y="1551770"/>
                  </a:lnTo>
                  <a:lnTo>
                    <a:pt x="302190" y="1552457"/>
                  </a:lnTo>
                  <a:lnTo>
                    <a:pt x="301119" y="1553143"/>
                  </a:lnTo>
                  <a:lnTo>
                    <a:pt x="300047" y="1553829"/>
                  </a:lnTo>
                  <a:lnTo>
                    <a:pt x="298976" y="1554516"/>
                  </a:lnTo>
                  <a:lnTo>
                    <a:pt x="297904" y="1555202"/>
                  </a:lnTo>
                  <a:lnTo>
                    <a:pt x="296832" y="1555888"/>
                  </a:lnTo>
                  <a:lnTo>
                    <a:pt x="295761" y="1556574"/>
                  </a:lnTo>
                  <a:lnTo>
                    <a:pt x="294689" y="1557261"/>
                  </a:lnTo>
                  <a:lnTo>
                    <a:pt x="293618" y="1557947"/>
                  </a:lnTo>
                  <a:lnTo>
                    <a:pt x="292546" y="1558633"/>
                  </a:lnTo>
                  <a:lnTo>
                    <a:pt x="291474" y="1559319"/>
                  </a:lnTo>
                  <a:lnTo>
                    <a:pt x="290403" y="1560005"/>
                  </a:lnTo>
                  <a:lnTo>
                    <a:pt x="289331" y="1560691"/>
                  </a:lnTo>
                  <a:lnTo>
                    <a:pt x="288260" y="1561376"/>
                  </a:lnTo>
                  <a:lnTo>
                    <a:pt x="287188" y="1562062"/>
                  </a:lnTo>
                  <a:lnTo>
                    <a:pt x="286116" y="1562748"/>
                  </a:lnTo>
                  <a:lnTo>
                    <a:pt x="285045" y="1563433"/>
                  </a:lnTo>
                  <a:lnTo>
                    <a:pt x="283973" y="1564119"/>
                  </a:lnTo>
                  <a:lnTo>
                    <a:pt x="282902" y="1564804"/>
                  </a:lnTo>
                  <a:lnTo>
                    <a:pt x="281830" y="1565490"/>
                  </a:lnTo>
                  <a:lnTo>
                    <a:pt x="280758" y="1566175"/>
                  </a:lnTo>
                  <a:lnTo>
                    <a:pt x="279687" y="1566860"/>
                  </a:lnTo>
                  <a:lnTo>
                    <a:pt x="278615" y="1567545"/>
                  </a:lnTo>
                  <a:lnTo>
                    <a:pt x="277544" y="1568230"/>
                  </a:lnTo>
                  <a:lnTo>
                    <a:pt x="276472" y="1568915"/>
                  </a:lnTo>
                  <a:lnTo>
                    <a:pt x="275400" y="1569600"/>
                  </a:lnTo>
                  <a:lnTo>
                    <a:pt x="274329" y="1570285"/>
                  </a:lnTo>
                  <a:lnTo>
                    <a:pt x="273257" y="1570969"/>
                  </a:lnTo>
                  <a:lnTo>
                    <a:pt x="272186" y="1571654"/>
                  </a:lnTo>
                  <a:lnTo>
                    <a:pt x="271114" y="1572338"/>
                  </a:lnTo>
                  <a:lnTo>
                    <a:pt x="270042" y="1573022"/>
                  </a:lnTo>
                  <a:lnTo>
                    <a:pt x="268971" y="1573706"/>
                  </a:lnTo>
                  <a:lnTo>
                    <a:pt x="267899" y="1574390"/>
                  </a:lnTo>
                  <a:lnTo>
                    <a:pt x="266828" y="1575074"/>
                  </a:lnTo>
                  <a:lnTo>
                    <a:pt x="265756" y="1575758"/>
                  </a:lnTo>
                  <a:lnTo>
                    <a:pt x="264684" y="1576441"/>
                  </a:lnTo>
                  <a:lnTo>
                    <a:pt x="263613" y="1577125"/>
                  </a:lnTo>
                  <a:lnTo>
                    <a:pt x="262541" y="1577808"/>
                  </a:lnTo>
                  <a:lnTo>
                    <a:pt x="261470" y="1578491"/>
                  </a:lnTo>
                  <a:lnTo>
                    <a:pt x="260398" y="1579174"/>
                  </a:lnTo>
                  <a:lnTo>
                    <a:pt x="259326" y="1579857"/>
                  </a:lnTo>
                  <a:lnTo>
                    <a:pt x="258255" y="1580540"/>
                  </a:lnTo>
                  <a:lnTo>
                    <a:pt x="257183" y="1581223"/>
                  </a:lnTo>
                  <a:lnTo>
                    <a:pt x="256112" y="1581905"/>
                  </a:lnTo>
                  <a:lnTo>
                    <a:pt x="255040" y="1582587"/>
                  </a:lnTo>
                  <a:lnTo>
                    <a:pt x="253968" y="1583269"/>
                  </a:lnTo>
                  <a:lnTo>
                    <a:pt x="252897" y="1583951"/>
                  </a:lnTo>
                  <a:lnTo>
                    <a:pt x="251825" y="1584633"/>
                  </a:lnTo>
                  <a:lnTo>
                    <a:pt x="250754" y="1585315"/>
                  </a:lnTo>
                  <a:lnTo>
                    <a:pt x="249682" y="1585996"/>
                  </a:lnTo>
                  <a:lnTo>
                    <a:pt x="248610" y="1586678"/>
                  </a:lnTo>
                  <a:lnTo>
                    <a:pt x="247539" y="1587359"/>
                  </a:lnTo>
                  <a:lnTo>
                    <a:pt x="246467" y="1588040"/>
                  </a:lnTo>
                  <a:lnTo>
                    <a:pt x="245396" y="1588720"/>
                  </a:lnTo>
                  <a:lnTo>
                    <a:pt x="244324" y="1589401"/>
                  </a:lnTo>
                  <a:lnTo>
                    <a:pt x="243252" y="1590081"/>
                  </a:lnTo>
                  <a:lnTo>
                    <a:pt x="242181" y="1590762"/>
                  </a:lnTo>
                  <a:lnTo>
                    <a:pt x="241109" y="1591442"/>
                  </a:lnTo>
                  <a:lnTo>
                    <a:pt x="240038" y="1592121"/>
                  </a:lnTo>
                  <a:lnTo>
                    <a:pt x="238966" y="1592801"/>
                  </a:lnTo>
                  <a:lnTo>
                    <a:pt x="237894" y="1593480"/>
                  </a:lnTo>
                  <a:lnTo>
                    <a:pt x="236823" y="1594160"/>
                  </a:lnTo>
                  <a:lnTo>
                    <a:pt x="235751" y="1594839"/>
                  </a:lnTo>
                  <a:lnTo>
                    <a:pt x="234680" y="1595518"/>
                  </a:lnTo>
                  <a:lnTo>
                    <a:pt x="233608" y="1596196"/>
                  </a:lnTo>
                  <a:lnTo>
                    <a:pt x="232536" y="1596875"/>
                  </a:lnTo>
                  <a:lnTo>
                    <a:pt x="231465" y="1597553"/>
                  </a:lnTo>
                  <a:lnTo>
                    <a:pt x="230393" y="1598231"/>
                  </a:lnTo>
                  <a:lnTo>
                    <a:pt x="229322" y="1598909"/>
                  </a:lnTo>
                  <a:lnTo>
                    <a:pt x="228250" y="1599586"/>
                  </a:lnTo>
                  <a:lnTo>
                    <a:pt x="227178" y="1600264"/>
                  </a:lnTo>
                  <a:lnTo>
                    <a:pt x="226107" y="1600941"/>
                  </a:lnTo>
                  <a:lnTo>
                    <a:pt x="225035" y="1601618"/>
                  </a:lnTo>
                  <a:lnTo>
                    <a:pt x="223964" y="1602294"/>
                  </a:lnTo>
                  <a:lnTo>
                    <a:pt x="222892" y="1602971"/>
                  </a:lnTo>
                  <a:lnTo>
                    <a:pt x="221820" y="1603647"/>
                  </a:lnTo>
                  <a:lnTo>
                    <a:pt x="220749" y="1604323"/>
                  </a:lnTo>
                  <a:lnTo>
                    <a:pt x="219677" y="1604999"/>
                  </a:lnTo>
                  <a:lnTo>
                    <a:pt x="218606" y="1605674"/>
                  </a:lnTo>
                  <a:lnTo>
                    <a:pt x="217534" y="1606349"/>
                  </a:lnTo>
                  <a:lnTo>
                    <a:pt x="216462" y="1607024"/>
                  </a:lnTo>
                  <a:lnTo>
                    <a:pt x="215391" y="1607699"/>
                  </a:lnTo>
                  <a:lnTo>
                    <a:pt x="214319" y="1608374"/>
                  </a:lnTo>
                  <a:lnTo>
                    <a:pt x="213248" y="1609048"/>
                  </a:lnTo>
                  <a:lnTo>
                    <a:pt x="212176" y="1609722"/>
                  </a:lnTo>
                  <a:lnTo>
                    <a:pt x="211104" y="1610396"/>
                  </a:lnTo>
                  <a:lnTo>
                    <a:pt x="210033" y="1611069"/>
                  </a:lnTo>
                  <a:lnTo>
                    <a:pt x="208961" y="1611743"/>
                  </a:lnTo>
                  <a:lnTo>
                    <a:pt x="207890" y="1612416"/>
                  </a:lnTo>
                  <a:lnTo>
                    <a:pt x="206818" y="1613088"/>
                  </a:lnTo>
                  <a:lnTo>
                    <a:pt x="205746" y="1613761"/>
                  </a:lnTo>
                  <a:lnTo>
                    <a:pt x="204675" y="1614433"/>
                  </a:lnTo>
                  <a:lnTo>
                    <a:pt x="203603" y="1615105"/>
                  </a:lnTo>
                  <a:lnTo>
                    <a:pt x="202532" y="1615777"/>
                  </a:lnTo>
                  <a:lnTo>
                    <a:pt x="201460" y="1616448"/>
                  </a:lnTo>
                  <a:lnTo>
                    <a:pt x="200388" y="1617119"/>
                  </a:lnTo>
                  <a:lnTo>
                    <a:pt x="199317" y="1617790"/>
                  </a:lnTo>
                  <a:lnTo>
                    <a:pt x="198245" y="1618461"/>
                  </a:lnTo>
                  <a:lnTo>
                    <a:pt x="197174" y="1619131"/>
                  </a:lnTo>
                  <a:lnTo>
                    <a:pt x="196102" y="1619801"/>
                  </a:lnTo>
                  <a:lnTo>
                    <a:pt x="195030" y="1620471"/>
                  </a:lnTo>
                  <a:lnTo>
                    <a:pt x="193959" y="1621141"/>
                  </a:lnTo>
                  <a:lnTo>
                    <a:pt x="192887" y="1621810"/>
                  </a:lnTo>
                  <a:lnTo>
                    <a:pt x="191816" y="1622479"/>
                  </a:lnTo>
                  <a:lnTo>
                    <a:pt x="190744" y="1623147"/>
                  </a:lnTo>
                  <a:lnTo>
                    <a:pt x="189672" y="1623816"/>
                  </a:lnTo>
                  <a:lnTo>
                    <a:pt x="188601" y="1624484"/>
                  </a:lnTo>
                  <a:lnTo>
                    <a:pt x="187529" y="1625152"/>
                  </a:lnTo>
                  <a:lnTo>
                    <a:pt x="186458" y="1625819"/>
                  </a:lnTo>
                  <a:lnTo>
                    <a:pt x="185386" y="1626486"/>
                  </a:lnTo>
                  <a:lnTo>
                    <a:pt x="184314" y="1627153"/>
                  </a:lnTo>
                  <a:lnTo>
                    <a:pt x="183243" y="1627820"/>
                  </a:lnTo>
                  <a:lnTo>
                    <a:pt x="182171" y="1628486"/>
                  </a:lnTo>
                  <a:lnTo>
                    <a:pt x="181100" y="1629152"/>
                  </a:lnTo>
                  <a:lnTo>
                    <a:pt x="180028" y="1629818"/>
                  </a:lnTo>
                  <a:lnTo>
                    <a:pt x="178956" y="1630483"/>
                  </a:lnTo>
                  <a:lnTo>
                    <a:pt x="177885" y="1631148"/>
                  </a:lnTo>
                  <a:lnTo>
                    <a:pt x="176813" y="1631813"/>
                  </a:lnTo>
                  <a:lnTo>
                    <a:pt x="175742" y="1632477"/>
                  </a:lnTo>
                  <a:lnTo>
                    <a:pt x="174670" y="1633141"/>
                  </a:lnTo>
                  <a:lnTo>
                    <a:pt x="173599" y="1633805"/>
                  </a:lnTo>
                  <a:lnTo>
                    <a:pt x="172527" y="1634469"/>
                  </a:lnTo>
                  <a:lnTo>
                    <a:pt x="171455" y="1635132"/>
                  </a:lnTo>
                  <a:lnTo>
                    <a:pt x="170384" y="1635795"/>
                  </a:lnTo>
                  <a:lnTo>
                    <a:pt x="169312" y="1636457"/>
                  </a:lnTo>
                  <a:lnTo>
                    <a:pt x="168241" y="1637119"/>
                  </a:lnTo>
                  <a:lnTo>
                    <a:pt x="167169" y="1637781"/>
                  </a:lnTo>
                  <a:lnTo>
                    <a:pt x="166097" y="1638443"/>
                  </a:lnTo>
                  <a:lnTo>
                    <a:pt x="165026" y="1639104"/>
                  </a:lnTo>
                  <a:lnTo>
                    <a:pt x="163954" y="1639765"/>
                  </a:lnTo>
                  <a:lnTo>
                    <a:pt x="162883" y="1640426"/>
                  </a:lnTo>
                  <a:lnTo>
                    <a:pt x="161811" y="1641086"/>
                  </a:lnTo>
                  <a:lnTo>
                    <a:pt x="160739" y="1641746"/>
                  </a:lnTo>
                  <a:lnTo>
                    <a:pt x="159668" y="1642405"/>
                  </a:lnTo>
                  <a:lnTo>
                    <a:pt x="158596" y="1643065"/>
                  </a:lnTo>
                  <a:lnTo>
                    <a:pt x="157525" y="1643723"/>
                  </a:lnTo>
                  <a:lnTo>
                    <a:pt x="156453" y="1644382"/>
                  </a:lnTo>
                  <a:lnTo>
                    <a:pt x="155381" y="1645040"/>
                  </a:lnTo>
                  <a:lnTo>
                    <a:pt x="154310" y="1645698"/>
                  </a:lnTo>
                  <a:lnTo>
                    <a:pt x="153238" y="1646356"/>
                  </a:lnTo>
                  <a:lnTo>
                    <a:pt x="152167" y="1647013"/>
                  </a:lnTo>
                  <a:lnTo>
                    <a:pt x="151095" y="1647670"/>
                  </a:lnTo>
                  <a:lnTo>
                    <a:pt x="150023" y="1648326"/>
                  </a:lnTo>
                  <a:lnTo>
                    <a:pt x="148952" y="1648982"/>
                  </a:lnTo>
                  <a:lnTo>
                    <a:pt x="147880" y="1649638"/>
                  </a:lnTo>
                  <a:lnTo>
                    <a:pt x="146809" y="1650294"/>
                  </a:lnTo>
                  <a:lnTo>
                    <a:pt x="145737" y="1650949"/>
                  </a:lnTo>
                  <a:lnTo>
                    <a:pt x="144665" y="1651603"/>
                  </a:lnTo>
                  <a:lnTo>
                    <a:pt x="143594" y="1652258"/>
                  </a:lnTo>
                  <a:lnTo>
                    <a:pt x="142522" y="1652912"/>
                  </a:lnTo>
                  <a:lnTo>
                    <a:pt x="141451" y="1653566"/>
                  </a:lnTo>
                  <a:lnTo>
                    <a:pt x="140379" y="1654219"/>
                  </a:lnTo>
                  <a:lnTo>
                    <a:pt x="139307" y="1654872"/>
                  </a:lnTo>
                  <a:lnTo>
                    <a:pt x="138236" y="1655524"/>
                  </a:lnTo>
                  <a:lnTo>
                    <a:pt x="137164" y="1656177"/>
                  </a:lnTo>
                  <a:lnTo>
                    <a:pt x="136093" y="1656828"/>
                  </a:lnTo>
                  <a:lnTo>
                    <a:pt x="135021" y="1657480"/>
                  </a:lnTo>
                  <a:lnTo>
                    <a:pt x="133949" y="1658131"/>
                  </a:lnTo>
                  <a:lnTo>
                    <a:pt x="132878" y="1658782"/>
                  </a:lnTo>
                  <a:lnTo>
                    <a:pt x="131806" y="1659432"/>
                  </a:lnTo>
                  <a:lnTo>
                    <a:pt x="130735" y="1660082"/>
                  </a:lnTo>
                  <a:lnTo>
                    <a:pt x="129663" y="1660732"/>
                  </a:lnTo>
                  <a:lnTo>
                    <a:pt x="128591" y="1661381"/>
                  </a:lnTo>
                  <a:lnTo>
                    <a:pt x="127520" y="1662030"/>
                  </a:lnTo>
                  <a:lnTo>
                    <a:pt x="126448" y="1662679"/>
                  </a:lnTo>
                  <a:lnTo>
                    <a:pt x="125377" y="1663327"/>
                  </a:lnTo>
                  <a:lnTo>
                    <a:pt x="124305" y="1663975"/>
                  </a:lnTo>
                  <a:lnTo>
                    <a:pt x="123233" y="1664622"/>
                  </a:lnTo>
                  <a:lnTo>
                    <a:pt x="122162" y="1665269"/>
                  </a:lnTo>
                  <a:lnTo>
                    <a:pt x="121090" y="1665916"/>
                  </a:lnTo>
                  <a:lnTo>
                    <a:pt x="120019" y="1666562"/>
                  </a:lnTo>
                  <a:lnTo>
                    <a:pt x="118947" y="1667208"/>
                  </a:lnTo>
                  <a:lnTo>
                    <a:pt x="117875" y="1667853"/>
                  </a:lnTo>
                  <a:lnTo>
                    <a:pt x="116804" y="1668498"/>
                  </a:lnTo>
                  <a:lnTo>
                    <a:pt x="115732" y="1669143"/>
                  </a:lnTo>
                  <a:lnTo>
                    <a:pt x="114661" y="1669787"/>
                  </a:lnTo>
                  <a:lnTo>
                    <a:pt x="113589" y="1670431"/>
                  </a:lnTo>
                  <a:lnTo>
                    <a:pt x="112517" y="1671075"/>
                  </a:lnTo>
                  <a:lnTo>
                    <a:pt x="111446" y="1671718"/>
                  </a:lnTo>
                  <a:lnTo>
                    <a:pt x="110374" y="1672361"/>
                  </a:lnTo>
                  <a:lnTo>
                    <a:pt x="109303" y="1673003"/>
                  </a:lnTo>
                  <a:lnTo>
                    <a:pt x="108231" y="1673645"/>
                  </a:lnTo>
                  <a:lnTo>
                    <a:pt x="107159" y="1674287"/>
                  </a:lnTo>
                  <a:lnTo>
                    <a:pt x="106088" y="1674928"/>
                  </a:lnTo>
                  <a:lnTo>
                    <a:pt x="105016" y="1675569"/>
                  </a:lnTo>
                  <a:lnTo>
                    <a:pt x="103945" y="1676209"/>
                  </a:lnTo>
                  <a:lnTo>
                    <a:pt x="102873" y="1676849"/>
                  </a:lnTo>
                  <a:lnTo>
                    <a:pt x="101801" y="1677489"/>
                  </a:lnTo>
                  <a:lnTo>
                    <a:pt x="100730" y="1678128"/>
                  </a:lnTo>
                  <a:lnTo>
                    <a:pt x="99658" y="1678767"/>
                  </a:lnTo>
                  <a:lnTo>
                    <a:pt x="98587" y="1679405"/>
                  </a:lnTo>
                  <a:lnTo>
                    <a:pt x="97515" y="1680043"/>
                  </a:lnTo>
                  <a:lnTo>
                    <a:pt x="96443" y="1680681"/>
                  </a:lnTo>
                  <a:lnTo>
                    <a:pt x="95372" y="1681318"/>
                  </a:lnTo>
                  <a:lnTo>
                    <a:pt x="94300" y="1681955"/>
                  </a:lnTo>
                  <a:lnTo>
                    <a:pt x="93229" y="1682591"/>
                  </a:lnTo>
                  <a:lnTo>
                    <a:pt x="92157" y="1683227"/>
                  </a:lnTo>
                  <a:lnTo>
                    <a:pt x="91085" y="1683863"/>
                  </a:lnTo>
                  <a:lnTo>
                    <a:pt x="90014" y="1684498"/>
                  </a:lnTo>
                  <a:lnTo>
                    <a:pt x="88942" y="1685133"/>
                  </a:lnTo>
                  <a:lnTo>
                    <a:pt x="87871" y="1685767"/>
                  </a:lnTo>
                  <a:lnTo>
                    <a:pt x="86799" y="1686401"/>
                  </a:lnTo>
                  <a:lnTo>
                    <a:pt x="85727" y="1687035"/>
                  </a:lnTo>
                  <a:lnTo>
                    <a:pt x="84656" y="1687668"/>
                  </a:lnTo>
                  <a:lnTo>
                    <a:pt x="83584" y="1688301"/>
                  </a:lnTo>
                  <a:lnTo>
                    <a:pt x="82513" y="1688933"/>
                  </a:lnTo>
                  <a:lnTo>
                    <a:pt x="81441" y="1689565"/>
                  </a:lnTo>
                  <a:lnTo>
                    <a:pt x="80369" y="1690196"/>
                  </a:lnTo>
                  <a:lnTo>
                    <a:pt x="79298" y="1690827"/>
                  </a:lnTo>
                  <a:lnTo>
                    <a:pt x="78226" y="1691458"/>
                  </a:lnTo>
                  <a:lnTo>
                    <a:pt x="77155" y="1692088"/>
                  </a:lnTo>
                  <a:lnTo>
                    <a:pt x="76083" y="1692718"/>
                  </a:lnTo>
                  <a:lnTo>
                    <a:pt x="75011" y="1693347"/>
                  </a:lnTo>
                  <a:lnTo>
                    <a:pt x="73940" y="1693976"/>
                  </a:lnTo>
                  <a:lnTo>
                    <a:pt x="72868" y="1694605"/>
                  </a:lnTo>
                  <a:lnTo>
                    <a:pt x="71797" y="1695233"/>
                  </a:lnTo>
                  <a:lnTo>
                    <a:pt x="70725" y="1695860"/>
                  </a:lnTo>
                  <a:lnTo>
                    <a:pt x="69653" y="1696488"/>
                  </a:lnTo>
                  <a:lnTo>
                    <a:pt x="68582" y="1697114"/>
                  </a:lnTo>
                  <a:lnTo>
                    <a:pt x="67510" y="1697741"/>
                  </a:lnTo>
                  <a:lnTo>
                    <a:pt x="66439" y="1698367"/>
                  </a:lnTo>
                  <a:lnTo>
                    <a:pt x="65367" y="1698992"/>
                  </a:lnTo>
                  <a:lnTo>
                    <a:pt x="64295" y="1699617"/>
                  </a:lnTo>
                  <a:lnTo>
                    <a:pt x="63224" y="1700242"/>
                  </a:lnTo>
                  <a:lnTo>
                    <a:pt x="62152" y="1700866"/>
                  </a:lnTo>
                  <a:lnTo>
                    <a:pt x="61081" y="1701490"/>
                  </a:lnTo>
                  <a:lnTo>
                    <a:pt x="60009" y="1702114"/>
                  </a:lnTo>
                  <a:lnTo>
                    <a:pt x="58937" y="1702736"/>
                  </a:lnTo>
                  <a:lnTo>
                    <a:pt x="57866" y="1703359"/>
                  </a:lnTo>
                  <a:lnTo>
                    <a:pt x="56794" y="1703981"/>
                  </a:lnTo>
                  <a:lnTo>
                    <a:pt x="55723" y="1704603"/>
                  </a:lnTo>
                  <a:lnTo>
                    <a:pt x="54651" y="1705224"/>
                  </a:lnTo>
                  <a:lnTo>
                    <a:pt x="53579" y="1705845"/>
                  </a:lnTo>
                  <a:lnTo>
                    <a:pt x="52508" y="1706465"/>
                  </a:lnTo>
                  <a:lnTo>
                    <a:pt x="51436" y="1707085"/>
                  </a:lnTo>
                  <a:lnTo>
                    <a:pt x="50365" y="1707705"/>
                  </a:lnTo>
                  <a:lnTo>
                    <a:pt x="49293" y="1708324"/>
                  </a:lnTo>
                  <a:lnTo>
                    <a:pt x="48221" y="1708942"/>
                  </a:lnTo>
                  <a:lnTo>
                    <a:pt x="47150" y="1709560"/>
                  </a:lnTo>
                  <a:lnTo>
                    <a:pt x="46078" y="1710178"/>
                  </a:lnTo>
                  <a:lnTo>
                    <a:pt x="45007" y="1710796"/>
                  </a:lnTo>
                  <a:lnTo>
                    <a:pt x="43935" y="1711412"/>
                  </a:lnTo>
                  <a:lnTo>
                    <a:pt x="42863" y="1712029"/>
                  </a:lnTo>
                  <a:lnTo>
                    <a:pt x="41792" y="1712645"/>
                  </a:lnTo>
                  <a:lnTo>
                    <a:pt x="40720" y="1713260"/>
                  </a:lnTo>
                  <a:lnTo>
                    <a:pt x="39649" y="1713875"/>
                  </a:lnTo>
                  <a:lnTo>
                    <a:pt x="38577" y="1714490"/>
                  </a:lnTo>
                  <a:lnTo>
                    <a:pt x="37505" y="1715104"/>
                  </a:lnTo>
                  <a:lnTo>
                    <a:pt x="36434" y="1715718"/>
                  </a:lnTo>
                  <a:lnTo>
                    <a:pt x="35362" y="1716331"/>
                  </a:lnTo>
                  <a:lnTo>
                    <a:pt x="34291" y="1716944"/>
                  </a:lnTo>
                  <a:lnTo>
                    <a:pt x="33219" y="1717557"/>
                  </a:lnTo>
                  <a:lnTo>
                    <a:pt x="32147" y="1718169"/>
                  </a:lnTo>
                  <a:lnTo>
                    <a:pt x="31076" y="1718780"/>
                  </a:lnTo>
                  <a:lnTo>
                    <a:pt x="30004" y="1719391"/>
                  </a:lnTo>
                  <a:lnTo>
                    <a:pt x="28933" y="1720002"/>
                  </a:lnTo>
                  <a:lnTo>
                    <a:pt x="27861" y="1720612"/>
                  </a:lnTo>
                  <a:lnTo>
                    <a:pt x="26789" y="1721222"/>
                  </a:lnTo>
                  <a:lnTo>
                    <a:pt x="25718" y="1721831"/>
                  </a:lnTo>
                  <a:lnTo>
                    <a:pt x="24646" y="1722440"/>
                  </a:lnTo>
                  <a:lnTo>
                    <a:pt x="23575" y="1723049"/>
                  </a:lnTo>
                  <a:lnTo>
                    <a:pt x="22503" y="1723656"/>
                  </a:lnTo>
                  <a:lnTo>
                    <a:pt x="21431" y="1724264"/>
                  </a:lnTo>
                  <a:lnTo>
                    <a:pt x="20360" y="1724871"/>
                  </a:lnTo>
                  <a:lnTo>
                    <a:pt x="19288" y="1725478"/>
                  </a:lnTo>
                  <a:lnTo>
                    <a:pt x="18217" y="1726084"/>
                  </a:lnTo>
                  <a:lnTo>
                    <a:pt x="17145" y="1726689"/>
                  </a:lnTo>
                  <a:lnTo>
                    <a:pt x="16073" y="1727295"/>
                  </a:lnTo>
                  <a:lnTo>
                    <a:pt x="15002" y="1727900"/>
                  </a:lnTo>
                  <a:lnTo>
                    <a:pt x="13930" y="1728504"/>
                  </a:lnTo>
                  <a:lnTo>
                    <a:pt x="12859" y="1729108"/>
                  </a:lnTo>
                  <a:lnTo>
                    <a:pt x="11787" y="1729711"/>
                  </a:lnTo>
                  <a:lnTo>
                    <a:pt x="10715" y="1730314"/>
                  </a:lnTo>
                  <a:lnTo>
                    <a:pt x="9644" y="1730917"/>
                  </a:lnTo>
                  <a:lnTo>
                    <a:pt x="8572" y="1731519"/>
                  </a:lnTo>
                  <a:lnTo>
                    <a:pt x="7501" y="1732120"/>
                  </a:lnTo>
                  <a:lnTo>
                    <a:pt x="6429" y="1732721"/>
                  </a:lnTo>
                  <a:lnTo>
                    <a:pt x="5357" y="1733322"/>
                  </a:lnTo>
                  <a:lnTo>
                    <a:pt x="4286" y="1733922"/>
                  </a:lnTo>
                  <a:lnTo>
                    <a:pt x="3214" y="1734522"/>
                  </a:lnTo>
                  <a:lnTo>
                    <a:pt x="2143" y="1735121"/>
                  </a:lnTo>
                  <a:lnTo>
                    <a:pt x="1071" y="1735720"/>
                  </a:lnTo>
                  <a:lnTo>
                    <a:pt x="0" y="1736319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684231" y="3901101"/>
              <a:ext cx="3856684" cy="738552"/>
            </a:xfrm>
            <a:custGeom>
              <a:avLst/>
              <a:gdLst/>
              <a:ahLst/>
              <a:cxnLst/>
              <a:rect l="0" t="0" r="0" b="0"/>
              <a:pathLst>
                <a:path w="3856684" h="738552">
                  <a:moveTo>
                    <a:pt x="0" y="649099"/>
                  </a:moveTo>
                  <a:lnTo>
                    <a:pt x="1071" y="649479"/>
                  </a:lnTo>
                  <a:lnTo>
                    <a:pt x="2143" y="649858"/>
                  </a:lnTo>
                  <a:lnTo>
                    <a:pt x="3214" y="650237"/>
                  </a:lnTo>
                  <a:lnTo>
                    <a:pt x="4286" y="650615"/>
                  </a:lnTo>
                  <a:lnTo>
                    <a:pt x="5357" y="650992"/>
                  </a:lnTo>
                  <a:lnTo>
                    <a:pt x="6429" y="651369"/>
                  </a:lnTo>
                  <a:lnTo>
                    <a:pt x="7501" y="651746"/>
                  </a:lnTo>
                  <a:lnTo>
                    <a:pt x="8572" y="652122"/>
                  </a:lnTo>
                  <a:lnTo>
                    <a:pt x="9644" y="652498"/>
                  </a:lnTo>
                  <a:lnTo>
                    <a:pt x="10715" y="652873"/>
                  </a:lnTo>
                  <a:lnTo>
                    <a:pt x="11787" y="653247"/>
                  </a:lnTo>
                  <a:lnTo>
                    <a:pt x="12859" y="653621"/>
                  </a:lnTo>
                  <a:lnTo>
                    <a:pt x="13930" y="653995"/>
                  </a:lnTo>
                  <a:lnTo>
                    <a:pt x="15002" y="654368"/>
                  </a:lnTo>
                  <a:lnTo>
                    <a:pt x="16073" y="654740"/>
                  </a:lnTo>
                  <a:lnTo>
                    <a:pt x="17145" y="655112"/>
                  </a:lnTo>
                  <a:lnTo>
                    <a:pt x="18217" y="655483"/>
                  </a:lnTo>
                  <a:lnTo>
                    <a:pt x="19288" y="655854"/>
                  </a:lnTo>
                  <a:lnTo>
                    <a:pt x="20360" y="656224"/>
                  </a:lnTo>
                  <a:lnTo>
                    <a:pt x="21431" y="656594"/>
                  </a:lnTo>
                  <a:lnTo>
                    <a:pt x="22503" y="656964"/>
                  </a:lnTo>
                  <a:lnTo>
                    <a:pt x="23575" y="657332"/>
                  </a:lnTo>
                  <a:lnTo>
                    <a:pt x="24646" y="657700"/>
                  </a:lnTo>
                  <a:lnTo>
                    <a:pt x="25718" y="658068"/>
                  </a:lnTo>
                  <a:lnTo>
                    <a:pt x="26789" y="658435"/>
                  </a:lnTo>
                  <a:lnTo>
                    <a:pt x="27861" y="658802"/>
                  </a:lnTo>
                  <a:lnTo>
                    <a:pt x="28933" y="659168"/>
                  </a:lnTo>
                  <a:lnTo>
                    <a:pt x="30004" y="659533"/>
                  </a:lnTo>
                  <a:lnTo>
                    <a:pt x="31076" y="659898"/>
                  </a:lnTo>
                  <a:lnTo>
                    <a:pt x="32147" y="660263"/>
                  </a:lnTo>
                  <a:lnTo>
                    <a:pt x="33219" y="660627"/>
                  </a:lnTo>
                  <a:lnTo>
                    <a:pt x="34291" y="660990"/>
                  </a:lnTo>
                  <a:lnTo>
                    <a:pt x="35362" y="661353"/>
                  </a:lnTo>
                  <a:lnTo>
                    <a:pt x="36434" y="661715"/>
                  </a:lnTo>
                  <a:lnTo>
                    <a:pt x="37505" y="662077"/>
                  </a:lnTo>
                  <a:lnTo>
                    <a:pt x="38577" y="662438"/>
                  </a:lnTo>
                  <a:lnTo>
                    <a:pt x="39649" y="662798"/>
                  </a:lnTo>
                  <a:lnTo>
                    <a:pt x="40720" y="663158"/>
                  </a:lnTo>
                  <a:lnTo>
                    <a:pt x="41792" y="663518"/>
                  </a:lnTo>
                  <a:lnTo>
                    <a:pt x="42863" y="663877"/>
                  </a:lnTo>
                  <a:lnTo>
                    <a:pt x="43935" y="664235"/>
                  </a:lnTo>
                  <a:lnTo>
                    <a:pt x="45007" y="664593"/>
                  </a:lnTo>
                  <a:lnTo>
                    <a:pt x="46078" y="664950"/>
                  </a:lnTo>
                  <a:lnTo>
                    <a:pt x="47150" y="665307"/>
                  </a:lnTo>
                  <a:lnTo>
                    <a:pt x="48221" y="665663"/>
                  </a:lnTo>
                  <a:lnTo>
                    <a:pt x="49293" y="666018"/>
                  </a:lnTo>
                  <a:lnTo>
                    <a:pt x="50365" y="666373"/>
                  </a:lnTo>
                  <a:lnTo>
                    <a:pt x="51436" y="666728"/>
                  </a:lnTo>
                  <a:lnTo>
                    <a:pt x="52508" y="667081"/>
                  </a:lnTo>
                  <a:lnTo>
                    <a:pt x="53579" y="667435"/>
                  </a:lnTo>
                  <a:lnTo>
                    <a:pt x="54651" y="667787"/>
                  </a:lnTo>
                  <a:lnTo>
                    <a:pt x="55723" y="668139"/>
                  </a:lnTo>
                  <a:lnTo>
                    <a:pt x="56794" y="668491"/>
                  </a:lnTo>
                  <a:lnTo>
                    <a:pt x="57866" y="668842"/>
                  </a:lnTo>
                  <a:lnTo>
                    <a:pt x="58937" y="669192"/>
                  </a:lnTo>
                  <a:lnTo>
                    <a:pt x="60009" y="669542"/>
                  </a:lnTo>
                  <a:lnTo>
                    <a:pt x="61081" y="669891"/>
                  </a:lnTo>
                  <a:lnTo>
                    <a:pt x="62152" y="670240"/>
                  </a:lnTo>
                  <a:lnTo>
                    <a:pt x="63224" y="670588"/>
                  </a:lnTo>
                  <a:lnTo>
                    <a:pt x="64295" y="670935"/>
                  </a:lnTo>
                  <a:lnTo>
                    <a:pt x="65367" y="671282"/>
                  </a:lnTo>
                  <a:lnTo>
                    <a:pt x="66439" y="671628"/>
                  </a:lnTo>
                  <a:lnTo>
                    <a:pt x="67510" y="671974"/>
                  </a:lnTo>
                  <a:lnTo>
                    <a:pt x="68582" y="672319"/>
                  </a:lnTo>
                  <a:lnTo>
                    <a:pt x="69653" y="672663"/>
                  </a:lnTo>
                  <a:lnTo>
                    <a:pt x="70725" y="673007"/>
                  </a:lnTo>
                  <a:lnTo>
                    <a:pt x="71797" y="673351"/>
                  </a:lnTo>
                  <a:lnTo>
                    <a:pt x="72868" y="673693"/>
                  </a:lnTo>
                  <a:lnTo>
                    <a:pt x="73940" y="674035"/>
                  </a:lnTo>
                  <a:lnTo>
                    <a:pt x="75011" y="674377"/>
                  </a:lnTo>
                  <a:lnTo>
                    <a:pt x="76083" y="674718"/>
                  </a:lnTo>
                  <a:lnTo>
                    <a:pt x="77155" y="675058"/>
                  </a:lnTo>
                  <a:lnTo>
                    <a:pt x="78226" y="675397"/>
                  </a:lnTo>
                  <a:lnTo>
                    <a:pt x="79298" y="675737"/>
                  </a:lnTo>
                  <a:lnTo>
                    <a:pt x="80369" y="676075"/>
                  </a:lnTo>
                  <a:lnTo>
                    <a:pt x="81441" y="676413"/>
                  </a:lnTo>
                  <a:lnTo>
                    <a:pt x="82513" y="676750"/>
                  </a:lnTo>
                  <a:lnTo>
                    <a:pt x="83584" y="677086"/>
                  </a:lnTo>
                  <a:lnTo>
                    <a:pt x="84656" y="677422"/>
                  </a:lnTo>
                  <a:lnTo>
                    <a:pt x="85727" y="677758"/>
                  </a:lnTo>
                  <a:lnTo>
                    <a:pt x="86799" y="678092"/>
                  </a:lnTo>
                  <a:lnTo>
                    <a:pt x="87871" y="678427"/>
                  </a:lnTo>
                  <a:lnTo>
                    <a:pt x="88942" y="678760"/>
                  </a:lnTo>
                  <a:lnTo>
                    <a:pt x="90014" y="679093"/>
                  </a:lnTo>
                  <a:lnTo>
                    <a:pt x="91085" y="679425"/>
                  </a:lnTo>
                  <a:lnTo>
                    <a:pt x="92157" y="679757"/>
                  </a:lnTo>
                  <a:lnTo>
                    <a:pt x="93229" y="680087"/>
                  </a:lnTo>
                  <a:lnTo>
                    <a:pt x="94300" y="680418"/>
                  </a:lnTo>
                  <a:lnTo>
                    <a:pt x="95372" y="680747"/>
                  </a:lnTo>
                  <a:lnTo>
                    <a:pt x="96443" y="681076"/>
                  </a:lnTo>
                  <a:lnTo>
                    <a:pt x="97515" y="681405"/>
                  </a:lnTo>
                  <a:lnTo>
                    <a:pt x="98587" y="681733"/>
                  </a:lnTo>
                  <a:lnTo>
                    <a:pt x="99658" y="682060"/>
                  </a:lnTo>
                  <a:lnTo>
                    <a:pt x="100730" y="682386"/>
                  </a:lnTo>
                  <a:lnTo>
                    <a:pt x="101801" y="682712"/>
                  </a:lnTo>
                  <a:lnTo>
                    <a:pt x="102873" y="683037"/>
                  </a:lnTo>
                  <a:lnTo>
                    <a:pt x="103945" y="683361"/>
                  </a:lnTo>
                  <a:lnTo>
                    <a:pt x="105016" y="683685"/>
                  </a:lnTo>
                  <a:lnTo>
                    <a:pt x="106088" y="684009"/>
                  </a:lnTo>
                  <a:lnTo>
                    <a:pt x="107159" y="684331"/>
                  </a:lnTo>
                  <a:lnTo>
                    <a:pt x="108231" y="684653"/>
                  </a:lnTo>
                  <a:lnTo>
                    <a:pt x="109303" y="684974"/>
                  </a:lnTo>
                  <a:lnTo>
                    <a:pt x="110374" y="685295"/>
                  </a:lnTo>
                  <a:lnTo>
                    <a:pt x="111446" y="685615"/>
                  </a:lnTo>
                  <a:lnTo>
                    <a:pt x="112517" y="685934"/>
                  </a:lnTo>
                  <a:lnTo>
                    <a:pt x="113589" y="686252"/>
                  </a:lnTo>
                  <a:lnTo>
                    <a:pt x="114661" y="686570"/>
                  </a:lnTo>
                  <a:lnTo>
                    <a:pt x="115732" y="686887"/>
                  </a:lnTo>
                  <a:lnTo>
                    <a:pt x="116804" y="687204"/>
                  </a:lnTo>
                  <a:lnTo>
                    <a:pt x="117875" y="687520"/>
                  </a:lnTo>
                  <a:lnTo>
                    <a:pt x="118947" y="687835"/>
                  </a:lnTo>
                  <a:lnTo>
                    <a:pt x="120019" y="688149"/>
                  </a:lnTo>
                  <a:lnTo>
                    <a:pt x="121090" y="688463"/>
                  </a:lnTo>
                  <a:lnTo>
                    <a:pt x="122162" y="688776"/>
                  </a:lnTo>
                  <a:lnTo>
                    <a:pt x="123233" y="689089"/>
                  </a:lnTo>
                  <a:lnTo>
                    <a:pt x="124305" y="689400"/>
                  </a:lnTo>
                  <a:lnTo>
                    <a:pt x="125377" y="689711"/>
                  </a:lnTo>
                  <a:lnTo>
                    <a:pt x="126448" y="690022"/>
                  </a:lnTo>
                  <a:lnTo>
                    <a:pt x="127520" y="690331"/>
                  </a:lnTo>
                  <a:lnTo>
                    <a:pt x="128591" y="690640"/>
                  </a:lnTo>
                  <a:lnTo>
                    <a:pt x="129663" y="690949"/>
                  </a:lnTo>
                  <a:lnTo>
                    <a:pt x="130735" y="691256"/>
                  </a:lnTo>
                  <a:lnTo>
                    <a:pt x="131806" y="691563"/>
                  </a:lnTo>
                  <a:lnTo>
                    <a:pt x="132878" y="691869"/>
                  </a:lnTo>
                  <a:lnTo>
                    <a:pt x="133949" y="692175"/>
                  </a:lnTo>
                  <a:lnTo>
                    <a:pt x="135021" y="692479"/>
                  </a:lnTo>
                  <a:lnTo>
                    <a:pt x="136093" y="692783"/>
                  </a:lnTo>
                  <a:lnTo>
                    <a:pt x="137164" y="693087"/>
                  </a:lnTo>
                  <a:lnTo>
                    <a:pt x="138236" y="693389"/>
                  </a:lnTo>
                  <a:lnTo>
                    <a:pt x="139307" y="693691"/>
                  </a:lnTo>
                  <a:lnTo>
                    <a:pt x="140379" y="693992"/>
                  </a:lnTo>
                  <a:lnTo>
                    <a:pt x="141451" y="694293"/>
                  </a:lnTo>
                  <a:lnTo>
                    <a:pt x="142522" y="694592"/>
                  </a:lnTo>
                  <a:lnTo>
                    <a:pt x="143594" y="694891"/>
                  </a:lnTo>
                  <a:lnTo>
                    <a:pt x="144665" y="695190"/>
                  </a:lnTo>
                  <a:lnTo>
                    <a:pt x="145737" y="695487"/>
                  </a:lnTo>
                  <a:lnTo>
                    <a:pt x="146809" y="695784"/>
                  </a:lnTo>
                  <a:lnTo>
                    <a:pt x="147880" y="696080"/>
                  </a:lnTo>
                  <a:lnTo>
                    <a:pt x="148952" y="696375"/>
                  </a:lnTo>
                  <a:lnTo>
                    <a:pt x="150023" y="696670"/>
                  </a:lnTo>
                  <a:lnTo>
                    <a:pt x="151095" y="696963"/>
                  </a:lnTo>
                  <a:lnTo>
                    <a:pt x="152167" y="697256"/>
                  </a:lnTo>
                  <a:lnTo>
                    <a:pt x="153238" y="697549"/>
                  </a:lnTo>
                  <a:lnTo>
                    <a:pt x="154310" y="697840"/>
                  </a:lnTo>
                  <a:lnTo>
                    <a:pt x="155381" y="698131"/>
                  </a:lnTo>
                  <a:lnTo>
                    <a:pt x="156453" y="698421"/>
                  </a:lnTo>
                  <a:lnTo>
                    <a:pt x="157525" y="698710"/>
                  </a:lnTo>
                  <a:lnTo>
                    <a:pt x="158596" y="698999"/>
                  </a:lnTo>
                  <a:lnTo>
                    <a:pt x="159668" y="699287"/>
                  </a:lnTo>
                  <a:lnTo>
                    <a:pt x="160739" y="699574"/>
                  </a:lnTo>
                  <a:lnTo>
                    <a:pt x="161811" y="699860"/>
                  </a:lnTo>
                  <a:lnTo>
                    <a:pt x="162883" y="700145"/>
                  </a:lnTo>
                  <a:lnTo>
                    <a:pt x="163954" y="700430"/>
                  </a:lnTo>
                  <a:lnTo>
                    <a:pt x="165026" y="700714"/>
                  </a:lnTo>
                  <a:lnTo>
                    <a:pt x="166097" y="700997"/>
                  </a:lnTo>
                  <a:lnTo>
                    <a:pt x="167169" y="701279"/>
                  </a:lnTo>
                  <a:lnTo>
                    <a:pt x="168241" y="701561"/>
                  </a:lnTo>
                  <a:lnTo>
                    <a:pt x="169312" y="701842"/>
                  </a:lnTo>
                  <a:lnTo>
                    <a:pt x="170384" y="702122"/>
                  </a:lnTo>
                  <a:lnTo>
                    <a:pt x="171455" y="702401"/>
                  </a:lnTo>
                  <a:lnTo>
                    <a:pt x="172527" y="702679"/>
                  </a:lnTo>
                  <a:lnTo>
                    <a:pt x="173599" y="702957"/>
                  </a:lnTo>
                  <a:lnTo>
                    <a:pt x="174670" y="703234"/>
                  </a:lnTo>
                  <a:lnTo>
                    <a:pt x="175742" y="703510"/>
                  </a:lnTo>
                  <a:lnTo>
                    <a:pt x="176813" y="703785"/>
                  </a:lnTo>
                  <a:lnTo>
                    <a:pt x="177885" y="704059"/>
                  </a:lnTo>
                  <a:lnTo>
                    <a:pt x="178956" y="704333"/>
                  </a:lnTo>
                  <a:lnTo>
                    <a:pt x="180028" y="704606"/>
                  </a:lnTo>
                  <a:lnTo>
                    <a:pt x="181100" y="704878"/>
                  </a:lnTo>
                  <a:lnTo>
                    <a:pt x="182171" y="705149"/>
                  </a:lnTo>
                  <a:lnTo>
                    <a:pt x="183243" y="705419"/>
                  </a:lnTo>
                  <a:lnTo>
                    <a:pt x="184314" y="705689"/>
                  </a:lnTo>
                  <a:lnTo>
                    <a:pt x="185386" y="705957"/>
                  </a:lnTo>
                  <a:lnTo>
                    <a:pt x="186458" y="706225"/>
                  </a:lnTo>
                  <a:lnTo>
                    <a:pt x="187529" y="706492"/>
                  </a:lnTo>
                  <a:lnTo>
                    <a:pt x="188601" y="706758"/>
                  </a:lnTo>
                  <a:lnTo>
                    <a:pt x="189672" y="707024"/>
                  </a:lnTo>
                  <a:lnTo>
                    <a:pt x="190744" y="707288"/>
                  </a:lnTo>
                  <a:lnTo>
                    <a:pt x="191816" y="707552"/>
                  </a:lnTo>
                  <a:lnTo>
                    <a:pt x="192887" y="707815"/>
                  </a:lnTo>
                  <a:lnTo>
                    <a:pt x="193959" y="708077"/>
                  </a:lnTo>
                  <a:lnTo>
                    <a:pt x="195030" y="708338"/>
                  </a:lnTo>
                  <a:lnTo>
                    <a:pt x="196102" y="708598"/>
                  </a:lnTo>
                  <a:lnTo>
                    <a:pt x="197174" y="708858"/>
                  </a:lnTo>
                  <a:lnTo>
                    <a:pt x="198245" y="709116"/>
                  </a:lnTo>
                  <a:lnTo>
                    <a:pt x="199317" y="709374"/>
                  </a:lnTo>
                  <a:lnTo>
                    <a:pt x="200388" y="709631"/>
                  </a:lnTo>
                  <a:lnTo>
                    <a:pt x="201460" y="709887"/>
                  </a:lnTo>
                  <a:lnTo>
                    <a:pt x="202532" y="710142"/>
                  </a:lnTo>
                  <a:lnTo>
                    <a:pt x="203603" y="710396"/>
                  </a:lnTo>
                  <a:lnTo>
                    <a:pt x="204675" y="710649"/>
                  </a:lnTo>
                  <a:lnTo>
                    <a:pt x="205746" y="710902"/>
                  </a:lnTo>
                  <a:lnTo>
                    <a:pt x="206818" y="711153"/>
                  </a:lnTo>
                  <a:lnTo>
                    <a:pt x="207890" y="711404"/>
                  </a:lnTo>
                  <a:lnTo>
                    <a:pt x="208961" y="711654"/>
                  </a:lnTo>
                  <a:lnTo>
                    <a:pt x="210033" y="711903"/>
                  </a:lnTo>
                  <a:lnTo>
                    <a:pt x="211104" y="712151"/>
                  </a:lnTo>
                  <a:lnTo>
                    <a:pt x="212176" y="712398"/>
                  </a:lnTo>
                  <a:lnTo>
                    <a:pt x="213248" y="712644"/>
                  </a:lnTo>
                  <a:lnTo>
                    <a:pt x="214319" y="712889"/>
                  </a:lnTo>
                  <a:lnTo>
                    <a:pt x="215391" y="713134"/>
                  </a:lnTo>
                  <a:lnTo>
                    <a:pt x="216462" y="713377"/>
                  </a:lnTo>
                  <a:lnTo>
                    <a:pt x="217534" y="713620"/>
                  </a:lnTo>
                  <a:lnTo>
                    <a:pt x="218606" y="713862"/>
                  </a:lnTo>
                  <a:lnTo>
                    <a:pt x="219677" y="714102"/>
                  </a:lnTo>
                  <a:lnTo>
                    <a:pt x="220749" y="714342"/>
                  </a:lnTo>
                  <a:lnTo>
                    <a:pt x="221820" y="714581"/>
                  </a:lnTo>
                  <a:lnTo>
                    <a:pt x="222892" y="714819"/>
                  </a:lnTo>
                  <a:lnTo>
                    <a:pt x="223964" y="715056"/>
                  </a:lnTo>
                  <a:lnTo>
                    <a:pt x="225035" y="715292"/>
                  </a:lnTo>
                  <a:lnTo>
                    <a:pt x="226107" y="715527"/>
                  </a:lnTo>
                  <a:lnTo>
                    <a:pt x="227178" y="715762"/>
                  </a:lnTo>
                  <a:lnTo>
                    <a:pt x="228250" y="715995"/>
                  </a:lnTo>
                  <a:lnTo>
                    <a:pt x="229322" y="716227"/>
                  </a:lnTo>
                  <a:lnTo>
                    <a:pt x="230393" y="716459"/>
                  </a:lnTo>
                  <a:lnTo>
                    <a:pt x="231465" y="716689"/>
                  </a:lnTo>
                  <a:lnTo>
                    <a:pt x="232536" y="716919"/>
                  </a:lnTo>
                  <a:lnTo>
                    <a:pt x="233608" y="717147"/>
                  </a:lnTo>
                  <a:lnTo>
                    <a:pt x="234680" y="717375"/>
                  </a:lnTo>
                  <a:lnTo>
                    <a:pt x="235751" y="717601"/>
                  </a:lnTo>
                  <a:lnTo>
                    <a:pt x="236823" y="717827"/>
                  </a:lnTo>
                  <a:lnTo>
                    <a:pt x="237894" y="718051"/>
                  </a:lnTo>
                  <a:lnTo>
                    <a:pt x="238966" y="718275"/>
                  </a:lnTo>
                  <a:lnTo>
                    <a:pt x="240038" y="718498"/>
                  </a:lnTo>
                  <a:lnTo>
                    <a:pt x="241109" y="718719"/>
                  </a:lnTo>
                  <a:lnTo>
                    <a:pt x="242181" y="718940"/>
                  </a:lnTo>
                  <a:lnTo>
                    <a:pt x="243252" y="719160"/>
                  </a:lnTo>
                  <a:lnTo>
                    <a:pt x="244324" y="719379"/>
                  </a:lnTo>
                  <a:lnTo>
                    <a:pt x="245396" y="719596"/>
                  </a:lnTo>
                  <a:lnTo>
                    <a:pt x="246467" y="719813"/>
                  </a:lnTo>
                  <a:lnTo>
                    <a:pt x="247539" y="720029"/>
                  </a:lnTo>
                  <a:lnTo>
                    <a:pt x="248610" y="720243"/>
                  </a:lnTo>
                  <a:lnTo>
                    <a:pt x="249682" y="720457"/>
                  </a:lnTo>
                  <a:lnTo>
                    <a:pt x="250754" y="720670"/>
                  </a:lnTo>
                  <a:lnTo>
                    <a:pt x="251825" y="720881"/>
                  </a:lnTo>
                  <a:lnTo>
                    <a:pt x="252897" y="721092"/>
                  </a:lnTo>
                  <a:lnTo>
                    <a:pt x="253968" y="721301"/>
                  </a:lnTo>
                  <a:lnTo>
                    <a:pt x="255040" y="721510"/>
                  </a:lnTo>
                  <a:lnTo>
                    <a:pt x="256112" y="721717"/>
                  </a:lnTo>
                  <a:lnTo>
                    <a:pt x="257183" y="721924"/>
                  </a:lnTo>
                  <a:lnTo>
                    <a:pt x="258255" y="722129"/>
                  </a:lnTo>
                  <a:lnTo>
                    <a:pt x="259326" y="722334"/>
                  </a:lnTo>
                  <a:lnTo>
                    <a:pt x="260398" y="722537"/>
                  </a:lnTo>
                  <a:lnTo>
                    <a:pt x="261470" y="722739"/>
                  </a:lnTo>
                  <a:lnTo>
                    <a:pt x="262541" y="722940"/>
                  </a:lnTo>
                  <a:lnTo>
                    <a:pt x="263613" y="723141"/>
                  </a:lnTo>
                  <a:lnTo>
                    <a:pt x="264684" y="723340"/>
                  </a:lnTo>
                  <a:lnTo>
                    <a:pt x="265756" y="723538"/>
                  </a:lnTo>
                  <a:lnTo>
                    <a:pt x="266828" y="723735"/>
                  </a:lnTo>
                  <a:lnTo>
                    <a:pt x="267899" y="723931"/>
                  </a:lnTo>
                  <a:lnTo>
                    <a:pt x="268971" y="724125"/>
                  </a:lnTo>
                  <a:lnTo>
                    <a:pt x="270042" y="724319"/>
                  </a:lnTo>
                  <a:lnTo>
                    <a:pt x="271114" y="724512"/>
                  </a:lnTo>
                  <a:lnTo>
                    <a:pt x="272186" y="724703"/>
                  </a:lnTo>
                  <a:lnTo>
                    <a:pt x="273257" y="724893"/>
                  </a:lnTo>
                  <a:lnTo>
                    <a:pt x="274329" y="725083"/>
                  </a:lnTo>
                  <a:lnTo>
                    <a:pt x="275400" y="725271"/>
                  </a:lnTo>
                  <a:lnTo>
                    <a:pt x="276472" y="725458"/>
                  </a:lnTo>
                  <a:lnTo>
                    <a:pt x="277544" y="725644"/>
                  </a:lnTo>
                  <a:lnTo>
                    <a:pt x="278615" y="725829"/>
                  </a:lnTo>
                  <a:lnTo>
                    <a:pt x="279687" y="726013"/>
                  </a:lnTo>
                  <a:lnTo>
                    <a:pt x="280758" y="726195"/>
                  </a:lnTo>
                  <a:lnTo>
                    <a:pt x="281830" y="726377"/>
                  </a:lnTo>
                  <a:lnTo>
                    <a:pt x="282902" y="726557"/>
                  </a:lnTo>
                  <a:lnTo>
                    <a:pt x="283973" y="726736"/>
                  </a:lnTo>
                  <a:lnTo>
                    <a:pt x="285045" y="726914"/>
                  </a:lnTo>
                  <a:lnTo>
                    <a:pt x="286116" y="727091"/>
                  </a:lnTo>
                  <a:lnTo>
                    <a:pt x="287188" y="727267"/>
                  </a:lnTo>
                  <a:lnTo>
                    <a:pt x="288260" y="727441"/>
                  </a:lnTo>
                  <a:lnTo>
                    <a:pt x="289331" y="727615"/>
                  </a:lnTo>
                  <a:lnTo>
                    <a:pt x="290403" y="727787"/>
                  </a:lnTo>
                  <a:lnTo>
                    <a:pt x="291474" y="727958"/>
                  </a:lnTo>
                  <a:lnTo>
                    <a:pt x="292546" y="728128"/>
                  </a:lnTo>
                  <a:lnTo>
                    <a:pt x="293618" y="728297"/>
                  </a:lnTo>
                  <a:lnTo>
                    <a:pt x="294689" y="728464"/>
                  </a:lnTo>
                  <a:lnTo>
                    <a:pt x="295761" y="728631"/>
                  </a:lnTo>
                  <a:lnTo>
                    <a:pt x="296832" y="728796"/>
                  </a:lnTo>
                  <a:lnTo>
                    <a:pt x="297904" y="728960"/>
                  </a:lnTo>
                  <a:lnTo>
                    <a:pt x="298976" y="729123"/>
                  </a:lnTo>
                  <a:lnTo>
                    <a:pt x="300047" y="729284"/>
                  </a:lnTo>
                  <a:lnTo>
                    <a:pt x="301119" y="729445"/>
                  </a:lnTo>
                  <a:lnTo>
                    <a:pt x="302190" y="729604"/>
                  </a:lnTo>
                  <a:lnTo>
                    <a:pt x="303262" y="729762"/>
                  </a:lnTo>
                  <a:lnTo>
                    <a:pt x="304334" y="729919"/>
                  </a:lnTo>
                  <a:lnTo>
                    <a:pt x="305405" y="730074"/>
                  </a:lnTo>
                  <a:lnTo>
                    <a:pt x="306477" y="730228"/>
                  </a:lnTo>
                  <a:lnTo>
                    <a:pt x="307548" y="730381"/>
                  </a:lnTo>
                  <a:lnTo>
                    <a:pt x="308620" y="730533"/>
                  </a:lnTo>
                  <a:lnTo>
                    <a:pt x="309692" y="730684"/>
                  </a:lnTo>
                  <a:lnTo>
                    <a:pt x="310763" y="730833"/>
                  </a:lnTo>
                  <a:lnTo>
                    <a:pt x="311835" y="730981"/>
                  </a:lnTo>
                  <a:lnTo>
                    <a:pt x="312906" y="731128"/>
                  </a:lnTo>
                  <a:lnTo>
                    <a:pt x="313978" y="731273"/>
                  </a:lnTo>
                  <a:lnTo>
                    <a:pt x="315050" y="731418"/>
                  </a:lnTo>
                  <a:lnTo>
                    <a:pt x="316121" y="731561"/>
                  </a:lnTo>
                  <a:lnTo>
                    <a:pt x="317193" y="731702"/>
                  </a:lnTo>
                  <a:lnTo>
                    <a:pt x="318264" y="731843"/>
                  </a:lnTo>
                  <a:lnTo>
                    <a:pt x="319336" y="731982"/>
                  </a:lnTo>
                  <a:lnTo>
                    <a:pt x="320408" y="732120"/>
                  </a:lnTo>
                  <a:lnTo>
                    <a:pt x="321479" y="732256"/>
                  </a:lnTo>
                  <a:lnTo>
                    <a:pt x="322551" y="732391"/>
                  </a:lnTo>
                  <a:lnTo>
                    <a:pt x="323622" y="732525"/>
                  </a:lnTo>
                  <a:lnTo>
                    <a:pt x="324694" y="732658"/>
                  </a:lnTo>
                  <a:lnTo>
                    <a:pt x="325766" y="732789"/>
                  </a:lnTo>
                  <a:lnTo>
                    <a:pt x="326837" y="732919"/>
                  </a:lnTo>
                  <a:lnTo>
                    <a:pt x="327909" y="733048"/>
                  </a:lnTo>
                  <a:lnTo>
                    <a:pt x="328980" y="733175"/>
                  </a:lnTo>
                  <a:lnTo>
                    <a:pt x="330052" y="733301"/>
                  </a:lnTo>
                  <a:lnTo>
                    <a:pt x="331124" y="733426"/>
                  </a:lnTo>
                  <a:lnTo>
                    <a:pt x="332195" y="733549"/>
                  </a:lnTo>
                  <a:lnTo>
                    <a:pt x="333267" y="733671"/>
                  </a:lnTo>
                  <a:lnTo>
                    <a:pt x="334338" y="733791"/>
                  </a:lnTo>
                  <a:lnTo>
                    <a:pt x="335410" y="733910"/>
                  </a:lnTo>
                  <a:lnTo>
                    <a:pt x="336482" y="734028"/>
                  </a:lnTo>
                  <a:lnTo>
                    <a:pt x="337553" y="734145"/>
                  </a:lnTo>
                  <a:lnTo>
                    <a:pt x="338625" y="734260"/>
                  </a:lnTo>
                  <a:lnTo>
                    <a:pt x="339696" y="734373"/>
                  </a:lnTo>
                  <a:lnTo>
                    <a:pt x="340768" y="734486"/>
                  </a:lnTo>
                  <a:lnTo>
                    <a:pt x="341840" y="734597"/>
                  </a:lnTo>
                  <a:lnTo>
                    <a:pt x="342911" y="734706"/>
                  </a:lnTo>
                  <a:lnTo>
                    <a:pt x="343983" y="734814"/>
                  </a:lnTo>
                  <a:lnTo>
                    <a:pt x="345054" y="734921"/>
                  </a:lnTo>
                  <a:lnTo>
                    <a:pt x="346126" y="735026"/>
                  </a:lnTo>
                  <a:lnTo>
                    <a:pt x="347198" y="735130"/>
                  </a:lnTo>
                  <a:lnTo>
                    <a:pt x="348269" y="735232"/>
                  </a:lnTo>
                  <a:lnTo>
                    <a:pt x="349341" y="735333"/>
                  </a:lnTo>
                  <a:lnTo>
                    <a:pt x="350412" y="735433"/>
                  </a:lnTo>
                  <a:lnTo>
                    <a:pt x="351484" y="735531"/>
                  </a:lnTo>
                  <a:lnTo>
                    <a:pt x="352556" y="735628"/>
                  </a:lnTo>
                  <a:lnTo>
                    <a:pt x="353627" y="735723"/>
                  </a:lnTo>
                  <a:lnTo>
                    <a:pt x="354699" y="735817"/>
                  </a:lnTo>
                  <a:lnTo>
                    <a:pt x="355770" y="735909"/>
                  </a:lnTo>
                  <a:lnTo>
                    <a:pt x="356842" y="736000"/>
                  </a:lnTo>
                  <a:lnTo>
                    <a:pt x="357913" y="736089"/>
                  </a:lnTo>
                  <a:lnTo>
                    <a:pt x="358985" y="736177"/>
                  </a:lnTo>
                  <a:lnTo>
                    <a:pt x="360057" y="736263"/>
                  </a:lnTo>
                  <a:lnTo>
                    <a:pt x="361128" y="736348"/>
                  </a:lnTo>
                  <a:lnTo>
                    <a:pt x="362200" y="736431"/>
                  </a:lnTo>
                  <a:lnTo>
                    <a:pt x="363271" y="736513"/>
                  </a:lnTo>
                  <a:lnTo>
                    <a:pt x="364343" y="736593"/>
                  </a:lnTo>
                  <a:lnTo>
                    <a:pt x="365415" y="736672"/>
                  </a:lnTo>
                  <a:lnTo>
                    <a:pt x="366486" y="736750"/>
                  </a:lnTo>
                  <a:lnTo>
                    <a:pt x="367558" y="736825"/>
                  </a:lnTo>
                  <a:lnTo>
                    <a:pt x="368629" y="736900"/>
                  </a:lnTo>
                  <a:lnTo>
                    <a:pt x="369701" y="736972"/>
                  </a:lnTo>
                  <a:lnTo>
                    <a:pt x="370773" y="737043"/>
                  </a:lnTo>
                  <a:lnTo>
                    <a:pt x="371844" y="737113"/>
                  </a:lnTo>
                  <a:lnTo>
                    <a:pt x="372916" y="737181"/>
                  </a:lnTo>
                  <a:lnTo>
                    <a:pt x="373987" y="737247"/>
                  </a:lnTo>
                  <a:lnTo>
                    <a:pt x="375059" y="737312"/>
                  </a:lnTo>
                  <a:lnTo>
                    <a:pt x="376131" y="737376"/>
                  </a:lnTo>
                  <a:lnTo>
                    <a:pt x="377202" y="737437"/>
                  </a:lnTo>
                  <a:lnTo>
                    <a:pt x="378274" y="737497"/>
                  </a:lnTo>
                  <a:lnTo>
                    <a:pt x="379345" y="737556"/>
                  </a:lnTo>
                  <a:lnTo>
                    <a:pt x="380417" y="737613"/>
                  </a:lnTo>
                  <a:lnTo>
                    <a:pt x="381489" y="737668"/>
                  </a:lnTo>
                  <a:lnTo>
                    <a:pt x="382560" y="737722"/>
                  </a:lnTo>
                  <a:lnTo>
                    <a:pt x="383632" y="737774"/>
                  </a:lnTo>
                  <a:lnTo>
                    <a:pt x="384703" y="737825"/>
                  </a:lnTo>
                  <a:lnTo>
                    <a:pt x="385775" y="737873"/>
                  </a:lnTo>
                  <a:lnTo>
                    <a:pt x="386847" y="737921"/>
                  </a:lnTo>
                  <a:lnTo>
                    <a:pt x="387918" y="737966"/>
                  </a:lnTo>
                  <a:lnTo>
                    <a:pt x="388990" y="738010"/>
                  </a:lnTo>
                  <a:lnTo>
                    <a:pt x="390061" y="738052"/>
                  </a:lnTo>
                  <a:lnTo>
                    <a:pt x="391133" y="738093"/>
                  </a:lnTo>
                  <a:lnTo>
                    <a:pt x="392205" y="738132"/>
                  </a:lnTo>
                  <a:lnTo>
                    <a:pt x="393276" y="738169"/>
                  </a:lnTo>
                  <a:lnTo>
                    <a:pt x="394348" y="738205"/>
                  </a:lnTo>
                  <a:lnTo>
                    <a:pt x="395419" y="738239"/>
                  </a:lnTo>
                  <a:lnTo>
                    <a:pt x="396491" y="738271"/>
                  </a:lnTo>
                  <a:lnTo>
                    <a:pt x="397563" y="738301"/>
                  </a:lnTo>
                  <a:lnTo>
                    <a:pt x="398634" y="738330"/>
                  </a:lnTo>
                  <a:lnTo>
                    <a:pt x="399706" y="738357"/>
                  </a:lnTo>
                  <a:lnTo>
                    <a:pt x="400777" y="738382"/>
                  </a:lnTo>
                  <a:lnTo>
                    <a:pt x="401849" y="738406"/>
                  </a:lnTo>
                  <a:lnTo>
                    <a:pt x="402921" y="738428"/>
                  </a:lnTo>
                  <a:lnTo>
                    <a:pt x="403992" y="738448"/>
                  </a:lnTo>
                  <a:lnTo>
                    <a:pt x="405064" y="738466"/>
                  </a:lnTo>
                  <a:lnTo>
                    <a:pt x="406135" y="738483"/>
                  </a:lnTo>
                  <a:lnTo>
                    <a:pt x="407207" y="738498"/>
                  </a:lnTo>
                  <a:lnTo>
                    <a:pt x="408279" y="738511"/>
                  </a:lnTo>
                  <a:lnTo>
                    <a:pt x="409350" y="738522"/>
                  </a:lnTo>
                  <a:lnTo>
                    <a:pt x="410422" y="738532"/>
                  </a:lnTo>
                  <a:lnTo>
                    <a:pt x="411493" y="738540"/>
                  </a:lnTo>
                  <a:lnTo>
                    <a:pt x="412565" y="738545"/>
                  </a:lnTo>
                  <a:lnTo>
                    <a:pt x="413637" y="738550"/>
                  </a:lnTo>
                  <a:lnTo>
                    <a:pt x="414708" y="738552"/>
                  </a:lnTo>
                  <a:lnTo>
                    <a:pt x="415780" y="738552"/>
                  </a:lnTo>
                  <a:lnTo>
                    <a:pt x="416851" y="738551"/>
                  </a:lnTo>
                  <a:lnTo>
                    <a:pt x="417923" y="738548"/>
                  </a:lnTo>
                  <a:lnTo>
                    <a:pt x="418995" y="738543"/>
                  </a:lnTo>
                  <a:lnTo>
                    <a:pt x="420066" y="738536"/>
                  </a:lnTo>
                  <a:lnTo>
                    <a:pt x="421138" y="738527"/>
                  </a:lnTo>
                  <a:lnTo>
                    <a:pt x="422209" y="738517"/>
                  </a:lnTo>
                  <a:lnTo>
                    <a:pt x="423281" y="738504"/>
                  </a:lnTo>
                  <a:lnTo>
                    <a:pt x="424353" y="738490"/>
                  </a:lnTo>
                  <a:lnTo>
                    <a:pt x="425424" y="738473"/>
                  </a:lnTo>
                  <a:lnTo>
                    <a:pt x="426496" y="738455"/>
                  </a:lnTo>
                  <a:lnTo>
                    <a:pt x="427567" y="738435"/>
                  </a:lnTo>
                  <a:lnTo>
                    <a:pt x="428639" y="738413"/>
                  </a:lnTo>
                  <a:lnTo>
                    <a:pt x="429711" y="738389"/>
                  </a:lnTo>
                  <a:lnTo>
                    <a:pt x="430782" y="738364"/>
                  </a:lnTo>
                  <a:lnTo>
                    <a:pt x="431854" y="738336"/>
                  </a:lnTo>
                  <a:lnTo>
                    <a:pt x="432925" y="738306"/>
                  </a:lnTo>
                  <a:lnTo>
                    <a:pt x="433997" y="738275"/>
                  </a:lnTo>
                  <a:lnTo>
                    <a:pt x="435069" y="738241"/>
                  </a:lnTo>
                  <a:lnTo>
                    <a:pt x="436140" y="738206"/>
                  </a:lnTo>
                  <a:lnTo>
                    <a:pt x="437212" y="738168"/>
                  </a:lnTo>
                  <a:lnTo>
                    <a:pt x="438283" y="738129"/>
                  </a:lnTo>
                  <a:lnTo>
                    <a:pt x="439355" y="738087"/>
                  </a:lnTo>
                  <a:lnTo>
                    <a:pt x="440427" y="738044"/>
                  </a:lnTo>
                  <a:lnTo>
                    <a:pt x="441498" y="737999"/>
                  </a:lnTo>
                  <a:lnTo>
                    <a:pt x="442570" y="737951"/>
                  </a:lnTo>
                  <a:lnTo>
                    <a:pt x="443641" y="737902"/>
                  </a:lnTo>
                  <a:lnTo>
                    <a:pt x="444713" y="737851"/>
                  </a:lnTo>
                  <a:lnTo>
                    <a:pt x="445785" y="737797"/>
                  </a:lnTo>
                  <a:lnTo>
                    <a:pt x="446856" y="737742"/>
                  </a:lnTo>
                  <a:lnTo>
                    <a:pt x="447928" y="737685"/>
                  </a:lnTo>
                  <a:lnTo>
                    <a:pt x="448999" y="737625"/>
                  </a:lnTo>
                  <a:lnTo>
                    <a:pt x="450071" y="737564"/>
                  </a:lnTo>
                  <a:lnTo>
                    <a:pt x="451143" y="737500"/>
                  </a:lnTo>
                  <a:lnTo>
                    <a:pt x="452214" y="737435"/>
                  </a:lnTo>
                  <a:lnTo>
                    <a:pt x="453286" y="737367"/>
                  </a:lnTo>
                  <a:lnTo>
                    <a:pt x="454357" y="737297"/>
                  </a:lnTo>
                  <a:lnTo>
                    <a:pt x="455429" y="737226"/>
                  </a:lnTo>
                  <a:lnTo>
                    <a:pt x="456501" y="737152"/>
                  </a:lnTo>
                  <a:lnTo>
                    <a:pt x="457572" y="737076"/>
                  </a:lnTo>
                  <a:lnTo>
                    <a:pt x="458644" y="736998"/>
                  </a:lnTo>
                  <a:lnTo>
                    <a:pt x="459715" y="736918"/>
                  </a:lnTo>
                  <a:lnTo>
                    <a:pt x="460787" y="736836"/>
                  </a:lnTo>
                  <a:lnTo>
                    <a:pt x="461859" y="736752"/>
                  </a:lnTo>
                  <a:lnTo>
                    <a:pt x="462930" y="736665"/>
                  </a:lnTo>
                  <a:lnTo>
                    <a:pt x="464002" y="736577"/>
                  </a:lnTo>
                  <a:lnTo>
                    <a:pt x="465073" y="736486"/>
                  </a:lnTo>
                  <a:lnTo>
                    <a:pt x="466145" y="736394"/>
                  </a:lnTo>
                  <a:lnTo>
                    <a:pt x="467217" y="736299"/>
                  </a:lnTo>
                  <a:lnTo>
                    <a:pt x="468288" y="736202"/>
                  </a:lnTo>
                  <a:lnTo>
                    <a:pt x="469360" y="736103"/>
                  </a:lnTo>
                  <a:lnTo>
                    <a:pt x="470431" y="736002"/>
                  </a:lnTo>
                  <a:lnTo>
                    <a:pt x="471503" y="735898"/>
                  </a:lnTo>
                  <a:lnTo>
                    <a:pt x="472575" y="735793"/>
                  </a:lnTo>
                  <a:lnTo>
                    <a:pt x="473646" y="735685"/>
                  </a:lnTo>
                  <a:lnTo>
                    <a:pt x="474718" y="735575"/>
                  </a:lnTo>
                  <a:lnTo>
                    <a:pt x="475789" y="735463"/>
                  </a:lnTo>
                  <a:lnTo>
                    <a:pt x="476861" y="735349"/>
                  </a:lnTo>
                  <a:lnTo>
                    <a:pt x="477933" y="735233"/>
                  </a:lnTo>
                  <a:lnTo>
                    <a:pt x="479004" y="735114"/>
                  </a:lnTo>
                  <a:lnTo>
                    <a:pt x="480076" y="734993"/>
                  </a:lnTo>
                  <a:lnTo>
                    <a:pt x="481147" y="734870"/>
                  </a:lnTo>
                  <a:lnTo>
                    <a:pt x="482219" y="734745"/>
                  </a:lnTo>
                  <a:lnTo>
                    <a:pt x="483291" y="734618"/>
                  </a:lnTo>
                  <a:lnTo>
                    <a:pt x="484362" y="734488"/>
                  </a:lnTo>
                  <a:lnTo>
                    <a:pt x="485434" y="734357"/>
                  </a:lnTo>
                  <a:lnTo>
                    <a:pt x="486505" y="734223"/>
                  </a:lnTo>
                  <a:lnTo>
                    <a:pt x="487577" y="734086"/>
                  </a:lnTo>
                  <a:lnTo>
                    <a:pt x="488649" y="733948"/>
                  </a:lnTo>
                  <a:lnTo>
                    <a:pt x="489720" y="733807"/>
                  </a:lnTo>
                  <a:lnTo>
                    <a:pt x="490792" y="733665"/>
                  </a:lnTo>
                  <a:lnTo>
                    <a:pt x="491863" y="733519"/>
                  </a:lnTo>
                  <a:lnTo>
                    <a:pt x="492935" y="733372"/>
                  </a:lnTo>
                  <a:lnTo>
                    <a:pt x="494007" y="733223"/>
                  </a:lnTo>
                  <a:lnTo>
                    <a:pt x="495078" y="733071"/>
                  </a:lnTo>
                  <a:lnTo>
                    <a:pt x="496150" y="732917"/>
                  </a:lnTo>
                  <a:lnTo>
                    <a:pt x="497221" y="732760"/>
                  </a:lnTo>
                  <a:lnTo>
                    <a:pt x="498293" y="732602"/>
                  </a:lnTo>
                  <a:lnTo>
                    <a:pt x="499365" y="732441"/>
                  </a:lnTo>
                  <a:lnTo>
                    <a:pt x="500436" y="732278"/>
                  </a:lnTo>
                  <a:lnTo>
                    <a:pt x="501508" y="732112"/>
                  </a:lnTo>
                  <a:lnTo>
                    <a:pt x="502579" y="731945"/>
                  </a:lnTo>
                  <a:lnTo>
                    <a:pt x="503651" y="731775"/>
                  </a:lnTo>
                  <a:lnTo>
                    <a:pt x="504723" y="731602"/>
                  </a:lnTo>
                  <a:lnTo>
                    <a:pt x="505794" y="731428"/>
                  </a:lnTo>
                  <a:lnTo>
                    <a:pt x="506866" y="731251"/>
                  </a:lnTo>
                  <a:lnTo>
                    <a:pt x="507937" y="731072"/>
                  </a:lnTo>
                  <a:lnTo>
                    <a:pt x="509009" y="730891"/>
                  </a:lnTo>
                  <a:lnTo>
                    <a:pt x="510081" y="730707"/>
                  </a:lnTo>
                  <a:lnTo>
                    <a:pt x="511152" y="730521"/>
                  </a:lnTo>
                  <a:lnTo>
                    <a:pt x="512224" y="730333"/>
                  </a:lnTo>
                  <a:lnTo>
                    <a:pt x="513295" y="730142"/>
                  </a:lnTo>
                  <a:lnTo>
                    <a:pt x="514367" y="729949"/>
                  </a:lnTo>
                  <a:lnTo>
                    <a:pt x="515439" y="729754"/>
                  </a:lnTo>
                  <a:lnTo>
                    <a:pt x="516510" y="729556"/>
                  </a:lnTo>
                  <a:lnTo>
                    <a:pt x="517582" y="729356"/>
                  </a:lnTo>
                  <a:lnTo>
                    <a:pt x="518653" y="729154"/>
                  </a:lnTo>
                  <a:lnTo>
                    <a:pt x="519725" y="728950"/>
                  </a:lnTo>
                  <a:lnTo>
                    <a:pt x="520797" y="728743"/>
                  </a:lnTo>
                  <a:lnTo>
                    <a:pt x="521868" y="728534"/>
                  </a:lnTo>
                  <a:lnTo>
                    <a:pt x="522940" y="728322"/>
                  </a:lnTo>
                  <a:lnTo>
                    <a:pt x="524011" y="728108"/>
                  </a:lnTo>
                  <a:lnTo>
                    <a:pt x="525083" y="727892"/>
                  </a:lnTo>
                  <a:lnTo>
                    <a:pt x="526155" y="727673"/>
                  </a:lnTo>
                  <a:lnTo>
                    <a:pt x="527226" y="727453"/>
                  </a:lnTo>
                  <a:lnTo>
                    <a:pt x="528298" y="727229"/>
                  </a:lnTo>
                  <a:lnTo>
                    <a:pt x="529369" y="727004"/>
                  </a:lnTo>
                  <a:lnTo>
                    <a:pt x="530441" y="726776"/>
                  </a:lnTo>
                  <a:lnTo>
                    <a:pt x="531513" y="726546"/>
                  </a:lnTo>
                  <a:lnTo>
                    <a:pt x="532584" y="726313"/>
                  </a:lnTo>
                  <a:lnTo>
                    <a:pt x="533656" y="726078"/>
                  </a:lnTo>
                  <a:lnTo>
                    <a:pt x="534727" y="725841"/>
                  </a:lnTo>
                  <a:lnTo>
                    <a:pt x="535799" y="725601"/>
                  </a:lnTo>
                  <a:lnTo>
                    <a:pt x="536870" y="725359"/>
                  </a:lnTo>
                  <a:lnTo>
                    <a:pt x="537942" y="725115"/>
                  </a:lnTo>
                  <a:lnTo>
                    <a:pt x="539014" y="724868"/>
                  </a:lnTo>
                  <a:lnTo>
                    <a:pt x="540085" y="724619"/>
                  </a:lnTo>
                  <a:lnTo>
                    <a:pt x="541157" y="724368"/>
                  </a:lnTo>
                  <a:lnTo>
                    <a:pt x="542228" y="724114"/>
                  </a:lnTo>
                  <a:lnTo>
                    <a:pt x="543300" y="723858"/>
                  </a:lnTo>
                  <a:lnTo>
                    <a:pt x="544372" y="723599"/>
                  </a:lnTo>
                  <a:lnTo>
                    <a:pt x="545443" y="723338"/>
                  </a:lnTo>
                  <a:lnTo>
                    <a:pt x="546515" y="723075"/>
                  </a:lnTo>
                  <a:lnTo>
                    <a:pt x="547586" y="722809"/>
                  </a:lnTo>
                  <a:lnTo>
                    <a:pt x="548658" y="722541"/>
                  </a:lnTo>
                  <a:lnTo>
                    <a:pt x="549730" y="722271"/>
                  </a:lnTo>
                  <a:lnTo>
                    <a:pt x="550801" y="721998"/>
                  </a:lnTo>
                  <a:lnTo>
                    <a:pt x="551873" y="721723"/>
                  </a:lnTo>
                  <a:lnTo>
                    <a:pt x="552944" y="721446"/>
                  </a:lnTo>
                  <a:lnTo>
                    <a:pt x="554016" y="721166"/>
                  </a:lnTo>
                  <a:lnTo>
                    <a:pt x="555088" y="720884"/>
                  </a:lnTo>
                  <a:lnTo>
                    <a:pt x="556159" y="720599"/>
                  </a:lnTo>
                  <a:lnTo>
                    <a:pt x="557231" y="720312"/>
                  </a:lnTo>
                  <a:lnTo>
                    <a:pt x="558302" y="720023"/>
                  </a:lnTo>
                  <a:lnTo>
                    <a:pt x="559374" y="719731"/>
                  </a:lnTo>
                  <a:lnTo>
                    <a:pt x="560446" y="719437"/>
                  </a:lnTo>
                  <a:lnTo>
                    <a:pt x="561517" y="719141"/>
                  </a:lnTo>
                  <a:lnTo>
                    <a:pt x="562589" y="718842"/>
                  </a:lnTo>
                  <a:lnTo>
                    <a:pt x="563660" y="718541"/>
                  </a:lnTo>
                  <a:lnTo>
                    <a:pt x="564732" y="718237"/>
                  </a:lnTo>
                  <a:lnTo>
                    <a:pt x="565804" y="717931"/>
                  </a:lnTo>
                  <a:lnTo>
                    <a:pt x="566875" y="717623"/>
                  </a:lnTo>
                  <a:lnTo>
                    <a:pt x="567947" y="717312"/>
                  </a:lnTo>
                  <a:lnTo>
                    <a:pt x="569018" y="716999"/>
                  </a:lnTo>
                  <a:lnTo>
                    <a:pt x="570090" y="716684"/>
                  </a:lnTo>
                  <a:lnTo>
                    <a:pt x="571162" y="716366"/>
                  </a:lnTo>
                  <a:lnTo>
                    <a:pt x="572233" y="716046"/>
                  </a:lnTo>
                  <a:lnTo>
                    <a:pt x="573305" y="715724"/>
                  </a:lnTo>
                  <a:lnTo>
                    <a:pt x="574376" y="715399"/>
                  </a:lnTo>
                  <a:lnTo>
                    <a:pt x="575448" y="715072"/>
                  </a:lnTo>
                  <a:lnTo>
                    <a:pt x="576520" y="714742"/>
                  </a:lnTo>
                  <a:lnTo>
                    <a:pt x="577591" y="714411"/>
                  </a:lnTo>
                  <a:lnTo>
                    <a:pt x="578663" y="714076"/>
                  </a:lnTo>
                  <a:lnTo>
                    <a:pt x="579734" y="713740"/>
                  </a:lnTo>
                  <a:lnTo>
                    <a:pt x="580806" y="713401"/>
                  </a:lnTo>
                  <a:lnTo>
                    <a:pt x="581878" y="713060"/>
                  </a:lnTo>
                  <a:lnTo>
                    <a:pt x="582949" y="712716"/>
                  </a:lnTo>
                  <a:lnTo>
                    <a:pt x="584021" y="712370"/>
                  </a:lnTo>
                  <a:lnTo>
                    <a:pt x="585092" y="712022"/>
                  </a:lnTo>
                  <a:lnTo>
                    <a:pt x="586164" y="711671"/>
                  </a:lnTo>
                  <a:lnTo>
                    <a:pt x="587236" y="711318"/>
                  </a:lnTo>
                  <a:lnTo>
                    <a:pt x="588307" y="710963"/>
                  </a:lnTo>
                  <a:lnTo>
                    <a:pt x="589379" y="710606"/>
                  </a:lnTo>
                  <a:lnTo>
                    <a:pt x="590450" y="710246"/>
                  </a:lnTo>
                  <a:lnTo>
                    <a:pt x="591522" y="709883"/>
                  </a:lnTo>
                  <a:lnTo>
                    <a:pt x="592594" y="709519"/>
                  </a:lnTo>
                  <a:lnTo>
                    <a:pt x="593665" y="709152"/>
                  </a:lnTo>
                  <a:lnTo>
                    <a:pt x="594737" y="708783"/>
                  </a:lnTo>
                  <a:lnTo>
                    <a:pt x="595808" y="708411"/>
                  </a:lnTo>
                  <a:lnTo>
                    <a:pt x="596880" y="708037"/>
                  </a:lnTo>
                  <a:lnTo>
                    <a:pt x="597952" y="707661"/>
                  </a:lnTo>
                  <a:lnTo>
                    <a:pt x="599023" y="707283"/>
                  </a:lnTo>
                  <a:lnTo>
                    <a:pt x="600095" y="706902"/>
                  </a:lnTo>
                  <a:lnTo>
                    <a:pt x="601166" y="706519"/>
                  </a:lnTo>
                  <a:lnTo>
                    <a:pt x="602238" y="706133"/>
                  </a:lnTo>
                  <a:lnTo>
                    <a:pt x="603310" y="705746"/>
                  </a:lnTo>
                  <a:lnTo>
                    <a:pt x="604381" y="705356"/>
                  </a:lnTo>
                  <a:lnTo>
                    <a:pt x="605453" y="704964"/>
                  </a:lnTo>
                  <a:lnTo>
                    <a:pt x="606524" y="704569"/>
                  </a:lnTo>
                  <a:lnTo>
                    <a:pt x="607596" y="704172"/>
                  </a:lnTo>
                  <a:lnTo>
                    <a:pt x="608668" y="703773"/>
                  </a:lnTo>
                  <a:lnTo>
                    <a:pt x="609739" y="703372"/>
                  </a:lnTo>
                  <a:lnTo>
                    <a:pt x="610811" y="702968"/>
                  </a:lnTo>
                  <a:lnTo>
                    <a:pt x="611882" y="702563"/>
                  </a:lnTo>
                  <a:lnTo>
                    <a:pt x="612954" y="702154"/>
                  </a:lnTo>
                  <a:lnTo>
                    <a:pt x="614026" y="701744"/>
                  </a:lnTo>
                  <a:lnTo>
                    <a:pt x="615097" y="701332"/>
                  </a:lnTo>
                  <a:lnTo>
                    <a:pt x="616169" y="700917"/>
                  </a:lnTo>
                  <a:lnTo>
                    <a:pt x="617240" y="700500"/>
                  </a:lnTo>
                  <a:lnTo>
                    <a:pt x="618312" y="700080"/>
                  </a:lnTo>
                  <a:lnTo>
                    <a:pt x="619384" y="699659"/>
                  </a:lnTo>
                  <a:lnTo>
                    <a:pt x="620455" y="699235"/>
                  </a:lnTo>
                  <a:lnTo>
                    <a:pt x="621527" y="698809"/>
                  </a:lnTo>
                  <a:lnTo>
                    <a:pt x="622598" y="698381"/>
                  </a:lnTo>
                  <a:lnTo>
                    <a:pt x="623670" y="697950"/>
                  </a:lnTo>
                  <a:lnTo>
                    <a:pt x="624742" y="697518"/>
                  </a:lnTo>
                  <a:lnTo>
                    <a:pt x="625813" y="697083"/>
                  </a:lnTo>
                  <a:lnTo>
                    <a:pt x="626885" y="696646"/>
                  </a:lnTo>
                  <a:lnTo>
                    <a:pt x="627956" y="696207"/>
                  </a:lnTo>
                  <a:lnTo>
                    <a:pt x="629028" y="695766"/>
                  </a:lnTo>
                  <a:lnTo>
                    <a:pt x="630100" y="695322"/>
                  </a:lnTo>
                  <a:lnTo>
                    <a:pt x="631171" y="694876"/>
                  </a:lnTo>
                  <a:lnTo>
                    <a:pt x="632243" y="694429"/>
                  </a:lnTo>
                  <a:lnTo>
                    <a:pt x="633314" y="693979"/>
                  </a:lnTo>
                  <a:lnTo>
                    <a:pt x="634386" y="693526"/>
                  </a:lnTo>
                  <a:lnTo>
                    <a:pt x="635458" y="693072"/>
                  </a:lnTo>
                  <a:lnTo>
                    <a:pt x="636529" y="692616"/>
                  </a:lnTo>
                  <a:lnTo>
                    <a:pt x="637601" y="692157"/>
                  </a:lnTo>
                  <a:lnTo>
                    <a:pt x="638672" y="691696"/>
                  </a:lnTo>
                  <a:lnTo>
                    <a:pt x="639744" y="691233"/>
                  </a:lnTo>
                  <a:lnTo>
                    <a:pt x="640816" y="690769"/>
                  </a:lnTo>
                  <a:lnTo>
                    <a:pt x="641887" y="690302"/>
                  </a:lnTo>
                  <a:lnTo>
                    <a:pt x="642959" y="689832"/>
                  </a:lnTo>
                  <a:lnTo>
                    <a:pt x="644030" y="689361"/>
                  </a:lnTo>
                  <a:lnTo>
                    <a:pt x="645102" y="688888"/>
                  </a:lnTo>
                  <a:lnTo>
                    <a:pt x="646174" y="688412"/>
                  </a:lnTo>
                  <a:lnTo>
                    <a:pt x="647245" y="687935"/>
                  </a:lnTo>
                  <a:lnTo>
                    <a:pt x="648317" y="687455"/>
                  </a:lnTo>
                  <a:lnTo>
                    <a:pt x="649388" y="686974"/>
                  </a:lnTo>
                  <a:lnTo>
                    <a:pt x="650460" y="686490"/>
                  </a:lnTo>
                  <a:lnTo>
                    <a:pt x="651532" y="686004"/>
                  </a:lnTo>
                  <a:lnTo>
                    <a:pt x="652603" y="685517"/>
                  </a:lnTo>
                  <a:lnTo>
                    <a:pt x="653675" y="685027"/>
                  </a:lnTo>
                  <a:lnTo>
                    <a:pt x="654746" y="684535"/>
                  </a:lnTo>
                  <a:lnTo>
                    <a:pt x="655818" y="684041"/>
                  </a:lnTo>
                  <a:lnTo>
                    <a:pt x="656890" y="683545"/>
                  </a:lnTo>
                  <a:lnTo>
                    <a:pt x="657961" y="683048"/>
                  </a:lnTo>
                  <a:lnTo>
                    <a:pt x="659033" y="682548"/>
                  </a:lnTo>
                  <a:lnTo>
                    <a:pt x="660104" y="682046"/>
                  </a:lnTo>
                  <a:lnTo>
                    <a:pt x="661176" y="681542"/>
                  </a:lnTo>
                  <a:lnTo>
                    <a:pt x="662248" y="681037"/>
                  </a:lnTo>
                  <a:lnTo>
                    <a:pt x="663319" y="680529"/>
                  </a:lnTo>
                  <a:lnTo>
                    <a:pt x="664391" y="680019"/>
                  </a:lnTo>
                  <a:lnTo>
                    <a:pt x="665462" y="679508"/>
                  </a:lnTo>
                  <a:lnTo>
                    <a:pt x="666534" y="678994"/>
                  </a:lnTo>
                  <a:lnTo>
                    <a:pt x="667606" y="678479"/>
                  </a:lnTo>
                  <a:lnTo>
                    <a:pt x="668677" y="677961"/>
                  </a:lnTo>
                  <a:lnTo>
                    <a:pt x="669749" y="677442"/>
                  </a:lnTo>
                  <a:lnTo>
                    <a:pt x="670820" y="676921"/>
                  </a:lnTo>
                  <a:lnTo>
                    <a:pt x="671892" y="676398"/>
                  </a:lnTo>
                  <a:lnTo>
                    <a:pt x="672964" y="675873"/>
                  </a:lnTo>
                  <a:lnTo>
                    <a:pt x="674035" y="675346"/>
                  </a:lnTo>
                  <a:lnTo>
                    <a:pt x="675107" y="674817"/>
                  </a:lnTo>
                  <a:lnTo>
                    <a:pt x="676178" y="674287"/>
                  </a:lnTo>
                  <a:lnTo>
                    <a:pt x="677250" y="673754"/>
                  </a:lnTo>
                  <a:lnTo>
                    <a:pt x="678322" y="673220"/>
                  </a:lnTo>
                  <a:lnTo>
                    <a:pt x="679393" y="672684"/>
                  </a:lnTo>
                  <a:lnTo>
                    <a:pt x="680465" y="672146"/>
                  </a:lnTo>
                  <a:lnTo>
                    <a:pt x="681536" y="671607"/>
                  </a:lnTo>
                  <a:lnTo>
                    <a:pt x="682608" y="671065"/>
                  </a:lnTo>
                  <a:lnTo>
                    <a:pt x="683680" y="670522"/>
                  </a:lnTo>
                  <a:lnTo>
                    <a:pt x="684751" y="669977"/>
                  </a:lnTo>
                  <a:lnTo>
                    <a:pt x="685823" y="669430"/>
                  </a:lnTo>
                  <a:lnTo>
                    <a:pt x="686894" y="668881"/>
                  </a:lnTo>
                  <a:lnTo>
                    <a:pt x="687966" y="668331"/>
                  </a:lnTo>
                  <a:lnTo>
                    <a:pt x="689038" y="667779"/>
                  </a:lnTo>
                  <a:lnTo>
                    <a:pt x="690109" y="667225"/>
                  </a:lnTo>
                  <a:lnTo>
                    <a:pt x="691181" y="666670"/>
                  </a:lnTo>
                  <a:lnTo>
                    <a:pt x="692252" y="666112"/>
                  </a:lnTo>
                  <a:lnTo>
                    <a:pt x="693324" y="665553"/>
                  </a:lnTo>
                  <a:lnTo>
                    <a:pt x="694396" y="664993"/>
                  </a:lnTo>
                  <a:lnTo>
                    <a:pt x="695467" y="664430"/>
                  </a:lnTo>
                  <a:lnTo>
                    <a:pt x="696539" y="663866"/>
                  </a:lnTo>
                  <a:lnTo>
                    <a:pt x="697610" y="663301"/>
                  </a:lnTo>
                  <a:lnTo>
                    <a:pt x="698682" y="662733"/>
                  </a:lnTo>
                  <a:lnTo>
                    <a:pt x="699754" y="662165"/>
                  </a:lnTo>
                  <a:lnTo>
                    <a:pt x="700825" y="661594"/>
                  </a:lnTo>
                  <a:lnTo>
                    <a:pt x="701897" y="661022"/>
                  </a:lnTo>
                  <a:lnTo>
                    <a:pt x="702968" y="660448"/>
                  </a:lnTo>
                  <a:lnTo>
                    <a:pt x="704040" y="659873"/>
                  </a:lnTo>
                  <a:lnTo>
                    <a:pt x="705112" y="659296"/>
                  </a:lnTo>
                  <a:lnTo>
                    <a:pt x="706183" y="658717"/>
                  </a:lnTo>
                  <a:lnTo>
                    <a:pt x="707255" y="658137"/>
                  </a:lnTo>
                  <a:lnTo>
                    <a:pt x="708326" y="657555"/>
                  </a:lnTo>
                  <a:lnTo>
                    <a:pt x="709398" y="656972"/>
                  </a:lnTo>
                  <a:lnTo>
                    <a:pt x="710469" y="656387"/>
                  </a:lnTo>
                  <a:lnTo>
                    <a:pt x="711541" y="655801"/>
                  </a:lnTo>
                  <a:lnTo>
                    <a:pt x="712613" y="655213"/>
                  </a:lnTo>
                  <a:lnTo>
                    <a:pt x="713684" y="654624"/>
                  </a:lnTo>
                  <a:lnTo>
                    <a:pt x="714756" y="654033"/>
                  </a:lnTo>
                  <a:lnTo>
                    <a:pt x="715827" y="653441"/>
                  </a:lnTo>
                  <a:lnTo>
                    <a:pt x="716899" y="652847"/>
                  </a:lnTo>
                  <a:lnTo>
                    <a:pt x="717971" y="652252"/>
                  </a:lnTo>
                  <a:lnTo>
                    <a:pt x="719042" y="651655"/>
                  </a:lnTo>
                  <a:lnTo>
                    <a:pt x="720114" y="651057"/>
                  </a:lnTo>
                  <a:lnTo>
                    <a:pt x="721185" y="650458"/>
                  </a:lnTo>
                  <a:lnTo>
                    <a:pt x="722257" y="649857"/>
                  </a:lnTo>
                  <a:lnTo>
                    <a:pt x="723329" y="649255"/>
                  </a:lnTo>
                  <a:lnTo>
                    <a:pt x="724400" y="648651"/>
                  </a:lnTo>
                  <a:lnTo>
                    <a:pt x="725472" y="648046"/>
                  </a:lnTo>
                  <a:lnTo>
                    <a:pt x="726543" y="647440"/>
                  </a:lnTo>
                  <a:lnTo>
                    <a:pt x="727615" y="646832"/>
                  </a:lnTo>
                  <a:lnTo>
                    <a:pt x="728687" y="646223"/>
                  </a:lnTo>
                  <a:lnTo>
                    <a:pt x="729758" y="645613"/>
                  </a:lnTo>
                  <a:lnTo>
                    <a:pt x="730830" y="645001"/>
                  </a:lnTo>
                  <a:lnTo>
                    <a:pt x="731901" y="644388"/>
                  </a:lnTo>
                  <a:lnTo>
                    <a:pt x="732973" y="643774"/>
                  </a:lnTo>
                  <a:lnTo>
                    <a:pt x="734045" y="643158"/>
                  </a:lnTo>
                  <a:lnTo>
                    <a:pt x="735116" y="642542"/>
                  </a:lnTo>
                  <a:lnTo>
                    <a:pt x="736188" y="641924"/>
                  </a:lnTo>
                  <a:lnTo>
                    <a:pt x="737259" y="641304"/>
                  </a:lnTo>
                  <a:lnTo>
                    <a:pt x="738331" y="640684"/>
                  </a:lnTo>
                  <a:lnTo>
                    <a:pt x="739403" y="640062"/>
                  </a:lnTo>
                  <a:lnTo>
                    <a:pt x="740474" y="639439"/>
                  </a:lnTo>
                  <a:lnTo>
                    <a:pt x="741546" y="638815"/>
                  </a:lnTo>
                  <a:lnTo>
                    <a:pt x="742617" y="638190"/>
                  </a:lnTo>
                  <a:lnTo>
                    <a:pt x="743689" y="637563"/>
                  </a:lnTo>
                  <a:lnTo>
                    <a:pt x="744761" y="636936"/>
                  </a:lnTo>
                  <a:lnTo>
                    <a:pt x="745832" y="636307"/>
                  </a:lnTo>
                  <a:lnTo>
                    <a:pt x="746904" y="635677"/>
                  </a:lnTo>
                  <a:lnTo>
                    <a:pt x="747975" y="635046"/>
                  </a:lnTo>
                  <a:lnTo>
                    <a:pt x="749047" y="634414"/>
                  </a:lnTo>
                  <a:lnTo>
                    <a:pt x="750119" y="633781"/>
                  </a:lnTo>
                  <a:lnTo>
                    <a:pt x="751190" y="633147"/>
                  </a:lnTo>
                  <a:lnTo>
                    <a:pt x="752262" y="632512"/>
                  </a:lnTo>
                  <a:lnTo>
                    <a:pt x="753333" y="631876"/>
                  </a:lnTo>
                  <a:lnTo>
                    <a:pt x="754405" y="631238"/>
                  </a:lnTo>
                  <a:lnTo>
                    <a:pt x="755477" y="630600"/>
                  </a:lnTo>
                  <a:lnTo>
                    <a:pt x="756548" y="629961"/>
                  </a:lnTo>
                  <a:lnTo>
                    <a:pt x="757620" y="629320"/>
                  </a:lnTo>
                  <a:lnTo>
                    <a:pt x="758691" y="628679"/>
                  </a:lnTo>
                  <a:lnTo>
                    <a:pt x="759763" y="628037"/>
                  </a:lnTo>
                  <a:lnTo>
                    <a:pt x="760835" y="627394"/>
                  </a:lnTo>
                  <a:lnTo>
                    <a:pt x="761906" y="626749"/>
                  </a:lnTo>
                  <a:lnTo>
                    <a:pt x="762978" y="626104"/>
                  </a:lnTo>
                  <a:lnTo>
                    <a:pt x="764049" y="625458"/>
                  </a:lnTo>
                  <a:lnTo>
                    <a:pt x="765121" y="624811"/>
                  </a:lnTo>
                  <a:lnTo>
                    <a:pt x="766193" y="624164"/>
                  </a:lnTo>
                  <a:lnTo>
                    <a:pt x="767264" y="623515"/>
                  </a:lnTo>
                  <a:lnTo>
                    <a:pt x="768336" y="622866"/>
                  </a:lnTo>
                  <a:lnTo>
                    <a:pt x="769407" y="622215"/>
                  </a:lnTo>
                  <a:lnTo>
                    <a:pt x="770479" y="621564"/>
                  </a:lnTo>
                  <a:lnTo>
                    <a:pt x="771551" y="620912"/>
                  </a:lnTo>
                  <a:lnTo>
                    <a:pt x="772622" y="620259"/>
                  </a:lnTo>
                  <a:lnTo>
                    <a:pt x="773694" y="619606"/>
                  </a:lnTo>
                  <a:lnTo>
                    <a:pt x="774765" y="618952"/>
                  </a:lnTo>
                  <a:lnTo>
                    <a:pt x="775837" y="618296"/>
                  </a:lnTo>
                  <a:lnTo>
                    <a:pt x="776909" y="617641"/>
                  </a:lnTo>
                  <a:lnTo>
                    <a:pt x="777980" y="616984"/>
                  </a:lnTo>
                  <a:lnTo>
                    <a:pt x="779052" y="616327"/>
                  </a:lnTo>
                  <a:lnTo>
                    <a:pt x="780123" y="615669"/>
                  </a:lnTo>
                  <a:lnTo>
                    <a:pt x="781195" y="615010"/>
                  </a:lnTo>
                  <a:lnTo>
                    <a:pt x="782267" y="614351"/>
                  </a:lnTo>
                  <a:lnTo>
                    <a:pt x="783338" y="613691"/>
                  </a:lnTo>
                  <a:lnTo>
                    <a:pt x="784410" y="613030"/>
                  </a:lnTo>
                  <a:lnTo>
                    <a:pt x="785481" y="612369"/>
                  </a:lnTo>
                  <a:lnTo>
                    <a:pt x="786553" y="611707"/>
                  </a:lnTo>
                  <a:lnTo>
                    <a:pt x="787625" y="611045"/>
                  </a:lnTo>
                  <a:lnTo>
                    <a:pt x="788696" y="610382"/>
                  </a:lnTo>
                  <a:lnTo>
                    <a:pt x="789768" y="609718"/>
                  </a:lnTo>
                  <a:lnTo>
                    <a:pt x="790839" y="609054"/>
                  </a:lnTo>
                  <a:lnTo>
                    <a:pt x="791911" y="608389"/>
                  </a:lnTo>
                  <a:lnTo>
                    <a:pt x="792983" y="607724"/>
                  </a:lnTo>
                  <a:lnTo>
                    <a:pt x="794054" y="607058"/>
                  </a:lnTo>
                  <a:lnTo>
                    <a:pt x="795126" y="606391"/>
                  </a:lnTo>
                  <a:lnTo>
                    <a:pt x="796197" y="605725"/>
                  </a:lnTo>
                  <a:lnTo>
                    <a:pt x="797269" y="605057"/>
                  </a:lnTo>
                  <a:lnTo>
                    <a:pt x="798341" y="604390"/>
                  </a:lnTo>
                  <a:lnTo>
                    <a:pt x="799412" y="603721"/>
                  </a:lnTo>
                  <a:lnTo>
                    <a:pt x="800484" y="603053"/>
                  </a:lnTo>
                  <a:lnTo>
                    <a:pt x="801555" y="602384"/>
                  </a:lnTo>
                  <a:lnTo>
                    <a:pt x="802627" y="601714"/>
                  </a:lnTo>
                  <a:lnTo>
                    <a:pt x="803699" y="601045"/>
                  </a:lnTo>
                  <a:lnTo>
                    <a:pt x="804770" y="600374"/>
                  </a:lnTo>
                  <a:lnTo>
                    <a:pt x="805842" y="599704"/>
                  </a:lnTo>
                  <a:lnTo>
                    <a:pt x="806913" y="599033"/>
                  </a:lnTo>
                  <a:lnTo>
                    <a:pt x="807985" y="598362"/>
                  </a:lnTo>
                  <a:lnTo>
                    <a:pt x="809057" y="597690"/>
                  </a:lnTo>
                  <a:lnTo>
                    <a:pt x="810128" y="597018"/>
                  </a:lnTo>
                  <a:lnTo>
                    <a:pt x="811200" y="596346"/>
                  </a:lnTo>
                  <a:lnTo>
                    <a:pt x="812271" y="595674"/>
                  </a:lnTo>
                  <a:lnTo>
                    <a:pt x="813343" y="595001"/>
                  </a:lnTo>
                  <a:lnTo>
                    <a:pt x="814415" y="594329"/>
                  </a:lnTo>
                  <a:lnTo>
                    <a:pt x="815486" y="593655"/>
                  </a:lnTo>
                  <a:lnTo>
                    <a:pt x="816558" y="592982"/>
                  </a:lnTo>
                  <a:lnTo>
                    <a:pt x="817629" y="592309"/>
                  </a:lnTo>
                  <a:lnTo>
                    <a:pt x="818701" y="591635"/>
                  </a:lnTo>
                  <a:lnTo>
                    <a:pt x="819773" y="590961"/>
                  </a:lnTo>
                  <a:lnTo>
                    <a:pt x="820844" y="590287"/>
                  </a:lnTo>
                  <a:lnTo>
                    <a:pt x="821916" y="589613"/>
                  </a:lnTo>
                  <a:lnTo>
                    <a:pt x="822987" y="588939"/>
                  </a:lnTo>
                  <a:lnTo>
                    <a:pt x="824059" y="588265"/>
                  </a:lnTo>
                  <a:lnTo>
                    <a:pt x="825131" y="587590"/>
                  </a:lnTo>
                  <a:lnTo>
                    <a:pt x="826202" y="586916"/>
                  </a:lnTo>
                  <a:lnTo>
                    <a:pt x="827274" y="586241"/>
                  </a:lnTo>
                  <a:lnTo>
                    <a:pt x="828345" y="585566"/>
                  </a:lnTo>
                  <a:lnTo>
                    <a:pt x="829417" y="584892"/>
                  </a:lnTo>
                  <a:lnTo>
                    <a:pt x="830489" y="584217"/>
                  </a:lnTo>
                  <a:lnTo>
                    <a:pt x="831560" y="583543"/>
                  </a:lnTo>
                  <a:lnTo>
                    <a:pt x="832632" y="582868"/>
                  </a:lnTo>
                  <a:lnTo>
                    <a:pt x="833703" y="582193"/>
                  </a:lnTo>
                  <a:lnTo>
                    <a:pt x="834775" y="581519"/>
                  </a:lnTo>
                  <a:lnTo>
                    <a:pt x="835847" y="580844"/>
                  </a:lnTo>
                  <a:lnTo>
                    <a:pt x="836918" y="580170"/>
                  </a:lnTo>
                  <a:lnTo>
                    <a:pt x="837990" y="579496"/>
                  </a:lnTo>
                  <a:lnTo>
                    <a:pt x="839061" y="578821"/>
                  </a:lnTo>
                  <a:lnTo>
                    <a:pt x="840133" y="578147"/>
                  </a:lnTo>
                  <a:lnTo>
                    <a:pt x="841205" y="577473"/>
                  </a:lnTo>
                  <a:lnTo>
                    <a:pt x="842276" y="576799"/>
                  </a:lnTo>
                  <a:lnTo>
                    <a:pt x="843348" y="576126"/>
                  </a:lnTo>
                  <a:lnTo>
                    <a:pt x="844419" y="575452"/>
                  </a:lnTo>
                  <a:lnTo>
                    <a:pt x="845491" y="574779"/>
                  </a:lnTo>
                  <a:lnTo>
                    <a:pt x="846563" y="574106"/>
                  </a:lnTo>
                  <a:lnTo>
                    <a:pt x="847634" y="573433"/>
                  </a:lnTo>
                  <a:lnTo>
                    <a:pt x="848706" y="572761"/>
                  </a:lnTo>
                  <a:lnTo>
                    <a:pt x="849777" y="572088"/>
                  </a:lnTo>
                  <a:lnTo>
                    <a:pt x="850849" y="571416"/>
                  </a:lnTo>
                  <a:lnTo>
                    <a:pt x="851921" y="570745"/>
                  </a:lnTo>
                  <a:lnTo>
                    <a:pt x="852992" y="570073"/>
                  </a:lnTo>
                  <a:lnTo>
                    <a:pt x="854064" y="569402"/>
                  </a:lnTo>
                  <a:lnTo>
                    <a:pt x="855135" y="568731"/>
                  </a:lnTo>
                  <a:lnTo>
                    <a:pt x="856207" y="568061"/>
                  </a:lnTo>
                  <a:lnTo>
                    <a:pt x="857279" y="567391"/>
                  </a:lnTo>
                  <a:lnTo>
                    <a:pt x="858350" y="566721"/>
                  </a:lnTo>
                  <a:lnTo>
                    <a:pt x="859422" y="566052"/>
                  </a:lnTo>
                  <a:lnTo>
                    <a:pt x="860493" y="565383"/>
                  </a:lnTo>
                  <a:lnTo>
                    <a:pt x="861565" y="564715"/>
                  </a:lnTo>
                  <a:lnTo>
                    <a:pt x="862637" y="564047"/>
                  </a:lnTo>
                  <a:lnTo>
                    <a:pt x="863708" y="563379"/>
                  </a:lnTo>
                  <a:lnTo>
                    <a:pt x="864780" y="562712"/>
                  </a:lnTo>
                  <a:lnTo>
                    <a:pt x="865851" y="562046"/>
                  </a:lnTo>
                  <a:lnTo>
                    <a:pt x="866923" y="561380"/>
                  </a:lnTo>
                  <a:lnTo>
                    <a:pt x="867995" y="560714"/>
                  </a:lnTo>
                  <a:lnTo>
                    <a:pt x="869066" y="560049"/>
                  </a:lnTo>
                  <a:lnTo>
                    <a:pt x="870138" y="559385"/>
                  </a:lnTo>
                  <a:lnTo>
                    <a:pt x="871209" y="558721"/>
                  </a:lnTo>
                  <a:lnTo>
                    <a:pt x="872281" y="558058"/>
                  </a:lnTo>
                  <a:lnTo>
                    <a:pt x="873353" y="557395"/>
                  </a:lnTo>
                  <a:lnTo>
                    <a:pt x="874424" y="556733"/>
                  </a:lnTo>
                  <a:lnTo>
                    <a:pt x="875496" y="556071"/>
                  </a:lnTo>
                  <a:lnTo>
                    <a:pt x="876567" y="555411"/>
                  </a:lnTo>
                  <a:lnTo>
                    <a:pt x="877639" y="554750"/>
                  </a:lnTo>
                  <a:lnTo>
                    <a:pt x="878711" y="554091"/>
                  </a:lnTo>
                  <a:lnTo>
                    <a:pt x="879782" y="553432"/>
                  </a:lnTo>
                  <a:lnTo>
                    <a:pt x="880854" y="552774"/>
                  </a:lnTo>
                  <a:lnTo>
                    <a:pt x="881925" y="552117"/>
                  </a:lnTo>
                  <a:lnTo>
                    <a:pt x="882997" y="551460"/>
                  </a:lnTo>
                  <a:lnTo>
                    <a:pt x="884069" y="550804"/>
                  </a:lnTo>
                  <a:lnTo>
                    <a:pt x="885140" y="550149"/>
                  </a:lnTo>
                  <a:lnTo>
                    <a:pt x="886212" y="549495"/>
                  </a:lnTo>
                  <a:lnTo>
                    <a:pt x="887283" y="548841"/>
                  </a:lnTo>
                  <a:lnTo>
                    <a:pt x="888355" y="548189"/>
                  </a:lnTo>
                  <a:lnTo>
                    <a:pt x="889426" y="547537"/>
                  </a:lnTo>
                  <a:lnTo>
                    <a:pt x="890498" y="546886"/>
                  </a:lnTo>
                  <a:lnTo>
                    <a:pt x="891570" y="546236"/>
                  </a:lnTo>
                  <a:lnTo>
                    <a:pt x="892641" y="545586"/>
                  </a:lnTo>
                  <a:lnTo>
                    <a:pt x="893713" y="544938"/>
                  </a:lnTo>
                  <a:lnTo>
                    <a:pt x="894784" y="544290"/>
                  </a:lnTo>
                  <a:lnTo>
                    <a:pt x="895856" y="543644"/>
                  </a:lnTo>
                  <a:lnTo>
                    <a:pt x="896928" y="542998"/>
                  </a:lnTo>
                  <a:lnTo>
                    <a:pt x="897999" y="542354"/>
                  </a:lnTo>
                  <a:lnTo>
                    <a:pt x="899071" y="541710"/>
                  </a:lnTo>
                  <a:lnTo>
                    <a:pt x="900142" y="541067"/>
                  </a:lnTo>
                  <a:lnTo>
                    <a:pt x="901214" y="540426"/>
                  </a:lnTo>
                  <a:lnTo>
                    <a:pt x="902286" y="539785"/>
                  </a:lnTo>
                  <a:lnTo>
                    <a:pt x="903357" y="539145"/>
                  </a:lnTo>
                  <a:lnTo>
                    <a:pt x="904429" y="538507"/>
                  </a:lnTo>
                  <a:lnTo>
                    <a:pt x="905500" y="537869"/>
                  </a:lnTo>
                  <a:lnTo>
                    <a:pt x="906572" y="537232"/>
                  </a:lnTo>
                  <a:lnTo>
                    <a:pt x="907644" y="536597"/>
                  </a:lnTo>
                  <a:lnTo>
                    <a:pt x="908715" y="535963"/>
                  </a:lnTo>
                  <a:lnTo>
                    <a:pt x="909787" y="535330"/>
                  </a:lnTo>
                  <a:lnTo>
                    <a:pt x="910858" y="534698"/>
                  </a:lnTo>
                  <a:lnTo>
                    <a:pt x="911930" y="534067"/>
                  </a:lnTo>
                  <a:lnTo>
                    <a:pt x="913002" y="533437"/>
                  </a:lnTo>
                  <a:lnTo>
                    <a:pt x="914073" y="532809"/>
                  </a:lnTo>
                  <a:lnTo>
                    <a:pt x="915145" y="532181"/>
                  </a:lnTo>
                  <a:lnTo>
                    <a:pt x="916216" y="531555"/>
                  </a:lnTo>
                  <a:lnTo>
                    <a:pt x="917288" y="530930"/>
                  </a:lnTo>
                  <a:lnTo>
                    <a:pt x="918360" y="530307"/>
                  </a:lnTo>
                  <a:lnTo>
                    <a:pt x="919431" y="529684"/>
                  </a:lnTo>
                  <a:lnTo>
                    <a:pt x="920503" y="529063"/>
                  </a:lnTo>
                  <a:lnTo>
                    <a:pt x="921574" y="528443"/>
                  </a:lnTo>
                  <a:lnTo>
                    <a:pt x="922646" y="527825"/>
                  </a:lnTo>
                  <a:lnTo>
                    <a:pt x="923718" y="527208"/>
                  </a:lnTo>
                  <a:lnTo>
                    <a:pt x="924789" y="526592"/>
                  </a:lnTo>
                  <a:lnTo>
                    <a:pt x="925861" y="525977"/>
                  </a:lnTo>
                  <a:lnTo>
                    <a:pt x="926932" y="525364"/>
                  </a:lnTo>
                  <a:lnTo>
                    <a:pt x="928004" y="524753"/>
                  </a:lnTo>
                  <a:lnTo>
                    <a:pt x="929076" y="524142"/>
                  </a:lnTo>
                  <a:lnTo>
                    <a:pt x="930147" y="523533"/>
                  </a:lnTo>
                  <a:lnTo>
                    <a:pt x="931219" y="522926"/>
                  </a:lnTo>
                  <a:lnTo>
                    <a:pt x="932290" y="522320"/>
                  </a:lnTo>
                  <a:lnTo>
                    <a:pt x="933362" y="521715"/>
                  </a:lnTo>
                  <a:lnTo>
                    <a:pt x="934434" y="521112"/>
                  </a:lnTo>
                  <a:lnTo>
                    <a:pt x="935505" y="520510"/>
                  </a:lnTo>
                  <a:lnTo>
                    <a:pt x="936577" y="519910"/>
                  </a:lnTo>
                  <a:lnTo>
                    <a:pt x="937648" y="519312"/>
                  </a:lnTo>
                  <a:lnTo>
                    <a:pt x="938720" y="518715"/>
                  </a:lnTo>
                  <a:lnTo>
                    <a:pt x="939792" y="518119"/>
                  </a:lnTo>
                  <a:lnTo>
                    <a:pt x="940863" y="517525"/>
                  </a:lnTo>
                  <a:lnTo>
                    <a:pt x="941935" y="516933"/>
                  </a:lnTo>
                  <a:lnTo>
                    <a:pt x="943006" y="516342"/>
                  </a:lnTo>
                  <a:lnTo>
                    <a:pt x="944078" y="515753"/>
                  </a:lnTo>
                  <a:lnTo>
                    <a:pt x="945150" y="515165"/>
                  </a:lnTo>
                  <a:lnTo>
                    <a:pt x="946221" y="514580"/>
                  </a:lnTo>
                  <a:lnTo>
                    <a:pt x="947293" y="513995"/>
                  </a:lnTo>
                  <a:lnTo>
                    <a:pt x="948364" y="513413"/>
                  </a:lnTo>
                  <a:lnTo>
                    <a:pt x="949436" y="512832"/>
                  </a:lnTo>
                  <a:lnTo>
                    <a:pt x="950508" y="512253"/>
                  </a:lnTo>
                  <a:lnTo>
                    <a:pt x="951579" y="511675"/>
                  </a:lnTo>
                  <a:lnTo>
                    <a:pt x="952651" y="511100"/>
                  </a:lnTo>
                  <a:lnTo>
                    <a:pt x="953722" y="510526"/>
                  </a:lnTo>
                  <a:lnTo>
                    <a:pt x="954794" y="509953"/>
                  </a:lnTo>
                  <a:lnTo>
                    <a:pt x="955866" y="509383"/>
                  </a:lnTo>
                  <a:lnTo>
                    <a:pt x="956937" y="508814"/>
                  </a:lnTo>
                  <a:lnTo>
                    <a:pt x="958009" y="508248"/>
                  </a:lnTo>
                  <a:lnTo>
                    <a:pt x="959080" y="507682"/>
                  </a:lnTo>
                  <a:lnTo>
                    <a:pt x="960152" y="507119"/>
                  </a:lnTo>
                  <a:lnTo>
                    <a:pt x="961224" y="506558"/>
                  </a:lnTo>
                  <a:lnTo>
                    <a:pt x="962295" y="505999"/>
                  </a:lnTo>
                  <a:lnTo>
                    <a:pt x="963367" y="505441"/>
                  </a:lnTo>
                  <a:lnTo>
                    <a:pt x="964438" y="504885"/>
                  </a:lnTo>
                  <a:lnTo>
                    <a:pt x="965510" y="504332"/>
                  </a:lnTo>
                  <a:lnTo>
                    <a:pt x="966582" y="503780"/>
                  </a:lnTo>
                  <a:lnTo>
                    <a:pt x="967653" y="503230"/>
                  </a:lnTo>
                  <a:lnTo>
                    <a:pt x="968725" y="502682"/>
                  </a:lnTo>
                  <a:lnTo>
                    <a:pt x="969796" y="502136"/>
                  </a:lnTo>
                  <a:lnTo>
                    <a:pt x="970868" y="501592"/>
                  </a:lnTo>
                  <a:lnTo>
                    <a:pt x="971940" y="501050"/>
                  </a:lnTo>
                  <a:lnTo>
                    <a:pt x="973011" y="500510"/>
                  </a:lnTo>
                  <a:lnTo>
                    <a:pt x="974083" y="499972"/>
                  </a:lnTo>
                  <a:lnTo>
                    <a:pt x="975154" y="499436"/>
                  </a:lnTo>
                  <a:lnTo>
                    <a:pt x="976226" y="498902"/>
                  </a:lnTo>
                  <a:lnTo>
                    <a:pt x="977298" y="498370"/>
                  </a:lnTo>
                  <a:lnTo>
                    <a:pt x="978369" y="497841"/>
                  </a:lnTo>
                  <a:lnTo>
                    <a:pt x="979441" y="497313"/>
                  </a:lnTo>
                  <a:lnTo>
                    <a:pt x="980512" y="496788"/>
                  </a:lnTo>
                  <a:lnTo>
                    <a:pt x="981584" y="496264"/>
                  </a:lnTo>
                  <a:lnTo>
                    <a:pt x="982656" y="495743"/>
                  </a:lnTo>
                  <a:lnTo>
                    <a:pt x="983727" y="495224"/>
                  </a:lnTo>
                  <a:lnTo>
                    <a:pt x="984799" y="494707"/>
                  </a:lnTo>
                  <a:lnTo>
                    <a:pt x="985870" y="494193"/>
                  </a:lnTo>
                  <a:lnTo>
                    <a:pt x="986942" y="493680"/>
                  </a:lnTo>
                  <a:lnTo>
                    <a:pt x="988014" y="493170"/>
                  </a:lnTo>
                  <a:lnTo>
                    <a:pt x="989085" y="492662"/>
                  </a:lnTo>
                  <a:lnTo>
                    <a:pt x="990157" y="492156"/>
                  </a:lnTo>
                  <a:lnTo>
                    <a:pt x="991228" y="491653"/>
                  </a:lnTo>
                  <a:lnTo>
                    <a:pt x="992300" y="491152"/>
                  </a:lnTo>
                  <a:lnTo>
                    <a:pt x="993372" y="490653"/>
                  </a:lnTo>
                  <a:lnTo>
                    <a:pt x="994443" y="490156"/>
                  </a:lnTo>
                  <a:lnTo>
                    <a:pt x="995515" y="489662"/>
                  </a:lnTo>
                  <a:lnTo>
                    <a:pt x="996586" y="489170"/>
                  </a:lnTo>
                  <a:lnTo>
                    <a:pt x="997658" y="488680"/>
                  </a:lnTo>
                  <a:lnTo>
                    <a:pt x="998730" y="488193"/>
                  </a:lnTo>
                  <a:lnTo>
                    <a:pt x="999801" y="487708"/>
                  </a:lnTo>
                  <a:lnTo>
                    <a:pt x="1000873" y="487226"/>
                  </a:lnTo>
                  <a:lnTo>
                    <a:pt x="1001944" y="486746"/>
                  </a:lnTo>
                  <a:lnTo>
                    <a:pt x="1003016" y="486268"/>
                  </a:lnTo>
                  <a:lnTo>
                    <a:pt x="1004088" y="485793"/>
                  </a:lnTo>
                  <a:lnTo>
                    <a:pt x="1005159" y="485320"/>
                  </a:lnTo>
                  <a:lnTo>
                    <a:pt x="1006231" y="484850"/>
                  </a:lnTo>
                  <a:lnTo>
                    <a:pt x="1007302" y="484382"/>
                  </a:lnTo>
                  <a:lnTo>
                    <a:pt x="1008374" y="483917"/>
                  </a:lnTo>
                  <a:lnTo>
                    <a:pt x="1009446" y="483454"/>
                  </a:lnTo>
                  <a:lnTo>
                    <a:pt x="1010517" y="482993"/>
                  </a:lnTo>
                  <a:lnTo>
                    <a:pt x="1011589" y="482536"/>
                  </a:lnTo>
                  <a:lnTo>
                    <a:pt x="1012660" y="482081"/>
                  </a:lnTo>
                  <a:lnTo>
                    <a:pt x="1013732" y="481628"/>
                  </a:lnTo>
                  <a:lnTo>
                    <a:pt x="1014804" y="481178"/>
                  </a:lnTo>
                  <a:lnTo>
                    <a:pt x="1015875" y="480730"/>
                  </a:lnTo>
                  <a:lnTo>
                    <a:pt x="1016947" y="480285"/>
                  </a:lnTo>
                  <a:lnTo>
                    <a:pt x="1018018" y="479843"/>
                  </a:lnTo>
                  <a:lnTo>
                    <a:pt x="1019090" y="479404"/>
                  </a:lnTo>
                  <a:lnTo>
                    <a:pt x="1020162" y="478967"/>
                  </a:lnTo>
                  <a:lnTo>
                    <a:pt x="1021233" y="478532"/>
                  </a:lnTo>
                  <a:lnTo>
                    <a:pt x="1022305" y="478101"/>
                  </a:lnTo>
                  <a:lnTo>
                    <a:pt x="1023376" y="477672"/>
                  </a:lnTo>
                  <a:lnTo>
                    <a:pt x="1024448" y="477245"/>
                  </a:lnTo>
                  <a:lnTo>
                    <a:pt x="1025520" y="476822"/>
                  </a:lnTo>
                  <a:lnTo>
                    <a:pt x="1026591" y="476401"/>
                  </a:lnTo>
                  <a:lnTo>
                    <a:pt x="1027663" y="475983"/>
                  </a:lnTo>
                  <a:lnTo>
                    <a:pt x="1028734" y="475568"/>
                  </a:lnTo>
                  <a:lnTo>
                    <a:pt x="1029806" y="475155"/>
                  </a:lnTo>
                  <a:lnTo>
                    <a:pt x="1030878" y="474745"/>
                  </a:lnTo>
                  <a:lnTo>
                    <a:pt x="1031949" y="474338"/>
                  </a:lnTo>
                  <a:lnTo>
                    <a:pt x="1033021" y="473934"/>
                  </a:lnTo>
                  <a:lnTo>
                    <a:pt x="1034092" y="473533"/>
                  </a:lnTo>
                  <a:lnTo>
                    <a:pt x="1035164" y="473134"/>
                  </a:lnTo>
                  <a:lnTo>
                    <a:pt x="1036236" y="472739"/>
                  </a:lnTo>
                  <a:lnTo>
                    <a:pt x="1037307" y="472346"/>
                  </a:lnTo>
                  <a:lnTo>
                    <a:pt x="1038379" y="471956"/>
                  </a:lnTo>
                  <a:lnTo>
                    <a:pt x="1039450" y="471569"/>
                  </a:lnTo>
                  <a:lnTo>
                    <a:pt x="1040522" y="471185"/>
                  </a:lnTo>
                  <a:lnTo>
                    <a:pt x="1041594" y="470804"/>
                  </a:lnTo>
                  <a:lnTo>
                    <a:pt x="1042665" y="470426"/>
                  </a:lnTo>
                  <a:lnTo>
                    <a:pt x="1043737" y="470050"/>
                  </a:lnTo>
                  <a:lnTo>
                    <a:pt x="1044808" y="469678"/>
                  </a:lnTo>
                  <a:lnTo>
                    <a:pt x="1045880" y="469308"/>
                  </a:lnTo>
                  <a:lnTo>
                    <a:pt x="1046952" y="468942"/>
                  </a:lnTo>
                  <a:lnTo>
                    <a:pt x="1048023" y="468579"/>
                  </a:lnTo>
                  <a:lnTo>
                    <a:pt x="1049095" y="468218"/>
                  </a:lnTo>
                  <a:lnTo>
                    <a:pt x="1050166" y="467861"/>
                  </a:lnTo>
                  <a:lnTo>
                    <a:pt x="1051238" y="467507"/>
                  </a:lnTo>
                  <a:lnTo>
                    <a:pt x="1052310" y="467155"/>
                  </a:lnTo>
                  <a:lnTo>
                    <a:pt x="1053381" y="466807"/>
                  </a:lnTo>
                  <a:lnTo>
                    <a:pt x="1054453" y="466462"/>
                  </a:lnTo>
                  <a:lnTo>
                    <a:pt x="1055524" y="466120"/>
                  </a:lnTo>
                  <a:lnTo>
                    <a:pt x="1056596" y="465781"/>
                  </a:lnTo>
                  <a:lnTo>
                    <a:pt x="1057668" y="465445"/>
                  </a:lnTo>
                  <a:lnTo>
                    <a:pt x="1058739" y="465113"/>
                  </a:lnTo>
                  <a:lnTo>
                    <a:pt x="1059811" y="464783"/>
                  </a:lnTo>
                  <a:lnTo>
                    <a:pt x="1060882" y="464457"/>
                  </a:lnTo>
                  <a:lnTo>
                    <a:pt x="1061954" y="464133"/>
                  </a:lnTo>
                  <a:lnTo>
                    <a:pt x="1063026" y="463813"/>
                  </a:lnTo>
                  <a:lnTo>
                    <a:pt x="1064097" y="463497"/>
                  </a:lnTo>
                  <a:lnTo>
                    <a:pt x="1065169" y="463183"/>
                  </a:lnTo>
                  <a:lnTo>
                    <a:pt x="1066240" y="462873"/>
                  </a:lnTo>
                  <a:lnTo>
                    <a:pt x="1067312" y="462565"/>
                  </a:lnTo>
                  <a:lnTo>
                    <a:pt x="1068383" y="462261"/>
                  </a:lnTo>
                  <a:lnTo>
                    <a:pt x="1069455" y="461961"/>
                  </a:lnTo>
                  <a:lnTo>
                    <a:pt x="1070527" y="461663"/>
                  </a:lnTo>
                  <a:lnTo>
                    <a:pt x="1071598" y="461369"/>
                  </a:lnTo>
                  <a:lnTo>
                    <a:pt x="1072670" y="461078"/>
                  </a:lnTo>
                  <a:lnTo>
                    <a:pt x="1073741" y="460791"/>
                  </a:lnTo>
                  <a:lnTo>
                    <a:pt x="1074813" y="460507"/>
                  </a:lnTo>
                  <a:lnTo>
                    <a:pt x="1075885" y="460226"/>
                  </a:lnTo>
                  <a:lnTo>
                    <a:pt x="1076956" y="459948"/>
                  </a:lnTo>
                  <a:lnTo>
                    <a:pt x="1078028" y="459674"/>
                  </a:lnTo>
                  <a:lnTo>
                    <a:pt x="1079099" y="459403"/>
                  </a:lnTo>
                  <a:lnTo>
                    <a:pt x="1080171" y="459136"/>
                  </a:lnTo>
                  <a:lnTo>
                    <a:pt x="1081243" y="458872"/>
                  </a:lnTo>
                  <a:lnTo>
                    <a:pt x="1082314" y="458611"/>
                  </a:lnTo>
                  <a:lnTo>
                    <a:pt x="1083386" y="458354"/>
                  </a:lnTo>
                  <a:lnTo>
                    <a:pt x="1084457" y="458100"/>
                  </a:lnTo>
                  <a:lnTo>
                    <a:pt x="1085529" y="457850"/>
                  </a:lnTo>
                  <a:lnTo>
                    <a:pt x="1086601" y="457603"/>
                  </a:lnTo>
                  <a:lnTo>
                    <a:pt x="1087672" y="457360"/>
                  </a:lnTo>
                  <a:lnTo>
                    <a:pt x="1088744" y="457120"/>
                  </a:lnTo>
                  <a:lnTo>
                    <a:pt x="1089815" y="456883"/>
                  </a:lnTo>
                  <a:lnTo>
                    <a:pt x="1090887" y="456650"/>
                  </a:lnTo>
                  <a:lnTo>
                    <a:pt x="1091959" y="456421"/>
                  </a:lnTo>
                  <a:lnTo>
                    <a:pt x="1093030" y="456195"/>
                  </a:lnTo>
                  <a:lnTo>
                    <a:pt x="1094102" y="455973"/>
                  </a:lnTo>
                  <a:lnTo>
                    <a:pt x="1095173" y="455754"/>
                  </a:lnTo>
                  <a:lnTo>
                    <a:pt x="1096245" y="455539"/>
                  </a:lnTo>
                  <a:lnTo>
                    <a:pt x="1097317" y="455327"/>
                  </a:lnTo>
                  <a:lnTo>
                    <a:pt x="1098388" y="455119"/>
                  </a:lnTo>
                  <a:lnTo>
                    <a:pt x="1099460" y="454914"/>
                  </a:lnTo>
                  <a:lnTo>
                    <a:pt x="1100531" y="454713"/>
                  </a:lnTo>
                  <a:lnTo>
                    <a:pt x="1101603" y="454516"/>
                  </a:lnTo>
                  <a:lnTo>
                    <a:pt x="1102675" y="454322"/>
                  </a:lnTo>
                  <a:lnTo>
                    <a:pt x="1103746" y="454132"/>
                  </a:lnTo>
                  <a:lnTo>
                    <a:pt x="1104818" y="453946"/>
                  </a:lnTo>
                  <a:lnTo>
                    <a:pt x="1105889" y="453763"/>
                  </a:lnTo>
                  <a:lnTo>
                    <a:pt x="1106961" y="453584"/>
                  </a:lnTo>
                  <a:lnTo>
                    <a:pt x="1108033" y="453409"/>
                  </a:lnTo>
                  <a:lnTo>
                    <a:pt x="1109104" y="453238"/>
                  </a:lnTo>
                  <a:lnTo>
                    <a:pt x="1110176" y="453070"/>
                  </a:lnTo>
                  <a:lnTo>
                    <a:pt x="1111247" y="452906"/>
                  </a:lnTo>
                  <a:lnTo>
                    <a:pt x="1112319" y="452745"/>
                  </a:lnTo>
                  <a:lnTo>
                    <a:pt x="1113391" y="452588"/>
                  </a:lnTo>
                  <a:lnTo>
                    <a:pt x="1114462" y="452435"/>
                  </a:lnTo>
                  <a:lnTo>
                    <a:pt x="1115534" y="452286"/>
                  </a:lnTo>
                  <a:lnTo>
                    <a:pt x="1116605" y="452141"/>
                  </a:lnTo>
                  <a:lnTo>
                    <a:pt x="1117677" y="451999"/>
                  </a:lnTo>
                  <a:lnTo>
                    <a:pt x="1118749" y="451862"/>
                  </a:lnTo>
                  <a:lnTo>
                    <a:pt x="1119820" y="451728"/>
                  </a:lnTo>
                  <a:lnTo>
                    <a:pt x="1120892" y="451597"/>
                  </a:lnTo>
                  <a:lnTo>
                    <a:pt x="1121963" y="451471"/>
                  </a:lnTo>
                  <a:lnTo>
                    <a:pt x="1123035" y="451349"/>
                  </a:lnTo>
                  <a:lnTo>
                    <a:pt x="1124107" y="451230"/>
                  </a:lnTo>
                  <a:lnTo>
                    <a:pt x="1125178" y="451115"/>
                  </a:lnTo>
                  <a:lnTo>
                    <a:pt x="1126250" y="451004"/>
                  </a:lnTo>
                  <a:lnTo>
                    <a:pt x="1127321" y="450897"/>
                  </a:lnTo>
                  <a:lnTo>
                    <a:pt x="1128393" y="450794"/>
                  </a:lnTo>
                  <a:lnTo>
                    <a:pt x="1129465" y="450695"/>
                  </a:lnTo>
                  <a:lnTo>
                    <a:pt x="1130536" y="450600"/>
                  </a:lnTo>
                  <a:lnTo>
                    <a:pt x="1131608" y="450508"/>
                  </a:lnTo>
                  <a:lnTo>
                    <a:pt x="1132679" y="450420"/>
                  </a:lnTo>
                  <a:lnTo>
                    <a:pt x="1133751" y="450336"/>
                  </a:lnTo>
                  <a:lnTo>
                    <a:pt x="1134823" y="450256"/>
                  </a:lnTo>
                  <a:lnTo>
                    <a:pt x="1135894" y="450180"/>
                  </a:lnTo>
                  <a:lnTo>
                    <a:pt x="1136966" y="450107"/>
                  </a:lnTo>
                  <a:lnTo>
                    <a:pt x="1138037" y="450038"/>
                  </a:lnTo>
                  <a:lnTo>
                    <a:pt x="1139109" y="449973"/>
                  </a:lnTo>
                  <a:lnTo>
                    <a:pt x="1140181" y="449912"/>
                  </a:lnTo>
                  <a:lnTo>
                    <a:pt x="1141252" y="449854"/>
                  </a:lnTo>
                  <a:lnTo>
                    <a:pt x="1142324" y="449800"/>
                  </a:lnTo>
                  <a:lnTo>
                    <a:pt x="1143395" y="449750"/>
                  </a:lnTo>
                  <a:lnTo>
                    <a:pt x="1144467" y="449703"/>
                  </a:lnTo>
                  <a:lnTo>
                    <a:pt x="1145539" y="449660"/>
                  </a:lnTo>
                  <a:lnTo>
                    <a:pt x="1146610" y="449621"/>
                  </a:lnTo>
                  <a:lnTo>
                    <a:pt x="1147682" y="449585"/>
                  </a:lnTo>
                  <a:lnTo>
                    <a:pt x="1148753" y="449553"/>
                  </a:lnTo>
                  <a:lnTo>
                    <a:pt x="1149825" y="449525"/>
                  </a:lnTo>
                  <a:lnTo>
                    <a:pt x="1150897" y="449500"/>
                  </a:lnTo>
                  <a:lnTo>
                    <a:pt x="1151968" y="449478"/>
                  </a:lnTo>
                  <a:lnTo>
                    <a:pt x="1153040" y="449460"/>
                  </a:lnTo>
                  <a:lnTo>
                    <a:pt x="1154111" y="449446"/>
                  </a:lnTo>
                  <a:lnTo>
                    <a:pt x="1155183" y="449435"/>
                  </a:lnTo>
                  <a:lnTo>
                    <a:pt x="1156255" y="449428"/>
                  </a:lnTo>
                  <a:lnTo>
                    <a:pt x="1157326" y="449424"/>
                  </a:lnTo>
                  <a:lnTo>
                    <a:pt x="1158398" y="449424"/>
                  </a:lnTo>
                  <a:lnTo>
                    <a:pt x="1159469" y="449427"/>
                  </a:lnTo>
                  <a:lnTo>
                    <a:pt x="1160541" y="449433"/>
                  </a:lnTo>
                  <a:lnTo>
                    <a:pt x="1161613" y="449443"/>
                  </a:lnTo>
                  <a:lnTo>
                    <a:pt x="1162684" y="449457"/>
                  </a:lnTo>
                  <a:lnTo>
                    <a:pt x="1163756" y="449473"/>
                  </a:lnTo>
                  <a:lnTo>
                    <a:pt x="1164827" y="449493"/>
                  </a:lnTo>
                  <a:lnTo>
                    <a:pt x="1165899" y="449517"/>
                  </a:lnTo>
                  <a:lnTo>
                    <a:pt x="1166971" y="449544"/>
                  </a:lnTo>
                  <a:lnTo>
                    <a:pt x="1168042" y="449574"/>
                  </a:lnTo>
                  <a:lnTo>
                    <a:pt x="1169114" y="449607"/>
                  </a:lnTo>
                  <a:lnTo>
                    <a:pt x="1170185" y="449644"/>
                  </a:lnTo>
                  <a:lnTo>
                    <a:pt x="1171257" y="449684"/>
                  </a:lnTo>
                  <a:lnTo>
                    <a:pt x="1172329" y="449727"/>
                  </a:lnTo>
                  <a:lnTo>
                    <a:pt x="1173400" y="449773"/>
                  </a:lnTo>
                  <a:lnTo>
                    <a:pt x="1174472" y="449823"/>
                  </a:lnTo>
                  <a:lnTo>
                    <a:pt x="1175543" y="449876"/>
                  </a:lnTo>
                  <a:lnTo>
                    <a:pt x="1176615" y="449932"/>
                  </a:lnTo>
                  <a:lnTo>
                    <a:pt x="1177687" y="449991"/>
                  </a:lnTo>
                  <a:lnTo>
                    <a:pt x="1178758" y="450054"/>
                  </a:lnTo>
                  <a:lnTo>
                    <a:pt x="1179830" y="450119"/>
                  </a:lnTo>
                  <a:lnTo>
                    <a:pt x="1180901" y="450188"/>
                  </a:lnTo>
                  <a:lnTo>
                    <a:pt x="1181973" y="450260"/>
                  </a:lnTo>
                  <a:lnTo>
                    <a:pt x="1183045" y="450335"/>
                  </a:lnTo>
                  <a:lnTo>
                    <a:pt x="1184116" y="450413"/>
                  </a:lnTo>
                  <a:lnTo>
                    <a:pt x="1185188" y="450494"/>
                  </a:lnTo>
                  <a:lnTo>
                    <a:pt x="1186259" y="450578"/>
                  </a:lnTo>
                  <a:lnTo>
                    <a:pt x="1187331" y="450665"/>
                  </a:lnTo>
                  <a:lnTo>
                    <a:pt x="1188403" y="450755"/>
                  </a:lnTo>
                  <a:lnTo>
                    <a:pt x="1189474" y="450848"/>
                  </a:lnTo>
                  <a:lnTo>
                    <a:pt x="1190546" y="450944"/>
                  </a:lnTo>
                  <a:lnTo>
                    <a:pt x="1191617" y="451043"/>
                  </a:lnTo>
                  <a:lnTo>
                    <a:pt x="1192689" y="451145"/>
                  </a:lnTo>
                  <a:lnTo>
                    <a:pt x="1193761" y="451250"/>
                  </a:lnTo>
                  <a:lnTo>
                    <a:pt x="1194832" y="451358"/>
                  </a:lnTo>
                  <a:lnTo>
                    <a:pt x="1195904" y="451468"/>
                  </a:lnTo>
                  <a:lnTo>
                    <a:pt x="1196975" y="451582"/>
                  </a:lnTo>
                  <a:lnTo>
                    <a:pt x="1198047" y="451698"/>
                  </a:lnTo>
                  <a:lnTo>
                    <a:pt x="1199119" y="451818"/>
                  </a:lnTo>
                  <a:lnTo>
                    <a:pt x="1200190" y="451940"/>
                  </a:lnTo>
                  <a:lnTo>
                    <a:pt x="1201262" y="452065"/>
                  </a:lnTo>
                  <a:lnTo>
                    <a:pt x="1202333" y="452192"/>
                  </a:lnTo>
                  <a:lnTo>
                    <a:pt x="1203405" y="452323"/>
                  </a:lnTo>
                  <a:lnTo>
                    <a:pt x="1204477" y="452456"/>
                  </a:lnTo>
                  <a:lnTo>
                    <a:pt x="1205548" y="452592"/>
                  </a:lnTo>
                  <a:lnTo>
                    <a:pt x="1206620" y="452731"/>
                  </a:lnTo>
                  <a:lnTo>
                    <a:pt x="1207691" y="452872"/>
                  </a:lnTo>
                  <a:lnTo>
                    <a:pt x="1208763" y="453016"/>
                  </a:lnTo>
                  <a:lnTo>
                    <a:pt x="1209835" y="453163"/>
                  </a:lnTo>
                  <a:lnTo>
                    <a:pt x="1210906" y="453312"/>
                  </a:lnTo>
                  <a:lnTo>
                    <a:pt x="1211978" y="453464"/>
                  </a:lnTo>
                  <a:lnTo>
                    <a:pt x="1213049" y="453619"/>
                  </a:lnTo>
                  <a:lnTo>
                    <a:pt x="1214121" y="453776"/>
                  </a:lnTo>
                  <a:lnTo>
                    <a:pt x="1215193" y="453936"/>
                  </a:lnTo>
                  <a:lnTo>
                    <a:pt x="1216264" y="454098"/>
                  </a:lnTo>
                  <a:lnTo>
                    <a:pt x="1217336" y="454263"/>
                  </a:lnTo>
                  <a:lnTo>
                    <a:pt x="1218407" y="454430"/>
                  </a:lnTo>
                  <a:lnTo>
                    <a:pt x="1219479" y="454600"/>
                  </a:lnTo>
                  <a:lnTo>
                    <a:pt x="1220551" y="454773"/>
                  </a:lnTo>
                  <a:lnTo>
                    <a:pt x="1221622" y="454948"/>
                  </a:lnTo>
                  <a:lnTo>
                    <a:pt x="1222694" y="455125"/>
                  </a:lnTo>
                  <a:lnTo>
                    <a:pt x="1223765" y="455305"/>
                  </a:lnTo>
                  <a:lnTo>
                    <a:pt x="1224837" y="455487"/>
                  </a:lnTo>
                  <a:lnTo>
                    <a:pt x="1225909" y="455671"/>
                  </a:lnTo>
                  <a:lnTo>
                    <a:pt x="1226980" y="455858"/>
                  </a:lnTo>
                  <a:lnTo>
                    <a:pt x="1228052" y="456048"/>
                  </a:lnTo>
                  <a:lnTo>
                    <a:pt x="1229123" y="456240"/>
                  </a:lnTo>
                  <a:lnTo>
                    <a:pt x="1230195" y="456434"/>
                  </a:lnTo>
                  <a:lnTo>
                    <a:pt x="1231267" y="456630"/>
                  </a:lnTo>
                  <a:lnTo>
                    <a:pt x="1232338" y="456829"/>
                  </a:lnTo>
                  <a:lnTo>
                    <a:pt x="1233410" y="457030"/>
                  </a:lnTo>
                  <a:lnTo>
                    <a:pt x="1234481" y="457233"/>
                  </a:lnTo>
                  <a:lnTo>
                    <a:pt x="1235553" y="457438"/>
                  </a:lnTo>
                  <a:lnTo>
                    <a:pt x="1236625" y="457646"/>
                  </a:lnTo>
                  <a:lnTo>
                    <a:pt x="1237696" y="457856"/>
                  </a:lnTo>
                  <a:lnTo>
                    <a:pt x="1238768" y="458068"/>
                  </a:lnTo>
                  <a:lnTo>
                    <a:pt x="1239839" y="458282"/>
                  </a:lnTo>
                  <a:lnTo>
                    <a:pt x="1240911" y="458498"/>
                  </a:lnTo>
                  <a:lnTo>
                    <a:pt x="1241983" y="458717"/>
                  </a:lnTo>
                  <a:lnTo>
                    <a:pt x="1243054" y="458938"/>
                  </a:lnTo>
                  <a:lnTo>
                    <a:pt x="1244126" y="459160"/>
                  </a:lnTo>
                  <a:lnTo>
                    <a:pt x="1245197" y="459385"/>
                  </a:lnTo>
                  <a:lnTo>
                    <a:pt x="1246269" y="459612"/>
                  </a:lnTo>
                  <a:lnTo>
                    <a:pt x="1247340" y="459841"/>
                  </a:lnTo>
                  <a:lnTo>
                    <a:pt x="1248412" y="460072"/>
                  </a:lnTo>
                  <a:lnTo>
                    <a:pt x="1249484" y="460305"/>
                  </a:lnTo>
                  <a:lnTo>
                    <a:pt x="1250555" y="460540"/>
                  </a:lnTo>
                  <a:lnTo>
                    <a:pt x="1251627" y="460777"/>
                  </a:lnTo>
                  <a:lnTo>
                    <a:pt x="1252698" y="461016"/>
                  </a:lnTo>
                  <a:lnTo>
                    <a:pt x="1253770" y="461257"/>
                  </a:lnTo>
                  <a:lnTo>
                    <a:pt x="1254842" y="461499"/>
                  </a:lnTo>
                  <a:lnTo>
                    <a:pt x="1255913" y="461744"/>
                  </a:lnTo>
                  <a:lnTo>
                    <a:pt x="1256985" y="461990"/>
                  </a:lnTo>
                  <a:lnTo>
                    <a:pt x="1258056" y="462239"/>
                  </a:lnTo>
                  <a:lnTo>
                    <a:pt x="1259128" y="462489"/>
                  </a:lnTo>
                  <a:lnTo>
                    <a:pt x="1260200" y="462741"/>
                  </a:lnTo>
                  <a:lnTo>
                    <a:pt x="1261271" y="462995"/>
                  </a:lnTo>
                  <a:lnTo>
                    <a:pt x="1262343" y="463251"/>
                  </a:lnTo>
                  <a:lnTo>
                    <a:pt x="1263414" y="463508"/>
                  </a:lnTo>
                  <a:lnTo>
                    <a:pt x="1264486" y="463768"/>
                  </a:lnTo>
                  <a:lnTo>
                    <a:pt x="1265558" y="464028"/>
                  </a:lnTo>
                  <a:lnTo>
                    <a:pt x="1266629" y="464291"/>
                  </a:lnTo>
                  <a:lnTo>
                    <a:pt x="1267701" y="464556"/>
                  </a:lnTo>
                  <a:lnTo>
                    <a:pt x="1268772" y="464822"/>
                  </a:lnTo>
                  <a:lnTo>
                    <a:pt x="1269844" y="465089"/>
                  </a:lnTo>
                  <a:lnTo>
                    <a:pt x="1270916" y="465359"/>
                  </a:lnTo>
                  <a:lnTo>
                    <a:pt x="1271987" y="465630"/>
                  </a:lnTo>
                  <a:lnTo>
                    <a:pt x="1273059" y="465903"/>
                  </a:lnTo>
                  <a:lnTo>
                    <a:pt x="1274130" y="466177"/>
                  </a:lnTo>
                  <a:lnTo>
                    <a:pt x="1275202" y="466453"/>
                  </a:lnTo>
                  <a:lnTo>
                    <a:pt x="1276274" y="466730"/>
                  </a:lnTo>
                  <a:lnTo>
                    <a:pt x="1277345" y="467009"/>
                  </a:lnTo>
                  <a:lnTo>
                    <a:pt x="1278417" y="467289"/>
                  </a:lnTo>
                  <a:lnTo>
                    <a:pt x="1279488" y="467571"/>
                  </a:lnTo>
                  <a:lnTo>
                    <a:pt x="1280560" y="467855"/>
                  </a:lnTo>
                  <a:lnTo>
                    <a:pt x="1281632" y="468140"/>
                  </a:lnTo>
                  <a:lnTo>
                    <a:pt x="1282703" y="468426"/>
                  </a:lnTo>
                  <a:lnTo>
                    <a:pt x="1283775" y="468714"/>
                  </a:lnTo>
                  <a:lnTo>
                    <a:pt x="1284846" y="469003"/>
                  </a:lnTo>
                  <a:lnTo>
                    <a:pt x="1285918" y="469294"/>
                  </a:lnTo>
                  <a:lnTo>
                    <a:pt x="1286990" y="469586"/>
                  </a:lnTo>
                  <a:lnTo>
                    <a:pt x="1288061" y="469879"/>
                  </a:lnTo>
                  <a:lnTo>
                    <a:pt x="1289133" y="470174"/>
                  </a:lnTo>
                  <a:lnTo>
                    <a:pt x="1290204" y="470470"/>
                  </a:lnTo>
                  <a:lnTo>
                    <a:pt x="1291276" y="470767"/>
                  </a:lnTo>
                  <a:lnTo>
                    <a:pt x="1292348" y="471066"/>
                  </a:lnTo>
                  <a:lnTo>
                    <a:pt x="1293419" y="471365"/>
                  </a:lnTo>
                  <a:lnTo>
                    <a:pt x="1294491" y="471667"/>
                  </a:lnTo>
                  <a:lnTo>
                    <a:pt x="1295562" y="471969"/>
                  </a:lnTo>
                  <a:lnTo>
                    <a:pt x="1296634" y="472273"/>
                  </a:lnTo>
                  <a:lnTo>
                    <a:pt x="1297706" y="472577"/>
                  </a:lnTo>
                  <a:lnTo>
                    <a:pt x="1298777" y="472883"/>
                  </a:lnTo>
                  <a:lnTo>
                    <a:pt x="1299849" y="473190"/>
                  </a:lnTo>
                  <a:lnTo>
                    <a:pt x="1300920" y="473499"/>
                  </a:lnTo>
                  <a:lnTo>
                    <a:pt x="1301992" y="473808"/>
                  </a:lnTo>
                  <a:lnTo>
                    <a:pt x="1303064" y="474119"/>
                  </a:lnTo>
                  <a:lnTo>
                    <a:pt x="1304135" y="474430"/>
                  </a:lnTo>
                  <a:lnTo>
                    <a:pt x="1305207" y="474743"/>
                  </a:lnTo>
                  <a:lnTo>
                    <a:pt x="1306278" y="475057"/>
                  </a:lnTo>
                  <a:lnTo>
                    <a:pt x="1307350" y="475371"/>
                  </a:lnTo>
                  <a:lnTo>
                    <a:pt x="1308422" y="475687"/>
                  </a:lnTo>
                  <a:lnTo>
                    <a:pt x="1309493" y="476004"/>
                  </a:lnTo>
                  <a:lnTo>
                    <a:pt x="1310565" y="476322"/>
                  </a:lnTo>
                  <a:lnTo>
                    <a:pt x="1311636" y="476640"/>
                  </a:lnTo>
                  <a:lnTo>
                    <a:pt x="1312708" y="476960"/>
                  </a:lnTo>
                  <a:lnTo>
                    <a:pt x="1313780" y="477281"/>
                  </a:lnTo>
                  <a:lnTo>
                    <a:pt x="1314851" y="477602"/>
                  </a:lnTo>
                  <a:lnTo>
                    <a:pt x="1315923" y="477925"/>
                  </a:lnTo>
                  <a:lnTo>
                    <a:pt x="1316994" y="478248"/>
                  </a:lnTo>
                  <a:lnTo>
                    <a:pt x="1318066" y="478572"/>
                  </a:lnTo>
                  <a:lnTo>
                    <a:pt x="1319138" y="478897"/>
                  </a:lnTo>
                  <a:lnTo>
                    <a:pt x="1320209" y="479223"/>
                  </a:lnTo>
                  <a:lnTo>
                    <a:pt x="1321281" y="479550"/>
                  </a:lnTo>
                  <a:lnTo>
                    <a:pt x="1322352" y="479877"/>
                  </a:lnTo>
                  <a:lnTo>
                    <a:pt x="1323424" y="480205"/>
                  </a:lnTo>
                  <a:lnTo>
                    <a:pt x="1324496" y="480534"/>
                  </a:lnTo>
                  <a:lnTo>
                    <a:pt x="1325567" y="480864"/>
                  </a:lnTo>
                  <a:lnTo>
                    <a:pt x="1326639" y="481194"/>
                  </a:lnTo>
                  <a:lnTo>
                    <a:pt x="1327710" y="481525"/>
                  </a:lnTo>
                  <a:lnTo>
                    <a:pt x="1328782" y="481857"/>
                  </a:lnTo>
                  <a:lnTo>
                    <a:pt x="1329854" y="482190"/>
                  </a:lnTo>
                  <a:lnTo>
                    <a:pt x="1330925" y="482523"/>
                  </a:lnTo>
                  <a:lnTo>
                    <a:pt x="1331997" y="482856"/>
                  </a:lnTo>
                  <a:lnTo>
                    <a:pt x="1333068" y="483191"/>
                  </a:lnTo>
                  <a:lnTo>
                    <a:pt x="1334140" y="483526"/>
                  </a:lnTo>
                  <a:lnTo>
                    <a:pt x="1335212" y="483861"/>
                  </a:lnTo>
                  <a:lnTo>
                    <a:pt x="1336283" y="484197"/>
                  </a:lnTo>
                  <a:lnTo>
                    <a:pt x="1337355" y="484534"/>
                  </a:lnTo>
                  <a:lnTo>
                    <a:pt x="1338426" y="484871"/>
                  </a:lnTo>
                  <a:lnTo>
                    <a:pt x="1339498" y="485208"/>
                  </a:lnTo>
                  <a:lnTo>
                    <a:pt x="1340570" y="485547"/>
                  </a:lnTo>
                  <a:lnTo>
                    <a:pt x="1341641" y="485885"/>
                  </a:lnTo>
                  <a:lnTo>
                    <a:pt x="1342713" y="486224"/>
                  </a:lnTo>
                  <a:lnTo>
                    <a:pt x="1343784" y="486564"/>
                  </a:lnTo>
                  <a:lnTo>
                    <a:pt x="1344856" y="486904"/>
                  </a:lnTo>
                  <a:lnTo>
                    <a:pt x="1345928" y="487244"/>
                  </a:lnTo>
                  <a:lnTo>
                    <a:pt x="1346999" y="487584"/>
                  </a:lnTo>
                  <a:lnTo>
                    <a:pt x="1348071" y="487925"/>
                  </a:lnTo>
                  <a:lnTo>
                    <a:pt x="1349142" y="488267"/>
                  </a:lnTo>
                  <a:lnTo>
                    <a:pt x="1350214" y="488609"/>
                  </a:lnTo>
                  <a:lnTo>
                    <a:pt x="1351286" y="488951"/>
                  </a:lnTo>
                  <a:lnTo>
                    <a:pt x="1352357" y="489293"/>
                  </a:lnTo>
                  <a:lnTo>
                    <a:pt x="1353429" y="489636"/>
                  </a:lnTo>
                  <a:lnTo>
                    <a:pt x="1354500" y="489978"/>
                  </a:lnTo>
                  <a:lnTo>
                    <a:pt x="1355572" y="490321"/>
                  </a:lnTo>
                  <a:lnTo>
                    <a:pt x="1356644" y="490665"/>
                  </a:lnTo>
                  <a:lnTo>
                    <a:pt x="1357715" y="491008"/>
                  </a:lnTo>
                  <a:lnTo>
                    <a:pt x="1358787" y="491352"/>
                  </a:lnTo>
                  <a:lnTo>
                    <a:pt x="1359858" y="491696"/>
                  </a:lnTo>
                  <a:lnTo>
                    <a:pt x="1360930" y="492040"/>
                  </a:lnTo>
                  <a:lnTo>
                    <a:pt x="1362002" y="492384"/>
                  </a:lnTo>
                  <a:lnTo>
                    <a:pt x="1363073" y="492729"/>
                  </a:lnTo>
                  <a:lnTo>
                    <a:pt x="1364145" y="493073"/>
                  </a:lnTo>
                  <a:lnTo>
                    <a:pt x="1365216" y="493418"/>
                  </a:lnTo>
                  <a:lnTo>
                    <a:pt x="1366288" y="493762"/>
                  </a:lnTo>
                  <a:lnTo>
                    <a:pt x="1367360" y="494107"/>
                  </a:lnTo>
                  <a:lnTo>
                    <a:pt x="1368431" y="494452"/>
                  </a:lnTo>
                  <a:lnTo>
                    <a:pt x="1369503" y="494796"/>
                  </a:lnTo>
                  <a:lnTo>
                    <a:pt x="1370574" y="495141"/>
                  </a:lnTo>
                  <a:lnTo>
                    <a:pt x="1371646" y="495486"/>
                  </a:lnTo>
                  <a:lnTo>
                    <a:pt x="1372718" y="495830"/>
                  </a:lnTo>
                  <a:lnTo>
                    <a:pt x="1373789" y="496175"/>
                  </a:lnTo>
                  <a:lnTo>
                    <a:pt x="1374861" y="496520"/>
                  </a:lnTo>
                  <a:lnTo>
                    <a:pt x="1375932" y="496864"/>
                  </a:lnTo>
                  <a:lnTo>
                    <a:pt x="1377004" y="497208"/>
                  </a:lnTo>
                  <a:lnTo>
                    <a:pt x="1378076" y="497553"/>
                  </a:lnTo>
                  <a:lnTo>
                    <a:pt x="1379147" y="497897"/>
                  </a:lnTo>
                  <a:lnTo>
                    <a:pt x="1380219" y="498241"/>
                  </a:lnTo>
                  <a:lnTo>
                    <a:pt x="1381290" y="498585"/>
                  </a:lnTo>
                  <a:lnTo>
                    <a:pt x="1382362" y="498928"/>
                  </a:lnTo>
                  <a:lnTo>
                    <a:pt x="1383434" y="499272"/>
                  </a:lnTo>
                  <a:lnTo>
                    <a:pt x="1384505" y="499615"/>
                  </a:lnTo>
                  <a:lnTo>
                    <a:pt x="1385577" y="499958"/>
                  </a:lnTo>
                  <a:lnTo>
                    <a:pt x="1386648" y="500301"/>
                  </a:lnTo>
                  <a:lnTo>
                    <a:pt x="1387720" y="500643"/>
                  </a:lnTo>
                  <a:lnTo>
                    <a:pt x="1388792" y="500986"/>
                  </a:lnTo>
                  <a:lnTo>
                    <a:pt x="1389863" y="501328"/>
                  </a:lnTo>
                  <a:lnTo>
                    <a:pt x="1390935" y="501669"/>
                  </a:lnTo>
                  <a:lnTo>
                    <a:pt x="1392006" y="502011"/>
                  </a:lnTo>
                  <a:lnTo>
                    <a:pt x="1393078" y="502351"/>
                  </a:lnTo>
                  <a:lnTo>
                    <a:pt x="1394150" y="502692"/>
                  </a:lnTo>
                  <a:lnTo>
                    <a:pt x="1395221" y="503032"/>
                  </a:lnTo>
                  <a:lnTo>
                    <a:pt x="1396293" y="503372"/>
                  </a:lnTo>
                  <a:lnTo>
                    <a:pt x="1397364" y="503711"/>
                  </a:lnTo>
                  <a:lnTo>
                    <a:pt x="1398436" y="504050"/>
                  </a:lnTo>
                  <a:lnTo>
                    <a:pt x="1399508" y="504389"/>
                  </a:lnTo>
                  <a:lnTo>
                    <a:pt x="1400579" y="504727"/>
                  </a:lnTo>
                  <a:lnTo>
                    <a:pt x="1401651" y="505065"/>
                  </a:lnTo>
                  <a:lnTo>
                    <a:pt x="1402722" y="505402"/>
                  </a:lnTo>
                  <a:lnTo>
                    <a:pt x="1403794" y="505738"/>
                  </a:lnTo>
                  <a:lnTo>
                    <a:pt x="1404866" y="506074"/>
                  </a:lnTo>
                  <a:lnTo>
                    <a:pt x="1405937" y="506410"/>
                  </a:lnTo>
                  <a:lnTo>
                    <a:pt x="1407009" y="506745"/>
                  </a:lnTo>
                  <a:lnTo>
                    <a:pt x="1408080" y="507079"/>
                  </a:lnTo>
                  <a:lnTo>
                    <a:pt x="1409152" y="507413"/>
                  </a:lnTo>
                  <a:lnTo>
                    <a:pt x="1410224" y="507746"/>
                  </a:lnTo>
                  <a:lnTo>
                    <a:pt x="1411295" y="508079"/>
                  </a:lnTo>
                  <a:lnTo>
                    <a:pt x="1412367" y="508411"/>
                  </a:lnTo>
                  <a:lnTo>
                    <a:pt x="1413438" y="508742"/>
                  </a:lnTo>
                  <a:lnTo>
                    <a:pt x="1414510" y="509073"/>
                  </a:lnTo>
                  <a:lnTo>
                    <a:pt x="1415582" y="509403"/>
                  </a:lnTo>
                  <a:lnTo>
                    <a:pt x="1416653" y="509732"/>
                  </a:lnTo>
                  <a:lnTo>
                    <a:pt x="1417725" y="510061"/>
                  </a:lnTo>
                  <a:lnTo>
                    <a:pt x="1418796" y="510388"/>
                  </a:lnTo>
                  <a:lnTo>
                    <a:pt x="1419868" y="510715"/>
                  </a:lnTo>
                  <a:lnTo>
                    <a:pt x="1420939" y="511042"/>
                  </a:lnTo>
                  <a:lnTo>
                    <a:pt x="1422011" y="511367"/>
                  </a:lnTo>
                  <a:lnTo>
                    <a:pt x="1423083" y="511692"/>
                  </a:lnTo>
                  <a:lnTo>
                    <a:pt x="1424154" y="512016"/>
                  </a:lnTo>
                  <a:lnTo>
                    <a:pt x="1425226" y="512339"/>
                  </a:lnTo>
                  <a:lnTo>
                    <a:pt x="1426297" y="512661"/>
                  </a:lnTo>
                  <a:lnTo>
                    <a:pt x="1427369" y="512983"/>
                  </a:lnTo>
                  <a:lnTo>
                    <a:pt x="1428441" y="513303"/>
                  </a:lnTo>
                  <a:lnTo>
                    <a:pt x="1429512" y="513623"/>
                  </a:lnTo>
                  <a:lnTo>
                    <a:pt x="1430584" y="513942"/>
                  </a:lnTo>
                  <a:lnTo>
                    <a:pt x="1431655" y="514259"/>
                  </a:lnTo>
                  <a:lnTo>
                    <a:pt x="1432727" y="514576"/>
                  </a:lnTo>
                  <a:lnTo>
                    <a:pt x="1433799" y="514892"/>
                  </a:lnTo>
                  <a:lnTo>
                    <a:pt x="1434870" y="515207"/>
                  </a:lnTo>
                  <a:lnTo>
                    <a:pt x="1435942" y="515521"/>
                  </a:lnTo>
                  <a:lnTo>
                    <a:pt x="1437013" y="515834"/>
                  </a:lnTo>
                  <a:lnTo>
                    <a:pt x="1438085" y="516146"/>
                  </a:lnTo>
                  <a:lnTo>
                    <a:pt x="1439157" y="516457"/>
                  </a:lnTo>
                  <a:lnTo>
                    <a:pt x="1440228" y="516767"/>
                  </a:lnTo>
                  <a:lnTo>
                    <a:pt x="1441300" y="517076"/>
                  </a:lnTo>
                  <a:lnTo>
                    <a:pt x="1442371" y="517384"/>
                  </a:lnTo>
                  <a:lnTo>
                    <a:pt x="1443443" y="517691"/>
                  </a:lnTo>
                  <a:lnTo>
                    <a:pt x="1444515" y="517997"/>
                  </a:lnTo>
                  <a:lnTo>
                    <a:pt x="1445586" y="518301"/>
                  </a:lnTo>
                  <a:lnTo>
                    <a:pt x="1446658" y="518605"/>
                  </a:lnTo>
                  <a:lnTo>
                    <a:pt x="1447729" y="518907"/>
                  </a:lnTo>
                  <a:lnTo>
                    <a:pt x="1448801" y="519208"/>
                  </a:lnTo>
                  <a:lnTo>
                    <a:pt x="1449873" y="519508"/>
                  </a:lnTo>
                  <a:lnTo>
                    <a:pt x="1450944" y="519807"/>
                  </a:lnTo>
                  <a:lnTo>
                    <a:pt x="1452016" y="520105"/>
                  </a:lnTo>
                  <a:lnTo>
                    <a:pt x="1453087" y="520401"/>
                  </a:lnTo>
                  <a:lnTo>
                    <a:pt x="1454159" y="520696"/>
                  </a:lnTo>
                  <a:lnTo>
                    <a:pt x="1455231" y="520990"/>
                  </a:lnTo>
                  <a:lnTo>
                    <a:pt x="1456302" y="521283"/>
                  </a:lnTo>
                  <a:lnTo>
                    <a:pt x="1457374" y="521574"/>
                  </a:lnTo>
                  <a:lnTo>
                    <a:pt x="1458445" y="521864"/>
                  </a:lnTo>
                  <a:lnTo>
                    <a:pt x="1459517" y="522153"/>
                  </a:lnTo>
                  <a:lnTo>
                    <a:pt x="1460589" y="522441"/>
                  </a:lnTo>
                  <a:lnTo>
                    <a:pt x="1461660" y="522727"/>
                  </a:lnTo>
                  <a:lnTo>
                    <a:pt x="1462732" y="523012"/>
                  </a:lnTo>
                  <a:lnTo>
                    <a:pt x="1463803" y="523296"/>
                  </a:lnTo>
                  <a:lnTo>
                    <a:pt x="1464875" y="523578"/>
                  </a:lnTo>
                  <a:lnTo>
                    <a:pt x="1465947" y="523859"/>
                  </a:lnTo>
                  <a:lnTo>
                    <a:pt x="1467018" y="524138"/>
                  </a:lnTo>
                  <a:lnTo>
                    <a:pt x="1468090" y="524416"/>
                  </a:lnTo>
                  <a:lnTo>
                    <a:pt x="1469161" y="524693"/>
                  </a:lnTo>
                  <a:lnTo>
                    <a:pt x="1470233" y="524968"/>
                  </a:lnTo>
                  <a:lnTo>
                    <a:pt x="1471305" y="525241"/>
                  </a:lnTo>
                  <a:lnTo>
                    <a:pt x="1472376" y="525514"/>
                  </a:lnTo>
                  <a:lnTo>
                    <a:pt x="1473448" y="525784"/>
                  </a:lnTo>
                  <a:lnTo>
                    <a:pt x="1474519" y="526054"/>
                  </a:lnTo>
                  <a:lnTo>
                    <a:pt x="1475591" y="526322"/>
                  </a:lnTo>
                  <a:lnTo>
                    <a:pt x="1476663" y="526588"/>
                  </a:lnTo>
                  <a:lnTo>
                    <a:pt x="1477734" y="526853"/>
                  </a:lnTo>
                  <a:lnTo>
                    <a:pt x="1478806" y="527116"/>
                  </a:lnTo>
                  <a:lnTo>
                    <a:pt x="1479877" y="527378"/>
                  </a:lnTo>
                  <a:lnTo>
                    <a:pt x="1480949" y="527638"/>
                  </a:lnTo>
                  <a:lnTo>
                    <a:pt x="1482021" y="527896"/>
                  </a:lnTo>
                  <a:lnTo>
                    <a:pt x="1483092" y="528153"/>
                  </a:lnTo>
                  <a:lnTo>
                    <a:pt x="1484164" y="528409"/>
                  </a:lnTo>
                  <a:lnTo>
                    <a:pt x="1485235" y="528662"/>
                  </a:lnTo>
                  <a:lnTo>
                    <a:pt x="1486307" y="528915"/>
                  </a:lnTo>
                  <a:lnTo>
                    <a:pt x="1487379" y="529165"/>
                  </a:lnTo>
                  <a:lnTo>
                    <a:pt x="1488450" y="529414"/>
                  </a:lnTo>
                  <a:lnTo>
                    <a:pt x="1489522" y="529661"/>
                  </a:lnTo>
                  <a:lnTo>
                    <a:pt x="1490593" y="529907"/>
                  </a:lnTo>
                  <a:lnTo>
                    <a:pt x="1491665" y="530151"/>
                  </a:lnTo>
                  <a:lnTo>
                    <a:pt x="1492737" y="530393"/>
                  </a:lnTo>
                  <a:lnTo>
                    <a:pt x="1493808" y="530633"/>
                  </a:lnTo>
                  <a:lnTo>
                    <a:pt x="1494880" y="530872"/>
                  </a:lnTo>
                  <a:lnTo>
                    <a:pt x="1495951" y="531109"/>
                  </a:lnTo>
                  <a:lnTo>
                    <a:pt x="1497023" y="531344"/>
                  </a:lnTo>
                  <a:lnTo>
                    <a:pt x="1498095" y="531578"/>
                  </a:lnTo>
                  <a:lnTo>
                    <a:pt x="1499166" y="531809"/>
                  </a:lnTo>
                  <a:lnTo>
                    <a:pt x="1500238" y="532039"/>
                  </a:lnTo>
                  <a:lnTo>
                    <a:pt x="1501309" y="532267"/>
                  </a:lnTo>
                  <a:lnTo>
                    <a:pt x="1502381" y="532494"/>
                  </a:lnTo>
                  <a:lnTo>
                    <a:pt x="1503453" y="532718"/>
                  </a:lnTo>
                  <a:lnTo>
                    <a:pt x="1504524" y="532941"/>
                  </a:lnTo>
                  <a:lnTo>
                    <a:pt x="1505596" y="533162"/>
                  </a:lnTo>
                  <a:lnTo>
                    <a:pt x="1506667" y="533381"/>
                  </a:lnTo>
                  <a:lnTo>
                    <a:pt x="1507739" y="533598"/>
                  </a:lnTo>
                  <a:lnTo>
                    <a:pt x="1508811" y="533814"/>
                  </a:lnTo>
                  <a:lnTo>
                    <a:pt x="1509882" y="534027"/>
                  </a:lnTo>
                  <a:lnTo>
                    <a:pt x="1510954" y="534239"/>
                  </a:lnTo>
                  <a:lnTo>
                    <a:pt x="1512025" y="534449"/>
                  </a:lnTo>
                  <a:lnTo>
                    <a:pt x="1513097" y="534656"/>
                  </a:lnTo>
                  <a:lnTo>
                    <a:pt x="1514169" y="534862"/>
                  </a:lnTo>
                  <a:lnTo>
                    <a:pt x="1515240" y="535066"/>
                  </a:lnTo>
                  <a:lnTo>
                    <a:pt x="1516312" y="535268"/>
                  </a:lnTo>
                  <a:lnTo>
                    <a:pt x="1517383" y="535468"/>
                  </a:lnTo>
                  <a:lnTo>
                    <a:pt x="1518455" y="535667"/>
                  </a:lnTo>
                  <a:lnTo>
                    <a:pt x="1519527" y="535863"/>
                  </a:lnTo>
                  <a:lnTo>
                    <a:pt x="1520598" y="536057"/>
                  </a:lnTo>
                  <a:lnTo>
                    <a:pt x="1521670" y="536249"/>
                  </a:lnTo>
                  <a:lnTo>
                    <a:pt x="1522741" y="536439"/>
                  </a:lnTo>
                  <a:lnTo>
                    <a:pt x="1523813" y="536628"/>
                  </a:lnTo>
                  <a:lnTo>
                    <a:pt x="1524885" y="536814"/>
                  </a:lnTo>
                  <a:lnTo>
                    <a:pt x="1525956" y="536998"/>
                  </a:lnTo>
                  <a:lnTo>
                    <a:pt x="1527028" y="537180"/>
                  </a:lnTo>
                  <a:lnTo>
                    <a:pt x="1528099" y="537361"/>
                  </a:lnTo>
                  <a:lnTo>
                    <a:pt x="1529171" y="537539"/>
                  </a:lnTo>
                  <a:lnTo>
                    <a:pt x="1530243" y="537715"/>
                  </a:lnTo>
                  <a:lnTo>
                    <a:pt x="1531314" y="537889"/>
                  </a:lnTo>
                  <a:lnTo>
                    <a:pt x="1532386" y="538061"/>
                  </a:lnTo>
                  <a:lnTo>
                    <a:pt x="1533457" y="538231"/>
                  </a:lnTo>
                  <a:lnTo>
                    <a:pt x="1534529" y="538399"/>
                  </a:lnTo>
                  <a:lnTo>
                    <a:pt x="1535601" y="538564"/>
                  </a:lnTo>
                  <a:lnTo>
                    <a:pt x="1536672" y="538728"/>
                  </a:lnTo>
                  <a:lnTo>
                    <a:pt x="1537744" y="538889"/>
                  </a:lnTo>
                  <a:lnTo>
                    <a:pt x="1538815" y="539049"/>
                  </a:lnTo>
                  <a:lnTo>
                    <a:pt x="1539887" y="539206"/>
                  </a:lnTo>
                  <a:lnTo>
                    <a:pt x="1540959" y="539361"/>
                  </a:lnTo>
                  <a:lnTo>
                    <a:pt x="1542030" y="539515"/>
                  </a:lnTo>
                  <a:lnTo>
                    <a:pt x="1543102" y="539666"/>
                  </a:lnTo>
                  <a:lnTo>
                    <a:pt x="1544173" y="539814"/>
                  </a:lnTo>
                  <a:lnTo>
                    <a:pt x="1545245" y="539961"/>
                  </a:lnTo>
                  <a:lnTo>
                    <a:pt x="1546317" y="540106"/>
                  </a:lnTo>
                  <a:lnTo>
                    <a:pt x="1547388" y="540248"/>
                  </a:lnTo>
                  <a:lnTo>
                    <a:pt x="1548460" y="540388"/>
                  </a:lnTo>
                  <a:lnTo>
                    <a:pt x="1549531" y="540526"/>
                  </a:lnTo>
                  <a:lnTo>
                    <a:pt x="1550603" y="540662"/>
                  </a:lnTo>
                  <a:lnTo>
                    <a:pt x="1551675" y="540796"/>
                  </a:lnTo>
                  <a:lnTo>
                    <a:pt x="1552746" y="540927"/>
                  </a:lnTo>
                  <a:lnTo>
                    <a:pt x="1553818" y="541057"/>
                  </a:lnTo>
                  <a:lnTo>
                    <a:pt x="1554889" y="541184"/>
                  </a:lnTo>
                  <a:lnTo>
                    <a:pt x="1555961" y="541309"/>
                  </a:lnTo>
                  <a:lnTo>
                    <a:pt x="1557033" y="541432"/>
                  </a:lnTo>
                  <a:lnTo>
                    <a:pt x="1558104" y="541552"/>
                  </a:lnTo>
                  <a:lnTo>
                    <a:pt x="1559176" y="541671"/>
                  </a:lnTo>
                  <a:lnTo>
                    <a:pt x="1560247" y="541787"/>
                  </a:lnTo>
                  <a:lnTo>
                    <a:pt x="1561319" y="541901"/>
                  </a:lnTo>
                  <a:lnTo>
                    <a:pt x="1562391" y="542013"/>
                  </a:lnTo>
                  <a:lnTo>
                    <a:pt x="1563462" y="542122"/>
                  </a:lnTo>
                  <a:lnTo>
                    <a:pt x="1564534" y="542229"/>
                  </a:lnTo>
                  <a:lnTo>
                    <a:pt x="1565605" y="542335"/>
                  </a:lnTo>
                  <a:lnTo>
                    <a:pt x="1566677" y="542438"/>
                  </a:lnTo>
                  <a:lnTo>
                    <a:pt x="1567749" y="542538"/>
                  </a:lnTo>
                  <a:lnTo>
                    <a:pt x="1568820" y="542637"/>
                  </a:lnTo>
                  <a:lnTo>
                    <a:pt x="1569892" y="542733"/>
                  </a:lnTo>
                  <a:lnTo>
                    <a:pt x="1570963" y="542827"/>
                  </a:lnTo>
                  <a:lnTo>
                    <a:pt x="1572035" y="542919"/>
                  </a:lnTo>
                  <a:lnTo>
                    <a:pt x="1573107" y="543009"/>
                  </a:lnTo>
                  <a:lnTo>
                    <a:pt x="1574178" y="543096"/>
                  </a:lnTo>
                  <a:lnTo>
                    <a:pt x="1575250" y="543181"/>
                  </a:lnTo>
                  <a:lnTo>
                    <a:pt x="1576321" y="543264"/>
                  </a:lnTo>
                  <a:lnTo>
                    <a:pt x="1577393" y="543345"/>
                  </a:lnTo>
                  <a:lnTo>
                    <a:pt x="1578465" y="543423"/>
                  </a:lnTo>
                  <a:lnTo>
                    <a:pt x="1579536" y="543500"/>
                  </a:lnTo>
                  <a:lnTo>
                    <a:pt x="1580608" y="543574"/>
                  </a:lnTo>
                  <a:lnTo>
                    <a:pt x="1581679" y="543646"/>
                  </a:lnTo>
                  <a:lnTo>
                    <a:pt x="1582751" y="543716"/>
                  </a:lnTo>
                  <a:lnTo>
                    <a:pt x="1583823" y="543783"/>
                  </a:lnTo>
                  <a:lnTo>
                    <a:pt x="1584894" y="543849"/>
                  </a:lnTo>
                  <a:lnTo>
                    <a:pt x="1585966" y="543912"/>
                  </a:lnTo>
                  <a:lnTo>
                    <a:pt x="1587037" y="543973"/>
                  </a:lnTo>
                  <a:lnTo>
                    <a:pt x="1588109" y="544031"/>
                  </a:lnTo>
                  <a:lnTo>
                    <a:pt x="1589181" y="544088"/>
                  </a:lnTo>
                  <a:lnTo>
                    <a:pt x="1590252" y="544142"/>
                  </a:lnTo>
                  <a:lnTo>
                    <a:pt x="1591324" y="544195"/>
                  </a:lnTo>
                  <a:lnTo>
                    <a:pt x="1592395" y="544245"/>
                  </a:lnTo>
                  <a:lnTo>
                    <a:pt x="1593467" y="544293"/>
                  </a:lnTo>
                  <a:lnTo>
                    <a:pt x="1594539" y="544339"/>
                  </a:lnTo>
                  <a:lnTo>
                    <a:pt x="1595610" y="544382"/>
                  </a:lnTo>
                  <a:lnTo>
                    <a:pt x="1596682" y="544424"/>
                  </a:lnTo>
                  <a:lnTo>
                    <a:pt x="1597753" y="544463"/>
                  </a:lnTo>
                  <a:lnTo>
                    <a:pt x="1598825" y="544501"/>
                  </a:lnTo>
                  <a:lnTo>
                    <a:pt x="1599896" y="544536"/>
                  </a:lnTo>
                  <a:lnTo>
                    <a:pt x="1600968" y="544569"/>
                  </a:lnTo>
                  <a:lnTo>
                    <a:pt x="1602040" y="544600"/>
                  </a:lnTo>
                  <a:lnTo>
                    <a:pt x="1603111" y="544629"/>
                  </a:lnTo>
                  <a:lnTo>
                    <a:pt x="1604183" y="544656"/>
                  </a:lnTo>
                  <a:lnTo>
                    <a:pt x="1605254" y="544681"/>
                  </a:lnTo>
                  <a:lnTo>
                    <a:pt x="1606326" y="544704"/>
                  </a:lnTo>
                  <a:lnTo>
                    <a:pt x="1607398" y="544724"/>
                  </a:lnTo>
                  <a:lnTo>
                    <a:pt x="1608469" y="544743"/>
                  </a:lnTo>
                  <a:lnTo>
                    <a:pt x="1609541" y="544760"/>
                  </a:lnTo>
                  <a:lnTo>
                    <a:pt x="1610612" y="544775"/>
                  </a:lnTo>
                  <a:lnTo>
                    <a:pt x="1611684" y="544788"/>
                  </a:lnTo>
                  <a:lnTo>
                    <a:pt x="1612756" y="544798"/>
                  </a:lnTo>
                  <a:lnTo>
                    <a:pt x="1613827" y="544807"/>
                  </a:lnTo>
                  <a:lnTo>
                    <a:pt x="1614899" y="544814"/>
                  </a:lnTo>
                  <a:lnTo>
                    <a:pt x="1615970" y="544763"/>
                  </a:lnTo>
                  <a:lnTo>
                    <a:pt x="1617042" y="543725"/>
                  </a:lnTo>
                  <a:lnTo>
                    <a:pt x="1618114" y="542689"/>
                  </a:lnTo>
                  <a:lnTo>
                    <a:pt x="1619185" y="541657"/>
                  </a:lnTo>
                  <a:lnTo>
                    <a:pt x="1620257" y="540627"/>
                  </a:lnTo>
                  <a:lnTo>
                    <a:pt x="1621328" y="539601"/>
                  </a:lnTo>
                  <a:lnTo>
                    <a:pt x="1622400" y="538578"/>
                  </a:lnTo>
                  <a:lnTo>
                    <a:pt x="1623472" y="537557"/>
                  </a:lnTo>
                  <a:lnTo>
                    <a:pt x="1624543" y="536539"/>
                  </a:lnTo>
                  <a:lnTo>
                    <a:pt x="1625615" y="535524"/>
                  </a:lnTo>
                  <a:lnTo>
                    <a:pt x="1626686" y="534512"/>
                  </a:lnTo>
                  <a:lnTo>
                    <a:pt x="1627758" y="533503"/>
                  </a:lnTo>
                  <a:lnTo>
                    <a:pt x="1628830" y="532497"/>
                  </a:lnTo>
                  <a:lnTo>
                    <a:pt x="1629901" y="531493"/>
                  </a:lnTo>
                  <a:lnTo>
                    <a:pt x="1630973" y="530492"/>
                  </a:lnTo>
                  <a:lnTo>
                    <a:pt x="1632044" y="529493"/>
                  </a:lnTo>
                  <a:lnTo>
                    <a:pt x="1633116" y="528498"/>
                  </a:lnTo>
                  <a:lnTo>
                    <a:pt x="1634188" y="527504"/>
                  </a:lnTo>
                  <a:lnTo>
                    <a:pt x="1635259" y="526514"/>
                  </a:lnTo>
                  <a:lnTo>
                    <a:pt x="1636331" y="525526"/>
                  </a:lnTo>
                  <a:lnTo>
                    <a:pt x="1637402" y="524540"/>
                  </a:lnTo>
                  <a:lnTo>
                    <a:pt x="1638474" y="523557"/>
                  </a:lnTo>
                  <a:lnTo>
                    <a:pt x="1639546" y="522576"/>
                  </a:lnTo>
                  <a:lnTo>
                    <a:pt x="1640617" y="521598"/>
                  </a:lnTo>
                  <a:lnTo>
                    <a:pt x="1641689" y="520622"/>
                  </a:lnTo>
                  <a:lnTo>
                    <a:pt x="1642760" y="519649"/>
                  </a:lnTo>
                  <a:lnTo>
                    <a:pt x="1643832" y="518677"/>
                  </a:lnTo>
                  <a:lnTo>
                    <a:pt x="1644904" y="517708"/>
                  </a:lnTo>
                  <a:lnTo>
                    <a:pt x="1645975" y="516742"/>
                  </a:lnTo>
                  <a:lnTo>
                    <a:pt x="1647047" y="515777"/>
                  </a:lnTo>
                  <a:lnTo>
                    <a:pt x="1648118" y="514815"/>
                  </a:lnTo>
                  <a:lnTo>
                    <a:pt x="1649190" y="513855"/>
                  </a:lnTo>
                  <a:lnTo>
                    <a:pt x="1650262" y="512897"/>
                  </a:lnTo>
                  <a:lnTo>
                    <a:pt x="1651333" y="511941"/>
                  </a:lnTo>
                  <a:lnTo>
                    <a:pt x="1652405" y="510987"/>
                  </a:lnTo>
                  <a:lnTo>
                    <a:pt x="1653476" y="510036"/>
                  </a:lnTo>
                  <a:lnTo>
                    <a:pt x="1654548" y="509086"/>
                  </a:lnTo>
                  <a:lnTo>
                    <a:pt x="1655620" y="508138"/>
                  </a:lnTo>
                  <a:lnTo>
                    <a:pt x="1656691" y="507192"/>
                  </a:lnTo>
                  <a:lnTo>
                    <a:pt x="1657763" y="506248"/>
                  </a:lnTo>
                  <a:lnTo>
                    <a:pt x="1658834" y="505306"/>
                  </a:lnTo>
                  <a:lnTo>
                    <a:pt x="1659906" y="504366"/>
                  </a:lnTo>
                  <a:lnTo>
                    <a:pt x="1660978" y="503427"/>
                  </a:lnTo>
                  <a:lnTo>
                    <a:pt x="1662049" y="502491"/>
                  </a:lnTo>
                  <a:lnTo>
                    <a:pt x="1663121" y="501556"/>
                  </a:lnTo>
                  <a:lnTo>
                    <a:pt x="1664192" y="500622"/>
                  </a:lnTo>
                  <a:lnTo>
                    <a:pt x="1665264" y="499691"/>
                  </a:lnTo>
                  <a:lnTo>
                    <a:pt x="1666336" y="498761"/>
                  </a:lnTo>
                  <a:lnTo>
                    <a:pt x="1667407" y="497832"/>
                  </a:lnTo>
                  <a:lnTo>
                    <a:pt x="1668479" y="496906"/>
                  </a:lnTo>
                  <a:lnTo>
                    <a:pt x="1669550" y="495980"/>
                  </a:lnTo>
                  <a:lnTo>
                    <a:pt x="1670622" y="495056"/>
                  </a:lnTo>
                  <a:lnTo>
                    <a:pt x="1671694" y="494134"/>
                  </a:lnTo>
                  <a:lnTo>
                    <a:pt x="1672765" y="493213"/>
                  </a:lnTo>
                  <a:lnTo>
                    <a:pt x="1673837" y="492294"/>
                  </a:lnTo>
                  <a:lnTo>
                    <a:pt x="1674908" y="491376"/>
                  </a:lnTo>
                  <a:lnTo>
                    <a:pt x="1675980" y="490459"/>
                  </a:lnTo>
                  <a:lnTo>
                    <a:pt x="1677052" y="489544"/>
                  </a:lnTo>
                  <a:lnTo>
                    <a:pt x="1678123" y="488630"/>
                  </a:lnTo>
                  <a:lnTo>
                    <a:pt x="1679195" y="487717"/>
                  </a:lnTo>
                  <a:lnTo>
                    <a:pt x="1680266" y="486805"/>
                  </a:lnTo>
                  <a:lnTo>
                    <a:pt x="1681338" y="485895"/>
                  </a:lnTo>
                  <a:lnTo>
                    <a:pt x="1682410" y="484985"/>
                  </a:lnTo>
                  <a:lnTo>
                    <a:pt x="1683481" y="484077"/>
                  </a:lnTo>
                  <a:lnTo>
                    <a:pt x="1684553" y="483170"/>
                  </a:lnTo>
                  <a:lnTo>
                    <a:pt x="1685624" y="482264"/>
                  </a:lnTo>
                  <a:lnTo>
                    <a:pt x="1686696" y="481359"/>
                  </a:lnTo>
                  <a:lnTo>
                    <a:pt x="1687768" y="480455"/>
                  </a:lnTo>
                  <a:lnTo>
                    <a:pt x="1688839" y="479552"/>
                  </a:lnTo>
                  <a:lnTo>
                    <a:pt x="1689911" y="478650"/>
                  </a:lnTo>
                  <a:lnTo>
                    <a:pt x="1690982" y="477748"/>
                  </a:lnTo>
                  <a:lnTo>
                    <a:pt x="1692054" y="476848"/>
                  </a:lnTo>
                  <a:lnTo>
                    <a:pt x="1693126" y="475948"/>
                  </a:lnTo>
                  <a:lnTo>
                    <a:pt x="1694197" y="475050"/>
                  </a:lnTo>
                  <a:lnTo>
                    <a:pt x="1695269" y="474152"/>
                  </a:lnTo>
                  <a:lnTo>
                    <a:pt x="1696340" y="473254"/>
                  </a:lnTo>
                  <a:lnTo>
                    <a:pt x="1697412" y="472358"/>
                  </a:lnTo>
                  <a:lnTo>
                    <a:pt x="1698484" y="471462"/>
                  </a:lnTo>
                  <a:lnTo>
                    <a:pt x="1699555" y="470567"/>
                  </a:lnTo>
                  <a:lnTo>
                    <a:pt x="1700627" y="469672"/>
                  </a:lnTo>
                  <a:lnTo>
                    <a:pt x="1701698" y="468778"/>
                  </a:lnTo>
                  <a:lnTo>
                    <a:pt x="1702770" y="467885"/>
                  </a:lnTo>
                  <a:lnTo>
                    <a:pt x="1703842" y="466992"/>
                  </a:lnTo>
                  <a:lnTo>
                    <a:pt x="1704913" y="466099"/>
                  </a:lnTo>
                  <a:lnTo>
                    <a:pt x="1705985" y="465207"/>
                  </a:lnTo>
                  <a:lnTo>
                    <a:pt x="1707056" y="464316"/>
                  </a:lnTo>
                  <a:lnTo>
                    <a:pt x="1708128" y="463425"/>
                  </a:lnTo>
                  <a:lnTo>
                    <a:pt x="1709200" y="462534"/>
                  </a:lnTo>
                  <a:lnTo>
                    <a:pt x="1710271" y="461644"/>
                  </a:lnTo>
                  <a:lnTo>
                    <a:pt x="1711343" y="460754"/>
                  </a:lnTo>
                  <a:lnTo>
                    <a:pt x="1712414" y="459864"/>
                  </a:lnTo>
                  <a:lnTo>
                    <a:pt x="1713486" y="458975"/>
                  </a:lnTo>
                  <a:lnTo>
                    <a:pt x="1714558" y="458086"/>
                  </a:lnTo>
                  <a:lnTo>
                    <a:pt x="1715629" y="457197"/>
                  </a:lnTo>
                  <a:lnTo>
                    <a:pt x="1716701" y="456308"/>
                  </a:lnTo>
                  <a:lnTo>
                    <a:pt x="1717772" y="455420"/>
                  </a:lnTo>
                  <a:lnTo>
                    <a:pt x="1718844" y="454531"/>
                  </a:lnTo>
                  <a:lnTo>
                    <a:pt x="1719916" y="453643"/>
                  </a:lnTo>
                  <a:lnTo>
                    <a:pt x="1720987" y="452755"/>
                  </a:lnTo>
                  <a:lnTo>
                    <a:pt x="1722059" y="451866"/>
                  </a:lnTo>
                  <a:lnTo>
                    <a:pt x="1723130" y="450978"/>
                  </a:lnTo>
                  <a:lnTo>
                    <a:pt x="1724202" y="450090"/>
                  </a:lnTo>
                  <a:lnTo>
                    <a:pt x="1725274" y="449202"/>
                  </a:lnTo>
                  <a:lnTo>
                    <a:pt x="1726345" y="448314"/>
                  </a:lnTo>
                  <a:lnTo>
                    <a:pt x="1727417" y="447426"/>
                  </a:lnTo>
                  <a:lnTo>
                    <a:pt x="1728488" y="446537"/>
                  </a:lnTo>
                  <a:lnTo>
                    <a:pt x="1729560" y="445649"/>
                  </a:lnTo>
                  <a:lnTo>
                    <a:pt x="1730632" y="444760"/>
                  </a:lnTo>
                  <a:lnTo>
                    <a:pt x="1731703" y="443872"/>
                  </a:lnTo>
                  <a:lnTo>
                    <a:pt x="1732775" y="442983"/>
                  </a:lnTo>
                  <a:lnTo>
                    <a:pt x="1733846" y="442094"/>
                  </a:lnTo>
                  <a:lnTo>
                    <a:pt x="1734918" y="441204"/>
                  </a:lnTo>
                  <a:lnTo>
                    <a:pt x="1735990" y="440315"/>
                  </a:lnTo>
                  <a:lnTo>
                    <a:pt x="1737061" y="439425"/>
                  </a:lnTo>
                  <a:lnTo>
                    <a:pt x="1738133" y="438535"/>
                  </a:lnTo>
                  <a:lnTo>
                    <a:pt x="1739204" y="437644"/>
                  </a:lnTo>
                  <a:lnTo>
                    <a:pt x="1740276" y="436754"/>
                  </a:lnTo>
                  <a:lnTo>
                    <a:pt x="1741348" y="435863"/>
                  </a:lnTo>
                  <a:lnTo>
                    <a:pt x="1742419" y="434971"/>
                  </a:lnTo>
                  <a:lnTo>
                    <a:pt x="1743491" y="434079"/>
                  </a:lnTo>
                  <a:lnTo>
                    <a:pt x="1744562" y="433187"/>
                  </a:lnTo>
                  <a:lnTo>
                    <a:pt x="1745634" y="432294"/>
                  </a:lnTo>
                  <a:lnTo>
                    <a:pt x="1746706" y="431401"/>
                  </a:lnTo>
                  <a:lnTo>
                    <a:pt x="1747777" y="430507"/>
                  </a:lnTo>
                  <a:lnTo>
                    <a:pt x="1748849" y="429613"/>
                  </a:lnTo>
                  <a:lnTo>
                    <a:pt x="1749920" y="428718"/>
                  </a:lnTo>
                  <a:lnTo>
                    <a:pt x="1750992" y="427823"/>
                  </a:lnTo>
                  <a:lnTo>
                    <a:pt x="1752064" y="426927"/>
                  </a:lnTo>
                  <a:lnTo>
                    <a:pt x="1753135" y="426031"/>
                  </a:lnTo>
                  <a:lnTo>
                    <a:pt x="1754207" y="425134"/>
                  </a:lnTo>
                  <a:lnTo>
                    <a:pt x="1755278" y="424236"/>
                  </a:lnTo>
                  <a:lnTo>
                    <a:pt x="1756350" y="423338"/>
                  </a:lnTo>
                  <a:lnTo>
                    <a:pt x="1757422" y="422439"/>
                  </a:lnTo>
                  <a:lnTo>
                    <a:pt x="1758493" y="421540"/>
                  </a:lnTo>
                  <a:lnTo>
                    <a:pt x="1759565" y="420640"/>
                  </a:lnTo>
                  <a:lnTo>
                    <a:pt x="1760636" y="419739"/>
                  </a:lnTo>
                  <a:lnTo>
                    <a:pt x="1761708" y="418837"/>
                  </a:lnTo>
                  <a:lnTo>
                    <a:pt x="1762780" y="417935"/>
                  </a:lnTo>
                  <a:lnTo>
                    <a:pt x="1763851" y="417032"/>
                  </a:lnTo>
                  <a:lnTo>
                    <a:pt x="1764923" y="416128"/>
                  </a:lnTo>
                  <a:lnTo>
                    <a:pt x="1765994" y="415224"/>
                  </a:lnTo>
                  <a:lnTo>
                    <a:pt x="1767066" y="414318"/>
                  </a:lnTo>
                  <a:lnTo>
                    <a:pt x="1768138" y="413412"/>
                  </a:lnTo>
                  <a:lnTo>
                    <a:pt x="1769209" y="412506"/>
                  </a:lnTo>
                  <a:lnTo>
                    <a:pt x="1770281" y="411598"/>
                  </a:lnTo>
                  <a:lnTo>
                    <a:pt x="1771352" y="410689"/>
                  </a:lnTo>
                  <a:lnTo>
                    <a:pt x="1772424" y="409780"/>
                  </a:lnTo>
                  <a:lnTo>
                    <a:pt x="1773496" y="408870"/>
                  </a:lnTo>
                  <a:lnTo>
                    <a:pt x="1774567" y="407959"/>
                  </a:lnTo>
                  <a:lnTo>
                    <a:pt x="1775639" y="407047"/>
                  </a:lnTo>
                  <a:lnTo>
                    <a:pt x="1776710" y="406134"/>
                  </a:lnTo>
                  <a:lnTo>
                    <a:pt x="1777782" y="405220"/>
                  </a:lnTo>
                  <a:lnTo>
                    <a:pt x="1778853" y="404306"/>
                  </a:lnTo>
                  <a:lnTo>
                    <a:pt x="1779925" y="403390"/>
                  </a:lnTo>
                  <a:lnTo>
                    <a:pt x="1780997" y="402474"/>
                  </a:lnTo>
                  <a:lnTo>
                    <a:pt x="1782068" y="401556"/>
                  </a:lnTo>
                  <a:lnTo>
                    <a:pt x="1783140" y="400638"/>
                  </a:lnTo>
                  <a:lnTo>
                    <a:pt x="1784211" y="399719"/>
                  </a:lnTo>
                  <a:lnTo>
                    <a:pt x="1785283" y="398799"/>
                  </a:lnTo>
                  <a:lnTo>
                    <a:pt x="1786355" y="397877"/>
                  </a:lnTo>
                  <a:lnTo>
                    <a:pt x="1787426" y="396955"/>
                  </a:lnTo>
                  <a:lnTo>
                    <a:pt x="1788498" y="396032"/>
                  </a:lnTo>
                  <a:lnTo>
                    <a:pt x="1789569" y="395108"/>
                  </a:lnTo>
                  <a:lnTo>
                    <a:pt x="1790641" y="394183"/>
                  </a:lnTo>
                  <a:lnTo>
                    <a:pt x="1791713" y="393256"/>
                  </a:lnTo>
                  <a:lnTo>
                    <a:pt x="1792784" y="392329"/>
                  </a:lnTo>
                  <a:lnTo>
                    <a:pt x="1793856" y="391401"/>
                  </a:lnTo>
                  <a:lnTo>
                    <a:pt x="1794927" y="390472"/>
                  </a:lnTo>
                  <a:lnTo>
                    <a:pt x="1795999" y="389541"/>
                  </a:lnTo>
                  <a:lnTo>
                    <a:pt x="1797071" y="388610"/>
                  </a:lnTo>
                  <a:lnTo>
                    <a:pt x="1798142" y="387678"/>
                  </a:lnTo>
                  <a:lnTo>
                    <a:pt x="1799214" y="386744"/>
                  </a:lnTo>
                  <a:lnTo>
                    <a:pt x="1800285" y="385810"/>
                  </a:lnTo>
                  <a:lnTo>
                    <a:pt x="1801357" y="384874"/>
                  </a:lnTo>
                  <a:lnTo>
                    <a:pt x="1802429" y="383938"/>
                  </a:lnTo>
                  <a:lnTo>
                    <a:pt x="1803500" y="383000"/>
                  </a:lnTo>
                  <a:lnTo>
                    <a:pt x="1804572" y="382061"/>
                  </a:lnTo>
                  <a:lnTo>
                    <a:pt x="1805643" y="381121"/>
                  </a:lnTo>
                  <a:lnTo>
                    <a:pt x="1806715" y="380180"/>
                  </a:lnTo>
                  <a:lnTo>
                    <a:pt x="1807787" y="379238"/>
                  </a:lnTo>
                  <a:lnTo>
                    <a:pt x="1808858" y="378295"/>
                  </a:lnTo>
                  <a:lnTo>
                    <a:pt x="1809930" y="377351"/>
                  </a:lnTo>
                  <a:lnTo>
                    <a:pt x="1811001" y="376406"/>
                  </a:lnTo>
                  <a:lnTo>
                    <a:pt x="1812073" y="375459"/>
                  </a:lnTo>
                  <a:lnTo>
                    <a:pt x="1813145" y="374512"/>
                  </a:lnTo>
                  <a:lnTo>
                    <a:pt x="1814216" y="373563"/>
                  </a:lnTo>
                  <a:lnTo>
                    <a:pt x="1815288" y="372613"/>
                  </a:lnTo>
                  <a:lnTo>
                    <a:pt x="1816359" y="371662"/>
                  </a:lnTo>
                  <a:lnTo>
                    <a:pt x="1817431" y="370711"/>
                  </a:lnTo>
                  <a:lnTo>
                    <a:pt x="1818503" y="369758"/>
                  </a:lnTo>
                  <a:lnTo>
                    <a:pt x="1819574" y="368803"/>
                  </a:lnTo>
                  <a:lnTo>
                    <a:pt x="1820646" y="367848"/>
                  </a:lnTo>
                  <a:lnTo>
                    <a:pt x="1821717" y="366892"/>
                  </a:lnTo>
                  <a:lnTo>
                    <a:pt x="1822789" y="365934"/>
                  </a:lnTo>
                  <a:lnTo>
                    <a:pt x="1823861" y="364976"/>
                  </a:lnTo>
                  <a:lnTo>
                    <a:pt x="1824932" y="364016"/>
                  </a:lnTo>
                  <a:lnTo>
                    <a:pt x="1826004" y="363055"/>
                  </a:lnTo>
                  <a:lnTo>
                    <a:pt x="1827075" y="362094"/>
                  </a:lnTo>
                  <a:lnTo>
                    <a:pt x="1828147" y="361131"/>
                  </a:lnTo>
                  <a:lnTo>
                    <a:pt x="1829219" y="360167"/>
                  </a:lnTo>
                  <a:lnTo>
                    <a:pt x="1830290" y="359201"/>
                  </a:lnTo>
                  <a:lnTo>
                    <a:pt x="1831362" y="358235"/>
                  </a:lnTo>
                  <a:lnTo>
                    <a:pt x="1832433" y="357268"/>
                  </a:lnTo>
                  <a:lnTo>
                    <a:pt x="1833505" y="356299"/>
                  </a:lnTo>
                  <a:lnTo>
                    <a:pt x="1834577" y="355330"/>
                  </a:lnTo>
                  <a:lnTo>
                    <a:pt x="1835648" y="354359"/>
                  </a:lnTo>
                  <a:lnTo>
                    <a:pt x="1836720" y="353388"/>
                  </a:lnTo>
                  <a:lnTo>
                    <a:pt x="1837791" y="352415"/>
                  </a:lnTo>
                  <a:lnTo>
                    <a:pt x="1838863" y="351441"/>
                  </a:lnTo>
                  <a:lnTo>
                    <a:pt x="1839935" y="350466"/>
                  </a:lnTo>
                  <a:lnTo>
                    <a:pt x="1841006" y="349490"/>
                  </a:lnTo>
                  <a:lnTo>
                    <a:pt x="1842078" y="348513"/>
                  </a:lnTo>
                  <a:lnTo>
                    <a:pt x="1843149" y="347535"/>
                  </a:lnTo>
                  <a:lnTo>
                    <a:pt x="1844221" y="346556"/>
                  </a:lnTo>
                  <a:lnTo>
                    <a:pt x="1845293" y="345575"/>
                  </a:lnTo>
                  <a:lnTo>
                    <a:pt x="1846364" y="344594"/>
                  </a:lnTo>
                  <a:lnTo>
                    <a:pt x="1847436" y="343612"/>
                  </a:lnTo>
                  <a:lnTo>
                    <a:pt x="1848507" y="342628"/>
                  </a:lnTo>
                  <a:lnTo>
                    <a:pt x="1849579" y="341644"/>
                  </a:lnTo>
                  <a:lnTo>
                    <a:pt x="1850651" y="340659"/>
                  </a:lnTo>
                  <a:lnTo>
                    <a:pt x="1851722" y="339672"/>
                  </a:lnTo>
                  <a:lnTo>
                    <a:pt x="1852794" y="338685"/>
                  </a:lnTo>
                  <a:lnTo>
                    <a:pt x="1853865" y="337696"/>
                  </a:lnTo>
                  <a:lnTo>
                    <a:pt x="1854937" y="336707"/>
                  </a:lnTo>
                  <a:lnTo>
                    <a:pt x="1856009" y="335716"/>
                  </a:lnTo>
                  <a:lnTo>
                    <a:pt x="1857080" y="334725"/>
                  </a:lnTo>
                  <a:lnTo>
                    <a:pt x="1858152" y="333732"/>
                  </a:lnTo>
                  <a:lnTo>
                    <a:pt x="1859223" y="332739"/>
                  </a:lnTo>
                  <a:lnTo>
                    <a:pt x="1860295" y="331744"/>
                  </a:lnTo>
                  <a:lnTo>
                    <a:pt x="1861367" y="330749"/>
                  </a:lnTo>
                  <a:lnTo>
                    <a:pt x="1862438" y="329753"/>
                  </a:lnTo>
                  <a:lnTo>
                    <a:pt x="1863510" y="328755"/>
                  </a:lnTo>
                  <a:lnTo>
                    <a:pt x="1864581" y="327757"/>
                  </a:lnTo>
                  <a:lnTo>
                    <a:pt x="1865653" y="326758"/>
                  </a:lnTo>
                  <a:lnTo>
                    <a:pt x="1866725" y="325758"/>
                  </a:lnTo>
                  <a:lnTo>
                    <a:pt x="1867796" y="324757"/>
                  </a:lnTo>
                  <a:lnTo>
                    <a:pt x="1868868" y="323755"/>
                  </a:lnTo>
                  <a:lnTo>
                    <a:pt x="1869939" y="322752"/>
                  </a:lnTo>
                  <a:lnTo>
                    <a:pt x="1871011" y="321748"/>
                  </a:lnTo>
                  <a:lnTo>
                    <a:pt x="1872083" y="320744"/>
                  </a:lnTo>
                  <a:lnTo>
                    <a:pt x="1873154" y="319738"/>
                  </a:lnTo>
                  <a:lnTo>
                    <a:pt x="1874226" y="318732"/>
                  </a:lnTo>
                  <a:lnTo>
                    <a:pt x="1875297" y="317725"/>
                  </a:lnTo>
                  <a:lnTo>
                    <a:pt x="1876369" y="316717"/>
                  </a:lnTo>
                  <a:lnTo>
                    <a:pt x="1877441" y="315708"/>
                  </a:lnTo>
                  <a:lnTo>
                    <a:pt x="1878512" y="314698"/>
                  </a:lnTo>
                  <a:lnTo>
                    <a:pt x="1879584" y="313687"/>
                  </a:lnTo>
                  <a:lnTo>
                    <a:pt x="1880655" y="312676"/>
                  </a:lnTo>
                  <a:lnTo>
                    <a:pt x="1881727" y="311664"/>
                  </a:lnTo>
                  <a:lnTo>
                    <a:pt x="1882799" y="310651"/>
                  </a:lnTo>
                  <a:lnTo>
                    <a:pt x="1883870" y="309637"/>
                  </a:lnTo>
                  <a:lnTo>
                    <a:pt x="1884942" y="308622"/>
                  </a:lnTo>
                  <a:lnTo>
                    <a:pt x="1886013" y="307607"/>
                  </a:lnTo>
                  <a:lnTo>
                    <a:pt x="1887085" y="306591"/>
                  </a:lnTo>
                  <a:lnTo>
                    <a:pt x="1888157" y="305574"/>
                  </a:lnTo>
                  <a:lnTo>
                    <a:pt x="1889228" y="304557"/>
                  </a:lnTo>
                  <a:lnTo>
                    <a:pt x="1890300" y="303538"/>
                  </a:lnTo>
                  <a:lnTo>
                    <a:pt x="1891371" y="302519"/>
                  </a:lnTo>
                  <a:lnTo>
                    <a:pt x="1892443" y="301500"/>
                  </a:lnTo>
                  <a:lnTo>
                    <a:pt x="1893515" y="300479"/>
                  </a:lnTo>
                  <a:lnTo>
                    <a:pt x="1894586" y="299458"/>
                  </a:lnTo>
                  <a:lnTo>
                    <a:pt x="1895658" y="298437"/>
                  </a:lnTo>
                  <a:lnTo>
                    <a:pt x="1896729" y="297414"/>
                  </a:lnTo>
                  <a:lnTo>
                    <a:pt x="1897801" y="296391"/>
                  </a:lnTo>
                  <a:lnTo>
                    <a:pt x="1898873" y="295368"/>
                  </a:lnTo>
                  <a:lnTo>
                    <a:pt x="1899944" y="294343"/>
                  </a:lnTo>
                  <a:lnTo>
                    <a:pt x="1901016" y="293318"/>
                  </a:lnTo>
                  <a:lnTo>
                    <a:pt x="1902087" y="292293"/>
                  </a:lnTo>
                  <a:lnTo>
                    <a:pt x="1903159" y="291267"/>
                  </a:lnTo>
                  <a:lnTo>
                    <a:pt x="1904231" y="290240"/>
                  </a:lnTo>
                  <a:lnTo>
                    <a:pt x="1905302" y="289213"/>
                  </a:lnTo>
                  <a:lnTo>
                    <a:pt x="1906374" y="288185"/>
                  </a:lnTo>
                  <a:lnTo>
                    <a:pt x="1907445" y="287157"/>
                  </a:lnTo>
                  <a:lnTo>
                    <a:pt x="1908517" y="286128"/>
                  </a:lnTo>
                  <a:lnTo>
                    <a:pt x="1909589" y="285099"/>
                  </a:lnTo>
                  <a:lnTo>
                    <a:pt x="1910660" y="284069"/>
                  </a:lnTo>
                  <a:lnTo>
                    <a:pt x="1911732" y="283039"/>
                  </a:lnTo>
                  <a:lnTo>
                    <a:pt x="1912803" y="282008"/>
                  </a:lnTo>
                  <a:lnTo>
                    <a:pt x="1913875" y="280977"/>
                  </a:lnTo>
                  <a:lnTo>
                    <a:pt x="1914947" y="279945"/>
                  </a:lnTo>
                  <a:lnTo>
                    <a:pt x="1916018" y="278913"/>
                  </a:lnTo>
                  <a:lnTo>
                    <a:pt x="1917090" y="277881"/>
                  </a:lnTo>
                  <a:lnTo>
                    <a:pt x="1918161" y="276848"/>
                  </a:lnTo>
                  <a:lnTo>
                    <a:pt x="1919233" y="275814"/>
                  </a:lnTo>
                  <a:lnTo>
                    <a:pt x="1920305" y="274781"/>
                  </a:lnTo>
                  <a:lnTo>
                    <a:pt x="1921376" y="273747"/>
                  </a:lnTo>
                  <a:lnTo>
                    <a:pt x="1922448" y="272712"/>
                  </a:lnTo>
                  <a:lnTo>
                    <a:pt x="1923519" y="271678"/>
                  </a:lnTo>
                  <a:lnTo>
                    <a:pt x="1924591" y="270642"/>
                  </a:lnTo>
                  <a:lnTo>
                    <a:pt x="1925663" y="269607"/>
                  </a:lnTo>
                  <a:lnTo>
                    <a:pt x="1926734" y="268571"/>
                  </a:lnTo>
                  <a:lnTo>
                    <a:pt x="1927806" y="267535"/>
                  </a:lnTo>
                  <a:lnTo>
                    <a:pt x="1928877" y="266499"/>
                  </a:lnTo>
                  <a:lnTo>
                    <a:pt x="1929949" y="265463"/>
                  </a:lnTo>
                  <a:lnTo>
                    <a:pt x="1931021" y="264426"/>
                  </a:lnTo>
                  <a:lnTo>
                    <a:pt x="1932092" y="263389"/>
                  </a:lnTo>
                  <a:lnTo>
                    <a:pt x="1933164" y="262352"/>
                  </a:lnTo>
                  <a:lnTo>
                    <a:pt x="1934235" y="261315"/>
                  </a:lnTo>
                  <a:lnTo>
                    <a:pt x="1935307" y="260277"/>
                  </a:lnTo>
                  <a:lnTo>
                    <a:pt x="1936379" y="259239"/>
                  </a:lnTo>
                  <a:lnTo>
                    <a:pt x="1937450" y="258202"/>
                  </a:lnTo>
                  <a:lnTo>
                    <a:pt x="1938522" y="257164"/>
                  </a:lnTo>
                  <a:lnTo>
                    <a:pt x="1939593" y="256126"/>
                  </a:lnTo>
                  <a:lnTo>
                    <a:pt x="1940665" y="255087"/>
                  </a:lnTo>
                  <a:lnTo>
                    <a:pt x="1941737" y="254049"/>
                  </a:lnTo>
                  <a:lnTo>
                    <a:pt x="1942808" y="253011"/>
                  </a:lnTo>
                  <a:lnTo>
                    <a:pt x="1943880" y="251972"/>
                  </a:lnTo>
                  <a:lnTo>
                    <a:pt x="1944951" y="250934"/>
                  </a:lnTo>
                  <a:lnTo>
                    <a:pt x="1946023" y="249895"/>
                  </a:lnTo>
                  <a:lnTo>
                    <a:pt x="1947095" y="248857"/>
                  </a:lnTo>
                  <a:lnTo>
                    <a:pt x="1948166" y="247819"/>
                  </a:lnTo>
                  <a:lnTo>
                    <a:pt x="1949238" y="246780"/>
                  </a:lnTo>
                  <a:lnTo>
                    <a:pt x="1950309" y="245742"/>
                  </a:lnTo>
                  <a:lnTo>
                    <a:pt x="1951381" y="244703"/>
                  </a:lnTo>
                  <a:lnTo>
                    <a:pt x="1952453" y="243665"/>
                  </a:lnTo>
                  <a:lnTo>
                    <a:pt x="1953524" y="242627"/>
                  </a:lnTo>
                  <a:lnTo>
                    <a:pt x="1954596" y="241589"/>
                  </a:lnTo>
                  <a:lnTo>
                    <a:pt x="1955667" y="240551"/>
                  </a:lnTo>
                  <a:lnTo>
                    <a:pt x="1956739" y="239513"/>
                  </a:lnTo>
                  <a:lnTo>
                    <a:pt x="1957810" y="238475"/>
                  </a:lnTo>
                  <a:lnTo>
                    <a:pt x="1958882" y="237437"/>
                  </a:lnTo>
                  <a:lnTo>
                    <a:pt x="1959954" y="236400"/>
                  </a:lnTo>
                  <a:lnTo>
                    <a:pt x="1961025" y="235363"/>
                  </a:lnTo>
                  <a:lnTo>
                    <a:pt x="1962097" y="234326"/>
                  </a:lnTo>
                  <a:lnTo>
                    <a:pt x="1963168" y="233289"/>
                  </a:lnTo>
                  <a:lnTo>
                    <a:pt x="1964240" y="232253"/>
                  </a:lnTo>
                  <a:lnTo>
                    <a:pt x="1965312" y="231216"/>
                  </a:lnTo>
                  <a:lnTo>
                    <a:pt x="1966383" y="230180"/>
                  </a:lnTo>
                  <a:lnTo>
                    <a:pt x="1967455" y="229145"/>
                  </a:lnTo>
                  <a:lnTo>
                    <a:pt x="1968526" y="228109"/>
                  </a:lnTo>
                  <a:lnTo>
                    <a:pt x="1969598" y="227074"/>
                  </a:lnTo>
                  <a:lnTo>
                    <a:pt x="1970670" y="226040"/>
                  </a:lnTo>
                  <a:lnTo>
                    <a:pt x="1971741" y="225005"/>
                  </a:lnTo>
                  <a:lnTo>
                    <a:pt x="1972813" y="223971"/>
                  </a:lnTo>
                  <a:lnTo>
                    <a:pt x="1973884" y="222938"/>
                  </a:lnTo>
                  <a:lnTo>
                    <a:pt x="1974956" y="221905"/>
                  </a:lnTo>
                  <a:lnTo>
                    <a:pt x="1976028" y="220872"/>
                  </a:lnTo>
                  <a:lnTo>
                    <a:pt x="1977099" y="219840"/>
                  </a:lnTo>
                  <a:lnTo>
                    <a:pt x="1978171" y="218808"/>
                  </a:lnTo>
                  <a:lnTo>
                    <a:pt x="1979242" y="217777"/>
                  </a:lnTo>
                  <a:lnTo>
                    <a:pt x="1980314" y="216746"/>
                  </a:lnTo>
                  <a:lnTo>
                    <a:pt x="1981386" y="215716"/>
                  </a:lnTo>
                  <a:lnTo>
                    <a:pt x="1982457" y="214686"/>
                  </a:lnTo>
                  <a:lnTo>
                    <a:pt x="1983529" y="213657"/>
                  </a:lnTo>
                  <a:lnTo>
                    <a:pt x="1984600" y="212628"/>
                  </a:lnTo>
                  <a:lnTo>
                    <a:pt x="1985672" y="211600"/>
                  </a:lnTo>
                  <a:lnTo>
                    <a:pt x="1986744" y="210573"/>
                  </a:lnTo>
                  <a:lnTo>
                    <a:pt x="1987815" y="209546"/>
                  </a:lnTo>
                  <a:lnTo>
                    <a:pt x="1988887" y="208520"/>
                  </a:lnTo>
                  <a:lnTo>
                    <a:pt x="1989958" y="207495"/>
                  </a:lnTo>
                  <a:lnTo>
                    <a:pt x="1991030" y="206470"/>
                  </a:lnTo>
                  <a:lnTo>
                    <a:pt x="1992102" y="205446"/>
                  </a:lnTo>
                  <a:lnTo>
                    <a:pt x="1993173" y="204423"/>
                  </a:lnTo>
                  <a:lnTo>
                    <a:pt x="1994245" y="203400"/>
                  </a:lnTo>
                  <a:lnTo>
                    <a:pt x="1995316" y="202378"/>
                  </a:lnTo>
                  <a:lnTo>
                    <a:pt x="1996388" y="201357"/>
                  </a:lnTo>
                  <a:lnTo>
                    <a:pt x="1997460" y="200337"/>
                  </a:lnTo>
                  <a:lnTo>
                    <a:pt x="1998531" y="199317"/>
                  </a:lnTo>
                  <a:lnTo>
                    <a:pt x="1999603" y="198299"/>
                  </a:lnTo>
                  <a:lnTo>
                    <a:pt x="2000674" y="197281"/>
                  </a:lnTo>
                  <a:lnTo>
                    <a:pt x="2001746" y="196264"/>
                  </a:lnTo>
                  <a:lnTo>
                    <a:pt x="2002818" y="195248"/>
                  </a:lnTo>
                  <a:lnTo>
                    <a:pt x="2003889" y="194233"/>
                  </a:lnTo>
                  <a:lnTo>
                    <a:pt x="2004961" y="193218"/>
                  </a:lnTo>
                  <a:lnTo>
                    <a:pt x="2006032" y="192205"/>
                  </a:lnTo>
                  <a:lnTo>
                    <a:pt x="2007104" y="191193"/>
                  </a:lnTo>
                  <a:lnTo>
                    <a:pt x="2008176" y="190181"/>
                  </a:lnTo>
                  <a:lnTo>
                    <a:pt x="2009247" y="189171"/>
                  </a:lnTo>
                  <a:lnTo>
                    <a:pt x="2010319" y="188161"/>
                  </a:lnTo>
                  <a:lnTo>
                    <a:pt x="2011390" y="187153"/>
                  </a:lnTo>
                  <a:lnTo>
                    <a:pt x="2012462" y="186146"/>
                  </a:lnTo>
                  <a:lnTo>
                    <a:pt x="2013534" y="185140"/>
                  </a:lnTo>
                  <a:lnTo>
                    <a:pt x="2014605" y="184134"/>
                  </a:lnTo>
                  <a:lnTo>
                    <a:pt x="2015677" y="183130"/>
                  </a:lnTo>
                  <a:lnTo>
                    <a:pt x="2016748" y="182128"/>
                  </a:lnTo>
                  <a:lnTo>
                    <a:pt x="2017820" y="181126"/>
                  </a:lnTo>
                  <a:lnTo>
                    <a:pt x="2018892" y="180125"/>
                  </a:lnTo>
                  <a:lnTo>
                    <a:pt x="2019963" y="179126"/>
                  </a:lnTo>
                  <a:lnTo>
                    <a:pt x="2021035" y="178128"/>
                  </a:lnTo>
                  <a:lnTo>
                    <a:pt x="2022106" y="177131"/>
                  </a:lnTo>
                  <a:lnTo>
                    <a:pt x="2023178" y="176135"/>
                  </a:lnTo>
                  <a:lnTo>
                    <a:pt x="2024250" y="175140"/>
                  </a:lnTo>
                  <a:lnTo>
                    <a:pt x="2025321" y="174147"/>
                  </a:lnTo>
                  <a:lnTo>
                    <a:pt x="2026393" y="173155"/>
                  </a:lnTo>
                  <a:lnTo>
                    <a:pt x="2027464" y="172165"/>
                  </a:lnTo>
                  <a:lnTo>
                    <a:pt x="2028536" y="171176"/>
                  </a:lnTo>
                  <a:lnTo>
                    <a:pt x="2029608" y="170188"/>
                  </a:lnTo>
                  <a:lnTo>
                    <a:pt x="2030679" y="169201"/>
                  </a:lnTo>
                  <a:lnTo>
                    <a:pt x="2031751" y="168216"/>
                  </a:lnTo>
                  <a:lnTo>
                    <a:pt x="2032822" y="167233"/>
                  </a:lnTo>
                  <a:lnTo>
                    <a:pt x="2033894" y="166250"/>
                  </a:lnTo>
                  <a:lnTo>
                    <a:pt x="2034966" y="165270"/>
                  </a:lnTo>
                  <a:lnTo>
                    <a:pt x="2036037" y="164290"/>
                  </a:lnTo>
                  <a:lnTo>
                    <a:pt x="2037109" y="163313"/>
                  </a:lnTo>
                  <a:lnTo>
                    <a:pt x="2038180" y="162336"/>
                  </a:lnTo>
                  <a:lnTo>
                    <a:pt x="2039252" y="161362"/>
                  </a:lnTo>
                  <a:lnTo>
                    <a:pt x="2040324" y="160388"/>
                  </a:lnTo>
                  <a:lnTo>
                    <a:pt x="2041395" y="159417"/>
                  </a:lnTo>
                  <a:lnTo>
                    <a:pt x="2042467" y="158447"/>
                  </a:lnTo>
                  <a:lnTo>
                    <a:pt x="2043538" y="157478"/>
                  </a:lnTo>
                  <a:lnTo>
                    <a:pt x="2044610" y="156512"/>
                  </a:lnTo>
                  <a:lnTo>
                    <a:pt x="2045682" y="155547"/>
                  </a:lnTo>
                  <a:lnTo>
                    <a:pt x="2046753" y="154583"/>
                  </a:lnTo>
                  <a:lnTo>
                    <a:pt x="2047825" y="153621"/>
                  </a:lnTo>
                  <a:lnTo>
                    <a:pt x="2048896" y="152661"/>
                  </a:lnTo>
                  <a:lnTo>
                    <a:pt x="2049968" y="151703"/>
                  </a:lnTo>
                  <a:lnTo>
                    <a:pt x="2051040" y="150747"/>
                  </a:lnTo>
                  <a:lnTo>
                    <a:pt x="2052111" y="149792"/>
                  </a:lnTo>
                  <a:lnTo>
                    <a:pt x="2053183" y="148839"/>
                  </a:lnTo>
                  <a:lnTo>
                    <a:pt x="2054254" y="147888"/>
                  </a:lnTo>
                  <a:lnTo>
                    <a:pt x="2055326" y="146939"/>
                  </a:lnTo>
                  <a:lnTo>
                    <a:pt x="2056398" y="145991"/>
                  </a:lnTo>
                  <a:lnTo>
                    <a:pt x="2057469" y="145046"/>
                  </a:lnTo>
                  <a:lnTo>
                    <a:pt x="2058541" y="144102"/>
                  </a:lnTo>
                  <a:lnTo>
                    <a:pt x="2059612" y="143161"/>
                  </a:lnTo>
                  <a:lnTo>
                    <a:pt x="2060684" y="142221"/>
                  </a:lnTo>
                  <a:lnTo>
                    <a:pt x="2061756" y="141283"/>
                  </a:lnTo>
                  <a:lnTo>
                    <a:pt x="2062827" y="140347"/>
                  </a:lnTo>
                  <a:lnTo>
                    <a:pt x="2063899" y="139413"/>
                  </a:lnTo>
                  <a:lnTo>
                    <a:pt x="2064970" y="138482"/>
                  </a:lnTo>
                  <a:lnTo>
                    <a:pt x="2066042" y="137552"/>
                  </a:lnTo>
                  <a:lnTo>
                    <a:pt x="2067114" y="136624"/>
                  </a:lnTo>
                  <a:lnTo>
                    <a:pt x="2068185" y="135699"/>
                  </a:lnTo>
                  <a:lnTo>
                    <a:pt x="2069257" y="134775"/>
                  </a:lnTo>
                  <a:lnTo>
                    <a:pt x="2070328" y="133854"/>
                  </a:lnTo>
                  <a:lnTo>
                    <a:pt x="2071400" y="132935"/>
                  </a:lnTo>
                  <a:lnTo>
                    <a:pt x="2072472" y="132018"/>
                  </a:lnTo>
                  <a:lnTo>
                    <a:pt x="2073543" y="131103"/>
                  </a:lnTo>
                  <a:lnTo>
                    <a:pt x="2074615" y="130190"/>
                  </a:lnTo>
                  <a:lnTo>
                    <a:pt x="2075686" y="129280"/>
                  </a:lnTo>
                  <a:lnTo>
                    <a:pt x="2076758" y="128372"/>
                  </a:lnTo>
                  <a:lnTo>
                    <a:pt x="2077830" y="127466"/>
                  </a:lnTo>
                  <a:lnTo>
                    <a:pt x="2078901" y="126562"/>
                  </a:lnTo>
                  <a:lnTo>
                    <a:pt x="2079973" y="125661"/>
                  </a:lnTo>
                  <a:lnTo>
                    <a:pt x="2081044" y="124762"/>
                  </a:lnTo>
                  <a:lnTo>
                    <a:pt x="2082116" y="123866"/>
                  </a:lnTo>
                  <a:lnTo>
                    <a:pt x="2083188" y="122972"/>
                  </a:lnTo>
                  <a:lnTo>
                    <a:pt x="2084259" y="122080"/>
                  </a:lnTo>
                  <a:lnTo>
                    <a:pt x="2085331" y="121190"/>
                  </a:lnTo>
                  <a:lnTo>
                    <a:pt x="2086402" y="120304"/>
                  </a:lnTo>
                  <a:lnTo>
                    <a:pt x="2087474" y="119419"/>
                  </a:lnTo>
                  <a:lnTo>
                    <a:pt x="2088546" y="118537"/>
                  </a:lnTo>
                  <a:lnTo>
                    <a:pt x="2089617" y="117658"/>
                  </a:lnTo>
                  <a:lnTo>
                    <a:pt x="2090689" y="116781"/>
                  </a:lnTo>
                  <a:lnTo>
                    <a:pt x="2091760" y="115906"/>
                  </a:lnTo>
                  <a:lnTo>
                    <a:pt x="2092832" y="115035"/>
                  </a:lnTo>
                  <a:lnTo>
                    <a:pt x="2093904" y="114165"/>
                  </a:lnTo>
                  <a:lnTo>
                    <a:pt x="2094975" y="113299"/>
                  </a:lnTo>
                  <a:lnTo>
                    <a:pt x="2096047" y="112435"/>
                  </a:lnTo>
                  <a:lnTo>
                    <a:pt x="2097118" y="111573"/>
                  </a:lnTo>
                  <a:lnTo>
                    <a:pt x="2098190" y="110715"/>
                  </a:lnTo>
                  <a:lnTo>
                    <a:pt x="2099262" y="109859"/>
                  </a:lnTo>
                  <a:lnTo>
                    <a:pt x="2100333" y="109006"/>
                  </a:lnTo>
                  <a:lnTo>
                    <a:pt x="2101405" y="108155"/>
                  </a:lnTo>
                  <a:lnTo>
                    <a:pt x="2102476" y="107307"/>
                  </a:lnTo>
                  <a:lnTo>
                    <a:pt x="2103548" y="106462"/>
                  </a:lnTo>
                  <a:lnTo>
                    <a:pt x="2104620" y="105620"/>
                  </a:lnTo>
                  <a:lnTo>
                    <a:pt x="2105691" y="104781"/>
                  </a:lnTo>
                  <a:lnTo>
                    <a:pt x="2106763" y="103944"/>
                  </a:lnTo>
                  <a:lnTo>
                    <a:pt x="2107834" y="103111"/>
                  </a:lnTo>
                  <a:lnTo>
                    <a:pt x="2108906" y="102280"/>
                  </a:lnTo>
                  <a:lnTo>
                    <a:pt x="2109978" y="101452"/>
                  </a:lnTo>
                  <a:lnTo>
                    <a:pt x="2111049" y="100627"/>
                  </a:lnTo>
                  <a:lnTo>
                    <a:pt x="2112121" y="99805"/>
                  </a:lnTo>
                  <a:lnTo>
                    <a:pt x="2113192" y="98987"/>
                  </a:lnTo>
                  <a:lnTo>
                    <a:pt x="2114264" y="98171"/>
                  </a:lnTo>
                  <a:lnTo>
                    <a:pt x="2115336" y="97358"/>
                  </a:lnTo>
                  <a:lnTo>
                    <a:pt x="2116407" y="96548"/>
                  </a:lnTo>
                  <a:lnTo>
                    <a:pt x="2117479" y="95741"/>
                  </a:lnTo>
                  <a:lnTo>
                    <a:pt x="2118550" y="94937"/>
                  </a:lnTo>
                  <a:lnTo>
                    <a:pt x="2119622" y="94136"/>
                  </a:lnTo>
                  <a:lnTo>
                    <a:pt x="2120694" y="93339"/>
                  </a:lnTo>
                  <a:lnTo>
                    <a:pt x="2121765" y="92544"/>
                  </a:lnTo>
                  <a:lnTo>
                    <a:pt x="2122837" y="91753"/>
                  </a:lnTo>
                  <a:lnTo>
                    <a:pt x="2123908" y="90965"/>
                  </a:lnTo>
                  <a:lnTo>
                    <a:pt x="2124980" y="90180"/>
                  </a:lnTo>
                  <a:lnTo>
                    <a:pt x="2126052" y="89399"/>
                  </a:lnTo>
                  <a:lnTo>
                    <a:pt x="2127123" y="88620"/>
                  </a:lnTo>
                  <a:lnTo>
                    <a:pt x="2128195" y="87845"/>
                  </a:lnTo>
                  <a:lnTo>
                    <a:pt x="2129266" y="87074"/>
                  </a:lnTo>
                  <a:lnTo>
                    <a:pt x="2130338" y="86305"/>
                  </a:lnTo>
                  <a:lnTo>
                    <a:pt x="2131409" y="85540"/>
                  </a:lnTo>
                  <a:lnTo>
                    <a:pt x="2132481" y="84778"/>
                  </a:lnTo>
                  <a:lnTo>
                    <a:pt x="2133553" y="84020"/>
                  </a:lnTo>
                  <a:lnTo>
                    <a:pt x="2134624" y="83265"/>
                  </a:lnTo>
                  <a:lnTo>
                    <a:pt x="2135696" y="82513"/>
                  </a:lnTo>
                  <a:lnTo>
                    <a:pt x="2136767" y="81765"/>
                  </a:lnTo>
                  <a:lnTo>
                    <a:pt x="2137839" y="81020"/>
                  </a:lnTo>
                  <a:lnTo>
                    <a:pt x="2138911" y="80279"/>
                  </a:lnTo>
                  <a:lnTo>
                    <a:pt x="2139982" y="79542"/>
                  </a:lnTo>
                  <a:lnTo>
                    <a:pt x="2141054" y="78808"/>
                  </a:lnTo>
                  <a:lnTo>
                    <a:pt x="2142125" y="78077"/>
                  </a:lnTo>
                  <a:lnTo>
                    <a:pt x="2143197" y="77350"/>
                  </a:lnTo>
                  <a:lnTo>
                    <a:pt x="2144269" y="76626"/>
                  </a:lnTo>
                  <a:lnTo>
                    <a:pt x="2145340" y="75906"/>
                  </a:lnTo>
                  <a:lnTo>
                    <a:pt x="2146412" y="75190"/>
                  </a:lnTo>
                  <a:lnTo>
                    <a:pt x="2147483" y="74477"/>
                  </a:lnTo>
                  <a:lnTo>
                    <a:pt x="2148555" y="73768"/>
                  </a:lnTo>
                  <a:lnTo>
                    <a:pt x="2149627" y="73062"/>
                  </a:lnTo>
                  <a:lnTo>
                    <a:pt x="2150698" y="72359"/>
                  </a:lnTo>
                  <a:lnTo>
                    <a:pt x="2151770" y="71661"/>
                  </a:lnTo>
                  <a:lnTo>
                    <a:pt x="2152841" y="70965"/>
                  </a:lnTo>
                  <a:lnTo>
                    <a:pt x="2153913" y="70274"/>
                  </a:lnTo>
                  <a:lnTo>
                    <a:pt x="2154985" y="69585"/>
                  </a:lnTo>
                  <a:lnTo>
                    <a:pt x="2156056" y="68901"/>
                  </a:lnTo>
                  <a:lnTo>
                    <a:pt x="2157128" y="68220"/>
                  </a:lnTo>
                  <a:lnTo>
                    <a:pt x="2158199" y="67542"/>
                  </a:lnTo>
                  <a:lnTo>
                    <a:pt x="2159271" y="66868"/>
                  </a:lnTo>
                  <a:lnTo>
                    <a:pt x="2160343" y="66197"/>
                  </a:lnTo>
                  <a:lnTo>
                    <a:pt x="2161414" y="65530"/>
                  </a:lnTo>
                  <a:lnTo>
                    <a:pt x="2162486" y="64867"/>
                  </a:lnTo>
                  <a:lnTo>
                    <a:pt x="2163557" y="64207"/>
                  </a:lnTo>
                  <a:lnTo>
                    <a:pt x="2164629" y="63551"/>
                  </a:lnTo>
                  <a:lnTo>
                    <a:pt x="2165701" y="62898"/>
                  </a:lnTo>
                  <a:lnTo>
                    <a:pt x="2166772" y="62248"/>
                  </a:lnTo>
                  <a:lnTo>
                    <a:pt x="2167844" y="61602"/>
                  </a:lnTo>
                  <a:lnTo>
                    <a:pt x="2168915" y="60960"/>
                  </a:lnTo>
                  <a:lnTo>
                    <a:pt x="2169987" y="60321"/>
                  </a:lnTo>
                  <a:lnTo>
                    <a:pt x="2171059" y="59686"/>
                  </a:lnTo>
                  <a:lnTo>
                    <a:pt x="2172130" y="59054"/>
                  </a:lnTo>
                  <a:lnTo>
                    <a:pt x="2173202" y="58426"/>
                  </a:lnTo>
                  <a:lnTo>
                    <a:pt x="2174273" y="57801"/>
                  </a:lnTo>
                  <a:lnTo>
                    <a:pt x="2175345" y="57180"/>
                  </a:lnTo>
                  <a:lnTo>
                    <a:pt x="2176417" y="56563"/>
                  </a:lnTo>
                  <a:lnTo>
                    <a:pt x="2177488" y="55949"/>
                  </a:lnTo>
                  <a:lnTo>
                    <a:pt x="2178560" y="55338"/>
                  </a:lnTo>
                  <a:lnTo>
                    <a:pt x="2179631" y="54731"/>
                  </a:lnTo>
                  <a:lnTo>
                    <a:pt x="2180703" y="54127"/>
                  </a:lnTo>
                  <a:lnTo>
                    <a:pt x="2181775" y="53527"/>
                  </a:lnTo>
                  <a:lnTo>
                    <a:pt x="2182846" y="52931"/>
                  </a:lnTo>
                  <a:lnTo>
                    <a:pt x="2183918" y="52338"/>
                  </a:lnTo>
                  <a:lnTo>
                    <a:pt x="2184989" y="51748"/>
                  </a:lnTo>
                  <a:lnTo>
                    <a:pt x="2186061" y="51162"/>
                  </a:lnTo>
                  <a:lnTo>
                    <a:pt x="2187133" y="50580"/>
                  </a:lnTo>
                  <a:lnTo>
                    <a:pt x="2188204" y="50001"/>
                  </a:lnTo>
                  <a:lnTo>
                    <a:pt x="2189276" y="49425"/>
                  </a:lnTo>
                  <a:lnTo>
                    <a:pt x="2190347" y="48853"/>
                  </a:lnTo>
                  <a:lnTo>
                    <a:pt x="2191419" y="48285"/>
                  </a:lnTo>
                  <a:lnTo>
                    <a:pt x="2192491" y="47720"/>
                  </a:lnTo>
                  <a:lnTo>
                    <a:pt x="2193562" y="47158"/>
                  </a:lnTo>
                  <a:lnTo>
                    <a:pt x="2194634" y="46601"/>
                  </a:lnTo>
                  <a:lnTo>
                    <a:pt x="2195705" y="46046"/>
                  </a:lnTo>
                  <a:lnTo>
                    <a:pt x="2196777" y="45495"/>
                  </a:lnTo>
                  <a:lnTo>
                    <a:pt x="2197849" y="44948"/>
                  </a:lnTo>
                  <a:lnTo>
                    <a:pt x="2198920" y="44404"/>
                  </a:lnTo>
                  <a:lnTo>
                    <a:pt x="2199992" y="43863"/>
                  </a:lnTo>
                  <a:lnTo>
                    <a:pt x="2201063" y="43326"/>
                  </a:lnTo>
                  <a:lnTo>
                    <a:pt x="2202135" y="42793"/>
                  </a:lnTo>
                  <a:lnTo>
                    <a:pt x="2203207" y="42263"/>
                  </a:lnTo>
                  <a:lnTo>
                    <a:pt x="2204278" y="41736"/>
                  </a:lnTo>
                  <a:lnTo>
                    <a:pt x="2205350" y="41213"/>
                  </a:lnTo>
                  <a:lnTo>
                    <a:pt x="2206421" y="40693"/>
                  </a:lnTo>
                  <a:lnTo>
                    <a:pt x="2207493" y="40177"/>
                  </a:lnTo>
                  <a:lnTo>
                    <a:pt x="2208565" y="39664"/>
                  </a:lnTo>
                  <a:lnTo>
                    <a:pt x="2209636" y="39155"/>
                  </a:lnTo>
                  <a:lnTo>
                    <a:pt x="2210708" y="38650"/>
                  </a:lnTo>
                  <a:lnTo>
                    <a:pt x="2211779" y="38147"/>
                  </a:lnTo>
                  <a:lnTo>
                    <a:pt x="2212851" y="37648"/>
                  </a:lnTo>
                  <a:lnTo>
                    <a:pt x="2213923" y="37153"/>
                  </a:lnTo>
                  <a:lnTo>
                    <a:pt x="2214994" y="36661"/>
                  </a:lnTo>
                  <a:lnTo>
                    <a:pt x="2216066" y="36173"/>
                  </a:lnTo>
                  <a:lnTo>
                    <a:pt x="2217137" y="35688"/>
                  </a:lnTo>
                  <a:lnTo>
                    <a:pt x="2218209" y="35206"/>
                  </a:lnTo>
                  <a:lnTo>
                    <a:pt x="2219281" y="34728"/>
                  </a:lnTo>
                  <a:lnTo>
                    <a:pt x="2220352" y="34254"/>
                  </a:lnTo>
                  <a:lnTo>
                    <a:pt x="2221424" y="33783"/>
                  </a:lnTo>
                  <a:lnTo>
                    <a:pt x="2222495" y="33315"/>
                  </a:lnTo>
                  <a:lnTo>
                    <a:pt x="2223567" y="32851"/>
                  </a:lnTo>
                  <a:lnTo>
                    <a:pt x="2224639" y="32390"/>
                  </a:lnTo>
                  <a:lnTo>
                    <a:pt x="2225710" y="31932"/>
                  </a:lnTo>
                  <a:lnTo>
                    <a:pt x="2226782" y="31478"/>
                  </a:lnTo>
                  <a:lnTo>
                    <a:pt x="2227853" y="31028"/>
                  </a:lnTo>
                  <a:lnTo>
                    <a:pt x="2228925" y="30581"/>
                  </a:lnTo>
                  <a:lnTo>
                    <a:pt x="2229997" y="30137"/>
                  </a:lnTo>
                  <a:lnTo>
                    <a:pt x="2231068" y="29697"/>
                  </a:lnTo>
                  <a:lnTo>
                    <a:pt x="2232140" y="29260"/>
                  </a:lnTo>
                  <a:lnTo>
                    <a:pt x="2233211" y="28826"/>
                  </a:lnTo>
                  <a:lnTo>
                    <a:pt x="2234283" y="28396"/>
                  </a:lnTo>
                  <a:lnTo>
                    <a:pt x="2235355" y="27970"/>
                  </a:lnTo>
                  <a:lnTo>
                    <a:pt x="2236426" y="27546"/>
                  </a:lnTo>
                  <a:lnTo>
                    <a:pt x="2237498" y="27126"/>
                  </a:lnTo>
                  <a:lnTo>
                    <a:pt x="2238569" y="26710"/>
                  </a:lnTo>
                  <a:lnTo>
                    <a:pt x="2239641" y="26297"/>
                  </a:lnTo>
                  <a:lnTo>
                    <a:pt x="2240713" y="25887"/>
                  </a:lnTo>
                  <a:lnTo>
                    <a:pt x="2241784" y="25481"/>
                  </a:lnTo>
                  <a:lnTo>
                    <a:pt x="2242856" y="25078"/>
                  </a:lnTo>
                  <a:lnTo>
                    <a:pt x="2243927" y="24679"/>
                  </a:lnTo>
                  <a:lnTo>
                    <a:pt x="2244999" y="24283"/>
                  </a:lnTo>
                  <a:lnTo>
                    <a:pt x="2246071" y="23890"/>
                  </a:lnTo>
                  <a:lnTo>
                    <a:pt x="2247142" y="23500"/>
                  </a:lnTo>
                  <a:lnTo>
                    <a:pt x="2248214" y="23114"/>
                  </a:lnTo>
                  <a:lnTo>
                    <a:pt x="2249285" y="22732"/>
                  </a:lnTo>
                  <a:lnTo>
                    <a:pt x="2250357" y="22352"/>
                  </a:lnTo>
                  <a:lnTo>
                    <a:pt x="2251429" y="21977"/>
                  </a:lnTo>
                  <a:lnTo>
                    <a:pt x="2252500" y="21604"/>
                  </a:lnTo>
                  <a:lnTo>
                    <a:pt x="2253572" y="21235"/>
                  </a:lnTo>
                  <a:lnTo>
                    <a:pt x="2254643" y="20869"/>
                  </a:lnTo>
                  <a:lnTo>
                    <a:pt x="2255715" y="20506"/>
                  </a:lnTo>
                  <a:lnTo>
                    <a:pt x="2256787" y="20147"/>
                  </a:lnTo>
                  <a:lnTo>
                    <a:pt x="2257858" y="19791"/>
                  </a:lnTo>
                  <a:lnTo>
                    <a:pt x="2258930" y="19439"/>
                  </a:lnTo>
                  <a:lnTo>
                    <a:pt x="2260001" y="19090"/>
                  </a:lnTo>
                  <a:lnTo>
                    <a:pt x="2261073" y="18744"/>
                  </a:lnTo>
                  <a:lnTo>
                    <a:pt x="2262145" y="18401"/>
                  </a:lnTo>
                  <a:lnTo>
                    <a:pt x="2263216" y="18062"/>
                  </a:lnTo>
                  <a:lnTo>
                    <a:pt x="2264288" y="17726"/>
                  </a:lnTo>
                  <a:lnTo>
                    <a:pt x="2265359" y="17394"/>
                  </a:lnTo>
                  <a:lnTo>
                    <a:pt x="2266431" y="17064"/>
                  </a:lnTo>
                  <a:lnTo>
                    <a:pt x="2267503" y="16738"/>
                  </a:lnTo>
                  <a:lnTo>
                    <a:pt x="2268574" y="16416"/>
                  </a:lnTo>
                  <a:lnTo>
                    <a:pt x="2269646" y="16096"/>
                  </a:lnTo>
                  <a:lnTo>
                    <a:pt x="2270717" y="15780"/>
                  </a:lnTo>
                  <a:lnTo>
                    <a:pt x="2271789" y="15468"/>
                  </a:lnTo>
                  <a:lnTo>
                    <a:pt x="2272861" y="15158"/>
                  </a:lnTo>
                  <a:lnTo>
                    <a:pt x="2273932" y="14852"/>
                  </a:lnTo>
                  <a:lnTo>
                    <a:pt x="2275004" y="14549"/>
                  </a:lnTo>
                  <a:lnTo>
                    <a:pt x="2276075" y="14249"/>
                  </a:lnTo>
                  <a:lnTo>
                    <a:pt x="2277147" y="13953"/>
                  </a:lnTo>
                  <a:lnTo>
                    <a:pt x="2278219" y="13660"/>
                  </a:lnTo>
                  <a:lnTo>
                    <a:pt x="2279290" y="13370"/>
                  </a:lnTo>
                  <a:lnTo>
                    <a:pt x="2280362" y="13083"/>
                  </a:lnTo>
                  <a:lnTo>
                    <a:pt x="2281433" y="12800"/>
                  </a:lnTo>
                  <a:lnTo>
                    <a:pt x="2282505" y="12520"/>
                  </a:lnTo>
                  <a:lnTo>
                    <a:pt x="2283577" y="12243"/>
                  </a:lnTo>
                  <a:lnTo>
                    <a:pt x="2284648" y="11969"/>
                  </a:lnTo>
                  <a:lnTo>
                    <a:pt x="2285720" y="11699"/>
                  </a:lnTo>
                  <a:lnTo>
                    <a:pt x="2286791" y="11432"/>
                  </a:lnTo>
                  <a:lnTo>
                    <a:pt x="2287863" y="11168"/>
                  </a:lnTo>
                  <a:lnTo>
                    <a:pt x="2288935" y="10907"/>
                  </a:lnTo>
                  <a:lnTo>
                    <a:pt x="2290006" y="10649"/>
                  </a:lnTo>
                  <a:lnTo>
                    <a:pt x="2291078" y="10395"/>
                  </a:lnTo>
                  <a:lnTo>
                    <a:pt x="2292149" y="10144"/>
                  </a:lnTo>
                  <a:lnTo>
                    <a:pt x="2293221" y="9896"/>
                  </a:lnTo>
                  <a:lnTo>
                    <a:pt x="2294293" y="9651"/>
                  </a:lnTo>
                  <a:lnTo>
                    <a:pt x="2295364" y="9410"/>
                  </a:lnTo>
                  <a:lnTo>
                    <a:pt x="2296436" y="9171"/>
                  </a:lnTo>
                  <a:lnTo>
                    <a:pt x="2297507" y="8936"/>
                  </a:lnTo>
                  <a:lnTo>
                    <a:pt x="2298579" y="8704"/>
                  </a:lnTo>
                  <a:lnTo>
                    <a:pt x="2299651" y="8476"/>
                  </a:lnTo>
                  <a:lnTo>
                    <a:pt x="2300722" y="8250"/>
                  </a:lnTo>
                  <a:lnTo>
                    <a:pt x="2301794" y="8028"/>
                  </a:lnTo>
                  <a:lnTo>
                    <a:pt x="2302865" y="7808"/>
                  </a:lnTo>
                  <a:lnTo>
                    <a:pt x="2303937" y="7592"/>
                  </a:lnTo>
                  <a:lnTo>
                    <a:pt x="2305009" y="7379"/>
                  </a:lnTo>
                  <a:lnTo>
                    <a:pt x="2306080" y="7169"/>
                  </a:lnTo>
                  <a:lnTo>
                    <a:pt x="2307152" y="6963"/>
                  </a:lnTo>
                  <a:lnTo>
                    <a:pt x="2308223" y="6759"/>
                  </a:lnTo>
                  <a:lnTo>
                    <a:pt x="2309295" y="6559"/>
                  </a:lnTo>
                  <a:lnTo>
                    <a:pt x="2310366" y="6362"/>
                  </a:lnTo>
                  <a:lnTo>
                    <a:pt x="2311438" y="6167"/>
                  </a:lnTo>
                  <a:lnTo>
                    <a:pt x="2312510" y="5976"/>
                  </a:lnTo>
                  <a:lnTo>
                    <a:pt x="2313581" y="5788"/>
                  </a:lnTo>
                  <a:lnTo>
                    <a:pt x="2314653" y="5604"/>
                  </a:lnTo>
                  <a:lnTo>
                    <a:pt x="2315724" y="5422"/>
                  </a:lnTo>
                  <a:lnTo>
                    <a:pt x="2316796" y="5243"/>
                  </a:lnTo>
                  <a:lnTo>
                    <a:pt x="2317868" y="5068"/>
                  </a:lnTo>
                  <a:lnTo>
                    <a:pt x="2318939" y="4895"/>
                  </a:lnTo>
                  <a:lnTo>
                    <a:pt x="2320011" y="4726"/>
                  </a:lnTo>
                  <a:lnTo>
                    <a:pt x="2321082" y="4560"/>
                  </a:lnTo>
                  <a:lnTo>
                    <a:pt x="2322154" y="4397"/>
                  </a:lnTo>
                  <a:lnTo>
                    <a:pt x="2323226" y="4237"/>
                  </a:lnTo>
                  <a:lnTo>
                    <a:pt x="2324297" y="4080"/>
                  </a:lnTo>
                  <a:lnTo>
                    <a:pt x="2325369" y="3926"/>
                  </a:lnTo>
                  <a:lnTo>
                    <a:pt x="2326440" y="3775"/>
                  </a:lnTo>
                  <a:lnTo>
                    <a:pt x="2327512" y="3627"/>
                  </a:lnTo>
                  <a:lnTo>
                    <a:pt x="2328584" y="3482"/>
                  </a:lnTo>
                  <a:lnTo>
                    <a:pt x="2329655" y="3340"/>
                  </a:lnTo>
                  <a:lnTo>
                    <a:pt x="2330727" y="3201"/>
                  </a:lnTo>
                  <a:lnTo>
                    <a:pt x="2331798" y="3066"/>
                  </a:lnTo>
                  <a:lnTo>
                    <a:pt x="2332870" y="2933"/>
                  </a:lnTo>
                  <a:lnTo>
                    <a:pt x="2333942" y="2803"/>
                  </a:lnTo>
                  <a:lnTo>
                    <a:pt x="2335013" y="2676"/>
                  </a:lnTo>
                  <a:lnTo>
                    <a:pt x="2336085" y="2553"/>
                  </a:lnTo>
                  <a:lnTo>
                    <a:pt x="2337156" y="2432"/>
                  </a:lnTo>
                  <a:lnTo>
                    <a:pt x="2338228" y="2314"/>
                  </a:lnTo>
                  <a:lnTo>
                    <a:pt x="2339300" y="2200"/>
                  </a:lnTo>
                  <a:lnTo>
                    <a:pt x="2340371" y="2088"/>
                  </a:lnTo>
                  <a:lnTo>
                    <a:pt x="2341443" y="1979"/>
                  </a:lnTo>
                  <a:lnTo>
                    <a:pt x="2342514" y="1874"/>
                  </a:lnTo>
                  <a:lnTo>
                    <a:pt x="2343586" y="1771"/>
                  </a:lnTo>
                  <a:lnTo>
                    <a:pt x="2344658" y="1671"/>
                  </a:lnTo>
                  <a:lnTo>
                    <a:pt x="2345729" y="1574"/>
                  </a:lnTo>
                  <a:lnTo>
                    <a:pt x="2346801" y="1480"/>
                  </a:lnTo>
                  <a:lnTo>
                    <a:pt x="2347872" y="1389"/>
                  </a:lnTo>
                  <a:lnTo>
                    <a:pt x="2348944" y="1301"/>
                  </a:lnTo>
                  <a:lnTo>
                    <a:pt x="2350016" y="1216"/>
                  </a:lnTo>
                  <a:lnTo>
                    <a:pt x="2351087" y="1134"/>
                  </a:lnTo>
                  <a:lnTo>
                    <a:pt x="2352159" y="1055"/>
                  </a:lnTo>
                  <a:lnTo>
                    <a:pt x="2353230" y="978"/>
                  </a:lnTo>
                  <a:lnTo>
                    <a:pt x="2354302" y="905"/>
                  </a:lnTo>
                  <a:lnTo>
                    <a:pt x="2355374" y="834"/>
                  </a:lnTo>
                  <a:lnTo>
                    <a:pt x="2356445" y="767"/>
                  </a:lnTo>
                  <a:lnTo>
                    <a:pt x="2357517" y="702"/>
                  </a:lnTo>
                  <a:lnTo>
                    <a:pt x="2358588" y="640"/>
                  </a:lnTo>
                  <a:lnTo>
                    <a:pt x="2359660" y="581"/>
                  </a:lnTo>
                  <a:lnTo>
                    <a:pt x="2360732" y="525"/>
                  </a:lnTo>
                  <a:lnTo>
                    <a:pt x="2361803" y="472"/>
                  </a:lnTo>
                  <a:lnTo>
                    <a:pt x="2362875" y="422"/>
                  </a:lnTo>
                  <a:lnTo>
                    <a:pt x="2363946" y="374"/>
                  </a:lnTo>
                  <a:lnTo>
                    <a:pt x="2365018" y="330"/>
                  </a:lnTo>
                  <a:lnTo>
                    <a:pt x="2366090" y="288"/>
                  </a:lnTo>
                  <a:lnTo>
                    <a:pt x="2367161" y="249"/>
                  </a:lnTo>
                  <a:lnTo>
                    <a:pt x="2368233" y="213"/>
                  </a:lnTo>
                  <a:lnTo>
                    <a:pt x="2369304" y="180"/>
                  </a:lnTo>
                  <a:lnTo>
                    <a:pt x="2370376" y="149"/>
                  </a:lnTo>
                  <a:lnTo>
                    <a:pt x="2371448" y="122"/>
                  </a:lnTo>
                  <a:lnTo>
                    <a:pt x="2372519" y="97"/>
                  </a:lnTo>
                  <a:lnTo>
                    <a:pt x="2373591" y="75"/>
                  </a:lnTo>
                  <a:lnTo>
                    <a:pt x="2374662" y="56"/>
                  </a:lnTo>
                  <a:lnTo>
                    <a:pt x="2375734" y="40"/>
                  </a:lnTo>
                  <a:lnTo>
                    <a:pt x="2376806" y="26"/>
                  </a:lnTo>
                  <a:lnTo>
                    <a:pt x="2377877" y="15"/>
                  </a:lnTo>
                  <a:lnTo>
                    <a:pt x="2378949" y="7"/>
                  </a:lnTo>
                  <a:lnTo>
                    <a:pt x="2380020" y="2"/>
                  </a:lnTo>
                  <a:lnTo>
                    <a:pt x="2381092" y="0"/>
                  </a:lnTo>
                  <a:lnTo>
                    <a:pt x="2382164" y="0"/>
                  </a:lnTo>
                  <a:lnTo>
                    <a:pt x="2383235" y="3"/>
                  </a:lnTo>
                  <a:lnTo>
                    <a:pt x="2384307" y="9"/>
                  </a:lnTo>
                  <a:lnTo>
                    <a:pt x="2385378" y="17"/>
                  </a:lnTo>
                  <a:lnTo>
                    <a:pt x="2386450" y="28"/>
                  </a:lnTo>
                  <a:lnTo>
                    <a:pt x="2387522" y="42"/>
                  </a:lnTo>
                  <a:lnTo>
                    <a:pt x="2388593" y="59"/>
                  </a:lnTo>
                  <a:lnTo>
                    <a:pt x="2389665" y="79"/>
                  </a:lnTo>
                  <a:lnTo>
                    <a:pt x="2390736" y="101"/>
                  </a:lnTo>
                  <a:lnTo>
                    <a:pt x="2391808" y="126"/>
                  </a:lnTo>
                  <a:lnTo>
                    <a:pt x="2392880" y="153"/>
                  </a:lnTo>
                  <a:lnTo>
                    <a:pt x="2393951" y="183"/>
                  </a:lnTo>
                  <a:lnTo>
                    <a:pt x="2395023" y="216"/>
                  </a:lnTo>
                  <a:lnTo>
                    <a:pt x="2396094" y="252"/>
                  </a:lnTo>
                  <a:lnTo>
                    <a:pt x="2397166" y="290"/>
                  </a:lnTo>
                  <a:lnTo>
                    <a:pt x="2398238" y="331"/>
                  </a:lnTo>
                  <a:lnTo>
                    <a:pt x="2399309" y="375"/>
                  </a:lnTo>
                  <a:lnTo>
                    <a:pt x="2400381" y="421"/>
                  </a:lnTo>
                  <a:lnTo>
                    <a:pt x="2401452" y="470"/>
                  </a:lnTo>
                  <a:lnTo>
                    <a:pt x="2402524" y="521"/>
                  </a:lnTo>
                  <a:lnTo>
                    <a:pt x="2403596" y="576"/>
                  </a:lnTo>
                  <a:lnTo>
                    <a:pt x="2404667" y="632"/>
                  </a:lnTo>
                  <a:lnTo>
                    <a:pt x="2405739" y="692"/>
                  </a:lnTo>
                  <a:lnTo>
                    <a:pt x="2406810" y="754"/>
                  </a:lnTo>
                  <a:lnTo>
                    <a:pt x="2407882" y="818"/>
                  </a:lnTo>
                  <a:lnTo>
                    <a:pt x="2408954" y="886"/>
                  </a:lnTo>
                  <a:lnTo>
                    <a:pt x="2410025" y="956"/>
                  </a:lnTo>
                  <a:lnTo>
                    <a:pt x="2411097" y="1028"/>
                  </a:lnTo>
                  <a:lnTo>
                    <a:pt x="2412168" y="1103"/>
                  </a:lnTo>
                  <a:lnTo>
                    <a:pt x="2413240" y="1181"/>
                  </a:lnTo>
                  <a:lnTo>
                    <a:pt x="2414312" y="1261"/>
                  </a:lnTo>
                  <a:lnTo>
                    <a:pt x="2415383" y="1344"/>
                  </a:lnTo>
                  <a:lnTo>
                    <a:pt x="2416455" y="1429"/>
                  </a:lnTo>
                  <a:lnTo>
                    <a:pt x="2417526" y="1517"/>
                  </a:lnTo>
                  <a:lnTo>
                    <a:pt x="2418598" y="1607"/>
                  </a:lnTo>
                  <a:lnTo>
                    <a:pt x="2419670" y="1700"/>
                  </a:lnTo>
                  <a:lnTo>
                    <a:pt x="2420741" y="1795"/>
                  </a:lnTo>
                  <a:lnTo>
                    <a:pt x="2421813" y="1893"/>
                  </a:lnTo>
                  <a:lnTo>
                    <a:pt x="2422884" y="1994"/>
                  </a:lnTo>
                  <a:lnTo>
                    <a:pt x="2423956" y="2097"/>
                  </a:lnTo>
                  <a:lnTo>
                    <a:pt x="2425028" y="2203"/>
                  </a:lnTo>
                  <a:lnTo>
                    <a:pt x="2426099" y="2311"/>
                  </a:lnTo>
                  <a:lnTo>
                    <a:pt x="2427171" y="2421"/>
                  </a:lnTo>
                  <a:lnTo>
                    <a:pt x="2428242" y="2534"/>
                  </a:lnTo>
                  <a:lnTo>
                    <a:pt x="2429314" y="2649"/>
                  </a:lnTo>
                  <a:lnTo>
                    <a:pt x="2430386" y="2767"/>
                  </a:lnTo>
                  <a:lnTo>
                    <a:pt x="2431457" y="2888"/>
                  </a:lnTo>
                  <a:lnTo>
                    <a:pt x="2432529" y="3011"/>
                  </a:lnTo>
                  <a:lnTo>
                    <a:pt x="2433600" y="3136"/>
                  </a:lnTo>
                  <a:lnTo>
                    <a:pt x="2434672" y="3264"/>
                  </a:lnTo>
                  <a:lnTo>
                    <a:pt x="2435744" y="3394"/>
                  </a:lnTo>
                  <a:lnTo>
                    <a:pt x="2436815" y="3527"/>
                  </a:lnTo>
                  <a:lnTo>
                    <a:pt x="2437887" y="3662"/>
                  </a:lnTo>
                  <a:lnTo>
                    <a:pt x="2438958" y="3799"/>
                  </a:lnTo>
                  <a:lnTo>
                    <a:pt x="2440030" y="3939"/>
                  </a:lnTo>
                  <a:lnTo>
                    <a:pt x="2441102" y="4081"/>
                  </a:lnTo>
                  <a:lnTo>
                    <a:pt x="2442173" y="4226"/>
                  </a:lnTo>
                  <a:lnTo>
                    <a:pt x="2443245" y="4373"/>
                  </a:lnTo>
                  <a:lnTo>
                    <a:pt x="2444316" y="4522"/>
                  </a:lnTo>
                  <a:lnTo>
                    <a:pt x="2445388" y="4674"/>
                  </a:lnTo>
                  <a:lnTo>
                    <a:pt x="2446460" y="4828"/>
                  </a:lnTo>
                  <a:lnTo>
                    <a:pt x="2447531" y="4985"/>
                  </a:lnTo>
                  <a:lnTo>
                    <a:pt x="2448603" y="5144"/>
                  </a:lnTo>
                  <a:lnTo>
                    <a:pt x="2449674" y="5305"/>
                  </a:lnTo>
                  <a:lnTo>
                    <a:pt x="2450746" y="5469"/>
                  </a:lnTo>
                  <a:lnTo>
                    <a:pt x="2451818" y="5635"/>
                  </a:lnTo>
                  <a:lnTo>
                    <a:pt x="2452889" y="5803"/>
                  </a:lnTo>
                  <a:lnTo>
                    <a:pt x="2453961" y="5974"/>
                  </a:lnTo>
                  <a:lnTo>
                    <a:pt x="2455032" y="6146"/>
                  </a:lnTo>
                  <a:lnTo>
                    <a:pt x="2456104" y="6322"/>
                  </a:lnTo>
                  <a:lnTo>
                    <a:pt x="2457176" y="6499"/>
                  </a:lnTo>
                  <a:lnTo>
                    <a:pt x="2458247" y="6679"/>
                  </a:lnTo>
                  <a:lnTo>
                    <a:pt x="2459319" y="6861"/>
                  </a:lnTo>
                  <a:lnTo>
                    <a:pt x="2460390" y="7045"/>
                  </a:lnTo>
                  <a:lnTo>
                    <a:pt x="2461462" y="7232"/>
                  </a:lnTo>
                  <a:lnTo>
                    <a:pt x="2462534" y="7421"/>
                  </a:lnTo>
                  <a:lnTo>
                    <a:pt x="2463605" y="7612"/>
                  </a:lnTo>
                  <a:lnTo>
                    <a:pt x="2464677" y="7805"/>
                  </a:lnTo>
                  <a:lnTo>
                    <a:pt x="2465748" y="8001"/>
                  </a:lnTo>
                  <a:lnTo>
                    <a:pt x="2466820" y="8199"/>
                  </a:lnTo>
                  <a:lnTo>
                    <a:pt x="2467892" y="8399"/>
                  </a:lnTo>
                  <a:lnTo>
                    <a:pt x="2468963" y="8601"/>
                  </a:lnTo>
                  <a:lnTo>
                    <a:pt x="2470035" y="8806"/>
                  </a:lnTo>
                  <a:lnTo>
                    <a:pt x="2471106" y="9013"/>
                  </a:lnTo>
                  <a:lnTo>
                    <a:pt x="2472178" y="9222"/>
                  </a:lnTo>
                  <a:lnTo>
                    <a:pt x="2473250" y="9433"/>
                  </a:lnTo>
                  <a:lnTo>
                    <a:pt x="2474321" y="9646"/>
                  </a:lnTo>
                  <a:lnTo>
                    <a:pt x="2475393" y="9862"/>
                  </a:lnTo>
                  <a:lnTo>
                    <a:pt x="2476464" y="10079"/>
                  </a:lnTo>
                  <a:lnTo>
                    <a:pt x="2477536" y="10299"/>
                  </a:lnTo>
                  <a:lnTo>
                    <a:pt x="2478608" y="10521"/>
                  </a:lnTo>
                  <a:lnTo>
                    <a:pt x="2479679" y="10745"/>
                  </a:lnTo>
                  <a:lnTo>
                    <a:pt x="2480751" y="10972"/>
                  </a:lnTo>
                  <a:lnTo>
                    <a:pt x="2481822" y="11200"/>
                  </a:lnTo>
                  <a:lnTo>
                    <a:pt x="2482894" y="11431"/>
                  </a:lnTo>
                  <a:lnTo>
                    <a:pt x="2483966" y="11664"/>
                  </a:lnTo>
                  <a:lnTo>
                    <a:pt x="2485037" y="11898"/>
                  </a:lnTo>
                  <a:lnTo>
                    <a:pt x="2486109" y="12135"/>
                  </a:lnTo>
                  <a:lnTo>
                    <a:pt x="2487180" y="12374"/>
                  </a:lnTo>
                  <a:lnTo>
                    <a:pt x="2488252" y="12615"/>
                  </a:lnTo>
                  <a:lnTo>
                    <a:pt x="2489323" y="12859"/>
                  </a:lnTo>
                  <a:lnTo>
                    <a:pt x="2490395" y="13104"/>
                  </a:lnTo>
                  <a:lnTo>
                    <a:pt x="2491467" y="13351"/>
                  </a:lnTo>
                  <a:lnTo>
                    <a:pt x="2492538" y="13601"/>
                  </a:lnTo>
                  <a:lnTo>
                    <a:pt x="2493610" y="13852"/>
                  </a:lnTo>
                  <a:lnTo>
                    <a:pt x="2494681" y="14106"/>
                  </a:lnTo>
                  <a:lnTo>
                    <a:pt x="2495753" y="14361"/>
                  </a:lnTo>
                  <a:lnTo>
                    <a:pt x="2496825" y="14619"/>
                  </a:lnTo>
                  <a:lnTo>
                    <a:pt x="2497896" y="14879"/>
                  </a:lnTo>
                  <a:lnTo>
                    <a:pt x="2498968" y="15140"/>
                  </a:lnTo>
                  <a:lnTo>
                    <a:pt x="2500039" y="15404"/>
                  </a:lnTo>
                  <a:lnTo>
                    <a:pt x="2501111" y="15670"/>
                  </a:lnTo>
                  <a:lnTo>
                    <a:pt x="2502183" y="15937"/>
                  </a:lnTo>
                  <a:lnTo>
                    <a:pt x="2503254" y="16207"/>
                  </a:lnTo>
                  <a:lnTo>
                    <a:pt x="2504326" y="16479"/>
                  </a:lnTo>
                  <a:lnTo>
                    <a:pt x="2505397" y="16752"/>
                  </a:lnTo>
                  <a:lnTo>
                    <a:pt x="2506469" y="17028"/>
                  </a:lnTo>
                  <a:lnTo>
                    <a:pt x="2507541" y="17305"/>
                  </a:lnTo>
                  <a:lnTo>
                    <a:pt x="2508612" y="17585"/>
                  </a:lnTo>
                  <a:lnTo>
                    <a:pt x="2509684" y="17866"/>
                  </a:lnTo>
                  <a:lnTo>
                    <a:pt x="2510755" y="18150"/>
                  </a:lnTo>
                  <a:lnTo>
                    <a:pt x="2511827" y="18435"/>
                  </a:lnTo>
                  <a:lnTo>
                    <a:pt x="2512899" y="18722"/>
                  </a:lnTo>
                  <a:lnTo>
                    <a:pt x="2513970" y="19012"/>
                  </a:lnTo>
                  <a:lnTo>
                    <a:pt x="2515042" y="19303"/>
                  </a:lnTo>
                  <a:lnTo>
                    <a:pt x="2516113" y="19596"/>
                  </a:lnTo>
                  <a:lnTo>
                    <a:pt x="2517185" y="19891"/>
                  </a:lnTo>
                  <a:lnTo>
                    <a:pt x="2518257" y="20187"/>
                  </a:lnTo>
                  <a:lnTo>
                    <a:pt x="2519328" y="20486"/>
                  </a:lnTo>
                  <a:lnTo>
                    <a:pt x="2520400" y="20787"/>
                  </a:lnTo>
                  <a:lnTo>
                    <a:pt x="2521471" y="21089"/>
                  </a:lnTo>
                  <a:lnTo>
                    <a:pt x="2522543" y="21393"/>
                  </a:lnTo>
                  <a:lnTo>
                    <a:pt x="2523615" y="21699"/>
                  </a:lnTo>
                  <a:lnTo>
                    <a:pt x="2524686" y="22007"/>
                  </a:lnTo>
                  <a:lnTo>
                    <a:pt x="2525758" y="22317"/>
                  </a:lnTo>
                  <a:lnTo>
                    <a:pt x="2526829" y="22629"/>
                  </a:lnTo>
                  <a:lnTo>
                    <a:pt x="2527901" y="22942"/>
                  </a:lnTo>
                  <a:lnTo>
                    <a:pt x="2528973" y="23258"/>
                  </a:lnTo>
                  <a:lnTo>
                    <a:pt x="2530044" y="23575"/>
                  </a:lnTo>
                  <a:lnTo>
                    <a:pt x="2531116" y="23894"/>
                  </a:lnTo>
                  <a:lnTo>
                    <a:pt x="2532187" y="24214"/>
                  </a:lnTo>
                  <a:lnTo>
                    <a:pt x="2533259" y="24537"/>
                  </a:lnTo>
                  <a:lnTo>
                    <a:pt x="2534331" y="24861"/>
                  </a:lnTo>
                  <a:lnTo>
                    <a:pt x="2535402" y="25187"/>
                  </a:lnTo>
                  <a:lnTo>
                    <a:pt x="2536474" y="25515"/>
                  </a:lnTo>
                  <a:lnTo>
                    <a:pt x="2537545" y="25844"/>
                  </a:lnTo>
                  <a:lnTo>
                    <a:pt x="2538617" y="26175"/>
                  </a:lnTo>
                  <a:lnTo>
                    <a:pt x="2539689" y="26509"/>
                  </a:lnTo>
                  <a:lnTo>
                    <a:pt x="2540760" y="26843"/>
                  </a:lnTo>
                  <a:lnTo>
                    <a:pt x="2541832" y="27180"/>
                  </a:lnTo>
                  <a:lnTo>
                    <a:pt x="2542903" y="27518"/>
                  </a:lnTo>
                  <a:lnTo>
                    <a:pt x="2543975" y="27858"/>
                  </a:lnTo>
                  <a:lnTo>
                    <a:pt x="2545047" y="28199"/>
                  </a:lnTo>
                  <a:lnTo>
                    <a:pt x="2546118" y="28543"/>
                  </a:lnTo>
                  <a:lnTo>
                    <a:pt x="2547190" y="28888"/>
                  </a:lnTo>
                  <a:lnTo>
                    <a:pt x="2548261" y="29234"/>
                  </a:lnTo>
                  <a:lnTo>
                    <a:pt x="2549333" y="29583"/>
                  </a:lnTo>
                  <a:lnTo>
                    <a:pt x="2550405" y="29933"/>
                  </a:lnTo>
                  <a:lnTo>
                    <a:pt x="2551476" y="30284"/>
                  </a:lnTo>
                  <a:lnTo>
                    <a:pt x="2552548" y="30638"/>
                  </a:lnTo>
                  <a:lnTo>
                    <a:pt x="2553619" y="30993"/>
                  </a:lnTo>
                  <a:lnTo>
                    <a:pt x="2554691" y="31349"/>
                  </a:lnTo>
                  <a:lnTo>
                    <a:pt x="2555763" y="31707"/>
                  </a:lnTo>
                  <a:lnTo>
                    <a:pt x="2556834" y="32067"/>
                  </a:lnTo>
                  <a:lnTo>
                    <a:pt x="2557906" y="32429"/>
                  </a:lnTo>
                  <a:lnTo>
                    <a:pt x="2558977" y="32792"/>
                  </a:lnTo>
                  <a:lnTo>
                    <a:pt x="2560049" y="33156"/>
                  </a:lnTo>
                  <a:lnTo>
                    <a:pt x="2561121" y="33523"/>
                  </a:lnTo>
                  <a:lnTo>
                    <a:pt x="2562192" y="33890"/>
                  </a:lnTo>
                  <a:lnTo>
                    <a:pt x="2563264" y="34260"/>
                  </a:lnTo>
                  <a:lnTo>
                    <a:pt x="2564335" y="34631"/>
                  </a:lnTo>
                  <a:lnTo>
                    <a:pt x="2565407" y="35003"/>
                  </a:lnTo>
                  <a:lnTo>
                    <a:pt x="2566479" y="35377"/>
                  </a:lnTo>
                  <a:lnTo>
                    <a:pt x="2567550" y="35753"/>
                  </a:lnTo>
                  <a:lnTo>
                    <a:pt x="2568622" y="36130"/>
                  </a:lnTo>
                  <a:lnTo>
                    <a:pt x="2569693" y="36509"/>
                  </a:lnTo>
                  <a:lnTo>
                    <a:pt x="2570765" y="36889"/>
                  </a:lnTo>
                  <a:lnTo>
                    <a:pt x="2571837" y="37271"/>
                  </a:lnTo>
                  <a:lnTo>
                    <a:pt x="2572908" y="37654"/>
                  </a:lnTo>
                  <a:lnTo>
                    <a:pt x="2573980" y="38039"/>
                  </a:lnTo>
                  <a:lnTo>
                    <a:pt x="2575051" y="38425"/>
                  </a:lnTo>
                  <a:lnTo>
                    <a:pt x="2576123" y="38812"/>
                  </a:lnTo>
                  <a:lnTo>
                    <a:pt x="2577195" y="39202"/>
                  </a:lnTo>
                  <a:lnTo>
                    <a:pt x="2578266" y="39592"/>
                  </a:lnTo>
                  <a:lnTo>
                    <a:pt x="2579338" y="39984"/>
                  </a:lnTo>
                  <a:lnTo>
                    <a:pt x="2580409" y="40378"/>
                  </a:lnTo>
                  <a:lnTo>
                    <a:pt x="2581481" y="40773"/>
                  </a:lnTo>
                  <a:lnTo>
                    <a:pt x="2582553" y="41169"/>
                  </a:lnTo>
                  <a:lnTo>
                    <a:pt x="2583624" y="41567"/>
                  </a:lnTo>
                  <a:lnTo>
                    <a:pt x="2584696" y="41967"/>
                  </a:lnTo>
                  <a:lnTo>
                    <a:pt x="2585767" y="42367"/>
                  </a:lnTo>
                  <a:lnTo>
                    <a:pt x="2586839" y="42769"/>
                  </a:lnTo>
                  <a:lnTo>
                    <a:pt x="2587911" y="43173"/>
                  </a:lnTo>
                  <a:lnTo>
                    <a:pt x="2588982" y="43578"/>
                  </a:lnTo>
                  <a:lnTo>
                    <a:pt x="2590054" y="43984"/>
                  </a:lnTo>
                  <a:lnTo>
                    <a:pt x="2591125" y="44392"/>
                  </a:lnTo>
                  <a:lnTo>
                    <a:pt x="2592197" y="44801"/>
                  </a:lnTo>
                  <a:lnTo>
                    <a:pt x="2593269" y="45211"/>
                  </a:lnTo>
                  <a:lnTo>
                    <a:pt x="2594340" y="45623"/>
                  </a:lnTo>
                  <a:lnTo>
                    <a:pt x="2595412" y="46036"/>
                  </a:lnTo>
                  <a:lnTo>
                    <a:pt x="2596483" y="46451"/>
                  </a:lnTo>
                  <a:lnTo>
                    <a:pt x="2597555" y="46866"/>
                  </a:lnTo>
                  <a:lnTo>
                    <a:pt x="2598627" y="47283"/>
                  </a:lnTo>
                  <a:lnTo>
                    <a:pt x="2599698" y="47702"/>
                  </a:lnTo>
                  <a:lnTo>
                    <a:pt x="2600770" y="48122"/>
                  </a:lnTo>
                  <a:lnTo>
                    <a:pt x="2601841" y="48543"/>
                  </a:lnTo>
                  <a:lnTo>
                    <a:pt x="2602913" y="48965"/>
                  </a:lnTo>
                  <a:lnTo>
                    <a:pt x="2603985" y="49389"/>
                  </a:lnTo>
                  <a:lnTo>
                    <a:pt x="2605056" y="49814"/>
                  </a:lnTo>
                  <a:lnTo>
                    <a:pt x="2606128" y="50240"/>
                  </a:lnTo>
                  <a:lnTo>
                    <a:pt x="2607199" y="50667"/>
                  </a:lnTo>
                  <a:lnTo>
                    <a:pt x="2608271" y="51096"/>
                  </a:lnTo>
                  <a:lnTo>
                    <a:pt x="2609343" y="51526"/>
                  </a:lnTo>
                  <a:lnTo>
                    <a:pt x="2610414" y="51957"/>
                  </a:lnTo>
                  <a:lnTo>
                    <a:pt x="2611486" y="52389"/>
                  </a:lnTo>
                  <a:lnTo>
                    <a:pt x="2612557" y="52823"/>
                  </a:lnTo>
                  <a:lnTo>
                    <a:pt x="2613629" y="53258"/>
                  </a:lnTo>
                  <a:lnTo>
                    <a:pt x="2614701" y="53694"/>
                  </a:lnTo>
                  <a:lnTo>
                    <a:pt x="2615772" y="54131"/>
                  </a:lnTo>
                  <a:lnTo>
                    <a:pt x="2616844" y="54570"/>
                  </a:lnTo>
                  <a:lnTo>
                    <a:pt x="2617915" y="55009"/>
                  </a:lnTo>
                  <a:lnTo>
                    <a:pt x="2618987" y="55450"/>
                  </a:lnTo>
                  <a:lnTo>
                    <a:pt x="2620059" y="55892"/>
                  </a:lnTo>
                  <a:lnTo>
                    <a:pt x="2621130" y="56335"/>
                  </a:lnTo>
                  <a:lnTo>
                    <a:pt x="2622202" y="56780"/>
                  </a:lnTo>
                  <a:lnTo>
                    <a:pt x="2623273" y="57225"/>
                  </a:lnTo>
                  <a:lnTo>
                    <a:pt x="2624345" y="57672"/>
                  </a:lnTo>
                  <a:lnTo>
                    <a:pt x="2625417" y="58120"/>
                  </a:lnTo>
                  <a:lnTo>
                    <a:pt x="2626488" y="58569"/>
                  </a:lnTo>
                  <a:lnTo>
                    <a:pt x="2627560" y="59019"/>
                  </a:lnTo>
                  <a:lnTo>
                    <a:pt x="2628631" y="59470"/>
                  </a:lnTo>
                  <a:lnTo>
                    <a:pt x="2629703" y="59922"/>
                  </a:lnTo>
                  <a:lnTo>
                    <a:pt x="2630775" y="60375"/>
                  </a:lnTo>
                  <a:lnTo>
                    <a:pt x="2631846" y="60830"/>
                  </a:lnTo>
                  <a:lnTo>
                    <a:pt x="2632918" y="61285"/>
                  </a:lnTo>
                  <a:lnTo>
                    <a:pt x="2633989" y="61742"/>
                  </a:lnTo>
                  <a:lnTo>
                    <a:pt x="2635061" y="62200"/>
                  </a:lnTo>
                  <a:lnTo>
                    <a:pt x="2636133" y="62658"/>
                  </a:lnTo>
                  <a:lnTo>
                    <a:pt x="2637204" y="63118"/>
                  </a:lnTo>
                  <a:lnTo>
                    <a:pt x="2638276" y="63579"/>
                  </a:lnTo>
                  <a:lnTo>
                    <a:pt x="2639347" y="64041"/>
                  </a:lnTo>
                  <a:lnTo>
                    <a:pt x="2640419" y="64504"/>
                  </a:lnTo>
                  <a:lnTo>
                    <a:pt x="2641491" y="64968"/>
                  </a:lnTo>
                  <a:lnTo>
                    <a:pt x="2642562" y="65432"/>
                  </a:lnTo>
                  <a:lnTo>
                    <a:pt x="2643634" y="65898"/>
                  </a:lnTo>
                  <a:lnTo>
                    <a:pt x="2644705" y="66365"/>
                  </a:lnTo>
                  <a:lnTo>
                    <a:pt x="2645777" y="66833"/>
                  </a:lnTo>
                  <a:lnTo>
                    <a:pt x="2646849" y="67302"/>
                  </a:lnTo>
                  <a:lnTo>
                    <a:pt x="2647920" y="67772"/>
                  </a:lnTo>
                  <a:lnTo>
                    <a:pt x="2648992" y="68243"/>
                  </a:lnTo>
                  <a:lnTo>
                    <a:pt x="2650063" y="68715"/>
                  </a:lnTo>
                  <a:lnTo>
                    <a:pt x="2651135" y="69188"/>
                  </a:lnTo>
                  <a:lnTo>
                    <a:pt x="2652207" y="69661"/>
                  </a:lnTo>
                  <a:lnTo>
                    <a:pt x="2653278" y="70136"/>
                  </a:lnTo>
                  <a:lnTo>
                    <a:pt x="2654350" y="70612"/>
                  </a:lnTo>
                  <a:lnTo>
                    <a:pt x="2655421" y="71088"/>
                  </a:lnTo>
                  <a:lnTo>
                    <a:pt x="2656493" y="71566"/>
                  </a:lnTo>
                  <a:lnTo>
                    <a:pt x="2657565" y="72044"/>
                  </a:lnTo>
                  <a:lnTo>
                    <a:pt x="2658636" y="72523"/>
                  </a:lnTo>
                  <a:lnTo>
                    <a:pt x="2659708" y="73003"/>
                  </a:lnTo>
                  <a:lnTo>
                    <a:pt x="2660779" y="73485"/>
                  </a:lnTo>
                  <a:lnTo>
                    <a:pt x="2661851" y="73966"/>
                  </a:lnTo>
                  <a:lnTo>
                    <a:pt x="2662922" y="74449"/>
                  </a:lnTo>
                  <a:lnTo>
                    <a:pt x="2663994" y="74933"/>
                  </a:lnTo>
                  <a:lnTo>
                    <a:pt x="2665066" y="75418"/>
                  </a:lnTo>
                  <a:lnTo>
                    <a:pt x="2666137" y="75903"/>
                  </a:lnTo>
                  <a:lnTo>
                    <a:pt x="2667209" y="76389"/>
                  </a:lnTo>
                  <a:lnTo>
                    <a:pt x="2668280" y="76876"/>
                  </a:lnTo>
                  <a:lnTo>
                    <a:pt x="2669352" y="77364"/>
                  </a:lnTo>
                  <a:lnTo>
                    <a:pt x="2670424" y="77853"/>
                  </a:lnTo>
                  <a:lnTo>
                    <a:pt x="2671495" y="78342"/>
                  </a:lnTo>
                  <a:lnTo>
                    <a:pt x="2672567" y="78833"/>
                  </a:lnTo>
                  <a:lnTo>
                    <a:pt x="2673638" y="79324"/>
                  </a:lnTo>
                  <a:lnTo>
                    <a:pt x="2674710" y="79816"/>
                  </a:lnTo>
                  <a:lnTo>
                    <a:pt x="2675782" y="80309"/>
                  </a:lnTo>
                  <a:lnTo>
                    <a:pt x="2676853" y="80802"/>
                  </a:lnTo>
                  <a:lnTo>
                    <a:pt x="2677925" y="81296"/>
                  </a:lnTo>
                  <a:lnTo>
                    <a:pt x="2678996" y="81792"/>
                  </a:lnTo>
                  <a:lnTo>
                    <a:pt x="2680068" y="82287"/>
                  </a:lnTo>
                  <a:lnTo>
                    <a:pt x="2681140" y="82784"/>
                  </a:lnTo>
                  <a:lnTo>
                    <a:pt x="2682211" y="83281"/>
                  </a:lnTo>
                  <a:lnTo>
                    <a:pt x="2683283" y="83779"/>
                  </a:lnTo>
                  <a:lnTo>
                    <a:pt x="2684354" y="84278"/>
                  </a:lnTo>
                  <a:lnTo>
                    <a:pt x="2685426" y="84777"/>
                  </a:lnTo>
                  <a:lnTo>
                    <a:pt x="2686498" y="85278"/>
                  </a:lnTo>
                  <a:lnTo>
                    <a:pt x="2687569" y="85779"/>
                  </a:lnTo>
                  <a:lnTo>
                    <a:pt x="2688641" y="86280"/>
                  </a:lnTo>
                  <a:lnTo>
                    <a:pt x="2689712" y="86782"/>
                  </a:lnTo>
                  <a:lnTo>
                    <a:pt x="2690784" y="87285"/>
                  </a:lnTo>
                  <a:lnTo>
                    <a:pt x="2691856" y="87789"/>
                  </a:lnTo>
                  <a:lnTo>
                    <a:pt x="2692927" y="88293"/>
                  </a:lnTo>
                  <a:lnTo>
                    <a:pt x="2693999" y="88798"/>
                  </a:lnTo>
                  <a:lnTo>
                    <a:pt x="2695070" y="89304"/>
                  </a:lnTo>
                  <a:lnTo>
                    <a:pt x="2696142" y="89810"/>
                  </a:lnTo>
                  <a:lnTo>
                    <a:pt x="2697214" y="90317"/>
                  </a:lnTo>
                  <a:lnTo>
                    <a:pt x="2698285" y="90825"/>
                  </a:lnTo>
                  <a:lnTo>
                    <a:pt x="2699357" y="91333"/>
                  </a:lnTo>
                  <a:lnTo>
                    <a:pt x="2700428" y="91842"/>
                  </a:lnTo>
                  <a:lnTo>
                    <a:pt x="2701500" y="92351"/>
                  </a:lnTo>
                  <a:lnTo>
                    <a:pt x="2702572" y="92861"/>
                  </a:lnTo>
                  <a:lnTo>
                    <a:pt x="2703643" y="93372"/>
                  </a:lnTo>
                  <a:lnTo>
                    <a:pt x="2704715" y="93883"/>
                  </a:lnTo>
                  <a:lnTo>
                    <a:pt x="2705786" y="94395"/>
                  </a:lnTo>
                  <a:lnTo>
                    <a:pt x="2706858" y="94907"/>
                  </a:lnTo>
                  <a:lnTo>
                    <a:pt x="2707930" y="95420"/>
                  </a:lnTo>
                  <a:lnTo>
                    <a:pt x="2709001" y="95934"/>
                  </a:lnTo>
                  <a:lnTo>
                    <a:pt x="2710073" y="96448"/>
                  </a:lnTo>
                  <a:lnTo>
                    <a:pt x="2711144" y="96963"/>
                  </a:lnTo>
                  <a:lnTo>
                    <a:pt x="2712216" y="97478"/>
                  </a:lnTo>
                  <a:lnTo>
                    <a:pt x="2713288" y="97993"/>
                  </a:lnTo>
                  <a:lnTo>
                    <a:pt x="2714359" y="98510"/>
                  </a:lnTo>
                  <a:lnTo>
                    <a:pt x="2715431" y="99026"/>
                  </a:lnTo>
                  <a:lnTo>
                    <a:pt x="2716502" y="99544"/>
                  </a:lnTo>
                  <a:lnTo>
                    <a:pt x="2717574" y="100061"/>
                  </a:lnTo>
                  <a:lnTo>
                    <a:pt x="2718646" y="100580"/>
                  </a:lnTo>
                  <a:lnTo>
                    <a:pt x="2719717" y="101098"/>
                  </a:lnTo>
                  <a:lnTo>
                    <a:pt x="2720789" y="101618"/>
                  </a:lnTo>
                  <a:lnTo>
                    <a:pt x="2721860" y="102137"/>
                  </a:lnTo>
                  <a:lnTo>
                    <a:pt x="2722932" y="102657"/>
                  </a:lnTo>
                  <a:lnTo>
                    <a:pt x="2724004" y="103178"/>
                  </a:lnTo>
                  <a:lnTo>
                    <a:pt x="2725075" y="103699"/>
                  </a:lnTo>
                  <a:lnTo>
                    <a:pt x="2726147" y="104221"/>
                  </a:lnTo>
                  <a:lnTo>
                    <a:pt x="2727218" y="104743"/>
                  </a:lnTo>
                  <a:lnTo>
                    <a:pt x="2728290" y="105265"/>
                  </a:lnTo>
                  <a:lnTo>
                    <a:pt x="2729362" y="105788"/>
                  </a:lnTo>
                  <a:lnTo>
                    <a:pt x="2730433" y="106311"/>
                  </a:lnTo>
                  <a:lnTo>
                    <a:pt x="2731505" y="106835"/>
                  </a:lnTo>
                  <a:lnTo>
                    <a:pt x="2732576" y="107359"/>
                  </a:lnTo>
                  <a:lnTo>
                    <a:pt x="2733648" y="107884"/>
                  </a:lnTo>
                  <a:lnTo>
                    <a:pt x="2734720" y="108409"/>
                  </a:lnTo>
                  <a:lnTo>
                    <a:pt x="2735791" y="108934"/>
                  </a:lnTo>
                  <a:lnTo>
                    <a:pt x="2736863" y="109459"/>
                  </a:lnTo>
                  <a:lnTo>
                    <a:pt x="2737934" y="109986"/>
                  </a:lnTo>
                  <a:lnTo>
                    <a:pt x="2739006" y="110512"/>
                  </a:lnTo>
                  <a:lnTo>
                    <a:pt x="2740078" y="111039"/>
                  </a:lnTo>
                  <a:lnTo>
                    <a:pt x="2741149" y="111566"/>
                  </a:lnTo>
                  <a:lnTo>
                    <a:pt x="2742221" y="112093"/>
                  </a:lnTo>
                  <a:lnTo>
                    <a:pt x="2743292" y="112621"/>
                  </a:lnTo>
                  <a:lnTo>
                    <a:pt x="2744364" y="113149"/>
                  </a:lnTo>
                  <a:lnTo>
                    <a:pt x="2745436" y="113678"/>
                  </a:lnTo>
                  <a:lnTo>
                    <a:pt x="2746507" y="114207"/>
                  </a:lnTo>
                  <a:lnTo>
                    <a:pt x="2747579" y="114736"/>
                  </a:lnTo>
                  <a:lnTo>
                    <a:pt x="2748650" y="115265"/>
                  </a:lnTo>
                  <a:lnTo>
                    <a:pt x="2749722" y="115795"/>
                  </a:lnTo>
                  <a:lnTo>
                    <a:pt x="2750794" y="116325"/>
                  </a:lnTo>
                  <a:lnTo>
                    <a:pt x="2751865" y="116855"/>
                  </a:lnTo>
                  <a:lnTo>
                    <a:pt x="2752937" y="117386"/>
                  </a:lnTo>
                  <a:lnTo>
                    <a:pt x="2754008" y="117916"/>
                  </a:lnTo>
                  <a:lnTo>
                    <a:pt x="2755080" y="118448"/>
                  </a:lnTo>
                  <a:lnTo>
                    <a:pt x="2756152" y="118979"/>
                  </a:lnTo>
                  <a:lnTo>
                    <a:pt x="2757223" y="119511"/>
                  </a:lnTo>
                  <a:lnTo>
                    <a:pt x="2758295" y="120042"/>
                  </a:lnTo>
                  <a:lnTo>
                    <a:pt x="2759366" y="120575"/>
                  </a:lnTo>
                  <a:lnTo>
                    <a:pt x="2760438" y="121107"/>
                  </a:lnTo>
                  <a:lnTo>
                    <a:pt x="2761510" y="121639"/>
                  </a:lnTo>
                  <a:lnTo>
                    <a:pt x="2762581" y="122172"/>
                  </a:lnTo>
                  <a:lnTo>
                    <a:pt x="2763653" y="122705"/>
                  </a:lnTo>
                  <a:lnTo>
                    <a:pt x="2764724" y="123238"/>
                  </a:lnTo>
                  <a:lnTo>
                    <a:pt x="2765796" y="123772"/>
                  </a:lnTo>
                  <a:lnTo>
                    <a:pt x="2766868" y="124305"/>
                  </a:lnTo>
                  <a:lnTo>
                    <a:pt x="2767939" y="124839"/>
                  </a:lnTo>
                  <a:lnTo>
                    <a:pt x="2769011" y="125373"/>
                  </a:lnTo>
                  <a:lnTo>
                    <a:pt x="2770082" y="125907"/>
                  </a:lnTo>
                  <a:lnTo>
                    <a:pt x="2771154" y="126442"/>
                  </a:lnTo>
                  <a:lnTo>
                    <a:pt x="2772226" y="126976"/>
                  </a:lnTo>
                  <a:lnTo>
                    <a:pt x="2773297" y="127511"/>
                  </a:lnTo>
                  <a:lnTo>
                    <a:pt x="2774369" y="128046"/>
                  </a:lnTo>
                  <a:lnTo>
                    <a:pt x="2775440" y="128580"/>
                  </a:lnTo>
                  <a:lnTo>
                    <a:pt x="2776512" y="129116"/>
                  </a:lnTo>
                  <a:lnTo>
                    <a:pt x="2777584" y="129651"/>
                  </a:lnTo>
                  <a:lnTo>
                    <a:pt x="2778655" y="130186"/>
                  </a:lnTo>
                  <a:lnTo>
                    <a:pt x="2779727" y="130721"/>
                  </a:lnTo>
                  <a:lnTo>
                    <a:pt x="2780798" y="131257"/>
                  </a:lnTo>
                  <a:lnTo>
                    <a:pt x="2781870" y="131793"/>
                  </a:lnTo>
                  <a:lnTo>
                    <a:pt x="2782942" y="132328"/>
                  </a:lnTo>
                  <a:lnTo>
                    <a:pt x="2784013" y="132864"/>
                  </a:lnTo>
                  <a:lnTo>
                    <a:pt x="2785085" y="133400"/>
                  </a:lnTo>
                  <a:lnTo>
                    <a:pt x="2786156" y="133936"/>
                  </a:lnTo>
                  <a:lnTo>
                    <a:pt x="2787228" y="134472"/>
                  </a:lnTo>
                  <a:lnTo>
                    <a:pt x="2788300" y="135008"/>
                  </a:lnTo>
                  <a:lnTo>
                    <a:pt x="2789371" y="135544"/>
                  </a:lnTo>
                  <a:lnTo>
                    <a:pt x="2790443" y="136081"/>
                  </a:lnTo>
                  <a:lnTo>
                    <a:pt x="2791514" y="136617"/>
                  </a:lnTo>
                  <a:lnTo>
                    <a:pt x="2792586" y="137153"/>
                  </a:lnTo>
                  <a:lnTo>
                    <a:pt x="2793658" y="137690"/>
                  </a:lnTo>
                  <a:lnTo>
                    <a:pt x="2794729" y="138226"/>
                  </a:lnTo>
                  <a:lnTo>
                    <a:pt x="2795801" y="138762"/>
                  </a:lnTo>
                  <a:lnTo>
                    <a:pt x="2796872" y="139299"/>
                  </a:lnTo>
                  <a:lnTo>
                    <a:pt x="2797944" y="139835"/>
                  </a:lnTo>
                  <a:lnTo>
                    <a:pt x="2799016" y="140372"/>
                  </a:lnTo>
                  <a:lnTo>
                    <a:pt x="2800087" y="140908"/>
                  </a:lnTo>
                  <a:lnTo>
                    <a:pt x="2801159" y="141445"/>
                  </a:lnTo>
                  <a:lnTo>
                    <a:pt x="2802230" y="141981"/>
                  </a:lnTo>
                  <a:lnTo>
                    <a:pt x="2803302" y="142517"/>
                  </a:lnTo>
                  <a:lnTo>
                    <a:pt x="2804374" y="143054"/>
                  </a:lnTo>
                  <a:lnTo>
                    <a:pt x="2805445" y="143590"/>
                  </a:lnTo>
                  <a:lnTo>
                    <a:pt x="2806517" y="144126"/>
                  </a:lnTo>
                  <a:lnTo>
                    <a:pt x="2807588" y="144663"/>
                  </a:lnTo>
                  <a:lnTo>
                    <a:pt x="2808660" y="145199"/>
                  </a:lnTo>
                  <a:lnTo>
                    <a:pt x="2809732" y="145735"/>
                  </a:lnTo>
                  <a:lnTo>
                    <a:pt x="2810803" y="146271"/>
                  </a:lnTo>
                  <a:lnTo>
                    <a:pt x="2811875" y="146807"/>
                  </a:lnTo>
                  <a:lnTo>
                    <a:pt x="2812946" y="147343"/>
                  </a:lnTo>
                  <a:lnTo>
                    <a:pt x="2814018" y="147879"/>
                  </a:lnTo>
                  <a:lnTo>
                    <a:pt x="2815090" y="148415"/>
                  </a:lnTo>
                  <a:lnTo>
                    <a:pt x="2816161" y="148950"/>
                  </a:lnTo>
                  <a:lnTo>
                    <a:pt x="2817233" y="149486"/>
                  </a:lnTo>
                  <a:lnTo>
                    <a:pt x="2818304" y="150021"/>
                  </a:lnTo>
                  <a:lnTo>
                    <a:pt x="2819376" y="150557"/>
                  </a:lnTo>
                  <a:lnTo>
                    <a:pt x="2820448" y="151092"/>
                  </a:lnTo>
                  <a:lnTo>
                    <a:pt x="2821519" y="151627"/>
                  </a:lnTo>
                  <a:lnTo>
                    <a:pt x="2822591" y="152162"/>
                  </a:lnTo>
                  <a:lnTo>
                    <a:pt x="2823662" y="152697"/>
                  </a:lnTo>
                  <a:lnTo>
                    <a:pt x="2824734" y="153232"/>
                  </a:lnTo>
                  <a:lnTo>
                    <a:pt x="2825806" y="153766"/>
                  </a:lnTo>
                  <a:lnTo>
                    <a:pt x="2826877" y="154301"/>
                  </a:lnTo>
                  <a:lnTo>
                    <a:pt x="2827949" y="154835"/>
                  </a:lnTo>
                  <a:lnTo>
                    <a:pt x="2829020" y="155369"/>
                  </a:lnTo>
                  <a:lnTo>
                    <a:pt x="2830092" y="155903"/>
                  </a:lnTo>
                  <a:lnTo>
                    <a:pt x="2831164" y="156437"/>
                  </a:lnTo>
                  <a:lnTo>
                    <a:pt x="2832235" y="156971"/>
                  </a:lnTo>
                  <a:lnTo>
                    <a:pt x="2833307" y="157504"/>
                  </a:lnTo>
                  <a:lnTo>
                    <a:pt x="2834378" y="158037"/>
                  </a:lnTo>
                  <a:lnTo>
                    <a:pt x="2835450" y="158570"/>
                  </a:lnTo>
                  <a:lnTo>
                    <a:pt x="2836522" y="159103"/>
                  </a:lnTo>
                  <a:lnTo>
                    <a:pt x="2837593" y="159636"/>
                  </a:lnTo>
                  <a:lnTo>
                    <a:pt x="2838665" y="160168"/>
                  </a:lnTo>
                  <a:lnTo>
                    <a:pt x="2839736" y="160700"/>
                  </a:lnTo>
                  <a:lnTo>
                    <a:pt x="2840808" y="161232"/>
                  </a:lnTo>
                  <a:lnTo>
                    <a:pt x="2841879" y="161764"/>
                  </a:lnTo>
                  <a:lnTo>
                    <a:pt x="2842951" y="162296"/>
                  </a:lnTo>
                  <a:lnTo>
                    <a:pt x="2844023" y="162827"/>
                  </a:lnTo>
                  <a:lnTo>
                    <a:pt x="2845094" y="163358"/>
                  </a:lnTo>
                  <a:lnTo>
                    <a:pt x="2846166" y="163889"/>
                  </a:lnTo>
                  <a:lnTo>
                    <a:pt x="2847237" y="164419"/>
                  </a:lnTo>
                  <a:lnTo>
                    <a:pt x="2848309" y="164950"/>
                  </a:lnTo>
                  <a:lnTo>
                    <a:pt x="2849381" y="165480"/>
                  </a:lnTo>
                  <a:lnTo>
                    <a:pt x="2850452" y="166009"/>
                  </a:lnTo>
                  <a:lnTo>
                    <a:pt x="2851524" y="166539"/>
                  </a:lnTo>
                  <a:lnTo>
                    <a:pt x="2852595" y="167068"/>
                  </a:lnTo>
                  <a:lnTo>
                    <a:pt x="2853667" y="167597"/>
                  </a:lnTo>
                  <a:lnTo>
                    <a:pt x="2854739" y="168126"/>
                  </a:lnTo>
                  <a:lnTo>
                    <a:pt x="2855810" y="168654"/>
                  </a:lnTo>
                  <a:lnTo>
                    <a:pt x="2856882" y="169182"/>
                  </a:lnTo>
                  <a:lnTo>
                    <a:pt x="2857953" y="169710"/>
                  </a:lnTo>
                  <a:lnTo>
                    <a:pt x="2859025" y="170237"/>
                  </a:lnTo>
                  <a:lnTo>
                    <a:pt x="2860097" y="170764"/>
                  </a:lnTo>
                  <a:lnTo>
                    <a:pt x="2861168" y="171291"/>
                  </a:lnTo>
                  <a:lnTo>
                    <a:pt x="2862240" y="171817"/>
                  </a:lnTo>
                  <a:lnTo>
                    <a:pt x="2863311" y="172343"/>
                  </a:lnTo>
                  <a:lnTo>
                    <a:pt x="2864383" y="172869"/>
                  </a:lnTo>
                  <a:lnTo>
                    <a:pt x="2865455" y="173395"/>
                  </a:lnTo>
                  <a:lnTo>
                    <a:pt x="2866526" y="173920"/>
                  </a:lnTo>
                  <a:lnTo>
                    <a:pt x="2867598" y="174444"/>
                  </a:lnTo>
                  <a:lnTo>
                    <a:pt x="2868669" y="174969"/>
                  </a:lnTo>
                  <a:lnTo>
                    <a:pt x="2869741" y="175493"/>
                  </a:lnTo>
                  <a:lnTo>
                    <a:pt x="2870813" y="176016"/>
                  </a:lnTo>
                  <a:lnTo>
                    <a:pt x="2871884" y="176540"/>
                  </a:lnTo>
                  <a:lnTo>
                    <a:pt x="2872956" y="177062"/>
                  </a:lnTo>
                  <a:lnTo>
                    <a:pt x="2874027" y="177585"/>
                  </a:lnTo>
                  <a:lnTo>
                    <a:pt x="2875099" y="178107"/>
                  </a:lnTo>
                  <a:lnTo>
                    <a:pt x="2876171" y="178629"/>
                  </a:lnTo>
                  <a:lnTo>
                    <a:pt x="2877242" y="179150"/>
                  </a:lnTo>
                  <a:lnTo>
                    <a:pt x="2878314" y="179671"/>
                  </a:lnTo>
                  <a:lnTo>
                    <a:pt x="2879385" y="180192"/>
                  </a:lnTo>
                  <a:lnTo>
                    <a:pt x="2880457" y="180712"/>
                  </a:lnTo>
                  <a:lnTo>
                    <a:pt x="2881529" y="181231"/>
                  </a:lnTo>
                  <a:lnTo>
                    <a:pt x="2882600" y="181751"/>
                  </a:lnTo>
                  <a:lnTo>
                    <a:pt x="2883672" y="182269"/>
                  </a:lnTo>
                  <a:lnTo>
                    <a:pt x="2884743" y="182788"/>
                  </a:lnTo>
                  <a:lnTo>
                    <a:pt x="2885815" y="183306"/>
                  </a:lnTo>
                  <a:lnTo>
                    <a:pt x="2886887" y="183823"/>
                  </a:lnTo>
                  <a:lnTo>
                    <a:pt x="2887958" y="184340"/>
                  </a:lnTo>
                  <a:lnTo>
                    <a:pt x="2889030" y="184857"/>
                  </a:lnTo>
                  <a:lnTo>
                    <a:pt x="2890101" y="185373"/>
                  </a:lnTo>
                  <a:lnTo>
                    <a:pt x="2891173" y="185889"/>
                  </a:lnTo>
                  <a:lnTo>
                    <a:pt x="2892245" y="186404"/>
                  </a:lnTo>
                  <a:lnTo>
                    <a:pt x="2893316" y="186919"/>
                  </a:lnTo>
                  <a:lnTo>
                    <a:pt x="2894388" y="187433"/>
                  </a:lnTo>
                  <a:lnTo>
                    <a:pt x="2895459" y="187947"/>
                  </a:lnTo>
                  <a:lnTo>
                    <a:pt x="2896531" y="188460"/>
                  </a:lnTo>
                  <a:lnTo>
                    <a:pt x="2897603" y="188973"/>
                  </a:lnTo>
                  <a:lnTo>
                    <a:pt x="2898674" y="189486"/>
                  </a:lnTo>
                  <a:lnTo>
                    <a:pt x="2899746" y="189997"/>
                  </a:lnTo>
                  <a:lnTo>
                    <a:pt x="2900817" y="190509"/>
                  </a:lnTo>
                  <a:lnTo>
                    <a:pt x="2901889" y="191020"/>
                  </a:lnTo>
                  <a:lnTo>
                    <a:pt x="2902961" y="191530"/>
                  </a:lnTo>
                  <a:lnTo>
                    <a:pt x="2904032" y="192040"/>
                  </a:lnTo>
                  <a:lnTo>
                    <a:pt x="2905104" y="192549"/>
                  </a:lnTo>
                  <a:lnTo>
                    <a:pt x="2906175" y="193058"/>
                  </a:lnTo>
                  <a:lnTo>
                    <a:pt x="2907247" y="193566"/>
                  </a:lnTo>
                  <a:lnTo>
                    <a:pt x="2908319" y="194074"/>
                  </a:lnTo>
                  <a:lnTo>
                    <a:pt x="2909390" y="194581"/>
                  </a:lnTo>
                  <a:lnTo>
                    <a:pt x="2910462" y="195088"/>
                  </a:lnTo>
                  <a:lnTo>
                    <a:pt x="2911533" y="195594"/>
                  </a:lnTo>
                  <a:lnTo>
                    <a:pt x="2912605" y="196100"/>
                  </a:lnTo>
                  <a:lnTo>
                    <a:pt x="2913677" y="196605"/>
                  </a:lnTo>
                  <a:lnTo>
                    <a:pt x="2914748" y="197109"/>
                  </a:lnTo>
                  <a:lnTo>
                    <a:pt x="2915820" y="197613"/>
                  </a:lnTo>
                  <a:lnTo>
                    <a:pt x="2916891" y="198117"/>
                  </a:lnTo>
                  <a:lnTo>
                    <a:pt x="2917963" y="198619"/>
                  </a:lnTo>
                  <a:lnTo>
                    <a:pt x="2919035" y="199122"/>
                  </a:lnTo>
                  <a:lnTo>
                    <a:pt x="2920106" y="199623"/>
                  </a:lnTo>
                  <a:lnTo>
                    <a:pt x="2921178" y="200124"/>
                  </a:lnTo>
                  <a:lnTo>
                    <a:pt x="2922249" y="200625"/>
                  </a:lnTo>
                  <a:lnTo>
                    <a:pt x="2923321" y="201125"/>
                  </a:lnTo>
                  <a:lnTo>
                    <a:pt x="2924393" y="201624"/>
                  </a:lnTo>
                  <a:lnTo>
                    <a:pt x="2925464" y="202123"/>
                  </a:lnTo>
                  <a:lnTo>
                    <a:pt x="2926536" y="202621"/>
                  </a:lnTo>
                  <a:lnTo>
                    <a:pt x="2927607" y="203118"/>
                  </a:lnTo>
                  <a:lnTo>
                    <a:pt x="2928679" y="203615"/>
                  </a:lnTo>
                  <a:lnTo>
                    <a:pt x="2929751" y="204112"/>
                  </a:lnTo>
                  <a:lnTo>
                    <a:pt x="2930822" y="204607"/>
                  </a:lnTo>
                  <a:lnTo>
                    <a:pt x="2931894" y="205102"/>
                  </a:lnTo>
                  <a:lnTo>
                    <a:pt x="2932965" y="205597"/>
                  </a:lnTo>
                  <a:lnTo>
                    <a:pt x="2934037" y="206091"/>
                  </a:lnTo>
                  <a:lnTo>
                    <a:pt x="2935109" y="206584"/>
                  </a:lnTo>
                  <a:lnTo>
                    <a:pt x="2936180" y="207076"/>
                  </a:lnTo>
                  <a:lnTo>
                    <a:pt x="2937252" y="207568"/>
                  </a:lnTo>
                  <a:lnTo>
                    <a:pt x="2938323" y="208060"/>
                  </a:lnTo>
                  <a:lnTo>
                    <a:pt x="2939395" y="208550"/>
                  </a:lnTo>
                  <a:lnTo>
                    <a:pt x="2940467" y="209040"/>
                  </a:lnTo>
                  <a:lnTo>
                    <a:pt x="2941538" y="209530"/>
                  </a:lnTo>
                  <a:lnTo>
                    <a:pt x="2942610" y="210018"/>
                  </a:lnTo>
                  <a:lnTo>
                    <a:pt x="2943681" y="210506"/>
                  </a:lnTo>
                  <a:lnTo>
                    <a:pt x="2944753" y="210994"/>
                  </a:lnTo>
                  <a:lnTo>
                    <a:pt x="2945825" y="211480"/>
                  </a:lnTo>
                  <a:lnTo>
                    <a:pt x="2946896" y="211966"/>
                  </a:lnTo>
                  <a:lnTo>
                    <a:pt x="2947968" y="212452"/>
                  </a:lnTo>
                  <a:lnTo>
                    <a:pt x="2949039" y="212936"/>
                  </a:lnTo>
                  <a:lnTo>
                    <a:pt x="2950111" y="213420"/>
                  </a:lnTo>
                  <a:lnTo>
                    <a:pt x="2951183" y="213904"/>
                  </a:lnTo>
                  <a:lnTo>
                    <a:pt x="2952254" y="214386"/>
                  </a:lnTo>
                  <a:lnTo>
                    <a:pt x="2953326" y="214868"/>
                  </a:lnTo>
                  <a:lnTo>
                    <a:pt x="2954397" y="215350"/>
                  </a:lnTo>
                  <a:lnTo>
                    <a:pt x="2955469" y="215830"/>
                  </a:lnTo>
                  <a:lnTo>
                    <a:pt x="2956541" y="216310"/>
                  </a:lnTo>
                  <a:lnTo>
                    <a:pt x="2957612" y="216789"/>
                  </a:lnTo>
                  <a:lnTo>
                    <a:pt x="2958684" y="217268"/>
                  </a:lnTo>
                  <a:lnTo>
                    <a:pt x="2959755" y="217745"/>
                  </a:lnTo>
                  <a:lnTo>
                    <a:pt x="2960827" y="218222"/>
                  </a:lnTo>
                  <a:lnTo>
                    <a:pt x="2961899" y="218699"/>
                  </a:lnTo>
                  <a:lnTo>
                    <a:pt x="2962970" y="219174"/>
                  </a:lnTo>
                  <a:lnTo>
                    <a:pt x="2964042" y="219649"/>
                  </a:lnTo>
                  <a:lnTo>
                    <a:pt x="2965113" y="220123"/>
                  </a:lnTo>
                  <a:lnTo>
                    <a:pt x="2966185" y="220597"/>
                  </a:lnTo>
                  <a:lnTo>
                    <a:pt x="2967257" y="221069"/>
                  </a:lnTo>
                  <a:lnTo>
                    <a:pt x="2968328" y="221541"/>
                  </a:lnTo>
                  <a:lnTo>
                    <a:pt x="2969400" y="222012"/>
                  </a:lnTo>
                  <a:lnTo>
                    <a:pt x="2970471" y="222483"/>
                  </a:lnTo>
                  <a:lnTo>
                    <a:pt x="2971543" y="222953"/>
                  </a:lnTo>
                  <a:lnTo>
                    <a:pt x="2972615" y="223422"/>
                  </a:lnTo>
                  <a:lnTo>
                    <a:pt x="2973686" y="223890"/>
                  </a:lnTo>
                  <a:lnTo>
                    <a:pt x="2974758" y="224357"/>
                  </a:lnTo>
                  <a:lnTo>
                    <a:pt x="2975829" y="224824"/>
                  </a:lnTo>
                  <a:lnTo>
                    <a:pt x="2976901" y="225290"/>
                  </a:lnTo>
                  <a:lnTo>
                    <a:pt x="2977973" y="225755"/>
                  </a:lnTo>
                  <a:lnTo>
                    <a:pt x="2979044" y="226220"/>
                  </a:lnTo>
                  <a:lnTo>
                    <a:pt x="2980116" y="226683"/>
                  </a:lnTo>
                  <a:lnTo>
                    <a:pt x="2981187" y="227146"/>
                  </a:lnTo>
                  <a:lnTo>
                    <a:pt x="2982259" y="227608"/>
                  </a:lnTo>
                  <a:lnTo>
                    <a:pt x="2983331" y="228070"/>
                  </a:lnTo>
                  <a:lnTo>
                    <a:pt x="2984402" y="228530"/>
                  </a:lnTo>
                  <a:lnTo>
                    <a:pt x="2985474" y="228990"/>
                  </a:lnTo>
                  <a:lnTo>
                    <a:pt x="2986545" y="229449"/>
                  </a:lnTo>
                  <a:lnTo>
                    <a:pt x="2987617" y="229907"/>
                  </a:lnTo>
                  <a:lnTo>
                    <a:pt x="2988689" y="230365"/>
                  </a:lnTo>
                  <a:lnTo>
                    <a:pt x="2989760" y="230821"/>
                  </a:lnTo>
                  <a:lnTo>
                    <a:pt x="2990832" y="231277"/>
                  </a:lnTo>
                  <a:lnTo>
                    <a:pt x="2991903" y="231732"/>
                  </a:lnTo>
                  <a:lnTo>
                    <a:pt x="2992975" y="232186"/>
                  </a:lnTo>
                  <a:lnTo>
                    <a:pt x="2994047" y="232640"/>
                  </a:lnTo>
                  <a:lnTo>
                    <a:pt x="2995118" y="233092"/>
                  </a:lnTo>
                  <a:lnTo>
                    <a:pt x="2996190" y="233544"/>
                  </a:lnTo>
                  <a:lnTo>
                    <a:pt x="2997261" y="233995"/>
                  </a:lnTo>
                  <a:lnTo>
                    <a:pt x="2998333" y="234446"/>
                  </a:lnTo>
                  <a:lnTo>
                    <a:pt x="2999405" y="234895"/>
                  </a:lnTo>
                  <a:lnTo>
                    <a:pt x="3000476" y="235343"/>
                  </a:lnTo>
                  <a:lnTo>
                    <a:pt x="3001548" y="235791"/>
                  </a:lnTo>
                  <a:lnTo>
                    <a:pt x="3002619" y="236238"/>
                  </a:lnTo>
                  <a:lnTo>
                    <a:pt x="3003691" y="236684"/>
                  </a:lnTo>
                  <a:lnTo>
                    <a:pt x="3004763" y="237130"/>
                  </a:lnTo>
                  <a:lnTo>
                    <a:pt x="3005834" y="237574"/>
                  </a:lnTo>
                  <a:lnTo>
                    <a:pt x="3006906" y="238018"/>
                  </a:lnTo>
                  <a:lnTo>
                    <a:pt x="3007977" y="238460"/>
                  </a:lnTo>
                  <a:lnTo>
                    <a:pt x="3009049" y="238902"/>
                  </a:lnTo>
                  <a:lnTo>
                    <a:pt x="3010121" y="239344"/>
                  </a:lnTo>
                  <a:lnTo>
                    <a:pt x="3011192" y="239784"/>
                  </a:lnTo>
                  <a:lnTo>
                    <a:pt x="3012264" y="240223"/>
                  </a:lnTo>
                  <a:lnTo>
                    <a:pt x="3013335" y="240662"/>
                  </a:lnTo>
                  <a:lnTo>
                    <a:pt x="3014407" y="241100"/>
                  </a:lnTo>
                  <a:lnTo>
                    <a:pt x="3015479" y="241536"/>
                  </a:lnTo>
                  <a:lnTo>
                    <a:pt x="3016550" y="241973"/>
                  </a:lnTo>
                  <a:lnTo>
                    <a:pt x="3017622" y="242408"/>
                  </a:lnTo>
                  <a:lnTo>
                    <a:pt x="3018693" y="242842"/>
                  </a:lnTo>
                  <a:lnTo>
                    <a:pt x="3019765" y="243276"/>
                  </a:lnTo>
                  <a:lnTo>
                    <a:pt x="3020836" y="243708"/>
                  </a:lnTo>
                  <a:lnTo>
                    <a:pt x="3021908" y="244140"/>
                  </a:lnTo>
                  <a:lnTo>
                    <a:pt x="3022980" y="244571"/>
                  </a:lnTo>
                  <a:lnTo>
                    <a:pt x="3024051" y="245001"/>
                  </a:lnTo>
                  <a:lnTo>
                    <a:pt x="3025123" y="245430"/>
                  </a:lnTo>
                  <a:lnTo>
                    <a:pt x="3026194" y="245858"/>
                  </a:lnTo>
                  <a:lnTo>
                    <a:pt x="3027266" y="246286"/>
                  </a:lnTo>
                  <a:lnTo>
                    <a:pt x="3028338" y="246712"/>
                  </a:lnTo>
                  <a:lnTo>
                    <a:pt x="3029409" y="247138"/>
                  </a:lnTo>
                  <a:lnTo>
                    <a:pt x="3030481" y="247563"/>
                  </a:lnTo>
                  <a:lnTo>
                    <a:pt x="3031552" y="247987"/>
                  </a:lnTo>
                  <a:lnTo>
                    <a:pt x="3032624" y="248410"/>
                  </a:lnTo>
                  <a:lnTo>
                    <a:pt x="3033696" y="248832"/>
                  </a:lnTo>
                  <a:lnTo>
                    <a:pt x="3034767" y="249253"/>
                  </a:lnTo>
                  <a:lnTo>
                    <a:pt x="3035839" y="249674"/>
                  </a:lnTo>
                  <a:lnTo>
                    <a:pt x="3036910" y="250093"/>
                  </a:lnTo>
                  <a:lnTo>
                    <a:pt x="3037982" y="250512"/>
                  </a:lnTo>
                  <a:lnTo>
                    <a:pt x="3039054" y="250929"/>
                  </a:lnTo>
                  <a:lnTo>
                    <a:pt x="3040125" y="251346"/>
                  </a:lnTo>
                  <a:lnTo>
                    <a:pt x="3041197" y="251762"/>
                  </a:lnTo>
                  <a:lnTo>
                    <a:pt x="3042268" y="252177"/>
                  </a:lnTo>
                  <a:lnTo>
                    <a:pt x="3043340" y="252591"/>
                  </a:lnTo>
                  <a:lnTo>
                    <a:pt x="3044412" y="253005"/>
                  </a:lnTo>
                  <a:lnTo>
                    <a:pt x="3045483" y="253417"/>
                  </a:lnTo>
                  <a:lnTo>
                    <a:pt x="3046555" y="253829"/>
                  </a:lnTo>
                  <a:lnTo>
                    <a:pt x="3047626" y="254239"/>
                  </a:lnTo>
                  <a:lnTo>
                    <a:pt x="3048698" y="254649"/>
                  </a:lnTo>
                  <a:lnTo>
                    <a:pt x="3049770" y="255057"/>
                  </a:lnTo>
                  <a:lnTo>
                    <a:pt x="3050841" y="255465"/>
                  </a:lnTo>
                  <a:lnTo>
                    <a:pt x="3051913" y="255872"/>
                  </a:lnTo>
                  <a:lnTo>
                    <a:pt x="3052984" y="256278"/>
                  </a:lnTo>
                  <a:lnTo>
                    <a:pt x="3054056" y="256683"/>
                  </a:lnTo>
                  <a:lnTo>
                    <a:pt x="3055128" y="257088"/>
                  </a:lnTo>
                  <a:lnTo>
                    <a:pt x="3056199" y="257491"/>
                  </a:lnTo>
                  <a:lnTo>
                    <a:pt x="3057271" y="257893"/>
                  </a:lnTo>
                  <a:lnTo>
                    <a:pt x="3058342" y="258295"/>
                  </a:lnTo>
                  <a:lnTo>
                    <a:pt x="3059414" y="258695"/>
                  </a:lnTo>
                  <a:lnTo>
                    <a:pt x="3060486" y="259095"/>
                  </a:lnTo>
                  <a:lnTo>
                    <a:pt x="3061557" y="259493"/>
                  </a:lnTo>
                  <a:lnTo>
                    <a:pt x="3062629" y="259891"/>
                  </a:lnTo>
                  <a:lnTo>
                    <a:pt x="3063700" y="260288"/>
                  </a:lnTo>
                  <a:lnTo>
                    <a:pt x="3064772" y="260684"/>
                  </a:lnTo>
                  <a:lnTo>
                    <a:pt x="3065844" y="261079"/>
                  </a:lnTo>
                  <a:lnTo>
                    <a:pt x="3066915" y="261473"/>
                  </a:lnTo>
                  <a:lnTo>
                    <a:pt x="3067987" y="261866"/>
                  </a:lnTo>
                  <a:lnTo>
                    <a:pt x="3069058" y="262258"/>
                  </a:lnTo>
                  <a:lnTo>
                    <a:pt x="3070130" y="262650"/>
                  </a:lnTo>
                  <a:lnTo>
                    <a:pt x="3071202" y="263040"/>
                  </a:lnTo>
                  <a:lnTo>
                    <a:pt x="3072273" y="263429"/>
                  </a:lnTo>
                  <a:lnTo>
                    <a:pt x="3073345" y="263818"/>
                  </a:lnTo>
                  <a:lnTo>
                    <a:pt x="3074416" y="264205"/>
                  </a:lnTo>
                  <a:lnTo>
                    <a:pt x="3075488" y="264592"/>
                  </a:lnTo>
                  <a:lnTo>
                    <a:pt x="3076560" y="264978"/>
                  </a:lnTo>
                  <a:lnTo>
                    <a:pt x="3077631" y="265362"/>
                  </a:lnTo>
                  <a:lnTo>
                    <a:pt x="3078703" y="265746"/>
                  </a:lnTo>
                  <a:lnTo>
                    <a:pt x="3079774" y="266129"/>
                  </a:lnTo>
                  <a:lnTo>
                    <a:pt x="3080846" y="266511"/>
                  </a:lnTo>
                  <a:lnTo>
                    <a:pt x="3081918" y="266892"/>
                  </a:lnTo>
                  <a:lnTo>
                    <a:pt x="3082989" y="267272"/>
                  </a:lnTo>
                  <a:lnTo>
                    <a:pt x="3084061" y="267651"/>
                  </a:lnTo>
                  <a:lnTo>
                    <a:pt x="3085132" y="268029"/>
                  </a:lnTo>
                  <a:lnTo>
                    <a:pt x="3086204" y="268406"/>
                  </a:lnTo>
                  <a:lnTo>
                    <a:pt x="3087276" y="268783"/>
                  </a:lnTo>
                  <a:lnTo>
                    <a:pt x="3088347" y="269158"/>
                  </a:lnTo>
                  <a:lnTo>
                    <a:pt x="3089419" y="269532"/>
                  </a:lnTo>
                  <a:lnTo>
                    <a:pt x="3090490" y="269906"/>
                  </a:lnTo>
                  <a:lnTo>
                    <a:pt x="3091562" y="270278"/>
                  </a:lnTo>
                  <a:lnTo>
                    <a:pt x="3092634" y="270650"/>
                  </a:lnTo>
                  <a:lnTo>
                    <a:pt x="3093705" y="271020"/>
                  </a:lnTo>
                  <a:lnTo>
                    <a:pt x="3094777" y="271390"/>
                  </a:lnTo>
                  <a:lnTo>
                    <a:pt x="3095848" y="271759"/>
                  </a:lnTo>
                  <a:lnTo>
                    <a:pt x="3096920" y="272126"/>
                  </a:lnTo>
                  <a:lnTo>
                    <a:pt x="3097992" y="272493"/>
                  </a:lnTo>
                  <a:lnTo>
                    <a:pt x="3099063" y="272859"/>
                  </a:lnTo>
                  <a:lnTo>
                    <a:pt x="3100135" y="273224"/>
                  </a:lnTo>
                  <a:lnTo>
                    <a:pt x="3101206" y="273588"/>
                  </a:lnTo>
                  <a:lnTo>
                    <a:pt x="3102278" y="273951"/>
                  </a:lnTo>
                  <a:lnTo>
                    <a:pt x="3103350" y="274313"/>
                  </a:lnTo>
                  <a:lnTo>
                    <a:pt x="3104421" y="274674"/>
                  </a:lnTo>
                  <a:lnTo>
                    <a:pt x="3105493" y="275034"/>
                  </a:lnTo>
                  <a:lnTo>
                    <a:pt x="3106564" y="275393"/>
                  </a:lnTo>
                  <a:lnTo>
                    <a:pt x="3107636" y="275751"/>
                  </a:lnTo>
                  <a:lnTo>
                    <a:pt x="3108708" y="276109"/>
                  </a:lnTo>
                  <a:lnTo>
                    <a:pt x="3109779" y="276465"/>
                  </a:lnTo>
                  <a:lnTo>
                    <a:pt x="3110851" y="276820"/>
                  </a:lnTo>
                  <a:lnTo>
                    <a:pt x="3111922" y="277175"/>
                  </a:lnTo>
                  <a:lnTo>
                    <a:pt x="3112994" y="277528"/>
                  </a:lnTo>
                  <a:lnTo>
                    <a:pt x="3114066" y="277881"/>
                  </a:lnTo>
                  <a:lnTo>
                    <a:pt x="3115137" y="278233"/>
                  </a:lnTo>
                  <a:lnTo>
                    <a:pt x="3116209" y="278584"/>
                  </a:lnTo>
                  <a:lnTo>
                    <a:pt x="3117280" y="278933"/>
                  </a:lnTo>
                  <a:lnTo>
                    <a:pt x="3118352" y="279282"/>
                  </a:lnTo>
                  <a:lnTo>
                    <a:pt x="3119424" y="279630"/>
                  </a:lnTo>
                  <a:lnTo>
                    <a:pt x="3120495" y="279977"/>
                  </a:lnTo>
                  <a:lnTo>
                    <a:pt x="3121567" y="280323"/>
                  </a:lnTo>
                  <a:lnTo>
                    <a:pt x="3122638" y="280669"/>
                  </a:lnTo>
                  <a:lnTo>
                    <a:pt x="3123710" y="281013"/>
                  </a:lnTo>
                  <a:lnTo>
                    <a:pt x="3124782" y="281356"/>
                  </a:lnTo>
                  <a:lnTo>
                    <a:pt x="3125853" y="281699"/>
                  </a:lnTo>
                  <a:lnTo>
                    <a:pt x="3126925" y="282040"/>
                  </a:lnTo>
                  <a:lnTo>
                    <a:pt x="3127996" y="282381"/>
                  </a:lnTo>
                  <a:lnTo>
                    <a:pt x="3129068" y="282721"/>
                  </a:lnTo>
                  <a:lnTo>
                    <a:pt x="3130140" y="283060"/>
                  </a:lnTo>
                  <a:lnTo>
                    <a:pt x="3131211" y="283398"/>
                  </a:lnTo>
                  <a:lnTo>
                    <a:pt x="3132283" y="283735"/>
                  </a:lnTo>
                  <a:lnTo>
                    <a:pt x="3133354" y="284071"/>
                  </a:lnTo>
                  <a:lnTo>
                    <a:pt x="3134426" y="284406"/>
                  </a:lnTo>
                  <a:lnTo>
                    <a:pt x="3135498" y="284740"/>
                  </a:lnTo>
                  <a:lnTo>
                    <a:pt x="3136569" y="285074"/>
                  </a:lnTo>
                  <a:lnTo>
                    <a:pt x="3137641" y="285406"/>
                  </a:lnTo>
                  <a:lnTo>
                    <a:pt x="3138712" y="285738"/>
                  </a:lnTo>
                  <a:lnTo>
                    <a:pt x="3139784" y="286069"/>
                  </a:lnTo>
                  <a:lnTo>
                    <a:pt x="3140856" y="286399"/>
                  </a:lnTo>
                  <a:lnTo>
                    <a:pt x="3141927" y="286728"/>
                  </a:lnTo>
                  <a:lnTo>
                    <a:pt x="3142999" y="287056"/>
                  </a:lnTo>
                  <a:lnTo>
                    <a:pt x="3144070" y="287383"/>
                  </a:lnTo>
                  <a:lnTo>
                    <a:pt x="3145142" y="287709"/>
                  </a:lnTo>
                  <a:lnTo>
                    <a:pt x="3146214" y="288035"/>
                  </a:lnTo>
                  <a:lnTo>
                    <a:pt x="3147285" y="288359"/>
                  </a:lnTo>
                  <a:lnTo>
                    <a:pt x="3148357" y="288683"/>
                  </a:lnTo>
                  <a:lnTo>
                    <a:pt x="3149428" y="289006"/>
                  </a:lnTo>
                  <a:lnTo>
                    <a:pt x="3150500" y="289328"/>
                  </a:lnTo>
                  <a:lnTo>
                    <a:pt x="3151572" y="289649"/>
                  </a:lnTo>
                  <a:lnTo>
                    <a:pt x="3152643" y="289969"/>
                  </a:lnTo>
                  <a:lnTo>
                    <a:pt x="3153715" y="290288"/>
                  </a:lnTo>
                  <a:lnTo>
                    <a:pt x="3154786" y="290607"/>
                  </a:lnTo>
                  <a:lnTo>
                    <a:pt x="3155858" y="290924"/>
                  </a:lnTo>
                  <a:lnTo>
                    <a:pt x="3156930" y="291241"/>
                  </a:lnTo>
                  <a:lnTo>
                    <a:pt x="3158001" y="291557"/>
                  </a:lnTo>
                  <a:lnTo>
                    <a:pt x="3159073" y="291872"/>
                  </a:lnTo>
                  <a:lnTo>
                    <a:pt x="3160144" y="292186"/>
                  </a:lnTo>
                  <a:lnTo>
                    <a:pt x="3161216" y="292499"/>
                  </a:lnTo>
                  <a:lnTo>
                    <a:pt x="3162288" y="292812"/>
                  </a:lnTo>
                  <a:lnTo>
                    <a:pt x="3163359" y="293123"/>
                  </a:lnTo>
                  <a:lnTo>
                    <a:pt x="3164431" y="293434"/>
                  </a:lnTo>
                  <a:lnTo>
                    <a:pt x="3165502" y="293744"/>
                  </a:lnTo>
                  <a:lnTo>
                    <a:pt x="3166574" y="294053"/>
                  </a:lnTo>
                  <a:lnTo>
                    <a:pt x="3167646" y="294361"/>
                  </a:lnTo>
                  <a:lnTo>
                    <a:pt x="3168717" y="294669"/>
                  </a:lnTo>
                  <a:lnTo>
                    <a:pt x="3169789" y="294975"/>
                  </a:lnTo>
                  <a:lnTo>
                    <a:pt x="3170860" y="295281"/>
                  </a:lnTo>
                  <a:lnTo>
                    <a:pt x="3171932" y="295586"/>
                  </a:lnTo>
                  <a:lnTo>
                    <a:pt x="3173004" y="295890"/>
                  </a:lnTo>
                  <a:lnTo>
                    <a:pt x="3174075" y="296193"/>
                  </a:lnTo>
                  <a:lnTo>
                    <a:pt x="3175147" y="296495"/>
                  </a:lnTo>
                  <a:lnTo>
                    <a:pt x="3176218" y="296797"/>
                  </a:lnTo>
                  <a:lnTo>
                    <a:pt x="3177290" y="297097"/>
                  </a:lnTo>
                  <a:lnTo>
                    <a:pt x="3178362" y="297397"/>
                  </a:lnTo>
                  <a:lnTo>
                    <a:pt x="3179433" y="297696"/>
                  </a:lnTo>
                  <a:lnTo>
                    <a:pt x="3180505" y="297994"/>
                  </a:lnTo>
                  <a:lnTo>
                    <a:pt x="3181576" y="298292"/>
                  </a:lnTo>
                  <a:lnTo>
                    <a:pt x="3182648" y="298588"/>
                  </a:lnTo>
                  <a:lnTo>
                    <a:pt x="3183720" y="298884"/>
                  </a:lnTo>
                  <a:lnTo>
                    <a:pt x="3184791" y="299179"/>
                  </a:lnTo>
                  <a:lnTo>
                    <a:pt x="3185863" y="299473"/>
                  </a:lnTo>
                  <a:lnTo>
                    <a:pt x="3186934" y="299766"/>
                  </a:lnTo>
                  <a:lnTo>
                    <a:pt x="3188006" y="300058"/>
                  </a:lnTo>
                  <a:lnTo>
                    <a:pt x="3189078" y="300350"/>
                  </a:lnTo>
                  <a:lnTo>
                    <a:pt x="3190149" y="300641"/>
                  </a:lnTo>
                  <a:lnTo>
                    <a:pt x="3191221" y="300931"/>
                  </a:lnTo>
                  <a:lnTo>
                    <a:pt x="3192292" y="301220"/>
                  </a:lnTo>
                  <a:lnTo>
                    <a:pt x="3193364" y="301508"/>
                  </a:lnTo>
                  <a:lnTo>
                    <a:pt x="3194436" y="301796"/>
                  </a:lnTo>
                  <a:lnTo>
                    <a:pt x="3195507" y="302083"/>
                  </a:lnTo>
                  <a:lnTo>
                    <a:pt x="3196579" y="302369"/>
                  </a:lnTo>
                  <a:lnTo>
                    <a:pt x="3197650" y="302654"/>
                  </a:lnTo>
                  <a:lnTo>
                    <a:pt x="3198722" y="302938"/>
                  </a:lnTo>
                  <a:lnTo>
                    <a:pt x="3199793" y="303222"/>
                  </a:lnTo>
                  <a:lnTo>
                    <a:pt x="3200865" y="303504"/>
                  </a:lnTo>
                  <a:lnTo>
                    <a:pt x="3201937" y="303786"/>
                  </a:lnTo>
                  <a:lnTo>
                    <a:pt x="3203008" y="304068"/>
                  </a:lnTo>
                  <a:lnTo>
                    <a:pt x="3204080" y="304348"/>
                  </a:lnTo>
                  <a:lnTo>
                    <a:pt x="3205151" y="304628"/>
                  </a:lnTo>
                  <a:lnTo>
                    <a:pt x="3206223" y="304906"/>
                  </a:lnTo>
                  <a:lnTo>
                    <a:pt x="3207295" y="305184"/>
                  </a:lnTo>
                  <a:lnTo>
                    <a:pt x="3208366" y="305462"/>
                  </a:lnTo>
                  <a:lnTo>
                    <a:pt x="3209438" y="305738"/>
                  </a:lnTo>
                  <a:lnTo>
                    <a:pt x="3210509" y="306014"/>
                  </a:lnTo>
                  <a:lnTo>
                    <a:pt x="3211581" y="306289"/>
                  </a:lnTo>
                  <a:lnTo>
                    <a:pt x="3212653" y="306563"/>
                  </a:lnTo>
                  <a:lnTo>
                    <a:pt x="3213724" y="306836"/>
                  </a:lnTo>
                  <a:lnTo>
                    <a:pt x="3214796" y="307109"/>
                  </a:lnTo>
                  <a:lnTo>
                    <a:pt x="3215867" y="307381"/>
                  </a:lnTo>
                  <a:lnTo>
                    <a:pt x="3216939" y="307652"/>
                  </a:lnTo>
                  <a:lnTo>
                    <a:pt x="3218011" y="307922"/>
                  </a:lnTo>
                  <a:lnTo>
                    <a:pt x="3219082" y="308192"/>
                  </a:lnTo>
                  <a:lnTo>
                    <a:pt x="3220154" y="308460"/>
                  </a:lnTo>
                  <a:lnTo>
                    <a:pt x="3221225" y="308728"/>
                  </a:lnTo>
                  <a:lnTo>
                    <a:pt x="3222297" y="308995"/>
                  </a:lnTo>
                  <a:lnTo>
                    <a:pt x="3223369" y="309262"/>
                  </a:lnTo>
                  <a:lnTo>
                    <a:pt x="3224440" y="309528"/>
                  </a:lnTo>
                  <a:lnTo>
                    <a:pt x="3225512" y="309793"/>
                  </a:lnTo>
                  <a:lnTo>
                    <a:pt x="3226583" y="310057"/>
                  </a:lnTo>
                  <a:lnTo>
                    <a:pt x="3227655" y="310320"/>
                  </a:lnTo>
                  <a:lnTo>
                    <a:pt x="3228727" y="310583"/>
                  </a:lnTo>
                  <a:lnTo>
                    <a:pt x="3229798" y="310845"/>
                  </a:lnTo>
                  <a:lnTo>
                    <a:pt x="3230870" y="311106"/>
                  </a:lnTo>
                  <a:lnTo>
                    <a:pt x="3231941" y="311366"/>
                  </a:lnTo>
                  <a:lnTo>
                    <a:pt x="3233013" y="311626"/>
                  </a:lnTo>
                  <a:lnTo>
                    <a:pt x="3234085" y="311885"/>
                  </a:lnTo>
                  <a:lnTo>
                    <a:pt x="3235156" y="312143"/>
                  </a:lnTo>
                  <a:lnTo>
                    <a:pt x="3236228" y="312401"/>
                  </a:lnTo>
                  <a:lnTo>
                    <a:pt x="3237299" y="312657"/>
                  </a:lnTo>
                  <a:lnTo>
                    <a:pt x="3238371" y="312913"/>
                  </a:lnTo>
                  <a:lnTo>
                    <a:pt x="3239443" y="313169"/>
                  </a:lnTo>
                  <a:lnTo>
                    <a:pt x="3240514" y="313423"/>
                  </a:lnTo>
                  <a:lnTo>
                    <a:pt x="3241586" y="313677"/>
                  </a:lnTo>
                  <a:lnTo>
                    <a:pt x="3242657" y="313930"/>
                  </a:lnTo>
                  <a:lnTo>
                    <a:pt x="3243729" y="314182"/>
                  </a:lnTo>
                  <a:lnTo>
                    <a:pt x="3244801" y="314434"/>
                  </a:lnTo>
                  <a:lnTo>
                    <a:pt x="3245872" y="314685"/>
                  </a:lnTo>
                  <a:lnTo>
                    <a:pt x="3246944" y="314935"/>
                  </a:lnTo>
                  <a:lnTo>
                    <a:pt x="3248015" y="315184"/>
                  </a:lnTo>
                  <a:lnTo>
                    <a:pt x="3249087" y="315433"/>
                  </a:lnTo>
                  <a:lnTo>
                    <a:pt x="3250159" y="315681"/>
                  </a:lnTo>
                  <a:lnTo>
                    <a:pt x="3251230" y="315928"/>
                  </a:lnTo>
                  <a:lnTo>
                    <a:pt x="3252302" y="316175"/>
                  </a:lnTo>
                  <a:lnTo>
                    <a:pt x="3253373" y="316421"/>
                  </a:lnTo>
                  <a:lnTo>
                    <a:pt x="3254445" y="316666"/>
                  </a:lnTo>
                  <a:lnTo>
                    <a:pt x="3255517" y="316910"/>
                  </a:lnTo>
                  <a:lnTo>
                    <a:pt x="3256588" y="317154"/>
                  </a:lnTo>
                  <a:lnTo>
                    <a:pt x="3257660" y="317397"/>
                  </a:lnTo>
                  <a:lnTo>
                    <a:pt x="3258731" y="317639"/>
                  </a:lnTo>
                  <a:lnTo>
                    <a:pt x="3259803" y="317881"/>
                  </a:lnTo>
                  <a:lnTo>
                    <a:pt x="3260875" y="318121"/>
                  </a:lnTo>
                  <a:lnTo>
                    <a:pt x="3261946" y="318362"/>
                  </a:lnTo>
                  <a:lnTo>
                    <a:pt x="3263018" y="318601"/>
                  </a:lnTo>
                  <a:lnTo>
                    <a:pt x="3264089" y="318840"/>
                  </a:lnTo>
                  <a:lnTo>
                    <a:pt x="3265161" y="319078"/>
                  </a:lnTo>
                  <a:lnTo>
                    <a:pt x="3266233" y="319315"/>
                  </a:lnTo>
                  <a:lnTo>
                    <a:pt x="3267304" y="319552"/>
                  </a:lnTo>
                  <a:lnTo>
                    <a:pt x="3268376" y="319788"/>
                  </a:lnTo>
                  <a:lnTo>
                    <a:pt x="3269447" y="320023"/>
                  </a:lnTo>
                  <a:lnTo>
                    <a:pt x="3270519" y="320258"/>
                  </a:lnTo>
                  <a:lnTo>
                    <a:pt x="3271591" y="320492"/>
                  </a:lnTo>
                  <a:lnTo>
                    <a:pt x="3272662" y="320725"/>
                  </a:lnTo>
                  <a:lnTo>
                    <a:pt x="3273734" y="320957"/>
                  </a:lnTo>
                  <a:lnTo>
                    <a:pt x="3274805" y="321189"/>
                  </a:lnTo>
                  <a:lnTo>
                    <a:pt x="3275877" y="321420"/>
                  </a:lnTo>
                  <a:lnTo>
                    <a:pt x="3276949" y="321651"/>
                  </a:lnTo>
                  <a:lnTo>
                    <a:pt x="3278020" y="321880"/>
                  </a:lnTo>
                  <a:lnTo>
                    <a:pt x="3279092" y="322110"/>
                  </a:lnTo>
                  <a:lnTo>
                    <a:pt x="3280163" y="322338"/>
                  </a:lnTo>
                  <a:lnTo>
                    <a:pt x="3281235" y="322566"/>
                  </a:lnTo>
                  <a:lnTo>
                    <a:pt x="3282307" y="322793"/>
                  </a:lnTo>
                  <a:lnTo>
                    <a:pt x="3283378" y="323019"/>
                  </a:lnTo>
                  <a:lnTo>
                    <a:pt x="3284450" y="323245"/>
                  </a:lnTo>
                  <a:lnTo>
                    <a:pt x="3285521" y="323470"/>
                  </a:lnTo>
                  <a:lnTo>
                    <a:pt x="3286593" y="323694"/>
                  </a:lnTo>
                  <a:lnTo>
                    <a:pt x="3287665" y="323918"/>
                  </a:lnTo>
                  <a:lnTo>
                    <a:pt x="3288736" y="324141"/>
                  </a:lnTo>
                  <a:lnTo>
                    <a:pt x="3289808" y="324364"/>
                  </a:lnTo>
                  <a:lnTo>
                    <a:pt x="3290879" y="324585"/>
                  </a:lnTo>
                  <a:lnTo>
                    <a:pt x="3291951" y="324807"/>
                  </a:lnTo>
                  <a:lnTo>
                    <a:pt x="3293023" y="325027"/>
                  </a:lnTo>
                  <a:lnTo>
                    <a:pt x="3294094" y="325247"/>
                  </a:lnTo>
                  <a:lnTo>
                    <a:pt x="3295166" y="325466"/>
                  </a:lnTo>
                  <a:lnTo>
                    <a:pt x="3296237" y="325684"/>
                  </a:lnTo>
                  <a:lnTo>
                    <a:pt x="3297309" y="325902"/>
                  </a:lnTo>
                  <a:lnTo>
                    <a:pt x="3298381" y="326119"/>
                  </a:lnTo>
                  <a:lnTo>
                    <a:pt x="3299452" y="326336"/>
                  </a:lnTo>
                  <a:lnTo>
                    <a:pt x="3300524" y="326552"/>
                  </a:lnTo>
                  <a:lnTo>
                    <a:pt x="3301595" y="326767"/>
                  </a:lnTo>
                  <a:lnTo>
                    <a:pt x="3302667" y="326981"/>
                  </a:lnTo>
                  <a:lnTo>
                    <a:pt x="3303739" y="327195"/>
                  </a:lnTo>
                  <a:lnTo>
                    <a:pt x="3304810" y="327409"/>
                  </a:lnTo>
                  <a:lnTo>
                    <a:pt x="3305882" y="327621"/>
                  </a:lnTo>
                  <a:lnTo>
                    <a:pt x="3306953" y="327833"/>
                  </a:lnTo>
                  <a:lnTo>
                    <a:pt x="3308025" y="328045"/>
                  </a:lnTo>
                  <a:lnTo>
                    <a:pt x="3309097" y="328255"/>
                  </a:lnTo>
                  <a:lnTo>
                    <a:pt x="3310168" y="328465"/>
                  </a:lnTo>
                  <a:lnTo>
                    <a:pt x="3311240" y="328675"/>
                  </a:lnTo>
                  <a:lnTo>
                    <a:pt x="3312311" y="328884"/>
                  </a:lnTo>
                  <a:lnTo>
                    <a:pt x="3313383" y="329092"/>
                  </a:lnTo>
                  <a:lnTo>
                    <a:pt x="3314455" y="329299"/>
                  </a:lnTo>
                  <a:lnTo>
                    <a:pt x="3315526" y="329506"/>
                  </a:lnTo>
                  <a:lnTo>
                    <a:pt x="3316598" y="329713"/>
                  </a:lnTo>
                  <a:lnTo>
                    <a:pt x="3317669" y="329918"/>
                  </a:lnTo>
                  <a:lnTo>
                    <a:pt x="3318741" y="330123"/>
                  </a:lnTo>
                  <a:lnTo>
                    <a:pt x="3319813" y="330328"/>
                  </a:lnTo>
                  <a:lnTo>
                    <a:pt x="3320884" y="330532"/>
                  </a:lnTo>
                  <a:lnTo>
                    <a:pt x="3321956" y="330735"/>
                  </a:lnTo>
                  <a:lnTo>
                    <a:pt x="3323027" y="330937"/>
                  </a:lnTo>
                  <a:lnTo>
                    <a:pt x="3324099" y="331139"/>
                  </a:lnTo>
                  <a:lnTo>
                    <a:pt x="3325171" y="331341"/>
                  </a:lnTo>
                  <a:lnTo>
                    <a:pt x="3326242" y="331541"/>
                  </a:lnTo>
                  <a:lnTo>
                    <a:pt x="3327314" y="331741"/>
                  </a:lnTo>
                  <a:lnTo>
                    <a:pt x="3328385" y="331941"/>
                  </a:lnTo>
                  <a:lnTo>
                    <a:pt x="3329457" y="332140"/>
                  </a:lnTo>
                  <a:lnTo>
                    <a:pt x="3330529" y="332338"/>
                  </a:lnTo>
                  <a:lnTo>
                    <a:pt x="3331600" y="332536"/>
                  </a:lnTo>
                  <a:lnTo>
                    <a:pt x="3332672" y="332733"/>
                  </a:lnTo>
                  <a:lnTo>
                    <a:pt x="3333743" y="332929"/>
                  </a:lnTo>
                  <a:lnTo>
                    <a:pt x="3334815" y="333125"/>
                  </a:lnTo>
                  <a:lnTo>
                    <a:pt x="3335887" y="333320"/>
                  </a:lnTo>
                  <a:lnTo>
                    <a:pt x="3336958" y="333515"/>
                  </a:lnTo>
                  <a:lnTo>
                    <a:pt x="3338030" y="333709"/>
                  </a:lnTo>
                  <a:lnTo>
                    <a:pt x="3339101" y="333903"/>
                  </a:lnTo>
                  <a:lnTo>
                    <a:pt x="3340173" y="334096"/>
                  </a:lnTo>
                  <a:lnTo>
                    <a:pt x="3341245" y="334288"/>
                  </a:lnTo>
                  <a:lnTo>
                    <a:pt x="3342316" y="334480"/>
                  </a:lnTo>
                  <a:lnTo>
                    <a:pt x="3343388" y="334671"/>
                  </a:lnTo>
                  <a:lnTo>
                    <a:pt x="3344459" y="334861"/>
                  </a:lnTo>
                  <a:lnTo>
                    <a:pt x="3345531" y="335051"/>
                  </a:lnTo>
                  <a:lnTo>
                    <a:pt x="3346603" y="335240"/>
                  </a:lnTo>
                  <a:lnTo>
                    <a:pt x="3347674" y="335429"/>
                  </a:lnTo>
                  <a:lnTo>
                    <a:pt x="3348746" y="335617"/>
                  </a:lnTo>
                  <a:lnTo>
                    <a:pt x="3349817" y="335805"/>
                  </a:lnTo>
                  <a:lnTo>
                    <a:pt x="3350889" y="335992"/>
                  </a:lnTo>
                  <a:lnTo>
                    <a:pt x="3351961" y="336178"/>
                  </a:lnTo>
                  <a:lnTo>
                    <a:pt x="3353032" y="336364"/>
                  </a:lnTo>
                  <a:lnTo>
                    <a:pt x="3354104" y="336549"/>
                  </a:lnTo>
                  <a:lnTo>
                    <a:pt x="3355175" y="336734"/>
                  </a:lnTo>
                  <a:lnTo>
                    <a:pt x="3356247" y="336918"/>
                  </a:lnTo>
                  <a:lnTo>
                    <a:pt x="3357319" y="337102"/>
                  </a:lnTo>
                  <a:lnTo>
                    <a:pt x="3358390" y="337285"/>
                  </a:lnTo>
                  <a:lnTo>
                    <a:pt x="3359462" y="337467"/>
                  </a:lnTo>
                  <a:lnTo>
                    <a:pt x="3360533" y="337649"/>
                  </a:lnTo>
                  <a:lnTo>
                    <a:pt x="3361605" y="337830"/>
                  </a:lnTo>
                  <a:lnTo>
                    <a:pt x="3362677" y="338011"/>
                  </a:lnTo>
                  <a:lnTo>
                    <a:pt x="3363748" y="338191"/>
                  </a:lnTo>
                  <a:lnTo>
                    <a:pt x="3364820" y="338370"/>
                  </a:lnTo>
                  <a:lnTo>
                    <a:pt x="3365891" y="338549"/>
                  </a:lnTo>
                  <a:lnTo>
                    <a:pt x="3366963" y="338728"/>
                  </a:lnTo>
                  <a:lnTo>
                    <a:pt x="3368035" y="338906"/>
                  </a:lnTo>
                  <a:lnTo>
                    <a:pt x="3369106" y="339083"/>
                  </a:lnTo>
                  <a:lnTo>
                    <a:pt x="3370178" y="339260"/>
                  </a:lnTo>
                  <a:lnTo>
                    <a:pt x="3371249" y="339436"/>
                  </a:lnTo>
                  <a:lnTo>
                    <a:pt x="3372321" y="339612"/>
                  </a:lnTo>
                  <a:lnTo>
                    <a:pt x="3373392" y="339787"/>
                  </a:lnTo>
                  <a:lnTo>
                    <a:pt x="3374464" y="339961"/>
                  </a:lnTo>
                  <a:lnTo>
                    <a:pt x="3375536" y="340135"/>
                  </a:lnTo>
                  <a:lnTo>
                    <a:pt x="3376607" y="340309"/>
                  </a:lnTo>
                  <a:lnTo>
                    <a:pt x="3377679" y="340481"/>
                  </a:lnTo>
                  <a:lnTo>
                    <a:pt x="3378750" y="340654"/>
                  </a:lnTo>
                  <a:lnTo>
                    <a:pt x="3379822" y="340826"/>
                  </a:lnTo>
                  <a:lnTo>
                    <a:pt x="3380894" y="340997"/>
                  </a:lnTo>
                  <a:lnTo>
                    <a:pt x="3381965" y="341168"/>
                  </a:lnTo>
                  <a:lnTo>
                    <a:pt x="3383037" y="341338"/>
                  </a:lnTo>
                  <a:lnTo>
                    <a:pt x="3384108" y="341507"/>
                  </a:lnTo>
                  <a:lnTo>
                    <a:pt x="3385180" y="341676"/>
                  </a:lnTo>
                  <a:lnTo>
                    <a:pt x="3386252" y="341845"/>
                  </a:lnTo>
                  <a:lnTo>
                    <a:pt x="3387323" y="342013"/>
                  </a:lnTo>
                  <a:lnTo>
                    <a:pt x="3388395" y="342180"/>
                  </a:lnTo>
                  <a:lnTo>
                    <a:pt x="3389466" y="342347"/>
                  </a:lnTo>
                  <a:lnTo>
                    <a:pt x="3390538" y="342514"/>
                  </a:lnTo>
                  <a:lnTo>
                    <a:pt x="3391610" y="342680"/>
                  </a:lnTo>
                  <a:lnTo>
                    <a:pt x="3392681" y="342845"/>
                  </a:lnTo>
                  <a:lnTo>
                    <a:pt x="3393753" y="343010"/>
                  </a:lnTo>
                  <a:lnTo>
                    <a:pt x="3394824" y="343174"/>
                  </a:lnTo>
                  <a:lnTo>
                    <a:pt x="3395896" y="343338"/>
                  </a:lnTo>
                  <a:lnTo>
                    <a:pt x="3396968" y="343501"/>
                  </a:lnTo>
                  <a:lnTo>
                    <a:pt x="3398039" y="343664"/>
                  </a:lnTo>
                  <a:lnTo>
                    <a:pt x="3399111" y="343826"/>
                  </a:lnTo>
                  <a:lnTo>
                    <a:pt x="3400182" y="343987"/>
                  </a:lnTo>
                  <a:lnTo>
                    <a:pt x="3401254" y="344149"/>
                  </a:lnTo>
                  <a:lnTo>
                    <a:pt x="3402326" y="344309"/>
                  </a:lnTo>
                  <a:lnTo>
                    <a:pt x="3403397" y="344469"/>
                  </a:lnTo>
                  <a:lnTo>
                    <a:pt x="3404469" y="344629"/>
                  </a:lnTo>
                  <a:lnTo>
                    <a:pt x="3405540" y="344788"/>
                  </a:lnTo>
                  <a:lnTo>
                    <a:pt x="3406612" y="344946"/>
                  </a:lnTo>
                  <a:lnTo>
                    <a:pt x="3407684" y="345105"/>
                  </a:lnTo>
                  <a:lnTo>
                    <a:pt x="3408755" y="345262"/>
                  </a:lnTo>
                  <a:lnTo>
                    <a:pt x="3409827" y="345419"/>
                  </a:lnTo>
                  <a:lnTo>
                    <a:pt x="3410898" y="345576"/>
                  </a:lnTo>
                  <a:lnTo>
                    <a:pt x="3411970" y="345732"/>
                  </a:lnTo>
                  <a:lnTo>
                    <a:pt x="3413042" y="345887"/>
                  </a:lnTo>
                  <a:lnTo>
                    <a:pt x="3414113" y="346042"/>
                  </a:lnTo>
                  <a:lnTo>
                    <a:pt x="3415185" y="346196"/>
                  </a:lnTo>
                  <a:lnTo>
                    <a:pt x="3416256" y="346350"/>
                  </a:lnTo>
                  <a:lnTo>
                    <a:pt x="3417328" y="346504"/>
                  </a:lnTo>
                  <a:lnTo>
                    <a:pt x="3418400" y="346657"/>
                  </a:lnTo>
                  <a:lnTo>
                    <a:pt x="3419471" y="346809"/>
                  </a:lnTo>
                  <a:lnTo>
                    <a:pt x="3420543" y="346961"/>
                  </a:lnTo>
                  <a:lnTo>
                    <a:pt x="3421614" y="347113"/>
                  </a:lnTo>
                  <a:lnTo>
                    <a:pt x="3422686" y="347264"/>
                  </a:lnTo>
                  <a:lnTo>
                    <a:pt x="3423758" y="347414"/>
                  </a:lnTo>
                  <a:lnTo>
                    <a:pt x="3424829" y="347564"/>
                  </a:lnTo>
                  <a:lnTo>
                    <a:pt x="3425901" y="347714"/>
                  </a:lnTo>
                  <a:lnTo>
                    <a:pt x="3426972" y="347863"/>
                  </a:lnTo>
                  <a:lnTo>
                    <a:pt x="3428044" y="348011"/>
                  </a:lnTo>
                  <a:lnTo>
                    <a:pt x="3429116" y="348159"/>
                  </a:lnTo>
                  <a:lnTo>
                    <a:pt x="3430187" y="348307"/>
                  </a:lnTo>
                  <a:lnTo>
                    <a:pt x="3431259" y="348454"/>
                  </a:lnTo>
                  <a:lnTo>
                    <a:pt x="3432330" y="348600"/>
                  </a:lnTo>
                  <a:lnTo>
                    <a:pt x="3433402" y="348746"/>
                  </a:lnTo>
                  <a:lnTo>
                    <a:pt x="3434474" y="348892"/>
                  </a:lnTo>
                  <a:lnTo>
                    <a:pt x="3435545" y="349037"/>
                  </a:lnTo>
                  <a:lnTo>
                    <a:pt x="3436617" y="349182"/>
                  </a:lnTo>
                  <a:lnTo>
                    <a:pt x="3437688" y="349326"/>
                  </a:lnTo>
                  <a:lnTo>
                    <a:pt x="3438760" y="349469"/>
                  </a:lnTo>
                  <a:lnTo>
                    <a:pt x="3439832" y="349613"/>
                  </a:lnTo>
                  <a:lnTo>
                    <a:pt x="3440903" y="349755"/>
                  </a:lnTo>
                  <a:lnTo>
                    <a:pt x="3441975" y="349898"/>
                  </a:lnTo>
                  <a:lnTo>
                    <a:pt x="3443046" y="350039"/>
                  </a:lnTo>
                  <a:lnTo>
                    <a:pt x="3444118" y="350181"/>
                  </a:lnTo>
                  <a:lnTo>
                    <a:pt x="3445190" y="350321"/>
                  </a:lnTo>
                  <a:lnTo>
                    <a:pt x="3446261" y="350462"/>
                  </a:lnTo>
                  <a:lnTo>
                    <a:pt x="3447333" y="350602"/>
                  </a:lnTo>
                  <a:lnTo>
                    <a:pt x="3448404" y="350741"/>
                  </a:lnTo>
                  <a:lnTo>
                    <a:pt x="3449476" y="350880"/>
                  </a:lnTo>
                  <a:lnTo>
                    <a:pt x="3450548" y="351018"/>
                  </a:lnTo>
                  <a:lnTo>
                    <a:pt x="3451619" y="351156"/>
                  </a:lnTo>
                  <a:lnTo>
                    <a:pt x="3452691" y="351294"/>
                  </a:lnTo>
                  <a:lnTo>
                    <a:pt x="3453762" y="351431"/>
                  </a:lnTo>
                  <a:lnTo>
                    <a:pt x="3454834" y="351568"/>
                  </a:lnTo>
                  <a:lnTo>
                    <a:pt x="3455906" y="351704"/>
                  </a:lnTo>
                  <a:lnTo>
                    <a:pt x="3456977" y="351839"/>
                  </a:lnTo>
                  <a:lnTo>
                    <a:pt x="3458049" y="351975"/>
                  </a:lnTo>
                  <a:lnTo>
                    <a:pt x="3459120" y="352109"/>
                  </a:lnTo>
                  <a:lnTo>
                    <a:pt x="3460192" y="352244"/>
                  </a:lnTo>
                  <a:lnTo>
                    <a:pt x="3461264" y="352378"/>
                  </a:lnTo>
                  <a:lnTo>
                    <a:pt x="3462335" y="352511"/>
                  </a:lnTo>
                  <a:lnTo>
                    <a:pt x="3463407" y="352644"/>
                  </a:lnTo>
                  <a:lnTo>
                    <a:pt x="3464478" y="352776"/>
                  </a:lnTo>
                  <a:lnTo>
                    <a:pt x="3465550" y="352908"/>
                  </a:lnTo>
                  <a:lnTo>
                    <a:pt x="3466622" y="353040"/>
                  </a:lnTo>
                  <a:lnTo>
                    <a:pt x="3467693" y="353171"/>
                  </a:lnTo>
                  <a:lnTo>
                    <a:pt x="3468765" y="353302"/>
                  </a:lnTo>
                  <a:lnTo>
                    <a:pt x="3469836" y="353432"/>
                  </a:lnTo>
                  <a:lnTo>
                    <a:pt x="3470908" y="353562"/>
                  </a:lnTo>
                  <a:lnTo>
                    <a:pt x="3471980" y="353691"/>
                  </a:lnTo>
                  <a:lnTo>
                    <a:pt x="3473051" y="353820"/>
                  </a:lnTo>
                  <a:lnTo>
                    <a:pt x="3474123" y="353949"/>
                  </a:lnTo>
                  <a:lnTo>
                    <a:pt x="3475194" y="354077"/>
                  </a:lnTo>
                  <a:lnTo>
                    <a:pt x="3476266" y="354204"/>
                  </a:lnTo>
                  <a:lnTo>
                    <a:pt x="3477338" y="354331"/>
                  </a:lnTo>
                  <a:lnTo>
                    <a:pt x="3478409" y="354458"/>
                  </a:lnTo>
                  <a:lnTo>
                    <a:pt x="3479481" y="354584"/>
                  </a:lnTo>
                  <a:lnTo>
                    <a:pt x="3480552" y="354710"/>
                  </a:lnTo>
                  <a:lnTo>
                    <a:pt x="3481624" y="354836"/>
                  </a:lnTo>
                  <a:lnTo>
                    <a:pt x="3482696" y="354961"/>
                  </a:lnTo>
                  <a:lnTo>
                    <a:pt x="3483767" y="355085"/>
                  </a:lnTo>
                  <a:lnTo>
                    <a:pt x="3484839" y="355209"/>
                  </a:lnTo>
                  <a:lnTo>
                    <a:pt x="3485910" y="355333"/>
                  </a:lnTo>
                  <a:lnTo>
                    <a:pt x="3486982" y="355456"/>
                  </a:lnTo>
                  <a:lnTo>
                    <a:pt x="3488054" y="355579"/>
                  </a:lnTo>
                  <a:lnTo>
                    <a:pt x="3489125" y="355701"/>
                  </a:lnTo>
                  <a:lnTo>
                    <a:pt x="3490197" y="355823"/>
                  </a:lnTo>
                  <a:lnTo>
                    <a:pt x="3491268" y="355945"/>
                  </a:lnTo>
                  <a:lnTo>
                    <a:pt x="3492340" y="356066"/>
                  </a:lnTo>
                  <a:lnTo>
                    <a:pt x="3493412" y="356187"/>
                  </a:lnTo>
                  <a:lnTo>
                    <a:pt x="3494483" y="356307"/>
                  </a:lnTo>
                  <a:lnTo>
                    <a:pt x="3495555" y="356427"/>
                  </a:lnTo>
                  <a:lnTo>
                    <a:pt x="3496626" y="356546"/>
                  </a:lnTo>
                  <a:lnTo>
                    <a:pt x="3497698" y="356665"/>
                  </a:lnTo>
                  <a:lnTo>
                    <a:pt x="3498770" y="356784"/>
                  </a:lnTo>
                  <a:lnTo>
                    <a:pt x="3499841" y="356902"/>
                  </a:lnTo>
                  <a:lnTo>
                    <a:pt x="3500913" y="357020"/>
                  </a:lnTo>
                  <a:lnTo>
                    <a:pt x="3501984" y="357137"/>
                  </a:lnTo>
                  <a:lnTo>
                    <a:pt x="3503056" y="357254"/>
                  </a:lnTo>
                  <a:lnTo>
                    <a:pt x="3504128" y="357370"/>
                  </a:lnTo>
                  <a:lnTo>
                    <a:pt x="3505199" y="357486"/>
                  </a:lnTo>
                  <a:lnTo>
                    <a:pt x="3506271" y="357602"/>
                  </a:lnTo>
                  <a:lnTo>
                    <a:pt x="3507342" y="357717"/>
                  </a:lnTo>
                  <a:lnTo>
                    <a:pt x="3508414" y="357832"/>
                  </a:lnTo>
                  <a:lnTo>
                    <a:pt x="3509486" y="357947"/>
                  </a:lnTo>
                  <a:lnTo>
                    <a:pt x="3510557" y="358061"/>
                  </a:lnTo>
                  <a:lnTo>
                    <a:pt x="3511629" y="358174"/>
                  </a:lnTo>
                  <a:lnTo>
                    <a:pt x="3512700" y="358288"/>
                  </a:lnTo>
                  <a:lnTo>
                    <a:pt x="3513772" y="358400"/>
                  </a:lnTo>
                  <a:lnTo>
                    <a:pt x="3514844" y="358513"/>
                  </a:lnTo>
                  <a:lnTo>
                    <a:pt x="3515915" y="358625"/>
                  </a:lnTo>
                  <a:lnTo>
                    <a:pt x="3516987" y="358736"/>
                  </a:lnTo>
                  <a:lnTo>
                    <a:pt x="3518058" y="358848"/>
                  </a:lnTo>
                  <a:lnTo>
                    <a:pt x="3519130" y="358958"/>
                  </a:lnTo>
                  <a:lnTo>
                    <a:pt x="3520202" y="359069"/>
                  </a:lnTo>
                  <a:lnTo>
                    <a:pt x="3521273" y="359179"/>
                  </a:lnTo>
                  <a:lnTo>
                    <a:pt x="3522345" y="359288"/>
                  </a:lnTo>
                  <a:lnTo>
                    <a:pt x="3523416" y="359398"/>
                  </a:lnTo>
                  <a:lnTo>
                    <a:pt x="3524488" y="359506"/>
                  </a:lnTo>
                  <a:lnTo>
                    <a:pt x="3525560" y="359615"/>
                  </a:lnTo>
                  <a:lnTo>
                    <a:pt x="3526631" y="359723"/>
                  </a:lnTo>
                  <a:lnTo>
                    <a:pt x="3527703" y="359830"/>
                  </a:lnTo>
                  <a:lnTo>
                    <a:pt x="3528774" y="359938"/>
                  </a:lnTo>
                  <a:lnTo>
                    <a:pt x="3529846" y="360045"/>
                  </a:lnTo>
                  <a:lnTo>
                    <a:pt x="3530918" y="360151"/>
                  </a:lnTo>
                  <a:lnTo>
                    <a:pt x="3531989" y="360257"/>
                  </a:lnTo>
                  <a:lnTo>
                    <a:pt x="3533061" y="360363"/>
                  </a:lnTo>
                  <a:lnTo>
                    <a:pt x="3534132" y="360468"/>
                  </a:lnTo>
                  <a:lnTo>
                    <a:pt x="3535204" y="360573"/>
                  </a:lnTo>
                  <a:lnTo>
                    <a:pt x="3536276" y="360678"/>
                  </a:lnTo>
                  <a:lnTo>
                    <a:pt x="3537347" y="360782"/>
                  </a:lnTo>
                  <a:lnTo>
                    <a:pt x="3538419" y="360885"/>
                  </a:lnTo>
                  <a:lnTo>
                    <a:pt x="3539490" y="360989"/>
                  </a:lnTo>
                  <a:lnTo>
                    <a:pt x="3540562" y="361092"/>
                  </a:lnTo>
                  <a:lnTo>
                    <a:pt x="3541634" y="361194"/>
                  </a:lnTo>
                  <a:lnTo>
                    <a:pt x="3542705" y="361297"/>
                  </a:lnTo>
                  <a:lnTo>
                    <a:pt x="3543777" y="361399"/>
                  </a:lnTo>
                  <a:lnTo>
                    <a:pt x="3544848" y="361500"/>
                  </a:lnTo>
                  <a:lnTo>
                    <a:pt x="3545920" y="361601"/>
                  </a:lnTo>
                  <a:lnTo>
                    <a:pt x="3546992" y="361702"/>
                  </a:lnTo>
                  <a:lnTo>
                    <a:pt x="3548063" y="361802"/>
                  </a:lnTo>
                  <a:lnTo>
                    <a:pt x="3549135" y="361902"/>
                  </a:lnTo>
                  <a:lnTo>
                    <a:pt x="3550206" y="362002"/>
                  </a:lnTo>
                  <a:lnTo>
                    <a:pt x="3551278" y="362101"/>
                  </a:lnTo>
                  <a:lnTo>
                    <a:pt x="3552349" y="362200"/>
                  </a:lnTo>
                  <a:lnTo>
                    <a:pt x="3553421" y="362298"/>
                  </a:lnTo>
                  <a:lnTo>
                    <a:pt x="3554493" y="362396"/>
                  </a:lnTo>
                  <a:lnTo>
                    <a:pt x="3555564" y="362494"/>
                  </a:lnTo>
                  <a:lnTo>
                    <a:pt x="3556636" y="362592"/>
                  </a:lnTo>
                  <a:lnTo>
                    <a:pt x="3557707" y="362689"/>
                  </a:lnTo>
                  <a:lnTo>
                    <a:pt x="3558779" y="362785"/>
                  </a:lnTo>
                  <a:lnTo>
                    <a:pt x="3559851" y="362881"/>
                  </a:lnTo>
                  <a:lnTo>
                    <a:pt x="3560922" y="362977"/>
                  </a:lnTo>
                  <a:lnTo>
                    <a:pt x="3561994" y="363073"/>
                  </a:lnTo>
                  <a:lnTo>
                    <a:pt x="3563065" y="363168"/>
                  </a:lnTo>
                  <a:lnTo>
                    <a:pt x="3564137" y="363263"/>
                  </a:lnTo>
                  <a:lnTo>
                    <a:pt x="3565209" y="363357"/>
                  </a:lnTo>
                  <a:lnTo>
                    <a:pt x="3566280" y="363452"/>
                  </a:lnTo>
                  <a:lnTo>
                    <a:pt x="3567352" y="363545"/>
                  </a:lnTo>
                  <a:lnTo>
                    <a:pt x="3568423" y="363639"/>
                  </a:lnTo>
                  <a:lnTo>
                    <a:pt x="3569495" y="363732"/>
                  </a:lnTo>
                  <a:lnTo>
                    <a:pt x="3570567" y="363824"/>
                  </a:lnTo>
                  <a:lnTo>
                    <a:pt x="3571638" y="363917"/>
                  </a:lnTo>
                  <a:lnTo>
                    <a:pt x="3572710" y="364009"/>
                  </a:lnTo>
                  <a:lnTo>
                    <a:pt x="3573781" y="364100"/>
                  </a:lnTo>
                  <a:lnTo>
                    <a:pt x="3574853" y="364192"/>
                  </a:lnTo>
                  <a:lnTo>
                    <a:pt x="3575925" y="364282"/>
                  </a:lnTo>
                  <a:lnTo>
                    <a:pt x="3576996" y="364373"/>
                  </a:lnTo>
                  <a:lnTo>
                    <a:pt x="3578068" y="364463"/>
                  </a:lnTo>
                  <a:lnTo>
                    <a:pt x="3579139" y="364553"/>
                  </a:lnTo>
                  <a:lnTo>
                    <a:pt x="3580211" y="364642"/>
                  </a:lnTo>
                  <a:lnTo>
                    <a:pt x="3581283" y="364732"/>
                  </a:lnTo>
                  <a:lnTo>
                    <a:pt x="3582354" y="364820"/>
                  </a:lnTo>
                  <a:lnTo>
                    <a:pt x="3583426" y="364909"/>
                  </a:lnTo>
                  <a:lnTo>
                    <a:pt x="3584497" y="364997"/>
                  </a:lnTo>
                  <a:lnTo>
                    <a:pt x="3585569" y="365085"/>
                  </a:lnTo>
                  <a:lnTo>
                    <a:pt x="3586641" y="365172"/>
                  </a:lnTo>
                  <a:lnTo>
                    <a:pt x="3587712" y="365259"/>
                  </a:lnTo>
                  <a:lnTo>
                    <a:pt x="3588784" y="365346"/>
                  </a:lnTo>
                  <a:lnTo>
                    <a:pt x="3589855" y="365432"/>
                  </a:lnTo>
                  <a:lnTo>
                    <a:pt x="3590927" y="365518"/>
                  </a:lnTo>
                  <a:lnTo>
                    <a:pt x="3591999" y="365604"/>
                  </a:lnTo>
                  <a:lnTo>
                    <a:pt x="3593070" y="365690"/>
                  </a:lnTo>
                  <a:lnTo>
                    <a:pt x="3594142" y="365775"/>
                  </a:lnTo>
                  <a:lnTo>
                    <a:pt x="3595213" y="365859"/>
                  </a:lnTo>
                  <a:lnTo>
                    <a:pt x="3596285" y="365944"/>
                  </a:lnTo>
                  <a:lnTo>
                    <a:pt x="3597357" y="366028"/>
                  </a:lnTo>
                  <a:lnTo>
                    <a:pt x="3598428" y="366111"/>
                  </a:lnTo>
                  <a:lnTo>
                    <a:pt x="3599500" y="366195"/>
                  </a:lnTo>
                  <a:lnTo>
                    <a:pt x="3600571" y="366278"/>
                  </a:lnTo>
                  <a:lnTo>
                    <a:pt x="3601643" y="366360"/>
                  </a:lnTo>
                  <a:lnTo>
                    <a:pt x="3602715" y="366443"/>
                  </a:lnTo>
                  <a:lnTo>
                    <a:pt x="3603786" y="366525"/>
                  </a:lnTo>
                  <a:lnTo>
                    <a:pt x="3604858" y="366606"/>
                  </a:lnTo>
                  <a:lnTo>
                    <a:pt x="3605929" y="366688"/>
                  </a:lnTo>
                  <a:lnTo>
                    <a:pt x="3607001" y="366769"/>
                  </a:lnTo>
                  <a:lnTo>
                    <a:pt x="3608073" y="366850"/>
                  </a:lnTo>
                  <a:lnTo>
                    <a:pt x="3609144" y="366930"/>
                  </a:lnTo>
                  <a:lnTo>
                    <a:pt x="3610216" y="367010"/>
                  </a:lnTo>
                  <a:lnTo>
                    <a:pt x="3611287" y="367090"/>
                  </a:lnTo>
                  <a:lnTo>
                    <a:pt x="3612359" y="367169"/>
                  </a:lnTo>
                  <a:lnTo>
                    <a:pt x="3613431" y="367248"/>
                  </a:lnTo>
                  <a:lnTo>
                    <a:pt x="3614502" y="367327"/>
                  </a:lnTo>
                  <a:lnTo>
                    <a:pt x="3615574" y="367405"/>
                  </a:lnTo>
                  <a:lnTo>
                    <a:pt x="3616645" y="367483"/>
                  </a:lnTo>
                  <a:lnTo>
                    <a:pt x="3617717" y="367561"/>
                  </a:lnTo>
                  <a:lnTo>
                    <a:pt x="3618789" y="367639"/>
                  </a:lnTo>
                  <a:lnTo>
                    <a:pt x="3619860" y="367716"/>
                  </a:lnTo>
                  <a:lnTo>
                    <a:pt x="3620932" y="367793"/>
                  </a:lnTo>
                  <a:lnTo>
                    <a:pt x="3622003" y="367869"/>
                  </a:lnTo>
                  <a:lnTo>
                    <a:pt x="3623075" y="367945"/>
                  </a:lnTo>
                  <a:lnTo>
                    <a:pt x="3624147" y="368021"/>
                  </a:lnTo>
                  <a:lnTo>
                    <a:pt x="3625218" y="368097"/>
                  </a:lnTo>
                  <a:lnTo>
                    <a:pt x="3626290" y="368172"/>
                  </a:lnTo>
                  <a:lnTo>
                    <a:pt x="3627361" y="368247"/>
                  </a:lnTo>
                  <a:lnTo>
                    <a:pt x="3628433" y="368321"/>
                  </a:lnTo>
                  <a:lnTo>
                    <a:pt x="3629505" y="368396"/>
                  </a:lnTo>
                  <a:lnTo>
                    <a:pt x="3630576" y="368470"/>
                  </a:lnTo>
                  <a:lnTo>
                    <a:pt x="3631648" y="368543"/>
                  </a:lnTo>
                  <a:lnTo>
                    <a:pt x="3632719" y="368617"/>
                  </a:lnTo>
                  <a:lnTo>
                    <a:pt x="3633791" y="368690"/>
                  </a:lnTo>
                  <a:lnTo>
                    <a:pt x="3634863" y="368763"/>
                  </a:lnTo>
                  <a:lnTo>
                    <a:pt x="3635934" y="368835"/>
                  </a:lnTo>
                  <a:lnTo>
                    <a:pt x="3637006" y="368907"/>
                  </a:lnTo>
                  <a:lnTo>
                    <a:pt x="3638077" y="368979"/>
                  </a:lnTo>
                  <a:lnTo>
                    <a:pt x="3639149" y="369050"/>
                  </a:lnTo>
                  <a:lnTo>
                    <a:pt x="3640221" y="369122"/>
                  </a:lnTo>
                  <a:lnTo>
                    <a:pt x="3641292" y="369193"/>
                  </a:lnTo>
                  <a:lnTo>
                    <a:pt x="3642364" y="369263"/>
                  </a:lnTo>
                  <a:lnTo>
                    <a:pt x="3643435" y="369333"/>
                  </a:lnTo>
                  <a:lnTo>
                    <a:pt x="3644507" y="369403"/>
                  </a:lnTo>
                  <a:lnTo>
                    <a:pt x="3645579" y="369473"/>
                  </a:lnTo>
                  <a:lnTo>
                    <a:pt x="3646650" y="369542"/>
                  </a:lnTo>
                  <a:lnTo>
                    <a:pt x="3647722" y="369612"/>
                  </a:lnTo>
                  <a:lnTo>
                    <a:pt x="3648793" y="369680"/>
                  </a:lnTo>
                  <a:lnTo>
                    <a:pt x="3649865" y="369749"/>
                  </a:lnTo>
                  <a:lnTo>
                    <a:pt x="3650937" y="369817"/>
                  </a:lnTo>
                  <a:lnTo>
                    <a:pt x="3652008" y="369885"/>
                  </a:lnTo>
                  <a:lnTo>
                    <a:pt x="3653080" y="369952"/>
                  </a:lnTo>
                  <a:lnTo>
                    <a:pt x="3654151" y="370020"/>
                  </a:lnTo>
                  <a:lnTo>
                    <a:pt x="3655223" y="370087"/>
                  </a:lnTo>
                  <a:lnTo>
                    <a:pt x="3656295" y="370153"/>
                  </a:lnTo>
                  <a:lnTo>
                    <a:pt x="3657366" y="370220"/>
                  </a:lnTo>
                  <a:lnTo>
                    <a:pt x="3658438" y="370286"/>
                  </a:lnTo>
                  <a:lnTo>
                    <a:pt x="3659509" y="370352"/>
                  </a:lnTo>
                  <a:lnTo>
                    <a:pt x="3660581" y="370417"/>
                  </a:lnTo>
                  <a:lnTo>
                    <a:pt x="3661653" y="370483"/>
                  </a:lnTo>
                  <a:lnTo>
                    <a:pt x="3662724" y="370547"/>
                  </a:lnTo>
                  <a:lnTo>
                    <a:pt x="3663796" y="370612"/>
                  </a:lnTo>
                  <a:lnTo>
                    <a:pt x="3664867" y="370677"/>
                  </a:lnTo>
                  <a:lnTo>
                    <a:pt x="3665939" y="370741"/>
                  </a:lnTo>
                  <a:lnTo>
                    <a:pt x="3667011" y="370804"/>
                  </a:lnTo>
                  <a:lnTo>
                    <a:pt x="3668082" y="370868"/>
                  </a:lnTo>
                  <a:lnTo>
                    <a:pt x="3669154" y="370931"/>
                  </a:lnTo>
                  <a:lnTo>
                    <a:pt x="3670225" y="370994"/>
                  </a:lnTo>
                  <a:lnTo>
                    <a:pt x="3671297" y="371057"/>
                  </a:lnTo>
                  <a:lnTo>
                    <a:pt x="3672369" y="371119"/>
                  </a:lnTo>
                  <a:lnTo>
                    <a:pt x="3673440" y="371181"/>
                  </a:lnTo>
                  <a:lnTo>
                    <a:pt x="3674512" y="371243"/>
                  </a:lnTo>
                  <a:lnTo>
                    <a:pt x="3675583" y="371304"/>
                  </a:lnTo>
                  <a:lnTo>
                    <a:pt x="3676655" y="371366"/>
                  </a:lnTo>
                  <a:lnTo>
                    <a:pt x="3677727" y="371426"/>
                  </a:lnTo>
                  <a:lnTo>
                    <a:pt x="3678798" y="371487"/>
                  </a:lnTo>
                  <a:lnTo>
                    <a:pt x="3679870" y="371547"/>
                  </a:lnTo>
                  <a:lnTo>
                    <a:pt x="3680941" y="371608"/>
                  </a:lnTo>
                  <a:lnTo>
                    <a:pt x="3682013" y="371667"/>
                  </a:lnTo>
                  <a:lnTo>
                    <a:pt x="3683085" y="371727"/>
                  </a:lnTo>
                  <a:lnTo>
                    <a:pt x="3684156" y="371786"/>
                  </a:lnTo>
                  <a:lnTo>
                    <a:pt x="3685228" y="371845"/>
                  </a:lnTo>
                  <a:lnTo>
                    <a:pt x="3686299" y="371904"/>
                  </a:lnTo>
                  <a:lnTo>
                    <a:pt x="3687371" y="371962"/>
                  </a:lnTo>
                  <a:lnTo>
                    <a:pt x="3688443" y="372020"/>
                  </a:lnTo>
                  <a:lnTo>
                    <a:pt x="3689514" y="372078"/>
                  </a:lnTo>
                  <a:lnTo>
                    <a:pt x="3690586" y="372136"/>
                  </a:lnTo>
                  <a:lnTo>
                    <a:pt x="3691657" y="372193"/>
                  </a:lnTo>
                  <a:lnTo>
                    <a:pt x="3692729" y="372250"/>
                  </a:lnTo>
                  <a:lnTo>
                    <a:pt x="3693801" y="372307"/>
                  </a:lnTo>
                  <a:lnTo>
                    <a:pt x="3694872" y="372364"/>
                  </a:lnTo>
                  <a:lnTo>
                    <a:pt x="3695944" y="372420"/>
                  </a:lnTo>
                  <a:lnTo>
                    <a:pt x="3697015" y="372476"/>
                  </a:lnTo>
                  <a:lnTo>
                    <a:pt x="3698087" y="372532"/>
                  </a:lnTo>
                  <a:lnTo>
                    <a:pt x="3699159" y="372587"/>
                  </a:lnTo>
                  <a:lnTo>
                    <a:pt x="3700230" y="372642"/>
                  </a:lnTo>
                  <a:lnTo>
                    <a:pt x="3701302" y="372697"/>
                  </a:lnTo>
                  <a:lnTo>
                    <a:pt x="3702373" y="372752"/>
                  </a:lnTo>
                  <a:lnTo>
                    <a:pt x="3703445" y="372806"/>
                  </a:lnTo>
                  <a:lnTo>
                    <a:pt x="3704517" y="372860"/>
                  </a:lnTo>
                  <a:lnTo>
                    <a:pt x="3705588" y="372914"/>
                  </a:lnTo>
                  <a:lnTo>
                    <a:pt x="3706660" y="372968"/>
                  </a:lnTo>
                  <a:lnTo>
                    <a:pt x="3707731" y="373021"/>
                  </a:lnTo>
                  <a:lnTo>
                    <a:pt x="3708803" y="373074"/>
                  </a:lnTo>
                  <a:lnTo>
                    <a:pt x="3709875" y="373127"/>
                  </a:lnTo>
                  <a:lnTo>
                    <a:pt x="3710946" y="373179"/>
                  </a:lnTo>
                  <a:lnTo>
                    <a:pt x="3712018" y="373231"/>
                  </a:lnTo>
                  <a:lnTo>
                    <a:pt x="3713089" y="373283"/>
                  </a:lnTo>
                  <a:lnTo>
                    <a:pt x="3714161" y="373335"/>
                  </a:lnTo>
                  <a:lnTo>
                    <a:pt x="3715233" y="373387"/>
                  </a:lnTo>
                  <a:lnTo>
                    <a:pt x="3716304" y="373438"/>
                  </a:lnTo>
                  <a:lnTo>
                    <a:pt x="3717376" y="373489"/>
                  </a:lnTo>
                  <a:lnTo>
                    <a:pt x="3718447" y="373539"/>
                  </a:lnTo>
                  <a:lnTo>
                    <a:pt x="3719519" y="373590"/>
                  </a:lnTo>
                  <a:lnTo>
                    <a:pt x="3720591" y="373640"/>
                  </a:lnTo>
                  <a:lnTo>
                    <a:pt x="3721662" y="373690"/>
                  </a:lnTo>
                  <a:lnTo>
                    <a:pt x="3722734" y="373740"/>
                  </a:lnTo>
                  <a:lnTo>
                    <a:pt x="3723805" y="373789"/>
                  </a:lnTo>
                  <a:lnTo>
                    <a:pt x="3724877" y="373838"/>
                  </a:lnTo>
                  <a:lnTo>
                    <a:pt x="3725949" y="373887"/>
                  </a:lnTo>
                  <a:lnTo>
                    <a:pt x="3727020" y="373936"/>
                  </a:lnTo>
                  <a:lnTo>
                    <a:pt x="3728092" y="373984"/>
                  </a:lnTo>
                  <a:lnTo>
                    <a:pt x="3729163" y="374032"/>
                  </a:lnTo>
                  <a:lnTo>
                    <a:pt x="3730235" y="374080"/>
                  </a:lnTo>
                  <a:lnTo>
                    <a:pt x="3731306" y="374128"/>
                  </a:lnTo>
                  <a:lnTo>
                    <a:pt x="3732378" y="374175"/>
                  </a:lnTo>
                  <a:lnTo>
                    <a:pt x="3733450" y="374222"/>
                  </a:lnTo>
                  <a:lnTo>
                    <a:pt x="3734521" y="374269"/>
                  </a:lnTo>
                  <a:lnTo>
                    <a:pt x="3735593" y="374316"/>
                  </a:lnTo>
                  <a:lnTo>
                    <a:pt x="3736664" y="374362"/>
                  </a:lnTo>
                  <a:lnTo>
                    <a:pt x="3737736" y="374408"/>
                  </a:lnTo>
                  <a:lnTo>
                    <a:pt x="3738808" y="374454"/>
                  </a:lnTo>
                  <a:lnTo>
                    <a:pt x="3739879" y="374500"/>
                  </a:lnTo>
                  <a:lnTo>
                    <a:pt x="3740951" y="374545"/>
                  </a:lnTo>
                  <a:lnTo>
                    <a:pt x="3742022" y="374591"/>
                  </a:lnTo>
                  <a:lnTo>
                    <a:pt x="3743094" y="374636"/>
                  </a:lnTo>
                  <a:lnTo>
                    <a:pt x="3744166" y="374680"/>
                  </a:lnTo>
                  <a:lnTo>
                    <a:pt x="3745237" y="374725"/>
                  </a:lnTo>
                  <a:lnTo>
                    <a:pt x="3746309" y="374769"/>
                  </a:lnTo>
                  <a:lnTo>
                    <a:pt x="3747380" y="374813"/>
                  </a:lnTo>
                  <a:lnTo>
                    <a:pt x="3748452" y="374856"/>
                  </a:lnTo>
                  <a:lnTo>
                    <a:pt x="3749524" y="374900"/>
                  </a:lnTo>
                  <a:lnTo>
                    <a:pt x="3750595" y="374943"/>
                  </a:lnTo>
                  <a:lnTo>
                    <a:pt x="3751667" y="374986"/>
                  </a:lnTo>
                  <a:lnTo>
                    <a:pt x="3752738" y="375029"/>
                  </a:lnTo>
                  <a:lnTo>
                    <a:pt x="3753810" y="375071"/>
                  </a:lnTo>
                  <a:lnTo>
                    <a:pt x="3754882" y="375114"/>
                  </a:lnTo>
                  <a:lnTo>
                    <a:pt x="3755953" y="375156"/>
                  </a:lnTo>
                  <a:lnTo>
                    <a:pt x="3757025" y="375197"/>
                  </a:lnTo>
                  <a:lnTo>
                    <a:pt x="3758096" y="375239"/>
                  </a:lnTo>
                  <a:lnTo>
                    <a:pt x="3759168" y="375280"/>
                  </a:lnTo>
                  <a:lnTo>
                    <a:pt x="3760240" y="375321"/>
                  </a:lnTo>
                  <a:lnTo>
                    <a:pt x="3761311" y="375362"/>
                  </a:lnTo>
                  <a:lnTo>
                    <a:pt x="3762383" y="375403"/>
                  </a:lnTo>
                  <a:lnTo>
                    <a:pt x="3763454" y="375443"/>
                  </a:lnTo>
                  <a:lnTo>
                    <a:pt x="3764526" y="375483"/>
                  </a:lnTo>
                  <a:lnTo>
                    <a:pt x="3765598" y="375523"/>
                  </a:lnTo>
                  <a:lnTo>
                    <a:pt x="3766669" y="375563"/>
                  </a:lnTo>
                  <a:lnTo>
                    <a:pt x="3767741" y="375602"/>
                  </a:lnTo>
                  <a:lnTo>
                    <a:pt x="3768812" y="375641"/>
                  </a:lnTo>
                  <a:lnTo>
                    <a:pt x="3769884" y="375680"/>
                  </a:lnTo>
                  <a:lnTo>
                    <a:pt x="3770956" y="375719"/>
                  </a:lnTo>
                  <a:lnTo>
                    <a:pt x="3772027" y="375758"/>
                  </a:lnTo>
                  <a:lnTo>
                    <a:pt x="3773099" y="375796"/>
                  </a:lnTo>
                  <a:lnTo>
                    <a:pt x="3774170" y="375834"/>
                  </a:lnTo>
                  <a:lnTo>
                    <a:pt x="3775242" y="375872"/>
                  </a:lnTo>
                  <a:lnTo>
                    <a:pt x="3776314" y="375909"/>
                  </a:lnTo>
                  <a:lnTo>
                    <a:pt x="3777385" y="375947"/>
                  </a:lnTo>
                  <a:lnTo>
                    <a:pt x="3778457" y="375984"/>
                  </a:lnTo>
                  <a:lnTo>
                    <a:pt x="3779528" y="376021"/>
                  </a:lnTo>
                  <a:lnTo>
                    <a:pt x="3780600" y="376058"/>
                  </a:lnTo>
                  <a:lnTo>
                    <a:pt x="3781672" y="376094"/>
                  </a:lnTo>
                  <a:lnTo>
                    <a:pt x="3782743" y="376130"/>
                  </a:lnTo>
                  <a:lnTo>
                    <a:pt x="3783815" y="376166"/>
                  </a:lnTo>
                  <a:lnTo>
                    <a:pt x="3784886" y="376202"/>
                  </a:lnTo>
                  <a:lnTo>
                    <a:pt x="3785958" y="376238"/>
                  </a:lnTo>
                  <a:lnTo>
                    <a:pt x="3787030" y="376273"/>
                  </a:lnTo>
                  <a:lnTo>
                    <a:pt x="3788101" y="376308"/>
                  </a:lnTo>
                  <a:lnTo>
                    <a:pt x="3789173" y="376343"/>
                  </a:lnTo>
                  <a:lnTo>
                    <a:pt x="3790244" y="376378"/>
                  </a:lnTo>
                  <a:lnTo>
                    <a:pt x="3791316" y="376412"/>
                  </a:lnTo>
                  <a:lnTo>
                    <a:pt x="3792388" y="376446"/>
                  </a:lnTo>
                  <a:lnTo>
                    <a:pt x="3793459" y="376480"/>
                  </a:lnTo>
                  <a:lnTo>
                    <a:pt x="3794531" y="376514"/>
                  </a:lnTo>
                  <a:lnTo>
                    <a:pt x="3795602" y="376548"/>
                  </a:lnTo>
                  <a:lnTo>
                    <a:pt x="3796674" y="376581"/>
                  </a:lnTo>
                  <a:lnTo>
                    <a:pt x="3797746" y="376614"/>
                  </a:lnTo>
                  <a:lnTo>
                    <a:pt x="3798817" y="376647"/>
                  </a:lnTo>
                  <a:lnTo>
                    <a:pt x="3799889" y="376680"/>
                  </a:lnTo>
                  <a:lnTo>
                    <a:pt x="3800960" y="376712"/>
                  </a:lnTo>
                  <a:lnTo>
                    <a:pt x="3802032" y="376745"/>
                  </a:lnTo>
                  <a:lnTo>
                    <a:pt x="3803104" y="376777"/>
                  </a:lnTo>
                  <a:lnTo>
                    <a:pt x="3804175" y="376808"/>
                  </a:lnTo>
                  <a:lnTo>
                    <a:pt x="3805247" y="376840"/>
                  </a:lnTo>
                  <a:lnTo>
                    <a:pt x="3806318" y="376871"/>
                  </a:lnTo>
                  <a:lnTo>
                    <a:pt x="3807390" y="376903"/>
                  </a:lnTo>
                  <a:lnTo>
                    <a:pt x="3808462" y="376934"/>
                  </a:lnTo>
                  <a:lnTo>
                    <a:pt x="3809533" y="376964"/>
                  </a:lnTo>
                  <a:lnTo>
                    <a:pt x="3810605" y="376995"/>
                  </a:lnTo>
                  <a:lnTo>
                    <a:pt x="3811676" y="377025"/>
                  </a:lnTo>
                  <a:lnTo>
                    <a:pt x="3812748" y="377055"/>
                  </a:lnTo>
                  <a:lnTo>
                    <a:pt x="3813820" y="377085"/>
                  </a:lnTo>
                  <a:lnTo>
                    <a:pt x="3814891" y="377115"/>
                  </a:lnTo>
                  <a:lnTo>
                    <a:pt x="3815963" y="377145"/>
                  </a:lnTo>
                  <a:lnTo>
                    <a:pt x="3817034" y="377174"/>
                  </a:lnTo>
                  <a:lnTo>
                    <a:pt x="3818106" y="377203"/>
                  </a:lnTo>
                  <a:lnTo>
                    <a:pt x="3819178" y="377232"/>
                  </a:lnTo>
                  <a:lnTo>
                    <a:pt x="3820249" y="377260"/>
                  </a:lnTo>
                  <a:lnTo>
                    <a:pt x="3821321" y="377289"/>
                  </a:lnTo>
                  <a:lnTo>
                    <a:pt x="3822392" y="377317"/>
                  </a:lnTo>
                  <a:lnTo>
                    <a:pt x="3823464" y="377345"/>
                  </a:lnTo>
                  <a:lnTo>
                    <a:pt x="3824536" y="377373"/>
                  </a:lnTo>
                  <a:lnTo>
                    <a:pt x="3825607" y="377401"/>
                  </a:lnTo>
                  <a:lnTo>
                    <a:pt x="3826679" y="377428"/>
                  </a:lnTo>
                  <a:lnTo>
                    <a:pt x="3827750" y="377455"/>
                  </a:lnTo>
                  <a:lnTo>
                    <a:pt x="3828822" y="377482"/>
                  </a:lnTo>
                  <a:lnTo>
                    <a:pt x="3829894" y="377509"/>
                  </a:lnTo>
                  <a:lnTo>
                    <a:pt x="3830965" y="377536"/>
                  </a:lnTo>
                  <a:lnTo>
                    <a:pt x="3832037" y="377562"/>
                  </a:lnTo>
                  <a:lnTo>
                    <a:pt x="3833108" y="377588"/>
                  </a:lnTo>
                  <a:lnTo>
                    <a:pt x="3834180" y="377614"/>
                  </a:lnTo>
                  <a:lnTo>
                    <a:pt x="3835252" y="377640"/>
                  </a:lnTo>
                  <a:lnTo>
                    <a:pt x="3836323" y="377666"/>
                  </a:lnTo>
                  <a:lnTo>
                    <a:pt x="3837395" y="377691"/>
                  </a:lnTo>
                  <a:lnTo>
                    <a:pt x="3838466" y="377716"/>
                  </a:lnTo>
                  <a:lnTo>
                    <a:pt x="3839538" y="377741"/>
                  </a:lnTo>
                  <a:lnTo>
                    <a:pt x="3840610" y="377766"/>
                  </a:lnTo>
                  <a:lnTo>
                    <a:pt x="3841681" y="377791"/>
                  </a:lnTo>
                  <a:lnTo>
                    <a:pt x="3842753" y="377815"/>
                  </a:lnTo>
                  <a:lnTo>
                    <a:pt x="3843824" y="377839"/>
                  </a:lnTo>
                  <a:lnTo>
                    <a:pt x="3844896" y="377863"/>
                  </a:lnTo>
                  <a:lnTo>
                    <a:pt x="3845968" y="377887"/>
                  </a:lnTo>
                  <a:lnTo>
                    <a:pt x="3847039" y="377911"/>
                  </a:lnTo>
                  <a:lnTo>
                    <a:pt x="3848111" y="377934"/>
                  </a:lnTo>
                  <a:lnTo>
                    <a:pt x="3849182" y="377957"/>
                  </a:lnTo>
                  <a:lnTo>
                    <a:pt x="3850254" y="377980"/>
                  </a:lnTo>
                  <a:lnTo>
                    <a:pt x="3851326" y="378003"/>
                  </a:lnTo>
                  <a:lnTo>
                    <a:pt x="3852397" y="378026"/>
                  </a:lnTo>
                  <a:lnTo>
                    <a:pt x="3853469" y="378048"/>
                  </a:lnTo>
                  <a:lnTo>
                    <a:pt x="3854540" y="378070"/>
                  </a:lnTo>
                  <a:lnTo>
                    <a:pt x="3855612" y="378092"/>
                  </a:lnTo>
                  <a:lnTo>
                    <a:pt x="3856684" y="378114"/>
                  </a:lnTo>
                  <a:lnTo>
                    <a:pt x="3856684" y="37811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684231" y="4442865"/>
              <a:ext cx="3856684" cy="1194555"/>
            </a:xfrm>
            <a:custGeom>
              <a:avLst/>
              <a:gdLst/>
              <a:ahLst/>
              <a:cxnLst/>
              <a:rect l="0" t="0" r="0" b="0"/>
              <a:pathLst>
                <a:path w="3856684" h="1194555">
                  <a:moveTo>
                    <a:pt x="3856684" y="875678"/>
                  </a:moveTo>
                  <a:lnTo>
                    <a:pt x="3855612" y="875171"/>
                  </a:lnTo>
                  <a:lnTo>
                    <a:pt x="3854540" y="874665"/>
                  </a:lnTo>
                  <a:lnTo>
                    <a:pt x="3853469" y="874159"/>
                  </a:lnTo>
                  <a:lnTo>
                    <a:pt x="3852397" y="873652"/>
                  </a:lnTo>
                  <a:lnTo>
                    <a:pt x="3851326" y="873145"/>
                  </a:lnTo>
                  <a:lnTo>
                    <a:pt x="3850254" y="872638"/>
                  </a:lnTo>
                  <a:lnTo>
                    <a:pt x="3849182" y="872131"/>
                  </a:lnTo>
                  <a:lnTo>
                    <a:pt x="3848111" y="871623"/>
                  </a:lnTo>
                  <a:lnTo>
                    <a:pt x="3847039" y="871116"/>
                  </a:lnTo>
                  <a:lnTo>
                    <a:pt x="3845968" y="870608"/>
                  </a:lnTo>
                  <a:lnTo>
                    <a:pt x="3844896" y="870100"/>
                  </a:lnTo>
                  <a:lnTo>
                    <a:pt x="3843824" y="869592"/>
                  </a:lnTo>
                  <a:lnTo>
                    <a:pt x="3842753" y="869083"/>
                  </a:lnTo>
                  <a:lnTo>
                    <a:pt x="3841681" y="868575"/>
                  </a:lnTo>
                  <a:lnTo>
                    <a:pt x="3840610" y="868066"/>
                  </a:lnTo>
                  <a:lnTo>
                    <a:pt x="3839538" y="867557"/>
                  </a:lnTo>
                  <a:lnTo>
                    <a:pt x="3838466" y="867048"/>
                  </a:lnTo>
                  <a:lnTo>
                    <a:pt x="3837395" y="866538"/>
                  </a:lnTo>
                  <a:lnTo>
                    <a:pt x="3836323" y="866029"/>
                  </a:lnTo>
                  <a:lnTo>
                    <a:pt x="3835252" y="865519"/>
                  </a:lnTo>
                  <a:lnTo>
                    <a:pt x="3834180" y="865009"/>
                  </a:lnTo>
                  <a:lnTo>
                    <a:pt x="3833108" y="864499"/>
                  </a:lnTo>
                  <a:lnTo>
                    <a:pt x="3832037" y="863989"/>
                  </a:lnTo>
                  <a:lnTo>
                    <a:pt x="3830965" y="863478"/>
                  </a:lnTo>
                  <a:lnTo>
                    <a:pt x="3829894" y="862968"/>
                  </a:lnTo>
                  <a:lnTo>
                    <a:pt x="3828822" y="862457"/>
                  </a:lnTo>
                  <a:lnTo>
                    <a:pt x="3827750" y="861946"/>
                  </a:lnTo>
                  <a:lnTo>
                    <a:pt x="3826679" y="861435"/>
                  </a:lnTo>
                  <a:lnTo>
                    <a:pt x="3825607" y="860923"/>
                  </a:lnTo>
                  <a:lnTo>
                    <a:pt x="3824536" y="860412"/>
                  </a:lnTo>
                  <a:lnTo>
                    <a:pt x="3823464" y="859900"/>
                  </a:lnTo>
                  <a:lnTo>
                    <a:pt x="3822392" y="859388"/>
                  </a:lnTo>
                  <a:lnTo>
                    <a:pt x="3821321" y="858876"/>
                  </a:lnTo>
                  <a:lnTo>
                    <a:pt x="3820249" y="858363"/>
                  </a:lnTo>
                  <a:lnTo>
                    <a:pt x="3819178" y="857851"/>
                  </a:lnTo>
                  <a:lnTo>
                    <a:pt x="3818106" y="857338"/>
                  </a:lnTo>
                  <a:lnTo>
                    <a:pt x="3817034" y="856825"/>
                  </a:lnTo>
                  <a:lnTo>
                    <a:pt x="3815963" y="856312"/>
                  </a:lnTo>
                  <a:lnTo>
                    <a:pt x="3814891" y="855799"/>
                  </a:lnTo>
                  <a:lnTo>
                    <a:pt x="3813820" y="855286"/>
                  </a:lnTo>
                  <a:lnTo>
                    <a:pt x="3812748" y="854772"/>
                  </a:lnTo>
                  <a:lnTo>
                    <a:pt x="3811676" y="854258"/>
                  </a:lnTo>
                  <a:lnTo>
                    <a:pt x="3810605" y="853744"/>
                  </a:lnTo>
                  <a:lnTo>
                    <a:pt x="3809533" y="853230"/>
                  </a:lnTo>
                  <a:lnTo>
                    <a:pt x="3808462" y="852716"/>
                  </a:lnTo>
                  <a:lnTo>
                    <a:pt x="3807390" y="852201"/>
                  </a:lnTo>
                  <a:lnTo>
                    <a:pt x="3806318" y="851686"/>
                  </a:lnTo>
                  <a:lnTo>
                    <a:pt x="3805247" y="851171"/>
                  </a:lnTo>
                  <a:lnTo>
                    <a:pt x="3804175" y="850656"/>
                  </a:lnTo>
                  <a:lnTo>
                    <a:pt x="3803104" y="850141"/>
                  </a:lnTo>
                  <a:lnTo>
                    <a:pt x="3802032" y="849626"/>
                  </a:lnTo>
                  <a:lnTo>
                    <a:pt x="3800960" y="849110"/>
                  </a:lnTo>
                  <a:lnTo>
                    <a:pt x="3799889" y="848594"/>
                  </a:lnTo>
                  <a:lnTo>
                    <a:pt x="3798817" y="848078"/>
                  </a:lnTo>
                  <a:lnTo>
                    <a:pt x="3797746" y="847562"/>
                  </a:lnTo>
                  <a:lnTo>
                    <a:pt x="3796674" y="847046"/>
                  </a:lnTo>
                  <a:lnTo>
                    <a:pt x="3795602" y="846529"/>
                  </a:lnTo>
                  <a:lnTo>
                    <a:pt x="3794531" y="846012"/>
                  </a:lnTo>
                  <a:lnTo>
                    <a:pt x="3793459" y="845495"/>
                  </a:lnTo>
                  <a:lnTo>
                    <a:pt x="3792388" y="844978"/>
                  </a:lnTo>
                  <a:lnTo>
                    <a:pt x="3791316" y="844461"/>
                  </a:lnTo>
                  <a:lnTo>
                    <a:pt x="3790244" y="843944"/>
                  </a:lnTo>
                  <a:lnTo>
                    <a:pt x="3789173" y="843426"/>
                  </a:lnTo>
                  <a:lnTo>
                    <a:pt x="3788101" y="842908"/>
                  </a:lnTo>
                  <a:lnTo>
                    <a:pt x="3787030" y="842390"/>
                  </a:lnTo>
                  <a:lnTo>
                    <a:pt x="3785958" y="841872"/>
                  </a:lnTo>
                  <a:lnTo>
                    <a:pt x="3784886" y="841354"/>
                  </a:lnTo>
                  <a:lnTo>
                    <a:pt x="3783815" y="840835"/>
                  </a:lnTo>
                  <a:lnTo>
                    <a:pt x="3782743" y="840317"/>
                  </a:lnTo>
                  <a:lnTo>
                    <a:pt x="3781672" y="839798"/>
                  </a:lnTo>
                  <a:lnTo>
                    <a:pt x="3780600" y="839279"/>
                  </a:lnTo>
                  <a:lnTo>
                    <a:pt x="3779528" y="838760"/>
                  </a:lnTo>
                  <a:lnTo>
                    <a:pt x="3778457" y="838240"/>
                  </a:lnTo>
                  <a:lnTo>
                    <a:pt x="3777385" y="837721"/>
                  </a:lnTo>
                  <a:lnTo>
                    <a:pt x="3776314" y="837201"/>
                  </a:lnTo>
                  <a:lnTo>
                    <a:pt x="3775242" y="836681"/>
                  </a:lnTo>
                  <a:lnTo>
                    <a:pt x="3774170" y="836161"/>
                  </a:lnTo>
                  <a:lnTo>
                    <a:pt x="3773099" y="835641"/>
                  </a:lnTo>
                  <a:lnTo>
                    <a:pt x="3772027" y="835120"/>
                  </a:lnTo>
                  <a:lnTo>
                    <a:pt x="3770956" y="834600"/>
                  </a:lnTo>
                  <a:lnTo>
                    <a:pt x="3769884" y="834079"/>
                  </a:lnTo>
                  <a:lnTo>
                    <a:pt x="3768812" y="833558"/>
                  </a:lnTo>
                  <a:lnTo>
                    <a:pt x="3767741" y="833037"/>
                  </a:lnTo>
                  <a:lnTo>
                    <a:pt x="3766669" y="832515"/>
                  </a:lnTo>
                  <a:lnTo>
                    <a:pt x="3765598" y="831994"/>
                  </a:lnTo>
                  <a:lnTo>
                    <a:pt x="3764526" y="831472"/>
                  </a:lnTo>
                  <a:lnTo>
                    <a:pt x="3763454" y="830951"/>
                  </a:lnTo>
                  <a:lnTo>
                    <a:pt x="3762383" y="830429"/>
                  </a:lnTo>
                  <a:lnTo>
                    <a:pt x="3761311" y="829906"/>
                  </a:lnTo>
                  <a:lnTo>
                    <a:pt x="3760240" y="829384"/>
                  </a:lnTo>
                  <a:lnTo>
                    <a:pt x="3759168" y="828862"/>
                  </a:lnTo>
                  <a:lnTo>
                    <a:pt x="3758096" y="828339"/>
                  </a:lnTo>
                  <a:lnTo>
                    <a:pt x="3757025" y="827816"/>
                  </a:lnTo>
                  <a:lnTo>
                    <a:pt x="3755953" y="827293"/>
                  </a:lnTo>
                  <a:lnTo>
                    <a:pt x="3754882" y="826770"/>
                  </a:lnTo>
                  <a:lnTo>
                    <a:pt x="3753810" y="826246"/>
                  </a:lnTo>
                  <a:lnTo>
                    <a:pt x="3752738" y="825723"/>
                  </a:lnTo>
                  <a:lnTo>
                    <a:pt x="3751667" y="825199"/>
                  </a:lnTo>
                  <a:lnTo>
                    <a:pt x="3750595" y="824675"/>
                  </a:lnTo>
                  <a:lnTo>
                    <a:pt x="3749524" y="824151"/>
                  </a:lnTo>
                  <a:lnTo>
                    <a:pt x="3748452" y="823627"/>
                  </a:lnTo>
                  <a:lnTo>
                    <a:pt x="3747380" y="823103"/>
                  </a:lnTo>
                  <a:lnTo>
                    <a:pt x="3746309" y="822578"/>
                  </a:lnTo>
                  <a:lnTo>
                    <a:pt x="3745237" y="822054"/>
                  </a:lnTo>
                  <a:lnTo>
                    <a:pt x="3744166" y="821529"/>
                  </a:lnTo>
                  <a:lnTo>
                    <a:pt x="3743094" y="821004"/>
                  </a:lnTo>
                  <a:lnTo>
                    <a:pt x="3742022" y="820478"/>
                  </a:lnTo>
                  <a:lnTo>
                    <a:pt x="3740951" y="819953"/>
                  </a:lnTo>
                  <a:lnTo>
                    <a:pt x="3739879" y="819428"/>
                  </a:lnTo>
                  <a:lnTo>
                    <a:pt x="3738808" y="818902"/>
                  </a:lnTo>
                  <a:lnTo>
                    <a:pt x="3737736" y="818376"/>
                  </a:lnTo>
                  <a:lnTo>
                    <a:pt x="3736664" y="817850"/>
                  </a:lnTo>
                  <a:lnTo>
                    <a:pt x="3735593" y="817324"/>
                  </a:lnTo>
                  <a:lnTo>
                    <a:pt x="3734521" y="816797"/>
                  </a:lnTo>
                  <a:lnTo>
                    <a:pt x="3733450" y="816271"/>
                  </a:lnTo>
                  <a:lnTo>
                    <a:pt x="3732378" y="815744"/>
                  </a:lnTo>
                  <a:lnTo>
                    <a:pt x="3731306" y="815217"/>
                  </a:lnTo>
                  <a:lnTo>
                    <a:pt x="3730235" y="814690"/>
                  </a:lnTo>
                  <a:lnTo>
                    <a:pt x="3729163" y="814163"/>
                  </a:lnTo>
                  <a:lnTo>
                    <a:pt x="3728092" y="813636"/>
                  </a:lnTo>
                  <a:lnTo>
                    <a:pt x="3727020" y="813108"/>
                  </a:lnTo>
                  <a:lnTo>
                    <a:pt x="3725949" y="812581"/>
                  </a:lnTo>
                  <a:lnTo>
                    <a:pt x="3724877" y="812053"/>
                  </a:lnTo>
                  <a:lnTo>
                    <a:pt x="3723805" y="811525"/>
                  </a:lnTo>
                  <a:lnTo>
                    <a:pt x="3722734" y="810997"/>
                  </a:lnTo>
                  <a:lnTo>
                    <a:pt x="3721662" y="810468"/>
                  </a:lnTo>
                  <a:lnTo>
                    <a:pt x="3720591" y="809940"/>
                  </a:lnTo>
                  <a:lnTo>
                    <a:pt x="3719519" y="809411"/>
                  </a:lnTo>
                  <a:lnTo>
                    <a:pt x="3718447" y="808883"/>
                  </a:lnTo>
                  <a:lnTo>
                    <a:pt x="3717376" y="808354"/>
                  </a:lnTo>
                  <a:lnTo>
                    <a:pt x="3716304" y="807825"/>
                  </a:lnTo>
                  <a:lnTo>
                    <a:pt x="3715233" y="807295"/>
                  </a:lnTo>
                  <a:lnTo>
                    <a:pt x="3714161" y="806766"/>
                  </a:lnTo>
                  <a:lnTo>
                    <a:pt x="3713089" y="806236"/>
                  </a:lnTo>
                  <a:lnTo>
                    <a:pt x="3712018" y="805707"/>
                  </a:lnTo>
                  <a:lnTo>
                    <a:pt x="3710946" y="805177"/>
                  </a:lnTo>
                  <a:lnTo>
                    <a:pt x="3709875" y="804647"/>
                  </a:lnTo>
                  <a:lnTo>
                    <a:pt x="3708803" y="804116"/>
                  </a:lnTo>
                  <a:lnTo>
                    <a:pt x="3707731" y="803586"/>
                  </a:lnTo>
                  <a:lnTo>
                    <a:pt x="3706660" y="803056"/>
                  </a:lnTo>
                  <a:lnTo>
                    <a:pt x="3705588" y="802525"/>
                  </a:lnTo>
                  <a:lnTo>
                    <a:pt x="3704517" y="801994"/>
                  </a:lnTo>
                  <a:lnTo>
                    <a:pt x="3703445" y="801463"/>
                  </a:lnTo>
                  <a:lnTo>
                    <a:pt x="3702373" y="800932"/>
                  </a:lnTo>
                  <a:lnTo>
                    <a:pt x="3701302" y="800401"/>
                  </a:lnTo>
                  <a:lnTo>
                    <a:pt x="3700230" y="799869"/>
                  </a:lnTo>
                  <a:lnTo>
                    <a:pt x="3699159" y="799338"/>
                  </a:lnTo>
                  <a:lnTo>
                    <a:pt x="3698087" y="798806"/>
                  </a:lnTo>
                  <a:lnTo>
                    <a:pt x="3697015" y="798274"/>
                  </a:lnTo>
                  <a:lnTo>
                    <a:pt x="3695944" y="797742"/>
                  </a:lnTo>
                  <a:lnTo>
                    <a:pt x="3694872" y="797210"/>
                  </a:lnTo>
                  <a:lnTo>
                    <a:pt x="3693801" y="796678"/>
                  </a:lnTo>
                  <a:lnTo>
                    <a:pt x="3692729" y="796145"/>
                  </a:lnTo>
                  <a:lnTo>
                    <a:pt x="3691657" y="795612"/>
                  </a:lnTo>
                  <a:lnTo>
                    <a:pt x="3690586" y="795080"/>
                  </a:lnTo>
                  <a:lnTo>
                    <a:pt x="3689514" y="794547"/>
                  </a:lnTo>
                  <a:lnTo>
                    <a:pt x="3688443" y="794014"/>
                  </a:lnTo>
                  <a:lnTo>
                    <a:pt x="3687371" y="793480"/>
                  </a:lnTo>
                  <a:lnTo>
                    <a:pt x="3686299" y="792947"/>
                  </a:lnTo>
                  <a:lnTo>
                    <a:pt x="3685228" y="792413"/>
                  </a:lnTo>
                  <a:lnTo>
                    <a:pt x="3684156" y="791880"/>
                  </a:lnTo>
                  <a:lnTo>
                    <a:pt x="3683085" y="791346"/>
                  </a:lnTo>
                  <a:lnTo>
                    <a:pt x="3682013" y="790812"/>
                  </a:lnTo>
                  <a:lnTo>
                    <a:pt x="3680941" y="790278"/>
                  </a:lnTo>
                  <a:lnTo>
                    <a:pt x="3679870" y="789743"/>
                  </a:lnTo>
                  <a:lnTo>
                    <a:pt x="3678798" y="789209"/>
                  </a:lnTo>
                  <a:lnTo>
                    <a:pt x="3677727" y="788674"/>
                  </a:lnTo>
                  <a:lnTo>
                    <a:pt x="3676655" y="788140"/>
                  </a:lnTo>
                  <a:lnTo>
                    <a:pt x="3675583" y="787605"/>
                  </a:lnTo>
                  <a:lnTo>
                    <a:pt x="3674512" y="787070"/>
                  </a:lnTo>
                  <a:lnTo>
                    <a:pt x="3673440" y="786535"/>
                  </a:lnTo>
                  <a:lnTo>
                    <a:pt x="3672369" y="785999"/>
                  </a:lnTo>
                  <a:lnTo>
                    <a:pt x="3671297" y="785464"/>
                  </a:lnTo>
                  <a:lnTo>
                    <a:pt x="3670225" y="784928"/>
                  </a:lnTo>
                  <a:lnTo>
                    <a:pt x="3669154" y="784393"/>
                  </a:lnTo>
                  <a:lnTo>
                    <a:pt x="3668082" y="783857"/>
                  </a:lnTo>
                  <a:lnTo>
                    <a:pt x="3667011" y="783321"/>
                  </a:lnTo>
                  <a:lnTo>
                    <a:pt x="3665939" y="782785"/>
                  </a:lnTo>
                  <a:lnTo>
                    <a:pt x="3664867" y="782248"/>
                  </a:lnTo>
                  <a:lnTo>
                    <a:pt x="3663796" y="781712"/>
                  </a:lnTo>
                  <a:lnTo>
                    <a:pt x="3662724" y="781175"/>
                  </a:lnTo>
                  <a:lnTo>
                    <a:pt x="3661653" y="780639"/>
                  </a:lnTo>
                  <a:lnTo>
                    <a:pt x="3660581" y="780102"/>
                  </a:lnTo>
                  <a:lnTo>
                    <a:pt x="3659509" y="779565"/>
                  </a:lnTo>
                  <a:lnTo>
                    <a:pt x="3658438" y="779028"/>
                  </a:lnTo>
                  <a:lnTo>
                    <a:pt x="3657366" y="778491"/>
                  </a:lnTo>
                  <a:lnTo>
                    <a:pt x="3656295" y="777953"/>
                  </a:lnTo>
                  <a:lnTo>
                    <a:pt x="3655223" y="777416"/>
                  </a:lnTo>
                  <a:lnTo>
                    <a:pt x="3654151" y="776878"/>
                  </a:lnTo>
                  <a:lnTo>
                    <a:pt x="3653080" y="776340"/>
                  </a:lnTo>
                  <a:lnTo>
                    <a:pt x="3652008" y="775802"/>
                  </a:lnTo>
                  <a:lnTo>
                    <a:pt x="3650937" y="775264"/>
                  </a:lnTo>
                  <a:lnTo>
                    <a:pt x="3649865" y="774726"/>
                  </a:lnTo>
                  <a:lnTo>
                    <a:pt x="3648793" y="774188"/>
                  </a:lnTo>
                  <a:lnTo>
                    <a:pt x="3647722" y="773649"/>
                  </a:lnTo>
                  <a:lnTo>
                    <a:pt x="3646650" y="773111"/>
                  </a:lnTo>
                  <a:lnTo>
                    <a:pt x="3645579" y="772572"/>
                  </a:lnTo>
                  <a:lnTo>
                    <a:pt x="3644507" y="772033"/>
                  </a:lnTo>
                  <a:lnTo>
                    <a:pt x="3643435" y="771494"/>
                  </a:lnTo>
                  <a:lnTo>
                    <a:pt x="3642364" y="770955"/>
                  </a:lnTo>
                  <a:lnTo>
                    <a:pt x="3641292" y="770416"/>
                  </a:lnTo>
                  <a:lnTo>
                    <a:pt x="3640221" y="769876"/>
                  </a:lnTo>
                  <a:lnTo>
                    <a:pt x="3639149" y="769337"/>
                  </a:lnTo>
                  <a:lnTo>
                    <a:pt x="3638077" y="768797"/>
                  </a:lnTo>
                  <a:lnTo>
                    <a:pt x="3637006" y="768257"/>
                  </a:lnTo>
                  <a:lnTo>
                    <a:pt x="3635934" y="767717"/>
                  </a:lnTo>
                  <a:lnTo>
                    <a:pt x="3634863" y="767177"/>
                  </a:lnTo>
                  <a:lnTo>
                    <a:pt x="3633791" y="766637"/>
                  </a:lnTo>
                  <a:lnTo>
                    <a:pt x="3632719" y="766097"/>
                  </a:lnTo>
                  <a:lnTo>
                    <a:pt x="3631648" y="765556"/>
                  </a:lnTo>
                  <a:lnTo>
                    <a:pt x="3630576" y="765016"/>
                  </a:lnTo>
                  <a:lnTo>
                    <a:pt x="3629505" y="764475"/>
                  </a:lnTo>
                  <a:lnTo>
                    <a:pt x="3628433" y="763934"/>
                  </a:lnTo>
                  <a:lnTo>
                    <a:pt x="3627361" y="763393"/>
                  </a:lnTo>
                  <a:lnTo>
                    <a:pt x="3626290" y="762852"/>
                  </a:lnTo>
                  <a:lnTo>
                    <a:pt x="3625218" y="762311"/>
                  </a:lnTo>
                  <a:lnTo>
                    <a:pt x="3624147" y="761770"/>
                  </a:lnTo>
                  <a:lnTo>
                    <a:pt x="3623075" y="761228"/>
                  </a:lnTo>
                  <a:lnTo>
                    <a:pt x="3622003" y="760687"/>
                  </a:lnTo>
                  <a:lnTo>
                    <a:pt x="3620932" y="760145"/>
                  </a:lnTo>
                  <a:lnTo>
                    <a:pt x="3619860" y="759603"/>
                  </a:lnTo>
                  <a:lnTo>
                    <a:pt x="3618789" y="759061"/>
                  </a:lnTo>
                  <a:lnTo>
                    <a:pt x="3617717" y="758519"/>
                  </a:lnTo>
                  <a:lnTo>
                    <a:pt x="3616645" y="757977"/>
                  </a:lnTo>
                  <a:lnTo>
                    <a:pt x="3615574" y="757435"/>
                  </a:lnTo>
                  <a:lnTo>
                    <a:pt x="3614502" y="756893"/>
                  </a:lnTo>
                  <a:lnTo>
                    <a:pt x="3613431" y="756350"/>
                  </a:lnTo>
                  <a:lnTo>
                    <a:pt x="3612359" y="755808"/>
                  </a:lnTo>
                  <a:lnTo>
                    <a:pt x="3611287" y="755265"/>
                  </a:lnTo>
                  <a:lnTo>
                    <a:pt x="3610216" y="754722"/>
                  </a:lnTo>
                  <a:lnTo>
                    <a:pt x="3609144" y="754179"/>
                  </a:lnTo>
                  <a:lnTo>
                    <a:pt x="3608073" y="753636"/>
                  </a:lnTo>
                  <a:lnTo>
                    <a:pt x="3607001" y="753093"/>
                  </a:lnTo>
                  <a:lnTo>
                    <a:pt x="3605929" y="752549"/>
                  </a:lnTo>
                  <a:lnTo>
                    <a:pt x="3604858" y="752006"/>
                  </a:lnTo>
                  <a:lnTo>
                    <a:pt x="3603786" y="751462"/>
                  </a:lnTo>
                  <a:lnTo>
                    <a:pt x="3602715" y="750919"/>
                  </a:lnTo>
                  <a:lnTo>
                    <a:pt x="3601643" y="750375"/>
                  </a:lnTo>
                  <a:lnTo>
                    <a:pt x="3600571" y="749831"/>
                  </a:lnTo>
                  <a:lnTo>
                    <a:pt x="3599500" y="749287"/>
                  </a:lnTo>
                  <a:lnTo>
                    <a:pt x="3598428" y="748743"/>
                  </a:lnTo>
                  <a:lnTo>
                    <a:pt x="3597357" y="748199"/>
                  </a:lnTo>
                  <a:lnTo>
                    <a:pt x="3596285" y="747654"/>
                  </a:lnTo>
                  <a:lnTo>
                    <a:pt x="3595213" y="747110"/>
                  </a:lnTo>
                  <a:lnTo>
                    <a:pt x="3594142" y="746565"/>
                  </a:lnTo>
                  <a:lnTo>
                    <a:pt x="3593070" y="746021"/>
                  </a:lnTo>
                  <a:lnTo>
                    <a:pt x="3591999" y="745476"/>
                  </a:lnTo>
                  <a:lnTo>
                    <a:pt x="3590927" y="744931"/>
                  </a:lnTo>
                  <a:lnTo>
                    <a:pt x="3589855" y="744386"/>
                  </a:lnTo>
                  <a:lnTo>
                    <a:pt x="3588784" y="743841"/>
                  </a:lnTo>
                  <a:lnTo>
                    <a:pt x="3587712" y="743296"/>
                  </a:lnTo>
                  <a:lnTo>
                    <a:pt x="3586641" y="742750"/>
                  </a:lnTo>
                  <a:lnTo>
                    <a:pt x="3585569" y="742205"/>
                  </a:lnTo>
                  <a:lnTo>
                    <a:pt x="3584497" y="741659"/>
                  </a:lnTo>
                  <a:lnTo>
                    <a:pt x="3583426" y="741114"/>
                  </a:lnTo>
                  <a:lnTo>
                    <a:pt x="3582354" y="740568"/>
                  </a:lnTo>
                  <a:lnTo>
                    <a:pt x="3581283" y="740022"/>
                  </a:lnTo>
                  <a:lnTo>
                    <a:pt x="3580211" y="739476"/>
                  </a:lnTo>
                  <a:lnTo>
                    <a:pt x="3579139" y="738930"/>
                  </a:lnTo>
                  <a:lnTo>
                    <a:pt x="3578068" y="738384"/>
                  </a:lnTo>
                  <a:lnTo>
                    <a:pt x="3576996" y="737838"/>
                  </a:lnTo>
                  <a:lnTo>
                    <a:pt x="3575925" y="737291"/>
                  </a:lnTo>
                  <a:lnTo>
                    <a:pt x="3574853" y="736745"/>
                  </a:lnTo>
                  <a:lnTo>
                    <a:pt x="3573781" y="736198"/>
                  </a:lnTo>
                  <a:lnTo>
                    <a:pt x="3572710" y="735652"/>
                  </a:lnTo>
                  <a:lnTo>
                    <a:pt x="3571638" y="735105"/>
                  </a:lnTo>
                  <a:lnTo>
                    <a:pt x="3570567" y="734558"/>
                  </a:lnTo>
                  <a:lnTo>
                    <a:pt x="3569495" y="734011"/>
                  </a:lnTo>
                  <a:lnTo>
                    <a:pt x="3568423" y="733464"/>
                  </a:lnTo>
                  <a:lnTo>
                    <a:pt x="3567352" y="732917"/>
                  </a:lnTo>
                  <a:lnTo>
                    <a:pt x="3566280" y="732370"/>
                  </a:lnTo>
                  <a:lnTo>
                    <a:pt x="3565209" y="731823"/>
                  </a:lnTo>
                  <a:lnTo>
                    <a:pt x="3564137" y="731275"/>
                  </a:lnTo>
                  <a:lnTo>
                    <a:pt x="3563065" y="730728"/>
                  </a:lnTo>
                  <a:lnTo>
                    <a:pt x="3561994" y="730180"/>
                  </a:lnTo>
                  <a:lnTo>
                    <a:pt x="3560922" y="729632"/>
                  </a:lnTo>
                  <a:lnTo>
                    <a:pt x="3559851" y="729085"/>
                  </a:lnTo>
                  <a:lnTo>
                    <a:pt x="3558779" y="728537"/>
                  </a:lnTo>
                  <a:lnTo>
                    <a:pt x="3557707" y="727989"/>
                  </a:lnTo>
                  <a:lnTo>
                    <a:pt x="3556636" y="727441"/>
                  </a:lnTo>
                  <a:lnTo>
                    <a:pt x="3555564" y="726893"/>
                  </a:lnTo>
                  <a:lnTo>
                    <a:pt x="3554493" y="726344"/>
                  </a:lnTo>
                  <a:lnTo>
                    <a:pt x="3553421" y="725796"/>
                  </a:lnTo>
                  <a:lnTo>
                    <a:pt x="3552349" y="725248"/>
                  </a:lnTo>
                  <a:lnTo>
                    <a:pt x="3551278" y="724699"/>
                  </a:lnTo>
                  <a:lnTo>
                    <a:pt x="3550206" y="724151"/>
                  </a:lnTo>
                  <a:lnTo>
                    <a:pt x="3549135" y="723602"/>
                  </a:lnTo>
                  <a:lnTo>
                    <a:pt x="3548063" y="723053"/>
                  </a:lnTo>
                  <a:lnTo>
                    <a:pt x="3546992" y="722504"/>
                  </a:lnTo>
                  <a:lnTo>
                    <a:pt x="3545920" y="721955"/>
                  </a:lnTo>
                  <a:lnTo>
                    <a:pt x="3544848" y="721406"/>
                  </a:lnTo>
                  <a:lnTo>
                    <a:pt x="3543777" y="720857"/>
                  </a:lnTo>
                  <a:lnTo>
                    <a:pt x="3542705" y="720308"/>
                  </a:lnTo>
                  <a:lnTo>
                    <a:pt x="3541634" y="719759"/>
                  </a:lnTo>
                  <a:lnTo>
                    <a:pt x="3540562" y="719210"/>
                  </a:lnTo>
                  <a:lnTo>
                    <a:pt x="3539490" y="718660"/>
                  </a:lnTo>
                  <a:lnTo>
                    <a:pt x="3538419" y="718111"/>
                  </a:lnTo>
                  <a:lnTo>
                    <a:pt x="3537347" y="717561"/>
                  </a:lnTo>
                  <a:lnTo>
                    <a:pt x="3536276" y="717011"/>
                  </a:lnTo>
                  <a:lnTo>
                    <a:pt x="3535204" y="716462"/>
                  </a:lnTo>
                  <a:lnTo>
                    <a:pt x="3534132" y="715912"/>
                  </a:lnTo>
                  <a:lnTo>
                    <a:pt x="3533061" y="715362"/>
                  </a:lnTo>
                  <a:lnTo>
                    <a:pt x="3531989" y="714812"/>
                  </a:lnTo>
                  <a:lnTo>
                    <a:pt x="3530918" y="714262"/>
                  </a:lnTo>
                  <a:lnTo>
                    <a:pt x="3529846" y="713712"/>
                  </a:lnTo>
                  <a:lnTo>
                    <a:pt x="3528774" y="713162"/>
                  </a:lnTo>
                  <a:lnTo>
                    <a:pt x="3527703" y="712612"/>
                  </a:lnTo>
                  <a:lnTo>
                    <a:pt x="3526631" y="712061"/>
                  </a:lnTo>
                  <a:lnTo>
                    <a:pt x="3525560" y="711511"/>
                  </a:lnTo>
                  <a:lnTo>
                    <a:pt x="3524488" y="710960"/>
                  </a:lnTo>
                  <a:lnTo>
                    <a:pt x="3523416" y="710410"/>
                  </a:lnTo>
                  <a:lnTo>
                    <a:pt x="3522345" y="709859"/>
                  </a:lnTo>
                  <a:lnTo>
                    <a:pt x="3521273" y="709309"/>
                  </a:lnTo>
                  <a:lnTo>
                    <a:pt x="3520202" y="708758"/>
                  </a:lnTo>
                  <a:lnTo>
                    <a:pt x="3519130" y="708207"/>
                  </a:lnTo>
                  <a:lnTo>
                    <a:pt x="3518058" y="707656"/>
                  </a:lnTo>
                  <a:lnTo>
                    <a:pt x="3516987" y="707105"/>
                  </a:lnTo>
                  <a:lnTo>
                    <a:pt x="3515915" y="706554"/>
                  </a:lnTo>
                  <a:lnTo>
                    <a:pt x="3514844" y="706003"/>
                  </a:lnTo>
                  <a:lnTo>
                    <a:pt x="3513772" y="705452"/>
                  </a:lnTo>
                  <a:lnTo>
                    <a:pt x="3512700" y="704901"/>
                  </a:lnTo>
                  <a:lnTo>
                    <a:pt x="3511629" y="704350"/>
                  </a:lnTo>
                  <a:lnTo>
                    <a:pt x="3510557" y="703798"/>
                  </a:lnTo>
                  <a:lnTo>
                    <a:pt x="3509486" y="703247"/>
                  </a:lnTo>
                  <a:lnTo>
                    <a:pt x="3508414" y="702695"/>
                  </a:lnTo>
                  <a:lnTo>
                    <a:pt x="3507342" y="702144"/>
                  </a:lnTo>
                  <a:lnTo>
                    <a:pt x="3506271" y="701592"/>
                  </a:lnTo>
                  <a:lnTo>
                    <a:pt x="3505199" y="701041"/>
                  </a:lnTo>
                  <a:lnTo>
                    <a:pt x="3504128" y="700489"/>
                  </a:lnTo>
                  <a:lnTo>
                    <a:pt x="3503056" y="699937"/>
                  </a:lnTo>
                  <a:lnTo>
                    <a:pt x="3501984" y="699386"/>
                  </a:lnTo>
                  <a:lnTo>
                    <a:pt x="3500913" y="698834"/>
                  </a:lnTo>
                  <a:lnTo>
                    <a:pt x="3499841" y="698282"/>
                  </a:lnTo>
                  <a:lnTo>
                    <a:pt x="3498770" y="697730"/>
                  </a:lnTo>
                  <a:lnTo>
                    <a:pt x="3497698" y="697178"/>
                  </a:lnTo>
                  <a:lnTo>
                    <a:pt x="3496626" y="696626"/>
                  </a:lnTo>
                  <a:lnTo>
                    <a:pt x="3495555" y="696074"/>
                  </a:lnTo>
                  <a:lnTo>
                    <a:pt x="3494483" y="695521"/>
                  </a:lnTo>
                  <a:lnTo>
                    <a:pt x="3493412" y="694969"/>
                  </a:lnTo>
                  <a:lnTo>
                    <a:pt x="3492340" y="694417"/>
                  </a:lnTo>
                  <a:lnTo>
                    <a:pt x="3491268" y="693865"/>
                  </a:lnTo>
                  <a:lnTo>
                    <a:pt x="3490197" y="693312"/>
                  </a:lnTo>
                  <a:lnTo>
                    <a:pt x="3489125" y="692760"/>
                  </a:lnTo>
                  <a:lnTo>
                    <a:pt x="3488054" y="692207"/>
                  </a:lnTo>
                  <a:lnTo>
                    <a:pt x="3486982" y="691655"/>
                  </a:lnTo>
                  <a:lnTo>
                    <a:pt x="3485910" y="691102"/>
                  </a:lnTo>
                  <a:lnTo>
                    <a:pt x="3484839" y="690550"/>
                  </a:lnTo>
                  <a:lnTo>
                    <a:pt x="3483767" y="689997"/>
                  </a:lnTo>
                  <a:lnTo>
                    <a:pt x="3482696" y="689444"/>
                  </a:lnTo>
                  <a:lnTo>
                    <a:pt x="3481624" y="688892"/>
                  </a:lnTo>
                  <a:lnTo>
                    <a:pt x="3480552" y="688339"/>
                  </a:lnTo>
                  <a:lnTo>
                    <a:pt x="3479481" y="687786"/>
                  </a:lnTo>
                  <a:lnTo>
                    <a:pt x="3478409" y="687233"/>
                  </a:lnTo>
                  <a:lnTo>
                    <a:pt x="3477338" y="686680"/>
                  </a:lnTo>
                  <a:lnTo>
                    <a:pt x="3476266" y="686127"/>
                  </a:lnTo>
                  <a:lnTo>
                    <a:pt x="3475194" y="685574"/>
                  </a:lnTo>
                  <a:lnTo>
                    <a:pt x="3474123" y="685021"/>
                  </a:lnTo>
                  <a:lnTo>
                    <a:pt x="3473051" y="684468"/>
                  </a:lnTo>
                  <a:lnTo>
                    <a:pt x="3471980" y="683915"/>
                  </a:lnTo>
                  <a:lnTo>
                    <a:pt x="3470908" y="683362"/>
                  </a:lnTo>
                  <a:lnTo>
                    <a:pt x="3469836" y="682809"/>
                  </a:lnTo>
                  <a:lnTo>
                    <a:pt x="3468765" y="682256"/>
                  </a:lnTo>
                  <a:lnTo>
                    <a:pt x="3467693" y="681702"/>
                  </a:lnTo>
                  <a:lnTo>
                    <a:pt x="3466622" y="681149"/>
                  </a:lnTo>
                  <a:lnTo>
                    <a:pt x="3465550" y="680596"/>
                  </a:lnTo>
                  <a:lnTo>
                    <a:pt x="3464478" y="680043"/>
                  </a:lnTo>
                  <a:lnTo>
                    <a:pt x="3463407" y="679489"/>
                  </a:lnTo>
                  <a:lnTo>
                    <a:pt x="3462335" y="678936"/>
                  </a:lnTo>
                  <a:lnTo>
                    <a:pt x="3461264" y="678382"/>
                  </a:lnTo>
                  <a:lnTo>
                    <a:pt x="3460192" y="677829"/>
                  </a:lnTo>
                  <a:lnTo>
                    <a:pt x="3459120" y="677276"/>
                  </a:lnTo>
                  <a:lnTo>
                    <a:pt x="3458049" y="676722"/>
                  </a:lnTo>
                  <a:lnTo>
                    <a:pt x="3456977" y="676169"/>
                  </a:lnTo>
                  <a:lnTo>
                    <a:pt x="3455906" y="675615"/>
                  </a:lnTo>
                  <a:lnTo>
                    <a:pt x="3454834" y="675061"/>
                  </a:lnTo>
                  <a:lnTo>
                    <a:pt x="3453762" y="674508"/>
                  </a:lnTo>
                  <a:lnTo>
                    <a:pt x="3452691" y="673954"/>
                  </a:lnTo>
                  <a:lnTo>
                    <a:pt x="3451619" y="673401"/>
                  </a:lnTo>
                  <a:lnTo>
                    <a:pt x="3450548" y="672847"/>
                  </a:lnTo>
                  <a:lnTo>
                    <a:pt x="3449476" y="672293"/>
                  </a:lnTo>
                  <a:lnTo>
                    <a:pt x="3448404" y="671740"/>
                  </a:lnTo>
                  <a:lnTo>
                    <a:pt x="3447333" y="671186"/>
                  </a:lnTo>
                  <a:lnTo>
                    <a:pt x="3446261" y="670632"/>
                  </a:lnTo>
                  <a:lnTo>
                    <a:pt x="3445190" y="670078"/>
                  </a:lnTo>
                  <a:lnTo>
                    <a:pt x="3444118" y="669525"/>
                  </a:lnTo>
                  <a:lnTo>
                    <a:pt x="3443046" y="668971"/>
                  </a:lnTo>
                  <a:lnTo>
                    <a:pt x="3441975" y="668417"/>
                  </a:lnTo>
                  <a:lnTo>
                    <a:pt x="3440903" y="667863"/>
                  </a:lnTo>
                  <a:lnTo>
                    <a:pt x="3439832" y="667310"/>
                  </a:lnTo>
                  <a:lnTo>
                    <a:pt x="3438760" y="666756"/>
                  </a:lnTo>
                  <a:lnTo>
                    <a:pt x="3437688" y="666202"/>
                  </a:lnTo>
                  <a:lnTo>
                    <a:pt x="3436617" y="665648"/>
                  </a:lnTo>
                  <a:lnTo>
                    <a:pt x="3435545" y="665094"/>
                  </a:lnTo>
                  <a:lnTo>
                    <a:pt x="3434474" y="664540"/>
                  </a:lnTo>
                  <a:lnTo>
                    <a:pt x="3433402" y="663987"/>
                  </a:lnTo>
                  <a:lnTo>
                    <a:pt x="3432330" y="663433"/>
                  </a:lnTo>
                  <a:lnTo>
                    <a:pt x="3431259" y="662879"/>
                  </a:lnTo>
                  <a:lnTo>
                    <a:pt x="3430187" y="662325"/>
                  </a:lnTo>
                  <a:lnTo>
                    <a:pt x="3429116" y="661771"/>
                  </a:lnTo>
                  <a:lnTo>
                    <a:pt x="3428044" y="661217"/>
                  </a:lnTo>
                  <a:lnTo>
                    <a:pt x="3426972" y="660663"/>
                  </a:lnTo>
                  <a:lnTo>
                    <a:pt x="3425901" y="660109"/>
                  </a:lnTo>
                  <a:lnTo>
                    <a:pt x="3424829" y="659556"/>
                  </a:lnTo>
                  <a:lnTo>
                    <a:pt x="3423758" y="659002"/>
                  </a:lnTo>
                  <a:lnTo>
                    <a:pt x="3422686" y="658448"/>
                  </a:lnTo>
                  <a:lnTo>
                    <a:pt x="3421614" y="657894"/>
                  </a:lnTo>
                  <a:lnTo>
                    <a:pt x="3420543" y="657340"/>
                  </a:lnTo>
                  <a:lnTo>
                    <a:pt x="3419471" y="656786"/>
                  </a:lnTo>
                  <a:lnTo>
                    <a:pt x="3418400" y="656232"/>
                  </a:lnTo>
                  <a:lnTo>
                    <a:pt x="3417328" y="655679"/>
                  </a:lnTo>
                  <a:lnTo>
                    <a:pt x="3416256" y="655125"/>
                  </a:lnTo>
                  <a:lnTo>
                    <a:pt x="3415185" y="654571"/>
                  </a:lnTo>
                  <a:lnTo>
                    <a:pt x="3414113" y="654017"/>
                  </a:lnTo>
                  <a:lnTo>
                    <a:pt x="3413042" y="653463"/>
                  </a:lnTo>
                  <a:lnTo>
                    <a:pt x="3411970" y="652909"/>
                  </a:lnTo>
                  <a:lnTo>
                    <a:pt x="3410898" y="652356"/>
                  </a:lnTo>
                  <a:lnTo>
                    <a:pt x="3409827" y="651802"/>
                  </a:lnTo>
                  <a:lnTo>
                    <a:pt x="3408755" y="651248"/>
                  </a:lnTo>
                  <a:lnTo>
                    <a:pt x="3407684" y="650694"/>
                  </a:lnTo>
                  <a:lnTo>
                    <a:pt x="3406612" y="650141"/>
                  </a:lnTo>
                  <a:lnTo>
                    <a:pt x="3405540" y="649587"/>
                  </a:lnTo>
                  <a:lnTo>
                    <a:pt x="3404469" y="649033"/>
                  </a:lnTo>
                  <a:lnTo>
                    <a:pt x="3403397" y="648479"/>
                  </a:lnTo>
                  <a:lnTo>
                    <a:pt x="3402326" y="647926"/>
                  </a:lnTo>
                  <a:lnTo>
                    <a:pt x="3401254" y="647372"/>
                  </a:lnTo>
                  <a:lnTo>
                    <a:pt x="3400182" y="646818"/>
                  </a:lnTo>
                  <a:lnTo>
                    <a:pt x="3399111" y="646265"/>
                  </a:lnTo>
                  <a:lnTo>
                    <a:pt x="3398039" y="645711"/>
                  </a:lnTo>
                  <a:lnTo>
                    <a:pt x="3396968" y="645158"/>
                  </a:lnTo>
                  <a:lnTo>
                    <a:pt x="3395896" y="644604"/>
                  </a:lnTo>
                  <a:lnTo>
                    <a:pt x="3394824" y="644051"/>
                  </a:lnTo>
                  <a:lnTo>
                    <a:pt x="3393753" y="643497"/>
                  </a:lnTo>
                  <a:lnTo>
                    <a:pt x="3392681" y="642944"/>
                  </a:lnTo>
                  <a:lnTo>
                    <a:pt x="3391610" y="642390"/>
                  </a:lnTo>
                  <a:lnTo>
                    <a:pt x="3390538" y="641837"/>
                  </a:lnTo>
                  <a:lnTo>
                    <a:pt x="3389466" y="641283"/>
                  </a:lnTo>
                  <a:lnTo>
                    <a:pt x="3388395" y="640730"/>
                  </a:lnTo>
                  <a:lnTo>
                    <a:pt x="3387323" y="640177"/>
                  </a:lnTo>
                  <a:lnTo>
                    <a:pt x="3386252" y="639624"/>
                  </a:lnTo>
                  <a:lnTo>
                    <a:pt x="3385180" y="639070"/>
                  </a:lnTo>
                  <a:lnTo>
                    <a:pt x="3384108" y="638517"/>
                  </a:lnTo>
                  <a:lnTo>
                    <a:pt x="3383037" y="637964"/>
                  </a:lnTo>
                  <a:lnTo>
                    <a:pt x="3381965" y="637411"/>
                  </a:lnTo>
                  <a:lnTo>
                    <a:pt x="3380894" y="636858"/>
                  </a:lnTo>
                  <a:lnTo>
                    <a:pt x="3379822" y="636305"/>
                  </a:lnTo>
                  <a:lnTo>
                    <a:pt x="3378750" y="635752"/>
                  </a:lnTo>
                  <a:lnTo>
                    <a:pt x="3377679" y="635199"/>
                  </a:lnTo>
                  <a:lnTo>
                    <a:pt x="3376607" y="634646"/>
                  </a:lnTo>
                  <a:lnTo>
                    <a:pt x="3375536" y="634093"/>
                  </a:lnTo>
                  <a:lnTo>
                    <a:pt x="3374464" y="633540"/>
                  </a:lnTo>
                  <a:lnTo>
                    <a:pt x="3373392" y="632987"/>
                  </a:lnTo>
                  <a:lnTo>
                    <a:pt x="3372321" y="632434"/>
                  </a:lnTo>
                  <a:lnTo>
                    <a:pt x="3371249" y="631882"/>
                  </a:lnTo>
                  <a:lnTo>
                    <a:pt x="3370178" y="631329"/>
                  </a:lnTo>
                  <a:lnTo>
                    <a:pt x="3369106" y="630776"/>
                  </a:lnTo>
                  <a:lnTo>
                    <a:pt x="3368035" y="630224"/>
                  </a:lnTo>
                  <a:lnTo>
                    <a:pt x="3366963" y="629671"/>
                  </a:lnTo>
                  <a:lnTo>
                    <a:pt x="3365891" y="629119"/>
                  </a:lnTo>
                  <a:lnTo>
                    <a:pt x="3364820" y="628567"/>
                  </a:lnTo>
                  <a:lnTo>
                    <a:pt x="3363748" y="628014"/>
                  </a:lnTo>
                  <a:lnTo>
                    <a:pt x="3362677" y="627462"/>
                  </a:lnTo>
                  <a:lnTo>
                    <a:pt x="3361605" y="626910"/>
                  </a:lnTo>
                  <a:lnTo>
                    <a:pt x="3360533" y="626357"/>
                  </a:lnTo>
                  <a:lnTo>
                    <a:pt x="3359462" y="625805"/>
                  </a:lnTo>
                  <a:lnTo>
                    <a:pt x="3358390" y="625253"/>
                  </a:lnTo>
                  <a:lnTo>
                    <a:pt x="3357319" y="624701"/>
                  </a:lnTo>
                  <a:lnTo>
                    <a:pt x="3356247" y="624149"/>
                  </a:lnTo>
                  <a:lnTo>
                    <a:pt x="3355175" y="623597"/>
                  </a:lnTo>
                  <a:lnTo>
                    <a:pt x="3354104" y="623046"/>
                  </a:lnTo>
                  <a:lnTo>
                    <a:pt x="3353032" y="622494"/>
                  </a:lnTo>
                  <a:lnTo>
                    <a:pt x="3351961" y="621942"/>
                  </a:lnTo>
                  <a:lnTo>
                    <a:pt x="3350889" y="621391"/>
                  </a:lnTo>
                  <a:lnTo>
                    <a:pt x="3349817" y="620839"/>
                  </a:lnTo>
                  <a:lnTo>
                    <a:pt x="3348746" y="620288"/>
                  </a:lnTo>
                  <a:lnTo>
                    <a:pt x="3347674" y="619736"/>
                  </a:lnTo>
                  <a:lnTo>
                    <a:pt x="3346603" y="619185"/>
                  </a:lnTo>
                  <a:lnTo>
                    <a:pt x="3345531" y="618633"/>
                  </a:lnTo>
                  <a:lnTo>
                    <a:pt x="3344459" y="618082"/>
                  </a:lnTo>
                  <a:lnTo>
                    <a:pt x="3343388" y="617531"/>
                  </a:lnTo>
                  <a:lnTo>
                    <a:pt x="3342316" y="616980"/>
                  </a:lnTo>
                  <a:lnTo>
                    <a:pt x="3341245" y="616429"/>
                  </a:lnTo>
                  <a:lnTo>
                    <a:pt x="3340173" y="615878"/>
                  </a:lnTo>
                  <a:lnTo>
                    <a:pt x="3339101" y="615327"/>
                  </a:lnTo>
                  <a:lnTo>
                    <a:pt x="3338030" y="614777"/>
                  </a:lnTo>
                  <a:lnTo>
                    <a:pt x="3336958" y="614226"/>
                  </a:lnTo>
                  <a:lnTo>
                    <a:pt x="3335887" y="613675"/>
                  </a:lnTo>
                  <a:lnTo>
                    <a:pt x="3334815" y="613125"/>
                  </a:lnTo>
                  <a:lnTo>
                    <a:pt x="3333743" y="612574"/>
                  </a:lnTo>
                  <a:lnTo>
                    <a:pt x="3332672" y="612024"/>
                  </a:lnTo>
                  <a:lnTo>
                    <a:pt x="3331600" y="611474"/>
                  </a:lnTo>
                  <a:lnTo>
                    <a:pt x="3330529" y="610924"/>
                  </a:lnTo>
                  <a:lnTo>
                    <a:pt x="3329457" y="610374"/>
                  </a:lnTo>
                  <a:lnTo>
                    <a:pt x="3328385" y="609824"/>
                  </a:lnTo>
                  <a:lnTo>
                    <a:pt x="3327314" y="609274"/>
                  </a:lnTo>
                  <a:lnTo>
                    <a:pt x="3326242" y="608724"/>
                  </a:lnTo>
                  <a:lnTo>
                    <a:pt x="3325171" y="608174"/>
                  </a:lnTo>
                  <a:lnTo>
                    <a:pt x="3324099" y="607625"/>
                  </a:lnTo>
                  <a:lnTo>
                    <a:pt x="3323027" y="607075"/>
                  </a:lnTo>
                  <a:lnTo>
                    <a:pt x="3321956" y="606526"/>
                  </a:lnTo>
                  <a:lnTo>
                    <a:pt x="3320884" y="605976"/>
                  </a:lnTo>
                  <a:lnTo>
                    <a:pt x="3319813" y="605427"/>
                  </a:lnTo>
                  <a:lnTo>
                    <a:pt x="3318741" y="604878"/>
                  </a:lnTo>
                  <a:lnTo>
                    <a:pt x="3317669" y="604329"/>
                  </a:lnTo>
                  <a:lnTo>
                    <a:pt x="3316598" y="603780"/>
                  </a:lnTo>
                  <a:lnTo>
                    <a:pt x="3315526" y="603231"/>
                  </a:lnTo>
                  <a:lnTo>
                    <a:pt x="3314455" y="602682"/>
                  </a:lnTo>
                  <a:lnTo>
                    <a:pt x="3313383" y="602134"/>
                  </a:lnTo>
                  <a:lnTo>
                    <a:pt x="3312311" y="601585"/>
                  </a:lnTo>
                  <a:lnTo>
                    <a:pt x="3311240" y="601037"/>
                  </a:lnTo>
                  <a:lnTo>
                    <a:pt x="3310168" y="600488"/>
                  </a:lnTo>
                  <a:lnTo>
                    <a:pt x="3309097" y="599940"/>
                  </a:lnTo>
                  <a:lnTo>
                    <a:pt x="3308025" y="599392"/>
                  </a:lnTo>
                  <a:lnTo>
                    <a:pt x="3306953" y="598844"/>
                  </a:lnTo>
                  <a:lnTo>
                    <a:pt x="3305882" y="598296"/>
                  </a:lnTo>
                  <a:lnTo>
                    <a:pt x="3304810" y="597748"/>
                  </a:lnTo>
                  <a:lnTo>
                    <a:pt x="3303739" y="597201"/>
                  </a:lnTo>
                  <a:lnTo>
                    <a:pt x="3302667" y="596653"/>
                  </a:lnTo>
                  <a:lnTo>
                    <a:pt x="3301595" y="596106"/>
                  </a:lnTo>
                  <a:lnTo>
                    <a:pt x="3300524" y="595559"/>
                  </a:lnTo>
                  <a:lnTo>
                    <a:pt x="3299452" y="595011"/>
                  </a:lnTo>
                  <a:lnTo>
                    <a:pt x="3298381" y="594464"/>
                  </a:lnTo>
                  <a:lnTo>
                    <a:pt x="3297309" y="593917"/>
                  </a:lnTo>
                  <a:lnTo>
                    <a:pt x="3296237" y="593371"/>
                  </a:lnTo>
                  <a:lnTo>
                    <a:pt x="3295166" y="592824"/>
                  </a:lnTo>
                  <a:lnTo>
                    <a:pt x="3294094" y="592277"/>
                  </a:lnTo>
                  <a:lnTo>
                    <a:pt x="3293023" y="591731"/>
                  </a:lnTo>
                  <a:lnTo>
                    <a:pt x="3291951" y="591185"/>
                  </a:lnTo>
                  <a:lnTo>
                    <a:pt x="3290879" y="590638"/>
                  </a:lnTo>
                  <a:lnTo>
                    <a:pt x="3289808" y="590092"/>
                  </a:lnTo>
                  <a:lnTo>
                    <a:pt x="3288736" y="589546"/>
                  </a:lnTo>
                  <a:lnTo>
                    <a:pt x="3287665" y="589001"/>
                  </a:lnTo>
                  <a:lnTo>
                    <a:pt x="3286593" y="588455"/>
                  </a:lnTo>
                  <a:lnTo>
                    <a:pt x="3285521" y="587909"/>
                  </a:lnTo>
                  <a:lnTo>
                    <a:pt x="3284450" y="587364"/>
                  </a:lnTo>
                  <a:lnTo>
                    <a:pt x="3283378" y="586819"/>
                  </a:lnTo>
                  <a:lnTo>
                    <a:pt x="3282307" y="586274"/>
                  </a:lnTo>
                  <a:lnTo>
                    <a:pt x="3281235" y="585729"/>
                  </a:lnTo>
                  <a:lnTo>
                    <a:pt x="3280163" y="585184"/>
                  </a:lnTo>
                  <a:lnTo>
                    <a:pt x="3279092" y="584639"/>
                  </a:lnTo>
                  <a:lnTo>
                    <a:pt x="3278020" y="584095"/>
                  </a:lnTo>
                  <a:lnTo>
                    <a:pt x="3276949" y="583550"/>
                  </a:lnTo>
                  <a:lnTo>
                    <a:pt x="3275877" y="583006"/>
                  </a:lnTo>
                  <a:lnTo>
                    <a:pt x="3274805" y="582462"/>
                  </a:lnTo>
                  <a:lnTo>
                    <a:pt x="3273734" y="581918"/>
                  </a:lnTo>
                  <a:lnTo>
                    <a:pt x="3272662" y="581374"/>
                  </a:lnTo>
                  <a:lnTo>
                    <a:pt x="3271591" y="580830"/>
                  </a:lnTo>
                  <a:lnTo>
                    <a:pt x="3270519" y="580287"/>
                  </a:lnTo>
                  <a:lnTo>
                    <a:pt x="3269447" y="579743"/>
                  </a:lnTo>
                  <a:lnTo>
                    <a:pt x="3268376" y="579200"/>
                  </a:lnTo>
                  <a:lnTo>
                    <a:pt x="3267304" y="578657"/>
                  </a:lnTo>
                  <a:lnTo>
                    <a:pt x="3266233" y="578114"/>
                  </a:lnTo>
                  <a:lnTo>
                    <a:pt x="3265161" y="577571"/>
                  </a:lnTo>
                  <a:lnTo>
                    <a:pt x="3264089" y="577029"/>
                  </a:lnTo>
                  <a:lnTo>
                    <a:pt x="3263018" y="576486"/>
                  </a:lnTo>
                  <a:lnTo>
                    <a:pt x="3261946" y="575944"/>
                  </a:lnTo>
                  <a:lnTo>
                    <a:pt x="3260875" y="575402"/>
                  </a:lnTo>
                  <a:lnTo>
                    <a:pt x="3259803" y="574860"/>
                  </a:lnTo>
                  <a:lnTo>
                    <a:pt x="3258731" y="574318"/>
                  </a:lnTo>
                  <a:lnTo>
                    <a:pt x="3257660" y="573777"/>
                  </a:lnTo>
                  <a:lnTo>
                    <a:pt x="3256588" y="573235"/>
                  </a:lnTo>
                  <a:lnTo>
                    <a:pt x="3255517" y="572694"/>
                  </a:lnTo>
                  <a:lnTo>
                    <a:pt x="3254445" y="572153"/>
                  </a:lnTo>
                  <a:lnTo>
                    <a:pt x="3253373" y="571612"/>
                  </a:lnTo>
                  <a:lnTo>
                    <a:pt x="3252302" y="571071"/>
                  </a:lnTo>
                  <a:lnTo>
                    <a:pt x="3251230" y="570530"/>
                  </a:lnTo>
                  <a:lnTo>
                    <a:pt x="3250159" y="569990"/>
                  </a:lnTo>
                  <a:lnTo>
                    <a:pt x="3249087" y="569450"/>
                  </a:lnTo>
                  <a:lnTo>
                    <a:pt x="3248015" y="568910"/>
                  </a:lnTo>
                  <a:lnTo>
                    <a:pt x="3246944" y="568370"/>
                  </a:lnTo>
                  <a:lnTo>
                    <a:pt x="3245872" y="567830"/>
                  </a:lnTo>
                  <a:lnTo>
                    <a:pt x="3244801" y="567290"/>
                  </a:lnTo>
                  <a:lnTo>
                    <a:pt x="3243729" y="566751"/>
                  </a:lnTo>
                  <a:lnTo>
                    <a:pt x="3242657" y="566212"/>
                  </a:lnTo>
                  <a:lnTo>
                    <a:pt x="3241586" y="565673"/>
                  </a:lnTo>
                  <a:lnTo>
                    <a:pt x="3240514" y="565134"/>
                  </a:lnTo>
                  <a:lnTo>
                    <a:pt x="3239443" y="564595"/>
                  </a:lnTo>
                  <a:lnTo>
                    <a:pt x="3238371" y="564057"/>
                  </a:lnTo>
                  <a:lnTo>
                    <a:pt x="3237299" y="563519"/>
                  </a:lnTo>
                  <a:lnTo>
                    <a:pt x="3236228" y="562981"/>
                  </a:lnTo>
                  <a:lnTo>
                    <a:pt x="3235156" y="562443"/>
                  </a:lnTo>
                  <a:lnTo>
                    <a:pt x="3234085" y="561905"/>
                  </a:lnTo>
                  <a:lnTo>
                    <a:pt x="3233013" y="561368"/>
                  </a:lnTo>
                  <a:lnTo>
                    <a:pt x="3231941" y="560830"/>
                  </a:lnTo>
                  <a:lnTo>
                    <a:pt x="3230870" y="560293"/>
                  </a:lnTo>
                  <a:lnTo>
                    <a:pt x="3229798" y="559756"/>
                  </a:lnTo>
                  <a:lnTo>
                    <a:pt x="3228727" y="559220"/>
                  </a:lnTo>
                  <a:lnTo>
                    <a:pt x="3227655" y="558683"/>
                  </a:lnTo>
                  <a:lnTo>
                    <a:pt x="3226583" y="558147"/>
                  </a:lnTo>
                  <a:lnTo>
                    <a:pt x="3225512" y="557611"/>
                  </a:lnTo>
                  <a:lnTo>
                    <a:pt x="3224440" y="557075"/>
                  </a:lnTo>
                  <a:lnTo>
                    <a:pt x="3223369" y="556539"/>
                  </a:lnTo>
                  <a:lnTo>
                    <a:pt x="3222297" y="556004"/>
                  </a:lnTo>
                  <a:lnTo>
                    <a:pt x="3221225" y="555468"/>
                  </a:lnTo>
                  <a:lnTo>
                    <a:pt x="3220154" y="554933"/>
                  </a:lnTo>
                  <a:lnTo>
                    <a:pt x="3219082" y="554399"/>
                  </a:lnTo>
                  <a:lnTo>
                    <a:pt x="3218011" y="553864"/>
                  </a:lnTo>
                  <a:lnTo>
                    <a:pt x="3216939" y="553329"/>
                  </a:lnTo>
                  <a:lnTo>
                    <a:pt x="3215867" y="552795"/>
                  </a:lnTo>
                  <a:lnTo>
                    <a:pt x="3214796" y="552261"/>
                  </a:lnTo>
                  <a:lnTo>
                    <a:pt x="3213724" y="551728"/>
                  </a:lnTo>
                  <a:lnTo>
                    <a:pt x="3212653" y="551194"/>
                  </a:lnTo>
                  <a:lnTo>
                    <a:pt x="3211581" y="550661"/>
                  </a:lnTo>
                  <a:lnTo>
                    <a:pt x="3210509" y="550128"/>
                  </a:lnTo>
                  <a:lnTo>
                    <a:pt x="3209438" y="549595"/>
                  </a:lnTo>
                  <a:lnTo>
                    <a:pt x="3208366" y="549062"/>
                  </a:lnTo>
                  <a:lnTo>
                    <a:pt x="3207295" y="548530"/>
                  </a:lnTo>
                  <a:lnTo>
                    <a:pt x="3206223" y="547997"/>
                  </a:lnTo>
                  <a:lnTo>
                    <a:pt x="3205151" y="547465"/>
                  </a:lnTo>
                  <a:lnTo>
                    <a:pt x="3204080" y="546934"/>
                  </a:lnTo>
                  <a:lnTo>
                    <a:pt x="3203008" y="546402"/>
                  </a:lnTo>
                  <a:lnTo>
                    <a:pt x="3201937" y="545871"/>
                  </a:lnTo>
                  <a:lnTo>
                    <a:pt x="3200865" y="545340"/>
                  </a:lnTo>
                  <a:lnTo>
                    <a:pt x="3199793" y="544809"/>
                  </a:lnTo>
                  <a:lnTo>
                    <a:pt x="3198722" y="544278"/>
                  </a:lnTo>
                  <a:lnTo>
                    <a:pt x="3197650" y="543748"/>
                  </a:lnTo>
                  <a:lnTo>
                    <a:pt x="3196579" y="543218"/>
                  </a:lnTo>
                  <a:lnTo>
                    <a:pt x="3195507" y="542688"/>
                  </a:lnTo>
                  <a:lnTo>
                    <a:pt x="3194436" y="542158"/>
                  </a:lnTo>
                  <a:lnTo>
                    <a:pt x="3193364" y="541629"/>
                  </a:lnTo>
                  <a:lnTo>
                    <a:pt x="3192292" y="541100"/>
                  </a:lnTo>
                  <a:lnTo>
                    <a:pt x="3191221" y="540571"/>
                  </a:lnTo>
                  <a:lnTo>
                    <a:pt x="3190149" y="540042"/>
                  </a:lnTo>
                  <a:lnTo>
                    <a:pt x="3189078" y="539514"/>
                  </a:lnTo>
                  <a:lnTo>
                    <a:pt x="3188006" y="538986"/>
                  </a:lnTo>
                  <a:lnTo>
                    <a:pt x="3186934" y="538458"/>
                  </a:lnTo>
                  <a:lnTo>
                    <a:pt x="3185863" y="537930"/>
                  </a:lnTo>
                  <a:lnTo>
                    <a:pt x="3184791" y="537403"/>
                  </a:lnTo>
                  <a:lnTo>
                    <a:pt x="3183720" y="536875"/>
                  </a:lnTo>
                  <a:lnTo>
                    <a:pt x="3182648" y="536349"/>
                  </a:lnTo>
                  <a:lnTo>
                    <a:pt x="3181576" y="535822"/>
                  </a:lnTo>
                  <a:lnTo>
                    <a:pt x="3180505" y="535295"/>
                  </a:lnTo>
                  <a:lnTo>
                    <a:pt x="3179433" y="534769"/>
                  </a:lnTo>
                  <a:lnTo>
                    <a:pt x="3178362" y="534243"/>
                  </a:lnTo>
                  <a:lnTo>
                    <a:pt x="3177290" y="533718"/>
                  </a:lnTo>
                  <a:lnTo>
                    <a:pt x="3176218" y="533193"/>
                  </a:lnTo>
                  <a:lnTo>
                    <a:pt x="3175147" y="532667"/>
                  </a:lnTo>
                  <a:lnTo>
                    <a:pt x="3174075" y="532143"/>
                  </a:lnTo>
                  <a:lnTo>
                    <a:pt x="3173004" y="531618"/>
                  </a:lnTo>
                  <a:lnTo>
                    <a:pt x="3171932" y="531094"/>
                  </a:lnTo>
                  <a:lnTo>
                    <a:pt x="3170860" y="530570"/>
                  </a:lnTo>
                  <a:lnTo>
                    <a:pt x="3169789" y="530046"/>
                  </a:lnTo>
                  <a:lnTo>
                    <a:pt x="3168717" y="529523"/>
                  </a:lnTo>
                  <a:lnTo>
                    <a:pt x="3167646" y="528999"/>
                  </a:lnTo>
                  <a:lnTo>
                    <a:pt x="3166574" y="528476"/>
                  </a:lnTo>
                  <a:lnTo>
                    <a:pt x="3165502" y="527954"/>
                  </a:lnTo>
                  <a:lnTo>
                    <a:pt x="3164431" y="527431"/>
                  </a:lnTo>
                  <a:lnTo>
                    <a:pt x="3163359" y="526909"/>
                  </a:lnTo>
                  <a:lnTo>
                    <a:pt x="3162288" y="526388"/>
                  </a:lnTo>
                  <a:lnTo>
                    <a:pt x="3161216" y="525866"/>
                  </a:lnTo>
                  <a:lnTo>
                    <a:pt x="3160144" y="525345"/>
                  </a:lnTo>
                  <a:lnTo>
                    <a:pt x="3159073" y="524824"/>
                  </a:lnTo>
                  <a:lnTo>
                    <a:pt x="3158001" y="524303"/>
                  </a:lnTo>
                  <a:lnTo>
                    <a:pt x="3156930" y="523783"/>
                  </a:lnTo>
                  <a:lnTo>
                    <a:pt x="3155858" y="523263"/>
                  </a:lnTo>
                  <a:lnTo>
                    <a:pt x="3154786" y="522743"/>
                  </a:lnTo>
                  <a:lnTo>
                    <a:pt x="3153715" y="522223"/>
                  </a:lnTo>
                  <a:lnTo>
                    <a:pt x="3152643" y="521704"/>
                  </a:lnTo>
                  <a:lnTo>
                    <a:pt x="3151572" y="521185"/>
                  </a:lnTo>
                  <a:lnTo>
                    <a:pt x="3150500" y="520667"/>
                  </a:lnTo>
                  <a:lnTo>
                    <a:pt x="3149428" y="520148"/>
                  </a:lnTo>
                  <a:lnTo>
                    <a:pt x="3148357" y="519630"/>
                  </a:lnTo>
                  <a:lnTo>
                    <a:pt x="3147285" y="519113"/>
                  </a:lnTo>
                  <a:lnTo>
                    <a:pt x="3146214" y="518595"/>
                  </a:lnTo>
                  <a:lnTo>
                    <a:pt x="3145142" y="518078"/>
                  </a:lnTo>
                  <a:lnTo>
                    <a:pt x="3144070" y="517561"/>
                  </a:lnTo>
                  <a:lnTo>
                    <a:pt x="3142999" y="517045"/>
                  </a:lnTo>
                  <a:lnTo>
                    <a:pt x="3141927" y="516528"/>
                  </a:lnTo>
                  <a:lnTo>
                    <a:pt x="3140856" y="516013"/>
                  </a:lnTo>
                  <a:lnTo>
                    <a:pt x="3139784" y="515497"/>
                  </a:lnTo>
                  <a:lnTo>
                    <a:pt x="3138712" y="514982"/>
                  </a:lnTo>
                  <a:lnTo>
                    <a:pt x="3137641" y="514467"/>
                  </a:lnTo>
                  <a:lnTo>
                    <a:pt x="3136569" y="513952"/>
                  </a:lnTo>
                  <a:lnTo>
                    <a:pt x="3135498" y="513438"/>
                  </a:lnTo>
                  <a:lnTo>
                    <a:pt x="3134426" y="512924"/>
                  </a:lnTo>
                  <a:lnTo>
                    <a:pt x="3133354" y="512410"/>
                  </a:lnTo>
                  <a:lnTo>
                    <a:pt x="3132283" y="511897"/>
                  </a:lnTo>
                  <a:lnTo>
                    <a:pt x="3131211" y="511383"/>
                  </a:lnTo>
                  <a:lnTo>
                    <a:pt x="3130140" y="510871"/>
                  </a:lnTo>
                  <a:lnTo>
                    <a:pt x="3129068" y="510358"/>
                  </a:lnTo>
                  <a:lnTo>
                    <a:pt x="3127996" y="509846"/>
                  </a:lnTo>
                  <a:lnTo>
                    <a:pt x="3126925" y="509334"/>
                  </a:lnTo>
                  <a:lnTo>
                    <a:pt x="3125853" y="508823"/>
                  </a:lnTo>
                  <a:lnTo>
                    <a:pt x="3124782" y="508312"/>
                  </a:lnTo>
                  <a:lnTo>
                    <a:pt x="3123710" y="507801"/>
                  </a:lnTo>
                  <a:lnTo>
                    <a:pt x="3122638" y="507291"/>
                  </a:lnTo>
                  <a:lnTo>
                    <a:pt x="3121567" y="506780"/>
                  </a:lnTo>
                  <a:lnTo>
                    <a:pt x="3120495" y="506271"/>
                  </a:lnTo>
                  <a:lnTo>
                    <a:pt x="3119424" y="505761"/>
                  </a:lnTo>
                  <a:lnTo>
                    <a:pt x="3118352" y="505252"/>
                  </a:lnTo>
                  <a:lnTo>
                    <a:pt x="3117280" y="504743"/>
                  </a:lnTo>
                  <a:lnTo>
                    <a:pt x="3116209" y="504235"/>
                  </a:lnTo>
                  <a:lnTo>
                    <a:pt x="3115137" y="503727"/>
                  </a:lnTo>
                  <a:lnTo>
                    <a:pt x="3114066" y="503219"/>
                  </a:lnTo>
                  <a:lnTo>
                    <a:pt x="3112994" y="502711"/>
                  </a:lnTo>
                  <a:lnTo>
                    <a:pt x="3111922" y="502204"/>
                  </a:lnTo>
                  <a:lnTo>
                    <a:pt x="3110851" y="501698"/>
                  </a:lnTo>
                  <a:lnTo>
                    <a:pt x="3109779" y="501191"/>
                  </a:lnTo>
                  <a:lnTo>
                    <a:pt x="3108708" y="500685"/>
                  </a:lnTo>
                  <a:lnTo>
                    <a:pt x="3107636" y="500179"/>
                  </a:lnTo>
                  <a:lnTo>
                    <a:pt x="3106564" y="499674"/>
                  </a:lnTo>
                  <a:lnTo>
                    <a:pt x="3105493" y="499169"/>
                  </a:lnTo>
                  <a:lnTo>
                    <a:pt x="3104421" y="498664"/>
                  </a:lnTo>
                  <a:lnTo>
                    <a:pt x="3103350" y="498160"/>
                  </a:lnTo>
                  <a:lnTo>
                    <a:pt x="3102278" y="497656"/>
                  </a:lnTo>
                  <a:lnTo>
                    <a:pt x="3101206" y="497153"/>
                  </a:lnTo>
                  <a:lnTo>
                    <a:pt x="3100135" y="496649"/>
                  </a:lnTo>
                  <a:lnTo>
                    <a:pt x="3099063" y="496147"/>
                  </a:lnTo>
                  <a:lnTo>
                    <a:pt x="3097992" y="495644"/>
                  </a:lnTo>
                  <a:lnTo>
                    <a:pt x="3096920" y="495142"/>
                  </a:lnTo>
                  <a:lnTo>
                    <a:pt x="3095848" y="494640"/>
                  </a:lnTo>
                  <a:lnTo>
                    <a:pt x="3094777" y="494139"/>
                  </a:lnTo>
                  <a:lnTo>
                    <a:pt x="3093705" y="493638"/>
                  </a:lnTo>
                  <a:lnTo>
                    <a:pt x="3092634" y="493137"/>
                  </a:lnTo>
                  <a:lnTo>
                    <a:pt x="3091562" y="492637"/>
                  </a:lnTo>
                  <a:lnTo>
                    <a:pt x="3090490" y="492137"/>
                  </a:lnTo>
                  <a:lnTo>
                    <a:pt x="3089419" y="491637"/>
                  </a:lnTo>
                  <a:lnTo>
                    <a:pt x="3088347" y="491138"/>
                  </a:lnTo>
                  <a:lnTo>
                    <a:pt x="3087276" y="490639"/>
                  </a:lnTo>
                  <a:lnTo>
                    <a:pt x="3086204" y="490141"/>
                  </a:lnTo>
                  <a:lnTo>
                    <a:pt x="3085132" y="489643"/>
                  </a:lnTo>
                  <a:lnTo>
                    <a:pt x="3084061" y="489145"/>
                  </a:lnTo>
                  <a:lnTo>
                    <a:pt x="3082989" y="488648"/>
                  </a:lnTo>
                  <a:lnTo>
                    <a:pt x="3081918" y="488151"/>
                  </a:lnTo>
                  <a:lnTo>
                    <a:pt x="3080846" y="487655"/>
                  </a:lnTo>
                  <a:lnTo>
                    <a:pt x="3079774" y="487159"/>
                  </a:lnTo>
                  <a:lnTo>
                    <a:pt x="3078703" y="486663"/>
                  </a:lnTo>
                  <a:lnTo>
                    <a:pt x="3077631" y="486168"/>
                  </a:lnTo>
                  <a:lnTo>
                    <a:pt x="3076560" y="485673"/>
                  </a:lnTo>
                  <a:lnTo>
                    <a:pt x="3075488" y="485178"/>
                  </a:lnTo>
                  <a:lnTo>
                    <a:pt x="3074416" y="484684"/>
                  </a:lnTo>
                  <a:lnTo>
                    <a:pt x="3073345" y="484190"/>
                  </a:lnTo>
                  <a:lnTo>
                    <a:pt x="3072273" y="483697"/>
                  </a:lnTo>
                  <a:lnTo>
                    <a:pt x="3071202" y="483204"/>
                  </a:lnTo>
                  <a:lnTo>
                    <a:pt x="3070130" y="482712"/>
                  </a:lnTo>
                  <a:lnTo>
                    <a:pt x="3069058" y="482220"/>
                  </a:lnTo>
                  <a:lnTo>
                    <a:pt x="3067987" y="481728"/>
                  </a:lnTo>
                  <a:lnTo>
                    <a:pt x="3066915" y="481237"/>
                  </a:lnTo>
                  <a:lnTo>
                    <a:pt x="3065844" y="480746"/>
                  </a:lnTo>
                  <a:lnTo>
                    <a:pt x="3064772" y="480255"/>
                  </a:lnTo>
                  <a:lnTo>
                    <a:pt x="3063700" y="479765"/>
                  </a:lnTo>
                  <a:lnTo>
                    <a:pt x="3062629" y="479276"/>
                  </a:lnTo>
                  <a:lnTo>
                    <a:pt x="3061557" y="478787"/>
                  </a:lnTo>
                  <a:lnTo>
                    <a:pt x="3060486" y="478298"/>
                  </a:lnTo>
                  <a:lnTo>
                    <a:pt x="3059414" y="477809"/>
                  </a:lnTo>
                  <a:lnTo>
                    <a:pt x="3058342" y="477321"/>
                  </a:lnTo>
                  <a:lnTo>
                    <a:pt x="3057271" y="476834"/>
                  </a:lnTo>
                  <a:lnTo>
                    <a:pt x="3056199" y="476347"/>
                  </a:lnTo>
                  <a:lnTo>
                    <a:pt x="3055128" y="475860"/>
                  </a:lnTo>
                  <a:lnTo>
                    <a:pt x="3054056" y="475374"/>
                  </a:lnTo>
                  <a:lnTo>
                    <a:pt x="3052984" y="474888"/>
                  </a:lnTo>
                  <a:lnTo>
                    <a:pt x="3051913" y="474403"/>
                  </a:lnTo>
                  <a:lnTo>
                    <a:pt x="3050841" y="473918"/>
                  </a:lnTo>
                  <a:lnTo>
                    <a:pt x="3049770" y="473433"/>
                  </a:lnTo>
                  <a:lnTo>
                    <a:pt x="3048698" y="472949"/>
                  </a:lnTo>
                  <a:lnTo>
                    <a:pt x="3047626" y="472465"/>
                  </a:lnTo>
                  <a:lnTo>
                    <a:pt x="3046555" y="471982"/>
                  </a:lnTo>
                  <a:lnTo>
                    <a:pt x="3045483" y="471499"/>
                  </a:lnTo>
                  <a:lnTo>
                    <a:pt x="3044412" y="471017"/>
                  </a:lnTo>
                  <a:lnTo>
                    <a:pt x="3043340" y="470535"/>
                  </a:lnTo>
                  <a:lnTo>
                    <a:pt x="3042268" y="470054"/>
                  </a:lnTo>
                  <a:lnTo>
                    <a:pt x="3041197" y="469573"/>
                  </a:lnTo>
                  <a:lnTo>
                    <a:pt x="3040125" y="469092"/>
                  </a:lnTo>
                  <a:lnTo>
                    <a:pt x="3039054" y="468612"/>
                  </a:lnTo>
                  <a:lnTo>
                    <a:pt x="3037982" y="468132"/>
                  </a:lnTo>
                  <a:lnTo>
                    <a:pt x="3036910" y="467653"/>
                  </a:lnTo>
                  <a:lnTo>
                    <a:pt x="3035839" y="467174"/>
                  </a:lnTo>
                  <a:lnTo>
                    <a:pt x="3034767" y="466696"/>
                  </a:lnTo>
                  <a:lnTo>
                    <a:pt x="3033696" y="466218"/>
                  </a:lnTo>
                  <a:lnTo>
                    <a:pt x="3032624" y="465740"/>
                  </a:lnTo>
                  <a:lnTo>
                    <a:pt x="3031552" y="465263"/>
                  </a:lnTo>
                  <a:lnTo>
                    <a:pt x="3030481" y="464787"/>
                  </a:lnTo>
                  <a:lnTo>
                    <a:pt x="3029409" y="464311"/>
                  </a:lnTo>
                  <a:lnTo>
                    <a:pt x="3028338" y="463835"/>
                  </a:lnTo>
                  <a:lnTo>
                    <a:pt x="3027266" y="463360"/>
                  </a:lnTo>
                  <a:lnTo>
                    <a:pt x="3026194" y="462885"/>
                  </a:lnTo>
                  <a:lnTo>
                    <a:pt x="3025123" y="462411"/>
                  </a:lnTo>
                  <a:lnTo>
                    <a:pt x="3024051" y="461937"/>
                  </a:lnTo>
                  <a:lnTo>
                    <a:pt x="3022980" y="461464"/>
                  </a:lnTo>
                  <a:lnTo>
                    <a:pt x="3021908" y="460991"/>
                  </a:lnTo>
                  <a:lnTo>
                    <a:pt x="3020836" y="460518"/>
                  </a:lnTo>
                  <a:lnTo>
                    <a:pt x="3019765" y="460046"/>
                  </a:lnTo>
                  <a:lnTo>
                    <a:pt x="3018693" y="459575"/>
                  </a:lnTo>
                  <a:lnTo>
                    <a:pt x="3017622" y="459104"/>
                  </a:lnTo>
                  <a:lnTo>
                    <a:pt x="3016550" y="458633"/>
                  </a:lnTo>
                  <a:lnTo>
                    <a:pt x="3015479" y="458163"/>
                  </a:lnTo>
                  <a:lnTo>
                    <a:pt x="3014407" y="457693"/>
                  </a:lnTo>
                  <a:lnTo>
                    <a:pt x="3013335" y="457224"/>
                  </a:lnTo>
                  <a:lnTo>
                    <a:pt x="3012264" y="456756"/>
                  </a:lnTo>
                  <a:lnTo>
                    <a:pt x="3011192" y="456287"/>
                  </a:lnTo>
                  <a:lnTo>
                    <a:pt x="3010121" y="455820"/>
                  </a:lnTo>
                  <a:lnTo>
                    <a:pt x="3009049" y="455352"/>
                  </a:lnTo>
                  <a:lnTo>
                    <a:pt x="3007977" y="454885"/>
                  </a:lnTo>
                  <a:lnTo>
                    <a:pt x="3006906" y="454419"/>
                  </a:lnTo>
                  <a:lnTo>
                    <a:pt x="3005834" y="453953"/>
                  </a:lnTo>
                  <a:lnTo>
                    <a:pt x="3004763" y="453488"/>
                  </a:lnTo>
                  <a:lnTo>
                    <a:pt x="3003691" y="453023"/>
                  </a:lnTo>
                  <a:lnTo>
                    <a:pt x="3002619" y="452559"/>
                  </a:lnTo>
                  <a:lnTo>
                    <a:pt x="3001548" y="452095"/>
                  </a:lnTo>
                  <a:lnTo>
                    <a:pt x="3000476" y="451631"/>
                  </a:lnTo>
                  <a:lnTo>
                    <a:pt x="2999405" y="451168"/>
                  </a:lnTo>
                  <a:lnTo>
                    <a:pt x="2998333" y="450706"/>
                  </a:lnTo>
                  <a:lnTo>
                    <a:pt x="2997261" y="450244"/>
                  </a:lnTo>
                  <a:lnTo>
                    <a:pt x="2996190" y="449782"/>
                  </a:lnTo>
                  <a:lnTo>
                    <a:pt x="2995118" y="449321"/>
                  </a:lnTo>
                  <a:lnTo>
                    <a:pt x="2994047" y="448860"/>
                  </a:lnTo>
                  <a:lnTo>
                    <a:pt x="2992975" y="448400"/>
                  </a:lnTo>
                  <a:lnTo>
                    <a:pt x="2991903" y="447941"/>
                  </a:lnTo>
                  <a:lnTo>
                    <a:pt x="2990832" y="447481"/>
                  </a:lnTo>
                  <a:lnTo>
                    <a:pt x="2989760" y="447023"/>
                  </a:lnTo>
                  <a:lnTo>
                    <a:pt x="2988689" y="446565"/>
                  </a:lnTo>
                  <a:lnTo>
                    <a:pt x="2987617" y="446107"/>
                  </a:lnTo>
                  <a:lnTo>
                    <a:pt x="2986545" y="445650"/>
                  </a:lnTo>
                  <a:lnTo>
                    <a:pt x="2985474" y="445193"/>
                  </a:lnTo>
                  <a:lnTo>
                    <a:pt x="2984402" y="444737"/>
                  </a:lnTo>
                  <a:lnTo>
                    <a:pt x="2983331" y="444281"/>
                  </a:lnTo>
                  <a:lnTo>
                    <a:pt x="2982259" y="443826"/>
                  </a:lnTo>
                  <a:lnTo>
                    <a:pt x="2981187" y="443371"/>
                  </a:lnTo>
                  <a:lnTo>
                    <a:pt x="2980116" y="442917"/>
                  </a:lnTo>
                  <a:lnTo>
                    <a:pt x="2979044" y="442463"/>
                  </a:lnTo>
                  <a:lnTo>
                    <a:pt x="2977973" y="442010"/>
                  </a:lnTo>
                  <a:lnTo>
                    <a:pt x="2976901" y="441557"/>
                  </a:lnTo>
                  <a:lnTo>
                    <a:pt x="2975829" y="441105"/>
                  </a:lnTo>
                  <a:lnTo>
                    <a:pt x="2974758" y="440653"/>
                  </a:lnTo>
                  <a:lnTo>
                    <a:pt x="2973686" y="440202"/>
                  </a:lnTo>
                  <a:lnTo>
                    <a:pt x="2972615" y="439751"/>
                  </a:lnTo>
                  <a:lnTo>
                    <a:pt x="2971543" y="439300"/>
                  </a:lnTo>
                  <a:lnTo>
                    <a:pt x="2970471" y="438851"/>
                  </a:lnTo>
                  <a:lnTo>
                    <a:pt x="2969400" y="438401"/>
                  </a:lnTo>
                  <a:lnTo>
                    <a:pt x="2968328" y="437952"/>
                  </a:lnTo>
                  <a:lnTo>
                    <a:pt x="2967257" y="437504"/>
                  </a:lnTo>
                  <a:lnTo>
                    <a:pt x="2966185" y="437056"/>
                  </a:lnTo>
                  <a:lnTo>
                    <a:pt x="2965113" y="436609"/>
                  </a:lnTo>
                  <a:lnTo>
                    <a:pt x="2964042" y="436162"/>
                  </a:lnTo>
                  <a:lnTo>
                    <a:pt x="2962970" y="435716"/>
                  </a:lnTo>
                  <a:lnTo>
                    <a:pt x="2961899" y="435270"/>
                  </a:lnTo>
                  <a:lnTo>
                    <a:pt x="2960827" y="434824"/>
                  </a:lnTo>
                  <a:lnTo>
                    <a:pt x="2959755" y="434379"/>
                  </a:lnTo>
                  <a:lnTo>
                    <a:pt x="2958684" y="433935"/>
                  </a:lnTo>
                  <a:lnTo>
                    <a:pt x="2957612" y="433491"/>
                  </a:lnTo>
                  <a:lnTo>
                    <a:pt x="2956541" y="433048"/>
                  </a:lnTo>
                  <a:lnTo>
                    <a:pt x="2955469" y="432605"/>
                  </a:lnTo>
                  <a:lnTo>
                    <a:pt x="2954397" y="432162"/>
                  </a:lnTo>
                  <a:lnTo>
                    <a:pt x="2953326" y="431721"/>
                  </a:lnTo>
                  <a:lnTo>
                    <a:pt x="2952254" y="431279"/>
                  </a:lnTo>
                  <a:lnTo>
                    <a:pt x="2951183" y="430838"/>
                  </a:lnTo>
                  <a:lnTo>
                    <a:pt x="2950111" y="430398"/>
                  </a:lnTo>
                  <a:lnTo>
                    <a:pt x="2949039" y="429958"/>
                  </a:lnTo>
                  <a:lnTo>
                    <a:pt x="2947968" y="429519"/>
                  </a:lnTo>
                  <a:lnTo>
                    <a:pt x="2946896" y="429080"/>
                  </a:lnTo>
                  <a:lnTo>
                    <a:pt x="2945825" y="428641"/>
                  </a:lnTo>
                  <a:lnTo>
                    <a:pt x="2944753" y="428203"/>
                  </a:lnTo>
                  <a:lnTo>
                    <a:pt x="2943681" y="427766"/>
                  </a:lnTo>
                  <a:lnTo>
                    <a:pt x="2942610" y="427329"/>
                  </a:lnTo>
                  <a:lnTo>
                    <a:pt x="2941538" y="426893"/>
                  </a:lnTo>
                  <a:lnTo>
                    <a:pt x="2940467" y="426457"/>
                  </a:lnTo>
                  <a:lnTo>
                    <a:pt x="2939395" y="426021"/>
                  </a:lnTo>
                  <a:lnTo>
                    <a:pt x="2938323" y="425586"/>
                  </a:lnTo>
                  <a:lnTo>
                    <a:pt x="2937252" y="425152"/>
                  </a:lnTo>
                  <a:lnTo>
                    <a:pt x="2936180" y="424718"/>
                  </a:lnTo>
                  <a:lnTo>
                    <a:pt x="2935109" y="424285"/>
                  </a:lnTo>
                  <a:lnTo>
                    <a:pt x="2934037" y="423852"/>
                  </a:lnTo>
                  <a:lnTo>
                    <a:pt x="2932965" y="423419"/>
                  </a:lnTo>
                  <a:lnTo>
                    <a:pt x="2931894" y="422987"/>
                  </a:lnTo>
                  <a:lnTo>
                    <a:pt x="2930822" y="422556"/>
                  </a:lnTo>
                  <a:lnTo>
                    <a:pt x="2929751" y="422125"/>
                  </a:lnTo>
                  <a:lnTo>
                    <a:pt x="2928679" y="421695"/>
                  </a:lnTo>
                  <a:lnTo>
                    <a:pt x="2927607" y="421265"/>
                  </a:lnTo>
                  <a:lnTo>
                    <a:pt x="2926536" y="420835"/>
                  </a:lnTo>
                  <a:lnTo>
                    <a:pt x="2925464" y="420406"/>
                  </a:lnTo>
                  <a:lnTo>
                    <a:pt x="2924393" y="419978"/>
                  </a:lnTo>
                  <a:lnTo>
                    <a:pt x="2923321" y="419550"/>
                  </a:lnTo>
                  <a:lnTo>
                    <a:pt x="2922249" y="419123"/>
                  </a:lnTo>
                  <a:lnTo>
                    <a:pt x="2921178" y="418696"/>
                  </a:lnTo>
                  <a:lnTo>
                    <a:pt x="2920106" y="418269"/>
                  </a:lnTo>
                  <a:lnTo>
                    <a:pt x="2919035" y="417843"/>
                  </a:lnTo>
                  <a:lnTo>
                    <a:pt x="2917963" y="417418"/>
                  </a:lnTo>
                  <a:lnTo>
                    <a:pt x="2916891" y="416993"/>
                  </a:lnTo>
                  <a:lnTo>
                    <a:pt x="2915820" y="416568"/>
                  </a:lnTo>
                  <a:lnTo>
                    <a:pt x="2914748" y="416144"/>
                  </a:lnTo>
                  <a:lnTo>
                    <a:pt x="2913677" y="415721"/>
                  </a:lnTo>
                  <a:lnTo>
                    <a:pt x="2912605" y="415298"/>
                  </a:lnTo>
                  <a:lnTo>
                    <a:pt x="2911533" y="414875"/>
                  </a:lnTo>
                  <a:lnTo>
                    <a:pt x="2910462" y="414454"/>
                  </a:lnTo>
                  <a:lnTo>
                    <a:pt x="2909390" y="414032"/>
                  </a:lnTo>
                  <a:lnTo>
                    <a:pt x="2908319" y="413611"/>
                  </a:lnTo>
                  <a:lnTo>
                    <a:pt x="2907247" y="413190"/>
                  </a:lnTo>
                  <a:lnTo>
                    <a:pt x="2906175" y="412770"/>
                  </a:lnTo>
                  <a:lnTo>
                    <a:pt x="2905104" y="412351"/>
                  </a:lnTo>
                  <a:lnTo>
                    <a:pt x="2904032" y="411932"/>
                  </a:lnTo>
                  <a:lnTo>
                    <a:pt x="2902961" y="411513"/>
                  </a:lnTo>
                  <a:lnTo>
                    <a:pt x="2901889" y="411095"/>
                  </a:lnTo>
                  <a:lnTo>
                    <a:pt x="2900817" y="410678"/>
                  </a:lnTo>
                  <a:lnTo>
                    <a:pt x="2899746" y="410261"/>
                  </a:lnTo>
                  <a:lnTo>
                    <a:pt x="2898674" y="409844"/>
                  </a:lnTo>
                  <a:lnTo>
                    <a:pt x="2897603" y="409428"/>
                  </a:lnTo>
                  <a:lnTo>
                    <a:pt x="2896531" y="409012"/>
                  </a:lnTo>
                  <a:lnTo>
                    <a:pt x="2895459" y="408597"/>
                  </a:lnTo>
                  <a:lnTo>
                    <a:pt x="2894388" y="408183"/>
                  </a:lnTo>
                  <a:lnTo>
                    <a:pt x="2893316" y="407768"/>
                  </a:lnTo>
                  <a:lnTo>
                    <a:pt x="2892245" y="407355"/>
                  </a:lnTo>
                  <a:lnTo>
                    <a:pt x="2891173" y="406942"/>
                  </a:lnTo>
                  <a:lnTo>
                    <a:pt x="2890101" y="406529"/>
                  </a:lnTo>
                  <a:lnTo>
                    <a:pt x="2889030" y="406117"/>
                  </a:lnTo>
                  <a:lnTo>
                    <a:pt x="2887958" y="405705"/>
                  </a:lnTo>
                  <a:lnTo>
                    <a:pt x="2886887" y="405294"/>
                  </a:lnTo>
                  <a:lnTo>
                    <a:pt x="2885815" y="404883"/>
                  </a:lnTo>
                  <a:lnTo>
                    <a:pt x="2884743" y="404473"/>
                  </a:lnTo>
                  <a:lnTo>
                    <a:pt x="2883672" y="404063"/>
                  </a:lnTo>
                  <a:lnTo>
                    <a:pt x="2882600" y="403654"/>
                  </a:lnTo>
                  <a:lnTo>
                    <a:pt x="2881529" y="403245"/>
                  </a:lnTo>
                  <a:lnTo>
                    <a:pt x="2880457" y="402836"/>
                  </a:lnTo>
                  <a:lnTo>
                    <a:pt x="2879385" y="402429"/>
                  </a:lnTo>
                  <a:lnTo>
                    <a:pt x="2878314" y="402021"/>
                  </a:lnTo>
                  <a:lnTo>
                    <a:pt x="2877242" y="401614"/>
                  </a:lnTo>
                  <a:lnTo>
                    <a:pt x="2876171" y="401208"/>
                  </a:lnTo>
                  <a:lnTo>
                    <a:pt x="2875099" y="400802"/>
                  </a:lnTo>
                  <a:lnTo>
                    <a:pt x="2874027" y="400396"/>
                  </a:lnTo>
                  <a:lnTo>
                    <a:pt x="2872956" y="399991"/>
                  </a:lnTo>
                  <a:lnTo>
                    <a:pt x="2871884" y="399587"/>
                  </a:lnTo>
                  <a:lnTo>
                    <a:pt x="2870813" y="399183"/>
                  </a:lnTo>
                  <a:lnTo>
                    <a:pt x="2869741" y="398779"/>
                  </a:lnTo>
                  <a:lnTo>
                    <a:pt x="2868669" y="398376"/>
                  </a:lnTo>
                  <a:lnTo>
                    <a:pt x="2867598" y="397973"/>
                  </a:lnTo>
                  <a:lnTo>
                    <a:pt x="2866526" y="397571"/>
                  </a:lnTo>
                  <a:lnTo>
                    <a:pt x="2865455" y="397169"/>
                  </a:lnTo>
                  <a:lnTo>
                    <a:pt x="2864383" y="396768"/>
                  </a:lnTo>
                  <a:lnTo>
                    <a:pt x="2863311" y="396367"/>
                  </a:lnTo>
                  <a:lnTo>
                    <a:pt x="2862240" y="395967"/>
                  </a:lnTo>
                  <a:lnTo>
                    <a:pt x="2861168" y="395567"/>
                  </a:lnTo>
                  <a:lnTo>
                    <a:pt x="2860097" y="395168"/>
                  </a:lnTo>
                  <a:lnTo>
                    <a:pt x="2859025" y="394769"/>
                  </a:lnTo>
                  <a:lnTo>
                    <a:pt x="2857953" y="394370"/>
                  </a:lnTo>
                  <a:lnTo>
                    <a:pt x="2856882" y="393972"/>
                  </a:lnTo>
                  <a:lnTo>
                    <a:pt x="2855810" y="393575"/>
                  </a:lnTo>
                  <a:lnTo>
                    <a:pt x="2854739" y="393177"/>
                  </a:lnTo>
                  <a:lnTo>
                    <a:pt x="2853667" y="392781"/>
                  </a:lnTo>
                  <a:lnTo>
                    <a:pt x="2852595" y="392385"/>
                  </a:lnTo>
                  <a:lnTo>
                    <a:pt x="2851524" y="391989"/>
                  </a:lnTo>
                  <a:lnTo>
                    <a:pt x="2850452" y="391594"/>
                  </a:lnTo>
                  <a:lnTo>
                    <a:pt x="2849381" y="391199"/>
                  </a:lnTo>
                  <a:lnTo>
                    <a:pt x="2848309" y="390804"/>
                  </a:lnTo>
                  <a:lnTo>
                    <a:pt x="2847237" y="390410"/>
                  </a:lnTo>
                  <a:lnTo>
                    <a:pt x="2846166" y="390017"/>
                  </a:lnTo>
                  <a:lnTo>
                    <a:pt x="2845094" y="389624"/>
                  </a:lnTo>
                  <a:lnTo>
                    <a:pt x="2844023" y="389231"/>
                  </a:lnTo>
                  <a:lnTo>
                    <a:pt x="2842951" y="388839"/>
                  </a:lnTo>
                  <a:lnTo>
                    <a:pt x="2841879" y="388448"/>
                  </a:lnTo>
                  <a:lnTo>
                    <a:pt x="2840808" y="388056"/>
                  </a:lnTo>
                  <a:lnTo>
                    <a:pt x="2839736" y="387666"/>
                  </a:lnTo>
                  <a:lnTo>
                    <a:pt x="2838665" y="387275"/>
                  </a:lnTo>
                  <a:lnTo>
                    <a:pt x="2837593" y="386885"/>
                  </a:lnTo>
                  <a:lnTo>
                    <a:pt x="2836522" y="386496"/>
                  </a:lnTo>
                  <a:lnTo>
                    <a:pt x="2835450" y="386107"/>
                  </a:lnTo>
                  <a:lnTo>
                    <a:pt x="2834378" y="385718"/>
                  </a:lnTo>
                  <a:lnTo>
                    <a:pt x="2833307" y="385330"/>
                  </a:lnTo>
                  <a:lnTo>
                    <a:pt x="2832235" y="384942"/>
                  </a:lnTo>
                  <a:lnTo>
                    <a:pt x="2831164" y="384555"/>
                  </a:lnTo>
                  <a:lnTo>
                    <a:pt x="2830092" y="384168"/>
                  </a:lnTo>
                  <a:lnTo>
                    <a:pt x="2829020" y="383782"/>
                  </a:lnTo>
                  <a:lnTo>
                    <a:pt x="2827949" y="383396"/>
                  </a:lnTo>
                  <a:lnTo>
                    <a:pt x="2826877" y="383010"/>
                  </a:lnTo>
                  <a:lnTo>
                    <a:pt x="2825806" y="382625"/>
                  </a:lnTo>
                  <a:lnTo>
                    <a:pt x="2824734" y="382240"/>
                  </a:lnTo>
                  <a:lnTo>
                    <a:pt x="2823662" y="381856"/>
                  </a:lnTo>
                  <a:lnTo>
                    <a:pt x="2822591" y="381472"/>
                  </a:lnTo>
                  <a:lnTo>
                    <a:pt x="2821519" y="381089"/>
                  </a:lnTo>
                  <a:lnTo>
                    <a:pt x="2820448" y="380706"/>
                  </a:lnTo>
                  <a:lnTo>
                    <a:pt x="2819376" y="380323"/>
                  </a:lnTo>
                  <a:lnTo>
                    <a:pt x="2818304" y="379941"/>
                  </a:lnTo>
                  <a:lnTo>
                    <a:pt x="2817233" y="379559"/>
                  </a:lnTo>
                  <a:lnTo>
                    <a:pt x="2816161" y="379178"/>
                  </a:lnTo>
                  <a:lnTo>
                    <a:pt x="2815090" y="378797"/>
                  </a:lnTo>
                  <a:lnTo>
                    <a:pt x="2814018" y="378417"/>
                  </a:lnTo>
                  <a:lnTo>
                    <a:pt x="2812946" y="378037"/>
                  </a:lnTo>
                  <a:lnTo>
                    <a:pt x="2811875" y="377657"/>
                  </a:lnTo>
                  <a:lnTo>
                    <a:pt x="2810803" y="377278"/>
                  </a:lnTo>
                  <a:lnTo>
                    <a:pt x="2809732" y="376899"/>
                  </a:lnTo>
                  <a:lnTo>
                    <a:pt x="2808660" y="376520"/>
                  </a:lnTo>
                  <a:lnTo>
                    <a:pt x="2807588" y="376142"/>
                  </a:lnTo>
                  <a:lnTo>
                    <a:pt x="2806517" y="375765"/>
                  </a:lnTo>
                  <a:lnTo>
                    <a:pt x="2805445" y="375388"/>
                  </a:lnTo>
                  <a:lnTo>
                    <a:pt x="2804374" y="375011"/>
                  </a:lnTo>
                  <a:lnTo>
                    <a:pt x="2803302" y="374634"/>
                  </a:lnTo>
                  <a:lnTo>
                    <a:pt x="2802230" y="374258"/>
                  </a:lnTo>
                  <a:lnTo>
                    <a:pt x="2801159" y="373883"/>
                  </a:lnTo>
                  <a:lnTo>
                    <a:pt x="2800087" y="373507"/>
                  </a:lnTo>
                  <a:lnTo>
                    <a:pt x="2799016" y="373133"/>
                  </a:lnTo>
                  <a:lnTo>
                    <a:pt x="2797944" y="372758"/>
                  </a:lnTo>
                  <a:lnTo>
                    <a:pt x="2796872" y="372384"/>
                  </a:lnTo>
                  <a:lnTo>
                    <a:pt x="2795801" y="372010"/>
                  </a:lnTo>
                  <a:lnTo>
                    <a:pt x="2794729" y="371637"/>
                  </a:lnTo>
                  <a:lnTo>
                    <a:pt x="2793658" y="371264"/>
                  </a:lnTo>
                  <a:lnTo>
                    <a:pt x="2792586" y="370892"/>
                  </a:lnTo>
                  <a:lnTo>
                    <a:pt x="2791514" y="370520"/>
                  </a:lnTo>
                  <a:lnTo>
                    <a:pt x="2790443" y="370148"/>
                  </a:lnTo>
                  <a:lnTo>
                    <a:pt x="2789371" y="369777"/>
                  </a:lnTo>
                  <a:lnTo>
                    <a:pt x="2788300" y="369406"/>
                  </a:lnTo>
                  <a:lnTo>
                    <a:pt x="2787228" y="369035"/>
                  </a:lnTo>
                  <a:lnTo>
                    <a:pt x="2786156" y="368665"/>
                  </a:lnTo>
                  <a:lnTo>
                    <a:pt x="2785085" y="368295"/>
                  </a:lnTo>
                  <a:lnTo>
                    <a:pt x="2784013" y="367926"/>
                  </a:lnTo>
                  <a:lnTo>
                    <a:pt x="2782942" y="367557"/>
                  </a:lnTo>
                  <a:lnTo>
                    <a:pt x="2781870" y="367188"/>
                  </a:lnTo>
                  <a:lnTo>
                    <a:pt x="2780798" y="366820"/>
                  </a:lnTo>
                  <a:lnTo>
                    <a:pt x="2779727" y="366452"/>
                  </a:lnTo>
                  <a:lnTo>
                    <a:pt x="2778655" y="366084"/>
                  </a:lnTo>
                  <a:lnTo>
                    <a:pt x="2777584" y="365717"/>
                  </a:lnTo>
                  <a:lnTo>
                    <a:pt x="2776512" y="365350"/>
                  </a:lnTo>
                  <a:lnTo>
                    <a:pt x="2775440" y="364983"/>
                  </a:lnTo>
                  <a:lnTo>
                    <a:pt x="2774369" y="364617"/>
                  </a:lnTo>
                  <a:lnTo>
                    <a:pt x="2773297" y="364251"/>
                  </a:lnTo>
                  <a:lnTo>
                    <a:pt x="2772226" y="363886"/>
                  </a:lnTo>
                  <a:lnTo>
                    <a:pt x="2771154" y="363521"/>
                  </a:lnTo>
                  <a:lnTo>
                    <a:pt x="2770082" y="363156"/>
                  </a:lnTo>
                  <a:lnTo>
                    <a:pt x="2769011" y="362792"/>
                  </a:lnTo>
                  <a:lnTo>
                    <a:pt x="2767939" y="362428"/>
                  </a:lnTo>
                  <a:lnTo>
                    <a:pt x="2766868" y="362064"/>
                  </a:lnTo>
                  <a:lnTo>
                    <a:pt x="2765796" y="361701"/>
                  </a:lnTo>
                  <a:lnTo>
                    <a:pt x="2764724" y="361338"/>
                  </a:lnTo>
                  <a:lnTo>
                    <a:pt x="2763653" y="360975"/>
                  </a:lnTo>
                  <a:lnTo>
                    <a:pt x="2762581" y="360613"/>
                  </a:lnTo>
                  <a:lnTo>
                    <a:pt x="2761510" y="360251"/>
                  </a:lnTo>
                  <a:lnTo>
                    <a:pt x="2760438" y="359889"/>
                  </a:lnTo>
                  <a:lnTo>
                    <a:pt x="2759366" y="359528"/>
                  </a:lnTo>
                  <a:lnTo>
                    <a:pt x="2758295" y="359167"/>
                  </a:lnTo>
                  <a:lnTo>
                    <a:pt x="2757223" y="358806"/>
                  </a:lnTo>
                  <a:lnTo>
                    <a:pt x="2756152" y="358446"/>
                  </a:lnTo>
                  <a:lnTo>
                    <a:pt x="2755080" y="358086"/>
                  </a:lnTo>
                  <a:lnTo>
                    <a:pt x="2754008" y="357726"/>
                  </a:lnTo>
                  <a:lnTo>
                    <a:pt x="2752937" y="357367"/>
                  </a:lnTo>
                  <a:lnTo>
                    <a:pt x="2751865" y="357008"/>
                  </a:lnTo>
                  <a:lnTo>
                    <a:pt x="2750794" y="356649"/>
                  </a:lnTo>
                  <a:lnTo>
                    <a:pt x="2749722" y="356291"/>
                  </a:lnTo>
                  <a:lnTo>
                    <a:pt x="2748650" y="355933"/>
                  </a:lnTo>
                  <a:lnTo>
                    <a:pt x="2747579" y="355575"/>
                  </a:lnTo>
                  <a:lnTo>
                    <a:pt x="2746507" y="355217"/>
                  </a:lnTo>
                  <a:lnTo>
                    <a:pt x="2745436" y="354860"/>
                  </a:lnTo>
                  <a:lnTo>
                    <a:pt x="2744364" y="354504"/>
                  </a:lnTo>
                  <a:lnTo>
                    <a:pt x="2743292" y="354147"/>
                  </a:lnTo>
                  <a:lnTo>
                    <a:pt x="2742221" y="353791"/>
                  </a:lnTo>
                  <a:lnTo>
                    <a:pt x="2741149" y="353435"/>
                  </a:lnTo>
                  <a:lnTo>
                    <a:pt x="2740078" y="353079"/>
                  </a:lnTo>
                  <a:lnTo>
                    <a:pt x="2739006" y="352724"/>
                  </a:lnTo>
                  <a:lnTo>
                    <a:pt x="2737934" y="352369"/>
                  </a:lnTo>
                  <a:lnTo>
                    <a:pt x="2736863" y="352015"/>
                  </a:lnTo>
                  <a:lnTo>
                    <a:pt x="2735791" y="351660"/>
                  </a:lnTo>
                  <a:lnTo>
                    <a:pt x="2734720" y="351306"/>
                  </a:lnTo>
                  <a:lnTo>
                    <a:pt x="2733648" y="350952"/>
                  </a:lnTo>
                  <a:lnTo>
                    <a:pt x="2732576" y="350599"/>
                  </a:lnTo>
                  <a:lnTo>
                    <a:pt x="2731505" y="350246"/>
                  </a:lnTo>
                  <a:lnTo>
                    <a:pt x="2730433" y="349893"/>
                  </a:lnTo>
                  <a:lnTo>
                    <a:pt x="2729362" y="349540"/>
                  </a:lnTo>
                  <a:lnTo>
                    <a:pt x="2728290" y="349188"/>
                  </a:lnTo>
                  <a:lnTo>
                    <a:pt x="2727218" y="348836"/>
                  </a:lnTo>
                  <a:lnTo>
                    <a:pt x="2726147" y="348484"/>
                  </a:lnTo>
                  <a:lnTo>
                    <a:pt x="2725075" y="348132"/>
                  </a:lnTo>
                  <a:lnTo>
                    <a:pt x="2724004" y="347781"/>
                  </a:lnTo>
                  <a:lnTo>
                    <a:pt x="2722932" y="347430"/>
                  </a:lnTo>
                  <a:lnTo>
                    <a:pt x="2721860" y="347080"/>
                  </a:lnTo>
                  <a:lnTo>
                    <a:pt x="2720789" y="346729"/>
                  </a:lnTo>
                  <a:lnTo>
                    <a:pt x="2719717" y="346379"/>
                  </a:lnTo>
                  <a:lnTo>
                    <a:pt x="2718646" y="346029"/>
                  </a:lnTo>
                  <a:lnTo>
                    <a:pt x="2717574" y="345679"/>
                  </a:lnTo>
                  <a:lnTo>
                    <a:pt x="2716502" y="345330"/>
                  </a:lnTo>
                  <a:lnTo>
                    <a:pt x="2715431" y="344981"/>
                  </a:lnTo>
                  <a:lnTo>
                    <a:pt x="2714359" y="344632"/>
                  </a:lnTo>
                  <a:lnTo>
                    <a:pt x="2713288" y="344284"/>
                  </a:lnTo>
                  <a:lnTo>
                    <a:pt x="2712216" y="343935"/>
                  </a:lnTo>
                  <a:lnTo>
                    <a:pt x="2711144" y="343587"/>
                  </a:lnTo>
                  <a:lnTo>
                    <a:pt x="2710073" y="343239"/>
                  </a:lnTo>
                  <a:lnTo>
                    <a:pt x="2709001" y="342892"/>
                  </a:lnTo>
                  <a:lnTo>
                    <a:pt x="2707930" y="342544"/>
                  </a:lnTo>
                  <a:lnTo>
                    <a:pt x="2706858" y="342197"/>
                  </a:lnTo>
                  <a:lnTo>
                    <a:pt x="2705786" y="341851"/>
                  </a:lnTo>
                  <a:lnTo>
                    <a:pt x="2704715" y="341504"/>
                  </a:lnTo>
                  <a:lnTo>
                    <a:pt x="2703643" y="341158"/>
                  </a:lnTo>
                  <a:lnTo>
                    <a:pt x="2702572" y="340811"/>
                  </a:lnTo>
                  <a:lnTo>
                    <a:pt x="2701500" y="340466"/>
                  </a:lnTo>
                  <a:lnTo>
                    <a:pt x="2700428" y="340120"/>
                  </a:lnTo>
                  <a:lnTo>
                    <a:pt x="2699357" y="339774"/>
                  </a:lnTo>
                  <a:lnTo>
                    <a:pt x="2698285" y="339429"/>
                  </a:lnTo>
                  <a:lnTo>
                    <a:pt x="2697214" y="339084"/>
                  </a:lnTo>
                  <a:lnTo>
                    <a:pt x="2696142" y="338739"/>
                  </a:lnTo>
                  <a:lnTo>
                    <a:pt x="2695070" y="338395"/>
                  </a:lnTo>
                  <a:lnTo>
                    <a:pt x="2693999" y="338051"/>
                  </a:lnTo>
                  <a:lnTo>
                    <a:pt x="2692927" y="337707"/>
                  </a:lnTo>
                  <a:lnTo>
                    <a:pt x="2691856" y="337363"/>
                  </a:lnTo>
                  <a:lnTo>
                    <a:pt x="2690784" y="337019"/>
                  </a:lnTo>
                  <a:lnTo>
                    <a:pt x="2689712" y="336676"/>
                  </a:lnTo>
                  <a:lnTo>
                    <a:pt x="2688641" y="336332"/>
                  </a:lnTo>
                  <a:lnTo>
                    <a:pt x="2687569" y="335989"/>
                  </a:lnTo>
                  <a:lnTo>
                    <a:pt x="2686498" y="335646"/>
                  </a:lnTo>
                  <a:lnTo>
                    <a:pt x="2685426" y="335304"/>
                  </a:lnTo>
                  <a:lnTo>
                    <a:pt x="2684354" y="334961"/>
                  </a:lnTo>
                  <a:lnTo>
                    <a:pt x="2683283" y="334619"/>
                  </a:lnTo>
                  <a:lnTo>
                    <a:pt x="2682211" y="334277"/>
                  </a:lnTo>
                  <a:lnTo>
                    <a:pt x="2681140" y="333935"/>
                  </a:lnTo>
                  <a:lnTo>
                    <a:pt x="2680068" y="333594"/>
                  </a:lnTo>
                  <a:lnTo>
                    <a:pt x="2678996" y="333252"/>
                  </a:lnTo>
                  <a:lnTo>
                    <a:pt x="2677925" y="332911"/>
                  </a:lnTo>
                  <a:lnTo>
                    <a:pt x="2676853" y="332570"/>
                  </a:lnTo>
                  <a:lnTo>
                    <a:pt x="2675782" y="332229"/>
                  </a:lnTo>
                  <a:lnTo>
                    <a:pt x="2674710" y="331888"/>
                  </a:lnTo>
                  <a:lnTo>
                    <a:pt x="2673638" y="331548"/>
                  </a:lnTo>
                  <a:lnTo>
                    <a:pt x="2672567" y="331208"/>
                  </a:lnTo>
                  <a:lnTo>
                    <a:pt x="2671495" y="330867"/>
                  </a:lnTo>
                  <a:lnTo>
                    <a:pt x="2670424" y="330527"/>
                  </a:lnTo>
                  <a:lnTo>
                    <a:pt x="2669352" y="330188"/>
                  </a:lnTo>
                  <a:lnTo>
                    <a:pt x="2668280" y="329848"/>
                  </a:lnTo>
                  <a:lnTo>
                    <a:pt x="2667209" y="329509"/>
                  </a:lnTo>
                  <a:lnTo>
                    <a:pt x="2666137" y="329169"/>
                  </a:lnTo>
                  <a:lnTo>
                    <a:pt x="2665066" y="328830"/>
                  </a:lnTo>
                  <a:lnTo>
                    <a:pt x="2663994" y="328491"/>
                  </a:lnTo>
                  <a:lnTo>
                    <a:pt x="2662922" y="328152"/>
                  </a:lnTo>
                  <a:lnTo>
                    <a:pt x="2661851" y="327814"/>
                  </a:lnTo>
                  <a:lnTo>
                    <a:pt x="2660779" y="327475"/>
                  </a:lnTo>
                  <a:lnTo>
                    <a:pt x="2659708" y="327137"/>
                  </a:lnTo>
                  <a:lnTo>
                    <a:pt x="2658636" y="326799"/>
                  </a:lnTo>
                  <a:lnTo>
                    <a:pt x="2657565" y="326461"/>
                  </a:lnTo>
                  <a:lnTo>
                    <a:pt x="2656493" y="326123"/>
                  </a:lnTo>
                  <a:lnTo>
                    <a:pt x="2655421" y="325785"/>
                  </a:lnTo>
                  <a:lnTo>
                    <a:pt x="2654350" y="325447"/>
                  </a:lnTo>
                  <a:lnTo>
                    <a:pt x="2653278" y="325110"/>
                  </a:lnTo>
                  <a:lnTo>
                    <a:pt x="2652207" y="324772"/>
                  </a:lnTo>
                  <a:lnTo>
                    <a:pt x="2651135" y="324435"/>
                  </a:lnTo>
                  <a:lnTo>
                    <a:pt x="2650063" y="324098"/>
                  </a:lnTo>
                  <a:lnTo>
                    <a:pt x="2648992" y="323761"/>
                  </a:lnTo>
                  <a:lnTo>
                    <a:pt x="2647920" y="323424"/>
                  </a:lnTo>
                  <a:lnTo>
                    <a:pt x="2646849" y="323088"/>
                  </a:lnTo>
                  <a:lnTo>
                    <a:pt x="2645777" y="322751"/>
                  </a:lnTo>
                  <a:lnTo>
                    <a:pt x="2644705" y="322415"/>
                  </a:lnTo>
                  <a:lnTo>
                    <a:pt x="2643634" y="322079"/>
                  </a:lnTo>
                  <a:lnTo>
                    <a:pt x="2642562" y="321742"/>
                  </a:lnTo>
                  <a:lnTo>
                    <a:pt x="2641491" y="321406"/>
                  </a:lnTo>
                  <a:lnTo>
                    <a:pt x="2640419" y="321070"/>
                  </a:lnTo>
                  <a:lnTo>
                    <a:pt x="2639347" y="320735"/>
                  </a:lnTo>
                  <a:lnTo>
                    <a:pt x="2638276" y="320399"/>
                  </a:lnTo>
                  <a:lnTo>
                    <a:pt x="2637204" y="320063"/>
                  </a:lnTo>
                  <a:lnTo>
                    <a:pt x="2636133" y="319728"/>
                  </a:lnTo>
                  <a:lnTo>
                    <a:pt x="2635061" y="319392"/>
                  </a:lnTo>
                  <a:lnTo>
                    <a:pt x="2633989" y="319057"/>
                  </a:lnTo>
                  <a:lnTo>
                    <a:pt x="2632918" y="318722"/>
                  </a:lnTo>
                  <a:lnTo>
                    <a:pt x="2631846" y="318387"/>
                  </a:lnTo>
                  <a:lnTo>
                    <a:pt x="2630775" y="318052"/>
                  </a:lnTo>
                  <a:lnTo>
                    <a:pt x="2629703" y="317717"/>
                  </a:lnTo>
                  <a:lnTo>
                    <a:pt x="2628631" y="317382"/>
                  </a:lnTo>
                  <a:lnTo>
                    <a:pt x="2627560" y="317047"/>
                  </a:lnTo>
                  <a:lnTo>
                    <a:pt x="2626488" y="316713"/>
                  </a:lnTo>
                  <a:lnTo>
                    <a:pt x="2625417" y="316378"/>
                  </a:lnTo>
                  <a:lnTo>
                    <a:pt x="2624345" y="316043"/>
                  </a:lnTo>
                  <a:lnTo>
                    <a:pt x="2623273" y="315709"/>
                  </a:lnTo>
                  <a:lnTo>
                    <a:pt x="2622202" y="315375"/>
                  </a:lnTo>
                  <a:lnTo>
                    <a:pt x="2621130" y="315041"/>
                  </a:lnTo>
                  <a:lnTo>
                    <a:pt x="2620059" y="314706"/>
                  </a:lnTo>
                  <a:lnTo>
                    <a:pt x="2618987" y="314372"/>
                  </a:lnTo>
                  <a:lnTo>
                    <a:pt x="2617915" y="314038"/>
                  </a:lnTo>
                  <a:lnTo>
                    <a:pt x="2616844" y="313704"/>
                  </a:lnTo>
                  <a:lnTo>
                    <a:pt x="2615772" y="313370"/>
                  </a:lnTo>
                  <a:lnTo>
                    <a:pt x="2614701" y="313037"/>
                  </a:lnTo>
                  <a:lnTo>
                    <a:pt x="2613629" y="312703"/>
                  </a:lnTo>
                  <a:lnTo>
                    <a:pt x="2612557" y="312369"/>
                  </a:lnTo>
                  <a:lnTo>
                    <a:pt x="2611486" y="312035"/>
                  </a:lnTo>
                  <a:lnTo>
                    <a:pt x="2610414" y="311702"/>
                  </a:lnTo>
                  <a:lnTo>
                    <a:pt x="2609343" y="311368"/>
                  </a:lnTo>
                  <a:lnTo>
                    <a:pt x="2608271" y="311035"/>
                  </a:lnTo>
                  <a:lnTo>
                    <a:pt x="2607199" y="310701"/>
                  </a:lnTo>
                  <a:lnTo>
                    <a:pt x="2606128" y="310368"/>
                  </a:lnTo>
                  <a:lnTo>
                    <a:pt x="2605056" y="310035"/>
                  </a:lnTo>
                  <a:lnTo>
                    <a:pt x="2603985" y="309701"/>
                  </a:lnTo>
                  <a:lnTo>
                    <a:pt x="2602913" y="309368"/>
                  </a:lnTo>
                  <a:lnTo>
                    <a:pt x="2601841" y="309035"/>
                  </a:lnTo>
                  <a:lnTo>
                    <a:pt x="2600770" y="308701"/>
                  </a:lnTo>
                  <a:lnTo>
                    <a:pt x="2599698" y="308368"/>
                  </a:lnTo>
                  <a:lnTo>
                    <a:pt x="2598627" y="308035"/>
                  </a:lnTo>
                  <a:lnTo>
                    <a:pt x="2597555" y="307702"/>
                  </a:lnTo>
                  <a:lnTo>
                    <a:pt x="2596483" y="307369"/>
                  </a:lnTo>
                  <a:lnTo>
                    <a:pt x="2595412" y="307036"/>
                  </a:lnTo>
                  <a:lnTo>
                    <a:pt x="2594340" y="306703"/>
                  </a:lnTo>
                  <a:lnTo>
                    <a:pt x="2593269" y="306370"/>
                  </a:lnTo>
                  <a:lnTo>
                    <a:pt x="2592197" y="306037"/>
                  </a:lnTo>
                  <a:lnTo>
                    <a:pt x="2591125" y="305704"/>
                  </a:lnTo>
                  <a:lnTo>
                    <a:pt x="2590054" y="305371"/>
                  </a:lnTo>
                  <a:lnTo>
                    <a:pt x="2588982" y="305038"/>
                  </a:lnTo>
                  <a:lnTo>
                    <a:pt x="2587911" y="304705"/>
                  </a:lnTo>
                  <a:lnTo>
                    <a:pt x="2586839" y="304372"/>
                  </a:lnTo>
                  <a:lnTo>
                    <a:pt x="2585767" y="304039"/>
                  </a:lnTo>
                  <a:lnTo>
                    <a:pt x="2584696" y="303706"/>
                  </a:lnTo>
                  <a:lnTo>
                    <a:pt x="2583624" y="303373"/>
                  </a:lnTo>
                  <a:lnTo>
                    <a:pt x="2582553" y="303040"/>
                  </a:lnTo>
                  <a:lnTo>
                    <a:pt x="2581481" y="302707"/>
                  </a:lnTo>
                  <a:lnTo>
                    <a:pt x="2580409" y="302374"/>
                  </a:lnTo>
                  <a:lnTo>
                    <a:pt x="2579338" y="302041"/>
                  </a:lnTo>
                  <a:lnTo>
                    <a:pt x="2578266" y="301708"/>
                  </a:lnTo>
                  <a:lnTo>
                    <a:pt x="2577195" y="301375"/>
                  </a:lnTo>
                  <a:lnTo>
                    <a:pt x="2576123" y="301042"/>
                  </a:lnTo>
                  <a:lnTo>
                    <a:pt x="2575051" y="300709"/>
                  </a:lnTo>
                  <a:lnTo>
                    <a:pt x="2573980" y="300376"/>
                  </a:lnTo>
                  <a:lnTo>
                    <a:pt x="2572908" y="300043"/>
                  </a:lnTo>
                  <a:lnTo>
                    <a:pt x="2571837" y="299709"/>
                  </a:lnTo>
                  <a:lnTo>
                    <a:pt x="2570765" y="299376"/>
                  </a:lnTo>
                  <a:lnTo>
                    <a:pt x="2569693" y="299043"/>
                  </a:lnTo>
                  <a:lnTo>
                    <a:pt x="2568622" y="298710"/>
                  </a:lnTo>
                  <a:lnTo>
                    <a:pt x="2567550" y="298377"/>
                  </a:lnTo>
                  <a:lnTo>
                    <a:pt x="2566479" y="298043"/>
                  </a:lnTo>
                  <a:lnTo>
                    <a:pt x="2565407" y="297710"/>
                  </a:lnTo>
                  <a:lnTo>
                    <a:pt x="2564335" y="297377"/>
                  </a:lnTo>
                  <a:lnTo>
                    <a:pt x="2563264" y="297043"/>
                  </a:lnTo>
                  <a:lnTo>
                    <a:pt x="2562192" y="296710"/>
                  </a:lnTo>
                  <a:lnTo>
                    <a:pt x="2561121" y="296376"/>
                  </a:lnTo>
                  <a:lnTo>
                    <a:pt x="2560049" y="296043"/>
                  </a:lnTo>
                  <a:lnTo>
                    <a:pt x="2558977" y="295709"/>
                  </a:lnTo>
                  <a:lnTo>
                    <a:pt x="2557906" y="295375"/>
                  </a:lnTo>
                  <a:lnTo>
                    <a:pt x="2556834" y="295042"/>
                  </a:lnTo>
                  <a:lnTo>
                    <a:pt x="2555763" y="294708"/>
                  </a:lnTo>
                  <a:lnTo>
                    <a:pt x="2554691" y="294374"/>
                  </a:lnTo>
                  <a:lnTo>
                    <a:pt x="2553619" y="294040"/>
                  </a:lnTo>
                  <a:lnTo>
                    <a:pt x="2552548" y="293706"/>
                  </a:lnTo>
                  <a:lnTo>
                    <a:pt x="2551476" y="293372"/>
                  </a:lnTo>
                  <a:lnTo>
                    <a:pt x="2550405" y="293038"/>
                  </a:lnTo>
                  <a:lnTo>
                    <a:pt x="2549333" y="292704"/>
                  </a:lnTo>
                  <a:lnTo>
                    <a:pt x="2548261" y="292370"/>
                  </a:lnTo>
                  <a:lnTo>
                    <a:pt x="2547190" y="292035"/>
                  </a:lnTo>
                  <a:lnTo>
                    <a:pt x="2546118" y="291701"/>
                  </a:lnTo>
                  <a:lnTo>
                    <a:pt x="2545047" y="291366"/>
                  </a:lnTo>
                  <a:lnTo>
                    <a:pt x="2543975" y="291032"/>
                  </a:lnTo>
                  <a:lnTo>
                    <a:pt x="2542903" y="290697"/>
                  </a:lnTo>
                  <a:lnTo>
                    <a:pt x="2541832" y="290362"/>
                  </a:lnTo>
                  <a:lnTo>
                    <a:pt x="2540760" y="290028"/>
                  </a:lnTo>
                  <a:lnTo>
                    <a:pt x="2539689" y="289693"/>
                  </a:lnTo>
                  <a:lnTo>
                    <a:pt x="2538617" y="289358"/>
                  </a:lnTo>
                  <a:lnTo>
                    <a:pt x="2537545" y="289023"/>
                  </a:lnTo>
                  <a:lnTo>
                    <a:pt x="2536474" y="288687"/>
                  </a:lnTo>
                  <a:lnTo>
                    <a:pt x="2535402" y="288352"/>
                  </a:lnTo>
                  <a:lnTo>
                    <a:pt x="2534331" y="288017"/>
                  </a:lnTo>
                  <a:lnTo>
                    <a:pt x="2533259" y="287681"/>
                  </a:lnTo>
                  <a:lnTo>
                    <a:pt x="2532187" y="287345"/>
                  </a:lnTo>
                  <a:lnTo>
                    <a:pt x="2531116" y="287010"/>
                  </a:lnTo>
                  <a:lnTo>
                    <a:pt x="2530044" y="286674"/>
                  </a:lnTo>
                  <a:lnTo>
                    <a:pt x="2528973" y="286338"/>
                  </a:lnTo>
                  <a:lnTo>
                    <a:pt x="2527901" y="286002"/>
                  </a:lnTo>
                  <a:lnTo>
                    <a:pt x="2526829" y="285666"/>
                  </a:lnTo>
                  <a:lnTo>
                    <a:pt x="2525758" y="285329"/>
                  </a:lnTo>
                  <a:lnTo>
                    <a:pt x="2524686" y="284993"/>
                  </a:lnTo>
                  <a:lnTo>
                    <a:pt x="2523615" y="284656"/>
                  </a:lnTo>
                  <a:lnTo>
                    <a:pt x="2522543" y="284319"/>
                  </a:lnTo>
                  <a:lnTo>
                    <a:pt x="2521471" y="283983"/>
                  </a:lnTo>
                  <a:lnTo>
                    <a:pt x="2520400" y="283646"/>
                  </a:lnTo>
                  <a:lnTo>
                    <a:pt x="2519328" y="283309"/>
                  </a:lnTo>
                  <a:lnTo>
                    <a:pt x="2518257" y="282971"/>
                  </a:lnTo>
                  <a:lnTo>
                    <a:pt x="2517185" y="282634"/>
                  </a:lnTo>
                  <a:lnTo>
                    <a:pt x="2516113" y="282296"/>
                  </a:lnTo>
                  <a:lnTo>
                    <a:pt x="2515042" y="281959"/>
                  </a:lnTo>
                  <a:lnTo>
                    <a:pt x="2513970" y="281621"/>
                  </a:lnTo>
                  <a:lnTo>
                    <a:pt x="2512899" y="281283"/>
                  </a:lnTo>
                  <a:lnTo>
                    <a:pt x="2511827" y="280945"/>
                  </a:lnTo>
                  <a:lnTo>
                    <a:pt x="2510755" y="280607"/>
                  </a:lnTo>
                  <a:lnTo>
                    <a:pt x="2509684" y="280268"/>
                  </a:lnTo>
                  <a:lnTo>
                    <a:pt x="2508612" y="279930"/>
                  </a:lnTo>
                  <a:lnTo>
                    <a:pt x="2507541" y="279591"/>
                  </a:lnTo>
                  <a:lnTo>
                    <a:pt x="2506469" y="279252"/>
                  </a:lnTo>
                  <a:lnTo>
                    <a:pt x="2505397" y="278913"/>
                  </a:lnTo>
                  <a:lnTo>
                    <a:pt x="2504326" y="278574"/>
                  </a:lnTo>
                  <a:lnTo>
                    <a:pt x="2503254" y="278234"/>
                  </a:lnTo>
                  <a:lnTo>
                    <a:pt x="2502183" y="277895"/>
                  </a:lnTo>
                  <a:lnTo>
                    <a:pt x="2501111" y="277555"/>
                  </a:lnTo>
                  <a:lnTo>
                    <a:pt x="2500039" y="277215"/>
                  </a:lnTo>
                  <a:lnTo>
                    <a:pt x="2498968" y="276875"/>
                  </a:lnTo>
                  <a:lnTo>
                    <a:pt x="2497896" y="276535"/>
                  </a:lnTo>
                  <a:lnTo>
                    <a:pt x="2496825" y="276194"/>
                  </a:lnTo>
                  <a:lnTo>
                    <a:pt x="2495753" y="275854"/>
                  </a:lnTo>
                  <a:lnTo>
                    <a:pt x="2494681" y="275513"/>
                  </a:lnTo>
                  <a:lnTo>
                    <a:pt x="2493610" y="275172"/>
                  </a:lnTo>
                  <a:lnTo>
                    <a:pt x="2492538" y="274831"/>
                  </a:lnTo>
                  <a:lnTo>
                    <a:pt x="2491467" y="274489"/>
                  </a:lnTo>
                  <a:lnTo>
                    <a:pt x="2490395" y="274148"/>
                  </a:lnTo>
                  <a:lnTo>
                    <a:pt x="2489323" y="273806"/>
                  </a:lnTo>
                  <a:lnTo>
                    <a:pt x="2488252" y="273464"/>
                  </a:lnTo>
                  <a:lnTo>
                    <a:pt x="2487180" y="273122"/>
                  </a:lnTo>
                  <a:lnTo>
                    <a:pt x="2486109" y="272780"/>
                  </a:lnTo>
                  <a:lnTo>
                    <a:pt x="2485037" y="272437"/>
                  </a:lnTo>
                  <a:lnTo>
                    <a:pt x="2483966" y="272094"/>
                  </a:lnTo>
                  <a:lnTo>
                    <a:pt x="2482894" y="271751"/>
                  </a:lnTo>
                  <a:lnTo>
                    <a:pt x="2481822" y="271408"/>
                  </a:lnTo>
                  <a:lnTo>
                    <a:pt x="2480751" y="271065"/>
                  </a:lnTo>
                  <a:lnTo>
                    <a:pt x="2479679" y="270721"/>
                  </a:lnTo>
                  <a:lnTo>
                    <a:pt x="2478608" y="270377"/>
                  </a:lnTo>
                  <a:lnTo>
                    <a:pt x="2477536" y="270033"/>
                  </a:lnTo>
                  <a:lnTo>
                    <a:pt x="2476464" y="269689"/>
                  </a:lnTo>
                  <a:lnTo>
                    <a:pt x="2475393" y="269344"/>
                  </a:lnTo>
                  <a:lnTo>
                    <a:pt x="2474321" y="269000"/>
                  </a:lnTo>
                  <a:lnTo>
                    <a:pt x="2473250" y="268655"/>
                  </a:lnTo>
                  <a:lnTo>
                    <a:pt x="2472178" y="268310"/>
                  </a:lnTo>
                  <a:lnTo>
                    <a:pt x="2471106" y="267964"/>
                  </a:lnTo>
                  <a:lnTo>
                    <a:pt x="2470035" y="267619"/>
                  </a:lnTo>
                  <a:lnTo>
                    <a:pt x="2468963" y="267273"/>
                  </a:lnTo>
                  <a:lnTo>
                    <a:pt x="2467892" y="266927"/>
                  </a:lnTo>
                  <a:lnTo>
                    <a:pt x="2466820" y="266580"/>
                  </a:lnTo>
                  <a:lnTo>
                    <a:pt x="2465748" y="266234"/>
                  </a:lnTo>
                  <a:lnTo>
                    <a:pt x="2464677" y="265887"/>
                  </a:lnTo>
                  <a:lnTo>
                    <a:pt x="2463605" y="265540"/>
                  </a:lnTo>
                  <a:lnTo>
                    <a:pt x="2462534" y="265192"/>
                  </a:lnTo>
                  <a:lnTo>
                    <a:pt x="2461462" y="264845"/>
                  </a:lnTo>
                  <a:lnTo>
                    <a:pt x="2460390" y="264497"/>
                  </a:lnTo>
                  <a:lnTo>
                    <a:pt x="2459319" y="264149"/>
                  </a:lnTo>
                  <a:lnTo>
                    <a:pt x="2458247" y="263800"/>
                  </a:lnTo>
                  <a:lnTo>
                    <a:pt x="2457176" y="263451"/>
                  </a:lnTo>
                  <a:lnTo>
                    <a:pt x="2456104" y="263103"/>
                  </a:lnTo>
                  <a:lnTo>
                    <a:pt x="2455032" y="262753"/>
                  </a:lnTo>
                  <a:lnTo>
                    <a:pt x="2453961" y="262404"/>
                  </a:lnTo>
                  <a:lnTo>
                    <a:pt x="2452889" y="262054"/>
                  </a:lnTo>
                  <a:lnTo>
                    <a:pt x="2451818" y="261704"/>
                  </a:lnTo>
                  <a:lnTo>
                    <a:pt x="2450746" y="261354"/>
                  </a:lnTo>
                  <a:lnTo>
                    <a:pt x="2449674" y="261003"/>
                  </a:lnTo>
                  <a:lnTo>
                    <a:pt x="2448603" y="260653"/>
                  </a:lnTo>
                  <a:lnTo>
                    <a:pt x="2447531" y="260302"/>
                  </a:lnTo>
                  <a:lnTo>
                    <a:pt x="2446460" y="259950"/>
                  </a:lnTo>
                  <a:lnTo>
                    <a:pt x="2445388" y="259598"/>
                  </a:lnTo>
                  <a:lnTo>
                    <a:pt x="2444316" y="259247"/>
                  </a:lnTo>
                  <a:lnTo>
                    <a:pt x="2443245" y="258894"/>
                  </a:lnTo>
                  <a:lnTo>
                    <a:pt x="2442173" y="258542"/>
                  </a:lnTo>
                  <a:lnTo>
                    <a:pt x="2441102" y="258189"/>
                  </a:lnTo>
                  <a:lnTo>
                    <a:pt x="2440030" y="257836"/>
                  </a:lnTo>
                  <a:lnTo>
                    <a:pt x="2438958" y="257482"/>
                  </a:lnTo>
                  <a:lnTo>
                    <a:pt x="2437887" y="257129"/>
                  </a:lnTo>
                  <a:lnTo>
                    <a:pt x="2436815" y="256775"/>
                  </a:lnTo>
                  <a:lnTo>
                    <a:pt x="2435744" y="256420"/>
                  </a:lnTo>
                  <a:lnTo>
                    <a:pt x="2434672" y="256066"/>
                  </a:lnTo>
                  <a:lnTo>
                    <a:pt x="2433600" y="255711"/>
                  </a:lnTo>
                  <a:lnTo>
                    <a:pt x="2432529" y="255356"/>
                  </a:lnTo>
                  <a:lnTo>
                    <a:pt x="2431457" y="255000"/>
                  </a:lnTo>
                  <a:lnTo>
                    <a:pt x="2430386" y="254644"/>
                  </a:lnTo>
                  <a:lnTo>
                    <a:pt x="2429314" y="254288"/>
                  </a:lnTo>
                  <a:lnTo>
                    <a:pt x="2428242" y="253931"/>
                  </a:lnTo>
                  <a:lnTo>
                    <a:pt x="2427171" y="253575"/>
                  </a:lnTo>
                  <a:lnTo>
                    <a:pt x="2426099" y="253217"/>
                  </a:lnTo>
                  <a:lnTo>
                    <a:pt x="2425028" y="252860"/>
                  </a:lnTo>
                  <a:lnTo>
                    <a:pt x="2423956" y="252502"/>
                  </a:lnTo>
                  <a:lnTo>
                    <a:pt x="2422884" y="252144"/>
                  </a:lnTo>
                  <a:lnTo>
                    <a:pt x="2421813" y="251785"/>
                  </a:lnTo>
                  <a:lnTo>
                    <a:pt x="2420741" y="251427"/>
                  </a:lnTo>
                  <a:lnTo>
                    <a:pt x="2419670" y="251067"/>
                  </a:lnTo>
                  <a:lnTo>
                    <a:pt x="2418598" y="250708"/>
                  </a:lnTo>
                  <a:lnTo>
                    <a:pt x="2417526" y="250348"/>
                  </a:lnTo>
                  <a:lnTo>
                    <a:pt x="2416455" y="249988"/>
                  </a:lnTo>
                  <a:lnTo>
                    <a:pt x="2415383" y="249628"/>
                  </a:lnTo>
                  <a:lnTo>
                    <a:pt x="2414312" y="249267"/>
                  </a:lnTo>
                  <a:lnTo>
                    <a:pt x="2413240" y="248905"/>
                  </a:lnTo>
                  <a:lnTo>
                    <a:pt x="2412168" y="248544"/>
                  </a:lnTo>
                  <a:lnTo>
                    <a:pt x="2411097" y="248182"/>
                  </a:lnTo>
                  <a:lnTo>
                    <a:pt x="2410025" y="247820"/>
                  </a:lnTo>
                  <a:lnTo>
                    <a:pt x="2408954" y="247457"/>
                  </a:lnTo>
                  <a:lnTo>
                    <a:pt x="2407882" y="247094"/>
                  </a:lnTo>
                  <a:lnTo>
                    <a:pt x="2406810" y="246731"/>
                  </a:lnTo>
                  <a:lnTo>
                    <a:pt x="2405739" y="246367"/>
                  </a:lnTo>
                  <a:lnTo>
                    <a:pt x="2404667" y="246003"/>
                  </a:lnTo>
                  <a:lnTo>
                    <a:pt x="2403596" y="245639"/>
                  </a:lnTo>
                  <a:lnTo>
                    <a:pt x="2402524" y="245274"/>
                  </a:lnTo>
                  <a:lnTo>
                    <a:pt x="2401452" y="244909"/>
                  </a:lnTo>
                  <a:lnTo>
                    <a:pt x="2400381" y="244543"/>
                  </a:lnTo>
                  <a:lnTo>
                    <a:pt x="2399309" y="244177"/>
                  </a:lnTo>
                  <a:lnTo>
                    <a:pt x="2398238" y="243811"/>
                  </a:lnTo>
                  <a:lnTo>
                    <a:pt x="2397166" y="243444"/>
                  </a:lnTo>
                  <a:lnTo>
                    <a:pt x="2396094" y="243077"/>
                  </a:lnTo>
                  <a:lnTo>
                    <a:pt x="2395023" y="242710"/>
                  </a:lnTo>
                  <a:lnTo>
                    <a:pt x="2393951" y="242342"/>
                  </a:lnTo>
                  <a:lnTo>
                    <a:pt x="2392880" y="241974"/>
                  </a:lnTo>
                  <a:lnTo>
                    <a:pt x="2391808" y="241605"/>
                  </a:lnTo>
                  <a:lnTo>
                    <a:pt x="2390736" y="241236"/>
                  </a:lnTo>
                  <a:lnTo>
                    <a:pt x="2389665" y="240866"/>
                  </a:lnTo>
                  <a:lnTo>
                    <a:pt x="2388593" y="240497"/>
                  </a:lnTo>
                  <a:lnTo>
                    <a:pt x="2387522" y="240126"/>
                  </a:lnTo>
                  <a:lnTo>
                    <a:pt x="2386450" y="239756"/>
                  </a:lnTo>
                  <a:lnTo>
                    <a:pt x="2385378" y="239385"/>
                  </a:lnTo>
                  <a:lnTo>
                    <a:pt x="2384307" y="239013"/>
                  </a:lnTo>
                  <a:lnTo>
                    <a:pt x="2383235" y="238642"/>
                  </a:lnTo>
                  <a:lnTo>
                    <a:pt x="2382164" y="238269"/>
                  </a:lnTo>
                  <a:lnTo>
                    <a:pt x="2381092" y="237897"/>
                  </a:lnTo>
                  <a:lnTo>
                    <a:pt x="2380020" y="237524"/>
                  </a:lnTo>
                  <a:lnTo>
                    <a:pt x="2378949" y="237150"/>
                  </a:lnTo>
                  <a:lnTo>
                    <a:pt x="2377877" y="236776"/>
                  </a:lnTo>
                  <a:lnTo>
                    <a:pt x="2376806" y="236402"/>
                  </a:lnTo>
                  <a:lnTo>
                    <a:pt x="2375734" y="236027"/>
                  </a:lnTo>
                  <a:lnTo>
                    <a:pt x="2374662" y="235652"/>
                  </a:lnTo>
                  <a:lnTo>
                    <a:pt x="2373591" y="235277"/>
                  </a:lnTo>
                  <a:lnTo>
                    <a:pt x="2372519" y="234901"/>
                  </a:lnTo>
                  <a:lnTo>
                    <a:pt x="2371448" y="234524"/>
                  </a:lnTo>
                  <a:lnTo>
                    <a:pt x="2370376" y="234147"/>
                  </a:lnTo>
                  <a:lnTo>
                    <a:pt x="2369304" y="233770"/>
                  </a:lnTo>
                  <a:lnTo>
                    <a:pt x="2368233" y="233392"/>
                  </a:lnTo>
                  <a:lnTo>
                    <a:pt x="2367161" y="233014"/>
                  </a:lnTo>
                  <a:lnTo>
                    <a:pt x="2366090" y="232636"/>
                  </a:lnTo>
                  <a:lnTo>
                    <a:pt x="2365018" y="232256"/>
                  </a:lnTo>
                  <a:lnTo>
                    <a:pt x="2363946" y="231877"/>
                  </a:lnTo>
                  <a:lnTo>
                    <a:pt x="2362875" y="231497"/>
                  </a:lnTo>
                  <a:lnTo>
                    <a:pt x="2361803" y="231117"/>
                  </a:lnTo>
                  <a:lnTo>
                    <a:pt x="2360732" y="230736"/>
                  </a:lnTo>
                  <a:lnTo>
                    <a:pt x="2359660" y="230354"/>
                  </a:lnTo>
                  <a:lnTo>
                    <a:pt x="2358588" y="229973"/>
                  </a:lnTo>
                  <a:lnTo>
                    <a:pt x="2357517" y="229591"/>
                  </a:lnTo>
                  <a:lnTo>
                    <a:pt x="2356445" y="229208"/>
                  </a:lnTo>
                  <a:lnTo>
                    <a:pt x="2355374" y="228825"/>
                  </a:lnTo>
                  <a:lnTo>
                    <a:pt x="2354302" y="228441"/>
                  </a:lnTo>
                  <a:lnTo>
                    <a:pt x="2353230" y="228057"/>
                  </a:lnTo>
                  <a:lnTo>
                    <a:pt x="2352159" y="227673"/>
                  </a:lnTo>
                  <a:lnTo>
                    <a:pt x="2351087" y="227288"/>
                  </a:lnTo>
                  <a:lnTo>
                    <a:pt x="2350016" y="226902"/>
                  </a:lnTo>
                  <a:lnTo>
                    <a:pt x="2348944" y="226516"/>
                  </a:lnTo>
                  <a:lnTo>
                    <a:pt x="2347872" y="226130"/>
                  </a:lnTo>
                  <a:lnTo>
                    <a:pt x="2346801" y="225743"/>
                  </a:lnTo>
                  <a:lnTo>
                    <a:pt x="2345729" y="225356"/>
                  </a:lnTo>
                  <a:lnTo>
                    <a:pt x="2344658" y="224968"/>
                  </a:lnTo>
                  <a:lnTo>
                    <a:pt x="2343586" y="224579"/>
                  </a:lnTo>
                  <a:lnTo>
                    <a:pt x="2342514" y="224191"/>
                  </a:lnTo>
                  <a:lnTo>
                    <a:pt x="2341443" y="223801"/>
                  </a:lnTo>
                  <a:lnTo>
                    <a:pt x="2340371" y="223412"/>
                  </a:lnTo>
                  <a:lnTo>
                    <a:pt x="2339300" y="223021"/>
                  </a:lnTo>
                  <a:lnTo>
                    <a:pt x="2338228" y="222631"/>
                  </a:lnTo>
                  <a:lnTo>
                    <a:pt x="2337156" y="222239"/>
                  </a:lnTo>
                  <a:lnTo>
                    <a:pt x="2336085" y="221848"/>
                  </a:lnTo>
                  <a:lnTo>
                    <a:pt x="2335013" y="221455"/>
                  </a:lnTo>
                  <a:lnTo>
                    <a:pt x="2333942" y="221063"/>
                  </a:lnTo>
                  <a:lnTo>
                    <a:pt x="2332870" y="220669"/>
                  </a:lnTo>
                  <a:lnTo>
                    <a:pt x="2331798" y="220276"/>
                  </a:lnTo>
                  <a:lnTo>
                    <a:pt x="2330727" y="219881"/>
                  </a:lnTo>
                  <a:lnTo>
                    <a:pt x="2329655" y="219487"/>
                  </a:lnTo>
                  <a:lnTo>
                    <a:pt x="2328584" y="219091"/>
                  </a:lnTo>
                  <a:lnTo>
                    <a:pt x="2327512" y="218696"/>
                  </a:lnTo>
                  <a:lnTo>
                    <a:pt x="2326440" y="218299"/>
                  </a:lnTo>
                  <a:lnTo>
                    <a:pt x="2325369" y="217902"/>
                  </a:lnTo>
                  <a:lnTo>
                    <a:pt x="2324297" y="217505"/>
                  </a:lnTo>
                  <a:lnTo>
                    <a:pt x="2323226" y="217107"/>
                  </a:lnTo>
                  <a:lnTo>
                    <a:pt x="2322154" y="216709"/>
                  </a:lnTo>
                  <a:lnTo>
                    <a:pt x="2321082" y="216310"/>
                  </a:lnTo>
                  <a:lnTo>
                    <a:pt x="2320011" y="215911"/>
                  </a:lnTo>
                  <a:lnTo>
                    <a:pt x="2318939" y="215511"/>
                  </a:lnTo>
                  <a:lnTo>
                    <a:pt x="2317868" y="215110"/>
                  </a:lnTo>
                  <a:lnTo>
                    <a:pt x="2316796" y="214709"/>
                  </a:lnTo>
                  <a:lnTo>
                    <a:pt x="2315724" y="214308"/>
                  </a:lnTo>
                  <a:lnTo>
                    <a:pt x="2314653" y="213906"/>
                  </a:lnTo>
                  <a:lnTo>
                    <a:pt x="2313581" y="213503"/>
                  </a:lnTo>
                  <a:lnTo>
                    <a:pt x="2312510" y="213100"/>
                  </a:lnTo>
                  <a:lnTo>
                    <a:pt x="2311438" y="212696"/>
                  </a:lnTo>
                  <a:lnTo>
                    <a:pt x="2310366" y="212292"/>
                  </a:lnTo>
                  <a:lnTo>
                    <a:pt x="2309295" y="211887"/>
                  </a:lnTo>
                  <a:lnTo>
                    <a:pt x="2308223" y="211482"/>
                  </a:lnTo>
                  <a:lnTo>
                    <a:pt x="2307152" y="211076"/>
                  </a:lnTo>
                  <a:lnTo>
                    <a:pt x="2306080" y="210669"/>
                  </a:lnTo>
                  <a:lnTo>
                    <a:pt x="2305009" y="210262"/>
                  </a:lnTo>
                  <a:lnTo>
                    <a:pt x="2303937" y="209855"/>
                  </a:lnTo>
                  <a:lnTo>
                    <a:pt x="2302865" y="209447"/>
                  </a:lnTo>
                  <a:lnTo>
                    <a:pt x="2301794" y="209038"/>
                  </a:lnTo>
                  <a:lnTo>
                    <a:pt x="2300722" y="208629"/>
                  </a:lnTo>
                  <a:lnTo>
                    <a:pt x="2299651" y="208219"/>
                  </a:lnTo>
                  <a:lnTo>
                    <a:pt x="2298579" y="207809"/>
                  </a:lnTo>
                  <a:lnTo>
                    <a:pt x="2297507" y="207398"/>
                  </a:lnTo>
                  <a:lnTo>
                    <a:pt x="2296436" y="206987"/>
                  </a:lnTo>
                  <a:lnTo>
                    <a:pt x="2295364" y="206575"/>
                  </a:lnTo>
                  <a:lnTo>
                    <a:pt x="2294293" y="206162"/>
                  </a:lnTo>
                  <a:lnTo>
                    <a:pt x="2293221" y="205749"/>
                  </a:lnTo>
                  <a:lnTo>
                    <a:pt x="2292149" y="205335"/>
                  </a:lnTo>
                  <a:lnTo>
                    <a:pt x="2291078" y="204921"/>
                  </a:lnTo>
                  <a:lnTo>
                    <a:pt x="2290006" y="204506"/>
                  </a:lnTo>
                  <a:lnTo>
                    <a:pt x="2288935" y="204090"/>
                  </a:lnTo>
                  <a:lnTo>
                    <a:pt x="2287863" y="203674"/>
                  </a:lnTo>
                  <a:lnTo>
                    <a:pt x="2286791" y="203258"/>
                  </a:lnTo>
                  <a:lnTo>
                    <a:pt x="2285720" y="202840"/>
                  </a:lnTo>
                  <a:lnTo>
                    <a:pt x="2284648" y="202422"/>
                  </a:lnTo>
                  <a:lnTo>
                    <a:pt x="2283577" y="202004"/>
                  </a:lnTo>
                  <a:lnTo>
                    <a:pt x="2282505" y="201585"/>
                  </a:lnTo>
                  <a:lnTo>
                    <a:pt x="2281433" y="201165"/>
                  </a:lnTo>
                  <a:lnTo>
                    <a:pt x="2280362" y="200745"/>
                  </a:lnTo>
                  <a:lnTo>
                    <a:pt x="2279290" y="200324"/>
                  </a:lnTo>
                  <a:lnTo>
                    <a:pt x="2278219" y="199903"/>
                  </a:lnTo>
                  <a:lnTo>
                    <a:pt x="2277147" y="199481"/>
                  </a:lnTo>
                  <a:lnTo>
                    <a:pt x="2276075" y="199059"/>
                  </a:lnTo>
                  <a:lnTo>
                    <a:pt x="2275004" y="198635"/>
                  </a:lnTo>
                  <a:lnTo>
                    <a:pt x="2273932" y="198212"/>
                  </a:lnTo>
                  <a:lnTo>
                    <a:pt x="2272861" y="197787"/>
                  </a:lnTo>
                  <a:lnTo>
                    <a:pt x="2271789" y="197362"/>
                  </a:lnTo>
                  <a:lnTo>
                    <a:pt x="2270717" y="196936"/>
                  </a:lnTo>
                  <a:lnTo>
                    <a:pt x="2269646" y="196510"/>
                  </a:lnTo>
                  <a:lnTo>
                    <a:pt x="2268574" y="196083"/>
                  </a:lnTo>
                  <a:lnTo>
                    <a:pt x="2267503" y="195656"/>
                  </a:lnTo>
                  <a:lnTo>
                    <a:pt x="2266431" y="195228"/>
                  </a:lnTo>
                  <a:lnTo>
                    <a:pt x="2265359" y="194799"/>
                  </a:lnTo>
                  <a:lnTo>
                    <a:pt x="2264288" y="194370"/>
                  </a:lnTo>
                  <a:lnTo>
                    <a:pt x="2263216" y="193940"/>
                  </a:lnTo>
                  <a:lnTo>
                    <a:pt x="2262145" y="193509"/>
                  </a:lnTo>
                  <a:lnTo>
                    <a:pt x="2261073" y="193078"/>
                  </a:lnTo>
                  <a:lnTo>
                    <a:pt x="2260001" y="192646"/>
                  </a:lnTo>
                  <a:lnTo>
                    <a:pt x="2258930" y="192214"/>
                  </a:lnTo>
                  <a:lnTo>
                    <a:pt x="2257858" y="191781"/>
                  </a:lnTo>
                  <a:lnTo>
                    <a:pt x="2256787" y="191347"/>
                  </a:lnTo>
                  <a:lnTo>
                    <a:pt x="2255715" y="190912"/>
                  </a:lnTo>
                  <a:lnTo>
                    <a:pt x="2254643" y="190477"/>
                  </a:lnTo>
                  <a:lnTo>
                    <a:pt x="2253572" y="190042"/>
                  </a:lnTo>
                  <a:lnTo>
                    <a:pt x="2252500" y="189605"/>
                  </a:lnTo>
                  <a:lnTo>
                    <a:pt x="2251429" y="189168"/>
                  </a:lnTo>
                  <a:lnTo>
                    <a:pt x="2250357" y="188731"/>
                  </a:lnTo>
                  <a:lnTo>
                    <a:pt x="2249285" y="188293"/>
                  </a:lnTo>
                  <a:lnTo>
                    <a:pt x="2248214" y="187854"/>
                  </a:lnTo>
                  <a:lnTo>
                    <a:pt x="2247142" y="187414"/>
                  </a:lnTo>
                  <a:lnTo>
                    <a:pt x="2246071" y="186974"/>
                  </a:lnTo>
                  <a:lnTo>
                    <a:pt x="2244999" y="186533"/>
                  </a:lnTo>
                  <a:lnTo>
                    <a:pt x="2243927" y="186092"/>
                  </a:lnTo>
                  <a:lnTo>
                    <a:pt x="2242856" y="185650"/>
                  </a:lnTo>
                  <a:lnTo>
                    <a:pt x="2241784" y="185207"/>
                  </a:lnTo>
                  <a:lnTo>
                    <a:pt x="2240713" y="184763"/>
                  </a:lnTo>
                  <a:lnTo>
                    <a:pt x="2239641" y="184319"/>
                  </a:lnTo>
                  <a:lnTo>
                    <a:pt x="2238569" y="183874"/>
                  </a:lnTo>
                  <a:lnTo>
                    <a:pt x="2237498" y="183429"/>
                  </a:lnTo>
                  <a:lnTo>
                    <a:pt x="2236426" y="182983"/>
                  </a:lnTo>
                  <a:lnTo>
                    <a:pt x="2235355" y="182536"/>
                  </a:lnTo>
                  <a:lnTo>
                    <a:pt x="2234283" y="182089"/>
                  </a:lnTo>
                  <a:lnTo>
                    <a:pt x="2233211" y="181641"/>
                  </a:lnTo>
                  <a:lnTo>
                    <a:pt x="2232140" y="181192"/>
                  </a:lnTo>
                  <a:lnTo>
                    <a:pt x="2231068" y="180742"/>
                  </a:lnTo>
                  <a:lnTo>
                    <a:pt x="2229997" y="180292"/>
                  </a:lnTo>
                  <a:lnTo>
                    <a:pt x="2228925" y="179841"/>
                  </a:lnTo>
                  <a:lnTo>
                    <a:pt x="2227853" y="179390"/>
                  </a:lnTo>
                  <a:lnTo>
                    <a:pt x="2226782" y="178938"/>
                  </a:lnTo>
                  <a:lnTo>
                    <a:pt x="2225710" y="178485"/>
                  </a:lnTo>
                  <a:lnTo>
                    <a:pt x="2224639" y="178031"/>
                  </a:lnTo>
                  <a:lnTo>
                    <a:pt x="2223567" y="177577"/>
                  </a:lnTo>
                  <a:lnTo>
                    <a:pt x="2222495" y="177122"/>
                  </a:lnTo>
                  <a:lnTo>
                    <a:pt x="2221424" y="176667"/>
                  </a:lnTo>
                  <a:lnTo>
                    <a:pt x="2220352" y="176210"/>
                  </a:lnTo>
                  <a:lnTo>
                    <a:pt x="2219281" y="175753"/>
                  </a:lnTo>
                  <a:lnTo>
                    <a:pt x="2218209" y="175296"/>
                  </a:lnTo>
                  <a:lnTo>
                    <a:pt x="2217137" y="174837"/>
                  </a:lnTo>
                  <a:lnTo>
                    <a:pt x="2216066" y="174378"/>
                  </a:lnTo>
                  <a:lnTo>
                    <a:pt x="2214994" y="173918"/>
                  </a:lnTo>
                  <a:lnTo>
                    <a:pt x="2213923" y="173458"/>
                  </a:lnTo>
                  <a:lnTo>
                    <a:pt x="2212851" y="172997"/>
                  </a:lnTo>
                  <a:lnTo>
                    <a:pt x="2211779" y="172535"/>
                  </a:lnTo>
                  <a:lnTo>
                    <a:pt x="2210708" y="172072"/>
                  </a:lnTo>
                  <a:lnTo>
                    <a:pt x="2209636" y="171609"/>
                  </a:lnTo>
                  <a:lnTo>
                    <a:pt x="2208565" y="171145"/>
                  </a:lnTo>
                  <a:lnTo>
                    <a:pt x="2207493" y="170680"/>
                  </a:lnTo>
                  <a:lnTo>
                    <a:pt x="2206421" y="170215"/>
                  </a:lnTo>
                  <a:lnTo>
                    <a:pt x="2205350" y="169749"/>
                  </a:lnTo>
                  <a:lnTo>
                    <a:pt x="2204278" y="169282"/>
                  </a:lnTo>
                  <a:lnTo>
                    <a:pt x="2203207" y="168814"/>
                  </a:lnTo>
                  <a:lnTo>
                    <a:pt x="2202135" y="168346"/>
                  </a:lnTo>
                  <a:lnTo>
                    <a:pt x="2201063" y="167877"/>
                  </a:lnTo>
                  <a:lnTo>
                    <a:pt x="2199992" y="167408"/>
                  </a:lnTo>
                  <a:lnTo>
                    <a:pt x="2198920" y="166937"/>
                  </a:lnTo>
                  <a:lnTo>
                    <a:pt x="2197849" y="166466"/>
                  </a:lnTo>
                  <a:lnTo>
                    <a:pt x="2196777" y="165994"/>
                  </a:lnTo>
                  <a:lnTo>
                    <a:pt x="2195705" y="165522"/>
                  </a:lnTo>
                  <a:lnTo>
                    <a:pt x="2194634" y="165048"/>
                  </a:lnTo>
                  <a:lnTo>
                    <a:pt x="2193562" y="164574"/>
                  </a:lnTo>
                  <a:lnTo>
                    <a:pt x="2192491" y="164100"/>
                  </a:lnTo>
                  <a:lnTo>
                    <a:pt x="2191419" y="163624"/>
                  </a:lnTo>
                  <a:lnTo>
                    <a:pt x="2190347" y="163148"/>
                  </a:lnTo>
                  <a:lnTo>
                    <a:pt x="2189276" y="162671"/>
                  </a:lnTo>
                  <a:lnTo>
                    <a:pt x="2188204" y="162193"/>
                  </a:lnTo>
                  <a:lnTo>
                    <a:pt x="2187133" y="161715"/>
                  </a:lnTo>
                  <a:lnTo>
                    <a:pt x="2186061" y="161236"/>
                  </a:lnTo>
                  <a:lnTo>
                    <a:pt x="2184989" y="160756"/>
                  </a:lnTo>
                  <a:lnTo>
                    <a:pt x="2183918" y="160275"/>
                  </a:lnTo>
                  <a:lnTo>
                    <a:pt x="2182846" y="159794"/>
                  </a:lnTo>
                  <a:lnTo>
                    <a:pt x="2181775" y="159312"/>
                  </a:lnTo>
                  <a:lnTo>
                    <a:pt x="2180703" y="158829"/>
                  </a:lnTo>
                  <a:lnTo>
                    <a:pt x="2179631" y="158346"/>
                  </a:lnTo>
                  <a:lnTo>
                    <a:pt x="2178560" y="157861"/>
                  </a:lnTo>
                  <a:lnTo>
                    <a:pt x="2177488" y="157376"/>
                  </a:lnTo>
                  <a:lnTo>
                    <a:pt x="2176417" y="156890"/>
                  </a:lnTo>
                  <a:lnTo>
                    <a:pt x="2175345" y="156404"/>
                  </a:lnTo>
                  <a:lnTo>
                    <a:pt x="2174273" y="155917"/>
                  </a:lnTo>
                  <a:lnTo>
                    <a:pt x="2173202" y="155429"/>
                  </a:lnTo>
                  <a:lnTo>
                    <a:pt x="2172130" y="154940"/>
                  </a:lnTo>
                  <a:lnTo>
                    <a:pt x="2171059" y="154450"/>
                  </a:lnTo>
                  <a:lnTo>
                    <a:pt x="2169987" y="153960"/>
                  </a:lnTo>
                  <a:lnTo>
                    <a:pt x="2168915" y="153469"/>
                  </a:lnTo>
                  <a:lnTo>
                    <a:pt x="2167844" y="152977"/>
                  </a:lnTo>
                  <a:lnTo>
                    <a:pt x="2166772" y="152485"/>
                  </a:lnTo>
                  <a:lnTo>
                    <a:pt x="2165701" y="151991"/>
                  </a:lnTo>
                  <a:lnTo>
                    <a:pt x="2164629" y="151497"/>
                  </a:lnTo>
                  <a:lnTo>
                    <a:pt x="2163557" y="151003"/>
                  </a:lnTo>
                  <a:lnTo>
                    <a:pt x="2162486" y="150507"/>
                  </a:lnTo>
                  <a:lnTo>
                    <a:pt x="2161414" y="150011"/>
                  </a:lnTo>
                  <a:lnTo>
                    <a:pt x="2160343" y="149514"/>
                  </a:lnTo>
                  <a:lnTo>
                    <a:pt x="2159271" y="149016"/>
                  </a:lnTo>
                  <a:lnTo>
                    <a:pt x="2158199" y="148517"/>
                  </a:lnTo>
                  <a:lnTo>
                    <a:pt x="2157128" y="148018"/>
                  </a:lnTo>
                  <a:lnTo>
                    <a:pt x="2156056" y="147518"/>
                  </a:lnTo>
                  <a:lnTo>
                    <a:pt x="2154985" y="147017"/>
                  </a:lnTo>
                  <a:lnTo>
                    <a:pt x="2153913" y="146515"/>
                  </a:lnTo>
                  <a:lnTo>
                    <a:pt x="2152841" y="146013"/>
                  </a:lnTo>
                  <a:lnTo>
                    <a:pt x="2151770" y="145510"/>
                  </a:lnTo>
                  <a:lnTo>
                    <a:pt x="2150698" y="145006"/>
                  </a:lnTo>
                  <a:lnTo>
                    <a:pt x="2149627" y="144501"/>
                  </a:lnTo>
                  <a:lnTo>
                    <a:pt x="2148555" y="143995"/>
                  </a:lnTo>
                  <a:lnTo>
                    <a:pt x="2147483" y="143489"/>
                  </a:lnTo>
                  <a:lnTo>
                    <a:pt x="2146412" y="142982"/>
                  </a:lnTo>
                  <a:lnTo>
                    <a:pt x="2145340" y="142474"/>
                  </a:lnTo>
                  <a:lnTo>
                    <a:pt x="2144269" y="141966"/>
                  </a:lnTo>
                  <a:lnTo>
                    <a:pt x="2143197" y="141457"/>
                  </a:lnTo>
                  <a:lnTo>
                    <a:pt x="2142125" y="140946"/>
                  </a:lnTo>
                  <a:lnTo>
                    <a:pt x="2141054" y="140436"/>
                  </a:lnTo>
                  <a:lnTo>
                    <a:pt x="2139982" y="139924"/>
                  </a:lnTo>
                  <a:lnTo>
                    <a:pt x="2138911" y="139411"/>
                  </a:lnTo>
                  <a:lnTo>
                    <a:pt x="2137839" y="138898"/>
                  </a:lnTo>
                  <a:lnTo>
                    <a:pt x="2136767" y="138384"/>
                  </a:lnTo>
                  <a:lnTo>
                    <a:pt x="2135696" y="137870"/>
                  </a:lnTo>
                  <a:lnTo>
                    <a:pt x="2134624" y="137354"/>
                  </a:lnTo>
                  <a:lnTo>
                    <a:pt x="2133553" y="136838"/>
                  </a:lnTo>
                  <a:lnTo>
                    <a:pt x="2132481" y="136321"/>
                  </a:lnTo>
                  <a:lnTo>
                    <a:pt x="2131409" y="135804"/>
                  </a:lnTo>
                  <a:lnTo>
                    <a:pt x="2130338" y="135286"/>
                  </a:lnTo>
                  <a:lnTo>
                    <a:pt x="2129266" y="134767"/>
                  </a:lnTo>
                  <a:lnTo>
                    <a:pt x="2128195" y="134247"/>
                  </a:lnTo>
                  <a:lnTo>
                    <a:pt x="2127123" y="133727"/>
                  </a:lnTo>
                  <a:lnTo>
                    <a:pt x="2126052" y="133206"/>
                  </a:lnTo>
                  <a:lnTo>
                    <a:pt x="2124980" y="132685"/>
                  </a:lnTo>
                  <a:lnTo>
                    <a:pt x="2123908" y="132163"/>
                  </a:lnTo>
                  <a:lnTo>
                    <a:pt x="2122837" y="131640"/>
                  </a:lnTo>
                  <a:lnTo>
                    <a:pt x="2121765" y="131117"/>
                  </a:lnTo>
                  <a:lnTo>
                    <a:pt x="2120694" y="130593"/>
                  </a:lnTo>
                  <a:lnTo>
                    <a:pt x="2119622" y="130069"/>
                  </a:lnTo>
                  <a:lnTo>
                    <a:pt x="2118550" y="129544"/>
                  </a:lnTo>
                  <a:lnTo>
                    <a:pt x="2117479" y="129018"/>
                  </a:lnTo>
                  <a:lnTo>
                    <a:pt x="2116407" y="128492"/>
                  </a:lnTo>
                  <a:lnTo>
                    <a:pt x="2115336" y="127966"/>
                  </a:lnTo>
                  <a:lnTo>
                    <a:pt x="2114264" y="127439"/>
                  </a:lnTo>
                  <a:lnTo>
                    <a:pt x="2113192" y="126911"/>
                  </a:lnTo>
                  <a:lnTo>
                    <a:pt x="2112121" y="126383"/>
                  </a:lnTo>
                  <a:lnTo>
                    <a:pt x="2111049" y="125855"/>
                  </a:lnTo>
                  <a:lnTo>
                    <a:pt x="2109978" y="125326"/>
                  </a:lnTo>
                  <a:lnTo>
                    <a:pt x="2108906" y="124796"/>
                  </a:lnTo>
                  <a:lnTo>
                    <a:pt x="2107834" y="124267"/>
                  </a:lnTo>
                  <a:lnTo>
                    <a:pt x="2106763" y="123736"/>
                  </a:lnTo>
                  <a:lnTo>
                    <a:pt x="2105691" y="123206"/>
                  </a:lnTo>
                  <a:lnTo>
                    <a:pt x="2104620" y="122675"/>
                  </a:lnTo>
                  <a:lnTo>
                    <a:pt x="2103548" y="122143"/>
                  </a:lnTo>
                  <a:lnTo>
                    <a:pt x="2102476" y="121611"/>
                  </a:lnTo>
                  <a:lnTo>
                    <a:pt x="2101405" y="121079"/>
                  </a:lnTo>
                  <a:lnTo>
                    <a:pt x="2100333" y="120547"/>
                  </a:lnTo>
                  <a:lnTo>
                    <a:pt x="2099262" y="120014"/>
                  </a:lnTo>
                  <a:lnTo>
                    <a:pt x="2098190" y="119481"/>
                  </a:lnTo>
                  <a:lnTo>
                    <a:pt x="2097118" y="118947"/>
                  </a:lnTo>
                  <a:lnTo>
                    <a:pt x="2096047" y="118414"/>
                  </a:lnTo>
                  <a:lnTo>
                    <a:pt x="2094975" y="117879"/>
                  </a:lnTo>
                  <a:lnTo>
                    <a:pt x="2093904" y="117345"/>
                  </a:lnTo>
                  <a:lnTo>
                    <a:pt x="2092832" y="116811"/>
                  </a:lnTo>
                  <a:lnTo>
                    <a:pt x="2091760" y="116276"/>
                  </a:lnTo>
                  <a:lnTo>
                    <a:pt x="2090689" y="115741"/>
                  </a:lnTo>
                  <a:lnTo>
                    <a:pt x="2089617" y="115205"/>
                  </a:lnTo>
                  <a:lnTo>
                    <a:pt x="2088546" y="114670"/>
                  </a:lnTo>
                  <a:lnTo>
                    <a:pt x="2087474" y="114134"/>
                  </a:lnTo>
                  <a:lnTo>
                    <a:pt x="2086402" y="113598"/>
                  </a:lnTo>
                  <a:lnTo>
                    <a:pt x="2085331" y="113062"/>
                  </a:lnTo>
                  <a:lnTo>
                    <a:pt x="2084259" y="112526"/>
                  </a:lnTo>
                  <a:lnTo>
                    <a:pt x="2083188" y="111989"/>
                  </a:lnTo>
                  <a:lnTo>
                    <a:pt x="2082116" y="111453"/>
                  </a:lnTo>
                  <a:lnTo>
                    <a:pt x="2081044" y="110916"/>
                  </a:lnTo>
                  <a:lnTo>
                    <a:pt x="2079973" y="110379"/>
                  </a:lnTo>
                  <a:lnTo>
                    <a:pt x="2078901" y="109842"/>
                  </a:lnTo>
                  <a:lnTo>
                    <a:pt x="2077830" y="109305"/>
                  </a:lnTo>
                  <a:lnTo>
                    <a:pt x="2076758" y="108768"/>
                  </a:lnTo>
                  <a:lnTo>
                    <a:pt x="2075686" y="108231"/>
                  </a:lnTo>
                  <a:lnTo>
                    <a:pt x="2074615" y="107694"/>
                  </a:lnTo>
                  <a:lnTo>
                    <a:pt x="2073543" y="107157"/>
                  </a:lnTo>
                  <a:lnTo>
                    <a:pt x="2072472" y="106619"/>
                  </a:lnTo>
                  <a:lnTo>
                    <a:pt x="2071400" y="106082"/>
                  </a:lnTo>
                  <a:lnTo>
                    <a:pt x="2070328" y="105545"/>
                  </a:lnTo>
                  <a:lnTo>
                    <a:pt x="2069257" y="105008"/>
                  </a:lnTo>
                  <a:lnTo>
                    <a:pt x="2068185" y="104470"/>
                  </a:lnTo>
                  <a:lnTo>
                    <a:pt x="2067114" y="103933"/>
                  </a:lnTo>
                  <a:lnTo>
                    <a:pt x="2066042" y="103396"/>
                  </a:lnTo>
                  <a:lnTo>
                    <a:pt x="2064970" y="102859"/>
                  </a:lnTo>
                  <a:lnTo>
                    <a:pt x="2063899" y="102322"/>
                  </a:lnTo>
                  <a:lnTo>
                    <a:pt x="2062827" y="101785"/>
                  </a:lnTo>
                  <a:lnTo>
                    <a:pt x="2061756" y="101248"/>
                  </a:lnTo>
                  <a:lnTo>
                    <a:pt x="2060684" y="100712"/>
                  </a:lnTo>
                  <a:lnTo>
                    <a:pt x="2059612" y="100175"/>
                  </a:lnTo>
                  <a:lnTo>
                    <a:pt x="2058541" y="99639"/>
                  </a:lnTo>
                  <a:lnTo>
                    <a:pt x="2057469" y="99102"/>
                  </a:lnTo>
                  <a:lnTo>
                    <a:pt x="2056398" y="98566"/>
                  </a:lnTo>
                  <a:lnTo>
                    <a:pt x="2055326" y="98030"/>
                  </a:lnTo>
                  <a:lnTo>
                    <a:pt x="2054254" y="97494"/>
                  </a:lnTo>
                  <a:lnTo>
                    <a:pt x="2053183" y="96959"/>
                  </a:lnTo>
                  <a:lnTo>
                    <a:pt x="2052111" y="96424"/>
                  </a:lnTo>
                  <a:lnTo>
                    <a:pt x="2051040" y="95888"/>
                  </a:lnTo>
                  <a:lnTo>
                    <a:pt x="2049968" y="95354"/>
                  </a:lnTo>
                  <a:lnTo>
                    <a:pt x="2048896" y="94819"/>
                  </a:lnTo>
                  <a:lnTo>
                    <a:pt x="2047825" y="94285"/>
                  </a:lnTo>
                  <a:lnTo>
                    <a:pt x="2046753" y="93751"/>
                  </a:lnTo>
                  <a:lnTo>
                    <a:pt x="2045682" y="93217"/>
                  </a:lnTo>
                  <a:lnTo>
                    <a:pt x="2044610" y="92683"/>
                  </a:lnTo>
                  <a:lnTo>
                    <a:pt x="2043538" y="92150"/>
                  </a:lnTo>
                  <a:lnTo>
                    <a:pt x="2042467" y="91617"/>
                  </a:lnTo>
                  <a:lnTo>
                    <a:pt x="2041395" y="91085"/>
                  </a:lnTo>
                  <a:lnTo>
                    <a:pt x="2040324" y="90553"/>
                  </a:lnTo>
                  <a:lnTo>
                    <a:pt x="2039252" y="90021"/>
                  </a:lnTo>
                  <a:lnTo>
                    <a:pt x="2038180" y="89490"/>
                  </a:lnTo>
                  <a:lnTo>
                    <a:pt x="2037109" y="88959"/>
                  </a:lnTo>
                  <a:lnTo>
                    <a:pt x="2036037" y="88428"/>
                  </a:lnTo>
                  <a:lnTo>
                    <a:pt x="2034966" y="87898"/>
                  </a:lnTo>
                  <a:lnTo>
                    <a:pt x="2033894" y="87368"/>
                  </a:lnTo>
                  <a:lnTo>
                    <a:pt x="2032822" y="86839"/>
                  </a:lnTo>
                  <a:lnTo>
                    <a:pt x="2031751" y="86311"/>
                  </a:lnTo>
                  <a:lnTo>
                    <a:pt x="2030679" y="85782"/>
                  </a:lnTo>
                  <a:lnTo>
                    <a:pt x="2029608" y="85254"/>
                  </a:lnTo>
                  <a:lnTo>
                    <a:pt x="2028536" y="84727"/>
                  </a:lnTo>
                  <a:lnTo>
                    <a:pt x="2027464" y="84200"/>
                  </a:lnTo>
                  <a:lnTo>
                    <a:pt x="2026393" y="83674"/>
                  </a:lnTo>
                  <a:lnTo>
                    <a:pt x="2025321" y="83149"/>
                  </a:lnTo>
                  <a:lnTo>
                    <a:pt x="2024250" y="82623"/>
                  </a:lnTo>
                  <a:lnTo>
                    <a:pt x="2023178" y="82099"/>
                  </a:lnTo>
                  <a:lnTo>
                    <a:pt x="2022106" y="81575"/>
                  </a:lnTo>
                  <a:lnTo>
                    <a:pt x="2021035" y="81051"/>
                  </a:lnTo>
                  <a:lnTo>
                    <a:pt x="2019963" y="80529"/>
                  </a:lnTo>
                  <a:lnTo>
                    <a:pt x="2018892" y="80007"/>
                  </a:lnTo>
                  <a:lnTo>
                    <a:pt x="2017820" y="79485"/>
                  </a:lnTo>
                  <a:lnTo>
                    <a:pt x="2016748" y="78964"/>
                  </a:lnTo>
                  <a:lnTo>
                    <a:pt x="2015677" y="78444"/>
                  </a:lnTo>
                  <a:lnTo>
                    <a:pt x="2014605" y="77924"/>
                  </a:lnTo>
                  <a:lnTo>
                    <a:pt x="2013534" y="77406"/>
                  </a:lnTo>
                  <a:lnTo>
                    <a:pt x="2012462" y="76887"/>
                  </a:lnTo>
                  <a:lnTo>
                    <a:pt x="2011390" y="76370"/>
                  </a:lnTo>
                  <a:lnTo>
                    <a:pt x="2010319" y="75853"/>
                  </a:lnTo>
                  <a:lnTo>
                    <a:pt x="2009247" y="75337"/>
                  </a:lnTo>
                  <a:lnTo>
                    <a:pt x="2008176" y="74822"/>
                  </a:lnTo>
                  <a:lnTo>
                    <a:pt x="2007104" y="74308"/>
                  </a:lnTo>
                  <a:lnTo>
                    <a:pt x="2006032" y="73794"/>
                  </a:lnTo>
                  <a:lnTo>
                    <a:pt x="2004961" y="73281"/>
                  </a:lnTo>
                  <a:lnTo>
                    <a:pt x="2003889" y="72769"/>
                  </a:lnTo>
                  <a:lnTo>
                    <a:pt x="2002818" y="72258"/>
                  </a:lnTo>
                  <a:lnTo>
                    <a:pt x="2001746" y="71748"/>
                  </a:lnTo>
                  <a:lnTo>
                    <a:pt x="2000674" y="71238"/>
                  </a:lnTo>
                  <a:lnTo>
                    <a:pt x="1999603" y="70729"/>
                  </a:lnTo>
                  <a:lnTo>
                    <a:pt x="1998531" y="70222"/>
                  </a:lnTo>
                  <a:lnTo>
                    <a:pt x="1997460" y="69715"/>
                  </a:lnTo>
                  <a:lnTo>
                    <a:pt x="1996388" y="69209"/>
                  </a:lnTo>
                  <a:lnTo>
                    <a:pt x="1995316" y="68704"/>
                  </a:lnTo>
                  <a:lnTo>
                    <a:pt x="1994245" y="68200"/>
                  </a:lnTo>
                  <a:lnTo>
                    <a:pt x="1993173" y="67696"/>
                  </a:lnTo>
                  <a:lnTo>
                    <a:pt x="1992102" y="67194"/>
                  </a:lnTo>
                  <a:lnTo>
                    <a:pt x="1991030" y="66693"/>
                  </a:lnTo>
                  <a:lnTo>
                    <a:pt x="1989958" y="66193"/>
                  </a:lnTo>
                  <a:lnTo>
                    <a:pt x="1988887" y="65693"/>
                  </a:lnTo>
                  <a:lnTo>
                    <a:pt x="1987815" y="65195"/>
                  </a:lnTo>
                  <a:lnTo>
                    <a:pt x="1986744" y="64698"/>
                  </a:lnTo>
                  <a:lnTo>
                    <a:pt x="1985672" y="64201"/>
                  </a:lnTo>
                  <a:lnTo>
                    <a:pt x="1984600" y="63706"/>
                  </a:lnTo>
                  <a:lnTo>
                    <a:pt x="1983529" y="63212"/>
                  </a:lnTo>
                  <a:lnTo>
                    <a:pt x="1982457" y="62719"/>
                  </a:lnTo>
                  <a:lnTo>
                    <a:pt x="1981386" y="62227"/>
                  </a:lnTo>
                  <a:lnTo>
                    <a:pt x="1980314" y="61736"/>
                  </a:lnTo>
                  <a:lnTo>
                    <a:pt x="1979242" y="61247"/>
                  </a:lnTo>
                  <a:lnTo>
                    <a:pt x="1978171" y="60758"/>
                  </a:lnTo>
                  <a:lnTo>
                    <a:pt x="1977099" y="60270"/>
                  </a:lnTo>
                  <a:lnTo>
                    <a:pt x="1976028" y="59784"/>
                  </a:lnTo>
                  <a:lnTo>
                    <a:pt x="1974956" y="59299"/>
                  </a:lnTo>
                  <a:lnTo>
                    <a:pt x="1973884" y="58815"/>
                  </a:lnTo>
                  <a:lnTo>
                    <a:pt x="1972813" y="58332"/>
                  </a:lnTo>
                  <a:lnTo>
                    <a:pt x="1971741" y="57851"/>
                  </a:lnTo>
                  <a:lnTo>
                    <a:pt x="1970670" y="57370"/>
                  </a:lnTo>
                  <a:lnTo>
                    <a:pt x="1969598" y="56891"/>
                  </a:lnTo>
                  <a:lnTo>
                    <a:pt x="1968526" y="56413"/>
                  </a:lnTo>
                  <a:lnTo>
                    <a:pt x="1967455" y="55937"/>
                  </a:lnTo>
                  <a:lnTo>
                    <a:pt x="1966383" y="55462"/>
                  </a:lnTo>
                  <a:lnTo>
                    <a:pt x="1965312" y="54988"/>
                  </a:lnTo>
                  <a:lnTo>
                    <a:pt x="1964240" y="54515"/>
                  </a:lnTo>
                  <a:lnTo>
                    <a:pt x="1963168" y="54043"/>
                  </a:lnTo>
                  <a:lnTo>
                    <a:pt x="1962097" y="53573"/>
                  </a:lnTo>
                  <a:lnTo>
                    <a:pt x="1961025" y="53105"/>
                  </a:lnTo>
                  <a:lnTo>
                    <a:pt x="1959954" y="52637"/>
                  </a:lnTo>
                  <a:lnTo>
                    <a:pt x="1958882" y="52171"/>
                  </a:lnTo>
                  <a:lnTo>
                    <a:pt x="1957810" y="51707"/>
                  </a:lnTo>
                  <a:lnTo>
                    <a:pt x="1956739" y="51243"/>
                  </a:lnTo>
                  <a:lnTo>
                    <a:pt x="1955667" y="50781"/>
                  </a:lnTo>
                  <a:lnTo>
                    <a:pt x="1954596" y="50321"/>
                  </a:lnTo>
                  <a:lnTo>
                    <a:pt x="1953524" y="49862"/>
                  </a:lnTo>
                  <a:lnTo>
                    <a:pt x="1952453" y="49405"/>
                  </a:lnTo>
                  <a:lnTo>
                    <a:pt x="1951381" y="48948"/>
                  </a:lnTo>
                  <a:lnTo>
                    <a:pt x="1950309" y="48494"/>
                  </a:lnTo>
                  <a:lnTo>
                    <a:pt x="1949238" y="48041"/>
                  </a:lnTo>
                  <a:lnTo>
                    <a:pt x="1948166" y="47589"/>
                  </a:lnTo>
                  <a:lnTo>
                    <a:pt x="1947095" y="47139"/>
                  </a:lnTo>
                  <a:lnTo>
                    <a:pt x="1946023" y="46690"/>
                  </a:lnTo>
                  <a:lnTo>
                    <a:pt x="1944951" y="46243"/>
                  </a:lnTo>
                  <a:lnTo>
                    <a:pt x="1943880" y="45798"/>
                  </a:lnTo>
                  <a:lnTo>
                    <a:pt x="1942808" y="45354"/>
                  </a:lnTo>
                  <a:lnTo>
                    <a:pt x="1941737" y="44912"/>
                  </a:lnTo>
                  <a:lnTo>
                    <a:pt x="1940665" y="44471"/>
                  </a:lnTo>
                  <a:lnTo>
                    <a:pt x="1939593" y="44032"/>
                  </a:lnTo>
                  <a:lnTo>
                    <a:pt x="1938522" y="43594"/>
                  </a:lnTo>
                  <a:lnTo>
                    <a:pt x="1937450" y="43158"/>
                  </a:lnTo>
                  <a:lnTo>
                    <a:pt x="1936379" y="42724"/>
                  </a:lnTo>
                  <a:lnTo>
                    <a:pt x="1935307" y="42291"/>
                  </a:lnTo>
                  <a:lnTo>
                    <a:pt x="1934235" y="41860"/>
                  </a:lnTo>
                  <a:lnTo>
                    <a:pt x="1933164" y="41431"/>
                  </a:lnTo>
                  <a:lnTo>
                    <a:pt x="1932092" y="41003"/>
                  </a:lnTo>
                  <a:lnTo>
                    <a:pt x="1931021" y="40577"/>
                  </a:lnTo>
                  <a:lnTo>
                    <a:pt x="1929949" y="40153"/>
                  </a:lnTo>
                  <a:lnTo>
                    <a:pt x="1928877" y="39731"/>
                  </a:lnTo>
                  <a:lnTo>
                    <a:pt x="1927806" y="39310"/>
                  </a:lnTo>
                  <a:lnTo>
                    <a:pt x="1926734" y="38891"/>
                  </a:lnTo>
                  <a:lnTo>
                    <a:pt x="1925663" y="38474"/>
                  </a:lnTo>
                  <a:lnTo>
                    <a:pt x="1924591" y="38058"/>
                  </a:lnTo>
                  <a:lnTo>
                    <a:pt x="1923519" y="37644"/>
                  </a:lnTo>
                  <a:lnTo>
                    <a:pt x="1922448" y="37232"/>
                  </a:lnTo>
                  <a:lnTo>
                    <a:pt x="1921376" y="36822"/>
                  </a:lnTo>
                  <a:lnTo>
                    <a:pt x="1920305" y="36414"/>
                  </a:lnTo>
                  <a:lnTo>
                    <a:pt x="1919233" y="36008"/>
                  </a:lnTo>
                  <a:lnTo>
                    <a:pt x="1918161" y="35603"/>
                  </a:lnTo>
                  <a:lnTo>
                    <a:pt x="1917090" y="35200"/>
                  </a:lnTo>
                  <a:lnTo>
                    <a:pt x="1916018" y="34800"/>
                  </a:lnTo>
                  <a:lnTo>
                    <a:pt x="1914947" y="34401"/>
                  </a:lnTo>
                  <a:lnTo>
                    <a:pt x="1913875" y="34004"/>
                  </a:lnTo>
                  <a:lnTo>
                    <a:pt x="1912803" y="33608"/>
                  </a:lnTo>
                  <a:lnTo>
                    <a:pt x="1911732" y="33215"/>
                  </a:lnTo>
                  <a:lnTo>
                    <a:pt x="1910660" y="32824"/>
                  </a:lnTo>
                  <a:lnTo>
                    <a:pt x="1909589" y="32435"/>
                  </a:lnTo>
                  <a:lnTo>
                    <a:pt x="1908517" y="32047"/>
                  </a:lnTo>
                  <a:lnTo>
                    <a:pt x="1907445" y="31662"/>
                  </a:lnTo>
                  <a:lnTo>
                    <a:pt x="1906374" y="31278"/>
                  </a:lnTo>
                  <a:lnTo>
                    <a:pt x="1905302" y="30897"/>
                  </a:lnTo>
                  <a:lnTo>
                    <a:pt x="1904231" y="30517"/>
                  </a:lnTo>
                  <a:lnTo>
                    <a:pt x="1903159" y="30140"/>
                  </a:lnTo>
                  <a:lnTo>
                    <a:pt x="1902087" y="29764"/>
                  </a:lnTo>
                  <a:lnTo>
                    <a:pt x="1901016" y="29391"/>
                  </a:lnTo>
                  <a:lnTo>
                    <a:pt x="1899944" y="29019"/>
                  </a:lnTo>
                  <a:lnTo>
                    <a:pt x="1898873" y="28650"/>
                  </a:lnTo>
                  <a:lnTo>
                    <a:pt x="1897801" y="28283"/>
                  </a:lnTo>
                  <a:lnTo>
                    <a:pt x="1896729" y="27918"/>
                  </a:lnTo>
                  <a:lnTo>
                    <a:pt x="1895658" y="27554"/>
                  </a:lnTo>
                  <a:lnTo>
                    <a:pt x="1894586" y="27193"/>
                  </a:lnTo>
                  <a:lnTo>
                    <a:pt x="1893515" y="26834"/>
                  </a:lnTo>
                  <a:lnTo>
                    <a:pt x="1892443" y="26478"/>
                  </a:lnTo>
                  <a:lnTo>
                    <a:pt x="1891371" y="26123"/>
                  </a:lnTo>
                  <a:lnTo>
                    <a:pt x="1890300" y="25770"/>
                  </a:lnTo>
                  <a:lnTo>
                    <a:pt x="1889228" y="25420"/>
                  </a:lnTo>
                  <a:lnTo>
                    <a:pt x="1888157" y="25072"/>
                  </a:lnTo>
                  <a:lnTo>
                    <a:pt x="1887085" y="24726"/>
                  </a:lnTo>
                  <a:lnTo>
                    <a:pt x="1886013" y="24382"/>
                  </a:lnTo>
                  <a:lnTo>
                    <a:pt x="1884942" y="24040"/>
                  </a:lnTo>
                  <a:lnTo>
                    <a:pt x="1883870" y="23701"/>
                  </a:lnTo>
                  <a:lnTo>
                    <a:pt x="1882799" y="23363"/>
                  </a:lnTo>
                  <a:lnTo>
                    <a:pt x="1881727" y="23028"/>
                  </a:lnTo>
                  <a:lnTo>
                    <a:pt x="1880655" y="22695"/>
                  </a:lnTo>
                  <a:lnTo>
                    <a:pt x="1879584" y="22365"/>
                  </a:lnTo>
                  <a:lnTo>
                    <a:pt x="1878512" y="22036"/>
                  </a:lnTo>
                  <a:lnTo>
                    <a:pt x="1877441" y="21710"/>
                  </a:lnTo>
                  <a:lnTo>
                    <a:pt x="1876369" y="21386"/>
                  </a:lnTo>
                  <a:lnTo>
                    <a:pt x="1875297" y="21065"/>
                  </a:lnTo>
                  <a:lnTo>
                    <a:pt x="1874226" y="20745"/>
                  </a:lnTo>
                  <a:lnTo>
                    <a:pt x="1873154" y="20428"/>
                  </a:lnTo>
                  <a:lnTo>
                    <a:pt x="1872083" y="20114"/>
                  </a:lnTo>
                  <a:lnTo>
                    <a:pt x="1871011" y="19801"/>
                  </a:lnTo>
                  <a:lnTo>
                    <a:pt x="1869939" y="19491"/>
                  </a:lnTo>
                  <a:lnTo>
                    <a:pt x="1868868" y="19183"/>
                  </a:lnTo>
                  <a:lnTo>
                    <a:pt x="1867796" y="18878"/>
                  </a:lnTo>
                  <a:lnTo>
                    <a:pt x="1866725" y="18575"/>
                  </a:lnTo>
                  <a:lnTo>
                    <a:pt x="1865653" y="18274"/>
                  </a:lnTo>
                  <a:lnTo>
                    <a:pt x="1864581" y="17976"/>
                  </a:lnTo>
                  <a:lnTo>
                    <a:pt x="1863510" y="17680"/>
                  </a:lnTo>
                  <a:lnTo>
                    <a:pt x="1862438" y="17386"/>
                  </a:lnTo>
                  <a:lnTo>
                    <a:pt x="1861367" y="17095"/>
                  </a:lnTo>
                  <a:lnTo>
                    <a:pt x="1860295" y="16806"/>
                  </a:lnTo>
                  <a:lnTo>
                    <a:pt x="1859223" y="16519"/>
                  </a:lnTo>
                  <a:lnTo>
                    <a:pt x="1858152" y="16235"/>
                  </a:lnTo>
                  <a:lnTo>
                    <a:pt x="1857080" y="15954"/>
                  </a:lnTo>
                  <a:lnTo>
                    <a:pt x="1856009" y="15674"/>
                  </a:lnTo>
                  <a:lnTo>
                    <a:pt x="1854937" y="15398"/>
                  </a:lnTo>
                  <a:lnTo>
                    <a:pt x="1853865" y="15123"/>
                  </a:lnTo>
                  <a:lnTo>
                    <a:pt x="1852794" y="14851"/>
                  </a:lnTo>
                  <a:lnTo>
                    <a:pt x="1851722" y="14582"/>
                  </a:lnTo>
                  <a:lnTo>
                    <a:pt x="1850651" y="14315"/>
                  </a:lnTo>
                  <a:lnTo>
                    <a:pt x="1849579" y="14050"/>
                  </a:lnTo>
                  <a:lnTo>
                    <a:pt x="1848507" y="13788"/>
                  </a:lnTo>
                  <a:lnTo>
                    <a:pt x="1847436" y="13528"/>
                  </a:lnTo>
                  <a:lnTo>
                    <a:pt x="1846364" y="13271"/>
                  </a:lnTo>
                  <a:lnTo>
                    <a:pt x="1845293" y="13016"/>
                  </a:lnTo>
                  <a:lnTo>
                    <a:pt x="1844221" y="12764"/>
                  </a:lnTo>
                  <a:lnTo>
                    <a:pt x="1843149" y="12514"/>
                  </a:lnTo>
                  <a:lnTo>
                    <a:pt x="1842078" y="12267"/>
                  </a:lnTo>
                  <a:lnTo>
                    <a:pt x="1841006" y="12022"/>
                  </a:lnTo>
                  <a:lnTo>
                    <a:pt x="1839935" y="11780"/>
                  </a:lnTo>
                  <a:lnTo>
                    <a:pt x="1838863" y="11540"/>
                  </a:lnTo>
                  <a:lnTo>
                    <a:pt x="1837791" y="11302"/>
                  </a:lnTo>
                  <a:lnTo>
                    <a:pt x="1836720" y="11068"/>
                  </a:lnTo>
                  <a:lnTo>
                    <a:pt x="1835648" y="10835"/>
                  </a:lnTo>
                  <a:lnTo>
                    <a:pt x="1834577" y="10606"/>
                  </a:lnTo>
                  <a:lnTo>
                    <a:pt x="1833505" y="10378"/>
                  </a:lnTo>
                  <a:lnTo>
                    <a:pt x="1832433" y="10154"/>
                  </a:lnTo>
                  <a:lnTo>
                    <a:pt x="1831362" y="9932"/>
                  </a:lnTo>
                  <a:lnTo>
                    <a:pt x="1830290" y="9712"/>
                  </a:lnTo>
                  <a:lnTo>
                    <a:pt x="1829219" y="9495"/>
                  </a:lnTo>
                  <a:lnTo>
                    <a:pt x="1828147" y="9280"/>
                  </a:lnTo>
                  <a:lnTo>
                    <a:pt x="1827075" y="9068"/>
                  </a:lnTo>
                  <a:lnTo>
                    <a:pt x="1826004" y="8859"/>
                  </a:lnTo>
                  <a:lnTo>
                    <a:pt x="1824932" y="8652"/>
                  </a:lnTo>
                  <a:lnTo>
                    <a:pt x="1823861" y="8448"/>
                  </a:lnTo>
                  <a:lnTo>
                    <a:pt x="1822789" y="8246"/>
                  </a:lnTo>
                  <a:lnTo>
                    <a:pt x="1821717" y="8047"/>
                  </a:lnTo>
                  <a:lnTo>
                    <a:pt x="1820646" y="7850"/>
                  </a:lnTo>
                  <a:lnTo>
                    <a:pt x="1819574" y="7656"/>
                  </a:lnTo>
                  <a:lnTo>
                    <a:pt x="1818503" y="7464"/>
                  </a:lnTo>
                  <a:lnTo>
                    <a:pt x="1817431" y="7275"/>
                  </a:lnTo>
                  <a:lnTo>
                    <a:pt x="1816359" y="7089"/>
                  </a:lnTo>
                  <a:lnTo>
                    <a:pt x="1815288" y="6905"/>
                  </a:lnTo>
                  <a:lnTo>
                    <a:pt x="1814216" y="6723"/>
                  </a:lnTo>
                  <a:lnTo>
                    <a:pt x="1813145" y="6545"/>
                  </a:lnTo>
                  <a:lnTo>
                    <a:pt x="1812073" y="6368"/>
                  </a:lnTo>
                  <a:lnTo>
                    <a:pt x="1811001" y="6195"/>
                  </a:lnTo>
                  <a:lnTo>
                    <a:pt x="1809930" y="6023"/>
                  </a:lnTo>
                  <a:lnTo>
                    <a:pt x="1808858" y="5855"/>
                  </a:lnTo>
                  <a:lnTo>
                    <a:pt x="1807787" y="5689"/>
                  </a:lnTo>
                  <a:lnTo>
                    <a:pt x="1806715" y="5525"/>
                  </a:lnTo>
                  <a:lnTo>
                    <a:pt x="1805643" y="5364"/>
                  </a:lnTo>
                  <a:lnTo>
                    <a:pt x="1804572" y="5206"/>
                  </a:lnTo>
                  <a:lnTo>
                    <a:pt x="1803500" y="5050"/>
                  </a:lnTo>
                  <a:lnTo>
                    <a:pt x="1802429" y="4897"/>
                  </a:lnTo>
                  <a:lnTo>
                    <a:pt x="1801357" y="4746"/>
                  </a:lnTo>
                  <a:lnTo>
                    <a:pt x="1800285" y="4598"/>
                  </a:lnTo>
                  <a:lnTo>
                    <a:pt x="1799214" y="4452"/>
                  </a:lnTo>
                  <a:lnTo>
                    <a:pt x="1798142" y="4309"/>
                  </a:lnTo>
                  <a:lnTo>
                    <a:pt x="1797071" y="4168"/>
                  </a:lnTo>
                  <a:lnTo>
                    <a:pt x="1795999" y="4030"/>
                  </a:lnTo>
                  <a:lnTo>
                    <a:pt x="1794927" y="3894"/>
                  </a:lnTo>
                  <a:lnTo>
                    <a:pt x="1793856" y="3761"/>
                  </a:lnTo>
                  <a:lnTo>
                    <a:pt x="1792784" y="3630"/>
                  </a:lnTo>
                  <a:lnTo>
                    <a:pt x="1791713" y="3502"/>
                  </a:lnTo>
                  <a:lnTo>
                    <a:pt x="1790641" y="3376"/>
                  </a:lnTo>
                  <a:lnTo>
                    <a:pt x="1789569" y="3253"/>
                  </a:lnTo>
                  <a:lnTo>
                    <a:pt x="1788498" y="3133"/>
                  </a:lnTo>
                  <a:lnTo>
                    <a:pt x="1787426" y="3014"/>
                  </a:lnTo>
                  <a:lnTo>
                    <a:pt x="1786355" y="2899"/>
                  </a:lnTo>
                  <a:lnTo>
                    <a:pt x="1785283" y="2785"/>
                  </a:lnTo>
                  <a:lnTo>
                    <a:pt x="1784211" y="2674"/>
                  </a:lnTo>
                  <a:lnTo>
                    <a:pt x="1783140" y="2566"/>
                  </a:lnTo>
                  <a:lnTo>
                    <a:pt x="1782068" y="2460"/>
                  </a:lnTo>
                  <a:lnTo>
                    <a:pt x="1780997" y="2356"/>
                  </a:lnTo>
                  <a:lnTo>
                    <a:pt x="1779925" y="2255"/>
                  </a:lnTo>
                  <a:lnTo>
                    <a:pt x="1778853" y="2157"/>
                  </a:lnTo>
                  <a:lnTo>
                    <a:pt x="1777782" y="2060"/>
                  </a:lnTo>
                  <a:lnTo>
                    <a:pt x="1776710" y="1966"/>
                  </a:lnTo>
                  <a:lnTo>
                    <a:pt x="1775639" y="1875"/>
                  </a:lnTo>
                  <a:lnTo>
                    <a:pt x="1774567" y="1785"/>
                  </a:lnTo>
                  <a:lnTo>
                    <a:pt x="1773496" y="1699"/>
                  </a:lnTo>
                  <a:lnTo>
                    <a:pt x="1772424" y="1614"/>
                  </a:lnTo>
                  <a:lnTo>
                    <a:pt x="1771352" y="1532"/>
                  </a:lnTo>
                  <a:lnTo>
                    <a:pt x="1770281" y="1452"/>
                  </a:lnTo>
                  <a:lnTo>
                    <a:pt x="1769209" y="1375"/>
                  </a:lnTo>
                  <a:lnTo>
                    <a:pt x="1768138" y="1300"/>
                  </a:lnTo>
                  <a:lnTo>
                    <a:pt x="1767066" y="1227"/>
                  </a:lnTo>
                  <a:lnTo>
                    <a:pt x="1765994" y="1156"/>
                  </a:lnTo>
                  <a:lnTo>
                    <a:pt x="1764923" y="1088"/>
                  </a:lnTo>
                  <a:lnTo>
                    <a:pt x="1763851" y="1022"/>
                  </a:lnTo>
                  <a:lnTo>
                    <a:pt x="1762780" y="958"/>
                  </a:lnTo>
                  <a:lnTo>
                    <a:pt x="1761708" y="896"/>
                  </a:lnTo>
                  <a:lnTo>
                    <a:pt x="1760636" y="837"/>
                  </a:lnTo>
                  <a:lnTo>
                    <a:pt x="1759565" y="779"/>
                  </a:lnTo>
                  <a:lnTo>
                    <a:pt x="1758493" y="724"/>
                  </a:lnTo>
                  <a:lnTo>
                    <a:pt x="1757422" y="671"/>
                  </a:lnTo>
                  <a:lnTo>
                    <a:pt x="1756350" y="621"/>
                  </a:lnTo>
                  <a:lnTo>
                    <a:pt x="1755278" y="572"/>
                  </a:lnTo>
                  <a:lnTo>
                    <a:pt x="1754207" y="526"/>
                  </a:lnTo>
                  <a:lnTo>
                    <a:pt x="1753135" y="481"/>
                  </a:lnTo>
                  <a:lnTo>
                    <a:pt x="1752064" y="439"/>
                  </a:lnTo>
                  <a:lnTo>
                    <a:pt x="1750992" y="399"/>
                  </a:lnTo>
                  <a:lnTo>
                    <a:pt x="1749920" y="361"/>
                  </a:lnTo>
                  <a:lnTo>
                    <a:pt x="1748849" y="325"/>
                  </a:lnTo>
                  <a:lnTo>
                    <a:pt x="1747777" y="290"/>
                  </a:lnTo>
                  <a:lnTo>
                    <a:pt x="1746706" y="258"/>
                  </a:lnTo>
                  <a:lnTo>
                    <a:pt x="1745634" y="228"/>
                  </a:lnTo>
                  <a:lnTo>
                    <a:pt x="1744562" y="200"/>
                  </a:lnTo>
                  <a:lnTo>
                    <a:pt x="1743491" y="174"/>
                  </a:lnTo>
                  <a:lnTo>
                    <a:pt x="1742419" y="150"/>
                  </a:lnTo>
                  <a:lnTo>
                    <a:pt x="1741348" y="127"/>
                  </a:lnTo>
                  <a:lnTo>
                    <a:pt x="1740276" y="107"/>
                  </a:lnTo>
                  <a:lnTo>
                    <a:pt x="1739204" y="88"/>
                  </a:lnTo>
                  <a:lnTo>
                    <a:pt x="1738133" y="71"/>
                  </a:lnTo>
                  <a:lnTo>
                    <a:pt x="1737061" y="56"/>
                  </a:lnTo>
                  <a:lnTo>
                    <a:pt x="1735990" y="43"/>
                  </a:lnTo>
                  <a:lnTo>
                    <a:pt x="1734918" y="32"/>
                  </a:lnTo>
                  <a:lnTo>
                    <a:pt x="1733846" y="22"/>
                  </a:lnTo>
                  <a:lnTo>
                    <a:pt x="1732775" y="14"/>
                  </a:lnTo>
                  <a:lnTo>
                    <a:pt x="1731703" y="8"/>
                  </a:lnTo>
                  <a:lnTo>
                    <a:pt x="1730632" y="4"/>
                  </a:lnTo>
                  <a:lnTo>
                    <a:pt x="1729560" y="1"/>
                  </a:lnTo>
                  <a:lnTo>
                    <a:pt x="1728488" y="0"/>
                  </a:lnTo>
                  <a:lnTo>
                    <a:pt x="1727417" y="0"/>
                  </a:lnTo>
                  <a:lnTo>
                    <a:pt x="1726345" y="2"/>
                  </a:lnTo>
                  <a:lnTo>
                    <a:pt x="1725274" y="6"/>
                  </a:lnTo>
                  <a:lnTo>
                    <a:pt x="1724202" y="11"/>
                  </a:lnTo>
                  <a:lnTo>
                    <a:pt x="1723130" y="17"/>
                  </a:lnTo>
                  <a:lnTo>
                    <a:pt x="1722059" y="25"/>
                  </a:lnTo>
                  <a:lnTo>
                    <a:pt x="1720987" y="35"/>
                  </a:lnTo>
                  <a:lnTo>
                    <a:pt x="1719916" y="46"/>
                  </a:lnTo>
                  <a:lnTo>
                    <a:pt x="1718844" y="58"/>
                  </a:lnTo>
                  <a:lnTo>
                    <a:pt x="1717772" y="72"/>
                  </a:lnTo>
                  <a:lnTo>
                    <a:pt x="1716701" y="88"/>
                  </a:lnTo>
                  <a:lnTo>
                    <a:pt x="1715629" y="104"/>
                  </a:lnTo>
                  <a:lnTo>
                    <a:pt x="1714558" y="122"/>
                  </a:lnTo>
                  <a:lnTo>
                    <a:pt x="1713486" y="141"/>
                  </a:lnTo>
                  <a:lnTo>
                    <a:pt x="1712414" y="161"/>
                  </a:lnTo>
                  <a:lnTo>
                    <a:pt x="1711343" y="183"/>
                  </a:lnTo>
                  <a:lnTo>
                    <a:pt x="1710271" y="206"/>
                  </a:lnTo>
                  <a:lnTo>
                    <a:pt x="1709200" y="230"/>
                  </a:lnTo>
                  <a:lnTo>
                    <a:pt x="1708128" y="255"/>
                  </a:lnTo>
                  <a:lnTo>
                    <a:pt x="1707056" y="281"/>
                  </a:lnTo>
                  <a:lnTo>
                    <a:pt x="1705985" y="308"/>
                  </a:lnTo>
                  <a:lnTo>
                    <a:pt x="1704913" y="337"/>
                  </a:lnTo>
                  <a:lnTo>
                    <a:pt x="1703842" y="366"/>
                  </a:lnTo>
                  <a:lnTo>
                    <a:pt x="1702770" y="397"/>
                  </a:lnTo>
                  <a:lnTo>
                    <a:pt x="1701698" y="428"/>
                  </a:lnTo>
                  <a:lnTo>
                    <a:pt x="1700627" y="460"/>
                  </a:lnTo>
                  <a:lnTo>
                    <a:pt x="1699555" y="493"/>
                  </a:lnTo>
                  <a:lnTo>
                    <a:pt x="1698484" y="527"/>
                  </a:lnTo>
                  <a:lnTo>
                    <a:pt x="1697412" y="562"/>
                  </a:lnTo>
                  <a:lnTo>
                    <a:pt x="1696340" y="598"/>
                  </a:lnTo>
                  <a:lnTo>
                    <a:pt x="1695269" y="634"/>
                  </a:lnTo>
                  <a:lnTo>
                    <a:pt x="1694197" y="671"/>
                  </a:lnTo>
                  <a:lnTo>
                    <a:pt x="1693126" y="709"/>
                  </a:lnTo>
                  <a:lnTo>
                    <a:pt x="1692054" y="748"/>
                  </a:lnTo>
                  <a:lnTo>
                    <a:pt x="1690982" y="787"/>
                  </a:lnTo>
                  <a:lnTo>
                    <a:pt x="1689911" y="827"/>
                  </a:lnTo>
                  <a:lnTo>
                    <a:pt x="1688839" y="867"/>
                  </a:lnTo>
                  <a:lnTo>
                    <a:pt x="1687768" y="908"/>
                  </a:lnTo>
                  <a:lnTo>
                    <a:pt x="1686696" y="950"/>
                  </a:lnTo>
                  <a:lnTo>
                    <a:pt x="1685624" y="992"/>
                  </a:lnTo>
                  <a:lnTo>
                    <a:pt x="1684553" y="1034"/>
                  </a:lnTo>
                  <a:lnTo>
                    <a:pt x="1683481" y="1077"/>
                  </a:lnTo>
                  <a:lnTo>
                    <a:pt x="1682410" y="1120"/>
                  </a:lnTo>
                  <a:lnTo>
                    <a:pt x="1681338" y="1163"/>
                  </a:lnTo>
                  <a:lnTo>
                    <a:pt x="1680266" y="1207"/>
                  </a:lnTo>
                  <a:lnTo>
                    <a:pt x="1679195" y="1251"/>
                  </a:lnTo>
                  <a:lnTo>
                    <a:pt x="1678123" y="1296"/>
                  </a:lnTo>
                  <a:lnTo>
                    <a:pt x="1677052" y="1340"/>
                  </a:lnTo>
                  <a:lnTo>
                    <a:pt x="1675980" y="1385"/>
                  </a:lnTo>
                  <a:lnTo>
                    <a:pt x="1674908" y="1430"/>
                  </a:lnTo>
                  <a:lnTo>
                    <a:pt x="1673837" y="1475"/>
                  </a:lnTo>
                  <a:lnTo>
                    <a:pt x="1672765" y="1520"/>
                  </a:lnTo>
                  <a:lnTo>
                    <a:pt x="1671694" y="1565"/>
                  </a:lnTo>
                  <a:lnTo>
                    <a:pt x="1670622" y="1610"/>
                  </a:lnTo>
                  <a:lnTo>
                    <a:pt x="1669550" y="1655"/>
                  </a:lnTo>
                  <a:lnTo>
                    <a:pt x="1668479" y="1700"/>
                  </a:lnTo>
                  <a:lnTo>
                    <a:pt x="1667407" y="1745"/>
                  </a:lnTo>
                  <a:lnTo>
                    <a:pt x="1666336" y="1789"/>
                  </a:lnTo>
                  <a:lnTo>
                    <a:pt x="1665264" y="1834"/>
                  </a:lnTo>
                  <a:lnTo>
                    <a:pt x="1664192" y="1878"/>
                  </a:lnTo>
                  <a:lnTo>
                    <a:pt x="1663121" y="1922"/>
                  </a:lnTo>
                  <a:lnTo>
                    <a:pt x="1662049" y="1966"/>
                  </a:lnTo>
                  <a:lnTo>
                    <a:pt x="1660978" y="2009"/>
                  </a:lnTo>
                  <a:lnTo>
                    <a:pt x="1659906" y="2052"/>
                  </a:lnTo>
                  <a:lnTo>
                    <a:pt x="1658834" y="2095"/>
                  </a:lnTo>
                  <a:lnTo>
                    <a:pt x="1657763" y="2137"/>
                  </a:lnTo>
                  <a:lnTo>
                    <a:pt x="1656691" y="2179"/>
                  </a:lnTo>
                  <a:lnTo>
                    <a:pt x="1655620" y="2220"/>
                  </a:lnTo>
                  <a:lnTo>
                    <a:pt x="1654548" y="2261"/>
                  </a:lnTo>
                  <a:lnTo>
                    <a:pt x="1653476" y="2301"/>
                  </a:lnTo>
                  <a:lnTo>
                    <a:pt x="1652405" y="2340"/>
                  </a:lnTo>
                  <a:lnTo>
                    <a:pt x="1651333" y="2379"/>
                  </a:lnTo>
                  <a:lnTo>
                    <a:pt x="1650262" y="2417"/>
                  </a:lnTo>
                  <a:lnTo>
                    <a:pt x="1649190" y="2455"/>
                  </a:lnTo>
                  <a:lnTo>
                    <a:pt x="1648118" y="2491"/>
                  </a:lnTo>
                  <a:lnTo>
                    <a:pt x="1647047" y="2527"/>
                  </a:lnTo>
                  <a:lnTo>
                    <a:pt x="1645975" y="2562"/>
                  </a:lnTo>
                  <a:lnTo>
                    <a:pt x="1644904" y="2597"/>
                  </a:lnTo>
                  <a:lnTo>
                    <a:pt x="1643832" y="2630"/>
                  </a:lnTo>
                  <a:lnTo>
                    <a:pt x="1642760" y="2662"/>
                  </a:lnTo>
                  <a:lnTo>
                    <a:pt x="1641689" y="2693"/>
                  </a:lnTo>
                  <a:lnTo>
                    <a:pt x="1640617" y="2724"/>
                  </a:lnTo>
                  <a:lnTo>
                    <a:pt x="1639546" y="2753"/>
                  </a:lnTo>
                  <a:lnTo>
                    <a:pt x="1638474" y="2781"/>
                  </a:lnTo>
                  <a:lnTo>
                    <a:pt x="1637402" y="2808"/>
                  </a:lnTo>
                  <a:lnTo>
                    <a:pt x="1636331" y="2834"/>
                  </a:lnTo>
                  <a:lnTo>
                    <a:pt x="1635259" y="2859"/>
                  </a:lnTo>
                  <a:lnTo>
                    <a:pt x="1634188" y="2882"/>
                  </a:lnTo>
                  <a:lnTo>
                    <a:pt x="1633116" y="2904"/>
                  </a:lnTo>
                  <a:lnTo>
                    <a:pt x="1632044" y="2925"/>
                  </a:lnTo>
                  <a:lnTo>
                    <a:pt x="1630973" y="2945"/>
                  </a:lnTo>
                  <a:lnTo>
                    <a:pt x="1629901" y="2963"/>
                  </a:lnTo>
                  <a:lnTo>
                    <a:pt x="1628830" y="2979"/>
                  </a:lnTo>
                  <a:lnTo>
                    <a:pt x="1627758" y="2995"/>
                  </a:lnTo>
                  <a:lnTo>
                    <a:pt x="1626686" y="3008"/>
                  </a:lnTo>
                  <a:lnTo>
                    <a:pt x="1625615" y="3020"/>
                  </a:lnTo>
                  <a:lnTo>
                    <a:pt x="1624543" y="3031"/>
                  </a:lnTo>
                  <a:lnTo>
                    <a:pt x="1623472" y="3040"/>
                  </a:lnTo>
                  <a:lnTo>
                    <a:pt x="1622400" y="3047"/>
                  </a:lnTo>
                  <a:lnTo>
                    <a:pt x="1621328" y="3053"/>
                  </a:lnTo>
                  <a:lnTo>
                    <a:pt x="1620257" y="3057"/>
                  </a:lnTo>
                  <a:lnTo>
                    <a:pt x="1619185" y="3059"/>
                  </a:lnTo>
                  <a:lnTo>
                    <a:pt x="1618114" y="3060"/>
                  </a:lnTo>
                  <a:lnTo>
                    <a:pt x="1617042" y="3059"/>
                  </a:lnTo>
                  <a:lnTo>
                    <a:pt x="1615970" y="3055"/>
                  </a:lnTo>
                  <a:lnTo>
                    <a:pt x="1614899" y="4040"/>
                  </a:lnTo>
                  <a:lnTo>
                    <a:pt x="1613827" y="5085"/>
                  </a:lnTo>
                  <a:lnTo>
                    <a:pt x="1612756" y="6133"/>
                  </a:lnTo>
                  <a:lnTo>
                    <a:pt x="1611684" y="7183"/>
                  </a:lnTo>
                  <a:lnTo>
                    <a:pt x="1610612" y="8237"/>
                  </a:lnTo>
                  <a:lnTo>
                    <a:pt x="1609541" y="9294"/>
                  </a:lnTo>
                  <a:lnTo>
                    <a:pt x="1608469" y="10354"/>
                  </a:lnTo>
                  <a:lnTo>
                    <a:pt x="1607398" y="11418"/>
                  </a:lnTo>
                  <a:lnTo>
                    <a:pt x="1606326" y="12484"/>
                  </a:lnTo>
                  <a:lnTo>
                    <a:pt x="1605254" y="13553"/>
                  </a:lnTo>
                  <a:lnTo>
                    <a:pt x="1604183" y="14626"/>
                  </a:lnTo>
                  <a:lnTo>
                    <a:pt x="1603111" y="15702"/>
                  </a:lnTo>
                  <a:lnTo>
                    <a:pt x="1602040" y="16780"/>
                  </a:lnTo>
                  <a:lnTo>
                    <a:pt x="1600968" y="17862"/>
                  </a:lnTo>
                  <a:lnTo>
                    <a:pt x="1599896" y="18947"/>
                  </a:lnTo>
                  <a:lnTo>
                    <a:pt x="1598825" y="20036"/>
                  </a:lnTo>
                  <a:lnTo>
                    <a:pt x="1597753" y="21127"/>
                  </a:lnTo>
                  <a:lnTo>
                    <a:pt x="1596682" y="22221"/>
                  </a:lnTo>
                  <a:lnTo>
                    <a:pt x="1595610" y="23319"/>
                  </a:lnTo>
                  <a:lnTo>
                    <a:pt x="1594539" y="24419"/>
                  </a:lnTo>
                  <a:lnTo>
                    <a:pt x="1593467" y="25523"/>
                  </a:lnTo>
                  <a:lnTo>
                    <a:pt x="1592395" y="26630"/>
                  </a:lnTo>
                  <a:lnTo>
                    <a:pt x="1591324" y="27740"/>
                  </a:lnTo>
                  <a:lnTo>
                    <a:pt x="1590252" y="28853"/>
                  </a:lnTo>
                  <a:lnTo>
                    <a:pt x="1589181" y="29969"/>
                  </a:lnTo>
                  <a:lnTo>
                    <a:pt x="1588109" y="31088"/>
                  </a:lnTo>
                  <a:lnTo>
                    <a:pt x="1587037" y="32211"/>
                  </a:lnTo>
                  <a:lnTo>
                    <a:pt x="1585966" y="33336"/>
                  </a:lnTo>
                  <a:lnTo>
                    <a:pt x="1584894" y="34464"/>
                  </a:lnTo>
                  <a:lnTo>
                    <a:pt x="1583823" y="35596"/>
                  </a:lnTo>
                  <a:lnTo>
                    <a:pt x="1582751" y="36731"/>
                  </a:lnTo>
                  <a:lnTo>
                    <a:pt x="1581679" y="37868"/>
                  </a:lnTo>
                  <a:lnTo>
                    <a:pt x="1580608" y="39009"/>
                  </a:lnTo>
                  <a:lnTo>
                    <a:pt x="1579536" y="40153"/>
                  </a:lnTo>
                  <a:lnTo>
                    <a:pt x="1578465" y="41299"/>
                  </a:lnTo>
                  <a:lnTo>
                    <a:pt x="1577393" y="42449"/>
                  </a:lnTo>
                  <a:lnTo>
                    <a:pt x="1576321" y="43602"/>
                  </a:lnTo>
                  <a:lnTo>
                    <a:pt x="1575250" y="44758"/>
                  </a:lnTo>
                  <a:lnTo>
                    <a:pt x="1574178" y="45916"/>
                  </a:lnTo>
                  <a:lnTo>
                    <a:pt x="1573107" y="47078"/>
                  </a:lnTo>
                  <a:lnTo>
                    <a:pt x="1572035" y="48243"/>
                  </a:lnTo>
                  <a:lnTo>
                    <a:pt x="1570963" y="49410"/>
                  </a:lnTo>
                  <a:lnTo>
                    <a:pt x="1569892" y="50581"/>
                  </a:lnTo>
                  <a:lnTo>
                    <a:pt x="1568820" y="51754"/>
                  </a:lnTo>
                  <a:lnTo>
                    <a:pt x="1567749" y="52931"/>
                  </a:lnTo>
                  <a:lnTo>
                    <a:pt x="1566677" y="54110"/>
                  </a:lnTo>
                  <a:lnTo>
                    <a:pt x="1565605" y="55292"/>
                  </a:lnTo>
                  <a:lnTo>
                    <a:pt x="1564534" y="56477"/>
                  </a:lnTo>
                  <a:lnTo>
                    <a:pt x="1563462" y="57665"/>
                  </a:lnTo>
                  <a:lnTo>
                    <a:pt x="1562391" y="58856"/>
                  </a:lnTo>
                  <a:lnTo>
                    <a:pt x="1561319" y="60050"/>
                  </a:lnTo>
                  <a:lnTo>
                    <a:pt x="1560247" y="61247"/>
                  </a:lnTo>
                  <a:lnTo>
                    <a:pt x="1559176" y="62446"/>
                  </a:lnTo>
                  <a:lnTo>
                    <a:pt x="1558104" y="63648"/>
                  </a:lnTo>
                  <a:lnTo>
                    <a:pt x="1557033" y="64853"/>
                  </a:lnTo>
                  <a:lnTo>
                    <a:pt x="1555961" y="66061"/>
                  </a:lnTo>
                  <a:lnTo>
                    <a:pt x="1554889" y="67271"/>
                  </a:lnTo>
                  <a:lnTo>
                    <a:pt x="1553818" y="68484"/>
                  </a:lnTo>
                  <a:lnTo>
                    <a:pt x="1552746" y="69700"/>
                  </a:lnTo>
                  <a:lnTo>
                    <a:pt x="1551675" y="70919"/>
                  </a:lnTo>
                  <a:lnTo>
                    <a:pt x="1550603" y="72140"/>
                  </a:lnTo>
                  <a:lnTo>
                    <a:pt x="1549531" y="73364"/>
                  </a:lnTo>
                  <a:lnTo>
                    <a:pt x="1548460" y="74591"/>
                  </a:lnTo>
                  <a:lnTo>
                    <a:pt x="1547388" y="75820"/>
                  </a:lnTo>
                  <a:lnTo>
                    <a:pt x="1546317" y="77052"/>
                  </a:lnTo>
                  <a:lnTo>
                    <a:pt x="1545245" y="78287"/>
                  </a:lnTo>
                  <a:lnTo>
                    <a:pt x="1544173" y="79524"/>
                  </a:lnTo>
                  <a:lnTo>
                    <a:pt x="1543102" y="80764"/>
                  </a:lnTo>
                  <a:lnTo>
                    <a:pt x="1542030" y="82007"/>
                  </a:lnTo>
                  <a:lnTo>
                    <a:pt x="1540959" y="83252"/>
                  </a:lnTo>
                  <a:lnTo>
                    <a:pt x="1539887" y="84499"/>
                  </a:lnTo>
                  <a:lnTo>
                    <a:pt x="1538815" y="85749"/>
                  </a:lnTo>
                  <a:lnTo>
                    <a:pt x="1537744" y="87002"/>
                  </a:lnTo>
                  <a:lnTo>
                    <a:pt x="1536672" y="88257"/>
                  </a:lnTo>
                  <a:lnTo>
                    <a:pt x="1535601" y="89514"/>
                  </a:lnTo>
                  <a:lnTo>
                    <a:pt x="1534529" y="90774"/>
                  </a:lnTo>
                  <a:lnTo>
                    <a:pt x="1533457" y="92036"/>
                  </a:lnTo>
                  <a:lnTo>
                    <a:pt x="1532386" y="93301"/>
                  </a:lnTo>
                  <a:lnTo>
                    <a:pt x="1531314" y="94568"/>
                  </a:lnTo>
                  <a:lnTo>
                    <a:pt x="1530243" y="95838"/>
                  </a:lnTo>
                  <a:lnTo>
                    <a:pt x="1529171" y="97110"/>
                  </a:lnTo>
                  <a:lnTo>
                    <a:pt x="1528099" y="98384"/>
                  </a:lnTo>
                  <a:lnTo>
                    <a:pt x="1527028" y="99660"/>
                  </a:lnTo>
                  <a:lnTo>
                    <a:pt x="1525956" y="100939"/>
                  </a:lnTo>
                  <a:lnTo>
                    <a:pt x="1524885" y="102220"/>
                  </a:lnTo>
                  <a:lnTo>
                    <a:pt x="1523813" y="103504"/>
                  </a:lnTo>
                  <a:lnTo>
                    <a:pt x="1522741" y="104789"/>
                  </a:lnTo>
                  <a:lnTo>
                    <a:pt x="1521670" y="106077"/>
                  </a:lnTo>
                  <a:lnTo>
                    <a:pt x="1520598" y="107367"/>
                  </a:lnTo>
                  <a:lnTo>
                    <a:pt x="1519527" y="108659"/>
                  </a:lnTo>
                  <a:lnTo>
                    <a:pt x="1518455" y="109954"/>
                  </a:lnTo>
                  <a:lnTo>
                    <a:pt x="1517383" y="111250"/>
                  </a:lnTo>
                  <a:lnTo>
                    <a:pt x="1516312" y="112549"/>
                  </a:lnTo>
                  <a:lnTo>
                    <a:pt x="1515240" y="113850"/>
                  </a:lnTo>
                  <a:lnTo>
                    <a:pt x="1514169" y="115153"/>
                  </a:lnTo>
                  <a:lnTo>
                    <a:pt x="1513097" y="116458"/>
                  </a:lnTo>
                  <a:lnTo>
                    <a:pt x="1512025" y="117765"/>
                  </a:lnTo>
                  <a:lnTo>
                    <a:pt x="1510954" y="119074"/>
                  </a:lnTo>
                  <a:lnTo>
                    <a:pt x="1509882" y="120385"/>
                  </a:lnTo>
                  <a:lnTo>
                    <a:pt x="1508811" y="121698"/>
                  </a:lnTo>
                  <a:lnTo>
                    <a:pt x="1507739" y="123013"/>
                  </a:lnTo>
                  <a:lnTo>
                    <a:pt x="1506667" y="124330"/>
                  </a:lnTo>
                  <a:lnTo>
                    <a:pt x="1505596" y="125648"/>
                  </a:lnTo>
                  <a:lnTo>
                    <a:pt x="1504524" y="126969"/>
                  </a:lnTo>
                  <a:lnTo>
                    <a:pt x="1503453" y="128292"/>
                  </a:lnTo>
                  <a:lnTo>
                    <a:pt x="1502381" y="129616"/>
                  </a:lnTo>
                  <a:lnTo>
                    <a:pt x="1501309" y="130943"/>
                  </a:lnTo>
                  <a:lnTo>
                    <a:pt x="1500238" y="132271"/>
                  </a:lnTo>
                  <a:lnTo>
                    <a:pt x="1499166" y="133601"/>
                  </a:lnTo>
                  <a:lnTo>
                    <a:pt x="1498095" y="134933"/>
                  </a:lnTo>
                  <a:lnTo>
                    <a:pt x="1497023" y="136266"/>
                  </a:lnTo>
                  <a:lnTo>
                    <a:pt x="1495951" y="137601"/>
                  </a:lnTo>
                  <a:lnTo>
                    <a:pt x="1494880" y="138938"/>
                  </a:lnTo>
                  <a:lnTo>
                    <a:pt x="1493808" y="140277"/>
                  </a:lnTo>
                  <a:lnTo>
                    <a:pt x="1492737" y="141618"/>
                  </a:lnTo>
                  <a:lnTo>
                    <a:pt x="1491665" y="142960"/>
                  </a:lnTo>
                  <a:lnTo>
                    <a:pt x="1490593" y="144303"/>
                  </a:lnTo>
                  <a:lnTo>
                    <a:pt x="1489522" y="145648"/>
                  </a:lnTo>
                  <a:lnTo>
                    <a:pt x="1488450" y="146995"/>
                  </a:lnTo>
                  <a:lnTo>
                    <a:pt x="1487379" y="148344"/>
                  </a:lnTo>
                  <a:lnTo>
                    <a:pt x="1486307" y="149694"/>
                  </a:lnTo>
                  <a:lnTo>
                    <a:pt x="1485235" y="151045"/>
                  </a:lnTo>
                  <a:lnTo>
                    <a:pt x="1484164" y="152398"/>
                  </a:lnTo>
                  <a:lnTo>
                    <a:pt x="1483092" y="153753"/>
                  </a:lnTo>
                  <a:lnTo>
                    <a:pt x="1482021" y="155109"/>
                  </a:lnTo>
                  <a:lnTo>
                    <a:pt x="1480949" y="156466"/>
                  </a:lnTo>
                  <a:lnTo>
                    <a:pt x="1479877" y="157825"/>
                  </a:lnTo>
                  <a:lnTo>
                    <a:pt x="1478806" y="159185"/>
                  </a:lnTo>
                  <a:lnTo>
                    <a:pt x="1477734" y="160547"/>
                  </a:lnTo>
                  <a:lnTo>
                    <a:pt x="1476663" y="161910"/>
                  </a:lnTo>
                  <a:lnTo>
                    <a:pt x="1475591" y="163274"/>
                  </a:lnTo>
                  <a:lnTo>
                    <a:pt x="1474519" y="164640"/>
                  </a:lnTo>
                  <a:lnTo>
                    <a:pt x="1473448" y="166007"/>
                  </a:lnTo>
                  <a:lnTo>
                    <a:pt x="1472376" y="167375"/>
                  </a:lnTo>
                  <a:lnTo>
                    <a:pt x="1471305" y="168745"/>
                  </a:lnTo>
                  <a:lnTo>
                    <a:pt x="1470233" y="170115"/>
                  </a:lnTo>
                  <a:lnTo>
                    <a:pt x="1469161" y="171487"/>
                  </a:lnTo>
                  <a:lnTo>
                    <a:pt x="1468090" y="172861"/>
                  </a:lnTo>
                  <a:lnTo>
                    <a:pt x="1467018" y="174235"/>
                  </a:lnTo>
                  <a:lnTo>
                    <a:pt x="1465947" y="175610"/>
                  </a:lnTo>
                  <a:lnTo>
                    <a:pt x="1464875" y="176987"/>
                  </a:lnTo>
                  <a:lnTo>
                    <a:pt x="1463803" y="178365"/>
                  </a:lnTo>
                  <a:lnTo>
                    <a:pt x="1462732" y="179743"/>
                  </a:lnTo>
                  <a:lnTo>
                    <a:pt x="1461660" y="181123"/>
                  </a:lnTo>
                  <a:lnTo>
                    <a:pt x="1460589" y="182504"/>
                  </a:lnTo>
                  <a:lnTo>
                    <a:pt x="1459517" y="183886"/>
                  </a:lnTo>
                  <a:lnTo>
                    <a:pt x="1458445" y="185269"/>
                  </a:lnTo>
                  <a:lnTo>
                    <a:pt x="1457374" y="186653"/>
                  </a:lnTo>
                  <a:lnTo>
                    <a:pt x="1456302" y="188038"/>
                  </a:lnTo>
                  <a:lnTo>
                    <a:pt x="1455231" y="189423"/>
                  </a:lnTo>
                  <a:lnTo>
                    <a:pt x="1454159" y="190810"/>
                  </a:lnTo>
                  <a:lnTo>
                    <a:pt x="1453087" y="192198"/>
                  </a:lnTo>
                  <a:lnTo>
                    <a:pt x="1452016" y="193586"/>
                  </a:lnTo>
                  <a:lnTo>
                    <a:pt x="1450944" y="194975"/>
                  </a:lnTo>
                  <a:lnTo>
                    <a:pt x="1449873" y="196365"/>
                  </a:lnTo>
                  <a:lnTo>
                    <a:pt x="1448801" y="197756"/>
                  </a:lnTo>
                  <a:lnTo>
                    <a:pt x="1447729" y="199148"/>
                  </a:lnTo>
                  <a:lnTo>
                    <a:pt x="1446658" y="200541"/>
                  </a:lnTo>
                  <a:lnTo>
                    <a:pt x="1445586" y="201934"/>
                  </a:lnTo>
                  <a:lnTo>
                    <a:pt x="1444515" y="203328"/>
                  </a:lnTo>
                  <a:lnTo>
                    <a:pt x="1443443" y="204723"/>
                  </a:lnTo>
                  <a:lnTo>
                    <a:pt x="1442371" y="206118"/>
                  </a:lnTo>
                  <a:lnTo>
                    <a:pt x="1441300" y="207514"/>
                  </a:lnTo>
                  <a:lnTo>
                    <a:pt x="1440228" y="208911"/>
                  </a:lnTo>
                  <a:lnTo>
                    <a:pt x="1439157" y="210308"/>
                  </a:lnTo>
                  <a:lnTo>
                    <a:pt x="1438085" y="211706"/>
                  </a:lnTo>
                  <a:lnTo>
                    <a:pt x="1437013" y="213104"/>
                  </a:lnTo>
                  <a:lnTo>
                    <a:pt x="1435942" y="214503"/>
                  </a:lnTo>
                  <a:lnTo>
                    <a:pt x="1434870" y="215903"/>
                  </a:lnTo>
                  <a:lnTo>
                    <a:pt x="1433799" y="217303"/>
                  </a:lnTo>
                  <a:lnTo>
                    <a:pt x="1432727" y="218704"/>
                  </a:lnTo>
                  <a:lnTo>
                    <a:pt x="1431655" y="220105"/>
                  </a:lnTo>
                  <a:lnTo>
                    <a:pt x="1430584" y="221506"/>
                  </a:lnTo>
                  <a:lnTo>
                    <a:pt x="1429512" y="222908"/>
                  </a:lnTo>
                  <a:lnTo>
                    <a:pt x="1428441" y="224311"/>
                  </a:lnTo>
                  <a:lnTo>
                    <a:pt x="1427369" y="225714"/>
                  </a:lnTo>
                  <a:lnTo>
                    <a:pt x="1426297" y="227117"/>
                  </a:lnTo>
                  <a:lnTo>
                    <a:pt x="1425226" y="228520"/>
                  </a:lnTo>
                  <a:lnTo>
                    <a:pt x="1424154" y="229924"/>
                  </a:lnTo>
                  <a:lnTo>
                    <a:pt x="1423083" y="231328"/>
                  </a:lnTo>
                  <a:lnTo>
                    <a:pt x="1422011" y="232733"/>
                  </a:lnTo>
                  <a:lnTo>
                    <a:pt x="1420939" y="234137"/>
                  </a:lnTo>
                  <a:lnTo>
                    <a:pt x="1419868" y="235542"/>
                  </a:lnTo>
                  <a:lnTo>
                    <a:pt x="1418796" y="236948"/>
                  </a:lnTo>
                  <a:lnTo>
                    <a:pt x="1417725" y="238353"/>
                  </a:lnTo>
                  <a:lnTo>
                    <a:pt x="1416653" y="239759"/>
                  </a:lnTo>
                  <a:lnTo>
                    <a:pt x="1415582" y="241164"/>
                  </a:lnTo>
                  <a:lnTo>
                    <a:pt x="1414510" y="242570"/>
                  </a:lnTo>
                  <a:lnTo>
                    <a:pt x="1413438" y="243976"/>
                  </a:lnTo>
                  <a:lnTo>
                    <a:pt x="1412367" y="245383"/>
                  </a:lnTo>
                  <a:lnTo>
                    <a:pt x="1411295" y="246789"/>
                  </a:lnTo>
                  <a:lnTo>
                    <a:pt x="1410224" y="248195"/>
                  </a:lnTo>
                  <a:lnTo>
                    <a:pt x="1409152" y="249602"/>
                  </a:lnTo>
                  <a:lnTo>
                    <a:pt x="1408080" y="251008"/>
                  </a:lnTo>
                  <a:lnTo>
                    <a:pt x="1407009" y="252415"/>
                  </a:lnTo>
                  <a:lnTo>
                    <a:pt x="1405937" y="253821"/>
                  </a:lnTo>
                  <a:lnTo>
                    <a:pt x="1404866" y="255228"/>
                  </a:lnTo>
                  <a:lnTo>
                    <a:pt x="1403794" y="256634"/>
                  </a:lnTo>
                  <a:lnTo>
                    <a:pt x="1402722" y="258040"/>
                  </a:lnTo>
                  <a:lnTo>
                    <a:pt x="1401651" y="259447"/>
                  </a:lnTo>
                  <a:lnTo>
                    <a:pt x="1400579" y="260853"/>
                  </a:lnTo>
                  <a:lnTo>
                    <a:pt x="1399508" y="262259"/>
                  </a:lnTo>
                  <a:lnTo>
                    <a:pt x="1398436" y="263665"/>
                  </a:lnTo>
                  <a:lnTo>
                    <a:pt x="1397364" y="265070"/>
                  </a:lnTo>
                  <a:lnTo>
                    <a:pt x="1396293" y="266476"/>
                  </a:lnTo>
                  <a:lnTo>
                    <a:pt x="1395221" y="267881"/>
                  </a:lnTo>
                  <a:lnTo>
                    <a:pt x="1394150" y="269286"/>
                  </a:lnTo>
                  <a:lnTo>
                    <a:pt x="1393078" y="270691"/>
                  </a:lnTo>
                  <a:lnTo>
                    <a:pt x="1392006" y="272096"/>
                  </a:lnTo>
                  <a:lnTo>
                    <a:pt x="1390935" y="273500"/>
                  </a:lnTo>
                  <a:lnTo>
                    <a:pt x="1389863" y="274904"/>
                  </a:lnTo>
                  <a:lnTo>
                    <a:pt x="1388792" y="276308"/>
                  </a:lnTo>
                  <a:lnTo>
                    <a:pt x="1387720" y="277712"/>
                  </a:lnTo>
                  <a:lnTo>
                    <a:pt x="1386648" y="279115"/>
                  </a:lnTo>
                  <a:lnTo>
                    <a:pt x="1385577" y="280517"/>
                  </a:lnTo>
                  <a:lnTo>
                    <a:pt x="1384505" y="281920"/>
                  </a:lnTo>
                  <a:lnTo>
                    <a:pt x="1383434" y="283322"/>
                  </a:lnTo>
                  <a:lnTo>
                    <a:pt x="1382362" y="284723"/>
                  </a:lnTo>
                  <a:lnTo>
                    <a:pt x="1381290" y="286124"/>
                  </a:lnTo>
                  <a:lnTo>
                    <a:pt x="1380219" y="287525"/>
                  </a:lnTo>
                  <a:lnTo>
                    <a:pt x="1379147" y="288925"/>
                  </a:lnTo>
                  <a:lnTo>
                    <a:pt x="1378076" y="290325"/>
                  </a:lnTo>
                  <a:lnTo>
                    <a:pt x="1377004" y="291724"/>
                  </a:lnTo>
                  <a:lnTo>
                    <a:pt x="1375932" y="293122"/>
                  </a:lnTo>
                  <a:lnTo>
                    <a:pt x="1374861" y="294520"/>
                  </a:lnTo>
                  <a:lnTo>
                    <a:pt x="1373789" y="295918"/>
                  </a:lnTo>
                  <a:lnTo>
                    <a:pt x="1372718" y="297315"/>
                  </a:lnTo>
                  <a:lnTo>
                    <a:pt x="1371646" y="298711"/>
                  </a:lnTo>
                  <a:lnTo>
                    <a:pt x="1370574" y="300107"/>
                  </a:lnTo>
                  <a:lnTo>
                    <a:pt x="1369503" y="301502"/>
                  </a:lnTo>
                  <a:lnTo>
                    <a:pt x="1368431" y="302896"/>
                  </a:lnTo>
                  <a:lnTo>
                    <a:pt x="1367360" y="304290"/>
                  </a:lnTo>
                  <a:lnTo>
                    <a:pt x="1366288" y="305683"/>
                  </a:lnTo>
                  <a:lnTo>
                    <a:pt x="1365216" y="307075"/>
                  </a:lnTo>
                  <a:lnTo>
                    <a:pt x="1364145" y="308466"/>
                  </a:lnTo>
                  <a:lnTo>
                    <a:pt x="1363073" y="309857"/>
                  </a:lnTo>
                  <a:lnTo>
                    <a:pt x="1362002" y="311247"/>
                  </a:lnTo>
                  <a:lnTo>
                    <a:pt x="1360930" y="312636"/>
                  </a:lnTo>
                  <a:lnTo>
                    <a:pt x="1359858" y="314025"/>
                  </a:lnTo>
                  <a:lnTo>
                    <a:pt x="1358787" y="315413"/>
                  </a:lnTo>
                  <a:lnTo>
                    <a:pt x="1357715" y="316799"/>
                  </a:lnTo>
                  <a:lnTo>
                    <a:pt x="1356644" y="318185"/>
                  </a:lnTo>
                  <a:lnTo>
                    <a:pt x="1355572" y="319570"/>
                  </a:lnTo>
                  <a:lnTo>
                    <a:pt x="1354500" y="320955"/>
                  </a:lnTo>
                  <a:lnTo>
                    <a:pt x="1353429" y="322338"/>
                  </a:lnTo>
                  <a:lnTo>
                    <a:pt x="1352357" y="323720"/>
                  </a:lnTo>
                  <a:lnTo>
                    <a:pt x="1351286" y="325102"/>
                  </a:lnTo>
                  <a:lnTo>
                    <a:pt x="1350214" y="326482"/>
                  </a:lnTo>
                  <a:lnTo>
                    <a:pt x="1349142" y="327862"/>
                  </a:lnTo>
                  <a:lnTo>
                    <a:pt x="1348071" y="329240"/>
                  </a:lnTo>
                  <a:lnTo>
                    <a:pt x="1346999" y="330618"/>
                  </a:lnTo>
                  <a:lnTo>
                    <a:pt x="1345928" y="331994"/>
                  </a:lnTo>
                  <a:lnTo>
                    <a:pt x="1344856" y="333370"/>
                  </a:lnTo>
                  <a:lnTo>
                    <a:pt x="1343784" y="334744"/>
                  </a:lnTo>
                  <a:lnTo>
                    <a:pt x="1342713" y="336118"/>
                  </a:lnTo>
                  <a:lnTo>
                    <a:pt x="1341641" y="337490"/>
                  </a:lnTo>
                  <a:lnTo>
                    <a:pt x="1340570" y="338861"/>
                  </a:lnTo>
                  <a:lnTo>
                    <a:pt x="1339498" y="340231"/>
                  </a:lnTo>
                  <a:lnTo>
                    <a:pt x="1338426" y="341600"/>
                  </a:lnTo>
                  <a:lnTo>
                    <a:pt x="1337355" y="342968"/>
                  </a:lnTo>
                  <a:lnTo>
                    <a:pt x="1336283" y="344335"/>
                  </a:lnTo>
                  <a:lnTo>
                    <a:pt x="1335212" y="345700"/>
                  </a:lnTo>
                  <a:lnTo>
                    <a:pt x="1334140" y="347065"/>
                  </a:lnTo>
                  <a:lnTo>
                    <a:pt x="1333068" y="348428"/>
                  </a:lnTo>
                  <a:lnTo>
                    <a:pt x="1331997" y="349789"/>
                  </a:lnTo>
                  <a:lnTo>
                    <a:pt x="1330925" y="351150"/>
                  </a:lnTo>
                  <a:lnTo>
                    <a:pt x="1329854" y="352509"/>
                  </a:lnTo>
                  <a:lnTo>
                    <a:pt x="1328782" y="353867"/>
                  </a:lnTo>
                  <a:lnTo>
                    <a:pt x="1327710" y="355224"/>
                  </a:lnTo>
                  <a:lnTo>
                    <a:pt x="1326639" y="356580"/>
                  </a:lnTo>
                  <a:lnTo>
                    <a:pt x="1325567" y="357934"/>
                  </a:lnTo>
                  <a:lnTo>
                    <a:pt x="1324496" y="359287"/>
                  </a:lnTo>
                  <a:lnTo>
                    <a:pt x="1323424" y="360638"/>
                  </a:lnTo>
                  <a:lnTo>
                    <a:pt x="1322352" y="361988"/>
                  </a:lnTo>
                  <a:lnTo>
                    <a:pt x="1321281" y="363337"/>
                  </a:lnTo>
                  <a:lnTo>
                    <a:pt x="1320209" y="364684"/>
                  </a:lnTo>
                  <a:lnTo>
                    <a:pt x="1319138" y="366030"/>
                  </a:lnTo>
                  <a:lnTo>
                    <a:pt x="1318066" y="367375"/>
                  </a:lnTo>
                  <a:lnTo>
                    <a:pt x="1316994" y="368718"/>
                  </a:lnTo>
                  <a:lnTo>
                    <a:pt x="1315923" y="370059"/>
                  </a:lnTo>
                  <a:lnTo>
                    <a:pt x="1314851" y="371399"/>
                  </a:lnTo>
                  <a:lnTo>
                    <a:pt x="1313780" y="372738"/>
                  </a:lnTo>
                  <a:lnTo>
                    <a:pt x="1312708" y="374075"/>
                  </a:lnTo>
                  <a:lnTo>
                    <a:pt x="1311636" y="375411"/>
                  </a:lnTo>
                  <a:lnTo>
                    <a:pt x="1310565" y="376745"/>
                  </a:lnTo>
                  <a:lnTo>
                    <a:pt x="1309493" y="378077"/>
                  </a:lnTo>
                  <a:lnTo>
                    <a:pt x="1308422" y="379408"/>
                  </a:lnTo>
                  <a:lnTo>
                    <a:pt x="1307350" y="380738"/>
                  </a:lnTo>
                  <a:lnTo>
                    <a:pt x="1306278" y="382066"/>
                  </a:lnTo>
                  <a:lnTo>
                    <a:pt x="1305207" y="383392"/>
                  </a:lnTo>
                  <a:lnTo>
                    <a:pt x="1304135" y="384716"/>
                  </a:lnTo>
                  <a:lnTo>
                    <a:pt x="1303064" y="386039"/>
                  </a:lnTo>
                  <a:lnTo>
                    <a:pt x="1301992" y="387361"/>
                  </a:lnTo>
                  <a:lnTo>
                    <a:pt x="1300920" y="388680"/>
                  </a:lnTo>
                  <a:lnTo>
                    <a:pt x="1299849" y="389998"/>
                  </a:lnTo>
                  <a:lnTo>
                    <a:pt x="1298777" y="391315"/>
                  </a:lnTo>
                  <a:lnTo>
                    <a:pt x="1297706" y="392629"/>
                  </a:lnTo>
                  <a:lnTo>
                    <a:pt x="1296634" y="393942"/>
                  </a:lnTo>
                  <a:lnTo>
                    <a:pt x="1295562" y="395253"/>
                  </a:lnTo>
                  <a:lnTo>
                    <a:pt x="1294491" y="396563"/>
                  </a:lnTo>
                  <a:lnTo>
                    <a:pt x="1293419" y="397871"/>
                  </a:lnTo>
                  <a:lnTo>
                    <a:pt x="1292348" y="399177"/>
                  </a:lnTo>
                  <a:lnTo>
                    <a:pt x="1291276" y="400481"/>
                  </a:lnTo>
                  <a:lnTo>
                    <a:pt x="1290204" y="401783"/>
                  </a:lnTo>
                  <a:lnTo>
                    <a:pt x="1289133" y="403084"/>
                  </a:lnTo>
                  <a:lnTo>
                    <a:pt x="1288061" y="404382"/>
                  </a:lnTo>
                  <a:lnTo>
                    <a:pt x="1286990" y="405679"/>
                  </a:lnTo>
                  <a:lnTo>
                    <a:pt x="1285918" y="406974"/>
                  </a:lnTo>
                  <a:lnTo>
                    <a:pt x="1284846" y="408268"/>
                  </a:lnTo>
                  <a:lnTo>
                    <a:pt x="1283775" y="409559"/>
                  </a:lnTo>
                  <a:lnTo>
                    <a:pt x="1282703" y="410848"/>
                  </a:lnTo>
                  <a:lnTo>
                    <a:pt x="1281632" y="412136"/>
                  </a:lnTo>
                  <a:lnTo>
                    <a:pt x="1280560" y="413421"/>
                  </a:lnTo>
                  <a:lnTo>
                    <a:pt x="1279488" y="414705"/>
                  </a:lnTo>
                  <a:lnTo>
                    <a:pt x="1278417" y="415987"/>
                  </a:lnTo>
                  <a:lnTo>
                    <a:pt x="1277345" y="417267"/>
                  </a:lnTo>
                  <a:lnTo>
                    <a:pt x="1276274" y="418545"/>
                  </a:lnTo>
                  <a:lnTo>
                    <a:pt x="1275202" y="419820"/>
                  </a:lnTo>
                  <a:lnTo>
                    <a:pt x="1274130" y="421094"/>
                  </a:lnTo>
                  <a:lnTo>
                    <a:pt x="1273059" y="422366"/>
                  </a:lnTo>
                  <a:lnTo>
                    <a:pt x="1271987" y="423636"/>
                  </a:lnTo>
                  <a:lnTo>
                    <a:pt x="1270916" y="424904"/>
                  </a:lnTo>
                  <a:lnTo>
                    <a:pt x="1269844" y="426170"/>
                  </a:lnTo>
                  <a:lnTo>
                    <a:pt x="1268772" y="427434"/>
                  </a:lnTo>
                  <a:lnTo>
                    <a:pt x="1267701" y="428695"/>
                  </a:lnTo>
                  <a:lnTo>
                    <a:pt x="1266629" y="429955"/>
                  </a:lnTo>
                  <a:lnTo>
                    <a:pt x="1265558" y="431212"/>
                  </a:lnTo>
                  <a:lnTo>
                    <a:pt x="1264486" y="432468"/>
                  </a:lnTo>
                  <a:lnTo>
                    <a:pt x="1263414" y="433721"/>
                  </a:lnTo>
                  <a:lnTo>
                    <a:pt x="1262343" y="434972"/>
                  </a:lnTo>
                  <a:lnTo>
                    <a:pt x="1261271" y="436221"/>
                  </a:lnTo>
                  <a:lnTo>
                    <a:pt x="1260200" y="437468"/>
                  </a:lnTo>
                  <a:lnTo>
                    <a:pt x="1259128" y="438713"/>
                  </a:lnTo>
                  <a:lnTo>
                    <a:pt x="1258056" y="439956"/>
                  </a:lnTo>
                  <a:lnTo>
                    <a:pt x="1256985" y="441196"/>
                  </a:lnTo>
                  <a:lnTo>
                    <a:pt x="1255913" y="442434"/>
                  </a:lnTo>
                  <a:lnTo>
                    <a:pt x="1254842" y="443670"/>
                  </a:lnTo>
                  <a:lnTo>
                    <a:pt x="1253770" y="444904"/>
                  </a:lnTo>
                  <a:lnTo>
                    <a:pt x="1252698" y="446136"/>
                  </a:lnTo>
                  <a:lnTo>
                    <a:pt x="1251627" y="447365"/>
                  </a:lnTo>
                  <a:lnTo>
                    <a:pt x="1250555" y="448592"/>
                  </a:lnTo>
                  <a:lnTo>
                    <a:pt x="1249484" y="449817"/>
                  </a:lnTo>
                  <a:lnTo>
                    <a:pt x="1248412" y="451040"/>
                  </a:lnTo>
                  <a:lnTo>
                    <a:pt x="1247340" y="452260"/>
                  </a:lnTo>
                  <a:lnTo>
                    <a:pt x="1246269" y="453478"/>
                  </a:lnTo>
                  <a:lnTo>
                    <a:pt x="1245197" y="454694"/>
                  </a:lnTo>
                  <a:lnTo>
                    <a:pt x="1244126" y="455907"/>
                  </a:lnTo>
                  <a:lnTo>
                    <a:pt x="1243054" y="457118"/>
                  </a:lnTo>
                  <a:lnTo>
                    <a:pt x="1241983" y="458327"/>
                  </a:lnTo>
                  <a:lnTo>
                    <a:pt x="1240911" y="459533"/>
                  </a:lnTo>
                  <a:lnTo>
                    <a:pt x="1239839" y="460737"/>
                  </a:lnTo>
                  <a:lnTo>
                    <a:pt x="1238768" y="461939"/>
                  </a:lnTo>
                  <a:lnTo>
                    <a:pt x="1237696" y="463138"/>
                  </a:lnTo>
                  <a:lnTo>
                    <a:pt x="1236625" y="464335"/>
                  </a:lnTo>
                  <a:lnTo>
                    <a:pt x="1235553" y="465529"/>
                  </a:lnTo>
                  <a:lnTo>
                    <a:pt x="1234481" y="466721"/>
                  </a:lnTo>
                  <a:lnTo>
                    <a:pt x="1233410" y="467911"/>
                  </a:lnTo>
                  <a:lnTo>
                    <a:pt x="1232338" y="469098"/>
                  </a:lnTo>
                  <a:lnTo>
                    <a:pt x="1231267" y="470283"/>
                  </a:lnTo>
                  <a:lnTo>
                    <a:pt x="1230195" y="471465"/>
                  </a:lnTo>
                  <a:lnTo>
                    <a:pt x="1229123" y="472645"/>
                  </a:lnTo>
                  <a:lnTo>
                    <a:pt x="1228052" y="473822"/>
                  </a:lnTo>
                  <a:lnTo>
                    <a:pt x="1226980" y="474997"/>
                  </a:lnTo>
                  <a:lnTo>
                    <a:pt x="1225909" y="476170"/>
                  </a:lnTo>
                  <a:lnTo>
                    <a:pt x="1224837" y="477339"/>
                  </a:lnTo>
                  <a:lnTo>
                    <a:pt x="1223765" y="478507"/>
                  </a:lnTo>
                  <a:lnTo>
                    <a:pt x="1222694" y="479672"/>
                  </a:lnTo>
                  <a:lnTo>
                    <a:pt x="1221622" y="480834"/>
                  </a:lnTo>
                  <a:lnTo>
                    <a:pt x="1220551" y="481994"/>
                  </a:lnTo>
                  <a:lnTo>
                    <a:pt x="1219479" y="483151"/>
                  </a:lnTo>
                  <a:lnTo>
                    <a:pt x="1218407" y="484305"/>
                  </a:lnTo>
                  <a:lnTo>
                    <a:pt x="1217336" y="485457"/>
                  </a:lnTo>
                  <a:lnTo>
                    <a:pt x="1216264" y="486607"/>
                  </a:lnTo>
                  <a:lnTo>
                    <a:pt x="1215193" y="487754"/>
                  </a:lnTo>
                  <a:lnTo>
                    <a:pt x="1214121" y="488898"/>
                  </a:lnTo>
                  <a:lnTo>
                    <a:pt x="1213049" y="490040"/>
                  </a:lnTo>
                  <a:lnTo>
                    <a:pt x="1211978" y="491179"/>
                  </a:lnTo>
                  <a:lnTo>
                    <a:pt x="1210906" y="492315"/>
                  </a:lnTo>
                  <a:lnTo>
                    <a:pt x="1209835" y="493449"/>
                  </a:lnTo>
                  <a:lnTo>
                    <a:pt x="1208763" y="494580"/>
                  </a:lnTo>
                  <a:lnTo>
                    <a:pt x="1207691" y="495708"/>
                  </a:lnTo>
                  <a:lnTo>
                    <a:pt x="1206620" y="496834"/>
                  </a:lnTo>
                  <a:lnTo>
                    <a:pt x="1205548" y="497957"/>
                  </a:lnTo>
                  <a:lnTo>
                    <a:pt x="1204477" y="499078"/>
                  </a:lnTo>
                  <a:lnTo>
                    <a:pt x="1203405" y="500195"/>
                  </a:lnTo>
                  <a:lnTo>
                    <a:pt x="1202333" y="501310"/>
                  </a:lnTo>
                  <a:lnTo>
                    <a:pt x="1201262" y="502423"/>
                  </a:lnTo>
                  <a:lnTo>
                    <a:pt x="1200190" y="503532"/>
                  </a:lnTo>
                  <a:lnTo>
                    <a:pt x="1199119" y="504639"/>
                  </a:lnTo>
                  <a:lnTo>
                    <a:pt x="1198047" y="505743"/>
                  </a:lnTo>
                  <a:lnTo>
                    <a:pt x="1196975" y="506845"/>
                  </a:lnTo>
                  <a:lnTo>
                    <a:pt x="1195904" y="507943"/>
                  </a:lnTo>
                  <a:lnTo>
                    <a:pt x="1194832" y="509039"/>
                  </a:lnTo>
                  <a:lnTo>
                    <a:pt x="1193761" y="510132"/>
                  </a:lnTo>
                  <a:lnTo>
                    <a:pt x="1192689" y="511222"/>
                  </a:lnTo>
                  <a:lnTo>
                    <a:pt x="1191617" y="512310"/>
                  </a:lnTo>
                  <a:lnTo>
                    <a:pt x="1190546" y="513394"/>
                  </a:lnTo>
                  <a:lnTo>
                    <a:pt x="1189474" y="514476"/>
                  </a:lnTo>
                  <a:lnTo>
                    <a:pt x="1188403" y="515555"/>
                  </a:lnTo>
                  <a:lnTo>
                    <a:pt x="1187331" y="516632"/>
                  </a:lnTo>
                  <a:lnTo>
                    <a:pt x="1186259" y="517705"/>
                  </a:lnTo>
                  <a:lnTo>
                    <a:pt x="1185188" y="518776"/>
                  </a:lnTo>
                  <a:lnTo>
                    <a:pt x="1184116" y="519843"/>
                  </a:lnTo>
                  <a:lnTo>
                    <a:pt x="1183045" y="520908"/>
                  </a:lnTo>
                  <a:lnTo>
                    <a:pt x="1181973" y="521970"/>
                  </a:lnTo>
                  <a:lnTo>
                    <a:pt x="1180901" y="523029"/>
                  </a:lnTo>
                  <a:lnTo>
                    <a:pt x="1179830" y="524085"/>
                  </a:lnTo>
                  <a:lnTo>
                    <a:pt x="1178758" y="525139"/>
                  </a:lnTo>
                  <a:lnTo>
                    <a:pt x="1177687" y="526189"/>
                  </a:lnTo>
                  <a:lnTo>
                    <a:pt x="1176615" y="527236"/>
                  </a:lnTo>
                  <a:lnTo>
                    <a:pt x="1175543" y="528281"/>
                  </a:lnTo>
                  <a:lnTo>
                    <a:pt x="1174472" y="529323"/>
                  </a:lnTo>
                  <a:lnTo>
                    <a:pt x="1173400" y="530361"/>
                  </a:lnTo>
                  <a:lnTo>
                    <a:pt x="1172329" y="531397"/>
                  </a:lnTo>
                  <a:lnTo>
                    <a:pt x="1171257" y="532430"/>
                  </a:lnTo>
                  <a:lnTo>
                    <a:pt x="1170185" y="533460"/>
                  </a:lnTo>
                  <a:lnTo>
                    <a:pt x="1169114" y="534487"/>
                  </a:lnTo>
                  <a:lnTo>
                    <a:pt x="1168042" y="535511"/>
                  </a:lnTo>
                  <a:lnTo>
                    <a:pt x="1166971" y="536532"/>
                  </a:lnTo>
                  <a:lnTo>
                    <a:pt x="1165899" y="537550"/>
                  </a:lnTo>
                  <a:lnTo>
                    <a:pt x="1164827" y="538565"/>
                  </a:lnTo>
                  <a:lnTo>
                    <a:pt x="1163756" y="539577"/>
                  </a:lnTo>
                  <a:lnTo>
                    <a:pt x="1162684" y="540586"/>
                  </a:lnTo>
                  <a:lnTo>
                    <a:pt x="1161613" y="541592"/>
                  </a:lnTo>
                  <a:lnTo>
                    <a:pt x="1160541" y="542595"/>
                  </a:lnTo>
                  <a:lnTo>
                    <a:pt x="1159469" y="543595"/>
                  </a:lnTo>
                  <a:lnTo>
                    <a:pt x="1158398" y="544592"/>
                  </a:lnTo>
                  <a:lnTo>
                    <a:pt x="1157326" y="545585"/>
                  </a:lnTo>
                  <a:lnTo>
                    <a:pt x="1156255" y="546576"/>
                  </a:lnTo>
                  <a:lnTo>
                    <a:pt x="1155183" y="547564"/>
                  </a:lnTo>
                  <a:lnTo>
                    <a:pt x="1154111" y="548549"/>
                  </a:lnTo>
                  <a:lnTo>
                    <a:pt x="1153040" y="549530"/>
                  </a:lnTo>
                  <a:lnTo>
                    <a:pt x="1151968" y="550509"/>
                  </a:lnTo>
                  <a:lnTo>
                    <a:pt x="1150897" y="551484"/>
                  </a:lnTo>
                  <a:lnTo>
                    <a:pt x="1149825" y="552456"/>
                  </a:lnTo>
                  <a:lnTo>
                    <a:pt x="1148753" y="553426"/>
                  </a:lnTo>
                  <a:lnTo>
                    <a:pt x="1147682" y="554392"/>
                  </a:lnTo>
                  <a:lnTo>
                    <a:pt x="1146610" y="555355"/>
                  </a:lnTo>
                  <a:lnTo>
                    <a:pt x="1145539" y="556315"/>
                  </a:lnTo>
                  <a:lnTo>
                    <a:pt x="1144467" y="557271"/>
                  </a:lnTo>
                  <a:lnTo>
                    <a:pt x="1143395" y="558225"/>
                  </a:lnTo>
                  <a:lnTo>
                    <a:pt x="1142324" y="559176"/>
                  </a:lnTo>
                  <a:lnTo>
                    <a:pt x="1141252" y="560123"/>
                  </a:lnTo>
                  <a:lnTo>
                    <a:pt x="1140181" y="561067"/>
                  </a:lnTo>
                  <a:lnTo>
                    <a:pt x="1139109" y="562008"/>
                  </a:lnTo>
                  <a:lnTo>
                    <a:pt x="1138037" y="562946"/>
                  </a:lnTo>
                  <a:lnTo>
                    <a:pt x="1136966" y="563881"/>
                  </a:lnTo>
                  <a:lnTo>
                    <a:pt x="1135894" y="564812"/>
                  </a:lnTo>
                  <a:lnTo>
                    <a:pt x="1134823" y="565741"/>
                  </a:lnTo>
                  <a:lnTo>
                    <a:pt x="1133751" y="566666"/>
                  </a:lnTo>
                  <a:lnTo>
                    <a:pt x="1132679" y="567588"/>
                  </a:lnTo>
                  <a:lnTo>
                    <a:pt x="1131608" y="568506"/>
                  </a:lnTo>
                  <a:lnTo>
                    <a:pt x="1130536" y="569422"/>
                  </a:lnTo>
                  <a:lnTo>
                    <a:pt x="1129465" y="570334"/>
                  </a:lnTo>
                  <a:lnTo>
                    <a:pt x="1128393" y="571243"/>
                  </a:lnTo>
                  <a:lnTo>
                    <a:pt x="1127321" y="572149"/>
                  </a:lnTo>
                  <a:lnTo>
                    <a:pt x="1126250" y="573052"/>
                  </a:lnTo>
                  <a:lnTo>
                    <a:pt x="1125178" y="573951"/>
                  </a:lnTo>
                  <a:lnTo>
                    <a:pt x="1124107" y="574847"/>
                  </a:lnTo>
                  <a:lnTo>
                    <a:pt x="1123035" y="575740"/>
                  </a:lnTo>
                  <a:lnTo>
                    <a:pt x="1121963" y="576630"/>
                  </a:lnTo>
                  <a:lnTo>
                    <a:pt x="1120892" y="577517"/>
                  </a:lnTo>
                  <a:lnTo>
                    <a:pt x="1119820" y="578400"/>
                  </a:lnTo>
                  <a:lnTo>
                    <a:pt x="1118749" y="579280"/>
                  </a:lnTo>
                  <a:lnTo>
                    <a:pt x="1117677" y="580158"/>
                  </a:lnTo>
                  <a:lnTo>
                    <a:pt x="1116605" y="581031"/>
                  </a:lnTo>
                  <a:lnTo>
                    <a:pt x="1115534" y="581902"/>
                  </a:lnTo>
                  <a:lnTo>
                    <a:pt x="1114462" y="582770"/>
                  </a:lnTo>
                  <a:lnTo>
                    <a:pt x="1113391" y="583635"/>
                  </a:lnTo>
                  <a:lnTo>
                    <a:pt x="1112319" y="584496"/>
                  </a:lnTo>
                  <a:lnTo>
                    <a:pt x="1111247" y="585355"/>
                  </a:lnTo>
                  <a:lnTo>
                    <a:pt x="1110176" y="586210"/>
                  </a:lnTo>
                  <a:lnTo>
                    <a:pt x="1109104" y="587063"/>
                  </a:lnTo>
                  <a:lnTo>
                    <a:pt x="1108033" y="587912"/>
                  </a:lnTo>
                  <a:lnTo>
                    <a:pt x="1106961" y="588758"/>
                  </a:lnTo>
                  <a:lnTo>
                    <a:pt x="1105889" y="589602"/>
                  </a:lnTo>
                  <a:lnTo>
                    <a:pt x="1104818" y="590442"/>
                  </a:lnTo>
                  <a:lnTo>
                    <a:pt x="1103746" y="591279"/>
                  </a:lnTo>
                  <a:lnTo>
                    <a:pt x="1102675" y="592114"/>
                  </a:lnTo>
                  <a:lnTo>
                    <a:pt x="1101603" y="592945"/>
                  </a:lnTo>
                  <a:lnTo>
                    <a:pt x="1100531" y="593774"/>
                  </a:lnTo>
                  <a:lnTo>
                    <a:pt x="1099460" y="594599"/>
                  </a:lnTo>
                  <a:lnTo>
                    <a:pt x="1098388" y="595422"/>
                  </a:lnTo>
                  <a:lnTo>
                    <a:pt x="1097317" y="596241"/>
                  </a:lnTo>
                  <a:lnTo>
                    <a:pt x="1096245" y="597058"/>
                  </a:lnTo>
                  <a:lnTo>
                    <a:pt x="1095173" y="597872"/>
                  </a:lnTo>
                  <a:lnTo>
                    <a:pt x="1094102" y="598683"/>
                  </a:lnTo>
                  <a:lnTo>
                    <a:pt x="1093030" y="599491"/>
                  </a:lnTo>
                  <a:lnTo>
                    <a:pt x="1091959" y="600296"/>
                  </a:lnTo>
                  <a:lnTo>
                    <a:pt x="1090887" y="601099"/>
                  </a:lnTo>
                  <a:lnTo>
                    <a:pt x="1089815" y="601898"/>
                  </a:lnTo>
                  <a:lnTo>
                    <a:pt x="1088744" y="602695"/>
                  </a:lnTo>
                  <a:lnTo>
                    <a:pt x="1087672" y="603489"/>
                  </a:lnTo>
                  <a:lnTo>
                    <a:pt x="1086601" y="604280"/>
                  </a:lnTo>
                  <a:lnTo>
                    <a:pt x="1085529" y="605069"/>
                  </a:lnTo>
                  <a:lnTo>
                    <a:pt x="1084457" y="605854"/>
                  </a:lnTo>
                  <a:lnTo>
                    <a:pt x="1083386" y="606637"/>
                  </a:lnTo>
                  <a:lnTo>
                    <a:pt x="1082314" y="607417"/>
                  </a:lnTo>
                  <a:lnTo>
                    <a:pt x="1081243" y="608195"/>
                  </a:lnTo>
                  <a:lnTo>
                    <a:pt x="1080171" y="608969"/>
                  </a:lnTo>
                  <a:lnTo>
                    <a:pt x="1079099" y="609741"/>
                  </a:lnTo>
                  <a:lnTo>
                    <a:pt x="1078028" y="610511"/>
                  </a:lnTo>
                  <a:lnTo>
                    <a:pt x="1076956" y="611277"/>
                  </a:lnTo>
                  <a:lnTo>
                    <a:pt x="1075885" y="612041"/>
                  </a:lnTo>
                  <a:lnTo>
                    <a:pt x="1074813" y="612802"/>
                  </a:lnTo>
                  <a:lnTo>
                    <a:pt x="1073741" y="613561"/>
                  </a:lnTo>
                  <a:lnTo>
                    <a:pt x="1072670" y="614317"/>
                  </a:lnTo>
                  <a:lnTo>
                    <a:pt x="1071598" y="615070"/>
                  </a:lnTo>
                  <a:lnTo>
                    <a:pt x="1070527" y="615821"/>
                  </a:lnTo>
                  <a:lnTo>
                    <a:pt x="1069455" y="616569"/>
                  </a:lnTo>
                  <a:lnTo>
                    <a:pt x="1068383" y="617314"/>
                  </a:lnTo>
                  <a:lnTo>
                    <a:pt x="1067312" y="618057"/>
                  </a:lnTo>
                  <a:lnTo>
                    <a:pt x="1066240" y="618797"/>
                  </a:lnTo>
                  <a:lnTo>
                    <a:pt x="1065169" y="619535"/>
                  </a:lnTo>
                  <a:lnTo>
                    <a:pt x="1064097" y="620270"/>
                  </a:lnTo>
                  <a:lnTo>
                    <a:pt x="1063026" y="621003"/>
                  </a:lnTo>
                  <a:lnTo>
                    <a:pt x="1061954" y="621733"/>
                  </a:lnTo>
                  <a:lnTo>
                    <a:pt x="1060882" y="622460"/>
                  </a:lnTo>
                  <a:lnTo>
                    <a:pt x="1059811" y="623186"/>
                  </a:lnTo>
                  <a:lnTo>
                    <a:pt x="1058739" y="623908"/>
                  </a:lnTo>
                  <a:lnTo>
                    <a:pt x="1057668" y="624628"/>
                  </a:lnTo>
                  <a:lnTo>
                    <a:pt x="1056596" y="625346"/>
                  </a:lnTo>
                  <a:lnTo>
                    <a:pt x="1055524" y="626061"/>
                  </a:lnTo>
                  <a:lnTo>
                    <a:pt x="1054453" y="626774"/>
                  </a:lnTo>
                  <a:lnTo>
                    <a:pt x="1053381" y="627484"/>
                  </a:lnTo>
                  <a:lnTo>
                    <a:pt x="1052310" y="628192"/>
                  </a:lnTo>
                  <a:lnTo>
                    <a:pt x="1051238" y="628897"/>
                  </a:lnTo>
                  <a:lnTo>
                    <a:pt x="1050166" y="629600"/>
                  </a:lnTo>
                  <a:lnTo>
                    <a:pt x="1049095" y="630300"/>
                  </a:lnTo>
                  <a:lnTo>
                    <a:pt x="1048023" y="630999"/>
                  </a:lnTo>
                  <a:lnTo>
                    <a:pt x="1046952" y="631694"/>
                  </a:lnTo>
                  <a:lnTo>
                    <a:pt x="1045880" y="632388"/>
                  </a:lnTo>
                  <a:lnTo>
                    <a:pt x="1044808" y="633079"/>
                  </a:lnTo>
                  <a:lnTo>
                    <a:pt x="1043737" y="633768"/>
                  </a:lnTo>
                  <a:lnTo>
                    <a:pt x="1042665" y="634454"/>
                  </a:lnTo>
                  <a:lnTo>
                    <a:pt x="1041594" y="635138"/>
                  </a:lnTo>
                  <a:lnTo>
                    <a:pt x="1040522" y="635820"/>
                  </a:lnTo>
                  <a:lnTo>
                    <a:pt x="1039450" y="636499"/>
                  </a:lnTo>
                  <a:lnTo>
                    <a:pt x="1038379" y="637177"/>
                  </a:lnTo>
                  <a:lnTo>
                    <a:pt x="1037307" y="637852"/>
                  </a:lnTo>
                  <a:lnTo>
                    <a:pt x="1036236" y="638524"/>
                  </a:lnTo>
                  <a:lnTo>
                    <a:pt x="1035164" y="639195"/>
                  </a:lnTo>
                  <a:lnTo>
                    <a:pt x="1034092" y="639863"/>
                  </a:lnTo>
                  <a:lnTo>
                    <a:pt x="1033021" y="640529"/>
                  </a:lnTo>
                  <a:lnTo>
                    <a:pt x="1031949" y="641192"/>
                  </a:lnTo>
                  <a:lnTo>
                    <a:pt x="1030878" y="641854"/>
                  </a:lnTo>
                  <a:lnTo>
                    <a:pt x="1029806" y="642513"/>
                  </a:lnTo>
                  <a:lnTo>
                    <a:pt x="1028734" y="643170"/>
                  </a:lnTo>
                  <a:lnTo>
                    <a:pt x="1027663" y="643825"/>
                  </a:lnTo>
                  <a:lnTo>
                    <a:pt x="1026591" y="644478"/>
                  </a:lnTo>
                  <a:lnTo>
                    <a:pt x="1025520" y="645128"/>
                  </a:lnTo>
                  <a:lnTo>
                    <a:pt x="1024448" y="645776"/>
                  </a:lnTo>
                  <a:lnTo>
                    <a:pt x="1023376" y="646423"/>
                  </a:lnTo>
                  <a:lnTo>
                    <a:pt x="1022305" y="647067"/>
                  </a:lnTo>
                  <a:lnTo>
                    <a:pt x="1021233" y="647709"/>
                  </a:lnTo>
                  <a:lnTo>
                    <a:pt x="1020162" y="648349"/>
                  </a:lnTo>
                  <a:lnTo>
                    <a:pt x="1019090" y="648987"/>
                  </a:lnTo>
                  <a:lnTo>
                    <a:pt x="1018018" y="649622"/>
                  </a:lnTo>
                  <a:lnTo>
                    <a:pt x="1016947" y="650256"/>
                  </a:lnTo>
                  <a:lnTo>
                    <a:pt x="1015875" y="650887"/>
                  </a:lnTo>
                  <a:lnTo>
                    <a:pt x="1014804" y="651517"/>
                  </a:lnTo>
                  <a:lnTo>
                    <a:pt x="1013732" y="652144"/>
                  </a:lnTo>
                  <a:lnTo>
                    <a:pt x="1012660" y="652770"/>
                  </a:lnTo>
                  <a:lnTo>
                    <a:pt x="1011589" y="653393"/>
                  </a:lnTo>
                  <a:lnTo>
                    <a:pt x="1010517" y="654015"/>
                  </a:lnTo>
                  <a:lnTo>
                    <a:pt x="1009446" y="654634"/>
                  </a:lnTo>
                  <a:lnTo>
                    <a:pt x="1008374" y="655251"/>
                  </a:lnTo>
                  <a:lnTo>
                    <a:pt x="1007302" y="655867"/>
                  </a:lnTo>
                  <a:lnTo>
                    <a:pt x="1006231" y="656480"/>
                  </a:lnTo>
                  <a:lnTo>
                    <a:pt x="1005159" y="657092"/>
                  </a:lnTo>
                  <a:lnTo>
                    <a:pt x="1004088" y="657701"/>
                  </a:lnTo>
                  <a:lnTo>
                    <a:pt x="1003016" y="658309"/>
                  </a:lnTo>
                  <a:lnTo>
                    <a:pt x="1001944" y="658915"/>
                  </a:lnTo>
                  <a:lnTo>
                    <a:pt x="1000873" y="659518"/>
                  </a:lnTo>
                  <a:lnTo>
                    <a:pt x="999801" y="660120"/>
                  </a:lnTo>
                  <a:lnTo>
                    <a:pt x="998730" y="660720"/>
                  </a:lnTo>
                  <a:lnTo>
                    <a:pt x="997658" y="661318"/>
                  </a:lnTo>
                  <a:lnTo>
                    <a:pt x="996586" y="661914"/>
                  </a:lnTo>
                  <a:lnTo>
                    <a:pt x="995515" y="662509"/>
                  </a:lnTo>
                  <a:lnTo>
                    <a:pt x="994443" y="663101"/>
                  </a:lnTo>
                  <a:lnTo>
                    <a:pt x="993372" y="663692"/>
                  </a:lnTo>
                  <a:lnTo>
                    <a:pt x="992300" y="664280"/>
                  </a:lnTo>
                  <a:lnTo>
                    <a:pt x="991228" y="664867"/>
                  </a:lnTo>
                  <a:lnTo>
                    <a:pt x="990157" y="665452"/>
                  </a:lnTo>
                  <a:lnTo>
                    <a:pt x="989085" y="666036"/>
                  </a:lnTo>
                  <a:lnTo>
                    <a:pt x="988014" y="666617"/>
                  </a:lnTo>
                  <a:lnTo>
                    <a:pt x="986942" y="667197"/>
                  </a:lnTo>
                  <a:lnTo>
                    <a:pt x="985870" y="667775"/>
                  </a:lnTo>
                  <a:lnTo>
                    <a:pt x="984799" y="668351"/>
                  </a:lnTo>
                  <a:lnTo>
                    <a:pt x="983727" y="668925"/>
                  </a:lnTo>
                  <a:lnTo>
                    <a:pt x="982656" y="669498"/>
                  </a:lnTo>
                  <a:lnTo>
                    <a:pt x="981584" y="670069"/>
                  </a:lnTo>
                  <a:lnTo>
                    <a:pt x="980512" y="670638"/>
                  </a:lnTo>
                  <a:lnTo>
                    <a:pt x="979441" y="671206"/>
                  </a:lnTo>
                  <a:lnTo>
                    <a:pt x="978369" y="671771"/>
                  </a:lnTo>
                  <a:lnTo>
                    <a:pt x="977298" y="672336"/>
                  </a:lnTo>
                  <a:lnTo>
                    <a:pt x="976226" y="672898"/>
                  </a:lnTo>
                  <a:lnTo>
                    <a:pt x="975154" y="673459"/>
                  </a:lnTo>
                  <a:lnTo>
                    <a:pt x="974083" y="674018"/>
                  </a:lnTo>
                  <a:lnTo>
                    <a:pt x="973011" y="674575"/>
                  </a:lnTo>
                  <a:lnTo>
                    <a:pt x="971940" y="675131"/>
                  </a:lnTo>
                  <a:lnTo>
                    <a:pt x="970868" y="675685"/>
                  </a:lnTo>
                  <a:lnTo>
                    <a:pt x="969796" y="676238"/>
                  </a:lnTo>
                  <a:lnTo>
                    <a:pt x="968725" y="676788"/>
                  </a:lnTo>
                  <a:lnTo>
                    <a:pt x="967653" y="677338"/>
                  </a:lnTo>
                  <a:lnTo>
                    <a:pt x="966582" y="677885"/>
                  </a:lnTo>
                  <a:lnTo>
                    <a:pt x="965510" y="678431"/>
                  </a:lnTo>
                  <a:lnTo>
                    <a:pt x="964438" y="678976"/>
                  </a:lnTo>
                  <a:lnTo>
                    <a:pt x="963367" y="679519"/>
                  </a:lnTo>
                  <a:lnTo>
                    <a:pt x="962295" y="680060"/>
                  </a:lnTo>
                  <a:lnTo>
                    <a:pt x="961224" y="680600"/>
                  </a:lnTo>
                  <a:lnTo>
                    <a:pt x="960152" y="681139"/>
                  </a:lnTo>
                  <a:lnTo>
                    <a:pt x="959080" y="681675"/>
                  </a:lnTo>
                  <a:lnTo>
                    <a:pt x="958009" y="682211"/>
                  </a:lnTo>
                  <a:lnTo>
                    <a:pt x="956937" y="682744"/>
                  </a:lnTo>
                  <a:lnTo>
                    <a:pt x="955866" y="683277"/>
                  </a:lnTo>
                  <a:lnTo>
                    <a:pt x="954794" y="683807"/>
                  </a:lnTo>
                  <a:lnTo>
                    <a:pt x="953722" y="684337"/>
                  </a:lnTo>
                  <a:lnTo>
                    <a:pt x="952651" y="684865"/>
                  </a:lnTo>
                  <a:lnTo>
                    <a:pt x="951579" y="685391"/>
                  </a:lnTo>
                  <a:lnTo>
                    <a:pt x="950508" y="685916"/>
                  </a:lnTo>
                  <a:lnTo>
                    <a:pt x="949436" y="686440"/>
                  </a:lnTo>
                  <a:lnTo>
                    <a:pt x="948364" y="686962"/>
                  </a:lnTo>
                  <a:lnTo>
                    <a:pt x="947293" y="687482"/>
                  </a:lnTo>
                  <a:lnTo>
                    <a:pt x="946221" y="688002"/>
                  </a:lnTo>
                  <a:lnTo>
                    <a:pt x="945150" y="688520"/>
                  </a:lnTo>
                  <a:lnTo>
                    <a:pt x="944078" y="689036"/>
                  </a:lnTo>
                  <a:lnTo>
                    <a:pt x="943006" y="689551"/>
                  </a:lnTo>
                  <a:lnTo>
                    <a:pt x="941935" y="690065"/>
                  </a:lnTo>
                  <a:lnTo>
                    <a:pt x="940863" y="690577"/>
                  </a:lnTo>
                  <a:lnTo>
                    <a:pt x="939792" y="691088"/>
                  </a:lnTo>
                  <a:lnTo>
                    <a:pt x="938720" y="691598"/>
                  </a:lnTo>
                  <a:lnTo>
                    <a:pt x="937648" y="692106"/>
                  </a:lnTo>
                  <a:lnTo>
                    <a:pt x="936577" y="692613"/>
                  </a:lnTo>
                  <a:lnTo>
                    <a:pt x="935505" y="693119"/>
                  </a:lnTo>
                  <a:lnTo>
                    <a:pt x="934434" y="693624"/>
                  </a:lnTo>
                  <a:lnTo>
                    <a:pt x="933362" y="694127"/>
                  </a:lnTo>
                  <a:lnTo>
                    <a:pt x="932290" y="694629"/>
                  </a:lnTo>
                  <a:lnTo>
                    <a:pt x="931219" y="695129"/>
                  </a:lnTo>
                  <a:lnTo>
                    <a:pt x="930147" y="695629"/>
                  </a:lnTo>
                  <a:lnTo>
                    <a:pt x="929076" y="696127"/>
                  </a:lnTo>
                  <a:lnTo>
                    <a:pt x="928004" y="696624"/>
                  </a:lnTo>
                  <a:lnTo>
                    <a:pt x="926932" y="697120"/>
                  </a:lnTo>
                  <a:lnTo>
                    <a:pt x="925861" y="697614"/>
                  </a:lnTo>
                  <a:lnTo>
                    <a:pt x="924789" y="698107"/>
                  </a:lnTo>
                  <a:lnTo>
                    <a:pt x="923718" y="698599"/>
                  </a:lnTo>
                  <a:lnTo>
                    <a:pt x="922646" y="699090"/>
                  </a:lnTo>
                  <a:lnTo>
                    <a:pt x="921574" y="699580"/>
                  </a:lnTo>
                  <a:lnTo>
                    <a:pt x="920503" y="700068"/>
                  </a:lnTo>
                  <a:lnTo>
                    <a:pt x="919431" y="700556"/>
                  </a:lnTo>
                  <a:lnTo>
                    <a:pt x="918360" y="701042"/>
                  </a:lnTo>
                  <a:lnTo>
                    <a:pt x="917288" y="701527"/>
                  </a:lnTo>
                  <a:lnTo>
                    <a:pt x="916216" y="702011"/>
                  </a:lnTo>
                  <a:lnTo>
                    <a:pt x="915145" y="702494"/>
                  </a:lnTo>
                  <a:lnTo>
                    <a:pt x="914073" y="702975"/>
                  </a:lnTo>
                  <a:lnTo>
                    <a:pt x="913002" y="703456"/>
                  </a:lnTo>
                  <a:lnTo>
                    <a:pt x="911930" y="703935"/>
                  </a:lnTo>
                  <a:lnTo>
                    <a:pt x="910858" y="704414"/>
                  </a:lnTo>
                  <a:lnTo>
                    <a:pt x="909787" y="704891"/>
                  </a:lnTo>
                  <a:lnTo>
                    <a:pt x="908715" y="705367"/>
                  </a:lnTo>
                  <a:lnTo>
                    <a:pt x="907644" y="705843"/>
                  </a:lnTo>
                  <a:lnTo>
                    <a:pt x="906572" y="706317"/>
                  </a:lnTo>
                  <a:lnTo>
                    <a:pt x="905500" y="706790"/>
                  </a:lnTo>
                  <a:lnTo>
                    <a:pt x="904429" y="707262"/>
                  </a:lnTo>
                  <a:lnTo>
                    <a:pt x="903357" y="707733"/>
                  </a:lnTo>
                  <a:lnTo>
                    <a:pt x="902286" y="708203"/>
                  </a:lnTo>
                  <a:lnTo>
                    <a:pt x="901214" y="708672"/>
                  </a:lnTo>
                  <a:lnTo>
                    <a:pt x="900142" y="709141"/>
                  </a:lnTo>
                  <a:lnTo>
                    <a:pt x="899071" y="709608"/>
                  </a:lnTo>
                  <a:lnTo>
                    <a:pt x="897999" y="710074"/>
                  </a:lnTo>
                  <a:lnTo>
                    <a:pt x="896928" y="710539"/>
                  </a:lnTo>
                  <a:lnTo>
                    <a:pt x="895856" y="711003"/>
                  </a:lnTo>
                  <a:lnTo>
                    <a:pt x="894784" y="711467"/>
                  </a:lnTo>
                  <a:lnTo>
                    <a:pt x="893713" y="711929"/>
                  </a:lnTo>
                  <a:lnTo>
                    <a:pt x="892641" y="712391"/>
                  </a:lnTo>
                  <a:lnTo>
                    <a:pt x="891570" y="712851"/>
                  </a:lnTo>
                  <a:lnTo>
                    <a:pt x="890498" y="713311"/>
                  </a:lnTo>
                  <a:lnTo>
                    <a:pt x="889426" y="713770"/>
                  </a:lnTo>
                  <a:lnTo>
                    <a:pt x="888355" y="714228"/>
                  </a:lnTo>
                  <a:lnTo>
                    <a:pt x="887283" y="714685"/>
                  </a:lnTo>
                  <a:lnTo>
                    <a:pt x="886212" y="715141"/>
                  </a:lnTo>
                  <a:lnTo>
                    <a:pt x="885140" y="715596"/>
                  </a:lnTo>
                  <a:lnTo>
                    <a:pt x="884069" y="716051"/>
                  </a:lnTo>
                  <a:lnTo>
                    <a:pt x="882997" y="716505"/>
                  </a:lnTo>
                  <a:lnTo>
                    <a:pt x="881925" y="716958"/>
                  </a:lnTo>
                  <a:lnTo>
                    <a:pt x="880854" y="717410"/>
                  </a:lnTo>
                  <a:lnTo>
                    <a:pt x="879782" y="717861"/>
                  </a:lnTo>
                  <a:lnTo>
                    <a:pt x="878711" y="718311"/>
                  </a:lnTo>
                  <a:lnTo>
                    <a:pt x="877639" y="718761"/>
                  </a:lnTo>
                  <a:lnTo>
                    <a:pt x="876567" y="719210"/>
                  </a:lnTo>
                  <a:lnTo>
                    <a:pt x="875496" y="719658"/>
                  </a:lnTo>
                  <a:lnTo>
                    <a:pt x="874424" y="720105"/>
                  </a:lnTo>
                  <a:lnTo>
                    <a:pt x="873353" y="720552"/>
                  </a:lnTo>
                  <a:lnTo>
                    <a:pt x="872281" y="720998"/>
                  </a:lnTo>
                  <a:lnTo>
                    <a:pt x="871209" y="721443"/>
                  </a:lnTo>
                  <a:lnTo>
                    <a:pt x="870138" y="721888"/>
                  </a:lnTo>
                  <a:lnTo>
                    <a:pt x="869066" y="722332"/>
                  </a:lnTo>
                  <a:lnTo>
                    <a:pt x="867995" y="722775"/>
                  </a:lnTo>
                  <a:lnTo>
                    <a:pt x="866923" y="723217"/>
                  </a:lnTo>
                  <a:lnTo>
                    <a:pt x="865851" y="723659"/>
                  </a:lnTo>
                  <a:lnTo>
                    <a:pt x="864780" y="724100"/>
                  </a:lnTo>
                  <a:lnTo>
                    <a:pt x="863708" y="724540"/>
                  </a:lnTo>
                  <a:lnTo>
                    <a:pt x="862637" y="724980"/>
                  </a:lnTo>
                  <a:lnTo>
                    <a:pt x="861565" y="725419"/>
                  </a:lnTo>
                  <a:lnTo>
                    <a:pt x="860493" y="725858"/>
                  </a:lnTo>
                  <a:lnTo>
                    <a:pt x="859422" y="726295"/>
                  </a:lnTo>
                  <a:lnTo>
                    <a:pt x="858350" y="726733"/>
                  </a:lnTo>
                  <a:lnTo>
                    <a:pt x="857279" y="727169"/>
                  </a:lnTo>
                  <a:lnTo>
                    <a:pt x="856207" y="727605"/>
                  </a:lnTo>
                  <a:lnTo>
                    <a:pt x="855135" y="728041"/>
                  </a:lnTo>
                  <a:lnTo>
                    <a:pt x="854064" y="728476"/>
                  </a:lnTo>
                  <a:lnTo>
                    <a:pt x="852992" y="728910"/>
                  </a:lnTo>
                  <a:lnTo>
                    <a:pt x="851921" y="729344"/>
                  </a:lnTo>
                  <a:lnTo>
                    <a:pt x="850849" y="729777"/>
                  </a:lnTo>
                  <a:lnTo>
                    <a:pt x="849777" y="730210"/>
                  </a:lnTo>
                  <a:lnTo>
                    <a:pt x="848706" y="730642"/>
                  </a:lnTo>
                  <a:lnTo>
                    <a:pt x="847634" y="731074"/>
                  </a:lnTo>
                  <a:lnTo>
                    <a:pt x="846563" y="731505"/>
                  </a:lnTo>
                  <a:lnTo>
                    <a:pt x="845491" y="731936"/>
                  </a:lnTo>
                  <a:lnTo>
                    <a:pt x="844419" y="732366"/>
                  </a:lnTo>
                  <a:lnTo>
                    <a:pt x="843348" y="732796"/>
                  </a:lnTo>
                  <a:lnTo>
                    <a:pt x="842276" y="733225"/>
                  </a:lnTo>
                  <a:lnTo>
                    <a:pt x="841205" y="733654"/>
                  </a:lnTo>
                  <a:lnTo>
                    <a:pt x="840133" y="734082"/>
                  </a:lnTo>
                  <a:lnTo>
                    <a:pt x="839061" y="734510"/>
                  </a:lnTo>
                  <a:lnTo>
                    <a:pt x="837990" y="734937"/>
                  </a:lnTo>
                  <a:lnTo>
                    <a:pt x="836918" y="735364"/>
                  </a:lnTo>
                  <a:lnTo>
                    <a:pt x="835847" y="735791"/>
                  </a:lnTo>
                  <a:lnTo>
                    <a:pt x="834775" y="736217"/>
                  </a:lnTo>
                  <a:lnTo>
                    <a:pt x="833703" y="736643"/>
                  </a:lnTo>
                  <a:lnTo>
                    <a:pt x="832632" y="737068"/>
                  </a:lnTo>
                  <a:lnTo>
                    <a:pt x="831560" y="737494"/>
                  </a:lnTo>
                  <a:lnTo>
                    <a:pt x="830489" y="737918"/>
                  </a:lnTo>
                  <a:lnTo>
                    <a:pt x="829417" y="738343"/>
                  </a:lnTo>
                  <a:lnTo>
                    <a:pt x="828345" y="738767"/>
                  </a:lnTo>
                  <a:lnTo>
                    <a:pt x="827274" y="739190"/>
                  </a:lnTo>
                  <a:lnTo>
                    <a:pt x="826202" y="739614"/>
                  </a:lnTo>
                  <a:lnTo>
                    <a:pt x="825131" y="740037"/>
                  </a:lnTo>
                  <a:lnTo>
                    <a:pt x="824059" y="740459"/>
                  </a:lnTo>
                  <a:lnTo>
                    <a:pt x="822987" y="740882"/>
                  </a:lnTo>
                  <a:lnTo>
                    <a:pt x="821916" y="741304"/>
                  </a:lnTo>
                  <a:lnTo>
                    <a:pt x="820844" y="741726"/>
                  </a:lnTo>
                  <a:lnTo>
                    <a:pt x="819773" y="742147"/>
                  </a:lnTo>
                  <a:lnTo>
                    <a:pt x="818701" y="742569"/>
                  </a:lnTo>
                  <a:lnTo>
                    <a:pt x="817629" y="742990"/>
                  </a:lnTo>
                  <a:lnTo>
                    <a:pt x="816558" y="743411"/>
                  </a:lnTo>
                  <a:lnTo>
                    <a:pt x="815486" y="743831"/>
                  </a:lnTo>
                  <a:lnTo>
                    <a:pt x="814415" y="744252"/>
                  </a:lnTo>
                  <a:lnTo>
                    <a:pt x="813343" y="744672"/>
                  </a:lnTo>
                  <a:lnTo>
                    <a:pt x="812271" y="745092"/>
                  </a:lnTo>
                  <a:lnTo>
                    <a:pt x="811200" y="745511"/>
                  </a:lnTo>
                  <a:lnTo>
                    <a:pt x="810128" y="745931"/>
                  </a:lnTo>
                  <a:lnTo>
                    <a:pt x="809057" y="746350"/>
                  </a:lnTo>
                  <a:lnTo>
                    <a:pt x="807985" y="746770"/>
                  </a:lnTo>
                  <a:lnTo>
                    <a:pt x="806913" y="747189"/>
                  </a:lnTo>
                  <a:lnTo>
                    <a:pt x="805842" y="747608"/>
                  </a:lnTo>
                  <a:lnTo>
                    <a:pt x="804770" y="748026"/>
                  </a:lnTo>
                  <a:lnTo>
                    <a:pt x="803699" y="748445"/>
                  </a:lnTo>
                  <a:lnTo>
                    <a:pt x="802627" y="748863"/>
                  </a:lnTo>
                  <a:lnTo>
                    <a:pt x="801555" y="749282"/>
                  </a:lnTo>
                  <a:lnTo>
                    <a:pt x="800484" y="749700"/>
                  </a:lnTo>
                  <a:lnTo>
                    <a:pt x="799412" y="750118"/>
                  </a:lnTo>
                  <a:lnTo>
                    <a:pt x="798341" y="750536"/>
                  </a:lnTo>
                  <a:lnTo>
                    <a:pt x="797269" y="750954"/>
                  </a:lnTo>
                  <a:lnTo>
                    <a:pt x="796197" y="751372"/>
                  </a:lnTo>
                  <a:lnTo>
                    <a:pt x="795126" y="751790"/>
                  </a:lnTo>
                  <a:lnTo>
                    <a:pt x="794054" y="752208"/>
                  </a:lnTo>
                  <a:lnTo>
                    <a:pt x="792983" y="752625"/>
                  </a:lnTo>
                  <a:lnTo>
                    <a:pt x="791911" y="753043"/>
                  </a:lnTo>
                  <a:lnTo>
                    <a:pt x="790839" y="753461"/>
                  </a:lnTo>
                  <a:lnTo>
                    <a:pt x="789768" y="753879"/>
                  </a:lnTo>
                  <a:lnTo>
                    <a:pt x="788696" y="754296"/>
                  </a:lnTo>
                  <a:lnTo>
                    <a:pt x="787625" y="754714"/>
                  </a:lnTo>
                  <a:lnTo>
                    <a:pt x="786553" y="755132"/>
                  </a:lnTo>
                  <a:lnTo>
                    <a:pt x="785481" y="755549"/>
                  </a:lnTo>
                  <a:lnTo>
                    <a:pt x="784410" y="755967"/>
                  </a:lnTo>
                  <a:lnTo>
                    <a:pt x="783338" y="756385"/>
                  </a:lnTo>
                  <a:lnTo>
                    <a:pt x="782267" y="756802"/>
                  </a:lnTo>
                  <a:lnTo>
                    <a:pt x="781195" y="757220"/>
                  </a:lnTo>
                  <a:lnTo>
                    <a:pt x="780123" y="757638"/>
                  </a:lnTo>
                  <a:lnTo>
                    <a:pt x="779052" y="758056"/>
                  </a:lnTo>
                  <a:lnTo>
                    <a:pt x="777980" y="758474"/>
                  </a:lnTo>
                  <a:lnTo>
                    <a:pt x="776909" y="758892"/>
                  </a:lnTo>
                  <a:lnTo>
                    <a:pt x="775837" y="759311"/>
                  </a:lnTo>
                  <a:lnTo>
                    <a:pt x="774765" y="759729"/>
                  </a:lnTo>
                  <a:lnTo>
                    <a:pt x="773694" y="760147"/>
                  </a:lnTo>
                  <a:lnTo>
                    <a:pt x="772622" y="760566"/>
                  </a:lnTo>
                  <a:lnTo>
                    <a:pt x="771551" y="760985"/>
                  </a:lnTo>
                  <a:lnTo>
                    <a:pt x="770479" y="761403"/>
                  </a:lnTo>
                  <a:lnTo>
                    <a:pt x="769407" y="761822"/>
                  </a:lnTo>
                  <a:lnTo>
                    <a:pt x="768336" y="762241"/>
                  </a:lnTo>
                  <a:lnTo>
                    <a:pt x="767264" y="762661"/>
                  </a:lnTo>
                  <a:lnTo>
                    <a:pt x="766193" y="763080"/>
                  </a:lnTo>
                  <a:lnTo>
                    <a:pt x="765121" y="763500"/>
                  </a:lnTo>
                  <a:lnTo>
                    <a:pt x="764049" y="763920"/>
                  </a:lnTo>
                  <a:lnTo>
                    <a:pt x="762978" y="764340"/>
                  </a:lnTo>
                  <a:lnTo>
                    <a:pt x="761906" y="764760"/>
                  </a:lnTo>
                  <a:lnTo>
                    <a:pt x="760835" y="765180"/>
                  </a:lnTo>
                  <a:lnTo>
                    <a:pt x="759763" y="765601"/>
                  </a:lnTo>
                  <a:lnTo>
                    <a:pt x="758691" y="766022"/>
                  </a:lnTo>
                  <a:lnTo>
                    <a:pt x="757620" y="766443"/>
                  </a:lnTo>
                  <a:lnTo>
                    <a:pt x="756548" y="766864"/>
                  </a:lnTo>
                  <a:lnTo>
                    <a:pt x="755477" y="767286"/>
                  </a:lnTo>
                  <a:lnTo>
                    <a:pt x="754405" y="767708"/>
                  </a:lnTo>
                  <a:lnTo>
                    <a:pt x="753333" y="768130"/>
                  </a:lnTo>
                  <a:lnTo>
                    <a:pt x="752262" y="768553"/>
                  </a:lnTo>
                  <a:lnTo>
                    <a:pt x="751190" y="768975"/>
                  </a:lnTo>
                  <a:lnTo>
                    <a:pt x="750119" y="769398"/>
                  </a:lnTo>
                  <a:lnTo>
                    <a:pt x="749047" y="769822"/>
                  </a:lnTo>
                  <a:lnTo>
                    <a:pt x="747975" y="770245"/>
                  </a:lnTo>
                  <a:lnTo>
                    <a:pt x="746904" y="770669"/>
                  </a:lnTo>
                  <a:lnTo>
                    <a:pt x="745832" y="771093"/>
                  </a:lnTo>
                  <a:lnTo>
                    <a:pt x="744761" y="771518"/>
                  </a:lnTo>
                  <a:lnTo>
                    <a:pt x="743689" y="771943"/>
                  </a:lnTo>
                  <a:lnTo>
                    <a:pt x="742617" y="772368"/>
                  </a:lnTo>
                  <a:lnTo>
                    <a:pt x="741546" y="772794"/>
                  </a:lnTo>
                  <a:lnTo>
                    <a:pt x="740474" y="773220"/>
                  </a:lnTo>
                  <a:lnTo>
                    <a:pt x="739403" y="773646"/>
                  </a:lnTo>
                  <a:lnTo>
                    <a:pt x="738331" y="774073"/>
                  </a:lnTo>
                  <a:lnTo>
                    <a:pt x="737259" y="774500"/>
                  </a:lnTo>
                  <a:lnTo>
                    <a:pt x="736188" y="774928"/>
                  </a:lnTo>
                  <a:lnTo>
                    <a:pt x="735116" y="775356"/>
                  </a:lnTo>
                  <a:lnTo>
                    <a:pt x="734045" y="775784"/>
                  </a:lnTo>
                  <a:lnTo>
                    <a:pt x="732973" y="776213"/>
                  </a:lnTo>
                  <a:lnTo>
                    <a:pt x="731901" y="776642"/>
                  </a:lnTo>
                  <a:lnTo>
                    <a:pt x="730830" y="777072"/>
                  </a:lnTo>
                  <a:lnTo>
                    <a:pt x="729758" y="777502"/>
                  </a:lnTo>
                  <a:lnTo>
                    <a:pt x="728687" y="777933"/>
                  </a:lnTo>
                  <a:lnTo>
                    <a:pt x="727615" y="778364"/>
                  </a:lnTo>
                  <a:lnTo>
                    <a:pt x="726543" y="778795"/>
                  </a:lnTo>
                  <a:lnTo>
                    <a:pt x="725472" y="779227"/>
                  </a:lnTo>
                  <a:lnTo>
                    <a:pt x="724400" y="779659"/>
                  </a:lnTo>
                  <a:lnTo>
                    <a:pt x="723329" y="780092"/>
                  </a:lnTo>
                  <a:lnTo>
                    <a:pt x="722257" y="780526"/>
                  </a:lnTo>
                  <a:lnTo>
                    <a:pt x="721185" y="780960"/>
                  </a:lnTo>
                  <a:lnTo>
                    <a:pt x="720114" y="781394"/>
                  </a:lnTo>
                  <a:lnTo>
                    <a:pt x="719042" y="781829"/>
                  </a:lnTo>
                  <a:lnTo>
                    <a:pt x="717971" y="782264"/>
                  </a:lnTo>
                  <a:lnTo>
                    <a:pt x="716899" y="782700"/>
                  </a:lnTo>
                  <a:lnTo>
                    <a:pt x="715827" y="783137"/>
                  </a:lnTo>
                  <a:lnTo>
                    <a:pt x="714756" y="783574"/>
                  </a:lnTo>
                  <a:lnTo>
                    <a:pt x="713684" y="784012"/>
                  </a:lnTo>
                  <a:lnTo>
                    <a:pt x="712613" y="784450"/>
                  </a:lnTo>
                  <a:lnTo>
                    <a:pt x="711541" y="784888"/>
                  </a:lnTo>
                  <a:lnTo>
                    <a:pt x="710469" y="785328"/>
                  </a:lnTo>
                  <a:lnTo>
                    <a:pt x="709398" y="785768"/>
                  </a:lnTo>
                  <a:lnTo>
                    <a:pt x="708326" y="786208"/>
                  </a:lnTo>
                  <a:lnTo>
                    <a:pt x="707255" y="786649"/>
                  </a:lnTo>
                  <a:lnTo>
                    <a:pt x="706183" y="787091"/>
                  </a:lnTo>
                  <a:lnTo>
                    <a:pt x="705112" y="787533"/>
                  </a:lnTo>
                  <a:lnTo>
                    <a:pt x="704040" y="787976"/>
                  </a:lnTo>
                  <a:lnTo>
                    <a:pt x="702968" y="788419"/>
                  </a:lnTo>
                  <a:lnTo>
                    <a:pt x="701897" y="788863"/>
                  </a:lnTo>
                  <a:lnTo>
                    <a:pt x="700825" y="789308"/>
                  </a:lnTo>
                  <a:lnTo>
                    <a:pt x="699754" y="789753"/>
                  </a:lnTo>
                  <a:lnTo>
                    <a:pt x="698682" y="790199"/>
                  </a:lnTo>
                  <a:lnTo>
                    <a:pt x="697610" y="790646"/>
                  </a:lnTo>
                  <a:lnTo>
                    <a:pt x="696539" y="791093"/>
                  </a:lnTo>
                  <a:lnTo>
                    <a:pt x="695467" y="791541"/>
                  </a:lnTo>
                  <a:lnTo>
                    <a:pt x="694396" y="791990"/>
                  </a:lnTo>
                  <a:lnTo>
                    <a:pt x="693324" y="792439"/>
                  </a:lnTo>
                  <a:lnTo>
                    <a:pt x="692252" y="792889"/>
                  </a:lnTo>
                  <a:lnTo>
                    <a:pt x="691181" y="793339"/>
                  </a:lnTo>
                  <a:lnTo>
                    <a:pt x="690109" y="793791"/>
                  </a:lnTo>
                  <a:lnTo>
                    <a:pt x="689038" y="794243"/>
                  </a:lnTo>
                  <a:lnTo>
                    <a:pt x="687966" y="794695"/>
                  </a:lnTo>
                  <a:lnTo>
                    <a:pt x="686894" y="795149"/>
                  </a:lnTo>
                  <a:lnTo>
                    <a:pt x="685823" y="795603"/>
                  </a:lnTo>
                  <a:lnTo>
                    <a:pt x="684751" y="796058"/>
                  </a:lnTo>
                  <a:lnTo>
                    <a:pt x="683680" y="796513"/>
                  </a:lnTo>
                  <a:lnTo>
                    <a:pt x="682608" y="796970"/>
                  </a:lnTo>
                  <a:lnTo>
                    <a:pt x="681536" y="797427"/>
                  </a:lnTo>
                  <a:lnTo>
                    <a:pt x="680465" y="797885"/>
                  </a:lnTo>
                  <a:lnTo>
                    <a:pt x="679393" y="798343"/>
                  </a:lnTo>
                  <a:lnTo>
                    <a:pt x="678322" y="798802"/>
                  </a:lnTo>
                  <a:lnTo>
                    <a:pt x="677250" y="799262"/>
                  </a:lnTo>
                  <a:lnTo>
                    <a:pt x="676178" y="799723"/>
                  </a:lnTo>
                  <a:lnTo>
                    <a:pt x="675107" y="800185"/>
                  </a:lnTo>
                  <a:lnTo>
                    <a:pt x="674035" y="800647"/>
                  </a:lnTo>
                  <a:lnTo>
                    <a:pt x="672964" y="801110"/>
                  </a:lnTo>
                  <a:lnTo>
                    <a:pt x="671892" y="801574"/>
                  </a:lnTo>
                  <a:lnTo>
                    <a:pt x="670820" y="802039"/>
                  </a:lnTo>
                  <a:lnTo>
                    <a:pt x="669749" y="802504"/>
                  </a:lnTo>
                  <a:lnTo>
                    <a:pt x="668677" y="802971"/>
                  </a:lnTo>
                  <a:lnTo>
                    <a:pt x="667606" y="803438"/>
                  </a:lnTo>
                  <a:lnTo>
                    <a:pt x="666534" y="803906"/>
                  </a:lnTo>
                  <a:lnTo>
                    <a:pt x="665462" y="804374"/>
                  </a:lnTo>
                  <a:lnTo>
                    <a:pt x="664391" y="804844"/>
                  </a:lnTo>
                  <a:lnTo>
                    <a:pt x="663319" y="805314"/>
                  </a:lnTo>
                  <a:lnTo>
                    <a:pt x="662248" y="805785"/>
                  </a:lnTo>
                  <a:lnTo>
                    <a:pt x="661176" y="806257"/>
                  </a:lnTo>
                  <a:lnTo>
                    <a:pt x="660104" y="806730"/>
                  </a:lnTo>
                  <a:lnTo>
                    <a:pt x="659033" y="807204"/>
                  </a:lnTo>
                  <a:lnTo>
                    <a:pt x="657961" y="807678"/>
                  </a:lnTo>
                  <a:lnTo>
                    <a:pt x="656890" y="808154"/>
                  </a:lnTo>
                  <a:lnTo>
                    <a:pt x="655818" y="808630"/>
                  </a:lnTo>
                  <a:lnTo>
                    <a:pt x="654746" y="809107"/>
                  </a:lnTo>
                  <a:lnTo>
                    <a:pt x="653675" y="809585"/>
                  </a:lnTo>
                  <a:lnTo>
                    <a:pt x="652603" y="810064"/>
                  </a:lnTo>
                  <a:lnTo>
                    <a:pt x="651532" y="810543"/>
                  </a:lnTo>
                  <a:lnTo>
                    <a:pt x="650460" y="811024"/>
                  </a:lnTo>
                  <a:lnTo>
                    <a:pt x="649388" y="811505"/>
                  </a:lnTo>
                  <a:lnTo>
                    <a:pt x="648317" y="811988"/>
                  </a:lnTo>
                  <a:lnTo>
                    <a:pt x="647245" y="812471"/>
                  </a:lnTo>
                  <a:lnTo>
                    <a:pt x="646174" y="812955"/>
                  </a:lnTo>
                  <a:lnTo>
                    <a:pt x="645102" y="813440"/>
                  </a:lnTo>
                  <a:lnTo>
                    <a:pt x="644030" y="813926"/>
                  </a:lnTo>
                  <a:lnTo>
                    <a:pt x="642959" y="814412"/>
                  </a:lnTo>
                  <a:lnTo>
                    <a:pt x="641887" y="814900"/>
                  </a:lnTo>
                  <a:lnTo>
                    <a:pt x="640816" y="815389"/>
                  </a:lnTo>
                  <a:lnTo>
                    <a:pt x="639744" y="815878"/>
                  </a:lnTo>
                  <a:lnTo>
                    <a:pt x="638672" y="816368"/>
                  </a:lnTo>
                  <a:lnTo>
                    <a:pt x="637601" y="816860"/>
                  </a:lnTo>
                  <a:lnTo>
                    <a:pt x="636529" y="817352"/>
                  </a:lnTo>
                  <a:lnTo>
                    <a:pt x="635458" y="817845"/>
                  </a:lnTo>
                  <a:lnTo>
                    <a:pt x="634386" y="818339"/>
                  </a:lnTo>
                  <a:lnTo>
                    <a:pt x="633314" y="818834"/>
                  </a:lnTo>
                  <a:lnTo>
                    <a:pt x="632243" y="819330"/>
                  </a:lnTo>
                  <a:lnTo>
                    <a:pt x="631171" y="819827"/>
                  </a:lnTo>
                  <a:lnTo>
                    <a:pt x="630100" y="820325"/>
                  </a:lnTo>
                  <a:lnTo>
                    <a:pt x="629028" y="820824"/>
                  </a:lnTo>
                  <a:lnTo>
                    <a:pt x="627956" y="821323"/>
                  </a:lnTo>
                  <a:lnTo>
                    <a:pt x="626885" y="821824"/>
                  </a:lnTo>
                  <a:lnTo>
                    <a:pt x="625813" y="822325"/>
                  </a:lnTo>
                  <a:lnTo>
                    <a:pt x="624742" y="822828"/>
                  </a:lnTo>
                  <a:lnTo>
                    <a:pt x="623670" y="823331"/>
                  </a:lnTo>
                  <a:lnTo>
                    <a:pt x="622598" y="823836"/>
                  </a:lnTo>
                  <a:lnTo>
                    <a:pt x="621527" y="824341"/>
                  </a:lnTo>
                  <a:lnTo>
                    <a:pt x="620455" y="824848"/>
                  </a:lnTo>
                  <a:lnTo>
                    <a:pt x="619384" y="825355"/>
                  </a:lnTo>
                  <a:lnTo>
                    <a:pt x="618312" y="825863"/>
                  </a:lnTo>
                  <a:lnTo>
                    <a:pt x="617240" y="826372"/>
                  </a:lnTo>
                  <a:lnTo>
                    <a:pt x="616169" y="826883"/>
                  </a:lnTo>
                  <a:lnTo>
                    <a:pt x="615097" y="827394"/>
                  </a:lnTo>
                  <a:lnTo>
                    <a:pt x="614026" y="827906"/>
                  </a:lnTo>
                  <a:lnTo>
                    <a:pt x="612954" y="828419"/>
                  </a:lnTo>
                  <a:lnTo>
                    <a:pt x="611882" y="828933"/>
                  </a:lnTo>
                  <a:lnTo>
                    <a:pt x="610811" y="829448"/>
                  </a:lnTo>
                  <a:lnTo>
                    <a:pt x="609739" y="829964"/>
                  </a:lnTo>
                  <a:lnTo>
                    <a:pt x="608668" y="830481"/>
                  </a:lnTo>
                  <a:lnTo>
                    <a:pt x="607596" y="831000"/>
                  </a:lnTo>
                  <a:lnTo>
                    <a:pt x="606524" y="831519"/>
                  </a:lnTo>
                  <a:lnTo>
                    <a:pt x="605453" y="832039"/>
                  </a:lnTo>
                  <a:lnTo>
                    <a:pt x="604381" y="832560"/>
                  </a:lnTo>
                  <a:lnTo>
                    <a:pt x="603310" y="833082"/>
                  </a:lnTo>
                  <a:lnTo>
                    <a:pt x="602238" y="833604"/>
                  </a:lnTo>
                  <a:lnTo>
                    <a:pt x="601166" y="834128"/>
                  </a:lnTo>
                  <a:lnTo>
                    <a:pt x="600095" y="834653"/>
                  </a:lnTo>
                  <a:lnTo>
                    <a:pt x="599023" y="835179"/>
                  </a:lnTo>
                  <a:lnTo>
                    <a:pt x="597952" y="835706"/>
                  </a:lnTo>
                  <a:lnTo>
                    <a:pt x="596880" y="836234"/>
                  </a:lnTo>
                  <a:lnTo>
                    <a:pt x="595808" y="836763"/>
                  </a:lnTo>
                  <a:lnTo>
                    <a:pt x="594737" y="837293"/>
                  </a:lnTo>
                  <a:lnTo>
                    <a:pt x="593665" y="837824"/>
                  </a:lnTo>
                  <a:lnTo>
                    <a:pt x="592594" y="838356"/>
                  </a:lnTo>
                  <a:lnTo>
                    <a:pt x="591522" y="838889"/>
                  </a:lnTo>
                  <a:lnTo>
                    <a:pt x="590450" y="839423"/>
                  </a:lnTo>
                  <a:lnTo>
                    <a:pt x="589379" y="839958"/>
                  </a:lnTo>
                  <a:lnTo>
                    <a:pt x="588307" y="840494"/>
                  </a:lnTo>
                  <a:lnTo>
                    <a:pt x="587236" y="841031"/>
                  </a:lnTo>
                  <a:lnTo>
                    <a:pt x="586164" y="841569"/>
                  </a:lnTo>
                  <a:lnTo>
                    <a:pt x="585092" y="842107"/>
                  </a:lnTo>
                  <a:lnTo>
                    <a:pt x="584021" y="842647"/>
                  </a:lnTo>
                  <a:lnTo>
                    <a:pt x="582949" y="843188"/>
                  </a:lnTo>
                  <a:lnTo>
                    <a:pt x="581878" y="843730"/>
                  </a:lnTo>
                  <a:lnTo>
                    <a:pt x="580806" y="844273"/>
                  </a:lnTo>
                  <a:lnTo>
                    <a:pt x="579734" y="844817"/>
                  </a:lnTo>
                  <a:lnTo>
                    <a:pt x="578663" y="845362"/>
                  </a:lnTo>
                  <a:lnTo>
                    <a:pt x="577591" y="845908"/>
                  </a:lnTo>
                  <a:lnTo>
                    <a:pt x="576520" y="846455"/>
                  </a:lnTo>
                  <a:lnTo>
                    <a:pt x="575448" y="847003"/>
                  </a:lnTo>
                  <a:lnTo>
                    <a:pt x="574376" y="847552"/>
                  </a:lnTo>
                  <a:lnTo>
                    <a:pt x="573305" y="848102"/>
                  </a:lnTo>
                  <a:lnTo>
                    <a:pt x="572233" y="848653"/>
                  </a:lnTo>
                  <a:lnTo>
                    <a:pt x="571162" y="849205"/>
                  </a:lnTo>
                  <a:lnTo>
                    <a:pt x="570090" y="849758"/>
                  </a:lnTo>
                  <a:lnTo>
                    <a:pt x="569018" y="850312"/>
                  </a:lnTo>
                  <a:lnTo>
                    <a:pt x="567947" y="850866"/>
                  </a:lnTo>
                  <a:lnTo>
                    <a:pt x="566875" y="851422"/>
                  </a:lnTo>
                  <a:lnTo>
                    <a:pt x="565804" y="851979"/>
                  </a:lnTo>
                  <a:lnTo>
                    <a:pt x="564732" y="852537"/>
                  </a:lnTo>
                  <a:lnTo>
                    <a:pt x="563660" y="853096"/>
                  </a:lnTo>
                  <a:lnTo>
                    <a:pt x="562589" y="853656"/>
                  </a:lnTo>
                  <a:lnTo>
                    <a:pt x="561517" y="854217"/>
                  </a:lnTo>
                  <a:lnTo>
                    <a:pt x="560446" y="854779"/>
                  </a:lnTo>
                  <a:lnTo>
                    <a:pt x="559374" y="855342"/>
                  </a:lnTo>
                  <a:lnTo>
                    <a:pt x="558302" y="855906"/>
                  </a:lnTo>
                  <a:lnTo>
                    <a:pt x="557231" y="856471"/>
                  </a:lnTo>
                  <a:lnTo>
                    <a:pt x="556159" y="857036"/>
                  </a:lnTo>
                  <a:lnTo>
                    <a:pt x="555088" y="857603"/>
                  </a:lnTo>
                  <a:lnTo>
                    <a:pt x="554016" y="858171"/>
                  </a:lnTo>
                  <a:lnTo>
                    <a:pt x="552944" y="858740"/>
                  </a:lnTo>
                  <a:lnTo>
                    <a:pt x="551873" y="859310"/>
                  </a:lnTo>
                  <a:lnTo>
                    <a:pt x="550801" y="859880"/>
                  </a:lnTo>
                  <a:lnTo>
                    <a:pt x="549730" y="860452"/>
                  </a:lnTo>
                  <a:lnTo>
                    <a:pt x="548658" y="861025"/>
                  </a:lnTo>
                  <a:lnTo>
                    <a:pt x="547586" y="861598"/>
                  </a:lnTo>
                  <a:lnTo>
                    <a:pt x="546515" y="862173"/>
                  </a:lnTo>
                  <a:lnTo>
                    <a:pt x="545443" y="862749"/>
                  </a:lnTo>
                  <a:lnTo>
                    <a:pt x="544372" y="863325"/>
                  </a:lnTo>
                  <a:lnTo>
                    <a:pt x="543300" y="863903"/>
                  </a:lnTo>
                  <a:lnTo>
                    <a:pt x="542228" y="864481"/>
                  </a:lnTo>
                  <a:lnTo>
                    <a:pt x="541157" y="865061"/>
                  </a:lnTo>
                  <a:lnTo>
                    <a:pt x="540085" y="865641"/>
                  </a:lnTo>
                  <a:lnTo>
                    <a:pt x="539014" y="866223"/>
                  </a:lnTo>
                  <a:lnTo>
                    <a:pt x="537942" y="866805"/>
                  </a:lnTo>
                  <a:lnTo>
                    <a:pt x="536870" y="867388"/>
                  </a:lnTo>
                  <a:lnTo>
                    <a:pt x="535799" y="867973"/>
                  </a:lnTo>
                  <a:lnTo>
                    <a:pt x="534727" y="868558"/>
                  </a:lnTo>
                  <a:lnTo>
                    <a:pt x="533656" y="869144"/>
                  </a:lnTo>
                  <a:lnTo>
                    <a:pt x="532584" y="869731"/>
                  </a:lnTo>
                  <a:lnTo>
                    <a:pt x="531513" y="870319"/>
                  </a:lnTo>
                  <a:lnTo>
                    <a:pt x="530441" y="870908"/>
                  </a:lnTo>
                  <a:lnTo>
                    <a:pt x="529369" y="871498"/>
                  </a:lnTo>
                  <a:lnTo>
                    <a:pt x="528298" y="872089"/>
                  </a:lnTo>
                  <a:lnTo>
                    <a:pt x="527226" y="872680"/>
                  </a:lnTo>
                  <a:lnTo>
                    <a:pt x="526155" y="873273"/>
                  </a:lnTo>
                  <a:lnTo>
                    <a:pt x="525083" y="873867"/>
                  </a:lnTo>
                  <a:lnTo>
                    <a:pt x="524011" y="874461"/>
                  </a:lnTo>
                  <a:lnTo>
                    <a:pt x="522940" y="875057"/>
                  </a:lnTo>
                  <a:lnTo>
                    <a:pt x="521868" y="875653"/>
                  </a:lnTo>
                  <a:lnTo>
                    <a:pt x="520797" y="876250"/>
                  </a:lnTo>
                  <a:lnTo>
                    <a:pt x="519725" y="876848"/>
                  </a:lnTo>
                  <a:lnTo>
                    <a:pt x="518653" y="877448"/>
                  </a:lnTo>
                  <a:lnTo>
                    <a:pt x="517582" y="878048"/>
                  </a:lnTo>
                  <a:lnTo>
                    <a:pt x="516510" y="878648"/>
                  </a:lnTo>
                  <a:lnTo>
                    <a:pt x="515439" y="879250"/>
                  </a:lnTo>
                  <a:lnTo>
                    <a:pt x="514367" y="879853"/>
                  </a:lnTo>
                  <a:lnTo>
                    <a:pt x="513295" y="880456"/>
                  </a:lnTo>
                  <a:lnTo>
                    <a:pt x="512224" y="881061"/>
                  </a:lnTo>
                  <a:lnTo>
                    <a:pt x="511152" y="881666"/>
                  </a:lnTo>
                  <a:lnTo>
                    <a:pt x="510081" y="882272"/>
                  </a:lnTo>
                  <a:lnTo>
                    <a:pt x="509009" y="882880"/>
                  </a:lnTo>
                  <a:lnTo>
                    <a:pt x="507937" y="883488"/>
                  </a:lnTo>
                  <a:lnTo>
                    <a:pt x="506866" y="884096"/>
                  </a:lnTo>
                  <a:lnTo>
                    <a:pt x="505794" y="884706"/>
                  </a:lnTo>
                  <a:lnTo>
                    <a:pt x="504723" y="885317"/>
                  </a:lnTo>
                  <a:lnTo>
                    <a:pt x="503651" y="885928"/>
                  </a:lnTo>
                  <a:lnTo>
                    <a:pt x="502579" y="886540"/>
                  </a:lnTo>
                  <a:lnTo>
                    <a:pt x="501508" y="887153"/>
                  </a:lnTo>
                  <a:lnTo>
                    <a:pt x="500436" y="887767"/>
                  </a:lnTo>
                  <a:lnTo>
                    <a:pt x="499365" y="888382"/>
                  </a:lnTo>
                  <a:lnTo>
                    <a:pt x="498293" y="888998"/>
                  </a:lnTo>
                  <a:lnTo>
                    <a:pt x="497221" y="889614"/>
                  </a:lnTo>
                  <a:lnTo>
                    <a:pt x="496150" y="890232"/>
                  </a:lnTo>
                  <a:lnTo>
                    <a:pt x="495078" y="890850"/>
                  </a:lnTo>
                  <a:lnTo>
                    <a:pt x="494007" y="891469"/>
                  </a:lnTo>
                  <a:lnTo>
                    <a:pt x="492935" y="892088"/>
                  </a:lnTo>
                  <a:lnTo>
                    <a:pt x="491863" y="892709"/>
                  </a:lnTo>
                  <a:lnTo>
                    <a:pt x="490792" y="893330"/>
                  </a:lnTo>
                  <a:lnTo>
                    <a:pt x="489720" y="893953"/>
                  </a:lnTo>
                  <a:lnTo>
                    <a:pt x="488649" y="894576"/>
                  </a:lnTo>
                  <a:lnTo>
                    <a:pt x="487577" y="895199"/>
                  </a:lnTo>
                  <a:lnTo>
                    <a:pt x="486505" y="895824"/>
                  </a:lnTo>
                  <a:lnTo>
                    <a:pt x="485434" y="896449"/>
                  </a:lnTo>
                  <a:lnTo>
                    <a:pt x="484362" y="897075"/>
                  </a:lnTo>
                  <a:lnTo>
                    <a:pt x="483291" y="897702"/>
                  </a:lnTo>
                  <a:lnTo>
                    <a:pt x="482219" y="898330"/>
                  </a:lnTo>
                  <a:lnTo>
                    <a:pt x="481147" y="898959"/>
                  </a:lnTo>
                  <a:lnTo>
                    <a:pt x="480076" y="899588"/>
                  </a:lnTo>
                  <a:lnTo>
                    <a:pt x="479004" y="900218"/>
                  </a:lnTo>
                  <a:lnTo>
                    <a:pt x="477933" y="900849"/>
                  </a:lnTo>
                  <a:lnTo>
                    <a:pt x="476861" y="901480"/>
                  </a:lnTo>
                  <a:lnTo>
                    <a:pt x="475789" y="902112"/>
                  </a:lnTo>
                  <a:lnTo>
                    <a:pt x="474718" y="902745"/>
                  </a:lnTo>
                  <a:lnTo>
                    <a:pt x="473646" y="903379"/>
                  </a:lnTo>
                  <a:lnTo>
                    <a:pt x="472575" y="904014"/>
                  </a:lnTo>
                  <a:lnTo>
                    <a:pt x="471503" y="904649"/>
                  </a:lnTo>
                  <a:lnTo>
                    <a:pt x="470431" y="905285"/>
                  </a:lnTo>
                  <a:lnTo>
                    <a:pt x="469360" y="905921"/>
                  </a:lnTo>
                  <a:lnTo>
                    <a:pt x="468288" y="906559"/>
                  </a:lnTo>
                  <a:lnTo>
                    <a:pt x="467217" y="907197"/>
                  </a:lnTo>
                  <a:lnTo>
                    <a:pt x="466145" y="907836"/>
                  </a:lnTo>
                  <a:lnTo>
                    <a:pt x="465073" y="908475"/>
                  </a:lnTo>
                  <a:lnTo>
                    <a:pt x="464002" y="909115"/>
                  </a:lnTo>
                  <a:lnTo>
                    <a:pt x="462930" y="909756"/>
                  </a:lnTo>
                  <a:lnTo>
                    <a:pt x="461859" y="910398"/>
                  </a:lnTo>
                  <a:lnTo>
                    <a:pt x="460787" y="911040"/>
                  </a:lnTo>
                  <a:lnTo>
                    <a:pt x="459715" y="911683"/>
                  </a:lnTo>
                  <a:lnTo>
                    <a:pt x="458644" y="912326"/>
                  </a:lnTo>
                  <a:lnTo>
                    <a:pt x="457572" y="912971"/>
                  </a:lnTo>
                  <a:lnTo>
                    <a:pt x="456501" y="913615"/>
                  </a:lnTo>
                  <a:lnTo>
                    <a:pt x="455429" y="914261"/>
                  </a:lnTo>
                  <a:lnTo>
                    <a:pt x="454357" y="914907"/>
                  </a:lnTo>
                  <a:lnTo>
                    <a:pt x="453286" y="915554"/>
                  </a:lnTo>
                  <a:lnTo>
                    <a:pt x="452214" y="916201"/>
                  </a:lnTo>
                  <a:lnTo>
                    <a:pt x="451143" y="916850"/>
                  </a:lnTo>
                  <a:lnTo>
                    <a:pt x="450071" y="917498"/>
                  </a:lnTo>
                  <a:lnTo>
                    <a:pt x="448999" y="918148"/>
                  </a:lnTo>
                  <a:lnTo>
                    <a:pt x="447928" y="918798"/>
                  </a:lnTo>
                  <a:lnTo>
                    <a:pt x="446856" y="919448"/>
                  </a:lnTo>
                  <a:lnTo>
                    <a:pt x="445785" y="920100"/>
                  </a:lnTo>
                  <a:lnTo>
                    <a:pt x="444713" y="920751"/>
                  </a:lnTo>
                  <a:lnTo>
                    <a:pt x="443641" y="921404"/>
                  </a:lnTo>
                  <a:lnTo>
                    <a:pt x="442570" y="922057"/>
                  </a:lnTo>
                  <a:lnTo>
                    <a:pt x="441498" y="922710"/>
                  </a:lnTo>
                  <a:lnTo>
                    <a:pt x="440427" y="923364"/>
                  </a:lnTo>
                  <a:lnTo>
                    <a:pt x="439355" y="924019"/>
                  </a:lnTo>
                  <a:lnTo>
                    <a:pt x="438283" y="924675"/>
                  </a:lnTo>
                  <a:lnTo>
                    <a:pt x="437212" y="925330"/>
                  </a:lnTo>
                  <a:lnTo>
                    <a:pt x="436140" y="925987"/>
                  </a:lnTo>
                  <a:lnTo>
                    <a:pt x="435069" y="926644"/>
                  </a:lnTo>
                  <a:lnTo>
                    <a:pt x="433997" y="927301"/>
                  </a:lnTo>
                  <a:lnTo>
                    <a:pt x="432925" y="927959"/>
                  </a:lnTo>
                  <a:lnTo>
                    <a:pt x="431854" y="928618"/>
                  </a:lnTo>
                  <a:lnTo>
                    <a:pt x="430782" y="929277"/>
                  </a:lnTo>
                  <a:lnTo>
                    <a:pt x="429711" y="929937"/>
                  </a:lnTo>
                  <a:lnTo>
                    <a:pt x="428639" y="930597"/>
                  </a:lnTo>
                  <a:lnTo>
                    <a:pt x="427567" y="931258"/>
                  </a:lnTo>
                  <a:lnTo>
                    <a:pt x="426496" y="931919"/>
                  </a:lnTo>
                  <a:lnTo>
                    <a:pt x="425424" y="932581"/>
                  </a:lnTo>
                  <a:lnTo>
                    <a:pt x="424353" y="933243"/>
                  </a:lnTo>
                  <a:lnTo>
                    <a:pt x="423281" y="933906"/>
                  </a:lnTo>
                  <a:lnTo>
                    <a:pt x="422209" y="934569"/>
                  </a:lnTo>
                  <a:lnTo>
                    <a:pt x="421138" y="935233"/>
                  </a:lnTo>
                  <a:lnTo>
                    <a:pt x="420066" y="935897"/>
                  </a:lnTo>
                  <a:lnTo>
                    <a:pt x="418995" y="936561"/>
                  </a:lnTo>
                  <a:lnTo>
                    <a:pt x="417923" y="937227"/>
                  </a:lnTo>
                  <a:lnTo>
                    <a:pt x="416851" y="937892"/>
                  </a:lnTo>
                  <a:lnTo>
                    <a:pt x="415780" y="938558"/>
                  </a:lnTo>
                  <a:lnTo>
                    <a:pt x="414708" y="939225"/>
                  </a:lnTo>
                  <a:lnTo>
                    <a:pt x="413637" y="939892"/>
                  </a:lnTo>
                  <a:lnTo>
                    <a:pt x="412565" y="940559"/>
                  </a:lnTo>
                  <a:lnTo>
                    <a:pt x="411493" y="941227"/>
                  </a:lnTo>
                  <a:lnTo>
                    <a:pt x="410422" y="941895"/>
                  </a:lnTo>
                  <a:lnTo>
                    <a:pt x="409350" y="942564"/>
                  </a:lnTo>
                  <a:lnTo>
                    <a:pt x="408279" y="943233"/>
                  </a:lnTo>
                  <a:lnTo>
                    <a:pt x="407207" y="943902"/>
                  </a:lnTo>
                  <a:lnTo>
                    <a:pt x="406135" y="944572"/>
                  </a:lnTo>
                  <a:lnTo>
                    <a:pt x="405064" y="945242"/>
                  </a:lnTo>
                  <a:lnTo>
                    <a:pt x="403992" y="945913"/>
                  </a:lnTo>
                  <a:lnTo>
                    <a:pt x="402921" y="946584"/>
                  </a:lnTo>
                  <a:lnTo>
                    <a:pt x="401849" y="947255"/>
                  </a:lnTo>
                  <a:lnTo>
                    <a:pt x="400777" y="947927"/>
                  </a:lnTo>
                  <a:lnTo>
                    <a:pt x="399706" y="948599"/>
                  </a:lnTo>
                  <a:lnTo>
                    <a:pt x="398634" y="949272"/>
                  </a:lnTo>
                  <a:lnTo>
                    <a:pt x="397563" y="949945"/>
                  </a:lnTo>
                  <a:lnTo>
                    <a:pt x="396491" y="950618"/>
                  </a:lnTo>
                  <a:lnTo>
                    <a:pt x="395419" y="951291"/>
                  </a:lnTo>
                  <a:lnTo>
                    <a:pt x="394348" y="951965"/>
                  </a:lnTo>
                  <a:lnTo>
                    <a:pt x="393276" y="952640"/>
                  </a:lnTo>
                  <a:lnTo>
                    <a:pt x="392205" y="953314"/>
                  </a:lnTo>
                  <a:lnTo>
                    <a:pt x="391133" y="953989"/>
                  </a:lnTo>
                  <a:lnTo>
                    <a:pt x="390061" y="954664"/>
                  </a:lnTo>
                  <a:lnTo>
                    <a:pt x="388990" y="955340"/>
                  </a:lnTo>
                  <a:lnTo>
                    <a:pt x="387918" y="956016"/>
                  </a:lnTo>
                  <a:lnTo>
                    <a:pt x="386847" y="956692"/>
                  </a:lnTo>
                  <a:lnTo>
                    <a:pt x="385775" y="957369"/>
                  </a:lnTo>
                  <a:lnTo>
                    <a:pt x="384703" y="958045"/>
                  </a:lnTo>
                  <a:lnTo>
                    <a:pt x="383632" y="958723"/>
                  </a:lnTo>
                  <a:lnTo>
                    <a:pt x="382560" y="959400"/>
                  </a:lnTo>
                  <a:lnTo>
                    <a:pt x="381489" y="960078"/>
                  </a:lnTo>
                  <a:lnTo>
                    <a:pt x="380417" y="960755"/>
                  </a:lnTo>
                  <a:lnTo>
                    <a:pt x="379345" y="961434"/>
                  </a:lnTo>
                  <a:lnTo>
                    <a:pt x="378274" y="962112"/>
                  </a:lnTo>
                  <a:lnTo>
                    <a:pt x="377202" y="962791"/>
                  </a:lnTo>
                  <a:lnTo>
                    <a:pt x="376131" y="963470"/>
                  </a:lnTo>
                  <a:lnTo>
                    <a:pt x="375059" y="964149"/>
                  </a:lnTo>
                  <a:lnTo>
                    <a:pt x="373987" y="964829"/>
                  </a:lnTo>
                  <a:lnTo>
                    <a:pt x="372916" y="965508"/>
                  </a:lnTo>
                  <a:lnTo>
                    <a:pt x="371844" y="966188"/>
                  </a:lnTo>
                  <a:lnTo>
                    <a:pt x="370773" y="966869"/>
                  </a:lnTo>
                  <a:lnTo>
                    <a:pt x="369701" y="967549"/>
                  </a:lnTo>
                  <a:lnTo>
                    <a:pt x="368629" y="968230"/>
                  </a:lnTo>
                  <a:lnTo>
                    <a:pt x="367558" y="968911"/>
                  </a:lnTo>
                  <a:lnTo>
                    <a:pt x="366486" y="969592"/>
                  </a:lnTo>
                  <a:lnTo>
                    <a:pt x="365415" y="970273"/>
                  </a:lnTo>
                  <a:lnTo>
                    <a:pt x="364343" y="970955"/>
                  </a:lnTo>
                  <a:lnTo>
                    <a:pt x="363271" y="971636"/>
                  </a:lnTo>
                  <a:lnTo>
                    <a:pt x="362200" y="972318"/>
                  </a:lnTo>
                  <a:lnTo>
                    <a:pt x="361128" y="973000"/>
                  </a:lnTo>
                  <a:lnTo>
                    <a:pt x="360057" y="973683"/>
                  </a:lnTo>
                  <a:lnTo>
                    <a:pt x="358985" y="974365"/>
                  </a:lnTo>
                  <a:lnTo>
                    <a:pt x="357913" y="975048"/>
                  </a:lnTo>
                  <a:lnTo>
                    <a:pt x="356842" y="975731"/>
                  </a:lnTo>
                  <a:lnTo>
                    <a:pt x="355770" y="976414"/>
                  </a:lnTo>
                  <a:lnTo>
                    <a:pt x="354699" y="977097"/>
                  </a:lnTo>
                  <a:lnTo>
                    <a:pt x="353627" y="977780"/>
                  </a:lnTo>
                  <a:lnTo>
                    <a:pt x="352556" y="978464"/>
                  </a:lnTo>
                  <a:lnTo>
                    <a:pt x="351484" y="979148"/>
                  </a:lnTo>
                  <a:lnTo>
                    <a:pt x="350412" y="979831"/>
                  </a:lnTo>
                  <a:lnTo>
                    <a:pt x="349341" y="980515"/>
                  </a:lnTo>
                  <a:lnTo>
                    <a:pt x="348269" y="981200"/>
                  </a:lnTo>
                  <a:lnTo>
                    <a:pt x="347198" y="981884"/>
                  </a:lnTo>
                  <a:lnTo>
                    <a:pt x="346126" y="982568"/>
                  </a:lnTo>
                  <a:lnTo>
                    <a:pt x="345054" y="983253"/>
                  </a:lnTo>
                  <a:lnTo>
                    <a:pt x="343983" y="983937"/>
                  </a:lnTo>
                  <a:lnTo>
                    <a:pt x="342911" y="984622"/>
                  </a:lnTo>
                  <a:lnTo>
                    <a:pt x="341840" y="985307"/>
                  </a:lnTo>
                  <a:lnTo>
                    <a:pt x="340768" y="985992"/>
                  </a:lnTo>
                  <a:lnTo>
                    <a:pt x="339696" y="986677"/>
                  </a:lnTo>
                  <a:lnTo>
                    <a:pt x="338625" y="987362"/>
                  </a:lnTo>
                  <a:lnTo>
                    <a:pt x="337553" y="988047"/>
                  </a:lnTo>
                  <a:lnTo>
                    <a:pt x="336482" y="988733"/>
                  </a:lnTo>
                  <a:lnTo>
                    <a:pt x="335410" y="989418"/>
                  </a:lnTo>
                  <a:lnTo>
                    <a:pt x="334338" y="990104"/>
                  </a:lnTo>
                  <a:lnTo>
                    <a:pt x="333267" y="990790"/>
                  </a:lnTo>
                  <a:lnTo>
                    <a:pt x="332195" y="991475"/>
                  </a:lnTo>
                  <a:lnTo>
                    <a:pt x="331124" y="992161"/>
                  </a:lnTo>
                  <a:lnTo>
                    <a:pt x="330052" y="992847"/>
                  </a:lnTo>
                  <a:lnTo>
                    <a:pt x="328980" y="993533"/>
                  </a:lnTo>
                  <a:lnTo>
                    <a:pt x="327909" y="994219"/>
                  </a:lnTo>
                  <a:lnTo>
                    <a:pt x="326837" y="994905"/>
                  </a:lnTo>
                  <a:lnTo>
                    <a:pt x="325766" y="995591"/>
                  </a:lnTo>
                  <a:lnTo>
                    <a:pt x="324694" y="996277"/>
                  </a:lnTo>
                  <a:lnTo>
                    <a:pt x="323622" y="996964"/>
                  </a:lnTo>
                  <a:lnTo>
                    <a:pt x="322551" y="997650"/>
                  </a:lnTo>
                  <a:lnTo>
                    <a:pt x="321479" y="998336"/>
                  </a:lnTo>
                  <a:lnTo>
                    <a:pt x="320408" y="999022"/>
                  </a:lnTo>
                  <a:lnTo>
                    <a:pt x="319336" y="999709"/>
                  </a:lnTo>
                  <a:lnTo>
                    <a:pt x="318264" y="1000395"/>
                  </a:lnTo>
                  <a:lnTo>
                    <a:pt x="317193" y="1001082"/>
                  </a:lnTo>
                  <a:lnTo>
                    <a:pt x="316121" y="1001768"/>
                  </a:lnTo>
                  <a:lnTo>
                    <a:pt x="315050" y="1002455"/>
                  </a:lnTo>
                  <a:lnTo>
                    <a:pt x="313978" y="1003141"/>
                  </a:lnTo>
                  <a:lnTo>
                    <a:pt x="312906" y="1003828"/>
                  </a:lnTo>
                  <a:lnTo>
                    <a:pt x="311835" y="1004514"/>
                  </a:lnTo>
                  <a:lnTo>
                    <a:pt x="310763" y="1005201"/>
                  </a:lnTo>
                  <a:lnTo>
                    <a:pt x="309692" y="1005887"/>
                  </a:lnTo>
                  <a:lnTo>
                    <a:pt x="308620" y="1006574"/>
                  </a:lnTo>
                  <a:lnTo>
                    <a:pt x="307548" y="1007260"/>
                  </a:lnTo>
                  <a:lnTo>
                    <a:pt x="306477" y="1007947"/>
                  </a:lnTo>
                  <a:lnTo>
                    <a:pt x="305405" y="1008633"/>
                  </a:lnTo>
                  <a:lnTo>
                    <a:pt x="304334" y="1009320"/>
                  </a:lnTo>
                  <a:lnTo>
                    <a:pt x="303262" y="1010006"/>
                  </a:lnTo>
                  <a:lnTo>
                    <a:pt x="302190" y="1010692"/>
                  </a:lnTo>
                  <a:lnTo>
                    <a:pt x="301119" y="1011379"/>
                  </a:lnTo>
                  <a:lnTo>
                    <a:pt x="300047" y="1012065"/>
                  </a:lnTo>
                  <a:lnTo>
                    <a:pt x="298976" y="1012752"/>
                  </a:lnTo>
                  <a:lnTo>
                    <a:pt x="297904" y="1013438"/>
                  </a:lnTo>
                  <a:lnTo>
                    <a:pt x="296832" y="1014124"/>
                  </a:lnTo>
                  <a:lnTo>
                    <a:pt x="295761" y="1014810"/>
                  </a:lnTo>
                  <a:lnTo>
                    <a:pt x="294689" y="1015497"/>
                  </a:lnTo>
                  <a:lnTo>
                    <a:pt x="293618" y="1016183"/>
                  </a:lnTo>
                  <a:lnTo>
                    <a:pt x="292546" y="1016869"/>
                  </a:lnTo>
                  <a:lnTo>
                    <a:pt x="291474" y="1017555"/>
                  </a:lnTo>
                  <a:lnTo>
                    <a:pt x="290403" y="1018241"/>
                  </a:lnTo>
                  <a:lnTo>
                    <a:pt x="289331" y="1018927"/>
                  </a:lnTo>
                  <a:lnTo>
                    <a:pt x="288260" y="1019612"/>
                  </a:lnTo>
                  <a:lnTo>
                    <a:pt x="287188" y="1020298"/>
                  </a:lnTo>
                  <a:lnTo>
                    <a:pt x="286116" y="1020984"/>
                  </a:lnTo>
                  <a:lnTo>
                    <a:pt x="285045" y="1021669"/>
                  </a:lnTo>
                  <a:lnTo>
                    <a:pt x="283973" y="1022355"/>
                  </a:lnTo>
                  <a:lnTo>
                    <a:pt x="282902" y="1023040"/>
                  </a:lnTo>
                  <a:lnTo>
                    <a:pt x="281830" y="1023726"/>
                  </a:lnTo>
                  <a:lnTo>
                    <a:pt x="280758" y="1024411"/>
                  </a:lnTo>
                  <a:lnTo>
                    <a:pt x="279687" y="1025096"/>
                  </a:lnTo>
                  <a:lnTo>
                    <a:pt x="278615" y="1025781"/>
                  </a:lnTo>
                  <a:lnTo>
                    <a:pt x="277544" y="1026466"/>
                  </a:lnTo>
                  <a:lnTo>
                    <a:pt x="276472" y="1027151"/>
                  </a:lnTo>
                  <a:lnTo>
                    <a:pt x="275400" y="1027836"/>
                  </a:lnTo>
                  <a:lnTo>
                    <a:pt x="274329" y="1028521"/>
                  </a:lnTo>
                  <a:lnTo>
                    <a:pt x="273257" y="1029205"/>
                  </a:lnTo>
                  <a:lnTo>
                    <a:pt x="272186" y="1029890"/>
                  </a:lnTo>
                  <a:lnTo>
                    <a:pt x="271114" y="1030574"/>
                  </a:lnTo>
                  <a:lnTo>
                    <a:pt x="270042" y="1031258"/>
                  </a:lnTo>
                  <a:lnTo>
                    <a:pt x="268971" y="1031942"/>
                  </a:lnTo>
                  <a:lnTo>
                    <a:pt x="267899" y="1032626"/>
                  </a:lnTo>
                  <a:lnTo>
                    <a:pt x="266828" y="1033310"/>
                  </a:lnTo>
                  <a:lnTo>
                    <a:pt x="265756" y="1033994"/>
                  </a:lnTo>
                  <a:lnTo>
                    <a:pt x="264684" y="1034677"/>
                  </a:lnTo>
                  <a:lnTo>
                    <a:pt x="263613" y="1035361"/>
                  </a:lnTo>
                  <a:lnTo>
                    <a:pt x="262541" y="1036044"/>
                  </a:lnTo>
                  <a:lnTo>
                    <a:pt x="261470" y="1036727"/>
                  </a:lnTo>
                  <a:lnTo>
                    <a:pt x="260398" y="1037410"/>
                  </a:lnTo>
                  <a:lnTo>
                    <a:pt x="259326" y="1038093"/>
                  </a:lnTo>
                  <a:lnTo>
                    <a:pt x="258255" y="1038776"/>
                  </a:lnTo>
                  <a:lnTo>
                    <a:pt x="257183" y="1039459"/>
                  </a:lnTo>
                  <a:lnTo>
                    <a:pt x="256112" y="1040141"/>
                  </a:lnTo>
                  <a:lnTo>
                    <a:pt x="255040" y="1040823"/>
                  </a:lnTo>
                  <a:lnTo>
                    <a:pt x="253968" y="1041505"/>
                  </a:lnTo>
                  <a:lnTo>
                    <a:pt x="252897" y="1042187"/>
                  </a:lnTo>
                  <a:lnTo>
                    <a:pt x="251825" y="1042869"/>
                  </a:lnTo>
                  <a:lnTo>
                    <a:pt x="250754" y="1043551"/>
                  </a:lnTo>
                  <a:lnTo>
                    <a:pt x="249682" y="1044232"/>
                  </a:lnTo>
                  <a:lnTo>
                    <a:pt x="248610" y="1044914"/>
                  </a:lnTo>
                  <a:lnTo>
                    <a:pt x="247539" y="1045595"/>
                  </a:lnTo>
                  <a:lnTo>
                    <a:pt x="246467" y="1046276"/>
                  </a:lnTo>
                  <a:lnTo>
                    <a:pt x="245396" y="1046956"/>
                  </a:lnTo>
                  <a:lnTo>
                    <a:pt x="244324" y="1047637"/>
                  </a:lnTo>
                  <a:lnTo>
                    <a:pt x="243252" y="1048317"/>
                  </a:lnTo>
                  <a:lnTo>
                    <a:pt x="242181" y="1048997"/>
                  </a:lnTo>
                  <a:lnTo>
                    <a:pt x="241109" y="1049678"/>
                  </a:lnTo>
                  <a:lnTo>
                    <a:pt x="240038" y="1050357"/>
                  </a:lnTo>
                  <a:lnTo>
                    <a:pt x="238966" y="1051037"/>
                  </a:lnTo>
                  <a:lnTo>
                    <a:pt x="237894" y="1051716"/>
                  </a:lnTo>
                  <a:lnTo>
                    <a:pt x="236823" y="1052396"/>
                  </a:lnTo>
                  <a:lnTo>
                    <a:pt x="235751" y="1053075"/>
                  </a:lnTo>
                  <a:lnTo>
                    <a:pt x="234680" y="1053754"/>
                  </a:lnTo>
                  <a:lnTo>
                    <a:pt x="233608" y="1054432"/>
                  </a:lnTo>
                  <a:lnTo>
                    <a:pt x="232536" y="1055111"/>
                  </a:lnTo>
                  <a:lnTo>
                    <a:pt x="231465" y="1055789"/>
                  </a:lnTo>
                  <a:lnTo>
                    <a:pt x="230393" y="1056467"/>
                  </a:lnTo>
                  <a:lnTo>
                    <a:pt x="229322" y="1057145"/>
                  </a:lnTo>
                  <a:lnTo>
                    <a:pt x="228250" y="1057822"/>
                  </a:lnTo>
                  <a:lnTo>
                    <a:pt x="227178" y="1058499"/>
                  </a:lnTo>
                  <a:lnTo>
                    <a:pt x="226107" y="1059177"/>
                  </a:lnTo>
                  <a:lnTo>
                    <a:pt x="225035" y="1059853"/>
                  </a:lnTo>
                  <a:lnTo>
                    <a:pt x="223964" y="1060530"/>
                  </a:lnTo>
                  <a:lnTo>
                    <a:pt x="222892" y="1061207"/>
                  </a:lnTo>
                  <a:lnTo>
                    <a:pt x="221820" y="1061883"/>
                  </a:lnTo>
                  <a:lnTo>
                    <a:pt x="220749" y="1062559"/>
                  </a:lnTo>
                  <a:lnTo>
                    <a:pt x="219677" y="1063235"/>
                  </a:lnTo>
                  <a:lnTo>
                    <a:pt x="218606" y="1063910"/>
                  </a:lnTo>
                  <a:lnTo>
                    <a:pt x="217534" y="1064585"/>
                  </a:lnTo>
                  <a:lnTo>
                    <a:pt x="216462" y="1065260"/>
                  </a:lnTo>
                  <a:lnTo>
                    <a:pt x="215391" y="1065935"/>
                  </a:lnTo>
                  <a:lnTo>
                    <a:pt x="214319" y="1066610"/>
                  </a:lnTo>
                  <a:lnTo>
                    <a:pt x="213248" y="1067284"/>
                  </a:lnTo>
                  <a:lnTo>
                    <a:pt x="212176" y="1067958"/>
                  </a:lnTo>
                  <a:lnTo>
                    <a:pt x="211104" y="1068632"/>
                  </a:lnTo>
                  <a:lnTo>
                    <a:pt x="210033" y="1069305"/>
                  </a:lnTo>
                  <a:lnTo>
                    <a:pt x="208961" y="1069979"/>
                  </a:lnTo>
                  <a:lnTo>
                    <a:pt x="207890" y="1070652"/>
                  </a:lnTo>
                  <a:lnTo>
                    <a:pt x="206818" y="1071324"/>
                  </a:lnTo>
                  <a:lnTo>
                    <a:pt x="205746" y="1071997"/>
                  </a:lnTo>
                  <a:lnTo>
                    <a:pt x="204675" y="1072669"/>
                  </a:lnTo>
                  <a:lnTo>
                    <a:pt x="203603" y="1073341"/>
                  </a:lnTo>
                  <a:lnTo>
                    <a:pt x="202532" y="1074013"/>
                  </a:lnTo>
                  <a:lnTo>
                    <a:pt x="201460" y="1074684"/>
                  </a:lnTo>
                  <a:lnTo>
                    <a:pt x="200388" y="1075355"/>
                  </a:lnTo>
                  <a:lnTo>
                    <a:pt x="199317" y="1076026"/>
                  </a:lnTo>
                  <a:lnTo>
                    <a:pt x="198245" y="1076697"/>
                  </a:lnTo>
                  <a:lnTo>
                    <a:pt x="197174" y="1077367"/>
                  </a:lnTo>
                  <a:lnTo>
                    <a:pt x="196102" y="1078037"/>
                  </a:lnTo>
                  <a:lnTo>
                    <a:pt x="195030" y="1078707"/>
                  </a:lnTo>
                  <a:lnTo>
                    <a:pt x="193959" y="1079377"/>
                  </a:lnTo>
                  <a:lnTo>
                    <a:pt x="192887" y="1080046"/>
                  </a:lnTo>
                  <a:lnTo>
                    <a:pt x="191816" y="1080715"/>
                  </a:lnTo>
                  <a:lnTo>
                    <a:pt x="190744" y="1081383"/>
                  </a:lnTo>
                  <a:lnTo>
                    <a:pt x="189672" y="1082052"/>
                  </a:lnTo>
                  <a:lnTo>
                    <a:pt x="188601" y="1082720"/>
                  </a:lnTo>
                  <a:lnTo>
                    <a:pt x="187529" y="1083388"/>
                  </a:lnTo>
                  <a:lnTo>
                    <a:pt x="186458" y="1084055"/>
                  </a:lnTo>
                  <a:lnTo>
                    <a:pt x="185386" y="1084722"/>
                  </a:lnTo>
                  <a:lnTo>
                    <a:pt x="184314" y="1085389"/>
                  </a:lnTo>
                  <a:lnTo>
                    <a:pt x="183243" y="1086056"/>
                  </a:lnTo>
                  <a:lnTo>
                    <a:pt x="182171" y="1086722"/>
                  </a:lnTo>
                  <a:lnTo>
                    <a:pt x="181100" y="1087388"/>
                  </a:lnTo>
                  <a:lnTo>
                    <a:pt x="180028" y="1088054"/>
                  </a:lnTo>
                  <a:lnTo>
                    <a:pt x="178956" y="1088719"/>
                  </a:lnTo>
                  <a:lnTo>
                    <a:pt x="177885" y="1089384"/>
                  </a:lnTo>
                  <a:lnTo>
                    <a:pt x="176813" y="1090049"/>
                  </a:lnTo>
                  <a:lnTo>
                    <a:pt x="175742" y="1090713"/>
                  </a:lnTo>
                  <a:lnTo>
                    <a:pt x="174670" y="1091377"/>
                  </a:lnTo>
                  <a:lnTo>
                    <a:pt x="173599" y="1092041"/>
                  </a:lnTo>
                  <a:lnTo>
                    <a:pt x="172527" y="1092705"/>
                  </a:lnTo>
                  <a:lnTo>
                    <a:pt x="171455" y="1093368"/>
                  </a:lnTo>
                  <a:lnTo>
                    <a:pt x="170384" y="1094031"/>
                  </a:lnTo>
                  <a:lnTo>
                    <a:pt x="169312" y="1094693"/>
                  </a:lnTo>
                  <a:lnTo>
                    <a:pt x="168241" y="1095355"/>
                  </a:lnTo>
                  <a:lnTo>
                    <a:pt x="167169" y="1096017"/>
                  </a:lnTo>
                  <a:lnTo>
                    <a:pt x="166097" y="1096679"/>
                  </a:lnTo>
                  <a:lnTo>
                    <a:pt x="165026" y="1097340"/>
                  </a:lnTo>
                  <a:lnTo>
                    <a:pt x="163954" y="1098001"/>
                  </a:lnTo>
                  <a:lnTo>
                    <a:pt x="162883" y="1098662"/>
                  </a:lnTo>
                  <a:lnTo>
                    <a:pt x="161811" y="1099322"/>
                  </a:lnTo>
                  <a:lnTo>
                    <a:pt x="160739" y="1099982"/>
                  </a:lnTo>
                  <a:lnTo>
                    <a:pt x="159668" y="1100641"/>
                  </a:lnTo>
                  <a:lnTo>
                    <a:pt x="158596" y="1101301"/>
                  </a:lnTo>
                  <a:lnTo>
                    <a:pt x="157525" y="1101959"/>
                  </a:lnTo>
                  <a:lnTo>
                    <a:pt x="156453" y="1102618"/>
                  </a:lnTo>
                  <a:lnTo>
                    <a:pt x="155381" y="1103276"/>
                  </a:lnTo>
                  <a:lnTo>
                    <a:pt x="154310" y="1103934"/>
                  </a:lnTo>
                  <a:lnTo>
                    <a:pt x="153238" y="1104592"/>
                  </a:lnTo>
                  <a:lnTo>
                    <a:pt x="152167" y="1105249"/>
                  </a:lnTo>
                  <a:lnTo>
                    <a:pt x="151095" y="1105906"/>
                  </a:lnTo>
                  <a:lnTo>
                    <a:pt x="150023" y="1106562"/>
                  </a:lnTo>
                  <a:lnTo>
                    <a:pt x="148952" y="1107218"/>
                  </a:lnTo>
                  <a:lnTo>
                    <a:pt x="147880" y="1107874"/>
                  </a:lnTo>
                  <a:lnTo>
                    <a:pt x="146809" y="1108530"/>
                  </a:lnTo>
                  <a:lnTo>
                    <a:pt x="145737" y="1109185"/>
                  </a:lnTo>
                  <a:lnTo>
                    <a:pt x="144665" y="1109839"/>
                  </a:lnTo>
                  <a:lnTo>
                    <a:pt x="143594" y="1110494"/>
                  </a:lnTo>
                  <a:lnTo>
                    <a:pt x="142522" y="1111148"/>
                  </a:lnTo>
                  <a:lnTo>
                    <a:pt x="141451" y="1111801"/>
                  </a:lnTo>
                  <a:lnTo>
                    <a:pt x="140379" y="1112455"/>
                  </a:lnTo>
                  <a:lnTo>
                    <a:pt x="139307" y="1113108"/>
                  </a:lnTo>
                  <a:lnTo>
                    <a:pt x="138236" y="1113760"/>
                  </a:lnTo>
                  <a:lnTo>
                    <a:pt x="137164" y="1114413"/>
                  </a:lnTo>
                  <a:lnTo>
                    <a:pt x="136093" y="1115064"/>
                  </a:lnTo>
                  <a:lnTo>
                    <a:pt x="135021" y="1115716"/>
                  </a:lnTo>
                  <a:lnTo>
                    <a:pt x="133949" y="1116367"/>
                  </a:lnTo>
                  <a:lnTo>
                    <a:pt x="132878" y="1117018"/>
                  </a:lnTo>
                  <a:lnTo>
                    <a:pt x="131806" y="1117668"/>
                  </a:lnTo>
                  <a:lnTo>
                    <a:pt x="130735" y="1118318"/>
                  </a:lnTo>
                  <a:lnTo>
                    <a:pt x="129663" y="1118968"/>
                  </a:lnTo>
                  <a:lnTo>
                    <a:pt x="128591" y="1119617"/>
                  </a:lnTo>
                  <a:lnTo>
                    <a:pt x="127520" y="1120266"/>
                  </a:lnTo>
                  <a:lnTo>
                    <a:pt x="126448" y="1120915"/>
                  </a:lnTo>
                  <a:lnTo>
                    <a:pt x="125377" y="1121563"/>
                  </a:lnTo>
                  <a:lnTo>
                    <a:pt x="124305" y="1122211"/>
                  </a:lnTo>
                  <a:lnTo>
                    <a:pt x="123233" y="1122858"/>
                  </a:lnTo>
                  <a:lnTo>
                    <a:pt x="122162" y="1123505"/>
                  </a:lnTo>
                  <a:lnTo>
                    <a:pt x="121090" y="1124152"/>
                  </a:lnTo>
                  <a:lnTo>
                    <a:pt x="120019" y="1124798"/>
                  </a:lnTo>
                  <a:lnTo>
                    <a:pt x="118947" y="1125444"/>
                  </a:lnTo>
                  <a:lnTo>
                    <a:pt x="117875" y="1126089"/>
                  </a:lnTo>
                  <a:lnTo>
                    <a:pt x="116804" y="1126734"/>
                  </a:lnTo>
                  <a:lnTo>
                    <a:pt x="115732" y="1127379"/>
                  </a:lnTo>
                  <a:lnTo>
                    <a:pt x="114661" y="1128023"/>
                  </a:lnTo>
                  <a:lnTo>
                    <a:pt x="113589" y="1128667"/>
                  </a:lnTo>
                  <a:lnTo>
                    <a:pt x="112517" y="1129311"/>
                  </a:lnTo>
                  <a:lnTo>
                    <a:pt x="111446" y="1129954"/>
                  </a:lnTo>
                  <a:lnTo>
                    <a:pt x="110374" y="1130597"/>
                  </a:lnTo>
                  <a:lnTo>
                    <a:pt x="109303" y="1131239"/>
                  </a:lnTo>
                  <a:lnTo>
                    <a:pt x="108231" y="1131881"/>
                  </a:lnTo>
                  <a:lnTo>
                    <a:pt x="107159" y="1132523"/>
                  </a:lnTo>
                  <a:lnTo>
                    <a:pt x="106088" y="1133164"/>
                  </a:lnTo>
                  <a:lnTo>
                    <a:pt x="105016" y="1133805"/>
                  </a:lnTo>
                  <a:lnTo>
                    <a:pt x="103945" y="1134445"/>
                  </a:lnTo>
                  <a:lnTo>
                    <a:pt x="102873" y="1135085"/>
                  </a:lnTo>
                  <a:lnTo>
                    <a:pt x="101801" y="1135725"/>
                  </a:lnTo>
                  <a:lnTo>
                    <a:pt x="100730" y="1136364"/>
                  </a:lnTo>
                  <a:lnTo>
                    <a:pt x="99658" y="1137003"/>
                  </a:lnTo>
                  <a:lnTo>
                    <a:pt x="98587" y="1137641"/>
                  </a:lnTo>
                  <a:lnTo>
                    <a:pt x="97515" y="1138279"/>
                  </a:lnTo>
                  <a:lnTo>
                    <a:pt x="96443" y="1138917"/>
                  </a:lnTo>
                  <a:lnTo>
                    <a:pt x="95372" y="1139554"/>
                  </a:lnTo>
                  <a:lnTo>
                    <a:pt x="94300" y="1140191"/>
                  </a:lnTo>
                  <a:lnTo>
                    <a:pt x="93229" y="1140827"/>
                  </a:lnTo>
                  <a:lnTo>
                    <a:pt x="92157" y="1141463"/>
                  </a:lnTo>
                  <a:lnTo>
                    <a:pt x="91085" y="1142099"/>
                  </a:lnTo>
                  <a:lnTo>
                    <a:pt x="90014" y="1142734"/>
                  </a:lnTo>
                  <a:lnTo>
                    <a:pt x="88942" y="1143369"/>
                  </a:lnTo>
                  <a:lnTo>
                    <a:pt x="87871" y="1144003"/>
                  </a:lnTo>
                  <a:lnTo>
                    <a:pt x="86799" y="1144637"/>
                  </a:lnTo>
                  <a:lnTo>
                    <a:pt x="85727" y="1145271"/>
                  </a:lnTo>
                  <a:lnTo>
                    <a:pt x="84656" y="1145904"/>
                  </a:lnTo>
                  <a:lnTo>
                    <a:pt x="83584" y="1146536"/>
                  </a:lnTo>
                  <a:lnTo>
                    <a:pt x="82513" y="1147169"/>
                  </a:lnTo>
                  <a:lnTo>
                    <a:pt x="81441" y="1147801"/>
                  </a:lnTo>
                  <a:lnTo>
                    <a:pt x="80369" y="1148432"/>
                  </a:lnTo>
                  <a:lnTo>
                    <a:pt x="79298" y="1149063"/>
                  </a:lnTo>
                  <a:lnTo>
                    <a:pt x="78226" y="1149694"/>
                  </a:lnTo>
                  <a:lnTo>
                    <a:pt x="77155" y="1150324"/>
                  </a:lnTo>
                  <a:lnTo>
                    <a:pt x="76083" y="1150954"/>
                  </a:lnTo>
                  <a:lnTo>
                    <a:pt x="75011" y="1151583"/>
                  </a:lnTo>
                  <a:lnTo>
                    <a:pt x="73940" y="1152212"/>
                  </a:lnTo>
                  <a:lnTo>
                    <a:pt x="72868" y="1152840"/>
                  </a:lnTo>
                  <a:lnTo>
                    <a:pt x="71797" y="1153469"/>
                  </a:lnTo>
                  <a:lnTo>
                    <a:pt x="70725" y="1154096"/>
                  </a:lnTo>
                  <a:lnTo>
                    <a:pt x="69653" y="1154723"/>
                  </a:lnTo>
                  <a:lnTo>
                    <a:pt x="68582" y="1155350"/>
                  </a:lnTo>
                  <a:lnTo>
                    <a:pt x="67510" y="1155977"/>
                  </a:lnTo>
                  <a:lnTo>
                    <a:pt x="66439" y="1156603"/>
                  </a:lnTo>
                  <a:lnTo>
                    <a:pt x="65367" y="1157228"/>
                  </a:lnTo>
                  <a:lnTo>
                    <a:pt x="64295" y="1157853"/>
                  </a:lnTo>
                  <a:lnTo>
                    <a:pt x="63224" y="1158478"/>
                  </a:lnTo>
                  <a:lnTo>
                    <a:pt x="62152" y="1159102"/>
                  </a:lnTo>
                  <a:lnTo>
                    <a:pt x="61081" y="1159726"/>
                  </a:lnTo>
                  <a:lnTo>
                    <a:pt x="60009" y="1160349"/>
                  </a:lnTo>
                  <a:lnTo>
                    <a:pt x="58937" y="1160972"/>
                  </a:lnTo>
                  <a:lnTo>
                    <a:pt x="57866" y="1161595"/>
                  </a:lnTo>
                  <a:lnTo>
                    <a:pt x="56794" y="1162217"/>
                  </a:lnTo>
                  <a:lnTo>
                    <a:pt x="55723" y="1162839"/>
                  </a:lnTo>
                  <a:lnTo>
                    <a:pt x="54651" y="1163460"/>
                  </a:lnTo>
                  <a:lnTo>
                    <a:pt x="53579" y="1164081"/>
                  </a:lnTo>
                  <a:lnTo>
                    <a:pt x="52508" y="1164701"/>
                  </a:lnTo>
                  <a:lnTo>
                    <a:pt x="51436" y="1165321"/>
                  </a:lnTo>
                  <a:lnTo>
                    <a:pt x="50365" y="1165941"/>
                  </a:lnTo>
                  <a:lnTo>
                    <a:pt x="49293" y="1166560"/>
                  </a:lnTo>
                  <a:lnTo>
                    <a:pt x="48221" y="1167178"/>
                  </a:lnTo>
                  <a:lnTo>
                    <a:pt x="47150" y="1167796"/>
                  </a:lnTo>
                  <a:lnTo>
                    <a:pt x="46078" y="1168414"/>
                  </a:lnTo>
                  <a:lnTo>
                    <a:pt x="45007" y="1169031"/>
                  </a:lnTo>
                  <a:lnTo>
                    <a:pt x="43935" y="1169648"/>
                  </a:lnTo>
                  <a:lnTo>
                    <a:pt x="42863" y="1170265"/>
                  </a:lnTo>
                  <a:lnTo>
                    <a:pt x="41792" y="1170881"/>
                  </a:lnTo>
                  <a:lnTo>
                    <a:pt x="40720" y="1171496"/>
                  </a:lnTo>
                  <a:lnTo>
                    <a:pt x="39649" y="1172111"/>
                  </a:lnTo>
                  <a:lnTo>
                    <a:pt x="38577" y="1172726"/>
                  </a:lnTo>
                  <a:lnTo>
                    <a:pt x="37505" y="1173340"/>
                  </a:lnTo>
                  <a:lnTo>
                    <a:pt x="36434" y="1173954"/>
                  </a:lnTo>
                  <a:lnTo>
                    <a:pt x="35362" y="1174567"/>
                  </a:lnTo>
                  <a:lnTo>
                    <a:pt x="34291" y="1175180"/>
                  </a:lnTo>
                  <a:lnTo>
                    <a:pt x="33219" y="1175793"/>
                  </a:lnTo>
                  <a:lnTo>
                    <a:pt x="32147" y="1176405"/>
                  </a:lnTo>
                  <a:lnTo>
                    <a:pt x="31076" y="1177016"/>
                  </a:lnTo>
                  <a:lnTo>
                    <a:pt x="30004" y="1177627"/>
                  </a:lnTo>
                  <a:lnTo>
                    <a:pt x="28933" y="1178238"/>
                  </a:lnTo>
                  <a:lnTo>
                    <a:pt x="27861" y="1178848"/>
                  </a:lnTo>
                  <a:lnTo>
                    <a:pt x="26789" y="1179458"/>
                  </a:lnTo>
                  <a:lnTo>
                    <a:pt x="25718" y="1180067"/>
                  </a:lnTo>
                  <a:lnTo>
                    <a:pt x="24646" y="1180676"/>
                  </a:lnTo>
                  <a:lnTo>
                    <a:pt x="23575" y="1181284"/>
                  </a:lnTo>
                  <a:lnTo>
                    <a:pt x="22503" y="1181892"/>
                  </a:lnTo>
                  <a:lnTo>
                    <a:pt x="21431" y="1182500"/>
                  </a:lnTo>
                  <a:lnTo>
                    <a:pt x="20360" y="1183107"/>
                  </a:lnTo>
                  <a:lnTo>
                    <a:pt x="19288" y="1183714"/>
                  </a:lnTo>
                  <a:lnTo>
                    <a:pt x="18217" y="1184320"/>
                  </a:lnTo>
                  <a:lnTo>
                    <a:pt x="17145" y="1184925"/>
                  </a:lnTo>
                  <a:lnTo>
                    <a:pt x="16073" y="1185531"/>
                  </a:lnTo>
                  <a:lnTo>
                    <a:pt x="15002" y="1186135"/>
                  </a:lnTo>
                  <a:lnTo>
                    <a:pt x="13930" y="1186740"/>
                  </a:lnTo>
                  <a:lnTo>
                    <a:pt x="12859" y="1187344"/>
                  </a:lnTo>
                  <a:lnTo>
                    <a:pt x="11787" y="1187947"/>
                  </a:lnTo>
                  <a:lnTo>
                    <a:pt x="10715" y="1188550"/>
                  </a:lnTo>
                  <a:lnTo>
                    <a:pt x="9644" y="1189153"/>
                  </a:lnTo>
                  <a:lnTo>
                    <a:pt x="8572" y="1189755"/>
                  </a:lnTo>
                  <a:lnTo>
                    <a:pt x="7501" y="1190356"/>
                  </a:lnTo>
                  <a:lnTo>
                    <a:pt x="6429" y="1190957"/>
                  </a:lnTo>
                  <a:lnTo>
                    <a:pt x="5357" y="1191558"/>
                  </a:lnTo>
                  <a:lnTo>
                    <a:pt x="4286" y="1192158"/>
                  </a:lnTo>
                  <a:lnTo>
                    <a:pt x="3214" y="1192758"/>
                  </a:lnTo>
                  <a:lnTo>
                    <a:pt x="2143" y="1193357"/>
                  </a:lnTo>
                  <a:lnTo>
                    <a:pt x="1071" y="1193956"/>
                  </a:lnTo>
                  <a:lnTo>
                    <a:pt x="0" y="1194555"/>
                  </a:lnTo>
                  <a:lnTo>
                    <a:pt x="0" y="119455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684231" y="4305063"/>
              <a:ext cx="3856684" cy="927689"/>
            </a:xfrm>
            <a:custGeom>
              <a:avLst/>
              <a:gdLst/>
              <a:ahLst/>
              <a:cxnLst/>
              <a:rect l="0" t="0" r="0" b="0"/>
              <a:pathLst>
                <a:path w="3856684" h="927689">
                  <a:moveTo>
                    <a:pt x="0" y="927689"/>
                  </a:moveTo>
                  <a:lnTo>
                    <a:pt x="1071" y="927297"/>
                  </a:lnTo>
                  <a:lnTo>
                    <a:pt x="2143" y="926905"/>
                  </a:lnTo>
                  <a:lnTo>
                    <a:pt x="3214" y="926513"/>
                  </a:lnTo>
                  <a:lnTo>
                    <a:pt x="4286" y="926121"/>
                  </a:lnTo>
                  <a:lnTo>
                    <a:pt x="5357" y="925728"/>
                  </a:lnTo>
                  <a:lnTo>
                    <a:pt x="6429" y="925335"/>
                  </a:lnTo>
                  <a:lnTo>
                    <a:pt x="7501" y="924943"/>
                  </a:lnTo>
                  <a:lnTo>
                    <a:pt x="8572" y="924550"/>
                  </a:lnTo>
                  <a:lnTo>
                    <a:pt x="9644" y="924156"/>
                  </a:lnTo>
                  <a:lnTo>
                    <a:pt x="10715" y="923763"/>
                  </a:lnTo>
                  <a:lnTo>
                    <a:pt x="11787" y="923370"/>
                  </a:lnTo>
                  <a:lnTo>
                    <a:pt x="12859" y="922976"/>
                  </a:lnTo>
                  <a:lnTo>
                    <a:pt x="13930" y="922582"/>
                  </a:lnTo>
                  <a:lnTo>
                    <a:pt x="15002" y="922188"/>
                  </a:lnTo>
                  <a:lnTo>
                    <a:pt x="16073" y="921794"/>
                  </a:lnTo>
                  <a:lnTo>
                    <a:pt x="17145" y="921400"/>
                  </a:lnTo>
                  <a:lnTo>
                    <a:pt x="18217" y="921005"/>
                  </a:lnTo>
                  <a:lnTo>
                    <a:pt x="19288" y="920611"/>
                  </a:lnTo>
                  <a:lnTo>
                    <a:pt x="20360" y="920216"/>
                  </a:lnTo>
                  <a:lnTo>
                    <a:pt x="21431" y="919821"/>
                  </a:lnTo>
                  <a:lnTo>
                    <a:pt x="22503" y="919426"/>
                  </a:lnTo>
                  <a:lnTo>
                    <a:pt x="23575" y="919031"/>
                  </a:lnTo>
                  <a:lnTo>
                    <a:pt x="24646" y="918636"/>
                  </a:lnTo>
                  <a:lnTo>
                    <a:pt x="25718" y="918240"/>
                  </a:lnTo>
                  <a:lnTo>
                    <a:pt x="26789" y="917845"/>
                  </a:lnTo>
                  <a:lnTo>
                    <a:pt x="27861" y="917449"/>
                  </a:lnTo>
                  <a:lnTo>
                    <a:pt x="28933" y="917053"/>
                  </a:lnTo>
                  <a:lnTo>
                    <a:pt x="30004" y="916657"/>
                  </a:lnTo>
                  <a:lnTo>
                    <a:pt x="31076" y="916260"/>
                  </a:lnTo>
                  <a:lnTo>
                    <a:pt x="32147" y="915864"/>
                  </a:lnTo>
                  <a:lnTo>
                    <a:pt x="33219" y="915467"/>
                  </a:lnTo>
                  <a:lnTo>
                    <a:pt x="34291" y="915071"/>
                  </a:lnTo>
                  <a:lnTo>
                    <a:pt x="35362" y="914674"/>
                  </a:lnTo>
                  <a:lnTo>
                    <a:pt x="36434" y="914277"/>
                  </a:lnTo>
                  <a:lnTo>
                    <a:pt x="37505" y="913880"/>
                  </a:lnTo>
                  <a:lnTo>
                    <a:pt x="38577" y="913482"/>
                  </a:lnTo>
                  <a:lnTo>
                    <a:pt x="39649" y="913085"/>
                  </a:lnTo>
                  <a:lnTo>
                    <a:pt x="40720" y="912687"/>
                  </a:lnTo>
                  <a:lnTo>
                    <a:pt x="41792" y="912289"/>
                  </a:lnTo>
                  <a:lnTo>
                    <a:pt x="42863" y="911891"/>
                  </a:lnTo>
                  <a:lnTo>
                    <a:pt x="43935" y="911493"/>
                  </a:lnTo>
                  <a:lnTo>
                    <a:pt x="45007" y="911095"/>
                  </a:lnTo>
                  <a:lnTo>
                    <a:pt x="46078" y="910696"/>
                  </a:lnTo>
                  <a:lnTo>
                    <a:pt x="47150" y="910298"/>
                  </a:lnTo>
                  <a:lnTo>
                    <a:pt x="48221" y="909899"/>
                  </a:lnTo>
                  <a:lnTo>
                    <a:pt x="49293" y="909500"/>
                  </a:lnTo>
                  <a:lnTo>
                    <a:pt x="50365" y="909101"/>
                  </a:lnTo>
                  <a:lnTo>
                    <a:pt x="51436" y="908701"/>
                  </a:lnTo>
                  <a:lnTo>
                    <a:pt x="52508" y="908302"/>
                  </a:lnTo>
                  <a:lnTo>
                    <a:pt x="53579" y="907902"/>
                  </a:lnTo>
                  <a:lnTo>
                    <a:pt x="54651" y="907503"/>
                  </a:lnTo>
                  <a:lnTo>
                    <a:pt x="55723" y="907103"/>
                  </a:lnTo>
                  <a:lnTo>
                    <a:pt x="56794" y="906703"/>
                  </a:lnTo>
                  <a:lnTo>
                    <a:pt x="57866" y="906303"/>
                  </a:lnTo>
                  <a:lnTo>
                    <a:pt x="58937" y="905902"/>
                  </a:lnTo>
                  <a:lnTo>
                    <a:pt x="60009" y="905502"/>
                  </a:lnTo>
                  <a:lnTo>
                    <a:pt x="61081" y="905101"/>
                  </a:lnTo>
                  <a:lnTo>
                    <a:pt x="62152" y="904700"/>
                  </a:lnTo>
                  <a:lnTo>
                    <a:pt x="63224" y="904299"/>
                  </a:lnTo>
                  <a:lnTo>
                    <a:pt x="64295" y="903898"/>
                  </a:lnTo>
                  <a:lnTo>
                    <a:pt x="65367" y="903497"/>
                  </a:lnTo>
                  <a:lnTo>
                    <a:pt x="66439" y="903095"/>
                  </a:lnTo>
                  <a:lnTo>
                    <a:pt x="67510" y="902694"/>
                  </a:lnTo>
                  <a:lnTo>
                    <a:pt x="68582" y="902292"/>
                  </a:lnTo>
                  <a:lnTo>
                    <a:pt x="69653" y="901890"/>
                  </a:lnTo>
                  <a:lnTo>
                    <a:pt x="70725" y="901488"/>
                  </a:lnTo>
                  <a:lnTo>
                    <a:pt x="71797" y="901086"/>
                  </a:lnTo>
                  <a:lnTo>
                    <a:pt x="72868" y="900683"/>
                  </a:lnTo>
                  <a:lnTo>
                    <a:pt x="73940" y="900281"/>
                  </a:lnTo>
                  <a:lnTo>
                    <a:pt x="75011" y="899878"/>
                  </a:lnTo>
                  <a:lnTo>
                    <a:pt x="76083" y="899475"/>
                  </a:lnTo>
                  <a:lnTo>
                    <a:pt x="77155" y="899072"/>
                  </a:lnTo>
                  <a:lnTo>
                    <a:pt x="78226" y="898669"/>
                  </a:lnTo>
                  <a:lnTo>
                    <a:pt x="79298" y="898265"/>
                  </a:lnTo>
                  <a:lnTo>
                    <a:pt x="80369" y="897862"/>
                  </a:lnTo>
                  <a:lnTo>
                    <a:pt x="81441" y="897458"/>
                  </a:lnTo>
                  <a:lnTo>
                    <a:pt x="82513" y="897054"/>
                  </a:lnTo>
                  <a:lnTo>
                    <a:pt x="83584" y="896650"/>
                  </a:lnTo>
                  <a:lnTo>
                    <a:pt x="84656" y="896246"/>
                  </a:lnTo>
                  <a:lnTo>
                    <a:pt x="85727" y="895842"/>
                  </a:lnTo>
                  <a:lnTo>
                    <a:pt x="86799" y="895437"/>
                  </a:lnTo>
                  <a:lnTo>
                    <a:pt x="87871" y="895033"/>
                  </a:lnTo>
                  <a:lnTo>
                    <a:pt x="88942" y="894628"/>
                  </a:lnTo>
                  <a:lnTo>
                    <a:pt x="90014" y="894223"/>
                  </a:lnTo>
                  <a:lnTo>
                    <a:pt x="91085" y="893818"/>
                  </a:lnTo>
                  <a:lnTo>
                    <a:pt x="92157" y="893412"/>
                  </a:lnTo>
                  <a:lnTo>
                    <a:pt x="93229" y="893007"/>
                  </a:lnTo>
                  <a:lnTo>
                    <a:pt x="94300" y="892601"/>
                  </a:lnTo>
                  <a:lnTo>
                    <a:pt x="95372" y="892196"/>
                  </a:lnTo>
                  <a:lnTo>
                    <a:pt x="96443" y="891790"/>
                  </a:lnTo>
                  <a:lnTo>
                    <a:pt x="97515" y="891384"/>
                  </a:lnTo>
                  <a:lnTo>
                    <a:pt x="98587" y="890977"/>
                  </a:lnTo>
                  <a:lnTo>
                    <a:pt x="99658" y="890571"/>
                  </a:lnTo>
                  <a:lnTo>
                    <a:pt x="100730" y="890164"/>
                  </a:lnTo>
                  <a:lnTo>
                    <a:pt x="101801" y="889758"/>
                  </a:lnTo>
                  <a:lnTo>
                    <a:pt x="102873" y="889351"/>
                  </a:lnTo>
                  <a:lnTo>
                    <a:pt x="103945" y="888944"/>
                  </a:lnTo>
                  <a:lnTo>
                    <a:pt x="105016" y="888537"/>
                  </a:lnTo>
                  <a:lnTo>
                    <a:pt x="106088" y="888129"/>
                  </a:lnTo>
                  <a:lnTo>
                    <a:pt x="107159" y="887722"/>
                  </a:lnTo>
                  <a:lnTo>
                    <a:pt x="108231" y="887314"/>
                  </a:lnTo>
                  <a:lnTo>
                    <a:pt x="109303" y="886906"/>
                  </a:lnTo>
                  <a:lnTo>
                    <a:pt x="110374" y="886498"/>
                  </a:lnTo>
                  <a:lnTo>
                    <a:pt x="111446" y="886090"/>
                  </a:lnTo>
                  <a:lnTo>
                    <a:pt x="112517" y="885682"/>
                  </a:lnTo>
                  <a:lnTo>
                    <a:pt x="113589" y="885273"/>
                  </a:lnTo>
                  <a:lnTo>
                    <a:pt x="114661" y="884865"/>
                  </a:lnTo>
                  <a:lnTo>
                    <a:pt x="115732" y="884456"/>
                  </a:lnTo>
                  <a:lnTo>
                    <a:pt x="116804" y="884047"/>
                  </a:lnTo>
                  <a:lnTo>
                    <a:pt x="117875" y="883638"/>
                  </a:lnTo>
                  <a:lnTo>
                    <a:pt x="118947" y="883228"/>
                  </a:lnTo>
                  <a:lnTo>
                    <a:pt x="120019" y="882819"/>
                  </a:lnTo>
                  <a:lnTo>
                    <a:pt x="121090" y="882409"/>
                  </a:lnTo>
                  <a:lnTo>
                    <a:pt x="122162" y="881999"/>
                  </a:lnTo>
                  <a:lnTo>
                    <a:pt x="123233" y="881590"/>
                  </a:lnTo>
                  <a:lnTo>
                    <a:pt x="124305" y="881179"/>
                  </a:lnTo>
                  <a:lnTo>
                    <a:pt x="125377" y="880769"/>
                  </a:lnTo>
                  <a:lnTo>
                    <a:pt x="126448" y="880359"/>
                  </a:lnTo>
                  <a:lnTo>
                    <a:pt x="127520" y="879948"/>
                  </a:lnTo>
                  <a:lnTo>
                    <a:pt x="128591" y="879537"/>
                  </a:lnTo>
                  <a:lnTo>
                    <a:pt x="129663" y="879126"/>
                  </a:lnTo>
                  <a:lnTo>
                    <a:pt x="130735" y="878715"/>
                  </a:lnTo>
                  <a:lnTo>
                    <a:pt x="131806" y="878304"/>
                  </a:lnTo>
                  <a:lnTo>
                    <a:pt x="132878" y="877893"/>
                  </a:lnTo>
                  <a:lnTo>
                    <a:pt x="133949" y="877481"/>
                  </a:lnTo>
                  <a:lnTo>
                    <a:pt x="135021" y="877069"/>
                  </a:lnTo>
                  <a:lnTo>
                    <a:pt x="136093" y="876658"/>
                  </a:lnTo>
                  <a:lnTo>
                    <a:pt x="137164" y="876246"/>
                  </a:lnTo>
                  <a:lnTo>
                    <a:pt x="138236" y="875833"/>
                  </a:lnTo>
                  <a:lnTo>
                    <a:pt x="139307" y="875421"/>
                  </a:lnTo>
                  <a:lnTo>
                    <a:pt x="140379" y="875008"/>
                  </a:lnTo>
                  <a:lnTo>
                    <a:pt x="141451" y="874596"/>
                  </a:lnTo>
                  <a:lnTo>
                    <a:pt x="142522" y="874183"/>
                  </a:lnTo>
                  <a:lnTo>
                    <a:pt x="143594" y="873770"/>
                  </a:lnTo>
                  <a:lnTo>
                    <a:pt x="144665" y="873357"/>
                  </a:lnTo>
                  <a:lnTo>
                    <a:pt x="145737" y="872943"/>
                  </a:lnTo>
                  <a:lnTo>
                    <a:pt x="146809" y="872530"/>
                  </a:lnTo>
                  <a:lnTo>
                    <a:pt x="147880" y="872116"/>
                  </a:lnTo>
                  <a:lnTo>
                    <a:pt x="148952" y="871702"/>
                  </a:lnTo>
                  <a:lnTo>
                    <a:pt x="150023" y="871288"/>
                  </a:lnTo>
                  <a:lnTo>
                    <a:pt x="151095" y="870874"/>
                  </a:lnTo>
                  <a:lnTo>
                    <a:pt x="152167" y="870460"/>
                  </a:lnTo>
                  <a:lnTo>
                    <a:pt x="153238" y="870045"/>
                  </a:lnTo>
                  <a:lnTo>
                    <a:pt x="154310" y="869631"/>
                  </a:lnTo>
                  <a:lnTo>
                    <a:pt x="155381" y="869216"/>
                  </a:lnTo>
                  <a:lnTo>
                    <a:pt x="156453" y="868801"/>
                  </a:lnTo>
                  <a:lnTo>
                    <a:pt x="157525" y="868386"/>
                  </a:lnTo>
                  <a:lnTo>
                    <a:pt x="158596" y="867970"/>
                  </a:lnTo>
                  <a:lnTo>
                    <a:pt x="159668" y="867555"/>
                  </a:lnTo>
                  <a:lnTo>
                    <a:pt x="160739" y="867139"/>
                  </a:lnTo>
                  <a:lnTo>
                    <a:pt x="161811" y="866723"/>
                  </a:lnTo>
                  <a:lnTo>
                    <a:pt x="162883" y="866307"/>
                  </a:lnTo>
                  <a:lnTo>
                    <a:pt x="163954" y="865891"/>
                  </a:lnTo>
                  <a:lnTo>
                    <a:pt x="165026" y="865475"/>
                  </a:lnTo>
                  <a:lnTo>
                    <a:pt x="166097" y="865059"/>
                  </a:lnTo>
                  <a:lnTo>
                    <a:pt x="167169" y="864642"/>
                  </a:lnTo>
                  <a:lnTo>
                    <a:pt x="168241" y="864225"/>
                  </a:lnTo>
                  <a:lnTo>
                    <a:pt x="169312" y="863808"/>
                  </a:lnTo>
                  <a:lnTo>
                    <a:pt x="170384" y="863391"/>
                  </a:lnTo>
                  <a:lnTo>
                    <a:pt x="171455" y="862974"/>
                  </a:lnTo>
                  <a:lnTo>
                    <a:pt x="172527" y="862556"/>
                  </a:lnTo>
                  <a:lnTo>
                    <a:pt x="173599" y="862139"/>
                  </a:lnTo>
                  <a:lnTo>
                    <a:pt x="174670" y="861721"/>
                  </a:lnTo>
                  <a:lnTo>
                    <a:pt x="175742" y="861303"/>
                  </a:lnTo>
                  <a:lnTo>
                    <a:pt x="176813" y="860885"/>
                  </a:lnTo>
                  <a:lnTo>
                    <a:pt x="177885" y="860467"/>
                  </a:lnTo>
                  <a:lnTo>
                    <a:pt x="178956" y="860048"/>
                  </a:lnTo>
                  <a:lnTo>
                    <a:pt x="180028" y="859630"/>
                  </a:lnTo>
                  <a:lnTo>
                    <a:pt x="181100" y="859211"/>
                  </a:lnTo>
                  <a:lnTo>
                    <a:pt x="182171" y="858792"/>
                  </a:lnTo>
                  <a:lnTo>
                    <a:pt x="183243" y="858373"/>
                  </a:lnTo>
                  <a:lnTo>
                    <a:pt x="184314" y="857954"/>
                  </a:lnTo>
                  <a:lnTo>
                    <a:pt x="185386" y="857534"/>
                  </a:lnTo>
                  <a:lnTo>
                    <a:pt x="186458" y="857115"/>
                  </a:lnTo>
                  <a:lnTo>
                    <a:pt x="187529" y="856695"/>
                  </a:lnTo>
                  <a:lnTo>
                    <a:pt x="188601" y="856275"/>
                  </a:lnTo>
                  <a:lnTo>
                    <a:pt x="189672" y="855855"/>
                  </a:lnTo>
                  <a:lnTo>
                    <a:pt x="190744" y="855435"/>
                  </a:lnTo>
                  <a:lnTo>
                    <a:pt x="191816" y="855014"/>
                  </a:lnTo>
                  <a:lnTo>
                    <a:pt x="192887" y="854594"/>
                  </a:lnTo>
                  <a:lnTo>
                    <a:pt x="193959" y="854173"/>
                  </a:lnTo>
                  <a:lnTo>
                    <a:pt x="195030" y="853752"/>
                  </a:lnTo>
                  <a:lnTo>
                    <a:pt x="196102" y="853331"/>
                  </a:lnTo>
                  <a:lnTo>
                    <a:pt x="197174" y="852910"/>
                  </a:lnTo>
                  <a:lnTo>
                    <a:pt x="198245" y="852488"/>
                  </a:lnTo>
                  <a:lnTo>
                    <a:pt x="199317" y="852067"/>
                  </a:lnTo>
                  <a:lnTo>
                    <a:pt x="200388" y="851645"/>
                  </a:lnTo>
                  <a:lnTo>
                    <a:pt x="201460" y="851223"/>
                  </a:lnTo>
                  <a:lnTo>
                    <a:pt x="202532" y="850801"/>
                  </a:lnTo>
                  <a:lnTo>
                    <a:pt x="203603" y="850379"/>
                  </a:lnTo>
                  <a:lnTo>
                    <a:pt x="204675" y="849956"/>
                  </a:lnTo>
                  <a:lnTo>
                    <a:pt x="205746" y="849534"/>
                  </a:lnTo>
                  <a:lnTo>
                    <a:pt x="206818" y="849111"/>
                  </a:lnTo>
                  <a:lnTo>
                    <a:pt x="207890" y="848688"/>
                  </a:lnTo>
                  <a:lnTo>
                    <a:pt x="208961" y="848265"/>
                  </a:lnTo>
                  <a:lnTo>
                    <a:pt x="210033" y="847842"/>
                  </a:lnTo>
                  <a:lnTo>
                    <a:pt x="211104" y="847418"/>
                  </a:lnTo>
                  <a:lnTo>
                    <a:pt x="212176" y="846995"/>
                  </a:lnTo>
                  <a:lnTo>
                    <a:pt x="213248" y="846571"/>
                  </a:lnTo>
                  <a:lnTo>
                    <a:pt x="214319" y="846147"/>
                  </a:lnTo>
                  <a:lnTo>
                    <a:pt x="215391" y="845723"/>
                  </a:lnTo>
                  <a:lnTo>
                    <a:pt x="216462" y="845299"/>
                  </a:lnTo>
                  <a:lnTo>
                    <a:pt x="217534" y="844874"/>
                  </a:lnTo>
                  <a:lnTo>
                    <a:pt x="218606" y="844450"/>
                  </a:lnTo>
                  <a:lnTo>
                    <a:pt x="219677" y="844025"/>
                  </a:lnTo>
                  <a:lnTo>
                    <a:pt x="220749" y="843600"/>
                  </a:lnTo>
                  <a:lnTo>
                    <a:pt x="221820" y="843175"/>
                  </a:lnTo>
                  <a:lnTo>
                    <a:pt x="222892" y="842750"/>
                  </a:lnTo>
                  <a:lnTo>
                    <a:pt x="223964" y="842324"/>
                  </a:lnTo>
                  <a:lnTo>
                    <a:pt x="225035" y="841899"/>
                  </a:lnTo>
                  <a:lnTo>
                    <a:pt x="226107" y="841473"/>
                  </a:lnTo>
                  <a:lnTo>
                    <a:pt x="227178" y="841047"/>
                  </a:lnTo>
                  <a:lnTo>
                    <a:pt x="228250" y="840621"/>
                  </a:lnTo>
                  <a:lnTo>
                    <a:pt x="229322" y="840195"/>
                  </a:lnTo>
                  <a:lnTo>
                    <a:pt x="230393" y="839768"/>
                  </a:lnTo>
                  <a:lnTo>
                    <a:pt x="231465" y="839342"/>
                  </a:lnTo>
                  <a:lnTo>
                    <a:pt x="232536" y="838915"/>
                  </a:lnTo>
                  <a:lnTo>
                    <a:pt x="233608" y="838488"/>
                  </a:lnTo>
                  <a:lnTo>
                    <a:pt x="234680" y="838061"/>
                  </a:lnTo>
                  <a:lnTo>
                    <a:pt x="235751" y="837634"/>
                  </a:lnTo>
                  <a:lnTo>
                    <a:pt x="236823" y="837206"/>
                  </a:lnTo>
                  <a:lnTo>
                    <a:pt x="237894" y="836779"/>
                  </a:lnTo>
                  <a:lnTo>
                    <a:pt x="238966" y="836351"/>
                  </a:lnTo>
                  <a:lnTo>
                    <a:pt x="240038" y="835923"/>
                  </a:lnTo>
                  <a:lnTo>
                    <a:pt x="241109" y="835495"/>
                  </a:lnTo>
                  <a:lnTo>
                    <a:pt x="242181" y="835066"/>
                  </a:lnTo>
                  <a:lnTo>
                    <a:pt x="243252" y="834638"/>
                  </a:lnTo>
                  <a:lnTo>
                    <a:pt x="244324" y="834209"/>
                  </a:lnTo>
                  <a:lnTo>
                    <a:pt x="245396" y="833781"/>
                  </a:lnTo>
                  <a:lnTo>
                    <a:pt x="246467" y="833352"/>
                  </a:lnTo>
                  <a:lnTo>
                    <a:pt x="247539" y="832922"/>
                  </a:lnTo>
                  <a:lnTo>
                    <a:pt x="248610" y="832493"/>
                  </a:lnTo>
                  <a:lnTo>
                    <a:pt x="249682" y="832064"/>
                  </a:lnTo>
                  <a:lnTo>
                    <a:pt x="250754" y="831634"/>
                  </a:lnTo>
                  <a:lnTo>
                    <a:pt x="251825" y="831204"/>
                  </a:lnTo>
                  <a:lnTo>
                    <a:pt x="252897" y="830774"/>
                  </a:lnTo>
                  <a:lnTo>
                    <a:pt x="253968" y="830344"/>
                  </a:lnTo>
                  <a:lnTo>
                    <a:pt x="255040" y="829914"/>
                  </a:lnTo>
                  <a:lnTo>
                    <a:pt x="256112" y="829483"/>
                  </a:lnTo>
                  <a:lnTo>
                    <a:pt x="257183" y="829053"/>
                  </a:lnTo>
                  <a:lnTo>
                    <a:pt x="258255" y="828622"/>
                  </a:lnTo>
                  <a:lnTo>
                    <a:pt x="259326" y="828191"/>
                  </a:lnTo>
                  <a:lnTo>
                    <a:pt x="260398" y="827760"/>
                  </a:lnTo>
                  <a:lnTo>
                    <a:pt x="261470" y="827328"/>
                  </a:lnTo>
                  <a:lnTo>
                    <a:pt x="262541" y="826897"/>
                  </a:lnTo>
                  <a:lnTo>
                    <a:pt x="263613" y="826465"/>
                  </a:lnTo>
                  <a:lnTo>
                    <a:pt x="264684" y="826033"/>
                  </a:lnTo>
                  <a:lnTo>
                    <a:pt x="265756" y="825601"/>
                  </a:lnTo>
                  <a:lnTo>
                    <a:pt x="266828" y="825169"/>
                  </a:lnTo>
                  <a:lnTo>
                    <a:pt x="267899" y="824737"/>
                  </a:lnTo>
                  <a:lnTo>
                    <a:pt x="268971" y="824304"/>
                  </a:lnTo>
                  <a:lnTo>
                    <a:pt x="270042" y="823872"/>
                  </a:lnTo>
                  <a:lnTo>
                    <a:pt x="271114" y="823439"/>
                  </a:lnTo>
                  <a:lnTo>
                    <a:pt x="272186" y="823006"/>
                  </a:lnTo>
                  <a:lnTo>
                    <a:pt x="273257" y="822573"/>
                  </a:lnTo>
                  <a:lnTo>
                    <a:pt x="274329" y="822139"/>
                  </a:lnTo>
                  <a:lnTo>
                    <a:pt x="275400" y="821706"/>
                  </a:lnTo>
                  <a:lnTo>
                    <a:pt x="276472" y="821272"/>
                  </a:lnTo>
                  <a:lnTo>
                    <a:pt x="277544" y="820838"/>
                  </a:lnTo>
                  <a:lnTo>
                    <a:pt x="278615" y="820404"/>
                  </a:lnTo>
                  <a:lnTo>
                    <a:pt x="279687" y="819970"/>
                  </a:lnTo>
                  <a:lnTo>
                    <a:pt x="280758" y="819535"/>
                  </a:lnTo>
                  <a:lnTo>
                    <a:pt x="281830" y="819101"/>
                  </a:lnTo>
                  <a:lnTo>
                    <a:pt x="282902" y="818666"/>
                  </a:lnTo>
                  <a:lnTo>
                    <a:pt x="283973" y="818231"/>
                  </a:lnTo>
                  <a:lnTo>
                    <a:pt x="285045" y="817796"/>
                  </a:lnTo>
                  <a:lnTo>
                    <a:pt x="286116" y="817361"/>
                  </a:lnTo>
                  <a:lnTo>
                    <a:pt x="287188" y="816925"/>
                  </a:lnTo>
                  <a:lnTo>
                    <a:pt x="288260" y="816490"/>
                  </a:lnTo>
                  <a:lnTo>
                    <a:pt x="289331" y="816054"/>
                  </a:lnTo>
                  <a:lnTo>
                    <a:pt x="290403" y="815618"/>
                  </a:lnTo>
                  <a:lnTo>
                    <a:pt x="291474" y="815182"/>
                  </a:lnTo>
                  <a:lnTo>
                    <a:pt x="292546" y="814746"/>
                  </a:lnTo>
                  <a:lnTo>
                    <a:pt x="293618" y="814309"/>
                  </a:lnTo>
                  <a:lnTo>
                    <a:pt x="294689" y="813873"/>
                  </a:lnTo>
                  <a:lnTo>
                    <a:pt x="295761" y="813436"/>
                  </a:lnTo>
                  <a:lnTo>
                    <a:pt x="296832" y="812999"/>
                  </a:lnTo>
                  <a:lnTo>
                    <a:pt x="297904" y="812562"/>
                  </a:lnTo>
                  <a:lnTo>
                    <a:pt x="298976" y="812124"/>
                  </a:lnTo>
                  <a:lnTo>
                    <a:pt x="300047" y="811687"/>
                  </a:lnTo>
                  <a:lnTo>
                    <a:pt x="301119" y="811249"/>
                  </a:lnTo>
                  <a:lnTo>
                    <a:pt x="302190" y="810811"/>
                  </a:lnTo>
                  <a:lnTo>
                    <a:pt x="303262" y="810373"/>
                  </a:lnTo>
                  <a:lnTo>
                    <a:pt x="304334" y="809935"/>
                  </a:lnTo>
                  <a:lnTo>
                    <a:pt x="305405" y="809497"/>
                  </a:lnTo>
                  <a:lnTo>
                    <a:pt x="306477" y="809058"/>
                  </a:lnTo>
                  <a:lnTo>
                    <a:pt x="307548" y="808619"/>
                  </a:lnTo>
                  <a:lnTo>
                    <a:pt x="308620" y="808181"/>
                  </a:lnTo>
                  <a:lnTo>
                    <a:pt x="309692" y="807742"/>
                  </a:lnTo>
                  <a:lnTo>
                    <a:pt x="310763" y="807302"/>
                  </a:lnTo>
                  <a:lnTo>
                    <a:pt x="311835" y="806863"/>
                  </a:lnTo>
                  <a:lnTo>
                    <a:pt x="312906" y="806423"/>
                  </a:lnTo>
                  <a:lnTo>
                    <a:pt x="313978" y="805984"/>
                  </a:lnTo>
                  <a:lnTo>
                    <a:pt x="315050" y="805544"/>
                  </a:lnTo>
                  <a:lnTo>
                    <a:pt x="316121" y="805104"/>
                  </a:lnTo>
                  <a:lnTo>
                    <a:pt x="317193" y="804663"/>
                  </a:lnTo>
                  <a:lnTo>
                    <a:pt x="318264" y="804223"/>
                  </a:lnTo>
                  <a:lnTo>
                    <a:pt x="319336" y="803782"/>
                  </a:lnTo>
                  <a:lnTo>
                    <a:pt x="320408" y="803342"/>
                  </a:lnTo>
                  <a:lnTo>
                    <a:pt x="321479" y="802901"/>
                  </a:lnTo>
                  <a:lnTo>
                    <a:pt x="322551" y="802459"/>
                  </a:lnTo>
                  <a:lnTo>
                    <a:pt x="323622" y="802018"/>
                  </a:lnTo>
                  <a:lnTo>
                    <a:pt x="324694" y="801577"/>
                  </a:lnTo>
                  <a:lnTo>
                    <a:pt x="325766" y="801135"/>
                  </a:lnTo>
                  <a:lnTo>
                    <a:pt x="326837" y="800693"/>
                  </a:lnTo>
                  <a:lnTo>
                    <a:pt x="327909" y="800251"/>
                  </a:lnTo>
                  <a:lnTo>
                    <a:pt x="328980" y="799809"/>
                  </a:lnTo>
                  <a:lnTo>
                    <a:pt x="330052" y="799367"/>
                  </a:lnTo>
                  <a:lnTo>
                    <a:pt x="331124" y="798924"/>
                  </a:lnTo>
                  <a:lnTo>
                    <a:pt x="332195" y="798481"/>
                  </a:lnTo>
                  <a:lnTo>
                    <a:pt x="333267" y="798039"/>
                  </a:lnTo>
                  <a:lnTo>
                    <a:pt x="334338" y="797595"/>
                  </a:lnTo>
                  <a:lnTo>
                    <a:pt x="335410" y="797152"/>
                  </a:lnTo>
                  <a:lnTo>
                    <a:pt x="336482" y="796709"/>
                  </a:lnTo>
                  <a:lnTo>
                    <a:pt x="337553" y="796265"/>
                  </a:lnTo>
                  <a:lnTo>
                    <a:pt x="338625" y="795822"/>
                  </a:lnTo>
                  <a:lnTo>
                    <a:pt x="339696" y="795378"/>
                  </a:lnTo>
                  <a:lnTo>
                    <a:pt x="340768" y="794934"/>
                  </a:lnTo>
                  <a:lnTo>
                    <a:pt x="341840" y="794489"/>
                  </a:lnTo>
                  <a:lnTo>
                    <a:pt x="342911" y="794045"/>
                  </a:lnTo>
                  <a:lnTo>
                    <a:pt x="343983" y="793600"/>
                  </a:lnTo>
                  <a:lnTo>
                    <a:pt x="345054" y="793155"/>
                  </a:lnTo>
                  <a:lnTo>
                    <a:pt x="346126" y="792710"/>
                  </a:lnTo>
                  <a:lnTo>
                    <a:pt x="347198" y="792265"/>
                  </a:lnTo>
                  <a:lnTo>
                    <a:pt x="348269" y="791820"/>
                  </a:lnTo>
                  <a:lnTo>
                    <a:pt x="349341" y="791374"/>
                  </a:lnTo>
                  <a:lnTo>
                    <a:pt x="350412" y="790929"/>
                  </a:lnTo>
                  <a:lnTo>
                    <a:pt x="351484" y="790483"/>
                  </a:lnTo>
                  <a:lnTo>
                    <a:pt x="352556" y="790037"/>
                  </a:lnTo>
                  <a:lnTo>
                    <a:pt x="353627" y="789591"/>
                  </a:lnTo>
                  <a:lnTo>
                    <a:pt x="354699" y="789144"/>
                  </a:lnTo>
                  <a:lnTo>
                    <a:pt x="355770" y="788698"/>
                  </a:lnTo>
                  <a:lnTo>
                    <a:pt x="356842" y="788251"/>
                  </a:lnTo>
                  <a:lnTo>
                    <a:pt x="357913" y="787804"/>
                  </a:lnTo>
                  <a:lnTo>
                    <a:pt x="358985" y="787357"/>
                  </a:lnTo>
                  <a:lnTo>
                    <a:pt x="360057" y="786910"/>
                  </a:lnTo>
                  <a:lnTo>
                    <a:pt x="361128" y="786462"/>
                  </a:lnTo>
                  <a:lnTo>
                    <a:pt x="362200" y="786015"/>
                  </a:lnTo>
                  <a:lnTo>
                    <a:pt x="363271" y="785567"/>
                  </a:lnTo>
                  <a:lnTo>
                    <a:pt x="364343" y="785119"/>
                  </a:lnTo>
                  <a:lnTo>
                    <a:pt x="365415" y="784671"/>
                  </a:lnTo>
                  <a:lnTo>
                    <a:pt x="366486" y="784222"/>
                  </a:lnTo>
                  <a:lnTo>
                    <a:pt x="367558" y="783774"/>
                  </a:lnTo>
                  <a:lnTo>
                    <a:pt x="368629" y="783325"/>
                  </a:lnTo>
                  <a:lnTo>
                    <a:pt x="369701" y="782876"/>
                  </a:lnTo>
                  <a:lnTo>
                    <a:pt x="370773" y="782427"/>
                  </a:lnTo>
                  <a:lnTo>
                    <a:pt x="371844" y="781978"/>
                  </a:lnTo>
                  <a:lnTo>
                    <a:pt x="372916" y="781529"/>
                  </a:lnTo>
                  <a:lnTo>
                    <a:pt x="373987" y="781079"/>
                  </a:lnTo>
                  <a:lnTo>
                    <a:pt x="375059" y="780630"/>
                  </a:lnTo>
                  <a:lnTo>
                    <a:pt x="376131" y="780180"/>
                  </a:lnTo>
                  <a:lnTo>
                    <a:pt x="377202" y="779730"/>
                  </a:lnTo>
                  <a:lnTo>
                    <a:pt x="378274" y="779279"/>
                  </a:lnTo>
                  <a:lnTo>
                    <a:pt x="379345" y="778829"/>
                  </a:lnTo>
                  <a:lnTo>
                    <a:pt x="380417" y="778378"/>
                  </a:lnTo>
                  <a:lnTo>
                    <a:pt x="381489" y="777927"/>
                  </a:lnTo>
                  <a:lnTo>
                    <a:pt x="382560" y="777476"/>
                  </a:lnTo>
                  <a:lnTo>
                    <a:pt x="383632" y="777025"/>
                  </a:lnTo>
                  <a:lnTo>
                    <a:pt x="384703" y="776574"/>
                  </a:lnTo>
                  <a:lnTo>
                    <a:pt x="385775" y="776122"/>
                  </a:lnTo>
                  <a:lnTo>
                    <a:pt x="386847" y="775671"/>
                  </a:lnTo>
                  <a:lnTo>
                    <a:pt x="387918" y="775219"/>
                  </a:lnTo>
                  <a:lnTo>
                    <a:pt x="388990" y="774767"/>
                  </a:lnTo>
                  <a:lnTo>
                    <a:pt x="390061" y="774315"/>
                  </a:lnTo>
                  <a:lnTo>
                    <a:pt x="391133" y="773862"/>
                  </a:lnTo>
                  <a:lnTo>
                    <a:pt x="392205" y="773410"/>
                  </a:lnTo>
                  <a:lnTo>
                    <a:pt x="393276" y="772957"/>
                  </a:lnTo>
                  <a:lnTo>
                    <a:pt x="394348" y="772504"/>
                  </a:lnTo>
                  <a:lnTo>
                    <a:pt x="395419" y="772051"/>
                  </a:lnTo>
                  <a:lnTo>
                    <a:pt x="396491" y="771597"/>
                  </a:lnTo>
                  <a:lnTo>
                    <a:pt x="397563" y="771144"/>
                  </a:lnTo>
                  <a:lnTo>
                    <a:pt x="398634" y="770690"/>
                  </a:lnTo>
                  <a:lnTo>
                    <a:pt x="399706" y="770236"/>
                  </a:lnTo>
                  <a:lnTo>
                    <a:pt x="400777" y="769782"/>
                  </a:lnTo>
                  <a:lnTo>
                    <a:pt x="401849" y="769328"/>
                  </a:lnTo>
                  <a:lnTo>
                    <a:pt x="402921" y="768874"/>
                  </a:lnTo>
                  <a:lnTo>
                    <a:pt x="403992" y="768419"/>
                  </a:lnTo>
                  <a:lnTo>
                    <a:pt x="405064" y="767965"/>
                  </a:lnTo>
                  <a:lnTo>
                    <a:pt x="406135" y="767510"/>
                  </a:lnTo>
                  <a:lnTo>
                    <a:pt x="407207" y="767055"/>
                  </a:lnTo>
                  <a:lnTo>
                    <a:pt x="408279" y="766599"/>
                  </a:lnTo>
                  <a:lnTo>
                    <a:pt x="409350" y="766144"/>
                  </a:lnTo>
                  <a:lnTo>
                    <a:pt x="410422" y="765688"/>
                  </a:lnTo>
                  <a:lnTo>
                    <a:pt x="411493" y="765232"/>
                  </a:lnTo>
                  <a:lnTo>
                    <a:pt x="412565" y="764777"/>
                  </a:lnTo>
                  <a:lnTo>
                    <a:pt x="413637" y="764320"/>
                  </a:lnTo>
                  <a:lnTo>
                    <a:pt x="414708" y="763864"/>
                  </a:lnTo>
                  <a:lnTo>
                    <a:pt x="415780" y="763407"/>
                  </a:lnTo>
                  <a:lnTo>
                    <a:pt x="416851" y="762951"/>
                  </a:lnTo>
                  <a:lnTo>
                    <a:pt x="417923" y="762494"/>
                  </a:lnTo>
                  <a:lnTo>
                    <a:pt x="418995" y="762037"/>
                  </a:lnTo>
                  <a:lnTo>
                    <a:pt x="420066" y="761580"/>
                  </a:lnTo>
                  <a:lnTo>
                    <a:pt x="421138" y="761122"/>
                  </a:lnTo>
                  <a:lnTo>
                    <a:pt x="422209" y="760665"/>
                  </a:lnTo>
                  <a:lnTo>
                    <a:pt x="423281" y="760207"/>
                  </a:lnTo>
                  <a:lnTo>
                    <a:pt x="424353" y="759749"/>
                  </a:lnTo>
                  <a:lnTo>
                    <a:pt x="425424" y="759291"/>
                  </a:lnTo>
                  <a:lnTo>
                    <a:pt x="426496" y="758832"/>
                  </a:lnTo>
                  <a:lnTo>
                    <a:pt x="427567" y="758374"/>
                  </a:lnTo>
                  <a:lnTo>
                    <a:pt x="428639" y="757915"/>
                  </a:lnTo>
                  <a:lnTo>
                    <a:pt x="429711" y="757456"/>
                  </a:lnTo>
                  <a:lnTo>
                    <a:pt x="430782" y="756997"/>
                  </a:lnTo>
                  <a:lnTo>
                    <a:pt x="431854" y="756538"/>
                  </a:lnTo>
                  <a:lnTo>
                    <a:pt x="432925" y="756078"/>
                  </a:lnTo>
                  <a:lnTo>
                    <a:pt x="433997" y="755619"/>
                  </a:lnTo>
                  <a:lnTo>
                    <a:pt x="435069" y="755159"/>
                  </a:lnTo>
                  <a:lnTo>
                    <a:pt x="436140" y="754699"/>
                  </a:lnTo>
                  <a:lnTo>
                    <a:pt x="437212" y="754239"/>
                  </a:lnTo>
                  <a:lnTo>
                    <a:pt x="438283" y="753779"/>
                  </a:lnTo>
                  <a:lnTo>
                    <a:pt x="439355" y="753318"/>
                  </a:lnTo>
                  <a:lnTo>
                    <a:pt x="440427" y="752857"/>
                  </a:lnTo>
                  <a:lnTo>
                    <a:pt x="441498" y="752396"/>
                  </a:lnTo>
                  <a:lnTo>
                    <a:pt x="442570" y="751935"/>
                  </a:lnTo>
                  <a:lnTo>
                    <a:pt x="443641" y="751474"/>
                  </a:lnTo>
                  <a:lnTo>
                    <a:pt x="444713" y="751013"/>
                  </a:lnTo>
                  <a:lnTo>
                    <a:pt x="445785" y="750551"/>
                  </a:lnTo>
                  <a:lnTo>
                    <a:pt x="446856" y="750089"/>
                  </a:lnTo>
                  <a:lnTo>
                    <a:pt x="447928" y="749627"/>
                  </a:lnTo>
                  <a:lnTo>
                    <a:pt x="448999" y="749165"/>
                  </a:lnTo>
                  <a:lnTo>
                    <a:pt x="450071" y="748703"/>
                  </a:lnTo>
                  <a:lnTo>
                    <a:pt x="451143" y="748240"/>
                  </a:lnTo>
                  <a:lnTo>
                    <a:pt x="452214" y="747777"/>
                  </a:lnTo>
                  <a:lnTo>
                    <a:pt x="453286" y="747314"/>
                  </a:lnTo>
                  <a:lnTo>
                    <a:pt x="454357" y="746851"/>
                  </a:lnTo>
                  <a:lnTo>
                    <a:pt x="455429" y="746388"/>
                  </a:lnTo>
                  <a:lnTo>
                    <a:pt x="456501" y="745925"/>
                  </a:lnTo>
                  <a:lnTo>
                    <a:pt x="457572" y="745461"/>
                  </a:lnTo>
                  <a:lnTo>
                    <a:pt x="458644" y="744997"/>
                  </a:lnTo>
                  <a:lnTo>
                    <a:pt x="459715" y="744533"/>
                  </a:lnTo>
                  <a:lnTo>
                    <a:pt x="460787" y="744069"/>
                  </a:lnTo>
                  <a:lnTo>
                    <a:pt x="461859" y="743605"/>
                  </a:lnTo>
                  <a:lnTo>
                    <a:pt x="462930" y="743140"/>
                  </a:lnTo>
                  <a:lnTo>
                    <a:pt x="464002" y="742675"/>
                  </a:lnTo>
                  <a:lnTo>
                    <a:pt x="465073" y="742210"/>
                  </a:lnTo>
                  <a:lnTo>
                    <a:pt x="466145" y="741745"/>
                  </a:lnTo>
                  <a:lnTo>
                    <a:pt x="467217" y="741280"/>
                  </a:lnTo>
                  <a:lnTo>
                    <a:pt x="468288" y="740814"/>
                  </a:lnTo>
                  <a:lnTo>
                    <a:pt x="469360" y="740349"/>
                  </a:lnTo>
                  <a:lnTo>
                    <a:pt x="470431" y="739883"/>
                  </a:lnTo>
                  <a:lnTo>
                    <a:pt x="471503" y="739417"/>
                  </a:lnTo>
                  <a:lnTo>
                    <a:pt x="472575" y="738950"/>
                  </a:lnTo>
                  <a:lnTo>
                    <a:pt x="473646" y="738484"/>
                  </a:lnTo>
                  <a:lnTo>
                    <a:pt x="474718" y="738017"/>
                  </a:lnTo>
                  <a:lnTo>
                    <a:pt x="475789" y="737551"/>
                  </a:lnTo>
                  <a:lnTo>
                    <a:pt x="476861" y="737084"/>
                  </a:lnTo>
                  <a:lnTo>
                    <a:pt x="477933" y="736616"/>
                  </a:lnTo>
                  <a:lnTo>
                    <a:pt x="479004" y="736149"/>
                  </a:lnTo>
                  <a:lnTo>
                    <a:pt x="480076" y="735682"/>
                  </a:lnTo>
                  <a:lnTo>
                    <a:pt x="481147" y="735214"/>
                  </a:lnTo>
                  <a:lnTo>
                    <a:pt x="482219" y="734746"/>
                  </a:lnTo>
                  <a:lnTo>
                    <a:pt x="483291" y="734278"/>
                  </a:lnTo>
                  <a:lnTo>
                    <a:pt x="484362" y="733809"/>
                  </a:lnTo>
                  <a:lnTo>
                    <a:pt x="485434" y="733341"/>
                  </a:lnTo>
                  <a:lnTo>
                    <a:pt x="486505" y="732872"/>
                  </a:lnTo>
                  <a:lnTo>
                    <a:pt x="487577" y="732403"/>
                  </a:lnTo>
                  <a:lnTo>
                    <a:pt x="488649" y="731934"/>
                  </a:lnTo>
                  <a:lnTo>
                    <a:pt x="489720" y="731465"/>
                  </a:lnTo>
                  <a:lnTo>
                    <a:pt x="490792" y="730996"/>
                  </a:lnTo>
                  <a:lnTo>
                    <a:pt x="491863" y="730526"/>
                  </a:lnTo>
                  <a:lnTo>
                    <a:pt x="492935" y="730056"/>
                  </a:lnTo>
                  <a:lnTo>
                    <a:pt x="494007" y="729586"/>
                  </a:lnTo>
                  <a:lnTo>
                    <a:pt x="495078" y="729116"/>
                  </a:lnTo>
                  <a:lnTo>
                    <a:pt x="496150" y="728646"/>
                  </a:lnTo>
                  <a:lnTo>
                    <a:pt x="497221" y="728175"/>
                  </a:lnTo>
                  <a:lnTo>
                    <a:pt x="498293" y="727704"/>
                  </a:lnTo>
                  <a:lnTo>
                    <a:pt x="499365" y="727233"/>
                  </a:lnTo>
                  <a:lnTo>
                    <a:pt x="500436" y="726762"/>
                  </a:lnTo>
                  <a:lnTo>
                    <a:pt x="501508" y="726291"/>
                  </a:lnTo>
                  <a:lnTo>
                    <a:pt x="502579" y="725820"/>
                  </a:lnTo>
                  <a:lnTo>
                    <a:pt x="503651" y="725348"/>
                  </a:lnTo>
                  <a:lnTo>
                    <a:pt x="504723" y="724876"/>
                  </a:lnTo>
                  <a:lnTo>
                    <a:pt x="505794" y="724404"/>
                  </a:lnTo>
                  <a:lnTo>
                    <a:pt x="506866" y="723932"/>
                  </a:lnTo>
                  <a:lnTo>
                    <a:pt x="507937" y="723459"/>
                  </a:lnTo>
                  <a:lnTo>
                    <a:pt x="509009" y="722987"/>
                  </a:lnTo>
                  <a:lnTo>
                    <a:pt x="510081" y="722514"/>
                  </a:lnTo>
                  <a:lnTo>
                    <a:pt x="511152" y="722041"/>
                  </a:lnTo>
                  <a:lnTo>
                    <a:pt x="512224" y="721567"/>
                  </a:lnTo>
                  <a:lnTo>
                    <a:pt x="513295" y="721094"/>
                  </a:lnTo>
                  <a:lnTo>
                    <a:pt x="514367" y="720620"/>
                  </a:lnTo>
                  <a:lnTo>
                    <a:pt x="515439" y="720147"/>
                  </a:lnTo>
                  <a:lnTo>
                    <a:pt x="516510" y="719673"/>
                  </a:lnTo>
                  <a:lnTo>
                    <a:pt x="517582" y="719199"/>
                  </a:lnTo>
                  <a:lnTo>
                    <a:pt x="518653" y="718724"/>
                  </a:lnTo>
                  <a:lnTo>
                    <a:pt x="519725" y="718250"/>
                  </a:lnTo>
                  <a:lnTo>
                    <a:pt x="520797" y="717775"/>
                  </a:lnTo>
                  <a:lnTo>
                    <a:pt x="521868" y="717300"/>
                  </a:lnTo>
                  <a:lnTo>
                    <a:pt x="522940" y="716825"/>
                  </a:lnTo>
                  <a:lnTo>
                    <a:pt x="524011" y="716350"/>
                  </a:lnTo>
                  <a:lnTo>
                    <a:pt x="525083" y="715874"/>
                  </a:lnTo>
                  <a:lnTo>
                    <a:pt x="526155" y="715398"/>
                  </a:lnTo>
                  <a:lnTo>
                    <a:pt x="527226" y="714922"/>
                  </a:lnTo>
                  <a:lnTo>
                    <a:pt x="528298" y="714446"/>
                  </a:lnTo>
                  <a:lnTo>
                    <a:pt x="529369" y="713970"/>
                  </a:lnTo>
                  <a:lnTo>
                    <a:pt x="530441" y="713494"/>
                  </a:lnTo>
                  <a:lnTo>
                    <a:pt x="531513" y="713017"/>
                  </a:lnTo>
                  <a:lnTo>
                    <a:pt x="532584" y="712540"/>
                  </a:lnTo>
                  <a:lnTo>
                    <a:pt x="533656" y="712063"/>
                  </a:lnTo>
                  <a:lnTo>
                    <a:pt x="534727" y="711586"/>
                  </a:lnTo>
                  <a:lnTo>
                    <a:pt x="535799" y="711108"/>
                  </a:lnTo>
                  <a:lnTo>
                    <a:pt x="536870" y="710631"/>
                  </a:lnTo>
                  <a:lnTo>
                    <a:pt x="537942" y="710153"/>
                  </a:lnTo>
                  <a:lnTo>
                    <a:pt x="539014" y="709675"/>
                  </a:lnTo>
                  <a:lnTo>
                    <a:pt x="540085" y="709197"/>
                  </a:lnTo>
                  <a:lnTo>
                    <a:pt x="541157" y="708718"/>
                  </a:lnTo>
                  <a:lnTo>
                    <a:pt x="542228" y="708240"/>
                  </a:lnTo>
                  <a:lnTo>
                    <a:pt x="543300" y="707761"/>
                  </a:lnTo>
                  <a:lnTo>
                    <a:pt x="544372" y="707282"/>
                  </a:lnTo>
                  <a:lnTo>
                    <a:pt x="545443" y="706803"/>
                  </a:lnTo>
                  <a:lnTo>
                    <a:pt x="546515" y="706323"/>
                  </a:lnTo>
                  <a:lnTo>
                    <a:pt x="547586" y="705844"/>
                  </a:lnTo>
                  <a:lnTo>
                    <a:pt x="548658" y="705364"/>
                  </a:lnTo>
                  <a:lnTo>
                    <a:pt x="549730" y="704884"/>
                  </a:lnTo>
                  <a:lnTo>
                    <a:pt x="550801" y="704404"/>
                  </a:lnTo>
                  <a:lnTo>
                    <a:pt x="551873" y="703924"/>
                  </a:lnTo>
                  <a:lnTo>
                    <a:pt x="552944" y="703443"/>
                  </a:lnTo>
                  <a:lnTo>
                    <a:pt x="554016" y="702962"/>
                  </a:lnTo>
                  <a:lnTo>
                    <a:pt x="555088" y="702482"/>
                  </a:lnTo>
                  <a:lnTo>
                    <a:pt x="556159" y="702000"/>
                  </a:lnTo>
                  <a:lnTo>
                    <a:pt x="557231" y="701519"/>
                  </a:lnTo>
                  <a:lnTo>
                    <a:pt x="558302" y="701038"/>
                  </a:lnTo>
                  <a:lnTo>
                    <a:pt x="559374" y="700556"/>
                  </a:lnTo>
                  <a:lnTo>
                    <a:pt x="560446" y="700074"/>
                  </a:lnTo>
                  <a:lnTo>
                    <a:pt x="561517" y="699592"/>
                  </a:lnTo>
                  <a:lnTo>
                    <a:pt x="562589" y="699110"/>
                  </a:lnTo>
                  <a:lnTo>
                    <a:pt x="563660" y="698627"/>
                  </a:lnTo>
                  <a:lnTo>
                    <a:pt x="564732" y="698144"/>
                  </a:lnTo>
                  <a:lnTo>
                    <a:pt x="565804" y="697662"/>
                  </a:lnTo>
                  <a:lnTo>
                    <a:pt x="566875" y="697178"/>
                  </a:lnTo>
                  <a:lnTo>
                    <a:pt x="567947" y="696695"/>
                  </a:lnTo>
                  <a:lnTo>
                    <a:pt x="569018" y="696212"/>
                  </a:lnTo>
                  <a:lnTo>
                    <a:pt x="570090" y="695728"/>
                  </a:lnTo>
                  <a:lnTo>
                    <a:pt x="571162" y="695244"/>
                  </a:lnTo>
                  <a:lnTo>
                    <a:pt x="572233" y="694760"/>
                  </a:lnTo>
                  <a:lnTo>
                    <a:pt x="573305" y="694276"/>
                  </a:lnTo>
                  <a:lnTo>
                    <a:pt x="574376" y="693791"/>
                  </a:lnTo>
                  <a:lnTo>
                    <a:pt x="575448" y="693307"/>
                  </a:lnTo>
                  <a:lnTo>
                    <a:pt x="576520" y="692822"/>
                  </a:lnTo>
                  <a:lnTo>
                    <a:pt x="577591" y="692337"/>
                  </a:lnTo>
                  <a:lnTo>
                    <a:pt x="578663" y="691852"/>
                  </a:lnTo>
                  <a:lnTo>
                    <a:pt x="579734" y="691366"/>
                  </a:lnTo>
                  <a:lnTo>
                    <a:pt x="580806" y="690881"/>
                  </a:lnTo>
                  <a:lnTo>
                    <a:pt x="581878" y="690395"/>
                  </a:lnTo>
                  <a:lnTo>
                    <a:pt x="582949" y="689909"/>
                  </a:lnTo>
                  <a:lnTo>
                    <a:pt x="584021" y="689422"/>
                  </a:lnTo>
                  <a:lnTo>
                    <a:pt x="585092" y="688936"/>
                  </a:lnTo>
                  <a:lnTo>
                    <a:pt x="586164" y="688449"/>
                  </a:lnTo>
                  <a:lnTo>
                    <a:pt x="587236" y="687963"/>
                  </a:lnTo>
                  <a:lnTo>
                    <a:pt x="588307" y="687476"/>
                  </a:lnTo>
                  <a:lnTo>
                    <a:pt x="589379" y="686988"/>
                  </a:lnTo>
                  <a:lnTo>
                    <a:pt x="590450" y="686501"/>
                  </a:lnTo>
                  <a:lnTo>
                    <a:pt x="591522" y="686013"/>
                  </a:lnTo>
                  <a:lnTo>
                    <a:pt x="592594" y="685525"/>
                  </a:lnTo>
                  <a:lnTo>
                    <a:pt x="593665" y="685037"/>
                  </a:lnTo>
                  <a:lnTo>
                    <a:pt x="594737" y="684549"/>
                  </a:lnTo>
                  <a:lnTo>
                    <a:pt x="595808" y="684061"/>
                  </a:lnTo>
                  <a:lnTo>
                    <a:pt x="596880" y="683572"/>
                  </a:lnTo>
                  <a:lnTo>
                    <a:pt x="597952" y="683083"/>
                  </a:lnTo>
                  <a:lnTo>
                    <a:pt x="599023" y="682594"/>
                  </a:lnTo>
                  <a:lnTo>
                    <a:pt x="600095" y="682105"/>
                  </a:lnTo>
                  <a:lnTo>
                    <a:pt x="601166" y="681616"/>
                  </a:lnTo>
                  <a:lnTo>
                    <a:pt x="602238" y="681126"/>
                  </a:lnTo>
                  <a:lnTo>
                    <a:pt x="603310" y="680636"/>
                  </a:lnTo>
                  <a:lnTo>
                    <a:pt x="604381" y="680146"/>
                  </a:lnTo>
                  <a:lnTo>
                    <a:pt x="605453" y="679656"/>
                  </a:lnTo>
                  <a:lnTo>
                    <a:pt x="606524" y="679166"/>
                  </a:lnTo>
                  <a:lnTo>
                    <a:pt x="607596" y="678675"/>
                  </a:lnTo>
                  <a:lnTo>
                    <a:pt x="608668" y="678184"/>
                  </a:lnTo>
                  <a:lnTo>
                    <a:pt x="609739" y="677693"/>
                  </a:lnTo>
                  <a:lnTo>
                    <a:pt x="610811" y="677202"/>
                  </a:lnTo>
                  <a:lnTo>
                    <a:pt x="611882" y="676711"/>
                  </a:lnTo>
                  <a:lnTo>
                    <a:pt x="612954" y="676219"/>
                  </a:lnTo>
                  <a:lnTo>
                    <a:pt x="614026" y="675727"/>
                  </a:lnTo>
                  <a:lnTo>
                    <a:pt x="615097" y="675235"/>
                  </a:lnTo>
                  <a:lnTo>
                    <a:pt x="616169" y="674743"/>
                  </a:lnTo>
                  <a:lnTo>
                    <a:pt x="617240" y="674250"/>
                  </a:lnTo>
                  <a:lnTo>
                    <a:pt x="618312" y="673758"/>
                  </a:lnTo>
                  <a:lnTo>
                    <a:pt x="619384" y="673265"/>
                  </a:lnTo>
                  <a:lnTo>
                    <a:pt x="620455" y="672772"/>
                  </a:lnTo>
                  <a:lnTo>
                    <a:pt x="621527" y="672279"/>
                  </a:lnTo>
                  <a:lnTo>
                    <a:pt x="622598" y="671785"/>
                  </a:lnTo>
                  <a:lnTo>
                    <a:pt x="623670" y="671292"/>
                  </a:lnTo>
                  <a:lnTo>
                    <a:pt x="624742" y="670798"/>
                  </a:lnTo>
                  <a:lnTo>
                    <a:pt x="625813" y="670304"/>
                  </a:lnTo>
                  <a:lnTo>
                    <a:pt x="626885" y="669809"/>
                  </a:lnTo>
                  <a:lnTo>
                    <a:pt x="627956" y="669315"/>
                  </a:lnTo>
                  <a:lnTo>
                    <a:pt x="629028" y="668820"/>
                  </a:lnTo>
                  <a:lnTo>
                    <a:pt x="630100" y="668325"/>
                  </a:lnTo>
                  <a:lnTo>
                    <a:pt x="631171" y="667830"/>
                  </a:lnTo>
                  <a:lnTo>
                    <a:pt x="632243" y="667335"/>
                  </a:lnTo>
                  <a:lnTo>
                    <a:pt x="633314" y="666840"/>
                  </a:lnTo>
                  <a:lnTo>
                    <a:pt x="634386" y="666344"/>
                  </a:lnTo>
                  <a:lnTo>
                    <a:pt x="635458" y="665848"/>
                  </a:lnTo>
                  <a:lnTo>
                    <a:pt x="636529" y="665352"/>
                  </a:lnTo>
                  <a:lnTo>
                    <a:pt x="637601" y="664856"/>
                  </a:lnTo>
                  <a:lnTo>
                    <a:pt x="638672" y="664359"/>
                  </a:lnTo>
                  <a:lnTo>
                    <a:pt x="639744" y="663862"/>
                  </a:lnTo>
                  <a:lnTo>
                    <a:pt x="640816" y="663365"/>
                  </a:lnTo>
                  <a:lnTo>
                    <a:pt x="641887" y="662868"/>
                  </a:lnTo>
                  <a:lnTo>
                    <a:pt x="642959" y="662371"/>
                  </a:lnTo>
                  <a:lnTo>
                    <a:pt x="644030" y="661873"/>
                  </a:lnTo>
                  <a:lnTo>
                    <a:pt x="645102" y="661376"/>
                  </a:lnTo>
                  <a:lnTo>
                    <a:pt x="646174" y="660878"/>
                  </a:lnTo>
                  <a:lnTo>
                    <a:pt x="647245" y="660380"/>
                  </a:lnTo>
                  <a:lnTo>
                    <a:pt x="648317" y="659881"/>
                  </a:lnTo>
                  <a:lnTo>
                    <a:pt x="649388" y="659383"/>
                  </a:lnTo>
                  <a:lnTo>
                    <a:pt x="650460" y="658884"/>
                  </a:lnTo>
                  <a:lnTo>
                    <a:pt x="651532" y="658385"/>
                  </a:lnTo>
                  <a:lnTo>
                    <a:pt x="652603" y="657886"/>
                  </a:lnTo>
                  <a:lnTo>
                    <a:pt x="653675" y="657387"/>
                  </a:lnTo>
                  <a:lnTo>
                    <a:pt x="654746" y="656887"/>
                  </a:lnTo>
                  <a:lnTo>
                    <a:pt x="655818" y="656387"/>
                  </a:lnTo>
                  <a:lnTo>
                    <a:pt x="656890" y="655887"/>
                  </a:lnTo>
                  <a:lnTo>
                    <a:pt x="657961" y="655387"/>
                  </a:lnTo>
                  <a:lnTo>
                    <a:pt x="659033" y="654887"/>
                  </a:lnTo>
                  <a:lnTo>
                    <a:pt x="660104" y="654386"/>
                  </a:lnTo>
                  <a:lnTo>
                    <a:pt x="661176" y="653885"/>
                  </a:lnTo>
                  <a:lnTo>
                    <a:pt x="662248" y="653384"/>
                  </a:lnTo>
                  <a:lnTo>
                    <a:pt x="663319" y="652883"/>
                  </a:lnTo>
                  <a:lnTo>
                    <a:pt x="664391" y="652381"/>
                  </a:lnTo>
                  <a:lnTo>
                    <a:pt x="665462" y="651880"/>
                  </a:lnTo>
                  <a:lnTo>
                    <a:pt x="666534" y="651378"/>
                  </a:lnTo>
                  <a:lnTo>
                    <a:pt x="667606" y="650876"/>
                  </a:lnTo>
                  <a:lnTo>
                    <a:pt x="668677" y="650374"/>
                  </a:lnTo>
                  <a:lnTo>
                    <a:pt x="669749" y="649871"/>
                  </a:lnTo>
                  <a:lnTo>
                    <a:pt x="670820" y="649368"/>
                  </a:lnTo>
                  <a:lnTo>
                    <a:pt x="671892" y="648865"/>
                  </a:lnTo>
                  <a:lnTo>
                    <a:pt x="672964" y="648362"/>
                  </a:lnTo>
                  <a:lnTo>
                    <a:pt x="674035" y="647859"/>
                  </a:lnTo>
                  <a:lnTo>
                    <a:pt x="675107" y="647356"/>
                  </a:lnTo>
                  <a:lnTo>
                    <a:pt x="676178" y="646852"/>
                  </a:lnTo>
                  <a:lnTo>
                    <a:pt x="677250" y="646348"/>
                  </a:lnTo>
                  <a:lnTo>
                    <a:pt x="678322" y="645844"/>
                  </a:lnTo>
                  <a:lnTo>
                    <a:pt x="679393" y="645339"/>
                  </a:lnTo>
                  <a:lnTo>
                    <a:pt x="680465" y="644835"/>
                  </a:lnTo>
                  <a:lnTo>
                    <a:pt x="681536" y="644330"/>
                  </a:lnTo>
                  <a:lnTo>
                    <a:pt x="682608" y="643825"/>
                  </a:lnTo>
                  <a:lnTo>
                    <a:pt x="683680" y="643320"/>
                  </a:lnTo>
                  <a:lnTo>
                    <a:pt x="684751" y="642814"/>
                  </a:lnTo>
                  <a:lnTo>
                    <a:pt x="685823" y="642309"/>
                  </a:lnTo>
                  <a:lnTo>
                    <a:pt x="686894" y="641803"/>
                  </a:lnTo>
                  <a:lnTo>
                    <a:pt x="687966" y="641297"/>
                  </a:lnTo>
                  <a:lnTo>
                    <a:pt x="689038" y="640791"/>
                  </a:lnTo>
                  <a:lnTo>
                    <a:pt x="690109" y="640284"/>
                  </a:lnTo>
                  <a:lnTo>
                    <a:pt x="691181" y="639777"/>
                  </a:lnTo>
                  <a:lnTo>
                    <a:pt x="692252" y="639271"/>
                  </a:lnTo>
                  <a:lnTo>
                    <a:pt x="693324" y="638764"/>
                  </a:lnTo>
                  <a:lnTo>
                    <a:pt x="694396" y="638256"/>
                  </a:lnTo>
                  <a:lnTo>
                    <a:pt x="695467" y="637749"/>
                  </a:lnTo>
                  <a:lnTo>
                    <a:pt x="696539" y="637241"/>
                  </a:lnTo>
                  <a:lnTo>
                    <a:pt x="697610" y="636733"/>
                  </a:lnTo>
                  <a:lnTo>
                    <a:pt x="698682" y="636225"/>
                  </a:lnTo>
                  <a:lnTo>
                    <a:pt x="699754" y="635716"/>
                  </a:lnTo>
                  <a:lnTo>
                    <a:pt x="700825" y="635208"/>
                  </a:lnTo>
                  <a:lnTo>
                    <a:pt x="701897" y="634699"/>
                  </a:lnTo>
                  <a:lnTo>
                    <a:pt x="702968" y="634190"/>
                  </a:lnTo>
                  <a:lnTo>
                    <a:pt x="704040" y="633681"/>
                  </a:lnTo>
                  <a:lnTo>
                    <a:pt x="705112" y="633172"/>
                  </a:lnTo>
                  <a:lnTo>
                    <a:pt x="706183" y="632662"/>
                  </a:lnTo>
                  <a:lnTo>
                    <a:pt x="707255" y="632152"/>
                  </a:lnTo>
                  <a:lnTo>
                    <a:pt x="708326" y="631642"/>
                  </a:lnTo>
                  <a:lnTo>
                    <a:pt x="709398" y="631132"/>
                  </a:lnTo>
                  <a:lnTo>
                    <a:pt x="710469" y="630621"/>
                  </a:lnTo>
                  <a:lnTo>
                    <a:pt x="711541" y="630110"/>
                  </a:lnTo>
                  <a:lnTo>
                    <a:pt x="712613" y="629600"/>
                  </a:lnTo>
                  <a:lnTo>
                    <a:pt x="713684" y="629088"/>
                  </a:lnTo>
                  <a:lnTo>
                    <a:pt x="714756" y="628577"/>
                  </a:lnTo>
                  <a:lnTo>
                    <a:pt x="715827" y="628066"/>
                  </a:lnTo>
                  <a:lnTo>
                    <a:pt x="716899" y="627554"/>
                  </a:lnTo>
                  <a:lnTo>
                    <a:pt x="717971" y="627042"/>
                  </a:lnTo>
                  <a:lnTo>
                    <a:pt x="719042" y="626530"/>
                  </a:lnTo>
                  <a:lnTo>
                    <a:pt x="720114" y="626017"/>
                  </a:lnTo>
                  <a:lnTo>
                    <a:pt x="721185" y="625505"/>
                  </a:lnTo>
                  <a:lnTo>
                    <a:pt x="722257" y="624992"/>
                  </a:lnTo>
                  <a:lnTo>
                    <a:pt x="723329" y="624479"/>
                  </a:lnTo>
                  <a:lnTo>
                    <a:pt x="724400" y="623965"/>
                  </a:lnTo>
                  <a:lnTo>
                    <a:pt x="725472" y="623452"/>
                  </a:lnTo>
                  <a:lnTo>
                    <a:pt x="726543" y="622938"/>
                  </a:lnTo>
                  <a:lnTo>
                    <a:pt x="727615" y="622424"/>
                  </a:lnTo>
                  <a:lnTo>
                    <a:pt x="728687" y="621910"/>
                  </a:lnTo>
                  <a:lnTo>
                    <a:pt x="729758" y="621396"/>
                  </a:lnTo>
                  <a:lnTo>
                    <a:pt x="730830" y="620881"/>
                  </a:lnTo>
                  <a:lnTo>
                    <a:pt x="731901" y="620366"/>
                  </a:lnTo>
                  <a:lnTo>
                    <a:pt x="732973" y="619851"/>
                  </a:lnTo>
                  <a:lnTo>
                    <a:pt x="734045" y="619336"/>
                  </a:lnTo>
                  <a:lnTo>
                    <a:pt x="735116" y="618821"/>
                  </a:lnTo>
                  <a:lnTo>
                    <a:pt x="736188" y="618305"/>
                  </a:lnTo>
                  <a:lnTo>
                    <a:pt x="737259" y="617789"/>
                  </a:lnTo>
                  <a:lnTo>
                    <a:pt x="738331" y="617273"/>
                  </a:lnTo>
                  <a:lnTo>
                    <a:pt x="739403" y="616757"/>
                  </a:lnTo>
                  <a:lnTo>
                    <a:pt x="740474" y="616240"/>
                  </a:lnTo>
                  <a:lnTo>
                    <a:pt x="741546" y="615724"/>
                  </a:lnTo>
                  <a:lnTo>
                    <a:pt x="742617" y="615207"/>
                  </a:lnTo>
                  <a:lnTo>
                    <a:pt x="743689" y="614690"/>
                  </a:lnTo>
                  <a:lnTo>
                    <a:pt x="744761" y="614172"/>
                  </a:lnTo>
                  <a:lnTo>
                    <a:pt x="745832" y="613655"/>
                  </a:lnTo>
                  <a:lnTo>
                    <a:pt x="746904" y="613137"/>
                  </a:lnTo>
                  <a:lnTo>
                    <a:pt x="747975" y="612619"/>
                  </a:lnTo>
                  <a:lnTo>
                    <a:pt x="749047" y="612101"/>
                  </a:lnTo>
                  <a:lnTo>
                    <a:pt x="750119" y="611582"/>
                  </a:lnTo>
                  <a:lnTo>
                    <a:pt x="751190" y="611063"/>
                  </a:lnTo>
                  <a:lnTo>
                    <a:pt x="752262" y="610545"/>
                  </a:lnTo>
                  <a:lnTo>
                    <a:pt x="753333" y="610025"/>
                  </a:lnTo>
                  <a:lnTo>
                    <a:pt x="754405" y="609506"/>
                  </a:lnTo>
                  <a:lnTo>
                    <a:pt x="755477" y="608987"/>
                  </a:lnTo>
                  <a:lnTo>
                    <a:pt x="756548" y="608467"/>
                  </a:lnTo>
                  <a:lnTo>
                    <a:pt x="757620" y="607947"/>
                  </a:lnTo>
                  <a:lnTo>
                    <a:pt x="758691" y="607427"/>
                  </a:lnTo>
                  <a:lnTo>
                    <a:pt x="759763" y="606906"/>
                  </a:lnTo>
                  <a:lnTo>
                    <a:pt x="760835" y="606385"/>
                  </a:lnTo>
                  <a:lnTo>
                    <a:pt x="761906" y="605865"/>
                  </a:lnTo>
                  <a:lnTo>
                    <a:pt x="762978" y="605344"/>
                  </a:lnTo>
                  <a:lnTo>
                    <a:pt x="764049" y="604822"/>
                  </a:lnTo>
                  <a:lnTo>
                    <a:pt x="765121" y="604301"/>
                  </a:lnTo>
                  <a:lnTo>
                    <a:pt x="766193" y="603779"/>
                  </a:lnTo>
                  <a:lnTo>
                    <a:pt x="767264" y="603257"/>
                  </a:lnTo>
                  <a:lnTo>
                    <a:pt x="768336" y="602735"/>
                  </a:lnTo>
                  <a:lnTo>
                    <a:pt x="769407" y="602212"/>
                  </a:lnTo>
                  <a:lnTo>
                    <a:pt x="770479" y="601690"/>
                  </a:lnTo>
                  <a:lnTo>
                    <a:pt x="771551" y="601167"/>
                  </a:lnTo>
                  <a:lnTo>
                    <a:pt x="772622" y="600644"/>
                  </a:lnTo>
                  <a:lnTo>
                    <a:pt x="773694" y="600121"/>
                  </a:lnTo>
                  <a:lnTo>
                    <a:pt x="774765" y="599597"/>
                  </a:lnTo>
                  <a:lnTo>
                    <a:pt x="775837" y="599073"/>
                  </a:lnTo>
                  <a:lnTo>
                    <a:pt x="776909" y="598549"/>
                  </a:lnTo>
                  <a:lnTo>
                    <a:pt x="777980" y="598025"/>
                  </a:lnTo>
                  <a:lnTo>
                    <a:pt x="779052" y="597501"/>
                  </a:lnTo>
                  <a:lnTo>
                    <a:pt x="780123" y="596976"/>
                  </a:lnTo>
                  <a:lnTo>
                    <a:pt x="781195" y="596451"/>
                  </a:lnTo>
                  <a:lnTo>
                    <a:pt x="782267" y="595926"/>
                  </a:lnTo>
                  <a:lnTo>
                    <a:pt x="783338" y="595401"/>
                  </a:lnTo>
                  <a:lnTo>
                    <a:pt x="784410" y="594875"/>
                  </a:lnTo>
                  <a:lnTo>
                    <a:pt x="785481" y="594350"/>
                  </a:lnTo>
                  <a:lnTo>
                    <a:pt x="786553" y="593824"/>
                  </a:lnTo>
                  <a:lnTo>
                    <a:pt x="787625" y="593297"/>
                  </a:lnTo>
                  <a:lnTo>
                    <a:pt x="788696" y="592771"/>
                  </a:lnTo>
                  <a:lnTo>
                    <a:pt x="789768" y="592244"/>
                  </a:lnTo>
                  <a:lnTo>
                    <a:pt x="790839" y="591718"/>
                  </a:lnTo>
                  <a:lnTo>
                    <a:pt x="791911" y="591191"/>
                  </a:lnTo>
                  <a:lnTo>
                    <a:pt x="792983" y="590663"/>
                  </a:lnTo>
                  <a:lnTo>
                    <a:pt x="794054" y="590136"/>
                  </a:lnTo>
                  <a:lnTo>
                    <a:pt x="795126" y="589608"/>
                  </a:lnTo>
                  <a:lnTo>
                    <a:pt x="796197" y="589080"/>
                  </a:lnTo>
                  <a:lnTo>
                    <a:pt x="797269" y="588552"/>
                  </a:lnTo>
                  <a:lnTo>
                    <a:pt x="798341" y="588023"/>
                  </a:lnTo>
                  <a:lnTo>
                    <a:pt x="799412" y="587495"/>
                  </a:lnTo>
                  <a:lnTo>
                    <a:pt x="800484" y="586966"/>
                  </a:lnTo>
                  <a:lnTo>
                    <a:pt x="801555" y="586437"/>
                  </a:lnTo>
                  <a:lnTo>
                    <a:pt x="802627" y="585907"/>
                  </a:lnTo>
                  <a:lnTo>
                    <a:pt x="803699" y="585378"/>
                  </a:lnTo>
                  <a:lnTo>
                    <a:pt x="804770" y="584848"/>
                  </a:lnTo>
                  <a:lnTo>
                    <a:pt x="805842" y="584318"/>
                  </a:lnTo>
                  <a:lnTo>
                    <a:pt x="806913" y="583788"/>
                  </a:lnTo>
                  <a:lnTo>
                    <a:pt x="807985" y="583258"/>
                  </a:lnTo>
                  <a:lnTo>
                    <a:pt x="809057" y="582727"/>
                  </a:lnTo>
                  <a:lnTo>
                    <a:pt x="810128" y="582196"/>
                  </a:lnTo>
                  <a:lnTo>
                    <a:pt x="811200" y="581665"/>
                  </a:lnTo>
                  <a:lnTo>
                    <a:pt x="812271" y="581134"/>
                  </a:lnTo>
                  <a:lnTo>
                    <a:pt x="813343" y="580602"/>
                  </a:lnTo>
                  <a:lnTo>
                    <a:pt x="814415" y="580070"/>
                  </a:lnTo>
                  <a:lnTo>
                    <a:pt x="815486" y="579538"/>
                  </a:lnTo>
                  <a:lnTo>
                    <a:pt x="816558" y="579006"/>
                  </a:lnTo>
                  <a:lnTo>
                    <a:pt x="817629" y="578473"/>
                  </a:lnTo>
                  <a:lnTo>
                    <a:pt x="818701" y="577941"/>
                  </a:lnTo>
                  <a:lnTo>
                    <a:pt x="819773" y="577408"/>
                  </a:lnTo>
                  <a:lnTo>
                    <a:pt x="820844" y="576875"/>
                  </a:lnTo>
                  <a:lnTo>
                    <a:pt x="821916" y="576341"/>
                  </a:lnTo>
                  <a:lnTo>
                    <a:pt x="822987" y="575808"/>
                  </a:lnTo>
                  <a:lnTo>
                    <a:pt x="824059" y="575274"/>
                  </a:lnTo>
                  <a:lnTo>
                    <a:pt x="825131" y="574740"/>
                  </a:lnTo>
                  <a:lnTo>
                    <a:pt x="826202" y="574205"/>
                  </a:lnTo>
                  <a:lnTo>
                    <a:pt x="827274" y="573671"/>
                  </a:lnTo>
                  <a:lnTo>
                    <a:pt x="828345" y="573136"/>
                  </a:lnTo>
                  <a:lnTo>
                    <a:pt x="829417" y="572601"/>
                  </a:lnTo>
                  <a:lnTo>
                    <a:pt x="830489" y="572066"/>
                  </a:lnTo>
                  <a:lnTo>
                    <a:pt x="831560" y="571531"/>
                  </a:lnTo>
                  <a:lnTo>
                    <a:pt x="832632" y="570995"/>
                  </a:lnTo>
                  <a:lnTo>
                    <a:pt x="833703" y="570459"/>
                  </a:lnTo>
                  <a:lnTo>
                    <a:pt x="834775" y="569923"/>
                  </a:lnTo>
                  <a:lnTo>
                    <a:pt x="835847" y="569386"/>
                  </a:lnTo>
                  <a:lnTo>
                    <a:pt x="836918" y="568850"/>
                  </a:lnTo>
                  <a:lnTo>
                    <a:pt x="837990" y="568313"/>
                  </a:lnTo>
                  <a:lnTo>
                    <a:pt x="839061" y="567776"/>
                  </a:lnTo>
                  <a:lnTo>
                    <a:pt x="840133" y="567239"/>
                  </a:lnTo>
                  <a:lnTo>
                    <a:pt x="841205" y="566701"/>
                  </a:lnTo>
                  <a:lnTo>
                    <a:pt x="842276" y="566164"/>
                  </a:lnTo>
                  <a:lnTo>
                    <a:pt x="843348" y="565626"/>
                  </a:lnTo>
                  <a:lnTo>
                    <a:pt x="844419" y="565087"/>
                  </a:lnTo>
                  <a:lnTo>
                    <a:pt x="845491" y="564549"/>
                  </a:lnTo>
                  <a:lnTo>
                    <a:pt x="846563" y="564010"/>
                  </a:lnTo>
                  <a:lnTo>
                    <a:pt x="847634" y="563471"/>
                  </a:lnTo>
                  <a:lnTo>
                    <a:pt x="848706" y="562932"/>
                  </a:lnTo>
                  <a:lnTo>
                    <a:pt x="849777" y="562393"/>
                  </a:lnTo>
                  <a:lnTo>
                    <a:pt x="850849" y="561853"/>
                  </a:lnTo>
                  <a:lnTo>
                    <a:pt x="851921" y="561314"/>
                  </a:lnTo>
                  <a:lnTo>
                    <a:pt x="852992" y="560774"/>
                  </a:lnTo>
                  <a:lnTo>
                    <a:pt x="854064" y="560233"/>
                  </a:lnTo>
                  <a:lnTo>
                    <a:pt x="855135" y="559693"/>
                  </a:lnTo>
                  <a:lnTo>
                    <a:pt x="856207" y="559152"/>
                  </a:lnTo>
                  <a:lnTo>
                    <a:pt x="857279" y="558611"/>
                  </a:lnTo>
                  <a:lnTo>
                    <a:pt x="858350" y="558070"/>
                  </a:lnTo>
                  <a:lnTo>
                    <a:pt x="859422" y="557528"/>
                  </a:lnTo>
                  <a:lnTo>
                    <a:pt x="860493" y="556987"/>
                  </a:lnTo>
                  <a:lnTo>
                    <a:pt x="861565" y="556445"/>
                  </a:lnTo>
                  <a:lnTo>
                    <a:pt x="862637" y="555903"/>
                  </a:lnTo>
                  <a:lnTo>
                    <a:pt x="863708" y="555360"/>
                  </a:lnTo>
                  <a:lnTo>
                    <a:pt x="864780" y="554818"/>
                  </a:lnTo>
                  <a:lnTo>
                    <a:pt x="865851" y="554275"/>
                  </a:lnTo>
                  <a:lnTo>
                    <a:pt x="866923" y="553732"/>
                  </a:lnTo>
                  <a:lnTo>
                    <a:pt x="867995" y="553189"/>
                  </a:lnTo>
                  <a:lnTo>
                    <a:pt x="869066" y="552645"/>
                  </a:lnTo>
                  <a:lnTo>
                    <a:pt x="870138" y="552101"/>
                  </a:lnTo>
                  <a:lnTo>
                    <a:pt x="871209" y="551557"/>
                  </a:lnTo>
                  <a:lnTo>
                    <a:pt x="872281" y="551013"/>
                  </a:lnTo>
                  <a:lnTo>
                    <a:pt x="873353" y="550469"/>
                  </a:lnTo>
                  <a:lnTo>
                    <a:pt x="874424" y="549924"/>
                  </a:lnTo>
                  <a:lnTo>
                    <a:pt x="875496" y="549379"/>
                  </a:lnTo>
                  <a:lnTo>
                    <a:pt x="876567" y="548834"/>
                  </a:lnTo>
                  <a:lnTo>
                    <a:pt x="877639" y="548288"/>
                  </a:lnTo>
                  <a:lnTo>
                    <a:pt x="878711" y="547743"/>
                  </a:lnTo>
                  <a:lnTo>
                    <a:pt x="879782" y="547197"/>
                  </a:lnTo>
                  <a:lnTo>
                    <a:pt x="880854" y="546651"/>
                  </a:lnTo>
                  <a:lnTo>
                    <a:pt x="881925" y="546104"/>
                  </a:lnTo>
                  <a:lnTo>
                    <a:pt x="882997" y="545558"/>
                  </a:lnTo>
                  <a:lnTo>
                    <a:pt x="884069" y="545011"/>
                  </a:lnTo>
                  <a:lnTo>
                    <a:pt x="885140" y="544464"/>
                  </a:lnTo>
                  <a:lnTo>
                    <a:pt x="886212" y="543917"/>
                  </a:lnTo>
                  <a:lnTo>
                    <a:pt x="887283" y="543369"/>
                  </a:lnTo>
                  <a:lnTo>
                    <a:pt x="888355" y="542821"/>
                  </a:lnTo>
                  <a:lnTo>
                    <a:pt x="889426" y="542273"/>
                  </a:lnTo>
                  <a:lnTo>
                    <a:pt x="890498" y="541725"/>
                  </a:lnTo>
                  <a:lnTo>
                    <a:pt x="891570" y="541177"/>
                  </a:lnTo>
                  <a:lnTo>
                    <a:pt x="892641" y="540628"/>
                  </a:lnTo>
                  <a:lnTo>
                    <a:pt x="893713" y="540079"/>
                  </a:lnTo>
                  <a:lnTo>
                    <a:pt x="894784" y="539530"/>
                  </a:lnTo>
                  <a:lnTo>
                    <a:pt x="895856" y="538980"/>
                  </a:lnTo>
                  <a:lnTo>
                    <a:pt x="896928" y="538431"/>
                  </a:lnTo>
                  <a:lnTo>
                    <a:pt x="897999" y="537881"/>
                  </a:lnTo>
                  <a:lnTo>
                    <a:pt x="899071" y="537331"/>
                  </a:lnTo>
                  <a:lnTo>
                    <a:pt x="900142" y="536780"/>
                  </a:lnTo>
                  <a:lnTo>
                    <a:pt x="901214" y="536230"/>
                  </a:lnTo>
                  <a:lnTo>
                    <a:pt x="902286" y="535679"/>
                  </a:lnTo>
                  <a:lnTo>
                    <a:pt x="903357" y="535128"/>
                  </a:lnTo>
                  <a:lnTo>
                    <a:pt x="904429" y="534576"/>
                  </a:lnTo>
                  <a:lnTo>
                    <a:pt x="905500" y="534025"/>
                  </a:lnTo>
                  <a:lnTo>
                    <a:pt x="906572" y="533473"/>
                  </a:lnTo>
                  <a:lnTo>
                    <a:pt x="907644" y="532921"/>
                  </a:lnTo>
                  <a:lnTo>
                    <a:pt x="908715" y="532369"/>
                  </a:lnTo>
                  <a:lnTo>
                    <a:pt x="909787" y="531816"/>
                  </a:lnTo>
                  <a:lnTo>
                    <a:pt x="910858" y="531263"/>
                  </a:lnTo>
                  <a:lnTo>
                    <a:pt x="911930" y="530710"/>
                  </a:lnTo>
                  <a:lnTo>
                    <a:pt x="913002" y="530157"/>
                  </a:lnTo>
                  <a:lnTo>
                    <a:pt x="914073" y="529604"/>
                  </a:lnTo>
                  <a:lnTo>
                    <a:pt x="915145" y="529050"/>
                  </a:lnTo>
                  <a:lnTo>
                    <a:pt x="916216" y="528496"/>
                  </a:lnTo>
                  <a:lnTo>
                    <a:pt x="917288" y="527942"/>
                  </a:lnTo>
                  <a:lnTo>
                    <a:pt x="918360" y="527387"/>
                  </a:lnTo>
                  <a:lnTo>
                    <a:pt x="919431" y="526833"/>
                  </a:lnTo>
                  <a:lnTo>
                    <a:pt x="920503" y="526278"/>
                  </a:lnTo>
                  <a:lnTo>
                    <a:pt x="921574" y="525723"/>
                  </a:lnTo>
                  <a:lnTo>
                    <a:pt x="922646" y="525167"/>
                  </a:lnTo>
                  <a:lnTo>
                    <a:pt x="923718" y="524611"/>
                  </a:lnTo>
                  <a:lnTo>
                    <a:pt x="924789" y="524056"/>
                  </a:lnTo>
                  <a:lnTo>
                    <a:pt x="925861" y="523499"/>
                  </a:lnTo>
                  <a:lnTo>
                    <a:pt x="926932" y="522943"/>
                  </a:lnTo>
                  <a:lnTo>
                    <a:pt x="928004" y="522386"/>
                  </a:lnTo>
                  <a:lnTo>
                    <a:pt x="929076" y="521830"/>
                  </a:lnTo>
                  <a:lnTo>
                    <a:pt x="930147" y="521272"/>
                  </a:lnTo>
                  <a:lnTo>
                    <a:pt x="931219" y="520715"/>
                  </a:lnTo>
                  <a:lnTo>
                    <a:pt x="932290" y="520158"/>
                  </a:lnTo>
                  <a:lnTo>
                    <a:pt x="933362" y="519600"/>
                  </a:lnTo>
                  <a:lnTo>
                    <a:pt x="934434" y="519042"/>
                  </a:lnTo>
                  <a:lnTo>
                    <a:pt x="935505" y="518483"/>
                  </a:lnTo>
                  <a:lnTo>
                    <a:pt x="936577" y="517925"/>
                  </a:lnTo>
                  <a:lnTo>
                    <a:pt x="937648" y="517366"/>
                  </a:lnTo>
                  <a:lnTo>
                    <a:pt x="938720" y="516807"/>
                  </a:lnTo>
                  <a:lnTo>
                    <a:pt x="939792" y="516248"/>
                  </a:lnTo>
                  <a:lnTo>
                    <a:pt x="940863" y="515688"/>
                  </a:lnTo>
                  <a:lnTo>
                    <a:pt x="941935" y="515128"/>
                  </a:lnTo>
                  <a:lnTo>
                    <a:pt x="943006" y="514568"/>
                  </a:lnTo>
                  <a:lnTo>
                    <a:pt x="944078" y="514008"/>
                  </a:lnTo>
                  <a:lnTo>
                    <a:pt x="945150" y="513448"/>
                  </a:lnTo>
                  <a:lnTo>
                    <a:pt x="946221" y="512887"/>
                  </a:lnTo>
                  <a:lnTo>
                    <a:pt x="947293" y="512326"/>
                  </a:lnTo>
                  <a:lnTo>
                    <a:pt x="948364" y="511765"/>
                  </a:lnTo>
                  <a:lnTo>
                    <a:pt x="949436" y="511203"/>
                  </a:lnTo>
                  <a:lnTo>
                    <a:pt x="950508" y="510641"/>
                  </a:lnTo>
                  <a:lnTo>
                    <a:pt x="951579" y="510079"/>
                  </a:lnTo>
                  <a:lnTo>
                    <a:pt x="952651" y="509517"/>
                  </a:lnTo>
                  <a:lnTo>
                    <a:pt x="953722" y="508955"/>
                  </a:lnTo>
                  <a:lnTo>
                    <a:pt x="954794" y="508392"/>
                  </a:lnTo>
                  <a:lnTo>
                    <a:pt x="955866" y="507829"/>
                  </a:lnTo>
                  <a:lnTo>
                    <a:pt x="956937" y="507266"/>
                  </a:lnTo>
                  <a:lnTo>
                    <a:pt x="958009" y="506702"/>
                  </a:lnTo>
                  <a:lnTo>
                    <a:pt x="959080" y="506139"/>
                  </a:lnTo>
                  <a:lnTo>
                    <a:pt x="960152" y="505575"/>
                  </a:lnTo>
                  <a:lnTo>
                    <a:pt x="961224" y="505010"/>
                  </a:lnTo>
                  <a:lnTo>
                    <a:pt x="962295" y="504446"/>
                  </a:lnTo>
                  <a:lnTo>
                    <a:pt x="963367" y="503881"/>
                  </a:lnTo>
                  <a:lnTo>
                    <a:pt x="964438" y="503316"/>
                  </a:lnTo>
                  <a:lnTo>
                    <a:pt x="965510" y="502751"/>
                  </a:lnTo>
                  <a:lnTo>
                    <a:pt x="966582" y="502186"/>
                  </a:lnTo>
                  <a:lnTo>
                    <a:pt x="967653" y="501620"/>
                  </a:lnTo>
                  <a:lnTo>
                    <a:pt x="968725" y="501054"/>
                  </a:lnTo>
                  <a:lnTo>
                    <a:pt x="969796" y="500488"/>
                  </a:lnTo>
                  <a:lnTo>
                    <a:pt x="970868" y="499921"/>
                  </a:lnTo>
                  <a:lnTo>
                    <a:pt x="971940" y="499355"/>
                  </a:lnTo>
                  <a:lnTo>
                    <a:pt x="973011" y="498788"/>
                  </a:lnTo>
                  <a:lnTo>
                    <a:pt x="974083" y="498221"/>
                  </a:lnTo>
                  <a:lnTo>
                    <a:pt x="975154" y="497653"/>
                  </a:lnTo>
                  <a:lnTo>
                    <a:pt x="976226" y="497086"/>
                  </a:lnTo>
                  <a:lnTo>
                    <a:pt x="977298" y="496518"/>
                  </a:lnTo>
                  <a:lnTo>
                    <a:pt x="978369" y="495949"/>
                  </a:lnTo>
                  <a:lnTo>
                    <a:pt x="979441" y="495381"/>
                  </a:lnTo>
                  <a:lnTo>
                    <a:pt x="980512" y="494812"/>
                  </a:lnTo>
                  <a:lnTo>
                    <a:pt x="981584" y="494243"/>
                  </a:lnTo>
                  <a:lnTo>
                    <a:pt x="982656" y="493674"/>
                  </a:lnTo>
                  <a:lnTo>
                    <a:pt x="983727" y="493105"/>
                  </a:lnTo>
                  <a:lnTo>
                    <a:pt x="984799" y="492535"/>
                  </a:lnTo>
                  <a:lnTo>
                    <a:pt x="985870" y="491965"/>
                  </a:lnTo>
                  <a:lnTo>
                    <a:pt x="986942" y="491395"/>
                  </a:lnTo>
                  <a:lnTo>
                    <a:pt x="988014" y="490825"/>
                  </a:lnTo>
                  <a:lnTo>
                    <a:pt x="989085" y="490254"/>
                  </a:lnTo>
                  <a:lnTo>
                    <a:pt x="990157" y="489683"/>
                  </a:lnTo>
                  <a:lnTo>
                    <a:pt x="991228" y="489112"/>
                  </a:lnTo>
                  <a:lnTo>
                    <a:pt x="992300" y="488540"/>
                  </a:lnTo>
                  <a:lnTo>
                    <a:pt x="993372" y="487969"/>
                  </a:lnTo>
                  <a:lnTo>
                    <a:pt x="994443" y="487397"/>
                  </a:lnTo>
                  <a:lnTo>
                    <a:pt x="995515" y="486825"/>
                  </a:lnTo>
                  <a:lnTo>
                    <a:pt x="996586" y="486252"/>
                  </a:lnTo>
                  <a:lnTo>
                    <a:pt x="997658" y="485679"/>
                  </a:lnTo>
                  <a:lnTo>
                    <a:pt x="998730" y="485107"/>
                  </a:lnTo>
                  <a:lnTo>
                    <a:pt x="999801" y="484533"/>
                  </a:lnTo>
                  <a:lnTo>
                    <a:pt x="1000873" y="483960"/>
                  </a:lnTo>
                  <a:lnTo>
                    <a:pt x="1001944" y="483386"/>
                  </a:lnTo>
                  <a:lnTo>
                    <a:pt x="1003016" y="482812"/>
                  </a:lnTo>
                  <a:lnTo>
                    <a:pt x="1004088" y="482238"/>
                  </a:lnTo>
                  <a:lnTo>
                    <a:pt x="1005159" y="481664"/>
                  </a:lnTo>
                  <a:lnTo>
                    <a:pt x="1006231" y="481089"/>
                  </a:lnTo>
                  <a:lnTo>
                    <a:pt x="1007302" y="480514"/>
                  </a:lnTo>
                  <a:lnTo>
                    <a:pt x="1008374" y="479939"/>
                  </a:lnTo>
                  <a:lnTo>
                    <a:pt x="1009446" y="479363"/>
                  </a:lnTo>
                  <a:lnTo>
                    <a:pt x="1010517" y="478787"/>
                  </a:lnTo>
                  <a:lnTo>
                    <a:pt x="1011589" y="478211"/>
                  </a:lnTo>
                  <a:lnTo>
                    <a:pt x="1012660" y="477635"/>
                  </a:lnTo>
                  <a:lnTo>
                    <a:pt x="1013732" y="477059"/>
                  </a:lnTo>
                  <a:lnTo>
                    <a:pt x="1014804" y="476482"/>
                  </a:lnTo>
                  <a:lnTo>
                    <a:pt x="1015875" y="475905"/>
                  </a:lnTo>
                  <a:lnTo>
                    <a:pt x="1016947" y="475328"/>
                  </a:lnTo>
                  <a:lnTo>
                    <a:pt x="1018018" y="474750"/>
                  </a:lnTo>
                  <a:lnTo>
                    <a:pt x="1019090" y="474172"/>
                  </a:lnTo>
                  <a:lnTo>
                    <a:pt x="1020162" y="473594"/>
                  </a:lnTo>
                  <a:lnTo>
                    <a:pt x="1021233" y="473016"/>
                  </a:lnTo>
                  <a:lnTo>
                    <a:pt x="1022305" y="472438"/>
                  </a:lnTo>
                  <a:lnTo>
                    <a:pt x="1023376" y="471859"/>
                  </a:lnTo>
                  <a:lnTo>
                    <a:pt x="1024448" y="471280"/>
                  </a:lnTo>
                  <a:lnTo>
                    <a:pt x="1025520" y="470700"/>
                  </a:lnTo>
                  <a:lnTo>
                    <a:pt x="1026591" y="470121"/>
                  </a:lnTo>
                  <a:lnTo>
                    <a:pt x="1027663" y="469541"/>
                  </a:lnTo>
                  <a:lnTo>
                    <a:pt x="1028734" y="468961"/>
                  </a:lnTo>
                  <a:lnTo>
                    <a:pt x="1029806" y="468381"/>
                  </a:lnTo>
                  <a:lnTo>
                    <a:pt x="1030878" y="467800"/>
                  </a:lnTo>
                  <a:lnTo>
                    <a:pt x="1031949" y="467219"/>
                  </a:lnTo>
                  <a:lnTo>
                    <a:pt x="1033021" y="466638"/>
                  </a:lnTo>
                  <a:lnTo>
                    <a:pt x="1034092" y="466057"/>
                  </a:lnTo>
                  <a:lnTo>
                    <a:pt x="1035164" y="465475"/>
                  </a:lnTo>
                  <a:lnTo>
                    <a:pt x="1036236" y="464893"/>
                  </a:lnTo>
                  <a:lnTo>
                    <a:pt x="1037307" y="464311"/>
                  </a:lnTo>
                  <a:lnTo>
                    <a:pt x="1038379" y="463729"/>
                  </a:lnTo>
                  <a:lnTo>
                    <a:pt x="1039450" y="463146"/>
                  </a:lnTo>
                  <a:lnTo>
                    <a:pt x="1040522" y="462563"/>
                  </a:lnTo>
                  <a:lnTo>
                    <a:pt x="1041594" y="461980"/>
                  </a:lnTo>
                  <a:lnTo>
                    <a:pt x="1042665" y="461396"/>
                  </a:lnTo>
                  <a:lnTo>
                    <a:pt x="1043737" y="460813"/>
                  </a:lnTo>
                  <a:lnTo>
                    <a:pt x="1044808" y="460229"/>
                  </a:lnTo>
                  <a:lnTo>
                    <a:pt x="1045880" y="459645"/>
                  </a:lnTo>
                  <a:lnTo>
                    <a:pt x="1046952" y="459060"/>
                  </a:lnTo>
                  <a:lnTo>
                    <a:pt x="1048023" y="458475"/>
                  </a:lnTo>
                  <a:lnTo>
                    <a:pt x="1049095" y="457890"/>
                  </a:lnTo>
                  <a:lnTo>
                    <a:pt x="1050166" y="457305"/>
                  </a:lnTo>
                  <a:lnTo>
                    <a:pt x="1051238" y="456720"/>
                  </a:lnTo>
                  <a:lnTo>
                    <a:pt x="1052310" y="456134"/>
                  </a:lnTo>
                  <a:lnTo>
                    <a:pt x="1053381" y="455548"/>
                  </a:lnTo>
                  <a:lnTo>
                    <a:pt x="1054453" y="454961"/>
                  </a:lnTo>
                  <a:lnTo>
                    <a:pt x="1055524" y="454375"/>
                  </a:lnTo>
                  <a:lnTo>
                    <a:pt x="1056596" y="453788"/>
                  </a:lnTo>
                  <a:lnTo>
                    <a:pt x="1057668" y="453201"/>
                  </a:lnTo>
                  <a:lnTo>
                    <a:pt x="1058739" y="452614"/>
                  </a:lnTo>
                  <a:lnTo>
                    <a:pt x="1059811" y="452026"/>
                  </a:lnTo>
                  <a:lnTo>
                    <a:pt x="1060882" y="451438"/>
                  </a:lnTo>
                  <a:lnTo>
                    <a:pt x="1061954" y="450850"/>
                  </a:lnTo>
                  <a:lnTo>
                    <a:pt x="1063026" y="450262"/>
                  </a:lnTo>
                  <a:lnTo>
                    <a:pt x="1064097" y="449673"/>
                  </a:lnTo>
                  <a:lnTo>
                    <a:pt x="1065169" y="449084"/>
                  </a:lnTo>
                  <a:lnTo>
                    <a:pt x="1066240" y="448495"/>
                  </a:lnTo>
                  <a:lnTo>
                    <a:pt x="1067312" y="447905"/>
                  </a:lnTo>
                  <a:lnTo>
                    <a:pt x="1068383" y="447316"/>
                  </a:lnTo>
                  <a:lnTo>
                    <a:pt x="1069455" y="446726"/>
                  </a:lnTo>
                  <a:lnTo>
                    <a:pt x="1070527" y="446135"/>
                  </a:lnTo>
                  <a:lnTo>
                    <a:pt x="1071598" y="445545"/>
                  </a:lnTo>
                  <a:lnTo>
                    <a:pt x="1072670" y="444954"/>
                  </a:lnTo>
                  <a:lnTo>
                    <a:pt x="1073741" y="444363"/>
                  </a:lnTo>
                  <a:lnTo>
                    <a:pt x="1074813" y="443772"/>
                  </a:lnTo>
                  <a:lnTo>
                    <a:pt x="1075885" y="443180"/>
                  </a:lnTo>
                  <a:lnTo>
                    <a:pt x="1076956" y="442588"/>
                  </a:lnTo>
                  <a:lnTo>
                    <a:pt x="1078028" y="441996"/>
                  </a:lnTo>
                  <a:lnTo>
                    <a:pt x="1079099" y="441404"/>
                  </a:lnTo>
                  <a:lnTo>
                    <a:pt x="1080171" y="440811"/>
                  </a:lnTo>
                  <a:lnTo>
                    <a:pt x="1081243" y="440218"/>
                  </a:lnTo>
                  <a:lnTo>
                    <a:pt x="1082314" y="439625"/>
                  </a:lnTo>
                  <a:lnTo>
                    <a:pt x="1083386" y="439032"/>
                  </a:lnTo>
                  <a:lnTo>
                    <a:pt x="1084457" y="438438"/>
                  </a:lnTo>
                  <a:lnTo>
                    <a:pt x="1085529" y="437844"/>
                  </a:lnTo>
                  <a:lnTo>
                    <a:pt x="1086601" y="437250"/>
                  </a:lnTo>
                  <a:lnTo>
                    <a:pt x="1087672" y="436655"/>
                  </a:lnTo>
                  <a:lnTo>
                    <a:pt x="1088744" y="436061"/>
                  </a:lnTo>
                  <a:lnTo>
                    <a:pt x="1089815" y="435466"/>
                  </a:lnTo>
                  <a:lnTo>
                    <a:pt x="1090887" y="434870"/>
                  </a:lnTo>
                  <a:lnTo>
                    <a:pt x="1091959" y="434275"/>
                  </a:lnTo>
                  <a:lnTo>
                    <a:pt x="1093030" y="433679"/>
                  </a:lnTo>
                  <a:lnTo>
                    <a:pt x="1094102" y="433083"/>
                  </a:lnTo>
                  <a:lnTo>
                    <a:pt x="1095173" y="432487"/>
                  </a:lnTo>
                  <a:lnTo>
                    <a:pt x="1096245" y="431890"/>
                  </a:lnTo>
                  <a:lnTo>
                    <a:pt x="1097317" y="431293"/>
                  </a:lnTo>
                  <a:lnTo>
                    <a:pt x="1098388" y="430696"/>
                  </a:lnTo>
                  <a:lnTo>
                    <a:pt x="1099460" y="430098"/>
                  </a:lnTo>
                  <a:lnTo>
                    <a:pt x="1100531" y="429501"/>
                  </a:lnTo>
                  <a:lnTo>
                    <a:pt x="1101603" y="428903"/>
                  </a:lnTo>
                  <a:lnTo>
                    <a:pt x="1102675" y="428305"/>
                  </a:lnTo>
                  <a:lnTo>
                    <a:pt x="1103746" y="427706"/>
                  </a:lnTo>
                  <a:lnTo>
                    <a:pt x="1104818" y="427107"/>
                  </a:lnTo>
                  <a:lnTo>
                    <a:pt x="1105889" y="426508"/>
                  </a:lnTo>
                  <a:lnTo>
                    <a:pt x="1106961" y="425909"/>
                  </a:lnTo>
                  <a:lnTo>
                    <a:pt x="1108033" y="425309"/>
                  </a:lnTo>
                  <a:lnTo>
                    <a:pt x="1109104" y="424709"/>
                  </a:lnTo>
                  <a:lnTo>
                    <a:pt x="1110176" y="424109"/>
                  </a:lnTo>
                  <a:lnTo>
                    <a:pt x="1111247" y="423509"/>
                  </a:lnTo>
                  <a:lnTo>
                    <a:pt x="1112319" y="422908"/>
                  </a:lnTo>
                  <a:lnTo>
                    <a:pt x="1113391" y="422307"/>
                  </a:lnTo>
                  <a:lnTo>
                    <a:pt x="1114462" y="421706"/>
                  </a:lnTo>
                  <a:lnTo>
                    <a:pt x="1115534" y="421105"/>
                  </a:lnTo>
                  <a:lnTo>
                    <a:pt x="1116605" y="420503"/>
                  </a:lnTo>
                  <a:lnTo>
                    <a:pt x="1117677" y="419901"/>
                  </a:lnTo>
                  <a:lnTo>
                    <a:pt x="1118749" y="419299"/>
                  </a:lnTo>
                  <a:lnTo>
                    <a:pt x="1119820" y="418696"/>
                  </a:lnTo>
                  <a:lnTo>
                    <a:pt x="1120892" y="418093"/>
                  </a:lnTo>
                  <a:lnTo>
                    <a:pt x="1121963" y="417490"/>
                  </a:lnTo>
                  <a:lnTo>
                    <a:pt x="1123035" y="416887"/>
                  </a:lnTo>
                  <a:lnTo>
                    <a:pt x="1124107" y="416283"/>
                  </a:lnTo>
                  <a:lnTo>
                    <a:pt x="1125178" y="415679"/>
                  </a:lnTo>
                  <a:lnTo>
                    <a:pt x="1126250" y="415075"/>
                  </a:lnTo>
                  <a:lnTo>
                    <a:pt x="1127321" y="414470"/>
                  </a:lnTo>
                  <a:lnTo>
                    <a:pt x="1128393" y="413866"/>
                  </a:lnTo>
                  <a:lnTo>
                    <a:pt x="1129465" y="413261"/>
                  </a:lnTo>
                  <a:lnTo>
                    <a:pt x="1130536" y="412655"/>
                  </a:lnTo>
                  <a:lnTo>
                    <a:pt x="1131608" y="412050"/>
                  </a:lnTo>
                  <a:lnTo>
                    <a:pt x="1132679" y="411444"/>
                  </a:lnTo>
                  <a:lnTo>
                    <a:pt x="1133751" y="410838"/>
                  </a:lnTo>
                  <a:lnTo>
                    <a:pt x="1134823" y="410232"/>
                  </a:lnTo>
                  <a:lnTo>
                    <a:pt x="1135894" y="409625"/>
                  </a:lnTo>
                  <a:lnTo>
                    <a:pt x="1136966" y="409018"/>
                  </a:lnTo>
                  <a:lnTo>
                    <a:pt x="1138037" y="408411"/>
                  </a:lnTo>
                  <a:lnTo>
                    <a:pt x="1139109" y="407804"/>
                  </a:lnTo>
                  <a:lnTo>
                    <a:pt x="1140181" y="407196"/>
                  </a:lnTo>
                  <a:lnTo>
                    <a:pt x="1141252" y="406588"/>
                  </a:lnTo>
                  <a:lnTo>
                    <a:pt x="1142324" y="405980"/>
                  </a:lnTo>
                  <a:lnTo>
                    <a:pt x="1143395" y="405372"/>
                  </a:lnTo>
                  <a:lnTo>
                    <a:pt x="1144467" y="404763"/>
                  </a:lnTo>
                  <a:lnTo>
                    <a:pt x="1145539" y="404154"/>
                  </a:lnTo>
                  <a:lnTo>
                    <a:pt x="1146610" y="403545"/>
                  </a:lnTo>
                  <a:lnTo>
                    <a:pt x="1147682" y="402936"/>
                  </a:lnTo>
                  <a:lnTo>
                    <a:pt x="1148753" y="402326"/>
                  </a:lnTo>
                  <a:lnTo>
                    <a:pt x="1149825" y="401716"/>
                  </a:lnTo>
                  <a:lnTo>
                    <a:pt x="1150897" y="401106"/>
                  </a:lnTo>
                  <a:lnTo>
                    <a:pt x="1151968" y="400496"/>
                  </a:lnTo>
                  <a:lnTo>
                    <a:pt x="1153040" y="399885"/>
                  </a:lnTo>
                  <a:lnTo>
                    <a:pt x="1154111" y="399274"/>
                  </a:lnTo>
                  <a:lnTo>
                    <a:pt x="1155183" y="398663"/>
                  </a:lnTo>
                  <a:lnTo>
                    <a:pt x="1156255" y="398052"/>
                  </a:lnTo>
                  <a:lnTo>
                    <a:pt x="1157326" y="397441"/>
                  </a:lnTo>
                  <a:lnTo>
                    <a:pt x="1158398" y="396829"/>
                  </a:lnTo>
                  <a:lnTo>
                    <a:pt x="1159469" y="396217"/>
                  </a:lnTo>
                  <a:lnTo>
                    <a:pt x="1160541" y="395605"/>
                  </a:lnTo>
                  <a:lnTo>
                    <a:pt x="1161613" y="394993"/>
                  </a:lnTo>
                  <a:lnTo>
                    <a:pt x="1162684" y="394380"/>
                  </a:lnTo>
                  <a:lnTo>
                    <a:pt x="1163756" y="393767"/>
                  </a:lnTo>
                  <a:lnTo>
                    <a:pt x="1164827" y="393154"/>
                  </a:lnTo>
                  <a:lnTo>
                    <a:pt x="1165899" y="392541"/>
                  </a:lnTo>
                  <a:lnTo>
                    <a:pt x="1166971" y="391927"/>
                  </a:lnTo>
                  <a:lnTo>
                    <a:pt x="1168042" y="391314"/>
                  </a:lnTo>
                  <a:lnTo>
                    <a:pt x="1169114" y="390700"/>
                  </a:lnTo>
                  <a:lnTo>
                    <a:pt x="1170185" y="390086"/>
                  </a:lnTo>
                  <a:lnTo>
                    <a:pt x="1171257" y="389471"/>
                  </a:lnTo>
                  <a:lnTo>
                    <a:pt x="1172329" y="388857"/>
                  </a:lnTo>
                  <a:lnTo>
                    <a:pt x="1173400" y="388242"/>
                  </a:lnTo>
                  <a:lnTo>
                    <a:pt x="1174472" y="387627"/>
                  </a:lnTo>
                  <a:lnTo>
                    <a:pt x="1175543" y="387012"/>
                  </a:lnTo>
                  <a:lnTo>
                    <a:pt x="1176615" y="386397"/>
                  </a:lnTo>
                  <a:lnTo>
                    <a:pt x="1177687" y="385782"/>
                  </a:lnTo>
                  <a:lnTo>
                    <a:pt x="1178758" y="385166"/>
                  </a:lnTo>
                  <a:lnTo>
                    <a:pt x="1179830" y="384550"/>
                  </a:lnTo>
                  <a:lnTo>
                    <a:pt x="1180901" y="383934"/>
                  </a:lnTo>
                  <a:lnTo>
                    <a:pt x="1181973" y="383318"/>
                  </a:lnTo>
                  <a:lnTo>
                    <a:pt x="1183045" y="382701"/>
                  </a:lnTo>
                  <a:lnTo>
                    <a:pt x="1184116" y="382085"/>
                  </a:lnTo>
                  <a:lnTo>
                    <a:pt x="1185188" y="381468"/>
                  </a:lnTo>
                  <a:lnTo>
                    <a:pt x="1186259" y="380851"/>
                  </a:lnTo>
                  <a:lnTo>
                    <a:pt x="1187331" y="380234"/>
                  </a:lnTo>
                  <a:lnTo>
                    <a:pt x="1188403" y="379616"/>
                  </a:lnTo>
                  <a:lnTo>
                    <a:pt x="1189474" y="378999"/>
                  </a:lnTo>
                  <a:lnTo>
                    <a:pt x="1190546" y="378381"/>
                  </a:lnTo>
                  <a:lnTo>
                    <a:pt x="1191617" y="377763"/>
                  </a:lnTo>
                  <a:lnTo>
                    <a:pt x="1192689" y="377145"/>
                  </a:lnTo>
                  <a:lnTo>
                    <a:pt x="1193761" y="376527"/>
                  </a:lnTo>
                  <a:lnTo>
                    <a:pt x="1194832" y="375908"/>
                  </a:lnTo>
                  <a:lnTo>
                    <a:pt x="1195904" y="375290"/>
                  </a:lnTo>
                  <a:lnTo>
                    <a:pt x="1196975" y="374671"/>
                  </a:lnTo>
                  <a:lnTo>
                    <a:pt x="1198047" y="374052"/>
                  </a:lnTo>
                  <a:lnTo>
                    <a:pt x="1199119" y="373433"/>
                  </a:lnTo>
                  <a:lnTo>
                    <a:pt x="1200190" y="372814"/>
                  </a:lnTo>
                  <a:lnTo>
                    <a:pt x="1201262" y="372195"/>
                  </a:lnTo>
                  <a:lnTo>
                    <a:pt x="1202333" y="371575"/>
                  </a:lnTo>
                  <a:lnTo>
                    <a:pt x="1203405" y="370956"/>
                  </a:lnTo>
                  <a:lnTo>
                    <a:pt x="1204477" y="370336"/>
                  </a:lnTo>
                  <a:lnTo>
                    <a:pt x="1205548" y="369716"/>
                  </a:lnTo>
                  <a:lnTo>
                    <a:pt x="1206620" y="369096"/>
                  </a:lnTo>
                  <a:lnTo>
                    <a:pt x="1207691" y="368475"/>
                  </a:lnTo>
                  <a:lnTo>
                    <a:pt x="1208763" y="367855"/>
                  </a:lnTo>
                  <a:lnTo>
                    <a:pt x="1209835" y="367234"/>
                  </a:lnTo>
                  <a:lnTo>
                    <a:pt x="1210906" y="366614"/>
                  </a:lnTo>
                  <a:lnTo>
                    <a:pt x="1211978" y="365993"/>
                  </a:lnTo>
                  <a:lnTo>
                    <a:pt x="1213049" y="365372"/>
                  </a:lnTo>
                  <a:lnTo>
                    <a:pt x="1214121" y="364751"/>
                  </a:lnTo>
                  <a:lnTo>
                    <a:pt x="1215193" y="364130"/>
                  </a:lnTo>
                  <a:lnTo>
                    <a:pt x="1216264" y="363508"/>
                  </a:lnTo>
                  <a:lnTo>
                    <a:pt x="1217336" y="362887"/>
                  </a:lnTo>
                  <a:lnTo>
                    <a:pt x="1218407" y="362265"/>
                  </a:lnTo>
                  <a:lnTo>
                    <a:pt x="1219479" y="361643"/>
                  </a:lnTo>
                  <a:lnTo>
                    <a:pt x="1220551" y="361022"/>
                  </a:lnTo>
                  <a:lnTo>
                    <a:pt x="1221622" y="360400"/>
                  </a:lnTo>
                  <a:lnTo>
                    <a:pt x="1222694" y="359777"/>
                  </a:lnTo>
                  <a:lnTo>
                    <a:pt x="1223765" y="359155"/>
                  </a:lnTo>
                  <a:lnTo>
                    <a:pt x="1224837" y="358533"/>
                  </a:lnTo>
                  <a:lnTo>
                    <a:pt x="1225909" y="357910"/>
                  </a:lnTo>
                  <a:lnTo>
                    <a:pt x="1226980" y="357288"/>
                  </a:lnTo>
                  <a:lnTo>
                    <a:pt x="1228052" y="356665"/>
                  </a:lnTo>
                  <a:lnTo>
                    <a:pt x="1229123" y="356042"/>
                  </a:lnTo>
                  <a:lnTo>
                    <a:pt x="1230195" y="355419"/>
                  </a:lnTo>
                  <a:lnTo>
                    <a:pt x="1231267" y="354796"/>
                  </a:lnTo>
                  <a:lnTo>
                    <a:pt x="1232338" y="354173"/>
                  </a:lnTo>
                  <a:lnTo>
                    <a:pt x="1233410" y="353550"/>
                  </a:lnTo>
                  <a:lnTo>
                    <a:pt x="1234481" y="352927"/>
                  </a:lnTo>
                  <a:lnTo>
                    <a:pt x="1235553" y="352303"/>
                  </a:lnTo>
                  <a:lnTo>
                    <a:pt x="1236625" y="351680"/>
                  </a:lnTo>
                  <a:lnTo>
                    <a:pt x="1237696" y="351056"/>
                  </a:lnTo>
                  <a:lnTo>
                    <a:pt x="1238768" y="350432"/>
                  </a:lnTo>
                  <a:lnTo>
                    <a:pt x="1239839" y="349809"/>
                  </a:lnTo>
                  <a:lnTo>
                    <a:pt x="1240911" y="349185"/>
                  </a:lnTo>
                  <a:lnTo>
                    <a:pt x="1241983" y="348561"/>
                  </a:lnTo>
                  <a:lnTo>
                    <a:pt x="1243054" y="347937"/>
                  </a:lnTo>
                  <a:lnTo>
                    <a:pt x="1244126" y="347313"/>
                  </a:lnTo>
                  <a:lnTo>
                    <a:pt x="1245197" y="346688"/>
                  </a:lnTo>
                  <a:lnTo>
                    <a:pt x="1246269" y="346064"/>
                  </a:lnTo>
                  <a:lnTo>
                    <a:pt x="1247340" y="345440"/>
                  </a:lnTo>
                  <a:lnTo>
                    <a:pt x="1248412" y="344815"/>
                  </a:lnTo>
                  <a:lnTo>
                    <a:pt x="1249484" y="344191"/>
                  </a:lnTo>
                  <a:lnTo>
                    <a:pt x="1250555" y="343566"/>
                  </a:lnTo>
                  <a:lnTo>
                    <a:pt x="1251627" y="342941"/>
                  </a:lnTo>
                  <a:lnTo>
                    <a:pt x="1252698" y="342317"/>
                  </a:lnTo>
                  <a:lnTo>
                    <a:pt x="1253770" y="341692"/>
                  </a:lnTo>
                  <a:lnTo>
                    <a:pt x="1254842" y="341067"/>
                  </a:lnTo>
                  <a:lnTo>
                    <a:pt x="1255913" y="340442"/>
                  </a:lnTo>
                  <a:lnTo>
                    <a:pt x="1256985" y="339817"/>
                  </a:lnTo>
                  <a:lnTo>
                    <a:pt x="1258056" y="339192"/>
                  </a:lnTo>
                  <a:lnTo>
                    <a:pt x="1259128" y="338567"/>
                  </a:lnTo>
                  <a:lnTo>
                    <a:pt x="1260200" y="337942"/>
                  </a:lnTo>
                  <a:lnTo>
                    <a:pt x="1261271" y="337316"/>
                  </a:lnTo>
                  <a:lnTo>
                    <a:pt x="1262343" y="336691"/>
                  </a:lnTo>
                  <a:lnTo>
                    <a:pt x="1263414" y="336066"/>
                  </a:lnTo>
                  <a:lnTo>
                    <a:pt x="1264486" y="335441"/>
                  </a:lnTo>
                  <a:lnTo>
                    <a:pt x="1265558" y="334815"/>
                  </a:lnTo>
                  <a:lnTo>
                    <a:pt x="1266629" y="334190"/>
                  </a:lnTo>
                  <a:lnTo>
                    <a:pt x="1267701" y="333564"/>
                  </a:lnTo>
                  <a:lnTo>
                    <a:pt x="1268772" y="332939"/>
                  </a:lnTo>
                  <a:lnTo>
                    <a:pt x="1269844" y="332313"/>
                  </a:lnTo>
                  <a:lnTo>
                    <a:pt x="1270916" y="331688"/>
                  </a:lnTo>
                  <a:lnTo>
                    <a:pt x="1271987" y="331062"/>
                  </a:lnTo>
                  <a:lnTo>
                    <a:pt x="1273059" y="330436"/>
                  </a:lnTo>
                  <a:lnTo>
                    <a:pt x="1274130" y="329811"/>
                  </a:lnTo>
                  <a:lnTo>
                    <a:pt x="1275202" y="329185"/>
                  </a:lnTo>
                  <a:lnTo>
                    <a:pt x="1276274" y="328559"/>
                  </a:lnTo>
                  <a:lnTo>
                    <a:pt x="1277345" y="327933"/>
                  </a:lnTo>
                  <a:lnTo>
                    <a:pt x="1278417" y="327307"/>
                  </a:lnTo>
                  <a:lnTo>
                    <a:pt x="1279488" y="326682"/>
                  </a:lnTo>
                  <a:lnTo>
                    <a:pt x="1280560" y="326056"/>
                  </a:lnTo>
                  <a:lnTo>
                    <a:pt x="1281632" y="325430"/>
                  </a:lnTo>
                  <a:lnTo>
                    <a:pt x="1282703" y="324804"/>
                  </a:lnTo>
                  <a:lnTo>
                    <a:pt x="1283775" y="324178"/>
                  </a:lnTo>
                  <a:lnTo>
                    <a:pt x="1284846" y="323552"/>
                  </a:lnTo>
                  <a:lnTo>
                    <a:pt x="1285918" y="322927"/>
                  </a:lnTo>
                  <a:lnTo>
                    <a:pt x="1286990" y="322301"/>
                  </a:lnTo>
                  <a:lnTo>
                    <a:pt x="1288061" y="321675"/>
                  </a:lnTo>
                  <a:lnTo>
                    <a:pt x="1289133" y="321049"/>
                  </a:lnTo>
                  <a:lnTo>
                    <a:pt x="1290204" y="320423"/>
                  </a:lnTo>
                  <a:lnTo>
                    <a:pt x="1291276" y="319797"/>
                  </a:lnTo>
                  <a:lnTo>
                    <a:pt x="1292348" y="319171"/>
                  </a:lnTo>
                  <a:lnTo>
                    <a:pt x="1293419" y="318545"/>
                  </a:lnTo>
                  <a:lnTo>
                    <a:pt x="1294491" y="317919"/>
                  </a:lnTo>
                  <a:lnTo>
                    <a:pt x="1295562" y="317294"/>
                  </a:lnTo>
                  <a:lnTo>
                    <a:pt x="1296634" y="316668"/>
                  </a:lnTo>
                  <a:lnTo>
                    <a:pt x="1297706" y="316042"/>
                  </a:lnTo>
                  <a:lnTo>
                    <a:pt x="1298777" y="315416"/>
                  </a:lnTo>
                  <a:lnTo>
                    <a:pt x="1299849" y="314790"/>
                  </a:lnTo>
                  <a:lnTo>
                    <a:pt x="1300920" y="314165"/>
                  </a:lnTo>
                  <a:lnTo>
                    <a:pt x="1301992" y="313539"/>
                  </a:lnTo>
                  <a:lnTo>
                    <a:pt x="1303064" y="312913"/>
                  </a:lnTo>
                  <a:lnTo>
                    <a:pt x="1304135" y="312287"/>
                  </a:lnTo>
                  <a:lnTo>
                    <a:pt x="1305207" y="311662"/>
                  </a:lnTo>
                  <a:lnTo>
                    <a:pt x="1306278" y="311036"/>
                  </a:lnTo>
                  <a:lnTo>
                    <a:pt x="1307350" y="310411"/>
                  </a:lnTo>
                  <a:lnTo>
                    <a:pt x="1308422" y="309785"/>
                  </a:lnTo>
                  <a:lnTo>
                    <a:pt x="1309493" y="309160"/>
                  </a:lnTo>
                  <a:lnTo>
                    <a:pt x="1310565" y="308534"/>
                  </a:lnTo>
                  <a:lnTo>
                    <a:pt x="1311636" y="307909"/>
                  </a:lnTo>
                  <a:lnTo>
                    <a:pt x="1312708" y="307283"/>
                  </a:lnTo>
                  <a:lnTo>
                    <a:pt x="1313780" y="306658"/>
                  </a:lnTo>
                  <a:lnTo>
                    <a:pt x="1314851" y="306033"/>
                  </a:lnTo>
                  <a:lnTo>
                    <a:pt x="1315923" y="305407"/>
                  </a:lnTo>
                  <a:lnTo>
                    <a:pt x="1316994" y="304782"/>
                  </a:lnTo>
                  <a:lnTo>
                    <a:pt x="1318066" y="304157"/>
                  </a:lnTo>
                  <a:lnTo>
                    <a:pt x="1319138" y="303532"/>
                  </a:lnTo>
                  <a:lnTo>
                    <a:pt x="1320209" y="302907"/>
                  </a:lnTo>
                  <a:lnTo>
                    <a:pt x="1321281" y="302282"/>
                  </a:lnTo>
                  <a:lnTo>
                    <a:pt x="1322352" y="301657"/>
                  </a:lnTo>
                  <a:lnTo>
                    <a:pt x="1323424" y="301032"/>
                  </a:lnTo>
                  <a:lnTo>
                    <a:pt x="1324496" y="300407"/>
                  </a:lnTo>
                  <a:lnTo>
                    <a:pt x="1325567" y="299783"/>
                  </a:lnTo>
                  <a:lnTo>
                    <a:pt x="1326639" y="299158"/>
                  </a:lnTo>
                  <a:lnTo>
                    <a:pt x="1327710" y="298534"/>
                  </a:lnTo>
                  <a:lnTo>
                    <a:pt x="1328782" y="297909"/>
                  </a:lnTo>
                  <a:lnTo>
                    <a:pt x="1329854" y="297285"/>
                  </a:lnTo>
                  <a:lnTo>
                    <a:pt x="1330925" y="296660"/>
                  </a:lnTo>
                  <a:lnTo>
                    <a:pt x="1331997" y="296036"/>
                  </a:lnTo>
                  <a:lnTo>
                    <a:pt x="1333068" y="295412"/>
                  </a:lnTo>
                  <a:lnTo>
                    <a:pt x="1334140" y="294788"/>
                  </a:lnTo>
                  <a:lnTo>
                    <a:pt x="1335212" y="294164"/>
                  </a:lnTo>
                  <a:lnTo>
                    <a:pt x="1336283" y="293540"/>
                  </a:lnTo>
                  <a:lnTo>
                    <a:pt x="1337355" y="292916"/>
                  </a:lnTo>
                  <a:lnTo>
                    <a:pt x="1338426" y="292293"/>
                  </a:lnTo>
                  <a:lnTo>
                    <a:pt x="1339498" y="291669"/>
                  </a:lnTo>
                  <a:lnTo>
                    <a:pt x="1340570" y="291046"/>
                  </a:lnTo>
                  <a:lnTo>
                    <a:pt x="1341641" y="290422"/>
                  </a:lnTo>
                  <a:lnTo>
                    <a:pt x="1342713" y="289799"/>
                  </a:lnTo>
                  <a:lnTo>
                    <a:pt x="1343784" y="289176"/>
                  </a:lnTo>
                  <a:lnTo>
                    <a:pt x="1344856" y="288553"/>
                  </a:lnTo>
                  <a:lnTo>
                    <a:pt x="1345928" y="287930"/>
                  </a:lnTo>
                  <a:lnTo>
                    <a:pt x="1346999" y="287307"/>
                  </a:lnTo>
                  <a:lnTo>
                    <a:pt x="1348071" y="286684"/>
                  </a:lnTo>
                  <a:lnTo>
                    <a:pt x="1349142" y="286061"/>
                  </a:lnTo>
                  <a:lnTo>
                    <a:pt x="1350214" y="285439"/>
                  </a:lnTo>
                  <a:lnTo>
                    <a:pt x="1351286" y="284817"/>
                  </a:lnTo>
                  <a:lnTo>
                    <a:pt x="1352357" y="284194"/>
                  </a:lnTo>
                  <a:lnTo>
                    <a:pt x="1353429" y="283572"/>
                  </a:lnTo>
                  <a:lnTo>
                    <a:pt x="1354500" y="282950"/>
                  </a:lnTo>
                  <a:lnTo>
                    <a:pt x="1355572" y="282328"/>
                  </a:lnTo>
                  <a:lnTo>
                    <a:pt x="1356644" y="281707"/>
                  </a:lnTo>
                  <a:lnTo>
                    <a:pt x="1357715" y="281085"/>
                  </a:lnTo>
                  <a:lnTo>
                    <a:pt x="1358787" y="280464"/>
                  </a:lnTo>
                  <a:lnTo>
                    <a:pt x="1359858" y="279842"/>
                  </a:lnTo>
                  <a:lnTo>
                    <a:pt x="1360930" y="279221"/>
                  </a:lnTo>
                  <a:lnTo>
                    <a:pt x="1362002" y="278600"/>
                  </a:lnTo>
                  <a:lnTo>
                    <a:pt x="1363073" y="277979"/>
                  </a:lnTo>
                  <a:lnTo>
                    <a:pt x="1364145" y="277358"/>
                  </a:lnTo>
                  <a:lnTo>
                    <a:pt x="1365216" y="276738"/>
                  </a:lnTo>
                  <a:lnTo>
                    <a:pt x="1366288" y="276117"/>
                  </a:lnTo>
                  <a:lnTo>
                    <a:pt x="1367360" y="275497"/>
                  </a:lnTo>
                  <a:lnTo>
                    <a:pt x="1368431" y="274877"/>
                  </a:lnTo>
                  <a:lnTo>
                    <a:pt x="1369503" y="274257"/>
                  </a:lnTo>
                  <a:lnTo>
                    <a:pt x="1370574" y="273637"/>
                  </a:lnTo>
                  <a:lnTo>
                    <a:pt x="1371646" y="273017"/>
                  </a:lnTo>
                  <a:lnTo>
                    <a:pt x="1372718" y="272398"/>
                  </a:lnTo>
                  <a:lnTo>
                    <a:pt x="1373789" y="271779"/>
                  </a:lnTo>
                  <a:lnTo>
                    <a:pt x="1374861" y="271160"/>
                  </a:lnTo>
                  <a:lnTo>
                    <a:pt x="1375932" y="270541"/>
                  </a:lnTo>
                  <a:lnTo>
                    <a:pt x="1377004" y="269922"/>
                  </a:lnTo>
                  <a:lnTo>
                    <a:pt x="1378076" y="269303"/>
                  </a:lnTo>
                  <a:lnTo>
                    <a:pt x="1379147" y="268685"/>
                  </a:lnTo>
                  <a:lnTo>
                    <a:pt x="1380219" y="268066"/>
                  </a:lnTo>
                  <a:lnTo>
                    <a:pt x="1381290" y="267448"/>
                  </a:lnTo>
                  <a:lnTo>
                    <a:pt x="1382362" y="266830"/>
                  </a:lnTo>
                  <a:lnTo>
                    <a:pt x="1383434" y="266213"/>
                  </a:lnTo>
                  <a:lnTo>
                    <a:pt x="1384505" y="265595"/>
                  </a:lnTo>
                  <a:lnTo>
                    <a:pt x="1385577" y="264978"/>
                  </a:lnTo>
                  <a:lnTo>
                    <a:pt x="1386648" y="264361"/>
                  </a:lnTo>
                  <a:lnTo>
                    <a:pt x="1387720" y="263744"/>
                  </a:lnTo>
                  <a:lnTo>
                    <a:pt x="1388792" y="263127"/>
                  </a:lnTo>
                  <a:lnTo>
                    <a:pt x="1389863" y="262511"/>
                  </a:lnTo>
                  <a:lnTo>
                    <a:pt x="1390935" y="261894"/>
                  </a:lnTo>
                  <a:lnTo>
                    <a:pt x="1392006" y="261278"/>
                  </a:lnTo>
                  <a:lnTo>
                    <a:pt x="1393078" y="260662"/>
                  </a:lnTo>
                  <a:lnTo>
                    <a:pt x="1394150" y="260047"/>
                  </a:lnTo>
                  <a:lnTo>
                    <a:pt x="1395221" y="259431"/>
                  </a:lnTo>
                  <a:lnTo>
                    <a:pt x="1396293" y="258816"/>
                  </a:lnTo>
                  <a:lnTo>
                    <a:pt x="1397364" y="258201"/>
                  </a:lnTo>
                  <a:lnTo>
                    <a:pt x="1398436" y="257586"/>
                  </a:lnTo>
                  <a:lnTo>
                    <a:pt x="1399508" y="256972"/>
                  </a:lnTo>
                  <a:lnTo>
                    <a:pt x="1400579" y="256357"/>
                  </a:lnTo>
                  <a:lnTo>
                    <a:pt x="1401651" y="255743"/>
                  </a:lnTo>
                  <a:lnTo>
                    <a:pt x="1402722" y="255129"/>
                  </a:lnTo>
                  <a:lnTo>
                    <a:pt x="1403794" y="254516"/>
                  </a:lnTo>
                  <a:lnTo>
                    <a:pt x="1404866" y="253902"/>
                  </a:lnTo>
                  <a:lnTo>
                    <a:pt x="1405937" y="253289"/>
                  </a:lnTo>
                  <a:lnTo>
                    <a:pt x="1407009" y="252676"/>
                  </a:lnTo>
                  <a:lnTo>
                    <a:pt x="1408080" y="252063"/>
                  </a:lnTo>
                  <a:lnTo>
                    <a:pt x="1409152" y="251451"/>
                  </a:lnTo>
                  <a:lnTo>
                    <a:pt x="1410224" y="250839"/>
                  </a:lnTo>
                  <a:lnTo>
                    <a:pt x="1411295" y="250227"/>
                  </a:lnTo>
                  <a:lnTo>
                    <a:pt x="1412367" y="249615"/>
                  </a:lnTo>
                  <a:lnTo>
                    <a:pt x="1413438" y="249003"/>
                  </a:lnTo>
                  <a:lnTo>
                    <a:pt x="1414510" y="248392"/>
                  </a:lnTo>
                  <a:lnTo>
                    <a:pt x="1415582" y="247781"/>
                  </a:lnTo>
                  <a:lnTo>
                    <a:pt x="1416653" y="247170"/>
                  </a:lnTo>
                  <a:lnTo>
                    <a:pt x="1417725" y="246560"/>
                  </a:lnTo>
                  <a:lnTo>
                    <a:pt x="1418796" y="245950"/>
                  </a:lnTo>
                  <a:lnTo>
                    <a:pt x="1419868" y="245340"/>
                  </a:lnTo>
                  <a:lnTo>
                    <a:pt x="1420939" y="244730"/>
                  </a:lnTo>
                  <a:lnTo>
                    <a:pt x="1422011" y="244121"/>
                  </a:lnTo>
                  <a:lnTo>
                    <a:pt x="1423083" y="243512"/>
                  </a:lnTo>
                  <a:lnTo>
                    <a:pt x="1424154" y="242903"/>
                  </a:lnTo>
                  <a:lnTo>
                    <a:pt x="1425226" y="242295"/>
                  </a:lnTo>
                  <a:lnTo>
                    <a:pt x="1426297" y="241686"/>
                  </a:lnTo>
                  <a:lnTo>
                    <a:pt x="1427369" y="241078"/>
                  </a:lnTo>
                  <a:lnTo>
                    <a:pt x="1428441" y="240471"/>
                  </a:lnTo>
                  <a:lnTo>
                    <a:pt x="1429512" y="239863"/>
                  </a:lnTo>
                  <a:lnTo>
                    <a:pt x="1430584" y="239256"/>
                  </a:lnTo>
                  <a:lnTo>
                    <a:pt x="1431655" y="238649"/>
                  </a:lnTo>
                  <a:lnTo>
                    <a:pt x="1432727" y="238043"/>
                  </a:lnTo>
                  <a:lnTo>
                    <a:pt x="1433799" y="237437"/>
                  </a:lnTo>
                  <a:lnTo>
                    <a:pt x="1434870" y="236831"/>
                  </a:lnTo>
                  <a:lnTo>
                    <a:pt x="1435942" y="236225"/>
                  </a:lnTo>
                  <a:lnTo>
                    <a:pt x="1437013" y="235620"/>
                  </a:lnTo>
                  <a:lnTo>
                    <a:pt x="1438085" y="235015"/>
                  </a:lnTo>
                  <a:lnTo>
                    <a:pt x="1439157" y="234410"/>
                  </a:lnTo>
                  <a:lnTo>
                    <a:pt x="1440228" y="233806"/>
                  </a:lnTo>
                  <a:lnTo>
                    <a:pt x="1441300" y="233202"/>
                  </a:lnTo>
                  <a:lnTo>
                    <a:pt x="1442371" y="232598"/>
                  </a:lnTo>
                  <a:lnTo>
                    <a:pt x="1443443" y="231995"/>
                  </a:lnTo>
                  <a:lnTo>
                    <a:pt x="1444515" y="231392"/>
                  </a:lnTo>
                  <a:lnTo>
                    <a:pt x="1445586" y="230789"/>
                  </a:lnTo>
                  <a:lnTo>
                    <a:pt x="1446658" y="230187"/>
                  </a:lnTo>
                  <a:lnTo>
                    <a:pt x="1447729" y="229584"/>
                  </a:lnTo>
                  <a:lnTo>
                    <a:pt x="1448801" y="228983"/>
                  </a:lnTo>
                  <a:lnTo>
                    <a:pt x="1449873" y="228381"/>
                  </a:lnTo>
                  <a:lnTo>
                    <a:pt x="1450944" y="227780"/>
                  </a:lnTo>
                  <a:lnTo>
                    <a:pt x="1452016" y="227179"/>
                  </a:lnTo>
                  <a:lnTo>
                    <a:pt x="1453087" y="226579"/>
                  </a:lnTo>
                  <a:lnTo>
                    <a:pt x="1454159" y="225979"/>
                  </a:lnTo>
                  <a:lnTo>
                    <a:pt x="1455231" y="225379"/>
                  </a:lnTo>
                  <a:lnTo>
                    <a:pt x="1456302" y="224780"/>
                  </a:lnTo>
                  <a:lnTo>
                    <a:pt x="1457374" y="224181"/>
                  </a:lnTo>
                  <a:lnTo>
                    <a:pt x="1458445" y="223582"/>
                  </a:lnTo>
                  <a:lnTo>
                    <a:pt x="1459517" y="222984"/>
                  </a:lnTo>
                  <a:lnTo>
                    <a:pt x="1460589" y="222386"/>
                  </a:lnTo>
                  <a:lnTo>
                    <a:pt x="1461660" y="221788"/>
                  </a:lnTo>
                  <a:lnTo>
                    <a:pt x="1462732" y="221191"/>
                  </a:lnTo>
                  <a:lnTo>
                    <a:pt x="1463803" y="220594"/>
                  </a:lnTo>
                  <a:lnTo>
                    <a:pt x="1464875" y="219998"/>
                  </a:lnTo>
                  <a:lnTo>
                    <a:pt x="1465947" y="219402"/>
                  </a:lnTo>
                  <a:lnTo>
                    <a:pt x="1467018" y="218806"/>
                  </a:lnTo>
                  <a:lnTo>
                    <a:pt x="1468090" y="218211"/>
                  </a:lnTo>
                  <a:lnTo>
                    <a:pt x="1469161" y="217616"/>
                  </a:lnTo>
                  <a:lnTo>
                    <a:pt x="1470233" y="217021"/>
                  </a:lnTo>
                  <a:lnTo>
                    <a:pt x="1471305" y="216427"/>
                  </a:lnTo>
                  <a:lnTo>
                    <a:pt x="1472376" y="215833"/>
                  </a:lnTo>
                  <a:lnTo>
                    <a:pt x="1473448" y="215240"/>
                  </a:lnTo>
                  <a:lnTo>
                    <a:pt x="1474519" y="214647"/>
                  </a:lnTo>
                  <a:lnTo>
                    <a:pt x="1475591" y="214054"/>
                  </a:lnTo>
                  <a:lnTo>
                    <a:pt x="1476663" y="213462"/>
                  </a:lnTo>
                  <a:lnTo>
                    <a:pt x="1477734" y="212870"/>
                  </a:lnTo>
                  <a:lnTo>
                    <a:pt x="1478806" y="212279"/>
                  </a:lnTo>
                  <a:lnTo>
                    <a:pt x="1479877" y="211688"/>
                  </a:lnTo>
                  <a:lnTo>
                    <a:pt x="1480949" y="211097"/>
                  </a:lnTo>
                  <a:lnTo>
                    <a:pt x="1482021" y="210507"/>
                  </a:lnTo>
                  <a:lnTo>
                    <a:pt x="1483092" y="209917"/>
                  </a:lnTo>
                  <a:lnTo>
                    <a:pt x="1484164" y="209328"/>
                  </a:lnTo>
                  <a:lnTo>
                    <a:pt x="1485235" y="208739"/>
                  </a:lnTo>
                  <a:lnTo>
                    <a:pt x="1486307" y="208150"/>
                  </a:lnTo>
                  <a:lnTo>
                    <a:pt x="1487379" y="207562"/>
                  </a:lnTo>
                  <a:lnTo>
                    <a:pt x="1488450" y="206974"/>
                  </a:lnTo>
                  <a:lnTo>
                    <a:pt x="1489522" y="206387"/>
                  </a:lnTo>
                  <a:lnTo>
                    <a:pt x="1490593" y="205800"/>
                  </a:lnTo>
                  <a:lnTo>
                    <a:pt x="1491665" y="205214"/>
                  </a:lnTo>
                  <a:lnTo>
                    <a:pt x="1492737" y="204628"/>
                  </a:lnTo>
                  <a:lnTo>
                    <a:pt x="1493808" y="204042"/>
                  </a:lnTo>
                  <a:lnTo>
                    <a:pt x="1494880" y="203457"/>
                  </a:lnTo>
                  <a:lnTo>
                    <a:pt x="1495951" y="202873"/>
                  </a:lnTo>
                  <a:lnTo>
                    <a:pt x="1497023" y="202288"/>
                  </a:lnTo>
                  <a:lnTo>
                    <a:pt x="1498095" y="201705"/>
                  </a:lnTo>
                  <a:lnTo>
                    <a:pt x="1499166" y="201121"/>
                  </a:lnTo>
                  <a:lnTo>
                    <a:pt x="1500238" y="200539"/>
                  </a:lnTo>
                  <a:lnTo>
                    <a:pt x="1501309" y="199956"/>
                  </a:lnTo>
                  <a:lnTo>
                    <a:pt x="1502381" y="199374"/>
                  </a:lnTo>
                  <a:lnTo>
                    <a:pt x="1503453" y="198793"/>
                  </a:lnTo>
                  <a:lnTo>
                    <a:pt x="1504524" y="198212"/>
                  </a:lnTo>
                  <a:lnTo>
                    <a:pt x="1505596" y="197631"/>
                  </a:lnTo>
                  <a:lnTo>
                    <a:pt x="1506667" y="197051"/>
                  </a:lnTo>
                  <a:lnTo>
                    <a:pt x="1507739" y="196472"/>
                  </a:lnTo>
                  <a:lnTo>
                    <a:pt x="1508811" y="195893"/>
                  </a:lnTo>
                  <a:lnTo>
                    <a:pt x="1509882" y="195314"/>
                  </a:lnTo>
                  <a:lnTo>
                    <a:pt x="1510954" y="194736"/>
                  </a:lnTo>
                  <a:lnTo>
                    <a:pt x="1512025" y="194158"/>
                  </a:lnTo>
                  <a:lnTo>
                    <a:pt x="1513097" y="193581"/>
                  </a:lnTo>
                  <a:lnTo>
                    <a:pt x="1514169" y="193004"/>
                  </a:lnTo>
                  <a:lnTo>
                    <a:pt x="1515240" y="192428"/>
                  </a:lnTo>
                  <a:lnTo>
                    <a:pt x="1516312" y="191852"/>
                  </a:lnTo>
                  <a:lnTo>
                    <a:pt x="1517383" y="191277"/>
                  </a:lnTo>
                  <a:lnTo>
                    <a:pt x="1518455" y="190702"/>
                  </a:lnTo>
                  <a:lnTo>
                    <a:pt x="1519527" y="190128"/>
                  </a:lnTo>
                  <a:lnTo>
                    <a:pt x="1520598" y="189554"/>
                  </a:lnTo>
                  <a:lnTo>
                    <a:pt x="1521670" y="188981"/>
                  </a:lnTo>
                  <a:lnTo>
                    <a:pt x="1522741" y="188408"/>
                  </a:lnTo>
                  <a:lnTo>
                    <a:pt x="1523813" y="187836"/>
                  </a:lnTo>
                  <a:lnTo>
                    <a:pt x="1524885" y="187264"/>
                  </a:lnTo>
                  <a:lnTo>
                    <a:pt x="1525956" y="186693"/>
                  </a:lnTo>
                  <a:lnTo>
                    <a:pt x="1527028" y="186123"/>
                  </a:lnTo>
                  <a:lnTo>
                    <a:pt x="1528099" y="185552"/>
                  </a:lnTo>
                  <a:lnTo>
                    <a:pt x="1529171" y="184983"/>
                  </a:lnTo>
                  <a:lnTo>
                    <a:pt x="1530243" y="184414"/>
                  </a:lnTo>
                  <a:lnTo>
                    <a:pt x="1531314" y="183845"/>
                  </a:lnTo>
                  <a:lnTo>
                    <a:pt x="1532386" y="183277"/>
                  </a:lnTo>
                  <a:lnTo>
                    <a:pt x="1533457" y="182710"/>
                  </a:lnTo>
                  <a:lnTo>
                    <a:pt x="1534529" y="182143"/>
                  </a:lnTo>
                  <a:lnTo>
                    <a:pt x="1535601" y="181576"/>
                  </a:lnTo>
                  <a:lnTo>
                    <a:pt x="1536672" y="181010"/>
                  </a:lnTo>
                  <a:lnTo>
                    <a:pt x="1537744" y="180445"/>
                  </a:lnTo>
                  <a:lnTo>
                    <a:pt x="1538815" y="179880"/>
                  </a:lnTo>
                  <a:lnTo>
                    <a:pt x="1539887" y="179316"/>
                  </a:lnTo>
                  <a:lnTo>
                    <a:pt x="1540959" y="178752"/>
                  </a:lnTo>
                  <a:lnTo>
                    <a:pt x="1542030" y="178189"/>
                  </a:lnTo>
                  <a:lnTo>
                    <a:pt x="1543102" y="177627"/>
                  </a:lnTo>
                  <a:lnTo>
                    <a:pt x="1544173" y="177065"/>
                  </a:lnTo>
                  <a:lnTo>
                    <a:pt x="1545245" y="176503"/>
                  </a:lnTo>
                  <a:lnTo>
                    <a:pt x="1546317" y="175942"/>
                  </a:lnTo>
                  <a:lnTo>
                    <a:pt x="1547388" y="175382"/>
                  </a:lnTo>
                  <a:lnTo>
                    <a:pt x="1548460" y="174822"/>
                  </a:lnTo>
                  <a:lnTo>
                    <a:pt x="1549531" y="174263"/>
                  </a:lnTo>
                  <a:lnTo>
                    <a:pt x="1550603" y="173705"/>
                  </a:lnTo>
                  <a:lnTo>
                    <a:pt x="1551675" y="173147"/>
                  </a:lnTo>
                  <a:lnTo>
                    <a:pt x="1552746" y="172589"/>
                  </a:lnTo>
                  <a:lnTo>
                    <a:pt x="1553818" y="172032"/>
                  </a:lnTo>
                  <a:lnTo>
                    <a:pt x="1554889" y="171476"/>
                  </a:lnTo>
                  <a:lnTo>
                    <a:pt x="1555961" y="170920"/>
                  </a:lnTo>
                  <a:lnTo>
                    <a:pt x="1557033" y="170365"/>
                  </a:lnTo>
                  <a:lnTo>
                    <a:pt x="1558104" y="169811"/>
                  </a:lnTo>
                  <a:lnTo>
                    <a:pt x="1559176" y="169257"/>
                  </a:lnTo>
                  <a:lnTo>
                    <a:pt x="1560247" y="168704"/>
                  </a:lnTo>
                  <a:lnTo>
                    <a:pt x="1561319" y="168151"/>
                  </a:lnTo>
                  <a:lnTo>
                    <a:pt x="1562391" y="167599"/>
                  </a:lnTo>
                  <a:lnTo>
                    <a:pt x="1563462" y="167047"/>
                  </a:lnTo>
                  <a:lnTo>
                    <a:pt x="1564534" y="166497"/>
                  </a:lnTo>
                  <a:lnTo>
                    <a:pt x="1565605" y="165946"/>
                  </a:lnTo>
                  <a:lnTo>
                    <a:pt x="1566677" y="165397"/>
                  </a:lnTo>
                  <a:lnTo>
                    <a:pt x="1567749" y="164848"/>
                  </a:lnTo>
                  <a:lnTo>
                    <a:pt x="1568820" y="164299"/>
                  </a:lnTo>
                  <a:lnTo>
                    <a:pt x="1569892" y="163752"/>
                  </a:lnTo>
                  <a:lnTo>
                    <a:pt x="1570963" y="163205"/>
                  </a:lnTo>
                  <a:lnTo>
                    <a:pt x="1572035" y="162658"/>
                  </a:lnTo>
                  <a:lnTo>
                    <a:pt x="1573107" y="162112"/>
                  </a:lnTo>
                  <a:lnTo>
                    <a:pt x="1574178" y="161567"/>
                  </a:lnTo>
                  <a:lnTo>
                    <a:pt x="1575250" y="161022"/>
                  </a:lnTo>
                  <a:lnTo>
                    <a:pt x="1576321" y="160479"/>
                  </a:lnTo>
                  <a:lnTo>
                    <a:pt x="1577393" y="159935"/>
                  </a:lnTo>
                  <a:lnTo>
                    <a:pt x="1578465" y="159393"/>
                  </a:lnTo>
                  <a:lnTo>
                    <a:pt x="1579536" y="158851"/>
                  </a:lnTo>
                  <a:lnTo>
                    <a:pt x="1580608" y="158309"/>
                  </a:lnTo>
                  <a:lnTo>
                    <a:pt x="1581679" y="157769"/>
                  </a:lnTo>
                  <a:lnTo>
                    <a:pt x="1582751" y="157229"/>
                  </a:lnTo>
                  <a:lnTo>
                    <a:pt x="1583823" y="156689"/>
                  </a:lnTo>
                  <a:lnTo>
                    <a:pt x="1584894" y="156150"/>
                  </a:lnTo>
                  <a:lnTo>
                    <a:pt x="1585966" y="155612"/>
                  </a:lnTo>
                  <a:lnTo>
                    <a:pt x="1587037" y="155075"/>
                  </a:lnTo>
                  <a:lnTo>
                    <a:pt x="1588109" y="154538"/>
                  </a:lnTo>
                  <a:lnTo>
                    <a:pt x="1589181" y="154002"/>
                  </a:lnTo>
                  <a:lnTo>
                    <a:pt x="1590252" y="153467"/>
                  </a:lnTo>
                  <a:lnTo>
                    <a:pt x="1591324" y="152932"/>
                  </a:lnTo>
                  <a:lnTo>
                    <a:pt x="1592395" y="152398"/>
                  </a:lnTo>
                  <a:lnTo>
                    <a:pt x="1593467" y="151865"/>
                  </a:lnTo>
                  <a:lnTo>
                    <a:pt x="1594539" y="151332"/>
                  </a:lnTo>
                  <a:lnTo>
                    <a:pt x="1595610" y="150801"/>
                  </a:lnTo>
                  <a:lnTo>
                    <a:pt x="1596682" y="150269"/>
                  </a:lnTo>
                  <a:lnTo>
                    <a:pt x="1597753" y="149739"/>
                  </a:lnTo>
                  <a:lnTo>
                    <a:pt x="1598825" y="149209"/>
                  </a:lnTo>
                  <a:lnTo>
                    <a:pt x="1599896" y="148680"/>
                  </a:lnTo>
                  <a:lnTo>
                    <a:pt x="1600968" y="148151"/>
                  </a:lnTo>
                  <a:lnTo>
                    <a:pt x="1602040" y="147624"/>
                  </a:lnTo>
                  <a:lnTo>
                    <a:pt x="1603111" y="147097"/>
                  </a:lnTo>
                  <a:lnTo>
                    <a:pt x="1604183" y="146570"/>
                  </a:lnTo>
                  <a:lnTo>
                    <a:pt x="1605254" y="146045"/>
                  </a:lnTo>
                  <a:lnTo>
                    <a:pt x="1606326" y="145520"/>
                  </a:lnTo>
                  <a:lnTo>
                    <a:pt x="1607398" y="144996"/>
                  </a:lnTo>
                  <a:lnTo>
                    <a:pt x="1608469" y="144472"/>
                  </a:lnTo>
                  <a:lnTo>
                    <a:pt x="1609541" y="143950"/>
                  </a:lnTo>
                  <a:lnTo>
                    <a:pt x="1610612" y="143428"/>
                  </a:lnTo>
                  <a:lnTo>
                    <a:pt x="1611684" y="142906"/>
                  </a:lnTo>
                  <a:lnTo>
                    <a:pt x="1612756" y="142386"/>
                  </a:lnTo>
                  <a:lnTo>
                    <a:pt x="1613827" y="141866"/>
                  </a:lnTo>
                  <a:lnTo>
                    <a:pt x="1614899" y="141347"/>
                  </a:lnTo>
                  <a:lnTo>
                    <a:pt x="1615970" y="140829"/>
                  </a:lnTo>
                  <a:lnTo>
                    <a:pt x="1617042" y="140311"/>
                  </a:lnTo>
                  <a:lnTo>
                    <a:pt x="1618114" y="139795"/>
                  </a:lnTo>
                  <a:lnTo>
                    <a:pt x="1619185" y="139279"/>
                  </a:lnTo>
                  <a:lnTo>
                    <a:pt x="1620257" y="138763"/>
                  </a:lnTo>
                  <a:lnTo>
                    <a:pt x="1621328" y="138249"/>
                  </a:lnTo>
                  <a:lnTo>
                    <a:pt x="1622400" y="137735"/>
                  </a:lnTo>
                  <a:lnTo>
                    <a:pt x="1623472" y="137222"/>
                  </a:lnTo>
                  <a:lnTo>
                    <a:pt x="1624543" y="136710"/>
                  </a:lnTo>
                  <a:lnTo>
                    <a:pt x="1625615" y="136198"/>
                  </a:lnTo>
                  <a:lnTo>
                    <a:pt x="1626686" y="135687"/>
                  </a:lnTo>
                  <a:lnTo>
                    <a:pt x="1627758" y="135177"/>
                  </a:lnTo>
                  <a:lnTo>
                    <a:pt x="1628830" y="134668"/>
                  </a:lnTo>
                  <a:lnTo>
                    <a:pt x="1629901" y="134160"/>
                  </a:lnTo>
                  <a:lnTo>
                    <a:pt x="1630973" y="133652"/>
                  </a:lnTo>
                  <a:lnTo>
                    <a:pt x="1632044" y="133145"/>
                  </a:lnTo>
                  <a:lnTo>
                    <a:pt x="1633116" y="132639"/>
                  </a:lnTo>
                  <a:lnTo>
                    <a:pt x="1634188" y="132133"/>
                  </a:lnTo>
                  <a:lnTo>
                    <a:pt x="1635259" y="131629"/>
                  </a:lnTo>
                  <a:lnTo>
                    <a:pt x="1636331" y="131125"/>
                  </a:lnTo>
                  <a:lnTo>
                    <a:pt x="1637402" y="130622"/>
                  </a:lnTo>
                  <a:lnTo>
                    <a:pt x="1638474" y="130119"/>
                  </a:lnTo>
                  <a:lnTo>
                    <a:pt x="1639546" y="129618"/>
                  </a:lnTo>
                  <a:lnTo>
                    <a:pt x="1640617" y="129117"/>
                  </a:lnTo>
                  <a:lnTo>
                    <a:pt x="1641689" y="128617"/>
                  </a:lnTo>
                  <a:lnTo>
                    <a:pt x="1642760" y="128118"/>
                  </a:lnTo>
                  <a:lnTo>
                    <a:pt x="1643832" y="127619"/>
                  </a:lnTo>
                  <a:lnTo>
                    <a:pt x="1644904" y="127122"/>
                  </a:lnTo>
                  <a:lnTo>
                    <a:pt x="1645975" y="126625"/>
                  </a:lnTo>
                  <a:lnTo>
                    <a:pt x="1647047" y="126129"/>
                  </a:lnTo>
                  <a:lnTo>
                    <a:pt x="1648118" y="125633"/>
                  </a:lnTo>
                  <a:lnTo>
                    <a:pt x="1649190" y="125139"/>
                  </a:lnTo>
                  <a:lnTo>
                    <a:pt x="1650262" y="124645"/>
                  </a:lnTo>
                  <a:lnTo>
                    <a:pt x="1651333" y="124152"/>
                  </a:lnTo>
                  <a:lnTo>
                    <a:pt x="1652405" y="123660"/>
                  </a:lnTo>
                  <a:lnTo>
                    <a:pt x="1653476" y="123168"/>
                  </a:lnTo>
                  <a:lnTo>
                    <a:pt x="1654548" y="122678"/>
                  </a:lnTo>
                  <a:lnTo>
                    <a:pt x="1655620" y="122188"/>
                  </a:lnTo>
                  <a:lnTo>
                    <a:pt x="1656691" y="121699"/>
                  </a:lnTo>
                  <a:lnTo>
                    <a:pt x="1657763" y="121211"/>
                  </a:lnTo>
                  <a:lnTo>
                    <a:pt x="1658834" y="120723"/>
                  </a:lnTo>
                  <a:lnTo>
                    <a:pt x="1659906" y="120237"/>
                  </a:lnTo>
                  <a:lnTo>
                    <a:pt x="1660978" y="119751"/>
                  </a:lnTo>
                  <a:lnTo>
                    <a:pt x="1662049" y="119266"/>
                  </a:lnTo>
                  <a:lnTo>
                    <a:pt x="1663121" y="118782"/>
                  </a:lnTo>
                  <a:lnTo>
                    <a:pt x="1664192" y="118298"/>
                  </a:lnTo>
                  <a:lnTo>
                    <a:pt x="1665264" y="117815"/>
                  </a:lnTo>
                  <a:lnTo>
                    <a:pt x="1666336" y="117334"/>
                  </a:lnTo>
                  <a:lnTo>
                    <a:pt x="1667407" y="116853"/>
                  </a:lnTo>
                  <a:lnTo>
                    <a:pt x="1668479" y="116372"/>
                  </a:lnTo>
                  <a:lnTo>
                    <a:pt x="1669550" y="115893"/>
                  </a:lnTo>
                  <a:lnTo>
                    <a:pt x="1670622" y="115414"/>
                  </a:lnTo>
                  <a:lnTo>
                    <a:pt x="1671694" y="114937"/>
                  </a:lnTo>
                  <a:lnTo>
                    <a:pt x="1672765" y="114460"/>
                  </a:lnTo>
                  <a:lnTo>
                    <a:pt x="1673837" y="113983"/>
                  </a:lnTo>
                  <a:lnTo>
                    <a:pt x="1674908" y="113508"/>
                  </a:lnTo>
                  <a:lnTo>
                    <a:pt x="1675980" y="113034"/>
                  </a:lnTo>
                  <a:lnTo>
                    <a:pt x="1677052" y="112560"/>
                  </a:lnTo>
                  <a:lnTo>
                    <a:pt x="1678123" y="112087"/>
                  </a:lnTo>
                  <a:lnTo>
                    <a:pt x="1679195" y="111615"/>
                  </a:lnTo>
                  <a:lnTo>
                    <a:pt x="1680266" y="111144"/>
                  </a:lnTo>
                  <a:lnTo>
                    <a:pt x="1681338" y="110673"/>
                  </a:lnTo>
                  <a:lnTo>
                    <a:pt x="1682410" y="110204"/>
                  </a:lnTo>
                  <a:lnTo>
                    <a:pt x="1683481" y="109735"/>
                  </a:lnTo>
                  <a:lnTo>
                    <a:pt x="1684553" y="109267"/>
                  </a:lnTo>
                  <a:lnTo>
                    <a:pt x="1685624" y="108800"/>
                  </a:lnTo>
                  <a:lnTo>
                    <a:pt x="1686696" y="108333"/>
                  </a:lnTo>
                  <a:lnTo>
                    <a:pt x="1687768" y="107868"/>
                  </a:lnTo>
                  <a:lnTo>
                    <a:pt x="1688839" y="107403"/>
                  </a:lnTo>
                  <a:lnTo>
                    <a:pt x="1689911" y="106940"/>
                  </a:lnTo>
                  <a:lnTo>
                    <a:pt x="1690982" y="106477"/>
                  </a:lnTo>
                  <a:lnTo>
                    <a:pt x="1692054" y="106014"/>
                  </a:lnTo>
                  <a:lnTo>
                    <a:pt x="1693126" y="105553"/>
                  </a:lnTo>
                  <a:lnTo>
                    <a:pt x="1694197" y="105093"/>
                  </a:lnTo>
                  <a:lnTo>
                    <a:pt x="1695269" y="104633"/>
                  </a:lnTo>
                  <a:lnTo>
                    <a:pt x="1696340" y="104174"/>
                  </a:lnTo>
                  <a:lnTo>
                    <a:pt x="1697412" y="103716"/>
                  </a:lnTo>
                  <a:lnTo>
                    <a:pt x="1698484" y="103259"/>
                  </a:lnTo>
                  <a:lnTo>
                    <a:pt x="1699555" y="102803"/>
                  </a:lnTo>
                  <a:lnTo>
                    <a:pt x="1700627" y="102347"/>
                  </a:lnTo>
                  <a:lnTo>
                    <a:pt x="1701698" y="101893"/>
                  </a:lnTo>
                  <a:lnTo>
                    <a:pt x="1702770" y="101439"/>
                  </a:lnTo>
                  <a:lnTo>
                    <a:pt x="1703842" y="100986"/>
                  </a:lnTo>
                  <a:lnTo>
                    <a:pt x="1704913" y="100534"/>
                  </a:lnTo>
                  <a:lnTo>
                    <a:pt x="1705985" y="100083"/>
                  </a:lnTo>
                  <a:lnTo>
                    <a:pt x="1707056" y="99633"/>
                  </a:lnTo>
                  <a:lnTo>
                    <a:pt x="1708128" y="99183"/>
                  </a:lnTo>
                  <a:lnTo>
                    <a:pt x="1709200" y="98735"/>
                  </a:lnTo>
                  <a:lnTo>
                    <a:pt x="1710271" y="98287"/>
                  </a:lnTo>
                  <a:lnTo>
                    <a:pt x="1711343" y="97840"/>
                  </a:lnTo>
                  <a:lnTo>
                    <a:pt x="1712414" y="97394"/>
                  </a:lnTo>
                  <a:lnTo>
                    <a:pt x="1713486" y="96949"/>
                  </a:lnTo>
                  <a:lnTo>
                    <a:pt x="1714558" y="96504"/>
                  </a:lnTo>
                  <a:lnTo>
                    <a:pt x="1715629" y="96061"/>
                  </a:lnTo>
                  <a:lnTo>
                    <a:pt x="1716701" y="95618"/>
                  </a:lnTo>
                  <a:lnTo>
                    <a:pt x="1717772" y="95177"/>
                  </a:lnTo>
                  <a:lnTo>
                    <a:pt x="1718844" y="94736"/>
                  </a:lnTo>
                  <a:lnTo>
                    <a:pt x="1719916" y="94296"/>
                  </a:lnTo>
                  <a:lnTo>
                    <a:pt x="1720987" y="93857"/>
                  </a:lnTo>
                  <a:lnTo>
                    <a:pt x="1722059" y="93418"/>
                  </a:lnTo>
                  <a:lnTo>
                    <a:pt x="1723130" y="92981"/>
                  </a:lnTo>
                  <a:lnTo>
                    <a:pt x="1724202" y="92545"/>
                  </a:lnTo>
                  <a:lnTo>
                    <a:pt x="1725274" y="92109"/>
                  </a:lnTo>
                  <a:lnTo>
                    <a:pt x="1726345" y="91674"/>
                  </a:lnTo>
                  <a:lnTo>
                    <a:pt x="1727417" y="91240"/>
                  </a:lnTo>
                  <a:lnTo>
                    <a:pt x="1728488" y="90807"/>
                  </a:lnTo>
                  <a:lnTo>
                    <a:pt x="1729560" y="90375"/>
                  </a:lnTo>
                  <a:lnTo>
                    <a:pt x="1730632" y="89944"/>
                  </a:lnTo>
                  <a:lnTo>
                    <a:pt x="1731703" y="89513"/>
                  </a:lnTo>
                  <a:lnTo>
                    <a:pt x="1732775" y="89084"/>
                  </a:lnTo>
                  <a:lnTo>
                    <a:pt x="1733846" y="88655"/>
                  </a:lnTo>
                  <a:lnTo>
                    <a:pt x="1734918" y="88228"/>
                  </a:lnTo>
                  <a:lnTo>
                    <a:pt x="1735990" y="87801"/>
                  </a:lnTo>
                  <a:lnTo>
                    <a:pt x="1737061" y="87375"/>
                  </a:lnTo>
                  <a:lnTo>
                    <a:pt x="1738133" y="86950"/>
                  </a:lnTo>
                  <a:lnTo>
                    <a:pt x="1739204" y="86526"/>
                  </a:lnTo>
                  <a:lnTo>
                    <a:pt x="1740276" y="86102"/>
                  </a:lnTo>
                  <a:lnTo>
                    <a:pt x="1741348" y="85680"/>
                  </a:lnTo>
                  <a:lnTo>
                    <a:pt x="1742419" y="85258"/>
                  </a:lnTo>
                  <a:lnTo>
                    <a:pt x="1743491" y="84838"/>
                  </a:lnTo>
                  <a:lnTo>
                    <a:pt x="1744562" y="84418"/>
                  </a:lnTo>
                  <a:lnTo>
                    <a:pt x="1745634" y="83999"/>
                  </a:lnTo>
                  <a:lnTo>
                    <a:pt x="1746706" y="83581"/>
                  </a:lnTo>
                  <a:lnTo>
                    <a:pt x="1747777" y="83164"/>
                  </a:lnTo>
                  <a:lnTo>
                    <a:pt x="1748849" y="82748"/>
                  </a:lnTo>
                  <a:lnTo>
                    <a:pt x="1749920" y="82333"/>
                  </a:lnTo>
                  <a:lnTo>
                    <a:pt x="1750992" y="81919"/>
                  </a:lnTo>
                  <a:lnTo>
                    <a:pt x="1752064" y="81505"/>
                  </a:lnTo>
                  <a:lnTo>
                    <a:pt x="1753135" y="81093"/>
                  </a:lnTo>
                  <a:lnTo>
                    <a:pt x="1754207" y="80681"/>
                  </a:lnTo>
                  <a:lnTo>
                    <a:pt x="1755278" y="80270"/>
                  </a:lnTo>
                  <a:lnTo>
                    <a:pt x="1756350" y="79861"/>
                  </a:lnTo>
                  <a:lnTo>
                    <a:pt x="1757422" y="79452"/>
                  </a:lnTo>
                  <a:lnTo>
                    <a:pt x="1758493" y="79044"/>
                  </a:lnTo>
                  <a:lnTo>
                    <a:pt x="1759565" y="78637"/>
                  </a:lnTo>
                  <a:lnTo>
                    <a:pt x="1760636" y="78231"/>
                  </a:lnTo>
                  <a:lnTo>
                    <a:pt x="1761708" y="77825"/>
                  </a:lnTo>
                  <a:lnTo>
                    <a:pt x="1762780" y="77421"/>
                  </a:lnTo>
                  <a:lnTo>
                    <a:pt x="1763851" y="77018"/>
                  </a:lnTo>
                  <a:lnTo>
                    <a:pt x="1764923" y="76615"/>
                  </a:lnTo>
                  <a:lnTo>
                    <a:pt x="1765994" y="76214"/>
                  </a:lnTo>
                  <a:lnTo>
                    <a:pt x="1767066" y="75813"/>
                  </a:lnTo>
                  <a:lnTo>
                    <a:pt x="1768138" y="75413"/>
                  </a:lnTo>
                  <a:lnTo>
                    <a:pt x="1769209" y="75015"/>
                  </a:lnTo>
                  <a:lnTo>
                    <a:pt x="1770281" y="74617"/>
                  </a:lnTo>
                  <a:lnTo>
                    <a:pt x="1771352" y="74220"/>
                  </a:lnTo>
                  <a:lnTo>
                    <a:pt x="1772424" y="73824"/>
                  </a:lnTo>
                  <a:lnTo>
                    <a:pt x="1773496" y="73429"/>
                  </a:lnTo>
                  <a:lnTo>
                    <a:pt x="1774567" y="73035"/>
                  </a:lnTo>
                  <a:lnTo>
                    <a:pt x="1775639" y="72641"/>
                  </a:lnTo>
                  <a:lnTo>
                    <a:pt x="1776710" y="72249"/>
                  </a:lnTo>
                  <a:lnTo>
                    <a:pt x="1777782" y="71858"/>
                  </a:lnTo>
                  <a:lnTo>
                    <a:pt x="1778853" y="71467"/>
                  </a:lnTo>
                  <a:lnTo>
                    <a:pt x="1779925" y="71078"/>
                  </a:lnTo>
                  <a:lnTo>
                    <a:pt x="1780997" y="70689"/>
                  </a:lnTo>
                  <a:lnTo>
                    <a:pt x="1782068" y="70302"/>
                  </a:lnTo>
                  <a:lnTo>
                    <a:pt x="1783140" y="69915"/>
                  </a:lnTo>
                  <a:lnTo>
                    <a:pt x="1784211" y="69529"/>
                  </a:lnTo>
                  <a:lnTo>
                    <a:pt x="1785283" y="69145"/>
                  </a:lnTo>
                  <a:lnTo>
                    <a:pt x="1786355" y="68761"/>
                  </a:lnTo>
                  <a:lnTo>
                    <a:pt x="1787426" y="68378"/>
                  </a:lnTo>
                  <a:lnTo>
                    <a:pt x="1788498" y="67996"/>
                  </a:lnTo>
                  <a:lnTo>
                    <a:pt x="1789569" y="67615"/>
                  </a:lnTo>
                  <a:lnTo>
                    <a:pt x="1790641" y="67235"/>
                  </a:lnTo>
                  <a:lnTo>
                    <a:pt x="1791713" y="66856"/>
                  </a:lnTo>
                  <a:lnTo>
                    <a:pt x="1792784" y="66477"/>
                  </a:lnTo>
                  <a:lnTo>
                    <a:pt x="1793856" y="66100"/>
                  </a:lnTo>
                  <a:lnTo>
                    <a:pt x="1794927" y="65724"/>
                  </a:lnTo>
                  <a:lnTo>
                    <a:pt x="1795999" y="65349"/>
                  </a:lnTo>
                  <a:lnTo>
                    <a:pt x="1797071" y="64974"/>
                  </a:lnTo>
                  <a:lnTo>
                    <a:pt x="1798142" y="64601"/>
                  </a:lnTo>
                  <a:lnTo>
                    <a:pt x="1799214" y="64228"/>
                  </a:lnTo>
                  <a:lnTo>
                    <a:pt x="1800285" y="63857"/>
                  </a:lnTo>
                  <a:lnTo>
                    <a:pt x="1801357" y="63486"/>
                  </a:lnTo>
                  <a:lnTo>
                    <a:pt x="1802429" y="63117"/>
                  </a:lnTo>
                  <a:lnTo>
                    <a:pt x="1803500" y="62748"/>
                  </a:lnTo>
                  <a:lnTo>
                    <a:pt x="1804572" y="62381"/>
                  </a:lnTo>
                  <a:lnTo>
                    <a:pt x="1805643" y="62014"/>
                  </a:lnTo>
                  <a:lnTo>
                    <a:pt x="1806715" y="61648"/>
                  </a:lnTo>
                  <a:lnTo>
                    <a:pt x="1807787" y="61284"/>
                  </a:lnTo>
                  <a:lnTo>
                    <a:pt x="1808858" y="60920"/>
                  </a:lnTo>
                  <a:lnTo>
                    <a:pt x="1809930" y="60557"/>
                  </a:lnTo>
                  <a:lnTo>
                    <a:pt x="1811001" y="60195"/>
                  </a:lnTo>
                  <a:lnTo>
                    <a:pt x="1812073" y="59834"/>
                  </a:lnTo>
                  <a:lnTo>
                    <a:pt x="1813145" y="59474"/>
                  </a:lnTo>
                  <a:lnTo>
                    <a:pt x="1814216" y="59115"/>
                  </a:lnTo>
                  <a:lnTo>
                    <a:pt x="1815288" y="58757"/>
                  </a:lnTo>
                  <a:lnTo>
                    <a:pt x="1816359" y="58400"/>
                  </a:lnTo>
                  <a:lnTo>
                    <a:pt x="1817431" y="58044"/>
                  </a:lnTo>
                  <a:lnTo>
                    <a:pt x="1818503" y="57689"/>
                  </a:lnTo>
                  <a:lnTo>
                    <a:pt x="1819574" y="57335"/>
                  </a:lnTo>
                  <a:lnTo>
                    <a:pt x="1820646" y="56982"/>
                  </a:lnTo>
                  <a:lnTo>
                    <a:pt x="1821717" y="56630"/>
                  </a:lnTo>
                  <a:lnTo>
                    <a:pt x="1822789" y="56279"/>
                  </a:lnTo>
                  <a:lnTo>
                    <a:pt x="1823861" y="55929"/>
                  </a:lnTo>
                  <a:lnTo>
                    <a:pt x="1824932" y="55580"/>
                  </a:lnTo>
                  <a:lnTo>
                    <a:pt x="1826004" y="55232"/>
                  </a:lnTo>
                  <a:lnTo>
                    <a:pt x="1827075" y="54885"/>
                  </a:lnTo>
                  <a:lnTo>
                    <a:pt x="1828147" y="54538"/>
                  </a:lnTo>
                  <a:lnTo>
                    <a:pt x="1829219" y="54193"/>
                  </a:lnTo>
                  <a:lnTo>
                    <a:pt x="1830290" y="53849"/>
                  </a:lnTo>
                  <a:lnTo>
                    <a:pt x="1831362" y="53506"/>
                  </a:lnTo>
                  <a:lnTo>
                    <a:pt x="1832433" y="53164"/>
                  </a:lnTo>
                  <a:lnTo>
                    <a:pt x="1833505" y="52822"/>
                  </a:lnTo>
                  <a:lnTo>
                    <a:pt x="1834577" y="52482"/>
                  </a:lnTo>
                  <a:lnTo>
                    <a:pt x="1835648" y="52143"/>
                  </a:lnTo>
                  <a:lnTo>
                    <a:pt x="1836720" y="51805"/>
                  </a:lnTo>
                  <a:lnTo>
                    <a:pt x="1837791" y="51467"/>
                  </a:lnTo>
                  <a:lnTo>
                    <a:pt x="1838863" y="51131"/>
                  </a:lnTo>
                  <a:lnTo>
                    <a:pt x="1839935" y="50796"/>
                  </a:lnTo>
                  <a:lnTo>
                    <a:pt x="1841006" y="50462"/>
                  </a:lnTo>
                  <a:lnTo>
                    <a:pt x="1842078" y="50128"/>
                  </a:lnTo>
                  <a:lnTo>
                    <a:pt x="1843149" y="49796"/>
                  </a:lnTo>
                  <a:lnTo>
                    <a:pt x="1844221" y="49465"/>
                  </a:lnTo>
                  <a:lnTo>
                    <a:pt x="1845293" y="49135"/>
                  </a:lnTo>
                  <a:lnTo>
                    <a:pt x="1846364" y="48806"/>
                  </a:lnTo>
                  <a:lnTo>
                    <a:pt x="1847436" y="48477"/>
                  </a:lnTo>
                  <a:lnTo>
                    <a:pt x="1848507" y="48150"/>
                  </a:lnTo>
                  <a:lnTo>
                    <a:pt x="1849579" y="47824"/>
                  </a:lnTo>
                  <a:lnTo>
                    <a:pt x="1850651" y="47499"/>
                  </a:lnTo>
                  <a:lnTo>
                    <a:pt x="1851722" y="47175"/>
                  </a:lnTo>
                  <a:lnTo>
                    <a:pt x="1852794" y="46852"/>
                  </a:lnTo>
                  <a:lnTo>
                    <a:pt x="1853865" y="46529"/>
                  </a:lnTo>
                  <a:lnTo>
                    <a:pt x="1854937" y="46208"/>
                  </a:lnTo>
                  <a:lnTo>
                    <a:pt x="1856009" y="45888"/>
                  </a:lnTo>
                  <a:lnTo>
                    <a:pt x="1857080" y="45569"/>
                  </a:lnTo>
                  <a:lnTo>
                    <a:pt x="1858152" y="45251"/>
                  </a:lnTo>
                  <a:lnTo>
                    <a:pt x="1859223" y="44934"/>
                  </a:lnTo>
                  <a:lnTo>
                    <a:pt x="1860295" y="44618"/>
                  </a:lnTo>
                  <a:lnTo>
                    <a:pt x="1861367" y="44303"/>
                  </a:lnTo>
                  <a:lnTo>
                    <a:pt x="1862438" y="43989"/>
                  </a:lnTo>
                  <a:lnTo>
                    <a:pt x="1863510" y="43676"/>
                  </a:lnTo>
                  <a:lnTo>
                    <a:pt x="1864581" y="43364"/>
                  </a:lnTo>
                  <a:lnTo>
                    <a:pt x="1865653" y="43053"/>
                  </a:lnTo>
                  <a:lnTo>
                    <a:pt x="1866725" y="42743"/>
                  </a:lnTo>
                  <a:lnTo>
                    <a:pt x="1867796" y="42435"/>
                  </a:lnTo>
                  <a:lnTo>
                    <a:pt x="1868868" y="42127"/>
                  </a:lnTo>
                  <a:lnTo>
                    <a:pt x="1869939" y="41820"/>
                  </a:lnTo>
                  <a:lnTo>
                    <a:pt x="1871011" y="41514"/>
                  </a:lnTo>
                  <a:lnTo>
                    <a:pt x="1872083" y="41210"/>
                  </a:lnTo>
                  <a:lnTo>
                    <a:pt x="1873154" y="40906"/>
                  </a:lnTo>
                  <a:lnTo>
                    <a:pt x="1874226" y="40603"/>
                  </a:lnTo>
                  <a:lnTo>
                    <a:pt x="1875297" y="40302"/>
                  </a:lnTo>
                  <a:lnTo>
                    <a:pt x="1876369" y="40001"/>
                  </a:lnTo>
                  <a:lnTo>
                    <a:pt x="1877441" y="39702"/>
                  </a:lnTo>
                  <a:lnTo>
                    <a:pt x="1878512" y="39403"/>
                  </a:lnTo>
                  <a:lnTo>
                    <a:pt x="1879584" y="39106"/>
                  </a:lnTo>
                  <a:lnTo>
                    <a:pt x="1880655" y="38809"/>
                  </a:lnTo>
                  <a:lnTo>
                    <a:pt x="1881727" y="38514"/>
                  </a:lnTo>
                  <a:lnTo>
                    <a:pt x="1882799" y="38220"/>
                  </a:lnTo>
                  <a:lnTo>
                    <a:pt x="1883870" y="37926"/>
                  </a:lnTo>
                  <a:lnTo>
                    <a:pt x="1884942" y="37634"/>
                  </a:lnTo>
                  <a:lnTo>
                    <a:pt x="1886013" y="37343"/>
                  </a:lnTo>
                  <a:lnTo>
                    <a:pt x="1887085" y="37053"/>
                  </a:lnTo>
                  <a:lnTo>
                    <a:pt x="1888157" y="36764"/>
                  </a:lnTo>
                  <a:lnTo>
                    <a:pt x="1889228" y="36476"/>
                  </a:lnTo>
                  <a:lnTo>
                    <a:pt x="1890300" y="36189"/>
                  </a:lnTo>
                  <a:lnTo>
                    <a:pt x="1891371" y="35903"/>
                  </a:lnTo>
                  <a:lnTo>
                    <a:pt x="1892443" y="35618"/>
                  </a:lnTo>
                  <a:lnTo>
                    <a:pt x="1893515" y="35334"/>
                  </a:lnTo>
                  <a:lnTo>
                    <a:pt x="1894586" y="35052"/>
                  </a:lnTo>
                  <a:lnTo>
                    <a:pt x="1895658" y="34770"/>
                  </a:lnTo>
                  <a:lnTo>
                    <a:pt x="1896729" y="34489"/>
                  </a:lnTo>
                  <a:lnTo>
                    <a:pt x="1897801" y="34210"/>
                  </a:lnTo>
                  <a:lnTo>
                    <a:pt x="1898873" y="33931"/>
                  </a:lnTo>
                  <a:lnTo>
                    <a:pt x="1899944" y="33654"/>
                  </a:lnTo>
                  <a:lnTo>
                    <a:pt x="1901016" y="33377"/>
                  </a:lnTo>
                  <a:lnTo>
                    <a:pt x="1902087" y="33102"/>
                  </a:lnTo>
                  <a:lnTo>
                    <a:pt x="1903159" y="32828"/>
                  </a:lnTo>
                  <a:lnTo>
                    <a:pt x="1904231" y="32555"/>
                  </a:lnTo>
                  <a:lnTo>
                    <a:pt x="1905302" y="32283"/>
                  </a:lnTo>
                  <a:lnTo>
                    <a:pt x="1906374" y="32012"/>
                  </a:lnTo>
                  <a:lnTo>
                    <a:pt x="1907445" y="31742"/>
                  </a:lnTo>
                  <a:lnTo>
                    <a:pt x="1908517" y="31473"/>
                  </a:lnTo>
                  <a:lnTo>
                    <a:pt x="1909589" y="31205"/>
                  </a:lnTo>
                  <a:lnTo>
                    <a:pt x="1910660" y="30938"/>
                  </a:lnTo>
                  <a:lnTo>
                    <a:pt x="1911732" y="30672"/>
                  </a:lnTo>
                  <a:lnTo>
                    <a:pt x="1912803" y="30408"/>
                  </a:lnTo>
                  <a:lnTo>
                    <a:pt x="1913875" y="30144"/>
                  </a:lnTo>
                  <a:lnTo>
                    <a:pt x="1914947" y="29882"/>
                  </a:lnTo>
                  <a:lnTo>
                    <a:pt x="1916018" y="29620"/>
                  </a:lnTo>
                  <a:lnTo>
                    <a:pt x="1917090" y="29360"/>
                  </a:lnTo>
                  <a:lnTo>
                    <a:pt x="1918161" y="29101"/>
                  </a:lnTo>
                  <a:lnTo>
                    <a:pt x="1919233" y="28843"/>
                  </a:lnTo>
                  <a:lnTo>
                    <a:pt x="1920305" y="28586"/>
                  </a:lnTo>
                  <a:lnTo>
                    <a:pt x="1921376" y="28330"/>
                  </a:lnTo>
                  <a:lnTo>
                    <a:pt x="1922448" y="28075"/>
                  </a:lnTo>
                  <a:lnTo>
                    <a:pt x="1923519" y="27821"/>
                  </a:lnTo>
                  <a:lnTo>
                    <a:pt x="1924591" y="27568"/>
                  </a:lnTo>
                  <a:lnTo>
                    <a:pt x="1925663" y="27316"/>
                  </a:lnTo>
                  <a:lnTo>
                    <a:pt x="1926734" y="27066"/>
                  </a:lnTo>
                  <a:lnTo>
                    <a:pt x="1927806" y="26816"/>
                  </a:lnTo>
                  <a:lnTo>
                    <a:pt x="1928877" y="26568"/>
                  </a:lnTo>
                  <a:lnTo>
                    <a:pt x="1929949" y="26321"/>
                  </a:lnTo>
                  <a:lnTo>
                    <a:pt x="1931021" y="26075"/>
                  </a:lnTo>
                  <a:lnTo>
                    <a:pt x="1932092" y="25829"/>
                  </a:lnTo>
                  <a:lnTo>
                    <a:pt x="1933164" y="25585"/>
                  </a:lnTo>
                  <a:lnTo>
                    <a:pt x="1934235" y="25343"/>
                  </a:lnTo>
                  <a:lnTo>
                    <a:pt x="1935307" y="25101"/>
                  </a:lnTo>
                  <a:lnTo>
                    <a:pt x="1936379" y="24860"/>
                  </a:lnTo>
                  <a:lnTo>
                    <a:pt x="1937450" y="24620"/>
                  </a:lnTo>
                  <a:lnTo>
                    <a:pt x="1938522" y="24382"/>
                  </a:lnTo>
                  <a:lnTo>
                    <a:pt x="1939593" y="24144"/>
                  </a:lnTo>
                  <a:lnTo>
                    <a:pt x="1940665" y="23908"/>
                  </a:lnTo>
                  <a:lnTo>
                    <a:pt x="1941737" y="23673"/>
                  </a:lnTo>
                  <a:lnTo>
                    <a:pt x="1942808" y="23439"/>
                  </a:lnTo>
                  <a:lnTo>
                    <a:pt x="1943880" y="23206"/>
                  </a:lnTo>
                  <a:lnTo>
                    <a:pt x="1944951" y="22974"/>
                  </a:lnTo>
                  <a:lnTo>
                    <a:pt x="1946023" y="22743"/>
                  </a:lnTo>
                  <a:lnTo>
                    <a:pt x="1947095" y="22513"/>
                  </a:lnTo>
                  <a:lnTo>
                    <a:pt x="1948166" y="22285"/>
                  </a:lnTo>
                  <a:lnTo>
                    <a:pt x="1949238" y="22057"/>
                  </a:lnTo>
                  <a:lnTo>
                    <a:pt x="1950309" y="21831"/>
                  </a:lnTo>
                  <a:lnTo>
                    <a:pt x="1951381" y="21606"/>
                  </a:lnTo>
                  <a:lnTo>
                    <a:pt x="1952453" y="21381"/>
                  </a:lnTo>
                  <a:lnTo>
                    <a:pt x="1953524" y="21158"/>
                  </a:lnTo>
                  <a:lnTo>
                    <a:pt x="1954596" y="20937"/>
                  </a:lnTo>
                  <a:lnTo>
                    <a:pt x="1955667" y="20716"/>
                  </a:lnTo>
                  <a:lnTo>
                    <a:pt x="1956739" y="20496"/>
                  </a:lnTo>
                  <a:lnTo>
                    <a:pt x="1957810" y="20277"/>
                  </a:lnTo>
                  <a:lnTo>
                    <a:pt x="1958882" y="20060"/>
                  </a:lnTo>
                  <a:lnTo>
                    <a:pt x="1959954" y="19844"/>
                  </a:lnTo>
                  <a:lnTo>
                    <a:pt x="1961025" y="19628"/>
                  </a:lnTo>
                  <a:lnTo>
                    <a:pt x="1962097" y="19414"/>
                  </a:lnTo>
                  <a:lnTo>
                    <a:pt x="1963168" y="19201"/>
                  </a:lnTo>
                  <a:lnTo>
                    <a:pt x="1964240" y="18990"/>
                  </a:lnTo>
                  <a:lnTo>
                    <a:pt x="1965312" y="18779"/>
                  </a:lnTo>
                  <a:lnTo>
                    <a:pt x="1966383" y="18569"/>
                  </a:lnTo>
                  <a:lnTo>
                    <a:pt x="1967455" y="18361"/>
                  </a:lnTo>
                  <a:lnTo>
                    <a:pt x="1968526" y="18153"/>
                  </a:lnTo>
                  <a:lnTo>
                    <a:pt x="1969598" y="17947"/>
                  </a:lnTo>
                  <a:lnTo>
                    <a:pt x="1970670" y="17742"/>
                  </a:lnTo>
                  <a:lnTo>
                    <a:pt x="1971741" y="17538"/>
                  </a:lnTo>
                  <a:lnTo>
                    <a:pt x="1972813" y="17335"/>
                  </a:lnTo>
                  <a:lnTo>
                    <a:pt x="1973884" y="17134"/>
                  </a:lnTo>
                  <a:lnTo>
                    <a:pt x="1974956" y="16933"/>
                  </a:lnTo>
                  <a:lnTo>
                    <a:pt x="1976028" y="16733"/>
                  </a:lnTo>
                  <a:lnTo>
                    <a:pt x="1977099" y="16535"/>
                  </a:lnTo>
                  <a:lnTo>
                    <a:pt x="1978171" y="16338"/>
                  </a:lnTo>
                  <a:lnTo>
                    <a:pt x="1979242" y="16142"/>
                  </a:lnTo>
                  <a:lnTo>
                    <a:pt x="1980314" y="15947"/>
                  </a:lnTo>
                  <a:lnTo>
                    <a:pt x="1981386" y="15753"/>
                  </a:lnTo>
                  <a:lnTo>
                    <a:pt x="1982457" y="15561"/>
                  </a:lnTo>
                  <a:lnTo>
                    <a:pt x="1983529" y="15369"/>
                  </a:lnTo>
                  <a:lnTo>
                    <a:pt x="1984600" y="15179"/>
                  </a:lnTo>
                  <a:lnTo>
                    <a:pt x="1985672" y="14990"/>
                  </a:lnTo>
                  <a:lnTo>
                    <a:pt x="1986744" y="14802"/>
                  </a:lnTo>
                  <a:lnTo>
                    <a:pt x="1987815" y="14615"/>
                  </a:lnTo>
                  <a:lnTo>
                    <a:pt x="1988887" y="14429"/>
                  </a:lnTo>
                  <a:lnTo>
                    <a:pt x="1989958" y="14244"/>
                  </a:lnTo>
                  <a:lnTo>
                    <a:pt x="1991030" y="14061"/>
                  </a:lnTo>
                  <a:lnTo>
                    <a:pt x="1992102" y="13878"/>
                  </a:lnTo>
                  <a:lnTo>
                    <a:pt x="1993173" y="13697"/>
                  </a:lnTo>
                  <a:lnTo>
                    <a:pt x="1994245" y="13517"/>
                  </a:lnTo>
                  <a:lnTo>
                    <a:pt x="1995316" y="13338"/>
                  </a:lnTo>
                  <a:lnTo>
                    <a:pt x="1996388" y="13161"/>
                  </a:lnTo>
                  <a:lnTo>
                    <a:pt x="1997460" y="12984"/>
                  </a:lnTo>
                  <a:lnTo>
                    <a:pt x="1998531" y="12809"/>
                  </a:lnTo>
                  <a:lnTo>
                    <a:pt x="1999603" y="12634"/>
                  </a:lnTo>
                  <a:lnTo>
                    <a:pt x="2000674" y="12461"/>
                  </a:lnTo>
                  <a:lnTo>
                    <a:pt x="2001746" y="12289"/>
                  </a:lnTo>
                  <a:lnTo>
                    <a:pt x="2002818" y="12118"/>
                  </a:lnTo>
                  <a:lnTo>
                    <a:pt x="2003889" y="11949"/>
                  </a:lnTo>
                  <a:lnTo>
                    <a:pt x="2004961" y="11780"/>
                  </a:lnTo>
                  <a:lnTo>
                    <a:pt x="2006032" y="11613"/>
                  </a:lnTo>
                  <a:lnTo>
                    <a:pt x="2007104" y="11447"/>
                  </a:lnTo>
                  <a:lnTo>
                    <a:pt x="2008176" y="11282"/>
                  </a:lnTo>
                  <a:lnTo>
                    <a:pt x="2009247" y="11118"/>
                  </a:lnTo>
                  <a:lnTo>
                    <a:pt x="2010319" y="10955"/>
                  </a:lnTo>
                  <a:lnTo>
                    <a:pt x="2011390" y="10794"/>
                  </a:lnTo>
                  <a:lnTo>
                    <a:pt x="2012462" y="10633"/>
                  </a:lnTo>
                  <a:lnTo>
                    <a:pt x="2013534" y="10474"/>
                  </a:lnTo>
                  <a:lnTo>
                    <a:pt x="2014605" y="10316"/>
                  </a:lnTo>
                  <a:lnTo>
                    <a:pt x="2015677" y="10159"/>
                  </a:lnTo>
                  <a:lnTo>
                    <a:pt x="2016748" y="10003"/>
                  </a:lnTo>
                  <a:lnTo>
                    <a:pt x="2017820" y="9849"/>
                  </a:lnTo>
                  <a:lnTo>
                    <a:pt x="2018892" y="9695"/>
                  </a:lnTo>
                  <a:lnTo>
                    <a:pt x="2019963" y="9543"/>
                  </a:lnTo>
                  <a:lnTo>
                    <a:pt x="2021035" y="9392"/>
                  </a:lnTo>
                  <a:lnTo>
                    <a:pt x="2022106" y="9242"/>
                  </a:lnTo>
                  <a:lnTo>
                    <a:pt x="2023178" y="9094"/>
                  </a:lnTo>
                  <a:lnTo>
                    <a:pt x="2024250" y="8946"/>
                  </a:lnTo>
                  <a:lnTo>
                    <a:pt x="2025321" y="8800"/>
                  </a:lnTo>
                  <a:lnTo>
                    <a:pt x="2026393" y="8655"/>
                  </a:lnTo>
                  <a:lnTo>
                    <a:pt x="2027464" y="8511"/>
                  </a:lnTo>
                  <a:lnTo>
                    <a:pt x="2028536" y="8368"/>
                  </a:lnTo>
                  <a:lnTo>
                    <a:pt x="2029608" y="8226"/>
                  </a:lnTo>
                  <a:lnTo>
                    <a:pt x="2030679" y="8086"/>
                  </a:lnTo>
                  <a:lnTo>
                    <a:pt x="2031751" y="7946"/>
                  </a:lnTo>
                  <a:lnTo>
                    <a:pt x="2032822" y="7808"/>
                  </a:lnTo>
                  <a:lnTo>
                    <a:pt x="2033894" y="7671"/>
                  </a:lnTo>
                  <a:lnTo>
                    <a:pt x="2034966" y="7536"/>
                  </a:lnTo>
                  <a:lnTo>
                    <a:pt x="2036037" y="7401"/>
                  </a:lnTo>
                  <a:lnTo>
                    <a:pt x="2037109" y="7268"/>
                  </a:lnTo>
                  <a:lnTo>
                    <a:pt x="2038180" y="7136"/>
                  </a:lnTo>
                  <a:lnTo>
                    <a:pt x="2039252" y="7005"/>
                  </a:lnTo>
                  <a:lnTo>
                    <a:pt x="2040324" y="6875"/>
                  </a:lnTo>
                  <a:lnTo>
                    <a:pt x="2041395" y="6746"/>
                  </a:lnTo>
                  <a:lnTo>
                    <a:pt x="2042467" y="6619"/>
                  </a:lnTo>
                  <a:lnTo>
                    <a:pt x="2043538" y="6493"/>
                  </a:lnTo>
                  <a:lnTo>
                    <a:pt x="2044610" y="6368"/>
                  </a:lnTo>
                  <a:lnTo>
                    <a:pt x="2045682" y="6244"/>
                  </a:lnTo>
                  <a:lnTo>
                    <a:pt x="2046753" y="6121"/>
                  </a:lnTo>
                  <a:lnTo>
                    <a:pt x="2047825" y="6000"/>
                  </a:lnTo>
                  <a:lnTo>
                    <a:pt x="2048896" y="5879"/>
                  </a:lnTo>
                  <a:lnTo>
                    <a:pt x="2049968" y="5760"/>
                  </a:lnTo>
                  <a:lnTo>
                    <a:pt x="2051040" y="5642"/>
                  </a:lnTo>
                  <a:lnTo>
                    <a:pt x="2052111" y="5526"/>
                  </a:lnTo>
                  <a:lnTo>
                    <a:pt x="2053183" y="5410"/>
                  </a:lnTo>
                  <a:lnTo>
                    <a:pt x="2054254" y="5296"/>
                  </a:lnTo>
                  <a:lnTo>
                    <a:pt x="2055326" y="5183"/>
                  </a:lnTo>
                  <a:lnTo>
                    <a:pt x="2056398" y="5071"/>
                  </a:lnTo>
                  <a:lnTo>
                    <a:pt x="2057469" y="4960"/>
                  </a:lnTo>
                  <a:lnTo>
                    <a:pt x="2058541" y="4850"/>
                  </a:lnTo>
                  <a:lnTo>
                    <a:pt x="2059612" y="4742"/>
                  </a:lnTo>
                  <a:lnTo>
                    <a:pt x="2060684" y="4635"/>
                  </a:lnTo>
                  <a:lnTo>
                    <a:pt x="2061756" y="4529"/>
                  </a:lnTo>
                  <a:lnTo>
                    <a:pt x="2062827" y="4424"/>
                  </a:lnTo>
                  <a:lnTo>
                    <a:pt x="2063899" y="4321"/>
                  </a:lnTo>
                  <a:lnTo>
                    <a:pt x="2064970" y="4219"/>
                  </a:lnTo>
                  <a:lnTo>
                    <a:pt x="2066042" y="4118"/>
                  </a:lnTo>
                  <a:lnTo>
                    <a:pt x="2067114" y="4018"/>
                  </a:lnTo>
                  <a:lnTo>
                    <a:pt x="2068185" y="3919"/>
                  </a:lnTo>
                  <a:lnTo>
                    <a:pt x="2069257" y="3822"/>
                  </a:lnTo>
                  <a:lnTo>
                    <a:pt x="2070328" y="3725"/>
                  </a:lnTo>
                  <a:lnTo>
                    <a:pt x="2071400" y="3630"/>
                  </a:lnTo>
                  <a:lnTo>
                    <a:pt x="2072472" y="3536"/>
                  </a:lnTo>
                  <a:lnTo>
                    <a:pt x="2073543" y="3444"/>
                  </a:lnTo>
                  <a:lnTo>
                    <a:pt x="2074615" y="3352"/>
                  </a:lnTo>
                  <a:lnTo>
                    <a:pt x="2075686" y="3262"/>
                  </a:lnTo>
                  <a:lnTo>
                    <a:pt x="2076758" y="3173"/>
                  </a:lnTo>
                  <a:lnTo>
                    <a:pt x="2077830" y="3085"/>
                  </a:lnTo>
                  <a:lnTo>
                    <a:pt x="2078901" y="2999"/>
                  </a:lnTo>
                  <a:lnTo>
                    <a:pt x="2079973" y="2913"/>
                  </a:lnTo>
                  <a:lnTo>
                    <a:pt x="2081044" y="2829"/>
                  </a:lnTo>
                  <a:lnTo>
                    <a:pt x="2082116" y="2746"/>
                  </a:lnTo>
                  <a:lnTo>
                    <a:pt x="2083188" y="2665"/>
                  </a:lnTo>
                  <a:lnTo>
                    <a:pt x="2084259" y="2584"/>
                  </a:lnTo>
                  <a:lnTo>
                    <a:pt x="2085331" y="2505"/>
                  </a:lnTo>
                  <a:lnTo>
                    <a:pt x="2086402" y="2427"/>
                  </a:lnTo>
                  <a:lnTo>
                    <a:pt x="2087474" y="2350"/>
                  </a:lnTo>
                  <a:lnTo>
                    <a:pt x="2088546" y="2274"/>
                  </a:lnTo>
                  <a:lnTo>
                    <a:pt x="2089617" y="2200"/>
                  </a:lnTo>
                  <a:lnTo>
                    <a:pt x="2090689" y="2127"/>
                  </a:lnTo>
                  <a:lnTo>
                    <a:pt x="2091760" y="2055"/>
                  </a:lnTo>
                  <a:lnTo>
                    <a:pt x="2092832" y="1984"/>
                  </a:lnTo>
                  <a:lnTo>
                    <a:pt x="2093904" y="1915"/>
                  </a:lnTo>
                  <a:lnTo>
                    <a:pt x="2094975" y="1847"/>
                  </a:lnTo>
                  <a:lnTo>
                    <a:pt x="2096047" y="1780"/>
                  </a:lnTo>
                  <a:lnTo>
                    <a:pt x="2097118" y="1714"/>
                  </a:lnTo>
                  <a:lnTo>
                    <a:pt x="2098190" y="1649"/>
                  </a:lnTo>
                  <a:lnTo>
                    <a:pt x="2099262" y="1586"/>
                  </a:lnTo>
                  <a:lnTo>
                    <a:pt x="2100333" y="1524"/>
                  </a:lnTo>
                  <a:lnTo>
                    <a:pt x="2101405" y="1463"/>
                  </a:lnTo>
                  <a:lnTo>
                    <a:pt x="2102476" y="1403"/>
                  </a:lnTo>
                  <a:lnTo>
                    <a:pt x="2103548" y="1345"/>
                  </a:lnTo>
                  <a:lnTo>
                    <a:pt x="2104620" y="1288"/>
                  </a:lnTo>
                  <a:lnTo>
                    <a:pt x="2105691" y="1232"/>
                  </a:lnTo>
                  <a:lnTo>
                    <a:pt x="2106763" y="1177"/>
                  </a:lnTo>
                  <a:lnTo>
                    <a:pt x="2107834" y="1123"/>
                  </a:lnTo>
                  <a:lnTo>
                    <a:pt x="2108906" y="1071"/>
                  </a:lnTo>
                  <a:lnTo>
                    <a:pt x="2109978" y="1020"/>
                  </a:lnTo>
                  <a:lnTo>
                    <a:pt x="2111049" y="970"/>
                  </a:lnTo>
                  <a:lnTo>
                    <a:pt x="2112121" y="922"/>
                  </a:lnTo>
                  <a:lnTo>
                    <a:pt x="2113192" y="874"/>
                  </a:lnTo>
                  <a:lnTo>
                    <a:pt x="2114264" y="828"/>
                  </a:lnTo>
                  <a:lnTo>
                    <a:pt x="2115336" y="784"/>
                  </a:lnTo>
                  <a:lnTo>
                    <a:pt x="2116407" y="740"/>
                  </a:lnTo>
                  <a:lnTo>
                    <a:pt x="2117479" y="698"/>
                  </a:lnTo>
                  <a:lnTo>
                    <a:pt x="2118550" y="656"/>
                  </a:lnTo>
                  <a:lnTo>
                    <a:pt x="2119622" y="617"/>
                  </a:lnTo>
                  <a:lnTo>
                    <a:pt x="2120694" y="578"/>
                  </a:lnTo>
                  <a:lnTo>
                    <a:pt x="2121765" y="541"/>
                  </a:lnTo>
                  <a:lnTo>
                    <a:pt x="2122837" y="504"/>
                  </a:lnTo>
                  <a:lnTo>
                    <a:pt x="2123908" y="470"/>
                  </a:lnTo>
                  <a:lnTo>
                    <a:pt x="2124980" y="436"/>
                  </a:lnTo>
                  <a:lnTo>
                    <a:pt x="2126052" y="404"/>
                  </a:lnTo>
                  <a:lnTo>
                    <a:pt x="2127123" y="372"/>
                  </a:lnTo>
                  <a:lnTo>
                    <a:pt x="2128195" y="342"/>
                  </a:lnTo>
                  <a:lnTo>
                    <a:pt x="2129266" y="314"/>
                  </a:lnTo>
                  <a:lnTo>
                    <a:pt x="2130338" y="286"/>
                  </a:lnTo>
                  <a:lnTo>
                    <a:pt x="2131409" y="260"/>
                  </a:lnTo>
                  <a:lnTo>
                    <a:pt x="2132481" y="235"/>
                  </a:lnTo>
                  <a:lnTo>
                    <a:pt x="2133553" y="212"/>
                  </a:lnTo>
                  <a:lnTo>
                    <a:pt x="2134624" y="189"/>
                  </a:lnTo>
                  <a:lnTo>
                    <a:pt x="2135696" y="168"/>
                  </a:lnTo>
                  <a:lnTo>
                    <a:pt x="2136767" y="148"/>
                  </a:lnTo>
                  <a:lnTo>
                    <a:pt x="2137839" y="129"/>
                  </a:lnTo>
                  <a:lnTo>
                    <a:pt x="2138911" y="112"/>
                  </a:lnTo>
                  <a:lnTo>
                    <a:pt x="2139982" y="96"/>
                  </a:lnTo>
                  <a:lnTo>
                    <a:pt x="2141054" y="81"/>
                  </a:lnTo>
                  <a:lnTo>
                    <a:pt x="2142125" y="67"/>
                  </a:lnTo>
                  <a:lnTo>
                    <a:pt x="2143197" y="55"/>
                  </a:lnTo>
                  <a:lnTo>
                    <a:pt x="2144269" y="44"/>
                  </a:lnTo>
                  <a:lnTo>
                    <a:pt x="2145340" y="34"/>
                  </a:lnTo>
                  <a:lnTo>
                    <a:pt x="2146412" y="25"/>
                  </a:lnTo>
                  <a:lnTo>
                    <a:pt x="2147483" y="18"/>
                  </a:lnTo>
                  <a:lnTo>
                    <a:pt x="2148555" y="12"/>
                  </a:lnTo>
                  <a:lnTo>
                    <a:pt x="2149627" y="7"/>
                  </a:lnTo>
                  <a:lnTo>
                    <a:pt x="2150698" y="3"/>
                  </a:lnTo>
                  <a:lnTo>
                    <a:pt x="2151770" y="1"/>
                  </a:lnTo>
                  <a:lnTo>
                    <a:pt x="2152841" y="0"/>
                  </a:lnTo>
                  <a:lnTo>
                    <a:pt x="2153913" y="0"/>
                  </a:lnTo>
                  <a:lnTo>
                    <a:pt x="2154985" y="1"/>
                  </a:lnTo>
                  <a:lnTo>
                    <a:pt x="2156056" y="3"/>
                  </a:lnTo>
                  <a:lnTo>
                    <a:pt x="2157128" y="7"/>
                  </a:lnTo>
                  <a:lnTo>
                    <a:pt x="2158199" y="12"/>
                  </a:lnTo>
                  <a:lnTo>
                    <a:pt x="2159271" y="18"/>
                  </a:lnTo>
                  <a:lnTo>
                    <a:pt x="2160343" y="26"/>
                  </a:lnTo>
                  <a:lnTo>
                    <a:pt x="2161414" y="34"/>
                  </a:lnTo>
                  <a:lnTo>
                    <a:pt x="2162486" y="44"/>
                  </a:lnTo>
                  <a:lnTo>
                    <a:pt x="2163557" y="55"/>
                  </a:lnTo>
                  <a:lnTo>
                    <a:pt x="2164629" y="68"/>
                  </a:lnTo>
                  <a:lnTo>
                    <a:pt x="2165701" y="81"/>
                  </a:lnTo>
                  <a:lnTo>
                    <a:pt x="2166772" y="96"/>
                  </a:lnTo>
                  <a:lnTo>
                    <a:pt x="2167844" y="112"/>
                  </a:lnTo>
                  <a:lnTo>
                    <a:pt x="2168915" y="129"/>
                  </a:lnTo>
                  <a:lnTo>
                    <a:pt x="2169987" y="148"/>
                  </a:lnTo>
                  <a:lnTo>
                    <a:pt x="2171059" y="167"/>
                  </a:lnTo>
                  <a:lnTo>
                    <a:pt x="2172130" y="188"/>
                  </a:lnTo>
                  <a:lnTo>
                    <a:pt x="2173202" y="210"/>
                  </a:lnTo>
                  <a:lnTo>
                    <a:pt x="2174273" y="234"/>
                  </a:lnTo>
                  <a:lnTo>
                    <a:pt x="2175345" y="258"/>
                  </a:lnTo>
                  <a:lnTo>
                    <a:pt x="2176417" y="284"/>
                  </a:lnTo>
                  <a:lnTo>
                    <a:pt x="2177488" y="311"/>
                  </a:lnTo>
                  <a:lnTo>
                    <a:pt x="2178560" y="339"/>
                  </a:lnTo>
                  <a:lnTo>
                    <a:pt x="2179631" y="368"/>
                  </a:lnTo>
                  <a:lnTo>
                    <a:pt x="2180703" y="399"/>
                  </a:lnTo>
                  <a:lnTo>
                    <a:pt x="2181775" y="431"/>
                  </a:lnTo>
                  <a:lnTo>
                    <a:pt x="2182846" y="463"/>
                  </a:lnTo>
                  <a:lnTo>
                    <a:pt x="2183918" y="498"/>
                  </a:lnTo>
                  <a:lnTo>
                    <a:pt x="2184989" y="533"/>
                  </a:lnTo>
                  <a:lnTo>
                    <a:pt x="2186061" y="569"/>
                  </a:lnTo>
                  <a:lnTo>
                    <a:pt x="2187133" y="607"/>
                  </a:lnTo>
                  <a:lnTo>
                    <a:pt x="2188204" y="646"/>
                  </a:lnTo>
                  <a:lnTo>
                    <a:pt x="2189276" y="686"/>
                  </a:lnTo>
                  <a:lnTo>
                    <a:pt x="2190347" y="727"/>
                  </a:lnTo>
                  <a:lnTo>
                    <a:pt x="2191419" y="770"/>
                  </a:lnTo>
                  <a:lnTo>
                    <a:pt x="2192491" y="813"/>
                  </a:lnTo>
                  <a:lnTo>
                    <a:pt x="2193562" y="858"/>
                  </a:lnTo>
                  <a:lnTo>
                    <a:pt x="2194634" y="904"/>
                  </a:lnTo>
                  <a:lnTo>
                    <a:pt x="2195705" y="952"/>
                  </a:lnTo>
                  <a:lnTo>
                    <a:pt x="2196777" y="1000"/>
                  </a:lnTo>
                  <a:lnTo>
                    <a:pt x="2197849" y="1049"/>
                  </a:lnTo>
                  <a:lnTo>
                    <a:pt x="2198920" y="1100"/>
                  </a:lnTo>
                  <a:lnTo>
                    <a:pt x="2199992" y="1152"/>
                  </a:lnTo>
                  <a:lnTo>
                    <a:pt x="2201063" y="1205"/>
                  </a:lnTo>
                  <a:lnTo>
                    <a:pt x="2202135" y="1259"/>
                  </a:lnTo>
                  <a:lnTo>
                    <a:pt x="2203207" y="1315"/>
                  </a:lnTo>
                  <a:lnTo>
                    <a:pt x="2204278" y="1371"/>
                  </a:lnTo>
                  <a:lnTo>
                    <a:pt x="2205350" y="1429"/>
                  </a:lnTo>
                  <a:lnTo>
                    <a:pt x="2206421" y="1488"/>
                  </a:lnTo>
                  <a:lnTo>
                    <a:pt x="2207493" y="1548"/>
                  </a:lnTo>
                  <a:lnTo>
                    <a:pt x="2208565" y="1610"/>
                  </a:lnTo>
                  <a:lnTo>
                    <a:pt x="2209636" y="1672"/>
                  </a:lnTo>
                  <a:lnTo>
                    <a:pt x="2210708" y="1736"/>
                  </a:lnTo>
                  <a:lnTo>
                    <a:pt x="2211779" y="1800"/>
                  </a:lnTo>
                  <a:lnTo>
                    <a:pt x="2212851" y="1866"/>
                  </a:lnTo>
                  <a:lnTo>
                    <a:pt x="2213923" y="1933"/>
                  </a:lnTo>
                  <a:lnTo>
                    <a:pt x="2214994" y="2001"/>
                  </a:lnTo>
                  <a:lnTo>
                    <a:pt x="2216066" y="2071"/>
                  </a:lnTo>
                  <a:lnTo>
                    <a:pt x="2217137" y="2141"/>
                  </a:lnTo>
                  <a:lnTo>
                    <a:pt x="2218209" y="2213"/>
                  </a:lnTo>
                  <a:lnTo>
                    <a:pt x="2219281" y="2286"/>
                  </a:lnTo>
                  <a:lnTo>
                    <a:pt x="2220352" y="2360"/>
                  </a:lnTo>
                  <a:lnTo>
                    <a:pt x="2221424" y="2435"/>
                  </a:lnTo>
                  <a:lnTo>
                    <a:pt x="2222495" y="2511"/>
                  </a:lnTo>
                  <a:lnTo>
                    <a:pt x="2223567" y="2588"/>
                  </a:lnTo>
                  <a:lnTo>
                    <a:pt x="2224639" y="2667"/>
                  </a:lnTo>
                  <a:lnTo>
                    <a:pt x="2225710" y="2747"/>
                  </a:lnTo>
                  <a:lnTo>
                    <a:pt x="2226782" y="2827"/>
                  </a:lnTo>
                  <a:lnTo>
                    <a:pt x="2227853" y="2909"/>
                  </a:lnTo>
                  <a:lnTo>
                    <a:pt x="2228925" y="2993"/>
                  </a:lnTo>
                  <a:lnTo>
                    <a:pt x="2229997" y="3077"/>
                  </a:lnTo>
                  <a:lnTo>
                    <a:pt x="2231068" y="3162"/>
                  </a:lnTo>
                  <a:lnTo>
                    <a:pt x="2232140" y="3249"/>
                  </a:lnTo>
                  <a:lnTo>
                    <a:pt x="2233211" y="3336"/>
                  </a:lnTo>
                  <a:lnTo>
                    <a:pt x="2234283" y="3425"/>
                  </a:lnTo>
                  <a:lnTo>
                    <a:pt x="2235355" y="3515"/>
                  </a:lnTo>
                  <a:lnTo>
                    <a:pt x="2236426" y="3606"/>
                  </a:lnTo>
                  <a:lnTo>
                    <a:pt x="2237498" y="3698"/>
                  </a:lnTo>
                  <a:lnTo>
                    <a:pt x="2238569" y="3791"/>
                  </a:lnTo>
                  <a:lnTo>
                    <a:pt x="2239641" y="3885"/>
                  </a:lnTo>
                  <a:lnTo>
                    <a:pt x="2240713" y="3981"/>
                  </a:lnTo>
                  <a:lnTo>
                    <a:pt x="2241784" y="4077"/>
                  </a:lnTo>
                  <a:lnTo>
                    <a:pt x="2242856" y="4175"/>
                  </a:lnTo>
                  <a:lnTo>
                    <a:pt x="2243927" y="4274"/>
                  </a:lnTo>
                  <a:lnTo>
                    <a:pt x="2244999" y="4374"/>
                  </a:lnTo>
                  <a:lnTo>
                    <a:pt x="2246071" y="4475"/>
                  </a:lnTo>
                  <a:lnTo>
                    <a:pt x="2247142" y="4577"/>
                  </a:lnTo>
                  <a:lnTo>
                    <a:pt x="2248214" y="4680"/>
                  </a:lnTo>
                  <a:lnTo>
                    <a:pt x="2249285" y="4784"/>
                  </a:lnTo>
                  <a:lnTo>
                    <a:pt x="2250357" y="4890"/>
                  </a:lnTo>
                  <a:lnTo>
                    <a:pt x="2251429" y="4996"/>
                  </a:lnTo>
                  <a:lnTo>
                    <a:pt x="2252500" y="5104"/>
                  </a:lnTo>
                  <a:lnTo>
                    <a:pt x="2253572" y="5213"/>
                  </a:lnTo>
                  <a:lnTo>
                    <a:pt x="2254643" y="5323"/>
                  </a:lnTo>
                  <a:lnTo>
                    <a:pt x="2255715" y="5434"/>
                  </a:lnTo>
                  <a:lnTo>
                    <a:pt x="2256787" y="5546"/>
                  </a:lnTo>
                  <a:lnTo>
                    <a:pt x="2257858" y="5659"/>
                  </a:lnTo>
                  <a:lnTo>
                    <a:pt x="2258930" y="5773"/>
                  </a:lnTo>
                  <a:lnTo>
                    <a:pt x="2260001" y="5888"/>
                  </a:lnTo>
                  <a:lnTo>
                    <a:pt x="2261073" y="6005"/>
                  </a:lnTo>
                  <a:lnTo>
                    <a:pt x="2262145" y="6122"/>
                  </a:lnTo>
                  <a:lnTo>
                    <a:pt x="2263216" y="6241"/>
                  </a:lnTo>
                  <a:lnTo>
                    <a:pt x="2264288" y="6360"/>
                  </a:lnTo>
                  <a:lnTo>
                    <a:pt x="2265359" y="6481"/>
                  </a:lnTo>
                  <a:lnTo>
                    <a:pt x="2266431" y="6603"/>
                  </a:lnTo>
                  <a:lnTo>
                    <a:pt x="2267503" y="6726"/>
                  </a:lnTo>
                  <a:lnTo>
                    <a:pt x="2268574" y="6849"/>
                  </a:lnTo>
                  <a:lnTo>
                    <a:pt x="2269646" y="6975"/>
                  </a:lnTo>
                  <a:lnTo>
                    <a:pt x="2270717" y="7101"/>
                  </a:lnTo>
                  <a:lnTo>
                    <a:pt x="2271789" y="7228"/>
                  </a:lnTo>
                  <a:lnTo>
                    <a:pt x="2272861" y="7356"/>
                  </a:lnTo>
                  <a:lnTo>
                    <a:pt x="2273932" y="7485"/>
                  </a:lnTo>
                  <a:lnTo>
                    <a:pt x="2275004" y="7616"/>
                  </a:lnTo>
                  <a:lnTo>
                    <a:pt x="2276075" y="7747"/>
                  </a:lnTo>
                  <a:lnTo>
                    <a:pt x="2277147" y="7880"/>
                  </a:lnTo>
                  <a:lnTo>
                    <a:pt x="2278219" y="8013"/>
                  </a:lnTo>
                  <a:lnTo>
                    <a:pt x="2279290" y="8148"/>
                  </a:lnTo>
                  <a:lnTo>
                    <a:pt x="2280362" y="8283"/>
                  </a:lnTo>
                  <a:lnTo>
                    <a:pt x="2281433" y="8420"/>
                  </a:lnTo>
                  <a:lnTo>
                    <a:pt x="2282505" y="8558"/>
                  </a:lnTo>
                  <a:lnTo>
                    <a:pt x="2283577" y="8697"/>
                  </a:lnTo>
                  <a:lnTo>
                    <a:pt x="2284648" y="8837"/>
                  </a:lnTo>
                  <a:lnTo>
                    <a:pt x="2285720" y="8978"/>
                  </a:lnTo>
                  <a:lnTo>
                    <a:pt x="2286791" y="9120"/>
                  </a:lnTo>
                  <a:lnTo>
                    <a:pt x="2287863" y="9263"/>
                  </a:lnTo>
                  <a:lnTo>
                    <a:pt x="2288935" y="9407"/>
                  </a:lnTo>
                  <a:lnTo>
                    <a:pt x="2290006" y="9552"/>
                  </a:lnTo>
                  <a:lnTo>
                    <a:pt x="2291078" y="9698"/>
                  </a:lnTo>
                  <a:lnTo>
                    <a:pt x="2292149" y="9845"/>
                  </a:lnTo>
                  <a:lnTo>
                    <a:pt x="2293221" y="9994"/>
                  </a:lnTo>
                  <a:lnTo>
                    <a:pt x="2294293" y="10143"/>
                  </a:lnTo>
                  <a:lnTo>
                    <a:pt x="2295364" y="10293"/>
                  </a:lnTo>
                  <a:lnTo>
                    <a:pt x="2296436" y="10444"/>
                  </a:lnTo>
                  <a:lnTo>
                    <a:pt x="2297507" y="10597"/>
                  </a:lnTo>
                  <a:lnTo>
                    <a:pt x="2298579" y="10750"/>
                  </a:lnTo>
                  <a:lnTo>
                    <a:pt x="2299651" y="10905"/>
                  </a:lnTo>
                  <a:lnTo>
                    <a:pt x="2300722" y="11060"/>
                  </a:lnTo>
                  <a:lnTo>
                    <a:pt x="2301794" y="11217"/>
                  </a:lnTo>
                  <a:lnTo>
                    <a:pt x="2302865" y="11374"/>
                  </a:lnTo>
                  <a:lnTo>
                    <a:pt x="2303937" y="11533"/>
                  </a:lnTo>
                  <a:lnTo>
                    <a:pt x="2305009" y="11692"/>
                  </a:lnTo>
                  <a:lnTo>
                    <a:pt x="2306080" y="11853"/>
                  </a:lnTo>
                  <a:lnTo>
                    <a:pt x="2307152" y="12015"/>
                  </a:lnTo>
                  <a:lnTo>
                    <a:pt x="2308223" y="12177"/>
                  </a:lnTo>
                  <a:lnTo>
                    <a:pt x="2309295" y="12341"/>
                  </a:lnTo>
                  <a:lnTo>
                    <a:pt x="2310366" y="12505"/>
                  </a:lnTo>
                  <a:lnTo>
                    <a:pt x="2311438" y="12671"/>
                  </a:lnTo>
                  <a:lnTo>
                    <a:pt x="2312510" y="12838"/>
                  </a:lnTo>
                  <a:lnTo>
                    <a:pt x="2313581" y="13005"/>
                  </a:lnTo>
                  <a:lnTo>
                    <a:pt x="2314653" y="13174"/>
                  </a:lnTo>
                  <a:lnTo>
                    <a:pt x="2315724" y="13344"/>
                  </a:lnTo>
                  <a:lnTo>
                    <a:pt x="2316796" y="13514"/>
                  </a:lnTo>
                  <a:lnTo>
                    <a:pt x="2317868" y="13686"/>
                  </a:lnTo>
                  <a:lnTo>
                    <a:pt x="2318939" y="13859"/>
                  </a:lnTo>
                  <a:lnTo>
                    <a:pt x="2320011" y="14032"/>
                  </a:lnTo>
                  <a:lnTo>
                    <a:pt x="2321082" y="14207"/>
                  </a:lnTo>
                  <a:lnTo>
                    <a:pt x="2322154" y="14383"/>
                  </a:lnTo>
                  <a:lnTo>
                    <a:pt x="2323226" y="14559"/>
                  </a:lnTo>
                  <a:lnTo>
                    <a:pt x="2324297" y="14737"/>
                  </a:lnTo>
                  <a:lnTo>
                    <a:pt x="2325369" y="14916"/>
                  </a:lnTo>
                  <a:lnTo>
                    <a:pt x="2326440" y="15095"/>
                  </a:lnTo>
                  <a:lnTo>
                    <a:pt x="2327512" y="15276"/>
                  </a:lnTo>
                  <a:lnTo>
                    <a:pt x="2328584" y="15458"/>
                  </a:lnTo>
                  <a:lnTo>
                    <a:pt x="2329655" y="15640"/>
                  </a:lnTo>
                  <a:lnTo>
                    <a:pt x="2330727" y="15824"/>
                  </a:lnTo>
                  <a:lnTo>
                    <a:pt x="2331798" y="16008"/>
                  </a:lnTo>
                  <a:lnTo>
                    <a:pt x="2332870" y="16194"/>
                  </a:lnTo>
                  <a:lnTo>
                    <a:pt x="2333942" y="16380"/>
                  </a:lnTo>
                  <a:lnTo>
                    <a:pt x="2335013" y="16568"/>
                  </a:lnTo>
                  <a:lnTo>
                    <a:pt x="2336085" y="16756"/>
                  </a:lnTo>
                  <a:lnTo>
                    <a:pt x="2337156" y="16946"/>
                  </a:lnTo>
                  <a:lnTo>
                    <a:pt x="2338228" y="17136"/>
                  </a:lnTo>
                  <a:lnTo>
                    <a:pt x="2339300" y="17327"/>
                  </a:lnTo>
                  <a:lnTo>
                    <a:pt x="2340371" y="17520"/>
                  </a:lnTo>
                  <a:lnTo>
                    <a:pt x="2341443" y="17713"/>
                  </a:lnTo>
                  <a:lnTo>
                    <a:pt x="2342514" y="17907"/>
                  </a:lnTo>
                  <a:lnTo>
                    <a:pt x="2343586" y="18102"/>
                  </a:lnTo>
                  <a:lnTo>
                    <a:pt x="2344658" y="18299"/>
                  </a:lnTo>
                  <a:lnTo>
                    <a:pt x="2345729" y="18496"/>
                  </a:lnTo>
                  <a:lnTo>
                    <a:pt x="2346801" y="18694"/>
                  </a:lnTo>
                  <a:lnTo>
                    <a:pt x="2347872" y="18893"/>
                  </a:lnTo>
                  <a:lnTo>
                    <a:pt x="2348944" y="19093"/>
                  </a:lnTo>
                  <a:lnTo>
                    <a:pt x="2350016" y="19294"/>
                  </a:lnTo>
                  <a:lnTo>
                    <a:pt x="2351087" y="19496"/>
                  </a:lnTo>
                  <a:lnTo>
                    <a:pt x="2352159" y="19698"/>
                  </a:lnTo>
                  <a:lnTo>
                    <a:pt x="2353230" y="19902"/>
                  </a:lnTo>
                  <a:lnTo>
                    <a:pt x="2354302" y="20107"/>
                  </a:lnTo>
                  <a:lnTo>
                    <a:pt x="2355374" y="20313"/>
                  </a:lnTo>
                  <a:lnTo>
                    <a:pt x="2356445" y="20519"/>
                  </a:lnTo>
                  <a:lnTo>
                    <a:pt x="2357517" y="20727"/>
                  </a:lnTo>
                  <a:lnTo>
                    <a:pt x="2358588" y="20935"/>
                  </a:lnTo>
                  <a:lnTo>
                    <a:pt x="2359660" y="21145"/>
                  </a:lnTo>
                  <a:lnTo>
                    <a:pt x="2360732" y="21355"/>
                  </a:lnTo>
                  <a:lnTo>
                    <a:pt x="2361803" y="21566"/>
                  </a:lnTo>
                  <a:lnTo>
                    <a:pt x="2362875" y="21778"/>
                  </a:lnTo>
                  <a:lnTo>
                    <a:pt x="2363946" y="21992"/>
                  </a:lnTo>
                  <a:lnTo>
                    <a:pt x="2365018" y="22206"/>
                  </a:lnTo>
                  <a:lnTo>
                    <a:pt x="2366090" y="22421"/>
                  </a:lnTo>
                  <a:lnTo>
                    <a:pt x="2367161" y="22636"/>
                  </a:lnTo>
                  <a:lnTo>
                    <a:pt x="2368233" y="22853"/>
                  </a:lnTo>
                  <a:lnTo>
                    <a:pt x="2369304" y="23071"/>
                  </a:lnTo>
                  <a:lnTo>
                    <a:pt x="2370376" y="23290"/>
                  </a:lnTo>
                  <a:lnTo>
                    <a:pt x="2371448" y="23509"/>
                  </a:lnTo>
                  <a:lnTo>
                    <a:pt x="2372519" y="23730"/>
                  </a:lnTo>
                  <a:lnTo>
                    <a:pt x="2373591" y="23951"/>
                  </a:lnTo>
                  <a:lnTo>
                    <a:pt x="2374662" y="24174"/>
                  </a:lnTo>
                  <a:lnTo>
                    <a:pt x="2375734" y="24397"/>
                  </a:lnTo>
                  <a:lnTo>
                    <a:pt x="2376806" y="24621"/>
                  </a:lnTo>
                  <a:lnTo>
                    <a:pt x="2377877" y="24846"/>
                  </a:lnTo>
                  <a:lnTo>
                    <a:pt x="2378949" y="25072"/>
                  </a:lnTo>
                  <a:lnTo>
                    <a:pt x="2380020" y="25299"/>
                  </a:lnTo>
                  <a:lnTo>
                    <a:pt x="2381092" y="25526"/>
                  </a:lnTo>
                  <a:lnTo>
                    <a:pt x="2382164" y="25755"/>
                  </a:lnTo>
                  <a:lnTo>
                    <a:pt x="2383235" y="25985"/>
                  </a:lnTo>
                  <a:lnTo>
                    <a:pt x="2384307" y="26215"/>
                  </a:lnTo>
                  <a:lnTo>
                    <a:pt x="2385378" y="26446"/>
                  </a:lnTo>
                  <a:lnTo>
                    <a:pt x="2386450" y="26679"/>
                  </a:lnTo>
                  <a:lnTo>
                    <a:pt x="2387522" y="26912"/>
                  </a:lnTo>
                  <a:lnTo>
                    <a:pt x="2388593" y="27146"/>
                  </a:lnTo>
                  <a:lnTo>
                    <a:pt x="2389665" y="27381"/>
                  </a:lnTo>
                  <a:lnTo>
                    <a:pt x="2390736" y="27617"/>
                  </a:lnTo>
                  <a:lnTo>
                    <a:pt x="2391808" y="27853"/>
                  </a:lnTo>
                  <a:lnTo>
                    <a:pt x="2392880" y="28091"/>
                  </a:lnTo>
                  <a:lnTo>
                    <a:pt x="2393951" y="28329"/>
                  </a:lnTo>
                  <a:lnTo>
                    <a:pt x="2395023" y="28568"/>
                  </a:lnTo>
                  <a:lnTo>
                    <a:pt x="2396094" y="28809"/>
                  </a:lnTo>
                  <a:lnTo>
                    <a:pt x="2397166" y="29050"/>
                  </a:lnTo>
                  <a:lnTo>
                    <a:pt x="2398238" y="29292"/>
                  </a:lnTo>
                  <a:lnTo>
                    <a:pt x="2399309" y="29534"/>
                  </a:lnTo>
                  <a:lnTo>
                    <a:pt x="2400381" y="29778"/>
                  </a:lnTo>
                  <a:lnTo>
                    <a:pt x="2401452" y="30023"/>
                  </a:lnTo>
                  <a:lnTo>
                    <a:pt x="2402524" y="30268"/>
                  </a:lnTo>
                  <a:lnTo>
                    <a:pt x="2403596" y="30514"/>
                  </a:lnTo>
                  <a:lnTo>
                    <a:pt x="2404667" y="30762"/>
                  </a:lnTo>
                  <a:lnTo>
                    <a:pt x="2405739" y="31010"/>
                  </a:lnTo>
                  <a:lnTo>
                    <a:pt x="2406810" y="31258"/>
                  </a:lnTo>
                  <a:lnTo>
                    <a:pt x="2407882" y="31508"/>
                  </a:lnTo>
                  <a:lnTo>
                    <a:pt x="2408954" y="31759"/>
                  </a:lnTo>
                  <a:lnTo>
                    <a:pt x="2410025" y="32010"/>
                  </a:lnTo>
                  <a:lnTo>
                    <a:pt x="2411097" y="32262"/>
                  </a:lnTo>
                  <a:lnTo>
                    <a:pt x="2412168" y="32516"/>
                  </a:lnTo>
                  <a:lnTo>
                    <a:pt x="2413240" y="32770"/>
                  </a:lnTo>
                  <a:lnTo>
                    <a:pt x="2414312" y="33024"/>
                  </a:lnTo>
                  <a:lnTo>
                    <a:pt x="2415383" y="33280"/>
                  </a:lnTo>
                  <a:lnTo>
                    <a:pt x="2416455" y="33537"/>
                  </a:lnTo>
                  <a:lnTo>
                    <a:pt x="2417526" y="33794"/>
                  </a:lnTo>
                  <a:lnTo>
                    <a:pt x="2418598" y="34052"/>
                  </a:lnTo>
                  <a:lnTo>
                    <a:pt x="2419670" y="34311"/>
                  </a:lnTo>
                  <a:lnTo>
                    <a:pt x="2420741" y="34571"/>
                  </a:lnTo>
                  <a:lnTo>
                    <a:pt x="2421813" y="34832"/>
                  </a:lnTo>
                  <a:lnTo>
                    <a:pt x="2422884" y="35093"/>
                  </a:lnTo>
                  <a:lnTo>
                    <a:pt x="2423956" y="35356"/>
                  </a:lnTo>
                  <a:lnTo>
                    <a:pt x="2425028" y="35619"/>
                  </a:lnTo>
                  <a:lnTo>
                    <a:pt x="2426099" y="35883"/>
                  </a:lnTo>
                  <a:lnTo>
                    <a:pt x="2427171" y="36148"/>
                  </a:lnTo>
                  <a:lnTo>
                    <a:pt x="2428242" y="36414"/>
                  </a:lnTo>
                  <a:lnTo>
                    <a:pt x="2429314" y="36680"/>
                  </a:lnTo>
                  <a:lnTo>
                    <a:pt x="2430386" y="36947"/>
                  </a:lnTo>
                  <a:lnTo>
                    <a:pt x="2431457" y="37216"/>
                  </a:lnTo>
                  <a:lnTo>
                    <a:pt x="2432529" y="37485"/>
                  </a:lnTo>
                  <a:lnTo>
                    <a:pt x="2433600" y="37754"/>
                  </a:lnTo>
                  <a:lnTo>
                    <a:pt x="2434672" y="38025"/>
                  </a:lnTo>
                  <a:lnTo>
                    <a:pt x="2435744" y="38296"/>
                  </a:lnTo>
                  <a:lnTo>
                    <a:pt x="2436815" y="38569"/>
                  </a:lnTo>
                  <a:lnTo>
                    <a:pt x="2437887" y="38842"/>
                  </a:lnTo>
                  <a:lnTo>
                    <a:pt x="2438958" y="39115"/>
                  </a:lnTo>
                  <a:lnTo>
                    <a:pt x="2440030" y="39390"/>
                  </a:lnTo>
                  <a:lnTo>
                    <a:pt x="2441102" y="39666"/>
                  </a:lnTo>
                  <a:lnTo>
                    <a:pt x="2442173" y="39942"/>
                  </a:lnTo>
                  <a:lnTo>
                    <a:pt x="2443245" y="40219"/>
                  </a:lnTo>
                  <a:lnTo>
                    <a:pt x="2444316" y="40497"/>
                  </a:lnTo>
                  <a:lnTo>
                    <a:pt x="2445388" y="40775"/>
                  </a:lnTo>
                  <a:lnTo>
                    <a:pt x="2446460" y="41055"/>
                  </a:lnTo>
                  <a:lnTo>
                    <a:pt x="2447531" y="41335"/>
                  </a:lnTo>
                  <a:lnTo>
                    <a:pt x="2448603" y="41616"/>
                  </a:lnTo>
                  <a:lnTo>
                    <a:pt x="2449674" y="41898"/>
                  </a:lnTo>
                  <a:lnTo>
                    <a:pt x="2450746" y="42181"/>
                  </a:lnTo>
                  <a:lnTo>
                    <a:pt x="2451818" y="42464"/>
                  </a:lnTo>
                  <a:lnTo>
                    <a:pt x="2452889" y="42748"/>
                  </a:lnTo>
                  <a:lnTo>
                    <a:pt x="2453961" y="43033"/>
                  </a:lnTo>
                  <a:lnTo>
                    <a:pt x="2455032" y="43319"/>
                  </a:lnTo>
                  <a:lnTo>
                    <a:pt x="2456104" y="43606"/>
                  </a:lnTo>
                  <a:lnTo>
                    <a:pt x="2457176" y="43893"/>
                  </a:lnTo>
                  <a:lnTo>
                    <a:pt x="2458247" y="44181"/>
                  </a:lnTo>
                  <a:lnTo>
                    <a:pt x="2459319" y="44470"/>
                  </a:lnTo>
                  <a:lnTo>
                    <a:pt x="2460390" y="44759"/>
                  </a:lnTo>
                  <a:lnTo>
                    <a:pt x="2461462" y="45050"/>
                  </a:lnTo>
                  <a:lnTo>
                    <a:pt x="2462534" y="45341"/>
                  </a:lnTo>
                  <a:lnTo>
                    <a:pt x="2463605" y="45633"/>
                  </a:lnTo>
                  <a:lnTo>
                    <a:pt x="2464677" y="45926"/>
                  </a:lnTo>
                  <a:lnTo>
                    <a:pt x="2465748" y="46219"/>
                  </a:lnTo>
                  <a:lnTo>
                    <a:pt x="2466820" y="46513"/>
                  </a:lnTo>
                  <a:lnTo>
                    <a:pt x="2467892" y="46808"/>
                  </a:lnTo>
                  <a:lnTo>
                    <a:pt x="2468963" y="47104"/>
                  </a:lnTo>
                  <a:lnTo>
                    <a:pt x="2470035" y="47401"/>
                  </a:lnTo>
                  <a:lnTo>
                    <a:pt x="2471106" y="47698"/>
                  </a:lnTo>
                  <a:lnTo>
                    <a:pt x="2472178" y="47996"/>
                  </a:lnTo>
                  <a:lnTo>
                    <a:pt x="2473250" y="48295"/>
                  </a:lnTo>
                  <a:lnTo>
                    <a:pt x="2474321" y="48594"/>
                  </a:lnTo>
                  <a:lnTo>
                    <a:pt x="2475393" y="48895"/>
                  </a:lnTo>
                  <a:lnTo>
                    <a:pt x="2476464" y="49196"/>
                  </a:lnTo>
                  <a:lnTo>
                    <a:pt x="2477536" y="49497"/>
                  </a:lnTo>
                  <a:lnTo>
                    <a:pt x="2478608" y="49800"/>
                  </a:lnTo>
                  <a:lnTo>
                    <a:pt x="2479679" y="50103"/>
                  </a:lnTo>
                  <a:lnTo>
                    <a:pt x="2480751" y="50407"/>
                  </a:lnTo>
                  <a:lnTo>
                    <a:pt x="2481822" y="50712"/>
                  </a:lnTo>
                  <a:lnTo>
                    <a:pt x="2482894" y="51017"/>
                  </a:lnTo>
                  <a:lnTo>
                    <a:pt x="2483966" y="51324"/>
                  </a:lnTo>
                  <a:lnTo>
                    <a:pt x="2485037" y="51631"/>
                  </a:lnTo>
                  <a:lnTo>
                    <a:pt x="2486109" y="51938"/>
                  </a:lnTo>
                  <a:lnTo>
                    <a:pt x="2487180" y="52247"/>
                  </a:lnTo>
                  <a:lnTo>
                    <a:pt x="2488252" y="52556"/>
                  </a:lnTo>
                  <a:lnTo>
                    <a:pt x="2489323" y="52866"/>
                  </a:lnTo>
                  <a:lnTo>
                    <a:pt x="2490395" y="53176"/>
                  </a:lnTo>
                  <a:lnTo>
                    <a:pt x="2491467" y="53487"/>
                  </a:lnTo>
                  <a:lnTo>
                    <a:pt x="2492538" y="53800"/>
                  </a:lnTo>
                  <a:lnTo>
                    <a:pt x="2493610" y="54112"/>
                  </a:lnTo>
                  <a:lnTo>
                    <a:pt x="2494681" y="54426"/>
                  </a:lnTo>
                  <a:lnTo>
                    <a:pt x="2495753" y="54740"/>
                  </a:lnTo>
                  <a:lnTo>
                    <a:pt x="2496825" y="55055"/>
                  </a:lnTo>
                  <a:lnTo>
                    <a:pt x="2497896" y="55370"/>
                  </a:lnTo>
                  <a:lnTo>
                    <a:pt x="2498968" y="55687"/>
                  </a:lnTo>
                  <a:lnTo>
                    <a:pt x="2500039" y="56004"/>
                  </a:lnTo>
                  <a:lnTo>
                    <a:pt x="2501111" y="56321"/>
                  </a:lnTo>
                  <a:lnTo>
                    <a:pt x="2502183" y="56640"/>
                  </a:lnTo>
                  <a:lnTo>
                    <a:pt x="2503254" y="56959"/>
                  </a:lnTo>
                  <a:lnTo>
                    <a:pt x="2504326" y="57279"/>
                  </a:lnTo>
                  <a:lnTo>
                    <a:pt x="2505397" y="57599"/>
                  </a:lnTo>
                  <a:lnTo>
                    <a:pt x="2506469" y="57921"/>
                  </a:lnTo>
                  <a:lnTo>
                    <a:pt x="2507541" y="58243"/>
                  </a:lnTo>
                  <a:lnTo>
                    <a:pt x="2508612" y="58565"/>
                  </a:lnTo>
                  <a:lnTo>
                    <a:pt x="2509684" y="58888"/>
                  </a:lnTo>
                  <a:lnTo>
                    <a:pt x="2510755" y="59213"/>
                  </a:lnTo>
                  <a:lnTo>
                    <a:pt x="2511827" y="59537"/>
                  </a:lnTo>
                  <a:lnTo>
                    <a:pt x="2512899" y="59863"/>
                  </a:lnTo>
                  <a:lnTo>
                    <a:pt x="2513970" y="60189"/>
                  </a:lnTo>
                  <a:lnTo>
                    <a:pt x="2515042" y="60515"/>
                  </a:lnTo>
                  <a:lnTo>
                    <a:pt x="2516113" y="60843"/>
                  </a:lnTo>
                  <a:lnTo>
                    <a:pt x="2517185" y="61171"/>
                  </a:lnTo>
                  <a:lnTo>
                    <a:pt x="2518257" y="61500"/>
                  </a:lnTo>
                  <a:lnTo>
                    <a:pt x="2519328" y="61829"/>
                  </a:lnTo>
                  <a:lnTo>
                    <a:pt x="2520400" y="62159"/>
                  </a:lnTo>
                  <a:lnTo>
                    <a:pt x="2521471" y="62490"/>
                  </a:lnTo>
                  <a:lnTo>
                    <a:pt x="2522543" y="62822"/>
                  </a:lnTo>
                  <a:lnTo>
                    <a:pt x="2523615" y="63154"/>
                  </a:lnTo>
                  <a:lnTo>
                    <a:pt x="2524686" y="63487"/>
                  </a:lnTo>
                  <a:lnTo>
                    <a:pt x="2525758" y="63820"/>
                  </a:lnTo>
                  <a:lnTo>
                    <a:pt x="2526829" y="64154"/>
                  </a:lnTo>
                  <a:lnTo>
                    <a:pt x="2527901" y="64489"/>
                  </a:lnTo>
                  <a:lnTo>
                    <a:pt x="2528973" y="64825"/>
                  </a:lnTo>
                  <a:lnTo>
                    <a:pt x="2530044" y="65161"/>
                  </a:lnTo>
                  <a:lnTo>
                    <a:pt x="2531116" y="65498"/>
                  </a:lnTo>
                  <a:lnTo>
                    <a:pt x="2532187" y="65835"/>
                  </a:lnTo>
                  <a:lnTo>
                    <a:pt x="2533259" y="66173"/>
                  </a:lnTo>
                  <a:lnTo>
                    <a:pt x="2534331" y="66512"/>
                  </a:lnTo>
                  <a:lnTo>
                    <a:pt x="2535402" y="66852"/>
                  </a:lnTo>
                  <a:lnTo>
                    <a:pt x="2536474" y="67192"/>
                  </a:lnTo>
                  <a:lnTo>
                    <a:pt x="2537545" y="67532"/>
                  </a:lnTo>
                  <a:lnTo>
                    <a:pt x="2538617" y="67874"/>
                  </a:lnTo>
                  <a:lnTo>
                    <a:pt x="2539689" y="68216"/>
                  </a:lnTo>
                  <a:lnTo>
                    <a:pt x="2540760" y="68558"/>
                  </a:lnTo>
                  <a:lnTo>
                    <a:pt x="2541832" y="68902"/>
                  </a:lnTo>
                  <a:lnTo>
                    <a:pt x="2542903" y="69246"/>
                  </a:lnTo>
                  <a:lnTo>
                    <a:pt x="2543975" y="69590"/>
                  </a:lnTo>
                  <a:lnTo>
                    <a:pt x="2545047" y="69935"/>
                  </a:lnTo>
                  <a:lnTo>
                    <a:pt x="2546118" y="70281"/>
                  </a:lnTo>
                  <a:lnTo>
                    <a:pt x="2547190" y="70628"/>
                  </a:lnTo>
                  <a:lnTo>
                    <a:pt x="2548261" y="70975"/>
                  </a:lnTo>
                  <a:lnTo>
                    <a:pt x="2549333" y="71323"/>
                  </a:lnTo>
                  <a:lnTo>
                    <a:pt x="2550405" y="71671"/>
                  </a:lnTo>
                  <a:lnTo>
                    <a:pt x="2551476" y="72020"/>
                  </a:lnTo>
                  <a:lnTo>
                    <a:pt x="2552548" y="72370"/>
                  </a:lnTo>
                  <a:lnTo>
                    <a:pt x="2553619" y="72720"/>
                  </a:lnTo>
                  <a:lnTo>
                    <a:pt x="2554691" y="73071"/>
                  </a:lnTo>
                  <a:lnTo>
                    <a:pt x="2555763" y="73422"/>
                  </a:lnTo>
                  <a:lnTo>
                    <a:pt x="2556834" y="73774"/>
                  </a:lnTo>
                  <a:lnTo>
                    <a:pt x="2557906" y="74127"/>
                  </a:lnTo>
                  <a:lnTo>
                    <a:pt x="2558977" y="74480"/>
                  </a:lnTo>
                  <a:lnTo>
                    <a:pt x="2560049" y="74834"/>
                  </a:lnTo>
                  <a:lnTo>
                    <a:pt x="2561121" y="75189"/>
                  </a:lnTo>
                  <a:lnTo>
                    <a:pt x="2562192" y="75544"/>
                  </a:lnTo>
                  <a:lnTo>
                    <a:pt x="2563264" y="75900"/>
                  </a:lnTo>
                  <a:lnTo>
                    <a:pt x="2564335" y="76256"/>
                  </a:lnTo>
                  <a:lnTo>
                    <a:pt x="2565407" y="76613"/>
                  </a:lnTo>
                  <a:lnTo>
                    <a:pt x="2566479" y="76971"/>
                  </a:lnTo>
                  <a:lnTo>
                    <a:pt x="2567550" y="77329"/>
                  </a:lnTo>
                  <a:lnTo>
                    <a:pt x="2568622" y="77687"/>
                  </a:lnTo>
                  <a:lnTo>
                    <a:pt x="2569693" y="78047"/>
                  </a:lnTo>
                  <a:lnTo>
                    <a:pt x="2570765" y="78407"/>
                  </a:lnTo>
                  <a:lnTo>
                    <a:pt x="2571837" y="78767"/>
                  </a:lnTo>
                  <a:lnTo>
                    <a:pt x="2572908" y="79128"/>
                  </a:lnTo>
                  <a:lnTo>
                    <a:pt x="2573980" y="79490"/>
                  </a:lnTo>
                  <a:lnTo>
                    <a:pt x="2575051" y="79853"/>
                  </a:lnTo>
                  <a:lnTo>
                    <a:pt x="2576123" y="80215"/>
                  </a:lnTo>
                  <a:lnTo>
                    <a:pt x="2577195" y="80579"/>
                  </a:lnTo>
                  <a:lnTo>
                    <a:pt x="2578266" y="80943"/>
                  </a:lnTo>
                  <a:lnTo>
                    <a:pt x="2579338" y="81308"/>
                  </a:lnTo>
                  <a:lnTo>
                    <a:pt x="2580409" y="81673"/>
                  </a:lnTo>
                  <a:lnTo>
                    <a:pt x="2581481" y="82039"/>
                  </a:lnTo>
                  <a:lnTo>
                    <a:pt x="2582553" y="82405"/>
                  </a:lnTo>
                  <a:lnTo>
                    <a:pt x="2583624" y="82772"/>
                  </a:lnTo>
                  <a:lnTo>
                    <a:pt x="2584696" y="83140"/>
                  </a:lnTo>
                  <a:lnTo>
                    <a:pt x="2585767" y="83508"/>
                  </a:lnTo>
                  <a:lnTo>
                    <a:pt x="2586839" y="83876"/>
                  </a:lnTo>
                  <a:lnTo>
                    <a:pt x="2587911" y="84246"/>
                  </a:lnTo>
                  <a:lnTo>
                    <a:pt x="2588982" y="84615"/>
                  </a:lnTo>
                  <a:lnTo>
                    <a:pt x="2590054" y="84986"/>
                  </a:lnTo>
                  <a:lnTo>
                    <a:pt x="2591125" y="85357"/>
                  </a:lnTo>
                  <a:lnTo>
                    <a:pt x="2592197" y="85728"/>
                  </a:lnTo>
                  <a:lnTo>
                    <a:pt x="2593269" y="86100"/>
                  </a:lnTo>
                  <a:lnTo>
                    <a:pt x="2594340" y="86473"/>
                  </a:lnTo>
                  <a:lnTo>
                    <a:pt x="2595412" y="86846"/>
                  </a:lnTo>
                  <a:lnTo>
                    <a:pt x="2596483" y="87220"/>
                  </a:lnTo>
                  <a:lnTo>
                    <a:pt x="2597555" y="87594"/>
                  </a:lnTo>
                  <a:lnTo>
                    <a:pt x="2598627" y="87969"/>
                  </a:lnTo>
                  <a:lnTo>
                    <a:pt x="2599698" y="88344"/>
                  </a:lnTo>
                  <a:lnTo>
                    <a:pt x="2600770" y="88720"/>
                  </a:lnTo>
                  <a:lnTo>
                    <a:pt x="2601841" y="89096"/>
                  </a:lnTo>
                  <a:lnTo>
                    <a:pt x="2602913" y="89473"/>
                  </a:lnTo>
                  <a:lnTo>
                    <a:pt x="2603985" y="89851"/>
                  </a:lnTo>
                  <a:lnTo>
                    <a:pt x="2605056" y="90229"/>
                  </a:lnTo>
                  <a:lnTo>
                    <a:pt x="2606128" y="90607"/>
                  </a:lnTo>
                  <a:lnTo>
                    <a:pt x="2607199" y="90987"/>
                  </a:lnTo>
                  <a:lnTo>
                    <a:pt x="2608271" y="91366"/>
                  </a:lnTo>
                  <a:lnTo>
                    <a:pt x="2609343" y="91747"/>
                  </a:lnTo>
                  <a:lnTo>
                    <a:pt x="2610414" y="92127"/>
                  </a:lnTo>
                  <a:lnTo>
                    <a:pt x="2611486" y="92509"/>
                  </a:lnTo>
                  <a:lnTo>
                    <a:pt x="2612557" y="92890"/>
                  </a:lnTo>
                  <a:lnTo>
                    <a:pt x="2613629" y="93273"/>
                  </a:lnTo>
                  <a:lnTo>
                    <a:pt x="2614701" y="93656"/>
                  </a:lnTo>
                  <a:lnTo>
                    <a:pt x="2615772" y="94039"/>
                  </a:lnTo>
                  <a:lnTo>
                    <a:pt x="2616844" y="94423"/>
                  </a:lnTo>
                  <a:lnTo>
                    <a:pt x="2617915" y="94807"/>
                  </a:lnTo>
                  <a:lnTo>
                    <a:pt x="2618987" y="95192"/>
                  </a:lnTo>
                  <a:lnTo>
                    <a:pt x="2620059" y="95578"/>
                  </a:lnTo>
                  <a:lnTo>
                    <a:pt x="2621130" y="95964"/>
                  </a:lnTo>
                  <a:lnTo>
                    <a:pt x="2622202" y="96350"/>
                  </a:lnTo>
                  <a:lnTo>
                    <a:pt x="2623273" y="96737"/>
                  </a:lnTo>
                  <a:lnTo>
                    <a:pt x="2624345" y="97124"/>
                  </a:lnTo>
                  <a:lnTo>
                    <a:pt x="2625417" y="97512"/>
                  </a:lnTo>
                  <a:lnTo>
                    <a:pt x="2626488" y="97901"/>
                  </a:lnTo>
                  <a:lnTo>
                    <a:pt x="2627560" y="98290"/>
                  </a:lnTo>
                  <a:lnTo>
                    <a:pt x="2628631" y="98679"/>
                  </a:lnTo>
                  <a:lnTo>
                    <a:pt x="2629703" y="99069"/>
                  </a:lnTo>
                  <a:lnTo>
                    <a:pt x="2630775" y="99460"/>
                  </a:lnTo>
                  <a:lnTo>
                    <a:pt x="2631846" y="99851"/>
                  </a:lnTo>
                  <a:lnTo>
                    <a:pt x="2632918" y="100243"/>
                  </a:lnTo>
                  <a:lnTo>
                    <a:pt x="2633989" y="100635"/>
                  </a:lnTo>
                  <a:lnTo>
                    <a:pt x="2635061" y="101027"/>
                  </a:lnTo>
                  <a:lnTo>
                    <a:pt x="2636133" y="101420"/>
                  </a:lnTo>
                  <a:lnTo>
                    <a:pt x="2637204" y="101813"/>
                  </a:lnTo>
                  <a:lnTo>
                    <a:pt x="2638276" y="102207"/>
                  </a:lnTo>
                  <a:lnTo>
                    <a:pt x="2639347" y="102602"/>
                  </a:lnTo>
                  <a:lnTo>
                    <a:pt x="2640419" y="102997"/>
                  </a:lnTo>
                  <a:lnTo>
                    <a:pt x="2641491" y="103392"/>
                  </a:lnTo>
                  <a:lnTo>
                    <a:pt x="2642562" y="103788"/>
                  </a:lnTo>
                  <a:lnTo>
                    <a:pt x="2643634" y="104184"/>
                  </a:lnTo>
                  <a:lnTo>
                    <a:pt x="2644705" y="104581"/>
                  </a:lnTo>
                  <a:lnTo>
                    <a:pt x="2645777" y="104979"/>
                  </a:lnTo>
                  <a:lnTo>
                    <a:pt x="2646849" y="105376"/>
                  </a:lnTo>
                  <a:lnTo>
                    <a:pt x="2647920" y="105775"/>
                  </a:lnTo>
                  <a:lnTo>
                    <a:pt x="2648992" y="106173"/>
                  </a:lnTo>
                  <a:lnTo>
                    <a:pt x="2650063" y="106573"/>
                  </a:lnTo>
                  <a:lnTo>
                    <a:pt x="2651135" y="106972"/>
                  </a:lnTo>
                  <a:lnTo>
                    <a:pt x="2652207" y="107372"/>
                  </a:lnTo>
                  <a:lnTo>
                    <a:pt x="2653278" y="107773"/>
                  </a:lnTo>
                  <a:lnTo>
                    <a:pt x="2654350" y="108174"/>
                  </a:lnTo>
                  <a:lnTo>
                    <a:pt x="2655421" y="108576"/>
                  </a:lnTo>
                  <a:lnTo>
                    <a:pt x="2656493" y="108978"/>
                  </a:lnTo>
                  <a:lnTo>
                    <a:pt x="2657565" y="109380"/>
                  </a:lnTo>
                  <a:lnTo>
                    <a:pt x="2658636" y="109783"/>
                  </a:lnTo>
                  <a:lnTo>
                    <a:pt x="2659708" y="110186"/>
                  </a:lnTo>
                  <a:lnTo>
                    <a:pt x="2660779" y="110590"/>
                  </a:lnTo>
                  <a:lnTo>
                    <a:pt x="2661851" y="110994"/>
                  </a:lnTo>
                  <a:lnTo>
                    <a:pt x="2662922" y="111399"/>
                  </a:lnTo>
                  <a:lnTo>
                    <a:pt x="2663994" y="111804"/>
                  </a:lnTo>
                  <a:lnTo>
                    <a:pt x="2665066" y="112210"/>
                  </a:lnTo>
                  <a:lnTo>
                    <a:pt x="2666137" y="112616"/>
                  </a:lnTo>
                  <a:lnTo>
                    <a:pt x="2667209" y="113022"/>
                  </a:lnTo>
                  <a:lnTo>
                    <a:pt x="2668280" y="113429"/>
                  </a:lnTo>
                  <a:lnTo>
                    <a:pt x="2669352" y="113837"/>
                  </a:lnTo>
                  <a:lnTo>
                    <a:pt x="2670424" y="114244"/>
                  </a:lnTo>
                  <a:lnTo>
                    <a:pt x="2671495" y="114653"/>
                  </a:lnTo>
                  <a:lnTo>
                    <a:pt x="2672567" y="115061"/>
                  </a:lnTo>
                  <a:lnTo>
                    <a:pt x="2673638" y="115470"/>
                  </a:lnTo>
                  <a:lnTo>
                    <a:pt x="2674710" y="115880"/>
                  </a:lnTo>
                  <a:lnTo>
                    <a:pt x="2675782" y="116290"/>
                  </a:lnTo>
                  <a:lnTo>
                    <a:pt x="2676853" y="116700"/>
                  </a:lnTo>
                  <a:lnTo>
                    <a:pt x="2677925" y="117111"/>
                  </a:lnTo>
                  <a:lnTo>
                    <a:pt x="2678996" y="117522"/>
                  </a:lnTo>
                  <a:lnTo>
                    <a:pt x="2680068" y="117934"/>
                  </a:lnTo>
                  <a:lnTo>
                    <a:pt x="2681140" y="118346"/>
                  </a:lnTo>
                  <a:lnTo>
                    <a:pt x="2682211" y="118758"/>
                  </a:lnTo>
                  <a:lnTo>
                    <a:pt x="2683283" y="119171"/>
                  </a:lnTo>
                  <a:lnTo>
                    <a:pt x="2684354" y="119585"/>
                  </a:lnTo>
                  <a:lnTo>
                    <a:pt x="2685426" y="119998"/>
                  </a:lnTo>
                  <a:lnTo>
                    <a:pt x="2686498" y="120413"/>
                  </a:lnTo>
                  <a:lnTo>
                    <a:pt x="2687569" y="120827"/>
                  </a:lnTo>
                  <a:lnTo>
                    <a:pt x="2688641" y="121242"/>
                  </a:lnTo>
                  <a:lnTo>
                    <a:pt x="2689712" y="121657"/>
                  </a:lnTo>
                  <a:lnTo>
                    <a:pt x="2690784" y="122073"/>
                  </a:lnTo>
                  <a:lnTo>
                    <a:pt x="2691856" y="122489"/>
                  </a:lnTo>
                  <a:lnTo>
                    <a:pt x="2692927" y="122906"/>
                  </a:lnTo>
                  <a:lnTo>
                    <a:pt x="2693999" y="123323"/>
                  </a:lnTo>
                  <a:lnTo>
                    <a:pt x="2695070" y="123740"/>
                  </a:lnTo>
                  <a:lnTo>
                    <a:pt x="2696142" y="124158"/>
                  </a:lnTo>
                  <a:lnTo>
                    <a:pt x="2697214" y="124576"/>
                  </a:lnTo>
                  <a:lnTo>
                    <a:pt x="2698285" y="124995"/>
                  </a:lnTo>
                  <a:lnTo>
                    <a:pt x="2699357" y="125414"/>
                  </a:lnTo>
                  <a:lnTo>
                    <a:pt x="2700428" y="125833"/>
                  </a:lnTo>
                  <a:lnTo>
                    <a:pt x="2701500" y="126253"/>
                  </a:lnTo>
                  <a:lnTo>
                    <a:pt x="2702572" y="126673"/>
                  </a:lnTo>
                  <a:lnTo>
                    <a:pt x="2703643" y="127094"/>
                  </a:lnTo>
                  <a:lnTo>
                    <a:pt x="2704715" y="127515"/>
                  </a:lnTo>
                  <a:lnTo>
                    <a:pt x="2705786" y="127936"/>
                  </a:lnTo>
                  <a:lnTo>
                    <a:pt x="2706858" y="128358"/>
                  </a:lnTo>
                  <a:lnTo>
                    <a:pt x="2707930" y="128780"/>
                  </a:lnTo>
                  <a:lnTo>
                    <a:pt x="2709001" y="129202"/>
                  </a:lnTo>
                  <a:lnTo>
                    <a:pt x="2710073" y="129625"/>
                  </a:lnTo>
                  <a:lnTo>
                    <a:pt x="2711144" y="130048"/>
                  </a:lnTo>
                  <a:lnTo>
                    <a:pt x="2712216" y="130472"/>
                  </a:lnTo>
                  <a:lnTo>
                    <a:pt x="2713288" y="130896"/>
                  </a:lnTo>
                  <a:lnTo>
                    <a:pt x="2714359" y="131320"/>
                  </a:lnTo>
                  <a:lnTo>
                    <a:pt x="2715431" y="131745"/>
                  </a:lnTo>
                  <a:lnTo>
                    <a:pt x="2716502" y="132170"/>
                  </a:lnTo>
                  <a:lnTo>
                    <a:pt x="2717574" y="132595"/>
                  </a:lnTo>
                  <a:lnTo>
                    <a:pt x="2718646" y="133021"/>
                  </a:lnTo>
                  <a:lnTo>
                    <a:pt x="2719717" y="133447"/>
                  </a:lnTo>
                  <a:lnTo>
                    <a:pt x="2720789" y="133873"/>
                  </a:lnTo>
                  <a:lnTo>
                    <a:pt x="2721860" y="134300"/>
                  </a:lnTo>
                  <a:lnTo>
                    <a:pt x="2722932" y="134727"/>
                  </a:lnTo>
                  <a:lnTo>
                    <a:pt x="2724004" y="135155"/>
                  </a:lnTo>
                  <a:lnTo>
                    <a:pt x="2725075" y="135583"/>
                  </a:lnTo>
                  <a:lnTo>
                    <a:pt x="2726147" y="136011"/>
                  </a:lnTo>
                  <a:lnTo>
                    <a:pt x="2727218" y="136440"/>
                  </a:lnTo>
                  <a:lnTo>
                    <a:pt x="2728290" y="136869"/>
                  </a:lnTo>
                  <a:lnTo>
                    <a:pt x="2729362" y="137298"/>
                  </a:lnTo>
                  <a:lnTo>
                    <a:pt x="2730433" y="137728"/>
                  </a:lnTo>
                  <a:lnTo>
                    <a:pt x="2731505" y="138158"/>
                  </a:lnTo>
                  <a:lnTo>
                    <a:pt x="2732576" y="138588"/>
                  </a:lnTo>
                  <a:lnTo>
                    <a:pt x="2733648" y="139019"/>
                  </a:lnTo>
                  <a:lnTo>
                    <a:pt x="2734720" y="139450"/>
                  </a:lnTo>
                  <a:lnTo>
                    <a:pt x="2735791" y="139881"/>
                  </a:lnTo>
                  <a:lnTo>
                    <a:pt x="2736863" y="140313"/>
                  </a:lnTo>
                  <a:lnTo>
                    <a:pt x="2737934" y="140745"/>
                  </a:lnTo>
                  <a:lnTo>
                    <a:pt x="2739006" y="141177"/>
                  </a:lnTo>
                  <a:lnTo>
                    <a:pt x="2740078" y="141610"/>
                  </a:lnTo>
                  <a:lnTo>
                    <a:pt x="2741149" y="142043"/>
                  </a:lnTo>
                  <a:lnTo>
                    <a:pt x="2742221" y="142476"/>
                  </a:lnTo>
                  <a:lnTo>
                    <a:pt x="2743292" y="142910"/>
                  </a:lnTo>
                  <a:lnTo>
                    <a:pt x="2744364" y="143344"/>
                  </a:lnTo>
                  <a:lnTo>
                    <a:pt x="2745436" y="143778"/>
                  </a:lnTo>
                  <a:lnTo>
                    <a:pt x="2746507" y="144213"/>
                  </a:lnTo>
                  <a:lnTo>
                    <a:pt x="2747579" y="144648"/>
                  </a:lnTo>
                  <a:lnTo>
                    <a:pt x="2748650" y="145083"/>
                  </a:lnTo>
                  <a:lnTo>
                    <a:pt x="2749722" y="145519"/>
                  </a:lnTo>
                  <a:lnTo>
                    <a:pt x="2750794" y="145955"/>
                  </a:lnTo>
                  <a:lnTo>
                    <a:pt x="2751865" y="146391"/>
                  </a:lnTo>
                  <a:lnTo>
                    <a:pt x="2752937" y="146828"/>
                  </a:lnTo>
                  <a:lnTo>
                    <a:pt x="2754008" y="147265"/>
                  </a:lnTo>
                  <a:lnTo>
                    <a:pt x="2755080" y="147702"/>
                  </a:lnTo>
                  <a:lnTo>
                    <a:pt x="2756152" y="148139"/>
                  </a:lnTo>
                  <a:lnTo>
                    <a:pt x="2757223" y="148577"/>
                  </a:lnTo>
                  <a:lnTo>
                    <a:pt x="2758295" y="149015"/>
                  </a:lnTo>
                  <a:lnTo>
                    <a:pt x="2759366" y="149453"/>
                  </a:lnTo>
                  <a:lnTo>
                    <a:pt x="2760438" y="149892"/>
                  </a:lnTo>
                  <a:lnTo>
                    <a:pt x="2761510" y="150331"/>
                  </a:lnTo>
                  <a:lnTo>
                    <a:pt x="2762581" y="150770"/>
                  </a:lnTo>
                  <a:lnTo>
                    <a:pt x="2763653" y="151210"/>
                  </a:lnTo>
                  <a:lnTo>
                    <a:pt x="2764724" y="151650"/>
                  </a:lnTo>
                  <a:lnTo>
                    <a:pt x="2765796" y="152090"/>
                  </a:lnTo>
                  <a:lnTo>
                    <a:pt x="2766868" y="152531"/>
                  </a:lnTo>
                  <a:lnTo>
                    <a:pt x="2767939" y="152971"/>
                  </a:lnTo>
                  <a:lnTo>
                    <a:pt x="2769011" y="153412"/>
                  </a:lnTo>
                  <a:lnTo>
                    <a:pt x="2770082" y="153854"/>
                  </a:lnTo>
                  <a:lnTo>
                    <a:pt x="2771154" y="154295"/>
                  </a:lnTo>
                  <a:lnTo>
                    <a:pt x="2772226" y="154737"/>
                  </a:lnTo>
                  <a:lnTo>
                    <a:pt x="2773297" y="155180"/>
                  </a:lnTo>
                  <a:lnTo>
                    <a:pt x="2774369" y="155622"/>
                  </a:lnTo>
                  <a:lnTo>
                    <a:pt x="2775440" y="156065"/>
                  </a:lnTo>
                  <a:lnTo>
                    <a:pt x="2776512" y="156508"/>
                  </a:lnTo>
                  <a:lnTo>
                    <a:pt x="2777584" y="156951"/>
                  </a:lnTo>
                  <a:lnTo>
                    <a:pt x="2778655" y="157395"/>
                  </a:lnTo>
                  <a:lnTo>
                    <a:pt x="2779727" y="157839"/>
                  </a:lnTo>
                  <a:lnTo>
                    <a:pt x="2780798" y="158283"/>
                  </a:lnTo>
                  <a:lnTo>
                    <a:pt x="2781870" y="158727"/>
                  </a:lnTo>
                  <a:lnTo>
                    <a:pt x="2782942" y="159172"/>
                  </a:lnTo>
                  <a:lnTo>
                    <a:pt x="2784013" y="159617"/>
                  </a:lnTo>
                  <a:lnTo>
                    <a:pt x="2785085" y="160062"/>
                  </a:lnTo>
                  <a:lnTo>
                    <a:pt x="2786156" y="160507"/>
                  </a:lnTo>
                  <a:lnTo>
                    <a:pt x="2787228" y="160953"/>
                  </a:lnTo>
                  <a:lnTo>
                    <a:pt x="2788300" y="161399"/>
                  </a:lnTo>
                  <a:lnTo>
                    <a:pt x="2789371" y="161845"/>
                  </a:lnTo>
                  <a:lnTo>
                    <a:pt x="2790443" y="162292"/>
                  </a:lnTo>
                  <a:lnTo>
                    <a:pt x="2791514" y="162739"/>
                  </a:lnTo>
                  <a:lnTo>
                    <a:pt x="2792586" y="163186"/>
                  </a:lnTo>
                  <a:lnTo>
                    <a:pt x="2793658" y="163633"/>
                  </a:lnTo>
                  <a:lnTo>
                    <a:pt x="2794729" y="164080"/>
                  </a:lnTo>
                  <a:lnTo>
                    <a:pt x="2795801" y="164528"/>
                  </a:lnTo>
                  <a:lnTo>
                    <a:pt x="2796872" y="164976"/>
                  </a:lnTo>
                  <a:lnTo>
                    <a:pt x="2797944" y="165424"/>
                  </a:lnTo>
                  <a:lnTo>
                    <a:pt x="2799016" y="165873"/>
                  </a:lnTo>
                  <a:lnTo>
                    <a:pt x="2800087" y="166322"/>
                  </a:lnTo>
                  <a:lnTo>
                    <a:pt x="2801159" y="166771"/>
                  </a:lnTo>
                  <a:lnTo>
                    <a:pt x="2802230" y="167220"/>
                  </a:lnTo>
                  <a:lnTo>
                    <a:pt x="2803302" y="167669"/>
                  </a:lnTo>
                  <a:lnTo>
                    <a:pt x="2804374" y="168119"/>
                  </a:lnTo>
                  <a:lnTo>
                    <a:pt x="2805445" y="168569"/>
                  </a:lnTo>
                  <a:lnTo>
                    <a:pt x="2806517" y="169019"/>
                  </a:lnTo>
                  <a:lnTo>
                    <a:pt x="2807588" y="169470"/>
                  </a:lnTo>
                  <a:lnTo>
                    <a:pt x="2808660" y="169920"/>
                  </a:lnTo>
                  <a:lnTo>
                    <a:pt x="2809732" y="170371"/>
                  </a:lnTo>
                  <a:lnTo>
                    <a:pt x="2810803" y="170822"/>
                  </a:lnTo>
                  <a:lnTo>
                    <a:pt x="2811875" y="171274"/>
                  </a:lnTo>
                  <a:lnTo>
                    <a:pt x="2812946" y="171725"/>
                  </a:lnTo>
                  <a:lnTo>
                    <a:pt x="2814018" y="172177"/>
                  </a:lnTo>
                  <a:lnTo>
                    <a:pt x="2815090" y="172629"/>
                  </a:lnTo>
                  <a:lnTo>
                    <a:pt x="2816161" y="173081"/>
                  </a:lnTo>
                  <a:lnTo>
                    <a:pt x="2817233" y="173534"/>
                  </a:lnTo>
                  <a:lnTo>
                    <a:pt x="2818304" y="173987"/>
                  </a:lnTo>
                  <a:lnTo>
                    <a:pt x="2819376" y="174440"/>
                  </a:lnTo>
                  <a:lnTo>
                    <a:pt x="2820448" y="174893"/>
                  </a:lnTo>
                  <a:lnTo>
                    <a:pt x="2821519" y="175346"/>
                  </a:lnTo>
                  <a:lnTo>
                    <a:pt x="2822591" y="175800"/>
                  </a:lnTo>
                  <a:lnTo>
                    <a:pt x="2823662" y="176253"/>
                  </a:lnTo>
                  <a:lnTo>
                    <a:pt x="2824734" y="176707"/>
                  </a:lnTo>
                  <a:lnTo>
                    <a:pt x="2825806" y="177161"/>
                  </a:lnTo>
                  <a:lnTo>
                    <a:pt x="2826877" y="177616"/>
                  </a:lnTo>
                  <a:lnTo>
                    <a:pt x="2827949" y="178070"/>
                  </a:lnTo>
                  <a:lnTo>
                    <a:pt x="2829020" y="178525"/>
                  </a:lnTo>
                  <a:lnTo>
                    <a:pt x="2830092" y="178980"/>
                  </a:lnTo>
                  <a:lnTo>
                    <a:pt x="2831164" y="179435"/>
                  </a:lnTo>
                  <a:lnTo>
                    <a:pt x="2832235" y="179891"/>
                  </a:lnTo>
                  <a:lnTo>
                    <a:pt x="2833307" y="180346"/>
                  </a:lnTo>
                  <a:lnTo>
                    <a:pt x="2834378" y="180802"/>
                  </a:lnTo>
                  <a:lnTo>
                    <a:pt x="2835450" y="181258"/>
                  </a:lnTo>
                  <a:lnTo>
                    <a:pt x="2836522" y="181714"/>
                  </a:lnTo>
                  <a:lnTo>
                    <a:pt x="2837593" y="182171"/>
                  </a:lnTo>
                  <a:lnTo>
                    <a:pt x="2838665" y="182627"/>
                  </a:lnTo>
                  <a:lnTo>
                    <a:pt x="2839736" y="183084"/>
                  </a:lnTo>
                  <a:lnTo>
                    <a:pt x="2840808" y="183541"/>
                  </a:lnTo>
                  <a:lnTo>
                    <a:pt x="2841879" y="183998"/>
                  </a:lnTo>
                  <a:lnTo>
                    <a:pt x="2842951" y="184455"/>
                  </a:lnTo>
                  <a:lnTo>
                    <a:pt x="2844023" y="184913"/>
                  </a:lnTo>
                  <a:lnTo>
                    <a:pt x="2845094" y="185370"/>
                  </a:lnTo>
                  <a:lnTo>
                    <a:pt x="2846166" y="185828"/>
                  </a:lnTo>
                  <a:lnTo>
                    <a:pt x="2847237" y="186286"/>
                  </a:lnTo>
                  <a:lnTo>
                    <a:pt x="2848309" y="186744"/>
                  </a:lnTo>
                  <a:lnTo>
                    <a:pt x="2849381" y="187203"/>
                  </a:lnTo>
                  <a:lnTo>
                    <a:pt x="2850452" y="187661"/>
                  </a:lnTo>
                  <a:lnTo>
                    <a:pt x="2851524" y="188120"/>
                  </a:lnTo>
                  <a:lnTo>
                    <a:pt x="2852595" y="188579"/>
                  </a:lnTo>
                  <a:lnTo>
                    <a:pt x="2853667" y="189038"/>
                  </a:lnTo>
                  <a:lnTo>
                    <a:pt x="2854739" y="189497"/>
                  </a:lnTo>
                  <a:lnTo>
                    <a:pt x="2855810" y="189957"/>
                  </a:lnTo>
                  <a:lnTo>
                    <a:pt x="2856882" y="190416"/>
                  </a:lnTo>
                  <a:lnTo>
                    <a:pt x="2857953" y="190876"/>
                  </a:lnTo>
                  <a:lnTo>
                    <a:pt x="2859025" y="191336"/>
                  </a:lnTo>
                  <a:lnTo>
                    <a:pt x="2860097" y="191796"/>
                  </a:lnTo>
                  <a:lnTo>
                    <a:pt x="2861168" y="192256"/>
                  </a:lnTo>
                  <a:lnTo>
                    <a:pt x="2862240" y="192716"/>
                  </a:lnTo>
                  <a:lnTo>
                    <a:pt x="2863311" y="193177"/>
                  </a:lnTo>
                  <a:lnTo>
                    <a:pt x="2864383" y="193637"/>
                  </a:lnTo>
                  <a:lnTo>
                    <a:pt x="2865455" y="194098"/>
                  </a:lnTo>
                  <a:lnTo>
                    <a:pt x="2866526" y="194559"/>
                  </a:lnTo>
                  <a:lnTo>
                    <a:pt x="2867598" y="195020"/>
                  </a:lnTo>
                  <a:lnTo>
                    <a:pt x="2868669" y="195482"/>
                  </a:lnTo>
                  <a:lnTo>
                    <a:pt x="2869741" y="195943"/>
                  </a:lnTo>
                  <a:lnTo>
                    <a:pt x="2870813" y="196405"/>
                  </a:lnTo>
                  <a:lnTo>
                    <a:pt x="2871884" y="196866"/>
                  </a:lnTo>
                  <a:lnTo>
                    <a:pt x="2872956" y="197328"/>
                  </a:lnTo>
                  <a:lnTo>
                    <a:pt x="2874027" y="197790"/>
                  </a:lnTo>
                  <a:lnTo>
                    <a:pt x="2875099" y="198252"/>
                  </a:lnTo>
                  <a:lnTo>
                    <a:pt x="2876171" y="198715"/>
                  </a:lnTo>
                  <a:lnTo>
                    <a:pt x="2877242" y="199177"/>
                  </a:lnTo>
                  <a:lnTo>
                    <a:pt x="2878314" y="199640"/>
                  </a:lnTo>
                  <a:lnTo>
                    <a:pt x="2879385" y="200102"/>
                  </a:lnTo>
                  <a:lnTo>
                    <a:pt x="2880457" y="200565"/>
                  </a:lnTo>
                  <a:lnTo>
                    <a:pt x="2881529" y="201028"/>
                  </a:lnTo>
                  <a:lnTo>
                    <a:pt x="2882600" y="201491"/>
                  </a:lnTo>
                  <a:lnTo>
                    <a:pt x="2883672" y="201954"/>
                  </a:lnTo>
                  <a:lnTo>
                    <a:pt x="2884743" y="202418"/>
                  </a:lnTo>
                  <a:lnTo>
                    <a:pt x="2885815" y="202881"/>
                  </a:lnTo>
                  <a:lnTo>
                    <a:pt x="2886887" y="203345"/>
                  </a:lnTo>
                  <a:lnTo>
                    <a:pt x="2887958" y="203809"/>
                  </a:lnTo>
                  <a:lnTo>
                    <a:pt x="2889030" y="204272"/>
                  </a:lnTo>
                  <a:lnTo>
                    <a:pt x="2890101" y="204736"/>
                  </a:lnTo>
                  <a:lnTo>
                    <a:pt x="2891173" y="205200"/>
                  </a:lnTo>
                  <a:lnTo>
                    <a:pt x="2892245" y="205665"/>
                  </a:lnTo>
                  <a:lnTo>
                    <a:pt x="2893316" y="206129"/>
                  </a:lnTo>
                  <a:lnTo>
                    <a:pt x="2894388" y="206593"/>
                  </a:lnTo>
                  <a:lnTo>
                    <a:pt x="2895459" y="207058"/>
                  </a:lnTo>
                  <a:lnTo>
                    <a:pt x="2896531" y="207523"/>
                  </a:lnTo>
                  <a:lnTo>
                    <a:pt x="2897603" y="207987"/>
                  </a:lnTo>
                  <a:lnTo>
                    <a:pt x="2898674" y="208452"/>
                  </a:lnTo>
                  <a:lnTo>
                    <a:pt x="2899746" y="208917"/>
                  </a:lnTo>
                  <a:lnTo>
                    <a:pt x="2900817" y="209382"/>
                  </a:lnTo>
                  <a:lnTo>
                    <a:pt x="2901889" y="209847"/>
                  </a:lnTo>
                  <a:lnTo>
                    <a:pt x="2902961" y="210313"/>
                  </a:lnTo>
                  <a:lnTo>
                    <a:pt x="2904032" y="210778"/>
                  </a:lnTo>
                  <a:lnTo>
                    <a:pt x="2905104" y="211244"/>
                  </a:lnTo>
                  <a:lnTo>
                    <a:pt x="2906175" y="211709"/>
                  </a:lnTo>
                  <a:lnTo>
                    <a:pt x="2907247" y="212175"/>
                  </a:lnTo>
                  <a:lnTo>
                    <a:pt x="2908319" y="212641"/>
                  </a:lnTo>
                  <a:lnTo>
                    <a:pt x="2909390" y="213107"/>
                  </a:lnTo>
                  <a:lnTo>
                    <a:pt x="2910462" y="213573"/>
                  </a:lnTo>
                  <a:lnTo>
                    <a:pt x="2911533" y="214039"/>
                  </a:lnTo>
                  <a:lnTo>
                    <a:pt x="2912605" y="214505"/>
                  </a:lnTo>
                  <a:lnTo>
                    <a:pt x="2913677" y="214971"/>
                  </a:lnTo>
                  <a:lnTo>
                    <a:pt x="2914748" y="215437"/>
                  </a:lnTo>
                  <a:lnTo>
                    <a:pt x="2915820" y="215904"/>
                  </a:lnTo>
                  <a:lnTo>
                    <a:pt x="2916891" y="216370"/>
                  </a:lnTo>
                  <a:lnTo>
                    <a:pt x="2917963" y="216837"/>
                  </a:lnTo>
                  <a:lnTo>
                    <a:pt x="2919035" y="217304"/>
                  </a:lnTo>
                  <a:lnTo>
                    <a:pt x="2920106" y="217770"/>
                  </a:lnTo>
                  <a:lnTo>
                    <a:pt x="2921178" y="218237"/>
                  </a:lnTo>
                  <a:lnTo>
                    <a:pt x="2922249" y="218704"/>
                  </a:lnTo>
                  <a:lnTo>
                    <a:pt x="2923321" y="219171"/>
                  </a:lnTo>
                  <a:lnTo>
                    <a:pt x="2924393" y="219638"/>
                  </a:lnTo>
                  <a:lnTo>
                    <a:pt x="2925464" y="220105"/>
                  </a:lnTo>
                  <a:lnTo>
                    <a:pt x="2926536" y="220573"/>
                  </a:lnTo>
                  <a:lnTo>
                    <a:pt x="2927607" y="221040"/>
                  </a:lnTo>
                  <a:lnTo>
                    <a:pt x="2928679" y="221507"/>
                  </a:lnTo>
                  <a:lnTo>
                    <a:pt x="2929751" y="221975"/>
                  </a:lnTo>
                  <a:lnTo>
                    <a:pt x="2930822" y="222442"/>
                  </a:lnTo>
                  <a:lnTo>
                    <a:pt x="2931894" y="222910"/>
                  </a:lnTo>
                  <a:lnTo>
                    <a:pt x="2932965" y="223377"/>
                  </a:lnTo>
                  <a:lnTo>
                    <a:pt x="2934037" y="223845"/>
                  </a:lnTo>
                  <a:lnTo>
                    <a:pt x="2935109" y="224313"/>
                  </a:lnTo>
                  <a:lnTo>
                    <a:pt x="2936180" y="224781"/>
                  </a:lnTo>
                  <a:lnTo>
                    <a:pt x="2937252" y="225248"/>
                  </a:lnTo>
                  <a:lnTo>
                    <a:pt x="2938323" y="225716"/>
                  </a:lnTo>
                  <a:lnTo>
                    <a:pt x="2939395" y="226184"/>
                  </a:lnTo>
                  <a:lnTo>
                    <a:pt x="2940467" y="226652"/>
                  </a:lnTo>
                  <a:lnTo>
                    <a:pt x="2941538" y="227121"/>
                  </a:lnTo>
                  <a:lnTo>
                    <a:pt x="2942610" y="227589"/>
                  </a:lnTo>
                  <a:lnTo>
                    <a:pt x="2943681" y="228057"/>
                  </a:lnTo>
                  <a:lnTo>
                    <a:pt x="2944753" y="228525"/>
                  </a:lnTo>
                  <a:lnTo>
                    <a:pt x="2945825" y="228993"/>
                  </a:lnTo>
                  <a:lnTo>
                    <a:pt x="2946896" y="229462"/>
                  </a:lnTo>
                  <a:lnTo>
                    <a:pt x="2947968" y="229930"/>
                  </a:lnTo>
                  <a:lnTo>
                    <a:pt x="2949039" y="230399"/>
                  </a:lnTo>
                  <a:lnTo>
                    <a:pt x="2950111" y="230867"/>
                  </a:lnTo>
                  <a:lnTo>
                    <a:pt x="2951183" y="231336"/>
                  </a:lnTo>
                  <a:lnTo>
                    <a:pt x="2952254" y="231804"/>
                  </a:lnTo>
                  <a:lnTo>
                    <a:pt x="2953326" y="232273"/>
                  </a:lnTo>
                  <a:lnTo>
                    <a:pt x="2954397" y="232742"/>
                  </a:lnTo>
                  <a:lnTo>
                    <a:pt x="2955469" y="233210"/>
                  </a:lnTo>
                  <a:lnTo>
                    <a:pt x="2956541" y="233679"/>
                  </a:lnTo>
                  <a:lnTo>
                    <a:pt x="2957612" y="234148"/>
                  </a:lnTo>
                  <a:lnTo>
                    <a:pt x="2958684" y="234616"/>
                  </a:lnTo>
                  <a:lnTo>
                    <a:pt x="2959755" y="235085"/>
                  </a:lnTo>
                  <a:lnTo>
                    <a:pt x="2960827" y="235554"/>
                  </a:lnTo>
                  <a:lnTo>
                    <a:pt x="2961899" y="236023"/>
                  </a:lnTo>
                  <a:lnTo>
                    <a:pt x="2962970" y="236492"/>
                  </a:lnTo>
                  <a:lnTo>
                    <a:pt x="2964042" y="236961"/>
                  </a:lnTo>
                  <a:lnTo>
                    <a:pt x="2965113" y="237430"/>
                  </a:lnTo>
                  <a:lnTo>
                    <a:pt x="2966185" y="237899"/>
                  </a:lnTo>
                  <a:lnTo>
                    <a:pt x="2967257" y="238368"/>
                  </a:lnTo>
                  <a:lnTo>
                    <a:pt x="2968328" y="238837"/>
                  </a:lnTo>
                  <a:lnTo>
                    <a:pt x="2969400" y="239306"/>
                  </a:lnTo>
                  <a:lnTo>
                    <a:pt x="2970471" y="239775"/>
                  </a:lnTo>
                  <a:lnTo>
                    <a:pt x="2971543" y="240244"/>
                  </a:lnTo>
                  <a:lnTo>
                    <a:pt x="2972615" y="240713"/>
                  </a:lnTo>
                  <a:lnTo>
                    <a:pt x="2973686" y="241182"/>
                  </a:lnTo>
                  <a:lnTo>
                    <a:pt x="2974758" y="241651"/>
                  </a:lnTo>
                  <a:lnTo>
                    <a:pt x="2975829" y="242120"/>
                  </a:lnTo>
                  <a:lnTo>
                    <a:pt x="2976901" y="242589"/>
                  </a:lnTo>
                  <a:lnTo>
                    <a:pt x="2977973" y="243059"/>
                  </a:lnTo>
                  <a:lnTo>
                    <a:pt x="2979044" y="243528"/>
                  </a:lnTo>
                  <a:lnTo>
                    <a:pt x="2980116" y="243997"/>
                  </a:lnTo>
                  <a:lnTo>
                    <a:pt x="2981187" y="244466"/>
                  </a:lnTo>
                  <a:lnTo>
                    <a:pt x="2982259" y="244935"/>
                  </a:lnTo>
                  <a:lnTo>
                    <a:pt x="2983331" y="245404"/>
                  </a:lnTo>
                  <a:lnTo>
                    <a:pt x="2984402" y="245874"/>
                  </a:lnTo>
                  <a:lnTo>
                    <a:pt x="2985474" y="246343"/>
                  </a:lnTo>
                  <a:lnTo>
                    <a:pt x="2986545" y="246812"/>
                  </a:lnTo>
                  <a:lnTo>
                    <a:pt x="2987617" y="247281"/>
                  </a:lnTo>
                  <a:lnTo>
                    <a:pt x="2988689" y="247750"/>
                  </a:lnTo>
                  <a:lnTo>
                    <a:pt x="2989760" y="248219"/>
                  </a:lnTo>
                  <a:lnTo>
                    <a:pt x="2990832" y="248689"/>
                  </a:lnTo>
                  <a:lnTo>
                    <a:pt x="2991903" y="249158"/>
                  </a:lnTo>
                  <a:lnTo>
                    <a:pt x="2992975" y="249627"/>
                  </a:lnTo>
                  <a:lnTo>
                    <a:pt x="2994047" y="250096"/>
                  </a:lnTo>
                  <a:lnTo>
                    <a:pt x="2995118" y="250565"/>
                  </a:lnTo>
                  <a:lnTo>
                    <a:pt x="2996190" y="251034"/>
                  </a:lnTo>
                  <a:lnTo>
                    <a:pt x="2997261" y="251503"/>
                  </a:lnTo>
                  <a:lnTo>
                    <a:pt x="2998333" y="251972"/>
                  </a:lnTo>
                  <a:lnTo>
                    <a:pt x="2999405" y="252441"/>
                  </a:lnTo>
                  <a:lnTo>
                    <a:pt x="3000476" y="252910"/>
                  </a:lnTo>
                  <a:lnTo>
                    <a:pt x="3001548" y="253379"/>
                  </a:lnTo>
                  <a:lnTo>
                    <a:pt x="3002619" y="253848"/>
                  </a:lnTo>
                  <a:lnTo>
                    <a:pt x="3003691" y="254317"/>
                  </a:lnTo>
                  <a:lnTo>
                    <a:pt x="3004763" y="254786"/>
                  </a:lnTo>
                  <a:lnTo>
                    <a:pt x="3005834" y="255255"/>
                  </a:lnTo>
                  <a:lnTo>
                    <a:pt x="3006906" y="255724"/>
                  </a:lnTo>
                  <a:lnTo>
                    <a:pt x="3007977" y="256193"/>
                  </a:lnTo>
                  <a:lnTo>
                    <a:pt x="3009049" y="256662"/>
                  </a:lnTo>
                  <a:lnTo>
                    <a:pt x="3010121" y="257131"/>
                  </a:lnTo>
                  <a:lnTo>
                    <a:pt x="3011192" y="257599"/>
                  </a:lnTo>
                  <a:lnTo>
                    <a:pt x="3012264" y="258068"/>
                  </a:lnTo>
                  <a:lnTo>
                    <a:pt x="3013335" y="258537"/>
                  </a:lnTo>
                  <a:lnTo>
                    <a:pt x="3014407" y="259006"/>
                  </a:lnTo>
                  <a:lnTo>
                    <a:pt x="3015479" y="259474"/>
                  </a:lnTo>
                  <a:lnTo>
                    <a:pt x="3016550" y="259943"/>
                  </a:lnTo>
                  <a:lnTo>
                    <a:pt x="3017622" y="260411"/>
                  </a:lnTo>
                  <a:lnTo>
                    <a:pt x="3018693" y="260880"/>
                  </a:lnTo>
                  <a:lnTo>
                    <a:pt x="3019765" y="261348"/>
                  </a:lnTo>
                  <a:lnTo>
                    <a:pt x="3020836" y="261817"/>
                  </a:lnTo>
                  <a:lnTo>
                    <a:pt x="3021908" y="262285"/>
                  </a:lnTo>
                  <a:lnTo>
                    <a:pt x="3022980" y="262754"/>
                  </a:lnTo>
                  <a:lnTo>
                    <a:pt x="3024051" y="263222"/>
                  </a:lnTo>
                  <a:lnTo>
                    <a:pt x="3025123" y="263690"/>
                  </a:lnTo>
                  <a:lnTo>
                    <a:pt x="3026194" y="264158"/>
                  </a:lnTo>
                  <a:lnTo>
                    <a:pt x="3027266" y="264627"/>
                  </a:lnTo>
                  <a:lnTo>
                    <a:pt x="3028338" y="265095"/>
                  </a:lnTo>
                  <a:lnTo>
                    <a:pt x="3029409" y="265563"/>
                  </a:lnTo>
                  <a:lnTo>
                    <a:pt x="3030481" y="266031"/>
                  </a:lnTo>
                  <a:lnTo>
                    <a:pt x="3031552" y="266499"/>
                  </a:lnTo>
                  <a:lnTo>
                    <a:pt x="3032624" y="266967"/>
                  </a:lnTo>
                  <a:lnTo>
                    <a:pt x="3033696" y="267435"/>
                  </a:lnTo>
                  <a:lnTo>
                    <a:pt x="3034767" y="267902"/>
                  </a:lnTo>
                  <a:lnTo>
                    <a:pt x="3035839" y="268370"/>
                  </a:lnTo>
                  <a:lnTo>
                    <a:pt x="3036910" y="268838"/>
                  </a:lnTo>
                  <a:lnTo>
                    <a:pt x="3037982" y="269305"/>
                  </a:lnTo>
                  <a:lnTo>
                    <a:pt x="3039054" y="269773"/>
                  </a:lnTo>
                  <a:lnTo>
                    <a:pt x="3040125" y="270240"/>
                  </a:lnTo>
                  <a:lnTo>
                    <a:pt x="3041197" y="270708"/>
                  </a:lnTo>
                  <a:lnTo>
                    <a:pt x="3042268" y="271175"/>
                  </a:lnTo>
                  <a:lnTo>
                    <a:pt x="3043340" y="271642"/>
                  </a:lnTo>
                  <a:lnTo>
                    <a:pt x="3044412" y="272110"/>
                  </a:lnTo>
                  <a:lnTo>
                    <a:pt x="3045483" y="272577"/>
                  </a:lnTo>
                  <a:lnTo>
                    <a:pt x="3046555" y="273044"/>
                  </a:lnTo>
                  <a:lnTo>
                    <a:pt x="3047626" y="273511"/>
                  </a:lnTo>
                  <a:lnTo>
                    <a:pt x="3048698" y="273978"/>
                  </a:lnTo>
                  <a:lnTo>
                    <a:pt x="3049770" y="274444"/>
                  </a:lnTo>
                  <a:lnTo>
                    <a:pt x="3050841" y="274911"/>
                  </a:lnTo>
                  <a:lnTo>
                    <a:pt x="3051913" y="275378"/>
                  </a:lnTo>
                  <a:lnTo>
                    <a:pt x="3052984" y="275845"/>
                  </a:lnTo>
                  <a:lnTo>
                    <a:pt x="3054056" y="276311"/>
                  </a:lnTo>
                  <a:lnTo>
                    <a:pt x="3055128" y="276777"/>
                  </a:lnTo>
                  <a:lnTo>
                    <a:pt x="3056199" y="277244"/>
                  </a:lnTo>
                  <a:lnTo>
                    <a:pt x="3057271" y="277710"/>
                  </a:lnTo>
                  <a:lnTo>
                    <a:pt x="3058342" y="278176"/>
                  </a:lnTo>
                  <a:lnTo>
                    <a:pt x="3059414" y="278642"/>
                  </a:lnTo>
                  <a:lnTo>
                    <a:pt x="3060486" y="279108"/>
                  </a:lnTo>
                  <a:lnTo>
                    <a:pt x="3061557" y="279574"/>
                  </a:lnTo>
                  <a:lnTo>
                    <a:pt x="3062629" y="280040"/>
                  </a:lnTo>
                  <a:lnTo>
                    <a:pt x="3063700" y="280506"/>
                  </a:lnTo>
                  <a:lnTo>
                    <a:pt x="3064772" y="280972"/>
                  </a:lnTo>
                  <a:lnTo>
                    <a:pt x="3065844" y="281437"/>
                  </a:lnTo>
                  <a:lnTo>
                    <a:pt x="3066915" y="281903"/>
                  </a:lnTo>
                  <a:lnTo>
                    <a:pt x="3067987" y="282368"/>
                  </a:lnTo>
                  <a:lnTo>
                    <a:pt x="3069058" y="282833"/>
                  </a:lnTo>
                  <a:lnTo>
                    <a:pt x="3070130" y="283298"/>
                  </a:lnTo>
                  <a:lnTo>
                    <a:pt x="3071202" y="283764"/>
                  </a:lnTo>
                  <a:lnTo>
                    <a:pt x="3072273" y="284229"/>
                  </a:lnTo>
                  <a:lnTo>
                    <a:pt x="3073345" y="284693"/>
                  </a:lnTo>
                  <a:lnTo>
                    <a:pt x="3074416" y="285158"/>
                  </a:lnTo>
                  <a:lnTo>
                    <a:pt x="3075488" y="285623"/>
                  </a:lnTo>
                  <a:lnTo>
                    <a:pt x="3076560" y="286087"/>
                  </a:lnTo>
                  <a:lnTo>
                    <a:pt x="3077631" y="286552"/>
                  </a:lnTo>
                  <a:lnTo>
                    <a:pt x="3078703" y="287016"/>
                  </a:lnTo>
                  <a:lnTo>
                    <a:pt x="3079774" y="287480"/>
                  </a:lnTo>
                  <a:lnTo>
                    <a:pt x="3080846" y="287945"/>
                  </a:lnTo>
                  <a:lnTo>
                    <a:pt x="3081918" y="288409"/>
                  </a:lnTo>
                  <a:lnTo>
                    <a:pt x="3082989" y="288872"/>
                  </a:lnTo>
                  <a:lnTo>
                    <a:pt x="3084061" y="289336"/>
                  </a:lnTo>
                  <a:lnTo>
                    <a:pt x="3085132" y="289800"/>
                  </a:lnTo>
                  <a:lnTo>
                    <a:pt x="3086204" y="290264"/>
                  </a:lnTo>
                  <a:lnTo>
                    <a:pt x="3087276" y="290727"/>
                  </a:lnTo>
                  <a:lnTo>
                    <a:pt x="3088347" y="291190"/>
                  </a:lnTo>
                  <a:lnTo>
                    <a:pt x="3089419" y="291653"/>
                  </a:lnTo>
                  <a:lnTo>
                    <a:pt x="3090490" y="292117"/>
                  </a:lnTo>
                  <a:lnTo>
                    <a:pt x="3091562" y="292580"/>
                  </a:lnTo>
                  <a:lnTo>
                    <a:pt x="3092634" y="293042"/>
                  </a:lnTo>
                  <a:lnTo>
                    <a:pt x="3093705" y="293505"/>
                  </a:lnTo>
                  <a:lnTo>
                    <a:pt x="3094777" y="293968"/>
                  </a:lnTo>
                  <a:lnTo>
                    <a:pt x="3095848" y="294430"/>
                  </a:lnTo>
                  <a:lnTo>
                    <a:pt x="3096920" y="294892"/>
                  </a:lnTo>
                  <a:lnTo>
                    <a:pt x="3097992" y="295355"/>
                  </a:lnTo>
                  <a:lnTo>
                    <a:pt x="3099063" y="295817"/>
                  </a:lnTo>
                  <a:lnTo>
                    <a:pt x="3100135" y="296279"/>
                  </a:lnTo>
                  <a:lnTo>
                    <a:pt x="3101206" y="296741"/>
                  </a:lnTo>
                  <a:lnTo>
                    <a:pt x="3102278" y="297202"/>
                  </a:lnTo>
                  <a:lnTo>
                    <a:pt x="3103350" y="297664"/>
                  </a:lnTo>
                  <a:lnTo>
                    <a:pt x="3104421" y="298125"/>
                  </a:lnTo>
                  <a:lnTo>
                    <a:pt x="3105493" y="298587"/>
                  </a:lnTo>
                  <a:lnTo>
                    <a:pt x="3106564" y="299048"/>
                  </a:lnTo>
                  <a:lnTo>
                    <a:pt x="3107636" y="299509"/>
                  </a:lnTo>
                  <a:lnTo>
                    <a:pt x="3108708" y="299970"/>
                  </a:lnTo>
                  <a:lnTo>
                    <a:pt x="3109779" y="300430"/>
                  </a:lnTo>
                  <a:lnTo>
                    <a:pt x="3110851" y="300891"/>
                  </a:lnTo>
                  <a:lnTo>
                    <a:pt x="3111922" y="301352"/>
                  </a:lnTo>
                  <a:lnTo>
                    <a:pt x="3112994" y="301812"/>
                  </a:lnTo>
                  <a:lnTo>
                    <a:pt x="3114066" y="302272"/>
                  </a:lnTo>
                  <a:lnTo>
                    <a:pt x="3115137" y="302732"/>
                  </a:lnTo>
                  <a:lnTo>
                    <a:pt x="3116209" y="303192"/>
                  </a:lnTo>
                  <a:lnTo>
                    <a:pt x="3117280" y="303652"/>
                  </a:lnTo>
                  <a:lnTo>
                    <a:pt x="3118352" y="304112"/>
                  </a:lnTo>
                  <a:lnTo>
                    <a:pt x="3119424" y="304571"/>
                  </a:lnTo>
                  <a:lnTo>
                    <a:pt x="3120495" y="305031"/>
                  </a:lnTo>
                  <a:lnTo>
                    <a:pt x="3121567" y="305490"/>
                  </a:lnTo>
                  <a:lnTo>
                    <a:pt x="3122638" y="305949"/>
                  </a:lnTo>
                  <a:lnTo>
                    <a:pt x="3123710" y="306408"/>
                  </a:lnTo>
                  <a:lnTo>
                    <a:pt x="3124782" y="306867"/>
                  </a:lnTo>
                  <a:lnTo>
                    <a:pt x="3125853" y="307326"/>
                  </a:lnTo>
                  <a:lnTo>
                    <a:pt x="3126925" y="307785"/>
                  </a:lnTo>
                  <a:lnTo>
                    <a:pt x="3127996" y="308243"/>
                  </a:lnTo>
                  <a:lnTo>
                    <a:pt x="3129068" y="308702"/>
                  </a:lnTo>
                  <a:lnTo>
                    <a:pt x="3130140" y="309160"/>
                  </a:lnTo>
                  <a:lnTo>
                    <a:pt x="3131211" y="309618"/>
                  </a:lnTo>
                  <a:lnTo>
                    <a:pt x="3132283" y="310076"/>
                  </a:lnTo>
                  <a:lnTo>
                    <a:pt x="3133354" y="310534"/>
                  </a:lnTo>
                  <a:lnTo>
                    <a:pt x="3134426" y="310992"/>
                  </a:lnTo>
                  <a:lnTo>
                    <a:pt x="3135498" y="311450"/>
                  </a:lnTo>
                  <a:lnTo>
                    <a:pt x="3136569" y="311907"/>
                  </a:lnTo>
                  <a:lnTo>
                    <a:pt x="3137641" y="312365"/>
                  </a:lnTo>
                  <a:lnTo>
                    <a:pt x="3138712" y="312822"/>
                  </a:lnTo>
                  <a:lnTo>
                    <a:pt x="3139784" y="313279"/>
                  </a:lnTo>
                  <a:lnTo>
                    <a:pt x="3140856" y="313736"/>
                  </a:lnTo>
                  <a:lnTo>
                    <a:pt x="3141927" y="314193"/>
                  </a:lnTo>
                  <a:lnTo>
                    <a:pt x="3142999" y="314650"/>
                  </a:lnTo>
                  <a:lnTo>
                    <a:pt x="3144070" y="315106"/>
                  </a:lnTo>
                  <a:lnTo>
                    <a:pt x="3145142" y="315563"/>
                  </a:lnTo>
                  <a:lnTo>
                    <a:pt x="3146214" y="316019"/>
                  </a:lnTo>
                  <a:lnTo>
                    <a:pt x="3147285" y="316475"/>
                  </a:lnTo>
                  <a:lnTo>
                    <a:pt x="3148357" y="316931"/>
                  </a:lnTo>
                  <a:lnTo>
                    <a:pt x="3149428" y="317387"/>
                  </a:lnTo>
                  <a:lnTo>
                    <a:pt x="3150500" y="317843"/>
                  </a:lnTo>
                  <a:lnTo>
                    <a:pt x="3151572" y="318299"/>
                  </a:lnTo>
                  <a:lnTo>
                    <a:pt x="3152643" y="318754"/>
                  </a:lnTo>
                  <a:lnTo>
                    <a:pt x="3153715" y="319210"/>
                  </a:lnTo>
                  <a:lnTo>
                    <a:pt x="3154786" y="319665"/>
                  </a:lnTo>
                  <a:lnTo>
                    <a:pt x="3155858" y="320120"/>
                  </a:lnTo>
                  <a:lnTo>
                    <a:pt x="3156930" y="320575"/>
                  </a:lnTo>
                  <a:lnTo>
                    <a:pt x="3158001" y="321030"/>
                  </a:lnTo>
                  <a:lnTo>
                    <a:pt x="3159073" y="321485"/>
                  </a:lnTo>
                  <a:lnTo>
                    <a:pt x="3160144" y="321940"/>
                  </a:lnTo>
                  <a:lnTo>
                    <a:pt x="3161216" y="322394"/>
                  </a:lnTo>
                  <a:lnTo>
                    <a:pt x="3162288" y="322848"/>
                  </a:lnTo>
                  <a:lnTo>
                    <a:pt x="3163359" y="323303"/>
                  </a:lnTo>
                  <a:lnTo>
                    <a:pt x="3164431" y="323757"/>
                  </a:lnTo>
                  <a:lnTo>
                    <a:pt x="3165502" y="324211"/>
                  </a:lnTo>
                  <a:lnTo>
                    <a:pt x="3166574" y="324665"/>
                  </a:lnTo>
                  <a:lnTo>
                    <a:pt x="3167646" y="325119"/>
                  </a:lnTo>
                  <a:lnTo>
                    <a:pt x="3168717" y="325572"/>
                  </a:lnTo>
                  <a:lnTo>
                    <a:pt x="3169789" y="326026"/>
                  </a:lnTo>
                  <a:lnTo>
                    <a:pt x="3170860" y="326479"/>
                  </a:lnTo>
                  <a:lnTo>
                    <a:pt x="3171932" y="326932"/>
                  </a:lnTo>
                  <a:lnTo>
                    <a:pt x="3173004" y="327385"/>
                  </a:lnTo>
                  <a:lnTo>
                    <a:pt x="3174075" y="327838"/>
                  </a:lnTo>
                  <a:lnTo>
                    <a:pt x="3175147" y="328291"/>
                  </a:lnTo>
                  <a:lnTo>
                    <a:pt x="3176218" y="328744"/>
                  </a:lnTo>
                  <a:lnTo>
                    <a:pt x="3177290" y="329197"/>
                  </a:lnTo>
                  <a:lnTo>
                    <a:pt x="3178362" y="329649"/>
                  </a:lnTo>
                  <a:lnTo>
                    <a:pt x="3179433" y="330101"/>
                  </a:lnTo>
                  <a:lnTo>
                    <a:pt x="3180505" y="330554"/>
                  </a:lnTo>
                  <a:lnTo>
                    <a:pt x="3181576" y="331006"/>
                  </a:lnTo>
                  <a:lnTo>
                    <a:pt x="3182648" y="331458"/>
                  </a:lnTo>
                  <a:lnTo>
                    <a:pt x="3183720" y="331909"/>
                  </a:lnTo>
                  <a:lnTo>
                    <a:pt x="3184791" y="332361"/>
                  </a:lnTo>
                  <a:lnTo>
                    <a:pt x="3185863" y="332813"/>
                  </a:lnTo>
                  <a:lnTo>
                    <a:pt x="3186934" y="333264"/>
                  </a:lnTo>
                  <a:lnTo>
                    <a:pt x="3188006" y="333715"/>
                  </a:lnTo>
                  <a:lnTo>
                    <a:pt x="3189078" y="334167"/>
                  </a:lnTo>
                  <a:lnTo>
                    <a:pt x="3190149" y="334618"/>
                  </a:lnTo>
                  <a:lnTo>
                    <a:pt x="3191221" y="335069"/>
                  </a:lnTo>
                  <a:lnTo>
                    <a:pt x="3192292" y="335519"/>
                  </a:lnTo>
                  <a:lnTo>
                    <a:pt x="3193364" y="335970"/>
                  </a:lnTo>
                  <a:lnTo>
                    <a:pt x="3194436" y="336421"/>
                  </a:lnTo>
                  <a:lnTo>
                    <a:pt x="3195507" y="336871"/>
                  </a:lnTo>
                  <a:lnTo>
                    <a:pt x="3196579" y="337321"/>
                  </a:lnTo>
                  <a:lnTo>
                    <a:pt x="3197650" y="337771"/>
                  </a:lnTo>
                  <a:lnTo>
                    <a:pt x="3198722" y="338221"/>
                  </a:lnTo>
                  <a:lnTo>
                    <a:pt x="3199793" y="338671"/>
                  </a:lnTo>
                  <a:lnTo>
                    <a:pt x="3200865" y="339121"/>
                  </a:lnTo>
                  <a:lnTo>
                    <a:pt x="3201937" y="339571"/>
                  </a:lnTo>
                  <a:lnTo>
                    <a:pt x="3203008" y="340020"/>
                  </a:lnTo>
                  <a:lnTo>
                    <a:pt x="3204080" y="340470"/>
                  </a:lnTo>
                  <a:lnTo>
                    <a:pt x="3205151" y="340919"/>
                  </a:lnTo>
                  <a:lnTo>
                    <a:pt x="3206223" y="341368"/>
                  </a:lnTo>
                  <a:lnTo>
                    <a:pt x="3207295" y="341817"/>
                  </a:lnTo>
                  <a:lnTo>
                    <a:pt x="3208366" y="342266"/>
                  </a:lnTo>
                  <a:lnTo>
                    <a:pt x="3209438" y="342715"/>
                  </a:lnTo>
                  <a:lnTo>
                    <a:pt x="3210509" y="343163"/>
                  </a:lnTo>
                  <a:lnTo>
                    <a:pt x="3211581" y="343612"/>
                  </a:lnTo>
                  <a:lnTo>
                    <a:pt x="3212653" y="344060"/>
                  </a:lnTo>
                  <a:lnTo>
                    <a:pt x="3213724" y="344508"/>
                  </a:lnTo>
                  <a:lnTo>
                    <a:pt x="3214796" y="344957"/>
                  </a:lnTo>
                  <a:lnTo>
                    <a:pt x="3215867" y="345405"/>
                  </a:lnTo>
                  <a:lnTo>
                    <a:pt x="3216939" y="345852"/>
                  </a:lnTo>
                  <a:lnTo>
                    <a:pt x="3218011" y="346300"/>
                  </a:lnTo>
                  <a:lnTo>
                    <a:pt x="3219082" y="346748"/>
                  </a:lnTo>
                  <a:lnTo>
                    <a:pt x="3220154" y="347195"/>
                  </a:lnTo>
                  <a:lnTo>
                    <a:pt x="3221225" y="347643"/>
                  </a:lnTo>
                  <a:lnTo>
                    <a:pt x="3222297" y="348090"/>
                  </a:lnTo>
                  <a:lnTo>
                    <a:pt x="3223369" y="348537"/>
                  </a:lnTo>
                  <a:lnTo>
                    <a:pt x="3224440" y="348984"/>
                  </a:lnTo>
                  <a:lnTo>
                    <a:pt x="3225512" y="349431"/>
                  </a:lnTo>
                  <a:lnTo>
                    <a:pt x="3226583" y="349877"/>
                  </a:lnTo>
                  <a:lnTo>
                    <a:pt x="3227655" y="350324"/>
                  </a:lnTo>
                  <a:lnTo>
                    <a:pt x="3228727" y="350770"/>
                  </a:lnTo>
                  <a:lnTo>
                    <a:pt x="3229798" y="351217"/>
                  </a:lnTo>
                  <a:lnTo>
                    <a:pt x="3230870" y="351663"/>
                  </a:lnTo>
                  <a:lnTo>
                    <a:pt x="3231941" y="352109"/>
                  </a:lnTo>
                  <a:lnTo>
                    <a:pt x="3233013" y="352555"/>
                  </a:lnTo>
                  <a:lnTo>
                    <a:pt x="3234085" y="353001"/>
                  </a:lnTo>
                  <a:lnTo>
                    <a:pt x="3235156" y="353447"/>
                  </a:lnTo>
                  <a:lnTo>
                    <a:pt x="3236228" y="353892"/>
                  </a:lnTo>
                  <a:lnTo>
                    <a:pt x="3237299" y="354338"/>
                  </a:lnTo>
                  <a:lnTo>
                    <a:pt x="3238371" y="354783"/>
                  </a:lnTo>
                  <a:lnTo>
                    <a:pt x="3239443" y="355228"/>
                  </a:lnTo>
                  <a:lnTo>
                    <a:pt x="3240514" y="355673"/>
                  </a:lnTo>
                  <a:lnTo>
                    <a:pt x="3241586" y="356118"/>
                  </a:lnTo>
                  <a:lnTo>
                    <a:pt x="3242657" y="356563"/>
                  </a:lnTo>
                  <a:lnTo>
                    <a:pt x="3243729" y="357008"/>
                  </a:lnTo>
                  <a:lnTo>
                    <a:pt x="3244801" y="357452"/>
                  </a:lnTo>
                  <a:lnTo>
                    <a:pt x="3245872" y="357897"/>
                  </a:lnTo>
                  <a:lnTo>
                    <a:pt x="3246944" y="358341"/>
                  </a:lnTo>
                  <a:lnTo>
                    <a:pt x="3248015" y="358785"/>
                  </a:lnTo>
                  <a:lnTo>
                    <a:pt x="3249087" y="359229"/>
                  </a:lnTo>
                  <a:lnTo>
                    <a:pt x="3250159" y="359673"/>
                  </a:lnTo>
                  <a:lnTo>
                    <a:pt x="3251230" y="360117"/>
                  </a:lnTo>
                  <a:lnTo>
                    <a:pt x="3252302" y="360561"/>
                  </a:lnTo>
                  <a:lnTo>
                    <a:pt x="3253373" y="361004"/>
                  </a:lnTo>
                  <a:lnTo>
                    <a:pt x="3254445" y="361448"/>
                  </a:lnTo>
                  <a:lnTo>
                    <a:pt x="3255517" y="361891"/>
                  </a:lnTo>
                  <a:lnTo>
                    <a:pt x="3256588" y="362334"/>
                  </a:lnTo>
                  <a:lnTo>
                    <a:pt x="3257660" y="362777"/>
                  </a:lnTo>
                  <a:lnTo>
                    <a:pt x="3258731" y="363220"/>
                  </a:lnTo>
                  <a:lnTo>
                    <a:pt x="3259803" y="363663"/>
                  </a:lnTo>
                  <a:lnTo>
                    <a:pt x="3260875" y="364106"/>
                  </a:lnTo>
                  <a:lnTo>
                    <a:pt x="3261946" y="364548"/>
                  </a:lnTo>
                  <a:lnTo>
                    <a:pt x="3263018" y="364990"/>
                  </a:lnTo>
                  <a:lnTo>
                    <a:pt x="3264089" y="365433"/>
                  </a:lnTo>
                  <a:lnTo>
                    <a:pt x="3265161" y="365875"/>
                  </a:lnTo>
                  <a:lnTo>
                    <a:pt x="3266233" y="366317"/>
                  </a:lnTo>
                  <a:lnTo>
                    <a:pt x="3267304" y="366759"/>
                  </a:lnTo>
                  <a:lnTo>
                    <a:pt x="3268376" y="367201"/>
                  </a:lnTo>
                  <a:lnTo>
                    <a:pt x="3269447" y="367642"/>
                  </a:lnTo>
                  <a:lnTo>
                    <a:pt x="3270519" y="368084"/>
                  </a:lnTo>
                  <a:lnTo>
                    <a:pt x="3271591" y="368525"/>
                  </a:lnTo>
                  <a:lnTo>
                    <a:pt x="3272662" y="368967"/>
                  </a:lnTo>
                  <a:lnTo>
                    <a:pt x="3273734" y="369408"/>
                  </a:lnTo>
                  <a:lnTo>
                    <a:pt x="3274805" y="369849"/>
                  </a:lnTo>
                  <a:lnTo>
                    <a:pt x="3275877" y="370290"/>
                  </a:lnTo>
                  <a:lnTo>
                    <a:pt x="3276949" y="370731"/>
                  </a:lnTo>
                  <a:lnTo>
                    <a:pt x="3278020" y="371171"/>
                  </a:lnTo>
                  <a:lnTo>
                    <a:pt x="3279092" y="371612"/>
                  </a:lnTo>
                  <a:lnTo>
                    <a:pt x="3280163" y="372052"/>
                  </a:lnTo>
                  <a:lnTo>
                    <a:pt x="3281235" y="372492"/>
                  </a:lnTo>
                  <a:lnTo>
                    <a:pt x="3282307" y="372933"/>
                  </a:lnTo>
                  <a:lnTo>
                    <a:pt x="3283378" y="373373"/>
                  </a:lnTo>
                  <a:lnTo>
                    <a:pt x="3284450" y="373813"/>
                  </a:lnTo>
                  <a:lnTo>
                    <a:pt x="3285521" y="374252"/>
                  </a:lnTo>
                  <a:lnTo>
                    <a:pt x="3286593" y="374692"/>
                  </a:lnTo>
                  <a:lnTo>
                    <a:pt x="3287665" y="375132"/>
                  </a:lnTo>
                  <a:lnTo>
                    <a:pt x="3288736" y="375571"/>
                  </a:lnTo>
                  <a:lnTo>
                    <a:pt x="3289808" y="376010"/>
                  </a:lnTo>
                  <a:lnTo>
                    <a:pt x="3290879" y="376449"/>
                  </a:lnTo>
                  <a:lnTo>
                    <a:pt x="3291951" y="376888"/>
                  </a:lnTo>
                  <a:lnTo>
                    <a:pt x="3293023" y="377327"/>
                  </a:lnTo>
                  <a:lnTo>
                    <a:pt x="3294094" y="377766"/>
                  </a:lnTo>
                  <a:lnTo>
                    <a:pt x="3295166" y="378205"/>
                  </a:lnTo>
                  <a:lnTo>
                    <a:pt x="3296237" y="378643"/>
                  </a:lnTo>
                  <a:lnTo>
                    <a:pt x="3297309" y="379082"/>
                  </a:lnTo>
                  <a:lnTo>
                    <a:pt x="3298381" y="379520"/>
                  </a:lnTo>
                  <a:lnTo>
                    <a:pt x="3299452" y="379958"/>
                  </a:lnTo>
                  <a:lnTo>
                    <a:pt x="3300524" y="380396"/>
                  </a:lnTo>
                  <a:lnTo>
                    <a:pt x="3301595" y="380834"/>
                  </a:lnTo>
                  <a:lnTo>
                    <a:pt x="3302667" y="381272"/>
                  </a:lnTo>
                  <a:lnTo>
                    <a:pt x="3303739" y="381710"/>
                  </a:lnTo>
                  <a:lnTo>
                    <a:pt x="3304810" y="382147"/>
                  </a:lnTo>
                  <a:lnTo>
                    <a:pt x="3305882" y="382585"/>
                  </a:lnTo>
                  <a:lnTo>
                    <a:pt x="3306953" y="383022"/>
                  </a:lnTo>
                  <a:lnTo>
                    <a:pt x="3308025" y="383459"/>
                  </a:lnTo>
                  <a:lnTo>
                    <a:pt x="3309097" y="383896"/>
                  </a:lnTo>
                  <a:lnTo>
                    <a:pt x="3310168" y="384333"/>
                  </a:lnTo>
                  <a:lnTo>
                    <a:pt x="3311240" y="384770"/>
                  </a:lnTo>
                  <a:lnTo>
                    <a:pt x="3312311" y="385207"/>
                  </a:lnTo>
                  <a:lnTo>
                    <a:pt x="3313383" y="385643"/>
                  </a:lnTo>
                  <a:lnTo>
                    <a:pt x="3314455" y="386080"/>
                  </a:lnTo>
                  <a:lnTo>
                    <a:pt x="3315526" y="386516"/>
                  </a:lnTo>
                  <a:lnTo>
                    <a:pt x="3316598" y="386952"/>
                  </a:lnTo>
                  <a:lnTo>
                    <a:pt x="3317669" y="387388"/>
                  </a:lnTo>
                  <a:lnTo>
                    <a:pt x="3318741" y="387824"/>
                  </a:lnTo>
                  <a:lnTo>
                    <a:pt x="3319813" y="388260"/>
                  </a:lnTo>
                  <a:lnTo>
                    <a:pt x="3320884" y="388696"/>
                  </a:lnTo>
                  <a:lnTo>
                    <a:pt x="3321956" y="389131"/>
                  </a:lnTo>
                  <a:lnTo>
                    <a:pt x="3323027" y="389566"/>
                  </a:lnTo>
                  <a:lnTo>
                    <a:pt x="3324099" y="390002"/>
                  </a:lnTo>
                  <a:lnTo>
                    <a:pt x="3325171" y="390437"/>
                  </a:lnTo>
                  <a:lnTo>
                    <a:pt x="3326242" y="390872"/>
                  </a:lnTo>
                  <a:lnTo>
                    <a:pt x="3327314" y="391307"/>
                  </a:lnTo>
                  <a:lnTo>
                    <a:pt x="3328385" y="391742"/>
                  </a:lnTo>
                  <a:lnTo>
                    <a:pt x="3329457" y="392177"/>
                  </a:lnTo>
                  <a:lnTo>
                    <a:pt x="3330529" y="392611"/>
                  </a:lnTo>
                  <a:lnTo>
                    <a:pt x="3331600" y="393046"/>
                  </a:lnTo>
                  <a:lnTo>
                    <a:pt x="3332672" y="393480"/>
                  </a:lnTo>
                  <a:lnTo>
                    <a:pt x="3333743" y="393914"/>
                  </a:lnTo>
                  <a:lnTo>
                    <a:pt x="3334815" y="394348"/>
                  </a:lnTo>
                  <a:lnTo>
                    <a:pt x="3335887" y="394782"/>
                  </a:lnTo>
                  <a:lnTo>
                    <a:pt x="3336958" y="395216"/>
                  </a:lnTo>
                  <a:lnTo>
                    <a:pt x="3338030" y="395650"/>
                  </a:lnTo>
                  <a:lnTo>
                    <a:pt x="3339101" y="396083"/>
                  </a:lnTo>
                  <a:lnTo>
                    <a:pt x="3340173" y="396517"/>
                  </a:lnTo>
                  <a:lnTo>
                    <a:pt x="3341245" y="396950"/>
                  </a:lnTo>
                  <a:lnTo>
                    <a:pt x="3342316" y="397383"/>
                  </a:lnTo>
                  <a:lnTo>
                    <a:pt x="3343388" y="397816"/>
                  </a:lnTo>
                  <a:lnTo>
                    <a:pt x="3344459" y="398249"/>
                  </a:lnTo>
                  <a:lnTo>
                    <a:pt x="3345531" y="398682"/>
                  </a:lnTo>
                  <a:lnTo>
                    <a:pt x="3346603" y="399115"/>
                  </a:lnTo>
                  <a:lnTo>
                    <a:pt x="3347674" y="399547"/>
                  </a:lnTo>
                  <a:lnTo>
                    <a:pt x="3348746" y="399980"/>
                  </a:lnTo>
                  <a:lnTo>
                    <a:pt x="3349817" y="400412"/>
                  </a:lnTo>
                  <a:lnTo>
                    <a:pt x="3350889" y="400845"/>
                  </a:lnTo>
                  <a:lnTo>
                    <a:pt x="3351961" y="401277"/>
                  </a:lnTo>
                  <a:lnTo>
                    <a:pt x="3353032" y="401709"/>
                  </a:lnTo>
                  <a:lnTo>
                    <a:pt x="3354104" y="402140"/>
                  </a:lnTo>
                  <a:lnTo>
                    <a:pt x="3355175" y="402572"/>
                  </a:lnTo>
                  <a:lnTo>
                    <a:pt x="3356247" y="403004"/>
                  </a:lnTo>
                  <a:lnTo>
                    <a:pt x="3357319" y="403435"/>
                  </a:lnTo>
                  <a:lnTo>
                    <a:pt x="3358390" y="403867"/>
                  </a:lnTo>
                  <a:lnTo>
                    <a:pt x="3359462" y="404298"/>
                  </a:lnTo>
                  <a:lnTo>
                    <a:pt x="3360533" y="404729"/>
                  </a:lnTo>
                  <a:lnTo>
                    <a:pt x="3361605" y="405160"/>
                  </a:lnTo>
                  <a:lnTo>
                    <a:pt x="3362677" y="405591"/>
                  </a:lnTo>
                  <a:lnTo>
                    <a:pt x="3363748" y="406022"/>
                  </a:lnTo>
                  <a:lnTo>
                    <a:pt x="3364820" y="406452"/>
                  </a:lnTo>
                  <a:lnTo>
                    <a:pt x="3365891" y="406883"/>
                  </a:lnTo>
                  <a:lnTo>
                    <a:pt x="3366963" y="407313"/>
                  </a:lnTo>
                  <a:lnTo>
                    <a:pt x="3368035" y="407744"/>
                  </a:lnTo>
                  <a:lnTo>
                    <a:pt x="3369106" y="408174"/>
                  </a:lnTo>
                  <a:lnTo>
                    <a:pt x="3370178" y="408604"/>
                  </a:lnTo>
                  <a:lnTo>
                    <a:pt x="3371249" y="409034"/>
                  </a:lnTo>
                  <a:lnTo>
                    <a:pt x="3372321" y="409463"/>
                  </a:lnTo>
                  <a:lnTo>
                    <a:pt x="3373392" y="409893"/>
                  </a:lnTo>
                  <a:lnTo>
                    <a:pt x="3374464" y="410323"/>
                  </a:lnTo>
                  <a:lnTo>
                    <a:pt x="3375536" y="410752"/>
                  </a:lnTo>
                  <a:lnTo>
                    <a:pt x="3376607" y="411181"/>
                  </a:lnTo>
                  <a:lnTo>
                    <a:pt x="3377679" y="411610"/>
                  </a:lnTo>
                  <a:lnTo>
                    <a:pt x="3378750" y="412040"/>
                  </a:lnTo>
                  <a:lnTo>
                    <a:pt x="3379822" y="412468"/>
                  </a:lnTo>
                  <a:lnTo>
                    <a:pt x="3380894" y="412897"/>
                  </a:lnTo>
                  <a:lnTo>
                    <a:pt x="3381965" y="413326"/>
                  </a:lnTo>
                  <a:lnTo>
                    <a:pt x="3383037" y="413755"/>
                  </a:lnTo>
                  <a:lnTo>
                    <a:pt x="3384108" y="414183"/>
                  </a:lnTo>
                  <a:lnTo>
                    <a:pt x="3385180" y="414611"/>
                  </a:lnTo>
                  <a:lnTo>
                    <a:pt x="3386252" y="415039"/>
                  </a:lnTo>
                  <a:lnTo>
                    <a:pt x="3387323" y="415468"/>
                  </a:lnTo>
                  <a:lnTo>
                    <a:pt x="3388395" y="415895"/>
                  </a:lnTo>
                  <a:lnTo>
                    <a:pt x="3389466" y="416323"/>
                  </a:lnTo>
                  <a:lnTo>
                    <a:pt x="3390538" y="416751"/>
                  </a:lnTo>
                  <a:lnTo>
                    <a:pt x="3391610" y="417179"/>
                  </a:lnTo>
                  <a:lnTo>
                    <a:pt x="3392681" y="417606"/>
                  </a:lnTo>
                  <a:lnTo>
                    <a:pt x="3393753" y="418033"/>
                  </a:lnTo>
                  <a:lnTo>
                    <a:pt x="3394824" y="418461"/>
                  </a:lnTo>
                  <a:lnTo>
                    <a:pt x="3395896" y="418888"/>
                  </a:lnTo>
                  <a:lnTo>
                    <a:pt x="3396968" y="419315"/>
                  </a:lnTo>
                  <a:lnTo>
                    <a:pt x="3398039" y="419742"/>
                  </a:lnTo>
                  <a:lnTo>
                    <a:pt x="3399111" y="420168"/>
                  </a:lnTo>
                  <a:lnTo>
                    <a:pt x="3400182" y="420595"/>
                  </a:lnTo>
                  <a:lnTo>
                    <a:pt x="3401254" y="421021"/>
                  </a:lnTo>
                  <a:lnTo>
                    <a:pt x="3402326" y="421448"/>
                  </a:lnTo>
                  <a:lnTo>
                    <a:pt x="3403397" y="421874"/>
                  </a:lnTo>
                  <a:lnTo>
                    <a:pt x="3404469" y="422300"/>
                  </a:lnTo>
                  <a:lnTo>
                    <a:pt x="3405540" y="422726"/>
                  </a:lnTo>
                  <a:lnTo>
                    <a:pt x="3406612" y="423152"/>
                  </a:lnTo>
                  <a:lnTo>
                    <a:pt x="3407684" y="423578"/>
                  </a:lnTo>
                  <a:lnTo>
                    <a:pt x="3408755" y="424004"/>
                  </a:lnTo>
                  <a:lnTo>
                    <a:pt x="3409827" y="424429"/>
                  </a:lnTo>
                  <a:lnTo>
                    <a:pt x="3410898" y="424854"/>
                  </a:lnTo>
                  <a:lnTo>
                    <a:pt x="3411970" y="425280"/>
                  </a:lnTo>
                  <a:lnTo>
                    <a:pt x="3413042" y="425705"/>
                  </a:lnTo>
                  <a:lnTo>
                    <a:pt x="3414113" y="426130"/>
                  </a:lnTo>
                  <a:lnTo>
                    <a:pt x="3415185" y="426555"/>
                  </a:lnTo>
                  <a:lnTo>
                    <a:pt x="3416256" y="426980"/>
                  </a:lnTo>
                  <a:lnTo>
                    <a:pt x="3417328" y="427404"/>
                  </a:lnTo>
                  <a:lnTo>
                    <a:pt x="3418400" y="427829"/>
                  </a:lnTo>
                  <a:lnTo>
                    <a:pt x="3419471" y="428253"/>
                  </a:lnTo>
                  <a:lnTo>
                    <a:pt x="3420543" y="428678"/>
                  </a:lnTo>
                  <a:lnTo>
                    <a:pt x="3421614" y="429102"/>
                  </a:lnTo>
                  <a:lnTo>
                    <a:pt x="3422686" y="429526"/>
                  </a:lnTo>
                  <a:lnTo>
                    <a:pt x="3423758" y="429950"/>
                  </a:lnTo>
                  <a:lnTo>
                    <a:pt x="3424829" y="430374"/>
                  </a:lnTo>
                  <a:lnTo>
                    <a:pt x="3425901" y="430797"/>
                  </a:lnTo>
                  <a:lnTo>
                    <a:pt x="3426972" y="431221"/>
                  </a:lnTo>
                  <a:lnTo>
                    <a:pt x="3428044" y="431645"/>
                  </a:lnTo>
                  <a:lnTo>
                    <a:pt x="3429116" y="432068"/>
                  </a:lnTo>
                  <a:lnTo>
                    <a:pt x="3430187" y="432491"/>
                  </a:lnTo>
                  <a:lnTo>
                    <a:pt x="3431259" y="432914"/>
                  </a:lnTo>
                  <a:lnTo>
                    <a:pt x="3432330" y="433337"/>
                  </a:lnTo>
                  <a:lnTo>
                    <a:pt x="3433402" y="433760"/>
                  </a:lnTo>
                  <a:lnTo>
                    <a:pt x="3434474" y="434183"/>
                  </a:lnTo>
                  <a:lnTo>
                    <a:pt x="3435545" y="434606"/>
                  </a:lnTo>
                  <a:lnTo>
                    <a:pt x="3436617" y="435028"/>
                  </a:lnTo>
                  <a:lnTo>
                    <a:pt x="3437688" y="435450"/>
                  </a:lnTo>
                  <a:lnTo>
                    <a:pt x="3438760" y="435873"/>
                  </a:lnTo>
                  <a:lnTo>
                    <a:pt x="3439832" y="436295"/>
                  </a:lnTo>
                  <a:lnTo>
                    <a:pt x="3440903" y="436717"/>
                  </a:lnTo>
                  <a:lnTo>
                    <a:pt x="3441975" y="437139"/>
                  </a:lnTo>
                  <a:lnTo>
                    <a:pt x="3443046" y="437561"/>
                  </a:lnTo>
                  <a:lnTo>
                    <a:pt x="3444118" y="437982"/>
                  </a:lnTo>
                  <a:lnTo>
                    <a:pt x="3445190" y="438404"/>
                  </a:lnTo>
                  <a:lnTo>
                    <a:pt x="3446261" y="438825"/>
                  </a:lnTo>
                  <a:lnTo>
                    <a:pt x="3447333" y="439247"/>
                  </a:lnTo>
                  <a:lnTo>
                    <a:pt x="3448404" y="439668"/>
                  </a:lnTo>
                  <a:lnTo>
                    <a:pt x="3449476" y="440089"/>
                  </a:lnTo>
                  <a:lnTo>
                    <a:pt x="3450548" y="440510"/>
                  </a:lnTo>
                  <a:lnTo>
                    <a:pt x="3451619" y="440931"/>
                  </a:lnTo>
                  <a:lnTo>
                    <a:pt x="3452691" y="441351"/>
                  </a:lnTo>
                  <a:lnTo>
                    <a:pt x="3453762" y="441772"/>
                  </a:lnTo>
                  <a:lnTo>
                    <a:pt x="3454834" y="442192"/>
                  </a:lnTo>
                  <a:lnTo>
                    <a:pt x="3455906" y="442613"/>
                  </a:lnTo>
                  <a:lnTo>
                    <a:pt x="3456977" y="443033"/>
                  </a:lnTo>
                  <a:lnTo>
                    <a:pt x="3458049" y="443453"/>
                  </a:lnTo>
                  <a:lnTo>
                    <a:pt x="3459120" y="443873"/>
                  </a:lnTo>
                  <a:lnTo>
                    <a:pt x="3460192" y="444293"/>
                  </a:lnTo>
                  <a:lnTo>
                    <a:pt x="3461264" y="444713"/>
                  </a:lnTo>
                  <a:lnTo>
                    <a:pt x="3462335" y="445132"/>
                  </a:lnTo>
                  <a:lnTo>
                    <a:pt x="3463407" y="445552"/>
                  </a:lnTo>
                  <a:lnTo>
                    <a:pt x="3464478" y="445971"/>
                  </a:lnTo>
                  <a:lnTo>
                    <a:pt x="3465550" y="446391"/>
                  </a:lnTo>
                  <a:lnTo>
                    <a:pt x="3466622" y="446810"/>
                  </a:lnTo>
                  <a:lnTo>
                    <a:pt x="3467693" y="447229"/>
                  </a:lnTo>
                  <a:lnTo>
                    <a:pt x="3468765" y="447648"/>
                  </a:lnTo>
                  <a:lnTo>
                    <a:pt x="3469836" y="448067"/>
                  </a:lnTo>
                  <a:lnTo>
                    <a:pt x="3470908" y="448485"/>
                  </a:lnTo>
                  <a:lnTo>
                    <a:pt x="3471980" y="448904"/>
                  </a:lnTo>
                  <a:lnTo>
                    <a:pt x="3473051" y="449322"/>
                  </a:lnTo>
                  <a:lnTo>
                    <a:pt x="3474123" y="449741"/>
                  </a:lnTo>
                  <a:lnTo>
                    <a:pt x="3475194" y="450159"/>
                  </a:lnTo>
                  <a:lnTo>
                    <a:pt x="3476266" y="450577"/>
                  </a:lnTo>
                  <a:lnTo>
                    <a:pt x="3477338" y="450995"/>
                  </a:lnTo>
                  <a:lnTo>
                    <a:pt x="3478409" y="451413"/>
                  </a:lnTo>
                  <a:lnTo>
                    <a:pt x="3479481" y="451831"/>
                  </a:lnTo>
                  <a:lnTo>
                    <a:pt x="3480552" y="452248"/>
                  </a:lnTo>
                  <a:lnTo>
                    <a:pt x="3481624" y="452666"/>
                  </a:lnTo>
                  <a:lnTo>
                    <a:pt x="3482696" y="453083"/>
                  </a:lnTo>
                  <a:lnTo>
                    <a:pt x="3483767" y="453500"/>
                  </a:lnTo>
                  <a:lnTo>
                    <a:pt x="3484839" y="453918"/>
                  </a:lnTo>
                  <a:lnTo>
                    <a:pt x="3485910" y="454335"/>
                  </a:lnTo>
                  <a:lnTo>
                    <a:pt x="3486982" y="454751"/>
                  </a:lnTo>
                  <a:lnTo>
                    <a:pt x="3488054" y="455168"/>
                  </a:lnTo>
                  <a:lnTo>
                    <a:pt x="3489125" y="455585"/>
                  </a:lnTo>
                  <a:lnTo>
                    <a:pt x="3490197" y="456001"/>
                  </a:lnTo>
                  <a:lnTo>
                    <a:pt x="3491268" y="456418"/>
                  </a:lnTo>
                  <a:lnTo>
                    <a:pt x="3492340" y="456834"/>
                  </a:lnTo>
                  <a:lnTo>
                    <a:pt x="3493412" y="457250"/>
                  </a:lnTo>
                  <a:lnTo>
                    <a:pt x="3494483" y="457667"/>
                  </a:lnTo>
                  <a:lnTo>
                    <a:pt x="3495555" y="458082"/>
                  </a:lnTo>
                  <a:lnTo>
                    <a:pt x="3496626" y="458498"/>
                  </a:lnTo>
                  <a:lnTo>
                    <a:pt x="3497698" y="458914"/>
                  </a:lnTo>
                  <a:lnTo>
                    <a:pt x="3498770" y="459330"/>
                  </a:lnTo>
                  <a:lnTo>
                    <a:pt x="3499841" y="459745"/>
                  </a:lnTo>
                  <a:lnTo>
                    <a:pt x="3500913" y="460161"/>
                  </a:lnTo>
                  <a:lnTo>
                    <a:pt x="3501984" y="460576"/>
                  </a:lnTo>
                  <a:lnTo>
                    <a:pt x="3503056" y="460991"/>
                  </a:lnTo>
                  <a:lnTo>
                    <a:pt x="3504128" y="461406"/>
                  </a:lnTo>
                  <a:lnTo>
                    <a:pt x="3505199" y="461821"/>
                  </a:lnTo>
                  <a:lnTo>
                    <a:pt x="3506271" y="462236"/>
                  </a:lnTo>
                  <a:lnTo>
                    <a:pt x="3507342" y="462650"/>
                  </a:lnTo>
                  <a:lnTo>
                    <a:pt x="3508414" y="463065"/>
                  </a:lnTo>
                  <a:lnTo>
                    <a:pt x="3509486" y="463479"/>
                  </a:lnTo>
                  <a:lnTo>
                    <a:pt x="3510557" y="463894"/>
                  </a:lnTo>
                  <a:lnTo>
                    <a:pt x="3511629" y="464308"/>
                  </a:lnTo>
                  <a:lnTo>
                    <a:pt x="3512700" y="464722"/>
                  </a:lnTo>
                  <a:lnTo>
                    <a:pt x="3513772" y="465136"/>
                  </a:lnTo>
                  <a:lnTo>
                    <a:pt x="3514844" y="465550"/>
                  </a:lnTo>
                  <a:lnTo>
                    <a:pt x="3515915" y="465963"/>
                  </a:lnTo>
                  <a:lnTo>
                    <a:pt x="3516987" y="466377"/>
                  </a:lnTo>
                  <a:lnTo>
                    <a:pt x="3518058" y="466790"/>
                  </a:lnTo>
                  <a:lnTo>
                    <a:pt x="3519130" y="467204"/>
                  </a:lnTo>
                  <a:lnTo>
                    <a:pt x="3520202" y="467617"/>
                  </a:lnTo>
                  <a:lnTo>
                    <a:pt x="3521273" y="468030"/>
                  </a:lnTo>
                  <a:lnTo>
                    <a:pt x="3522345" y="468443"/>
                  </a:lnTo>
                  <a:lnTo>
                    <a:pt x="3523416" y="468856"/>
                  </a:lnTo>
                  <a:lnTo>
                    <a:pt x="3524488" y="469269"/>
                  </a:lnTo>
                  <a:lnTo>
                    <a:pt x="3525560" y="469682"/>
                  </a:lnTo>
                  <a:lnTo>
                    <a:pt x="3526631" y="470094"/>
                  </a:lnTo>
                  <a:lnTo>
                    <a:pt x="3527703" y="470507"/>
                  </a:lnTo>
                  <a:lnTo>
                    <a:pt x="3528774" y="470919"/>
                  </a:lnTo>
                  <a:lnTo>
                    <a:pt x="3529846" y="471331"/>
                  </a:lnTo>
                  <a:lnTo>
                    <a:pt x="3530918" y="471743"/>
                  </a:lnTo>
                  <a:lnTo>
                    <a:pt x="3531989" y="472155"/>
                  </a:lnTo>
                  <a:lnTo>
                    <a:pt x="3533061" y="472567"/>
                  </a:lnTo>
                  <a:lnTo>
                    <a:pt x="3534132" y="472979"/>
                  </a:lnTo>
                  <a:lnTo>
                    <a:pt x="3535204" y="473390"/>
                  </a:lnTo>
                  <a:lnTo>
                    <a:pt x="3536276" y="473802"/>
                  </a:lnTo>
                  <a:lnTo>
                    <a:pt x="3537347" y="474213"/>
                  </a:lnTo>
                  <a:lnTo>
                    <a:pt x="3538419" y="474624"/>
                  </a:lnTo>
                  <a:lnTo>
                    <a:pt x="3539490" y="475036"/>
                  </a:lnTo>
                  <a:lnTo>
                    <a:pt x="3540562" y="475447"/>
                  </a:lnTo>
                  <a:lnTo>
                    <a:pt x="3541634" y="475858"/>
                  </a:lnTo>
                  <a:lnTo>
                    <a:pt x="3542705" y="476268"/>
                  </a:lnTo>
                  <a:lnTo>
                    <a:pt x="3543777" y="476679"/>
                  </a:lnTo>
                  <a:lnTo>
                    <a:pt x="3544848" y="477090"/>
                  </a:lnTo>
                  <a:lnTo>
                    <a:pt x="3545920" y="477500"/>
                  </a:lnTo>
                  <a:lnTo>
                    <a:pt x="3546992" y="477910"/>
                  </a:lnTo>
                  <a:lnTo>
                    <a:pt x="3548063" y="478321"/>
                  </a:lnTo>
                  <a:lnTo>
                    <a:pt x="3549135" y="478731"/>
                  </a:lnTo>
                  <a:lnTo>
                    <a:pt x="3550206" y="479141"/>
                  </a:lnTo>
                  <a:lnTo>
                    <a:pt x="3551278" y="479550"/>
                  </a:lnTo>
                  <a:lnTo>
                    <a:pt x="3552349" y="479960"/>
                  </a:lnTo>
                  <a:lnTo>
                    <a:pt x="3553421" y="480370"/>
                  </a:lnTo>
                  <a:lnTo>
                    <a:pt x="3554493" y="480779"/>
                  </a:lnTo>
                  <a:lnTo>
                    <a:pt x="3555564" y="481189"/>
                  </a:lnTo>
                  <a:lnTo>
                    <a:pt x="3556636" y="481598"/>
                  </a:lnTo>
                  <a:lnTo>
                    <a:pt x="3557707" y="482007"/>
                  </a:lnTo>
                  <a:lnTo>
                    <a:pt x="3558779" y="482416"/>
                  </a:lnTo>
                  <a:lnTo>
                    <a:pt x="3559851" y="482825"/>
                  </a:lnTo>
                  <a:lnTo>
                    <a:pt x="3560922" y="483234"/>
                  </a:lnTo>
                  <a:lnTo>
                    <a:pt x="3561994" y="483643"/>
                  </a:lnTo>
                  <a:lnTo>
                    <a:pt x="3563065" y="484051"/>
                  </a:lnTo>
                  <a:lnTo>
                    <a:pt x="3564137" y="484460"/>
                  </a:lnTo>
                  <a:lnTo>
                    <a:pt x="3565209" y="484868"/>
                  </a:lnTo>
                  <a:lnTo>
                    <a:pt x="3566280" y="485276"/>
                  </a:lnTo>
                  <a:lnTo>
                    <a:pt x="3567352" y="485684"/>
                  </a:lnTo>
                  <a:lnTo>
                    <a:pt x="3568423" y="486092"/>
                  </a:lnTo>
                  <a:lnTo>
                    <a:pt x="3569495" y="486500"/>
                  </a:lnTo>
                  <a:lnTo>
                    <a:pt x="3570567" y="486908"/>
                  </a:lnTo>
                  <a:lnTo>
                    <a:pt x="3571638" y="487316"/>
                  </a:lnTo>
                  <a:lnTo>
                    <a:pt x="3572710" y="487723"/>
                  </a:lnTo>
                  <a:lnTo>
                    <a:pt x="3573781" y="488131"/>
                  </a:lnTo>
                  <a:lnTo>
                    <a:pt x="3574853" y="488538"/>
                  </a:lnTo>
                  <a:lnTo>
                    <a:pt x="3575925" y="488945"/>
                  </a:lnTo>
                  <a:lnTo>
                    <a:pt x="3576996" y="489352"/>
                  </a:lnTo>
                  <a:lnTo>
                    <a:pt x="3578068" y="489759"/>
                  </a:lnTo>
                  <a:lnTo>
                    <a:pt x="3579139" y="490166"/>
                  </a:lnTo>
                  <a:lnTo>
                    <a:pt x="3580211" y="490573"/>
                  </a:lnTo>
                  <a:lnTo>
                    <a:pt x="3581283" y="490979"/>
                  </a:lnTo>
                  <a:lnTo>
                    <a:pt x="3582354" y="491386"/>
                  </a:lnTo>
                  <a:lnTo>
                    <a:pt x="3583426" y="491792"/>
                  </a:lnTo>
                  <a:lnTo>
                    <a:pt x="3584497" y="492199"/>
                  </a:lnTo>
                  <a:lnTo>
                    <a:pt x="3585569" y="492605"/>
                  </a:lnTo>
                  <a:lnTo>
                    <a:pt x="3586641" y="493011"/>
                  </a:lnTo>
                  <a:lnTo>
                    <a:pt x="3587712" y="493417"/>
                  </a:lnTo>
                  <a:lnTo>
                    <a:pt x="3588784" y="493823"/>
                  </a:lnTo>
                  <a:lnTo>
                    <a:pt x="3589855" y="494228"/>
                  </a:lnTo>
                  <a:lnTo>
                    <a:pt x="3590927" y="494634"/>
                  </a:lnTo>
                  <a:lnTo>
                    <a:pt x="3591999" y="495039"/>
                  </a:lnTo>
                  <a:lnTo>
                    <a:pt x="3593070" y="495445"/>
                  </a:lnTo>
                  <a:lnTo>
                    <a:pt x="3594142" y="495850"/>
                  </a:lnTo>
                  <a:lnTo>
                    <a:pt x="3595213" y="496255"/>
                  </a:lnTo>
                  <a:lnTo>
                    <a:pt x="3596285" y="496660"/>
                  </a:lnTo>
                  <a:lnTo>
                    <a:pt x="3597357" y="497065"/>
                  </a:lnTo>
                  <a:lnTo>
                    <a:pt x="3598428" y="497470"/>
                  </a:lnTo>
                  <a:lnTo>
                    <a:pt x="3599500" y="497874"/>
                  </a:lnTo>
                  <a:lnTo>
                    <a:pt x="3600571" y="498279"/>
                  </a:lnTo>
                  <a:lnTo>
                    <a:pt x="3601643" y="498683"/>
                  </a:lnTo>
                  <a:lnTo>
                    <a:pt x="3602715" y="499088"/>
                  </a:lnTo>
                  <a:lnTo>
                    <a:pt x="3603786" y="499492"/>
                  </a:lnTo>
                  <a:lnTo>
                    <a:pt x="3604858" y="499896"/>
                  </a:lnTo>
                  <a:lnTo>
                    <a:pt x="3605929" y="500300"/>
                  </a:lnTo>
                  <a:lnTo>
                    <a:pt x="3607001" y="500704"/>
                  </a:lnTo>
                  <a:lnTo>
                    <a:pt x="3608073" y="501107"/>
                  </a:lnTo>
                  <a:lnTo>
                    <a:pt x="3609144" y="501511"/>
                  </a:lnTo>
                  <a:lnTo>
                    <a:pt x="3610216" y="501914"/>
                  </a:lnTo>
                  <a:lnTo>
                    <a:pt x="3611287" y="502318"/>
                  </a:lnTo>
                  <a:lnTo>
                    <a:pt x="3612359" y="502721"/>
                  </a:lnTo>
                  <a:lnTo>
                    <a:pt x="3613431" y="503124"/>
                  </a:lnTo>
                  <a:lnTo>
                    <a:pt x="3614502" y="503527"/>
                  </a:lnTo>
                  <a:lnTo>
                    <a:pt x="3615574" y="503930"/>
                  </a:lnTo>
                  <a:lnTo>
                    <a:pt x="3616645" y="504333"/>
                  </a:lnTo>
                  <a:lnTo>
                    <a:pt x="3617717" y="504736"/>
                  </a:lnTo>
                  <a:lnTo>
                    <a:pt x="3618789" y="505138"/>
                  </a:lnTo>
                  <a:lnTo>
                    <a:pt x="3619860" y="505541"/>
                  </a:lnTo>
                  <a:lnTo>
                    <a:pt x="3620932" y="505943"/>
                  </a:lnTo>
                  <a:lnTo>
                    <a:pt x="3622003" y="506345"/>
                  </a:lnTo>
                  <a:lnTo>
                    <a:pt x="3623075" y="506748"/>
                  </a:lnTo>
                  <a:lnTo>
                    <a:pt x="3624147" y="507150"/>
                  </a:lnTo>
                  <a:lnTo>
                    <a:pt x="3625218" y="507552"/>
                  </a:lnTo>
                  <a:lnTo>
                    <a:pt x="3626290" y="507953"/>
                  </a:lnTo>
                  <a:lnTo>
                    <a:pt x="3627361" y="508355"/>
                  </a:lnTo>
                  <a:lnTo>
                    <a:pt x="3628433" y="508757"/>
                  </a:lnTo>
                  <a:lnTo>
                    <a:pt x="3629505" y="509158"/>
                  </a:lnTo>
                  <a:lnTo>
                    <a:pt x="3630576" y="509559"/>
                  </a:lnTo>
                  <a:lnTo>
                    <a:pt x="3631648" y="509961"/>
                  </a:lnTo>
                  <a:lnTo>
                    <a:pt x="3632719" y="510362"/>
                  </a:lnTo>
                  <a:lnTo>
                    <a:pt x="3633791" y="510763"/>
                  </a:lnTo>
                  <a:lnTo>
                    <a:pt x="3634863" y="511164"/>
                  </a:lnTo>
                  <a:lnTo>
                    <a:pt x="3635934" y="511564"/>
                  </a:lnTo>
                  <a:lnTo>
                    <a:pt x="3637006" y="511965"/>
                  </a:lnTo>
                  <a:lnTo>
                    <a:pt x="3638077" y="512365"/>
                  </a:lnTo>
                  <a:lnTo>
                    <a:pt x="3639149" y="512766"/>
                  </a:lnTo>
                  <a:lnTo>
                    <a:pt x="3640221" y="513166"/>
                  </a:lnTo>
                  <a:lnTo>
                    <a:pt x="3641292" y="513566"/>
                  </a:lnTo>
                  <a:lnTo>
                    <a:pt x="3642364" y="513966"/>
                  </a:lnTo>
                  <a:lnTo>
                    <a:pt x="3643435" y="514366"/>
                  </a:lnTo>
                  <a:lnTo>
                    <a:pt x="3644507" y="514766"/>
                  </a:lnTo>
                  <a:lnTo>
                    <a:pt x="3645579" y="515166"/>
                  </a:lnTo>
                  <a:lnTo>
                    <a:pt x="3646650" y="515566"/>
                  </a:lnTo>
                  <a:lnTo>
                    <a:pt x="3647722" y="515965"/>
                  </a:lnTo>
                  <a:lnTo>
                    <a:pt x="3648793" y="516365"/>
                  </a:lnTo>
                  <a:lnTo>
                    <a:pt x="3649865" y="516764"/>
                  </a:lnTo>
                  <a:lnTo>
                    <a:pt x="3650937" y="517163"/>
                  </a:lnTo>
                  <a:lnTo>
                    <a:pt x="3652008" y="517562"/>
                  </a:lnTo>
                  <a:lnTo>
                    <a:pt x="3653080" y="517961"/>
                  </a:lnTo>
                  <a:lnTo>
                    <a:pt x="3654151" y="518360"/>
                  </a:lnTo>
                  <a:lnTo>
                    <a:pt x="3655223" y="518759"/>
                  </a:lnTo>
                  <a:lnTo>
                    <a:pt x="3656295" y="519157"/>
                  </a:lnTo>
                  <a:lnTo>
                    <a:pt x="3657366" y="519556"/>
                  </a:lnTo>
                  <a:lnTo>
                    <a:pt x="3658438" y="519954"/>
                  </a:lnTo>
                  <a:lnTo>
                    <a:pt x="3659509" y="520352"/>
                  </a:lnTo>
                  <a:lnTo>
                    <a:pt x="3660581" y="520750"/>
                  </a:lnTo>
                  <a:lnTo>
                    <a:pt x="3661653" y="521149"/>
                  </a:lnTo>
                  <a:lnTo>
                    <a:pt x="3662724" y="521546"/>
                  </a:lnTo>
                  <a:lnTo>
                    <a:pt x="3663796" y="521944"/>
                  </a:lnTo>
                  <a:lnTo>
                    <a:pt x="3664867" y="522342"/>
                  </a:lnTo>
                  <a:lnTo>
                    <a:pt x="3665939" y="522740"/>
                  </a:lnTo>
                  <a:lnTo>
                    <a:pt x="3667011" y="523137"/>
                  </a:lnTo>
                  <a:lnTo>
                    <a:pt x="3668082" y="523534"/>
                  </a:lnTo>
                  <a:lnTo>
                    <a:pt x="3669154" y="523932"/>
                  </a:lnTo>
                  <a:lnTo>
                    <a:pt x="3670225" y="524329"/>
                  </a:lnTo>
                  <a:lnTo>
                    <a:pt x="3671297" y="524726"/>
                  </a:lnTo>
                  <a:lnTo>
                    <a:pt x="3672369" y="525123"/>
                  </a:lnTo>
                  <a:lnTo>
                    <a:pt x="3673440" y="525519"/>
                  </a:lnTo>
                  <a:lnTo>
                    <a:pt x="3674512" y="525916"/>
                  </a:lnTo>
                  <a:lnTo>
                    <a:pt x="3675583" y="526313"/>
                  </a:lnTo>
                  <a:lnTo>
                    <a:pt x="3676655" y="526709"/>
                  </a:lnTo>
                  <a:lnTo>
                    <a:pt x="3677727" y="527106"/>
                  </a:lnTo>
                  <a:lnTo>
                    <a:pt x="3678798" y="527502"/>
                  </a:lnTo>
                  <a:lnTo>
                    <a:pt x="3679870" y="527898"/>
                  </a:lnTo>
                  <a:lnTo>
                    <a:pt x="3680941" y="528294"/>
                  </a:lnTo>
                  <a:lnTo>
                    <a:pt x="3682013" y="528690"/>
                  </a:lnTo>
                  <a:lnTo>
                    <a:pt x="3683085" y="529086"/>
                  </a:lnTo>
                  <a:lnTo>
                    <a:pt x="3684156" y="529481"/>
                  </a:lnTo>
                  <a:lnTo>
                    <a:pt x="3685228" y="529877"/>
                  </a:lnTo>
                  <a:lnTo>
                    <a:pt x="3686299" y="530272"/>
                  </a:lnTo>
                  <a:lnTo>
                    <a:pt x="3687371" y="530668"/>
                  </a:lnTo>
                  <a:lnTo>
                    <a:pt x="3688443" y="531063"/>
                  </a:lnTo>
                  <a:lnTo>
                    <a:pt x="3689514" y="531458"/>
                  </a:lnTo>
                  <a:lnTo>
                    <a:pt x="3690586" y="531853"/>
                  </a:lnTo>
                  <a:lnTo>
                    <a:pt x="3691657" y="532248"/>
                  </a:lnTo>
                  <a:lnTo>
                    <a:pt x="3692729" y="532643"/>
                  </a:lnTo>
                  <a:lnTo>
                    <a:pt x="3693801" y="533037"/>
                  </a:lnTo>
                  <a:lnTo>
                    <a:pt x="3694872" y="533432"/>
                  </a:lnTo>
                  <a:lnTo>
                    <a:pt x="3695944" y="533826"/>
                  </a:lnTo>
                  <a:lnTo>
                    <a:pt x="3697015" y="534221"/>
                  </a:lnTo>
                  <a:lnTo>
                    <a:pt x="3698087" y="534615"/>
                  </a:lnTo>
                  <a:lnTo>
                    <a:pt x="3699159" y="535009"/>
                  </a:lnTo>
                  <a:lnTo>
                    <a:pt x="3700230" y="535403"/>
                  </a:lnTo>
                  <a:lnTo>
                    <a:pt x="3701302" y="535797"/>
                  </a:lnTo>
                  <a:lnTo>
                    <a:pt x="3702373" y="536190"/>
                  </a:lnTo>
                  <a:lnTo>
                    <a:pt x="3703445" y="536584"/>
                  </a:lnTo>
                  <a:lnTo>
                    <a:pt x="3704517" y="536978"/>
                  </a:lnTo>
                  <a:lnTo>
                    <a:pt x="3705588" y="537371"/>
                  </a:lnTo>
                  <a:lnTo>
                    <a:pt x="3706660" y="537764"/>
                  </a:lnTo>
                  <a:lnTo>
                    <a:pt x="3707731" y="538158"/>
                  </a:lnTo>
                  <a:lnTo>
                    <a:pt x="3708803" y="538551"/>
                  </a:lnTo>
                  <a:lnTo>
                    <a:pt x="3709875" y="538944"/>
                  </a:lnTo>
                  <a:lnTo>
                    <a:pt x="3710946" y="539337"/>
                  </a:lnTo>
                  <a:lnTo>
                    <a:pt x="3712018" y="539729"/>
                  </a:lnTo>
                  <a:lnTo>
                    <a:pt x="3713089" y="540122"/>
                  </a:lnTo>
                  <a:lnTo>
                    <a:pt x="3714161" y="540515"/>
                  </a:lnTo>
                  <a:lnTo>
                    <a:pt x="3715233" y="540907"/>
                  </a:lnTo>
                  <a:lnTo>
                    <a:pt x="3716304" y="541299"/>
                  </a:lnTo>
                  <a:lnTo>
                    <a:pt x="3717376" y="541691"/>
                  </a:lnTo>
                  <a:lnTo>
                    <a:pt x="3718447" y="542084"/>
                  </a:lnTo>
                  <a:lnTo>
                    <a:pt x="3719519" y="542476"/>
                  </a:lnTo>
                  <a:lnTo>
                    <a:pt x="3720591" y="542867"/>
                  </a:lnTo>
                  <a:lnTo>
                    <a:pt x="3721662" y="543259"/>
                  </a:lnTo>
                  <a:lnTo>
                    <a:pt x="3722734" y="543651"/>
                  </a:lnTo>
                  <a:lnTo>
                    <a:pt x="3723805" y="544042"/>
                  </a:lnTo>
                  <a:lnTo>
                    <a:pt x="3724877" y="544434"/>
                  </a:lnTo>
                  <a:lnTo>
                    <a:pt x="3725949" y="544825"/>
                  </a:lnTo>
                  <a:lnTo>
                    <a:pt x="3727020" y="545216"/>
                  </a:lnTo>
                  <a:lnTo>
                    <a:pt x="3728092" y="545607"/>
                  </a:lnTo>
                  <a:lnTo>
                    <a:pt x="3729163" y="545998"/>
                  </a:lnTo>
                  <a:lnTo>
                    <a:pt x="3730235" y="546389"/>
                  </a:lnTo>
                  <a:lnTo>
                    <a:pt x="3731306" y="546780"/>
                  </a:lnTo>
                  <a:lnTo>
                    <a:pt x="3732378" y="547171"/>
                  </a:lnTo>
                  <a:lnTo>
                    <a:pt x="3733450" y="547561"/>
                  </a:lnTo>
                  <a:lnTo>
                    <a:pt x="3734521" y="547952"/>
                  </a:lnTo>
                  <a:lnTo>
                    <a:pt x="3735593" y="548342"/>
                  </a:lnTo>
                  <a:lnTo>
                    <a:pt x="3736664" y="548732"/>
                  </a:lnTo>
                  <a:lnTo>
                    <a:pt x="3737736" y="549122"/>
                  </a:lnTo>
                  <a:lnTo>
                    <a:pt x="3738808" y="549512"/>
                  </a:lnTo>
                  <a:lnTo>
                    <a:pt x="3739879" y="549902"/>
                  </a:lnTo>
                  <a:lnTo>
                    <a:pt x="3740951" y="550292"/>
                  </a:lnTo>
                  <a:lnTo>
                    <a:pt x="3742022" y="550681"/>
                  </a:lnTo>
                  <a:lnTo>
                    <a:pt x="3743094" y="551071"/>
                  </a:lnTo>
                  <a:lnTo>
                    <a:pt x="3744166" y="551460"/>
                  </a:lnTo>
                  <a:lnTo>
                    <a:pt x="3745237" y="551850"/>
                  </a:lnTo>
                  <a:lnTo>
                    <a:pt x="3746309" y="552239"/>
                  </a:lnTo>
                  <a:lnTo>
                    <a:pt x="3747380" y="552628"/>
                  </a:lnTo>
                  <a:lnTo>
                    <a:pt x="3748452" y="553017"/>
                  </a:lnTo>
                  <a:lnTo>
                    <a:pt x="3749524" y="553406"/>
                  </a:lnTo>
                  <a:lnTo>
                    <a:pt x="3750595" y="553795"/>
                  </a:lnTo>
                  <a:lnTo>
                    <a:pt x="3751667" y="554183"/>
                  </a:lnTo>
                  <a:lnTo>
                    <a:pt x="3752738" y="554572"/>
                  </a:lnTo>
                  <a:lnTo>
                    <a:pt x="3753810" y="554960"/>
                  </a:lnTo>
                  <a:lnTo>
                    <a:pt x="3754882" y="555349"/>
                  </a:lnTo>
                  <a:lnTo>
                    <a:pt x="3755953" y="555737"/>
                  </a:lnTo>
                  <a:lnTo>
                    <a:pt x="3757025" y="556125"/>
                  </a:lnTo>
                  <a:lnTo>
                    <a:pt x="3758096" y="556513"/>
                  </a:lnTo>
                  <a:lnTo>
                    <a:pt x="3759168" y="556901"/>
                  </a:lnTo>
                  <a:lnTo>
                    <a:pt x="3760240" y="557288"/>
                  </a:lnTo>
                  <a:lnTo>
                    <a:pt x="3761311" y="557676"/>
                  </a:lnTo>
                  <a:lnTo>
                    <a:pt x="3762383" y="558064"/>
                  </a:lnTo>
                  <a:lnTo>
                    <a:pt x="3763454" y="558451"/>
                  </a:lnTo>
                  <a:lnTo>
                    <a:pt x="3764526" y="558838"/>
                  </a:lnTo>
                  <a:lnTo>
                    <a:pt x="3765598" y="559226"/>
                  </a:lnTo>
                  <a:lnTo>
                    <a:pt x="3766669" y="559613"/>
                  </a:lnTo>
                  <a:lnTo>
                    <a:pt x="3767741" y="560000"/>
                  </a:lnTo>
                  <a:lnTo>
                    <a:pt x="3768812" y="560387"/>
                  </a:lnTo>
                  <a:lnTo>
                    <a:pt x="3769884" y="560773"/>
                  </a:lnTo>
                  <a:lnTo>
                    <a:pt x="3770956" y="561160"/>
                  </a:lnTo>
                  <a:lnTo>
                    <a:pt x="3772027" y="561547"/>
                  </a:lnTo>
                  <a:lnTo>
                    <a:pt x="3773099" y="561933"/>
                  </a:lnTo>
                  <a:lnTo>
                    <a:pt x="3774170" y="562319"/>
                  </a:lnTo>
                  <a:lnTo>
                    <a:pt x="3775242" y="562706"/>
                  </a:lnTo>
                  <a:lnTo>
                    <a:pt x="3776314" y="563092"/>
                  </a:lnTo>
                  <a:lnTo>
                    <a:pt x="3777385" y="563478"/>
                  </a:lnTo>
                  <a:lnTo>
                    <a:pt x="3778457" y="563864"/>
                  </a:lnTo>
                  <a:lnTo>
                    <a:pt x="3779528" y="564249"/>
                  </a:lnTo>
                  <a:lnTo>
                    <a:pt x="3780600" y="564635"/>
                  </a:lnTo>
                  <a:lnTo>
                    <a:pt x="3781672" y="565021"/>
                  </a:lnTo>
                  <a:lnTo>
                    <a:pt x="3782743" y="565406"/>
                  </a:lnTo>
                  <a:lnTo>
                    <a:pt x="3783815" y="565792"/>
                  </a:lnTo>
                  <a:lnTo>
                    <a:pt x="3784886" y="566177"/>
                  </a:lnTo>
                  <a:lnTo>
                    <a:pt x="3785958" y="566562"/>
                  </a:lnTo>
                  <a:lnTo>
                    <a:pt x="3787030" y="566947"/>
                  </a:lnTo>
                  <a:lnTo>
                    <a:pt x="3788101" y="567332"/>
                  </a:lnTo>
                  <a:lnTo>
                    <a:pt x="3789173" y="567717"/>
                  </a:lnTo>
                  <a:lnTo>
                    <a:pt x="3790244" y="568101"/>
                  </a:lnTo>
                  <a:lnTo>
                    <a:pt x="3791316" y="568486"/>
                  </a:lnTo>
                  <a:lnTo>
                    <a:pt x="3792388" y="568870"/>
                  </a:lnTo>
                  <a:lnTo>
                    <a:pt x="3793459" y="569255"/>
                  </a:lnTo>
                  <a:lnTo>
                    <a:pt x="3794531" y="569639"/>
                  </a:lnTo>
                  <a:lnTo>
                    <a:pt x="3795602" y="570023"/>
                  </a:lnTo>
                  <a:lnTo>
                    <a:pt x="3796674" y="570407"/>
                  </a:lnTo>
                  <a:lnTo>
                    <a:pt x="3797746" y="570791"/>
                  </a:lnTo>
                  <a:lnTo>
                    <a:pt x="3798817" y="571175"/>
                  </a:lnTo>
                  <a:lnTo>
                    <a:pt x="3799889" y="571559"/>
                  </a:lnTo>
                  <a:lnTo>
                    <a:pt x="3800960" y="571942"/>
                  </a:lnTo>
                  <a:lnTo>
                    <a:pt x="3802032" y="572326"/>
                  </a:lnTo>
                  <a:lnTo>
                    <a:pt x="3803104" y="572709"/>
                  </a:lnTo>
                  <a:lnTo>
                    <a:pt x="3804175" y="573092"/>
                  </a:lnTo>
                  <a:lnTo>
                    <a:pt x="3805247" y="573476"/>
                  </a:lnTo>
                  <a:lnTo>
                    <a:pt x="3806318" y="573859"/>
                  </a:lnTo>
                  <a:lnTo>
                    <a:pt x="3807390" y="574242"/>
                  </a:lnTo>
                  <a:lnTo>
                    <a:pt x="3808462" y="574624"/>
                  </a:lnTo>
                  <a:lnTo>
                    <a:pt x="3809533" y="575007"/>
                  </a:lnTo>
                  <a:lnTo>
                    <a:pt x="3810605" y="575390"/>
                  </a:lnTo>
                  <a:lnTo>
                    <a:pt x="3811676" y="575772"/>
                  </a:lnTo>
                  <a:lnTo>
                    <a:pt x="3812748" y="576155"/>
                  </a:lnTo>
                  <a:lnTo>
                    <a:pt x="3813820" y="576537"/>
                  </a:lnTo>
                  <a:lnTo>
                    <a:pt x="3814891" y="576919"/>
                  </a:lnTo>
                  <a:lnTo>
                    <a:pt x="3815963" y="577301"/>
                  </a:lnTo>
                  <a:lnTo>
                    <a:pt x="3817034" y="577683"/>
                  </a:lnTo>
                  <a:lnTo>
                    <a:pt x="3818106" y="578065"/>
                  </a:lnTo>
                  <a:lnTo>
                    <a:pt x="3819178" y="578447"/>
                  </a:lnTo>
                  <a:lnTo>
                    <a:pt x="3820249" y="578829"/>
                  </a:lnTo>
                  <a:lnTo>
                    <a:pt x="3821321" y="579210"/>
                  </a:lnTo>
                  <a:lnTo>
                    <a:pt x="3822392" y="579591"/>
                  </a:lnTo>
                  <a:lnTo>
                    <a:pt x="3823464" y="579973"/>
                  </a:lnTo>
                  <a:lnTo>
                    <a:pt x="3824536" y="580354"/>
                  </a:lnTo>
                  <a:lnTo>
                    <a:pt x="3825607" y="580735"/>
                  </a:lnTo>
                  <a:lnTo>
                    <a:pt x="3826679" y="581116"/>
                  </a:lnTo>
                  <a:lnTo>
                    <a:pt x="3827750" y="581497"/>
                  </a:lnTo>
                  <a:lnTo>
                    <a:pt x="3828822" y="581878"/>
                  </a:lnTo>
                  <a:lnTo>
                    <a:pt x="3829894" y="582258"/>
                  </a:lnTo>
                  <a:lnTo>
                    <a:pt x="3830965" y="582639"/>
                  </a:lnTo>
                  <a:lnTo>
                    <a:pt x="3832037" y="583019"/>
                  </a:lnTo>
                  <a:lnTo>
                    <a:pt x="3833108" y="583400"/>
                  </a:lnTo>
                  <a:lnTo>
                    <a:pt x="3834180" y="583780"/>
                  </a:lnTo>
                  <a:lnTo>
                    <a:pt x="3835252" y="584160"/>
                  </a:lnTo>
                  <a:lnTo>
                    <a:pt x="3836323" y="584540"/>
                  </a:lnTo>
                  <a:lnTo>
                    <a:pt x="3837395" y="584920"/>
                  </a:lnTo>
                  <a:lnTo>
                    <a:pt x="3838466" y="585300"/>
                  </a:lnTo>
                  <a:lnTo>
                    <a:pt x="3839538" y="585680"/>
                  </a:lnTo>
                  <a:lnTo>
                    <a:pt x="3840610" y="586059"/>
                  </a:lnTo>
                  <a:lnTo>
                    <a:pt x="3841681" y="586439"/>
                  </a:lnTo>
                  <a:lnTo>
                    <a:pt x="3842753" y="586818"/>
                  </a:lnTo>
                  <a:lnTo>
                    <a:pt x="3843824" y="587197"/>
                  </a:lnTo>
                  <a:lnTo>
                    <a:pt x="3844896" y="587576"/>
                  </a:lnTo>
                  <a:lnTo>
                    <a:pt x="3845968" y="587956"/>
                  </a:lnTo>
                  <a:lnTo>
                    <a:pt x="3847039" y="588334"/>
                  </a:lnTo>
                  <a:lnTo>
                    <a:pt x="3848111" y="588713"/>
                  </a:lnTo>
                  <a:lnTo>
                    <a:pt x="3849182" y="589092"/>
                  </a:lnTo>
                  <a:lnTo>
                    <a:pt x="3850254" y="589471"/>
                  </a:lnTo>
                  <a:lnTo>
                    <a:pt x="3851326" y="589849"/>
                  </a:lnTo>
                  <a:lnTo>
                    <a:pt x="3852397" y="590228"/>
                  </a:lnTo>
                  <a:lnTo>
                    <a:pt x="3853469" y="590606"/>
                  </a:lnTo>
                  <a:lnTo>
                    <a:pt x="3854540" y="590984"/>
                  </a:lnTo>
                  <a:lnTo>
                    <a:pt x="3855612" y="591362"/>
                  </a:lnTo>
                  <a:lnTo>
                    <a:pt x="3856684" y="591740"/>
                  </a:lnTo>
                  <a:lnTo>
                    <a:pt x="3856684" y="59174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684231" y="444592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tx109"/>
            <p:cNvSpPr/>
            <p:nvPr/>
          </p:nvSpPr>
          <p:spPr>
            <a:xfrm>
              <a:off x="877065" y="3689084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0.007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77065" y="3949256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0.013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tx112"/>
            <p:cNvSpPr/>
            <p:nvPr/>
          </p:nvSpPr>
          <p:spPr>
            <a:xfrm>
              <a:off x="443933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443933" y="5289270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443933" y="439887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443933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649437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649437" y="53363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649437" y="444592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649437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1469625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249170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3513790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4535872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tx124"/>
            <p:cNvSpPr/>
            <p:nvPr/>
          </p:nvSpPr>
          <p:spPr>
            <a:xfrm>
              <a:off x="1380791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2402873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0.4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424956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447038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1.2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2469378" y="6551677"/>
              <a:ext cx="286390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</a:t>
              </a:r>
            </a:p>
          </p:txBody>
        </p:sp>
        <p:sp>
          <p:nvSpPr>
            <p:cNvPr id="129" name="rc129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5034264" y="589281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5034264" y="522501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5034264" y="455722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5034264" y="388942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531481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6442218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756962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869702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5034264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5034264" y="55589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140"/>
            <p:cNvSpPr/>
            <p:nvPr/>
          </p:nvSpPr>
          <p:spPr>
            <a:xfrm>
              <a:off x="5034264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l141"/>
            <p:cNvSpPr/>
            <p:nvPr/>
          </p:nvSpPr>
          <p:spPr>
            <a:xfrm>
              <a:off x="5034264" y="422332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l142"/>
            <p:cNvSpPr/>
            <p:nvPr/>
          </p:nvSpPr>
          <p:spPr>
            <a:xfrm>
              <a:off x="5034264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l143"/>
            <p:cNvSpPr/>
            <p:nvPr/>
          </p:nvSpPr>
          <p:spPr>
            <a:xfrm>
              <a:off x="587851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l144"/>
            <p:cNvSpPr/>
            <p:nvPr/>
          </p:nvSpPr>
          <p:spPr>
            <a:xfrm>
              <a:off x="700591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l145"/>
            <p:cNvSpPr/>
            <p:nvPr/>
          </p:nvSpPr>
          <p:spPr>
            <a:xfrm>
              <a:off x="813332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034264" y="3956656"/>
              <a:ext cx="3856684" cy="2109459"/>
            </a:xfrm>
            <a:custGeom>
              <a:avLst/>
              <a:gdLst/>
              <a:ahLst/>
              <a:cxnLst/>
              <a:rect l="0" t="0" r="0" b="0"/>
              <a:pathLst>
                <a:path w="3856684" h="2109459">
                  <a:moveTo>
                    <a:pt x="0" y="1670994"/>
                  </a:moveTo>
                  <a:lnTo>
                    <a:pt x="1071" y="1670680"/>
                  </a:lnTo>
                  <a:lnTo>
                    <a:pt x="2143" y="1670366"/>
                  </a:lnTo>
                  <a:lnTo>
                    <a:pt x="3214" y="1670052"/>
                  </a:lnTo>
                  <a:lnTo>
                    <a:pt x="4286" y="1669737"/>
                  </a:lnTo>
                  <a:lnTo>
                    <a:pt x="5357" y="1669423"/>
                  </a:lnTo>
                  <a:lnTo>
                    <a:pt x="6429" y="1669107"/>
                  </a:lnTo>
                  <a:lnTo>
                    <a:pt x="7501" y="1668792"/>
                  </a:lnTo>
                  <a:lnTo>
                    <a:pt x="8572" y="1668476"/>
                  </a:lnTo>
                  <a:lnTo>
                    <a:pt x="9644" y="1668160"/>
                  </a:lnTo>
                  <a:lnTo>
                    <a:pt x="10715" y="1667844"/>
                  </a:lnTo>
                  <a:lnTo>
                    <a:pt x="11787" y="1667527"/>
                  </a:lnTo>
                  <a:lnTo>
                    <a:pt x="12859" y="1667210"/>
                  </a:lnTo>
                  <a:lnTo>
                    <a:pt x="13930" y="1666893"/>
                  </a:lnTo>
                  <a:lnTo>
                    <a:pt x="15002" y="1666575"/>
                  </a:lnTo>
                  <a:lnTo>
                    <a:pt x="16073" y="1666257"/>
                  </a:lnTo>
                  <a:lnTo>
                    <a:pt x="17145" y="1665938"/>
                  </a:lnTo>
                  <a:lnTo>
                    <a:pt x="18217" y="1665620"/>
                  </a:lnTo>
                  <a:lnTo>
                    <a:pt x="19288" y="1665301"/>
                  </a:lnTo>
                  <a:lnTo>
                    <a:pt x="20360" y="1664981"/>
                  </a:lnTo>
                  <a:lnTo>
                    <a:pt x="21431" y="1664662"/>
                  </a:lnTo>
                  <a:lnTo>
                    <a:pt x="22503" y="1664342"/>
                  </a:lnTo>
                  <a:lnTo>
                    <a:pt x="23575" y="1664021"/>
                  </a:lnTo>
                  <a:lnTo>
                    <a:pt x="24646" y="1663701"/>
                  </a:lnTo>
                  <a:lnTo>
                    <a:pt x="25718" y="1663380"/>
                  </a:lnTo>
                  <a:lnTo>
                    <a:pt x="26789" y="1663058"/>
                  </a:lnTo>
                  <a:lnTo>
                    <a:pt x="27861" y="1662737"/>
                  </a:lnTo>
                  <a:lnTo>
                    <a:pt x="28933" y="1662415"/>
                  </a:lnTo>
                  <a:lnTo>
                    <a:pt x="30004" y="1662092"/>
                  </a:lnTo>
                  <a:lnTo>
                    <a:pt x="31076" y="1661769"/>
                  </a:lnTo>
                  <a:lnTo>
                    <a:pt x="32147" y="1661446"/>
                  </a:lnTo>
                  <a:lnTo>
                    <a:pt x="33219" y="1661123"/>
                  </a:lnTo>
                  <a:lnTo>
                    <a:pt x="34291" y="1660799"/>
                  </a:lnTo>
                  <a:lnTo>
                    <a:pt x="35362" y="1660475"/>
                  </a:lnTo>
                  <a:lnTo>
                    <a:pt x="36434" y="1660151"/>
                  </a:lnTo>
                  <a:lnTo>
                    <a:pt x="37505" y="1659826"/>
                  </a:lnTo>
                  <a:lnTo>
                    <a:pt x="38577" y="1659501"/>
                  </a:lnTo>
                  <a:lnTo>
                    <a:pt x="39649" y="1659175"/>
                  </a:lnTo>
                  <a:lnTo>
                    <a:pt x="40720" y="1658849"/>
                  </a:lnTo>
                  <a:lnTo>
                    <a:pt x="41792" y="1658523"/>
                  </a:lnTo>
                  <a:lnTo>
                    <a:pt x="42863" y="1658197"/>
                  </a:lnTo>
                  <a:lnTo>
                    <a:pt x="43935" y="1657870"/>
                  </a:lnTo>
                  <a:lnTo>
                    <a:pt x="45007" y="1657543"/>
                  </a:lnTo>
                  <a:lnTo>
                    <a:pt x="46078" y="1657215"/>
                  </a:lnTo>
                  <a:lnTo>
                    <a:pt x="47150" y="1656887"/>
                  </a:lnTo>
                  <a:lnTo>
                    <a:pt x="48221" y="1656559"/>
                  </a:lnTo>
                  <a:lnTo>
                    <a:pt x="49293" y="1656230"/>
                  </a:lnTo>
                  <a:lnTo>
                    <a:pt x="50365" y="1655901"/>
                  </a:lnTo>
                  <a:lnTo>
                    <a:pt x="51436" y="1655571"/>
                  </a:lnTo>
                  <a:lnTo>
                    <a:pt x="52508" y="1655242"/>
                  </a:lnTo>
                  <a:lnTo>
                    <a:pt x="53579" y="1654911"/>
                  </a:lnTo>
                  <a:lnTo>
                    <a:pt x="54651" y="1654581"/>
                  </a:lnTo>
                  <a:lnTo>
                    <a:pt x="55723" y="1654250"/>
                  </a:lnTo>
                  <a:lnTo>
                    <a:pt x="56794" y="1653919"/>
                  </a:lnTo>
                  <a:lnTo>
                    <a:pt x="57866" y="1653587"/>
                  </a:lnTo>
                  <a:lnTo>
                    <a:pt x="58937" y="1653255"/>
                  </a:lnTo>
                  <a:lnTo>
                    <a:pt x="60009" y="1652922"/>
                  </a:lnTo>
                  <a:lnTo>
                    <a:pt x="61081" y="1652590"/>
                  </a:lnTo>
                  <a:lnTo>
                    <a:pt x="62152" y="1652257"/>
                  </a:lnTo>
                  <a:lnTo>
                    <a:pt x="63224" y="1651923"/>
                  </a:lnTo>
                  <a:lnTo>
                    <a:pt x="64295" y="1651589"/>
                  </a:lnTo>
                  <a:lnTo>
                    <a:pt x="65367" y="1651255"/>
                  </a:lnTo>
                  <a:lnTo>
                    <a:pt x="66439" y="1650920"/>
                  </a:lnTo>
                  <a:lnTo>
                    <a:pt x="67510" y="1650585"/>
                  </a:lnTo>
                  <a:lnTo>
                    <a:pt x="68582" y="1650249"/>
                  </a:lnTo>
                  <a:lnTo>
                    <a:pt x="69653" y="1649914"/>
                  </a:lnTo>
                  <a:lnTo>
                    <a:pt x="70725" y="1649577"/>
                  </a:lnTo>
                  <a:lnTo>
                    <a:pt x="71797" y="1649241"/>
                  </a:lnTo>
                  <a:lnTo>
                    <a:pt x="72868" y="1648904"/>
                  </a:lnTo>
                  <a:lnTo>
                    <a:pt x="73940" y="1648566"/>
                  </a:lnTo>
                  <a:lnTo>
                    <a:pt x="75011" y="1648228"/>
                  </a:lnTo>
                  <a:lnTo>
                    <a:pt x="76083" y="1647890"/>
                  </a:lnTo>
                  <a:lnTo>
                    <a:pt x="77155" y="1647552"/>
                  </a:lnTo>
                  <a:lnTo>
                    <a:pt x="78226" y="1647212"/>
                  </a:lnTo>
                  <a:lnTo>
                    <a:pt x="79298" y="1646873"/>
                  </a:lnTo>
                  <a:lnTo>
                    <a:pt x="80369" y="1646533"/>
                  </a:lnTo>
                  <a:lnTo>
                    <a:pt x="81441" y="1646193"/>
                  </a:lnTo>
                  <a:lnTo>
                    <a:pt x="82513" y="1645852"/>
                  </a:lnTo>
                  <a:lnTo>
                    <a:pt x="83584" y="1645511"/>
                  </a:lnTo>
                  <a:lnTo>
                    <a:pt x="84656" y="1645170"/>
                  </a:lnTo>
                  <a:lnTo>
                    <a:pt x="85727" y="1644828"/>
                  </a:lnTo>
                  <a:lnTo>
                    <a:pt x="86799" y="1644486"/>
                  </a:lnTo>
                  <a:lnTo>
                    <a:pt x="87871" y="1644143"/>
                  </a:lnTo>
                  <a:lnTo>
                    <a:pt x="88942" y="1643800"/>
                  </a:lnTo>
                  <a:lnTo>
                    <a:pt x="90014" y="1643456"/>
                  </a:lnTo>
                  <a:lnTo>
                    <a:pt x="91085" y="1643112"/>
                  </a:lnTo>
                  <a:lnTo>
                    <a:pt x="92157" y="1642768"/>
                  </a:lnTo>
                  <a:lnTo>
                    <a:pt x="93229" y="1642423"/>
                  </a:lnTo>
                  <a:lnTo>
                    <a:pt x="94300" y="1642078"/>
                  </a:lnTo>
                  <a:lnTo>
                    <a:pt x="95372" y="1641732"/>
                  </a:lnTo>
                  <a:lnTo>
                    <a:pt x="96443" y="1641386"/>
                  </a:lnTo>
                  <a:lnTo>
                    <a:pt x="97515" y="1641039"/>
                  </a:lnTo>
                  <a:lnTo>
                    <a:pt x="98587" y="1640692"/>
                  </a:lnTo>
                  <a:lnTo>
                    <a:pt x="99658" y="1640345"/>
                  </a:lnTo>
                  <a:lnTo>
                    <a:pt x="100730" y="1639997"/>
                  </a:lnTo>
                  <a:lnTo>
                    <a:pt x="101801" y="1639649"/>
                  </a:lnTo>
                  <a:lnTo>
                    <a:pt x="102873" y="1639300"/>
                  </a:lnTo>
                  <a:lnTo>
                    <a:pt x="103945" y="1638951"/>
                  </a:lnTo>
                  <a:lnTo>
                    <a:pt x="105016" y="1638601"/>
                  </a:lnTo>
                  <a:lnTo>
                    <a:pt x="106088" y="1638251"/>
                  </a:lnTo>
                  <a:lnTo>
                    <a:pt x="107159" y="1637901"/>
                  </a:lnTo>
                  <a:lnTo>
                    <a:pt x="108231" y="1637550"/>
                  </a:lnTo>
                  <a:lnTo>
                    <a:pt x="109303" y="1637199"/>
                  </a:lnTo>
                  <a:lnTo>
                    <a:pt x="110374" y="1636847"/>
                  </a:lnTo>
                  <a:lnTo>
                    <a:pt x="111446" y="1636494"/>
                  </a:lnTo>
                  <a:lnTo>
                    <a:pt x="112517" y="1636142"/>
                  </a:lnTo>
                  <a:lnTo>
                    <a:pt x="113589" y="1635788"/>
                  </a:lnTo>
                  <a:lnTo>
                    <a:pt x="114661" y="1635435"/>
                  </a:lnTo>
                  <a:lnTo>
                    <a:pt x="115732" y="1635081"/>
                  </a:lnTo>
                  <a:lnTo>
                    <a:pt x="116804" y="1634726"/>
                  </a:lnTo>
                  <a:lnTo>
                    <a:pt x="117875" y="1634371"/>
                  </a:lnTo>
                  <a:lnTo>
                    <a:pt x="118947" y="1634015"/>
                  </a:lnTo>
                  <a:lnTo>
                    <a:pt x="120019" y="1633659"/>
                  </a:lnTo>
                  <a:lnTo>
                    <a:pt x="121090" y="1633303"/>
                  </a:lnTo>
                  <a:lnTo>
                    <a:pt x="122162" y="1632946"/>
                  </a:lnTo>
                  <a:lnTo>
                    <a:pt x="123233" y="1632588"/>
                  </a:lnTo>
                  <a:lnTo>
                    <a:pt x="124305" y="1632230"/>
                  </a:lnTo>
                  <a:lnTo>
                    <a:pt x="125377" y="1631872"/>
                  </a:lnTo>
                  <a:lnTo>
                    <a:pt x="126448" y="1631513"/>
                  </a:lnTo>
                  <a:lnTo>
                    <a:pt x="127520" y="1631154"/>
                  </a:lnTo>
                  <a:lnTo>
                    <a:pt x="128591" y="1630794"/>
                  </a:lnTo>
                  <a:lnTo>
                    <a:pt x="129663" y="1630434"/>
                  </a:lnTo>
                  <a:lnTo>
                    <a:pt x="130735" y="1630073"/>
                  </a:lnTo>
                  <a:lnTo>
                    <a:pt x="131806" y="1629711"/>
                  </a:lnTo>
                  <a:lnTo>
                    <a:pt x="132878" y="1629350"/>
                  </a:lnTo>
                  <a:lnTo>
                    <a:pt x="133949" y="1628987"/>
                  </a:lnTo>
                  <a:lnTo>
                    <a:pt x="135021" y="1628624"/>
                  </a:lnTo>
                  <a:lnTo>
                    <a:pt x="136093" y="1628261"/>
                  </a:lnTo>
                  <a:lnTo>
                    <a:pt x="137164" y="1627897"/>
                  </a:lnTo>
                  <a:lnTo>
                    <a:pt x="138236" y="1627533"/>
                  </a:lnTo>
                  <a:lnTo>
                    <a:pt x="139307" y="1627168"/>
                  </a:lnTo>
                  <a:lnTo>
                    <a:pt x="140379" y="1626803"/>
                  </a:lnTo>
                  <a:lnTo>
                    <a:pt x="141451" y="1626437"/>
                  </a:lnTo>
                  <a:lnTo>
                    <a:pt x="142522" y="1626070"/>
                  </a:lnTo>
                  <a:lnTo>
                    <a:pt x="143594" y="1625704"/>
                  </a:lnTo>
                  <a:lnTo>
                    <a:pt x="144665" y="1625336"/>
                  </a:lnTo>
                  <a:lnTo>
                    <a:pt x="145737" y="1624968"/>
                  </a:lnTo>
                  <a:lnTo>
                    <a:pt x="146809" y="1624600"/>
                  </a:lnTo>
                  <a:lnTo>
                    <a:pt x="147880" y="1624231"/>
                  </a:lnTo>
                  <a:lnTo>
                    <a:pt x="148952" y="1623861"/>
                  </a:lnTo>
                  <a:lnTo>
                    <a:pt x="150023" y="1623491"/>
                  </a:lnTo>
                  <a:lnTo>
                    <a:pt x="151095" y="1623120"/>
                  </a:lnTo>
                  <a:lnTo>
                    <a:pt x="152167" y="1622749"/>
                  </a:lnTo>
                  <a:lnTo>
                    <a:pt x="153238" y="1622377"/>
                  </a:lnTo>
                  <a:lnTo>
                    <a:pt x="154310" y="1622005"/>
                  </a:lnTo>
                  <a:lnTo>
                    <a:pt x="155381" y="1621632"/>
                  </a:lnTo>
                  <a:lnTo>
                    <a:pt x="156453" y="1621259"/>
                  </a:lnTo>
                  <a:lnTo>
                    <a:pt x="157525" y="1620885"/>
                  </a:lnTo>
                  <a:lnTo>
                    <a:pt x="158596" y="1620511"/>
                  </a:lnTo>
                  <a:lnTo>
                    <a:pt x="159668" y="1620136"/>
                  </a:lnTo>
                  <a:lnTo>
                    <a:pt x="160739" y="1619760"/>
                  </a:lnTo>
                  <a:lnTo>
                    <a:pt x="161811" y="1619384"/>
                  </a:lnTo>
                  <a:lnTo>
                    <a:pt x="162883" y="1619007"/>
                  </a:lnTo>
                  <a:lnTo>
                    <a:pt x="163954" y="1618630"/>
                  </a:lnTo>
                  <a:lnTo>
                    <a:pt x="165026" y="1618252"/>
                  </a:lnTo>
                  <a:lnTo>
                    <a:pt x="166097" y="1617874"/>
                  </a:lnTo>
                  <a:lnTo>
                    <a:pt x="167169" y="1617495"/>
                  </a:lnTo>
                  <a:lnTo>
                    <a:pt x="168241" y="1617115"/>
                  </a:lnTo>
                  <a:lnTo>
                    <a:pt x="169312" y="1616735"/>
                  </a:lnTo>
                  <a:lnTo>
                    <a:pt x="170384" y="1616355"/>
                  </a:lnTo>
                  <a:lnTo>
                    <a:pt x="171455" y="1615973"/>
                  </a:lnTo>
                  <a:lnTo>
                    <a:pt x="172527" y="1615591"/>
                  </a:lnTo>
                  <a:lnTo>
                    <a:pt x="173599" y="1615209"/>
                  </a:lnTo>
                  <a:lnTo>
                    <a:pt x="174670" y="1614826"/>
                  </a:lnTo>
                  <a:lnTo>
                    <a:pt x="175742" y="1614442"/>
                  </a:lnTo>
                  <a:lnTo>
                    <a:pt x="176813" y="1614058"/>
                  </a:lnTo>
                  <a:lnTo>
                    <a:pt x="177885" y="1613673"/>
                  </a:lnTo>
                  <a:lnTo>
                    <a:pt x="178956" y="1613288"/>
                  </a:lnTo>
                  <a:lnTo>
                    <a:pt x="180028" y="1612902"/>
                  </a:lnTo>
                  <a:lnTo>
                    <a:pt x="181100" y="1612515"/>
                  </a:lnTo>
                  <a:lnTo>
                    <a:pt x="182171" y="1612127"/>
                  </a:lnTo>
                  <a:lnTo>
                    <a:pt x="183243" y="1611740"/>
                  </a:lnTo>
                  <a:lnTo>
                    <a:pt x="184314" y="1611351"/>
                  </a:lnTo>
                  <a:lnTo>
                    <a:pt x="185386" y="1610962"/>
                  </a:lnTo>
                  <a:lnTo>
                    <a:pt x="186458" y="1610572"/>
                  </a:lnTo>
                  <a:lnTo>
                    <a:pt x="187529" y="1610182"/>
                  </a:lnTo>
                  <a:lnTo>
                    <a:pt x="188601" y="1609790"/>
                  </a:lnTo>
                  <a:lnTo>
                    <a:pt x="189672" y="1609399"/>
                  </a:lnTo>
                  <a:lnTo>
                    <a:pt x="190744" y="1609006"/>
                  </a:lnTo>
                  <a:lnTo>
                    <a:pt x="191816" y="1608613"/>
                  </a:lnTo>
                  <a:lnTo>
                    <a:pt x="192887" y="1608220"/>
                  </a:lnTo>
                  <a:lnTo>
                    <a:pt x="193959" y="1607825"/>
                  </a:lnTo>
                  <a:lnTo>
                    <a:pt x="195030" y="1607430"/>
                  </a:lnTo>
                  <a:lnTo>
                    <a:pt x="196102" y="1607035"/>
                  </a:lnTo>
                  <a:lnTo>
                    <a:pt x="197174" y="1606638"/>
                  </a:lnTo>
                  <a:lnTo>
                    <a:pt x="198245" y="1606242"/>
                  </a:lnTo>
                  <a:lnTo>
                    <a:pt x="199317" y="1605844"/>
                  </a:lnTo>
                  <a:lnTo>
                    <a:pt x="200388" y="1605446"/>
                  </a:lnTo>
                  <a:lnTo>
                    <a:pt x="201460" y="1605047"/>
                  </a:lnTo>
                  <a:lnTo>
                    <a:pt x="202532" y="1604647"/>
                  </a:lnTo>
                  <a:lnTo>
                    <a:pt x="203603" y="1604247"/>
                  </a:lnTo>
                  <a:lnTo>
                    <a:pt x="204675" y="1603846"/>
                  </a:lnTo>
                  <a:lnTo>
                    <a:pt x="205746" y="1603444"/>
                  </a:lnTo>
                  <a:lnTo>
                    <a:pt x="206818" y="1603042"/>
                  </a:lnTo>
                  <a:lnTo>
                    <a:pt x="207890" y="1602639"/>
                  </a:lnTo>
                  <a:lnTo>
                    <a:pt x="208961" y="1602235"/>
                  </a:lnTo>
                  <a:lnTo>
                    <a:pt x="210033" y="1601830"/>
                  </a:lnTo>
                  <a:lnTo>
                    <a:pt x="211104" y="1601425"/>
                  </a:lnTo>
                  <a:lnTo>
                    <a:pt x="212176" y="1601019"/>
                  </a:lnTo>
                  <a:lnTo>
                    <a:pt x="213248" y="1600612"/>
                  </a:lnTo>
                  <a:lnTo>
                    <a:pt x="214319" y="1600205"/>
                  </a:lnTo>
                  <a:lnTo>
                    <a:pt x="215391" y="1599797"/>
                  </a:lnTo>
                  <a:lnTo>
                    <a:pt x="216462" y="1599388"/>
                  </a:lnTo>
                  <a:lnTo>
                    <a:pt x="217534" y="1598979"/>
                  </a:lnTo>
                  <a:lnTo>
                    <a:pt x="218606" y="1598568"/>
                  </a:lnTo>
                  <a:lnTo>
                    <a:pt x="219677" y="1598157"/>
                  </a:lnTo>
                  <a:lnTo>
                    <a:pt x="220749" y="1597746"/>
                  </a:lnTo>
                  <a:lnTo>
                    <a:pt x="221820" y="1597333"/>
                  </a:lnTo>
                  <a:lnTo>
                    <a:pt x="222892" y="1596920"/>
                  </a:lnTo>
                  <a:lnTo>
                    <a:pt x="223964" y="1596506"/>
                  </a:lnTo>
                  <a:lnTo>
                    <a:pt x="225035" y="1596091"/>
                  </a:lnTo>
                  <a:lnTo>
                    <a:pt x="226107" y="1595676"/>
                  </a:lnTo>
                  <a:lnTo>
                    <a:pt x="227178" y="1595259"/>
                  </a:lnTo>
                  <a:lnTo>
                    <a:pt x="228250" y="1594842"/>
                  </a:lnTo>
                  <a:lnTo>
                    <a:pt x="229322" y="1594424"/>
                  </a:lnTo>
                  <a:lnTo>
                    <a:pt x="230393" y="1594006"/>
                  </a:lnTo>
                  <a:lnTo>
                    <a:pt x="231465" y="1593586"/>
                  </a:lnTo>
                  <a:lnTo>
                    <a:pt x="232536" y="1593166"/>
                  </a:lnTo>
                  <a:lnTo>
                    <a:pt x="233608" y="1592745"/>
                  </a:lnTo>
                  <a:lnTo>
                    <a:pt x="234680" y="1592323"/>
                  </a:lnTo>
                  <a:lnTo>
                    <a:pt x="235751" y="1591901"/>
                  </a:lnTo>
                  <a:lnTo>
                    <a:pt x="236823" y="1591477"/>
                  </a:lnTo>
                  <a:lnTo>
                    <a:pt x="237894" y="1591053"/>
                  </a:lnTo>
                  <a:lnTo>
                    <a:pt x="238966" y="1590628"/>
                  </a:lnTo>
                  <a:lnTo>
                    <a:pt x="240038" y="1590202"/>
                  </a:lnTo>
                  <a:lnTo>
                    <a:pt x="241109" y="1589776"/>
                  </a:lnTo>
                  <a:lnTo>
                    <a:pt x="242181" y="1589348"/>
                  </a:lnTo>
                  <a:lnTo>
                    <a:pt x="243252" y="1588920"/>
                  </a:lnTo>
                  <a:lnTo>
                    <a:pt x="244324" y="1588491"/>
                  </a:lnTo>
                  <a:lnTo>
                    <a:pt x="245396" y="1588061"/>
                  </a:lnTo>
                  <a:lnTo>
                    <a:pt x="246467" y="1587630"/>
                  </a:lnTo>
                  <a:lnTo>
                    <a:pt x="247539" y="1587198"/>
                  </a:lnTo>
                  <a:lnTo>
                    <a:pt x="248610" y="1586765"/>
                  </a:lnTo>
                  <a:lnTo>
                    <a:pt x="249682" y="1586332"/>
                  </a:lnTo>
                  <a:lnTo>
                    <a:pt x="250754" y="1585898"/>
                  </a:lnTo>
                  <a:lnTo>
                    <a:pt x="251825" y="1585462"/>
                  </a:lnTo>
                  <a:lnTo>
                    <a:pt x="252897" y="1585026"/>
                  </a:lnTo>
                  <a:lnTo>
                    <a:pt x="253968" y="1584589"/>
                  </a:lnTo>
                  <a:lnTo>
                    <a:pt x="255040" y="1584152"/>
                  </a:lnTo>
                  <a:lnTo>
                    <a:pt x="256112" y="1583713"/>
                  </a:lnTo>
                  <a:lnTo>
                    <a:pt x="257183" y="1583273"/>
                  </a:lnTo>
                  <a:lnTo>
                    <a:pt x="258255" y="1582833"/>
                  </a:lnTo>
                  <a:lnTo>
                    <a:pt x="259326" y="1582391"/>
                  </a:lnTo>
                  <a:lnTo>
                    <a:pt x="260398" y="1581949"/>
                  </a:lnTo>
                  <a:lnTo>
                    <a:pt x="261470" y="1581505"/>
                  </a:lnTo>
                  <a:lnTo>
                    <a:pt x="262541" y="1581061"/>
                  </a:lnTo>
                  <a:lnTo>
                    <a:pt x="263613" y="1580616"/>
                  </a:lnTo>
                  <a:lnTo>
                    <a:pt x="264684" y="1580170"/>
                  </a:lnTo>
                  <a:lnTo>
                    <a:pt x="265756" y="1579723"/>
                  </a:lnTo>
                  <a:lnTo>
                    <a:pt x="266828" y="1579275"/>
                  </a:lnTo>
                  <a:lnTo>
                    <a:pt x="267899" y="1578826"/>
                  </a:lnTo>
                  <a:lnTo>
                    <a:pt x="268971" y="1578376"/>
                  </a:lnTo>
                  <a:lnTo>
                    <a:pt x="270042" y="1577925"/>
                  </a:lnTo>
                  <a:lnTo>
                    <a:pt x="271114" y="1577473"/>
                  </a:lnTo>
                  <a:lnTo>
                    <a:pt x="272186" y="1577021"/>
                  </a:lnTo>
                  <a:lnTo>
                    <a:pt x="273257" y="1576567"/>
                  </a:lnTo>
                  <a:lnTo>
                    <a:pt x="274329" y="1576112"/>
                  </a:lnTo>
                  <a:lnTo>
                    <a:pt x="275400" y="1575656"/>
                  </a:lnTo>
                  <a:lnTo>
                    <a:pt x="276472" y="1575199"/>
                  </a:lnTo>
                  <a:lnTo>
                    <a:pt x="277544" y="1574741"/>
                  </a:lnTo>
                  <a:lnTo>
                    <a:pt x="278615" y="1574283"/>
                  </a:lnTo>
                  <a:lnTo>
                    <a:pt x="279687" y="1573823"/>
                  </a:lnTo>
                  <a:lnTo>
                    <a:pt x="280758" y="1573362"/>
                  </a:lnTo>
                  <a:lnTo>
                    <a:pt x="281830" y="1572900"/>
                  </a:lnTo>
                  <a:lnTo>
                    <a:pt x="282902" y="1572437"/>
                  </a:lnTo>
                  <a:lnTo>
                    <a:pt x="283973" y="1571973"/>
                  </a:lnTo>
                  <a:lnTo>
                    <a:pt x="285045" y="1571508"/>
                  </a:lnTo>
                  <a:lnTo>
                    <a:pt x="286116" y="1571042"/>
                  </a:lnTo>
                  <a:lnTo>
                    <a:pt x="287188" y="1570575"/>
                  </a:lnTo>
                  <a:lnTo>
                    <a:pt x="288260" y="1570106"/>
                  </a:lnTo>
                  <a:lnTo>
                    <a:pt x="289331" y="1569637"/>
                  </a:lnTo>
                  <a:lnTo>
                    <a:pt x="290403" y="1569167"/>
                  </a:lnTo>
                  <a:lnTo>
                    <a:pt x="291474" y="1568695"/>
                  </a:lnTo>
                  <a:lnTo>
                    <a:pt x="292546" y="1568223"/>
                  </a:lnTo>
                  <a:lnTo>
                    <a:pt x="293618" y="1567749"/>
                  </a:lnTo>
                  <a:lnTo>
                    <a:pt x="294689" y="1567274"/>
                  </a:lnTo>
                  <a:lnTo>
                    <a:pt x="295761" y="1566798"/>
                  </a:lnTo>
                  <a:lnTo>
                    <a:pt x="296832" y="1566321"/>
                  </a:lnTo>
                  <a:lnTo>
                    <a:pt x="297904" y="1565843"/>
                  </a:lnTo>
                  <a:lnTo>
                    <a:pt x="298976" y="1565363"/>
                  </a:lnTo>
                  <a:lnTo>
                    <a:pt x="300047" y="1564883"/>
                  </a:lnTo>
                  <a:lnTo>
                    <a:pt x="301119" y="1564401"/>
                  </a:lnTo>
                  <a:lnTo>
                    <a:pt x="302190" y="1563918"/>
                  </a:lnTo>
                  <a:lnTo>
                    <a:pt x="303262" y="1563434"/>
                  </a:lnTo>
                  <a:lnTo>
                    <a:pt x="304334" y="1562949"/>
                  </a:lnTo>
                  <a:lnTo>
                    <a:pt x="305405" y="1562463"/>
                  </a:lnTo>
                  <a:lnTo>
                    <a:pt x="306477" y="1561975"/>
                  </a:lnTo>
                  <a:lnTo>
                    <a:pt x="307548" y="1561487"/>
                  </a:lnTo>
                  <a:lnTo>
                    <a:pt x="308620" y="1560997"/>
                  </a:lnTo>
                  <a:lnTo>
                    <a:pt x="309692" y="1560506"/>
                  </a:lnTo>
                  <a:lnTo>
                    <a:pt x="310763" y="1560013"/>
                  </a:lnTo>
                  <a:lnTo>
                    <a:pt x="311835" y="1559520"/>
                  </a:lnTo>
                  <a:lnTo>
                    <a:pt x="312906" y="1559025"/>
                  </a:lnTo>
                  <a:lnTo>
                    <a:pt x="313978" y="1558529"/>
                  </a:lnTo>
                  <a:lnTo>
                    <a:pt x="315050" y="1558031"/>
                  </a:lnTo>
                  <a:lnTo>
                    <a:pt x="316121" y="1557533"/>
                  </a:lnTo>
                  <a:lnTo>
                    <a:pt x="317193" y="1557033"/>
                  </a:lnTo>
                  <a:lnTo>
                    <a:pt x="318264" y="1556532"/>
                  </a:lnTo>
                  <a:lnTo>
                    <a:pt x="319336" y="1556029"/>
                  </a:lnTo>
                  <a:lnTo>
                    <a:pt x="320408" y="1555526"/>
                  </a:lnTo>
                  <a:lnTo>
                    <a:pt x="321479" y="1555021"/>
                  </a:lnTo>
                  <a:lnTo>
                    <a:pt x="322551" y="1554514"/>
                  </a:lnTo>
                  <a:lnTo>
                    <a:pt x="323622" y="1554007"/>
                  </a:lnTo>
                  <a:lnTo>
                    <a:pt x="324694" y="1553498"/>
                  </a:lnTo>
                  <a:lnTo>
                    <a:pt x="325766" y="1552987"/>
                  </a:lnTo>
                  <a:lnTo>
                    <a:pt x="326837" y="1552476"/>
                  </a:lnTo>
                  <a:lnTo>
                    <a:pt x="327909" y="1551963"/>
                  </a:lnTo>
                  <a:lnTo>
                    <a:pt x="328980" y="1551449"/>
                  </a:lnTo>
                  <a:lnTo>
                    <a:pt x="330052" y="1550933"/>
                  </a:lnTo>
                  <a:lnTo>
                    <a:pt x="331124" y="1550416"/>
                  </a:lnTo>
                  <a:lnTo>
                    <a:pt x="332195" y="1549898"/>
                  </a:lnTo>
                  <a:lnTo>
                    <a:pt x="333267" y="1549378"/>
                  </a:lnTo>
                  <a:lnTo>
                    <a:pt x="334338" y="1548857"/>
                  </a:lnTo>
                  <a:lnTo>
                    <a:pt x="335410" y="1548334"/>
                  </a:lnTo>
                  <a:lnTo>
                    <a:pt x="336482" y="1547810"/>
                  </a:lnTo>
                  <a:lnTo>
                    <a:pt x="337553" y="1547285"/>
                  </a:lnTo>
                  <a:lnTo>
                    <a:pt x="338625" y="1546758"/>
                  </a:lnTo>
                  <a:lnTo>
                    <a:pt x="339696" y="1546230"/>
                  </a:lnTo>
                  <a:lnTo>
                    <a:pt x="340768" y="1545700"/>
                  </a:lnTo>
                  <a:lnTo>
                    <a:pt x="341840" y="1545169"/>
                  </a:lnTo>
                  <a:lnTo>
                    <a:pt x="342911" y="1544637"/>
                  </a:lnTo>
                  <a:lnTo>
                    <a:pt x="343983" y="1544103"/>
                  </a:lnTo>
                  <a:lnTo>
                    <a:pt x="345054" y="1543567"/>
                  </a:lnTo>
                  <a:lnTo>
                    <a:pt x="346126" y="1543030"/>
                  </a:lnTo>
                  <a:lnTo>
                    <a:pt x="347198" y="1542492"/>
                  </a:lnTo>
                  <a:lnTo>
                    <a:pt x="348269" y="1541952"/>
                  </a:lnTo>
                  <a:lnTo>
                    <a:pt x="349341" y="1541410"/>
                  </a:lnTo>
                  <a:lnTo>
                    <a:pt x="350412" y="1540868"/>
                  </a:lnTo>
                  <a:lnTo>
                    <a:pt x="351484" y="1540323"/>
                  </a:lnTo>
                  <a:lnTo>
                    <a:pt x="352556" y="1539777"/>
                  </a:lnTo>
                  <a:lnTo>
                    <a:pt x="353627" y="1539230"/>
                  </a:lnTo>
                  <a:lnTo>
                    <a:pt x="354699" y="1538680"/>
                  </a:lnTo>
                  <a:lnTo>
                    <a:pt x="355770" y="1538130"/>
                  </a:lnTo>
                  <a:lnTo>
                    <a:pt x="356842" y="1537578"/>
                  </a:lnTo>
                  <a:lnTo>
                    <a:pt x="357913" y="1537024"/>
                  </a:lnTo>
                  <a:lnTo>
                    <a:pt x="358985" y="1536468"/>
                  </a:lnTo>
                  <a:lnTo>
                    <a:pt x="360057" y="1535912"/>
                  </a:lnTo>
                  <a:lnTo>
                    <a:pt x="361128" y="1535353"/>
                  </a:lnTo>
                  <a:lnTo>
                    <a:pt x="362200" y="1534793"/>
                  </a:lnTo>
                  <a:lnTo>
                    <a:pt x="363271" y="1534231"/>
                  </a:lnTo>
                  <a:lnTo>
                    <a:pt x="364343" y="1533668"/>
                  </a:lnTo>
                  <a:lnTo>
                    <a:pt x="365415" y="1533103"/>
                  </a:lnTo>
                  <a:lnTo>
                    <a:pt x="366486" y="1532536"/>
                  </a:lnTo>
                  <a:lnTo>
                    <a:pt x="367558" y="1531968"/>
                  </a:lnTo>
                  <a:lnTo>
                    <a:pt x="368629" y="1531398"/>
                  </a:lnTo>
                  <a:lnTo>
                    <a:pt x="369701" y="1530826"/>
                  </a:lnTo>
                  <a:lnTo>
                    <a:pt x="370773" y="1530253"/>
                  </a:lnTo>
                  <a:lnTo>
                    <a:pt x="371844" y="1529678"/>
                  </a:lnTo>
                  <a:lnTo>
                    <a:pt x="372916" y="1529101"/>
                  </a:lnTo>
                  <a:lnTo>
                    <a:pt x="373987" y="1528523"/>
                  </a:lnTo>
                  <a:lnTo>
                    <a:pt x="375059" y="1527943"/>
                  </a:lnTo>
                  <a:lnTo>
                    <a:pt x="376131" y="1527361"/>
                  </a:lnTo>
                  <a:lnTo>
                    <a:pt x="377202" y="1526777"/>
                  </a:lnTo>
                  <a:lnTo>
                    <a:pt x="378274" y="1526192"/>
                  </a:lnTo>
                  <a:lnTo>
                    <a:pt x="379345" y="1525605"/>
                  </a:lnTo>
                  <a:lnTo>
                    <a:pt x="380417" y="1525016"/>
                  </a:lnTo>
                  <a:lnTo>
                    <a:pt x="381489" y="1524425"/>
                  </a:lnTo>
                  <a:lnTo>
                    <a:pt x="382560" y="1523833"/>
                  </a:lnTo>
                  <a:lnTo>
                    <a:pt x="383632" y="1523239"/>
                  </a:lnTo>
                  <a:lnTo>
                    <a:pt x="384703" y="1522643"/>
                  </a:lnTo>
                  <a:lnTo>
                    <a:pt x="385775" y="1522045"/>
                  </a:lnTo>
                  <a:lnTo>
                    <a:pt x="386847" y="1521446"/>
                  </a:lnTo>
                  <a:lnTo>
                    <a:pt x="387918" y="1520844"/>
                  </a:lnTo>
                  <a:lnTo>
                    <a:pt x="388990" y="1520241"/>
                  </a:lnTo>
                  <a:lnTo>
                    <a:pt x="390061" y="1519636"/>
                  </a:lnTo>
                  <a:lnTo>
                    <a:pt x="391133" y="1519029"/>
                  </a:lnTo>
                  <a:lnTo>
                    <a:pt x="392205" y="1518420"/>
                  </a:lnTo>
                  <a:lnTo>
                    <a:pt x="393276" y="1517810"/>
                  </a:lnTo>
                  <a:lnTo>
                    <a:pt x="394348" y="1517197"/>
                  </a:lnTo>
                  <a:lnTo>
                    <a:pt x="395419" y="1516583"/>
                  </a:lnTo>
                  <a:lnTo>
                    <a:pt x="396491" y="1515966"/>
                  </a:lnTo>
                  <a:lnTo>
                    <a:pt x="397563" y="1515348"/>
                  </a:lnTo>
                  <a:lnTo>
                    <a:pt x="398634" y="1514728"/>
                  </a:lnTo>
                  <a:lnTo>
                    <a:pt x="399706" y="1514106"/>
                  </a:lnTo>
                  <a:lnTo>
                    <a:pt x="400777" y="1513482"/>
                  </a:lnTo>
                  <a:lnTo>
                    <a:pt x="401849" y="1512856"/>
                  </a:lnTo>
                  <a:lnTo>
                    <a:pt x="402921" y="1512228"/>
                  </a:lnTo>
                  <a:lnTo>
                    <a:pt x="403992" y="1511598"/>
                  </a:lnTo>
                  <a:lnTo>
                    <a:pt x="405064" y="1510967"/>
                  </a:lnTo>
                  <a:lnTo>
                    <a:pt x="406135" y="1510333"/>
                  </a:lnTo>
                  <a:lnTo>
                    <a:pt x="407207" y="1509697"/>
                  </a:lnTo>
                  <a:lnTo>
                    <a:pt x="408279" y="1509059"/>
                  </a:lnTo>
                  <a:lnTo>
                    <a:pt x="409350" y="1508419"/>
                  </a:lnTo>
                  <a:lnTo>
                    <a:pt x="410422" y="1507778"/>
                  </a:lnTo>
                  <a:lnTo>
                    <a:pt x="411493" y="1507134"/>
                  </a:lnTo>
                  <a:lnTo>
                    <a:pt x="412565" y="1506488"/>
                  </a:lnTo>
                  <a:lnTo>
                    <a:pt x="413637" y="1505840"/>
                  </a:lnTo>
                  <a:lnTo>
                    <a:pt x="414708" y="1505190"/>
                  </a:lnTo>
                  <a:lnTo>
                    <a:pt x="415780" y="1504538"/>
                  </a:lnTo>
                  <a:lnTo>
                    <a:pt x="416851" y="1503884"/>
                  </a:lnTo>
                  <a:lnTo>
                    <a:pt x="417923" y="1503228"/>
                  </a:lnTo>
                  <a:lnTo>
                    <a:pt x="418995" y="1502569"/>
                  </a:lnTo>
                  <a:lnTo>
                    <a:pt x="420066" y="1501909"/>
                  </a:lnTo>
                  <a:lnTo>
                    <a:pt x="421138" y="1501246"/>
                  </a:lnTo>
                  <a:lnTo>
                    <a:pt x="422209" y="1500582"/>
                  </a:lnTo>
                  <a:lnTo>
                    <a:pt x="423281" y="1499915"/>
                  </a:lnTo>
                  <a:lnTo>
                    <a:pt x="424353" y="1499246"/>
                  </a:lnTo>
                  <a:lnTo>
                    <a:pt x="425424" y="1498575"/>
                  </a:lnTo>
                  <a:lnTo>
                    <a:pt x="426496" y="1497901"/>
                  </a:lnTo>
                  <a:lnTo>
                    <a:pt x="427567" y="1497226"/>
                  </a:lnTo>
                  <a:lnTo>
                    <a:pt x="428639" y="1496548"/>
                  </a:lnTo>
                  <a:lnTo>
                    <a:pt x="429711" y="1495868"/>
                  </a:lnTo>
                  <a:lnTo>
                    <a:pt x="430782" y="1495186"/>
                  </a:lnTo>
                  <a:lnTo>
                    <a:pt x="431854" y="1494502"/>
                  </a:lnTo>
                  <a:lnTo>
                    <a:pt x="432925" y="1493816"/>
                  </a:lnTo>
                  <a:lnTo>
                    <a:pt x="433997" y="1493127"/>
                  </a:lnTo>
                  <a:lnTo>
                    <a:pt x="435069" y="1492436"/>
                  </a:lnTo>
                  <a:lnTo>
                    <a:pt x="436140" y="1491743"/>
                  </a:lnTo>
                  <a:lnTo>
                    <a:pt x="437212" y="1491048"/>
                  </a:lnTo>
                  <a:lnTo>
                    <a:pt x="438283" y="1490350"/>
                  </a:lnTo>
                  <a:lnTo>
                    <a:pt x="439355" y="1489650"/>
                  </a:lnTo>
                  <a:lnTo>
                    <a:pt x="440427" y="1488948"/>
                  </a:lnTo>
                  <a:lnTo>
                    <a:pt x="441498" y="1488243"/>
                  </a:lnTo>
                  <a:lnTo>
                    <a:pt x="442570" y="1487536"/>
                  </a:lnTo>
                  <a:lnTo>
                    <a:pt x="443641" y="1486827"/>
                  </a:lnTo>
                  <a:lnTo>
                    <a:pt x="444713" y="1486116"/>
                  </a:lnTo>
                  <a:lnTo>
                    <a:pt x="445785" y="1485402"/>
                  </a:lnTo>
                  <a:lnTo>
                    <a:pt x="446856" y="1484686"/>
                  </a:lnTo>
                  <a:lnTo>
                    <a:pt x="447928" y="1483967"/>
                  </a:lnTo>
                  <a:lnTo>
                    <a:pt x="448999" y="1483246"/>
                  </a:lnTo>
                  <a:lnTo>
                    <a:pt x="450071" y="1482523"/>
                  </a:lnTo>
                  <a:lnTo>
                    <a:pt x="451143" y="1481797"/>
                  </a:lnTo>
                  <a:lnTo>
                    <a:pt x="452214" y="1481069"/>
                  </a:lnTo>
                  <a:lnTo>
                    <a:pt x="453286" y="1480339"/>
                  </a:lnTo>
                  <a:lnTo>
                    <a:pt x="454357" y="1479606"/>
                  </a:lnTo>
                  <a:lnTo>
                    <a:pt x="455429" y="1478871"/>
                  </a:lnTo>
                  <a:lnTo>
                    <a:pt x="456501" y="1478133"/>
                  </a:lnTo>
                  <a:lnTo>
                    <a:pt x="457572" y="1477393"/>
                  </a:lnTo>
                  <a:lnTo>
                    <a:pt x="458644" y="1476650"/>
                  </a:lnTo>
                  <a:lnTo>
                    <a:pt x="459715" y="1475906"/>
                  </a:lnTo>
                  <a:lnTo>
                    <a:pt x="460787" y="1475158"/>
                  </a:lnTo>
                  <a:lnTo>
                    <a:pt x="461859" y="1474408"/>
                  </a:lnTo>
                  <a:lnTo>
                    <a:pt x="462930" y="1473656"/>
                  </a:lnTo>
                  <a:lnTo>
                    <a:pt x="464002" y="1472901"/>
                  </a:lnTo>
                  <a:lnTo>
                    <a:pt x="465073" y="1472144"/>
                  </a:lnTo>
                  <a:lnTo>
                    <a:pt x="466145" y="1471384"/>
                  </a:lnTo>
                  <a:lnTo>
                    <a:pt x="467217" y="1470621"/>
                  </a:lnTo>
                  <a:lnTo>
                    <a:pt x="468288" y="1469856"/>
                  </a:lnTo>
                  <a:lnTo>
                    <a:pt x="469360" y="1469089"/>
                  </a:lnTo>
                  <a:lnTo>
                    <a:pt x="470431" y="1468319"/>
                  </a:lnTo>
                  <a:lnTo>
                    <a:pt x="471503" y="1467546"/>
                  </a:lnTo>
                  <a:lnTo>
                    <a:pt x="472575" y="1466771"/>
                  </a:lnTo>
                  <a:lnTo>
                    <a:pt x="473646" y="1465994"/>
                  </a:lnTo>
                  <a:lnTo>
                    <a:pt x="474718" y="1465214"/>
                  </a:lnTo>
                  <a:lnTo>
                    <a:pt x="475789" y="1464431"/>
                  </a:lnTo>
                  <a:lnTo>
                    <a:pt x="476861" y="1463645"/>
                  </a:lnTo>
                  <a:lnTo>
                    <a:pt x="477933" y="1462858"/>
                  </a:lnTo>
                  <a:lnTo>
                    <a:pt x="479004" y="1462067"/>
                  </a:lnTo>
                  <a:lnTo>
                    <a:pt x="480076" y="1461274"/>
                  </a:lnTo>
                  <a:lnTo>
                    <a:pt x="481147" y="1460478"/>
                  </a:lnTo>
                  <a:lnTo>
                    <a:pt x="482219" y="1459680"/>
                  </a:lnTo>
                  <a:lnTo>
                    <a:pt x="483291" y="1458879"/>
                  </a:lnTo>
                  <a:lnTo>
                    <a:pt x="484362" y="1458075"/>
                  </a:lnTo>
                  <a:lnTo>
                    <a:pt x="485434" y="1457269"/>
                  </a:lnTo>
                  <a:lnTo>
                    <a:pt x="486505" y="1456460"/>
                  </a:lnTo>
                  <a:lnTo>
                    <a:pt x="487577" y="1455648"/>
                  </a:lnTo>
                  <a:lnTo>
                    <a:pt x="488649" y="1454834"/>
                  </a:lnTo>
                  <a:lnTo>
                    <a:pt x="489720" y="1454017"/>
                  </a:lnTo>
                  <a:lnTo>
                    <a:pt x="490792" y="1453197"/>
                  </a:lnTo>
                  <a:lnTo>
                    <a:pt x="491863" y="1452375"/>
                  </a:lnTo>
                  <a:lnTo>
                    <a:pt x="492935" y="1451550"/>
                  </a:lnTo>
                  <a:lnTo>
                    <a:pt x="494007" y="1450722"/>
                  </a:lnTo>
                  <a:lnTo>
                    <a:pt x="495078" y="1449891"/>
                  </a:lnTo>
                  <a:lnTo>
                    <a:pt x="496150" y="1449058"/>
                  </a:lnTo>
                  <a:lnTo>
                    <a:pt x="497221" y="1448222"/>
                  </a:lnTo>
                  <a:lnTo>
                    <a:pt x="498293" y="1447384"/>
                  </a:lnTo>
                  <a:lnTo>
                    <a:pt x="499365" y="1446542"/>
                  </a:lnTo>
                  <a:lnTo>
                    <a:pt x="500436" y="1445698"/>
                  </a:lnTo>
                  <a:lnTo>
                    <a:pt x="501508" y="1444851"/>
                  </a:lnTo>
                  <a:lnTo>
                    <a:pt x="502579" y="1444002"/>
                  </a:lnTo>
                  <a:lnTo>
                    <a:pt x="503651" y="1443149"/>
                  </a:lnTo>
                  <a:lnTo>
                    <a:pt x="504723" y="1442294"/>
                  </a:lnTo>
                  <a:lnTo>
                    <a:pt x="505794" y="1441436"/>
                  </a:lnTo>
                  <a:lnTo>
                    <a:pt x="506866" y="1440575"/>
                  </a:lnTo>
                  <a:lnTo>
                    <a:pt x="507937" y="1439712"/>
                  </a:lnTo>
                  <a:lnTo>
                    <a:pt x="509009" y="1438846"/>
                  </a:lnTo>
                  <a:lnTo>
                    <a:pt x="510081" y="1437976"/>
                  </a:lnTo>
                  <a:lnTo>
                    <a:pt x="511152" y="1437105"/>
                  </a:lnTo>
                  <a:lnTo>
                    <a:pt x="512224" y="1436230"/>
                  </a:lnTo>
                  <a:lnTo>
                    <a:pt x="513295" y="1435352"/>
                  </a:lnTo>
                  <a:lnTo>
                    <a:pt x="514367" y="1434472"/>
                  </a:lnTo>
                  <a:lnTo>
                    <a:pt x="515439" y="1433589"/>
                  </a:lnTo>
                  <a:lnTo>
                    <a:pt x="516510" y="1432703"/>
                  </a:lnTo>
                  <a:lnTo>
                    <a:pt x="517582" y="1431814"/>
                  </a:lnTo>
                  <a:lnTo>
                    <a:pt x="518653" y="1430922"/>
                  </a:lnTo>
                  <a:lnTo>
                    <a:pt x="519725" y="1430028"/>
                  </a:lnTo>
                  <a:lnTo>
                    <a:pt x="520797" y="1429131"/>
                  </a:lnTo>
                  <a:lnTo>
                    <a:pt x="521868" y="1428230"/>
                  </a:lnTo>
                  <a:lnTo>
                    <a:pt x="522940" y="1427327"/>
                  </a:lnTo>
                  <a:lnTo>
                    <a:pt x="524011" y="1426422"/>
                  </a:lnTo>
                  <a:lnTo>
                    <a:pt x="525083" y="1425513"/>
                  </a:lnTo>
                  <a:lnTo>
                    <a:pt x="526155" y="1424601"/>
                  </a:lnTo>
                  <a:lnTo>
                    <a:pt x="527226" y="1423687"/>
                  </a:lnTo>
                  <a:lnTo>
                    <a:pt x="528298" y="1422769"/>
                  </a:lnTo>
                  <a:lnTo>
                    <a:pt x="529369" y="1421849"/>
                  </a:lnTo>
                  <a:lnTo>
                    <a:pt x="530441" y="1420926"/>
                  </a:lnTo>
                  <a:lnTo>
                    <a:pt x="531513" y="1420000"/>
                  </a:lnTo>
                  <a:lnTo>
                    <a:pt x="532584" y="1419071"/>
                  </a:lnTo>
                  <a:lnTo>
                    <a:pt x="533656" y="1418139"/>
                  </a:lnTo>
                  <a:lnTo>
                    <a:pt x="534727" y="1417205"/>
                  </a:lnTo>
                  <a:lnTo>
                    <a:pt x="535799" y="1416267"/>
                  </a:lnTo>
                  <a:lnTo>
                    <a:pt x="536870" y="1415327"/>
                  </a:lnTo>
                  <a:lnTo>
                    <a:pt x="537942" y="1414384"/>
                  </a:lnTo>
                  <a:lnTo>
                    <a:pt x="539014" y="1413437"/>
                  </a:lnTo>
                  <a:lnTo>
                    <a:pt x="540085" y="1412488"/>
                  </a:lnTo>
                  <a:lnTo>
                    <a:pt x="541157" y="1411536"/>
                  </a:lnTo>
                  <a:lnTo>
                    <a:pt x="542228" y="1410581"/>
                  </a:lnTo>
                  <a:lnTo>
                    <a:pt x="543300" y="1409624"/>
                  </a:lnTo>
                  <a:lnTo>
                    <a:pt x="544372" y="1408663"/>
                  </a:lnTo>
                  <a:lnTo>
                    <a:pt x="545443" y="1407699"/>
                  </a:lnTo>
                  <a:lnTo>
                    <a:pt x="546515" y="1406733"/>
                  </a:lnTo>
                  <a:lnTo>
                    <a:pt x="547586" y="1405763"/>
                  </a:lnTo>
                  <a:lnTo>
                    <a:pt x="548658" y="1404791"/>
                  </a:lnTo>
                  <a:lnTo>
                    <a:pt x="549730" y="1403816"/>
                  </a:lnTo>
                  <a:lnTo>
                    <a:pt x="550801" y="1402838"/>
                  </a:lnTo>
                  <a:lnTo>
                    <a:pt x="551873" y="1401857"/>
                  </a:lnTo>
                  <a:lnTo>
                    <a:pt x="552944" y="1400873"/>
                  </a:lnTo>
                  <a:lnTo>
                    <a:pt x="554016" y="1399886"/>
                  </a:lnTo>
                  <a:lnTo>
                    <a:pt x="555088" y="1398896"/>
                  </a:lnTo>
                  <a:lnTo>
                    <a:pt x="556159" y="1397903"/>
                  </a:lnTo>
                  <a:lnTo>
                    <a:pt x="557231" y="1396908"/>
                  </a:lnTo>
                  <a:lnTo>
                    <a:pt x="558302" y="1395909"/>
                  </a:lnTo>
                  <a:lnTo>
                    <a:pt x="559374" y="1394908"/>
                  </a:lnTo>
                  <a:lnTo>
                    <a:pt x="560446" y="1393904"/>
                  </a:lnTo>
                  <a:lnTo>
                    <a:pt x="561517" y="1392897"/>
                  </a:lnTo>
                  <a:lnTo>
                    <a:pt x="562589" y="1391886"/>
                  </a:lnTo>
                  <a:lnTo>
                    <a:pt x="563660" y="1390873"/>
                  </a:lnTo>
                  <a:lnTo>
                    <a:pt x="564732" y="1389858"/>
                  </a:lnTo>
                  <a:lnTo>
                    <a:pt x="565804" y="1388839"/>
                  </a:lnTo>
                  <a:lnTo>
                    <a:pt x="566875" y="1387817"/>
                  </a:lnTo>
                  <a:lnTo>
                    <a:pt x="567947" y="1386793"/>
                  </a:lnTo>
                  <a:lnTo>
                    <a:pt x="569018" y="1385765"/>
                  </a:lnTo>
                  <a:lnTo>
                    <a:pt x="570090" y="1384735"/>
                  </a:lnTo>
                  <a:lnTo>
                    <a:pt x="571162" y="1383702"/>
                  </a:lnTo>
                  <a:lnTo>
                    <a:pt x="572233" y="1382666"/>
                  </a:lnTo>
                  <a:lnTo>
                    <a:pt x="573305" y="1381627"/>
                  </a:lnTo>
                  <a:lnTo>
                    <a:pt x="574376" y="1380585"/>
                  </a:lnTo>
                  <a:lnTo>
                    <a:pt x="575448" y="1379540"/>
                  </a:lnTo>
                  <a:lnTo>
                    <a:pt x="576520" y="1378493"/>
                  </a:lnTo>
                  <a:lnTo>
                    <a:pt x="577591" y="1377442"/>
                  </a:lnTo>
                  <a:lnTo>
                    <a:pt x="578663" y="1376389"/>
                  </a:lnTo>
                  <a:lnTo>
                    <a:pt x="579734" y="1375333"/>
                  </a:lnTo>
                  <a:lnTo>
                    <a:pt x="580806" y="1374274"/>
                  </a:lnTo>
                  <a:lnTo>
                    <a:pt x="581878" y="1373212"/>
                  </a:lnTo>
                  <a:lnTo>
                    <a:pt x="582949" y="1372148"/>
                  </a:lnTo>
                  <a:lnTo>
                    <a:pt x="584021" y="1371080"/>
                  </a:lnTo>
                  <a:lnTo>
                    <a:pt x="585092" y="1370010"/>
                  </a:lnTo>
                  <a:lnTo>
                    <a:pt x="586164" y="1368937"/>
                  </a:lnTo>
                  <a:lnTo>
                    <a:pt x="587236" y="1367861"/>
                  </a:lnTo>
                  <a:lnTo>
                    <a:pt x="588307" y="1366783"/>
                  </a:lnTo>
                  <a:lnTo>
                    <a:pt x="589379" y="1365701"/>
                  </a:lnTo>
                  <a:lnTo>
                    <a:pt x="590450" y="1364617"/>
                  </a:lnTo>
                  <a:lnTo>
                    <a:pt x="591522" y="1363530"/>
                  </a:lnTo>
                  <a:lnTo>
                    <a:pt x="592594" y="1362440"/>
                  </a:lnTo>
                  <a:lnTo>
                    <a:pt x="593665" y="1361348"/>
                  </a:lnTo>
                  <a:lnTo>
                    <a:pt x="594737" y="1360252"/>
                  </a:lnTo>
                  <a:lnTo>
                    <a:pt x="595808" y="1359154"/>
                  </a:lnTo>
                  <a:lnTo>
                    <a:pt x="596880" y="1358053"/>
                  </a:lnTo>
                  <a:lnTo>
                    <a:pt x="597952" y="1356950"/>
                  </a:lnTo>
                  <a:lnTo>
                    <a:pt x="599023" y="1355843"/>
                  </a:lnTo>
                  <a:lnTo>
                    <a:pt x="600095" y="1354734"/>
                  </a:lnTo>
                  <a:lnTo>
                    <a:pt x="601166" y="1353623"/>
                  </a:lnTo>
                  <a:lnTo>
                    <a:pt x="602238" y="1352508"/>
                  </a:lnTo>
                  <a:lnTo>
                    <a:pt x="603310" y="1351391"/>
                  </a:lnTo>
                  <a:lnTo>
                    <a:pt x="604381" y="1350271"/>
                  </a:lnTo>
                  <a:lnTo>
                    <a:pt x="605453" y="1349149"/>
                  </a:lnTo>
                  <a:lnTo>
                    <a:pt x="606524" y="1348023"/>
                  </a:lnTo>
                  <a:lnTo>
                    <a:pt x="607596" y="1346896"/>
                  </a:lnTo>
                  <a:lnTo>
                    <a:pt x="608668" y="1345765"/>
                  </a:lnTo>
                  <a:lnTo>
                    <a:pt x="609739" y="1344632"/>
                  </a:lnTo>
                  <a:lnTo>
                    <a:pt x="610811" y="1343496"/>
                  </a:lnTo>
                  <a:lnTo>
                    <a:pt x="611882" y="1342358"/>
                  </a:lnTo>
                  <a:lnTo>
                    <a:pt x="612954" y="1341217"/>
                  </a:lnTo>
                  <a:lnTo>
                    <a:pt x="614026" y="1340073"/>
                  </a:lnTo>
                  <a:lnTo>
                    <a:pt x="615097" y="1338927"/>
                  </a:lnTo>
                  <a:lnTo>
                    <a:pt x="616169" y="1337778"/>
                  </a:lnTo>
                  <a:lnTo>
                    <a:pt x="617240" y="1336627"/>
                  </a:lnTo>
                  <a:lnTo>
                    <a:pt x="618312" y="1335473"/>
                  </a:lnTo>
                  <a:lnTo>
                    <a:pt x="619384" y="1334317"/>
                  </a:lnTo>
                  <a:lnTo>
                    <a:pt x="620455" y="1333158"/>
                  </a:lnTo>
                  <a:lnTo>
                    <a:pt x="621527" y="1331996"/>
                  </a:lnTo>
                  <a:lnTo>
                    <a:pt x="622598" y="1330832"/>
                  </a:lnTo>
                  <a:lnTo>
                    <a:pt x="623670" y="1329666"/>
                  </a:lnTo>
                  <a:lnTo>
                    <a:pt x="624742" y="1328497"/>
                  </a:lnTo>
                  <a:lnTo>
                    <a:pt x="625813" y="1327325"/>
                  </a:lnTo>
                  <a:lnTo>
                    <a:pt x="626885" y="1326151"/>
                  </a:lnTo>
                  <a:lnTo>
                    <a:pt x="627956" y="1324975"/>
                  </a:lnTo>
                  <a:lnTo>
                    <a:pt x="629028" y="1323796"/>
                  </a:lnTo>
                  <a:lnTo>
                    <a:pt x="630100" y="1322615"/>
                  </a:lnTo>
                  <a:lnTo>
                    <a:pt x="631171" y="1321432"/>
                  </a:lnTo>
                  <a:lnTo>
                    <a:pt x="632243" y="1320246"/>
                  </a:lnTo>
                  <a:lnTo>
                    <a:pt x="633314" y="1319057"/>
                  </a:lnTo>
                  <a:lnTo>
                    <a:pt x="634386" y="1317867"/>
                  </a:lnTo>
                  <a:lnTo>
                    <a:pt x="635458" y="1316674"/>
                  </a:lnTo>
                  <a:lnTo>
                    <a:pt x="636529" y="1315478"/>
                  </a:lnTo>
                  <a:lnTo>
                    <a:pt x="637601" y="1314281"/>
                  </a:lnTo>
                  <a:lnTo>
                    <a:pt x="638672" y="1313081"/>
                  </a:lnTo>
                  <a:lnTo>
                    <a:pt x="639744" y="1311878"/>
                  </a:lnTo>
                  <a:lnTo>
                    <a:pt x="640816" y="1310674"/>
                  </a:lnTo>
                  <a:lnTo>
                    <a:pt x="641887" y="1309467"/>
                  </a:lnTo>
                  <a:lnTo>
                    <a:pt x="642959" y="1308258"/>
                  </a:lnTo>
                  <a:lnTo>
                    <a:pt x="644030" y="1307047"/>
                  </a:lnTo>
                  <a:lnTo>
                    <a:pt x="645102" y="1305833"/>
                  </a:lnTo>
                  <a:lnTo>
                    <a:pt x="646174" y="1304618"/>
                  </a:lnTo>
                  <a:lnTo>
                    <a:pt x="647245" y="1303400"/>
                  </a:lnTo>
                  <a:lnTo>
                    <a:pt x="648317" y="1302180"/>
                  </a:lnTo>
                  <a:lnTo>
                    <a:pt x="649388" y="1300958"/>
                  </a:lnTo>
                  <a:lnTo>
                    <a:pt x="650460" y="1299734"/>
                  </a:lnTo>
                  <a:lnTo>
                    <a:pt x="651532" y="1298507"/>
                  </a:lnTo>
                  <a:lnTo>
                    <a:pt x="652603" y="1297279"/>
                  </a:lnTo>
                  <a:lnTo>
                    <a:pt x="653675" y="1296049"/>
                  </a:lnTo>
                  <a:lnTo>
                    <a:pt x="654746" y="1294816"/>
                  </a:lnTo>
                  <a:lnTo>
                    <a:pt x="655818" y="1293581"/>
                  </a:lnTo>
                  <a:lnTo>
                    <a:pt x="656890" y="1292345"/>
                  </a:lnTo>
                  <a:lnTo>
                    <a:pt x="657961" y="1291106"/>
                  </a:lnTo>
                  <a:lnTo>
                    <a:pt x="659033" y="1289866"/>
                  </a:lnTo>
                  <a:lnTo>
                    <a:pt x="660104" y="1288623"/>
                  </a:lnTo>
                  <a:lnTo>
                    <a:pt x="661176" y="1287379"/>
                  </a:lnTo>
                  <a:lnTo>
                    <a:pt x="662248" y="1286133"/>
                  </a:lnTo>
                  <a:lnTo>
                    <a:pt x="663319" y="1284884"/>
                  </a:lnTo>
                  <a:lnTo>
                    <a:pt x="664391" y="1283634"/>
                  </a:lnTo>
                  <a:lnTo>
                    <a:pt x="665462" y="1282382"/>
                  </a:lnTo>
                  <a:lnTo>
                    <a:pt x="666534" y="1281128"/>
                  </a:lnTo>
                  <a:lnTo>
                    <a:pt x="667606" y="1279873"/>
                  </a:lnTo>
                  <a:lnTo>
                    <a:pt x="668677" y="1278615"/>
                  </a:lnTo>
                  <a:lnTo>
                    <a:pt x="669749" y="1277356"/>
                  </a:lnTo>
                  <a:lnTo>
                    <a:pt x="670820" y="1276095"/>
                  </a:lnTo>
                  <a:lnTo>
                    <a:pt x="671892" y="1274832"/>
                  </a:lnTo>
                  <a:lnTo>
                    <a:pt x="672964" y="1273568"/>
                  </a:lnTo>
                  <a:lnTo>
                    <a:pt x="674035" y="1272302"/>
                  </a:lnTo>
                  <a:lnTo>
                    <a:pt x="675107" y="1271034"/>
                  </a:lnTo>
                  <a:lnTo>
                    <a:pt x="676178" y="1269764"/>
                  </a:lnTo>
                  <a:lnTo>
                    <a:pt x="677250" y="1268493"/>
                  </a:lnTo>
                  <a:lnTo>
                    <a:pt x="678322" y="1267220"/>
                  </a:lnTo>
                  <a:lnTo>
                    <a:pt x="679393" y="1265946"/>
                  </a:lnTo>
                  <a:lnTo>
                    <a:pt x="680465" y="1264670"/>
                  </a:lnTo>
                  <a:lnTo>
                    <a:pt x="681536" y="1263392"/>
                  </a:lnTo>
                  <a:lnTo>
                    <a:pt x="682608" y="1262113"/>
                  </a:lnTo>
                  <a:lnTo>
                    <a:pt x="683680" y="1260833"/>
                  </a:lnTo>
                  <a:lnTo>
                    <a:pt x="684751" y="1259551"/>
                  </a:lnTo>
                  <a:lnTo>
                    <a:pt x="685823" y="1258267"/>
                  </a:lnTo>
                  <a:lnTo>
                    <a:pt x="686894" y="1256983"/>
                  </a:lnTo>
                  <a:lnTo>
                    <a:pt x="687966" y="1255696"/>
                  </a:lnTo>
                  <a:lnTo>
                    <a:pt x="689038" y="1254408"/>
                  </a:lnTo>
                  <a:lnTo>
                    <a:pt x="690109" y="1253119"/>
                  </a:lnTo>
                  <a:lnTo>
                    <a:pt x="691181" y="1251829"/>
                  </a:lnTo>
                  <a:lnTo>
                    <a:pt x="692252" y="1250537"/>
                  </a:lnTo>
                  <a:lnTo>
                    <a:pt x="693324" y="1249244"/>
                  </a:lnTo>
                  <a:lnTo>
                    <a:pt x="694396" y="1247950"/>
                  </a:lnTo>
                  <a:lnTo>
                    <a:pt x="695467" y="1246654"/>
                  </a:lnTo>
                  <a:lnTo>
                    <a:pt x="696539" y="1245357"/>
                  </a:lnTo>
                  <a:lnTo>
                    <a:pt x="697610" y="1244059"/>
                  </a:lnTo>
                  <a:lnTo>
                    <a:pt x="698682" y="1242760"/>
                  </a:lnTo>
                  <a:lnTo>
                    <a:pt x="699754" y="1241460"/>
                  </a:lnTo>
                  <a:lnTo>
                    <a:pt x="700825" y="1240158"/>
                  </a:lnTo>
                  <a:lnTo>
                    <a:pt x="701897" y="1238855"/>
                  </a:lnTo>
                  <a:lnTo>
                    <a:pt x="702968" y="1237552"/>
                  </a:lnTo>
                  <a:lnTo>
                    <a:pt x="704040" y="1236247"/>
                  </a:lnTo>
                  <a:lnTo>
                    <a:pt x="705112" y="1234941"/>
                  </a:lnTo>
                  <a:lnTo>
                    <a:pt x="706183" y="1233634"/>
                  </a:lnTo>
                  <a:lnTo>
                    <a:pt x="707255" y="1232326"/>
                  </a:lnTo>
                  <a:lnTo>
                    <a:pt x="708326" y="1231018"/>
                  </a:lnTo>
                  <a:lnTo>
                    <a:pt x="709398" y="1229708"/>
                  </a:lnTo>
                  <a:lnTo>
                    <a:pt x="710469" y="1228397"/>
                  </a:lnTo>
                  <a:lnTo>
                    <a:pt x="711541" y="1227086"/>
                  </a:lnTo>
                  <a:lnTo>
                    <a:pt x="712613" y="1225773"/>
                  </a:lnTo>
                  <a:lnTo>
                    <a:pt x="713684" y="1224460"/>
                  </a:lnTo>
                  <a:lnTo>
                    <a:pt x="714756" y="1223146"/>
                  </a:lnTo>
                  <a:lnTo>
                    <a:pt x="715827" y="1221831"/>
                  </a:lnTo>
                  <a:lnTo>
                    <a:pt x="716899" y="1220516"/>
                  </a:lnTo>
                  <a:lnTo>
                    <a:pt x="717971" y="1219200"/>
                  </a:lnTo>
                  <a:lnTo>
                    <a:pt x="719042" y="1217883"/>
                  </a:lnTo>
                  <a:lnTo>
                    <a:pt x="720114" y="1216565"/>
                  </a:lnTo>
                  <a:lnTo>
                    <a:pt x="721185" y="1215247"/>
                  </a:lnTo>
                  <a:lnTo>
                    <a:pt x="722257" y="1213928"/>
                  </a:lnTo>
                  <a:lnTo>
                    <a:pt x="723329" y="1212608"/>
                  </a:lnTo>
                  <a:lnTo>
                    <a:pt x="724400" y="1211288"/>
                  </a:lnTo>
                  <a:lnTo>
                    <a:pt x="725472" y="1209968"/>
                  </a:lnTo>
                  <a:lnTo>
                    <a:pt x="726543" y="1208647"/>
                  </a:lnTo>
                  <a:lnTo>
                    <a:pt x="727615" y="1207325"/>
                  </a:lnTo>
                  <a:lnTo>
                    <a:pt x="728687" y="1206003"/>
                  </a:lnTo>
                  <a:lnTo>
                    <a:pt x="729758" y="1204680"/>
                  </a:lnTo>
                  <a:lnTo>
                    <a:pt x="730830" y="1203357"/>
                  </a:lnTo>
                  <a:lnTo>
                    <a:pt x="731901" y="1202034"/>
                  </a:lnTo>
                  <a:lnTo>
                    <a:pt x="732973" y="1200710"/>
                  </a:lnTo>
                  <a:lnTo>
                    <a:pt x="734045" y="1199386"/>
                  </a:lnTo>
                  <a:lnTo>
                    <a:pt x="735116" y="1198062"/>
                  </a:lnTo>
                  <a:lnTo>
                    <a:pt x="736188" y="1196738"/>
                  </a:lnTo>
                  <a:lnTo>
                    <a:pt x="737259" y="1195413"/>
                  </a:lnTo>
                  <a:lnTo>
                    <a:pt x="738331" y="1194088"/>
                  </a:lnTo>
                  <a:lnTo>
                    <a:pt x="739403" y="1192763"/>
                  </a:lnTo>
                  <a:lnTo>
                    <a:pt x="740474" y="1191437"/>
                  </a:lnTo>
                  <a:lnTo>
                    <a:pt x="741546" y="1190112"/>
                  </a:lnTo>
                  <a:lnTo>
                    <a:pt x="742617" y="1188786"/>
                  </a:lnTo>
                  <a:lnTo>
                    <a:pt x="743689" y="1187461"/>
                  </a:lnTo>
                  <a:lnTo>
                    <a:pt x="744761" y="1186135"/>
                  </a:lnTo>
                  <a:lnTo>
                    <a:pt x="745832" y="1184809"/>
                  </a:lnTo>
                  <a:lnTo>
                    <a:pt x="746904" y="1183484"/>
                  </a:lnTo>
                  <a:lnTo>
                    <a:pt x="747975" y="1182158"/>
                  </a:lnTo>
                  <a:lnTo>
                    <a:pt x="749047" y="1180833"/>
                  </a:lnTo>
                  <a:lnTo>
                    <a:pt x="750119" y="1179507"/>
                  </a:lnTo>
                  <a:lnTo>
                    <a:pt x="751190" y="1178182"/>
                  </a:lnTo>
                  <a:lnTo>
                    <a:pt x="752262" y="1176857"/>
                  </a:lnTo>
                  <a:lnTo>
                    <a:pt x="753333" y="1175532"/>
                  </a:lnTo>
                  <a:lnTo>
                    <a:pt x="754405" y="1174207"/>
                  </a:lnTo>
                  <a:lnTo>
                    <a:pt x="755477" y="1172883"/>
                  </a:lnTo>
                  <a:lnTo>
                    <a:pt x="756548" y="1171559"/>
                  </a:lnTo>
                  <a:lnTo>
                    <a:pt x="757620" y="1170235"/>
                  </a:lnTo>
                  <a:lnTo>
                    <a:pt x="758691" y="1168911"/>
                  </a:lnTo>
                  <a:lnTo>
                    <a:pt x="759763" y="1167588"/>
                  </a:lnTo>
                  <a:lnTo>
                    <a:pt x="760835" y="1166266"/>
                  </a:lnTo>
                  <a:lnTo>
                    <a:pt x="761906" y="1164943"/>
                  </a:lnTo>
                  <a:lnTo>
                    <a:pt x="762978" y="1163621"/>
                  </a:lnTo>
                  <a:lnTo>
                    <a:pt x="764049" y="1162300"/>
                  </a:lnTo>
                  <a:lnTo>
                    <a:pt x="765121" y="1160979"/>
                  </a:lnTo>
                  <a:lnTo>
                    <a:pt x="766193" y="1159659"/>
                  </a:lnTo>
                  <a:lnTo>
                    <a:pt x="767264" y="1158339"/>
                  </a:lnTo>
                  <a:lnTo>
                    <a:pt x="768336" y="1157020"/>
                  </a:lnTo>
                  <a:lnTo>
                    <a:pt x="769407" y="1155702"/>
                  </a:lnTo>
                  <a:lnTo>
                    <a:pt x="770479" y="1154384"/>
                  </a:lnTo>
                  <a:lnTo>
                    <a:pt x="771551" y="1153067"/>
                  </a:lnTo>
                  <a:lnTo>
                    <a:pt x="772622" y="1151751"/>
                  </a:lnTo>
                  <a:lnTo>
                    <a:pt x="773694" y="1150435"/>
                  </a:lnTo>
                  <a:lnTo>
                    <a:pt x="774765" y="1149120"/>
                  </a:lnTo>
                  <a:lnTo>
                    <a:pt x="775837" y="1147806"/>
                  </a:lnTo>
                  <a:lnTo>
                    <a:pt x="776909" y="1146493"/>
                  </a:lnTo>
                  <a:lnTo>
                    <a:pt x="777980" y="1145181"/>
                  </a:lnTo>
                  <a:lnTo>
                    <a:pt x="779052" y="1143870"/>
                  </a:lnTo>
                  <a:lnTo>
                    <a:pt x="780123" y="1142559"/>
                  </a:lnTo>
                  <a:lnTo>
                    <a:pt x="781195" y="1141250"/>
                  </a:lnTo>
                  <a:lnTo>
                    <a:pt x="782267" y="1139942"/>
                  </a:lnTo>
                  <a:lnTo>
                    <a:pt x="783338" y="1138634"/>
                  </a:lnTo>
                  <a:lnTo>
                    <a:pt x="784410" y="1137328"/>
                  </a:lnTo>
                  <a:lnTo>
                    <a:pt x="785481" y="1136023"/>
                  </a:lnTo>
                  <a:lnTo>
                    <a:pt x="786553" y="1134719"/>
                  </a:lnTo>
                  <a:lnTo>
                    <a:pt x="787625" y="1133416"/>
                  </a:lnTo>
                  <a:lnTo>
                    <a:pt x="788696" y="1132115"/>
                  </a:lnTo>
                  <a:lnTo>
                    <a:pt x="789768" y="1130814"/>
                  </a:lnTo>
                  <a:lnTo>
                    <a:pt x="790839" y="1129515"/>
                  </a:lnTo>
                  <a:lnTo>
                    <a:pt x="791911" y="1128218"/>
                  </a:lnTo>
                  <a:lnTo>
                    <a:pt x="792983" y="1126921"/>
                  </a:lnTo>
                  <a:lnTo>
                    <a:pt x="794054" y="1125626"/>
                  </a:lnTo>
                  <a:lnTo>
                    <a:pt x="795126" y="1124332"/>
                  </a:lnTo>
                  <a:lnTo>
                    <a:pt x="796197" y="1123040"/>
                  </a:lnTo>
                  <a:lnTo>
                    <a:pt x="797269" y="1121749"/>
                  </a:lnTo>
                  <a:lnTo>
                    <a:pt x="798341" y="1120460"/>
                  </a:lnTo>
                  <a:lnTo>
                    <a:pt x="799412" y="1119172"/>
                  </a:lnTo>
                  <a:lnTo>
                    <a:pt x="800484" y="1117886"/>
                  </a:lnTo>
                  <a:lnTo>
                    <a:pt x="801555" y="1116601"/>
                  </a:lnTo>
                  <a:lnTo>
                    <a:pt x="802627" y="1115318"/>
                  </a:lnTo>
                  <a:lnTo>
                    <a:pt x="803699" y="1114036"/>
                  </a:lnTo>
                  <a:lnTo>
                    <a:pt x="804770" y="1112756"/>
                  </a:lnTo>
                  <a:lnTo>
                    <a:pt x="805842" y="1111478"/>
                  </a:lnTo>
                  <a:lnTo>
                    <a:pt x="806913" y="1110202"/>
                  </a:lnTo>
                  <a:lnTo>
                    <a:pt x="807985" y="1108928"/>
                  </a:lnTo>
                  <a:lnTo>
                    <a:pt x="809057" y="1107655"/>
                  </a:lnTo>
                  <a:lnTo>
                    <a:pt x="810128" y="1106384"/>
                  </a:lnTo>
                  <a:lnTo>
                    <a:pt x="811200" y="1105115"/>
                  </a:lnTo>
                  <a:lnTo>
                    <a:pt x="812271" y="1103848"/>
                  </a:lnTo>
                  <a:lnTo>
                    <a:pt x="813343" y="1102582"/>
                  </a:lnTo>
                  <a:lnTo>
                    <a:pt x="814415" y="1101319"/>
                  </a:lnTo>
                  <a:lnTo>
                    <a:pt x="815486" y="1100058"/>
                  </a:lnTo>
                  <a:lnTo>
                    <a:pt x="816558" y="1098799"/>
                  </a:lnTo>
                  <a:lnTo>
                    <a:pt x="817629" y="1097542"/>
                  </a:lnTo>
                  <a:lnTo>
                    <a:pt x="818701" y="1096287"/>
                  </a:lnTo>
                  <a:lnTo>
                    <a:pt x="819773" y="1095034"/>
                  </a:lnTo>
                  <a:lnTo>
                    <a:pt x="820844" y="1093783"/>
                  </a:lnTo>
                  <a:lnTo>
                    <a:pt x="821916" y="1092534"/>
                  </a:lnTo>
                  <a:lnTo>
                    <a:pt x="822987" y="1091288"/>
                  </a:lnTo>
                  <a:lnTo>
                    <a:pt x="824059" y="1090044"/>
                  </a:lnTo>
                  <a:lnTo>
                    <a:pt x="825131" y="1088802"/>
                  </a:lnTo>
                  <a:lnTo>
                    <a:pt x="826202" y="1087563"/>
                  </a:lnTo>
                  <a:lnTo>
                    <a:pt x="827274" y="1086326"/>
                  </a:lnTo>
                  <a:lnTo>
                    <a:pt x="828345" y="1085091"/>
                  </a:lnTo>
                  <a:lnTo>
                    <a:pt x="829417" y="1083859"/>
                  </a:lnTo>
                  <a:lnTo>
                    <a:pt x="830489" y="1082629"/>
                  </a:lnTo>
                  <a:lnTo>
                    <a:pt x="831560" y="1081402"/>
                  </a:lnTo>
                  <a:lnTo>
                    <a:pt x="832632" y="1080177"/>
                  </a:lnTo>
                  <a:lnTo>
                    <a:pt x="833703" y="1078955"/>
                  </a:lnTo>
                  <a:lnTo>
                    <a:pt x="834775" y="1077735"/>
                  </a:lnTo>
                  <a:lnTo>
                    <a:pt x="835847" y="1076518"/>
                  </a:lnTo>
                  <a:lnTo>
                    <a:pt x="836918" y="1075304"/>
                  </a:lnTo>
                  <a:lnTo>
                    <a:pt x="837990" y="1074092"/>
                  </a:lnTo>
                  <a:lnTo>
                    <a:pt x="839061" y="1072883"/>
                  </a:lnTo>
                  <a:lnTo>
                    <a:pt x="840133" y="1071677"/>
                  </a:lnTo>
                  <a:lnTo>
                    <a:pt x="841205" y="1070473"/>
                  </a:lnTo>
                  <a:lnTo>
                    <a:pt x="842276" y="1069273"/>
                  </a:lnTo>
                  <a:lnTo>
                    <a:pt x="843348" y="1068075"/>
                  </a:lnTo>
                  <a:lnTo>
                    <a:pt x="844419" y="1066880"/>
                  </a:lnTo>
                  <a:lnTo>
                    <a:pt x="845491" y="1065688"/>
                  </a:lnTo>
                  <a:lnTo>
                    <a:pt x="846563" y="1064499"/>
                  </a:lnTo>
                  <a:lnTo>
                    <a:pt x="847634" y="1063313"/>
                  </a:lnTo>
                  <a:lnTo>
                    <a:pt x="848706" y="1062130"/>
                  </a:lnTo>
                  <a:lnTo>
                    <a:pt x="849777" y="1060950"/>
                  </a:lnTo>
                  <a:lnTo>
                    <a:pt x="850849" y="1059773"/>
                  </a:lnTo>
                  <a:lnTo>
                    <a:pt x="851921" y="1058599"/>
                  </a:lnTo>
                  <a:lnTo>
                    <a:pt x="852992" y="1057429"/>
                  </a:lnTo>
                  <a:lnTo>
                    <a:pt x="854064" y="1056261"/>
                  </a:lnTo>
                  <a:lnTo>
                    <a:pt x="855135" y="1055097"/>
                  </a:lnTo>
                  <a:lnTo>
                    <a:pt x="856207" y="1053936"/>
                  </a:lnTo>
                  <a:lnTo>
                    <a:pt x="857279" y="1052778"/>
                  </a:lnTo>
                  <a:lnTo>
                    <a:pt x="858350" y="1051624"/>
                  </a:lnTo>
                  <a:lnTo>
                    <a:pt x="859422" y="1050472"/>
                  </a:lnTo>
                  <a:lnTo>
                    <a:pt x="860493" y="1049325"/>
                  </a:lnTo>
                  <a:lnTo>
                    <a:pt x="861565" y="1048180"/>
                  </a:lnTo>
                  <a:lnTo>
                    <a:pt x="862637" y="1047040"/>
                  </a:lnTo>
                  <a:lnTo>
                    <a:pt x="863708" y="1045902"/>
                  </a:lnTo>
                  <a:lnTo>
                    <a:pt x="864780" y="1044768"/>
                  </a:lnTo>
                  <a:lnTo>
                    <a:pt x="865851" y="1043638"/>
                  </a:lnTo>
                  <a:lnTo>
                    <a:pt x="866923" y="1042511"/>
                  </a:lnTo>
                  <a:lnTo>
                    <a:pt x="867995" y="1041388"/>
                  </a:lnTo>
                  <a:lnTo>
                    <a:pt x="869066" y="1040268"/>
                  </a:lnTo>
                  <a:lnTo>
                    <a:pt x="870138" y="1039153"/>
                  </a:lnTo>
                  <a:lnTo>
                    <a:pt x="871209" y="1038040"/>
                  </a:lnTo>
                  <a:lnTo>
                    <a:pt x="872281" y="1036932"/>
                  </a:lnTo>
                  <a:lnTo>
                    <a:pt x="873353" y="1035827"/>
                  </a:lnTo>
                  <a:lnTo>
                    <a:pt x="874424" y="1034727"/>
                  </a:lnTo>
                  <a:lnTo>
                    <a:pt x="875496" y="1033630"/>
                  </a:lnTo>
                  <a:lnTo>
                    <a:pt x="876567" y="1032536"/>
                  </a:lnTo>
                  <a:lnTo>
                    <a:pt x="877639" y="1031447"/>
                  </a:lnTo>
                  <a:lnTo>
                    <a:pt x="878711" y="1030362"/>
                  </a:lnTo>
                  <a:lnTo>
                    <a:pt x="879782" y="1029280"/>
                  </a:lnTo>
                  <a:lnTo>
                    <a:pt x="880854" y="1028203"/>
                  </a:lnTo>
                  <a:lnTo>
                    <a:pt x="881925" y="1027130"/>
                  </a:lnTo>
                  <a:lnTo>
                    <a:pt x="882997" y="1026060"/>
                  </a:lnTo>
                  <a:lnTo>
                    <a:pt x="884069" y="1024995"/>
                  </a:lnTo>
                  <a:lnTo>
                    <a:pt x="885140" y="1023934"/>
                  </a:lnTo>
                  <a:lnTo>
                    <a:pt x="886212" y="1022877"/>
                  </a:lnTo>
                  <a:lnTo>
                    <a:pt x="887283" y="1021825"/>
                  </a:lnTo>
                  <a:lnTo>
                    <a:pt x="888355" y="1020776"/>
                  </a:lnTo>
                  <a:lnTo>
                    <a:pt x="889426" y="1019732"/>
                  </a:lnTo>
                  <a:lnTo>
                    <a:pt x="890498" y="1018692"/>
                  </a:lnTo>
                  <a:lnTo>
                    <a:pt x="891570" y="1017656"/>
                  </a:lnTo>
                  <a:lnTo>
                    <a:pt x="892641" y="1016625"/>
                  </a:lnTo>
                  <a:lnTo>
                    <a:pt x="893713" y="1015598"/>
                  </a:lnTo>
                  <a:lnTo>
                    <a:pt x="894784" y="1014576"/>
                  </a:lnTo>
                  <a:lnTo>
                    <a:pt x="895856" y="1013558"/>
                  </a:lnTo>
                  <a:lnTo>
                    <a:pt x="896928" y="1012544"/>
                  </a:lnTo>
                  <a:lnTo>
                    <a:pt x="897999" y="1011535"/>
                  </a:lnTo>
                  <a:lnTo>
                    <a:pt x="899071" y="1010531"/>
                  </a:lnTo>
                  <a:lnTo>
                    <a:pt x="900142" y="1009531"/>
                  </a:lnTo>
                  <a:lnTo>
                    <a:pt x="901214" y="1008535"/>
                  </a:lnTo>
                  <a:lnTo>
                    <a:pt x="902286" y="1007545"/>
                  </a:lnTo>
                  <a:lnTo>
                    <a:pt x="903357" y="1006559"/>
                  </a:lnTo>
                  <a:lnTo>
                    <a:pt x="904429" y="1005577"/>
                  </a:lnTo>
                  <a:lnTo>
                    <a:pt x="905500" y="1004601"/>
                  </a:lnTo>
                  <a:lnTo>
                    <a:pt x="906572" y="1003629"/>
                  </a:lnTo>
                  <a:lnTo>
                    <a:pt x="907644" y="1002662"/>
                  </a:lnTo>
                  <a:lnTo>
                    <a:pt x="908715" y="1001700"/>
                  </a:lnTo>
                  <a:lnTo>
                    <a:pt x="909787" y="1000743"/>
                  </a:lnTo>
                  <a:lnTo>
                    <a:pt x="910858" y="999790"/>
                  </a:lnTo>
                  <a:lnTo>
                    <a:pt x="911930" y="998843"/>
                  </a:lnTo>
                  <a:lnTo>
                    <a:pt x="913002" y="997900"/>
                  </a:lnTo>
                  <a:lnTo>
                    <a:pt x="914073" y="996962"/>
                  </a:lnTo>
                  <a:lnTo>
                    <a:pt x="915145" y="996030"/>
                  </a:lnTo>
                  <a:lnTo>
                    <a:pt x="916216" y="995102"/>
                  </a:lnTo>
                  <a:lnTo>
                    <a:pt x="917288" y="994179"/>
                  </a:lnTo>
                  <a:lnTo>
                    <a:pt x="918360" y="993261"/>
                  </a:lnTo>
                  <a:lnTo>
                    <a:pt x="919431" y="992349"/>
                  </a:lnTo>
                  <a:lnTo>
                    <a:pt x="920503" y="991441"/>
                  </a:lnTo>
                  <a:lnTo>
                    <a:pt x="921574" y="990538"/>
                  </a:lnTo>
                  <a:lnTo>
                    <a:pt x="922646" y="989640"/>
                  </a:lnTo>
                  <a:lnTo>
                    <a:pt x="923718" y="988747"/>
                  </a:lnTo>
                  <a:lnTo>
                    <a:pt x="924789" y="987859"/>
                  </a:lnTo>
                  <a:lnTo>
                    <a:pt x="925861" y="986976"/>
                  </a:lnTo>
                  <a:lnTo>
                    <a:pt x="926932" y="986098"/>
                  </a:lnTo>
                  <a:lnTo>
                    <a:pt x="928004" y="985225"/>
                  </a:lnTo>
                  <a:lnTo>
                    <a:pt x="929076" y="984356"/>
                  </a:lnTo>
                  <a:lnTo>
                    <a:pt x="930147" y="983493"/>
                  </a:lnTo>
                  <a:lnTo>
                    <a:pt x="931219" y="982635"/>
                  </a:lnTo>
                  <a:lnTo>
                    <a:pt x="932290" y="981782"/>
                  </a:lnTo>
                  <a:lnTo>
                    <a:pt x="933362" y="980934"/>
                  </a:lnTo>
                  <a:lnTo>
                    <a:pt x="934434" y="980090"/>
                  </a:lnTo>
                  <a:lnTo>
                    <a:pt x="935505" y="979252"/>
                  </a:lnTo>
                  <a:lnTo>
                    <a:pt x="936577" y="978419"/>
                  </a:lnTo>
                  <a:lnTo>
                    <a:pt x="937648" y="977591"/>
                  </a:lnTo>
                  <a:lnTo>
                    <a:pt x="938720" y="976767"/>
                  </a:lnTo>
                  <a:lnTo>
                    <a:pt x="939792" y="975949"/>
                  </a:lnTo>
                  <a:lnTo>
                    <a:pt x="940863" y="975135"/>
                  </a:lnTo>
                  <a:lnTo>
                    <a:pt x="941935" y="974327"/>
                  </a:lnTo>
                  <a:lnTo>
                    <a:pt x="943006" y="973524"/>
                  </a:lnTo>
                  <a:lnTo>
                    <a:pt x="944078" y="972725"/>
                  </a:lnTo>
                  <a:lnTo>
                    <a:pt x="945150" y="971932"/>
                  </a:lnTo>
                  <a:lnTo>
                    <a:pt x="946221" y="971143"/>
                  </a:lnTo>
                  <a:lnTo>
                    <a:pt x="947293" y="970360"/>
                  </a:lnTo>
                  <a:lnTo>
                    <a:pt x="948364" y="969581"/>
                  </a:lnTo>
                  <a:lnTo>
                    <a:pt x="949436" y="968807"/>
                  </a:lnTo>
                  <a:lnTo>
                    <a:pt x="950508" y="968039"/>
                  </a:lnTo>
                  <a:lnTo>
                    <a:pt x="951579" y="967275"/>
                  </a:lnTo>
                  <a:lnTo>
                    <a:pt x="952651" y="966516"/>
                  </a:lnTo>
                  <a:lnTo>
                    <a:pt x="953722" y="965762"/>
                  </a:lnTo>
                  <a:lnTo>
                    <a:pt x="954794" y="965014"/>
                  </a:lnTo>
                  <a:lnTo>
                    <a:pt x="955866" y="964270"/>
                  </a:lnTo>
                  <a:lnTo>
                    <a:pt x="956937" y="963531"/>
                  </a:lnTo>
                  <a:lnTo>
                    <a:pt x="958009" y="962797"/>
                  </a:lnTo>
                  <a:lnTo>
                    <a:pt x="959080" y="962068"/>
                  </a:lnTo>
                  <a:lnTo>
                    <a:pt x="960152" y="961344"/>
                  </a:lnTo>
                  <a:lnTo>
                    <a:pt x="961224" y="960624"/>
                  </a:lnTo>
                  <a:lnTo>
                    <a:pt x="962295" y="959910"/>
                  </a:lnTo>
                  <a:lnTo>
                    <a:pt x="963367" y="959201"/>
                  </a:lnTo>
                  <a:lnTo>
                    <a:pt x="964438" y="958496"/>
                  </a:lnTo>
                  <a:lnTo>
                    <a:pt x="965510" y="957797"/>
                  </a:lnTo>
                  <a:lnTo>
                    <a:pt x="966582" y="957102"/>
                  </a:lnTo>
                  <a:lnTo>
                    <a:pt x="967653" y="956413"/>
                  </a:lnTo>
                  <a:lnTo>
                    <a:pt x="968725" y="955728"/>
                  </a:lnTo>
                  <a:lnTo>
                    <a:pt x="969796" y="955048"/>
                  </a:lnTo>
                  <a:lnTo>
                    <a:pt x="970868" y="954373"/>
                  </a:lnTo>
                  <a:lnTo>
                    <a:pt x="971940" y="953703"/>
                  </a:lnTo>
                  <a:lnTo>
                    <a:pt x="973011" y="953038"/>
                  </a:lnTo>
                  <a:lnTo>
                    <a:pt x="974083" y="952377"/>
                  </a:lnTo>
                  <a:lnTo>
                    <a:pt x="975154" y="951722"/>
                  </a:lnTo>
                  <a:lnTo>
                    <a:pt x="976226" y="951071"/>
                  </a:lnTo>
                  <a:lnTo>
                    <a:pt x="977298" y="950425"/>
                  </a:lnTo>
                  <a:lnTo>
                    <a:pt x="978369" y="949784"/>
                  </a:lnTo>
                  <a:lnTo>
                    <a:pt x="979441" y="949148"/>
                  </a:lnTo>
                  <a:lnTo>
                    <a:pt x="980512" y="948517"/>
                  </a:lnTo>
                  <a:lnTo>
                    <a:pt x="981584" y="947891"/>
                  </a:lnTo>
                  <a:lnTo>
                    <a:pt x="982656" y="947269"/>
                  </a:lnTo>
                  <a:lnTo>
                    <a:pt x="983727" y="946652"/>
                  </a:lnTo>
                  <a:lnTo>
                    <a:pt x="984799" y="946040"/>
                  </a:lnTo>
                  <a:lnTo>
                    <a:pt x="985870" y="945433"/>
                  </a:lnTo>
                  <a:lnTo>
                    <a:pt x="986942" y="944831"/>
                  </a:lnTo>
                  <a:lnTo>
                    <a:pt x="988014" y="944233"/>
                  </a:lnTo>
                  <a:lnTo>
                    <a:pt x="989085" y="943641"/>
                  </a:lnTo>
                  <a:lnTo>
                    <a:pt x="990157" y="943053"/>
                  </a:lnTo>
                  <a:lnTo>
                    <a:pt x="991228" y="942470"/>
                  </a:lnTo>
                  <a:lnTo>
                    <a:pt x="992300" y="941891"/>
                  </a:lnTo>
                  <a:lnTo>
                    <a:pt x="993372" y="941317"/>
                  </a:lnTo>
                  <a:lnTo>
                    <a:pt x="994443" y="940749"/>
                  </a:lnTo>
                  <a:lnTo>
                    <a:pt x="995515" y="940184"/>
                  </a:lnTo>
                  <a:lnTo>
                    <a:pt x="996586" y="939625"/>
                  </a:lnTo>
                  <a:lnTo>
                    <a:pt x="997658" y="939070"/>
                  </a:lnTo>
                  <a:lnTo>
                    <a:pt x="998730" y="938520"/>
                  </a:lnTo>
                  <a:lnTo>
                    <a:pt x="999801" y="937975"/>
                  </a:lnTo>
                  <a:lnTo>
                    <a:pt x="1000873" y="937434"/>
                  </a:lnTo>
                  <a:lnTo>
                    <a:pt x="1001944" y="936898"/>
                  </a:lnTo>
                  <a:lnTo>
                    <a:pt x="1003016" y="936367"/>
                  </a:lnTo>
                  <a:lnTo>
                    <a:pt x="1004088" y="935840"/>
                  </a:lnTo>
                  <a:lnTo>
                    <a:pt x="1005159" y="935319"/>
                  </a:lnTo>
                  <a:lnTo>
                    <a:pt x="1006231" y="934801"/>
                  </a:lnTo>
                  <a:lnTo>
                    <a:pt x="1007302" y="934289"/>
                  </a:lnTo>
                  <a:lnTo>
                    <a:pt x="1008374" y="933781"/>
                  </a:lnTo>
                  <a:lnTo>
                    <a:pt x="1009446" y="933277"/>
                  </a:lnTo>
                  <a:lnTo>
                    <a:pt x="1010517" y="932779"/>
                  </a:lnTo>
                  <a:lnTo>
                    <a:pt x="1011589" y="932284"/>
                  </a:lnTo>
                  <a:lnTo>
                    <a:pt x="1012660" y="931795"/>
                  </a:lnTo>
                  <a:lnTo>
                    <a:pt x="1013732" y="931310"/>
                  </a:lnTo>
                  <a:lnTo>
                    <a:pt x="1014804" y="930830"/>
                  </a:lnTo>
                  <a:lnTo>
                    <a:pt x="1015875" y="930354"/>
                  </a:lnTo>
                  <a:lnTo>
                    <a:pt x="1016947" y="929882"/>
                  </a:lnTo>
                  <a:lnTo>
                    <a:pt x="1018018" y="929416"/>
                  </a:lnTo>
                  <a:lnTo>
                    <a:pt x="1019090" y="928954"/>
                  </a:lnTo>
                  <a:lnTo>
                    <a:pt x="1020162" y="928496"/>
                  </a:lnTo>
                  <a:lnTo>
                    <a:pt x="1021233" y="928043"/>
                  </a:lnTo>
                  <a:lnTo>
                    <a:pt x="1022305" y="927594"/>
                  </a:lnTo>
                  <a:lnTo>
                    <a:pt x="1023376" y="927150"/>
                  </a:lnTo>
                  <a:lnTo>
                    <a:pt x="1024448" y="926710"/>
                  </a:lnTo>
                  <a:lnTo>
                    <a:pt x="1025520" y="926275"/>
                  </a:lnTo>
                  <a:lnTo>
                    <a:pt x="1026591" y="925844"/>
                  </a:lnTo>
                  <a:lnTo>
                    <a:pt x="1027663" y="925418"/>
                  </a:lnTo>
                  <a:lnTo>
                    <a:pt x="1028734" y="924996"/>
                  </a:lnTo>
                  <a:lnTo>
                    <a:pt x="1029806" y="924579"/>
                  </a:lnTo>
                  <a:lnTo>
                    <a:pt x="1030878" y="924166"/>
                  </a:lnTo>
                  <a:lnTo>
                    <a:pt x="1031949" y="923757"/>
                  </a:lnTo>
                  <a:lnTo>
                    <a:pt x="1033021" y="923353"/>
                  </a:lnTo>
                  <a:lnTo>
                    <a:pt x="1034092" y="922953"/>
                  </a:lnTo>
                  <a:lnTo>
                    <a:pt x="1035164" y="922557"/>
                  </a:lnTo>
                  <a:lnTo>
                    <a:pt x="1036236" y="922166"/>
                  </a:lnTo>
                  <a:lnTo>
                    <a:pt x="1037307" y="921779"/>
                  </a:lnTo>
                  <a:lnTo>
                    <a:pt x="1038379" y="921397"/>
                  </a:lnTo>
                  <a:lnTo>
                    <a:pt x="1039450" y="921019"/>
                  </a:lnTo>
                  <a:lnTo>
                    <a:pt x="1040522" y="920645"/>
                  </a:lnTo>
                  <a:lnTo>
                    <a:pt x="1041594" y="920275"/>
                  </a:lnTo>
                  <a:lnTo>
                    <a:pt x="1042665" y="919910"/>
                  </a:lnTo>
                  <a:lnTo>
                    <a:pt x="1043737" y="919549"/>
                  </a:lnTo>
                  <a:lnTo>
                    <a:pt x="1044808" y="919192"/>
                  </a:lnTo>
                  <a:lnTo>
                    <a:pt x="1045880" y="918840"/>
                  </a:lnTo>
                  <a:lnTo>
                    <a:pt x="1046952" y="918492"/>
                  </a:lnTo>
                  <a:lnTo>
                    <a:pt x="1048023" y="918147"/>
                  </a:lnTo>
                  <a:lnTo>
                    <a:pt x="1049095" y="917808"/>
                  </a:lnTo>
                  <a:lnTo>
                    <a:pt x="1050166" y="917472"/>
                  </a:lnTo>
                  <a:lnTo>
                    <a:pt x="1051238" y="917140"/>
                  </a:lnTo>
                  <a:lnTo>
                    <a:pt x="1052310" y="916813"/>
                  </a:lnTo>
                  <a:lnTo>
                    <a:pt x="1053381" y="916490"/>
                  </a:lnTo>
                  <a:lnTo>
                    <a:pt x="1054453" y="916171"/>
                  </a:lnTo>
                  <a:lnTo>
                    <a:pt x="1055524" y="915856"/>
                  </a:lnTo>
                  <a:lnTo>
                    <a:pt x="1056596" y="915545"/>
                  </a:lnTo>
                  <a:lnTo>
                    <a:pt x="1057668" y="915238"/>
                  </a:lnTo>
                  <a:lnTo>
                    <a:pt x="1058739" y="914936"/>
                  </a:lnTo>
                  <a:lnTo>
                    <a:pt x="1059811" y="914637"/>
                  </a:lnTo>
                  <a:lnTo>
                    <a:pt x="1060882" y="914342"/>
                  </a:lnTo>
                  <a:lnTo>
                    <a:pt x="1061954" y="914052"/>
                  </a:lnTo>
                  <a:lnTo>
                    <a:pt x="1063026" y="913765"/>
                  </a:lnTo>
                  <a:lnTo>
                    <a:pt x="1064097" y="913483"/>
                  </a:lnTo>
                  <a:lnTo>
                    <a:pt x="1065169" y="913205"/>
                  </a:lnTo>
                  <a:lnTo>
                    <a:pt x="1066240" y="912930"/>
                  </a:lnTo>
                  <a:lnTo>
                    <a:pt x="1067312" y="912660"/>
                  </a:lnTo>
                  <a:lnTo>
                    <a:pt x="1068383" y="912393"/>
                  </a:lnTo>
                  <a:lnTo>
                    <a:pt x="1069455" y="912130"/>
                  </a:lnTo>
                  <a:lnTo>
                    <a:pt x="1070527" y="911872"/>
                  </a:lnTo>
                  <a:lnTo>
                    <a:pt x="1071598" y="911617"/>
                  </a:lnTo>
                  <a:lnTo>
                    <a:pt x="1072670" y="911366"/>
                  </a:lnTo>
                  <a:lnTo>
                    <a:pt x="1073741" y="911119"/>
                  </a:lnTo>
                  <a:lnTo>
                    <a:pt x="1074813" y="910876"/>
                  </a:lnTo>
                  <a:lnTo>
                    <a:pt x="1075885" y="910637"/>
                  </a:lnTo>
                  <a:lnTo>
                    <a:pt x="1076956" y="910401"/>
                  </a:lnTo>
                  <a:lnTo>
                    <a:pt x="1078028" y="910169"/>
                  </a:lnTo>
                  <a:lnTo>
                    <a:pt x="1079099" y="909942"/>
                  </a:lnTo>
                  <a:lnTo>
                    <a:pt x="1080171" y="909718"/>
                  </a:lnTo>
                  <a:lnTo>
                    <a:pt x="1081243" y="909497"/>
                  </a:lnTo>
                  <a:lnTo>
                    <a:pt x="1082314" y="909281"/>
                  </a:lnTo>
                  <a:lnTo>
                    <a:pt x="1083386" y="909068"/>
                  </a:lnTo>
                  <a:lnTo>
                    <a:pt x="1084457" y="908859"/>
                  </a:lnTo>
                  <a:lnTo>
                    <a:pt x="1085529" y="908654"/>
                  </a:lnTo>
                  <a:lnTo>
                    <a:pt x="1086601" y="908452"/>
                  </a:lnTo>
                  <a:lnTo>
                    <a:pt x="1087672" y="908254"/>
                  </a:lnTo>
                  <a:lnTo>
                    <a:pt x="1088744" y="908060"/>
                  </a:lnTo>
                  <a:lnTo>
                    <a:pt x="1089815" y="907870"/>
                  </a:lnTo>
                  <a:lnTo>
                    <a:pt x="1090887" y="907683"/>
                  </a:lnTo>
                  <a:lnTo>
                    <a:pt x="1091959" y="907499"/>
                  </a:lnTo>
                  <a:lnTo>
                    <a:pt x="1093030" y="907320"/>
                  </a:lnTo>
                  <a:lnTo>
                    <a:pt x="1094102" y="907143"/>
                  </a:lnTo>
                  <a:lnTo>
                    <a:pt x="1095173" y="906971"/>
                  </a:lnTo>
                  <a:lnTo>
                    <a:pt x="1096245" y="906802"/>
                  </a:lnTo>
                  <a:lnTo>
                    <a:pt x="1097317" y="906636"/>
                  </a:lnTo>
                  <a:lnTo>
                    <a:pt x="1098388" y="906474"/>
                  </a:lnTo>
                  <a:lnTo>
                    <a:pt x="1099460" y="906316"/>
                  </a:lnTo>
                  <a:lnTo>
                    <a:pt x="1100531" y="906161"/>
                  </a:lnTo>
                  <a:lnTo>
                    <a:pt x="1101603" y="906010"/>
                  </a:lnTo>
                  <a:lnTo>
                    <a:pt x="1102675" y="905862"/>
                  </a:lnTo>
                  <a:lnTo>
                    <a:pt x="1103746" y="905717"/>
                  </a:lnTo>
                  <a:lnTo>
                    <a:pt x="1104818" y="905576"/>
                  </a:lnTo>
                  <a:lnTo>
                    <a:pt x="1105889" y="905438"/>
                  </a:lnTo>
                  <a:lnTo>
                    <a:pt x="1106961" y="905304"/>
                  </a:lnTo>
                  <a:lnTo>
                    <a:pt x="1108033" y="905173"/>
                  </a:lnTo>
                  <a:lnTo>
                    <a:pt x="1109104" y="905046"/>
                  </a:lnTo>
                  <a:lnTo>
                    <a:pt x="1110176" y="904921"/>
                  </a:lnTo>
                  <a:lnTo>
                    <a:pt x="1111247" y="904801"/>
                  </a:lnTo>
                  <a:lnTo>
                    <a:pt x="1112319" y="904683"/>
                  </a:lnTo>
                  <a:lnTo>
                    <a:pt x="1113391" y="904569"/>
                  </a:lnTo>
                  <a:lnTo>
                    <a:pt x="1114462" y="904458"/>
                  </a:lnTo>
                  <a:lnTo>
                    <a:pt x="1115534" y="904350"/>
                  </a:lnTo>
                  <a:lnTo>
                    <a:pt x="1116605" y="904246"/>
                  </a:lnTo>
                  <a:lnTo>
                    <a:pt x="1117677" y="904144"/>
                  </a:lnTo>
                  <a:lnTo>
                    <a:pt x="1118749" y="904046"/>
                  </a:lnTo>
                  <a:lnTo>
                    <a:pt x="1119820" y="903951"/>
                  </a:lnTo>
                  <a:lnTo>
                    <a:pt x="1120892" y="903860"/>
                  </a:lnTo>
                  <a:lnTo>
                    <a:pt x="1121963" y="903771"/>
                  </a:lnTo>
                  <a:lnTo>
                    <a:pt x="1123035" y="903686"/>
                  </a:lnTo>
                  <a:lnTo>
                    <a:pt x="1124107" y="903604"/>
                  </a:lnTo>
                  <a:lnTo>
                    <a:pt x="1125178" y="903525"/>
                  </a:lnTo>
                  <a:lnTo>
                    <a:pt x="1126250" y="903449"/>
                  </a:lnTo>
                  <a:lnTo>
                    <a:pt x="1127321" y="903376"/>
                  </a:lnTo>
                  <a:lnTo>
                    <a:pt x="1128393" y="903306"/>
                  </a:lnTo>
                  <a:lnTo>
                    <a:pt x="1129465" y="903239"/>
                  </a:lnTo>
                  <a:lnTo>
                    <a:pt x="1130536" y="903175"/>
                  </a:lnTo>
                  <a:lnTo>
                    <a:pt x="1131608" y="903115"/>
                  </a:lnTo>
                  <a:lnTo>
                    <a:pt x="1132679" y="903057"/>
                  </a:lnTo>
                  <a:lnTo>
                    <a:pt x="1133751" y="903002"/>
                  </a:lnTo>
                  <a:lnTo>
                    <a:pt x="1134823" y="902950"/>
                  </a:lnTo>
                  <a:lnTo>
                    <a:pt x="1135894" y="902901"/>
                  </a:lnTo>
                  <a:lnTo>
                    <a:pt x="1136966" y="902855"/>
                  </a:lnTo>
                  <a:lnTo>
                    <a:pt x="1138037" y="902812"/>
                  </a:lnTo>
                  <a:lnTo>
                    <a:pt x="1139109" y="902772"/>
                  </a:lnTo>
                  <a:lnTo>
                    <a:pt x="1140181" y="902735"/>
                  </a:lnTo>
                  <a:lnTo>
                    <a:pt x="1141252" y="902700"/>
                  </a:lnTo>
                  <a:lnTo>
                    <a:pt x="1142324" y="902669"/>
                  </a:lnTo>
                  <a:lnTo>
                    <a:pt x="1143395" y="902640"/>
                  </a:lnTo>
                  <a:lnTo>
                    <a:pt x="1144467" y="902614"/>
                  </a:lnTo>
                  <a:lnTo>
                    <a:pt x="1145539" y="902591"/>
                  </a:lnTo>
                  <a:lnTo>
                    <a:pt x="1146610" y="902570"/>
                  </a:lnTo>
                  <a:lnTo>
                    <a:pt x="1147682" y="902552"/>
                  </a:lnTo>
                  <a:lnTo>
                    <a:pt x="1148753" y="902537"/>
                  </a:lnTo>
                  <a:lnTo>
                    <a:pt x="1149825" y="902525"/>
                  </a:lnTo>
                  <a:lnTo>
                    <a:pt x="1150897" y="902515"/>
                  </a:lnTo>
                  <a:lnTo>
                    <a:pt x="1151968" y="902509"/>
                  </a:lnTo>
                  <a:lnTo>
                    <a:pt x="1153040" y="902504"/>
                  </a:lnTo>
                  <a:lnTo>
                    <a:pt x="1154111" y="902503"/>
                  </a:lnTo>
                  <a:lnTo>
                    <a:pt x="1155183" y="902504"/>
                  </a:lnTo>
                  <a:lnTo>
                    <a:pt x="1156255" y="902507"/>
                  </a:lnTo>
                  <a:lnTo>
                    <a:pt x="1157326" y="902514"/>
                  </a:lnTo>
                  <a:lnTo>
                    <a:pt x="1158398" y="902522"/>
                  </a:lnTo>
                  <a:lnTo>
                    <a:pt x="1159469" y="902534"/>
                  </a:lnTo>
                  <a:lnTo>
                    <a:pt x="1160541" y="902548"/>
                  </a:lnTo>
                  <a:lnTo>
                    <a:pt x="1161613" y="902564"/>
                  </a:lnTo>
                  <a:lnTo>
                    <a:pt x="1162684" y="902583"/>
                  </a:lnTo>
                  <a:lnTo>
                    <a:pt x="1163756" y="902604"/>
                  </a:lnTo>
                  <a:lnTo>
                    <a:pt x="1164827" y="902628"/>
                  </a:lnTo>
                  <a:lnTo>
                    <a:pt x="1165899" y="902654"/>
                  </a:lnTo>
                  <a:lnTo>
                    <a:pt x="1166971" y="902683"/>
                  </a:lnTo>
                  <a:lnTo>
                    <a:pt x="1168042" y="902714"/>
                  </a:lnTo>
                  <a:lnTo>
                    <a:pt x="1169114" y="902748"/>
                  </a:lnTo>
                  <a:lnTo>
                    <a:pt x="1170185" y="902784"/>
                  </a:lnTo>
                  <a:lnTo>
                    <a:pt x="1171257" y="902822"/>
                  </a:lnTo>
                  <a:lnTo>
                    <a:pt x="1172329" y="902862"/>
                  </a:lnTo>
                  <a:lnTo>
                    <a:pt x="1173400" y="902905"/>
                  </a:lnTo>
                  <a:lnTo>
                    <a:pt x="1174472" y="902950"/>
                  </a:lnTo>
                  <a:lnTo>
                    <a:pt x="1175543" y="902998"/>
                  </a:lnTo>
                  <a:lnTo>
                    <a:pt x="1176615" y="903048"/>
                  </a:lnTo>
                  <a:lnTo>
                    <a:pt x="1177687" y="903100"/>
                  </a:lnTo>
                  <a:lnTo>
                    <a:pt x="1178758" y="903154"/>
                  </a:lnTo>
                  <a:lnTo>
                    <a:pt x="1179830" y="903210"/>
                  </a:lnTo>
                  <a:lnTo>
                    <a:pt x="1180901" y="903269"/>
                  </a:lnTo>
                  <a:lnTo>
                    <a:pt x="1181973" y="903330"/>
                  </a:lnTo>
                  <a:lnTo>
                    <a:pt x="1183045" y="903393"/>
                  </a:lnTo>
                  <a:lnTo>
                    <a:pt x="1184116" y="903458"/>
                  </a:lnTo>
                  <a:lnTo>
                    <a:pt x="1185188" y="903525"/>
                  </a:lnTo>
                  <a:lnTo>
                    <a:pt x="1186259" y="903594"/>
                  </a:lnTo>
                  <a:lnTo>
                    <a:pt x="1187331" y="903666"/>
                  </a:lnTo>
                  <a:lnTo>
                    <a:pt x="1188403" y="903739"/>
                  </a:lnTo>
                  <a:lnTo>
                    <a:pt x="1189474" y="903815"/>
                  </a:lnTo>
                  <a:lnTo>
                    <a:pt x="1190546" y="903892"/>
                  </a:lnTo>
                  <a:lnTo>
                    <a:pt x="1191617" y="903972"/>
                  </a:lnTo>
                  <a:lnTo>
                    <a:pt x="1192689" y="904053"/>
                  </a:lnTo>
                  <a:lnTo>
                    <a:pt x="1193761" y="904137"/>
                  </a:lnTo>
                  <a:lnTo>
                    <a:pt x="1194832" y="904223"/>
                  </a:lnTo>
                  <a:lnTo>
                    <a:pt x="1195904" y="904310"/>
                  </a:lnTo>
                  <a:lnTo>
                    <a:pt x="1196975" y="904399"/>
                  </a:lnTo>
                  <a:lnTo>
                    <a:pt x="1198047" y="904491"/>
                  </a:lnTo>
                  <a:lnTo>
                    <a:pt x="1199119" y="904584"/>
                  </a:lnTo>
                  <a:lnTo>
                    <a:pt x="1200190" y="904679"/>
                  </a:lnTo>
                  <a:lnTo>
                    <a:pt x="1201262" y="904776"/>
                  </a:lnTo>
                  <a:lnTo>
                    <a:pt x="1202333" y="904874"/>
                  </a:lnTo>
                  <a:lnTo>
                    <a:pt x="1203405" y="904975"/>
                  </a:lnTo>
                  <a:lnTo>
                    <a:pt x="1204477" y="905077"/>
                  </a:lnTo>
                  <a:lnTo>
                    <a:pt x="1205548" y="905181"/>
                  </a:lnTo>
                  <a:lnTo>
                    <a:pt x="1206620" y="905287"/>
                  </a:lnTo>
                  <a:lnTo>
                    <a:pt x="1207691" y="905395"/>
                  </a:lnTo>
                  <a:lnTo>
                    <a:pt x="1208763" y="905504"/>
                  </a:lnTo>
                  <a:lnTo>
                    <a:pt x="1209835" y="905615"/>
                  </a:lnTo>
                  <a:lnTo>
                    <a:pt x="1210906" y="905728"/>
                  </a:lnTo>
                  <a:lnTo>
                    <a:pt x="1211978" y="905842"/>
                  </a:lnTo>
                  <a:lnTo>
                    <a:pt x="1213049" y="905958"/>
                  </a:lnTo>
                  <a:lnTo>
                    <a:pt x="1214121" y="906076"/>
                  </a:lnTo>
                  <a:lnTo>
                    <a:pt x="1215193" y="906195"/>
                  </a:lnTo>
                  <a:lnTo>
                    <a:pt x="1216264" y="906316"/>
                  </a:lnTo>
                  <a:lnTo>
                    <a:pt x="1217336" y="906439"/>
                  </a:lnTo>
                  <a:lnTo>
                    <a:pt x="1218407" y="906563"/>
                  </a:lnTo>
                  <a:lnTo>
                    <a:pt x="1219479" y="906688"/>
                  </a:lnTo>
                  <a:lnTo>
                    <a:pt x="1220551" y="906816"/>
                  </a:lnTo>
                  <a:lnTo>
                    <a:pt x="1221622" y="906944"/>
                  </a:lnTo>
                  <a:lnTo>
                    <a:pt x="1222694" y="907074"/>
                  </a:lnTo>
                  <a:lnTo>
                    <a:pt x="1223765" y="907206"/>
                  </a:lnTo>
                  <a:lnTo>
                    <a:pt x="1224837" y="907339"/>
                  </a:lnTo>
                  <a:lnTo>
                    <a:pt x="1225909" y="907473"/>
                  </a:lnTo>
                  <a:lnTo>
                    <a:pt x="1226980" y="907609"/>
                  </a:lnTo>
                  <a:lnTo>
                    <a:pt x="1228052" y="907747"/>
                  </a:lnTo>
                  <a:lnTo>
                    <a:pt x="1229123" y="907885"/>
                  </a:lnTo>
                  <a:lnTo>
                    <a:pt x="1230195" y="908025"/>
                  </a:lnTo>
                  <a:lnTo>
                    <a:pt x="1231267" y="908167"/>
                  </a:lnTo>
                  <a:lnTo>
                    <a:pt x="1232338" y="908310"/>
                  </a:lnTo>
                  <a:lnTo>
                    <a:pt x="1233410" y="908454"/>
                  </a:lnTo>
                  <a:lnTo>
                    <a:pt x="1234481" y="908599"/>
                  </a:lnTo>
                  <a:lnTo>
                    <a:pt x="1235553" y="908746"/>
                  </a:lnTo>
                  <a:lnTo>
                    <a:pt x="1236625" y="908894"/>
                  </a:lnTo>
                  <a:lnTo>
                    <a:pt x="1237696" y="909043"/>
                  </a:lnTo>
                  <a:lnTo>
                    <a:pt x="1238768" y="909193"/>
                  </a:lnTo>
                  <a:lnTo>
                    <a:pt x="1239839" y="909345"/>
                  </a:lnTo>
                  <a:lnTo>
                    <a:pt x="1240911" y="909498"/>
                  </a:lnTo>
                  <a:lnTo>
                    <a:pt x="1241983" y="909651"/>
                  </a:lnTo>
                  <a:lnTo>
                    <a:pt x="1243054" y="909807"/>
                  </a:lnTo>
                  <a:lnTo>
                    <a:pt x="1244126" y="909963"/>
                  </a:lnTo>
                  <a:lnTo>
                    <a:pt x="1245197" y="910120"/>
                  </a:lnTo>
                  <a:lnTo>
                    <a:pt x="1246269" y="910279"/>
                  </a:lnTo>
                  <a:lnTo>
                    <a:pt x="1247340" y="910438"/>
                  </a:lnTo>
                  <a:lnTo>
                    <a:pt x="1248412" y="910599"/>
                  </a:lnTo>
                  <a:lnTo>
                    <a:pt x="1249484" y="910761"/>
                  </a:lnTo>
                  <a:lnTo>
                    <a:pt x="1250555" y="910923"/>
                  </a:lnTo>
                  <a:lnTo>
                    <a:pt x="1251627" y="911087"/>
                  </a:lnTo>
                  <a:lnTo>
                    <a:pt x="1252698" y="911252"/>
                  </a:lnTo>
                  <a:lnTo>
                    <a:pt x="1253770" y="911417"/>
                  </a:lnTo>
                  <a:lnTo>
                    <a:pt x="1254842" y="911584"/>
                  </a:lnTo>
                  <a:lnTo>
                    <a:pt x="1255913" y="911752"/>
                  </a:lnTo>
                  <a:lnTo>
                    <a:pt x="1256985" y="911920"/>
                  </a:lnTo>
                  <a:lnTo>
                    <a:pt x="1258056" y="912090"/>
                  </a:lnTo>
                  <a:lnTo>
                    <a:pt x="1259128" y="912260"/>
                  </a:lnTo>
                  <a:lnTo>
                    <a:pt x="1260200" y="912432"/>
                  </a:lnTo>
                  <a:lnTo>
                    <a:pt x="1261271" y="912604"/>
                  </a:lnTo>
                  <a:lnTo>
                    <a:pt x="1262343" y="912777"/>
                  </a:lnTo>
                  <a:lnTo>
                    <a:pt x="1263414" y="912950"/>
                  </a:lnTo>
                  <a:lnTo>
                    <a:pt x="1264486" y="913125"/>
                  </a:lnTo>
                  <a:lnTo>
                    <a:pt x="1265558" y="913301"/>
                  </a:lnTo>
                  <a:lnTo>
                    <a:pt x="1266629" y="913477"/>
                  </a:lnTo>
                  <a:lnTo>
                    <a:pt x="1267701" y="913654"/>
                  </a:lnTo>
                  <a:lnTo>
                    <a:pt x="1268772" y="913831"/>
                  </a:lnTo>
                  <a:lnTo>
                    <a:pt x="1269844" y="914010"/>
                  </a:lnTo>
                  <a:lnTo>
                    <a:pt x="1270916" y="914189"/>
                  </a:lnTo>
                  <a:lnTo>
                    <a:pt x="1271987" y="914369"/>
                  </a:lnTo>
                  <a:lnTo>
                    <a:pt x="1273059" y="914549"/>
                  </a:lnTo>
                  <a:lnTo>
                    <a:pt x="1274130" y="914731"/>
                  </a:lnTo>
                  <a:lnTo>
                    <a:pt x="1275202" y="914912"/>
                  </a:lnTo>
                  <a:lnTo>
                    <a:pt x="1276274" y="915095"/>
                  </a:lnTo>
                  <a:lnTo>
                    <a:pt x="1277345" y="915278"/>
                  </a:lnTo>
                  <a:lnTo>
                    <a:pt x="1278417" y="915462"/>
                  </a:lnTo>
                  <a:lnTo>
                    <a:pt x="1279488" y="915646"/>
                  </a:lnTo>
                  <a:lnTo>
                    <a:pt x="1280560" y="915831"/>
                  </a:lnTo>
                  <a:lnTo>
                    <a:pt x="1281632" y="916016"/>
                  </a:lnTo>
                  <a:lnTo>
                    <a:pt x="1282703" y="916202"/>
                  </a:lnTo>
                  <a:lnTo>
                    <a:pt x="1283775" y="916389"/>
                  </a:lnTo>
                  <a:lnTo>
                    <a:pt x="1284846" y="916576"/>
                  </a:lnTo>
                  <a:lnTo>
                    <a:pt x="1285918" y="916763"/>
                  </a:lnTo>
                  <a:lnTo>
                    <a:pt x="1286990" y="916951"/>
                  </a:lnTo>
                  <a:lnTo>
                    <a:pt x="1288061" y="917139"/>
                  </a:lnTo>
                  <a:lnTo>
                    <a:pt x="1289133" y="917328"/>
                  </a:lnTo>
                  <a:lnTo>
                    <a:pt x="1290204" y="917517"/>
                  </a:lnTo>
                  <a:lnTo>
                    <a:pt x="1291276" y="917707"/>
                  </a:lnTo>
                  <a:lnTo>
                    <a:pt x="1292348" y="917897"/>
                  </a:lnTo>
                  <a:lnTo>
                    <a:pt x="1293419" y="918087"/>
                  </a:lnTo>
                  <a:lnTo>
                    <a:pt x="1294491" y="918278"/>
                  </a:lnTo>
                  <a:lnTo>
                    <a:pt x="1295562" y="918469"/>
                  </a:lnTo>
                  <a:lnTo>
                    <a:pt x="1296634" y="918661"/>
                  </a:lnTo>
                  <a:lnTo>
                    <a:pt x="1297706" y="918853"/>
                  </a:lnTo>
                  <a:lnTo>
                    <a:pt x="1298777" y="919045"/>
                  </a:lnTo>
                  <a:lnTo>
                    <a:pt x="1299849" y="919237"/>
                  </a:lnTo>
                  <a:lnTo>
                    <a:pt x="1300920" y="919430"/>
                  </a:lnTo>
                  <a:lnTo>
                    <a:pt x="1301992" y="919622"/>
                  </a:lnTo>
                  <a:lnTo>
                    <a:pt x="1303064" y="919816"/>
                  </a:lnTo>
                  <a:lnTo>
                    <a:pt x="1304135" y="920009"/>
                  </a:lnTo>
                  <a:lnTo>
                    <a:pt x="1305207" y="920202"/>
                  </a:lnTo>
                  <a:lnTo>
                    <a:pt x="1306278" y="920396"/>
                  </a:lnTo>
                  <a:lnTo>
                    <a:pt x="1307350" y="920590"/>
                  </a:lnTo>
                  <a:lnTo>
                    <a:pt x="1308422" y="920784"/>
                  </a:lnTo>
                  <a:lnTo>
                    <a:pt x="1309493" y="920978"/>
                  </a:lnTo>
                  <a:lnTo>
                    <a:pt x="1310565" y="921173"/>
                  </a:lnTo>
                  <a:lnTo>
                    <a:pt x="1311636" y="921367"/>
                  </a:lnTo>
                  <a:lnTo>
                    <a:pt x="1312708" y="921562"/>
                  </a:lnTo>
                  <a:lnTo>
                    <a:pt x="1313780" y="921757"/>
                  </a:lnTo>
                  <a:lnTo>
                    <a:pt x="1314851" y="921951"/>
                  </a:lnTo>
                  <a:lnTo>
                    <a:pt x="1315923" y="922146"/>
                  </a:lnTo>
                  <a:lnTo>
                    <a:pt x="1316994" y="922341"/>
                  </a:lnTo>
                  <a:lnTo>
                    <a:pt x="1318066" y="922536"/>
                  </a:lnTo>
                  <a:lnTo>
                    <a:pt x="1319138" y="922731"/>
                  </a:lnTo>
                  <a:lnTo>
                    <a:pt x="1320209" y="922926"/>
                  </a:lnTo>
                  <a:lnTo>
                    <a:pt x="1321281" y="923121"/>
                  </a:lnTo>
                  <a:lnTo>
                    <a:pt x="1322352" y="923316"/>
                  </a:lnTo>
                  <a:lnTo>
                    <a:pt x="1323424" y="923511"/>
                  </a:lnTo>
                  <a:lnTo>
                    <a:pt x="1324496" y="923706"/>
                  </a:lnTo>
                  <a:lnTo>
                    <a:pt x="1325567" y="923900"/>
                  </a:lnTo>
                  <a:lnTo>
                    <a:pt x="1326639" y="924095"/>
                  </a:lnTo>
                  <a:lnTo>
                    <a:pt x="1327710" y="924290"/>
                  </a:lnTo>
                  <a:lnTo>
                    <a:pt x="1328782" y="924484"/>
                  </a:lnTo>
                  <a:lnTo>
                    <a:pt x="1329854" y="924679"/>
                  </a:lnTo>
                  <a:lnTo>
                    <a:pt x="1330925" y="924873"/>
                  </a:lnTo>
                  <a:lnTo>
                    <a:pt x="1331997" y="925067"/>
                  </a:lnTo>
                  <a:lnTo>
                    <a:pt x="1333068" y="925261"/>
                  </a:lnTo>
                  <a:lnTo>
                    <a:pt x="1334140" y="925455"/>
                  </a:lnTo>
                  <a:lnTo>
                    <a:pt x="1335212" y="925649"/>
                  </a:lnTo>
                  <a:lnTo>
                    <a:pt x="1336283" y="925842"/>
                  </a:lnTo>
                  <a:lnTo>
                    <a:pt x="1337355" y="926036"/>
                  </a:lnTo>
                  <a:lnTo>
                    <a:pt x="1338426" y="926229"/>
                  </a:lnTo>
                  <a:lnTo>
                    <a:pt x="1339498" y="926422"/>
                  </a:lnTo>
                  <a:lnTo>
                    <a:pt x="1340570" y="926614"/>
                  </a:lnTo>
                  <a:lnTo>
                    <a:pt x="1341641" y="926807"/>
                  </a:lnTo>
                  <a:lnTo>
                    <a:pt x="1342713" y="926999"/>
                  </a:lnTo>
                  <a:lnTo>
                    <a:pt x="1343784" y="927191"/>
                  </a:lnTo>
                  <a:lnTo>
                    <a:pt x="1344856" y="927383"/>
                  </a:lnTo>
                  <a:lnTo>
                    <a:pt x="1345928" y="927574"/>
                  </a:lnTo>
                  <a:lnTo>
                    <a:pt x="1346999" y="927765"/>
                  </a:lnTo>
                  <a:lnTo>
                    <a:pt x="1348071" y="927956"/>
                  </a:lnTo>
                  <a:lnTo>
                    <a:pt x="1349142" y="928146"/>
                  </a:lnTo>
                  <a:lnTo>
                    <a:pt x="1350214" y="928336"/>
                  </a:lnTo>
                  <a:lnTo>
                    <a:pt x="1351286" y="928526"/>
                  </a:lnTo>
                  <a:lnTo>
                    <a:pt x="1352357" y="928715"/>
                  </a:lnTo>
                  <a:lnTo>
                    <a:pt x="1353429" y="928904"/>
                  </a:lnTo>
                  <a:lnTo>
                    <a:pt x="1354500" y="929093"/>
                  </a:lnTo>
                  <a:lnTo>
                    <a:pt x="1355572" y="929281"/>
                  </a:lnTo>
                  <a:lnTo>
                    <a:pt x="1356644" y="929469"/>
                  </a:lnTo>
                  <a:lnTo>
                    <a:pt x="1357715" y="929656"/>
                  </a:lnTo>
                  <a:lnTo>
                    <a:pt x="1358787" y="929844"/>
                  </a:lnTo>
                  <a:lnTo>
                    <a:pt x="1359858" y="930030"/>
                  </a:lnTo>
                  <a:lnTo>
                    <a:pt x="1360930" y="930216"/>
                  </a:lnTo>
                  <a:lnTo>
                    <a:pt x="1362002" y="930402"/>
                  </a:lnTo>
                  <a:lnTo>
                    <a:pt x="1363073" y="930587"/>
                  </a:lnTo>
                  <a:lnTo>
                    <a:pt x="1364145" y="930772"/>
                  </a:lnTo>
                  <a:lnTo>
                    <a:pt x="1365216" y="930957"/>
                  </a:lnTo>
                  <a:lnTo>
                    <a:pt x="1366288" y="931140"/>
                  </a:lnTo>
                  <a:lnTo>
                    <a:pt x="1367360" y="931324"/>
                  </a:lnTo>
                  <a:lnTo>
                    <a:pt x="1368431" y="931507"/>
                  </a:lnTo>
                  <a:lnTo>
                    <a:pt x="1369503" y="931689"/>
                  </a:lnTo>
                  <a:lnTo>
                    <a:pt x="1370574" y="931871"/>
                  </a:lnTo>
                  <a:lnTo>
                    <a:pt x="1371646" y="932053"/>
                  </a:lnTo>
                  <a:lnTo>
                    <a:pt x="1372718" y="932234"/>
                  </a:lnTo>
                  <a:lnTo>
                    <a:pt x="1373789" y="932414"/>
                  </a:lnTo>
                  <a:lnTo>
                    <a:pt x="1374861" y="932594"/>
                  </a:lnTo>
                  <a:lnTo>
                    <a:pt x="1375932" y="932773"/>
                  </a:lnTo>
                  <a:lnTo>
                    <a:pt x="1377004" y="932952"/>
                  </a:lnTo>
                  <a:lnTo>
                    <a:pt x="1378076" y="933130"/>
                  </a:lnTo>
                  <a:lnTo>
                    <a:pt x="1379147" y="933308"/>
                  </a:lnTo>
                  <a:lnTo>
                    <a:pt x="1380219" y="933485"/>
                  </a:lnTo>
                  <a:lnTo>
                    <a:pt x="1381290" y="933661"/>
                  </a:lnTo>
                  <a:lnTo>
                    <a:pt x="1382362" y="933837"/>
                  </a:lnTo>
                  <a:lnTo>
                    <a:pt x="1383434" y="934013"/>
                  </a:lnTo>
                  <a:lnTo>
                    <a:pt x="1384505" y="934187"/>
                  </a:lnTo>
                  <a:lnTo>
                    <a:pt x="1385577" y="934362"/>
                  </a:lnTo>
                  <a:lnTo>
                    <a:pt x="1386648" y="934144"/>
                  </a:lnTo>
                  <a:lnTo>
                    <a:pt x="1387720" y="933398"/>
                  </a:lnTo>
                  <a:lnTo>
                    <a:pt x="1388792" y="932656"/>
                  </a:lnTo>
                  <a:lnTo>
                    <a:pt x="1389863" y="931918"/>
                  </a:lnTo>
                  <a:lnTo>
                    <a:pt x="1390935" y="931185"/>
                  </a:lnTo>
                  <a:lnTo>
                    <a:pt x="1392006" y="930456"/>
                  </a:lnTo>
                  <a:lnTo>
                    <a:pt x="1393078" y="929731"/>
                  </a:lnTo>
                  <a:lnTo>
                    <a:pt x="1394150" y="929011"/>
                  </a:lnTo>
                  <a:lnTo>
                    <a:pt x="1395221" y="928294"/>
                  </a:lnTo>
                  <a:lnTo>
                    <a:pt x="1396293" y="927582"/>
                  </a:lnTo>
                  <a:lnTo>
                    <a:pt x="1397364" y="926874"/>
                  </a:lnTo>
                  <a:lnTo>
                    <a:pt x="1398436" y="926171"/>
                  </a:lnTo>
                  <a:lnTo>
                    <a:pt x="1399508" y="925471"/>
                  </a:lnTo>
                  <a:lnTo>
                    <a:pt x="1400579" y="924776"/>
                  </a:lnTo>
                  <a:lnTo>
                    <a:pt x="1401651" y="924085"/>
                  </a:lnTo>
                  <a:lnTo>
                    <a:pt x="1402722" y="923398"/>
                  </a:lnTo>
                  <a:lnTo>
                    <a:pt x="1403794" y="922715"/>
                  </a:lnTo>
                  <a:lnTo>
                    <a:pt x="1404866" y="922036"/>
                  </a:lnTo>
                  <a:lnTo>
                    <a:pt x="1405937" y="921361"/>
                  </a:lnTo>
                  <a:lnTo>
                    <a:pt x="1407009" y="920690"/>
                  </a:lnTo>
                  <a:lnTo>
                    <a:pt x="1408080" y="920023"/>
                  </a:lnTo>
                  <a:lnTo>
                    <a:pt x="1409152" y="919361"/>
                  </a:lnTo>
                  <a:lnTo>
                    <a:pt x="1410224" y="918702"/>
                  </a:lnTo>
                  <a:lnTo>
                    <a:pt x="1411295" y="918047"/>
                  </a:lnTo>
                  <a:lnTo>
                    <a:pt x="1412367" y="917396"/>
                  </a:lnTo>
                  <a:lnTo>
                    <a:pt x="1413438" y="916749"/>
                  </a:lnTo>
                  <a:lnTo>
                    <a:pt x="1414510" y="916107"/>
                  </a:lnTo>
                  <a:lnTo>
                    <a:pt x="1415582" y="915467"/>
                  </a:lnTo>
                  <a:lnTo>
                    <a:pt x="1416653" y="914832"/>
                  </a:lnTo>
                  <a:lnTo>
                    <a:pt x="1417725" y="914201"/>
                  </a:lnTo>
                  <a:lnTo>
                    <a:pt x="1418796" y="913574"/>
                  </a:lnTo>
                  <a:lnTo>
                    <a:pt x="1419868" y="912950"/>
                  </a:lnTo>
                  <a:lnTo>
                    <a:pt x="1420939" y="912330"/>
                  </a:lnTo>
                  <a:lnTo>
                    <a:pt x="1422011" y="911714"/>
                  </a:lnTo>
                  <a:lnTo>
                    <a:pt x="1423083" y="911102"/>
                  </a:lnTo>
                  <a:lnTo>
                    <a:pt x="1424154" y="910493"/>
                  </a:lnTo>
                  <a:lnTo>
                    <a:pt x="1425226" y="909888"/>
                  </a:lnTo>
                  <a:lnTo>
                    <a:pt x="1426297" y="909287"/>
                  </a:lnTo>
                  <a:lnTo>
                    <a:pt x="1427369" y="908690"/>
                  </a:lnTo>
                  <a:lnTo>
                    <a:pt x="1428441" y="908096"/>
                  </a:lnTo>
                  <a:lnTo>
                    <a:pt x="1429512" y="907506"/>
                  </a:lnTo>
                  <a:lnTo>
                    <a:pt x="1430584" y="906919"/>
                  </a:lnTo>
                  <a:lnTo>
                    <a:pt x="1431655" y="906336"/>
                  </a:lnTo>
                  <a:lnTo>
                    <a:pt x="1432727" y="905757"/>
                  </a:lnTo>
                  <a:lnTo>
                    <a:pt x="1433799" y="905181"/>
                  </a:lnTo>
                  <a:lnTo>
                    <a:pt x="1434870" y="904609"/>
                  </a:lnTo>
                  <a:lnTo>
                    <a:pt x="1435942" y="904040"/>
                  </a:lnTo>
                  <a:lnTo>
                    <a:pt x="1437013" y="903475"/>
                  </a:lnTo>
                  <a:lnTo>
                    <a:pt x="1438085" y="902913"/>
                  </a:lnTo>
                  <a:lnTo>
                    <a:pt x="1439157" y="902355"/>
                  </a:lnTo>
                  <a:lnTo>
                    <a:pt x="1440228" y="901800"/>
                  </a:lnTo>
                  <a:lnTo>
                    <a:pt x="1441300" y="901249"/>
                  </a:lnTo>
                  <a:lnTo>
                    <a:pt x="1442371" y="900700"/>
                  </a:lnTo>
                  <a:lnTo>
                    <a:pt x="1443443" y="900156"/>
                  </a:lnTo>
                  <a:lnTo>
                    <a:pt x="1444515" y="899614"/>
                  </a:lnTo>
                  <a:lnTo>
                    <a:pt x="1445586" y="899076"/>
                  </a:lnTo>
                  <a:lnTo>
                    <a:pt x="1446658" y="898541"/>
                  </a:lnTo>
                  <a:lnTo>
                    <a:pt x="1447729" y="898010"/>
                  </a:lnTo>
                  <a:lnTo>
                    <a:pt x="1448801" y="897482"/>
                  </a:lnTo>
                  <a:lnTo>
                    <a:pt x="1449873" y="896957"/>
                  </a:lnTo>
                  <a:lnTo>
                    <a:pt x="1450944" y="896435"/>
                  </a:lnTo>
                  <a:lnTo>
                    <a:pt x="1452016" y="895916"/>
                  </a:lnTo>
                  <a:lnTo>
                    <a:pt x="1453087" y="895401"/>
                  </a:lnTo>
                  <a:lnTo>
                    <a:pt x="1454159" y="894888"/>
                  </a:lnTo>
                  <a:lnTo>
                    <a:pt x="1455231" y="894379"/>
                  </a:lnTo>
                  <a:lnTo>
                    <a:pt x="1456302" y="893873"/>
                  </a:lnTo>
                  <a:lnTo>
                    <a:pt x="1457374" y="893370"/>
                  </a:lnTo>
                  <a:lnTo>
                    <a:pt x="1458445" y="892870"/>
                  </a:lnTo>
                  <a:lnTo>
                    <a:pt x="1459517" y="892373"/>
                  </a:lnTo>
                  <a:lnTo>
                    <a:pt x="1460589" y="891879"/>
                  </a:lnTo>
                  <a:lnTo>
                    <a:pt x="1461660" y="891388"/>
                  </a:lnTo>
                  <a:lnTo>
                    <a:pt x="1462732" y="890900"/>
                  </a:lnTo>
                  <a:lnTo>
                    <a:pt x="1463803" y="890414"/>
                  </a:lnTo>
                  <a:lnTo>
                    <a:pt x="1464875" y="889932"/>
                  </a:lnTo>
                  <a:lnTo>
                    <a:pt x="1465947" y="889453"/>
                  </a:lnTo>
                  <a:lnTo>
                    <a:pt x="1467018" y="888976"/>
                  </a:lnTo>
                  <a:lnTo>
                    <a:pt x="1468090" y="888503"/>
                  </a:lnTo>
                  <a:lnTo>
                    <a:pt x="1469161" y="888032"/>
                  </a:lnTo>
                  <a:lnTo>
                    <a:pt x="1470233" y="887564"/>
                  </a:lnTo>
                  <a:lnTo>
                    <a:pt x="1471305" y="887099"/>
                  </a:lnTo>
                  <a:lnTo>
                    <a:pt x="1472376" y="886636"/>
                  </a:lnTo>
                  <a:lnTo>
                    <a:pt x="1473448" y="886176"/>
                  </a:lnTo>
                  <a:lnTo>
                    <a:pt x="1474519" y="885719"/>
                  </a:lnTo>
                  <a:lnTo>
                    <a:pt x="1475591" y="885265"/>
                  </a:lnTo>
                  <a:lnTo>
                    <a:pt x="1476663" y="884813"/>
                  </a:lnTo>
                  <a:lnTo>
                    <a:pt x="1477734" y="884364"/>
                  </a:lnTo>
                  <a:lnTo>
                    <a:pt x="1478806" y="883917"/>
                  </a:lnTo>
                  <a:lnTo>
                    <a:pt x="1479877" y="883473"/>
                  </a:lnTo>
                  <a:lnTo>
                    <a:pt x="1480949" y="883032"/>
                  </a:lnTo>
                  <a:lnTo>
                    <a:pt x="1482021" y="882593"/>
                  </a:lnTo>
                  <a:lnTo>
                    <a:pt x="1483092" y="882156"/>
                  </a:lnTo>
                  <a:lnTo>
                    <a:pt x="1484164" y="881722"/>
                  </a:lnTo>
                  <a:lnTo>
                    <a:pt x="1485235" y="881291"/>
                  </a:lnTo>
                  <a:lnTo>
                    <a:pt x="1486307" y="880862"/>
                  </a:lnTo>
                  <a:lnTo>
                    <a:pt x="1487379" y="880435"/>
                  </a:lnTo>
                  <a:lnTo>
                    <a:pt x="1488450" y="880011"/>
                  </a:lnTo>
                  <a:lnTo>
                    <a:pt x="1489522" y="879589"/>
                  </a:lnTo>
                  <a:lnTo>
                    <a:pt x="1490593" y="879170"/>
                  </a:lnTo>
                  <a:lnTo>
                    <a:pt x="1491665" y="878752"/>
                  </a:lnTo>
                  <a:lnTo>
                    <a:pt x="1492737" y="878337"/>
                  </a:lnTo>
                  <a:lnTo>
                    <a:pt x="1493808" y="877925"/>
                  </a:lnTo>
                  <a:lnTo>
                    <a:pt x="1494880" y="877514"/>
                  </a:lnTo>
                  <a:lnTo>
                    <a:pt x="1495951" y="877106"/>
                  </a:lnTo>
                  <a:lnTo>
                    <a:pt x="1497023" y="876700"/>
                  </a:lnTo>
                  <a:lnTo>
                    <a:pt x="1498095" y="876296"/>
                  </a:lnTo>
                  <a:lnTo>
                    <a:pt x="1499166" y="875895"/>
                  </a:lnTo>
                  <a:lnTo>
                    <a:pt x="1500238" y="875495"/>
                  </a:lnTo>
                  <a:lnTo>
                    <a:pt x="1501309" y="875098"/>
                  </a:lnTo>
                  <a:lnTo>
                    <a:pt x="1502381" y="874702"/>
                  </a:lnTo>
                  <a:lnTo>
                    <a:pt x="1503453" y="874309"/>
                  </a:lnTo>
                  <a:lnTo>
                    <a:pt x="1504524" y="873918"/>
                  </a:lnTo>
                  <a:lnTo>
                    <a:pt x="1505596" y="873528"/>
                  </a:lnTo>
                  <a:lnTo>
                    <a:pt x="1506667" y="873141"/>
                  </a:lnTo>
                  <a:lnTo>
                    <a:pt x="1507739" y="872756"/>
                  </a:lnTo>
                  <a:lnTo>
                    <a:pt x="1508811" y="872372"/>
                  </a:lnTo>
                  <a:lnTo>
                    <a:pt x="1509882" y="871991"/>
                  </a:lnTo>
                  <a:lnTo>
                    <a:pt x="1510954" y="871611"/>
                  </a:lnTo>
                  <a:lnTo>
                    <a:pt x="1512025" y="871233"/>
                  </a:lnTo>
                  <a:lnTo>
                    <a:pt x="1513097" y="870857"/>
                  </a:lnTo>
                  <a:lnTo>
                    <a:pt x="1514169" y="870483"/>
                  </a:lnTo>
                  <a:lnTo>
                    <a:pt x="1515240" y="870111"/>
                  </a:lnTo>
                  <a:lnTo>
                    <a:pt x="1516312" y="869741"/>
                  </a:lnTo>
                  <a:lnTo>
                    <a:pt x="1517383" y="869372"/>
                  </a:lnTo>
                  <a:lnTo>
                    <a:pt x="1518455" y="869005"/>
                  </a:lnTo>
                  <a:lnTo>
                    <a:pt x="1519527" y="868639"/>
                  </a:lnTo>
                  <a:lnTo>
                    <a:pt x="1520598" y="868276"/>
                  </a:lnTo>
                  <a:lnTo>
                    <a:pt x="1521670" y="867914"/>
                  </a:lnTo>
                  <a:lnTo>
                    <a:pt x="1522741" y="867553"/>
                  </a:lnTo>
                  <a:lnTo>
                    <a:pt x="1523813" y="867195"/>
                  </a:lnTo>
                  <a:lnTo>
                    <a:pt x="1524885" y="866837"/>
                  </a:lnTo>
                  <a:lnTo>
                    <a:pt x="1525956" y="866482"/>
                  </a:lnTo>
                  <a:lnTo>
                    <a:pt x="1527028" y="866128"/>
                  </a:lnTo>
                  <a:lnTo>
                    <a:pt x="1528099" y="865775"/>
                  </a:lnTo>
                  <a:lnTo>
                    <a:pt x="1529171" y="865424"/>
                  </a:lnTo>
                  <a:lnTo>
                    <a:pt x="1530243" y="865075"/>
                  </a:lnTo>
                  <a:lnTo>
                    <a:pt x="1531314" y="864727"/>
                  </a:lnTo>
                  <a:lnTo>
                    <a:pt x="1532386" y="864380"/>
                  </a:lnTo>
                  <a:lnTo>
                    <a:pt x="1533457" y="864035"/>
                  </a:lnTo>
                  <a:lnTo>
                    <a:pt x="1534529" y="863691"/>
                  </a:lnTo>
                  <a:lnTo>
                    <a:pt x="1535601" y="863348"/>
                  </a:lnTo>
                  <a:lnTo>
                    <a:pt x="1536672" y="863007"/>
                  </a:lnTo>
                  <a:lnTo>
                    <a:pt x="1537744" y="862667"/>
                  </a:lnTo>
                  <a:lnTo>
                    <a:pt x="1538815" y="862329"/>
                  </a:lnTo>
                  <a:lnTo>
                    <a:pt x="1539887" y="861992"/>
                  </a:lnTo>
                  <a:lnTo>
                    <a:pt x="1540959" y="861656"/>
                  </a:lnTo>
                  <a:lnTo>
                    <a:pt x="1542030" y="861321"/>
                  </a:lnTo>
                  <a:lnTo>
                    <a:pt x="1543102" y="860987"/>
                  </a:lnTo>
                  <a:lnTo>
                    <a:pt x="1544173" y="860655"/>
                  </a:lnTo>
                  <a:lnTo>
                    <a:pt x="1545245" y="860324"/>
                  </a:lnTo>
                  <a:lnTo>
                    <a:pt x="1546317" y="859994"/>
                  </a:lnTo>
                  <a:lnTo>
                    <a:pt x="1547388" y="859665"/>
                  </a:lnTo>
                  <a:lnTo>
                    <a:pt x="1548460" y="859337"/>
                  </a:lnTo>
                  <a:lnTo>
                    <a:pt x="1549531" y="859011"/>
                  </a:lnTo>
                  <a:lnTo>
                    <a:pt x="1550603" y="858685"/>
                  </a:lnTo>
                  <a:lnTo>
                    <a:pt x="1551675" y="858361"/>
                  </a:lnTo>
                  <a:lnTo>
                    <a:pt x="1552746" y="858037"/>
                  </a:lnTo>
                  <a:lnTo>
                    <a:pt x="1553818" y="857715"/>
                  </a:lnTo>
                  <a:lnTo>
                    <a:pt x="1554889" y="857393"/>
                  </a:lnTo>
                  <a:lnTo>
                    <a:pt x="1555961" y="857073"/>
                  </a:lnTo>
                  <a:lnTo>
                    <a:pt x="1557033" y="856753"/>
                  </a:lnTo>
                  <a:lnTo>
                    <a:pt x="1558104" y="856435"/>
                  </a:lnTo>
                  <a:lnTo>
                    <a:pt x="1559176" y="856117"/>
                  </a:lnTo>
                  <a:lnTo>
                    <a:pt x="1560247" y="855800"/>
                  </a:lnTo>
                  <a:lnTo>
                    <a:pt x="1561319" y="855485"/>
                  </a:lnTo>
                  <a:lnTo>
                    <a:pt x="1562391" y="855170"/>
                  </a:lnTo>
                  <a:lnTo>
                    <a:pt x="1563462" y="854855"/>
                  </a:lnTo>
                  <a:lnTo>
                    <a:pt x="1564534" y="854542"/>
                  </a:lnTo>
                  <a:lnTo>
                    <a:pt x="1565605" y="854230"/>
                  </a:lnTo>
                  <a:lnTo>
                    <a:pt x="1566677" y="853918"/>
                  </a:lnTo>
                  <a:lnTo>
                    <a:pt x="1567749" y="853607"/>
                  </a:lnTo>
                  <a:lnTo>
                    <a:pt x="1568820" y="853297"/>
                  </a:lnTo>
                  <a:lnTo>
                    <a:pt x="1569892" y="852987"/>
                  </a:lnTo>
                  <a:lnTo>
                    <a:pt x="1570963" y="852678"/>
                  </a:lnTo>
                  <a:lnTo>
                    <a:pt x="1572035" y="852370"/>
                  </a:lnTo>
                  <a:lnTo>
                    <a:pt x="1573107" y="852063"/>
                  </a:lnTo>
                  <a:lnTo>
                    <a:pt x="1574178" y="851756"/>
                  </a:lnTo>
                  <a:lnTo>
                    <a:pt x="1575250" y="851450"/>
                  </a:lnTo>
                  <a:lnTo>
                    <a:pt x="1576321" y="851145"/>
                  </a:lnTo>
                  <a:lnTo>
                    <a:pt x="1577393" y="850840"/>
                  </a:lnTo>
                  <a:lnTo>
                    <a:pt x="1578465" y="850535"/>
                  </a:lnTo>
                  <a:lnTo>
                    <a:pt x="1579536" y="850232"/>
                  </a:lnTo>
                  <a:lnTo>
                    <a:pt x="1580608" y="849929"/>
                  </a:lnTo>
                  <a:lnTo>
                    <a:pt x="1581679" y="849626"/>
                  </a:lnTo>
                  <a:lnTo>
                    <a:pt x="1582751" y="849324"/>
                  </a:lnTo>
                  <a:lnTo>
                    <a:pt x="1583823" y="849023"/>
                  </a:lnTo>
                  <a:lnTo>
                    <a:pt x="1584894" y="848722"/>
                  </a:lnTo>
                  <a:lnTo>
                    <a:pt x="1585966" y="848421"/>
                  </a:lnTo>
                  <a:lnTo>
                    <a:pt x="1587037" y="848121"/>
                  </a:lnTo>
                  <a:lnTo>
                    <a:pt x="1588109" y="847822"/>
                  </a:lnTo>
                  <a:lnTo>
                    <a:pt x="1589181" y="847523"/>
                  </a:lnTo>
                  <a:lnTo>
                    <a:pt x="1590252" y="847224"/>
                  </a:lnTo>
                  <a:lnTo>
                    <a:pt x="1591324" y="846926"/>
                  </a:lnTo>
                  <a:lnTo>
                    <a:pt x="1592395" y="846628"/>
                  </a:lnTo>
                  <a:lnTo>
                    <a:pt x="1593467" y="846330"/>
                  </a:lnTo>
                  <a:lnTo>
                    <a:pt x="1594539" y="846033"/>
                  </a:lnTo>
                  <a:lnTo>
                    <a:pt x="1595610" y="845736"/>
                  </a:lnTo>
                  <a:lnTo>
                    <a:pt x="1596682" y="845440"/>
                  </a:lnTo>
                  <a:lnTo>
                    <a:pt x="1597753" y="845144"/>
                  </a:lnTo>
                  <a:lnTo>
                    <a:pt x="1598825" y="844848"/>
                  </a:lnTo>
                  <a:lnTo>
                    <a:pt x="1599896" y="844553"/>
                  </a:lnTo>
                  <a:lnTo>
                    <a:pt x="1600968" y="844257"/>
                  </a:lnTo>
                  <a:lnTo>
                    <a:pt x="1602040" y="843962"/>
                  </a:lnTo>
                  <a:lnTo>
                    <a:pt x="1603111" y="843668"/>
                  </a:lnTo>
                  <a:lnTo>
                    <a:pt x="1604183" y="843373"/>
                  </a:lnTo>
                  <a:lnTo>
                    <a:pt x="1605254" y="843079"/>
                  </a:lnTo>
                  <a:lnTo>
                    <a:pt x="1606326" y="842785"/>
                  </a:lnTo>
                  <a:lnTo>
                    <a:pt x="1607398" y="842491"/>
                  </a:lnTo>
                  <a:lnTo>
                    <a:pt x="1608469" y="842198"/>
                  </a:lnTo>
                  <a:lnTo>
                    <a:pt x="1609541" y="841905"/>
                  </a:lnTo>
                  <a:lnTo>
                    <a:pt x="1610612" y="841611"/>
                  </a:lnTo>
                  <a:lnTo>
                    <a:pt x="1611684" y="841318"/>
                  </a:lnTo>
                  <a:lnTo>
                    <a:pt x="1612756" y="841026"/>
                  </a:lnTo>
                  <a:lnTo>
                    <a:pt x="1613827" y="840733"/>
                  </a:lnTo>
                  <a:lnTo>
                    <a:pt x="1614899" y="840440"/>
                  </a:lnTo>
                  <a:lnTo>
                    <a:pt x="1615970" y="840148"/>
                  </a:lnTo>
                  <a:lnTo>
                    <a:pt x="1617042" y="839855"/>
                  </a:lnTo>
                  <a:lnTo>
                    <a:pt x="1618114" y="839563"/>
                  </a:lnTo>
                  <a:lnTo>
                    <a:pt x="1619185" y="839271"/>
                  </a:lnTo>
                  <a:lnTo>
                    <a:pt x="1620257" y="838979"/>
                  </a:lnTo>
                  <a:lnTo>
                    <a:pt x="1621328" y="838687"/>
                  </a:lnTo>
                  <a:lnTo>
                    <a:pt x="1622400" y="838395"/>
                  </a:lnTo>
                  <a:lnTo>
                    <a:pt x="1623472" y="838103"/>
                  </a:lnTo>
                  <a:lnTo>
                    <a:pt x="1624543" y="837811"/>
                  </a:lnTo>
                  <a:lnTo>
                    <a:pt x="1625615" y="837519"/>
                  </a:lnTo>
                  <a:lnTo>
                    <a:pt x="1626686" y="837228"/>
                  </a:lnTo>
                  <a:lnTo>
                    <a:pt x="1627758" y="836936"/>
                  </a:lnTo>
                  <a:lnTo>
                    <a:pt x="1628830" y="836644"/>
                  </a:lnTo>
                  <a:lnTo>
                    <a:pt x="1629901" y="836352"/>
                  </a:lnTo>
                  <a:lnTo>
                    <a:pt x="1630973" y="836060"/>
                  </a:lnTo>
                  <a:lnTo>
                    <a:pt x="1632044" y="835768"/>
                  </a:lnTo>
                  <a:lnTo>
                    <a:pt x="1633116" y="835477"/>
                  </a:lnTo>
                  <a:lnTo>
                    <a:pt x="1634188" y="835185"/>
                  </a:lnTo>
                  <a:lnTo>
                    <a:pt x="1635259" y="834893"/>
                  </a:lnTo>
                  <a:lnTo>
                    <a:pt x="1636331" y="834601"/>
                  </a:lnTo>
                  <a:lnTo>
                    <a:pt x="1637402" y="834308"/>
                  </a:lnTo>
                  <a:lnTo>
                    <a:pt x="1638474" y="834016"/>
                  </a:lnTo>
                  <a:lnTo>
                    <a:pt x="1639546" y="833724"/>
                  </a:lnTo>
                  <a:lnTo>
                    <a:pt x="1640617" y="833432"/>
                  </a:lnTo>
                  <a:lnTo>
                    <a:pt x="1641689" y="833139"/>
                  </a:lnTo>
                  <a:lnTo>
                    <a:pt x="1642760" y="832847"/>
                  </a:lnTo>
                  <a:lnTo>
                    <a:pt x="1643832" y="832554"/>
                  </a:lnTo>
                  <a:lnTo>
                    <a:pt x="1644904" y="832261"/>
                  </a:lnTo>
                  <a:lnTo>
                    <a:pt x="1645975" y="831968"/>
                  </a:lnTo>
                  <a:lnTo>
                    <a:pt x="1647047" y="831675"/>
                  </a:lnTo>
                  <a:lnTo>
                    <a:pt x="1648118" y="831382"/>
                  </a:lnTo>
                  <a:lnTo>
                    <a:pt x="1649190" y="831089"/>
                  </a:lnTo>
                  <a:lnTo>
                    <a:pt x="1650262" y="830795"/>
                  </a:lnTo>
                  <a:lnTo>
                    <a:pt x="1651333" y="830502"/>
                  </a:lnTo>
                  <a:lnTo>
                    <a:pt x="1652405" y="830208"/>
                  </a:lnTo>
                  <a:lnTo>
                    <a:pt x="1653476" y="829914"/>
                  </a:lnTo>
                  <a:lnTo>
                    <a:pt x="1654548" y="829620"/>
                  </a:lnTo>
                  <a:lnTo>
                    <a:pt x="1655620" y="829326"/>
                  </a:lnTo>
                  <a:lnTo>
                    <a:pt x="1656691" y="829031"/>
                  </a:lnTo>
                  <a:lnTo>
                    <a:pt x="1657763" y="828736"/>
                  </a:lnTo>
                  <a:lnTo>
                    <a:pt x="1658834" y="828442"/>
                  </a:lnTo>
                  <a:lnTo>
                    <a:pt x="1659906" y="828146"/>
                  </a:lnTo>
                  <a:lnTo>
                    <a:pt x="1660978" y="827851"/>
                  </a:lnTo>
                  <a:lnTo>
                    <a:pt x="1662049" y="827556"/>
                  </a:lnTo>
                  <a:lnTo>
                    <a:pt x="1663121" y="827260"/>
                  </a:lnTo>
                  <a:lnTo>
                    <a:pt x="1664192" y="826964"/>
                  </a:lnTo>
                  <a:lnTo>
                    <a:pt x="1665264" y="826668"/>
                  </a:lnTo>
                  <a:lnTo>
                    <a:pt x="1666336" y="826372"/>
                  </a:lnTo>
                  <a:lnTo>
                    <a:pt x="1667407" y="826075"/>
                  </a:lnTo>
                  <a:lnTo>
                    <a:pt x="1668479" y="825778"/>
                  </a:lnTo>
                  <a:lnTo>
                    <a:pt x="1669550" y="825481"/>
                  </a:lnTo>
                  <a:lnTo>
                    <a:pt x="1670622" y="825184"/>
                  </a:lnTo>
                  <a:lnTo>
                    <a:pt x="1671694" y="824886"/>
                  </a:lnTo>
                  <a:lnTo>
                    <a:pt x="1672765" y="824588"/>
                  </a:lnTo>
                  <a:lnTo>
                    <a:pt x="1673837" y="824290"/>
                  </a:lnTo>
                  <a:lnTo>
                    <a:pt x="1674908" y="823992"/>
                  </a:lnTo>
                  <a:lnTo>
                    <a:pt x="1675980" y="823693"/>
                  </a:lnTo>
                  <a:lnTo>
                    <a:pt x="1677052" y="823394"/>
                  </a:lnTo>
                  <a:lnTo>
                    <a:pt x="1678123" y="823095"/>
                  </a:lnTo>
                  <a:lnTo>
                    <a:pt x="1679195" y="822796"/>
                  </a:lnTo>
                  <a:lnTo>
                    <a:pt x="1680266" y="822496"/>
                  </a:lnTo>
                  <a:lnTo>
                    <a:pt x="1681338" y="822196"/>
                  </a:lnTo>
                  <a:lnTo>
                    <a:pt x="1682410" y="821896"/>
                  </a:lnTo>
                  <a:lnTo>
                    <a:pt x="1683481" y="821596"/>
                  </a:lnTo>
                  <a:lnTo>
                    <a:pt x="1684553" y="821295"/>
                  </a:lnTo>
                  <a:lnTo>
                    <a:pt x="1685624" y="820994"/>
                  </a:lnTo>
                  <a:lnTo>
                    <a:pt x="1686696" y="820692"/>
                  </a:lnTo>
                  <a:lnTo>
                    <a:pt x="1687768" y="820391"/>
                  </a:lnTo>
                  <a:lnTo>
                    <a:pt x="1688839" y="820089"/>
                  </a:lnTo>
                  <a:lnTo>
                    <a:pt x="1689911" y="819787"/>
                  </a:lnTo>
                  <a:lnTo>
                    <a:pt x="1690982" y="819484"/>
                  </a:lnTo>
                  <a:lnTo>
                    <a:pt x="1692054" y="819181"/>
                  </a:lnTo>
                  <a:lnTo>
                    <a:pt x="1693126" y="818878"/>
                  </a:lnTo>
                  <a:lnTo>
                    <a:pt x="1694197" y="818575"/>
                  </a:lnTo>
                  <a:lnTo>
                    <a:pt x="1695269" y="818271"/>
                  </a:lnTo>
                  <a:lnTo>
                    <a:pt x="1696340" y="817967"/>
                  </a:lnTo>
                  <a:lnTo>
                    <a:pt x="1697412" y="817662"/>
                  </a:lnTo>
                  <a:lnTo>
                    <a:pt x="1698484" y="817358"/>
                  </a:lnTo>
                  <a:lnTo>
                    <a:pt x="1699555" y="817053"/>
                  </a:lnTo>
                  <a:lnTo>
                    <a:pt x="1700627" y="816747"/>
                  </a:lnTo>
                  <a:lnTo>
                    <a:pt x="1701698" y="816442"/>
                  </a:lnTo>
                  <a:lnTo>
                    <a:pt x="1702770" y="816136"/>
                  </a:lnTo>
                  <a:lnTo>
                    <a:pt x="1703842" y="815830"/>
                  </a:lnTo>
                  <a:lnTo>
                    <a:pt x="1704913" y="815523"/>
                  </a:lnTo>
                  <a:lnTo>
                    <a:pt x="1705985" y="815216"/>
                  </a:lnTo>
                  <a:lnTo>
                    <a:pt x="1707056" y="814909"/>
                  </a:lnTo>
                  <a:lnTo>
                    <a:pt x="1708128" y="814602"/>
                  </a:lnTo>
                  <a:lnTo>
                    <a:pt x="1709200" y="814294"/>
                  </a:lnTo>
                  <a:lnTo>
                    <a:pt x="1710271" y="813986"/>
                  </a:lnTo>
                  <a:lnTo>
                    <a:pt x="1711343" y="813678"/>
                  </a:lnTo>
                  <a:lnTo>
                    <a:pt x="1712414" y="813369"/>
                  </a:lnTo>
                  <a:lnTo>
                    <a:pt x="1713486" y="813060"/>
                  </a:lnTo>
                  <a:lnTo>
                    <a:pt x="1714558" y="812750"/>
                  </a:lnTo>
                  <a:lnTo>
                    <a:pt x="1715629" y="812441"/>
                  </a:lnTo>
                  <a:lnTo>
                    <a:pt x="1716701" y="812131"/>
                  </a:lnTo>
                  <a:lnTo>
                    <a:pt x="1717772" y="811820"/>
                  </a:lnTo>
                  <a:lnTo>
                    <a:pt x="1718844" y="811510"/>
                  </a:lnTo>
                  <a:lnTo>
                    <a:pt x="1719916" y="811199"/>
                  </a:lnTo>
                  <a:lnTo>
                    <a:pt x="1720987" y="810888"/>
                  </a:lnTo>
                  <a:lnTo>
                    <a:pt x="1722059" y="810576"/>
                  </a:lnTo>
                  <a:lnTo>
                    <a:pt x="1723130" y="810264"/>
                  </a:lnTo>
                  <a:lnTo>
                    <a:pt x="1724202" y="809952"/>
                  </a:lnTo>
                  <a:lnTo>
                    <a:pt x="1725274" y="809640"/>
                  </a:lnTo>
                  <a:lnTo>
                    <a:pt x="1726345" y="809327"/>
                  </a:lnTo>
                  <a:lnTo>
                    <a:pt x="1727417" y="809014"/>
                  </a:lnTo>
                  <a:lnTo>
                    <a:pt x="1728488" y="808700"/>
                  </a:lnTo>
                  <a:lnTo>
                    <a:pt x="1729560" y="808386"/>
                  </a:lnTo>
                  <a:lnTo>
                    <a:pt x="1730632" y="808072"/>
                  </a:lnTo>
                  <a:lnTo>
                    <a:pt x="1731703" y="807758"/>
                  </a:lnTo>
                  <a:lnTo>
                    <a:pt x="1732775" y="807443"/>
                  </a:lnTo>
                  <a:lnTo>
                    <a:pt x="1733846" y="807128"/>
                  </a:lnTo>
                  <a:lnTo>
                    <a:pt x="1734918" y="806813"/>
                  </a:lnTo>
                  <a:lnTo>
                    <a:pt x="1735990" y="806498"/>
                  </a:lnTo>
                  <a:lnTo>
                    <a:pt x="1737061" y="806182"/>
                  </a:lnTo>
                  <a:lnTo>
                    <a:pt x="1738133" y="805866"/>
                  </a:lnTo>
                  <a:lnTo>
                    <a:pt x="1739204" y="805549"/>
                  </a:lnTo>
                  <a:lnTo>
                    <a:pt x="1740276" y="805232"/>
                  </a:lnTo>
                  <a:lnTo>
                    <a:pt x="1741348" y="804915"/>
                  </a:lnTo>
                  <a:lnTo>
                    <a:pt x="1742419" y="804598"/>
                  </a:lnTo>
                  <a:lnTo>
                    <a:pt x="1743491" y="804280"/>
                  </a:lnTo>
                  <a:lnTo>
                    <a:pt x="1744562" y="803962"/>
                  </a:lnTo>
                  <a:lnTo>
                    <a:pt x="1745634" y="803644"/>
                  </a:lnTo>
                  <a:lnTo>
                    <a:pt x="1746706" y="803326"/>
                  </a:lnTo>
                  <a:lnTo>
                    <a:pt x="1747777" y="803007"/>
                  </a:lnTo>
                  <a:lnTo>
                    <a:pt x="1748849" y="802688"/>
                  </a:lnTo>
                  <a:lnTo>
                    <a:pt x="1749920" y="802368"/>
                  </a:lnTo>
                  <a:lnTo>
                    <a:pt x="1750992" y="802049"/>
                  </a:lnTo>
                  <a:lnTo>
                    <a:pt x="1752064" y="801729"/>
                  </a:lnTo>
                  <a:lnTo>
                    <a:pt x="1753135" y="801409"/>
                  </a:lnTo>
                  <a:lnTo>
                    <a:pt x="1754207" y="801088"/>
                  </a:lnTo>
                  <a:lnTo>
                    <a:pt x="1755278" y="800767"/>
                  </a:lnTo>
                  <a:lnTo>
                    <a:pt x="1756350" y="800446"/>
                  </a:lnTo>
                  <a:lnTo>
                    <a:pt x="1757422" y="800125"/>
                  </a:lnTo>
                  <a:lnTo>
                    <a:pt x="1758493" y="799804"/>
                  </a:lnTo>
                  <a:lnTo>
                    <a:pt x="1759565" y="799482"/>
                  </a:lnTo>
                  <a:lnTo>
                    <a:pt x="1760636" y="799160"/>
                  </a:lnTo>
                  <a:lnTo>
                    <a:pt x="1761708" y="798838"/>
                  </a:lnTo>
                  <a:lnTo>
                    <a:pt x="1762780" y="798515"/>
                  </a:lnTo>
                  <a:lnTo>
                    <a:pt x="1763851" y="798192"/>
                  </a:lnTo>
                  <a:lnTo>
                    <a:pt x="1764923" y="797869"/>
                  </a:lnTo>
                  <a:lnTo>
                    <a:pt x="1765994" y="797546"/>
                  </a:lnTo>
                  <a:lnTo>
                    <a:pt x="1767066" y="797222"/>
                  </a:lnTo>
                  <a:lnTo>
                    <a:pt x="1768138" y="796898"/>
                  </a:lnTo>
                  <a:lnTo>
                    <a:pt x="1769209" y="796574"/>
                  </a:lnTo>
                  <a:lnTo>
                    <a:pt x="1770281" y="796250"/>
                  </a:lnTo>
                  <a:lnTo>
                    <a:pt x="1771352" y="795926"/>
                  </a:lnTo>
                  <a:lnTo>
                    <a:pt x="1772424" y="795601"/>
                  </a:lnTo>
                  <a:lnTo>
                    <a:pt x="1773496" y="795276"/>
                  </a:lnTo>
                  <a:lnTo>
                    <a:pt x="1774567" y="794951"/>
                  </a:lnTo>
                  <a:lnTo>
                    <a:pt x="1775639" y="794625"/>
                  </a:lnTo>
                  <a:lnTo>
                    <a:pt x="1776710" y="794300"/>
                  </a:lnTo>
                  <a:lnTo>
                    <a:pt x="1777782" y="793974"/>
                  </a:lnTo>
                  <a:lnTo>
                    <a:pt x="1778853" y="793648"/>
                  </a:lnTo>
                  <a:lnTo>
                    <a:pt x="1779925" y="793322"/>
                  </a:lnTo>
                  <a:lnTo>
                    <a:pt x="1780997" y="792995"/>
                  </a:lnTo>
                  <a:lnTo>
                    <a:pt x="1782068" y="792668"/>
                  </a:lnTo>
                  <a:lnTo>
                    <a:pt x="1783140" y="792341"/>
                  </a:lnTo>
                  <a:lnTo>
                    <a:pt x="1784211" y="792014"/>
                  </a:lnTo>
                  <a:lnTo>
                    <a:pt x="1785283" y="791687"/>
                  </a:lnTo>
                  <a:lnTo>
                    <a:pt x="1786355" y="791360"/>
                  </a:lnTo>
                  <a:lnTo>
                    <a:pt x="1787426" y="791032"/>
                  </a:lnTo>
                  <a:lnTo>
                    <a:pt x="1788498" y="790704"/>
                  </a:lnTo>
                  <a:lnTo>
                    <a:pt x="1789569" y="790376"/>
                  </a:lnTo>
                  <a:lnTo>
                    <a:pt x="1790641" y="790048"/>
                  </a:lnTo>
                  <a:lnTo>
                    <a:pt x="1791713" y="789719"/>
                  </a:lnTo>
                  <a:lnTo>
                    <a:pt x="1792784" y="789391"/>
                  </a:lnTo>
                  <a:lnTo>
                    <a:pt x="1793856" y="789062"/>
                  </a:lnTo>
                  <a:lnTo>
                    <a:pt x="1794927" y="788733"/>
                  </a:lnTo>
                  <a:lnTo>
                    <a:pt x="1795999" y="788404"/>
                  </a:lnTo>
                  <a:lnTo>
                    <a:pt x="1797071" y="788075"/>
                  </a:lnTo>
                  <a:lnTo>
                    <a:pt x="1798142" y="787746"/>
                  </a:lnTo>
                  <a:lnTo>
                    <a:pt x="1799214" y="787416"/>
                  </a:lnTo>
                  <a:lnTo>
                    <a:pt x="1800285" y="787087"/>
                  </a:lnTo>
                  <a:lnTo>
                    <a:pt x="1801357" y="786757"/>
                  </a:lnTo>
                  <a:lnTo>
                    <a:pt x="1802429" y="786427"/>
                  </a:lnTo>
                  <a:lnTo>
                    <a:pt x="1803500" y="786097"/>
                  </a:lnTo>
                  <a:lnTo>
                    <a:pt x="1804572" y="785766"/>
                  </a:lnTo>
                  <a:lnTo>
                    <a:pt x="1805643" y="785436"/>
                  </a:lnTo>
                  <a:lnTo>
                    <a:pt x="1806715" y="785106"/>
                  </a:lnTo>
                  <a:lnTo>
                    <a:pt x="1807787" y="784775"/>
                  </a:lnTo>
                  <a:lnTo>
                    <a:pt x="1808858" y="784444"/>
                  </a:lnTo>
                  <a:lnTo>
                    <a:pt x="1809930" y="784113"/>
                  </a:lnTo>
                  <a:lnTo>
                    <a:pt x="1811001" y="783782"/>
                  </a:lnTo>
                  <a:lnTo>
                    <a:pt x="1812073" y="783451"/>
                  </a:lnTo>
                  <a:lnTo>
                    <a:pt x="1813145" y="783120"/>
                  </a:lnTo>
                  <a:lnTo>
                    <a:pt x="1814216" y="782789"/>
                  </a:lnTo>
                  <a:lnTo>
                    <a:pt x="1815288" y="782458"/>
                  </a:lnTo>
                  <a:lnTo>
                    <a:pt x="1816359" y="782126"/>
                  </a:lnTo>
                  <a:lnTo>
                    <a:pt x="1817431" y="781795"/>
                  </a:lnTo>
                  <a:lnTo>
                    <a:pt x="1818503" y="781463"/>
                  </a:lnTo>
                  <a:lnTo>
                    <a:pt x="1819574" y="781131"/>
                  </a:lnTo>
                  <a:lnTo>
                    <a:pt x="1820646" y="780799"/>
                  </a:lnTo>
                  <a:lnTo>
                    <a:pt x="1821717" y="780468"/>
                  </a:lnTo>
                  <a:lnTo>
                    <a:pt x="1822789" y="780136"/>
                  </a:lnTo>
                  <a:lnTo>
                    <a:pt x="1823861" y="779804"/>
                  </a:lnTo>
                  <a:lnTo>
                    <a:pt x="1824932" y="779472"/>
                  </a:lnTo>
                  <a:lnTo>
                    <a:pt x="1826004" y="779139"/>
                  </a:lnTo>
                  <a:lnTo>
                    <a:pt x="1827075" y="778807"/>
                  </a:lnTo>
                  <a:lnTo>
                    <a:pt x="1828147" y="778475"/>
                  </a:lnTo>
                  <a:lnTo>
                    <a:pt x="1829219" y="778143"/>
                  </a:lnTo>
                  <a:lnTo>
                    <a:pt x="1830290" y="777810"/>
                  </a:lnTo>
                  <a:lnTo>
                    <a:pt x="1831362" y="777478"/>
                  </a:lnTo>
                  <a:lnTo>
                    <a:pt x="1832433" y="777146"/>
                  </a:lnTo>
                  <a:lnTo>
                    <a:pt x="1833505" y="776813"/>
                  </a:lnTo>
                  <a:lnTo>
                    <a:pt x="1834577" y="776481"/>
                  </a:lnTo>
                  <a:lnTo>
                    <a:pt x="1835648" y="776148"/>
                  </a:lnTo>
                  <a:lnTo>
                    <a:pt x="1836720" y="775816"/>
                  </a:lnTo>
                  <a:lnTo>
                    <a:pt x="1837791" y="775483"/>
                  </a:lnTo>
                  <a:lnTo>
                    <a:pt x="1838863" y="775151"/>
                  </a:lnTo>
                  <a:lnTo>
                    <a:pt x="1839935" y="774818"/>
                  </a:lnTo>
                  <a:lnTo>
                    <a:pt x="1841006" y="774486"/>
                  </a:lnTo>
                  <a:lnTo>
                    <a:pt x="1842078" y="774153"/>
                  </a:lnTo>
                  <a:lnTo>
                    <a:pt x="1843149" y="773821"/>
                  </a:lnTo>
                  <a:lnTo>
                    <a:pt x="1844221" y="773488"/>
                  </a:lnTo>
                  <a:lnTo>
                    <a:pt x="1845293" y="773156"/>
                  </a:lnTo>
                  <a:lnTo>
                    <a:pt x="1846364" y="772823"/>
                  </a:lnTo>
                  <a:lnTo>
                    <a:pt x="1847436" y="772491"/>
                  </a:lnTo>
                  <a:lnTo>
                    <a:pt x="1848507" y="772159"/>
                  </a:lnTo>
                  <a:lnTo>
                    <a:pt x="1849579" y="771826"/>
                  </a:lnTo>
                  <a:lnTo>
                    <a:pt x="1850651" y="771494"/>
                  </a:lnTo>
                  <a:lnTo>
                    <a:pt x="1851722" y="771162"/>
                  </a:lnTo>
                  <a:lnTo>
                    <a:pt x="1852794" y="770829"/>
                  </a:lnTo>
                  <a:lnTo>
                    <a:pt x="1853865" y="770497"/>
                  </a:lnTo>
                  <a:lnTo>
                    <a:pt x="1854937" y="770165"/>
                  </a:lnTo>
                  <a:lnTo>
                    <a:pt x="1856009" y="769833"/>
                  </a:lnTo>
                  <a:lnTo>
                    <a:pt x="1857080" y="769501"/>
                  </a:lnTo>
                  <a:lnTo>
                    <a:pt x="1858152" y="769169"/>
                  </a:lnTo>
                  <a:lnTo>
                    <a:pt x="1859223" y="768837"/>
                  </a:lnTo>
                  <a:lnTo>
                    <a:pt x="1860295" y="768505"/>
                  </a:lnTo>
                  <a:lnTo>
                    <a:pt x="1861367" y="768173"/>
                  </a:lnTo>
                  <a:lnTo>
                    <a:pt x="1862438" y="767842"/>
                  </a:lnTo>
                  <a:lnTo>
                    <a:pt x="1863510" y="767510"/>
                  </a:lnTo>
                  <a:lnTo>
                    <a:pt x="1864581" y="767179"/>
                  </a:lnTo>
                  <a:lnTo>
                    <a:pt x="1865653" y="766847"/>
                  </a:lnTo>
                  <a:lnTo>
                    <a:pt x="1866725" y="766516"/>
                  </a:lnTo>
                  <a:lnTo>
                    <a:pt x="1867796" y="766185"/>
                  </a:lnTo>
                  <a:lnTo>
                    <a:pt x="1868868" y="765854"/>
                  </a:lnTo>
                  <a:lnTo>
                    <a:pt x="1869939" y="765523"/>
                  </a:lnTo>
                  <a:lnTo>
                    <a:pt x="1871011" y="765192"/>
                  </a:lnTo>
                  <a:lnTo>
                    <a:pt x="1872083" y="764861"/>
                  </a:lnTo>
                  <a:lnTo>
                    <a:pt x="1873154" y="764531"/>
                  </a:lnTo>
                  <a:lnTo>
                    <a:pt x="1874226" y="764200"/>
                  </a:lnTo>
                  <a:lnTo>
                    <a:pt x="1875297" y="763870"/>
                  </a:lnTo>
                  <a:lnTo>
                    <a:pt x="1876369" y="763540"/>
                  </a:lnTo>
                  <a:lnTo>
                    <a:pt x="1877441" y="763209"/>
                  </a:lnTo>
                  <a:lnTo>
                    <a:pt x="1878512" y="762880"/>
                  </a:lnTo>
                  <a:lnTo>
                    <a:pt x="1879584" y="762550"/>
                  </a:lnTo>
                  <a:lnTo>
                    <a:pt x="1880655" y="762220"/>
                  </a:lnTo>
                  <a:lnTo>
                    <a:pt x="1881727" y="761891"/>
                  </a:lnTo>
                  <a:lnTo>
                    <a:pt x="1882799" y="761562"/>
                  </a:lnTo>
                  <a:lnTo>
                    <a:pt x="1883870" y="761232"/>
                  </a:lnTo>
                  <a:lnTo>
                    <a:pt x="1884942" y="760904"/>
                  </a:lnTo>
                  <a:lnTo>
                    <a:pt x="1886013" y="760575"/>
                  </a:lnTo>
                  <a:lnTo>
                    <a:pt x="1887085" y="760246"/>
                  </a:lnTo>
                  <a:lnTo>
                    <a:pt x="1888157" y="759918"/>
                  </a:lnTo>
                  <a:lnTo>
                    <a:pt x="1889228" y="759590"/>
                  </a:lnTo>
                  <a:lnTo>
                    <a:pt x="1890300" y="759262"/>
                  </a:lnTo>
                  <a:lnTo>
                    <a:pt x="1891371" y="758934"/>
                  </a:lnTo>
                  <a:lnTo>
                    <a:pt x="1892443" y="758606"/>
                  </a:lnTo>
                  <a:lnTo>
                    <a:pt x="1893515" y="758279"/>
                  </a:lnTo>
                  <a:lnTo>
                    <a:pt x="1894586" y="757952"/>
                  </a:lnTo>
                  <a:lnTo>
                    <a:pt x="1895658" y="757625"/>
                  </a:lnTo>
                  <a:lnTo>
                    <a:pt x="1896729" y="757298"/>
                  </a:lnTo>
                  <a:lnTo>
                    <a:pt x="1897801" y="756972"/>
                  </a:lnTo>
                  <a:lnTo>
                    <a:pt x="1898873" y="756646"/>
                  </a:lnTo>
                  <a:lnTo>
                    <a:pt x="1899944" y="756320"/>
                  </a:lnTo>
                  <a:lnTo>
                    <a:pt x="1901016" y="755994"/>
                  </a:lnTo>
                  <a:lnTo>
                    <a:pt x="1902087" y="755668"/>
                  </a:lnTo>
                  <a:lnTo>
                    <a:pt x="1903159" y="755343"/>
                  </a:lnTo>
                  <a:lnTo>
                    <a:pt x="1904231" y="755018"/>
                  </a:lnTo>
                  <a:lnTo>
                    <a:pt x="1905302" y="754693"/>
                  </a:lnTo>
                  <a:lnTo>
                    <a:pt x="1906374" y="754369"/>
                  </a:lnTo>
                  <a:lnTo>
                    <a:pt x="1907445" y="754045"/>
                  </a:lnTo>
                  <a:lnTo>
                    <a:pt x="1908517" y="753721"/>
                  </a:lnTo>
                  <a:lnTo>
                    <a:pt x="1909589" y="753397"/>
                  </a:lnTo>
                  <a:lnTo>
                    <a:pt x="1910660" y="753074"/>
                  </a:lnTo>
                  <a:lnTo>
                    <a:pt x="1911732" y="752751"/>
                  </a:lnTo>
                  <a:lnTo>
                    <a:pt x="1912803" y="752428"/>
                  </a:lnTo>
                  <a:lnTo>
                    <a:pt x="1913875" y="752105"/>
                  </a:lnTo>
                  <a:lnTo>
                    <a:pt x="1914947" y="751783"/>
                  </a:lnTo>
                  <a:lnTo>
                    <a:pt x="1916018" y="751461"/>
                  </a:lnTo>
                  <a:lnTo>
                    <a:pt x="1917090" y="751139"/>
                  </a:lnTo>
                  <a:lnTo>
                    <a:pt x="1918161" y="750818"/>
                  </a:lnTo>
                  <a:lnTo>
                    <a:pt x="1919233" y="750497"/>
                  </a:lnTo>
                  <a:lnTo>
                    <a:pt x="1920305" y="750177"/>
                  </a:lnTo>
                  <a:lnTo>
                    <a:pt x="1921376" y="749856"/>
                  </a:lnTo>
                  <a:lnTo>
                    <a:pt x="1922448" y="749536"/>
                  </a:lnTo>
                  <a:lnTo>
                    <a:pt x="1923519" y="749216"/>
                  </a:lnTo>
                  <a:lnTo>
                    <a:pt x="1924591" y="748897"/>
                  </a:lnTo>
                  <a:lnTo>
                    <a:pt x="1925663" y="748578"/>
                  </a:lnTo>
                  <a:lnTo>
                    <a:pt x="1926734" y="748259"/>
                  </a:lnTo>
                  <a:lnTo>
                    <a:pt x="1927806" y="747941"/>
                  </a:lnTo>
                  <a:lnTo>
                    <a:pt x="1928877" y="747622"/>
                  </a:lnTo>
                  <a:lnTo>
                    <a:pt x="1929949" y="747305"/>
                  </a:lnTo>
                  <a:lnTo>
                    <a:pt x="1931021" y="746987"/>
                  </a:lnTo>
                  <a:lnTo>
                    <a:pt x="1932092" y="746670"/>
                  </a:lnTo>
                  <a:lnTo>
                    <a:pt x="1933164" y="746353"/>
                  </a:lnTo>
                  <a:lnTo>
                    <a:pt x="1934235" y="746037"/>
                  </a:lnTo>
                  <a:lnTo>
                    <a:pt x="1935307" y="745721"/>
                  </a:lnTo>
                  <a:lnTo>
                    <a:pt x="1936379" y="745405"/>
                  </a:lnTo>
                  <a:lnTo>
                    <a:pt x="1937450" y="745089"/>
                  </a:lnTo>
                  <a:lnTo>
                    <a:pt x="1938522" y="744774"/>
                  </a:lnTo>
                  <a:lnTo>
                    <a:pt x="1939593" y="744459"/>
                  </a:lnTo>
                  <a:lnTo>
                    <a:pt x="1940665" y="744145"/>
                  </a:lnTo>
                  <a:lnTo>
                    <a:pt x="1941737" y="743831"/>
                  </a:lnTo>
                  <a:lnTo>
                    <a:pt x="1942808" y="743517"/>
                  </a:lnTo>
                  <a:lnTo>
                    <a:pt x="1943880" y="743204"/>
                  </a:lnTo>
                  <a:lnTo>
                    <a:pt x="1944951" y="742890"/>
                  </a:lnTo>
                  <a:lnTo>
                    <a:pt x="1946023" y="742578"/>
                  </a:lnTo>
                  <a:lnTo>
                    <a:pt x="1947095" y="742265"/>
                  </a:lnTo>
                  <a:lnTo>
                    <a:pt x="1948166" y="741953"/>
                  </a:lnTo>
                  <a:lnTo>
                    <a:pt x="1949238" y="741642"/>
                  </a:lnTo>
                  <a:lnTo>
                    <a:pt x="1950309" y="741330"/>
                  </a:lnTo>
                  <a:lnTo>
                    <a:pt x="1951381" y="741019"/>
                  </a:lnTo>
                  <a:lnTo>
                    <a:pt x="1952453" y="740709"/>
                  </a:lnTo>
                  <a:lnTo>
                    <a:pt x="1953524" y="740398"/>
                  </a:lnTo>
                  <a:lnTo>
                    <a:pt x="1954596" y="740088"/>
                  </a:lnTo>
                  <a:lnTo>
                    <a:pt x="1955667" y="739779"/>
                  </a:lnTo>
                  <a:lnTo>
                    <a:pt x="1956739" y="739469"/>
                  </a:lnTo>
                  <a:lnTo>
                    <a:pt x="1957810" y="739161"/>
                  </a:lnTo>
                  <a:lnTo>
                    <a:pt x="1958882" y="738852"/>
                  </a:lnTo>
                  <a:lnTo>
                    <a:pt x="1959954" y="738544"/>
                  </a:lnTo>
                  <a:lnTo>
                    <a:pt x="1961025" y="738236"/>
                  </a:lnTo>
                  <a:lnTo>
                    <a:pt x="1962097" y="737929"/>
                  </a:lnTo>
                  <a:lnTo>
                    <a:pt x="1963168" y="737622"/>
                  </a:lnTo>
                  <a:lnTo>
                    <a:pt x="1964240" y="737315"/>
                  </a:lnTo>
                  <a:lnTo>
                    <a:pt x="1965312" y="737009"/>
                  </a:lnTo>
                  <a:lnTo>
                    <a:pt x="1966383" y="736703"/>
                  </a:lnTo>
                  <a:lnTo>
                    <a:pt x="1967455" y="736397"/>
                  </a:lnTo>
                  <a:lnTo>
                    <a:pt x="1968526" y="736092"/>
                  </a:lnTo>
                  <a:lnTo>
                    <a:pt x="1969598" y="735787"/>
                  </a:lnTo>
                  <a:lnTo>
                    <a:pt x="1970670" y="735482"/>
                  </a:lnTo>
                  <a:lnTo>
                    <a:pt x="1971741" y="735178"/>
                  </a:lnTo>
                  <a:lnTo>
                    <a:pt x="1972813" y="734875"/>
                  </a:lnTo>
                  <a:lnTo>
                    <a:pt x="1973884" y="734571"/>
                  </a:lnTo>
                  <a:lnTo>
                    <a:pt x="1974956" y="734268"/>
                  </a:lnTo>
                  <a:lnTo>
                    <a:pt x="1976028" y="733965"/>
                  </a:lnTo>
                  <a:lnTo>
                    <a:pt x="1977099" y="733663"/>
                  </a:lnTo>
                  <a:lnTo>
                    <a:pt x="1978171" y="733361"/>
                  </a:lnTo>
                  <a:lnTo>
                    <a:pt x="1979242" y="733060"/>
                  </a:lnTo>
                  <a:lnTo>
                    <a:pt x="1980314" y="732759"/>
                  </a:lnTo>
                  <a:lnTo>
                    <a:pt x="1981386" y="732458"/>
                  </a:lnTo>
                  <a:lnTo>
                    <a:pt x="1982457" y="732157"/>
                  </a:lnTo>
                  <a:lnTo>
                    <a:pt x="1983529" y="731857"/>
                  </a:lnTo>
                  <a:lnTo>
                    <a:pt x="1984600" y="731558"/>
                  </a:lnTo>
                  <a:lnTo>
                    <a:pt x="1985672" y="731258"/>
                  </a:lnTo>
                  <a:lnTo>
                    <a:pt x="1986744" y="730959"/>
                  </a:lnTo>
                  <a:lnTo>
                    <a:pt x="1987815" y="730661"/>
                  </a:lnTo>
                  <a:lnTo>
                    <a:pt x="1988887" y="730363"/>
                  </a:lnTo>
                  <a:lnTo>
                    <a:pt x="1989958" y="730065"/>
                  </a:lnTo>
                  <a:lnTo>
                    <a:pt x="1991030" y="729767"/>
                  </a:lnTo>
                  <a:lnTo>
                    <a:pt x="1992102" y="729470"/>
                  </a:lnTo>
                  <a:lnTo>
                    <a:pt x="1993173" y="729174"/>
                  </a:lnTo>
                  <a:lnTo>
                    <a:pt x="1994245" y="728878"/>
                  </a:lnTo>
                  <a:lnTo>
                    <a:pt x="1995316" y="728582"/>
                  </a:lnTo>
                  <a:lnTo>
                    <a:pt x="1996388" y="728286"/>
                  </a:lnTo>
                  <a:lnTo>
                    <a:pt x="1997460" y="727991"/>
                  </a:lnTo>
                  <a:lnTo>
                    <a:pt x="1998531" y="727696"/>
                  </a:lnTo>
                  <a:lnTo>
                    <a:pt x="1999603" y="727402"/>
                  </a:lnTo>
                  <a:lnTo>
                    <a:pt x="2000674" y="727108"/>
                  </a:lnTo>
                  <a:lnTo>
                    <a:pt x="2001746" y="726814"/>
                  </a:lnTo>
                  <a:lnTo>
                    <a:pt x="2002818" y="726521"/>
                  </a:lnTo>
                  <a:lnTo>
                    <a:pt x="2003889" y="726228"/>
                  </a:lnTo>
                  <a:lnTo>
                    <a:pt x="2004961" y="725936"/>
                  </a:lnTo>
                  <a:lnTo>
                    <a:pt x="2006032" y="725644"/>
                  </a:lnTo>
                  <a:lnTo>
                    <a:pt x="2007104" y="725352"/>
                  </a:lnTo>
                  <a:lnTo>
                    <a:pt x="2008176" y="725061"/>
                  </a:lnTo>
                  <a:lnTo>
                    <a:pt x="2009247" y="724770"/>
                  </a:lnTo>
                  <a:lnTo>
                    <a:pt x="2010319" y="724479"/>
                  </a:lnTo>
                  <a:lnTo>
                    <a:pt x="2011390" y="724189"/>
                  </a:lnTo>
                  <a:lnTo>
                    <a:pt x="2012462" y="723899"/>
                  </a:lnTo>
                  <a:lnTo>
                    <a:pt x="2013534" y="723610"/>
                  </a:lnTo>
                  <a:lnTo>
                    <a:pt x="2014605" y="723321"/>
                  </a:lnTo>
                  <a:lnTo>
                    <a:pt x="2015677" y="723032"/>
                  </a:lnTo>
                  <a:lnTo>
                    <a:pt x="2016748" y="722744"/>
                  </a:lnTo>
                  <a:lnTo>
                    <a:pt x="2017820" y="722456"/>
                  </a:lnTo>
                  <a:lnTo>
                    <a:pt x="2018892" y="722169"/>
                  </a:lnTo>
                  <a:lnTo>
                    <a:pt x="2019963" y="721882"/>
                  </a:lnTo>
                  <a:lnTo>
                    <a:pt x="2021035" y="721595"/>
                  </a:lnTo>
                  <a:lnTo>
                    <a:pt x="2022106" y="721309"/>
                  </a:lnTo>
                  <a:lnTo>
                    <a:pt x="2023178" y="721023"/>
                  </a:lnTo>
                  <a:lnTo>
                    <a:pt x="2024250" y="720737"/>
                  </a:lnTo>
                  <a:lnTo>
                    <a:pt x="2025321" y="720452"/>
                  </a:lnTo>
                  <a:lnTo>
                    <a:pt x="2026393" y="720167"/>
                  </a:lnTo>
                  <a:lnTo>
                    <a:pt x="2027464" y="719883"/>
                  </a:lnTo>
                  <a:lnTo>
                    <a:pt x="2028536" y="719599"/>
                  </a:lnTo>
                  <a:lnTo>
                    <a:pt x="2029608" y="719315"/>
                  </a:lnTo>
                  <a:lnTo>
                    <a:pt x="2030679" y="719032"/>
                  </a:lnTo>
                  <a:lnTo>
                    <a:pt x="2031751" y="718749"/>
                  </a:lnTo>
                  <a:lnTo>
                    <a:pt x="2032822" y="718467"/>
                  </a:lnTo>
                  <a:lnTo>
                    <a:pt x="2033894" y="718185"/>
                  </a:lnTo>
                  <a:lnTo>
                    <a:pt x="2034966" y="717903"/>
                  </a:lnTo>
                  <a:lnTo>
                    <a:pt x="2036037" y="717622"/>
                  </a:lnTo>
                  <a:lnTo>
                    <a:pt x="2037109" y="717341"/>
                  </a:lnTo>
                  <a:lnTo>
                    <a:pt x="2038180" y="717060"/>
                  </a:lnTo>
                  <a:lnTo>
                    <a:pt x="2039252" y="716780"/>
                  </a:lnTo>
                  <a:lnTo>
                    <a:pt x="2040324" y="716500"/>
                  </a:lnTo>
                  <a:lnTo>
                    <a:pt x="2041395" y="716221"/>
                  </a:lnTo>
                  <a:lnTo>
                    <a:pt x="2042467" y="715942"/>
                  </a:lnTo>
                  <a:lnTo>
                    <a:pt x="2043538" y="715663"/>
                  </a:lnTo>
                  <a:lnTo>
                    <a:pt x="2044610" y="715385"/>
                  </a:lnTo>
                  <a:lnTo>
                    <a:pt x="2045682" y="715107"/>
                  </a:lnTo>
                  <a:lnTo>
                    <a:pt x="2046753" y="714830"/>
                  </a:lnTo>
                  <a:lnTo>
                    <a:pt x="2047825" y="714552"/>
                  </a:lnTo>
                  <a:lnTo>
                    <a:pt x="2048896" y="714276"/>
                  </a:lnTo>
                  <a:lnTo>
                    <a:pt x="2049968" y="713999"/>
                  </a:lnTo>
                  <a:lnTo>
                    <a:pt x="2051040" y="713723"/>
                  </a:lnTo>
                  <a:lnTo>
                    <a:pt x="2052111" y="713448"/>
                  </a:lnTo>
                  <a:lnTo>
                    <a:pt x="2053183" y="713173"/>
                  </a:lnTo>
                  <a:lnTo>
                    <a:pt x="2054254" y="712898"/>
                  </a:lnTo>
                  <a:lnTo>
                    <a:pt x="2055326" y="712624"/>
                  </a:lnTo>
                  <a:lnTo>
                    <a:pt x="2056398" y="712349"/>
                  </a:lnTo>
                  <a:lnTo>
                    <a:pt x="2057469" y="712076"/>
                  </a:lnTo>
                  <a:lnTo>
                    <a:pt x="2058541" y="711803"/>
                  </a:lnTo>
                  <a:lnTo>
                    <a:pt x="2059612" y="711530"/>
                  </a:lnTo>
                  <a:lnTo>
                    <a:pt x="2060684" y="711257"/>
                  </a:lnTo>
                  <a:lnTo>
                    <a:pt x="2061756" y="710985"/>
                  </a:lnTo>
                  <a:lnTo>
                    <a:pt x="2062827" y="710713"/>
                  </a:lnTo>
                  <a:lnTo>
                    <a:pt x="2063899" y="710442"/>
                  </a:lnTo>
                  <a:lnTo>
                    <a:pt x="2064970" y="710171"/>
                  </a:lnTo>
                  <a:lnTo>
                    <a:pt x="2066042" y="709900"/>
                  </a:lnTo>
                  <a:lnTo>
                    <a:pt x="2067114" y="709630"/>
                  </a:lnTo>
                  <a:lnTo>
                    <a:pt x="2068185" y="709360"/>
                  </a:lnTo>
                  <a:lnTo>
                    <a:pt x="2069257" y="709091"/>
                  </a:lnTo>
                  <a:lnTo>
                    <a:pt x="2070328" y="708822"/>
                  </a:lnTo>
                  <a:lnTo>
                    <a:pt x="2071400" y="708553"/>
                  </a:lnTo>
                  <a:lnTo>
                    <a:pt x="2072472" y="708285"/>
                  </a:lnTo>
                  <a:lnTo>
                    <a:pt x="2073543" y="708017"/>
                  </a:lnTo>
                  <a:lnTo>
                    <a:pt x="2074615" y="707749"/>
                  </a:lnTo>
                  <a:lnTo>
                    <a:pt x="2075686" y="707482"/>
                  </a:lnTo>
                  <a:lnTo>
                    <a:pt x="2076758" y="707215"/>
                  </a:lnTo>
                  <a:lnTo>
                    <a:pt x="2077830" y="706948"/>
                  </a:lnTo>
                  <a:lnTo>
                    <a:pt x="2078901" y="706682"/>
                  </a:lnTo>
                  <a:lnTo>
                    <a:pt x="2079973" y="706417"/>
                  </a:lnTo>
                  <a:lnTo>
                    <a:pt x="2081044" y="706151"/>
                  </a:lnTo>
                  <a:lnTo>
                    <a:pt x="2082116" y="705886"/>
                  </a:lnTo>
                  <a:lnTo>
                    <a:pt x="2083188" y="705622"/>
                  </a:lnTo>
                  <a:lnTo>
                    <a:pt x="2084259" y="705357"/>
                  </a:lnTo>
                  <a:lnTo>
                    <a:pt x="2085331" y="705094"/>
                  </a:lnTo>
                  <a:lnTo>
                    <a:pt x="2086402" y="704830"/>
                  </a:lnTo>
                  <a:lnTo>
                    <a:pt x="2087474" y="704567"/>
                  </a:lnTo>
                  <a:lnTo>
                    <a:pt x="2088546" y="704304"/>
                  </a:lnTo>
                  <a:lnTo>
                    <a:pt x="2089617" y="704042"/>
                  </a:lnTo>
                  <a:lnTo>
                    <a:pt x="2090689" y="703780"/>
                  </a:lnTo>
                  <a:lnTo>
                    <a:pt x="2091760" y="703518"/>
                  </a:lnTo>
                  <a:lnTo>
                    <a:pt x="2092832" y="703257"/>
                  </a:lnTo>
                  <a:lnTo>
                    <a:pt x="2093904" y="702996"/>
                  </a:lnTo>
                  <a:lnTo>
                    <a:pt x="2094975" y="702736"/>
                  </a:lnTo>
                  <a:lnTo>
                    <a:pt x="2096047" y="702475"/>
                  </a:lnTo>
                  <a:lnTo>
                    <a:pt x="2097118" y="702216"/>
                  </a:lnTo>
                  <a:lnTo>
                    <a:pt x="2098190" y="701956"/>
                  </a:lnTo>
                  <a:lnTo>
                    <a:pt x="2099262" y="701697"/>
                  </a:lnTo>
                  <a:lnTo>
                    <a:pt x="2100333" y="701439"/>
                  </a:lnTo>
                  <a:lnTo>
                    <a:pt x="2101405" y="701180"/>
                  </a:lnTo>
                  <a:lnTo>
                    <a:pt x="2102476" y="700922"/>
                  </a:lnTo>
                  <a:lnTo>
                    <a:pt x="2103548" y="700665"/>
                  </a:lnTo>
                  <a:lnTo>
                    <a:pt x="2104620" y="700407"/>
                  </a:lnTo>
                  <a:lnTo>
                    <a:pt x="2105691" y="700151"/>
                  </a:lnTo>
                  <a:lnTo>
                    <a:pt x="2106763" y="699894"/>
                  </a:lnTo>
                  <a:lnTo>
                    <a:pt x="2107834" y="699638"/>
                  </a:lnTo>
                  <a:lnTo>
                    <a:pt x="2108906" y="699382"/>
                  </a:lnTo>
                  <a:lnTo>
                    <a:pt x="2109978" y="699127"/>
                  </a:lnTo>
                  <a:lnTo>
                    <a:pt x="2111049" y="698872"/>
                  </a:lnTo>
                  <a:lnTo>
                    <a:pt x="2112121" y="698617"/>
                  </a:lnTo>
                  <a:lnTo>
                    <a:pt x="2113192" y="698363"/>
                  </a:lnTo>
                  <a:lnTo>
                    <a:pt x="2114264" y="698109"/>
                  </a:lnTo>
                  <a:lnTo>
                    <a:pt x="2115336" y="697855"/>
                  </a:lnTo>
                  <a:lnTo>
                    <a:pt x="2116407" y="697602"/>
                  </a:lnTo>
                  <a:lnTo>
                    <a:pt x="2117479" y="697349"/>
                  </a:lnTo>
                  <a:lnTo>
                    <a:pt x="2118550" y="697096"/>
                  </a:lnTo>
                  <a:lnTo>
                    <a:pt x="2119622" y="696844"/>
                  </a:lnTo>
                  <a:lnTo>
                    <a:pt x="2120694" y="696592"/>
                  </a:lnTo>
                  <a:lnTo>
                    <a:pt x="2121765" y="696341"/>
                  </a:lnTo>
                  <a:lnTo>
                    <a:pt x="2122837" y="696089"/>
                  </a:lnTo>
                  <a:lnTo>
                    <a:pt x="2123908" y="695839"/>
                  </a:lnTo>
                  <a:lnTo>
                    <a:pt x="2124980" y="695588"/>
                  </a:lnTo>
                  <a:lnTo>
                    <a:pt x="2126052" y="695338"/>
                  </a:lnTo>
                  <a:lnTo>
                    <a:pt x="2127123" y="695088"/>
                  </a:lnTo>
                  <a:lnTo>
                    <a:pt x="2128195" y="694839"/>
                  </a:lnTo>
                  <a:lnTo>
                    <a:pt x="2129266" y="694590"/>
                  </a:lnTo>
                  <a:lnTo>
                    <a:pt x="2130338" y="694341"/>
                  </a:lnTo>
                  <a:lnTo>
                    <a:pt x="2131409" y="694093"/>
                  </a:lnTo>
                  <a:lnTo>
                    <a:pt x="2132481" y="693845"/>
                  </a:lnTo>
                  <a:lnTo>
                    <a:pt x="2133553" y="693597"/>
                  </a:lnTo>
                  <a:lnTo>
                    <a:pt x="2134624" y="693350"/>
                  </a:lnTo>
                  <a:lnTo>
                    <a:pt x="2135696" y="693103"/>
                  </a:lnTo>
                  <a:lnTo>
                    <a:pt x="2136767" y="692856"/>
                  </a:lnTo>
                  <a:lnTo>
                    <a:pt x="2137839" y="692610"/>
                  </a:lnTo>
                  <a:lnTo>
                    <a:pt x="2138911" y="692364"/>
                  </a:lnTo>
                  <a:lnTo>
                    <a:pt x="2139982" y="692119"/>
                  </a:lnTo>
                  <a:lnTo>
                    <a:pt x="2141054" y="691873"/>
                  </a:lnTo>
                  <a:lnTo>
                    <a:pt x="2142125" y="691628"/>
                  </a:lnTo>
                  <a:lnTo>
                    <a:pt x="2143197" y="691384"/>
                  </a:lnTo>
                  <a:lnTo>
                    <a:pt x="2144269" y="691140"/>
                  </a:lnTo>
                  <a:lnTo>
                    <a:pt x="2145340" y="690896"/>
                  </a:lnTo>
                  <a:lnTo>
                    <a:pt x="2146412" y="690652"/>
                  </a:lnTo>
                  <a:lnTo>
                    <a:pt x="2147483" y="690409"/>
                  </a:lnTo>
                  <a:lnTo>
                    <a:pt x="2148555" y="690166"/>
                  </a:lnTo>
                  <a:lnTo>
                    <a:pt x="2149627" y="689924"/>
                  </a:lnTo>
                  <a:lnTo>
                    <a:pt x="2150698" y="689681"/>
                  </a:lnTo>
                  <a:lnTo>
                    <a:pt x="2151770" y="689439"/>
                  </a:lnTo>
                  <a:lnTo>
                    <a:pt x="2152841" y="689198"/>
                  </a:lnTo>
                  <a:lnTo>
                    <a:pt x="2153913" y="688957"/>
                  </a:lnTo>
                  <a:lnTo>
                    <a:pt x="2154985" y="688716"/>
                  </a:lnTo>
                  <a:lnTo>
                    <a:pt x="2156056" y="688475"/>
                  </a:lnTo>
                  <a:lnTo>
                    <a:pt x="2157128" y="688235"/>
                  </a:lnTo>
                  <a:lnTo>
                    <a:pt x="2158199" y="687995"/>
                  </a:lnTo>
                  <a:lnTo>
                    <a:pt x="2159271" y="687756"/>
                  </a:lnTo>
                  <a:lnTo>
                    <a:pt x="2160343" y="687516"/>
                  </a:lnTo>
                  <a:lnTo>
                    <a:pt x="2161414" y="687277"/>
                  </a:lnTo>
                  <a:lnTo>
                    <a:pt x="2162486" y="687039"/>
                  </a:lnTo>
                  <a:lnTo>
                    <a:pt x="2163557" y="686801"/>
                  </a:lnTo>
                  <a:lnTo>
                    <a:pt x="2164629" y="686563"/>
                  </a:lnTo>
                  <a:lnTo>
                    <a:pt x="2165701" y="686325"/>
                  </a:lnTo>
                  <a:lnTo>
                    <a:pt x="2166772" y="686088"/>
                  </a:lnTo>
                  <a:lnTo>
                    <a:pt x="2167844" y="685851"/>
                  </a:lnTo>
                  <a:lnTo>
                    <a:pt x="2168915" y="685614"/>
                  </a:lnTo>
                  <a:lnTo>
                    <a:pt x="2169987" y="685378"/>
                  </a:lnTo>
                  <a:lnTo>
                    <a:pt x="2171059" y="685142"/>
                  </a:lnTo>
                  <a:lnTo>
                    <a:pt x="2172130" y="684906"/>
                  </a:lnTo>
                  <a:lnTo>
                    <a:pt x="2173202" y="684671"/>
                  </a:lnTo>
                  <a:lnTo>
                    <a:pt x="2174273" y="684436"/>
                  </a:lnTo>
                  <a:lnTo>
                    <a:pt x="2175345" y="684201"/>
                  </a:lnTo>
                  <a:lnTo>
                    <a:pt x="2176417" y="683967"/>
                  </a:lnTo>
                  <a:lnTo>
                    <a:pt x="2177488" y="683733"/>
                  </a:lnTo>
                  <a:lnTo>
                    <a:pt x="2178560" y="683499"/>
                  </a:lnTo>
                  <a:lnTo>
                    <a:pt x="2179631" y="683265"/>
                  </a:lnTo>
                  <a:lnTo>
                    <a:pt x="2180703" y="683032"/>
                  </a:lnTo>
                  <a:lnTo>
                    <a:pt x="2181775" y="682799"/>
                  </a:lnTo>
                  <a:lnTo>
                    <a:pt x="2182846" y="682567"/>
                  </a:lnTo>
                  <a:lnTo>
                    <a:pt x="2183918" y="682335"/>
                  </a:lnTo>
                  <a:lnTo>
                    <a:pt x="2184989" y="682103"/>
                  </a:lnTo>
                  <a:lnTo>
                    <a:pt x="2186061" y="681871"/>
                  </a:lnTo>
                  <a:lnTo>
                    <a:pt x="2187133" y="681640"/>
                  </a:lnTo>
                  <a:lnTo>
                    <a:pt x="2188204" y="681409"/>
                  </a:lnTo>
                  <a:lnTo>
                    <a:pt x="2189276" y="681178"/>
                  </a:lnTo>
                  <a:lnTo>
                    <a:pt x="2190347" y="680948"/>
                  </a:lnTo>
                  <a:lnTo>
                    <a:pt x="2191419" y="680717"/>
                  </a:lnTo>
                  <a:lnTo>
                    <a:pt x="2192491" y="680488"/>
                  </a:lnTo>
                  <a:lnTo>
                    <a:pt x="2193562" y="680258"/>
                  </a:lnTo>
                  <a:lnTo>
                    <a:pt x="2194634" y="680029"/>
                  </a:lnTo>
                  <a:lnTo>
                    <a:pt x="2195705" y="679800"/>
                  </a:lnTo>
                  <a:lnTo>
                    <a:pt x="2196777" y="679571"/>
                  </a:lnTo>
                  <a:lnTo>
                    <a:pt x="2197849" y="679343"/>
                  </a:lnTo>
                  <a:lnTo>
                    <a:pt x="2198920" y="679115"/>
                  </a:lnTo>
                  <a:lnTo>
                    <a:pt x="2199992" y="678887"/>
                  </a:lnTo>
                  <a:lnTo>
                    <a:pt x="2201063" y="678660"/>
                  </a:lnTo>
                  <a:lnTo>
                    <a:pt x="2202135" y="678433"/>
                  </a:lnTo>
                  <a:lnTo>
                    <a:pt x="2203207" y="678206"/>
                  </a:lnTo>
                  <a:lnTo>
                    <a:pt x="2204278" y="677980"/>
                  </a:lnTo>
                  <a:lnTo>
                    <a:pt x="2205350" y="677753"/>
                  </a:lnTo>
                  <a:lnTo>
                    <a:pt x="2206421" y="677527"/>
                  </a:lnTo>
                  <a:lnTo>
                    <a:pt x="2207493" y="677302"/>
                  </a:lnTo>
                  <a:lnTo>
                    <a:pt x="2208565" y="677076"/>
                  </a:lnTo>
                  <a:lnTo>
                    <a:pt x="2209636" y="676851"/>
                  </a:lnTo>
                  <a:lnTo>
                    <a:pt x="2210708" y="676626"/>
                  </a:lnTo>
                  <a:lnTo>
                    <a:pt x="2211779" y="676402"/>
                  </a:lnTo>
                  <a:lnTo>
                    <a:pt x="2212851" y="676178"/>
                  </a:lnTo>
                  <a:lnTo>
                    <a:pt x="2213923" y="675954"/>
                  </a:lnTo>
                  <a:lnTo>
                    <a:pt x="2214994" y="675730"/>
                  </a:lnTo>
                  <a:lnTo>
                    <a:pt x="2216066" y="675507"/>
                  </a:lnTo>
                  <a:lnTo>
                    <a:pt x="2217137" y="675283"/>
                  </a:lnTo>
                  <a:lnTo>
                    <a:pt x="2218209" y="675061"/>
                  </a:lnTo>
                  <a:lnTo>
                    <a:pt x="2219281" y="674838"/>
                  </a:lnTo>
                  <a:lnTo>
                    <a:pt x="2220352" y="674616"/>
                  </a:lnTo>
                  <a:lnTo>
                    <a:pt x="2221424" y="674394"/>
                  </a:lnTo>
                  <a:lnTo>
                    <a:pt x="2222495" y="674172"/>
                  </a:lnTo>
                  <a:lnTo>
                    <a:pt x="2223567" y="673950"/>
                  </a:lnTo>
                  <a:lnTo>
                    <a:pt x="2224639" y="673729"/>
                  </a:lnTo>
                  <a:lnTo>
                    <a:pt x="2225710" y="673508"/>
                  </a:lnTo>
                  <a:lnTo>
                    <a:pt x="2226782" y="673288"/>
                  </a:lnTo>
                  <a:lnTo>
                    <a:pt x="2227853" y="673067"/>
                  </a:lnTo>
                  <a:lnTo>
                    <a:pt x="2228925" y="672847"/>
                  </a:lnTo>
                  <a:lnTo>
                    <a:pt x="2229997" y="672627"/>
                  </a:lnTo>
                  <a:lnTo>
                    <a:pt x="2231068" y="672408"/>
                  </a:lnTo>
                  <a:lnTo>
                    <a:pt x="2232140" y="672188"/>
                  </a:lnTo>
                  <a:lnTo>
                    <a:pt x="2233211" y="671969"/>
                  </a:lnTo>
                  <a:lnTo>
                    <a:pt x="2234283" y="671750"/>
                  </a:lnTo>
                  <a:lnTo>
                    <a:pt x="2235355" y="671532"/>
                  </a:lnTo>
                  <a:lnTo>
                    <a:pt x="2236426" y="671314"/>
                  </a:lnTo>
                  <a:lnTo>
                    <a:pt x="2237498" y="671096"/>
                  </a:lnTo>
                  <a:lnTo>
                    <a:pt x="2238569" y="670878"/>
                  </a:lnTo>
                  <a:lnTo>
                    <a:pt x="2239641" y="670660"/>
                  </a:lnTo>
                  <a:lnTo>
                    <a:pt x="2240713" y="670443"/>
                  </a:lnTo>
                  <a:lnTo>
                    <a:pt x="2241784" y="670226"/>
                  </a:lnTo>
                  <a:lnTo>
                    <a:pt x="2242856" y="670009"/>
                  </a:lnTo>
                  <a:lnTo>
                    <a:pt x="2243927" y="669793"/>
                  </a:lnTo>
                  <a:lnTo>
                    <a:pt x="2244999" y="669577"/>
                  </a:lnTo>
                  <a:lnTo>
                    <a:pt x="2246071" y="669361"/>
                  </a:lnTo>
                  <a:lnTo>
                    <a:pt x="2247142" y="669145"/>
                  </a:lnTo>
                  <a:lnTo>
                    <a:pt x="2248214" y="668929"/>
                  </a:lnTo>
                  <a:lnTo>
                    <a:pt x="2249285" y="668714"/>
                  </a:lnTo>
                  <a:lnTo>
                    <a:pt x="2250357" y="668499"/>
                  </a:lnTo>
                  <a:lnTo>
                    <a:pt x="2251429" y="668284"/>
                  </a:lnTo>
                  <a:lnTo>
                    <a:pt x="2252500" y="668070"/>
                  </a:lnTo>
                  <a:lnTo>
                    <a:pt x="2253572" y="667856"/>
                  </a:lnTo>
                  <a:lnTo>
                    <a:pt x="2254643" y="667642"/>
                  </a:lnTo>
                  <a:lnTo>
                    <a:pt x="2255715" y="667428"/>
                  </a:lnTo>
                  <a:lnTo>
                    <a:pt x="2256787" y="667214"/>
                  </a:lnTo>
                  <a:lnTo>
                    <a:pt x="2257858" y="667001"/>
                  </a:lnTo>
                  <a:lnTo>
                    <a:pt x="2258930" y="666788"/>
                  </a:lnTo>
                  <a:lnTo>
                    <a:pt x="2260001" y="666575"/>
                  </a:lnTo>
                  <a:lnTo>
                    <a:pt x="2261073" y="666362"/>
                  </a:lnTo>
                  <a:lnTo>
                    <a:pt x="2262145" y="666150"/>
                  </a:lnTo>
                  <a:lnTo>
                    <a:pt x="2263216" y="665938"/>
                  </a:lnTo>
                  <a:lnTo>
                    <a:pt x="2264288" y="665726"/>
                  </a:lnTo>
                  <a:lnTo>
                    <a:pt x="2265359" y="665514"/>
                  </a:lnTo>
                  <a:lnTo>
                    <a:pt x="2266431" y="665303"/>
                  </a:lnTo>
                  <a:lnTo>
                    <a:pt x="2267503" y="665092"/>
                  </a:lnTo>
                  <a:lnTo>
                    <a:pt x="2268574" y="664881"/>
                  </a:lnTo>
                  <a:lnTo>
                    <a:pt x="2269646" y="664670"/>
                  </a:lnTo>
                  <a:lnTo>
                    <a:pt x="2270717" y="664459"/>
                  </a:lnTo>
                  <a:lnTo>
                    <a:pt x="2271789" y="664249"/>
                  </a:lnTo>
                  <a:lnTo>
                    <a:pt x="2272861" y="664039"/>
                  </a:lnTo>
                  <a:lnTo>
                    <a:pt x="2273932" y="663829"/>
                  </a:lnTo>
                  <a:lnTo>
                    <a:pt x="2275004" y="663619"/>
                  </a:lnTo>
                  <a:lnTo>
                    <a:pt x="2276075" y="663410"/>
                  </a:lnTo>
                  <a:lnTo>
                    <a:pt x="2277147" y="663201"/>
                  </a:lnTo>
                  <a:lnTo>
                    <a:pt x="2278219" y="662992"/>
                  </a:lnTo>
                  <a:lnTo>
                    <a:pt x="2279290" y="662783"/>
                  </a:lnTo>
                  <a:lnTo>
                    <a:pt x="2280362" y="662574"/>
                  </a:lnTo>
                  <a:lnTo>
                    <a:pt x="2281433" y="662366"/>
                  </a:lnTo>
                  <a:lnTo>
                    <a:pt x="2282505" y="662158"/>
                  </a:lnTo>
                  <a:lnTo>
                    <a:pt x="2283577" y="661950"/>
                  </a:lnTo>
                  <a:lnTo>
                    <a:pt x="2284648" y="661742"/>
                  </a:lnTo>
                  <a:lnTo>
                    <a:pt x="2285720" y="661535"/>
                  </a:lnTo>
                  <a:lnTo>
                    <a:pt x="2286791" y="661327"/>
                  </a:lnTo>
                  <a:lnTo>
                    <a:pt x="2287863" y="661120"/>
                  </a:lnTo>
                  <a:lnTo>
                    <a:pt x="2288935" y="660913"/>
                  </a:lnTo>
                  <a:lnTo>
                    <a:pt x="2290006" y="660706"/>
                  </a:lnTo>
                  <a:lnTo>
                    <a:pt x="2291078" y="660500"/>
                  </a:lnTo>
                  <a:lnTo>
                    <a:pt x="2292149" y="660294"/>
                  </a:lnTo>
                  <a:lnTo>
                    <a:pt x="2293221" y="660088"/>
                  </a:lnTo>
                  <a:lnTo>
                    <a:pt x="2294293" y="659882"/>
                  </a:lnTo>
                  <a:lnTo>
                    <a:pt x="2295364" y="659676"/>
                  </a:lnTo>
                  <a:lnTo>
                    <a:pt x="2296436" y="659470"/>
                  </a:lnTo>
                  <a:lnTo>
                    <a:pt x="2297507" y="659265"/>
                  </a:lnTo>
                  <a:lnTo>
                    <a:pt x="2298579" y="659060"/>
                  </a:lnTo>
                  <a:lnTo>
                    <a:pt x="2299651" y="658855"/>
                  </a:lnTo>
                  <a:lnTo>
                    <a:pt x="2300722" y="658650"/>
                  </a:lnTo>
                  <a:lnTo>
                    <a:pt x="2301794" y="658446"/>
                  </a:lnTo>
                  <a:lnTo>
                    <a:pt x="2302865" y="658241"/>
                  </a:lnTo>
                  <a:lnTo>
                    <a:pt x="2303937" y="658037"/>
                  </a:lnTo>
                  <a:lnTo>
                    <a:pt x="2305009" y="657833"/>
                  </a:lnTo>
                  <a:lnTo>
                    <a:pt x="2306080" y="657629"/>
                  </a:lnTo>
                  <a:lnTo>
                    <a:pt x="2307152" y="657425"/>
                  </a:lnTo>
                  <a:lnTo>
                    <a:pt x="2308223" y="657222"/>
                  </a:lnTo>
                  <a:lnTo>
                    <a:pt x="2309295" y="657019"/>
                  </a:lnTo>
                  <a:lnTo>
                    <a:pt x="2310366" y="656815"/>
                  </a:lnTo>
                  <a:lnTo>
                    <a:pt x="2311438" y="656613"/>
                  </a:lnTo>
                  <a:lnTo>
                    <a:pt x="2312510" y="656410"/>
                  </a:lnTo>
                  <a:lnTo>
                    <a:pt x="2313581" y="656207"/>
                  </a:lnTo>
                  <a:lnTo>
                    <a:pt x="2314653" y="656005"/>
                  </a:lnTo>
                  <a:lnTo>
                    <a:pt x="2315724" y="655802"/>
                  </a:lnTo>
                  <a:lnTo>
                    <a:pt x="2316796" y="655600"/>
                  </a:lnTo>
                  <a:lnTo>
                    <a:pt x="2317868" y="655399"/>
                  </a:lnTo>
                  <a:lnTo>
                    <a:pt x="2318939" y="655197"/>
                  </a:lnTo>
                  <a:lnTo>
                    <a:pt x="2320011" y="654995"/>
                  </a:lnTo>
                  <a:lnTo>
                    <a:pt x="2321082" y="654794"/>
                  </a:lnTo>
                  <a:lnTo>
                    <a:pt x="2322154" y="654593"/>
                  </a:lnTo>
                  <a:lnTo>
                    <a:pt x="2323226" y="654391"/>
                  </a:lnTo>
                  <a:lnTo>
                    <a:pt x="2324297" y="654191"/>
                  </a:lnTo>
                  <a:lnTo>
                    <a:pt x="2325369" y="653990"/>
                  </a:lnTo>
                  <a:lnTo>
                    <a:pt x="2326440" y="653789"/>
                  </a:lnTo>
                  <a:lnTo>
                    <a:pt x="2327512" y="653589"/>
                  </a:lnTo>
                  <a:lnTo>
                    <a:pt x="2328584" y="653388"/>
                  </a:lnTo>
                  <a:lnTo>
                    <a:pt x="2329655" y="653188"/>
                  </a:lnTo>
                  <a:lnTo>
                    <a:pt x="2330727" y="652988"/>
                  </a:lnTo>
                  <a:lnTo>
                    <a:pt x="2331798" y="652788"/>
                  </a:lnTo>
                  <a:lnTo>
                    <a:pt x="2332870" y="652589"/>
                  </a:lnTo>
                  <a:lnTo>
                    <a:pt x="2333942" y="652389"/>
                  </a:lnTo>
                  <a:lnTo>
                    <a:pt x="2335013" y="652190"/>
                  </a:lnTo>
                  <a:lnTo>
                    <a:pt x="2336085" y="651991"/>
                  </a:lnTo>
                  <a:lnTo>
                    <a:pt x="2337156" y="651791"/>
                  </a:lnTo>
                  <a:lnTo>
                    <a:pt x="2338228" y="651592"/>
                  </a:lnTo>
                  <a:lnTo>
                    <a:pt x="2339300" y="651394"/>
                  </a:lnTo>
                  <a:lnTo>
                    <a:pt x="2340371" y="651195"/>
                  </a:lnTo>
                  <a:lnTo>
                    <a:pt x="2341443" y="650996"/>
                  </a:lnTo>
                  <a:lnTo>
                    <a:pt x="2342514" y="650798"/>
                  </a:lnTo>
                  <a:lnTo>
                    <a:pt x="2343586" y="650600"/>
                  </a:lnTo>
                  <a:lnTo>
                    <a:pt x="2344658" y="650402"/>
                  </a:lnTo>
                  <a:lnTo>
                    <a:pt x="2345729" y="650204"/>
                  </a:lnTo>
                  <a:lnTo>
                    <a:pt x="2346801" y="650006"/>
                  </a:lnTo>
                  <a:lnTo>
                    <a:pt x="2347872" y="649808"/>
                  </a:lnTo>
                  <a:lnTo>
                    <a:pt x="2348944" y="649611"/>
                  </a:lnTo>
                  <a:lnTo>
                    <a:pt x="2350016" y="649413"/>
                  </a:lnTo>
                  <a:lnTo>
                    <a:pt x="2351087" y="649216"/>
                  </a:lnTo>
                  <a:lnTo>
                    <a:pt x="2352159" y="649018"/>
                  </a:lnTo>
                  <a:lnTo>
                    <a:pt x="2353230" y="648821"/>
                  </a:lnTo>
                  <a:lnTo>
                    <a:pt x="2354302" y="648624"/>
                  </a:lnTo>
                  <a:lnTo>
                    <a:pt x="2355374" y="648428"/>
                  </a:lnTo>
                  <a:lnTo>
                    <a:pt x="2356445" y="648231"/>
                  </a:lnTo>
                  <a:lnTo>
                    <a:pt x="2357517" y="648034"/>
                  </a:lnTo>
                  <a:lnTo>
                    <a:pt x="2358588" y="647838"/>
                  </a:lnTo>
                  <a:lnTo>
                    <a:pt x="2359660" y="647641"/>
                  </a:lnTo>
                  <a:lnTo>
                    <a:pt x="2360732" y="647445"/>
                  </a:lnTo>
                  <a:lnTo>
                    <a:pt x="2361803" y="647249"/>
                  </a:lnTo>
                  <a:lnTo>
                    <a:pt x="2362875" y="647053"/>
                  </a:lnTo>
                  <a:lnTo>
                    <a:pt x="2363946" y="646857"/>
                  </a:lnTo>
                  <a:lnTo>
                    <a:pt x="2365018" y="646661"/>
                  </a:lnTo>
                  <a:lnTo>
                    <a:pt x="2366090" y="646465"/>
                  </a:lnTo>
                  <a:lnTo>
                    <a:pt x="2367161" y="646270"/>
                  </a:lnTo>
                  <a:lnTo>
                    <a:pt x="2368233" y="646074"/>
                  </a:lnTo>
                  <a:lnTo>
                    <a:pt x="2369304" y="645879"/>
                  </a:lnTo>
                  <a:lnTo>
                    <a:pt x="2370376" y="645684"/>
                  </a:lnTo>
                  <a:lnTo>
                    <a:pt x="2371448" y="645488"/>
                  </a:lnTo>
                  <a:lnTo>
                    <a:pt x="2372519" y="645293"/>
                  </a:lnTo>
                  <a:lnTo>
                    <a:pt x="2373591" y="645098"/>
                  </a:lnTo>
                  <a:lnTo>
                    <a:pt x="2374662" y="644903"/>
                  </a:lnTo>
                  <a:lnTo>
                    <a:pt x="2375734" y="644709"/>
                  </a:lnTo>
                  <a:lnTo>
                    <a:pt x="2376806" y="644514"/>
                  </a:lnTo>
                  <a:lnTo>
                    <a:pt x="2377877" y="644319"/>
                  </a:lnTo>
                  <a:lnTo>
                    <a:pt x="2378949" y="644125"/>
                  </a:lnTo>
                  <a:lnTo>
                    <a:pt x="2380020" y="643930"/>
                  </a:lnTo>
                  <a:lnTo>
                    <a:pt x="2381092" y="643736"/>
                  </a:lnTo>
                  <a:lnTo>
                    <a:pt x="2382164" y="643542"/>
                  </a:lnTo>
                  <a:lnTo>
                    <a:pt x="2383235" y="643347"/>
                  </a:lnTo>
                  <a:lnTo>
                    <a:pt x="2384307" y="643153"/>
                  </a:lnTo>
                  <a:lnTo>
                    <a:pt x="2385378" y="642959"/>
                  </a:lnTo>
                  <a:lnTo>
                    <a:pt x="2386450" y="642765"/>
                  </a:lnTo>
                  <a:lnTo>
                    <a:pt x="2387522" y="642571"/>
                  </a:lnTo>
                  <a:lnTo>
                    <a:pt x="2388593" y="642378"/>
                  </a:lnTo>
                  <a:lnTo>
                    <a:pt x="2389665" y="642184"/>
                  </a:lnTo>
                  <a:lnTo>
                    <a:pt x="2390736" y="641990"/>
                  </a:lnTo>
                  <a:lnTo>
                    <a:pt x="2391808" y="641797"/>
                  </a:lnTo>
                  <a:lnTo>
                    <a:pt x="2392880" y="641603"/>
                  </a:lnTo>
                  <a:lnTo>
                    <a:pt x="2393951" y="641410"/>
                  </a:lnTo>
                  <a:lnTo>
                    <a:pt x="2395023" y="641216"/>
                  </a:lnTo>
                  <a:lnTo>
                    <a:pt x="2396094" y="641023"/>
                  </a:lnTo>
                  <a:lnTo>
                    <a:pt x="2397166" y="640830"/>
                  </a:lnTo>
                  <a:lnTo>
                    <a:pt x="2398238" y="640637"/>
                  </a:lnTo>
                  <a:lnTo>
                    <a:pt x="2399309" y="640444"/>
                  </a:lnTo>
                  <a:lnTo>
                    <a:pt x="2400381" y="640250"/>
                  </a:lnTo>
                  <a:lnTo>
                    <a:pt x="2401452" y="640057"/>
                  </a:lnTo>
                  <a:lnTo>
                    <a:pt x="2402524" y="639865"/>
                  </a:lnTo>
                  <a:lnTo>
                    <a:pt x="2403596" y="639672"/>
                  </a:lnTo>
                  <a:lnTo>
                    <a:pt x="2404667" y="639479"/>
                  </a:lnTo>
                  <a:lnTo>
                    <a:pt x="2405739" y="639286"/>
                  </a:lnTo>
                  <a:lnTo>
                    <a:pt x="2406810" y="639093"/>
                  </a:lnTo>
                  <a:lnTo>
                    <a:pt x="2407882" y="638901"/>
                  </a:lnTo>
                  <a:lnTo>
                    <a:pt x="2408954" y="638708"/>
                  </a:lnTo>
                  <a:lnTo>
                    <a:pt x="2410025" y="638515"/>
                  </a:lnTo>
                  <a:lnTo>
                    <a:pt x="2411097" y="638323"/>
                  </a:lnTo>
                  <a:lnTo>
                    <a:pt x="2412168" y="638130"/>
                  </a:lnTo>
                  <a:lnTo>
                    <a:pt x="2413240" y="637938"/>
                  </a:lnTo>
                  <a:lnTo>
                    <a:pt x="2414312" y="637746"/>
                  </a:lnTo>
                  <a:lnTo>
                    <a:pt x="2415383" y="637553"/>
                  </a:lnTo>
                  <a:lnTo>
                    <a:pt x="2416455" y="637361"/>
                  </a:lnTo>
                  <a:lnTo>
                    <a:pt x="2417526" y="637169"/>
                  </a:lnTo>
                  <a:lnTo>
                    <a:pt x="2418598" y="636976"/>
                  </a:lnTo>
                  <a:lnTo>
                    <a:pt x="2419670" y="636784"/>
                  </a:lnTo>
                  <a:lnTo>
                    <a:pt x="2420741" y="636592"/>
                  </a:lnTo>
                  <a:lnTo>
                    <a:pt x="2421813" y="636400"/>
                  </a:lnTo>
                  <a:lnTo>
                    <a:pt x="2422884" y="636207"/>
                  </a:lnTo>
                  <a:lnTo>
                    <a:pt x="2423956" y="636015"/>
                  </a:lnTo>
                  <a:lnTo>
                    <a:pt x="2425028" y="635823"/>
                  </a:lnTo>
                  <a:lnTo>
                    <a:pt x="2426099" y="635631"/>
                  </a:lnTo>
                  <a:lnTo>
                    <a:pt x="2427171" y="635439"/>
                  </a:lnTo>
                  <a:lnTo>
                    <a:pt x="2428242" y="635247"/>
                  </a:lnTo>
                  <a:lnTo>
                    <a:pt x="2429314" y="635055"/>
                  </a:lnTo>
                  <a:lnTo>
                    <a:pt x="2430386" y="634863"/>
                  </a:lnTo>
                  <a:lnTo>
                    <a:pt x="2431457" y="634671"/>
                  </a:lnTo>
                  <a:lnTo>
                    <a:pt x="2432529" y="634479"/>
                  </a:lnTo>
                  <a:lnTo>
                    <a:pt x="2433600" y="634287"/>
                  </a:lnTo>
                  <a:lnTo>
                    <a:pt x="2434672" y="634095"/>
                  </a:lnTo>
                  <a:lnTo>
                    <a:pt x="2435744" y="633903"/>
                  </a:lnTo>
                  <a:lnTo>
                    <a:pt x="2436815" y="633711"/>
                  </a:lnTo>
                  <a:lnTo>
                    <a:pt x="2437887" y="633520"/>
                  </a:lnTo>
                  <a:lnTo>
                    <a:pt x="2438958" y="633328"/>
                  </a:lnTo>
                  <a:lnTo>
                    <a:pt x="2440030" y="633136"/>
                  </a:lnTo>
                  <a:lnTo>
                    <a:pt x="2441102" y="632944"/>
                  </a:lnTo>
                  <a:lnTo>
                    <a:pt x="2442173" y="632752"/>
                  </a:lnTo>
                  <a:lnTo>
                    <a:pt x="2443245" y="632560"/>
                  </a:lnTo>
                  <a:lnTo>
                    <a:pt x="2444316" y="632368"/>
                  </a:lnTo>
                  <a:lnTo>
                    <a:pt x="2445388" y="632176"/>
                  </a:lnTo>
                  <a:lnTo>
                    <a:pt x="2446460" y="631984"/>
                  </a:lnTo>
                  <a:lnTo>
                    <a:pt x="2447531" y="631792"/>
                  </a:lnTo>
                  <a:lnTo>
                    <a:pt x="2448603" y="631600"/>
                  </a:lnTo>
                  <a:lnTo>
                    <a:pt x="2449674" y="631408"/>
                  </a:lnTo>
                  <a:lnTo>
                    <a:pt x="2450746" y="631216"/>
                  </a:lnTo>
                  <a:lnTo>
                    <a:pt x="2451818" y="631024"/>
                  </a:lnTo>
                  <a:lnTo>
                    <a:pt x="2452889" y="630832"/>
                  </a:lnTo>
                  <a:lnTo>
                    <a:pt x="2453961" y="630640"/>
                  </a:lnTo>
                  <a:lnTo>
                    <a:pt x="2455032" y="630448"/>
                  </a:lnTo>
                  <a:lnTo>
                    <a:pt x="2456104" y="630256"/>
                  </a:lnTo>
                  <a:lnTo>
                    <a:pt x="2457176" y="630064"/>
                  </a:lnTo>
                  <a:lnTo>
                    <a:pt x="2458247" y="629872"/>
                  </a:lnTo>
                  <a:lnTo>
                    <a:pt x="2459319" y="629680"/>
                  </a:lnTo>
                  <a:lnTo>
                    <a:pt x="2460390" y="629488"/>
                  </a:lnTo>
                  <a:lnTo>
                    <a:pt x="2461462" y="629296"/>
                  </a:lnTo>
                  <a:lnTo>
                    <a:pt x="2462534" y="629103"/>
                  </a:lnTo>
                  <a:lnTo>
                    <a:pt x="2463605" y="628911"/>
                  </a:lnTo>
                  <a:lnTo>
                    <a:pt x="2464677" y="628719"/>
                  </a:lnTo>
                  <a:lnTo>
                    <a:pt x="2465748" y="628527"/>
                  </a:lnTo>
                  <a:lnTo>
                    <a:pt x="2466820" y="628334"/>
                  </a:lnTo>
                  <a:lnTo>
                    <a:pt x="2467892" y="628142"/>
                  </a:lnTo>
                  <a:lnTo>
                    <a:pt x="2468963" y="627949"/>
                  </a:lnTo>
                  <a:lnTo>
                    <a:pt x="2470035" y="627757"/>
                  </a:lnTo>
                  <a:lnTo>
                    <a:pt x="2471106" y="627564"/>
                  </a:lnTo>
                  <a:lnTo>
                    <a:pt x="2472178" y="627372"/>
                  </a:lnTo>
                  <a:lnTo>
                    <a:pt x="2473250" y="627179"/>
                  </a:lnTo>
                  <a:lnTo>
                    <a:pt x="2474321" y="626987"/>
                  </a:lnTo>
                  <a:lnTo>
                    <a:pt x="2475393" y="626794"/>
                  </a:lnTo>
                  <a:lnTo>
                    <a:pt x="2476464" y="626601"/>
                  </a:lnTo>
                  <a:lnTo>
                    <a:pt x="2477536" y="626408"/>
                  </a:lnTo>
                  <a:lnTo>
                    <a:pt x="2478608" y="626215"/>
                  </a:lnTo>
                  <a:lnTo>
                    <a:pt x="2479679" y="626023"/>
                  </a:lnTo>
                  <a:lnTo>
                    <a:pt x="2480751" y="625830"/>
                  </a:lnTo>
                  <a:lnTo>
                    <a:pt x="2481822" y="625636"/>
                  </a:lnTo>
                  <a:lnTo>
                    <a:pt x="2482894" y="625443"/>
                  </a:lnTo>
                  <a:lnTo>
                    <a:pt x="2483966" y="625250"/>
                  </a:lnTo>
                  <a:lnTo>
                    <a:pt x="2485037" y="625057"/>
                  </a:lnTo>
                  <a:lnTo>
                    <a:pt x="2486109" y="624864"/>
                  </a:lnTo>
                  <a:lnTo>
                    <a:pt x="2487180" y="624670"/>
                  </a:lnTo>
                  <a:lnTo>
                    <a:pt x="2488252" y="624477"/>
                  </a:lnTo>
                  <a:lnTo>
                    <a:pt x="2489323" y="624283"/>
                  </a:lnTo>
                  <a:lnTo>
                    <a:pt x="2490395" y="624090"/>
                  </a:lnTo>
                  <a:lnTo>
                    <a:pt x="2491467" y="623896"/>
                  </a:lnTo>
                  <a:lnTo>
                    <a:pt x="2492538" y="623702"/>
                  </a:lnTo>
                  <a:lnTo>
                    <a:pt x="2493610" y="623509"/>
                  </a:lnTo>
                  <a:lnTo>
                    <a:pt x="2494681" y="623315"/>
                  </a:lnTo>
                  <a:lnTo>
                    <a:pt x="2495753" y="623121"/>
                  </a:lnTo>
                  <a:lnTo>
                    <a:pt x="2496825" y="622927"/>
                  </a:lnTo>
                  <a:lnTo>
                    <a:pt x="2497896" y="622732"/>
                  </a:lnTo>
                  <a:lnTo>
                    <a:pt x="2498968" y="622538"/>
                  </a:lnTo>
                  <a:lnTo>
                    <a:pt x="2500039" y="622344"/>
                  </a:lnTo>
                  <a:lnTo>
                    <a:pt x="2501111" y="622149"/>
                  </a:lnTo>
                  <a:lnTo>
                    <a:pt x="2502183" y="621955"/>
                  </a:lnTo>
                  <a:lnTo>
                    <a:pt x="2503254" y="621760"/>
                  </a:lnTo>
                  <a:lnTo>
                    <a:pt x="2504326" y="621566"/>
                  </a:lnTo>
                  <a:lnTo>
                    <a:pt x="2505397" y="621371"/>
                  </a:lnTo>
                  <a:lnTo>
                    <a:pt x="2506469" y="621176"/>
                  </a:lnTo>
                  <a:lnTo>
                    <a:pt x="2507541" y="620981"/>
                  </a:lnTo>
                  <a:lnTo>
                    <a:pt x="2508612" y="620786"/>
                  </a:lnTo>
                  <a:lnTo>
                    <a:pt x="2509684" y="620591"/>
                  </a:lnTo>
                  <a:lnTo>
                    <a:pt x="2510755" y="620395"/>
                  </a:lnTo>
                  <a:lnTo>
                    <a:pt x="2511827" y="620200"/>
                  </a:lnTo>
                  <a:lnTo>
                    <a:pt x="2512899" y="620005"/>
                  </a:lnTo>
                  <a:lnTo>
                    <a:pt x="2513970" y="619809"/>
                  </a:lnTo>
                  <a:lnTo>
                    <a:pt x="2515042" y="619613"/>
                  </a:lnTo>
                  <a:lnTo>
                    <a:pt x="2516113" y="619417"/>
                  </a:lnTo>
                  <a:lnTo>
                    <a:pt x="2517185" y="619221"/>
                  </a:lnTo>
                  <a:lnTo>
                    <a:pt x="2518257" y="619025"/>
                  </a:lnTo>
                  <a:lnTo>
                    <a:pt x="2519328" y="618829"/>
                  </a:lnTo>
                  <a:lnTo>
                    <a:pt x="2520400" y="618633"/>
                  </a:lnTo>
                  <a:lnTo>
                    <a:pt x="2521471" y="618436"/>
                  </a:lnTo>
                  <a:lnTo>
                    <a:pt x="2522543" y="618240"/>
                  </a:lnTo>
                  <a:lnTo>
                    <a:pt x="2523615" y="618043"/>
                  </a:lnTo>
                  <a:lnTo>
                    <a:pt x="2524686" y="617846"/>
                  </a:lnTo>
                  <a:lnTo>
                    <a:pt x="2525758" y="617649"/>
                  </a:lnTo>
                  <a:lnTo>
                    <a:pt x="2526829" y="617452"/>
                  </a:lnTo>
                  <a:lnTo>
                    <a:pt x="2527901" y="617255"/>
                  </a:lnTo>
                  <a:lnTo>
                    <a:pt x="2528973" y="617058"/>
                  </a:lnTo>
                  <a:lnTo>
                    <a:pt x="2530044" y="616860"/>
                  </a:lnTo>
                  <a:lnTo>
                    <a:pt x="2531116" y="616663"/>
                  </a:lnTo>
                  <a:lnTo>
                    <a:pt x="2532187" y="616465"/>
                  </a:lnTo>
                  <a:lnTo>
                    <a:pt x="2533259" y="616267"/>
                  </a:lnTo>
                  <a:lnTo>
                    <a:pt x="2534331" y="616069"/>
                  </a:lnTo>
                  <a:lnTo>
                    <a:pt x="2535402" y="615871"/>
                  </a:lnTo>
                  <a:lnTo>
                    <a:pt x="2536474" y="615672"/>
                  </a:lnTo>
                  <a:lnTo>
                    <a:pt x="2537545" y="615474"/>
                  </a:lnTo>
                  <a:lnTo>
                    <a:pt x="2538617" y="615275"/>
                  </a:lnTo>
                  <a:lnTo>
                    <a:pt x="2539689" y="615077"/>
                  </a:lnTo>
                  <a:lnTo>
                    <a:pt x="2540760" y="614878"/>
                  </a:lnTo>
                  <a:lnTo>
                    <a:pt x="2541832" y="614679"/>
                  </a:lnTo>
                  <a:lnTo>
                    <a:pt x="2542903" y="614479"/>
                  </a:lnTo>
                  <a:lnTo>
                    <a:pt x="2543975" y="614280"/>
                  </a:lnTo>
                  <a:lnTo>
                    <a:pt x="2545047" y="614080"/>
                  </a:lnTo>
                  <a:lnTo>
                    <a:pt x="2546118" y="613881"/>
                  </a:lnTo>
                  <a:lnTo>
                    <a:pt x="2547190" y="613681"/>
                  </a:lnTo>
                  <a:lnTo>
                    <a:pt x="2548261" y="613481"/>
                  </a:lnTo>
                  <a:lnTo>
                    <a:pt x="2549333" y="613281"/>
                  </a:lnTo>
                  <a:lnTo>
                    <a:pt x="2550405" y="613080"/>
                  </a:lnTo>
                  <a:lnTo>
                    <a:pt x="2551476" y="612880"/>
                  </a:lnTo>
                  <a:lnTo>
                    <a:pt x="2552548" y="612679"/>
                  </a:lnTo>
                  <a:lnTo>
                    <a:pt x="2553619" y="612478"/>
                  </a:lnTo>
                  <a:lnTo>
                    <a:pt x="2554691" y="612277"/>
                  </a:lnTo>
                  <a:lnTo>
                    <a:pt x="2555763" y="612076"/>
                  </a:lnTo>
                  <a:lnTo>
                    <a:pt x="2556834" y="611874"/>
                  </a:lnTo>
                  <a:lnTo>
                    <a:pt x="2557906" y="611673"/>
                  </a:lnTo>
                  <a:lnTo>
                    <a:pt x="2558977" y="611471"/>
                  </a:lnTo>
                  <a:lnTo>
                    <a:pt x="2560049" y="611269"/>
                  </a:lnTo>
                  <a:lnTo>
                    <a:pt x="2561121" y="611067"/>
                  </a:lnTo>
                  <a:lnTo>
                    <a:pt x="2562192" y="610864"/>
                  </a:lnTo>
                  <a:lnTo>
                    <a:pt x="2563264" y="610662"/>
                  </a:lnTo>
                  <a:lnTo>
                    <a:pt x="2564335" y="610459"/>
                  </a:lnTo>
                  <a:lnTo>
                    <a:pt x="2565407" y="610256"/>
                  </a:lnTo>
                  <a:lnTo>
                    <a:pt x="2566479" y="610053"/>
                  </a:lnTo>
                  <a:lnTo>
                    <a:pt x="2567550" y="609850"/>
                  </a:lnTo>
                  <a:lnTo>
                    <a:pt x="2568622" y="609646"/>
                  </a:lnTo>
                  <a:lnTo>
                    <a:pt x="2569693" y="609443"/>
                  </a:lnTo>
                  <a:lnTo>
                    <a:pt x="2570765" y="609239"/>
                  </a:lnTo>
                  <a:lnTo>
                    <a:pt x="2571837" y="609035"/>
                  </a:lnTo>
                  <a:lnTo>
                    <a:pt x="2572908" y="608830"/>
                  </a:lnTo>
                  <a:lnTo>
                    <a:pt x="2573980" y="608626"/>
                  </a:lnTo>
                  <a:lnTo>
                    <a:pt x="2575051" y="608421"/>
                  </a:lnTo>
                  <a:lnTo>
                    <a:pt x="2576123" y="608216"/>
                  </a:lnTo>
                  <a:lnTo>
                    <a:pt x="2577195" y="608011"/>
                  </a:lnTo>
                  <a:lnTo>
                    <a:pt x="2578266" y="607806"/>
                  </a:lnTo>
                  <a:lnTo>
                    <a:pt x="2579338" y="607600"/>
                  </a:lnTo>
                  <a:lnTo>
                    <a:pt x="2580409" y="607394"/>
                  </a:lnTo>
                  <a:lnTo>
                    <a:pt x="2581481" y="607189"/>
                  </a:lnTo>
                  <a:lnTo>
                    <a:pt x="2582553" y="606982"/>
                  </a:lnTo>
                  <a:lnTo>
                    <a:pt x="2583624" y="606776"/>
                  </a:lnTo>
                  <a:lnTo>
                    <a:pt x="2584696" y="606569"/>
                  </a:lnTo>
                  <a:lnTo>
                    <a:pt x="2585767" y="606362"/>
                  </a:lnTo>
                  <a:lnTo>
                    <a:pt x="2586839" y="606155"/>
                  </a:lnTo>
                  <a:lnTo>
                    <a:pt x="2587911" y="605948"/>
                  </a:lnTo>
                  <a:lnTo>
                    <a:pt x="2588982" y="605740"/>
                  </a:lnTo>
                  <a:lnTo>
                    <a:pt x="2590054" y="605533"/>
                  </a:lnTo>
                  <a:lnTo>
                    <a:pt x="2591125" y="605324"/>
                  </a:lnTo>
                  <a:lnTo>
                    <a:pt x="2592197" y="605116"/>
                  </a:lnTo>
                  <a:lnTo>
                    <a:pt x="2593269" y="604908"/>
                  </a:lnTo>
                  <a:lnTo>
                    <a:pt x="2594340" y="604699"/>
                  </a:lnTo>
                  <a:lnTo>
                    <a:pt x="2595412" y="604490"/>
                  </a:lnTo>
                  <a:lnTo>
                    <a:pt x="2596483" y="604281"/>
                  </a:lnTo>
                  <a:lnTo>
                    <a:pt x="2597555" y="604071"/>
                  </a:lnTo>
                  <a:lnTo>
                    <a:pt x="2598627" y="603862"/>
                  </a:lnTo>
                  <a:lnTo>
                    <a:pt x="2599698" y="603652"/>
                  </a:lnTo>
                  <a:lnTo>
                    <a:pt x="2600770" y="603441"/>
                  </a:lnTo>
                  <a:lnTo>
                    <a:pt x="2601841" y="603231"/>
                  </a:lnTo>
                  <a:lnTo>
                    <a:pt x="2602913" y="603020"/>
                  </a:lnTo>
                  <a:lnTo>
                    <a:pt x="2603985" y="602809"/>
                  </a:lnTo>
                  <a:lnTo>
                    <a:pt x="2605056" y="602598"/>
                  </a:lnTo>
                  <a:lnTo>
                    <a:pt x="2606128" y="602387"/>
                  </a:lnTo>
                  <a:lnTo>
                    <a:pt x="2607199" y="602175"/>
                  </a:lnTo>
                  <a:lnTo>
                    <a:pt x="2608271" y="601963"/>
                  </a:lnTo>
                  <a:lnTo>
                    <a:pt x="2609343" y="601751"/>
                  </a:lnTo>
                  <a:lnTo>
                    <a:pt x="2610414" y="601538"/>
                  </a:lnTo>
                  <a:lnTo>
                    <a:pt x="2611486" y="601325"/>
                  </a:lnTo>
                  <a:lnTo>
                    <a:pt x="2612557" y="601112"/>
                  </a:lnTo>
                  <a:lnTo>
                    <a:pt x="2613629" y="600899"/>
                  </a:lnTo>
                  <a:lnTo>
                    <a:pt x="2614701" y="600685"/>
                  </a:lnTo>
                  <a:lnTo>
                    <a:pt x="2615772" y="600472"/>
                  </a:lnTo>
                  <a:lnTo>
                    <a:pt x="2616844" y="600257"/>
                  </a:lnTo>
                  <a:lnTo>
                    <a:pt x="2617915" y="600043"/>
                  </a:lnTo>
                  <a:lnTo>
                    <a:pt x="2618987" y="599828"/>
                  </a:lnTo>
                  <a:lnTo>
                    <a:pt x="2620059" y="599613"/>
                  </a:lnTo>
                  <a:lnTo>
                    <a:pt x="2621130" y="599398"/>
                  </a:lnTo>
                  <a:lnTo>
                    <a:pt x="2622202" y="599182"/>
                  </a:lnTo>
                  <a:lnTo>
                    <a:pt x="2623273" y="598967"/>
                  </a:lnTo>
                  <a:lnTo>
                    <a:pt x="2624345" y="598751"/>
                  </a:lnTo>
                  <a:lnTo>
                    <a:pt x="2625417" y="598534"/>
                  </a:lnTo>
                  <a:lnTo>
                    <a:pt x="2626488" y="598317"/>
                  </a:lnTo>
                  <a:lnTo>
                    <a:pt x="2627560" y="598100"/>
                  </a:lnTo>
                  <a:lnTo>
                    <a:pt x="2628631" y="597883"/>
                  </a:lnTo>
                  <a:lnTo>
                    <a:pt x="2629703" y="597666"/>
                  </a:lnTo>
                  <a:lnTo>
                    <a:pt x="2630775" y="597448"/>
                  </a:lnTo>
                  <a:lnTo>
                    <a:pt x="2631846" y="597230"/>
                  </a:lnTo>
                  <a:lnTo>
                    <a:pt x="2632918" y="597011"/>
                  </a:lnTo>
                  <a:lnTo>
                    <a:pt x="2633989" y="596792"/>
                  </a:lnTo>
                  <a:lnTo>
                    <a:pt x="2635061" y="596573"/>
                  </a:lnTo>
                  <a:lnTo>
                    <a:pt x="2636133" y="596354"/>
                  </a:lnTo>
                  <a:lnTo>
                    <a:pt x="2637204" y="596134"/>
                  </a:lnTo>
                  <a:lnTo>
                    <a:pt x="2638276" y="595914"/>
                  </a:lnTo>
                  <a:lnTo>
                    <a:pt x="2639347" y="595694"/>
                  </a:lnTo>
                  <a:lnTo>
                    <a:pt x="2640419" y="595473"/>
                  </a:lnTo>
                  <a:lnTo>
                    <a:pt x="2641491" y="595252"/>
                  </a:lnTo>
                  <a:lnTo>
                    <a:pt x="2642562" y="595031"/>
                  </a:lnTo>
                  <a:lnTo>
                    <a:pt x="2643634" y="594810"/>
                  </a:lnTo>
                  <a:lnTo>
                    <a:pt x="2644705" y="594588"/>
                  </a:lnTo>
                  <a:lnTo>
                    <a:pt x="2645777" y="594366"/>
                  </a:lnTo>
                  <a:lnTo>
                    <a:pt x="2646849" y="594143"/>
                  </a:lnTo>
                  <a:lnTo>
                    <a:pt x="2647920" y="593920"/>
                  </a:lnTo>
                  <a:lnTo>
                    <a:pt x="2648992" y="593697"/>
                  </a:lnTo>
                  <a:lnTo>
                    <a:pt x="2650063" y="593474"/>
                  </a:lnTo>
                  <a:lnTo>
                    <a:pt x="2651135" y="593250"/>
                  </a:lnTo>
                  <a:lnTo>
                    <a:pt x="2652207" y="593026"/>
                  </a:lnTo>
                  <a:lnTo>
                    <a:pt x="2653278" y="592801"/>
                  </a:lnTo>
                  <a:lnTo>
                    <a:pt x="2654350" y="592576"/>
                  </a:lnTo>
                  <a:lnTo>
                    <a:pt x="2655421" y="592351"/>
                  </a:lnTo>
                  <a:lnTo>
                    <a:pt x="2656493" y="592126"/>
                  </a:lnTo>
                  <a:lnTo>
                    <a:pt x="2657565" y="591900"/>
                  </a:lnTo>
                  <a:lnTo>
                    <a:pt x="2658636" y="591674"/>
                  </a:lnTo>
                  <a:lnTo>
                    <a:pt x="2659708" y="591447"/>
                  </a:lnTo>
                  <a:lnTo>
                    <a:pt x="2660779" y="591220"/>
                  </a:lnTo>
                  <a:lnTo>
                    <a:pt x="2661851" y="590993"/>
                  </a:lnTo>
                  <a:lnTo>
                    <a:pt x="2662922" y="590766"/>
                  </a:lnTo>
                  <a:lnTo>
                    <a:pt x="2663994" y="590538"/>
                  </a:lnTo>
                  <a:lnTo>
                    <a:pt x="2665066" y="590309"/>
                  </a:lnTo>
                  <a:lnTo>
                    <a:pt x="2666137" y="590081"/>
                  </a:lnTo>
                  <a:lnTo>
                    <a:pt x="2667209" y="589852"/>
                  </a:lnTo>
                  <a:lnTo>
                    <a:pt x="2668280" y="589623"/>
                  </a:lnTo>
                  <a:lnTo>
                    <a:pt x="2669352" y="589393"/>
                  </a:lnTo>
                  <a:lnTo>
                    <a:pt x="2670424" y="589163"/>
                  </a:lnTo>
                  <a:lnTo>
                    <a:pt x="2671495" y="588933"/>
                  </a:lnTo>
                  <a:lnTo>
                    <a:pt x="2672567" y="588702"/>
                  </a:lnTo>
                  <a:lnTo>
                    <a:pt x="2673638" y="588471"/>
                  </a:lnTo>
                  <a:lnTo>
                    <a:pt x="2674710" y="588239"/>
                  </a:lnTo>
                  <a:lnTo>
                    <a:pt x="2675782" y="588007"/>
                  </a:lnTo>
                  <a:lnTo>
                    <a:pt x="2676853" y="587775"/>
                  </a:lnTo>
                  <a:lnTo>
                    <a:pt x="2677925" y="587543"/>
                  </a:lnTo>
                  <a:lnTo>
                    <a:pt x="2678996" y="587310"/>
                  </a:lnTo>
                  <a:lnTo>
                    <a:pt x="2680068" y="587076"/>
                  </a:lnTo>
                  <a:lnTo>
                    <a:pt x="2681140" y="586843"/>
                  </a:lnTo>
                  <a:lnTo>
                    <a:pt x="2682211" y="586609"/>
                  </a:lnTo>
                  <a:lnTo>
                    <a:pt x="2683283" y="586374"/>
                  </a:lnTo>
                  <a:lnTo>
                    <a:pt x="2684354" y="586139"/>
                  </a:lnTo>
                  <a:lnTo>
                    <a:pt x="2685426" y="585904"/>
                  </a:lnTo>
                  <a:lnTo>
                    <a:pt x="2686498" y="585669"/>
                  </a:lnTo>
                  <a:lnTo>
                    <a:pt x="2687569" y="585433"/>
                  </a:lnTo>
                  <a:lnTo>
                    <a:pt x="2688641" y="585196"/>
                  </a:lnTo>
                  <a:lnTo>
                    <a:pt x="2689712" y="584960"/>
                  </a:lnTo>
                  <a:lnTo>
                    <a:pt x="2690784" y="584722"/>
                  </a:lnTo>
                  <a:lnTo>
                    <a:pt x="2691856" y="584485"/>
                  </a:lnTo>
                  <a:lnTo>
                    <a:pt x="2692927" y="584247"/>
                  </a:lnTo>
                  <a:lnTo>
                    <a:pt x="2693999" y="584009"/>
                  </a:lnTo>
                  <a:lnTo>
                    <a:pt x="2695070" y="583770"/>
                  </a:lnTo>
                  <a:lnTo>
                    <a:pt x="2696142" y="583531"/>
                  </a:lnTo>
                  <a:lnTo>
                    <a:pt x="2697214" y="583291"/>
                  </a:lnTo>
                  <a:lnTo>
                    <a:pt x="2698285" y="583052"/>
                  </a:lnTo>
                  <a:lnTo>
                    <a:pt x="2699357" y="582811"/>
                  </a:lnTo>
                  <a:lnTo>
                    <a:pt x="2700428" y="582571"/>
                  </a:lnTo>
                  <a:lnTo>
                    <a:pt x="2701500" y="582329"/>
                  </a:lnTo>
                  <a:lnTo>
                    <a:pt x="2702572" y="582088"/>
                  </a:lnTo>
                  <a:lnTo>
                    <a:pt x="2703643" y="581846"/>
                  </a:lnTo>
                  <a:lnTo>
                    <a:pt x="2704715" y="581604"/>
                  </a:lnTo>
                  <a:lnTo>
                    <a:pt x="2705786" y="581361"/>
                  </a:lnTo>
                  <a:lnTo>
                    <a:pt x="2706858" y="581118"/>
                  </a:lnTo>
                  <a:lnTo>
                    <a:pt x="2707930" y="580874"/>
                  </a:lnTo>
                  <a:lnTo>
                    <a:pt x="2709001" y="580630"/>
                  </a:lnTo>
                  <a:lnTo>
                    <a:pt x="2710073" y="580386"/>
                  </a:lnTo>
                  <a:lnTo>
                    <a:pt x="2711144" y="580141"/>
                  </a:lnTo>
                  <a:lnTo>
                    <a:pt x="2712216" y="579896"/>
                  </a:lnTo>
                  <a:lnTo>
                    <a:pt x="2713288" y="579650"/>
                  </a:lnTo>
                  <a:lnTo>
                    <a:pt x="2714359" y="579404"/>
                  </a:lnTo>
                  <a:lnTo>
                    <a:pt x="2715431" y="579157"/>
                  </a:lnTo>
                  <a:lnTo>
                    <a:pt x="2716502" y="578911"/>
                  </a:lnTo>
                  <a:lnTo>
                    <a:pt x="2717574" y="578663"/>
                  </a:lnTo>
                  <a:lnTo>
                    <a:pt x="2718646" y="578415"/>
                  </a:lnTo>
                  <a:lnTo>
                    <a:pt x="2719717" y="578167"/>
                  </a:lnTo>
                  <a:lnTo>
                    <a:pt x="2720789" y="577918"/>
                  </a:lnTo>
                  <a:lnTo>
                    <a:pt x="2721860" y="577669"/>
                  </a:lnTo>
                  <a:lnTo>
                    <a:pt x="2722932" y="577420"/>
                  </a:lnTo>
                  <a:lnTo>
                    <a:pt x="2724004" y="577170"/>
                  </a:lnTo>
                  <a:lnTo>
                    <a:pt x="2725075" y="576919"/>
                  </a:lnTo>
                  <a:lnTo>
                    <a:pt x="2726147" y="576669"/>
                  </a:lnTo>
                  <a:lnTo>
                    <a:pt x="2727218" y="576417"/>
                  </a:lnTo>
                  <a:lnTo>
                    <a:pt x="2728290" y="576166"/>
                  </a:lnTo>
                  <a:lnTo>
                    <a:pt x="2729362" y="575913"/>
                  </a:lnTo>
                  <a:lnTo>
                    <a:pt x="2730433" y="575661"/>
                  </a:lnTo>
                  <a:lnTo>
                    <a:pt x="2731505" y="575408"/>
                  </a:lnTo>
                  <a:lnTo>
                    <a:pt x="2732576" y="575154"/>
                  </a:lnTo>
                  <a:lnTo>
                    <a:pt x="2733648" y="574900"/>
                  </a:lnTo>
                  <a:lnTo>
                    <a:pt x="2734720" y="574646"/>
                  </a:lnTo>
                  <a:lnTo>
                    <a:pt x="2735791" y="574391"/>
                  </a:lnTo>
                  <a:lnTo>
                    <a:pt x="2736863" y="574136"/>
                  </a:lnTo>
                  <a:lnTo>
                    <a:pt x="2737934" y="573880"/>
                  </a:lnTo>
                  <a:lnTo>
                    <a:pt x="2739006" y="573624"/>
                  </a:lnTo>
                  <a:lnTo>
                    <a:pt x="2740078" y="573367"/>
                  </a:lnTo>
                  <a:lnTo>
                    <a:pt x="2741149" y="573110"/>
                  </a:lnTo>
                  <a:lnTo>
                    <a:pt x="2742221" y="572852"/>
                  </a:lnTo>
                  <a:lnTo>
                    <a:pt x="2743292" y="572594"/>
                  </a:lnTo>
                  <a:lnTo>
                    <a:pt x="2744364" y="572336"/>
                  </a:lnTo>
                  <a:lnTo>
                    <a:pt x="2745436" y="572077"/>
                  </a:lnTo>
                  <a:lnTo>
                    <a:pt x="2746507" y="571817"/>
                  </a:lnTo>
                  <a:lnTo>
                    <a:pt x="2747579" y="571557"/>
                  </a:lnTo>
                  <a:lnTo>
                    <a:pt x="2748650" y="571297"/>
                  </a:lnTo>
                  <a:lnTo>
                    <a:pt x="2749722" y="571036"/>
                  </a:lnTo>
                  <a:lnTo>
                    <a:pt x="2750794" y="570774"/>
                  </a:lnTo>
                  <a:lnTo>
                    <a:pt x="2751865" y="570513"/>
                  </a:lnTo>
                  <a:lnTo>
                    <a:pt x="2752937" y="570250"/>
                  </a:lnTo>
                  <a:lnTo>
                    <a:pt x="2754008" y="569988"/>
                  </a:lnTo>
                  <a:lnTo>
                    <a:pt x="2755080" y="569724"/>
                  </a:lnTo>
                  <a:lnTo>
                    <a:pt x="2756152" y="569460"/>
                  </a:lnTo>
                  <a:lnTo>
                    <a:pt x="2757223" y="569196"/>
                  </a:lnTo>
                  <a:lnTo>
                    <a:pt x="2758295" y="568932"/>
                  </a:lnTo>
                  <a:lnTo>
                    <a:pt x="2759366" y="568666"/>
                  </a:lnTo>
                  <a:lnTo>
                    <a:pt x="2760438" y="568401"/>
                  </a:lnTo>
                  <a:lnTo>
                    <a:pt x="2761510" y="568134"/>
                  </a:lnTo>
                  <a:lnTo>
                    <a:pt x="2762581" y="567868"/>
                  </a:lnTo>
                  <a:lnTo>
                    <a:pt x="2763653" y="567601"/>
                  </a:lnTo>
                  <a:lnTo>
                    <a:pt x="2764724" y="567333"/>
                  </a:lnTo>
                  <a:lnTo>
                    <a:pt x="2765796" y="567065"/>
                  </a:lnTo>
                  <a:lnTo>
                    <a:pt x="2766868" y="566796"/>
                  </a:lnTo>
                  <a:lnTo>
                    <a:pt x="2767939" y="566527"/>
                  </a:lnTo>
                  <a:lnTo>
                    <a:pt x="2769011" y="566257"/>
                  </a:lnTo>
                  <a:lnTo>
                    <a:pt x="2770082" y="565987"/>
                  </a:lnTo>
                  <a:lnTo>
                    <a:pt x="2771154" y="565717"/>
                  </a:lnTo>
                  <a:lnTo>
                    <a:pt x="2772226" y="565446"/>
                  </a:lnTo>
                  <a:lnTo>
                    <a:pt x="2773297" y="565174"/>
                  </a:lnTo>
                  <a:lnTo>
                    <a:pt x="2774369" y="564902"/>
                  </a:lnTo>
                  <a:lnTo>
                    <a:pt x="2775440" y="564629"/>
                  </a:lnTo>
                  <a:lnTo>
                    <a:pt x="2776512" y="564356"/>
                  </a:lnTo>
                  <a:lnTo>
                    <a:pt x="2777584" y="564083"/>
                  </a:lnTo>
                  <a:lnTo>
                    <a:pt x="2778655" y="563808"/>
                  </a:lnTo>
                  <a:lnTo>
                    <a:pt x="2779727" y="563534"/>
                  </a:lnTo>
                  <a:lnTo>
                    <a:pt x="2780798" y="563259"/>
                  </a:lnTo>
                  <a:lnTo>
                    <a:pt x="2781870" y="562983"/>
                  </a:lnTo>
                  <a:lnTo>
                    <a:pt x="2782942" y="562707"/>
                  </a:lnTo>
                  <a:lnTo>
                    <a:pt x="2784013" y="562430"/>
                  </a:lnTo>
                  <a:lnTo>
                    <a:pt x="2785085" y="562153"/>
                  </a:lnTo>
                  <a:lnTo>
                    <a:pt x="2786156" y="561875"/>
                  </a:lnTo>
                  <a:lnTo>
                    <a:pt x="2787228" y="561597"/>
                  </a:lnTo>
                  <a:lnTo>
                    <a:pt x="2788300" y="561318"/>
                  </a:lnTo>
                  <a:lnTo>
                    <a:pt x="2789371" y="561039"/>
                  </a:lnTo>
                  <a:lnTo>
                    <a:pt x="2790443" y="560759"/>
                  </a:lnTo>
                  <a:lnTo>
                    <a:pt x="2791514" y="560479"/>
                  </a:lnTo>
                  <a:lnTo>
                    <a:pt x="2792586" y="560198"/>
                  </a:lnTo>
                  <a:lnTo>
                    <a:pt x="2793658" y="559916"/>
                  </a:lnTo>
                  <a:lnTo>
                    <a:pt x="2794729" y="559634"/>
                  </a:lnTo>
                  <a:lnTo>
                    <a:pt x="2795801" y="559352"/>
                  </a:lnTo>
                  <a:lnTo>
                    <a:pt x="2796872" y="559069"/>
                  </a:lnTo>
                  <a:lnTo>
                    <a:pt x="2797944" y="558785"/>
                  </a:lnTo>
                  <a:lnTo>
                    <a:pt x="2799016" y="558501"/>
                  </a:lnTo>
                  <a:lnTo>
                    <a:pt x="2800087" y="558217"/>
                  </a:lnTo>
                  <a:lnTo>
                    <a:pt x="2801159" y="557932"/>
                  </a:lnTo>
                  <a:lnTo>
                    <a:pt x="2802230" y="557646"/>
                  </a:lnTo>
                  <a:lnTo>
                    <a:pt x="2803302" y="557360"/>
                  </a:lnTo>
                  <a:lnTo>
                    <a:pt x="2804374" y="557073"/>
                  </a:lnTo>
                  <a:lnTo>
                    <a:pt x="2805445" y="556786"/>
                  </a:lnTo>
                  <a:lnTo>
                    <a:pt x="2806517" y="556498"/>
                  </a:lnTo>
                  <a:lnTo>
                    <a:pt x="2807588" y="556210"/>
                  </a:lnTo>
                  <a:lnTo>
                    <a:pt x="2808660" y="555921"/>
                  </a:lnTo>
                  <a:lnTo>
                    <a:pt x="2809732" y="555632"/>
                  </a:lnTo>
                  <a:lnTo>
                    <a:pt x="2810803" y="555342"/>
                  </a:lnTo>
                  <a:lnTo>
                    <a:pt x="2811875" y="555051"/>
                  </a:lnTo>
                  <a:lnTo>
                    <a:pt x="2812946" y="554760"/>
                  </a:lnTo>
                  <a:lnTo>
                    <a:pt x="2814018" y="554468"/>
                  </a:lnTo>
                  <a:lnTo>
                    <a:pt x="2815090" y="554176"/>
                  </a:lnTo>
                  <a:lnTo>
                    <a:pt x="2816161" y="553884"/>
                  </a:lnTo>
                  <a:lnTo>
                    <a:pt x="2817233" y="553590"/>
                  </a:lnTo>
                  <a:lnTo>
                    <a:pt x="2818304" y="553297"/>
                  </a:lnTo>
                  <a:lnTo>
                    <a:pt x="2819376" y="553002"/>
                  </a:lnTo>
                  <a:lnTo>
                    <a:pt x="2820448" y="552707"/>
                  </a:lnTo>
                  <a:lnTo>
                    <a:pt x="2821519" y="552412"/>
                  </a:lnTo>
                  <a:lnTo>
                    <a:pt x="2822591" y="552116"/>
                  </a:lnTo>
                  <a:lnTo>
                    <a:pt x="2823662" y="551819"/>
                  </a:lnTo>
                  <a:lnTo>
                    <a:pt x="2824734" y="551522"/>
                  </a:lnTo>
                  <a:lnTo>
                    <a:pt x="2825806" y="551224"/>
                  </a:lnTo>
                  <a:lnTo>
                    <a:pt x="2826877" y="550926"/>
                  </a:lnTo>
                  <a:lnTo>
                    <a:pt x="2827949" y="550627"/>
                  </a:lnTo>
                  <a:lnTo>
                    <a:pt x="2829020" y="550328"/>
                  </a:lnTo>
                  <a:lnTo>
                    <a:pt x="2830092" y="550028"/>
                  </a:lnTo>
                  <a:lnTo>
                    <a:pt x="2831164" y="549728"/>
                  </a:lnTo>
                  <a:lnTo>
                    <a:pt x="2832235" y="549427"/>
                  </a:lnTo>
                  <a:lnTo>
                    <a:pt x="2833307" y="549125"/>
                  </a:lnTo>
                  <a:lnTo>
                    <a:pt x="2834378" y="548823"/>
                  </a:lnTo>
                  <a:lnTo>
                    <a:pt x="2835450" y="548520"/>
                  </a:lnTo>
                  <a:lnTo>
                    <a:pt x="2836522" y="548217"/>
                  </a:lnTo>
                  <a:lnTo>
                    <a:pt x="2837593" y="547913"/>
                  </a:lnTo>
                  <a:lnTo>
                    <a:pt x="2838665" y="547608"/>
                  </a:lnTo>
                  <a:lnTo>
                    <a:pt x="2839736" y="547303"/>
                  </a:lnTo>
                  <a:lnTo>
                    <a:pt x="2840808" y="546998"/>
                  </a:lnTo>
                  <a:lnTo>
                    <a:pt x="2841879" y="546692"/>
                  </a:lnTo>
                  <a:lnTo>
                    <a:pt x="2842951" y="546385"/>
                  </a:lnTo>
                  <a:lnTo>
                    <a:pt x="2844023" y="546077"/>
                  </a:lnTo>
                  <a:lnTo>
                    <a:pt x="2845094" y="545770"/>
                  </a:lnTo>
                  <a:lnTo>
                    <a:pt x="2846166" y="545461"/>
                  </a:lnTo>
                  <a:lnTo>
                    <a:pt x="2847237" y="545152"/>
                  </a:lnTo>
                  <a:lnTo>
                    <a:pt x="2848309" y="544842"/>
                  </a:lnTo>
                  <a:lnTo>
                    <a:pt x="2849381" y="544532"/>
                  </a:lnTo>
                  <a:lnTo>
                    <a:pt x="2850452" y="544221"/>
                  </a:lnTo>
                  <a:lnTo>
                    <a:pt x="2851524" y="543910"/>
                  </a:lnTo>
                  <a:lnTo>
                    <a:pt x="2852595" y="543598"/>
                  </a:lnTo>
                  <a:lnTo>
                    <a:pt x="2853667" y="543285"/>
                  </a:lnTo>
                  <a:lnTo>
                    <a:pt x="2854739" y="542972"/>
                  </a:lnTo>
                  <a:lnTo>
                    <a:pt x="2855810" y="542659"/>
                  </a:lnTo>
                  <a:lnTo>
                    <a:pt x="2856882" y="542344"/>
                  </a:lnTo>
                  <a:lnTo>
                    <a:pt x="2857953" y="542029"/>
                  </a:lnTo>
                  <a:lnTo>
                    <a:pt x="2859025" y="541714"/>
                  </a:lnTo>
                  <a:lnTo>
                    <a:pt x="2860097" y="541398"/>
                  </a:lnTo>
                  <a:lnTo>
                    <a:pt x="2861168" y="541081"/>
                  </a:lnTo>
                  <a:lnTo>
                    <a:pt x="2862240" y="540764"/>
                  </a:lnTo>
                  <a:lnTo>
                    <a:pt x="2863311" y="540446"/>
                  </a:lnTo>
                  <a:lnTo>
                    <a:pt x="2864383" y="540128"/>
                  </a:lnTo>
                  <a:lnTo>
                    <a:pt x="2865455" y="539809"/>
                  </a:lnTo>
                  <a:lnTo>
                    <a:pt x="2866526" y="539489"/>
                  </a:lnTo>
                  <a:lnTo>
                    <a:pt x="2867598" y="539169"/>
                  </a:lnTo>
                  <a:lnTo>
                    <a:pt x="2868669" y="538848"/>
                  </a:lnTo>
                  <a:lnTo>
                    <a:pt x="2869741" y="538527"/>
                  </a:lnTo>
                  <a:lnTo>
                    <a:pt x="2870813" y="538205"/>
                  </a:lnTo>
                  <a:lnTo>
                    <a:pt x="2871884" y="537882"/>
                  </a:lnTo>
                  <a:lnTo>
                    <a:pt x="2872956" y="537559"/>
                  </a:lnTo>
                  <a:lnTo>
                    <a:pt x="2874027" y="537235"/>
                  </a:lnTo>
                  <a:lnTo>
                    <a:pt x="2875099" y="536911"/>
                  </a:lnTo>
                  <a:lnTo>
                    <a:pt x="2876171" y="536586"/>
                  </a:lnTo>
                  <a:lnTo>
                    <a:pt x="2877242" y="536260"/>
                  </a:lnTo>
                  <a:lnTo>
                    <a:pt x="2878314" y="535934"/>
                  </a:lnTo>
                  <a:lnTo>
                    <a:pt x="2879385" y="535607"/>
                  </a:lnTo>
                  <a:lnTo>
                    <a:pt x="2880457" y="535280"/>
                  </a:lnTo>
                  <a:lnTo>
                    <a:pt x="2881529" y="534952"/>
                  </a:lnTo>
                  <a:lnTo>
                    <a:pt x="2882600" y="534623"/>
                  </a:lnTo>
                  <a:lnTo>
                    <a:pt x="2883672" y="534294"/>
                  </a:lnTo>
                  <a:lnTo>
                    <a:pt x="2884743" y="533964"/>
                  </a:lnTo>
                  <a:lnTo>
                    <a:pt x="2885815" y="533634"/>
                  </a:lnTo>
                  <a:lnTo>
                    <a:pt x="2886887" y="533303"/>
                  </a:lnTo>
                  <a:lnTo>
                    <a:pt x="2887958" y="532971"/>
                  </a:lnTo>
                  <a:lnTo>
                    <a:pt x="2889030" y="532639"/>
                  </a:lnTo>
                  <a:lnTo>
                    <a:pt x="2890101" y="532306"/>
                  </a:lnTo>
                  <a:lnTo>
                    <a:pt x="2891173" y="531973"/>
                  </a:lnTo>
                  <a:lnTo>
                    <a:pt x="2892245" y="531639"/>
                  </a:lnTo>
                  <a:lnTo>
                    <a:pt x="2893316" y="531304"/>
                  </a:lnTo>
                  <a:lnTo>
                    <a:pt x="2894388" y="530969"/>
                  </a:lnTo>
                  <a:lnTo>
                    <a:pt x="2895459" y="530633"/>
                  </a:lnTo>
                  <a:lnTo>
                    <a:pt x="2896531" y="530297"/>
                  </a:lnTo>
                  <a:lnTo>
                    <a:pt x="2897603" y="529960"/>
                  </a:lnTo>
                  <a:lnTo>
                    <a:pt x="2898674" y="529622"/>
                  </a:lnTo>
                  <a:lnTo>
                    <a:pt x="2899746" y="529284"/>
                  </a:lnTo>
                  <a:lnTo>
                    <a:pt x="2900817" y="528945"/>
                  </a:lnTo>
                  <a:lnTo>
                    <a:pt x="2901889" y="528605"/>
                  </a:lnTo>
                  <a:lnTo>
                    <a:pt x="2902961" y="528265"/>
                  </a:lnTo>
                  <a:lnTo>
                    <a:pt x="2904032" y="527924"/>
                  </a:lnTo>
                  <a:lnTo>
                    <a:pt x="2905104" y="527583"/>
                  </a:lnTo>
                  <a:lnTo>
                    <a:pt x="2906175" y="527241"/>
                  </a:lnTo>
                  <a:lnTo>
                    <a:pt x="2907247" y="526898"/>
                  </a:lnTo>
                  <a:lnTo>
                    <a:pt x="2908319" y="526555"/>
                  </a:lnTo>
                  <a:lnTo>
                    <a:pt x="2909390" y="526211"/>
                  </a:lnTo>
                  <a:lnTo>
                    <a:pt x="2910462" y="525867"/>
                  </a:lnTo>
                  <a:lnTo>
                    <a:pt x="2911533" y="525522"/>
                  </a:lnTo>
                  <a:lnTo>
                    <a:pt x="2912605" y="525176"/>
                  </a:lnTo>
                  <a:lnTo>
                    <a:pt x="2913677" y="524829"/>
                  </a:lnTo>
                  <a:lnTo>
                    <a:pt x="2914748" y="524483"/>
                  </a:lnTo>
                  <a:lnTo>
                    <a:pt x="2915820" y="524135"/>
                  </a:lnTo>
                  <a:lnTo>
                    <a:pt x="2916891" y="523787"/>
                  </a:lnTo>
                  <a:lnTo>
                    <a:pt x="2917963" y="523438"/>
                  </a:lnTo>
                  <a:lnTo>
                    <a:pt x="2919035" y="523089"/>
                  </a:lnTo>
                  <a:lnTo>
                    <a:pt x="2920106" y="522739"/>
                  </a:lnTo>
                  <a:lnTo>
                    <a:pt x="2921178" y="522388"/>
                  </a:lnTo>
                  <a:lnTo>
                    <a:pt x="2922249" y="522037"/>
                  </a:lnTo>
                  <a:lnTo>
                    <a:pt x="2923321" y="521685"/>
                  </a:lnTo>
                  <a:lnTo>
                    <a:pt x="2924393" y="521332"/>
                  </a:lnTo>
                  <a:lnTo>
                    <a:pt x="2925464" y="520979"/>
                  </a:lnTo>
                  <a:lnTo>
                    <a:pt x="2926536" y="520625"/>
                  </a:lnTo>
                  <a:lnTo>
                    <a:pt x="2927607" y="520271"/>
                  </a:lnTo>
                  <a:lnTo>
                    <a:pt x="2928679" y="519916"/>
                  </a:lnTo>
                  <a:lnTo>
                    <a:pt x="2929751" y="519560"/>
                  </a:lnTo>
                  <a:lnTo>
                    <a:pt x="2930822" y="519204"/>
                  </a:lnTo>
                  <a:lnTo>
                    <a:pt x="2931894" y="518847"/>
                  </a:lnTo>
                  <a:lnTo>
                    <a:pt x="2932965" y="518490"/>
                  </a:lnTo>
                  <a:lnTo>
                    <a:pt x="2934037" y="518132"/>
                  </a:lnTo>
                  <a:lnTo>
                    <a:pt x="2935109" y="517773"/>
                  </a:lnTo>
                  <a:lnTo>
                    <a:pt x="2936180" y="517413"/>
                  </a:lnTo>
                  <a:lnTo>
                    <a:pt x="2937252" y="517053"/>
                  </a:lnTo>
                  <a:lnTo>
                    <a:pt x="2938323" y="516693"/>
                  </a:lnTo>
                  <a:lnTo>
                    <a:pt x="2939395" y="516331"/>
                  </a:lnTo>
                  <a:lnTo>
                    <a:pt x="2940467" y="515970"/>
                  </a:lnTo>
                  <a:lnTo>
                    <a:pt x="2941538" y="515607"/>
                  </a:lnTo>
                  <a:lnTo>
                    <a:pt x="2942610" y="515244"/>
                  </a:lnTo>
                  <a:lnTo>
                    <a:pt x="2943681" y="514880"/>
                  </a:lnTo>
                  <a:lnTo>
                    <a:pt x="2944753" y="514516"/>
                  </a:lnTo>
                  <a:lnTo>
                    <a:pt x="2945825" y="514151"/>
                  </a:lnTo>
                  <a:lnTo>
                    <a:pt x="2946896" y="513785"/>
                  </a:lnTo>
                  <a:lnTo>
                    <a:pt x="2947968" y="513419"/>
                  </a:lnTo>
                  <a:lnTo>
                    <a:pt x="2949039" y="513052"/>
                  </a:lnTo>
                  <a:lnTo>
                    <a:pt x="2950111" y="512684"/>
                  </a:lnTo>
                  <a:lnTo>
                    <a:pt x="2951183" y="512316"/>
                  </a:lnTo>
                  <a:lnTo>
                    <a:pt x="2952254" y="511948"/>
                  </a:lnTo>
                  <a:lnTo>
                    <a:pt x="2953326" y="511578"/>
                  </a:lnTo>
                  <a:lnTo>
                    <a:pt x="2954397" y="511208"/>
                  </a:lnTo>
                  <a:lnTo>
                    <a:pt x="2955469" y="510837"/>
                  </a:lnTo>
                  <a:lnTo>
                    <a:pt x="2956541" y="510466"/>
                  </a:lnTo>
                  <a:lnTo>
                    <a:pt x="2957612" y="510094"/>
                  </a:lnTo>
                  <a:lnTo>
                    <a:pt x="2958684" y="509722"/>
                  </a:lnTo>
                  <a:lnTo>
                    <a:pt x="2959755" y="509349"/>
                  </a:lnTo>
                  <a:lnTo>
                    <a:pt x="2960827" y="508975"/>
                  </a:lnTo>
                  <a:lnTo>
                    <a:pt x="2961899" y="508600"/>
                  </a:lnTo>
                  <a:lnTo>
                    <a:pt x="2962970" y="508225"/>
                  </a:lnTo>
                  <a:lnTo>
                    <a:pt x="2964042" y="507850"/>
                  </a:lnTo>
                  <a:lnTo>
                    <a:pt x="2965113" y="507473"/>
                  </a:lnTo>
                  <a:lnTo>
                    <a:pt x="2966185" y="507096"/>
                  </a:lnTo>
                  <a:lnTo>
                    <a:pt x="2967257" y="506719"/>
                  </a:lnTo>
                  <a:lnTo>
                    <a:pt x="2968328" y="506341"/>
                  </a:lnTo>
                  <a:lnTo>
                    <a:pt x="2969400" y="505962"/>
                  </a:lnTo>
                  <a:lnTo>
                    <a:pt x="2970471" y="505582"/>
                  </a:lnTo>
                  <a:lnTo>
                    <a:pt x="2971543" y="505202"/>
                  </a:lnTo>
                  <a:lnTo>
                    <a:pt x="2972615" y="504821"/>
                  </a:lnTo>
                  <a:lnTo>
                    <a:pt x="2973686" y="504440"/>
                  </a:lnTo>
                  <a:lnTo>
                    <a:pt x="2974758" y="504058"/>
                  </a:lnTo>
                  <a:lnTo>
                    <a:pt x="2975829" y="503676"/>
                  </a:lnTo>
                  <a:lnTo>
                    <a:pt x="2976901" y="503292"/>
                  </a:lnTo>
                  <a:lnTo>
                    <a:pt x="2977973" y="502909"/>
                  </a:lnTo>
                  <a:lnTo>
                    <a:pt x="2979044" y="502524"/>
                  </a:lnTo>
                  <a:lnTo>
                    <a:pt x="2980116" y="502139"/>
                  </a:lnTo>
                  <a:lnTo>
                    <a:pt x="2981187" y="501753"/>
                  </a:lnTo>
                  <a:lnTo>
                    <a:pt x="2982259" y="501367"/>
                  </a:lnTo>
                  <a:lnTo>
                    <a:pt x="2983331" y="500980"/>
                  </a:lnTo>
                  <a:lnTo>
                    <a:pt x="2984402" y="500592"/>
                  </a:lnTo>
                  <a:lnTo>
                    <a:pt x="2985474" y="500204"/>
                  </a:lnTo>
                  <a:lnTo>
                    <a:pt x="2986545" y="499815"/>
                  </a:lnTo>
                  <a:lnTo>
                    <a:pt x="2987617" y="499426"/>
                  </a:lnTo>
                  <a:lnTo>
                    <a:pt x="2988689" y="499036"/>
                  </a:lnTo>
                  <a:lnTo>
                    <a:pt x="2989760" y="498645"/>
                  </a:lnTo>
                  <a:lnTo>
                    <a:pt x="2990832" y="498254"/>
                  </a:lnTo>
                  <a:lnTo>
                    <a:pt x="2991903" y="497862"/>
                  </a:lnTo>
                  <a:lnTo>
                    <a:pt x="2992975" y="497469"/>
                  </a:lnTo>
                  <a:lnTo>
                    <a:pt x="2994047" y="497076"/>
                  </a:lnTo>
                  <a:lnTo>
                    <a:pt x="2995118" y="496682"/>
                  </a:lnTo>
                  <a:lnTo>
                    <a:pt x="2996190" y="496287"/>
                  </a:lnTo>
                  <a:lnTo>
                    <a:pt x="2997261" y="495892"/>
                  </a:lnTo>
                  <a:lnTo>
                    <a:pt x="2998333" y="495497"/>
                  </a:lnTo>
                  <a:lnTo>
                    <a:pt x="2999405" y="495100"/>
                  </a:lnTo>
                  <a:lnTo>
                    <a:pt x="3000476" y="494703"/>
                  </a:lnTo>
                  <a:lnTo>
                    <a:pt x="3001548" y="494306"/>
                  </a:lnTo>
                  <a:lnTo>
                    <a:pt x="3002619" y="493907"/>
                  </a:lnTo>
                  <a:lnTo>
                    <a:pt x="3003691" y="493509"/>
                  </a:lnTo>
                  <a:lnTo>
                    <a:pt x="3004763" y="493109"/>
                  </a:lnTo>
                  <a:lnTo>
                    <a:pt x="3005834" y="492709"/>
                  </a:lnTo>
                  <a:lnTo>
                    <a:pt x="3006906" y="492308"/>
                  </a:lnTo>
                  <a:lnTo>
                    <a:pt x="3007977" y="491907"/>
                  </a:lnTo>
                  <a:lnTo>
                    <a:pt x="3009049" y="491505"/>
                  </a:lnTo>
                  <a:lnTo>
                    <a:pt x="3010121" y="491102"/>
                  </a:lnTo>
                  <a:lnTo>
                    <a:pt x="3011192" y="490699"/>
                  </a:lnTo>
                  <a:lnTo>
                    <a:pt x="3012264" y="490295"/>
                  </a:lnTo>
                  <a:lnTo>
                    <a:pt x="3013335" y="489891"/>
                  </a:lnTo>
                  <a:lnTo>
                    <a:pt x="3014407" y="489486"/>
                  </a:lnTo>
                  <a:lnTo>
                    <a:pt x="3015479" y="489080"/>
                  </a:lnTo>
                  <a:lnTo>
                    <a:pt x="3016550" y="488674"/>
                  </a:lnTo>
                  <a:lnTo>
                    <a:pt x="3017622" y="488267"/>
                  </a:lnTo>
                  <a:lnTo>
                    <a:pt x="3018693" y="487860"/>
                  </a:lnTo>
                  <a:lnTo>
                    <a:pt x="3019765" y="487452"/>
                  </a:lnTo>
                  <a:lnTo>
                    <a:pt x="3020836" y="487043"/>
                  </a:lnTo>
                  <a:lnTo>
                    <a:pt x="3021908" y="486633"/>
                  </a:lnTo>
                  <a:lnTo>
                    <a:pt x="3022980" y="486223"/>
                  </a:lnTo>
                  <a:lnTo>
                    <a:pt x="3024051" y="485813"/>
                  </a:lnTo>
                  <a:lnTo>
                    <a:pt x="3025123" y="485402"/>
                  </a:lnTo>
                  <a:lnTo>
                    <a:pt x="3026194" y="484990"/>
                  </a:lnTo>
                  <a:lnTo>
                    <a:pt x="3027266" y="484577"/>
                  </a:lnTo>
                  <a:lnTo>
                    <a:pt x="3028338" y="484164"/>
                  </a:lnTo>
                  <a:lnTo>
                    <a:pt x="3029409" y="483751"/>
                  </a:lnTo>
                  <a:lnTo>
                    <a:pt x="3030481" y="483336"/>
                  </a:lnTo>
                  <a:lnTo>
                    <a:pt x="3031552" y="482921"/>
                  </a:lnTo>
                  <a:lnTo>
                    <a:pt x="3032624" y="482506"/>
                  </a:lnTo>
                  <a:lnTo>
                    <a:pt x="3033696" y="482090"/>
                  </a:lnTo>
                  <a:lnTo>
                    <a:pt x="3034767" y="481673"/>
                  </a:lnTo>
                  <a:lnTo>
                    <a:pt x="3035839" y="481255"/>
                  </a:lnTo>
                  <a:lnTo>
                    <a:pt x="3036910" y="480837"/>
                  </a:lnTo>
                  <a:lnTo>
                    <a:pt x="3037982" y="480419"/>
                  </a:lnTo>
                  <a:lnTo>
                    <a:pt x="3039054" y="480000"/>
                  </a:lnTo>
                  <a:lnTo>
                    <a:pt x="3040125" y="479580"/>
                  </a:lnTo>
                  <a:lnTo>
                    <a:pt x="3041197" y="479159"/>
                  </a:lnTo>
                  <a:lnTo>
                    <a:pt x="3042268" y="478738"/>
                  </a:lnTo>
                  <a:lnTo>
                    <a:pt x="3043340" y="478317"/>
                  </a:lnTo>
                  <a:lnTo>
                    <a:pt x="3044412" y="477894"/>
                  </a:lnTo>
                  <a:lnTo>
                    <a:pt x="3045483" y="477471"/>
                  </a:lnTo>
                  <a:lnTo>
                    <a:pt x="3046555" y="477048"/>
                  </a:lnTo>
                  <a:lnTo>
                    <a:pt x="3047626" y="476624"/>
                  </a:lnTo>
                  <a:lnTo>
                    <a:pt x="3048698" y="476199"/>
                  </a:lnTo>
                  <a:lnTo>
                    <a:pt x="3049770" y="475774"/>
                  </a:lnTo>
                  <a:lnTo>
                    <a:pt x="3050841" y="475348"/>
                  </a:lnTo>
                  <a:lnTo>
                    <a:pt x="3051913" y="474921"/>
                  </a:lnTo>
                  <a:lnTo>
                    <a:pt x="3052984" y="474494"/>
                  </a:lnTo>
                  <a:lnTo>
                    <a:pt x="3054056" y="474066"/>
                  </a:lnTo>
                  <a:lnTo>
                    <a:pt x="3055128" y="473638"/>
                  </a:lnTo>
                  <a:lnTo>
                    <a:pt x="3056199" y="473209"/>
                  </a:lnTo>
                  <a:lnTo>
                    <a:pt x="3057271" y="472779"/>
                  </a:lnTo>
                  <a:lnTo>
                    <a:pt x="3058342" y="472349"/>
                  </a:lnTo>
                  <a:lnTo>
                    <a:pt x="3059414" y="471918"/>
                  </a:lnTo>
                  <a:lnTo>
                    <a:pt x="3060486" y="471486"/>
                  </a:lnTo>
                  <a:lnTo>
                    <a:pt x="3061557" y="471054"/>
                  </a:lnTo>
                  <a:lnTo>
                    <a:pt x="3062629" y="470621"/>
                  </a:lnTo>
                  <a:lnTo>
                    <a:pt x="3063700" y="470188"/>
                  </a:lnTo>
                  <a:lnTo>
                    <a:pt x="3064772" y="469754"/>
                  </a:lnTo>
                  <a:lnTo>
                    <a:pt x="3065844" y="469320"/>
                  </a:lnTo>
                  <a:lnTo>
                    <a:pt x="3066915" y="468885"/>
                  </a:lnTo>
                  <a:lnTo>
                    <a:pt x="3067987" y="468449"/>
                  </a:lnTo>
                  <a:lnTo>
                    <a:pt x="3069058" y="468012"/>
                  </a:lnTo>
                  <a:lnTo>
                    <a:pt x="3070130" y="467576"/>
                  </a:lnTo>
                  <a:lnTo>
                    <a:pt x="3071202" y="467138"/>
                  </a:lnTo>
                  <a:lnTo>
                    <a:pt x="3072273" y="466700"/>
                  </a:lnTo>
                  <a:lnTo>
                    <a:pt x="3073345" y="466261"/>
                  </a:lnTo>
                  <a:lnTo>
                    <a:pt x="3074416" y="465822"/>
                  </a:lnTo>
                  <a:lnTo>
                    <a:pt x="3075488" y="465382"/>
                  </a:lnTo>
                  <a:lnTo>
                    <a:pt x="3076560" y="464941"/>
                  </a:lnTo>
                  <a:lnTo>
                    <a:pt x="3077631" y="464500"/>
                  </a:lnTo>
                  <a:lnTo>
                    <a:pt x="3078703" y="464058"/>
                  </a:lnTo>
                  <a:lnTo>
                    <a:pt x="3079774" y="463615"/>
                  </a:lnTo>
                  <a:lnTo>
                    <a:pt x="3080846" y="463172"/>
                  </a:lnTo>
                  <a:lnTo>
                    <a:pt x="3081918" y="462729"/>
                  </a:lnTo>
                  <a:lnTo>
                    <a:pt x="3082989" y="462285"/>
                  </a:lnTo>
                  <a:lnTo>
                    <a:pt x="3084061" y="461840"/>
                  </a:lnTo>
                  <a:lnTo>
                    <a:pt x="3085132" y="461394"/>
                  </a:lnTo>
                  <a:lnTo>
                    <a:pt x="3086204" y="460948"/>
                  </a:lnTo>
                  <a:lnTo>
                    <a:pt x="3087276" y="460502"/>
                  </a:lnTo>
                  <a:lnTo>
                    <a:pt x="3088347" y="460054"/>
                  </a:lnTo>
                  <a:lnTo>
                    <a:pt x="3089419" y="459606"/>
                  </a:lnTo>
                  <a:lnTo>
                    <a:pt x="3090490" y="459158"/>
                  </a:lnTo>
                  <a:lnTo>
                    <a:pt x="3091562" y="458709"/>
                  </a:lnTo>
                  <a:lnTo>
                    <a:pt x="3092634" y="458259"/>
                  </a:lnTo>
                  <a:lnTo>
                    <a:pt x="3093705" y="457809"/>
                  </a:lnTo>
                  <a:lnTo>
                    <a:pt x="3094777" y="457358"/>
                  </a:lnTo>
                  <a:lnTo>
                    <a:pt x="3095848" y="456906"/>
                  </a:lnTo>
                  <a:lnTo>
                    <a:pt x="3096920" y="456454"/>
                  </a:lnTo>
                  <a:lnTo>
                    <a:pt x="3097992" y="456002"/>
                  </a:lnTo>
                  <a:lnTo>
                    <a:pt x="3099063" y="455548"/>
                  </a:lnTo>
                  <a:lnTo>
                    <a:pt x="3100135" y="455094"/>
                  </a:lnTo>
                  <a:lnTo>
                    <a:pt x="3101206" y="454640"/>
                  </a:lnTo>
                  <a:lnTo>
                    <a:pt x="3102278" y="454185"/>
                  </a:lnTo>
                  <a:lnTo>
                    <a:pt x="3103350" y="453729"/>
                  </a:lnTo>
                  <a:lnTo>
                    <a:pt x="3104421" y="453273"/>
                  </a:lnTo>
                  <a:lnTo>
                    <a:pt x="3105493" y="452816"/>
                  </a:lnTo>
                  <a:lnTo>
                    <a:pt x="3106564" y="452358"/>
                  </a:lnTo>
                  <a:lnTo>
                    <a:pt x="3107636" y="451900"/>
                  </a:lnTo>
                  <a:lnTo>
                    <a:pt x="3108708" y="451442"/>
                  </a:lnTo>
                  <a:lnTo>
                    <a:pt x="3109779" y="450982"/>
                  </a:lnTo>
                  <a:lnTo>
                    <a:pt x="3110851" y="450522"/>
                  </a:lnTo>
                  <a:lnTo>
                    <a:pt x="3111922" y="450062"/>
                  </a:lnTo>
                  <a:lnTo>
                    <a:pt x="3112994" y="449601"/>
                  </a:lnTo>
                  <a:lnTo>
                    <a:pt x="3114066" y="449139"/>
                  </a:lnTo>
                  <a:lnTo>
                    <a:pt x="3115137" y="448677"/>
                  </a:lnTo>
                  <a:lnTo>
                    <a:pt x="3116209" y="448214"/>
                  </a:lnTo>
                  <a:lnTo>
                    <a:pt x="3117280" y="447750"/>
                  </a:lnTo>
                  <a:lnTo>
                    <a:pt x="3118352" y="447286"/>
                  </a:lnTo>
                  <a:lnTo>
                    <a:pt x="3119424" y="446822"/>
                  </a:lnTo>
                  <a:lnTo>
                    <a:pt x="3120495" y="446356"/>
                  </a:lnTo>
                  <a:lnTo>
                    <a:pt x="3121567" y="445890"/>
                  </a:lnTo>
                  <a:lnTo>
                    <a:pt x="3122638" y="445424"/>
                  </a:lnTo>
                  <a:lnTo>
                    <a:pt x="3123710" y="444957"/>
                  </a:lnTo>
                  <a:lnTo>
                    <a:pt x="3124782" y="444489"/>
                  </a:lnTo>
                  <a:lnTo>
                    <a:pt x="3125853" y="444021"/>
                  </a:lnTo>
                  <a:lnTo>
                    <a:pt x="3126925" y="443552"/>
                  </a:lnTo>
                  <a:lnTo>
                    <a:pt x="3127996" y="443083"/>
                  </a:lnTo>
                  <a:lnTo>
                    <a:pt x="3129068" y="442613"/>
                  </a:lnTo>
                  <a:lnTo>
                    <a:pt x="3130140" y="442142"/>
                  </a:lnTo>
                  <a:lnTo>
                    <a:pt x="3131211" y="441671"/>
                  </a:lnTo>
                  <a:lnTo>
                    <a:pt x="3132283" y="441199"/>
                  </a:lnTo>
                  <a:lnTo>
                    <a:pt x="3133354" y="440726"/>
                  </a:lnTo>
                  <a:lnTo>
                    <a:pt x="3134426" y="440253"/>
                  </a:lnTo>
                  <a:lnTo>
                    <a:pt x="3135498" y="439780"/>
                  </a:lnTo>
                  <a:lnTo>
                    <a:pt x="3136569" y="439306"/>
                  </a:lnTo>
                  <a:lnTo>
                    <a:pt x="3137641" y="438831"/>
                  </a:lnTo>
                  <a:lnTo>
                    <a:pt x="3138712" y="438355"/>
                  </a:lnTo>
                  <a:lnTo>
                    <a:pt x="3139784" y="437879"/>
                  </a:lnTo>
                  <a:lnTo>
                    <a:pt x="3140856" y="437403"/>
                  </a:lnTo>
                  <a:lnTo>
                    <a:pt x="3141927" y="436926"/>
                  </a:lnTo>
                  <a:lnTo>
                    <a:pt x="3142999" y="436448"/>
                  </a:lnTo>
                  <a:lnTo>
                    <a:pt x="3144070" y="435970"/>
                  </a:lnTo>
                  <a:lnTo>
                    <a:pt x="3145142" y="435491"/>
                  </a:lnTo>
                  <a:lnTo>
                    <a:pt x="3146214" y="435011"/>
                  </a:lnTo>
                  <a:lnTo>
                    <a:pt x="3147285" y="434531"/>
                  </a:lnTo>
                  <a:lnTo>
                    <a:pt x="3148357" y="434050"/>
                  </a:lnTo>
                  <a:lnTo>
                    <a:pt x="3149428" y="433569"/>
                  </a:lnTo>
                  <a:lnTo>
                    <a:pt x="3150500" y="433087"/>
                  </a:lnTo>
                  <a:lnTo>
                    <a:pt x="3151572" y="432605"/>
                  </a:lnTo>
                  <a:lnTo>
                    <a:pt x="3152643" y="432122"/>
                  </a:lnTo>
                  <a:lnTo>
                    <a:pt x="3153715" y="431638"/>
                  </a:lnTo>
                  <a:lnTo>
                    <a:pt x="3154786" y="431154"/>
                  </a:lnTo>
                  <a:lnTo>
                    <a:pt x="3155858" y="430669"/>
                  </a:lnTo>
                  <a:lnTo>
                    <a:pt x="3156930" y="430183"/>
                  </a:lnTo>
                  <a:lnTo>
                    <a:pt x="3158001" y="429697"/>
                  </a:lnTo>
                  <a:lnTo>
                    <a:pt x="3159073" y="429211"/>
                  </a:lnTo>
                  <a:lnTo>
                    <a:pt x="3160144" y="428724"/>
                  </a:lnTo>
                  <a:lnTo>
                    <a:pt x="3161216" y="428236"/>
                  </a:lnTo>
                  <a:lnTo>
                    <a:pt x="3162288" y="427748"/>
                  </a:lnTo>
                  <a:lnTo>
                    <a:pt x="3163359" y="427259"/>
                  </a:lnTo>
                  <a:lnTo>
                    <a:pt x="3164431" y="426769"/>
                  </a:lnTo>
                  <a:lnTo>
                    <a:pt x="3165502" y="426279"/>
                  </a:lnTo>
                  <a:lnTo>
                    <a:pt x="3166574" y="425788"/>
                  </a:lnTo>
                  <a:lnTo>
                    <a:pt x="3167646" y="425297"/>
                  </a:lnTo>
                  <a:lnTo>
                    <a:pt x="3168717" y="424805"/>
                  </a:lnTo>
                  <a:lnTo>
                    <a:pt x="3169789" y="424313"/>
                  </a:lnTo>
                  <a:lnTo>
                    <a:pt x="3170860" y="423820"/>
                  </a:lnTo>
                  <a:lnTo>
                    <a:pt x="3171932" y="423326"/>
                  </a:lnTo>
                  <a:lnTo>
                    <a:pt x="3173004" y="422832"/>
                  </a:lnTo>
                  <a:lnTo>
                    <a:pt x="3174075" y="422337"/>
                  </a:lnTo>
                  <a:lnTo>
                    <a:pt x="3175147" y="421842"/>
                  </a:lnTo>
                  <a:lnTo>
                    <a:pt x="3176218" y="421346"/>
                  </a:lnTo>
                  <a:lnTo>
                    <a:pt x="3177290" y="420849"/>
                  </a:lnTo>
                  <a:lnTo>
                    <a:pt x="3178362" y="420352"/>
                  </a:lnTo>
                  <a:lnTo>
                    <a:pt x="3179433" y="419855"/>
                  </a:lnTo>
                  <a:lnTo>
                    <a:pt x="3180505" y="419356"/>
                  </a:lnTo>
                  <a:lnTo>
                    <a:pt x="3181576" y="418858"/>
                  </a:lnTo>
                  <a:lnTo>
                    <a:pt x="3182648" y="418358"/>
                  </a:lnTo>
                  <a:lnTo>
                    <a:pt x="3183720" y="417858"/>
                  </a:lnTo>
                  <a:lnTo>
                    <a:pt x="3184791" y="417358"/>
                  </a:lnTo>
                  <a:lnTo>
                    <a:pt x="3185863" y="416856"/>
                  </a:lnTo>
                  <a:lnTo>
                    <a:pt x="3186934" y="416355"/>
                  </a:lnTo>
                  <a:lnTo>
                    <a:pt x="3188006" y="415852"/>
                  </a:lnTo>
                  <a:lnTo>
                    <a:pt x="3189078" y="415349"/>
                  </a:lnTo>
                  <a:lnTo>
                    <a:pt x="3190149" y="414846"/>
                  </a:lnTo>
                  <a:lnTo>
                    <a:pt x="3191221" y="414342"/>
                  </a:lnTo>
                  <a:lnTo>
                    <a:pt x="3192292" y="413837"/>
                  </a:lnTo>
                  <a:lnTo>
                    <a:pt x="3193364" y="413332"/>
                  </a:lnTo>
                  <a:lnTo>
                    <a:pt x="3194436" y="412826"/>
                  </a:lnTo>
                  <a:lnTo>
                    <a:pt x="3195507" y="412320"/>
                  </a:lnTo>
                  <a:lnTo>
                    <a:pt x="3196579" y="411813"/>
                  </a:lnTo>
                  <a:lnTo>
                    <a:pt x="3197650" y="411305"/>
                  </a:lnTo>
                  <a:lnTo>
                    <a:pt x="3198722" y="410797"/>
                  </a:lnTo>
                  <a:lnTo>
                    <a:pt x="3199793" y="410289"/>
                  </a:lnTo>
                  <a:lnTo>
                    <a:pt x="3200865" y="409779"/>
                  </a:lnTo>
                  <a:lnTo>
                    <a:pt x="3201937" y="409270"/>
                  </a:lnTo>
                  <a:lnTo>
                    <a:pt x="3203008" y="408759"/>
                  </a:lnTo>
                  <a:lnTo>
                    <a:pt x="3204080" y="408248"/>
                  </a:lnTo>
                  <a:lnTo>
                    <a:pt x="3205151" y="407737"/>
                  </a:lnTo>
                  <a:lnTo>
                    <a:pt x="3206223" y="407225"/>
                  </a:lnTo>
                  <a:lnTo>
                    <a:pt x="3207295" y="406712"/>
                  </a:lnTo>
                  <a:lnTo>
                    <a:pt x="3208366" y="406199"/>
                  </a:lnTo>
                  <a:lnTo>
                    <a:pt x="3209438" y="405685"/>
                  </a:lnTo>
                  <a:lnTo>
                    <a:pt x="3210509" y="405170"/>
                  </a:lnTo>
                  <a:lnTo>
                    <a:pt x="3211581" y="404655"/>
                  </a:lnTo>
                  <a:lnTo>
                    <a:pt x="3212653" y="404140"/>
                  </a:lnTo>
                  <a:lnTo>
                    <a:pt x="3213724" y="403624"/>
                  </a:lnTo>
                  <a:lnTo>
                    <a:pt x="3214796" y="403107"/>
                  </a:lnTo>
                  <a:lnTo>
                    <a:pt x="3215867" y="402590"/>
                  </a:lnTo>
                  <a:lnTo>
                    <a:pt x="3216939" y="402072"/>
                  </a:lnTo>
                  <a:lnTo>
                    <a:pt x="3218011" y="401554"/>
                  </a:lnTo>
                  <a:lnTo>
                    <a:pt x="3219082" y="401035"/>
                  </a:lnTo>
                  <a:lnTo>
                    <a:pt x="3220154" y="400515"/>
                  </a:lnTo>
                  <a:lnTo>
                    <a:pt x="3221225" y="399995"/>
                  </a:lnTo>
                  <a:lnTo>
                    <a:pt x="3222297" y="399474"/>
                  </a:lnTo>
                  <a:lnTo>
                    <a:pt x="3223369" y="398953"/>
                  </a:lnTo>
                  <a:lnTo>
                    <a:pt x="3224440" y="398431"/>
                  </a:lnTo>
                  <a:lnTo>
                    <a:pt x="3225512" y="397909"/>
                  </a:lnTo>
                  <a:lnTo>
                    <a:pt x="3226583" y="397386"/>
                  </a:lnTo>
                  <a:lnTo>
                    <a:pt x="3227655" y="396862"/>
                  </a:lnTo>
                  <a:lnTo>
                    <a:pt x="3228727" y="396338"/>
                  </a:lnTo>
                  <a:lnTo>
                    <a:pt x="3229798" y="395813"/>
                  </a:lnTo>
                  <a:lnTo>
                    <a:pt x="3230870" y="395288"/>
                  </a:lnTo>
                  <a:lnTo>
                    <a:pt x="3231941" y="394762"/>
                  </a:lnTo>
                  <a:lnTo>
                    <a:pt x="3233013" y="394236"/>
                  </a:lnTo>
                  <a:lnTo>
                    <a:pt x="3234085" y="393709"/>
                  </a:lnTo>
                  <a:lnTo>
                    <a:pt x="3235156" y="393182"/>
                  </a:lnTo>
                  <a:lnTo>
                    <a:pt x="3236228" y="392654"/>
                  </a:lnTo>
                  <a:lnTo>
                    <a:pt x="3237299" y="392125"/>
                  </a:lnTo>
                  <a:lnTo>
                    <a:pt x="3238371" y="391596"/>
                  </a:lnTo>
                  <a:lnTo>
                    <a:pt x="3239443" y="391066"/>
                  </a:lnTo>
                  <a:lnTo>
                    <a:pt x="3240514" y="390536"/>
                  </a:lnTo>
                  <a:lnTo>
                    <a:pt x="3241586" y="390005"/>
                  </a:lnTo>
                  <a:lnTo>
                    <a:pt x="3242657" y="389473"/>
                  </a:lnTo>
                  <a:lnTo>
                    <a:pt x="3243729" y="388941"/>
                  </a:lnTo>
                  <a:lnTo>
                    <a:pt x="3244801" y="388409"/>
                  </a:lnTo>
                  <a:lnTo>
                    <a:pt x="3245872" y="387876"/>
                  </a:lnTo>
                  <a:lnTo>
                    <a:pt x="3246944" y="387342"/>
                  </a:lnTo>
                  <a:lnTo>
                    <a:pt x="3248015" y="386808"/>
                  </a:lnTo>
                  <a:lnTo>
                    <a:pt x="3249087" y="386273"/>
                  </a:lnTo>
                  <a:lnTo>
                    <a:pt x="3250159" y="385737"/>
                  </a:lnTo>
                  <a:lnTo>
                    <a:pt x="3251230" y="385201"/>
                  </a:lnTo>
                  <a:lnTo>
                    <a:pt x="3252302" y="384665"/>
                  </a:lnTo>
                  <a:lnTo>
                    <a:pt x="3253373" y="384128"/>
                  </a:lnTo>
                  <a:lnTo>
                    <a:pt x="3254445" y="383590"/>
                  </a:lnTo>
                  <a:lnTo>
                    <a:pt x="3255517" y="383052"/>
                  </a:lnTo>
                  <a:lnTo>
                    <a:pt x="3256588" y="382513"/>
                  </a:lnTo>
                  <a:lnTo>
                    <a:pt x="3257660" y="381974"/>
                  </a:lnTo>
                  <a:lnTo>
                    <a:pt x="3258731" y="381434"/>
                  </a:lnTo>
                  <a:lnTo>
                    <a:pt x="3259803" y="380894"/>
                  </a:lnTo>
                  <a:lnTo>
                    <a:pt x="3260875" y="380353"/>
                  </a:lnTo>
                  <a:lnTo>
                    <a:pt x="3261946" y="379811"/>
                  </a:lnTo>
                  <a:lnTo>
                    <a:pt x="3263018" y="379269"/>
                  </a:lnTo>
                  <a:lnTo>
                    <a:pt x="3264089" y="378726"/>
                  </a:lnTo>
                  <a:lnTo>
                    <a:pt x="3265161" y="378183"/>
                  </a:lnTo>
                  <a:lnTo>
                    <a:pt x="3266233" y="377639"/>
                  </a:lnTo>
                  <a:lnTo>
                    <a:pt x="3267304" y="377095"/>
                  </a:lnTo>
                  <a:lnTo>
                    <a:pt x="3268376" y="376550"/>
                  </a:lnTo>
                  <a:lnTo>
                    <a:pt x="3269447" y="376005"/>
                  </a:lnTo>
                  <a:lnTo>
                    <a:pt x="3270519" y="375459"/>
                  </a:lnTo>
                  <a:lnTo>
                    <a:pt x="3271591" y="374912"/>
                  </a:lnTo>
                  <a:lnTo>
                    <a:pt x="3272662" y="374365"/>
                  </a:lnTo>
                  <a:lnTo>
                    <a:pt x="3273734" y="373817"/>
                  </a:lnTo>
                  <a:lnTo>
                    <a:pt x="3274805" y="373269"/>
                  </a:lnTo>
                  <a:lnTo>
                    <a:pt x="3275877" y="372720"/>
                  </a:lnTo>
                  <a:lnTo>
                    <a:pt x="3276949" y="372171"/>
                  </a:lnTo>
                  <a:lnTo>
                    <a:pt x="3278020" y="371621"/>
                  </a:lnTo>
                  <a:lnTo>
                    <a:pt x="3279092" y="371071"/>
                  </a:lnTo>
                  <a:lnTo>
                    <a:pt x="3280163" y="370520"/>
                  </a:lnTo>
                  <a:lnTo>
                    <a:pt x="3281235" y="369968"/>
                  </a:lnTo>
                  <a:lnTo>
                    <a:pt x="3282307" y="369416"/>
                  </a:lnTo>
                  <a:lnTo>
                    <a:pt x="3283378" y="368863"/>
                  </a:lnTo>
                  <a:lnTo>
                    <a:pt x="3284450" y="368310"/>
                  </a:lnTo>
                  <a:lnTo>
                    <a:pt x="3285521" y="367756"/>
                  </a:lnTo>
                  <a:lnTo>
                    <a:pt x="3286593" y="367202"/>
                  </a:lnTo>
                  <a:lnTo>
                    <a:pt x="3287665" y="366647"/>
                  </a:lnTo>
                  <a:lnTo>
                    <a:pt x="3288736" y="366092"/>
                  </a:lnTo>
                  <a:lnTo>
                    <a:pt x="3289808" y="365536"/>
                  </a:lnTo>
                  <a:lnTo>
                    <a:pt x="3290879" y="364979"/>
                  </a:lnTo>
                  <a:lnTo>
                    <a:pt x="3291951" y="364422"/>
                  </a:lnTo>
                  <a:lnTo>
                    <a:pt x="3293023" y="363865"/>
                  </a:lnTo>
                  <a:lnTo>
                    <a:pt x="3294094" y="363306"/>
                  </a:lnTo>
                  <a:lnTo>
                    <a:pt x="3295166" y="362748"/>
                  </a:lnTo>
                  <a:lnTo>
                    <a:pt x="3296237" y="362188"/>
                  </a:lnTo>
                  <a:lnTo>
                    <a:pt x="3297309" y="361629"/>
                  </a:lnTo>
                  <a:lnTo>
                    <a:pt x="3298381" y="361068"/>
                  </a:lnTo>
                  <a:lnTo>
                    <a:pt x="3299452" y="360507"/>
                  </a:lnTo>
                  <a:lnTo>
                    <a:pt x="3300524" y="359946"/>
                  </a:lnTo>
                  <a:lnTo>
                    <a:pt x="3301595" y="359384"/>
                  </a:lnTo>
                  <a:lnTo>
                    <a:pt x="3302667" y="358821"/>
                  </a:lnTo>
                  <a:lnTo>
                    <a:pt x="3303739" y="358258"/>
                  </a:lnTo>
                  <a:lnTo>
                    <a:pt x="3304810" y="357694"/>
                  </a:lnTo>
                  <a:lnTo>
                    <a:pt x="3305882" y="357130"/>
                  </a:lnTo>
                  <a:lnTo>
                    <a:pt x="3306953" y="356566"/>
                  </a:lnTo>
                  <a:lnTo>
                    <a:pt x="3308025" y="356000"/>
                  </a:lnTo>
                  <a:lnTo>
                    <a:pt x="3309097" y="355434"/>
                  </a:lnTo>
                  <a:lnTo>
                    <a:pt x="3310168" y="354868"/>
                  </a:lnTo>
                  <a:lnTo>
                    <a:pt x="3311240" y="354301"/>
                  </a:lnTo>
                  <a:lnTo>
                    <a:pt x="3312311" y="353734"/>
                  </a:lnTo>
                  <a:lnTo>
                    <a:pt x="3313383" y="353166"/>
                  </a:lnTo>
                  <a:lnTo>
                    <a:pt x="3314455" y="352597"/>
                  </a:lnTo>
                  <a:lnTo>
                    <a:pt x="3315526" y="352028"/>
                  </a:lnTo>
                  <a:lnTo>
                    <a:pt x="3316598" y="351458"/>
                  </a:lnTo>
                  <a:lnTo>
                    <a:pt x="3317669" y="350888"/>
                  </a:lnTo>
                  <a:lnTo>
                    <a:pt x="3318741" y="350317"/>
                  </a:lnTo>
                  <a:lnTo>
                    <a:pt x="3319813" y="349746"/>
                  </a:lnTo>
                  <a:lnTo>
                    <a:pt x="3320884" y="349174"/>
                  </a:lnTo>
                  <a:lnTo>
                    <a:pt x="3321956" y="348602"/>
                  </a:lnTo>
                  <a:lnTo>
                    <a:pt x="3323027" y="348029"/>
                  </a:lnTo>
                  <a:lnTo>
                    <a:pt x="3324099" y="347456"/>
                  </a:lnTo>
                  <a:lnTo>
                    <a:pt x="3325171" y="346882"/>
                  </a:lnTo>
                  <a:lnTo>
                    <a:pt x="3326242" y="346307"/>
                  </a:lnTo>
                  <a:lnTo>
                    <a:pt x="3327314" y="345732"/>
                  </a:lnTo>
                  <a:lnTo>
                    <a:pt x="3328385" y="345156"/>
                  </a:lnTo>
                  <a:lnTo>
                    <a:pt x="3329457" y="344580"/>
                  </a:lnTo>
                  <a:lnTo>
                    <a:pt x="3330529" y="344004"/>
                  </a:lnTo>
                  <a:lnTo>
                    <a:pt x="3331600" y="343426"/>
                  </a:lnTo>
                  <a:lnTo>
                    <a:pt x="3332672" y="342849"/>
                  </a:lnTo>
                  <a:lnTo>
                    <a:pt x="3333743" y="342270"/>
                  </a:lnTo>
                  <a:lnTo>
                    <a:pt x="3334815" y="341691"/>
                  </a:lnTo>
                  <a:lnTo>
                    <a:pt x="3335887" y="341112"/>
                  </a:lnTo>
                  <a:lnTo>
                    <a:pt x="3336958" y="340532"/>
                  </a:lnTo>
                  <a:lnTo>
                    <a:pt x="3338030" y="339952"/>
                  </a:lnTo>
                  <a:lnTo>
                    <a:pt x="3339101" y="339371"/>
                  </a:lnTo>
                  <a:lnTo>
                    <a:pt x="3340173" y="338789"/>
                  </a:lnTo>
                  <a:lnTo>
                    <a:pt x="3341245" y="338207"/>
                  </a:lnTo>
                  <a:lnTo>
                    <a:pt x="3342316" y="337625"/>
                  </a:lnTo>
                  <a:lnTo>
                    <a:pt x="3343388" y="337041"/>
                  </a:lnTo>
                  <a:lnTo>
                    <a:pt x="3344459" y="336458"/>
                  </a:lnTo>
                  <a:lnTo>
                    <a:pt x="3345531" y="335873"/>
                  </a:lnTo>
                  <a:lnTo>
                    <a:pt x="3346603" y="335289"/>
                  </a:lnTo>
                  <a:lnTo>
                    <a:pt x="3347674" y="334703"/>
                  </a:lnTo>
                  <a:lnTo>
                    <a:pt x="3348746" y="334118"/>
                  </a:lnTo>
                  <a:lnTo>
                    <a:pt x="3349817" y="333531"/>
                  </a:lnTo>
                  <a:lnTo>
                    <a:pt x="3350889" y="332944"/>
                  </a:lnTo>
                  <a:lnTo>
                    <a:pt x="3351961" y="332357"/>
                  </a:lnTo>
                  <a:lnTo>
                    <a:pt x="3353032" y="331769"/>
                  </a:lnTo>
                  <a:lnTo>
                    <a:pt x="3354104" y="331180"/>
                  </a:lnTo>
                  <a:lnTo>
                    <a:pt x="3355175" y="330591"/>
                  </a:lnTo>
                  <a:lnTo>
                    <a:pt x="3356247" y="330002"/>
                  </a:lnTo>
                  <a:lnTo>
                    <a:pt x="3357319" y="329412"/>
                  </a:lnTo>
                  <a:lnTo>
                    <a:pt x="3358390" y="328821"/>
                  </a:lnTo>
                  <a:lnTo>
                    <a:pt x="3359462" y="328230"/>
                  </a:lnTo>
                  <a:lnTo>
                    <a:pt x="3360533" y="327638"/>
                  </a:lnTo>
                  <a:lnTo>
                    <a:pt x="3361605" y="327046"/>
                  </a:lnTo>
                  <a:lnTo>
                    <a:pt x="3362677" y="326453"/>
                  </a:lnTo>
                  <a:lnTo>
                    <a:pt x="3363748" y="325860"/>
                  </a:lnTo>
                  <a:lnTo>
                    <a:pt x="3364820" y="325266"/>
                  </a:lnTo>
                  <a:lnTo>
                    <a:pt x="3365891" y="324672"/>
                  </a:lnTo>
                  <a:lnTo>
                    <a:pt x="3366963" y="324077"/>
                  </a:lnTo>
                  <a:lnTo>
                    <a:pt x="3368035" y="323482"/>
                  </a:lnTo>
                  <a:lnTo>
                    <a:pt x="3369106" y="322886"/>
                  </a:lnTo>
                  <a:lnTo>
                    <a:pt x="3370178" y="322289"/>
                  </a:lnTo>
                  <a:lnTo>
                    <a:pt x="3371249" y="321692"/>
                  </a:lnTo>
                  <a:lnTo>
                    <a:pt x="3372321" y="321095"/>
                  </a:lnTo>
                  <a:lnTo>
                    <a:pt x="3373392" y="320497"/>
                  </a:lnTo>
                  <a:lnTo>
                    <a:pt x="3374464" y="319898"/>
                  </a:lnTo>
                  <a:lnTo>
                    <a:pt x="3375536" y="319299"/>
                  </a:lnTo>
                  <a:lnTo>
                    <a:pt x="3376607" y="318699"/>
                  </a:lnTo>
                  <a:lnTo>
                    <a:pt x="3377679" y="318099"/>
                  </a:lnTo>
                  <a:lnTo>
                    <a:pt x="3378750" y="317498"/>
                  </a:lnTo>
                  <a:lnTo>
                    <a:pt x="3379822" y="316897"/>
                  </a:lnTo>
                  <a:lnTo>
                    <a:pt x="3380894" y="316295"/>
                  </a:lnTo>
                  <a:lnTo>
                    <a:pt x="3381965" y="315693"/>
                  </a:lnTo>
                  <a:lnTo>
                    <a:pt x="3383037" y="315090"/>
                  </a:lnTo>
                  <a:lnTo>
                    <a:pt x="3384108" y="314487"/>
                  </a:lnTo>
                  <a:lnTo>
                    <a:pt x="3385180" y="313883"/>
                  </a:lnTo>
                  <a:lnTo>
                    <a:pt x="3386252" y="313279"/>
                  </a:lnTo>
                  <a:lnTo>
                    <a:pt x="3387323" y="312674"/>
                  </a:lnTo>
                  <a:lnTo>
                    <a:pt x="3388395" y="312068"/>
                  </a:lnTo>
                  <a:lnTo>
                    <a:pt x="3389466" y="311462"/>
                  </a:lnTo>
                  <a:lnTo>
                    <a:pt x="3390538" y="310856"/>
                  </a:lnTo>
                  <a:lnTo>
                    <a:pt x="3391610" y="310249"/>
                  </a:lnTo>
                  <a:lnTo>
                    <a:pt x="3392681" y="309641"/>
                  </a:lnTo>
                  <a:lnTo>
                    <a:pt x="3393753" y="309033"/>
                  </a:lnTo>
                  <a:lnTo>
                    <a:pt x="3394824" y="308425"/>
                  </a:lnTo>
                  <a:lnTo>
                    <a:pt x="3395896" y="307816"/>
                  </a:lnTo>
                  <a:lnTo>
                    <a:pt x="3396968" y="307206"/>
                  </a:lnTo>
                  <a:lnTo>
                    <a:pt x="3398039" y="306596"/>
                  </a:lnTo>
                  <a:lnTo>
                    <a:pt x="3399111" y="305985"/>
                  </a:lnTo>
                  <a:lnTo>
                    <a:pt x="3400182" y="305374"/>
                  </a:lnTo>
                  <a:lnTo>
                    <a:pt x="3401254" y="304762"/>
                  </a:lnTo>
                  <a:lnTo>
                    <a:pt x="3402326" y="304150"/>
                  </a:lnTo>
                  <a:lnTo>
                    <a:pt x="3403397" y="303537"/>
                  </a:lnTo>
                  <a:lnTo>
                    <a:pt x="3404469" y="302924"/>
                  </a:lnTo>
                  <a:lnTo>
                    <a:pt x="3405540" y="302310"/>
                  </a:lnTo>
                  <a:lnTo>
                    <a:pt x="3406612" y="301696"/>
                  </a:lnTo>
                  <a:lnTo>
                    <a:pt x="3407684" y="301081"/>
                  </a:lnTo>
                  <a:lnTo>
                    <a:pt x="3408755" y="300466"/>
                  </a:lnTo>
                  <a:lnTo>
                    <a:pt x="3409827" y="299850"/>
                  </a:lnTo>
                  <a:lnTo>
                    <a:pt x="3410898" y="299233"/>
                  </a:lnTo>
                  <a:lnTo>
                    <a:pt x="3411970" y="298616"/>
                  </a:lnTo>
                  <a:lnTo>
                    <a:pt x="3413042" y="297999"/>
                  </a:lnTo>
                  <a:lnTo>
                    <a:pt x="3414113" y="297381"/>
                  </a:lnTo>
                  <a:lnTo>
                    <a:pt x="3415185" y="296762"/>
                  </a:lnTo>
                  <a:lnTo>
                    <a:pt x="3416256" y="296143"/>
                  </a:lnTo>
                  <a:lnTo>
                    <a:pt x="3417328" y="295524"/>
                  </a:lnTo>
                  <a:lnTo>
                    <a:pt x="3418400" y="294904"/>
                  </a:lnTo>
                  <a:lnTo>
                    <a:pt x="3419471" y="294283"/>
                  </a:lnTo>
                  <a:lnTo>
                    <a:pt x="3420543" y="293662"/>
                  </a:lnTo>
                  <a:lnTo>
                    <a:pt x="3421614" y="293041"/>
                  </a:lnTo>
                  <a:lnTo>
                    <a:pt x="3422686" y="292418"/>
                  </a:lnTo>
                  <a:lnTo>
                    <a:pt x="3423758" y="291796"/>
                  </a:lnTo>
                  <a:lnTo>
                    <a:pt x="3424829" y="291173"/>
                  </a:lnTo>
                  <a:lnTo>
                    <a:pt x="3425901" y="290549"/>
                  </a:lnTo>
                  <a:lnTo>
                    <a:pt x="3426972" y="289925"/>
                  </a:lnTo>
                  <a:lnTo>
                    <a:pt x="3428044" y="289300"/>
                  </a:lnTo>
                  <a:lnTo>
                    <a:pt x="3429116" y="288675"/>
                  </a:lnTo>
                  <a:lnTo>
                    <a:pt x="3430187" y="288049"/>
                  </a:lnTo>
                  <a:lnTo>
                    <a:pt x="3431259" y="287423"/>
                  </a:lnTo>
                  <a:lnTo>
                    <a:pt x="3432330" y="286796"/>
                  </a:lnTo>
                  <a:lnTo>
                    <a:pt x="3433402" y="286169"/>
                  </a:lnTo>
                  <a:lnTo>
                    <a:pt x="3434474" y="285541"/>
                  </a:lnTo>
                  <a:lnTo>
                    <a:pt x="3435545" y="284913"/>
                  </a:lnTo>
                  <a:lnTo>
                    <a:pt x="3436617" y="284284"/>
                  </a:lnTo>
                  <a:lnTo>
                    <a:pt x="3437688" y="283655"/>
                  </a:lnTo>
                  <a:lnTo>
                    <a:pt x="3438760" y="283025"/>
                  </a:lnTo>
                  <a:lnTo>
                    <a:pt x="3439832" y="282394"/>
                  </a:lnTo>
                  <a:lnTo>
                    <a:pt x="3440903" y="281763"/>
                  </a:lnTo>
                  <a:lnTo>
                    <a:pt x="3441975" y="281132"/>
                  </a:lnTo>
                  <a:lnTo>
                    <a:pt x="3443046" y="280500"/>
                  </a:lnTo>
                  <a:lnTo>
                    <a:pt x="3444118" y="279868"/>
                  </a:lnTo>
                  <a:lnTo>
                    <a:pt x="3445190" y="279235"/>
                  </a:lnTo>
                  <a:lnTo>
                    <a:pt x="3446261" y="278601"/>
                  </a:lnTo>
                  <a:lnTo>
                    <a:pt x="3447333" y="277967"/>
                  </a:lnTo>
                  <a:lnTo>
                    <a:pt x="3448404" y="277333"/>
                  </a:lnTo>
                  <a:lnTo>
                    <a:pt x="3449476" y="276698"/>
                  </a:lnTo>
                  <a:lnTo>
                    <a:pt x="3450548" y="276063"/>
                  </a:lnTo>
                  <a:lnTo>
                    <a:pt x="3451619" y="275427"/>
                  </a:lnTo>
                  <a:lnTo>
                    <a:pt x="3452691" y="274790"/>
                  </a:lnTo>
                  <a:lnTo>
                    <a:pt x="3453762" y="274153"/>
                  </a:lnTo>
                  <a:lnTo>
                    <a:pt x="3454834" y="273515"/>
                  </a:lnTo>
                  <a:lnTo>
                    <a:pt x="3455906" y="272877"/>
                  </a:lnTo>
                  <a:lnTo>
                    <a:pt x="3456977" y="272239"/>
                  </a:lnTo>
                  <a:lnTo>
                    <a:pt x="3458049" y="271600"/>
                  </a:lnTo>
                  <a:lnTo>
                    <a:pt x="3459120" y="270960"/>
                  </a:lnTo>
                  <a:lnTo>
                    <a:pt x="3460192" y="270320"/>
                  </a:lnTo>
                  <a:lnTo>
                    <a:pt x="3461264" y="269680"/>
                  </a:lnTo>
                  <a:lnTo>
                    <a:pt x="3462335" y="269038"/>
                  </a:lnTo>
                  <a:lnTo>
                    <a:pt x="3463407" y="268397"/>
                  </a:lnTo>
                  <a:lnTo>
                    <a:pt x="3464478" y="267755"/>
                  </a:lnTo>
                  <a:lnTo>
                    <a:pt x="3465550" y="267112"/>
                  </a:lnTo>
                  <a:lnTo>
                    <a:pt x="3466622" y="266469"/>
                  </a:lnTo>
                  <a:lnTo>
                    <a:pt x="3467693" y="265825"/>
                  </a:lnTo>
                  <a:lnTo>
                    <a:pt x="3468765" y="265181"/>
                  </a:lnTo>
                  <a:lnTo>
                    <a:pt x="3469836" y="264537"/>
                  </a:lnTo>
                  <a:lnTo>
                    <a:pt x="3470908" y="263891"/>
                  </a:lnTo>
                  <a:lnTo>
                    <a:pt x="3471980" y="263246"/>
                  </a:lnTo>
                  <a:lnTo>
                    <a:pt x="3473051" y="262600"/>
                  </a:lnTo>
                  <a:lnTo>
                    <a:pt x="3474123" y="261953"/>
                  </a:lnTo>
                  <a:lnTo>
                    <a:pt x="3475194" y="261306"/>
                  </a:lnTo>
                  <a:lnTo>
                    <a:pt x="3476266" y="260658"/>
                  </a:lnTo>
                  <a:lnTo>
                    <a:pt x="3477338" y="260010"/>
                  </a:lnTo>
                  <a:lnTo>
                    <a:pt x="3478409" y="259361"/>
                  </a:lnTo>
                  <a:lnTo>
                    <a:pt x="3479481" y="258712"/>
                  </a:lnTo>
                  <a:lnTo>
                    <a:pt x="3480552" y="258062"/>
                  </a:lnTo>
                  <a:lnTo>
                    <a:pt x="3481624" y="257412"/>
                  </a:lnTo>
                  <a:lnTo>
                    <a:pt x="3482696" y="256761"/>
                  </a:lnTo>
                  <a:lnTo>
                    <a:pt x="3483767" y="256110"/>
                  </a:lnTo>
                  <a:lnTo>
                    <a:pt x="3484839" y="255458"/>
                  </a:lnTo>
                  <a:lnTo>
                    <a:pt x="3485910" y="254806"/>
                  </a:lnTo>
                  <a:lnTo>
                    <a:pt x="3486982" y="254153"/>
                  </a:lnTo>
                  <a:lnTo>
                    <a:pt x="3488054" y="253500"/>
                  </a:lnTo>
                  <a:lnTo>
                    <a:pt x="3489125" y="252846"/>
                  </a:lnTo>
                  <a:lnTo>
                    <a:pt x="3490197" y="252192"/>
                  </a:lnTo>
                  <a:lnTo>
                    <a:pt x="3491268" y="251537"/>
                  </a:lnTo>
                  <a:lnTo>
                    <a:pt x="3492340" y="250882"/>
                  </a:lnTo>
                  <a:lnTo>
                    <a:pt x="3493412" y="250226"/>
                  </a:lnTo>
                  <a:lnTo>
                    <a:pt x="3494483" y="249570"/>
                  </a:lnTo>
                  <a:lnTo>
                    <a:pt x="3495555" y="248913"/>
                  </a:lnTo>
                  <a:lnTo>
                    <a:pt x="3496626" y="248256"/>
                  </a:lnTo>
                  <a:lnTo>
                    <a:pt x="3497698" y="247598"/>
                  </a:lnTo>
                  <a:lnTo>
                    <a:pt x="3498770" y="246940"/>
                  </a:lnTo>
                  <a:lnTo>
                    <a:pt x="3499841" y="246281"/>
                  </a:lnTo>
                  <a:lnTo>
                    <a:pt x="3500913" y="245622"/>
                  </a:lnTo>
                  <a:lnTo>
                    <a:pt x="3501984" y="244962"/>
                  </a:lnTo>
                  <a:lnTo>
                    <a:pt x="3503056" y="244302"/>
                  </a:lnTo>
                  <a:lnTo>
                    <a:pt x="3504128" y="243641"/>
                  </a:lnTo>
                  <a:lnTo>
                    <a:pt x="3505199" y="242980"/>
                  </a:lnTo>
                  <a:lnTo>
                    <a:pt x="3506271" y="242318"/>
                  </a:lnTo>
                  <a:lnTo>
                    <a:pt x="3507342" y="241656"/>
                  </a:lnTo>
                  <a:lnTo>
                    <a:pt x="3508414" y="240993"/>
                  </a:lnTo>
                  <a:lnTo>
                    <a:pt x="3509486" y="240330"/>
                  </a:lnTo>
                  <a:lnTo>
                    <a:pt x="3510557" y="239666"/>
                  </a:lnTo>
                  <a:lnTo>
                    <a:pt x="3511629" y="239002"/>
                  </a:lnTo>
                  <a:lnTo>
                    <a:pt x="3512700" y="238337"/>
                  </a:lnTo>
                  <a:lnTo>
                    <a:pt x="3513772" y="237672"/>
                  </a:lnTo>
                  <a:lnTo>
                    <a:pt x="3514844" y="237006"/>
                  </a:lnTo>
                  <a:lnTo>
                    <a:pt x="3515915" y="236340"/>
                  </a:lnTo>
                  <a:lnTo>
                    <a:pt x="3516987" y="235673"/>
                  </a:lnTo>
                  <a:lnTo>
                    <a:pt x="3518058" y="235006"/>
                  </a:lnTo>
                  <a:lnTo>
                    <a:pt x="3519130" y="234338"/>
                  </a:lnTo>
                  <a:lnTo>
                    <a:pt x="3520202" y="233670"/>
                  </a:lnTo>
                  <a:lnTo>
                    <a:pt x="3521273" y="233001"/>
                  </a:lnTo>
                  <a:lnTo>
                    <a:pt x="3522345" y="232332"/>
                  </a:lnTo>
                  <a:lnTo>
                    <a:pt x="3523416" y="231662"/>
                  </a:lnTo>
                  <a:lnTo>
                    <a:pt x="3524488" y="230992"/>
                  </a:lnTo>
                  <a:lnTo>
                    <a:pt x="3525560" y="230321"/>
                  </a:lnTo>
                  <a:lnTo>
                    <a:pt x="3526631" y="229650"/>
                  </a:lnTo>
                  <a:lnTo>
                    <a:pt x="3527703" y="228978"/>
                  </a:lnTo>
                  <a:lnTo>
                    <a:pt x="3528774" y="228306"/>
                  </a:lnTo>
                  <a:lnTo>
                    <a:pt x="3529846" y="227633"/>
                  </a:lnTo>
                  <a:lnTo>
                    <a:pt x="3530918" y="226960"/>
                  </a:lnTo>
                  <a:lnTo>
                    <a:pt x="3531989" y="226286"/>
                  </a:lnTo>
                  <a:lnTo>
                    <a:pt x="3533061" y="225612"/>
                  </a:lnTo>
                  <a:lnTo>
                    <a:pt x="3534132" y="224937"/>
                  </a:lnTo>
                  <a:lnTo>
                    <a:pt x="3535204" y="224262"/>
                  </a:lnTo>
                  <a:lnTo>
                    <a:pt x="3536276" y="223586"/>
                  </a:lnTo>
                  <a:lnTo>
                    <a:pt x="3537347" y="222910"/>
                  </a:lnTo>
                  <a:lnTo>
                    <a:pt x="3538419" y="222233"/>
                  </a:lnTo>
                  <a:lnTo>
                    <a:pt x="3539490" y="221556"/>
                  </a:lnTo>
                  <a:lnTo>
                    <a:pt x="3540562" y="220879"/>
                  </a:lnTo>
                  <a:lnTo>
                    <a:pt x="3541634" y="220200"/>
                  </a:lnTo>
                  <a:lnTo>
                    <a:pt x="3542705" y="219522"/>
                  </a:lnTo>
                  <a:lnTo>
                    <a:pt x="3543777" y="218843"/>
                  </a:lnTo>
                  <a:lnTo>
                    <a:pt x="3544848" y="218163"/>
                  </a:lnTo>
                  <a:lnTo>
                    <a:pt x="3545920" y="217483"/>
                  </a:lnTo>
                  <a:lnTo>
                    <a:pt x="3546992" y="216802"/>
                  </a:lnTo>
                  <a:lnTo>
                    <a:pt x="3548063" y="216121"/>
                  </a:lnTo>
                  <a:lnTo>
                    <a:pt x="3549135" y="215439"/>
                  </a:lnTo>
                  <a:lnTo>
                    <a:pt x="3550206" y="214757"/>
                  </a:lnTo>
                  <a:lnTo>
                    <a:pt x="3551278" y="214075"/>
                  </a:lnTo>
                  <a:lnTo>
                    <a:pt x="3552349" y="213392"/>
                  </a:lnTo>
                  <a:lnTo>
                    <a:pt x="3553421" y="212708"/>
                  </a:lnTo>
                  <a:lnTo>
                    <a:pt x="3554493" y="212024"/>
                  </a:lnTo>
                  <a:lnTo>
                    <a:pt x="3555564" y="211339"/>
                  </a:lnTo>
                  <a:lnTo>
                    <a:pt x="3556636" y="210654"/>
                  </a:lnTo>
                  <a:lnTo>
                    <a:pt x="3557707" y="209969"/>
                  </a:lnTo>
                  <a:lnTo>
                    <a:pt x="3558779" y="209283"/>
                  </a:lnTo>
                  <a:lnTo>
                    <a:pt x="3559851" y="208596"/>
                  </a:lnTo>
                  <a:lnTo>
                    <a:pt x="3560922" y="207909"/>
                  </a:lnTo>
                  <a:lnTo>
                    <a:pt x="3561994" y="207222"/>
                  </a:lnTo>
                  <a:lnTo>
                    <a:pt x="3563065" y="206534"/>
                  </a:lnTo>
                  <a:lnTo>
                    <a:pt x="3564137" y="205845"/>
                  </a:lnTo>
                  <a:lnTo>
                    <a:pt x="3565209" y="205156"/>
                  </a:lnTo>
                  <a:lnTo>
                    <a:pt x="3566280" y="204467"/>
                  </a:lnTo>
                  <a:lnTo>
                    <a:pt x="3567352" y="203777"/>
                  </a:lnTo>
                  <a:lnTo>
                    <a:pt x="3568423" y="203086"/>
                  </a:lnTo>
                  <a:lnTo>
                    <a:pt x="3569495" y="202395"/>
                  </a:lnTo>
                  <a:lnTo>
                    <a:pt x="3570567" y="201704"/>
                  </a:lnTo>
                  <a:lnTo>
                    <a:pt x="3571638" y="201012"/>
                  </a:lnTo>
                  <a:lnTo>
                    <a:pt x="3572710" y="200319"/>
                  </a:lnTo>
                  <a:lnTo>
                    <a:pt x="3573781" y="199627"/>
                  </a:lnTo>
                  <a:lnTo>
                    <a:pt x="3574853" y="198933"/>
                  </a:lnTo>
                  <a:lnTo>
                    <a:pt x="3575925" y="198239"/>
                  </a:lnTo>
                  <a:lnTo>
                    <a:pt x="3576996" y="197545"/>
                  </a:lnTo>
                  <a:lnTo>
                    <a:pt x="3578068" y="196850"/>
                  </a:lnTo>
                  <a:lnTo>
                    <a:pt x="3579139" y="196155"/>
                  </a:lnTo>
                  <a:lnTo>
                    <a:pt x="3580211" y="195459"/>
                  </a:lnTo>
                  <a:lnTo>
                    <a:pt x="3581283" y="194763"/>
                  </a:lnTo>
                  <a:lnTo>
                    <a:pt x="3582354" y="194066"/>
                  </a:lnTo>
                  <a:lnTo>
                    <a:pt x="3583426" y="193368"/>
                  </a:lnTo>
                  <a:lnTo>
                    <a:pt x="3584497" y="192671"/>
                  </a:lnTo>
                  <a:lnTo>
                    <a:pt x="3585569" y="191972"/>
                  </a:lnTo>
                  <a:lnTo>
                    <a:pt x="3586641" y="191274"/>
                  </a:lnTo>
                  <a:lnTo>
                    <a:pt x="3587712" y="190574"/>
                  </a:lnTo>
                  <a:lnTo>
                    <a:pt x="3588784" y="189875"/>
                  </a:lnTo>
                  <a:lnTo>
                    <a:pt x="3589855" y="189175"/>
                  </a:lnTo>
                  <a:lnTo>
                    <a:pt x="3590927" y="188474"/>
                  </a:lnTo>
                  <a:lnTo>
                    <a:pt x="3591999" y="187773"/>
                  </a:lnTo>
                  <a:lnTo>
                    <a:pt x="3593070" y="187071"/>
                  </a:lnTo>
                  <a:lnTo>
                    <a:pt x="3594142" y="186369"/>
                  </a:lnTo>
                  <a:lnTo>
                    <a:pt x="3595213" y="185666"/>
                  </a:lnTo>
                  <a:lnTo>
                    <a:pt x="3596285" y="184963"/>
                  </a:lnTo>
                  <a:lnTo>
                    <a:pt x="3597357" y="184259"/>
                  </a:lnTo>
                  <a:lnTo>
                    <a:pt x="3598428" y="183555"/>
                  </a:lnTo>
                  <a:lnTo>
                    <a:pt x="3599500" y="182851"/>
                  </a:lnTo>
                  <a:lnTo>
                    <a:pt x="3600571" y="182146"/>
                  </a:lnTo>
                  <a:lnTo>
                    <a:pt x="3601643" y="181440"/>
                  </a:lnTo>
                  <a:lnTo>
                    <a:pt x="3602715" y="180734"/>
                  </a:lnTo>
                  <a:lnTo>
                    <a:pt x="3603786" y="180028"/>
                  </a:lnTo>
                  <a:lnTo>
                    <a:pt x="3604858" y="179321"/>
                  </a:lnTo>
                  <a:lnTo>
                    <a:pt x="3605929" y="178613"/>
                  </a:lnTo>
                  <a:lnTo>
                    <a:pt x="3607001" y="177905"/>
                  </a:lnTo>
                  <a:lnTo>
                    <a:pt x="3608073" y="177197"/>
                  </a:lnTo>
                  <a:lnTo>
                    <a:pt x="3609144" y="176488"/>
                  </a:lnTo>
                  <a:lnTo>
                    <a:pt x="3610216" y="175778"/>
                  </a:lnTo>
                  <a:lnTo>
                    <a:pt x="3611287" y="175068"/>
                  </a:lnTo>
                  <a:lnTo>
                    <a:pt x="3612359" y="174358"/>
                  </a:lnTo>
                  <a:lnTo>
                    <a:pt x="3613431" y="173647"/>
                  </a:lnTo>
                  <a:lnTo>
                    <a:pt x="3614502" y="172936"/>
                  </a:lnTo>
                  <a:lnTo>
                    <a:pt x="3615574" y="172224"/>
                  </a:lnTo>
                  <a:lnTo>
                    <a:pt x="3616645" y="171512"/>
                  </a:lnTo>
                  <a:lnTo>
                    <a:pt x="3617717" y="170799"/>
                  </a:lnTo>
                  <a:lnTo>
                    <a:pt x="3618789" y="170086"/>
                  </a:lnTo>
                  <a:lnTo>
                    <a:pt x="3619860" y="169372"/>
                  </a:lnTo>
                  <a:lnTo>
                    <a:pt x="3620932" y="168657"/>
                  </a:lnTo>
                  <a:lnTo>
                    <a:pt x="3622003" y="167943"/>
                  </a:lnTo>
                  <a:lnTo>
                    <a:pt x="3623075" y="167228"/>
                  </a:lnTo>
                  <a:lnTo>
                    <a:pt x="3624147" y="166512"/>
                  </a:lnTo>
                  <a:lnTo>
                    <a:pt x="3625218" y="165796"/>
                  </a:lnTo>
                  <a:lnTo>
                    <a:pt x="3626290" y="165079"/>
                  </a:lnTo>
                  <a:lnTo>
                    <a:pt x="3627361" y="164362"/>
                  </a:lnTo>
                  <a:lnTo>
                    <a:pt x="3628433" y="163644"/>
                  </a:lnTo>
                  <a:lnTo>
                    <a:pt x="3629505" y="162926"/>
                  </a:lnTo>
                  <a:lnTo>
                    <a:pt x="3630576" y="162208"/>
                  </a:lnTo>
                  <a:lnTo>
                    <a:pt x="3631648" y="161488"/>
                  </a:lnTo>
                  <a:lnTo>
                    <a:pt x="3632719" y="160769"/>
                  </a:lnTo>
                  <a:lnTo>
                    <a:pt x="3633791" y="160049"/>
                  </a:lnTo>
                  <a:lnTo>
                    <a:pt x="3634863" y="159328"/>
                  </a:lnTo>
                  <a:lnTo>
                    <a:pt x="3635934" y="158607"/>
                  </a:lnTo>
                  <a:lnTo>
                    <a:pt x="3637006" y="157886"/>
                  </a:lnTo>
                  <a:lnTo>
                    <a:pt x="3638077" y="157164"/>
                  </a:lnTo>
                  <a:lnTo>
                    <a:pt x="3639149" y="156442"/>
                  </a:lnTo>
                  <a:lnTo>
                    <a:pt x="3640221" y="155719"/>
                  </a:lnTo>
                  <a:lnTo>
                    <a:pt x="3641292" y="154995"/>
                  </a:lnTo>
                  <a:lnTo>
                    <a:pt x="3642364" y="154271"/>
                  </a:lnTo>
                  <a:lnTo>
                    <a:pt x="3643435" y="153547"/>
                  </a:lnTo>
                  <a:lnTo>
                    <a:pt x="3644507" y="152822"/>
                  </a:lnTo>
                  <a:lnTo>
                    <a:pt x="3645579" y="152097"/>
                  </a:lnTo>
                  <a:lnTo>
                    <a:pt x="3646650" y="151371"/>
                  </a:lnTo>
                  <a:lnTo>
                    <a:pt x="3647722" y="150645"/>
                  </a:lnTo>
                  <a:lnTo>
                    <a:pt x="3648793" y="149918"/>
                  </a:lnTo>
                  <a:lnTo>
                    <a:pt x="3649865" y="149191"/>
                  </a:lnTo>
                  <a:lnTo>
                    <a:pt x="3650937" y="148463"/>
                  </a:lnTo>
                  <a:lnTo>
                    <a:pt x="3652008" y="147735"/>
                  </a:lnTo>
                  <a:lnTo>
                    <a:pt x="3653080" y="147006"/>
                  </a:lnTo>
                  <a:lnTo>
                    <a:pt x="3654151" y="146277"/>
                  </a:lnTo>
                  <a:lnTo>
                    <a:pt x="3655223" y="145548"/>
                  </a:lnTo>
                  <a:lnTo>
                    <a:pt x="3656295" y="144818"/>
                  </a:lnTo>
                  <a:lnTo>
                    <a:pt x="3657366" y="144087"/>
                  </a:lnTo>
                  <a:lnTo>
                    <a:pt x="3658438" y="143356"/>
                  </a:lnTo>
                  <a:lnTo>
                    <a:pt x="3659509" y="142625"/>
                  </a:lnTo>
                  <a:lnTo>
                    <a:pt x="3660581" y="141893"/>
                  </a:lnTo>
                  <a:lnTo>
                    <a:pt x="3661653" y="141160"/>
                  </a:lnTo>
                  <a:lnTo>
                    <a:pt x="3662724" y="140427"/>
                  </a:lnTo>
                  <a:lnTo>
                    <a:pt x="3663796" y="139694"/>
                  </a:lnTo>
                  <a:lnTo>
                    <a:pt x="3664867" y="138960"/>
                  </a:lnTo>
                  <a:lnTo>
                    <a:pt x="3665939" y="138225"/>
                  </a:lnTo>
                  <a:lnTo>
                    <a:pt x="3667011" y="137491"/>
                  </a:lnTo>
                  <a:lnTo>
                    <a:pt x="3668082" y="136755"/>
                  </a:lnTo>
                  <a:lnTo>
                    <a:pt x="3669154" y="136019"/>
                  </a:lnTo>
                  <a:lnTo>
                    <a:pt x="3670225" y="135283"/>
                  </a:lnTo>
                  <a:lnTo>
                    <a:pt x="3671297" y="134546"/>
                  </a:lnTo>
                  <a:lnTo>
                    <a:pt x="3672369" y="133809"/>
                  </a:lnTo>
                  <a:lnTo>
                    <a:pt x="3673440" y="133071"/>
                  </a:lnTo>
                  <a:lnTo>
                    <a:pt x="3674512" y="132333"/>
                  </a:lnTo>
                  <a:lnTo>
                    <a:pt x="3675583" y="131595"/>
                  </a:lnTo>
                  <a:lnTo>
                    <a:pt x="3676655" y="130855"/>
                  </a:lnTo>
                  <a:lnTo>
                    <a:pt x="3677727" y="130116"/>
                  </a:lnTo>
                  <a:lnTo>
                    <a:pt x="3678798" y="129376"/>
                  </a:lnTo>
                  <a:lnTo>
                    <a:pt x="3679870" y="128635"/>
                  </a:lnTo>
                  <a:lnTo>
                    <a:pt x="3680941" y="127894"/>
                  </a:lnTo>
                  <a:lnTo>
                    <a:pt x="3682013" y="127153"/>
                  </a:lnTo>
                  <a:lnTo>
                    <a:pt x="3683085" y="126411"/>
                  </a:lnTo>
                  <a:lnTo>
                    <a:pt x="3684156" y="125668"/>
                  </a:lnTo>
                  <a:lnTo>
                    <a:pt x="3685228" y="124925"/>
                  </a:lnTo>
                  <a:lnTo>
                    <a:pt x="3686299" y="124182"/>
                  </a:lnTo>
                  <a:lnTo>
                    <a:pt x="3687371" y="123438"/>
                  </a:lnTo>
                  <a:lnTo>
                    <a:pt x="3688443" y="122694"/>
                  </a:lnTo>
                  <a:lnTo>
                    <a:pt x="3689514" y="121949"/>
                  </a:lnTo>
                  <a:lnTo>
                    <a:pt x="3690586" y="121203"/>
                  </a:lnTo>
                  <a:lnTo>
                    <a:pt x="3691657" y="120458"/>
                  </a:lnTo>
                  <a:lnTo>
                    <a:pt x="3692729" y="119711"/>
                  </a:lnTo>
                  <a:lnTo>
                    <a:pt x="3693801" y="118965"/>
                  </a:lnTo>
                  <a:lnTo>
                    <a:pt x="3694872" y="118217"/>
                  </a:lnTo>
                  <a:lnTo>
                    <a:pt x="3695944" y="117470"/>
                  </a:lnTo>
                  <a:lnTo>
                    <a:pt x="3697015" y="116722"/>
                  </a:lnTo>
                  <a:lnTo>
                    <a:pt x="3698087" y="115973"/>
                  </a:lnTo>
                  <a:lnTo>
                    <a:pt x="3699159" y="115224"/>
                  </a:lnTo>
                  <a:lnTo>
                    <a:pt x="3700230" y="114474"/>
                  </a:lnTo>
                  <a:lnTo>
                    <a:pt x="3701302" y="113724"/>
                  </a:lnTo>
                  <a:lnTo>
                    <a:pt x="3702373" y="112974"/>
                  </a:lnTo>
                  <a:lnTo>
                    <a:pt x="3703445" y="112223"/>
                  </a:lnTo>
                  <a:lnTo>
                    <a:pt x="3704517" y="111471"/>
                  </a:lnTo>
                  <a:lnTo>
                    <a:pt x="3705588" y="110719"/>
                  </a:lnTo>
                  <a:lnTo>
                    <a:pt x="3706660" y="109967"/>
                  </a:lnTo>
                  <a:lnTo>
                    <a:pt x="3707731" y="109214"/>
                  </a:lnTo>
                  <a:lnTo>
                    <a:pt x="3708803" y="108461"/>
                  </a:lnTo>
                  <a:lnTo>
                    <a:pt x="3709875" y="107707"/>
                  </a:lnTo>
                  <a:lnTo>
                    <a:pt x="3710946" y="106953"/>
                  </a:lnTo>
                  <a:lnTo>
                    <a:pt x="3712018" y="106198"/>
                  </a:lnTo>
                  <a:lnTo>
                    <a:pt x="3713089" y="105443"/>
                  </a:lnTo>
                  <a:lnTo>
                    <a:pt x="3714161" y="104687"/>
                  </a:lnTo>
                  <a:lnTo>
                    <a:pt x="3715233" y="103931"/>
                  </a:lnTo>
                  <a:lnTo>
                    <a:pt x="3716304" y="103174"/>
                  </a:lnTo>
                  <a:lnTo>
                    <a:pt x="3717376" y="102417"/>
                  </a:lnTo>
                  <a:lnTo>
                    <a:pt x="3718447" y="101659"/>
                  </a:lnTo>
                  <a:lnTo>
                    <a:pt x="3719519" y="100901"/>
                  </a:lnTo>
                  <a:lnTo>
                    <a:pt x="3720591" y="100143"/>
                  </a:lnTo>
                  <a:lnTo>
                    <a:pt x="3721662" y="99384"/>
                  </a:lnTo>
                  <a:lnTo>
                    <a:pt x="3722734" y="98624"/>
                  </a:lnTo>
                  <a:lnTo>
                    <a:pt x="3723805" y="97864"/>
                  </a:lnTo>
                  <a:lnTo>
                    <a:pt x="3724877" y="97104"/>
                  </a:lnTo>
                  <a:lnTo>
                    <a:pt x="3725949" y="96343"/>
                  </a:lnTo>
                  <a:lnTo>
                    <a:pt x="3727020" y="95581"/>
                  </a:lnTo>
                  <a:lnTo>
                    <a:pt x="3728092" y="94820"/>
                  </a:lnTo>
                  <a:lnTo>
                    <a:pt x="3729163" y="94057"/>
                  </a:lnTo>
                  <a:lnTo>
                    <a:pt x="3730235" y="93294"/>
                  </a:lnTo>
                  <a:lnTo>
                    <a:pt x="3731306" y="92531"/>
                  </a:lnTo>
                  <a:lnTo>
                    <a:pt x="3732378" y="91767"/>
                  </a:lnTo>
                  <a:lnTo>
                    <a:pt x="3733450" y="91003"/>
                  </a:lnTo>
                  <a:lnTo>
                    <a:pt x="3734521" y="90239"/>
                  </a:lnTo>
                  <a:lnTo>
                    <a:pt x="3735593" y="89473"/>
                  </a:lnTo>
                  <a:lnTo>
                    <a:pt x="3736664" y="88708"/>
                  </a:lnTo>
                  <a:lnTo>
                    <a:pt x="3737736" y="87942"/>
                  </a:lnTo>
                  <a:lnTo>
                    <a:pt x="3738808" y="87175"/>
                  </a:lnTo>
                  <a:lnTo>
                    <a:pt x="3739879" y="86408"/>
                  </a:lnTo>
                  <a:lnTo>
                    <a:pt x="3740951" y="85641"/>
                  </a:lnTo>
                  <a:lnTo>
                    <a:pt x="3742022" y="84873"/>
                  </a:lnTo>
                  <a:lnTo>
                    <a:pt x="3743094" y="84104"/>
                  </a:lnTo>
                  <a:lnTo>
                    <a:pt x="3744166" y="83335"/>
                  </a:lnTo>
                  <a:lnTo>
                    <a:pt x="3745237" y="82566"/>
                  </a:lnTo>
                  <a:lnTo>
                    <a:pt x="3746309" y="81796"/>
                  </a:lnTo>
                  <a:lnTo>
                    <a:pt x="3747380" y="81026"/>
                  </a:lnTo>
                  <a:lnTo>
                    <a:pt x="3748452" y="80255"/>
                  </a:lnTo>
                  <a:lnTo>
                    <a:pt x="3749524" y="79484"/>
                  </a:lnTo>
                  <a:lnTo>
                    <a:pt x="3750595" y="78712"/>
                  </a:lnTo>
                  <a:lnTo>
                    <a:pt x="3751667" y="77940"/>
                  </a:lnTo>
                  <a:lnTo>
                    <a:pt x="3752738" y="77167"/>
                  </a:lnTo>
                  <a:lnTo>
                    <a:pt x="3753810" y="76394"/>
                  </a:lnTo>
                  <a:lnTo>
                    <a:pt x="3754882" y="75621"/>
                  </a:lnTo>
                  <a:lnTo>
                    <a:pt x="3755953" y="74846"/>
                  </a:lnTo>
                  <a:lnTo>
                    <a:pt x="3757025" y="74072"/>
                  </a:lnTo>
                  <a:lnTo>
                    <a:pt x="3758096" y="73297"/>
                  </a:lnTo>
                  <a:lnTo>
                    <a:pt x="3759168" y="72521"/>
                  </a:lnTo>
                  <a:lnTo>
                    <a:pt x="3760240" y="71746"/>
                  </a:lnTo>
                  <a:lnTo>
                    <a:pt x="3761311" y="70969"/>
                  </a:lnTo>
                  <a:lnTo>
                    <a:pt x="3762383" y="70192"/>
                  </a:lnTo>
                  <a:lnTo>
                    <a:pt x="3763454" y="69415"/>
                  </a:lnTo>
                  <a:lnTo>
                    <a:pt x="3764526" y="68637"/>
                  </a:lnTo>
                  <a:lnTo>
                    <a:pt x="3765598" y="67859"/>
                  </a:lnTo>
                  <a:lnTo>
                    <a:pt x="3766669" y="67080"/>
                  </a:lnTo>
                  <a:lnTo>
                    <a:pt x="3767741" y="66301"/>
                  </a:lnTo>
                  <a:lnTo>
                    <a:pt x="3768812" y="65521"/>
                  </a:lnTo>
                  <a:lnTo>
                    <a:pt x="3769884" y="64741"/>
                  </a:lnTo>
                  <a:lnTo>
                    <a:pt x="3770956" y="63960"/>
                  </a:lnTo>
                  <a:lnTo>
                    <a:pt x="3772027" y="63179"/>
                  </a:lnTo>
                  <a:lnTo>
                    <a:pt x="3773099" y="62398"/>
                  </a:lnTo>
                  <a:lnTo>
                    <a:pt x="3774170" y="61616"/>
                  </a:lnTo>
                  <a:lnTo>
                    <a:pt x="3775242" y="60833"/>
                  </a:lnTo>
                  <a:lnTo>
                    <a:pt x="3776314" y="60050"/>
                  </a:lnTo>
                  <a:lnTo>
                    <a:pt x="3777385" y="59267"/>
                  </a:lnTo>
                  <a:lnTo>
                    <a:pt x="3778457" y="58483"/>
                  </a:lnTo>
                  <a:lnTo>
                    <a:pt x="3779528" y="57699"/>
                  </a:lnTo>
                  <a:lnTo>
                    <a:pt x="3780600" y="56914"/>
                  </a:lnTo>
                  <a:lnTo>
                    <a:pt x="3781672" y="56128"/>
                  </a:lnTo>
                  <a:lnTo>
                    <a:pt x="3782743" y="55343"/>
                  </a:lnTo>
                  <a:lnTo>
                    <a:pt x="3783815" y="54556"/>
                  </a:lnTo>
                  <a:lnTo>
                    <a:pt x="3784886" y="53770"/>
                  </a:lnTo>
                  <a:lnTo>
                    <a:pt x="3785958" y="52983"/>
                  </a:lnTo>
                  <a:lnTo>
                    <a:pt x="3787030" y="52195"/>
                  </a:lnTo>
                  <a:lnTo>
                    <a:pt x="3788101" y="51407"/>
                  </a:lnTo>
                  <a:lnTo>
                    <a:pt x="3789173" y="50618"/>
                  </a:lnTo>
                  <a:lnTo>
                    <a:pt x="3790244" y="49829"/>
                  </a:lnTo>
                  <a:lnTo>
                    <a:pt x="3791316" y="49040"/>
                  </a:lnTo>
                  <a:lnTo>
                    <a:pt x="3792388" y="48250"/>
                  </a:lnTo>
                  <a:lnTo>
                    <a:pt x="3793459" y="47459"/>
                  </a:lnTo>
                  <a:lnTo>
                    <a:pt x="3794531" y="46668"/>
                  </a:lnTo>
                  <a:lnTo>
                    <a:pt x="3795602" y="45877"/>
                  </a:lnTo>
                  <a:lnTo>
                    <a:pt x="3796674" y="45085"/>
                  </a:lnTo>
                  <a:lnTo>
                    <a:pt x="3797746" y="44293"/>
                  </a:lnTo>
                  <a:lnTo>
                    <a:pt x="3798817" y="43500"/>
                  </a:lnTo>
                  <a:lnTo>
                    <a:pt x="3799889" y="42707"/>
                  </a:lnTo>
                  <a:lnTo>
                    <a:pt x="3800960" y="41913"/>
                  </a:lnTo>
                  <a:lnTo>
                    <a:pt x="3802032" y="41119"/>
                  </a:lnTo>
                  <a:lnTo>
                    <a:pt x="3803104" y="40324"/>
                  </a:lnTo>
                  <a:lnTo>
                    <a:pt x="3804175" y="39529"/>
                  </a:lnTo>
                  <a:lnTo>
                    <a:pt x="3805247" y="38734"/>
                  </a:lnTo>
                  <a:lnTo>
                    <a:pt x="3806318" y="37938"/>
                  </a:lnTo>
                  <a:lnTo>
                    <a:pt x="3807390" y="37141"/>
                  </a:lnTo>
                  <a:lnTo>
                    <a:pt x="3808462" y="36344"/>
                  </a:lnTo>
                  <a:lnTo>
                    <a:pt x="3809533" y="35547"/>
                  </a:lnTo>
                  <a:lnTo>
                    <a:pt x="3810605" y="34749"/>
                  </a:lnTo>
                  <a:lnTo>
                    <a:pt x="3811676" y="33951"/>
                  </a:lnTo>
                  <a:lnTo>
                    <a:pt x="3812748" y="33152"/>
                  </a:lnTo>
                  <a:lnTo>
                    <a:pt x="3813820" y="32353"/>
                  </a:lnTo>
                  <a:lnTo>
                    <a:pt x="3814891" y="31553"/>
                  </a:lnTo>
                  <a:lnTo>
                    <a:pt x="3815963" y="30753"/>
                  </a:lnTo>
                  <a:lnTo>
                    <a:pt x="3817034" y="29952"/>
                  </a:lnTo>
                  <a:lnTo>
                    <a:pt x="3818106" y="29151"/>
                  </a:lnTo>
                  <a:lnTo>
                    <a:pt x="3819178" y="28349"/>
                  </a:lnTo>
                  <a:lnTo>
                    <a:pt x="3820249" y="27547"/>
                  </a:lnTo>
                  <a:lnTo>
                    <a:pt x="3821321" y="26744"/>
                  </a:lnTo>
                  <a:lnTo>
                    <a:pt x="3822392" y="25941"/>
                  </a:lnTo>
                  <a:lnTo>
                    <a:pt x="3823464" y="25138"/>
                  </a:lnTo>
                  <a:lnTo>
                    <a:pt x="3824536" y="24334"/>
                  </a:lnTo>
                  <a:lnTo>
                    <a:pt x="3825607" y="23530"/>
                  </a:lnTo>
                  <a:lnTo>
                    <a:pt x="3826679" y="22725"/>
                  </a:lnTo>
                  <a:lnTo>
                    <a:pt x="3827750" y="21919"/>
                  </a:lnTo>
                  <a:lnTo>
                    <a:pt x="3828822" y="21114"/>
                  </a:lnTo>
                  <a:lnTo>
                    <a:pt x="3829894" y="20307"/>
                  </a:lnTo>
                  <a:lnTo>
                    <a:pt x="3830965" y="19501"/>
                  </a:lnTo>
                  <a:lnTo>
                    <a:pt x="3832037" y="18693"/>
                  </a:lnTo>
                  <a:lnTo>
                    <a:pt x="3833108" y="17886"/>
                  </a:lnTo>
                  <a:lnTo>
                    <a:pt x="3834180" y="17078"/>
                  </a:lnTo>
                  <a:lnTo>
                    <a:pt x="3835252" y="16269"/>
                  </a:lnTo>
                  <a:lnTo>
                    <a:pt x="3836323" y="15460"/>
                  </a:lnTo>
                  <a:lnTo>
                    <a:pt x="3837395" y="14650"/>
                  </a:lnTo>
                  <a:lnTo>
                    <a:pt x="3838466" y="13840"/>
                  </a:lnTo>
                  <a:lnTo>
                    <a:pt x="3839538" y="13030"/>
                  </a:lnTo>
                  <a:lnTo>
                    <a:pt x="3840610" y="12219"/>
                  </a:lnTo>
                  <a:lnTo>
                    <a:pt x="3841681" y="11408"/>
                  </a:lnTo>
                  <a:lnTo>
                    <a:pt x="3842753" y="10596"/>
                  </a:lnTo>
                  <a:lnTo>
                    <a:pt x="3843824" y="9783"/>
                  </a:lnTo>
                  <a:lnTo>
                    <a:pt x="3844896" y="8971"/>
                  </a:lnTo>
                  <a:lnTo>
                    <a:pt x="3845968" y="8157"/>
                  </a:lnTo>
                  <a:lnTo>
                    <a:pt x="3847039" y="7344"/>
                  </a:lnTo>
                  <a:lnTo>
                    <a:pt x="3848111" y="6530"/>
                  </a:lnTo>
                  <a:lnTo>
                    <a:pt x="3849182" y="5715"/>
                  </a:lnTo>
                  <a:lnTo>
                    <a:pt x="3850254" y="4900"/>
                  </a:lnTo>
                  <a:lnTo>
                    <a:pt x="3851326" y="4084"/>
                  </a:lnTo>
                  <a:lnTo>
                    <a:pt x="3852397" y="3268"/>
                  </a:lnTo>
                  <a:lnTo>
                    <a:pt x="3853469" y="2452"/>
                  </a:lnTo>
                  <a:lnTo>
                    <a:pt x="3854540" y="1635"/>
                  </a:lnTo>
                  <a:lnTo>
                    <a:pt x="3855612" y="817"/>
                  </a:lnTo>
                  <a:lnTo>
                    <a:pt x="3856684" y="0"/>
                  </a:lnTo>
                  <a:lnTo>
                    <a:pt x="3856684" y="1093352"/>
                  </a:lnTo>
                  <a:lnTo>
                    <a:pt x="3855612" y="1093293"/>
                  </a:lnTo>
                  <a:lnTo>
                    <a:pt x="3854540" y="1093234"/>
                  </a:lnTo>
                  <a:lnTo>
                    <a:pt x="3853469" y="1093175"/>
                  </a:lnTo>
                  <a:lnTo>
                    <a:pt x="3852397" y="1093116"/>
                  </a:lnTo>
                  <a:lnTo>
                    <a:pt x="3851326" y="1093058"/>
                  </a:lnTo>
                  <a:lnTo>
                    <a:pt x="3850254" y="1092999"/>
                  </a:lnTo>
                  <a:lnTo>
                    <a:pt x="3849182" y="1092941"/>
                  </a:lnTo>
                  <a:lnTo>
                    <a:pt x="3848111" y="1092882"/>
                  </a:lnTo>
                  <a:lnTo>
                    <a:pt x="3847039" y="1092824"/>
                  </a:lnTo>
                  <a:lnTo>
                    <a:pt x="3845968" y="1092766"/>
                  </a:lnTo>
                  <a:lnTo>
                    <a:pt x="3844896" y="1092708"/>
                  </a:lnTo>
                  <a:lnTo>
                    <a:pt x="3843824" y="1092650"/>
                  </a:lnTo>
                  <a:lnTo>
                    <a:pt x="3842753" y="1092592"/>
                  </a:lnTo>
                  <a:lnTo>
                    <a:pt x="3841681" y="1092534"/>
                  </a:lnTo>
                  <a:lnTo>
                    <a:pt x="3840610" y="1092476"/>
                  </a:lnTo>
                  <a:lnTo>
                    <a:pt x="3839538" y="1092419"/>
                  </a:lnTo>
                  <a:lnTo>
                    <a:pt x="3838466" y="1092361"/>
                  </a:lnTo>
                  <a:lnTo>
                    <a:pt x="3837395" y="1092304"/>
                  </a:lnTo>
                  <a:lnTo>
                    <a:pt x="3836323" y="1092246"/>
                  </a:lnTo>
                  <a:lnTo>
                    <a:pt x="3835252" y="1092189"/>
                  </a:lnTo>
                  <a:lnTo>
                    <a:pt x="3834180" y="1092132"/>
                  </a:lnTo>
                  <a:lnTo>
                    <a:pt x="3833108" y="1092074"/>
                  </a:lnTo>
                  <a:lnTo>
                    <a:pt x="3832037" y="1092017"/>
                  </a:lnTo>
                  <a:lnTo>
                    <a:pt x="3830965" y="1091960"/>
                  </a:lnTo>
                  <a:lnTo>
                    <a:pt x="3829894" y="1091903"/>
                  </a:lnTo>
                  <a:lnTo>
                    <a:pt x="3828822" y="1091847"/>
                  </a:lnTo>
                  <a:lnTo>
                    <a:pt x="3827750" y="1091790"/>
                  </a:lnTo>
                  <a:lnTo>
                    <a:pt x="3826679" y="1091733"/>
                  </a:lnTo>
                  <a:lnTo>
                    <a:pt x="3825607" y="1091677"/>
                  </a:lnTo>
                  <a:lnTo>
                    <a:pt x="3824536" y="1091620"/>
                  </a:lnTo>
                  <a:lnTo>
                    <a:pt x="3823464" y="1091564"/>
                  </a:lnTo>
                  <a:lnTo>
                    <a:pt x="3822392" y="1091508"/>
                  </a:lnTo>
                  <a:lnTo>
                    <a:pt x="3821321" y="1091452"/>
                  </a:lnTo>
                  <a:lnTo>
                    <a:pt x="3820249" y="1091396"/>
                  </a:lnTo>
                  <a:lnTo>
                    <a:pt x="3819178" y="1091340"/>
                  </a:lnTo>
                  <a:lnTo>
                    <a:pt x="3818106" y="1091284"/>
                  </a:lnTo>
                  <a:lnTo>
                    <a:pt x="3817034" y="1091228"/>
                  </a:lnTo>
                  <a:lnTo>
                    <a:pt x="3815963" y="1091172"/>
                  </a:lnTo>
                  <a:lnTo>
                    <a:pt x="3814891" y="1091117"/>
                  </a:lnTo>
                  <a:lnTo>
                    <a:pt x="3813820" y="1091061"/>
                  </a:lnTo>
                  <a:lnTo>
                    <a:pt x="3812748" y="1091006"/>
                  </a:lnTo>
                  <a:lnTo>
                    <a:pt x="3811676" y="1090950"/>
                  </a:lnTo>
                  <a:lnTo>
                    <a:pt x="3810605" y="1090895"/>
                  </a:lnTo>
                  <a:lnTo>
                    <a:pt x="3809533" y="1090840"/>
                  </a:lnTo>
                  <a:lnTo>
                    <a:pt x="3808462" y="1090785"/>
                  </a:lnTo>
                  <a:lnTo>
                    <a:pt x="3807390" y="1090730"/>
                  </a:lnTo>
                  <a:lnTo>
                    <a:pt x="3806318" y="1090675"/>
                  </a:lnTo>
                  <a:lnTo>
                    <a:pt x="3805247" y="1090620"/>
                  </a:lnTo>
                  <a:lnTo>
                    <a:pt x="3804175" y="1090566"/>
                  </a:lnTo>
                  <a:lnTo>
                    <a:pt x="3803104" y="1090511"/>
                  </a:lnTo>
                  <a:lnTo>
                    <a:pt x="3802032" y="1090457"/>
                  </a:lnTo>
                  <a:lnTo>
                    <a:pt x="3800960" y="1090402"/>
                  </a:lnTo>
                  <a:lnTo>
                    <a:pt x="3799889" y="1090348"/>
                  </a:lnTo>
                  <a:lnTo>
                    <a:pt x="3798817" y="1090294"/>
                  </a:lnTo>
                  <a:lnTo>
                    <a:pt x="3797746" y="1090240"/>
                  </a:lnTo>
                  <a:lnTo>
                    <a:pt x="3796674" y="1090186"/>
                  </a:lnTo>
                  <a:lnTo>
                    <a:pt x="3795602" y="1090132"/>
                  </a:lnTo>
                  <a:lnTo>
                    <a:pt x="3794531" y="1090078"/>
                  </a:lnTo>
                  <a:lnTo>
                    <a:pt x="3793459" y="1090024"/>
                  </a:lnTo>
                  <a:lnTo>
                    <a:pt x="3792388" y="1089970"/>
                  </a:lnTo>
                  <a:lnTo>
                    <a:pt x="3791316" y="1089917"/>
                  </a:lnTo>
                  <a:lnTo>
                    <a:pt x="3790244" y="1089863"/>
                  </a:lnTo>
                  <a:lnTo>
                    <a:pt x="3789173" y="1089810"/>
                  </a:lnTo>
                  <a:lnTo>
                    <a:pt x="3788101" y="1089757"/>
                  </a:lnTo>
                  <a:lnTo>
                    <a:pt x="3787030" y="1089704"/>
                  </a:lnTo>
                  <a:lnTo>
                    <a:pt x="3785958" y="1089651"/>
                  </a:lnTo>
                  <a:lnTo>
                    <a:pt x="3784886" y="1089598"/>
                  </a:lnTo>
                  <a:lnTo>
                    <a:pt x="3783815" y="1089545"/>
                  </a:lnTo>
                  <a:lnTo>
                    <a:pt x="3782743" y="1089492"/>
                  </a:lnTo>
                  <a:lnTo>
                    <a:pt x="3781672" y="1089439"/>
                  </a:lnTo>
                  <a:lnTo>
                    <a:pt x="3780600" y="1089387"/>
                  </a:lnTo>
                  <a:lnTo>
                    <a:pt x="3779528" y="1089334"/>
                  </a:lnTo>
                  <a:lnTo>
                    <a:pt x="3778457" y="1089282"/>
                  </a:lnTo>
                  <a:lnTo>
                    <a:pt x="3777385" y="1089230"/>
                  </a:lnTo>
                  <a:lnTo>
                    <a:pt x="3776314" y="1089177"/>
                  </a:lnTo>
                  <a:lnTo>
                    <a:pt x="3775242" y="1089125"/>
                  </a:lnTo>
                  <a:lnTo>
                    <a:pt x="3774170" y="1089073"/>
                  </a:lnTo>
                  <a:lnTo>
                    <a:pt x="3773099" y="1089022"/>
                  </a:lnTo>
                  <a:lnTo>
                    <a:pt x="3772027" y="1088970"/>
                  </a:lnTo>
                  <a:lnTo>
                    <a:pt x="3770956" y="1088918"/>
                  </a:lnTo>
                  <a:lnTo>
                    <a:pt x="3769884" y="1088867"/>
                  </a:lnTo>
                  <a:lnTo>
                    <a:pt x="3768812" y="1088815"/>
                  </a:lnTo>
                  <a:lnTo>
                    <a:pt x="3767741" y="1088764"/>
                  </a:lnTo>
                  <a:lnTo>
                    <a:pt x="3766669" y="1088712"/>
                  </a:lnTo>
                  <a:lnTo>
                    <a:pt x="3765598" y="1088661"/>
                  </a:lnTo>
                  <a:lnTo>
                    <a:pt x="3764526" y="1088610"/>
                  </a:lnTo>
                  <a:lnTo>
                    <a:pt x="3763454" y="1088559"/>
                  </a:lnTo>
                  <a:lnTo>
                    <a:pt x="3762383" y="1088508"/>
                  </a:lnTo>
                  <a:lnTo>
                    <a:pt x="3761311" y="1088458"/>
                  </a:lnTo>
                  <a:lnTo>
                    <a:pt x="3760240" y="1088407"/>
                  </a:lnTo>
                  <a:lnTo>
                    <a:pt x="3759168" y="1088356"/>
                  </a:lnTo>
                  <a:lnTo>
                    <a:pt x="3758096" y="1088306"/>
                  </a:lnTo>
                  <a:lnTo>
                    <a:pt x="3757025" y="1088256"/>
                  </a:lnTo>
                  <a:lnTo>
                    <a:pt x="3755953" y="1088205"/>
                  </a:lnTo>
                  <a:lnTo>
                    <a:pt x="3754882" y="1088155"/>
                  </a:lnTo>
                  <a:lnTo>
                    <a:pt x="3753810" y="1088105"/>
                  </a:lnTo>
                  <a:lnTo>
                    <a:pt x="3752738" y="1088055"/>
                  </a:lnTo>
                  <a:lnTo>
                    <a:pt x="3751667" y="1088005"/>
                  </a:lnTo>
                  <a:lnTo>
                    <a:pt x="3750595" y="1087956"/>
                  </a:lnTo>
                  <a:lnTo>
                    <a:pt x="3749524" y="1087906"/>
                  </a:lnTo>
                  <a:lnTo>
                    <a:pt x="3748452" y="1087856"/>
                  </a:lnTo>
                  <a:lnTo>
                    <a:pt x="3747380" y="1087807"/>
                  </a:lnTo>
                  <a:lnTo>
                    <a:pt x="3746309" y="1087758"/>
                  </a:lnTo>
                  <a:lnTo>
                    <a:pt x="3745237" y="1087708"/>
                  </a:lnTo>
                  <a:lnTo>
                    <a:pt x="3744166" y="1087659"/>
                  </a:lnTo>
                  <a:lnTo>
                    <a:pt x="3743094" y="1087610"/>
                  </a:lnTo>
                  <a:lnTo>
                    <a:pt x="3742022" y="1087561"/>
                  </a:lnTo>
                  <a:lnTo>
                    <a:pt x="3740951" y="1087513"/>
                  </a:lnTo>
                  <a:lnTo>
                    <a:pt x="3739879" y="1087464"/>
                  </a:lnTo>
                  <a:lnTo>
                    <a:pt x="3738808" y="1087415"/>
                  </a:lnTo>
                  <a:lnTo>
                    <a:pt x="3737736" y="1087367"/>
                  </a:lnTo>
                  <a:lnTo>
                    <a:pt x="3736664" y="1087319"/>
                  </a:lnTo>
                  <a:lnTo>
                    <a:pt x="3735593" y="1087270"/>
                  </a:lnTo>
                  <a:lnTo>
                    <a:pt x="3734521" y="1087222"/>
                  </a:lnTo>
                  <a:lnTo>
                    <a:pt x="3733450" y="1087174"/>
                  </a:lnTo>
                  <a:lnTo>
                    <a:pt x="3732378" y="1087126"/>
                  </a:lnTo>
                  <a:lnTo>
                    <a:pt x="3731306" y="1087078"/>
                  </a:lnTo>
                  <a:lnTo>
                    <a:pt x="3730235" y="1087031"/>
                  </a:lnTo>
                  <a:lnTo>
                    <a:pt x="3729163" y="1086983"/>
                  </a:lnTo>
                  <a:lnTo>
                    <a:pt x="3728092" y="1086936"/>
                  </a:lnTo>
                  <a:lnTo>
                    <a:pt x="3727020" y="1086888"/>
                  </a:lnTo>
                  <a:lnTo>
                    <a:pt x="3725949" y="1086841"/>
                  </a:lnTo>
                  <a:lnTo>
                    <a:pt x="3724877" y="1086794"/>
                  </a:lnTo>
                  <a:lnTo>
                    <a:pt x="3723805" y="1086747"/>
                  </a:lnTo>
                  <a:lnTo>
                    <a:pt x="3722734" y="1086700"/>
                  </a:lnTo>
                  <a:lnTo>
                    <a:pt x="3721662" y="1086653"/>
                  </a:lnTo>
                  <a:lnTo>
                    <a:pt x="3720591" y="1086606"/>
                  </a:lnTo>
                  <a:lnTo>
                    <a:pt x="3719519" y="1086560"/>
                  </a:lnTo>
                  <a:lnTo>
                    <a:pt x="3718447" y="1086513"/>
                  </a:lnTo>
                  <a:lnTo>
                    <a:pt x="3717376" y="1086467"/>
                  </a:lnTo>
                  <a:lnTo>
                    <a:pt x="3716304" y="1086420"/>
                  </a:lnTo>
                  <a:lnTo>
                    <a:pt x="3715233" y="1086374"/>
                  </a:lnTo>
                  <a:lnTo>
                    <a:pt x="3714161" y="1086328"/>
                  </a:lnTo>
                  <a:lnTo>
                    <a:pt x="3713089" y="1086282"/>
                  </a:lnTo>
                  <a:lnTo>
                    <a:pt x="3712018" y="1086236"/>
                  </a:lnTo>
                  <a:lnTo>
                    <a:pt x="3710946" y="1086191"/>
                  </a:lnTo>
                  <a:lnTo>
                    <a:pt x="3709875" y="1086145"/>
                  </a:lnTo>
                  <a:lnTo>
                    <a:pt x="3708803" y="1086100"/>
                  </a:lnTo>
                  <a:lnTo>
                    <a:pt x="3707731" y="1086054"/>
                  </a:lnTo>
                  <a:lnTo>
                    <a:pt x="3706660" y="1086009"/>
                  </a:lnTo>
                  <a:lnTo>
                    <a:pt x="3705588" y="1085964"/>
                  </a:lnTo>
                  <a:lnTo>
                    <a:pt x="3704517" y="1085919"/>
                  </a:lnTo>
                  <a:lnTo>
                    <a:pt x="3703445" y="1085874"/>
                  </a:lnTo>
                  <a:lnTo>
                    <a:pt x="3702373" y="1085829"/>
                  </a:lnTo>
                  <a:lnTo>
                    <a:pt x="3701302" y="1085784"/>
                  </a:lnTo>
                  <a:lnTo>
                    <a:pt x="3700230" y="1085740"/>
                  </a:lnTo>
                  <a:lnTo>
                    <a:pt x="3699159" y="1085695"/>
                  </a:lnTo>
                  <a:lnTo>
                    <a:pt x="3698087" y="1085651"/>
                  </a:lnTo>
                  <a:lnTo>
                    <a:pt x="3697015" y="1085607"/>
                  </a:lnTo>
                  <a:lnTo>
                    <a:pt x="3695944" y="1085562"/>
                  </a:lnTo>
                  <a:lnTo>
                    <a:pt x="3694872" y="1085518"/>
                  </a:lnTo>
                  <a:lnTo>
                    <a:pt x="3693801" y="1085474"/>
                  </a:lnTo>
                  <a:lnTo>
                    <a:pt x="3692729" y="1085431"/>
                  </a:lnTo>
                  <a:lnTo>
                    <a:pt x="3691657" y="1085387"/>
                  </a:lnTo>
                  <a:lnTo>
                    <a:pt x="3690586" y="1085343"/>
                  </a:lnTo>
                  <a:lnTo>
                    <a:pt x="3689514" y="1085300"/>
                  </a:lnTo>
                  <a:lnTo>
                    <a:pt x="3688443" y="1085257"/>
                  </a:lnTo>
                  <a:lnTo>
                    <a:pt x="3687371" y="1085214"/>
                  </a:lnTo>
                  <a:lnTo>
                    <a:pt x="3686299" y="1085170"/>
                  </a:lnTo>
                  <a:lnTo>
                    <a:pt x="3685228" y="1085128"/>
                  </a:lnTo>
                  <a:lnTo>
                    <a:pt x="3684156" y="1085085"/>
                  </a:lnTo>
                  <a:lnTo>
                    <a:pt x="3683085" y="1085042"/>
                  </a:lnTo>
                  <a:lnTo>
                    <a:pt x="3682013" y="1084999"/>
                  </a:lnTo>
                  <a:lnTo>
                    <a:pt x="3680941" y="1084957"/>
                  </a:lnTo>
                  <a:lnTo>
                    <a:pt x="3679870" y="1084915"/>
                  </a:lnTo>
                  <a:lnTo>
                    <a:pt x="3678798" y="1084872"/>
                  </a:lnTo>
                  <a:lnTo>
                    <a:pt x="3677727" y="1084830"/>
                  </a:lnTo>
                  <a:lnTo>
                    <a:pt x="3676655" y="1084788"/>
                  </a:lnTo>
                  <a:lnTo>
                    <a:pt x="3675583" y="1084746"/>
                  </a:lnTo>
                  <a:lnTo>
                    <a:pt x="3674512" y="1084705"/>
                  </a:lnTo>
                  <a:lnTo>
                    <a:pt x="3673440" y="1084663"/>
                  </a:lnTo>
                  <a:lnTo>
                    <a:pt x="3672369" y="1084621"/>
                  </a:lnTo>
                  <a:lnTo>
                    <a:pt x="3671297" y="1084580"/>
                  </a:lnTo>
                  <a:lnTo>
                    <a:pt x="3670225" y="1084539"/>
                  </a:lnTo>
                  <a:lnTo>
                    <a:pt x="3669154" y="1084498"/>
                  </a:lnTo>
                  <a:lnTo>
                    <a:pt x="3668082" y="1084456"/>
                  </a:lnTo>
                  <a:lnTo>
                    <a:pt x="3667011" y="1084416"/>
                  </a:lnTo>
                  <a:lnTo>
                    <a:pt x="3665939" y="1084375"/>
                  </a:lnTo>
                  <a:lnTo>
                    <a:pt x="3664867" y="1084334"/>
                  </a:lnTo>
                  <a:lnTo>
                    <a:pt x="3663796" y="1084294"/>
                  </a:lnTo>
                  <a:lnTo>
                    <a:pt x="3662724" y="1084253"/>
                  </a:lnTo>
                  <a:lnTo>
                    <a:pt x="3661653" y="1084213"/>
                  </a:lnTo>
                  <a:lnTo>
                    <a:pt x="3660581" y="1084173"/>
                  </a:lnTo>
                  <a:lnTo>
                    <a:pt x="3659509" y="1084133"/>
                  </a:lnTo>
                  <a:lnTo>
                    <a:pt x="3658438" y="1084093"/>
                  </a:lnTo>
                  <a:lnTo>
                    <a:pt x="3657366" y="1084053"/>
                  </a:lnTo>
                  <a:lnTo>
                    <a:pt x="3656295" y="1084013"/>
                  </a:lnTo>
                  <a:lnTo>
                    <a:pt x="3655223" y="1083974"/>
                  </a:lnTo>
                  <a:lnTo>
                    <a:pt x="3654151" y="1083934"/>
                  </a:lnTo>
                  <a:lnTo>
                    <a:pt x="3653080" y="1083895"/>
                  </a:lnTo>
                  <a:lnTo>
                    <a:pt x="3652008" y="1083856"/>
                  </a:lnTo>
                  <a:lnTo>
                    <a:pt x="3650937" y="1083817"/>
                  </a:lnTo>
                  <a:lnTo>
                    <a:pt x="3649865" y="1083778"/>
                  </a:lnTo>
                  <a:lnTo>
                    <a:pt x="3648793" y="1083739"/>
                  </a:lnTo>
                  <a:lnTo>
                    <a:pt x="3647722" y="1083700"/>
                  </a:lnTo>
                  <a:lnTo>
                    <a:pt x="3646650" y="1083662"/>
                  </a:lnTo>
                  <a:lnTo>
                    <a:pt x="3645579" y="1083623"/>
                  </a:lnTo>
                  <a:lnTo>
                    <a:pt x="3644507" y="1083585"/>
                  </a:lnTo>
                  <a:lnTo>
                    <a:pt x="3643435" y="1083547"/>
                  </a:lnTo>
                  <a:lnTo>
                    <a:pt x="3642364" y="1083509"/>
                  </a:lnTo>
                  <a:lnTo>
                    <a:pt x="3641292" y="1083471"/>
                  </a:lnTo>
                  <a:lnTo>
                    <a:pt x="3640221" y="1083433"/>
                  </a:lnTo>
                  <a:lnTo>
                    <a:pt x="3639149" y="1083396"/>
                  </a:lnTo>
                  <a:lnTo>
                    <a:pt x="3638077" y="1083358"/>
                  </a:lnTo>
                  <a:lnTo>
                    <a:pt x="3637006" y="1083321"/>
                  </a:lnTo>
                  <a:lnTo>
                    <a:pt x="3635934" y="1083284"/>
                  </a:lnTo>
                  <a:lnTo>
                    <a:pt x="3634863" y="1083246"/>
                  </a:lnTo>
                  <a:lnTo>
                    <a:pt x="3633791" y="1083209"/>
                  </a:lnTo>
                  <a:lnTo>
                    <a:pt x="3632719" y="1083173"/>
                  </a:lnTo>
                  <a:lnTo>
                    <a:pt x="3631648" y="1083136"/>
                  </a:lnTo>
                  <a:lnTo>
                    <a:pt x="3630576" y="1083099"/>
                  </a:lnTo>
                  <a:lnTo>
                    <a:pt x="3629505" y="1083063"/>
                  </a:lnTo>
                  <a:lnTo>
                    <a:pt x="3628433" y="1083026"/>
                  </a:lnTo>
                  <a:lnTo>
                    <a:pt x="3627361" y="1082990"/>
                  </a:lnTo>
                  <a:lnTo>
                    <a:pt x="3626290" y="1082954"/>
                  </a:lnTo>
                  <a:lnTo>
                    <a:pt x="3625218" y="1082918"/>
                  </a:lnTo>
                  <a:lnTo>
                    <a:pt x="3624147" y="1082882"/>
                  </a:lnTo>
                  <a:lnTo>
                    <a:pt x="3623075" y="1082847"/>
                  </a:lnTo>
                  <a:lnTo>
                    <a:pt x="3622003" y="1082811"/>
                  </a:lnTo>
                  <a:lnTo>
                    <a:pt x="3620932" y="1082776"/>
                  </a:lnTo>
                  <a:lnTo>
                    <a:pt x="3619860" y="1082741"/>
                  </a:lnTo>
                  <a:lnTo>
                    <a:pt x="3618789" y="1082705"/>
                  </a:lnTo>
                  <a:lnTo>
                    <a:pt x="3617717" y="1082670"/>
                  </a:lnTo>
                  <a:lnTo>
                    <a:pt x="3616645" y="1082636"/>
                  </a:lnTo>
                  <a:lnTo>
                    <a:pt x="3615574" y="1082601"/>
                  </a:lnTo>
                  <a:lnTo>
                    <a:pt x="3614502" y="1082566"/>
                  </a:lnTo>
                  <a:lnTo>
                    <a:pt x="3613431" y="1082532"/>
                  </a:lnTo>
                  <a:lnTo>
                    <a:pt x="3612359" y="1082497"/>
                  </a:lnTo>
                  <a:lnTo>
                    <a:pt x="3611287" y="1082463"/>
                  </a:lnTo>
                  <a:lnTo>
                    <a:pt x="3610216" y="1082429"/>
                  </a:lnTo>
                  <a:lnTo>
                    <a:pt x="3609144" y="1082395"/>
                  </a:lnTo>
                  <a:lnTo>
                    <a:pt x="3608073" y="1082362"/>
                  </a:lnTo>
                  <a:lnTo>
                    <a:pt x="3607001" y="1082328"/>
                  </a:lnTo>
                  <a:lnTo>
                    <a:pt x="3605929" y="1082294"/>
                  </a:lnTo>
                  <a:lnTo>
                    <a:pt x="3604858" y="1082261"/>
                  </a:lnTo>
                  <a:lnTo>
                    <a:pt x="3603786" y="1082228"/>
                  </a:lnTo>
                  <a:lnTo>
                    <a:pt x="3602715" y="1082195"/>
                  </a:lnTo>
                  <a:lnTo>
                    <a:pt x="3601643" y="1082162"/>
                  </a:lnTo>
                  <a:lnTo>
                    <a:pt x="3600571" y="1082129"/>
                  </a:lnTo>
                  <a:lnTo>
                    <a:pt x="3599500" y="1082096"/>
                  </a:lnTo>
                  <a:lnTo>
                    <a:pt x="3598428" y="1082064"/>
                  </a:lnTo>
                  <a:lnTo>
                    <a:pt x="3597357" y="1082031"/>
                  </a:lnTo>
                  <a:lnTo>
                    <a:pt x="3596285" y="1081999"/>
                  </a:lnTo>
                  <a:lnTo>
                    <a:pt x="3595213" y="1081967"/>
                  </a:lnTo>
                  <a:lnTo>
                    <a:pt x="3594142" y="1081935"/>
                  </a:lnTo>
                  <a:lnTo>
                    <a:pt x="3593070" y="1081903"/>
                  </a:lnTo>
                  <a:lnTo>
                    <a:pt x="3591999" y="1081872"/>
                  </a:lnTo>
                  <a:lnTo>
                    <a:pt x="3590927" y="1081840"/>
                  </a:lnTo>
                  <a:lnTo>
                    <a:pt x="3589855" y="1081809"/>
                  </a:lnTo>
                  <a:lnTo>
                    <a:pt x="3588784" y="1081777"/>
                  </a:lnTo>
                  <a:lnTo>
                    <a:pt x="3587712" y="1081746"/>
                  </a:lnTo>
                  <a:lnTo>
                    <a:pt x="3586641" y="1081715"/>
                  </a:lnTo>
                  <a:lnTo>
                    <a:pt x="3585569" y="1081684"/>
                  </a:lnTo>
                  <a:lnTo>
                    <a:pt x="3584497" y="1081654"/>
                  </a:lnTo>
                  <a:lnTo>
                    <a:pt x="3583426" y="1081623"/>
                  </a:lnTo>
                  <a:lnTo>
                    <a:pt x="3582354" y="1081593"/>
                  </a:lnTo>
                  <a:lnTo>
                    <a:pt x="3581283" y="1081562"/>
                  </a:lnTo>
                  <a:lnTo>
                    <a:pt x="3580211" y="1081532"/>
                  </a:lnTo>
                  <a:lnTo>
                    <a:pt x="3579139" y="1081502"/>
                  </a:lnTo>
                  <a:lnTo>
                    <a:pt x="3578068" y="1081473"/>
                  </a:lnTo>
                  <a:lnTo>
                    <a:pt x="3576996" y="1081443"/>
                  </a:lnTo>
                  <a:lnTo>
                    <a:pt x="3575925" y="1081413"/>
                  </a:lnTo>
                  <a:lnTo>
                    <a:pt x="3574853" y="1081384"/>
                  </a:lnTo>
                  <a:lnTo>
                    <a:pt x="3573781" y="1081355"/>
                  </a:lnTo>
                  <a:lnTo>
                    <a:pt x="3572710" y="1081326"/>
                  </a:lnTo>
                  <a:lnTo>
                    <a:pt x="3571638" y="1081297"/>
                  </a:lnTo>
                  <a:lnTo>
                    <a:pt x="3570567" y="1081268"/>
                  </a:lnTo>
                  <a:lnTo>
                    <a:pt x="3569495" y="1081239"/>
                  </a:lnTo>
                  <a:lnTo>
                    <a:pt x="3568423" y="1081211"/>
                  </a:lnTo>
                  <a:lnTo>
                    <a:pt x="3567352" y="1081182"/>
                  </a:lnTo>
                  <a:lnTo>
                    <a:pt x="3566280" y="1081154"/>
                  </a:lnTo>
                  <a:lnTo>
                    <a:pt x="3565209" y="1081126"/>
                  </a:lnTo>
                  <a:lnTo>
                    <a:pt x="3564137" y="1081098"/>
                  </a:lnTo>
                  <a:lnTo>
                    <a:pt x="3563065" y="1081070"/>
                  </a:lnTo>
                  <a:lnTo>
                    <a:pt x="3561994" y="1081043"/>
                  </a:lnTo>
                  <a:lnTo>
                    <a:pt x="3560922" y="1081015"/>
                  </a:lnTo>
                  <a:lnTo>
                    <a:pt x="3559851" y="1080988"/>
                  </a:lnTo>
                  <a:lnTo>
                    <a:pt x="3558779" y="1080961"/>
                  </a:lnTo>
                  <a:lnTo>
                    <a:pt x="3557707" y="1080934"/>
                  </a:lnTo>
                  <a:lnTo>
                    <a:pt x="3556636" y="1080907"/>
                  </a:lnTo>
                  <a:lnTo>
                    <a:pt x="3555564" y="1080880"/>
                  </a:lnTo>
                  <a:lnTo>
                    <a:pt x="3554493" y="1080854"/>
                  </a:lnTo>
                  <a:lnTo>
                    <a:pt x="3553421" y="1080827"/>
                  </a:lnTo>
                  <a:lnTo>
                    <a:pt x="3552349" y="1080801"/>
                  </a:lnTo>
                  <a:lnTo>
                    <a:pt x="3551278" y="1080775"/>
                  </a:lnTo>
                  <a:lnTo>
                    <a:pt x="3550206" y="1080749"/>
                  </a:lnTo>
                  <a:lnTo>
                    <a:pt x="3549135" y="1080723"/>
                  </a:lnTo>
                  <a:lnTo>
                    <a:pt x="3548063" y="1080698"/>
                  </a:lnTo>
                  <a:lnTo>
                    <a:pt x="3546992" y="1080672"/>
                  </a:lnTo>
                  <a:lnTo>
                    <a:pt x="3545920" y="1080647"/>
                  </a:lnTo>
                  <a:lnTo>
                    <a:pt x="3544848" y="1080622"/>
                  </a:lnTo>
                  <a:lnTo>
                    <a:pt x="3543777" y="1080597"/>
                  </a:lnTo>
                  <a:lnTo>
                    <a:pt x="3542705" y="1080572"/>
                  </a:lnTo>
                  <a:lnTo>
                    <a:pt x="3541634" y="1080547"/>
                  </a:lnTo>
                  <a:lnTo>
                    <a:pt x="3540562" y="1080522"/>
                  </a:lnTo>
                  <a:lnTo>
                    <a:pt x="3539490" y="1080498"/>
                  </a:lnTo>
                  <a:lnTo>
                    <a:pt x="3538419" y="1080474"/>
                  </a:lnTo>
                  <a:lnTo>
                    <a:pt x="3537347" y="1080450"/>
                  </a:lnTo>
                  <a:lnTo>
                    <a:pt x="3536276" y="1080426"/>
                  </a:lnTo>
                  <a:lnTo>
                    <a:pt x="3535204" y="1080402"/>
                  </a:lnTo>
                  <a:lnTo>
                    <a:pt x="3534132" y="1080378"/>
                  </a:lnTo>
                  <a:lnTo>
                    <a:pt x="3533061" y="1080355"/>
                  </a:lnTo>
                  <a:lnTo>
                    <a:pt x="3531989" y="1080332"/>
                  </a:lnTo>
                  <a:lnTo>
                    <a:pt x="3530918" y="1080308"/>
                  </a:lnTo>
                  <a:lnTo>
                    <a:pt x="3529846" y="1080285"/>
                  </a:lnTo>
                  <a:lnTo>
                    <a:pt x="3528774" y="1080263"/>
                  </a:lnTo>
                  <a:lnTo>
                    <a:pt x="3527703" y="1080240"/>
                  </a:lnTo>
                  <a:lnTo>
                    <a:pt x="3526631" y="1080217"/>
                  </a:lnTo>
                  <a:lnTo>
                    <a:pt x="3525560" y="1080195"/>
                  </a:lnTo>
                  <a:lnTo>
                    <a:pt x="3524488" y="1080173"/>
                  </a:lnTo>
                  <a:lnTo>
                    <a:pt x="3523416" y="1080151"/>
                  </a:lnTo>
                  <a:lnTo>
                    <a:pt x="3522345" y="1080129"/>
                  </a:lnTo>
                  <a:lnTo>
                    <a:pt x="3521273" y="1080107"/>
                  </a:lnTo>
                  <a:lnTo>
                    <a:pt x="3520202" y="1080086"/>
                  </a:lnTo>
                  <a:lnTo>
                    <a:pt x="3519130" y="1080064"/>
                  </a:lnTo>
                  <a:lnTo>
                    <a:pt x="3518058" y="1080043"/>
                  </a:lnTo>
                  <a:lnTo>
                    <a:pt x="3516987" y="1080022"/>
                  </a:lnTo>
                  <a:lnTo>
                    <a:pt x="3515915" y="1080001"/>
                  </a:lnTo>
                  <a:lnTo>
                    <a:pt x="3514844" y="1079980"/>
                  </a:lnTo>
                  <a:lnTo>
                    <a:pt x="3513772" y="1079960"/>
                  </a:lnTo>
                  <a:lnTo>
                    <a:pt x="3512700" y="1079940"/>
                  </a:lnTo>
                  <a:lnTo>
                    <a:pt x="3511629" y="1079919"/>
                  </a:lnTo>
                  <a:lnTo>
                    <a:pt x="3510557" y="1079899"/>
                  </a:lnTo>
                  <a:lnTo>
                    <a:pt x="3509486" y="1079879"/>
                  </a:lnTo>
                  <a:lnTo>
                    <a:pt x="3508414" y="1079860"/>
                  </a:lnTo>
                  <a:lnTo>
                    <a:pt x="3507342" y="1079840"/>
                  </a:lnTo>
                  <a:lnTo>
                    <a:pt x="3506271" y="1079821"/>
                  </a:lnTo>
                  <a:lnTo>
                    <a:pt x="3505199" y="1079801"/>
                  </a:lnTo>
                  <a:lnTo>
                    <a:pt x="3504128" y="1079782"/>
                  </a:lnTo>
                  <a:lnTo>
                    <a:pt x="3503056" y="1079763"/>
                  </a:lnTo>
                  <a:lnTo>
                    <a:pt x="3501984" y="1079745"/>
                  </a:lnTo>
                  <a:lnTo>
                    <a:pt x="3500913" y="1079726"/>
                  </a:lnTo>
                  <a:lnTo>
                    <a:pt x="3499841" y="1079708"/>
                  </a:lnTo>
                  <a:lnTo>
                    <a:pt x="3498770" y="1079689"/>
                  </a:lnTo>
                  <a:lnTo>
                    <a:pt x="3497698" y="1079671"/>
                  </a:lnTo>
                  <a:lnTo>
                    <a:pt x="3496626" y="1079653"/>
                  </a:lnTo>
                  <a:lnTo>
                    <a:pt x="3495555" y="1079636"/>
                  </a:lnTo>
                  <a:lnTo>
                    <a:pt x="3494483" y="1079618"/>
                  </a:lnTo>
                  <a:lnTo>
                    <a:pt x="3493412" y="1079601"/>
                  </a:lnTo>
                  <a:lnTo>
                    <a:pt x="3492340" y="1079584"/>
                  </a:lnTo>
                  <a:lnTo>
                    <a:pt x="3491268" y="1079566"/>
                  </a:lnTo>
                  <a:lnTo>
                    <a:pt x="3490197" y="1079550"/>
                  </a:lnTo>
                  <a:lnTo>
                    <a:pt x="3489125" y="1079533"/>
                  </a:lnTo>
                  <a:lnTo>
                    <a:pt x="3488054" y="1079516"/>
                  </a:lnTo>
                  <a:lnTo>
                    <a:pt x="3486982" y="1079500"/>
                  </a:lnTo>
                  <a:lnTo>
                    <a:pt x="3485910" y="1079484"/>
                  </a:lnTo>
                  <a:lnTo>
                    <a:pt x="3484839" y="1079468"/>
                  </a:lnTo>
                  <a:lnTo>
                    <a:pt x="3483767" y="1079452"/>
                  </a:lnTo>
                  <a:lnTo>
                    <a:pt x="3482696" y="1079436"/>
                  </a:lnTo>
                  <a:lnTo>
                    <a:pt x="3481624" y="1079421"/>
                  </a:lnTo>
                  <a:lnTo>
                    <a:pt x="3480552" y="1079405"/>
                  </a:lnTo>
                  <a:lnTo>
                    <a:pt x="3479481" y="1079390"/>
                  </a:lnTo>
                  <a:lnTo>
                    <a:pt x="3478409" y="1079375"/>
                  </a:lnTo>
                  <a:lnTo>
                    <a:pt x="3477338" y="1079360"/>
                  </a:lnTo>
                  <a:lnTo>
                    <a:pt x="3476266" y="1079346"/>
                  </a:lnTo>
                  <a:lnTo>
                    <a:pt x="3475194" y="1079331"/>
                  </a:lnTo>
                  <a:lnTo>
                    <a:pt x="3474123" y="1079317"/>
                  </a:lnTo>
                  <a:lnTo>
                    <a:pt x="3473051" y="1079303"/>
                  </a:lnTo>
                  <a:lnTo>
                    <a:pt x="3471980" y="1079289"/>
                  </a:lnTo>
                  <a:lnTo>
                    <a:pt x="3470908" y="1079275"/>
                  </a:lnTo>
                  <a:lnTo>
                    <a:pt x="3469836" y="1079262"/>
                  </a:lnTo>
                  <a:lnTo>
                    <a:pt x="3468765" y="1079248"/>
                  </a:lnTo>
                  <a:lnTo>
                    <a:pt x="3467693" y="1079235"/>
                  </a:lnTo>
                  <a:lnTo>
                    <a:pt x="3466622" y="1079222"/>
                  </a:lnTo>
                  <a:lnTo>
                    <a:pt x="3465550" y="1079209"/>
                  </a:lnTo>
                  <a:lnTo>
                    <a:pt x="3464478" y="1079197"/>
                  </a:lnTo>
                  <a:lnTo>
                    <a:pt x="3463407" y="1079184"/>
                  </a:lnTo>
                  <a:lnTo>
                    <a:pt x="3462335" y="1079172"/>
                  </a:lnTo>
                  <a:lnTo>
                    <a:pt x="3461264" y="1079160"/>
                  </a:lnTo>
                  <a:lnTo>
                    <a:pt x="3460192" y="1079148"/>
                  </a:lnTo>
                  <a:lnTo>
                    <a:pt x="3459120" y="1079136"/>
                  </a:lnTo>
                  <a:lnTo>
                    <a:pt x="3458049" y="1079124"/>
                  </a:lnTo>
                  <a:lnTo>
                    <a:pt x="3456977" y="1079113"/>
                  </a:lnTo>
                  <a:lnTo>
                    <a:pt x="3455906" y="1079102"/>
                  </a:lnTo>
                  <a:lnTo>
                    <a:pt x="3454834" y="1079091"/>
                  </a:lnTo>
                  <a:lnTo>
                    <a:pt x="3453762" y="1079080"/>
                  </a:lnTo>
                  <a:lnTo>
                    <a:pt x="3452691" y="1079069"/>
                  </a:lnTo>
                  <a:lnTo>
                    <a:pt x="3451619" y="1079059"/>
                  </a:lnTo>
                  <a:lnTo>
                    <a:pt x="3450548" y="1079048"/>
                  </a:lnTo>
                  <a:lnTo>
                    <a:pt x="3449476" y="1079038"/>
                  </a:lnTo>
                  <a:lnTo>
                    <a:pt x="3448404" y="1079028"/>
                  </a:lnTo>
                  <a:lnTo>
                    <a:pt x="3447333" y="1079018"/>
                  </a:lnTo>
                  <a:lnTo>
                    <a:pt x="3446261" y="1079009"/>
                  </a:lnTo>
                  <a:lnTo>
                    <a:pt x="3445190" y="1078999"/>
                  </a:lnTo>
                  <a:lnTo>
                    <a:pt x="3444118" y="1078990"/>
                  </a:lnTo>
                  <a:lnTo>
                    <a:pt x="3443046" y="1078981"/>
                  </a:lnTo>
                  <a:lnTo>
                    <a:pt x="3441975" y="1078972"/>
                  </a:lnTo>
                  <a:lnTo>
                    <a:pt x="3440903" y="1078964"/>
                  </a:lnTo>
                  <a:lnTo>
                    <a:pt x="3439832" y="1078955"/>
                  </a:lnTo>
                  <a:lnTo>
                    <a:pt x="3438760" y="1078947"/>
                  </a:lnTo>
                  <a:lnTo>
                    <a:pt x="3437688" y="1078939"/>
                  </a:lnTo>
                  <a:lnTo>
                    <a:pt x="3436617" y="1078931"/>
                  </a:lnTo>
                  <a:lnTo>
                    <a:pt x="3435545" y="1078923"/>
                  </a:lnTo>
                  <a:lnTo>
                    <a:pt x="3434474" y="1078916"/>
                  </a:lnTo>
                  <a:lnTo>
                    <a:pt x="3433402" y="1078909"/>
                  </a:lnTo>
                  <a:lnTo>
                    <a:pt x="3432330" y="1078901"/>
                  </a:lnTo>
                  <a:lnTo>
                    <a:pt x="3431259" y="1078894"/>
                  </a:lnTo>
                  <a:lnTo>
                    <a:pt x="3430187" y="1078888"/>
                  </a:lnTo>
                  <a:lnTo>
                    <a:pt x="3429116" y="1078881"/>
                  </a:lnTo>
                  <a:lnTo>
                    <a:pt x="3428044" y="1078875"/>
                  </a:lnTo>
                  <a:lnTo>
                    <a:pt x="3426972" y="1078869"/>
                  </a:lnTo>
                  <a:lnTo>
                    <a:pt x="3425901" y="1078863"/>
                  </a:lnTo>
                  <a:lnTo>
                    <a:pt x="3424829" y="1078857"/>
                  </a:lnTo>
                  <a:lnTo>
                    <a:pt x="3423758" y="1078851"/>
                  </a:lnTo>
                  <a:lnTo>
                    <a:pt x="3422686" y="1078846"/>
                  </a:lnTo>
                  <a:lnTo>
                    <a:pt x="3421614" y="1078841"/>
                  </a:lnTo>
                  <a:lnTo>
                    <a:pt x="3420543" y="1078836"/>
                  </a:lnTo>
                  <a:lnTo>
                    <a:pt x="3419471" y="1078831"/>
                  </a:lnTo>
                  <a:lnTo>
                    <a:pt x="3418400" y="1078826"/>
                  </a:lnTo>
                  <a:lnTo>
                    <a:pt x="3417328" y="1078822"/>
                  </a:lnTo>
                  <a:lnTo>
                    <a:pt x="3416256" y="1078817"/>
                  </a:lnTo>
                  <a:lnTo>
                    <a:pt x="3415185" y="1078813"/>
                  </a:lnTo>
                  <a:lnTo>
                    <a:pt x="3414113" y="1078809"/>
                  </a:lnTo>
                  <a:lnTo>
                    <a:pt x="3413042" y="1078806"/>
                  </a:lnTo>
                  <a:lnTo>
                    <a:pt x="3411970" y="1078802"/>
                  </a:lnTo>
                  <a:lnTo>
                    <a:pt x="3410898" y="1078799"/>
                  </a:lnTo>
                  <a:lnTo>
                    <a:pt x="3409827" y="1078796"/>
                  </a:lnTo>
                  <a:lnTo>
                    <a:pt x="3408755" y="1078793"/>
                  </a:lnTo>
                  <a:lnTo>
                    <a:pt x="3407684" y="1078790"/>
                  </a:lnTo>
                  <a:lnTo>
                    <a:pt x="3406612" y="1078788"/>
                  </a:lnTo>
                  <a:lnTo>
                    <a:pt x="3405540" y="1078786"/>
                  </a:lnTo>
                  <a:lnTo>
                    <a:pt x="3404469" y="1078784"/>
                  </a:lnTo>
                  <a:lnTo>
                    <a:pt x="3403397" y="1078782"/>
                  </a:lnTo>
                  <a:lnTo>
                    <a:pt x="3402326" y="1078780"/>
                  </a:lnTo>
                  <a:lnTo>
                    <a:pt x="3401254" y="1078779"/>
                  </a:lnTo>
                  <a:lnTo>
                    <a:pt x="3400182" y="1078777"/>
                  </a:lnTo>
                  <a:lnTo>
                    <a:pt x="3399111" y="1078776"/>
                  </a:lnTo>
                  <a:lnTo>
                    <a:pt x="3398039" y="1078775"/>
                  </a:lnTo>
                  <a:lnTo>
                    <a:pt x="3396968" y="1078775"/>
                  </a:lnTo>
                  <a:lnTo>
                    <a:pt x="3395896" y="1078774"/>
                  </a:lnTo>
                  <a:lnTo>
                    <a:pt x="3394824" y="1078774"/>
                  </a:lnTo>
                  <a:lnTo>
                    <a:pt x="3393753" y="1078774"/>
                  </a:lnTo>
                  <a:lnTo>
                    <a:pt x="3392681" y="1078774"/>
                  </a:lnTo>
                  <a:lnTo>
                    <a:pt x="3391610" y="1078774"/>
                  </a:lnTo>
                  <a:lnTo>
                    <a:pt x="3390538" y="1078775"/>
                  </a:lnTo>
                  <a:lnTo>
                    <a:pt x="3389466" y="1078776"/>
                  </a:lnTo>
                  <a:lnTo>
                    <a:pt x="3388395" y="1078777"/>
                  </a:lnTo>
                  <a:lnTo>
                    <a:pt x="3387323" y="1078778"/>
                  </a:lnTo>
                  <a:lnTo>
                    <a:pt x="3386252" y="1078779"/>
                  </a:lnTo>
                  <a:lnTo>
                    <a:pt x="3385180" y="1078781"/>
                  </a:lnTo>
                  <a:lnTo>
                    <a:pt x="3384108" y="1078783"/>
                  </a:lnTo>
                  <a:lnTo>
                    <a:pt x="3383037" y="1078785"/>
                  </a:lnTo>
                  <a:lnTo>
                    <a:pt x="3381965" y="1078787"/>
                  </a:lnTo>
                  <a:lnTo>
                    <a:pt x="3380894" y="1078789"/>
                  </a:lnTo>
                  <a:lnTo>
                    <a:pt x="3379822" y="1078792"/>
                  </a:lnTo>
                  <a:lnTo>
                    <a:pt x="3378750" y="1078795"/>
                  </a:lnTo>
                  <a:lnTo>
                    <a:pt x="3377679" y="1078798"/>
                  </a:lnTo>
                  <a:lnTo>
                    <a:pt x="3376607" y="1078801"/>
                  </a:lnTo>
                  <a:lnTo>
                    <a:pt x="3375536" y="1078804"/>
                  </a:lnTo>
                  <a:lnTo>
                    <a:pt x="3374464" y="1078808"/>
                  </a:lnTo>
                  <a:lnTo>
                    <a:pt x="3373392" y="1078812"/>
                  </a:lnTo>
                  <a:lnTo>
                    <a:pt x="3372321" y="1078816"/>
                  </a:lnTo>
                  <a:lnTo>
                    <a:pt x="3371249" y="1078820"/>
                  </a:lnTo>
                  <a:lnTo>
                    <a:pt x="3370178" y="1078825"/>
                  </a:lnTo>
                  <a:lnTo>
                    <a:pt x="3369106" y="1078830"/>
                  </a:lnTo>
                  <a:lnTo>
                    <a:pt x="3368035" y="1078835"/>
                  </a:lnTo>
                  <a:lnTo>
                    <a:pt x="3366963" y="1078840"/>
                  </a:lnTo>
                  <a:lnTo>
                    <a:pt x="3365891" y="1078845"/>
                  </a:lnTo>
                  <a:lnTo>
                    <a:pt x="3364820" y="1078851"/>
                  </a:lnTo>
                  <a:lnTo>
                    <a:pt x="3363748" y="1078856"/>
                  </a:lnTo>
                  <a:lnTo>
                    <a:pt x="3362677" y="1078862"/>
                  </a:lnTo>
                  <a:lnTo>
                    <a:pt x="3361605" y="1078869"/>
                  </a:lnTo>
                  <a:lnTo>
                    <a:pt x="3360533" y="1078875"/>
                  </a:lnTo>
                  <a:lnTo>
                    <a:pt x="3359462" y="1078882"/>
                  </a:lnTo>
                  <a:lnTo>
                    <a:pt x="3358390" y="1078889"/>
                  </a:lnTo>
                  <a:lnTo>
                    <a:pt x="3357319" y="1078896"/>
                  </a:lnTo>
                  <a:lnTo>
                    <a:pt x="3356247" y="1078903"/>
                  </a:lnTo>
                  <a:lnTo>
                    <a:pt x="3355175" y="1078911"/>
                  </a:lnTo>
                  <a:lnTo>
                    <a:pt x="3354104" y="1078918"/>
                  </a:lnTo>
                  <a:lnTo>
                    <a:pt x="3353032" y="1078926"/>
                  </a:lnTo>
                  <a:lnTo>
                    <a:pt x="3351961" y="1078934"/>
                  </a:lnTo>
                  <a:lnTo>
                    <a:pt x="3350889" y="1078943"/>
                  </a:lnTo>
                  <a:lnTo>
                    <a:pt x="3349817" y="1078951"/>
                  </a:lnTo>
                  <a:lnTo>
                    <a:pt x="3348746" y="1078960"/>
                  </a:lnTo>
                  <a:lnTo>
                    <a:pt x="3347674" y="1078969"/>
                  </a:lnTo>
                  <a:lnTo>
                    <a:pt x="3346603" y="1078979"/>
                  </a:lnTo>
                  <a:lnTo>
                    <a:pt x="3345531" y="1078988"/>
                  </a:lnTo>
                  <a:lnTo>
                    <a:pt x="3344459" y="1078998"/>
                  </a:lnTo>
                  <a:lnTo>
                    <a:pt x="3343388" y="1079008"/>
                  </a:lnTo>
                  <a:lnTo>
                    <a:pt x="3342316" y="1079018"/>
                  </a:lnTo>
                  <a:lnTo>
                    <a:pt x="3341245" y="1079028"/>
                  </a:lnTo>
                  <a:lnTo>
                    <a:pt x="3340173" y="1079039"/>
                  </a:lnTo>
                  <a:lnTo>
                    <a:pt x="3339101" y="1079050"/>
                  </a:lnTo>
                  <a:lnTo>
                    <a:pt x="3338030" y="1079061"/>
                  </a:lnTo>
                  <a:lnTo>
                    <a:pt x="3336958" y="1079072"/>
                  </a:lnTo>
                  <a:lnTo>
                    <a:pt x="3335887" y="1079083"/>
                  </a:lnTo>
                  <a:lnTo>
                    <a:pt x="3334815" y="1079095"/>
                  </a:lnTo>
                  <a:lnTo>
                    <a:pt x="3333743" y="1079107"/>
                  </a:lnTo>
                  <a:lnTo>
                    <a:pt x="3332672" y="1079119"/>
                  </a:lnTo>
                  <a:lnTo>
                    <a:pt x="3331600" y="1079132"/>
                  </a:lnTo>
                  <a:lnTo>
                    <a:pt x="3330529" y="1079144"/>
                  </a:lnTo>
                  <a:lnTo>
                    <a:pt x="3329457" y="1079157"/>
                  </a:lnTo>
                  <a:lnTo>
                    <a:pt x="3328385" y="1079170"/>
                  </a:lnTo>
                  <a:lnTo>
                    <a:pt x="3327314" y="1079183"/>
                  </a:lnTo>
                  <a:lnTo>
                    <a:pt x="3326242" y="1079197"/>
                  </a:lnTo>
                  <a:lnTo>
                    <a:pt x="3325171" y="1079211"/>
                  </a:lnTo>
                  <a:lnTo>
                    <a:pt x="3324099" y="1079225"/>
                  </a:lnTo>
                  <a:lnTo>
                    <a:pt x="3323027" y="1079239"/>
                  </a:lnTo>
                  <a:lnTo>
                    <a:pt x="3321956" y="1079253"/>
                  </a:lnTo>
                  <a:lnTo>
                    <a:pt x="3320884" y="1079268"/>
                  </a:lnTo>
                  <a:lnTo>
                    <a:pt x="3319813" y="1079283"/>
                  </a:lnTo>
                  <a:lnTo>
                    <a:pt x="3318741" y="1079298"/>
                  </a:lnTo>
                  <a:lnTo>
                    <a:pt x="3317669" y="1079313"/>
                  </a:lnTo>
                  <a:lnTo>
                    <a:pt x="3316598" y="1079329"/>
                  </a:lnTo>
                  <a:lnTo>
                    <a:pt x="3315526" y="1079345"/>
                  </a:lnTo>
                  <a:lnTo>
                    <a:pt x="3314455" y="1079361"/>
                  </a:lnTo>
                  <a:lnTo>
                    <a:pt x="3313383" y="1079377"/>
                  </a:lnTo>
                  <a:lnTo>
                    <a:pt x="3312311" y="1079394"/>
                  </a:lnTo>
                  <a:lnTo>
                    <a:pt x="3311240" y="1079411"/>
                  </a:lnTo>
                  <a:lnTo>
                    <a:pt x="3310168" y="1079428"/>
                  </a:lnTo>
                  <a:lnTo>
                    <a:pt x="3309097" y="1079445"/>
                  </a:lnTo>
                  <a:lnTo>
                    <a:pt x="3308025" y="1079462"/>
                  </a:lnTo>
                  <a:lnTo>
                    <a:pt x="3306953" y="1079480"/>
                  </a:lnTo>
                  <a:lnTo>
                    <a:pt x="3305882" y="1079498"/>
                  </a:lnTo>
                  <a:lnTo>
                    <a:pt x="3304810" y="1079516"/>
                  </a:lnTo>
                  <a:lnTo>
                    <a:pt x="3303739" y="1079534"/>
                  </a:lnTo>
                  <a:lnTo>
                    <a:pt x="3302667" y="1079553"/>
                  </a:lnTo>
                  <a:lnTo>
                    <a:pt x="3301595" y="1079572"/>
                  </a:lnTo>
                  <a:lnTo>
                    <a:pt x="3300524" y="1079591"/>
                  </a:lnTo>
                  <a:lnTo>
                    <a:pt x="3299452" y="1079610"/>
                  </a:lnTo>
                  <a:lnTo>
                    <a:pt x="3298381" y="1079630"/>
                  </a:lnTo>
                  <a:lnTo>
                    <a:pt x="3297309" y="1079650"/>
                  </a:lnTo>
                  <a:lnTo>
                    <a:pt x="3296237" y="1079670"/>
                  </a:lnTo>
                  <a:lnTo>
                    <a:pt x="3295166" y="1079690"/>
                  </a:lnTo>
                  <a:lnTo>
                    <a:pt x="3294094" y="1079711"/>
                  </a:lnTo>
                  <a:lnTo>
                    <a:pt x="3293023" y="1079732"/>
                  </a:lnTo>
                  <a:lnTo>
                    <a:pt x="3291951" y="1079753"/>
                  </a:lnTo>
                  <a:lnTo>
                    <a:pt x="3290879" y="1079774"/>
                  </a:lnTo>
                  <a:lnTo>
                    <a:pt x="3289808" y="1079795"/>
                  </a:lnTo>
                  <a:lnTo>
                    <a:pt x="3288736" y="1079817"/>
                  </a:lnTo>
                  <a:lnTo>
                    <a:pt x="3287665" y="1079839"/>
                  </a:lnTo>
                  <a:lnTo>
                    <a:pt x="3286593" y="1079861"/>
                  </a:lnTo>
                  <a:lnTo>
                    <a:pt x="3285521" y="1079884"/>
                  </a:lnTo>
                  <a:lnTo>
                    <a:pt x="3284450" y="1079907"/>
                  </a:lnTo>
                  <a:lnTo>
                    <a:pt x="3283378" y="1079930"/>
                  </a:lnTo>
                  <a:lnTo>
                    <a:pt x="3282307" y="1079953"/>
                  </a:lnTo>
                  <a:lnTo>
                    <a:pt x="3281235" y="1079976"/>
                  </a:lnTo>
                  <a:lnTo>
                    <a:pt x="3280163" y="1080000"/>
                  </a:lnTo>
                  <a:lnTo>
                    <a:pt x="3279092" y="1080024"/>
                  </a:lnTo>
                  <a:lnTo>
                    <a:pt x="3278020" y="1080048"/>
                  </a:lnTo>
                  <a:lnTo>
                    <a:pt x="3276949" y="1080073"/>
                  </a:lnTo>
                  <a:lnTo>
                    <a:pt x="3275877" y="1080097"/>
                  </a:lnTo>
                  <a:lnTo>
                    <a:pt x="3274805" y="1080122"/>
                  </a:lnTo>
                  <a:lnTo>
                    <a:pt x="3273734" y="1080148"/>
                  </a:lnTo>
                  <a:lnTo>
                    <a:pt x="3272662" y="1080173"/>
                  </a:lnTo>
                  <a:lnTo>
                    <a:pt x="3271591" y="1080199"/>
                  </a:lnTo>
                  <a:lnTo>
                    <a:pt x="3270519" y="1080225"/>
                  </a:lnTo>
                  <a:lnTo>
                    <a:pt x="3269447" y="1080251"/>
                  </a:lnTo>
                  <a:lnTo>
                    <a:pt x="3268376" y="1080277"/>
                  </a:lnTo>
                  <a:lnTo>
                    <a:pt x="3267304" y="1080304"/>
                  </a:lnTo>
                  <a:lnTo>
                    <a:pt x="3266233" y="1080331"/>
                  </a:lnTo>
                  <a:lnTo>
                    <a:pt x="3265161" y="1080358"/>
                  </a:lnTo>
                  <a:lnTo>
                    <a:pt x="3264089" y="1080386"/>
                  </a:lnTo>
                  <a:lnTo>
                    <a:pt x="3263018" y="1080413"/>
                  </a:lnTo>
                  <a:lnTo>
                    <a:pt x="3261946" y="1080441"/>
                  </a:lnTo>
                  <a:lnTo>
                    <a:pt x="3260875" y="1080469"/>
                  </a:lnTo>
                  <a:lnTo>
                    <a:pt x="3259803" y="1080498"/>
                  </a:lnTo>
                  <a:lnTo>
                    <a:pt x="3258731" y="1080527"/>
                  </a:lnTo>
                  <a:lnTo>
                    <a:pt x="3257660" y="1080556"/>
                  </a:lnTo>
                  <a:lnTo>
                    <a:pt x="3256588" y="1080585"/>
                  </a:lnTo>
                  <a:lnTo>
                    <a:pt x="3255517" y="1080614"/>
                  </a:lnTo>
                  <a:lnTo>
                    <a:pt x="3254445" y="1080644"/>
                  </a:lnTo>
                  <a:lnTo>
                    <a:pt x="3253373" y="1080674"/>
                  </a:lnTo>
                  <a:lnTo>
                    <a:pt x="3252302" y="1080704"/>
                  </a:lnTo>
                  <a:lnTo>
                    <a:pt x="3251230" y="1080735"/>
                  </a:lnTo>
                  <a:lnTo>
                    <a:pt x="3250159" y="1080765"/>
                  </a:lnTo>
                  <a:lnTo>
                    <a:pt x="3249087" y="1080796"/>
                  </a:lnTo>
                  <a:lnTo>
                    <a:pt x="3248015" y="1080828"/>
                  </a:lnTo>
                  <a:lnTo>
                    <a:pt x="3246944" y="1080859"/>
                  </a:lnTo>
                  <a:lnTo>
                    <a:pt x="3245872" y="1080891"/>
                  </a:lnTo>
                  <a:lnTo>
                    <a:pt x="3244801" y="1080923"/>
                  </a:lnTo>
                  <a:lnTo>
                    <a:pt x="3243729" y="1080955"/>
                  </a:lnTo>
                  <a:lnTo>
                    <a:pt x="3242657" y="1080988"/>
                  </a:lnTo>
                  <a:lnTo>
                    <a:pt x="3241586" y="1081021"/>
                  </a:lnTo>
                  <a:lnTo>
                    <a:pt x="3240514" y="1081054"/>
                  </a:lnTo>
                  <a:lnTo>
                    <a:pt x="3239443" y="1081087"/>
                  </a:lnTo>
                  <a:lnTo>
                    <a:pt x="3238371" y="1081121"/>
                  </a:lnTo>
                  <a:lnTo>
                    <a:pt x="3237299" y="1081155"/>
                  </a:lnTo>
                  <a:lnTo>
                    <a:pt x="3236228" y="1081189"/>
                  </a:lnTo>
                  <a:lnTo>
                    <a:pt x="3235156" y="1081223"/>
                  </a:lnTo>
                  <a:lnTo>
                    <a:pt x="3234085" y="1081258"/>
                  </a:lnTo>
                  <a:lnTo>
                    <a:pt x="3233013" y="1081293"/>
                  </a:lnTo>
                  <a:lnTo>
                    <a:pt x="3231941" y="1081328"/>
                  </a:lnTo>
                  <a:lnTo>
                    <a:pt x="3230870" y="1081363"/>
                  </a:lnTo>
                  <a:lnTo>
                    <a:pt x="3229798" y="1081399"/>
                  </a:lnTo>
                  <a:lnTo>
                    <a:pt x="3228727" y="1081435"/>
                  </a:lnTo>
                  <a:lnTo>
                    <a:pt x="3227655" y="1081471"/>
                  </a:lnTo>
                  <a:lnTo>
                    <a:pt x="3226583" y="1081508"/>
                  </a:lnTo>
                  <a:lnTo>
                    <a:pt x="3225512" y="1081545"/>
                  </a:lnTo>
                  <a:lnTo>
                    <a:pt x="3224440" y="1081582"/>
                  </a:lnTo>
                  <a:lnTo>
                    <a:pt x="3223369" y="1081619"/>
                  </a:lnTo>
                  <a:lnTo>
                    <a:pt x="3222297" y="1081657"/>
                  </a:lnTo>
                  <a:lnTo>
                    <a:pt x="3221225" y="1081694"/>
                  </a:lnTo>
                  <a:lnTo>
                    <a:pt x="3220154" y="1081733"/>
                  </a:lnTo>
                  <a:lnTo>
                    <a:pt x="3219082" y="1081771"/>
                  </a:lnTo>
                  <a:lnTo>
                    <a:pt x="3218011" y="1081810"/>
                  </a:lnTo>
                  <a:lnTo>
                    <a:pt x="3216939" y="1081848"/>
                  </a:lnTo>
                  <a:lnTo>
                    <a:pt x="3215867" y="1081888"/>
                  </a:lnTo>
                  <a:lnTo>
                    <a:pt x="3214796" y="1081927"/>
                  </a:lnTo>
                  <a:lnTo>
                    <a:pt x="3213724" y="1081967"/>
                  </a:lnTo>
                  <a:lnTo>
                    <a:pt x="3212653" y="1082007"/>
                  </a:lnTo>
                  <a:lnTo>
                    <a:pt x="3211581" y="1082047"/>
                  </a:lnTo>
                  <a:lnTo>
                    <a:pt x="3210509" y="1082088"/>
                  </a:lnTo>
                  <a:lnTo>
                    <a:pt x="3209438" y="1082129"/>
                  </a:lnTo>
                  <a:lnTo>
                    <a:pt x="3208366" y="1082170"/>
                  </a:lnTo>
                  <a:lnTo>
                    <a:pt x="3207295" y="1082211"/>
                  </a:lnTo>
                  <a:lnTo>
                    <a:pt x="3206223" y="1082253"/>
                  </a:lnTo>
                  <a:lnTo>
                    <a:pt x="3205151" y="1082295"/>
                  </a:lnTo>
                  <a:lnTo>
                    <a:pt x="3204080" y="1082337"/>
                  </a:lnTo>
                  <a:lnTo>
                    <a:pt x="3203008" y="1082379"/>
                  </a:lnTo>
                  <a:lnTo>
                    <a:pt x="3201937" y="1082422"/>
                  </a:lnTo>
                  <a:lnTo>
                    <a:pt x="3200865" y="1082465"/>
                  </a:lnTo>
                  <a:lnTo>
                    <a:pt x="3199793" y="1082508"/>
                  </a:lnTo>
                  <a:lnTo>
                    <a:pt x="3198722" y="1082552"/>
                  </a:lnTo>
                  <a:lnTo>
                    <a:pt x="3197650" y="1082596"/>
                  </a:lnTo>
                  <a:lnTo>
                    <a:pt x="3196579" y="1082640"/>
                  </a:lnTo>
                  <a:lnTo>
                    <a:pt x="3195507" y="1082684"/>
                  </a:lnTo>
                  <a:lnTo>
                    <a:pt x="3194436" y="1082729"/>
                  </a:lnTo>
                  <a:lnTo>
                    <a:pt x="3193364" y="1082774"/>
                  </a:lnTo>
                  <a:lnTo>
                    <a:pt x="3192292" y="1082819"/>
                  </a:lnTo>
                  <a:lnTo>
                    <a:pt x="3191221" y="1082865"/>
                  </a:lnTo>
                  <a:lnTo>
                    <a:pt x="3190149" y="1082911"/>
                  </a:lnTo>
                  <a:lnTo>
                    <a:pt x="3189078" y="1082957"/>
                  </a:lnTo>
                  <a:lnTo>
                    <a:pt x="3188006" y="1083003"/>
                  </a:lnTo>
                  <a:lnTo>
                    <a:pt x="3186934" y="1083050"/>
                  </a:lnTo>
                  <a:lnTo>
                    <a:pt x="3185863" y="1083097"/>
                  </a:lnTo>
                  <a:lnTo>
                    <a:pt x="3184791" y="1083144"/>
                  </a:lnTo>
                  <a:lnTo>
                    <a:pt x="3183720" y="1083191"/>
                  </a:lnTo>
                  <a:lnTo>
                    <a:pt x="3182648" y="1083239"/>
                  </a:lnTo>
                  <a:lnTo>
                    <a:pt x="3181576" y="1083287"/>
                  </a:lnTo>
                  <a:lnTo>
                    <a:pt x="3180505" y="1083336"/>
                  </a:lnTo>
                  <a:lnTo>
                    <a:pt x="3179433" y="1083384"/>
                  </a:lnTo>
                  <a:lnTo>
                    <a:pt x="3178362" y="1083433"/>
                  </a:lnTo>
                  <a:lnTo>
                    <a:pt x="3177290" y="1083482"/>
                  </a:lnTo>
                  <a:lnTo>
                    <a:pt x="3176218" y="1083532"/>
                  </a:lnTo>
                  <a:lnTo>
                    <a:pt x="3175147" y="1083582"/>
                  </a:lnTo>
                  <a:lnTo>
                    <a:pt x="3174075" y="1083632"/>
                  </a:lnTo>
                  <a:lnTo>
                    <a:pt x="3173004" y="1083682"/>
                  </a:lnTo>
                  <a:lnTo>
                    <a:pt x="3171932" y="1083733"/>
                  </a:lnTo>
                  <a:lnTo>
                    <a:pt x="3170860" y="1083784"/>
                  </a:lnTo>
                  <a:lnTo>
                    <a:pt x="3169789" y="1083835"/>
                  </a:lnTo>
                  <a:lnTo>
                    <a:pt x="3168717" y="1083886"/>
                  </a:lnTo>
                  <a:lnTo>
                    <a:pt x="3167646" y="1083938"/>
                  </a:lnTo>
                  <a:lnTo>
                    <a:pt x="3166574" y="1083990"/>
                  </a:lnTo>
                  <a:lnTo>
                    <a:pt x="3165502" y="1084042"/>
                  </a:lnTo>
                  <a:lnTo>
                    <a:pt x="3164431" y="1084095"/>
                  </a:lnTo>
                  <a:lnTo>
                    <a:pt x="3163359" y="1084148"/>
                  </a:lnTo>
                  <a:lnTo>
                    <a:pt x="3162288" y="1084201"/>
                  </a:lnTo>
                  <a:lnTo>
                    <a:pt x="3161216" y="1084255"/>
                  </a:lnTo>
                  <a:lnTo>
                    <a:pt x="3160144" y="1084309"/>
                  </a:lnTo>
                  <a:lnTo>
                    <a:pt x="3159073" y="1084363"/>
                  </a:lnTo>
                  <a:lnTo>
                    <a:pt x="3158001" y="1084417"/>
                  </a:lnTo>
                  <a:lnTo>
                    <a:pt x="3156930" y="1084472"/>
                  </a:lnTo>
                  <a:lnTo>
                    <a:pt x="3155858" y="1084527"/>
                  </a:lnTo>
                  <a:lnTo>
                    <a:pt x="3154786" y="1084582"/>
                  </a:lnTo>
                  <a:lnTo>
                    <a:pt x="3153715" y="1084638"/>
                  </a:lnTo>
                  <a:lnTo>
                    <a:pt x="3152643" y="1084694"/>
                  </a:lnTo>
                  <a:lnTo>
                    <a:pt x="3151572" y="1084750"/>
                  </a:lnTo>
                  <a:lnTo>
                    <a:pt x="3150500" y="1084806"/>
                  </a:lnTo>
                  <a:lnTo>
                    <a:pt x="3149428" y="1084863"/>
                  </a:lnTo>
                  <a:lnTo>
                    <a:pt x="3148357" y="1084920"/>
                  </a:lnTo>
                  <a:lnTo>
                    <a:pt x="3147285" y="1084977"/>
                  </a:lnTo>
                  <a:lnTo>
                    <a:pt x="3146214" y="1085035"/>
                  </a:lnTo>
                  <a:lnTo>
                    <a:pt x="3145142" y="1085093"/>
                  </a:lnTo>
                  <a:lnTo>
                    <a:pt x="3144070" y="1085151"/>
                  </a:lnTo>
                  <a:lnTo>
                    <a:pt x="3142999" y="1085210"/>
                  </a:lnTo>
                  <a:lnTo>
                    <a:pt x="3141927" y="1085268"/>
                  </a:lnTo>
                  <a:lnTo>
                    <a:pt x="3140856" y="1085328"/>
                  </a:lnTo>
                  <a:lnTo>
                    <a:pt x="3139784" y="1085387"/>
                  </a:lnTo>
                  <a:lnTo>
                    <a:pt x="3138712" y="1085447"/>
                  </a:lnTo>
                  <a:lnTo>
                    <a:pt x="3137641" y="1085507"/>
                  </a:lnTo>
                  <a:lnTo>
                    <a:pt x="3136569" y="1085567"/>
                  </a:lnTo>
                  <a:lnTo>
                    <a:pt x="3135498" y="1085628"/>
                  </a:lnTo>
                  <a:lnTo>
                    <a:pt x="3134426" y="1085689"/>
                  </a:lnTo>
                  <a:lnTo>
                    <a:pt x="3133354" y="1085750"/>
                  </a:lnTo>
                  <a:lnTo>
                    <a:pt x="3132283" y="1085811"/>
                  </a:lnTo>
                  <a:lnTo>
                    <a:pt x="3131211" y="1085873"/>
                  </a:lnTo>
                  <a:lnTo>
                    <a:pt x="3130140" y="1085935"/>
                  </a:lnTo>
                  <a:lnTo>
                    <a:pt x="3129068" y="1085998"/>
                  </a:lnTo>
                  <a:lnTo>
                    <a:pt x="3127996" y="1086061"/>
                  </a:lnTo>
                  <a:lnTo>
                    <a:pt x="3126925" y="1086124"/>
                  </a:lnTo>
                  <a:lnTo>
                    <a:pt x="3125853" y="1086187"/>
                  </a:lnTo>
                  <a:lnTo>
                    <a:pt x="3124782" y="1086251"/>
                  </a:lnTo>
                  <a:lnTo>
                    <a:pt x="3123710" y="1086315"/>
                  </a:lnTo>
                  <a:lnTo>
                    <a:pt x="3122638" y="1086379"/>
                  </a:lnTo>
                  <a:lnTo>
                    <a:pt x="3121567" y="1086444"/>
                  </a:lnTo>
                  <a:lnTo>
                    <a:pt x="3120495" y="1086508"/>
                  </a:lnTo>
                  <a:lnTo>
                    <a:pt x="3119424" y="1086574"/>
                  </a:lnTo>
                  <a:lnTo>
                    <a:pt x="3118352" y="1086639"/>
                  </a:lnTo>
                  <a:lnTo>
                    <a:pt x="3117280" y="1086705"/>
                  </a:lnTo>
                  <a:lnTo>
                    <a:pt x="3116209" y="1086771"/>
                  </a:lnTo>
                  <a:lnTo>
                    <a:pt x="3115137" y="1086837"/>
                  </a:lnTo>
                  <a:lnTo>
                    <a:pt x="3114066" y="1086904"/>
                  </a:lnTo>
                  <a:lnTo>
                    <a:pt x="3112994" y="1086971"/>
                  </a:lnTo>
                  <a:lnTo>
                    <a:pt x="3111922" y="1087039"/>
                  </a:lnTo>
                  <a:lnTo>
                    <a:pt x="3110851" y="1087106"/>
                  </a:lnTo>
                  <a:lnTo>
                    <a:pt x="3109779" y="1087174"/>
                  </a:lnTo>
                  <a:lnTo>
                    <a:pt x="3108708" y="1087242"/>
                  </a:lnTo>
                  <a:lnTo>
                    <a:pt x="3107636" y="1087311"/>
                  </a:lnTo>
                  <a:lnTo>
                    <a:pt x="3106564" y="1087380"/>
                  </a:lnTo>
                  <a:lnTo>
                    <a:pt x="3105493" y="1087449"/>
                  </a:lnTo>
                  <a:lnTo>
                    <a:pt x="3104421" y="1087519"/>
                  </a:lnTo>
                  <a:lnTo>
                    <a:pt x="3103350" y="1087588"/>
                  </a:lnTo>
                  <a:lnTo>
                    <a:pt x="3102278" y="1087659"/>
                  </a:lnTo>
                  <a:lnTo>
                    <a:pt x="3101206" y="1087729"/>
                  </a:lnTo>
                  <a:lnTo>
                    <a:pt x="3100135" y="1087800"/>
                  </a:lnTo>
                  <a:lnTo>
                    <a:pt x="3099063" y="1087871"/>
                  </a:lnTo>
                  <a:lnTo>
                    <a:pt x="3097992" y="1087942"/>
                  </a:lnTo>
                  <a:lnTo>
                    <a:pt x="3096920" y="1088014"/>
                  </a:lnTo>
                  <a:lnTo>
                    <a:pt x="3095848" y="1088086"/>
                  </a:lnTo>
                  <a:lnTo>
                    <a:pt x="3094777" y="1088158"/>
                  </a:lnTo>
                  <a:lnTo>
                    <a:pt x="3093705" y="1088231"/>
                  </a:lnTo>
                  <a:lnTo>
                    <a:pt x="3092634" y="1088304"/>
                  </a:lnTo>
                  <a:lnTo>
                    <a:pt x="3091562" y="1088377"/>
                  </a:lnTo>
                  <a:lnTo>
                    <a:pt x="3090490" y="1088451"/>
                  </a:lnTo>
                  <a:lnTo>
                    <a:pt x="3089419" y="1088525"/>
                  </a:lnTo>
                  <a:lnTo>
                    <a:pt x="3088347" y="1088599"/>
                  </a:lnTo>
                  <a:lnTo>
                    <a:pt x="3087276" y="1088674"/>
                  </a:lnTo>
                  <a:lnTo>
                    <a:pt x="3086204" y="1088748"/>
                  </a:lnTo>
                  <a:lnTo>
                    <a:pt x="3085132" y="1088824"/>
                  </a:lnTo>
                  <a:lnTo>
                    <a:pt x="3084061" y="1088899"/>
                  </a:lnTo>
                  <a:lnTo>
                    <a:pt x="3082989" y="1088975"/>
                  </a:lnTo>
                  <a:lnTo>
                    <a:pt x="3081918" y="1089051"/>
                  </a:lnTo>
                  <a:lnTo>
                    <a:pt x="3080846" y="1089128"/>
                  </a:lnTo>
                  <a:lnTo>
                    <a:pt x="3079774" y="1089204"/>
                  </a:lnTo>
                  <a:lnTo>
                    <a:pt x="3078703" y="1089281"/>
                  </a:lnTo>
                  <a:lnTo>
                    <a:pt x="3077631" y="1089359"/>
                  </a:lnTo>
                  <a:lnTo>
                    <a:pt x="3076560" y="1089437"/>
                  </a:lnTo>
                  <a:lnTo>
                    <a:pt x="3075488" y="1089515"/>
                  </a:lnTo>
                  <a:lnTo>
                    <a:pt x="3074416" y="1089593"/>
                  </a:lnTo>
                  <a:lnTo>
                    <a:pt x="3073345" y="1089672"/>
                  </a:lnTo>
                  <a:lnTo>
                    <a:pt x="3072273" y="1089751"/>
                  </a:lnTo>
                  <a:lnTo>
                    <a:pt x="3071202" y="1089830"/>
                  </a:lnTo>
                  <a:lnTo>
                    <a:pt x="3070130" y="1089910"/>
                  </a:lnTo>
                  <a:lnTo>
                    <a:pt x="3069058" y="1089990"/>
                  </a:lnTo>
                  <a:lnTo>
                    <a:pt x="3067987" y="1090070"/>
                  </a:lnTo>
                  <a:lnTo>
                    <a:pt x="3066915" y="1090151"/>
                  </a:lnTo>
                  <a:lnTo>
                    <a:pt x="3065844" y="1090232"/>
                  </a:lnTo>
                  <a:lnTo>
                    <a:pt x="3064772" y="1090313"/>
                  </a:lnTo>
                  <a:lnTo>
                    <a:pt x="3063700" y="1090395"/>
                  </a:lnTo>
                  <a:lnTo>
                    <a:pt x="3062629" y="1090477"/>
                  </a:lnTo>
                  <a:lnTo>
                    <a:pt x="3061557" y="1090559"/>
                  </a:lnTo>
                  <a:lnTo>
                    <a:pt x="3060486" y="1090642"/>
                  </a:lnTo>
                  <a:lnTo>
                    <a:pt x="3059414" y="1090724"/>
                  </a:lnTo>
                  <a:lnTo>
                    <a:pt x="3058342" y="1090808"/>
                  </a:lnTo>
                  <a:lnTo>
                    <a:pt x="3057271" y="1090891"/>
                  </a:lnTo>
                  <a:lnTo>
                    <a:pt x="3056199" y="1090975"/>
                  </a:lnTo>
                  <a:lnTo>
                    <a:pt x="3055128" y="1091059"/>
                  </a:lnTo>
                  <a:lnTo>
                    <a:pt x="3054056" y="1091144"/>
                  </a:lnTo>
                  <a:lnTo>
                    <a:pt x="3052984" y="1091229"/>
                  </a:lnTo>
                  <a:lnTo>
                    <a:pt x="3051913" y="1091314"/>
                  </a:lnTo>
                  <a:lnTo>
                    <a:pt x="3050841" y="1091400"/>
                  </a:lnTo>
                  <a:lnTo>
                    <a:pt x="3049770" y="1091486"/>
                  </a:lnTo>
                  <a:lnTo>
                    <a:pt x="3048698" y="1091572"/>
                  </a:lnTo>
                  <a:lnTo>
                    <a:pt x="3047626" y="1091658"/>
                  </a:lnTo>
                  <a:lnTo>
                    <a:pt x="3046555" y="1091745"/>
                  </a:lnTo>
                  <a:lnTo>
                    <a:pt x="3045483" y="1091832"/>
                  </a:lnTo>
                  <a:lnTo>
                    <a:pt x="3044412" y="1091920"/>
                  </a:lnTo>
                  <a:lnTo>
                    <a:pt x="3043340" y="1092008"/>
                  </a:lnTo>
                  <a:lnTo>
                    <a:pt x="3042268" y="1092096"/>
                  </a:lnTo>
                  <a:lnTo>
                    <a:pt x="3041197" y="1092184"/>
                  </a:lnTo>
                  <a:lnTo>
                    <a:pt x="3040125" y="1092273"/>
                  </a:lnTo>
                  <a:lnTo>
                    <a:pt x="3039054" y="1092363"/>
                  </a:lnTo>
                  <a:lnTo>
                    <a:pt x="3037982" y="1092452"/>
                  </a:lnTo>
                  <a:lnTo>
                    <a:pt x="3036910" y="1092542"/>
                  </a:lnTo>
                  <a:lnTo>
                    <a:pt x="3035839" y="1092632"/>
                  </a:lnTo>
                  <a:lnTo>
                    <a:pt x="3034767" y="1092723"/>
                  </a:lnTo>
                  <a:lnTo>
                    <a:pt x="3033696" y="1092813"/>
                  </a:lnTo>
                  <a:lnTo>
                    <a:pt x="3032624" y="1092905"/>
                  </a:lnTo>
                  <a:lnTo>
                    <a:pt x="3031552" y="1092996"/>
                  </a:lnTo>
                  <a:lnTo>
                    <a:pt x="3030481" y="1093088"/>
                  </a:lnTo>
                  <a:lnTo>
                    <a:pt x="3029409" y="1093180"/>
                  </a:lnTo>
                  <a:lnTo>
                    <a:pt x="3028338" y="1093273"/>
                  </a:lnTo>
                  <a:lnTo>
                    <a:pt x="3027266" y="1093366"/>
                  </a:lnTo>
                  <a:lnTo>
                    <a:pt x="3026194" y="1093459"/>
                  </a:lnTo>
                  <a:lnTo>
                    <a:pt x="3025123" y="1093552"/>
                  </a:lnTo>
                  <a:lnTo>
                    <a:pt x="3024051" y="1093646"/>
                  </a:lnTo>
                  <a:lnTo>
                    <a:pt x="3022980" y="1093741"/>
                  </a:lnTo>
                  <a:lnTo>
                    <a:pt x="3021908" y="1093835"/>
                  </a:lnTo>
                  <a:lnTo>
                    <a:pt x="3020836" y="1093930"/>
                  </a:lnTo>
                  <a:lnTo>
                    <a:pt x="3019765" y="1094025"/>
                  </a:lnTo>
                  <a:lnTo>
                    <a:pt x="3018693" y="1094121"/>
                  </a:lnTo>
                  <a:lnTo>
                    <a:pt x="3017622" y="1094217"/>
                  </a:lnTo>
                  <a:lnTo>
                    <a:pt x="3016550" y="1094313"/>
                  </a:lnTo>
                  <a:lnTo>
                    <a:pt x="3015479" y="1094409"/>
                  </a:lnTo>
                  <a:lnTo>
                    <a:pt x="3014407" y="1094506"/>
                  </a:lnTo>
                  <a:lnTo>
                    <a:pt x="3013335" y="1094604"/>
                  </a:lnTo>
                  <a:lnTo>
                    <a:pt x="3012264" y="1094701"/>
                  </a:lnTo>
                  <a:lnTo>
                    <a:pt x="3011192" y="1094799"/>
                  </a:lnTo>
                  <a:lnTo>
                    <a:pt x="3010121" y="1094897"/>
                  </a:lnTo>
                  <a:lnTo>
                    <a:pt x="3009049" y="1094996"/>
                  </a:lnTo>
                  <a:lnTo>
                    <a:pt x="3007977" y="1095095"/>
                  </a:lnTo>
                  <a:lnTo>
                    <a:pt x="3006906" y="1095194"/>
                  </a:lnTo>
                  <a:lnTo>
                    <a:pt x="3005834" y="1095294"/>
                  </a:lnTo>
                  <a:lnTo>
                    <a:pt x="3004763" y="1095394"/>
                  </a:lnTo>
                  <a:lnTo>
                    <a:pt x="3003691" y="1095494"/>
                  </a:lnTo>
                  <a:lnTo>
                    <a:pt x="3002619" y="1095595"/>
                  </a:lnTo>
                  <a:lnTo>
                    <a:pt x="3001548" y="1095696"/>
                  </a:lnTo>
                  <a:lnTo>
                    <a:pt x="3000476" y="1095797"/>
                  </a:lnTo>
                  <a:lnTo>
                    <a:pt x="2999405" y="1095899"/>
                  </a:lnTo>
                  <a:lnTo>
                    <a:pt x="2998333" y="1096001"/>
                  </a:lnTo>
                  <a:lnTo>
                    <a:pt x="2997261" y="1096103"/>
                  </a:lnTo>
                  <a:lnTo>
                    <a:pt x="2996190" y="1096206"/>
                  </a:lnTo>
                  <a:lnTo>
                    <a:pt x="2995118" y="1096309"/>
                  </a:lnTo>
                  <a:lnTo>
                    <a:pt x="2994047" y="1096412"/>
                  </a:lnTo>
                  <a:lnTo>
                    <a:pt x="2992975" y="1096516"/>
                  </a:lnTo>
                  <a:lnTo>
                    <a:pt x="2991903" y="1096620"/>
                  </a:lnTo>
                  <a:lnTo>
                    <a:pt x="2990832" y="1096724"/>
                  </a:lnTo>
                  <a:lnTo>
                    <a:pt x="2989760" y="1096829"/>
                  </a:lnTo>
                  <a:lnTo>
                    <a:pt x="2988689" y="1096934"/>
                  </a:lnTo>
                  <a:lnTo>
                    <a:pt x="2987617" y="1097039"/>
                  </a:lnTo>
                  <a:lnTo>
                    <a:pt x="2986545" y="1097145"/>
                  </a:lnTo>
                  <a:lnTo>
                    <a:pt x="2985474" y="1097251"/>
                  </a:lnTo>
                  <a:lnTo>
                    <a:pt x="2984402" y="1097357"/>
                  </a:lnTo>
                  <a:lnTo>
                    <a:pt x="2983331" y="1097464"/>
                  </a:lnTo>
                  <a:lnTo>
                    <a:pt x="2982259" y="1097571"/>
                  </a:lnTo>
                  <a:lnTo>
                    <a:pt x="2981187" y="1097678"/>
                  </a:lnTo>
                  <a:lnTo>
                    <a:pt x="2980116" y="1097785"/>
                  </a:lnTo>
                  <a:lnTo>
                    <a:pt x="2979044" y="1097893"/>
                  </a:lnTo>
                  <a:lnTo>
                    <a:pt x="2977973" y="1098002"/>
                  </a:lnTo>
                  <a:lnTo>
                    <a:pt x="2976901" y="1098110"/>
                  </a:lnTo>
                  <a:lnTo>
                    <a:pt x="2975829" y="1098219"/>
                  </a:lnTo>
                  <a:lnTo>
                    <a:pt x="2974758" y="1098328"/>
                  </a:lnTo>
                  <a:lnTo>
                    <a:pt x="2973686" y="1098438"/>
                  </a:lnTo>
                  <a:lnTo>
                    <a:pt x="2972615" y="1098548"/>
                  </a:lnTo>
                  <a:lnTo>
                    <a:pt x="2971543" y="1098658"/>
                  </a:lnTo>
                  <a:lnTo>
                    <a:pt x="2970471" y="1098768"/>
                  </a:lnTo>
                  <a:lnTo>
                    <a:pt x="2969400" y="1098879"/>
                  </a:lnTo>
                  <a:lnTo>
                    <a:pt x="2968328" y="1098990"/>
                  </a:lnTo>
                  <a:lnTo>
                    <a:pt x="2967257" y="1099101"/>
                  </a:lnTo>
                  <a:lnTo>
                    <a:pt x="2966185" y="1099213"/>
                  </a:lnTo>
                  <a:lnTo>
                    <a:pt x="2965113" y="1099325"/>
                  </a:lnTo>
                  <a:lnTo>
                    <a:pt x="2964042" y="1099437"/>
                  </a:lnTo>
                  <a:lnTo>
                    <a:pt x="2962970" y="1099550"/>
                  </a:lnTo>
                  <a:lnTo>
                    <a:pt x="2961899" y="1099663"/>
                  </a:lnTo>
                  <a:lnTo>
                    <a:pt x="2960827" y="1099776"/>
                  </a:lnTo>
                  <a:lnTo>
                    <a:pt x="2959755" y="1099890"/>
                  </a:lnTo>
                  <a:lnTo>
                    <a:pt x="2958684" y="1100004"/>
                  </a:lnTo>
                  <a:lnTo>
                    <a:pt x="2957612" y="1100118"/>
                  </a:lnTo>
                  <a:lnTo>
                    <a:pt x="2956541" y="1100232"/>
                  </a:lnTo>
                  <a:lnTo>
                    <a:pt x="2955469" y="1100347"/>
                  </a:lnTo>
                  <a:lnTo>
                    <a:pt x="2954397" y="1100462"/>
                  </a:lnTo>
                  <a:lnTo>
                    <a:pt x="2953326" y="1100578"/>
                  </a:lnTo>
                  <a:lnTo>
                    <a:pt x="2952254" y="1100693"/>
                  </a:lnTo>
                  <a:lnTo>
                    <a:pt x="2951183" y="1100809"/>
                  </a:lnTo>
                  <a:lnTo>
                    <a:pt x="2950111" y="1100926"/>
                  </a:lnTo>
                  <a:lnTo>
                    <a:pt x="2949039" y="1101042"/>
                  </a:lnTo>
                  <a:lnTo>
                    <a:pt x="2947968" y="1101159"/>
                  </a:lnTo>
                  <a:lnTo>
                    <a:pt x="2946896" y="1101276"/>
                  </a:lnTo>
                  <a:lnTo>
                    <a:pt x="2945825" y="1101394"/>
                  </a:lnTo>
                  <a:lnTo>
                    <a:pt x="2944753" y="1101512"/>
                  </a:lnTo>
                  <a:lnTo>
                    <a:pt x="2943681" y="1101630"/>
                  </a:lnTo>
                  <a:lnTo>
                    <a:pt x="2942610" y="1101748"/>
                  </a:lnTo>
                  <a:lnTo>
                    <a:pt x="2941538" y="1101867"/>
                  </a:lnTo>
                  <a:lnTo>
                    <a:pt x="2940467" y="1101986"/>
                  </a:lnTo>
                  <a:lnTo>
                    <a:pt x="2939395" y="1102105"/>
                  </a:lnTo>
                  <a:lnTo>
                    <a:pt x="2938323" y="1102225"/>
                  </a:lnTo>
                  <a:lnTo>
                    <a:pt x="2937252" y="1102344"/>
                  </a:lnTo>
                  <a:lnTo>
                    <a:pt x="2936180" y="1102465"/>
                  </a:lnTo>
                  <a:lnTo>
                    <a:pt x="2935109" y="1102585"/>
                  </a:lnTo>
                  <a:lnTo>
                    <a:pt x="2934037" y="1102706"/>
                  </a:lnTo>
                  <a:lnTo>
                    <a:pt x="2932965" y="1102827"/>
                  </a:lnTo>
                  <a:lnTo>
                    <a:pt x="2931894" y="1102948"/>
                  </a:lnTo>
                  <a:lnTo>
                    <a:pt x="2930822" y="1103069"/>
                  </a:lnTo>
                  <a:lnTo>
                    <a:pt x="2929751" y="1103191"/>
                  </a:lnTo>
                  <a:lnTo>
                    <a:pt x="2928679" y="1103313"/>
                  </a:lnTo>
                  <a:lnTo>
                    <a:pt x="2927607" y="1103436"/>
                  </a:lnTo>
                  <a:lnTo>
                    <a:pt x="2926536" y="1103558"/>
                  </a:lnTo>
                  <a:lnTo>
                    <a:pt x="2925464" y="1103681"/>
                  </a:lnTo>
                  <a:lnTo>
                    <a:pt x="2924393" y="1103805"/>
                  </a:lnTo>
                  <a:lnTo>
                    <a:pt x="2923321" y="1103928"/>
                  </a:lnTo>
                  <a:lnTo>
                    <a:pt x="2922249" y="1104052"/>
                  </a:lnTo>
                  <a:lnTo>
                    <a:pt x="2921178" y="1104176"/>
                  </a:lnTo>
                  <a:lnTo>
                    <a:pt x="2920106" y="1104300"/>
                  </a:lnTo>
                  <a:lnTo>
                    <a:pt x="2919035" y="1104425"/>
                  </a:lnTo>
                  <a:lnTo>
                    <a:pt x="2917963" y="1104550"/>
                  </a:lnTo>
                  <a:lnTo>
                    <a:pt x="2916891" y="1104675"/>
                  </a:lnTo>
                  <a:lnTo>
                    <a:pt x="2915820" y="1104800"/>
                  </a:lnTo>
                  <a:lnTo>
                    <a:pt x="2914748" y="1104926"/>
                  </a:lnTo>
                  <a:lnTo>
                    <a:pt x="2913677" y="1105052"/>
                  </a:lnTo>
                  <a:lnTo>
                    <a:pt x="2912605" y="1105178"/>
                  </a:lnTo>
                  <a:lnTo>
                    <a:pt x="2911533" y="1105304"/>
                  </a:lnTo>
                  <a:lnTo>
                    <a:pt x="2910462" y="1105431"/>
                  </a:lnTo>
                  <a:lnTo>
                    <a:pt x="2909390" y="1105558"/>
                  </a:lnTo>
                  <a:lnTo>
                    <a:pt x="2908319" y="1105685"/>
                  </a:lnTo>
                  <a:lnTo>
                    <a:pt x="2907247" y="1105813"/>
                  </a:lnTo>
                  <a:lnTo>
                    <a:pt x="2906175" y="1105941"/>
                  </a:lnTo>
                  <a:lnTo>
                    <a:pt x="2905104" y="1106069"/>
                  </a:lnTo>
                  <a:lnTo>
                    <a:pt x="2904032" y="1106197"/>
                  </a:lnTo>
                  <a:lnTo>
                    <a:pt x="2902961" y="1106325"/>
                  </a:lnTo>
                  <a:lnTo>
                    <a:pt x="2901889" y="1106454"/>
                  </a:lnTo>
                  <a:lnTo>
                    <a:pt x="2900817" y="1106583"/>
                  </a:lnTo>
                  <a:lnTo>
                    <a:pt x="2899746" y="1106713"/>
                  </a:lnTo>
                  <a:lnTo>
                    <a:pt x="2898674" y="1106842"/>
                  </a:lnTo>
                  <a:lnTo>
                    <a:pt x="2897603" y="1106972"/>
                  </a:lnTo>
                  <a:lnTo>
                    <a:pt x="2896531" y="1107102"/>
                  </a:lnTo>
                  <a:lnTo>
                    <a:pt x="2895459" y="1107232"/>
                  </a:lnTo>
                  <a:lnTo>
                    <a:pt x="2894388" y="1107363"/>
                  </a:lnTo>
                  <a:lnTo>
                    <a:pt x="2893316" y="1107493"/>
                  </a:lnTo>
                  <a:lnTo>
                    <a:pt x="2892245" y="1107624"/>
                  </a:lnTo>
                  <a:lnTo>
                    <a:pt x="2891173" y="1107756"/>
                  </a:lnTo>
                  <a:lnTo>
                    <a:pt x="2890101" y="1107887"/>
                  </a:lnTo>
                  <a:lnTo>
                    <a:pt x="2889030" y="1108019"/>
                  </a:lnTo>
                  <a:lnTo>
                    <a:pt x="2887958" y="1108151"/>
                  </a:lnTo>
                  <a:lnTo>
                    <a:pt x="2886887" y="1108283"/>
                  </a:lnTo>
                  <a:lnTo>
                    <a:pt x="2885815" y="1108415"/>
                  </a:lnTo>
                  <a:lnTo>
                    <a:pt x="2884743" y="1108548"/>
                  </a:lnTo>
                  <a:lnTo>
                    <a:pt x="2883672" y="1108681"/>
                  </a:lnTo>
                  <a:lnTo>
                    <a:pt x="2882600" y="1108814"/>
                  </a:lnTo>
                  <a:lnTo>
                    <a:pt x="2881529" y="1108947"/>
                  </a:lnTo>
                  <a:lnTo>
                    <a:pt x="2880457" y="1109081"/>
                  </a:lnTo>
                  <a:lnTo>
                    <a:pt x="2879385" y="1109215"/>
                  </a:lnTo>
                  <a:lnTo>
                    <a:pt x="2878314" y="1109349"/>
                  </a:lnTo>
                  <a:lnTo>
                    <a:pt x="2877242" y="1109483"/>
                  </a:lnTo>
                  <a:lnTo>
                    <a:pt x="2876171" y="1109618"/>
                  </a:lnTo>
                  <a:lnTo>
                    <a:pt x="2875099" y="1109752"/>
                  </a:lnTo>
                  <a:lnTo>
                    <a:pt x="2874027" y="1109887"/>
                  </a:lnTo>
                  <a:lnTo>
                    <a:pt x="2872956" y="1110022"/>
                  </a:lnTo>
                  <a:lnTo>
                    <a:pt x="2871884" y="1110158"/>
                  </a:lnTo>
                  <a:lnTo>
                    <a:pt x="2870813" y="1110293"/>
                  </a:lnTo>
                  <a:lnTo>
                    <a:pt x="2869741" y="1110429"/>
                  </a:lnTo>
                  <a:lnTo>
                    <a:pt x="2868669" y="1110565"/>
                  </a:lnTo>
                  <a:lnTo>
                    <a:pt x="2867598" y="1110701"/>
                  </a:lnTo>
                  <a:lnTo>
                    <a:pt x="2866526" y="1110838"/>
                  </a:lnTo>
                  <a:lnTo>
                    <a:pt x="2865455" y="1110975"/>
                  </a:lnTo>
                  <a:lnTo>
                    <a:pt x="2864383" y="1111111"/>
                  </a:lnTo>
                  <a:lnTo>
                    <a:pt x="2863311" y="1111248"/>
                  </a:lnTo>
                  <a:lnTo>
                    <a:pt x="2862240" y="1111386"/>
                  </a:lnTo>
                  <a:lnTo>
                    <a:pt x="2861168" y="1111523"/>
                  </a:lnTo>
                  <a:lnTo>
                    <a:pt x="2860097" y="1111661"/>
                  </a:lnTo>
                  <a:lnTo>
                    <a:pt x="2859025" y="1111799"/>
                  </a:lnTo>
                  <a:lnTo>
                    <a:pt x="2857953" y="1111937"/>
                  </a:lnTo>
                  <a:lnTo>
                    <a:pt x="2856882" y="1112075"/>
                  </a:lnTo>
                  <a:lnTo>
                    <a:pt x="2855810" y="1112214"/>
                  </a:lnTo>
                  <a:lnTo>
                    <a:pt x="2854739" y="1112352"/>
                  </a:lnTo>
                  <a:lnTo>
                    <a:pt x="2853667" y="1112491"/>
                  </a:lnTo>
                  <a:lnTo>
                    <a:pt x="2852595" y="1112630"/>
                  </a:lnTo>
                  <a:lnTo>
                    <a:pt x="2851524" y="1112769"/>
                  </a:lnTo>
                  <a:lnTo>
                    <a:pt x="2850452" y="1112909"/>
                  </a:lnTo>
                  <a:lnTo>
                    <a:pt x="2849381" y="1113049"/>
                  </a:lnTo>
                  <a:lnTo>
                    <a:pt x="2848309" y="1113188"/>
                  </a:lnTo>
                  <a:lnTo>
                    <a:pt x="2847237" y="1113328"/>
                  </a:lnTo>
                  <a:lnTo>
                    <a:pt x="2846166" y="1113469"/>
                  </a:lnTo>
                  <a:lnTo>
                    <a:pt x="2845094" y="1113609"/>
                  </a:lnTo>
                  <a:lnTo>
                    <a:pt x="2844023" y="1113750"/>
                  </a:lnTo>
                  <a:lnTo>
                    <a:pt x="2842951" y="1113890"/>
                  </a:lnTo>
                  <a:lnTo>
                    <a:pt x="2841879" y="1114031"/>
                  </a:lnTo>
                  <a:lnTo>
                    <a:pt x="2840808" y="1114172"/>
                  </a:lnTo>
                  <a:lnTo>
                    <a:pt x="2839736" y="1114314"/>
                  </a:lnTo>
                  <a:lnTo>
                    <a:pt x="2838665" y="1114455"/>
                  </a:lnTo>
                  <a:lnTo>
                    <a:pt x="2837593" y="1114597"/>
                  </a:lnTo>
                  <a:lnTo>
                    <a:pt x="2836522" y="1114738"/>
                  </a:lnTo>
                  <a:lnTo>
                    <a:pt x="2835450" y="1114880"/>
                  </a:lnTo>
                  <a:lnTo>
                    <a:pt x="2834378" y="1115023"/>
                  </a:lnTo>
                  <a:lnTo>
                    <a:pt x="2833307" y="1115165"/>
                  </a:lnTo>
                  <a:lnTo>
                    <a:pt x="2832235" y="1115307"/>
                  </a:lnTo>
                  <a:lnTo>
                    <a:pt x="2831164" y="1115450"/>
                  </a:lnTo>
                  <a:lnTo>
                    <a:pt x="2830092" y="1115593"/>
                  </a:lnTo>
                  <a:lnTo>
                    <a:pt x="2829020" y="1115736"/>
                  </a:lnTo>
                  <a:lnTo>
                    <a:pt x="2827949" y="1115879"/>
                  </a:lnTo>
                  <a:lnTo>
                    <a:pt x="2826877" y="1116022"/>
                  </a:lnTo>
                  <a:lnTo>
                    <a:pt x="2825806" y="1116166"/>
                  </a:lnTo>
                  <a:lnTo>
                    <a:pt x="2824734" y="1116309"/>
                  </a:lnTo>
                  <a:lnTo>
                    <a:pt x="2823662" y="1116453"/>
                  </a:lnTo>
                  <a:lnTo>
                    <a:pt x="2822591" y="1116597"/>
                  </a:lnTo>
                  <a:lnTo>
                    <a:pt x="2821519" y="1116741"/>
                  </a:lnTo>
                  <a:lnTo>
                    <a:pt x="2820448" y="1116885"/>
                  </a:lnTo>
                  <a:lnTo>
                    <a:pt x="2819376" y="1117029"/>
                  </a:lnTo>
                  <a:lnTo>
                    <a:pt x="2818304" y="1117174"/>
                  </a:lnTo>
                  <a:lnTo>
                    <a:pt x="2817233" y="1117318"/>
                  </a:lnTo>
                  <a:lnTo>
                    <a:pt x="2816161" y="1117463"/>
                  </a:lnTo>
                  <a:lnTo>
                    <a:pt x="2815090" y="1117608"/>
                  </a:lnTo>
                  <a:lnTo>
                    <a:pt x="2814018" y="1117753"/>
                  </a:lnTo>
                  <a:lnTo>
                    <a:pt x="2812946" y="1117898"/>
                  </a:lnTo>
                  <a:lnTo>
                    <a:pt x="2811875" y="1118044"/>
                  </a:lnTo>
                  <a:lnTo>
                    <a:pt x="2810803" y="1118189"/>
                  </a:lnTo>
                  <a:lnTo>
                    <a:pt x="2809732" y="1118335"/>
                  </a:lnTo>
                  <a:lnTo>
                    <a:pt x="2808660" y="1118480"/>
                  </a:lnTo>
                  <a:lnTo>
                    <a:pt x="2807588" y="1118626"/>
                  </a:lnTo>
                  <a:lnTo>
                    <a:pt x="2806517" y="1118772"/>
                  </a:lnTo>
                  <a:lnTo>
                    <a:pt x="2805445" y="1118918"/>
                  </a:lnTo>
                  <a:lnTo>
                    <a:pt x="2804374" y="1119065"/>
                  </a:lnTo>
                  <a:lnTo>
                    <a:pt x="2803302" y="1119211"/>
                  </a:lnTo>
                  <a:lnTo>
                    <a:pt x="2802230" y="1119358"/>
                  </a:lnTo>
                  <a:lnTo>
                    <a:pt x="2801159" y="1119504"/>
                  </a:lnTo>
                  <a:lnTo>
                    <a:pt x="2800087" y="1119651"/>
                  </a:lnTo>
                  <a:lnTo>
                    <a:pt x="2799016" y="1119798"/>
                  </a:lnTo>
                  <a:lnTo>
                    <a:pt x="2797944" y="1119945"/>
                  </a:lnTo>
                  <a:lnTo>
                    <a:pt x="2796872" y="1120092"/>
                  </a:lnTo>
                  <a:lnTo>
                    <a:pt x="2795801" y="1120239"/>
                  </a:lnTo>
                  <a:lnTo>
                    <a:pt x="2794729" y="1120386"/>
                  </a:lnTo>
                  <a:lnTo>
                    <a:pt x="2793658" y="1120534"/>
                  </a:lnTo>
                  <a:lnTo>
                    <a:pt x="2792586" y="1120681"/>
                  </a:lnTo>
                  <a:lnTo>
                    <a:pt x="2791514" y="1120829"/>
                  </a:lnTo>
                  <a:lnTo>
                    <a:pt x="2790443" y="1120976"/>
                  </a:lnTo>
                  <a:lnTo>
                    <a:pt x="2789371" y="1121124"/>
                  </a:lnTo>
                  <a:lnTo>
                    <a:pt x="2788300" y="1121272"/>
                  </a:lnTo>
                  <a:lnTo>
                    <a:pt x="2787228" y="1121420"/>
                  </a:lnTo>
                  <a:lnTo>
                    <a:pt x="2786156" y="1121568"/>
                  </a:lnTo>
                  <a:lnTo>
                    <a:pt x="2785085" y="1121716"/>
                  </a:lnTo>
                  <a:lnTo>
                    <a:pt x="2784013" y="1121865"/>
                  </a:lnTo>
                  <a:lnTo>
                    <a:pt x="2782942" y="1122013"/>
                  </a:lnTo>
                  <a:lnTo>
                    <a:pt x="2781870" y="1122162"/>
                  </a:lnTo>
                  <a:lnTo>
                    <a:pt x="2780798" y="1122310"/>
                  </a:lnTo>
                  <a:lnTo>
                    <a:pt x="2779727" y="1122459"/>
                  </a:lnTo>
                  <a:lnTo>
                    <a:pt x="2778655" y="1122608"/>
                  </a:lnTo>
                  <a:lnTo>
                    <a:pt x="2777584" y="1122757"/>
                  </a:lnTo>
                  <a:lnTo>
                    <a:pt x="2776512" y="1122905"/>
                  </a:lnTo>
                  <a:lnTo>
                    <a:pt x="2775440" y="1123054"/>
                  </a:lnTo>
                  <a:lnTo>
                    <a:pt x="2774369" y="1123203"/>
                  </a:lnTo>
                  <a:lnTo>
                    <a:pt x="2773297" y="1123353"/>
                  </a:lnTo>
                  <a:lnTo>
                    <a:pt x="2772226" y="1123502"/>
                  </a:lnTo>
                  <a:lnTo>
                    <a:pt x="2771154" y="1123651"/>
                  </a:lnTo>
                  <a:lnTo>
                    <a:pt x="2770082" y="1123801"/>
                  </a:lnTo>
                  <a:lnTo>
                    <a:pt x="2769011" y="1123950"/>
                  </a:lnTo>
                  <a:lnTo>
                    <a:pt x="2767939" y="1124099"/>
                  </a:lnTo>
                  <a:lnTo>
                    <a:pt x="2766868" y="1124249"/>
                  </a:lnTo>
                  <a:lnTo>
                    <a:pt x="2765796" y="1124399"/>
                  </a:lnTo>
                  <a:lnTo>
                    <a:pt x="2764724" y="1124548"/>
                  </a:lnTo>
                  <a:lnTo>
                    <a:pt x="2763653" y="1124698"/>
                  </a:lnTo>
                  <a:lnTo>
                    <a:pt x="2762581" y="1124848"/>
                  </a:lnTo>
                  <a:lnTo>
                    <a:pt x="2761510" y="1124998"/>
                  </a:lnTo>
                  <a:lnTo>
                    <a:pt x="2760438" y="1125148"/>
                  </a:lnTo>
                  <a:lnTo>
                    <a:pt x="2759366" y="1125298"/>
                  </a:lnTo>
                  <a:lnTo>
                    <a:pt x="2758295" y="1125448"/>
                  </a:lnTo>
                  <a:lnTo>
                    <a:pt x="2757223" y="1125598"/>
                  </a:lnTo>
                  <a:lnTo>
                    <a:pt x="2756152" y="1125748"/>
                  </a:lnTo>
                  <a:lnTo>
                    <a:pt x="2755080" y="1125898"/>
                  </a:lnTo>
                  <a:lnTo>
                    <a:pt x="2754008" y="1126049"/>
                  </a:lnTo>
                  <a:lnTo>
                    <a:pt x="2752937" y="1126199"/>
                  </a:lnTo>
                  <a:lnTo>
                    <a:pt x="2751865" y="1126349"/>
                  </a:lnTo>
                  <a:lnTo>
                    <a:pt x="2750794" y="1126499"/>
                  </a:lnTo>
                  <a:lnTo>
                    <a:pt x="2749722" y="1126650"/>
                  </a:lnTo>
                  <a:lnTo>
                    <a:pt x="2748650" y="1126800"/>
                  </a:lnTo>
                  <a:lnTo>
                    <a:pt x="2747579" y="1126951"/>
                  </a:lnTo>
                  <a:lnTo>
                    <a:pt x="2746507" y="1127101"/>
                  </a:lnTo>
                  <a:lnTo>
                    <a:pt x="2745436" y="1127252"/>
                  </a:lnTo>
                  <a:lnTo>
                    <a:pt x="2744364" y="1127402"/>
                  </a:lnTo>
                  <a:lnTo>
                    <a:pt x="2743292" y="1127553"/>
                  </a:lnTo>
                  <a:lnTo>
                    <a:pt x="2742221" y="1127704"/>
                  </a:lnTo>
                  <a:lnTo>
                    <a:pt x="2741149" y="1127854"/>
                  </a:lnTo>
                  <a:lnTo>
                    <a:pt x="2740078" y="1128005"/>
                  </a:lnTo>
                  <a:lnTo>
                    <a:pt x="2739006" y="1128156"/>
                  </a:lnTo>
                  <a:lnTo>
                    <a:pt x="2737934" y="1128306"/>
                  </a:lnTo>
                  <a:lnTo>
                    <a:pt x="2736863" y="1128457"/>
                  </a:lnTo>
                  <a:lnTo>
                    <a:pt x="2735791" y="1128608"/>
                  </a:lnTo>
                  <a:lnTo>
                    <a:pt x="2734720" y="1128758"/>
                  </a:lnTo>
                  <a:lnTo>
                    <a:pt x="2733648" y="1128909"/>
                  </a:lnTo>
                  <a:lnTo>
                    <a:pt x="2732576" y="1129060"/>
                  </a:lnTo>
                  <a:lnTo>
                    <a:pt x="2731505" y="1129211"/>
                  </a:lnTo>
                  <a:lnTo>
                    <a:pt x="2730433" y="1129362"/>
                  </a:lnTo>
                  <a:lnTo>
                    <a:pt x="2729362" y="1129512"/>
                  </a:lnTo>
                  <a:lnTo>
                    <a:pt x="2728290" y="1129663"/>
                  </a:lnTo>
                  <a:lnTo>
                    <a:pt x="2727218" y="1129814"/>
                  </a:lnTo>
                  <a:lnTo>
                    <a:pt x="2726147" y="1129965"/>
                  </a:lnTo>
                  <a:lnTo>
                    <a:pt x="2725075" y="1130115"/>
                  </a:lnTo>
                  <a:lnTo>
                    <a:pt x="2724004" y="1130266"/>
                  </a:lnTo>
                  <a:lnTo>
                    <a:pt x="2722932" y="1130417"/>
                  </a:lnTo>
                  <a:lnTo>
                    <a:pt x="2721860" y="1130568"/>
                  </a:lnTo>
                  <a:lnTo>
                    <a:pt x="2720789" y="1130718"/>
                  </a:lnTo>
                  <a:lnTo>
                    <a:pt x="2719717" y="1130869"/>
                  </a:lnTo>
                  <a:lnTo>
                    <a:pt x="2718646" y="1131020"/>
                  </a:lnTo>
                  <a:lnTo>
                    <a:pt x="2717574" y="1131171"/>
                  </a:lnTo>
                  <a:lnTo>
                    <a:pt x="2716502" y="1131321"/>
                  </a:lnTo>
                  <a:lnTo>
                    <a:pt x="2715431" y="1131472"/>
                  </a:lnTo>
                  <a:lnTo>
                    <a:pt x="2714359" y="1131623"/>
                  </a:lnTo>
                  <a:lnTo>
                    <a:pt x="2713288" y="1131773"/>
                  </a:lnTo>
                  <a:lnTo>
                    <a:pt x="2712216" y="1131924"/>
                  </a:lnTo>
                  <a:lnTo>
                    <a:pt x="2711144" y="1132074"/>
                  </a:lnTo>
                  <a:lnTo>
                    <a:pt x="2710073" y="1132225"/>
                  </a:lnTo>
                  <a:lnTo>
                    <a:pt x="2709001" y="1132375"/>
                  </a:lnTo>
                  <a:lnTo>
                    <a:pt x="2707930" y="1132526"/>
                  </a:lnTo>
                  <a:lnTo>
                    <a:pt x="2706858" y="1132676"/>
                  </a:lnTo>
                  <a:lnTo>
                    <a:pt x="2705786" y="1132827"/>
                  </a:lnTo>
                  <a:lnTo>
                    <a:pt x="2704715" y="1132977"/>
                  </a:lnTo>
                  <a:lnTo>
                    <a:pt x="2703643" y="1133127"/>
                  </a:lnTo>
                  <a:lnTo>
                    <a:pt x="2702572" y="1133278"/>
                  </a:lnTo>
                  <a:lnTo>
                    <a:pt x="2701500" y="1133428"/>
                  </a:lnTo>
                  <a:lnTo>
                    <a:pt x="2700428" y="1133578"/>
                  </a:lnTo>
                  <a:lnTo>
                    <a:pt x="2699357" y="1133728"/>
                  </a:lnTo>
                  <a:lnTo>
                    <a:pt x="2698285" y="1133878"/>
                  </a:lnTo>
                  <a:lnTo>
                    <a:pt x="2697214" y="1134028"/>
                  </a:lnTo>
                  <a:lnTo>
                    <a:pt x="2696142" y="1134178"/>
                  </a:lnTo>
                  <a:lnTo>
                    <a:pt x="2695070" y="1134328"/>
                  </a:lnTo>
                  <a:lnTo>
                    <a:pt x="2693999" y="1134478"/>
                  </a:lnTo>
                  <a:lnTo>
                    <a:pt x="2692927" y="1134628"/>
                  </a:lnTo>
                  <a:lnTo>
                    <a:pt x="2691856" y="1134778"/>
                  </a:lnTo>
                  <a:lnTo>
                    <a:pt x="2690784" y="1134927"/>
                  </a:lnTo>
                  <a:lnTo>
                    <a:pt x="2689712" y="1135077"/>
                  </a:lnTo>
                  <a:lnTo>
                    <a:pt x="2688641" y="1135226"/>
                  </a:lnTo>
                  <a:lnTo>
                    <a:pt x="2687569" y="1135376"/>
                  </a:lnTo>
                  <a:lnTo>
                    <a:pt x="2686498" y="1135525"/>
                  </a:lnTo>
                  <a:lnTo>
                    <a:pt x="2685426" y="1135675"/>
                  </a:lnTo>
                  <a:lnTo>
                    <a:pt x="2684354" y="1135824"/>
                  </a:lnTo>
                  <a:lnTo>
                    <a:pt x="2683283" y="1135973"/>
                  </a:lnTo>
                  <a:lnTo>
                    <a:pt x="2682211" y="1136122"/>
                  </a:lnTo>
                  <a:lnTo>
                    <a:pt x="2681140" y="1136271"/>
                  </a:lnTo>
                  <a:lnTo>
                    <a:pt x="2680068" y="1136420"/>
                  </a:lnTo>
                  <a:lnTo>
                    <a:pt x="2678996" y="1136569"/>
                  </a:lnTo>
                  <a:lnTo>
                    <a:pt x="2677925" y="1136718"/>
                  </a:lnTo>
                  <a:lnTo>
                    <a:pt x="2676853" y="1136866"/>
                  </a:lnTo>
                  <a:lnTo>
                    <a:pt x="2675782" y="1137015"/>
                  </a:lnTo>
                  <a:lnTo>
                    <a:pt x="2674710" y="1137163"/>
                  </a:lnTo>
                  <a:lnTo>
                    <a:pt x="2673638" y="1137312"/>
                  </a:lnTo>
                  <a:lnTo>
                    <a:pt x="2672567" y="1137460"/>
                  </a:lnTo>
                  <a:lnTo>
                    <a:pt x="2671495" y="1137608"/>
                  </a:lnTo>
                  <a:lnTo>
                    <a:pt x="2670424" y="1137756"/>
                  </a:lnTo>
                  <a:lnTo>
                    <a:pt x="2669352" y="1137904"/>
                  </a:lnTo>
                  <a:lnTo>
                    <a:pt x="2668280" y="1138052"/>
                  </a:lnTo>
                  <a:lnTo>
                    <a:pt x="2667209" y="1138200"/>
                  </a:lnTo>
                  <a:lnTo>
                    <a:pt x="2666137" y="1138348"/>
                  </a:lnTo>
                  <a:lnTo>
                    <a:pt x="2665066" y="1138495"/>
                  </a:lnTo>
                  <a:lnTo>
                    <a:pt x="2663994" y="1138643"/>
                  </a:lnTo>
                  <a:lnTo>
                    <a:pt x="2662922" y="1138790"/>
                  </a:lnTo>
                  <a:lnTo>
                    <a:pt x="2661851" y="1138937"/>
                  </a:lnTo>
                  <a:lnTo>
                    <a:pt x="2660779" y="1139084"/>
                  </a:lnTo>
                  <a:lnTo>
                    <a:pt x="2659708" y="1139231"/>
                  </a:lnTo>
                  <a:lnTo>
                    <a:pt x="2658636" y="1139378"/>
                  </a:lnTo>
                  <a:lnTo>
                    <a:pt x="2657565" y="1139525"/>
                  </a:lnTo>
                  <a:lnTo>
                    <a:pt x="2656493" y="1139672"/>
                  </a:lnTo>
                  <a:lnTo>
                    <a:pt x="2655421" y="1139818"/>
                  </a:lnTo>
                  <a:lnTo>
                    <a:pt x="2654350" y="1139964"/>
                  </a:lnTo>
                  <a:lnTo>
                    <a:pt x="2653278" y="1140111"/>
                  </a:lnTo>
                  <a:lnTo>
                    <a:pt x="2652207" y="1140257"/>
                  </a:lnTo>
                  <a:lnTo>
                    <a:pt x="2651135" y="1140403"/>
                  </a:lnTo>
                  <a:lnTo>
                    <a:pt x="2650063" y="1140549"/>
                  </a:lnTo>
                  <a:lnTo>
                    <a:pt x="2648992" y="1140694"/>
                  </a:lnTo>
                  <a:lnTo>
                    <a:pt x="2647920" y="1140840"/>
                  </a:lnTo>
                  <a:lnTo>
                    <a:pt x="2646849" y="1140985"/>
                  </a:lnTo>
                  <a:lnTo>
                    <a:pt x="2645777" y="1141130"/>
                  </a:lnTo>
                  <a:lnTo>
                    <a:pt x="2644705" y="1141276"/>
                  </a:lnTo>
                  <a:lnTo>
                    <a:pt x="2643634" y="1141421"/>
                  </a:lnTo>
                  <a:lnTo>
                    <a:pt x="2642562" y="1141565"/>
                  </a:lnTo>
                  <a:lnTo>
                    <a:pt x="2641491" y="1141710"/>
                  </a:lnTo>
                  <a:lnTo>
                    <a:pt x="2640419" y="1141855"/>
                  </a:lnTo>
                  <a:lnTo>
                    <a:pt x="2639347" y="1141999"/>
                  </a:lnTo>
                  <a:lnTo>
                    <a:pt x="2638276" y="1142143"/>
                  </a:lnTo>
                  <a:lnTo>
                    <a:pt x="2637204" y="1142287"/>
                  </a:lnTo>
                  <a:lnTo>
                    <a:pt x="2636133" y="1142431"/>
                  </a:lnTo>
                  <a:lnTo>
                    <a:pt x="2635061" y="1142575"/>
                  </a:lnTo>
                  <a:lnTo>
                    <a:pt x="2633989" y="1142718"/>
                  </a:lnTo>
                  <a:lnTo>
                    <a:pt x="2632918" y="1142862"/>
                  </a:lnTo>
                  <a:lnTo>
                    <a:pt x="2631846" y="1143005"/>
                  </a:lnTo>
                  <a:lnTo>
                    <a:pt x="2630775" y="1143148"/>
                  </a:lnTo>
                  <a:lnTo>
                    <a:pt x="2629703" y="1143291"/>
                  </a:lnTo>
                  <a:lnTo>
                    <a:pt x="2628631" y="1143433"/>
                  </a:lnTo>
                  <a:lnTo>
                    <a:pt x="2627560" y="1143576"/>
                  </a:lnTo>
                  <a:lnTo>
                    <a:pt x="2626488" y="1143718"/>
                  </a:lnTo>
                  <a:lnTo>
                    <a:pt x="2625417" y="1143860"/>
                  </a:lnTo>
                  <a:lnTo>
                    <a:pt x="2624345" y="1144002"/>
                  </a:lnTo>
                  <a:lnTo>
                    <a:pt x="2623273" y="1144144"/>
                  </a:lnTo>
                  <a:lnTo>
                    <a:pt x="2622202" y="1144286"/>
                  </a:lnTo>
                  <a:lnTo>
                    <a:pt x="2621130" y="1144427"/>
                  </a:lnTo>
                  <a:lnTo>
                    <a:pt x="2620059" y="1144568"/>
                  </a:lnTo>
                  <a:lnTo>
                    <a:pt x="2618987" y="1144709"/>
                  </a:lnTo>
                  <a:lnTo>
                    <a:pt x="2617915" y="1144850"/>
                  </a:lnTo>
                  <a:lnTo>
                    <a:pt x="2616844" y="1144991"/>
                  </a:lnTo>
                  <a:lnTo>
                    <a:pt x="2615772" y="1145131"/>
                  </a:lnTo>
                  <a:lnTo>
                    <a:pt x="2614701" y="1145271"/>
                  </a:lnTo>
                  <a:lnTo>
                    <a:pt x="2613629" y="1145411"/>
                  </a:lnTo>
                  <a:lnTo>
                    <a:pt x="2612557" y="1145551"/>
                  </a:lnTo>
                  <a:lnTo>
                    <a:pt x="2611486" y="1145691"/>
                  </a:lnTo>
                  <a:lnTo>
                    <a:pt x="2610414" y="1145830"/>
                  </a:lnTo>
                  <a:lnTo>
                    <a:pt x="2609343" y="1145969"/>
                  </a:lnTo>
                  <a:lnTo>
                    <a:pt x="2608271" y="1146108"/>
                  </a:lnTo>
                  <a:lnTo>
                    <a:pt x="2607199" y="1146247"/>
                  </a:lnTo>
                  <a:lnTo>
                    <a:pt x="2606128" y="1146385"/>
                  </a:lnTo>
                  <a:lnTo>
                    <a:pt x="2605056" y="1146524"/>
                  </a:lnTo>
                  <a:lnTo>
                    <a:pt x="2603985" y="1146662"/>
                  </a:lnTo>
                  <a:lnTo>
                    <a:pt x="2602913" y="1146800"/>
                  </a:lnTo>
                  <a:lnTo>
                    <a:pt x="2601841" y="1146937"/>
                  </a:lnTo>
                  <a:lnTo>
                    <a:pt x="2600770" y="1147075"/>
                  </a:lnTo>
                  <a:lnTo>
                    <a:pt x="2599698" y="1147212"/>
                  </a:lnTo>
                  <a:lnTo>
                    <a:pt x="2598627" y="1147349"/>
                  </a:lnTo>
                  <a:lnTo>
                    <a:pt x="2597555" y="1147485"/>
                  </a:lnTo>
                  <a:lnTo>
                    <a:pt x="2596483" y="1147622"/>
                  </a:lnTo>
                  <a:lnTo>
                    <a:pt x="2595412" y="1147758"/>
                  </a:lnTo>
                  <a:lnTo>
                    <a:pt x="2594340" y="1147894"/>
                  </a:lnTo>
                  <a:lnTo>
                    <a:pt x="2593269" y="1148030"/>
                  </a:lnTo>
                  <a:lnTo>
                    <a:pt x="2592197" y="1148165"/>
                  </a:lnTo>
                  <a:lnTo>
                    <a:pt x="2591125" y="1148301"/>
                  </a:lnTo>
                  <a:lnTo>
                    <a:pt x="2590054" y="1148436"/>
                  </a:lnTo>
                  <a:lnTo>
                    <a:pt x="2588982" y="1148570"/>
                  </a:lnTo>
                  <a:lnTo>
                    <a:pt x="2587911" y="1148705"/>
                  </a:lnTo>
                  <a:lnTo>
                    <a:pt x="2586839" y="1148839"/>
                  </a:lnTo>
                  <a:lnTo>
                    <a:pt x="2585767" y="1148973"/>
                  </a:lnTo>
                  <a:lnTo>
                    <a:pt x="2584696" y="1149107"/>
                  </a:lnTo>
                  <a:lnTo>
                    <a:pt x="2583624" y="1149241"/>
                  </a:lnTo>
                  <a:lnTo>
                    <a:pt x="2582553" y="1149374"/>
                  </a:lnTo>
                  <a:lnTo>
                    <a:pt x="2581481" y="1149507"/>
                  </a:lnTo>
                  <a:lnTo>
                    <a:pt x="2580409" y="1149639"/>
                  </a:lnTo>
                  <a:lnTo>
                    <a:pt x="2579338" y="1149772"/>
                  </a:lnTo>
                  <a:lnTo>
                    <a:pt x="2578266" y="1149904"/>
                  </a:lnTo>
                  <a:lnTo>
                    <a:pt x="2577195" y="1150036"/>
                  </a:lnTo>
                  <a:lnTo>
                    <a:pt x="2576123" y="1150168"/>
                  </a:lnTo>
                  <a:lnTo>
                    <a:pt x="2575051" y="1150299"/>
                  </a:lnTo>
                  <a:lnTo>
                    <a:pt x="2573980" y="1150430"/>
                  </a:lnTo>
                  <a:lnTo>
                    <a:pt x="2572908" y="1150561"/>
                  </a:lnTo>
                  <a:lnTo>
                    <a:pt x="2571837" y="1150691"/>
                  </a:lnTo>
                  <a:lnTo>
                    <a:pt x="2570765" y="1150822"/>
                  </a:lnTo>
                  <a:lnTo>
                    <a:pt x="2569693" y="1150952"/>
                  </a:lnTo>
                  <a:lnTo>
                    <a:pt x="2568622" y="1151081"/>
                  </a:lnTo>
                  <a:lnTo>
                    <a:pt x="2567550" y="1151211"/>
                  </a:lnTo>
                  <a:lnTo>
                    <a:pt x="2566479" y="1151340"/>
                  </a:lnTo>
                  <a:lnTo>
                    <a:pt x="2565407" y="1151468"/>
                  </a:lnTo>
                  <a:lnTo>
                    <a:pt x="2564335" y="1151597"/>
                  </a:lnTo>
                  <a:lnTo>
                    <a:pt x="2563264" y="1151725"/>
                  </a:lnTo>
                  <a:lnTo>
                    <a:pt x="2562192" y="1151853"/>
                  </a:lnTo>
                  <a:lnTo>
                    <a:pt x="2561121" y="1151981"/>
                  </a:lnTo>
                  <a:lnTo>
                    <a:pt x="2560049" y="1152108"/>
                  </a:lnTo>
                  <a:lnTo>
                    <a:pt x="2558977" y="1152235"/>
                  </a:lnTo>
                  <a:lnTo>
                    <a:pt x="2557906" y="1152362"/>
                  </a:lnTo>
                  <a:lnTo>
                    <a:pt x="2556834" y="1152488"/>
                  </a:lnTo>
                  <a:lnTo>
                    <a:pt x="2555763" y="1152614"/>
                  </a:lnTo>
                  <a:lnTo>
                    <a:pt x="2554691" y="1152740"/>
                  </a:lnTo>
                  <a:lnTo>
                    <a:pt x="2553619" y="1152865"/>
                  </a:lnTo>
                  <a:lnTo>
                    <a:pt x="2552548" y="1152991"/>
                  </a:lnTo>
                  <a:lnTo>
                    <a:pt x="2551476" y="1153115"/>
                  </a:lnTo>
                  <a:lnTo>
                    <a:pt x="2550405" y="1153240"/>
                  </a:lnTo>
                  <a:lnTo>
                    <a:pt x="2549333" y="1153364"/>
                  </a:lnTo>
                  <a:lnTo>
                    <a:pt x="2548261" y="1153488"/>
                  </a:lnTo>
                  <a:lnTo>
                    <a:pt x="2547190" y="1153611"/>
                  </a:lnTo>
                  <a:lnTo>
                    <a:pt x="2546118" y="1153735"/>
                  </a:lnTo>
                  <a:lnTo>
                    <a:pt x="2545047" y="1153858"/>
                  </a:lnTo>
                  <a:lnTo>
                    <a:pt x="2543975" y="1153980"/>
                  </a:lnTo>
                  <a:lnTo>
                    <a:pt x="2542903" y="1154102"/>
                  </a:lnTo>
                  <a:lnTo>
                    <a:pt x="2541832" y="1154224"/>
                  </a:lnTo>
                  <a:lnTo>
                    <a:pt x="2540760" y="1154346"/>
                  </a:lnTo>
                  <a:lnTo>
                    <a:pt x="2539689" y="1154467"/>
                  </a:lnTo>
                  <a:lnTo>
                    <a:pt x="2538617" y="1154588"/>
                  </a:lnTo>
                  <a:lnTo>
                    <a:pt x="2537545" y="1154708"/>
                  </a:lnTo>
                  <a:lnTo>
                    <a:pt x="2536474" y="1154828"/>
                  </a:lnTo>
                  <a:lnTo>
                    <a:pt x="2535402" y="1154948"/>
                  </a:lnTo>
                  <a:lnTo>
                    <a:pt x="2534331" y="1155068"/>
                  </a:lnTo>
                  <a:lnTo>
                    <a:pt x="2533259" y="1155187"/>
                  </a:lnTo>
                  <a:lnTo>
                    <a:pt x="2532187" y="1155306"/>
                  </a:lnTo>
                  <a:lnTo>
                    <a:pt x="2531116" y="1155424"/>
                  </a:lnTo>
                  <a:lnTo>
                    <a:pt x="2530044" y="1155542"/>
                  </a:lnTo>
                  <a:lnTo>
                    <a:pt x="2528973" y="1155660"/>
                  </a:lnTo>
                  <a:lnTo>
                    <a:pt x="2527901" y="1155777"/>
                  </a:lnTo>
                  <a:lnTo>
                    <a:pt x="2526829" y="1155894"/>
                  </a:lnTo>
                  <a:lnTo>
                    <a:pt x="2525758" y="1156011"/>
                  </a:lnTo>
                  <a:lnTo>
                    <a:pt x="2524686" y="1156127"/>
                  </a:lnTo>
                  <a:lnTo>
                    <a:pt x="2523615" y="1156243"/>
                  </a:lnTo>
                  <a:lnTo>
                    <a:pt x="2522543" y="1156358"/>
                  </a:lnTo>
                  <a:lnTo>
                    <a:pt x="2521471" y="1156473"/>
                  </a:lnTo>
                  <a:lnTo>
                    <a:pt x="2520400" y="1156588"/>
                  </a:lnTo>
                  <a:lnTo>
                    <a:pt x="2519328" y="1156703"/>
                  </a:lnTo>
                  <a:lnTo>
                    <a:pt x="2518257" y="1156817"/>
                  </a:lnTo>
                  <a:lnTo>
                    <a:pt x="2517185" y="1156930"/>
                  </a:lnTo>
                  <a:lnTo>
                    <a:pt x="2516113" y="1157043"/>
                  </a:lnTo>
                  <a:lnTo>
                    <a:pt x="2515042" y="1157156"/>
                  </a:lnTo>
                  <a:lnTo>
                    <a:pt x="2513970" y="1157269"/>
                  </a:lnTo>
                  <a:lnTo>
                    <a:pt x="2512899" y="1157381"/>
                  </a:lnTo>
                  <a:lnTo>
                    <a:pt x="2511827" y="1157493"/>
                  </a:lnTo>
                  <a:lnTo>
                    <a:pt x="2510755" y="1157604"/>
                  </a:lnTo>
                  <a:lnTo>
                    <a:pt x="2509684" y="1157715"/>
                  </a:lnTo>
                  <a:lnTo>
                    <a:pt x="2508612" y="1157825"/>
                  </a:lnTo>
                  <a:lnTo>
                    <a:pt x="2507541" y="1157935"/>
                  </a:lnTo>
                  <a:lnTo>
                    <a:pt x="2506469" y="1158045"/>
                  </a:lnTo>
                  <a:lnTo>
                    <a:pt x="2505397" y="1158154"/>
                  </a:lnTo>
                  <a:lnTo>
                    <a:pt x="2504326" y="1158263"/>
                  </a:lnTo>
                  <a:lnTo>
                    <a:pt x="2503254" y="1158372"/>
                  </a:lnTo>
                  <a:lnTo>
                    <a:pt x="2502183" y="1158480"/>
                  </a:lnTo>
                  <a:lnTo>
                    <a:pt x="2501111" y="1158588"/>
                  </a:lnTo>
                  <a:lnTo>
                    <a:pt x="2500039" y="1158695"/>
                  </a:lnTo>
                  <a:lnTo>
                    <a:pt x="2498968" y="1158802"/>
                  </a:lnTo>
                  <a:lnTo>
                    <a:pt x="2497896" y="1158908"/>
                  </a:lnTo>
                  <a:lnTo>
                    <a:pt x="2496825" y="1159014"/>
                  </a:lnTo>
                  <a:lnTo>
                    <a:pt x="2495753" y="1159120"/>
                  </a:lnTo>
                  <a:lnTo>
                    <a:pt x="2494681" y="1159225"/>
                  </a:lnTo>
                  <a:lnTo>
                    <a:pt x="2493610" y="1159330"/>
                  </a:lnTo>
                  <a:lnTo>
                    <a:pt x="2492538" y="1159434"/>
                  </a:lnTo>
                  <a:lnTo>
                    <a:pt x="2491467" y="1159538"/>
                  </a:lnTo>
                  <a:lnTo>
                    <a:pt x="2490395" y="1159642"/>
                  </a:lnTo>
                  <a:lnTo>
                    <a:pt x="2489323" y="1159745"/>
                  </a:lnTo>
                  <a:lnTo>
                    <a:pt x="2488252" y="1159847"/>
                  </a:lnTo>
                  <a:lnTo>
                    <a:pt x="2487180" y="1159949"/>
                  </a:lnTo>
                  <a:lnTo>
                    <a:pt x="2486109" y="1160051"/>
                  </a:lnTo>
                  <a:lnTo>
                    <a:pt x="2485037" y="1160153"/>
                  </a:lnTo>
                  <a:lnTo>
                    <a:pt x="2483966" y="1160253"/>
                  </a:lnTo>
                  <a:lnTo>
                    <a:pt x="2482894" y="1160354"/>
                  </a:lnTo>
                  <a:lnTo>
                    <a:pt x="2481822" y="1160454"/>
                  </a:lnTo>
                  <a:lnTo>
                    <a:pt x="2480751" y="1160553"/>
                  </a:lnTo>
                  <a:lnTo>
                    <a:pt x="2479679" y="1160652"/>
                  </a:lnTo>
                  <a:lnTo>
                    <a:pt x="2478608" y="1160751"/>
                  </a:lnTo>
                  <a:lnTo>
                    <a:pt x="2477536" y="1160849"/>
                  </a:lnTo>
                  <a:lnTo>
                    <a:pt x="2476464" y="1160947"/>
                  </a:lnTo>
                  <a:lnTo>
                    <a:pt x="2475393" y="1161044"/>
                  </a:lnTo>
                  <a:lnTo>
                    <a:pt x="2474321" y="1161141"/>
                  </a:lnTo>
                  <a:lnTo>
                    <a:pt x="2473250" y="1161238"/>
                  </a:lnTo>
                  <a:lnTo>
                    <a:pt x="2472178" y="1161333"/>
                  </a:lnTo>
                  <a:lnTo>
                    <a:pt x="2471106" y="1161429"/>
                  </a:lnTo>
                  <a:lnTo>
                    <a:pt x="2470035" y="1161524"/>
                  </a:lnTo>
                  <a:lnTo>
                    <a:pt x="2468963" y="1161618"/>
                  </a:lnTo>
                  <a:lnTo>
                    <a:pt x="2467892" y="1161712"/>
                  </a:lnTo>
                  <a:lnTo>
                    <a:pt x="2466820" y="1161806"/>
                  </a:lnTo>
                  <a:lnTo>
                    <a:pt x="2465748" y="1161899"/>
                  </a:lnTo>
                  <a:lnTo>
                    <a:pt x="2464677" y="1161992"/>
                  </a:lnTo>
                  <a:lnTo>
                    <a:pt x="2463605" y="1162084"/>
                  </a:lnTo>
                  <a:lnTo>
                    <a:pt x="2462534" y="1162176"/>
                  </a:lnTo>
                  <a:lnTo>
                    <a:pt x="2461462" y="1162267"/>
                  </a:lnTo>
                  <a:lnTo>
                    <a:pt x="2460390" y="1162357"/>
                  </a:lnTo>
                  <a:lnTo>
                    <a:pt x="2459319" y="1162448"/>
                  </a:lnTo>
                  <a:lnTo>
                    <a:pt x="2458247" y="1162537"/>
                  </a:lnTo>
                  <a:lnTo>
                    <a:pt x="2457176" y="1162627"/>
                  </a:lnTo>
                  <a:lnTo>
                    <a:pt x="2456104" y="1162715"/>
                  </a:lnTo>
                  <a:lnTo>
                    <a:pt x="2455032" y="1162804"/>
                  </a:lnTo>
                  <a:lnTo>
                    <a:pt x="2453961" y="1162891"/>
                  </a:lnTo>
                  <a:lnTo>
                    <a:pt x="2452889" y="1162979"/>
                  </a:lnTo>
                  <a:lnTo>
                    <a:pt x="2451818" y="1163065"/>
                  </a:lnTo>
                  <a:lnTo>
                    <a:pt x="2450746" y="1163152"/>
                  </a:lnTo>
                  <a:lnTo>
                    <a:pt x="2449674" y="1163238"/>
                  </a:lnTo>
                  <a:lnTo>
                    <a:pt x="2448603" y="1163323"/>
                  </a:lnTo>
                  <a:lnTo>
                    <a:pt x="2447531" y="1163408"/>
                  </a:lnTo>
                  <a:lnTo>
                    <a:pt x="2446460" y="1163492"/>
                  </a:lnTo>
                  <a:lnTo>
                    <a:pt x="2445388" y="1163576"/>
                  </a:lnTo>
                  <a:lnTo>
                    <a:pt x="2444316" y="1163659"/>
                  </a:lnTo>
                  <a:lnTo>
                    <a:pt x="2443245" y="1163742"/>
                  </a:lnTo>
                  <a:lnTo>
                    <a:pt x="2442173" y="1163824"/>
                  </a:lnTo>
                  <a:lnTo>
                    <a:pt x="2441102" y="1163905"/>
                  </a:lnTo>
                  <a:lnTo>
                    <a:pt x="2440030" y="1163987"/>
                  </a:lnTo>
                  <a:lnTo>
                    <a:pt x="2438958" y="1164067"/>
                  </a:lnTo>
                  <a:lnTo>
                    <a:pt x="2437887" y="1164147"/>
                  </a:lnTo>
                  <a:lnTo>
                    <a:pt x="2436815" y="1164227"/>
                  </a:lnTo>
                  <a:lnTo>
                    <a:pt x="2435744" y="1164306"/>
                  </a:lnTo>
                  <a:lnTo>
                    <a:pt x="2434672" y="1164385"/>
                  </a:lnTo>
                  <a:lnTo>
                    <a:pt x="2433600" y="1164463"/>
                  </a:lnTo>
                  <a:lnTo>
                    <a:pt x="2432529" y="1164540"/>
                  </a:lnTo>
                  <a:lnTo>
                    <a:pt x="2431457" y="1164617"/>
                  </a:lnTo>
                  <a:lnTo>
                    <a:pt x="2430386" y="1164694"/>
                  </a:lnTo>
                  <a:lnTo>
                    <a:pt x="2429314" y="1164770"/>
                  </a:lnTo>
                  <a:lnTo>
                    <a:pt x="2428242" y="1164845"/>
                  </a:lnTo>
                  <a:lnTo>
                    <a:pt x="2427171" y="1164920"/>
                  </a:lnTo>
                  <a:lnTo>
                    <a:pt x="2426099" y="1164994"/>
                  </a:lnTo>
                  <a:lnTo>
                    <a:pt x="2425028" y="1165068"/>
                  </a:lnTo>
                  <a:lnTo>
                    <a:pt x="2423956" y="1165141"/>
                  </a:lnTo>
                  <a:lnTo>
                    <a:pt x="2422884" y="1165213"/>
                  </a:lnTo>
                  <a:lnTo>
                    <a:pt x="2421813" y="1165286"/>
                  </a:lnTo>
                  <a:lnTo>
                    <a:pt x="2420741" y="1165357"/>
                  </a:lnTo>
                  <a:lnTo>
                    <a:pt x="2419670" y="1165428"/>
                  </a:lnTo>
                  <a:lnTo>
                    <a:pt x="2418598" y="1165498"/>
                  </a:lnTo>
                  <a:lnTo>
                    <a:pt x="2417526" y="1165568"/>
                  </a:lnTo>
                  <a:lnTo>
                    <a:pt x="2416455" y="1165638"/>
                  </a:lnTo>
                  <a:lnTo>
                    <a:pt x="2415383" y="1165706"/>
                  </a:lnTo>
                  <a:lnTo>
                    <a:pt x="2414312" y="1165774"/>
                  </a:lnTo>
                  <a:lnTo>
                    <a:pt x="2413240" y="1165842"/>
                  </a:lnTo>
                  <a:lnTo>
                    <a:pt x="2412168" y="1165909"/>
                  </a:lnTo>
                  <a:lnTo>
                    <a:pt x="2411097" y="1165976"/>
                  </a:lnTo>
                  <a:lnTo>
                    <a:pt x="2410025" y="1166041"/>
                  </a:lnTo>
                  <a:lnTo>
                    <a:pt x="2408954" y="1166107"/>
                  </a:lnTo>
                  <a:lnTo>
                    <a:pt x="2407882" y="1166172"/>
                  </a:lnTo>
                  <a:lnTo>
                    <a:pt x="2406810" y="1166236"/>
                  </a:lnTo>
                  <a:lnTo>
                    <a:pt x="2405739" y="1166299"/>
                  </a:lnTo>
                  <a:lnTo>
                    <a:pt x="2404667" y="1166362"/>
                  </a:lnTo>
                  <a:lnTo>
                    <a:pt x="2403596" y="1166425"/>
                  </a:lnTo>
                  <a:lnTo>
                    <a:pt x="2402524" y="1166487"/>
                  </a:lnTo>
                  <a:lnTo>
                    <a:pt x="2401452" y="1166548"/>
                  </a:lnTo>
                  <a:lnTo>
                    <a:pt x="2400381" y="1166608"/>
                  </a:lnTo>
                  <a:lnTo>
                    <a:pt x="2399309" y="1166669"/>
                  </a:lnTo>
                  <a:lnTo>
                    <a:pt x="2398238" y="1166728"/>
                  </a:lnTo>
                  <a:lnTo>
                    <a:pt x="2397166" y="1166787"/>
                  </a:lnTo>
                  <a:lnTo>
                    <a:pt x="2396094" y="1166845"/>
                  </a:lnTo>
                  <a:lnTo>
                    <a:pt x="2395023" y="1166903"/>
                  </a:lnTo>
                  <a:lnTo>
                    <a:pt x="2393951" y="1166960"/>
                  </a:lnTo>
                  <a:lnTo>
                    <a:pt x="2392880" y="1167016"/>
                  </a:lnTo>
                  <a:lnTo>
                    <a:pt x="2391808" y="1167072"/>
                  </a:lnTo>
                  <a:lnTo>
                    <a:pt x="2390736" y="1167128"/>
                  </a:lnTo>
                  <a:lnTo>
                    <a:pt x="2389665" y="1167182"/>
                  </a:lnTo>
                  <a:lnTo>
                    <a:pt x="2388593" y="1167236"/>
                  </a:lnTo>
                  <a:lnTo>
                    <a:pt x="2387522" y="1167290"/>
                  </a:lnTo>
                  <a:lnTo>
                    <a:pt x="2386450" y="1167343"/>
                  </a:lnTo>
                  <a:lnTo>
                    <a:pt x="2385378" y="1167395"/>
                  </a:lnTo>
                  <a:lnTo>
                    <a:pt x="2384307" y="1167447"/>
                  </a:lnTo>
                  <a:lnTo>
                    <a:pt x="2383235" y="1167498"/>
                  </a:lnTo>
                  <a:lnTo>
                    <a:pt x="2382164" y="1167548"/>
                  </a:lnTo>
                  <a:lnTo>
                    <a:pt x="2381092" y="1167598"/>
                  </a:lnTo>
                  <a:lnTo>
                    <a:pt x="2380020" y="1167647"/>
                  </a:lnTo>
                  <a:lnTo>
                    <a:pt x="2378949" y="1167695"/>
                  </a:lnTo>
                  <a:lnTo>
                    <a:pt x="2377877" y="1167743"/>
                  </a:lnTo>
                  <a:lnTo>
                    <a:pt x="2376806" y="1167790"/>
                  </a:lnTo>
                  <a:lnTo>
                    <a:pt x="2375734" y="1167837"/>
                  </a:lnTo>
                  <a:lnTo>
                    <a:pt x="2374662" y="1167883"/>
                  </a:lnTo>
                  <a:lnTo>
                    <a:pt x="2373591" y="1167928"/>
                  </a:lnTo>
                  <a:lnTo>
                    <a:pt x="2372519" y="1167973"/>
                  </a:lnTo>
                  <a:lnTo>
                    <a:pt x="2371448" y="1168017"/>
                  </a:lnTo>
                  <a:lnTo>
                    <a:pt x="2370376" y="1168061"/>
                  </a:lnTo>
                  <a:lnTo>
                    <a:pt x="2369304" y="1168103"/>
                  </a:lnTo>
                  <a:lnTo>
                    <a:pt x="2368233" y="1168146"/>
                  </a:lnTo>
                  <a:lnTo>
                    <a:pt x="2367161" y="1168187"/>
                  </a:lnTo>
                  <a:lnTo>
                    <a:pt x="2366090" y="1168228"/>
                  </a:lnTo>
                  <a:lnTo>
                    <a:pt x="2365018" y="1168268"/>
                  </a:lnTo>
                  <a:lnTo>
                    <a:pt x="2363946" y="1168308"/>
                  </a:lnTo>
                  <a:lnTo>
                    <a:pt x="2362875" y="1168347"/>
                  </a:lnTo>
                  <a:lnTo>
                    <a:pt x="2361803" y="1168385"/>
                  </a:lnTo>
                  <a:lnTo>
                    <a:pt x="2360732" y="1168422"/>
                  </a:lnTo>
                  <a:lnTo>
                    <a:pt x="2359660" y="1168459"/>
                  </a:lnTo>
                  <a:lnTo>
                    <a:pt x="2358588" y="1168496"/>
                  </a:lnTo>
                  <a:lnTo>
                    <a:pt x="2357517" y="1168531"/>
                  </a:lnTo>
                  <a:lnTo>
                    <a:pt x="2356445" y="1168566"/>
                  </a:lnTo>
                  <a:lnTo>
                    <a:pt x="2355374" y="1168600"/>
                  </a:lnTo>
                  <a:lnTo>
                    <a:pt x="2354302" y="1168634"/>
                  </a:lnTo>
                  <a:lnTo>
                    <a:pt x="2353230" y="1168667"/>
                  </a:lnTo>
                  <a:lnTo>
                    <a:pt x="2352159" y="1168699"/>
                  </a:lnTo>
                  <a:lnTo>
                    <a:pt x="2351087" y="1168731"/>
                  </a:lnTo>
                  <a:lnTo>
                    <a:pt x="2350016" y="1168762"/>
                  </a:lnTo>
                  <a:lnTo>
                    <a:pt x="2348944" y="1168792"/>
                  </a:lnTo>
                  <a:lnTo>
                    <a:pt x="2347872" y="1168821"/>
                  </a:lnTo>
                  <a:lnTo>
                    <a:pt x="2346801" y="1168850"/>
                  </a:lnTo>
                  <a:lnTo>
                    <a:pt x="2345729" y="1168878"/>
                  </a:lnTo>
                  <a:lnTo>
                    <a:pt x="2344658" y="1168906"/>
                  </a:lnTo>
                  <a:lnTo>
                    <a:pt x="2343586" y="1168933"/>
                  </a:lnTo>
                  <a:lnTo>
                    <a:pt x="2342514" y="1168959"/>
                  </a:lnTo>
                  <a:lnTo>
                    <a:pt x="2341443" y="1168984"/>
                  </a:lnTo>
                  <a:lnTo>
                    <a:pt x="2340371" y="1169009"/>
                  </a:lnTo>
                  <a:lnTo>
                    <a:pt x="2339300" y="1169033"/>
                  </a:lnTo>
                  <a:lnTo>
                    <a:pt x="2338228" y="1169056"/>
                  </a:lnTo>
                  <a:lnTo>
                    <a:pt x="2337156" y="1169079"/>
                  </a:lnTo>
                  <a:lnTo>
                    <a:pt x="2336085" y="1169101"/>
                  </a:lnTo>
                  <a:lnTo>
                    <a:pt x="2335013" y="1169122"/>
                  </a:lnTo>
                  <a:lnTo>
                    <a:pt x="2333942" y="1169143"/>
                  </a:lnTo>
                  <a:lnTo>
                    <a:pt x="2332870" y="1169163"/>
                  </a:lnTo>
                  <a:lnTo>
                    <a:pt x="2331798" y="1169182"/>
                  </a:lnTo>
                  <a:lnTo>
                    <a:pt x="2330727" y="1169200"/>
                  </a:lnTo>
                  <a:lnTo>
                    <a:pt x="2329655" y="1169218"/>
                  </a:lnTo>
                  <a:lnTo>
                    <a:pt x="2328584" y="1169235"/>
                  </a:lnTo>
                  <a:lnTo>
                    <a:pt x="2327512" y="1169251"/>
                  </a:lnTo>
                  <a:lnTo>
                    <a:pt x="2326440" y="1169267"/>
                  </a:lnTo>
                  <a:lnTo>
                    <a:pt x="2325369" y="1169281"/>
                  </a:lnTo>
                  <a:lnTo>
                    <a:pt x="2324297" y="1169296"/>
                  </a:lnTo>
                  <a:lnTo>
                    <a:pt x="2323226" y="1169309"/>
                  </a:lnTo>
                  <a:lnTo>
                    <a:pt x="2322154" y="1169322"/>
                  </a:lnTo>
                  <a:lnTo>
                    <a:pt x="2321082" y="1169334"/>
                  </a:lnTo>
                  <a:lnTo>
                    <a:pt x="2320011" y="1169345"/>
                  </a:lnTo>
                  <a:lnTo>
                    <a:pt x="2318939" y="1169355"/>
                  </a:lnTo>
                  <a:lnTo>
                    <a:pt x="2317868" y="1169365"/>
                  </a:lnTo>
                  <a:lnTo>
                    <a:pt x="2316796" y="1169374"/>
                  </a:lnTo>
                  <a:lnTo>
                    <a:pt x="2315724" y="1169382"/>
                  </a:lnTo>
                  <a:lnTo>
                    <a:pt x="2314653" y="1169390"/>
                  </a:lnTo>
                  <a:lnTo>
                    <a:pt x="2313581" y="1169397"/>
                  </a:lnTo>
                  <a:lnTo>
                    <a:pt x="2312510" y="1169403"/>
                  </a:lnTo>
                  <a:lnTo>
                    <a:pt x="2311438" y="1169408"/>
                  </a:lnTo>
                  <a:lnTo>
                    <a:pt x="2310366" y="1169413"/>
                  </a:lnTo>
                  <a:lnTo>
                    <a:pt x="2309295" y="1169416"/>
                  </a:lnTo>
                  <a:lnTo>
                    <a:pt x="2308223" y="1169420"/>
                  </a:lnTo>
                  <a:lnTo>
                    <a:pt x="2307152" y="1169422"/>
                  </a:lnTo>
                  <a:lnTo>
                    <a:pt x="2306080" y="1169423"/>
                  </a:lnTo>
                  <a:lnTo>
                    <a:pt x="2305009" y="1169424"/>
                  </a:lnTo>
                  <a:lnTo>
                    <a:pt x="2303937" y="1169424"/>
                  </a:lnTo>
                  <a:lnTo>
                    <a:pt x="2302865" y="1169424"/>
                  </a:lnTo>
                  <a:lnTo>
                    <a:pt x="2301794" y="1169422"/>
                  </a:lnTo>
                  <a:lnTo>
                    <a:pt x="2300722" y="1169420"/>
                  </a:lnTo>
                  <a:lnTo>
                    <a:pt x="2299651" y="1169417"/>
                  </a:lnTo>
                  <a:lnTo>
                    <a:pt x="2298579" y="1169413"/>
                  </a:lnTo>
                  <a:lnTo>
                    <a:pt x="2297507" y="1169409"/>
                  </a:lnTo>
                  <a:lnTo>
                    <a:pt x="2296436" y="1169404"/>
                  </a:lnTo>
                  <a:lnTo>
                    <a:pt x="2295364" y="1169397"/>
                  </a:lnTo>
                  <a:lnTo>
                    <a:pt x="2294293" y="1169391"/>
                  </a:lnTo>
                  <a:lnTo>
                    <a:pt x="2293221" y="1169383"/>
                  </a:lnTo>
                  <a:lnTo>
                    <a:pt x="2292149" y="1169375"/>
                  </a:lnTo>
                  <a:lnTo>
                    <a:pt x="2291078" y="1169366"/>
                  </a:lnTo>
                  <a:lnTo>
                    <a:pt x="2290006" y="1169356"/>
                  </a:lnTo>
                  <a:lnTo>
                    <a:pt x="2288935" y="1169345"/>
                  </a:lnTo>
                  <a:lnTo>
                    <a:pt x="2287863" y="1169333"/>
                  </a:lnTo>
                  <a:lnTo>
                    <a:pt x="2286791" y="1169321"/>
                  </a:lnTo>
                  <a:lnTo>
                    <a:pt x="2285720" y="1169308"/>
                  </a:lnTo>
                  <a:lnTo>
                    <a:pt x="2284648" y="1169294"/>
                  </a:lnTo>
                  <a:lnTo>
                    <a:pt x="2283577" y="1169280"/>
                  </a:lnTo>
                  <a:lnTo>
                    <a:pt x="2282505" y="1169264"/>
                  </a:lnTo>
                  <a:lnTo>
                    <a:pt x="2281433" y="1169248"/>
                  </a:lnTo>
                  <a:lnTo>
                    <a:pt x="2280362" y="1169231"/>
                  </a:lnTo>
                  <a:lnTo>
                    <a:pt x="2279290" y="1169213"/>
                  </a:lnTo>
                  <a:lnTo>
                    <a:pt x="2278219" y="1169194"/>
                  </a:lnTo>
                  <a:lnTo>
                    <a:pt x="2277147" y="1169175"/>
                  </a:lnTo>
                  <a:lnTo>
                    <a:pt x="2276075" y="1169155"/>
                  </a:lnTo>
                  <a:lnTo>
                    <a:pt x="2275004" y="1169134"/>
                  </a:lnTo>
                  <a:lnTo>
                    <a:pt x="2273932" y="1169112"/>
                  </a:lnTo>
                  <a:lnTo>
                    <a:pt x="2272861" y="1169089"/>
                  </a:lnTo>
                  <a:lnTo>
                    <a:pt x="2271789" y="1169066"/>
                  </a:lnTo>
                  <a:lnTo>
                    <a:pt x="2270717" y="1169041"/>
                  </a:lnTo>
                  <a:lnTo>
                    <a:pt x="2269646" y="1169016"/>
                  </a:lnTo>
                  <a:lnTo>
                    <a:pt x="2268574" y="1168990"/>
                  </a:lnTo>
                  <a:lnTo>
                    <a:pt x="2267503" y="1168964"/>
                  </a:lnTo>
                  <a:lnTo>
                    <a:pt x="2266431" y="1168936"/>
                  </a:lnTo>
                  <a:lnTo>
                    <a:pt x="2265359" y="1168908"/>
                  </a:lnTo>
                  <a:lnTo>
                    <a:pt x="2264288" y="1168878"/>
                  </a:lnTo>
                  <a:lnTo>
                    <a:pt x="2263216" y="1168848"/>
                  </a:lnTo>
                  <a:lnTo>
                    <a:pt x="2262145" y="1168818"/>
                  </a:lnTo>
                  <a:lnTo>
                    <a:pt x="2261073" y="1168786"/>
                  </a:lnTo>
                  <a:lnTo>
                    <a:pt x="2260001" y="1168753"/>
                  </a:lnTo>
                  <a:lnTo>
                    <a:pt x="2258930" y="1168720"/>
                  </a:lnTo>
                  <a:lnTo>
                    <a:pt x="2257858" y="1168686"/>
                  </a:lnTo>
                  <a:lnTo>
                    <a:pt x="2256787" y="1168651"/>
                  </a:lnTo>
                  <a:lnTo>
                    <a:pt x="2255715" y="1168615"/>
                  </a:lnTo>
                  <a:lnTo>
                    <a:pt x="2254643" y="1168578"/>
                  </a:lnTo>
                  <a:lnTo>
                    <a:pt x="2253572" y="1168541"/>
                  </a:lnTo>
                  <a:lnTo>
                    <a:pt x="2252500" y="1168502"/>
                  </a:lnTo>
                  <a:lnTo>
                    <a:pt x="2251429" y="1168463"/>
                  </a:lnTo>
                  <a:lnTo>
                    <a:pt x="2250357" y="1168423"/>
                  </a:lnTo>
                  <a:lnTo>
                    <a:pt x="2249285" y="1168382"/>
                  </a:lnTo>
                  <a:lnTo>
                    <a:pt x="2248214" y="1168340"/>
                  </a:lnTo>
                  <a:lnTo>
                    <a:pt x="2247142" y="1168297"/>
                  </a:lnTo>
                  <a:lnTo>
                    <a:pt x="2246071" y="1168254"/>
                  </a:lnTo>
                  <a:lnTo>
                    <a:pt x="2244999" y="1168209"/>
                  </a:lnTo>
                  <a:lnTo>
                    <a:pt x="2243927" y="1168164"/>
                  </a:lnTo>
                  <a:lnTo>
                    <a:pt x="2242856" y="1168118"/>
                  </a:lnTo>
                  <a:lnTo>
                    <a:pt x="2241784" y="1168071"/>
                  </a:lnTo>
                  <a:lnTo>
                    <a:pt x="2240713" y="1168023"/>
                  </a:lnTo>
                  <a:lnTo>
                    <a:pt x="2239641" y="1167975"/>
                  </a:lnTo>
                  <a:lnTo>
                    <a:pt x="2238569" y="1167925"/>
                  </a:lnTo>
                  <a:lnTo>
                    <a:pt x="2237498" y="1167875"/>
                  </a:lnTo>
                  <a:lnTo>
                    <a:pt x="2236426" y="1167823"/>
                  </a:lnTo>
                  <a:lnTo>
                    <a:pt x="2235355" y="1167771"/>
                  </a:lnTo>
                  <a:lnTo>
                    <a:pt x="2234283" y="1167718"/>
                  </a:lnTo>
                  <a:lnTo>
                    <a:pt x="2233211" y="1167664"/>
                  </a:lnTo>
                  <a:lnTo>
                    <a:pt x="2232140" y="1167609"/>
                  </a:lnTo>
                  <a:lnTo>
                    <a:pt x="2231068" y="1167553"/>
                  </a:lnTo>
                  <a:lnTo>
                    <a:pt x="2229997" y="1167497"/>
                  </a:lnTo>
                  <a:lnTo>
                    <a:pt x="2228925" y="1167439"/>
                  </a:lnTo>
                  <a:lnTo>
                    <a:pt x="2227853" y="1167381"/>
                  </a:lnTo>
                  <a:lnTo>
                    <a:pt x="2226782" y="1167322"/>
                  </a:lnTo>
                  <a:lnTo>
                    <a:pt x="2225710" y="1167262"/>
                  </a:lnTo>
                  <a:lnTo>
                    <a:pt x="2224639" y="1167200"/>
                  </a:lnTo>
                  <a:lnTo>
                    <a:pt x="2223567" y="1167139"/>
                  </a:lnTo>
                  <a:lnTo>
                    <a:pt x="2222495" y="1167076"/>
                  </a:lnTo>
                  <a:lnTo>
                    <a:pt x="2221424" y="1167012"/>
                  </a:lnTo>
                  <a:lnTo>
                    <a:pt x="2220352" y="1166947"/>
                  </a:lnTo>
                  <a:lnTo>
                    <a:pt x="2219281" y="1166882"/>
                  </a:lnTo>
                  <a:lnTo>
                    <a:pt x="2218209" y="1166815"/>
                  </a:lnTo>
                  <a:lnTo>
                    <a:pt x="2217137" y="1166748"/>
                  </a:lnTo>
                  <a:lnTo>
                    <a:pt x="2216066" y="1166680"/>
                  </a:lnTo>
                  <a:lnTo>
                    <a:pt x="2214994" y="1166610"/>
                  </a:lnTo>
                  <a:lnTo>
                    <a:pt x="2213923" y="1166540"/>
                  </a:lnTo>
                  <a:lnTo>
                    <a:pt x="2212851" y="1166469"/>
                  </a:lnTo>
                  <a:lnTo>
                    <a:pt x="2211779" y="1166397"/>
                  </a:lnTo>
                  <a:lnTo>
                    <a:pt x="2210708" y="1166325"/>
                  </a:lnTo>
                  <a:lnTo>
                    <a:pt x="2209636" y="1166251"/>
                  </a:lnTo>
                  <a:lnTo>
                    <a:pt x="2208565" y="1166176"/>
                  </a:lnTo>
                  <a:lnTo>
                    <a:pt x="2207493" y="1166100"/>
                  </a:lnTo>
                  <a:lnTo>
                    <a:pt x="2206421" y="1166024"/>
                  </a:lnTo>
                  <a:lnTo>
                    <a:pt x="2205350" y="1165946"/>
                  </a:lnTo>
                  <a:lnTo>
                    <a:pt x="2204278" y="1165868"/>
                  </a:lnTo>
                  <a:lnTo>
                    <a:pt x="2203207" y="1165789"/>
                  </a:lnTo>
                  <a:lnTo>
                    <a:pt x="2202135" y="1165708"/>
                  </a:lnTo>
                  <a:lnTo>
                    <a:pt x="2201063" y="1165627"/>
                  </a:lnTo>
                  <a:lnTo>
                    <a:pt x="2199992" y="1165545"/>
                  </a:lnTo>
                  <a:lnTo>
                    <a:pt x="2198920" y="1165462"/>
                  </a:lnTo>
                  <a:lnTo>
                    <a:pt x="2197849" y="1165378"/>
                  </a:lnTo>
                  <a:lnTo>
                    <a:pt x="2196777" y="1165293"/>
                  </a:lnTo>
                  <a:lnTo>
                    <a:pt x="2195705" y="1165207"/>
                  </a:lnTo>
                  <a:lnTo>
                    <a:pt x="2194634" y="1165120"/>
                  </a:lnTo>
                  <a:lnTo>
                    <a:pt x="2193562" y="1165032"/>
                  </a:lnTo>
                  <a:lnTo>
                    <a:pt x="2192491" y="1164944"/>
                  </a:lnTo>
                  <a:lnTo>
                    <a:pt x="2191419" y="1164854"/>
                  </a:lnTo>
                  <a:lnTo>
                    <a:pt x="2190347" y="1164763"/>
                  </a:lnTo>
                  <a:lnTo>
                    <a:pt x="2189276" y="1164671"/>
                  </a:lnTo>
                  <a:lnTo>
                    <a:pt x="2188204" y="1164579"/>
                  </a:lnTo>
                  <a:lnTo>
                    <a:pt x="2187133" y="1164485"/>
                  </a:lnTo>
                  <a:lnTo>
                    <a:pt x="2186061" y="1164391"/>
                  </a:lnTo>
                  <a:lnTo>
                    <a:pt x="2184989" y="1164295"/>
                  </a:lnTo>
                  <a:lnTo>
                    <a:pt x="2183918" y="1164199"/>
                  </a:lnTo>
                  <a:lnTo>
                    <a:pt x="2182846" y="1164101"/>
                  </a:lnTo>
                  <a:lnTo>
                    <a:pt x="2181775" y="1164003"/>
                  </a:lnTo>
                  <a:lnTo>
                    <a:pt x="2180703" y="1163904"/>
                  </a:lnTo>
                  <a:lnTo>
                    <a:pt x="2179631" y="1163803"/>
                  </a:lnTo>
                  <a:lnTo>
                    <a:pt x="2178560" y="1163702"/>
                  </a:lnTo>
                  <a:lnTo>
                    <a:pt x="2177488" y="1163600"/>
                  </a:lnTo>
                  <a:lnTo>
                    <a:pt x="2176417" y="1163496"/>
                  </a:lnTo>
                  <a:lnTo>
                    <a:pt x="2175345" y="1163392"/>
                  </a:lnTo>
                  <a:lnTo>
                    <a:pt x="2174273" y="1163287"/>
                  </a:lnTo>
                  <a:lnTo>
                    <a:pt x="2173202" y="1163181"/>
                  </a:lnTo>
                  <a:lnTo>
                    <a:pt x="2172130" y="1163074"/>
                  </a:lnTo>
                  <a:lnTo>
                    <a:pt x="2171059" y="1162965"/>
                  </a:lnTo>
                  <a:lnTo>
                    <a:pt x="2169987" y="1162856"/>
                  </a:lnTo>
                  <a:lnTo>
                    <a:pt x="2168915" y="1162746"/>
                  </a:lnTo>
                  <a:lnTo>
                    <a:pt x="2167844" y="1162635"/>
                  </a:lnTo>
                  <a:lnTo>
                    <a:pt x="2166772" y="1162523"/>
                  </a:lnTo>
                  <a:lnTo>
                    <a:pt x="2165701" y="1162409"/>
                  </a:lnTo>
                  <a:lnTo>
                    <a:pt x="2164629" y="1162295"/>
                  </a:lnTo>
                  <a:lnTo>
                    <a:pt x="2163557" y="1162180"/>
                  </a:lnTo>
                  <a:lnTo>
                    <a:pt x="2162486" y="1162064"/>
                  </a:lnTo>
                  <a:lnTo>
                    <a:pt x="2161414" y="1161947"/>
                  </a:lnTo>
                  <a:lnTo>
                    <a:pt x="2160343" y="1161828"/>
                  </a:lnTo>
                  <a:lnTo>
                    <a:pt x="2159271" y="1161709"/>
                  </a:lnTo>
                  <a:lnTo>
                    <a:pt x="2158199" y="1161589"/>
                  </a:lnTo>
                  <a:lnTo>
                    <a:pt x="2157128" y="1161468"/>
                  </a:lnTo>
                  <a:lnTo>
                    <a:pt x="2156056" y="1161345"/>
                  </a:lnTo>
                  <a:lnTo>
                    <a:pt x="2154985" y="1161222"/>
                  </a:lnTo>
                  <a:lnTo>
                    <a:pt x="2153913" y="1161098"/>
                  </a:lnTo>
                  <a:lnTo>
                    <a:pt x="2152841" y="1160973"/>
                  </a:lnTo>
                  <a:lnTo>
                    <a:pt x="2151770" y="1160846"/>
                  </a:lnTo>
                  <a:lnTo>
                    <a:pt x="2150698" y="1160719"/>
                  </a:lnTo>
                  <a:lnTo>
                    <a:pt x="2149627" y="1160590"/>
                  </a:lnTo>
                  <a:lnTo>
                    <a:pt x="2148555" y="1160461"/>
                  </a:lnTo>
                  <a:lnTo>
                    <a:pt x="2147483" y="1160330"/>
                  </a:lnTo>
                  <a:lnTo>
                    <a:pt x="2146412" y="1160199"/>
                  </a:lnTo>
                  <a:lnTo>
                    <a:pt x="2145340" y="1160066"/>
                  </a:lnTo>
                  <a:lnTo>
                    <a:pt x="2144269" y="1159933"/>
                  </a:lnTo>
                  <a:lnTo>
                    <a:pt x="2143197" y="1159798"/>
                  </a:lnTo>
                  <a:lnTo>
                    <a:pt x="2142125" y="1159663"/>
                  </a:lnTo>
                  <a:lnTo>
                    <a:pt x="2141054" y="1159526"/>
                  </a:lnTo>
                  <a:lnTo>
                    <a:pt x="2139982" y="1159388"/>
                  </a:lnTo>
                  <a:lnTo>
                    <a:pt x="2138911" y="1159249"/>
                  </a:lnTo>
                  <a:lnTo>
                    <a:pt x="2137839" y="1159109"/>
                  </a:lnTo>
                  <a:lnTo>
                    <a:pt x="2136767" y="1158968"/>
                  </a:lnTo>
                  <a:lnTo>
                    <a:pt x="2135696" y="1158827"/>
                  </a:lnTo>
                  <a:lnTo>
                    <a:pt x="2134624" y="1158683"/>
                  </a:lnTo>
                  <a:lnTo>
                    <a:pt x="2133553" y="1158539"/>
                  </a:lnTo>
                  <a:lnTo>
                    <a:pt x="2132481" y="1158394"/>
                  </a:lnTo>
                  <a:lnTo>
                    <a:pt x="2131409" y="1158248"/>
                  </a:lnTo>
                  <a:lnTo>
                    <a:pt x="2130338" y="1158101"/>
                  </a:lnTo>
                  <a:lnTo>
                    <a:pt x="2129266" y="1157952"/>
                  </a:lnTo>
                  <a:lnTo>
                    <a:pt x="2128195" y="1157803"/>
                  </a:lnTo>
                  <a:lnTo>
                    <a:pt x="2127123" y="1157653"/>
                  </a:lnTo>
                  <a:lnTo>
                    <a:pt x="2126052" y="1157501"/>
                  </a:lnTo>
                  <a:lnTo>
                    <a:pt x="2124980" y="1157348"/>
                  </a:lnTo>
                  <a:lnTo>
                    <a:pt x="2123908" y="1157195"/>
                  </a:lnTo>
                  <a:lnTo>
                    <a:pt x="2122837" y="1157040"/>
                  </a:lnTo>
                  <a:lnTo>
                    <a:pt x="2121765" y="1156884"/>
                  </a:lnTo>
                  <a:lnTo>
                    <a:pt x="2120694" y="1156727"/>
                  </a:lnTo>
                  <a:lnTo>
                    <a:pt x="2119622" y="1156569"/>
                  </a:lnTo>
                  <a:lnTo>
                    <a:pt x="2118550" y="1156410"/>
                  </a:lnTo>
                  <a:lnTo>
                    <a:pt x="2117479" y="1156250"/>
                  </a:lnTo>
                  <a:lnTo>
                    <a:pt x="2116407" y="1156089"/>
                  </a:lnTo>
                  <a:lnTo>
                    <a:pt x="2115336" y="1155926"/>
                  </a:lnTo>
                  <a:lnTo>
                    <a:pt x="2114264" y="1155763"/>
                  </a:lnTo>
                  <a:lnTo>
                    <a:pt x="2113192" y="1155598"/>
                  </a:lnTo>
                  <a:lnTo>
                    <a:pt x="2112121" y="1155433"/>
                  </a:lnTo>
                  <a:lnTo>
                    <a:pt x="2111049" y="1155266"/>
                  </a:lnTo>
                  <a:lnTo>
                    <a:pt x="2109978" y="1155098"/>
                  </a:lnTo>
                  <a:lnTo>
                    <a:pt x="2108906" y="1154929"/>
                  </a:lnTo>
                  <a:lnTo>
                    <a:pt x="2107834" y="1154759"/>
                  </a:lnTo>
                  <a:lnTo>
                    <a:pt x="2106763" y="1154588"/>
                  </a:lnTo>
                  <a:lnTo>
                    <a:pt x="2105691" y="1154416"/>
                  </a:lnTo>
                  <a:lnTo>
                    <a:pt x="2104620" y="1154242"/>
                  </a:lnTo>
                  <a:lnTo>
                    <a:pt x="2103548" y="1154068"/>
                  </a:lnTo>
                  <a:lnTo>
                    <a:pt x="2102476" y="1153892"/>
                  </a:lnTo>
                  <a:lnTo>
                    <a:pt x="2101405" y="1153715"/>
                  </a:lnTo>
                  <a:lnTo>
                    <a:pt x="2100333" y="1153537"/>
                  </a:lnTo>
                  <a:lnTo>
                    <a:pt x="2099262" y="1153358"/>
                  </a:lnTo>
                  <a:lnTo>
                    <a:pt x="2098190" y="1153178"/>
                  </a:lnTo>
                  <a:lnTo>
                    <a:pt x="2097118" y="1152997"/>
                  </a:lnTo>
                  <a:lnTo>
                    <a:pt x="2096047" y="1152815"/>
                  </a:lnTo>
                  <a:lnTo>
                    <a:pt x="2094975" y="1152631"/>
                  </a:lnTo>
                  <a:lnTo>
                    <a:pt x="2093904" y="1152447"/>
                  </a:lnTo>
                  <a:lnTo>
                    <a:pt x="2092832" y="1152261"/>
                  </a:lnTo>
                  <a:lnTo>
                    <a:pt x="2091760" y="1152074"/>
                  </a:lnTo>
                  <a:lnTo>
                    <a:pt x="2090689" y="1151886"/>
                  </a:lnTo>
                  <a:lnTo>
                    <a:pt x="2089617" y="1151697"/>
                  </a:lnTo>
                  <a:lnTo>
                    <a:pt x="2088546" y="1151506"/>
                  </a:lnTo>
                  <a:lnTo>
                    <a:pt x="2087474" y="1151315"/>
                  </a:lnTo>
                  <a:lnTo>
                    <a:pt x="2086402" y="1151122"/>
                  </a:lnTo>
                  <a:lnTo>
                    <a:pt x="2085331" y="1150929"/>
                  </a:lnTo>
                  <a:lnTo>
                    <a:pt x="2084259" y="1150734"/>
                  </a:lnTo>
                  <a:lnTo>
                    <a:pt x="2083188" y="1150538"/>
                  </a:lnTo>
                  <a:lnTo>
                    <a:pt x="2082116" y="1150341"/>
                  </a:lnTo>
                  <a:lnTo>
                    <a:pt x="2081044" y="1150142"/>
                  </a:lnTo>
                  <a:lnTo>
                    <a:pt x="2079973" y="1149943"/>
                  </a:lnTo>
                  <a:lnTo>
                    <a:pt x="2078901" y="1149742"/>
                  </a:lnTo>
                  <a:lnTo>
                    <a:pt x="2077830" y="1149540"/>
                  </a:lnTo>
                  <a:lnTo>
                    <a:pt x="2076758" y="1149337"/>
                  </a:lnTo>
                  <a:lnTo>
                    <a:pt x="2075686" y="1149133"/>
                  </a:lnTo>
                  <a:lnTo>
                    <a:pt x="2074615" y="1148928"/>
                  </a:lnTo>
                  <a:lnTo>
                    <a:pt x="2073543" y="1148721"/>
                  </a:lnTo>
                  <a:lnTo>
                    <a:pt x="2072472" y="1148514"/>
                  </a:lnTo>
                  <a:lnTo>
                    <a:pt x="2071400" y="1148305"/>
                  </a:lnTo>
                  <a:lnTo>
                    <a:pt x="2070328" y="1148095"/>
                  </a:lnTo>
                  <a:lnTo>
                    <a:pt x="2069257" y="1147884"/>
                  </a:lnTo>
                  <a:lnTo>
                    <a:pt x="2068185" y="1147671"/>
                  </a:lnTo>
                  <a:lnTo>
                    <a:pt x="2067114" y="1147458"/>
                  </a:lnTo>
                  <a:lnTo>
                    <a:pt x="2066042" y="1147243"/>
                  </a:lnTo>
                  <a:lnTo>
                    <a:pt x="2064970" y="1147027"/>
                  </a:lnTo>
                  <a:lnTo>
                    <a:pt x="2063899" y="1146810"/>
                  </a:lnTo>
                  <a:lnTo>
                    <a:pt x="2062827" y="1146592"/>
                  </a:lnTo>
                  <a:lnTo>
                    <a:pt x="2061756" y="1146372"/>
                  </a:lnTo>
                  <a:lnTo>
                    <a:pt x="2060684" y="1146151"/>
                  </a:lnTo>
                  <a:lnTo>
                    <a:pt x="2059612" y="1145930"/>
                  </a:lnTo>
                  <a:lnTo>
                    <a:pt x="2058541" y="1145706"/>
                  </a:lnTo>
                  <a:lnTo>
                    <a:pt x="2057469" y="1145482"/>
                  </a:lnTo>
                  <a:lnTo>
                    <a:pt x="2056398" y="1145257"/>
                  </a:lnTo>
                  <a:lnTo>
                    <a:pt x="2055326" y="1145030"/>
                  </a:lnTo>
                  <a:lnTo>
                    <a:pt x="2054254" y="1144802"/>
                  </a:lnTo>
                  <a:lnTo>
                    <a:pt x="2053183" y="1144573"/>
                  </a:lnTo>
                  <a:lnTo>
                    <a:pt x="2052111" y="1144343"/>
                  </a:lnTo>
                  <a:lnTo>
                    <a:pt x="2051040" y="1144111"/>
                  </a:lnTo>
                  <a:lnTo>
                    <a:pt x="2049968" y="1143878"/>
                  </a:lnTo>
                  <a:lnTo>
                    <a:pt x="2048896" y="1143645"/>
                  </a:lnTo>
                  <a:lnTo>
                    <a:pt x="2047825" y="1143409"/>
                  </a:lnTo>
                  <a:lnTo>
                    <a:pt x="2046753" y="1143173"/>
                  </a:lnTo>
                  <a:lnTo>
                    <a:pt x="2045682" y="1142935"/>
                  </a:lnTo>
                  <a:lnTo>
                    <a:pt x="2044610" y="1142697"/>
                  </a:lnTo>
                  <a:lnTo>
                    <a:pt x="2043538" y="1142457"/>
                  </a:lnTo>
                  <a:lnTo>
                    <a:pt x="2042467" y="1142215"/>
                  </a:lnTo>
                  <a:lnTo>
                    <a:pt x="2041395" y="1141973"/>
                  </a:lnTo>
                  <a:lnTo>
                    <a:pt x="2040324" y="1141729"/>
                  </a:lnTo>
                  <a:lnTo>
                    <a:pt x="2039252" y="1141484"/>
                  </a:lnTo>
                  <a:lnTo>
                    <a:pt x="2038180" y="1141238"/>
                  </a:lnTo>
                  <a:lnTo>
                    <a:pt x="2037109" y="1140990"/>
                  </a:lnTo>
                  <a:lnTo>
                    <a:pt x="2036037" y="1140742"/>
                  </a:lnTo>
                  <a:lnTo>
                    <a:pt x="2034966" y="1140492"/>
                  </a:lnTo>
                  <a:lnTo>
                    <a:pt x="2033894" y="1140241"/>
                  </a:lnTo>
                  <a:lnTo>
                    <a:pt x="2032822" y="1139988"/>
                  </a:lnTo>
                  <a:lnTo>
                    <a:pt x="2031751" y="1139735"/>
                  </a:lnTo>
                  <a:lnTo>
                    <a:pt x="2030679" y="1139480"/>
                  </a:lnTo>
                  <a:lnTo>
                    <a:pt x="2029608" y="1139223"/>
                  </a:lnTo>
                  <a:lnTo>
                    <a:pt x="2028536" y="1138966"/>
                  </a:lnTo>
                  <a:lnTo>
                    <a:pt x="2027464" y="1138707"/>
                  </a:lnTo>
                  <a:lnTo>
                    <a:pt x="2026393" y="1138447"/>
                  </a:lnTo>
                  <a:lnTo>
                    <a:pt x="2025321" y="1138186"/>
                  </a:lnTo>
                  <a:lnTo>
                    <a:pt x="2024250" y="1137924"/>
                  </a:lnTo>
                  <a:lnTo>
                    <a:pt x="2023178" y="1137660"/>
                  </a:lnTo>
                  <a:lnTo>
                    <a:pt x="2022106" y="1137395"/>
                  </a:lnTo>
                  <a:lnTo>
                    <a:pt x="2021035" y="1137129"/>
                  </a:lnTo>
                  <a:lnTo>
                    <a:pt x="2019963" y="1136861"/>
                  </a:lnTo>
                  <a:lnTo>
                    <a:pt x="2018892" y="1136593"/>
                  </a:lnTo>
                  <a:lnTo>
                    <a:pt x="2017820" y="1136323"/>
                  </a:lnTo>
                  <a:lnTo>
                    <a:pt x="2016748" y="1136051"/>
                  </a:lnTo>
                  <a:lnTo>
                    <a:pt x="2015677" y="1135779"/>
                  </a:lnTo>
                  <a:lnTo>
                    <a:pt x="2014605" y="1135505"/>
                  </a:lnTo>
                  <a:lnTo>
                    <a:pt x="2013534" y="1135230"/>
                  </a:lnTo>
                  <a:lnTo>
                    <a:pt x="2012462" y="1134953"/>
                  </a:lnTo>
                  <a:lnTo>
                    <a:pt x="2011390" y="1134675"/>
                  </a:lnTo>
                  <a:lnTo>
                    <a:pt x="2010319" y="1134396"/>
                  </a:lnTo>
                  <a:lnTo>
                    <a:pt x="2009247" y="1134116"/>
                  </a:lnTo>
                  <a:lnTo>
                    <a:pt x="2008176" y="1133835"/>
                  </a:lnTo>
                  <a:lnTo>
                    <a:pt x="2007104" y="1133552"/>
                  </a:lnTo>
                  <a:lnTo>
                    <a:pt x="2006032" y="1133268"/>
                  </a:lnTo>
                  <a:lnTo>
                    <a:pt x="2004961" y="1132982"/>
                  </a:lnTo>
                  <a:lnTo>
                    <a:pt x="2003889" y="1132695"/>
                  </a:lnTo>
                  <a:lnTo>
                    <a:pt x="2002818" y="1132407"/>
                  </a:lnTo>
                  <a:lnTo>
                    <a:pt x="2001746" y="1132118"/>
                  </a:lnTo>
                  <a:lnTo>
                    <a:pt x="2000674" y="1131827"/>
                  </a:lnTo>
                  <a:lnTo>
                    <a:pt x="1999603" y="1131535"/>
                  </a:lnTo>
                  <a:lnTo>
                    <a:pt x="1998531" y="1131242"/>
                  </a:lnTo>
                  <a:lnTo>
                    <a:pt x="1997460" y="1130947"/>
                  </a:lnTo>
                  <a:lnTo>
                    <a:pt x="1996388" y="1130651"/>
                  </a:lnTo>
                  <a:lnTo>
                    <a:pt x="1995316" y="1130354"/>
                  </a:lnTo>
                  <a:lnTo>
                    <a:pt x="1994245" y="1130056"/>
                  </a:lnTo>
                  <a:lnTo>
                    <a:pt x="1993173" y="1129756"/>
                  </a:lnTo>
                  <a:lnTo>
                    <a:pt x="1992102" y="1129455"/>
                  </a:lnTo>
                  <a:lnTo>
                    <a:pt x="1991030" y="1129152"/>
                  </a:lnTo>
                  <a:lnTo>
                    <a:pt x="1989958" y="1128848"/>
                  </a:lnTo>
                  <a:lnTo>
                    <a:pt x="1988887" y="1128543"/>
                  </a:lnTo>
                  <a:lnTo>
                    <a:pt x="1987815" y="1128237"/>
                  </a:lnTo>
                  <a:lnTo>
                    <a:pt x="1986744" y="1127929"/>
                  </a:lnTo>
                  <a:lnTo>
                    <a:pt x="1985672" y="1127620"/>
                  </a:lnTo>
                  <a:lnTo>
                    <a:pt x="1984600" y="1127309"/>
                  </a:lnTo>
                  <a:lnTo>
                    <a:pt x="1983529" y="1126997"/>
                  </a:lnTo>
                  <a:lnTo>
                    <a:pt x="1982457" y="1126684"/>
                  </a:lnTo>
                  <a:lnTo>
                    <a:pt x="1981386" y="1126370"/>
                  </a:lnTo>
                  <a:lnTo>
                    <a:pt x="1980314" y="1126054"/>
                  </a:lnTo>
                  <a:lnTo>
                    <a:pt x="1979242" y="1125737"/>
                  </a:lnTo>
                  <a:lnTo>
                    <a:pt x="1978171" y="1125418"/>
                  </a:lnTo>
                  <a:lnTo>
                    <a:pt x="1977099" y="1125099"/>
                  </a:lnTo>
                  <a:lnTo>
                    <a:pt x="1976028" y="1124777"/>
                  </a:lnTo>
                  <a:lnTo>
                    <a:pt x="1974956" y="1124455"/>
                  </a:lnTo>
                  <a:lnTo>
                    <a:pt x="1973884" y="1124131"/>
                  </a:lnTo>
                  <a:lnTo>
                    <a:pt x="1972813" y="1123806"/>
                  </a:lnTo>
                  <a:lnTo>
                    <a:pt x="1971741" y="1123479"/>
                  </a:lnTo>
                  <a:lnTo>
                    <a:pt x="1970670" y="1123151"/>
                  </a:lnTo>
                  <a:lnTo>
                    <a:pt x="1969598" y="1122822"/>
                  </a:lnTo>
                  <a:lnTo>
                    <a:pt x="1968526" y="1122491"/>
                  </a:lnTo>
                  <a:lnTo>
                    <a:pt x="1967455" y="1122159"/>
                  </a:lnTo>
                  <a:lnTo>
                    <a:pt x="1966383" y="1121826"/>
                  </a:lnTo>
                  <a:lnTo>
                    <a:pt x="1965312" y="1121491"/>
                  </a:lnTo>
                  <a:lnTo>
                    <a:pt x="1964240" y="1121155"/>
                  </a:lnTo>
                  <a:lnTo>
                    <a:pt x="1963168" y="1120818"/>
                  </a:lnTo>
                  <a:lnTo>
                    <a:pt x="1962097" y="1120479"/>
                  </a:lnTo>
                  <a:lnTo>
                    <a:pt x="1961025" y="1120139"/>
                  </a:lnTo>
                  <a:lnTo>
                    <a:pt x="1959954" y="1119797"/>
                  </a:lnTo>
                  <a:lnTo>
                    <a:pt x="1958882" y="1119454"/>
                  </a:lnTo>
                  <a:lnTo>
                    <a:pt x="1957810" y="1119110"/>
                  </a:lnTo>
                  <a:lnTo>
                    <a:pt x="1956739" y="1118764"/>
                  </a:lnTo>
                  <a:lnTo>
                    <a:pt x="1955667" y="1118417"/>
                  </a:lnTo>
                  <a:lnTo>
                    <a:pt x="1954596" y="1118068"/>
                  </a:lnTo>
                  <a:lnTo>
                    <a:pt x="1953524" y="1117719"/>
                  </a:lnTo>
                  <a:lnTo>
                    <a:pt x="1952453" y="1117367"/>
                  </a:lnTo>
                  <a:lnTo>
                    <a:pt x="1951381" y="1117015"/>
                  </a:lnTo>
                  <a:lnTo>
                    <a:pt x="1950309" y="1116661"/>
                  </a:lnTo>
                  <a:lnTo>
                    <a:pt x="1949238" y="1116305"/>
                  </a:lnTo>
                  <a:lnTo>
                    <a:pt x="1948166" y="1115949"/>
                  </a:lnTo>
                  <a:lnTo>
                    <a:pt x="1947095" y="1115590"/>
                  </a:lnTo>
                  <a:lnTo>
                    <a:pt x="1946023" y="1115231"/>
                  </a:lnTo>
                  <a:lnTo>
                    <a:pt x="1944951" y="1114870"/>
                  </a:lnTo>
                  <a:lnTo>
                    <a:pt x="1943880" y="1114507"/>
                  </a:lnTo>
                  <a:lnTo>
                    <a:pt x="1942808" y="1114144"/>
                  </a:lnTo>
                  <a:lnTo>
                    <a:pt x="1941737" y="1113779"/>
                  </a:lnTo>
                  <a:lnTo>
                    <a:pt x="1940665" y="1113412"/>
                  </a:lnTo>
                  <a:lnTo>
                    <a:pt x="1939593" y="1113044"/>
                  </a:lnTo>
                  <a:lnTo>
                    <a:pt x="1938522" y="1112675"/>
                  </a:lnTo>
                  <a:lnTo>
                    <a:pt x="1937450" y="1112304"/>
                  </a:lnTo>
                  <a:lnTo>
                    <a:pt x="1936379" y="1111932"/>
                  </a:lnTo>
                  <a:lnTo>
                    <a:pt x="1935307" y="1111558"/>
                  </a:lnTo>
                  <a:lnTo>
                    <a:pt x="1934235" y="1111183"/>
                  </a:lnTo>
                  <a:lnTo>
                    <a:pt x="1933164" y="1110807"/>
                  </a:lnTo>
                  <a:lnTo>
                    <a:pt x="1932092" y="1110429"/>
                  </a:lnTo>
                  <a:lnTo>
                    <a:pt x="1931021" y="1110050"/>
                  </a:lnTo>
                  <a:lnTo>
                    <a:pt x="1929949" y="1109669"/>
                  </a:lnTo>
                  <a:lnTo>
                    <a:pt x="1928877" y="1109287"/>
                  </a:lnTo>
                  <a:lnTo>
                    <a:pt x="1927806" y="1108904"/>
                  </a:lnTo>
                  <a:lnTo>
                    <a:pt x="1926734" y="1108519"/>
                  </a:lnTo>
                  <a:lnTo>
                    <a:pt x="1925663" y="1108132"/>
                  </a:lnTo>
                  <a:lnTo>
                    <a:pt x="1924591" y="1107745"/>
                  </a:lnTo>
                  <a:lnTo>
                    <a:pt x="1923519" y="1107355"/>
                  </a:lnTo>
                  <a:lnTo>
                    <a:pt x="1922448" y="1106965"/>
                  </a:lnTo>
                  <a:lnTo>
                    <a:pt x="1921376" y="1106573"/>
                  </a:lnTo>
                  <a:lnTo>
                    <a:pt x="1920305" y="1106179"/>
                  </a:lnTo>
                  <a:lnTo>
                    <a:pt x="1919233" y="1105785"/>
                  </a:lnTo>
                  <a:lnTo>
                    <a:pt x="1918161" y="1105388"/>
                  </a:lnTo>
                  <a:lnTo>
                    <a:pt x="1917090" y="1104991"/>
                  </a:lnTo>
                  <a:lnTo>
                    <a:pt x="1916018" y="1104591"/>
                  </a:lnTo>
                  <a:lnTo>
                    <a:pt x="1914947" y="1104191"/>
                  </a:lnTo>
                  <a:lnTo>
                    <a:pt x="1913875" y="1103789"/>
                  </a:lnTo>
                  <a:lnTo>
                    <a:pt x="1912803" y="1103385"/>
                  </a:lnTo>
                  <a:lnTo>
                    <a:pt x="1911732" y="1102980"/>
                  </a:lnTo>
                  <a:lnTo>
                    <a:pt x="1910660" y="1102574"/>
                  </a:lnTo>
                  <a:lnTo>
                    <a:pt x="1909589" y="1102167"/>
                  </a:lnTo>
                  <a:lnTo>
                    <a:pt x="1908517" y="1101758"/>
                  </a:lnTo>
                  <a:lnTo>
                    <a:pt x="1907445" y="1101347"/>
                  </a:lnTo>
                  <a:lnTo>
                    <a:pt x="1906374" y="1100935"/>
                  </a:lnTo>
                  <a:lnTo>
                    <a:pt x="1905302" y="1100522"/>
                  </a:lnTo>
                  <a:lnTo>
                    <a:pt x="1904231" y="1100108"/>
                  </a:lnTo>
                  <a:lnTo>
                    <a:pt x="1903159" y="1099692"/>
                  </a:lnTo>
                  <a:lnTo>
                    <a:pt x="1902087" y="1099275"/>
                  </a:lnTo>
                  <a:lnTo>
                    <a:pt x="1901016" y="1098857"/>
                  </a:lnTo>
                  <a:lnTo>
                    <a:pt x="1899944" y="1098437"/>
                  </a:lnTo>
                  <a:lnTo>
                    <a:pt x="1898873" y="1098016"/>
                  </a:lnTo>
                  <a:lnTo>
                    <a:pt x="1897801" y="1097594"/>
                  </a:lnTo>
                  <a:lnTo>
                    <a:pt x="1896729" y="1097170"/>
                  </a:lnTo>
                  <a:lnTo>
                    <a:pt x="1895658" y="1096746"/>
                  </a:lnTo>
                  <a:lnTo>
                    <a:pt x="1894586" y="1096320"/>
                  </a:lnTo>
                  <a:lnTo>
                    <a:pt x="1893515" y="1095893"/>
                  </a:lnTo>
                  <a:lnTo>
                    <a:pt x="1892443" y="1095464"/>
                  </a:lnTo>
                  <a:lnTo>
                    <a:pt x="1891371" y="1095035"/>
                  </a:lnTo>
                  <a:lnTo>
                    <a:pt x="1890300" y="1094604"/>
                  </a:lnTo>
                  <a:lnTo>
                    <a:pt x="1889228" y="1094172"/>
                  </a:lnTo>
                  <a:lnTo>
                    <a:pt x="1888157" y="1093739"/>
                  </a:lnTo>
                  <a:lnTo>
                    <a:pt x="1887085" y="1093305"/>
                  </a:lnTo>
                  <a:lnTo>
                    <a:pt x="1886013" y="1092869"/>
                  </a:lnTo>
                  <a:lnTo>
                    <a:pt x="1884942" y="1092433"/>
                  </a:lnTo>
                  <a:lnTo>
                    <a:pt x="1883870" y="1091995"/>
                  </a:lnTo>
                  <a:lnTo>
                    <a:pt x="1882799" y="1091556"/>
                  </a:lnTo>
                  <a:lnTo>
                    <a:pt x="1881727" y="1091117"/>
                  </a:lnTo>
                  <a:lnTo>
                    <a:pt x="1880655" y="1090676"/>
                  </a:lnTo>
                  <a:lnTo>
                    <a:pt x="1879584" y="1090234"/>
                  </a:lnTo>
                  <a:lnTo>
                    <a:pt x="1878512" y="1089791"/>
                  </a:lnTo>
                  <a:lnTo>
                    <a:pt x="1877441" y="1089347"/>
                  </a:lnTo>
                  <a:lnTo>
                    <a:pt x="1876369" y="1088902"/>
                  </a:lnTo>
                  <a:lnTo>
                    <a:pt x="1875297" y="1088456"/>
                  </a:lnTo>
                  <a:lnTo>
                    <a:pt x="1874226" y="1088009"/>
                  </a:lnTo>
                  <a:lnTo>
                    <a:pt x="1873154" y="1087561"/>
                  </a:lnTo>
                  <a:lnTo>
                    <a:pt x="1872083" y="1087111"/>
                  </a:lnTo>
                  <a:lnTo>
                    <a:pt x="1871011" y="1086661"/>
                  </a:lnTo>
                  <a:lnTo>
                    <a:pt x="1869939" y="1086210"/>
                  </a:lnTo>
                  <a:lnTo>
                    <a:pt x="1868868" y="1085758"/>
                  </a:lnTo>
                  <a:lnTo>
                    <a:pt x="1867796" y="1085306"/>
                  </a:lnTo>
                  <a:lnTo>
                    <a:pt x="1866725" y="1084852"/>
                  </a:lnTo>
                  <a:lnTo>
                    <a:pt x="1865653" y="1084397"/>
                  </a:lnTo>
                  <a:lnTo>
                    <a:pt x="1864581" y="1083941"/>
                  </a:lnTo>
                  <a:lnTo>
                    <a:pt x="1863510" y="1083485"/>
                  </a:lnTo>
                  <a:lnTo>
                    <a:pt x="1862438" y="1083028"/>
                  </a:lnTo>
                  <a:lnTo>
                    <a:pt x="1861367" y="1082569"/>
                  </a:lnTo>
                  <a:lnTo>
                    <a:pt x="1860295" y="1082110"/>
                  </a:lnTo>
                  <a:lnTo>
                    <a:pt x="1859223" y="1081650"/>
                  </a:lnTo>
                  <a:lnTo>
                    <a:pt x="1858152" y="1081190"/>
                  </a:lnTo>
                  <a:lnTo>
                    <a:pt x="1857080" y="1080728"/>
                  </a:lnTo>
                  <a:lnTo>
                    <a:pt x="1856009" y="1080266"/>
                  </a:lnTo>
                  <a:lnTo>
                    <a:pt x="1854937" y="1079803"/>
                  </a:lnTo>
                  <a:lnTo>
                    <a:pt x="1853865" y="1079339"/>
                  </a:lnTo>
                  <a:lnTo>
                    <a:pt x="1852794" y="1078874"/>
                  </a:lnTo>
                  <a:lnTo>
                    <a:pt x="1851722" y="1078409"/>
                  </a:lnTo>
                  <a:lnTo>
                    <a:pt x="1850651" y="1077942"/>
                  </a:lnTo>
                  <a:lnTo>
                    <a:pt x="1849579" y="1077476"/>
                  </a:lnTo>
                  <a:lnTo>
                    <a:pt x="1848507" y="1077008"/>
                  </a:lnTo>
                  <a:lnTo>
                    <a:pt x="1847436" y="1076540"/>
                  </a:lnTo>
                  <a:lnTo>
                    <a:pt x="1846364" y="1076071"/>
                  </a:lnTo>
                  <a:lnTo>
                    <a:pt x="1845293" y="1075601"/>
                  </a:lnTo>
                  <a:lnTo>
                    <a:pt x="1844221" y="1075131"/>
                  </a:lnTo>
                  <a:lnTo>
                    <a:pt x="1843149" y="1074660"/>
                  </a:lnTo>
                  <a:lnTo>
                    <a:pt x="1842078" y="1074188"/>
                  </a:lnTo>
                  <a:lnTo>
                    <a:pt x="1841006" y="1073716"/>
                  </a:lnTo>
                  <a:lnTo>
                    <a:pt x="1839935" y="1073243"/>
                  </a:lnTo>
                  <a:lnTo>
                    <a:pt x="1838863" y="1072769"/>
                  </a:lnTo>
                  <a:lnTo>
                    <a:pt x="1837791" y="1072295"/>
                  </a:lnTo>
                  <a:lnTo>
                    <a:pt x="1836720" y="1071821"/>
                  </a:lnTo>
                  <a:lnTo>
                    <a:pt x="1835648" y="1071345"/>
                  </a:lnTo>
                  <a:lnTo>
                    <a:pt x="1834577" y="1070870"/>
                  </a:lnTo>
                  <a:lnTo>
                    <a:pt x="1833505" y="1070393"/>
                  </a:lnTo>
                  <a:lnTo>
                    <a:pt x="1832433" y="1069916"/>
                  </a:lnTo>
                  <a:lnTo>
                    <a:pt x="1831362" y="1069439"/>
                  </a:lnTo>
                  <a:lnTo>
                    <a:pt x="1830290" y="1068961"/>
                  </a:lnTo>
                  <a:lnTo>
                    <a:pt x="1829219" y="1068483"/>
                  </a:lnTo>
                  <a:lnTo>
                    <a:pt x="1828147" y="1068004"/>
                  </a:lnTo>
                  <a:lnTo>
                    <a:pt x="1827075" y="1067525"/>
                  </a:lnTo>
                  <a:lnTo>
                    <a:pt x="1826004" y="1067045"/>
                  </a:lnTo>
                  <a:lnTo>
                    <a:pt x="1824932" y="1066565"/>
                  </a:lnTo>
                  <a:lnTo>
                    <a:pt x="1823861" y="1066084"/>
                  </a:lnTo>
                  <a:lnTo>
                    <a:pt x="1822789" y="1065603"/>
                  </a:lnTo>
                  <a:lnTo>
                    <a:pt x="1821717" y="1065122"/>
                  </a:lnTo>
                  <a:lnTo>
                    <a:pt x="1820646" y="1064640"/>
                  </a:lnTo>
                  <a:lnTo>
                    <a:pt x="1819574" y="1064158"/>
                  </a:lnTo>
                  <a:lnTo>
                    <a:pt x="1818503" y="1063675"/>
                  </a:lnTo>
                  <a:lnTo>
                    <a:pt x="1817431" y="1063192"/>
                  </a:lnTo>
                  <a:lnTo>
                    <a:pt x="1816359" y="1062709"/>
                  </a:lnTo>
                  <a:lnTo>
                    <a:pt x="1815288" y="1062226"/>
                  </a:lnTo>
                  <a:lnTo>
                    <a:pt x="1814216" y="1061742"/>
                  </a:lnTo>
                  <a:lnTo>
                    <a:pt x="1813145" y="1061258"/>
                  </a:lnTo>
                  <a:lnTo>
                    <a:pt x="1812073" y="1060773"/>
                  </a:lnTo>
                  <a:lnTo>
                    <a:pt x="1811001" y="1060288"/>
                  </a:lnTo>
                  <a:lnTo>
                    <a:pt x="1809930" y="1059803"/>
                  </a:lnTo>
                  <a:lnTo>
                    <a:pt x="1808858" y="1059318"/>
                  </a:lnTo>
                  <a:lnTo>
                    <a:pt x="1807787" y="1058833"/>
                  </a:lnTo>
                  <a:lnTo>
                    <a:pt x="1806715" y="1058347"/>
                  </a:lnTo>
                  <a:lnTo>
                    <a:pt x="1805643" y="1057861"/>
                  </a:lnTo>
                  <a:lnTo>
                    <a:pt x="1804572" y="1057375"/>
                  </a:lnTo>
                  <a:lnTo>
                    <a:pt x="1803500" y="1056889"/>
                  </a:lnTo>
                  <a:lnTo>
                    <a:pt x="1802429" y="1056402"/>
                  </a:lnTo>
                  <a:lnTo>
                    <a:pt x="1801357" y="1055916"/>
                  </a:lnTo>
                  <a:lnTo>
                    <a:pt x="1800285" y="1055429"/>
                  </a:lnTo>
                  <a:lnTo>
                    <a:pt x="1799214" y="1054942"/>
                  </a:lnTo>
                  <a:lnTo>
                    <a:pt x="1798142" y="1054455"/>
                  </a:lnTo>
                  <a:lnTo>
                    <a:pt x="1797071" y="1053968"/>
                  </a:lnTo>
                  <a:lnTo>
                    <a:pt x="1795999" y="1053480"/>
                  </a:lnTo>
                  <a:lnTo>
                    <a:pt x="1794927" y="1052993"/>
                  </a:lnTo>
                  <a:lnTo>
                    <a:pt x="1793856" y="1052506"/>
                  </a:lnTo>
                  <a:lnTo>
                    <a:pt x="1792784" y="1052018"/>
                  </a:lnTo>
                  <a:lnTo>
                    <a:pt x="1791713" y="1051531"/>
                  </a:lnTo>
                  <a:lnTo>
                    <a:pt x="1790641" y="1051043"/>
                  </a:lnTo>
                  <a:lnTo>
                    <a:pt x="1789569" y="1050556"/>
                  </a:lnTo>
                  <a:lnTo>
                    <a:pt x="1788498" y="1050068"/>
                  </a:lnTo>
                  <a:lnTo>
                    <a:pt x="1787426" y="1049581"/>
                  </a:lnTo>
                  <a:lnTo>
                    <a:pt x="1786355" y="1049093"/>
                  </a:lnTo>
                  <a:lnTo>
                    <a:pt x="1785283" y="1048606"/>
                  </a:lnTo>
                  <a:lnTo>
                    <a:pt x="1784211" y="1048119"/>
                  </a:lnTo>
                  <a:lnTo>
                    <a:pt x="1783140" y="1047631"/>
                  </a:lnTo>
                  <a:lnTo>
                    <a:pt x="1782068" y="1047144"/>
                  </a:lnTo>
                  <a:lnTo>
                    <a:pt x="1780997" y="1046657"/>
                  </a:lnTo>
                  <a:lnTo>
                    <a:pt x="1779925" y="1046170"/>
                  </a:lnTo>
                  <a:lnTo>
                    <a:pt x="1778853" y="1045683"/>
                  </a:lnTo>
                  <a:lnTo>
                    <a:pt x="1777782" y="1045196"/>
                  </a:lnTo>
                  <a:lnTo>
                    <a:pt x="1776710" y="1044709"/>
                  </a:lnTo>
                  <a:lnTo>
                    <a:pt x="1775639" y="1044222"/>
                  </a:lnTo>
                  <a:lnTo>
                    <a:pt x="1774567" y="1043736"/>
                  </a:lnTo>
                  <a:lnTo>
                    <a:pt x="1773496" y="1043250"/>
                  </a:lnTo>
                  <a:lnTo>
                    <a:pt x="1772424" y="1042764"/>
                  </a:lnTo>
                  <a:lnTo>
                    <a:pt x="1771352" y="1042278"/>
                  </a:lnTo>
                  <a:lnTo>
                    <a:pt x="1770281" y="1041792"/>
                  </a:lnTo>
                  <a:lnTo>
                    <a:pt x="1769209" y="1041307"/>
                  </a:lnTo>
                  <a:lnTo>
                    <a:pt x="1768138" y="1040822"/>
                  </a:lnTo>
                  <a:lnTo>
                    <a:pt x="1767066" y="1040337"/>
                  </a:lnTo>
                  <a:lnTo>
                    <a:pt x="1765994" y="1039852"/>
                  </a:lnTo>
                  <a:lnTo>
                    <a:pt x="1764923" y="1039368"/>
                  </a:lnTo>
                  <a:lnTo>
                    <a:pt x="1763851" y="1038884"/>
                  </a:lnTo>
                  <a:lnTo>
                    <a:pt x="1762780" y="1038400"/>
                  </a:lnTo>
                  <a:lnTo>
                    <a:pt x="1761708" y="1037917"/>
                  </a:lnTo>
                  <a:lnTo>
                    <a:pt x="1760636" y="1037434"/>
                  </a:lnTo>
                  <a:lnTo>
                    <a:pt x="1759565" y="1036951"/>
                  </a:lnTo>
                  <a:lnTo>
                    <a:pt x="1758493" y="1036468"/>
                  </a:lnTo>
                  <a:lnTo>
                    <a:pt x="1757422" y="1035986"/>
                  </a:lnTo>
                  <a:lnTo>
                    <a:pt x="1756350" y="1035505"/>
                  </a:lnTo>
                  <a:lnTo>
                    <a:pt x="1755278" y="1035023"/>
                  </a:lnTo>
                  <a:lnTo>
                    <a:pt x="1754207" y="1034543"/>
                  </a:lnTo>
                  <a:lnTo>
                    <a:pt x="1753135" y="1034062"/>
                  </a:lnTo>
                  <a:lnTo>
                    <a:pt x="1752064" y="1033582"/>
                  </a:lnTo>
                  <a:lnTo>
                    <a:pt x="1750992" y="1033103"/>
                  </a:lnTo>
                  <a:lnTo>
                    <a:pt x="1749920" y="1032623"/>
                  </a:lnTo>
                  <a:lnTo>
                    <a:pt x="1748849" y="1032145"/>
                  </a:lnTo>
                  <a:lnTo>
                    <a:pt x="1747777" y="1031667"/>
                  </a:lnTo>
                  <a:lnTo>
                    <a:pt x="1746706" y="1031189"/>
                  </a:lnTo>
                  <a:lnTo>
                    <a:pt x="1745634" y="1030712"/>
                  </a:lnTo>
                  <a:lnTo>
                    <a:pt x="1744562" y="1030235"/>
                  </a:lnTo>
                  <a:lnTo>
                    <a:pt x="1743491" y="1029759"/>
                  </a:lnTo>
                  <a:lnTo>
                    <a:pt x="1742419" y="1029284"/>
                  </a:lnTo>
                  <a:lnTo>
                    <a:pt x="1741348" y="1028809"/>
                  </a:lnTo>
                  <a:lnTo>
                    <a:pt x="1740276" y="1028334"/>
                  </a:lnTo>
                  <a:lnTo>
                    <a:pt x="1739204" y="1027860"/>
                  </a:lnTo>
                  <a:lnTo>
                    <a:pt x="1738133" y="1027387"/>
                  </a:lnTo>
                  <a:lnTo>
                    <a:pt x="1737061" y="1026914"/>
                  </a:lnTo>
                  <a:lnTo>
                    <a:pt x="1735990" y="1026442"/>
                  </a:lnTo>
                  <a:lnTo>
                    <a:pt x="1734918" y="1025971"/>
                  </a:lnTo>
                  <a:lnTo>
                    <a:pt x="1733846" y="1025500"/>
                  </a:lnTo>
                  <a:lnTo>
                    <a:pt x="1732775" y="1025030"/>
                  </a:lnTo>
                  <a:lnTo>
                    <a:pt x="1731703" y="1024561"/>
                  </a:lnTo>
                  <a:lnTo>
                    <a:pt x="1730632" y="1024092"/>
                  </a:lnTo>
                  <a:lnTo>
                    <a:pt x="1729560" y="1023624"/>
                  </a:lnTo>
                  <a:lnTo>
                    <a:pt x="1728488" y="1023156"/>
                  </a:lnTo>
                  <a:lnTo>
                    <a:pt x="1727417" y="1022690"/>
                  </a:lnTo>
                  <a:lnTo>
                    <a:pt x="1726345" y="1022224"/>
                  </a:lnTo>
                  <a:lnTo>
                    <a:pt x="1725274" y="1021759"/>
                  </a:lnTo>
                  <a:lnTo>
                    <a:pt x="1724202" y="1021294"/>
                  </a:lnTo>
                  <a:lnTo>
                    <a:pt x="1723130" y="1020831"/>
                  </a:lnTo>
                  <a:lnTo>
                    <a:pt x="1722059" y="1020368"/>
                  </a:lnTo>
                  <a:lnTo>
                    <a:pt x="1720987" y="1019906"/>
                  </a:lnTo>
                  <a:lnTo>
                    <a:pt x="1719916" y="1019444"/>
                  </a:lnTo>
                  <a:lnTo>
                    <a:pt x="1718844" y="1018984"/>
                  </a:lnTo>
                  <a:lnTo>
                    <a:pt x="1717772" y="1018524"/>
                  </a:lnTo>
                  <a:lnTo>
                    <a:pt x="1716701" y="1018065"/>
                  </a:lnTo>
                  <a:lnTo>
                    <a:pt x="1715629" y="1017608"/>
                  </a:lnTo>
                  <a:lnTo>
                    <a:pt x="1714558" y="1017150"/>
                  </a:lnTo>
                  <a:lnTo>
                    <a:pt x="1713486" y="1016694"/>
                  </a:lnTo>
                  <a:lnTo>
                    <a:pt x="1712414" y="1016239"/>
                  </a:lnTo>
                  <a:lnTo>
                    <a:pt x="1711343" y="1015784"/>
                  </a:lnTo>
                  <a:lnTo>
                    <a:pt x="1710271" y="1015331"/>
                  </a:lnTo>
                  <a:lnTo>
                    <a:pt x="1709200" y="1014878"/>
                  </a:lnTo>
                  <a:lnTo>
                    <a:pt x="1708128" y="1014426"/>
                  </a:lnTo>
                  <a:lnTo>
                    <a:pt x="1707056" y="1013976"/>
                  </a:lnTo>
                  <a:lnTo>
                    <a:pt x="1705985" y="1013526"/>
                  </a:lnTo>
                  <a:lnTo>
                    <a:pt x="1704913" y="1013077"/>
                  </a:lnTo>
                  <a:lnTo>
                    <a:pt x="1703842" y="1012629"/>
                  </a:lnTo>
                  <a:lnTo>
                    <a:pt x="1702770" y="1012182"/>
                  </a:lnTo>
                  <a:lnTo>
                    <a:pt x="1701698" y="1011736"/>
                  </a:lnTo>
                  <a:lnTo>
                    <a:pt x="1700627" y="1011291"/>
                  </a:lnTo>
                  <a:lnTo>
                    <a:pt x="1699555" y="1010847"/>
                  </a:lnTo>
                  <a:lnTo>
                    <a:pt x="1698484" y="1010404"/>
                  </a:lnTo>
                  <a:lnTo>
                    <a:pt x="1697412" y="1009963"/>
                  </a:lnTo>
                  <a:lnTo>
                    <a:pt x="1696340" y="1009522"/>
                  </a:lnTo>
                  <a:lnTo>
                    <a:pt x="1695269" y="1009082"/>
                  </a:lnTo>
                  <a:lnTo>
                    <a:pt x="1694197" y="1008643"/>
                  </a:lnTo>
                  <a:lnTo>
                    <a:pt x="1693126" y="1008206"/>
                  </a:lnTo>
                  <a:lnTo>
                    <a:pt x="1692054" y="1007769"/>
                  </a:lnTo>
                  <a:lnTo>
                    <a:pt x="1690982" y="1007334"/>
                  </a:lnTo>
                  <a:lnTo>
                    <a:pt x="1689911" y="1006900"/>
                  </a:lnTo>
                  <a:lnTo>
                    <a:pt x="1688839" y="1006466"/>
                  </a:lnTo>
                  <a:lnTo>
                    <a:pt x="1687768" y="1006034"/>
                  </a:lnTo>
                  <a:lnTo>
                    <a:pt x="1686696" y="1005604"/>
                  </a:lnTo>
                  <a:lnTo>
                    <a:pt x="1685624" y="1005174"/>
                  </a:lnTo>
                  <a:lnTo>
                    <a:pt x="1684553" y="1004745"/>
                  </a:lnTo>
                  <a:lnTo>
                    <a:pt x="1683481" y="1004318"/>
                  </a:lnTo>
                  <a:lnTo>
                    <a:pt x="1682410" y="1003891"/>
                  </a:lnTo>
                  <a:lnTo>
                    <a:pt x="1681338" y="1003466"/>
                  </a:lnTo>
                  <a:lnTo>
                    <a:pt x="1680266" y="1003043"/>
                  </a:lnTo>
                  <a:lnTo>
                    <a:pt x="1679195" y="1002620"/>
                  </a:lnTo>
                  <a:lnTo>
                    <a:pt x="1678123" y="1002198"/>
                  </a:lnTo>
                  <a:lnTo>
                    <a:pt x="1677052" y="1001778"/>
                  </a:lnTo>
                  <a:lnTo>
                    <a:pt x="1675980" y="1001359"/>
                  </a:lnTo>
                  <a:lnTo>
                    <a:pt x="1674908" y="1000942"/>
                  </a:lnTo>
                  <a:lnTo>
                    <a:pt x="1673837" y="1000525"/>
                  </a:lnTo>
                  <a:lnTo>
                    <a:pt x="1672765" y="1000110"/>
                  </a:lnTo>
                  <a:lnTo>
                    <a:pt x="1671694" y="999696"/>
                  </a:lnTo>
                  <a:lnTo>
                    <a:pt x="1670622" y="999283"/>
                  </a:lnTo>
                  <a:lnTo>
                    <a:pt x="1669550" y="998872"/>
                  </a:lnTo>
                  <a:lnTo>
                    <a:pt x="1668479" y="998462"/>
                  </a:lnTo>
                  <a:lnTo>
                    <a:pt x="1667407" y="998053"/>
                  </a:lnTo>
                  <a:lnTo>
                    <a:pt x="1666336" y="997646"/>
                  </a:lnTo>
                  <a:lnTo>
                    <a:pt x="1665264" y="997239"/>
                  </a:lnTo>
                  <a:lnTo>
                    <a:pt x="1664192" y="996835"/>
                  </a:lnTo>
                  <a:lnTo>
                    <a:pt x="1663121" y="996431"/>
                  </a:lnTo>
                  <a:lnTo>
                    <a:pt x="1662049" y="996029"/>
                  </a:lnTo>
                  <a:lnTo>
                    <a:pt x="1660978" y="995628"/>
                  </a:lnTo>
                  <a:lnTo>
                    <a:pt x="1659906" y="995229"/>
                  </a:lnTo>
                  <a:lnTo>
                    <a:pt x="1658834" y="994831"/>
                  </a:lnTo>
                  <a:lnTo>
                    <a:pt x="1657763" y="994434"/>
                  </a:lnTo>
                  <a:lnTo>
                    <a:pt x="1656691" y="994039"/>
                  </a:lnTo>
                  <a:lnTo>
                    <a:pt x="1655620" y="993645"/>
                  </a:lnTo>
                  <a:lnTo>
                    <a:pt x="1654548" y="993253"/>
                  </a:lnTo>
                  <a:lnTo>
                    <a:pt x="1653476" y="992862"/>
                  </a:lnTo>
                  <a:lnTo>
                    <a:pt x="1652405" y="992472"/>
                  </a:lnTo>
                  <a:lnTo>
                    <a:pt x="1651333" y="992084"/>
                  </a:lnTo>
                  <a:lnTo>
                    <a:pt x="1650262" y="991697"/>
                  </a:lnTo>
                  <a:lnTo>
                    <a:pt x="1649190" y="991311"/>
                  </a:lnTo>
                  <a:lnTo>
                    <a:pt x="1648118" y="990927"/>
                  </a:lnTo>
                  <a:lnTo>
                    <a:pt x="1647047" y="990545"/>
                  </a:lnTo>
                  <a:lnTo>
                    <a:pt x="1645975" y="990164"/>
                  </a:lnTo>
                  <a:lnTo>
                    <a:pt x="1644904" y="989784"/>
                  </a:lnTo>
                  <a:lnTo>
                    <a:pt x="1643832" y="989406"/>
                  </a:lnTo>
                  <a:lnTo>
                    <a:pt x="1642760" y="989030"/>
                  </a:lnTo>
                  <a:lnTo>
                    <a:pt x="1641689" y="988654"/>
                  </a:lnTo>
                  <a:lnTo>
                    <a:pt x="1640617" y="988281"/>
                  </a:lnTo>
                  <a:lnTo>
                    <a:pt x="1639546" y="987908"/>
                  </a:lnTo>
                  <a:lnTo>
                    <a:pt x="1638474" y="987538"/>
                  </a:lnTo>
                  <a:lnTo>
                    <a:pt x="1637402" y="987169"/>
                  </a:lnTo>
                  <a:lnTo>
                    <a:pt x="1636331" y="986801"/>
                  </a:lnTo>
                  <a:lnTo>
                    <a:pt x="1635259" y="986435"/>
                  </a:lnTo>
                  <a:lnTo>
                    <a:pt x="1634188" y="986070"/>
                  </a:lnTo>
                  <a:lnTo>
                    <a:pt x="1633116" y="985707"/>
                  </a:lnTo>
                  <a:lnTo>
                    <a:pt x="1632044" y="985345"/>
                  </a:lnTo>
                  <a:lnTo>
                    <a:pt x="1630973" y="984985"/>
                  </a:lnTo>
                  <a:lnTo>
                    <a:pt x="1629901" y="984626"/>
                  </a:lnTo>
                  <a:lnTo>
                    <a:pt x="1628830" y="984269"/>
                  </a:lnTo>
                  <a:lnTo>
                    <a:pt x="1627758" y="983914"/>
                  </a:lnTo>
                  <a:lnTo>
                    <a:pt x="1626686" y="983560"/>
                  </a:lnTo>
                  <a:lnTo>
                    <a:pt x="1625615" y="983207"/>
                  </a:lnTo>
                  <a:lnTo>
                    <a:pt x="1624543" y="982856"/>
                  </a:lnTo>
                  <a:lnTo>
                    <a:pt x="1623472" y="982507"/>
                  </a:lnTo>
                  <a:lnTo>
                    <a:pt x="1622400" y="982159"/>
                  </a:lnTo>
                  <a:lnTo>
                    <a:pt x="1621328" y="981813"/>
                  </a:lnTo>
                  <a:lnTo>
                    <a:pt x="1620257" y="981468"/>
                  </a:lnTo>
                  <a:lnTo>
                    <a:pt x="1619185" y="981125"/>
                  </a:lnTo>
                  <a:lnTo>
                    <a:pt x="1618114" y="980783"/>
                  </a:lnTo>
                  <a:lnTo>
                    <a:pt x="1617042" y="980444"/>
                  </a:lnTo>
                  <a:lnTo>
                    <a:pt x="1615970" y="980105"/>
                  </a:lnTo>
                  <a:lnTo>
                    <a:pt x="1614899" y="979768"/>
                  </a:lnTo>
                  <a:lnTo>
                    <a:pt x="1613827" y="979433"/>
                  </a:lnTo>
                  <a:lnTo>
                    <a:pt x="1612756" y="979099"/>
                  </a:lnTo>
                  <a:lnTo>
                    <a:pt x="1611684" y="978767"/>
                  </a:lnTo>
                  <a:lnTo>
                    <a:pt x="1610612" y="978437"/>
                  </a:lnTo>
                  <a:lnTo>
                    <a:pt x="1609541" y="978108"/>
                  </a:lnTo>
                  <a:lnTo>
                    <a:pt x="1608469" y="977780"/>
                  </a:lnTo>
                  <a:lnTo>
                    <a:pt x="1607398" y="977455"/>
                  </a:lnTo>
                  <a:lnTo>
                    <a:pt x="1606326" y="977130"/>
                  </a:lnTo>
                  <a:lnTo>
                    <a:pt x="1605254" y="976808"/>
                  </a:lnTo>
                  <a:lnTo>
                    <a:pt x="1604183" y="976487"/>
                  </a:lnTo>
                  <a:lnTo>
                    <a:pt x="1603111" y="976167"/>
                  </a:lnTo>
                  <a:lnTo>
                    <a:pt x="1602040" y="975849"/>
                  </a:lnTo>
                  <a:lnTo>
                    <a:pt x="1600968" y="975533"/>
                  </a:lnTo>
                  <a:lnTo>
                    <a:pt x="1599896" y="975218"/>
                  </a:lnTo>
                  <a:lnTo>
                    <a:pt x="1598825" y="974905"/>
                  </a:lnTo>
                  <a:lnTo>
                    <a:pt x="1597753" y="974594"/>
                  </a:lnTo>
                  <a:lnTo>
                    <a:pt x="1596682" y="974284"/>
                  </a:lnTo>
                  <a:lnTo>
                    <a:pt x="1595610" y="973976"/>
                  </a:lnTo>
                  <a:lnTo>
                    <a:pt x="1594539" y="973669"/>
                  </a:lnTo>
                  <a:lnTo>
                    <a:pt x="1593467" y="973364"/>
                  </a:lnTo>
                  <a:lnTo>
                    <a:pt x="1592395" y="973060"/>
                  </a:lnTo>
                  <a:lnTo>
                    <a:pt x="1591324" y="972758"/>
                  </a:lnTo>
                  <a:lnTo>
                    <a:pt x="1590252" y="972458"/>
                  </a:lnTo>
                  <a:lnTo>
                    <a:pt x="1589181" y="972159"/>
                  </a:lnTo>
                  <a:lnTo>
                    <a:pt x="1588109" y="971861"/>
                  </a:lnTo>
                  <a:lnTo>
                    <a:pt x="1587037" y="971566"/>
                  </a:lnTo>
                  <a:lnTo>
                    <a:pt x="1585966" y="971272"/>
                  </a:lnTo>
                  <a:lnTo>
                    <a:pt x="1584894" y="970979"/>
                  </a:lnTo>
                  <a:lnTo>
                    <a:pt x="1583823" y="970688"/>
                  </a:lnTo>
                  <a:lnTo>
                    <a:pt x="1582751" y="970399"/>
                  </a:lnTo>
                  <a:lnTo>
                    <a:pt x="1581679" y="970111"/>
                  </a:lnTo>
                  <a:lnTo>
                    <a:pt x="1580608" y="969824"/>
                  </a:lnTo>
                  <a:lnTo>
                    <a:pt x="1579536" y="969540"/>
                  </a:lnTo>
                  <a:lnTo>
                    <a:pt x="1578465" y="969256"/>
                  </a:lnTo>
                  <a:lnTo>
                    <a:pt x="1577393" y="968975"/>
                  </a:lnTo>
                  <a:lnTo>
                    <a:pt x="1576321" y="968694"/>
                  </a:lnTo>
                  <a:lnTo>
                    <a:pt x="1575250" y="968416"/>
                  </a:lnTo>
                  <a:lnTo>
                    <a:pt x="1574178" y="968139"/>
                  </a:lnTo>
                  <a:lnTo>
                    <a:pt x="1573107" y="967863"/>
                  </a:lnTo>
                  <a:lnTo>
                    <a:pt x="1572035" y="967589"/>
                  </a:lnTo>
                  <a:lnTo>
                    <a:pt x="1570963" y="967317"/>
                  </a:lnTo>
                  <a:lnTo>
                    <a:pt x="1569892" y="967046"/>
                  </a:lnTo>
                  <a:lnTo>
                    <a:pt x="1568820" y="966776"/>
                  </a:lnTo>
                  <a:lnTo>
                    <a:pt x="1567749" y="966508"/>
                  </a:lnTo>
                  <a:lnTo>
                    <a:pt x="1566677" y="966242"/>
                  </a:lnTo>
                  <a:lnTo>
                    <a:pt x="1565605" y="965977"/>
                  </a:lnTo>
                  <a:lnTo>
                    <a:pt x="1564534" y="965713"/>
                  </a:lnTo>
                  <a:lnTo>
                    <a:pt x="1563462" y="965451"/>
                  </a:lnTo>
                  <a:lnTo>
                    <a:pt x="1562391" y="965191"/>
                  </a:lnTo>
                  <a:lnTo>
                    <a:pt x="1561319" y="964932"/>
                  </a:lnTo>
                  <a:lnTo>
                    <a:pt x="1560247" y="964674"/>
                  </a:lnTo>
                  <a:lnTo>
                    <a:pt x="1559176" y="964418"/>
                  </a:lnTo>
                  <a:lnTo>
                    <a:pt x="1558104" y="964164"/>
                  </a:lnTo>
                  <a:lnTo>
                    <a:pt x="1557033" y="963910"/>
                  </a:lnTo>
                  <a:lnTo>
                    <a:pt x="1555961" y="963659"/>
                  </a:lnTo>
                  <a:lnTo>
                    <a:pt x="1554889" y="963408"/>
                  </a:lnTo>
                  <a:lnTo>
                    <a:pt x="1553818" y="963159"/>
                  </a:lnTo>
                  <a:lnTo>
                    <a:pt x="1552746" y="962912"/>
                  </a:lnTo>
                  <a:lnTo>
                    <a:pt x="1551675" y="962666"/>
                  </a:lnTo>
                  <a:lnTo>
                    <a:pt x="1550603" y="962421"/>
                  </a:lnTo>
                  <a:lnTo>
                    <a:pt x="1549531" y="962178"/>
                  </a:lnTo>
                  <a:lnTo>
                    <a:pt x="1548460" y="961936"/>
                  </a:lnTo>
                  <a:lnTo>
                    <a:pt x="1547388" y="961696"/>
                  </a:lnTo>
                  <a:lnTo>
                    <a:pt x="1546317" y="961457"/>
                  </a:lnTo>
                  <a:lnTo>
                    <a:pt x="1545245" y="961219"/>
                  </a:lnTo>
                  <a:lnTo>
                    <a:pt x="1544173" y="960982"/>
                  </a:lnTo>
                  <a:lnTo>
                    <a:pt x="1543102" y="960747"/>
                  </a:lnTo>
                  <a:lnTo>
                    <a:pt x="1542030" y="960514"/>
                  </a:lnTo>
                  <a:lnTo>
                    <a:pt x="1540959" y="960281"/>
                  </a:lnTo>
                  <a:lnTo>
                    <a:pt x="1539887" y="960050"/>
                  </a:lnTo>
                  <a:lnTo>
                    <a:pt x="1538815" y="959820"/>
                  </a:lnTo>
                  <a:lnTo>
                    <a:pt x="1537744" y="959592"/>
                  </a:lnTo>
                  <a:lnTo>
                    <a:pt x="1536672" y="959365"/>
                  </a:lnTo>
                  <a:lnTo>
                    <a:pt x="1535601" y="959139"/>
                  </a:lnTo>
                  <a:lnTo>
                    <a:pt x="1534529" y="958914"/>
                  </a:lnTo>
                  <a:lnTo>
                    <a:pt x="1533457" y="958691"/>
                  </a:lnTo>
                  <a:lnTo>
                    <a:pt x="1532386" y="958469"/>
                  </a:lnTo>
                  <a:lnTo>
                    <a:pt x="1531314" y="958248"/>
                  </a:lnTo>
                  <a:lnTo>
                    <a:pt x="1530243" y="958029"/>
                  </a:lnTo>
                  <a:lnTo>
                    <a:pt x="1529171" y="957810"/>
                  </a:lnTo>
                  <a:lnTo>
                    <a:pt x="1528099" y="957593"/>
                  </a:lnTo>
                  <a:lnTo>
                    <a:pt x="1527028" y="957377"/>
                  </a:lnTo>
                  <a:lnTo>
                    <a:pt x="1525956" y="957162"/>
                  </a:lnTo>
                  <a:lnTo>
                    <a:pt x="1524885" y="956949"/>
                  </a:lnTo>
                  <a:lnTo>
                    <a:pt x="1523813" y="956736"/>
                  </a:lnTo>
                  <a:lnTo>
                    <a:pt x="1522741" y="956525"/>
                  </a:lnTo>
                  <a:lnTo>
                    <a:pt x="1521670" y="956315"/>
                  </a:lnTo>
                  <a:lnTo>
                    <a:pt x="1520598" y="956106"/>
                  </a:lnTo>
                  <a:lnTo>
                    <a:pt x="1519527" y="955898"/>
                  </a:lnTo>
                  <a:lnTo>
                    <a:pt x="1518455" y="955691"/>
                  </a:lnTo>
                  <a:lnTo>
                    <a:pt x="1517383" y="955486"/>
                  </a:lnTo>
                  <a:lnTo>
                    <a:pt x="1516312" y="955281"/>
                  </a:lnTo>
                  <a:lnTo>
                    <a:pt x="1515240" y="955078"/>
                  </a:lnTo>
                  <a:lnTo>
                    <a:pt x="1514169" y="954876"/>
                  </a:lnTo>
                  <a:lnTo>
                    <a:pt x="1513097" y="954674"/>
                  </a:lnTo>
                  <a:lnTo>
                    <a:pt x="1512025" y="954474"/>
                  </a:lnTo>
                  <a:lnTo>
                    <a:pt x="1510954" y="954275"/>
                  </a:lnTo>
                  <a:lnTo>
                    <a:pt x="1509882" y="954077"/>
                  </a:lnTo>
                  <a:lnTo>
                    <a:pt x="1508811" y="953879"/>
                  </a:lnTo>
                  <a:lnTo>
                    <a:pt x="1507739" y="953683"/>
                  </a:lnTo>
                  <a:lnTo>
                    <a:pt x="1506667" y="953488"/>
                  </a:lnTo>
                  <a:lnTo>
                    <a:pt x="1505596" y="953294"/>
                  </a:lnTo>
                  <a:lnTo>
                    <a:pt x="1504524" y="953100"/>
                  </a:lnTo>
                  <a:lnTo>
                    <a:pt x="1503453" y="952908"/>
                  </a:lnTo>
                  <a:lnTo>
                    <a:pt x="1502381" y="952717"/>
                  </a:lnTo>
                  <a:lnTo>
                    <a:pt x="1501309" y="952526"/>
                  </a:lnTo>
                  <a:lnTo>
                    <a:pt x="1500238" y="952337"/>
                  </a:lnTo>
                  <a:lnTo>
                    <a:pt x="1499166" y="952148"/>
                  </a:lnTo>
                  <a:lnTo>
                    <a:pt x="1498095" y="951960"/>
                  </a:lnTo>
                  <a:lnTo>
                    <a:pt x="1497023" y="951773"/>
                  </a:lnTo>
                  <a:lnTo>
                    <a:pt x="1495951" y="951587"/>
                  </a:lnTo>
                  <a:lnTo>
                    <a:pt x="1494880" y="951402"/>
                  </a:lnTo>
                  <a:lnTo>
                    <a:pt x="1493808" y="951217"/>
                  </a:lnTo>
                  <a:lnTo>
                    <a:pt x="1492737" y="951034"/>
                  </a:lnTo>
                  <a:lnTo>
                    <a:pt x="1491665" y="950851"/>
                  </a:lnTo>
                  <a:lnTo>
                    <a:pt x="1490593" y="950669"/>
                  </a:lnTo>
                  <a:lnTo>
                    <a:pt x="1489522" y="950488"/>
                  </a:lnTo>
                  <a:lnTo>
                    <a:pt x="1488450" y="950307"/>
                  </a:lnTo>
                  <a:lnTo>
                    <a:pt x="1487379" y="950128"/>
                  </a:lnTo>
                  <a:lnTo>
                    <a:pt x="1486307" y="949949"/>
                  </a:lnTo>
                  <a:lnTo>
                    <a:pt x="1485235" y="949770"/>
                  </a:lnTo>
                  <a:lnTo>
                    <a:pt x="1484164" y="949593"/>
                  </a:lnTo>
                  <a:lnTo>
                    <a:pt x="1483092" y="949416"/>
                  </a:lnTo>
                  <a:lnTo>
                    <a:pt x="1482021" y="949240"/>
                  </a:lnTo>
                  <a:lnTo>
                    <a:pt x="1480949" y="949064"/>
                  </a:lnTo>
                  <a:lnTo>
                    <a:pt x="1479877" y="948889"/>
                  </a:lnTo>
                  <a:lnTo>
                    <a:pt x="1478806" y="948715"/>
                  </a:lnTo>
                  <a:lnTo>
                    <a:pt x="1477734" y="948541"/>
                  </a:lnTo>
                  <a:lnTo>
                    <a:pt x="1476663" y="948368"/>
                  </a:lnTo>
                  <a:lnTo>
                    <a:pt x="1475591" y="948196"/>
                  </a:lnTo>
                  <a:lnTo>
                    <a:pt x="1474519" y="948024"/>
                  </a:lnTo>
                  <a:lnTo>
                    <a:pt x="1473448" y="947853"/>
                  </a:lnTo>
                  <a:lnTo>
                    <a:pt x="1472376" y="947682"/>
                  </a:lnTo>
                  <a:lnTo>
                    <a:pt x="1471305" y="947512"/>
                  </a:lnTo>
                  <a:lnTo>
                    <a:pt x="1470233" y="947342"/>
                  </a:lnTo>
                  <a:lnTo>
                    <a:pt x="1469161" y="947173"/>
                  </a:lnTo>
                  <a:lnTo>
                    <a:pt x="1468090" y="947004"/>
                  </a:lnTo>
                  <a:lnTo>
                    <a:pt x="1467018" y="946836"/>
                  </a:lnTo>
                  <a:lnTo>
                    <a:pt x="1465947" y="946669"/>
                  </a:lnTo>
                  <a:lnTo>
                    <a:pt x="1464875" y="946501"/>
                  </a:lnTo>
                  <a:lnTo>
                    <a:pt x="1463803" y="946334"/>
                  </a:lnTo>
                  <a:lnTo>
                    <a:pt x="1462732" y="946168"/>
                  </a:lnTo>
                  <a:lnTo>
                    <a:pt x="1461660" y="946002"/>
                  </a:lnTo>
                  <a:lnTo>
                    <a:pt x="1460589" y="945836"/>
                  </a:lnTo>
                  <a:lnTo>
                    <a:pt x="1459517" y="945671"/>
                  </a:lnTo>
                  <a:lnTo>
                    <a:pt x="1458445" y="945506"/>
                  </a:lnTo>
                  <a:lnTo>
                    <a:pt x="1457374" y="945342"/>
                  </a:lnTo>
                  <a:lnTo>
                    <a:pt x="1456302" y="945178"/>
                  </a:lnTo>
                  <a:lnTo>
                    <a:pt x="1455231" y="945014"/>
                  </a:lnTo>
                  <a:lnTo>
                    <a:pt x="1454159" y="944850"/>
                  </a:lnTo>
                  <a:lnTo>
                    <a:pt x="1453087" y="944687"/>
                  </a:lnTo>
                  <a:lnTo>
                    <a:pt x="1452016" y="944524"/>
                  </a:lnTo>
                  <a:lnTo>
                    <a:pt x="1450944" y="944361"/>
                  </a:lnTo>
                  <a:lnTo>
                    <a:pt x="1449873" y="944199"/>
                  </a:lnTo>
                  <a:lnTo>
                    <a:pt x="1448801" y="944036"/>
                  </a:lnTo>
                  <a:lnTo>
                    <a:pt x="1447729" y="943874"/>
                  </a:lnTo>
                  <a:lnTo>
                    <a:pt x="1446658" y="943713"/>
                  </a:lnTo>
                  <a:lnTo>
                    <a:pt x="1445586" y="943551"/>
                  </a:lnTo>
                  <a:lnTo>
                    <a:pt x="1444515" y="943390"/>
                  </a:lnTo>
                  <a:lnTo>
                    <a:pt x="1443443" y="943228"/>
                  </a:lnTo>
                  <a:lnTo>
                    <a:pt x="1442371" y="943067"/>
                  </a:lnTo>
                  <a:lnTo>
                    <a:pt x="1441300" y="942906"/>
                  </a:lnTo>
                  <a:lnTo>
                    <a:pt x="1440228" y="942745"/>
                  </a:lnTo>
                  <a:lnTo>
                    <a:pt x="1439157" y="942584"/>
                  </a:lnTo>
                  <a:lnTo>
                    <a:pt x="1438085" y="942424"/>
                  </a:lnTo>
                  <a:lnTo>
                    <a:pt x="1437013" y="942263"/>
                  </a:lnTo>
                  <a:lnTo>
                    <a:pt x="1435942" y="942102"/>
                  </a:lnTo>
                  <a:lnTo>
                    <a:pt x="1434870" y="941942"/>
                  </a:lnTo>
                  <a:lnTo>
                    <a:pt x="1433799" y="941781"/>
                  </a:lnTo>
                  <a:lnTo>
                    <a:pt x="1432727" y="941621"/>
                  </a:lnTo>
                  <a:lnTo>
                    <a:pt x="1431655" y="941460"/>
                  </a:lnTo>
                  <a:lnTo>
                    <a:pt x="1430584" y="941300"/>
                  </a:lnTo>
                  <a:lnTo>
                    <a:pt x="1429512" y="941139"/>
                  </a:lnTo>
                  <a:lnTo>
                    <a:pt x="1428441" y="940979"/>
                  </a:lnTo>
                  <a:lnTo>
                    <a:pt x="1427369" y="940818"/>
                  </a:lnTo>
                  <a:lnTo>
                    <a:pt x="1426297" y="940657"/>
                  </a:lnTo>
                  <a:lnTo>
                    <a:pt x="1425226" y="940497"/>
                  </a:lnTo>
                  <a:lnTo>
                    <a:pt x="1424154" y="940336"/>
                  </a:lnTo>
                  <a:lnTo>
                    <a:pt x="1423083" y="940175"/>
                  </a:lnTo>
                  <a:lnTo>
                    <a:pt x="1422011" y="940014"/>
                  </a:lnTo>
                  <a:lnTo>
                    <a:pt x="1420939" y="939852"/>
                  </a:lnTo>
                  <a:lnTo>
                    <a:pt x="1419868" y="939691"/>
                  </a:lnTo>
                  <a:lnTo>
                    <a:pt x="1418796" y="939529"/>
                  </a:lnTo>
                  <a:lnTo>
                    <a:pt x="1417725" y="939368"/>
                  </a:lnTo>
                  <a:lnTo>
                    <a:pt x="1416653" y="939206"/>
                  </a:lnTo>
                  <a:lnTo>
                    <a:pt x="1415582" y="939044"/>
                  </a:lnTo>
                  <a:lnTo>
                    <a:pt x="1414510" y="938881"/>
                  </a:lnTo>
                  <a:lnTo>
                    <a:pt x="1413438" y="938719"/>
                  </a:lnTo>
                  <a:lnTo>
                    <a:pt x="1412367" y="938556"/>
                  </a:lnTo>
                  <a:lnTo>
                    <a:pt x="1411295" y="938392"/>
                  </a:lnTo>
                  <a:lnTo>
                    <a:pt x="1410224" y="938229"/>
                  </a:lnTo>
                  <a:lnTo>
                    <a:pt x="1409152" y="938065"/>
                  </a:lnTo>
                  <a:lnTo>
                    <a:pt x="1408080" y="937901"/>
                  </a:lnTo>
                  <a:lnTo>
                    <a:pt x="1407009" y="937737"/>
                  </a:lnTo>
                  <a:lnTo>
                    <a:pt x="1405937" y="937572"/>
                  </a:lnTo>
                  <a:lnTo>
                    <a:pt x="1404866" y="937407"/>
                  </a:lnTo>
                  <a:lnTo>
                    <a:pt x="1403794" y="937242"/>
                  </a:lnTo>
                  <a:lnTo>
                    <a:pt x="1402722" y="937076"/>
                  </a:lnTo>
                  <a:lnTo>
                    <a:pt x="1401651" y="936910"/>
                  </a:lnTo>
                  <a:lnTo>
                    <a:pt x="1400579" y="936743"/>
                  </a:lnTo>
                  <a:lnTo>
                    <a:pt x="1399508" y="936576"/>
                  </a:lnTo>
                  <a:lnTo>
                    <a:pt x="1398436" y="936409"/>
                  </a:lnTo>
                  <a:lnTo>
                    <a:pt x="1397364" y="936241"/>
                  </a:lnTo>
                  <a:lnTo>
                    <a:pt x="1396293" y="936073"/>
                  </a:lnTo>
                  <a:lnTo>
                    <a:pt x="1395221" y="935904"/>
                  </a:lnTo>
                  <a:lnTo>
                    <a:pt x="1394150" y="935735"/>
                  </a:lnTo>
                  <a:lnTo>
                    <a:pt x="1393078" y="935565"/>
                  </a:lnTo>
                  <a:lnTo>
                    <a:pt x="1392006" y="935395"/>
                  </a:lnTo>
                  <a:lnTo>
                    <a:pt x="1390935" y="935224"/>
                  </a:lnTo>
                  <a:lnTo>
                    <a:pt x="1389863" y="935053"/>
                  </a:lnTo>
                  <a:lnTo>
                    <a:pt x="1388792" y="934881"/>
                  </a:lnTo>
                  <a:lnTo>
                    <a:pt x="1387720" y="934708"/>
                  </a:lnTo>
                  <a:lnTo>
                    <a:pt x="1386648" y="934535"/>
                  </a:lnTo>
                  <a:lnTo>
                    <a:pt x="1385577" y="934895"/>
                  </a:lnTo>
                  <a:lnTo>
                    <a:pt x="1384505" y="935650"/>
                  </a:lnTo>
                  <a:lnTo>
                    <a:pt x="1383434" y="936410"/>
                  </a:lnTo>
                  <a:lnTo>
                    <a:pt x="1382362" y="937173"/>
                  </a:lnTo>
                  <a:lnTo>
                    <a:pt x="1381290" y="937941"/>
                  </a:lnTo>
                  <a:lnTo>
                    <a:pt x="1380219" y="938714"/>
                  </a:lnTo>
                  <a:lnTo>
                    <a:pt x="1379147" y="939491"/>
                  </a:lnTo>
                  <a:lnTo>
                    <a:pt x="1378076" y="940272"/>
                  </a:lnTo>
                  <a:lnTo>
                    <a:pt x="1377004" y="941057"/>
                  </a:lnTo>
                  <a:lnTo>
                    <a:pt x="1375932" y="941846"/>
                  </a:lnTo>
                  <a:lnTo>
                    <a:pt x="1374861" y="942640"/>
                  </a:lnTo>
                  <a:lnTo>
                    <a:pt x="1373789" y="943438"/>
                  </a:lnTo>
                  <a:lnTo>
                    <a:pt x="1372718" y="944240"/>
                  </a:lnTo>
                  <a:lnTo>
                    <a:pt x="1371646" y="945047"/>
                  </a:lnTo>
                  <a:lnTo>
                    <a:pt x="1370574" y="945858"/>
                  </a:lnTo>
                  <a:lnTo>
                    <a:pt x="1369503" y="946673"/>
                  </a:lnTo>
                  <a:lnTo>
                    <a:pt x="1368431" y="947492"/>
                  </a:lnTo>
                  <a:lnTo>
                    <a:pt x="1367360" y="948315"/>
                  </a:lnTo>
                  <a:lnTo>
                    <a:pt x="1366288" y="949142"/>
                  </a:lnTo>
                  <a:lnTo>
                    <a:pt x="1365216" y="949974"/>
                  </a:lnTo>
                  <a:lnTo>
                    <a:pt x="1364145" y="950809"/>
                  </a:lnTo>
                  <a:lnTo>
                    <a:pt x="1363073" y="951649"/>
                  </a:lnTo>
                  <a:lnTo>
                    <a:pt x="1362002" y="952493"/>
                  </a:lnTo>
                  <a:lnTo>
                    <a:pt x="1360930" y="953341"/>
                  </a:lnTo>
                  <a:lnTo>
                    <a:pt x="1359858" y="954193"/>
                  </a:lnTo>
                  <a:lnTo>
                    <a:pt x="1358787" y="955049"/>
                  </a:lnTo>
                  <a:lnTo>
                    <a:pt x="1357715" y="955909"/>
                  </a:lnTo>
                  <a:lnTo>
                    <a:pt x="1356644" y="956773"/>
                  </a:lnTo>
                  <a:lnTo>
                    <a:pt x="1355572" y="957641"/>
                  </a:lnTo>
                  <a:lnTo>
                    <a:pt x="1354500" y="958513"/>
                  </a:lnTo>
                  <a:lnTo>
                    <a:pt x="1353429" y="959388"/>
                  </a:lnTo>
                  <a:lnTo>
                    <a:pt x="1352357" y="960268"/>
                  </a:lnTo>
                  <a:lnTo>
                    <a:pt x="1351286" y="961152"/>
                  </a:lnTo>
                  <a:lnTo>
                    <a:pt x="1350214" y="962040"/>
                  </a:lnTo>
                  <a:lnTo>
                    <a:pt x="1349142" y="962931"/>
                  </a:lnTo>
                  <a:lnTo>
                    <a:pt x="1348071" y="963827"/>
                  </a:lnTo>
                  <a:lnTo>
                    <a:pt x="1346999" y="964726"/>
                  </a:lnTo>
                  <a:lnTo>
                    <a:pt x="1345928" y="965629"/>
                  </a:lnTo>
                  <a:lnTo>
                    <a:pt x="1344856" y="966536"/>
                  </a:lnTo>
                  <a:lnTo>
                    <a:pt x="1343784" y="967447"/>
                  </a:lnTo>
                  <a:lnTo>
                    <a:pt x="1342713" y="968362"/>
                  </a:lnTo>
                  <a:lnTo>
                    <a:pt x="1341641" y="969280"/>
                  </a:lnTo>
                  <a:lnTo>
                    <a:pt x="1340570" y="970202"/>
                  </a:lnTo>
                  <a:lnTo>
                    <a:pt x="1339498" y="971128"/>
                  </a:lnTo>
                  <a:lnTo>
                    <a:pt x="1338426" y="972058"/>
                  </a:lnTo>
                  <a:lnTo>
                    <a:pt x="1337355" y="972991"/>
                  </a:lnTo>
                  <a:lnTo>
                    <a:pt x="1336283" y="973928"/>
                  </a:lnTo>
                  <a:lnTo>
                    <a:pt x="1335212" y="974869"/>
                  </a:lnTo>
                  <a:lnTo>
                    <a:pt x="1334140" y="975813"/>
                  </a:lnTo>
                  <a:lnTo>
                    <a:pt x="1333068" y="976761"/>
                  </a:lnTo>
                  <a:lnTo>
                    <a:pt x="1331997" y="977712"/>
                  </a:lnTo>
                  <a:lnTo>
                    <a:pt x="1330925" y="978667"/>
                  </a:lnTo>
                  <a:lnTo>
                    <a:pt x="1329854" y="979626"/>
                  </a:lnTo>
                  <a:lnTo>
                    <a:pt x="1328782" y="980588"/>
                  </a:lnTo>
                  <a:lnTo>
                    <a:pt x="1327710" y="981553"/>
                  </a:lnTo>
                  <a:lnTo>
                    <a:pt x="1326639" y="982523"/>
                  </a:lnTo>
                  <a:lnTo>
                    <a:pt x="1325567" y="983495"/>
                  </a:lnTo>
                  <a:lnTo>
                    <a:pt x="1324496" y="984471"/>
                  </a:lnTo>
                  <a:lnTo>
                    <a:pt x="1323424" y="985451"/>
                  </a:lnTo>
                  <a:lnTo>
                    <a:pt x="1322352" y="986434"/>
                  </a:lnTo>
                  <a:lnTo>
                    <a:pt x="1321281" y="987420"/>
                  </a:lnTo>
                  <a:lnTo>
                    <a:pt x="1320209" y="988410"/>
                  </a:lnTo>
                  <a:lnTo>
                    <a:pt x="1319138" y="989403"/>
                  </a:lnTo>
                  <a:lnTo>
                    <a:pt x="1318066" y="990400"/>
                  </a:lnTo>
                  <a:lnTo>
                    <a:pt x="1316994" y="991399"/>
                  </a:lnTo>
                  <a:lnTo>
                    <a:pt x="1315923" y="992402"/>
                  </a:lnTo>
                  <a:lnTo>
                    <a:pt x="1314851" y="993409"/>
                  </a:lnTo>
                  <a:lnTo>
                    <a:pt x="1313780" y="994419"/>
                  </a:lnTo>
                  <a:lnTo>
                    <a:pt x="1312708" y="995431"/>
                  </a:lnTo>
                  <a:lnTo>
                    <a:pt x="1311636" y="996447"/>
                  </a:lnTo>
                  <a:lnTo>
                    <a:pt x="1310565" y="997467"/>
                  </a:lnTo>
                  <a:lnTo>
                    <a:pt x="1309493" y="998489"/>
                  </a:lnTo>
                  <a:lnTo>
                    <a:pt x="1308422" y="999515"/>
                  </a:lnTo>
                  <a:lnTo>
                    <a:pt x="1307350" y="1000544"/>
                  </a:lnTo>
                  <a:lnTo>
                    <a:pt x="1306278" y="1001576"/>
                  </a:lnTo>
                  <a:lnTo>
                    <a:pt x="1305207" y="1002611"/>
                  </a:lnTo>
                  <a:lnTo>
                    <a:pt x="1304135" y="1003649"/>
                  </a:lnTo>
                  <a:lnTo>
                    <a:pt x="1303064" y="1004690"/>
                  </a:lnTo>
                  <a:lnTo>
                    <a:pt x="1301992" y="1005734"/>
                  </a:lnTo>
                  <a:lnTo>
                    <a:pt x="1300920" y="1006781"/>
                  </a:lnTo>
                  <a:lnTo>
                    <a:pt x="1299849" y="1007831"/>
                  </a:lnTo>
                  <a:lnTo>
                    <a:pt x="1298777" y="1008885"/>
                  </a:lnTo>
                  <a:lnTo>
                    <a:pt x="1297706" y="1009941"/>
                  </a:lnTo>
                  <a:lnTo>
                    <a:pt x="1296634" y="1011000"/>
                  </a:lnTo>
                  <a:lnTo>
                    <a:pt x="1295562" y="1012062"/>
                  </a:lnTo>
                  <a:lnTo>
                    <a:pt x="1294491" y="1013126"/>
                  </a:lnTo>
                  <a:lnTo>
                    <a:pt x="1293419" y="1014194"/>
                  </a:lnTo>
                  <a:lnTo>
                    <a:pt x="1292348" y="1015265"/>
                  </a:lnTo>
                  <a:lnTo>
                    <a:pt x="1291276" y="1016338"/>
                  </a:lnTo>
                  <a:lnTo>
                    <a:pt x="1290204" y="1017414"/>
                  </a:lnTo>
                  <a:lnTo>
                    <a:pt x="1289133" y="1018493"/>
                  </a:lnTo>
                  <a:lnTo>
                    <a:pt x="1288061" y="1019575"/>
                  </a:lnTo>
                  <a:lnTo>
                    <a:pt x="1286990" y="1020659"/>
                  </a:lnTo>
                  <a:lnTo>
                    <a:pt x="1285918" y="1021746"/>
                  </a:lnTo>
                  <a:lnTo>
                    <a:pt x="1284846" y="1022836"/>
                  </a:lnTo>
                  <a:lnTo>
                    <a:pt x="1283775" y="1023929"/>
                  </a:lnTo>
                  <a:lnTo>
                    <a:pt x="1282703" y="1025024"/>
                  </a:lnTo>
                  <a:lnTo>
                    <a:pt x="1281632" y="1026122"/>
                  </a:lnTo>
                  <a:lnTo>
                    <a:pt x="1280560" y="1027222"/>
                  </a:lnTo>
                  <a:lnTo>
                    <a:pt x="1279488" y="1028325"/>
                  </a:lnTo>
                  <a:lnTo>
                    <a:pt x="1278417" y="1029431"/>
                  </a:lnTo>
                  <a:lnTo>
                    <a:pt x="1277345" y="1030539"/>
                  </a:lnTo>
                  <a:lnTo>
                    <a:pt x="1276274" y="1031649"/>
                  </a:lnTo>
                  <a:lnTo>
                    <a:pt x="1275202" y="1032763"/>
                  </a:lnTo>
                  <a:lnTo>
                    <a:pt x="1274130" y="1033878"/>
                  </a:lnTo>
                  <a:lnTo>
                    <a:pt x="1273059" y="1034996"/>
                  </a:lnTo>
                  <a:lnTo>
                    <a:pt x="1271987" y="1036117"/>
                  </a:lnTo>
                  <a:lnTo>
                    <a:pt x="1270916" y="1037240"/>
                  </a:lnTo>
                  <a:lnTo>
                    <a:pt x="1269844" y="1038365"/>
                  </a:lnTo>
                  <a:lnTo>
                    <a:pt x="1268772" y="1039493"/>
                  </a:lnTo>
                  <a:lnTo>
                    <a:pt x="1267701" y="1040623"/>
                  </a:lnTo>
                  <a:lnTo>
                    <a:pt x="1266629" y="1041755"/>
                  </a:lnTo>
                  <a:lnTo>
                    <a:pt x="1265558" y="1042890"/>
                  </a:lnTo>
                  <a:lnTo>
                    <a:pt x="1264486" y="1044027"/>
                  </a:lnTo>
                  <a:lnTo>
                    <a:pt x="1263414" y="1045166"/>
                  </a:lnTo>
                  <a:lnTo>
                    <a:pt x="1262343" y="1046308"/>
                  </a:lnTo>
                  <a:lnTo>
                    <a:pt x="1261271" y="1047451"/>
                  </a:lnTo>
                  <a:lnTo>
                    <a:pt x="1260200" y="1048597"/>
                  </a:lnTo>
                  <a:lnTo>
                    <a:pt x="1259128" y="1049745"/>
                  </a:lnTo>
                  <a:lnTo>
                    <a:pt x="1258056" y="1050895"/>
                  </a:lnTo>
                  <a:lnTo>
                    <a:pt x="1256985" y="1052048"/>
                  </a:lnTo>
                  <a:lnTo>
                    <a:pt x="1255913" y="1053202"/>
                  </a:lnTo>
                  <a:lnTo>
                    <a:pt x="1254842" y="1054359"/>
                  </a:lnTo>
                  <a:lnTo>
                    <a:pt x="1253770" y="1055518"/>
                  </a:lnTo>
                  <a:lnTo>
                    <a:pt x="1252698" y="1056678"/>
                  </a:lnTo>
                  <a:lnTo>
                    <a:pt x="1251627" y="1057841"/>
                  </a:lnTo>
                  <a:lnTo>
                    <a:pt x="1250555" y="1059006"/>
                  </a:lnTo>
                  <a:lnTo>
                    <a:pt x="1249484" y="1060173"/>
                  </a:lnTo>
                  <a:lnTo>
                    <a:pt x="1248412" y="1061341"/>
                  </a:lnTo>
                  <a:lnTo>
                    <a:pt x="1247340" y="1062512"/>
                  </a:lnTo>
                  <a:lnTo>
                    <a:pt x="1246269" y="1063685"/>
                  </a:lnTo>
                  <a:lnTo>
                    <a:pt x="1245197" y="1064859"/>
                  </a:lnTo>
                  <a:lnTo>
                    <a:pt x="1244126" y="1066036"/>
                  </a:lnTo>
                  <a:lnTo>
                    <a:pt x="1243054" y="1067214"/>
                  </a:lnTo>
                  <a:lnTo>
                    <a:pt x="1241983" y="1068394"/>
                  </a:lnTo>
                  <a:lnTo>
                    <a:pt x="1240911" y="1069576"/>
                  </a:lnTo>
                  <a:lnTo>
                    <a:pt x="1239839" y="1070759"/>
                  </a:lnTo>
                  <a:lnTo>
                    <a:pt x="1238768" y="1071945"/>
                  </a:lnTo>
                  <a:lnTo>
                    <a:pt x="1237696" y="1073132"/>
                  </a:lnTo>
                  <a:lnTo>
                    <a:pt x="1236625" y="1074321"/>
                  </a:lnTo>
                  <a:lnTo>
                    <a:pt x="1235553" y="1075512"/>
                  </a:lnTo>
                  <a:lnTo>
                    <a:pt x="1234481" y="1076704"/>
                  </a:lnTo>
                  <a:lnTo>
                    <a:pt x="1233410" y="1077898"/>
                  </a:lnTo>
                  <a:lnTo>
                    <a:pt x="1232338" y="1079094"/>
                  </a:lnTo>
                  <a:lnTo>
                    <a:pt x="1231267" y="1080291"/>
                  </a:lnTo>
                  <a:lnTo>
                    <a:pt x="1230195" y="1081490"/>
                  </a:lnTo>
                  <a:lnTo>
                    <a:pt x="1229123" y="1082691"/>
                  </a:lnTo>
                  <a:lnTo>
                    <a:pt x="1228052" y="1083893"/>
                  </a:lnTo>
                  <a:lnTo>
                    <a:pt x="1226980" y="1085097"/>
                  </a:lnTo>
                  <a:lnTo>
                    <a:pt x="1225909" y="1086302"/>
                  </a:lnTo>
                  <a:lnTo>
                    <a:pt x="1224837" y="1087508"/>
                  </a:lnTo>
                  <a:lnTo>
                    <a:pt x="1223765" y="1088717"/>
                  </a:lnTo>
                  <a:lnTo>
                    <a:pt x="1222694" y="1089926"/>
                  </a:lnTo>
                  <a:lnTo>
                    <a:pt x="1221622" y="1091137"/>
                  </a:lnTo>
                  <a:lnTo>
                    <a:pt x="1220551" y="1092350"/>
                  </a:lnTo>
                  <a:lnTo>
                    <a:pt x="1219479" y="1093564"/>
                  </a:lnTo>
                  <a:lnTo>
                    <a:pt x="1218407" y="1094779"/>
                  </a:lnTo>
                  <a:lnTo>
                    <a:pt x="1217336" y="1095996"/>
                  </a:lnTo>
                  <a:lnTo>
                    <a:pt x="1216264" y="1097214"/>
                  </a:lnTo>
                  <a:lnTo>
                    <a:pt x="1215193" y="1098433"/>
                  </a:lnTo>
                  <a:lnTo>
                    <a:pt x="1214121" y="1099654"/>
                  </a:lnTo>
                  <a:lnTo>
                    <a:pt x="1213049" y="1100876"/>
                  </a:lnTo>
                  <a:lnTo>
                    <a:pt x="1211978" y="1102099"/>
                  </a:lnTo>
                  <a:lnTo>
                    <a:pt x="1210906" y="1103323"/>
                  </a:lnTo>
                  <a:lnTo>
                    <a:pt x="1209835" y="1104549"/>
                  </a:lnTo>
                  <a:lnTo>
                    <a:pt x="1208763" y="1105776"/>
                  </a:lnTo>
                  <a:lnTo>
                    <a:pt x="1207691" y="1107004"/>
                  </a:lnTo>
                  <a:lnTo>
                    <a:pt x="1206620" y="1108233"/>
                  </a:lnTo>
                  <a:lnTo>
                    <a:pt x="1205548" y="1109464"/>
                  </a:lnTo>
                  <a:lnTo>
                    <a:pt x="1204477" y="1110695"/>
                  </a:lnTo>
                  <a:lnTo>
                    <a:pt x="1203405" y="1111928"/>
                  </a:lnTo>
                  <a:lnTo>
                    <a:pt x="1202333" y="1113161"/>
                  </a:lnTo>
                  <a:lnTo>
                    <a:pt x="1201262" y="1114396"/>
                  </a:lnTo>
                  <a:lnTo>
                    <a:pt x="1200190" y="1115632"/>
                  </a:lnTo>
                  <a:lnTo>
                    <a:pt x="1199119" y="1116869"/>
                  </a:lnTo>
                  <a:lnTo>
                    <a:pt x="1198047" y="1118107"/>
                  </a:lnTo>
                  <a:lnTo>
                    <a:pt x="1196975" y="1119345"/>
                  </a:lnTo>
                  <a:lnTo>
                    <a:pt x="1195904" y="1120585"/>
                  </a:lnTo>
                  <a:lnTo>
                    <a:pt x="1194832" y="1121826"/>
                  </a:lnTo>
                  <a:lnTo>
                    <a:pt x="1193761" y="1123068"/>
                  </a:lnTo>
                  <a:lnTo>
                    <a:pt x="1192689" y="1124310"/>
                  </a:lnTo>
                  <a:lnTo>
                    <a:pt x="1191617" y="1125554"/>
                  </a:lnTo>
                  <a:lnTo>
                    <a:pt x="1190546" y="1126798"/>
                  </a:lnTo>
                  <a:lnTo>
                    <a:pt x="1189474" y="1128043"/>
                  </a:lnTo>
                  <a:lnTo>
                    <a:pt x="1188403" y="1129289"/>
                  </a:lnTo>
                  <a:lnTo>
                    <a:pt x="1187331" y="1130536"/>
                  </a:lnTo>
                  <a:lnTo>
                    <a:pt x="1186259" y="1131784"/>
                  </a:lnTo>
                  <a:lnTo>
                    <a:pt x="1185188" y="1133032"/>
                  </a:lnTo>
                  <a:lnTo>
                    <a:pt x="1184116" y="1134281"/>
                  </a:lnTo>
                  <a:lnTo>
                    <a:pt x="1183045" y="1135531"/>
                  </a:lnTo>
                  <a:lnTo>
                    <a:pt x="1181973" y="1136782"/>
                  </a:lnTo>
                  <a:lnTo>
                    <a:pt x="1180901" y="1138033"/>
                  </a:lnTo>
                  <a:lnTo>
                    <a:pt x="1179830" y="1139286"/>
                  </a:lnTo>
                  <a:lnTo>
                    <a:pt x="1178758" y="1140538"/>
                  </a:lnTo>
                  <a:lnTo>
                    <a:pt x="1177687" y="1141792"/>
                  </a:lnTo>
                  <a:lnTo>
                    <a:pt x="1176615" y="1143046"/>
                  </a:lnTo>
                  <a:lnTo>
                    <a:pt x="1175543" y="1144300"/>
                  </a:lnTo>
                  <a:lnTo>
                    <a:pt x="1174472" y="1145555"/>
                  </a:lnTo>
                  <a:lnTo>
                    <a:pt x="1173400" y="1146811"/>
                  </a:lnTo>
                  <a:lnTo>
                    <a:pt x="1172329" y="1148068"/>
                  </a:lnTo>
                  <a:lnTo>
                    <a:pt x="1171257" y="1149325"/>
                  </a:lnTo>
                  <a:lnTo>
                    <a:pt x="1170185" y="1150582"/>
                  </a:lnTo>
                  <a:lnTo>
                    <a:pt x="1169114" y="1151840"/>
                  </a:lnTo>
                  <a:lnTo>
                    <a:pt x="1168042" y="1153098"/>
                  </a:lnTo>
                  <a:lnTo>
                    <a:pt x="1166971" y="1154357"/>
                  </a:lnTo>
                  <a:lnTo>
                    <a:pt x="1165899" y="1155617"/>
                  </a:lnTo>
                  <a:lnTo>
                    <a:pt x="1164827" y="1156876"/>
                  </a:lnTo>
                  <a:lnTo>
                    <a:pt x="1163756" y="1158136"/>
                  </a:lnTo>
                  <a:lnTo>
                    <a:pt x="1162684" y="1159397"/>
                  </a:lnTo>
                  <a:lnTo>
                    <a:pt x="1161613" y="1160658"/>
                  </a:lnTo>
                  <a:lnTo>
                    <a:pt x="1160541" y="1161919"/>
                  </a:lnTo>
                  <a:lnTo>
                    <a:pt x="1159469" y="1163181"/>
                  </a:lnTo>
                  <a:lnTo>
                    <a:pt x="1158398" y="1164443"/>
                  </a:lnTo>
                  <a:lnTo>
                    <a:pt x="1157326" y="1165705"/>
                  </a:lnTo>
                  <a:lnTo>
                    <a:pt x="1156255" y="1166968"/>
                  </a:lnTo>
                  <a:lnTo>
                    <a:pt x="1155183" y="1168231"/>
                  </a:lnTo>
                  <a:lnTo>
                    <a:pt x="1154111" y="1169494"/>
                  </a:lnTo>
                  <a:lnTo>
                    <a:pt x="1153040" y="1170757"/>
                  </a:lnTo>
                  <a:lnTo>
                    <a:pt x="1151968" y="1172021"/>
                  </a:lnTo>
                  <a:lnTo>
                    <a:pt x="1150897" y="1173285"/>
                  </a:lnTo>
                  <a:lnTo>
                    <a:pt x="1149825" y="1174549"/>
                  </a:lnTo>
                  <a:lnTo>
                    <a:pt x="1148753" y="1175813"/>
                  </a:lnTo>
                  <a:lnTo>
                    <a:pt x="1147682" y="1177077"/>
                  </a:lnTo>
                  <a:lnTo>
                    <a:pt x="1146610" y="1178342"/>
                  </a:lnTo>
                  <a:lnTo>
                    <a:pt x="1145539" y="1179606"/>
                  </a:lnTo>
                  <a:lnTo>
                    <a:pt x="1144467" y="1180871"/>
                  </a:lnTo>
                  <a:lnTo>
                    <a:pt x="1143395" y="1182136"/>
                  </a:lnTo>
                  <a:lnTo>
                    <a:pt x="1142324" y="1183401"/>
                  </a:lnTo>
                  <a:lnTo>
                    <a:pt x="1141252" y="1184666"/>
                  </a:lnTo>
                  <a:lnTo>
                    <a:pt x="1140181" y="1185931"/>
                  </a:lnTo>
                  <a:lnTo>
                    <a:pt x="1139109" y="1187196"/>
                  </a:lnTo>
                  <a:lnTo>
                    <a:pt x="1138037" y="1188461"/>
                  </a:lnTo>
                  <a:lnTo>
                    <a:pt x="1136966" y="1189726"/>
                  </a:lnTo>
                  <a:lnTo>
                    <a:pt x="1135894" y="1190991"/>
                  </a:lnTo>
                  <a:lnTo>
                    <a:pt x="1134823" y="1192256"/>
                  </a:lnTo>
                  <a:lnTo>
                    <a:pt x="1133751" y="1193521"/>
                  </a:lnTo>
                  <a:lnTo>
                    <a:pt x="1132679" y="1194786"/>
                  </a:lnTo>
                  <a:lnTo>
                    <a:pt x="1131608" y="1196051"/>
                  </a:lnTo>
                  <a:lnTo>
                    <a:pt x="1130536" y="1197316"/>
                  </a:lnTo>
                  <a:lnTo>
                    <a:pt x="1129465" y="1198580"/>
                  </a:lnTo>
                  <a:lnTo>
                    <a:pt x="1128393" y="1199845"/>
                  </a:lnTo>
                  <a:lnTo>
                    <a:pt x="1127321" y="1201109"/>
                  </a:lnTo>
                  <a:lnTo>
                    <a:pt x="1126250" y="1202373"/>
                  </a:lnTo>
                  <a:lnTo>
                    <a:pt x="1125178" y="1203637"/>
                  </a:lnTo>
                  <a:lnTo>
                    <a:pt x="1124107" y="1204901"/>
                  </a:lnTo>
                  <a:lnTo>
                    <a:pt x="1123035" y="1206164"/>
                  </a:lnTo>
                  <a:lnTo>
                    <a:pt x="1121963" y="1207428"/>
                  </a:lnTo>
                  <a:lnTo>
                    <a:pt x="1120892" y="1208691"/>
                  </a:lnTo>
                  <a:lnTo>
                    <a:pt x="1119820" y="1209954"/>
                  </a:lnTo>
                  <a:lnTo>
                    <a:pt x="1118749" y="1211216"/>
                  </a:lnTo>
                  <a:lnTo>
                    <a:pt x="1117677" y="1212479"/>
                  </a:lnTo>
                  <a:lnTo>
                    <a:pt x="1116605" y="1213741"/>
                  </a:lnTo>
                  <a:lnTo>
                    <a:pt x="1115534" y="1215003"/>
                  </a:lnTo>
                  <a:lnTo>
                    <a:pt x="1114462" y="1216264"/>
                  </a:lnTo>
                  <a:lnTo>
                    <a:pt x="1113391" y="1217525"/>
                  </a:lnTo>
                  <a:lnTo>
                    <a:pt x="1112319" y="1218786"/>
                  </a:lnTo>
                  <a:lnTo>
                    <a:pt x="1111247" y="1220046"/>
                  </a:lnTo>
                  <a:lnTo>
                    <a:pt x="1110176" y="1221306"/>
                  </a:lnTo>
                  <a:lnTo>
                    <a:pt x="1109104" y="1222566"/>
                  </a:lnTo>
                  <a:lnTo>
                    <a:pt x="1108033" y="1223825"/>
                  </a:lnTo>
                  <a:lnTo>
                    <a:pt x="1106961" y="1225084"/>
                  </a:lnTo>
                  <a:lnTo>
                    <a:pt x="1105889" y="1226342"/>
                  </a:lnTo>
                  <a:lnTo>
                    <a:pt x="1104818" y="1227600"/>
                  </a:lnTo>
                  <a:lnTo>
                    <a:pt x="1103746" y="1228857"/>
                  </a:lnTo>
                  <a:lnTo>
                    <a:pt x="1102675" y="1230114"/>
                  </a:lnTo>
                  <a:lnTo>
                    <a:pt x="1101603" y="1231371"/>
                  </a:lnTo>
                  <a:lnTo>
                    <a:pt x="1100531" y="1232627"/>
                  </a:lnTo>
                  <a:lnTo>
                    <a:pt x="1099460" y="1233882"/>
                  </a:lnTo>
                  <a:lnTo>
                    <a:pt x="1098388" y="1235137"/>
                  </a:lnTo>
                  <a:lnTo>
                    <a:pt x="1097317" y="1236391"/>
                  </a:lnTo>
                  <a:lnTo>
                    <a:pt x="1096245" y="1237645"/>
                  </a:lnTo>
                  <a:lnTo>
                    <a:pt x="1095173" y="1238898"/>
                  </a:lnTo>
                  <a:lnTo>
                    <a:pt x="1094102" y="1240151"/>
                  </a:lnTo>
                  <a:lnTo>
                    <a:pt x="1093030" y="1241403"/>
                  </a:lnTo>
                  <a:lnTo>
                    <a:pt x="1091959" y="1242654"/>
                  </a:lnTo>
                  <a:lnTo>
                    <a:pt x="1090887" y="1243905"/>
                  </a:lnTo>
                  <a:lnTo>
                    <a:pt x="1089815" y="1245155"/>
                  </a:lnTo>
                  <a:lnTo>
                    <a:pt x="1088744" y="1246405"/>
                  </a:lnTo>
                  <a:lnTo>
                    <a:pt x="1087672" y="1247654"/>
                  </a:lnTo>
                  <a:lnTo>
                    <a:pt x="1086601" y="1248902"/>
                  </a:lnTo>
                  <a:lnTo>
                    <a:pt x="1085529" y="1250149"/>
                  </a:lnTo>
                  <a:lnTo>
                    <a:pt x="1084457" y="1251396"/>
                  </a:lnTo>
                  <a:lnTo>
                    <a:pt x="1083386" y="1252642"/>
                  </a:lnTo>
                  <a:lnTo>
                    <a:pt x="1082314" y="1253887"/>
                  </a:lnTo>
                  <a:lnTo>
                    <a:pt x="1081243" y="1255132"/>
                  </a:lnTo>
                  <a:lnTo>
                    <a:pt x="1080171" y="1256376"/>
                  </a:lnTo>
                  <a:lnTo>
                    <a:pt x="1079099" y="1257619"/>
                  </a:lnTo>
                  <a:lnTo>
                    <a:pt x="1078028" y="1258861"/>
                  </a:lnTo>
                  <a:lnTo>
                    <a:pt x="1076956" y="1260102"/>
                  </a:lnTo>
                  <a:lnTo>
                    <a:pt x="1075885" y="1261343"/>
                  </a:lnTo>
                  <a:lnTo>
                    <a:pt x="1074813" y="1262583"/>
                  </a:lnTo>
                  <a:lnTo>
                    <a:pt x="1073741" y="1263822"/>
                  </a:lnTo>
                  <a:lnTo>
                    <a:pt x="1072670" y="1265060"/>
                  </a:lnTo>
                  <a:lnTo>
                    <a:pt x="1071598" y="1266298"/>
                  </a:lnTo>
                  <a:lnTo>
                    <a:pt x="1070527" y="1267534"/>
                  </a:lnTo>
                  <a:lnTo>
                    <a:pt x="1069455" y="1268770"/>
                  </a:lnTo>
                  <a:lnTo>
                    <a:pt x="1068383" y="1270005"/>
                  </a:lnTo>
                  <a:lnTo>
                    <a:pt x="1067312" y="1271238"/>
                  </a:lnTo>
                  <a:lnTo>
                    <a:pt x="1066240" y="1272471"/>
                  </a:lnTo>
                  <a:lnTo>
                    <a:pt x="1065169" y="1273703"/>
                  </a:lnTo>
                  <a:lnTo>
                    <a:pt x="1064097" y="1274935"/>
                  </a:lnTo>
                  <a:lnTo>
                    <a:pt x="1063026" y="1276165"/>
                  </a:lnTo>
                  <a:lnTo>
                    <a:pt x="1061954" y="1277394"/>
                  </a:lnTo>
                  <a:lnTo>
                    <a:pt x="1060882" y="1278622"/>
                  </a:lnTo>
                  <a:lnTo>
                    <a:pt x="1059811" y="1279849"/>
                  </a:lnTo>
                  <a:lnTo>
                    <a:pt x="1058739" y="1281076"/>
                  </a:lnTo>
                  <a:lnTo>
                    <a:pt x="1057668" y="1282301"/>
                  </a:lnTo>
                  <a:lnTo>
                    <a:pt x="1056596" y="1283525"/>
                  </a:lnTo>
                  <a:lnTo>
                    <a:pt x="1055524" y="1284749"/>
                  </a:lnTo>
                  <a:lnTo>
                    <a:pt x="1054453" y="1285971"/>
                  </a:lnTo>
                  <a:lnTo>
                    <a:pt x="1053381" y="1287192"/>
                  </a:lnTo>
                  <a:lnTo>
                    <a:pt x="1052310" y="1288412"/>
                  </a:lnTo>
                  <a:lnTo>
                    <a:pt x="1051238" y="1289631"/>
                  </a:lnTo>
                  <a:lnTo>
                    <a:pt x="1050166" y="1290849"/>
                  </a:lnTo>
                  <a:lnTo>
                    <a:pt x="1049095" y="1292066"/>
                  </a:lnTo>
                  <a:lnTo>
                    <a:pt x="1048023" y="1293282"/>
                  </a:lnTo>
                  <a:lnTo>
                    <a:pt x="1046952" y="1294497"/>
                  </a:lnTo>
                  <a:lnTo>
                    <a:pt x="1045880" y="1295711"/>
                  </a:lnTo>
                  <a:lnTo>
                    <a:pt x="1044808" y="1296923"/>
                  </a:lnTo>
                  <a:lnTo>
                    <a:pt x="1043737" y="1298135"/>
                  </a:lnTo>
                  <a:lnTo>
                    <a:pt x="1042665" y="1299345"/>
                  </a:lnTo>
                  <a:lnTo>
                    <a:pt x="1041594" y="1300554"/>
                  </a:lnTo>
                  <a:lnTo>
                    <a:pt x="1040522" y="1301762"/>
                  </a:lnTo>
                  <a:lnTo>
                    <a:pt x="1039450" y="1302969"/>
                  </a:lnTo>
                  <a:lnTo>
                    <a:pt x="1038379" y="1304175"/>
                  </a:lnTo>
                  <a:lnTo>
                    <a:pt x="1037307" y="1305379"/>
                  </a:lnTo>
                  <a:lnTo>
                    <a:pt x="1036236" y="1306582"/>
                  </a:lnTo>
                  <a:lnTo>
                    <a:pt x="1035164" y="1307784"/>
                  </a:lnTo>
                  <a:lnTo>
                    <a:pt x="1034092" y="1308985"/>
                  </a:lnTo>
                  <a:lnTo>
                    <a:pt x="1033021" y="1310185"/>
                  </a:lnTo>
                  <a:lnTo>
                    <a:pt x="1031949" y="1311383"/>
                  </a:lnTo>
                  <a:lnTo>
                    <a:pt x="1030878" y="1312580"/>
                  </a:lnTo>
                  <a:lnTo>
                    <a:pt x="1029806" y="1313776"/>
                  </a:lnTo>
                  <a:lnTo>
                    <a:pt x="1028734" y="1314971"/>
                  </a:lnTo>
                  <a:lnTo>
                    <a:pt x="1027663" y="1316164"/>
                  </a:lnTo>
                  <a:lnTo>
                    <a:pt x="1026591" y="1317356"/>
                  </a:lnTo>
                  <a:lnTo>
                    <a:pt x="1025520" y="1318547"/>
                  </a:lnTo>
                  <a:lnTo>
                    <a:pt x="1024448" y="1319737"/>
                  </a:lnTo>
                  <a:lnTo>
                    <a:pt x="1023376" y="1320925"/>
                  </a:lnTo>
                  <a:lnTo>
                    <a:pt x="1022305" y="1322112"/>
                  </a:lnTo>
                  <a:lnTo>
                    <a:pt x="1021233" y="1323297"/>
                  </a:lnTo>
                  <a:lnTo>
                    <a:pt x="1020162" y="1324482"/>
                  </a:lnTo>
                  <a:lnTo>
                    <a:pt x="1019090" y="1325664"/>
                  </a:lnTo>
                  <a:lnTo>
                    <a:pt x="1018018" y="1326846"/>
                  </a:lnTo>
                  <a:lnTo>
                    <a:pt x="1016947" y="1328026"/>
                  </a:lnTo>
                  <a:lnTo>
                    <a:pt x="1015875" y="1329205"/>
                  </a:lnTo>
                  <a:lnTo>
                    <a:pt x="1014804" y="1330383"/>
                  </a:lnTo>
                  <a:lnTo>
                    <a:pt x="1013732" y="1331559"/>
                  </a:lnTo>
                  <a:lnTo>
                    <a:pt x="1012660" y="1332733"/>
                  </a:lnTo>
                  <a:lnTo>
                    <a:pt x="1011589" y="1333907"/>
                  </a:lnTo>
                  <a:lnTo>
                    <a:pt x="1010517" y="1335079"/>
                  </a:lnTo>
                  <a:lnTo>
                    <a:pt x="1009446" y="1336249"/>
                  </a:lnTo>
                  <a:lnTo>
                    <a:pt x="1008374" y="1337418"/>
                  </a:lnTo>
                  <a:lnTo>
                    <a:pt x="1007302" y="1338586"/>
                  </a:lnTo>
                  <a:lnTo>
                    <a:pt x="1006231" y="1339752"/>
                  </a:lnTo>
                  <a:lnTo>
                    <a:pt x="1005159" y="1340917"/>
                  </a:lnTo>
                  <a:lnTo>
                    <a:pt x="1004088" y="1342080"/>
                  </a:lnTo>
                  <a:lnTo>
                    <a:pt x="1003016" y="1343242"/>
                  </a:lnTo>
                  <a:lnTo>
                    <a:pt x="1001944" y="1344403"/>
                  </a:lnTo>
                  <a:lnTo>
                    <a:pt x="1000873" y="1345562"/>
                  </a:lnTo>
                  <a:lnTo>
                    <a:pt x="999801" y="1346719"/>
                  </a:lnTo>
                  <a:lnTo>
                    <a:pt x="998730" y="1347875"/>
                  </a:lnTo>
                  <a:lnTo>
                    <a:pt x="997658" y="1349030"/>
                  </a:lnTo>
                  <a:lnTo>
                    <a:pt x="996586" y="1350183"/>
                  </a:lnTo>
                  <a:lnTo>
                    <a:pt x="995515" y="1351334"/>
                  </a:lnTo>
                  <a:lnTo>
                    <a:pt x="994443" y="1352484"/>
                  </a:lnTo>
                  <a:lnTo>
                    <a:pt x="993372" y="1353633"/>
                  </a:lnTo>
                  <a:lnTo>
                    <a:pt x="992300" y="1354780"/>
                  </a:lnTo>
                  <a:lnTo>
                    <a:pt x="991228" y="1355925"/>
                  </a:lnTo>
                  <a:lnTo>
                    <a:pt x="990157" y="1357069"/>
                  </a:lnTo>
                  <a:lnTo>
                    <a:pt x="989085" y="1358212"/>
                  </a:lnTo>
                  <a:lnTo>
                    <a:pt x="988014" y="1359352"/>
                  </a:lnTo>
                  <a:lnTo>
                    <a:pt x="986942" y="1360492"/>
                  </a:lnTo>
                  <a:lnTo>
                    <a:pt x="985870" y="1361629"/>
                  </a:lnTo>
                  <a:lnTo>
                    <a:pt x="984799" y="1362766"/>
                  </a:lnTo>
                  <a:lnTo>
                    <a:pt x="983727" y="1363900"/>
                  </a:lnTo>
                  <a:lnTo>
                    <a:pt x="982656" y="1365033"/>
                  </a:lnTo>
                  <a:lnTo>
                    <a:pt x="981584" y="1366165"/>
                  </a:lnTo>
                  <a:lnTo>
                    <a:pt x="980512" y="1367295"/>
                  </a:lnTo>
                  <a:lnTo>
                    <a:pt x="979441" y="1368423"/>
                  </a:lnTo>
                  <a:lnTo>
                    <a:pt x="978369" y="1369550"/>
                  </a:lnTo>
                  <a:lnTo>
                    <a:pt x="977298" y="1370675"/>
                  </a:lnTo>
                  <a:lnTo>
                    <a:pt x="976226" y="1371798"/>
                  </a:lnTo>
                  <a:lnTo>
                    <a:pt x="975154" y="1372920"/>
                  </a:lnTo>
                  <a:lnTo>
                    <a:pt x="974083" y="1374040"/>
                  </a:lnTo>
                  <a:lnTo>
                    <a:pt x="973011" y="1375159"/>
                  </a:lnTo>
                  <a:lnTo>
                    <a:pt x="971940" y="1376276"/>
                  </a:lnTo>
                  <a:lnTo>
                    <a:pt x="970868" y="1377391"/>
                  </a:lnTo>
                  <a:lnTo>
                    <a:pt x="969796" y="1378505"/>
                  </a:lnTo>
                  <a:lnTo>
                    <a:pt x="968725" y="1379617"/>
                  </a:lnTo>
                  <a:lnTo>
                    <a:pt x="967653" y="1380727"/>
                  </a:lnTo>
                  <a:lnTo>
                    <a:pt x="966582" y="1381836"/>
                  </a:lnTo>
                  <a:lnTo>
                    <a:pt x="965510" y="1382943"/>
                  </a:lnTo>
                  <a:lnTo>
                    <a:pt x="964438" y="1384048"/>
                  </a:lnTo>
                  <a:lnTo>
                    <a:pt x="963367" y="1385152"/>
                  </a:lnTo>
                  <a:lnTo>
                    <a:pt x="962295" y="1386254"/>
                  </a:lnTo>
                  <a:lnTo>
                    <a:pt x="961224" y="1387354"/>
                  </a:lnTo>
                  <a:lnTo>
                    <a:pt x="960152" y="1388453"/>
                  </a:lnTo>
                  <a:lnTo>
                    <a:pt x="959080" y="1389550"/>
                  </a:lnTo>
                  <a:lnTo>
                    <a:pt x="958009" y="1390646"/>
                  </a:lnTo>
                  <a:lnTo>
                    <a:pt x="956937" y="1391739"/>
                  </a:lnTo>
                  <a:lnTo>
                    <a:pt x="955866" y="1392831"/>
                  </a:lnTo>
                  <a:lnTo>
                    <a:pt x="954794" y="1393921"/>
                  </a:lnTo>
                  <a:lnTo>
                    <a:pt x="953722" y="1395010"/>
                  </a:lnTo>
                  <a:lnTo>
                    <a:pt x="952651" y="1396097"/>
                  </a:lnTo>
                  <a:lnTo>
                    <a:pt x="951579" y="1397182"/>
                  </a:lnTo>
                  <a:lnTo>
                    <a:pt x="950508" y="1398265"/>
                  </a:lnTo>
                  <a:lnTo>
                    <a:pt x="949436" y="1399347"/>
                  </a:lnTo>
                  <a:lnTo>
                    <a:pt x="948364" y="1400427"/>
                  </a:lnTo>
                  <a:lnTo>
                    <a:pt x="947293" y="1401505"/>
                  </a:lnTo>
                  <a:lnTo>
                    <a:pt x="946221" y="1402581"/>
                  </a:lnTo>
                  <a:lnTo>
                    <a:pt x="945150" y="1403656"/>
                  </a:lnTo>
                  <a:lnTo>
                    <a:pt x="944078" y="1404729"/>
                  </a:lnTo>
                  <a:lnTo>
                    <a:pt x="943006" y="1405800"/>
                  </a:lnTo>
                  <a:lnTo>
                    <a:pt x="941935" y="1406870"/>
                  </a:lnTo>
                  <a:lnTo>
                    <a:pt x="940863" y="1407938"/>
                  </a:lnTo>
                  <a:lnTo>
                    <a:pt x="939792" y="1409004"/>
                  </a:lnTo>
                  <a:lnTo>
                    <a:pt x="938720" y="1410068"/>
                  </a:lnTo>
                  <a:lnTo>
                    <a:pt x="937648" y="1411130"/>
                  </a:lnTo>
                  <a:lnTo>
                    <a:pt x="936577" y="1412191"/>
                  </a:lnTo>
                  <a:lnTo>
                    <a:pt x="935505" y="1413250"/>
                  </a:lnTo>
                  <a:lnTo>
                    <a:pt x="934434" y="1414307"/>
                  </a:lnTo>
                  <a:lnTo>
                    <a:pt x="933362" y="1415363"/>
                  </a:lnTo>
                  <a:lnTo>
                    <a:pt x="932290" y="1416416"/>
                  </a:lnTo>
                  <a:lnTo>
                    <a:pt x="931219" y="1417468"/>
                  </a:lnTo>
                  <a:lnTo>
                    <a:pt x="930147" y="1418519"/>
                  </a:lnTo>
                  <a:lnTo>
                    <a:pt x="929076" y="1419567"/>
                  </a:lnTo>
                  <a:lnTo>
                    <a:pt x="928004" y="1420613"/>
                  </a:lnTo>
                  <a:lnTo>
                    <a:pt x="926932" y="1421658"/>
                  </a:lnTo>
                  <a:lnTo>
                    <a:pt x="925861" y="1422701"/>
                  </a:lnTo>
                  <a:lnTo>
                    <a:pt x="924789" y="1423743"/>
                  </a:lnTo>
                  <a:lnTo>
                    <a:pt x="923718" y="1424782"/>
                  </a:lnTo>
                  <a:lnTo>
                    <a:pt x="922646" y="1425820"/>
                  </a:lnTo>
                  <a:lnTo>
                    <a:pt x="921574" y="1426856"/>
                  </a:lnTo>
                  <a:lnTo>
                    <a:pt x="920503" y="1427890"/>
                  </a:lnTo>
                  <a:lnTo>
                    <a:pt x="919431" y="1428922"/>
                  </a:lnTo>
                  <a:lnTo>
                    <a:pt x="918360" y="1429952"/>
                  </a:lnTo>
                  <a:lnTo>
                    <a:pt x="917288" y="1430981"/>
                  </a:lnTo>
                  <a:lnTo>
                    <a:pt x="916216" y="1432008"/>
                  </a:lnTo>
                  <a:lnTo>
                    <a:pt x="915145" y="1433033"/>
                  </a:lnTo>
                  <a:lnTo>
                    <a:pt x="914073" y="1434057"/>
                  </a:lnTo>
                  <a:lnTo>
                    <a:pt x="913002" y="1435078"/>
                  </a:lnTo>
                  <a:lnTo>
                    <a:pt x="911930" y="1436098"/>
                  </a:lnTo>
                  <a:lnTo>
                    <a:pt x="910858" y="1437116"/>
                  </a:lnTo>
                  <a:lnTo>
                    <a:pt x="909787" y="1438132"/>
                  </a:lnTo>
                  <a:lnTo>
                    <a:pt x="908715" y="1439146"/>
                  </a:lnTo>
                  <a:lnTo>
                    <a:pt x="907644" y="1440159"/>
                  </a:lnTo>
                  <a:lnTo>
                    <a:pt x="906572" y="1441170"/>
                  </a:lnTo>
                  <a:lnTo>
                    <a:pt x="905500" y="1442179"/>
                  </a:lnTo>
                  <a:lnTo>
                    <a:pt x="904429" y="1443186"/>
                  </a:lnTo>
                  <a:lnTo>
                    <a:pt x="903357" y="1444192"/>
                  </a:lnTo>
                  <a:lnTo>
                    <a:pt x="902286" y="1445196"/>
                  </a:lnTo>
                  <a:lnTo>
                    <a:pt x="901214" y="1446198"/>
                  </a:lnTo>
                  <a:lnTo>
                    <a:pt x="900142" y="1447198"/>
                  </a:lnTo>
                  <a:lnTo>
                    <a:pt x="899071" y="1448197"/>
                  </a:lnTo>
                  <a:lnTo>
                    <a:pt x="897999" y="1449194"/>
                  </a:lnTo>
                  <a:lnTo>
                    <a:pt x="896928" y="1450190"/>
                  </a:lnTo>
                  <a:lnTo>
                    <a:pt x="895856" y="1451183"/>
                  </a:lnTo>
                  <a:lnTo>
                    <a:pt x="894784" y="1452175"/>
                  </a:lnTo>
                  <a:lnTo>
                    <a:pt x="893713" y="1453166"/>
                  </a:lnTo>
                  <a:lnTo>
                    <a:pt x="892641" y="1454155"/>
                  </a:lnTo>
                  <a:lnTo>
                    <a:pt x="891570" y="1455142"/>
                  </a:lnTo>
                  <a:lnTo>
                    <a:pt x="890498" y="1456128"/>
                  </a:lnTo>
                  <a:lnTo>
                    <a:pt x="889426" y="1457112"/>
                  </a:lnTo>
                  <a:lnTo>
                    <a:pt x="888355" y="1458094"/>
                  </a:lnTo>
                  <a:lnTo>
                    <a:pt x="887283" y="1459075"/>
                  </a:lnTo>
                  <a:lnTo>
                    <a:pt x="886212" y="1460055"/>
                  </a:lnTo>
                  <a:lnTo>
                    <a:pt x="885140" y="1461032"/>
                  </a:lnTo>
                  <a:lnTo>
                    <a:pt x="884069" y="1462009"/>
                  </a:lnTo>
                  <a:lnTo>
                    <a:pt x="882997" y="1462984"/>
                  </a:lnTo>
                  <a:lnTo>
                    <a:pt x="881925" y="1463957"/>
                  </a:lnTo>
                  <a:lnTo>
                    <a:pt x="880854" y="1464928"/>
                  </a:lnTo>
                  <a:lnTo>
                    <a:pt x="879782" y="1465899"/>
                  </a:lnTo>
                  <a:lnTo>
                    <a:pt x="878711" y="1466867"/>
                  </a:lnTo>
                  <a:lnTo>
                    <a:pt x="877639" y="1467835"/>
                  </a:lnTo>
                  <a:lnTo>
                    <a:pt x="876567" y="1468801"/>
                  </a:lnTo>
                  <a:lnTo>
                    <a:pt x="875496" y="1469765"/>
                  </a:lnTo>
                  <a:lnTo>
                    <a:pt x="874424" y="1470728"/>
                  </a:lnTo>
                  <a:lnTo>
                    <a:pt x="873353" y="1471689"/>
                  </a:lnTo>
                  <a:lnTo>
                    <a:pt x="872281" y="1472649"/>
                  </a:lnTo>
                  <a:lnTo>
                    <a:pt x="871209" y="1473608"/>
                  </a:lnTo>
                  <a:lnTo>
                    <a:pt x="870138" y="1474565"/>
                  </a:lnTo>
                  <a:lnTo>
                    <a:pt x="869066" y="1475521"/>
                  </a:lnTo>
                  <a:lnTo>
                    <a:pt x="867995" y="1476476"/>
                  </a:lnTo>
                  <a:lnTo>
                    <a:pt x="866923" y="1477429"/>
                  </a:lnTo>
                  <a:lnTo>
                    <a:pt x="865851" y="1478381"/>
                  </a:lnTo>
                  <a:lnTo>
                    <a:pt x="864780" y="1479331"/>
                  </a:lnTo>
                  <a:lnTo>
                    <a:pt x="863708" y="1480280"/>
                  </a:lnTo>
                  <a:lnTo>
                    <a:pt x="862637" y="1481228"/>
                  </a:lnTo>
                  <a:lnTo>
                    <a:pt x="861565" y="1482174"/>
                  </a:lnTo>
                  <a:lnTo>
                    <a:pt x="860493" y="1483119"/>
                  </a:lnTo>
                  <a:lnTo>
                    <a:pt x="859422" y="1484063"/>
                  </a:lnTo>
                  <a:lnTo>
                    <a:pt x="858350" y="1485006"/>
                  </a:lnTo>
                  <a:lnTo>
                    <a:pt x="857279" y="1485947"/>
                  </a:lnTo>
                  <a:lnTo>
                    <a:pt x="856207" y="1486887"/>
                  </a:lnTo>
                  <a:lnTo>
                    <a:pt x="855135" y="1487826"/>
                  </a:lnTo>
                  <a:lnTo>
                    <a:pt x="854064" y="1488763"/>
                  </a:lnTo>
                  <a:lnTo>
                    <a:pt x="852992" y="1489700"/>
                  </a:lnTo>
                  <a:lnTo>
                    <a:pt x="851921" y="1490635"/>
                  </a:lnTo>
                  <a:lnTo>
                    <a:pt x="850849" y="1491569"/>
                  </a:lnTo>
                  <a:lnTo>
                    <a:pt x="849777" y="1492501"/>
                  </a:lnTo>
                  <a:lnTo>
                    <a:pt x="848706" y="1493433"/>
                  </a:lnTo>
                  <a:lnTo>
                    <a:pt x="847634" y="1494363"/>
                  </a:lnTo>
                  <a:lnTo>
                    <a:pt x="846563" y="1495292"/>
                  </a:lnTo>
                  <a:lnTo>
                    <a:pt x="845491" y="1496220"/>
                  </a:lnTo>
                  <a:lnTo>
                    <a:pt x="844419" y="1497147"/>
                  </a:lnTo>
                  <a:lnTo>
                    <a:pt x="843348" y="1498073"/>
                  </a:lnTo>
                  <a:lnTo>
                    <a:pt x="842276" y="1498997"/>
                  </a:lnTo>
                  <a:lnTo>
                    <a:pt x="841205" y="1499921"/>
                  </a:lnTo>
                  <a:lnTo>
                    <a:pt x="840133" y="1500843"/>
                  </a:lnTo>
                  <a:lnTo>
                    <a:pt x="839061" y="1501764"/>
                  </a:lnTo>
                  <a:lnTo>
                    <a:pt x="837990" y="1502685"/>
                  </a:lnTo>
                  <a:lnTo>
                    <a:pt x="836918" y="1503604"/>
                  </a:lnTo>
                  <a:lnTo>
                    <a:pt x="835847" y="1504522"/>
                  </a:lnTo>
                  <a:lnTo>
                    <a:pt x="834775" y="1505439"/>
                  </a:lnTo>
                  <a:lnTo>
                    <a:pt x="833703" y="1506355"/>
                  </a:lnTo>
                  <a:lnTo>
                    <a:pt x="832632" y="1507270"/>
                  </a:lnTo>
                  <a:lnTo>
                    <a:pt x="831560" y="1508183"/>
                  </a:lnTo>
                  <a:lnTo>
                    <a:pt x="830489" y="1509096"/>
                  </a:lnTo>
                  <a:lnTo>
                    <a:pt x="829417" y="1510008"/>
                  </a:lnTo>
                  <a:lnTo>
                    <a:pt x="828345" y="1510919"/>
                  </a:lnTo>
                  <a:lnTo>
                    <a:pt x="827274" y="1511829"/>
                  </a:lnTo>
                  <a:lnTo>
                    <a:pt x="826202" y="1512738"/>
                  </a:lnTo>
                  <a:lnTo>
                    <a:pt x="825131" y="1513646"/>
                  </a:lnTo>
                  <a:lnTo>
                    <a:pt x="824059" y="1514553"/>
                  </a:lnTo>
                  <a:lnTo>
                    <a:pt x="822987" y="1515459"/>
                  </a:lnTo>
                  <a:lnTo>
                    <a:pt x="821916" y="1516364"/>
                  </a:lnTo>
                  <a:lnTo>
                    <a:pt x="820844" y="1517268"/>
                  </a:lnTo>
                  <a:lnTo>
                    <a:pt x="819773" y="1518172"/>
                  </a:lnTo>
                  <a:lnTo>
                    <a:pt x="818701" y="1519074"/>
                  </a:lnTo>
                  <a:lnTo>
                    <a:pt x="817629" y="1519976"/>
                  </a:lnTo>
                  <a:lnTo>
                    <a:pt x="816558" y="1520876"/>
                  </a:lnTo>
                  <a:lnTo>
                    <a:pt x="815486" y="1521776"/>
                  </a:lnTo>
                  <a:lnTo>
                    <a:pt x="814415" y="1522675"/>
                  </a:lnTo>
                  <a:lnTo>
                    <a:pt x="813343" y="1523573"/>
                  </a:lnTo>
                  <a:lnTo>
                    <a:pt x="812271" y="1524471"/>
                  </a:lnTo>
                  <a:lnTo>
                    <a:pt x="811200" y="1525367"/>
                  </a:lnTo>
                  <a:lnTo>
                    <a:pt x="810128" y="1526263"/>
                  </a:lnTo>
                  <a:lnTo>
                    <a:pt x="809057" y="1527157"/>
                  </a:lnTo>
                  <a:lnTo>
                    <a:pt x="807985" y="1528051"/>
                  </a:lnTo>
                  <a:lnTo>
                    <a:pt x="806913" y="1528945"/>
                  </a:lnTo>
                  <a:lnTo>
                    <a:pt x="805842" y="1529837"/>
                  </a:lnTo>
                  <a:lnTo>
                    <a:pt x="804770" y="1530729"/>
                  </a:lnTo>
                  <a:lnTo>
                    <a:pt x="803699" y="1531620"/>
                  </a:lnTo>
                  <a:lnTo>
                    <a:pt x="802627" y="1532510"/>
                  </a:lnTo>
                  <a:lnTo>
                    <a:pt x="801555" y="1533400"/>
                  </a:lnTo>
                  <a:lnTo>
                    <a:pt x="800484" y="1534288"/>
                  </a:lnTo>
                  <a:lnTo>
                    <a:pt x="799412" y="1535176"/>
                  </a:lnTo>
                  <a:lnTo>
                    <a:pt x="798341" y="1536064"/>
                  </a:lnTo>
                  <a:lnTo>
                    <a:pt x="797269" y="1536950"/>
                  </a:lnTo>
                  <a:lnTo>
                    <a:pt x="796197" y="1537836"/>
                  </a:lnTo>
                  <a:lnTo>
                    <a:pt x="795126" y="1538722"/>
                  </a:lnTo>
                  <a:lnTo>
                    <a:pt x="794054" y="1539606"/>
                  </a:lnTo>
                  <a:lnTo>
                    <a:pt x="792983" y="1540490"/>
                  </a:lnTo>
                  <a:lnTo>
                    <a:pt x="791911" y="1541374"/>
                  </a:lnTo>
                  <a:lnTo>
                    <a:pt x="790839" y="1542257"/>
                  </a:lnTo>
                  <a:lnTo>
                    <a:pt x="789768" y="1543139"/>
                  </a:lnTo>
                  <a:lnTo>
                    <a:pt x="788696" y="1544020"/>
                  </a:lnTo>
                  <a:lnTo>
                    <a:pt x="787625" y="1544901"/>
                  </a:lnTo>
                  <a:lnTo>
                    <a:pt x="786553" y="1545781"/>
                  </a:lnTo>
                  <a:lnTo>
                    <a:pt x="785481" y="1546661"/>
                  </a:lnTo>
                  <a:lnTo>
                    <a:pt x="784410" y="1547540"/>
                  </a:lnTo>
                  <a:lnTo>
                    <a:pt x="783338" y="1548419"/>
                  </a:lnTo>
                  <a:lnTo>
                    <a:pt x="782267" y="1549297"/>
                  </a:lnTo>
                  <a:lnTo>
                    <a:pt x="781195" y="1550175"/>
                  </a:lnTo>
                  <a:lnTo>
                    <a:pt x="780123" y="1551052"/>
                  </a:lnTo>
                  <a:lnTo>
                    <a:pt x="779052" y="1551928"/>
                  </a:lnTo>
                  <a:lnTo>
                    <a:pt x="777980" y="1552804"/>
                  </a:lnTo>
                  <a:lnTo>
                    <a:pt x="776909" y="1553680"/>
                  </a:lnTo>
                  <a:lnTo>
                    <a:pt x="775837" y="1554555"/>
                  </a:lnTo>
                  <a:lnTo>
                    <a:pt x="774765" y="1555429"/>
                  </a:lnTo>
                  <a:lnTo>
                    <a:pt x="773694" y="1556303"/>
                  </a:lnTo>
                  <a:lnTo>
                    <a:pt x="772622" y="1557177"/>
                  </a:lnTo>
                  <a:lnTo>
                    <a:pt x="771551" y="1558050"/>
                  </a:lnTo>
                  <a:lnTo>
                    <a:pt x="770479" y="1558923"/>
                  </a:lnTo>
                  <a:lnTo>
                    <a:pt x="769407" y="1559795"/>
                  </a:lnTo>
                  <a:lnTo>
                    <a:pt x="768336" y="1560667"/>
                  </a:lnTo>
                  <a:lnTo>
                    <a:pt x="767264" y="1561538"/>
                  </a:lnTo>
                  <a:lnTo>
                    <a:pt x="766193" y="1562409"/>
                  </a:lnTo>
                  <a:lnTo>
                    <a:pt x="765121" y="1563280"/>
                  </a:lnTo>
                  <a:lnTo>
                    <a:pt x="764049" y="1564150"/>
                  </a:lnTo>
                  <a:lnTo>
                    <a:pt x="762978" y="1565020"/>
                  </a:lnTo>
                  <a:lnTo>
                    <a:pt x="761906" y="1565890"/>
                  </a:lnTo>
                  <a:lnTo>
                    <a:pt x="760835" y="1566759"/>
                  </a:lnTo>
                  <a:lnTo>
                    <a:pt x="759763" y="1567628"/>
                  </a:lnTo>
                  <a:lnTo>
                    <a:pt x="758691" y="1568496"/>
                  </a:lnTo>
                  <a:lnTo>
                    <a:pt x="757620" y="1569365"/>
                  </a:lnTo>
                  <a:lnTo>
                    <a:pt x="756548" y="1570233"/>
                  </a:lnTo>
                  <a:lnTo>
                    <a:pt x="755477" y="1571100"/>
                  </a:lnTo>
                  <a:lnTo>
                    <a:pt x="754405" y="1571968"/>
                  </a:lnTo>
                  <a:lnTo>
                    <a:pt x="753333" y="1572835"/>
                  </a:lnTo>
                  <a:lnTo>
                    <a:pt x="752262" y="1573701"/>
                  </a:lnTo>
                  <a:lnTo>
                    <a:pt x="751190" y="1574568"/>
                  </a:lnTo>
                  <a:lnTo>
                    <a:pt x="750119" y="1575434"/>
                  </a:lnTo>
                  <a:lnTo>
                    <a:pt x="749047" y="1576300"/>
                  </a:lnTo>
                  <a:lnTo>
                    <a:pt x="747975" y="1577166"/>
                  </a:lnTo>
                  <a:lnTo>
                    <a:pt x="746904" y="1578032"/>
                  </a:lnTo>
                  <a:lnTo>
                    <a:pt x="745832" y="1578897"/>
                  </a:lnTo>
                  <a:lnTo>
                    <a:pt x="744761" y="1579762"/>
                  </a:lnTo>
                  <a:lnTo>
                    <a:pt x="743689" y="1580627"/>
                  </a:lnTo>
                  <a:lnTo>
                    <a:pt x="742617" y="1581492"/>
                  </a:lnTo>
                  <a:lnTo>
                    <a:pt x="741546" y="1582357"/>
                  </a:lnTo>
                  <a:lnTo>
                    <a:pt x="740474" y="1583221"/>
                  </a:lnTo>
                  <a:lnTo>
                    <a:pt x="739403" y="1584085"/>
                  </a:lnTo>
                  <a:lnTo>
                    <a:pt x="738331" y="1584949"/>
                  </a:lnTo>
                  <a:lnTo>
                    <a:pt x="737259" y="1585813"/>
                  </a:lnTo>
                  <a:lnTo>
                    <a:pt x="736188" y="1586677"/>
                  </a:lnTo>
                  <a:lnTo>
                    <a:pt x="735116" y="1587541"/>
                  </a:lnTo>
                  <a:lnTo>
                    <a:pt x="734045" y="1588405"/>
                  </a:lnTo>
                  <a:lnTo>
                    <a:pt x="732973" y="1589268"/>
                  </a:lnTo>
                  <a:lnTo>
                    <a:pt x="731901" y="1590132"/>
                  </a:lnTo>
                  <a:lnTo>
                    <a:pt x="730830" y="1590995"/>
                  </a:lnTo>
                  <a:lnTo>
                    <a:pt x="729758" y="1591858"/>
                  </a:lnTo>
                  <a:lnTo>
                    <a:pt x="728687" y="1592721"/>
                  </a:lnTo>
                  <a:lnTo>
                    <a:pt x="727615" y="1593585"/>
                  </a:lnTo>
                  <a:lnTo>
                    <a:pt x="726543" y="1594448"/>
                  </a:lnTo>
                  <a:lnTo>
                    <a:pt x="725472" y="1595311"/>
                  </a:lnTo>
                  <a:lnTo>
                    <a:pt x="724400" y="1596174"/>
                  </a:lnTo>
                  <a:lnTo>
                    <a:pt x="723329" y="1597037"/>
                  </a:lnTo>
                  <a:lnTo>
                    <a:pt x="722257" y="1597900"/>
                  </a:lnTo>
                  <a:lnTo>
                    <a:pt x="721185" y="1598763"/>
                  </a:lnTo>
                  <a:lnTo>
                    <a:pt x="720114" y="1599626"/>
                  </a:lnTo>
                  <a:lnTo>
                    <a:pt x="719042" y="1600489"/>
                  </a:lnTo>
                  <a:lnTo>
                    <a:pt x="717971" y="1601352"/>
                  </a:lnTo>
                  <a:lnTo>
                    <a:pt x="716899" y="1602215"/>
                  </a:lnTo>
                  <a:lnTo>
                    <a:pt x="715827" y="1603078"/>
                  </a:lnTo>
                  <a:lnTo>
                    <a:pt x="714756" y="1603941"/>
                  </a:lnTo>
                  <a:lnTo>
                    <a:pt x="713684" y="1604805"/>
                  </a:lnTo>
                  <a:lnTo>
                    <a:pt x="712613" y="1605668"/>
                  </a:lnTo>
                  <a:lnTo>
                    <a:pt x="711541" y="1606531"/>
                  </a:lnTo>
                  <a:lnTo>
                    <a:pt x="710469" y="1607395"/>
                  </a:lnTo>
                  <a:lnTo>
                    <a:pt x="709398" y="1608258"/>
                  </a:lnTo>
                  <a:lnTo>
                    <a:pt x="708326" y="1609122"/>
                  </a:lnTo>
                  <a:lnTo>
                    <a:pt x="707255" y="1609986"/>
                  </a:lnTo>
                  <a:lnTo>
                    <a:pt x="706183" y="1610850"/>
                  </a:lnTo>
                  <a:lnTo>
                    <a:pt x="705112" y="1611714"/>
                  </a:lnTo>
                  <a:lnTo>
                    <a:pt x="704040" y="1612578"/>
                  </a:lnTo>
                  <a:lnTo>
                    <a:pt x="702968" y="1613442"/>
                  </a:lnTo>
                  <a:lnTo>
                    <a:pt x="701897" y="1614306"/>
                  </a:lnTo>
                  <a:lnTo>
                    <a:pt x="700825" y="1615171"/>
                  </a:lnTo>
                  <a:lnTo>
                    <a:pt x="699754" y="1616036"/>
                  </a:lnTo>
                  <a:lnTo>
                    <a:pt x="698682" y="1616901"/>
                  </a:lnTo>
                  <a:lnTo>
                    <a:pt x="697610" y="1617766"/>
                  </a:lnTo>
                  <a:lnTo>
                    <a:pt x="696539" y="1618631"/>
                  </a:lnTo>
                  <a:lnTo>
                    <a:pt x="695467" y="1619496"/>
                  </a:lnTo>
                  <a:lnTo>
                    <a:pt x="694396" y="1620362"/>
                  </a:lnTo>
                  <a:lnTo>
                    <a:pt x="693324" y="1621228"/>
                  </a:lnTo>
                  <a:lnTo>
                    <a:pt x="692252" y="1622094"/>
                  </a:lnTo>
                  <a:lnTo>
                    <a:pt x="691181" y="1622960"/>
                  </a:lnTo>
                  <a:lnTo>
                    <a:pt x="690109" y="1623827"/>
                  </a:lnTo>
                  <a:lnTo>
                    <a:pt x="689038" y="1624694"/>
                  </a:lnTo>
                  <a:lnTo>
                    <a:pt x="687966" y="1625561"/>
                  </a:lnTo>
                  <a:lnTo>
                    <a:pt x="686894" y="1626428"/>
                  </a:lnTo>
                  <a:lnTo>
                    <a:pt x="685823" y="1627295"/>
                  </a:lnTo>
                  <a:lnTo>
                    <a:pt x="684751" y="1628163"/>
                  </a:lnTo>
                  <a:lnTo>
                    <a:pt x="683680" y="1629031"/>
                  </a:lnTo>
                  <a:lnTo>
                    <a:pt x="682608" y="1629899"/>
                  </a:lnTo>
                  <a:lnTo>
                    <a:pt x="681536" y="1630768"/>
                  </a:lnTo>
                  <a:lnTo>
                    <a:pt x="680465" y="1631637"/>
                  </a:lnTo>
                  <a:lnTo>
                    <a:pt x="679393" y="1632506"/>
                  </a:lnTo>
                  <a:lnTo>
                    <a:pt x="678322" y="1633376"/>
                  </a:lnTo>
                  <a:lnTo>
                    <a:pt x="677250" y="1634245"/>
                  </a:lnTo>
                  <a:lnTo>
                    <a:pt x="676178" y="1635116"/>
                  </a:lnTo>
                  <a:lnTo>
                    <a:pt x="675107" y="1635986"/>
                  </a:lnTo>
                  <a:lnTo>
                    <a:pt x="674035" y="1636857"/>
                  </a:lnTo>
                  <a:lnTo>
                    <a:pt x="672964" y="1637728"/>
                  </a:lnTo>
                  <a:lnTo>
                    <a:pt x="671892" y="1638599"/>
                  </a:lnTo>
                  <a:lnTo>
                    <a:pt x="670820" y="1639471"/>
                  </a:lnTo>
                  <a:lnTo>
                    <a:pt x="669749" y="1640343"/>
                  </a:lnTo>
                  <a:lnTo>
                    <a:pt x="668677" y="1641216"/>
                  </a:lnTo>
                  <a:lnTo>
                    <a:pt x="667606" y="1642089"/>
                  </a:lnTo>
                  <a:lnTo>
                    <a:pt x="666534" y="1642962"/>
                  </a:lnTo>
                  <a:lnTo>
                    <a:pt x="665462" y="1643836"/>
                  </a:lnTo>
                  <a:lnTo>
                    <a:pt x="664391" y="1644710"/>
                  </a:lnTo>
                  <a:lnTo>
                    <a:pt x="663319" y="1645584"/>
                  </a:lnTo>
                  <a:lnTo>
                    <a:pt x="662248" y="1646459"/>
                  </a:lnTo>
                  <a:lnTo>
                    <a:pt x="661176" y="1647334"/>
                  </a:lnTo>
                  <a:lnTo>
                    <a:pt x="660104" y="1648210"/>
                  </a:lnTo>
                  <a:lnTo>
                    <a:pt x="659033" y="1649086"/>
                  </a:lnTo>
                  <a:lnTo>
                    <a:pt x="657961" y="1649962"/>
                  </a:lnTo>
                  <a:lnTo>
                    <a:pt x="656890" y="1650839"/>
                  </a:lnTo>
                  <a:lnTo>
                    <a:pt x="655818" y="1651716"/>
                  </a:lnTo>
                  <a:lnTo>
                    <a:pt x="654746" y="1652594"/>
                  </a:lnTo>
                  <a:lnTo>
                    <a:pt x="653675" y="1653472"/>
                  </a:lnTo>
                  <a:lnTo>
                    <a:pt x="652603" y="1654351"/>
                  </a:lnTo>
                  <a:lnTo>
                    <a:pt x="651532" y="1655230"/>
                  </a:lnTo>
                  <a:lnTo>
                    <a:pt x="650460" y="1656109"/>
                  </a:lnTo>
                  <a:lnTo>
                    <a:pt x="649388" y="1656989"/>
                  </a:lnTo>
                  <a:lnTo>
                    <a:pt x="648317" y="1657869"/>
                  </a:lnTo>
                  <a:lnTo>
                    <a:pt x="647245" y="1658750"/>
                  </a:lnTo>
                  <a:lnTo>
                    <a:pt x="646174" y="1659631"/>
                  </a:lnTo>
                  <a:lnTo>
                    <a:pt x="645102" y="1660513"/>
                  </a:lnTo>
                  <a:lnTo>
                    <a:pt x="644030" y="1661395"/>
                  </a:lnTo>
                  <a:lnTo>
                    <a:pt x="642959" y="1662278"/>
                  </a:lnTo>
                  <a:lnTo>
                    <a:pt x="641887" y="1663161"/>
                  </a:lnTo>
                  <a:lnTo>
                    <a:pt x="640816" y="1664045"/>
                  </a:lnTo>
                  <a:lnTo>
                    <a:pt x="639744" y="1664929"/>
                  </a:lnTo>
                  <a:lnTo>
                    <a:pt x="638672" y="1665813"/>
                  </a:lnTo>
                  <a:lnTo>
                    <a:pt x="637601" y="1666698"/>
                  </a:lnTo>
                  <a:lnTo>
                    <a:pt x="636529" y="1667584"/>
                  </a:lnTo>
                  <a:lnTo>
                    <a:pt x="635458" y="1668470"/>
                  </a:lnTo>
                  <a:lnTo>
                    <a:pt x="634386" y="1669357"/>
                  </a:lnTo>
                  <a:lnTo>
                    <a:pt x="633314" y="1670244"/>
                  </a:lnTo>
                  <a:lnTo>
                    <a:pt x="632243" y="1671131"/>
                  </a:lnTo>
                  <a:lnTo>
                    <a:pt x="631171" y="1672019"/>
                  </a:lnTo>
                  <a:lnTo>
                    <a:pt x="630100" y="1672908"/>
                  </a:lnTo>
                  <a:lnTo>
                    <a:pt x="629028" y="1673797"/>
                  </a:lnTo>
                  <a:lnTo>
                    <a:pt x="627956" y="1674686"/>
                  </a:lnTo>
                  <a:lnTo>
                    <a:pt x="626885" y="1675576"/>
                  </a:lnTo>
                  <a:lnTo>
                    <a:pt x="625813" y="1676467"/>
                  </a:lnTo>
                  <a:lnTo>
                    <a:pt x="624742" y="1677358"/>
                  </a:lnTo>
                  <a:lnTo>
                    <a:pt x="623670" y="1678250"/>
                  </a:lnTo>
                  <a:lnTo>
                    <a:pt x="622598" y="1679142"/>
                  </a:lnTo>
                  <a:lnTo>
                    <a:pt x="621527" y="1680034"/>
                  </a:lnTo>
                  <a:lnTo>
                    <a:pt x="620455" y="1680928"/>
                  </a:lnTo>
                  <a:lnTo>
                    <a:pt x="619384" y="1681821"/>
                  </a:lnTo>
                  <a:lnTo>
                    <a:pt x="618312" y="1682716"/>
                  </a:lnTo>
                  <a:lnTo>
                    <a:pt x="617240" y="1683610"/>
                  </a:lnTo>
                  <a:lnTo>
                    <a:pt x="616169" y="1684506"/>
                  </a:lnTo>
                  <a:lnTo>
                    <a:pt x="615097" y="1685401"/>
                  </a:lnTo>
                  <a:lnTo>
                    <a:pt x="614026" y="1686298"/>
                  </a:lnTo>
                  <a:lnTo>
                    <a:pt x="612954" y="1687194"/>
                  </a:lnTo>
                  <a:lnTo>
                    <a:pt x="611882" y="1688092"/>
                  </a:lnTo>
                  <a:lnTo>
                    <a:pt x="610811" y="1688990"/>
                  </a:lnTo>
                  <a:lnTo>
                    <a:pt x="609739" y="1689888"/>
                  </a:lnTo>
                  <a:lnTo>
                    <a:pt x="608668" y="1690787"/>
                  </a:lnTo>
                  <a:lnTo>
                    <a:pt x="607596" y="1691686"/>
                  </a:lnTo>
                  <a:lnTo>
                    <a:pt x="606524" y="1692586"/>
                  </a:lnTo>
                  <a:lnTo>
                    <a:pt x="605453" y="1693487"/>
                  </a:lnTo>
                  <a:lnTo>
                    <a:pt x="604381" y="1694388"/>
                  </a:lnTo>
                  <a:lnTo>
                    <a:pt x="603310" y="1695290"/>
                  </a:lnTo>
                  <a:lnTo>
                    <a:pt x="602238" y="1696192"/>
                  </a:lnTo>
                  <a:lnTo>
                    <a:pt x="601166" y="1697094"/>
                  </a:lnTo>
                  <a:lnTo>
                    <a:pt x="600095" y="1697997"/>
                  </a:lnTo>
                  <a:lnTo>
                    <a:pt x="599023" y="1698901"/>
                  </a:lnTo>
                  <a:lnTo>
                    <a:pt x="597952" y="1699805"/>
                  </a:lnTo>
                  <a:lnTo>
                    <a:pt x="596880" y="1700710"/>
                  </a:lnTo>
                  <a:lnTo>
                    <a:pt x="595808" y="1701615"/>
                  </a:lnTo>
                  <a:lnTo>
                    <a:pt x="594737" y="1702521"/>
                  </a:lnTo>
                  <a:lnTo>
                    <a:pt x="593665" y="1703427"/>
                  </a:lnTo>
                  <a:lnTo>
                    <a:pt x="592594" y="1704334"/>
                  </a:lnTo>
                  <a:lnTo>
                    <a:pt x="591522" y="1705241"/>
                  </a:lnTo>
                  <a:lnTo>
                    <a:pt x="590450" y="1706149"/>
                  </a:lnTo>
                  <a:lnTo>
                    <a:pt x="589379" y="1707057"/>
                  </a:lnTo>
                  <a:lnTo>
                    <a:pt x="588307" y="1707966"/>
                  </a:lnTo>
                  <a:lnTo>
                    <a:pt x="587236" y="1708875"/>
                  </a:lnTo>
                  <a:lnTo>
                    <a:pt x="586164" y="1709785"/>
                  </a:lnTo>
                  <a:lnTo>
                    <a:pt x="585092" y="1710695"/>
                  </a:lnTo>
                  <a:lnTo>
                    <a:pt x="584021" y="1711606"/>
                  </a:lnTo>
                  <a:lnTo>
                    <a:pt x="582949" y="1712517"/>
                  </a:lnTo>
                  <a:lnTo>
                    <a:pt x="581878" y="1713429"/>
                  </a:lnTo>
                  <a:lnTo>
                    <a:pt x="580806" y="1714341"/>
                  </a:lnTo>
                  <a:lnTo>
                    <a:pt x="579734" y="1715253"/>
                  </a:lnTo>
                  <a:lnTo>
                    <a:pt x="578663" y="1716166"/>
                  </a:lnTo>
                  <a:lnTo>
                    <a:pt x="577591" y="1717080"/>
                  </a:lnTo>
                  <a:lnTo>
                    <a:pt x="576520" y="1717994"/>
                  </a:lnTo>
                  <a:lnTo>
                    <a:pt x="575448" y="1718909"/>
                  </a:lnTo>
                  <a:lnTo>
                    <a:pt x="574376" y="1719824"/>
                  </a:lnTo>
                  <a:lnTo>
                    <a:pt x="573305" y="1720739"/>
                  </a:lnTo>
                  <a:lnTo>
                    <a:pt x="572233" y="1721655"/>
                  </a:lnTo>
                  <a:lnTo>
                    <a:pt x="571162" y="1722572"/>
                  </a:lnTo>
                  <a:lnTo>
                    <a:pt x="570090" y="1723488"/>
                  </a:lnTo>
                  <a:lnTo>
                    <a:pt x="569018" y="1724406"/>
                  </a:lnTo>
                  <a:lnTo>
                    <a:pt x="567947" y="1725323"/>
                  </a:lnTo>
                  <a:lnTo>
                    <a:pt x="566875" y="1726241"/>
                  </a:lnTo>
                  <a:lnTo>
                    <a:pt x="565804" y="1727160"/>
                  </a:lnTo>
                  <a:lnTo>
                    <a:pt x="564732" y="1728079"/>
                  </a:lnTo>
                  <a:lnTo>
                    <a:pt x="563660" y="1728998"/>
                  </a:lnTo>
                  <a:lnTo>
                    <a:pt x="562589" y="1729918"/>
                  </a:lnTo>
                  <a:lnTo>
                    <a:pt x="561517" y="1730838"/>
                  </a:lnTo>
                  <a:lnTo>
                    <a:pt x="560446" y="1731759"/>
                  </a:lnTo>
                  <a:lnTo>
                    <a:pt x="559374" y="1732680"/>
                  </a:lnTo>
                  <a:lnTo>
                    <a:pt x="558302" y="1733601"/>
                  </a:lnTo>
                  <a:lnTo>
                    <a:pt x="557231" y="1734523"/>
                  </a:lnTo>
                  <a:lnTo>
                    <a:pt x="556159" y="1735445"/>
                  </a:lnTo>
                  <a:lnTo>
                    <a:pt x="555088" y="1736368"/>
                  </a:lnTo>
                  <a:lnTo>
                    <a:pt x="554016" y="1737291"/>
                  </a:lnTo>
                  <a:lnTo>
                    <a:pt x="552944" y="1738214"/>
                  </a:lnTo>
                  <a:lnTo>
                    <a:pt x="551873" y="1739138"/>
                  </a:lnTo>
                  <a:lnTo>
                    <a:pt x="550801" y="1740061"/>
                  </a:lnTo>
                  <a:lnTo>
                    <a:pt x="549730" y="1740986"/>
                  </a:lnTo>
                  <a:lnTo>
                    <a:pt x="548658" y="1741910"/>
                  </a:lnTo>
                  <a:lnTo>
                    <a:pt x="547586" y="1742835"/>
                  </a:lnTo>
                  <a:lnTo>
                    <a:pt x="546515" y="1743761"/>
                  </a:lnTo>
                  <a:lnTo>
                    <a:pt x="545443" y="1744686"/>
                  </a:lnTo>
                  <a:lnTo>
                    <a:pt x="544372" y="1745612"/>
                  </a:lnTo>
                  <a:lnTo>
                    <a:pt x="543300" y="1746538"/>
                  </a:lnTo>
                  <a:lnTo>
                    <a:pt x="542228" y="1747465"/>
                  </a:lnTo>
                  <a:lnTo>
                    <a:pt x="541157" y="1748392"/>
                  </a:lnTo>
                  <a:lnTo>
                    <a:pt x="540085" y="1749319"/>
                  </a:lnTo>
                  <a:lnTo>
                    <a:pt x="539014" y="1750246"/>
                  </a:lnTo>
                  <a:lnTo>
                    <a:pt x="537942" y="1751174"/>
                  </a:lnTo>
                  <a:lnTo>
                    <a:pt x="536870" y="1752102"/>
                  </a:lnTo>
                  <a:lnTo>
                    <a:pt x="535799" y="1753030"/>
                  </a:lnTo>
                  <a:lnTo>
                    <a:pt x="534727" y="1753958"/>
                  </a:lnTo>
                  <a:lnTo>
                    <a:pt x="533656" y="1754887"/>
                  </a:lnTo>
                  <a:lnTo>
                    <a:pt x="532584" y="1755816"/>
                  </a:lnTo>
                  <a:lnTo>
                    <a:pt x="531513" y="1756745"/>
                  </a:lnTo>
                  <a:lnTo>
                    <a:pt x="530441" y="1757674"/>
                  </a:lnTo>
                  <a:lnTo>
                    <a:pt x="529369" y="1758604"/>
                  </a:lnTo>
                  <a:lnTo>
                    <a:pt x="528298" y="1759534"/>
                  </a:lnTo>
                  <a:lnTo>
                    <a:pt x="527226" y="1760463"/>
                  </a:lnTo>
                  <a:lnTo>
                    <a:pt x="526155" y="1761394"/>
                  </a:lnTo>
                  <a:lnTo>
                    <a:pt x="525083" y="1762324"/>
                  </a:lnTo>
                  <a:lnTo>
                    <a:pt x="524011" y="1763254"/>
                  </a:lnTo>
                  <a:lnTo>
                    <a:pt x="522940" y="1764185"/>
                  </a:lnTo>
                  <a:lnTo>
                    <a:pt x="521868" y="1765116"/>
                  </a:lnTo>
                  <a:lnTo>
                    <a:pt x="520797" y="1766047"/>
                  </a:lnTo>
                  <a:lnTo>
                    <a:pt x="519725" y="1766978"/>
                  </a:lnTo>
                  <a:lnTo>
                    <a:pt x="518653" y="1767909"/>
                  </a:lnTo>
                  <a:lnTo>
                    <a:pt x="517582" y="1768840"/>
                  </a:lnTo>
                  <a:lnTo>
                    <a:pt x="516510" y="1769771"/>
                  </a:lnTo>
                  <a:lnTo>
                    <a:pt x="515439" y="1770703"/>
                  </a:lnTo>
                  <a:lnTo>
                    <a:pt x="514367" y="1771634"/>
                  </a:lnTo>
                  <a:lnTo>
                    <a:pt x="513295" y="1772566"/>
                  </a:lnTo>
                  <a:lnTo>
                    <a:pt x="512224" y="1773498"/>
                  </a:lnTo>
                  <a:lnTo>
                    <a:pt x="511152" y="1774430"/>
                  </a:lnTo>
                  <a:lnTo>
                    <a:pt x="510081" y="1775361"/>
                  </a:lnTo>
                  <a:lnTo>
                    <a:pt x="509009" y="1776293"/>
                  </a:lnTo>
                  <a:lnTo>
                    <a:pt x="507937" y="1777225"/>
                  </a:lnTo>
                  <a:lnTo>
                    <a:pt x="506866" y="1778157"/>
                  </a:lnTo>
                  <a:lnTo>
                    <a:pt x="505794" y="1779089"/>
                  </a:lnTo>
                  <a:lnTo>
                    <a:pt x="504723" y="1780021"/>
                  </a:lnTo>
                  <a:lnTo>
                    <a:pt x="503651" y="1780953"/>
                  </a:lnTo>
                  <a:lnTo>
                    <a:pt x="502579" y="1781885"/>
                  </a:lnTo>
                  <a:lnTo>
                    <a:pt x="501508" y="1782817"/>
                  </a:lnTo>
                  <a:lnTo>
                    <a:pt x="500436" y="1783749"/>
                  </a:lnTo>
                  <a:lnTo>
                    <a:pt x="499365" y="1784681"/>
                  </a:lnTo>
                  <a:lnTo>
                    <a:pt x="498293" y="1785613"/>
                  </a:lnTo>
                  <a:lnTo>
                    <a:pt x="497221" y="1786544"/>
                  </a:lnTo>
                  <a:lnTo>
                    <a:pt x="496150" y="1787476"/>
                  </a:lnTo>
                  <a:lnTo>
                    <a:pt x="495078" y="1788408"/>
                  </a:lnTo>
                  <a:lnTo>
                    <a:pt x="494007" y="1789339"/>
                  </a:lnTo>
                  <a:lnTo>
                    <a:pt x="492935" y="1790271"/>
                  </a:lnTo>
                  <a:lnTo>
                    <a:pt x="491863" y="1791202"/>
                  </a:lnTo>
                  <a:lnTo>
                    <a:pt x="490792" y="1792133"/>
                  </a:lnTo>
                  <a:lnTo>
                    <a:pt x="489720" y="1793064"/>
                  </a:lnTo>
                  <a:lnTo>
                    <a:pt x="488649" y="1793995"/>
                  </a:lnTo>
                  <a:lnTo>
                    <a:pt x="487577" y="1794926"/>
                  </a:lnTo>
                  <a:lnTo>
                    <a:pt x="486505" y="1795857"/>
                  </a:lnTo>
                  <a:lnTo>
                    <a:pt x="485434" y="1796787"/>
                  </a:lnTo>
                  <a:lnTo>
                    <a:pt x="484362" y="1797718"/>
                  </a:lnTo>
                  <a:lnTo>
                    <a:pt x="483291" y="1798648"/>
                  </a:lnTo>
                  <a:lnTo>
                    <a:pt x="482219" y="1799578"/>
                  </a:lnTo>
                  <a:lnTo>
                    <a:pt x="481147" y="1800508"/>
                  </a:lnTo>
                  <a:lnTo>
                    <a:pt x="480076" y="1801437"/>
                  </a:lnTo>
                  <a:lnTo>
                    <a:pt x="479004" y="1802366"/>
                  </a:lnTo>
                  <a:lnTo>
                    <a:pt x="477933" y="1803296"/>
                  </a:lnTo>
                  <a:lnTo>
                    <a:pt x="476861" y="1804224"/>
                  </a:lnTo>
                  <a:lnTo>
                    <a:pt x="475789" y="1805153"/>
                  </a:lnTo>
                  <a:lnTo>
                    <a:pt x="474718" y="1806081"/>
                  </a:lnTo>
                  <a:lnTo>
                    <a:pt x="473646" y="1807009"/>
                  </a:lnTo>
                  <a:lnTo>
                    <a:pt x="472575" y="1807937"/>
                  </a:lnTo>
                  <a:lnTo>
                    <a:pt x="471503" y="1808865"/>
                  </a:lnTo>
                  <a:lnTo>
                    <a:pt x="470431" y="1809792"/>
                  </a:lnTo>
                  <a:lnTo>
                    <a:pt x="469360" y="1810719"/>
                  </a:lnTo>
                  <a:lnTo>
                    <a:pt x="468288" y="1811645"/>
                  </a:lnTo>
                  <a:lnTo>
                    <a:pt x="467217" y="1812572"/>
                  </a:lnTo>
                  <a:lnTo>
                    <a:pt x="466145" y="1813497"/>
                  </a:lnTo>
                  <a:lnTo>
                    <a:pt x="465073" y="1814423"/>
                  </a:lnTo>
                  <a:lnTo>
                    <a:pt x="464002" y="1815348"/>
                  </a:lnTo>
                  <a:lnTo>
                    <a:pt x="462930" y="1816273"/>
                  </a:lnTo>
                  <a:lnTo>
                    <a:pt x="461859" y="1817197"/>
                  </a:lnTo>
                  <a:lnTo>
                    <a:pt x="460787" y="1818121"/>
                  </a:lnTo>
                  <a:lnTo>
                    <a:pt x="459715" y="1819045"/>
                  </a:lnTo>
                  <a:lnTo>
                    <a:pt x="458644" y="1819968"/>
                  </a:lnTo>
                  <a:lnTo>
                    <a:pt x="457572" y="1820891"/>
                  </a:lnTo>
                  <a:lnTo>
                    <a:pt x="456501" y="1821813"/>
                  </a:lnTo>
                  <a:lnTo>
                    <a:pt x="455429" y="1822735"/>
                  </a:lnTo>
                  <a:lnTo>
                    <a:pt x="454357" y="1823657"/>
                  </a:lnTo>
                  <a:lnTo>
                    <a:pt x="453286" y="1824578"/>
                  </a:lnTo>
                  <a:lnTo>
                    <a:pt x="452214" y="1825498"/>
                  </a:lnTo>
                  <a:lnTo>
                    <a:pt x="451143" y="1826418"/>
                  </a:lnTo>
                  <a:lnTo>
                    <a:pt x="450071" y="1827338"/>
                  </a:lnTo>
                  <a:lnTo>
                    <a:pt x="448999" y="1828257"/>
                  </a:lnTo>
                  <a:lnTo>
                    <a:pt x="447928" y="1829176"/>
                  </a:lnTo>
                  <a:lnTo>
                    <a:pt x="446856" y="1830094"/>
                  </a:lnTo>
                  <a:lnTo>
                    <a:pt x="445785" y="1831011"/>
                  </a:lnTo>
                  <a:lnTo>
                    <a:pt x="444713" y="1831928"/>
                  </a:lnTo>
                  <a:lnTo>
                    <a:pt x="443641" y="1832844"/>
                  </a:lnTo>
                  <a:lnTo>
                    <a:pt x="442570" y="1833760"/>
                  </a:lnTo>
                  <a:lnTo>
                    <a:pt x="441498" y="1834676"/>
                  </a:lnTo>
                  <a:lnTo>
                    <a:pt x="440427" y="1835590"/>
                  </a:lnTo>
                  <a:lnTo>
                    <a:pt x="439355" y="1836504"/>
                  </a:lnTo>
                  <a:lnTo>
                    <a:pt x="438283" y="1837418"/>
                  </a:lnTo>
                  <a:lnTo>
                    <a:pt x="437212" y="1838331"/>
                  </a:lnTo>
                  <a:lnTo>
                    <a:pt x="436140" y="1839243"/>
                  </a:lnTo>
                  <a:lnTo>
                    <a:pt x="435069" y="1840155"/>
                  </a:lnTo>
                  <a:lnTo>
                    <a:pt x="433997" y="1841066"/>
                  </a:lnTo>
                  <a:lnTo>
                    <a:pt x="432925" y="1841976"/>
                  </a:lnTo>
                  <a:lnTo>
                    <a:pt x="431854" y="1842886"/>
                  </a:lnTo>
                  <a:lnTo>
                    <a:pt x="430782" y="1843795"/>
                  </a:lnTo>
                  <a:lnTo>
                    <a:pt x="429711" y="1844704"/>
                  </a:lnTo>
                  <a:lnTo>
                    <a:pt x="428639" y="1845611"/>
                  </a:lnTo>
                  <a:lnTo>
                    <a:pt x="427567" y="1846518"/>
                  </a:lnTo>
                  <a:lnTo>
                    <a:pt x="426496" y="1847425"/>
                  </a:lnTo>
                  <a:lnTo>
                    <a:pt x="425424" y="1848330"/>
                  </a:lnTo>
                  <a:lnTo>
                    <a:pt x="424353" y="1849235"/>
                  </a:lnTo>
                  <a:lnTo>
                    <a:pt x="423281" y="1850139"/>
                  </a:lnTo>
                  <a:lnTo>
                    <a:pt x="422209" y="1851043"/>
                  </a:lnTo>
                  <a:lnTo>
                    <a:pt x="421138" y="1851946"/>
                  </a:lnTo>
                  <a:lnTo>
                    <a:pt x="420066" y="1852848"/>
                  </a:lnTo>
                  <a:lnTo>
                    <a:pt x="418995" y="1853749"/>
                  </a:lnTo>
                  <a:lnTo>
                    <a:pt x="417923" y="1854649"/>
                  </a:lnTo>
                  <a:lnTo>
                    <a:pt x="416851" y="1855549"/>
                  </a:lnTo>
                  <a:lnTo>
                    <a:pt x="415780" y="1856448"/>
                  </a:lnTo>
                  <a:lnTo>
                    <a:pt x="414708" y="1857346"/>
                  </a:lnTo>
                  <a:lnTo>
                    <a:pt x="413637" y="1858243"/>
                  </a:lnTo>
                  <a:lnTo>
                    <a:pt x="412565" y="1859139"/>
                  </a:lnTo>
                  <a:lnTo>
                    <a:pt x="411493" y="1860035"/>
                  </a:lnTo>
                  <a:lnTo>
                    <a:pt x="410422" y="1860930"/>
                  </a:lnTo>
                  <a:lnTo>
                    <a:pt x="409350" y="1861824"/>
                  </a:lnTo>
                  <a:lnTo>
                    <a:pt x="408279" y="1862717"/>
                  </a:lnTo>
                  <a:lnTo>
                    <a:pt x="407207" y="1863609"/>
                  </a:lnTo>
                  <a:lnTo>
                    <a:pt x="406135" y="1864500"/>
                  </a:lnTo>
                  <a:lnTo>
                    <a:pt x="405064" y="1865391"/>
                  </a:lnTo>
                  <a:lnTo>
                    <a:pt x="403992" y="1866280"/>
                  </a:lnTo>
                  <a:lnTo>
                    <a:pt x="402921" y="1867169"/>
                  </a:lnTo>
                  <a:lnTo>
                    <a:pt x="401849" y="1868057"/>
                  </a:lnTo>
                  <a:lnTo>
                    <a:pt x="400777" y="1868944"/>
                  </a:lnTo>
                  <a:lnTo>
                    <a:pt x="399706" y="1869830"/>
                  </a:lnTo>
                  <a:lnTo>
                    <a:pt x="398634" y="1870715"/>
                  </a:lnTo>
                  <a:lnTo>
                    <a:pt x="397563" y="1871599"/>
                  </a:lnTo>
                  <a:lnTo>
                    <a:pt x="396491" y="1872482"/>
                  </a:lnTo>
                  <a:lnTo>
                    <a:pt x="395419" y="1873364"/>
                  </a:lnTo>
                  <a:lnTo>
                    <a:pt x="394348" y="1874246"/>
                  </a:lnTo>
                  <a:lnTo>
                    <a:pt x="393276" y="1875126"/>
                  </a:lnTo>
                  <a:lnTo>
                    <a:pt x="392205" y="1876005"/>
                  </a:lnTo>
                  <a:lnTo>
                    <a:pt x="391133" y="1876884"/>
                  </a:lnTo>
                  <a:lnTo>
                    <a:pt x="390061" y="1877761"/>
                  </a:lnTo>
                  <a:lnTo>
                    <a:pt x="388990" y="1878637"/>
                  </a:lnTo>
                  <a:lnTo>
                    <a:pt x="387918" y="1879513"/>
                  </a:lnTo>
                  <a:lnTo>
                    <a:pt x="386847" y="1880387"/>
                  </a:lnTo>
                  <a:lnTo>
                    <a:pt x="385775" y="1881261"/>
                  </a:lnTo>
                  <a:lnTo>
                    <a:pt x="384703" y="1882133"/>
                  </a:lnTo>
                  <a:lnTo>
                    <a:pt x="383632" y="1883004"/>
                  </a:lnTo>
                  <a:lnTo>
                    <a:pt x="382560" y="1883875"/>
                  </a:lnTo>
                  <a:lnTo>
                    <a:pt x="381489" y="1884744"/>
                  </a:lnTo>
                  <a:lnTo>
                    <a:pt x="380417" y="1885612"/>
                  </a:lnTo>
                  <a:lnTo>
                    <a:pt x="379345" y="1886479"/>
                  </a:lnTo>
                  <a:lnTo>
                    <a:pt x="378274" y="1887345"/>
                  </a:lnTo>
                  <a:lnTo>
                    <a:pt x="377202" y="1888210"/>
                  </a:lnTo>
                  <a:lnTo>
                    <a:pt x="376131" y="1889074"/>
                  </a:lnTo>
                  <a:lnTo>
                    <a:pt x="375059" y="1889937"/>
                  </a:lnTo>
                  <a:lnTo>
                    <a:pt x="373987" y="1890798"/>
                  </a:lnTo>
                  <a:lnTo>
                    <a:pt x="372916" y="1891659"/>
                  </a:lnTo>
                  <a:lnTo>
                    <a:pt x="371844" y="1892519"/>
                  </a:lnTo>
                  <a:lnTo>
                    <a:pt x="370773" y="1893377"/>
                  </a:lnTo>
                  <a:lnTo>
                    <a:pt x="369701" y="1894234"/>
                  </a:lnTo>
                  <a:lnTo>
                    <a:pt x="368629" y="1895090"/>
                  </a:lnTo>
                  <a:lnTo>
                    <a:pt x="367558" y="1895945"/>
                  </a:lnTo>
                  <a:lnTo>
                    <a:pt x="366486" y="1896799"/>
                  </a:lnTo>
                  <a:lnTo>
                    <a:pt x="365415" y="1897652"/>
                  </a:lnTo>
                  <a:lnTo>
                    <a:pt x="364343" y="1898503"/>
                  </a:lnTo>
                  <a:lnTo>
                    <a:pt x="363271" y="1899354"/>
                  </a:lnTo>
                  <a:lnTo>
                    <a:pt x="362200" y="1900203"/>
                  </a:lnTo>
                  <a:lnTo>
                    <a:pt x="361128" y="1901051"/>
                  </a:lnTo>
                  <a:lnTo>
                    <a:pt x="360057" y="1901898"/>
                  </a:lnTo>
                  <a:lnTo>
                    <a:pt x="358985" y="1902744"/>
                  </a:lnTo>
                  <a:lnTo>
                    <a:pt x="357913" y="1903588"/>
                  </a:lnTo>
                  <a:lnTo>
                    <a:pt x="356842" y="1904431"/>
                  </a:lnTo>
                  <a:lnTo>
                    <a:pt x="355770" y="1905274"/>
                  </a:lnTo>
                  <a:lnTo>
                    <a:pt x="354699" y="1906115"/>
                  </a:lnTo>
                  <a:lnTo>
                    <a:pt x="353627" y="1906954"/>
                  </a:lnTo>
                  <a:lnTo>
                    <a:pt x="352556" y="1907793"/>
                  </a:lnTo>
                  <a:lnTo>
                    <a:pt x="351484" y="1908630"/>
                  </a:lnTo>
                  <a:lnTo>
                    <a:pt x="350412" y="1909466"/>
                  </a:lnTo>
                  <a:lnTo>
                    <a:pt x="349341" y="1910301"/>
                  </a:lnTo>
                  <a:lnTo>
                    <a:pt x="348269" y="1911134"/>
                  </a:lnTo>
                  <a:lnTo>
                    <a:pt x="347198" y="1911967"/>
                  </a:lnTo>
                  <a:lnTo>
                    <a:pt x="346126" y="1912798"/>
                  </a:lnTo>
                  <a:lnTo>
                    <a:pt x="345054" y="1913627"/>
                  </a:lnTo>
                  <a:lnTo>
                    <a:pt x="343983" y="1914456"/>
                  </a:lnTo>
                  <a:lnTo>
                    <a:pt x="342911" y="1915283"/>
                  </a:lnTo>
                  <a:lnTo>
                    <a:pt x="341840" y="1916109"/>
                  </a:lnTo>
                  <a:lnTo>
                    <a:pt x="340768" y="1916934"/>
                  </a:lnTo>
                  <a:lnTo>
                    <a:pt x="339696" y="1917757"/>
                  </a:lnTo>
                  <a:lnTo>
                    <a:pt x="338625" y="1918579"/>
                  </a:lnTo>
                  <a:lnTo>
                    <a:pt x="337553" y="1919400"/>
                  </a:lnTo>
                  <a:lnTo>
                    <a:pt x="336482" y="1920220"/>
                  </a:lnTo>
                  <a:lnTo>
                    <a:pt x="335410" y="1921038"/>
                  </a:lnTo>
                  <a:lnTo>
                    <a:pt x="334338" y="1921855"/>
                  </a:lnTo>
                  <a:lnTo>
                    <a:pt x="333267" y="1922670"/>
                  </a:lnTo>
                  <a:lnTo>
                    <a:pt x="332195" y="1923485"/>
                  </a:lnTo>
                  <a:lnTo>
                    <a:pt x="331124" y="1924298"/>
                  </a:lnTo>
                  <a:lnTo>
                    <a:pt x="330052" y="1925109"/>
                  </a:lnTo>
                  <a:lnTo>
                    <a:pt x="328980" y="1925920"/>
                  </a:lnTo>
                  <a:lnTo>
                    <a:pt x="327909" y="1926729"/>
                  </a:lnTo>
                  <a:lnTo>
                    <a:pt x="326837" y="1927536"/>
                  </a:lnTo>
                  <a:lnTo>
                    <a:pt x="325766" y="1928343"/>
                  </a:lnTo>
                  <a:lnTo>
                    <a:pt x="324694" y="1929148"/>
                  </a:lnTo>
                  <a:lnTo>
                    <a:pt x="323622" y="1929951"/>
                  </a:lnTo>
                  <a:lnTo>
                    <a:pt x="322551" y="1930753"/>
                  </a:lnTo>
                  <a:lnTo>
                    <a:pt x="321479" y="1931554"/>
                  </a:lnTo>
                  <a:lnTo>
                    <a:pt x="320408" y="1932354"/>
                  </a:lnTo>
                  <a:lnTo>
                    <a:pt x="319336" y="1933152"/>
                  </a:lnTo>
                  <a:lnTo>
                    <a:pt x="318264" y="1933949"/>
                  </a:lnTo>
                  <a:lnTo>
                    <a:pt x="317193" y="1934744"/>
                  </a:lnTo>
                  <a:lnTo>
                    <a:pt x="316121" y="1935538"/>
                  </a:lnTo>
                  <a:lnTo>
                    <a:pt x="315050" y="1936331"/>
                  </a:lnTo>
                  <a:lnTo>
                    <a:pt x="313978" y="1937122"/>
                  </a:lnTo>
                  <a:lnTo>
                    <a:pt x="312906" y="1937912"/>
                  </a:lnTo>
                  <a:lnTo>
                    <a:pt x="311835" y="1938701"/>
                  </a:lnTo>
                  <a:lnTo>
                    <a:pt x="310763" y="1939488"/>
                  </a:lnTo>
                  <a:lnTo>
                    <a:pt x="309692" y="1940273"/>
                  </a:lnTo>
                  <a:lnTo>
                    <a:pt x="308620" y="1941058"/>
                  </a:lnTo>
                  <a:lnTo>
                    <a:pt x="307548" y="1941840"/>
                  </a:lnTo>
                  <a:lnTo>
                    <a:pt x="306477" y="1942622"/>
                  </a:lnTo>
                  <a:lnTo>
                    <a:pt x="305405" y="1943402"/>
                  </a:lnTo>
                  <a:lnTo>
                    <a:pt x="304334" y="1944181"/>
                  </a:lnTo>
                  <a:lnTo>
                    <a:pt x="303262" y="1944958"/>
                  </a:lnTo>
                  <a:lnTo>
                    <a:pt x="302190" y="1945733"/>
                  </a:lnTo>
                  <a:lnTo>
                    <a:pt x="301119" y="1946508"/>
                  </a:lnTo>
                  <a:lnTo>
                    <a:pt x="300047" y="1947281"/>
                  </a:lnTo>
                  <a:lnTo>
                    <a:pt x="298976" y="1948052"/>
                  </a:lnTo>
                  <a:lnTo>
                    <a:pt x="297904" y="1948822"/>
                  </a:lnTo>
                  <a:lnTo>
                    <a:pt x="296832" y="1949591"/>
                  </a:lnTo>
                  <a:lnTo>
                    <a:pt x="295761" y="1950358"/>
                  </a:lnTo>
                  <a:lnTo>
                    <a:pt x="294689" y="1951124"/>
                  </a:lnTo>
                  <a:lnTo>
                    <a:pt x="293618" y="1951888"/>
                  </a:lnTo>
                  <a:lnTo>
                    <a:pt x="292546" y="1952651"/>
                  </a:lnTo>
                  <a:lnTo>
                    <a:pt x="291474" y="1953412"/>
                  </a:lnTo>
                  <a:lnTo>
                    <a:pt x="290403" y="1954172"/>
                  </a:lnTo>
                  <a:lnTo>
                    <a:pt x="289331" y="1954931"/>
                  </a:lnTo>
                  <a:lnTo>
                    <a:pt x="288260" y="1955688"/>
                  </a:lnTo>
                  <a:lnTo>
                    <a:pt x="287188" y="1956443"/>
                  </a:lnTo>
                  <a:lnTo>
                    <a:pt x="286116" y="1957197"/>
                  </a:lnTo>
                  <a:lnTo>
                    <a:pt x="285045" y="1957950"/>
                  </a:lnTo>
                  <a:lnTo>
                    <a:pt x="283973" y="1958701"/>
                  </a:lnTo>
                  <a:lnTo>
                    <a:pt x="282902" y="1959450"/>
                  </a:lnTo>
                  <a:lnTo>
                    <a:pt x="281830" y="1960199"/>
                  </a:lnTo>
                  <a:lnTo>
                    <a:pt x="280758" y="1960945"/>
                  </a:lnTo>
                  <a:lnTo>
                    <a:pt x="279687" y="1961691"/>
                  </a:lnTo>
                  <a:lnTo>
                    <a:pt x="278615" y="1962434"/>
                  </a:lnTo>
                  <a:lnTo>
                    <a:pt x="277544" y="1963177"/>
                  </a:lnTo>
                  <a:lnTo>
                    <a:pt x="276472" y="1963917"/>
                  </a:lnTo>
                  <a:lnTo>
                    <a:pt x="275400" y="1964657"/>
                  </a:lnTo>
                  <a:lnTo>
                    <a:pt x="274329" y="1965395"/>
                  </a:lnTo>
                  <a:lnTo>
                    <a:pt x="273257" y="1966131"/>
                  </a:lnTo>
                  <a:lnTo>
                    <a:pt x="272186" y="1966866"/>
                  </a:lnTo>
                  <a:lnTo>
                    <a:pt x="271114" y="1967599"/>
                  </a:lnTo>
                  <a:lnTo>
                    <a:pt x="270042" y="1968331"/>
                  </a:lnTo>
                  <a:lnTo>
                    <a:pt x="268971" y="1969062"/>
                  </a:lnTo>
                  <a:lnTo>
                    <a:pt x="267899" y="1969791"/>
                  </a:lnTo>
                  <a:lnTo>
                    <a:pt x="266828" y="1970518"/>
                  </a:lnTo>
                  <a:lnTo>
                    <a:pt x="265756" y="1971244"/>
                  </a:lnTo>
                  <a:lnTo>
                    <a:pt x="264684" y="1971969"/>
                  </a:lnTo>
                  <a:lnTo>
                    <a:pt x="263613" y="1972692"/>
                  </a:lnTo>
                  <a:lnTo>
                    <a:pt x="262541" y="1973413"/>
                  </a:lnTo>
                  <a:lnTo>
                    <a:pt x="261470" y="1974133"/>
                  </a:lnTo>
                  <a:lnTo>
                    <a:pt x="260398" y="1974852"/>
                  </a:lnTo>
                  <a:lnTo>
                    <a:pt x="259326" y="1975569"/>
                  </a:lnTo>
                  <a:lnTo>
                    <a:pt x="258255" y="1976285"/>
                  </a:lnTo>
                  <a:lnTo>
                    <a:pt x="257183" y="1976999"/>
                  </a:lnTo>
                  <a:lnTo>
                    <a:pt x="256112" y="1977712"/>
                  </a:lnTo>
                  <a:lnTo>
                    <a:pt x="255040" y="1978423"/>
                  </a:lnTo>
                  <a:lnTo>
                    <a:pt x="253968" y="1979133"/>
                  </a:lnTo>
                  <a:lnTo>
                    <a:pt x="252897" y="1979841"/>
                  </a:lnTo>
                  <a:lnTo>
                    <a:pt x="251825" y="1980548"/>
                  </a:lnTo>
                  <a:lnTo>
                    <a:pt x="250754" y="1981254"/>
                  </a:lnTo>
                  <a:lnTo>
                    <a:pt x="249682" y="1981958"/>
                  </a:lnTo>
                  <a:lnTo>
                    <a:pt x="248610" y="1982660"/>
                  </a:lnTo>
                  <a:lnTo>
                    <a:pt x="247539" y="1983361"/>
                  </a:lnTo>
                  <a:lnTo>
                    <a:pt x="246467" y="1984061"/>
                  </a:lnTo>
                  <a:lnTo>
                    <a:pt x="245396" y="1984759"/>
                  </a:lnTo>
                  <a:lnTo>
                    <a:pt x="244324" y="1985456"/>
                  </a:lnTo>
                  <a:lnTo>
                    <a:pt x="243252" y="1986151"/>
                  </a:lnTo>
                  <a:lnTo>
                    <a:pt x="242181" y="1986844"/>
                  </a:lnTo>
                  <a:lnTo>
                    <a:pt x="241109" y="1987537"/>
                  </a:lnTo>
                  <a:lnTo>
                    <a:pt x="240038" y="1988227"/>
                  </a:lnTo>
                  <a:lnTo>
                    <a:pt x="238966" y="1988917"/>
                  </a:lnTo>
                  <a:lnTo>
                    <a:pt x="237894" y="1989605"/>
                  </a:lnTo>
                  <a:lnTo>
                    <a:pt x="236823" y="1990291"/>
                  </a:lnTo>
                  <a:lnTo>
                    <a:pt x="235751" y="1990976"/>
                  </a:lnTo>
                  <a:lnTo>
                    <a:pt x="234680" y="1991660"/>
                  </a:lnTo>
                  <a:lnTo>
                    <a:pt x="233608" y="1992342"/>
                  </a:lnTo>
                  <a:lnTo>
                    <a:pt x="232536" y="1993022"/>
                  </a:lnTo>
                  <a:lnTo>
                    <a:pt x="231465" y="1993701"/>
                  </a:lnTo>
                  <a:lnTo>
                    <a:pt x="230393" y="1994379"/>
                  </a:lnTo>
                  <a:lnTo>
                    <a:pt x="229322" y="1995055"/>
                  </a:lnTo>
                  <a:lnTo>
                    <a:pt x="228250" y="1995730"/>
                  </a:lnTo>
                  <a:lnTo>
                    <a:pt x="227178" y="1996404"/>
                  </a:lnTo>
                  <a:lnTo>
                    <a:pt x="226107" y="1997075"/>
                  </a:lnTo>
                  <a:lnTo>
                    <a:pt x="225035" y="1997746"/>
                  </a:lnTo>
                  <a:lnTo>
                    <a:pt x="223964" y="1998415"/>
                  </a:lnTo>
                  <a:lnTo>
                    <a:pt x="222892" y="1999083"/>
                  </a:lnTo>
                  <a:lnTo>
                    <a:pt x="221820" y="1999749"/>
                  </a:lnTo>
                  <a:lnTo>
                    <a:pt x="220749" y="2000413"/>
                  </a:lnTo>
                  <a:lnTo>
                    <a:pt x="219677" y="2001077"/>
                  </a:lnTo>
                  <a:lnTo>
                    <a:pt x="218606" y="2001739"/>
                  </a:lnTo>
                  <a:lnTo>
                    <a:pt x="217534" y="2002399"/>
                  </a:lnTo>
                  <a:lnTo>
                    <a:pt x="216462" y="2003058"/>
                  </a:lnTo>
                  <a:lnTo>
                    <a:pt x="215391" y="2003715"/>
                  </a:lnTo>
                  <a:lnTo>
                    <a:pt x="214319" y="2004372"/>
                  </a:lnTo>
                  <a:lnTo>
                    <a:pt x="213248" y="2005026"/>
                  </a:lnTo>
                  <a:lnTo>
                    <a:pt x="212176" y="2005680"/>
                  </a:lnTo>
                  <a:lnTo>
                    <a:pt x="211104" y="2006331"/>
                  </a:lnTo>
                  <a:lnTo>
                    <a:pt x="210033" y="2006982"/>
                  </a:lnTo>
                  <a:lnTo>
                    <a:pt x="208961" y="2007631"/>
                  </a:lnTo>
                  <a:lnTo>
                    <a:pt x="207890" y="2008278"/>
                  </a:lnTo>
                  <a:lnTo>
                    <a:pt x="206818" y="2008925"/>
                  </a:lnTo>
                  <a:lnTo>
                    <a:pt x="205746" y="2009569"/>
                  </a:lnTo>
                  <a:lnTo>
                    <a:pt x="204675" y="2010213"/>
                  </a:lnTo>
                  <a:lnTo>
                    <a:pt x="203603" y="2010854"/>
                  </a:lnTo>
                  <a:lnTo>
                    <a:pt x="202532" y="2011495"/>
                  </a:lnTo>
                  <a:lnTo>
                    <a:pt x="201460" y="2012134"/>
                  </a:lnTo>
                  <a:lnTo>
                    <a:pt x="200388" y="2012772"/>
                  </a:lnTo>
                  <a:lnTo>
                    <a:pt x="199317" y="2013408"/>
                  </a:lnTo>
                  <a:lnTo>
                    <a:pt x="198245" y="2014043"/>
                  </a:lnTo>
                  <a:lnTo>
                    <a:pt x="197174" y="2014676"/>
                  </a:lnTo>
                  <a:lnTo>
                    <a:pt x="196102" y="2015308"/>
                  </a:lnTo>
                  <a:lnTo>
                    <a:pt x="195030" y="2015939"/>
                  </a:lnTo>
                  <a:lnTo>
                    <a:pt x="193959" y="2016568"/>
                  </a:lnTo>
                  <a:lnTo>
                    <a:pt x="192887" y="2017196"/>
                  </a:lnTo>
                  <a:lnTo>
                    <a:pt x="191816" y="2017822"/>
                  </a:lnTo>
                  <a:lnTo>
                    <a:pt x="190744" y="2018448"/>
                  </a:lnTo>
                  <a:lnTo>
                    <a:pt x="189672" y="2019071"/>
                  </a:lnTo>
                  <a:lnTo>
                    <a:pt x="188601" y="2019693"/>
                  </a:lnTo>
                  <a:lnTo>
                    <a:pt x="187529" y="2020314"/>
                  </a:lnTo>
                  <a:lnTo>
                    <a:pt x="186458" y="2020934"/>
                  </a:lnTo>
                  <a:lnTo>
                    <a:pt x="185386" y="2021552"/>
                  </a:lnTo>
                  <a:lnTo>
                    <a:pt x="184314" y="2022169"/>
                  </a:lnTo>
                  <a:lnTo>
                    <a:pt x="183243" y="2022784"/>
                  </a:lnTo>
                  <a:lnTo>
                    <a:pt x="182171" y="2023398"/>
                  </a:lnTo>
                  <a:lnTo>
                    <a:pt x="181100" y="2024011"/>
                  </a:lnTo>
                  <a:lnTo>
                    <a:pt x="180028" y="2024622"/>
                  </a:lnTo>
                  <a:lnTo>
                    <a:pt x="178956" y="2025232"/>
                  </a:lnTo>
                  <a:lnTo>
                    <a:pt x="177885" y="2025840"/>
                  </a:lnTo>
                  <a:lnTo>
                    <a:pt x="176813" y="2026447"/>
                  </a:lnTo>
                  <a:lnTo>
                    <a:pt x="175742" y="2027053"/>
                  </a:lnTo>
                  <a:lnTo>
                    <a:pt x="174670" y="2027657"/>
                  </a:lnTo>
                  <a:lnTo>
                    <a:pt x="173599" y="2028260"/>
                  </a:lnTo>
                  <a:lnTo>
                    <a:pt x="172527" y="2028862"/>
                  </a:lnTo>
                  <a:lnTo>
                    <a:pt x="171455" y="2029462"/>
                  </a:lnTo>
                  <a:lnTo>
                    <a:pt x="170384" y="2030061"/>
                  </a:lnTo>
                  <a:lnTo>
                    <a:pt x="169312" y="2030659"/>
                  </a:lnTo>
                  <a:lnTo>
                    <a:pt x="168241" y="2031255"/>
                  </a:lnTo>
                  <a:lnTo>
                    <a:pt x="167169" y="2031850"/>
                  </a:lnTo>
                  <a:lnTo>
                    <a:pt x="166097" y="2032443"/>
                  </a:lnTo>
                  <a:lnTo>
                    <a:pt x="165026" y="2033035"/>
                  </a:lnTo>
                  <a:lnTo>
                    <a:pt x="163954" y="2033626"/>
                  </a:lnTo>
                  <a:lnTo>
                    <a:pt x="162883" y="2034215"/>
                  </a:lnTo>
                  <a:lnTo>
                    <a:pt x="161811" y="2034804"/>
                  </a:lnTo>
                  <a:lnTo>
                    <a:pt x="160739" y="2035390"/>
                  </a:lnTo>
                  <a:lnTo>
                    <a:pt x="159668" y="2035976"/>
                  </a:lnTo>
                  <a:lnTo>
                    <a:pt x="158596" y="2036560"/>
                  </a:lnTo>
                  <a:lnTo>
                    <a:pt x="157525" y="2037143"/>
                  </a:lnTo>
                  <a:lnTo>
                    <a:pt x="156453" y="2037724"/>
                  </a:lnTo>
                  <a:lnTo>
                    <a:pt x="155381" y="2038304"/>
                  </a:lnTo>
                  <a:lnTo>
                    <a:pt x="154310" y="2038883"/>
                  </a:lnTo>
                  <a:lnTo>
                    <a:pt x="153238" y="2039460"/>
                  </a:lnTo>
                  <a:lnTo>
                    <a:pt x="152167" y="2040036"/>
                  </a:lnTo>
                  <a:lnTo>
                    <a:pt x="151095" y="2040611"/>
                  </a:lnTo>
                  <a:lnTo>
                    <a:pt x="150023" y="2041185"/>
                  </a:lnTo>
                  <a:lnTo>
                    <a:pt x="148952" y="2041757"/>
                  </a:lnTo>
                  <a:lnTo>
                    <a:pt x="147880" y="2042328"/>
                  </a:lnTo>
                  <a:lnTo>
                    <a:pt x="146809" y="2042897"/>
                  </a:lnTo>
                  <a:lnTo>
                    <a:pt x="145737" y="2043465"/>
                  </a:lnTo>
                  <a:lnTo>
                    <a:pt x="144665" y="2044032"/>
                  </a:lnTo>
                  <a:lnTo>
                    <a:pt x="143594" y="2044598"/>
                  </a:lnTo>
                  <a:lnTo>
                    <a:pt x="142522" y="2045162"/>
                  </a:lnTo>
                  <a:lnTo>
                    <a:pt x="141451" y="2045725"/>
                  </a:lnTo>
                  <a:lnTo>
                    <a:pt x="140379" y="2046287"/>
                  </a:lnTo>
                  <a:lnTo>
                    <a:pt x="139307" y="2046847"/>
                  </a:lnTo>
                  <a:lnTo>
                    <a:pt x="138236" y="2047406"/>
                  </a:lnTo>
                  <a:lnTo>
                    <a:pt x="137164" y="2047964"/>
                  </a:lnTo>
                  <a:lnTo>
                    <a:pt x="136093" y="2048520"/>
                  </a:lnTo>
                  <a:lnTo>
                    <a:pt x="135021" y="2049076"/>
                  </a:lnTo>
                  <a:lnTo>
                    <a:pt x="133949" y="2049629"/>
                  </a:lnTo>
                  <a:lnTo>
                    <a:pt x="132878" y="2050182"/>
                  </a:lnTo>
                  <a:lnTo>
                    <a:pt x="131806" y="2050733"/>
                  </a:lnTo>
                  <a:lnTo>
                    <a:pt x="130735" y="2051283"/>
                  </a:lnTo>
                  <a:lnTo>
                    <a:pt x="129663" y="2051832"/>
                  </a:lnTo>
                  <a:lnTo>
                    <a:pt x="128591" y="2052380"/>
                  </a:lnTo>
                  <a:lnTo>
                    <a:pt x="127520" y="2052926"/>
                  </a:lnTo>
                  <a:lnTo>
                    <a:pt x="126448" y="2053471"/>
                  </a:lnTo>
                  <a:lnTo>
                    <a:pt x="125377" y="2054014"/>
                  </a:lnTo>
                  <a:lnTo>
                    <a:pt x="124305" y="2054557"/>
                  </a:lnTo>
                  <a:lnTo>
                    <a:pt x="123233" y="2055098"/>
                  </a:lnTo>
                  <a:lnTo>
                    <a:pt x="122162" y="2055638"/>
                  </a:lnTo>
                  <a:lnTo>
                    <a:pt x="121090" y="2056176"/>
                  </a:lnTo>
                  <a:lnTo>
                    <a:pt x="120019" y="2056714"/>
                  </a:lnTo>
                  <a:lnTo>
                    <a:pt x="118947" y="2057250"/>
                  </a:lnTo>
                  <a:lnTo>
                    <a:pt x="117875" y="2057785"/>
                  </a:lnTo>
                  <a:lnTo>
                    <a:pt x="116804" y="2058318"/>
                  </a:lnTo>
                  <a:lnTo>
                    <a:pt x="115732" y="2058851"/>
                  </a:lnTo>
                  <a:lnTo>
                    <a:pt x="114661" y="2059382"/>
                  </a:lnTo>
                  <a:lnTo>
                    <a:pt x="113589" y="2059911"/>
                  </a:lnTo>
                  <a:lnTo>
                    <a:pt x="112517" y="2060440"/>
                  </a:lnTo>
                  <a:lnTo>
                    <a:pt x="111446" y="2060967"/>
                  </a:lnTo>
                  <a:lnTo>
                    <a:pt x="110374" y="2061493"/>
                  </a:lnTo>
                  <a:lnTo>
                    <a:pt x="109303" y="2062018"/>
                  </a:lnTo>
                  <a:lnTo>
                    <a:pt x="108231" y="2062542"/>
                  </a:lnTo>
                  <a:lnTo>
                    <a:pt x="107159" y="2063064"/>
                  </a:lnTo>
                  <a:lnTo>
                    <a:pt x="106088" y="2063585"/>
                  </a:lnTo>
                  <a:lnTo>
                    <a:pt x="105016" y="2064105"/>
                  </a:lnTo>
                  <a:lnTo>
                    <a:pt x="103945" y="2064624"/>
                  </a:lnTo>
                  <a:lnTo>
                    <a:pt x="102873" y="2065141"/>
                  </a:lnTo>
                  <a:lnTo>
                    <a:pt x="101801" y="2065658"/>
                  </a:lnTo>
                  <a:lnTo>
                    <a:pt x="100730" y="2066173"/>
                  </a:lnTo>
                  <a:lnTo>
                    <a:pt x="99658" y="2066687"/>
                  </a:lnTo>
                  <a:lnTo>
                    <a:pt x="98587" y="2067199"/>
                  </a:lnTo>
                  <a:lnTo>
                    <a:pt x="97515" y="2067710"/>
                  </a:lnTo>
                  <a:lnTo>
                    <a:pt x="96443" y="2068221"/>
                  </a:lnTo>
                  <a:lnTo>
                    <a:pt x="95372" y="2068730"/>
                  </a:lnTo>
                  <a:lnTo>
                    <a:pt x="94300" y="2069237"/>
                  </a:lnTo>
                  <a:lnTo>
                    <a:pt x="93229" y="2069744"/>
                  </a:lnTo>
                  <a:lnTo>
                    <a:pt x="92157" y="2070249"/>
                  </a:lnTo>
                  <a:lnTo>
                    <a:pt x="91085" y="2070753"/>
                  </a:lnTo>
                  <a:lnTo>
                    <a:pt x="90014" y="2071256"/>
                  </a:lnTo>
                  <a:lnTo>
                    <a:pt x="88942" y="2071758"/>
                  </a:lnTo>
                  <a:lnTo>
                    <a:pt x="87871" y="2072259"/>
                  </a:lnTo>
                  <a:lnTo>
                    <a:pt x="86799" y="2072758"/>
                  </a:lnTo>
                  <a:lnTo>
                    <a:pt x="85727" y="2073256"/>
                  </a:lnTo>
                  <a:lnTo>
                    <a:pt x="84656" y="2073753"/>
                  </a:lnTo>
                  <a:lnTo>
                    <a:pt x="83584" y="2074249"/>
                  </a:lnTo>
                  <a:lnTo>
                    <a:pt x="82513" y="2074744"/>
                  </a:lnTo>
                  <a:lnTo>
                    <a:pt x="81441" y="2075237"/>
                  </a:lnTo>
                  <a:lnTo>
                    <a:pt x="80369" y="2075729"/>
                  </a:lnTo>
                  <a:lnTo>
                    <a:pt x="79298" y="2076220"/>
                  </a:lnTo>
                  <a:lnTo>
                    <a:pt x="78226" y="2076710"/>
                  </a:lnTo>
                  <a:lnTo>
                    <a:pt x="77155" y="2077199"/>
                  </a:lnTo>
                  <a:lnTo>
                    <a:pt x="76083" y="2077687"/>
                  </a:lnTo>
                  <a:lnTo>
                    <a:pt x="75011" y="2078173"/>
                  </a:lnTo>
                  <a:lnTo>
                    <a:pt x="73940" y="2078658"/>
                  </a:lnTo>
                  <a:lnTo>
                    <a:pt x="72868" y="2079142"/>
                  </a:lnTo>
                  <a:lnTo>
                    <a:pt x="71797" y="2079625"/>
                  </a:lnTo>
                  <a:lnTo>
                    <a:pt x="70725" y="2080107"/>
                  </a:lnTo>
                  <a:lnTo>
                    <a:pt x="69653" y="2080588"/>
                  </a:lnTo>
                  <a:lnTo>
                    <a:pt x="68582" y="2081067"/>
                  </a:lnTo>
                  <a:lnTo>
                    <a:pt x="67510" y="2081545"/>
                  </a:lnTo>
                  <a:lnTo>
                    <a:pt x="66439" y="2082023"/>
                  </a:lnTo>
                  <a:lnTo>
                    <a:pt x="65367" y="2082499"/>
                  </a:lnTo>
                  <a:lnTo>
                    <a:pt x="64295" y="2082973"/>
                  </a:lnTo>
                  <a:lnTo>
                    <a:pt x="63224" y="2083447"/>
                  </a:lnTo>
                  <a:lnTo>
                    <a:pt x="62152" y="2083920"/>
                  </a:lnTo>
                  <a:lnTo>
                    <a:pt x="61081" y="2084391"/>
                  </a:lnTo>
                  <a:lnTo>
                    <a:pt x="60009" y="2084862"/>
                  </a:lnTo>
                  <a:lnTo>
                    <a:pt x="58937" y="2085331"/>
                  </a:lnTo>
                  <a:lnTo>
                    <a:pt x="57866" y="2085799"/>
                  </a:lnTo>
                  <a:lnTo>
                    <a:pt x="56794" y="2086266"/>
                  </a:lnTo>
                  <a:lnTo>
                    <a:pt x="55723" y="2086732"/>
                  </a:lnTo>
                  <a:lnTo>
                    <a:pt x="54651" y="2087196"/>
                  </a:lnTo>
                  <a:lnTo>
                    <a:pt x="53579" y="2087660"/>
                  </a:lnTo>
                  <a:lnTo>
                    <a:pt x="52508" y="2088122"/>
                  </a:lnTo>
                  <a:lnTo>
                    <a:pt x="51436" y="2088584"/>
                  </a:lnTo>
                  <a:lnTo>
                    <a:pt x="50365" y="2089044"/>
                  </a:lnTo>
                  <a:lnTo>
                    <a:pt x="49293" y="2089503"/>
                  </a:lnTo>
                  <a:lnTo>
                    <a:pt x="48221" y="2089961"/>
                  </a:lnTo>
                  <a:lnTo>
                    <a:pt x="47150" y="2090418"/>
                  </a:lnTo>
                  <a:lnTo>
                    <a:pt x="46078" y="2090874"/>
                  </a:lnTo>
                  <a:lnTo>
                    <a:pt x="45007" y="2091328"/>
                  </a:lnTo>
                  <a:lnTo>
                    <a:pt x="43935" y="2091782"/>
                  </a:lnTo>
                  <a:lnTo>
                    <a:pt x="42863" y="2092234"/>
                  </a:lnTo>
                  <a:lnTo>
                    <a:pt x="41792" y="2092686"/>
                  </a:lnTo>
                  <a:lnTo>
                    <a:pt x="40720" y="2093136"/>
                  </a:lnTo>
                  <a:lnTo>
                    <a:pt x="39649" y="2093585"/>
                  </a:lnTo>
                  <a:lnTo>
                    <a:pt x="38577" y="2094033"/>
                  </a:lnTo>
                  <a:lnTo>
                    <a:pt x="37505" y="2094480"/>
                  </a:lnTo>
                  <a:lnTo>
                    <a:pt x="36434" y="2094926"/>
                  </a:lnTo>
                  <a:lnTo>
                    <a:pt x="35362" y="2095371"/>
                  </a:lnTo>
                  <a:lnTo>
                    <a:pt x="34291" y="2095815"/>
                  </a:lnTo>
                  <a:lnTo>
                    <a:pt x="33219" y="2096258"/>
                  </a:lnTo>
                  <a:lnTo>
                    <a:pt x="32147" y="2096699"/>
                  </a:lnTo>
                  <a:lnTo>
                    <a:pt x="31076" y="2097140"/>
                  </a:lnTo>
                  <a:lnTo>
                    <a:pt x="30004" y="2097579"/>
                  </a:lnTo>
                  <a:lnTo>
                    <a:pt x="28933" y="2098018"/>
                  </a:lnTo>
                  <a:lnTo>
                    <a:pt x="27861" y="2098455"/>
                  </a:lnTo>
                  <a:lnTo>
                    <a:pt x="26789" y="2098891"/>
                  </a:lnTo>
                  <a:lnTo>
                    <a:pt x="25718" y="2099327"/>
                  </a:lnTo>
                  <a:lnTo>
                    <a:pt x="24646" y="2099761"/>
                  </a:lnTo>
                  <a:lnTo>
                    <a:pt x="23575" y="2100194"/>
                  </a:lnTo>
                  <a:lnTo>
                    <a:pt x="22503" y="2100626"/>
                  </a:lnTo>
                  <a:lnTo>
                    <a:pt x="21431" y="2101057"/>
                  </a:lnTo>
                  <a:lnTo>
                    <a:pt x="20360" y="2101487"/>
                  </a:lnTo>
                  <a:lnTo>
                    <a:pt x="19288" y="2101916"/>
                  </a:lnTo>
                  <a:lnTo>
                    <a:pt x="18217" y="2102344"/>
                  </a:lnTo>
                  <a:lnTo>
                    <a:pt x="17145" y="2102770"/>
                  </a:lnTo>
                  <a:lnTo>
                    <a:pt x="16073" y="2103196"/>
                  </a:lnTo>
                  <a:lnTo>
                    <a:pt x="15002" y="2103621"/>
                  </a:lnTo>
                  <a:lnTo>
                    <a:pt x="13930" y="2104045"/>
                  </a:lnTo>
                  <a:lnTo>
                    <a:pt x="12859" y="2104467"/>
                  </a:lnTo>
                  <a:lnTo>
                    <a:pt x="11787" y="2104889"/>
                  </a:lnTo>
                  <a:lnTo>
                    <a:pt x="10715" y="2105309"/>
                  </a:lnTo>
                  <a:lnTo>
                    <a:pt x="9644" y="2105729"/>
                  </a:lnTo>
                  <a:lnTo>
                    <a:pt x="8572" y="2106147"/>
                  </a:lnTo>
                  <a:lnTo>
                    <a:pt x="7501" y="2106565"/>
                  </a:lnTo>
                  <a:lnTo>
                    <a:pt x="6429" y="2106981"/>
                  </a:lnTo>
                  <a:lnTo>
                    <a:pt x="5357" y="2107397"/>
                  </a:lnTo>
                  <a:lnTo>
                    <a:pt x="4286" y="2107811"/>
                  </a:lnTo>
                  <a:lnTo>
                    <a:pt x="3214" y="2108225"/>
                  </a:lnTo>
                  <a:lnTo>
                    <a:pt x="2143" y="2108637"/>
                  </a:lnTo>
                  <a:lnTo>
                    <a:pt x="1071" y="2109049"/>
                  </a:lnTo>
                  <a:lnTo>
                    <a:pt x="0" y="2109459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5034264" y="3956656"/>
              <a:ext cx="3856684" cy="1670994"/>
            </a:xfrm>
            <a:custGeom>
              <a:avLst/>
              <a:gdLst/>
              <a:ahLst/>
              <a:cxnLst/>
              <a:rect l="0" t="0" r="0" b="0"/>
              <a:pathLst>
                <a:path w="3856684" h="1670994">
                  <a:moveTo>
                    <a:pt x="0" y="1670994"/>
                  </a:moveTo>
                  <a:lnTo>
                    <a:pt x="1071" y="1670680"/>
                  </a:lnTo>
                  <a:lnTo>
                    <a:pt x="2143" y="1670366"/>
                  </a:lnTo>
                  <a:lnTo>
                    <a:pt x="3214" y="1670052"/>
                  </a:lnTo>
                  <a:lnTo>
                    <a:pt x="4286" y="1669737"/>
                  </a:lnTo>
                  <a:lnTo>
                    <a:pt x="5357" y="1669423"/>
                  </a:lnTo>
                  <a:lnTo>
                    <a:pt x="6429" y="1669107"/>
                  </a:lnTo>
                  <a:lnTo>
                    <a:pt x="7501" y="1668792"/>
                  </a:lnTo>
                  <a:lnTo>
                    <a:pt x="8572" y="1668476"/>
                  </a:lnTo>
                  <a:lnTo>
                    <a:pt x="9644" y="1668160"/>
                  </a:lnTo>
                  <a:lnTo>
                    <a:pt x="10715" y="1667844"/>
                  </a:lnTo>
                  <a:lnTo>
                    <a:pt x="11787" y="1667527"/>
                  </a:lnTo>
                  <a:lnTo>
                    <a:pt x="12859" y="1667210"/>
                  </a:lnTo>
                  <a:lnTo>
                    <a:pt x="13930" y="1666893"/>
                  </a:lnTo>
                  <a:lnTo>
                    <a:pt x="15002" y="1666575"/>
                  </a:lnTo>
                  <a:lnTo>
                    <a:pt x="16073" y="1666257"/>
                  </a:lnTo>
                  <a:lnTo>
                    <a:pt x="17145" y="1665938"/>
                  </a:lnTo>
                  <a:lnTo>
                    <a:pt x="18217" y="1665620"/>
                  </a:lnTo>
                  <a:lnTo>
                    <a:pt x="19288" y="1665301"/>
                  </a:lnTo>
                  <a:lnTo>
                    <a:pt x="20360" y="1664981"/>
                  </a:lnTo>
                  <a:lnTo>
                    <a:pt x="21431" y="1664662"/>
                  </a:lnTo>
                  <a:lnTo>
                    <a:pt x="22503" y="1664342"/>
                  </a:lnTo>
                  <a:lnTo>
                    <a:pt x="23575" y="1664021"/>
                  </a:lnTo>
                  <a:lnTo>
                    <a:pt x="24646" y="1663701"/>
                  </a:lnTo>
                  <a:lnTo>
                    <a:pt x="25718" y="1663380"/>
                  </a:lnTo>
                  <a:lnTo>
                    <a:pt x="26789" y="1663058"/>
                  </a:lnTo>
                  <a:lnTo>
                    <a:pt x="27861" y="1662737"/>
                  </a:lnTo>
                  <a:lnTo>
                    <a:pt x="28933" y="1662415"/>
                  </a:lnTo>
                  <a:lnTo>
                    <a:pt x="30004" y="1662092"/>
                  </a:lnTo>
                  <a:lnTo>
                    <a:pt x="31076" y="1661769"/>
                  </a:lnTo>
                  <a:lnTo>
                    <a:pt x="32147" y="1661446"/>
                  </a:lnTo>
                  <a:lnTo>
                    <a:pt x="33219" y="1661123"/>
                  </a:lnTo>
                  <a:lnTo>
                    <a:pt x="34291" y="1660799"/>
                  </a:lnTo>
                  <a:lnTo>
                    <a:pt x="35362" y="1660475"/>
                  </a:lnTo>
                  <a:lnTo>
                    <a:pt x="36434" y="1660151"/>
                  </a:lnTo>
                  <a:lnTo>
                    <a:pt x="37505" y="1659826"/>
                  </a:lnTo>
                  <a:lnTo>
                    <a:pt x="38577" y="1659501"/>
                  </a:lnTo>
                  <a:lnTo>
                    <a:pt x="39649" y="1659175"/>
                  </a:lnTo>
                  <a:lnTo>
                    <a:pt x="40720" y="1658849"/>
                  </a:lnTo>
                  <a:lnTo>
                    <a:pt x="41792" y="1658523"/>
                  </a:lnTo>
                  <a:lnTo>
                    <a:pt x="42863" y="1658197"/>
                  </a:lnTo>
                  <a:lnTo>
                    <a:pt x="43935" y="1657870"/>
                  </a:lnTo>
                  <a:lnTo>
                    <a:pt x="45007" y="1657543"/>
                  </a:lnTo>
                  <a:lnTo>
                    <a:pt x="46078" y="1657215"/>
                  </a:lnTo>
                  <a:lnTo>
                    <a:pt x="47150" y="1656887"/>
                  </a:lnTo>
                  <a:lnTo>
                    <a:pt x="48221" y="1656559"/>
                  </a:lnTo>
                  <a:lnTo>
                    <a:pt x="49293" y="1656230"/>
                  </a:lnTo>
                  <a:lnTo>
                    <a:pt x="50365" y="1655901"/>
                  </a:lnTo>
                  <a:lnTo>
                    <a:pt x="51436" y="1655571"/>
                  </a:lnTo>
                  <a:lnTo>
                    <a:pt x="52508" y="1655242"/>
                  </a:lnTo>
                  <a:lnTo>
                    <a:pt x="53579" y="1654911"/>
                  </a:lnTo>
                  <a:lnTo>
                    <a:pt x="54651" y="1654581"/>
                  </a:lnTo>
                  <a:lnTo>
                    <a:pt x="55723" y="1654250"/>
                  </a:lnTo>
                  <a:lnTo>
                    <a:pt x="56794" y="1653919"/>
                  </a:lnTo>
                  <a:lnTo>
                    <a:pt x="57866" y="1653587"/>
                  </a:lnTo>
                  <a:lnTo>
                    <a:pt x="58937" y="1653255"/>
                  </a:lnTo>
                  <a:lnTo>
                    <a:pt x="60009" y="1652922"/>
                  </a:lnTo>
                  <a:lnTo>
                    <a:pt x="61081" y="1652590"/>
                  </a:lnTo>
                  <a:lnTo>
                    <a:pt x="62152" y="1652257"/>
                  </a:lnTo>
                  <a:lnTo>
                    <a:pt x="63224" y="1651923"/>
                  </a:lnTo>
                  <a:lnTo>
                    <a:pt x="64295" y="1651589"/>
                  </a:lnTo>
                  <a:lnTo>
                    <a:pt x="65367" y="1651255"/>
                  </a:lnTo>
                  <a:lnTo>
                    <a:pt x="66439" y="1650920"/>
                  </a:lnTo>
                  <a:lnTo>
                    <a:pt x="67510" y="1650585"/>
                  </a:lnTo>
                  <a:lnTo>
                    <a:pt x="68582" y="1650249"/>
                  </a:lnTo>
                  <a:lnTo>
                    <a:pt x="69653" y="1649914"/>
                  </a:lnTo>
                  <a:lnTo>
                    <a:pt x="70725" y="1649577"/>
                  </a:lnTo>
                  <a:lnTo>
                    <a:pt x="71797" y="1649241"/>
                  </a:lnTo>
                  <a:lnTo>
                    <a:pt x="72868" y="1648904"/>
                  </a:lnTo>
                  <a:lnTo>
                    <a:pt x="73940" y="1648566"/>
                  </a:lnTo>
                  <a:lnTo>
                    <a:pt x="75011" y="1648228"/>
                  </a:lnTo>
                  <a:lnTo>
                    <a:pt x="76083" y="1647890"/>
                  </a:lnTo>
                  <a:lnTo>
                    <a:pt x="77155" y="1647552"/>
                  </a:lnTo>
                  <a:lnTo>
                    <a:pt x="78226" y="1647212"/>
                  </a:lnTo>
                  <a:lnTo>
                    <a:pt x="79298" y="1646873"/>
                  </a:lnTo>
                  <a:lnTo>
                    <a:pt x="80369" y="1646533"/>
                  </a:lnTo>
                  <a:lnTo>
                    <a:pt x="81441" y="1646193"/>
                  </a:lnTo>
                  <a:lnTo>
                    <a:pt x="82513" y="1645852"/>
                  </a:lnTo>
                  <a:lnTo>
                    <a:pt x="83584" y="1645511"/>
                  </a:lnTo>
                  <a:lnTo>
                    <a:pt x="84656" y="1645170"/>
                  </a:lnTo>
                  <a:lnTo>
                    <a:pt x="85727" y="1644828"/>
                  </a:lnTo>
                  <a:lnTo>
                    <a:pt x="86799" y="1644486"/>
                  </a:lnTo>
                  <a:lnTo>
                    <a:pt x="87871" y="1644143"/>
                  </a:lnTo>
                  <a:lnTo>
                    <a:pt x="88942" y="1643800"/>
                  </a:lnTo>
                  <a:lnTo>
                    <a:pt x="90014" y="1643456"/>
                  </a:lnTo>
                  <a:lnTo>
                    <a:pt x="91085" y="1643112"/>
                  </a:lnTo>
                  <a:lnTo>
                    <a:pt x="92157" y="1642768"/>
                  </a:lnTo>
                  <a:lnTo>
                    <a:pt x="93229" y="1642423"/>
                  </a:lnTo>
                  <a:lnTo>
                    <a:pt x="94300" y="1642078"/>
                  </a:lnTo>
                  <a:lnTo>
                    <a:pt x="95372" y="1641732"/>
                  </a:lnTo>
                  <a:lnTo>
                    <a:pt x="96443" y="1641386"/>
                  </a:lnTo>
                  <a:lnTo>
                    <a:pt x="97515" y="1641039"/>
                  </a:lnTo>
                  <a:lnTo>
                    <a:pt x="98587" y="1640692"/>
                  </a:lnTo>
                  <a:lnTo>
                    <a:pt x="99658" y="1640345"/>
                  </a:lnTo>
                  <a:lnTo>
                    <a:pt x="100730" y="1639997"/>
                  </a:lnTo>
                  <a:lnTo>
                    <a:pt x="101801" y="1639649"/>
                  </a:lnTo>
                  <a:lnTo>
                    <a:pt x="102873" y="1639300"/>
                  </a:lnTo>
                  <a:lnTo>
                    <a:pt x="103945" y="1638951"/>
                  </a:lnTo>
                  <a:lnTo>
                    <a:pt x="105016" y="1638601"/>
                  </a:lnTo>
                  <a:lnTo>
                    <a:pt x="106088" y="1638251"/>
                  </a:lnTo>
                  <a:lnTo>
                    <a:pt x="107159" y="1637901"/>
                  </a:lnTo>
                  <a:lnTo>
                    <a:pt x="108231" y="1637550"/>
                  </a:lnTo>
                  <a:lnTo>
                    <a:pt x="109303" y="1637199"/>
                  </a:lnTo>
                  <a:lnTo>
                    <a:pt x="110374" y="1636847"/>
                  </a:lnTo>
                  <a:lnTo>
                    <a:pt x="111446" y="1636494"/>
                  </a:lnTo>
                  <a:lnTo>
                    <a:pt x="112517" y="1636142"/>
                  </a:lnTo>
                  <a:lnTo>
                    <a:pt x="113589" y="1635788"/>
                  </a:lnTo>
                  <a:lnTo>
                    <a:pt x="114661" y="1635435"/>
                  </a:lnTo>
                  <a:lnTo>
                    <a:pt x="115732" y="1635081"/>
                  </a:lnTo>
                  <a:lnTo>
                    <a:pt x="116804" y="1634726"/>
                  </a:lnTo>
                  <a:lnTo>
                    <a:pt x="117875" y="1634371"/>
                  </a:lnTo>
                  <a:lnTo>
                    <a:pt x="118947" y="1634015"/>
                  </a:lnTo>
                  <a:lnTo>
                    <a:pt x="120019" y="1633659"/>
                  </a:lnTo>
                  <a:lnTo>
                    <a:pt x="121090" y="1633303"/>
                  </a:lnTo>
                  <a:lnTo>
                    <a:pt x="122162" y="1632946"/>
                  </a:lnTo>
                  <a:lnTo>
                    <a:pt x="123233" y="1632588"/>
                  </a:lnTo>
                  <a:lnTo>
                    <a:pt x="124305" y="1632230"/>
                  </a:lnTo>
                  <a:lnTo>
                    <a:pt x="125377" y="1631872"/>
                  </a:lnTo>
                  <a:lnTo>
                    <a:pt x="126448" y="1631513"/>
                  </a:lnTo>
                  <a:lnTo>
                    <a:pt x="127520" y="1631154"/>
                  </a:lnTo>
                  <a:lnTo>
                    <a:pt x="128591" y="1630794"/>
                  </a:lnTo>
                  <a:lnTo>
                    <a:pt x="129663" y="1630434"/>
                  </a:lnTo>
                  <a:lnTo>
                    <a:pt x="130735" y="1630073"/>
                  </a:lnTo>
                  <a:lnTo>
                    <a:pt x="131806" y="1629711"/>
                  </a:lnTo>
                  <a:lnTo>
                    <a:pt x="132878" y="1629350"/>
                  </a:lnTo>
                  <a:lnTo>
                    <a:pt x="133949" y="1628987"/>
                  </a:lnTo>
                  <a:lnTo>
                    <a:pt x="135021" y="1628624"/>
                  </a:lnTo>
                  <a:lnTo>
                    <a:pt x="136093" y="1628261"/>
                  </a:lnTo>
                  <a:lnTo>
                    <a:pt x="137164" y="1627897"/>
                  </a:lnTo>
                  <a:lnTo>
                    <a:pt x="138236" y="1627533"/>
                  </a:lnTo>
                  <a:lnTo>
                    <a:pt x="139307" y="1627168"/>
                  </a:lnTo>
                  <a:lnTo>
                    <a:pt x="140379" y="1626803"/>
                  </a:lnTo>
                  <a:lnTo>
                    <a:pt x="141451" y="1626437"/>
                  </a:lnTo>
                  <a:lnTo>
                    <a:pt x="142522" y="1626070"/>
                  </a:lnTo>
                  <a:lnTo>
                    <a:pt x="143594" y="1625704"/>
                  </a:lnTo>
                  <a:lnTo>
                    <a:pt x="144665" y="1625336"/>
                  </a:lnTo>
                  <a:lnTo>
                    <a:pt x="145737" y="1624968"/>
                  </a:lnTo>
                  <a:lnTo>
                    <a:pt x="146809" y="1624600"/>
                  </a:lnTo>
                  <a:lnTo>
                    <a:pt x="147880" y="1624231"/>
                  </a:lnTo>
                  <a:lnTo>
                    <a:pt x="148952" y="1623861"/>
                  </a:lnTo>
                  <a:lnTo>
                    <a:pt x="150023" y="1623491"/>
                  </a:lnTo>
                  <a:lnTo>
                    <a:pt x="151095" y="1623120"/>
                  </a:lnTo>
                  <a:lnTo>
                    <a:pt x="152167" y="1622749"/>
                  </a:lnTo>
                  <a:lnTo>
                    <a:pt x="153238" y="1622377"/>
                  </a:lnTo>
                  <a:lnTo>
                    <a:pt x="154310" y="1622005"/>
                  </a:lnTo>
                  <a:lnTo>
                    <a:pt x="155381" y="1621632"/>
                  </a:lnTo>
                  <a:lnTo>
                    <a:pt x="156453" y="1621259"/>
                  </a:lnTo>
                  <a:lnTo>
                    <a:pt x="157525" y="1620885"/>
                  </a:lnTo>
                  <a:lnTo>
                    <a:pt x="158596" y="1620511"/>
                  </a:lnTo>
                  <a:lnTo>
                    <a:pt x="159668" y="1620136"/>
                  </a:lnTo>
                  <a:lnTo>
                    <a:pt x="160739" y="1619760"/>
                  </a:lnTo>
                  <a:lnTo>
                    <a:pt x="161811" y="1619384"/>
                  </a:lnTo>
                  <a:lnTo>
                    <a:pt x="162883" y="1619007"/>
                  </a:lnTo>
                  <a:lnTo>
                    <a:pt x="163954" y="1618630"/>
                  </a:lnTo>
                  <a:lnTo>
                    <a:pt x="165026" y="1618252"/>
                  </a:lnTo>
                  <a:lnTo>
                    <a:pt x="166097" y="1617874"/>
                  </a:lnTo>
                  <a:lnTo>
                    <a:pt x="167169" y="1617495"/>
                  </a:lnTo>
                  <a:lnTo>
                    <a:pt x="168241" y="1617115"/>
                  </a:lnTo>
                  <a:lnTo>
                    <a:pt x="169312" y="1616735"/>
                  </a:lnTo>
                  <a:lnTo>
                    <a:pt x="170384" y="1616355"/>
                  </a:lnTo>
                  <a:lnTo>
                    <a:pt x="171455" y="1615973"/>
                  </a:lnTo>
                  <a:lnTo>
                    <a:pt x="172527" y="1615591"/>
                  </a:lnTo>
                  <a:lnTo>
                    <a:pt x="173599" y="1615209"/>
                  </a:lnTo>
                  <a:lnTo>
                    <a:pt x="174670" y="1614826"/>
                  </a:lnTo>
                  <a:lnTo>
                    <a:pt x="175742" y="1614442"/>
                  </a:lnTo>
                  <a:lnTo>
                    <a:pt x="176813" y="1614058"/>
                  </a:lnTo>
                  <a:lnTo>
                    <a:pt x="177885" y="1613673"/>
                  </a:lnTo>
                  <a:lnTo>
                    <a:pt x="178956" y="1613288"/>
                  </a:lnTo>
                  <a:lnTo>
                    <a:pt x="180028" y="1612902"/>
                  </a:lnTo>
                  <a:lnTo>
                    <a:pt x="181100" y="1612515"/>
                  </a:lnTo>
                  <a:lnTo>
                    <a:pt x="182171" y="1612127"/>
                  </a:lnTo>
                  <a:lnTo>
                    <a:pt x="183243" y="1611740"/>
                  </a:lnTo>
                  <a:lnTo>
                    <a:pt x="184314" y="1611351"/>
                  </a:lnTo>
                  <a:lnTo>
                    <a:pt x="185386" y="1610962"/>
                  </a:lnTo>
                  <a:lnTo>
                    <a:pt x="186458" y="1610572"/>
                  </a:lnTo>
                  <a:lnTo>
                    <a:pt x="187529" y="1610182"/>
                  </a:lnTo>
                  <a:lnTo>
                    <a:pt x="188601" y="1609790"/>
                  </a:lnTo>
                  <a:lnTo>
                    <a:pt x="189672" y="1609399"/>
                  </a:lnTo>
                  <a:lnTo>
                    <a:pt x="190744" y="1609006"/>
                  </a:lnTo>
                  <a:lnTo>
                    <a:pt x="191816" y="1608613"/>
                  </a:lnTo>
                  <a:lnTo>
                    <a:pt x="192887" y="1608220"/>
                  </a:lnTo>
                  <a:lnTo>
                    <a:pt x="193959" y="1607825"/>
                  </a:lnTo>
                  <a:lnTo>
                    <a:pt x="195030" y="1607430"/>
                  </a:lnTo>
                  <a:lnTo>
                    <a:pt x="196102" y="1607035"/>
                  </a:lnTo>
                  <a:lnTo>
                    <a:pt x="197174" y="1606638"/>
                  </a:lnTo>
                  <a:lnTo>
                    <a:pt x="198245" y="1606242"/>
                  </a:lnTo>
                  <a:lnTo>
                    <a:pt x="199317" y="1605844"/>
                  </a:lnTo>
                  <a:lnTo>
                    <a:pt x="200388" y="1605446"/>
                  </a:lnTo>
                  <a:lnTo>
                    <a:pt x="201460" y="1605047"/>
                  </a:lnTo>
                  <a:lnTo>
                    <a:pt x="202532" y="1604647"/>
                  </a:lnTo>
                  <a:lnTo>
                    <a:pt x="203603" y="1604247"/>
                  </a:lnTo>
                  <a:lnTo>
                    <a:pt x="204675" y="1603846"/>
                  </a:lnTo>
                  <a:lnTo>
                    <a:pt x="205746" y="1603444"/>
                  </a:lnTo>
                  <a:lnTo>
                    <a:pt x="206818" y="1603042"/>
                  </a:lnTo>
                  <a:lnTo>
                    <a:pt x="207890" y="1602639"/>
                  </a:lnTo>
                  <a:lnTo>
                    <a:pt x="208961" y="1602235"/>
                  </a:lnTo>
                  <a:lnTo>
                    <a:pt x="210033" y="1601830"/>
                  </a:lnTo>
                  <a:lnTo>
                    <a:pt x="211104" y="1601425"/>
                  </a:lnTo>
                  <a:lnTo>
                    <a:pt x="212176" y="1601019"/>
                  </a:lnTo>
                  <a:lnTo>
                    <a:pt x="213248" y="1600612"/>
                  </a:lnTo>
                  <a:lnTo>
                    <a:pt x="214319" y="1600205"/>
                  </a:lnTo>
                  <a:lnTo>
                    <a:pt x="215391" y="1599797"/>
                  </a:lnTo>
                  <a:lnTo>
                    <a:pt x="216462" y="1599388"/>
                  </a:lnTo>
                  <a:lnTo>
                    <a:pt x="217534" y="1598979"/>
                  </a:lnTo>
                  <a:lnTo>
                    <a:pt x="218606" y="1598568"/>
                  </a:lnTo>
                  <a:lnTo>
                    <a:pt x="219677" y="1598157"/>
                  </a:lnTo>
                  <a:lnTo>
                    <a:pt x="220749" y="1597746"/>
                  </a:lnTo>
                  <a:lnTo>
                    <a:pt x="221820" y="1597333"/>
                  </a:lnTo>
                  <a:lnTo>
                    <a:pt x="222892" y="1596920"/>
                  </a:lnTo>
                  <a:lnTo>
                    <a:pt x="223964" y="1596506"/>
                  </a:lnTo>
                  <a:lnTo>
                    <a:pt x="225035" y="1596091"/>
                  </a:lnTo>
                  <a:lnTo>
                    <a:pt x="226107" y="1595676"/>
                  </a:lnTo>
                  <a:lnTo>
                    <a:pt x="227178" y="1595259"/>
                  </a:lnTo>
                  <a:lnTo>
                    <a:pt x="228250" y="1594842"/>
                  </a:lnTo>
                  <a:lnTo>
                    <a:pt x="229322" y="1594424"/>
                  </a:lnTo>
                  <a:lnTo>
                    <a:pt x="230393" y="1594006"/>
                  </a:lnTo>
                  <a:lnTo>
                    <a:pt x="231465" y="1593586"/>
                  </a:lnTo>
                  <a:lnTo>
                    <a:pt x="232536" y="1593166"/>
                  </a:lnTo>
                  <a:lnTo>
                    <a:pt x="233608" y="1592745"/>
                  </a:lnTo>
                  <a:lnTo>
                    <a:pt x="234680" y="1592323"/>
                  </a:lnTo>
                  <a:lnTo>
                    <a:pt x="235751" y="1591901"/>
                  </a:lnTo>
                  <a:lnTo>
                    <a:pt x="236823" y="1591477"/>
                  </a:lnTo>
                  <a:lnTo>
                    <a:pt x="237894" y="1591053"/>
                  </a:lnTo>
                  <a:lnTo>
                    <a:pt x="238966" y="1590628"/>
                  </a:lnTo>
                  <a:lnTo>
                    <a:pt x="240038" y="1590202"/>
                  </a:lnTo>
                  <a:lnTo>
                    <a:pt x="241109" y="1589776"/>
                  </a:lnTo>
                  <a:lnTo>
                    <a:pt x="242181" y="1589348"/>
                  </a:lnTo>
                  <a:lnTo>
                    <a:pt x="243252" y="1588920"/>
                  </a:lnTo>
                  <a:lnTo>
                    <a:pt x="244324" y="1588491"/>
                  </a:lnTo>
                  <a:lnTo>
                    <a:pt x="245396" y="1588061"/>
                  </a:lnTo>
                  <a:lnTo>
                    <a:pt x="246467" y="1587630"/>
                  </a:lnTo>
                  <a:lnTo>
                    <a:pt x="247539" y="1587198"/>
                  </a:lnTo>
                  <a:lnTo>
                    <a:pt x="248610" y="1586765"/>
                  </a:lnTo>
                  <a:lnTo>
                    <a:pt x="249682" y="1586332"/>
                  </a:lnTo>
                  <a:lnTo>
                    <a:pt x="250754" y="1585898"/>
                  </a:lnTo>
                  <a:lnTo>
                    <a:pt x="251825" y="1585462"/>
                  </a:lnTo>
                  <a:lnTo>
                    <a:pt x="252897" y="1585026"/>
                  </a:lnTo>
                  <a:lnTo>
                    <a:pt x="253968" y="1584589"/>
                  </a:lnTo>
                  <a:lnTo>
                    <a:pt x="255040" y="1584152"/>
                  </a:lnTo>
                  <a:lnTo>
                    <a:pt x="256112" y="1583713"/>
                  </a:lnTo>
                  <a:lnTo>
                    <a:pt x="257183" y="1583273"/>
                  </a:lnTo>
                  <a:lnTo>
                    <a:pt x="258255" y="1582833"/>
                  </a:lnTo>
                  <a:lnTo>
                    <a:pt x="259326" y="1582391"/>
                  </a:lnTo>
                  <a:lnTo>
                    <a:pt x="260398" y="1581949"/>
                  </a:lnTo>
                  <a:lnTo>
                    <a:pt x="261470" y="1581505"/>
                  </a:lnTo>
                  <a:lnTo>
                    <a:pt x="262541" y="1581061"/>
                  </a:lnTo>
                  <a:lnTo>
                    <a:pt x="263613" y="1580616"/>
                  </a:lnTo>
                  <a:lnTo>
                    <a:pt x="264684" y="1580170"/>
                  </a:lnTo>
                  <a:lnTo>
                    <a:pt x="265756" y="1579723"/>
                  </a:lnTo>
                  <a:lnTo>
                    <a:pt x="266828" y="1579275"/>
                  </a:lnTo>
                  <a:lnTo>
                    <a:pt x="267899" y="1578826"/>
                  </a:lnTo>
                  <a:lnTo>
                    <a:pt x="268971" y="1578376"/>
                  </a:lnTo>
                  <a:lnTo>
                    <a:pt x="270042" y="1577925"/>
                  </a:lnTo>
                  <a:lnTo>
                    <a:pt x="271114" y="1577473"/>
                  </a:lnTo>
                  <a:lnTo>
                    <a:pt x="272186" y="1577021"/>
                  </a:lnTo>
                  <a:lnTo>
                    <a:pt x="273257" y="1576567"/>
                  </a:lnTo>
                  <a:lnTo>
                    <a:pt x="274329" y="1576112"/>
                  </a:lnTo>
                  <a:lnTo>
                    <a:pt x="275400" y="1575656"/>
                  </a:lnTo>
                  <a:lnTo>
                    <a:pt x="276472" y="1575199"/>
                  </a:lnTo>
                  <a:lnTo>
                    <a:pt x="277544" y="1574741"/>
                  </a:lnTo>
                  <a:lnTo>
                    <a:pt x="278615" y="1574283"/>
                  </a:lnTo>
                  <a:lnTo>
                    <a:pt x="279687" y="1573823"/>
                  </a:lnTo>
                  <a:lnTo>
                    <a:pt x="280758" y="1573362"/>
                  </a:lnTo>
                  <a:lnTo>
                    <a:pt x="281830" y="1572900"/>
                  </a:lnTo>
                  <a:lnTo>
                    <a:pt x="282902" y="1572437"/>
                  </a:lnTo>
                  <a:lnTo>
                    <a:pt x="283973" y="1571973"/>
                  </a:lnTo>
                  <a:lnTo>
                    <a:pt x="285045" y="1571508"/>
                  </a:lnTo>
                  <a:lnTo>
                    <a:pt x="286116" y="1571042"/>
                  </a:lnTo>
                  <a:lnTo>
                    <a:pt x="287188" y="1570575"/>
                  </a:lnTo>
                  <a:lnTo>
                    <a:pt x="288260" y="1570106"/>
                  </a:lnTo>
                  <a:lnTo>
                    <a:pt x="289331" y="1569637"/>
                  </a:lnTo>
                  <a:lnTo>
                    <a:pt x="290403" y="1569167"/>
                  </a:lnTo>
                  <a:lnTo>
                    <a:pt x="291474" y="1568695"/>
                  </a:lnTo>
                  <a:lnTo>
                    <a:pt x="292546" y="1568223"/>
                  </a:lnTo>
                  <a:lnTo>
                    <a:pt x="293618" y="1567749"/>
                  </a:lnTo>
                  <a:lnTo>
                    <a:pt x="294689" y="1567274"/>
                  </a:lnTo>
                  <a:lnTo>
                    <a:pt x="295761" y="1566798"/>
                  </a:lnTo>
                  <a:lnTo>
                    <a:pt x="296832" y="1566321"/>
                  </a:lnTo>
                  <a:lnTo>
                    <a:pt x="297904" y="1565843"/>
                  </a:lnTo>
                  <a:lnTo>
                    <a:pt x="298976" y="1565363"/>
                  </a:lnTo>
                  <a:lnTo>
                    <a:pt x="300047" y="1564883"/>
                  </a:lnTo>
                  <a:lnTo>
                    <a:pt x="301119" y="1564401"/>
                  </a:lnTo>
                  <a:lnTo>
                    <a:pt x="302190" y="1563918"/>
                  </a:lnTo>
                  <a:lnTo>
                    <a:pt x="303262" y="1563434"/>
                  </a:lnTo>
                  <a:lnTo>
                    <a:pt x="304334" y="1562949"/>
                  </a:lnTo>
                  <a:lnTo>
                    <a:pt x="305405" y="1562463"/>
                  </a:lnTo>
                  <a:lnTo>
                    <a:pt x="306477" y="1561975"/>
                  </a:lnTo>
                  <a:lnTo>
                    <a:pt x="307548" y="1561487"/>
                  </a:lnTo>
                  <a:lnTo>
                    <a:pt x="308620" y="1560997"/>
                  </a:lnTo>
                  <a:lnTo>
                    <a:pt x="309692" y="1560506"/>
                  </a:lnTo>
                  <a:lnTo>
                    <a:pt x="310763" y="1560013"/>
                  </a:lnTo>
                  <a:lnTo>
                    <a:pt x="311835" y="1559520"/>
                  </a:lnTo>
                  <a:lnTo>
                    <a:pt x="312906" y="1559025"/>
                  </a:lnTo>
                  <a:lnTo>
                    <a:pt x="313978" y="1558529"/>
                  </a:lnTo>
                  <a:lnTo>
                    <a:pt x="315050" y="1558031"/>
                  </a:lnTo>
                  <a:lnTo>
                    <a:pt x="316121" y="1557533"/>
                  </a:lnTo>
                  <a:lnTo>
                    <a:pt x="317193" y="1557033"/>
                  </a:lnTo>
                  <a:lnTo>
                    <a:pt x="318264" y="1556532"/>
                  </a:lnTo>
                  <a:lnTo>
                    <a:pt x="319336" y="1556029"/>
                  </a:lnTo>
                  <a:lnTo>
                    <a:pt x="320408" y="1555526"/>
                  </a:lnTo>
                  <a:lnTo>
                    <a:pt x="321479" y="1555021"/>
                  </a:lnTo>
                  <a:lnTo>
                    <a:pt x="322551" y="1554514"/>
                  </a:lnTo>
                  <a:lnTo>
                    <a:pt x="323622" y="1554007"/>
                  </a:lnTo>
                  <a:lnTo>
                    <a:pt x="324694" y="1553498"/>
                  </a:lnTo>
                  <a:lnTo>
                    <a:pt x="325766" y="1552987"/>
                  </a:lnTo>
                  <a:lnTo>
                    <a:pt x="326837" y="1552476"/>
                  </a:lnTo>
                  <a:lnTo>
                    <a:pt x="327909" y="1551963"/>
                  </a:lnTo>
                  <a:lnTo>
                    <a:pt x="328980" y="1551449"/>
                  </a:lnTo>
                  <a:lnTo>
                    <a:pt x="330052" y="1550933"/>
                  </a:lnTo>
                  <a:lnTo>
                    <a:pt x="331124" y="1550416"/>
                  </a:lnTo>
                  <a:lnTo>
                    <a:pt x="332195" y="1549898"/>
                  </a:lnTo>
                  <a:lnTo>
                    <a:pt x="333267" y="1549378"/>
                  </a:lnTo>
                  <a:lnTo>
                    <a:pt x="334338" y="1548857"/>
                  </a:lnTo>
                  <a:lnTo>
                    <a:pt x="335410" y="1548334"/>
                  </a:lnTo>
                  <a:lnTo>
                    <a:pt x="336482" y="1547810"/>
                  </a:lnTo>
                  <a:lnTo>
                    <a:pt x="337553" y="1547285"/>
                  </a:lnTo>
                  <a:lnTo>
                    <a:pt x="338625" y="1546758"/>
                  </a:lnTo>
                  <a:lnTo>
                    <a:pt x="339696" y="1546230"/>
                  </a:lnTo>
                  <a:lnTo>
                    <a:pt x="340768" y="1545700"/>
                  </a:lnTo>
                  <a:lnTo>
                    <a:pt x="341840" y="1545169"/>
                  </a:lnTo>
                  <a:lnTo>
                    <a:pt x="342911" y="1544637"/>
                  </a:lnTo>
                  <a:lnTo>
                    <a:pt x="343983" y="1544103"/>
                  </a:lnTo>
                  <a:lnTo>
                    <a:pt x="345054" y="1543567"/>
                  </a:lnTo>
                  <a:lnTo>
                    <a:pt x="346126" y="1543030"/>
                  </a:lnTo>
                  <a:lnTo>
                    <a:pt x="347198" y="1542492"/>
                  </a:lnTo>
                  <a:lnTo>
                    <a:pt x="348269" y="1541952"/>
                  </a:lnTo>
                  <a:lnTo>
                    <a:pt x="349341" y="1541410"/>
                  </a:lnTo>
                  <a:lnTo>
                    <a:pt x="350412" y="1540868"/>
                  </a:lnTo>
                  <a:lnTo>
                    <a:pt x="351484" y="1540323"/>
                  </a:lnTo>
                  <a:lnTo>
                    <a:pt x="352556" y="1539777"/>
                  </a:lnTo>
                  <a:lnTo>
                    <a:pt x="353627" y="1539230"/>
                  </a:lnTo>
                  <a:lnTo>
                    <a:pt x="354699" y="1538680"/>
                  </a:lnTo>
                  <a:lnTo>
                    <a:pt x="355770" y="1538130"/>
                  </a:lnTo>
                  <a:lnTo>
                    <a:pt x="356842" y="1537578"/>
                  </a:lnTo>
                  <a:lnTo>
                    <a:pt x="357913" y="1537024"/>
                  </a:lnTo>
                  <a:lnTo>
                    <a:pt x="358985" y="1536468"/>
                  </a:lnTo>
                  <a:lnTo>
                    <a:pt x="360057" y="1535912"/>
                  </a:lnTo>
                  <a:lnTo>
                    <a:pt x="361128" y="1535353"/>
                  </a:lnTo>
                  <a:lnTo>
                    <a:pt x="362200" y="1534793"/>
                  </a:lnTo>
                  <a:lnTo>
                    <a:pt x="363271" y="1534231"/>
                  </a:lnTo>
                  <a:lnTo>
                    <a:pt x="364343" y="1533668"/>
                  </a:lnTo>
                  <a:lnTo>
                    <a:pt x="365415" y="1533103"/>
                  </a:lnTo>
                  <a:lnTo>
                    <a:pt x="366486" y="1532536"/>
                  </a:lnTo>
                  <a:lnTo>
                    <a:pt x="367558" y="1531968"/>
                  </a:lnTo>
                  <a:lnTo>
                    <a:pt x="368629" y="1531398"/>
                  </a:lnTo>
                  <a:lnTo>
                    <a:pt x="369701" y="1530826"/>
                  </a:lnTo>
                  <a:lnTo>
                    <a:pt x="370773" y="1530253"/>
                  </a:lnTo>
                  <a:lnTo>
                    <a:pt x="371844" y="1529678"/>
                  </a:lnTo>
                  <a:lnTo>
                    <a:pt x="372916" y="1529101"/>
                  </a:lnTo>
                  <a:lnTo>
                    <a:pt x="373987" y="1528523"/>
                  </a:lnTo>
                  <a:lnTo>
                    <a:pt x="375059" y="1527943"/>
                  </a:lnTo>
                  <a:lnTo>
                    <a:pt x="376131" y="1527361"/>
                  </a:lnTo>
                  <a:lnTo>
                    <a:pt x="377202" y="1526777"/>
                  </a:lnTo>
                  <a:lnTo>
                    <a:pt x="378274" y="1526192"/>
                  </a:lnTo>
                  <a:lnTo>
                    <a:pt x="379345" y="1525605"/>
                  </a:lnTo>
                  <a:lnTo>
                    <a:pt x="380417" y="1525016"/>
                  </a:lnTo>
                  <a:lnTo>
                    <a:pt x="381489" y="1524425"/>
                  </a:lnTo>
                  <a:lnTo>
                    <a:pt x="382560" y="1523833"/>
                  </a:lnTo>
                  <a:lnTo>
                    <a:pt x="383632" y="1523239"/>
                  </a:lnTo>
                  <a:lnTo>
                    <a:pt x="384703" y="1522643"/>
                  </a:lnTo>
                  <a:lnTo>
                    <a:pt x="385775" y="1522045"/>
                  </a:lnTo>
                  <a:lnTo>
                    <a:pt x="386847" y="1521446"/>
                  </a:lnTo>
                  <a:lnTo>
                    <a:pt x="387918" y="1520844"/>
                  </a:lnTo>
                  <a:lnTo>
                    <a:pt x="388990" y="1520241"/>
                  </a:lnTo>
                  <a:lnTo>
                    <a:pt x="390061" y="1519636"/>
                  </a:lnTo>
                  <a:lnTo>
                    <a:pt x="391133" y="1519029"/>
                  </a:lnTo>
                  <a:lnTo>
                    <a:pt x="392205" y="1518420"/>
                  </a:lnTo>
                  <a:lnTo>
                    <a:pt x="393276" y="1517810"/>
                  </a:lnTo>
                  <a:lnTo>
                    <a:pt x="394348" y="1517197"/>
                  </a:lnTo>
                  <a:lnTo>
                    <a:pt x="395419" y="1516583"/>
                  </a:lnTo>
                  <a:lnTo>
                    <a:pt x="396491" y="1515966"/>
                  </a:lnTo>
                  <a:lnTo>
                    <a:pt x="397563" y="1515348"/>
                  </a:lnTo>
                  <a:lnTo>
                    <a:pt x="398634" y="1514728"/>
                  </a:lnTo>
                  <a:lnTo>
                    <a:pt x="399706" y="1514106"/>
                  </a:lnTo>
                  <a:lnTo>
                    <a:pt x="400777" y="1513482"/>
                  </a:lnTo>
                  <a:lnTo>
                    <a:pt x="401849" y="1512856"/>
                  </a:lnTo>
                  <a:lnTo>
                    <a:pt x="402921" y="1512228"/>
                  </a:lnTo>
                  <a:lnTo>
                    <a:pt x="403992" y="1511598"/>
                  </a:lnTo>
                  <a:lnTo>
                    <a:pt x="405064" y="1510967"/>
                  </a:lnTo>
                  <a:lnTo>
                    <a:pt x="406135" y="1510333"/>
                  </a:lnTo>
                  <a:lnTo>
                    <a:pt x="407207" y="1509697"/>
                  </a:lnTo>
                  <a:lnTo>
                    <a:pt x="408279" y="1509059"/>
                  </a:lnTo>
                  <a:lnTo>
                    <a:pt x="409350" y="1508419"/>
                  </a:lnTo>
                  <a:lnTo>
                    <a:pt x="410422" y="1507778"/>
                  </a:lnTo>
                  <a:lnTo>
                    <a:pt x="411493" y="1507134"/>
                  </a:lnTo>
                  <a:lnTo>
                    <a:pt x="412565" y="1506488"/>
                  </a:lnTo>
                  <a:lnTo>
                    <a:pt x="413637" y="1505840"/>
                  </a:lnTo>
                  <a:lnTo>
                    <a:pt x="414708" y="1505190"/>
                  </a:lnTo>
                  <a:lnTo>
                    <a:pt x="415780" y="1504538"/>
                  </a:lnTo>
                  <a:lnTo>
                    <a:pt x="416851" y="1503884"/>
                  </a:lnTo>
                  <a:lnTo>
                    <a:pt x="417923" y="1503228"/>
                  </a:lnTo>
                  <a:lnTo>
                    <a:pt x="418995" y="1502569"/>
                  </a:lnTo>
                  <a:lnTo>
                    <a:pt x="420066" y="1501909"/>
                  </a:lnTo>
                  <a:lnTo>
                    <a:pt x="421138" y="1501246"/>
                  </a:lnTo>
                  <a:lnTo>
                    <a:pt x="422209" y="1500582"/>
                  </a:lnTo>
                  <a:lnTo>
                    <a:pt x="423281" y="1499915"/>
                  </a:lnTo>
                  <a:lnTo>
                    <a:pt x="424353" y="1499246"/>
                  </a:lnTo>
                  <a:lnTo>
                    <a:pt x="425424" y="1498575"/>
                  </a:lnTo>
                  <a:lnTo>
                    <a:pt x="426496" y="1497901"/>
                  </a:lnTo>
                  <a:lnTo>
                    <a:pt x="427567" y="1497226"/>
                  </a:lnTo>
                  <a:lnTo>
                    <a:pt x="428639" y="1496548"/>
                  </a:lnTo>
                  <a:lnTo>
                    <a:pt x="429711" y="1495868"/>
                  </a:lnTo>
                  <a:lnTo>
                    <a:pt x="430782" y="1495186"/>
                  </a:lnTo>
                  <a:lnTo>
                    <a:pt x="431854" y="1494502"/>
                  </a:lnTo>
                  <a:lnTo>
                    <a:pt x="432925" y="1493816"/>
                  </a:lnTo>
                  <a:lnTo>
                    <a:pt x="433997" y="1493127"/>
                  </a:lnTo>
                  <a:lnTo>
                    <a:pt x="435069" y="1492436"/>
                  </a:lnTo>
                  <a:lnTo>
                    <a:pt x="436140" y="1491743"/>
                  </a:lnTo>
                  <a:lnTo>
                    <a:pt x="437212" y="1491048"/>
                  </a:lnTo>
                  <a:lnTo>
                    <a:pt x="438283" y="1490350"/>
                  </a:lnTo>
                  <a:lnTo>
                    <a:pt x="439355" y="1489650"/>
                  </a:lnTo>
                  <a:lnTo>
                    <a:pt x="440427" y="1488948"/>
                  </a:lnTo>
                  <a:lnTo>
                    <a:pt x="441498" y="1488243"/>
                  </a:lnTo>
                  <a:lnTo>
                    <a:pt x="442570" y="1487536"/>
                  </a:lnTo>
                  <a:lnTo>
                    <a:pt x="443641" y="1486827"/>
                  </a:lnTo>
                  <a:lnTo>
                    <a:pt x="444713" y="1486116"/>
                  </a:lnTo>
                  <a:lnTo>
                    <a:pt x="445785" y="1485402"/>
                  </a:lnTo>
                  <a:lnTo>
                    <a:pt x="446856" y="1484686"/>
                  </a:lnTo>
                  <a:lnTo>
                    <a:pt x="447928" y="1483967"/>
                  </a:lnTo>
                  <a:lnTo>
                    <a:pt x="448999" y="1483246"/>
                  </a:lnTo>
                  <a:lnTo>
                    <a:pt x="450071" y="1482523"/>
                  </a:lnTo>
                  <a:lnTo>
                    <a:pt x="451143" y="1481797"/>
                  </a:lnTo>
                  <a:lnTo>
                    <a:pt x="452214" y="1481069"/>
                  </a:lnTo>
                  <a:lnTo>
                    <a:pt x="453286" y="1480339"/>
                  </a:lnTo>
                  <a:lnTo>
                    <a:pt x="454357" y="1479606"/>
                  </a:lnTo>
                  <a:lnTo>
                    <a:pt x="455429" y="1478871"/>
                  </a:lnTo>
                  <a:lnTo>
                    <a:pt x="456501" y="1478133"/>
                  </a:lnTo>
                  <a:lnTo>
                    <a:pt x="457572" y="1477393"/>
                  </a:lnTo>
                  <a:lnTo>
                    <a:pt x="458644" y="1476650"/>
                  </a:lnTo>
                  <a:lnTo>
                    <a:pt x="459715" y="1475906"/>
                  </a:lnTo>
                  <a:lnTo>
                    <a:pt x="460787" y="1475158"/>
                  </a:lnTo>
                  <a:lnTo>
                    <a:pt x="461859" y="1474408"/>
                  </a:lnTo>
                  <a:lnTo>
                    <a:pt x="462930" y="1473656"/>
                  </a:lnTo>
                  <a:lnTo>
                    <a:pt x="464002" y="1472901"/>
                  </a:lnTo>
                  <a:lnTo>
                    <a:pt x="465073" y="1472144"/>
                  </a:lnTo>
                  <a:lnTo>
                    <a:pt x="466145" y="1471384"/>
                  </a:lnTo>
                  <a:lnTo>
                    <a:pt x="467217" y="1470621"/>
                  </a:lnTo>
                  <a:lnTo>
                    <a:pt x="468288" y="1469856"/>
                  </a:lnTo>
                  <a:lnTo>
                    <a:pt x="469360" y="1469089"/>
                  </a:lnTo>
                  <a:lnTo>
                    <a:pt x="470431" y="1468319"/>
                  </a:lnTo>
                  <a:lnTo>
                    <a:pt x="471503" y="1467546"/>
                  </a:lnTo>
                  <a:lnTo>
                    <a:pt x="472575" y="1466771"/>
                  </a:lnTo>
                  <a:lnTo>
                    <a:pt x="473646" y="1465994"/>
                  </a:lnTo>
                  <a:lnTo>
                    <a:pt x="474718" y="1465214"/>
                  </a:lnTo>
                  <a:lnTo>
                    <a:pt x="475789" y="1464431"/>
                  </a:lnTo>
                  <a:lnTo>
                    <a:pt x="476861" y="1463645"/>
                  </a:lnTo>
                  <a:lnTo>
                    <a:pt x="477933" y="1462858"/>
                  </a:lnTo>
                  <a:lnTo>
                    <a:pt x="479004" y="1462067"/>
                  </a:lnTo>
                  <a:lnTo>
                    <a:pt x="480076" y="1461274"/>
                  </a:lnTo>
                  <a:lnTo>
                    <a:pt x="481147" y="1460478"/>
                  </a:lnTo>
                  <a:lnTo>
                    <a:pt x="482219" y="1459680"/>
                  </a:lnTo>
                  <a:lnTo>
                    <a:pt x="483291" y="1458879"/>
                  </a:lnTo>
                  <a:lnTo>
                    <a:pt x="484362" y="1458075"/>
                  </a:lnTo>
                  <a:lnTo>
                    <a:pt x="485434" y="1457269"/>
                  </a:lnTo>
                  <a:lnTo>
                    <a:pt x="486505" y="1456460"/>
                  </a:lnTo>
                  <a:lnTo>
                    <a:pt x="487577" y="1455648"/>
                  </a:lnTo>
                  <a:lnTo>
                    <a:pt x="488649" y="1454834"/>
                  </a:lnTo>
                  <a:lnTo>
                    <a:pt x="489720" y="1454017"/>
                  </a:lnTo>
                  <a:lnTo>
                    <a:pt x="490792" y="1453197"/>
                  </a:lnTo>
                  <a:lnTo>
                    <a:pt x="491863" y="1452375"/>
                  </a:lnTo>
                  <a:lnTo>
                    <a:pt x="492935" y="1451550"/>
                  </a:lnTo>
                  <a:lnTo>
                    <a:pt x="494007" y="1450722"/>
                  </a:lnTo>
                  <a:lnTo>
                    <a:pt x="495078" y="1449891"/>
                  </a:lnTo>
                  <a:lnTo>
                    <a:pt x="496150" y="1449058"/>
                  </a:lnTo>
                  <a:lnTo>
                    <a:pt x="497221" y="1448222"/>
                  </a:lnTo>
                  <a:lnTo>
                    <a:pt x="498293" y="1447384"/>
                  </a:lnTo>
                  <a:lnTo>
                    <a:pt x="499365" y="1446542"/>
                  </a:lnTo>
                  <a:lnTo>
                    <a:pt x="500436" y="1445698"/>
                  </a:lnTo>
                  <a:lnTo>
                    <a:pt x="501508" y="1444851"/>
                  </a:lnTo>
                  <a:lnTo>
                    <a:pt x="502579" y="1444002"/>
                  </a:lnTo>
                  <a:lnTo>
                    <a:pt x="503651" y="1443149"/>
                  </a:lnTo>
                  <a:lnTo>
                    <a:pt x="504723" y="1442294"/>
                  </a:lnTo>
                  <a:lnTo>
                    <a:pt x="505794" y="1441436"/>
                  </a:lnTo>
                  <a:lnTo>
                    <a:pt x="506866" y="1440575"/>
                  </a:lnTo>
                  <a:lnTo>
                    <a:pt x="507937" y="1439712"/>
                  </a:lnTo>
                  <a:lnTo>
                    <a:pt x="509009" y="1438846"/>
                  </a:lnTo>
                  <a:lnTo>
                    <a:pt x="510081" y="1437976"/>
                  </a:lnTo>
                  <a:lnTo>
                    <a:pt x="511152" y="1437105"/>
                  </a:lnTo>
                  <a:lnTo>
                    <a:pt x="512224" y="1436230"/>
                  </a:lnTo>
                  <a:lnTo>
                    <a:pt x="513295" y="1435352"/>
                  </a:lnTo>
                  <a:lnTo>
                    <a:pt x="514367" y="1434472"/>
                  </a:lnTo>
                  <a:lnTo>
                    <a:pt x="515439" y="1433589"/>
                  </a:lnTo>
                  <a:lnTo>
                    <a:pt x="516510" y="1432703"/>
                  </a:lnTo>
                  <a:lnTo>
                    <a:pt x="517582" y="1431814"/>
                  </a:lnTo>
                  <a:lnTo>
                    <a:pt x="518653" y="1430922"/>
                  </a:lnTo>
                  <a:lnTo>
                    <a:pt x="519725" y="1430028"/>
                  </a:lnTo>
                  <a:lnTo>
                    <a:pt x="520797" y="1429131"/>
                  </a:lnTo>
                  <a:lnTo>
                    <a:pt x="521868" y="1428230"/>
                  </a:lnTo>
                  <a:lnTo>
                    <a:pt x="522940" y="1427327"/>
                  </a:lnTo>
                  <a:lnTo>
                    <a:pt x="524011" y="1426422"/>
                  </a:lnTo>
                  <a:lnTo>
                    <a:pt x="525083" y="1425513"/>
                  </a:lnTo>
                  <a:lnTo>
                    <a:pt x="526155" y="1424601"/>
                  </a:lnTo>
                  <a:lnTo>
                    <a:pt x="527226" y="1423687"/>
                  </a:lnTo>
                  <a:lnTo>
                    <a:pt x="528298" y="1422769"/>
                  </a:lnTo>
                  <a:lnTo>
                    <a:pt x="529369" y="1421849"/>
                  </a:lnTo>
                  <a:lnTo>
                    <a:pt x="530441" y="1420926"/>
                  </a:lnTo>
                  <a:lnTo>
                    <a:pt x="531513" y="1420000"/>
                  </a:lnTo>
                  <a:lnTo>
                    <a:pt x="532584" y="1419071"/>
                  </a:lnTo>
                  <a:lnTo>
                    <a:pt x="533656" y="1418139"/>
                  </a:lnTo>
                  <a:lnTo>
                    <a:pt x="534727" y="1417205"/>
                  </a:lnTo>
                  <a:lnTo>
                    <a:pt x="535799" y="1416267"/>
                  </a:lnTo>
                  <a:lnTo>
                    <a:pt x="536870" y="1415327"/>
                  </a:lnTo>
                  <a:lnTo>
                    <a:pt x="537942" y="1414384"/>
                  </a:lnTo>
                  <a:lnTo>
                    <a:pt x="539014" y="1413437"/>
                  </a:lnTo>
                  <a:lnTo>
                    <a:pt x="540085" y="1412488"/>
                  </a:lnTo>
                  <a:lnTo>
                    <a:pt x="541157" y="1411536"/>
                  </a:lnTo>
                  <a:lnTo>
                    <a:pt x="542228" y="1410581"/>
                  </a:lnTo>
                  <a:lnTo>
                    <a:pt x="543300" y="1409624"/>
                  </a:lnTo>
                  <a:lnTo>
                    <a:pt x="544372" y="1408663"/>
                  </a:lnTo>
                  <a:lnTo>
                    <a:pt x="545443" y="1407699"/>
                  </a:lnTo>
                  <a:lnTo>
                    <a:pt x="546515" y="1406733"/>
                  </a:lnTo>
                  <a:lnTo>
                    <a:pt x="547586" y="1405763"/>
                  </a:lnTo>
                  <a:lnTo>
                    <a:pt x="548658" y="1404791"/>
                  </a:lnTo>
                  <a:lnTo>
                    <a:pt x="549730" y="1403816"/>
                  </a:lnTo>
                  <a:lnTo>
                    <a:pt x="550801" y="1402838"/>
                  </a:lnTo>
                  <a:lnTo>
                    <a:pt x="551873" y="1401857"/>
                  </a:lnTo>
                  <a:lnTo>
                    <a:pt x="552944" y="1400873"/>
                  </a:lnTo>
                  <a:lnTo>
                    <a:pt x="554016" y="1399886"/>
                  </a:lnTo>
                  <a:lnTo>
                    <a:pt x="555088" y="1398896"/>
                  </a:lnTo>
                  <a:lnTo>
                    <a:pt x="556159" y="1397903"/>
                  </a:lnTo>
                  <a:lnTo>
                    <a:pt x="557231" y="1396908"/>
                  </a:lnTo>
                  <a:lnTo>
                    <a:pt x="558302" y="1395909"/>
                  </a:lnTo>
                  <a:lnTo>
                    <a:pt x="559374" y="1394908"/>
                  </a:lnTo>
                  <a:lnTo>
                    <a:pt x="560446" y="1393904"/>
                  </a:lnTo>
                  <a:lnTo>
                    <a:pt x="561517" y="1392897"/>
                  </a:lnTo>
                  <a:lnTo>
                    <a:pt x="562589" y="1391886"/>
                  </a:lnTo>
                  <a:lnTo>
                    <a:pt x="563660" y="1390873"/>
                  </a:lnTo>
                  <a:lnTo>
                    <a:pt x="564732" y="1389858"/>
                  </a:lnTo>
                  <a:lnTo>
                    <a:pt x="565804" y="1388839"/>
                  </a:lnTo>
                  <a:lnTo>
                    <a:pt x="566875" y="1387817"/>
                  </a:lnTo>
                  <a:lnTo>
                    <a:pt x="567947" y="1386793"/>
                  </a:lnTo>
                  <a:lnTo>
                    <a:pt x="569018" y="1385765"/>
                  </a:lnTo>
                  <a:lnTo>
                    <a:pt x="570090" y="1384735"/>
                  </a:lnTo>
                  <a:lnTo>
                    <a:pt x="571162" y="1383702"/>
                  </a:lnTo>
                  <a:lnTo>
                    <a:pt x="572233" y="1382666"/>
                  </a:lnTo>
                  <a:lnTo>
                    <a:pt x="573305" y="1381627"/>
                  </a:lnTo>
                  <a:lnTo>
                    <a:pt x="574376" y="1380585"/>
                  </a:lnTo>
                  <a:lnTo>
                    <a:pt x="575448" y="1379540"/>
                  </a:lnTo>
                  <a:lnTo>
                    <a:pt x="576520" y="1378493"/>
                  </a:lnTo>
                  <a:lnTo>
                    <a:pt x="577591" y="1377442"/>
                  </a:lnTo>
                  <a:lnTo>
                    <a:pt x="578663" y="1376389"/>
                  </a:lnTo>
                  <a:lnTo>
                    <a:pt x="579734" y="1375333"/>
                  </a:lnTo>
                  <a:lnTo>
                    <a:pt x="580806" y="1374274"/>
                  </a:lnTo>
                  <a:lnTo>
                    <a:pt x="581878" y="1373212"/>
                  </a:lnTo>
                  <a:lnTo>
                    <a:pt x="582949" y="1372148"/>
                  </a:lnTo>
                  <a:lnTo>
                    <a:pt x="584021" y="1371080"/>
                  </a:lnTo>
                  <a:lnTo>
                    <a:pt x="585092" y="1370010"/>
                  </a:lnTo>
                  <a:lnTo>
                    <a:pt x="586164" y="1368937"/>
                  </a:lnTo>
                  <a:lnTo>
                    <a:pt x="587236" y="1367861"/>
                  </a:lnTo>
                  <a:lnTo>
                    <a:pt x="588307" y="1366783"/>
                  </a:lnTo>
                  <a:lnTo>
                    <a:pt x="589379" y="1365701"/>
                  </a:lnTo>
                  <a:lnTo>
                    <a:pt x="590450" y="1364617"/>
                  </a:lnTo>
                  <a:lnTo>
                    <a:pt x="591522" y="1363530"/>
                  </a:lnTo>
                  <a:lnTo>
                    <a:pt x="592594" y="1362440"/>
                  </a:lnTo>
                  <a:lnTo>
                    <a:pt x="593665" y="1361348"/>
                  </a:lnTo>
                  <a:lnTo>
                    <a:pt x="594737" y="1360252"/>
                  </a:lnTo>
                  <a:lnTo>
                    <a:pt x="595808" y="1359154"/>
                  </a:lnTo>
                  <a:lnTo>
                    <a:pt x="596880" y="1358053"/>
                  </a:lnTo>
                  <a:lnTo>
                    <a:pt x="597952" y="1356950"/>
                  </a:lnTo>
                  <a:lnTo>
                    <a:pt x="599023" y="1355843"/>
                  </a:lnTo>
                  <a:lnTo>
                    <a:pt x="600095" y="1354734"/>
                  </a:lnTo>
                  <a:lnTo>
                    <a:pt x="601166" y="1353623"/>
                  </a:lnTo>
                  <a:lnTo>
                    <a:pt x="602238" y="1352508"/>
                  </a:lnTo>
                  <a:lnTo>
                    <a:pt x="603310" y="1351391"/>
                  </a:lnTo>
                  <a:lnTo>
                    <a:pt x="604381" y="1350271"/>
                  </a:lnTo>
                  <a:lnTo>
                    <a:pt x="605453" y="1349149"/>
                  </a:lnTo>
                  <a:lnTo>
                    <a:pt x="606524" y="1348023"/>
                  </a:lnTo>
                  <a:lnTo>
                    <a:pt x="607596" y="1346896"/>
                  </a:lnTo>
                  <a:lnTo>
                    <a:pt x="608668" y="1345765"/>
                  </a:lnTo>
                  <a:lnTo>
                    <a:pt x="609739" y="1344632"/>
                  </a:lnTo>
                  <a:lnTo>
                    <a:pt x="610811" y="1343496"/>
                  </a:lnTo>
                  <a:lnTo>
                    <a:pt x="611882" y="1342358"/>
                  </a:lnTo>
                  <a:lnTo>
                    <a:pt x="612954" y="1341217"/>
                  </a:lnTo>
                  <a:lnTo>
                    <a:pt x="614026" y="1340073"/>
                  </a:lnTo>
                  <a:lnTo>
                    <a:pt x="615097" y="1338927"/>
                  </a:lnTo>
                  <a:lnTo>
                    <a:pt x="616169" y="1337778"/>
                  </a:lnTo>
                  <a:lnTo>
                    <a:pt x="617240" y="1336627"/>
                  </a:lnTo>
                  <a:lnTo>
                    <a:pt x="618312" y="1335473"/>
                  </a:lnTo>
                  <a:lnTo>
                    <a:pt x="619384" y="1334317"/>
                  </a:lnTo>
                  <a:lnTo>
                    <a:pt x="620455" y="1333158"/>
                  </a:lnTo>
                  <a:lnTo>
                    <a:pt x="621527" y="1331996"/>
                  </a:lnTo>
                  <a:lnTo>
                    <a:pt x="622598" y="1330832"/>
                  </a:lnTo>
                  <a:lnTo>
                    <a:pt x="623670" y="1329666"/>
                  </a:lnTo>
                  <a:lnTo>
                    <a:pt x="624742" y="1328497"/>
                  </a:lnTo>
                  <a:lnTo>
                    <a:pt x="625813" y="1327325"/>
                  </a:lnTo>
                  <a:lnTo>
                    <a:pt x="626885" y="1326151"/>
                  </a:lnTo>
                  <a:lnTo>
                    <a:pt x="627956" y="1324975"/>
                  </a:lnTo>
                  <a:lnTo>
                    <a:pt x="629028" y="1323796"/>
                  </a:lnTo>
                  <a:lnTo>
                    <a:pt x="630100" y="1322615"/>
                  </a:lnTo>
                  <a:lnTo>
                    <a:pt x="631171" y="1321432"/>
                  </a:lnTo>
                  <a:lnTo>
                    <a:pt x="632243" y="1320246"/>
                  </a:lnTo>
                  <a:lnTo>
                    <a:pt x="633314" y="1319057"/>
                  </a:lnTo>
                  <a:lnTo>
                    <a:pt x="634386" y="1317867"/>
                  </a:lnTo>
                  <a:lnTo>
                    <a:pt x="635458" y="1316674"/>
                  </a:lnTo>
                  <a:lnTo>
                    <a:pt x="636529" y="1315478"/>
                  </a:lnTo>
                  <a:lnTo>
                    <a:pt x="637601" y="1314281"/>
                  </a:lnTo>
                  <a:lnTo>
                    <a:pt x="638672" y="1313081"/>
                  </a:lnTo>
                  <a:lnTo>
                    <a:pt x="639744" y="1311878"/>
                  </a:lnTo>
                  <a:lnTo>
                    <a:pt x="640816" y="1310674"/>
                  </a:lnTo>
                  <a:lnTo>
                    <a:pt x="641887" y="1309467"/>
                  </a:lnTo>
                  <a:lnTo>
                    <a:pt x="642959" y="1308258"/>
                  </a:lnTo>
                  <a:lnTo>
                    <a:pt x="644030" y="1307047"/>
                  </a:lnTo>
                  <a:lnTo>
                    <a:pt x="645102" y="1305833"/>
                  </a:lnTo>
                  <a:lnTo>
                    <a:pt x="646174" y="1304618"/>
                  </a:lnTo>
                  <a:lnTo>
                    <a:pt x="647245" y="1303400"/>
                  </a:lnTo>
                  <a:lnTo>
                    <a:pt x="648317" y="1302180"/>
                  </a:lnTo>
                  <a:lnTo>
                    <a:pt x="649388" y="1300958"/>
                  </a:lnTo>
                  <a:lnTo>
                    <a:pt x="650460" y="1299734"/>
                  </a:lnTo>
                  <a:lnTo>
                    <a:pt x="651532" y="1298507"/>
                  </a:lnTo>
                  <a:lnTo>
                    <a:pt x="652603" y="1297279"/>
                  </a:lnTo>
                  <a:lnTo>
                    <a:pt x="653675" y="1296049"/>
                  </a:lnTo>
                  <a:lnTo>
                    <a:pt x="654746" y="1294816"/>
                  </a:lnTo>
                  <a:lnTo>
                    <a:pt x="655818" y="1293581"/>
                  </a:lnTo>
                  <a:lnTo>
                    <a:pt x="656890" y="1292345"/>
                  </a:lnTo>
                  <a:lnTo>
                    <a:pt x="657961" y="1291106"/>
                  </a:lnTo>
                  <a:lnTo>
                    <a:pt x="659033" y="1289866"/>
                  </a:lnTo>
                  <a:lnTo>
                    <a:pt x="660104" y="1288623"/>
                  </a:lnTo>
                  <a:lnTo>
                    <a:pt x="661176" y="1287379"/>
                  </a:lnTo>
                  <a:lnTo>
                    <a:pt x="662248" y="1286133"/>
                  </a:lnTo>
                  <a:lnTo>
                    <a:pt x="663319" y="1284884"/>
                  </a:lnTo>
                  <a:lnTo>
                    <a:pt x="664391" y="1283634"/>
                  </a:lnTo>
                  <a:lnTo>
                    <a:pt x="665462" y="1282382"/>
                  </a:lnTo>
                  <a:lnTo>
                    <a:pt x="666534" y="1281128"/>
                  </a:lnTo>
                  <a:lnTo>
                    <a:pt x="667606" y="1279873"/>
                  </a:lnTo>
                  <a:lnTo>
                    <a:pt x="668677" y="1278615"/>
                  </a:lnTo>
                  <a:lnTo>
                    <a:pt x="669749" y="1277356"/>
                  </a:lnTo>
                  <a:lnTo>
                    <a:pt x="670820" y="1276095"/>
                  </a:lnTo>
                  <a:lnTo>
                    <a:pt x="671892" y="1274832"/>
                  </a:lnTo>
                  <a:lnTo>
                    <a:pt x="672964" y="1273568"/>
                  </a:lnTo>
                  <a:lnTo>
                    <a:pt x="674035" y="1272302"/>
                  </a:lnTo>
                  <a:lnTo>
                    <a:pt x="675107" y="1271034"/>
                  </a:lnTo>
                  <a:lnTo>
                    <a:pt x="676178" y="1269764"/>
                  </a:lnTo>
                  <a:lnTo>
                    <a:pt x="677250" y="1268493"/>
                  </a:lnTo>
                  <a:lnTo>
                    <a:pt x="678322" y="1267220"/>
                  </a:lnTo>
                  <a:lnTo>
                    <a:pt x="679393" y="1265946"/>
                  </a:lnTo>
                  <a:lnTo>
                    <a:pt x="680465" y="1264670"/>
                  </a:lnTo>
                  <a:lnTo>
                    <a:pt x="681536" y="1263392"/>
                  </a:lnTo>
                  <a:lnTo>
                    <a:pt x="682608" y="1262113"/>
                  </a:lnTo>
                  <a:lnTo>
                    <a:pt x="683680" y="1260833"/>
                  </a:lnTo>
                  <a:lnTo>
                    <a:pt x="684751" y="1259551"/>
                  </a:lnTo>
                  <a:lnTo>
                    <a:pt x="685823" y="1258267"/>
                  </a:lnTo>
                  <a:lnTo>
                    <a:pt x="686894" y="1256983"/>
                  </a:lnTo>
                  <a:lnTo>
                    <a:pt x="687966" y="1255696"/>
                  </a:lnTo>
                  <a:lnTo>
                    <a:pt x="689038" y="1254408"/>
                  </a:lnTo>
                  <a:lnTo>
                    <a:pt x="690109" y="1253119"/>
                  </a:lnTo>
                  <a:lnTo>
                    <a:pt x="691181" y="1251829"/>
                  </a:lnTo>
                  <a:lnTo>
                    <a:pt x="692252" y="1250537"/>
                  </a:lnTo>
                  <a:lnTo>
                    <a:pt x="693324" y="1249244"/>
                  </a:lnTo>
                  <a:lnTo>
                    <a:pt x="694396" y="1247950"/>
                  </a:lnTo>
                  <a:lnTo>
                    <a:pt x="695467" y="1246654"/>
                  </a:lnTo>
                  <a:lnTo>
                    <a:pt x="696539" y="1245357"/>
                  </a:lnTo>
                  <a:lnTo>
                    <a:pt x="697610" y="1244059"/>
                  </a:lnTo>
                  <a:lnTo>
                    <a:pt x="698682" y="1242760"/>
                  </a:lnTo>
                  <a:lnTo>
                    <a:pt x="699754" y="1241460"/>
                  </a:lnTo>
                  <a:lnTo>
                    <a:pt x="700825" y="1240158"/>
                  </a:lnTo>
                  <a:lnTo>
                    <a:pt x="701897" y="1238855"/>
                  </a:lnTo>
                  <a:lnTo>
                    <a:pt x="702968" y="1237552"/>
                  </a:lnTo>
                  <a:lnTo>
                    <a:pt x="704040" y="1236247"/>
                  </a:lnTo>
                  <a:lnTo>
                    <a:pt x="705112" y="1234941"/>
                  </a:lnTo>
                  <a:lnTo>
                    <a:pt x="706183" y="1233634"/>
                  </a:lnTo>
                  <a:lnTo>
                    <a:pt x="707255" y="1232326"/>
                  </a:lnTo>
                  <a:lnTo>
                    <a:pt x="708326" y="1231018"/>
                  </a:lnTo>
                  <a:lnTo>
                    <a:pt x="709398" y="1229708"/>
                  </a:lnTo>
                  <a:lnTo>
                    <a:pt x="710469" y="1228397"/>
                  </a:lnTo>
                  <a:lnTo>
                    <a:pt x="711541" y="1227086"/>
                  </a:lnTo>
                  <a:lnTo>
                    <a:pt x="712613" y="1225773"/>
                  </a:lnTo>
                  <a:lnTo>
                    <a:pt x="713684" y="1224460"/>
                  </a:lnTo>
                  <a:lnTo>
                    <a:pt x="714756" y="1223146"/>
                  </a:lnTo>
                  <a:lnTo>
                    <a:pt x="715827" y="1221831"/>
                  </a:lnTo>
                  <a:lnTo>
                    <a:pt x="716899" y="1220516"/>
                  </a:lnTo>
                  <a:lnTo>
                    <a:pt x="717971" y="1219200"/>
                  </a:lnTo>
                  <a:lnTo>
                    <a:pt x="719042" y="1217883"/>
                  </a:lnTo>
                  <a:lnTo>
                    <a:pt x="720114" y="1216565"/>
                  </a:lnTo>
                  <a:lnTo>
                    <a:pt x="721185" y="1215247"/>
                  </a:lnTo>
                  <a:lnTo>
                    <a:pt x="722257" y="1213928"/>
                  </a:lnTo>
                  <a:lnTo>
                    <a:pt x="723329" y="1212608"/>
                  </a:lnTo>
                  <a:lnTo>
                    <a:pt x="724400" y="1211288"/>
                  </a:lnTo>
                  <a:lnTo>
                    <a:pt x="725472" y="1209968"/>
                  </a:lnTo>
                  <a:lnTo>
                    <a:pt x="726543" y="1208647"/>
                  </a:lnTo>
                  <a:lnTo>
                    <a:pt x="727615" y="1207325"/>
                  </a:lnTo>
                  <a:lnTo>
                    <a:pt x="728687" y="1206003"/>
                  </a:lnTo>
                  <a:lnTo>
                    <a:pt x="729758" y="1204680"/>
                  </a:lnTo>
                  <a:lnTo>
                    <a:pt x="730830" y="1203357"/>
                  </a:lnTo>
                  <a:lnTo>
                    <a:pt x="731901" y="1202034"/>
                  </a:lnTo>
                  <a:lnTo>
                    <a:pt x="732973" y="1200710"/>
                  </a:lnTo>
                  <a:lnTo>
                    <a:pt x="734045" y="1199386"/>
                  </a:lnTo>
                  <a:lnTo>
                    <a:pt x="735116" y="1198062"/>
                  </a:lnTo>
                  <a:lnTo>
                    <a:pt x="736188" y="1196738"/>
                  </a:lnTo>
                  <a:lnTo>
                    <a:pt x="737259" y="1195413"/>
                  </a:lnTo>
                  <a:lnTo>
                    <a:pt x="738331" y="1194088"/>
                  </a:lnTo>
                  <a:lnTo>
                    <a:pt x="739403" y="1192763"/>
                  </a:lnTo>
                  <a:lnTo>
                    <a:pt x="740474" y="1191437"/>
                  </a:lnTo>
                  <a:lnTo>
                    <a:pt x="741546" y="1190112"/>
                  </a:lnTo>
                  <a:lnTo>
                    <a:pt x="742617" y="1188786"/>
                  </a:lnTo>
                  <a:lnTo>
                    <a:pt x="743689" y="1187461"/>
                  </a:lnTo>
                  <a:lnTo>
                    <a:pt x="744761" y="1186135"/>
                  </a:lnTo>
                  <a:lnTo>
                    <a:pt x="745832" y="1184809"/>
                  </a:lnTo>
                  <a:lnTo>
                    <a:pt x="746904" y="1183484"/>
                  </a:lnTo>
                  <a:lnTo>
                    <a:pt x="747975" y="1182158"/>
                  </a:lnTo>
                  <a:lnTo>
                    <a:pt x="749047" y="1180833"/>
                  </a:lnTo>
                  <a:lnTo>
                    <a:pt x="750119" y="1179507"/>
                  </a:lnTo>
                  <a:lnTo>
                    <a:pt x="751190" y="1178182"/>
                  </a:lnTo>
                  <a:lnTo>
                    <a:pt x="752262" y="1176857"/>
                  </a:lnTo>
                  <a:lnTo>
                    <a:pt x="753333" y="1175532"/>
                  </a:lnTo>
                  <a:lnTo>
                    <a:pt x="754405" y="1174207"/>
                  </a:lnTo>
                  <a:lnTo>
                    <a:pt x="755477" y="1172883"/>
                  </a:lnTo>
                  <a:lnTo>
                    <a:pt x="756548" y="1171559"/>
                  </a:lnTo>
                  <a:lnTo>
                    <a:pt x="757620" y="1170235"/>
                  </a:lnTo>
                  <a:lnTo>
                    <a:pt x="758691" y="1168911"/>
                  </a:lnTo>
                  <a:lnTo>
                    <a:pt x="759763" y="1167588"/>
                  </a:lnTo>
                  <a:lnTo>
                    <a:pt x="760835" y="1166266"/>
                  </a:lnTo>
                  <a:lnTo>
                    <a:pt x="761906" y="1164943"/>
                  </a:lnTo>
                  <a:lnTo>
                    <a:pt x="762978" y="1163621"/>
                  </a:lnTo>
                  <a:lnTo>
                    <a:pt x="764049" y="1162300"/>
                  </a:lnTo>
                  <a:lnTo>
                    <a:pt x="765121" y="1160979"/>
                  </a:lnTo>
                  <a:lnTo>
                    <a:pt x="766193" y="1159659"/>
                  </a:lnTo>
                  <a:lnTo>
                    <a:pt x="767264" y="1158339"/>
                  </a:lnTo>
                  <a:lnTo>
                    <a:pt x="768336" y="1157020"/>
                  </a:lnTo>
                  <a:lnTo>
                    <a:pt x="769407" y="1155702"/>
                  </a:lnTo>
                  <a:lnTo>
                    <a:pt x="770479" y="1154384"/>
                  </a:lnTo>
                  <a:lnTo>
                    <a:pt x="771551" y="1153067"/>
                  </a:lnTo>
                  <a:lnTo>
                    <a:pt x="772622" y="1151751"/>
                  </a:lnTo>
                  <a:lnTo>
                    <a:pt x="773694" y="1150435"/>
                  </a:lnTo>
                  <a:lnTo>
                    <a:pt x="774765" y="1149120"/>
                  </a:lnTo>
                  <a:lnTo>
                    <a:pt x="775837" y="1147806"/>
                  </a:lnTo>
                  <a:lnTo>
                    <a:pt x="776909" y="1146493"/>
                  </a:lnTo>
                  <a:lnTo>
                    <a:pt x="777980" y="1145181"/>
                  </a:lnTo>
                  <a:lnTo>
                    <a:pt x="779052" y="1143870"/>
                  </a:lnTo>
                  <a:lnTo>
                    <a:pt x="780123" y="1142559"/>
                  </a:lnTo>
                  <a:lnTo>
                    <a:pt x="781195" y="1141250"/>
                  </a:lnTo>
                  <a:lnTo>
                    <a:pt x="782267" y="1139942"/>
                  </a:lnTo>
                  <a:lnTo>
                    <a:pt x="783338" y="1138634"/>
                  </a:lnTo>
                  <a:lnTo>
                    <a:pt x="784410" y="1137328"/>
                  </a:lnTo>
                  <a:lnTo>
                    <a:pt x="785481" y="1136023"/>
                  </a:lnTo>
                  <a:lnTo>
                    <a:pt x="786553" y="1134719"/>
                  </a:lnTo>
                  <a:lnTo>
                    <a:pt x="787625" y="1133416"/>
                  </a:lnTo>
                  <a:lnTo>
                    <a:pt x="788696" y="1132115"/>
                  </a:lnTo>
                  <a:lnTo>
                    <a:pt x="789768" y="1130814"/>
                  </a:lnTo>
                  <a:lnTo>
                    <a:pt x="790839" y="1129515"/>
                  </a:lnTo>
                  <a:lnTo>
                    <a:pt x="791911" y="1128218"/>
                  </a:lnTo>
                  <a:lnTo>
                    <a:pt x="792983" y="1126921"/>
                  </a:lnTo>
                  <a:lnTo>
                    <a:pt x="794054" y="1125626"/>
                  </a:lnTo>
                  <a:lnTo>
                    <a:pt x="795126" y="1124332"/>
                  </a:lnTo>
                  <a:lnTo>
                    <a:pt x="796197" y="1123040"/>
                  </a:lnTo>
                  <a:lnTo>
                    <a:pt x="797269" y="1121749"/>
                  </a:lnTo>
                  <a:lnTo>
                    <a:pt x="798341" y="1120460"/>
                  </a:lnTo>
                  <a:lnTo>
                    <a:pt x="799412" y="1119172"/>
                  </a:lnTo>
                  <a:lnTo>
                    <a:pt x="800484" y="1117886"/>
                  </a:lnTo>
                  <a:lnTo>
                    <a:pt x="801555" y="1116601"/>
                  </a:lnTo>
                  <a:lnTo>
                    <a:pt x="802627" y="1115318"/>
                  </a:lnTo>
                  <a:lnTo>
                    <a:pt x="803699" y="1114036"/>
                  </a:lnTo>
                  <a:lnTo>
                    <a:pt x="804770" y="1112756"/>
                  </a:lnTo>
                  <a:lnTo>
                    <a:pt x="805842" y="1111478"/>
                  </a:lnTo>
                  <a:lnTo>
                    <a:pt x="806913" y="1110202"/>
                  </a:lnTo>
                  <a:lnTo>
                    <a:pt x="807985" y="1108928"/>
                  </a:lnTo>
                  <a:lnTo>
                    <a:pt x="809057" y="1107655"/>
                  </a:lnTo>
                  <a:lnTo>
                    <a:pt x="810128" y="1106384"/>
                  </a:lnTo>
                  <a:lnTo>
                    <a:pt x="811200" y="1105115"/>
                  </a:lnTo>
                  <a:lnTo>
                    <a:pt x="812271" y="1103848"/>
                  </a:lnTo>
                  <a:lnTo>
                    <a:pt x="813343" y="1102582"/>
                  </a:lnTo>
                  <a:lnTo>
                    <a:pt x="814415" y="1101319"/>
                  </a:lnTo>
                  <a:lnTo>
                    <a:pt x="815486" y="1100058"/>
                  </a:lnTo>
                  <a:lnTo>
                    <a:pt x="816558" y="1098799"/>
                  </a:lnTo>
                  <a:lnTo>
                    <a:pt x="817629" y="1097542"/>
                  </a:lnTo>
                  <a:lnTo>
                    <a:pt x="818701" y="1096287"/>
                  </a:lnTo>
                  <a:lnTo>
                    <a:pt x="819773" y="1095034"/>
                  </a:lnTo>
                  <a:lnTo>
                    <a:pt x="820844" y="1093783"/>
                  </a:lnTo>
                  <a:lnTo>
                    <a:pt x="821916" y="1092534"/>
                  </a:lnTo>
                  <a:lnTo>
                    <a:pt x="822987" y="1091288"/>
                  </a:lnTo>
                  <a:lnTo>
                    <a:pt x="824059" y="1090044"/>
                  </a:lnTo>
                  <a:lnTo>
                    <a:pt x="825131" y="1088802"/>
                  </a:lnTo>
                  <a:lnTo>
                    <a:pt x="826202" y="1087563"/>
                  </a:lnTo>
                  <a:lnTo>
                    <a:pt x="827274" y="1086326"/>
                  </a:lnTo>
                  <a:lnTo>
                    <a:pt x="828345" y="1085091"/>
                  </a:lnTo>
                  <a:lnTo>
                    <a:pt x="829417" y="1083859"/>
                  </a:lnTo>
                  <a:lnTo>
                    <a:pt x="830489" y="1082629"/>
                  </a:lnTo>
                  <a:lnTo>
                    <a:pt x="831560" y="1081402"/>
                  </a:lnTo>
                  <a:lnTo>
                    <a:pt x="832632" y="1080177"/>
                  </a:lnTo>
                  <a:lnTo>
                    <a:pt x="833703" y="1078955"/>
                  </a:lnTo>
                  <a:lnTo>
                    <a:pt x="834775" y="1077735"/>
                  </a:lnTo>
                  <a:lnTo>
                    <a:pt x="835847" y="1076518"/>
                  </a:lnTo>
                  <a:lnTo>
                    <a:pt x="836918" y="1075304"/>
                  </a:lnTo>
                  <a:lnTo>
                    <a:pt x="837990" y="1074092"/>
                  </a:lnTo>
                  <a:lnTo>
                    <a:pt x="839061" y="1072883"/>
                  </a:lnTo>
                  <a:lnTo>
                    <a:pt x="840133" y="1071677"/>
                  </a:lnTo>
                  <a:lnTo>
                    <a:pt x="841205" y="1070473"/>
                  </a:lnTo>
                  <a:lnTo>
                    <a:pt x="842276" y="1069273"/>
                  </a:lnTo>
                  <a:lnTo>
                    <a:pt x="843348" y="1068075"/>
                  </a:lnTo>
                  <a:lnTo>
                    <a:pt x="844419" y="1066880"/>
                  </a:lnTo>
                  <a:lnTo>
                    <a:pt x="845491" y="1065688"/>
                  </a:lnTo>
                  <a:lnTo>
                    <a:pt x="846563" y="1064499"/>
                  </a:lnTo>
                  <a:lnTo>
                    <a:pt x="847634" y="1063313"/>
                  </a:lnTo>
                  <a:lnTo>
                    <a:pt x="848706" y="1062130"/>
                  </a:lnTo>
                  <a:lnTo>
                    <a:pt x="849777" y="1060950"/>
                  </a:lnTo>
                  <a:lnTo>
                    <a:pt x="850849" y="1059773"/>
                  </a:lnTo>
                  <a:lnTo>
                    <a:pt x="851921" y="1058599"/>
                  </a:lnTo>
                  <a:lnTo>
                    <a:pt x="852992" y="1057429"/>
                  </a:lnTo>
                  <a:lnTo>
                    <a:pt x="854064" y="1056261"/>
                  </a:lnTo>
                  <a:lnTo>
                    <a:pt x="855135" y="1055097"/>
                  </a:lnTo>
                  <a:lnTo>
                    <a:pt x="856207" y="1053936"/>
                  </a:lnTo>
                  <a:lnTo>
                    <a:pt x="857279" y="1052778"/>
                  </a:lnTo>
                  <a:lnTo>
                    <a:pt x="858350" y="1051624"/>
                  </a:lnTo>
                  <a:lnTo>
                    <a:pt x="859422" y="1050472"/>
                  </a:lnTo>
                  <a:lnTo>
                    <a:pt x="860493" y="1049325"/>
                  </a:lnTo>
                  <a:lnTo>
                    <a:pt x="861565" y="1048180"/>
                  </a:lnTo>
                  <a:lnTo>
                    <a:pt x="862637" y="1047040"/>
                  </a:lnTo>
                  <a:lnTo>
                    <a:pt x="863708" y="1045902"/>
                  </a:lnTo>
                  <a:lnTo>
                    <a:pt x="864780" y="1044768"/>
                  </a:lnTo>
                  <a:lnTo>
                    <a:pt x="865851" y="1043638"/>
                  </a:lnTo>
                  <a:lnTo>
                    <a:pt x="866923" y="1042511"/>
                  </a:lnTo>
                  <a:lnTo>
                    <a:pt x="867995" y="1041388"/>
                  </a:lnTo>
                  <a:lnTo>
                    <a:pt x="869066" y="1040268"/>
                  </a:lnTo>
                  <a:lnTo>
                    <a:pt x="870138" y="1039153"/>
                  </a:lnTo>
                  <a:lnTo>
                    <a:pt x="871209" y="1038040"/>
                  </a:lnTo>
                  <a:lnTo>
                    <a:pt x="872281" y="1036932"/>
                  </a:lnTo>
                  <a:lnTo>
                    <a:pt x="873353" y="1035827"/>
                  </a:lnTo>
                  <a:lnTo>
                    <a:pt x="874424" y="1034727"/>
                  </a:lnTo>
                  <a:lnTo>
                    <a:pt x="875496" y="1033630"/>
                  </a:lnTo>
                  <a:lnTo>
                    <a:pt x="876567" y="1032536"/>
                  </a:lnTo>
                  <a:lnTo>
                    <a:pt x="877639" y="1031447"/>
                  </a:lnTo>
                  <a:lnTo>
                    <a:pt x="878711" y="1030362"/>
                  </a:lnTo>
                  <a:lnTo>
                    <a:pt x="879782" y="1029280"/>
                  </a:lnTo>
                  <a:lnTo>
                    <a:pt x="880854" y="1028203"/>
                  </a:lnTo>
                  <a:lnTo>
                    <a:pt x="881925" y="1027130"/>
                  </a:lnTo>
                  <a:lnTo>
                    <a:pt x="882997" y="1026060"/>
                  </a:lnTo>
                  <a:lnTo>
                    <a:pt x="884069" y="1024995"/>
                  </a:lnTo>
                  <a:lnTo>
                    <a:pt x="885140" y="1023934"/>
                  </a:lnTo>
                  <a:lnTo>
                    <a:pt x="886212" y="1022877"/>
                  </a:lnTo>
                  <a:lnTo>
                    <a:pt x="887283" y="1021825"/>
                  </a:lnTo>
                  <a:lnTo>
                    <a:pt x="888355" y="1020776"/>
                  </a:lnTo>
                  <a:lnTo>
                    <a:pt x="889426" y="1019732"/>
                  </a:lnTo>
                  <a:lnTo>
                    <a:pt x="890498" y="1018692"/>
                  </a:lnTo>
                  <a:lnTo>
                    <a:pt x="891570" y="1017656"/>
                  </a:lnTo>
                  <a:lnTo>
                    <a:pt x="892641" y="1016625"/>
                  </a:lnTo>
                  <a:lnTo>
                    <a:pt x="893713" y="1015598"/>
                  </a:lnTo>
                  <a:lnTo>
                    <a:pt x="894784" y="1014576"/>
                  </a:lnTo>
                  <a:lnTo>
                    <a:pt x="895856" y="1013558"/>
                  </a:lnTo>
                  <a:lnTo>
                    <a:pt x="896928" y="1012544"/>
                  </a:lnTo>
                  <a:lnTo>
                    <a:pt x="897999" y="1011535"/>
                  </a:lnTo>
                  <a:lnTo>
                    <a:pt x="899071" y="1010531"/>
                  </a:lnTo>
                  <a:lnTo>
                    <a:pt x="900142" y="1009531"/>
                  </a:lnTo>
                  <a:lnTo>
                    <a:pt x="901214" y="1008535"/>
                  </a:lnTo>
                  <a:lnTo>
                    <a:pt x="902286" y="1007545"/>
                  </a:lnTo>
                  <a:lnTo>
                    <a:pt x="903357" y="1006559"/>
                  </a:lnTo>
                  <a:lnTo>
                    <a:pt x="904429" y="1005577"/>
                  </a:lnTo>
                  <a:lnTo>
                    <a:pt x="905500" y="1004601"/>
                  </a:lnTo>
                  <a:lnTo>
                    <a:pt x="906572" y="1003629"/>
                  </a:lnTo>
                  <a:lnTo>
                    <a:pt x="907644" y="1002662"/>
                  </a:lnTo>
                  <a:lnTo>
                    <a:pt x="908715" y="1001700"/>
                  </a:lnTo>
                  <a:lnTo>
                    <a:pt x="909787" y="1000743"/>
                  </a:lnTo>
                  <a:lnTo>
                    <a:pt x="910858" y="999790"/>
                  </a:lnTo>
                  <a:lnTo>
                    <a:pt x="911930" y="998843"/>
                  </a:lnTo>
                  <a:lnTo>
                    <a:pt x="913002" y="997900"/>
                  </a:lnTo>
                  <a:lnTo>
                    <a:pt x="914073" y="996962"/>
                  </a:lnTo>
                  <a:lnTo>
                    <a:pt x="915145" y="996030"/>
                  </a:lnTo>
                  <a:lnTo>
                    <a:pt x="916216" y="995102"/>
                  </a:lnTo>
                  <a:lnTo>
                    <a:pt x="917288" y="994179"/>
                  </a:lnTo>
                  <a:lnTo>
                    <a:pt x="918360" y="993261"/>
                  </a:lnTo>
                  <a:lnTo>
                    <a:pt x="919431" y="992349"/>
                  </a:lnTo>
                  <a:lnTo>
                    <a:pt x="920503" y="991441"/>
                  </a:lnTo>
                  <a:lnTo>
                    <a:pt x="921574" y="990538"/>
                  </a:lnTo>
                  <a:lnTo>
                    <a:pt x="922646" y="989640"/>
                  </a:lnTo>
                  <a:lnTo>
                    <a:pt x="923718" y="988747"/>
                  </a:lnTo>
                  <a:lnTo>
                    <a:pt x="924789" y="987859"/>
                  </a:lnTo>
                  <a:lnTo>
                    <a:pt x="925861" y="986976"/>
                  </a:lnTo>
                  <a:lnTo>
                    <a:pt x="926932" y="986098"/>
                  </a:lnTo>
                  <a:lnTo>
                    <a:pt x="928004" y="985225"/>
                  </a:lnTo>
                  <a:lnTo>
                    <a:pt x="929076" y="984356"/>
                  </a:lnTo>
                  <a:lnTo>
                    <a:pt x="930147" y="983493"/>
                  </a:lnTo>
                  <a:lnTo>
                    <a:pt x="931219" y="982635"/>
                  </a:lnTo>
                  <a:lnTo>
                    <a:pt x="932290" y="981782"/>
                  </a:lnTo>
                  <a:lnTo>
                    <a:pt x="933362" y="980934"/>
                  </a:lnTo>
                  <a:lnTo>
                    <a:pt x="934434" y="980090"/>
                  </a:lnTo>
                  <a:lnTo>
                    <a:pt x="935505" y="979252"/>
                  </a:lnTo>
                  <a:lnTo>
                    <a:pt x="936577" y="978419"/>
                  </a:lnTo>
                  <a:lnTo>
                    <a:pt x="937648" y="977591"/>
                  </a:lnTo>
                  <a:lnTo>
                    <a:pt x="938720" y="976767"/>
                  </a:lnTo>
                  <a:lnTo>
                    <a:pt x="939792" y="975949"/>
                  </a:lnTo>
                  <a:lnTo>
                    <a:pt x="940863" y="975135"/>
                  </a:lnTo>
                  <a:lnTo>
                    <a:pt x="941935" y="974327"/>
                  </a:lnTo>
                  <a:lnTo>
                    <a:pt x="943006" y="973524"/>
                  </a:lnTo>
                  <a:lnTo>
                    <a:pt x="944078" y="972725"/>
                  </a:lnTo>
                  <a:lnTo>
                    <a:pt x="945150" y="971932"/>
                  </a:lnTo>
                  <a:lnTo>
                    <a:pt x="946221" y="971143"/>
                  </a:lnTo>
                  <a:lnTo>
                    <a:pt x="947293" y="970360"/>
                  </a:lnTo>
                  <a:lnTo>
                    <a:pt x="948364" y="969581"/>
                  </a:lnTo>
                  <a:lnTo>
                    <a:pt x="949436" y="968807"/>
                  </a:lnTo>
                  <a:lnTo>
                    <a:pt x="950508" y="968039"/>
                  </a:lnTo>
                  <a:lnTo>
                    <a:pt x="951579" y="967275"/>
                  </a:lnTo>
                  <a:lnTo>
                    <a:pt x="952651" y="966516"/>
                  </a:lnTo>
                  <a:lnTo>
                    <a:pt x="953722" y="965762"/>
                  </a:lnTo>
                  <a:lnTo>
                    <a:pt x="954794" y="965014"/>
                  </a:lnTo>
                  <a:lnTo>
                    <a:pt x="955866" y="964270"/>
                  </a:lnTo>
                  <a:lnTo>
                    <a:pt x="956937" y="963531"/>
                  </a:lnTo>
                  <a:lnTo>
                    <a:pt x="958009" y="962797"/>
                  </a:lnTo>
                  <a:lnTo>
                    <a:pt x="959080" y="962068"/>
                  </a:lnTo>
                  <a:lnTo>
                    <a:pt x="960152" y="961344"/>
                  </a:lnTo>
                  <a:lnTo>
                    <a:pt x="961224" y="960624"/>
                  </a:lnTo>
                  <a:lnTo>
                    <a:pt x="962295" y="959910"/>
                  </a:lnTo>
                  <a:lnTo>
                    <a:pt x="963367" y="959201"/>
                  </a:lnTo>
                  <a:lnTo>
                    <a:pt x="964438" y="958496"/>
                  </a:lnTo>
                  <a:lnTo>
                    <a:pt x="965510" y="957797"/>
                  </a:lnTo>
                  <a:lnTo>
                    <a:pt x="966582" y="957102"/>
                  </a:lnTo>
                  <a:lnTo>
                    <a:pt x="967653" y="956413"/>
                  </a:lnTo>
                  <a:lnTo>
                    <a:pt x="968725" y="955728"/>
                  </a:lnTo>
                  <a:lnTo>
                    <a:pt x="969796" y="955048"/>
                  </a:lnTo>
                  <a:lnTo>
                    <a:pt x="970868" y="954373"/>
                  </a:lnTo>
                  <a:lnTo>
                    <a:pt x="971940" y="953703"/>
                  </a:lnTo>
                  <a:lnTo>
                    <a:pt x="973011" y="953038"/>
                  </a:lnTo>
                  <a:lnTo>
                    <a:pt x="974083" y="952377"/>
                  </a:lnTo>
                  <a:lnTo>
                    <a:pt x="975154" y="951722"/>
                  </a:lnTo>
                  <a:lnTo>
                    <a:pt x="976226" y="951071"/>
                  </a:lnTo>
                  <a:lnTo>
                    <a:pt x="977298" y="950425"/>
                  </a:lnTo>
                  <a:lnTo>
                    <a:pt x="978369" y="949784"/>
                  </a:lnTo>
                  <a:lnTo>
                    <a:pt x="979441" y="949148"/>
                  </a:lnTo>
                  <a:lnTo>
                    <a:pt x="980512" y="948517"/>
                  </a:lnTo>
                  <a:lnTo>
                    <a:pt x="981584" y="947891"/>
                  </a:lnTo>
                  <a:lnTo>
                    <a:pt x="982656" y="947269"/>
                  </a:lnTo>
                  <a:lnTo>
                    <a:pt x="983727" y="946652"/>
                  </a:lnTo>
                  <a:lnTo>
                    <a:pt x="984799" y="946040"/>
                  </a:lnTo>
                  <a:lnTo>
                    <a:pt x="985870" y="945433"/>
                  </a:lnTo>
                  <a:lnTo>
                    <a:pt x="986942" y="944831"/>
                  </a:lnTo>
                  <a:lnTo>
                    <a:pt x="988014" y="944233"/>
                  </a:lnTo>
                  <a:lnTo>
                    <a:pt x="989085" y="943641"/>
                  </a:lnTo>
                  <a:lnTo>
                    <a:pt x="990157" y="943053"/>
                  </a:lnTo>
                  <a:lnTo>
                    <a:pt x="991228" y="942470"/>
                  </a:lnTo>
                  <a:lnTo>
                    <a:pt x="992300" y="941891"/>
                  </a:lnTo>
                  <a:lnTo>
                    <a:pt x="993372" y="941317"/>
                  </a:lnTo>
                  <a:lnTo>
                    <a:pt x="994443" y="940749"/>
                  </a:lnTo>
                  <a:lnTo>
                    <a:pt x="995515" y="940184"/>
                  </a:lnTo>
                  <a:lnTo>
                    <a:pt x="996586" y="939625"/>
                  </a:lnTo>
                  <a:lnTo>
                    <a:pt x="997658" y="939070"/>
                  </a:lnTo>
                  <a:lnTo>
                    <a:pt x="998730" y="938520"/>
                  </a:lnTo>
                  <a:lnTo>
                    <a:pt x="999801" y="937975"/>
                  </a:lnTo>
                  <a:lnTo>
                    <a:pt x="1000873" y="937434"/>
                  </a:lnTo>
                  <a:lnTo>
                    <a:pt x="1001944" y="936898"/>
                  </a:lnTo>
                  <a:lnTo>
                    <a:pt x="1003016" y="936367"/>
                  </a:lnTo>
                  <a:lnTo>
                    <a:pt x="1004088" y="935840"/>
                  </a:lnTo>
                  <a:lnTo>
                    <a:pt x="1005159" y="935319"/>
                  </a:lnTo>
                  <a:lnTo>
                    <a:pt x="1006231" y="934801"/>
                  </a:lnTo>
                  <a:lnTo>
                    <a:pt x="1007302" y="934289"/>
                  </a:lnTo>
                  <a:lnTo>
                    <a:pt x="1008374" y="933781"/>
                  </a:lnTo>
                  <a:lnTo>
                    <a:pt x="1009446" y="933277"/>
                  </a:lnTo>
                  <a:lnTo>
                    <a:pt x="1010517" y="932779"/>
                  </a:lnTo>
                  <a:lnTo>
                    <a:pt x="1011589" y="932284"/>
                  </a:lnTo>
                  <a:lnTo>
                    <a:pt x="1012660" y="931795"/>
                  </a:lnTo>
                  <a:lnTo>
                    <a:pt x="1013732" y="931310"/>
                  </a:lnTo>
                  <a:lnTo>
                    <a:pt x="1014804" y="930830"/>
                  </a:lnTo>
                  <a:lnTo>
                    <a:pt x="1015875" y="930354"/>
                  </a:lnTo>
                  <a:lnTo>
                    <a:pt x="1016947" y="929882"/>
                  </a:lnTo>
                  <a:lnTo>
                    <a:pt x="1018018" y="929416"/>
                  </a:lnTo>
                  <a:lnTo>
                    <a:pt x="1019090" y="928954"/>
                  </a:lnTo>
                  <a:lnTo>
                    <a:pt x="1020162" y="928496"/>
                  </a:lnTo>
                  <a:lnTo>
                    <a:pt x="1021233" y="928043"/>
                  </a:lnTo>
                  <a:lnTo>
                    <a:pt x="1022305" y="927594"/>
                  </a:lnTo>
                  <a:lnTo>
                    <a:pt x="1023376" y="927150"/>
                  </a:lnTo>
                  <a:lnTo>
                    <a:pt x="1024448" y="926710"/>
                  </a:lnTo>
                  <a:lnTo>
                    <a:pt x="1025520" y="926275"/>
                  </a:lnTo>
                  <a:lnTo>
                    <a:pt x="1026591" y="925844"/>
                  </a:lnTo>
                  <a:lnTo>
                    <a:pt x="1027663" y="925418"/>
                  </a:lnTo>
                  <a:lnTo>
                    <a:pt x="1028734" y="924996"/>
                  </a:lnTo>
                  <a:lnTo>
                    <a:pt x="1029806" y="924579"/>
                  </a:lnTo>
                  <a:lnTo>
                    <a:pt x="1030878" y="924166"/>
                  </a:lnTo>
                  <a:lnTo>
                    <a:pt x="1031949" y="923757"/>
                  </a:lnTo>
                  <a:lnTo>
                    <a:pt x="1033021" y="923353"/>
                  </a:lnTo>
                  <a:lnTo>
                    <a:pt x="1034092" y="922953"/>
                  </a:lnTo>
                  <a:lnTo>
                    <a:pt x="1035164" y="922557"/>
                  </a:lnTo>
                  <a:lnTo>
                    <a:pt x="1036236" y="922166"/>
                  </a:lnTo>
                  <a:lnTo>
                    <a:pt x="1037307" y="921779"/>
                  </a:lnTo>
                  <a:lnTo>
                    <a:pt x="1038379" y="921397"/>
                  </a:lnTo>
                  <a:lnTo>
                    <a:pt x="1039450" y="921019"/>
                  </a:lnTo>
                  <a:lnTo>
                    <a:pt x="1040522" y="920645"/>
                  </a:lnTo>
                  <a:lnTo>
                    <a:pt x="1041594" y="920275"/>
                  </a:lnTo>
                  <a:lnTo>
                    <a:pt x="1042665" y="919910"/>
                  </a:lnTo>
                  <a:lnTo>
                    <a:pt x="1043737" y="919549"/>
                  </a:lnTo>
                  <a:lnTo>
                    <a:pt x="1044808" y="919192"/>
                  </a:lnTo>
                  <a:lnTo>
                    <a:pt x="1045880" y="918840"/>
                  </a:lnTo>
                  <a:lnTo>
                    <a:pt x="1046952" y="918492"/>
                  </a:lnTo>
                  <a:lnTo>
                    <a:pt x="1048023" y="918147"/>
                  </a:lnTo>
                  <a:lnTo>
                    <a:pt x="1049095" y="917808"/>
                  </a:lnTo>
                  <a:lnTo>
                    <a:pt x="1050166" y="917472"/>
                  </a:lnTo>
                  <a:lnTo>
                    <a:pt x="1051238" y="917140"/>
                  </a:lnTo>
                  <a:lnTo>
                    <a:pt x="1052310" y="916813"/>
                  </a:lnTo>
                  <a:lnTo>
                    <a:pt x="1053381" y="916490"/>
                  </a:lnTo>
                  <a:lnTo>
                    <a:pt x="1054453" y="916171"/>
                  </a:lnTo>
                  <a:lnTo>
                    <a:pt x="1055524" y="915856"/>
                  </a:lnTo>
                  <a:lnTo>
                    <a:pt x="1056596" y="915545"/>
                  </a:lnTo>
                  <a:lnTo>
                    <a:pt x="1057668" y="915238"/>
                  </a:lnTo>
                  <a:lnTo>
                    <a:pt x="1058739" y="914936"/>
                  </a:lnTo>
                  <a:lnTo>
                    <a:pt x="1059811" y="914637"/>
                  </a:lnTo>
                  <a:lnTo>
                    <a:pt x="1060882" y="914342"/>
                  </a:lnTo>
                  <a:lnTo>
                    <a:pt x="1061954" y="914052"/>
                  </a:lnTo>
                  <a:lnTo>
                    <a:pt x="1063026" y="913765"/>
                  </a:lnTo>
                  <a:lnTo>
                    <a:pt x="1064097" y="913483"/>
                  </a:lnTo>
                  <a:lnTo>
                    <a:pt x="1065169" y="913205"/>
                  </a:lnTo>
                  <a:lnTo>
                    <a:pt x="1066240" y="912930"/>
                  </a:lnTo>
                  <a:lnTo>
                    <a:pt x="1067312" y="912660"/>
                  </a:lnTo>
                  <a:lnTo>
                    <a:pt x="1068383" y="912393"/>
                  </a:lnTo>
                  <a:lnTo>
                    <a:pt x="1069455" y="912130"/>
                  </a:lnTo>
                  <a:lnTo>
                    <a:pt x="1070527" y="911872"/>
                  </a:lnTo>
                  <a:lnTo>
                    <a:pt x="1071598" y="911617"/>
                  </a:lnTo>
                  <a:lnTo>
                    <a:pt x="1072670" y="911366"/>
                  </a:lnTo>
                  <a:lnTo>
                    <a:pt x="1073741" y="911119"/>
                  </a:lnTo>
                  <a:lnTo>
                    <a:pt x="1074813" y="910876"/>
                  </a:lnTo>
                  <a:lnTo>
                    <a:pt x="1075885" y="910637"/>
                  </a:lnTo>
                  <a:lnTo>
                    <a:pt x="1076956" y="910401"/>
                  </a:lnTo>
                  <a:lnTo>
                    <a:pt x="1078028" y="910169"/>
                  </a:lnTo>
                  <a:lnTo>
                    <a:pt x="1079099" y="909942"/>
                  </a:lnTo>
                  <a:lnTo>
                    <a:pt x="1080171" y="909718"/>
                  </a:lnTo>
                  <a:lnTo>
                    <a:pt x="1081243" y="909497"/>
                  </a:lnTo>
                  <a:lnTo>
                    <a:pt x="1082314" y="909281"/>
                  </a:lnTo>
                  <a:lnTo>
                    <a:pt x="1083386" y="909068"/>
                  </a:lnTo>
                  <a:lnTo>
                    <a:pt x="1084457" y="908859"/>
                  </a:lnTo>
                  <a:lnTo>
                    <a:pt x="1085529" y="908654"/>
                  </a:lnTo>
                  <a:lnTo>
                    <a:pt x="1086601" y="908452"/>
                  </a:lnTo>
                  <a:lnTo>
                    <a:pt x="1087672" y="908254"/>
                  </a:lnTo>
                  <a:lnTo>
                    <a:pt x="1088744" y="908060"/>
                  </a:lnTo>
                  <a:lnTo>
                    <a:pt x="1089815" y="907870"/>
                  </a:lnTo>
                  <a:lnTo>
                    <a:pt x="1090887" y="907683"/>
                  </a:lnTo>
                  <a:lnTo>
                    <a:pt x="1091959" y="907499"/>
                  </a:lnTo>
                  <a:lnTo>
                    <a:pt x="1093030" y="907320"/>
                  </a:lnTo>
                  <a:lnTo>
                    <a:pt x="1094102" y="907143"/>
                  </a:lnTo>
                  <a:lnTo>
                    <a:pt x="1095173" y="906971"/>
                  </a:lnTo>
                  <a:lnTo>
                    <a:pt x="1096245" y="906802"/>
                  </a:lnTo>
                  <a:lnTo>
                    <a:pt x="1097317" y="906636"/>
                  </a:lnTo>
                  <a:lnTo>
                    <a:pt x="1098388" y="906474"/>
                  </a:lnTo>
                  <a:lnTo>
                    <a:pt x="1099460" y="906316"/>
                  </a:lnTo>
                  <a:lnTo>
                    <a:pt x="1100531" y="906161"/>
                  </a:lnTo>
                  <a:lnTo>
                    <a:pt x="1101603" y="906010"/>
                  </a:lnTo>
                  <a:lnTo>
                    <a:pt x="1102675" y="905862"/>
                  </a:lnTo>
                  <a:lnTo>
                    <a:pt x="1103746" y="905717"/>
                  </a:lnTo>
                  <a:lnTo>
                    <a:pt x="1104818" y="905576"/>
                  </a:lnTo>
                  <a:lnTo>
                    <a:pt x="1105889" y="905438"/>
                  </a:lnTo>
                  <a:lnTo>
                    <a:pt x="1106961" y="905304"/>
                  </a:lnTo>
                  <a:lnTo>
                    <a:pt x="1108033" y="905173"/>
                  </a:lnTo>
                  <a:lnTo>
                    <a:pt x="1109104" y="905046"/>
                  </a:lnTo>
                  <a:lnTo>
                    <a:pt x="1110176" y="904921"/>
                  </a:lnTo>
                  <a:lnTo>
                    <a:pt x="1111247" y="904801"/>
                  </a:lnTo>
                  <a:lnTo>
                    <a:pt x="1112319" y="904683"/>
                  </a:lnTo>
                  <a:lnTo>
                    <a:pt x="1113391" y="904569"/>
                  </a:lnTo>
                  <a:lnTo>
                    <a:pt x="1114462" y="904458"/>
                  </a:lnTo>
                  <a:lnTo>
                    <a:pt x="1115534" y="904350"/>
                  </a:lnTo>
                  <a:lnTo>
                    <a:pt x="1116605" y="904246"/>
                  </a:lnTo>
                  <a:lnTo>
                    <a:pt x="1117677" y="904144"/>
                  </a:lnTo>
                  <a:lnTo>
                    <a:pt x="1118749" y="904046"/>
                  </a:lnTo>
                  <a:lnTo>
                    <a:pt x="1119820" y="903951"/>
                  </a:lnTo>
                  <a:lnTo>
                    <a:pt x="1120892" y="903860"/>
                  </a:lnTo>
                  <a:lnTo>
                    <a:pt x="1121963" y="903771"/>
                  </a:lnTo>
                  <a:lnTo>
                    <a:pt x="1123035" y="903686"/>
                  </a:lnTo>
                  <a:lnTo>
                    <a:pt x="1124107" y="903604"/>
                  </a:lnTo>
                  <a:lnTo>
                    <a:pt x="1125178" y="903525"/>
                  </a:lnTo>
                  <a:lnTo>
                    <a:pt x="1126250" y="903449"/>
                  </a:lnTo>
                  <a:lnTo>
                    <a:pt x="1127321" y="903376"/>
                  </a:lnTo>
                  <a:lnTo>
                    <a:pt x="1128393" y="903306"/>
                  </a:lnTo>
                  <a:lnTo>
                    <a:pt x="1129465" y="903239"/>
                  </a:lnTo>
                  <a:lnTo>
                    <a:pt x="1130536" y="903175"/>
                  </a:lnTo>
                  <a:lnTo>
                    <a:pt x="1131608" y="903115"/>
                  </a:lnTo>
                  <a:lnTo>
                    <a:pt x="1132679" y="903057"/>
                  </a:lnTo>
                  <a:lnTo>
                    <a:pt x="1133751" y="903002"/>
                  </a:lnTo>
                  <a:lnTo>
                    <a:pt x="1134823" y="902950"/>
                  </a:lnTo>
                  <a:lnTo>
                    <a:pt x="1135894" y="902901"/>
                  </a:lnTo>
                  <a:lnTo>
                    <a:pt x="1136966" y="902855"/>
                  </a:lnTo>
                  <a:lnTo>
                    <a:pt x="1138037" y="902812"/>
                  </a:lnTo>
                  <a:lnTo>
                    <a:pt x="1139109" y="902772"/>
                  </a:lnTo>
                  <a:lnTo>
                    <a:pt x="1140181" y="902735"/>
                  </a:lnTo>
                  <a:lnTo>
                    <a:pt x="1141252" y="902700"/>
                  </a:lnTo>
                  <a:lnTo>
                    <a:pt x="1142324" y="902669"/>
                  </a:lnTo>
                  <a:lnTo>
                    <a:pt x="1143395" y="902640"/>
                  </a:lnTo>
                  <a:lnTo>
                    <a:pt x="1144467" y="902614"/>
                  </a:lnTo>
                  <a:lnTo>
                    <a:pt x="1145539" y="902591"/>
                  </a:lnTo>
                  <a:lnTo>
                    <a:pt x="1146610" y="902570"/>
                  </a:lnTo>
                  <a:lnTo>
                    <a:pt x="1147682" y="902552"/>
                  </a:lnTo>
                  <a:lnTo>
                    <a:pt x="1148753" y="902537"/>
                  </a:lnTo>
                  <a:lnTo>
                    <a:pt x="1149825" y="902525"/>
                  </a:lnTo>
                  <a:lnTo>
                    <a:pt x="1150897" y="902515"/>
                  </a:lnTo>
                  <a:lnTo>
                    <a:pt x="1151968" y="902509"/>
                  </a:lnTo>
                  <a:lnTo>
                    <a:pt x="1153040" y="902504"/>
                  </a:lnTo>
                  <a:lnTo>
                    <a:pt x="1154111" y="902503"/>
                  </a:lnTo>
                  <a:lnTo>
                    <a:pt x="1155183" y="902504"/>
                  </a:lnTo>
                  <a:lnTo>
                    <a:pt x="1156255" y="902507"/>
                  </a:lnTo>
                  <a:lnTo>
                    <a:pt x="1157326" y="902514"/>
                  </a:lnTo>
                  <a:lnTo>
                    <a:pt x="1158398" y="902522"/>
                  </a:lnTo>
                  <a:lnTo>
                    <a:pt x="1159469" y="902534"/>
                  </a:lnTo>
                  <a:lnTo>
                    <a:pt x="1160541" y="902548"/>
                  </a:lnTo>
                  <a:lnTo>
                    <a:pt x="1161613" y="902564"/>
                  </a:lnTo>
                  <a:lnTo>
                    <a:pt x="1162684" y="902583"/>
                  </a:lnTo>
                  <a:lnTo>
                    <a:pt x="1163756" y="902604"/>
                  </a:lnTo>
                  <a:lnTo>
                    <a:pt x="1164827" y="902628"/>
                  </a:lnTo>
                  <a:lnTo>
                    <a:pt x="1165899" y="902654"/>
                  </a:lnTo>
                  <a:lnTo>
                    <a:pt x="1166971" y="902683"/>
                  </a:lnTo>
                  <a:lnTo>
                    <a:pt x="1168042" y="902714"/>
                  </a:lnTo>
                  <a:lnTo>
                    <a:pt x="1169114" y="902748"/>
                  </a:lnTo>
                  <a:lnTo>
                    <a:pt x="1170185" y="902784"/>
                  </a:lnTo>
                  <a:lnTo>
                    <a:pt x="1171257" y="902822"/>
                  </a:lnTo>
                  <a:lnTo>
                    <a:pt x="1172329" y="902862"/>
                  </a:lnTo>
                  <a:lnTo>
                    <a:pt x="1173400" y="902905"/>
                  </a:lnTo>
                  <a:lnTo>
                    <a:pt x="1174472" y="902950"/>
                  </a:lnTo>
                  <a:lnTo>
                    <a:pt x="1175543" y="902998"/>
                  </a:lnTo>
                  <a:lnTo>
                    <a:pt x="1176615" y="903048"/>
                  </a:lnTo>
                  <a:lnTo>
                    <a:pt x="1177687" y="903100"/>
                  </a:lnTo>
                  <a:lnTo>
                    <a:pt x="1178758" y="903154"/>
                  </a:lnTo>
                  <a:lnTo>
                    <a:pt x="1179830" y="903210"/>
                  </a:lnTo>
                  <a:lnTo>
                    <a:pt x="1180901" y="903269"/>
                  </a:lnTo>
                  <a:lnTo>
                    <a:pt x="1181973" y="903330"/>
                  </a:lnTo>
                  <a:lnTo>
                    <a:pt x="1183045" y="903393"/>
                  </a:lnTo>
                  <a:lnTo>
                    <a:pt x="1184116" y="903458"/>
                  </a:lnTo>
                  <a:lnTo>
                    <a:pt x="1185188" y="903525"/>
                  </a:lnTo>
                  <a:lnTo>
                    <a:pt x="1186259" y="903594"/>
                  </a:lnTo>
                  <a:lnTo>
                    <a:pt x="1187331" y="903666"/>
                  </a:lnTo>
                  <a:lnTo>
                    <a:pt x="1188403" y="903739"/>
                  </a:lnTo>
                  <a:lnTo>
                    <a:pt x="1189474" y="903815"/>
                  </a:lnTo>
                  <a:lnTo>
                    <a:pt x="1190546" y="903892"/>
                  </a:lnTo>
                  <a:lnTo>
                    <a:pt x="1191617" y="903972"/>
                  </a:lnTo>
                  <a:lnTo>
                    <a:pt x="1192689" y="904053"/>
                  </a:lnTo>
                  <a:lnTo>
                    <a:pt x="1193761" y="904137"/>
                  </a:lnTo>
                  <a:lnTo>
                    <a:pt x="1194832" y="904223"/>
                  </a:lnTo>
                  <a:lnTo>
                    <a:pt x="1195904" y="904310"/>
                  </a:lnTo>
                  <a:lnTo>
                    <a:pt x="1196975" y="904399"/>
                  </a:lnTo>
                  <a:lnTo>
                    <a:pt x="1198047" y="904491"/>
                  </a:lnTo>
                  <a:lnTo>
                    <a:pt x="1199119" y="904584"/>
                  </a:lnTo>
                  <a:lnTo>
                    <a:pt x="1200190" y="904679"/>
                  </a:lnTo>
                  <a:lnTo>
                    <a:pt x="1201262" y="904776"/>
                  </a:lnTo>
                  <a:lnTo>
                    <a:pt x="1202333" y="904874"/>
                  </a:lnTo>
                  <a:lnTo>
                    <a:pt x="1203405" y="904975"/>
                  </a:lnTo>
                  <a:lnTo>
                    <a:pt x="1204477" y="905077"/>
                  </a:lnTo>
                  <a:lnTo>
                    <a:pt x="1205548" y="905181"/>
                  </a:lnTo>
                  <a:lnTo>
                    <a:pt x="1206620" y="905287"/>
                  </a:lnTo>
                  <a:lnTo>
                    <a:pt x="1207691" y="905395"/>
                  </a:lnTo>
                  <a:lnTo>
                    <a:pt x="1208763" y="905504"/>
                  </a:lnTo>
                  <a:lnTo>
                    <a:pt x="1209835" y="905615"/>
                  </a:lnTo>
                  <a:lnTo>
                    <a:pt x="1210906" y="905728"/>
                  </a:lnTo>
                  <a:lnTo>
                    <a:pt x="1211978" y="905842"/>
                  </a:lnTo>
                  <a:lnTo>
                    <a:pt x="1213049" y="905958"/>
                  </a:lnTo>
                  <a:lnTo>
                    <a:pt x="1214121" y="906076"/>
                  </a:lnTo>
                  <a:lnTo>
                    <a:pt x="1215193" y="906195"/>
                  </a:lnTo>
                  <a:lnTo>
                    <a:pt x="1216264" y="906316"/>
                  </a:lnTo>
                  <a:lnTo>
                    <a:pt x="1217336" y="906439"/>
                  </a:lnTo>
                  <a:lnTo>
                    <a:pt x="1218407" y="906563"/>
                  </a:lnTo>
                  <a:lnTo>
                    <a:pt x="1219479" y="906688"/>
                  </a:lnTo>
                  <a:lnTo>
                    <a:pt x="1220551" y="906816"/>
                  </a:lnTo>
                  <a:lnTo>
                    <a:pt x="1221622" y="906944"/>
                  </a:lnTo>
                  <a:lnTo>
                    <a:pt x="1222694" y="907074"/>
                  </a:lnTo>
                  <a:lnTo>
                    <a:pt x="1223765" y="907206"/>
                  </a:lnTo>
                  <a:lnTo>
                    <a:pt x="1224837" y="907339"/>
                  </a:lnTo>
                  <a:lnTo>
                    <a:pt x="1225909" y="907473"/>
                  </a:lnTo>
                  <a:lnTo>
                    <a:pt x="1226980" y="907609"/>
                  </a:lnTo>
                  <a:lnTo>
                    <a:pt x="1228052" y="907747"/>
                  </a:lnTo>
                  <a:lnTo>
                    <a:pt x="1229123" y="907885"/>
                  </a:lnTo>
                  <a:lnTo>
                    <a:pt x="1230195" y="908025"/>
                  </a:lnTo>
                  <a:lnTo>
                    <a:pt x="1231267" y="908167"/>
                  </a:lnTo>
                  <a:lnTo>
                    <a:pt x="1232338" y="908310"/>
                  </a:lnTo>
                  <a:lnTo>
                    <a:pt x="1233410" y="908454"/>
                  </a:lnTo>
                  <a:lnTo>
                    <a:pt x="1234481" y="908599"/>
                  </a:lnTo>
                  <a:lnTo>
                    <a:pt x="1235553" y="908746"/>
                  </a:lnTo>
                  <a:lnTo>
                    <a:pt x="1236625" y="908894"/>
                  </a:lnTo>
                  <a:lnTo>
                    <a:pt x="1237696" y="909043"/>
                  </a:lnTo>
                  <a:lnTo>
                    <a:pt x="1238768" y="909193"/>
                  </a:lnTo>
                  <a:lnTo>
                    <a:pt x="1239839" y="909345"/>
                  </a:lnTo>
                  <a:lnTo>
                    <a:pt x="1240911" y="909498"/>
                  </a:lnTo>
                  <a:lnTo>
                    <a:pt x="1241983" y="909651"/>
                  </a:lnTo>
                  <a:lnTo>
                    <a:pt x="1243054" y="909807"/>
                  </a:lnTo>
                  <a:lnTo>
                    <a:pt x="1244126" y="909963"/>
                  </a:lnTo>
                  <a:lnTo>
                    <a:pt x="1245197" y="910120"/>
                  </a:lnTo>
                  <a:lnTo>
                    <a:pt x="1246269" y="910279"/>
                  </a:lnTo>
                  <a:lnTo>
                    <a:pt x="1247340" y="910438"/>
                  </a:lnTo>
                  <a:lnTo>
                    <a:pt x="1248412" y="910599"/>
                  </a:lnTo>
                  <a:lnTo>
                    <a:pt x="1249484" y="910761"/>
                  </a:lnTo>
                  <a:lnTo>
                    <a:pt x="1250555" y="910923"/>
                  </a:lnTo>
                  <a:lnTo>
                    <a:pt x="1251627" y="911087"/>
                  </a:lnTo>
                  <a:lnTo>
                    <a:pt x="1252698" y="911252"/>
                  </a:lnTo>
                  <a:lnTo>
                    <a:pt x="1253770" y="911417"/>
                  </a:lnTo>
                  <a:lnTo>
                    <a:pt x="1254842" y="911584"/>
                  </a:lnTo>
                  <a:lnTo>
                    <a:pt x="1255913" y="911752"/>
                  </a:lnTo>
                  <a:lnTo>
                    <a:pt x="1256985" y="911920"/>
                  </a:lnTo>
                  <a:lnTo>
                    <a:pt x="1258056" y="912090"/>
                  </a:lnTo>
                  <a:lnTo>
                    <a:pt x="1259128" y="912260"/>
                  </a:lnTo>
                  <a:lnTo>
                    <a:pt x="1260200" y="912432"/>
                  </a:lnTo>
                  <a:lnTo>
                    <a:pt x="1261271" y="912604"/>
                  </a:lnTo>
                  <a:lnTo>
                    <a:pt x="1262343" y="912777"/>
                  </a:lnTo>
                  <a:lnTo>
                    <a:pt x="1263414" y="912950"/>
                  </a:lnTo>
                  <a:lnTo>
                    <a:pt x="1264486" y="913125"/>
                  </a:lnTo>
                  <a:lnTo>
                    <a:pt x="1265558" y="913301"/>
                  </a:lnTo>
                  <a:lnTo>
                    <a:pt x="1266629" y="913477"/>
                  </a:lnTo>
                  <a:lnTo>
                    <a:pt x="1267701" y="913654"/>
                  </a:lnTo>
                  <a:lnTo>
                    <a:pt x="1268772" y="913831"/>
                  </a:lnTo>
                  <a:lnTo>
                    <a:pt x="1269844" y="914010"/>
                  </a:lnTo>
                  <a:lnTo>
                    <a:pt x="1270916" y="914189"/>
                  </a:lnTo>
                  <a:lnTo>
                    <a:pt x="1271987" y="914369"/>
                  </a:lnTo>
                  <a:lnTo>
                    <a:pt x="1273059" y="914549"/>
                  </a:lnTo>
                  <a:lnTo>
                    <a:pt x="1274130" y="914731"/>
                  </a:lnTo>
                  <a:lnTo>
                    <a:pt x="1275202" y="914912"/>
                  </a:lnTo>
                  <a:lnTo>
                    <a:pt x="1276274" y="915095"/>
                  </a:lnTo>
                  <a:lnTo>
                    <a:pt x="1277345" y="915278"/>
                  </a:lnTo>
                  <a:lnTo>
                    <a:pt x="1278417" y="915462"/>
                  </a:lnTo>
                  <a:lnTo>
                    <a:pt x="1279488" y="915646"/>
                  </a:lnTo>
                  <a:lnTo>
                    <a:pt x="1280560" y="915831"/>
                  </a:lnTo>
                  <a:lnTo>
                    <a:pt x="1281632" y="916016"/>
                  </a:lnTo>
                  <a:lnTo>
                    <a:pt x="1282703" y="916202"/>
                  </a:lnTo>
                  <a:lnTo>
                    <a:pt x="1283775" y="916389"/>
                  </a:lnTo>
                  <a:lnTo>
                    <a:pt x="1284846" y="916576"/>
                  </a:lnTo>
                  <a:lnTo>
                    <a:pt x="1285918" y="916763"/>
                  </a:lnTo>
                  <a:lnTo>
                    <a:pt x="1286990" y="916951"/>
                  </a:lnTo>
                  <a:lnTo>
                    <a:pt x="1288061" y="917139"/>
                  </a:lnTo>
                  <a:lnTo>
                    <a:pt x="1289133" y="917328"/>
                  </a:lnTo>
                  <a:lnTo>
                    <a:pt x="1290204" y="917517"/>
                  </a:lnTo>
                  <a:lnTo>
                    <a:pt x="1291276" y="917707"/>
                  </a:lnTo>
                  <a:lnTo>
                    <a:pt x="1292348" y="917897"/>
                  </a:lnTo>
                  <a:lnTo>
                    <a:pt x="1293419" y="918087"/>
                  </a:lnTo>
                  <a:lnTo>
                    <a:pt x="1294491" y="918278"/>
                  </a:lnTo>
                  <a:lnTo>
                    <a:pt x="1295562" y="918469"/>
                  </a:lnTo>
                  <a:lnTo>
                    <a:pt x="1296634" y="918661"/>
                  </a:lnTo>
                  <a:lnTo>
                    <a:pt x="1297706" y="918853"/>
                  </a:lnTo>
                  <a:lnTo>
                    <a:pt x="1298777" y="919045"/>
                  </a:lnTo>
                  <a:lnTo>
                    <a:pt x="1299849" y="919237"/>
                  </a:lnTo>
                  <a:lnTo>
                    <a:pt x="1300920" y="919430"/>
                  </a:lnTo>
                  <a:lnTo>
                    <a:pt x="1301992" y="919622"/>
                  </a:lnTo>
                  <a:lnTo>
                    <a:pt x="1303064" y="919816"/>
                  </a:lnTo>
                  <a:lnTo>
                    <a:pt x="1304135" y="920009"/>
                  </a:lnTo>
                  <a:lnTo>
                    <a:pt x="1305207" y="920202"/>
                  </a:lnTo>
                  <a:lnTo>
                    <a:pt x="1306278" y="920396"/>
                  </a:lnTo>
                  <a:lnTo>
                    <a:pt x="1307350" y="920590"/>
                  </a:lnTo>
                  <a:lnTo>
                    <a:pt x="1308422" y="920784"/>
                  </a:lnTo>
                  <a:lnTo>
                    <a:pt x="1309493" y="920978"/>
                  </a:lnTo>
                  <a:lnTo>
                    <a:pt x="1310565" y="921173"/>
                  </a:lnTo>
                  <a:lnTo>
                    <a:pt x="1311636" y="921367"/>
                  </a:lnTo>
                  <a:lnTo>
                    <a:pt x="1312708" y="921562"/>
                  </a:lnTo>
                  <a:lnTo>
                    <a:pt x="1313780" y="921757"/>
                  </a:lnTo>
                  <a:lnTo>
                    <a:pt x="1314851" y="921951"/>
                  </a:lnTo>
                  <a:lnTo>
                    <a:pt x="1315923" y="922146"/>
                  </a:lnTo>
                  <a:lnTo>
                    <a:pt x="1316994" y="922341"/>
                  </a:lnTo>
                  <a:lnTo>
                    <a:pt x="1318066" y="922536"/>
                  </a:lnTo>
                  <a:lnTo>
                    <a:pt x="1319138" y="922731"/>
                  </a:lnTo>
                  <a:lnTo>
                    <a:pt x="1320209" y="922926"/>
                  </a:lnTo>
                  <a:lnTo>
                    <a:pt x="1321281" y="923121"/>
                  </a:lnTo>
                  <a:lnTo>
                    <a:pt x="1322352" y="923316"/>
                  </a:lnTo>
                  <a:lnTo>
                    <a:pt x="1323424" y="923511"/>
                  </a:lnTo>
                  <a:lnTo>
                    <a:pt x="1324496" y="923706"/>
                  </a:lnTo>
                  <a:lnTo>
                    <a:pt x="1325567" y="923900"/>
                  </a:lnTo>
                  <a:lnTo>
                    <a:pt x="1326639" y="924095"/>
                  </a:lnTo>
                  <a:lnTo>
                    <a:pt x="1327710" y="924290"/>
                  </a:lnTo>
                  <a:lnTo>
                    <a:pt x="1328782" y="924484"/>
                  </a:lnTo>
                  <a:lnTo>
                    <a:pt x="1329854" y="924679"/>
                  </a:lnTo>
                  <a:lnTo>
                    <a:pt x="1330925" y="924873"/>
                  </a:lnTo>
                  <a:lnTo>
                    <a:pt x="1331997" y="925067"/>
                  </a:lnTo>
                  <a:lnTo>
                    <a:pt x="1333068" y="925261"/>
                  </a:lnTo>
                  <a:lnTo>
                    <a:pt x="1334140" y="925455"/>
                  </a:lnTo>
                  <a:lnTo>
                    <a:pt x="1335212" y="925649"/>
                  </a:lnTo>
                  <a:lnTo>
                    <a:pt x="1336283" y="925842"/>
                  </a:lnTo>
                  <a:lnTo>
                    <a:pt x="1337355" y="926036"/>
                  </a:lnTo>
                  <a:lnTo>
                    <a:pt x="1338426" y="926229"/>
                  </a:lnTo>
                  <a:lnTo>
                    <a:pt x="1339498" y="926422"/>
                  </a:lnTo>
                  <a:lnTo>
                    <a:pt x="1340570" y="926614"/>
                  </a:lnTo>
                  <a:lnTo>
                    <a:pt x="1341641" y="926807"/>
                  </a:lnTo>
                  <a:lnTo>
                    <a:pt x="1342713" y="926999"/>
                  </a:lnTo>
                  <a:lnTo>
                    <a:pt x="1343784" y="927191"/>
                  </a:lnTo>
                  <a:lnTo>
                    <a:pt x="1344856" y="927383"/>
                  </a:lnTo>
                  <a:lnTo>
                    <a:pt x="1345928" y="927574"/>
                  </a:lnTo>
                  <a:lnTo>
                    <a:pt x="1346999" y="927765"/>
                  </a:lnTo>
                  <a:lnTo>
                    <a:pt x="1348071" y="927956"/>
                  </a:lnTo>
                  <a:lnTo>
                    <a:pt x="1349142" y="928146"/>
                  </a:lnTo>
                  <a:lnTo>
                    <a:pt x="1350214" y="928336"/>
                  </a:lnTo>
                  <a:lnTo>
                    <a:pt x="1351286" y="928526"/>
                  </a:lnTo>
                  <a:lnTo>
                    <a:pt x="1352357" y="928715"/>
                  </a:lnTo>
                  <a:lnTo>
                    <a:pt x="1353429" y="928904"/>
                  </a:lnTo>
                  <a:lnTo>
                    <a:pt x="1354500" y="929093"/>
                  </a:lnTo>
                  <a:lnTo>
                    <a:pt x="1355572" y="929281"/>
                  </a:lnTo>
                  <a:lnTo>
                    <a:pt x="1356644" y="929469"/>
                  </a:lnTo>
                  <a:lnTo>
                    <a:pt x="1357715" y="929656"/>
                  </a:lnTo>
                  <a:lnTo>
                    <a:pt x="1358787" y="929844"/>
                  </a:lnTo>
                  <a:lnTo>
                    <a:pt x="1359858" y="930030"/>
                  </a:lnTo>
                  <a:lnTo>
                    <a:pt x="1360930" y="930216"/>
                  </a:lnTo>
                  <a:lnTo>
                    <a:pt x="1362002" y="930402"/>
                  </a:lnTo>
                  <a:lnTo>
                    <a:pt x="1363073" y="930587"/>
                  </a:lnTo>
                  <a:lnTo>
                    <a:pt x="1364145" y="930772"/>
                  </a:lnTo>
                  <a:lnTo>
                    <a:pt x="1365216" y="930957"/>
                  </a:lnTo>
                  <a:lnTo>
                    <a:pt x="1366288" y="931140"/>
                  </a:lnTo>
                  <a:lnTo>
                    <a:pt x="1367360" y="931324"/>
                  </a:lnTo>
                  <a:lnTo>
                    <a:pt x="1368431" y="931507"/>
                  </a:lnTo>
                  <a:lnTo>
                    <a:pt x="1369503" y="931689"/>
                  </a:lnTo>
                  <a:lnTo>
                    <a:pt x="1370574" y="931871"/>
                  </a:lnTo>
                  <a:lnTo>
                    <a:pt x="1371646" y="932053"/>
                  </a:lnTo>
                  <a:lnTo>
                    <a:pt x="1372718" y="932234"/>
                  </a:lnTo>
                  <a:lnTo>
                    <a:pt x="1373789" y="932414"/>
                  </a:lnTo>
                  <a:lnTo>
                    <a:pt x="1374861" y="932594"/>
                  </a:lnTo>
                  <a:lnTo>
                    <a:pt x="1375932" y="932773"/>
                  </a:lnTo>
                  <a:lnTo>
                    <a:pt x="1377004" y="932952"/>
                  </a:lnTo>
                  <a:lnTo>
                    <a:pt x="1378076" y="933130"/>
                  </a:lnTo>
                  <a:lnTo>
                    <a:pt x="1379147" y="933308"/>
                  </a:lnTo>
                  <a:lnTo>
                    <a:pt x="1380219" y="933485"/>
                  </a:lnTo>
                  <a:lnTo>
                    <a:pt x="1381290" y="933661"/>
                  </a:lnTo>
                  <a:lnTo>
                    <a:pt x="1382362" y="933837"/>
                  </a:lnTo>
                  <a:lnTo>
                    <a:pt x="1383434" y="934013"/>
                  </a:lnTo>
                  <a:lnTo>
                    <a:pt x="1384505" y="934187"/>
                  </a:lnTo>
                  <a:lnTo>
                    <a:pt x="1385577" y="934362"/>
                  </a:lnTo>
                  <a:lnTo>
                    <a:pt x="1386648" y="934144"/>
                  </a:lnTo>
                  <a:lnTo>
                    <a:pt x="1387720" y="933398"/>
                  </a:lnTo>
                  <a:lnTo>
                    <a:pt x="1388792" y="932656"/>
                  </a:lnTo>
                  <a:lnTo>
                    <a:pt x="1389863" y="931918"/>
                  </a:lnTo>
                  <a:lnTo>
                    <a:pt x="1390935" y="931185"/>
                  </a:lnTo>
                  <a:lnTo>
                    <a:pt x="1392006" y="930456"/>
                  </a:lnTo>
                  <a:lnTo>
                    <a:pt x="1393078" y="929731"/>
                  </a:lnTo>
                  <a:lnTo>
                    <a:pt x="1394150" y="929011"/>
                  </a:lnTo>
                  <a:lnTo>
                    <a:pt x="1395221" y="928294"/>
                  </a:lnTo>
                  <a:lnTo>
                    <a:pt x="1396293" y="927582"/>
                  </a:lnTo>
                  <a:lnTo>
                    <a:pt x="1397364" y="926874"/>
                  </a:lnTo>
                  <a:lnTo>
                    <a:pt x="1398436" y="926171"/>
                  </a:lnTo>
                  <a:lnTo>
                    <a:pt x="1399508" y="925471"/>
                  </a:lnTo>
                  <a:lnTo>
                    <a:pt x="1400579" y="924776"/>
                  </a:lnTo>
                  <a:lnTo>
                    <a:pt x="1401651" y="924085"/>
                  </a:lnTo>
                  <a:lnTo>
                    <a:pt x="1402722" y="923398"/>
                  </a:lnTo>
                  <a:lnTo>
                    <a:pt x="1403794" y="922715"/>
                  </a:lnTo>
                  <a:lnTo>
                    <a:pt x="1404866" y="922036"/>
                  </a:lnTo>
                  <a:lnTo>
                    <a:pt x="1405937" y="921361"/>
                  </a:lnTo>
                  <a:lnTo>
                    <a:pt x="1407009" y="920690"/>
                  </a:lnTo>
                  <a:lnTo>
                    <a:pt x="1408080" y="920023"/>
                  </a:lnTo>
                  <a:lnTo>
                    <a:pt x="1409152" y="919361"/>
                  </a:lnTo>
                  <a:lnTo>
                    <a:pt x="1410224" y="918702"/>
                  </a:lnTo>
                  <a:lnTo>
                    <a:pt x="1411295" y="918047"/>
                  </a:lnTo>
                  <a:lnTo>
                    <a:pt x="1412367" y="917396"/>
                  </a:lnTo>
                  <a:lnTo>
                    <a:pt x="1413438" y="916749"/>
                  </a:lnTo>
                  <a:lnTo>
                    <a:pt x="1414510" y="916107"/>
                  </a:lnTo>
                  <a:lnTo>
                    <a:pt x="1415582" y="915467"/>
                  </a:lnTo>
                  <a:lnTo>
                    <a:pt x="1416653" y="914832"/>
                  </a:lnTo>
                  <a:lnTo>
                    <a:pt x="1417725" y="914201"/>
                  </a:lnTo>
                  <a:lnTo>
                    <a:pt x="1418796" y="913574"/>
                  </a:lnTo>
                  <a:lnTo>
                    <a:pt x="1419868" y="912950"/>
                  </a:lnTo>
                  <a:lnTo>
                    <a:pt x="1420939" y="912330"/>
                  </a:lnTo>
                  <a:lnTo>
                    <a:pt x="1422011" y="911714"/>
                  </a:lnTo>
                  <a:lnTo>
                    <a:pt x="1423083" y="911102"/>
                  </a:lnTo>
                  <a:lnTo>
                    <a:pt x="1424154" y="910493"/>
                  </a:lnTo>
                  <a:lnTo>
                    <a:pt x="1425226" y="909888"/>
                  </a:lnTo>
                  <a:lnTo>
                    <a:pt x="1426297" y="909287"/>
                  </a:lnTo>
                  <a:lnTo>
                    <a:pt x="1427369" y="908690"/>
                  </a:lnTo>
                  <a:lnTo>
                    <a:pt x="1428441" y="908096"/>
                  </a:lnTo>
                  <a:lnTo>
                    <a:pt x="1429512" y="907506"/>
                  </a:lnTo>
                  <a:lnTo>
                    <a:pt x="1430584" y="906919"/>
                  </a:lnTo>
                  <a:lnTo>
                    <a:pt x="1431655" y="906336"/>
                  </a:lnTo>
                  <a:lnTo>
                    <a:pt x="1432727" y="905757"/>
                  </a:lnTo>
                  <a:lnTo>
                    <a:pt x="1433799" y="905181"/>
                  </a:lnTo>
                  <a:lnTo>
                    <a:pt x="1434870" y="904609"/>
                  </a:lnTo>
                  <a:lnTo>
                    <a:pt x="1435942" y="904040"/>
                  </a:lnTo>
                  <a:lnTo>
                    <a:pt x="1437013" y="903475"/>
                  </a:lnTo>
                  <a:lnTo>
                    <a:pt x="1438085" y="902913"/>
                  </a:lnTo>
                  <a:lnTo>
                    <a:pt x="1439157" y="902355"/>
                  </a:lnTo>
                  <a:lnTo>
                    <a:pt x="1440228" y="901800"/>
                  </a:lnTo>
                  <a:lnTo>
                    <a:pt x="1441300" y="901249"/>
                  </a:lnTo>
                  <a:lnTo>
                    <a:pt x="1442371" y="900700"/>
                  </a:lnTo>
                  <a:lnTo>
                    <a:pt x="1443443" y="900156"/>
                  </a:lnTo>
                  <a:lnTo>
                    <a:pt x="1444515" y="899614"/>
                  </a:lnTo>
                  <a:lnTo>
                    <a:pt x="1445586" y="899076"/>
                  </a:lnTo>
                  <a:lnTo>
                    <a:pt x="1446658" y="898541"/>
                  </a:lnTo>
                  <a:lnTo>
                    <a:pt x="1447729" y="898010"/>
                  </a:lnTo>
                  <a:lnTo>
                    <a:pt x="1448801" y="897482"/>
                  </a:lnTo>
                  <a:lnTo>
                    <a:pt x="1449873" y="896957"/>
                  </a:lnTo>
                  <a:lnTo>
                    <a:pt x="1450944" y="896435"/>
                  </a:lnTo>
                  <a:lnTo>
                    <a:pt x="1452016" y="895916"/>
                  </a:lnTo>
                  <a:lnTo>
                    <a:pt x="1453087" y="895401"/>
                  </a:lnTo>
                  <a:lnTo>
                    <a:pt x="1454159" y="894888"/>
                  </a:lnTo>
                  <a:lnTo>
                    <a:pt x="1455231" y="894379"/>
                  </a:lnTo>
                  <a:lnTo>
                    <a:pt x="1456302" y="893873"/>
                  </a:lnTo>
                  <a:lnTo>
                    <a:pt x="1457374" y="893370"/>
                  </a:lnTo>
                  <a:lnTo>
                    <a:pt x="1458445" y="892870"/>
                  </a:lnTo>
                  <a:lnTo>
                    <a:pt x="1459517" y="892373"/>
                  </a:lnTo>
                  <a:lnTo>
                    <a:pt x="1460589" y="891879"/>
                  </a:lnTo>
                  <a:lnTo>
                    <a:pt x="1461660" y="891388"/>
                  </a:lnTo>
                  <a:lnTo>
                    <a:pt x="1462732" y="890900"/>
                  </a:lnTo>
                  <a:lnTo>
                    <a:pt x="1463803" y="890414"/>
                  </a:lnTo>
                  <a:lnTo>
                    <a:pt x="1464875" y="889932"/>
                  </a:lnTo>
                  <a:lnTo>
                    <a:pt x="1465947" y="889453"/>
                  </a:lnTo>
                  <a:lnTo>
                    <a:pt x="1467018" y="888976"/>
                  </a:lnTo>
                  <a:lnTo>
                    <a:pt x="1468090" y="888503"/>
                  </a:lnTo>
                  <a:lnTo>
                    <a:pt x="1469161" y="888032"/>
                  </a:lnTo>
                  <a:lnTo>
                    <a:pt x="1470233" y="887564"/>
                  </a:lnTo>
                  <a:lnTo>
                    <a:pt x="1471305" y="887099"/>
                  </a:lnTo>
                  <a:lnTo>
                    <a:pt x="1472376" y="886636"/>
                  </a:lnTo>
                  <a:lnTo>
                    <a:pt x="1473448" y="886176"/>
                  </a:lnTo>
                  <a:lnTo>
                    <a:pt x="1474519" y="885719"/>
                  </a:lnTo>
                  <a:lnTo>
                    <a:pt x="1475591" y="885265"/>
                  </a:lnTo>
                  <a:lnTo>
                    <a:pt x="1476663" y="884813"/>
                  </a:lnTo>
                  <a:lnTo>
                    <a:pt x="1477734" y="884364"/>
                  </a:lnTo>
                  <a:lnTo>
                    <a:pt x="1478806" y="883917"/>
                  </a:lnTo>
                  <a:lnTo>
                    <a:pt x="1479877" y="883473"/>
                  </a:lnTo>
                  <a:lnTo>
                    <a:pt x="1480949" y="883032"/>
                  </a:lnTo>
                  <a:lnTo>
                    <a:pt x="1482021" y="882593"/>
                  </a:lnTo>
                  <a:lnTo>
                    <a:pt x="1483092" y="882156"/>
                  </a:lnTo>
                  <a:lnTo>
                    <a:pt x="1484164" y="881722"/>
                  </a:lnTo>
                  <a:lnTo>
                    <a:pt x="1485235" y="881291"/>
                  </a:lnTo>
                  <a:lnTo>
                    <a:pt x="1486307" y="880862"/>
                  </a:lnTo>
                  <a:lnTo>
                    <a:pt x="1487379" y="880435"/>
                  </a:lnTo>
                  <a:lnTo>
                    <a:pt x="1488450" y="880011"/>
                  </a:lnTo>
                  <a:lnTo>
                    <a:pt x="1489522" y="879589"/>
                  </a:lnTo>
                  <a:lnTo>
                    <a:pt x="1490593" y="879170"/>
                  </a:lnTo>
                  <a:lnTo>
                    <a:pt x="1491665" y="878752"/>
                  </a:lnTo>
                  <a:lnTo>
                    <a:pt x="1492737" y="878337"/>
                  </a:lnTo>
                  <a:lnTo>
                    <a:pt x="1493808" y="877925"/>
                  </a:lnTo>
                  <a:lnTo>
                    <a:pt x="1494880" y="877514"/>
                  </a:lnTo>
                  <a:lnTo>
                    <a:pt x="1495951" y="877106"/>
                  </a:lnTo>
                  <a:lnTo>
                    <a:pt x="1497023" y="876700"/>
                  </a:lnTo>
                  <a:lnTo>
                    <a:pt x="1498095" y="876296"/>
                  </a:lnTo>
                  <a:lnTo>
                    <a:pt x="1499166" y="875895"/>
                  </a:lnTo>
                  <a:lnTo>
                    <a:pt x="1500238" y="875495"/>
                  </a:lnTo>
                  <a:lnTo>
                    <a:pt x="1501309" y="875098"/>
                  </a:lnTo>
                  <a:lnTo>
                    <a:pt x="1502381" y="874702"/>
                  </a:lnTo>
                  <a:lnTo>
                    <a:pt x="1503453" y="874309"/>
                  </a:lnTo>
                  <a:lnTo>
                    <a:pt x="1504524" y="873918"/>
                  </a:lnTo>
                  <a:lnTo>
                    <a:pt x="1505596" y="873528"/>
                  </a:lnTo>
                  <a:lnTo>
                    <a:pt x="1506667" y="873141"/>
                  </a:lnTo>
                  <a:lnTo>
                    <a:pt x="1507739" y="872756"/>
                  </a:lnTo>
                  <a:lnTo>
                    <a:pt x="1508811" y="872372"/>
                  </a:lnTo>
                  <a:lnTo>
                    <a:pt x="1509882" y="871991"/>
                  </a:lnTo>
                  <a:lnTo>
                    <a:pt x="1510954" y="871611"/>
                  </a:lnTo>
                  <a:lnTo>
                    <a:pt x="1512025" y="871233"/>
                  </a:lnTo>
                  <a:lnTo>
                    <a:pt x="1513097" y="870857"/>
                  </a:lnTo>
                  <a:lnTo>
                    <a:pt x="1514169" y="870483"/>
                  </a:lnTo>
                  <a:lnTo>
                    <a:pt x="1515240" y="870111"/>
                  </a:lnTo>
                  <a:lnTo>
                    <a:pt x="1516312" y="869741"/>
                  </a:lnTo>
                  <a:lnTo>
                    <a:pt x="1517383" y="869372"/>
                  </a:lnTo>
                  <a:lnTo>
                    <a:pt x="1518455" y="869005"/>
                  </a:lnTo>
                  <a:lnTo>
                    <a:pt x="1519527" y="868639"/>
                  </a:lnTo>
                  <a:lnTo>
                    <a:pt x="1520598" y="868276"/>
                  </a:lnTo>
                  <a:lnTo>
                    <a:pt x="1521670" y="867914"/>
                  </a:lnTo>
                  <a:lnTo>
                    <a:pt x="1522741" y="867553"/>
                  </a:lnTo>
                  <a:lnTo>
                    <a:pt x="1523813" y="867195"/>
                  </a:lnTo>
                  <a:lnTo>
                    <a:pt x="1524885" y="866837"/>
                  </a:lnTo>
                  <a:lnTo>
                    <a:pt x="1525956" y="866482"/>
                  </a:lnTo>
                  <a:lnTo>
                    <a:pt x="1527028" y="866128"/>
                  </a:lnTo>
                  <a:lnTo>
                    <a:pt x="1528099" y="865775"/>
                  </a:lnTo>
                  <a:lnTo>
                    <a:pt x="1529171" y="865424"/>
                  </a:lnTo>
                  <a:lnTo>
                    <a:pt x="1530243" y="865075"/>
                  </a:lnTo>
                  <a:lnTo>
                    <a:pt x="1531314" y="864727"/>
                  </a:lnTo>
                  <a:lnTo>
                    <a:pt x="1532386" y="864380"/>
                  </a:lnTo>
                  <a:lnTo>
                    <a:pt x="1533457" y="864035"/>
                  </a:lnTo>
                  <a:lnTo>
                    <a:pt x="1534529" y="863691"/>
                  </a:lnTo>
                  <a:lnTo>
                    <a:pt x="1535601" y="863348"/>
                  </a:lnTo>
                  <a:lnTo>
                    <a:pt x="1536672" y="863007"/>
                  </a:lnTo>
                  <a:lnTo>
                    <a:pt x="1537744" y="862667"/>
                  </a:lnTo>
                  <a:lnTo>
                    <a:pt x="1538815" y="862329"/>
                  </a:lnTo>
                  <a:lnTo>
                    <a:pt x="1539887" y="861992"/>
                  </a:lnTo>
                  <a:lnTo>
                    <a:pt x="1540959" y="861656"/>
                  </a:lnTo>
                  <a:lnTo>
                    <a:pt x="1542030" y="861321"/>
                  </a:lnTo>
                  <a:lnTo>
                    <a:pt x="1543102" y="860987"/>
                  </a:lnTo>
                  <a:lnTo>
                    <a:pt x="1544173" y="860655"/>
                  </a:lnTo>
                  <a:lnTo>
                    <a:pt x="1545245" y="860324"/>
                  </a:lnTo>
                  <a:lnTo>
                    <a:pt x="1546317" y="859994"/>
                  </a:lnTo>
                  <a:lnTo>
                    <a:pt x="1547388" y="859665"/>
                  </a:lnTo>
                  <a:lnTo>
                    <a:pt x="1548460" y="859337"/>
                  </a:lnTo>
                  <a:lnTo>
                    <a:pt x="1549531" y="859011"/>
                  </a:lnTo>
                  <a:lnTo>
                    <a:pt x="1550603" y="858685"/>
                  </a:lnTo>
                  <a:lnTo>
                    <a:pt x="1551675" y="858361"/>
                  </a:lnTo>
                  <a:lnTo>
                    <a:pt x="1552746" y="858037"/>
                  </a:lnTo>
                  <a:lnTo>
                    <a:pt x="1553818" y="857715"/>
                  </a:lnTo>
                  <a:lnTo>
                    <a:pt x="1554889" y="857393"/>
                  </a:lnTo>
                  <a:lnTo>
                    <a:pt x="1555961" y="857073"/>
                  </a:lnTo>
                  <a:lnTo>
                    <a:pt x="1557033" y="856753"/>
                  </a:lnTo>
                  <a:lnTo>
                    <a:pt x="1558104" y="856435"/>
                  </a:lnTo>
                  <a:lnTo>
                    <a:pt x="1559176" y="856117"/>
                  </a:lnTo>
                  <a:lnTo>
                    <a:pt x="1560247" y="855800"/>
                  </a:lnTo>
                  <a:lnTo>
                    <a:pt x="1561319" y="855485"/>
                  </a:lnTo>
                  <a:lnTo>
                    <a:pt x="1562391" y="855170"/>
                  </a:lnTo>
                  <a:lnTo>
                    <a:pt x="1563462" y="854855"/>
                  </a:lnTo>
                  <a:lnTo>
                    <a:pt x="1564534" y="854542"/>
                  </a:lnTo>
                  <a:lnTo>
                    <a:pt x="1565605" y="854230"/>
                  </a:lnTo>
                  <a:lnTo>
                    <a:pt x="1566677" y="853918"/>
                  </a:lnTo>
                  <a:lnTo>
                    <a:pt x="1567749" y="853607"/>
                  </a:lnTo>
                  <a:lnTo>
                    <a:pt x="1568820" y="853297"/>
                  </a:lnTo>
                  <a:lnTo>
                    <a:pt x="1569892" y="852987"/>
                  </a:lnTo>
                  <a:lnTo>
                    <a:pt x="1570963" y="852678"/>
                  </a:lnTo>
                  <a:lnTo>
                    <a:pt x="1572035" y="852370"/>
                  </a:lnTo>
                  <a:lnTo>
                    <a:pt x="1573107" y="852063"/>
                  </a:lnTo>
                  <a:lnTo>
                    <a:pt x="1574178" y="851756"/>
                  </a:lnTo>
                  <a:lnTo>
                    <a:pt x="1575250" y="851450"/>
                  </a:lnTo>
                  <a:lnTo>
                    <a:pt x="1576321" y="851145"/>
                  </a:lnTo>
                  <a:lnTo>
                    <a:pt x="1577393" y="850840"/>
                  </a:lnTo>
                  <a:lnTo>
                    <a:pt x="1578465" y="850535"/>
                  </a:lnTo>
                  <a:lnTo>
                    <a:pt x="1579536" y="850232"/>
                  </a:lnTo>
                  <a:lnTo>
                    <a:pt x="1580608" y="849929"/>
                  </a:lnTo>
                  <a:lnTo>
                    <a:pt x="1581679" y="849626"/>
                  </a:lnTo>
                  <a:lnTo>
                    <a:pt x="1582751" y="849324"/>
                  </a:lnTo>
                  <a:lnTo>
                    <a:pt x="1583823" y="849023"/>
                  </a:lnTo>
                  <a:lnTo>
                    <a:pt x="1584894" y="848722"/>
                  </a:lnTo>
                  <a:lnTo>
                    <a:pt x="1585966" y="848421"/>
                  </a:lnTo>
                  <a:lnTo>
                    <a:pt x="1587037" y="848121"/>
                  </a:lnTo>
                  <a:lnTo>
                    <a:pt x="1588109" y="847822"/>
                  </a:lnTo>
                  <a:lnTo>
                    <a:pt x="1589181" y="847523"/>
                  </a:lnTo>
                  <a:lnTo>
                    <a:pt x="1590252" y="847224"/>
                  </a:lnTo>
                  <a:lnTo>
                    <a:pt x="1591324" y="846926"/>
                  </a:lnTo>
                  <a:lnTo>
                    <a:pt x="1592395" y="846628"/>
                  </a:lnTo>
                  <a:lnTo>
                    <a:pt x="1593467" y="846330"/>
                  </a:lnTo>
                  <a:lnTo>
                    <a:pt x="1594539" y="846033"/>
                  </a:lnTo>
                  <a:lnTo>
                    <a:pt x="1595610" y="845736"/>
                  </a:lnTo>
                  <a:lnTo>
                    <a:pt x="1596682" y="845440"/>
                  </a:lnTo>
                  <a:lnTo>
                    <a:pt x="1597753" y="845144"/>
                  </a:lnTo>
                  <a:lnTo>
                    <a:pt x="1598825" y="844848"/>
                  </a:lnTo>
                  <a:lnTo>
                    <a:pt x="1599896" y="844553"/>
                  </a:lnTo>
                  <a:lnTo>
                    <a:pt x="1600968" y="844257"/>
                  </a:lnTo>
                  <a:lnTo>
                    <a:pt x="1602040" y="843962"/>
                  </a:lnTo>
                  <a:lnTo>
                    <a:pt x="1603111" y="843668"/>
                  </a:lnTo>
                  <a:lnTo>
                    <a:pt x="1604183" y="843373"/>
                  </a:lnTo>
                  <a:lnTo>
                    <a:pt x="1605254" y="843079"/>
                  </a:lnTo>
                  <a:lnTo>
                    <a:pt x="1606326" y="842785"/>
                  </a:lnTo>
                  <a:lnTo>
                    <a:pt x="1607398" y="842491"/>
                  </a:lnTo>
                  <a:lnTo>
                    <a:pt x="1608469" y="842198"/>
                  </a:lnTo>
                  <a:lnTo>
                    <a:pt x="1609541" y="841905"/>
                  </a:lnTo>
                  <a:lnTo>
                    <a:pt x="1610612" y="841611"/>
                  </a:lnTo>
                  <a:lnTo>
                    <a:pt x="1611684" y="841318"/>
                  </a:lnTo>
                  <a:lnTo>
                    <a:pt x="1612756" y="841026"/>
                  </a:lnTo>
                  <a:lnTo>
                    <a:pt x="1613827" y="840733"/>
                  </a:lnTo>
                  <a:lnTo>
                    <a:pt x="1614899" y="840440"/>
                  </a:lnTo>
                  <a:lnTo>
                    <a:pt x="1615970" y="840148"/>
                  </a:lnTo>
                  <a:lnTo>
                    <a:pt x="1617042" y="839855"/>
                  </a:lnTo>
                  <a:lnTo>
                    <a:pt x="1618114" y="839563"/>
                  </a:lnTo>
                  <a:lnTo>
                    <a:pt x="1619185" y="839271"/>
                  </a:lnTo>
                  <a:lnTo>
                    <a:pt x="1620257" y="838979"/>
                  </a:lnTo>
                  <a:lnTo>
                    <a:pt x="1621328" y="838687"/>
                  </a:lnTo>
                  <a:lnTo>
                    <a:pt x="1622400" y="838395"/>
                  </a:lnTo>
                  <a:lnTo>
                    <a:pt x="1623472" y="838103"/>
                  </a:lnTo>
                  <a:lnTo>
                    <a:pt x="1624543" y="837811"/>
                  </a:lnTo>
                  <a:lnTo>
                    <a:pt x="1625615" y="837519"/>
                  </a:lnTo>
                  <a:lnTo>
                    <a:pt x="1626686" y="837228"/>
                  </a:lnTo>
                  <a:lnTo>
                    <a:pt x="1627758" y="836936"/>
                  </a:lnTo>
                  <a:lnTo>
                    <a:pt x="1628830" y="836644"/>
                  </a:lnTo>
                  <a:lnTo>
                    <a:pt x="1629901" y="836352"/>
                  </a:lnTo>
                  <a:lnTo>
                    <a:pt x="1630973" y="836060"/>
                  </a:lnTo>
                  <a:lnTo>
                    <a:pt x="1632044" y="835768"/>
                  </a:lnTo>
                  <a:lnTo>
                    <a:pt x="1633116" y="835477"/>
                  </a:lnTo>
                  <a:lnTo>
                    <a:pt x="1634188" y="835185"/>
                  </a:lnTo>
                  <a:lnTo>
                    <a:pt x="1635259" y="834893"/>
                  </a:lnTo>
                  <a:lnTo>
                    <a:pt x="1636331" y="834601"/>
                  </a:lnTo>
                  <a:lnTo>
                    <a:pt x="1637402" y="834308"/>
                  </a:lnTo>
                  <a:lnTo>
                    <a:pt x="1638474" y="834016"/>
                  </a:lnTo>
                  <a:lnTo>
                    <a:pt x="1639546" y="833724"/>
                  </a:lnTo>
                  <a:lnTo>
                    <a:pt x="1640617" y="833432"/>
                  </a:lnTo>
                  <a:lnTo>
                    <a:pt x="1641689" y="833139"/>
                  </a:lnTo>
                  <a:lnTo>
                    <a:pt x="1642760" y="832847"/>
                  </a:lnTo>
                  <a:lnTo>
                    <a:pt x="1643832" y="832554"/>
                  </a:lnTo>
                  <a:lnTo>
                    <a:pt x="1644904" y="832261"/>
                  </a:lnTo>
                  <a:lnTo>
                    <a:pt x="1645975" y="831968"/>
                  </a:lnTo>
                  <a:lnTo>
                    <a:pt x="1647047" y="831675"/>
                  </a:lnTo>
                  <a:lnTo>
                    <a:pt x="1648118" y="831382"/>
                  </a:lnTo>
                  <a:lnTo>
                    <a:pt x="1649190" y="831089"/>
                  </a:lnTo>
                  <a:lnTo>
                    <a:pt x="1650262" y="830795"/>
                  </a:lnTo>
                  <a:lnTo>
                    <a:pt x="1651333" y="830502"/>
                  </a:lnTo>
                  <a:lnTo>
                    <a:pt x="1652405" y="830208"/>
                  </a:lnTo>
                  <a:lnTo>
                    <a:pt x="1653476" y="829914"/>
                  </a:lnTo>
                  <a:lnTo>
                    <a:pt x="1654548" y="829620"/>
                  </a:lnTo>
                  <a:lnTo>
                    <a:pt x="1655620" y="829326"/>
                  </a:lnTo>
                  <a:lnTo>
                    <a:pt x="1656691" y="829031"/>
                  </a:lnTo>
                  <a:lnTo>
                    <a:pt x="1657763" y="828736"/>
                  </a:lnTo>
                  <a:lnTo>
                    <a:pt x="1658834" y="828442"/>
                  </a:lnTo>
                  <a:lnTo>
                    <a:pt x="1659906" y="828146"/>
                  </a:lnTo>
                  <a:lnTo>
                    <a:pt x="1660978" y="827851"/>
                  </a:lnTo>
                  <a:lnTo>
                    <a:pt x="1662049" y="827556"/>
                  </a:lnTo>
                  <a:lnTo>
                    <a:pt x="1663121" y="827260"/>
                  </a:lnTo>
                  <a:lnTo>
                    <a:pt x="1664192" y="826964"/>
                  </a:lnTo>
                  <a:lnTo>
                    <a:pt x="1665264" y="826668"/>
                  </a:lnTo>
                  <a:lnTo>
                    <a:pt x="1666336" y="826372"/>
                  </a:lnTo>
                  <a:lnTo>
                    <a:pt x="1667407" y="826075"/>
                  </a:lnTo>
                  <a:lnTo>
                    <a:pt x="1668479" y="825778"/>
                  </a:lnTo>
                  <a:lnTo>
                    <a:pt x="1669550" y="825481"/>
                  </a:lnTo>
                  <a:lnTo>
                    <a:pt x="1670622" y="825184"/>
                  </a:lnTo>
                  <a:lnTo>
                    <a:pt x="1671694" y="824886"/>
                  </a:lnTo>
                  <a:lnTo>
                    <a:pt x="1672765" y="824588"/>
                  </a:lnTo>
                  <a:lnTo>
                    <a:pt x="1673837" y="824290"/>
                  </a:lnTo>
                  <a:lnTo>
                    <a:pt x="1674908" y="823992"/>
                  </a:lnTo>
                  <a:lnTo>
                    <a:pt x="1675980" y="823693"/>
                  </a:lnTo>
                  <a:lnTo>
                    <a:pt x="1677052" y="823394"/>
                  </a:lnTo>
                  <a:lnTo>
                    <a:pt x="1678123" y="823095"/>
                  </a:lnTo>
                  <a:lnTo>
                    <a:pt x="1679195" y="822796"/>
                  </a:lnTo>
                  <a:lnTo>
                    <a:pt x="1680266" y="822496"/>
                  </a:lnTo>
                  <a:lnTo>
                    <a:pt x="1681338" y="822196"/>
                  </a:lnTo>
                  <a:lnTo>
                    <a:pt x="1682410" y="821896"/>
                  </a:lnTo>
                  <a:lnTo>
                    <a:pt x="1683481" y="821596"/>
                  </a:lnTo>
                  <a:lnTo>
                    <a:pt x="1684553" y="821295"/>
                  </a:lnTo>
                  <a:lnTo>
                    <a:pt x="1685624" y="820994"/>
                  </a:lnTo>
                  <a:lnTo>
                    <a:pt x="1686696" y="820692"/>
                  </a:lnTo>
                  <a:lnTo>
                    <a:pt x="1687768" y="820391"/>
                  </a:lnTo>
                  <a:lnTo>
                    <a:pt x="1688839" y="820089"/>
                  </a:lnTo>
                  <a:lnTo>
                    <a:pt x="1689911" y="819787"/>
                  </a:lnTo>
                  <a:lnTo>
                    <a:pt x="1690982" y="819484"/>
                  </a:lnTo>
                  <a:lnTo>
                    <a:pt x="1692054" y="819181"/>
                  </a:lnTo>
                  <a:lnTo>
                    <a:pt x="1693126" y="818878"/>
                  </a:lnTo>
                  <a:lnTo>
                    <a:pt x="1694197" y="818575"/>
                  </a:lnTo>
                  <a:lnTo>
                    <a:pt x="1695269" y="818271"/>
                  </a:lnTo>
                  <a:lnTo>
                    <a:pt x="1696340" y="817967"/>
                  </a:lnTo>
                  <a:lnTo>
                    <a:pt x="1697412" y="817662"/>
                  </a:lnTo>
                  <a:lnTo>
                    <a:pt x="1698484" y="817358"/>
                  </a:lnTo>
                  <a:lnTo>
                    <a:pt x="1699555" y="817053"/>
                  </a:lnTo>
                  <a:lnTo>
                    <a:pt x="1700627" y="816747"/>
                  </a:lnTo>
                  <a:lnTo>
                    <a:pt x="1701698" y="816442"/>
                  </a:lnTo>
                  <a:lnTo>
                    <a:pt x="1702770" y="816136"/>
                  </a:lnTo>
                  <a:lnTo>
                    <a:pt x="1703842" y="815830"/>
                  </a:lnTo>
                  <a:lnTo>
                    <a:pt x="1704913" y="815523"/>
                  </a:lnTo>
                  <a:lnTo>
                    <a:pt x="1705985" y="815216"/>
                  </a:lnTo>
                  <a:lnTo>
                    <a:pt x="1707056" y="814909"/>
                  </a:lnTo>
                  <a:lnTo>
                    <a:pt x="1708128" y="814602"/>
                  </a:lnTo>
                  <a:lnTo>
                    <a:pt x="1709200" y="814294"/>
                  </a:lnTo>
                  <a:lnTo>
                    <a:pt x="1710271" y="813986"/>
                  </a:lnTo>
                  <a:lnTo>
                    <a:pt x="1711343" y="813678"/>
                  </a:lnTo>
                  <a:lnTo>
                    <a:pt x="1712414" y="813369"/>
                  </a:lnTo>
                  <a:lnTo>
                    <a:pt x="1713486" y="813060"/>
                  </a:lnTo>
                  <a:lnTo>
                    <a:pt x="1714558" y="812750"/>
                  </a:lnTo>
                  <a:lnTo>
                    <a:pt x="1715629" y="812441"/>
                  </a:lnTo>
                  <a:lnTo>
                    <a:pt x="1716701" y="812131"/>
                  </a:lnTo>
                  <a:lnTo>
                    <a:pt x="1717772" y="811820"/>
                  </a:lnTo>
                  <a:lnTo>
                    <a:pt x="1718844" y="811510"/>
                  </a:lnTo>
                  <a:lnTo>
                    <a:pt x="1719916" y="811199"/>
                  </a:lnTo>
                  <a:lnTo>
                    <a:pt x="1720987" y="810888"/>
                  </a:lnTo>
                  <a:lnTo>
                    <a:pt x="1722059" y="810576"/>
                  </a:lnTo>
                  <a:lnTo>
                    <a:pt x="1723130" y="810264"/>
                  </a:lnTo>
                  <a:lnTo>
                    <a:pt x="1724202" y="809952"/>
                  </a:lnTo>
                  <a:lnTo>
                    <a:pt x="1725274" y="809640"/>
                  </a:lnTo>
                  <a:lnTo>
                    <a:pt x="1726345" y="809327"/>
                  </a:lnTo>
                  <a:lnTo>
                    <a:pt x="1727417" y="809014"/>
                  </a:lnTo>
                  <a:lnTo>
                    <a:pt x="1728488" y="808700"/>
                  </a:lnTo>
                  <a:lnTo>
                    <a:pt x="1729560" y="808386"/>
                  </a:lnTo>
                  <a:lnTo>
                    <a:pt x="1730632" y="808072"/>
                  </a:lnTo>
                  <a:lnTo>
                    <a:pt x="1731703" y="807758"/>
                  </a:lnTo>
                  <a:lnTo>
                    <a:pt x="1732775" y="807443"/>
                  </a:lnTo>
                  <a:lnTo>
                    <a:pt x="1733846" y="807128"/>
                  </a:lnTo>
                  <a:lnTo>
                    <a:pt x="1734918" y="806813"/>
                  </a:lnTo>
                  <a:lnTo>
                    <a:pt x="1735990" y="806498"/>
                  </a:lnTo>
                  <a:lnTo>
                    <a:pt x="1737061" y="806182"/>
                  </a:lnTo>
                  <a:lnTo>
                    <a:pt x="1738133" y="805866"/>
                  </a:lnTo>
                  <a:lnTo>
                    <a:pt x="1739204" y="805549"/>
                  </a:lnTo>
                  <a:lnTo>
                    <a:pt x="1740276" y="805232"/>
                  </a:lnTo>
                  <a:lnTo>
                    <a:pt x="1741348" y="804915"/>
                  </a:lnTo>
                  <a:lnTo>
                    <a:pt x="1742419" y="804598"/>
                  </a:lnTo>
                  <a:lnTo>
                    <a:pt x="1743491" y="804280"/>
                  </a:lnTo>
                  <a:lnTo>
                    <a:pt x="1744562" y="803962"/>
                  </a:lnTo>
                  <a:lnTo>
                    <a:pt x="1745634" y="803644"/>
                  </a:lnTo>
                  <a:lnTo>
                    <a:pt x="1746706" y="803326"/>
                  </a:lnTo>
                  <a:lnTo>
                    <a:pt x="1747777" y="803007"/>
                  </a:lnTo>
                  <a:lnTo>
                    <a:pt x="1748849" y="802688"/>
                  </a:lnTo>
                  <a:lnTo>
                    <a:pt x="1749920" y="802368"/>
                  </a:lnTo>
                  <a:lnTo>
                    <a:pt x="1750992" y="802049"/>
                  </a:lnTo>
                  <a:lnTo>
                    <a:pt x="1752064" y="801729"/>
                  </a:lnTo>
                  <a:lnTo>
                    <a:pt x="1753135" y="801409"/>
                  </a:lnTo>
                  <a:lnTo>
                    <a:pt x="1754207" y="801088"/>
                  </a:lnTo>
                  <a:lnTo>
                    <a:pt x="1755278" y="800767"/>
                  </a:lnTo>
                  <a:lnTo>
                    <a:pt x="1756350" y="800446"/>
                  </a:lnTo>
                  <a:lnTo>
                    <a:pt x="1757422" y="800125"/>
                  </a:lnTo>
                  <a:lnTo>
                    <a:pt x="1758493" y="799804"/>
                  </a:lnTo>
                  <a:lnTo>
                    <a:pt x="1759565" y="799482"/>
                  </a:lnTo>
                  <a:lnTo>
                    <a:pt x="1760636" y="799160"/>
                  </a:lnTo>
                  <a:lnTo>
                    <a:pt x="1761708" y="798838"/>
                  </a:lnTo>
                  <a:lnTo>
                    <a:pt x="1762780" y="798515"/>
                  </a:lnTo>
                  <a:lnTo>
                    <a:pt x="1763851" y="798192"/>
                  </a:lnTo>
                  <a:lnTo>
                    <a:pt x="1764923" y="797869"/>
                  </a:lnTo>
                  <a:lnTo>
                    <a:pt x="1765994" y="797546"/>
                  </a:lnTo>
                  <a:lnTo>
                    <a:pt x="1767066" y="797222"/>
                  </a:lnTo>
                  <a:lnTo>
                    <a:pt x="1768138" y="796898"/>
                  </a:lnTo>
                  <a:lnTo>
                    <a:pt x="1769209" y="796574"/>
                  </a:lnTo>
                  <a:lnTo>
                    <a:pt x="1770281" y="796250"/>
                  </a:lnTo>
                  <a:lnTo>
                    <a:pt x="1771352" y="795926"/>
                  </a:lnTo>
                  <a:lnTo>
                    <a:pt x="1772424" y="795601"/>
                  </a:lnTo>
                  <a:lnTo>
                    <a:pt x="1773496" y="795276"/>
                  </a:lnTo>
                  <a:lnTo>
                    <a:pt x="1774567" y="794951"/>
                  </a:lnTo>
                  <a:lnTo>
                    <a:pt x="1775639" y="794625"/>
                  </a:lnTo>
                  <a:lnTo>
                    <a:pt x="1776710" y="794300"/>
                  </a:lnTo>
                  <a:lnTo>
                    <a:pt x="1777782" y="793974"/>
                  </a:lnTo>
                  <a:lnTo>
                    <a:pt x="1778853" y="793648"/>
                  </a:lnTo>
                  <a:lnTo>
                    <a:pt x="1779925" y="793322"/>
                  </a:lnTo>
                  <a:lnTo>
                    <a:pt x="1780997" y="792995"/>
                  </a:lnTo>
                  <a:lnTo>
                    <a:pt x="1782068" y="792668"/>
                  </a:lnTo>
                  <a:lnTo>
                    <a:pt x="1783140" y="792341"/>
                  </a:lnTo>
                  <a:lnTo>
                    <a:pt x="1784211" y="792014"/>
                  </a:lnTo>
                  <a:lnTo>
                    <a:pt x="1785283" y="791687"/>
                  </a:lnTo>
                  <a:lnTo>
                    <a:pt x="1786355" y="791360"/>
                  </a:lnTo>
                  <a:lnTo>
                    <a:pt x="1787426" y="791032"/>
                  </a:lnTo>
                  <a:lnTo>
                    <a:pt x="1788498" y="790704"/>
                  </a:lnTo>
                  <a:lnTo>
                    <a:pt x="1789569" y="790376"/>
                  </a:lnTo>
                  <a:lnTo>
                    <a:pt x="1790641" y="790048"/>
                  </a:lnTo>
                  <a:lnTo>
                    <a:pt x="1791713" y="789719"/>
                  </a:lnTo>
                  <a:lnTo>
                    <a:pt x="1792784" y="789391"/>
                  </a:lnTo>
                  <a:lnTo>
                    <a:pt x="1793856" y="789062"/>
                  </a:lnTo>
                  <a:lnTo>
                    <a:pt x="1794927" y="788733"/>
                  </a:lnTo>
                  <a:lnTo>
                    <a:pt x="1795999" y="788404"/>
                  </a:lnTo>
                  <a:lnTo>
                    <a:pt x="1797071" y="788075"/>
                  </a:lnTo>
                  <a:lnTo>
                    <a:pt x="1798142" y="787746"/>
                  </a:lnTo>
                  <a:lnTo>
                    <a:pt x="1799214" y="787416"/>
                  </a:lnTo>
                  <a:lnTo>
                    <a:pt x="1800285" y="787087"/>
                  </a:lnTo>
                  <a:lnTo>
                    <a:pt x="1801357" y="786757"/>
                  </a:lnTo>
                  <a:lnTo>
                    <a:pt x="1802429" y="786427"/>
                  </a:lnTo>
                  <a:lnTo>
                    <a:pt x="1803500" y="786097"/>
                  </a:lnTo>
                  <a:lnTo>
                    <a:pt x="1804572" y="785766"/>
                  </a:lnTo>
                  <a:lnTo>
                    <a:pt x="1805643" y="785436"/>
                  </a:lnTo>
                  <a:lnTo>
                    <a:pt x="1806715" y="785106"/>
                  </a:lnTo>
                  <a:lnTo>
                    <a:pt x="1807787" y="784775"/>
                  </a:lnTo>
                  <a:lnTo>
                    <a:pt x="1808858" y="784444"/>
                  </a:lnTo>
                  <a:lnTo>
                    <a:pt x="1809930" y="784113"/>
                  </a:lnTo>
                  <a:lnTo>
                    <a:pt x="1811001" y="783782"/>
                  </a:lnTo>
                  <a:lnTo>
                    <a:pt x="1812073" y="783451"/>
                  </a:lnTo>
                  <a:lnTo>
                    <a:pt x="1813145" y="783120"/>
                  </a:lnTo>
                  <a:lnTo>
                    <a:pt x="1814216" y="782789"/>
                  </a:lnTo>
                  <a:lnTo>
                    <a:pt x="1815288" y="782458"/>
                  </a:lnTo>
                  <a:lnTo>
                    <a:pt x="1816359" y="782126"/>
                  </a:lnTo>
                  <a:lnTo>
                    <a:pt x="1817431" y="781795"/>
                  </a:lnTo>
                  <a:lnTo>
                    <a:pt x="1818503" y="781463"/>
                  </a:lnTo>
                  <a:lnTo>
                    <a:pt x="1819574" y="781131"/>
                  </a:lnTo>
                  <a:lnTo>
                    <a:pt x="1820646" y="780799"/>
                  </a:lnTo>
                  <a:lnTo>
                    <a:pt x="1821717" y="780468"/>
                  </a:lnTo>
                  <a:lnTo>
                    <a:pt x="1822789" y="780136"/>
                  </a:lnTo>
                  <a:lnTo>
                    <a:pt x="1823861" y="779804"/>
                  </a:lnTo>
                  <a:lnTo>
                    <a:pt x="1824932" y="779472"/>
                  </a:lnTo>
                  <a:lnTo>
                    <a:pt x="1826004" y="779139"/>
                  </a:lnTo>
                  <a:lnTo>
                    <a:pt x="1827075" y="778807"/>
                  </a:lnTo>
                  <a:lnTo>
                    <a:pt x="1828147" y="778475"/>
                  </a:lnTo>
                  <a:lnTo>
                    <a:pt x="1829219" y="778143"/>
                  </a:lnTo>
                  <a:lnTo>
                    <a:pt x="1830290" y="777810"/>
                  </a:lnTo>
                  <a:lnTo>
                    <a:pt x="1831362" y="777478"/>
                  </a:lnTo>
                  <a:lnTo>
                    <a:pt x="1832433" y="777146"/>
                  </a:lnTo>
                  <a:lnTo>
                    <a:pt x="1833505" y="776813"/>
                  </a:lnTo>
                  <a:lnTo>
                    <a:pt x="1834577" y="776481"/>
                  </a:lnTo>
                  <a:lnTo>
                    <a:pt x="1835648" y="776148"/>
                  </a:lnTo>
                  <a:lnTo>
                    <a:pt x="1836720" y="775816"/>
                  </a:lnTo>
                  <a:lnTo>
                    <a:pt x="1837791" y="775483"/>
                  </a:lnTo>
                  <a:lnTo>
                    <a:pt x="1838863" y="775151"/>
                  </a:lnTo>
                  <a:lnTo>
                    <a:pt x="1839935" y="774818"/>
                  </a:lnTo>
                  <a:lnTo>
                    <a:pt x="1841006" y="774486"/>
                  </a:lnTo>
                  <a:lnTo>
                    <a:pt x="1842078" y="774153"/>
                  </a:lnTo>
                  <a:lnTo>
                    <a:pt x="1843149" y="773821"/>
                  </a:lnTo>
                  <a:lnTo>
                    <a:pt x="1844221" y="773488"/>
                  </a:lnTo>
                  <a:lnTo>
                    <a:pt x="1845293" y="773156"/>
                  </a:lnTo>
                  <a:lnTo>
                    <a:pt x="1846364" y="772823"/>
                  </a:lnTo>
                  <a:lnTo>
                    <a:pt x="1847436" y="772491"/>
                  </a:lnTo>
                  <a:lnTo>
                    <a:pt x="1848507" y="772159"/>
                  </a:lnTo>
                  <a:lnTo>
                    <a:pt x="1849579" y="771826"/>
                  </a:lnTo>
                  <a:lnTo>
                    <a:pt x="1850651" y="771494"/>
                  </a:lnTo>
                  <a:lnTo>
                    <a:pt x="1851722" y="771162"/>
                  </a:lnTo>
                  <a:lnTo>
                    <a:pt x="1852794" y="770829"/>
                  </a:lnTo>
                  <a:lnTo>
                    <a:pt x="1853865" y="770497"/>
                  </a:lnTo>
                  <a:lnTo>
                    <a:pt x="1854937" y="770165"/>
                  </a:lnTo>
                  <a:lnTo>
                    <a:pt x="1856009" y="769833"/>
                  </a:lnTo>
                  <a:lnTo>
                    <a:pt x="1857080" y="769501"/>
                  </a:lnTo>
                  <a:lnTo>
                    <a:pt x="1858152" y="769169"/>
                  </a:lnTo>
                  <a:lnTo>
                    <a:pt x="1859223" y="768837"/>
                  </a:lnTo>
                  <a:lnTo>
                    <a:pt x="1860295" y="768505"/>
                  </a:lnTo>
                  <a:lnTo>
                    <a:pt x="1861367" y="768173"/>
                  </a:lnTo>
                  <a:lnTo>
                    <a:pt x="1862438" y="767842"/>
                  </a:lnTo>
                  <a:lnTo>
                    <a:pt x="1863510" y="767510"/>
                  </a:lnTo>
                  <a:lnTo>
                    <a:pt x="1864581" y="767179"/>
                  </a:lnTo>
                  <a:lnTo>
                    <a:pt x="1865653" y="766847"/>
                  </a:lnTo>
                  <a:lnTo>
                    <a:pt x="1866725" y="766516"/>
                  </a:lnTo>
                  <a:lnTo>
                    <a:pt x="1867796" y="766185"/>
                  </a:lnTo>
                  <a:lnTo>
                    <a:pt x="1868868" y="765854"/>
                  </a:lnTo>
                  <a:lnTo>
                    <a:pt x="1869939" y="765523"/>
                  </a:lnTo>
                  <a:lnTo>
                    <a:pt x="1871011" y="765192"/>
                  </a:lnTo>
                  <a:lnTo>
                    <a:pt x="1872083" y="764861"/>
                  </a:lnTo>
                  <a:lnTo>
                    <a:pt x="1873154" y="764531"/>
                  </a:lnTo>
                  <a:lnTo>
                    <a:pt x="1874226" y="764200"/>
                  </a:lnTo>
                  <a:lnTo>
                    <a:pt x="1875297" y="763870"/>
                  </a:lnTo>
                  <a:lnTo>
                    <a:pt x="1876369" y="763540"/>
                  </a:lnTo>
                  <a:lnTo>
                    <a:pt x="1877441" y="763209"/>
                  </a:lnTo>
                  <a:lnTo>
                    <a:pt x="1878512" y="762880"/>
                  </a:lnTo>
                  <a:lnTo>
                    <a:pt x="1879584" y="762550"/>
                  </a:lnTo>
                  <a:lnTo>
                    <a:pt x="1880655" y="762220"/>
                  </a:lnTo>
                  <a:lnTo>
                    <a:pt x="1881727" y="761891"/>
                  </a:lnTo>
                  <a:lnTo>
                    <a:pt x="1882799" y="761562"/>
                  </a:lnTo>
                  <a:lnTo>
                    <a:pt x="1883870" y="761232"/>
                  </a:lnTo>
                  <a:lnTo>
                    <a:pt x="1884942" y="760904"/>
                  </a:lnTo>
                  <a:lnTo>
                    <a:pt x="1886013" y="760575"/>
                  </a:lnTo>
                  <a:lnTo>
                    <a:pt x="1887085" y="760246"/>
                  </a:lnTo>
                  <a:lnTo>
                    <a:pt x="1888157" y="759918"/>
                  </a:lnTo>
                  <a:lnTo>
                    <a:pt x="1889228" y="759590"/>
                  </a:lnTo>
                  <a:lnTo>
                    <a:pt x="1890300" y="759262"/>
                  </a:lnTo>
                  <a:lnTo>
                    <a:pt x="1891371" y="758934"/>
                  </a:lnTo>
                  <a:lnTo>
                    <a:pt x="1892443" y="758606"/>
                  </a:lnTo>
                  <a:lnTo>
                    <a:pt x="1893515" y="758279"/>
                  </a:lnTo>
                  <a:lnTo>
                    <a:pt x="1894586" y="757952"/>
                  </a:lnTo>
                  <a:lnTo>
                    <a:pt x="1895658" y="757625"/>
                  </a:lnTo>
                  <a:lnTo>
                    <a:pt x="1896729" y="757298"/>
                  </a:lnTo>
                  <a:lnTo>
                    <a:pt x="1897801" y="756972"/>
                  </a:lnTo>
                  <a:lnTo>
                    <a:pt x="1898873" y="756646"/>
                  </a:lnTo>
                  <a:lnTo>
                    <a:pt x="1899944" y="756320"/>
                  </a:lnTo>
                  <a:lnTo>
                    <a:pt x="1901016" y="755994"/>
                  </a:lnTo>
                  <a:lnTo>
                    <a:pt x="1902087" y="755668"/>
                  </a:lnTo>
                  <a:lnTo>
                    <a:pt x="1903159" y="755343"/>
                  </a:lnTo>
                  <a:lnTo>
                    <a:pt x="1904231" y="755018"/>
                  </a:lnTo>
                  <a:lnTo>
                    <a:pt x="1905302" y="754693"/>
                  </a:lnTo>
                  <a:lnTo>
                    <a:pt x="1906374" y="754369"/>
                  </a:lnTo>
                  <a:lnTo>
                    <a:pt x="1907445" y="754045"/>
                  </a:lnTo>
                  <a:lnTo>
                    <a:pt x="1908517" y="753721"/>
                  </a:lnTo>
                  <a:lnTo>
                    <a:pt x="1909589" y="753397"/>
                  </a:lnTo>
                  <a:lnTo>
                    <a:pt x="1910660" y="753074"/>
                  </a:lnTo>
                  <a:lnTo>
                    <a:pt x="1911732" y="752751"/>
                  </a:lnTo>
                  <a:lnTo>
                    <a:pt x="1912803" y="752428"/>
                  </a:lnTo>
                  <a:lnTo>
                    <a:pt x="1913875" y="752105"/>
                  </a:lnTo>
                  <a:lnTo>
                    <a:pt x="1914947" y="751783"/>
                  </a:lnTo>
                  <a:lnTo>
                    <a:pt x="1916018" y="751461"/>
                  </a:lnTo>
                  <a:lnTo>
                    <a:pt x="1917090" y="751139"/>
                  </a:lnTo>
                  <a:lnTo>
                    <a:pt x="1918161" y="750818"/>
                  </a:lnTo>
                  <a:lnTo>
                    <a:pt x="1919233" y="750497"/>
                  </a:lnTo>
                  <a:lnTo>
                    <a:pt x="1920305" y="750177"/>
                  </a:lnTo>
                  <a:lnTo>
                    <a:pt x="1921376" y="749856"/>
                  </a:lnTo>
                  <a:lnTo>
                    <a:pt x="1922448" y="749536"/>
                  </a:lnTo>
                  <a:lnTo>
                    <a:pt x="1923519" y="749216"/>
                  </a:lnTo>
                  <a:lnTo>
                    <a:pt x="1924591" y="748897"/>
                  </a:lnTo>
                  <a:lnTo>
                    <a:pt x="1925663" y="748578"/>
                  </a:lnTo>
                  <a:lnTo>
                    <a:pt x="1926734" y="748259"/>
                  </a:lnTo>
                  <a:lnTo>
                    <a:pt x="1927806" y="747941"/>
                  </a:lnTo>
                  <a:lnTo>
                    <a:pt x="1928877" y="747622"/>
                  </a:lnTo>
                  <a:lnTo>
                    <a:pt x="1929949" y="747305"/>
                  </a:lnTo>
                  <a:lnTo>
                    <a:pt x="1931021" y="746987"/>
                  </a:lnTo>
                  <a:lnTo>
                    <a:pt x="1932092" y="746670"/>
                  </a:lnTo>
                  <a:lnTo>
                    <a:pt x="1933164" y="746353"/>
                  </a:lnTo>
                  <a:lnTo>
                    <a:pt x="1934235" y="746037"/>
                  </a:lnTo>
                  <a:lnTo>
                    <a:pt x="1935307" y="745721"/>
                  </a:lnTo>
                  <a:lnTo>
                    <a:pt x="1936379" y="745405"/>
                  </a:lnTo>
                  <a:lnTo>
                    <a:pt x="1937450" y="745089"/>
                  </a:lnTo>
                  <a:lnTo>
                    <a:pt x="1938522" y="744774"/>
                  </a:lnTo>
                  <a:lnTo>
                    <a:pt x="1939593" y="744459"/>
                  </a:lnTo>
                  <a:lnTo>
                    <a:pt x="1940665" y="744145"/>
                  </a:lnTo>
                  <a:lnTo>
                    <a:pt x="1941737" y="743831"/>
                  </a:lnTo>
                  <a:lnTo>
                    <a:pt x="1942808" y="743517"/>
                  </a:lnTo>
                  <a:lnTo>
                    <a:pt x="1943880" y="743204"/>
                  </a:lnTo>
                  <a:lnTo>
                    <a:pt x="1944951" y="742890"/>
                  </a:lnTo>
                  <a:lnTo>
                    <a:pt x="1946023" y="742578"/>
                  </a:lnTo>
                  <a:lnTo>
                    <a:pt x="1947095" y="742265"/>
                  </a:lnTo>
                  <a:lnTo>
                    <a:pt x="1948166" y="741953"/>
                  </a:lnTo>
                  <a:lnTo>
                    <a:pt x="1949238" y="741642"/>
                  </a:lnTo>
                  <a:lnTo>
                    <a:pt x="1950309" y="741330"/>
                  </a:lnTo>
                  <a:lnTo>
                    <a:pt x="1951381" y="741019"/>
                  </a:lnTo>
                  <a:lnTo>
                    <a:pt x="1952453" y="740709"/>
                  </a:lnTo>
                  <a:lnTo>
                    <a:pt x="1953524" y="740398"/>
                  </a:lnTo>
                  <a:lnTo>
                    <a:pt x="1954596" y="740088"/>
                  </a:lnTo>
                  <a:lnTo>
                    <a:pt x="1955667" y="739779"/>
                  </a:lnTo>
                  <a:lnTo>
                    <a:pt x="1956739" y="739469"/>
                  </a:lnTo>
                  <a:lnTo>
                    <a:pt x="1957810" y="739161"/>
                  </a:lnTo>
                  <a:lnTo>
                    <a:pt x="1958882" y="738852"/>
                  </a:lnTo>
                  <a:lnTo>
                    <a:pt x="1959954" y="738544"/>
                  </a:lnTo>
                  <a:lnTo>
                    <a:pt x="1961025" y="738236"/>
                  </a:lnTo>
                  <a:lnTo>
                    <a:pt x="1962097" y="737929"/>
                  </a:lnTo>
                  <a:lnTo>
                    <a:pt x="1963168" y="737622"/>
                  </a:lnTo>
                  <a:lnTo>
                    <a:pt x="1964240" y="737315"/>
                  </a:lnTo>
                  <a:lnTo>
                    <a:pt x="1965312" y="737009"/>
                  </a:lnTo>
                  <a:lnTo>
                    <a:pt x="1966383" y="736703"/>
                  </a:lnTo>
                  <a:lnTo>
                    <a:pt x="1967455" y="736397"/>
                  </a:lnTo>
                  <a:lnTo>
                    <a:pt x="1968526" y="736092"/>
                  </a:lnTo>
                  <a:lnTo>
                    <a:pt x="1969598" y="735787"/>
                  </a:lnTo>
                  <a:lnTo>
                    <a:pt x="1970670" y="735482"/>
                  </a:lnTo>
                  <a:lnTo>
                    <a:pt x="1971741" y="735178"/>
                  </a:lnTo>
                  <a:lnTo>
                    <a:pt x="1972813" y="734875"/>
                  </a:lnTo>
                  <a:lnTo>
                    <a:pt x="1973884" y="734571"/>
                  </a:lnTo>
                  <a:lnTo>
                    <a:pt x="1974956" y="734268"/>
                  </a:lnTo>
                  <a:lnTo>
                    <a:pt x="1976028" y="733965"/>
                  </a:lnTo>
                  <a:lnTo>
                    <a:pt x="1977099" y="733663"/>
                  </a:lnTo>
                  <a:lnTo>
                    <a:pt x="1978171" y="733361"/>
                  </a:lnTo>
                  <a:lnTo>
                    <a:pt x="1979242" y="733060"/>
                  </a:lnTo>
                  <a:lnTo>
                    <a:pt x="1980314" y="732759"/>
                  </a:lnTo>
                  <a:lnTo>
                    <a:pt x="1981386" y="732458"/>
                  </a:lnTo>
                  <a:lnTo>
                    <a:pt x="1982457" y="732157"/>
                  </a:lnTo>
                  <a:lnTo>
                    <a:pt x="1983529" y="731857"/>
                  </a:lnTo>
                  <a:lnTo>
                    <a:pt x="1984600" y="731558"/>
                  </a:lnTo>
                  <a:lnTo>
                    <a:pt x="1985672" y="731258"/>
                  </a:lnTo>
                  <a:lnTo>
                    <a:pt x="1986744" y="730959"/>
                  </a:lnTo>
                  <a:lnTo>
                    <a:pt x="1987815" y="730661"/>
                  </a:lnTo>
                  <a:lnTo>
                    <a:pt x="1988887" y="730363"/>
                  </a:lnTo>
                  <a:lnTo>
                    <a:pt x="1989958" y="730065"/>
                  </a:lnTo>
                  <a:lnTo>
                    <a:pt x="1991030" y="729767"/>
                  </a:lnTo>
                  <a:lnTo>
                    <a:pt x="1992102" y="729470"/>
                  </a:lnTo>
                  <a:lnTo>
                    <a:pt x="1993173" y="729174"/>
                  </a:lnTo>
                  <a:lnTo>
                    <a:pt x="1994245" y="728878"/>
                  </a:lnTo>
                  <a:lnTo>
                    <a:pt x="1995316" y="728582"/>
                  </a:lnTo>
                  <a:lnTo>
                    <a:pt x="1996388" y="728286"/>
                  </a:lnTo>
                  <a:lnTo>
                    <a:pt x="1997460" y="727991"/>
                  </a:lnTo>
                  <a:lnTo>
                    <a:pt x="1998531" y="727696"/>
                  </a:lnTo>
                  <a:lnTo>
                    <a:pt x="1999603" y="727402"/>
                  </a:lnTo>
                  <a:lnTo>
                    <a:pt x="2000674" y="727108"/>
                  </a:lnTo>
                  <a:lnTo>
                    <a:pt x="2001746" y="726814"/>
                  </a:lnTo>
                  <a:lnTo>
                    <a:pt x="2002818" y="726521"/>
                  </a:lnTo>
                  <a:lnTo>
                    <a:pt x="2003889" y="726228"/>
                  </a:lnTo>
                  <a:lnTo>
                    <a:pt x="2004961" y="725936"/>
                  </a:lnTo>
                  <a:lnTo>
                    <a:pt x="2006032" y="725644"/>
                  </a:lnTo>
                  <a:lnTo>
                    <a:pt x="2007104" y="725352"/>
                  </a:lnTo>
                  <a:lnTo>
                    <a:pt x="2008176" y="725061"/>
                  </a:lnTo>
                  <a:lnTo>
                    <a:pt x="2009247" y="724770"/>
                  </a:lnTo>
                  <a:lnTo>
                    <a:pt x="2010319" y="724479"/>
                  </a:lnTo>
                  <a:lnTo>
                    <a:pt x="2011390" y="724189"/>
                  </a:lnTo>
                  <a:lnTo>
                    <a:pt x="2012462" y="723899"/>
                  </a:lnTo>
                  <a:lnTo>
                    <a:pt x="2013534" y="723610"/>
                  </a:lnTo>
                  <a:lnTo>
                    <a:pt x="2014605" y="723321"/>
                  </a:lnTo>
                  <a:lnTo>
                    <a:pt x="2015677" y="723032"/>
                  </a:lnTo>
                  <a:lnTo>
                    <a:pt x="2016748" y="722744"/>
                  </a:lnTo>
                  <a:lnTo>
                    <a:pt x="2017820" y="722456"/>
                  </a:lnTo>
                  <a:lnTo>
                    <a:pt x="2018892" y="722169"/>
                  </a:lnTo>
                  <a:lnTo>
                    <a:pt x="2019963" y="721882"/>
                  </a:lnTo>
                  <a:lnTo>
                    <a:pt x="2021035" y="721595"/>
                  </a:lnTo>
                  <a:lnTo>
                    <a:pt x="2022106" y="721309"/>
                  </a:lnTo>
                  <a:lnTo>
                    <a:pt x="2023178" y="721023"/>
                  </a:lnTo>
                  <a:lnTo>
                    <a:pt x="2024250" y="720737"/>
                  </a:lnTo>
                  <a:lnTo>
                    <a:pt x="2025321" y="720452"/>
                  </a:lnTo>
                  <a:lnTo>
                    <a:pt x="2026393" y="720167"/>
                  </a:lnTo>
                  <a:lnTo>
                    <a:pt x="2027464" y="719883"/>
                  </a:lnTo>
                  <a:lnTo>
                    <a:pt x="2028536" y="719599"/>
                  </a:lnTo>
                  <a:lnTo>
                    <a:pt x="2029608" y="719315"/>
                  </a:lnTo>
                  <a:lnTo>
                    <a:pt x="2030679" y="719032"/>
                  </a:lnTo>
                  <a:lnTo>
                    <a:pt x="2031751" y="718749"/>
                  </a:lnTo>
                  <a:lnTo>
                    <a:pt x="2032822" y="718467"/>
                  </a:lnTo>
                  <a:lnTo>
                    <a:pt x="2033894" y="718185"/>
                  </a:lnTo>
                  <a:lnTo>
                    <a:pt x="2034966" y="717903"/>
                  </a:lnTo>
                  <a:lnTo>
                    <a:pt x="2036037" y="717622"/>
                  </a:lnTo>
                  <a:lnTo>
                    <a:pt x="2037109" y="717341"/>
                  </a:lnTo>
                  <a:lnTo>
                    <a:pt x="2038180" y="717060"/>
                  </a:lnTo>
                  <a:lnTo>
                    <a:pt x="2039252" y="716780"/>
                  </a:lnTo>
                  <a:lnTo>
                    <a:pt x="2040324" y="716500"/>
                  </a:lnTo>
                  <a:lnTo>
                    <a:pt x="2041395" y="716221"/>
                  </a:lnTo>
                  <a:lnTo>
                    <a:pt x="2042467" y="715942"/>
                  </a:lnTo>
                  <a:lnTo>
                    <a:pt x="2043538" y="715663"/>
                  </a:lnTo>
                  <a:lnTo>
                    <a:pt x="2044610" y="715385"/>
                  </a:lnTo>
                  <a:lnTo>
                    <a:pt x="2045682" y="715107"/>
                  </a:lnTo>
                  <a:lnTo>
                    <a:pt x="2046753" y="714830"/>
                  </a:lnTo>
                  <a:lnTo>
                    <a:pt x="2047825" y="714552"/>
                  </a:lnTo>
                  <a:lnTo>
                    <a:pt x="2048896" y="714276"/>
                  </a:lnTo>
                  <a:lnTo>
                    <a:pt x="2049968" y="713999"/>
                  </a:lnTo>
                  <a:lnTo>
                    <a:pt x="2051040" y="713723"/>
                  </a:lnTo>
                  <a:lnTo>
                    <a:pt x="2052111" y="713448"/>
                  </a:lnTo>
                  <a:lnTo>
                    <a:pt x="2053183" y="713173"/>
                  </a:lnTo>
                  <a:lnTo>
                    <a:pt x="2054254" y="712898"/>
                  </a:lnTo>
                  <a:lnTo>
                    <a:pt x="2055326" y="712624"/>
                  </a:lnTo>
                  <a:lnTo>
                    <a:pt x="2056398" y="712349"/>
                  </a:lnTo>
                  <a:lnTo>
                    <a:pt x="2057469" y="712076"/>
                  </a:lnTo>
                  <a:lnTo>
                    <a:pt x="2058541" y="711803"/>
                  </a:lnTo>
                  <a:lnTo>
                    <a:pt x="2059612" y="711530"/>
                  </a:lnTo>
                  <a:lnTo>
                    <a:pt x="2060684" y="711257"/>
                  </a:lnTo>
                  <a:lnTo>
                    <a:pt x="2061756" y="710985"/>
                  </a:lnTo>
                  <a:lnTo>
                    <a:pt x="2062827" y="710713"/>
                  </a:lnTo>
                  <a:lnTo>
                    <a:pt x="2063899" y="710442"/>
                  </a:lnTo>
                  <a:lnTo>
                    <a:pt x="2064970" y="710171"/>
                  </a:lnTo>
                  <a:lnTo>
                    <a:pt x="2066042" y="709900"/>
                  </a:lnTo>
                  <a:lnTo>
                    <a:pt x="2067114" y="709630"/>
                  </a:lnTo>
                  <a:lnTo>
                    <a:pt x="2068185" y="709360"/>
                  </a:lnTo>
                  <a:lnTo>
                    <a:pt x="2069257" y="709091"/>
                  </a:lnTo>
                  <a:lnTo>
                    <a:pt x="2070328" y="708822"/>
                  </a:lnTo>
                  <a:lnTo>
                    <a:pt x="2071400" y="708553"/>
                  </a:lnTo>
                  <a:lnTo>
                    <a:pt x="2072472" y="708285"/>
                  </a:lnTo>
                  <a:lnTo>
                    <a:pt x="2073543" y="708017"/>
                  </a:lnTo>
                  <a:lnTo>
                    <a:pt x="2074615" y="707749"/>
                  </a:lnTo>
                  <a:lnTo>
                    <a:pt x="2075686" y="707482"/>
                  </a:lnTo>
                  <a:lnTo>
                    <a:pt x="2076758" y="707215"/>
                  </a:lnTo>
                  <a:lnTo>
                    <a:pt x="2077830" y="706948"/>
                  </a:lnTo>
                  <a:lnTo>
                    <a:pt x="2078901" y="706682"/>
                  </a:lnTo>
                  <a:lnTo>
                    <a:pt x="2079973" y="706417"/>
                  </a:lnTo>
                  <a:lnTo>
                    <a:pt x="2081044" y="706151"/>
                  </a:lnTo>
                  <a:lnTo>
                    <a:pt x="2082116" y="705886"/>
                  </a:lnTo>
                  <a:lnTo>
                    <a:pt x="2083188" y="705622"/>
                  </a:lnTo>
                  <a:lnTo>
                    <a:pt x="2084259" y="705357"/>
                  </a:lnTo>
                  <a:lnTo>
                    <a:pt x="2085331" y="705094"/>
                  </a:lnTo>
                  <a:lnTo>
                    <a:pt x="2086402" y="704830"/>
                  </a:lnTo>
                  <a:lnTo>
                    <a:pt x="2087474" y="704567"/>
                  </a:lnTo>
                  <a:lnTo>
                    <a:pt x="2088546" y="704304"/>
                  </a:lnTo>
                  <a:lnTo>
                    <a:pt x="2089617" y="704042"/>
                  </a:lnTo>
                  <a:lnTo>
                    <a:pt x="2090689" y="703780"/>
                  </a:lnTo>
                  <a:lnTo>
                    <a:pt x="2091760" y="703518"/>
                  </a:lnTo>
                  <a:lnTo>
                    <a:pt x="2092832" y="703257"/>
                  </a:lnTo>
                  <a:lnTo>
                    <a:pt x="2093904" y="702996"/>
                  </a:lnTo>
                  <a:lnTo>
                    <a:pt x="2094975" y="702736"/>
                  </a:lnTo>
                  <a:lnTo>
                    <a:pt x="2096047" y="702475"/>
                  </a:lnTo>
                  <a:lnTo>
                    <a:pt x="2097118" y="702216"/>
                  </a:lnTo>
                  <a:lnTo>
                    <a:pt x="2098190" y="701956"/>
                  </a:lnTo>
                  <a:lnTo>
                    <a:pt x="2099262" y="701697"/>
                  </a:lnTo>
                  <a:lnTo>
                    <a:pt x="2100333" y="701439"/>
                  </a:lnTo>
                  <a:lnTo>
                    <a:pt x="2101405" y="701180"/>
                  </a:lnTo>
                  <a:lnTo>
                    <a:pt x="2102476" y="700922"/>
                  </a:lnTo>
                  <a:lnTo>
                    <a:pt x="2103548" y="700665"/>
                  </a:lnTo>
                  <a:lnTo>
                    <a:pt x="2104620" y="700407"/>
                  </a:lnTo>
                  <a:lnTo>
                    <a:pt x="2105691" y="700151"/>
                  </a:lnTo>
                  <a:lnTo>
                    <a:pt x="2106763" y="699894"/>
                  </a:lnTo>
                  <a:lnTo>
                    <a:pt x="2107834" y="699638"/>
                  </a:lnTo>
                  <a:lnTo>
                    <a:pt x="2108906" y="699382"/>
                  </a:lnTo>
                  <a:lnTo>
                    <a:pt x="2109978" y="699127"/>
                  </a:lnTo>
                  <a:lnTo>
                    <a:pt x="2111049" y="698872"/>
                  </a:lnTo>
                  <a:lnTo>
                    <a:pt x="2112121" y="698617"/>
                  </a:lnTo>
                  <a:lnTo>
                    <a:pt x="2113192" y="698363"/>
                  </a:lnTo>
                  <a:lnTo>
                    <a:pt x="2114264" y="698109"/>
                  </a:lnTo>
                  <a:lnTo>
                    <a:pt x="2115336" y="697855"/>
                  </a:lnTo>
                  <a:lnTo>
                    <a:pt x="2116407" y="697602"/>
                  </a:lnTo>
                  <a:lnTo>
                    <a:pt x="2117479" y="697349"/>
                  </a:lnTo>
                  <a:lnTo>
                    <a:pt x="2118550" y="697096"/>
                  </a:lnTo>
                  <a:lnTo>
                    <a:pt x="2119622" y="696844"/>
                  </a:lnTo>
                  <a:lnTo>
                    <a:pt x="2120694" y="696592"/>
                  </a:lnTo>
                  <a:lnTo>
                    <a:pt x="2121765" y="696341"/>
                  </a:lnTo>
                  <a:lnTo>
                    <a:pt x="2122837" y="696089"/>
                  </a:lnTo>
                  <a:lnTo>
                    <a:pt x="2123908" y="695839"/>
                  </a:lnTo>
                  <a:lnTo>
                    <a:pt x="2124980" y="695588"/>
                  </a:lnTo>
                  <a:lnTo>
                    <a:pt x="2126052" y="695338"/>
                  </a:lnTo>
                  <a:lnTo>
                    <a:pt x="2127123" y="695088"/>
                  </a:lnTo>
                  <a:lnTo>
                    <a:pt x="2128195" y="694839"/>
                  </a:lnTo>
                  <a:lnTo>
                    <a:pt x="2129266" y="694590"/>
                  </a:lnTo>
                  <a:lnTo>
                    <a:pt x="2130338" y="694341"/>
                  </a:lnTo>
                  <a:lnTo>
                    <a:pt x="2131409" y="694093"/>
                  </a:lnTo>
                  <a:lnTo>
                    <a:pt x="2132481" y="693845"/>
                  </a:lnTo>
                  <a:lnTo>
                    <a:pt x="2133553" y="693597"/>
                  </a:lnTo>
                  <a:lnTo>
                    <a:pt x="2134624" y="693350"/>
                  </a:lnTo>
                  <a:lnTo>
                    <a:pt x="2135696" y="693103"/>
                  </a:lnTo>
                  <a:lnTo>
                    <a:pt x="2136767" y="692856"/>
                  </a:lnTo>
                  <a:lnTo>
                    <a:pt x="2137839" y="692610"/>
                  </a:lnTo>
                  <a:lnTo>
                    <a:pt x="2138911" y="692364"/>
                  </a:lnTo>
                  <a:lnTo>
                    <a:pt x="2139982" y="692119"/>
                  </a:lnTo>
                  <a:lnTo>
                    <a:pt x="2141054" y="691873"/>
                  </a:lnTo>
                  <a:lnTo>
                    <a:pt x="2142125" y="691628"/>
                  </a:lnTo>
                  <a:lnTo>
                    <a:pt x="2143197" y="691384"/>
                  </a:lnTo>
                  <a:lnTo>
                    <a:pt x="2144269" y="691140"/>
                  </a:lnTo>
                  <a:lnTo>
                    <a:pt x="2145340" y="690896"/>
                  </a:lnTo>
                  <a:lnTo>
                    <a:pt x="2146412" y="690652"/>
                  </a:lnTo>
                  <a:lnTo>
                    <a:pt x="2147483" y="690409"/>
                  </a:lnTo>
                  <a:lnTo>
                    <a:pt x="2148555" y="690166"/>
                  </a:lnTo>
                  <a:lnTo>
                    <a:pt x="2149627" y="689924"/>
                  </a:lnTo>
                  <a:lnTo>
                    <a:pt x="2150698" y="689681"/>
                  </a:lnTo>
                  <a:lnTo>
                    <a:pt x="2151770" y="689439"/>
                  </a:lnTo>
                  <a:lnTo>
                    <a:pt x="2152841" y="689198"/>
                  </a:lnTo>
                  <a:lnTo>
                    <a:pt x="2153913" y="688957"/>
                  </a:lnTo>
                  <a:lnTo>
                    <a:pt x="2154985" y="688716"/>
                  </a:lnTo>
                  <a:lnTo>
                    <a:pt x="2156056" y="688475"/>
                  </a:lnTo>
                  <a:lnTo>
                    <a:pt x="2157128" y="688235"/>
                  </a:lnTo>
                  <a:lnTo>
                    <a:pt x="2158199" y="687995"/>
                  </a:lnTo>
                  <a:lnTo>
                    <a:pt x="2159271" y="687756"/>
                  </a:lnTo>
                  <a:lnTo>
                    <a:pt x="2160343" y="687516"/>
                  </a:lnTo>
                  <a:lnTo>
                    <a:pt x="2161414" y="687277"/>
                  </a:lnTo>
                  <a:lnTo>
                    <a:pt x="2162486" y="687039"/>
                  </a:lnTo>
                  <a:lnTo>
                    <a:pt x="2163557" y="686801"/>
                  </a:lnTo>
                  <a:lnTo>
                    <a:pt x="2164629" y="686563"/>
                  </a:lnTo>
                  <a:lnTo>
                    <a:pt x="2165701" y="686325"/>
                  </a:lnTo>
                  <a:lnTo>
                    <a:pt x="2166772" y="686088"/>
                  </a:lnTo>
                  <a:lnTo>
                    <a:pt x="2167844" y="685851"/>
                  </a:lnTo>
                  <a:lnTo>
                    <a:pt x="2168915" y="685614"/>
                  </a:lnTo>
                  <a:lnTo>
                    <a:pt x="2169987" y="685378"/>
                  </a:lnTo>
                  <a:lnTo>
                    <a:pt x="2171059" y="685142"/>
                  </a:lnTo>
                  <a:lnTo>
                    <a:pt x="2172130" y="684906"/>
                  </a:lnTo>
                  <a:lnTo>
                    <a:pt x="2173202" y="684671"/>
                  </a:lnTo>
                  <a:lnTo>
                    <a:pt x="2174273" y="684436"/>
                  </a:lnTo>
                  <a:lnTo>
                    <a:pt x="2175345" y="684201"/>
                  </a:lnTo>
                  <a:lnTo>
                    <a:pt x="2176417" y="683967"/>
                  </a:lnTo>
                  <a:lnTo>
                    <a:pt x="2177488" y="683733"/>
                  </a:lnTo>
                  <a:lnTo>
                    <a:pt x="2178560" y="683499"/>
                  </a:lnTo>
                  <a:lnTo>
                    <a:pt x="2179631" y="683265"/>
                  </a:lnTo>
                  <a:lnTo>
                    <a:pt x="2180703" y="683032"/>
                  </a:lnTo>
                  <a:lnTo>
                    <a:pt x="2181775" y="682799"/>
                  </a:lnTo>
                  <a:lnTo>
                    <a:pt x="2182846" y="682567"/>
                  </a:lnTo>
                  <a:lnTo>
                    <a:pt x="2183918" y="682335"/>
                  </a:lnTo>
                  <a:lnTo>
                    <a:pt x="2184989" y="682103"/>
                  </a:lnTo>
                  <a:lnTo>
                    <a:pt x="2186061" y="681871"/>
                  </a:lnTo>
                  <a:lnTo>
                    <a:pt x="2187133" y="681640"/>
                  </a:lnTo>
                  <a:lnTo>
                    <a:pt x="2188204" y="681409"/>
                  </a:lnTo>
                  <a:lnTo>
                    <a:pt x="2189276" y="681178"/>
                  </a:lnTo>
                  <a:lnTo>
                    <a:pt x="2190347" y="680948"/>
                  </a:lnTo>
                  <a:lnTo>
                    <a:pt x="2191419" y="680717"/>
                  </a:lnTo>
                  <a:lnTo>
                    <a:pt x="2192491" y="680488"/>
                  </a:lnTo>
                  <a:lnTo>
                    <a:pt x="2193562" y="680258"/>
                  </a:lnTo>
                  <a:lnTo>
                    <a:pt x="2194634" y="680029"/>
                  </a:lnTo>
                  <a:lnTo>
                    <a:pt x="2195705" y="679800"/>
                  </a:lnTo>
                  <a:lnTo>
                    <a:pt x="2196777" y="679571"/>
                  </a:lnTo>
                  <a:lnTo>
                    <a:pt x="2197849" y="679343"/>
                  </a:lnTo>
                  <a:lnTo>
                    <a:pt x="2198920" y="679115"/>
                  </a:lnTo>
                  <a:lnTo>
                    <a:pt x="2199992" y="678887"/>
                  </a:lnTo>
                  <a:lnTo>
                    <a:pt x="2201063" y="678660"/>
                  </a:lnTo>
                  <a:lnTo>
                    <a:pt x="2202135" y="678433"/>
                  </a:lnTo>
                  <a:lnTo>
                    <a:pt x="2203207" y="678206"/>
                  </a:lnTo>
                  <a:lnTo>
                    <a:pt x="2204278" y="677980"/>
                  </a:lnTo>
                  <a:lnTo>
                    <a:pt x="2205350" y="677753"/>
                  </a:lnTo>
                  <a:lnTo>
                    <a:pt x="2206421" y="677527"/>
                  </a:lnTo>
                  <a:lnTo>
                    <a:pt x="2207493" y="677302"/>
                  </a:lnTo>
                  <a:lnTo>
                    <a:pt x="2208565" y="677076"/>
                  </a:lnTo>
                  <a:lnTo>
                    <a:pt x="2209636" y="676851"/>
                  </a:lnTo>
                  <a:lnTo>
                    <a:pt x="2210708" y="676626"/>
                  </a:lnTo>
                  <a:lnTo>
                    <a:pt x="2211779" y="676402"/>
                  </a:lnTo>
                  <a:lnTo>
                    <a:pt x="2212851" y="676178"/>
                  </a:lnTo>
                  <a:lnTo>
                    <a:pt x="2213923" y="675954"/>
                  </a:lnTo>
                  <a:lnTo>
                    <a:pt x="2214994" y="675730"/>
                  </a:lnTo>
                  <a:lnTo>
                    <a:pt x="2216066" y="675507"/>
                  </a:lnTo>
                  <a:lnTo>
                    <a:pt x="2217137" y="675283"/>
                  </a:lnTo>
                  <a:lnTo>
                    <a:pt x="2218209" y="675061"/>
                  </a:lnTo>
                  <a:lnTo>
                    <a:pt x="2219281" y="674838"/>
                  </a:lnTo>
                  <a:lnTo>
                    <a:pt x="2220352" y="674616"/>
                  </a:lnTo>
                  <a:lnTo>
                    <a:pt x="2221424" y="674394"/>
                  </a:lnTo>
                  <a:lnTo>
                    <a:pt x="2222495" y="674172"/>
                  </a:lnTo>
                  <a:lnTo>
                    <a:pt x="2223567" y="673950"/>
                  </a:lnTo>
                  <a:lnTo>
                    <a:pt x="2224639" y="673729"/>
                  </a:lnTo>
                  <a:lnTo>
                    <a:pt x="2225710" y="673508"/>
                  </a:lnTo>
                  <a:lnTo>
                    <a:pt x="2226782" y="673288"/>
                  </a:lnTo>
                  <a:lnTo>
                    <a:pt x="2227853" y="673067"/>
                  </a:lnTo>
                  <a:lnTo>
                    <a:pt x="2228925" y="672847"/>
                  </a:lnTo>
                  <a:lnTo>
                    <a:pt x="2229997" y="672627"/>
                  </a:lnTo>
                  <a:lnTo>
                    <a:pt x="2231068" y="672408"/>
                  </a:lnTo>
                  <a:lnTo>
                    <a:pt x="2232140" y="672188"/>
                  </a:lnTo>
                  <a:lnTo>
                    <a:pt x="2233211" y="671969"/>
                  </a:lnTo>
                  <a:lnTo>
                    <a:pt x="2234283" y="671750"/>
                  </a:lnTo>
                  <a:lnTo>
                    <a:pt x="2235355" y="671532"/>
                  </a:lnTo>
                  <a:lnTo>
                    <a:pt x="2236426" y="671314"/>
                  </a:lnTo>
                  <a:lnTo>
                    <a:pt x="2237498" y="671096"/>
                  </a:lnTo>
                  <a:lnTo>
                    <a:pt x="2238569" y="670878"/>
                  </a:lnTo>
                  <a:lnTo>
                    <a:pt x="2239641" y="670660"/>
                  </a:lnTo>
                  <a:lnTo>
                    <a:pt x="2240713" y="670443"/>
                  </a:lnTo>
                  <a:lnTo>
                    <a:pt x="2241784" y="670226"/>
                  </a:lnTo>
                  <a:lnTo>
                    <a:pt x="2242856" y="670009"/>
                  </a:lnTo>
                  <a:lnTo>
                    <a:pt x="2243927" y="669793"/>
                  </a:lnTo>
                  <a:lnTo>
                    <a:pt x="2244999" y="669577"/>
                  </a:lnTo>
                  <a:lnTo>
                    <a:pt x="2246071" y="669361"/>
                  </a:lnTo>
                  <a:lnTo>
                    <a:pt x="2247142" y="669145"/>
                  </a:lnTo>
                  <a:lnTo>
                    <a:pt x="2248214" y="668929"/>
                  </a:lnTo>
                  <a:lnTo>
                    <a:pt x="2249285" y="668714"/>
                  </a:lnTo>
                  <a:lnTo>
                    <a:pt x="2250357" y="668499"/>
                  </a:lnTo>
                  <a:lnTo>
                    <a:pt x="2251429" y="668284"/>
                  </a:lnTo>
                  <a:lnTo>
                    <a:pt x="2252500" y="668070"/>
                  </a:lnTo>
                  <a:lnTo>
                    <a:pt x="2253572" y="667856"/>
                  </a:lnTo>
                  <a:lnTo>
                    <a:pt x="2254643" y="667642"/>
                  </a:lnTo>
                  <a:lnTo>
                    <a:pt x="2255715" y="667428"/>
                  </a:lnTo>
                  <a:lnTo>
                    <a:pt x="2256787" y="667214"/>
                  </a:lnTo>
                  <a:lnTo>
                    <a:pt x="2257858" y="667001"/>
                  </a:lnTo>
                  <a:lnTo>
                    <a:pt x="2258930" y="666788"/>
                  </a:lnTo>
                  <a:lnTo>
                    <a:pt x="2260001" y="666575"/>
                  </a:lnTo>
                  <a:lnTo>
                    <a:pt x="2261073" y="666362"/>
                  </a:lnTo>
                  <a:lnTo>
                    <a:pt x="2262145" y="666150"/>
                  </a:lnTo>
                  <a:lnTo>
                    <a:pt x="2263216" y="665938"/>
                  </a:lnTo>
                  <a:lnTo>
                    <a:pt x="2264288" y="665726"/>
                  </a:lnTo>
                  <a:lnTo>
                    <a:pt x="2265359" y="665514"/>
                  </a:lnTo>
                  <a:lnTo>
                    <a:pt x="2266431" y="665303"/>
                  </a:lnTo>
                  <a:lnTo>
                    <a:pt x="2267503" y="665092"/>
                  </a:lnTo>
                  <a:lnTo>
                    <a:pt x="2268574" y="664881"/>
                  </a:lnTo>
                  <a:lnTo>
                    <a:pt x="2269646" y="664670"/>
                  </a:lnTo>
                  <a:lnTo>
                    <a:pt x="2270717" y="664459"/>
                  </a:lnTo>
                  <a:lnTo>
                    <a:pt x="2271789" y="664249"/>
                  </a:lnTo>
                  <a:lnTo>
                    <a:pt x="2272861" y="664039"/>
                  </a:lnTo>
                  <a:lnTo>
                    <a:pt x="2273932" y="663829"/>
                  </a:lnTo>
                  <a:lnTo>
                    <a:pt x="2275004" y="663619"/>
                  </a:lnTo>
                  <a:lnTo>
                    <a:pt x="2276075" y="663410"/>
                  </a:lnTo>
                  <a:lnTo>
                    <a:pt x="2277147" y="663201"/>
                  </a:lnTo>
                  <a:lnTo>
                    <a:pt x="2278219" y="662992"/>
                  </a:lnTo>
                  <a:lnTo>
                    <a:pt x="2279290" y="662783"/>
                  </a:lnTo>
                  <a:lnTo>
                    <a:pt x="2280362" y="662574"/>
                  </a:lnTo>
                  <a:lnTo>
                    <a:pt x="2281433" y="662366"/>
                  </a:lnTo>
                  <a:lnTo>
                    <a:pt x="2282505" y="662158"/>
                  </a:lnTo>
                  <a:lnTo>
                    <a:pt x="2283577" y="661950"/>
                  </a:lnTo>
                  <a:lnTo>
                    <a:pt x="2284648" y="661742"/>
                  </a:lnTo>
                  <a:lnTo>
                    <a:pt x="2285720" y="661535"/>
                  </a:lnTo>
                  <a:lnTo>
                    <a:pt x="2286791" y="661327"/>
                  </a:lnTo>
                  <a:lnTo>
                    <a:pt x="2287863" y="661120"/>
                  </a:lnTo>
                  <a:lnTo>
                    <a:pt x="2288935" y="660913"/>
                  </a:lnTo>
                  <a:lnTo>
                    <a:pt x="2290006" y="660706"/>
                  </a:lnTo>
                  <a:lnTo>
                    <a:pt x="2291078" y="660500"/>
                  </a:lnTo>
                  <a:lnTo>
                    <a:pt x="2292149" y="660294"/>
                  </a:lnTo>
                  <a:lnTo>
                    <a:pt x="2293221" y="660088"/>
                  </a:lnTo>
                  <a:lnTo>
                    <a:pt x="2294293" y="659882"/>
                  </a:lnTo>
                  <a:lnTo>
                    <a:pt x="2295364" y="659676"/>
                  </a:lnTo>
                  <a:lnTo>
                    <a:pt x="2296436" y="659470"/>
                  </a:lnTo>
                  <a:lnTo>
                    <a:pt x="2297507" y="659265"/>
                  </a:lnTo>
                  <a:lnTo>
                    <a:pt x="2298579" y="659060"/>
                  </a:lnTo>
                  <a:lnTo>
                    <a:pt x="2299651" y="658855"/>
                  </a:lnTo>
                  <a:lnTo>
                    <a:pt x="2300722" y="658650"/>
                  </a:lnTo>
                  <a:lnTo>
                    <a:pt x="2301794" y="658446"/>
                  </a:lnTo>
                  <a:lnTo>
                    <a:pt x="2302865" y="658241"/>
                  </a:lnTo>
                  <a:lnTo>
                    <a:pt x="2303937" y="658037"/>
                  </a:lnTo>
                  <a:lnTo>
                    <a:pt x="2305009" y="657833"/>
                  </a:lnTo>
                  <a:lnTo>
                    <a:pt x="2306080" y="657629"/>
                  </a:lnTo>
                  <a:lnTo>
                    <a:pt x="2307152" y="657425"/>
                  </a:lnTo>
                  <a:lnTo>
                    <a:pt x="2308223" y="657222"/>
                  </a:lnTo>
                  <a:lnTo>
                    <a:pt x="2309295" y="657019"/>
                  </a:lnTo>
                  <a:lnTo>
                    <a:pt x="2310366" y="656815"/>
                  </a:lnTo>
                  <a:lnTo>
                    <a:pt x="2311438" y="656613"/>
                  </a:lnTo>
                  <a:lnTo>
                    <a:pt x="2312510" y="656410"/>
                  </a:lnTo>
                  <a:lnTo>
                    <a:pt x="2313581" y="656207"/>
                  </a:lnTo>
                  <a:lnTo>
                    <a:pt x="2314653" y="656005"/>
                  </a:lnTo>
                  <a:lnTo>
                    <a:pt x="2315724" y="655802"/>
                  </a:lnTo>
                  <a:lnTo>
                    <a:pt x="2316796" y="655600"/>
                  </a:lnTo>
                  <a:lnTo>
                    <a:pt x="2317868" y="655399"/>
                  </a:lnTo>
                  <a:lnTo>
                    <a:pt x="2318939" y="655197"/>
                  </a:lnTo>
                  <a:lnTo>
                    <a:pt x="2320011" y="654995"/>
                  </a:lnTo>
                  <a:lnTo>
                    <a:pt x="2321082" y="654794"/>
                  </a:lnTo>
                  <a:lnTo>
                    <a:pt x="2322154" y="654593"/>
                  </a:lnTo>
                  <a:lnTo>
                    <a:pt x="2323226" y="654391"/>
                  </a:lnTo>
                  <a:lnTo>
                    <a:pt x="2324297" y="654191"/>
                  </a:lnTo>
                  <a:lnTo>
                    <a:pt x="2325369" y="653990"/>
                  </a:lnTo>
                  <a:lnTo>
                    <a:pt x="2326440" y="653789"/>
                  </a:lnTo>
                  <a:lnTo>
                    <a:pt x="2327512" y="653589"/>
                  </a:lnTo>
                  <a:lnTo>
                    <a:pt x="2328584" y="653388"/>
                  </a:lnTo>
                  <a:lnTo>
                    <a:pt x="2329655" y="653188"/>
                  </a:lnTo>
                  <a:lnTo>
                    <a:pt x="2330727" y="652988"/>
                  </a:lnTo>
                  <a:lnTo>
                    <a:pt x="2331798" y="652788"/>
                  </a:lnTo>
                  <a:lnTo>
                    <a:pt x="2332870" y="652589"/>
                  </a:lnTo>
                  <a:lnTo>
                    <a:pt x="2333942" y="652389"/>
                  </a:lnTo>
                  <a:lnTo>
                    <a:pt x="2335013" y="652190"/>
                  </a:lnTo>
                  <a:lnTo>
                    <a:pt x="2336085" y="651991"/>
                  </a:lnTo>
                  <a:lnTo>
                    <a:pt x="2337156" y="651791"/>
                  </a:lnTo>
                  <a:lnTo>
                    <a:pt x="2338228" y="651592"/>
                  </a:lnTo>
                  <a:lnTo>
                    <a:pt x="2339300" y="651394"/>
                  </a:lnTo>
                  <a:lnTo>
                    <a:pt x="2340371" y="651195"/>
                  </a:lnTo>
                  <a:lnTo>
                    <a:pt x="2341443" y="650996"/>
                  </a:lnTo>
                  <a:lnTo>
                    <a:pt x="2342514" y="650798"/>
                  </a:lnTo>
                  <a:lnTo>
                    <a:pt x="2343586" y="650600"/>
                  </a:lnTo>
                  <a:lnTo>
                    <a:pt x="2344658" y="650402"/>
                  </a:lnTo>
                  <a:lnTo>
                    <a:pt x="2345729" y="650204"/>
                  </a:lnTo>
                  <a:lnTo>
                    <a:pt x="2346801" y="650006"/>
                  </a:lnTo>
                  <a:lnTo>
                    <a:pt x="2347872" y="649808"/>
                  </a:lnTo>
                  <a:lnTo>
                    <a:pt x="2348944" y="649611"/>
                  </a:lnTo>
                  <a:lnTo>
                    <a:pt x="2350016" y="649413"/>
                  </a:lnTo>
                  <a:lnTo>
                    <a:pt x="2351087" y="649216"/>
                  </a:lnTo>
                  <a:lnTo>
                    <a:pt x="2352159" y="649018"/>
                  </a:lnTo>
                  <a:lnTo>
                    <a:pt x="2353230" y="648821"/>
                  </a:lnTo>
                  <a:lnTo>
                    <a:pt x="2354302" y="648624"/>
                  </a:lnTo>
                  <a:lnTo>
                    <a:pt x="2355374" y="648428"/>
                  </a:lnTo>
                  <a:lnTo>
                    <a:pt x="2356445" y="648231"/>
                  </a:lnTo>
                  <a:lnTo>
                    <a:pt x="2357517" y="648034"/>
                  </a:lnTo>
                  <a:lnTo>
                    <a:pt x="2358588" y="647838"/>
                  </a:lnTo>
                  <a:lnTo>
                    <a:pt x="2359660" y="647641"/>
                  </a:lnTo>
                  <a:lnTo>
                    <a:pt x="2360732" y="647445"/>
                  </a:lnTo>
                  <a:lnTo>
                    <a:pt x="2361803" y="647249"/>
                  </a:lnTo>
                  <a:lnTo>
                    <a:pt x="2362875" y="647053"/>
                  </a:lnTo>
                  <a:lnTo>
                    <a:pt x="2363946" y="646857"/>
                  </a:lnTo>
                  <a:lnTo>
                    <a:pt x="2365018" y="646661"/>
                  </a:lnTo>
                  <a:lnTo>
                    <a:pt x="2366090" y="646465"/>
                  </a:lnTo>
                  <a:lnTo>
                    <a:pt x="2367161" y="646270"/>
                  </a:lnTo>
                  <a:lnTo>
                    <a:pt x="2368233" y="646074"/>
                  </a:lnTo>
                  <a:lnTo>
                    <a:pt x="2369304" y="645879"/>
                  </a:lnTo>
                  <a:lnTo>
                    <a:pt x="2370376" y="645684"/>
                  </a:lnTo>
                  <a:lnTo>
                    <a:pt x="2371448" y="645488"/>
                  </a:lnTo>
                  <a:lnTo>
                    <a:pt x="2372519" y="645293"/>
                  </a:lnTo>
                  <a:lnTo>
                    <a:pt x="2373591" y="645098"/>
                  </a:lnTo>
                  <a:lnTo>
                    <a:pt x="2374662" y="644903"/>
                  </a:lnTo>
                  <a:lnTo>
                    <a:pt x="2375734" y="644709"/>
                  </a:lnTo>
                  <a:lnTo>
                    <a:pt x="2376806" y="644514"/>
                  </a:lnTo>
                  <a:lnTo>
                    <a:pt x="2377877" y="644319"/>
                  </a:lnTo>
                  <a:lnTo>
                    <a:pt x="2378949" y="644125"/>
                  </a:lnTo>
                  <a:lnTo>
                    <a:pt x="2380020" y="643930"/>
                  </a:lnTo>
                  <a:lnTo>
                    <a:pt x="2381092" y="643736"/>
                  </a:lnTo>
                  <a:lnTo>
                    <a:pt x="2382164" y="643542"/>
                  </a:lnTo>
                  <a:lnTo>
                    <a:pt x="2383235" y="643347"/>
                  </a:lnTo>
                  <a:lnTo>
                    <a:pt x="2384307" y="643153"/>
                  </a:lnTo>
                  <a:lnTo>
                    <a:pt x="2385378" y="642959"/>
                  </a:lnTo>
                  <a:lnTo>
                    <a:pt x="2386450" y="642765"/>
                  </a:lnTo>
                  <a:lnTo>
                    <a:pt x="2387522" y="642571"/>
                  </a:lnTo>
                  <a:lnTo>
                    <a:pt x="2388593" y="642378"/>
                  </a:lnTo>
                  <a:lnTo>
                    <a:pt x="2389665" y="642184"/>
                  </a:lnTo>
                  <a:lnTo>
                    <a:pt x="2390736" y="641990"/>
                  </a:lnTo>
                  <a:lnTo>
                    <a:pt x="2391808" y="641797"/>
                  </a:lnTo>
                  <a:lnTo>
                    <a:pt x="2392880" y="641603"/>
                  </a:lnTo>
                  <a:lnTo>
                    <a:pt x="2393951" y="641410"/>
                  </a:lnTo>
                  <a:lnTo>
                    <a:pt x="2395023" y="641216"/>
                  </a:lnTo>
                  <a:lnTo>
                    <a:pt x="2396094" y="641023"/>
                  </a:lnTo>
                  <a:lnTo>
                    <a:pt x="2397166" y="640830"/>
                  </a:lnTo>
                  <a:lnTo>
                    <a:pt x="2398238" y="640637"/>
                  </a:lnTo>
                  <a:lnTo>
                    <a:pt x="2399309" y="640444"/>
                  </a:lnTo>
                  <a:lnTo>
                    <a:pt x="2400381" y="640250"/>
                  </a:lnTo>
                  <a:lnTo>
                    <a:pt x="2401452" y="640057"/>
                  </a:lnTo>
                  <a:lnTo>
                    <a:pt x="2402524" y="639865"/>
                  </a:lnTo>
                  <a:lnTo>
                    <a:pt x="2403596" y="639672"/>
                  </a:lnTo>
                  <a:lnTo>
                    <a:pt x="2404667" y="639479"/>
                  </a:lnTo>
                  <a:lnTo>
                    <a:pt x="2405739" y="639286"/>
                  </a:lnTo>
                  <a:lnTo>
                    <a:pt x="2406810" y="639093"/>
                  </a:lnTo>
                  <a:lnTo>
                    <a:pt x="2407882" y="638901"/>
                  </a:lnTo>
                  <a:lnTo>
                    <a:pt x="2408954" y="638708"/>
                  </a:lnTo>
                  <a:lnTo>
                    <a:pt x="2410025" y="638515"/>
                  </a:lnTo>
                  <a:lnTo>
                    <a:pt x="2411097" y="638323"/>
                  </a:lnTo>
                  <a:lnTo>
                    <a:pt x="2412168" y="638130"/>
                  </a:lnTo>
                  <a:lnTo>
                    <a:pt x="2413240" y="637938"/>
                  </a:lnTo>
                  <a:lnTo>
                    <a:pt x="2414312" y="637746"/>
                  </a:lnTo>
                  <a:lnTo>
                    <a:pt x="2415383" y="637553"/>
                  </a:lnTo>
                  <a:lnTo>
                    <a:pt x="2416455" y="637361"/>
                  </a:lnTo>
                  <a:lnTo>
                    <a:pt x="2417526" y="637169"/>
                  </a:lnTo>
                  <a:lnTo>
                    <a:pt x="2418598" y="636976"/>
                  </a:lnTo>
                  <a:lnTo>
                    <a:pt x="2419670" y="636784"/>
                  </a:lnTo>
                  <a:lnTo>
                    <a:pt x="2420741" y="636592"/>
                  </a:lnTo>
                  <a:lnTo>
                    <a:pt x="2421813" y="636400"/>
                  </a:lnTo>
                  <a:lnTo>
                    <a:pt x="2422884" y="636207"/>
                  </a:lnTo>
                  <a:lnTo>
                    <a:pt x="2423956" y="636015"/>
                  </a:lnTo>
                  <a:lnTo>
                    <a:pt x="2425028" y="635823"/>
                  </a:lnTo>
                  <a:lnTo>
                    <a:pt x="2426099" y="635631"/>
                  </a:lnTo>
                  <a:lnTo>
                    <a:pt x="2427171" y="635439"/>
                  </a:lnTo>
                  <a:lnTo>
                    <a:pt x="2428242" y="635247"/>
                  </a:lnTo>
                  <a:lnTo>
                    <a:pt x="2429314" y="635055"/>
                  </a:lnTo>
                  <a:lnTo>
                    <a:pt x="2430386" y="634863"/>
                  </a:lnTo>
                  <a:lnTo>
                    <a:pt x="2431457" y="634671"/>
                  </a:lnTo>
                  <a:lnTo>
                    <a:pt x="2432529" y="634479"/>
                  </a:lnTo>
                  <a:lnTo>
                    <a:pt x="2433600" y="634287"/>
                  </a:lnTo>
                  <a:lnTo>
                    <a:pt x="2434672" y="634095"/>
                  </a:lnTo>
                  <a:lnTo>
                    <a:pt x="2435744" y="633903"/>
                  </a:lnTo>
                  <a:lnTo>
                    <a:pt x="2436815" y="633711"/>
                  </a:lnTo>
                  <a:lnTo>
                    <a:pt x="2437887" y="633520"/>
                  </a:lnTo>
                  <a:lnTo>
                    <a:pt x="2438958" y="633328"/>
                  </a:lnTo>
                  <a:lnTo>
                    <a:pt x="2440030" y="633136"/>
                  </a:lnTo>
                  <a:lnTo>
                    <a:pt x="2441102" y="632944"/>
                  </a:lnTo>
                  <a:lnTo>
                    <a:pt x="2442173" y="632752"/>
                  </a:lnTo>
                  <a:lnTo>
                    <a:pt x="2443245" y="632560"/>
                  </a:lnTo>
                  <a:lnTo>
                    <a:pt x="2444316" y="632368"/>
                  </a:lnTo>
                  <a:lnTo>
                    <a:pt x="2445388" y="632176"/>
                  </a:lnTo>
                  <a:lnTo>
                    <a:pt x="2446460" y="631984"/>
                  </a:lnTo>
                  <a:lnTo>
                    <a:pt x="2447531" y="631792"/>
                  </a:lnTo>
                  <a:lnTo>
                    <a:pt x="2448603" y="631600"/>
                  </a:lnTo>
                  <a:lnTo>
                    <a:pt x="2449674" y="631408"/>
                  </a:lnTo>
                  <a:lnTo>
                    <a:pt x="2450746" y="631216"/>
                  </a:lnTo>
                  <a:lnTo>
                    <a:pt x="2451818" y="631024"/>
                  </a:lnTo>
                  <a:lnTo>
                    <a:pt x="2452889" y="630832"/>
                  </a:lnTo>
                  <a:lnTo>
                    <a:pt x="2453961" y="630640"/>
                  </a:lnTo>
                  <a:lnTo>
                    <a:pt x="2455032" y="630448"/>
                  </a:lnTo>
                  <a:lnTo>
                    <a:pt x="2456104" y="630256"/>
                  </a:lnTo>
                  <a:lnTo>
                    <a:pt x="2457176" y="630064"/>
                  </a:lnTo>
                  <a:lnTo>
                    <a:pt x="2458247" y="629872"/>
                  </a:lnTo>
                  <a:lnTo>
                    <a:pt x="2459319" y="629680"/>
                  </a:lnTo>
                  <a:lnTo>
                    <a:pt x="2460390" y="629488"/>
                  </a:lnTo>
                  <a:lnTo>
                    <a:pt x="2461462" y="629296"/>
                  </a:lnTo>
                  <a:lnTo>
                    <a:pt x="2462534" y="629103"/>
                  </a:lnTo>
                  <a:lnTo>
                    <a:pt x="2463605" y="628911"/>
                  </a:lnTo>
                  <a:lnTo>
                    <a:pt x="2464677" y="628719"/>
                  </a:lnTo>
                  <a:lnTo>
                    <a:pt x="2465748" y="628527"/>
                  </a:lnTo>
                  <a:lnTo>
                    <a:pt x="2466820" y="628334"/>
                  </a:lnTo>
                  <a:lnTo>
                    <a:pt x="2467892" y="628142"/>
                  </a:lnTo>
                  <a:lnTo>
                    <a:pt x="2468963" y="627949"/>
                  </a:lnTo>
                  <a:lnTo>
                    <a:pt x="2470035" y="627757"/>
                  </a:lnTo>
                  <a:lnTo>
                    <a:pt x="2471106" y="627564"/>
                  </a:lnTo>
                  <a:lnTo>
                    <a:pt x="2472178" y="627372"/>
                  </a:lnTo>
                  <a:lnTo>
                    <a:pt x="2473250" y="627179"/>
                  </a:lnTo>
                  <a:lnTo>
                    <a:pt x="2474321" y="626987"/>
                  </a:lnTo>
                  <a:lnTo>
                    <a:pt x="2475393" y="626794"/>
                  </a:lnTo>
                  <a:lnTo>
                    <a:pt x="2476464" y="626601"/>
                  </a:lnTo>
                  <a:lnTo>
                    <a:pt x="2477536" y="626408"/>
                  </a:lnTo>
                  <a:lnTo>
                    <a:pt x="2478608" y="626215"/>
                  </a:lnTo>
                  <a:lnTo>
                    <a:pt x="2479679" y="626023"/>
                  </a:lnTo>
                  <a:lnTo>
                    <a:pt x="2480751" y="625830"/>
                  </a:lnTo>
                  <a:lnTo>
                    <a:pt x="2481822" y="625636"/>
                  </a:lnTo>
                  <a:lnTo>
                    <a:pt x="2482894" y="625443"/>
                  </a:lnTo>
                  <a:lnTo>
                    <a:pt x="2483966" y="625250"/>
                  </a:lnTo>
                  <a:lnTo>
                    <a:pt x="2485037" y="625057"/>
                  </a:lnTo>
                  <a:lnTo>
                    <a:pt x="2486109" y="624864"/>
                  </a:lnTo>
                  <a:lnTo>
                    <a:pt x="2487180" y="624670"/>
                  </a:lnTo>
                  <a:lnTo>
                    <a:pt x="2488252" y="624477"/>
                  </a:lnTo>
                  <a:lnTo>
                    <a:pt x="2489323" y="624283"/>
                  </a:lnTo>
                  <a:lnTo>
                    <a:pt x="2490395" y="624090"/>
                  </a:lnTo>
                  <a:lnTo>
                    <a:pt x="2491467" y="623896"/>
                  </a:lnTo>
                  <a:lnTo>
                    <a:pt x="2492538" y="623702"/>
                  </a:lnTo>
                  <a:lnTo>
                    <a:pt x="2493610" y="623509"/>
                  </a:lnTo>
                  <a:lnTo>
                    <a:pt x="2494681" y="623315"/>
                  </a:lnTo>
                  <a:lnTo>
                    <a:pt x="2495753" y="623121"/>
                  </a:lnTo>
                  <a:lnTo>
                    <a:pt x="2496825" y="622927"/>
                  </a:lnTo>
                  <a:lnTo>
                    <a:pt x="2497896" y="622732"/>
                  </a:lnTo>
                  <a:lnTo>
                    <a:pt x="2498968" y="622538"/>
                  </a:lnTo>
                  <a:lnTo>
                    <a:pt x="2500039" y="622344"/>
                  </a:lnTo>
                  <a:lnTo>
                    <a:pt x="2501111" y="622149"/>
                  </a:lnTo>
                  <a:lnTo>
                    <a:pt x="2502183" y="621955"/>
                  </a:lnTo>
                  <a:lnTo>
                    <a:pt x="2503254" y="621760"/>
                  </a:lnTo>
                  <a:lnTo>
                    <a:pt x="2504326" y="621566"/>
                  </a:lnTo>
                  <a:lnTo>
                    <a:pt x="2505397" y="621371"/>
                  </a:lnTo>
                  <a:lnTo>
                    <a:pt x="2506469" y="621176"/>
                  </a:lnTo>
                  <a:lnTo>
                    <a:pt x="2507541" y="620981"/>
                  </a:lnTo>
                  <a:lnTo>
                    <a:pt x="2508612" y="620786"/>
                  </a:lnTo>
                  <a:lnTo>
                    <a:pt x="2509684" y="620591"/>
                  </a:lnTo>
                  <a:lnTo>
                    <a:pt x="2510755" y="620395"/>
                  </a:lnTo>
                  <a:lnTo>
                    <a:pt x="2511827" y="620200"/>
                  </a:lnTo>
                  <a:lnTo>
                    <a:pt x="2512899" y="620005"/>
                  </a:lnTo>
                  <a:lnTo>
                    <a:pt x="2513970" y="619809"/>
                  </a:lnTo>
                  <a:lnTo>
                    <a:pt x="2515042" y="619613"/>
                  </a:lnTo>
                  <a:lnTo>
                    <a:pt x="2516113" y="619417"/>
                  </a:lnTo>
                  <a:lnTo>
                    <a:pt x="2517185" y="619221"/>
                  </a:lnTo>
                  <a:lnTo>
                    <a:pt x="2518257" y="619025"/>
                  </a:lnTo>
                  <a:lnTo>
                    <a:pt x="2519328" y="618829"/>
                  </a:lnTo>
                  <a:lnTo>
                    <a:pt x="2520400" y="618633"/>
                  </a:lnTo>
                  <a:lnTo>
                    <a:pt x="2521471" y="618436"/>
                  </a:lnTo>
                  <a:lnTo>
                    <a:pt x="2522543" y="618240"/>
                  </a:lnTo>
                  <a:lnTo>
                    <a:pt x="2523615" y="618043"/>
                  </a:lnTo>
                  <a:lnTo>
                    <a:pt x="2524686" y="617846"/>
                  </a:lnTo>
                  <a:lnTo>
                    <a:pt x="2525758" y="617649"/>
                  </a:lnTo>
                  <a:lnTo>
                    <a:pt x="2526829" y="617452"/>
                  </a:lnTo>
                  <a:lnTo>
                    <a:pt x="2527901" y="617255"/>
                  </a:lnTo>
                  <a:lnTo>
                    <a:pt x="2528973" y="617058"/>
                  </a:lnTo>
                  <a:lnTo>
                    <a:pt x="2530044" y="616860"/>
                  </a:lnTo>
                  <a:lnTo>
                    <a:pt x="2531116" y="616663"/>
                  </a:lnTo>
                  <a:lnTo>
                    <a:pt x="2532187" y="616465"/>
                  </a:lnTo>
                  <a:lnTo>
                    <a:pt x="2533259" y="616267"/>
                  </a:lnTo>
                  <a:lnTo>
                    <a:pt x="2534331" y="616069"/>
                  </a:lnTo>
                  <a:lnTo>
                    <a:pt x="2535402" y="615871"/>
                  </a:lnTo>
                  <a:lnTo>
                    <a:pt x="2536474" y="615672"/>
                  </a:lnTo>
                  <a:lnTo>
                    <a:pt x="2537545" y="615474"/>
                  </a:lnTo>
                  <a:lnTo>
                    <a:pt x="2538617" y="615275"/>
                  </a:lnTo>
                  <a:lnTo>
                    <a:pt x="2539689" y="615077"/>
                  </a:lnTo>
                  <a:lnTo>
                    <a:pt x="2540760" y="614878"/>
                  </a:lnTo>
                  <a:lnTo>
                    <a:pt x="2541832" y="614679"/>
                  </a:lnTo>
                  <a:lnTo>
                    <a:pt x="2542903" y="614479"/>
                  </a:lnTo>
                  <a:lnTo>
                    <a:pt x="2543975" y="614280"/>
                  </a:lnTo>
                  <a:lnTo>
                    <a:pt x="2545047" y="614080"/>
                  </a:lnTo>
                  <a:lnTo>
                    <a:pt x="2546118" y="613881"/>
                  </a:lnTo>
                  <a:lnTo>
                    <a:pt x="2547190" y="613681"/>
                  </a:lnTo>
                  <a:lnTo>
                    <a:pt x="2548261" y="613481"/>
                  </a:lnTo>
                  <a:lnTo>
                    <a:pt x="2549333" y="613281"/>
                  </a:lnTo>
                  <a:lnTo>
                    <a:pt x="2550405" y="613080"/>
                  </a:lnTo>
                  <a:lnTo>
                    <a:pt x="2551476" y="612880"/>
                  </a:lnTo>
                  <a:lnTo>
                    <a:pt x="2552548" y="612679"/>
                  </a:lnTo>
                  <a:lnTo>
                    <a:pt x="2553619" y="612478"/>
                  </a:lnTo>
                  <a:lnTo>
                    <a:pt x="2554691" y="612277"/>
                  </a:lnTo>
                  <a:lnTo>
                    <a:pt x="2555763" y="612076"/>
                  </a:lnTo>
                  <a:lnTo>
                    <a:pt x="2556834" y="611874"/>
                  </a:lnTo>
                  <a:lnTo>
                    <a:pt x="2557906" y="611673"/>
                  </a:lnTo>
                  <a:lnTo>
                    <a:pt x="2558977" y="611471"/>
                  </a:lnTo>
                  <a:lnTo>
                    <a:pt x="2560049" y="611269"/>
                  </a:lnTo>
                  <a:lnTo>
                    <a:pt x="2561121" y="611067"/>
                  </a:lnTo>
                  <a:lnTo>
                    <a:pt x="2562192" y="610864"/>
                  </a:lnTo>
                  <a:lnTo>
                    <a:pt x="2563264" y="610662"/>
                  </a:lnTo>
                  <a:lnTo>
                    <a:pt x="2564335" y="610459"/>
                  </a:lnTo>
                  <a:lnTo>
                    <a:pt x="2565407" y="610256"/>
                  </a:lnTo>
                  <a:lnTo>
                    <a:pt x="2566479" y="610053"/>
                  </a:lnTo>
                  <a:lnTo>
                    <a:pt x="2567550" y="609850"/>
                  </a:lnTo>
                  <a:lnTo>
                    <a:pt x="2568622" y="609646"/>
                  </a:lnTo>
                  <a:lnTo>
                    <a:pt x="2569693" y="609443"/>
                  </a:lnTo>
                  <a:lnTo>
                    <a:pt x="2570765" y="609239"/>
                  </a:lnTo>
                  <a:lnTo>
                    <a:pt x="2571837" y="609035"/>
                  </a:lnTo>
                  <a:lnTo>
                    <a:pt x="2572908" y="608830"/>
                  </a:lnTo>
                  <a:lnTo>
                    <a:pt x="2573980" y="608626"/>
                  </a:lnTo>
                  <a:lnTo>
                    <a:pt x="2575051" y="608421"/>
                  </a:lnTo>
                  <a:lnTo>
                    <a:pt x="2576123" y="608216"/>
                  </a:lnTo>
                  <a:lnTo>
                    <a:pt x="2577195" y="608011"/>
                  </a:lnTo>
                  <a:lnTo>
                    <a:pt x="2578266" y="607806"/>
                  </a:lnTo>
                  <a:lnTo>
                    <a:pt x="2579338" y="607600"/>
                  </a:lnTo>
                  <a:lnTo>
                    <a:pt x="2580409" y="607394"/>
                  </a:lnTo>
                  <a:lnTo>
                    <a:pt x="2581481" y="607189"/>
                  </a:lnTo>
                  <a:lnTo>
                    <a:pt x="2582553" y="606982"/>
                  </a:lnTo>
                  <a:lnTo>
                    <a:pt x="2583624" y="606776"/>
                  </a:lnTo>
                  <a:lnTo>
                    <a:pt x="2584696" y="606569"/>
                  </a:lnTo>
                  <a:lnTo>
                    <a:pt x="2585767" y="606362"/>
                  </a:lnTo>
                  <a:lnTo>
                    <a:pt x="2586839" y="606155"/>
                  </a:lnTo>
                  <a:lnTo>
                    <a:pt x="2587911" y="605948"/>
                  </a:lnTo>
                  <a:lnTo>
                    <a:pt x="2588982" y="605740"/>
                  </a:lnTo>
                  <a:lnTo>
                    <a:pt x="2590054" y="605533"/>
                  </a:lnTo>
                  <a:lnTo>
                    <a:pt x="2591125" y="605324"/>
                  </a:lnTo>
                  <a:lnTo>
                    <a:pt x="2592197" y="605116"/>
                  </a:lnTo>
                  <a:lnTo>
                    <a:pt x="2593269" y="604908"/>
                  </a:lnTo>
                  <a:lnTo>
                    <a:pt x="2594340" y="604699"/>
                  </a:lnTo>
                  <a:lnTo>
                    <a:pt x="2595412" y="604490"/>
                  </a:lnTo>
                  <a:lnTo>
                    <a:pt x="2596483" y="604281"/>
                  </a:lnTo>
                  <a:lnTo>
                    <a:pt x="2597555" y="604071"/>
                  </a:lnTo>
                  <a:lnTo>
                    <a:pt x="2598627" y="603862"/>
                  </a:lnTo>
                  <a:lnTo>
                    <a:pt x="2599698" y="603652"/>
                  </a:lnTo>
                  <a:lnTo>
                    <a:pt x="2600770" y="603441"/>
                  </a:lnTo>
                  <a:lnTo>
                    <a:pt x="2601841" y="603231"/>
                  </a:lnTo>
                  <a:lnTo>
                    <a:pt x="2602913" y="603020"/>
                  </a:lnTo>
                  <a:lnTo>
                    <a:pt x="2603985" y="602809"/>
                  </a:lnTo>
                  <a:lnTo>
                    <a:pt x="2605056" y="602598"/>
                  </a:lnTo>
                  <a:lnTo>
                    <a:pt x="2606128" y="602387"/>
                  </a:lnTo>
                  <a:lnTo>
                    <a:pt x="2607199" y="602175"/>
                  </a:lnTo>
                  <a:lnTo>
                    <a:pt x="2608271" y="601963"/>
                  </a:lnTo>
                  <a:lnTo>
                    <a:pt x="2609343" y="601751"/>
                  </a:lnTo>
                  <a:lnTo>
                    <a:pt x="2610414" y="601538"/>
                  </a:lnTo>
                  <a:lnTo>
                    <a:pt x="2611486" y="601325"/>
                  </a:lnTo>
                  <a:lnTo>
                    <a:pt x="2612557" y="601112"/>
                  </a:lnTo>
                  <a:lnTo>
                    <a:pt x="2613629" y="600899"/>
                  </a:lnTo>
                  <a:lnTo>
                    <a:pt x="2614701" y="600685"/>
                  </a:lnTo>
                  <a:lnTo>
                    <a:pt x="2615772" y="600472"/>
                  </a:lnTo>
                  <a:lnTo>
                    <a:pt x="2616844" y="600257"/>
                  </a:lnTo>
                  <a:lnTo>
                    <a:pt x="2617915" y="600043"/>
                  </a:lnTo>
                  <a:lnTo>
                    <a:pt x="2618987" y="599828"/>
                  </a:lnTo>
                  <a:lnTo>
                    <a:pt x="2620059" y="599613"/>
                  </a:lnTo>
                  <a:lnTo>
                    <a:pt x="2621130" y="599398"/>
                  </a:lnTo>
                  <a:lnTo>
                    <a:pt x="2622202" y="599182"/>
                  </a:lnTo>
                  <a:lnTo>
                    <a:pt x="2623273" y="598967"/>
                  </a:lnTo>
                  <a:lnTo>
                    <a:pt x="2624345" y="598751"/>
                  </a:lnTo>
                  <a:lnTo>
                    <a:pt x="2625417" y="598534"/>
                  </a:lnTo>
                  <a:lnTo>
                    <a:pt x="2626488" y="598317"/>
                  </a:lnTo>
                  <a:lnTo>
                    <a:pt x="2627560" y="598100"/>
                  </a:lnTo>
                  <a:lnTo>
                    <a:pt x="2628631" y="597883"/>
                  </a:lnTo>
                  <a:lnTo>
                    <a:pt x="2629703" y="597666"/>
                  </a:lnTo>
                  <a:lnTo>
                    <a:pt x="2630775" y="597448"/>
                  </a:lnTo>
                  <a:lnTo>
                    <a:pt x="2631846" y="597230"/>
                  </a:lnTo>
                  <a:lnTo>
                    <a:pt x="2632918" y="597011"/>
                  </a:lnTo>
                  <a:lnTo>
                    <a:pt x="2633989" y="596792"/>
                  </a:lnTo>
                  <a:lnTo>
                    <a:pt x="2635061" y="596573"/>
                  </a:lnTo>
                  <a:lnTo>
                    <a:pt x="2636133" y="596354"/>
                  </a:lnTo>
                  <a:lnTo>
                    <a:pt x="2637204" y="596134"/>
                  </a:lnTo>
                  <a:lnTo>
                    <a:pt x="2638276" y="595914"/>
                  </a:lnTo>
                  <a:lnTo>
                    <a:pt x="2639347" y="595694"/>
                  </a:lnTo>
                  <a:lnTo>
                    <a:pt x="2640419" y="595473"/>
                  </a:lnTo>
                  <a:lnTo>
                    <a:pt x="2641491" y="595252"/>
                  </a:lnTo>
                  <a:lnTo>
                    <a:pt x="2642562" y="595031"/>
                  </a:lnTo>
                  <a:lnTo>
                    <a:pt x="2643634" y="594810"/>
                  </a:lnTo>
                  <a:lnTo>
                    <a:pt x="2644705" y="594588"/>
                  </a:lnTo>
                  <a:lnTo>
                    <a:pt x="2645777" y="594366"/>
                  </a:lnTo>
                  <a:lnTo>
                    <a:pt x="2646849" y="594143"/>
                  </a:lnTo>
                  <a:lnTo>
                    <a:pt x="2647920" y="593920"/>
                  </a:lnTo>
                  <a:lnTo>
                    <a:pt x="2648992" y="593697"/>
                  </a:lnTo>
                  <a:lnTo>
                    <a:pt x="2650063" y="593474"/>
                  </a:lnTo>
                  <a:lnTo>
                    <a:pt x="2651135" y="593250"/>
                  </a:lnTo>
                  <a:lnTo>
                    <a:pt x="2652207" y="593026"/>
                  </a:lnTo>
                  <a:lnTo>
                    <a:pt x="2653278" y="592801"/>
                  </a:lnTo>
                  <a:lnTo>
                    <a:pt x="2654350" y="592576"/>
                  </a:lnTo>
                  <a:lnTo>
                    <a:pt x="2655421" y="592351"/>
                  </a:lnTo>
                  <a:lnTo>
                    <a:pt x="2656493" y="592126"/>
                  </a:lnTo>
                  <a:lnTo>
                    <a:pt x="2657565" y="591900"/>
                  </a:lnTo>
                  <a:lnTo>
                    <a:pt x="2658636" y="591674"/>
                  </a:lnTo>
                  <a:lnTo>
                    <a:pt x="2659708" y="591447"/>
                  </a:lnTo>
                  <a:lnTo>
                    <a:pt x="2660779" y="591220"/>
                  </a:lnTo>
                  <a:lnTo>
                    <a:pt x="2661851" y="590993"/>
                  </a:lnTo>
                  <a:lnTo>
                    <a:pt x="2662922" y="590766"/>
                  </a:lnTo>
                  <a:lnTo>
                    <a:pt x="2663994" y="590538"/>
                  </a:lnTo>
                  <a:lnTo>
                    <a:pt x="2665066" y="590309"/>
                  </a:lnTo>
                  <a:lnTo>
                    <a:pt x="2666137" y="590081"/>
                  </a:lnTo>
                  <a:lnTo>
                    <a:pt x="2667209" y="589852"/>
                  </a:lnTo>
                  <a:lnTo>
                    <a:pt x="2668280" y="589623"/>
                  </a:lnTo>
                  <a:lnTo>
                    <a:pt x="2669352" y="589393"/>
                  </a:lnTo>
                  <a:lnTo>
                    <a:pt x="2670424" y="589163"/>
                  </a:lnTo>
                  <a:lnTo>
                    <a:pt x="2671495" y="588933"/>
                  </a:lnTo>
                  <a:lnTo>
                    <a:pt x="2672567" y="588702"/>
                  </a:lnTo>
                  <a:lnTo>
                    <a:pt x="2673638" y="588471"/>
                  </a:lnTo>
                  <a:lnTo>
                    <a:pt x="2674710" y="588239"/>
                  </a:lnTo>
                  <a:lnTo>
                    <a:pt x="2675782" y="588007"/>
                  </a:lnTo>
                  <a:lnTo>
                    <a:pt x="2676853" y="587775"/>
                  </a:lnTo>
                  <a:lnTo>
                    <a:pt x="2677925" y="587543"/>
                  </a:lnTo>
                  <a:lnTo>
                    <a:pt x="2678996" y="587310"/>
                  </a:lnTo>
                  <a:lnTo>
                    <a:pt x="2680068" y="587076"/>
                  </a:lnTo>
                  <a:lnTo>
                    <a:pt x="2681140" y="586843"/>
                  </a:lnTo>
                  <a:lnTo>
                    <a:pt x="2682211" y="586609"/>
                  </a:lnTo>
                  <a:lnTo>
                    <a:pt x="2683283" y="586374"/>
                  </a:lnTo>
                  <a:lnTo>
                    <a:pt x="2684354" y="586139"/>
                  </a:lnTo>
                  <a:lnTo>
                    <a:pt x="2685426" y="585904"/>
                  </a:lnTo>
                  <a:lnTo>
                    <a:pt x="2686498" y="585669"/>
                  </a:lnTo>
                  <a:lnTo>
                    <a:pt x="2687569" y="585433"/>
                  </a:lnTo>
                  <a:lnTo>
                    <a:pt x="2688641" y="585196"/>
                  </a:lnTo>
                  <a:lnTo>
                    <a:pt x="2689712" y="584960"/>
                  </a:lnTo>
                  <a:lnTo>
                    <a:pt x="2690784" y="584722"/>
                  </a:lnTo>
                  <a:lnTo>
                    <a:pt x="2691856" y="584485"/>
                  </a:lnTo>
                  <a:lnTo>
                    <a:pt x="2692927" y="584247"/>
                  </a:lnTo>
                  <a:lnTo>
                    <a:pt x="2693999" y="584009"/>
                  </a:lnTo>
                  <a:lnTo>
                    <a:pt x="2695070" y="583770"/>
                  </a:lnTo>
                  <a:lnTo>
                    <a:pt x="2696142" y="583531"/>
                  </a:lnTo>
                  <a:lnTo>
                    <a:pt x="2697214" y="583291"/>
                  </a:lnTo>
                  <a:lnTo>
                    <a:pt x="2698285" y="583052"/>
                  </a:lnTo>
                  <a:lnTo>
                    <a:pt x="2699357" y="582811"/>
                  </a:lnTo>
                  <a:lnTo>
                    <a:pt x="2700428" y="582571"/>
                  </a:lnTo>
                  <a:lnTo>
                    <a:pt x="2701500" y="582329"/>
                  </a:lnTo>
                  <a:lnTo>
                    <a:pt x="2702572" y="582088"/>
                  </a:lnTo>
                  <a:lnTo>
                    <a:pt x="2703643" y="581846"/>
                  </a:lnTo>
                  <a:lnTo>
                    <a:pt x="2704715" y="581604"/>
                  </a:lnTo>
                  <a:lnTo>
                    <a:pt x="2705786" y="581361"/>
                  </a:lnTo>
                  <a:lnTo>
                    <a:pt x="2706858" y="581118"/>
                  </a:lnTo>
                  <a:lnTo>
                    <a:pt x="2707930" y="580874"/>
                  </a:lnTo>
                  <a:lnTo>
                    <a:pt x="2709001" y="580630"/>
                  </a:lnTo>
                  <a:lnTo>
                    <a:pt x="2710073" y="580386"/>
                  </a:lnTo>
                  <a:lnTo>
                    <a:pt x="2711144" y="580141"/>
                  </a:lnTo>
                  <a:lnTo>
                    <a:pt x="2712216" y="579896"/>
                  </a:lnTo>
                  <a:lnTo>
                    <a:pt x="2713288" y="579650"/>
                  </a:lnTo>
                  <a:lnTo>
                    <a:pt x="2714359" y="579404"/>
                  </a:lnTo>
                  <a:lnTo>
                    <a:pt x="2715431" y="579157"/>
                  </a:lnTo>
                  <a:lnTo>
                    <a:pt x="2716502" y="578911"/>
                  </a:lnTo>
                  <a:lnTo>
                    <a:pt x="2717574" y="578663"/>
                  </a:lnTo>
                  <a:lnTo>
                    <a:pt x="2718646" y="578415"/>
                  </a:lnTo>
                  <a:lnTo>
                    <a:pt x="2719717" y="578167"/>
                  </a:lnTo>
                  <a:lnTo>
                    <a:pt x="2720789" y="577918"/>
                  </a:lnTo>
                  <a:lnTo>
                    <a:pt x="2721860" y="577669"/>
                  </a:lnTo>
                  <a:lnTo>
                    <a:pt x="2722932" y="577420"/>
                  </a:lnTo>
                  <a:lnTo>
                    <a:pt x="2724004" y="577170"/>
                  </a:lnTo>
                  <a:lnTo>
                    <a:pt x="2725075" y="576919"/>
                  </a:lnTo>
                  <a:lnTo>
                    <a:pt x="2726147" y="576669"/>
                  </a:lnTo>
                  <a:lnTo>
                    <a:pt x="2727218" y="576417"/>
                  </a:lnTo>
                  <a:lnTo>
                    <a:pt x="2728290" y="576166"/>
                  </a:lnTo>
                  <a:lnTo>
                    <a:pt x="2729362" y="575913"/>
                  </a:lnTo>
                  <a:lnTo>
                    <a:pt x="2730433" y="575661"/>
                  </a:lnTo>
                  <a:lnTo>
                    <a:pt x="2731505" y="575408"/>
                  </a:lnTo>
                  <a:lnTo>
                    <a:pt x="2732576" y="575154"/>
                  </a:lnTo>
                  <a:lnTo>
                    <a:pt x="2733648" y="574900"/>
                  </a:lnTo>
                  <a:lnTo>
                    <a:pt x="2734720" y="574646"/>
                  </a:lnTo>
                  <a:lnTo>
                    <a:pt x="2735791" y="574391"/>
                  </a:lnTo>
                  <a:lnTo>
                    <a:pt x="2736863" y="574136"/>
                  </a:lnTo>
                  <a:lnTo>
                    <a:pt x="2737934" y="573880"/>
                  </a:lnTo>
                  <a:lnTo>
                    <a:pt x="2739006" y="573624"/>
                  </a:lnTo>
                  <a:lnTo>
                    <a:pt x="2740078" y="573367"/>
                  </a:lnTo>
                  <a:lnTo>
                    <a:pt x="2741149" y="573110"/>
                  </a:lnTo>
                  <a:lnTo>
                    <a:pt x="2742221" y="572852"/>
                  </a:lnTo>
                  <a:lnTo>
                    <a:pt x="2743292" y="572594"/>
                  </a:lnTo>
                  <a:lnTo>
                    <a:pt x="2744364" y="572336"/>
                  </a:lnTo>
                  <a:lnTo>
                    <a:pt x="2745436" y="572077"/>
                  </a:lnTo>
                  <a:lnTo>
                    <a:pt x="2746507" y="571817"/>
                  </a:lnTo>
                  <a:lnTo>
                    <a:pt x="2747579" y="571557"/>
                  </a:lnTo>
                  <a:lnTo>
                    <a:pt x="2748650" y="571297"/>
                  </a:lnTo>
                  <a:lnTo>
                    <a:pt x="2749722" y="571036"/>
                  </a:lnTo>
                  <a:lnTo>
                    <a:pt x="2750794" y="570774"/>
                  </a:lnTo>
                  <a:lnTo>
                    <a:pt x="2751865" y="570513"/>
                  </a:lnTo>
                  <a:lnTo>
                    <a:pt x="2752937" y="570250"/>
                  </a:lnTo>
                  <a:lnTo>
                    <a:pt x="2754008" y="569988"/>
                  </a:lnTo>
                  <a:lnTo>
                    <a:pt x="2755080" y="569724"/>
                  </a:lnTo>
                  <a:lnTo>
                    <a:pt x="2756152" y="569460"/>
                  </a:lnTo>
                  <a:lnTo>
                    <a:pt x="2757223" y="569196"/>
                  </a:lnTo>
                  <a:lnTo>
                    <a:pt x="2758295" y="568932"/>
                  </a:lnTo>
                  <a:lnTo>
                    <a:pt x="2759366" y="568666"/>
                  </a:lnTo>
                  <a:lnTo>
                    <a:pt x="2760438" y="568401"/>
                  </a:lnTo>
                  <a:lnTo>
                    <a:pt x="2761510" y="568134"/>
                  </a:lnTo>
                  <a:lnTo>
                    <a:pt x="2762581" y="567868"/>
                  </a:lnTo>
                  <a:lnTo>
                    <a:pt x="2763653" y="567601"/>
                  </a:lnTo>
                  <a:lnTo>
                    <a:pt x="2764724" y="567333"/>
                  </a:lnTo>
                  <a:lnTo>
                    <a:pt x="2765796" y="567065"/>
                  </a:lnTo>
                  <a:lnTo>
                    <a:pt x="2766868" y="566796"/>
                  </a:lnTo>
                  <a:lnTo>
                    <a:pt x="2767939" y="566527"/>
                  </a:lnTo>
                  <a:lnTo>
                    <a:pt x="2769011" y="566257"/>
                  </a:lnTo>
                  <a:lnTo>
                    <a:pt x="2770082" y="565987"/>
                  </a:lnTo>
                  <a:lnTo>
                    <a:pt x="2771154" y="565717"/>
                  </a:lnTo>
                  <a:lnTo>
                    <a:pt x="2772226" y="565446"/>
                  </a:lnTo>
                  <a:lnTo>
                    <a:pt x="2773297" y="565174"/>
                  </a:lnTo>
                  <a:lnTo>
                    <a:pt x="2774369" y="564902"/>
                  </a:lnTo>
                  <a:lnTo>
                    <a:pt x="2775440" y="564629"/>
                  </a:lnTo>
                  <a:lnTo>
                    <a:pt x="2776512" y="564356"/>
                  </a:lnTo>
                  <a:lnTo>
                    <a:pt x="2777584" y="564083"/>
                  </a:lnTo>
                  <a:lnTo>
                    <a:pt x="2778655" y="563808"/>
                  </a:lnTo>
                  <a:lnTo>
                    <a:pt x="2779727" y="563534"/>
                  </a:lnTo>
                  <a:lnTo>
                    <a:pt x="2780798" y="563259"/>
                  </a:lnTo>
                  <a:lnTo>
                    <a:pt x="2781870" y="562983"/>
                  </a:lnTo>
                  <a:lnTo>
                    <a:pt x="2782942" y="562707"/>
                  </a:lnTo>
                  <a:lnTo>
                    <a:pt x="2784013" y="562430"/>
                  </a:lnTo>
                  <a:lnTo>
                    <a:pt x="2785085" y="562153"/>
                  </a:lnTo>
                  <a:lnTo>
                    <a:pt x="2786156" y="561875"/>
                  </a:lnTo>
                  <a:lnTo>
                    <a:pt x="2787228" y="561597"/>
                  </a:lnTo>
                  <a:lnTo>
                    <a:pt x="2788300" y="561318"/>
                  </a:lnTo>
                  <a:lnTo>
                    <a:pt x="2789371" y="561039"/>
                  </a:lnTo>
                  <a:lnTo>
                    <a:pt x="2790443" y="560759"/>
                  </a:lnTo>
                  <a:lnTo>
                    <a:pt x="2791514" y="560479"/>
                  </a:lnTo>
                  <a:lnTo>
                    <a:pt x="2792586" y="560198"/>
                  </a:lnTo>
                  <a:lnTo>
                    <a:pt x="2793658" y="559916"/>
                  </a:lnTo>
                  <a:lnTo>
                    <a:pt x="2794729" y="559634"/>
                  </a:lnTo>
                  <a:lnTo>
                    <a:pt x="2795801" y="559352"/>
                  </a:lnTo>
                  <a:lnTo>
                    <a:pt x="2796872" y="559069"/>
                  </a:lnTo>
                  <a:lnTo>
                    <a:pt x="2797944" y="558785"/>
                  </a:lnTo>
                  <a:lnTo>
                    <a:pt x="2799016" y="558501"/>
                  </a:lnTo>
                  <a:lnTo>
                    <a:pt x="2800087" y="558217"/>
                  </a:lnTo>
                  <a:lnTo>
                    <a:pt x="2801159" y="557932"/>
                  </a:lnTo>
                  <a:lnTo>
                    <a:pt x="2802230" y="557646"/>
                  </a:lnTo>
                  <a:lnTo>
                    <a:pt x="2803302" y="557360"/>
                  </a:lnTo>
                  <a:lnTo>
                    <a:pt x="2804374" y="557073"/>
                  </a:lnTo>
                  <a:lnTo>
                    <a:pt x="2805445" y="556786"/>
                  </a:lnTo>
                  <a:lnTo>
                    <a:pt x="2806517" y="556498"/>
                  </a:lnTo>
                  <a:lnTo>
                    <a:pt x="2807588" y="556210"/>
                  </a:lnTo>
                  <a:lnTo>
                    <a:pt x="2808660" y="555921"/>
                  </a:lnTo>
                  <a:lnTo>
                    <a:pt x="2809732" y="555632"/>
                  </a:lnTo>
                  <a:lnTo>
                    <a:pt x="2810803" y="555342"/>
                  </a:lnTo>
                  <a:lnTo>
                    <a:pt x="2811875" y="555051"/>
                  </a:lnTo>
                  <a:lnTo>
                    <a:pt x="2812946" y="554760"/>
                  </a:lnTo>
                  <a:lnTo>
                    <a:pt x="2814018" y="554468"/>
                  </a:lnTo>
                  <a:lnTo>
                    <a:pt x="2815090" y="554176"/>
                  </a:lnTo>
                  <a:lnTo>
                    <a:pt x="2816161" y="553884"/>
                  </a:lnTo>
                  <a:lnTo>
                    <a:pt x="2817233" y="553590"/>
                  </a:lnTo>
                  <a:lnTo>
                    <a:pt x="2818304" y="553297"/>
                  </a:lnTo>
                  <a:lnTo>
                    <a:pt x="2819376" y="553002"/>
                  </a:lnTo>
                  <a:lnTo>
                    <a:pt x="2820448" y="552707"/>
                  </a:lnTo>
                  <a:lnTo>
                    <a:pt x="2821519" y="552412"/>
                  </a:lnTo>
                  <a:lnTo>
                    <a:pt x="2822591" y="552116"/>
                  </a:lnTo>
                  <a:lnTo>
                    <a:pt x="2823662" y="551819"/>
                  </a:lnTo>
                  <a:lnTo>
                    <a:pt x="2824734" y="551522"/>
                  </a:lnTo>
                  <a:lnTo>
                    <a:pt x="2825806" y="551224"/>
                  </a:lnTo>
                  <a:lnTo>
                    <a:pt x="2826877" y="550926"/>
                  </a:lnTo>
                  <a:lnTo>
                    <a:pt x="2827949" y="550627"/>
                  </a:lnTo>
                  <a:lnTo>
                    <a:pt x="2829020" y="550328"/>
                  </a:lnTo>
                  <a:lnTo>
                    <a:pt x="2830092" y="550028"/>
                  </a:lnTo>
                  <a:lnTo>
                    <a:pt x="2831164" y="549728"/>
                  </a:lnTo>
                  <a:lnTo>
                    <a:pt x="2832235" y="549427"/>
                  </a:lnTo>
                  <a:lnTo>
                    <a:pt x="2833307" y="549125"/>
                  </a:lnTo>
                  <a:lnTo>
                    <a:pt x="2834378" y="548823"/>
                  </a:lnTo>
                  <a:lnTo>
                    <a:pt x="2835450" y="548520"/>
                  </a:lnTo>
                  <a:lnTo>
                    <a:pt x="2836522" y="548217"/>
                  </a:lnTo>
                  <a:lnTo>
                    <a:pt x="2837593" y="547913"/>
                  </a:lnTo>
                  <a:lnTo>
                    <a:pt x="2838665" y="547608"/>
                  </a:lnTo>
                  <a:lnTo>
                    <a:pt x="2839736" y="547303"/>
                  </a:lnTo>
                  <a:lnTo>
                    <a:pt x="2840808" y="546998"/>
                  </a:lnTo>
                  <a:lnTo>
                    <a:pt x="2841879" y="546692"/>
                  </a:lnTo>
                  <a:lnTo>
                    <a:pt x="2842951" y="546385"/>
                  </a:lnTo>
                  <a:lnTo>
                    <a:pt x="2844023" y="546077"/>
                  </a:lnTo>
                  <a:lnTo>
                    <a:pt x="2845094" y="545770"/>
                  </a:lnTo>
                  <a:lnTo>
                    <a:pt x="2846166" y="545461"/>
                  </a:lnTo>
                  <a:lnTo>
                    <a:pt x="2847237" y="545152"/>
                  </a:lnTo>
                  <a:lnTo>
                    <a:pt x="2848309" y="544842"/>
                  </a:lnTo>
                  <a:lnTo>
                    <a:pt x="2849381" y="544532"/>
                  </a:lnTo>
                  <a:lnTo>
                    <a:pt x="2850452" y="544221"/>
                  </a:lnTo>
                  <a:lnTo>
                    <a:pt x="2851524" y="543910"/>
                  </a:lnTo>
                  <a:lnTo>
                    <a:pt x="2852595" y="543598"/>
                  </a:lnTo>
                  <a:lnTo>
                    <a:pt x="2853667" y="543285"/>
                  </a:lnTo>
                  <a:lnTo>
                    <a:pt x="2854739" y="542972"/>
                  </a:lnTo>
                  <a:lnTo>
                    <a:pt x="2855810" y="542659"/>
                  </a:lnTo>
                  <a:lnTo>
                    <a:pt x="2856882" y="542344"/>
                  </a:lnTo>
                  <a:lnTo>
                    <a:pt x="2857953" y="542029"/>
                  </a:lnTo>
                  <a:lnTo>
                    <a:pt x="2859025" y="541714"/>
                  </a:lnTo>
                  <a:lnTo>
                    <a:pt x="2860097" y="541398"/>
                  </a:lnTo>
                  <a:lnTo>
                    <a:pt x="2861168" y="541081"/>
                  </a:lnTo>
                  <a:lnTo>
                    <a:pt x="2862240" y="540764"/>
                  </a:lnTo>
                  <a:lnTo>
                    <a:pt x="2863311" y="540446"/>
                  </a:lnTo>
                  <a:lnTo>
                    <a:pt x="2864383" y="540128"/>
                  </a:lnTo>
                  <a:lnTo>
                    <a:pt x="2865455" y="539809"/>
                  </a:lnTo>
                  <a:lnTo>
                    <a:pt x="2866526" y="539489"/>
                  </a:lnTo>
                  <a:lnTo>
                    <a:pt x="2867598" y="539169"/>
                  </a:lnTo>
                  <a:lnTo>
                    <a:pt x="2868669" y="538848"/>
                  </a:lnTo>
                  <a:lnTo>
                    <a:pt x="2869741" y="538527"/>
                  </a:lnTo>
                  <a:lnTo>
                    <a:pt x="2870813" y="538205"/>
                  </a:lnTo>
                  <a:lnTo>
                    <a:pt x="2871884" y="537882"/>
                  </a:lnTo>
                  <a:lnTo>
                    <a:pt x="2872956" y="537559"/>
                  </a:lnTo>
                  <a:lnTo>
                    <a:pt x="2874027" y="537235"/>
                  </a:lnTo>
                  <a:lnTo>
                    <a:pt x="2875099" y="536911"/>
                  </a:lnTo>
                  <a:lnTo>
                    <a:pt x="2876171" y="536586"/>
                  </a:lnTo>
                  <a:lnTo>
                    <a:pt x="2877242" y="536260"/>
                  </a:lnTo>
                  <a:lnTo>
                    <a:pt x="2878314" y="535934"/>
                  </a:lnTo>
                  <a:lnTo>
                    <a:pt x="2879385" y="535607"/>
                  </a:lnTo>
                  <a:lnTo>
                    <a:pt x="2880457" y="535280"/>
                  </a:lnTo>
                  <a:lnTo>
                    <a:pt x="2881529" y="534952"/>
                  </a:lnTo>
                  <a:lnTo>
                    <a:pt x="2882600" y="534623"/>
                  </a:lnTo>
                  <a:lnTo>
                    <a:pt x="2883672" y="534294"/>
                  </a:lnTo>
                  <a:lnTo>
                    <a:pt x="2884743" y="533964"/>
                  </a:lnTo>
                  <a:lnTo>
                    <a:pt x="2885815" y="533634"/>
                  </a:lnTo>
                  <a:lnTo>
                    <a:pt x="2886887" y="533303"/>
                  </a:lnTo>
                  <a:lnTo>
                    <a:pt x="2887958" y="532971"/>
                  </a:lnTo>
                  <a:lnTo>
                    <a:pt x="2889030" y="532639"/>
                  </a:lnTo>
                  <a:lnTo>
                    <a:pt x="2890101" y="532306"/>
                  </a:lnTo>
                  <a:lnTo>
                    <a:pt x="2891173" y="531973"/>
                  </a:lnTo>
                  <a:lnTo>
                    <a:pt x="2892245" y="531639"/>
                  </a:lnTo>
                  <a:lnTo>
                    <a:pt x="2893316" y="531304"/>
                  </a:lnTo>
                  <a:lnTo>
                    <a:pt x="2894388" y="530969"/>
                  </a:lnTo>
                  <a:lnTo>
                    <a:pt x="2895459" y="530633"/>
                  </a:lnTo>
                  <a:lnTo>
                    <a:pt x="2896531" y="530297"/>
                  </a:lnTo>
                  <a:lnTo>
                    <a:pt x="2897603" y="529960"/>
                  </a:lnTo>
                  <a:lnTo>
                    <a:pt x="2898674" y="529622"/>
                  </a:lnTo>
                  <a:lnTo>
                    <a:pt x="2899746" y="529284"/>
                  </a:lnTo>
                  <a:lnTo>
                    <a:pt x="2900817" y="528945"/>
                  </a:lnTo>
                  <a:lnTo>
                    <a:pt x="2901889" y="528605"/>
                  </a:lnTo>
                  <a:lnTo>
                    <a:pt x="2902961" y="528265"/>
                  </a:lnTo>
                  <a:lnTo>
                    <a:pt x="2904032" y="527924"/>
                  </a:lnTo>
                  <a:lnTo>
                    <a:pt x="2905104" y="527583"/>
                  </a:lnTo>
                  <a:lnTo>
                    <a:pt x="2906175" y="527241"/>
                  </a:lnTo>
                  <a:lnTo>
                    <a:pt x="2907247" y="526898"/>
                  </a:lnTo>
                  <a:lnTo>
                    <a:pt x="2908319" y="526555"/>
                  </a:lnTo>
                  <a:lnTo>
                    <a:pt x="2909390" y="526211"/>
                  </a:lnTo>
                  <a:lnTo>
                    <a:pt x="2910462" y="525867"/>
                  </a:lnTo>
                  <a:lnTo>
                    <a:pt x="2911533" y="525522"/>
                  </a:lnTo>
                  <a:lnTo>
                    <a:pt x="2912605" y="525176"/>
                  </a:lnTo>
                  <a:lnTo>
                    <a:pt x="2913677" y="524829"/>
                  </a:lnTo>
                  <a:lnTo>
                    <a:pt x="2914748" y="524483"/>
                  </a:lnTo>
                  <a:lnTo>
                    <a:pt x="2915820" y="524135"/>
                  </a:lnTo>
                  <a:lnTo>
                    <a:pt x="2916891" y="523787"/>
                  </a:lnTo>
                  <a:lnTo>
                    <a:pt x="2917963" y="523438"/>
                  </a:lnTo>
                  <a:lnTo>
                    <a:pt x="2919035" y="523089"/>
                  </a:lnTo>
                  <a:lnTo>
                    <a:pt x="2920106" y="522739"/>
                  </a:lnTo>
                  <a:lnTo>
                    <a:pt x="2921178" y="522388"/>
                  </a:lnTo>
                  <a:lnTo>
                    <a:pt x="2922249" y="522037"/>
                  </a:lnTo>
                  <a:lnTo>
                    <a:pt x="2923321" y="521685"/>
                  </a:lnTo>
                  <a:lnTo>
                    <a:pt x="2924393" y="521332"/>
                  </a:lnTo>
                  <a:lnTo>
                    <a:pt x="2925464" y="520979"/>
                  </a:lnTo>
                  <a:lnTo>
                    <a:pt x="2926536" y="520625"/>
                  </a:lnTo>
                  <a:lnTo>
                    <a:pt x="2927607" y="520271"/>
                  </a:lnTo>
                  <a:lnTo>
                    <a:pt x="2928679" y="519916"/>
                  </a:lnTo>
                  <a:lnTo>
                    <a:pt x="2929751" y="519560"/>
                  </a:lnTo>
                  <a:lnTo>
                    <a:pt x="2930822" y="519204"/>
                  </a:lnTo>
                  <a:lnTo>
                    <a:pt x="2931894" y="518847"/>
                  </a:lnTo>
                  <a:lnTo>
                    <a:pt x="2932965" y="518490"/>
                  </a:lnTo>
                  <a:lnTo>
                    <a:pt x="2934037" y="518132"/>
                  </a:lnTo>
                  <a:lnTo>
                    <a:pt x="2935109" y="517773"/>
                  </a:lnTo>
                  <a:lnTo>
                    <a:pt x="2936180" y="517413"/>
                  </a:lnTo>
                  <a:lnTo>
                    <a:pt x="2937252" y="517053"/>
                  </a:lnTo>
                  <a:lnTo>
                    <a:pt x="2938323" y="516693"/>
                  </a:lnTo>
                  <a:lnTo>
                    <a:pt x="2939395" y="516331"/>
                  </a:lnTo>
                  <a:lnTo>
                    <a:pt x="2940467" y="515970"/>
                  </a:lnTo>
                  <a:lnTo>
                    <a:pt x="2941538" y="515607"/>
                  </a:lnTo>
                  <a:lnTo>
                    <a:pt x="2942610" y="515244"/>
                  </a:lnTo>
                  <a:lnTo>
                    <a:pt x="2943681" y="514880"/>
                  </a:lnTo>
                  <a:lnTo>
                    <a:pt x="2944753" y="514516"/>
                  </a:lnTo>
                  <a:lnTo>
                    <a:pt x="2945825" y="514151"/>
                  </a:lnTo>
                  <a:lnTo>
                    <a:pt x="2946896" y="513785"/>
                  </a:lnTo>
                  <a:lnTo>
                    <a:pt x="2947968" y="513419"/>
                  </a:lnTo>
                  <a:lnTo>
                    <a:pt x="2949039" y="513052"/>
                  </a:lnTo>
                  <a:lnTo>
                    <a:pt x="2950111" y="512684"/>
                  </a:lnTo>
                  <a:lnTo>
                    <a:pt x="2951183" y="512316"/>
                  </a:lnTo>
                  <a:lnTo>
                    <a:pt x="2952254" y="511948"/>
                  </a:lnTo>
                  <a:lnTo>
                    <a:pt x="2953326" y="511578"/>
                  </a:lnTo>
                  <a:lnTo>
                    <a:pt x="2954397" y="511208"/>
                  </a:lnTo>
                  <a:lnTo>
                    <a:pt x="2955469" y="510837"/>
                  </a:lnTo>
                  <a:lnTo>
                    <a:pt x="2956541" y="510466"/>
                  </a:lnTo>
                  <a:lnTo>
                    <a:pt x="2957612" y="510094"/>
                  </a:lnTo>
                  <a:lnTo>
                    <a:pt x="2958684" y="509722"/>
                  </a:lnTo>
                  <a:lnTo>
                    <a:pt x="2959755" y="509349"/>
                  </a:lnTo>
                  <a:lnTo>
                    <a:pt x="2960827" y="508975"/>
                  </a:lnTo>
                  <a:lnTo>
                    <a:pt x="2961899" y="508600"/>
                  </a:lnTo>
                  <a:lnTo>
                    <a:pt x="2962970" y="508225"/>
                  </a:lnTo>
                  <a:lnTo>
                    <a:pt x="2964042" y="507850"/>
                  </a:lnTo>
                  <a:lnTo>
                    <a:pt x="2965113" y="507473"/>
                  </a:lnTo>
                  <a:lnTo>
                    <a:pt x="2966185" y="507096"/>
                  </a:lnTo>
                  <a:lnTo>
                    <a:pt x="2967257" y="506719"/>
                  </a:lnTo>
                  <a:lnTo>
                    <a:pt x="2968328" y="506341"/>
                  </a:lnTo>
                  <a:lnTo>
                    <a:pt x="2969400" y="505962"/>
                  </a:lnTo>
                  <a:lnTo>
                    <a:pt x="2970471" y="505582"/>
                  </a:lnTo>
                  <a:lnTo>
                    <a:pt x="2971543" y="505202"/>
                  </a:lnTo>
                  <a:lnTo>
                    <a:pt x="2972615" y="504821"/>
                  </a:lnTo>
                  <a:lnTo>
                    <a:pt x="2973686" y="504440"/>
                  </a:lnTo>
                  <a:lnTo>
                    <a:pt x="2974758" y="504058"/>
                  </a:lnTo>
                  <a:lnTo>
                    <a:pt x="2975829" y="503676"/>
                  </a:lnTo>
                  <a:lnTo>
                    <a:pt x="2976901" y="503292"/>
                  </a:lnTo>
                  <a:lnTo>
                    <a:pt x="2977973" y="502909"/>
                  </a:lnTo>
                  <a:lnTo>
                    <a:pt x="2979044" y="502524"/>
                  </a:lnTo>
                  <a:lnTo>
                    <a:pt x="2980116" y="502139"/>
                  </a:lnTo>
                  <a:lnTo>
                    <a:pt x="2981187" y="501753"/>
                  </a:lnTo>
                  <a:lnTo>
                    <a:pt x="2982259" y="501367"/>
                  </a:lnTo>
                  <a:lnTo>
                    <a:pt x="2983331" y="500980"/>
                  </a:lnTo>
                  <a:lnTo>
                    <a:pt x="2984402" y="500592"/>
                  </a:lnTo>
                  <a:lnTo>
                    <a:pt x="2985474" y="500204"/>
                  </a:lnTo>
                  <a:lnTo>
                    <a:pt x="2986545" y="499815"/>
                  </a:lnTo>
                  <a:lnTo>
                    <a:pt x="2987617" y="499426"/>
                  </a:lnTo>
                  <a:lnTo>
                    <a:pt x="2988689" y="499036"/>
                  </a:lnTo>
                  <a:lnTo>
                    <a:pt x="2989760" y="498645"/>
                  </a:lnTo>
                  <a:lnTo>
                    <a:pt x="2990832" y="498254"/>
                  </a:lnTo>
                  <a:lnTo>
                    <a:pt x="2991903" y="497862"/>
                  </a:lnTo>
                  <a:lnTo>
                    <a:pt x="2992975" y="497469"/>
                  </a:lnTo>
                  <a:lnTo>
                    <a:pt x="2994047" y="497076"/>
                  </a:lnTo>
                  <a:lnTo>
                    <a:pt x="2995118" y="496682"/>
                  </a:lnTo>
                  <a:lnTo>
                    <a:pt x="2996190" y="496287"/>
                  </a:lnTo>
                  <a:lnTo>
                    <a:pt x="2997261" y="495892"/>
                  </a:lnTo>
                  <a:lnTo>
                    <a:pt x="2998333" y="495497"/>
                  </a:lnTo>
                  <a:lnTo>
                    <a:pt x="2999405" y="495100"/>
                  </a:lnTo>
                  <a:lnTo>
                    <a:pt x="3000476" y="494703"/>
                  </a:lnTo>
                  <a:lnTo>
                    <a:pt x="3001548" y="494306"/>
                  </a:lnTo>
                  <a:lnTo>
                    <a:pt x="3002619" y="493907"/>
                  </a:lnTo>
                  <a:lnTo>
                    <a:pt x="3003691" y="493509"/>
                  </a:lnTo>
                  <a:lnTo>
                    <a:pt x="3004763" y="493109"/>
                  </a:lnTo>
                  <a:lnTo>
                    <a:pt x="3005834" y="492709"/>
                  </a:lnTo>
                  <a:lnTo>
                    <a:pt x="3006906" y="492308"/>
                  </a:lnTo>
                  <a:lnTo>
                    <a:pt x="3007977" y="491907"/>
                  </a:lnTo>
                  <a:lnTo>
                    <a:pt x="3009049" y="491505"/>
                  </a:lnTo>
                  <a:lnTo>
                    <a:pt x="3010121" y="491102"/>
                  </a:lnTo>
                  <a:lnTo>
                    <a:pt x="3011192" y="490699"/>
                  </a:lnTo>
                  <a:lnTo>
                    <a:pt x="3012264" y="490295"/>
                  </a:lnTo>
                  <a:lnTo>
                    <a:pt x="3013335" y="489891"/>
                  </a:lnTo>
                  <a:lnTo>
                    <a:pt x="3014407" y="489486"/>
                  </a:lnTo>
                  <a:lnTo>
                    <a:pt x="3015479" y="489080"/>
                  </a:lnTo>
                  <a:lnTo>
                    <a:pt x="3016550" y="488674"/>
                  </a:lnTo>
                  <a:lnTo>
                    <a:pt x="3017622" y="488267"/>
                  </a:lnTo>
                  <a:lnTo>
                    <a:pt x="3018693" y="487860"/>
                  </a:lnTo>
                  <a:lnTo>
                    <a:pt x="3019765" y="487452"/>
                  </a:lnTo>
                  <a:lnTo>
                    <a:pt x="3020836" y="487043"/>
                  </a:lnTo>
                  <a:lnTo>
                    <a:pt x="3021908" y="486633"/>
                  </a:lnTo>
                  <a:lnTo>
                    <a:pt x="3022980" y="486223"/>
                  </a:lnTo>
                  <a:lnTo>
                    <a:pt x="3024051" y="485813"/>
                  </a:lnTo>
                  <a:lnTo>
                    <a:pt x="3025123" y="485402"/>
                  </a:lnTo>
                  <a:lnTo>
                    <a:pt x="3026194" y="484990"/>
                  </a:lnTo>
                  <a:lnTo>
                    <a:pt x="3027266" y="484577"/>
                  </a:lnTo>
                  <a:lnTo>
                    <a:pt x="3028338" y="484164"/>
                  </a:lnTo>
                  <a:lnTo>
                    <a:pt x="3029409" y="483751"/>
                  </a:lnTo>
                  <a:lnTo>
                    <a:pt x="3030481" y="483336"/>
                  </a:lnTo>
                  <a:lnTo>
                    <a:pt x="3031552" y="482921"/>
                  </a:lnTo>
                  <a:lnTo>
                    <a:pt x="3032624" y="482506"/>
                  </a:lnTo>
                  <a:lnTo>
                    <a:pt x="3033696" y="482090"/>
                  </a:lnTo>
                  <a:lnTo>
                    <a:pt x="3034767" y="481673"/>
                  </a:lnTo>
                  <a:lnTo>
                    <a:pt x="3035839" y="481255"/>
                  </a:lnTo>
                  <a:lnTo>
                    <a:pt x="3036910" y="480837"/>
                  </a:lnTo>
                  <a:lnTo>
                    <a:pt x="3037982" y="480419"/>
                  </a:lnTo>
                  <a:lnTo>
                    <a:pt x="3039054" y="480000"/>
                  </a:lnTo>
                  <a:lnTo>
                    <a:pt x="3040125" y="479580"/>
                  </a:lnTo>
                  <a:lnTo>
                    <a:pt x="3041197" y="479159"/>
                  </a:lnTo>
                  <a:lnTo>
                    <a:pt x="3042268" y="478738"/>
                  </a:lnTo>
                  <a:lnTo>
                    <a:pt x="3043340" y="478317"/>
                  </a:lnTo>
                  <a:lnTo>
                    <a:pt x="3044412" y="477894"/>
                  </a:lnTo>
                  <a:lnTo>
                    <a:pt x="3045483" y="477471"/>
                  </a:lnTo>
                  <a:lnTo>
                    <a:pt x="3046555" y="477048"/>
                  </a:lnTo>
                  <a:lnTo>
                    <a:pt x="3047626" y="476624"/>
                  </a:lnTo>
                  <a:lnTo>
                    <a:pt x="3048698" y="476199"/>
                  </a:lnTo>
                  <a:lnTo>
                    <a:pt x="3049770" y="475774"/>
                  </a:lnTo>
                  <a:lnTo>
                    <a:pt x="3050841" y="475348"/>
                  </a:lnTo>
                  <a:lnTo>
                    <a:pt x="3051913" y="474921"/>
                  </a:lnTo>
                  <a:lnTo>
                    <a:pt x="3052984" y="474494"/>
                  </a:lnTo>
                  <a:lnTo>
                    <a:pt x="3054056" y="474066"/>
                  </a:lnTo>
                  <a:lnTo>
                    <a:pt x="3055128" y="473638"/>
                  </a:lnTo>
                  <a:lnTo>
                    <a:pt x="3056199" y="473209"/>
                  </a:lnTo>
                  <a:lnTo>
                    <a:pt x="3057271" y="472779"/>
                  </a:lnTo>
                  <a:lnTo>
                    <a:pt x="3058342" y="472349"/>
                  </a:lnTo>
                  <a:lnTo>
                    <a:pt x="3059414" y="471918"/>
                  </a:lnTo>
                  <a:lnTo>
                    <a:pt x="3060486" y="471486"/>
                  </a:lnTo>
                  <a:lnTo>
                    <a:pt x="3061557" y="471054"/>
                  </a:lnTo>
                  <a:lnTo>
                    <a:pt x="3062629" y="470621"/>
                  </a:lnTo>
                  <a:lnTo>
                    <a:pt x="3063700" y="470188"/>
                  </a:lnTo>
                  <a:lnTo>
                    <a:pt x="3064772" y="469754"/>
                  </a:lnTo>
                  <a:lnTo>
                    <a:pt x="3065844" y="469320"/>
                  </a:lnTo>
                  <a:lnTo>
                    <a:pt x="3066915" y="468885"/>
                  </a:lnTo>
                  <a:lnTo>
                    <a:pt x="3067987" y="468449"/>
                  </a:lnTo>
                  <a:lnTo>
                    <a:pt x="3069058" y="468012"/>
                  </a:lnTo>
                  <a:lnTo>
                    <a:pt x="3070130" y="467576"/>
                  </a:lnTo>
                  <a:lnTo>
                    <a:pt x="3071202" y="467138"/>
                  </a:lnTo>
                  <a:lnTo>
                    <a:pt x="3072273" y="466700"/>
                  </a:lnTo>
                  <a:lnTo>
                    <a:pt x="3073345" y="466261"/>
                  </a:lnTo>
                  <a:lnTo>
                    <a:pt x="3074416" y="465822"/>
                  </a:lnTo>
                  <a:lnTo>
                    <a:pt x="3075488" y="465382"/>
                  </a:lnTo>
                  <a:lnTo>
                    <a:pt x="3076560" y="464941"/>
                  </a:lnTo>
                  <a:lnTo>
                    <a:pt x="3077631" y="464500"/>
                  </a:lnTo>
                  <a:lnTo>
                    <a:pt x="3078703" y="464058"/>
                  </a:lnTo>
                  <a:lnTo>
                    <a:pt x="3079774" y="463615"/>
                  </a:lnTo>
                  <a:lnTo>
                    <a:pt x="3080846" y="463172"/>
                  </a:lnTo>
                  <a:lnTo>
                    <a:pt x="3081918" y="462729"/>
                  </a:lnTo>
                  <a:lnTo>
                    <a:pt x="3082989" y="462285"/>
                  </a:lnTo>
                  <a:lnTo>
                    <a:pt x="3084061" y="461840"/>
                  </a:lnTo>
                  <a:lnTo>
                    <a:pt x="3085132" y="461394"/>
                  </a:lnTo>
                  <a:lnTo>
                    <a:pt x="3086204" y="460948"/>
                  </a:lnTo>
                  <a:lnTo>
                    <a:pt x="3087276" y="460502"/>
                  </a:lnTo>
                  <a:lnTo>
                    <a:pt x="3088347" y="460054"/>
                  </a:lnTo>
                  <a:lnTo>
                    <a:pt x="3089419" y="459606"/>
                  </a:lnTo>
                  <a:lnTo>
                    <a:pt x="3090490" y="459158"/>
                  </a:lnTo>
                  <a:lnTo>
                    <a:pt x="3091562" y="458709"/>
                  </a:lnTo>
                  <a:lnTo>
                    <a:pt x="3092634" y="458259"/>
                  </a:lnTo>
                  <a:lnTo>
                    <a:pt x="3093705" y="457809"/>
                  </a:lnTo>
                  <a:lnTo>
                    <a:pt x="3094777" y="457358"/>
                  </a:lnTo>
                  <a:lnTo>
                    <a:pt x="3095848" y="456906"/>
                  </a:lnTo>
                  <a:lnTo>
                    <a:pt x="3096920" y="456454"/>
                  </a:lnTo>
                  <a:lnTo>
                    <a:pt x="3097992" y="456002"/>
                  </a:lnTo>
                  <a:lnTo>
                    <a:pt x="3099063" y="455548"/>
                  </a:lnTo>
                  <a:lnTo>
                    <a:pt x="3100135" y="455094"/>
                  </a:lnTo>
                  <a:lnTo>
                    <a:pt x="3101206" y="454640"/>
                  </a:lnTo>
                  <a:lnTo>
                    <a:pt x="3102278" y="454185"/>
                  </a:lnTo>
                  <a:lnTo>
                    <a:pt x="3103350" y="453729"/>
                  </a:lnTo>
                  <a:lnTo>
                    <a:pt x="3104421" y="453273"/>
                  </a:lnTo>
                  <a:lnTo>
                    <a:pt x="3105493" y="452816"/>
                  </a:lnTo>
                  <a:lnTo>
                    <a:pt x="3106564" y="452358"/>
                  </a:lnTo>
                  <a:lnTo>
                    <a:pt x="3107636" y="451900"/>
                  </a:lnTo>
                  <a:lnTo>
                    <a:pt x="3108708" y="451442"/>
                  </a:lnTo>
                  <a:lnTo>
                    <a:pt x="3109779" y="450982"/>
                  </a:lnTo>
                  <a:lnTo>
                    <a:pt x="3110851" y="450522"/>
                  </a:lnTo>
                  <a:lnTo>
                    <a:pt x="3111922" y="450062"/>
                  </a:lnTo>
                  <a:lnTo>
                    <a:pt x="3112994" y="449601"/>
                  </a:lnTo>
                  <a:lnTo>
                    <a:pt x="3114066" y="449139"/>
                  </a:lnTo>
                  <a:lnTo>
                    <a:pt x="3115137" y="448677"/>
                  </a:lnTo>
                  <a:lnTo>
                    <a:pt x="3116209" y="448214"/>
                  </a:lnTo>
                  <a:lnTo>
                    <a:pt x="3117280" y="447750"/>
                  </a:lnTo>
                  <a:lnTo>
                    <a:pt x="3118352" y="447286"/>
                  </a:lnTo>
                  <a:lnTo>
                    <a:pt x="3119424" y="446822"/>
                  </a:lnTo>
                  <a:lnTo>
                    <a:pt x="3120495" y="446356"/>
                  </a:lnTo>
                  <a:lnTo>
                    <a:pt x="3121567" y="445890"/>
                  </a:lnTo>
                  <a:lnTo>
                    <a:pt x="3122638" y="445424"/>
                  </a:lnTo>
                  <a:lnTo>
                    <a:pt x="3123710" y="444957"/>
                  </a:lnTo>
                  <a:lnTo>
                    <a:pt x="3124782" y="444489"/>
                  </a:lnTo>
                  <a:lnTo>
                    <a:pt x="3125853" y="444021"/>
                  </a:lnTo>
                  <a:lnTo>
                    <a:pt x="3126925" y="443552"/>
                  </a:lnTo>
                  <a:lnTo>
                    <a:pt x="3127996" y="443083"/>
                  </a:lnTo>
                  <a:lnTo>
                    <a:pt x="3129068" y="442613"/>
                  </a:lnTo>
                  <a:lnTo>
                    <a:pt x="3130140" y="442142"/>
                  </a:lnTo>
                  <a:lnTo>
                    <a:pt x="3131211" y="441671"/>
                  </a:lnTo>
                  <a:lnTo>
                    <a:pt x="3132283" y="441199"/>
                  </a:lnTo>
                  <a:lnTo>
                    <a:pt x="3133354" y="440726"/>
                  </a:lnTo>
                  <a:lnTo>
                    <a:pt x="3134426" y="440253"/>
                  </a:lnTo>
                  <a:lnTo>
                    <a:pt x="3135498" y="439780"/>
                  </a:lnTo>
                  <a:lnTo>
                    <a:pt x="3136569" y="439306"/>
                  </a:lnTo>
                  <a:lnTo>
                    <a:pt x="3137641" y="438831"/>
                  </a:lnTo>
                  <a:lnTo>
                    <a:pt x="3138712" y="438355"/>
                  </a:lnTo>
                  <a:lnTo>
                    <a:pt x="3139784" y="437879"/>
                  </a:lnTo>
                  <a:lnTo>
                    <a:pt x="3140856" y="437403"/>
                  </a:lnTo>
                  <a:lnTo>
                    <a:pt x="3141927" y="436926"/>
                  </a:lnTo>
                  <a:lnTo>
                    <a:pt x="3142999" y="436448"/>
                  </a:lnTo>
                  <a:lnTo>
                    <a:pt x="3144070" y="435970"/>
                  </a:lnTo>
                  <a:lnTo>
                    <a:pt x="3145142" y="435491"/>
                  </a:lnTo>
                  <a:lnTo>
                    <a:pt x="3146214" y="435011"/>
                  </a:lnTo>
                  <a:lnTo>
                    <a:pt x="3147285" y="434531"/>
                  </a:lnTo>
                  <a:lnTo>
                    <a:pt x="3148357" y="434050"/>
                  </a:lnTo>
                  <a:lnTo>
                    <a:pt x="3149428" y="433569"/>
                  </a:lnTo>
                  <a:lnTo>
                    <a:pt x="3150500" y="433087"/>
                  </a:lnTo>
                  <a:lnTo>
                    <a:pt x="3151572" y="432605"/>
                  </a:lnTo>
                  <a:lnTo>
                    <a:pt x="3152643" y="432122"/>
                  </a:lnTo>
                  <a:lnTo>
                    <a:pt x="3153715" y="431638"/>
                  </a:lnTo>
                  <a:lnTo>
                    <a:pt x="3154786" y="431154"/>
                  </a:lnTo>
                  <a:lnTo>
                    <a:pt x="3155858" y="430669"/>
                  </a:lnTo>
                  <a:lnTo>
                    <a:pt x="3156930" y="430183"/>
                  </a:lnTo>
                  <a:lnTo>
                    <a:pt x="3158001" y="429697"/>
                  </a:lnTo>
                  <a:lnTo>
                    <a:pt x="3159073" y="429211"/>
                  </a:lnTo>
                  <a:lnTo>
                    <a:pt x="3160144" y="428724"/>
                  </a:lnTo>
                  <a:lnTo>
                    <a:pt x="3161216" y="428236"/>
                  </a:lnTo>
                  <a:lnTo>
                    <a:pt x="3162288" y="427748"/>
                  </a:lnTo>
                  <a:lnTo>
                    <a:pt x="3163359" y="427259"/>
                  </a:lnTo>
                  <a:lnTo>
                    <a:pt x="3164431" y="426769"/>
                  </a:lnTo>
                  <a:lnTo>
                    <a:pt x="3165502" y="426279"/>
                  </a:lnTo>
                  <a:lnTo>
                    <a:pt x="3166574" y="425788"/>
                  </a:lnTo>
                  <a:lnTo>
                    <a:pt x="3167646" y="425297"/>
                  </a:lnTo>
                  <a:lnTo>
                    <a:pt x="3168717" y="424805"/>
                  </a:lnTo>
                  <a:lnTo>
                    <a:pt x="3169789" y="424313"/>
                  </a:lnTo>
                  <a:lnTo>
                    <a:pt x="3170860" y="423820"/>
                  </a:lnTo>
                  <a:lnTo>
                    <a:pt x="3171932" y="423326"/>
                  </a:lnTo>
                  <a:lnTo>
                    <a:pt x="3173004" y="422832"/>
                  </a:lnTo>
                  <a:lnTo>
                    <a:pt x="3174075" y="422337"/>
                  </a:lnTo>
                  <a:lnTo>
                    <a:pt x="3175147" y="421842"/>
                  </a:lnTo>
                  <a:lnTo>
                    <a:pt x="3176218" y="421346"/>
                  </a:lnTo>
                  <a:lnTo>
                    <a:pt x="3177290" y="420849"/>
                  </a:lnTo>
                  <a:lnTo>
                    <a:pt x="3178362" y="420352"/>
                  </a:lnTo>
                  <a:lnTo>
                    <a:pt x="3179433" y="419855"/>
                  </a:lnTo>
                  <a:lnTo>
                    <a:pt x="3180505" y="419356"/>
                  </a:lnTo>
                  <a:lnTo>
                    <a:pt x="3181576" y="418858"/>
                  </a:lnTo>
                  <a:lnTo>
                    <a:pt x="3182648" y="418358"/>
                  </a:lnTo>
                  <a:lnTo>
                    <a:pt x="3183720" y="417858"/>
                  </a:lnTo>
                  <a:lnTo>
                    <a:pt x="3184791" y="417358"/>
                  </a:lnTo>
                  <a:lnTo>
                    <a:pt x="3185863" y="416856"/>
                  </a:lnTo>
                  <a:lnTo>
                    <a:pt x="3186934" y="416355"/>
                  </a:lnTo>
                  <a:lnTo>
                    <a:pt x="3188006" y="415852"/>
                  </a:lnTo>
                  <a:lnTo>
                    <a:pt x="3189078" y="415349"/>
                  </a:lnTo>
                  <a:lnTo>
                    <a:pt x="3190149" y="414846"/>
                  </a:lnTo>
                  <a:lnTo>
                    <a:pt x="3191221" y="414342"/>
                  </a:lnTo>
                  <a:lnTo>
                    <a:pt x="3192292" y="413837"/>
                  </a:lnTo>
                  <a:lnTo>
                    <a:pt x="3193364" y="413332"/>
                  </a:lnTo>
                  <a:lnTo>
                    <a:pt x="3194436" y="412826"/>
                  </a:lnTo>
                  <a:lnTo>
                    <a:pt x="3195507" y="412320"/>
                  </a:lnTo>
                  <a:lnTo>
                    <a:pt x="3196579" y="411813"/>
                  </a:lnTo>
                  <a:lnTo>
                    <a:pt x="3197650" y="411305"/>
                  </a:lnTo>
                  <a:lnTo>
                    <a:pt x="3198722" y="410797"/>
                  </a:lnTo>
                  <a:lnTo>
                    <a:pt x="3199793" y="410289"/>
                  </a:lnTo>
                  <a:lnTo>
                    <a:pt x="3200865" y="409779"/>
                  </a:lnTo>
                  <a:lnTo>
                    <a:pt x="3201937" y="409270"/>
                  </a:lnTo>
                  <a:lnTo>
                    <a:pt x="3203008" y="408759"/>
                  </a:lnTo>
                  <a:lnTo>
                    <a:pt x="3204080" y="408248"/>
                  </a:lnTo>
                  <a:lnTo>
                    <a:pt x="3205151" y="407737"/>
                  </a:lnTo>
                  <a:lnTo>
                    <a:pt x="3206223" y="407225"/>
                  </a:lnTo>
                  <a:lnTo>
                    <a:pt x="3207295" y="406712"/>
                  </a:lnTo>
                  <a:lnTo>
                    <a:pt x="3208366" y="406199"/>
                  </a:lnTo>
                  <a:lnTo>
                    <a:pt x="3209438" y="405685"/>
                  </a:lnTo>
                  <a:lnTo>
                    <a:pt x="3210509" y="405170"/>
                  </a:lnTo>
                  <a:lnTo>
                    <a:pt x="3211581" y="404655"/>
                  </a:lnTo>
                  <a:lnTo>
                    <a:pt x="3212653" y="404140"/>
                  </a:lnTo>
                  <a:lnTo>
                    <a:pt x="3213724" y="403624"/>
                  </a:lnTo>
                  <a:lnTo>
                    <a:pt x="3214796" y="403107"/>
                  </a:lnTo>
                  <a:lnTo>
                    <a:pt x="3215867" y="402590"/>
                  </a:lnTo>
                  <a:lnTo>
                    <a:pt x="3216939" y="402072"/>
                  </a:lnTo>
                  <a:lnTo>
                    <a:pt x="3218011" y="401554"/>
                  </a:lnTo>
                  <a:lnTo>
                    <a:pt x="3219082" y="401035"/>
                  </a:lnTo>
                  <a:lnTo>
                    <a:pt x="3220154" y="400515"/>
                  </a:lnTo>
                  <a:lnTo>
                    <a:pt x="3221225" y="399995"/>
                  </a:lnTo>
                  <a:lnTo>
                    <a:pt x="3222297" y="399474"/>
                  </a:lnTo>
                  <a:lnTo>
                    <a:pt x="3223369" y="398953"/>
                  </a:lnTo>
                  <a:lnTo>
                    <a:pt x="3224440" y="398431"/>
                  </a:lnTo>
                  <a:lnTo>
                    <a:pt x="3225512" y="397909"/>
                  </a:lnTo>
                  <a:lnTo>
                    <a:pt x="3226583" y="397386"/>
                  </a:lnTo>
                  <a:lnTo>
                    <a:pt x="3227655" y="396862"/>
                  </a:lnTo>
                  <a:lnTo>
                    <a:pt x="3228727" y="396338"/>
                  </a:lnTo>
                  <a:lnTo>
                    <a:pt x="3229798" y="395813"/>
                  </a:lnTo>
                  <a:lnTo>
                    <a:pt x="3230870" y="395288"/>
                  </a:lnTo>
                  <a:lnTo>
                    <a:pt x="3231941" y="394762"/>
                  </a:lnTo>
                  <a:lnTo>
                    <a:pt x="3233013" y="394236"/>
                  </a:lnTo>
                  <a:lnTo>
                    <a:pt x="3234085" y="393709"/>
                  </a:lnTo>
                  <a:lnTo>
                    <a:pt x="3235156" y="393182"/>
                  </a:lnTo>
                  <a:lnTo>
                    <a:pt x="3236228" y="392654"/>
                  </a:lnTo>
                  <a:lnTo>
                    <a:pt x="3237299" y="392125"/>
                  </a:lnTo>
                  <a:lnTo>
                    <a:pt x="3238371" y="391596"/>
                  </a:lnTo>
                  <a:lnTo>
                    <a:pt x="3239443" y="391066"/>
                  </a:lnTo>
                  <a:lnTo>
                    <a:pt x="3240514" y="390536"/>
                  </a:lnTo>
                  <a:lnTo>
                    <a:pt x="3241586" y="390005"/>
                  </a:lnTo>
                  <a:lnTo>
                    <a:pt x="3242657" y="389473"/>
                  </a:lnTo>
                  <a:lnTo>
                    <a:pt x="3243729" y="388941"/>
                  </a:lnTo>
                  <a:lnTo>
                    <a:pt x="3244801" y="388409"/>
                  </a:lnTo>
                  <a:lnTo>
                    <a:pt x="3245872" y="387876"/>
                  </a:lnTo>
                  <a:lnTo>
                    <a:pt x="3246944" y="387342"/>
                  </a:lnTo>
                  <a:lnTo>
                    <a:pt x="3248015" y="386808"/>
                  </a:lnTo>
                  <a:lnTo>
                    <a:pt x="3249087" y="386273"/>
                  </a:lnTo>
                  <a:lnTo>
                    <a:pt x="3250159" y="385737"/>
                  </a:lnTo>
                  <a:lnTo>
                    <a:pt x="3251230" y="385201"/>
                  </a:lnTo>
                  <a:lnTo>
                    <a:pt x="3252302" y="384665"/>
                  </a:lnTo>
                  <a:lnTo>
                    <a:pt x="3253373" y="384128"/>
                  </a:lnTo>
                  <a:lnTo>
                    <a:pt x="3254445" y="383590"/>
                  </a:lnTo>
                  <a:lnTo>
                    <a:pt x="3255517" y="383052"/>
                  </a:lnTo>
                  <a:lnTo>
                    <a:pt x="3256588" y="382513"/>
                  </a:lnTo>
                  <a:lnTo>
                    <a:pt x="3257660" y="381974"/>
                  </a:lnTo>
                  <a:lnTo>
                    <a:pt x="3258731" y="381434"/>
                  </a:lnTo>
                  <a:lnTo>
                    <a:pt x="3259803" y="380894"/>
                  </a:lnTo>
                  <a:lnTo>
                    <a:pt x="3260875" y="380353"/>
                  </a:lnTo>
                  <a:lnTo>
                    <a:pt x="3261946" y="379811"/>
                  </a:lnTo>
                  <a:lnTo>
                    <a:pt x="3263018" y="379269"/>
                  </a:lnTo>
                  <a:lnTo>
                    <a:pt x="3264089" y="378726"/>
                  </a:lnTo>
                  <a:lnTo>
                    <a:pt x="3265161" y="378183"/>
                  </a:lnTo>
                  <a:lnTo>
                    <a:pt x="3266233" y="377639"/>
                  </a:lnTo>
                  <a:lnTo>
                    <a:pt x="3267304" y="377095"/>
                  </a:lnTo>
                  <a:lnTo>
                    <a:pt x="3268376" y="376550"/>
                  </a:lnTo>
                  <a:lnTo>
                    <a:pt x="3269447" y="376005"/>
                  </a:lnTo>
                  <a:lnTo>
                    <a:pt x="3270519" y="375459"/>
                  </a:lnTo>
                  <a:lnTo>
                    <a:pt x="3271591" y="374912"/>
                  </a:lnTo>
                  <a:lnTo>
                    <a:pt x="3272662" y="374365"/>
                  </a:lnTo>
                  <a:lnTo>
                    <a:pt x="3273734" y="373817"/>
                  </a:lnTo>
                  <a:lnTo>
                    <a:pt x="3274805" y="373269"/>
                  </a:lnTo>
                  <a:lnTo>
                    <a:pt x="3275877" y="372720"/>
                  </a:lnTo>
                  <a:lnTo>
                    <a:pt x="3276949" y="372171"/>
                  </a:lnTo>
                  <a:lnTo>
                    <a:pt x="3278020" y="371621"/>
                  </a:lnTo>
                  <a:lnTo>
                    <a:pt x="3279092" y="371071"/>
                  </a:lnTo>
                  <a:lnTo>
                    <a:pt x="3280163" y="370520"/>
                  </a:lnTo>
                  <a:lnTo>
                    <a:pt x="3281235" y="369968"/>
                  </a:lnTo>
                  <a:lnTo>
                    <a:pt x="3282307" y="369416"/>
                  </a:lnTo>
                  <a:lnTo>
                    <a:pt x="3283378" y="368863"/>
                  </a:lnTo>
                  <a:lnTo>
                    <a:pt x="3284450" y="368310"/>
                  </a:lnTo>
                  <a:lnTo>
                    <a:pt x="3285521" y="367756"/>
                  </a:lnTo>
                  <a:lnTo>
                    <a:pt x="3286593" y="367202"/>
                  </a:lnTo>
                  <a:lnTo>
                    <a:pt x="3287665" y="366647"/>
                  </a:lnTo>
                  <a:lnTo>
                    <a:pt x="3288736" y="366092"/>
                  </a:lnTo>
                  <a:lnTo>
                    <a:pt x="3289808" y="365536"/>
                  </a:lnTo>
                  <a:lnTo>
                    <a:pt x="3290879" y="364979"/>
                  </a:lnTo>
                  <a:lnTo>
                    <a:pt x="3291951" y="364422"/>
                  </a:lnTo>
                  <a:lnTo>
                    <a:pt x="3293023" y="363865"/>
                  </a:lnTo>
                  <a:lnTo>
                    <a:pt x="3294094" y="363306"/>
                  </a:lnTo>
                  <a:lnTo>
                    <a:pt x="3295166" y="362748"/>
                  </a:lnTo>
                  <a:lnTo>
                    <a:pt x="3296237" y="362188"/>
                  </a:lnTo>
                  <a:lnTo>
                    <a:pt x="3297309" y="361629"/>
                  </a:lnTo>
                  <a:lnTo>
                    <a:pt x="3298381" y="361068"/>
                  </a:lnTo>
                  <a:lnTo>
                    <a:pt x="3299452" y="360507"/>
                  </a:lnTo>
                  <a:lnTo>
                    <a:pt x="3300524" y="359946"/>
                  </a:lnTo>
                  <a:lnTo>
                    <a:pt x="3301595" y="359384"/>
                  </a:lnTo>
                  <a:lnTo>
                    <a:pt x="3302667" y="358821"/>
                  </a:lnTo>
                  <a:lnTo>
                    <a:pt x="3303739" y="358258"/>
                  </a:lnTo>
                  <a:lnTo>
                    <a:pt x="3304810" y="357694"/>
                  </a:lnTo>
                  <a:lnTo>
                    <a:pt x="3305882" y="357130"/>
                  </a:lnTo>
                  <a:lnTo>
                    <a:pt x="3306953" y="356566"/>
                  </a:lnTo>
                  <a:lnTo>
                    <a:pt x="3308025" y="356000"/>
                  </a:lnTo>
                  <a:lnTo>
                    <a:pt x="3309097" y="355434"/>
                  </a:lnTo>
                  <a:lnTo>
                    <a:pt x="3310168" y="354868"/>
                  </a:lnTo>
                  <a:lnTo>
                    <a:pt x="3311240" y="354301"/>
                  </a:lnTo>
                  <a:lnTo>
                    <a:pt x="3312311" y="353734"/>
                  </a:lnTo>
                  <a:lnTo>
                    <a:pt x="3313383" y="353166"/>
                  </a:lnTo>
                  <a:lnTo>
                    <a:pt x="3314455" y="352597"/>
                  </a:lnTo>
                  <a:lnTo>
                    <a:pt x="3315526" y="352028"/>
                  </a:lnTo>
                  <a:lnTo>
                    <a:pt x="3316598" y="351458"/>
                  </a:lnTo>
                  <a:lnTo>
                    <a:pt x="3317669" y="350888"/>
                  </a:lnTo>
                  <a:lnTo>
                    <a:pt x="3318741" y="350317"/>
                  </a:lnTo>
                  <a:lnTo>
                    <a:pt x="3319813" y="349746"/>
                  </a:lnTo>
                  <a:lnTo>
                    <a:pt x="3320884" y="349174"/>
                  </a:lnTo>
                  <a:lnTo>
                    <a:pt x="3321956" y="348602"/>
                  </a:lnTo>
                  <a:lnTo>
                    <a:pt x="3323027" y="348029"/>
                  </a:lnTo>
                  <a:lnTo>
                    <a:pt x="3324099" y="347456"/>
                  </a:lnTo>
                  <a:lnTo>
                    <a:pt x="3325171" y="346882"/>
                  </a:lnTo>
                  <a:lnTo>
                    <a:pt x="3326242" y="346307"/>
                  </a:lnTo>
                  <a:lnTo>
                    <a:pt x="3327314" y="345732"/>
                  </a:lnTo>
                  <a:lnTo>
                    <a:pt x="3328385" y="345156"/>
                  </a:lnTo>
                  <a:lnTo>
                    <a:pt x="3329457" y="344580"/>
                  </a:lnTo>
                  <a:lnTo>
                    <a:pt x="3330529" y="344004"/>
                  </a:lnTo>
                  <a:lnTo>
                    <a:pt x="3331600" y="343426"/>
                  </a:lnTo>
                  <a:lnTo>
                    <a:pt x="3332672" y="342849"/>
                  </a:lnTo>
                  <a:lnTo>
                    <a:pt x="3333743" y="342270"/>
                  </a:lnTo>
                  <a:lnTo>
                    <a:pt x="3334815" y="341691"/>
                  </a:lnTo>
                  <a:lnTo>
                    <a:pt x="3335887" y="341112"/>
                  </a:lnTo>
                  <a:lnTo>
                    <a:pt x="3336958" y="340532"/>
                  </a:lnTo>
                  <a:lnTo>
                    <a:pt x="3338030" y="339952"/>
                  </a:lnTo>
                  <a:lnTo>
                    <a:pt x="3339101" y="339371"/>
                  </a:lnTo>
                  <a:lnTo>
                    <a:pt x="3340173" y="338789"/>
                  </a:lnTo>
                  <a:lnTo>
                    <a:pt x="3341245" y="338207"/>
                  </a:lnTo>
                  <a:lnTo>
                    <a:pt x="3342316" y="337625"/>
                  </a:lnTo>
                  <a:lnTo>
                    <a:pt x="3343388" y="337041"/>
                  </a:lnTo>
                  <a:lnTo>
                    <a:pt x="3344459" y="336458"/>
                  </a:lnTo>
                  <a:lnTo>
                    <a:pt x="3345531" y="335873"/>
                  </a:lnTo>
                  <a:lnTo>
                    <a:pt x="3346603" y="335289"/>
                  </a:lnTo>
                  <a:lnTo>
                    <a:pt x="3347674" y="334703"/>
                  </a:lnTo>
                  <a:lnTo>
                    <a:pt x="3348746" y="334118"/>
                  </a:lnTo>
                  <a:lnTo>
                    <a:pt x="3349817" y="333531"/>
                  </a:lnTo>
                  <a:lnTo>
                    <a:pt x="3350889" y="332944"/>
                  </a:lnTo>
                  <a:lnTo>
                    <a:pt x="3351961" y="332357"/>
                  </a:lnTo>
                  <a:lnTo>
                    <a:pt x="3353032" y="331769"/>
                  </a:lnTo>
                  <a:lnTo>
                    <a:pt x="3354104" y="331180"/>
                  </a:lnTo>
                  <a:lnTo>
                    <a:pt x="3355175" y="330591"/>
                  </a:lnTo>
                  <a:lnTo>
                    <a:pt x="3356247" y="330002"/>
                  </a:lnTo>
                  <a:lnTo>
                    <a:pt x="3357319" y="329412"/>
                  </a:lnTo>
                  <a:lnTo>
                    <a:pt x="3358390" y="328821"/>
                  </a:lnTo>
                  <a:lnTo>
                    <a:pt x="3359462" y="328230"/>
                  </a:lnTo>
                  <a:lnTo>
                    <a:pt x="3360533" y="327638"/>
                  </a:lnTo>
                  <a:lnTo>
                    <a:pt x="3361605" y="327046"/>
                  </a:lnTo>
                  <a:lnTo>
                    <a:pt x="3362677" y="326453"/>
                  </a:lnTo>
                  <a:lnTo>
                    <a:pt x="3363748" y="325860"/>
                  </a:lnTo>
                  <a:lnTo>
                    <a:pt x="3364820" y="325266"/>
                  </a:lnTo>
                  <a:lnTo>
                    <a:pt x="3365891" y="324672"/>
                  </a:lnTo>
                  <a:lnTo>
                    <a:pt x="3366963" y="324077"/>
                  </a:lnTo>
                  <a:lnTo>
                    <a:pt x="3368035" y="323482"/>
                  </a:lnTo>
                  <a:lnTo>
                    <a:pt x="3369106" y="322886"/>
                  </a:lnTo>
                  <a:lnTo>
                    <a:pt x="3370178" y="322289"/>
                  </a:lnTo>
                  <a:lnTo>
                    <a:pt x="3371249" y="321692"/>
                  </a:lnTo>
                  <a:lnTo>
                    <a:pt x="3372321" y="321095"/>
                  </a:lnTo>
                  <a:lnTo>
                    <a:pt x="3373392" y="320497"/>
                  </a:lnTo>
                  <a:lnTo>
                    <a:pt x="3374464" y="319898"/>
                  </a:lnTo>
                  <a:lnTo>
                    <a:pt x="3375536" y="319299"/>
                  </a:lnTo>
                  <a:lnTo>
                    <a:pt x="3376607" y="318699"/>
                  </a:lnTo>
                  <a:lnTo>
                    <a:pt x="3377679" y="318099"/>
                  </a:lnTo>
                  <a:lnTo>
                    <a:pt x="3378750" y="317498"/>
                  </a:lnTo>
                  <a:lnTo>
                    <a:pt x="3379822" y="316897"/>
                  </a:lnTo>
                  <a:lnTo>
                    <a:pt x="3380894" y="316295"/>
                  </a:lnTo>
                  <a:lnTo>
                    <a:pt x="3381965" y="315693"/>
                  </a:lnTo>
                  <a:lnTo>
                    <a:pt x="3383037" y="315090"/>
                  </a:lnTo>
                  <a:lnTo>
                    <a:pt x="3384108" y="314487"/>
                  </a:lnTo>
                  <a:lnTo>
                    <a:pt x="3385180" y="313883"/>
                  </a:lnTo>
                  <a:lnTo>
                    <a:pt x="3386252" y="313279"/>
                  </a:lnTo>
                  <a:lnTo>
                    <a:pt x="3387323" y="312674"/>
                  </a:lnTo>
                  <a:lnTo>
                    <a:pt x="3388395" y="312068"/>
                  </a:lnTo>
                  <a:lnTo>
                    <a:pt x="3389466" y="311462"/>
                  </a:lnTo>
                  <a:lnTo>
                    <a:pt x="3390538" y="310856"/>
                  </a:lnTo>
                  <a:lnTo>
                    <a:pt x="3391610" y="310249"/>
                  </a:lnTo>
                  <a:lnTo>
                    <a:pt x="3392681" y="309641"/>
                  </a:lnTo>
                  <a:lnTo>
                    <a:pt x="3393753" y="309033"/>
                  </a:lnTo>
                  <a:lnTo>
                    <a:pt x="3394824" y="308425"/>
                  </a:lnTo>
                  <a:lnTo>
                    <a:pt x="3395896" y="307816"/>
                  </a:lnTo>
                  <a:lnTo>
                    <a:pt x="3396968" y="307206"/>
                  </a:lnTo>
                  <a:lnTo>
                    <a:pt x="3398039" y="306596"/>
                  </a:lnTo>
                  <a:lnTo>
                    <a:pt x="3399111" y="305985"/>
                  </a:lnTo>
                  <a:lnTo>
                    <a:pt x="3400182" y="305374"/>
                  </a:lnTo>
                  <a:lnTo>
                    <a:pt x="3401254" y="304762"/>
                  </a:lnTo>
                  <a:lnTo>
                    <a:pt x="3402326" y="304150"/>
                  </a:lnTo>
                  <a:lnTo>
                    <a:pt x="3403397" y="303537"/>
                  </a:lnTo>
                  <a:lnTo>
                    <a:pt x="3404469" y="302924"/>
                  </a:lnTo>
                  <a:lnTo>
                    <a:pt x="3405540" y="302310"/>
                  </a:lnTo>
                  <a:lnTo>
                    <a:pt x="3406612" y="301696"/>
                  </a:lnTo>
                  <a:lnTo>
                    <a:pt x="3407684" y="301081"/>
                  </a:lnTo>
                  <a:lnTo>
                    <a:pt x="3408755" y="300466"/>
                  </a:lnTo>
                  <a:lnTo>
                    <a:pt x="3409827" y="299850"/>
                  </a:lnTo>
                  <a:lnTo>
                    <a:pt x="3410898" y="299233"/>
                  </a:lnTo>
                  <a:lnTo>
                    <a:pt x="3411970" y="298616"/>
                  </a:lnTo>
                  <a:lnTo>
                    <a:pt x="3413042" y="297999"/>
                  </a:lnTo>
                  <a:lnTo>
                    <a:pt x="3414113" y="297381"/>
                  </a:lnTo>
                  <a:lnTo>
                    <a:pt x="3415185" y="296762"/>
                  </a:lnTo>
                  <a:lnTo>
                    <a:pt x="3416256" y="296143"/>
                  </a:lnTo>
                  <a:lnTo>
                    <a:pt x="3417328" y="295524"/>
                  </a:lnTo>
                  <a:lnTo>
                    <a:pt x="3418400" y="294904"/>
                  </a:lnTo>
                  <a:lnTo>
                    <a:pt x="3419471" y="294283"/>
                  </a:lnTo>
                  <a:lnTo>
                    <a:pt x="3420543" y="293662"/>
                  </a:lnTo>
                  <a:lnTo>
                    <a:pt x="3421614" y="293041"/>
                  </a:lnTo>
                  <a:lnTo>
                    <a:pt x="3422686" y="292418"/>
                  </a:lnTo>
                  <a:lnTo>
                    <a:pt x="3423758" y="291796"/>
                  </a:lnTo>
                  <a:lnTo>
                    <a:pt x="3424829" y="291173"/>
                  </a:lnTo>
                  <a:lnTo>
                    <a:pt x="3425901" y="290549"/>
                  </a:lnTo>
                  <a:lnTo>
                    <a:pt x="3426972" y="289925"/>
                  </a:lnTo>
                  <a:lnTo>
                    <a:pt x="3428044" y="289300"/>
                  </a:lnTo>
                  <a:lnTo>
                    <a:pt x="3429116" y="288675"/>
                  </a:lnTo>
                  <a:lnTo>
                    <a:pt x="3430187" y="288049"/>
                  </a:lnTo>
                  <a:lnTo>
                    <a:pt x="3431259" y="287423"/>
                  </a:lnTo>
                  <a:lnTo>
                    <a:pt x="3432330" y="286796"/>
                  </a:lnTo>
                  <a:lnTo>
                    <a:pt x="3433402" y="286169"/>
                  </a:lnTo>
                  <a:lnTo>
                    <a:pt x="3434474" y="285541"/>
                  </a:lnTo>
                  <a:lnTo>
                    <a:pt x="3435545" y="284913"/>
                  </a:lnTo>
                  <a:lnTo>
                    <a:pt x="3436617" y="284284"/>
                  </a:lnTo>
                  <a:lnTo>
                    <a:pt x="3437688" y="283655"/>
                  </a:lnTo>
                  <a:lnTo>
                    <a:pt x="3438760" y="283025"/>
                  </a:lnTo>
                  <a:lnTo>
                    <a:pt x="3439832" y="282394"/>
                  </a:lnTo>
                  <a:lnTo>
                    <a:pt x="3440903" y="281763"/>
                  </a:lnTo>
                  <a:lnTo>
                    <a:pt x="3441975" y="281132"/>
                  </a:lnTo>
                  <a:lnTo>
                    <a:pt x="3443046" y="280500"/>
                  </a:lnTo>
                  <a:lnTo>
                    <a:pt x="3444118" y="279868"/>
                  </a:lnTo>
                  <a:lnTo>
                    <a:pt x="3445190" y="279235"/>
                  </a:lnTo>
                  <a:lnTo>
                    <a:pt x="3446261" y="278601"/>
                  </a:lnTo>
                  <a:lnTo>
                    <a:pt x="3447333" y="277967"/>
                  </a:lnTo>
                  <a:lnTo>
                    <a:pt x="3448404" y="277333"/>
                  </a:lnTo>
                  <a:lnTo>
                    <a:pt x="3449476" y="276698"/>
                  </a:lnTo>
                  <a:lnTo>
                    <a:pt x="3450548" y="276063"/>
                  </a:lnTo>
                  <a:lnTo>
                    <a:pt x="3451619" y="275427"/>
                  </a:lnTo>
                  <a:lnTo>
                    <a:pt x="3452691" y="274790"/>
                  </a:lnTo>
                  <a:lnTo>
                    <a:pt x="3453762" y="274153"/>
                  </a:lnTo>
                  <a:lnTo>
                    <a:pt x="3454834" y="273515"/>
                  </a:lnTo>
                  <a:lnTo>
                    <a:pt x="3455906" y="272877"/>
                  </a:lnTo>
                  <a:lnTo>
                    <a:pt x="3456977" y="272239"/>
                  </a:lnTo>
                  <a:lnTo>
                    <a:pt x="3458049" y="271600"/>
                  </a:lnTo>
                  <a:lnTo>
                    <a:pt x="3459120" y="270960"/>
                  </a:lnTo>
                  <a:lnTo>
                    <a:pt x="3460192" y="270320"/>
                  </a:lnTo>
                  <a:lnTo>
                    <a:pt x="3461264" y="269680"/>
                  </a:lnTo>
                  <a:lnTo>
                    <a:pt x="3462335" y="269038"/>
                  </a:lnTo>
                  <a:lnTo>
                    <a:pt x="3463407" y="268397"/>
                  </a:lnTo>
                  <a:lnTo>
                    <a:pt x="3464478" y="267755"/>
                  </a:lnTo>
                  <a:lnTo>
                    <a:pt x="3465550" y="267112"/>
                  </a:lnTo>
                  <a:lnTo>
                    <a:pt x="3466622" y="266469"/>
                  </a:lnTo>
                  <a:lnTo>
                    <a:pt x="3467693" y="265825"/>
                  </a:lnTo>
                  <a:lnTo>
                    <a:pt x="3468765" y="265181"/>
                  </a:lnTo>
                  <a:lnTo>
                    <a:pt x="3469836" y="264537"/>
                  </a:lnTo>
                  <a:lnTo>
                    <a:pt x="3470908" y="263891"/>
                  </a:lnTo>
                  <a:lnTo>
                    <a:pt x="3471980" y="263246"/>
                  </a:lnTo>
                  <a:lnTo>
                    <a:pt x="3473051" y="262600"/>
                  </a:lnTo>
                  <a:lnTo>
                    <a:pt x="3474123" y="261953"/>
                  </a:lnTo>
                  <a:lnTo>
                    <a:pt x="3475194" y="261306"/>
                  </a:lnTo>
                  <a:lnTo>
                    <a:pt x="3476266" y="260658"/>
                  </a:lnTo>
                  <a:lnTo>
                    <a:pt x="3477338" y="260010"/>
                  </a:lnTo>
                  <a:lnTo>
                    <a:pt x="3478409" y="259361"/>
                  </a:lnTo>
                  <a:lnTo>
                    <a:pt x="3479481" y="258712"/>
                  </a:lnTo>
                  <a:lnTo>
                    <a:pt x="3480552" y="258062"/>
                  </a:lnTo>
                  <a:lnTo>
                    <a:pt x="3481624" y="257412"/>
                  </a:lnTo>
                  <a:lnTo>
                    <a:pt x="3482696" y="256761"/>
                  </a:lnTo>
                  <a:lnTo>
                    <a:pt x="3483767" y="256110"/>
                  </a:lnTo>
                  <a:lnTo>
                    <a:pt x="3484839" y="255458"/>
                  </a:lnTo>
                  <a:lnTo>
                    <a:pt x="3485910" y="254806"/>
                  </a:lnTo>
                  <a:lnTo>
                    <a:pt x="3486982" y="254153"/>
                  </a:lnTo>
                  <a:lnTo>
                    <a:pt x="3488054" y="253500"/>
                  </a:lnTo>
                  <a:lnTo>
                    <a:pt x="3489125" y="252846"/>
                  </a:lnTo>
                  <a:lnTo>
                    <a:pt x="3490197" y="252192"/>
                  </a:lnTo>
                  <a:lnTo>
                    <a:pt x="3491268" y="251537"/>
                  </a:lnTo>
                  <a:lnTo>
                    <a:pt x="3492340" y="250882"/>
                  </a:lnTo>
                  <a:lnTo>
                    <a:pt x="3493412" y="250226"/>
                  </a:lnTo>
                  <a:lnTo>
                    <a:pt x="3494483" y="249570"/>
                  </a:lnTo>
                  <a:lnTo>
                    <a:pt x="3495555" y="248913"/>
                  </a:lnTo>
                  <a:lnTo>
                    <a:pt x="3496626" y="248256"/>
                  </a:lnTo>
                  <a:lnTo>
                    <a:pt x="3497698" y="247598"/>
                  </a:lnTo>
                  <a:lnTo>
                    <a:pt x="3498770" y="246940"/>
                  </a:lnTo>
                  <a:lnTo>
                    <a:pt x="3499841" y="246281"/>
                  </a:lnTo>
                  <a:lnTo>
                    <a:pt x="3500913" y="245622"/>
                  </a:lnTo>
                  <a:lnTo>
                    <a:pt x="3501984" y="244962"/>
                  </a:lnTo>
                  <a:lnTo>
                    <a:pt x="3503056" y="244302"/>
                  </a:lnTo>
                  <a:lnTo>
                    <a:pt x="3504128" y="243641"/>
                  </a:lnTo>
                  <a:lnTo>
                    <a:pt x="3505199" y="242980"/>
                  </a:lnTo>
                  <a:lnTo>
                    <a:pt x="3506271" y="242318"/>
                  </a:lnTo>
                  <a:lnTo>
                    <a:pt x="3507342" y="241656"/>
                  </a:lnTo>
                  <a:lnTo>
                    <a:pt x="3508414" y="240993"/>
                  </a:lnTo>
                  <a:lnTo>
                    <a:pt x="3509486" y="240330"/>
                  </a:lnTo>
                  <a:lnTo>
                    <a:pt x="3510557" y="239666"/>
                  </a:lnTo>
                  <a:lnTo>
                    <a:pt x="3511629" y="239002"/>
                  </a:lnTo>
                  <a:lnTo>
                    <a:pt x="3512700" y="238337"/>
                  </a:lnTo>
                  <a:lnTo>
                    <a:pt x="3513772" y="237672"/>
                  </a:lnTo>
                  <a:lnTo>
                    <a:pt x="3514844" y="237006"/>
                  </a:lnTo>
                  <a:lnTo>
                    <a:pt x="3515915" y="236340"/>
                  </a:lnTo>
                  <a:lnTo>
                    <a:pt x="3516987" y="235673"/>
                  </a:lnTo>
                  <a:lnTo>
                    <a:pt x="3518058" y="235006"/>
                  </a:lnTo>
                  <a:lnTo>
                    <a:pt x="3519130" y="234338"/>
                  </a:lnTo>
                  <a:lnTo>
                    <a:pt x="3520202" y="233670"/>
                  </a:lnTo>
                  <a:lnTo>
                    <a:pt x="3521273" y="233001"/>
                  </a:lnTo>
                  <a:lnTo>
                    <a:pt x="3522345" y="232332"/>
                  </a:lnTo>
                  <a:lnTo>
                    <a:pt x="3523416" y="231662"/>
                  </a:lnTo>
                  <a:lnTo>
                    <a:pt x="3524488" y="230992"/>
                  </a:lnTo>
                  <a:lnTo>
                    <a:pt x="3525560" y="230321"/>
                  </a:lnTo>
                  <a:lnTo>
                    <a:pt x="3526631" y="229650"/>
                  </a:lnTo>
                  <a:lnTo>
                    <a:pt x="3527703" y="228978"/>
                  </a:lnTo>
                  <a:lnTo>
                    <a:pt x="3528774" y="228306"/>
                  </a:lnTo>
                  <a:lnTo>
                    <a:pt x="3529846" y="227633"/>
                  </a:lnTo>
                  <a:lnTo>
                    <a:pt x="3530918" y="226960"/>
                  </a:lnTo>
                  <a:lnTo>
                    <a:pt x="3531989" y="226286"/>
                  </a:lnTo>
                  <a:lnTo>
                    <a:pt x="3533061" y="225612"/>
                  </a:lnTo>
                  <a:lnTo>
                    <a:pt x="3534132" y="224937"/>
                  </a:lnTo>
                  <a:lnTo>
                    <a:pt x="3535204" y="224262"/>
                  </a:lnTo>
                  <a:lnTo>
                    <a:pt x="3536276" y="223586"/>
                  </a:lnTo>
                  <a:lnTo>
                    <a:pt x="3537347" y="222910"/>
                  </a:lnTo>
                  <a:lnTo>
                    <a:pt x="3538419" y="222233"/>
                  </a:lnTo>
                  <a:lnTo>
                    <a:pt x="3539490" y="221556"/>
                  </a:lnTo>
                  <a:lnTo>
                    <a:pt x="3540562" y="220879"/>
                  </a:lnTo>
                  <a:lnTo>
                    <a:pt x="3541634" y="220200"/>
                  </a:lnTo>
                  <a:lnTo>
                    <a:pt x="3542705" y="219522"/>
                  </a:lnTo>
                  <a:lnTo>
                    <a:pt x="3543777" y="218843"/>
                  </a:lnTo>
                  <a:lnTo>
                    <a:pt x="3544848" y="218163"/>
                  </a:lnTo>
                  <a:lnTo>
                    <a:pt x="3545920" y="217483"/>
                  </a:lnTo>
                  <a:lnTo>
                    <a:pt x="3546992" y="216802"/>
                  </a:lnTo>
                  <a:lnTo>
                    <a:pt x="3548063" y="216121"/>
                  </a:lnTo>
                  <a:lnTo>
                    <a:pt x="3549135" y="215439"/>
                  </a:lnTo>
                  <a:lnTo>
                    <a:pt x="3550206" y="214757"/>
                  </a:lnTo>
                  <a:lnTo>
                    <a:pt x="3551278" y="214075"/>
                  </a:lnTo>
                  <a:lnTo>
                    <a:pt x="3552349" y="213392"/>
                  </a:lnTo>
                  <a:lnTo>
                    <a:pt x="3553421" y="212708"/>
                  </a:lnTo>
                  <a:lnTo>
                    <a:pt x="3554493" y="212024"/>
                  </a:lnTo>
                  <a:lnTo>
                    <a:pt x="3555564" y="211339"/>
                  </a:lnTo>
                  <a:lnTo>
                    <a:pt x="3556636" y="210654"/>
                  </a:lnTo>
                  <a:lnTo>
                    <a:pt x="3557707" y="209969"/>
                  </a:lnTo>
                  <a:lnTo>
                    <a:pt x="3558779" y="209283"/>
                  </a:lnTo>
                  <a:lnTo>
                    <a:pt x="3559851" y="208596"/>
                  </a:lnTo>
                  <a:lnTo>
                    <a:pt x="3560922" y="207909"/>
                  </a:lnTo>
                  <a:lnTo>
                    <a:pt x="3561994" y="207222"/>
                  </a:lnTo>
                  <a:lnTo>
                    <a:pt x="3563065" y="206534"/>
                  </a:lnTo>
                  <a:lnTo>
                    <a:pt x="3564137" y="205845"/>
                  </a:lnTo>
                  <a:lnTo>
                    <a:pt x="3565209" y="205156"/>
                  </a:lnTo>
                  <a:lnTo>
                    <a:pt x="3566280" y="204467"/>
                  </a:lnTo>
                  <a:lnTo>
                    <a:pt x="3567352" y="203777"/>
                  </a:lnTo>
                  <a:lnTo>
                    <a:pt x="3568423" y="203086"/>
                  </a:lnTo>
                  <a:lnTo>
                    <a:pt x="3569495" y="202395"/>
                  </a:lnTo>
                  <a:lnTo>
                    <a:pt x="3570567" y="201704"/>
                  </a:lnTo>
                  <a:lnTo>
                    <a:pt x="3571638" y="201012"/>
                  </a:lnTo>
                  <a:lnTo>
                    <a:pt x="3572710" y="200319"/>
                  </a:lnTo>
                  <a:lnTo>
                    <a:pt x="3573781" y="199627"/>
                  </a:lnTo>
                  <a:lnTo>
                    <a:pt x="3574853" y="198933"/>
                  </a:lnTo>
                  <a:lnTo>
                    <a:pt x="3575925" y="198239"/>
                  </a:lnTo>
                  <a:lnTo>
                    <a:pt x="3576996" y="197545"/>
                  </a:lnTo>
                  <a:lnTo>
                    <a:pt x="3578068" y="196850"/>
                  </a:lnTo>
                  <a:lnTo>
                    <a:pt x="3579139" y="196155"/>
                  </a:lnTo>
                  <a:lnTo>
                    <a:pt x="3580211" y="195459"/>
                  </a:lnTo>
                  <a:lnTo>
                    <a:pt x="3581283" y="194763"/>
                  </a:lnTo>
                  <a:lnTo>
                    <a:pt x="3582354" y="194066"/>
                  </a:lnTo>
                  <a:lnTo>
                    <a:pt x="3583426" y="193368"/>
                  </a:lnTo>
                  <a:lnTo>
                    <a:pt x="3584497" y="192671"/>
                  </a:lnTo>
                  <a:lnTo>
                    <a:pt x="3585569" y="191972"/>
                  </a:lnTo>
                  <a:lnTo>
                    <a:pt x="3586641" y="191274"/>
                  </a:lnTo>
                  <a:lnTo>
                    <a:pt x="3587712" y="190574"/>
                  </a:lnTo>
                  <a:lnTo>
                    <a:pt x="3588784" y="189875"/>
                  </a:lnTo>
                  <a:lnTo>
                    <a:pt x="3589855" y="189175"/>
                  </a:lnTo>
                  <a:lnTo>
                    <a:pt x="3590927" y="188474"/>
                  </a:lnTo>
                  <a:lnTo>
                    <a:pt x="3591999" y="187773"/>
                  </a:lnTo>
                  <a:lnTo>
                    <a:pt x="3593070" y="187071"/>
                  </a:lnTo>
                  <a:lnTo>
                    <a:pt x="3594142" y="186369"/>
                  </a:lnTo>
                  <a:lnTo>
                    <a:pt x="3595213" y="185666"/>
                  </a:lnTo>
                  <a:lnTo>
                    <a:pt x="3596285" y="184963"/>
                  </a:lnTo>
                  <a:lnTo>
                    <a:pt x="3597357" y="184259"/>
                  </a:lnTo>
                  <a:lnTo>
                    <a:pt x="3598428" y="183555"/>
                  </a:lnTo>
                  <a:lnTo>
                    <a:pt x="3599500" y="182851"/>
                  </a:lnTo>
                  <a:lnTo>
                    <a:pt x="3600571" y="182146"/>
                  </a:lnTo>
                  <a:lnTo>
                    <a:pt x="3601643" y="181440"/>
                  </a:lnTo>
                  <a:lnTo>
                    <a:pt x="3602715" y="180734"/>
                  </a:lnTo>
                  <a:lnTo>
                    <a:pt x="3603786" y="180028"/>
                  </a:lnTo>
                  <a:lnTo>
                    <a:pt x="3604858" y="179321"/>
                  </a:lnTo>
                  <a:lnTo>
                    <a:pt x="3605929" y="178613"/>
                  </a:lnTo>
                  <a:lnTo>
                    <a:pt x="3607001" y="177905"/>
                  </a:lnTo>
                  <a:lnTo>
                    <a:pt x="3608073" y="177197"/>
                  </a:lnTo>
                  <a:lnTo>
                    <a:pt x="3609144" y="176488"/>
                  </a:lnTo>
                  <a:lnTo>
                    <a:pt x="3610216" y="175778"/>
                  </a:lnTo>
                  <a:lnTo>
                    <a:pt x="3611287" y="175068"/>
                  </a:lnTo>
                  <a:lnTo>
                    <a:pt x="3612359" y="174358"/>
                  </a:lnTo>
                  <a:lnTo>
                    <a:pt x="3613431" y="173647"/>
                  </a:lnTo>
                  <a:lnTo>
                    <a:pt x="3614502" y="172936"/>
                  </a:lnTo>
                  <a:lnTo>
                    <a:pt x="3615574" y="172224"/>
                  </a:lnTo>
                  <a:lnTo>
                    <a:pt x="3616645" y="171512"/>
                  </a:lnTo>
                  <a:lnTo>
                    <a:pt x="3617717" y="170799"/>
                  </a:lnTo>
                  <a:lnTo>
                    <a:pt x="3618789" y="170086"/>
                  </a:lnTo>
                  <a:lnTo>
                    <a:pt x="3619860" y="169372"/>
                  </a:lnTo>
                  <a:lnTo>
                    <a:pt x="3620932" y="168657"/>
                  </a:lnTo>
                  <a:lnTo>
                    <a:pt x="3622003" y="167943"/>
                  </a:lnTo>
                  <a:lnTo>
                    <a:pt x="3623075" y="167228"/>
                  </a:lnTo>
                  <a:lnTo>
                    <a:pt x="3624147" y="166512"/>
                  </a:lnTo>
                  <a:lnTo>
                    <a:pt x="3625218" y="165796"/>
                  </a:lnTo>
                  <a:lnTo>
                    <a:pt x="3626290" y="165079"/>
                  </a:lnTo>
                  <a:lnTo>
                    <a:pt x="3627361" y="164362"/>
                  </a:lnTo>
                  <a:lnTo>
                    <a:pt x="3628433" y="163644"/>
                  </a:lnTo>
                  <a:lnTo>
                    <a:pt x="3629505" y="162926"/>
                  </a:lnTo>
                  <a:lnTo>
                    <a:pt x="3630576" y="162208"/>
                  </a:lnTo>
                  <a:lnTo>
                    <a:pt x="3631648" y="161488"/>
                  </a:lnTo>
                  <a:lnTo>
                    <a:pt x="3632719" y="160769"/>
                  </a:lnTo>
                  <a:lnTo>
                    <a:pt x="3633791" y="160049"/>
                  </a:lnTo>
                  <a:lnTo>
                    <a:pt x="3634863" y="159328"/>
                  </a:lnTo>
                  <a:lnTo>
                    <a:pt x="3635934" y="158607"/>
                  </a:lnTo>
                  <a:lnTo>
                    <a:pt x="3637006" y="157886"/>
                  </a:lnTo>
                  <a:lnTo>
                    <a:pt x="3638077" y="157164"/>
                  </a:lnTo>
                  <a:lnTo>
                    <a:pt x="3639149" y="156442"/>
                  </a:lnTo>
                  <a:lnTo>
                    <a:pt x="3640221" y="155719"/>
                  </a:lnTo>
                  <a:lnTo>
                    <a:pt x="3641292" y="154995"/>
                  </a:lnTo>
                  <a:lnTo>
                    <a:pt x="3642364" y="154271"/>
                  </a:lnTo>
                  <a:lnTo>
                    <a:pt x="3643435" y="153547"/>
                  </a:lnTo>
                  <a:lnTo>
                    <a:pt x="3644507" y="152822"/>
                  </a:lnTo>
                  <a:lnTo>
                    <a:pt x="3645579" y="152097"/>
                  </a:lnTo>
                  <a:lnTo>
                    <a:pt x="3646650" y="151371"/>
                  </a:lnTo>
                  <a:lnTo>
                    <a:pt x="3647722" y="150645"/>
                  </a:lnTo>
                  <a:lnTo>
                    <a:pt x="3648793" y="149918"/>
                  </a:lnTo>
                  <a:lnTo>
                    <a:pt x="3649865" y="149191"/>
                  </a:lnTo>
                  <a:lnTo>
                    <a:pt x="3650937" y="148463"/>
                  </a:lnTo>
                  <a:lnTo>
                    <a:pt x="3652008" y="147735"/>
                  </a:lnTo>
                  <a:lnTo>
                    <a:pt x="3653080" y="147006"/>
                  </a:lnTo>
                  <a:lnTo>
                    <a:pt x="3654151" y="146277"/>
                  </a:lnTo>
                  <a:lnTo>
                    <a:pt x="3655223" y="145548"/>
                  </a:lnTo>
                  <a:lnTo>
                    <a:pt x="3656295" y="144818"/>
                  </a:lnTo>
                  <a:lnTo>
                    <a:pt x="3657366" y="144087"/>
                  </a:lnTo>
                  <a:lnTo>
                    <a:pt x="3658438" y="143356"/>
                  </a:lnTo>
                  <a:lnTo>
                    <a:pt x="3659509" y="142625"/>
                  </a:lnTo>
                  <a:lnTo>
                    <a:pt x="3660581" y="141893"/>
                  </a:lnTo>
                  <a:lnTo>
                    <a:pt x="3661653" y="141160"/>
                  </a:lnTo>
                  <a:lnTo>
                    <a:pt x="3662724" y="140427"/>
                  </a:lnTo>
                  <a:lnTo>
                    <a:pt x="3663796" y="139694"/>
                  </a:lnTo>
                  <a:lnTo>
                    <a:pt x="3664867" y="138960"/>
                  </a:lnTo>
                  <a:lnTo>
                    <a:pt x="3665939" y="138225"/>
                  </a:lnTo>
                  <a:lnTo>
                    <a:pt x="3667011" y="137491"/>
                  </a:lnTo>
                  <a:lnTo>
                    <a:pt x="3668082" y="136755"/>
                  </a:lnTo>
                  <a:lnTo>
                    <a:pt x="3669154" y="136019"/>
                  </a:lnTo>
                  <a:lnTo>
                    <a:pt x="3670225" y="135283"/>
                  </a:lnTo>
                  <a:lnTo>
                    <a:pt x="3671297" y="134546"/>
                  </a:lnTo>
                  <a:lnTo>
                    <a:pt x="3672369" y="133809"/>
                  </a:lnTo>
                  <a:lnTo>
                    <a:pt x="3673440" y="133071"/>
                  </a:lnTo>
                  <a:lnTo>
                    <a:pt x="3674512" y="132333"/>
                  </a:lnTo>
                  <a:lnTo>
                    <a:pt x="3675583" y="131595"/>
                  </a:lnTo>
                  <a:lnTo>
                    <a:pt x="3676655" y="130855"/>
                  </a:lnTo>
                  <a:lnTo>
                    <a:pt x="3677727" y="130116"/>
                  </a:lnTo>
                  <a:lnTo>
                    <a:pt x="3678798" y="129376"/>
                  </a:lnTo>
                  <a:lnTo>
                    <a:pt x="3679870" y="128635"/>
                  </a:lnTo>
                  <a:lnTo>
                    <a:pt x="3680941" y="127894"/>
                  </a:lnTo>
                  <a:lnTo>
                    <a:pt x="3682013" y="127153"/>
                  </a:lnTo>
                  <a:lnTo>
                    <a:pt x="3683085" y="126411"/>
                  </a:lnTo>
                  <a:lnTo>
                    <a:pt x="3684156" y="125668"/>
                  </a:lnTo>
                  <a:lnTo>
                    <a:pt x="3685228" y="124925"/>
                  </a:lnTo>
                  <a:lnTo>
                    <a:pt x="3686299" y="124182"/>
                  </a:lnTo>
                  <a:lnTo>
                    <a:pt x="3687371" y="123438"/>
                  </a:lnTo>
                  <a:lnTo>
                    <a:pt x="3688443" y="122694"/>
                  </a:lnTo>
                  <a:lnTo>
                    <a:pt x="3689514" y="121949"/>
                  </a:lnTo>
                  <a:lnTo>
                    <a:pt x="3690586" y="121203"/>
                  </a:lnTo>
                  <a:lnTo>
                    <a:pt x="3691657" y="120458"/>
                  </a:lnTo>
                  <a:lnTo>
                    <a:pt x="3692729" y="119711"/>
                  </a:lnTo>
                  <a:lnTo>
                    <a:pt x="3693801" y="118965"/>
                  </a:lnTo>
                  <a:lnTo>
                    <a:pt x="3694872" y="118217"/>
                  </a:lnTo>
                  <a:lnTo>
                    <a:pt x="3695944" y="117470"/>
                  </a:lnTo>
                  <a:lnTo>
                    <a:pt x="3697015" y="116722"/>
                  </a:lnTo>
                  <a:lnTo>
                    <a:pt x="3698087" y="115973"/>
                  </a:lnTo>
                  <a:lnTo>
                    <a:pt x="3699159" y="115224"/>
                  </a:lnTo>
                  <a:lnTo>
                    <a:pt x="3700230" y="114474"/>
                  </a:lnTo>
                  <a:lnTo>
                    <a:pt x="3701302" y="113724"/>
                  </a:lnTo>
                  <a:lnTo>
                    <a:pt x="3702373" y="112974"/>
                  </a:lnTo>
                  <a:lnTo>
                    <a:pt x="3703445" y="112223"/>
                  </a:lnTo>
                  <a:lnTo>
                    <a:pt x="3704517" y="111471"/>
                  </a:lnTo>
                  <a:lnTo>
                    <a:pt x="3705588" y="110719"/>
                  </a:lnTo>
                  <a:lnTo>
                    <a:pt x="3706660" y="109967"/>
                  </a:lnTo>
                  <a:lnTo>
                    <a:pt x="3707731" y="109214"/>
                  </a:lnTo>
                  <a:lnTo>
                    <a:pt x="3708803" y="108461"/>
                  </a:lnTo>
                  <a:lnTo>
                    <a:pt x="3709875" y="107707"/>
                  </a:lnTo>
                  <a:lnTo>
                    <a:pt x="3710946" y="106953"/>
                  </a:lnTo>
                  <a:lnTo>
                    <a:pt x="3712018" y="106198"/>
                  </a:lnTo>
                  <a:lnTo>
                    <a:pt x="3713089" y="105443"/>
                  </a:lnTo>
                  <a:lnTo>
                    <a:pt x="3714161" y="104687"/>
                  </a:lnTo>
                  <a:lnTo>
                    <a:pt x="3715233" y="103931"/>
                  </a:lnTo>
                  <a:lnTo>
                    <a:pt x="3716304" y="103174"/>
                  </a:lnTo>
                  <a:lnTo>
                    <a:pt x="3717376" y="102417"/>
                  </a:lnTo>
                  <a:lnTo>
                    <a:pt x="3718447" y="101659"/>
                  </a:lnTo>
                  <a:lnTo>
                    <a:pt x="3719519" y="100901"/>
                  </a:lnTo>
                  <a:lnTo>
                    <a:pt x="3720591" y="100143"/>
                  </a:lnTo>
                  <a:lnTo>
                    <a:pt x="3721662" y="99384"/>
                  </a:lnTo>
                  <a:lnTo>
                    <a:pt x="3722734" y="98624"/>
                  </a:lnTo>
                  <a:lnTo>
                    <a:pt x="3723805" y="97864"/>
                  </a:lnTo>
                  <a:lnTo>
                    <a:pt x="3724877" y="97104"/>
                  </a:lnTo>
                  <a:lnTo>
                    <a:pt x="3725949" y="96343"/>
                  </a:lnTo>
                  <a:lnTo>
                    <a:pt x="3727020" y="95581"/>
                  </a:lnTo>
                  <a:lnTo>
                    <a:pt x="3728092" y="94820"/>
                  </a:lnTo>
                  <a:lnTo>
                    <a:pt x="3729163" y="94057"/>
                  </a:lnTo>
                  <a:lnTo>
                    <a:pt x="3730235" y="93294"/>
                  </a:lnTo>
                  <a:lnTo>
                    <a:pt x="3731306" y="92531"/>
                  </a:lnTo>
                  <a:lnTo>
                    <a:pt x="3732378" y="91767"/>
                  </a:lnTo>
                  <a:lnTo>
                    <a:pt x="3733450" y="91003"/>
                  </a:lnTo>
                  <a:lnTo>
                    <a:pt x="3734521" y="90239"/>
                  </a:lnTo>
                  <a:lnTo>
                    <a:pt x="3735593" y="89473"/>
                  </a:lnTo>
                  <a:lnTo>
                    <a:pt x="3736664" y="88708"/>
                  </a:lnTo>
                  <a:lnTo>
                    <a:pt x="3737736" y="87942"/>
                  </a:lnTo>
                  <a:lnTo>
                    <a:pt x="3738808" y="87175"/>
                  </a:lnTo>
                  <a:lnTo>
                    <a:pt x="3739879" y="86408"/>
                  </a:lnTo>
                  <a:lnTo>
                    <a:pt x="3740951" y="85641"/>
                  </a:lnTo>
                  <a:lnTo>
                    <a:pt x="3742022" y="84873"/>
                  </a:lnTo>
                  <a:lnTo>
                    <a:pt x="3743094" y="84104"/>
                  </a:lnTo>
                  <a:lnTo>
                    <a:pt x="3744166" y="83335"/>
                  </a:lnTo>
                  <a:lnTo>
                    <a:pt x="3745237" y="82566"/>
                  </a:lnTo>
                  <a:lnTo>
                    <a:pt x="3746309" y="81796"/>
                  </a:lnTo>
                  <a:lnTo>
                    <a:pt x="3747380" y="81026"/>
                  </a:lnTo>
                  <a:lnTo>
                    <a:pt x="3748452" y="80255"/>
                  </a:lnTo>
                  <a:lnTo>
                    <a:pt x="3749524" y="79484"/>
                  </a:lnTo>
                  <a:lnTo>
                    <a:pt x="3750595" y="78712"/>
                  </a:lnTo>
                  <a:lnTo>
                    <a:pt x="3751667" y="77940"/>
                  </a:lnTo>
                  <a:lnTo>
                    <a:pt x="3752738" y="77167"/>
                  </a:lnTo>
                  <a:lnTo>
                    <a:pt x="3753810" y="76394"/>
                  </a:lnTo>
                  <a:lnTo>
                    <a:pt x="3754882" y="75621"/>
                  </a:lnTo>
                  <a:lnTo>
                    <a:pt x="3755953" y="74846"/>
                  </a:lnTo>
                  <a:lnTo>
                    <a:pt x="3757025" y="74072"/>
                  </a:lnTo>
                  <a:lnTo>
                    <a:pt x="3758096" y="73297"/>
                  </a:lnTo>
                  <a:lnTo>
                    <a:pt x="3759168" y="72521"/>
                  </a:lnTo>
                  <a:lnTo>
                    <a:pt x="3760240" y="71746"/>
                  </a:lnTo>
                  <a:lnTo>
                    <a:pt x="3761311" y="70969"/>
                  </a:lnTo>
                  <a:lnTo>
                    <a:pt x="3762383" y="70192"/>
                  </a:lnTo>
                  <a:lnTo>
                    <a:pt x="3763454" y="69415"/>
                  </a:lnTo>
                  <a:lnTo>
                    <a:pt x="3764526" y="68637"/>
                  </a:lnTo>
                  <a:lnTo>
                    <a:pt x="3765598" y="67859"/>
                  </a:lnTo>
                  <a:lnTo>
                    <a:pt x="3766669" y="67080"/>
                  </a:lnTo>
                  <a:lnTo>
                    <a:pt x="3767741" y="66301"/>
                  </a:lnTo>
                  <a:lnTo>
                    <a:pt x="3768812" y="65521"/>
                  </a:lnTo>
                  <a:lnTo>
                    <a:pt x="3769884" y="64741"/>
                  </a:lnTo>
                  <a:lnTo>
                    <a:pt x="3770956" y="63960"/>
                  </a:lnTo>
                  <a:lnTo>
                    <a:pt x="3772027" y="63179"/>
                  </a:lnTo>
                  <a:lnTo>
                    <a:pt x="3773099" y="62398"/>
                  </a:lnTo>
                  <a:lnTo>
                    <a:pt x="3774170" y="61616"/>
                  </a:lnTo>
                  <a:lnTo>
                    <a:pt x="3775242" y="60833"/>
                  </a:lnTo>
                  <a:lnTo>
                    <a:pt x="3776314" y="60050"/>
                  </a:lnTo>
                  <a:lnTo>
                    <a:pt x="3777385" y="59267"/>
                  </a:lnTo>
                  <a:lnTo>
                    <a:pt x="3778457" y="58483"/>
                  </a:lnTo>
                  <a:lnTo>
                    <a:pt x="3779528" y="57699"/>
                  </a:lnTo>
                  <a:lnTo>
                    <a:pt x="3780600" y="56914"/>
                  </a:lnTo>
                  <a:lnTo>
                    <a:pt x="3781672" y="56128"/>
                  </a:lnTo>
                  <a:lnTo>
                    <a:pt x="3782743" y="55343"/>
                  </a:lnTo>
                  <a:lnTo>
                    <a:pt x="3783815" y="54556"/>
                  </a:lnTo>
                  <a:lnTo>
                    <a:pt x="3784886" y="53770"/>
                  </a:lnTo>
                  <a:lnTo>
                    <a:pt x="3785958" y="52983"/>
                  </a:lnTo>
                  <a:lnTo>
                    <a:pt x="3787030" y="52195"/>
                  </a:lnTo>
                  <a:lnTo>
                    <a:pt x="3788101" y="51407"/>
                  </a:lnTo>
                  <a:lnTo>
                    <a:pt x="3789173" y="50618"/>
                  </a:lnTo>
                  <a:lnTo>
                    <a:pt x="3790244" y="49829"/>
                  </a:lnTo>
                  <a:lnTo>
                    <a:pt x="3791316" y="49040"/>
                  </a:lnTo>
                  <a:lnTo>
                    <a:pt x="3792388" y="48250"/>
                  </a:lnTo>
                  <a:lnTo>
                    <a:pt x="3793459" y="47459"/>
                  </a:lnTo>
                  <a:lnTo>
                    <a:pt x="3794531" y="46668"/>
                  </a:lnTo>
                  <a:lnTo>
                    <a:pt x="3795602" y="45877"/>
                  </a:lnTo>
                  <a:lnTo>
                    <a:pt x="3796674" y="45085"/>
                  </a:lnTo>
                  <a:lnTo>
                    <a:pt x="3797746" y="44293"/>
                  </a:lnTo>
                  <a:lnTo>
                    <a:pt x="3798817" y="43500"/>
                  </a:lnTo>
                  <a:lnTo>
                    <a:pt x="3799889" y="42707"/>
                  </a:lnTo>
                  <a:lnTo>
                    <a:pt x="3800960" y="41913"/>
                  </a:lnTo>
                  <a:lnTo>
                    <a:pt x="3802032" y="41119"/>
                  </a:lnTo>
                  <a:lnTo>
                    <a:pt x="3803104" y="40324"/>
                  </a:lnTo>
                  <a:lnTo>
                    <a:pt x="3804175" y="39529"/>
                  </a:lnTo>
                  <a:lnTo>
                    <a:pt x="3805247" y="38734"/>
                  </a:lnTo>
                  <a:lnTo>
                    <a:pt x="3806318" y="37938"/>
                  </a:lnTo>
                  <a:lnTo>
                    <a:pt x="3807390" y="37141"/>
                  </a:lnTo>
                  <a:lnTo>
                    <a:pt x="3808462" y="36344"/>
                  </a:lnTo>
                  <a:lnTo>
                    <a:pt x="3809533" y="35547"/>
                  </a:lnTo>
                  <a:lnTo>
                    <a:pt x="3810605" y="34749"/>
                  </a:lnTo>
                  <a:lnTo>
                    <a:pt x="3811676" y="33951"/>
                  </a:lnTo>
                  <a:lnTo>
                    <a:pt x="3812748" y="33152"/>
                  </a:lnTo>
                  <a:lnTo>
                    <a:pt x="3813820" y="32353"/>
                  </a:lnTo>
                  <a:lnTo>
                    <a:pt x="3814891" y="31553"/>
                  </a:lnTo>
                  <a:lnTo>
                    <a:pt x="3815963" y="30753"/>
                  </a:lnTo>
                  <a:lnTo>
                    <a:pt x="3817034" y="29952"/>
                  </a:lnTo>
                  <a:lnTo>
                    <a:pt x="3818106" y="29151"/>
                  </a:lnTo>
                  <a:lnTo>
                    <a:pt x="3819178" y="28349"/>
                  </a:lnTo>
                  <a:lnTo>
                    <a:pt x="3820249" y="27547"/>
                  </a:lnTo>
                  <a:lnTo>
                    <a:pt x="3821321" y="26744"/>
                  </a:lnTo>
                  <a:lnTo>
                    <a:pt x="3822392" y="25941"/>
                  </a:lnTo>
                  <a:lnTo>
                    <a:pt x="3823464" y="25138"/>
                  </a:lnTo>
                  <a:lnTo>
                    <a:pt x="3824536" y="24334"/>
                  </a:lnTo>
                  <a:lnTo>
                    <a:pt x="3825607" y="23530"/>
                  </a:lnTo>
                  <a:lnTo>
                    <a:pt x="3826679" y="22725"/>
                  </a:lnTo>
                  <a:lnTo>
                    <a:pt x="3827750" y="21919"/>
                  </a:lnTo>
                  <a:lnTo>
                    <a:pt x="3828822" y="21114"/>
                  </a:lnTo>
                  <a:lnTo>
                    <a:pt x="3829894" y="20307"/>
                  </a:lnTo>
                  <a:lnTo>
                    <a:pt x="3830965" y="19501"/>
                  </a:lnTo>
                  <a:lnTo>
                    <a:pt x="3832037" y="18693"/>
                  </a:lnTo>
                  <a:lnTo>
                    <a:pt x="3833108" y="17886"/>
                  </a:lnTo>
                  <a:lnTo>
                    <a:pt x="3834180" y="17078"/>
                  </a:lnTo>
                  <a:lnTo>
                    <a:pt x="3835252" y="16269"/>
                  </a:lnTo>
                  <a:lnTo>
                    <a:pt x="3836323" y="15460"/>
                  </a:lnTo>
                  <a:lnTo>
                    <a:pt x="3837395" y="14650"/>
                  </a:lnTo>
                  <a:lnTo>
                    <a:pt x="3838466" y="13840"/>
                  </a:lnTo>
                  <a:lnTo>
                    <a:pt x="3839538" y="13030"/>
                  </a:lnTo>
                  <a:lnTo>
                    <a:pt x="3840610" y="12219"/>
                  </a:lnTo>
                  <a:lnTo>
                    <a:pt x="3841681" y="11408"/>
                  </a:lnTo>
                  <a:lnTo>
                    <a:pt x="3842753" y="10596"/>
                  </a:lnTo>
                  <a:lnTo>
                    <a:pt x="3843824" y="9783"/>
                  </a:lnTo>
                  <a:lnTo>
                    <a:pt x="3844896" y="8971"/>
                  </a:lnTo>
                  <a:lnTo>
                    <a:pt x="3845968" y="8157"/>
                  </a:lnTo>
                  <a:lnTo>
                    <a:pt x="3847039" y="7344"/>
                  </a:lnTo>
                  <a:lnTo>
                    <a:pt x="3848111" y="6530"/>
                  </a:lnTo>
                  <a:lnTo>
                    <a:pt x="3849182" y="5715"/>
                  </a:lnTo>
                  <a:lnTo>
                    <a:pt x="3850254" y="4900"/>
                  </a:lnTo>
                  <a:lnTo>
                    <a:pt x="3851326" y="4084"/>
                  </a:lnTo>
                  <a:lnTo>
                    <a:pt x="3852397" y="3268"/>
                  </a:lnTo>
                  <a:lnTo>
                    <a:pt x="3853469" y="2452"/>
                  </a:lnTo>
                  <a:lnTo>
                    <a:pt x="3854540" y="1635"/>
                  </a:lnTo>
                  <a:lnTo>
                    <a:pt x="3855612" y="817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48" name="pl148"/>
            <p:cNvSpPr/>
            <p:nvPr/>
          </p:nvSpPr>
          <p:spPr>
            <a:xfrm>
              <a:off x="5034264" y="4891192"/>
              <a:ext cx="3856684" cy="1174923"/>
            </a:xfrm>
            <a:custGeom>
              <a:avLst/>
              <a:gdLst/>
              <a:ahLst/>
              <a:cxnLst/>
              <a:rect l="0" t="0" r="0" b="0"/>
              <a:pathLst>
                <a:path w="3856684" h="1174923">
                  <a:moveTo>
                    <a:pt x="3856684" y="158816"/>
                  </a:moveTo>
                  <a:lnTo>
                    <a:pt x="3855612" y="158757"/>
                  </a:lnTo>
                  <a:lnTo>
                    <a:pt x="3854540" y="158698"/>
                  </a:lnTo>
                  <a:lnTo>
                    <a:pt x="3853469" y="158639"/>
                  </a:lnTo>
                  <a:lnTo>
                    <a:pt x="3852397" y="158581"/>
                  </a:lnTo>
                  <a:lnTo>
                    <a:pt x="3851326" y="158522"/>
                  </a:lnTo>
                  <a:lnTo>
                    <a:pt x="3850254" y="158464"/>
                  </a:lnTo>
                  <a:lnTo>
                    <a:pt x="3849182" y="158405"/>
                  </a:lnTo>
                  <a:lnTo>
                    <a:pt x="3848111" y="158347"/>
                  </a:lnTo>
                  <a:lnTo>
                    <a:pt x="3847039" y="158288"/>
                  </a:lnTo>
                  <a:lnTo>
                    <a:pt x="3845968" y="158230"/>
                  </a:lnTo>
                  <a:lnTo>
                    <a:pt x="3844896" y="158172"/>
                  </a:lnTo>
                  <a:lnTo>
                    <a:pt x="3843824" y="158114"/>
                  </a:lnTo>
                  <a:lnTo>
                    <a:pt x="3842753" y="158056"/>
                  </a:lnTo>
                  <a:lnTo>
                    <a:pt x="3841681" y="157998"/>
                  </a:lnTo>
                  <a:lnTo>
                    <a:pt x="3840610" y="157941"/>
                  </a:lnTo>
                  <a:lnTo>
                    <a:pt x="3839538" y="157883"/>
                  </a:lnTo>
                  <a:lnTo>
                    <a:pt x="3838466" y="157825"/>
                  </a:lnTo>
                  <a:lnTo>
                    <a:pt x="3837395" y="157768"/>
                  </a:lnTo>
                  <a:lnTo>
                    <a:pt x="3836323" y="157710"/>
                  </a:lnTo>
                  <a:lnTo>
                    <a:pt x="3835252" y="157653"/>
                  </a:lnTo>
                  <a:lnTo>
                    <a:pt x="3834180" y="157596"/>
                  </a:lnTo>
                  <a:lnTo>
                    <a:pt x="3833108" y="157539"/>
                  </a:lnTo>
                  <a:lnTo>
                    <a:pt x="3832037" y="157482"/>
                  </a:lnTo>
                  <a:lnTo>
                    <a:pt x="3830965" y="157425"/>
                  </a:lnTo>
                  <a:lnTo>
                    <a:pt x="3829894" y="157368"/>
                  </a:lnTo>
                  <a:lnTo>
                    <a:pt x="3828822" y="157311"/>
                  </a:lnTo>
                  <a:lnTo>
                    <a:pt x="3827750" y="157254"/>
                  </a:lnTo>
                  <a:lnTo>
                    <a:pt x="3826679" y="157198"/>
                  </a:lnTo>
                  <a:lnTo>
                    <a:pt x="3825607" y="157141"/>
                  </a:lnTo>
                  <a:lnTo>
                    <a:pt x="3824536" y="157085"/>
                  </a:lnTo>
                  <a:lnTo>
                    <a:pt x="3823464" y="157028"/>
                  </a:lnTo>
                  <a:lnTo>
                    <a:pt x="3822392" y="156972"/>
                  </a:lnTo>
                  <a:lnTo>
                    <a:pt x="3821321" y="156916"/>
                  </a:lnTo>
                  <a:lnTo>
                    <a:pt x="3820249" y="156860"/>
                  </a:lnTo>
                  <a:lnTo>
                    <a:pt x="3819178" y="156804"/>
                  </a:lnTo>
                  <a:lnTo>
                    <a:pt x="3818106" y="156748"/>
                  </a:lnTo>
                  <a:lnTo>
                    <a:pt x="3817034" y="156692"/>
                  </a:lnTo>
                  <a:lnTo>
                    <a:pt x="3815963" y="156637"/>
                  </a:lnTo>
                  <a:lnTo>
                    <a:pt x="3814891" y="156581"/>
                  </a:lnTo>
                  <a:lnTo>
                    <a:pt x="3813820" y="156525"/>
                  </a:lnTo>
                  <a:lnTo>
                    <a:pt x="3812748" y="156470"/>
                  </a:lnTo>
                  <a:lnTo>
                    <a:pt x="3811676" y="156415"/>
                  </a:lnTo>
                  <a:lnTo>
                    <a:pt x="3810605" y="156359"/>
                  </a:lnTo>
                  <a:lnTo>
                    <a:pt x="3809533" y="156304"/>
                  </a:lnTo>
                  <a:lnTo>
                    <a:pt x="3808462" y="156249"/>
                  </a:lnTo>
                  <a:lnTo>
                    <a:pt x="3807390" y="156194"/>
                  </a:lnTo>
                  <a:lnTo>
                    <a:pt x="3806318" y="156139"/>
                  </a:lnTo>
                  <a:lnTo>
                    <a:pt x="3805247" y="156085"/>
                  </a:lnTo>
                  <a:lnTo>
                    <a:pt x="3804175" y="156030"/>
                  </a:lnTo>
                  <a:lnTo>
                    <a:pt x="3803104" y="155975"/>
                  </a:lnTo>
                  <a:lnTo>
                    <a:pt x="3802032" y="155921"/>
                  </a:lnTo>
                  <a:lnTo>
                    <a:pt x="3800960" y="155866"/>
                  </a:lnTo>
                  <a:lnTo>
                    <a:pt x="3799889" y="155812"/>
                  </a:lnTo>
                  <a:lnTo>
                    <a:pt x="3798817" y="155758"/>
                  </a:lnTo>
                  <a:lnTo>
                    <a:pt x="3797746" y="155704"/>
                  </a:lnTo>
                  <a:lnTo>
                    <a:pt x="3796674" y="155650"/>
                  </a:lnTo>
                  <a:lnTo>
                    <a:pt x="3795602" y="155596"/>
                  </a:lnTo>
                  <a:lnTo>
                    <a:pt x="3794531" y="155542"/>
                  </a:lnTo>
                  <a:lnTo>
                    <a:pt x="3793459" y="155488"/>
                  </a:lnTo>
                  <a:lnTo>
                    <a:pt x="3792388" y="155435"/>
                  </a:lnTo>
                  <a:lnTo>
                    <a:pt x="3791316" y="155381"/>
                  </a:lnTo>
                  <a:lnTo>
                    <a:pt x="3790244" y="155328"/>
                  </a:lnTo>
                  <a:lnTo>
                    <a:pt x="3789173" y="155274"/>
                  </a:lnTo>
                  <a:lnTo>
                    <a:pt x="3788101" y="155221"/>
                  </a:lnTo>
                  <a:lnTo>
                    <a:pt x="3787030" y="155168"/>
                  </a:lnTo>
                  <a:lnTo>
                    <a:pt x="3785958" y="155115"/>
                  </a:lnTo>
                  <a:lnTo>
                    <a:pt x="3784886" y="155062"/>
                  </a:lnTo>
                  <a:lnTo>
                    <a:pt x="3783815" y="155009"/>
                  </a:lnTo>
                  <a:lnTo>
                    <a:pt x="3782743" y="154956"/>
                  </a:lnTo>
                  <a:lnTo>
                    <a:pt x="3781672" y="154904"/>
                  </a:lnTo>
                  <a:lnTo>
                    <a:pt x="3780600" y="154851"/>
                  </a:lnTo>
                  <a:lnTo>
                    <a:pt x="3779528" y="154799"/>
                  </a:lnTo>
                  <a:lnTo>
                    <a:pt x="3778457" y="154746"/>
                  </a:lnTo>
                  <a:lnTo>
                    <a:pt x="3777385" y="154694"/>
                  </a:lnTo>
                  <a:lnTo>
                    <a:pt x="3776314" y="154642"/>
                  </a:lnTo>
                  <a:lnTo>
                    <a:pt x="3775242" y="154590"/>
                  </a:lnTo>
                  <a:lnTo>
                    <a:pt x="3774170" y="154538"/>
                  </a:lnTo>
                  <a:lnTo>
                    <a:pt x="3773099" y="154486"/>
                  </a:lnTo>
                  <a:lnTo>
                    <a:pt x="3772027" y="154434"/>
                  </a:lnTo>
                  <a:lnTo>
                    <a:pt x="3770956" y="154382"/>
                  </a:lnTo>
                  <a:lnTo>
                    <a:pt x="3769884" y="154331"/>
                  </a:lnTo>
                  <a:lnTo>
                    <a:pt x="3768812" y="154279"/>
                  </a:lnTo>
                  <a:lnTo>
                    <a:pt x="3767741" y="154228"/>
                  </a:lnTo>
                  <a:lnTo>
                    <a:pt x="3766669" y="154177"/>
                  </a:lnTo>
                  <a:lnTo>
                    <a:pt x="3765598" y="154126"/>
                  </a:lnTo>
                  <a:lnTo>
                    <a:pt x="3764526" y="154074"/>
                  </a:lnTo>
                  <a:lnTo>
                    <a:pt x="3763454" y="154024"/>
                  </a:lnTo>
                  <a:lnTo>
                    <a:pt x="3762383" y="153973"/>
                  </a:lnTo>
                  <a:lnTo>
                    <a:pt x="3761311" y="153922"/>
                  </a:lnTo>
                  <a:lnTo>
                    <a:pt x="3760240" y="153871"/>
                  </a:lnTo>
                  <a:lnTo>
                    <a:pt x="3759168" y="153821"/>
                  </a:lnTo>
                  <a:lnTo>
                    <a:pt x="3758096" y="153770"/>
                  </a:lnTo>
                  <a:lnTo>
                    <a:pt x="3757025" y="153720"/>
                  </a:lnTo>
                  <a:lnTo>
                    <a:pt x="3755953" y="153670"/>
                  </a:lnTo>
                  <a:lnTo>
                    <a:pt x="3754882" y="153619"/>
                  </a:lnTo>
                  <a:lnTo>
                    <a:pt x="3753810" y="153569"/>
                  </a:lnTo>
                  <a:lnTo>
                    <a:pt x="3752738" y="153519"/>
                  </a:lnTo>
                  <a:lnTo>
                    <a:pt x="3751667" y="153470"/>
                  </a:lnTo>
                  <a:lnTo>
                    <a:pt x="3750595" y="153420"/>
                  </a:lnTo>
                  <a:lnTo>
                    <a:pt x="3749524" y="153370"/>
                  </a:lnTo>
                  <a:lnTo>
                    <a:pt x="3748452" y="153321"/>
                  </a:lnTo>
                  <a:lnTo>
                    <a:pt x="3747380" y="153271"/>
                  </a:lnTo>
                  <a:lnTo>
                    <a:pt x="3746309" y="153222"/>
                  </a:lnTo>
                  <a:lnTo>
                    <a:pt x="3745237" y="153173"/>
                  </a:lnTo>
                  <a:lnTo>
                    <a:pt x="3744166" y="153124"/>
                  </a:lnTo>
                  <a:lnTo>
                    <a:pt x="3743094" y="153075"/>
                  </a:lnTo>
                  <a:lnTo>
                    <a:pt x="3742022" y="153026"/>
                  </a:lnTo>
                  <a:lnTo>
                    <a:pt x="3740951" y="152977"/>
                  </a:lnTo>
                  <a:lnTo>
                    <a:pt x="3739879" y="152928"/>
                  </a:lnTo>
                  <a:lnTo>
                    <a:pt x="3738808" y="152880"/>
                  </a:lnTo>
                  <a:lnTo>
                    <a:pt x="3737736" y="152831"/>
                  </a:lnTo>
                  <a:lnTo>
                    <a:pt x="3736664" y="152783"/>
                  </a:lnTo>
                  <a:lnTo>
                    <a:pt x="3735593" y="152735"/>
                  </a:lnTo>
                  <a:lnTo>
                    <a:pt x="3734521" y="152687"/>
                  </a:lnTo>
                  <a:lnTo>
                    <a:pt x="3733450" y="152638"/>
                  </a:lnTo>
                  <a:lnTo>
                    <a:pt x="3732378" y="152591"/>
                  </a:lnTo>
                  <a:lnTo>
                    <a:pt x="3731306" y="152543"/>
                  </a:lnTo>
                  <a:lnTo>
                    <a:pt x="3730235" y="152495"/>
                  </a:lnTo>
                  <a:lnTo>
                    <a:pt x="3729163" y="152447"/>
                  </a:lnTo>
                  <a:lnTo>
                    <a:pt x="3728092" y="152400"/>
                  </a:lnTo>
                  <a:lnTo>
                    <a:pt x="3727020" y="152353"/>
                  </a:lnTo>
                  <a:lnTo>
                    <a:pt x="3725949" y="152305"/>
                  </a:lnTo>
                  <a:lnTo>
                    <a:pt x="3724877" y="152258"/>
                  </a:lnTo>
                  <a:lnTo>
                    <a:pt x="3723805" y="152211"/>
                  </a:lnTo>
                  <a:lnTo>
                    <a:pt x="3722734" y="152164"/>
                  </a:lnTo>
                  <a:lnTo>
                    <a:pt x="3721662" y="152117"/>
                  </a:lnTo>
                  <a:lnTo>
                    <a:pt x="3720591" y="152070"/>
                  </a:lnTo>
                  <a:lnTo>
                    <a:pt x="3719519" y="152024"/>
                  </a:lnTo>
                  <a:lnTo>
                    <a:pt x="3718447" y="151977"/>
                  </a:lnTo>
                  <a:lnTo>
                    <a:pt x="3717376" y="151931"/>
                  </a:lnTo>
                  <a:lnTo>
                    <a:pt x="3716304" y="151885"/>
                  </a:lnTo>
                  <a:lnTo>
                    <a:pt x="3715233" y="151839"/>
                  </a:lnTo>
                  <a:lnTo>
                    <a:pt x="3714161" y="151792"/>
                  </a:lnTo>
                  <a:lnTo>
                    <a:pt x="3713089" y="151746"/>
                  </a:lnTo>
                  <a:lnTo>
                    <a:pt x="3712018" y="151701"/>
                  </a:lnTo>
                  <a:lnTo>
                    <a:pt x="3710946" y="151655"/>
                  </a:lnTo>
                  <a:lnTo>
                    <a:pt x="3709875" y="151609"/>
                  </a:lnTo>
                  <a:lnTo>
                    <a:pt x="3708803" y="151564"/>
                  </a:lnTo>
                  <a:lnTo>
                    <a:pt x="3707731" y="151518"/>
                  </a:lnTo>
                  <a:lnTo>
                    <a:pt x="3706660" y="151473"/>
                  </a:lnTo>
                  <a:lnTo>
                    <a:pt x="3705588" y="151428"/>
                  </a:lnTo>
                  <a:lnTo>
                    <a:pt x="3704517" y="151383"/>
                  </a:lnTo>
                  <a:lnTo>
                    <a:pt x="3703445" y="151338"/>
                  </a:lnTo>
                  <a:lnTo>
                    <a:pt x="3702373" y="151293"/>
                  </a:lnTo>
                  <a:lnTo>
                    <a:pt x="3701302" y="151248"/>
                  </a:lnTo>
                  <a:lnTo>
                    <a:pt x="3700230" y="151204"/>
                  </a:lnTo>
                  <a:lnTo>
                    <a:pt x="3699159" y="151159"/>
                  </a:lnTo>
                  <a:lnTo>
                    <a:pt x="3698087" y="151115"/>
                  </a:lnTo>
                  <a:lnTo>
                    <a:pt x="3697015" y="151071"/>
                  </a:lnTo>
                  <a:lnTo>
                    <a:pt x="3695944" y="151027"/>
                  </a:lnTo>
                  <a:lnTo>
                    <a:pt x="3694872" y="150983"/>
                  </a:lnTo>
                  <a:lnTo>
                    <a:pt x="3693801" y="150939"/>
                  </a:lnTo>
                  <a:lnTo>
                    <a:pt x="3692729" y="150895"/>
                  </a:lnTo>
                  <a:lnTo>
                    <a:pt x="3691657" y="150851"/>
                  </a:lnTo>
                  <a:lnTo>
                    <a:pt x="3690586" y="150808"/>
                  </a:lnTo>
                  <a:lnTo>
                    <a:pt x="3689514" y="150764"/>
                  </a:lnTo>
                  <a:lnTo>
                    <a:pt x="3688443" y="150721"/>
                  </a:lnTo>
                  <a:lnTo>
                    <a:pt x="3687371" y="150678"/>
                  </a:lnTo>
                  <a:lnTo>
                    <a:pt x="3686299" y="150635"/>
                  </a:lnTo>
                  <a:lnTo>
                    <a:pt x="3685228" y="150592"/>
                  </a:lnTo>
                  <a:lnTo>
                    <a:pt x="3684156" y="150549"/>
                  </a:lnTo>
                  <a:lnTo>
                    <a:pt x="3683085" y="150506"/>
                  </a:lnTo>
                  <a:lnTo>
                    <a:pt x="3682013" y="150464"/>
                  </a:lnTo>
                  <a:lnTo>
                    <a:pt x="3680941" y="150421"/>
                  </a:lnTo>
                  <a:lnTo>
                    <a:pt x="3679870" y="150379"/>
                  </a:lnTo>
                  <a:lnTo>
                    <a:pt x="3678798" y="150337"/>
                  </a:lnTo>
                  <a:lnTo>
                    <a:pt x="3677727" y="150294"/>
                  </a:lnTo>
                  <a:lnTo>
                    <a:pt x="3676655" y="150252"/>
                  </a:lnTo>
                  <a:lnTo>
                    <a:pt x="3675583" y="150211"/>
                  </a:lnTo>
                  <a:lnTo>
                    <a:pt x="3674512" y="150169"/>
                  </a:lnTo>
                  <a:lnTo>
                    <a:pt x="3673440" y="150127"/>
                  </a:lnTo>
                  <a:lnTo>
                    <a:pt x="3672369" y="150086"/>
                  </a:lnTo>
                  <a:lnTo>
                    <a:pt x="3671297" y="150044"/>
                  </a:lnTo>
                  <a:lnTo>
                    <a:pt x="3670225" y="150003"/>
                  </a:lnTo>
                  <a:lnTo>
                    <a:pt x="3669154" y="149962"/>
                  </a:lnTo>
                  <a:lnTo>
                    <a:pt x="3668082" y="149921"/>
                  </a:lnTo>
                  <a:lnTo>
                    <a:pt x="3667011" y="149880"/>
                  </a:lnTo>
                  <a:lnTo>
                    <a:pt x="3665939" y="149839"/>
                  </a:lnTo>
                  <a:lnTo>
                    <a:pt x="3664867" y="149798"/>
                  </a:lnTo>
                  <a:lnTo>
                    <a:pt x="3663796" y="149758"/>
                  </a:lnTo>
                  <a:lnTo>
                    <a:pt x="3662724" y="149717"/>
                  </a:lnTo>
                  <a:lnTo>
                    <a:pt x="3661653" y="149677"/>
                  </a:lnTo>
                  <a:lnTo>
                    <a:pt x="3660581" y="149637"/>
                  </a:lnTo>
                  <a:lnTo>
                    <a:pt x="3659509" y="149597"/>
                  </a:lnTo>
                  <a:lnTo>
                    <a:pt x="3658438" y="149557"/>
                  </a:lnTo>
                  <a:lnTo>
                    <a:pt x="3657366" y="149517"/>
                  </a:lnTo>
                  <a:lnTo>
                    <a:pt x="3656295" y="149478"/>
                  </a:lnTo>
                  <a:lnTo>
                    <a:pt x="3655223" y="149438"/>
                  </a:lnTo>
                  <a:lnTo>
                    <a:pt x="3654151" y="149399"/>
                  </a:lnTo>
                  <a:lnTo>
                    <a:pt x="3653080" y="149359"/>
                  </a:lnTo>
                  <a:lnTo>
                    <a:pt x="3652008" y="149320"/>
                  </a:lnTo>
                  <a:lnTo>
                    <a:pt x="3650937" y="149281"/>
                  </a:lnTo>
                  <a:lnTo>
                    <a:pt x="3649865" y="149242"/>
                  </a:lnTo>
                  <a:lnTo>
                    <a:pt x="3648793" y="149203"/>
                  </a:lnTo>
                  <a:lnTo>
                    <a:pt x="3647722" y="149165"/>
                  </a:lnTo>
                  <a:lnTo>
                    <a:pt x="3646650" y="149126"/>
                  </a:lnTo>
                  <a:lnTo>
                    <a:pt x="3645579" y="149088"/>
                  </a:lnTo>
                  <a:lnTo>
                    <a:pt x="3644507" y="149049"/>
                  </a:lnTo>
                  <a:lnTo>
                    <a:pt x="3643435" y="149011"/>
                  </a:lnTo>
                  <a:lnTo>
                    <a:pt x="3642364" y="148973"/>
                  </a:lnTo>
                  <a:lnTo>
                    <a:pt x="3641292" y="148935"/>
                  </a:lnTo>
                  <a:lnTo>
                    <a:pt x="3640221" y="148898"/>
                  </a:lnTo>
                  <a:lnTo>
                    <a:pt x="3639149" y="148860"/>
                  </a:lnTo>
                  <a:lnTo>
                    <a:pt x="3638077" y="148822"/>
                  </a:lnTo>
                  <a:lnTo>
                    <a:pt x="3637006" y="148785"/>
                  </a:lnTo>
                  <a:lnTo>
                    <a:pt x="3635934" y="148748"/>
                  </a:lnTo>
                  <a:lnTo>
                    <a:pt x="3634863" y="148711"/>
                  </a:lnTo>
                  <a:lnTo>
                    <a:pt x="3633791" y="148674"/>
                  </a:lnTo>
                  <a:lnTo>
                    <a:pt x="3632719" y="148637"/>
                  </a:lnTo>
                  <a:lnTo>
                    <a:pt x="3631648" y="148600"/>
                  </a:lnTo>
                  <a:lnTo>
                    <a:pt x="3630576" y="148564"/>
                  </a:lnTo>
                  <a:lnTo>
                    <a:pt x="3629505" y="148527"/>
                  </a:lnTo>
                  <a:lnTo>
                    <a:pt x="3628433" y="148491"/>
                  </a:lnTo>
                  <a:lnTo>
                    <a:pt x="3627361" y="148455"/>
                  </a:lnTo>
                  <a:lnTo>
                    <a:pt x="3626290" y="148418"/>
                  </a:lnTo>
                  <a:lnTo>
                    <a:pt x="3625218" y="148383"/>
                  </a:lnTo>
                  <a:lnTo>
                    <a:pt x="3624147" y="148347"/>
                  </a:lnTo>
                  <a:lnTo>
                    <a:pt x="3623075" y="148311"/>
                  </a:lnTo>
                  <a:lnTo>
                    <a:pt x="3622003" y="148276"/>
                  </a:lnTo>
                  <a:lnTo>
                    <a:pt x="3620932" y="148240"/>
                  </a:lnTo>
                  <a:lnTo>
                    <a:pt x="3619860" y="148205"/>
                  </a:lnTo>
                  <a:lnTo>
                    <a:pt x="3618789" y="148170"/>
                  </a:lnTo>
                  <a:lnTo>
                    <a:pt x="3617717" y="148135"/>
                  </a:lnTo>
                  <a:lnTo>
                    <a:pt x="3616645" y="148100"/>
                  </a:lnTo>
                  <a:lnTo>
                    <a:pt x="3615574" y="148065"/>
                  </a:lnTo>
                  <a:lnTo>
                    <a:pt x="3614502" y="148031"/>
                  </a:lnTo>
                  <a:lnTo>
                    <a:pt x="3613431" y="147996"/>
                  </a:lnTo>
                  <a:lnTo>
                    <a:pt x="3612359" y="147962"/>
                  </a:lnTo>
                  <a:lnTo>
                    <a:pt x="3611287" y="147928"/>
                  </a:lnTo>
                  <a:lnTo>
                    <a:pt x="3610216" y="147894"/>
                  </a:lnTo>
                  <a:lnTo>
                    <a:pt x="3609144" y="147860"/>
                  </a:lnTo>
                  <a:lnTo>
                    <a:pt x="3608073" y="147826"/>
                  </a:lnTo>
                  <a:lnTo>
                    <a:pt x="3607001" y="147792"/>
                  </a:lnTo>
                  <a:lnTo>
                    <a:pt x="3605929" y="147759"/>
                  </a:lnTo>
                  <a:lnTo>
                    <a:pt x="3604858" y="147725"/>
                  </a:lnTo>
                  <a:lnTo>
                    <a:pt x="3603786" y="147692"/>
                  </a:lnTo>
                  <a:lnTo>
                    <a:pt x="3602715" y="147659"/>
                  </a:lnTo>
                  <a:lnTo>
                    <a:pt x="3601643" y="147626"/>
                  </a:lnTo>
                  <a:lnTo>
                    <a:pt x="3600571" y="147593"/>
                  </a:lnTo>
                  <a:lnTo>
                    <a:pt x="3599500" y="147561"/>
                  </a:lnTo>
                  <a:lnTo>
                    <a:pt x="3598428" y="147528"/>
                  </a:lnTo>
                  <a:lnTo>
                    <a:pt x="3597357" y="147496"/>
                  </a:lnTo>
                  <a:lnTo>
                    <a:pt x="3596285" y="147463"/>
                  </a:lnTo>
                  <a:lnTo>
                    <a:pt x="3595213" y="147431"/>
                  </a:lnTo>
                  <a:lnTo>
                    <a:pt x="3594142" y="147399"/>
                  </a:lnTo>
                  <a:lnTo>
                    <a:pt x="3593070" y="147368"/>
                  </a:lnTo>
                  <a:lnTo>
                    <a:pt x="3591999" y="147336"/>
                  </a:lnTo>
                  <a:lnTo>
                    <a:pt x="3590927" y="147304"/>
                  </a:lnTo>
                  <a:lnTo>
                    <a:pt x="3589855" y="147273"/>
                  </a:lnTo>
                  <a:lnTo>
                    <a:pt x="3588784" y="147242"/>
                  </a:lnTo>
                  <a:lnTo>
                    <a:pt x="3587712" y="147210"/>
                  </a:lnTo>
                  <a:lnTo>
                    <a:pt x="3586641" y="147180"/>
                  </a:lnTo>
                  <a:lnTo>
                    <a:pt x="3585569" y="147149"/>
                  </a:lnTo>
                  <a:lnTo>
                    <a:pt x="3584497" y="147118"/>
                  </a:lnTo>
                  <a:lnTo>
                    <a:pt x="3583426" y="147087"/>
                  </a:lnTo>
                  <a:lnTo>
                    <a:pt x="3582354" y="147057"/>
                  </a:lnTo>
                  <a:lnTo>
                    <a:pt x="3581283" y="147027"/>
                  </a:lnTo>
                  <a:lnTo>
                    <a:pt x="3580211" y="146997"/>
                  </a:lnTo>
                  <a:lnTo>
                    <a:pt x="3579139" y="146967"/>
                  </a:lnTo>
                  <a:lnTo>
                    <a:pt x="3578068" y="146937"/>
                  </a:lnTo>
                  <a:lnTo>
                    <a:pt x="3576996" y="146907"/>
                  </a:lnTo>
                  <a:lnTo>
                    <a:pt x="3575925" y="146878"/>
                  </a:lnTo>
                  <a:lnTo>
                    <a:pt x="3574853" y="146848"/>
                  </a:lnTo>
                  <a:lnTo>
                    <a:pt x="3573781" y="146819"/>
                  </a:lnTo>
                  <a:lnTo>
                    <a:pt x="3572710" y="146790"/>
                  </a:lnTo>
                  <a:lnTo>
                    <a:pt x="3571638" y="146761"/>
                  </a:lnTo>
                  <a:lnTo>
                    <a:pt x="3570567" y="146732"/>
                  </a:lnTo>
                  <a:lnTo>
                    <a:pt x="3569495" y="146704"/>
                  </a:lnTo>
                  <a:lnTo>
                    <a:pt x="3568423" y="146675"/>
                  </a:lnTo>
                  <a:lnTo>
                    <a:pt x="3567352" y="146647"/>
                  </a:lnTo>
                  <a:lnTo>
                    <a:pt x="3566280" y="146618"/>
                  </a:lnTo>
                  <a:lnTo>
                    <a:pt x="3565209" y="146590"/>
                  </a:lnTo>
                  <a:lnTo>
                    <a:pt x="3564137" y="146562"/>
                  </a:lnTo>
                  <a:lnTo>
                    <a:pt x="3563065" y="146535"/>
                  </a:lnTo>
                  <a:lnTo>
                    <a:pt x="3561994" y="146507"/>
                  </a:lnTo>
                  <a:lnTo>
                    <a:pt x="3560922" y="146480"/>
                  </a:lnTo>
                  <a:lnTo>
                    <a:pt x="3559851" y="146452"/>
                  </a:lnTo>
                  <a:lnTo>
                    <a:pt x="3558779" y="146425"/>
                  </a:lnTo>
                  <a:lnTo>
                    <a:pt x="3557707" y="146398"/>
                  </a:lnTo>
                  <a:lnTo>
                    <a:pt x="3556636" y="146371"/>
                  </a:lnTo>
                  <a:lnTo>
                    <a:pt x="3555564" y="146345"/>
                  </a:lnTo>
                  <a:lnTo>
                    <a:pt x="3554493" y="146318"/>
                  </a:lnTo>
                  <a:lnTo>
                    <a:pt x="3553421" y="146292"/>
                  </a:lnTo>
                  <a:lnTo>
                    <a:pt x="3552349" y="146265"/>
                  </a:lnTo>
                  <a:lnTo>
                    <a:pt x="3551278" y="146239"/>
                  </a:lnTo>
                  <a:lnTo>
                    <a:pt x="3550206" y="146213"/>
                  </a:lnTo>
                  <a:lnTo>
                    <a:pt x="3549135" y="146188"/>
                  </a:lnTo>
                  <a:lnTo>
                    <a:pt x="3548063" y="146162"/>
                  </a:lnTo>
                  <a:lnTo>
                    <a:pt x="3546992" y="146136"/>
                  </a:lnTo>
                  <a:lnTo>
                    <a:pt x="3545920" y="146111"/>
                  </a:lnTo>
                  <a:lnTo>
                    <a:pt x="3544848" y="146086"/>
                  </a:lnTo>
                  <a:lnTo>
                    <a:pt x="3543777" y="146061"/>
                  </a:lnTo>
                  <a:lnTo>
                    <a:pt x="3542705" y="146036"/>
                  </a:lnTo>
                  <a:lnTo>
                    <a:pt x="3541634" y="146011"/>
                  </a:lnTo>
                  <a:lnTo>
                    <a:pt x="3540562" y="145987"/>
                  </a:lnTo>
                  <a:lnTo>
                    <a:pt x="3539490" y="145962"/>
                  </a:lnTo>
                  <a:lnTo>
                    <a:pt x="3538419" y="145938"/>
                  </a:lnTo>
                  <a:lnTo>
                    <a:pt x="3537347" y="145914"/>
                  </a:lnTo>
                  <a:lnTo>
                    <a:pt x="3536276" y="145890"/>
                  </a:lnTo>
                  <a:lnTo>
                    <a:pt x="3535204" y="145866"/>
                  </a:lnTo>
                  <a:lnTo>
                    <a:pt x="3534132" y="145843"/>
                  </a:lnTo>
                  <a:lnTo>
                    <a:pt x="3533061" y="145819"/>
                  </a:lnTo>
                  <a:lnTo>
                    <a:pt x="3531989" y="145796"/>
                  </a:lnTo>
                  <a:lnTo>
                    <a:pt x="3530918" y="145773"/>
                  </a:lnTo>
                  <a:lnTo>
                    <a:pt x="3529846" y="145750"/>
                  </a:lnTo>
                  <a:lnTo>
                    <a:pt x="3528774" y="145727"/>
                  </a:lnTo>
                  <a:lnTo>
                    <a:pt x="3527703" y="145704"/>
                  </a:lnTo>
                  <a:lnTo>
                    <a:pt x="3526631" y="145682"/>
                  </a:lnTo>
                  <a:lnTo>
                    <a:pt x="3525560" y="145659"/>
                  </a:lnTo>
                  <a:lnTo>
                    <a:pt x="3524488" y="145637"/>
                  </a:lnTo>
                  <a:lnTo>
                    <a:pt x="3523416" y="145615"/>
                  </a:lnTo>
                  <a:lnTo>
                    <a:pt x="3522345" y="145593"/>
                  </a:lnTo>
                  <a:lnTo>
                    <a:pt x="3521273" y="145572"/>
                  </a:lnTo>
                  <a:lnTo>
                    <a:pt x="3520202" y="145550"/>
                  </a:lnTo>
                  <a:lnTo>
                    <a:pt x="3519130" y="145529"/>
                  </a:lnTo>
                  <a:lnTo>
                    <a:pt x="3518058" y="145507"/>
                  </a:lnTo>
                  <a:lnTo>
                    <a:pt x="3516987" y="145486"/>
                  </a:lnTo>
                  <a:lnTo>
                    <a:pt x="3515915" y="145466"/>
                  </a:lnTo>
                  <a:lnTo>
                    <a:pt x="3514844" y="145445"/>
                  </a:lnTo>
                  <a:lnTo>
                    <a:pt x="3513772" y="145424"/>
                  </a:lnTo>
                  <a:lnTo>
                    <a:pt x="3512700" y="145404"/>
                  </a:lnTo>
                  <a:lnTo>
                    <a:pt x="3511629" y="145384"/>
                  </a:lnTo>
                  <a:lnTo>
                    <a:pt x="3510557" y="145364"/>
                  </a:lnTo>
                  <a:lnTo>
                    <a:pt x="3509486" y="145344"/>
                  </a:lnTo>
                  <a:lnTo>
                    <a:pt x="3508414" y="145324"/>
                  </a:lnTo>
                  <a:lnTo>
                    <a:pt x="3507342" y="145304"/>
                  </a:lnTo>
                  <a:lnTo>
                    <a:pt x="3506271" y="145285"/>
                  </a:lnTo>
                  <a:lnTo>
                    <a:pt x="3505199" y="145266"/>
                  </a:lnTo>
                  <a:lnTo>
                    <a:pt x="3504128" y="145247"/>
                  </a:lnTo>
                  <a:lnTo>
                    <a:pt x="3503056" y="145228"/>
                  </a:lnTo>
                  <a:lnTo>
                    <a:pt x="3501984" y="145209"/>
                  </a:lnTo>
                  <a:lnTo>
                    <a:pt x="3500913" y="145190"/>
                  </a:lnTo>
                  <a:lnTo>
                    <a:pt x="3499841" y="145172"/>
                  </a:lnTo>
                  <a:lnTo>
                    <a:pt x="3498770" y="145154"/>
                  </a:lnTo>
                  <a:lnTo>
                    <a:pt x="3497698" y="145136"/>
                  </a:lnTo>
                  <a:lnTo>
                    <a:pt x="3496626" y="145118"/>
                  </a:lnTo>
                  <a:lnTo>
                    <a:pt x="3495555" y="145100"/>
                  </a:lnTo>
                  <a:lnTo>
                    <a:pt x="3494483" y="145082"/>
                  </a:lnTo>
                  <a:lnTo>
                    <a:pt x="3493412" y="145065"/>
                  </a:lnTo>
                  <a:lnTo>
                    <a:pt x="3492340" y="145048"/>
                  </a:lnTo>
                  <a:lnTo>
                    <a:pt x="3491268" y="145031"/>
                  </a:lnTo>
                  <a:lnTo>
                    <a:pt x="3490197" y="145014"/>
                  </a:lnTo>
                  <a:lnTo>
                    <a:pt x="3489125" y="144997"/>
                  </a:lnTo>
                  <a:lnTo>
                    <a:pt x="3488054" y="144981"/>
                  </a:lnTo>
                  <a:lnTo>
                    <a:pt x="3486982" y="144964"/>
                  </a:lnTo>
                  <a:lnTo>
                    <a:pt x="3485910" y="144948"/>
                  </a:lnTo>
                  <a:lnTo>
                    <a:pt x="3484839" y="144932"/>
                  </a:lnTo>
                  <a:lnTo>
                    <a:pt x="3483767" y="144916"/>
                  </a:lnTo>
                  <a:lnTo>
                    <a:pt x="3482696" y="144901"/>
                  </a:lnTo>
                  <a:lnTo>
                    <a:pt x="3481624" y="144885"/>
                  </a:lnTo>
                  <a:lnTo>
                    <a:pt x="3480552" y="144870"/>
                  </a:lnTo>
                  <a:lnTo>
                    <a:pt x="3479481" y="144855"/>
                  </a:lnTo>
                  <a:lnTo>
                    <a:pt x="3478409" y="144840"/>
                  </a:lnTo>
                  <a:lnTo>
                    <a:pt x="3477338" y="144825"/>
                  </a:lnTo>
                  <a:lnTo>
                    <a:pt x="3476266" y="144810"/>
                  </a:lnTo>
                  <a:lnTo>
                    <a:pt x="3475194" y="144796"/>
                  </a:lnTo>
                  <a:lnTo>
                    <a:pt x="3474123" y="144781"/>
                  </a:lnTo>
                  <a:lnTo>
                    <a:pt x="3473051" y="144767"/>
                  </a:lnTo>
                  <a:lnTo>
                    <a:pt x="3471980" y="144753"/>
                  </a:lnTo>
                  <a:lnTo>
                    <a:pt x="3470908" y="144740"/>
                  </a:lnTo>
                  <a:lnTo>
                    <a:pt x="3469836" y="144726"/>
                  </a:lnTo>
                  <a:lnTo>
                    <a:pt x="3468765" y="144713"/>
                  </a:lnTo>
                  <a:lnTo>
                    <a:pt x="3467693" y="144699"/>
                  </a:lnTo>
                  <a:lnTo>
                    <a:pt x="3466622" y="144686"/>
                  </a:lnTo>
                  <a:lnTo>
                    <a:pt x="3465550" y="144674"/>
                  </a:lnTo>
                  <a:lnTo>
                    <a:pt x="3464478" y="144661"/>
                  </a:lnTo>
                  <a:lnTo>
                    <a:pt x="3463407" y="144648"/>
                  </a:lnTo>
                  <a:lnTo>
                    <a:pt x="3462335" y="144636"/>
                  </a:lnTo>
                  <a:lnTo>
                    <a:pt x="3461264" y="144624"/>
                  </a:lnTo>
                  <a:lnTo>
                    <a:pt x="3460192" y="144612"/>
                  </a:lnTo>
                  <a:lnTo>
                    <a:pt x="3459120" y="144600"/>
                  </a:lnTo>
                  <a:lnTo>
                    <a:pt x="3458049" y="144589"/>
                  </a:lnTo>
                  <a:lnTo>
                    <a:pt x="3456977" y="144577"/>
                  </a:lnTo>
                  <a:lnTo>
                    <a:pt x="3455906" y="144566"/>
                  </a:lnTo>
                  <a:lnTo>
                    <a:pt x="3454834" y="144555"/>
                  </a:lnTo>
                  <a:lnTo>
                    <a:pt x="3453762" y="144544"/>
                  </a:lnTo>
                  <a:lnTo>
                    <a:pt x="3452691" y="144533"/>
                  </a:lnTo>
                  <a:lnTo>
                    <a:pt x="3451619" y="144523"/>
                  </a:lnTo>
                  <a:lnTo>
                    <a:pt x="3450548" y="144513"/>
                  </a:lnTo>
                  <a:lnTo>
                    <a:pt x="3449476" y="144502"/>
                  </a:lnTo>
                  <a:lnTo>
                    <a:pt x="3448404" y="144493"/>
                  </a:lnTo>
                  <a:lnTo>
                    <a:pt x="3447333" y="144483"/>
                  </a:lnTo>
                  <a:lnTo>
                    <a:pt x="3446261" y="144473"/>
                  </a:lnTo>
                  <a:lnTo>
                    <a:pt x="3445190" y="144464"/>
                  </a:lnTo>
                  <a:lnTo>
                    <a:pt x="3444118" y="144455"/>
                  </a:lnTo>
                  <a:lnTo>
                    <a:pt x="3443046" y="144446"/>
                  </a:lnTo>
                  <a:lnTo>
                    <a:pt x="3441975" y="144437"/>
                  </a:lnTo>
                  <a:lnTo>
                    <a:pt x="3440903" y="144428"/>
                  </a:lnTo>
                  <a:lnTo>
                    <a:pt x="3439832" y="144420"/>
                  </a:lnTo>
                  <a:lnTo>
                    <a:pt x="3438760" y="144411"/>
                  </a:lnTo>
                  <a:lnTo>
                    <a:pt x="3437688" y="144403"/>
                  </a:lnTo>
                  <a:lnTo>
                    <a:pt x="3436617" y="144395"/>
                  </a:lnTo>
                  <a:lnTo>
                    <a:pt x="3435545" y="144388"/>
                  </a:lnTo>
                  <a:lnTo>
                    <a:pt x="3434474" y="144380"/>
                  </a:lnTo>
                  <a:lnTo>
                    <a:pt x="3433402" y="144373"/>
                  </a:lnTo>
                  <a:lnTo>
                    <a:pt x="3432330" y="144366"/>
                  </a:lnTo>
                  <a:lnTo>
                    <a:pt x="3431259" y="144359"/>
                  </a:lnTo>
                  <a:lnTo>
                    <a:pt x="3430187" y="144352"/>
                  </a:lnTo>
                  <a:lnTo>
                    <a:pt x="3429116" y="144345"/>
                  </a:lnTo>
                  <a:lnTo>
                    <a:pt x="3428044" y="144339"/>
                  </a:lnTo>
                  <a:lnTo>
                    <a:pt x="3426972" y="144333"/>
                  </a:lnTo>
                  <a:lnTo>
                    <a:pt x="3425901" y="144327"/>
                  </a:lnTo>
                  <a:lnTo>
                    <a:pt x="3424829" y="144321"/>
                  </a:lnTo>
                  <a:lnTo>
                    <a:pt x="3423758" y="144315"/>
                  </a:lnTo>
                  <a:lnTo>
                    <a:pt x="3422686" y="144310"/>
                  </a:lnTo>
                  <a:lnTo>
                    <a:pt x="3421614" y="144305"/>
                  </a:lnTo>
                  <a:lnTo>
                    <a:pt x="3420543" y="144300"/>
                  </a:lnTo>
                  <a:lnTo>
                    <a:pt x="3419471" y="144295"/>
                  </a:lnTo>
                  <a:lnTo>
                    <a:pt x="3418400" y="144290"/>
                  </a:lnTo>
                  <a:lnTo>
                    <a:pt x="3417328" y="144286"/>
                  </a:lnTo>
                  <a:lnTo>
                    <a:pt x="3416256" y="144282"/>
                  </a:lnTo>
                  <a:lnTo>
                    <a:pt x="3415185" y="144278"/>
                  </a:lnTo>
                  <a:lnTo>
                    <a:pt x="3414113" y="144274"/>
                  </a:lnTo>
                  <a:lnTo>
                    <a:pt x="3413042" y="144270"/>
                  </a:lnTo>
                  <a:lnTo>
                    <a:pt x="3411970" y="144267"/>
                  </a:lnTo>
                  <a:lnTo>
                    <a:pt x="3410898" y="144263"/>
                  </a:lnTo>
                  <a:lnTo>
                    <a:pt x="3409827" y="144260"/>
                  </a:lnTo>
                  <a:lnTo>
                    <a:pt x="3408755" y="144257"/>
                  </a:lnTo>
                  <a:lnTo>
                    <a:pt x="3407684" y="144255"/>
                  </a:lnTo>
                  <a:lnTo>
                    <a:pt x="3406612" y="144252"/>
                  </a:lnTo>
                  <a:lnTo>
                    <a:pt x="3405540" y="144250"/>
                  </a:lnTo>
                  <a:lnTo>
                    <a:pt x="3404469" y="144248"/>
                  </a:lnTo>
                  <a:lnTo>
                    <a:pt x="3403397" y="144246"/>
                  </a:lnTo>
                  <a:lnTo>
                    <a:pt x="3402326" y="144244"/>
                  </a:lnTo>
                  <a:lnTo>
                    <a:pt x="3401254" y="144243"/>
                  </a:lnTo>
                  <a:lnTo>
                    <a:pt x="3400182" y="144242"/>
                  </a:lnTo>
                  <a:lnTo>
                    <a:pt x="3399111" y="144241"/>
                  </a:lnTo>
                  <a:lnTo>
                    <a:pt x="3398039" y="144240"/>
                  </a:lnTo>
                  <a:lnTo>
                    <a:pt x="3396968" y="144239"/>
                  </a:lnTo>
                  <a:lnTo>
                    <a:pt x="3395896" y="144239"/>
                  </a:lnTo>
                  <a:lnTo>
                    <a:pt x="3394824" y="144238"/>
                  </a:lnTo>
                  <a:lnTo>
                    <a:pt x="3393753" y="144238"/>
                  </a:lnTo>
                  <a:lnTo>
                    <a:pt x="3392681" y="144238"/>
                  </a:lnTo>
                  <a:lnTo>
                    <a:pt x="3391610" y="144239"/>
                  </a:lnTo>
                  <a:lnTo>
                    <a:pt x="3390538" y="144239"/>
                  </a:lnTo>
                  <a:lnTo>
                    <a:pt x="3389466" y="144240"/>
                  </a:lnTo>
                  <a:lnTo>
                    <a:pt x="3388395" y="144241"/>
                  </a:lnTo>
                  <a:lnTo>
                    <a:pt x="3387323" y="144242"/>
                  </a:lnTo>
                  <a:lnTo>
                    <a:pt x="3386252" y="144244"/>
                  </a:lnTo>
                  <a:lnTo>
                    <a:pt x="3385180" y="144245"/>
                  </a:lnTo>
                  <a:lnTo>
                    <a:pt x="3384108" y="144247"/>
                  </a:lnTo>
                  <a:lnTo>
                    <a:pt x="3383037" y="144249"/>
                  </a:lnTo>
                  <a:lnTo>
                    <a:pt x="3381965" y="144251"/>
                  </a:lnTo>
                  <a:lnTo>
                    <a:pt x="3380894" y="144254"/>
                  </a:lnTo>
                  <a:lnTo>
                    <a:pt x="3379822" y="144256"/>
                  </a:lnTo>
                  <a:lnTo>
                    <a:pt x="3378750" y="144259"/>
                  </a:lnTo>
                  <a:lnTo>
                    <a:pt x="3377679" y="144262"/>
                  </a:lnTo>
                  <a:lnTo>
                    <a:pt x="3376607" y="144265"/>
                  </a:lnTo>
                  <a:lnTo>
                    <a:pt x="3375536" y="144269"/>
                  </a:lnTo>
                  <a:lnTo>
                    <a:pt x="3374464" y="144272"/>
                  </a:lnTo>
                  <a:lnTo>
                    <a:pt x="3373392" y="144276"/>
                  </a:lnTo>
                  <a:lnTo>
                    <a:pt x="3372321" y="144280"/>
                  </a:lnTo>
                  <a:lnTo>
                    <a:pt x="3371249" y="144285"/>
                  </a:lnTo>
                  <a:lnTo>
                    <a:pt x="3370178" y="144289"/>
                  </a:lnTo>
                  <a:lnTo>
                    <a:pt x="3369106" y="144294"/>
                  </a:lnTo>
                  <a:lnTo>
                    <a:pt x="3368035" y="144299"/>
                  </a:lnTo>
                  <a:lnTo>
                    <a:pt x="3366963" y="144304"/>
                  </a:lnTo>
                  <a:lnTo>
                    <a:pt x="3365891" y="144309"/>
                  </a:lnTo>
                  <a:lnTo>
                    <a:pt x="3364820" y="144315"/>
                  </a:lnTo>
                  <a:lnTo>
                    <a:pt x="3363748" y="144321"/>
                  </a:lnTo>
                  <a:lnTo>
                    <a:pt x="3362677" y="144327"/>
                  </a:lnTo>
                  <a:lnTo>
                    <a:pt x="3361605" y="144333"/>
                  </a:lnTo>
                  <a:lnTo>
                    <a:pt x="3360533" y="144339"/>
                  </a:lnTo>
                  <a:lnTo>
                    <a:pt x="3359462" y="144346"/>
                  </a:lnTo>
                  <a:lnTo>
                    <a:pt x="3358390" y="144353"/>
                  </a:lnTo>
                  <a:lnTo>
                    <a:pt x="3357319" y="144360"/>
                  </a:lnTo>
                  <a:lnTo>
                    <a:pt x="3356247" y="144367"/>
                  </a:lnTo>
                  <a:lnTo>
                    <a:pt x="3355175" y="144375"/>
                  </a:lnTo>
                  <a:lnTo>
                    <a:pt x="3354104" y="144383"/>
                  </a:lnTo>
                  <a:lnTo>
                    <a:pt x="3353032" y="144391"/>
                  </a:lnTo>
                  <a:lnTo>
                    <a:pt x="3351961" y="144399"/>
                  </a:lnTo>
                  <a:lnTo>
                    <a:pt x="3350889" y="144407"/>
                  </a:lnTo>
                  <a:lnTo>
                    <a:pt x="3349817" y="144416"/>
                  </a:lnTo>
                  <a:lnTo>
                    <a:pt x="3348746" y="144425"/>
                  </a:lnTo>
                  <a:lnTo>
                    <a:pt x="3347674" y="144434"/>
                  </a:lnTo>
                  <a:lnTo>
                    <a:pt x="3346603" y="144443"/>
                  </a:lnTo>
                  <a:lnTo>
                    <a:pt x="3345531" y="144452"/>
                  </a:lnTo>
                  <a:lnTo>
                    <a:pt x="3344459" y="144462"/>
                  </a:lnTo>
                  <a:lnTo>
                    <a:pt x="3343388" y="144472"/>
                  </a:lnTo>
                  <a:lnTo>
                    <a:pt x="3342316" y="144482"/>
                  </a:lnTo>
                  <a:lnTo>
                    <a:pt x="3341245" y="144492"/>
                  </a:lnTo>
                  <a:lnTo>
                    <a:pt x="3340173" y="144503"/>
                  </a:lnTo>
                  <a:lnTo>
                    <a:pt x="3339101" y="144514"/>
                  </a:lnTo>
                  <a:lnTo>
                    <a:pt x="3338030" y="144525"/>
                  </a:lnTo>
                  <a:lnTo>
                    <a:pt x="3336958" y="144536"/>
                  </a:lnTo>
                  <a:lnTo>
                    <a:pt x="3335887" y="144548"/>
                  </a:lnTo>
                  <a:lnTo>
                    <a:pt x="3334815" y="144559"/>
                  </a:lnTo>
                  <a:lnTo>
                    <a:pt x="3333743" y="144571"/>
                  </a:lnTo>
                  <a:lnTo>
                    <a:pt x="3332672" y="144584"/>
                  </a:lnTo>
                  <a:lnTo>
                    <a:pt x="3331600" y="144596"/>
                  </a:lnTo>
                  <a:lnTo>
                    <a:pt x="3330529" y="144609"/>
                  </a:lnTo>
                  <a:lnTo>
                    <a:pt x="3329457" y="144621"/>
                  </a:lnTo>
                  <a:lnTo>
                    <a:pt x="3328385" y="144634"/>
                  </a:lnTo>
                  <a:lnTo>
                    <a:pt x="3327314" y="144648"/>
                  </a:lnTo>
                  <a:lnTo>
                    <a:pt x="3326242" y="144661"/>
                  </a:lnTo>
                  <a:lnTo>
                    <a:pt x="3325171" y="144675"/>
                  </a:lnTo>
                  <a:lnTo>
                    <a:pt x="3324099" y="144689"/>
                  </a:lnTo>
                  <a:lnTo>
                    <a:pt x="3323027" y="144703"/>
                  </a:lnTo>
                  <a:lnTo>
                    <a:pt x="3321956" y="144718"/>
                  </a:lnTo>
                  <a:lnTo>
                    <a:pt x="3320884" y="144732"/>
                  </a:lnTo>
                  <a:lnTo>
                    <a:pt x="3319813" y="144747"/>
                  </a:lnTo>
                  <a:lnTo>
                    <a:pt x="3318741" y="144762"/>
                  </a:lnTo>
                  <a:lnTo>
                    <a:pt x="3317669" y="144778"/>
                  </a:lnTo>
                  <a:lnTo>
                    <a:pt x="3316598" y="144793"/>
                  </a:lnTo>
                  <a:lnTo>
                    <a:pt x="3315526" y="144809"/>
                  </a:lnTo>
                  <a:lnTo>
                    <a:pt x="3314455" y="144825"/>
                  </a:lnTo>
                  <a:lnTo>
                    <a:pt x="3313383" y="144842"/>
                  </a:lnTo>
                  <a:lnTo>
                    <a:pt x="3312311" y="144858"/>
                  </a:lnTo>
                  <a:lnTo>
                    <a:pt x="3311240" y="144875"/>
                  </a:lnTo>
                  <a:lnTo>
                    <a:pt x="3310168" y="144892"/>
                  </a:lnTo>
                  <a:lnTo>
                    <a:pt x="3309097" y="144909"/>
                  </a:lnTo>
                  <a:lnTo>
                    <a:pt x="3308025" y="144927"/>
                  </a:lnTo>
                  <a:lnTo>
                    <a:pt x="3306953" y="144944"/>
                  </a:lnTo>
                  <a:lnTo>
                    <a:pt x="3305882" y="144962"/>
                  </a:lnTo>
                  <a:lnTo>
                    <a:pt x="3304810" y="144980"/>
                  </a:lnTo>
                  <a:lnTo>
                    <a:pt x="3303739" y="144999"/>
                  </a:lnTo>
                  <a:lnTo>
                    <a:pt x="3302667" y="145017"/>
                  </a:lnTo>
                  <a:lnTo>
                    <a:pt x="3301595" y="145036"/>
                  </a:lnTo>
                  <a:lnTo>
                    <a:pt x="3300524" y="145055"/>
                  </a:lnTo>
                  <a:lnTo>
                    <a:pt x="3299452" y="145075"/>
                  </a:lnTo>
                  <a:lnTo>
                    <a:pt x="3298381" y="145094"/>
                  </a:lnTo>
                  <a:lnTo>
                    <a:pt x="3297309" y="145114"/>
                  </a:lnTo>
                  <a:lnTo>
                    <a:pt x="3296237" y="145134"/>
                  </a:lnTo>
                  <a:lnTo>
                    <a:pt x="3295166" y="145155"/>
                  </a:lnTo>
                  <a:lnTo>
                    <a:pt x="3294094" y="145175"/>
                  </a:lnTo>
                  <a:lnTo>
                    <a:pt x="3293023" y="145196"/>
                  </a:lnTo>
                  <a:lnTo>
                    <a:pt x="3291951" y="145217"/>
                  </a:lnTo>
                  <a:lnTo>
                    <a:pt x="3290879" y="145238"/>
                  </a:lnTo>
                  <a:lnTo>
                    <a:pt x="3289808" y="145260"/>
                  </a:lnTo>
                  <a:lnTo>
                    <a:pt x="3288736" y="145282"/>
                  </a:lnTo>
                  <a:lnTo>
                    <a:pt x="3287665" y="145304"/>
                  </a:lnTo>
                  <a:lnTo>
                    <a:pt x="3286593" y="145326"/>
                  </a:lnTo>
                  <a:lnTo>
                    <a:pt x="3285521" y="145348"/>
                  </a:lnTo>
                  <a:lnTo>
                    <a:pt x="3284450" y="145371"/>
                  </a:lnTo>
                  <a:lnTo>
                    <a:pt x="3283378" y="145394"/>
                  </a:lnTo>
                  <a:lnTo>
                    <a:pt x="3282307" y="145417"/>
                  </a:lnTo>
                  <a:lnTo>
                    <a:pt x="3281235" y="145441"/>
                  </a:lnTo>
                  <a:lnTo>
                    <a:pt x="3280163" y="145464"/>
                  </a:lnTo>
                  <a:lnTo>
                    <a:pt x="3279092" y="145488"/>
                  </a:lnTo>
                  <a:lnTo>
                    <a:pt x="3278020" y="145513"/>
                  </a:lnTo>
                  <a:lnTo>
                    <a:pt x="3276949" y="145537"/>
                  </a:lnTo>
                  <a:lnTo>
                    <a:pt x="3275877" y="145562"/>
                  </a:lnTo>
                  <a:lnTo>
                    <a:pt x="3274805" y="145587"/>
                  </a:lnTo>
                  <a:lnTo>
                    <a:pt x="3273734" y="145612"/>
                  </a:lnTo>
                  <a:lnTo>
                    <a:pt x="3272662" y="145637"/>
                  </a:lnTo>
                  <a:lnTo>
                    <a:pt x="3271591" y="145663"/>
                  </a:lnTo>
                  <a:lnTo>
                    <a:pt x="3270519" y="145689"/>
                  </a:lnTo>
                  <a:lnTo>
                    <a:pt x="3269447" y="145715"/>
                  </a:lnTo>
                  <a:lnTo>
                    <a:pt x="3268376" y="145742"/>
                  </a:lnTo>
                  <a:lnTo>
                    <a:pt x="3267304" y="145768"/>
                  </a:lnTo>
                  <a:lnTo>
                    <a:pt x="3266233" y="145795"/>
                  </a:lnTo>
                  <a:lnTo>
                    <a:pt x="3265161" y="145822"/>
                  </a:lnTo>
                  <a:lnTo>
                    <a:pt x="3264089" y="145850"/>
                  </a:lnTo>
                  <a:lnTo>
                    <a:pt x="3263018" y="145878"/>
                  </a:lnTo>
                  <a:lnTo>
                    <a:pt x="3261946" y="145905"/>
                  </a:lnTo>
                  <a:lnTo>
                    <a:pt x="3260875" y="145934"/>
                  </a:lnTo>
                  <a:lnTo>
                    <a:pt x="3259803" y="145962"/>
                  </a:lnTo>
                  <a:lnTo>
                    <a:pt x="3258731" y="145991"/>
                  </a:lnTo>
                  <a:lnTo>
                    <a:pt x="3257660" y="146020"/>
                  </a:lnTo>
                  <a:lnTo>
                    <a:pt x="3256588" y="146049"/>
                  </a:lnTo>
                  <a:lnTo>
                    <a:pt x="3255517" y="146079"/>
                  </a:lnTo>
                  <a:lnTo>
                    <a:pt x="3254445" y="146108"/>
                  </a:lnTo>
                  <a:lnTo>
                    <a:pt x="3253373" y="146138"/>
                  </a:lnTo>
                  <a:lnTo>
                    <a:pt x="3252302" y="146168"/>
                  </a:lnTo>
                  <a:lnTo>
                    <a:pt x="3251230" y="146199"/>
                  </a:lnTo>
                  <a:lnTo>
                    <a:pt x="3250159" y="146230"/>
                  </a:lnTo>
                  <a:lnTo>
                    <a:pt x="3249087" y="146261"/>
                  </a:lnTo>
                  <a:lnTo>
                    <a:pt x="3248015" y="146292"/>
                  </a:lnTo>
                  <a:lnTo>
                    <a:pt x="3246944" y="146324"/>
                  </a:lnTo>
                  <a:lnTo>
                    <a:pt x="3245872" y="146355"/>
                  </a:lnTo>
                  <a:lnTo>
                    <a:pt x="3244801" y="146387"/>
                  </a:lnTo>
                  <a:lnTo>
                    <a:pt x="3243729" y="146420"/>
                  </a:lnTo>
                  <a:lnTo>
                    <a:pt x="3242657" y="146452"/>
                  </a:lnTo>
                  <a:lnTo>
                    <a:pt x="3241586" y="146485"/>
                  </a:lnTo>
                  <a:lnTo>
                    <a:pt x="3240514" y="146518"/>
                  </a:lnTo>
                  <a:lnTo>
                    <a:pt x="3239443" y="146551"/>
                  </a:lnTo>
                  <a:lnTo>
                    <a:pt x="3238371" y="146585"/>
                  </a:lnTo>
                  <a:lnTo>
                    <a:pt x="3237299" y="146619"/>
                  </a:lnTo>
                  <a:lnTo>
                    <a:pt x="3236228" y="146653"/>
                  </a:lnTo>
                  <a:lnTo>
                    <a:pt x="3235156" y="146687"/>
                  </a:lnTo>
                  <a:lnTo>
                    <a:pt x="3234085" y="146722"/>
                  </a:lnTo>
                  <a:lnTo>
                    <a:pt x="3233013" y="146757"/>
                  </a:lnTo>
                  <a:lnTo>
                    <a:pt x="3231941" y="146792"/>
                  </a:lnTo>
                  <a:lnTo>
                    <a:pt x="3230870" y="146828"/>
                  </a:lnTo>
                  <a:lnTo>
                    <a:pt x="3229798" y="146863"/>
                  </a:lnTo>
                  <a:lnTo>
                    <a:pt x="3228727" y="146899"/>
                  </a:lnTo>
                  <a:lnTo>
                    <a:pt x="3227655" y="146936"/>
                  </a:lnTo>
                  <a:lnTo>
                    <a:pt x="3226583" y="146972"/>
                  </a:lnTo>
                  <a:lnTo>
                    <a:pt x="3225512" y="147009"/>
                  </a:lnTo>
                  <a:lnTo>
                    <a:pt x="3224440" y="147046"/>
                  </a:lnTo>
                  <a:lnTo>
                    <a:pt x="3223369" y="147083"/>
                  </a:lnTo>
                  <a:lnTo>
                    <a:pt x="3222297" y="147121"/>
                  </a:lnTo>
                  <a:lnTo>
                    <a:pt x="3221225" y="147159"/>
                  </a:lnTo>
                  <a:lnTo>
                    <a:pt x="3220154" y="147197"/>
                  </a:lnTo>
                  <a:lnTo>
                    <a:pt x="3219082" y="147235"/>
                  </a:lnTo>
                  <a:lnTo>
                    <a:pt x="3218011" y="147274"/>
                  </a:lnTo>
                  <a:lnTo>
                    <a:pt x="3216939" y="147313"/>
                  </a:lnTo>
                  <a:lnTo>
                    <a:pt x="3215867" y="147352"/>
                  </a:lnTo>
                  <a:lnTo>
                    <a:pt x="3214796" y="147391"/>
                  </a:lnTo>
                  <a:lnTo>
                    <a:pt x="3213724" y="147431"/>
                  </a:lnTo>
                  <a:lnTo>
                    <a:pt x="3212653" y="147471"/>
                  </a:lnTo>
                  <a:lnTo>
                    <a:pt x="3211581" y="147512"/>
                  </a:lnTo>
                  <a:lnTo>
                    <a:pt x="3210509" y="147552"/>
                  </a:lnTo>
                  <a:lnTo>
                    <a:pt x="3209438" y="147593"/>
                  </a:lnTo>
                  <a:lnTo>
                    <a:pt x="3208366" y="147634"/>
                  </a:lnTo>
                  <a:lnTo>
                    <a:pt x="3207295" y="147675"/>
                  </a:lnTo>
                  <a:lnTo>
                    <a:pt x="3206223" y="147717"/>
                  </a:lnTo>
                  <a:lnTo>
                    <a:pt x="3205151" y="147759"/>
                  </a:lnTo>
                  <a:lnTo>
                    <a:pt x="3204080" y="147801"/>
                  </a:lnTo>
                  <a:lnTo>
                    <a:pt x="3203008" y="147844"/>
                  </a:lnTo>
                  <a:lnTo>
                    <a:pt x="3201937" y="147886"/>
                  </a:lnTo>
                  <a:lnTo>
                    <a:pt x="3200865" y="147929"/>
                  </a:lnTo>
                  <a:lnTo>
                    <a:pt x="3199793" y="147973"/>
                  </a:lnTo>
                  <a:lnTo>
                    <a:pt x="3198722" y="148016"/>
                  </a:lnTo>
                  <a:lnTo>
                    <a:pt x="3197650" y="148060"/>
                  </a:lnTo>
                  <a:lnTo>
                    <a:pt x="3196579" y="148104"/>
                  </a:lnTo>
                  <a:lnTo>
                    <a:pt x="3195507" y="148149"/>
                  </a:lnTo>
                  <a:lnTo>
                    <a:pt x="3194436" y="148193"/>
                  </a:lnTo>
                  <a:lnTo>
                    <a:pt x="3193364" y="148238"/>
                  </a:lnTo>
                  <a:lnTo>
                    <a:pt x="3192292" y="148284"/>
                  </a:lnTo>
                  <a:lnTo>
                    <a:pt x="3191221" y="148329"/>
                  </a:lnTo>
                  <a:lnTo>
                    <a:pt x="3190149" y="148375"/>
                  </a:lnTo>
                  <a:lnTo>
                    <a:pt x="3189078" y="148421"/>
                  </a:lnTo>
                  <a:lnTo>
                    <a:pt x="3188006" y="148467"/>
                  </a:lnTo>
                  <a:lnTo>
                    <a:pt x="3186934" y="148514"/>
                  </a:lnTo>
                  <a:lnTo>
                    <a:pt x="3185863" y="148561"/>
                  </a:lnTo>
                  <a:lnTo>
                    <a:pt x="3184791" y="148608"/>
                  </a:lnTo>
                  <a:lnTo>
                    <a:pt x="3183720" y="148656"/>
                  </a:lnTo>
                  <a:lnTo>
                    <a:pt x="3182648" y="148703"/>
                  </a:lnTo>
                  <a:lnTo>
                    <a:pt x="3181576" y="148751"/>
                  </a:lnTo>
                  <a:lnTo>
                    <a:pt x="3180505" y="148800"/>
                  </a:lnTo>
                  <a:lnTo>
                    <a:pt x="3179433" y="148848"/>
                  </a:lnTo>
                  <a:lnTo>
                    <a:pt x="3178362" y="148897"/>
                  </a:lnTo>
                  <a:lnTo>
                    <a:pt x="3177290" y="148947"/>
                  </a:lnTo>
                  <a:lnTo>
                    <a:pt x="3176218" y="148996"/>
                  </a:lnTo>
                  <a:lnTo>
                    <a:pt x="3175147" y="149046"/>
                  </a:lnTo>
                  <a:lnTo>
                    <a:pt x="3174075" y="149096"/>
                  </a:lnTo>
                  <a:lnTo>
                    <a:pt x="3173004" y="149146"/>
                  </a:lnTo>
                  <a:lnTo>
                    <a:pt x="3171932" y="149197"/>
                  </a:lnTo>
                  <a:lnTo>
                    <a:pt x="3170860" y="149248"/>
                  </a:lnTo>
                  <a:lnTo>
                    <a:pt x="3169789" y="149299"/>
                  </a:lnTo>
                  <a:lnTo>
                    <a:pt x="3168717" y="149351"/>
                  </a:lnTo>
                  <a:lnTo>
                    <a:pt x="3167646" y="149402"/>
                  </a:lnTo>
                  <a:lnTo>
                    <a:pt x="3166574" y="149454"/>
                  </a:lnTo>
                  <a:lnTo>
                    <a:pt x="3165502" y="149507"/>
                  </a:lnTo>
                  <a:lnTo>
                    <a:pt x="3164431" y="149559"/>
                  </a:lnTo>
                  <a:lnTo>
                    <a:pt x="3163359" y="149612"/>
                  </a:lnTo>
                  <a:lnTo>
                    <a:pt x="3162288" y="149666"/>
                  </a:lnTo>
                  <a:lnTo>
                    <a:pt x="3161216" y="149719"/>
                  </a:lnTo>
                  <a:lnTo>
                    <a:pt x="3160144" y="149773"/>
                  </a:lnTo>
                  <a:lnTo>
                    <a:pt x="3159073" y="149827"/>
                  </a:lnTo>
                  <a:lnTo>
                    <a:pt x="3158001" y="149881"/>
                  </a:lnTo>
                  <a:lnTo>
                    <a:pt x="3156930" y="149936"/>
                  </a:lnTo>
                  <a:lnTo>
                    <a:pt x="3155858" y="149991"/>
                  </a:lnTo>
                  <a:lnTo>
                    <a:pt x="3154786" y="150046"/>
                  </a:lnTo>
                  <a:lnTo>
                    <a:pt x="3153715" y="150102"/>
                  </a:lnTo>
                  <a:lnTo>
                    <a:pt x="3152643" y="150158"/>
                  </a:lnTo>
                  <a:lnTo>
                    <a:pt x="3151572" y="150214"/>
                  </a:lnTo>
                  <a:lnTo>
                    <a:pt x="3150500" y="150270"/>
                  </a:lnTo>
                  <a:lnTo>
                    <a:pt x="3149428" y="150327"/>
                  </a:lnTo>
                  <a:lnTo>
                    <a:pt x="3148357" y="150384"/>
                  </a:lnTo>
                  <a:lnTo>
                    <a:pt x="3147285" y="150442"/>
                  </a:lnTo>
                  <a:lnTo>
                    <a:pt x="3146214" y="150499"/>
                  </a:lnTo>
                  <a:lnTo>
                    <a:pt x="3145142" y="150557"/>
                  </a:lnTo>
                  <a:lnTo>
                    <a:pt x="3144070" y="150615"/>
                  </a:lnTo>
                  <a:lnTo>
                    <a:pt x="3142999" y="150674"/>
                  </a:lnTo>
                  <a:lnTo>
                    <a:pt x="3141927" y="150733"/>
                  </a:lnTo>
                  <a:lnTo>
                    <a:pt x="3140856" y="150792"/>
                  </a:lnTo>
                  <a:lnTo>
                    <a:pt x="3139784" y="150851"/>
                  </a:lnTo>
                  <a:lnTo>
                    <a:pt x="3138712" y="150911"/>
                  </a:lnTo>
                  <a:lnTo>
                    <a:pt x="3137641" y="150971"/>
                  </a:lnTo>
                  <a:lnTo>
                    <a:pt x="3136569" y="151031"/>
                  </a:lnTo>
                  <a:lnTo>
                    <a:pt x="3135498" y="151092"/>
                  </a:lnTo>
                  <a:lnTo>
                    <a:pt x="3134426" y="151153"/>
                  </a:lnTo>
                  <a:lnTo>
                    <a:pt x="3133354" y="151214"/>
                  </a:lnTo>
                  <a:lnTo>
                    <a:pt x="3132283" y="151276"/>
                  </a:lnTo>
                  <a:lnTo>
                    <a:pt x="3131211" y="151338"/>
                  </a:lnTo>
                  <a:lnTo>
                    <a:pt x="3130140" y="151400"/>
                  </a:lnTo>
                  <a:lnTo>
                    <a:pt x="3129068" y="151462"/>
                  </a:lnTo>
                  <a:lnTo>
                    <a:pt x="3127996" y="151525"/>
                  </a:lnTo>
                  <a:lnTo>
                    <a:pt x="3126925" y="151588"/>
                  </a:lnTo>
                  <a:lnTo>
                    <a:pt x="3125853" y="151651"/>
                  </a:lnTo>
                  <a:lnTo>
                    <a:pt x="3124782" y="151715"/>
                  </a:lnTo>
                  <a:lnTo>
                    <a:pt x="3123710" y="151779"/>
                  </a:lnTo>
                  <a:lnTo>
                    <a:pt x="3122638" y="151843"/>
                  </a:lnTo>
                  <a:lnTo>
                    <a:pt x="3121567" y="151908"/>
                  </a:lnTo>
                  <a:lnTo>
                    <a:pt x="3120495" y="151973"/>
                  </a:lnTo>
                  <a:lnTo>
                    <a:pt x="3119424" y="152038"/>
                  </a:lnTo>
                  <a:lnTo>
                    <a:pt x="3118352" y="152103"/>
                  </a:lnTo>
                  <a:lnTo>
                    <a:pt x="3117280" y="152169"/>
                  </a:lnTo>
                  <a:lnTo>
                    <a:pt x="3116209" y="152235"/>
                  </a:lnTo>
                  <a:lnTo>
                    <a:pt x="3115137" y="152302"/>
                  </a:lnTo>
                  <a:lnTo>
                    <a:pt x="3114066" y="152368"/>
                  </a:lnTo>
                  <a:lnTo>
                    <a:pt x="3112994" y="152435"/>
                  </a:lnTo>
                  <a:lnTo>
                    <a:pt x="3111922" y="152503"/>
                  </a:lnTo>
                  <a:lnTo>
                    <a:pt x="3110851" y="152570"/>
                  </a:lnTo>
                  <a:lnTo>
                    <a:pt x="3109779" y="152638"/>
                  </a:lnTo>
                  <a:lnTo>
                    <a:pt x="3108708" y="152707"/>
                  </a:lnTo>
                  <a:lnTo>
                    <a:pt x="3107636" y="152775"/>
                  </a:lnTo>
                  <a:lnTo>
                    <a:pt x="3106564" y="152844"/>
                  </a:lnTo>
                  <a:lnTo>
                    <a:pt x="3105493" y="152913"/>
                  </a:lnTo>
                  <a:lnTo>
                    <a:pt x="3104421" y="152983"/>
                  </a:lnTo>
                  <a:lnTo>
                    <a:pt x="3103350" y="153053"/>
                  </a:lnTo>
                  <a:lnTo>
                    <a:pt x="3102278" y="153123"/>
                  </a:lnTo>
                  <a:lnTo>
                    <a:pt x="3101206" y="153193"/>
                  </a:lnTo>
                  <a:lnTo>
                    <a:pt x="3100135" y="153264"/>
                  </a:lnTo>
                  <a:lnTo>
                    <a:pt x="3099063" y="153335"/>
                  </a:lnTo>
                  <a:lnTo>
                    <a:pt x="3097992" y="153407"/>
                  </a:lnTo>
                  <a:lnTo>
                    <a:pt x="3096920" y="153478"/>
                  </a:lnTo>
                  <a:lnTo>
                    <a:pt x="3095848" y="153550"/>
                  </a:lnTo>
                  <a:lnTo>
                    <a:pt x="3094777" y="153623"/>
                  </a:lnTo>
                  <a:lnTo>
                    <a:pt x="3093705" y="153695"/>
                  </a:lnTo>
                  <a:lnTo>
                    <a:pt x="3092634" y="153768"/>
                  </a:lnTo>
                  <a:lnTo>
                    <a:pt x="3091562" y="153842"/>
                  </a:lnTo>
                  <a:lnTo>
                    <a:pt x="3090490" y="153915"/>
                  </a:lnTo>
                  <a:lnTo>
                    <a:pt x="3089419" y="153989"/>
                  </a:lnTo>
                  <a:lnTo>
                    <a:pt x="3088347" y="154063"/>
                  </a:lnTo>
                  <a:lnTo>
                    <a:pt x="3087276" y="154138"/>
                  </a:lnTo>
                  <a:lnTo>
                    <a:pt x="3086204" y="154213"/>
                  </a:lnTo>
                  <a:lnTo>
                    <a:pt x="3085132" y="154288"/>
                  </a:lnTo>
                  <a:lnTo>
                    <a:pt x="3084061" y="154363"/>
                  </a:lnTo>
                  <a:lnTo>
                    <a:pt x="3082989" y="154439"/>
                  </a:lnTo>
                  <a:lnTo>
                    <a:pt x="3081918" y="154515"/>
                  </a:lnTo>
                  <a:lnTo>
                    <a:pt x="3080846" y="154592"/>
                  </a:lnTo>
                  <a:lnTo>
                    <a:pt x="3079774" y="154669"/>
                  </a:lnTo>
                  <a:lnTo>
                    <a:pt x="3078703" y="154746"/>
                  </a:lnTo>
                  <a:lnTo>
                    <a:pt x="3077631" y="154823"/>
                  </a:lnTo>
                  <a:lnTo>
                    <a:pt x="3076560" y="154901"/>
                  </a:lnTo>
                  <a:lnTo>
                    <a:pt x="3075488" y="154979"/>
                  </a:lnTo>
                  <a:lnTo>
                    <a:pt x="3074416" y="155057"/>
                  </a:lnTo>
                  <a:lnTo>
                    <a:pt x="3073345" y="155136"/>
                  </a:lnTo>
                  <a:lnTo>
                    <a:pt x="3072273" y="155215"/>
                  </a:lnTo>
                  <a:lnTo>
                    <a:pt x="3071202" y="155294"/>
                  </a:lnTo>
                  <a:lnTo>
                    <a:pt x="3070130" y="155374"/>
                  </a:lnTo>
                  <a:lnTo>
                    <a:pt x="3069058" y="155454"/>
                  </a:lnTo>
                  <a:lnTo>
                    <a:pt x="3067987" y="155534"/>
                  </a:lnTo>
                  <a:lnTo>
                    <a:pt x="3066915" y="155615"/>
                  </a:lnTo>
                  <a:lnTo>
                    <a:pt x="3065844" y="155696"/>
                  </a:lnTo>
                  <a:lnTo>
                    <a:pt x="3064772" y="155777"/>
                  </a:lnTo>
                  <a:lnTo>
                    <a:pt x="3063700" y="155859"/>
                  </a:lnTo>
                  <a:lnTo>
                    <a:pt x="3062629" y="155941"/>
                  </a:lnTo>
                  <a:lnTo>
                    <a:pt x="3061557" y="156023"/>
                  </a:lnTo>
                  <a:lnTo>
                    <a:pt x="3060486" y="156106"/>
                  </a:lnTo>
                  <a:lnTo>
                    <a:pt x="3059414" y="156189"/>
                  </a:lnTo>
                  <a:lnTo>
                    <a:pt x="3058342" y="156272"/>
                  </a:lnTo>
                  <a:lnTo>
                    <a:pt x="3057271" y="156356"/>
                  </a:lnTo>
                  <a:lnTo>
                    <a:pt x="3056199" y="156440"/>
                  </a:lnTo>
                  <a:lnTo>
                    <a:pt x="3055128" y="156524"/>
                  </a:lnTo>
                  <a:lnTo>
                    <a:pt x="3054056" y="156608"/>
                  </a:lnTo>
                  <a:lnTo>
                    <a:pt x="3052984" y="156693"/>
                  </a:lnTo>
                  <a:lnTo>
                    <a:pt x="3051913" y="156778"/>
                  </a:lnTo>
                  <a:lnTo>
                    <a:pt x="3050841" y="156864"/>
                  </a:lnTo>
                  <a:lnTo>
                    <a:pt x="3049770" y="156950"/>
                  </a:lnTo>
                  <a:lnTo>
                    <a:pt x="3048698" y="157036"/>
                  </a:lnTo>
                  <a:lnTo>
                    <a:pt x="3047626" y="157123"/>
                  </a:lnTo>
                  <a:lnTo>
                    <a:pt x="3046555" y="157209"/>
                  </a:lnTo>
                  <a:lnTo>
                    <a:pt x="3045483" y="157297"/>
                  </a:lnTo>
                  <a:lnTo>
                    <a:pt x="3044412" y="157384"/>
                  </a:lnTo>
                  <a:lnTo>
                    <a:pt x="3043340" y="157472"/>
                  </a:lnTo>
                  <a:lnTo>
                    <a:pt x="3042268" y="157560"/>
                  </a:lnTo>
                  <a:lnTo>
                    <a:pt x="3041197" y="157649"/>
                  </a:lnTo>
                  <a:lnTo>
                    <a:pt x="3040125" y="157738"/>
                  </a:lnTo>
                  <a:lnTo>
                    <a:pt x="3039054" y="157827"/>
                  </a:lnTo>
                  <a:lnTo>
                    <a:pt x="3037982" y="157916"/>
                  </a:lnTo>
                  <a:lnTo>
                    <a:pt x="3036910" y="158006"/>
                  </a:lnTo>
                  <a:lnTo>
                    <a:pt x="3035839" y="158096"/>
                  </a:lnTo>
                  <a:lnTo>
                    <a:pt x="3034767" y="158187"/>
                  </a:lnTo>
                  <a:lnTo>
                    <a:pt x="3033696" y="158278"/>
                  </a:lnTo>
                  <a:lnTo>
                    <a:pt x="3032624" y="158369"/>
                  </a:lnTo>
                  <a:lnTo>
                    <a:pt x="3031552" y="158461"/>
                  </a:lnTo>
                  <a:lnTo>
                    <a:pt x="3030481" y="158552"/>
                  </a:lnTo>
                  <a:lnTo>
                    <a:pt x="3029409" y="158645"/>
                  </a:lnTo>
                  <a:lnTo>
                    <a:pt x="3028338" y="158737"/>
                  </a:lnTo>
                  <a:lnTo>
                    <a:pt x="3027266" y="158830"/>
                  </a:lnTo>
                  <a:lnTo>
                    <a:pt x="3026194" y="158923"/>
                  </a:lnTo>
                  <a:lnTo>
                    <a:pt x="3025123" y="159017"/>
                  </a:lnTo>
                  <a:lnTo>
                    <a:pt x="3024051" y="159111"/>
                  </a:lnTo>
                  <a:lnTo>
                    <a:pt x="3022980" y="159205"/>
                  </a:lnTo>
                  <a:lnTo>
                    <a:pt x="3021908" y="159299"/>
                  </a:lnTo>
                  <a:lnTo>
                    <a:pt x="3020836" y="159394"/>
                  </a:lnTo>
                  <a:lnTo>
                    <a:pt x="3019765" y="159489"/>
                  </a:lnTo>
                  <a:lnTo>
                    <a:pt x="3018693" y="159585"/>
                  </a:lnTo>
                  <a:lnTo>
                    <a:pt x="3017622" y="159681"/>
                  </a:lnTo>
                  <a:lnTo>
                    <a:pt x="3016550" y="159777"/>
                  </a:lnTo>
                  <a:lnTo>
                    <a:pt x="3015479" y="159874"/>
                  </a:lnTo>
                  <a:lnTo>
                    <a:pt x="3014407" y="159971"/>
                  </a:lnTo>
                  <a:lnTo>
                    <a:pt x="3013335" y="160068"/>
                  </a:lnTo>
                  <a:lnTo>
                    <a:pt x="3012264" y="160166"/>
                  </a:lnTo>
                  <a:lnTo>
                    <a:pt x="3011192" y="160264"/>
                  </a:lnTo>
                  <a:lnTo>
                    <a:pt x="3010121" y="160362"/>
                  </a:lnTo>
                  <a:lnTo>
                    <a:pt x="3009049" y="160460"/>
                  </a:lnTo>
                  <a:lnTo>
                    <a:pt x="3007977" y="160559"/>
                  </a:lnTo>
                  <a:lnTo>
                    <a:pt x="3006906" y="160659"/>
                  </a:lnTo>
                  <a:lnTo>
                    <a:pt x="3005834" y="160758"/>
                  </a:lnTo>
                  <a:lnTo>
                    <a:pt x="3004763" y="160858"/>
                  </a:lnTo>
                  <a:lnTo>
                    <a:pt x="3003691" y="160959"/>
                  </a:lnTo>
                  <a:lnTo>
                    <a:pt x="3002619" y="161059"/>
                  </a:lnTo>
                  <a:lnTo>
                    <a:pt x="3001548" y="161160"/>
                  </a:lnTo>
                  <a:lnTo>
                    <a:pt x="3000476" y="161262"/>
                  </a:lnTo>
                  <a:lnTo>
                    <a:pt x="2999405" y="161363"/>
                  </a:lnTo>
                  <a:lnTo>
                    <a:pt x="2998333" y="161465"/>
                  </a:lnTo>
                  <a:lnTo>
                    <a:pt x="2997261" y="161568"/>
                  </a:lnTo>
                  <a:lnTo>
                    <a:pt x="2996190" y="161670"/>
                  </a:lnTo>
                  <a:lnTo>
                    <a:pt x="2995118" y="161773"/>
                  </a:lnTo>
                  <a:lnTo>
                    <a:pt x="2994047" y="161877"/>
                  </a:lnTo>
                  <a:lnTo>
                    <a:pt x="2992975" y="161980"/>
                  </a:lnTo>
                  <a:lnTo>
                    <a:pt x="2991903" y="162084"/>
                  </a:lnTo>
                  <a:lnTo>
                    <a:pt x="2990832" y="162189"/>
                  </a:lnTo>
                  <a:lnTo>
                    <a:pt x="2989760" y="162293"/>
                  </a:lnTo>
                  <a:lnTo>
                    <a:pt x="2988689" y="162398"/>
                  </a:lnTo>
                  <a:lnTo>
                    <a:pt x="2987617" y="162503"/>
                  </a:lnTo>
                  <a:lnTo>
                    <a:pt x="2986545" y="162609"/>
                  </a:lnTo>
                  <a:lnTo>
                    <a:pt x="2985474" y="162715"/>
                  </a:lnTo>
                  <a:lnTo>
                    <a:pt x="2984402" y="162821"/>
                  </a:lnTo>
                  <a:lnTo>
                    <a:pt x="2983331" y="162928"/>
                  </a:lnTo>
                  <a:lnTo>
                    <a:pt x="2982259" y="163035"/>
                  </a:lnTo>
                  <a:lnTo>
                    <a:pt x="2981187" y="163142"/>
                  </a:lnTo>
                  <a:lnTo>
                    <a:pt x="2980116" y="163250"/>
                  </a:lnTo>
                  <a:lnTo>
                    <a:pt x="2979044" y="163358"/>
                  </a:lnTo>
                  <a:lnTo>
                    <a:pt x="2977973" y="163466"/>
                  </a:lnTo>
                  <a:lnTo>
                    <a:pt x="2976901" y="163574"/>
                  </a:lnTo>
                  <a:lnTo>
                    <a:pt x="2975829" y="163683"/>
                  </a:lnTo>
                  <a:lnTo>
                    <a:pt x="2974758" y="163792"/>
                  </a:lnTo>
                  <a:lnTo>
                    <a:pt x="2973686" y="163902"/>
                  </a:lnTo>
                  <a:lnTo>
                    <a:pt x="2972615" y="164012"/>
                  </a:lnTo>
                  <a:lnTo>
                    <a:pt x="2971543" y="164122"/>
                  </a:lnTo>
                  <a:lnTo>
                    <a:pt x="2970471" y="164232"/>
                  </a:lnTo>
                  <a:lnTo>
                    <a:pt x="2969400" y="164343"/>
                  </a:lnTo>
                  <a:lnTo>
                    <a:pt x="2968328" y="164454"/>
                  </a:lnTo>
                  <a:lnTo>
                    <a:pt x="2967257" y="164566"/>
                  </a:lnTo>
                  <a:lnTo>
                    <a:pt x="2966185" y="164677"/>
                  </a:lnTo>
                  <a:lnTo>
                    <a:pt x="2965113" y="164789"/>
                  </a:lnTo>
                  <a:lnTo>
                    <a:pt x="2964042" y="164902"/>
                  </a:lnTo>
                  <a:lnTo>
                    <a:pt x="2962970" y="165014"/>
                  </a:lnTo>
                  <a:lnTo>
                    <a:pt x="2961899" y="165127"/>
                  </a:lnTo>
                  <a:lnTo>
                    <a:pt x="2960827" y="165241"/>
                  </a:lnTo>
                  <a:lnTo>
                    <a:pt x="2959755" y="165354"/>
                  </a:lnTo>
                  <a:lnTo>
                    <a:pt x="2958684" y="165468"/>
                  </a:lnTo>
                  <a:lnTo>
                    <a:pt x="2957612" y="165582"/>
                  </a:lnTo>
                  <a:lnTo>
                    <a:pt x="2956541" y="165697"/>
                  </a:lnTo>
                  <a:lnTo>
                    <a:pt x="2955469" y="165812"/>
                  </a:lnTo>
                  <a:lnTo>
                    <a:pt x="2954397" y="165927"/>
                  </a:lnTo>
                  <a:lnTo>
                    <a:pt x="2953326" y="166042"/>
                  </a:lnTo>
                  <a:lnTo>
                    <a:pt x="2952254" y="166158"/>
                  </a:lnTo>
                  <a:lnTo>
                    <a:pt x="2951183" y="166274"/>
                  </a:lnTo>
                  <a:lnTo>
                    <a:pt x="2950111" y="166390"/>
                  </a:lnTo>
                  <a:lnTo>
                    <a:pt x="2949039" y="166507"/>
                  </a:lnTo>
                  <a:lnTo>
                    <a:pt x="2947968" y="166624"/>
                  </a:lnTo>
                  <a:lnTo>
                    <a:pt x="2946896" y="166741"/>
                  </a:lnTo>
                  <a:lnTo>
                    <a:pt x="2945825" y="166858"/>
                  </a:lnTo>
                  <a:lnTo>
                    <a:pt x="2944753" y="166976"/>
                  </a:lnTo>
                  <a:lnTo>
                    <a:pt x="2943681" y="167094"/>
                  </a:lnTo>
                  <a:lnTo>
                    <a:pt x="2942610" y="167213"/>
                  </a:lnTo>
                  <a:lnTo>
                    <a:pt x="2941538" y="167331"/>
                  </a:lnTo>
                  <a:lnTo>
                    <a:pt x="2940467" y="167450"/>
                  </a:lnTo>
                  <a:lnTo>
                    <a:pt x="2939395" y="167569"/>
                  </a:lnTo>
                  <a:lnTo>
                    <a:pt x="2938323" y="167689"/>
                  </a:lnTo>
                  <a:lnTo>
                    <a:pt x="2937252" y="167809"/>
                  </a:lnTo>
                  <a:lnTo>
                    <a:pt x="2936180" y="167929"/>
                  </a:lnTo>
                  <a:lnTo>
                    <a:pt x="2935109" y="168049"/>
                  </a:lnTo>
                  <a:lnTo>
                    <a:pt x="2934037" y="168170"/>
                  </a:lnTo>
                  <a:lnTo>
                    <a:pt x="2932965" y="168291"/>
                  </a:lnTo>
                  <a:lnTo>
                    <a:pt x="2931894" y="168412"/>
                  </a:lnTo>
                  <a:lnTo>
                    <a:pt x="2930822" y="168534"/>
                  </a:lnTo>
                  <a:lnTo>
                    <a:pt x="2929751" y="168656"/>
                  </a:lnTo>
                  <a:lnTo>
                    <a:pt x="2928679" y="168778"/>
                  </a:lnTo>
                  <a:lnTo>
                    <a:pt x="2927607" y="168900"/>
                  </a:lnTo>
                  <a:lnTo>
                    <a:pt x="2926536" y="169023"/>
                  </a:lnTo>
                  <a:lnTo>
                    <a:pt x="2925464" y="169146"/>
                  </a:lnTo>
                  <a:lnTo>
                    <a:pt x="2924393" y="169269"/>
                  </a:lnTo>
                  <a:lnTo>
                    <a:pt x="2923321" y="169392"/>
                  </a:lnTo>
                  <a:lnTo>
                    <a:pt x="2922249" y="169516"/>
                  </a:lnTo>
                  <a:lnTo>
                    <a:pt x="2921178" y="169640"/>
                  </a:lnTo>
                  <a:lnTo>
                    <a:pt x="2920106" y="169765"/>
                  </a:lnTo>
                  <a:lnTo>
                    <a:pt x="2919035" y="169889"/>
                  </a:lnTo>
                  <a:lnTo>
                    <a:pt x="2917963" y="170014"/>
                  </a:lnTo>
                  <a:lnTo>
                    <a:pt x="2916891" y="170139"/>
                  </a:lnTo>
                  <a:lnTo>
                    <a:pt x="2915820" y="170265"/>
                  </a:lnTo>
                  <a:lnTo>
                    <a:pt x="2914748" y="170390"/>
                  </a:lnTo>
                  <a:lnTo>
                    <a:pt x="2913677" y="170516"/>
                  </a:lnTo>
                  <a:lnTo>
                    <a:pt x="2912605" y="170642"/>
                  </a:lnTo>
                  <a:lnTo>
                    <a:pt x="2911533" y="170769"/>
                  </a:lnTo>
                  <a:lnTo>
                    <a:pt x="2910462" y="170895"/>
                  </a:lnTo>
                  <a:lnTo>
                    <a:pt x="2909390" y="171022"/>
                  </a:lnTo>
                  <a:lnTo>
                    <a:pt x="2908319" y="171150"/>
                  </a:lnTo>
                  <a:lnTo>
                    <a:pt x="2907247" y="171277"/>
                  </a:lnTo>
                  <a:lnTo>
                    <a:pt x="2906175" y="171405"/>
                  </a:lnTo>
                  <a:lnTo>
                    <a:pt x="2905104" y="171533"/>
                  </a:lnTo>
                  <a:lnTo>
                    <a:pt x="2904032" y="171661"/>
                  </a:lnTo>
                  <a:lnTo>
                    <a:pt x="2902961" y="171790"/>
                  </a:lnTo>
                  <a:lnTo>
                    <a:pt x="2901889" y="171919"/>
                  </a:lnTo>
                  <a:lnTo>
                    <a:pt x="2900817" y="172048"/>
                  </a:lnTo>
                  <a:lnTo>
                    <a:pt x="2899746" y="172177"/>
                  </a:lnTo>
                  <a:lnTo>
                    <a:pt x="2898674" y="172306"/>
                  </a:lnTo>
                  <a:lnTo>
                    <a:pt x="2897603" y="172436"/>
                  </a:lnTo>
                  <a:lnTo>
                    <a:pt x="2896531" y="172566"/>
                  </a:lnTo>
                  <a:lnTo>
                    <a:pt x="2895459" y="172696"/>
                  </a:lnTo>
                  <a:lnTo>
                    <a:pt x="2894388" y="172827"/>
                  </a:lnTo>
                  <a:lnTo>
                    <a:pt x="2893316" y="172958"/>
                  </a:lnTo>
                  <a:lnTo>
                    <a:pt x="2892245" y="173089"/>
                  </a:lnTo>
                  <a:lnTo>
                    <a:pt x="2891173" y="173220"/>
                  </a:lnTo>
                  <a:lnTo>
                    <a:pt x="2890101" y="173351"/>
                  </a:lnTo>
                  <a:lnTo>
                    <a:pt x="2889030" y="173483"/>
                  </a:lnTo>
                  <a:lnTo>
                    <a:pt x="2887958" y="173615"/>
                  </a:lnTo>
                  <a:lnTo>
                    <a:pt x="2886887" y="173747"/>
                  </a:lnTo>
                  <a:lnTo>
                    <a:pt x="2885815" y="173880"/>
                  </a:lnTo>
                  <a:lnTo>
                    <a:pt x="2884743" y="174012"/>
                  </a:lnTo>
                  <a:lnTo>
                    <a:pt x="2883672" y="174145"/>
                  </a:lnTo>
                  <a:lnTo>
                    <a:pt x="2882600" y="174278"/>
                  </a:lnTo>
                  <a:lnTo>
                    <a:pt x="2881529" y="174412"/>
                  </a:lnTo>
                  <a:lnTo>
                    <a:pt x="2880457" y="174545"/>
                  </a:lnTo>
                  <a:lnTo>
                    <a:pt x="2879385" y="174679"/>
                  </a:lnTo>
                  <a:lnTo>
                    <a:pt x="2878314" y="174813"/>
                  </a:lnTo>
                  <a:lnTo>
                    <a:pt x="2877242" y="174947"/>
                  </a:lnTo>
                  <a:lnTo>
                    <a:pt x="2876171" y="175082"/>
                  </a:lnTo>
                  <a:lnTo>
                    <a:pt x="2875099" y="175217"/>
                  </a:lnTo>
                  <a:lnTo>
                    <a:pt x="2874027" y="175352"/>
                  </a:lnTo>
                  <a:lnTo>
                    <a:pt x="2872956" y="175487"/>
                  </a:lnTo>
                  <a:lnTo>
                    <a:pt x="2871884" y="175622"/>
                  </a:lnTo>
                  <a:lnTo>
                    <a:pt x="2870813" y="175758"/>
                  </a:lnTo>
                  <a:lnTo>
                    <a:pt x="2869741" y="175893"/>
                  </a:lnTo>
                  <a:lnTo>
                    <a:pt x="2868669" y="176030"/>
                  </a:lnTo>
                  <a:lnTo>
                    <a:pt x="2867598" y="176166"/>
                  </a:lnTo>
                  <a:lnTo>
                    <a:pt x="2866526" y="176302"/>
                  </a:lnTo>
                  <a:lnTo>
                    <a:pt x="2865455" y="176439"/>
                  </a:lnTo>
                  <a:lnTo>
                    <a:pt x="2864383" y="176576"/>
                  </a:lnTo>
                  <a:lnTo>
                    <a:pt x="2863311" y="176713"/>
                  </a:lnTo>
                  <a:lnTo>
                    <a:pt x="2862240" y="176850"/>
                  </a:lnTo>
                  <a:lnTo>
                    <a:pt x="2861168" y="176987"/>
                  </a:lnTo>
                  <a:lnTo>
                    <a:pt x="2860097" y="177125"/>
                  </a:lnTo>
                  <a:lnTo>
                    <a:pt x="2859025" y="177263"/>
                  </a:lnTo>
                  <a:lnTo>
                    <a:pt x="2857953" y="177401"/>
                  </a:lnTo>
                  <a:lnTo>
                    <a:pt x="2856882" y="177539"/>
                  </a:lnTo>
                  <a:lnTo>
                    <a:pt x="2855810" y="177678"/>
                  </a:lnTo>
                  <a:lnTo>
                    <a:pt x="2854739" y="177817"/>
                  </a:lnTo>
                  <a:lnTo>
                    <a:pt x="2853667" y="177955"/>
                  </a:lnTo>
                  <a:lnTo>
                    <a:pt x="2852595" y="178095"/>
                  </a:lnTo>
                  <a:lnTo>
                    <a:pt x="2851524" y="178234"/>
                  </a:lnTo>
                  <a:lnTo>
                    <a:pt x="2850452" y="178373"/>
                  </a:lnTo>
                  <a:lnTo>
                    <a:pt x="2849381" y="178513"/>
                  </a:lnTo>
                  <a:lnTo>
                    <a:pt x="2848309" y="178653"/>
                  </a:lnTo>
                  <a:lnTo>
                    <a:pt x="2847237" y="178793"/>
                  </a:lnTo>
                  <a:lnTo>
                    <a:pt x="2846166" y="178933"/>
                  </a:lnTo>
                  <a:lnTo>
                    <a:pt x="2845094" y="179073"/>
                  </a:lnTo>
                  <a:lnTo>
                    <a:pt x="2844023" y="179214"/>
                  </a:lnTo>
                  <a:lnTo>
                    <a:pt x="2842951" y="179355"/>
                  </a:lnTo>
                  <a:lnTo>
                    <a:pt x="2841879" y="179495"/>
                  </a:lnTo>
                  <a:lnTo>
                    <a:pt x="2840808" y="179637"/>
                  </a:lnTo>
                  <a:lnTo>
                    <a:pt x="2839736" y="179778"/>
                  </a:lnTo>
                  <a:lnTo>
                    <a:pt x="2838665" y="179919"/>
                  </a:lnTo>
                  <a:lnTo>
                    <a:pt x="2837593" y="180061"/>
                  </a:lnTo>
                  <a:lnTo>
                    <a:pt x="2836522" y="180203"/>
                  </a:lnTo>
                  <a:lnTo>
                    <a:pt x="2835450" y="180345"/>
                  </a:lnTo>
                  <a:lnTo>
                    <a:pt x="2834378" y="180487"/>
                  </a:lnTo>
                  <a:lnTo>
                    <a:pt x="2833307" y="180629"/>
                  </a:lnTo>
                  <a:lnTo>
                    <a:pt x="2832235" y="180772"/>
                  </a:lnTo>
                  <a:lnTo>
                    <a:pt x="2831164" y="180914"/>
                  </a:lnTo>
                  <a:lnTo>
                    <a:pt x="2830092" y="181057"/>
                  </a:lnTo>
                  <a:lnTo>
                    <a:pt x="2829020" y="181200"/>
                  </a:lnTo>
                  <a:lnTo>
                    <a:pt x="2827949" y="181343"/>
                  </a:lnTo>
                  <a:lnTo>
                    <a:pt x="2826877" y="181486"/>
                  </a:lnTo>
                  <a:lnTo>
                    <a:pt x="2825806" y="181630"/>
                  </a:lnTo>
                  <a:lnTo>
                    <a:pt x="2824734" y="181773"/>
                  </a:lnTo>
                  <a:lnTo>
                    <a:pt x="2823662" y="181917"/>
                  </a:lnTo>
                  <a:lnTo>
                    <a:pt x="2822591" y="182061"/>
                  </a:lnTo>
                  <a:lnTo>
                    <a:pt x="2821519" y="182205"/>
                  </a:lnTo>
                  <a:lnTo>
                    <a:pt x="2820448" y="182349"/>
                  </a:lnTo>
                  <a:lnTo>
                    <a:pt x="2819376" y="182494"/>
                  </a:lnTo>
                  <a:lnTo>
                    <a:pt x="2818304" y="182638"/>
                  </a:lnTo>
                  <a:lnTo>
                    <a:pt x="2817233" y="182783"/>
                  </a:lnTo>
                  <a:lnTo>
                    <a:pt x="2816161" y="182928"/>
                  </a:lnTo>
                  <a:lnTo>
                    <a:pt x="2815090" y="183072"/>
                  </a:lnTo>
                  <a:lnTo>
                    <a:pt x="2814018" y="183217"/>
                  </a:lnTo>
                  <a:lnTo>
                    <a:pt x="2812946" y="183363"/>
                  </a:lnTo>
                  <a:lnTo>
                    <a:pt x="2811875" y="183508"/>
                  </a:lnTo>
                  <a:lnTo>
                    <a:pt x="2810803" y="183653"/>
                  </a:lnTo>
                  <a:lnTo>
                    <a:pt x="2809732" y="183799"/>
                  </a:lnTo>
                  <a:lnTo>
                    <a:pt x="2808660" y="183945"/>
                  </a:lnTo>
                  <a:lnTo>
                    <a:pt x="2807588" y="184091"/>
                  </a:lnTo>
                  <a:lnTo>
                    <a:pt x="2806517" y="184237"/>
                  </a:lnTo>
                  <a:lnTo>
                    <a:pt x="2805445" y="184383"/>
                  </a:lnTo>
                  <a:lnTo>
                    <a:pt x="2804374" y="184529"/>
                  </a:lnTo>
                  <a:lnTo>
                    <a:pt x="2803302" y="184675"/>
                  </a:lnTo>
                  <a:lnTo>
                    <a:pt x="2802230" y="184822"/>
                  </a:lnTo>
                  <a:lnTo>
                    <a:pt x="2801159" y="184968"/>
                  </a:lnTo>
                  <a:lnTo>
                    <a:pt x="2800087" y="185115"/>
                  </a:lnTo>
                  <a:lnTo>
                    <a:pt x="2799016" y="185262"/>
                  </a:lnTo>
                  <a:lnTo>
                    <a:pt x="2797944" y="185409"/>
                  </a:lnTo>
                  <a:lnTo>
                    <a:pt x="2796872" y="185556"/>
                  </a:lnTo>
                  <a:lnTo>
                    <a:pt x="2795801" y="185703"/>
                  </a:lnTo>
                  <a:lnTo>
                    <a:pt x="2794729" y="185850"/>
                  </a:lnTo>
                  <a:lnTo>
                    <a:pt x="2793658" y="185998"/>
                  </a:lnTo>
                  <a:lnTo>
                    <a:pt x="2792586" y="186145"/>
                  </a:lnTo>
                  <a:lnTo>
                    <a:pt x="2791514" y="186293"/>
                  </a:lnTo>
                  <a:lnTo>
                    <a:pt x="2790443" y="186441"/>
                  </a:lnTo>
                  <a:lnTo>
                    <a:pt x="2789371" y="186589"/>
                  </a:lnTo>
                  <a:lnTo>
                    <a:pt x="2788300" y="186736"/>
                  </a:lnTo>
                  <a:lnTo>
                    <a:pt x="2787228" y="186884"/>
                  </a:lnTo>
                  <a:lnTo>
                    <a:pt x="2786156" y="187033"/>
                  </a:lnTo>
                  <a:lnTo>
                    <a:pt x="2785085" y="187181"/>
                  </a:lnTo>
                  <a:lnTo>
                    <a:pt x="2784013" y="187329"/>
                  </a:lnTo>
                  <a:lnTo>
                    <a:pt x="2782942" y="187478"/>
                  </a:lnTo>
                  <a:lnTo>
                    <a:pt x="2781870" y="187626"/>
                  </a:lnTo>
                  <a:lnTo>
                    <a:pt x="2780798" y="187775"/>
                  </a:lnTo>
                  <a:lnTo>
                    <a:pt x="2779727" y="187923"/>
                  </a:lnTo>
                  <a:lnTo>
                    <a:pt x="2778655" y="188072"/>
                  </a:lnTo>
                  <a:lnTo>
                    <a:pt x="2777584" y="188221"/>
                  </a:lnTo>
                  <a:lnTo>
                    <a:pt x="2776512" y="188370"/>
                  </a:lnTo>
                  <a:lnTo>
                    <a:pt x="2775440" y="188519"/>
                  </a:lnTo>
                  <a:lnTo>
                    <a:pt x="2774369" y="188668"/>
                  </a:lnTo>
                  <a:lnTo>
                    <a:pt x="2773297" y="188817"/>
                  </a:lnTo>
                  <a:lnTo>
                    <a:pt x="2772226" y="188966"/>
                  </a:lnTo>
                  <a:lnTo>
                    <a:pt x="2771154" y="189115"/>
                  </a:lnTo>
                  <a:lnTo>
                    <a:pt x="2770082" y="189265"/>
                  </a:lnTo>
                  <a:lnTo>
                    <a:pt x="2769011" y="189414"/>
                  </a:lnTo>
                  <a:lnTo>
                    <a:pt x="2767939" y="189564"/>
                  </a:lnTo>
                  <a:lnTo>
                    <a:pt x="2766868" y="189713"/>
                  </a:lnTo>
                  <a:lnTo>
                    <a:pt x="2765796" y="189863"/>
                  </a:lnTo>
                  <a:lnTo>
                    <a:pt x="2764724" y="190013"/>
                  </a:lnTo>
                  <a:lnTo>
                    <a:pt x="2763653" y="190162"/>
                  </a:lnTo>
                  <a:lnTo>
                    <a:pt x="2762581" y="190312"/>
                  </a:lnTo>
                  <a:lnTo>
                    <a:pt x="2761510" y="190462"/>
                  </a:lnTo>
                  <a:lnTo>
                    <a:pt x="2760438" y="190612"/>
                  </a:lnTo>
                  <a:lnTo>
                    <a:pt x="2759366" y="190762"/>
                  </a:lnTo>
                  <a:lnTo>
                    <a:pt x="2758295" y="190912"/>
                  </a:lnTo>
                  <a:lnTo>
                    <a:pt x="2757223" y="191062"/>
                  </a:lnTo>
                  <a:lnTo>
                    <a:pt x="2756152" y="191212"/>
                  </a:lnTo>
                  <a:lnTo>
                    <a:pt x="2755080" y="191363"/>
                  </a:lnTo>
                  <a:lnTo>
                    <a:pt x="2754008" y="191513"/>
                  </a:lnTo>
                  <a:lnTo>
                    <a:pt x="2752937" y="191663"/>
                  </a:lnTo>
                  <a:lnTo>
                    <a:pt x="2751865" y="191813"/>
                  </a:lnTo>
                  <a:lnTo>
                    <a:pt x="2750794" y="191964"/>
                  </a:lnTo>
                  <a:lnTo>
                    <a:pt x="2749722" y="192114"/>
                  </a:lnTo>
                  <a:lnTo>
                    <a:pt x="2748650" y="192265"/>
                  </a:lnTo>
                  <a:lnTo>
                    <a:pt x="2747579" y="192415"/>
                  </a:lnTo>
                  <a:lnTo>
                    <a:pt x="2746507" y="192566"/>
                  </a:lnTo>
                  <a:lnTo>
                    <a:pt x="2745436" y="192716"/>
                  </a:lnTo>
                  <a:lnTo>
                    <a:pt x="2744364" y="192867"/>
                  </a:lnTo>
                  <a:lnTo>
                    <a:pt x="2743292" y="193017"/>
                  </a:lnTo>
                  <a:lnTo>
                    <a:pt x="2742221" y="193168"/>
                  </a:lnTo>
                  <a:lnTo>
                    <a:pt x="2741149" y="193319"/>
                  </a:lnTo>
                  <a:lnTo>
                    <a:pt x="2740078" y="193469"/>
                  </a:lnTo>
                  <a:lnTo>
                    <a:pt x="2739006" y="193620"/>
                  </a:lnTo>
                  <a:lnTo>
                    <a:pt x="2737934" y="193771"/>
                  </a:lnTo>
                  <a:lnTo>
                    <a:pt x="2736863" y="193921"/>
                  </a:lnTo>
                  <a:lnTo>
                    <a:pt x="2735791" y="194072"/>
                  </a:lnTo>
                  <a:lnTo>
                    <a:pt x="2734720" y="194223"/>
                  </a:lnTo>
                  <a:lnTo>
                    <a:pt x="2733648" y="194374"/>
                  </a:lnTo>
                  <a:lnTo>
                    <a:pt x="2732576" y="194524"/>
                  </a:lnTo>
                  <a:lnTo>
                    <a:pt x="2731505" y="194675"/>
                  </a:lnTo>
                  <a:lnTo>
                    <a:pt x="2730433" y="194826"/>
                  </a:lnTo>
                  <a:lnTo>
                    <a:pt x="2729362" y="194977"/>
                  </a:lnTo>
                  <a:lnTo>
                    <a:pt x="2728290" y="195127"/>
                  </a:lnTo>
                  <a:lnTo>
                    <a:pt x="2727218" y="195278"/>
                  </a:lnTo>
                  <a:lnTo>
                    <a:pt x="2726147" y="195429"/>
                  </a:lnTo>
                  <a:lnTo>
                    <a:pt x="2725075" y="195580"/>
                  </a:lnTo>
                  <a:lnTo>
                    <a:pt x="2724004" y="195730"/>
                  </a:lnTo>
                  <a:lnTo>
                    <a:pt x="2722932" y="195881"/>
                  </a:lnTo>
                  <a:lnTo>
                    <a:pt x="2721860" y="196032"/>
                  </a:lnTo>
                  <a:lnTo>
                    <a:pt x="2720789" y="196183"/>
                  </a:lnTo>
                  <a:lnTo>
                    <a:pt x="2719717" y="196333"/>
                  </a:lnTo>
                  <a:lnTo>
                    <a:pt x="2718646" y="196484"/>
                  </a:lnTo>
                  <a:lnTo>
                    <a:pt x="2717574" y="196635"/>
                  </a:lnTo>
                  <a:lnTo>
                    <a:pt x="2716502" y="196786"/>
                  </a:lnTo>
                  <a:lnTo>
                    <a:pt x="2715431" y="196936"/>
                  </a:lnTo>
                  <a:lnTo>
                    <a:pt x="2714359" y="197087"/>
                  </a:lnTo>
                  <a:lnTo>
                    <a:pt x="2713288" y="197237"/>
                  </a:lnTo>
                  <a:lnTo>
                    <a:pt x="2712216" y="197388"/>
                  </a:lnTo>
                  <a:lnTo>
                    <a:pt x="2711144" y="197539"/>
                  </a:lnTo>
                  <a:lnTo>
                    <a:pt x="2710073" y="197689"/>
                  </a:lnTo>
                  <a:lnTo>
                    <a:pt x="2709001" y="197840"/>
                  </a:lnTo>
                  <a:lnTo>
                    <a:pt x="2707930" y="197990"/>
                  </a:lnTo>
                  <a:lnTo>
                    <a:pt x="2706858" y="198141"/>
                  </a:lnTo>
                  <a:lnTo>
                    <a:pt x="2705786" y="198291"/>
                  </a:lnTo>
                  <a:lnTo>
                    <a:pt x="2704715" y="198441"/>
                  </a:lnTo>
                  <a:lnTo>
                    <a:pt x="2703643" y="198592"/>
                  </a:lnTo>
                  <a:lnTo>
                    <a:pt x="2702572" y="198742"/>
                  </a:lnTo>
                  <a:lnTo>
                    <a:pt x="2701500" y="198892"/>
                  </a:lnTo>
                  <a:lnTo>
                    <a:pt x="2700428" y="199042"/>
                  </a:lnTo>
                  <a:lnTo>
                    <a:pt x="2699357" y="199192"/>
                  </a:lnTo>
                  <a:lnTo>
                    <a:pt x="2698285" y="199343"/>
                  </a:lnTo>
                  <a:lnTo>
                    <a:pt x="2697214" y="199493"/>
                  </a:lnTo>
                  <a:lnTo>
                    <a:pt x="2696142" y="199643"/>
                  </a:lnTo>
                  <a:lnTo>
                    <a:pt x="2695070" y="199792"/>
                  </a:lnTo>
                  <a:lnTo>
                    <a:pt x="2693999" y="199942"/>
                  </a:lnTo>
                  <a:lnTo>
                    <a:pt x="2692927" y="200092"/>
                  </a:lnTo>
                  <a:lnTo>
                    <a:pt x="2691856" y="200242"/>
                  </a:lnTo>
                  <a:lnTo>
                    <a:pt x="2690784" y="200391"/>
                  </a:lnTo>
                  <a:lnTo>
                    <a:pt x="2689712" y="200541"/>
                  </a:lnTo>
                  <a:lnTo>
                    <a:pt x="2688641" y="200691"/>
                  </a:lnTo>
                  <a:lnTo>
                    <a:pt x="2687569" y="200840"/>
                  </a:lnTo>
                  <a:lnTo>
                    <a:pt x="2686498" y="200990"/>
                  </a:lnTo>
                  <a:lnTo>
                    <a:pt x="2685426" y="201139"/>
                  </a:lnTo>
                  <a:lnTo>
                    <a:pt x="2684354" y="201288"/>
                  </a:lnTo>
                  <a:lnTo>
                    <a:pt x="2683283" y="201437"/>
                  </a:lnTo>
                  <a:lnTo>
                    <a:pt x="2682211" y="201586"/>
                  </a:lnTo>
                  <a:lnTo>
                    <a:pt x="2681140" y="201735"/>
                  </a:lnTo>
                  <a:lnTo>
                    <a:pt x="2680068" y="201884"/>
                  </a:lnTo>
                  <a:lnTo>
                    <a:pt x="2678996" y="202033"/>
                  </a:lnTo>
                  <a:lnTo>
                    <a:pt x="2677925" y="202182"/>
                  </a:lnTo>
                  <a:lnTo>
                    <a:pt x="2676853" y="202331"/>
                  </a:lnTo>
                  <a:lnTo>
                    <a:pt x="2675782" y="202479"/>
                  </a:lnTo>
                  <a:lnTo>
                    <a:pt x="2674710" y="202628"/>
                  </a:lnTo>
                  <a:lnTo>
                    <a:pt x="2673638" y="202776"/>
                  </a:lnTo>
                  <a:lnTo>
                    <a:pt x="2672567" y="202924"/>
                  </a:lnTo>
                  <a:lnTo>
                    <a:pt x="2671495" y="203073"/>
                  </a:lnTo>
                  <a:lnTo>
                    <a:pt x="2670424" y="203221"/>
                  </a:lnTo>
                  <a:lnTo>
                    <a:pt x="2669352" y="203369"/>
                  </a:lnTo>
                  <a:lnTo>
                    <a:pt x="2668280" y="203517"/>
                  </a:lnTo>
                  <a:lnTo>
                    <a:pt x="2667209" y="203664"/>
                  </a:lnTo>
                  <a:lnTo>
                    <a:pt x="2666137" y="203812"/>
                  </a:lnTo>
                  <a:lnTo>
                    <a:pt x="2665066" y="203960"/>
                  </a:lnTo>
                  <a:lnTo>
                    <a:pt x="2663994" y="204107"/>
                  </a:lnTo>
                  <a:lnTo>
                    <a:pt x="2662922" y="204254"/>
                  </a:lnTo>
                  <a:lnTo>
                    <a:pt x="2661851" y="204402"/>
                  </a:lnTo>
                  <a:lnTo>
                    <a:pt x="2660779" y="204549"/>
                  </a:lnTo>
                  <a:lnTo>
                    <a:pt x="2659708" y="204696"/>
                  </a:lnTo>
                  <a:lnTo>
                    <a:pt x="2658636" y="204843"/>
                  </a:lnTo>
                  <a:lnTo>
                    <a:pt x="2657565" y="204989"/>
                  </a:lnTo>
                  <a:lnTo>
                    <a:pt x="2656493" y="205136"/>
                  </a:lnTo>
                  <a:lnTo>
                    <a:pt x="2655421" y="205282"/>
                  </a:lnTo>
                  <a:lnTo>
                    <a:pt x="2654350" y="205429"/>
                  </a:lnTo>
                  <a:lnTo>
                    <a:pt x="2653278" y="205575"/>
                  </a:lnTo>
                  <a:lnTo>
                    <a:pt x="2652207" y="205721"/>
                  </a:lnTo>
                  <a:lnTo>
                    <a:pt x="2651135" y="205867"/>
                  </a:lnTo>
                  <a:lnTo>
                    <a:pt x="2650063" y="206013"/>
                  </a:lnTo>
                  <a:lnTo>
                    <a:pt x="2648992" y="206159"/>
                  </a:lnTo>
                  <a:lnTo>
                    <a:pt x="2647920" y="206304"/>
                  </a:lnTo>
                  <a:lnTo>
                    <a:pt x="2646849" y="206450"/>
                  </a:lnTo>
                  <a:lnTo>
                    <a:pt x="2645777" y="206595"/>
                  </a:lnTo>
                  <a:lnTo>
                    <a:pt x="2644705" y="206740"/>
                  </a:lnTo>
                  <a:lnTo>
                    <a:pt x="2643634" y="206885"/>
                  </a:lnTo>
                  <a:lnTo>
                    <a:pt x="2642562" y="207030"/>
                  </a:lnTo>
                  <a:lnTo>
                    <a:pt x="2641491" y="207174"/>
                  </a:lnTo>
                  <a:lnTo>
                    <a:pt x="2640419" y="207319"/>
                  </a:lnTo>
                  <a:lnTo>
                    <a:pt x="2639347" y="207463"/>
                  </a:lnTo>
                  <a:lnTo>
                    <a:pt x="2638276" y="207607"/>
                  </a:lnTo>
                  <a:lnTo>
                    <a:pt x="2637204" y="207751"/>
                  </a:lnTo>
                  <a:lnTo>
                    <a:pt x="2636133" y="207895"/>
                  </a:lnTo>
                  <a:lnTo>
                    <a:pt x="2635061" y="208039"/>
                  </a:lnTo>
                  <a:lnTo>
                    <a:pt x="2633989" y="208182"/>
                  </a:lnTo>
                  <a:lnTo>
                    <a:pt x="2632918" y="208326"/>
                  </a:lnTo>
                  <a:lnTo>
                    <a:pt x="2631846" y="208469"/>
                  </a:lnTo>
                  <a:lnTo>
                    <a:pt x="2630775" y="208612"/>
                  </a:lnTo>
                  <a:lnTo>
                    <a:pt x="2629703" y="208755"/>
                  </a:lnTo>
                  <a:lnTo>
                    <a:pt x="2628631" y="208898"/>
                  </a:lnTo>
                  <a:lnTo>
                    <a:pt x="2627560" y="209040"/>
                  </a:lnTo>
                  <a:lnTo>
                    <a:pt x="2626488" y="209182"/>
                  </a:lnTo>
                  <a:lnTo>
                    <a:pt x="2625417" y="209325"/>
                  </a:lnTo>
                  <a:lnTo>
                    <a:pt x="2624345" y="209467"/>
                  </a:lnTo>
                  <a:lnTo>
                    <a:pt x="2623273" y="209608"/>
                  </a:lnTo>
                  <a:lnTo>
                    <a:pt x="2622202" y="209750"/>
                  </a:lnTo>
                  <a:lnTo>
                    <a:pt x="2621130" y="209891"/>
                  </a:lnTo>
                  <a:lnTo>
                    <a:pt x="2620059" y="210032"/>
                  </a:lnTo>
                  <a:lnTo>
                    <a:pt x="2618987" y="210173"/>
                  </a:lnTo>
                  <a:lnTo>
                    <a:pt x="2617915" y="210314"/>
                  </a:lnTo>
                  <a:lnTo>
                    <a:pt x="2616844" y="210455"/>
                  </a:lnTo>
                  <a:lnTo>
                    <a:pt x="2615772" y="210595"/>
                  </a:lnTo>
                  <a:lnTo>
                    <a:pt x="2614701" y="210735"/>
                  </a:lnTo>
                  <a:lnTo>
                    <a:pt x="2613629" y="210875"/>
                  </a:lnTo>
                  <a:lnTo>
                    <a:pt x="2612557" y="211015"/>
                  </a:lnTo>
                  <a:lnTo>
                    <a:pt x="2611486" y="211155"/>
                  </a:lnTo>
                  <a:lnTo>
                    <a:pt x="2610414" y="211294"/>
                  </a:lnTo>
                  <a:lnTo>
                    <a:pt x="2609343" y="211433"/>
                  </a:lnTo>
                  <a:lnTo>
                    <a:pt x="2608271" y="211572"/>
                  </a:lnTo>
                  <a:lnTo>
                    <a:pt x="2607199" y="211711"/>
                  </a:lnTo>
                  <a:lnTo>
                    <a:pt x="2606128" y="211850"/>
                  </a:lnTo>
                  <a:lnTo>
                    <a:pt x="2605056" y="211988"/>
                  </a:lnTo>
                  <a:lnTo>
                    <a:pt x="2603985" y="212126"/>
                  </a:lnTo>
                  <a:lnTo>
                    <a:pt x="2602913" y="212264"/>
                  </a:lnTo>
                  <a:lnTo>
                    <a:pt x="2601841" y="212401"/>
                  </a:lnTo>
                  <a:lnTo>
                    <a:pt x="2600770" y="212539"/>
                  </a:lnTo>
                  <a:lnTo>
                    <a:pt x="2599698" y="212676"/>
                  </a:lnTo>
                  <a:lnTo>
                    <a:pt x="2598627" y="212813"/>
                  </a:lnTo>
                  <a:lnTo>
                    <a:pt x="2597555" y="212950"/>
                  </a:lnTo>
                  <a:lnTo>
                    <a:pt x="2596483" y="213086"/>
                  </a:lnTo>
                  <a:lnTo>
                    <a:pt x="2595412" y="213222"/>
                  </a:lnTo>
                  <a:lnTo>
                    <a:pt x="2594340" y="213358"/>
                  </a:lnTo>
                  <a:lnTo>
                    <a:pt x="2593269" y="213494"/>
                  </a:lnTo>
                  <a:lnTo>
                    <a:pt x="2592197" y="213630"/>
                  </a:lnTo>
                  <a:lnTo>
                    <a:pt x="2591125" y="213765"/>
                  </a:lnTo>
                  <a:lnTo>
                    <a:pt x="2590054" y="213900"/>
                  </a:lnTo>
                  <a:lnTo>
                    <a:pt x="2588982" y="214035"/>
                  </a:lnTo>
                  <a:lnTo>
                    <a:pt x="2587911" y="214169"/>
                  </a:lnTo>
                  <a:lnTo>
                    <a:pt x="2586839" y="214304"/>
                  </a:lnTo>
                  <a:lnTo>
                    <a:pt x="2585767" y="214438"/>
                  </a:lnTo>
                  <a:lnTo>
                    <a:pt x="2584696" y="214571"/>
                  </a:lnTo>
                  <a:lnTo>
                    <a:pt x="2583624" y="214705"/>
                  </a:lnTo>
                  <a:lnTo>
                    <a:pt x="2582553" y="214838"/>
                  </a:lnTo>
                  <a:lnTo>
                    <a:pt x="2581481" y="214971"/>
                  </a:lnTo>
                  <a:lnTo>
                    <a:pt x="2580409" y="215104"/>
                  </a:lnTo>
                  <a:lnTo>
                    <a:pt x="2579338" y="215236"/>
                  </a:lnTo>
                  <a:lnTo>
                    <a:pt x="2578266" y="215368"/>
                  </a:lnTo>
                  <a:lnTo>
                    <a:pt x="2577195" y="215500"/>
                  </a:lnTo>
                  <a:lnTo>
                    <a:pt x="2576123" y="215632"/>
                  </a:lnTo>
                  <a:lnTo>
                    <a:pt x="2575051" y="215763"/>
                  </a:lnTo>
                  <a:lnTo>
                    <a:pt x="2573980" y="215894"/>
                  </a:lnTo>
                  <a:lnTo>
                    <a:pt x="2572908" y="216025"/>
                  </a:lnTo>
                  <a:lnTo>
                    <a:pt x="2571837" y="216156"/>
                  </a:lnTo>
                  <a:lnTo>
                    <a:pt x="2570765" y="216286"/>
                  </a:lnTo>
                  <a:lnTo>
                    <a:pt x="2569693" y="216416"/>
                  </a:lnTo>
                  <a:lnTo>
                    <a:pt x="2568622" y="216546"/>
                  </a:lnTo>
                  <a:lnTo>
                    <a:pt x="2567550" y="216675"/>
                  </a:lnTo>
                  <a:lnTo>
                    <a:pt x="2566479" y="216804"/>
                  </a:lnTo>
                  <a:lnTo>
                    <a:pt x="2565407" y="216933"/>
                  </a:lnTo>
                  <a:lnTo>
                    <a:pt x="2564335" y="217061"/>
                  </a:lnTo>
                  <a:lnTo>
                    <a:pt x="2563264" y="217190"/>
                  </a:lnTo>
                  <a:lnTo>
                    <a:pt x="2562192" y="217317"/>
                  </a:lnTo>
                  <a:lnTo>
                    <a:pt x="2561121" y="217445"/>
                  </a:lnTo>
                  <a:lnTo>
                    <a:pt x="2560049" y="217572"/>
                  </a:lnTo>
                  <a:lnTo>
                    <a:pt x="2558977" y="217699"/>
                  </a:lnTo>
                  <a:lnTo>
                    <a:pt x="2557906" y="217826"/>
                  </a:lnTo>
                  <a:lnTo>
                    <a:pt x="2556834" y="217952"/>
                  </a:lnTo>
                  <a:lnTo>
                    <a:pt x="2555763" y="218079"/>
                  </a:lnTo>
                  <a:lnTo>
                    <a:pt x="2554691" y="218204"/>
                  </a:lnTo>
                  <a:lnTo>
                    <a:pt x="2553619" y="218330"/>
                  </a:lnTo>
                  <a:lnTo>
                    <a:pt x="2552548" y="218455"/>
                  </a:lnTo>
                  <a:lnTo>
                    <a:pt x="2551476" y="218580"/>
                  </a:lnTo>
                  <a:lnTo>
                    <a:pt x="2550405" y="218704"/>
                  </a:lnTo>
                  <a:lnTo>
                    <a:pt x="2549333" y="218828"/>
                  </a:lnTo>
                  <a:lnTo>
                    <a:pt x="2548261" y="218952"/>
                  </a:lnTo>
                  <a:lnTo>
                    <a:pt x="2547190" y="219076"/>
                  </a:lnTo>
                  <a:lnTo>
                    <a:pt x="2546118" y="219199"/>
                  </a:lnTo>
                  <a:lnTo>
                    <a:pt x="2545047" y="219322"/>
                  </a:lnTo>
                  <a:lnTo>
                    <a:pt x="2543975" y="219444"/>
                  </a:lnTo>
                  <a:lnTo>
                    <a:pt x="2542903" y="219567"/>
                  </a:lnTo>
                  <a:lnTo>
                    <a:pt x="2541832" y="219688"/>
                  </a:lnTo>
                  <a:lnTo>
                    <a:pt x="2540760" y="219810"/>
                  </a:lnTo>
                  <a:lnTo>
                    <a:pt x="2539689" y="219931"/>
                  </a:lnTo>
                  <a:lnTo>
                    <a:pt x="2538617" y="220052"/>
                  </a:lnTo>
                  <a:lnTo>
                    <a:pt x="2537545" y="220173"/>
                  </a:lnTo>
                  <a:lnTo>
                    <a:pt x="2536474" y="220293"/>
                  </a:lnTo>
                  <a:lnTo>
                    <a:pt x="2535402" y="220413"/>
                  </a:lnTo>
                  <a:lnTo>
                    <a:pt x="2534331" y="220532"/>
                  </a:lnTo>
                  <a:lnTo>
                    <a:pt x="2533259" y="220651"/>
                  </a:lnTo>
                  <a:lnTo>
                    <a:pt x="2532187" y="220770"/>
                  </a:lnTo>
                  <a:lnTo>
                    <a:pt x="2531116" y="220888"/>
                  </a:lnTo>
                  <a:lnTo>
                    <a:pt x="2530044" y="221006"/>
                  </a:lnTo>
                  <a:lnTo>
                    <a:pt x="2528973" y="221124"/>
                  </a:lnTo>
                  <a:lnTo>
                    <a:pt x="2527901" y="221241"/>
                  </a:lnTo>
                  <a:lnTo>
                    <a:pt x="2526829" y="221358"/>
                  </a:lnTo>
                  <a:lnTo>
                    <a:pt x="2525758" y="221475"/>
                  </a:lnTo>
                  <a:lnTo>
                    <a:pt x="2524686" y="221591"/>
                  </a:lnTo>
                  <a:lnTo>
                    <a:pt x="2523615" y="221707"/>
                  </a:lnTo>
                  <a:lnTo>
                    <a:pt x="2522543" y="221823"/>
                  </a:lnTo>
                  <a:lnTo>
                    <a:pt x="2521471" y="221938"/>
                  </a:lnTo>
                  <a:lnTo>
                    <a:pt x="2520400" y="222053"/>
                  </a:lnTo>
                  <a:lnTo>
                    <a:pt x="2519328" y="222167"/>
                  </a:lnTo>
                  <a:lnTo>
                    <a:pt x="2518257" y="222281"/>
                  </a:lnTo>
                  <a:lnTo>
                    <a:pt x="2517185" y="222395"/>
                  </a:lnTo>
                  <a:lnTo>
                    <a:pt x="2516113" y="222508"/>
                  </a:lnTo>
                  <a:lnTo>
                    <a:pt x="2515042" y="222621"/>
                  </a:lnTo>
                  <a:lnTo>
                    <a:pt x="2513970" y="222733"/>
                  </a:lnTo>
                  <a:lnTo>
                    <a:pt x="2512899" y="222845"/>
                  </a:lnTo>
                  <a:lnTo>
                    <a:pt x="2511827" y="222957"/>
                  </a:lnTo>
                  <a:lnTo>
                    <a:pt x="2510755" y="223068"/>
                  </a:lnTo>
                  <a:lnTo>
                    <a:pt x="2509684" y="223179"/>
                  </a:lnTo>
                  <a:lnTo>
                    <a:pt x="2508612" y="223290"/>
                  </a:lnTo>
                  <a:lnTo>
                    <a:pt x="2507541" y="223400"/>
                  </a:lnTo>
                  <a:lnTo>
                    <a:pt x="2506469" y="223509"/>
                  </a:lnTo>
                  <a:lnTo>
                    <a:pt x="2505397" y="223619"/>
                  </a:lnTo>
                  <a:lnTo>
                    <a:pt x="2504326" y="223728"/>
                  </a:lnTo>
                  <a:lnTo>
                    <a:pt x="2503254" y="223836"/>
                  </a:lnTo>
                  <a:lnTo>
                    <a:pt x="2502183" y="223944"/>
                  </a:lnTo>
                  <a:lnTo>
                    <a:pt x="2501111" y="224052"/>
                  </a:lnTo>
                  <a:lnTo>
                    <a:pt x="2500039" y="224159"/>
                  </a:lnTo>
                  <a:lnTo>
                    <a:pt x="2498968" y="224266"/>
                  </a:lnTo>
                  <a:lnTo>
                    <a:pt x="2497896" y="224373"/>
                  </a:lnTo>
                  <a:lnTo>
                    <a:pt x="2496825" y="224479"/>
                  </a:lnTo>
                  <a:lnTo>
                    <a:pt x="2495753" y="224584"/>
                  </a:lnTo>
                  <a:lnTo>
                    <a:pt x="2494681" y="224689"/>
                  </a:lnTo>
                  <a:lnTo>
                    <a:pt x="2493610" y="224794"/>
                  </a:lnTo>
                  <a:lnTo>
                    <a:pt x="2492538" y="224898"/>
                  </a:lnTo>
                  <a:lnTo>
                    <a:pt x="2491467" y="225002"/>
                  </a:lnTo>
                  <a:lnTo>
                    <a:pt x="2490395" y="225106"/>
                  </a:lnTo>
                  <a:lnTo>
                    <a:pt x="2489323" y="225209"/>
                  </a:lnTo>
                  <a:lnTo>
                    <a:pt x="2488252" y="225312"/>
                  </a:lnTo>
                  <a:lnTo>
                    <a:pt x="2487180" y="225414"/>
                  </a:lnTo>
                  <a:lnTo>
                    <a:pt x="2486109" y="225516"/>
                  </a:lnTo>
                  <a:lnTo>
                    <a:pt x="2485037" y="225617"/>
                  </a:lnTo>
                  <a:lnTo>
                    <a:pt x="2483966" y="225718"/>
                  </a:lnTo>
                  <a:lnTo>
                    <a:pt x="2482894" y="225818"/>
                  </a:lnTo>
                  <a:lnTo>
                    <a:pt x="2481822" y="225918"/>
                  </a:lnTo>
                  <a:lnTo>
                    <a:pt x="2480751" y="226018"/>
                  </a:lnTo>
                  <a:lnTo>
                    <a:pt x="2479679" y="226117"/>
                  </a:lnTo>
                  <a:lnTo>
                    <a:pt x="2478608" y="226215"/>
                  </a:lnTo>
                  <a:lnTo>
                    <a:pt x="2477536" y="226314"/>
                  </a:lnTo>
                  <a:lnTo>
                    <a:pt x="2476464" y="226411"/>
                  </a:lnTo>
                  <a:lnTo>
                    <a:pt x="2475393" y="226509"/>
                  </a:lnTo>
                  <a:lnTo>
                    <a:pt x="2474321" y="226605"/>
                  </a:lnTo>
                  <a:lnTo>
                    <a:pt x="2473250" y="226702"/>
                  </a:lnTo>
                  <a:lnTo>
                    <a:pt x="2472178" y="226798"/>
                  </a:lnTo>
                  <a:lnTo>
                    <a:pt x="2471106" y="226893"/>
                  </a:lnTo>
                  <a:lnTo>
                    <a:pt x="2470035" y="226988"/>
                  </a:lnTo>
                  <a:lnTo>
                    <a:pt x="2468963" y="227083"/>
                  </a:lnTo>
                  <a:lnTo>
                    <a:pt x="2467892" y="227177"/>
                  </a:lnTo>
                  <a:lnTo>
                    <a:pt x="2466820" y="227270"/>
                  </a:lnTo>
                  <a:lnTo>
                    <a:pt x="2465748" y="227363"/>
                  </a:lnTo>
                  <a:lnTo>
                    <a:pt x="2464677" y="227456"/>
                  </a:lnTo>
                  <a:lnTo>
                    <a:pt x="2463605" y="227548"/>
                  </a:lnTo>
                  <a:lnTo>
                    <a:pt x="2462534" y="227640"/>
                  </a:lnTo>
                  <a:lnTo>
                    <a:pt x="2461462" y="227731"/>
                  </a:lnTo>
                  <a:lnTo>
                    <a:pt x="2460390" y="227822"/>
                  </a:lnTo>
                  <a:lnTo>
                    <a:pt x="2459319" y="227912"/>
                  </a:lnTo>
                  <a:lnTo>
                    <a:pt x="2458247" y="228002"/>
                  </a:lnTo>
                  <a:lnTo>
                    <a:pt x="2457176" y="228091"/>
                  </a:lnTo>
                  <a:lnTo>
                    <a:pt x="2456104" y="228180"/>
                  </a:lnTo>
                  <a:lnTo>
                    <a:pt x="2455032" y="228268"/>
                  </a:lnTo>
                  <a:lnTo>
                    <a:pt x="2453961" y="228356"/>
                  </a:lnTo>
                  <a:lnTo>
                    <a:pt x="2452889" y="228443"/>
                  </a:lnTo>
                  <a:lnTo>
                    <a:pt x="2451818" y="228530"/>
                  </a:lnTo>
                  <a:lnTo>
                    <a:pt x="2450746" y="228616"/>
                  </a:lnTo>
                  <a:lnTo>
                    <a:pt x="2449674" y="228702"/>
                  </a:lnTo>
                  <a:lnTo>
                    <a:pt x="2448603" y="228787"/>
                  </a:lnTo>
                  <a:lnTo>
                    <a:pt x="2447531" y="228872"/>
                  </a:lnTo>
                  <a:lnTo>
                    <a:pt x="2446460" y="228956"/>
                  </a:lnTo>
                  <a:lnTo>
                    <a:pt x="2445388" y="229040"/>
                  </a:lnTo>
                  <a:lnTo>
                    <a:pt x="2444316" y="229123"/>
                  </a:lnTo>
                  <a:lnTo>
                    <a:pt x="2443245" y="229206"/>
                  </a:lnTo>
                  <a:lnTo>
                    <a:pt x="2442173" y="229288"/>
                  </a:lnTo>
                  <a:lnTo>
                    <a:pt x="2441102" y="229370"/>
                  </a:lnTo>
                  <a:lnTo>
                    <a:pt x="2440030" y="229451"/>
                  </a:lnTo>
                  <a:lnTo>
                    <a:pt x="2438958" y="229532"/>
                  </a:lnTo>
                  <a:lnTo>
                    <a:pt x="2437887" y="229612"/>
                  </a:lnTo>
                  <a:lnTo>
                    <a:pt x="2436815" y="229691"/>
                  </a:lnTo>
                  <a:lnTo>
                    <a:pt x="2435744" y="229770"/>
                  </a:lnTo>
                  <a:lnTo>
                    <a:pt x="2434672" y="229849"/>
                  </a:lnTo>
                  <a:lnTo>
                    <a:pt x="2433600" y="229927"/>
                  </a:lnTo>
                  <a:lnTo>
                    <a:pt x="2432529" y="230005"/>
                  </a:lnTo>
                  <a:lnTo>
                    <a:pt x="2431457" y="230082"/>
                  </a:lnTo>
                  <a:lnTo>
                    <a:pt x="2430386" y="230158"/>
                  </a:lnTo>
                  <a:lnTo>
                    <a:pt x="2429314" y="230234"/>
                  </a:lnTo>
                  <a:lnTo>
                    <a:pt x="2428242" y="230309"/>
                  </a:lnTo>
                  <a:lnTo>
                    <a:pt x="2427171" y="230384"/>
                  </a:lnTo>
                  <a:lnTo>
                    <a:pt x="2426099" y="230458"/>
                  </a:lnTo>
                  <a:lnTo>
                    <a:pt x="2425028" y="230532"/>
                  </a:lnTo>
                  <a:lnTo>
                    <a:pt x="2423956" y="230605"/>
                  </a:lnTo>
                  <a:lnTo>
                    <a:pt x="2422884" y="230678"/>
                  </a:lnTo>
                  <a:lnTo>
                    <a:pt x="2421813" y="230750"/>
                  </a:lnTo>
                  <a:lnTo>
                    <a:pt x="2420741" y="230821"/>
                  </a:lnTo>
                  <a:lnTo>
                    <a:pt x="2419670" y="230892"/>
                  </a:lnTo>
                  <a:lnTo>
                    <a:pt x="2418598" y="230963"/>
                  </a:lnTo>
                  <a:lnTo>
                    <a:pt x="2417526" y="231033"/>
                  </a:lnTo>
                  <a:lnTo>
                    <a:pt x="2416455" y="231102"/>
                  </a:lnTo>
                  <a:lnTo>
                    <a:pt x="2415383" y="231171"/>
                  </a:lnTo>
                  <a:lnTo>
                    <a:pt x="2414312" y="231239"/>
                  </a:lnTo>
                  <a:lnTo>
                    <a:pt x="2413240" y="231306"/>
                  </a:lnTo>
                  <a:lnTo>
                    <a:pt x="2412168" y="231373"/>
                  </a:lnTo>
                  <a:lnTo>
                    <a:pt x="2411097" y="231440"/>
                  </a:lnTo>
                  <a:lnTo>
                    <a:pt x="2410025" y="231506"/>
                  </a:lnTo>
                  <a:lnTo>
                    <a:pt x="2408954" y="231571"/>
                  </a:lnTo>
                  <a:lnTo>
                    <a:pt x="2407882" y="231636"/>
                  </a:lnTo>
                  <a:lnTo>
                    <a:pt x="2406810" y="231700"/>
                  </a:lnTo>
                  <a:lnTo>
                    <a:pt x="2405739" y="231764"/>
                  </a:lnTo>
                  <a:lnTo>
                    <a:pt x="2404667" y="231827"/>
                  </a:lnTo>
                  <a:lnTo>
                    <a:pt x="2403596" y="231889"/>
                  </a:lnTo>
                  <a:lnTo>
                    <a:pt x="2402524" y="231951"/>
                  </a:lnTo>
                  <a:lnTo>
                    <a:pt x="2401452" y="232012"/>
                  </a:lnTo>
                  <a:lnTo>
                    <a:pt x="2400381" y="232073"/>
                  </a:lnTo>
                  <a:lnTo>
                    <a:pt x="2399309" y="232133"/>
                  </a:lnTo>
                  <a:lnTo>
                    <a:pt x="2398238" y="232192"/>
                  </a:lnTo>
                  <a:lnTo>
                    <a:pt x="2397166" y="232251"/>
                  </a:lnTo>
                  <a:lnTo>
                    <a:pt x="2396094" y="232310"/>
                  </a:lnTo>
                  <a:lnTo>
                    <a:pt x="2395023" y="232367"/>
                  </a:lnTo>
                  <a:lnTo>
                    <a:pt x="2393951" y="232424"/>
                  </a:lnTo>
                  <a:lnTo>
                    <a:pt x="2392880" y="232481"/>
                  </a:lnTo>
                  <a:lnTo>
                    <a:pt x="2391808" y="232537"/>
                  </a:lnTo>
                  <a:lnTo>
                    <a:pt x="2390736" y="232592"/>
                  </a:lnTo>
                  <a:lnTo>
                    <a:pt x="2389665" y="232647"/>
                  </a:lnTo>
                  <a:lnTo>
                    <a:pt x="2388593" y="232701"/>
                  </a:lnTo>
                  <a:lnTo>
                    <a:pt x="2387522" y="232754"/>
                  </a:lnTo>
                  <a:lnTo>
                    <a:pt x="2386450" y="232807"/>
                  </a:lnTo>
                  <a:lnTo>
                    <a:pt x="2385378" y="232859"/>
                  </a:lnTo>
                  <a:lnTo>
                    <a:pt x="2384307" y="232911"/>
                  </a:lnTo>
                  <a:lnTo>
                    <a:pt x="2383235" y="232962"/>
                  </a:lnTo>
                  <a:lnTo>
                    <a:pt x="2382164" y="233012"/>
                  </a:lnTo>
                  <a:lnTo>
                    <a:pt x="2381092" y="233062"/>
                  </a:lnTo>
                  <a:lnTo>
                    <a:pt x="2380020" y="233111"/>
                  </a:lnTo>
                  <a:lnTo>
                    <a:pt x="2378949" y="233160"/>
                  </a:lnTo>
                  <a:lnTo>
                    <a:pt x="2377877" y="233208"/>
                  </a:lnTo>
                  <a:lnTo>
                    <a:pt x="2376806" y="233255"/>
                  </a:lnTo>
                  <a:lnTo>
                    <a:pt x="2375734" y="233301"/>
                  </a:lnTo>
                  <a:lnTo>
                    <a:pt x="2374662" y="233347"/>
                  </a:lnTo>
                  <a:lnTo>
                    <a:pt x="2373591" y="233393"/>
                  </a:lnTo>
                  <a:lnTo>
                    <a:pt x="2372519" y="233437"/>
                  </a:lnTo>
                  <a:lnTo>
                    <a:pt x="2371448" y="233481"/>
                  </a:lnTo>
                  <a:lnTo>
                    <a:pt x="2370376" y="233525"/>
                  </a:lnTo>
                  <a:lnTo>
                    <a:pt x="2369304" y="233568"/>
                  </a:lnTo>
                  <a:lnTo>
                    <a:pt x="2368233" y="233610"/>
                  </a:lnTo>
                  <a:lnTo>
                    <a:pt x="2367161" y="233651"/>
                  </a:lnTo>
                  <a:lnTo>
                    <a:pt x="2366090" y="233692"/>
                  </a:lnTo>
                  <a:lnTo>
                    <a:pt x="2365018" y="233732"/>
                  </a:lnTo>
                  <a:lnTo>
                    <a:pt x="2363946" y="233772"/>
                  </a:lnTo>
                  <a:lnTo>
                    <a:pt x="2362875" y="233811"/>
                  </a:lnTo>
                  <a:lnTo>
                    <a:pt x="2361803" y="233849"/>
                  </a:lnTo>
                  <a:lnTo>
                    <a:pt x="2360732" y="233887"/>
                  </a:lnTo>
                  <a:lnTo>
                    <a:pt x="2359660" y="233924"/>
                  </a:lnTo>
                  <a:lnTo>
                    <a:pt x="2358588" y="233960"/>
                  </a:lnTo>
                  <a:lnTo>
                    <a:pt x="2357517" y="233995"/>
                  </a:lnTo>
                  <a:lnTo>
                    <a:pt x="2356445" y="234030"/>
                  </a:lnTo>
                  <a:lnTo>
                    <a:pt x="2355374" y="234065"/>
                  </a:lnTo>
                  <a:lnTo>
                    <a:pt x="2354302" y="234098"/>
                  </a:lnTo>
                  <a:lnTo>
                    <a:pt x="2353230" y="234131"/>
                  </a:lnTo>
                  <a:lnTo>
                    <a:pt x="2352159" y="234163"/>
                  </a:lnTo>
                  <a:lnTo>
                    <a:pt x="2351087" y="234195"/>
                  </a:lnTo>
                  <a:lnTo>
                    <a:pt x="2350016" y="234226"/>
                  </a:lnTo>
                  <a:lnTo>
                    <a:pt x="2348944" y="234256"/>
                  </a:lnTo>
                  <a:lnTo>
                    <a:pt x="2347872" y="234286"/>
                  </a:lnTo>
                  <a:lnTo>
                    <a:pt x="2346801" y="234315"/>
                  </a:lnTo>
                  <a:lnTo>
                    <a:pt x="2345729" y="234343"/>
                  </a:lnTo>
                  <a:lnTo>
                    <a:pt x="2344658" y="234370"/>
                  </a:lnTo>
                  <a:lnTo>
                    <a:pt x="2343586" y="234397"/>
                  </a:lnTo>
                  <a:lnTo>
                    <a:pt x="2342514" y="234423"/>
                  </a:lnTo>
                  <a:lnTo>
                    <a:pt x="2341443" y="234449"/>
                  </a:lnTo>
                  <a:lnTo>
                    <a:pt x="2340371" y="234473"/>
                  </a:lnTo>
                  <a:lnTo>
                    <a:pt x="2339300" y="234497"/>
                  </a:lnTo>
                  <a:lnTo>
                    <a:pt x="2338228" y="234521"/>
                  </a:lnTo>
                  <a:lnTo>
                    <a:pt x="2337156" y="234543"/>
                  </a:lnTo>
                  <a:lnTo>
                    <a:pt x="2336085" y="234565"/>
                  </a:lnTo>
                  <a:lnTo>
                    <a:pt x="2335013" y="234586"/>
                  </a:lnTo>
                  <a:lnTo>
                    <a:pt x="2333942" y="234607"/>
                  </a:lnTo>
                  <a:lnTo>
                    <a:pt x="2332870" y="234627"/>
                  </a:lnTo>
                  <a:lnTo>
                    <a:pt x="2331798" y="234646"/>
                  </a:lnTo>
                  <a:lnTo>
                    <a:pt x="2330727" y="234664"/>
                  </a:lnTo>
                  <a:lnTo>
                    <a:pt x="2329655" y="234682"/>
                  </a:lnTo>
                  <a:lnTo>
                    <a:pt x="2328584" y="234699"/>
                  </a:lnTo>
                  <a:lnTo>
                    <a:pt x="2327512" y="234715"/>
                  </a:lnTo>
                  <a:lnTo>
                    <a:pt x="2326440" y="234731"/>
                  </a:lnTo>
                  <a:lnTo>
                    <a:pt x="2325369" y="234746"/>
                  </a:lnTo>
                  <a:lnTo>
                    <a:pt x="2324297" y="234760"/>
                  </a:lnTo>
                  <a:lnTo>
                    <a:pt x="2323226" y="234773"/>
                  </a:lnTo>
                  <a:lnTo>
                    <a:pt x="2322154" y="234786"/>
                  </a:lnTo>
                  <a:lnTo>
                    <a:pt x="2321082" y="234798"/>
                  </a:lnTo>
                  <a:lnTo>
                    <a:pt x="2320011" y="234809"/>
                  </a:lnTo>
                  <a:lnTo>
                    <a:pt x="2318939" y="234820"/>
                  </a:lnTo>
                  <a:lnTo>
                    <a:pt x="2317868" y="234829"/>
                  </a:lnTo>
                  <a:lnTo>
                    <a:pt x="2316796" y="234838"/>
                  </a:lnTo>
                  <a:lnTo>
                    <a:pt x="2315724" y="234847"/>
                  </a:lnTo>
                  <a:lnTo>
                    <a:pt x="2314653" y="234854"/>
                  </a:lnTo>
                  <a:lnTo>
                    <a:pt x="2313581" y="234861"/>
                  </a:lnTo>
                  <a:lnTo>
                    <a:pt x="2312510" y="234867"/>
                  </a:lnTo>
                  <a:lnTo>
                    <a:pt x="2311438" y="234872"/>
                  </a:lnTo>
                  <a:lnTo>
                    <a:pt x="2310366" y="234877"/>
                  </a:lnTo>
                  <a:lnTo>
                    <a:pt x="2309295" y="234881"/>
                  </a:lnTo>
                  <a:lnTo>
                    <a:pt x="2308223" y="234884"/>
                  </a:lnTo>
                  <a:lnTo>
                    <a:pt x="2307152" y="234886"/>
                  </a:lnTo>
                  <a:lnTo>
                    <a:pt x="2306080" y="234888"/>
                  </a:lnTo>
                  <a:lnTo>
                    <a:pt x="2305009" y="234889"/>
                  </a:lnTo>
                  <a:lnTo>
                    <a:pt x="2303937" y="234889"/>
                  </a:lnTo>
                  <a:lnTo>
                    <a:pt x="2302865" y="234888"/>
                  </a:lnTo>
                  <a:lnTo>
                    <a:pt x="2301794" y="234887"/>
                  </a:lnTo>
                  <a:lnTo>
                    <a:pt x="2300722" y="234884"/>
                  </a:lnTo>
                  <a:lnTo>
                    <a:pt x="2299651" y="234881"/>
                  </a:lnTo>
                  <a:lnTo>
                    <a:pt x="2298579" y="234878"/>
                  </a:lnTo>
                  <a:lnTo>
                    <a:pt x="2297507" y="234873"/>
                  </a:lnTo>
                  <a:lnTo>
                    <a:pt x="2296436" y="234868"/>
                  </a:lnTo>
                  <a:lnTo>
                    <a:pt x="2295364" y="234862"/>
                  </a:lnTo>
                  <a:lnTo>
                    <a:pt x="2294293" y="234855"/>
                  </a:lnTo>
                  <a:lnTo>
                    <a:pt x="2293221" y="234847"/>
                  </a:lnTo>
                  <a:lnTo>
                    <a:pt x="2292149" y="234839"/>
                  </a:lnTo>
                  <a:lnTo>
                    <a:pt x="2291078" y="234830"/>
                  </a:lnTo>
                  <a:lnTo>
                    <a:pt x="2290006" y="234820"/>
                  </a:lnTo>
                  <a:lnTo>
                    <a:pt x="2288935" y="234809"/>
                  </a:lnTo>
                  <a:lnTo>
                    <a:pt x="2287863" y="234798"/>
                  </a:lnTo>
                  <a:lnTo>
                    <a:pt x="2286791" y="234785"/>
                  </a:lnTo>
                  <a:lnTo>
                    <a:pt x="2285720" y="234772"/>
                  </a:lnTo>
                  <a:lnTo>
                    <a:pt x="2284648" y="234759"/>
                  </a:lnTo>
                  <a:lnTo>
                    <a:pt x="2283577" y="234744"/>
                  </a:lnTo>
                  <a:lnTo>
                    <a:pt x="2282505" y="234728"/>
                  </a:lnTo>
                  <a:lnTo>
                    <a:pt x="2281433" y="234712"/>
                  </a:lnTo>
                  <a:lnTo>
                    <a:pt x="2280362" y="234695"/>
                  </a:lnTo>
                  <a:lnTo>
                    <a:pt x="2279290" y="234677"/>
                  </a:lnTo>
                  <a:lnTo>
                    <a:pt x="2278219" y="234659"/>
                  </a:lnTo>
                  <a:lnTo>
                    <a:pt x="2277147" y="234639"/>
                  </a:lnTo>
                  <a:lnTo>
                    <a:pt x="2276075" y="234619"/>
                  </a:lnTo>
                  <a:lnTo>
                    <a:pt x="2275004" y="234598"/>
                  </a:lnTo>
                  <a:lnTo>
                    <a:pt x="2273932" y="234576"/>
                  </a:lnTo>
                  <a:lnTo>
                    <a:pt x="2272861" y="234553"/>
                  </a:lnTo>
                  <a:lnTo>
                    <a:pt x="2271789" y="234530"/>
                  </a:lnTo>
                  <a:lnTo>
                    <a:pt x="2270717" y="234506"/>
                  </a:lnTo>
                  <a:lnTo>
                    <a:pt x="2269646" y="234481"/>
                  </a:lnTo>
                  <a:lnTo>
                    <a:pt x="2268574" y="234455"/>
                  </a:lnTo>
                  <a:lnTo>
                    <a:pt x="2267503" y="234428"/>
                  </a:lnTo>
                  <a:lnTo>
                    <a:pt x="2266431" y="234400"/>
                  </a:lnTo>
                  <a:lnTo>
                    <a:pt x="2265359" y="234372"/>
                  </a:lnTo>
                  <a:lnTo>
                    <a:pt x="2264288" y="234343"/>
                  </a:lnTo>
                  <a:lnTo>
                    <a:pt x="2263216" y="234313"/>
                  </a:lnTo>
                  <a:lnTo>
                    <a:pt x="2262145" y="234282"/>
                  </a:lnTo>
                  <a:lnTo>
                    <a:pt x="2261073" y="234250"/>
                  </a:lnTo>
                  <a:lnTo>
                    <a:pt x="2260001" y="234218"/>
                  </a:lnTo>
                  <a:lnTo>
                    <a:pt x="2258930" y="234184"/>
                  </a:lnTo>
                  <a:lnTo>
                    <a:pt x="2257858" y="234150"/>
                  </a:lnTo>
                  <a:lnTo>
                    <a:pt x="2256787" y="234115"/>
                  </a:lnTo>
                  <a:lnTo>
                    <a:pt x="2255715" y="234079"/>
                  </a:lnTo>
                  <a:lnTo>
                    <a:pt x="2254643" y="234042"/>
                  </a:lnTo>
                  <a:lnTo>
                    <a:pt x="2253572" y="234005"/>
                  </a:lnTo>
                  <a:lnTo>
                    <a:pt x="2252500" y="233966"/>
                  </a:lnTo>
                  <a:lnTo>
                    <a:pt x="2251429" y="233927"/>
                  </a:lnTo>
                  <a:lnTo>
                    <a:pt x="2250357" y="233887"/>
                  </a:lnTo>
                  <a:lnTo>
                    <a:pt x="2249285" y="233846"/>
                  </a:lnTo>
                  <a:lnTo>
                    <a:pt x="2248214" y="233804"/>
                  </a:lnTo>
                  <a:lnTo>
                    <a:pt x="2247142" y="233762"/>
                  </a:lnTo>
                  <a:lnTo>
                    <a:pt x="2246071" y="233718"/>
                  </a:lnTo>
                  <a:lnTo>
                    <a:pt x="2244999" y="233674"/>
                  </a:lnTo>
                  <a:lnTo>
                    <a:pt x="2243927" y="233628"/>
                  </a:lnTo>
                  <a:lnTo>
                    <a:pt x="2242856" y="233582"/>
                  </a:lnTo>
                  <a:lnTo>
                    <a:pt x="2241784" y="233535"/>
                  </a:lnTo>
                  <a:lnTo>
                    <a:pt x="2240713" y="233488"/>
                  </a:lnTo>
                  <a:lnTo>
                    <a:pt x="2239641" y="233439"/>
                  </a:lnTo>
                  <a:lnTo>
                    <a:pt x="2238569" y="233389"/>
                  </a:lnTo>
                  <a:lnTo>
                    <a:pt x="2237498" y="233339"/>
                  </a:lnTo>
                  <a:lnTo>
                    <a:pt x="2236426" y="233288"/>
                  </a:lnTo>
                  <a:lnTo>
                    <a:pt x="2235355" y="233235"/>
                  </a:lnTo>
                  <a:lnTo>
                    <a:pt x="2234283" y="233182"/>
                  </a:lnTo>
                  <a:lnTo>
                    <a:pt x="2233211" y="233128"/>
                  </a:lnTo>
                  <a:lnTo>
                    <a:pt x="2232140" y="233073"/>
                  </a:lnTo>
                  <a:lnTo>
                    <a:pt x="2231068" y="233018"/>
                  </a:lnTo>
                  <a:lnTo>
                    <a:pt x="2229997" y="232961"/>
                  </a:lnTo>
                  <a:lnTo>
                    <a:pt x="2228925" y="232904"/>
                  </a:lnTo>
                  <a:lnTo>
                    <a:pt x="2227853" y="232845"/>
                  </a:lnTo>
                  <a:lnTo>
                    <a:pt x="2226782" y="232786"/>
                  </a:lnTo>
                  <a:lnTo>
                    <a:pt x="2225710" y="232726"/>
                  </a:lnTo>
                  <a:lnTo>
                    <a:pt x="2224639" y="232665"/>
                  </a:lnTo>
                  <a:lnTo>
                    <a:pt x="2223567" y="232603"/>
                  </a:lnTo>
                  <a:lnTo>
                    <a:pt x="2222495" y="232540"/>
                  </a:lnTo>
                  <a:lnTo>
                    <a:pt x="2221424" y="232476"/>
                  </a:lnTo>
                  <a:lnTo>
                    <a:pt x="2220352" y="232412"/>
                  </a:lnTo>
                  <a:lnTo>
                    <a:pt x="2219281" y="232346"/>
                  </a:lnTo>
                  <a:lnTo>
                    <a:pt x="2218209" y="232280"/>
                  </a:lnTo>
                  <a:lnTo>
                    <a:pt x="2217137" y="232212"/>
                  </a:lnTo>
                  <a:lnTo>
                    <a:pt x="2216066" y="232144"/>
                  </a:lnTo>
                  <a:lnTo>
                    <a:pt x="2214994" y="232075"/>
                  </a:lnTo>
                  <a:lnTo>
                    <a:pt x="2213923" y="232005"/>
                  </a:lnTo>
                  <a:lnTo>
                    <a:pt x="2212851" y="231934"/>
                  </a:lnTo>
                  <a:lnTo>
                    <a:pt x="2211779" y="231862"/>
                  </a:lnTo>
                  <a:lnTo>
                    <a:pt x="2210708" y="231789"/>
                  </a:lnTo>
                  <a:lnTo>
                    <a:pt x="2209636" y="231715"/>
                  </a:lnTo>
                  <a:lnTo>
                    <a:pt x="2208565" y="231640"/>
                  </a:lnTo>
                  <a:lnTo>
                    <a:pt x="2207493" y="231565"/>
                  </a:lnTo>
                  <a:lnTo>
                    <a:pt x="2206421" y="231488"/>
                  </a:lnTo>
                  <a:lnTo>
                    <a:pt x="2205350" y="231411"/>
                  </a:lnTo>
                  <a:lnTo>
                    <a:pt x="2204278" y="231332"/>
                  </a:lnTo>
                  <a:lnTo>
                    <a:pt x="2203207" y="231253"/>
                  </a:lnTo>
                  <a:lnTo>
                    <a:pt x="2202135" y="231173"/>
                  </a:lnTo>
                  <a:lnTo>
                    <a:pt x="2201063" y="231091"/>
                  </a:lnTo>
                  <a:lnTo>
                    <a:pt x="2199992" y="231009"/>
                  </a:lnTo>
                  <a:lnTo>
                    <a:pt x="2198920" y="230926"/>
                  </a:lnTo>
                  <a:lnTo>
                    <a:pt x="2197849" y="230842"/>
                  </a:lnTo>
                  <a:lnTo>
                    <a:pt x="2196777" y="230757"/>
                  </a:lnTo>
                  <a:lnTo>
                    <a:pt x="2195705" y="230671"/>
                  </a:lnTo>
                  <a:lnTo>
                    <a:pt x="2194634" y="230584"/>
                  </a:lnTo>
                  <a:lnTo>
                    <a:pt x="2193562" y="230497"/>
                  </a:lnTo>
                  <a:lnTo>
                    <a:pt x="2192491" y="230408"/>
                  </a:lnTo>
                  <a:lnTo>
                    <a:pt x="2191419" y="230318"/>
                  </a:lnTo>
                  <a:lnTo>
                    <a:pt x="2190347" y="230227"/>
                  </a:lnTo>
                  <a:lnTo>
                    <a:pt x="2189276" y="230136"/>
                  </a:lnTo>
                  <a:lnTo>
                    <a:pt x="2188204" y="230043"/>
                  </a:lnTo>
                  <a:lnTo>
                    <a:pt x="2187133" y="229950"/>
                  </a:lnTo>
                  <a:lnTo>
                    <a:pt x="2186061" y="229855"/>
                  </a:lnTo>
                  <a:lnTo>
                    <a:pt x="2184989" y="229760"/>
                  </a:lnTo>
                  <a:lnTo>
                    <a:pt x="2183918" y="229663"/>
                  </a:lnTo>
                  <a:lnTo>
                    <a:pt x="2182846" y="229566"/>
                  </a:lnTo>
                  <a:lnTo>
                    <a:pt x="2181775" y="229467"/>
                  </a:lnTo>
                  <a:lnTo>
                    <a:pt x="2180703" y="229368"/>
                  </a:lnTo>
                  <a:lnTo>
                    <a:pt x="2179631" y="229268"/>
                  </a:lnTo>
                  <a:lnTo>
                    <a:pt x="2178560" y="229166"/>
                  </a:lnTo>
                  <a:lnTo>
                    <a:pt x="2177488" y="229064"/>
                  </a:lnTo>
                  <a:lnTo>
                    <a:pt x="2176417" y="228961"/>
                  </a:lnTo>
                  <a:lnTo>
                    <a:pt x="2175345" y="228857"/>
                  </a:lnTo>
                  <a:lnTo>
                    <a:pt x="2174273" y="228751"/>
                  </a:lnTo>
                  <a:lnTo>
                    <a:pt x="2173202" y="228645"/>
                  </a:lnTo>
                  <a:lnTo>
                    <a:pt x="2172130" y="228538"/>
                  </a:lnTo>
                  <a:lnTo>
                    <a:pt x="2171059" y="228430"/>
                  </a:lnTo>
                  <a:lnTo>
                    <a:pt x="2169987" y="228320"/>
                  </a:lnTo>
                  <a:lnTo>
                    <a:pt x="2168915" y="228210"/>
                  </a:lnTo>
                  <a:lnTo>
                    <a:pt x="2167844" y="228099"/>
                  </a:lnTo>
                  <a:lnTo>
                    <a:pt x="2166772" y="227987"/>
                  </a:lnTo>
                  <a:lnTo>
                    <a:pt x="2165701" y="227874"/>
                  </a:lnTo>
                  <a:lnTo>
                    <a:pt x="2164629" y="227760"/>
                  </a:lnTo>
                  <a:lnTo>
                    <a:pt x="2163557" y="227644"/>
                  </a:lnTo>
                  <a:lnTo>
                    <a:pt x="2162486" y="227528"/>
                  </a:lnTo>
                  <a:lnTo>
                    <a:pt x="2161414" y="227411"/>
                  </a:lnTo>
                  <a:lnTo>
                    <a:pt x="2160343" y="227293"/>
                  </a:lnTo>
                  <a:lnTo>
                    <a:pt x="2159271" y="227173"/>
                  </a:lnTo>
                  <a:lnTo>
                    <a:pt x="2158199" y="227053"/>
                  </a:lnTo>
                  <a:lnTo>
                    <a:pt x="2157128" y="226932"/>
                  </a:lnTo>
                  <a:lnTo>
                    <a:pt x="2156056" y="226810"/>
                  </a:lnTo>
                  <a:lnTo>
                    <a:pt x="2154985" y="226686"/>
                  </a:lnTo>
                  <a:lnTo>
                    <a:pt x="2153913" y="226562"/>
                  </a:lnTo>
                  <a:lnTo>
                    <a:pt x="2152841" y="226437"/>
                  </a:lnTo>
                  <a:lnTo>
                    <a:pt x="2151770" y="226310"/>
                  </a:lnTo>
                  <a:lnTo>
                    <a:pt x="2150698" y="226183"/>
                  </a:lnTo>
                  <a:lnTo>
                    <a:pt x="2149627" y="226055"/>
                  </a:lnTo>
                  <a:lnTo>
                    <a:pt x="2148555" y="225925"/>
                  </a:lnTo>
                  <a:lnTo>
                    <a:pt x="2147483" y="225795"/>
                  </a:lnTo>
                  <a:lnTo>
                    <a:pt x="2146412" y="225663"/>
                  </a:lnTo>
                  <a:lnTo>
                    <a:pt x="2145340" y="225531"/>
                  </a:lnTo>
                  <a:lnTo>
                    <a:pt x="2144269" y="225397"/>
                  </a:lnTo>
                  <a:lnTo>
                    <a:pt x="2143197" y="225262"/>
                  </a:lnTo>
                  <a:lnTo>
                    <a:pt x="2142125" y="225127"/>
                  </a:lnTo>
                  <a:lnTo>
                    <a:pt x="2141054" y="224990"/>
                  </a:lnTo>
                  <a:lnTo>
                    <a:pt x="2139982" y="224852"/>
                  </a:lnTo>
                  <a:lnTo>
                    <a:pt x="2138911" y="224714"/>
                  </a:lnTo>
                  <a:lnTo>
                    <a:pt x="2137839" y="224574"/>
                  </a:lnTo>
                  <a:lnTo>
                    <a:pt x="2136767" y="224433"/>
                  </a:lnTo>
                  <a:lnTo>
                    <a:pt x="2135696" y="224291"/>
                  </a:lnTo>
                  <a:lnTo>
                    <a:pt x="2134624" y="224148"/>
                  </a:lnTo>
                  <a:lnTo>
                    <a:pt x="2133553" y="224004"/>
                  </a:lnTo>
                  <a:lnTo>
                    <a:pt x="2132481" y="223859"/>
                  </a:lnTo>
                  <a:lnTo>
                    <a:pt x="2131409" y="223712"/>
                  </a:lnTo>
                  <a:lnTo>
                    <a:pt x="2130338" y="223565"/>
                  </a:lnTo>
                  <a:lnTo>
                    <a:pt x="2129266" y="223417"/>
                  </a:lnTo>
                  <a:lnTo>
                    <a:pt x="2128195" y="223267"/>
                  </a:lnTo>
                  <a:lnTo>
                    <a:pt x="2127123" y="223117"/>
                  </a:lnTo>
                  <a:lnTo>
                    <a:pt x="2126052" y="222965"/>
                  </a:lnTo>
                  <a:lnTo>
                    <a:pt x="2124980" y="222813"/>
                  </a:lnTo>
                  <a:lnTo>
                    <a:pt x="2123908" y="222659"/>
                  </a:lnTo>
                  <a:lnTo>
                    <a:pt x="2122837" y="222504"/>
                  </a:lnTo>
                  <a:lnTo>
                    <a:pt x="2121765" y="222348"/>
                  </a:lnTo>
                  <a:lnTo>
                    <a:pt x="2120694" y="222192"/>
                  </a:lnTo>
                  <a:lnTo>
                    <a:pt x="2119622" y="222034"/>
                  </a:lnTo>
                  <a:lnTo>
                    <a:pt x="2118550" y="221874"/>
                  </a:lnTo>
                  <a:lnTo>
                    <a:pt x="2117479" y="221714"/>
                  </a:lnTo>
                  <a:lnTo>
                    <a:pt x="2116407" y="221553"/>
                  </a:lnTo>
                  <a:lnTo>
                    <a:pt x="2115336" y="221391"/>
                  </a:lnTo>
                  <a:lnTo>
                    <a:pt x="2114264" y="221227"/>
                  </a:lnTo>
                  <a:lnTo>
                    <a:pt x="2113192" y="221063"/>
                  </a:lnTo>
                  <a:lnTo>
                    <a:pt x="2112121" y="220897"/>
                  </a:lnTo>
                  <a:lnTo>
                    <a:pt x="2111049" y="220730"/>
                  </a:lnTo>
                  <a:lnTo>
                    <a:pt x="2109978" y="220562"/>
                  </a:lnTo>
                  <a:lnTo>
                    <a:pt x="2108906" y="220393"/>
                  </a:lnTo>
                  <a:lnTo>
                    <a:pt x="2107834" y="220223"/>
                  </a:lnTo>
                  <a:lnTo>
                    <a:pt x="2106763" y="220052"/>
                  </a:lnTo>
                  <a:lnTo>
                    <a:pt x="2105691" y="219880"/>
                  </a:lnTo>
                  <a:lnTo>
                    <a:pt x="2104620" y="219706"/>
                  </a:lnTo>
                  <a:lnTo>
                    <a:pt x="2103548" y="219532"/>
                  </a:lnTo>
                  <a:lnTo>
                    <a:pt x="2102476" y="219356"/>
                  </a:lnTo>
                  <a:lnTo>
                    <a:pt x="2101405" y="219180"/>
                  </a:lnTo>
                  <a:lnTo>
                    <a:pt x="2100333" y="219002"/>
                  </a:lnTo>
                  <a:lnTo>
                    <a:pt x="2099262" y="218823"/>
                  </a:lnTo>
                  <a:lnTo>
                    <a:pt x="2098190" y="218643"/>
                  </a:lnTo>
                  <a:lnTo>
                    <a:pt x="2097118" y="218461"/>
                  </a:lnTo>
                  <a:lnTo>
                    <a:pt x="2096047" y="218279"/>
                  </a:lnTo>
                  <a:lnTo>
                    <a:pt x="2094975" y="218096"/>
                  </a:lnTo>
                  <a:lnTo>
                    <a:pt x="2093904" y="217911"/>
                  </a:lnTo>
                  <a:lnTo>
                    <a:pt x="2092832" y="217725"/>
                  </a:lnTo>
                  <a:lnTo>
                    <a:pt x="2091760" y="217538"/>
                  </a:lnTo>
                  <a:lnTo>
                    <a:pt x="2090689" y="217350"/>
                  </a:lnTo>
                  <a:lnTo>
                    <a:pt x="2089617" y="217161"/>
                  </a:lnTo>
                  <a:lnTo>
                    <a:pt x="2088546" y="216971"/>
                  </a:lnTo>
                  <a:lnTo>
                    <a:pt x="2087474" y="216779"/>
                  </a:lnTo>
                  <a:lnTo>
                    <a:pt x="2086402" y="216587"/>
                  </a:lnTo>
                  <a:lnTo>
                    <a:pt x="2085331" y="216393"/>
                  </a:lnTo>
                  <a:lnTo>
                    <a:pt x="2084259" y="216198"/>
                  </a:lnTo>
                  <a:lnTo>
                    <a:pt x="2083188" y="216002"/>
                  </a:lnTo>
                  <a:lnTo>
                    <a:pt x="2082116" y="215805"/>
                  </a:lnTo>
                  <a:lnTo>
                    <a:pt x="2081044" y="215607"/>
                  </a:lnTo>
                  <a:lnTo>
                    <a:pt x="2079973" y="215407"/>
                  </a:lnTo>
                  <a:lnTo>
                    <a:pt x="2078901" y="215206"/>
                  </a:lnTo>
                  <a:lnTo>
                    <a:pt x="2077830" y="215005"/>
                  </a:lnTo>
                  <a:lnTo>
                    <a:pt x="2076758" y="214802"/>
                  </a:lnTo>
                  <a:lnTo>
                    <a:pt x="2075686" y="214597"/>
                  </a:lnTo>
                  <a:lnTo>
                    <a:pt x="2074615" y="214392"/>
                  </a:lnTo>
                  <a:lnTo>
                    <a:pt x="2073543" y="214186"/>
                  </a:lnTo>
                  <a:lnTo>
                    <a:pt x="2072472" y="213978"/>
                  </a:lnTo>
                  <a:lnTo>
                    <a:pt x="2071400" y="213769"/>
                  </a:lnTo>
                  <a:lnTo>
                    <a:pt x="2070328" y="213559"/>
                  </a:lnTo>
                  <a:lnTo>
                    <a:pt x="2069257" y="213348"/>
                  </a:lnTo>
                  <a:lnTo>
                    <a:pt x="2068185" y="213135"/>
                  </a:lnTo>
                  <a:lnTo>
                    <a:pt x="2067114" y="212922"/>
                  </a:lnTo>
                  <a:lnTo>
                    <a:pt x="2066042" y="212707"/>
                  </a:lnTo>
                  <a:lnTo>
                    <a:pt x="2064970" y="212491"/>
                  </a:lnTo>
                  <a:lnTo>
                    <a:pt x="2063899" y="212274"/>
                  </a:lnTo>
                  <a:lnTo>
                    <a:pt x="2062827" y="212056"/>
                  </a:lnTo>
                  <a:lnTo>
                    <a:pt x="2061756" y="211836"/>
                  </a:lnTo>
                  <a:lnTo>
                    <a:pt x="2060684" y="211616"/>
                  </a:lnTo>
                  <a:lnTo>
                    <a:pt x="2059612" y="211394"/>
                  </a:lnTo>
                  <a:lnTo>
                    <a:pt x="2058541" y="211171"/>
                  </a:lnTo>
                  <a:lnTo>
                    <a:pt x="2057469" y="210946"/>
                  </a:lnTo>
                  <a:lnTo>
                    <a:pt x="2056398" y="210721"/>
                  </a:lnTo>
                  <a:lnTo>
                    <a:pt x="2055326" y="210494"/>
                  </a:lnTo>
                  <a:lnTo>
                    <a:pt x="2054254" y="210266"/>
                  </a:lnTo>
                  <a:lnTo>
                    <a:pt x="2053183" y="210037"/>
                  </a:lnTo>
                  <a:lnTo>
                    <a:pt x="2052111" y="209807"/>
                  </a:lnTo>
                  <a:lnTo>
                    <a:pt x="2051040" y="209576"/>
                  </a:lnTo>
                  <a:lnTo>
                    <a:pt x="2049968" y="209343"/>
                  </a:lnTo>
                  <a:lnTo>
                    <a:pt x="2048896" y="209109"/>
                  </a:lnTo>
                  <a:lnTo>
                    <a:pt x="2047825" y="208874"/>
                  </a:lnTo>
                  <a:lnTo>
                    <a:pt x="2046753" y="208637"/>
                  </a:lnTo>
                  <a:lnTo>
                    <a:pt x="2045682" y="208400"/>
                  </a:lnTo>
                  <a:lnTo>
                    <a:pt x="2044610" y="208161"/>
                  </a:lnTo>
                  <a:lnTo>
                    <a:pt x="2043538" y="207921"/>
                  </a:lnTo>
                  <a:lnTo>
                    <a:pt x="2042467" y="207680"/>
                  </a:lnTo>
                  <a:lnTo>
                    <a:pt x="2041395" y="207437"/>
                  </a:lnTo>
                  <a:lnTo>
                    <a:pt x="2040324" y="207193"/>
                  </a:lnTo>
                  <a:lnTo>
                    <a:pt x="2039252" y="206948"/>
                  </a:lnTo>
                  <a:lnTo>
                    <a:pt x="2038180" y="206702"/>
                  </a:lnTo>
                  <a:lnTo>
                    <a:pt x="2037109" y="206455"/>
                  </a:lnTo>
                  <a:lnTo>
                    <a:pt x="2036037" y="206206"/>
                  </a:lnTo>
                  <a:lnTo>
                    <a:pt x="2034966" y="205956"/>
                  </a:lnTo>
                  <a:lnTo>
                    <a:pt x="2033894" y="205705"/>
                  </a:lnTo>
                  <a:lnTo>
                    <a:pt x="2032822" y="205453"/>
                  </a:lnTo>
                  <a:lnTo>
                    <a:pt x="2031751" y="205199"/>
                  </a:lnTo>
                  <a:lnTo>
                    <a:pt x="2030679" y="204944"/>
                  </a:lnTo>
                  <a:lnTo>
                    <a:pt x="2029608" y="204688"/>
                  </a:lnTo>
                  <a:lnTo>
                    <a:pt x="2028536" y="204430"/>
                  </a:lnTo>
                  <a:lnTo>
                    <a:pt x="2027464" y="204172"/>
                  </a:lnTo>
                  <a:lnTo>
                    <a:pt x="2026393" y="203912"/>
                  </a:lnTo>
                  <a:lnTo>
                    <a:pt x="2025321" y="203651"/>
                  </a:lnTo>
                  <a:lnTo>
                    <a:pt x="2024250" y="203388"/>
                  </a:lnTo>
                  <a:lnTo>
                    <a:pt x="2023178" y="203124"/>
                  </a:lnTo>
                  <a:lnTo>
                    <a:pt x="2022106" y="202859"/>
                  </a:lnTo>
                  <a:lnTo>
                    <a:pt x="2021035" y="202593"/>
                  </a:lnTo>
                  <a:lnTo>
                    <a:pt x="2019963" y="202326"/>
                  </a:lnTo>
                  <a:lnTo>
                    <a:pt x="2018892" y="202057"/>
                  </a:lnTo>
                  <a:lnTo>
                    <a:pt x="2017820" y="201787"/>
                  </a:lnTo>
                  <a:lnTo>
                    <a:pt x="2016748" y="201516"/>
                  </a:lnTo>
                  <a:lnTo>
                    <a:pt x="2015677" y="201243"/>
                  </a:lnTo>
                  <a:lnTo>
                    <a:pt x="2014605" y="200969"/>
                  </a:lnTo>
                  <a:lnTo>
                    <a:pt x="2013534" y="200694"/>
                  </a:lnTo>
                  <a:lnTo>
                    <a:pt x="2012462" y="200418"/>
                  </a:lnTo>
                  <a:lnTo>
                    <a:pt x="2011390" y="200140"/>
                  </a:lnTo>
                  <a:lnTo>
                    <a:pt x="2010319" y="199861"/>
                  </a:lnTo>
                  <a:lnTo>
                    <a:pt x="2009247" y="199580"/>
                  </a:lnTo>
                  <a:lnTo>
                    <a:pt x="2008176" y="199299"/>
                  </a:lnTo>
                  <a:lnTo>
                    <a:pt x="2007104" y="199016"/>
                  </a:lnTo>
                  <a:lnTo>
                    <a:pt x="2006032" y="198732"/>
                  </a:lnTo>
                  <a:lnTo>
                    <a:pt x="2004961" y="198446"/>
                  </a:lnTo>
                  <a:lnTo>
                    <a:pt x="2003889" y="198160"/>
                  </a:lnTo>
                  <a:lnTo>
                    <a:pt x="2002818" y="197871"/>
                  </a:lnTo>
                  <a:lnTo>
                    <a:pt x="2001746" y="197582"/>
                  </a:lnTo>
                  <a:lnTo>
                    <a:pt x="2000674" y="197291"/>
                  </a:lnTo>
                  <a:lnTo>
                    <a:pt x="1999603" y="196999"/>
                  </a:lnTo>
                  <a:lnTo>
                    <a:pt x="1998531" y="196706"/>
                  </a:lnTo>
                  <a:lnTo>
                    <a:pt x="1997460" y="196412"/>
                  </a:lnTo>
                  <a:lnTo>
                    <a:pt x="1996388" y="196116"/>
                  </a:lnTo>
                  <a:lnTo>
                    <a:pt x="1995316" y="195818"/>
                  </a:lnTo>
                  <a:lnTo>
                    <a:pt x="1994245" y="195520"/>
                  </a:lnTo>
                  <a:lnTo>
                    <a:pt x="1993173" y="195220"/>
                  </a:lnTo>
                  <a:lnTo>
                    <a:pt x="1992102" y="194919"/>
                  </a:lnTo>
                  <a:lnTo>
                    <a:pt x="1991030" y="194616"/>
                  </a:lnTo>
                  <a:lnTo>
                    <a:pt x="1989958" y="194313"/>
                  </a:lnTo>
                  <a:lnTo>
                    <a:pt x="1988887" y="194007"/>
                  </a:lnTo>
                  <a:lnTo>
                    <a:pt x="1987815" y="193701"/>
                  </a:lnTo>
                  <a:lnTo>
                    <a:pt x="1986744" y="193393"/>
                  </a:lnTo>
                  <a:lnTo>
                    <a:pt x="1985672" y="193084"/>
                  </a:lnTo>
                  <a:lnTo>
                    <a:pt x="1984600" y="192774"/>
                  </a:lnTo>
                  <a:lnTo>
                    <a:pt x="1983529" y="192462"/>
                  </a:lnTo>
                  <a:lnTo>
                    <a:pt x="1982457" y="192149"/>
                  </a:lnTo>
                  <a:lnTo>
                    <a:pt x="1981386" y="191834"/>
                  </a:lnTo>
                  <a:lnTo>
                    <a:pt x="1980314" y="191518"/>
                  </a:lnTo>
                  <a:lnTo>
                    <a:pt x="1979242" y="191201"/>
                  </a:lnTo>
                  <a:lnTo>
                    <a:pt x="1978171" y="190883"/>
                  </a:lnTo>
                  <a:lnTo>
                    <a:pt x="1977099" y="190563"/>
                  </a:lnTo>
                  <a:lnTo>
                    <a:pt x="1976028" y="190242"/>
                  </a:lnTo>
                  <a:lnTo>
                    <a:pt x="1974956" y="189919"/>
                  </a:lnTo>
                  <a:lnTo>
                    <a:pt x="1973884" y="189595"/>
                  </a:lnTo>
                  <a:lnTo>
                    <a:pt x="1972813" y="189270"/>
                  </a:lnTo>
                  <a:lnTo>
                    <a:pt x="1971741" y="188944"/>
                  </a:lnTo>
                  <a:lnTo>
                    <a:pt x="1970670" y="188616"/>
                  </a:lnTo>
                  <a:lnTo>
                    <a:pt x="1969598" y="188286"/>
                  </a:lnTo>
                  <a:lnTo>
                    <a:pt x="1968526" y="187956"/>
                  </a:lnTo>
                  <a:lnTo>
                    <a:pt x="1967455" y="187624"/>
                  </a:lnTo>
                  <a:lnTo>
                    <a:pt x="1966383" y="187290"/>
                  </a:lnTo>
                  <a:lnTo>
                    <a:pt x="1965312" y="186956"/>
                  </a:lnTo>
                  <a:lnTo>
                    <a:pt x="1964240" y="186619"/>
                  </a:lnTo>
                  <a:lnTo>
                    <a:pt x="1963168" y="186282"/>
                  </a:lnTo>
                  <a:lnTo>
                    <a:pt x="1962097" y="185943"/>
                  </a:lnTo>
                  <a:lnTo>
                    <a:pt x="1961025" y="185603"/>
                  </a:lnTo>
                  <a:lnTo>
                    <a:pt x="1959954" y="185261"/>
                  </a:lnTo>
                  <a:lnTo>
                    <a:pt x="1958882" y="184918"/>
                  </a:lnTo>
                  <a:lnTo>
                    <a:pt x="1957810" y="184574"/>
                  </a:lnTo>
                  <a:lnTo>
                    <a:pt x="1956739" y="184228"/>
                  </a:lnTo>
                  <a:lnTo>
                    <a:pt x="1955667" y="183881"/>
                  </a:lnTo>
                  <a:lnTo>
                    <a:pt x="1954596" y="183533"/>
                  </a:lnTo>
                  <a:lnTo>
                    <a:pt x="1953524" y="183183"/>
                  </a:lnTo>
                  <a:lnTo>
                    <a:pt x="1952453" y="182832"/>
                  </a:lnTo>
                  <a:lnTo>
                    <a:pt x="1951381" y="182479"/>
                  </a:lnTo>
                  <a:lnTo>
                    <a:pt x="1950309" y="182125"/>
                  </a:lnTo>
                  <a:lnTo>
                    <a:pt x="1949238" y="181770"/>
                  </a:lnTo>
                  <a:lnTo>
                    <a:pt x="1948166" y="181413"/>
                  </a:lnTo>
                  <a:lnTo>
                    <a:pt x="1947095" y="181055"/>
                  </a:lnTo>
                  <a:lnTo>
                    <a:pt x="1946023" y="180695"/>
                  </a:lnTo>
                  <a:lnTo>
                    <a:pt x="1944951" y="180334"/>
                  </a:lnTo>
                  <a:lnTo>
                    <a:pt x="1943880" y="179972"/>
                  </a:lnTo>
                  <a:lnTo>
                    <a:pt x="1942808" y="179608"/>
                  </a:lnTo>
                  <a:lnTo>
                    <a:pt x="1941737" y="179243"/>
                  </a:lnTo>
                  <a:lnTo>
                    <a:pt x="1940665" y="178876"/>
                  </a:lnTo>
                  <a:lnTo>
                    <a:pt x="1939593" y="178508"/>
                  </a:lnTo>
                  <a:lnTo>
                    <a:pt x="1938522" y="178139"/>
                  </a:lnTo>
                  <a:lnTo>
                    <a:pt x="1937450" y="177768"/>
                  </a:lnTo>
                  <a:lnTo>
                    <a:pt x="1936379" y="177396"/>
                  </a:lnTo>
                  <a:lnTo>
                    <a:pt x="1935307" y="177022"/>
                  </a:lnTo>
                  <a:lnTo>
                    <a:pt x="1934235" y="176647"/>
                  </a:lnTo>
                  <a:lnTo>
                    <a:pt x="1933164" y="176271"/>
                  </a:lnTo>
                  <a:lnTo>
                    <a:pt x="1932092" y="175893"/>
                  </a:lnTo>
                  <a:lnTo>
                    <a:pt x="1931021" y="175514"/>
                  </a:lnTo>
                  <a:lnTo>
                    <a:pt x="1929949" y="175133"/>
                  </a:lnTo>
                  <a:lnTo>
                    <a:pt x="1928877" y="174751"/>
                  </a:lnTo>
                  <a:lnTo>
                    <a:pt x="1927806" y="174368"/>
                  </a:lnTo>
                  <a:lnTo>
                    <a:pt x="1926734" y="173983"/>
                  </a:lnTo>
                  <a:lnTo>
                    <a:pt x="1925663" y="173597"/>
                  </a:lnTo>
                  <a:lnTo>
                    <a:pt x="1924591" y="173209"/>
                  </a:lnTo>
                  <a:lnTo>
                    <a:pt x="1923519" y="172820"/>
                  </a:lnTo>
                  <a:lnTo>
                    <a:pt x="1922448" y="172429"/>
                  </a:lnTo>
                  <a:lnTo>
                    <a:pt x="1921376" y="172037"/>
                  </a:lnTo>
                  <a:lnTo>
                    <a:pt x="1920305" y="171644"/>
                  </a:lnTo>
                  <a:lnTo>
                    <a:pt x="1919233" y="171249"/>
                  </a:lnTo>
                  <a:lnTo>
                    <a:pt x="1918161" y="170853"/>
                  </a:lnTo>
                  <a:lnTo>
                    <a:pt x="1917090" y="170455"/>
                  </a:lnTo>
                  <a:lnTo>
                    <a:pt x="1916018" y="170056"/>
                  </a:lnTo>
                  <a:lnTo>
                    <a:pt x="1914947" y="169655"/>
                  </a:lnTo>
                  <a:lnTo>
                    <a:pt x="1913875" y="169253"/>
                  </a:lnTo>
                  <a:lnTo>
                    <a:pt x="1912803" y="168850"/>
                  </a:lnTo>
                  <a:lnTo>
                    <a:pt x="1911732" y="168445"/>
                  </a:lnTo>
                  <a:lnTo>
                    <a:pt x="1910660" y="168039"/>
                  </a:lnTo>
                  <a:lnTo>
                    <a:pt x="1909589" y="167631"/>
                  </a:lnTo>
                  <a:lnTo>
                    <a:pt x="1908517" y="167222"/>
                  </a:lnTo>
                  <a:lnTo>
                    <a:pt x="1907445" y="166811"/>
                  </a:lnTo>
                  <a:lnTo>
                    <a:pt x="1906374" y="166400"/>
                  </a:lnTo>
                  <a:lnTo>
                    <a:pt x="1905302" y="165987"/>
                  </a:lnTo>
                  <a:lnTo>
                    <a:pt x="1904231" y="165572"/>
                  </a:lnTo>
                  <a:lnTo>
                    <a:pt x="1903159" y="165156"/>
                  </a:lnTo>
                  <a:lnTo>
                    <a:pt x="1902087" y="164739"/>
                  </a:lnTo>
                  <a:lnTo>
                    <a:pt x="1901016" y="164321"/>
                  </a:lnTo>
                  <a:lnTo>
                    <a:pt x="1899944" y="163901"/>
                  </a:lnTo>
                  <a:lnTo>
                    <a:pt x="1898873" y="163480"/>
                  </a:lnTo>
                  <a:lnTo>
                    <a:pt x="1897801" y="163058"/>
                  </a:lnTo>
                  <a:lnTo>
                    <a:pt x="1896729" y="162635"/>
                  </a:lnTo>
                  <a:lnTo>
                    <a:pt x="1895658" y="162210"/>
                  </a:lnTo>
                  <a:lnTo>
                    <a:pt x="1894586" y="161784"/>
                  </a:lnTo>
                  <a:lnTo>
                    <a:pt x="1893515" y="161357"/>
                  </a:lnTo>
                  <a:lnTo>
                    <a:pt x="1892443" y="160928"/>
                  </a:lnTo>
                  <a:lnTo>
                    <a:pt x="1891371" y="160499"/>
                  </a:lnTo>
                  <a:lnTo>
                    <a:pt x="1890300" y="160068"/>
                  </a:lnTo>
                  <a:lnTo>
                    <a:pt x="1889228" y="159636"/>
                  </a:lnTo>
                  <a:lnTo>
                    <a:pt x="1888157" y="159203"/>
                  </a:lnTo>
                  <a:lnTo>
                    <a:pt x="1887085" y="158769"/>
                  </a:lnTo>
                  <a:lnTo>
                    <a:pt x="1886013" y="158334"/>
                  </a:lnTo>
                  <a:lnTo>
                    <a:pt x="1884942" y="157897"/>
                  </a:lnTo>
                  <a:lnTo>
                    <a:pt x="1883870" y="157460"/>
                  </a:lnTo>
                  <a:lnTo>
                    <a:pt x="1882799" y="157021"/>
                  </a:lnTo>
                  <a:lnTo>
                    <a:pt x="1881727" y="156581"/>
                  </a:lnTo>
                  <a:lnTo>
                    <a:pt x="1880655" y="156140"/>
                  </a:lnTo>
                  <a:lnTo>
                    <a:pt x="1879584" y="155698"/>
                  </a:lnTo>
                  <a:lnTo>
                    <a:pt x="1878512" y="155255"/>
                  </a:lnTo>
                  <a:lnTo>
                    <a:pt x="1877441" y="154811"/>
                  </a:lnTo>
                  <a:lnTo>
                    <a:pt x="1876369" y="154366"/>
                  </a:lnTo>
                  <a:lnTo>
                    <a:pt x="1875297" y="153920"/>
                  </a:lnTo>
                  <a:lnTo>
                    <a:pt x="1874226" y="153473"/>
                  </a:lnTo>
                  <a:lnTo>
                    <a:pt x="1873154" y="153025"/>
                  </a:lnTo>
                  <a:lnTo>
                    <a:pt x="1872083" y="152576"/>
                  </a:lnTo>
                  <a:lnTo>
                    <a:pt x="1871011" y="152126"/>
                  </a:lnTo>
                  <a:lnTo>
                    <a:pt x="1869939" y="151675"/>
                  </a:lnTo>
                  <a:lnTo>
                    <a:pt x="1868868" y="151223"/>
                  </a:lnTo>
                  <a:lnTo>
                    <a:pt x="1867796" y="150770"/>
                  </a:lnTo>
                  <a:lnTo>
                    <a:pt x="1866725" y="150316"/>
                  </a:lnTo>
                  <a:lnTo>
                    <a:pt x="1865653" y="149861"/>
                  </a:lnTo>
                  <a:lnTo>
                    <a:pt x="1864581" y="149406"/>
                  </a:lnTo>
                  <a:lnTo>
                    <a:pt x="1863510" y="148949"/>
                  </a:lnTo>
                  <a:lnTo>
                    <a:pt x="1862438" y="148492"/>
                  </a:lnTo>
                  <a:lnTo>
                    <a:pt x="1861367" y="148034"/>
                  </a:lnTo>
                  <a:lnTo>
                    <a:pt x="1860295" y="147575"/>
                  </a:lnTo>
                  <a:lnTo>
                    <a:pt x="1859223" y="147115"/>
                  </a:lnTo>
                  <a:lnTo>
                    <a:pt x="1858152" y="146654"/>
                  </a:lnTo>
                  <a:lnTo>
                    <a:pt x="1857080" y="146192"/>
                  </a:lnTo>
                  <a:lnTo>
                    <a:pt x="1856009" y="145730"/>
                  </a:lnTo>
                  <a:lnTo>
                    <a:pt x="1854937" y="145267"/>
                  </a:lnTo>
                  <a:lnTo>
                    <a:pt x="1853865" y="144803"/>
                  </a:lnTo>
                  <a:lnTo>
                    <a:pt x="1852794" y="144338"/>
                  </a:lnTo>
                  <a:lnTo>
                    <a:pt x="1851722" y="143873"/>
                  </a:lnTo>
                  <a:lnTo>
                    <a:pt x="1850651" y="143407"/>
                  </a:lnTo>
                  <a:lnTo>
                    <a:pt x="1849579" y="142940"/>
                  </a:lnTo>
                  <a:lnTo>
                    <a:pt x="1848507" y="142472"/>
                  </a:lnTo>
                  <a:lnTo>
                    <a:pt x="1847436" y="142004"/>
                  </a:lnTo>
                  <a:lnTo>
                    <a:pt x="1846364" y="141535"/>
                  </a:lnTo>
                  <a:lnTo>
                    <a:pt x="1845293" y="141065"/>
                  </a:lnTo>
                  <a:lnTo>
                    <a:pt x="1844221" y="140595"/>
                  </a:lnTo>
                  <a:lnTo>
                    <a:pt x="1843149" y="140124"/>
                  </a:lnTo>
                  <a:lnTo>
                    <a:pt x="1842078" y="139652"/>
                  </a:lnTo>
                  <a:lnTo>
                    <a:pt x="1841006" y="139180"/>
                  </a:lnTo>
                  <a:lnTo>
                    <a:pt x="1839935" y="138707"/>
                  </a:lnTo>
                  <a:lnTo>
                    <a:pt x="1838863" y="138234"/>
                  </a:lnTo>
                  <a:lnTo>
                    <a:pt x="1837791" y="137760"/>
                  </a:lnTo>
                  <a:lnTo>
                    <a:pt x="1836720" y="137285"/>
                  </a:lnTo>
                  <a:lnTo>
                    <a:pt x="1835648" y="136810"/>
                  </a:lnTo>
                  <a:lnTo>
                    <a:pt x="1834577" y="136334"/>
                  </a:lnTo>
                  <a:lnTo>
                    <a:pt x="1833505" y="135858"/>
                  </a:lnTo>
                  <a:lnTo>
                    <a:pt x="1832433" y="135381"/>
                  </a:lnTo>
                  <a:lnTo>
                    <a:pt x="1831362" y="134903"/>
                  </a:lnTo>
                  <a:lnTo>
                    <a:pt x="1830290" y="134426"/>
                  </a:lnTo>
                  <a:lnTo>
                    <a:pt x="1829219" y="133947"/>
                  </a:lnTo>
                  <a:lnTo>
                    <a:pt x="1828147" y="133468"/>
                  </a:lnTo>
                  <a:lnTo>
                    <a:pt x="1827075" y="132989"/>
                  </a:lnTo>
                  <a:lnTo>
                    <a:pt x="1826004" y="132509"/>
                  </a:lnTo>
                  <a:lnTo>
                    <a:pt x="1824932" y="132029"/>
                  </a:lnTo>
                  <a:lnTo>
                    <a:pt x="1823861" y="131549"/>
                  </a:lnTo>
                  <a:lnTo>
                    <a:pt x="1822789" y="131068"/>
                  </a:lnTo>
                  <a:lnTo>
                    <a:pt x="1821717" y="130586"/>
                  </a:lnTo>
                  <a:lnTo>
                    <a:pt x="1820646" y="130104"/>
                  </a:lnTo>
                  <a:lnTo>
                    <a:pt x="1819574" y="129622"/>
                  </a:lnTo>
                  <a:lnTo>
                    <a:pt x="1818503" y="129140"/>
                  </a:lnTo>
                  <a:lnTo>
                    <a:pt x="1817431" y="128657"/>
                  </a:lnTo>
                  <a:lnTo>
                    <a:pt x="1816359" y="128173"/>
                  </a:lnTo>
                  <a:lnTo>
                    <a:pt x="1815288" y="127690"/>
                  </a:lnTo>
                  <a:lnTo>
                    <a:pt x="1814216" y="127206"/>
                  </a:lnTo>
                  <a:lnTo>
                    <a:pt x="1813145" y="126722"/>
                  </a:lnTo>
                  <a:lnTo>
                    <a:pt x="1812073" y="126237"/>
                  </a:lnTo>
                  <a:lnTo>
                    <a:pt x="1811001" y="125753"/>
                  </a:lnTo>
                  <a:lnTo>
                    <a:pt x="1809930" y="125268"/>
                  </a:lnTo>
                  <a:lnTo>
                    <a:pt x="1808858" y="124782"/>
                  </a:lnTo>
                  <a:lnTo>
                    <a:pt x="1807787" y="124297"/>
                  </a:lnTo>
                  <a:lnTo>
                    <a:pt x="1806715" y="123811"/>
                  </a:lnTo>
                  <a:lnTo>
                    <a:pt x="1805643" y="123325"/>
                  </a:lnTo>
                  <a:lnTo>
                    <a:pt x="1804572" y="122839"/>
                  </a:lnTo>
                  <a:lnTo>
                    <a:pt x="1803500" y="122353"/>
                  </a:lnTo>
                  <a:lnTo>
                    <a:pt x="1802429" y="121866"/>
                  </a:lnTo>
                  <a:lnTo>
                    <a:pt x="1801357" y="121380"/>
                  </a:lnTo>
                  <a:lnTo>
                    <a:pt x="1800285" y="120893"/>
                  </a:lnTo>
                  <a:lnTo>
                    <a:pt x="1799214" y="120406"/>
                  </a:lnTo>
                  <a:lnTo>
                    <a:pt x="1798142" y="119919"/>
                  </a:lnTo>
                  <a:lnTo>
                    <a:pt x="1797071" y="119432"/>
                  </a:lnTo>
                  <a:lnTo>
                    <a:pt x="1795999" y="118945"/>
                  </a:lnTo>
                  <a:lnTo>
                    <a:pt x="1794927" y="118457"/>
                  </a:lnTo>
                  <a:lnTo>
                    <a:pt x="1793856" y="117970"/>
                  </a:lnTo>
                  <a:lnTo>
                    <a:pt x="1792784" y="117483"/>
                  </a:lnTo>
                  <a:lnTo>
                    <a:pt x="1791713" y="116995"/>
                  </a:lnTo>
                  <a:lnTo>
                    <a:pt x="1790641" y="116508"/>
                  </a:lnTo>
                  <a:lnTo>
                    <a:pt x="1789569" y="116020"/>
                  </a:lnTo>
                  <a:lnTo>
                    <a:pt x="1788498" y="115533"/>
                  </a:lnTo>
                  <a:lnTo>
                    <a:pt x="1787426" y="115045"/>
                  </a:lnTo>
                  <a:lnTo>
                    <a:pt x="1786355" y="114558"/>
                  </a:lnTo>
                  <a:lnTo>
                    <a:pt x="1785283" y="114070"/>
                  </a:lnTo>
                  <a:lnTo>
                    <a:pt x="1784211" y="113583"/>
                  </a:lnTo>
                  <a:lnTo>
                    <a:pt x="1783140" y="113095"/>
                  </a:lnTo>
                  <a:lnTo>
                    <a:pt x="1782068" y="112608"/>
                  </a:lnTo>
                  <a:lnTo>
                    <a:pt x="1780997" y="112121"/>
                  </a:lnTo>
                  <a:lnTo>
                    <a:pt x="1779925" y="111634"/>
                  </a:lnTo>
                  <a:lnTo>
                    <a:pt x="1778853" y="111147"/>
                  </a:lnTo>
                  <a:lnTo>
                    <a:pt x="1777782" y="110660"/>
                  </a:lnTo>
                  <a:lnTo>
                    <a:pt x="1776710" y="110173"/>
                  </a:lnTo>
                  <a:lnTo>
                    <a:pt x="1775639" y="109687"/>
                  </a:lnTo>
                  <a:lnTo>
                    <a:pt x="1774567" y="109200"/>
                  </a:lnTo>
                  <a:lnTo>
                    <a:pt x="1773496" y="108714"/>
                  </a:lnTo>
                  <a:lnTo>
                    <a:pt x="1772424" y="108228"/>
                  </a:lnTo>
                  <a:lnTo>
                    <a:pt x="1771352" y="107742"/>
                  </a:lnTo>
                  <a:lnTo>
                    <a:pt x="1770281" y="107257"/>
                  </a:lnTo>
                  <a:lnTo>
                    <a:pt x="1769209" y="106771"/>
                  </a:lnTo>
                  <a:lnTo>
                    <a:pt x="1768138" y="106286"/>
                  </a:lnTo>
                  <a:lnTo>
                    <a:pt x="1767066" y="105801"/>
                  </a:lnTo>
                  <a:lnTo>
                    <a:pt x="1765994" y="105317"/>
                  </a:lnTo>
                  <a:lnTo>
                    <a:pt x="1764923" y="104832"/>
                  </a:lnTo>
                  <a:lnTo>
                    <a:pt x="1763851" y="104348"/>
                  </a:lnTo>
                  <a:lnTo>
                    <a:pt x="1762780" y="103864"/>
                  </a:lnTo>
                  <a:lnTo>
                    <a:pt x="1761708" y="103381"/>
                  </a:lnTo>
                  <a:lnTo>
                    <a:pt x="1760636" y="102898"/>
                  </a:lnTo>
                  <a:lnTo>
                    <a:pt x="1759565" y="102415"/>
                  </a:lnTo>
                  <a:lnTo>
                    <a:pt x="1758493" y="101933"/>
                  </a:lnTo>
                  <a:lnTo>
                    <a:pt x="1757422" y="101451"/>
                  </a:lnTo>
                  <a:lnTo>
                    <a:pt x="1756350" y="100969"/>
                  </a:lnTo>
                  <a:lnTo>
                    <a:pt x="1755278" y="100488"/>
                  </a:lnTo>
                  <a:lnTo>
                    <a:pt x="1754207" y="100007"/>
                  </a:lnTo>
                  <a:lnTo>
                    <a:pt x="1753135" y="99526"/>
                  </a:lnTo>
                  <a:lnTo>
                    <a:pt x="1752064" y="99046"/>
                  </a:lnTo>
                  <a:lnTo>
                    <a:pt x="1750992" y="98567"/>
                  </a:lnTo>
                  <a:lnTo>
                    <a:pt x="1749920" y="98088"/>
                  </a:lnTo>
                  <a:lnTo>
                    <a:pt x="1748849" y="97609"/>
                  </a:lnTo>
                  <a:lnTo>
                    <a:pt x="1747777" y="97131"/>
                  </a:lnTo>
                  <a:lnTo>
                    <a:pt x="1746706" y="96653"/>
                  </a:lnTo>
                  <a:lnTo>
                    <a:pt x="1745634" y="96176"/>
                  </a:lnTo>
                  <a:lnTo>
                    <a:pt x="1744562" y="95700"/>
                  </a:lnTo>
                  <a:lnTo>
                    <a:pt x="1743491" y="95223"/>
                  </a:lnTo>
                  <a:lnTo>
                    <a:pt x="1742419" y="94748"/>
                  </a:lnTo>
                  <a:lnTo>
                    <a:pt x="1741348" y="94273"/>
                  </a:lnTo>
                  <a:lnTo>
                    <a:pt x="1740276" y="93798"/>
                  </a:lnTo>
                  <a:lnTo>
                    <a:pt x="1739204" y="93325"/>
                  </a:lnTo>
                  <a:lnTo>
                    <a:pt x="1738133" y="92851"/>
                  </a:lnTo>
                  <a:lnTo>
                    <a:pt x="1737061" y="92379"/>
                  </a:lnTo>
                  <a:lnTo>
                    <a:pt x="1735990" y="91907"/>
                  </a:lnTo>
                  <a:lnTo>
                    <a:pt x="1734918" y="91435"/>
                  </a:lnTo>
                  <a:lnTo>
                    <a:pt x="1733846" y="90964"/>
                  </a:lnTo>
                  <a:lnTo>
                    <a:pt x="1732775" y="90494"/>
                  </a:lnTo>
                  <a:lnTo>
                    <a:pt x="1731703" y="90025"/>
                  </a:lnTo>
                  <a:lnTo>
                    <a:pt x="1730632" y="89556"/>
                  </a:lnTo>
                  <a:lnTo>
                    <a:pt x="1729560" y="89088"/>
                  </a:lnTo>
                  <a:lnTo>
                    <a:pt x="1728488" y="88621"/>
                  </a:lnTo>
                  <a:lnTo>
                    <a:pt x="1727417" y="88154"/>
                  </a:lnTo>
                  <a:lnTo>
                    <a:pt x="1726345" y="87688"/>
                  </a:lnTo>
                  <a:lnTo>
                    <a:pt x="1725274" y="87223"/>
                  </a:lnTo>
                  <a:lnTo>
                    <a:pt x="1724202" y="86759"/>
                  </a:lnTo>
                  <a:lnTo>
                    <a:pt x="1723130" y="86295"/>
                  </a:lnTo>
                  <a:lnTo>
                    <a:pt x="1722059" y="85832"/>
                  </a:lnTo>
                  <a:lnTo>
                    <a:pt x="1720987" y="85370"/>
                  </a:lnTo>
                  <a:lnTo>
                    <a:pt x="1719916" y="84909"/>
                  </a:lnTo>
                  <a:lnTo>
                    <a:pt x="1718844" y="84448"/>
                  </a:lnTo>
                  <a:lnTo>
                    <a:pt x="1717772" y="83989"/>
                  </a:lnTo>
                  <a:lnTo>
                    <a:pt x="1716701" y="83530"/>
                  </a:lnTo>
                  <a:lnTo>
                    <a:pt x="1715629" y="83072"/>
                  </a:lnTo>
                  <a:lnTo>
                    <a:pt x="1714558" y="82615"/>
                  </a:lnTo>
                  <a:lnTo>
                    <a:pt x="1713486" y="82158"/>
                  </a:lnTo>
                  <a:lnTo>
                    <a:pt x="1712414" y="81703"/>
                  </a:lnTo>
                  <a:lnTo>
                    <a:pt x="1711343" y="81249"/>
                  </a:lnTo>
                  <a:lnTo>
                    <a:pt x="1710271" y="80795"/>
                  </a:lnTo>
                  <a:lnTo>
                    <a:pt x="1709200" y="80342"/>
                  </a:lnTo>
                  <a:lnTo>
                    <a:pt x="1708128" y="79891"/>
                  </a:lnTo>
                  <a:lnTo>
                    <a:pt x="1707056" y="79440"/>
                  </a:lnTo>
                  <a:lnTo>
                    <a:pt x="1705985" y="78990"/>
                  </a:lnTo>
                  <a:lnTo>
                    <a:pt x="1704913" y="78541"/>
                  </a:lnTo>
                  <a:lnTo>
                    <a:pt x="1703842" y="78093"/>
                  </a:lnTo>
                  <a:lnTo>
                    <a:pt x="1702770" y="77646"/>
                  </a:lnTo>
                  <a:lnTo>
                    <a:pt x="1701698" y="77200"/>
                  </a:lnTo>
                  <a:lnTo>
                    <a:pt x="1700627" y="76756"/>
                  </a:lnTo>
                  <a:lnTo>
                    <a:pt x="1699555" y="76312"/>
                  </a:lnTo>
                  <a:lnTo>
                    <a:pt x="1698484" y="75869"/>
                  </a:lnTo>
                  <a:lnTo>
                    <a:pt x="1697412" y="75427"/>
                  </a:lnTo>
                  <a:lnTo>
                    <a:pt x="1696340" y="74986"/>
                  </a:lnTo>
                  <a:lnTo>
                    <a:pt x="1695269" y="74546"/>
                  </a:lnTo>
                  <a:lnTo>
                    <a:pt x="1694197" y="74108"/>
                  </a:lnTo>
                  <a:lnTo>
                    <a:pt x="1693126" y="73670"/>
                  </a:lnTo>
                  <a:lnTo>
                    <a:pt x="1692054" y="73234"/>
                  </a:lnTo>
                  <a:lnTo>
                    <a:pt x="1690982" y="72798"/>
                  </a:lnTo>
                  <a:lnTo>
                    <a:pt x="1689911" y="72364"/>
                  </a:lnTo>
                  <a:lnTo>
                    <a:pt x="1688839" y="71931"/>
                  </a:lnTo>
                  <a:lnTo>
                    <a:pt x="1687768" y="71499"/>
                  </a:lnTo>
                  <a:lnTo>
                    <a:pt x="1686696" y="71068"/>
                  </a:lnTo>
                  <a:lnTo>
                    <a:pt x="1685624" y="70638"/>
                  </a:lnTo>
                  <a:lnTo>
                    <a:pt x="1684553" y="70209"/>
                  </a:lnTo>
                  <a:lnTo>
                    <a:pt x="1683481" y="69782"/>
                  </a:lnTo>
                  <a:lnTo>
                    <a:pt x="1682410" y="69356"/>
                  </a:lnTo>
                  <a:lnTo>
                    <a:pt x="1681338" y="68931"/>
                  </a:lnTo>
                  <a:lnTo>
                    <a:pt x="1680266" y="68507"/>
                  </a:lnTo>
                  <a:lnTo>
                    <a:pt x="1679195" y="68084"/>
                  </a:lnTo>
                  <a:lnTo>
                    <a:pt x="1678123" y="67663"/>
                  </a:lnTo>
                  <a:lnTo>
                    <a:pt x="1677052" y="67243"/>
                  </a:lnTo>
                  <a:lnTo>
                    <a:pt x="1675980" y="66824"/>
                  </a:lnTo>
                  <a:lnTo>
                    <a:pt x="1674908" y="66406"/>
                  </a:lnTo>
                  <a:lnTo>
                    <a:pt x="1673837" y="65989"/>
                  </a:lnTo>
                  <a:lnTo>
                    <a:pt x="1672765" y="65574"/>
                  </a:lnTo>
                  <a:lnTo>
                    <a:pt x="1671694" y="65160"/>
                  </a:lnTo>
                  <a:lnTo>
                    <a:pt x="1670622" y="64748"/>
                  </a:lnTo>
                  <a:lnTo>
                    <a:pt x="1669550" y="64336"/>
                  </a:lnTo>
                  <a:lnTo>
                    <a:pt x="1668479" y="63926"/>
                  </a:lnTo>
                  <a:lnTo>
                    <a:pt x="1667407" y="63517"/>
                  </a:lnTo>
                  <a:lnTo>
                    <a:pt x="1666336" y="63110"/>
                  </a:lnTo>
                  <a:lnTo>
                    <a:pt x="1665264" y="62704"/>
                  </a:lnTo>
                  <a:lnTo>
                    <a:pt x="1664192" y="62299"/>
                  </a:lnTo>
                  <a:lnTo>
                    <a:pt x="1663121" y="61896"/>
                  </a:lnTo>
                  <a:lnTo>
                    <a:pt x="1662049" y="61493"/>
                  </a:lnTo>
                  <a:lnTo>
                    <a:pt x="1660978" y="61093"/>
                  </a:lnTo>
                  <a:lnTo>
                    <a:pt x="1659906" y="60693"/>
                  </a:lnTo>
                  <a:lnTo>
                    <a:pt x="1658834" y="60295"/>
                  </a:lnTo>
                  <a:lnTo>
                    <a:pt x="1657763" y="59899"/>
                  </a:lnTo>
                  <a:lnTo>
                    <a:pt x="1656691" y="59503"/>
                  </a:lnTo>
                  <a:lnTo>
                    <a:pt x="1655620" y="59109"/>
                  </a:lnTo>
                  <a:lnTo>
                    <a:pt x="1654548" y="58717"/>
                  </a:lnTo>
                  <a:lnTo>
                    <a:pt x="1653476" y="58326"/>
                  </a:lnTo>
                  <a:lnTo>
                    <a:pt x="1652405" y="57936"/>
                  </a:lnTo>
                  <a:lnTo>
                    <a:pt x="1651333" y="57548"/>
                  </a:lnTo>
                  <a:lnTo>
                    <a:pt x="1650262" y="57161"/>
                  </a:lnTo>
                  <a:lnTo>
                    <a:pt x="1649190" y="56776"/>
                  </a:lnTo>
                  <a:lnTo>
                    <a:pt x="1648118" y="56392"/>
                  </a:lnTo>
                  <a:lnTo>
                    <a:pt x="1647047" y="56009"/>
                  </a:lnTo>
                  <a:lnTo>
                    <a:pt x="1645975" y="55628"/>
                  </a:lnTo>
                  <a:lnTo>
                    <a:pt x="1644904" y="55249"/>
                  </a:lnTo>
                  <a:lnTo>
                    <a:pt x="1643832" y="54871"/>
                  </a:lnTo>
                  <a:lnTo>
                    <a:pt x="1642760" y="54494"/>
                  </a:lnTo>
                  <a:lnTo>
                    <a:pt x="1641689" y="54119"/>
                  </a:lnTo>
                  <a:lnTo>
                    <a:pt x="1640617" y="53745"/>
                  </a:lnTo>
                  <a:lnTo>
                    <a:pt x="1639546" y="53373"/>
                  </a:lnTo>
                  <a:lnTo>
                    <a:pt x="1638474" y="53002"/>
                  </a:lnTo>
                  <a:lnTo>
                    <a:pt x="1637402" y="52633"/>
                  </a:lnTo>
                  <a:lnTo>
                    <a:pt x="1636331" y="52265"/>
                  </a:lnTo>
                  <a:lnTo>
                    <a:pt x="1635259" y="51899"/>
                  </a:lnTo>
                  <a:lnTo>
                    <a:pt x="1634188" y="51534"/>
                  </a:lnTo>
                  <a:lnTo>
                    <a:pt x="1633116" y="51171"/>
                  </a:lnTo>
                  <a:lnTo>
                    <a:pt x="1632044" y="50809"/>
                  </a:lnTo>
                  <a:lnTo>
                    <a:pt x="1630973" y="50449"/>
                  </a:lnTo>
                  <a:lnTo>
                    <a:pt x="1629901" y="50091"/>
                  </a:lnTo>
                  <a:lnTo>
                    <a:pt x="1628830" y="49733"/>
                  </a:lnTo>
                  <a:lnTo>
                    <a:pt x="1627758" y="49378"/>
                  </a:lnTo>
                  <a:lnTo>
                    <a:pt x="1626686" y="49024"/>
                  </a:lnTo>
                  <a:lnTo>
                    <a:pt x="1625615" y="48671"/>
                  </a:lnTo>
                  <a:lnTo>
                    <a:pt x="1624543" y="48321"/>
                  </a:lnTo>
                  <a:lnTo>
                    <a:pt x="1623472" y="47971"/>
                  </a:lnTo>
                  <a:lnTo>
                    <a:pt x="1622400" y="47623"/>
                  </a:lnTo>
                  <a:lnTo>
                    <a:pt x="1621328" y="47277"/>
                  </a:lnTo>
                  <a:lnTo>
                    <a:pt x="1620257" y="46932"/>
                  </a:lnTo>
                  <a:lnTo>
                    <a:pt x="1619185" y="46589"/>
                  </a:lnTo>
                  <a:lnTo>
                    <a:pt x="1618114" y="46248"/>
                  </a:lnTo>
                  <a:lnTo>
                    <a:pt x="1617042" y="45908"/>
                  </a:lnTo>
                  <a:lnTo>
                    <a:pt x="1615970" y="45569"/>
                  </a:lnTo>
                  <a:lnTo>
                    <a:pt x="1614899" y="45233"/>
                  </a:lnTo>
                  <a:lnTo>
                    <a:pt x="1613827" y="44897"/>
                  </a:lnTo>
                  <a:lnTo>
                    <a:pt x="1612756" y="44564"/>
                  </a:lnTo>
                  <a:lnTo>
                    <a:pt x="1611684" y="44231"/>
                  </a:lnTo>
                  <a:lnTo>
                    <a:pt x="1610612" y="43901"/>
                  </a:lnTo>
                  <a:lnTo>
                    <a:pt x="1609541" y="43572"/>
                  </a:lnTo>
                  <a:lnTo>
                    <a:pt x="1608469" y="43245"/>
                  </a:lnTo>
                  <a:lnTo>
                    <a:pt x="1607398" y="42919"/>
                  </a:lnTo>
                  <a:lnTo>
                    <a:pt x="1606326" y="42595"/>
                  </a:lnTo>
                  <a:lnTo>
                    <a:pt x="1605254" y="42272"/>
                  </a:lnTo>
                  <a:lnTo>
                    <a:pt x="1604183" y="41951"/>
                  </a:lnTo>
                  <a:lnTo>
                    <a:pt x="1603111" y="41632"/>
                  </a:lnTo>
                  <a:lnTo>
                    <a:pt x="1602040" y="41314"/>
                  </a:lnTo>
                  <a:lnTo>
                    <a:pt x="1600968" y="40997"/>
                  </a:lnTo>
                  <a:lnTo>
                    <a:pt x="1599896" y="40683"/>
                  </a:lnTo>
                  <a:lnTo>
                    <a:pt x="1598825" y="40370"/>
                  </a:lnTo>
                  <a:lnTo>
                    <a:pt x="1597753" y="40058"/>
                  </a:lnTo>
                  <a:lnTo>
                    <a:pt x="1596682" y="39748"/>
                  </a:lnTo>
                  <a:lnTo>
                    <a:pt x="1595610" y="39440"/>
                  </a:lnTo>
                  <a:lnTo>
                    <a:pt x="1594539" y="39133"/>
                  </a:lnTo>
                  <a:lnTo>
                    <a:pt x="1593467" y="38828"/>
                  </a:lnTo>
                  <a:lnTo>
                    <a:pt x="1592395" y="38524"/>
                  </a:lnTo>
                  <a:lnTo>
                    <a:pt x="1591324" y="38222"/>
                  </a:lnTo>
                  <a:lnTo>
                    <a:pt x="1590252" y="37922"/>
                  </a:lnTo>
                  <a:lnTo>
                    <a:pt x="1589181" y="37623"/>
                  </a:lnTo>
                  <a:lnTo>
                    <a:pt x="1588109" y="37326"/>
                  </a:lnTo>
                  <a:lnTo>
                    <a:pt x="1587037" y="37030"/>
                  </a:lnTo>
                  <a:lnTo>
                    <a:pt x="1585966" y="36736"/>
                  </a:lnTo>
                  <a:lnTo>
                    <a:pt x="1584894" y="36443"/>
                  </a:lnTo>
                  <a:lnTo>
                    <a:pt x="1583823" y="36152"/>
                  </a:lnTo>
                  <a:lnTo>
                    <a:pt x="1582751" y="35863"/>
                  </a:lnTo>
                  <a:lnTo>
                    <a:pt x="1581679" y="35575"/>
                  </a:lnTo>
                  <a:lnTo>
                    <a:pt x="1580608" y="35289"/>
                  </a:lnTo>
                  <a:lnTo>
                    <a:pt x="1579536" y="35004"/>
                  </a:lnTo>
                  <a:lnTo>
                    <a:pt x="1578465" y="34721"/>
                  </a:lnTo>
                  <a:lnTo>
                    <a:pt x="1577393" y="34439"/>
                  </a:lnTo>
                  <a:lnTo>
                    <a:pt x="1576321" y="34159"/>
                  </a:lnTo>
                  <a:lnTo>
                    <a:pt x="1575250" y="33880"/>
                  </a:lnTo>
                  <a:lnTo>
                    <a:pt x="1574178" y="33603"/>
                  </a:lnTo>
                  <a:lnTo>
                    <a:pt x="1573107" y="33328"/>
                  </a:lnTo>
                  <a:lnTo>
                    <a:pt x="1572035" y="33054"/>
                  </a:lnTo>
                  <a:lnTo>
                    <a:pt x="1570963" y="32781"/>
                  </a:lnTo>
                  <a:lnTo>
                    <a:pt x="1569892" y="32510"/>
                  </a:lnTo>
                  <a:lnTo>
                    <a:pt x="1568820" y="32241"/>
                  </a:lnTo>
                  <a:lnTo>
                    <a:pt x="1567749" y="31973"/>
                  </a:lnTo>
                  <a:lnTo>
                    <a:pt x="1566677" y="31706"/>
                  </a:lnTo>
                  <a:lnTo>
                    <a:pt x="1565605" y="31441"/>
                  </a:lnTo>
                  <a:lnTo>
                    <a:pt x="1564534" y="31178"/>
                  </a:lnTo>
                  <a:lnTo>
                    <a:pt x="1563462" y="30916"/>
                  </a:lnTo>
                  <a:lnTo>
                    <a:pt x="1562391" y="30655"/>
                  </a:lnTo>
                  <a:lnTo>
                    <a:pt x="1561319" y="30396"/>
                  </a:lnTo>
                  <a:lnTo>
                    <a:pt x="1560247" y="30139"/>
                  </a:lnTo>
                  <a:lnTo>
                    <a:pt x="1559176" y="29883"/>
                  </a:lnTo>
                  <a:lnTo>
                    <a:pt x="1558104" y="29628"/>
                  </a:lnTo>
                  <a:lnTo>
                    <a:pt x="1557033" y="29375"/>
                  </a:lnTo>
                  <a:lnTo>
                    <a:pt x="1555961" y="29123"/>
                  </a:lnTo>
                  <a:lnTo>
                    <a:pt x="1554889" y="28873"/>
                  </a:lnTo>
                  <a:lnTo>
                    <a:pt x="1553818" y="28624"/>
                  </a:lnTo>
                  <a:lnTo>
                    <a:pt x="1552746" y="28376"/>
                  </a:lnTo>
                  <a:lnTo>
                    <a:pt x="1551675" y="28130"/>
                  </a:lnTo>
                  <a:lnTo>
                    <a:pt x="1550603" y="27886"/>
                  </a:lnTo>
                  <a:lnTo>
                    <a:pt x="1549531" y="27642"/>
                  </a:lnTo>
                  <a:lnTo>
                    <a:pt x="1548460" y="27400"/>
                  </a:lnTo>
                  <a:lnTo>
                    <a:pt x="1547388" y="27160"/>
                  </a:lnTo>
                  <a:lnTo>
                    <a:pt x="1546317" y="26921"/>
                  </a:lnTo>
                  <a:lnTo>
                    <a:pt x="1545245" y="26683"/>
                  </a:lnTo>
                  <a:lnTo>
                    <a:pt x="1544173" y="26447"/>
                  </a:lnTo>
                  <a:lnTo>
                    <a:pt x="1543102" y="26212"/>
                  </a:lnTo>
                  <a:lnTo>
                    <a:pt x="1542030" y="25978"/>
                  </a:lnTo>
                  <a:lnTo>
                    <a:pt x="1540959" y="25746"/>
                  </a:lnTo>
                  <a:lnTo>
                    <a:pt x="1539887" y="25514"/>
                  </a:lnTo>
                  <a:lnTo>
                    <a:pt x="1538815" y="25285"/>
                  </a:lnTo>
                  <a:lnTo>
                    <a:pt x="1537744" y="25056"/>
                  </a:lnTo>
                  <a:lnTo>
                    <a:pt x="1536672" y="24829"/>
                  </a:lnTo>
                  <a:lnTo>
                    <a:pt x="1535601" y="24603"/>
                  </a:lnTo>
                  <a:lnTo>
                    <a:pt x="1534529" y="24379"/>
                  </a:lnTo>
                  <a:lnTo>
                    <a:pt x="1533457" y="24155"/>
                  </a:lnTo>
                  <a:lnTo>
                    <a:pt x="1532386" y="23933"/>
                  </a:lnTo>
                  <a:lnTo>
                    <a:pt x="1531314" y="23712"/>
                  </a:lnTo>
                  <a:lnTo>
                    <a:pt x="1530243" y="23493"/>
                  </a:lnTo>
                  <a:lnTo>
                    <a:pt x="1529171" y="23274"/>
                  </a:lnTo>
                  <a:lnTo>
                    <a:pt x="1528099" y="23057"/>
                  </a:lnTo>
                  <a:lnTo>
                    <a:pt x="1527028" y="22841"/>
                  </a:lnTo>
                  <a:lnTo>
                    <a:pt x="1525956" y="22627"/>
                  </a:lnTo>
                  <a:lnTo>
                    <a:pt x="1524885" y="22413"/>
                  </a:lnTo>
                  <a:lnTo>
                    <a:pt x="1523813" y="22201"/>
                  </a:lnTo>
                  <a:lnTo>
                    <a:pt x="1522741" y="21989"/>
                  </a:lnTo>
                  <a:lnTo>
                    <a:pt x="1521670" y="21779"/>
                  </a:lnTo>
                  <a:lnTo>
                    <a:pt x="1520598" y="21570"/>
                  </a:lnTo>
                  <a:lnTo>
                    <a:pt x="1519527" y="21363"/>
                  </a:lnTo>
                  <a:lnTo>
                    <a:pt x="1518455" y="21156"/>
                  </a:lnTo>
                  <a:lnTo>
                    <a:pt x="1517383" y="20950"/>
                  </a:lnTo>
                  <a:lnTo>
                    <a:pt x="1516312" y="20746"/>
                  </a:lnTo>
                  <a:lnTo>
                    <a:pt x="1515240" y="20542"/>
                  </a:lnTo>
                  <a:lnTo>
                    <a:pt x="1514169" y="20340"/>
                  </a:lnTo>
                  <a:lnTo>
                    <a:pt x="1513097" y="20139"/>
                  </a:lnTo>
                  <a:lnTo>
                    <a:pt x="1512025" y="19938"/>
                  </a:lnTo>
                  <a:lnTo>
                    <a:pt x="1510954" y="19739"/>
                  </a:lnTo>
                  <a:lnTo>
                    <a:pt x="1509882" y="19541"/>
                  </a:lnTo>
                  <a:lnTo>
                    <a:pt x="1508811" y="19344"/>
                  </a:lnTo>
                  <a:lnTo>
                    <a:pt x="1507739" y="19147"/>
                  </a:lnTo>
                  <a:lnTo>
                    <a:pt x="1506667" y="18952"/>
                  </a:lnTo>
                  <a:lnTo>
                    <a:pt x="1505596" y="18758"/>
                  </a:lnTo>
                  <a:lnTo>
                    <a:pt x="1504524" y="18565"/>
                  </a:lnTo>
                  <a:lnTo>
                    <a:pt x="1503453" y="18372"/>
                  </a:lnTo>
                  <a:lnTo>
                    <a:pt x="1502381" y="18181"/>
                  </a:lnTo>
                  <a:lnTo>
                    <a:pt x="1501309" y="17990"/>
                  </a:lnTo>
                  <a:lnTo>
                    <a:pt x="1500238" y="17801"/>
                  </a:lnTo>
                  <a:lnTo>
                    <a:pt x="1499166" y="17612"/>
                  </a:lnTo>
                  <a:lnTo>
                    <a:pt x="1498095" y="17424"/>
                  </a:lnTo>
                  <a:lnTo>
                    <a:pt x="1497023" y="17237"/>
                  </a:lnTo>
                  <a:lnTo>
                    <a:pt x="1495951" y="17051"/>
                  </a:lnTo>
                  <a:lnTo>
                    <a:pt x="1494880" y="16866"/>
                  </a:lnTo>
                  <a:lnTo>
                    <a:pt x="1493808" y="16682"/>
                  </a:lnTo>
                  <a:lnTo>
                    <a:pt x="1492737" y="16498"/>
                  </a:lnTo>
                  <a:lnTo>
                    <a:pt x="1491665" y="16315"/>
                  </a:lnTo>
                  <a:lnTo>
                    <a:pt x="1490593" y="16133"/>
                  </a:lnTo>
                  <a:lnTo>
                    <a:pt x="1489522" y="15952"/>
                  </a:lnTo>
                  <a:lnTo>
                    <a:pt x="1488450" y="15772"/>
                  </a:lnTo>
                  <a:lnTo>
                    <a:pt x="1487379" y="15592"/>
                  </a:lnTo>
                  <a:lnTo>
                    <a:pt x="1486307" y="15413"/>
                  </a:lnTo>
                  <a:lnTo>
                    <a:pt x="1485235" y="15235"/>
                  </a:lnTo>
                  <a:lnTo>
                    <a:pt x="1484164" y="15057"/>
                  </a:lnTo>
                  <a:lnTo>
                    <a:pt x="1483092" y="14880"/>
                  </a:lnTo>
                  <a:lnTo>
                    <a:pt x="1482021" y="14704"/>
                  </a:lnTo>
                  <a:lnTo>
                    <a:pt x="1480949" y="14528"/>
                  </a:lnTo>
                  <a:lnTo>
                    <a:pt x="1479877" y="14354"/>
                  </a:lnTo>
                  <a:lnTo>
                    <a:pt x="1478806" y="14179"/>
                  </a:lnTo>
                  <a:lnTo>
                    <a:pt x="1477734" y="14006"/>
                  </a:lnTo>
                  <a:lnTo>
                    <a:pt x="1476663" y="13833"/>
                  </a:lnTo>
                  <a:lnTo>
                    <a:pt x="1475591" y="13660"/>
                  </a:lnTo>
                  <a:lnTo>
                    <a:pt x="1474519" y="13488"/>
                  </a:lnTo>
                  <a:lnTo>
                    <a:pt x="1473448" y="13317"/>
                  </a:lnTo>
                  <a:lnTo>
                    <a:pt x="1472376" y="13146"/>
                  </a:lnTo>
                  <a:lnTo>
                    <a:pt x="1471305" y="12976"/>
                  </a:lnTo>
                  <a:lnTo>
                    <a:pt x="1470233" y="12807"/>
                  </a:lnTo>
                  <a:lnTo>
                    <a:pt x="1469161" y="12637"/>
                  </a:lnTo>
                  <a:lnTo>
                    <a:pt x="1468090" y="12469"/>
                  </a:lnTo>
                  <a:lnTo>
                    <a:pt x="1467018" y="12301"/>
                  </a:lnTo>
                  <a:lnTo>
                    <a:pt x="1465947" y="12133"/>
                  </a:lnTo>
                  <a:lnTo>
                    <a:pt x="1464875" y="11966"/>
                  </a:lnTo>
                  <a:lnTo>
                    <a:pt x="1463803" y="11799"/>
                  </a:lnTo>
                  <a:lnTo>
                    <a:pt x="1462732" y="11632"/>
                  </a:lnTo>
                  <a:lnTo>
                    <a:pt x="1461660" y="11466"/>
                  </a:lnTo>
                  <a:lnTo>
                    <a:pt x="1460589" y="11301"/>
                  </a:lnTo>
                  <a:lnTo>
                    <a:pt x="1459517" y="11135"/>
                  </a:lnTo>
                  <a:lnTo>
                    <a:pt x="1458445" y="10971"/>
                  </a:lnTo>
                  <a:lnTo>
                    <a:pt x="1457374" y="10806"/>
                  </a:lnTo>
                  <a:lnTo>
                    <a:pt x="1456302" y="10642"/>
                  </a:lnTo>
                  <a:lnTo>
                    <a:pt x="1455231" y="10478"/>
                  </a:lnTo>
                  <a:lnTo>
                    <a:pt x="1454159" y="10314"/>
                  </a:lnTo>
                  <a:lnTo>
                    <a:pt x="1453087" y="10151"/>
                  </a:lnTo>
                  <a:lnTo>
                    <a:pt x="1452016" y="9988"/>
                  </a:lnTo>
                  <a:lnTo>
                    <a:pt x="1450944" y="9825"/>
                  </a:lnTo>
                  <a:lnTo>
                    <a:pt x="1449873" y="9663"/>
                  </a:lnTo>
                  <a:lnTo>
                    <a:pt x="1448801" y="9501"/>
                  </a:lnTo>
                  <a:lnTo>
                    <a:pt x="1447729" y="9339"/>
                  </a:lnTo>
                  <a:lnTo>
                    <a:pt x="1446658" y="9177"/>
                  </a:lnTo>
                  <a:lnTo>
                    <a:pt x="1445586" y="9015"/>
                  </a:lnTo>
                  <a:lnTo>
                    <a:pt x="1444515" y="8854"/>
                  </a:lnTo>
                  <a:lnTo>
                    <a:pt x="1443443" y="8693"/>
                  </a:lnTo>
                  <a:lnTo>
                    <a:pt x="1442371" y="8531"/>
                  </a:lnTo>
                  <a:lnTo>
                    <a:pt x="1441300" y="8370"/>
                  </a:lnTo>
                  <a:lnTo>
                    <a:pt x="1440228" y="8209"/>
                  </a:lnTo>
                  <a:lnTo>
                    <a:pt x="1439157" y="8049"/>
                  </a:lnTo>
                  <a:lnTo>
                    <a:pt x="1438085" y="7888"/>
                  </a:lnTo>
                  <a:lnTo>
                    <a:pt x="1437013" y="7727"/>
                  </a:lnTo>
                  <a:lnTo>
                    <a:pt x="1435942" y="7567"/>
                  </a:lnTo>
                  <a:lnTo>
                    <a:pt x="1434870" y="7406"/>
                  </a:lnTo>
                  <a:lnTo>
                    <a:pt x="1433799" y="7246"/>
                  </a:lnTo>
                  <a:lnTo>
                    <a:pt x="1432727" y="7085"/>
                  </a:lnTo>
                  <a:lnTo>
                    <a:pt x="1431655" y="6925"/>
                  </a:lnTo>
                  <a:lnTo>
                    <a:pt x="1430584" y="6764"/>
                  </a:lnTo>
                  <a:lnTo>
                    <a:pt x="1429512" y="6604"/>
                  </a:lnTo>
                  <a:lnTo>
                    <a:pt x="1428441" y="6443"/>
                  </a:lnTo>
                  <a:lnTo>
                    <a:pt x="1427369" y="6282"/>
                  </a:lnTo>
                  <a:lnTo>
                    <a:pt x="1426297" y="6122"/>
                  </a:lnTo>
                  <a:lnTo>
                    <a:pt x="1425226" y="5961"/>
                  </a:lnTo>
                  <a:lnTo>
                    <a:pt x="1424154" y="5800"/>
                  </a:lnTo>
                  <a:lnTo>
                    <a:pt x="1423083" y="5639"/>
                  </a:lnTo>
                  <a:lnTo>
                    <a:pt x="1422011" y="5478"/>
                  </a:lnTo>
                  <a:lnTo>
                    <a:pt x="1420939" y="5317"/>
                  </a:lnTo>
                  <a:lnTo>
                    <a:pt x="1419868" y="5155"/>
                  </a:lnTo>
                  <a:lnTo>
                    <a:pt x="1418796" y="4994"/>
                  </a:lnTo>
                  <a:lnTo>
                    <a:pt x="1417725" y="4832"/>
                  </a:lnTo>
                  <a:lnTo>
                    <a:pt x="1416653" y="4670"/>
                  </a:lnTo>
                  <a:lnTo>
                    <a:pt x="1415582" y="4508"/>
                  </a:lnTo>
                  <a:lnTo>
                    <a:pt x="1414510" y="4345"/>
                  </a:lnTo>
                  <a:lnTo>
                    <a:pt x="1413438" y="4183"/>
                  </a:lnTo>
                  <a:lnTo>
                    <a:pt x="1412367" y="4020"/>
                  </a:lnTo>
                  <a:lnTo>
                    <a:pt x="1411295" y="3857"/>
                  </a:lnTo>
                  <a:lnTo>
                    <a:pt x="1410224" y="3693"/>
                  </a:lnTo>
                  <a:lnTo>
                    <a:pt x="1409152" y="3530"/>
                  </a:lnTo>
                  <a:lnTo>
                    <a:pt x="1408080" y="3366"/>
                  </a:lnTo>
                  <a:lnTo>
                    <a:pt x="1407009" y="3201"/>
                  </a:lnTo>
                  <a:lnTo>
                    <a:pt x="1405937" y="3037"/>
                  </a:lnTo>
                  <a:lnTo>
                    <a:pt x="1404866" y="2872"/>
                  </a:lnTo>
                  <a:lnTo>
                    <a:pt x="1403794" y="2706"/>
                  </a:lnTo>
                  <a:lnTo>
                    <a:pt x="1402722" y="2540"/>
                  </a:lnTo>
                  <a:lnTo>
                    <a:pt x="1401651" y="2374"/>
                  </a:lnTo>
                  <a:lnTo>
                    <a:pt x="1400579" y="2208"/>
                  </a:lnTo>
                  <a:lnTo>
                    <a:pt x="1399508" y="2041"/>
                  </a:lnTo>
                  <a:lnTo>
                    <a:pt x="1398436" y="1873"/>
                  </a:lnTo>
                  <a:lnTo>
                    <a:pt x="1397364" y="1705"/>
                  </a:lnTo>
                  <a:lnTo>
                    <a:pt x="1396293" y="1537"/>
                  </a:lnTo>
                  <a:lnTo>
                    <a:pt x="1395221" y="1368"/>
                  </a:lnTo>
                  <a:lnTo>
                    <a:pt x="1394150" y="1199"/>
                  </a:lnTo>
                  <a:lnTo>
                    <a:pt x="1393078" y="1029"/>
                  </a:lnTo>
                  <a:lnTo>
                    <a:pt x="1392006" y="859"/>
                  </a:lnTo>
                  <a:lnTo>
                    <a:pt x="1390935" y="688"/>
                  </a:lnTo>
                  <a:lnTo>
                    <a:pt x="1389863" y="517"/>
                  </a:lnTo>
                  <a:lnTo>
                    <a:pt x="1388792" y="345"/>
                  </a:lnTo>
                  <a:lnTo>
                    <a:pt x="1387720" y="173"/>
                  </a:lnTo>
                  <a:lnTo>
                    <a:pt x="1386648" y="0"/>
                  </a:lnTo>
                  <a:lnTo>
                    <a:pt x="1385577" y="359"/>
                  </a:lnTo>
                  <a:lnTo>
                    <a:pt x="1384505" y="1115"/>
                  </a:lnTo>
                  <a:lnTo>
                    <a:pt x="1383434" y="1874"/>
                  </a:lnTo>
                  <a:lnTo>
                    <a:pt x="1382362" y="2638"/>
                  </a:lnTo>
                  <a:lnTo>
                    <a:pt x="1381290" y="3406"/>
                  </a:lnTo>
                  <a:lnTo>
                    <a:pt x="1380219" y="4178"/>
                  </a:lnTo>
                  <a:lnTo>
                    <a:pt x="1379147" y="4955"/>
                  </a:lnTo>
                  <a:lnTo>
                    <a:pt x="1378076" y="5736"/>
                  </a:lnTo>
                  <a:lnTo>
                    <a:pt x="1377004" y="6521"/>
                  </a:lnTo>
                  <a:lnTo>
                    <a:pt x="1375932" y="7311"/>
                  </a:lnTo>
                  <a:lnTo>
                    <a:pt x="1374861" y="8104"/>
                  </a:lnTo>
                  <a:lnTo>
                    <a:pt x="1373789" y="8903"/>
                  </a:lnTo>
                  <a:lnTo>
                    <a:pt x="1372718" y="9705"/>
                  </a:lnTo>
                  <a:lnTo>
                    <a:pt x="1371646" y="10511"/>
                  </a:lnTo>
                  <a:lnTo>
                    <a:pt x="1370574" y="11322"/>
                  </a:lnTo>
                  <a:lnTo>
                    <a:pt x="1369503" y="12137"/>
                  </a:lnTo>
                  <a:lnTo>
                    <a:pt x="1368431" y="12956"/>
                  </a:lnTo>
                  <a:lnTo>
                    <a:pt x="1367360" y="13779"/>
                  </a:lnTo>
                  <a:lnTo>
                    <a:pt x="1366288" y="14606"/>
                  </a:lnTo>
                  <a:lnTo>
                    <a:pt x="1365216" y="15438"/>
                  </a:lnTo>
                  <a:lnTo>
                    <a:pt x="1364145" y="16274"/>
                  </a:lnTo>
                  <a:lnTo>
                    <a:pt x="1363073" y="17113"/>
                  </a:lnTo>
                  <a:lnTo>
                    <a:pt x="1362002" y="17957"/>
                  </a:lnTo>
                  <a:lnTo>
                    <a:pt x="1360930" y="18805"/>
                  </a:lnTo>
                  <a:lnTo>
                    <a:pt x="1359858" y="19657"/>
                  </a:lnTo>
                  <a:lnTo>
                    <a:pt x="1358787" y="20513"/>
                  </a:lnTo>
                  <a:lnTo>
                    <a:pt x="1357715" y="21373"/>
                  </a:lnTo>
                  <a:lnTo>
                    <a:pt x="1356644" y="22237"/>
                  </a:lnTo>
                  <a:lnTo>
                    <a:pt x="1355572" y="23105"/>
                  </a:lnTo>
                  <a:lnTo>
                    <a:pt x="1354500" y="23977"/>
                  </a:lnTo>
                  <a:lnTo>
                    <a:pt x="1353429" y="24853"/>
                  </a:lnTo>
                  <a:lnTo>
                    <a:pt x="1352357" y="25733"/>
                  </a:lnTo>
                  <a:lnTo>
                    <a:pt x="1351286" y="26616"/>
                  </a:lnTo>
                  <a:lnTo>
                    <a:pt x="1350214" y="27504"/>
                  </a:lnTo>
                  <a:lnTo>
                    <a:pt x="1349142" y="28396"/>
                  </a:lnTo>
                  <a:lnTo>
                    <a:pt x="1348071" y="29291"/>
                  </a:lnTo>
                  <a:lnTo>
                    <a:pt x="1346999" y="30191"/>
                  </a:lnTo>
                  <a:lnTo>
                    <a:pt x="1345928" y="31094"/>
                  </a:lnTo>
                  <a:lnTo>
                    <a:pt x="1344856" y="32001"/>
                  </a:lnTo>
                  <a:lnTo>
                    <a:pt x="1343784" y="32912"/>
                  </a:lnTo>
                  <a:lnTo>
                    <a:pt x="1342713" y="33826"/>
                  </a:lnTo>
                  <a:lnTo>
                    <a:pt x="1341641" y="34745"/>
                  </a:lnTo>
                  <a:lnTo>
                    <a:pt x="1340570" y="35667"/>
                  </a:lnTo>
                  <a:lnTo>
                    <a:pt x="1339498" y="36592"/>
                  </a:lnTo>
                  <a:lnTo>
                    <a:pt x="1338426" y="37522"/>
                  </a:lnTo>
                  <a:lnTo>
                    <a:pt x="1337355" y="38455"/>
                  </a:lnTo>
                  <a:lnTo>
                    <a:pt x="1336283" y="39392"/>
                  </a:lnTo>
                  <a:lnTo>
                    <a:pt x="1335212" y="40333"/>
                  </a:lnTo>
                  <a:lnTo>
                    <a:pt x="1334140" y="41277"/>
                  </a:lnTo>
                  <a:lnTo>
                    <a:pt x="1333068" y="42225"/>
                  </a:lnTo>
                  <a:lnTo>
                    <a:pt x="1331997" y="43176"/>
                  </a:lnTo>
                  <a:lnTo>
                    <a:pt x="1330925" y="44131"/>
                  </a:lnTo>
                  <a:lnTo>
                    <a:pt x="1329854" y="45090"/>
                  </a:lnTo>
                  <a:lnTo>
                    <a:pt x="1328782" y="46052"/>
                  </a:lnTo>
                  <a:lnTo>
                    <a:pt x="1327710" y="47018"/>
                  </a:lnTo>
                  <a:lnTo>
                    <a:pt x="1326639" y="47987"/>
                  </a:lnTo>
                  <a:lnTo>
                    <a:pt x="1325567" y="48960"/>
                  </a:lnTo>
                  <a:lnTo>
                    <a:pt x="1324496" y="49936"/>
                  </a:lnTo>
                  <a:lnTo>
                    <a:pt x="1323424" y="50915"/>
                  </a:lnTo>
                  <a:lnTo>
                    <a:pt x="1322352" y="51898"/>
                  </a:lnTo>
                  <a:lnTo>
                    <a:pt x="1321281" y="52885"/>
                  </a:lnTo>
                  <a:lnTo>
                    <a:pt x="1320209" y="53874"/>
                  </a:lnTo>
                  <a:lnTo>
                    <a:pt x="1319138" y="54867"/>
                  </a:lnTo>
                  <a:lnTo>
                    <a:pt x="1318066" y="55864"/>
                  </a:lnTo>
                  <a:lnTo>
                    <a:pt x="1316994" y="56864"/>
                  </a:lnTo>
                  <a:lnTo>
                    <a:pt x="1315923" y="57867"/>
                  </a:lnTo>
                  <a:lnTo>
                    <a:pt x="1314851" y="58873"/>
                  </a:lnTo>
                  <a:lnTo>
                    <a:pt x="1313780" y="59883"/>
                  </a:lnTo>
                  <a:lnTo>
                    <a:pt x="1312708" y="60896"/>
                  </a:lnTo>
                  <a:lnTo>
                    <a:pt x="1311636" y="61912"/>
                  </a:lnTo>
                  <a:lnTo>
                    <a:pt x="1310565" y="62931"/>
                  </a:lnTo>
                  <a:lnTo>
                    <a:pt x="1309493" y="63954"/>
                  </a:lnTo>
                  <a:lnTo>
                    <a:pt x="1308422" y="64979"/>
                  </a:lnTo>
                  <a:lnTo>
                    <a:pt x="1307350" y="66008"/>
                  </a:lnTo>
                  <a:lnTo>
                    <a:pt x="1306278" y="67040"/>
                  </a:lnTo>
                  <a:lnTo>
                    <a:pt x="1305207" y="68075"/>
                  </a:lnTo>
                  <a:lnTo>
                    <a:pt x="1304135" y="69113"/>
                  </a:lnTo>
                  <a:lnTo>
                    <a:pt x="1303064" y="70154"/>
                  </a:lnTo>
                  <a:lnTo>
                    <a:pt x="1301992" y="71198"/>
                  </a:lnTo>
                  <a:lnTo>
                    <a:pt x="1300920" y="72246"/>
                  </a:lnTo>
                  <a:lnTo>
                    <a:pt x="1299849" y="73296"/>
                  </a:lnTo>
                  <a:lnTo>
                    <a:pt x="1298777" y="74349"/>
                  </a:lnTo>
                  <a:lnTo>
                    <a:pt x="1297706" y="75405"/>
                  </a:lnTo>
                  <a:lnTo>
                    <a:pt x="1296634" y="76464"/>
                  </a:lnTo>
                  <a:lnTo>
                    <a:pt x="1295562" y="77526"/>
                  </a:lnTo>
                  <a:lnTo>
                    <a:pt x="1294491" y="78591"/>
                  </a:lnTo>
                  <a:lnTo>
                    <a:pt x="1293419" y="79658"/>
                  </a:lnTo>
                  <a:lnTo>
                    <a:pt x="1292348" y="80729"/>
                  </a:lnTo>
                  <a:lnTo>
                    <a:pt x="1291276" y="81802"/>
                  </a:lnTo>
                  <a:lnTo>
                    <a:pt x="1290204" y="82878"/>
                  </a:lnTo>
                  <a:lnTo>
                    <a:pt x="1289133" y="83957"/>
                  </a:lnTo>
                  <a:lnTo>
                    <a:pt x="1288061" y="85039"/>
                  </a:lnTo>
                  <a:lnTo>
                    <a:pt x="1286990" y="86124"/>
                  </a:lnTo>
                  <a:lnTo>
                    <a:pt x="1285918" y="87211"/>
                  </a:lnTo>
                  <a:lnTo>
                    <a:pt x="1284846" y="88301"/>
                  </a:lnTo>
                  <a:lnTo>
                    <a:pt x="1283775" y="89393"/>
                  </a:lnTo>
                  <a:lnTo>
                    <a:pt x="1282703" y="90488"/>
                  </a:lnTo>
                  <a:lnTo>
                    <a:pt x="1281632" y="91586"/>
                  </a:lnTo>
                  <a:lnTo>
                    <a:pt x="1280560" y="92686"/>
                  </a:lnTo>
                  <a:lnTo>
                    <a:pt x="1279488" y="93789"/>
                  </a:lnTo>
                  <a:lnTo>
                    <a:pt x="1278417" y="94895"/>
                  </a:lnTo>
                  <a:lnTo>
                    <a:pt x="1277345" y="96003"/>
                  </a:lnTo>
                  <a:lnTo>
                    <a:pt x="1276274" y="97114"/>
                  </a:lnTo>
                  <a:lnTo>
                    <a:pt x="1275202" y="98227"/>
                  </a:lnTo>
                  <a:lnTo>
                    <a:pt x="1274130" y="99342"/>
                  </a:lnTo>
                  <a:lnTo>
                    <a:pt x="1273059" y="100461"/>
                  </a:lnTo>
                  <a:lnTo>
                    <a:pt x="1271987" y="101581"/>
                  </a:lnTo>
                  <a:lnTo>
                    <a:pt x="1270916" y="102704"/>
                  </a:lnTo>
                  <a:lnTo>
                    <a:pt x="1269844" y="103829"/>
                  </a:lnTo>
                  <a:lnTo>
                    <a:pt x="1268772" y="104957"/>
                  </a:lnTo>
                  <a:lnTo>
                    <a:pt x="1267701" y="106087"/>
                  </a:lnTo>
                  <a:lnTo>
                    <a:pt x="1266629" y="107219"/>
                  </a:lnTo>
                  <a:lnTo>
                    <a:pt x="1265558" y="108354"/>
                  </a:lnTo>
                  <a:lnTo>
                    <a:pt x="1264486" y="109491"/>
                  </a:lnTo>
                  <a:lnTo>
                    <a:pt x="1263414" y="110630"/>
                  </a:lnTo>
                  <a:lnTo>
                    <a:pt x="1262343" y="111772"/>
                  </a:lnTo>
                  <a:lnTo>
                    <a:pt x="1261271" y="112916"/>
                  </a:lnTo>
                  <a:lnTo>
                    <a:pt x="1260200" y="114061"/>
                  </a:lnTo>
                  <a:lnTo>
                    <a:pt x="1259128" y="115210"/>
                  </a:lnTo>
                  <a:lnTo>
                    <a:pt x="1258056" y="116360"/>
                  </a:lnTo>
                  <a:lnTo>
                    <a:pt x="1256985" y="117512"/>
                  </a:lnTo>
                  <a:lnTo>
                    <a:pt x="1255913" y="118667"/>
                  </a:lnTo>
                  <a:lnTo>
                    <a:pt x="1254842" y="119823"/>
                  </a:lnTo>
                  <a:lnTo>
                    <a:pt x="1253770" y="120982"/>
                  </a:lnTo>
                  <a:lnTo>
                    <a:pt x="1252698" y="122143"/>
                  </a:lnTo>
                  <a:lnTo>
                    <a:pt x="1251627" y="123305"/>
                  </a:lnTo>
                  <a:lnTo>
                    <a:pt x="1250555" y="124470"/>
                  </a:lnTo>
                  <a:lnTo>
                    <a:pt x="1249484" y="125637"/>
                  </a:lnTo>
                  <a:lnTo>
                    <a:pt x="1248412" y="126806"/>
                  </a:lnTo>
                  <a:lnTo>
                    <a:pt x="1247340" y="127976"/>
                  </a:lnTo>
                  <a:lnTo>
                    <a:pt x="1246269" y="129149"/>
                  </a:lnTo>
                  <a:lnTo>
                    <a:pt x="1245197" y="130323"/>
                  </a:lnTo>
                  <a:lnTo>
                    <a:pt x="1244126" y="131500"/>
                  </a:lnTo>
                  <a:lnTo>
                    <a:pt x="1243054" y="132678"/>
                  </a:lnTo>
                  <a:lnTo>
                    <a:pt x="1241983" y="133858"/>
                  </a:lnTo>
                  <a:lnTo>
                    <a:pt x="1240911" y="135040"/>
                  </a:lnTo>
                  <a:lnTo>
                    <a:pt x="1239839" y="136224"/>
                  </a:lnTo>
                  <a:lnTo>
                    <a:pt x="1238768" y="137409"/>
                  </a:lnTo>
                  <a:lnTo>
                    <a:pt x="1237696" y="138596"/>
                  </a:lnTo>
                  <a:lnTo>
                    <a:pt x="1236625" y="139785"/>
                  </a:lnTo>
                  <a:lnTo>
                    <a:pt x="1235553" y="140976"/>
                  </a:lnTo>
                  <a:lnTo>
                    <a:pt x="1234481" y="142168"/>
                  </a:lnTo>
                  <a:lnTo>
                    <a:pt x="1233410" y="143363"/>
                  </a:lnTo>
                  <a:lnTo>
                    <a:pt x="1232338" y="144558"/>
                  </a:lnTo>
                  <a:lnTo>
                    <a:pt x="1231267" y="145756"/>
                  </a:lnTo>
                  <a:lnTo>
                    <a:pt x="1230195" y="146955"/>
                  </a:lnTo>
                  <a:lnTo>
                    <a:pt x="1229123" y="148155"/>
                  </a:lnTo>
                  <a:lnTo>
                    <a:pt x="1228052" y="149357"/>
                  </a:lnTo>
                  <a:lnTo>
                    <a:pt x="1226980" y="150561"/>
                  </a:lnTo>
                  <a:lnTo>
                    <a:pt x="1225909" y="151766"/>
                  </a:lnTo>
                  <a:lnTo>
                    <a:pt x="1224837" y="152973"/>
                  </a:lnTo>
                  <a:lnTo>
                    <a:pt x="1223765" y="154181"/>
                  </a:lnTo>
                  <a:lnTo>
                    <a:pt x="1222694" y="155391"/>
                  </a:lnTo>
                  <a:lnTo>
                    <a:pt x="1221622" y="156602"/>
                  </a:lnTo>
                  <a:lnTo>
                    <a:pt x="1220551" y="157814"/>
                  </a:lnTo>
                  <a:lnTo>
                    <a:pt x="1219479" y="159028"/>
                  </a:lnTo>
                  <a:lnTo>
                    <a:pt x="1218407" y="160243"/>
                  </a:lnTo>
                  <a:lnTo>
                    <a:pt x="1217336" y="161460"/>
                  </a:lnTo>
                  <a:lnTo>
                    <a:pt x="1216264" y="162678"/>
                  </a:lnTo>
                  <a:lnTo>
                    <a:pt x="1215193" y="163897"/>
                  </a:lnTo>
                  <a:lnTo>
                    <a:pt x="1214121" y="165118"/>
                  </a:lnTo>
                  <a:lnTo>
                    <a:pt x="1213049" y="166340"/>
                  </a:lnTo>
                  <a:lnTo>
                    <a:pt x="1211978" y="167563"/>
                  </a:lnTo>
                  <a:lnTo>
                    <a:pt x="1210906" y="168788"/>
                  </a:lnTo>
                  <a:lnTo>
                    <a:pt x="1209835" y="170013"/>
                  </a:lnTo>
                  <a:lnTo>
                    <a:pt x="1208763" y="171240"/>
                  </a:lnTo>
                  <a:lnTo>
                    <a:pt x="1207691" y="172468"/>
                  </a:lnTo>
                  <a:lnTo>
                    <a:pt x="1206620" y="173697"/>
                  </a:lnTo>
                  <a:lnTo>
                    <a:pt x="1205548" y="174928"/>
                  </a:lnTo>
                  <a:lnTo>
                    <a:pt x="1204477" y="176159"/>
                  </a:lnTo>
                  <a:lnTo>
                    <a:pt x="1203405" y="177392"/>
                  </a:lnTo>
                  <a:lnTo>
                    <a:pt x="1202333" y="178626"/>
                  </a:lnTo>
                  <a:lnTo>
                    <a:pt x="1201262" y="179860"/>
                  </a:lnTo>
                  <a:lnTo>
                    <a:pt x="1200190" y="181096"/>
                  </a:lnTo>
                  <a:lnTo>
                    <a:pt x="1199119" y="182333"/>
                  </a:lnTo>
                  <a:lnTo>
                    <a:pt x="1198047" y="183571"/>
                  </a:lnTo>
                  <a:lnTo>
                    <a:pt x="1196975" y="184810"/>
                  </a:lnTo>
                  <a:lnTo>
                    <a:pt x="1195904" y="186049"/>
                  </a:lnTo>
                  <a:lnTo>
                    <a:pt x="1194832" y="187290"/>
                  </a:lnTo>
                  <a:lnTo>
                    <a:pt x="1193761" y="188532"/>
                  </a:lnTo>
                  <a:lnTo>
                    <a:pt x="1192689" y="189775"/>
                  </a:lnTo>
                  <a:lnTo>
                    <a:pt x="1191617" y="191018"/>
                  </a:lnTo>
                  <a:lnTo>
                    <a:pt x="1190546" y="192262"/>
                  </a:lnTo>
                  <a:lnTo>
                    <a:pt x="1189474" y="193508"/>
                  </a:lnTo>
                  <a:lnTo>
                    <a:pt x="1188403" y="194754"/>
                  </a:lnTo>
                  <a:lnTo>
                    <a:pt x="1187331" y="196000"/>
                  </a:lnTo>
                  <a:lnTo>
                    <a:pt x="1186259" y="197248"/>
                  </a:lnTo>
                  <a:lnTo>
                    <a:pt x="1185188" y="198497"/>
                  </a:lnTo>
                  <a:lnTo>
                    <a:pt x="1184116" y="199746"/>
                  </a:lnTo>
                  <a:lnTo>
                    <a:pt x="1183045" y="200996"/>
                  </a:lnTo>
                  <a:lnTo>
                    <a:pt x="1181973" y="202246"/>
                  </a:lnTo>
                  <a:lnTo>
                    <a:pt x="1180901" y="203498"/>
                  </a:lnTo>
                  <a:lnTo>
                    <a:pt x="1179830" y="204750"/>
                  </a:lnTo>
                  <a:lnTo>
                    <a:pt x="1178758" y="206003"/>
                  </a:lnTo>
                  <a:lnTo>
                    <a:pt x="1177687" y="207256"/>
                  </a:lnTo>
                  <a:lnTo>
                    <a:pt x="1176615" y="208510"/>
                  </a:lnTo>
                  <a:lnTo>
                    <a:pt x="1175543" y="209765"/>
                  </a:lnTo>
                  <a:lnTo>
                    <a:pt x="1174472" y="211020"/>
                  </a:lnTo>
                  <a:lnTo>
                    <a:pt x="1173400" y="212276"/>
                  </a:lnTo>
                  <a:lnTo>
                    <a:pt x="1172329" y="213532"/>
                  </a:lnTo>
                  <a:lnTo>
                    <a:pt x="1171257" y="214789"/>
                  </a:lnTo>
                  <a:lnTo>
                    <a:pt x="1170185" y="216046"/>
                  </a:lnTo>
                  <a:lnTo>
                    <a:pt x="1169114" y="217304"/>
                  </a:lnTo>
                  <a:lnTo>
                    <a:pt x="1168042" y="218563"/>
                  </a:lnTo>
                  <a:lnTo>
                    <a:pt x="1166971" y="219821"/>
                  </a:lnTo>
                  <a:lnTo>
                    <a:pt x="1165899" y="221081"/>
                  </a:lnTo>
                  <a:lnTo>
                    <a:pt x="1164827" y="222341"/>
                  </a:lnTo>
                  <a:lnTo>
                    <a:pt x="1163756" y="223601"/>
                  </a:lnTo>
                  <a:lnTo>
                    <a:pt x="1162684" y="224861"/>
                  </a:lnTo>
                  <a:lnTo>
                    <a:pt x="1161613" y="226122"/>
                  </a:lnTo>
                  <a:lnTo>
                    <a:pt x="1160541" y="227384"/>
                  </a:lnTo>
                  <a:lnTo>
                    <a:pt x="1159469" y="228645"/>
                  </a:lnTo>
                  <a:lnTo>
                    <a:pt x="1158398" y="229907"/>
                  </a:lnTo>
                  <a:lnTo>
                    <a:pt x="1157326" y="231170"/>
                  </a:lnTo>
                  <a:lnTo>
                    <a:pt x="1156255" y="232432"/>
                  </a:lnTo>
                  <a:lnTo>
                    <a:pt x="1155183" y="233695"/>
                  </a:lnTo>
                  <a:lnTo>
                    <a:pt x="1154111" y="234958"/>
                  </a:lnTo>
                  <a:lnTo>
                    <a:pt x="1153040" y="236222"/>
                  </a:lnTo>
                  <a:lnTo>
                    <a:pt x="1151968" y="237485"/>
                  </a:lnTo>
                  <a:lnTo>
                    <a:pt x="1150897" y="238749"/>
                  </a:lnTo>
                  <a:lnTo>
                    <a:pt x="1149825" y="240013"/>
                  </a:lnTo>
                  <a:lnTo>
                    <a:pt x="1148753" y="241277"/>
                  </a:lnTo>
                  <a:lnTo>
                    <a:pt x="1147682" y="242542"/>
                  </a:lnTo>
                  <a:lnTo>
                    <a:pt x="1146610" y="243806"/>
                  </a:lnTo>
                  <a:lnTo>
                    <a:pt x="1145539" y="245071"/>
                  </a:lnTo>
                  <a:lnTo>
                    <a:pt x="1144467" y="246336"/>
                  </a:lnTo>
                  <a:lnTo>
                    <a:pt x="1143395" y="247600"/>
                  </a:lnTo>
                  <a:lnTo>
                    <a:pt x="1142324" y="248865"/>
                  </a:lnTo>
                  <a:lnTo>
                    <a:pt x="1141252" y="250130"/>
                  </a:lnTo>
                  <a:lnTo>
                    <a:pt x="1140181" y="251395"/>
                  </a:lnTo>
                  <a:lnTo>
                    <a:pt x="1139109" y="252660"/>
                  </a:lnTo>
                  <a:lnTo>
                    <a:pt x="1138037" y="253925"/>
                  </a:lnTo>
                  <a:lnTo>
                    <a:pt x="1136966" y="255190"/>
                  </a:lnTo>
                  <a:lnTo>
                    <a:pt x="1135894" y="256455"/>
                  </a:lnTo>
                  <a:lnTo>
                    <a:pt x="1134823" y="257720"/>
                  </a:lnTo>
                  <a:lnTo>
                    <a:pt x="1133751" y="258985"/>
                  </a:lnTo>
                  <a:lnTo>
                    <a:pt x="1132679" y="260250"/>
                  </a:lnTo>
                  <a:lnTo>
                    <a:pt x="1131608" y="261515"/>
                  </a:lnTo>
                  <a:lnTo>
                    <a:pt x="1130536" y="262780"/>
                  </a:lnTo>
                  <a:lnTo>
                    <a:pt x="1129465" y="264044"/>
                  </a:lnTo>
                  <a:lnTo>
                    <a:pt x="1128393" y="265309"/>
                  </a:lnTo>
                  <a:lnTo>
                    <a:pt x="1127321" y="266573"/>
                  </a:lnTo>
                  <a:lnTo>
                    <a:pt x="1126250" y="267837"/>
                  </a:lnTo>
                  <a:lnTo>
                    <a:pt x="1125178" y="269101"/>
                  </a:lnTo>
                  <a:lnTo>
                    <a:pt x="1124107" y="270365"/>
                  </a:lnTo>
                  <a:lnTo>
                    <a:pt x="1123035" y="271629"/>
                  </a:lnTo>
                  <a:lnTo>
                    <a:pt x="1121963" y="272892"/>
                  </a:lnTo>
                  <a:lnTo>
                    <a:pt x="1120892" y="274155"/>
                  </a:lnTo>
                  <a:lnTo>
                    <a:pt x="1119820" y="275418"/>
                  </a:lnTo>
                  <a:lnTo>
                    <a:pt x="1118749" y="276681"/>
                  </a:lnTo>
                  <a:lnTo>
                    <a:pt x="1117677" y="277943"/>
                  </a:lnTo>
                  <a:lnTo>
                    <a:pt x="1116605" y="279205"/>
                  </a:lnTo>
                  <a:lnTo>
                    <a:pt x="1115534" y="280467"/>
                  </a:lnTo>
                  <a:lnTo>
                    <a:pt x="1114462" y="281728"/>
                  </a:lnTo>
                  <a:lnTo>
                    <a:pt x="1113391" y="282989"/>
                  </a:lnTo>
                  <a:lnTo>
                    <a:pt x="1112319" y="284250"/>
                  </a:lnTo>
                  <a:lnTo>
                    <a:pt x="1111247" y="285511"/>
                  </a:lnTo>
                  <a:lnTo>
                    <a:pt x="1110176" y="286771"/>
                  </a:lnTo>
                  <a:lnTo>
                    <a:pt x="1109104" y="288030"/>
                  </a:lnTo>
                  <a:lnTo>
                    <a:pt x="1108033" y="289289"/>
                  </a:lnTo>
                  <a:lnTo>
                    <a:pt x="1106961" y="290548"/>
                  </a:lnTo>
                  <a:lnTo>
                    <a:pt x="1105889" y="291806"/>
                  </a:lnTo>
                  <a:lnTo>
                    <a:pt x="1104818" y="293064"/>
                  </a:lnTo>
                  <a:lnTo>
                    <a:pt x="1103746" y="294322"/>
                  </a:lnTo>
                  <a:lnTo>
                    <a:pt x="1102675" y="295579"/>
                  </a:lnTo>
                  <a:lnTo>
                    <a:pt x="1101603" y="296835"/>
                  </a:lnTo>
                  <a:lnTo>
                    <a:pt x="1100531" y="298091"/>
                  </a:lnTo>
                  <a:lnTo>
                    <a:pt x="1099460" y="299346"/>
                  </a:lnTo>
                  <a:lnTo>
                    <a:pt x="1098388" y="300601"/>
                  </a:lnTo>
                  <a:lnTo>
                    <a:pt x="1097317" y="301856"/>
                  </a:lnTo>
                  <a:lnTo>
                    <a:pt x="1096245" y="303109"/>
                  </a:lnTo>
                  <a:lnTo>
                    <a:pt x="1095173" y="304363"/>
                  </a:lnTo>
                  <a:lnTo>
                    <a:pt x="1094102" y="305615"/>
                  </a:lnTo>
                  <a:lnTo>
                    <a:pt x="1093030" y="306867"/>
                  </a:lnTo>
                  <a:lnTo>
                    <a:pt x="1091959" y="308119"/>
                  </a:lnTo>
                  <a:lnTo>
                    <a:pt x="1090887" y="309369"/>
                  </a:lnTo>
                  <a:lnTo>
                    <a:pt x="1089815" y="310620"/>
                  </a:lnTo>
                  <a:lnTo>
                    <a:pt x="1088744" y="311869"/>
                  </a:lnTo>
                  <a:lnTo>
                    <a:pt x="1087672" y="313118"/>
                  </a:lnTo>
                  <a:lnTo>
                    <a:pt x="1086601" y="314366"/>
                  </a:lnTo>
                  <a:lnTo>
                    <a:pt x="1085529" y="315613"/>
                  </a:lnTo>
                  <a:lnTo>
                    <a:pt x="1084457" y="316860"/>
                  </a:lnTo>
                  <a:lnTo>
                    <a:pt x="1083386" y="318106"/>
                  </a:lnTo>
                  <a:lnTo>
                    <a:pt x="1082314" y="319352"/>
                  </a:lnTo>
                  <a:lnTo>
                    <a:pt x="1081243" y="320596"/>
                  </a:lnTo>
                  <a:lnTo>
                    <a:pt x="1080171" y="321840"/>
                  </a:lnTo>
                  <a:lnTo>
                    <a:pt x="1079099" y="323083"/>
                  </a:lnTo>
                  <a:lnTo>
                    <a:pt x="1078028" y="324325"/>
                  </a:lnTo>
                  <a:lnTo>
                    <a:pt x="1076956" y="325567"/>
                  </a:lnTo>
                  <a:lnTo>
                    <a:pt x="1075885" y="326807"/>
                  </a:lnTo>
                  <a:lnTo>
                    <a:pt x="1074813" y="328047"/>
                  </a:lnTo>
                  <a:lnTo>
                    <a:pt x="1073741" y="329286"/>
                  </a:lnTo>
                  <a:lnTo>
                    <a:pt x="1072670" y="330525"/>
                  </a:lnTo>
                  <a:lnTo>
                    <a:pt x="1071598" y="331762"/>
                  </a:lnTo>
                  <a:lnTo>
                    <a:pt x="1070527" y="332998"/>
                  </a:lnTo>
                  <a:lnTo>
                    <a:pt x="1069455" y="334234"/>
                  </a:lnTo>
                  <a:lnTo>
                    <a:pt x="1068383" y="335469"/>
                  </a:lnTo>
                  <a:lnTo>
                    <a:pt x="1067312" y="336703"/>
                  </a:lnTo>
                  <a:lnTo>
                    <a:pt x="1066240" y="337936"/>
                  </a:lnTo>
                  <a:lnTo>
                    <a:pt x="1065169" y="339168"/>
                  </a:lnTo>
                  <a:lnTo>
                    <a:pt x="1064097" y="340399"/>
                  </a:lnTo>
                  <a:lnTo>
                    <a:pt x="1063026" y="341629"/>
                  </a:lnTo>
                  <a:lnTo>
                    <a:pt x="1061954" y="342858"/>
                  </a:lnTo>
                  <a:lnTo>
                    <a:pt x="1060882" y="344086"/>
                  </a:lnTo>
                  <a:lnTo>
                    <a:pt x="1059811" y="345314"/>
                  </a:lnTo>
                  <a:lnTo>
                    <a:pt x="1058739" y="346540"/>
                  </a:lnTo>
                  <a:lnTo>
                    <a:pt x="1057668" y="347765"/>
                  </a:lnTo>
                  <a:lnTo>
                    <a:pt x="1056596" y="348990"/>
                  </a:lnTo>
                  <a:lnTo>
                    <a:pt x="1055524" y="350213"/>
                  </a:lnTo>
                  <a:lnTo>
                    <a:pt x="1054453" y="351435"/>
                  </a:lnTo>
                  <a:lnTo>
                    <a:pt x="1053381" y="352656"/>
                  </a:lnTo>
                  <a:lnTo>
                    <a:pt x="1052310" y="353877"/>
                  </a:lnTo>
                  <a:lnTo>
                    <a:pt x="1051238" y="355096"/>
                  </a:lnTo>
                  <a:lnTo>
                    <a:pt x="1050166" y="356314"/>
                  </a:lnTo>
                  <a:lnTo>
                    <a:pt x="1049095" y="357531"/>
                  </a:lnTo>
                  <a:lnTo>
                    <a:pt x="1048023" y="358747"/>
                  </a:lnTo>
                  <a:lnTo>
                    <a:pt x="1046952" y="359961"/>
                  </a:lnTo>
                  <a:lnTo>
                    <a:pt x="1045880" y="361175"/>
                  </a:lnTo>
                  <a:lnTo>
                    <a:pt x="1044808" y="362388"/>
                  </a:lnTo>
                  <a:lnTo>
                    <a:pt x="1043737" y="363599"/>
                  </a:lnTo>
                  <a:lnTo>
                    <a:pt x="1042665" y="364809"/>
                  </a:lnTo>
                  <a:lnTo>
                    <a:pt x="1041594" y="366019"/>
                  </a:lnTo>
                  <a:lnTo>
                    <a:pt x="1040522" y="367227"/>
                  </a:lnTo>
                  <a:lnTo>
                    <a:pt x="1039450" y="368433"/>
                  </a:lnTo>
                  <a:lnTo>
                    <a:pt x="1038379" y="369639"/>
                  </a:lnTo>
                  <a:lnTo>
                    <a:pt x="1037307" y="370843"/>
                  </a:lnTo>
                  <a:lnTo>
                    <a:pt x="1036236" y="372047"/>
                  </a:lnTo>
                  <a:lnTo>
                    <a:pt x="1035164" y="373249"/>
                  </a:lnTo>
                  <a:lnTo>
                    <a:pt x="1034092" y="374450"/>
                  </a:lnTo>
                  <a:lnTo>
                    <a:pt x="1033021" y="375649"/>
                  </a:lnTo>
                  <a:lnTo>
                    <a:pt x="1031949" y="376848"/>
                  </a:lnTo>
                  <a:lnTo>
                    <a:pt x="1030878" y="378045"/>
                  </a:lnTo>
                  <a:lnTo>
                    <a:pt x="1029806" y="379241"/>
                  </a:lnTo>
                  <a:lnTo>
                    <a:pt x="1028734" y="380435"/>
                  </a:lnTo>
                  <a:lnTo>
                    <a:pt x="1027663" y="381629"/>
                  </a:lnTo>
                  <a:lnTo>
                    <a:pt x="1026591" y="382821"/>
                  </a:lnTo>
                  <a:lnTo>
                    <a:pt x="1025520" y="384012"/>
                  </a:lnTo>
                  <a:lnTo>
                    <a:pt x="1024448" y="385201"/>
                  </a:lnTo>
                  <a:lnTo>
                    <a:pt x="1023376" y="386389"/>
                  </a:lnTo>
                  <a:lnTo>
                    <a:pt x="1022305" y="387576"/>
                  </a:lnTo>
                  <a:lnTo>
                    <a:pt x="1021233" y="388762"/>
                  </a:lnTo>
                  <a:lnTo>
                    <a:pt x="1020162" y="389946"/>
                  </a:lnTo>
                  <a:lnTo>
                    <a:pt x="1019090" y="391129"/>
                  </a:lnTo>
                  <a:lnTo>
                    <a:pt x="1018018" y="392310"/>
                  </a:lnTo>
                  <a:lnTo>
                    <a:pt x="1016947" y="393491"/>
                  </a:lnTo>
                  <a:lnTo>
                    <a:pt x="1015875" y="394669"/>
                  </a:lnTo>
                  <a:lnTo>
                    <a:pt x="1014804" y="395847"/>
                  </a:lnTo>
                  <a:lnTo>
                    <a:pt x="1013732" y="397023"/>
                  </a:lnTo>
                  <a:lnTo>
                    <a:pt x="1012660" y="398198"/>
                  </a:lnTo>
                  <a:lnTo>
                    <a:pt x="1011589" y="399371"/>
                  </a:lnTo>
                  <a:lnTo>
                    <a:pt x="1010517" y="400543"/>
                  </a:lnTo>
                  <a:lnTo>
                    <a:pt x="1009446" y="401713"/>
                  </a:lnTo>
                  <a:lnTo>
                    <a:pt x="1008374" y="402883"/>
                  </a:lnTo>
                  <a:lnTo>
                    <a:pt x="1007302" y="404050"/>
                  </a:lnTo>
                  <a:lnTo>
                    <a:pt x="1006231" y="405216"/>
                  </a:lnTo>
                  <a:lnTo>
                    <a:pt x="1005159" y="406381"/>
                  </a:lnTo>
                  <a:lnTo>
                    <a:pt x="1004088" y="407545"/>
                  </a:lnTo>
                  <a:lnTo>
                    <a:pt x="1003016" y="408707"/>
                  </a:lnTo>
                  <a:lnTo>
                    <a:pt x="1001944" y="409867"/>
                  </a:lnTo>
                  <a:lnTo>
                    <a:pt x="1000873" y="411026"/>
                  </a:lnTo>
                  <a:lnTo>
                    <a:pt x="999801" y="412183"/>
                  </a:lnTo>
                  <a:lnTo>
                    <a:pt x="998730" y="413339"/>
                  </a:lnTo>
                  <a:lnTo>
                    <a:pt x="997658" y="414494"/>
                  </a:lnTo>
                  <a:lnTo>
                    <a:pt x="996586" y="415647"/>
                  </a:lnTo>
                  <a:lnTo>
                    <a:pt x="995515" y="416799"/>
                  </a:lnTo>
                  <a:lnTo>
                    <a:pt x="994443" y="417949"/>
                  </a:lnTo>
                  <a:lnTo>
                    <a:pt x="993372" y="419097"/>
                  </a:lnTo>
                  <a:lnTo>
                    <a:pt x="992300" y="420244"/>
                  </a:lnTo>
                  <a:lnTo>
                    <a:pt x="991228" y="421390"/>
                  </a:lnTo>
                  <a:lnTo>
                    <a:pt x="990157" y="422534"/>
                  </a:lnTo>
                  <a:lnTo>
                    <a:pt x="989085" y="423676"/>
                  </a:lnTo>
                  <a:lnTo>
                    <a:pt x="988014" y="424817"/>
                  </a:lnTo>
                  <a:lnTo>
                    <a:pt x="986942" y="425956"/>
                  </a:lnTo>
                  <a:lnTo>
                    <a:pt x="985870" y="427094"/>
                  </a:lnTo>
                  <a:lnTo>
                    <a:pt x="984799" y="428230"/>
                  </a:lnTo>
                  <a:lnTo>
                    <a:pt x="983727" y="429365"/>
                  </a:lnTo>
                  <a:lnTo>
                    <a:pt x="982656" y="430498"/>
                  </a:lnTo>
                  <a:lnTo>
                    <a:pt x="981584" y="431629"/>
                  </a:lnTo>
                  <a:lnTo>
                    <a:pt x="980512" y="432759"/>
                  </a:lnTo>
                  <a:lnTo>
                    <a:pt x="979441" y="433887"/>
                  </a:lnTo>
                  <a:lnTo>
                    <a:pt x="978369" y="435014"/>
                  </a:lnTo>
                  <a:lnTo>
                    <a:pt x="977298" y="436139"/>
                  </a:lnTo>
                  <a:lnTo>
                    <a:pt x="976226" y="437262"/>
                  </a:lnTo>
                  <a:lnTo>
                    <a:pt x="975154" y="438384"/>
                  </a:lnTo>
                  <a:lnTo>
                    <a:pt x="974083" y="439504"/>
                  </a:lnTo>
                  <a:lnTo>
                    <a:pt x="973011" y="440623"/>
                  </a:lnTo>
                  <a:lnTo>
                    <a:pt x="971940" y="441740"/>
                  </a:lnTo>
                  <a:lnTo>
                    <a:pt x="970868" y="442855"/>
                  </a:lnTo>
                  <a:lnTo>
                    <a:pt x="969796" y="443969"/>
                  </a:lnTo>
                  <a:lnTo>
                    <a:pt x="968725" y="445081"/>
                  </a:lnTo>
                  <a:lnTo>
                    <a:pt x="967653" y="446191"/>
                  </a:lnTo>
                  <a:lnTo>
                    <a:pt x="966582" y="447300"/>
                  </a:lnTo>
                  <a:lnTo>
                    <a:pt x="965510" y="448407"/>
                  </a:lnTo>
                  <a:lnTo>
                    <a:pt x="964438" y="449513"/>
                  </a:lnTo>
                  <a:lnTo>
                    <a:pt x="963367" y="450616"/>
                  </a:lnTo>
                  <a:lnTo>
                    <a:pt x="962295" y="451718"/>
                  </a:lnTo>
                  <a:lnTo>
                    <a:pt x="961224" y="452819"/>
                  </a:lnTo>
                  <a:lnTo>
                    <a:pt x="960152" y="453917"/>
                  </a:lnTo>
                  <a:lnTo>
                    <a:pt x="959080" y="455015"/>
                  </a:lnTo>
                  <a:lnTo>
                    <a:pt x="958009" y="456110"/>
                  </a:lnTo>
                  <a:lnTo>
                    <a:pt x="956937" y="457203"/>
                  </a:lnTo>
                  <a:lnTo>
                    <a:pt x="955866" y="458295"/>
                  </a:lnTo>
                  <a:lnTo>
                    <a:pt x="954794" y="459386"/>
                  </a:lnTo>
                  <a:lnTo>
                    <a:pt x="953722" y="460474"/>
                  </a:lnTo>
                  <a:lnTo>
                    <a:pt x="952651" y="461561"/>
                  </a:lnTo>
                  <a:lnTo>
                    <a:pt x="951579" y="462646"/>
                  </a:lnTo>
                  <a:lnTo>
                    <a:pt x="950508" y="463729"/>
                  </a:lnTo>
                  <a:lnTo>
                    <a:pt x="949436" y="464811"/>
                  </a:lnTo>
                  <a:lnTo>
                    <a:pt x="948364" y="465891"/>
                  </a:lnTo>
                  <a:lnTo>
                    <a:pt x="947293" y="466969"/>
                  </a:lnTo>
                  <a:lnTo>
                    <a:pt x="946221" y="468046"/>
                  </a:lnTo>
                  <a:lnTo>
                    <a:pt x="945150" y="469120"/>
                  </a:lnTo>
                  <a:lnTo>
                    <a:pt x="944078" y="470193"/>
                  </a:lnTo>
                  <a:lnTo>
                    <a:pt x="943006" y="471265"/>
                  </a:lnTo>
                  <a:lnTo>
                    <a:pt x="941935" y="472334"/>
                  </a:lnTo>
                  <a:lnTo>
                    <a:pt x="940863" y="473402"/>
                  </a:lnTo>
                  <a:lnTo>
                    <a:pt x="939792" y="474468"/>
                  </a:lnTo>
                  <a:lnTo>
                    <a:pt x="938720" y="475532"/>
                  </a:lnTo>
                  <a:lnTo>
                    <a:pt x="937648" y="476595"/>
                  </a:lnTo>
                  <a:lnTo>
                    <a:pt x="936577" y="477655"/>
                  </a:lnTo>
                  <a:lnTo>
                    <a:pt x="935505" y="478714"/>
                  </a:lnTo>
                  <a:lnTo>
                    <a:pt x="934434" y="479772"/>
                  </a:lnTo>
                  <a:lnTo>
                    <a:pt x="933362" y="480827"/>
                  </a:lnTo>
                  <a:lnTo>
                    <a:pt x="932290" y="481881"/>
                  </a:lnTo>
                  <a:lnTo>
                    <a:pt x="931219" y="482933"/>
                  </a:lnTo>
                  <a:lnTo>
                    <a:pt x="930147" y="483983"/>
                  </a:lnTo>
                  <a:lnTo>
                    <a:pt x="929076" y="485031"/>
                  </a:lnTo>
                  <a:lnTo>
                    <a:pt x="928004" y="486078"/>
                  </a:lnTo>
                  <a:lnTo>
                    <a:pt x="926932" y="487123"/>
                  </a:lnTo>
                  <a:lnTo>
                    <a:pt x="925861" y="488166"/>
                  </a:lnTo>
                  <a:lnTo>
                    <a:pt x="924789" y="489207"/>
                  </a:lnTo>
                  <a:lnTo>
                    <a:pt x="923718" y="490246"/>
                  </a:lnTo>
                  <a:lnTo>
                    <a:pt x="922646" y="491284"/>
                  </a:lnTo>
                  <a:lnTo>
                    <a:pt x="921574" y="492320"/>
                  </a:lnTo>
                  <a:lnTo>
                    <a:pt x="920503" y="493354"/>
                  </a:lnTo>
                  <a:lnTo>
                    <a:pt x="919431" y="494386"/>
                  </a:lnTo>
                  <a:lnTo>
                    <a:pt x="918360" y="495417"/>
                  </a:lnTo>
                  <a:lnTo>
                    <a:pt x="917288" y="496446"/>
                  </a:lnTo>
                  <a:lnTo>
                    <a:pt x="916216" y="497472"/>
                  </a:lnTo>
                  <a:lnTo>
                    <a:pt x="915145" y="498498"/>
                  </a:lnTo>
                  <a:lnTo>
                    <a:pt x="914073" y="499521"/>
                  </a:lnTo>
                  <a:lnTo>
                    <a:pt x="913002" y="500542"/>
                  </a:lnTo>
                  <a:lnTo>
                    <a:pt x="911930" y="501562"/>
                  </a:lnTo>
                  <a:lnTo>
                    <a:pt x="910858" y="502580"/>
                  </a:lnTo>
                  <a:lnTo>
                    <a:pt x="909787" y="503596"/>
                  </a:lnTo>
                  <a:lnTo>
                    <a:pt x="908715" y="504611"/>
                  </a:lnTo>
                  <a:lnTo>
                    <a:pt x="907644" y="505623"/>
                  </a:lnTo>
                  <a:lnTo>
                    <a:pt x="906572" y="506634"/>
                  </a:lnTo>
                  <a:lnTo>
                    <a:pt x="905500" y="507643"/>
                  </a:lnTo>
                  <a:lnTo>
                    <a:pt x="904429" y="508650"/>
                  </a:lnTo>
                  <a:lnTo>
                    <a:pt x="903357" y="509656"/>
                  </a:lnTo>
                  <a:lnTo>
                    <a:pt x="902286" y="510660"/>
                  </a:lnTo>
                  <a:lnTo>
                    <a:pt x="901214" y="511662"/>
                  </a:lnTo>
                  <a:lnTo>
                    <a:pt x="900142" y="512663"/>
                  </a:lnTo>
                  <a:lnTo>
                    <a:pt x="899071" y="513661"/>
                  </a:lnTo>
                  <a:lnTo>
                    <a:pt x="897999" y="514658"/>
                  </a:lnTo>
                  <a:lnTo>
                    <a:pt x="896928" y="515654"/>
                  </a:lnTo>
                  <a:lnTo>
                    <a:pt x="895856" y="516648"/>
                  </a:lnTo>
                  <a:lnTo>
                    <a:pt x="894784" y="517640"/>
                  </a:lnTo>
                  <a:lnTo>
                    <a:pt x="893713" y="518630"/>
                  </a:lnTo>
                  <a:lnTo>
                    <a:pt x="892641" y="519619"/>
                  </a:lnTo>
                  <a:lnTo>
                    <a:pt x="891570" y="520606"/>
                  </a:lnTo>
                  <a:lnTo>
                    <a:pt x="890498" y="521592"/>
                  </a:lnTo>
                  <a:lnTo>
                    <a:pt x="889426" y="522576"/>
                  </a:lnTo>
                  <a:lnTo>
                    <a:pt x="888355" y="523559"/>
                  </a:lnTo>
                  <a:lnTo>
                    <a:pt x="887283" y="524540"/>
                  </a:lnTo>
                  <a:lnTo>
                    <a:pt x="886212" y="525519"/>
                  </a:lnTo>
                  <a:lnTo>
                    <a:pt x="885140" y="526497"/>
                  </a:lnTo>
                  <a:lnTo>
                    <a:pt x="884069" y="527473"/>
                  </a:lnTo>
                  <a:lnTo>
                    <a:pt x="882997" y="528448"/>
                  </a:lnTo>
                  <a:lnTo>
                    <a:pt x="881925" y="529421"/>
                  </a:lnTo>
                  <a:lnTo>
                    <a:pt x="880854" y="530393"/>
                  </a:lnTo>
                  <a:lnTo>
                    <a:pt x="879782" y="531363"/>
                  </a:lnTo>
                  <a:lnTo>
                    <a:pt x="878711" y="532332"/>
                  </a:lnTo>
                  <a:lnTo>
                    <a:pt x="877639" y="533299"/>
                  </a:lnTo>
                  <a:lnTo>
                    <a:pt x="876567" y="534265"/>
                  </a:lnTo>
                  <a:lnTo>
                    <a:pt x="875496" y="535229"/>
                  </a:lnTo>
                  <a:lnTo>
                    <a:pt x="874424" y="536192"/>
                  </a:lnTo>
                  <a:lnTo>
                    <a:pt x="873353" y="537154"/>
                  </a:lnTo>
                  <a:lnTo>
                    <a:pt x="872281" y="538114"/>
                  </a:lnTo>
                  <a:lnTo>
                    <a:pt x="871209" y="539072"/>
                  </a:lnTo>
                  <a:lnTo>
                    <a:pt x="870138" y="540030"/>
                  </a:lnTo>
                  <a:lnTo>
                    <a:pt x="869066" y="540986"/>
                  </a:lnTo>
                  <a:lnTo>
                    <a:pt x="867995" y="541940"/>
                  </a:lnTo>
                  <a:lnTo>
                    <a:pt x="866923" y="542893"/>
                  </a:lnTo>
                  <a:lnTo>
                    <a:pt x="865851" y="543845"/>
                  </a:lnTo>
                  <a:lnTo>
                    <a:pt x="864780" y="544795"/>
                  </a:lnTo>
                  <a:lnTo>
                    <a:pt x="863708" y="545744"/>
                  </a:lnTo>
                  <a:lnTo>
                    <a:pt x="862637" y="546692"/>
                  </a:lnTo>
                  <a:lnTo>
                    <a:pt x="861565" y="547639"/>
                  </a:lnTo>
                  <a:lnTo>
                    <a:pt x="860493" y="548584"/>
                  </a:lnTo>
                  <a:lnTo>
                    <a:pt x="859422" y="549528"/>
                  </a:lnTo>
                  <a:lnTo>
                    <a:pt x="858350" y="550470"/>
                  </a:lnTo>
                  <a:lnTo>
                    <a:pt x="857279" y="551411"/>
                  </a:lnTo>
                  <a:lnTo>
                    <a:pt x="856207" y="552351"/>
                  </a:lnTo>
                  <a:lnTo>
                    <a:pt x="855135" y="553290"/>
                  </a:lnTo>
                  <a:lnTo>
                    <a:pt x="854064" y="554228"/>
                  </a:lnTo>
                  <a:lnTo>
                    <a:pt x="852992" y="555164"/>
                  </a:lnTo>
                  <a:lnTo>
                    <a:pt x="851921" y="556099"/>
                  </a:lnTo>
                  <a:lnTo>
                    <a:pt x="850849" y="557033"/>
                  </a:lnTo>
                  <a:lnTo>
                    <a:pt x="849777" y="557966"/>
                  </a:lnTo>
                  <a:lnTo>
                    <a:pt x="848706" y="558897"/>
                  </a:lnTo>
                  <a:lnTo>
                    <a:pt x="847634" y="559827"/>
                  </a:lnTo>
                  <a:lnTo>
                    <a:pt x="846563" y="560757"/>
                  </a:lnTo>
                  <a:lnTo>
                    <a:pt x="845491" y="561685"/>
                  </a:lnTo>
                  <a:lnTo>
                    <a:pt x="844419" y="562611"/>
                  </a:lnTo>
                  <a:lnTo>
                    <a:pt x="843348" y="563537"/>
                  </a:lnTo>
                  <a:lnTo>
                    <a:pt x="842276" y="564462"/>
                  </a:lnTo>
                  <a:lnTo>
                    <a:pt x="841205" y="565385"/>
                  </a:lnTo>
                  <a:lnTo>
                    <a:pt x="840133" y="566308"/>
                  </a:lnTo>
                  <a:lnTo>
                    <a:pt x="839061" y="567229"/>
                  </a:lnTo>
                  <a:lnTo>
                    <a:pt x="837990" y="568149"/>
                  </a:lnTo>
                  <a:lnTo>
                    <a:pt x="836918" y="569068"/>
                  </a:lnTo>
                  <a:lnTo>
                    <a:pt x="835847" y="569986"/>
                  </a:lnTo>
                  <a:lnTo>
                    <a:pt x="834775" y="570903"/>
                  </a:lnTo>
                  <a:lnTo>
                    <a:pt x="833703" y="571819"/>
                  </a:lnTo>
                  <a:lnTo>
                    <a:pt x="832632" y="572734"/>
                  </a:lnTo>
                  <a:lnTo>
                    <a:pt x="831560" y="573648"/>
                  </a:lnTo>
                  <a:lnTo>
                    <a:pt x="830489" y="574561"/>
                  </a:lnTo>
                  <a:lnTo>
                    <a:pt x="829417" y="575473"/>
                  </a:lnTo>
                  <a:lnTo>
                    <a:pt x="828345" y="576383"/>
                  </a:lnTo>
                  <a:lnTo>
                    <a:pt x="827274" y="577293"/>
                  </a:lnTo>
                  <a:lnTo>
                    <a:pt x="826202" y="578202"/>
                  </a:lnTo>
                  <a:lnTo>
                    <a:pt x="825131" y="579110"/>
                  </a:lnTo>
                  <a:lnTo>
                    <a:pt x="824059" y="580017"/>
                  </a:lnTo>
                  <a:lnTo>
                    <a:pt x="822987" y="580923"/>
                  </a:lnTo>
                  <a:lnTo>
                    <a:pt x="821916" y="581828"/>
                  </a:lnTo>
                  <a:lnTo>
                    <a:pt x="820844" y="582733"/>
                  </a:lnTo>
                  <a:lnTo>
                    <a:pt x="819773" y="583636"/>
                  </a:lnTo>
                  <a:lnTo>
                    <a:pt x="818701" y="584538"/>
                  </a:lnTo>
                  <a:lnTo>
                    <a:pt x="817629" y="585440"/>
                  </a:lnTo>
                  <a:lnTo>
                    <a:pt x="816558" y="586341"/>
                  </a:lnTo>
                  <a:lnTo>
                    <a:pt x="815486" y="587240"/>
                  </a:lnTo>
                  <a:lnTo>
                    <a:pt x="814415" y="588139"/>
                  </a:lnTo>
                  <a:lnTo>
                    <a:pt x="813343" y="589038"/>
                  </a:lnTo>
                  <a:lnTo>
                    <a:pt x="812271" y="589935"/>
                  </a:lnTo>
                  <a:lnTo>
                    <a:pt x="811200" y="590831"/>
                  </a:lnTo>
                  <a:lnTo>
                    <a:pt x="810128" y="591727"/>
                  </a:lnTo>
                  <a:lnTo>
                    <a:pt x="809057" y="592622"/>
                  </a:lnTo>
                  <a:lnTo>
                    <a:pt x="807985" y="593516"/>
                  </a:lnTo>
                  <a:lnTo>
                    <a:pt x="806913" y="594409"/>
                  </a:lnTo>
                  <a:lnTo>
                    <a:pt x="805842" y="595302"/>
                  </a:lnTo>
                  <a:lnTo>
                    <a:pt x="804770" y="596193"/>
                  </a:lnTo>
                  <a:lnTo>
                    <a:pt x="803699" y="597084"/>
                  </a:lnTo>
                  <a:lnTo>
                    <a:pt x="802627" y="597974"/>
                  </a:lnTo>
                  <a:lnTo>
                    <a:pt x="801555" y="598864"/>
                  </a:lnTo>
                  <a:lnTo>
                    <a:pt x="800484" y="599753"/>
                  </a:lnTo>
                  <a:lnTo>
                    <a:pt x="799412" y="600641"/>
                  </a:lnTo>
                  <a:lnTo>
                    <a:pt x="798341" y="601528"/>
                  </a:lnTo>
                  <a:lnTo>
                    <a:pt x="797269" y="602415"/>
                  </a:lnTo>
                  <a:lnTo>
                    <a:pt x="796197" y="603301"/>
                  </a:lnTo>
                  <a:lnTo>
                    <a:pt x="795126" y="604186"/>
                  </a:lnTo>
                  <a:lnTo>
                    <a:pt x="794054" y="605071"/>
                  </a:lnTo>
                  <a:lnTo>
                    <a:pt x="792983" y="605955"/>
                  </a:lnTo>
                  <a:lnTo>
                    <a:pt x="791911" y="606838"/>
                  </a:lnTo>
                  <a:lnTo>
                    <a:pt x="790839" y="607721"/>
                  </a:lnTo>
                  <a:lnTo>
                    <a:pt x="789768" y="608603"/>
                  </a:lnTo>
                  <a:lnTo>
                    <a:pt x="788696" y="609485"/>
                  </a:lnTo>
                  <a:lnTo>
                    <a:pt x="787625" y="610365"/>
                  </a:lnTo>
                  <a:lnTo>
                    <a:pt x="786553" y="611246"/>
                  </a:lnTo>
                  <a:lnTo>
                    <a:pt x="785481" y="612126"/>
                  </a:lnTo>
                  <a:lnTo>
                    <a:pt x="784410" y="613005"/>
                  </a:lnTo>
                  <a:lnTo>
                    <a:pt x="783338" y="613883"/>
                  </a:lnTo>
                  <a:lnTo>
                    <a:pt x="782267" y="614761"/>
                  </a:lnTo>
                  <a:lnTo>
                    <a:pt x="781195" y="615639"/>
                  </a:lnTo>
                  <a:lnTo>
                    <a:pt x="780123" y="616516"/>
                  </a:lnTo>
                  <a:lnTo>
                    <a:pt x="779052" y="617392"/>
                  </a:lnTo>
                  <a:lnTo>
                    <a:pt x="777980" y="618268"/>
                  </a:lnTo>
                  <a:lnTo>
                    <a:pt x="776909" y="619144"/>
                  </a:lnTo>
                  <a:lnTo>
                    <a:pt x="775837" y="620019"/>
                  </a:lnTo>
                  <a:lnTo>
                    <a:pt x="774765" y="620893"/>
                  </a:lnTo>
                  <a:lnTo>
                    <a:pt x="773694" y="621768"/>
                  </a:lnTo>
                  <a:lnTo>
                    <a:pt x="772622" y="622641"/>
                  </a:lnTo>
                  <a:lnTo>
                    <a:pt x="771551" y="623514"/>
                  </a:lnTo>
                  <a:lnTo>
                    <a:pt x="770479" y="624387"/>
                  </a:lnTo>
                  <a:lnTo>
                    <a:pt x="769407" y="625259"/>
                  </a:lnTo>
                  <a:lnTo>
                    <a:pt x="768336" y="626131"/>
                  </a:lnTo>
                  <a:lnTo>
                    <a:pt x="767264" y="627003"/>
                  </a:lnTo>
                  <a:lnTo>
                    <a:pt x="766193" y="627874"/>
                  </a:lnTo>
                  <a:lnTo>
                    <a:pt x="765121" y="628744"/>
                  </a:lnTo>
                  <a:lnTo>
                    <a:pt x="764049" y="629615"/>
                  </a:lnTo>
                  <a:lnTo>
                    <a:pt x="762978" y="630485"/>
                  </a:lnTo>
                  <a:lnTo>
                    <a:pt x="761906" y="631354"/>
                  </a:lnTo>
                  <a:lnTo>
                    <a:pt x="760835" y="632223"/>
                  </a:lnTo>
                  <a:lnTo>
                    <a:pt x="759763" y="633092"/>
                  </a:lnTo>
                  <a:lnTo>
                    <a:pt x="758691" y="633961"/>
                  </a:lnTo>
                  <a:lnTo>
                    <a:pt x="757620" y="634829"/>
                  </a:lnTo>
                  <a:lnTo>
                    <a:pt x="756548" y="635697"/>
                  </a:lnTo>
                  <a:lnTo>
                    <a:pt x="755477" y="636565"/>
                  </a:lnTo>
                  <a:lnTo>
                    <a:pt x="754405" y="637432"/>
                  </a:lnTo>
                  <a:lnTo>
                    <a:pt x="753333" y="638299"/>
                  </a:lnTo>
                  <a:lnTo>
                    <a:pt x="752262" y="639166"/>
                  </a:lnTo>
                  <a:lnTo>
                    <a:pt x="751190" y="640032"/>
                  </a:lnTo>
                  <a:lnTo>
                    <a:pt x="750119" y="640899"/>
                  </a:lnTo>
                  <a:lnTo>
                    <a:pt x="749047" y="641765"/>
                  </a:lnTo>
                  <a:lnTo>
                    <a:pt x="747975" y="642630"/>
                  </a:lnTo>
                  <a:lnTo>
                    <a:pt x="746904" y="643496"/>
                  </a:lnTo>
                  <a:lnTo>
                    <a:pt x="745832" y="644361"/>
                  </a:lnTo>
                  <a:lnTo>
                    <a:pt x="744761" y="645226"/>
                  </a:lnTo>
                  <a:lnTo>
                    <a:pt x="743689" y="646091"/>
                  </a:lnTo>
                  <a:lnTo>
                    <a:pt x="742617" y="646956"/>
                  </a:lnTo>
                  <a:lnTo>
                    <a:pt x="741546" y="647821"/>
                  </a:lnTo>
                  <a:lnTo>
                    <a:pt x="740474" y="648685"/>
                  </a:lnTo>
                  <a:lnTo>
                    <a:pt x="739403" y="649550"/>
                  </a:lnTo>
                  <a:lnTo>
                    <a:pt x="738331" y="650414"/>
                  </a:lnTo>
                  <a:lnTo>
                    <a:pt x="737259" y="651278"/>
                  </a:lnTo>
                  <a:lnTo>
                    <a:pt x="736188" y="652142"/>
                  </a:lnTo>
                  <a:lnTo>
                    <a:pt x="735116" y="653005"/>
                  </a:lnTo>
                  <a:lnTo>
                    <a:pt x="734045" y="653869"/>
                  </a:lnTo>
                  <a:lnTo>
                    <a:pt x="732973" y="654732"/>
                  </a:lnTo>
                  <a:lnTo>
                    <a:pt x="731901" y="655596"/>
                  </a:lnTo>
                  <a:lnTo>
                    <a:pt x="730830" y="656459"/>
                  </a:lnTo>
                  <a:lnTo>
                    <a:pt x="729758" y="657323"/>
                  </a:lnTo>
                  <a:lnTo>
                    <a:pt x="728687" y="658186"/>
                  </a:lnTo>
                  <a:lnTo>
                    <a:pt x="727615" y="659049"/>
                  </a:lnTo>
                  <a:lnTo>
                    <a:pt x="726543" y="659912"/>
                  </a:lnTo>
                  <a:lnTo>
                    <a:pt x="725472" y="660775"/>
                  </a:lnTo>
                  <a:lnTo>
                    <a:pt x="724400" y="661638"/>
                  </a:lnTo>
                  <a:lnTo>
                    <a:pt x="723329" y="662501"/>
                  </a:lnTo>
                  <a:lnTo>
                    <a:pt x="722257" y="663364"/>
                  </a:lnTo>
                  <a:lnTo>
                    <a:pt x="721185" y="664227"/>
                  </a:lnTo>
                  <a:lnTo>
                    <a:pt x="720114" y="665090"/>
                  </a:lnTo>
                  <a:lnTo>
                    <a:pt x="719042" y="665953"/>
                  </a:lnTo>
                  <a:lnTo>
                    <a:pt x="717971" y="666816"/>
                  </a:lnTo>
                  <a:lnTo>
                    <a:pt x="716899" y="667679"/>
                  </a:lnTo>
                  <a:lnTo>
                    <a:pt x="715827" y="668543"/>
                  </a:lnTo>
                  <a:lnTo>
                    <a:pt x="714756" y="669406"/>
                  </a:lnTo>
                  <a:lnTo>
                    <a:pt x="713684" y="670269"/>
                  </a:lnTo>
                  <a:lnTo>
                    <a:pt x="712613" y="671132"/>
                  </a:lnTo>
                  <a:lnTo>
                    <a:pt x="711541" y="671996"/>
                  </a:lnTo>
                  <a:lnTo>
                    <a:pt x="710469" y="672859"/>
                  </a:lnTo>
                  <a:lnTo>
                    <a:pt x="709398" y="673723"/>
                  </a:lnTo>
                  <a:lnTo>
                    <a:pt x="708326" y="674586"/>
                  </a:lnTo>
                  <a:lnTo>
                    <a:pt x="707255" y="675450"/>
                  </a:lnTo>
                  <a:lnTo>
                    <a:pt x="706183" y="676314"/>
                  </a:lnTo>
                  <a:lnTo>
                    <a:pt x="705112" y="677178"/>
                  </a:lnTo>
                  <a:lnTo>
                    <a:pt x="704040" y="678042"/>
                  </a:lnTo>
                  <a:lnTo>
                    <a:pt x="702968" y="678906"/>
                  </a:lnTo>
                  <a:lnTo>
                    <a:pt x="701897" y="679771"/>
                  </a:lnTo>
                  <a:lnTo>
                    <a:pt x="700825" y="680635"/>
                  </a:lnTo>
                  <a:lnTo>
                    <a:pt x="699754" y="681500"/>
                  </a:lnTo>
                  <a:lnTo>
                    <a:pt x="698682" y="682365"/>
                  </a:lnTo>
                  <a:lnTo>
                    <a:pt x="697610" y="683230"/>
                  </a:lnTo>
                  <a:lnTo>
                    <a:pt x="696539" y="684095"/>
                  </a:lnTo>
                  <a:lnTo>
                    <a:pt x="695467" y="684961"/>
                  </a:lnTo>
                  <a:lnTo>
                    <a:pt x="694396" y="685826"/>
                  </a:lnTo>
                  <a:lnTo>
                    <a:pt x="693324" y="686692"/>
                  </a:lnTo>
                  <a:lnTo>
                    <a:pt x="692252" y="687558"/>
                  </a:lnTo>
                  <a:lnTo>
                    <a:pt x="691181" y="688425"/>
                  </a:lnTo>
                  <a:lnTo>
                    <a:pt x="690109" y="689291"/>
                  </a:lnTo>
                  <a:lnTo>
                    <a:pt x="689038" y="690158"/>
                  </a:lnTo>
                  <a:lnTo>
                    <a:pt x="687966" y="691025"/>
                  </a:lnTo>
                  <a:lnTo>
                    <a:pt x="686894" y="691892"/>
                  </a:lnTo>
                  <a:lnTo>
                    <a:pt x="685823" y="692760"/>
                  </a:lnTo>
                  <a:lnTo>
                    <a:pt x="684751" y="693627"/>
                  </a:lnTo>
                  <a:lnTo>
                    <a:pt x="683680" y="694495"/>
                  </a:lnTo>
                  <a:lnTo>
                    <a:pt x="682608" y="695364"/>
                  </a:lnTo>
                  <a:lnTo>
                    <a:pt x="681536" y="696232"/>
                  </a:lnTo>
                  <a:lnTo>
                    <a:pt x="680465" y="697101"/>
                  </a:lnTo>
                  <a:lnTo>
                    <a:pt x="679393" y="697970"/>
                  </a:lnTo>
                  <a:lnTo>
                    <a:pt x="678322" y="698840"/>
                  </a:lnTo>
                  <a:lnTo>
                    <a:pt x="677250" y="699710"/>
                  </a:lnTo>
                  <a:lnTo>
                    <a:pt x="676178" y="700580"/>
                  </a:lnTo>
                  <a:lnTo>
                    <a:pt x="675107" y="701450"/>
                  </a:lnTo>
                  <a:lnTo>
                    <a:pt x="674035" y="702321"/>
                  </a:lnTo>
                  <a:lnTo>
                    <a:pt x="672964" y="703192"/>
                  </a:lnTo>
                  <a:lnTo>
                    <a:pt x="671892" y="704064"/>
                  </a:lnTo>
                  <a:lnTo>
                    <a:pt x="670820" y="704936"/>
                  </a:lnTo>
                  <a:lnTo>
                    <a:pt x="669749" y="705808"/>
                  </a:lnTo>
                  <a:lnTo>
                    <a:pt x="668677" y="706680"/>
                  </a:lnTo>
                  <a:lnTo>
                    <a:pt x="667606" y="707553"/>
                  </a:lnTo>
                  <a:lnTo>
                    <a:pt x="666534" y="708426"/>
                  </a:lnTo>
                  <a:lnTo>
                    <a:pt x="665462" y="709300"/>
                  </a:lnTo>
                  <a:lnTo>
                    <a:pt x="664391" y="710174"/>
                  </a:lnTo>
                  <a:lnTo>
                    <a:pt x="663319" y="711049"/>
                  </a:lnTo>
                  <a:lnTo>
                    <a:pt x="662248" y="711923"/>
                  </a:lnTo>
                  <a:lnTo>
                    <a:pt x="661176" y="712799"/>
                  </a:lnTo>
                  <a:lnTo>
                    <a:pt x="660104" y="713674"/>
                  </a:lnTo>
                  <a:lnTo>
                    <a:pt x="659033" y="714550"/>
                  </a:lnTo>
                  <a:lnTo>
                    <a:pt x="657961" y="715427"/>
                  </a:lnTo>
                  <a:lnTo>
                    <a:pt x="656890" y="716303"/>
                  </a:lnTo>
                  <a:lnTo>
                    <a:pt x="655818" y="717181"/>
                  </a:lnTo>
                  <a:lnTo>
                    <a:pt x="654746" y="718058"/>
                  </a:lnTo>
                  <a:lnTo>
                    <a:pt x="653675" y="718937"/>
                  </a:lnTo>
                  <a:lnTo>
                    <a:pt x="652603" y="719815"/>
                  </a:lnTo>
                  <a:lnTo>
                    <a:pt x="651532" y="720694"/>
                  </a:lnTo>
                  <a:lnTo>
                    <a:pt x="650460" y="721574"/>
                  </a:lnTo>
                  <a:lnTo>
                    <a:pt x="649388" y="722453"/>
                  </a:lnTo>
                  <a:lnTo>
                    <a:pt x="648317" y="723334"/>
                  </a:lnTo>
                  <a:lnTo>
                    <a:pt x="647245" y="724215"/>
                  </a:lnTo>
                  <a:lnTo>
                    <a:pt x="646174" y="725096"/>
                  </a:lnTo>
                  <a:lnTo>
                    <a:pt x="645102" y="725978"/>
                  </a:lnTo>
                  <a:lnTo>
                    <a:pt x="644030" y="726860"/>
                  </a:lnTo>
                  <a:lnTo>
                    <a:pt x="642959" y="727742"/>
                  </a:lnTo>
                  <a:lnTo>
                    <a:pt x="641887" y="728625"/>
                  </a:lnTo>
                  <a:lnTo>
                    <a:pt x="640816" y="729509"/>
                  </a:lnTo>
                  <a:lnTo>
                    <a:pt x="639744" y="730393"/>
                  </a:lnTo>
                  <a:lnTo>
                    <a:pt x="638672" y="731278"/>
                  </a:lnTo>
                  <a:lnTo>
                    <a:pt x="637601" y="732163"/>
                  </a:lnTo>
                  <a:lnTo>
                    <a:pt x="636529" y="733048"/>
                  </a:lnTo>
                  <a:lnTo>
                    <a:pt x="635458" y="733934"/>
                  </a:lnTo>
                  <a:lnTo>
                    <a:pt x="634386" y="734821"/>
                  </a:lnTo>
                  <a:lnTo>
                    <a:pt x="633314" y="735708"/>
                  </a:lnTo>
                  <a:lnTo>
                    <a:pt x="632243" y="736595"/>
                  </a:lnTo>
                  <a:lnTo>
                    <a:pt x="631171" y="737484"/>
                  </a:lnTo>
                  <a:lnTo>
                    <a:pt x="630100" y="738372"/>
                  </a:lnTo>
                  <a:lnTo>
                    <a:pt x="629028" y="739261"/>
                  </a:lnTo>
                  <a:lnTo>
                    <a:pt x="627956" y="740151"/>
                  </a:lnTo>
                  <a:lnTo>
                    <a:pt x="626885" y="741041"/>
                  </a:lnTo>
                  <a:lnTo>
                    <a:pt x="625813" y="741931"/>
                  </a:lnTo>
                  <a:lnTo>
                    <a:pt x="624742" y="742822"/>
                  </a:lnTo>
                  <a:lnTo>
                    <a:pt x="623670" y="743714"/>
                  </a:lnTo>
                  <a:lnTo>
                    <a:pt x="622598" y="744606"/>
                  </a:lnTo>
                  <a:lnTo>
                    <a:pt x="621527" y="745499"/>
                  </a:lnTo>
                  <a:lnTo>
                    <a:pt x="620455" y="746392"/>
                  </a:lnTo>
                  <a:lnTo>
                    <a:pt x="619384" y="747286"/>
                  </a:lnTo>
                  <a:lnTo>
                    <a:pt x="618312" y="748180"/>
                  </a:lnTo>
                  <a:lnTo>
                    <a:pt x="617240" y="749075"/>
                  </a:lnTo>
                  <a:lnTo>
                    <a:pt x="616169" y="749970"/>
                  </a:lnTo>
                  <a:lnTo>
                    <a:pt x="615097" y="750866"/>
                  </a:lnTo>
                  <a:lnTo>
                    <a:pt x="614026" y="751762"/>
                  </a:lnTo>
                  <a:lnTo>
                    <a:pt x="612954" y="752659"/>
                  </a:lnTo>
                  <a:lnTo>
                    <a:pt x="611882" y="753556"/>
                  </a:lnTo>
                  <a:lnTo>
                    <a:pt x="610811" y="754454"/>
                  </a:lnTo>
                  <a:lnTo>
                    <a:pt x="609739" y="755352"/>
                  </a:lnTo>
                  <a:lnTo>
                    <a:pt x="608668" y="756251"/>
                  </a:lnTo>
                  <a:lnTo>
                    <a:pt x="607596" y="757151"/>
                  </a:lnTo>
                  <a:lnTo>
                    <a:pt x="606524" y="758051"/>
                  </a:lnTo>
                  <a:lnTo>
                    <a:pt x="605453" y="758951"/>
                  </a:lnTo>
                  <a:lnTo>
                    <a:pt x="604381" y="759852"/>
                  </a:lnTo>
                  <a:lnTo>
                    <a:pt x="603310" y="760754"/>
                  </a:lnTo>
                  <a:lnTo>
                    <a:pt x="602238" y="761656"/>
                  </a:lnTo>
                  <a:lnTo>
                    <a:pt x="601166" y="762559"/>
                  </a:lnTo>
                  <a:lnTo>
                    <a:pt x="600095" y="763462"/>
                  </a:lnTo>
                  <a:lnTo>
                    <a:pt x="599023" y="764365"/>
                  </a:lnTo>
                  <a:lnTo>
                    <a:pt x="597952" y="765269"/>
                  </a:lnTo>
                  <a:lnTo>
                    <a:pt x="596880" y="766174"/>
                  </a:lnTo>
                  <a:lnTo>
                    <a:pt x="595808" y="767079"/>
                  </a:lnTo>
                  <a:lnTo>
                    <a:pt x="594737" y="767985"/>
                  </a:lnTo>
                  <a:lnTo>
                    <a:pt x="593665" y="768891"/>
                  </a:lnTo>
                  <a:lnTo>
                    <a:pt x="592594" y="769798"/>
                  </a:lnTo>
                  <a:lnTo>
                    <a:pt x="591522" y="770705"/>
                  </a:lnTo>
                  <a:lnTo>
                    <a:pt x="590450" y="771613"/>
                  </a:lnTo>
                  <a:lnTo>
                    <a:pt x="589379" y="772521"/>
                  </a:lnTo>
                  <a:lnTo>
                    <a:pt x="588307" y="773430"/>
                  </a:lnTo>
                  <a:lnTo>
                    <a:pt x="587236" y="774339"/>
                  </a:lnTo>
                  <a:lnTo>
                    <a:pt x="586164" y="775249"/>
                  </a:lnTo>
                  <a:lnTo>
                    <a:pt x="585092" y="776159"/>
                  </a:lnTo>
                  <a:lnTo>
                    <a:pt x="584021" y="777070"/>
                  </a:lnTo>
                  <a:lnTo>
                    <a:pt x="582949" y="777981"/>
                  </a:lnTo>
                  <a:lnTo>
                    <a:pt x="581878" y="778893"/>
                  </a:lnTo>
                  <a:lnTo>
                    <a:pt x="580806" y="779805"/>
                  </a:lnTo>
                  <a:lnTo>
                    <a:pt x="579734" y="780718"/>
                  </a:lnTo>
                  <a:lnTo>
                    <a:pt x="578663" y="781631"/>
                  </a:lnTo>
                  <a:lnTo>
                    <a:pt x="577591" y="782544"/>
                  </a:lnTo>
                  <a:lnTo>
                    <a:pt x="576520" y="783459"/>
                  </a:lnTo>
                  <a:lnTo>
                    <a:pt x="575448" y="784373"/>
                  </a:lnTo>
                  <a:lnTo>
                    <a:pt x="574376" y="785288"/>
                  </a:lnTo>
                  <a:lnTo>
                    <a:pt x="573305" y="786204"/>
                  </a:lnTo>
                  <a:lnTo>
                    <a:pt x="572233" y="787119"/>
                  </a:lnTo>
                  <a:lnTo>
                    <a:pt x="571162" y="788036"/>
                  </a:lnTo>
                  <a:lnTo>
                    <a:pt x="570090" y="788953"/>
                  </a:lnTo>
                  <a:lnTo>
                    <a:pt x="569018" y="789870"/>
                  </a:lnTo>
                  <a:lnTo>
                    <a:pt x="567947" y="790788"/>
                  </a:lnTo>
                  <a:lnTo>
                    <a:pt x="566875" y="791706"/>
                  </a:lnTo>
                  <a:lnTo>
                    <a:pt x="565804" y="792624"/>
                  </a:lnTo>
                  <a:lnTo>
                    <a:pt x="564732" y="793543"/>
                  </a:lnTo>
                  <a:lnTo>
                    <a:pt x="563660" y="794463"/>
                  </a:lnTo>
                  <a:lnTo>
                    <a:pt x="562589" y="795382"/>
                  </a:lnTo>
                  <a:lnTo>
                    <a:pt x="561517" y="796303"/>
                  </a:lnTo>
                  <a:lnTo>
                    <a:pt x="560446" y="797223"/>
                  </a:lnTo>
                  <a:lnTo>
                    <a:pt x="559374" y="798144"/>
                  </a:lnTo>
                  <a:lnTo>
                    <a:pt x="558302" y="799066"/>
                  </a:lnTo>
                  <a:lnTo>
                    <a:pt x="557231" y="799987"/>
                  </a:lnTo>
                  <a:lnTo>
                    <a:pt x="556159" y="800910"/>
                  </a:lnTo>
                  <a:lnTo>
                    <a:pt x="555088" y="801832"/>
                  </a:lnTo>
                  <a:lnTo>
                    <a:pt x="554016" y="802755"/>
                  </a:lnTo>
                  <a:lnTo>
                    <a:pt x="552944" y="803678"/>
                  </a:lnTo>
                  <a:lnTo>
                    <a:pt x="551873" y="804602"/>
                  </a:lnTo>
                  <a:lnTo>
                    <a:pt x="550801" y="805526"/>
                  </a:lnTo>
                  <a:lnTo>
                    <a:pt x="549730" y="806450"/>
                  </a:lnTo>
                  <a:lnTo>
                    <a:pt x="548658" y="807375"/>
                  </a:lnTo>
                  <a:lnTo>
                    <a:pt x="547586" y="808300"/>
                  </a:lnTo>
                  <a:lnTo>
                    <a:pt x="546515" y="809225"/>
                  </a:lnTo>
                  <a:lnTo>
                    <a:pt x="545443" y="810151"/>
                  </a:lnTo>
                  <a:lnTo>
                    <a:pt x="544372" y="811077"/>
                  </a:lnTo>
                  <a:lnTo>
                    <a:pt x="543300" y="812003"/>
                  </a:lnTo>
                  <a:lnTo>
                    <a:pt x="542228" y="812929"/>
                  </a:lnTo>
                  <a:lnTo>
                    <a:pt x="541157" y="813856"/>
                  </a:lnTo>
                  <a:lnTo>
                    <a:pt x="540085" y="814783"/>
                  </a:lnTo>
                  <a:lnTo>
                    <a:pt x="539014" y="815711"/>
                  </a:lnTo>
                  <a:lnTo>
                    <a:pt x="537942" y="816638"/>
                  </a:lnTo>
                  <a:lnTo>
                    <a:pt x="536870" y="817566"/>
                  </a:lnTo>
                  <a:lnTo>
                    <a:pt x="535799" y="818494"/>
                  </a:lnTo>
                  <a:lnTo>
                    <a:pt x="534727" y="819423"/>
                  </a:lnTo>
                  <a:lnTo>
                    <a:pt x="533656" y="820351"/>
                  </a:lnTo>
                  <a:lnTo>
                    <a:pt x="532584" y="821280"/>
                  </a:lnTo>
                  <a:lnTo>
                    <a:pt x="531513" y="822209"/>
                  </a:lnTo>
                  <a:lnTo>
                    <a:pt x="530441" y="823139"/>
                  </a:lnTo>
                  <a:lnTo>
                    <a:pt x="529369" y="824068"/>
                  </a:lnTo>
                  <a:lnTo>
                    <a:pt x="528298" y="824998"/>
                  </a:lnTo>
                  <a:lnTo>
                    <a:pt x="527226" y="825928"/>
                  </a:lnTo>
                  <a:lnTo>
                    <a:pt x="526155" y="826858"/>
                  </a:lnTo>
                  <a:lnTo>
                    <a:pt x="525083" y="827788"/>
                  </a:lnTo>
                  <a:lnTo>
                    <a:pt x="524011" y="828719"/>
                  </a:lnTo>
                  <a:lnTo>
                    <a:pt x="522940" y="829649"/>
                  </a:lnTo>
                  <a:lnTo>
                    <a:pt x="521868" y="830580"/>
                  </a:lnTo>
                  <a:lnTo>
                    <a:pt x="520797" y="831511"/>
                  </a:lnTo>
                  <a:lnTo>
                    <a:pt x="519725" y="832442"/>
                  </a:lnTo>
                  <a:lnTo>
                    <a:pt x="518653" y="833373"/>
                  </a:lnTo>
                  <a:lnTo>
                    <a:pt x="517582" y="834304"/>
                  </a:lnTo>
                  <a:lnTo>
                    <a:pt x="516510" y="835236"/>
                  </a:lnTo>
                  <a:lnTo>
                    <a:pt x="515439" y="836167"/>
                  </a:lnTo>
                  <a:lnTo>
                    <a:pt x="514367" y="837099"/>
                  </a:lnTo>
                  <a:lnTo>
                    <a:pt x="513295" y="838030"/>
                  </a:lnTo>
                  <a:lnTo>
                    <a:pt x="512224" y="838962"/>
                  </a:lnTo>
                  <a:lnTo>
                    <a:pt x="511152" y="839894"/>
                  </a:lnTo>
                  <a:lnTo>
                    <a:pt x="510081" y="840826"/>
                  </a:lnTo>
                  <a:lnTo>
                    <a:pt x="509009" y="841758"/>
                  </a:lnTo>
                  <a:lnTo>
                    <a:pt x="507937" y="842689"/>
                  </a:lnTo>
                  <a:lnTo>
                    <a:pt x="506866" y="843621"/>
                  </a:lnTo>
                  <a:lnTo>
                    <a:pt x="505794" y="844553"/>
                  </a:lnTo>
                  <a:lnTo>
                    <a:pt x="504723" y="845485"/>
                  </a:lnTo>
                  <a:lnTo>
                    <a:pt x="503651" y="846417"/>
                  </a:lnTo>
                  <a:lnTo>
                    <a:pt x="502579" y="847349"/>
                  </a:lnTo>
                  <a:lnTo>
                    <a:pt x="501508" y="848281"/>
                  </a:lnTo>
                  <a:lnTo>
                    <a:pt x="500436" y="849213"/>
                  </a:lnTo>
                  <a:lnTo>
                    <a:pt x="499365" y="850145"/>
                  </a:lnTo>
                  <a:lnTo>
                    <a:pt x="498293" y="851077"/>
                  </a:lnTo>
                  <a:lnTo>
                    <a:pt x="497221" y="852009"/>
                  </a:lnTo>
                  <a:lnTo>
                    <a:pt x="496150" y="852940"/>
                  </a:lnTo>
                  <a:lnTo>
                    <a:pt x="495078" y="853872"/>
                  </a:lnTo>
                  <a:lnTo>
                    <a:pt x="494007" y="854804"/>
                  </a:lnTo>
                  <a:lnTo>
                    <a:pt x="492935" y="855735"/>
                  </a:lnTo>
                  <a:lnTo>
                    <a:pt x="491863" y="856666"/>
                  </a:lnTo>
                  <a:lnTo>
                    <a:pt x="490792" y="857598"/>
                  </a:lnTo>
                  <a:lnTo>
                    <a:pt x="489720" y="858529"/>
                  </a:lnTo>
                  <a:lnTo>
                    <a:pt x="488649" y="859460"/>
                  </a:lnTo>
                  <a:lnTo>
                    <a:pt x="487577" y="860391"/>
                  </a:lnTo>
                  <a:lnTo>
                    <a:pt x="486505" y="861321"/>
                  </a:lnTo>
                  <a:lnTo>
                    <a:pt x="485434" y="862252"/>
                  </a:lnTo>
                  <a:lnTo>
                    <a:pt x="484362" y="863182"/>
                  </a:lnTo>
                  <a:lnTo>
                    <a:pt x="483291" y="864112"/>
                  </a:lnTo>
                  <a:lnTo>
                    <a:pt x="482219" y="865042"/>
                  </a:lnTo>
                  <a:lnTo>
                    <a:pt x="481147" y="865972"/>
                  </a:lnTo>
                  <a:lnTo>
                    <a:pt x="480076" y="866901"/>
                  </a:lnTo>
                  <a:lnTo>
                    <a:pt x="479004" y="867831"/>
                  </a:lnTo>
                  <a:lnTo>
                    <a:pt x="477933" y="868760"/>
                  </a:lnTo>
                  <a:lnTo>
                    <a:pt x="476861" y="869689"/>
                  </a:lnTo>
                  <a:lnTo>
                    <a:pt x="475789" y="870617"/>
                  </a:lnTo>
                  <a:lnTo>
                    <a:pt x="474718" y="871546"/>
                  </a:lnTo>
                  <a:lnTo>
                    <a:pt x="473646" y="872474"/>
                  </a:lnTo>
                  <a:lnTo>
                    <a:pt x="472575" y="873402"/>
                  </a:lnTo>
                  <a:lnTo>
                    <a:pt x="471503" y="874329"/>
                  </a:lnTo>
                  <a:lnTo>
                    <a:pt x="470431" y="875256"/>
                  </a:lnTo>
                  <a:lnTo>
                    <a:pt x="469360" y="876183"/>
                  </a:lnTo>
                  <a:lnTo>
                    <a:pt x="468288" y="877110"/>
                  </a:lnTo>
                  <a:lnTo>
                    <a:pt x="467217" y="878036"/>
                  </a:lnTo>
                  <a:lnTo>
                    <a:pt x="466145" y="878962"/>
                  </a:lnTo>
                  <a:lnTo>
                    <a:pt x="465073" y="879887"/>
                  </a:lnTo>
                  <a:lnTo>
                    <a:pt x="464002" y="880812"/>
                  </a:lnTo>
                  <a:lnTo>
                    <a:pt x="462930" y="881737"/>
                  </a:lnTo>
                  <a:lnTo>
                    <a:pt x="461859" y="882662"/>
                  </a:lnTo>
                  <a:lnTo>
                    <a:pt x="460787" y="883586"/>
                  </a:lnTo>
                  <a:lnTo>
                    <a:pt x="459715" y="884509"/>
                  </a:lnTo>
                  <a:lnTo>
                    <a:pt x="458644" y="885433"/>
                  </a:lnTo>
                  <a:lnTo>
                    <a:pt x="457572" y="886355"/>
                  </a:lnTo>
                  <a:lnTo>
                    <a:pt x="456501" y="887278"/>
                  </a:lnTo>
                  <a:lnTo>
                    <a:pt x="455429" y="888200"/>
                  </a:lnTo>
                  <a:lnTo>
                    <a:pt x="454357" y="889121"/>
                  </a:lnTo>
                  <a:lnTo>
                    <a:pt x="453286" y="890042"/>
                  </a:lnTo>
                  <a:lnTo>
                    <a:pt x="452214" y="890963"/>
                  </a:lnTo>
                  <a:lnTo>
                    <a:pt x="451143" y="891883"/>
                  </a:lnTo>
                  <a:lnTo>
                    <a:pt x="450071" y="892802"/>
                  </a:lnTo>
                  <a:lnTo>
                    <a:pt x="448999" y="893721"/>
                  </a:lnTo>
                  <a:lnTo>
                    <a:pt x="447928" y="894640"/>
                  </a:lnTo>
                  <a:lnTo>
                    <a:pt x="446856" y="895558"/>
                  </a:lnTo>
                  <a:lnTo>
                    <a:pt x="445785" y="896475"/>
                  </a:lnTo>
                  <a:lnTo>
                    <a:pt x="444713" y="897392"/>
                  </a:lnTo>
                  <a:lnTo>
                    <a:pt x="443641" y="898309"/>
                  </a:lnTo>
                  <a:lnTo>
                    <a:pt x="442570" y="899225"/>
                  </a:lnTo>
                  <a:lnTo>
                    <a:pt x="441498" y="900140"/>
                  </a:lnTo>
                  <a:lnTo>
                    <a:pt x="440427" y="901055"/>
                  </a:lnTo>
                  <a:lnTo>
                    <a:pt x="439355" y="901969"/>
                  </a:lnTo>
                  <a:lnTo>
                    <a:pt x="438283" y="902882"/>
                  </a:lnTo>
                  <a:lnTo>
                    <a:pt x="437212" y="903795"/>
                  </a:lnTo>
                  <a:lnTo>
                    <a:pt x="436140" y="904707"/>
                  </a:lnTo>
                  <a:lnTo>
                    <a:pt x="435069" y="905619"/>
                  </a:lnTo>
                  <a:lnTo>
                    <a:pt x="433997" y="906530"/>
                  </a:lnTo>
                  <a:lnTo>
                    <a:pt x="432925" y="907441"/>
                  </a:lnTo>
                  <a:lnTo>
                    <a:pt x="431854" y="908350"/>
                  </a:lnTo>
                  <a:lnTo>
                    <a:pt x="430782" y="909259"/>
                  </a:lnTo>
                  <a:lnTo>
                    <a:pt x="429711" y="910168"/>
                  </a:lnTo>
                  <a:lnTo>
                    <a:pt x="428639" y="911076"/>
                  </a:lnTo>
                  <a:lnTo>
                    <a:pt x="427567" y="911983"/>
                  </a:lnTo>
                  <a:lnTo>
                    <a:pt x="426496" y="912889"/>
                  </a:lnTo>
                  <a:lnTo>
                    <a:pt x="425424" y="913795"/>
                  </a:lnTo>
                  <a:lnTo>
                    <a:pt x="424353" y="914700"/>
                  </a:lnTo>
                  <a:lnTo>
                    <a:pt x="423281" y="915604"/>
                  </a:lnTo>
                  <a:lnTo>
                    <a:pt x="422209" y="916507"/>
                  </a:lnTo>
                  <a:lnTo>
                    <a:pt x="421138" y="917410"/>
                  </a:lnTo>
                  <a:lnTo>
                    <a:pt x="420066" y="918312"/>
                  </a:lnTo>
                  <a:lnTo>
                    <a:pt x="418995" y="919213"/>
                  </a:lnTo>
                  <a:lnTo>
                    <a:pt x="417923" y="920113"/>
                  </a:lnTo>
                  <a:lnTo>
                    <a:pt x="416851" y="921013"/>
                  </a:lnTo>
                  <a:lnTo>
                    <a:pt x="415780" y="921912"/>
                  </a:lnTo>
                  <a:lnTo>
                    <a:pt x="414708" y="922810"/>
                  </a:lnTo>
                  <a:lnTo>
                    <a:pt x="413637" y="923707"/>
                  </a:lnTo>
                  <a:lnTo>
                    <a:pt x="412565" y="924604"/>
                  </a:lnTo>
                  <a:lnTo>
                    <a:pt x="411493" y="925499"/>
                  </a:lnTo>
                  <a:lnTo>
                    <a:pt x="410422" y="926394"/>
                  </a:lnTo>
                  <a:lnTo>
                    <a:pt x="409350" y="927288"/>
                  </a:lnTo>
                  <a:lnTo>
                    <a:pt x="408279" y="928181"/>
                  </a:lnTo>
                  <a:lnTo>
                    <a:pt x="407207" y="929073"/>
                  </a:lnTo>
                  <a:lnTo>
                    <a:pt x="406135" y="929965"/>
                  </a:lnTo>
                  <a:lnTo>
                    <a:pt x="405064" y="930855"/>
                  </a:lnTo>
                  <a:lnTo>
                    <a:pt x="403992" y="931745"/>
                  </a:lnTo>
                  <a:lnTo>
                    <a:pt x="402921" y="932633"/>
                  </a:lnTo>
                  <a:lnTo>
                    <a:pt x="401849" y="933521"/>
                  </a:lnTo>
                  <a:lnTo>
                    <a:pt x="400777" y="934408"/>
                  </a:lnTo>
                  <a:lnTo>
                    <a:pt x="399706" y="935294"/>
                  </a:lnTo>
                  <a:lnTo>
                    <a:pt x="398634" y="936179"/>
                  </a:lnTo>
                  <a:lnTo>
                    <a:pt x="397563" y="937063"/>
                  </a:lnTo>
                  <a:lnTo>
                    <a:pt x="396491" y="937946"/>
                  </a:lnTo>
                  <a:lnTo>
                    <a:pt x="395419" y="938829"/>
                  </a:lnTo>
                  <a:lnTo>
                    <a:pt x="394348" y="939710"/>
                  </a:lnTo>
                  <a:lnTo>
                    <a:pt x="393276" y="940590"/>
                  </a:lnTo>
                  <a:lnTo>
                    <a:pt x="392205" y="941470"/>
                  </a:lnTo>
                  <a:lnTo>
                    <a:pt x="391133" y="942348"/>
                  </a:lnTo>
                  <a:lnTo>
                    <a:pt x="390061" y="943225"/>
                  </a:lnTo>
                  <a:lnTo>
                    <a:pt x="388990" y="944102"/>
                  </a:lnTo>
                  <a:lnTo>
                    <a:pt x="387918" y="944977"/>
                  </a:lnTo>
                  <a:lnTo>
                    <a:pt x="386847" y="945852"/>
                  </a:lnTo>
                  <a:lnTo>
                    <a:pt x="385775" y="946725"/>
                  </a:lnTo>
                  <a:lnTo>
                    <a:pt x="384703" y="947597"/>
                  </a:lnTo>
                  <a:lnTo>
                    <a:pt x="383632" y="948469"/>
                  </a:lnTo>
                  <a:lnTo>
                    <a:pt x="382560" y="949339"/>
                  </a:lnTo>
                  <a:lnTo>
                    <a:pt x="381489" y="950208"/>
                  </a:lnTo>
                  <a:lnTo>
                    <a:pt x="380417" y="951076"/>
                  </a:lnTo>
                  <a:lnTo>
                    <a:pt x="379345" y="951943"/>
                  </a:lnTo>
                  <a:lnTo>
                    <a:pt x="378274" y="952809"/>
                  </a:lnTo>
                  <a:lnTo>
                    <a:pt x="377202" y="953674"/>
                  </a:lnTo>
                  <a:lnTo>
                    <a:pt x="376131" y="954538"/>
                  </a:lnTo>
                  <a:lnTo>
                    <a:pt x="375059" y="955401"/>
                  </a:lnTo>
                  <a:lnTo>
                    <a:pt x="373987" y="956263"/>
                  </a:lnTo>
                  <a:lnTo>
                    <a:pt x="372916" y="957123"/>
                  </a:lnTo>
                  <a:lnTo>
                    <a:pt x="371844" y="957983"/>
                  </a:lnTo>
                  <a:lnTo>
                    <a:pt x="370773" y="958841"/>
                  </a:lnTo>
                  <a:lnTo>
                    <a:pt x="369701" y="959698"/>
                  </a:lnTo>
                  <a:lnTo>
                    <a:pt x="368629" y="960555"/>
                  </a:lnTo>
                  <a:lnTo>
                    <a:pt x="367558" y="961410"/>
                  </a:lnTo>
                  <a:lnTo>
                    <a:pt x="366486" y="962263"/>
                  </a:lnTo>
                  <a:lnTo>
                    <a:pt x="365415" y="963116"/>
                  </a:lnTo>
                  <a:lnTo>
                    <a:pt x="364343" y="963968"/>
                  </a:lnTo>
                  <a:lnTo>
                    <a:pt x="363271" y="964818"/>
                  </a:lnTo>
                  <a:lnTo>
                    <a:pt x="362200" y="965667"/>
                  </a:lnTo>
                  <a:lnTo>
                    <a:pt x="361128" y="966515"/>
                  </a:lnTo>
                  <a:lnTo>
                    <a:pt x="360057" y="967362"/>
                  </a:lnTo>
                  <a:lnTo>
                    <a:pt x="358985" y="968208"/>
                  </a:lnTo>
                  <a:lnTo>
                    <a:pt x="357913" y="969052"/>
                  </a:lnTo>
                  <a:lnTo>
                    <a:pt x="356842" y="969896"/>
                  </a:lnTo>
                  <a:lnTo>
                    <a:pt x="355770" y="970738"/>
                  </a:lnTo>
                  <a:lnTo>
                    <a:pt x="354699" y="971579"/>
                  </a:lnTo>
                  <a:lnTo>
                    <a:pt x="353627" y="972419"/>
                  </a:lnTo>
                  <a:lnTo>
                    <a:pt x="352556" y="973257"/>
                  </a:lnTo>
                  <a:lnTo>
                    <a:pt x="351484" y="974094"/>
                  </a:lnTo>
                  <a:lnTo>
                    <a:pt x="350412" y="974930"/>
                  </a:lnTo>
                  <a:lnTo>
                    <a:pt x="349341" y="975765"/>
                  </a:lnTo>
                  <a:lnTo>
                    <a:pt x="348269" y="976599"/>
                  </a:lnTo>
                  <a:lnTo>
                    <a:pt x="347198" y="977431"/>
                  </a:lnTo>
                  <a:lnTo>
                    <a:pt x="346126" y="978262"/>
                  </a:lnTo>
                  <a:lnTo>
                    <a:pt x="345054" y="979092"/>
                  </a:lnTo>
                  <a:lnTo>
                    <a:pt x="343983" y="979920"/>
                  </a:lnTo>
                  <a:lnTo>
                    <a:pt x="342911" y="980747"/>
                  </a:lnTo>
                  <a:lnTo>
                    <a:pt x="341840" y="981573"/>
                  </a:lnTo>
                  <a:lnTo>
                    <a:pt x="340768" y="982398"/>
                  </a:lnTo>
                  <a:lnTo>
                    <a:pt x="339696" y="983222"/>
                  </a:lnTo>
                  <a:lnTo>
                    <a:pt x="338625" y="984044"/>
                  </a:lnTo>
                  <a:lnTo>
                    <a:pt x="337553" y="984864"/>
                  </a:lnTo>
                  <a:lnTo>
                    <a:pt x="336482" y="985684"/>
                  </a:lnTo>
                  <a:lnTo>
                    <a:pt x="335410" y="986502"/>
                  </a:lnTo>
                  <a:lnTo>
                    <a:pt x="334338" y="987319"/>
                  </a:lnTo>
                  <a:lnTo>
                    <a:pt x="333267" y="988135"/>
                  </a:lnTo>
                  <a:lnTo>
                    <a:pt x="332195" y="988949"/>
                  </a:lnTo>
                  <a:lnTo>
                    <a:pt x="331124" y="989762"/>
                  </a:lnTo>
                  <a:lnTo>
                    <a:pt x="330052" y="990574"/>
                  </a:lnTo>
                  <a:lnTo>
                    <a:pt x="328980" y="991384"/>
                  </a:lnTo>
                  <a:lnTo>
                    <a:pt x="327909" y="992193"/>
                  </a:lnTo>
                  <a:lnTo>
                    <a:pt x="326837" y="993001"/>
                  </a:lnTo>
                  <a:lnTo>
                    <a:pt x="325766" y="993807"/>
                  </a:lnTo>
                  <a:lnTo>
                    <a:pt x="324694" y="994612"/>
                  </a:lnTo>
                  <a:lnTo>
                    <a:pt x="323622" y="995416"/>
                  </a:lnTo>
                  <a:lnTo>
                    <a:pt x="322551" y="996218"/>
                  </a:lnTo>
                  <a:lnTo>
                    <a:pt x="321479" y="997019"/>
                  </a:lnTo>
                  <a:lnTo>
                    <a:pt x="320408" y="997818"/>
                  </a:lnTo>
                  <a:lnTo>
                    <a:pt x="319336" y="998616"/>
                  </a:lnTo>
                  <a:lnTo>
                    <a:pt x="318264" y="999413"/>
                  </a:lnTo>
                  <a:lnTo>
                    <a:pt x="317193" y="1000209"/>
                  </a:lnTo>
                  <a:lnTo>
                    <a:pt x="316121" y="1001003"/>
                  </a:lnTo>
                  <a:lnTo>
                    <a:pt x="315050" y="1001795"/>
                  </a:lnTo>
                  <a:lnTo>
                    <a:pt x="313978" y="1002586"/>
                  </a:lnTo>
                  <a:lnTo>
                    <a:pt x="312906" y="1003376"/>
                  </a:lnTo>
                  <a:lnTo>
                    <a:pt x="311835" y="1004165"/>
                  </a:lnTo>
                  <a:lnTo>
                    <a:pt x="310763" y="1004952"/>
                  </a:lnTo>
                  <a:lnTo>
                    <a:pt x="309692" y="1005738"/>
                  </a:lnTo>
                  <a:lnTo>
                    <a:pt x="308620" y="1006522"/>
                  </a:lnTo>
                  <a:lnTo>
                    <a:pt x="307548" y="1007305"/>
                  </a:lnTo>
                  <a:lnTo>
                    <a:pt x="306477" y="1008086"/>
                  </a:lnTo>
                  <a:lnTo>
                    <a:pt x="305405" y="1008866"/>
                  </a:lnTo>
                  <a:lnTo>
                    <a:pt x="304334" y="1009645"/>
                  </a:lnTo>
                  <a:lnTo>
                    <a:pt x="303262" y="1010422"/>
                  </a:lnTo>
                  <a:lnTo>
                    <a:pt x="302190" y="1011198"/>
                  </a:lnTo>
                  <a:lnTo>
                    <a:pt x="301119" y="1011972"/>
                  </a:lnTo>
                  <a:lnTo>
                    <a:pt x="300047" y="1012745"/>
                  </a:lnTo>
                  <a:lnTo>
                    <a:pt x="298976" y="1013517"/>
                  </a:lnTo>
                  <a:lnTo>
                    <a:pt x="297904" y="1014287"/>
                  </a:lnTo>
                  <a:lnTo>
                    <a:pt x="296832" y="1015055"/>
                  </a:lnTo>
                  <a:lnTo>
                    <a:pt x="295761" y="1015822"/>
                  </a:lnTo>
                  <a:lnTo>
                    <a:pt x="294689" y="1016588"/>
                  </a:lnTo>
                  <a:lnTo>
                    <a:pt x="293618" y="1017352"/>
                  </a:lnTo>
                  <a:lnTo>
                    <a:pt x="292546" y="1018115"/>
                  </a:lnTo>
                  <a:lnTo>
                    <a:pt x="291474" y="1018877"/>
                  </a:lnTo>
                  <a:lnTo>
                    <a:pt x="290403" y="1019636"/>
                  </a:lnTo>
                  <a:lnTo>
                    <a:pt x="289331" y="1020395"/>
                  </a:lnTo>
                  <a:lnTo>
                    <a:pt x="288260" y="1021152"/>
                  </a:lnTo>
                  <a:lnTo>
                    <a:pt x="287188" y="1021907"/>
                  </a:lnTo>
                  <a:lnTo>
                    <a:pt x="286116" y="1022661"/>
                  </a:lnTo>
                  <a:lnTo>
                    <a:pt x="285045" y="1023414"/>
                  </a:lnTo>
                  <a:lnTo>
                    <a:pt x="283973" y="1024165"/>
                  </a:lnTo>
                  <a:lnTo>
                    <a:pt x="282902" y="1024915"/>
                  </a:lnTo>
                  <a:lnTo>
                    <a:pt x="281830" y="1025663"/>
                  </a:lnTo>
                  <a:lnTo>
                    <a:pt x="280758" y="1026410"/>
                  </a:lnTo>
                  <a:lnTo>
                    <a:pt x="279687" y="1027155"/>
                  </a:lnTo>
                  <a:lnTo>
                    <a:pt x="278615" y="1027899"/>
                  </a:lnTo>
                  <a:lnTo>
                    <a:pt x="277544" y="1028641"/>
                  </a:lnTo>
                  <a:lnTo>
                    <a:pt x="276472" y="1029382"/>
                  </a:lnTo>
                  <a:lnTo>
                    <a:pt x="275400" y="1030121"/>
                  </a:lnTo>
                  <a:lnTo>
                    <a:pt x="274329" y="1030859"/>
                  </a:lnTo>
                  <a:lnTo>
                    <a:pt x="273257" y="1031595"/>
                  </a:lnTo>
                  <a:lnTo>
                    <a:pt x="272186" y="1032330"/>
                  </a:lnTo>
                  <a:lnTo>
                    <a:pt x="271114" y="1033063"/>
                  </a:lnTo>
                  <a:lnTo>
                    <a:pt x="270042" y="1033795"/>
                  </a:lnTo>
                  <a:lnTo>
                    <a:pt x="268971" y="1034526"/>
                  </a:lnTo>
                  <a:lnTo>
                    <a:pt x="267899" y="1035255"/>
                  </a:lnTo>
                  <a:lnTo>
                    <a:pt x="266828" y="1035982"/>
                  </a:lnTo>
                  <a:lnTo>
                    <a:pt x="265756" y="1036708"/>
                  </a:lnTo>
                  <a:lnTo>
                    <a:pt x="264684" y="1037433"/>
                  </a:lnTo>
                  <a:lnTo>
                    <a:pt x="263613" y="1038156"/>
                  </a:lnTo>
                  <a:lnTo>
                    <a:pt x="262541" y="1038878"/>
                  </a:lnTo>
                  <a:lnTo>
                    <a:pt x="261470" y="1039598"/>
                  </a:lnTo>
                  <a:lnTo>
                    <a:pt x="260398" y="1040316"/>
                  </a:lnTo>
                  <a:lnTo>
                    <a:pt x="259326" y="1041034"/>
                  </a:lnTo>
                  <a:lnTo>
                    <a:pt x="258255" y="1041749"/>
                  </a:lnTo>
                  <a:lnTo>
                    <a:pt x="257183" y="1042464"/>
                  </a:lnTo>
                  <a:lnTo>
                    <a:pt x="256112" y="1043176"/>
                  </a:lnTo>
                  <a:lnTo>
                    <a:pt x="255040" y="1043888"/>
                  </a:lnTo>
                  <a:lnTo>
                    <a:pt x="253968" y="1044597"/>
                  </a:lnTo>
                  <a:lnTo>
                    <a:pt x="252897" y="1045306"/>
                  </a:lnTo>
                  <a:lnTo>
                    <a:pt x="251825" y="1046013"/>
                  </a:lnTo>
                  <a:lnTo>
                    <a:pt x="250754" y="1046718"/>
                  </a:lnTo>
                  <a:lnTo>
                    <a:pt x="249682" y="1047422"/>
                  </a:lnTo>
                  <a:lnTo>
                    <a:pt x="248610" y="1048125"/>
                  </a:lnTo>
                  <a:lnTo>
                    <a:pt x="247539" y="1048826"/>
                  </a:lnTo>
                  <a:lnTo>
                    <a:pt x="246467" y="1049525"/>
                  </a:lnTo>
                  <a:lnTo>
                    <a:pt x="245396" y="1050223"/>
                  </a:lnTo>
                  <a:lnTo>
                    <a:pt x="244324" y="1050920"/>
                  </a:lnTo>
                  <a:lnTo>
                    <a:pt x="243252" y="1051615"/>
                  </a:lnTo>
                  <a:lnTo>
                    <a:pt x="242181" y="1052309"/>
                  </a:lnTo>
                  <a:lnTo>
                    <a:pt x="241109" y="1053001"/>
                  </a:lnTo>
                  <a:lnTo>
                    <a:pt x="240038" y="1053692"/>
                  </a:lnTo>
                  <a:lnTo>
                    <a:pt x="238966" y="1054381"/>
                  </a:lnTo>
                  <a:lnTo>
                    <a:pt x="237894" y="1055069"/>
                  </a:lnTo>
                  <a:lnTo>
                    <a:pt x="236823" y="1055755"/>
                  </a:lnTo>
                  <a:lnTo>
                    <a:pt x="235751" y="1056440"/>
                  </a:lnTo>
                  <a:lnTo>
                    <a:pt x="234680" y="1057124"/>
                  </a:lnTo>
                  <a:lnTo>
                    <a:pt x="233608" y="1057806"/>
                  </a:lnTo>
                  <a:lnTo>
                    <a:pt x="232536" y="1058487"/>
                  </a:lnTo>
                  <a:lnTo>
                    <a:pt x="231465" y="1059166"/>
                  </a:lnTo>
                  <a:lnTo>
                    <a:pt x="230393" y="1059843"/>
                  </a:lnTo>
                  <a:lnTo>
                    <a:pt x="229322" y="1060520"/>
                  </a:lnTo>
                  <a:lnTo>
                    <a:pt x="228250" y="1061194"/>
                  </a:lnTo>
                  <a:lnTo>
                    <a:pt x="227178" y="1061868"/>
                  </a:lnTo>
                  <a:lnTo>
                    <a:pt x="226107" y="1062540"/>
                  </a:lnTo>
                  <a:lnTo>
                    <a:pt x="225035" y="1063210"/>
                  </a:lnTo>
                  <a:lnTo>
                    <a:pt x="223964" y="1063879"/>
                  </a:lnTo>
                  <a:lnTo>
                    <a:pt x="222892" y="1064547"/>
                  </a:lnTo>
                  <a:lnTo>
                    <a:pt x="221820" y="1065213"/>
                  </a:lnTo>
                  <a:lnTo>
                    <a:pt x="220749" y="1065878"/>
                  </a:lnTo>
                  <a:lnTo>
                    <a:pt x="219677" y="1066541"/>
                  </a:lnTo>
                  <a:lnTo>
                    <a:pt x="218606" y="1067203"/>
                  </a:lnTo>
                  <a:lnTo>
                    <a:pt x="217534" y="1067863"/>
                  </a:lnTo>
                  <a:lnTo>
                    <a:pt x="216462" y="1068522"/>
                  </a:lnTo>
                  <a:lnTo>
                    <a:pt x="215391" y="1069180"/>
                  </a:lnTo>
                  <a:lnTo>
                    <a:pt x="214319" y="1069836"/>
                  </a:lnTo>
                  <a:lnTo>
                    <a:pt x="213248" y="1070491"/>
                  </a:lnTo>
                  <a:lnTo>
                    <a:pt x="212176" y="1071144"/>
                  </a:lnTo>
                  <a:lnTo>
                    <a:pt x="211104" y="1071796"/>
                  </a:lnTo>
                  <a:lnTo>
                    <a:pt x="210033" y="1072446"/>
                  </a:lnTo>
                  <a:lnTo>
                    <a:pt x="208961" y="1073095"/>
                  </a:lnTo>
                  <a:lnTo>
                    <a:pt x="207890" y="1073743"/>
                  </a:lnTo>
                  <a:lnTo>
                    <a:pt x="206818" y="1074389"/>
                  </a:lnTo>
                  <a:lnTo>
                    <a:pt x="205746" y="1075034"/>
                  </a:lnTo>
                  <a:lnTo>
                    <a:pt x="204675" y="1075677"/>
                  </a:lnTo>
                  <a:lnTo>
                    <a:pt x="203603" y="1076319"/>
                  </a:lnTo>
                  <a:lnTo>
                    <a:pt x="202532" y="1076959"/>
                  </a:lnTo>
                  <a:lnTo>
                    <a:pt x="201460" y="1077598"/>
                  </a:lnTo>
                  <a:lnTo>
                    <a:pt x="200388" y="1078236"/>
                  </a:lnTo>
                  <a:lnTo>
                    <a:pt x="199317" y="1078872"/>
                  </a:lnTo>
                  <a:lnTo>
                    <a:pt x="198245" y="1079507"/>
                  </a:lnTo>
                  <a:lnTo>
                    <a:pt x="197174" y="1080141"/>
                  </a:lnTo>
                  <a:lnTo>
                    <a:pt x="196102" y="1080773"/>
                  </a:lnTo>
                  <a:lnTo>
                    <a:pt x="195030" y="1081403"/>
                  </a:lnTo>
                  <a:lnTo>
                    <a:pt x="193959" y="1082032"/>
                  </a:lnTo>
                  <a:lnTo>
                    <a:pt x="192887" y="1082660"/>
                  </a:lnTo>
                  <a:lnTo>
                    <a:pt x="191816" y="1083287"/>
                  </a:lnTo>
                  <a:lnTo>
                    <a:pt x="190744" y="1083912"/>
                  </a:lnTo>
                  <a:lnTo>
                    <a:pt x="189672" y="1084536"/>
                  </a:lnTo>
                  <a:lnTo>
                    <a:pt x="188601" y="1085158"/>
                  </a:lnTo>
                  <a:lnTo>
                    <a:pt x="187529" y="1085779"/>
                  </a:lnTo>
                  <a:lnTo>
                    <a:pt x="186458" y="1086398"/>
                  </a:lnTo>
                  <a:lnTo>
                    <a:pt x="185386" y="1087016"/>
                  </a:lnTo>
                  <a:lnTo>
                    <a:pt x="184314" y="1087633"/>
                  </a:lnTo>
                  <a:lnTo>
                    <a:pt x="183243" y="1088248"/>
                  </a:lnTo>
                  <a:lnTo>
                    <a:pt x="182171" y="1088862"/>
                  </a:lnTo>
                  <a:lnTo>
                    <a:pt x="181100" y="1089475"/>
                  </a:lnTo>
                  <a:lnTo>
                    <a:pt x="180028" y="1090086"/>
                  </a:lnTo>
                  <a:lnTo>
                    <a:pt x="178956" y="1090696"/>
                  </a:lnTo>
                  <a:lnTo>
                    <a:pt x="177885" y="1091304"/>
                  </a:lnTo>
                  <a:lnTo>
                    <a:pt x="176813" y="1091911"/>
                  </a:lnTo>
                  <a:lnTo>
                    <a:pt x="175742" y="1092517"/>
                  </a:lnTo>
                  <a:lnTo>
                    <a:pt x="174670" y="1093122"/>
                  </a:lnTo>
                  <a:lnTo>
                    <a:pt x="173599" y="1093725"/>
                  </a:lnTo>
                  <a:lnTo>
                    <a:pt x="172527" y="1094326"/>
                  </a:lnTo>
                  <a:lnTo>
                    <a:pt x="171455" y="1094926"/>
                  </a:lnTo>
                  <a:lnTo>
                    <a:pt x="170384" y="1095525"/>
                  </a:lnTo>
                  <a:lnTo>
                    <a:pt x="169312" y="1096123"/>
                  </a:lnTo>
                  <a:lnTo>
                    <a:pt x="168241" y="1096719"/>
                  </a:lnTo>
                  <a:lnTo>
                    <a:pt x="167169" y="1097314"/>
                  </a:lnTo>
                  <a:lnTo>
                    <a:pt x="166097" y="1097907"/>
                  </a:lnTo>
                  <a:lnTo>
                    <a:pt x="165026" y="1098500"/>
                  </a:lnTo>
                  <a:lnTo>
                    <a:pt x="163954" y="1099090"/>
                  </a:lnTo>
                  <a:lnTo>
                    <a:pt x="162883" y="1099680"/>
                  </a:lnTo>
                  <a:lnTo>
                    <a:pt x="161811" y="1100268"/>
                  </a:lnTo>
                  <a:lnTo>
                    <a:pt x="160739" y="1100855"/>
                  </a:lnTo>
                  <a:lnTo>
                    <a:pt x="159668" y="1101440"/>
                  </a:lnTo>
                  <a:lnTo>
                    <a:pt x="158596" y="1102024"/>
                  </a:lnTo>
                  <a:lnTo>
                    <a:pt x="157525" y="1102607"/>
                  </a:lnTo>
                  <a:lnTo>
                    <a:pt x="156453" y="1103188"/>
                  </a:lnTo>
                  <a:lnTo>
                    <a:pt x="155381" y="1103768"/>
                  </a:lnTo>
                  <a:lnTo>
                    <a:pt x="154310" y="1104347"/>
                  </a:lnTo>
                  <a:lnTo>
                    <a:pt x="153238" y="1104925"/>
                  </a:lnTo>
                  <a:lnTo>
                    <a:pt x="152167" y="1105501"/>
                  </a:lnTo>
                  <a:lnTo>
                    <a:pt x="151095" y="1106075"/>
                  </a:lnTo>
                  <a:lnTo>
                    <a:pt x="150023" y="1106649"/>
                  </a:lnTo>
                  <a:lnTo>
                    <a:pt x="148952" y="1107221"/>
                  </a:lnTo>
                  <a:lnTo>
                    <a:pt x="147880" y="1107792"/>
                  </a:lnTo>
                  <a:lnTo>
                    <a:pt x="146809" y="1108361"/>
                  </a:lnTo>
                  <a:lnTo>
                    <a:pt x="145737" y="1108930"/>
                  </a:lnTo>
                  <a:lnTo>
                    <a:pt x="144665" y="1109496"/>
                  </a:lnTo>
                  <a:lnTo>
                    <a:pt x="143594" y="1110062"/>
                  </a:lnTo>
                  <a:lnTo>
                    <a:pt x="142522" y="1110626"/>
                  </a:lnTo>
                  <a:lnTo>
                    <a:pt x="141451" y="1111189"/>
                  </a:lnTo>
                  <a:lnTo>
                    <a:pt x="140379" y="1111751"/>
                  </a:lnTo>
                  <a:lnTo>
                    <a:pt x="139307" y="1112311"/>
                  </a:lnTo>
                  <a:lnTo>
                    <a:pt x="138236" y="1112870"/>
                  </a:lnTo>
                  <a:lnTo>
                    <a:pt x="137164" y="1113428"/>
                  </a:lnTo>
                  <a:lnTo>
                    <a:pt x="136093" y="1113985"/>
                  </a:lnTo>
                  <a:lnTo>
                    <a:pt x="135021" y="1114540"/>
                  </a:lnTo>
                  <a:lnTo>
                    <a:pt x="133949" y="1115094"/>
                  </a:lnTo>
                  <a:lnTo>
                    <a:pt x="132878" y="1115646"/>
                  </a:lnTo>
                  <a:lnTo>
                    <a:pt x="131806" y="1116198"/>
                  </a:lnTo>
                  <a:lnTo>
                    <a:pt x="130735" y="1116748"/>
                  </a:lnTo>
                  <a:lnTo>
                    <a:pt x="129663" y="1117296"/>
                  </a:lnTo>
                  <a:lnTo>
                    <a:pt x="128591" y="1117844"/>
                  </a:lnTo>
                  <a:lnTo>
                    <a:pt x="127520" y="1118390"/>
                  </a:lnTo>
                  <a:lnTo>
                    <a:pt x="126448" y="1118935"/>
                  </a:lnTo>
                  <a:lnTo>
                    <a:pt x="125377" y="1119479"/>
                  </a:lnTo>
                  <a:lnTo>
                    <a:pt x="124305" y="1120021"/>
                  </a:lnTo>
                  <a:lnTo>
                    <a:pt x="123233" y="1120562"/>
                  </a:lnTo>
                  <a:lnTo>
                    <a:pt x="122162" y="1121102"/>
                  </a:lnTo>
                  <a:lnTo>
                    <a:pt x="121090" y="1121641"/>
                  </a:lnTo>
                  <a:lnTo>
                    <a:pt x="120019" y="1122178"/>
                  </a:lnTo>
                  <a:lnTo>
                    <a:pt x="118947" y="1122714"/>
                  </a:lnTo>
                  <a:lnTo>
                    <a:pt x="117875" y="1123249"/>
                  </a:lnTo>
                  <a:lnTo>
                    <a:pt x="116804" y="1123783"/>
                  </a:lnTo>
                  <a:lnTo>
                    <a:pt x="115732" y="1124315"/>
                  </a:lnTo>
                  <a:lnTo>
                    <a:pt x="114661" y="1124846"/>
                  </a:lnTo>
                  <a:lnTo>
                    <a:pt x="113589" y="1125376"/>
                  </a:lnTo>
                  <a:lnTo>
                    <a:pt x="112517" y="1125904"/>
                  </a:lnTo>
                  <a:lnTo>
                    <a:pt x="111446" y="1126432"/>
                  </a:lnTo>
                  <a:lnTo>
                    <a:pt x="110374" y="1126958"/>
                  </a:lnTo>
                  <a:lnTo>
                    <a:pt x="109303" y="1127483"/>
                  </a:lnTo>
                  <a:lnTo>
                    <a:pt x="108231" y="1128006"/>
                  </a:lnTo>
                  <a:lnTo>
                    <a:pt x="107159" y="1128529"/>
                  </a:lnTo>
                  <a:lnTo>
                    <a:pt x="106088" y="1129050"/>
                  </a:lnTo>
                  <a:lnTo>
                    <a:pt x="105016" y="1129570"/>
                  </a:lnTo>
                  <a:lnTo>
                    <a:pt x="103945" y="1130088"/>
                  </a:lnTo>
                  <a:lnTo>
                    <a:pt x="102873" y="1130606"/>
                  </a:lnTo>
                  <a:lnTo>
                    <a:pt x="101801" y="1131122"/>
                  </a:lnTo>
                  <a:lnTo>
                    <a:pt x="100730" y="1131637"/>
                  </a:lnTo>
                  <a:lnTo>
                    <a:pt x="99658" y="1132151"/>
                  </a:lnTo>
                  <a:lnTo>
                    <a:pt x="98587" y="1132663"/>
                  </a:lnTo>
                  <a:lnTo>
                    <a:pt x="97515" y="1133175"/>
                  </a:lnTo>
                  <a:lnTo>
                    <a:pt x="96443" y="1133685"/>
                  </a:lnTo>
                  <a:lnTo>
                    <a:pt x="95372" y="1134194"/>
                  </a:lnTo>
                  <a:lnTo>
                    <a:pt x="94300" y="1134702"/>
                  </a:lnTo>
                  <a:lnTo>
                    <a:pt x="93229" y="1135208"/>
                  </a:lnTo>
                  <a:lnTo>
                    <a:pt x="92157" y="1135714"/>
                  </a:lnTo>
                  <a:lnTo>
                    <a:pt x="91085" y="1136218"/>
                  </a:lnTo>
                  <a:lnTo>
                    <a:pt x="90014" y="1136721"/>
                  </a:lnTo>
                  <a:lnTo>
                    <a:pt x="88942" y="1137222"/>
                  </a:lnTo>
                  <a:lnTo>
                    <a:pt x="87871" y="1137723"/>
                  </a:lnTo>
                  <a:lnTo>
                    <a:pt x="86799" y="1138222"/>
                  </a:lnTo>
                  <a:lnTo>
                    <a:pt x="85727" y="1138720"/>
                  </a:lnTo>
                  <a:lnTo>
                    <a:pt x="84656" y="1139217"/>
                  </a:lnTo>
                  <a:lnTo>
                    <a:pt x="83584" y="1139713"/>
                  </a:lnTo>
                  <a:lnTo>
                    <a:pt x="82513" y="1140208"/>
                  </a:lnTo>
                  <a:lnTo>
                    <a:pt x="81441" y="1140701"/>
                  </a:lnTo>
                  <a:lnTo>
                    <a:pt x="80369" y="1141194"/>
                  </a:lnTo>
                  <a:lnTo>
                    <a:pt x="79298" y="1141685"/>
                  </a:lnTo>
                  <a:lnTo>
                    <a:pt x="78226" y="1142175"/>
                  </a:lnTo>
                  <a:lnTo>
                    <a:pt x="77155" y="1142663"/>
                  </a:lnTo>
                  <a:lnTo>
                    <a:pt x="76083" y="1143151"/>
                  </a:lnTo>
                  <a:lnTo>
                    <a:pt x="75011" y="1143637"/>
                  </a:lnTo>
                  <a:lnTo>
                    <a:pt x="73940" y="1144123"/>
                  </a:lnTo>
                  <a:lnTo>
                    <a:pt x="72868" y="1144607"/>
                  </a:lnTo>
                  <a:lnTo>
                    <a:pt x="71797" y="1145090"/>
                  </a:lnTo>
                  <a:lnTo>
                    <a:pt x="70725" y="1145571"/>
                  </a:lnTo>
                  <a:lnTo>
                    <a:pt x="69653" y="1146052"/>
                  </a:lnTo>
                  <a:lnTo>
                    <a:pt x="68582" y="1146531"/>
                  </a:lnTo>
                  <a:lnTo>
                    <a:pt x="67510" y="1147010"/>
                  </a:lnTo>
                  <a:lnTo>
                    <a:pt x="66439" y="1147487"/>
                  </a:lnTo>
                  <a:lnTo>
                    <a:pt x="65367" y="1147963"/>
                  </a:lnTo>
                  <a:lnTo>
                    <a:pt x="64295" y="1148438"/>
                  </a:lnTo>
                  <a:lnTo>
                    <a:pt x="63224" y="1148911"/>
                  </a:lnTo>
                  <a:lnTo>
                    <a:pt x="62152" y="1149384"/>
                  </a:lnTo>
                  <a:lnTo>
                    <a:pt x="61081" y="1149856"/>
                  </a:lnTo>
                  <a:lnTo>
                    <a:pt x="60009" y="1150326"/>
                  </a:lnTo>
                  <a:lnTo>
                    <a:pt x="58937" y="1150795"/>
                  </a:lnTo>
                  <a:lnTo>
                    <a:pt x="57866" y="1151263"/>
                  </a:lnTo>
                  <a:lnTo>
                    <a:pt x="56794" y="1151730"/>
                  </a:lnTo>
                  <a:lnTo>
                    <a:pt x="55723" y="1152196"/>
                  </a:lnTo>
                  <a:lnTo>
                    <a:pt x="54651" y="1152661"/>
                  </a:lnTo>
                  <a:lnTo>
                    <a:pt x="53579" y="1153124"/>
                  </a:lnTo>
                  <a:lnTo>
                    <a:pt x="52508" y="1153587"/>
                  </a:lnTo>
                  <a:lnTo>
                    <a:pt x="51436" y="1154048"/>
                  </a:lnTo>
                  <a:lnTo>
                    <a:pt x="50365" y="1154508"/>
                  </a:lnTo>
                  <a:lnTo>
                    <a:pt x="49293" y="1154967"/>
                  </a:lnTo>
                  <a:lnTo>
                    <a:pt x="48221" y="1155425"/>
                  </a:lnTo>
                  <a:lnTo>
                    <a:pt x="47150" y="1155882"/>
                  </a:lnTo>
                  <a:lnTo>
                    <a:pt x="46078" y="1156338"/>
                  </a:lnTo>
                  <a:lnTo>
                    <a:pt x="45007" y="1156793"/>
                  </a:lnTo>
                  <a:lnTo>
                    <a:pt x="43935" y="1157246"/>
                  </a:lnTo>
                  <a:lnTo>
                    <a:pt x="42863" y="1157699"/>
                  </a:lnTo>
                  <a:lnTo>
                    <a:pt x="41792" y="1158150"/>
                  </a:lnTo>
                  <a:lnTo>
                    <a:pt x="40720" y="1158600"/>
                  </a:lnTo>
                  <a:lnTo>
                    <a:pt x="39649" y="1159049"/>
                  </a:lnTo>
                  <a:lnTo>
                    <a:pt x="38577" y="1159498"/>
                  </a:lnTo>
                  <a:lnTo>
                    <a:pt x="37505" y="1159945"/>
                  </a:lnTo>
                  <a:lnTo>
                    <a:pt x="36434" y="1160391"/>
                  </a:lnTo>
                  <a:lnTo>
                    <a:pt x="35362" y="1160835"/>
                  </a:lnTo>
                  <a:lnTo>
                    <a:pt x="34291" y="1161279"/>
                  </a:lnTo>
                  <a:lnTo>
                    <a:pt x="33219" y="1161722"/>
                  </a:lnTo>
                  <a:lnTo>
                    <a:pt x="32147" y="1162164"/>
                  </a:lnTo>
                  <a:lnTo>
                    <a:pt x="31076" y="1162604"/>
                  </a:lnTo>
                  <a:lnTo>
                    <a:pt x="30004" y="1163044"/>
                  </a:lnTo>
                  <a:lnTo>
                    <a:pt x="28933" y="1163482"/>
                  </a:lnTo>
                  <a:lnTo>
                    <a:pt x="27861" y="1163919"/>
                  </a:lnTo>
                  <a:lnTo>
                    <a:pt x="26789" y="1164356"/>
                  </a:lnTo>
                  <a:lnTo>
                    <a:pt x="25718" y="1164791"/>
                  </a:lnTo>
                  <a:lnTo>
                    <a:pt x="24646" y="1165225"/>
                  </a:lnTo>
                  <a:lnTo>
                    <a:pt x="23575" y="1165658"/>
                  </a:lnTo>
                  <a:lnTo>
                    <a:pt x="22503" y="1166090"/>
                  </a:lnTo>
                  <a:lnTo>
                    <a:pt x="21431" y="1166521"/>
                  </a:lnTo>
                  <a:lnTo>
                    <a:pt x="20360" y="1166951"/>
                  </a:lnTo>
                  <a:lnTo>
                    <a:pt x="19288" y="1167380"/>
                  </a:lnTo>
                  <a:lnTo>
                    <a:pt x="18217" y="1167808"/>
                  </a:lnTo>
                  <a:lnTo>
                    <a:pt x="17145" y="1168235"/>
                  </a:lnTo>
                  <a:lnTo>
                    <a:pt x="16073" y="1168660"/>
                  </a:lnTo>
                  <a:lnTo>
                    <a:pt x="15002" y="1169085"/>
                  </a:lnTo>
                  <a:lnTo>
                    <a:pt x="13930" y="1169509"/>
                  </a:lnTo>
                  <a:lnTo>
                    <a:pt x="12859" y="1169931"/>
                  </a:lnTo>
                  <a:lnTo>
                    <a:pt x="11787" y="1170353"/>
                  </a:lnTo>
                  <a:lnTo>
                    <a:pt x="10715" y="1170774"/>
                  </a:lnTo>
                  <a:lnTo>
                    <a:pt x="9644" y="1171193"/>
                  </a:lnTo>
                  <a:lnTo>
                    <a:pt x="8572" y="1171612"/>
                  </a:lnTo>
                  <a:lnTo>
                    <a:pt x="7501" y="1172029"/>
                  </a:lnTo>
                  <a:lnTo>
                    <a:pt x="6429" y="1172446"/>
                  </a:lnTo>
                  <a:lnTo>
                    <a:pt x="5357" y="1172861"/>
                  </a:lnTo>
                  <a:lnTo>
                    <a:pt x="4286" y="1173276"/>
                  </a:lnTo>
                  <a:lnTo>
                    <a:pt x="3214" y="1173689"/>
                  </a:lnTo>
                  <a:lnTo>
                    <a:pt x="2143" y="1174102"/>
                  </a:lnTo>
                  <a:lnTo>
                    <a:pt x="1071" y="1174513"/>
                  </a:lnTo>
                  <a:lnTo>
                    <a:pt x="0" y="1174923"/>
                  </a:lnTo>
                  <a:lnTo>
                    <a:pt x="0" y="117492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034264" y="4592337"/>
              <a:ext cx="3856684" cy="1324202"/>
            </a:xfrm>
            <a:custGeom>
              <a:avLst/>
              <a:gdLst/>
              <a:ahLst/>
              <a:cxnLst/>
              <a:rect l="0" t="0" r="0" b="0"/>
              <a:pathLst>
                <a:path w="3856684" h="1324202">
                  <a:moveTo>
                    <a:pt x="0" y="1324202"/>
                  </a:moveTo>
                  <a:lnTo>
                    <a:pt x="1071" y="1323725"/>
                  </a:lnTo>
                  <a:lnTo>
                    <a:pt x="2143" y="1323247"/>
                  </a:lnTo>
                  <a:lnTo>
                    <a:pt x="3214" y="1322768"/>
                  </a:lnTo>
                  <a:lnTo>
                    <a:pt x="4286" y="1322288"/>
                  </a:lnTo>
                  <a:lnTo>
                    <a:pt x="5357" y="1321808"/>
                  </a:lnTo>
                  <a:lnTo>
                    <a:pt x="6429" y="1321327"/>
                  </a:lnTo>
                  <a:lnTo>
                    <a:pt x="7501" y="1320845"/>
                  </a:lnTo>
                  <a:lnTo>
                    <a:pt x="8572" y="1320363"/>
                  </a:lnTo>
                  <a:lnTo>
                    <a:pt x="9644" y="1319880"/>
                  </a:lnTo>
                  <a:lnTo>
                    <a:pt x="10715" y="1319396"/>
                  </a:lnTo>
                  <a:lnTo>
                    <a:pt x="11787" y="1318911"/>
                  </a:lnTo>
                  <a:lnTo>
                    <a:pt x="12859" y="1318425"/>
                  </a:lnTo>
                  <a:lnTo>
                    <a:pt x="13930" y="1317939"/>
                  </a:lnTo>
                  <a:lnTo>
                    <a:pt x="15002" y="1317452"/>
                  </a:lnTo>
                  <a:lnTo>
                    <a:pt x="16073" y="1316964"/>
                  </a:lnTo>
                  <a:lnTo>
                    <a:pt x="17145" y="1316476"/>
                  </a:lnTo>
                  <a:lnTo>
                    <a:pt x="18217" y="1315987"/>
                  </a:lnTo>
                  <a:lnTo>
                    <a:pt x="19288" y="1315497"/>
                  </a:lnTo>
                  <a:lnTo>
                    <a:pt x="20360" y="1315006"/>
                  </a:lnTo>
                  <a:lnTo>
                    <a:pt x="21431" y="1314515"/>
                  </a:lnTo>
                  <a:lnTo>
                    <a:pt x="22503" y="1314022"/>
                  </a:lnTo>
                  <a:lnTo>
                    <a:pt x="23575" y="1313529"/>
                  </a:lnTo>
                  <a:lnTo>
                    <a:pt x="24646" y="1313036"/>
                  </a:lnTo>
                  <a:lnTo>
                    <a:pt x="25718" y="1312541"/>
                  </a:lnTo>
                  <a:lnTo>
                    <a:pt x="26789" y="1312046"/>
                  </a:lnTo>
                  <a:lnTo>
                    <a:pt x="27861" y="1311550"/>
                  </a:lnTo>
                  <a:lnTo>
                    <a:pt x="28933" y="1311053"/>
                  </a:lnTo>
                  <a:lnTo>
                    <a:pt x="30004" y="1310555"/>
                  </a:lnTo>
                  <a:lnTo>
                    <a:pt x="31076" y="1310057"/>
                  </a:lnTo>
                  <a:lnTo>
                    <a:pt x="32147" y="1309558"/>
                  </a:lnTo>
                  <a:lnTo>
                    <a:pt x="33219" y="1309058"/>
                  </a:lnTo>
                  <a:lnTo>
                    <a:pt x="34291" y="1308557"/>
                  </a:lnTo>
                  <a:lnTo>
                    <a:pt x="35362" y="1308056"/>
                  </a:lnTo>
                  <a:lnTo>
                    <a:pt x="36434" y="1307554"/>
                  </a:lnTo>
                  <a:lnTo>
                    <a:pt x="37505" y="1307051"/>
                  </a:lnTo>
                  <a:lnTo>
                    <a:pt x="38577" y="1306547"/>
                  </a:lnTo>
                  <a:lnTo>
                    <a:pt x="39649" y="1306043"/>
                  </a:lnTo>
                  <a:lnTo>
                    <a:pt x="40720" y="1305537"/>
                  </a:lnTo>
                  <a:lnTo>
                    <a:pt x="41792" y="1305031"/>
                  </a:lnTo>
                  <a:lnTo>
                    <a:pt x="42863" y="1304524"/>
                  </a:lnTo>
                  <a:lnTo>
                    <a:pt x="43935" y="1304017"/>
                  </a:lnTo>
                  <a:lnTo>
                    <a:pt x="45007" y="1303508"/>
                  </a:lnTo>
                  <a:lnTo>
                    <a:pt x="46078" y="1302999"/>
                  </a:lnTo>
                  <a:lnTo>
                    <a:pt x="47150" y="1302489"/>
                  </a:lnTo>
                  <a:lnTo>
                    <a:pt x="48221" y="1301978"/>
                  </a:lnTo>
                  <a:lnTo>
                    <a:pt x="49293" y="1301467"/>
                  </a:lnTo>
                  <a:lnTo>
                    <a:pt x="50365" y="1300955"/>
                  </a:lnTo>
                  <a:lnTo>
                    <a:pt x="51436" y="1300441"/>
                  </a:lnTo>
                  <a:lnTo>
                    <a:pt x="52508" y="1299928"/>
                  </a:lnTo>
                  <a:lnTo>
                    <a:pt x="53579" y="1299413"/>
                  </a:lnTo>
                  <a:lnTo>
                    <a:pt x="54651" y="1298897"/>
                  </a:lnTo>
                  <a:lnTo>
                    <a:pt x="55723" y="1298381"/>
                  </a:lnTo>
                  <a:lnTo>
                    <a:pt x="56794" y="1297864"/>
                  </a:lnTo>
                  <a:lnTo>
                    <a:pt x="57866" y="1297346"/>
                  </a:lnTo>
                  <a:lnTo>
                    <a:pt x="58937" y="1296828"/>
                  </a:lnTo>
                  <a:lnTo>
                    <a:pt x="60009" y="1296308"/>
                  </a:lnTo>
                  <a:lnTo>
                    <a:pt x="61081" y="1295788"/>
                  </a:lnTo>
                  <a:lnTo>
                    <a:pt x="62152" y="1295267"/>
                  </a:lnTo>
                  <a:lnTo>
                    <a:pt x="63224" y="1294745"/>
                  </a:lnTo>
                  <a:lnTo>
                    <a:pt x="64295" y="1294222"/>
                  </a:lnTo>
                  <a:lnTo>
                    <a:pt x="65367" y="1293699"/>
                  </a:lnTo>
                  <a:lnTo>
                    <a:pt x="66439" y="1293174"/>
                  </a:lnTo>
                  <a:lnTo>
                    <a:pt x="67510" y="1292649"/>
                  </a:lnTo>
                  <a:lnTo>
                    <a:pt x="68582" y="1292123"/>
                  </a:lnTo>
                  <a:lnTo>
                    <a:pt x="69653" y="1291597"/>
                  </a:lnTo>
                  <a:lnTo>
                    <a:pt x="70725" y="1291069"/>
                  </a:lnTo>
                  <a:lnTo>
                    <a:pt x="71797" y="1290541"/>
                  </a:lnTo>
                  <a:lnTo>
                    <a:pt x="72868" y="1290012"/>
                  </a:lnTo>
                  <a:lnTo>
                    <a:pt x="73940" y="1289482"/>
                  </a:lnTo>
                  <a:lnTo>
                    <a:pt x="75011" y="1288951"/>
                  </a:lnTo>
                  <a:lnTo>
                    <a:pt x="76083" y="1288419"/>
                  </a:lnTo>
                  <a:lnTo>
                    <a:pt x="77155" y="1287887"/>
                  </a:lnTo>
                  <a:lnTo>
                    <a:pt x="78226" y="1287354"/>
                  </a:lnTo>
                  <a:lnTo>
                    <a:pt x="79298" y="1286820"/>
                  </a:lnTo>
                  <a:lnTo>
                    <a:pt x="80369" y="1286285"/>
                  </a:lnTo>
                  <a:lnTo>
                    <a:pt x="81441" y="1285749"/>
                  </a:lnTo>
                  <a:lnTo>
                    <a:pt x="82513" y="1285213"/>
                  </a:lnTo>
                  <a:lnTo>
                    <a:pt x="83584" y="1284675"/>
                  </a:lnTo>
                  <a:lnTo>
                    <a:pt x="84656" y="1284137"/>
                  </a:lnTo>
                  <a:lnTo>
                    <a:pt x="85727" y="1283598"/>
                  </a:lnTo>
                  <a:lnTo>
                    <a:pt x="86799" y="1283058"/>
                  </a:lnTo>
                  <a:lnTo>
                    <a:pt x="87871" y="1282518"/>
                  </a:lnTo>
                  <a:lnTo>
                    <a:pt x="88942" y="1281976"/>
                  </a:lnTo>
                  <a:lnTo>
                    <a:pt x="90014" y="1281434"/>
                  </a:lnTo>
                  <a:lnTo>
                    <a:pt x="91085" y="1280891"/>
                  </a:lnTo>
                  <a:lnTo>
                    <a:pt x="92157" y="1280347"/>
                  </a:lnTo>
                  <a:lnTo>
                    <a:pt x="93229" y="1279802"/>
                  </a:lnTo>
                  <a:lnTo>
                    <a:pt x="94300" y="1279256"/>
                  </a:lnTo>
                  <a:lnTo>
                    <a:pt x="95372" y="1278710"/>
                  </a:lnTo>
                  <a:lnTo>
                    <a:pt x="96443" y="1278162"/>
                  </a:lnTo>
                  <a:lnTo>
                    <a:pt x="97515" y="1277614"/>
                  </a:lnTo>
                  <a:lnTo>
                    <a:pt x="98587" y="1277065"/>
                  </a:lnTo>
                  <a:lnTo>
                    <a:pt x="99658" y="1276515"/>
                  </a:lnTo>
                  <a:lnTo>
                    <a:pt x="100730" y="1275965"/>
                  </a:lnTo>
                  <a:lnTo>
                    <a:pt x="101801" y="1275413"/>
                  </a:lnTo>
                  <a:lnTo>
                    <a:pt x="102873" y="1274861"/>
                  </a:lnTo>
                  <a:lnTo>
                    <a:pt x="103945" y="1274307"/>
                  </a:lnTo>
                  <a:lnTo>
                    <a:pt x="105016" y="1273753"/>
                  </a:lnTo>
                  <a:lnTo>
                    <a:pt x="106088" y="1273198"/>
                  </a:lnTo>
                  <a:lnTo>
                    <a:pt x="107159" y="1272642"/>
                  </a:lnTo>
                  <a:lnTo>
                    <a:pt x="108231" y="1272086"/>
                  </a:lnTo>
                  <a:lnTo>
                    <a:pt x="109303" y="1271528"/>
                  </a:lnTo>
                  <a:lnTo>
                    <a:pt x="110374" y="1270970"/>
                  </a:lnTo>
                  <a:lnTo>
                    <a:pt x="111446" y="1270411"/>
                  </a:lnTo>
                  <a:lnTo>
                    <a:pt x="112517" y="1269850"/>
                  </a:lnTo>
                  <a:lnTo>
                    <a:pt x="113589" y="1269289"/>
                  </a:lnTo>
                  <a:lnTo>
                    <a:pt x="114661" y="1268728"/>
                  </a:lnTo>
                  <a:lnTo>
                    <a:pt x="115732" y="1268165"/>
                  </a:lnTo>
                  <a:lnTo>
                    <a:pt x="116804" y="1267601"/>
                  </a:lnTo>
                  <a:lnTo>
                    <a:pt x="117875" y="1267037"/>
                  </a:lnTo>
                  <a:lnTo>
                    <a:pt x="118947" y="1266472"/>
                  </a:lnTo>
                  <a:lnTo>
                    <a:pt x="120019" y="1265905"/>
                  </a:lnTo>
                  <a:lnTo>
                    <a:pt x="121090" y="1265338"/>
                  </a:lnTo>
                  <a:lnTo>
                    <a:pt x="122162" y="1264770"/>
                  </a:lnTo>
                  <a:lnTo>
                    <a:pt x="123233" y="1264202"/>
                  </a:lnTo>
                  <a:lnTo>
                    <a:pt x="124305" y="1263632"/>
                  </a:lnTo>
                  <a:lnTo>
                    <a:pt x="125377" y="1263061"/>
                  </a:lnTo>
                  <a:lnTo>
                    <a:pt x="126448" y="1262490"/>
                  </a:lnTo>
                  <a:lnTo>
                    <a:pt x="127520" y="1261918"/>
                  </a:lnTo>
                  <a:lnTo>
                    <a:pt x="128591" y="1261344"/>
                  </a:lnTo>
                  <a:lnTo>
                    <a:pt x="129663" y="1260770"/>
                  </a:lnTo>
                  <a:lnTo>
                    <a:pt x="130735" y="1260195"/>
                  </a:lnTo>
                  <a:lnTo>
                    <a:pt x="131806" y="1259620"/>
                  </a:lnTo>
                  <a:lnTo>
                    <a:pt x="132878" y="1259043"/>
                  </a:lnTo>
                  <a:lnTo>
                    <a:pt x="133949" y="1258465"/>
                  </a:lnTo>
                  <a:lnTo>
                    <a:pt x="135021" y="1257887"/>
                  </a:lnTo>
                  <a:lnTo>
                    <a:pt x="136093" y="1257307"/>
                  </a:lnTo>
                  <a:lnTo>
                    <a:pt x="137164" y="1256727"/>
                  </a:lnTo>
                  <a:lnTo>
                    <a:pt x="138236" y="1256146"/>
                  </a:lnTo>
                  <a:lnTo>
                    <a:pt x="139307" y="1255564"/>
                  </a:lnTo>
                  <a:lnTo>
                    <a:pt x="140379" y="1254981"/>
                  </a:lnTo>
                  <a:lnTo>
                    <a:pt x="141451" y="1254397"/>
                  </a:lnTo>
                  <a:lnTo>
                    <a:pt x="142522" y="1253812"/>
                  </a:lnTo>
                  <a:lnTo>
                    <a:pt x="143594" y="1253227"/>
                  </a:lnTo>
                  <a:lnTo>
                    <a:pt x="144665" y="1252640"/>
                  </a:lnTo>
                  <a:lnTo>
                    <a:pt x="145737" y="1252053"/>
                  </a:lnTo>
                  <a:lnTo>
                    <a:pt x="146809" y="1251464"/>
                  </a:lnTo>
                  <a:lnTo>
                    <a:pt x="147880" y="1250875"/>
                  </a:lnTo>
                  <a:lnTo>
                    <a:pt x="148952" y="1250285"/>
                  </a:lnTo>
                  <a:lnTo>
                    <a:pt x="150023" y="1249694"/>
                  </a:lnTo>
                  <a:lnTo>
                    <a:pt x="151095" y="1249102"/>
                  </a:lnTo>
                  <a:lnTo>
                    <a:pt x="152167" y="1248509"/>
                  </a:lnTo>
                  <a:lnTo>
                    <a:pt x="153238" y="1247915"/>
                  </a:lnTo>
                  <a:lnTo>
                    <a:pt x="154310" y="1247320"/>
                  </a:lnTo>
                  <a:lnTo>
                    <a:pt x="155381" y="1246724"/>
                  </a:lnTo>
                  <a:lnTo>
                    <a:pt x="156453" y="1246128"/>
                  </a:lnTo>
                  <a:lnTo>
                    <a:pt x="157525" y="1245530"/>
                  </a:lnTo>
                  <a:lnTo>
                    <a:pt x="158596" y="1244932"/>
                  </a:lnTo>
                  <a:lnTo>
                    <a:pt x="159668" y="1244333"/>
                  </a:lnTo>
                  <a:lnTo>
                    <a:pt x="160739" y="1243732"/>
                  </a:lnTo>
                  <a:lnTo>
                    <a:pt x="161811" y="1243131"/>
                  </a:lnTo>
                  <a:lnTo>
                    <a:pt x="162883" y="1242529"/>
                  </a:lnTo>
                  <a:lnTo>
                    <a:pt x="163954" y="1241926"/>
                  </a:lnTo>
                  <a:lnTo>
                    <a:pt x="165026" y="1241322"/>
                  </a:lnTo>
                  <a:lnTo>
                    <a:pt x="166097" y="1240717"/>
                  </a:lnTo>
                  <a:lnTo>
                    <a:pt x="167169" y="1240111"/>
                  </a:lnTo>
                  <a:lnTo>
                    <a:pt x="168241" y="1239505"/>
                  </a:lnTo>
                  <a:lnTo>
                    <a:pt x="169312" y="1238897"/>
                  </a:lnTo>
                  <a:lnTo>
                    <a:pt x="170384" y="1238288"/>
                  </a:lnTo>
                  <a:lnTo>
                    <a:pt x="171455" y="1237679"/>
                  </a:lnTo>
                  <a:lnTo>
                    <a:pt x="172527" y="1237068"/>
                  </a:lnTo>
                  <a:lnTo>
                    <a:pt x="173599" y="1236457"/>
                  </a:lnTo>
                  <a:lnTo>
                    <a:pt x="174670" y="1235845"/>
                  </a:lnTo>
                  <a:lnTo>
                    <a:pt x="175742" y="1235231"/>
                  </a:lnTo>
                  <a:lnTo>
                    <a:pt x="176813" y="1234617"/>
                  </a:lnTo>
                  <a:lnTo>
                    <a:pt x="177885" y="1234002"/>
                  </a:lnTo>
                  <a:lnTo>
                    <a:pt x="178956" y="1233386"/>
                  </a:lnTo>
                  <a:lnTo>
                    <a:pt x="180028" y="1232769"/>
                  </a:lnTo>
                  <a:lnTo>
                    <a:pt x="181100" y="1232151"/>
                  </a:lnTo>
                  <a:lnTo>
                    <a:pt x="182171" y="1231532"/>
                  </a:lnTo>
                  <a:lnTo>
                    <a:pt x="183243" y="1230912"/>
                  </a:lnTo>
                  <a:lnTo>
                    <a:pt x="184314" y="1230291"/>
                  </a:lnTo>
                  <a:lnTo>
                    <a:pt x="185386" y="1229669"/>
                  </a:lnTo>
                  <a:lnTo>
                    <a:pt x="186458" y="1229046"/>
                  </a:lnTo>
                  <a:lnTo>
                    <a:pt x="187529" y="1228422"/>
                  </a:lnTo>
                  <a:lnTo>
                    <a:pt x="188601" y="1227797"/>
                  </a:lnTo>
                  <a:lnTo>
                    <a:pt x="189672" y="1227172"/>
                  </a:lnTo>
                  <a:lnTo>
                    <a:pt x="190744" y="1226545"/>
                  </a:lnTo>
                  <a:lnTo>
                    <a:pt x="191816" y="1225917"/>
                  </a:lnTo>
                  <a:lnTo>
                    <a:pt x="192887" y="1225289"/>
                  </a:lnTo>
                  <a:lnTo>
                    <a:pt x="193959" y="1224659"/>
                  </a:lnTo>
                  <a:lnTo>
                    <a:pt x="195030" y="1224029"/>
                  </a:lnTo>
                  <a:lnTo>
                    <a:pt x="196102" y="1223397"/>
                  </a:lnTo>
                  <a:lnTo>
                    <a:pt x="197174" y="1222765"/>
                  </a:lnTo>
                  <a:lnTo>
                    <a:pt x="198245" y="1222131"/>
                  </a:lnTo>
                  <a:lnTo>
                    <a:pt x="199317" y="1221497"/>
                  </a:lnTo>
                  <a:lnTo>
                    <a:pt x="200388" y="1220862"/>
                  </a:lnTo>
                  <a:lnTo>
                    <a:pt x="201460" y="1220225"/>
                  </a:lnTo>
                  <a:lnTo>
                    <a:pt x="202532" y="1219588"/>
                  </a:lnTo>
                  <a:lnTo>
                    <a:pt x="203603" y="1218950"/>
                  </a:lnTo>
                  <a:lnTo>
                    <a:pt x="204675" y="1218310"/>
                  </a:lnTo>
                  <a:lnTo>
                    <a:pt x="205746" y="1217670"/>
                  </a:lnTo>
                  <a:lnTo>
                    <a:pt x="206818" y="1217029"/>
                  </a:lnTo>
                  <a:lnTo>
                    <a:pt x="207890" y="1216386"/>
                  </a:lnTo>
                  <a:lnTo>
                    <a:pt x="208961" y="1215743"/>
                  </a:lnTo>
                  <a:lnTo>
                    <a:pt x="210033" y="1215099"/>
                  </a:lnTo>
                  <a:lnTo>
                    <a:pt x="211104" y="1214454"/>
                  </a:lnTo>
                  <a:lnTo>
                    <a:pt x="212176" y="1213807"/>
                  </a:lnTo>
                  <a:lnTo>
                    <a:pt x="213248" y="1213160"/>
                  </a:lnTo>
                  <a:lnTo>
                    <a:pt x="214319" y="1212512"/>
                  </a:lnTo>
                  <a:lnTo>
                    <a:pt x="215391" y="1211863"/>
                  </a:lnTo>
                  <a:lnTo>
                    <a:pt x="216462" y="1211213"/>
                  </a:lnTo>
                  <a:lnTo>
                    <a:pt x="217534" y="1210561"/>
                  </a:lnTo>
                  <a:lnTo>
                    <a:pt x="218606" y="1209909"/>
                  </a:lnTo>
                  <a:lnTo>
                    <a:pt x="219677" y="1209256"/>
                  </a:lnTo>
                  <a:lnTo>
                    <a:pt x="220749" y="1208602"/>
                  </a:lnTo>
                  <a:lnTo>
                    <a:pt x="221820" y="1207946"/>
                  </a:lnTo>
                  <a:lnTo>
                    <a:pt x="222892" y="1207290"/>
                  </a:lnTo>
                  <a:lnTo>
                    <a:pt x="223964" y="1206633"/>
                  </a:lnTo>
                  <a:lnTo>
                    <a:pt x="225035" y="1205975"/>
                  </a:lnTo>
                  <a:lnTo>
                    <a:pt x="226107" y="1205315"/>
                  </a:lnTo>
                  <a:lnTo>
                    <a:pt x="227178" y="1204655"/>
                  </a:lnTo>
                  <a:lnTo>
                    <a:pt x="228250" y="1203994"/>
                  </a:lnTo>
                  <a:lnTo>
                    <a:pt x="229322" y="1203331"/>
                  </a:lnTo>
                  <a:lnTo>
                    <a:pt x="230393" y="1202668"/>
                  </a:lnTo>
                  <a:lnTo>
                    <a:pt x="231465" y="1202004"/>
                  </a:lnTo>
                  <a:lnTo>
                    <a:pt x="232536" y="1201338"/>
                  </a:lnTo>
                  <a:lnTo>
                    <a:pt x="233608" y="1200672"/>
                  </a:lnTo>
                  <a:lnTo>
                    <a:pt x="234680" y="1200004"/>
                  </a:lnTo>
                  <a:lnTo>
                    <a:pt x="235751" y="1199336"/>
                  </a:lnTo>
                  <a:lnTo>
                    <a:pt x="236823" y="1198666"/>
                  </a:lnTo>
                  <a:lnTo>
                    <a:pt x="237894" y="1197996"/>
                  </a:lnTo>
                  <a:lnTo>
                    <a:pt x="238966" y="1197324"/>
                  </a:lnTo>
                  <a:lnTo>
                    <a:pt x="240038" y="1196652"/>
                  </a:lnTo>
                  <a:lnTo>
                    <a:pt x="241109" y="1195978"/>
                  </a:lnTo>
                  <a:lnTo>
                    <a:pt x="242181" y="1195303"/>
                  </a:lnTo>
                  <a:lnTo>
                    <a:pt x="243252" y="1194628"/>
                  </a:lnTo>
                  <a:lnTo>
                    <a:pt x="244324" y="1193951"/>
                  </a:lnTo>
                  <a:lnTo>
                    <a:pt x="245396" y="1193273"/>
                  </a:lnTo>
                  <a:lnTo>
                    <a:pt x="246467" y="1192594"/>
                  </a:lnTo>
                  <a:lnTo>
                    <a:pt x="247539" y="1191915"/>
                  </a:lnTo>
                  <a:lnTo>
                    <a:pt x="248610" y="1191234"/>
                  </a:lnTo>
                  <a:lnTo>
                    <a:pt x="249682" y="1190552"/>
                  </a:lnTo>
                  <a:lnTo>
                    <a:pt x="250754" y="1189869"/>
                  </a:lnTo>
                  <a:lnTo>
                    <a:pt x="251825" y="1189185"/>
                  </a:lnTo>
                  <a:lnTo>
                    <a:pt x="252897" y="1188499"/>
                  </a:lnTo>
                  <a:lnTo>
                    <a:pt x="253968" y="1187813"/>
                  </a:lnTo>
                  <a:lnTo>
                    <a:pt x="255040" y="1187126"/>
                  </a:lnTo>
                  <a:lnTo>
                    <a:pt x="256112" y="1186438"/>
                  </a:lnTo>
                  <a:lnTo>
                    <a:pt x="257183" y="1185748"/>
                  </a:lnTo>
                  <a:lnTo>
                    <a:pt x="258255" y="1185058"/>
                  </a:lnTo>
                  <a:lnTo>
                    <a:pt x="259326" y="1184366"/>
                  </a:lnTo>
                  <a:lnTo>
                    <a:pt x="260398" y="1183674"/>
                  </a:lnTo>
                  <a:lnTo>
                    <a:pt x="261470" y="1182980"/>
                  </a:lnTo>
                  <a:lnTo>
                    <a:pt x="262541" y="1182286"/>
                  </a:lnTo>
                  <a:lnTo>
                    <a:pt x="263613" y="1181590"/>
                  </a:lnTo>
                  <a:lnTo>
                    <a:pt x="264684" y="1180893"/>
                  </a:lnTo>
                  <a:lnTo>
                    <a:pt x="265756" y="1180195"/>
                  </a:lnTo>
                  <a:lnTo>
                    <a:pt x="266828" y="1179496"/>
                  </a:lnTo>
                  <a:lnTo>
                    <a:pt x="267899" y="1178796"/>
                  </a:lnTo>
                  <a:lnTo>
                    <a:pt x="268971" y="1178095"/>
                  </a:lnTo>
                  <a:lnTo>
                    <a:pt x="270042" y="1177393"/>
                  </a:lnTo>
                  <a:lnTo>
                    <a:pt x="271114" y="1176690"/>
                  </a:lnTo>
                  <a:lnTo>
                    <a:pt x="272186" y="1175985"/>
                  </a:lnTo>
                  <a:lnTo>
                    <a:pt x="273257" y="1175280"/>
                  </a:lnTo>
                  <a:lnTo>
                    <a:pt x="274329" y="1174573"/>
                  </a:lnTo>
                  <a:lnTo>
                    <a:pt x="275400" y="1173866"/>
                  </a:lnTo>
                  <a:lnTo>
                    <a:pt x="276472" y="1173157"/>
                  </a:lnTo>
                  <a:lnTo>
                    <a:pt x="277544" y="1172447"/>
                  </a:lnTo>
                  <a:lnTo>
                    <a:pt x="278615" y="1171736"/>
                  </a:lnTo>
                  <a:lnTo>
                    <a:pt x="279687" y="1171024"/>
                  </a:lnTo>
                  <a:lnTo>
                    <a:pt x="280758" y="1170311"/>
                  </a:lnTo>
                  <a:lnTo>
                    <a:pt x="281830" y="1169597"/>
                  </a:lnTo>
                  <a:lnTo>
                    <a:pt x="282902" y="1168882"/>
                  </a:lnTo>
                  <a:lnTo>
                    <a:pt x="283973" y="1168166"/>
                  </a:lnTo>
                  <a:lnTo>
                    <a:pt x="285045" y="1167448"/>
                  </a:lnTo>
                  <a:lnTo>
                    <a:pt x="286116" y="1166730"/>
                  </a:lnTo>
                  <a:lnTo>
                    <a:pt x="287188" y="1166010"/>
                  </a:lnTo>
                  <a:lnTo>
                    <a:pt x="288260" y="1165289"/>
                  </a:lnTo>
                  <a:lnTo>
                    <a:pt x="289331" y="1164567"/>
                  </a:lnTo>
                  <a:lnTo>
                    <a:pt x="290403" y="1163844"/>
                  </a:lnTo>
                  <a:lnTo>
                    <a:pt x="291474" y="1163120"/>
                  </a:lnTo>
                  <a:lnTo>
                    <a:pt x="292546" y="1162395"/>
                  </a:lnTo>
                  <a:lnTo>
                    <a:pt x="293618" y="1161669"/>
                  </a:lnTo>
                  <a:lnTo>
                    <a:pt x="294689" y="1160941"/>
                  </a:lnTo>
                  <a:lnTo>
                    <a:pt x="295761" y="1160213"/>
                  </a:lnTo>
                  <a:lnTo>
                    <a:pt x="296832" y="1159483"/>
                  </a:lnTo>
                  <a:lnTo>
                    <a:pt x="297904" y="1158753"/>
                  </a:lnTo>
                  <a:lnTo>
                    <a:pt x="298976" y="1158021"/>
                  </a:lnTo>
                  <a:lnTo>
                    <a:pt x="300047" y="1157288"/>
                  </a:lnTo>
                  <a:lnTo>
                    <a:pt x="301119" y="1156554"/>
                  </a:lnTo>
                  <a:lnTo>
                    <a:pt x="302190" y="1155819"/>
                  </a:lnTo>
                  <a:lnTo>
                    <a:pt x="303262" y="1155083"/>
                  </a:lnTo>
                  <a:lnTo>
                    <a:pt x="304334" y="1154346"/>
                  </a:lnTo>
                  <a:lnTo>
                    <a:pt x="305405" y="1153607"/>
                  </a:lnTo>
                  <a:lnTo>
                    <a:pt x="306477" y="1152868"/>
                  </a:lnTo>
                  <a:lnTo>
                    <a:pt x="307548" y="1152127"/>
                  </a:lnTo>
                  <a:lnTo>
                    <a:pt x="308620" y="1151385"/>
                  </a:lnTo>
                  <a:lnTo>
                    <a:pt x="309692" y="1150643"/>
                  </a:lnTo>
                  <a:lnTo>
                    <a:pt x="310763" y="1149899"/>
                  </a:lnTo>
                  <a:lnTo>
                    <a:pt x="311835" y="1149154"/>
                  </a:lnTo>
                  <a:lnTo>
                    <a:pt x="312906" y="1148408"/>
                  </a:lnTo>
                  <a:lnTo>
                    <a:pt x="313978" y="1147660"/>
                  </a:lnTo>
                  <a:lnTo>
                    <a:pt x="315050" y="1146912"/>
                  </a:lnTo>
                  <a:lnTo>
                    <a:pt x="316121" y="1146163"/>
                  </a:lnTo>
                  <a:lnTo>
                    <a:pt x="317193" y="1145412"/>
                  </a:lnTo>
                  <a:lnTo>
                    <a:pt x="318264" y="1144661"/>
                  </a:lnTo>
                  <a:lnTo>
                    <a:pt x="319336" y="1143908"/>
                  </a:lnTo>
                  <a:lnTo>
                    <a:pt x="320408" y="1143154"/>
                  </a:lnTo>
                  <a:lnTo>
                    <a:pt x="321479" y="1142399"/>
                  </a:lnTo>
                  <a:lnTo>
                    <a:pt x="322551" y="1141643"/>
                  </a:lnTo>
                  <a:lnTo>
                    <a:pt x="323622" y="1140886"/>
                  </a:lnTo>
                  <a:lnTo>
                    <a:pt x="324694" y="1140128"/>
                  </a:lnTo>
                  <a:lnTo>
                    <a:pt x="325766" y="1139369"/>
                  </a:lnTo>
                  <a:lnTo>
                    <a:pt x="326837" y="1138608"/>
                  </a:lnTo>
                  <a:lnTo>
                    <a:pt x="327909" y="1137847"/>
                  </a:lnTo>
                  <a:lnTo>
                    <a:pt x="328980" y="1137084"/>
                  </a:lnTo>
                  <a:lnTo>
                    <a:pt x="330052" y="1136320"/>
                  </a:lnTo>
                  <a:lnTo>
                    <a:pt x="331124" y="1135555"/>
                  </a:lnTo>
                  <a:lnTo>
                    <a:pt x="332195" y="1134790"/>
                  </a:lnTo>
                  <a:lnTo>
                    <a:pt x="333267" y="1134023"/>
                  </a:lnTo>
                  <a:lnTo>
                    <a:pt x="334338" y="1133254"/>
                  </a:lnTo>
                  <a:lnTo>
                    <a:pt x="335410" y="1132485"/>
                  </a:lnTo>
                  <a:lnTo>
                    <a:pt x="336482" y="1131715"/>
                  </a:lnTo>
                  <a:lnTo>
                    <a:pt x="337553" y="1130943"/>
                  </a:lnTo>
                  <a:lnTo>
                    <a:pt x="338625" y="1130171"/>
                  </a:lnTo>
                  <a:lnTo>
                    <a:pt x="339696" y="1129397"/>
                  </a:lnTo>
                  <a:lnTo>
                    <a:pt x="340768" y="1128623"/>
                  </a:lnTo>
                  <a:lnTo>
                    <a:pt x="341840" y="1127847"/>
                  </a:lnTo>
                  <a:lnTo>
                    <a:pt x="342911" y="1127070"/>
                  </a:lnTo>
                  <a:lnTo>
                    <a:pt x="343983" y="1126292"/>
                  </a:lnTo>
                  <a:lnTo>
                    <a:pt x="345054" y="1125513"/>
                  </a:lnTo>
                  <a:lnTo>
                    <a:pt x="346126" y="1124732"/>
                  </a:lnTo>
                  <a:lnTo>
                    <a:pt x="347198" y="1123951"/>
                  </a:lnTo>
                  <a:lnTo>
                    <a:pt x="348269" y="1123169"/>
                  </a:lnTo>
                  <a:lnTo>
                    <a:pt x="349341" y="1122385"/>
                  </a:lnTo>
                  <a:lnTo>
                    <a:pt x="350412" y="1121601"/>
                  </a:lnTo>
                  <a:lnTo>
                    <a:pt x="351484" y="1120815"/>
                  </a:lnTo>
                  <a:lnTo>
                    <a:pt x="352556" y="1120028"/>
                  </a:lnTo>
                  <a:lnTo>
                    <a:pt x="353627" y="1119240"/>
                  </a:lnTo>
                  <a:lnTo>
                    <a:pt x="354699" y="1118451"/>
                  </a:lnTo>
                  <a:lnTo>
                    <a:pt x="355770" y="1117661"/>
                  </a:lnTo>
                  <a:lnTo>
                    <a:pt x="356842" y="1116870"/>
                  </a:lnTo>
                  <a:lnTo>
                    <a:pt x="357913" y="1116078"/>
                  </a:lnTo>
                  <a:lnTo>
                    <a:pt x="358985" y="1115284"/>
                  </a:lnTo>
                  <a:lnTo>
                    <a:pt x="360057" y="1114490"/>
                  </a:lnTo>
                  <a:lnTo>
                    <a:pt x="361128" y="1113694"/>
                  </a:lnTo>
                  <a:lnTo>
                    <a:pt x="362200" y="1112898"/>
                  </a:lnTo>
                  <a:lnTo>
                    <a:pt x="363271" y="1112100"/>
                  </a:lnTo>
                  <a:lnTo>
                    <a:pt x="364343" y="1111301"/>
                  </a:lnTo>
                  <a:lnTo>
                    <a:pt x="365415" y="1110501"/>
                  </a:lnTo>
                  <a:lnTo>
                    <a:pt x="366486" y="1109700"/>
                  </a:lnTo>
                  <a:lnTo>
                    <a:pt x="367558" y="1108898"/>
                  </a:lnTo>
                  <a:lnTo>
                    <a:pt x="368629" y="1108095"/>
                  </a:lnTo>
                  <a:lnTo>
                    <a:pt x="369701" y="1107290"/>
                  </a:lnTo>
                  <a:lnTo>
                    <a:pt x="370773" y="1106485"/>
                  </a:lnTo>
                  <a:lnTo>
                    <a:pt x="371844" y="1105679"/>
                  </a:lnTo>
                  <a:lnTo>
                    <a:pt x="372916" y="1104871"/>
                  </a:lnTo>
                  <a:lnTo>
                    <a:pt x="373987" y="1104062"/>
                  </a:lnTo>
                  <a:lnTo>
                    <a:pt x="375059" y="1103253"/>
                  </a:lnTo>
                  <a:lnTo>
                    <a:pt x="376131" y="1102442"/>
                  </a:lnTo>
                  <a:lnTo>
                    <a:pt x="377202" y="1101630"/>
                  </a:lnTo>
                  <a:lnTo>
                    <a:pt x="378274" y="1100817"/>
                  </a:lnTo>
                  <a:lnTo>
                    <a:pt x="379345" y="1100003"/>
                  </a:lnTo>
                  <a:lnTo>
                    <a:pt x="380417" y="1099187"/>
                  </a:lnTo>
                  <a:lnTo>
                    <a:pt x="381489" y="1098371"/>
                  </a:lnTo>
                  <a:lnTo>
                    <a:pt x="382560" y="1097554"/>
                  </a:lnTo>
                  <a:lnTo>
                    <a:pt x="383632" y="1096735"/>
                  </a:lnTo>
                  <a:lnTo>
                    <a:pt x="384703" y="1095916"/>
                  </a:lnTo>
                  <a:lnTo>
                    <a:pt x="385775" y="1095095"/>
                  </a:lnTo>
                  <a:lnTo>
                    <a:pt x="386847" y="1094274"/>
                  </a:lnTo>
                  <a:lnTo>
                    <a:pt x="387918" y="1093451"/>
                  </a:lnTo>
                  <a:lnTo>
                    <a:pt x="388990" y="1092627"/>
                  </a:lnTo>
                  <a:lnTo>
                    <a:pt x="390061" y="1091802"/>
                  </a:lnTo>
                  <a:lnTo>
                    <a:pt x="391133" y="1090976"/>
                  </a:lnTo>
                  <a:lnTo>
                    <a:pt x="392205" y="1090149"/>
                  </a:lnTo>
                  <a:lnTo>
                    <a:pt x="393276" y="1089321"/>
                  </a:lnTo>
                  <a:lnTo>
                    <a:pt x="394348" y="1088492"/>
                  </a:lnTo>
                  <a:lnTo>
                    <a:pt x="395419" y="1087661"/>
                  </a:lnTo>
                  <a:lnTo>
                    <a:pt x="396491" y="1086830"/>
                  </a:lnTo>
                  <a:lnTo>
                    <a:pt x="397563" y="1085997"/>
                  </a:lnTo>
                  <a:lnTo>
                    <a:pt x="398634" y="1085164"/>
                  </a:lnTo>
                  <a:lnTo>
                    <a:pt x="399706" y="1084329"/>
                  </a:lnTo>
                  <a:lnTo>
                    <a:pt x="400777" y="1083493"/>
                  </a:lnTo>
                  <a:lnTo>
                    <a:pt x="401849" y="1082657"/>
                  </a:lnTo>
                  <a:lnTo>
                    <a:pt x="402921" y="1081819"/>
                  </a:lnTo>
                  <a:lnTo>
                    <a:pt x="403992" y="1080980"/>
                  </a:lnTo>
                  <a:lnTo>
                    <a:pt x="405064" y="1080140"/>
                  </a:lnTo>
                  <a:lnTo>
                    <a:pt x="406135" y="1079299"/>
                  </a:lnTo>
                  <a:lnTo>
                    <a:pt x="407207" y="1078457"/>
                  </a:lnTo>
                  <a:lnTo>
                    <a:pt x="408279" y="1077614"/>
                  </a:lnTo>
                  <a:lnTo>
                    <a:pt x="409350" y="1076769"/>
                  </a:lnTo>
                  <a:lnTo>
                    <a:pt x="410422" y="1075924"/>
                  </a:lnTo>
                  <a:lnTo>
                    <a:pt x="411493" y="1075078"/>
                  </a:lnTo>
                  <a:lnTo>
                    <a:pt x="412565" y="1074230"/>
                  </a:lnTo>
                  <a:lnTo>
                    <a:pt x="413637" y="1073382"/>
                  </a:lnTo>
                  <a:lnTo>
                    <a:pt x="414708" y="1072532"/>
                  </a:lnTo>
                  <a:lnTo>
                    <a:pt x="415780" y="1071681"/>
                  </a:lnTo>
                  <a:lnTo>
                    <a:pt x="416851" y="1070830"/>
                  </a:lnTo>
                  <a:lnTo>
                    <a:pt x="417923" y="1069977"/>
                  </a:lnTo>
                  <a:lnTo>
                    <a:pt x="418995" y="1069123"/>
                  </a:lnTo>
                  <a:lnTo>
                    <a:pt x="420066" y="1068268"/>
                  </a:lnTo>
                  <a:lnTo>
                    <a:pt x="421138" y="1067412"/>
                  </a:lnTo>
                  <a:lnTo>
                    <a:pt x="422209" y="1066555"/>
                  </a:lnTo>
                  <a:lnTo>
                    <a:pt x="423281" y="1065697"/>
                  </a:lnTo>
                  <a:lnTo>
                    <a:pt x="424353" y="1064838"/>
                  </a:lnTo>
                  <a:lnTo>
                    <a:pt x="425424" y="1063978"/>
                  </a:lnTo>
                  <a:lnTo>
                    <a:pt x="426496" y="1063117"/>
                  </a:lnTo>
                  <a:lnTo>
                    <a:pt x="427567" y="1062254"/>
                  </a:lnTo>
                  <a:lnTo>
                    <a:pt x="428639" y="1061391"/>
                  </a:lnTo>
                  <a:lnTo>
                    <a:pt x="429711" y="1060527"/>
                  </a:lnTo>
                  <a:lnTo>
                    <a:pt x="430782" y="1059661"/>
                  </a:lnTo>
                  <a:lnTo>
                    <a:pt x="431854" y="1058795"/>
                  </a:lnTo>
                  <a:lnTo>
                    <a:pt x="432925" y="1057927"/>
                  </a:lnTo>
                  <a:lnTo>
                    <a:pt x="433997" y="1057059"/>
                  </a:lnTo>
                  <a:lnTo>
                    <a:pt x="435069" y="1056189"/>
                  </a:lnTo>
                  <a:lnTo>
                    <a:pt x="436140" y="1055318"/>
                  </a:lnTo>
                  <a:lnTo>
                    <a:pt x="437212" y="1054447"/>
                  </a:lnTo>
                  <a:lnTo>
                    <a:pt x="438283" y="1053574"/>
                  </a:lnTo>
                  <a:lnTo>
                    <a:pt x="439355" y="1052700"/>
                  </a:lnTo>
                  <a:lnTo>
                    <a:pt x="440427" y="1051825"/>
                  </a:lnTo>
                  <a:lnTo>
                    <a:pt x="441498" y="1050949"/>
                  </a:lnTo>
                  <a:lnTo>
                    <a:pt x="442570" y="1050072"/>
                  </a:lnTo>
                  <a:lnTo>
                    <a:pt x="443641" y="1049195"/>
                  </a:lnTo>
                  <a:lnTo>
                    <a:pt x="444713" y="1048316"/>
                  </a:lnTo>
                  <a:lnTo>
                    <a:pt x="445785" y="1047436"/>
                  </a:lnTo>
                  <a:lnTo>
                    <a:pt x="446856" y="1046555"/>
                  </a:lnTo>
                  <a:lnTo>
                    <a:pt x="447928" y="1045672"/>
                  </a:lnTo>
                  <a:lnTo>
                    <a:pt x="448999" y="1044789"/>
                  </a:lnTo>
                  <a:lnTo>
                    <a:pt x="450071" y="1043905"/>
                  </a:lnTo>
                  <a:lnTo>
                    <a:pt x="451143" y="1043020"/>
                  </a:lnTo>
                  <a:lnTo>
                    <a:pt x="452214" y="1042134"/>
                  </a:lnTo>
                  <a:lnTo>
                    <a:pt x="453286" y="1041247"/>
                  </a:lnTo>
                  <a:lnTo>
                    <a:pt x="454357" y="1040358"/>
                  </a:lnTo>
                  <a:lnTo>
                    <a:pt x="455429" y="1039469"/>
                  </a:lnTo>
                  <a:lnTo>
                    <a:pt x="456501" y="1038579"/>
                  </a:lnTo>
                  <a:lnTo>
                    <a:pt x="457572" y="1037688"/>
                  </a:lnTo>
                  <a:lnTo>
                    <a:pt x="458644" y="1036795"/>
                  </a:lnTo>
                  <a:lnTo>
                    <a:pt x="459715" y="1035902"/>
                  </a:lnTo>
                  <a:lnTo>
                    <a:pt x="460787" y="1035008"/>
                  </a:lnTo>
                  <a:lnTo>
                    <a:pt x="461859" y="1034112"/>
                  </a:lnTo>
                  <a:lnTo>
                    <a:pt x="462930" y="1033216"/>
                  </a:lnTo>
                  <a:lnTo>
                    <a:pt x="464002" y="1032318"/>
                  </a:lnTo>
                  <a:lnTo>
                    <a:pt x="465073" y="1031420"/>
                  </a:lnTo>
                  <a:lnTo>
                    <a:pt x="466145" y="1030521"/>
                  </a:lnTo>
                  <a:lnTo>
                    <a:pt x="467217" y="1029620"/>
                  </a:lnTo>
                  <a:lnTo>
                    <a:pt x="468288" y="1028719"/>
                  </a:lnTo>
                  <a:lnTo>
                    <a:pt x="469360" y="1027816"/>
                  </a:lnTo>
                  <a:lnTo>
                    <a:pt x="470431" y="1026913"/>
                  </a:lnTo>
                  <a:lnTo>
                    <a:pt x="471503" y="1026009"/>
                  </a:lnTo>
                  <a:lnTo>
                    <a:pt x="472575" y="1025103"/>
                  </a:lnTo>
                  <a:lnTo>
                    <a:pt x="473646" y="1024197"/>
                  </a:lnTo>
                  <a:lnTo>
                    <a:pt x="474718" y="1023289"/>
                  </a:lnTo>
                  <a:lnTo>
                    <a:pt x="475789" y="1022381"/>
                  </a:lnTo>
                  <a:lnTo>
                    <a:pt x="476861" y="1021471"/>
                  </a:lnTo>
                  <a:lnTo>
                    <a:pt x="477933" y="1020561"/>
                  </a:lnTo>
                  <a:lnTo>
                    <a:pt x="479004" y="1019650"/>
                  </a:lnTo>
                  <a:lnTo>
                    <a:pt x="480076" y="1018737"/>
                  </a:lnTo>
                  <a:lnTo>
                    <a:pt x="481147" y="1017824"/>
                  </a:lnTo>
                  <a:lnTo>
                    <a:pt x="482219" y="1016909"/>
                  </a:lnTo>
                  <a:lnTo>
                    <a:pt x="483291" y="1015994"/>
                  </a:lnTo>
                  <a:lnTo>
                    <a:pt x="484362" y="1015078"/>
                  </a:lnTo>
                  <a:lnTo>
                    <a:pt x="485434" y="1014160"/>
                  </a:lnTo>
                  <a:lnTo>
                    <a:pt x="486505" y="1013242"/>
                  </a:lnTo>
                  <a:lnTo>
                    <a:pt x="487577" y="1012323"/>
                  </a:lnTo>
                  <a:lnTo>
                    <a:pt x="488649" y="1011403"/>
                  </a:lnTo>
                  <a:lnTo>
                    <a:pt x="489720" y="1010481"/>
                  </a:lnTo>
                  <a:lnTo>
                    <a:pt x="490792" y="1009559"/>
                  </a:lnTo>
                  <a:lnTo>
                    <a:pt x="491863" y="1008636"/>
                  </a:lnTo>
                  <a:lnTo>
                    <a:pt x="492935" y="1007712"/>
                  </a:lnTo>
                  <a:lnTo>
                    <a:pt x="494007" y="1006787"/>
                  </a:lnTo>
                  <a:lnTo>
                    <a:pt x="495078" y="1005861"/>
                  </a:lnTo>
                  <a:lnTo>
                    <a:pt x="496150" y="1004934"/>
                  </a:lnTo>
                  <a:lnTo>
                    <a:pt x="497221" y="1004006"/>
                  </a:lnTo>
                  <a:lnTo>
                    <a:pt x="498293" y="1003077"/>
                  </a:lnTo>
                  <a:lnTo>
                    <a:pt x="499365" y="1002147"/>
                  </a:lnTo>
                  <a:lnTo>
                    <a:pt x="500436" y="1001216"/>
                  </a:lnTo>
                  <a:lnTo>
                    <a:pt x="501508" y="1000284"/>
                  </a:lnTo>
                  <a:lnTo>
                    <a:pt x="502579" y="999351"/>
                  </a:lnTo>
                  <a:lnTo>
                    <a:pt x="503651" y="998418"/>
                  </a:lnTo>
                  <a:lnTo>
                    <a:pt x="504723" y="997483"/>
                  </a:lnTo>
                  <a:lnTo>
                    <a:pt x="505794" y="996547"/>
                  </a:lnTo>
                  <a:lnTo>
                    <a:pt x="506866" y="995611"/>
                  </a:lnTo>
                  <a:lnTo>
                    <a:pt x="507937" y="994673"/>
                  </a:lnTo>
                  <a:lnTo>
                    <a:pt x="509009" y="993735"/>
                  </a:lnTo>
                  <a:lnTo>
                    <a:pt x="510081" y="992795"/>
                  </a:lnTo>
                  <a:lnTo>
                    <a:pt x="511152" y="991855"/>
                  </a:lnTo>
                  <a:lnTo>
                    <a:pt x="512224" y="990914"/>
                  </a:lnTo>
                  <a:lnTo>
                    <a:pt x="513295" y="989971"/>
                  </a:lnTo>
                  <a:lnTo>
                    <a:pt x="514367" y="989028"/>
                  </a:lnTo>
                  <a:lnTo>
                    <a:pt x="515439" y="988084"/>
                  </a:lnTo>
                  <a:lnTo>
                    <a:pt x="516510" y="987139"/>
                  </a:lnTo>
                  <a:lnTo>
                    <a:pt x="517582" y="986193"/>
                  </a:lnTo>
                  <a:lnTo>
                    <a:pt x="518653" y="985246"/>
                  </a:lnTo>
                  <a:lnTo>
                    <a:pt x="519725" y="984299"/>
                  </a:lnTo>
                  <a:lnTo>
                    <a:pt x="520797" y="983350"/>
                  </a:lnTo>
                  <a:lnTo>
                    <a:pt x="521868" y="982400"/>
                  </a:lnTo>
                  <a:lnTo>
                    <a:pt x="522940" y="981450"/>
                  </a:lnTo>
                  <a:lnTo>
                    <a:pt x="524011" y="980498"/>
                  </a:lnTo>
                  <a:lnTo>
                    <a:pt x="525083" y="979546"/>
                  </a:lnTo>
                  <a:lnTo>
                    <a:pt x="526155" y="978593"/>
                  </a:lnTo>
                  <a:lnTo>
                    <a:pt x="527226" y="977639"/>
                  </a:lnTo>
                  <a:lnTo>
                    <a:pt x="528298" y="976683"/>
                  </a:lnTo>
                  <a:lnTo>
                    <a:pt x="529369" y="975727"/>
                  </a:lnTo>
                  <a:lnTo>
                    <a:pt x="530441" y="974771"/>
                  </a:lnTo>
                  <a:lnTo>
                    <a:pt x="531513" y="973813"/>
                  </a:lnTo>
                  <a:lnTo>
                    <a:pt x="532584" y="972854"/>
                  </a:lnTo>
                  <a:lnTo>
                    <a:pt x="533656" y="971895"/>
                  </a:lnTo>
                  <a:lnTo>
                    <a:pt x="534727" y="970934"/>
                  </a:lnTo>
                  <a:lnTo>
                    <a:pt x="535799" y="969973"/>
                  </a:lnTo>
                  <a:lnTo>
                    <a:pt x="536870" y="969011"/>
                  </a:lnTo>
                  <a:lnTo>
                    <a:pt x="537942" y="968047"/>
                  </a:lnTo>
                  <a:lnTo>
                    <a:pt x="539014" y="967083"/>
                  </a:lnTo>
                  <a:lnTo>
                    <a:pt x="540085" y="966119"/>
                  </a:lnTo>
                  <a:lnTo>
                    <a:pt x="541157" y="965153"/>
                  </a:lnTo>
                  <a:lnTo>
                    <a:pt x="542228" y="964186"/>
                  </a:lnTo>
                  <a:lnTo>
                    <a:pt x="543300" y="963219"/>
                  </a:lnTo>
                  <a:lnTo>
                    <a:pt x="544372" y="962250"/>
                  </a:lnTo>
                  <a:lnTo>
                    <a:pt x="545443" y="961281"/>
                  </a:lnTo>
                  <a:lnTo>
                    <a:pt x="546515" y="960311"/>
                  </a:lnTo>
                  <a:lnTo>
                    <a:pt x="547586" y="959340"/>
                  </a:lnTo>
                  <a:lnTo>
                    <a:pt x="548658" y="958368"/>
                  </a:lnTo>
                  <a:lnTo>
                    <a:pt x="549730" y="957396"/>
                  </a:lnTo>
                  <a:lnTo>
                    <a:pt x="550801" y="956422"/>
                  </a:lnTo>
                  <a:lnTo>
                    <a:pt x="551873" y="955448"/>
                  </a:lnTo>
                  <a:lnTo>
                    <a:pt x="552944" y="954472"/>
                  </a:lnTo>
                  <a:lnTo>
                    <a:pt x="554016" y="953496"/>
                  </a:lnTo>
                  <a:lnTo>
                    <a:pt x="555088" y="952519"/>
                  </a:lnTo>
                  <a:lnTo>
                    <a:pt x="556159" y="951542"/>
                  </a:lnTo>
                  <a:lnTo>
                    <a:pt x="557231" y="950563"/>
                  </a:lnTo>
                  <a:lnTo>
                    <a:pt x="558302" y="949583"/>
                  </a:lnTo>
                  <a:lnTo>
                    <a:pt x="559374" y="948603"/>
                  </a:lnTo>
                  <a:lnTo>
                    <a:pt x="560446" y="947622"/>
                  </a:lnTo>
                  <a:lnTo>
                    <a:pt x="561517" y="946640"/>
                  </a:lnTo>
                  <a:lnTo>
                    <a:pt x="562589" y="945657"/>
                  </a:lnTo>
                  <a:lnTo>
                    <a:pt x="563660" y="944674"/>
                  </a:lnTo>
                  <a:lnTo>
                    <a:pt x="564732" y="943689"/>
                  </a:lnTo>
                  <a:lnTo>
                    <a:pt x="565804" y="942704"/>
                  </a:lnTo>
                  <a:lnTo>
                    <a:pt x="566875" y="941718"/>
                  </a:lnTo>
                  <a:lnTo>
                    <a:pt x="567947" y="940731"/>
                  </a:lnTo>
                  <a:lnTo>
                    <a:pt x="569018" y="939743"/>
                  </a:lnTo>
                  <a:lnTo>
                    <a:pt x="570090" y="938755"/>
                  </a:lnTo>
                  <a:lnTo>
                    <a:pt x="571162" y="937766"/>
                  </a:lnTo>
                  <a:lnTo>
                    <a:pt x="572233" y="936776"/>
                  </a:lnTo>
                  <a:lnTo>
                    <a:pt x="573305" y="935785"/>
                  </a:lnTo>
                  <a:lnTo>
                    <a:pt x="574376" y="934793"/>
                  </a:lnTo>
                  <a:lnTo>
                    <a:pt x="575448" y="933801"/>
                  </a:lnTo>
                  <a:lnTo>
                    <a:pt x="576520" y="932807"/>
                  </a:lnTo>
                  <a:lnTo>
                    <a:pt x="577591" y="931813"/>
                  </a:lnTo>
                  <a:lnTo>
                    <a:pt x="578663" y="930818"/>
                  </a:lnTo>
                  <a:lnTo>
                    <a:pt x="579734" y="929823"/>
                  </a:lnTo>
                  <a:lnTo>
                    <a:pt x="580806" y="928826"/>
                  </a:lnTo>
                  <a:lnTo>
                    <a:pt x="581878" y="927829"/>
                  </a:lnTo>
                  <a:lnTo>
                    <a:pt x="582949" y="926831"/>
                  </a:lnTo>
                  <a:lnTo>
                    <a:pt x="584021" y="925832"/>
                  </a:lnTo>
                  <a:lnTo>
                    <a:pt x="585092" y="924833"/>
                  </a:lnTo>
                  <a:lnTo>
                    <a:pt x="586164" y="923833"/>
                  </a:lnTo>
                  <a:lnTo>
                    <a:pt x="587236" y="922832"/>
                  </a:lnTo>
                  <a:lnTo>
                    <a:pt x="588307" y="921830"/>
                  </a:lnTo>
                  <a:lnTo>
                    <a:pt x="589379" y="920827"/>
                  </a:lnTo>
                  <a:lnTo>
                    <a:pt x="590450" y="919824"/>
                  </a:lnTo>
                  <a:lnTo>
                    <a:pt x="591522" y="918820"/>
                  </a:lnTo>
                  <a:lnTo>
                    <a:pt x="592594" y="917815"/>
                  </a:lnTo>
                  <a:lnTo>
                    <a:pt x="593665" y="916810"/>
                  </a:lnTo>
                  <a:lnTo>
                    <a:pt x="594737" y="915803"/>
                  </a:lnTo>
                  <a:lnTo>
                    <a:pt x="595808" y="914796"/>
                  </a:lnTo>
                  <a:lnTo>
                    <a:pt x="596880" y="913789"/>
                  </a:lnTo>
                  <a:lnTo>
                    <a:pt x="597952" y="912780"/>
                  </a:lnTo>
                  <a:lnTo>
                    <a:pt x="599023" y="911771"/>
                  </a:lnTo>
                  <a:lnTo>
                    <a:pt x="600095" y="910761"/>
                  </a:lnTo>
                  <a:lnTo>
                    <a:pt x="601166" y="909751"/>
                  </a:lnTo>
                  <a:lnTo>
                    <a:pt x="602238" y="908739"/>
                  </a:lnTo>
                  <a:lnTo>
                    <a:pt x="603310" y="907727"/>
                  </a:lnTo>
                  <a:lnTo>
                    <a:pt x="604381" y="906714"/>
                  </a:lnTo>
                  <a:lnTo>
                    <a:pt x="605453" y="905701"/>
                  </a:lnTo>
                  <a:lnTo>
                    <a:pt x="606524" y="904687"/>
                  </a:lnTo>
                  <a:lnTo>
                    <a:pt x="607596" y="903672"/>
                  </a:lnTo>
                  <a:lnTo>
                    <a:pt x="608668" y="902656"/>
                  </a:lnTo>
                  <a:lnTo>
                    <a:pt x="609739" y="901640"/>
                  </a:lnTo>
                  <a:lnTo>
                    <a:pt x="610811" y="900623"/>
                  </a:lnTo>
                  <a:lnTo>
                    <a:pt x="611882" y="899605"/>
                  </a:lnTo>
                  <a:lnTo>
                    <a:pt x="612954" y="898587"/>
                  </a:lnTo>
                  <a:lnTo>
                    <a:pt x="614026" y="897568"/>
                  </a:lnTo>
                  <a:lnTo>
                    <a:pt x="615097" y="896548"/>
                  </a:lnTo>
                  <a:lnTo>
                    <a:pt x="616169" y="895528"/>
                  </a:lnTo>
                  <a:lnTo>
                    <a:pt x="617240" y="894507"/>
                  </a:lnTo>
                  <a:lnTo>
                    <a:pt x="618312" y="893485"/>
                  </a:lnTo>
                  <a:lnTo>
                    <a:pt x="619384" y="892463"/>
                  </a:lnTo>
                  <a:lnTo>
                    <a:pt x="620455" y="891440"/>
                  </a:lnTo>
                  <a:lnTo>
                    <a:pt x="621527" y="890416"/>
                  </a:lnTo>
                  <a:lnTo>
                    <a:pt x="622598" y="889392"/>
                  </a:lnTo>
                  <a:lnTo>
                    <a:pt x="623670" y="888367"/>
                  </a:lnTo>
                  <a:lnTo>
                    <a:pt x="624742" y="887341"/>
                  </a:lnTo>
                  <a:lnTo>
                    <a:pt x="625813" y="886315"/>
                  </a:lnTo>
                  <a:lnTo>
                    <a:pt x="626885" y="885288"/>
                  </a:lnTo>
                  <a:lnTo>
                    <a:pt x="627956" y="884260"/>
                  </a:lnTo>
                  <a:lnTo>
                    <a:pt x="629028" y="883232"/>
                  </a:lnTo>
                  <a:lnTo>
                    <a:pt x="630100" y="882204"/>
                  </a:lnTo>
                  <a:lnTo>
                    <a:pt x="631171" y="881174"/>
                  </a:lnTo>
                  <a:lnTo>
                    <a:pt x="632243" y="880144"/>
                  </a:lnTo>
                  <a:lnTo>
                    <a:pt x="633314" y="879113"/>
                  </a:lnTo>
                  <a:lnTo>
                    <a:pt x="634386" y="878082"/>
                  </a:lnTo>
                  <a:lnTo>
                    <a:pt x="635458" y="877050"/>
                  </a:lnTo>
                  <a:lnTo>
                    <a:pt x="636529" y="876018"/>
                  </a:lnTo>
                  <a:lnTo>
                    <a:pt x="637601" y="874985"/>
                  </a:lnTo>
                  <a:lnTo>
                    <a:pt x="638672" y="873951"/>
                  </a:lnTo>
                  <a:lnTo>
                    <a:pt x="639744" y="872917"/>
                  </a:lnTo>
                  <a:lnTo>
                    <a:pt x="640816" y="871882"/>
                  </a:lnTo>
                  <a:lnTo>
                    <a:pt x="641887" y="870847"/>
                  </a:lnTo>
                  <a:lnTo>
                    <a:pt x="642959" y="869811"/>
                  </a:lnTo>
                  <a:lnTo>
                    <a:pt x="644030" y="868774"/>
                  </a:lnTo>
                  <a:lnTo>
                    <a:pt x="645102" y="867737"/>
                  </a:lnTo>
                  <a:lnTo>
                    <a:pt x="646174" y="866699"/>
                  </a:lnTo>
                  <a:lnTo>
                    <a:pt x="647245" y="865661"/>
                  </a:lnTo>
                  <a:lnTo>
                    <a:pt x="648317" y="864622"/>
                  </a:lnTo>
                  <a:lnTo>
                    <a:pt x="649388" y="863582"/>
                  </a:lnTo>
                  <a:lnTo>
                    <a:pt x="650460" y="862542"/>
                  </a:lnTo>
                  <a:lnTo>
                    <a:pt x="651532" y="861502"/>
                  </a:lnTo>
                  <a:lnTo>
                    <a:pt x="652603" y="860461"/>
                  </a:lnTo>
                  <a:lnTo>
                    <a:pt x="653675" y="859419"/>
                  </a:lnTo>
                  <a:lnTo>
                    <a:pt x="654746" y="858377"/>
                  </a:lnTo>
                  <a:lnTo>
                    <a:pt x="655818" y="857334"/>
                  </a:lnTo>
                  <a:lnTo>
                    <a:pt x="656890" y="856291"/>
                  </a:lnTo>
                  <a:lnTo>
                    <a:pt x="657961" y="855247"/>
                  </a:lnTo>
                  <a:lnTo>
                    <a:pt x="659033" y="854203"/>
                  </a:lnTo>
                  <a:lnTo>
                    <a:pt x="660104" y="853158"/>
                  </a:lnTo>
                  <a:lnTo>
                    <a:pt x="661176" y="852113"/>
                  </a:lnTo>
                  <a:lnTo>
                    <a:pt x="662248" y="851067"/>
                  </a:lnTo>
                  <a:lnTo>
                    <a:pt x="663319" y="850021"/>
                  </a:lnTo>
                  <a:lnTo>
                    <a:pt x="664391" y="848974"/>
                  </a:lnTo>
                  <a:lnTo>
                    <a:pt x="665462" y="847927"/>
                  </a:lnTo>
                  <a:lnTo>
                    <a:pt x="666534" y="846879"/>
                  </a:lnTo>
                  <a:lnTo>
                    <a:pt x="667606" y="845831"/>
                  </a:lnTo>
                  <a:lnTo>
                    <a:pt x="668677" y="844782"/>
                  </a:lnTo>
                  <a:lnTo>
                    <a:pt x="669749" y="843733"/>
                  </a:lnTo>
                  <a:lnTo>
                    <a:pt x="670820" y="842683"/>
                  </a:lnTo>
                  <a:lnTo>
                    <a:pt x="671892" y="841633"/>
                  </a:lnTo>
                  <a:lnTo>
                    <a:pt x="672964" y="840582"/>
                  </a:lnTo>
                  <a:lnTo>
                    <a:pt x="674035" y="839531"/>
                  </a:lnTo>
                  <a:lnTo>
                    <a:pt x="675107" y="838480"/>
                  </a:lnTo>
                  <a:lnTo>
                    <a:pt x="676178" y="837428"/>
                  </a:lnTo>
                  <a:lnTo>
                    <a:pt x="677250" y="836375"/>
                  </a:lnTo>
                  <a:lnTo>
                    <a:pt x="678322" y="835322"/>
                  </a:lnTo>
                  <a:lnTo>
                    <a:pt x="679393" y="834269"/>
                  </a:lnTo>
                  <a:lnTo>
                    <a:pt x="680465" y="833215"/>
                  </a:lnTo>
                  <a:lnTo>
                    <a:pt x="681536" y="832161"/>
                  </a:lnTo>
                  <a:lnTo>
                    <a:pt x="682608" y="831107"/>
                  </a:lnTo>
                  <a:lnTo>
                    <a:pt x="683680" y="830051"/>
                  </a:lnTo>
                  <a:lnTo>
                    <a:pt x="684751" y="828996"/>
                  </a:lnTo>
                  <a:lnTo>
                    <a:pt x="685823" y="827940"/>
                  </a:lnTo>
                  <a:lnTo>
                    <a:pt x="686894" y="826884"/>
                  </a:lnTo>
                  <a:lnTo>
                    <a:pt x="687966" y="825827"/>
                  </a:lnTo>
                  <a:lnTo>
                    <a:pt x="689038" y="824770"/>
                  </a:lnTo>
                  <a:lnTo>
                    <a:pt x="690109" y="823713"/>
                  </a:lnTo>
                  <a:lnTo>
                    <a:pt x="691181" y="822655"/>
                  </a:lnTo>
                  <a:lnTo>
                    <a:pt x="692252" y="821597"/>
                  </a:lnTo>
                  <a:lnTo>
                    <a:pt x="693324" y="820538"/>
                  </a:lnTo>
                  <a:lnTo>
                    <a:pt x="694396" y="819479"/>
                  </a:lnTo>
                  <a:lnTo>
                    <a:pt x="695467" y="818420"/>
                  </a:lnTo>
                  <a:lnTo>
                    <a:pt x="696539" y="817360"/>
                  </a:lnTo>
                  <a:lnTo>
                    <a:pt x="697610" y="816300"/>
                  </a:lnTo>
                  <a:lnTo>
                    <a:pt x="698682" y="815239"/>
                  </a:lnTo>
                  <a:lnTo>
                    <a:pt x="699754" y="814179"/>
                  </a:lnTo>
                  <a:lnTo>
                    <a:pt x="700825" y="813117"/>
                  </a:lnTo>
                  <a:lnTo>
                    <a:pt x="701897" y="812056"/>
                  </a:lnTo>
                  <a:lnTo>
                    <a:pt x="702968" y="810994"/>
                  </a:lnTo>
                  <a:lnTo>
                    <a:pt x="704040" y="809932"/>
                  </a:lnTo>
                  <a:lnTo>
                    <a:pt x="705112" y="808870"/>
                  </a:lnTo>
                  <a:lnTo>
                    <a:pt x="706183" y="807807"/>
                  </a:lnTo>
                  <a:lnTo>
                    <a:pt x="707255" y="806744"/>
                  </a:lnTo>
                  <a:lnTo>
                    <a:pt x="708326" y="805680"/>
                  </a:lnTo>
                  <a:lnTo>
                    <a:pt x="709398" y="804617"/>
                  </a:lnTo>
                  <a:lnTo>
                    <a:pt x="710469" y="803553"/>
                  </a:lnTo>
                  <a:lnTo>
                    <a:pt x="711541" y="802488"/>
                  </a:lnTo>
                  <a:lnTo>
                    <a:pt x="712613" y="801424"/>
                  </a:lnTo>
                  <a:lnTo>
                    <a:pt x="713684" y="800359"/>
                  </a:lnTo>
                  <a:lnTo>
                    <a:pt x="714756" y="799294"/>
                  </a:lnTo>
                  <a:lnTo>
                    <a:pt x="715827" y="798228"/>
                  </a:lnTo>
                  <a:lnTo>
                    <a:pt x="716899" y="797162"/>
                  </a:lnTo>
                  <a:lnTo>
                    <a:pt x="717971" y="796096"/>
                  </a:lnTo>
                  <a:lnTo>
                    <a:pt x="719042" y="795030"/>
                  </a:lnTo>
                  <a:lnTo>
                    <a:pt x="720114" y="793964"/>
                  </a:lnTo>
                  <a:lnTo>
                    <a:pt x="721185" y="792897"/>
                  </a:lnTo>
                  <a:lnTo>
                    <a:pt x="722257" y="791830"/>
                  </a:lnTo>
                  <a:lnTo>
                    <a:pt x="723329" y="790763"/>
                  </a:lnTo>
                  <a:lnTo>
                    <a:pt x="724400" y="789695"/>
                  </a:lnTo>
                  <a:lnTo>
                    <a:pt x="725472" y="788628"/>
                  </a:lnTo>
                  <a:lnTo>
                    <a:pt x="726543" y="787560"/>
                  </a:lnTo>
                  <a:lnTo>
                    <a:pt x="727615" y="786492"/>
                  </a:lnTo>
                  <a:lnTo>
                    <a:pt x="728687" y="785423"/>
                  </a:lnTo>
                  <a:lnTo>
                    <a:pt x="729758" y="784355"/>
                  </a:lnTo>
                  <a:lnTo>
                    <a:pt x="730830" y="783286"/>
                  </a:lnTo>
                  <a:lnTo>
                    <a:pt x="731901" y="782217"/>
                  </a:lnTo>
                  <a:lnTo>
                    <a:pt x="732973" y="781148"/>
                  </a:lnTo>
                  <a:lnTo>
                    <a:pt x="734045" y="780078"/>
                  </a:lnTo>
                  <a:lnTo>
                    <a:pt x="735116" y="779009"/>
                  </a:lnTo>
                  <a:lnTo>
                    <a:pt x="736188" y="777939"/>
                  </a:lnTo>
                  <a:lnTo>
                    <a:pt x="737259" y="776869"/>
                  </a:lnTo>
                  <a:lnTo>
                    <a:pt x="738331" y="775799"/>
                  </a:lnTo>
                  <a:lnTo>
                    <a:pt x="739403" y="774729"/>
                  </a:lnTo>
                  <a:lnTo>
                    <a:pt x="740474" y="773659"/>
                  </a:lnTo>
                  <a:lnTo>
                    <a:pt x="741546" y="772588"/>
                  </a:lnTo>
                  <a:lnTo>
                    <a:pt x="742617" y="771518"/>
                  </a:lnTo>
                  <a:lnTo>
                    <a:pt x="743689" y="770447"/>
                  </a:lnTo>
                  <a:lnTo>
                    <a:pt x="744761" y="769376"/>
                  </a:lnTo>
                  <a:lnTo>
                    <a:pt x="745832" y="768305"/>
                  </a:lnTo>
                  <a:lnTo>
                    <a:pt x="746904" y="767234"/>
                  </a:lnTo>
                  <a:lnTo>
                    <a:pt x="747975" y="766163"/>
                  </a:lnTo>
                  <a:lnTo>
                    <a:pt x="749047" y="765091"/>
                  </a:lnTo>
                  <a:lnTo>
                    <a:pt x="750119" y="764020"/>
                  </a:lnTo>
                  <a:lnTo>
                    <a:pt x="751190" y="762948"/>
                  </a:lnTo>
                  <a:lnTo>
                    <a:pt x="752262" y="761877"/>
                  </a:lnTo>
                  <a:lnTo>
                    <a:pt x="753333" y="760805"/>
                  </a:lnTo>
                  <a:lnTo>
                    <a:pt x="754405" y="759733"/>
                  </a:lnTo>
                  <a:lnTo>
                    <a:pt x="755477" y="758661"/>
                  </a:lnTo>
                  <a:lnTo>
                    <a:pt x="756548" y="757589"/>
                  </a:lnTo>
                  <a:lnTo>
                    <a:pt x="757620" y="756517"/>
                  </a:lnTo>
                  <a:lnTo>
                    <a:pt x="758691" y="755445"/>
                  </a:lnTo>
                  <a:lnTo>
                    <a:pt x="759763" y="754373"/>
                  </a:lnTo>
                  <a:lnTo>
                    <a:pt x="760835" y="753301"/>
                  </a:lnTo>
                  <a:lnTo>
                    <a:pt x="761906" y="752229"/>
                  </a:lnTo>
                  <a:lnTo>
                    <a:pt x="762978" y="751156"/>
                  </a:lnTo>
                  <a:lnTo>
                    <a:pt x="764049" y="750084"/>
                  </a:lnTo>
                  <a:lnTo>
                    <a:pt x="765121" y="749012"/>
                  </a:lnTo>
                  <a:lnTo>
                    <a:pt x="766193" y="747940"/>
                  </a:lnTo>
                  <a:lnTo>
                    <a:pt x="767264" y="746867"/>
                  </a:lnTo>
                  <a:lnTo>
                    <a:pt x="768336" y="745795"/>
                  </a:lnTo>
                  <a:lnTo>
                    <a:pt x="769407" y="744723"/>
                  </a:lnTo>
                  <a:lnTo>
                    <a:pt x="770479" y="743650"/>
                  </a:lnTo>
                  <a:lnTo>
                    <a:pt x="771551" y="742578"/>
                  </a:lnTo>
                  <a:lnTo>
                    <a:pt x="772622" y="741506"/>
                  </a:lnTo>
                  <a:lnTo>
                    <a:pt x="773694" y="740433"/>
                  </a:lnTo>
                  <a:lnTo>
                    <a:pt x="774765" y="739361"/>
                  </a:lnTo>
                  <a:lnTo>
                    <a:pt x="775837" y="738289"/>
                  </a:lnTo>
                  <a:lnTo>
                    <a:pt x="776909" y="737217"/>
                  </a:lnTo>
                  <a:lnTo>
                    <a:pt x="777980" y="736145"/>
                  </a:lnTo>
                  <a:lnTo>
                    <a:pt x="779052" y="735073"/>
                  </a:lnTo>
                  <a:lnTo>
                    <a:pt x="780123" y="734001"/>
                  </a:lnTo>
                  <a:lnTo>
                    <a:pt x="781195" y="732929"/>
                  </a:lnTo>
                  <a:lnTo>
                    <a:pt x="782267" y="731857"/>
                  </a:lnTo>
                  <a:lnTo>
                    <a:pt x="783338" y="730785"/>
                  </a:lnTo>
                  <a:lnTo>
                    <a:pt x="784410" y="729713"/>
                  </a:lnTo>
                  <a:lnTo>
                    <a:pt x="785481" y="728642"/>
                  </a:lnTo>
                  <a:lnTo>
                    <a:pt x="786553" y="727570"/>
                  </a:lnTo>
                  <a:lnTo>
                    <a:pt x="787625" y="726499"/>
                  </a:lnTo>
                  <a:lnTo>
                    <a:pt x="788696" y="725428"/>
                  </a:lnTo>
                  <a:lnTo>
                    <a:pt x="789768" y="724357"/>
                  </a:lnTo>
                  <a:lnTo>
                    <a:pt x="790839" y="723286"/>
                  </a:lnTo>
                  <a:lnTo>
                    <a:pt x="791911" y="722215"/>
                  </a:lnTo>
                  <a:lnTo>
                    <a:pt x="792983" y="721144"/>
                  </a:lnTo>
                  <a:lnTo>
                    <a:pt x="794054" y="720073"/>
                  </a:lnTo>
                  <a:lnTo>
                    <a:pt x="795126" y="719003"/>
                  </a:lnTo>
                  <a:lnTo>
                    <a:pt x="796197" y="717933"/>
                  </a:lnTo>
                  <a:lnTo>
                    <a:pt x="797269" y="716862"/>
                  </a:lnTo>
                  <a:lnTo>
                    <a:pt x="798341" y="715793"/>
                  </a:lnTo>
                  <a:lnTo>
                    <a:pt x="799412" y="714723"/>
                  </a:lnTo>
                  <a:lnTo>
                    <a:pt x="800484" y="713653"/>
                  </a:lnTo>
                  <a:lnTo>
                    <a:pt x="801555" y="712584"/>
                  </a:lnTo>
                  <a:lnTo>
                    <a:pt x="802627" y="711514"/>
                  </a:lnTo>
                  <a:lnTo>
                    <a:pt x="803699" y="710445"/>
                  </a:lnTo>
                  <a:lnTo>
                    <a:pt x="804770" y="709377"/>
                  </a:lnTo>
                  <a:lnTo>
                    <a:pt x="805842" y="708308"/>
                  </a:lnTo>
                  <a:lnTo>
                    <a:pt x="806913" y="707240"/>
                  </a:lnTo>
                  <a:lnTo>
                    <a:pt x="807985" y="706172"/>
                  </a:lnTo>
                  <a:lnTo>
                    <a:pt x="809057" y="705104"/>
                  </a:lnTo>
                  <a:lnTo>
                    <a:pt x="810128" y="704036"/>
                  </a:lnTo>
                  <a:lnTo>
                    <a:pt x="811200" y="702969"/>
                  </a:lnTo>
                  <a:lnTo>
                    <a:pt x="812271" y="701901"/>
                  </a:lnTo>
                  <a:lnTo>
                    <a:pt x="813343" y="700834"/>
                  </a:lnTo>
                  <a:lnTo>
                    <a:pt x="814415" y="699768"/>
                  </a:lnTo>
                  <a:lnTo>
                    <a:pt x="815486" y="698701"/>
                  </a:lnTo>
                  <a:lnTo>
                    <a:pt x="816558" y="697635"/>
                  </a:lnTo>
                  <a:lnTo>
                    <a:pt x="817629" y="696570"/>
                  </a:lnTo>
                  <a:lnTo>
                    <a:pt x="818701" y="695504"/>
                  </a:lnTo>
                  <a:lnTo>
                    <a:pt x="819773" y="694439"/>
                  </a:lnTo>
                  <a:lnTo>
                    <a:pt x="820844" y="693374"/>
                  </a:lnTo>
                  <a:lnTo>
                    <a:pt x="821916" y="692309"/>
                  </a:lnTo>
                  <a:lnTo>
                    <a:pt x="822987" y="691245"/>
                  </a:lnTo>
                  <a:lnTo>
                    <a:pt x="824059" y="690181"/>
                  </a:lnTo>
                  <a:lnTo>
                    <a:pt x="825131" y="689118"/>
                  </a:lnTo>
                  <a:lnTo>
                    <a:pt x="826202" y="688054"/>
                  </a:lnTo>
                  <a:lnTo>
                    <a:pt x="827274" y="686992"/>
                  </a:lnTo>
                  <a:lnTo>
                    <a:pt x="828345" y="685929"/>
                  </a:lnTo>
                  <a:lnTo>
                    <a:pt x="829417" y="684867"/>
                  </a:lnTo>
                  <a:lnTo>
                    <a:pt x="830489" y="683805"/>
                  </a:lnTo>
                  <a:lnTo>
                    <a:pt x="831560" y="682744"/>
                  </a:lnTo>
                  <a:lnTo>
                    <a:pt x="832632" y="681683"/>
                  </a:lnTo>
                  <a:lnTo>
                    <a:pt x="833703" y="680622"/>
                  </a:lnTo>
                  <a:lnTo>
                    <a:pt x="834775" y="679562"/>
                  </a:lnTo>
                  <a:lnTo>
                    <a:pt x="835847" y="678502"/>
                  </a:lnTo>
                  <a:lnTo>
                    <a:pt x="836918" y="677443"/>
                  </a:lnTo>
                  <a:lnTo>
                    <a:pt x="837990" y="676384"/>
                  </a:lnTo>
                  <a:lnTo>
                    <a:pt x="839061" y="675325"/>
                  </a:lnTo>
                  <a:lnTo>
                    <a:pt x="840133" y="674267"/>
                  </a:lnTo>
                  <a:lnTo>
                    <a:pt x="841205" y="673209"/>
                  </a:lnTo>
                  <a:lnTo>
                    <a:pt x="842276" y="672152"/>
                  </a:lnTo>
                  <a:lnTo>
                    <a:pt x="843348" y="671095"/>
                  </a:lnTo>
                  <a:lnTo>
                    <a:pt x="844419" y="670039"/>
                  </a:lnTo>
                  <a:lnTo>
                    <a:pt x="845491" y="668983"/>
                  </a:lnTo>
                  <a:lnTo>
                    <a:pt x="846563" y="667927"/>
                  </a:lnTo>
                  <a:lnTo>
                    <a:pt x="847634" y="666873"/>
                  </a:lnTo>
                  <a:lnTo>
                    <a:pt x="848706" y="665818"/>
                  </a:lnTo>
                  <a:lnTo>
                    <a:pt x="849777" y="664764"/>
                  </a:lnTo>
                  <a:lnTo>
                    <a:pt x="850849" y="663711"/>
                  </a:lnTo>
                  <a:lnTo>
                    <a:pt x="851921" y="662658"/>
                  </a:lnTo>
                  <a:lnTo>
                    <a:pt x="852992" y="661606"/>
                  </a:lnTo>
                  <a:lnTo>
                    <a:pt x="854064" y="660554"/>
                  </a:lnTo>
                  <a:lnTo>
                    <a:pt x="855135" y="659502"/>
                  </a:lnTo>
                  <a:lnTo>
                    <a:pt x="856207" y="658452"/>
                  </a:lnTo>
                  <a:lnTo>
                    <a:pt x="857279" y="657401"/>
                  </a:lnTo>
                  <a:lnTo>
                    <a:pt x="858350" y="656352"/>
                  </a:lnTo>
                  <a:lnTo>
                    <a:pt x="859422" y="655303"/>
                  </a:lnTo>
                  <a:lnTo>
                    <a:pt x="860493" y="654254"/>
                  </a:lnTo>
                  <a:lnTo>
                    <a:pt x="861565" y="653206"/>
                  </a:lnTo>
                  <a:lnTo>
                    <a:pt x="862637" y="652159"/>
                  </a:lnTo>
                  <a:lnTo>
                    <a:pt x="863708" y="651112"/>
                  </a:lnTo>
                  <a:lnTo>
                    <a:pt x="864780" y="650066"/>
                  </a:lnTo>
                  <a:lnTo>
                    <a:pt x="865851" y="649020"/>
                  </a:lnTo>
                  <a:lnTo>
                    <a:pt x="866923" y="647975"/>
                  </a:lnTo>
                  <a:lnTo>
                    <a:pt x="867995" y="646931"/>
                  </a:lnTo>
                  <a:lnTo>
                    <a:pt x="869066" y="645887"/>
                  </a:lnTo>
                  <a:lnTo>
                    <a:pt x="870138" y="644844"/>
                  </a:lnTo>
                  <a:lnTo>
                    <a:pt x="871209" y="643802"/>
                  </a:lnTo>
                  <a:lnTo>
                    <a:pt x="872281" y="642760"/>
                  </a:lnTo>
                  <a:lnTo>
                    <a:pt x="873353" y="641719"/>
                  </a:lnTo>
                  <a:lnTo>
                    <a:pt x="874424" y="640679"/>
                  </a:lnTo>
                  <a:lnTo>
                    <a:pt x="875496" y="639639"/>
                  </a:lnTo>
                  <a:lnTo>
                    <a:pt x="876567" y="638600"/>
                  </a:lnTo>
                  <a:lnTo>
                    <a:pt x="877639" y="637561"/>
                  </a:lnTo>
                  <a:lnTo>
                    <a:pt x="878711" y="636524"/>
                  </a:lnTo>
                  <a:lnTo>
                    <a:pt x="879782" y="635487"/>
                  </a:lnTo>
                  <a:lnTo>
                    <a:pt x="880854" y="634451"/>
                  </a:lnTo>
                  <a:lnTo>
                    <a:pt x="881925" y="633415"/>
                  </a:lnTo>
                  <a:lnTo>
                    <a:pt x="882997" y="632380"/>
                  </a:lnTo>
                  <a:lnTo>
                    <a:pt x="884069" y="631346"/>
                  </a:lnTo>
                  <a:lnTo>
                    <a:pt x="885140" y="630313"/>
                  </a:lnTo>
                  <a:lnTo>
                    <a:pt x="886212" y="629280"/>
                  </a:lnTo>
                  <a:lnTo>
                    <a:pt x="887283" y="628248"/>
                  </a:lnTo>
                  <a:lnTo>
                    <a:pt x="888355" y="627217"/>
                  </a:lnTo>
                  <a:lnTo>
                    <a:pt x="889426" y="626187"/>
                  </a:lnTo>
                  <a:lnTo>
                    <a:pt x="890498" y="625158"/>
                  </a:lnTo>
                  <a:lnTo>
                    <a:pt x="891570" y="624129"/>
                  </a:lnTo>
                  <a:lnTo>
                    <a:pt x="892641" y="623101"/>
                  </a:lnTo>
                  <a:lnTo>
                    <a:pt x="893713" y="622074"/>
                  </a:lnTo>
                  <a:lnTo>
                    <a:pt x="894784" y="621048"/>
                  </a:lnTo>
                  <a:lnTo>
                    <a:pt x="895856" y="620022"/>
                  </a:lnTo>
                  <a:lnTo>
                    <a:pt x="896928" y="618998"/>
                  </a:lnTo>
                  <a:lnTo>
                    <a:pt x="897999" y="617974"/>
                  </a:lnTo>
                  <a:lnTo>
                    <a:pt x="899071" y="616951"/>
                  </a:lnTo>
                  <a:lnTo>
                    <a:pt x="900142" y="615929"/>
                  </a:lnTo>
                  <a:lnTo>
                    <a:pt x="901214" y="614908"/>
                  </a:lnTo>
                  <a:lnTo>
                    <a:pt x="902286" y="613888"/>
                  </a:lnTo>
                  <a:lnTo>
                    <a:pt x="903357" y="612868"/>
                  </a:lnTo>
                  <a:lnTo>
                    <a:pt x="904429" y="611850"/>
                  </a:lnTo>
                  <a:lnTo>
                    <a:pt x="905500" y="610832"/>
                  </a:lnTo>
                  <a:lnTo>
                    <a:pt x="906572" y="609815"/>
                  </a:lnTo>
                  <a:lnTo>
                    <a:pt x="907644" y="608799"/>
                  </a:lnTo>
                  <a:lnTo>
                    <a:pt x="908715" y="607784"/>
                  </a:lnTo>
                  <a:lnTo>
                    <a:pt x="909787" y="606770"/>
                  </a:lnTo>
                  <a:lnTo>
                    <a:pt x="910858" y="605757"/>
                  </a:lnTo>
                  <a:lnTo>
                    <a:pt x="911930" y="604745"/>
                  </a:lnTo>
                  <a:lnTo>
                    <a:pt x="913002" y="603734"/>
                  </a:lnTo>
                  <a:lnTo>
                    <a:pt x="914073" y="602724"/>
                  </a:lnTo>
                  <a:lnTo>
                    <a:pt x="915145" y="601714"/>
                  </a:lnTo>
                  <a:lnTo>
                    <a:pt x="916216" y="600706"/>
                  </a:lnTo>
                  <a:lnTo>
                    <a:pt x="917288" y="599699"/>
                  </a:lnTo>
                  <a:lnTo>
                    <a:pt x="918360" y="598692"/>
                  </a:lnTo>
                  <a:lnTo>
                    <a:pt x="919431" y="597687"/>
                  </a:lnTo>
                  <a:lnTo>
                    <a:pt x="920503" y="596683"/>
                  </a:lnTo>
                  <a:lnTo>
                    <a:pt x="921574" y="595679"/>
                  </a:lnTo>
                  <a:lnTo>
                    <a:pt x="922646" y="594677"/>
                  </a:lnTo>
                  <a:lnTo>
                    <a:pt x="923718" y="593675"/>
                  </a:lnTo>
                  <a:lnTo>
                    <a:pt x="924789" y="592675"/>
                  </a:lnTo>
                  <a:lnTo>
                    <a:pt x="925861" y="591675"/>
                  </a:lnTo>
                  <a:lnTo>
                    <a:pt x="926932" y="590677"/>
                  </a:lnTo>
                  <a:lnTo>
                    <a:pt x="928004" y="589679"/>
                  </a:lnTo>
                  <a:lnTo>
                    <a:pt x="929076" y="588683"/>
                  </a:lnTo>
                  <a:lnTo>
                    <a:pt x="930147" y="587687"/>
                  </a:lnTo>
                  <a:lnTo>
                    <a:pt x="931219" y="586693"/>
                  </a:lnTo>
                  <a:lnTo>
                    <a:pt x="932290" y="585699"/>
                  </a:lnTo>
                  <a:lnTo>
                    <a:pt x="933362" y="584707"/>
                  </a:lnTo>
                  <a:lnTo>
                    <a:pt x="934434" y="583716"/>
                  </a:lnTo>
                  <a:lnTo>
                    <a:pt x="935505" y="582725"/>
                  </a:lnTo>
                  <a:lnTo>
                    <a:pt x="936577" y="581736"/>
                  </a:lnTo>
                  <a:lnTo>
                    <a:pt x="937648" y="580748"/>
                  </a:lnTo>
                  <a:lnTo>
                    <a:pt x="938720" y="579760"/>
                  </a:lnTo>
                  <a:lnTo>
                    <a:pt x="939792" y="578774"/>
                  </a:lnTo>
                  <a:lnTo>
                    <a:pt x="940863" y="577789"/>
                  </a:lnTo>
                  <a:lnTo>
                    <a:pt x="941935" y="576805"/>
                  </a:lnTo>
                  <a:lnTo>
                    <a:pt x="943006" y="575822"/>
                  </a:lnTo>
                  <a:lnTo>
                    <a:pt x="944078" y="574840"/>
                  </a:lnTo>
                  <a:lnTo>
                    <a:pt x="945150" y="573859"/>
                  </a:lnTo>
                  <a:lnTo>
                    <a:pt x="946221" y="572879"/>
                  </a:lnTo>
                  <a:lnTo>
                    <a:pt x="947293" y="571901"/>
                  </a:lnTo>
                  <a:lnTo>
                    <a:pt x="948364" y="570923"/>
                  </a:lnTo>
                  <a:lnTo>
                    <a:pt x="949436" y="569946"/>
                  </a:lnTo>
                  <a:lnTo>
                    <a:pt x="950508" y="568971"/>
                  </a:lnTo>
                  <a:lnTo>
                    <a:pt x="951579" y="567997"/>
                  </a:lnTo>
                  <a:lnTo>
                    <a:pt x="952651" y="567023"/>
                  </a:lnTo>
                  <a:lnTo>
                    <a:pt x="953722" y="566051"/>
                  </a:lnTo>
                  <a:lnTo>
                    <a:pt x="954794" y="565080"/>
                  </a:lnTo>
                  <a:lnTo>
                    <a:pt x="955866" y="564110"/>
                  </a:lnTo>
                  <a:lnTo>
                    <a:pt x="956937" y="563141"/>
                  </a:lnTo>
                  <a:lnTo>
                    <a:pt x="958009" y="562173"/>
                  </a:lnTo>
                  <a:lnTo>
                    <a:pt x="959080" y="561207"/>
                  </a:lnTo>
                  <a:lnTo>
                    <a:pt x="960152" y="560241"/>
                  </a:lnTo>
                  <a:lnTo>
                    <a:pt x="961224" y="559277"/>
                  </a:lnTo>
                  <a:lnTo>
                    <a:pt x="962295" y="558313"/>
                  </a:lnTo>
                  <a:lnTo>
                    <a:pt x="963367" y="557351"/>
                  </a:lnTo>
                  <a:lnTo>
                    <a:pt x="964438" y="556390"/>
                  </a:lnTo>
                  <a:lnTo>
                    <a:pt x="965510" y="555430"/>
                  </a:lnTo>
                  <a:lnTo>
                    <a:pt x="966582" y="554472"/>
                  </a:lnTo>
                  <a:lnTo>
                    <a:pt x="967653" y="553514"/>
                  </a:lnTo>
                  <a:lnTo>
                    <a:pt x="968725" y="552558"/>
                  </a:lnTo>
                  <a:lnTo>
                    <a:pt x="969796" y="551603"/>
                  </a:lnTo>
                  <a:lnTo>
                    <a:pt x="970868" y="550648"/>
                  </a:lnTo>
                  <a:lnTo>
                    <a:pt x="971940" y="549696"/>
                  </a:lnTo>
                  <a:lnTo>
                    <a:pt x="973011" y="548744"/>
                  </a:lnTo>
                  <a:lnTo>
                    <a:pt x="974083" y="547793"/>
                  </a:lnTo>
                  <a:lnTo>
                    <a:pt x="975154" y="546844"/>
                  </a:lnTo>
                  <a:lnTo>
                    <a:pt x="976226" y="545895"/>
                  </a:lnTo>
                  <a:lnTo>
                    <a:pt x="977298" y="544948"/>
                  </a:lnTo>
                  <a:lnTo>
                    <a:pt x="978369" y="544003"/>
                  </a:lnTo>
                  <a:lnTo>
                    <a:pt x="979441" y="543058"/>
                  </a:lnTo>
                  <a:lnTo>
                    <a:pt x="980512" y="542114"/>
                  </a:lnTo>
                  <a:lnTo>
                    <a:pt x="981584" y="541172"/>
                  </a:lnTo>
                  <a:lnTo>
                    <a:pt x="982656" y="540231"/>
                  </a:lnTo>
                  <a:lnTo>
                    <a:pt x="983727" y="539291"/>
                  </a:lnTo>
                  <a:lnTo>
                    <a:pt x="984799" y="538352"/>
                  </a:lnTo>
                  <a:lnTo>
                    <a:pt x="985870" y="537415"/>
                  </a:lnTo>
                  <a:lnTo>
                    <a:pt x="986942" y="536479"/>
                  </a:lnTo>
                  <a:lnTo>
                    <a:pt x="988014" y="535544"/>
                  </a:lnTo>
                  <a:lnTo>
                    <a:pt x="989085" y="534610"/>
                  </a:lnTo>
                  <a:lnTo>
                    <a:pt x="990157" y="533677"/>
                  </a:lnTo>
                  <a:lnTo>
                    <a:pt x="991228" y="532746"/>
                  </a:lnTo>
                  <a:lnTo>
                    <a:pt x="992300" y="531816"/>
                  </a:lnTo>
                  <a:lnTo>
                    <a:pt x="993372" y="530887"/>
                  </a:lnTo>
                  <a:lnTo>
                    <a:pt x="994443" y="529959"/>
                  </a:lnTo>
                  <a:lnTo>
                    <a:pt x="995515" y="529033"/>
                  </a:lnTo>
                  <a:lnTo>
                    <a:pt x="996586" y="528108"/>
                  </a:lnTo>
                  <a:lnTo>
                    <a:pt x="997658" y="527184"/>
                  </a:lnTo>
                  <a:lnTo>
                    <a:pt x="998730" y="526261"/>
                  </a:lnTo>
                  <a:lnTo>
                    <a:pt x="999801" y="525340"/>
                  </a:lnTo>
                  <a:lnTo>
                    <a:pt x="1000873" y="524420"/>
                  </a:lnTo>
                  <a:lnTo>
                    <a:pt x="1001944" y="523501"/>
                  </a:lnTo>
                  <a:lnTo>
                    <a:pt x="1003016" y="522584"/>
                  </a:lnTo>
                  <a:lnTo>
                    <a:pt x="1004088" y="521667"/>
                  </a:lnTo>
                  <a:lnTo>
                    <a:pt x="1005159" y="520752"/>
                  </a:lnTo>
                  <a:lnTo>
                    <a:pt x="1006231" y="519839"/>
                  </a:lnTo>
                  <a:lnTo>
                    <a:pt x="1007302" y="518926"/>
                  </a:lnTo>
                  <a:lnTo>
                    <a:pt x="1008374" y="518015"/>
                  </a:lnTo>
                  <a:lnTo>
                    <a:pt x="1009446" y="517105"/>
                  </a:lnTo>
                  <a:lnTo>
                    <a:pt x="1010517" y="516197"/>
                  </a:lnTo>
                  <a:lnTo>
                    <a:pt x="1011589" y="515289"/>
                  </a:lnTo>
                  <a:lnTo>
                    <a:pt x="1012660" y="514383"/>
                  </a:lnTo>
                  <a:lnTo>
                    <a:pt x="1013732" y="513479"/>
                  </a:lnTo>
                  <a:lnTo>
                    <a:pt x="1014804" y="512575"/>
                  </a:lnTo>
                  <a:lnTo>
                    <a:pt x="1015875" y="511673"/>
                  </a:lnTo>
                  <a:lnTo>
                    <a:pt x="1016947" y="510773"/>
                  </a:lnTo>
                  <a:lnTo>
                    <a:pt x="1018018" y="509873"/>
                  </a:lnTo>
                  <a:lnTo>
                    <a:pt x="1019090" y="508975"/>
                  </a:lnTo>
                  <a:lnTo>
                    <a:pt x="1020162" y="508079"/>
                  </a:lnTo>
                  <a:lnTo>
                    <a:pt x="1021233" y="507183"/>
                  </a:lnTo>
                  <a:lnTo>
                    <a:pt x="1022305" y="506289"/>
                  </a:lnTo>
                  <a:lnTo>
                    <a:pt x="1023376" y="505396"/>
                  </a:lnTo>
                  <a:lnTo>
                    <a:pt x="1024448" y="504505"/>
                  </a:lnTo>
                  <a:lnTo>
                    <a:pt x="1025520" y="503615"/>
                  </a:lnTo>
                  <a:lnTo>
                    <a:pt x="1026591" y="502726"/>
                  </a:lnTo>
                  <a:lnTo>
                    <a:pt x="1027663" y="501839"/>
                  </a:lnTo>
                  <a:lnTo>
                    <a:pt x="1028734" y="500953"/>
                  </a:lnTo>
                  <a:lnTo>
                    <a:pt x="1029806" y="500068"/>
                  </a:lnTo>
                  <a:lnTo>
                    <a:pt x="1030878" y="499185"/>
                  </a:lnTo>
                  <a:lnTo>
                    <a:pt x="1031949" y="498303"/>
                  </a:lnTo>
                  <a:lnTo>
                    <a:pt x="1033021" y="497423"/>
                  </a:lnTo>
                  <a:lnTo>
                    <a:pt x="1034092" y="496544"/>
                  </a:lnTo>
                  <a:lnTo>
                    <a:pt x="1035164" y="495666"/>
                  </a:lnTo>
                  <a:lnTo>
                    <a:pt x="1036236" y="494790"/>
                  </a:lnTo>
                  <a:lnTo>
                    <a:pt x="1037307" y="493915"/>
                  </a:lnTo>
                  <a:lnTo>
                    <a:pt x="1038379" y="493041"/>
                  </a:lnTo>
                  <a:lnTo>
                    <a:pt x="1039450" y="492169"/>
                  </a:lnTo>
                  <a:lnTo>
                    <a:pt x="1040522" y="491298"/>
                  </a:lnTo>
                  <a:lnTo>
                    <a:pt x="1041594" y="490429"/>
                  </a:lnTo>
                  <a:lnTo>
                    <a:pt x="1042665" y="489561"/>
                  </a:lnTo>
                  <a:lnTo>
                    <a:pt x="1043737" y="488694"/>
                  </a:lnTo>
                  <a:lnTo>
                    <a:pt x="1044808" y="487829"/>
                  </a:lnTo>
                  <a:lnTo>
                    <a:pt x="1045880" y="486965"/>
                  </a:lnTo>
                  <a:lnTo>
                    <a:pt x="1046952" y="486103"/>
                  </a:lnTo>
                  <a:lnTo>
                    <a:pt x="1048023" y="485242"/>
                  </a:lnTo>
                  <a:lnTo>
                    <a:pt x="1049095" y="484382"/>
                  </a:lnTo>
                  <a:lnTo>
                    <a:pt x="1050166" y="483524"/>
                  </a:lnTo>
                  <a:lnTo>
                    <a:pt x="1051238" y="482667"/>
                  </a:lnTo>
                  <a:lnTo>
                    <a:pt x="1052310" y="481812"/>
                  </a:lnTo>
                  <a:lnTo>
                    <a:pt x="1053381" y="480958"/>
                  </a:lnTo>
                  <a:lnTo>
                    <a:pt x="1054453" y="480106"/>
                  </a:lnTo>
                  <a:lnTo>
                    <a:pt x="1055524" y="479255"/>
                  </a:lnTo>
                  <a:lnTo>
                    <a:pt x="1056596" y="478405"/>
                  </a:lnTo>
                  <a:lnTo>
                    <a:pt x="1057668" y="477557"/>
                  </a:lnTo>
                  <a:lnTo>
                    <a:pt x="1058739" y="476711"/>
                  </a:lnTo>
                  <a:lnTo>
                    <a:pt x="1059811" y="475866"/>
                  </a:lnTo>
                  <a:lnTo>
                    <a:pt x="1060882" y="475022"/>
                  </a:lnTo>
                  <a:lnTo>
                    <a:pt x="1061954" y="474180"/>
                  </a:lnTo>
                  <a:lnTo>
                    <a:pt x="1063026" y="473339"/>
                  </a:lnTo>
                  <a:lnTo>
                    <a:pt x="1064097" y="472500"/>
                  </a:lnTo>
                  <a:lnTo>
                    <a:pt x="1065169" y="471662"/>
                  </a:lnTo>
                  <a:lnTo>
                    <a:pt x="1066240" y="470826"/>
                  </a:lnTo>
                  <a:lnTo>
                    <a:pt x="1067312" y="469991"/>
                  </a:lnTo>
                  <a:lnTo>
                    <a:pt x="1068383" y="469158"/>
                  </a:lnTo>
                  <a:lnTo>
                    <a:pt x="1069455" y="468326"/>
                  </a:lnTo>
                  <a:lnTo>
                    <a:pt x="1070527" y="467495"/>
                  </a:lnTo>
                  <a:lnTo>
                    <a:pt x="1071598" y="466666"/>
                  </a:lnTo>
                  <a:lnTo>
                    <a:pt x="1072670" y="465839"/>
                  </a:lnTo>
                  <a:lnTo>
                    <a:pt x="1073741" y="465013"/>
                  </a:lnTo>
                  <a:lnTo>
                    <a:pt x="1074813" y="464189"/>
                  </a:lnTo>
                  <a:lnTo>
                    <a:pt x="1075885" y="463366"/>
                  </a:lnTo>
                  <a:lnTo>
                    <a:pt x="1076956" y="462544"/>
                  </a:lnTo>
                  <a:lnTo>
                    <a:pt x="1078028" y="461724"/>
                  </a:lnTo>
                  <a:lnTo>
                    <a:pt x="1079099" y="460906"/>
                  </a:lnTo>
                  <a:lnTo>
                    <a:pt x="1080171" y="460089"/>
                  </a:lnTo>
                  <a:lnTo>
                    <a:pt x="1081243" y="459274"/>
                  </a:lnTo>
                  <a:lnTo>
                    <a:pt x="1082314" y="458460"/>
                  </a:lnTo>
                  <a:lnTo>
                    <a:pt x="1083386" y="457648"/>
                  </a:lnTo>
                  <a:lnTo>
                    <a:pt x="1084457" y="456837"/>
                  </a:lnTo>
                  <a:lnTo>
                    <a:pt x="1085529" y="456028"/>
                  </a:lnTo>
                  <a:lnTo>
                    <a:pt x="1086601" y="455220"/>
                  </a:lnTo>
                  <a:lnTo>
                    <a:pt x="1087672" y="454414"/>
                  </a:lnTo>
                  <a:lnTo>
                    <a:pt x="1088744" y="453609"/>
                  </a:lnTo>
                  <a:lnTo>
                    <a:pt x="1089815" y="452806"/>
                  </a:lnTo>
                  <a:lnTo>
                    <a:pt x="1090887" y="452005"/>
                  </a:lnTo>
                  <a:lnTo>
                    <a:pt x="1091959" y="451205"/>
                  </a:lnTo>
                  <a:lnTo>
                    <a:pt x="1093030" y="450406"/>
                  </a:lnTo>
                  <a:lnTo>
                    <a:pt x="1094102" y="449609"/>
                  </a:lnTo>
                  <a:lnTo>
                    <a:pt x="1095173" y="448814"/>
                  </a:lnTo>
                  <a:lnTo>
                    <a:pt x="1096245" y="448020"/>
                  </a:lnTo>
                  <a:lnTo>
                    <a:pt x="1097317" y="447228"/>
                  </a:lnTo>
                  <a:lnTo>
                    <a:pt x="1098388" y="446438"/>
                  </a:lnTo>
                  <a:lnTo>
                    <a:pt x="1099460" y="445649"/>
                  </a:lnTo>
                  <a:lnTo>
                    <a:pt x="1100531" y="444861"/>
                  </a:lnTo>
                  <a:lnTo>
                    <a:pt x="1101603" y="444075"/>
                  </a:lnTo>
                  <a:lnTo>
                    <a:pt x="1102675" y="443291"/>
                  </a:lnTo>
                  <a:lnTo>
                    <a:pt x="1103746" y="442508"/>
                  </a:lnTo>
                  <a:lnTo>
                    <a:pt x="1104818" y="441727"/>
                  </a:lnTo>
                  <a:lnTo>
                    <a:pt x="1105889" y="440947"/>
                  </a:lnTo>
                  <a:lnTo>
                    <a:pt x="1106961" y="440170"/>
                  </a:lnTo>
                  <a:lnTo>
                    <a:pt x="1108033" y="439393"/>
                  </a:lnTo>
                  <a:lnTo>
                    <a:pt x="1109104" y="438618"/>
                  </a:lnTo>
                  <a:lnTo>
                    <a:pt x="1110176" y="437845"/>
                  </a:lnTo>
                  <a:lnTo>
                    <a:pt x="1111247" y="437074"/>
                  </a:lnTo>
                  <a:lnTo>
                    <a:pt x="1112319" y="436304"/>
                  </a:lnTo>
                  <a:lnTo>
                    <a:pt x="1113391" y="435535"/>
                  </a:lnTo>
                  <a:lnTo>
                    <a:pt x="1114462" y="434769"/>
                  </a:lnTo>
                  <a:lnTo>
                    <a:pt x="1115534" y="434004"/>
                  </a:lnTo>
                  <a:lnTo>
                    <a:pt x="1116605" y="433240"/>
                  </a:lnTo>
                  <a:lnTo>
                    <a:pt x="1117677" y="432478"/>
                  </a:lnTo>
                  <a:lnTo>
                    <a:pt x="1118749" y="431718"/>
                  </a:lnTo>
                  <a:lnTo>
                    <a:pt x="1119820" y="430959"/>
                  </a:lnTo>
                  <a:lnTo>
                    <a:pt x="1120892" y="430202"/>
                  </a:lnTo>
                  <a:lnTo>
                    <a:pt x="1121963" y="429447"/>
                  </a:lnTo>
                  <a:lnTo>
                    <a:pt x="1123035" y="428693"/>
                  </a:lnTo>
                  <a:lnTo>
                    <a:pt x="1124107" y="427941"/>
                  </a:lnTo>
                  <a:lnTo>
                    <a:pt x="1125178" y="427191"/>
                  </a:lnTo>
                  <a:lnTo>
                    <a:pt x="1126250" y="426442"/>
                  </a:lnTo>
                  <a:lnTo>
                    <a:pt x="1127321" y="425695"/>
                  </a:lnTo>
                  <a:lnTo>
                    <a:pt x="1128393" y="424949"/>
                  </a:lnTo>
                  <a:lnTo>
                    <a:pt x="1129465" y="424206"/>
                  </a:lnTo>
                  <a:lnTo>
                    <a:pt x="1130536" y="423463"/>
                  </a:lnTo>
                  <a:lnTo>
                    <a:pt x="1131608" y="422723"/>
                  </a:lnTo>
                  <a:lnTo>
                    <a:pt x="1132679" y="421984"/>
                  </a:lnTo>
                  <a:lnTo>
                    <a:pt x="1133751" y="421247"/>
                  </a:lnTo>
                  <a:lnTo>
                    <a:pt x="1134823" y="420511"/>
                  </a:lnTo>
                  <a:lnTo>
                    <a:pt x="1135894" y="419777"/>
                  </a:lnTo>
                  <a:lnTo>
                    <a:pt x="1136966" y="419045"/>
                  </a:lnTo>
                  <a:lnTo>
                    <a:pt x="1138037" y="418315"/>
                  </a:lnTo>
                  <a:lnTo>
                    <a:pt x="1139109" y="417586"/>
                  </a:lnTo>
                  <a:lnTo>
                    <a:pt x="1140181" y="416859"/>
                  </a:lnTo>
                  <a:lnTo>
                    <a:pt x="1141252" y="416133"/>
                  </a:lnTo>
                  <a:lnTo>
                    <a:pt x="1142324" y="415409"/>
                  </a:lnTo>
                  <a:lnTo>
                    <a:pt x="1143395" y="414687"/>
                  </a:lnTo>
                  <a:lnTo>
                    <a:pt x="1144467" y="413967"/>
                  </a:lnTo>
                  <a:lnTo>
                    <a:pt x="1145539" y="413248"/>
                  </a:lnTo>
                  <a:lnTo>
                    <a:pt x="1146610" y="412531"/>
                  </a:lnTo>
                  <a:lnTo>
                    <a:pt x="1147682" y="411816"/>
                  </a:lnTo>
                  <a:lnTo>
                    <a:pt x="1148753" y="411102"/>
                  </a:lnTo>
                  <a:lnTo>
                    <a:pt x="1149825" y="410390"/>
                  </a:lnTo>
                  <a:lnTo>
                    <a:pt x="1150897" y="409680"/>
                  </a:lnTo>
                  <a:lnTo>
                    <a:pt x="1151968" y="408971"/>
                  </a:lnTo>
                  <a:lnTo>
                    <a:pt x="1153040" y="408265"/>
                  </a:lnTo>
                  <a:lnTo>
                    <a:pt x="1154111" y="407560"/>
                  </a:lnTo>
                  <a:lnTo>
                    <a:pt x="1155183" y="406856"/>
                  </a:lnTo>
                  <a:lnTo>
                    <a:pt x="1156255" y="406155"/>
                  </a:lnTo>
                  <a:lnTo>
                    <a:pt x="1157326" y="405455"/>
                  </a:lnTo>
                  <a:lnTo>
                    <a:pt x="1158398" y="404756"/>
                  </a:lnTo>
                  <a:lnTo>
                    <a:pt x="1159469" y="404060"/>
                  </a:lnTo>
                  <a:lnTo>
                    <a:pt x="1160541" y="403365"/>
                  </a:lnTo>
                  <a:lnTo>
                    <a:pt x="1161613" y="402672"/>
                  </a:lnTo>
                  <a:lnTo>
                    <a:pt x="1162684" y="401981"/>
                  </a:lnTo>
                  <a:lnTo>
                    <a:pt x="1163756" y="401291"/>
                  </a:lnTo>
                  <a:lnTo>
                    <a:pt x="1164827" y="400604"/>
                  </a:lnTo>
                  <a:lnTo>
                    <a:pt x="1165899" y="399918"/>
                  </a:lnTo>
                  <a:lnTo>
                    <a:pt x="1166971" y="399233"/>
                  </a:lnTo>
                  <a:lnTo>
                    <a:pt x="1168042" y="398551"/>
                  </a:lnTo>
                  <a:lnTo>
                    <a:pt x="1169114" y="397870"/>
                  </a:lnTo>
                  <a:lnTo>
                    <a:pt x="1170185" y="397191"/>
                  </a:lnTo>
                  <a:lnTo>
                    <a:pt x="1171257" y="396513"/>
                  </a:lnTo>
                  <a:lnTo>
                    <a:pt x="1172329" y="395838"/>
                  </a:lnTo>
                  <a:lnTo>
                    <a:pt x="1173400" y="395164"/>
                  </a:lnTo>
                  <a:lnTo>
                    <a:pt x="1174472" y="394492"/>
                  </a:lnTo>
                  <a:lnTo>
                    <a:pt x="1175543" y="393822"/>
                  </a:lnTo>
                  <a:lnTo>
                    <a:pt x="1176615" y="393153"/>
                  </a:lnTo>
                  <a:lnTo>
                    <a:pt x="1177687" y="392487"/>
                  </a:lnTo>
                  <a:lnTo>
                    <a:pt x="1178758" y="391822"/>
                  </a:lnTo>
                  <a:lnTo>
                    <a:pt x="1179830" y="391158"/>
                  </a:lnTo>
                  <a:lnTo>
                    <a:pt x="1180901" y="390497"/>
                  </a:lnTo>
                  <a:lnTo>
                    <a:pt x="1181973" y="389837"/>
                  </a:lnTo>
                  <a:lnTo>
                    <a:pt x="1183045" y="389179"/>
                  </a:lnTo>
                  <a:lnTo>
                    <a:pt x="1184116" y="388523"/>
                  </a:lnTo>
                  <a:lnTo>
                    <a:pt x="1185188" y="387869"/>
                  </a:lnTo>
                  <a:lnTo>
                    <a:pt x="1186259" y="387217"/>
                  </a:lnTo>
                  <a:lnTo>
                    <a:pt x="1187331" y="386566"/>
                  </a:lnTo>
                  <a:lnTo>
                    <a:pt x="1188403" y="385917"/>
                  </a:lnTo>
                  <a:lnTo>
                    <a:pt x="1189474" y="385270"/>
                  </a:lnTo>
                  <a:lnTo>
                    <a:pt x="1190546" y="384625"/>
                  </a:lnTo>
                  <a:lnTo>
                    <a:pt x="1191617" y="383981"/>
                  </a:lnTo>
                  <a:lnTo>
                    <a:pt x="1192689" y="383339"/>
                  </a:lnTo>
                  <a:lnTo>
                    <a:pt x="1193761" y="382699"/>
                  </a:lnTo>
                  <a:lnTo>
                    <a:pt x="1194832" y="382061"/>
                  </a:lnTo>
                  <a:lnTo>
                    <a:pt x="1195904" y="381425"/>
                  </a:lnTo>
                  <a:lnTo>
                    <a:pt x="1196975" y="380790"/>
                  </a:lnTo>
                  <a:lnTo>
                    <a:pt x="1198047" y="380158"/>
                  </a:lnTo>
                  <a:lnTo>
                    <a:pt x="1199119" y="379527"/>
                  </a:lnTo>
                  <a:lnTo>
                    <a:pt x="1200190" y="378898"/>
                  </a:lnTo>
                  <a:lnTo>
                    <a:pt x="1201262" y="378270"/>
                  </a:lnTo>
                  <a:lnTo>
                    <a:pt x="1202333" y="377645"/>
                  </a:lnTo>
                  <a:lnTo>
                    <a:pt x="1203405" y="377021"/>
                  </a:lnTo>
                  <a:lnTo>
                    <a:pt x="1204477" y="376400"/>
                  </a:lnTo>
                  <a:lnTo>
                    <a:pt x="1205548" y="375780"/>
                  </a:lnTo>
                  <a:lnTo>
                    <a:pt x="1206620" y="375162"/>
                  </a:lnTo>
                  <a:lnTo>
                    <a:pt x="1207691" y="374545"/>
                  </a:lnTo>
                  <a:lnTo>
                    <a:pt x="1208763" y="373931"/>
                  </a:lnTo>
                  <a:lnTo>
                    <a:pt x="1209835" y="373318"/>
                  </a:lnTo>
                  <a:lnTo>
                    <a:pt x="1210906" y="372707"/>
                  </a:lnTo>
                  <a:lnTo>
                    <a:pt x="1211978" y="372099"/>
                  </a:lnTo>
                  <a:lnTo>
                    <a:pt x="1213049" y="371491"/>
                  </a:lnTo>
                  <a:lnTo>
                    <a:pt x="1214121" y="370886"/>
                  </a:lnTo>
                  <a:lnTo>
                    <a:pt x="1215193" y="370283"/>
                  </a:lnTo>
                  <a:lnTo>
                    <a:pt x="1216264" y="369681"/>
                  </a:lnTo>
                  <a:lnTo>
                    <a:pt x="1217336" y="369082"/>
                  </a:lnTo>
                  <a:lnTo>
                    <a:pt x="1218407" y="368484"/>
                  </a:lnTo>
                  <a:lnTo>
                    <a:pt x="1219479" y="367888"/>
                  </a:lnTo>
                  <a:lnTo>
                    <a:pt x="1220551" y="367294"/>
                  </a:lnTo>
                  <a:lnTo>
                    <a:pt x="1221622" y="366701"/>
                  </a:lnTo>
                  <a:lnTo>
                    <a:pt x="1222694" y="366111"/>
                  </a:lnTo>
                  <a:lnTo>
                    <a:pt x="1223765" y="365522"/>
                  </a:lnTo>
                  <a:lnTo>
                    <a:pt x="1224837" y="364936"/>
                  </a:lnTo>
                  <a:lnTo>
                    <a:pt x="1225909" y="364351"/>
                  </a:lnTo>
                  <a:lnTo>
                    <a:pt x="1226980" y="363768"/>
                  </a:lnTo>
                  <a:lnTo>
                    <a:pt x="1228052" y="363187"/>
                  </a:lnTo>
                  <a:lnTo>
                    <a:pt x="1229123" y="362607"/>
                  </a:lnTo>
                  <a:lnTo>
                    <a:pt x="1230195" y="362030"/>
                  </a:lnTo>
                  <a:lnTo>
                    <a:pt x="1231267" y="361455"/>
                  </a:lnTo>
                  <a:lnTo>
                    <a:pt x="1232338" y="360881"/>
                  </a:lnTo>
                  <a:lnTo>
                    <a:pt x="1233410" y="360309"/>
                  </a:lnTo>
                  <a:lnTo>
                    <a:pt x="1234481" y="359739"/>
                  </a:lnTo>
                  <a:lnTo>
                    <a:pt x="1235553" y="359171"/>
                  </a:lnTo>
                  <a:lnTo>
                    <a:pt x="1236625" y="358605"/>
                  </a:lnTo>
                  <a:lnTo>
                    <a:pt x="1237696" y="358041"/>
                  </a:lnTo>
                  <a:lnTo>
                    <a:pt x="1238768" y="357479"/>
                  </a:lnTo>
                  <a:lnTo>
                    <a:pt x="1239839" y="356918"/>
                  </a:lnTo>
                  <a:lnTo>
                    <a:pt x="1240911" y="356360"/>
                  </a:lnTo>
                  <a:lnTo>
                    <a:pt x="1241983" y="355803"/>
                  </a:lnTo>
                  <a:lnTo>
                    <a:pt x="1243054" y="355249"/>
                  </a:lnTo>
                  <a:lnTo>
                    <a:pt x="1244126" y="354696"/>
                  </a:lnTo>
                  <a:lnTo>
                    <a:pt x="1245197" y="354145"/>
                  </a:lnTo>
                  <a:lnTo>
                    <a:pt x="1246269" y="353596"/>
                  </a:lnTo>
                  <a:lnTo>
                    <a:pt x="1247340" y="353049"/>
                  </a:lnTo>
                  <a:lnTo>
                    <a:pt x="1248412" y="352504"/>
                  </a:lnTo>
                  <a:lnTo>
                    <a:pt x="1249484" y="351960"/>
                  </a:lnTo>
                  <a:lnTo>
                    <a:pt x="1250555" y="351419"/>
                  </a:lnTo>
                  <a:lnTo>
                    <a:pt x="1251627" y="350879"/>
                  </a:lnTo>
                  <a:lnTo>
                    <a:pt x="1252698" y="350342"/>
                  </a:lnTo>
                  <a:lnTo>
                    <a:pt x="1253770" y="349806"/>
                  </a:lnTo>
                  <a:lnTo>
                    <a:pt x="1254842" y="349272"/>
                  </a:lnTo>
                  <a:lnTo>
                    <a:pt x="1255913" y="348740"/>
                  </a:lnTo>
                  <a:lnTo>
                    <a:pt x="1256985" y="348211"/>
                  </a:lnTo>
                  <a:lnTo>
                    <a:pt x="1258056" y="347683"/>
                  </a:lnTo>
                  <a:lnTo>
                    <a:pt x="1259128" y="347156"/>
                  </a:lnTo>
                  <a:lnTo>
                    <a:pt x="1260200" y="346632"/>
                  </a:lnTo>
                  <a:lnTo>
                    <a:pt x="1261271" y="346110"/>
                  </a:lnTo>
                  <a:lnTo>
                    <a:pt x="1262343" y="345590"/>
                  </a:lnTo>
                  <a:lnTo>
                    <a:pt x="1263414" y="345071"/>
                  </a:lnTo>
                  <a:lnTo>
                    <a:pt x="1264486" y="344555"/>
                  </a:lnTo>
                  <a:lnTo>
                    <a:pt x="1265558" y="344040"/>
                  </a:lnTo>
                  <a:lnTo>
                    <a:pt x="1266629" y="343528"/>
                  </a:lnTo>
                  <a:lnTo>
                    <a:pt x="1267701" y="343017"/>
                  </a:lnTo>
                  <a:lnTo>
                    <a:pt x="1268772" y="342509"/>
                  </a:lnTo>
                  <a:lnTo>
                    <a:pt x="1269844" y="342002"/>
                  </a:lnTo>
                  <a:lnTo>
                    <a:pt x="1270916" y="341497"/>
                  </a:lnTo>
                  <a:lnTo>
                    <a:pt x="1271987" y="340994"/>
                  </a:lnTo>
                  <a:lnTo>
                    <a:pt x="1273059" y="340493"/>
                  </a:lnTo>
                  <a:lnTo>
                    <a:pt x="1274130" y="339994"/>
                  </a:lnTo>
                  <a:lnTo>
                    <a:pt x="1275202" y="339497"/>
                  </a:lnTo>
                  <a:lnTo>
                    <a:pt x="1276274" y="339002"/>
                  </a:lnTo>
                  <a:lnTo>
                    <a:pt x="1277345" y="338509"/>
                  </a:lnTo>
                  <a:lnTo>
                    <a:pt x="1278417" y="338018"/>
                  </a:lnTo>
                  <a:lnTo>
                    <a:pt x="1279488" y="337528"/>
                  </a:lnTo>
                  <a:lnTo>
                    <a:pt x="1280560" y="337041"/>
                  </a:lnTo>
                  <a:lnTo>
                    <a:pt x="1281632" y="336556"/>
                  </a:lnTo>
                  <a:lnTo>
                    <a:pt x="1282703" y="336072"/>
                  </a:lnTo>
                  <a:lnTo>
                    <a:pt x="1283775" y="335591"/>
                  </a:lnTo>
                  <a:lnTo>
                    <a:pt x="1284846" y="335111"/>
                  </a:lnTo>
                  <a:lnTo>
                    <a:pt x="1285918" y="334634"/>
                  </a:lnTo>
                  <a:lnTo>
                    <a:pt x="1286990" y="334158"/>
                  </a:lnTo>
                  <a:lnTo>
                    <a:pt x="1288061" y="333685"/>
                  </a:lnTo>
                  <a:lnTo>
                    <a:pt x="1289133" y="333213"/>
                  </a:lnTo>
                  <a:lnTo>
                    <a:pt x="1290204" y="332743"/>
                  </a:lnTo>
                  <a:lnTo>
                    <a:pt x="1291276" y="332276"/>
                  </a:lnTo>
                  <a:lnTo>
                    <a:pt x="1292348" y="331810"/>
                  </a:lnTo>
                  <a:lnTo>
                    <a:pt x="1293419" y="331346"/>
                  </a:lnTo>
                  <a:lnTo>
                    <a:pt x="1294491" y="330884"/>
                  </a:lnTo>
                  <a:lnTo>
                    <a:pt x="1295562" y="330424"/>
                  </a:lnTo>
                  <a:lnTo>
                    <a:pt x="1296634" y="329967"/>
                  </a:lnTo>
                  <a:lnTo>
                    <a:pt x="1297706" y="329511"/>
                  </a:lnTo>
                  <a:lnTo>
                    <a:pt x="1298777" y="329057"/>
                  </a:lnTo>
                  <a:lnTo>
                    <a:pt x="1299849" y="328605"/>
                  </a:lnTo>
                  <a:lnTo>
                    <a:pt x="1300920" y="328155"/>
                  </a:lnTo>
                  <a:lnTo>
                    <a:pt x="1301992" y="327707"/>
                  </a:lnTo>
                  <a:lnTo>
                    <a:pt x="1303064" y="327261"/>
                  </a:lnTo>
                  <a:lnTo>
                    <a:pt x="1304135" y="326817"/>
                  </a:lnTo>
                  <a:lnTo>
                    <a:pt x="1305207" y="326375"/>
                  </a:lnTo>
                  <a:lnTo>
                    <a:pt x="1306278" y="325935"/>
                  </a:lnTo>
                  <a:lnTo>
                    <a:pt x="1307350" y="325497"/>
                  </a:lnTo>
                  <a:lnTo>
                    <a:pt x="1308422" y="325061"/>
                  </a:lnTo>
                  <a:lnTo>
                    <a:pt x="1309493" y="324627"/>
                  </a:lnTo>
                  <a:lnTo>
                    <a:pt x="1310565" y="324194"/>
                  </a:lnTo>
                  <a:lnTo>
                    <a:pt x="1311636" y="323764"/>
                  </a:lnTo>
                  <a:lnTo>
                    <a:pt x="1312708" y="323336"/>
                  </a:lnTo>
                  <a:lnTo>
                    <a:pt x="1313780" y="322910"/>
                  </a:lnTo>
                  <a:lnTo>
                    <a:pt x="1314851" y="322486"/>
                  </a:lnTo>
                  <a:lnTo>
                    <a:pt x="1315923" y="322064"/>
                  </a:lnTo>
                  <a:lnTo>
                    <a:pt x="1316994" y="321644"/>
                  </a:lnTo>
                  <a:lnTo>
                    <a:pt x="1318066" y="321226"/>
                  </a:lnTo>
                  <a:lnTo>
                    <a:pt x="1319138" y="320809"/>
                  </a:lnTo>
                  <a:lnTo>
                    <a:pt x="1320209" y="320395"/>
                  </a:lnTo>
                  <a:lnTo>
                    <a:pt x="1321281" y="319983"/>
                  </a:lnTo>
                  <a:lnTo>
                    <a:pt x="1322352" y="319573"/>
                  </a:lnTo>
                  <a:lnTo>
                    <a:pt x="1323424" y="319165"/>
                  </a:lnTo>
                  <a:lnTo>
                    <a:pt x="1324496" y="318759"/>
                  </a:lnTo>
                  <a:lnTo>
                    <a:pt x="1325567" y="318355"/>
                  </a:lnTo>
                  <a:lnTo>
                    <a:pt x="1326639" y="317952"/>
                  </a:lnTo>
                  <a:lnTo>
                    <a:pt x="1327710" y="317552"/>
                  </a:lnTo>
                  <a:lnTo>
                    <a:pt x="1328782" y="317154"/>
                  </a:lnTo>
                  <a:lnTo>
                    <a:pt x="1329854" y="316758"/>
                  </a:lnTo>
                  <a:lnTo>
                    <a:pt x="1330925" y="316364"/>
                  </a:lnTo>
                  <a:lnTo>
                    <a:pt x="1331997" y="315972"/>
                  </a:lnTo>
                  <a:lnTo>
                    <a:pt x="1333068" y="315582"/>
                  </a:lnTo>
                  <a:lnTo>
                    <a:pt x="1334140" y="315194"/>
                  </a:lnTo>
                  <a:lnTo>
                    <a:pt x="1335212" y="314808"/>
                  </a:lnTo>
                  <a:lnTo>
                    <a:pt x="1336283" y="314424"/>
                  </a:lnTo>
                  <a:lnTo>
                    <a:pt x="1337355" y="314042"/>
                  </a:lnTo>
                  <a:lnTo>
                    <a:pt x="1338426" y="313662"/>
                  </a:lnTo>
                  <a:lnTo>
                    <a:pt x="1339498" y="313284"/>
                  </a:lnTo>
                  <a:lnTo>
                    <a:pt x="1340570" y="312908"/>
                  </a:lnTo>
                  <a:lnTo>
                    <a:pt x="1341641" y="312534"/>
                  </a:lnTo>
                  <a:lnTo>
                    <a:pt x="1342713" y="312162"/>
                  </a:lnTo>
                  <a:lnTo>
                    <a:pt x="1343784" y="311792"/>
                  </a:lnTo>
                  <a:lnTo>
                    <a:pt x="1344856" y="311424"/>
                  </a:lnTo>
                  <a:lnTo>
                    <a:pt x="1345928" y="311058"/>
                  </a:lnTo>
                  <a:lnTo>
                    <a:pt x="1346999" y="310694"/>
                  </a:lnTo>
                  <a:lnTo>
                    <a:pt x="1348071" y="310332"/>
                  </a:lnTo>
                  <a:lnTo>
                    <a:pt x="1349142" y="309972"/>
                  </a:lnTo>
                  <a:lnTo>
                    <a:pt x="1350214" y="309615"/>
                  </a:lnTo>
                  <a:lnTo>
                    <a:pt x="1351286" y="309259"/>
                  </a:lnTo>
                  <a:lnTo>
                    <a:pt x="1352357" y="308905"/>
                  </a:lnTo>
                  <a:lnTo>
                    <a:pt x="1353429" y="308553"/>
                  </a:lnTo>
                  <a:lnTo>
                    <a:pt x="1354500" y="308204"/>
                  </a:lnTo>
                  <a:lnTo>
                    <a:pt x="1355572" y="307856"/>
                  </a:lnTo>
                  <a:lnTo>
                    <a:pt x="1356644" y="307510"/>
                  </a:lnTo>
                  <a:lnTo>
                    <a:pt x="1357715" y="307167"/>
                  </a:lnTo>
                  <a:lnTo>
                    <a:pt x="1358787" y="306825"/>
                  </a:lnTo>
                  <a:lnTo>
                    <a:pt x="1359858" y="306486"/>
                  </a:lnTo>
                  <a:lnTo>
                    <a:pt x="1360930" y="306148"/>
                  </a:lnTo>
                  <a:lnTo>
                    <a:pt x="1362002" y="305813"/>
                  </a:lnTo>
                  <a:lnTo>
                    <a:pt x="1363073" y="305479"/>
                  </a:lnTo>
                  <a:lnTo>
                    <a:pt x="1364145" y="305148"/>
                  </a:lnTo>
                  <a:lnTo>
                    <a:pt x="1365216" y="304819"/>
                  </a:lnTo>
                  <a:lnTo>
                    <a:pt x="1366288" y="304491"/>
                  </a:lnTo>
                  <a:lnTo>
                    <a:pt x="1367360" y="304166"/>
                  </a:lnTo>
                  <a:lnTo>
                    <a:pt x="1368431" y="303843"/>
                  </a:lnTo>
                  <a:lnTo>
                    <a:pt x="1369503" y="303521"/>
                  </a:lnTo>
                  <a:lnTo>
                    <a:pt x="1370574" y="303202"/>
                  </a:lnTo>
                  <a:lnTo>
                    <a:pt x="1371646" y="302885"/>
                  </a:lnTo>
                  <a:lnTo>
                    <a:pt x="1372718" y="302570"/>
                  </a:lnTo>
                  <a:lnTo>
                    <a:pt x="1373789" y="302257"/>
                  </a:lnTo>
                  <a:lnTo>
                    <a:pt x="1374861" y="301946"/>
                  </a:lnTo>
                  <a:lnTo>
                    <a:pt x="1375932" y="301637"/>
                  </a:lnTo>
                  <a:lnTo>
                    <a:pt x="1377004" y="301330"/>
                  </a:lnTo>
                  <a:lnTo>
                    <a:pt x="1378076" y="301025"/>
                  </a:lnTo>
                  <a:lnTo>
                    <a:pt x="1379147" y="300722"/>
                  </a:lnTo>
                  <a:lnTo>
                    <a:pt x="1380219" y="300421"/>
                  </a:lnTo>
                  <a:lnTo>
                    <a:pt x="1381290" y="300123"/>
                  </a:lnTo>
                  <a:lnTo>
                    <a:pt x="1382362" y="299826"/>
                  </a:lnTo>
                  <a:lnTo>
                    <a:pt x="1383434" y="299531"/>
                  </a:lnTo>
                  <a:lnTo>
                    <a:pt x="1384505" y="299238"/>
                  </a:lnTo>
                  <a:lnTo>
                    <a:pt x="1385577" y="298948"/>
                  </a:lnTo>
                  <a:lnTo>
                    <a:pt x="1386648" y="298659"/>
                  </a:lnTo>
                  <a:lnTo>
                    <a:pt x="1387720" y="298373"/>
                  </a:lnTo>
                  <a:lnTo>
                    <a:pt x="1388792" y="298088"/>
                  </a:lnTo>
                  <a:lnTo>
                    <a:pt x="1389863" y="297806"/>
                  </a:lnTo>
                  <a:lnTo>
                    <a:pt x="1390935" y="297525"/>
                  </a:lnTo>
                  <a:lnTo>
                    <a:pt x="1392006" y="297247"/>
                  </a:lnTo>
                  <a:lnTo>
                    <a:pt x="1393078" y="296971"/>
                  </a:lnTo>
                  <a:lnTo>
                    <a:pt x="1394150" y="296696"/>
                  </a:lnTo>
                  <a:lnTo>
                    <a:pt x="1395221" y="296424"/>
                  </a:lnTo>
                  <a:lnTo>
                    <a:pt x="1396293" y="296154"/>
                  </a:lnTo>
                  <a:lnTo>
                    <a:pt x="1397364" y="295885"/>
                  </a:lnTo>
                  <a:lnTo>
                    <a:pt x="1398436" y="295619"/>
                  </a:lnTo>
                  <a:lnTo>
                    <a:pt x="1399508" y="295355"/>
                  </a:lnTo>
                  <a:lnTo>
                    <a:pt x="1400579" y="295092"/>
                  </a:lnTo>
                  <a:lnTo>
                    <a:pt x="1401651" y="294832"/>
                  </a:lnTo>
                  <a:lnTo>
                    <a:pt x="1402722" y="294574"/>
                  </a:lnTo>
                  <a:lnTo>
                    <a:pt x="1403794" y="294317"/>
                  </a:lnTo>
                  <a:lnTo>
                    <a:pt x="1404866" y="294063"/>
                  </a:lnTo>
                  <a:lnTo>
                    <a:pt x="1405937" y="293811"/>
                  </a:lnTo>
                  <a:lnTo>
                    <a:pt x="1407009" y="293560"/>
                  </a:lnTo>
                  <a:lnTo>
                    <a:pt x="1408080" y="293312"/>
                  </a:lnTo>
                  <a:lnTo>
                    <a:pt x="1409152" y="293065"/>
                  </a:lnTo>
                  <a:lnTo>
                    <a:pt x="1410224" y="292820"/>
                  </a:lnTo>
                  <a:lnTo>
                    <a:pt x="1411295" y="292578"/>
                  </a:lnTo>
                  <a:lnTo>
                    <a:pt x="1412367" y="292337"/>
                  </a:lnTo>
                  <a:lnTo>
                    <a:pt x="1413438" y="292098"/>
                  </a:lnTo>
                  <a:lnTo>
                    <a:pt x="1414510" y="291862"/>
                  </a:lnTo>
                  <a:lnTo>
                    <a:pt x="1415582" y="291627"/>
                  </a:lnTo>
                  <a:lnTo>
                    <a:pt x="1416653" y="291394"/>
                  </a:lnTo>
                  <a:lnTo>
                    <a:pt x="1417725" y="291163"/>
                  </a:lnTo>
                  <a:lnTo>
                    <a:pt x="1418796" y="290934"/>
                  </a:lnTo>
                  <a:lnTo>
                    <a:pt x="1419868" y="290706"/>
                  </a:lnTo>
                  <a:lnTo>
                    <a:pt x="1420939" y="290481"/>
                  </a:lnTo>
                  <a:lnTo>
                    <a:pt x="1422011" y="290258"/>
                  </a:lnTo>
                  <a:lnTo>
                    <a:pt x="1423083" y="290036"/>
                  </a:lnTo>
                  <a:lnTo>
                    <a:pt x="1424154" y="289817"/>
                  </a:lnTo>
                  <a:lnTo>
                    <a:pt x="1425226" y="289599"/>
                  </a:lnTo>
                  <a:lnTo>
                    <a:pt x="1426297" y="289383"/>
                  </a:lnTo>
                  <a:lnTo>
                    <a:pt x="1427369" y="289169"/>
                  </a:lnTo>
                  <a:lnTo>
                    <a:pt x="1428441" y="288957"/>
                  </a:lnTo>
                  <a:lnTo>
                    <a:pt x="1429512" y="288747"/>
                  </a:lnTo>
                  <a:lnTo>
                    <a:pt x="1430584" y="288539"/>
                  </a:lnTo>
                  <a:lnTo>
                    <a:pt x="1431655" y="288332"/>
                  </a:lnTo>
                  <a:lnTo>
                    <a:pt x="1432727" y="288128"/>
                  </a:lnTo>
                  <a:lnTo>
                    <a:pt x="1433799" y="287925"/>
                  </a:lnTo>
                  <a:lnTo>
                    <a:pt x="1434870" y="287724"/>
                  </a:lnTo>
                  <a:lnTo>
                    <a:pt x="1435942" y="287525"/>
                  </a:lnTo>
                  <a:lnTo>
                    <a:pt x="1437013" y="287328"/>
                  </a:lnTo>
                  <a:lnTo>
                    <a:pt x="1438085" y="287133"/>
                  </a:lnTo>
                  <a:lnTo>
                    <a:pt x="1439157" y="286939"/>
                  </a:lnTo>
                  <a:lnTo>
                    <a:pt x="1440228" y="286748"/>
                  </a:lnTo>
                  <a:lnTo>
                    <a:pt x="1441300" y="286558"/>
                  </a:lnTo>
                  <a:lnTo>
                    <a:pt x="1442371" y="286370"/>
                  </a:lnTo>
                  <a:lnTo>
                    <a:pt x="1443443" y="286183"/>
                  </a:lnTo>
                  <a:lnTo>
                    <a:pt x="1444515" y="285999"/>
                  </a:lnTo>
                  <a:lnTo>
                    <a:pt x="1445586" y="285816"/>
                  </a:lnTo>
                  <a:lnTo>
                    <a:pt x="1446658" y="285636"/>
                  </a:lnTo>
                  <a:lnTo>
                    <a:pt x="1447729" y="285457"/>
                  </a:lnTo>
                  <a:lnTo>
                    <a:pt x="1448801" y="285279"/>
                  </a:lnTo>
                  <a:lnTo>
                    <a:pt x="1449873" y="285104"/>
                  </a:lnTo>
                  <a:lnTo>
                    <a:pt x="1450944" y="284930"/>
                  </a:lnTo>
                  <a:lnTo>
                    <a:pt x="1452016" y="284758"/>
                  </a:lnTo>
                  <a:lnTo>
                    <a:pt x="1453087" y="284588"/>
                  </a:lnTo>
                  <a:lnTo>
                    <a:pt x="1454159" y="284420"/>
                  </a:lnTo>
                  <a:lnTo>
                    <a:pt x="1455231" y="284253"/>
                  </a:lnTo>
                  <a:lnTo>
                    <a:pt x="1456302" y="284088"/>
                  </a:lnTo>
                  <a:lnTo>
                    <a:pt x="1457374" y="283925"/>
                  </a:lnTo>
                  <a:lnTo>
                    <a:pt x="1458445" y="283764"/>
                  </a:lnTo>
                  <a:lnTo>
                    <a:pt x="1459517" y="283604"/>
                  </a:lnTo>
                  <a:lnTo>
                    <a:pt x="1460589" y="283446"/>
                  </a:lnTo>
                  <a:lnTo>
                    <a:pt x="1461660" y="283290"/>
                  </a:lnTo>
                  <a:lnTo>
                    <a:pt x="1462732" y="283136"/>
                  </a:lnTo>
                  <a:lnTo>
                    <a:pt x="1463803" y="282983"/>
                  </a:lnTo>
                  <a:lnTo>
                    <a:pt x="1464875" y="282832"/>
                  </a:lnTo>
                  <a:lnTo>
                    <a:pt x="1465947" y="282683"/>
                  </a:lnTo>
                  <a:lnTo>
                    <a:pt x="1467018" y="282535"/>
                  </a:lnTo>
                  <a:lnTo>
                    <a:pt x="1468090" y="282389"/>
                  </a:lnTo>
                  <a:lnTo>
                    <a:pt x="1469161" y="282245"/>
                  </a:lnTo>
                  <a:lnTo>
                    <a:pt x="1470233" y="282103"/>
                  </a:lnTo>
                  <a:lnTo>
                    <a:pt x="1471305" y="281962"/>
                  </a:lnTo>
                  <a:lnTo>
                    <a:pt x="1472376" y="281823"/>
                  </a:lnTo>
                  <a:lnTo>
                    <a:pt x="1473448" y="281685"/>
                  </a:lnTo>
                  <a:lnTo>
                    <a:pt x="1474519" y="281550"/>
                  </a:lnTo>
                  <a:lnTo>
                    <a:pt x="1475591" y="281416"/>
                  </a:lnTo>
                  <a:lnTo>
                    <a:pt x="1476663" y="281283"/>
                  </a:lnTo>
                  <a:lnTo>
                    <a:pt x="1477734" y="281152"/>
                  </a:lnTo>
                  <a:lnTo>
                    <a:pt x="1478806" y="281023"/>
                  </a:lnTo>
                  <a:lnTo>
                    <a:pt x="1479877" y="280896"/>
                  </a:lnTo>
                  <a:lnTo>
                    <a:pt x="1480949" y="280770"/>
                  </a:lnTo>
                  <a:lnTo>
                    <a:pt x="1482021" y="280646"/>
                  </a:lnTo>
                  <a:lnTo>
                    <a:pt x="1483092" y="280523"/>
                  </a:lnTo>
                  <a:lnTo>
                    <a:pt x="1484164" y="280402"/>
                  </a:lnTo>
                  <a:lnTo>
                    <a:pt x="1485235" y="280283"/>
                  </a:lnTo>
                  <a:lnTo>
                    <a:pt x="1486307" y="280165"/>
                  </a:lnTo>
                  <a:lnTo>
                    <a:pt x="1487379" y="280049"/>
                  </a:lnTo>
                  <a:lnTo>
                    <a:pt x="1488450" y="279935"/>
                  </a:lnTo>
                  <a:lnTo>
                    <a:pt x="1489522" y="279822"/>
                  </a:lnTo>
                  <a:lnTo>
                    <a:pt x="1490593" y="279710"/>
                  </a:lnTo>
                  <a:lnTo>
                    <a:pt x="1491665" y="279601"/>
                  </a:lnTo>
                  <a:lnTo>
                    <a:pt x="1492737" y="279493"/>
                  </a:lnTo>
                  <a:lnTo>
                    <a:pt x="1493808" y="279386"/>
                  </a:lnTo>
                  <a:lnTo>
                    <a:pt x="1494880" y="279281"/>
                  </a:lnTo>
                  <a:lnTo>
                    <a:pt x="1495951" y="279178"/>
                  </a:lnTo>
                  <a:lnTo>
                    <a:pt x="1497023" y="279076"/>
                  </a:lnTo>
                  <a:lnTo>
                    <a:pt x="1498095" y="278976"/>
                  </a:lnTo>
                  <a:lnTo>
                    <a:pt x="1499166" y="278877"/>
                  </a:lnTo>
                  <a:lnTo>
                    <a:pt x="1500238" y="278780"/>
                  </a:lnTo>
                  <a:lnTo>
                    <a:pt x="1501309" y="278684"/>
                  </a:lnTo>
                  <a:lnTo>
                    <a:pt x="1502381" y="278590"/>
                  </a:lnTo>
                  <a:lnTo>
                    <a:pt x="1503453" y="278497"/>
                  </a:lnTo>
                  <a:lnTo>
                    <a:pt x="1504524" y="278406"/>
                  </a:lnTo>
                  <a:lnTo>
                    <a:pt x="1505596" y="278317"/>
                  </a:lnTo>
                  <a:lnTo>
                    <a:pt x="1506667" y="278229"/>
                  </a:lnTo>
                  <a:lnTo>
                    <a:pt x="1507739" y="278142"/>
                  </a:lnTo>
                  <a:lnTo>
                    <a:pt x="1508811" y="278057"/>
                  </a:lnTo>
                  <a:lnTo>
                    <a:pt x="1509882" y="277974"/>
                  </a:lnTo>
                  <a:lnTo>
                    <a:pt x="1510954" y="277892"/>
                  </a:lnTo>
                  <a:lnTo>
                    <a:pt x="1512025" y="277811"/>
                  </a:lnTo>
                  <a:lnTo>
                    <a:pt x="1513097" y="277732"/>
                  </a:lnTo>
                  <a:lnTo>
                    <a:pt x="1514169" y="277655"/>
                  </a:lnTo>
                  <a:lnTo>
                    <a:pt x="1515240" y="277579"/>
                  </a:lnTo>
                  <a:lnTo>
                    <a:pt x="1516312" y="277504"/>
                  </a:lnTo>
                  <a:lnTo>
                    <a:pt x="1517383" y="277431"/>
                  </a:lnTo>
                  <a:lnTo>
                    <a:pt x="1518455" y="277360"/>
                  </a:lnTo>
                  <a:lnTo>
                    <a:pt x="1519527" y="277289"/>
                  </a:lnTo>
                  <a:lnTo>
                    <a:pt x="1520598" y="277221"/>
                  </a:lnTo>
                  <a:lnTo>
                    <a:pt x="1521670" y="277153"/>
                  </a:lnTo>
                  <a:lnTo>
                    <a:pt x="1522741" y="277088"/>
                  </a:lnTo>
                  <a:lnTo>
                    <a:pt x="1523813" y="277023"/>
                  </a:lnTo>
                  <a:lnTo>
                    <a:pt x="1524885" y="276960"/>
                  </a:lnTo>
                  <a:lnTo>
                    <a:pt x="1525956" y="276899"/>
                  </a:lnTo>
                  <a:lnTo>
                    <a:pt x="1527028" y="276838"/>
                  </a:lnTo>
                  <a:lnTo>
                    <a:pt x="1528099" y="276780"/>
                  </a:lnTo>
                  <a:lnTo>
                    <a:pt x="1529171" y="276722"/>
                  </a:lnTo>
                  <a:lnTo>
                    <a:pt x="1530243" y="276666"/>
                  </a:lnTo>
                  <a:lnTo>
                    <a:pt x="1531314" y="276612"/>
                  </a:lnTo>
                  <a:lnTo>
                    <a:pt x="1532386" y="276559"/>
                  </a:lnTo>
                  <a:lnTo>
                    <a:pt x="1533457" y="276507"/>
                  </a:lnTo>
                  <a:lnTo>
                    <a:pt x="1534529" y="276457"/>
                  </a:lnTo>
                  <a:lnTo>
                    <a:pt x="1535601" y="276407"/>
                  </a:lnTo>
                  <a:lnTo>
                    <a:pt x="1536672" y="276360"/>
                  </a:lnTo>
                  <a:lnTo>
                    <a:pt x="1537744" y="276314"/>
                  </a:lnTo>
                  <a:lnTo>
                    <a:pt x="1538815" y="276269"/>
                  </a:lnTo>
                  <a:lnTo>
                    <a:pt x="1539887" y="276225"/>
                  </a:lnTo>
                  <a:lnTo>
                    <a:pt x="1540959" y="276183"/>
                  </a:lnTo>
                  <a:lnTo>
                    <a:pt x="1542030" y="276142"/>
                  </a:lnTo>
                  <a:lnTo>
                    <a:pt x="1543102" y="276102"/>
                  </a:lnTo>
                  <a:lnTo>
                    <a:pt x="1544173" y="276064"/>
                  </a:lnTo>
                  <a:lnTo>
                    <a:pt x="1545245" y="276027"/>
                  </a:lnTo>
                  <a:lnTo>
                    <a:pt x="1546317" y="275992"/>
                  </a:lnTo>
                  <a:lnTo>
                    <a:pt x="1547388" y="275957"/>
                  </a:lnTo>
                  <a:lnTo>
                    <a:pt x="1548460" y="275925"/>
                  </a:lnTo>
                  <a:lnTo>
                    <a:pt x="1549531" y="275893"/>
                  </a:lnTo>
                  <a:lnTo>
                    <a:pt x="1550603" y="275863"/>
                  </a:lnTo>
                  <a:lnTo>
                    <a:pt x="1551675" y="275834"/>
                  </a:lnTo>
                  <a:lnTo>
                    <a:pt x="1552746" y="275806"/>
                  </a:lnTo>
                  <a:lnTo>
                    <a:pt x="1553818" y="275779"/>
                  </a:lnTo>
                  <a:lnTo>
                    <a:pt x="1554889" y="275754"/>
                  </a:lnTo>
                  <a:lnTo>
                    <a:pt x="1555961" y="275730"/>
                  </a:lnTo>
                  <a:lnTo>
                    <a:pt x="1557033" y="275707"/>
                  </a:lnTo>
                  <a:lnTo>
                    <a:pt x="1558104" y="275686"/>
                  </a:lnTo>
                  <a:lnTo>
                    <a:pt x="1559176" y="275666"/>
                  </a:lnTo>
                  <a:lnTo>
                    <a:pt x="1560247" y="275647"/>
                  </a:lnTo>
                  <a:lnTo>
                    <a:pt x="1561319" y="275629"/>
                  </a:lnTo>
                  <a:lnTo>
                    <a:pt x="1562391" y="275613"/>
                  </a:lnTo>
                  <a:lnTo>
                    <a:pt x="1563462" y="275598"/>
                  </a:lnTo>
                  <a:lnTo>
                    <a:pt x="1564534" y="275584"/>
                  </a:lnTo>
                  <a:lnTo>
                    <a:pt x="1565605" y="275571"/>
                  </a:lnTo>
                  <a:lnTo>
                    <a:pt x="1566677" y="275559"/>
                  </a:lnTo>
                  <a:lnTo>
                    <a:pt x="1567749" y="275549"/>
                  </a:lnTo>
                  <a:lnTo>
                    <a:pt x="1568820" y="275540"/>
                  </a:lnTo>
                  <a:lnTo>
                    <a:pt x="1569892" y="275532"/>
                  </a:lnTo>
                  <a:lnTo>
                    <a:pt x="1570963" y="275525"/>
                  </a:lnTo>
                  <a:lnTo>
                    <a:pt x="1572035" y="275520"/>
                  </a:lnTo>
                  <a:lnTo>
                    <a:pt x="1573107" y="275515"/>
                  </a:lnTo>
                  <a:lnTo>
                    <a:pt x="1574178" y="275512"/>
                  </a:lnTo>
                  <a:lnTo>
                    <a:pt x="1575250" y="275510"/>
                  </a:lnTo>
                  <a:lnTo>
                    <a:pt x="1576321" y="275509"/>
                  </a:lnTo>
                  <a:lnTo>
                    <a:pt x="1577393" y="275510"/>
                  </a:lnTo>
                  <a:lnTo>
                    <a:pt x="1578465" y="275511"/>
                  </a:lnTo>
                  <a:lnTo>
                    <a:pt x="1579536" y="275514"/>
                  </a:lnTo>
                  <a:lnTo>
                    <a:pt x="1580608" y="275518"/>
                  </a:lnTo>
                  <a:lnTo>
                    <a:pt x="1581679" y="275523"/>
                  </a:lnTo>
                  <a:lnTo>
                    <a:pt x="1582751" y="275529"/>
                  </a:lnTo>
                  <a:lnTo>
                    <a:pt x="1583823" y="275536"/>
                  </a:lnTo>
                  <a:lnTo>
                    <a:pt x="1584894" y="275544"/>
                  </a:lnTo>
                  <a:lnTo>
                    <a:pt x="1585966" y="275554"/>
                  </a:lnTo>
                  <a:lnTo>
                    <a:pt x="1587037" y="275564"/>
                  </a:lnTo>
                  <a:lnTo>
                    <a:pt x="1588109" y="275576"/>
                  </a:lnTo>
                  <a:lnTo>
                    <a:pt x="1589181" y="275588"/>
                  </a:lnTo>
                  <a:lnTo>
                    <a:pt x="1590252" y="275602"/>
                  </a:lnTo>
                  <a:lnTo>
                    <a:pt x="1591324" y="275617"/>
                  </a:lnTo>
                  <a:lnTo>
                    <a:pt x="1592395" y="275633"/>
                  </a:lnTo>
                  <a:lnTo>
                    <a:pt x="1593467" y="275650"/>
                  </a:lnTo>
                  <a:lnTo>
                    <a:pt x="1594539" y="275668"/>
                  </a:lnTo>
                  <a:lnTo>
                    <a:pt x="1595610" y="275688"/>
                  </a:lnTo>
                  <a:lnTo>
                    <a:pt x="1596682" y="275708"/>
                  </a:lnTo>
                  <a:lnTo>
                    <a:pt x="1597753" y="275729"/>
                  </a:lnTo>
                  <a:lnTo>
                    <a:pt x="1598825" y="275752"/>
                  </a:lnTo>
                  <a:lnTo>
                    <a:pt x="1599896" y="275775"/>
                  </a:lnTo>
                  <a:lnTo>
                    <a:pt x="1600968" y="275799"/>
                  </a:lnTo>
                  <a:lnTo>
                    <a:pt x="1602040" y="275825"/>
                  </a:lnTo>
                  <a:lnTo>
                    <a:pt x="1603111" y="275851"/>
                  </a:lnTo>
                  <a:lnTo>
                    <a:pt x="1604183" y="275879"/>
                  </a:lnTo>
                  <a:lnTo>
                    <a:pt x="1605254" y="275907"/>
                  </a:lnTo>
                  <a:lnTo>
                    <a:pt x="1606326" y="275937"/>
                  </a:lnTo>
                  <a:lnTo>
                    <a:pt x="1607398" y="275968"/>
                  </a:lnTo>
                  <a:lnTo>
                    <a:pt x="1608469" y="275999"/>
                  </a:lnTo>
                  <a:lnTo>
                    <a:pt x="1609541" y="276032"/>
                  </a:lnTo>
                  <a:lnTo>
                    <a:pt x="1610612" y="276065"/>
                  </a:lnTo>
                  <a:lnTo>
                    <a:pt x="1611684" y="276100"/>
                  </a:lnTo>
                  <a:lnTo>
                    <a:pt x="1612756" y="276135"/>
                  </a:lnTo>
                  <a:lnTo>
                    <a:pt x="1613827" y="276172"/>
                  </a:lnTo>
                  <a:lnTo>
                    <a:pt x="1614899" y="276209"/>
                  </a:lnTo>
                  <a:lnTo>
                    <a:pt x="1615970" y="276248"/>
                  </a:lnTo>
                  <a:lnTo>
                    <a:pt x="1617042" y="276287"/>
                  </a:lnTo>
                  <a:lnTo>
                    <a:pt x="1618114" y="276327"/>
                  </a:lnTo>
                  <a:lnTo>
                    <a:pt x="1619185" y="276368"/>
                  </a:lnTo>
                  <a:lnTo>
                    <a:pt x="1620257" y="276411"/>
                  </a:lnTo>
                  <a:lnTo>
                    <a:pt x="1621328" y="276454"/>
                  </a:lnTo>
                  <a:lnTo>
                    <a:pt x="1622400" y="276498"/>
                  </a:lnTo>
                  <a:lnTo>
                    <a:pt x="1623472" y="276543"/>
                  </a:lnTo>
                  <a:lnTo>
                    <a:pt x="1624543" y="276589"/>
                  </a:lnTo>
                  <a:lnTo>
                    <a:pt x="1625615" y="276635"/>
                  </a:lnTo>
                  <a:lnTo>
                    <a:pt x="1626686" y="276683"/>
                  </a:lnTo>
                  <a:lnTo>
                    <a:pt x="1627758" y="276732"/>
                  </a:lnTo>
                  <a:lnTo>
                    <a:pt x="1628830" y="276781"/>
                  </a:lnTo>
                  <a:lnTo>
                    <a:pt x="1629901" y="276832"/>
                  </a:lnTo>
                  <a:lnTo>
                    <a:pt x="1630973" y="276883"/>
                  </a:lnTo>
                  <a:lnTo>
                    <a:pt x="1632044" y="276935"/>
                  </a:lnTo>
                  <a:lnTo>
                    <a:pt x="1633116" y="276988"/>
                  </a:lnTo>
                  <a:lnTo>
                    <a:pt x="1634188" y="277042"/>
                  </a:lnTo>
                  <a:lnTo>
                    <a:pt x="1635259" y="277096"/>
                  </a:lnTo>
                  <a:lnTo>
                    <a:pt x="1636331" y="277152"/>
                  </a:lnTo>
                  <a:lnTo>
                    <a:pt x="1637402" y="277208"/>
                  </a:lnTo>
                  <a:lnTo>
                    <a:pt x="1638474" y="277266"/>
                  </a:lnTo>
                  <a:lnTo>
                    <a:pt x="1639546" y="277324"/>
                  </a:lnTo>
                  <a:lnTo>
                    <a:pt x="1640617" y="277383"/>
                  </a:lnTo>
                  <a:lnTo>
                    <a:pt x="1641689" y="277442"/>
                  </a:lnTo>
                  <a:lnTo>
                    <a:pt x="1642760" y="277503"/>
                  </a:lnTo>
                  <a:lnTo>
                    <a:pt x="1643832" y="277564"/>
                  </a:lnTo>
                  <a:lnTo>
                    <a:pt x="1644904" y="277626"/>
                  </a:lnTo>
                  <a:lnTo>
                    <a:pt x="1645975" y="277689"/>
                  </a:lnTo>
                  <a:lnTo>
                    <a:pt x="1647047" y="277753"/>
                  </a:lnTo>
                  <a:lnTo>
                    <a:pt x="1648118" y="277818"/>
                  </a:lnTo>
                  <a:lnTo>
                    <a:pt x="1649190" y="277883"/>
                  </a:lnTo>
                  <a:lnTo>
                    <a:pt x="1650262" y="277949"/>
                  </a:lnTo>
                  <a:lnTo>
                    <a:pt x="1651333" y="278016"/>
                  </a:lnTo>
                  <a:lnTo>
                    <a:pt x="1652405" y="278084"/>
                  </a:lnTo>
                  <a:lnTo>
                    <a:pt x="1653476" y="278152"/>
                  </a:lnTo>
                  <a:lnTo>
                    <a:pt x="1654548" y="278221"/>
                  </a:lnTo>
                  <a:lnTo>
                    <a:pt x="1655620" y="278291"/>
                  </a:lnTo>
                  <a:lnTo>
                    <a:pt x="1656691" y="278362"/>
                  </a:lnTo>
                  <a:lnTo>
                    <a:pt x="1657763" y="278433"/>
                  </a:lnTo>
                  <a:lnTo>
                    <a:pt x="1658834" y="278506"/>
                  </a:lnTo>
                  <a:lnTo>
                    <a:pt x="1659906" y="278579"/>
                  </a:lnTo>
                  <a:lnTo>
                    <a:pt x="1660978" y="278652"/>
                  </a:lnTo>
                  <a:lnTo>
                    <a:pt x="1662049" y="278726"/>
                  </a:lnTo>
                  <a:lnTo>
                    <a:pt x="1663121" y="278802"/>
                  </a:lnTo>
                  <a:lnTo>
                    <a:pt x="1664192" y="278877"/>
                  </a:lnTo>
                  <a:lnTo>
                    <a:pt x="1665264" y="278954"/>
                  </a:lnTo>
                  <a:lnTo>
                    <a:pt x="1666336" y="279031"/>
                  </a:lnTo>
                  <a:lnTo>
                    <a:pt x="1667407" y="279109"/>
                  </a:lnTo>
                  <a:lnTo>
                    <a:pt x="1668479" y="279187"/>
                  </a:lnTo>
                  <a:lnTo>
                    <a:pt x="1669550" y="279266"/>
                  </a:lnTo>
                  <a:lnTo>
                    <a:pt x="1670622" y="279346"/>
                  </a:lnTo>
                  <a:lnTo>
                    <a:pt x="1671694" y="279427"/>
                  </a:lnTo>
                  <a:lnTo>
                    <a:pt x="1672765" y="279508"/>
                  </a:lnTo>
                  <a:lnTo>
                    <a:pt x="1673837" y="279590"/>
                  </a:lnTo>
                  <a:lnTo>
                    <a:pt x="1674908" y="279672"/>
                  </a:lnTo>
                  <a:lnTo>
                    <a:pt x="1675980" y="279755"/>
                  </a:lnTo>
                  <a:lnTo>
                    <a:pt x="1677052" y="279839"/>
                  </a:lnTo>
                  <a:lnTo>
                    <a:pt x="1678123" y="279924"/>
                  </a:lnTo>
                  <a:lnTo>
                    <a:pt x="1679195" y="280009"/>
                  </a:lnTo>
                  <a:lnTo>
                    <a:pt x="1680266" y="280094"/>
                  </a:lnTo>
                  <a:lnTo>
                    <a:pt x="1681338" y="280181"/>
                  </a:lnTo>
                  <a:lnTo>
                    <a:pt x="1682410" y="280267"/>
                  </a:lnTo>
                  <a:lnTo>
                    <a:pt x="1683481" y="280355"/>
                  </a:lnTo>
                  <a:lnTo>
                    <a:pt x="1684553" y="280443"/>
                  </a:lnTo>
                  <a:lnTo>
                    <a:pt x="1685624" y="280532"/>
                  </a:lnTo>
                  <a:lnTo>
                    <a:pt x="1686696" y="280621"/>
                  </a:lnTo>
                  <a:lnTo>
                    <a:pt x="1687768" y="280711"/>
                  </a:lnTo>
                  <a:lnTo>
                    <a:pt x="1688839" y="280801"/>
                  </a:lnTo>
                  <a:lnTo>
                    <a:pt x="1689911" y="280892"/>
                  </a:lnTo>
                  <a:lnTo>
                    <a:pt x="1690982" y="280984"/>
                  </a:lnTo>
                  <a:lnTo>
                    <a:pt x="1692054" y="281076"/>
                  </a:lnTo>
                  <a:lnTo>
                    <a:pt x="1693126" y="281168"/>
                  </a:lnTo>
                  <a:lnTo>
                    <a:pt x="1694197" y="281262"/>
                  </a:lnTo>
                  <a:lnTo>
                    <a:pt x="1695269" y="281355"/>
                  </a:lnTo>
                  <a:lnTo>
                    <a:pt x="1696340" y="281450"/>
                  </a:lnTo>
                  <a:lnTo>
                    <a:pt x="1697412" y="281545"/>
                  </a:lnTo>
                  <a:lnTo>
                    <a:pt x="1698484" y="281640"/>
                  </a:lnTo>
                  <a:lnTo>
                    <a:pt x="1699555" y="281736"/>
                  </a:lnTo>
                  <a:lnTo>
                    <a:pt x="1700627" y="281832"/>
                  </a:lnTo>
                  <a:lnTo>
                    <a:pt x="1701698" y="281929"/>
                  </a:lnTo>
                  <a:lnTo>
                    <a:pt x="1702770" y="282026"/>
                  </a:lnTo>
                  <a:lnTo>
                    <a:pt x="1703842" y="282124"/>
                  </a:lnTo>
                  <a:lnTo>
                    <a:pt x="1704913" y="282223"/>
                  </a:lnTo>
                  <a:lnTo>
                    <a:pt x="1705985" y="282322"/>
                  </a:lnTo>
                  <a:lnTo>
                    <a:pt x="1707056" y="282421"/>
                  </a:lnTo>
                  <a:lnTo>
                    <a:pt x="1708128" y="282521"/>
                  </a:lnTo>
                  <a:lnTo>
                    <a:pt x="1709200" y="282621"/>
                  </a:lnTo>
                  <a:lnTo>
                    <a:pt x="1710271" y="282722"/>
                  </a:lnTo>
                  <a:lnTo>
                    <a:pt x="1711343" y="282823"/>
                  </a:lnTo>
                  <a:lnTo>
                    <a:pt x="1712414" y="282925"/>
                  </a:lnTo>
                  <a:lnTo>
                    <a:pt x="1713486" y="283027"/>
                  </a:lnTo>
                  <a:lnTo>
                    <a:pt x="1714558" y="283129"/>
                  </a:lnTo>
                  <a:lnTo>
                    <a:pt x="1715629" y="283232"/>
                  </a:lnTo>
                  <a:lnTo>
                    <a:pt x="1716701" y="283336"/>
                  </a:lnTo>
                  <a:lnTo>
                    <a:pt x="1717772" y="283440"/>
                  </a:lnTo>
                  <a:lnTo>
                    <a:pt x="1718844" y="283544"/>
                  </a:lnTo>
                  <a:lnTo>
                    <a:pt x="1719916" y="283648"/>
                  </a:lnTo>
                  <a:lnTo>
                    <a:pt x="1720987" y="283754"/>
                  </a:lnTo>
                  <a:lnTo>
                    <a:pt x="1722059" y="283859"/>
                  </a:lnTo>
                  <a:lnTo>
                    <a:pt x="1723130" y="283965"/>
                  </a:lnTo>
                  <a:lnTo>
                    <a:pt x="1724202" y="284071"/>
                  </a:lnTo>
                  <a:lnTo>
                    <a:pt x="1725274" y="284178"/>
                  </a:lnTo>
                  <a:lnTo>
                    <a:pt x="1726345" y="284285"/>
                  </a:lnTo>
                  <a:lnTo>
                    <a:pt x="1727417" y="284392"/>
                  </a:lnTo>
                  <a:lnTo>
                    <a:pt x="1728488" y="284500"/>
                  </a:lnTo>
                  <a:lnTo>
                    <a:pt x="1729560" y="284608"/>
                  </a:lnTo>
                  <a:lnTo>
                    <a:pt x="1730632" y="284717"/>
                  </a:lnTo>
                  <a:lnTo>
                    <a:pt x="1731703" y="284825"/>
                  </a:lnTo>
                  <a:lnTo>
                    <a:pt x="1732775" y="284935"/>
                  </a:lnTo>
                  <a:lnTo>
                    <a:pt x="1733846" y="285044"/>
                  </a:lnTo>
                  <a:lnTo>
                    <a:pt x="1734918" y="285154"/>
                  </a:lnTo>
                  <a:lnTo>
                    <a:pt x="1735990" y="285264"/>
                  </a:lnTo>
                  <a:lnTo>
                    <a:pt x="1737061" y="285375"/>
                  </a:lnTo>
                  <a:lnTo>
                    <a:pt x="1738133" y="285486"/>
                  </a:lnTo>
                  <a:lnTo>
                    <a:pt x="1739204" y="285597"/>
                  </a:lnTo>
                  <a:lnTo>
                    <a:pt x="1740276" y="285708"/>
                  </a:lnTo>
                  <a:lnTo>
                    <a:pt x="1741348" y="285820"/>
                  </a:lnTo>
                  <a:lnTo>
                    <a:pt x="1742419" y="285932"/>
                  </a:lnTo>
                  <a:lnTo>
                    <a:pt x="1743491" y="286044"/>
                  </a:lnTo>
                  <a:lnTo>
                    <a:pt x="1744562" y="286157"/>
                  </a:lnTo>
                  <a:lnTo>
                    <a:pt x="1745634" y="286270"/>
                  </a:lnTo>
                  <a:lnTo>
                    <a:pt x="1746706" y="286383"/>
                  </a:lnTo>
                  <a:lnTo>
                    <a:pt x="1747777" y="286496"/>
                  </a:lnTo>
                  <a:lnTo>
                    <a:pt x="1748849" y="286610"/>
                  </a:lnTo>
                  <a:lnTo>
                    <a:pt x="1749920" y="286724"/>
                  </a:lnTo>
                  <a:lnTo>
                    <a:pt x="1750992" y="286838"/>
                  </a:lnTo>
                  <a:lnTo>
                    <a:pt x="1752064" y="286953"/>
                  </a:lnTo>
                  <a:lnTo>
                    <a:pt x="1753135" y="287067"/>
                  </a:lnTo>
                  <a:lnTo>
                    <a:pt x="1754207" y="287182"/>
                  </a:lnTo>
                  <a:lnTo>
                    <a:pt x="1755278" y="287297"/>
                  </a:lnTo>
                  <a:lnTo>
                    <a:pt x="1756350" y="287413"/>
                  </a:lnTo>
                  <a:lnTo>
                    <a:pt x="1757422" y="287528"/>
                  </a:lnTo>
                  <a:lnTo>
                    <a:pt x="1758493" y="287644"/>
                  </a:lnTo>
                  <a:lnTo>
                    <a:pt x="1759565" y="287760"/>
                  </a:lnTo>
                  <a:lnTo>
                    <a:pt x="1760636" y="287876"/>
                  </a:lnTo>
                  <a:lnTo>
                    <a:pt x="1761708" y="287993"/>
                  </a:lnTo>
                  <a:lnTo>
                    <a:pt x="1762780" y="288109"/>
                  </a:lnTo>
                  <a:lnTo>
                    <a:pt x="1763851" y="288226"/>
                  </a:lnTo>
                  <a:lnTo>
                    <a:pt x="1764923" y="288343"/>
                  </a:lnTo>
                  <a:lnTo>
                    <a:pt x="1765994" y="288460"/>
                  </a:lnTo>
                  <a:lnTo>
                    <a:pt x="1767066" y="288578"/>
                  </a:lnTo>
                  <a:lnTo>
                    <a:pt x="1768138" y="288695"/>
                  </a:lnTo>
                  <a:lnTo>
                    <a:pt x="1769209" y="288813"/>
                  </a:lnTo>
                  <a:lnTo>
                    <a:pt x="1770281" y="288931"/>
                  </a:lnTo>
                  <a:lnTo>
                    <a:pt x="1771352" y="289048"/>
                  </a:lnTo>
                  <a:lnTo>
                    <a:pt x="1772424" y="289166"/>
                  </a:lnTo>
                  <a:lnTo>
                    <a:pt x="1773496" y="289285"/>
                  </a:lnTo>
                  <a:lnTo>
                    <a:pt x="1774567" y="289403"/>
                  </a:lnTo>
                  <a:lnTo>
                    <a:pt x="1775639" y="289521"/>
                  </a:lnTo>
                  <a:lnTo>
                    <a:pt x="1776710" y="289640"/>
                  </a:lnTo>
                  <a:lnTo>
                    <a:pt x="1777782" y="289759"/>
                  </a:lnTo>
                  <a:lnTo>
                    <a:pt x="1778853" y="289877"/>
                  </a:lnTo>
                  <a:lnTo>
                    <a:pt x="1779925" y="289996"/>
                  </a:lnTo>
                  <a:lnTo>
                    <a:pt x="1780997" y="290115"/>
                  </a:lnTo>
                  <a:lnTo>
                    <a:pt x="1782068" y="290234"/>
                  </a:lnTo>
                  <a:lnTo>
                    <a:pt x="1783140" y="290354"/>
                  </a:lnTo>
                  <a:lnTo>
                    <a:pt x="1784211" y="290473"/>
                  </a:lnTo>
                  <a:lnTo>
                    <a:pt x="1785283" y="290592"/>
                  </a:lnTo>
                  <a:lnTo>
                    <a:pt x="1786355" y="290711"/>
                  </a:lnTo>
                  <a:lnTo>
                    <a:pt x="1787426" y="290831"/>
                  </a:lnTo>
                  <a:lnTo>
                    <a:pt x="1788498" y="290950"/>
                  </a:lnTo>
                  <a:lnTo>
                    <a:pt x="1789569" y="291070"/>
                  </a:lnTo>
                  <a:lnTo>
                    <a:pt x="1790641" y="291190"/>
                  </a:lnTo>
                  <a:lnTo>
                    <a:pt x="1791713" y="291309"/>
                  </a:lnTo>
                  <a:lnTo>
                    <a:pt x="1792784" y="291429"/>
                  </a:lnTo>
                  <a:lnTo>
                    <a:pt x="1793856" y="291549"/>
                  </a:lnTo>
                  <a:lnTo>
                    <a:pt x="1794927" y="291668"/>
                  </a:lnTo>
                  <a:lnTo>
                    <a:pt x="1795999" y="291788"/>
                  </a:lnTo>
                  <a:lnTo>
                    <a:pt x="1797071" y="291908"/>
                  </a:lnTo>
                  <a:lnTo>
                    <a:pt x="1798142" y="292027"/>
                  </a:lnTo>
                  <a:lnTo>
                    <a:pt x="1799214" y="292147"/>
                  </a:lnTo>
                  <a:lnTo>
                    <a:pt x="1800285" y="292267"/>
                  </a:lnTo>
                  <a:lnTo>
                    <a:pt x="1801357" y="292387"/>
                  </a:lnTo>
                  <a:lnTo>
                    <a:pt x="1802429" y="292506"/>
                  </a:lnTo>
                  <a:lnTo>
                    <a:pt x="1803500" y="292626"/>
                  </a:lnTo>
                  <a:lnTo>
                    <a:pt x="1804572" y="292746"/>
                  </a:lnTo>
                  <a:lnTo>
                    <a:pt x="1805643" y="292866"/>
                  </a:lnTo>
                  <a:lnTo>
                    <a:pt x="1806715" y="292985"/>
                  </a:lnTo>
                  <a:lnTo>
                    <a:pt x="1807787" y="293105"/>
                  </a:lnTo>
                  <a:lnTo>
                    <a:pt x="1808858" y="293224"/>
                  </a:lnTo>
                  <a:lnTo>
                    <a:pt x="1809930" y="293344"/>
                  </a:lnTo>
                  <a:lnTo>
                    <a:pt x="1811001" y="293463"/>
                  </a:lnTo>
                  <a:lnTo>
                    <a:pt x="1812073" y="293583"/>
                  </a:lnTo>
                  <a:lnTo>
                    <a:pt x="1813145" y="293702"/>
                  </a:lnTo>
                  <a:lnTo>
                    <a:pt x="1814216" y="293821"/>
                  </a:lnTo>
                  <a:lnTo>
                    <a:pt x="1815288" y="293940"/>
                  </a:lnTo>
                  <a:lnTo>
                    <a:pt x="1816359" y="294059"/>
                  </a:lnTo>
                  <a:lnTo>
                    <a:pt x="1817431" y="294178"/>
                  </a:lnTo>
                  <a:lnTo>
                    <a:pt x="1818503" y="294297"/>
                  </a:lnTo>
                  <a:lnTo>
                    <a:pt x="1819574" y="294416"/>
                  </a:lnTo>
                  <a:lnTo>
                    <a:pt x="1820646" y="294535"/>
                  </a:lnTo>
                  <a:lnTo>
                    <a:pt x="1821717" y="294653"/>
                  </a:lnTo>
                  <a:lnTo>
                    <a:pt x="1822789" y="294772"/>
                  </a:lnTo>
                  <a:lnTo>
                    <a:pt x="1823861" y="294890"/>
                  </a:lnTo>
                  <a:lnTo>
                    <a:pt x="1824932" y="295008"/>
                  </a:lnTo>
                  <a:lnTo>
                    <a:pt x="1826004" y="295126"/>
                  </a:lnTo>
                  <a:lnTo>
                    <a:pt x="1827075" y="295244"/>
                  </a:lnTo>
                  <a:lnTo>
                    <a:pt x="1828147" y="295362"/>
                  </a:lnTo>
                  <a:lnTo>
                    <a:pt x="1829219" y="295479"/>
                  </a:lnTo>
                  <a:lnTo>
                    <a:pt x="1830290" y="295597"/>
                  </a:lnTo>
                  <a:lnTo>
                    <a:pt x="1831362" y="295714"/>
                  </a:lnTo>
                  <a:lnTo>
                    <a:pt x="1832433" y="295831"/>
                  </a:lnTo>
                  <a:lnTo>
                    <a:pt x="1833505" y="295948"/>
                  </a:lnTo>
                  <a:lnTo>
                    <a:pt x="1834577" y="296065"/>
                  </a:lnTo>
                  <a:lnTo>
                    <a:pt x="1835648" y="296182"/>
                  </a:lnTo>
                  <a:lnTo>
                    <a:pt x="1836720" y="296298"/>
                  </a:lnTo>
                  <a:lnTo>
                    <a:pt x="1837791" y="296414"/>
                  </a:lnTo>
                  <a:lnTo>
                    <a:pt x="1838863" y="296530"/>
                  </a:lnTo>
                  <a:lnTo>
                    <a:pt x="1839935" y="296646"/>
                  </a:lnTo>
                  <a:lnTo>
                    <a:pt x="1841006" y="296762"/>
                  </a:lnTo>
                  <a:lnTo>
                    <a:pt x="1842078" y="296877"/>
                  </a:lnTo>
                  <a:lnTo>
                    <a:pt x="1843149" y="296992"/>
                  </a:lnTo>
                  <a:lnTo>
                    <a:pt x="1844221" y="297107"/>
                  </a:lnTo>
                  <a:lnTo>
                    <a:pt x="1845293" y="297222"/>
                  </a:lnTo>
                  <a:lnTo>
                    <a:pt x="1846364" y="297336"/>
                  </a:lnTo>
                  <a:lnTo>
                    <a:pt x="1847436" y="297450"/>
                  </a:lnTo>
                  <a:lnTo>
                    <a:pt x="1848507" y="297564"/>
                  </a:lnTo>
                  <a:lnTo>
                    <a:pt x="1849579" y="297678"/>
                  </a:lnTo>
                  <a:lnTo>
                    <a:pt x="1850651" y="297792"/>
                  </a:lnTo>
                  <a:lnTo>
                    <a:pt x="1851722" y="297905"/>
                  </a:lnTo>
                  <a:lnTo>
                    <a:pt x="1852794" y="298018"/>
                  </a:lnTo>
                  <a:lnTo>
                    <a:pt x="1853865" y="298130"/>
                  </a:lnTo>
                  <a:lnTo>
                    <a:pt x="1854937" y="298243"/>
                  </a:lnTo>
                  <a:lnTo>
                    <a:pt x="1856009" y="298355"/>
                  </a:lnTo>
                  <a:lnTo>
                    <a:pt x="1857080" y="298467"/>
                  </a:lnTo>
                  <a:lnTo>
                    <a:pt x="1858152" y="298578"/>
                  </a:lnTo>
                  <a:lnTo>
                    <a:pt x="1859223" y="298689"/>
                  </a:lnTo>
                  <a:lnTo>
                    <a:pt x="1860295" y="298800"/>
                  </a:lnTo>
                  <a:lnTo>
                    <a:pt x="1861367" y="298911"/>
                  </a:lnTo>
                  <a:lnTo>
                    <a:pt x="1862438" y="299021"/>
                  </a:lnTo>
                  <a:lnTo>
                    <a:pt x="1863510" y="299131"/>
                  </a:lnTo>
                  <a:lnTo>
                    <a:pt x="1864581" y="299241"/>
                  </a:lnTo>
                  <a:lnTo>
                    <a:pt x="1865653" y="299350"/>
                  </a:lnTo>
                  <a:lnTo>
                    <a:pt x="1866725" y="299459"/>
                  </a:lnTo>
                  <a:lnTo>
                    <a:pt x="1867796" y="299568"/>
                  </a:lnTo>
                  <a:lnTo>
                    <a:pt x="1868868" y="299676"/>
                  </a:lnTo>
                  <a:lnTo>
                    <a:pt x="1869939" y="299784"/>
                  </a:lnTo>
                  <a:lnTo>
                    <a:pt x="1871011" y="299891"/>
                  </a:lnTo>
                  <a:lnTo>
                    <a:pt x="1872083" y="299998"/>
                  </a:lnTo>
                  <a:lnTo>
                    <a:pt x="1873154" y="300105"/>
                  </a:lnTo>
                  <a:lnTo>
                    <a:pt x="1874226" y="300212"/>
                  </a:lnTo>
                  <a:lnTo>
                    <a:pt x="1875297" y="300318"/>
                  </a:lnTo>
                  <a:lnTo>
                    <a:pt x="1876369" y="300423"/>
                  </a:lnTo>
                  <a:lnTo>
                    <a:pt x="1877441" y="300529"/>
                  </a:lnTo>
                  <a:lnTo>
                    <a:pt x="1878512" y="300633"/>
                  </a:lnTo>
                  <a:lnTo>
                    <a:pt x="1879584" y="300738"/>
                  </a:lnTo>
                  <a:lnTo>
                    <a:pt x="1880655" y="300842"/>
                  </a:lnTo>
                  <a:lnTo>
                    <a:pt x="1881727" y="300946"/>
                  </a:lnTo>
                  <a:lnTo>
                    <a:pt x="1882799" y="301049"/>
                  </a:lnTo>
                  <a:lnTo>
                    <a:pt x="1883870" y="301152"/>
                  </a:lnTo>
                  <a:lnTo>
                    <a:pt x="1884942" y="301254"/>
                  </a:lnTo>
                  <a:lnTo>
                    <a:pt x="1886013" y="301356"/>
                  </a:lnTo>
                  <a:lnTo>
                    <a:pt x="1887085" y="301457"/>
                  </a:lnTo>
                  <a:lnTo>
                    <a:pt x="1888157" y="301558"/>
                  </a:lnTo>
                  <a:lnTo>
                    <a:pt x="1889228" y="301659"/>
                  </a:lnTo>
                  <a:lnTo>
                    <a:pt x="1890300" y="301759"/>
                  </a:lnTo>
                  <a:lnTo>
                    <a:pt x="1891371" y="301859"/>
                  </a:lnTo>
                  <a:lnTo>
                    <a:pt x="1892443" y="301958"/>
                  </a:lnTo>
                  <a:lnTo>
                    <a:pt x="1893515" y="302057"/>
                  </a:lnTo>
                  <a:lnTo>
                    <a:pt x="1894586" y="302155"/>
                  </a:lnTo>
                  <a:lnTo>
                    <a:pt x="1895658" y="302253"/>
                  </a:lnTo>
                  <a:lnTo>
                    <a:pt x="1896729" y="302350"/>
                  </a:lnTo>
                  <a:lnTo>
                    <a:pt x="1897801" y="302447"/>
                  </a:lnTo>
                  <a:lnTo>
                    <a:pt x="1898873" y="302543"/>
                  </a:lnTo>
                  <a:lnTo>
                    <a:pt x="1899944" y="302639"/>
                  </a:lnTo>
                  <a:lnTo>
                    <a:pt x="1901016" y="302734"/>
                  </a:lnTo>
                  <a:lnTo>
                    <a:pt x="1902087" y="302829"/>
                  </a:lnTo>
                  <a:lnTo>
                    <a:pt x="1903159" y="302923"/>
                  </a:lnTo>
                  <a:lnTo>
                    <a:pt x="1904231" y="303017"/>
                  </a:lnTo>
                  <a:lnTo>
                    <a:pt x="1905302" y="303110"/>
                  </a:lnTo>
                  <a:lnTo>
                    <a:pt x="1906374" y="303203"/>
                  </a:lnTo>
                  <a:lnTo>
                    <a:pt x="1907445" y="303295"/>
                  </a:lnTo>
                  <a:lnTo>
                    <a:pt x="1908517" y="303386"/>
                  </a:lnTo>
                  <a:lnTo>
                    <a:pt x="1909589" y="303477"/>
                  </a:lnTo>
                  <a:lnTo>
                    <a:pt x="1910660" y="303568"/>
                  </a:lnTo>
                  <a:lnTo>
                    <a:pt x="1911732" y="303658"/>
                  </a:lnTo>
                  <a:lnTo>
                    <a:pt x="1912803" y="303747"/>
                  </a:lnTo>
                  <a:lnTo>
                    <a:pt x="1913875" y="303836"/>
                  </a:lnTo>
                  <a:lnTo>
                    <a:pt x="1914947" y="303924"/>
                  </a:lnTo>
                  <a:lnTo>
                    <a:pt x="1916018" y="304011"/>
                  </a:lnTo>
                  <a:lnTo>
                    <a:pt x="1917090" y="304098"/>
                  </a:lnTo>
                  <a:lnTo>
                    <a:pt x="1918161" y="304185"/>
                  </a:lnTo>
                  <a:lnTo>
                    <a:pt x="1919233" y="304271"/>
                  </a:lnTo>
                  <a:lnTo>
                    <a:pt x="1920305" y="304356"/>
                  </a:lnTo>
                  <a:lnTo>
                    <a:pt x="1921376" y="304441"/>
                  </a:lnTo>
                  <a:lnTo>
                    <a:pt x="1922448" y="304525"/>
                  </a:lnTo>
                  <a:lnTo>
                    <a:pt x="1923519" y="304608"/>
                  </a:lnTo>
                  <a:lnTo>
                    <a:pt x="1924591" y="304691"/>
                  </a:lnTo>
                  <a:lnTo>
                    <a:pt x="1925663" y="304773"/>
                  </a:lnTo>
                  <a:lnTo>
                    <a:pt x="1926734" y="304855"/>
                  </a:lnTo>
                  <a:lnTo>
                    <a:pt x="1927806" y="304936"/>
                  </a:lnTo>
                  <a:lnTo>
                    <a:pt x="1928877" y="305017"/>
                  </a:lnTo>
                  <a:lnTo>
                    <a:pt x="1929949" y="305097"/>
                  </a:lnTo>
                  <a:lnTo>
                    <a:pt x="1931021" y="305177"/>
                  </a:lnTo>
                  <a:lnTo>
                    <a:pt x="1932092" y="305256"/>
                  </a:lnTo>
                  <a:lnTo>
                    <a:pt x="1933164" y="305334"/>
                  </a:lnTo>
                  <a:lnTo>
                    <a:pt x="1934235" y="305412"/>
                  </a:lnTo>
                  <a:lnTo>
                    <a:pt x="1935307" y="305489"/>
                  </a:lnTo>
                  <a:lnTo>
                    <a:pt x="1936379" y="305566"/>
                  </a:lnTo>
                  <a:lnTo>
                    <a:pt x="1937450" y="305642"/>
                  </a:lnTo>
                  <a:lnTo>
                    <a:pt x="1938522" y="305717"/>
                  </a:lnTo>
                  <a:lnTo>
                    <a:pt x="1939593" y="305792"/>
                  </a:lnTo>
                  <a:lnTo>
                    <a:pt x="1940665" y="305867"/>
                  </a:lnTo>
                  <a:lnTo>
                    <a:pt x="1941737" y="305940"/>
                  </a:lnTo>
                  <a:lnTo>
                    <a:pt x="1942808" y="306014"/>
                  </a:lnTo>
                  <a:lnTo>
                    <a:pt x="1943880" y="306086"/>
                  </a:lnTo>
                  <a:lnTo>
                    <a:pt x="1944951" y="306158"/>
                  </a:lnTo>
                  <a:lnTo>
                    <a:pt x="1946023" y="306230"/>
                  </a:lnTo>
                  <a:lnTo>
                    <a:pt x="1947095" y="306301"/>
                  </a:lnTo>
                  <a:lnTo>
                    <a:pt x="1948166" y="306371"/>
                  </a:lnTo>
                  <a:lnTo>
                    <a:pt x="1949238" y="306441"/>
                  </a:lnTo>
                  <a:lnTo>
                    <a:pt x="1950309" y="306511"/>
                  </a:lnTo>
                  <a:lnTo>
                    <a:pt x="1951381" y="306579"/>
                  </a:lnTo>
                  <a:lnTo>
                    <a:pt x="1952453" y="306648"/>
                  </a:lnTo>
                  <a:lnTo>
                    <a:pt x="1953524" y="306715"/>
                  </a:lnTo>
                  <a:lnTo>
                    <a:pt x="1954596" y="306782"/>
                  </a:lnTo>
                  <a:lnTo>
                    <a:pt x="1955667" y="306849"/>
                  </a:lnTo>
                  <a:lnTo>
                    <a:pt x="1956739" y="306915"/>
                  </a:lnTo>
                  <a:lnTo>
                    <a:pt x="1957810" y="306980"/>
                  </a:lnTo>
                  <a:lnTo>
                    <a:pt x="1958882" y="307045"/>
                  </a:lnTo>
                  <a:lnTo>
                    <a:pt x="1959954" y="307109"/>
                  </a:lnTo>
                  <a:lnTo>
                    <a:pt x="1961025" y="307173"/>
                  </a:lnTo>
                  <a:lnTo>
                    <a:pt x="1962097" y="307236"/>
                  </a:lnTo>
                  <a:lnTo>
                    <a:pt x="1963168" y="307299"/>
                  </a:lnTo>
                  <a:lnTo>
                    <a:pt x="1964240" y="307361"/>
                  </a:lnTo>
                  <a:lnTo>
                    <a:pt x="1965312" y="307422"/>
                  </a:lnTo>
                  <a:lnTo>
                    <a:pt x="1966383" y="307483"/>
                  </a:lnTo>
                  <a:lnTo>
                    <a:pt x="1967455" y="307544"/>
                  </a:lnTo>
                  <a:lnTo>
                    <a:pt x="1968526" y="307604"/>
                  </a:lnTo>
                  <a:lnTo>
                    <a:pt x="1969598" y="307663"/>
                  </a:lnTo>
                  <a:lnTo>
                    <a:pt x="1970670" y="307722"/>
                  </a:lnTo>
                  <a:lnTo>
                    <a:pt x="1971741" y="307780"/>
                  </a:lnTo>
                  <a:lnTo>
                    <a:pt x="1972813" y="307838"/>
                  </a:lnTo>
                  <a:lnTo>
                    <a:pt x="1973884" y="307895"/>
                  </a:lnTo>
                  <a:lnTo>
                    <a:pt x="1974956" y="307952"/>
                  </a:lnTo>
                  <a:lnTo>
                    <a:pt x="1976028" y="308008"/>
                  </a:lnTo>
                  <a:lnTo>
                    <a:pt x="1977099" y="308063"/>
                  </a:lnTo>
                  <a:lnTo>
                    <a:pt x="1978171" y="308118"/>
                  </a:lnTo>
                  <a:lnTo>
                    <a:pt x="1979242" y="308173"/>
                  </a:lnTo>
                  <a:lnTo>
                    <a:pt x="1980314" y="308226"/>
                  </a:lnTo>
                  <a:lnTo>
                    <a:pt x="1981386" y="308280"/>
                  </a:lnTo>
                  <a:lnTo>
                    <a:pt x="1982457" y="308333"/>
                  </a:lnTo>
                  <a:lnTo>
                    <a:pt x="1983529" y="308385"/>
                  </a:lnTo>
                  <a:lnTo>
                    <a:pt x="1984600" y="308437"/>
                  </a:lnTo>
                  <a:lnTo>
                    <a:pt x="1985672" y="308488"/>
                  </a:lnTo>
                  <a:lnTo>
                    <a:pt x="1986744" y="308538"/>
                  </a:lnTo>
                  <a:lnTo>
                    <a:pt x="1987815" y="308588"/>
                  </a:lnTo>
                  <a:lnTo>
                    <a:pt x="1988887" y="308638"/>
                  </a:lnTo>
                  <a:lnTo>
                    <a:pt x="1989958" y="308687"/>
                  </a:lnTo>
                  <a:lnTo>
                    <a:pt x="1991030" y="308736"/>
                  </a:lnTo>
                  <a:lnTo>
                    <a:pt x="1992102" y="308783"/>
                  </a:lnTo>
                  <a:lnTo>
                    <a:pt x="1993173" y="308831"/>
                  </a:lnTo>
                  <a:lnTo>
                    <a:pt x="1994245" y="308878"/>
                  </a:lnTo>
                  <a:lnTo>
                    <a:pt x="1995316" y="308924"/>
                  </a:lnTo>
                  <a:lnTo>
                    <a:pt x="1996388" y="308970"/>
                  </a:lnTo>
                  <a:lnTo>
                    <a:pt x="1997460" y="309015"/>
                  </a:lnTo>
                  <a:lnTo>
                    <a:pt x="1998531" y="309060"/>
                  </a:lnTo>
                  <a:lnTo>
                    <a:pt x="1999603" y="309104"/>
                  </a:lnTo>
                  <a:lnTo>
                    <a:pt x="2000674" y="309148"/>
                  </a:lnTo>
                  <a:lnTo>
                    <a:pt x="2001746" y="309191"/>
                  </a:lnTo>
                  <a:lnTo>
                    <a:pt x="2002818" y="309234"/>
                  </a:lnTo>
                  <a:lnTo>
                    <a:pt x="2003889" y="309276"/>
                  </a:lnTo>
                  <a:lnTo>
                    <a:pt x="2004961" y="309317"/>
                  </a:lnTo>
                  <a:lnTo>
                    <a:pt x="2006032" y="309358"/>
                  </a:lnTo>
                  <a:lnTo>
                    <a:pt x="2007104" y="309399"/>
                  </a:lnTo>
                  <a:lnTo>
                    <a:pt x="2008176" y="309439"/>
                  </a:lnTo>
                  <a:lnTo>
                    <a:pt x="2009247" y="309478"/>
                  </a:lnTo>
                  <a:lnTo>
                    <a:pt x="2010319" y="309517"/>
                  </a:lnTo>
                  <a:lnTo>
                    <a:pt x="2011390" y="309556"/>
                  </a:lnTo>
                  <a:lnTo>
                    <a:pt x="2012462" y="309594"/>
                  </a:lnTo>
                  <a:lnTo>
                    <a:pt x="2013534" y="309631"/>
                  </a:lnTo>
                  <a:lnTo>
                    <a:pt x="2014605" y="309668"/>
                  </a:lnTo>
                  <a:lnTo>
                    <a:pt x="2015677" y="309704"/>
                  </a:lnTo>
                  <a:lnTo>
                    <a:pt x="2016748" y="309740"/>
                  </a:lnTo>
                  <a:lnTo>
                    <a:pt x="2017820" y="309775"/>
                  </a:lnTo>
                  <a:lnTo>
                    <a:pt x="2018892" y="309810"/>
                  </a:lnTo>
                  <a:lnTo>
                    <a:pt x="2019963" y="309844"/>
                  </a:lnTo>
                  <a:lnTo>
                    <a:pt x="2021035" y="309878"/>
                  </a:lnTo>
                  <a:lnTo>
                    <a:pt x="2022106" y="309911"/>
                  </a:lnTo>
                  <a:lnTo>
                    <a:pt x="2023178" y="309944"/>
                  </a:lnTo>
                  <a:lnTo>
                    <a:pt x="2024250" y="309976"/>
                  </a:lnTo>
                  <a:lnTo>
                    <a:pt x="2025321" y="310008"/>
                  </a:lnTo>
                  <a:lnTo>
                    <a:pt x="2026393" y="310039"/>
                  </a:lnTo>
                  <a:lnTo>
                    <a:pt x="2027464" y="310070"/>
                  </a:lnTo>
                  <a:lnTo>
                    <a:pt x="2028536" y="310100"/>
                  </a:lnTo>
                  <a:lnTo>
                    <a:pt x="2029608" y="310129"/>
                  </a:lnTo>
                  <a:lnTo>
                    <a:pt x="2030679" y="310158"/>
                  </a:lnTo>
                  <a:lnTo>
                    <a:pt x="2031751" y="310187"/>
                  </a:lnTo>
                  <a:lnTo>
                    <a:pt x="2032822" y="310215"/>
                  </a:lnTo>
                  <a:lnTo>
                    <a:pt x="2033894" y="310242"/>
                  </a:lnTo>
                  <a:lnTo>
                    <a:pt x="2034966" y="310270"/>
                  </a:lnTo>
                  <a:lnTo>
                    <a:pt x="2036037" y="310296"/>
                  </a:lnTo>
                  <a:lnTo>
                    <a:pt x="2037109" y="310322"/>
                  </a:lnTo>
                  <a:lnTo>
                    <a:pt x="2038180" y="310348"/>
                  </a:lnTo>
                  <a:lnTo>
                    <a:pt x="2039252" y="310373"/>
                  </a:lnTo>
                  <a:lnTo>
                    <a:pt x="2040324" y="310397"/>
                  </a:lnTo>
                  <a:lnTo>
                    <a:pt x="2041395" y="310421"/>
                  </a:lnTo>
                  <a:lnTo>
                    <a:pt x="2042467" y="310444"/>
                  </a:lnTo>
                  <a:lnTo>
                    <a:pt x="2043538" y="310467"/>
                  </a:lnTo>
                  <a:lnTo>
                    <a:pt x="2044610" y="310490"/>
                  </a:lnTo>
                  <a:lnTo>
                    <a:pt x="2045682" y="310512"/>
                  </a:lnTo>
                  <a:lnTo>
                    <a:pt x="2046753" y="310533"/>
                  </a:lnTo>
                  <a:lnTo>
                    <a:pt x="2047825" y="310554"/>
                  </a:lnTo>
                  <a:lnTo>
                    <a:pt x="2048896" y="310575"/>
                  </a:lnTo>
                  <a:lnTo>
                    <a:pt x="2049968" y="310595"/>
                  </a:lnTo>
                  <a:lnTo>
                    <a:pt x="2051040" y="310614"/>
                  </a:lnTo>
                  <a:lnTo>
                    <a:pt x="2052111" y="310633"/>
                  </a:lnTo>
                  <a:lnTo>
                    <a:pt x="2053183" y="310651"/>
                  </a:lnTo>
                  <a:lnTo>
                    <a:pt x="2054254" y="310669"/>
                  </a:lnTo>
                  <a:lnTo>
                    <a:pt x="2055326" y="310687"/>
                  </a:lnTo>
                  <a:lnTo>
                    <a:pt x="2056398" y="310704"/>
                  </a:lnTo>
                  <a:lnTo>
                    <a:pt x="2057469" y="310720"/>
                  </a:lnTo>
                  <a:lnTo>
                    <a:pt x="2058541" y="310736"/>
                  </a:lnTo>
                  <a:lnTo>
                    <a:pt x="2059612" y="310751"/>
                  </a:lnTo>
                  <a:lnTo>
                    <a:pt x="2060684" y="310766"/>
                  </a:lnTo>
                  <a:lnTo>
                    <a:pt x="2061756" y="310781"/>
                  </a:lnTo>
                  <a:lnTo>
                    <a:pt x="2062827" y="310795"/>
                  </a:lnTo>
                  <a:lnTo>
                    <a:pt x="2063899" y="310808"/>
                  </a:lnTo>
                  <a:lnTo>
                    <a:pt x="2064970" y="310821"/>
                  </a:lnTo>
                  <a:lnTo>
                    <a:pt x="2066042" y="310834"/>
                  </a:lnTo>
                  <a:lnTo>
                    <a:pt x="2067114" y="310845"/>
                  </a:lnTo>
                  <a:lnTo>
                    <a:pt x="2068185" y="310857"/>
                  </a:lnTo>
                  <a:lnTo>
                    <a:pt x="2069257" y="310868"/>
                  </a:lnTo>
                  <a:lnTo>
                    <a:pt x="2070328" y="310878"/>
                  </a:lnTo>
                  <a:lnTo>
                    <a:pt x="2071400" y="310888"/>
                  </a:lnTo>
                  <a:lnTo>
                    <a:pt x="2072472" y="310898"/>
                  </a:lnTo>
                  <a:lnTo>
                    <a:pt x="2073543" y="310907"/>
                  </a:lnTo>
                  <a:lnTo>
                    <a:pt x="2074615" y="310915"/>
                  </a:lnTo>
                  <a:lnTo>
                    <a:pt x="2075686" y="310923"/>
                  </a:lnTo>
                  <a:lnTo>
                    <a:pt x="2076758" y="310931"/>
                  </a:lnTo>
                  <a:lnTo>
                    <a:pt x="2077830" y="310938"/>
                  </a:lnTo>
                  <a:lnTo>
                    <a:pt x="2078901" y="310945"/>
                  </a:lnTo>
                  <a:lnTo>
                    <a:pt x="2079973" y="310951"/>
                  </a:lnTo>
                  <a:lnTo>
                    <a:pt x="2081044" y="310956"/>
                  </a:lnTo>
                  <a:lnTo>
                    <a:pt x="2082116" y="310961"/>
                  </a:lnTo>
                  <a:lnTo>
                    <a:pt x="2083188" y="310966"/>
                  </a:lnTo>
                  <a:lnTo>
                    <a:pt x="2084259" y="310970"/>
                  </a:lnTo>
                  <a:lnTo>
                    <a:pt x="2085331" y="310974"/>
                  </a:lnTo>
                  <a:lnTo>
                    <a:pt x="2086402" y="310977"/>
                  </a:lnTo>
                  <a:lnTo>
                    <a:pt x="2087474" y="310980"/>
                  </a:lnTo>
                  <a:lnTo>
                    <a:pt x="2088546" y="310982"/>
                  </a:lnTo>
                  <a:lnTo>
                    <a:pt x="2089617" y="310984"/>
                  </a:lnTo>
                  <a:lnTo>
                    <a:pt x="2090689" y="310985"/>
                  </a:lnTo>
                  <a:lnTo>
                    <a:pt x="2091760" y="310986"/>
                  </a:lnTo>
                  <a:lnTo>
                    <a:pt x="2092832" y="310986"/>
                  </a:lnTo>
                  <a:lnTo>
                    <a:pt x="2093904" y="310986"/>
                  </a:lnTo>
                  <a:lnTo>
                    <a:pt x="2094975" y="310985"/>
                  </a:lnTo>
                  <a:lnTo>
                    <a:pt x="2096047" y="310984"/>
                  </a:lnTo>
                  <a:lnTo>
                    <a:pt x="2097118" y="310982"/>
                  </a:lnTo>
                  <a:lnTo>
                    <a:pt x="2098190" y="310980"/>
                  </a:lnTo>
                  <a:lnTo>
                    <a:pt x="2099262" y="310977"/>
                  </a:lnTo>
                  <a:lnTo>
                    <a:pt x="2100333" y="310974"/>
                  </a:lnTo>
                  <a:lnTo>
                    <a:pt x="2101405" y="310971"/>
                  </a:lnTo>
                  <a:lnTo>
                    <a:pt x="2102476" y="310967"/>
                  </a:lnTo>
                  <a:lnTo>
                    <a:pt x="2103548" y="310962"/>
                  </a:lnTo>
                  <a:lnTo>
                    <a:pt x="2104620" y="310957"/>
                  </a:lnTo>
                  <a:lnTo>
                    <a:pt x="2105691" y="310952"/>
                  </a:lnTo>
                  <a:lnTo>
                    <a:pt x="2106763" y="310946"/>
                  </a:lnTo>
                  <a:lnTo>
                    <a:pt x="2107834" y="310940"/>
                  </a:lnTo>
                  <a:lnTo>
                    <a:pt x="2108906" y="310933"/>
                  </a:lnTo>
                  <a:lnTo>
                    <a:pt x="2109978" y="310925"/>
                  </a:lnTo>
                  <a:lnTo>
                    <a:pt x="2111049" y="310918"/>
                  </a:lnTo>
                  <a:lnTo>
                    <a:pt x="2112121" y="310909"/>
                  </a:lnTo>
                  <a:lnTo>
                    <a:pt x="2113192" y="310901"/>
                  </a:lnTo>
                  <a:lnTo>
                    <a:pt x="2114264" y="310891"/>
                  </a:lnTo>
                  <a:lnTo>
                    <a:pt x="2115336" y="310882"/>
                  </a:lnTo>
                  <a:lnTo>
                    <a:pt x="2116407" y="310871"/>
                  </a:lnTo>
                  <a:lnTo>
                    <a:pt x="2117479" y="310861"/>
                  </a:lnTo>
                  <a:lnTo>
                    <a:pt x="2118550" y="310850"/>
                  </a:lnTo>
                  <a:lnTo>
                    <a:pt x="2119622" y="310838"/>
                  </a:lnTo>
                  <a:lnTo>
                    <a:pt x="2120694" y="310826"/>
                  </a:lnTo>
                  <a:lnTo>
                    <a:pt x="2121765" y="310814"/>
                  </a:lnTo>
                  <a:lnTo>
                    <a:pt x="2122837" y="310801"/>
                  </a:lnTo>
                  <a:lnTo>
                    <a:pt x="2123908" y="310787"/>
                  </a:lnTo>
                  <a:lnTo>
                    <a:pt x="2124980" y="310773"/>
                  </a:lnTo>
                  <a:lnTo>
                    <a:pt x="2126052" y="310759"/>
                  </a:lnTo>
                  <a:lnTo>
                    <a:pt x="2127123" y="310744"/>
                  </a:lnTo>
                  <a:lnTo>
                    <a:pt x="2128195" y="310729"/>
                  </a:lnTo>
                  <a:lnTo>
                    <a:pt x="2129266" y="310713"/>
                  </a:lnTo>
                  <a:lnTo>
                    <a:pt x="2130338" y="310697"/>
                  </a:lnTo>
                  <a:lnTo>
                    <a:pt x="2131409" y="310681"/>
                  </a:lnTo>
                  <a:lnTo>
                    <a:pt x="2132481" y="310663"/>
                  </a:lnTo>
                  <a:lnTo>
                    <a:pt x="2133553" y="310646"/>
                  </a:lnTo>
                  <a:lnTo>
                    <a:pt x="2134624" y="310628"/>
                  </a:lnTo>
                  <a:lnTo>
                    <a:pt x="2135696" y="310609"/>
                  </a:lnTo>
                  <a:lnTo>
                    <a:pt x="2136767" y="310590"/>
                  </a:lnTo>
                  <a:lnTo>
                    <a:pt x="2137839" y="310571"/>
                  </a:lnTo>
                  <a:lnTo>
                    <a:pt x="2138911" y="310551"/>
                  </a:lnTo>
                  <a:lnTo>
                    <a:pt x="2139982" y="310531"/>
                  </a:lnTo>
                  <a:lnTo>
                    <a:pt x="2141054" y="310510"/>
                  </a:lnTo>
                  <a:lnTo>
                    <a:pt x="2142125" y="310489"/>
                  </a:lnTo>
                  <a:lnTo>
                    <a:pt x="2143197" y="310467"/>
                  </a:lnTo>
                  <a:lnTo>
                    <a:pt x="2144269" y="310445"/>
                  </a:lnTo>
                  <a:lnTo>
                    <a:pt x="2145340" y="310422"/>
                  </a:lnTo>
                  <a:lnTo>
                    <a:pt x="2146412" y="310399"/>
                  </a:lnTo>
                  <a:lnTo>
                    <a:pt x="2147483" y="310376"/>
                  </a:lnTo>
                  <a:lnTo>
                    <a:pt x="2148555" y="310352"/>
                  </a:lnTo>
                  <a:lnTo>
                    <a:pt x="2149627" y="310328"/>
                  </a:lnTo>
                  <a:lnTo>
                    <a:pt x="2150698" y="310303"/>
                  </a:lnTo>
                  <a:lnTo>
                    <a:pt x="2151770" y="310277"/>
                  </a:lnTo>
                  <a:lnTo>
                    <a:pt x="2152841" y="310252"/>
                  </a:lnTo>
                  <a:lnTo>
                    <a:pt x="2153913" y="310226"/>
                  </a:lnTo>
                  <a:lnTo>
                    <a:pt x="2154985" y="310199"/>
                  </a:lnTo>
                  <a:lnTo>
                    <a:pt x="2156056" y="310172"/>
                  </a:lnTo>
                  <a:lnTo>
                    <a:pt x="2157128" y="310144"/>
                  </a:lnTo>
                  <a:lnTo>
                    <a:pt x="2158199" y="310116"/>
                  </a:lnTo>
                  <a:lnTo>
                    <a:pt x="2159271" y="310088"/>
                  </a:lnTo>
                  <a:lnTo>
                    <a:pt x="2160343" y="310059"/>
                  </a:lnTo>
                  <a:lnTo>
                    <a:pt x="2161414" y="310030"/>
                  </a:lnTo>
                  <a:lnTo>
                    <a:pt x="2162486" y="310000"/>
                  </a:lnTo>
                  <a:lnTo>
                    <a:pt x="2163557" y="309970"/>
                  </a:lnTo>
                  <a:lnTo>
                    <a:pt x="2164629" y="309939"/>
                  </a:lnTo>
                  <a:lnTo>
                    <a:pt x="2165701" y="309908"/>
                  </a:lnTo>
                  <a:lnTo>
                    <a:pt x="2166772" y="309876"/>
                  </a:lnTo>
                  <a:lnTo>
                    <a:pt x="2167844" y="309844"/>
                  </a:lnTo>
                  <a:lnTo>
                    <a:pt x="2168915" y="309812"/>
                  </a:lnTo>
                  <a:lnTo>
                    <a:pt x="2169987" y="309779"/>
                  </a:lnTo>
                  <a:lnTo>
                    <a:pt x="2171059" y="309746"/>
                  </a:lnTo>
                  <a:lnTo>
                    <a:pt x="2172130" y="309712"/>
                  </a:lnTo>
                  <a:lnTo>
                    <a:pt x="2173202" y="309678"/>
                  </a:lnTo>
                  <a:lnTo>
                    <a:pt x="2174273" y="309643"/>
                  </a:lnTo>
                  <a:lnTo>
                    <a:pt x="2175345" y="309608"/>
                  </a:lnTo>
                  <a:lnTo>
                    <a:pt x="2176417" y="309573"/>
                  </a:lnTo>
                  <a:lnTo>
                    <a:pt x="2177488" y="309537"/>
                  </a:lnTo>
                  <a:lnTo>
                    <a:pt x="2178560" y="309500"/>
                  </a:lnTo>
                  <a:lnTo>
                    <a:pt x="2179631" y="309464"/>
                  </a:lnTo>
                  <a:lnTo>
                    <a:pt x="2180703" y="309426"/>
                  </a:lnTo>
                  <a:lnTo>
                    <a:pt x="2181775" y="309389"/>
                  </a:lnTo>
                  <a:lnTo>
                    <a:pt x="2182846" y="309351"/>
                  </a:lnTo>
                  <a:lnTo>
                    <a:pt x="2183918" y="309312"/>
                  </a:lnTo>
                  <a:lnTo>
                    <a:pt x="2184989" y="309273"/>
                  </a:lnTo>
                  <a:lnTo>
                    <a:pt x="2186061" y="309234"/>
                  </a:lnTo>
                  <a:lnTo>
                    <a:pt x="2187133" y="309194"/>
                  </a:lnTo>
                  <a:lnTo>
                    <a:pt x="2188204" y="309154"/>
                  </a:lnTo>
                  <a:lnTo>
                    <a:pt x="2189276" y="309113"/>
                  </a:lnTo>
                  <a:lnTo>
                    <a:pt x="2190347" y="309072"/>
                  </a:lnTo>
                  <a:lnTo>
                    <a:pt x="2191419" y="309030"/>
                  </a:lnTo>
                  <a:lnTo>
                    <a:pt x="2192491" y="308988"/>
                  </a:lnTo>
                  <a:lnTo>
                    <a:pt x="2193562" y="308946"/>
                  </a:lnTo>
                  <a:lnTo>
                    <a:pt x="2194634" y="308903"/>
                  </a:lnTo>
                  <a:lnTo>
                    <a:pt x="2195705" y="308859"/>
                  </a:lnTo>
                  <a:lnTo>
                    <a:pt x="2196777" y="308816"/>
                  </a:lnTo>
                  <a:lnTo>
                    <a:pt x="2197849" y="308772"/>
                  </a:lnTo>
                  <a:lnTo>
                    <a:pt x="2198920" y="308727"/>
                  </a:lnTo>
                  <a:lnTo>
                    <a:pt x="2199992" y="308682"/>
                  </a:lnTo>
                  <a:lnTo>
                    <a:pt x="2201063" y="308637"/>
                  </a:lnTo>
                  <a:lnTo>
                    <a:pt x="2202135" y="308591"/>
                  </a:lnTo>
                  <a:lnTo>
                    <a:pt x="2203207" y="308544"/>
                  </a:lnTo>
                  <a:lnTo>
                    <a:pt x="2204278" y="308498"/>
                  </a:lnTo>
                  <a:lnTo>
                    <a:pt x="2205350" y="308451"/>
                  </a:lnTo>
                  <a:lnTo>
                    <a:pt x="2206421" y="308403"/>
                  </a:lnTo>
                  <a:lnTo>
                    <a:pt x="2207493" y="308355"/>
                  </a:lnTo>
                  <a:lnTo>
                    <a:pt x="2208565" y="308307"/>
                  </a:lnTo>
                  <a:lnTo>
                    <a:pt x="2209636" y="308258"/>
                  </a:lnTo>
                  <a:lnTo>
                    <a:pt x="2210708" y="308209"/>
                  </a:lnTo>
                  <a:lnTo>
                    <a:pt x="2211779" y="308159"/>
                  </a:lnTo>
                  <a:lnTo>
                    <a:pt x="2212851" y="308109"/>
                  </a:lnTo>
                  <a:lnTo>
                    <a:pt x="2213923" y="308058"/>
                  </a:lnTo>
                  <a:lnTo>
                    <a:pt x="2214994" y="308008"/>
                  </a:lnTo>
                  <a:lnTo>
                    <a:pt x="2216066" y="307956"/>
                  </a:lnTo>
                  <a:lnTo>
                    <a:pt x="2217137" y="307904"/>
                  </a:lnTo>
                  <a:lnTo>
                    <a:pt x="2218209" y="307852"/>
                  </a:lnTo>
                  <a:lnTo>
                    <a:pt x="2219281" y="307800"/>
                  </a:lnTo>
                  <a:lnTo>
                    <a:pt x="2220352" y="307747"/>
                  </a:lnTo>
                  <a:lnTo>
                    <a:pt x="2221424" y="307693"/>
                  </a:lnTo>
                  <a:lnTo>
                    <a:pt x="2222495" y="307639"/>
                  </a:lnTo>
                  <a:lnTo>
                    <a:pt x="2223567" y="307585"/>
                  </a:lnTo>
                  <a:lnTo>
                    <a:pt x="2224639" y="307530"/>
                  </a:lnTo>
                  <a:lnTo>
                    <a:pt x="2225710" y="307475"/>
                  </a:lnTo>
                  <a:lnTo>
                    <a:pt x="2226782" y="307420"/>
                  </a:lnTo>
                  <a:lnTo>
                    <a:pt x="2227853" y="307364"/>
                  </a:lnTo>
                  <a:lnTo>
                    <a:pt x="2228925" y="307308"/>
                  </a:lnTo>
                  <a:lnTo>
                    <a:pt x="2229997" y="307251"/>
                  </a:lnTo>
                  <a:lnTo>
                    <a:pt x="2231068" y="307194"/>
                  </a:lnTo>
                  <a:lnTo>
                    <a:pt x="2232140" y="307136"/>
                  </a:lnTo>
                  <a:lnTo>
                    <a:pt x="2233211" y="307078"/>
                  </a:lnTo>
                  <a:lnTo>
                    <a:pt x="2234283" y="307020"/>
                  </a:lnTo>
                  <a:lnTo>
                    <a:pt x="2235355" y="306961"/>
                  </a:lnTo>
                  <a:lnTo>
                    <a:pt x="2236426" y="306902"/>
                  </a:lnTo>
                  <a:lnTo>
                    <a:pt x="2237498" y="306842"/>
                  </a:lnTo>
                  <a:lnTo>
                    <a:pt x="2238569" y="306782"/>
                  </a:lnTo>
                  <a:lnTo>
                    <a:pt x="2239641" y="306722"/>
                  </a:lnTo>
                  <a:lnTo>
                    <a:pt x="2240713" y="306661"/>
                  </a:lnTo>
                  <a:lnTo>
                    <a:pt x="2241784" y="306600"/>
                  </a:lnTo>
                  <a:lnTo>
                    <a:pt x="2242856" y="306538"/>
                  </a:lnTo>
                  <a:lnTo>
                    <a:pt x="2243927" y="306476"/>
                  </a:lnTo>
                  <a:lnTo>
                    <a:pt x="2244999" y="306414"/>
                  </a:lnTo>
                  <a:lnTo>
                    <a:pt x="2246071" y="306351"/>
                  </a:lnTo>
                  <a:lnTo>
                    <a:pt x="2247142" y="306288"/>
                  </a:lnTo>
                  <a:lnTo>
                    <a:pt x="2248214" y="306224"/>
                  </a:lnTo>
                  <a:lnTo>
                    <a:pt x="2249285" y="306160"/>
                  </a:lnTo>
                  <a:lnTo>
                    <a:pt x="2250357" y="306095"/>
                  </a:lnTo>
                  <a:lnTo>
                    <a:pt x="2251429" y="306030"/>
                  </a:lnTo>
                  <a:lnTo>
                    <a:pt x="2252500" y="305965"/>
                  </a:lnTo>
                  <a:lnTo>
                    <a:pt x="2253572" y="305899"/>
                  </a:lnTo>
                  <a:lnTo>
                    <a:pt x="2254643" y="305833"/>
                  </a:lnTo>
                  <a:lnTo>
                    <a:pt x="2255715" y="305767"/>
                  </a:lnTo>
                  <a:lnTo>
                    <a:pt x="2256787" y="305700"/>
                  </a:lnTo>
                  <a:lnTo>
                    <a:pt x="2257858" y="305633"/>
                  </a:lnTo>
                  <a:lnTo>
                    <a:pt x="2258930" y="305565"/>
                  </a:lnTo>
                  <a:lnTo>
                    <a:pt x="2260001" y="305497"/>
                  </a:lnTo>
                  <a:lnTo>
                    <a:pt x="2261073" y="305429"/>
                  </a:lnTo>
                  <a:lnTo>
                    <a:pt x="2262145" y="305360"/>
                  </a:lnTo>
                  <a:lnTo>
                    <a:pt x="2263216" y="305290"/>
                  </a:lnTo>
                  <a:lnTo>
                    <a:pt x="2264288" y="305221"/>
                  </a:lnTo>
                  <a:lnTo>
                    <a:pt x="2265359" y="305151"/>
                  </a:lnTo>
                  <a:lnTo>
                    <a:pt x="2266431" y="305080"/>
                  </a:lnTo>
                  <a:lnTo>
                    <a:pt x="2267503" y="305009"/>
                  </a:lnTo>
                  <a:lnTo>
                    <a:pt x="2268574" y="304938"/>
                  </a:lnTo>
                  <a:lnTo>
                    <a:pt x="2269646" y="304867"/>
                  </a:lnTo>
                  <a:lnTo>
                    <a:pt x="2270717" y="304795"/>
                  </a:lnTo>
                  <a:lnTo>
                    <a:pt x="2271789" y="304722"/>
                  </a:lnTo>
                  <a:lnTo>
                    <a:pt x="2272861" y="304649"/>
                  </a:lnTo>
                  <a:lnTo>
                    <a:pt x="2273932" y="304576"/>
                  </a:lnTo>
                  <a:lnTo>
                    <a:pt x="2275004" y="304503"/>
                  </a:lnTo>
                  <a:lnTo>
                    <a:pt x="2276075" y="304429"/>
                  </a:lnTo>
                  <a:lnTo>
                    <a:pt x="2277147" y="304354"/>
                  </a:lnTo>
                  <a:lnTo>
                    <a:pt x="2278219" y="304279"/>
                  </a:lnTo>
                  <a:lnTo>
                    <a:pt x="2279290" y="304204"/>
                  </a:lnTo>
                  <a:lnTo>
                    <a:pt x="2280362" y="304129"/>
                  </a:lnTo>
                  <a:lnTo>
                    <a:pt x="2281433" y="304053"/>
                  </a:lnTo>
                  <a:lnTo>
                    <a:pt x="2282505" y="303977"/>
                  </a:lnTo>
                  <a:lnTo>
                    <a:pt x="2283577" y="303900"/>
                  </a:lnTo>
                  <a:lnTo>
                    <a:pt x="2284648" y="303823"/>
                  </a:lnTo>
                  <a:lnTo>
                    <a:pt x="2285720" y="303745"/>
                  </a:lnTo>
                  <a:lnTo>
                    <a:pt x="2286791" y="303667"/>
                  </a:lnTo>
                  <a:lnTo>
                    <a:pt x="2287863" y="303589"/>
                  </a:lnTo>
                  <a:lnTo>
                    <a:pt x="2288935" y="303511"/>
                  </a:lnTo>
                  <a:lnTo>
                    <a:pt x="2290006" y="303432"/>
                  </a:lnTo>
                  <a:lnTo>
                    <a:pt x="2291078" y="303352"/>
                  </a:lnTo>
                  <a:lnTo>
                    <a:pt x="2292149" y="303272"/>
                  </a:lnTo>
                  <a:lnTo>
                    <a:pt x="2293221" y="303192"/>
                  </a:lnTo>
                  <a:lnTo>
                    <a:pt x="2294293" y="303112"/>
                  </a:lnTo>
                  <a:lnTo>
                    <a:pt x="2295364" y="303031"/>
                  </a:lnTo>
                  <a:lnTo>
                    <a:pt x="2296436" y="302950"/>
                  </a:lnTo>
                  <a:lnTo>
                    <a:pt x="2297507" y="302868"/>
                  </a:lnTo>
                  <a:lnTo>
                    <a:pt x="2298579" y="302786"/>
                  </a:lnTo>
                  <a:lnTo>
                    <a:pt x="2299651" y="302703"/>
                  </a:lnTo>
                  <a:lnTo>
                    <a:pt x="2300722" y="302621"/>
                  </a:lnTo>
                  <a:lnTo>
                    <a:pt x="2301794" y="302537"/>
                  </a:lnTo>
                  <a:lnTo>
                    <a:pt x="2302865" y="302454"/>
                  </a:lnTo>
                  <a:lnTo>
                    <a:pt x="2303937" y="302370"/>
                  </a:lnTo>
                  <a:lnTo>
                    <a:pt x="2305009" y="302285"/>
                  </a:lnTo>
                  <a:lnTo>
                    <a:pt x="2306080" y="302201"/>
                  </a:lnTo>
                  <a:lnTo>
                    <a:pt x="2307152" y="302116"/>
                  </a:lnTo>
                  <a:lnTo>
                    <a:pt x="2308223" y="302030"/>
                  </a:lnTo>
                  <a:lnTo>
                    <a:pt x="2309295" y="301944"/>
                  </a:lnTo>
                  <a:lnTo>
                    <a:pt x="2310366" y="301858"/>
                  </a:lnTo>
                  <a:lnTo>
                    <a:pt x="2311438" y="301772"/>
                  </a:lnTo>
                  <a:lnTo>
                    <a:pt x="2312510" y="301685"/>
                  </a:lnTo>
                  <a:lnTo>
                    <a:pt x="2313581" y="301597"/>
                  </a:lnTo>
                  <a:lnTo>
                    <a:pt x="2314653" y="301510"/>
                  </a:lnTo>
                  <a:lnTo>
                    <a:pt x="2315724" y="301421"/>
                  </a:lnTo>
                  <a:lnTo>
                    <a:pt x="2316796" y="301333"/>
                  </a:lnTo>
                  <a:lnTo>
                    <a:pt x="2317868" y="301244"/>
                  </a:lnTo>
                  <a:lnTo>
                    <a:pt x="2318939" y="301155"/>
                  </a:lnTo>
                  <a:lnTo>
                    <a:pt x="2320011" y="301065"/>
                  </a:lnTo>
                  <a:lnTo>
                    <a:pt x="2321082" y="300976"/>
                  </a:lnTo>
                  <a:lnTo>
                    <a:pt x="2322154" y="300885"/>
                  </a:lnTo>
                  <a:lnTo>
                    <a:pt x="2323226" y="300795"/>
                  </a:lnTo>
                  <a:lnTo>
                    <a:pt x="2324297" y="300704"/>
                  </a:lnTo>
                  <a:lnTo>
                    <a:pt x="2325369" y="300612"/>
                  </a:lnTo>
                  <a:lnTo>
                    <a:pt x="2326440" y="300520"/>
                  </a:lnTo>
                  <a:lnTo>
                    <a:pt x="2327512" y="300428"/>
                  </a:lnTo>
                  <a:lnTo>
                    <a:pt x="2328584" y="300336"/>
                  </a:lnTo>
                  <a:lnTo>
                    <a:pt x="2329655" y="300243"/>
                  </a:lnTo>
                  <a:lnTo>
                    <a:pt x="2330727" y="300150"/>
                  </a:lnTo>
                  <a:lnTo>
                    <a:pt x="2331798" y="300056"/>
                  </a:lnTo>
                  <a:lnTo>
                    <a:pt x="2332870" y="299962"/>
                  </a:lnTo>
                  <a:lnTo>
                    <a:pt x="2333942" y="299868"/>
                  </a:lnTo>
                  <a:lnTo>
                    <a:pt x="2335013" y="299773"/>
                  </a:lnTo>
                  <a:lnTo>
                    <a:pt x="2336085" y="299678"/>
                  </a:lnTo>
                  <a:lnTo>
                    <a:pt x="2337156" y="299583"/>
                  </a:lnTo>
                  <a:lnTo>
                    <a:pt x="2338228" y="299487"/>
                  </a:lnTo>
                  <a:lnTo>
                    <a:pt x="2339300" y="299391"/>
                  </a:lnTo>
                  <a:lnTo>
                    <a:pt x="2340371" y="299294"/>
                  </a:lnTo>
                  <a:lnTo>
                    <a:pt x="2341443" y="299197"/>
                  </a:lnTo>
                  <a:lnTo>
                    <a:pt x="2342514" y="299100"/>
                  </a:lnTo>
                  <a:lnTo>
                    <a:pt x="2343586" y="299003"/>
                  </a:lnTo>
                  <a:lnTo>
                    <a:pt x="2344658" y="298905"/>
                  </a:lnTo>
                  <a:lnTo>
                    <a:pt x="2345729" y="298806"/>
                  </a:lnTo>
                  <a:lnTo>
                    <a:pt x="2346801" y="298708"/>
                  </a:lnTo>
                  <a:lnTo>
                    <a:pt x="2347872" y="298609"/>
                  </a:lnTo>
                  <a:lnTo>
                    <a:pt x="2348944" y="298509"/>
                  </a:lnTo>
                  <a:lnTo>
                    <a:pt x="2350016" y="298410"/>
                  </a:lnTo>
                  <a:lnTo>
                    <a:pt x="2351087" y="298309"/>
                  </a:lnTo>
                  <a:lnTo>
                    <a:pt x="2352159" y="298209"/>
                  </a:lnTo>
                  <a:lnTo>
                    <a:pt x="2353230" y="298108"/>
                  </a:lnTo>
                  <a:lnTo>
                    <a:pt x="2354302" y="298007"/>
                  </a:lnTo>
                  <a:lnTo>
                    <a:pt x="2355374" y="297906"/>
                  </a:lnTo>
                  <a:lnTo>
                    <a:pt x="2356445" y="297804"/>
                  </a:lnTo>
                  <a:lnTo>
                    <a:pt x="2357517" y="297702"/>
                  </a:lnTo>
                  <a:lnTo>
                    <a:pt x="2358588" y="297599"/>
                  </a:lnTo>
                  <a:lnTo>
                    <a:pt x="2359660" y="297496"/>
                  </a:lnTo>
                  <a:lnTo>
                    <a:pt x="2360732" y="297393"/>
                  </a:lnTo>
                  <a:lnTo>
                    <a:pt x="2361803" y="297289"/>
                  </a:lnTo>
                  <a:lnTo>
                    <a:pt x="2362875" y="297185"/>
                  </a:lnTo>
                  <a:lnTo>
                    <a:pt x="2363946" y="297081"/>
                  </a:lnTo>
                  <a:lnTo>
                    <a:pt x="2365018" y="296976"/>
                  </a:lnTo>
                  <a:lnTo>
                    <a:pt x="2366090" y="296871"/>
                  </a:lnTo>
                  <a:lnTo>
                    <a:pt x="2367161" y="296766"/>
                  </a:lnTo>
                  <a:lnTo>
                    <a:pt x="2368233" y="296660"/>
                  </a:lnTo>
                  <a:lnTo>
                    <a:pt x="2369304" y="296554"/>
                  </a:lnTo>
                  <a:lnTo>
                    <a:pt x="2370376" y="296448"/>
                  </a:lnTo>
                  <a:lnTo>
                    <a:pt x="2371448" y="296341"/>
                  </a:lnTo>
                  <a:lnTo>
                    <a:pt x="2372519" y="296234"/>
                  </a:lnTo>
                  <a:lnTo>
                    <a:pt x="2373591" y="296126"/>
                  </a:lnTo>
                  <a:lnTo>
                    <a:pt x="2374662" y="296019"/>
                  </a:lnTo>
                  <a:lnTo>
                    <a:pt x="2375734" y="295910"/>
                  </a:lnTo>
                  <a:lnTo>
                    <a:pt x="2376806" y="295802"/>
                  </a:lnTo>
                  <a:lnTo>
                    <a:pt x="2377877" y="295693"/>
                  </a:lnTo>
                  <a:lnTo>
                    <a:pt x="2378949" y="295584"/>
                  </a:lnTo>
                  <a:lnTo>
                    <a:pt x="2380020" y="295474"/>
                  </a:lnTo>
                  <a:lnTo>
                    <a:pt x="2381092" y="295365"/>
                  </a:lnTo>
                  <a:lnTo>
                    <a:pt x="2382164" y="295254"/>
                  </a:lnTo>
                  <a:lnTo>
                    <a:pt x="2383235" y="295144"/>
                  </a:lnTo>
                  <a:lnTo>
                    <a:pt x="2384307" y="295033"/>
                  </a:lnTo>
                  <a:lnTo>
                    <a:pt x="2385378" y="294922"/>
                  </a:lnTo>
                  <a:lnTo>
                    <a:pt x="2386450" y="294810"/>
                  </a:lnTo>
                  <a:lnTo>
                    <a:pt x="2387522" y="294698"/>
                  </a:lnTo>
                  <a:lnTo>
                    <a:pt x="2388593" y="294586"/>
                  </a:lnTo>
                  <a:lnTo>
                    <a:pt x="2389665" y="294474"/>
                  </a:lnTo>
                  <a:lnTo>
                    <a:pt x="2390736" y="294361"/>
                  </a:lnTo>
                  <a:lnTo>
                    <a:pt x="2391808" y="294247"/>
                  </a:lnTo>
                  <a:lnTo>
                    <a:pt x="2392880" y="294134"/>
                  </a:lnTo>
                  <a:lnTo>
                    <a:pt x="2393951" y="294020"/>
                  </a:lnTo>
                  <a:lnTo>
                    <a:pt x="2395023" y="293906"/>
                  </a:lnTo>
                  <a:lnTo>
                    <a:pt x="2396094" y="293791"/>
                  </a:lnTo>
                  <a:lnTo>
                    <a:pt x="2397166" y="293676"/>
                  </a:lnTo>
                  <a:lnTo>
                    <a:pt x="2398238" y="293561"/>
                  </a:lnTo>
                  <a:lnTo>
                    <a:pt x="2399309" y="293445"/>
                  </a:lnTo>
                  <a:lnTo>
                    <a:pt x="2400381" y="293329"/>
                  </a:lnTo>
                  <a:lnTo>
                    <a:pt x="2401452" y="293213"/>
                  </a:lnTo>
                  <a:lnTo>
                    <a:pt x="2402524" y="293096"/>
                  </a:lnTo>
                  <a:lnTo>
                    <a:pt x="2403596" y="292980"/>
                  </a:lnTo>
                  <a:lnTo>
                    <a:pt x="2404667" y="292862"/>
                  </a:lnTo>
                  <a:lnTo>
                    <a:pt x="2405739" y="292745"/>
                  </a:lnTo>
                  <a:lnTo>
                    <a:pt x="2406810" y="292627"/>
                  </a:lnTo>
                  <a:lnTo>
                    <a:pt x="2407882" y="292508"/>
                  </a:lnTo>
                  <a:lnTo>
                    <a:pt x="2408954" y="292390"/>
                  </a:lnTo>
                  <a:lnTo>
                    <a:pt x="2410025" y="292271"/>
                  </a:lnTo>
                  <a:lnTo>
                    <a:pt x="2411097" y="292152"/>
                  </a:lnTo>
                  <a:lnTo>
                    <a:pt x="2412168" y="292032"/>
                  </a:lnTo>
                  <a:lnTo>
                    <a:pt x="2413240" y="291912"/>
                  </a:lnTo>
                  <a:lnTo>
                    <a:pt x="2414312" y="291792"/>
                  </a:lnTo>
                  <a:lnTo>
                    <a:pt x="2415383" y="291671"/>
                  </a:lnTo>
                  <a:lnTo>
                    <a:pt x="2416455" y="291551"/>
                  </a:lnTo>
                  <a:lnTo>
                    <a:pt x="2417526" y="291429"/>
                  </a:lnTo>
                  <a:lnTo>
                    <a:pt x="2418598" y="291308"/>
                  </a:lnTo>
                  <a:lnTo>
                    <a:pt x="2419670" y="291186"/>
                  </a:lnTo>
                  <a:lnTo>
                    <a:pt x="2420741" y="291064"/>
                  </a:lnTo>
                  <a:lnTo>
                    <a:pt x="2421813" y="290941"/>
                  </a:lnTo>
                  <a:lnTo>
                    <a:pt x="2422884" y="290819"/>
                  </a:lnTo>
                  <a:lnTo>
                    <a:pt x="2423956" y="290695"/>
                  </a:lnTo>
                  <a:lnTo>
                    <a:pt x="2425028" y="290572"/>
                  </a:lnTo>
                  <a:lnTo>
                    <a:pt x="2426099" y="290448"/>
                  </a:lnTo>
                  <a:lnTo>
                    <a:pt x="2427171" y="290324"/>
                  </a:lnTo>
                  <a:lnTo>
                    <a:pt x="2428242" y="290200"/>
                  </a:lnTo>
                  <a:lnTo>
                    <a:pt x="2429314" y="290075"/>
                  </a:lnTo>
                  <a:lnTo>
                    <a:pt x="2430386" y="289950"/>
                  </a:lnTo>
                  <a:lnTo>
                    <a:pt x="2431457" y="289824"/>
                  </a:lnTo>
                  <a:lnTo>
                    <a:pt x="2432529" y="289699"/>
                  </a:lnTo>
                  <a:lnTo>
                    <a:pt x="2433600" y="289573"/>
                  </a:lnTo>
                  <a:lnTo>
                    <a:pt x="2434672" y="289446"/>
                  </a:lnTo>
                  <a:lnTo>
                    <a:pt x="2435744" y="289320"/>
                  </a:lnTo>
                  <a:lnTo>
                    <a:pt x="2436815" y="289193"/>
                  </a:lnTo>
                  <a:lnTo>
                    <a:pt x="2437887" y="289065"/>
                  </a:lnTo>
                  <a:lnTo>
                    <a:pt x="2438958" y="288938"/>
                  </a:lnTo>
                  <a:lnTo>
                    <a:pt x="2440030" y="288810"/>
                  </a:lnTo>
                  <a:lnTo>
                    <a:pt x="2441102" y="288681"/>
                  </a:lnTo>
                  <a:lnTo>
                    <a:pt x="2442173" y="288553"/>
                  </a:lnTo>
                  <a:lnTo>
                    <a:pt x="2443245" y="288424"/>
                  </a:lnTo>
                  <a:lnTo>
                    <a:pt x="2444316" y="288295"/>
                  </a:lnTo>
                  <a:lnTo>
                    <a:pt x="2445388" y="288165"/>
                  </a:lnTo>
                  <a:lnTo>
                    <a:pt x="2446460" y="288035"/>
                  </a:lnTo>
                  <a:lnTo>
                    <a:pt x="2447531" y="287905"/>
                  </a:lnTo>
                  <a:lnTo>
                    <a:pt x="2448603" y="287775"/>
                  </a:lnTo>
                  <a:lnTo>
                    <a:pt x="2449674" y="287644"/>
                  </a:lnTo>
                  <a:lnTo>
                    <a:pt x="2450746" y="287513"/>
                  </a:lnTo>
                  <a:lnTo>
                    <a:pt x="2451818" y="287382"/>
                  </a:lnTo>
                  <a:lnTo>
                    <a:pt x="2452889" y="287250"/>
                  </a:lnTo>
                  <a:lnTo>
                    <a:pt x="2453961" y="287118"/>
                  </a:lnTo>
                  <a:lnTo>
                    <a:pt x="2455032" y="286986"/>
                  </a:lnTo>
                  <a:lnTo>
                    <a:pt x="2456104" y="286853"/>
                  </a:lnTo>
                  <a:lnTo>
                    <a:pt x="2457176" y="286720"/>
                  </a:lnTo>
                  <a:lnTo>
                    <a:pt x="2458247" y="286587"/>
                  </a:lnTo>
                  <a:lnTo>
                    <a:pt x="2459319" y="286453"/>
                  </a:lnTo>
                  <a:lnTo>
                    <a:pt x="2460390" y="286319"/>
                  </a:lnTo>
                  <a:lnTo>
                    <a:pt x="2461462" y="286185"/>
                  </a:lnTo>
                  <a:lnTo>
                    <a:pt x="2462534" y="286051"/>
                  </a:lnTo>
                  <a:lnTo>
                    <a:pt x="2463605" y="285916"/>
                  </a:lnTo>
                  <a:lnTo>
                    <a:pt x="2464677" y="285781"/>
                  </a:lnTo>
                  <a:lnTo>
                    <a:pt x="2465748" y="285646"/>
                  </a:lnTo>
                  <a:lnTo>
                    <a:pt x="2466820" y="285510"/>
                  </a:lnTo>
                  <a:lnTo>
                    <a:pt x="2467892" y="285374"/>
                  </a:lnTo>
                  <a:lnTo>
                    <a:pt x="2468963" y="285238"/>
                  </a:lnTo>
                  <a:lnTo>
                    <a:pt x="2470035" y="285101"/>
                  </a:lnTo>
                  <a:lnTo>
                    <a:pt x="2471106" y="284964"/>
                  </a:lnTo>
                  <a:lnTo>
                    <a:pt x="2472178" y="284827"/>
                  </a:lnTo>
                  <a:lnTo>
                    <a:pt x="2473250" y="284690"/>
                  </a:lnTo>
                  <a:lnTo>
                    <a:pt x="2474321" y="284552"/>
                  </a:lnTo>
                  <a:lnTo>
                    <a:pt x="2475393" y="284414"/>
                  </a:lnTo>
                  <a:lnTo>
                    <a:pt x="2476464" y="284275"/>
                  </a:lnTo>
                  <a:lnTo>
                    <a:pt x="2477536" y="284137"/>
                  </a:lnTo>
                  <a:lnTo>
                    <a:pt x="2478608" y="283998"/>
                  </a:lnTo>
                  <a:lnTo>
                    <a:pt x="2479679" y="283858"/>
                  </a:lnTo>
                  <a:lnTo>
                    <a:pt x="2480751" y="283719"/>
                  </a:lnTo>
                  <a:lnTo>
                    <a:pt x="2481822" y="283579"/>
                  </a:lnTo>
                  <a:lnTo>
                    <a:pt x="2482894" y="283439"/>
                  </a:lnTo>
                  <a:lnTo>
                    <a:pt x="2483966" y="283298"/>
                  </a:lnTo>
                  <a:lnTo>
                    <a:pt x="2485037" y="283157"/>
                  </a:lnTo>
                  <a:lnTo>
                    <a:pt x="2486109" y="283016"/>
                  </a:lnTo>
                  <a:lnTo>
                    <a:pt x="2487180" y="282875"/>
                  </a:lnTo>
                  <a:lnTo>
                    <a:pt x="2488252" y="282733"/>
                  </a:lnTo>
                  <a:lnTo>
                    <a:pt x="2489323" y="282591"/>
                  </a:lnTo>
                  <a:lnTo>
                    <a:pt x="2490395" y="282449"/>
                  </a:lnTo>
                  <a:lnTo>
                    <a:pt x="2491467" y="282307"/>
                  </a:lnTo>
                  <a:lnTo>
                    <a:pt x="2492538" y="282164"/>
                  </a:lnTo>
                  <a:lnTo>
                    <a:pt x="2493610" y="282021"/>
                  </a:lnTo>
                  <a:lnTo>
                    <a:pt x="2494681" y="281877"/>
                  </a:lnTo>
                  <a:lnTo>
                    <a:pt x="2495753" y="281734"/>
                  </a:lnTo>
                  <a:lnTo>
                    <a:pt x="2496825" y="281590"/>
                  </a:lnTo>
                  <a:lnTo>
                    <a:pt x="2497896" y="281445"/>
                  </a:lnTo>
                  <a:lnTo>
                    <a:pt x="2498968" y="281301"/>
                  </a:lnTo>
                  <a:lnTo>
                    <a:pt x="2500039" y="281156"/>
                  </a:lnTo>
                  <a:lnTo>
                    <a:pt x="2501111" y="281011"/>
                  </a:lnTo>
                  <a:lnTo>
                    <a:pt x="2502183" y="280865"/>
                  </a:lnTo>
                  <a:lnTo>
                    <a:pt x="2503254" y="280720"/>
                  </a:lnTo>
                  <a:lnTo>
                    <a:pt x="2504326" y="280574"/>
                  </a:lnTo>
                  <a:lnTo>
                    <a:pt x="2505397" y="280427"/>
                  </a:lnTo>
                  <a:lnTo>
                    <a:pt x="2506469" y="280281"/>
                  </a:lnTo>
                  <a:lnTo>
                    <a:pt x="2507541" y="280134"/>
                  </a:lnTo>
                  <a:lnTo>
                    <a:pt x="2508612" y="279987"/>
                  </a:lnTo>
                  <a:lnTo>
                    <a:pt x="2509684" y="279839"/>
                  </a:lnTo>
                  <a:lnTo>
                    <a:pt x="2510755" y="279692"/>
                  </a:lnTo>
                  <a:lnTo>
                    <a:pt x="2511827" y="279544"/>
                  </a:lnTo>
                  <a:lnTo>
                    <a:pt x="2512899" y="279395"/>
                  </a:lnTo>
                  <a:lnTo>
                    <a:pt x="2513970" y="279247"/>
                  </a:lnTo>
                  <a:lnTo>
                    <a:pt x="2515042" y="279098"/>
                  </a:lnTo>
                  <a:lnTo>
                    <a:pt x="2516113" y="278949"/>
                  </a:lnTo>
                  <a:lnTo>
                    <a:pt x="2517185" y="278799"/>
                  </a:lnTo>
                  <a:lnTo>
                    <a:pt x="2518257" y="278650"/>
                  </a:lnTo>
                  <a:lnTo>
                    <a:pt x="2519328" y="278500"/>
                  </a:lnTo>
                  <a:lnTo>
                    <a:pt x="2520400" y="278349"/>
                  </a:lnTo>
                  <a:lnTo>
                    <a:pt x="2521471" y="278199"/>
                  </a:lnTo>
                  <a:lnTo>
                    <a:pt x="2522543" y="278048"/>
                  </a:lnTo>
                  <a:lnTo>
                    <a:pt x="2523615" y="277897"/>
                  </a:lnTo>
                  <a:lnTo>
                    <a:pt x="2524686" y="277746"/>
                  </a:lnTo>
                  <a:lnTo>
                    <a:pt x="2525758" y="277594"/>
                  </a:lnTo>
                  <a:lnTo>
                    <a:pt x="2526829" y="277442"/>
                  </a:lnTo>
                  <a:lnTo>
                    <a:pt x="2527901" y="277290"/>
                  </a:lnTo>
                  <a:lnTo>
                    <a:pt x="2528973" y="277137"/>
                  </a:lnTo>
                  <a:lnTo>
                    <a:pt x="2530044" y="276985"/>
                  </a:lnTo>
                  <a:lnTo>
                    <a:pt x="2531116" y="276832"/>
                  </a:lnTo>
                  <a:lnTo>
                    <a:pt x="2532187" y="276678"/>
                  </a:lnTo>
                  <a:lnTo>
                    <a:pt x="2533259" y="276525"/>
                  </a:lnTo>
                  <a:lnTo>
                    <a:pt x="2534331" y="276371"/>
                  </a:lnTo>
                  <a:lnTo>
                    <a:pt x="2535402" y="276217"/>
                  </a:lnTo>
                  <a:lnTo>
                    <a:pt x="2536474" y="276063"/>
                  </a:lnTo>
                  <a:lnTo>
                    <a:pt x="2537545" y="275908"/>
                  </a:lnTo>
                  <a:lnTo>
                    <a:pt x="2538617" y="275753"/>
                  </a:lnTo>
                  <a:lnTo>
                    <a:pt x="2539689" y="275598"/>
                  </a:lnTo>
                  <a:lnTo>
                    <a:pt x="2540760" y="275442"/>
                  </a:lnTo>
                  <a:lnTo>
                    <a:pt x="2541832" y="275287"/>
                  </a:lnTo>
                  <a:lnTo>
                    <a:pt x="2542903" y="275131"/>
                  </a:lnTo>
                  <a:lnTo>
                    <a:pt x="2543975" y="274974"/>
                  </a:lnTo>
                  <a:lnTo>
                    <a:pt x="2545047" y="274818"/>
                  </a:lnTo>
                  <a:lnTo>
                    <a:pt x="2546118" y="274661"/>
                  </a:lnTo>
                  <a:lnTo>
                    <a:pt x="2547190" y="274504"/>
                  </a:lnTo>
                  <a:lnTo>
                    <a:pt x="2548261" y="274346"/>
                  </a:lnTo>
                  <a:lnTo>
                    <a:pt x="2549333" y="274189"/>
                  </a:lnTo>
                  <a:lnTo>
                    <a:pt x="2550405" y="274031"/>
                  </a:lnTo>
                  <a:lnTo>
                    <a:pt x="2551476" y="273873"/>
                  </a:lnTo>
                  <a:lnTo>
                    <a:pt x="2552548" y="273714"/>
                  </a:lnTo>
                  <a:lnTo>
                    <a:pt x="2553619" y="273556"/>
                  </a:lnTo>
                  <a:lnTo>
                    <a:pt x="2554691" y="273397"/>
                  </a:lnTo>
                  <a:lnTo>
                    <a:pt x="2555763" y="273238"/>
                  </a:lnTo>
                  <a:lnTo>
                    <a:pt x="2556834" y="273078"/>
                  </a:lnTo>
                  <a:lnTo>
                    <a:pt x="2557906" y="272918"/>
                  </a:lnTo>
                  <a:lnTo>
                    <a:pt x="2558977" y="272758"/>
                  </a:lnTo>
                  <a:lnTo>
                    <a:pt x="2560049" y="272598"/>
                  </a:lnTo>
                  <a:lnTo>
                    <a:pt x="2561121" y="272438"/>
                  </a:lnTo>
                  <a:lnTo>
                    <a:pt x="2562192" y="272277"/>
                  </a:lnTo>
                  <a:lnTo>
                    <a:pt x="2563264" y="272116"/>
                  </a:lnTo>
                  <a:lnTo>
                    <a:pt x="2564335" y="271954"/>
                  </a:lnTo>
                  <a:lnTo>
                    <a:pt x="2565407" y="271793"/>
                  </a:lnTo>
                  <a:lnTo>
                    <a:pt x="2566479" y="271631"/>
                  </a:lnTo>
                  <a:lnTo>
                    <a:pt x="2567550" y="271469"/>
                  </a:lnTo>
                  <a:lnTo>
                    <a:pt x="2568622" y="271307"/>
                  </a:lnTo>
                  <a:lnTo>
                    <a:pt x="2569693" y="271144"/>
                  </a:lnTo>
                  <a:lnTo>
                    <a:pt x="2570765" y="270981"/>
                  </a:lnTo>
                  <a:lnTo>
                    <a:pt x="2571837" y="270818"/>
                  </a:lnTo>
                  <a:lnTo>
                    <a:pt x="2572908" y="270655"/>
                  </a:lnTo>
                  <a:lnTo>
                    <a:pt x="2573980" y="270491"/>
                  </a:lnTo>
                  <a:lnTo>
                    <a:pt x="2575051" y="270327"/>
                  </a:lnTo>
                  <a:lnTo>
                    <a:pt x="2576123" y="270163"/>
                  </a:lnTo>
                  <a:lnTo>
                    <a:pt x="2577195" y="269999"/>
                  </a:lnTo>
                  <a:lnTo>
                    <a:pt x="2578266" y="269834"/>
                  </a:lnTo>
                  <a:lnTo>
                    <a:pt x="2579338" y="269669"/>
                  </a:lnTo>
                  <a:lnTo>
                    <a:pt x="2580409" y="269504"/>
                  </a:lnTo>
                  <a:lnTo>
                    <a:pt x="2581481" y="269339"/>
                  </a:lnTo>
                  <a:lnTo>
                    <a:pt x="2582553" y="269173"/>
                  </a:lnTo>
                  <a:lnTo>
                    <a:pt x="2583624" y="269007"/>
                  </a:lnTo>
                  <a:lnTo>
                    <a:pt x="2584696" y="268841"/>
                  </a:lnTo>
                  <a:lnTo>
                    <a:pt x="2585767" y="268675"/>
                  </a:lnTo>
                  <a:lnTo>
                    <a:pt x="2586839" y="268508"/>
                  </a:lnTo>
                  <a:lnTo>
                    <a:pt x="2587911" y="268341"/>
                  </a:lnTo>
                  <a:lnTo>
                    <a:pt x="2588982" y="268174"/>
                  </a:lnTo>
                  <a:lnTo>
                    <a:pt x="2590054" y="268007"/>
                  </a:lnTo>
                  <a:lnTo>
                    <a:pt x="2591125" y="267839"/>
                  </a:lnTo>
                  <a:lnTo>
                    <a:pt x="2592197" y="267671"/>
                  </a:lnTo>
                  <a:lnTo>
                    <a:pt x="2593269" y="267503"/>
                  </a:lnTo>
                  <a:lnTo>
                    <a:pt x="2594340" y="267335"/>
                  </a:lnTo>
                  <a:lnTo>
                    <a:pt x="2595412" y="267166"/>
                  </a:lnTo>
                  <a:lnTo>
                    <a:pt x="2596483" y="266997"/>
                  </a:lnTo>
                  <a:lnTo>
                    <a:pt x="2597555" y="266828"/>
                  </a:lnTo>
                  <a:lnTo>
                    <a:pt x="2598627" y="266659"/>
                  </a:lnTo>
                  <a:lnTo>
                    <a:pt x="2599698" y="266489"/>
                  </a:lnTo>
                  <a:lnTo>
                    <a:pt x="2600770" y="266319"/>
                  </a:lnTo>
                  <a:lnTo>
                    <a:pt x="2601841" y="266149"/>
                  </a:lnTo>
                  <a:lnTo>
                    <a:pt x="2602913" y="265979"/>
                  </a:lnTo>
                  <a:lnTo>
                    <a:pt x="2603985" y="265809"/>
                  </a:lnTo>
                  <a:lnTo>
                    <a:pt x="2605056" y="265638"/>
                  </a:lnTo>
                  <a:lnTo>
                    <a:pt x="2606128" y="265467"/>
                  </a:lnTo>
                  <a:lnTo>
                    <a:pt x="2607199" y="265295"/>
                  </a:lnTo>
                  <a:lnTo>
                    <a:pt x="2608271" y="265124"/>
                  </a:lnTo>
                  <a:lnTo>
                    <a:pt x="2609343" y="264952"/>
                  </a:lnTo>
                  <a:lnTo>
                    <a:pt x="2610414" y="264780"/>
                  </a:lnTo>
                  <a:lnTo>
                    <a:pt x="2611486" y="264608"/>
                  </a:lnTo>
                  <a:lnTo>
                    <a:pt x="2612557" y="264435"/>
                  </a:lnTo>
                  <a:lnTo>
                    <a:pt x="2613629" y="264263"/>
                  </a:lnTo>
                  <a:lnTo>
                    <a:pt x="2614701" y="264090"/>
                  </a:lnTo>
                  <a:lnTo>
                    <a:pt x="2615772" y="263917"/>
                  </a:lnTo>
                  <a:lnTo>
                    <a:pt x="2616844" y="263743"/>
                  </a:lnTo>
                  <a:lnTo>
                    <a:pt x="2617915" y="263570"/>
                  </a:lnTo>
                  <a:lnTo>
                    <a:pt x="2618987" y="263396"/>
                  </a:lnTo>
                  <a:lnTo>
                    <a:pt x="2620059" y="263222"/>
                  </a:lnTo>
                  <a:lnTo>
                    <a:pt x="2621130" y="263047"/>
                  </a:lnTo>
                  <a:lnTo>
                    <a:pt x="2622202" y="262873"/>
                  </a:lnTo>
                  <a:lnTo>
                    <a:pt x="2623273" y="262698"/>
                  </a:lnTo>
                  <a:lnTo>
                    <a:pt x="2624345" y="262523"/>
                  </a:lnTo>
                  <a:lnTo>
                    <a:pt x="2625417" y="262347"/>
                  </a:lnTo>
                  <a:lnTo>
                    <a:pt x="2626488" y="262172"/>
                  </a:lnTo>
                  <a:lnTo>
                    <a:pt x="2627560" y="261996"/>
                  </a:lnTo>
                  <a:lnTo>
                    <a:pt x="2628631" y="261820"/>
                  </a:lnTo>
                  <a:lnTo>
                    <a:pt x="2629703" y="261644"/>
                  </a:lnTo>
                  <a:lnTo>
                    <a:pt x="2630775" y="261468"/>
                  </a:lnTo>
                  <a:lnTo>
                    <a:pt x="2631846" y="261291"/>
                  </a:lnTo>
                  <a:lnTo>
                    <a:pt x="2632918" y="261114"/>
                  </a:lnTo>
                  <a:lnTo>
                    <a:pt x="2633989" y="260937"/>
                  </a:lnTo>
                  <a:lnTo>
                    <a:pt x="2635061" y="260760"/>
                  </a:lnTo>
                  <a:lnTo>
                    <a:pt x="2636133" y="260582"/>
                  </a:lnTo>
                  <a:lnTo>
                    <a:pt x="2637204" y="260404"/>
                  </a:lnTo>
                  <a:lnTo>
                    <a:pt x="2638276" y="260226"/>
                  </a:lnTo>
                  <a:lnTo>
                    <a:pt x="2639347" y="260048"/>
                  </a:lnTo>
                  <a:lnTo>
                    <a:pt x="2640419" y="259870"/>
                  </a:lnTo>
                  <a:lnTo>
                    <a:pt x="2641491" y="259691"/>
                  </a:lnTo>
                  <a:lnTo>
                    <a:pt x="2642562" y="259512"/>
                  </a:lnTo>
                  <a:lnTo>
                    <a:pt x="2643634" y="259333"/>
                  </a:lnTo>
                  <a:lnTo>
                    <a:pt x="2644705" y="259153"/>
                  </a:lnTo>
                  <a:lnTo>
                    <a:pt x="2645777" y="258974"/>
                  </a:lnTo>
                  <a:lnTo>
                    <a:pt x="2646849" y="258794"/>
                  </a:lnTo>
                  <a:lnTo>
                    <a:pt x="2647920" y="258614"/>
                  </a:lnTo>
                  <a:lnTo>
                    <a:pt x="2648992" y="258434"/>
                  </a:lnTo>
                  <a:lnTo>
                    <a:pt x="2650063" y="258253"/>
                  </a:lnTo>
                  <a:lnTo>
                    <a:pt x="2651135" y="258073"/>
                  </a:lnTo>
                  <a:lnTo>
                    <a:pt x="2652207" y="257892"/>
                  </a:lnTo>
                  <a:lnTo>
                    <a:pt x="2653278" y="257711"/>
                  </a:lnTo>
                  <a:lnTo>
                    <a:pt x="2654350" y="257529"/>
                  </a:lnTo>
                  <a:lnTo>
                    <a:pt x="2655421" y="257348"/>
                  </a:lnTo>
                  <a:lnTo>
                    <a:pt x="2656493" y="257166"/>
                  </a:lnTo>
                  <a:lnTo>
                    <a:pt x="2657565" y="256984"/>
                  </a:lnTo>
                  <a:lnTo>
                    <a:pt x="2658636" y="256802"/>
                  </a:lnTo>
                  <a:lnTo>
                    <a:pt x="2659708" y="256619"/>
                  </a:lnTo>
                  <a:lnTo>
                    <a:pt x="2660779" y="256437"/>
                  </a:lnTo>
                  <a:lnTo>
                    <a:pt x="2661851" y="256254"/>
                  </a:lnTo>
                  <a:lnTo>
                    <a:pt x="2662922" y="256071"/>
                  </a:lnTo>
                  <a:lnTo>
                    <a:pt x="2663994" y="255887"/>
                  </a:lnTo>
                  <a:lnTo>
                    <a:pt x="2665066" y="255704"/>
                  </a:lnTo>
                  <a:lnTo>
                    <a:pt x="2666137" y="255520"/>
                  </a:lnTo>
                  <a:lnTo>
                    <a:pt x="2667209" y="255336"/>
                  </a:lnTo>
                  <a:lnTo>
                    <a:pt x="2668280" y="255152"/>
                  </a:lnTo>
                  <a:lnTo>
                    <a:pt x="2669352" y="254968"/>
                  </a:lnTo>
                  <a:lnTo>
                    <a:pt x="2670424" y="254783"/>
                  </a:lnTo>
                  <a:lnTo>
                    <a:pt x="2671495" y="254599"/>
                  </a:lnTo>
                  <a:lnTo>
                    <a:pt x="2672567" y="254414"/>
                  </a:lnTo>
                  <a:lnTo>
                    <a:pt x="2673638" y="254228"/>
                  </a:lnTo>
                  <a:lnTo>
                    <a:pt x="2674710" y="254043"/>
                  </a:lnTo>
                  <a:lnTo>
                    <a:pt x="2675782" y="253857"/>
                  </a:lnTo>
                  <a:lnTo>
                    <a:pt x="2676853" y="253672"/>
                  </a:lnTo>
                  <a:lnTo>
                    <a:pt x="2677925" y="253486"/>
                  </a:lnTo>
                  <a:lnTo>
                    <a:pt x="2678996" y="253299"/>
                  </a:lnTo>
                  <a:lnTo>
                    <a:pt x="2680068" y="253113"/>
                  </a:lnTo>
                  <a:lnTo>
                    <a:pt x="2681140" y="252926"/>
                  </a:lnTo>
                  <a:lnTo>
                    <a:pt x="2682211" y="252739"/>
                  </a:lnTo>
                  <a:lnTo>
                    <a:pt x="2683283" y="252552"/>
                  </a:lnTo>
                  <a:lnTo>
                    <a:pt x="2684354" y="252365"/>
                  </a:lnTo>
                  <a:lnTo>
                    <a:pt x="2685426" y="252178"/>
                  </a:lnTo>
                  <a:lnTo>
                    <a:pt x="2686498" y="251990"/>
                  </a:lnTo>
                  <a:lnTo>
                    <a:pt x="2687569" y="251802"/>
                  </a:lnTo>
                  <a:lnTo>
                    <a:pt x="2688641" y="251614"/>
                  </a:lnTo>
                  <a:lnTo>
                    <a:pt x="2689712" y="251426"/>
                  </a:lnTo>
                  <a:lnTo>
                    <a:pt x="2690784" y="251238"/>
                  </a:lnTo>
                  <a:lnTo>
                    <a:pt x="2691856" y="251049"/>
                  </a:lnTo>
                  <a:lnTo>
                    <a:pt x="2692927" y="250860"/>
                  </a:lnTo>
                  <a:lnTo>
                    <a:pt x="2693999" y="250671"/>
                  </a:lnTo>
                  <a:lnTo>
                    <a:pt x="2695070" y="250482"/>
                  </a:lnTo>
                  <a:lnTo>
                    <a:pt x="2696142" y="250292"/>
                  </a:lnTo>
                  <a:lnTo>
                    <a:pt x="2697214" y="250103"/>
                  </a:lnTo>
                  <a:lnTo>
                    <a:pt x="2698285" y="249913"/>
                  </a:lnTo>
                  <a:lnTo>
                    <a:pt x="2699357" y="249723"/>
                  </a:lnTo>
                  <a:lnTo>
                    <a:pt x="2700428" y="249532"/>
                  </a:lnTo>
                  <a:lnTo>
                    <a:pt x="2701500" y="249342"/>
                  </a:lnTo>
                  <a:lnTo>
                    <a:pt x="2702572" y="249151"/>
                  </a:lnTo>
                  <a:lnTo>
                    <a:pt x="2703643" y="248961"/>
                  </a:lnTo>
                  <a:lnTo>
                    <a:pt x="2704715" y="248770"/>
                  </a:lnTo>
                  <a:lnTo>
                    <a:pt x="2705786" y="248578"/>
                  </a:lnTo>
                  <a:lnTo>
                    <a:pt x="2706858" y="248387"/>
                  </a:lnTo>
                  <a:lnTo>
                    <a:pt x="2707930" y="248195"/>
                  </a:lnTo>
                  <a:lnTo>
                    <a:pt x="2709001" y="248004"/>
                  </a:lnTo>
                  <a:lnTo>
                    <a:pt x="2710073" y="247812"/>
                  </a:lnTo>
                  <a:lnTo>
                    <a:pt x="2711144" y="247619"/>
                  </a:lnTo>
                  <a:lnTo>
                    <a:pt x="2712216" y="247427"/>
                  </a:lnTo>
                  <a:lnTo>
                    <a:pt x="2713288" y="247235"/>
                  </a:lnTo>
                  <a:lnTo>
                    <a:pt x="2714359" y="247042"/>
                  </a:lnTo>
                  <a:lnTo>
                    <a:pt x="2715431" y="246849"/>
                  </a:lnTo>
                  <a:lnTo>
                    <a:pt x="2716502" y="246656"/>
                  </a:lnTo>
                  <a:lnTo>
                    <a:pt x="2717574" y="246462"/>
                  </a:lnTo>
                  <a:lnTo>
                    <a:pt x="2718646" y="246269"/>
                  </a:lnTo>
                  <a:lnTo>
                    <a:pt x="2719717" y="246075"/>
                  </a:lnTo>
                  <a:lnTo>
                    <a:pt x="2720789" y="245881"/>
                  </a:lnTo>
                  <a:lnTo>
                    <a:pt x="2721860" y="245687"/>
                  </a:lnTo>
                  <a:lnTo>
                    <a:pt x="2722932" y="245493"/>
                  </a:lnTo>
                  <a:lnTo>
                    <a:pt x="2724004" y="245299"/>
                  </a:lnTo>
                  <a:lnTo>
                    <a:pt x="2725075" y="245104"/>
                  </a:lnTo>
                  <a:lnTo>
                    <a:pt x="2726147" y="244909"/>
                  </a:lnTo>
                  <a:lnTo>
                    <a:pt x="2727218" y="244714"/>
                  </a:lnTo>
                  <a:lnTo>
                    <a:pt x="2728290" y="244519"/>
                  </a:lnTo>
                  <a:lnTo>
                    <a:pt x="2729362" y="244324"/>
                  </a:lnTo>
                  <a:lnTo>
                    <a:pt x="2730433" y="244128"/>
                  </a:lnTo>
                  <a:lnTo>
                    <a:pt x="2731505" y="243933"/>
                  </a:lnTo>
                  <a:lnTo>
                    <a:pt x="2732576" y="243737"/>
                  </a:lnTo>
                  <a:lnTo>
                    <a:pt x="2733648" y="243541"/>
                  </a:lnTo>
                  <a:lnTo>
                    <a:pt x="2734720" y="243344"/>
                  </a:lnTo>
                  <a:lnTo>
                    <a:pt x="2735791" y="243148"/>
                  </a:lnTo>
                  <a:lnTo>
                    <a:pt x="2736863" y="242951"/>
                  </a:lnTo>
                  <a:lnTo>
                    <a:pt x="2737934" y="242755"/>
                  </a:lnTo>
                  <a:lnTo>
                    <a:pt x="2739006" y="242558"/>
                  </a:lnTo>
                  <a:lnTo>
                    <a:pt x="2740078" y="242361"/>
                  </a:lnTo>
                  <a:lnTo>
                    <a:pt x="2741149" y="242163"/>
                  </a:lnTo>
                  <a:lnTo>
                    <a:pt x="2742221" y="241966"/>
                  </a:lnTo>
                  <a:lnTo>
                    <a:pt x="2743292" y="241768"/>
                  </a:lnTo>
                  <a:lnTo>
                    <a:pt x="2744364" y="241570"/>
                  </a:lnTo>
                  <a:lnTo>
                    <a:pt x="2745436" y="241372"/>
                  </a:lnTo>
                  <a:lnTo>
                    <a:pt x="2746507" y="241174"/>
                  </a:lnTo>
                  <a:lnTo>
                    <a:pt x="2747579" y="240976"/>
                  </a:lnTo>
                  <a:lnTo>
                    <a:pt x="2748650" y="240777"/>
                  </a:lnTo>
                  <a:lnTo>
                    <a:pt x="2749722" y="240578"/>
                  </a:lnTo>
                  <a:lnTo>
                    <a:pt x="2750794" y="240380"/>
                  </a:lnTo>
                  <a:lnTo>
                    <a:pt x="2751865" y="240181"/>
                  </a:lnTo>
                  <a:lnTo>
                    <a:pt x="2752937" y="239981"/>
                  </a:lnTo>
                  <a:lnTo>
                    <a:pt x="2754008" y="239782"/>
                  </a:lnTo>
                  <a:lnTo>
                    <a:pt x="2755080" y="239582"/>
                  </a:lnTo>
                  <a:lnTo>
                    <a:pt x="2756152" y="239383"/>
                  </a:lnTo>
                  <a:lnTo>
                    <a:pt x="2757223" y="239183"/>
                  </a:lnTo>
                  <a:lnTo>
                    <a:pt x="2758295" y="238983"/>
                  </a:lnTo>
                  <a:lnTo>
                    <a:pt x="2759366" y="238783"/>
                  </a:lnTo>
                  <a:lnTo>
                    <a:pt x="2760438" y="238582"/>
                  </a:lnTo>
                  <a:lnTo>
                    <a:pt x="2761510" y="238382"/>
                  </a:lnTo>
                  <a:lnTo>
                    <a:pt x="2762581" y="238181"/>
                  </a:lnTo>
                  <a:lnTo>
                    <a:pt x="2763653" y="237980"/>
                  </a:lnTo>
                  <a:lnTo>
                    <a:pt x="2764724" y="237779"/>
                  </a:lnTo>
                  <a:lnTo>
                    <a:pt x="2765796" y="237578"/>
                  </a:lnTo>
                  <a:lnTo>
                    <a:pt x="2766868" y="237376"/>
                  </a:lnTo>
                  <a:lnTo>
                    <a:pt x="2767939" y="237175"/>
                  </a:lnTo>
                  <a:lnTo>
                    <a:pt x="2769011" y="236973"/>
                  </a:lnTo>
                  <a:lnTo>
                    <a:pt x="2770082" y="236771"/>
                  </a:lnTo>
                  <a:lnTo>
                    <a:pt x="2771154" y="236569"/>
                  </a:lnTo>
                  <a:lnTo>
                    <a:pt x="2772226" y="236367"/>
                  </a:lnTo>
                  <a:lnTo>
                    <a:pt x="2773297" y="236165"/>
                  </a:lnTo>
                  <a:lnTo>
                    <a:pt x="2774369" y="235962"/>
                  </a:lnTo>
                  <a:lnTo>
                    <a:pt x="2775440" y="235759"/>
                  </a:lnTo>
                  <a:lnTo>
                    <a:pt x="2776512" y="235556"/>
                  </a:lnTo>
                  <a:lnTo>
                    <a:pt x="2777584" y="235354"/>
                  </a:lnTo>
                  <a:lnTo>
                    <a:pt x="2778655" y="235150"/>
                  </a:lnTo>
                  <a:lnTo>
                    <a:pt x="2779727" y="234947"/>
                  </a:lnTo>
                  <a:lnTo>
                    <a:pt x="2780798" y="234744"/>
                  </a:lnTo>
                  <a:lnTo>
                    <a:pt x="2781870" y="234540"/>
                  </a:lnTo>
                  <a:lnTo>
                    <a:pt x="2782942" y="234336"/>
                  </a:lnTo>
                  <a:lnTo>
                    <a:pt x="2784013" y="234132"/>
                  </a:lnTo>
                  <a:lnTo>
                    <a:pt x="2785085" y="233928"/>
                  </a:lnTo>
                  <a:lnTo>
                    <a:pt x="2786156" y="233724"/>
                  </a:lnTo>
                  <a:lnTo>
                    <a:pt x="2787228" y="233519"/>
                  </a:lnTo>
                  <a:lnTo>
                    <a:pt x="2788300" y="233315"/>
                  </a:lnTo>
                  <a:lnTo>
                    <a:pt x="2789371" y="233110"/>
                  </a:lnTo>
                  <a:lnTo>
                    <a:pt x="2790443" y="232905"/>
                  </a:lnTo>
                  <a:lnTo>
                    <a:pt x="2791514" y="232700"/>
                  </a:lnTo>
                  <a:lnTo>
                    <a:pt x="2792586" y="232495"/>
                  </a:lnTo>
                  <a:lnTo>
                    <a:pt x="2793658" y="232290"/>
                  </a:lnTo>
                  <a:lnTo>
                    <a:pt x="2794729" y="232084"/>
                  </a:lnTo>
                  <a:lnTo>
                    <a:pt x="2795801" y="231879"/>
                  </a:lnTo>
                  <a:lnTo>
                    <a:pt x="2796872" y="231673"/>
                  </a:lnTo>
                  <a:lnTo>
                    <a:pt x="2797944" y="231467"/>
                  </a:lnTo>
                  <a:lnTo>
                    <a:pt x="2799016" y="231261"/>
                  </a:lnTo>
                  <a:lnTo>
                    <a:pt x="2800087" y="231055"/>
                  </a:lnTo>
                  <a:lnTo>
                    <a:pt x="2801159" y="230849"/>
                  </a:lnTo>
                  <a:lnTo>
                    <a:pt x="2802230" y="230642"/>
                  </a:lnTo>
                  <a:lnTo>
                    <a:pt x="2803302" y="230435"/>
                  </a:lnTo>
                  <a:lnTo>
                    <a:pt x="2804374" y="230229"/>
                  </a:lnTo>
                  <a:lnTo>
                    <a:pt x="2805445" y="230022"/>
                  </a:lnTo>
                  <a:lnTo>
                    <a:pt x="2806517" y="229815"/>
                  </a:lnTo>
                  <a:lnTo>
                    <a:pt x="2807588" y="229607"/>
                  </a:lnTo>
                  <a:lnTo>
                    <a:pt x="2808660" y="229400"/>
                  </a:lnTo>
                  <a:lnTo>
                    <a:pt x="2809732" y="229193"/>
                  </a:lnTo>
                  <a:lnTo>
                    <a:pt x="2810803" y="228985"/>
                  </a:lnTo>
                  <a:lnTo>
                    <a:pt x="2811875" y="228777"/>
                  </a:lnTo>
                  <a:lnTo>
                    <a:pt x="2812946" y="228569"/>
                  </a:lnTo>
                  <a:lnTo>
                    <a:pt x="2814018" y="228361"/>
                  </a:lnTo>
                  <a:lnTo>
                    <a:pt x="2815090" y="228153"/>
                  </a:lnTo>
                  <a:lnTo>
                    <a:pt x="2816161" y="227945"/>
                  </a:lnTo>
                  <a:lnTo>
                    <a:pt x="2817233" y="227736"/>
                  </a:lnTo>
                  <a:lnTo>
                    <a:pt x="2818304" y="227527"/>
                  </a:lnTo>
                  <a:lnTo>
                    <a:pt x="2819376" y="227319"/>
                  </a:lnTo>
                  <a:lnTo>
                    <a:pt x="2820448" y="227110"/>
                  </a:lnTo>
                  <a:lnTo>
                    <a:pt x="2821519" y="226901"/>
                  </a:lnTo>
                  <a:lnTo>
                    <a:pt x="2822591" y="226692"/>
                  </a:lnTo>
                  <a:lnTo>
                    <a:pt x="2823662" y="226482"/>
                  </a:lnTo>
                  <a:lnTo>
                    <a:pt x="2824734" y="226273"/>
                  </a:lnTo>
                  <a:lnTo>
                    <a:pt x="2825806" y="226063"/>
                  </a:lnTo>
                  <a:lnTo>
                    <a:pt x="2826877" y="225854"/>
                  </a:lnTo>
                  <a:lnTo>
                    <a:pt x="2827949" y="225644"/>
                  </a:lnTo>
                  <a:lnTo>
                    <a:pt x="2829020" y="225434"/>
                  </a:lnTo>
                  <a:lnTo>
                    <a:pt x="2830092" y="225224"/>
                  </a:lnTo>
                  <a:lnTo>
                    <a:pt x="2831164" y="225013"/>
                  </a:lnTo>
                  <a:lnTo>
                    <a:pt x="2832235" y="224803"/>
                  </a:lnTo>
                  <a:lnTo>
                    <a:pt x="2833307" y="224593"/>
                  </a:lnTo>
                  <a:lnTo>
                    <a:pt x="2834378" y="224382"/>
                  </a:lnTo>
                  <a:lnTo>
                    <a:pt x="2835450" y="224171"/>
                  </a:lnTo>
                  <a:lnTo>
                    <a:pt x="2836522" y="223960"/>
                  </a:lnTo>
                  <a:lnTo>
                    <a:pt x="2837593" y="223749"/>
                  </a:lnTo>
                  <a:lnTo>
                    <a:pt x="2838665" y="223538"/>
                  </a:lnTo>
                  <a:lnTo>
                    <a:pt x="2839736" y="223327"/>
                  </a:lnTo>
                  <a:lnTo>
                    <a:pt x="2840808" y="223115"/>
                  </a:lnTo>
                  <a:lnTo>
                    <a:pt x="2841879" y="222904"/>
                  </a:lnTo>
                  <a:lnTo>
                    <a:pt x="2842951" y="222692"/>
                  </a:lnTo>
                  <a:lnTo>
                    <a:pt x="2844023" y="222480"/>
                  </a:lnTo>
                  <a:lnTo>
                    <a:pt x="2845094" y="222269"/>
                  </a:lnTo>
                  <a:lnTo>
                    <a:pt x="2846166" y="222057"/>
                  </a:lnTo>
                  <a:lnTo>
                    <a:pt x="2847237" y="221844"/>
                  </a:lnTo>
                  <a:lnTo>
                    <a:pt x="2848309" y="221632"/>
                  </a:lnTo>
                  <a:lnTo>
                    <a:pt x="2849381" y="221420"/>
                  </a:lnTo>
                  <a:lnTo>
                    <a:pt x="2850452" y="221207"/>
                  </a:lnTo>
                  <a:lnTo>
                    <a:pt x="2851524" y="220995"/>
                  </a:lnTo>
                  <a:lnTo>
                    <a:pt x="2852595" y="220782"/>
                  </a:lnTo>
                  <a:lnTo>
                    <a:pt x="2853667" y="220569"/>
                  </a:lnTo>
                  <a:lnTo>
                    <a:pt x="2854739" y="220356"/>
                  </a:lnTo>
                  <a:lnTo>
                    <a:pt x="2855810" y="220143"/>
                  </a:lnTo>
                  <a:lnTo>
                    <a:pt x="2856882" y="219930"/>
                  </a:lnTo>
                  <a:lnTo>
                    <a:pt x="2857953" y="219716"/>
                  </a:lnTo>
                  <a:lnTo>
                    <a:pt x="2859025" y="219503"/>
                  </a:lnTo>
                  <a:lnTo>
                    <a:pt x="2860097" y="219289"/>
                  </a:lnTo>
                  <a:lnTo>
                    <a:pt x="2861168" y="219076"/>
                  </a:lnTo>
                  <a:lnTo>
                    <a:pt x="2862240" y="218862"/>
                  </a:lnTo>
                  <a:lnTo>
                    <a:pt x="2863311" y="218648"/>
                  </a:lnTo>
                  <a:lnTo>
                    <a:pt x="2864383" y="218434"/>
                  </a:lnTo>
                  <a:lnTo>
                    <a:pt x="2865455" y="218220"/>
                  </a:lnTo>
                  <a:lnTo>
                    <a:pt x="2866526" y="218005"/>
                  </a:lnTo>
                  <a:lnTo>
                    <a:pt x="2867598" y="217791"/>
                  </a:lnTo>
                  <a:lnTo>
                    <a:pt x="2868669" y="217576"/>
                  </a:lnTo>
                  <a:lnTo>
                    <a:pt x="2869741" y="217362"/>
                  </a:lnTo>
                  <a:lnTo>
                    <a:pt x="2870813" y="217147"/>
                  </a:lnTo>
                  <a:lnTo>
                    <a:pt x="2871884" y="216932"/>
                  </a:lnTo>
                  <a:lnTo>
                    <a:pt x="2872956" y="216717"/>
                  </a:lnTo>
                  <a:lnTo>
                    <a:pt x="2874027" y="216502"/>
                  </a:lnTo>
                  <a:lnTo>
                    <a:pt x="2875099" y="216287"/>
                  </a:lnTo>
                  <a:lnTo>
                    <a:pt x="2876171" y="216072"/>
                  </a:lnTo>
                  <a:lnTo>
                    <a:pt x="2877242" y="215856"/>
                  </a:lnTo>
                  <a:lnTo>
                    <a:pt x="2878314" y="215641"/>
                  </a:lnTo>
                  <a:lnTo>
                    <a:pt x="2879385" y="215425"/>
                  </a:lnTo>
                  <a:lnTo>
                    <a:pt x="2880457" y="215210"/>
                  </a:lnTo>
                  <a:lnTo>
                    <a:pt x="2881529" y="214994"/>
                  </a:lnTo>
                  <a:lnTo>
                    <a:pt x="2882600" y="214778"/>
                  </a:lnTo>
                  <a:lnTo>
                    <a:pt x="2883672" y="214562"/>
                  </a:lnTo>
                  <a:lnTo>
                    <a:pt x="2884743" y="214346"/>
                  </a:lnTo>
                  <a:lnTo>
                    <a:pt x="2885815" y="214130"/>
                  </a:lnTo>
                  <a:lnTo>
                    <a:pt x="2886887" y="213913"/>
                  </a:lnTo>
                  <a:lnTo>
                    <a:pt x="2887958" y="213697"/>
                  </a:lnTo>
                  <a:lnTo>
                    <a:pt x="2889030" y="213480"/>
                  </a:lnTo>
                  <a:lnTo>
                    <a:pt x="2890101" y="213264"/>
                  </a:lnTo>
                  <a:lnTo>
                    <a:pt x="2891173" y="213047"/>
                  </a:lnTo>
                  <a:lnTo>
                    <a:pt x="2892245" y="212830"/>
                  </a:lnTo>
                  <a:lnTo>
                    <a:pt x="2893316" y="212613"/>
                  </a:lnTo>
                  <a:lnTo>
                    <a:pt x="2894388" y="212396"/>
                  </a:lnTo>
                  <a:lnTo>
                    <a:pt x="2895459" y="212179"/>
                  </a:lnTo>
                  <a:lnTo>
                    <a:pt x="2896531" y="211962"/>
                  </a:lnTo>
                  <a:lnTo>
                    <a:pt x="2897603" y="211745"/>
                  </a:lnTo>
                  <a:lnTo>
                    <a:pt x="2898674" y="211527"/>
                  </a:lnTo>
                  <a:lnTo>
                    <a:pt x="2899746" y="211310"/>
                  </a:lnTo>
                  <a:lnTo>
                    <a:pt x="2900817" y="211092"/>
                  </a:lnTo>
                  <a:lnTo>
                    <a:pt x="2901889" y="210874"/>
                  </a:lnTo>
                  <a:lnTo>
                    <a:pt x="2902961" y="210657"/>
                  </a:lnTo>
                  <a:lnTo>
                    <a:pt x="2904032" y="210439"/>
                  </a:lnTo>
                  <a:lnTo>
                    <a:pt x="2905104" y="210221"/>
                  </a:lnTo>
                  <a:lnTo>
                    <a:pt x="2906175" y="210003"/>
                  </a:lnTo>
                  <a:lnTo>
                    <a:pt x="2907247" y="209784"/>
                  </a:lnTo>
                  <a:lnTo>
                    <a:pt x="2908319" y="209566"/>
                  </a:lnTo>
                  <a:lnTo>
                    <a:pt x="2909390" y="209348"/>
                  </a:lnTo>
                  <a:lnTo>
                    <a:pt x="2910462" y="209129"/>
                  </a:lnTo>
                  <a:lnTo>
                    <a:pt x="2911533" y="208911"/>
                  </a:lnTo>
                  <a:lnTo>
                    <a:pt x="2912605" y="208692"/>
                  </a:lnTo>
                  <a:lnTo>
                    <a:pt x="2913677" y="208474"/>
                  </a:lnTo>
                  <a:lnTo>
                    <a:pt x="2914748" y="208255"/>
                  </a:lnTo>
                  <a:lnTo>
                    <a:pt x="2915820" y="208036"/>
                  </a:lnTo>
                  <a:lnTo>
                    <a:pt x="2916891" y="207817"/>
                  </a:lnTo>
                  <a:lnTo>
                    <a:pt x="2917963" y="207598"/>
                  </a:lnTo>
                  <a:lnTo>
                    <a:pt x="2919035" y="207379"/>
                  </a:lnTo>
                  <a:lnTo>
                    <a:pt x="2920106" y="207160"/>
                  </a:lnTo>
                  <a:lnTo>
                    <a:pt x="2921178" y="206940"/>
                  </a:lnTo>
                  <a:lnTo>
                    <a:pt x="2922249" y="206721"/>
                  </a:lnTo>
                  <a:lnTo>
                    <a:pt x="2923321" y="206501"/>
                  </a:lnTo>
                  <a:lnTo>
                    <a:pt x="2924393" y="206282"/>
                  </a:lnTo>
                  <a:lnTo>
                    <a:pt x="2925464" y="206062"/>
                  </a:lnTo>
                  <a:lnTo>
                    <a:pt x="2926536" y="205842"/>
                  </a:lnTo>
                  <a:lnTo>
                    <a:pt x="2927607" y="205623"/>
                  </a:lnTo>
                  <a:lnTo>
                    <a:pt x="2928679" y="205403"/>
                  </a:lnTo>
                  <a:lnTo>
                    <a:pt x="2929751" y="205183"/>
                  </a:lnTo>
                  <a:lnTo>
                    <a:pt x="2930822" y="204963"/>
                  </a:lnTo>
                  <a:lnTo>
                    <a:pt x="2931894" y="204743"/>
                  </a:lnTo>
                  <a:lnTo>
                    <a:pt x="2932965" y="204523"/>
                  </a:lnTo>
                  <a:lnTo>
                    <a:pt x="2934037" y="204302"/>
                  </a:lnTo>
                  <a:lnTo>
                    <a:pt x="2935109" y="204082"/>
                  </a:lnTo>
                  <a:lnTo>
                    <a:pt x="2936180" y="203861"/>
                  </a:lnTo>
                  <a:lnTo>
                    <a:pt x="2937252" y="203641"/>
                  </a:lnTo>
                  <a:lnTo>
                    <a:pt x="2938323" y="203420"/>
                  </a:lnTo>
                  <a:lnTo>
                    <a:pt x="2939395" y="203200"/>
                  </a:lnTo>
                  <a:lnTo>
                    <a:pt x="2940467" y="202979"/>
                  </a:lnTo>
                  <a:lnTo>
                    <a:pt x="2941538" y="202758"/>
                  </a:lnTo>
                  <a:lnTo>
                    <a:pt x="2942610" y="202537"/>
                  </a:lnTo>
                  <a:lnTo>
                    <a:pt x="2943681" y="202316"/>
                  </a:lnTo>
                  <a:lnTo>
                    <a:pt x="2944753" y="202095"/>
                  </a:lnTo>
                  <a:lnTo>
                    <a:pt x="2945825" y="201874"/>
                  </a:lnTo>
                  <a:lnTo>
                    <a:pt x="2946896" y="201653"/>
                  </a:lnTo>
                  <a:lnTo>
                    <a:pt x="2947968" y="201432"/>
                  </a:lnTo>
                  <a:lnTo>
                    <a:pt x="2949039" y="201211"/>
                  </a:lnTo>
                  <a:lnTo>
                    <a:pt x="2950111" y="200989"/>
                  </a:lnTo>
                  <a:lnTo>
                    <a:pt x="2951183" y="200768"/>
                  </a:lnTo>
                  <a:lnTo>
                    <a:pt x="2952254" y="200546"/>
                  </a:lnTo>
                  <a:lnTo>
                    <a:pt x="2953326" y="200325"/>
                  </a:lnTo>
                  <a:lnTo>
                    <a:pt x="2954397" y="200103"/>
                  </a:lnTo>
                  <a:lnTo>
                    <a:pt x="2955469" y="199881"/>
                  </a:lnTo>
                  <a:lnTo>
                    <a:pt x="2956541" y="199660"/>
                  </a:lnTo>
                  <a:lnTo>
                    <a:pt x="2957612" y="199438"/>
                  </a:lnTo>
                  <a:lnTo>
                    <a:pt x="2958684" y="199216"/>
                  </a:lnTo>
                  <a:lnTo>
                    <a:pt x="2959755" y="198994"/>
                  </a:lnTo>
                  <a:lnTo>
                    <a:pt x="2960827" y="198772"/>
                  </a:lnTo>
                  <a:lnTo>
                    <a:pt x="2961899" y="198550"/>
                  </a:lnTo>
                  <a:lnTo>
                    <a:pt x="2962970" y="198328"/>
                  </a:lnTo>
                  <a:lnTo>
                    <a:pt x="2964042" y="198105"/>
                  </a:lnTo>
                  <a:lnTo>
                    <a:pt x="2965113" y="197883"/>
                  </a:lnTo>
                  <a:lnTo>
                    <a:pt x="2966185" y="197661"/>
                  </a:lnTo>
                  <a:lnTo>
                    <a:pt x="2967257" y="197438"/>
                  </a:lnTo>
                  <a:lnTo>
                    <a:pt x="2968328" y="197216"/>
                  </a:lnTo>
                  <a:lnTo>
                    <a:pt x="2969400" y="196994"/>
                  </a:lnTo>
                  <a:lnTo>
                    <a:pt x="2970471" y="196771"/>
                  </a:lnTo>
                  <a:lnTo>
                    <a:pt x="2971543" y="196548"/>
                  </a:lnTo>
                  <a:lnTo>
                    <a:pt x="2972615" y="196326"/>
                  </a:lnTo>
                  <a:lnTo>
                    <a:pt x="2973686" y="196103"/>
                  </a:lnTo>
                  <a:lnTo>
                    <a:pt x="2974758" y="195880"/>
                  </a:lnTo>
                  <a:lnTo>
                    <a:pt x="2975829" y="195657"/>
                  </a:lnTo>
                  <a:lnTo>
                    <a:pt x="2976901" y="195434"/>
                  </a:lnTo>
                  <a:lnTo>
                    <a:pt x="2977973" y="195211"/>
                  </a:lnTo>
                  <a:lnTo>
                    <a:pt x="2979044" y="194988"/>
                  </a:lnTo>
                  <a:lnTo>
                    <a:pt x="2980116" y="194765"/>
                  </a:lnTo>
                  <a:lnTo>
                    <a:pt x="2981187" y="194542"/>
                  </a:lnTo>
                  <a:lnTo>
                    <a:pt x="2982259" y="194319"/>
                  </a:lnTo>
                  <a:lnTo>
                    <a:pt x="2983331" y="194096"/>
                  </a:lnTo>
                  <a:lnTo>
                    <a:pt x="2984402" y="193873"/>
                  </a:lnTo>
                  <a:lnTo>
                    <a:pt x="2985474" y="193649"/>
                  </a:lnTo>
                  <a:lnTo>
                    <a:pt x="2986545" y="193426"/>
                  </a:lnTo>
                  <a:lnTo>
                    <a:pt x="2987617" y="193203"/>
                  </a:lnTo>
                  <a:lnTo>
                    <a:pt x="2988689" y="192979"/>
                  </a:lnTo>
                  <a:lnTo>
                    <a:pt x="2989760" y="192756"/>
                  </a:lnTo>
                  <a:lnTo>
                    <a:pt x="2990832" y="192532"/>
                  </a:lnTo>
                  <a:lnTo>
                    <a:pt x="2991903" y="192309"/>
                  </a:lnTo>
                  <a:lnTo>
                    <a:pt x="2992975" y="192085"/>
                  </a:lnTo>
                  <a:lnTo>
                    <a:pt x="2994047" y="191861"/>
                  </a:lnTo>
                  <a:lnTo>
                    <a:pt x="2995118" y="191638"/>
                  </a:lnTo>
                  <a:lnTo>
                    <a:pt x="2996190" y="191414"/>
                  </a:lnTo>
                  <a:lnTo>
                    <a:pt x="2997261" y="191190"/>
                  </a:lnTo>
                  <a:lnTo>
                    <a:pt x="2998333" y="190966"/>
                  </a:lnTo>
                  <a:lnTo>
                    <a:pt x="2999405" y="190742"/>
                  </a:lnTo>
                  <a:lnTo>
                    <a:pt x="3000476" y="190518"/>
                  </a:lnTo>
                  <a:lnTo>
                    <a:pt x="3001548" y="190294"/>
                  </a:lnTo>
                  <a:lnTo>
                    <a:pt x="3002619" y="190070"/>
                  </a:lnTo>
                  <a:lnTo>
                    <a:pt x="3003691" y="189846"/>
                  </a:lnTo>
                  <a:lnTo>
                    <a:pt x="3004763" y="189622"/>
                  </a:lnTo>
                  <a:lnTo>
                    <a:pt x="3005834" y="189398"/>
                  </a:lnTo>
                  <a:lnTo>
                    <a:pt x="3006906" y="189174"/>
                  </a:lnTo>
                  <a:lnTo>
                    <a:pt x="3007977" y="188950"/>
                  </a:lnTo>
                  <a:lnTo>
                    <a:pt x="3009049" y="188725"/>
                  </a:lnTo>
                  <a:lnTo>
                    <a:pt x="3010121" y="188501"/>
                  </a:lnTo>
                  <a:lnTo>
                    <a:pt x="3011192" y="188277"/>
                  </a:lnTo>
                  <a:lnTo>
                    <a:pt x="3012264" y="188053"/>
                  </a:lnTo>
                  <a:lnTo>
                    <a:pt x="3013335" y="187828"/>
                  </a:lnTo>
                  <a:lnTo>
                    <a:pt x="3014407" y="187604"/>
                  </a:lnTo>
                  <a:lnTo>
                    <a:pt x="3015479" y="187379"/>
                  </a:lnTo>
                  <a:lnTo>
                    <a:pt x="3016550" y="187155"/>
                  </a:lnTo>
                  <a:lnTo>
                    <a:pt x="3017622" y="186930"/>
                  </a:lnTo>
                  <a:lnTo>
                    <a:pt x="3018693" y="186706"/>
                  </a:lnTo>
                  <a:lnTo>
                    <a:pt x="3019765" y="186481"/>
                  </a:lnTo>
                  <a:lnTo>
                    <a:pt x="3020836" y="186257"/>
                  </a:lnTo>
                  <a:lnTo>
                    <a:pt x="3021908" y="186032"/>
                  </a:lnTo>
                  <a:lnTo>
                    <a:pt x="3022980" y="185807"/>
                  </a:lnTo>
                  <a:lnTo>
                    <a:pt x="3024051" y="185583"/>
                  </a:lnTo>
                  <a:lnTo>
                    <a:pt x="3025123" y="185358"/>
                  </a:lnTo>
                  <a:lnTo>
                    <a:pt x="3026194" y="185133"/>
                  </a:lnTo>
                  <a:lnTo>
                    <a:pt x="3027266" y="184908"/>
                  </a:lnTo>
                  <a:lnTo>
                    <a:pt x="3028338" y="184683"/>
                  </a:lnTo>
                  <a:lnTo>
                    <a:pt x="3029409" y="184458"/>
                  </a:lnTo>
                  <a:lnTo>
                    <a:pt x="3030481" y="184233"/>
                  </a:lnTo>
                  <a:lnTo>
                    <a:pt x="3031552" y="184009"/>
                  </a:lnTo>
                  <a:lnTo>
                    <a:pt x="3032624" y="183784"/>
                  </a:lnTo>
                  <a:lnTo>
                    <a:pt x="3033696" y="183558"/>
                  </a:lnTo>
                  <a:lnTo>
                    <a:pt x="3034767" y="183333"/>
                  </a:lnTo>
                  <a:lnTo>
                    <a:pt x="3035839" y="183108"/>
                  </a:lnTo>
                  <a:lnTo>
                    <a:pt x="3036910" y="182883"/>
                  </a:lnTo>
                  <a:lnTo>
                    <a:pt x="3037982" y="182658"/>
                  </a:lnTo>
                  <a:lnTo>
                    <a:pt x="3039054" y="182433"/>
                  </a:lnTo>
                  <a:lnTo>
                    <a:pt x="3040125" y="182208"/>
                  </a:lnTo>
                  <a:lnTo>
                    <a:pt x="3041197" y="181982"/>
                  </a:lnTo>
                  <a:lnTo>
                    <a:pt x="3042268" y="181757"/>
                  </a:lnTo>
                  <a:lnTo>
                    <a:pt x="3043340" y="181532"/>
                  </a:lnTo>
                  <a:lnTo>
                    <a:pt x="3044412" y="181306"/>
                  </a:lnTo>
                  <a:lnTo>
                    <a:pt x="3045483" y="181081"/>
                  </a:lnTo>
                  <a:lnTo>
                    <a:pt x="3046555" y="180855"/>
                  </a:lnTo>
                  <a:lnTo>
                    <a:pt x="3047626" y="180630"/>
                  </a:lnTo>
                  <a:lnTo>
                    <a:pt x="3048698" y="180404"/>
                  </a:lnTo>
                  <a:lnTo>
                    <a:pt x="3049770" y="180179"/>
                  </a:lnTo>
                  <a:lnTo>
                    <a:pt x="3050841" y="179953"/>
                  </a:lnTo>
                  <a:lnTo>
                    <a:pt x="3051913" y="179727"/>
                  </a:lnTo>
                  <a:lnTo>
                    <a:pt x="3052984" y="179502"/>
                  </a:lnTo>
                  <a:lnTo>
                    <a:pt x="3054056" y="179276"/>
                  </a:lnTo>
                  <a:lnTo>
                    <a:pt x="3055128" y="179050"/>
                  </a:lnTo>
                  <a:lnTo>
                    <a:pt x="3056199" y="178825"/>
                  </a:lnTo>
                  <a:lnTo>
                    <a:pt x="3057271" y="178599"/>
                  </a:lnTo>
                  <a:lnTo>
                    <a:pt x="3058342" y="178373"/>
                  </a:lnTo>
                  <a:lnTo>
                    <a:pt x="3059414" y="178147"/>
                  </a:lnTo>
                  <a:lnTo>
                    <a:pt x="3060486" y="177921"/>
                  </a:lnTo>
                  <a:lnTo>
                    <a:pt x="3061557" y="177695"/>
                  </a:lnTo>
                  <a:lnTo>
                    <a:pt x="3062629" y="177469"/>
                  </a:lnTo>
                  <a:lnTo>
                    <a:pt x="3063700" y="177243"/>
                  </a:lnTo>
                  <a:lnTo>
                    <a:pt x="3064772" y="177017"/>
                  </a:lnTo>
                  <a:lnTo>
                    <a:pt x="3065844" y="176791"/>
                  </a:lnTo>
                  <a:lnTo>
                    <a:pt x="3066915" y="176565"/>
                  </a:lnTo>
                  <a:lnTo>
                    <a:pt x="3067987" y="176339"/>
                  </a:lnTo>
                  <a:lnTo>
                    <a:pt x="3069058" y="176113"/>
                  </a:lnTo>
                  <a:lnTo>
                    <a:pt x="3070130" y="175886"/>
                  </a:lnTo>
                  <a:lnTo>
                    <a:pt x="3071202" y="175660"/>
                  </a:lnTo>
                  <a:lnTo>
                    <a:pt x="3072273" y="175434"/>
                  </a:lnTo>
                  <a:lnTo>
                    <a:pt x="3073345" y="175208"/>
                  </a:lnTo>
                  <a:lnTo>
                    <a:pt x="3074416" y="174981"/>
                  </a:lnTo>
                  <a:lnTo>
                    <a:pt x="3075488" y="174755"/>
                  </a:lnTo>
                  <a:lnTo>
                    <a:pt x="3076560" y="174528"/>
                  </a:lnTo>
                  <a:lnTo>
                    <a:pt x="3077631" y="174302"/>
                  </a:lnTo>
                  <a:lnTo>
                    <a:pt x="3078703" y="174075"/>
                  </a:lnTo>
                  <a:lnTo>
                    <a:pt x="3079774" y="173849"/>
                  </a:lnTo>
                  <a:lnTo>
                    <a:pt x="3080846" y="173622"/>
                  </a:lnTo>
                  <a:lnTo>
                    <a:pt x="3081918" y="173396"/>
                  </a:lnTo>
                  <a:lnTo>
                    <a:pt x="3082989" y="173169"/>
                  </a:lnTo>
                  <a:lnTo>
                    <a:pt x="3084061" y="172942"/>
                  </a:lnTo>
                  <a:lnTo>
                    <a:pt x="3085132" y="172716"/>
                  </a:lnTo>
                  <a:lnTo>
                    <a:pt x="3086204" y="172489"/>
                  </a:lnTo>
                  <a:lnTo>
                    <a:pt x="3087276" y="172262"/>
                  </a:lnTo>
                  <a:lnTo>
                    <a:pt x="3088347" y="172035"/>
                  </a:lnTo>
                  <a:lnTo>
                    <a:pt x="3089419" y="171808"/>
                  </a:lnTo>
                  <a:lnTo>
                    <a:pt x="3090490" y="171581"/>
                  </a:lnTo>
                  <a:lnTo>
                    <a:pt x="3091562" y="171354"/>
                  </a:lnTo>
                  <a:lnTo>
                    <a:pt x="3092634" y="171128"/>
                  </a:lnTo>
                  <a:lnTo>
                    <a:pt x="3093705" y="170901"/>
                  </a:lnTo>
                  <a:lnTo>
                    <a:pt x="3094777" y="170673"/>
                  </a:lnTo>
                  <a:lnTo>
                    <a:pt x="3095848" y="170446"/>
                  </a:lnTo>
                  <a:lnTo>
                    <a:pt x="3096920" y="170219"/>
                  </a:lnTo>
                  <a:lnTo>
                    <a:pt x="3097992" y="169992"/>
                  </a:lnTo>
                  <a:lnTo>
                    <a:pt x="3099063" y="169765"/>
                  </a:lnTo>
                  <a:lnTo>
                    <a:pt x="3100135" y="169538"/>
                  </a:lnTo>
                  <a:lnTo>
                    <a:pt x="3101206" y="169311"/>
                  </a:lnTo>
                  <a:lnTo>
                    <a:pt x="3102278" y="169083"/>
                  </a:lnTo>
                  <a:lnTo>
                    <a:pt x="3103350" y="168856"/>
                  </a:lnTo>
                  <a:lnTo>
                    <a:pt x="3104421" y="168629"/>
                  </a:lnTo>
                  <a:lnTo>
                    <a:pt x="3105493" y="168401"/>
                  </a:lnTo>
                  <a:lnTo>
                    <a:pt x="3106564" y="168174"/>
                  </a:lnTo>
                  <a:lnTo>
                    <a:pt x="3107636" y="167946"/>
                  </a:lnTo>
                  <a:lnTo>
                    <a:pt x="3108708" y="167719"/>
                  </a:lnTo>
                  <a:lnTo>
                    <a:pt x="3109779" y="167491"/>
                  </a:lnTo>
                  <a:lnTo>
                    <a:pt x="3110851" y="167264"/>
                  </a:lnTo>
                  <a:lnTo>
                    <a:pt x="3111922" y="167036"/>
                  </a:lnTo>
                  <a:lnTo>
                    <a:pt x="3112994" y="166808"/>
                  </a:lnTo>
                  <a:lnTo>
                    <a:pt x="3114066" y="166581"/>
                  </a:lnTo>
                  <a:lnTo>
                    <a:pt x="3115137" y="166353"/>
                  </a:lnTo>
                  <a:lnTo>
                    <a:pt x="3116209" y="166125"/>
                  </a:lnTo>
                  <a:lnTo>
                    <a:pt x="3117280" y="165898"/>
                  </a:lnTo>
                  <a:lnTo>
                    <a:pt x="3118352" y="165670"/>
                  </a:lnTo>
                  <a:lnTo>
                    <a:pt x="3119424" y="165442"/>
                  </a:lnTo>
                  <a:lnTo>
                    <a:pt x="3120495" y="165214"/>
                  </a:lnTo>
                  <a:lnTo>
                    <a:pt x="3121567" y="164986"/>
                  </a:lnTo>
                  <a:lnTo>
                    <a:pt x="3122638" y="164758"/>
                  </a:lnTo>
                  <a:lnTo>
                    <a:pt x="3123710" y="164530"/>
                  </a:lnTo>
                  <a:lnTo>
                    <a:pt x="3124782" y="164302"/>
                  </a:lnTo>
                  <a:lnTo>
                    <a:pt x="3125853" y="164074"/>
                  </a:lnTo>
                  <a:lnTo>
                    <a:pt x="3126925" y="163846"/>
                  </a:lnTo>
                  <a:lnTo>
                    <a:pt x="3127996" y="163618"/>
                  </a:lnTo>
                  <a:lnTo>
                    <a:pt x="3129068" y="163390"/>
                  </a:lnTo>
                  <a:lnTo>
                    <a:pt x="3130140" y="163161"/>
                  </a:lnTo>
                  <a:lnTo>
                    <a:pt x="3131211" y="162933"/>
                  </a:lnTo>
                  <a:lnTo>
                    <a:pt x="3132283" y="162705"/>
                  </a:lnTo>
                  <a:lnTo>
                    <a:pt x="3133354" y="162477"/>
                  </a:lnTo>
                  <a:lnTo>
                    <a:pt x="3134426" y="162248"/>
                  </a:lnTo>
                  <a:lnTo>
                    <a:pt x="3135498" y="162020"/>
                  </a:lnTo>
                  <a:lnTo>
                    <a:pt x="3136569" y="161792"/>
                  </a:lnTo>
                  <a:lnTo>
                    <a:pt x="3137641" y="161563"/>
                  </a:lnTo>
                  <a:lnTo>
                    <a:pt x="3138712" y="161335"/>
                  </a:lnTo>
                  <a:lnTo>
                    <a:pt x="3139784" y="161106"/>
                  </a:lnTo>
                  <a:lnTo>
                    <a:pt x="3140856" y="160878"/>
                  </a:lnTo>
                  <a:lnTo>
                    <a:pt x="3141927" y="160649"/>
                  </a:lnTo>
                  <a:lnTo>
                    <a:pt x="3142999" y="160420"/>
                  </a:lnTo>
                  <a:lnTo>
                    <a:pt x="3144070" y="160192"/>
                  </a:lnTo>
                  <a:lnTo>
                    <a:pt x="3145142" y="159963"/>
                  </a:lnTo>
                  <a:lnTo>
                    <a:pt x="3146214" y="159734"/>
                  </a:lnTo>
                  <a:lnTo>
                    <a:pt x="3147285" y="159505"/>
                  </a:lnTo>
                  <a:lnTo>
                    <a:pt x="3148357" y="159277"/>
                  </a:lnTo>
                  <a:lnTo>
                    <a:pt x="3149428" y="159048"/>
                  </a:lnTo>
                  <a:lnTo>
                    <a:pt x="3150500" y="158819"/>
                  </a:lnTo>
                  <a:lnTo>
                    <a:pt x="3151572" y="158590"/>
                  </a:lnTo>
                  <a:lnTo>
                    <a:pt x="3152643" y="158361"/>
                  </a:lnTo>
                  <a:lnTo>
                    <a:pt x="3153715" y="158132"/>
                  </a:lnTo>
                  <a:lnTo>
                    <a:pt x="3154786" y="157903"/>
                  </a:lnTo>
                  <a:lnTo>
                    <a:pt x="3155858" y="157674"/>
                  </a:lnTo>
                  <a:lnTo>
                    <a:pt x="3156930" y="157445"/>
                  </a:lnTo>
                  <a:lnTo>
                    <a:pt x="3158001" y="157216"/>
                  </a:lnTo>
                  <a:lnTo>
                    <a:pt x="3159073" y="156987"/>
                  </a:lnTo>
                  <a:lnTo>
                    <a:pt x="3160144" y="156757"/>
                  </a:lnTo>
                  <a:lnTo>
                    <a:pt x="3161216" y="156528"/>
                  </a:lnTo>
                  <a:lnTo>
                    <a:pt x="3162288" y="156299"/>
                  </a:lnTo>
                  <a:lnTo>
                    <a:pt x="3163359" y="156070"/>
                  </a:lnTo>
                  <a:lnTo>
                    <a:pt x="3164431" y="155840"/>
                  </a:lnTo>
                  <a:lnTo>
                    <a:pt x="3165502" y="155611"/>
                  </a:lnTo>
                  <a:lnTo>
                    <a:pt x="3166574" y="155382"/>
                  </a:lnTo>
                  <a:lnTo>
                    <a:pt x="3167646" y="155152"/>
                  </a:lnTo>
                  <a:lnTo>
                    <a:pt x="3168717" y="154923"/>
                  </a:lnTo>
                  <a:lnTo>
                    <a:pt x="3169789" y="154693"/>
                  </a:lnTo>
                  <a:lnTo>
                    <a:pt x="3170860" y="154464"/>
                  </a:lnTo>
                  <a:lnTo>
                    <a:pt x="3171932" y="154234"/>
                  </a:lnTo>
                  <a:lnTo>
                    <a:pt x="3173004" y="154004"/>
                  </a:lnTo>
                  <a:lnTo>
                    <a:pt x="3174075" y="153775"/>
                  </a:lnTo>
                  <a:lnTo>
                    <a:pt x="3175147" y="153545"/>
                  </a:lnTo>
                  <a:lnTo>
                    <a:pt x="3176218" y="153315"/>
                  </a:lnTo>
                  <a:lnTo>
                    <a:pt x="3177290" y="153086"/>
                  </a:lnTo>
                  <a:lnTo>
                    <a:pt x="3178362" y="152856"/>
                  </a:lnTo>
                  <a:lnTo>
                    <a:pt x="3179433" y="152626"/>
                  </a:lnTo>
                  <a:lnTo>
                    <a:pt x="3180505" y="152396"/>
                  </a:lnTo>
                  <a:lnTo>
                    <a:pt x="3181576" y="152166"/>
                  </a:lnTo>
                  <a:lnTo>
                    <a:pt x="3182648" y="151936"/>
                  </a:lnTo>
                  <a:lnTo>
                    <a:pt x="3183720" y="151706"/>
                  </a:lnTo>
                  <a:lnTo>
                    <a:pt x="3184791" y="151476"/>
                  </a:lnTo>
                  <a:lnTo>
                    <a:pt x="3185863" y="151246"/>
                  </a:lnTo>
                  <a:lnTo>
                    <a:pt x="3186934" y="151016"/>
                  </a:lnTo>
                  <a:lnTo>
                    <a:pt x="3188006" y="150786"/>
                  </a:lnTo>
                  <a:lnTo>
                    <a:pt x="3189078" y="150556"/>
                  </a:lnTo>
                  <a:lnTo>
                    <a:pt x="3190149" y="150326"/>
                  </a:lnTo>
                  <a:lnTo>
                    <a:pt x="3191221" y="150095"/>
                  </a:lnTo>
                  <a:lnTo>
                    <a:pt x="3192292" y="149865"/>
                  </a:lnTo>
                  <a:lnTo>
                    <a:pt x="3193364" y="149635"/>
                  </a:lnTo>
                  <a:lnTo>
                    <a:pt x="3194436" y="149404"/>
                  </a:lnTo>
                  <a:lnTo>
                    <a:pt x="3195507" y="149174"/>
                  </a:lnTo>
                  <a:lnTo>
                    <a:pt x="3196579" y="148944"/>
                  </a:lnTo>
                  <a:lnTo>
                    <a:pt x="3197650" y="148713"/>
                  </a:lnTo>
                  <a:lnTo>
                    <a:pt x="3198722" y="148483"/>
                  </a:lnTo>
                  <a:lnTo>
                    <a:pt x="3199793" y="148252"/>
                  </a:lnTo>
                  <a:lnTo>
                    <a:pt x="3200865" y="148022"/>
                  </a:lnTo>
                  <a:lnTo>
                    <a:pt x="3201937" y="147791"/>
                  </a:lnTo>
                  <a:lnTo>
                    <a:pt x="3203008" y="147560"/>
                  </a:lnTo>
                  <a:lnTo>
                    <a:pt x="3204080" y="147330"/>
                  </a:lnTo>
                  <a:lnTo>
                    <a:pt x="3205151" y="147099"/>
                  </a:lnTo>
                  <a:lnTo>
                    <a:pt x="3206223" y="146868"/>
                  </a:lnTo>
                  <a:lnTo>
                    <a:pt x="3207295" y="146638"/>
                  </a:lnTo>
                  <a:lnTo>
                    <a:pt x="3208366" y="146407"/>
                  </a:lnTo>
                  <a:lnTo>
                    <a:pt x="3209438" y="146176"/>
                  </a:lnTo>
                  <a:lnTo>
                    <a:pt x="3210509" y="145945"/>
                  </a:lnTo>
                  <a:lnTo>
                    <a:pt x="3211581" y="145714"/>
                  </a:lnTo>
                  <a:lnTo>
                    <a:pt x="3212653" y="145483"/>
                  </a:lnTo>
                  <a:lnTo>
                    <a:pt x="3213724" y="145252"/>
                  </a:lnTo>
                  <a:lnTo>
                    <a:pt x="3214796" y="145021"/>
                  </a:lnTo>
                  <a:lnTo>
                    <a:pt x="3215867" y="144790"/>
                  </a:lnTo>
                  <a:lnTo>
                    <a:pt x="3216939" y="144559"/>
                  </a:lnTo>
                  <a:lnTo>
                    <a:pt x="3218011" y="144328"/>
                  </a:lnTo>
                  <a:lnTo>
                    <a:pt x="3219082" y="144097"/>
                  </a:lnTo>
                  <a:lnTo>
                    <a:pt x="3220154" y="143866"/>
                  </a:lnTo>
                  <a:lnTo>
                    <a:pt x="3221225" y="143634"/>
                  </a:lnTo>
                  <a:lnTo>
                    <a:pt x="3222297" y="143403"/>
                  </a:lnTo>
                  <a:lnTo>
                    <a:pt x="3223369" y="143172"/>
                  </a:lnTo>
                  <a:lnTo>
                    <a:pt x="3224440" y="142941"/>
                  </a:lnTo>
                  <a:lnTo>
                    <a:pt x="3225512" y="142709"/>
                  </a:lnTo>
                  <a:lnTo>
                    <a:pt x="3226583" y="142478"/>
                  </a:lnTo>
                  <a:lnTo>
                    <a:pt x="3227655" y="142246"/>
                  </a:lnTo>
                  <a:lnTo>
                    <a:pt x="3228727" y="142015"/>
                  </a:lnTo>
                  <a:lnTo>
                    <a:pt x="3229798" y="141783"/>
                  </a:lnTo>
                  <a:lnTo>
                    <a:pt x="3230870" y="141552"/>
                  </a:lnTo>
                  <a:lnTo>
                    <a:pt x="3231941" y="141320"/>
                  </a:lnTo>
                  <a:lnTo>
                    <a:pt x="3233013" y="141089"/>
                  </a:lnTo>
                  <a:lnTo>
                    <a:pt x="3234085" y="140857"/>
                  </a:lnTo>
                  <a:lnTo>
                    <a:pt x="3235156" y="140625"/>
                  </a:lnTo>
                  <a:lnTo>
                    <a:pt x="3236228" y="140393"/>
                  </a:lnTo>
                  <a:lnTo>
                    <a:pt x="3237299" y="140162"/>
                  </a:lnTo>
                  <a:lnTo>
                    <a:pt x="3238371" y="139930"/>
                  </a:lnTo>
                  <a:lnTo>
                    <a:pt x="3239443" y="139698"/>
                  </a:lnTo>
                  <a:lnTo>
                    <a:pt x="3240514" y="139466"/>
                  </a:lnTo>
                  <a:lnTo>
                    <a:pt x="3241586" y="139234"/>
                  </a:lnTo>
                  <a:lnTo>
                    <a:pt x="3242657" y="139002"/>
                  </a:lnTo>
                  <a:lnTo>
                    <a:pt x="3243729" y="138770"/>
                  </a:lnTo>
                  <a:lnTo>
                    <a:pt x="3244801" y="138538"/>
                  </a:lnTo>
                  <a:lnTo>
                    <a:pt x="3245872" y="138306"/>
                  </a:lnTo>
                  <a:lnTo>
                    <a:pt x="3246944" y="138074"/>
                  </a:lnTo>
                  <a:lnTo>
                    <a:pt x="3248015" y="137842"/>
                  </a:lnTo>
                  <a:lnTo>
                    <a:pt x="3249087" y="137610"/>
                  </a:lnTo>
                  <a:lnTo>
                    <a:pt x="3250159" y="137378"/>
                  </a:lnTo>
                  <a:lnTo>
                    <a:pt x="3251230" y="137145"/>
                  </a:lnTo>
                  <a:lnTo>
                    <a:pt x="3252302" y="136913"/>
                  </a:lnTo>
                  <a:lnTo>
                    <a:pt x="3253373" y="136681"/>
                  </a:lnTo>
                  <a:lnTo>
                    <a:pt x="3254445" y="136449"/>
                  </a:lnTo>
                  <a:lnTo>
                    <a:pt x="3255517" y="136216"/>
                  </a:lnTo>
                  <a:lnTo>
                    <a:pt x="3256588" y="135984"/>
                  </a:lnTo>
                  <a:lnTo>
                    <a:pt x="3257660" y="135751"/>
                  </a:lnTo>
                  <a:lnTo>
                    <a:pt x="3258731" y="135519"/>
                  </a:lnTo>
                  <a:lnTo>
                    <a:pt x="3259803" y="135286"/>
                  </a:lnTo>
                  <a:lnTo>
                    <a:pt x="3260875" y="135054"/>
                  </a:lnTo>
                  <a:lnTo>
                    <a:pt x="3261946" y="134821"/>
                  </a:lnTo>
                  <a:lnTo>
                    <a:pt x="3263018" y="134588"/>
                  </a:lnTo>
                  <a:lnTo>
                    <a:pt x="3264089" y="134356"/>
                  </a:lnTo>
                  <a:lnTo>
                    <a:pt x="3265161" y="134123"/>
                  </a:lnTo>
                  <a:lnTo>
                    <a:pt x="3266233" y="133890"/>
                  </a:lnTo>
                  <a:lnTo>
                    <a:pt x="3267304" y="133658"/>
                  </a:lnTo>
                  <a:lnTo>
                    <a:pt x="3268376" y="133425"/>
                  </a:lnTo>
                  <a:lnTo>
                    <a:pt x="3269447" y="133192"/>
                  </a:lnTo>
                  <a:lnTo>
                    <a:pt x="3270519" y="132959"/>
                  </a:lnTo>
                  <a:lnTo>
                    <a:pt x="3271591" y="132726"/>
                  </a:lnTo>
                  <a:lnTo>
                    <a:pt x="3272662" y="132493"/>
                  </a:lnTo>
                  <a:lnTo>
                    <a:pt x="3273734" y="132260"/>
                  </a:lnTo>
                  <a:lnTo>
                    <a:pt x="3274805" y="132027"/>
                  </a:lnTo>
                  <a:lnTo>
                    <a:pt x="3275877" y="131794"/>
                  </a:lnTo>
                  <a:lnTo>
                    <a:pt x="3276949" y="131561"/>
                  </a:lnTo>
                  <a:lnTo>
                    <a:pt x="3278020" y="131328"/>
                  </a:lnTo>
                  <a:lnTo>
                    <a:pt x="3279092" y="131095"/>
                  </a:lnTo>
                  <a:lnTo>
                    <a:pt x="3280163" y="130861"/>
                  </a:lnTo>
                  <a:lnTo>
                    <a:pt x="3281235" y="130628"/>
                  </a:lnTo>
                  <a:lnTo>
                    <a:pt x="3282307" y="130395"/>
                  </a:lnTo>
                  <a:lnTo>
                    <a:pt x="3283378" y="130162"/>
                  </a:lnTo>
                  <a:lnTo>
                    <a:pt x="3284450" y="129928"/>
                  </a:lnTo>
                  <a:lnTo>
                    <a:pt x="3285521" y="129695"/>
                  </a:lnTo>
                  <a:lnTo>
                    <a:pt x="3286593" y="129461"/>
                  </a:lnTo>
                  <a:lnTo>
                    <a:pt x="3287665" y="129228"/>
                  </a:lnTo>
                  <a:lnTo>
                    <a:pt x="3288736" y="128994"/>
                  </a:lnTo>
                  <a:lnTo>
                    <a:pt x="3289808" y="128761"/>
                  </a:lnTo>
                  <a:lnTo>
                    <a:pt x="3290879" y="128527"/>
                  </a:lnTo>
                  <a:lnTo>
                    <a:pt x="3291951" y="128294"/>
                  </a:lnTo>
                  <a:lnTo>
                    <a:pt x="3293023" y="128060"/>
                  </a:lnTo>
                  <a:lnTo>
                    <a:pt x="3294094" y="127826"/>
                  </a:lnTo>
                  <a:lnTo>
                    <a:pt x="3295166" y="127593"/>
                  </a:lnTo>
                  <a:lnTo>
                    <a:pt x="3296237" y="127359"/>
                  </a:lnTo>
                  <a:lnTo>
                    <a:pt x="3297309" y="127125"/>
                  </a:lnTo>
                  <a:lnTo>
                    <a:pt x="3298381" y="126891"/>
                  </a:lnTo>
                  <a:lnTo>
                    <a:pt x="3299452" y="126657"/>
                  </a:lnTo>
                  <a:lnTo>
                    <a:pt x="3300524" y="126424"/>
                  </a:lnTo>
                  <a:lnTo>
                    <a:pt x="3301595" y="126190"/>
                  </a:lnTo>
                  <a:lnTo>
                    <a:pt x="3302667" y="125956"/>
                  </a:lnTo>
                  <a:lnTo>
                    <a:pt x="3303739" y="125722"/>
                  </a:lnTo>
                  <a:lnTo>
                    <a:pt x="3304810" y="125488"/>
                  </a:lnTo>
                  <a:lnTo>
                    <a:pt x="3305882" y="125253"/>
                  </a:lnTo>
                  <a:lnTo>
                    <a:pt x="3306953" y="125019"/>
                  </a:lnTo>
                  <a:lnTo>
                    <a:pt x="3308025" y="124785"/>
                  </a:lnTo>
                  <a:lnTo>
                    <a:pt x="3309097" y="124551"/>
                  </a:lnTo>
                  <a:lnTo>
                    <a:pt x="3310168" y="124317"/>
                  </a:lnTo>
                  <a:lnTo>
                    <a:pt x="3311240" y="124083"/>
                  </a:lnTo>
                  <a:lnTo>
                    <a:pt x="3312311" y="123848"/>
                  </a:lnTo>
                  <a:lnTo>
                    <a:pt x="3313383" y="123614"/>
                  </a:lnTo>
                  <a:lnTo>
                    <a:pt x="3314455" y="123380"/>
                  </a:lnTo>
                  <a:lnTo>
                    <a:pt x="3315526" y="123145"/>
                  </a:lnTo>
                  <a:lnTo>
                    <a:pt x="3316598" y="122911"/>
                  </a:lnTo>
                  <a:lnTo>
                    <a:pt x="3317669" y="122676"/>
                  </a:lnTo>
                  <a:lnTo>
                    <a:pt x="3318741" y="122442"/>
                  </a:lnTo>
                  <a:lnTo>
                    <a:pt x="3319813" y="122207"/>
                  </a:lnTo>
                  <a:lnTo>
                    <a:pt x="3320884" y="121973"/>
                  </a:lnTo>
                  <a:lnTo>
                    <a:pt x="3321956" y="121738"/>
                  </a:lnTo>
                  <a:lnTo>
                    <a:pt x="3323027" y="121503"/>
                  </a:lnTo>
                  <a:lnTo>
                    <a:pt x="3324099" y="121269"/>
                  </a:lnTo>
                  <a:lnTo>
                    <a:pt x="3325171" y="121034"/>
                  </a:lnTo>
                  <a:lnTo>
                    <a:pt x="3326242" y="120799"/>
                  </a:lnTo>
                  <a:lnTo>
                    <a:pt x="3327314" y="120564"/>
                  </a:lnTo>
                  <a:lnTo>
                    <a:pt x="3328385" y="120329"/>
                  </a:lnTo>
                  <a:lnTo>
                    <a:pt x="3329457" y="120095"/>
                  </a:lnTo>
                  <a:lnTo>
                    <a:pt x="3330529" y="119860"/>
                  </a:lnTo>
                  <a:lnTo>
                    <a:pt x="3331600" y="119625"/>
                  </a:lnTo>
                  <a:lnTo>
                    <a:pt x="3332672" y="119390"/>
                  </a:lnTo>
                  <a:lnTo>
                    <a:pt x="3333743" y="119155"/>
                  </a:lnTo>
                  <a:lnTo>
                    <a:pt x="3334815" y="118920"/>
                  </a:lnTo>
                  <a:lnTo>
                    <a:pt x="3335887" y="118684"/>
                  </a:lnTo>
                  <a:lnTo>
                    <a:pt x="3336958" y="118449"/>
                  </a:lnTo>
                  <a:lnTo>
                    <a:pt x="3338030" y="118214"/>
                  </a:lnTo>
                  <a:lnTo>
                    <a:pt x="3339101" y="117979"/>
                  </a:lnTo>
                  <a:lnTo>
                    <a:pt x="3340173" y="117744"/>
                  </a:lnTo>
                  <a:lnTo>
                    <a:pt x="3341245" y="117508"/>
                  </a:lnTo>
                  <a:lnTo>
                    <a:pt x="3342316" y="117273"/>
                  </a:lnTo>
                  <a:lnTo>
                    <a:pt x="3343388" y="117038"/>
                  </a:lnTo>
                  <a:lnTo>
                    <a:pt x="3344459" y="116802"/>
                  </a:lnTo>
                  <a:lnTo>
                    <a:pt x="3345531" y="116567"/>
                  </a:lnTo>
                  <a:lnTo>
                    <a:pt x="3346603" y="116331"/>
                  </a:lnTo>
                  <a:lnTo>
                    <a:pt x="3347674" y="116096"/>
                  </a:lnTo>
                  <a:lnTo>
                    <a:pt x="3348746" y="115860"/>
                  </a:lnTo>
                  <a:lnTo>
                    <a:pt x="3349817" y="115625"/>
                  </a:lnTo>
                  <a:lnTo>
                    <a:pt x="3350889" y="115389"/>
                  </a:lnTo>
                  <a:lnTo>
                    <a:pt x="3351961" y="115154"/>
                  </a:lnTo>
                  <a:lnTo>
                    <a:pt x="3353032" y="114918"/>
                  </a:lnTo>
                  <a:lnTo>
                    <a:pt x="3354104" y="114682"/>
                  </a:lnTo>
                  <a:lnTo>
                    <a:pt x="3355175" y="114446"/>
                  </a:lnTo>
                  <a:lnTo>
                    <a:pt x="3356247" y="114211"/>
                  </a:lnTo>
                  <a:lnTo>
                    <a:pt x="3357319" y="113975"/>
                  </a:lnTo>
                  <a:lnTo>
                    <a:pt x="3358390" y="113739"/>
                  </a:lnTo>
                  <a:lnTo>
                    <a:pt x="3359462" y="113503"/>
                  </a:lnTo>
                  <a:lnTo>
                    <a:pt x="3360533" y="113267"/>
                  </a:lnTo>
                  <a:lnTo>
                    <a:pt x="3361605" y="113031"/>
                  </a:lnTo>
                  <a:lnTo>
                    <a:pt x="3362677" y="112795"/>
                  </a:lnTo>
                  <a:lnTo>
                    <a:pt x="3363748" y="112559"/>
                  </a:lnTo>
                  <a:lnTo>
                    <a:pt x="3364820" y="112323"/>
                  </a:lnTo>
                  <a:lnTo>
                    <a:pt x="3365891" y="112087"/>
                  </a:lnTo>
                  <a:lnTo>
                    <a:pt x="3366963" y="111851"/>
                  </a:lnTo>
                  <a:lnTo>
                    <a:pt x="3368035" y="111614"/>
                  </a:lnTo>
                  <a:lnTo>
                    <a:pt x="3369106" y="111378"/>
                  </a:lnTo>
                  <a:lnTo>
                    <a:pt x="3370178" y="111142"/>
                  </a:lnTo>
                  <a:lnTo>
                    <a:pt x="3371249" y="110906"/>
                  </a:lnTo>
                  <a:lnTo>
                    <a:pt x="3372321" y="110669"/>
                  </a:lnTo>
                  <a:lnTo>
                    <a:pt x="3373392" y="110433"/>
                  </a:lnTo>
                  <a:lnTo>
                    <a:pt x="3374464" y="110197"/>
                  </a:lnTo>
                  <a:lnTo>
                    <a:pt x="3375536" y="109960"/>
                  </a:lnTo>
                  <a:lnTo>
                    <a:pt x="3376607" y="109724"/>
                  </a:lnTo>
                  <a:lnTo>
                    <a:pt x="3377679" y="109487"/>
                  </a:lnTo>
                  <a:lnTo>
                    <a:pt x="3378750" y="109251"/>
                  </a:lnTo>
                  <a:lnTo>
                    <a:pt x="3379822" y="109014"/>
                  </a:lnTo>
                  <a:lnTo>
                    <a:pt x="3380894" y="108777"/>
                  </a:lnTo>
                  <a:lnTo>
                    <a:pt x="3381965" y="108541"/>
                  </a:lnTo>
                  <a:lnTo>
                    <a:pt x="3383037" y="108304"/>
                  </a:lnTo>
                  <a:lnTo>
                    <a:pt x="3384108" y="108067"/>
                  </a:lnTo>
                  <a:lnTo>
                    <a:pt x="3385180" y="107830"/>
                  </a:lnTo>
                  <a:lnTo>
                    <a:pt x="3386252" y="107594"/>
                  </a:lnTo>
                  <a:lnTo>
                    <a:pt x="3387323" y="107357"/>
                  </a:lnTo>
                  <a:lnTo>
                    <a:pt x="3388395" y="107120"/>
                  </a:lnTo>
                  <a:lnTo>
                    <a:pt x="3389466" y="106883"/>
                  </a:lnTo>
                  <a:lnTo>
                    <a:pt x="3390538" y="106646"/>
                  </a:lnTo>
                  <a:lnTo>
                    <a:pt x="3391610" y="106409"/>
                  </a:lnTo>
                  <a:lnTo>
                    <a:pt x="3392681" y="106172"/>
                  </a:lnTo>
                  <a:lnTo>
                    <a:pt x="3393753" y="105935"/>
                  </a:lnTo>
                  <a:lnTo>
                    <a:pt x="3394824" y="105698"/>
                  </a:lnTo>
                  <a:lnTo>
                    <a:pt x="3395896" y="105461"/>
                  </a:lnTo>
                  <a:lnTo>
                    <a:pt x="3396968" y="105223"/>
                  </a:lnTo>
                  <a:lnTo>
                    <a:pt x="3398039" y="104986"/>
                  </a:lnTo>
                  <a:lnTo>
                    <a:pt x="3399111" y="104749"/>
                  </a:lnTo>
                  <a:lnTo>
                    <a:pt x="3400182" y="104512"/>
                  </a:lnTo>
                  <a:lnTo>
                    <a:pt x="3401254" y="104274"/>
                  </a:lnTo>
                  <a:lnTo>
                    <a:pt x="3402326" y="104037"/>
                  </a:lnTo>
                  <a:lnTo>
                    <a:pt x="3403397" y="103799"/>
                  </a:lnTo>
                  <a:lnTo>
                    <a:pt x="3404469" y="103562"/>
                  </a:lnTo>
                  <a:lnTo>
                    <a:pt x="3405540" y="103324"/>
                  </a:lnTo>
                  <a:lnTo>
                    <a:pt x="3406612" y="103087"/>
                  </a:lnTo>
                  <a:lnTo>
                    <a:pt x="3407684" y="102849"/>
                  </a:lnTo>
                  <a:lnTo>
                    <a:pt x="3408755" y="102612"/>
                  </a:lnTo>
                  <a:lnTo>
                    <a:pt x="3409827" y="102374"/>
                  </a:lnTo>
                  <a:lnTo>
                    <a:pt x="3410898" y="102137"/>
                  </a:lnTo>
                  <a:lnTo>
                    <a:pt x="3411970" y="101899"/>
                  </a:lnTo>
                  <a:lnTo>
                    <a:pt x="3413042" y="101661"/>
                  </a:lnTo>
                  <a:lnTo>
                    <a:pt x="3414113" y="101423"/>
                  </a:lnTo>
                  <a:lnTo>
                    <a:pt x="3415185" y="101185"/>
                  </a:lnTo>
                  <a:lnTo>
                    <a:pt x="3416256" y="100948"/>
                  </a:lnTo>
                  <a:lnTo>
                    <a:pt x="3417328" y="100710"/>
                  </a:lnTo>
                  <a:lnTo>
                    <a:pt x="3418400" y="100472"/>
                  </a:lnTo>
                  <a:lnTo>
                    <a:pt x="3419471" y="100234"/>
                  </a:lnTo>
                  <a:lnTo>
                    <a:pt x="3420543" y="99996"/>
                  </a:lnTo>
                  <a:lnTo>
                    <a:pt x="3421614" y="99758"/>
                  </a:lnTo>
                  <a:lnTo>
                    <a:pt x="3422686" y="99520"/>
                  </a:lnTo>
                  <a:lnTo>
                    <a:pt x="3423758" y="99282"/>
                  </a:lnTo>
                  <a:lnTo>
                    <a:pt x="3424829" y="99044"/>
                  </a:lnTo>
                  <a:lnTo>
                    <a:pt x="3425901" y="98805"/>
                  </a:lnTo>
                  <a:lnTo>
                    <a:pt x="3426972" y="98567"/>
                  </a:lnTo>
                  <a:lnTo>
                    <a:pt x="3428044" y="98329"/>
                  </a:lnTo>
                  <a:lnTo>
                    <a:pt x="3429116" y="98091"/>
                  </a:lnTo>
                  <a:lnTo>
                    <a:pt x="3430187" y="97852"/>
                  </a:lnTo>
                  <a:lnTo>
                    <a:pt x="3431259" y="97614"/>
                  </a:lnTo>
                  <a:lnTo>
                    <a:pt x="3432330" y="97375"/>
                  </a:lnTo>
                  <a:lnTo>
                    <a:pt x="3433402" y="97137"/>
                  </a:lnTo>
                  <a:lnTo>
                    <a:pt x="3434474" y="96899"/>
                  </a:lnTo>
                  <a:lnTo>
                    <a:pt x="3435545" y="96660"/>
                  </a:lnTo>
                  <a:lnTo>
                    <a:pt x="3436617" y="96421"/>
                  </a:lnTo>
                  <a:lnTo>
                    <a:pt x="3437688" y="96183"/>
                  </a:lnTo>
                  <a:lnTo>
                    <a:pt x="3438760" y="95944"/>
                  </a:lnTo>
                  <a:lnTo>
                    <a:pt x="3439832" y="95706"/>
                  </a:lnTo>
                  <a:lnTo>
                    <a:pt x="3440903" y="95467"/>
                  </a:lnTo>
                  <a:lnTo>
                    <a:pt x="3441975" y="95228"/>
                  </a:lnTo>
                  <a:lnTo>
                    <a:pt x="3443046" y="94989"/>
                  </a:lnTo>
                  <a:lnTo>
                    <a:pt x="3444118" y="94751"/>
                  </a:lnTo>
                  <a:lnTo>
                    <a:pt x="3445190" y="94512"/>
                  </a:lnTo>
                  <a:lnTo>
                    <a:pt x="3446261" y="94273"/>
                  </a:lnTo>
                  <a:lnTo>
                    <a:pt x="3447333" y="94034"/>
                  </a:lnTo>
                  <a:lnTo>
                    <a:pt x="3448404" y="93795"/>
                  </a:lnTo>
                  <a:lnTo>
                    <a:pt x="3449476" y="93556"/>
                  </a:lnTo>
                  <a:lnTo>
                    <a:pt x="3450548" y="93317"/>
                  </a:lnTo>
                  <a:lnTo>
                    <a:pt x="3451619" y="93078"/>
                  </a:lnTo>
                  <a:lnTo>
                    <a:pt x="3452691" y="92839"/>
                  </a:lnTo>
                  <a:lnTo>
                    <a:pt x="3453762" y="92600"/>
                  </a:lnTo>
                  <a:lnTo>
                    <a:pt x="3454834" y="92360"/>
                  </a:lnTo>
                  <a:lnTo>
                    <a:pt x="3455906" y="92121"/>
                  </a:lnTo>
                  <a:lnTo>
                    <a:pt x="3456977" y="91882"/>
                  </a:lnTo>
                  <a:lnTo>
                    <a:pt x="3458049" y="91643"/>
                  </a:lnTo>
                  <a:lnTo>
                    <a:pt x="3459120" y="91403"/>
                  </a:lnTo>
                  <a:lnTo>
                    <a:pt x="3460192" y="91164"/>
                  </a:lnTo>
                  <a:lnTo>
                    <a:pt x="3461264" y="90925"/>
                  </a:lnTo>
                  <a:lnTo>
                    <a:pt x="3462335" y="90685"/>
                  </a:lnTo>
                  <a:lnTo>
                    <a:pt x="3463407" y="90446"/>
                  </a:lnTo>
                  <a:lnTo>
                    <a:pt x="3464478" y="90206"/>
                  </a:lnTo>
                  <a:lnTo>
                    <a:pt x="3465550" y="89967"/>
                  </a:lnTo>
                  <a:lnTo>
                    <a:pt x="3466622" y="89727"/>
                  </a:lnTo>
                  <a:lnTo>
                    <a:pt x="3467693" y="89487"/>
                  </a:lnTo>
                  <a:lnTo>
                    <a:pt x="3468765" y="89248"/>
                  </a:lnTo>
                  <a:lnTo>
                    <a:pt x="3469836" y="89008"/>
                  </a:lnTo>
                  <a:lnTo>
                    <a:pt x="3470908" y="88768"/>
                  </a:lnTo>
                  <a:lnTo>
                    <a:pt x="3471980" y="88528"/>
                  </a:lnTo>
                  <a:lnTo>
                    <a:pt x="3473051" y="88289"/>
                  </a:lnTo>
                  <a:lnTo>
                    <a:pt x="3474123" y="88049"/>
                  </a:lnTo>
                  <a:lnTo>
                    <a:pt x="3475194" y="87809"/>
                  </a:lnTo>
                  <a:lnTo>
                    <a:pt x="3476266" y="87569"/>
                  </a:lnTo>
                  <a:lnTo>
                    <a:pt x="3477338" y="87329"/>
                  </a:lnTo>
                  <a:lnTo>
                    <a:pt x="3478409" y="87089"/>
                  </a:lnTo>
                  <a:lnTo>
                    <a:pt x="3479481" y="86849"/>
                  </a:lnTo>
                  <a:lnTo>
                    <a:pt x="3480552" y="86609"/>
                  </a:lnTo>
                  <a:lnTo>
                    <a:pt x="3481624" y="86369"/>
                  </a:lnTo>
                  <a:lnTo>
                    <a:pt x="3482696" y="86129"/>
                  </a:lnTo>
                  <a:lnTo>
                    <a:pt x="3483767" y="85888"/>
                  </a:lnTo>
                  <a:lnTo>
                    <a:pt x="3484839" y="85648"/>
                  </a:lnTo>
                  <a:lnTo>
                    <a:pt x="3485910" y="85408"/>
                  </a:lnTo>
                  <a:lnTo>
                    <a:pt x="3486982" y="85168"/>
                  </a:lnTo>
                  <a:lnTo>
                    <a:pt x="3488054" y="84927"/>
                  </a:lnTo>
                  <a:lnTo>
                    <a:pt x="3489125" y="84687"/>
                  </a:lnTo>
                  <a:lnTo>
                    <a:pt x="3490197" y="84446"/>
                  </a:lnTo>
                  <a:lnTo>
                    <a:pt x="3491268" y="84206"/>
                  </a:lnTo>
                  <a:lnTo>
                    <a:pt x="3492340" y="83966"/>
                  </a:lnTo>
                  <a:lnTo>
                    <a:pt x="3493412" y="83725"/>
                  </a:lnTo>
                  <a:lnTo>
                    <a:pt x="3494483" y="83484"/>
                  </a:lnTo>
                  <a:lnTo>
                    <a:pt x="3495555" y="83244"/>
                  </a:lnTo>
                  <a:lnTo>
                    <a:pt x="3496626" y="83003"/>
                  </a:lnTo>
                  <a:lnTo>
                    <a:pt x="3497698" y="82763"/>
                  </a:lnTo>
                  <a:lnTo>
                    <a:pt x="3498770" y="82522"/>
                  </a:lnTo>
                  <a:lnTo>
                    <a:pt x="3499841" y="82281"/>
                  </a:lnTo>
                  <a:lnTo>
                    <a:pt x="3500913" y="82040"/>
                  </a:lnTo>
                  <a:lnTo>
                    <a:pt x="3501984" y="81800"/>
                  </a:lnTo>
                  <a:lnTo>
                    <a:pt x="3503056" y="81559"/>
                  </a:lnTo>
                  <a:lnTo>
                    <a:pt x="3504128" y="81318"/>
                  </a:lnTo>
                  <a:lnTo>
                    <a:pt x="3505199" y="81077"/>
                  </a:lnTo>
                  <a:lnTo>
                    <a:pt x="3506271" y="80836"/>
                  </a:lnTo>
                  <a:lnTo>
                    <a:pt x="3507342" y="80595"/>
                  </a:lnTo>
                  <a:lnTo>
                    <a:pt x="3508414" y="80354"/>
                  </a:lnTo>
                  <a:lnTo>
                    <a:pt x="3509486" y="80113"/>
                  </a:lnTo>
                  <a:lnTo>
                    <a:pt x="3510557" y="79872"/>
                  </a:lnTo>
                  <a:lnTo>
                    <a:pt x="3511629" y="79630"/>
                  </a:lnTo>
                  <a:lnTo>
                    <a:pt x="3512700" y="79389"/>
                  </a:lnTo>
                  <a:lnTo>
                    <a:pt x="3513772" y="79148"/>
                  </a:lnTo>
                  <a:lnTo>
                    <a:pt x="3514844" y="78907"/>
                  </a:lnTo>
                  <a:lnTo>
                    <a:pt x="3515915" y="78665"/>
                  </a:lnTo>
                  <a:lnTo>
                    <a:pt x="3516987" y="78424"/>
                  </a:lnTo>
                  <a:lnTo>
                    <a:pt x="3518058" y="78183"/>
                  </a:lnTo>
                  <a:lnTo>
                    <a:pt x="3519130" y="77941"/>
                  </a:lnTo>
                  <a:lnTo>
                    <a:pt x="3520202" y="77700"/>
                  </a:lnTo>
                  <a:lnTo>
                    <a:pt x="3521273" y="77458"/>
                  </a:lnTo>
                  <a:lnTo>
                    <a:pt x="3522345" y="77217"/>
                  </a:lnTo>
                  <a:lnTo>
                    <a:pt x="3523416" y="76975"/>
                  </a:lnTo>
                  <a:lnTo>
                    <a:pt x="3524488" y="76734"/>
                  </a:lnTo>
                  <a:lnTo>
                    <a:pt x="3525560" y="76492"/>
                  </a:lnTo>
                  <a:lnTo>
                    <a:pt x="3526631" y="76250"/>
                  </a:lnTo>
                  <a:lnTo>
                    <a:pt x="3527703" y="76009"/>
                  </a:lnTo>
                  <a:lnTo>
                    <a:pt x="3528774" y="75767"/>
                  </a:lnTo>
                  <a:lnTo>
                    <a:pt x="3529846" y="75525"/>
                  </a:lnTo>
                  <a:lnTo>
                    <a:pt x="3530918" y="75283"/>
                  </a:lnTo>
                  <a:lnTo>
                    <a:pt x="3531989" y="75041"/>
                  </a:lnTo>
                  <a:lnTo>
                    <a:pt x="3533061" y="74799"/>
                  </a:lnTo>
                  <a:lnTo>
                    <a:pt x="3534132" y="74557"/>
                  </a:lnTo>
                  <a:lnTo>
                    <a:pt x="3535204" y="74316"/>
                  </a:lnTo>
                  <a:lnTo>
                    <a:pt x="3536276" y="74073"/>
                  </a:lnTo>
                  <a:lnTo>
                    <a:pt x="3537347" y="73831"/>
                  </a:lnTo>
                  <a:lnTo>
                    <a:pt x="3538419" y="73589"/>
                  </a:lnTo>
                  <a:lnTo>
                    <a:pt x="3539490" y="73347"/>
                  </a:lnTo>
                  <a:lnTo>
                    <a:pt x="3540562" y="73105"/>
                  </a:lnTo>
                  <a:lnTo>
                    <a:pt x="3541634" y="72863"/>
                  </a:lnTo>
                  <a:lnTo>
                    <a:pt x="3542705" y="72621"/>
                  </a:lnTo>
                  <a:lnTo>
                    <a:pt x="3543777" y="72378"/>
                  </a:lnTo>
                  <a:lnTo>
                    <a:pt x="3544848" y="72136"/>
                  </a:lnTo>
                  <a:lnTo>
                    <a:pt x="3545920" y="71894"/>
                  </a:lnTo>
                  <a:lnTo>
                    <a:pt x="3546992" y="71651"/>
                  </a:lnTo>
                  <a:lnTo>
                    <a:pt x="3548063" y="71409"/>
                  </a:lnTo>
                  <a:lnTo>
                    <a:pt x="3549135" y="71166"/>
                  </a:lnTo>
                  <a:lnTo>
                    <a:pt x="3550206" y="70924"/>
                  </a:lnTo>
                  <a:lnTo>
                    <a:pt x="3551278" y="70681"/>
                  </a:lnTo>
                  <a:lnTo>
                    <a:pt x="3552349" y="70439"/>
                  </a:lnTo>
                  <a:lnTo>
                    <a:pt x="3553421" y="70196"/>
                  </a:lnTo>
                  <a:lnTo>
                    <a:pt x="3554493" y="69953"/>
                  </a:lnTo>
                  <a:lnTo>
                    <a:pt x="3555564" y="69711"/>
                  </a:lnTo>
                  <a:lnTo>
                    <a:pt x="3556636" y="69468"/>
                  </a:lnTo>
                  <a:lnTo>
                    <a:pt x="3557707" y="69225"/>
                  </a:lnTo>
                  <a:lnTo>
                    <a:pt x="3558779" y="68982"/>
                  </a:lnTo>
                  <a:lnTo>
                    <a:pt x="3559851" y="68740"/>
                  </a:lnTo>
                  <a:lnTo>
                    <a:pt x="3560922" y="68497"/>
                  </a:lnTo>
                  <a:lnTo>
                    <a:pt x="3561994" y="68254"/>
                  </a:lnTo>
                  <a:lnTo>
                    <a:pt x="3563065" y="68011"/>
                  </a:lnTo>
                  <a:lnTo>
                    <a:pt x="3564137" y="67768"/>
                  </a:lnTo>
                  <a:lnTo>
                    <a:pt x="3565209" y="67525"/>
                  </a:lnTo>
                  <a:lnTo>
                    <a:pt x="3566280" y="67282"/>
                  </a:lnTo>
                  <a:lnTo>
                    <a:pt x="3567352" y="67039"/>
                  </a:lnTo>
                  <a:lnTo>
                    <a:pt x="3568423" y="66795"/>
                  </a:lnTo>
                  <a:lnTo>
                    <a:pt x="3569495" y="66552"/>
                  </a:lnTo>
                  <a:lnTo>
                    <a:pt x="3570567" y="66309"/>
                  </a:lnTo>
                  <a:lnTo>
                    <a:pt x="3571638" y="66066"/>
                  </a:lnTo>
                  <a:lnTo>
                    <a:pt x="3572710" y="65822"/>
                  </a:lnTo>
                  <a:lnTo>
                    <a:pt x="3573781" y="65579"/>
                  </a:lnTo>
                  <a:lnTo>
                    <a:pt x="3574853" y="65336"/>
                  </a:lnTo>
                  <a:lnTo>
                    <a:pt x="3575925" y="65092"/>
                  </a:lnTo>
                  <a:lnTo>
                    <a:pt x="3576996" y="64849"/>
                  </a:lnTo>
                  <a:lnTo>
                    <a:pt x="3578068" y="64605"/>
                  </a:lnTo>
                  <a:lnTo>
                    <a:pt x="3579139" y="64362"/>
                  </a:lnTo>
                  <a:lnTo>
                    <a:pt x="3580211" y="64118"/>
                  </a:lnTo>
                  <a:lnTo>
                    <a:pt x="3581283" y="63875"/>
                  </a:lnTo>
                  <a:lnTo>
                    <a:pt x="3582354" y="63631"/>
                  </a:lnTo>
                  <a:lnTo>
                    <a:pt x="3583426" y="63387"/>
                  </a:lnTo>
                  <a:lnTo>
                    <a:pt x="3584497" y="63144"/>
                  </a:lnTo>
                  <a:lnTo>
                    <a:pt x="3585569" y="62900"/>
                  </a:lnTo>
                  <a:lnTo>
                    <a:pt x="3586641" y="62656"/>
                  </a:lnTo>
                  <a:lnTo>
                    <a:pt x="3587712" y="62412"/>
                  </a:lnTo>
                  <a:lnTo>
                    <a:pt x="3588784" y="62168"/>
                  </a:lnTo>
                  <a:lnTo>
                    <a:pt x="3589855" y="61925"/>
                  </a:lnTo>
                  <a:lnTo>
                    <a:pt x="3590927" y="61681"/>
                  </a:lnTo>
                  <a:lnTo>
                    <a:pt x="3591999" y="61437"/>
                  </a:lnTo>
                  <a:lnTo>
                    <a:pt x="3593070" y="61193"/>
                  </a:lnTo>
                  <a:lnTo>
                    <a:pt x="3594142" y="60949"/>
                  </a:lnTo>
                  <a:lnTo>
                    <a:pt x="3595213" y="60704"/>
                  </a:lnTo>
                  <a:lnTo>
                    <a:pt x="3596285" y="60460"/>
                  </a:lnTo>
                  <a:lnTo>
                    <a:pt x="3597357" y="60216"/>
                  </a:lnTo>
                  <a:lnTo>
                    <a:pt x="3598428" y="59972"/>
                  </a:lnTo>
                  <a:lnTo>
                    <a:pt x="3599500" y="59728"/>
                  </a:lnTo>
                  <a:lnTo>
                    <a:pt x="3600571" y="59483"/>
                  </a:lnTo>
                  <a:lnTo>
                    <a:pt x="3601643" y="59239"/>
                  </a:lnTo>
                  <a:lnTo>
                    <a:pt x="3602715" y="58995"/>
                  </a:lnTo>
                  <a:lnTo>
                    <a:pt x="3603786" y="58750"/>
                  </a:lnTo>
                  <a:lnTo>
                    <a:pt x="3604858" y="58506"/>
                  </a:lnTo>
                  <a:lnTo>
                    <a:pt x="3605929" y="58261"/>
                  </a:lnTo>
                  <a:lnTo>
                    <a:pt x="3607001" y="58017"/>
                  </a:lnTo>
                  <a:lnTo>
                    <a:pt x="3608073" y="57772"/>
                  </a:lnTo>
                  <a:lnTo>
                    <a:pt x="3609144" y="57528"/>
                  </a:lnTo>
                  <a:lnTo>
                    <a:pt x="3610216" y="57283"/>
                  </a:lnTo>
                  <a:lnTo>
                    <a:pt x="3611287" y="57038"/>
                  </a:lnTo>
                  <a:lnTo>
                    <a:pt x="3612359" y="56794"/>
                  </a:lnTo>
                  <a:lnTo>
                    <a:pt x="3613431" y="56549"/>
                  </a:lnTo>
                  <a:lnTo>
                    <a:pt x="3614502" y="56304"/>
                  </a:lnTo>
                  <a:lnTo>
                    <a:pt x="3615574" y="56059"/>
                  </a:lnTo>
                  <a:lnTo>
                    <a:pt x="3616645" y="55815"/>
                  </a:lnTo>
                  <a:lnTo>
                    <a:pt x="3617717" y="55570"/>
                  </a:lnTo>
                  <a:lnTo>
                    <a:pt x="3618789" y="55325"/>
                  </a:lnTo>
                  <a:lnTo>
                    <a:pt x="3619860" y="55080"/>
                  </a:lnTo>
                  <a:lnTo>
                    <a:pt x="3620932" y="54835"/>
                  </a:lnTo>
                  <a:lnTo>
                    <a:pt x="3622003" y="54590"/>
                  </a:lnTo>
                  <a:lnTo>
                    <a:pt x="3623075" y="54345"/>
                  </a:lnTo>
                  <a:lnTo>
                    <a:pt x="3624147" y="54100"/>
                  </a:lnTo>
                  <a:lnTo>
                    <a:pt x="3625218" y="53854"/>
                  </a:lnTo>
                  <a:lnTo>
                    <a:pt x="3626290" y="53609"/>
                  </a:lnTo>
                  <a:lnTo>
                    <a:pt x="3627361" y="53364"/>
                  </a:lnTo>
                  <a:lnTo>
                    <a:pt x="3628433" y="53119"/>
                  </a:lnTo>
                  <a:lnTo>
                    <a:pt x="3629505" y="52873"/>
                  </a:lnTo>
                  <a:lnTo>
                    <a:pt x="3630576" y="52628"/>
                  </a:lnTo>
                  <a:lnTo>
                    <a:pt x="3631648" y="52383"/>
                  </a:lnTo>
                  <a:lnTo>
                    <a:pt x="3632719" y="52137"/>
                  </a:lnTo>
                  <a:lnTo>
                    <a:pt x="3633791" y="51892"/>
                  </a:lnTo>
                  <a:lnTo>
                    <a:pt x="3634863" y="51646"/>
                  </a:lnTo>
                  <a:lnTo>
                    <a:pt x="3635934" y="51401"/>
                  </a:lnTo>
                  <a:lnTo>
                    <a:pt x="3637006" y="51155"/>
                  </a:lnTo>
                  <a:lnTo>
                    <a:pt x="3638077" y="50910"/>
                  </a:lnTo>
                  <a:lnTo>
                    <a:pt x="3639149" y="50664"/>
                  </a:lnTo>
                  <a:lnTo>
                    <a:pt x="3640221" y="50418"/>
                  </a:lnTo>
                  <a:lnTo>
                    <a:pt x="3641292" y="50173"/>
                  </a:lnTo>
                  <a:lnTo>
                    <a:pt x="3642364" y="49927"/>
                  </a:lnTo>
                  <a:lnTo>
                    <a:pt x="3643435" y="49681"/>
                  </a:lnTo>
                  <a:lnTo>
                    <a:pt x="3644507" y="49435"/>
                  </a:lnTo>
                  <a:lnTo>
                    <a:pt x="3645579" y="49189"/>
                  </a:lnTo>
                  <a:lnTo>
                    <a:pt x="3646650" y="48943"/>
                  </a:lnTo>
                  <a:lnTo>
                    <a:pt x="3647722" y="48697"/>
                  </a:lnTo>
                  <a:lnTo>
                    <a:pt x="3648793" y="48451"/>
                  </a:lnTo>
                  <a:lnTo>
                    <a:pt x="3649865" y="48205"/>
                  </a:lnTo>
                  <a:lnTo>
                    <a:pt x="3650937" y="47959"/>
                  </a:lnTo>
                  <a:lnTo>
                    <a:pt x="3652008" y="47713"/>
                  </a:lnTo>
                  <a:lnTo>
                    <a:pt x="3653080" y="47467"/>
                  </a:lnTo>
                  <a:lnTo>
                    <a:pt x="3654151" y="47221"/>
                  </a:lnTo>
                  <a:lnTo>
                    <a:pt x="3655223" y="46975"/>
                  </a:lnTo>
                  <a:lnTo>
                    <a:pt x="3656295" y="46728"/>
                  </a:lnTo>
                  <a:lnTo>
                    <a:pt x="3657366" y="46482"/>
                  </a:lnTo>
                  <a:lnTo>
                    <a:pt x="3658438" y="46236"/>
                  </a:lnTo>
                  <a:lnTo>
                    <a:pt x="3659509" y="45989"/>
                  </a:lnTo>
                  <a:lnTo>
                    <a:pt x="3660581" y="45743"/>
                  </a:lnTo>
                  <a:lnTo>
                    <a:pt x="3661653" y="45496"/>
                  </a:lnTo>
                  <a:lnTo>
                    <a:pt x="3662724" y="45250"/>
                  </a:lnTo>
                  <a:lnTo>
                    <a:pt x="3663796" y="45003"/>
                  </a:lnTo>
                  <a:lnTo>
                    <a:pt x="3664867" y="44757"/>
                  </a:lnTo>
                  <a:lnTo>
                    <a:pt x="3665939" y="44510"/>
                  </a:lnTo>
                  <a:lnTo>
                    <a:pt x="3667011" y="44264"/>
                  </a:lnTo>
                  <a:lnTo>
                    <a:pt x="3668082" y="44017"/>
                  </a:lnTo>
                  <a:lnTo>
                    <a:pt x="3669154" y="43770"/>
                  </a:lnTo>
                  <a:lnTo>
                    <a:pt x="3670225" y="43523"/>
                  </a:lnTo>
                  <a:lnTo>
                    <a:pt x="3671297" y="43277"/>
                  </a:lnTo>
                  <a:lnTo>
                    <a:pt x="3672369" y="43030"/>
                  </a:lnTo>
                  <a:lnTo>
                    <a:pt x="3673440" y="42783"/>
                  </a:lnTo>
                  <a:lnTo>
                    <a:pt x="3674512" y="42536"/>
                  </a:lnTo>
                  <a:lnTo>
                    <a:pt x="3675583" y="42289"/>
                  </a:lnTo>
                  <a:lnTo>
                    <a:pt x="3676655" y="42042"/>
                  </a:lnTo>
                  <a:lnTo>
                    <a:pt x="3677727" y="41795"/>
                  </a:lnTo>
                  <a:lnTo>
                    <a:pt x="3678798" y="41548"/>
                  </a:lnTo>
                  <a:lnTo>
                    <a:pt x="3679870" y="41301"/>
                  </a:lnTo>
                  <a:lnTo>
                    <a:pt x="3680941" y="41054"/>
                  </a:lnTo>
                  <a:lnTo>
                    <a:pt x="3682013" y="40807"/>
                  </a:lnTo>
                  <a:lnTo>
                    <a:pt x="3683085" y="40559"/>
                  </a:lnTo>
                  <a:lnTo>
                    <a:pt x="3684156" y="40312"/>
                  </a:lnTo>
                  <a:lnTo>
                    <a:pt x="3685228" y="40065"/>
                  </a:lnTo>
                  <a:lnTo>
                    <a:pt x="3686299" y="39818"/>
                  </a:lnTo>
                  <a:lnTo>
                    <a:pt x="3687371" y="39570"/>
                  </a:lnTo>
                  <a:lnTo>
                    <a:pt x="3688443" y="39323"/>
                  </a:lnTo>
                  <a:lnTo>
                    <a:pt x="3689514" y="39075"/>
                  </a:lnTo>
                  <a:lnTo>
                    <a:pt x="3690586" y="38828"/>
                  </a:lnTo>
                  <a:lnTo>
                    <a:pt x="3691657" y="38580"/>
                  </a:lnTo>
                  <a:lnTo>
                    <a:pt x="3692729" y="38333"/>
                  </a:lnTo>
                  <a:lnTo>
                    <a:pt x="3693801" y="38085"/>
                  </a:lnTo>
                  <a:lnTo>
                    <a:pt x="3694872" y="37837"/>
                  </a:lnTo>
                  <a:lnTo>
                    <a:pt x="3695944" y="37590"/>
                  </a:lnTo>
                  <a:lnTo>
                    <a:pt x="3697015" y="37342"/>
                  </a:lnTo>
                  <a:lnTo>
                    <a:pt x="3698087" y="37094"/>
                  </a:lnTo>
                  <a:lnTo>
                    <a:pt x="3699159" y="36847"/>
                  </a:lnTo>
                  <a:lnTo>
                    <a:pt x="3700230" y="36599"/>
                  </a:lnTo>
                  <a:lnTo>
                    <a:pt x="3701302" y="36351"/>
                  </a:lnTo>
                  <a:lnTo>
                    <a:pt x="3702373" y="36103"/>
                  </a:lnTo>
                  <a:lnTo>
                    <a:pt x="3703445" y="35855"/>
                  </a:lnTo>
                  <a:lnTo>
                    <a:pt x="3704517" y="35607"/>
                  </a:lnTo>
                  <a:lnTo>
                    <a:pt x="3705588" y="35359"/>
                  </a:lnTo>
                  <a:lnTo>
                    <a:pt x="3706660" y="35111"/>
                  </a:lnTo>
                  <a:lnTo>
                    <a:pt x="3707731" y="34863"/>
                  </a:lnTo>
                  <a:lnTo>
                    <a:pt x="3708803" y="34615"/>
                  </a:lnTo>
                  <a:lnTo>
                    <a:pt x="3709875" y="34366"/>
                  </a:lnTo>
                  <a:lnTo>
                    <a:pt x="3710946" y="34118"/>
                  </a:lnTo>
                  <a:lnTo>
                    <a:pt x="3712018" y="33870"/>
                  </a:lnTo>
                  <a:lnTo>
                    <a:pt x="3713089" y="33622"/>
                  </a:lnTo>
                  <a:lnTo>
                    <a:pt x="3714161" y="33373"/>
                  </a:lnTo>
                  <a:lnTo>
                    <a:pt x="3715233" y="33125"/>
                  </a:lnTo>
                  <a:lnTo>
                    <a:pt x="3716304" y="32877"/>
                  </a:lnTo>
                  <a:lnTo>
                    <a:pt x="3717376" y="32628"/>
                  </a:lnTo>
                  <a:lnTo>
                    <a:pt x="3718447" y="32380"/>
                  </a:lnTo>
                  <a:lnTo>
                    <a:pt x="3719519" y="32131"/>
                  </a:lnTo>
                  <a:lnTo>
                    <a:pt x="3720591" y="31883"/>
                  </a:lnTo>
                  <a:lnTo>
                    <a:pt x="3721662" y="31634"/>
                  </a:lnTo>
                  <a:lnTo>
                    <a:pt x="3722734" y="31385"/>
                  </a:lnTo>
                  <a:lnTo>
                    <a:pt x="3723805" y="31137"/>
                  </a:lnTo>
                  <a:lnTo>
                    <a:pt x="3724877" y="30888"/>
                  </a:lnTo>
                  <a:lnTo>
                    <a:pt x="3725949" y="30639"/>
                  </a:lnTo>
                  <a:lnTo>
                    <a:pt x="3727020" y="30390"/>
                  </a:lnTo>
                  <a:lnTo>
                    <a:pt x="3728092" y="30142"/>
                  </a:lnTo>
                  <a:lnTo>
                    <a:pt x="3729163" y="29893"/>
                  </a:lnTo>
                  <a:lnTo>
                    <a:pt x="3730235" y="29644"/>
                  </a:lnTo>
                  <a:lnTo>
                    <a:pt x="3731306" y="29395"/>
                  </a:lnTo>
                  <a:lnTo>
                    <a:pt x="3732378" y="29146"/>
                  </a:lnTo>
                  <a:lnTo>
                    <a:pt x="3733450" y="28897"/>
                  </a:lnTo>
                  <a:lnTo>
                    <a:pt x="3734521" y="28648"/>
                  </a:lnTo>
                  <a:lnTo>
                    <a:pt x="3735593" y="28399"/>
                  </a:lnTo>
                  <a:lnTo>
                    <a:pt x="3736664" y="28149"/>
                  </a:lnTo>
                  <a:lnTo>
                    <a:pt x="3737736" y="27900"/>
                  </a:lnTo>
                  <a:lnTo>
                    <a:pt x="3738808" y="27651"/>
                  </a:lnTo>
                  <a:lnTo>
                    <a:pt x="3739879" y="27402"/>
                  </a:lnTo>
                  <a:lnTo>
                    <a:pt x="3740951" y="27153"/>
                  </a:lnTo>
                  <a:lnTo>
                    <a:pt x="3742022" y="26903"/>
                  </a:lnTo>
                  <a:lnTo>
                    <a:pt x="3743094" y="26654"/>
                  </a:lnTo>
                  <a:lnTo>
                    <a:pt x="3744166" y="26404"/>
                  </a:lnTo>
                  <a:lnTo>
                    <a:pt x="3745237" y="26155"/>
                  </a:lnTo>
                  <a:lnTo>
                    <a:pt x="3746309" y="25905"/>
                  </a:lnTo>
                  <a:lnTo>
                    <a:pt x="3747380" y="25656"/>
                  </a:lnTo>
                  <a:lnTo>
                    <a:pt x="3748452" y="25406"/>
                  </a:lnTo>
                  <a:lnTo>
                    <a:pt x="3749524" y="25157"/>
                  </a:lnTo>
                  <a:lnTo>
                    <a:pt x="3750595" y="24907"/>
                  </a:lnTo>
                  <a:lnTo>
                    <a:pt x="3751667" y="24657"/>
                  </a:lnTo>
                  <a:lnTo>
                    <a:pt x="3752738" y="24408"/>
                  </a:lnTo>
                  <a:lnTo>
                    <a:pt x="3753810" y="24158"/>
                  </a:lnTo>
                  <a:lnTo>
                    <a:pt x="3754882" y="23908"/>
                  </a:lnTo>
                  <a:lnTo>
                    <a:pt x="3755953" y="23658"/>
                  </a:lnTo>
                  <a:lnTo>
                    <a:pt x="3757025" y="23408"/>
                  </a:lnTo>
                  <a:lnTo>
                    <a:pt x="3758096" y="23158"/>
                  </a:lnTo>
                  <a:lnTo>
                    <a:pt x="3759168" y="22909"/>
                  </a:lnTo>
                  <a:lnTo>
                    <a:pt x="3760240" y="22659"/>
                  </a:lnTo>
                  <a:lnTo>
                    <a:pt x="3761311" y="22409"/>
                  </a:lnTo>
                  <a:lnTo>
                    <a:pt x="3762383" y="22158"/>
                  </a:lnTo>
                  <a:lnTo>
                    <a:pt x="3763454" y="21908"/>
                  </a:lnTo>
                  <a:lnTo>
                    <a:pt x="3764526" y="21658"/>
                  </a:lnTo>
                  <a:lnTo>
                    <a:pt x="3765598" y="21408"/>
                  </a:lnTo>
                  <a:lnTo>
                    <a:pt x="3766669" y="21158"/>
                  </a:lnTo>
                  <a:lnTo>
                    <a:pt x="3767741" y="20908"/>
                  </a:lnTo>
                  <a:lnTo>
                    <a:pt x="3768812" y="20657"/>
                  </a:lnTo>
                  <a:lnTo>
                    <a:pt x="3769884" y="20407"/>
                  </a:lnTo>
                  <a:lnTo>
                    <a:pt x="3770956" y="20156"/>
                  </a:lnTo>
                  <a:lnTo>
                    <a:pt x="3772027" y="19906"/>
                  </a:lnTo>
                  <a:lnTo>
                    <a:pt x="3773099" y="19656"/>
                  </a:lnTo>
                  <a:lnTo>
                    <a:pt x="3774170" y="19405"/>
                  </a:lnTo>
                  <a:lnTo>
                    <a:pt x="3775242" y="19155"/>
                  </a:lnTo>
                  <a:lnTo>
                    <a:pt x="3776314" y="18904"/>
                  </a:lnTo>
                  <a:lnTo>
                    <a:pt x="3777385" y="18653"/>
                  </a:lnTo>
                  <a:lnTo>
                    <a:pt x="3778457" y="18403"/>
                  </a:lnTo>
                  <a:lnTo>
                    <a:pt x="3779528" y="18152"/>
                  </a:lnTo>
                  <a:lnTo>
                    <a:pt x="3780600" y="17901"/>
                  </a:lnTo>
                  <a:lnTo>
                    <a:pt x="3781672" y="17651"/>
                  </a:lnTo>
                  <a:lnTo>
                    <a:pt x="3782743" y="17400"/>
                  </a:lnTo>
                  <a:lnTo>
                    <a:pt x="3783815" y="17149"/>
                  </a:lnTo>
                  <a:lnTo>
                    <a:pt x="3784886" y="16898"/>
                  </a:lnTo>
                  <a:lnTo>
                    <a:pt x="3785958" y="16647"/>
                  </a:lnTo>
                  <a:lnTo>
                    <a:pt x="3787030" y="16396"/>
                  </a:lnTo>
                  <a:lnTo>
                    <a:pt x="3788101" y="16145"/>
                  </a:lnTo>
                  <a:lnTo>
                    <a:pt x="3789173" y="15894"/>
                  </a:lnTo>
                  <a:lnTo>
                    <a:pt x="3790244" y="15643"/>
                  </a:lnTo>
                  <a:lnTo>
                    <a:pt x="3791316" y="15392"/>
                  </a:lnTo>
                  <a:lnTo>
                    <a:pt x="3792388" y="15141"/>
                  </a:lnTo>
                  <a:lnTo>
                    <a:pt x="3793459" y="14889"/>
                  </a:lnTo>
                  <a:lnTo>
                    <a:pt x="3794531" y="14638"/>
                  </a:lnTo>
                  <a:lnTo>
                    <a:pt x="3795602" y="14387"/>
                  </a:lnTo>
                  <a:lnTo>
                    <a:pt x="3796674" y="14136"/>
                  </a:lnTo>
                  <a:lnTo>
                    <a:pt x="3797746" y="13884"/>
                  </a:lnTo>
                  <a:lnTo>
                    <a:pt x="3798817" y="13633"/>
                  </a:lnTo>
                  <a:lnTo>
                    <a:pt x="3799889" y="13381"/>
                  </a:lnTo>
                  <a:lnTo>
                    <a:pt x="3800960" y="13130"/>
                  </a:lnTo>
                  <a:lnTo>
                    <a:pt x="3802032" y="12878"/>
                  </a:lnTo>
                  <a:lnTo>
                    <a:pt x="3803104" y="12627"/>
                  </a:lnTo>
                  <a:lnTo>
                    <a:pt x="3804175" y="12375"/>
                  </a:lnTo>
                  <a:lnTo>
                    <a:pt x="3805247" y="12124"/>
                  </a:lnTo>
                  <a:lnTo>
                    <a:pt x="3806318" y="11872"/>
                  </a:lnTo>
                  <a:lnTo>
                    <a:pt x="3807390" y="11620"/>
                  </a:lnTo>
                  <a:lnTo>
                    <a:pt x="3808462" y="11369"/>
                  </a:lnTo>
                  <a:lnTo>
                    <a:pt x="3809533" y="11117"/>
                  </a:lnTo>
                  <a:lnTo>
                    <a:pt x="3810605" y="10865"/>
                  </a:lnTo>
                  <a:lnTo>
                    <a:pt x="3811676" y="10613"/>
                  </a:lnTo>
                  <a:lnTo>
                    <a:pt x="3812748" y="10361"/>
                  </a:lnTo>
                  <a:lnTo>
                    <a:pt x="3813820" y="10109"/>
                  </a:lnTo>
                  <a:lnTo>
                    <a:pt x="3814891" y="9857"/>
                  </a:lnTo>
                  <a:lnTo>
                    <a:pt x="3815963" y="9605"/>
                  </a:lnTo>
                  <a:lnTo>
                    <a:pt x="3817034" y="9353"/>
                  </a:lnTo>
                  <a:lnTo>
                    <a:pt x="3818106" y="9101"/>
                  </a:lnTo>
                  <a:lnTo>
                    <a:pt x="3819178" y="8849"/>
                  </a:lnTo>
                  <a:lnTo>
                    <a:pt x="3820249" y="8597"/>
                  </a:lnTo>
                  <a:lnTo>
                    <a:pt x="3821321" y="8345"/>
                  </a:lnTo>
                  <a:lnTo>
                    <a:pt x="3822392" y="8092"/>
                  </a:lnTo>
                  <a:lnTo>
                    <a:pt x="3823464" y="7840"/>
                  </a:lnTo>
                  <a:lnTo>
                    <a:pt x="3824536" y="7588"/>
                  </a:lnTo>
                  <a:lnTo>
                    <a:pt x="3825607" y="7335"/>
                  </a:lnTo>
                  <a:lnTo>
                    <a:pt x="3826679" y="7083"/>
                  </a:lnTo>
                  <a:lnTo>
                    <a:pt x="3827750" y="6830"/>
                  </a:lnTo>
                  <a:lnTo>
                    <a:pt x="3828822" y="6578"/>
                  </a:lnTo>
                  <a:lnTo>
                    <a:pt x="3829894" y="6325"/>
                  </a:lnTo>
                  <a:lnTo>
                    <a:pt x="3830965" y="6073"/>
                  </a:lnTo>
                  <a:lnTo>
                    <a:pt x="3832037" y="5820"/>
                  </a:lnTo>
                  <a:lnTo>
                    <a:pt x="3833108" y="5568"/>
                  </a:lnTo>
                  <a:lnTo>
                    <a:pt x="3834180" y="5315"/>
                  </a:lnTo>
                  <a:lnTo>
                    <a:pt x="3835252" y="5062"/>
                  </a:lnTo>
                  <a:lnTo>
                    <a:pt x="3836323" y="4809"/>
                  </a:lnTo>
                  <a:lnTo>
                    <a:pt x="3837395" y="4557"/>
                  </a:lnTo>
                  <a:lnTo>
                    <a:pt x="3838466" y="4304"/>
                  </a:lnTo>
                  <a:lnTo>
                    <a:pt x="3839538" y="4051"/>
                  </a:lnTo>
                  <a:lnTo>
                    <a:pt x="3840610" y="3798"/>
                  </a:lnTo>
                  <a:lnTo>
                    <a:pt x="3841681" y="3545"/>
                  </a:lnTo>
                  <a:lnTo>
                    <a:pt x="3842753" y="3292"/>
                  </a:lnTo>
                  <a:lnTo>
                    <a:pt x="3843824" y="3039"/>
                  </a:lnTo>
                  <a:lnTo>
                    <a:pt x="3844896" y="2786"/>
                  </a:lnTo>
                  <a:lnTo>
                    <a:pt x="3845968" y="2533"/>
                  </a:lnTo>
                  <a:lnTo>
                    <a:pt x="3847039" y="2280"/>
                  </a:lnTo>
                  <a:lnTo>
                    <a:pt x="3848111" y="2026"/>
                  </a:lnTo>
                  <a:lnTo>
                    <a:pt x="3849182" y="1773"/>
                  </a:lnTo>
                  <a:lnTo>
                    <a:pt x="3850254" y="1520"/>
                  </a:lnTo>
                  <a:lnTo>
                    <a:pt x="3851326" y="1267"/>
                  </a:lnTo>
                  <a:lnTo>
                    <a:pt x="3852397" y="1013"/>
                  </a:lnTo>
                  <a:lnTo>
                    <a:pt x="3853469" y="760"/>
                  </a:lnTo>
                  <a:lnTo>
                    <a:pt x="3854540" y="506"/>
                  </a:lnTo>
                  <a:lnTo>
                    <a:pt x="3855612" y="253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034264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tx151"/>
            <p:cNvSpPr/>
            <p:nvPr/>
          </p:nvSpPr>
          <p:spPr>
            <a:xfrm>
              <a:off x="5227099" y="3689084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5227099" y="3949256"/>
              <a:ext cx="1820113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≤ 0.001</a:t>
              </a:r>
            </a:p>
          </p:txBody>
        </p:sp>
        <p:sp>
          <p:nvSpPr>
            <p:cNvPr id="153" name="rc153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tx154"/>
            <p:cNvSpPr/>
            <p:nvPr/>
          </p:nvSpPr>
          <p:spPr>
            <a:xfrm>
              <a:off x="4793966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4793966" y="551186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793966" y="484407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4793966" y="417627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4793966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59" name="pl159"/>
            <p:cNvSpPr/>
            <p:nvPr/>
          </p:nvSpPr>
          <p:spPr>
            <a:xfrm>
              <a:off x="4999470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4999470" y="5558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4999470" y="48911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4999470" y="42233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4999470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587851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7005919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l166"/>
            <p:cNvSpPr/>
            <p:nvPr/>
          </p:nvSpPr>
          <p:spPr>
            <a:xfrm>
              <a:off x="8133321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tx167"/>
            <p:cNvSpPr/>
            <p:nvPr/>
          </p:nvSpPr>
          <p:spPr>
            <a:xfrm>
              <a:off x="5807468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6934870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062272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50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6607133" y="6551677"/>
              <a:ext cx="71094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</a:t>
              </a:r>
            </a:p>
          </p:txBody>
        </p:sp>
        <p:sp>
          <p:nvSpPr>
            <p:cNvPr id="171" name="tx171"/>
            <p:cNvSpPr/>
            <p:nvPr/>
          </p:nvSpPr>
          <p:spPr>
            <a:xfrm rot="16200000">
              <a:off x="-952102" y="3181039"/>
              <a:ext cx="223689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Weighted Odds Ratio (95% CI)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6525" y="126525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667441" y="126525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26525" y="3429000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4667441" y="3429000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684231" y="259033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84231" y="192254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684231" y="125474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84231" y="58694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9733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1859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33985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684231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684231" y="225644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684231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684231" y="92084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684231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15796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27922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40048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84231" y="915413"/>
              <a:ext cx="3856684" cy="1689324"/>
            </a:xfrm>
            <a:custGeom>
              <a:avLst/>
              <a:gdLst/>
              <a:ahLst/>
              <a:cxnLst/>
              <a:rect l="0" t="0" r="0" b="0"/>
              <a:pathLst>
                <a:path w="3856684" h="1689324">
                  <a:moveTo>
                    <a:pt x="0" y="568170"/>
                  </a:moveTo>
                  <a:lnTo>
                    <a:pt x="1071" y="568360"/>
                  </a:lnTo>
                  <a:lnTo>
                    <a:pt x="2143" y="568550"/>
                  </a:lnTo>
                  <a:lnTo>
                    <a:pt x="3214" y="568740"/>
                  </a:lnTo>
                  <a:lnTo>
                    <a:pt x="4286" y="568929"/>
                  </a:lnTo>
                  <a:lnTo>
                    <a:pt x="5357" y="569118"/>
                  </a:lnTo>
                  <a:lnTo>
                    <a:pt x="6429" y="569307"/>
                  </a:lnTo>
                  <a:lnTo>
                    <a:pt x="7501" y="569494"/>
                  </a:lnTo>
                  <a:lnTo>
                    <a:pt x="8572" y="569682"/>
                  </a:lnTo>
                  <a:lnTo>
                    <a:pt x="9644" y="569869"/>
                  </a:lnTo>
                  <a:lnTo>
                    <a:pt x="10715" y="570055"/>
                  </a:lnTo>
                  <a:lnTo>
                    <a:pt x="11787" y="570241"/>
                  </a:lnTo>
                  <a:lnTo>
                    <a:pt x="12859" y="570427"/>
                  </a:lnTo>
                  <a:lnTo>
                    <a:pt x="13930" y="570612"/>
                  </a:lnTo>
                  <a:lnTo>
                    <a:pt x="15002" y="570797"/>
                  </a:lnTo>
                  <a:lnTo>
                    <a:pt x="16073" y="570981"/>
                  </a:lnTo>
                  <a:lnTo>
                    <a:pt x="17145" y="571165"/>
                  </a:lnTo>
                  <a:lnTo>
                    <a:pt x="18217" y="571348"/>
                  </a:lnTo>
                  <a:lnTo>
                    <a:pt x="19288" y="571531"/>
                  </a:lnTo>
                  <a:lnTo>
                    <a:pt x="20360" y="571713"/>
                  </a:lnTo>
                  <a:lnTo>
                    <a:pt x="21431" y="571895"/>
                  </a:lnTo>
                  <a:lnTo>
                    <a:pt x="22503" y="572076"/>
                  </a:lnTo>
                  <a:lnTo>
                    <a:pt x="23575" y="572257"/>
                  </a:lnTo>
                  <a:lnTo>
                    <a:pt x="24646" y="572437"/>
                  </a:lnTo>
                  <a:lnTo>
                    <a:pt x="25718" y="572617"/>
                  </a:lnTo>
                  <a:lnTo>
                    <a:pt x="26789" y="572797"/>
                  </a:lnTo>
                  <a:lnTo>
                    <a:pt x="27861" y="572976"/>
                  </a:lnTo>
                  <a:lnTo>
                    <a:pt x="28933" y="573154"/>
                  </a:lnTo>
                  <a:lnTo>
                    <a:pt x="30004" y="573332"/>
                  </a:lnTo>
                  <a:lnTo>
                    <a:pt x="31076" y="573509"/>
                  </a:lnTo>
                  <a:lnTo>
                    <a:pt x="32147" y="573686"/>
                  </a:lnTo>
                  <a:lnTo>
                    <a:pt x="33219" y="573863"/>
                  </a:lnTo>
                  <a:lnTo>
                    <a:pt x="34291" y="574039"/>
                  </a:lnTo>
                  <a:lnTo>
                    <a:pt x="35362" y="574214"/>
                  </a:lnTo>
                  <a:lnTo>
                    <a:pt x="36434" y="574389"/>
                  </a:lnTo>
                  <a:lnTo>
                    <a:pt x="37505" y="574564"/>
                  </a:lnTo>
                  <a:lnTo>
                    <a:pt x="38577" y="574737"/>
                  </a:lnTo>
                  <a:lnTo>
                    <a:pt x="39649" y="574911"/>
                  </a:lnTo>
                  <a:lnTo>
                    <a:pt x="40720" y="575084"/>
                  </a:lnTo>
                  <a:lnTo>
                    <a:pt x="41792" y="575256"/>
                  </a:lnTo>
                  <a:lnTo>
                    <a:pt x="42863" y="575428"/>
                  </a:lnTo>
                  <a:lnTo>
                    <a:pt x="43935" y="575600"/>
                  </a:lnTo>
                  <a:lnTo>
                    <a:pt x="45007" y="575770"/>
                  </a:lnTo>
                  <a:lnTo>
                    <a:pt x="46078" y="575941"/>
                  </a:lnTo>
                  <a:lnTo>
                    <a:pt x="47150" y="576111"/>
                  </a:lnTo>
                  <a:lnTo>
                    <a:pt x="48221" y="576280"/>
                  </a:lnTo>
                  <a:lnTo>
                    <a:pt x="49293" y="576449"/>
                  </a:lnTo>
                  <a:lnTo>
                    <a:pt x="50365" y="576617"/>
                  </a:lnTo>
                  <a:lnTo>
                    <a:pt x="51436" y="576785"/>
                  </a:lnTo>
                  <a:lnTo>
                    <a:pt x="52508" y="576952"/>
                  </a:lnTo>
                  <a:lnTo>
                    <a:pt x="53579" y="577119"/>
                  </a:lnTo>
                  <a:lnTo>
                    <a:pt x="54651" y="577285"/>
                  </a:lnTo>
                  <a:lnTo>
                    <a:pt x="55723" y="577451"/>
                  </a:lnTo>
                  <a:lnTo>
                    <a:pt x="56794" y="577616"/>
                  </a:lnTo>
                  <a:lnTo>
                    <a:pt x="57866" y="577780"/>
                  </a:lnTo>
                  <a:lnTo>
                    <a:pt x="58937" y="577944"/>
                  </a:lnTo>
                  <a:lnTo>
                    <a:pt x="60009" y="578108"/>
                  </a:lnTo>
                  <a:lnTo>
                    <a:pt x="61081" y="578271"/>
                  </a:lnTo>
                  <a:lnTo>
                    <a:pt x="62152" y="578433"/>
                  </a:lnTo>
                  <a:lnTo>
                    <a:pt x="63224" y="578595"/>
                  </a:lnTo>
                  <a:lnTo>
                    <a:pt x="64295" y="578757"/>
                  </a:lnTo>
                  <a:lnTo>
                    <a:pt x="65367" y="578917"/>
                  </a:lnTo>
                  <a:lnTo>
                    <a:pt x="66439" y="579078"/>
                  </a:lnTo>
                  <a:lnTo>
                    <a:pt x="67510" y="579237"/>
                  </a:lnTo>
                  <a:lnTo>
                    <a:pt x="68582" y="579396"/>
                  </a:lnTo>
                  <a:lnTo>
                    <a:pt x="69653" y="579555"/>
                  </a:lnTo>
                  <a:lnTo>
                    <a:pt x="70725" y="579713"/>
                  </a:lnTo>
                  <a:lnTo>
                    <a:pt x="71797" y="579870"/>
                  </a:lnTo>
                  <a:lnTo>
                    <a:pt x="72868" y="580027"/>
                  </a:lnTo>
                  <a:lnTo>
                    <a:pt x="73940" y="580184"/>
                  </a:lnTo>
                  <a:lnTo>
                    <a:pt x="75011" y="580339"/>
                  </a:lnTo>
                  <a:lnTo>
                    <a:pt x="76083" y="580495"/>
                  </a:lnTo>
                  <a:lnTo>
                    <a:pt x="77155" y="580649"/>
                  </a:lnTo>
                  <a:lnTo>
                    <a:pt x="78226" y="580803"/>
                  </a:lnTo>
                  <a:lnTo>
                    <a:pt x="79298" y="580957"/>
                  </a:lnTo>
                  <a:lnTo>
                    <a:pt x="80369" y="581110"/>
                  </a:lnTo>
                  <a:lnTo>
                    <a:pt x="81441" y="581262"/>
                  </a:lnTo>
                  <a:lnTo>
                    <a:pt x="82513" y="581414"/>
                  </a:lnTo>
                  <a:lnTo>
                    <a:pt x="83584" y="581565"/>
                  </a:lnTo>
                  <a:lnTo>
                    <a:pt x="84656" y="581715"/>
                  </a:lnTo>
                  <a:lnTo>
                    <a:pt x="85727" y="581865"/>
                  </a:lnTo>
                  <a:lnTo>
                    <a:pt x="86799" y="582015"/>
                  </a:lnTo>
                  <a:lnTo>
                    <a:pt x="87871" y="582163"/>
                  </a:lnTo>
                  <a:lnTo>
                    <a:pt x="88942" y="582312"/>
                  </a:lnTo>
                  <a:lnTo>
                    <a:pt x="90014" y="582459"/>
                  </a:lnTo>
                  <a:lnTo>
                    <a:pt x="91085" y="582606"/>
                  </a:lnTo>
                  <a:lnTo>
                    <a:pt x="92157" y="582753"/>
                  </a:lnTo>
                  <a:lnTo>
                    <a:pt x="93229" y="582898"/>
                  </a:lnTo>
                  <a:lnTo>
                    <a:pt x="94300" y="583044"/>
                  </a:lnTo>
                  <a:lnTo>
                    <a:pt x="95372" y="583188"/>
                  </a:lnTo>
                  <a:lnTo>
                    <a:pt x="96443" y="583332"/>
                  </a:lnTo>
                  <a:lnTo>
                    <a:pt x="97515" y="583476"/>
                  </a:lnTo>
                  <a:lnTo>
                    <a:pt x="98587" y="583618"/>
                  </a:lnTo>
                  <a:lnTo>
                    <a:pt x="99658" y="583760"/>
                  </a:lnTo>
                  <a:lnTo>
                    <a:pt x="100730" y="583902"/>
                  </a:lnTo>
                  <a:lnTo>
                    <a:pt x="101801" y="584043"/>
                  </a:lnTo>
                  <a:lnTo>
                    <a:pt x="102873" y="584183"/>
                  </a:lnTo>
                  <a:lnTo>
                    <a:pt x="103945" y="584323"/>
                  </a:lnTo>
                  <a:lnTo>
                    <a:pt x="105016" y="584462"/>
                  </a:lnTo>
                  <a:lnTo>
                    <a:pt x="106088" y="584600"/>
                  </a:lnTo>
                  <a:lnTo>
                    <a:pt x="107159" y="584738"/>
                  </a:lnTo>
                  <a:lnTo>
                    <a:pt x="108231" y="584875"/>
                  </a:lnTo>
                  <a:lnTo>
                    <a:pt x="109303" y="585012"/>
                  </a:lnTo>
                  <a:lnTo>
                    <a:pt x="110374" y="585147"/>
                  </a:lnTo>
                  <a:lnTo>
                    <a:pt x="111446" y="585283"/>
                  </a:lnTo>
                  <a:lnTo>
                    <a:pt x="112517" y="585417"/>
                  </a:lnTo>
                  <a:lnTo>
                    <a:pt x="113589" y="585551"/>
                  </a:lnTo>
                  <a:lnTo>
                    <a:pt x="114661" y="585684"/>
                  </a:lnTo>
                  <a:lnTo>
                    <a:pt x="115732" y="585817"/>
                  </a:lnTo>
                  <a:lnTo>
                    <a:pt x="116804" y="585949"/>
                  </a:lnTo>
                  <a:lnTo>
                    <a:pt x="117875" y="586080"/>
                  </a:lnTo>
                  <a:lnTo>
                    <a:pt x="118947" y="586211"/>
                  </a:lnTo>
                  <a:lnTo>
                    <a:pt x="120019" y="586341"/>
                  </a:lnTo>
                  <a:lnTo>
                    <a:pt x="121090" y="586470"/>
                  </a:lnTo>
                  <a:lnTo>
                    <a:pt x="122162" y="586599"/>
                  </a:lnTo>
                  <a:lnTo>
                    <a:pt x="123233" y="586727"/>
                  </a:lnTo>
                  <a:lnTo>
                    <a:pt x="124305" y="586854"/>
                  </a:lnTo>
                  <a:lnTo>
                    <a:pt x="125377" y="586981"/>
                  </a:lnTo>
                  <a:lnTo>
                    <a:pt x="126448" y="587107"/>
                  </a:lnTo>
                  <a:lnTo>
                    <a:pt x="127520" y="587232"/>
                  </a:lnTo>
                  <a:lnTo>
                    <a:pt x="128591" y="587356"/>
                  </a:lnTo>
                  <a:lnTo>
                    <a:pt x="129663" y="587480"/>
                  </a:lnTo>
                  <a:lnTo>
                    <a:pt x="130735" y="587604"/>
                  </a:lnTo>
                  <a:lnTo>
                    <a:pt x="131806" y="587726"/>
                  </a:lnTo>
                  <a:lnTo>
                    <a:pt x="132878" y="587848"/>
                  </a:lnTo>
                  <a:lnTo>
                    <a:pt x="133949" y="587969"/>
                  </a:lnTo>
                  <a:lnTo>
                    <a:pt x="135021" y="588089"/>
                  </a:lnTo>
                  <a:lnTo>
                    <a:pt x="136093" y="588209"/>
                  </a:lnTo>
                  <a:lnTo>
                    <a:pt x="137164" y="588328"/>
                  </a:lnTo>
                  <a:lnTo>
                    <a:pt x="138236" y="588447"/>
                  </a:lnTo>
                  <a:lnTo>
                    <a:pt x="139307" y="588564"/>
                  </a:lnTo>
                  <a:lnTo>
                    <a:pt x="140379" y="588681"/>
                  </a:lnTo>
                  <a:lnTo>
                    <a:pt x="141451" y="588797"/>
                  </a:lnTo>
                  <a:lnTo>
                    <a:pt x="142522" y="588913"/>
                  </a:lnTo>
                  <a:lnTo>
                    <a:pt x="143594" y="589027"/>
                  </a:lnTo>
                  <a:lnTo>
                    <a:pt x="144665" y="589141"/>
                  </a:lnTo>
                  <a:lnTo>
                    <a:pt x="145737" y="589255"/>
                  </a:lnTo>
                  <a:lnTo>
                    <a:pt x="146809" y="589367"/>
                  </a:lnTo>
                  <a:lnTo>
                    <a:pt x="147880" y="589479"/>
                  </a:lnTo>
                  <a:lnTo>
                    <a:pt x="148952" y="589590"/>
                  </a:lnTo>
                  <a:lnTo>
                    <a:pt x="150023" y="589701"/>
                  </a:lnTo>
                  <a:lnTo>
                    <a:pt x="151095" y="589810"/>
                  </a:lnTo>
                  <a:lnTo>
                    <a:pt x="152167" y="589919"/>
                  </a:lnTo>
                  <a:lnTo>
                    <a:pt x="153238" y="590027"/>
                  </a:lnTo>
                  <a:lnTo>
                    <a:pt x="154310" y="590135"/>
                  </a:lnTo>
                  <a:lnTo>
                    <a:pt x="155381" y="590241"/>
                  </a:lnTo>
                  <a:lnTo>
                    <a:pt x="156453" y="590347"/>
                  </a:lnTo>
                  <a:lnTo>
                    <a:pt x="157525" y="590452"/>
                  </a:lnTo>
                  <a:lnTo>
                    <a:pt x="158596" y="590557"/>
                  </a:lnTo>
                  <a:lnTo>
                    <a:pt x="159668" y="590660"/>
                  </a:lnTo>
                  <a:lnTo>
                    <a:pt x="160739" y="590763"/>
                  </a:lnTo>
                  <a:lnTo>
                    <a:pt x="161811" y="590865"/>
                  </a:lnTo>
                  <a:lnTo>
                    <a:pt x="162883" y="590966"/>
                  </a:lnTo>
                  <a:lnTo>
                    <a:pt x="163954" y="591067"/>
                  </a:lnTo>
                  <a:lnTo>
                    <a:pt x="165026" y="591166"/>
                  </a:lnTo>
                  <a:lnTo>
                    <a:pt x="166097" y="591265"/>
                  </a:lnTo>
                  <a:lnTo>
                    <a:pt x="167169" y="591364"/>
                  </a:lnTo>
                  <a:lnTo>
                    <a:pt x="168241" y="591461"/>
                  </a:lnTo>
                  <a:lnTo>
                    <a:pt x="169312" y="591557"/>
                  </a:lnTo>
                  <a:lnTo>
                    <a:pt x="170384" y="591653"/>
                  </a:lnTo>
                  <a:lnTo>
                    <a:pt x="171455" y="591748"/>
                  </a:lnTo>
                  <a:lnTo>
                    <a:pt x="172527" y="591842"/>
                  </a:lnTo>
                  <a:lnTo>
                    <a:pt x="173599" y="591936"/>
                  </a:lnTo>
                  <a:lnTo>
                    <a:pt x="174670" y="592028"/>
                  </a:lnTo>
                  <a:lnTo>
                    <a:pt x="175742" y="592120"/>
                  </a:lnTo>
                  <a:lnTo>
                    <a:pt x="176813" y="592211"/>
                  </a:lnTo>
                  <a:lnTo>
                    <a:pt x="177885" y="592301"/>
                  </a:lnTo>
                  <a:lnTo>
                    <a:pt x="178956" y="592390"/>
                  </a:lnTo>
                  <a:lnTo>
                    <a:pt x="180028" y="592479"/>
                  </a:lnTo>
                  <a:lnTo>
                    <a:pt x="181100" y="592566"/>
                  </a:lnTo>
                  <a:lnTo>
                    <a:pt x="182171" y="592653"/>
                  </a:lnTo>
                  <a:lnTo>
                    <a:pt x="183243" y="592739"/>
                  </a:lnTo>
                  <a:lnTo>
                    <a:pt x="184314" y="592824"/>
                  </a:lnTo>
                  <a:lnTo>
                    <a:pt x="185386" y="592908"/>
                  </a:lnTo>
                  <a:lnTo>
                    <a:pt x="186458" y="592991"/>
                  </a:lnTo>
                  <a:lnTo>
                    <a:pt x="187529" y="593074"/>
                  </a:lnTo>
                  <a:lnTo>
                    <a:pt x="188601" y="593156"/>
                  </a:lnTo>
                  <a:lnTo>
                    <a:pt x="189672" y="593237"/>
                  </a:lnTo>
                  <a:lnTo>
                    <a:pt x="190744" y="593316"/>
                  </a:lnTo>
                  <a:lnTo>
                    <a:pt x="191816" y="593396"/>
                  </a:lnTo>
                  <a:lnTo>
                    <a:pt x="192887" y="593474"/>
                  </a:lnTo>
                  <a:lnTo>
                    <a:pt x="193959" y="593551"/>
                  </a:lnTo>
                  <a:lnTo>
                    <a:pt x="195030" y="593628"/>
                  </a:lnTo>
                  <a:lnTo>
                    <a:pt x="196102" y="593703"/>
                  </a:lnTo>
                  <a:lnTo>
                    <a:pt x="197174" y="593778"/>
                  </a:lnTo>
                  <a:lnTo>
                    <a:pt x="198245" y="593852"/>
                  </a:lnTo>
                  <a:lnTo>
                    <a:pt x="199317" y="593925"/>
                  </a:lnTo>
                  <a:lnTo>
                    <a:pt x="200388" y="593997"/>
                  </a:lnTo>
                  <a:lnTo>
                    <a:pt x="201460" y="594068"/>
                  </a:lnTo>
                  <a:lnTo>
                    <a:pt x="202532" y="594138"/>
                  </a:lnTo>
                  <a:lnTo>
                    <a:pt x="203603" y="594207"/>
                  </a:lnTo>
                  <a:lnTo>
                    <a:pt x="204675" y="594276"/>
                  </a:lnTo>
                  <a:lnTo>
                    <a:pt x="205746" y="594343"/>
                  </a:lnTo>
                  <a:lnTo>
                    <a:pt x="206818" y="594410"/>
                  </a:lnTo>
                  <a:lnTo>
                    <a:pt x="207890" y="594475"/>
                  </a:lnTo>
                  <a:lnTo>
                    <a:pt x="208961" y="594540"/>
                  </a:lnTo>
                  <a:lnTo>
                    <a:pt x="210033" y="594604"/>
                  </a:lnTo>
                  <a:lnTo>
                    <a:pt x="211104" y="594667"/>
                  </a:lnTo>
                  <a:lnTo>
                    <a:pt x="212176" y="594729"/>
                  </a:lnTo>
                  <a:lnTo>
                    <a:pt x="213248" y="594790"/>
                  </a:lnTo>
                  <a:lnTo>
                    <a:pt x="214319" y="594850"/>
                  </a:lnTo>
                  <a:lnTo>
                    <a:pt x="215391" y="594909"/>
                  </a:lnTo>
                  <a:lnTo>
                    <a:pt x="216462" y="594967"/>
                  </a:lnTo>
                  <a:lnTo>
                    <a:pt x="217534" y="595024"/>
                  </a:lnTo>
                  <a:lnTo>
                    <a:pt x="218606" y="595080"/>
                  </a:lnTo>
                  <a:lnTo>
                    <a:pt x="219677" y="595135"/>
                  </a:lnTo>
                  <a:lnTo>
                    <a:pt x="220749" y="595190"/>
                  </a:lnTo>
                  <a:lnTo>
                    <a:pt x="221820" y="595243"/>
                  </a:lnTo>
                  <a:lnTo>
                    <a:pt x="222892" y="595295"/>
                  </a:lnTo>
                  <a:lnTo>
                    <a:pt x="223964" y="595346"/>
                  </a:lnTo>
                  <a:lnTo>
                    <a:pt x="225035" y="595397"/>
                  </a:lnTo>
                  <a:lnTo>
                    <a:pt x="226107" y="595446"/>
                  </a:lnTo>
                  <a:lnTo>
                    <a:pt x="227178" y="595494"/>
                  </a:lnTo>
                  <a:lnTo>
                    <a:pt x="228250" y="595542"/>
                  </a:lnTo>
                  <a:lnTo>
                    <a:pt x="229322" y="595588"/>
                  </a:lnTo>
                  <a:lnTo>
                    <a:pt x="230393" y="595633"/>
                  </a:lnTo>
                  <a:lnTo>
                    <a:pt x="231465" y="595678"/>
                  </a:lnTo>
                  <a:lnTo>
                    <a:pt x="232536" y="595721"/>
                  </a:lnTo>
                  <a:lnTo>
                    <a:pt x="233608" y="595763"/>
                  </a:lnTo>
                  <a:lnTo>
                    <a:pt x="234680" y="595804"/>
                  </a:lnTo>
                  <a:lnTo>
                    <a:pt x="235751" y="595844"/>
                  </a:lnTo>
                  <a:lnTo>
                    <a:pt x="236823" y="595883"/>
                  </a:lnTo>
                  <a:lnTo>
                    <a:pt x="237894" y="595922"/>
                  </a:lnTo>
                  <a:lnTo>
                    <a:pt x="238966" y="595959"/>
                  </a:lnTo>
                  <a:lnTo>
                    <a:pt x="240038" y="595995"/>
                  </a:lnTo>
                  <a:lnTo>
                    <a:pt x="241109" y="596029"/>
                  </a:lnTo>
                  <a:lnTo>
                    <a:pt x="242181" y="596063"/>
                  </a:lnTo>
                  <a:lnTo>
                    <a:pt x="243252" y="596096"/>
                  </a:lnTo>
                  <a:lnTo>
                    <a:pt x="244324" y="596128"/>
                  </a:lnTo>
                  <a:lnTo>
                    <a:pt x="245396" y="596158"/>
                  </a:lnTo>
                  <a:lnTo>
                    <a:pt x="246467" y="596188"/>
                  </a:lnTo>
                  <a:lnTo>
                    <a:pt x="247539" y="596216"/>
                  </a:lnTo>
                  <a:lnTo>
                    <a:pt x="248610" y="596244"/>
                  </a:lnTo>
                  <a:lnTo>
                    <a:pt x="249682" y="596270"/>
                  </a:lnTo>
                  <a:lnTo>
                    <a:pt x="250754" y="596295"/>
                  </a:lnTo>
                  <a:lnTo>
                    <a:pt x="251825" y="596319"/>
                  </a:lnTo>
                  <a:lnTo>
                    <a:pt x="252897" y="596342"/>
                  </a:lnTo>
                  <a:lnTo>
                    <a:pt x="253968" y="596364"/>
                  </a:lnTo>
                  <a:lnTo>
                    <a:pt x="255040" y="596385"/>
                  </a:lnTo>
                  <a:lnTo>
                    <a:pt x="256112" y="596404"/>
                  </a:lnTo>
                  <a:lnTo>
                    <a:pt x="257183" y="596423"/>
                  </a:lnTo>
                  <a:lnTo>
                    <a:pt x="258255" y="596440"/>
                  </a:lnTo>
                  <a:lnTo>
                    <a:pt x="259326" y="596456"/>
                  </a:lnTo>
                  <a:lnTo>
                    <a:pt x="260398" y="596471"/>
                  </a:lnTo>
                  <a:lnTo>
                    <a:pt x="261470" y="596485"/>
                  </a:lnTo>
                  <a:lnTo>
                    <a:pt x="262541" y="596498"/>
                  </a:lnTo>
                  <a:lnTo>
                    <a:pt x="263613" y="596510"/>
                  </a:lnTo>
                  <a:lnTo>
                    <a:pt x="264684" y="596520"/>
                  </a:lnTo>
                  <a:lnTo>
                    <a:pt x="265756" y="596529"/>
                  </a:lnTo>
                  <a:lnTo>
                    <a:pt x="266828" y="596537"/>
                  </a:lnTo>
                  <a:lnTo>
                    <a:pt x="267899" y="596544"/>
                  </a:lnTo>
                  <a:lnTo>
                    <a:pt x="268971" y="596550"/>
                  </a:lnTo>
                  <a:lnTo>
                    <a:pt x="270042" y="596554"/>
                  </a:lnTo>
                  <a:lnTo>
                    <a:pt x="271114" y="596557"/>
                  </a:lnTo>
                  <a:lnTo>
                    <a:pt x="272186" y="596559"/>
                  </a:lnTo>
                  <a:lnTo>
                    <a:pt x="273257" y="596560"/>
                  </a:lnTo>
                  <a:lnTo>
                    <a:pt x="274329" y="596560"/>
                  </a:lnTo>
                  <a:lnTo>
                    <a:pt x="275400" y="596558"/>
                  </a:lnTo>
                  <a:lnTo>
                    <a:pt x="276472" y="596555"/>
                  </a:lnTo>
                  <a:lnTo>
                    <a:pt x="277544" y="596551"/>
                  </a:lnTo>
                  <a:lnTo>
                    <a:pt x="278615" y="596546"/>
                  </a:lnTo>
                  <a:lnTo>
                    <a:pt x="279687" y="596539"/>
                  </a:lnTo>
                  <a:lnTo>
                    <a:pt x="280758" y="596532"/>
                  </a:lnTo>
                  <a:lnTo>
                    <a:pt x="281830" y="596523"/>
                  </a:lnTo>
                  <a:lnTo>
                    <a:pt x="282902" y="596512"/>
                  </a:lnTo>
                  <a:lnTo>
                    <a:pt x="283973" y="596501"/>
                  </a:lnTo>
                  <a:lnTo>
                    <a:pt x="285045" y="596488"/>
                  </a:lnTo>
                  <a:lnTo>
                    <a:pt x="286116" y="596474"/>
                  </a:lnTo>
                  <a:lnTo>
                    <a:pt x="287188" y="596458"/>
                  </a:lnTo>
                  <a:lnTo>
                    <a:pt x="288260" y="596441"/>
                  </a:lnTo>
                  <a:lnTo>
                    <a:pt x="289331" y="596423"/>
                  </a:lnTo>
                  <a:lnTo>
                    <a:pt x="290403" y="596404"/>
                  </a:lnTo>
                  <a:lnTo>
                    <a:pt x="291474" y="596383"/>
                  </a:lnTo>
                  <a:lnTo>
                    <a:pt x="292546" y="596361"/>
                  </a:lnTo>
                  <a:lnTo>
                    <a:pt x="293618" y="596338"/>
                  </a:lnTo>
                  <a:lnTo>
                    <a:pt x="294689" y="596313"/>
                  </a:lnTo>
                  <a:lnTo>
                    <a:pt x="295761" y="596287"/>
                  </a:lnTo>
                  <a:lnTo>
                    <a:pt x="296832" y="596260"/>
                  </a:lnTo>
                  <a:lnTo>
                    <a:pt x="297904" y="596231"/>
                  </a:lnTo>
                  <a:lnTo>
                    <a:pt x="298976" y="596201"/>
                  </a:lnTo>
                  <a:lnTo>
                    <a:pt x="300047" y="596170"/>
                  </a:lnTo>
                  <a:lnTo>
                    <a:pt x="301119" y="596137"/>
                  </a:lnTo>
                  <a:lnTo>
                    <a:pt x="302190" y="596103"/>
                  </a:lnTo>
                  <a:lnTo>
                    <a:pt x="303262" y="596067"/>
                  </a:lnTo>
                  <a:lnTo>
                    <a:pt x="304334" y="596030"/>
                  </a:lnTo>
                  <a:lnTo>
                    <a:pt x="305405" y="595992"/>
                  </a:lnTo>
                  <a:lnTo>
                    <a:pt x="306477" y="595952"/>
                  </a:lnTo>
                  <a:lnTo>
                    <a:pt x="307548" y="595911"/>
                  </a:lnTo>
                  <a:lnTo>
                    <a:pt x="308620" y="595869"/>
                  </a:lnTo>
                  <a:lnTo>
                    <a:pt x="309692" y="595825"/>
                  </a:lnTo>
                  <a:lnTo>
                    <a:pt x="310763" y="595779"/>
                  </a:lnTo>
                  <a:lnTo>
                    <a:pt x="311835" y="595732"/>
                  </a:lnTo>
                  <a:lnTo>
                    <a:pt x="312906" y="595684"/>
                  </a:lnTo>
                  <a:lnTo>
                    <a:pt x="313978" y="595634"/>
                  </a:lnTo>
                  <a:lnTo>
                    <a:pt x="315050" y="595583"/>
                  </a:lnTo>
                  <a:lnTo>
                    <a:pt x="316121" y="595531"/>
                  </a:lnTo>
                  <a:lnTo>
                    <a:pt x="317193" y="595476"/>
                  </a:lnTo>
                  <a:lnTo>
                    <a:pt x="318264" y="595421"/>
                  </a:lnTo>
                  <a:lnTo>
                    <a:pt x="319336" y="595364"/>
                  </a:lnTo>
                  <a:lnTo>
                    <a:pt x="320408" y="595305"/>
                  </a:lnTo>
                  <a:lnTo>
                    <a:pt x="321479" y="595245"/>
                  </a:lnTo>
                  <a:lnTo>
                    <a:pt x="322551" y="595183"/>
                  </a:lnTo>
                  <a:lnTo>
                    <a:pt x="323622" y="595120"/>
                  </a:lnTo>
                  <a:lnTo>
                    <a:pt x="324694" y="595056"/>
                  </a:lnTo>
                  <a:lnTo>
                    <a:pt x="325766" y="594990"/>
                  </a:lnTo>
                  <a:lnTo>
                    <a:pt x="326837" y="594922"/>
                  </a:lnTo>
                  <a:lnTo>
                    <a:pt x="327909" y="594853"/>
                  </a:lnTo>
                  <a:lnTo>
                    <a:pt x="328980" y="594782"/>
                  </a:lnTo>
                  <a:lnTo>
                    <a:pt x="330052" y="594709"/>
                  </a:lnTo>
                  <a:lnTo>
                    <a:pt x="331124" y="594635"/>
                  </a:lnTo>
                  <a:lnTo>
                    <a:pt x="332195" y="594560"/>
                  </a:lnTo>
                  <a:lnTo>
                    <a:pt x="333267" y="594483"/>
                  </a:lnTo>
                  <a:lnTo>
                    <a:pt x="334338" y="594404"/>
                  </a:lnTo>
                  <a:lnTo>
                    <a:pt x="335410" y="594324"/>
                  </a:lnTo>
                  <a:lnTo>
                    <a:pt x="336482" y="594242"/>
                  </a:lnTo>
                  <a:lnTo>
                    <a:pt x="337553" y="594159"/>
                  </a:lnTo>
                  <a:lnTo>
                    <a:pt x="338625" y="594073"/>
                  </a:lnTo>
                  <a:lnTo>
                    <a:pt x="339696" y="593987"/>
                  </a:lnTo>
                  <a:lnTo>
                    <a:pt x="340768" y="593898"/>
                  </a:lnTo>
                  <a:lnTo>
                    <a:pt x="341840" y="593808"/>
                  </a:lnTo>
                  <a:lnTo>
                    <a:pt x="342911" y="593717"/>
                  </a:lnTo>
                  <a:lnTo>
                    <a:pt x="343983" y="593623"/>
                  </a:lnTo>
                  <a:lnTo>
                    <a:pt x="345054" y="593528"/>
                  </a:lnTo>
                  <a:lnTo>
                    <a:pt x="346126" y="593432"/>
                  </a:lnTo>
                  <a:lnTo>
                    <a:pt x="347198" y="593333"/>
                  </a:lnTo>
                  <a:lnTo>
                    <a:pt x="348269" y="593233"/>
                  </a:lnTo>
                  <a:lnTo>
                    <a:pt x="349341" y="593131"/>
                  </a:lnTo>
                  <a:lnTo>
                    <a:pt x="350412" y="593028"/>
                  </a:lnTo>
                  <a:lnTo>
                    <a:pt x="351484" y="592923"/>
                  </a:lnTo>
                  <a:lnTo>
                    <a:pt x="352556" y="592816"/>
                  </a:lnTo>
                  <a:lnTo>
                    <a:pt x="353627" y="592707"/>
                  </a:lnTo>
                  <a:lnTo>
                    <a:pt x="354699" y="592597"/>
                  </a:lnTo>
                  <a:lnTo>
                    <a:pt x="355770" y="592484"/>
                  </a:lnTo>
                  <a:lnTo>
                    <a:pt x="356842" y="592371"/>
                  </a:lnTo>
                  <a:lnTo>
                    <a:pt x="357913" y="592255"/>
                  </a:lnTo>
                  <a:lnTo>
                    <a:pt x="358985" y="592137"/>
                  </a:lnTo>
                  <a:lnTo>
                    <a:pt x="360057" y="592018"/>
                  </a:lnTo>
                  <a:lnTo>
                    <a:pt x="361128" y="591897"/>
                  </a:lnTo>
                  <a:lnTo>
                    <a:pt x="362200" y="591774"/>
                  </a:lnTo>
                  <a:lnTo>
                    <a:pt x="363271" y="591649"/>
                  </a:lnTo>
                  <a:lnTo>
                    <a:pt x="364343" y="591523"/>
                  </a:lnTo>
                  <a:lnTo>
                    <a:pt x="365415" y="591395"/>
                  </a:lnTo>
                  <a:lnTo>
                    <a:pt x="366486" y="591264"/>
                  </a:lnTo>
                  <a:lnTo>
                    <a:pt x="367558" y="591132"/>
                  </a:lnTo>
                  <a:lnTo>
                    <a:pt x="368629" y="590998"/>
                  </a:lnTo>
                  <a:lnTo>
                    <a:pt x="369701" y="590863"/>
                  </a:lnTo>
                  <a:lnTo>
                    <a:pt x="370773" y="590725"/>
                  </a:lnTo>
                  <a:lnTo>
                    <a:pt x="371844" y="590586"/>
                  </a:lnTo>
                  <a:lnTo>
                    <a:pt x="372916" y="590444"/>
                  </a:lnTo>
                  <a:lnTo>
                    <a:pt x="373987" y="590301"/>
                  </a:lnTo>
                  <a:lnTo>
                    <a:pt x="375059" y="590155"/>
                  </a:lnTo>
                  <a:lnTo>
                    <a:pt x="376131" y="590008"/>
                  </a:lnTo>
                  <a:lnTo>
                    <a:pt x="377202" y="589859"/>
                  </a:lnTo>
                  <a:lnTo>
                    <a:pt x="378274" y="589708"/>
                  </a:lnTo>
                  <a:lnTo>
                    <a:pt x="379345" y="589555"/>
                  </a:lnTo>
                  <a:lnTo>
                    <a:pt x="380417" y="589400"/>
                  </a:lnTo>
                  <a:lnTo>
                    <a:pt x="381489" y="589243"/>
                  </a:lnTo>
                  <a:lnTo>
                    <a:pt x="382560" y="589084"/>
                  </a:lnTo>
                  <a:lnTo>
                    <a:pt x="383632" y="588923"/>
                  </a:lnTo>
                  <a:lnTo>
                    <a:pt x="384703" y="588760"/>
                  </a:lnTo>
                  <a:lnTo>
                    <a:pt x="385775" y="588595"/>
                  </a:lnTo>
                  <a:lnTo>
                    <a:pt x="386847" y="588428"/>
                  </a:lnTo>
                  <a:lnTo>
                    <a:pt x="387918" y="588259"/>
                  </a:lnTo>
                  <a:lnTo>
                    <a:pt x="388990" y="588088"/>
                  </a:lnTo>
                  <a:lnTo>
                    <a:pt x="390061" y="587915"/>
                  </a:lnTo>
                  <a:lnTo>
                    <a:pt x="391133" y="587740"/>
                  </a:lnTo>
                  <a:lnTo>
                    <a:pt x="392205" y="587563"/>
                  </a:lnTo>
                  <a:lnTo>
                    <a:pt x="393276" y="587383"/>
                  </a:lnTo>
                  <a:lnTo>
                    <a:pt x="394348" y="587202"/>
                  </a:lnTo>
                  <a:lnTo>
                    <a:pt x="395419" y="587018"/>
                  </a:lnTo>
                  <a:lnTo>
                    <a:pt x="396491" y="586833"/>
                  </a:lnTo>
                  <a:lnTo>
                    <a:pt x="397563" y="586645"/>
                  </a:lnTo>
                  <a:lnTo>
                    <a:pt x="398634" y="586455"/>
                  </a:lnTo>
                  <a:lnTo>
                    <a:pt x="399706" y="586263"/>
                  </a:lnTo>
                  <a:lnTo>
                    <a:pt x="400777" y="586069"/>
                  </a:lnTo>
                  <a:lnTo>
                    <a:pt x="401849" y="585872"/>
                  </a:lnTo>
                  <a:lnTo>
                    <a:pt x="402921" y="585674"/>
                  </a:lnTo>
                  <a:lnTo>
                    <a:pt x="403992" y="585473"/>
                  </a:lnTo>
                  <a:lnTo>
                    <a:pt x="405064" y="585270"/>
                  </a:lnTo>
                  <a:lnTo>
                    <a:pt x="406135" y="585065"/>
                  </a:lnTo>
                  <a:lnTo>
                    <a:pt x="407207" y="584857"/>
                  </a:lnTo>
                  <a:lnTo>
                    <a:pt x="408279" y="584648"/>
                  </a:lnTo>
                  <a:lnTo>
                    <a:pt x="409350" y="584436"/>
                  </a:lnTo>
                  <a:lnTo>
                    <a:pt x="410422" y="584222"/>
                  </a:lnTo>
                  <a:lnTo>
                    <a:pt x="411493" y="584006"/>
                  </a:lnTo>
                  <a:lnTo>
                    <a:pt x="412565" y="583787"/>
                  </a:lnTo>
                  <a:lnTo>
                    <a:pt x="413637" y="583566"/>
                  </a:lnTo>
                  <a:lnTo>
                    <a:pt x="414708" y="583343"/>
                  </a:lnTo>
                  <a:lnTo>
                    <a:pt x="415780" y="583118"/>
                  </a:lnTo>
                  <a:lnTo>
                    <a:pt x="416851" y="582890"/>
                  </a:lnTo>
                  <a:lnTo>
                    <a:pt x="417923" y="582660"/>
                  </a:lnTo>
                  <a:lnTo>
                    <a:pt x="418995" y="582428"/>
                  </a:lnTo>
                  <a:lnTo>
                    <a:pt x="420066" y="582194"/>
                  </a:lnTo>
                  <a:lnTo>
                    <a:pt x="421138" y="581957"/>
                  </a:lnTo>
                  <a:lnTo>
                    <a:pt x="422209" y="581718"/>
                  </a:lnTo>
                  <a:lnTo>
                    <a:pt x="423281" y="581476"/>
                  </a:lnTo>
                  <a:lnTo>
                    <a:pt x="424353" y="581232"/>
                  </a:lnTo>
                  <a:lnTo>
                    <a:pt x="425424" y="580986"/>
                  </a:lnTo>
                  <a:lnTo>
                    <a:pt x="426496" y="580738"/>
                  </a:lnTo>
                  <a:lnTo>
                    <a:pt x="427567" y="580487"/>
                  </a:lnTo>
                  <a:lnTo>
                    <a:pt x="428639" y="580233"/>
                  </a:lnTo>
                  <a:lnTo>
                    <a:pt x="429711" y="579978"/>
                  </a:lnTo>
                  <a:lnTo>
                    <a:pt x="430782" y="579720"/>
                  </a:lnTo>
                  <a:lnTo>
                    <a:pt x="431854" y="579459"/>
                  </a:lnTo>
                  <a:lnTo>
                    <a:pt x="432925" y="579197"/>
                  </a:lnTo>
                  <a:lnTo>
                    <a:pt x="433997" y="578931"/>
                  </a:lnTo>
                  <a:lnTo>
                    <a:pt x="435069" y="578664"/>
                  </a:lnTo>
                  <a:lnTo>
                    <a:pt x="436140" y="578394"/>
                  </a:lnTo>
                  <a:lnTo>
                    <a:pt x="437212" y="578121"/>
                  </a:lnTo>
                  <a:lnTo>
                    <a:pt x="438283" y="577846"/>
                  </a:lnTo>
                  <a:lnTo>
                    <a:pt x="439355" y="577569"/>
                  </a:lnTo>
                  <a:lnTo>
                    <a:pt x="440427" y="577289"/>
                  </a:lnTo>
                  <a:lnTo>
                    <a:pt x="441498" y="577006"/>
                  </a:lnTo>
                  <a:lnTo>
                    <a:pt x="442570" y="576722"/>
                  </a:lnTo>
                  <a:lnTo>
                    <a:pt x="443641" y="576434"/>
                  </a:lnTo>
                  <a:lnTo>
                    <a:pt x="444713" y="576145"/>
                  </a:lnTo>
                  <a:lnTo>
                    <a:pt x="445785" y="575852"/>
                  </a:lnTo>
                  <a:lnTo>
                    <a:pt x="446856" y="575557"/>
                  </a:lnTo>
                  <a:lnTo>
                    <a:pt x="447928" y="575260"/>
                  </a:lnTo>
                  <a:lnTo>
                    <a:pt x="448999" y="574960"/>
                  </a:lnTo>
                  <a:lnTo>
                    <a:pt x="450071" y="574658"/>
                  </a:lnTo>
                  <a:lnTo>
                    <a:pt x="451143" y="574353"/>
                  </a:lnTo>
                  <a:lnTo>
                    <a:pt x="452214" y="574046"/>
                  </a:lnTo>
                  <a:lnTo>
                    <a:pt x="453286" y="573736"/>
                  </a:lnTo>
                  <a:lnTo>
                    <a:pt x="454357" y="573423"/>
                  </a:lnTo>
                  <a:lnTo>
                    <a:pt x="455429" y="573108"/>
                  </a:lnTo>
                  <a:lnTo>
                    <a:pt x="456501" y="572791"/>
                  </a:lnTo>
                  <a:lnTo>
                    <a:pt x="457572" y="572470"/>
                  </a:lnTo>
                  <a:lnTo>
                    <a:pt x="458644" y="572148"/>
                  </a:lnTo>
                  <a:lnTo>
                    <a:pt x="459715" y="571822"/>
                  </a:lnTo>
                  <a:lnTo>
                    <a:pt x="460787" y="571494"/>
                  </a:lnTo>
                  <a:lnTo>
                    <a:pt x="461859" y="571164"/>
                  </a:lnTo>
                  <a:lnTo>
                    <a:pt x="462930" y="570830"/>
                  </a:lnTo>
                  <a:lnTo>
                    <a:pt x="464002" y="570495"/>
                  </a:lnTo>
                  <a:lnTo>
                    <a:pt x="465073" y="570156"/>
                  </a:lnTo>
                  <a:lnTo>
                    <a:pt x="466145" y="569815"/>
                  </a:lnTo>
                  <a:lnTo>
                    <a:pt x="467217" y="569471"/>
                  </a:lnTo>
                  <a:lnTo>
                    <a:pt x="468288" y="569125"/>
                  </a:lnTo>
                  <a:lnTo>
                    <a:pt x="469360" y="568776"/>
                  </a:lnTo>
                  <a:lnTo>
                    <a:pt x="470431" y="568424"/>
                  </a:lnTo>
                  <a:lnTo>
                    <a:pt x="471503" y="568070"/>
                  </a:lnTo>
                  <a:lnTo>
                    <a:pt x="472575" y="567713"/>
                  </a:lnTo>
                  <a:lnTo>
                    <a:pt x="473646" y="567353"/>
                  </a:lnTo>
                  <a:lnTo>
                    <a:pt x="474718" y="566991"/>
                  </a:lnTo>
                  <a:lnTo>
                    <a:pt x="475789" y="566626"/>
                  </a:lnTo>
                  <a:lnTo>
                    <a:pt x="476861" y="566258"/>
                  </a:lnTo>
                  <a:lnTo>
                    <a:pt x="477933" y="565888"/>
                  </a:lnTo>
                  <a:lnTo>
                    <a:pt x="479004" y="565514"/>
                  </a:lnTo>
                  <a:lnTo>
                    <a:pt x="480076" y="565138"/>
                  </a:lnTo>
                  <a:lnTo>
                    <a:pt x="481147" y="564760"/>
                  </a:lnTo>
                  <a:lnTo>
                    <a:pt x="482219" y="564379"/>
                  </a:lnTo>
                  <a:lnTo>
                    <a:pt x="483291" y="563995"/>
                  </a:lnTo>
                  <a:lnTo>
                    <a:pt x="484362" y="563608"/>
                  </a:lnTo>
                  <a:lnTo>
                    <a:pt x="485434" y="563218"/>
                  </a:lnTo>
                  <a:lnTo>
                    <a:pt x="486505" y="562826"/>
                  </a:lnTo>
                  <a:lnTo>
                    <a:pt x="487577" y="562431"/>
                  </a:lnTo>
                  <a:lnTo>
                    <a:pt x="488649" y="562033"/>
                  </a:lnTo>
                  <a:lnTo>
                    <a:pt x="489720" y="561632"/>
                  </a:lnTo>
                  <a:lnTo>
                    <a:pt x="490792" y="561229"/>
                  </a:lnTo>
                  <a:lnTo>
                    <a:pt x="491863" y="560823"/>
                  </a:lnTo>
                  <a:lnTo>
                    <a:pt x="492935" y="560414"/>
                  </a:lnTo>
                  <a:lnTo>
                    <a:pt x="494007" y="560002"/>
                  </a:lnTo>
                  <a:lnTo>
                    <a:pt x="495078" y="559588"/>
                  </a:lnTo>
                  <a:lnTo>
                    <a:pt x="496150" y="559171"/>
                  </a:lnTo>
                  <a:lnTo>
                    <a:pt x="497221" y="558751"/>
                  </a:lnTo>
                  <a:lnTo>
                    <a:pt x="498293" y="558328"/>
                  </a:lnTo>
                  <a:lnTo>
                    <a:pt x="499365" y="557902"/>
                  </a:lnTo>
                  <a:lnTo>
                    <a:pt x="500436" y="557473"/>
                  </a:lnTo>
                  <a:lnTo>
                    <a:pt x="501508" y="557042"/>
                  </a:lnTo>
                  <a:lnTo>
                    <a:pt x="502579" y="556608"/>
                  </a:lnTo>
                  <a:lnTo>
                    <a:pt x="503651" y="556171"/>
                  </a:lnTo>
                  <a:lnTo>
                    <a:pt x="504723" y="555731"/>
                  </a:lnTo>
                  <a:lnTo>
                    <a:pt x="505794" y="555288"/>
                  </a:lnTo>
                  <a:lnTo>
                    <a:pt x="506866" y="554843"/>
                  </a:lnTo>
                  <a:lnTo>
                    <a:pt x="507937" y="554395"/>
                  </a:lnTo>
                  <a:lnTo>
                    <a:pt x="509009" y="553943"/>
                  </a:lnTo>
                  <a:lnTo>
                    <a:pt x="510081" y="553489"/>
                  </a:lnTo>
                  <a:lnTo>
                    <a:pt x="511152" y="553032"/>
                  </a:lnTo>
                  <a:lnTo>
                    <a:pt x="512224" y="552573"/>
                  </a:lnTo>
                  <a:lnTo>
                    <a:pt x="513295" y="552110"/>
                  </a:lnTo>
                  <a:lnTo>
                    <a:pt x="514367" y="551644"/>
                  </a:lnTo>
                  <a:lnTo>
                    <a:pt x="515439" y="551176"/>
                  </a:lnTo>
                  <a:lnTo>
                    <a:pt x="516510" y="550705"/>
                  </a:lnTo>
                  <a:lnTo>
                    <a:pt x="517582" y="550230"/>
                  </a:lnTo>
                  <a:lnTo>
                    <a:pt x="518653" y="549753"/>
                  </a:lnTo>
                  <a:lnTo>
                    <a:pt x="519725" y="549273"/>
                  </a:lnTo>
                  <a:lnTo>
                    <a:pt x="520797" y="548791"/>
                  </a:lnTo>
                  <a:lnTo>
                    <a:pt x="521868" y="548305"/>
                  </a:lnTo>
                  <a:lnTo>
                    <a:pt x="522940" y="547816"/>
                  </a:lnTo>
                  <a:lnTo>
                    <a:pt x="524011" y="547325"/>
                  </a:lnTo>
                  <a:lnTo>
                    <a:pt x="525083" y="546830"/>
                  </a:lnTo>
                  <a:lnTo>
                    <a:pt x="526155" y="546333"/>
                  </a:lnTo>
                  <a:lnTo>
                    <a:pt x="527226" y="545833"/>
                  </a:lnTo>
                  <a:lnTo>
                    <a:pt x="528298" y="545330"/>
                  </a:lnTo>
                  <a:lnTo>
                    <a:pt x="529369" y="544824"/>
                  </a:lnTo>
                  <a:lnTo>
                    <a:pt x="530441" y="544315"/>
                  </a:lnTo>
                  <a:lnTo>
                    <a:pt x="531513" y="543803"/>
                  </a:lnTo>
                  <a:lnTo>
                    <a:pt x="532584" y="543288"/>
                  </a:lnTo>
                  <a:lnTo>
                    <a:pt x="533656" y="542770"/>
                  </a:lnTo>
                  <a:lnTo>
                    <a:pt x="534727" y="542250"/>
                  </a:lnTo>
                  <a:lnTo>
                    <a:pt x="535799" y="541726"/>
                  </a:lnTo>
                  <a:lnTo>
                    <a:pt x="536870" y="541200"/>
                  </a:lnTo>
                  <a:lnTo>
                    <a:pt x="537942" y="540670"/>
                  </a:lnTo>
                  <a:lnTo>
                    <a:pt x="539014" y="540138"/>
                  </a:lnTo>
                  <a:lnTo>
                    <a:pt x="540085" y="539602"/>
                  </a:lnTo>
                  <a:lnTo>
                    <a:pt x="541157" y="539064"/>
                  </a:lnTo>
                  <a:lnTo>
                    <a:pt x="542228" y="538523"/>
                  </a:lnTo>
                  <a:lnTo>
                    <a:pt x="543300" y="537979"/>
                  </a:lnTo>
                  <a:lnTo>
                    <a:pt x="544372" y="537432"/>
                  </a:lnTo>
                  <a:lnTo>
                    <a:pt x="545443" y="536882"/>
                  </a:lnTo>
                  <a:lnTo>
                    <a:pt x="546515" y="536329"/>
                  </a:lnTo>
                  <a:lnTo>
                    <a:pt x="547586" y="535773"/>
                  </a:lnTo>
                  <a:lnTo>
                    <a:pt x="548658" y="535215"/>
                  </a:lnTo>
                  <a:lnTo>
                    <a:pt x="549730" y="534653"/>
                  </a:lnTo>
                  <a:lnTo>
                    <a:pt x="550801" y="534088"/>
                  </a:lnTo>
                  <a:lnTo>
                    <a:pt x="551873" y="533521"/>
                  </a:lnTo>
                  <a:lnTo>
                    <a:pt x="552944" y="532950"/>
                  </a:lnTo>
                  <a:lnTo>
                    <a:pt x="554016" y="532377"/>
                  </a:lnTo>
                  <a:lnTo>
                    <a:pt x="555088" y="531801"/>
                  </a:lnTo>
                  <a:lnTo>
                    <a:pt x="556159" y="531221"/>
                  </a:lnTo>
                  <a:lnTo>
                    <a:pt x="557231" y="530639"/>
                  </a:lnTo>
                  <a:lnTo>
                    <a:pt x="558302" y="530054"/>
                  </a:lnTo>
                  <a:lnTo>
                    <a:pt x="559374" y="529466"/>
                  </a:lnTo>
                  <a:lnTo>
                    <a:pt x="560446" y="528875"/>
                  </a:lnTo>
                  <a:lnTo>
                    <a:pt x="561517" y="528281"/>
                  </a:lnTo>
                  <a:lnTo>
                    <a:pt x="562589" y="527684"/>
                  </a:lnTo>
                  <a:lnTo>
                    <a:pt x="563660" y="527085"/>
                  </a:lnTo>
                  <a:lnTo>
                    <a:pt x="564732" y="526482"/>
                  </a:lnTo>
                  <a:lnTo>
                    <a:pt x="565804" y="525876"/>
                  </a:lnTo>
                  <a:lnTo>
                    <a:pt x="566875" y="525268"/>
                  </a:lnTo>
                  <a:lnTo>
                    <a:pt x="567947" y="524656"/>
                  </a:lnTo>
                  <a:lnTo>
                    <a:pt x="569018" y="524042"/>
                  </a:lnTo>
                  <a:lnTo>
                    <a:pt x="570090" y="523425"/>
                  </a:lnTo>
                  <a:lnTo>
                    <a:pt x="571162" y="522804"/>
                  </a:lnTo>
                  <a:lnTo>
                    <a:pt x="572233" y="522181"/>
                  </a:lnTo>
                  <a:lnTo>
                    <a:pt x="573305" y="521555"/>
                  </a:lnTo>
                  <a:lnTo>
                    <a:pt x="574376" y="520926"/>
                  </a:lnTo>
                  <a:lnTo>
                    <a:pt x="575448" y="520295"/>
                  </a:lnTo>
                  <a:lnTo>
                    <a:pt x="576520" y="519660"/>
                  </a:lnTo>
                  <a:lnTo>
                    <a:pt x="577591" y="519022"/>
                  </a:lnTo>
                  <a:lnTo>
                    <a:pt x="578663" y="518382"/>
                  </a:lnTo>
                  <a:lnTo>
                    <a:pt x="579734" y="517739"/>
                  </a:lnTo>
                  <a:lnTo>
                    <a:pt x="580806" y="517092"/>
                  </a:lnTo>
                  <a:lnTo>
                    <a:pt x="581878" y="516443"/>
                  </a:lnTo>
                  <a:lnTo>
                    <a:pt x="582949" y="515791"/>
                  </a:lnTo>
                  <a:lnTo>
                    <a:pt x="584021" y="515137"/>
                  </a:lnTo>
                  <a:lnTo>
                    <a:pt x="585092" y="514479"/>
                  </a:lnTo>
                  <a:lnTo>
                    <a:pt x="586164" y="513818"/>
                  </a:lnTo>
                  <a:lnTo>
                    <a:pt x="587236" y="513155"/>
                  </a:lnTo>
                  <a:lnTo>
                    <a:pt x="588307" y="512489"/>
                  </a:lnTo>
                  <a:lnTo>
                    <a:pt x="589379" y="511820"/>
                  </a:lnTo>
                  <a:lnTo>
                    <a:pt x="590450" y="511148"/>
                  </a:lnTo>
                  <a:lnTo>
                    <a:pt x="591522" y="510473"/>
                  </a:lnTo>
                  <a:lnTo>
                    <a:pt x="592594" y="509795"/>
                  </a:lnTo>
                  <a:lnTo>
                    <a:pt x="593665" y="509115"/>
                  </a:lnTo>
                  <a:lnTo>
                    <a:pt x="594737" y="508432"/>
                  </a:lnTo>
                  <a:lnTo>
                    <a:pt x="595808" y="507746"/>
                  </a:lnTo>
                  <a:lnTo>
                    <a:pt x="596880" y="507057"/>
                  </a:lnTo>
                  <a:lnTo>
                    <a:pt x="597952" y="506365"/>
                  </a:lnTo>
                  <a:lnTo>
                    <a:pt x="599023" y="505671"/>
                  </a:lnTo>
                  <a:lnTo>
                    <a:pt x="600095" y="504974"/>
                  </a:lnTo>
                  <a:lnTo>
                    <a:pt x="601166" y="504274"/>
                  </a:lnTo>
                  <a:lnTo>
                    <a:pt x="602238" y="503571"/>
                  </a:lnTo>
                  <a:lnTo>
                    <a:pt x="603310" y="502865"/>
                  </a:lnTo>
                  <a:lnTo>
                    <a:pt x="604381" y="502157"/>
                  </a:lnTo>
                  <a:lnTo>
                    <a:pt x="605453" y="501446"/>
                  </a:lnTo>
                  <a:lnTo>
                    <a:pt x="606524" y="500732"/>
                  </a:lnTo>
                  <a:lnTo>
                    <a:pt x="607596" y="500016"/>
                  </a:lnTo>
                  <a:lnTo>
                    <a:pt x="608668" y="499296"/>
                  </a:lnTo>
                  <a:lnTo>
                    <a:pt x="609739" y="498574"/>
                  </a:lnTo>
                  <a:lnTo>
                    <a:pt x="610811" y="497850"/>
                  </a:lnTo>
                  <a:lnTo>
                    <a:pt x="611882" y="497122"/>
                  </a:lnTo>
                  <a:lnTo>
                    <a:pt x="612954" y="496392"/>
                  </a:lnTo>
                  <a:lnTo>
                    <a:pt x="614026" y="495660"/>
                  </a:lnTo>
                  <a:lnTo>
                    <a:pt x="615097" y="494924"/>
                  </a:lnTo>
                  <a:lnTo>
                    <a:pt x="616169" y="494186"/>
                  </a:lnTo>
                  <a:lnTo>
                    <a:pt x="617240" y="493445"/>
                  </a:lnTo>
                  <a:lnTo>
                    <a:pt x="618312" y="492702"/>
                  </a:lnTo>
                  <a:lnTo>
                    <a:pt x="619384" y="491956"/>
                  </a:lnTo>
                  <a:lnTo>
                    <a:pt x="620455" y="491207"/>
                  </a:lnTo>
                  <a:lnTo>
                    <a:pt x="621527" y="490456"/>
                  </a:lnTo>
                  <a:lnTo>
                    <a:pt x="622598" y="489702"/>
                  </a:lnTo>
                  <a:lnTo>
                    <a:pt x="623670" y="488946"/>
                  </a:lnTo>
                  <a:lnTo>
                    <a:pt x="624742" y="488187"/>
                  </a:lnTo>
                  <a:lnTo>
                    <a:pt x="625813" y="487425"/>
                  </a:lnTo>
                  <a:lnTo>
                    <a:pt x="626885" y="486661"/>
                  </a:lnTo>
                  <a:lnTo>
                    <a:pt x="627956" y="485894"/>
                  </a:lnTo>
                  <a:lnTo>
                    <a:pt x="629028" y="485125"/>
                  </a:lnTo>
                  <a:lnTo>
                    <a:pt x="630100" y="484353"/>
                  </a:lnTo>
                  <a:lnTo>
                    <a:pt x="631171" y="483579"/>
                  </a:lnTo>
                  <a:lnTo>
                    <a:pt x="632243" y="482802"/>
                  </a:lnTo>
                  <a:lnTo>
                    <a:pt x="633314" y="482023"/>
                  </a:lnTo>
                  <a:lnTo>
                    <a:pt x="634386" y="481241"/>
                  </a:lnTo>
                  <a:lnTo>
                    <a:pt x="635458" y="480457"/>
                  </a:lnTo>
                  <a:lnTo>
                    <a:pt x="636529" y="479670"/>
                  </a:lnTo>
                  <a:lnTo>
                    <a:pt x="637601" y="478881"/>
                  </a:lnTo>
                  <a:lnTo>
                    <a:pt x="638672" y="478089"/>
                  </a:lnTo>
                  <a:lnTo>
                    <a:pt x="639744" y="477295"/>
                  </a:lnTo>
                  <a:lnTo>
                    <a:pt x="640816" y="476499"/>
                  </a:lnTo>
                  <a:lnTo>
                    <a:pt x="641887" y="475700"/>
                  </a:lnTo>
                  <a:lnTo>
                    <a:pt x="642959" y="474898"/>
                  </a:lnTo>
                  <a:lnTo>
                    <a:pt x="644030" y="474095"/>
                  </a:lnTo>
                  <a:lnTo>
                    <a:pt x="645102" y="473289"/>
                  </a:lnTo>
                  <a:lnTo>
                    <a:pt x="646174" y="472481"/>
                  </a:lnTo>
                  <a:lnTo>
                    <a:pt x="647245" y="471670"/>
                  </a:lnTo>
                  <a:lnTo>
                    <a:pt x="648317" y="470857"/>
                  </a:lnTo>
                  <a:lnTo>
                    <a:pt x="649388" y="470042"/>
                  </a:lnTo>
                  <a:lnTo>
                    <a:pt x="650460" y="469224"/>
                  </a:lnTo>
                  <a:lnTo>
                    <a:pt x="651532" y="468404"/>
                  </a:lnTo>
                  <a:lnTo>
                    <a:pt x="652603" y="467582"/>
                  </a:lnTo>
                  <a:lnTo>
                    <a:pt x="653675" y="466758"/>
                  </a:lnTo>
                  <a:lnTo>
                    <a:pt x="654746" y="465931"/>
                  </a:lnTo>
                  <a:lnTo>
                    <a:pt x="655818" y="465103"/>
                  </a:lnTo>
                  <a:lnTo>
                    <a:pt x="656890" y="464272"/>
                  </a:lnTo>
                  <a:lnTo>
                    <a:pt x="657961" y="463439"/>
                  </a:lnTo>
                  <a:lnTo>
                    <a:pt x="659033" y="462603"/>
                  </a:lnTo>
                  <a:lnTo>
                    <a:pt x="660104" y="461766"/>
                  </a:lnTo>
                  <a:lnTo>
                    <a:pt x="661176" y="460926"/>
                  </a:lnTo>
                  <a:lnTo>
                    <a:pt x="662248" y="460085"/>
                  </a:lnTo>
                  <a:lnTo>
                    <a:pt x="663319" y="459241"/>
                  </a:lnTo>
                  <a:lnTo>
                    <a:pt x="664391" y="458395"/>
                  </a:lnTo>
                  <a:lnTo>
                    <a:pt x="665462" y="457547"/>
                  </a:lnTo>
                  <a:lnTo>
                    <a:pt x="666534" y="456697"/>
                  </a:lnTo>
                  <a:lnTo>
                    <a:pt x="667606" y="455845"/>
                  </a:lnTo>
                  <a:lnTo>
                    <a:pt x="668677" y="454991"/>
                  </a:lnTo>
                  <a:lnTo>
                    <a:pt x="669749" y="454135"/>
                  </a:lnTo>
                  <a:lnTo>
                    <a:pt x="670820" y="453277"/>
                  </a:lnTo>
                  <a:lnTo>
                    <a:pt x="671892" y="452417"/>
                  </a:lnTo>
                  <a:lnTo>
                    <a:pt x="672964" y="451556"/>
                  </a:lnTo>
                  <a:lnTo>
                    <a:pt x="674035" y="450692"/>
                  </a:lnTo>
                  <a:lnTo>
                    <a:pt x="675107" y="449826"/>
                  </a:lnTo>
                  <a:lnTo>
                    <a:pt x="676178" y="448958"/>
                  </a:lnTo>
                  <a:lnTo>
                    <a:pt x="677250" y="448089"/>
                  </a:lnTo>
                  <a:lnTo>
                    <a:pt x="678322" y="447218"/>
                  </a:lnTo>
                  <a:lnTo>
                    <a:pt x="679393" y="446345"/>
                  </a:lnTo>
                  <a:lnTo>
                    <a:pt x="680465" y="445470"/>
                  </a:lnTo>
                  <a:lnTo>
                    <a:pt x="681536" y="444593"/>
                  </a:lnTo>
                  <a:lnTo>
                    <a:pt x="682608" y="443714"/>
                  </a:lnTo>
                  <a:lnTo>
                    <a:pt x="683680" y="442834"/>
                  </a:lnTo>
                  <a:lnTo>
                    <a:pt x="684751" y="441952"/>
                  </a:lnTo>
                  <a:lnTo>
                    <a:pt x="685823" y="441069"/>
                  </a:lnTo>
                  <a:lnTo>
                    <a:pt x="686894" y="440183"/>
                  </a:lnTo>
                  <a:lnTo>
                    <a:pt x="687966" y="439296"/>
                  </a:lnTo>
                  <a:lnTo>
                    <a:pt x="689038" y="438407"/>
                  </a:lnTo>
                  <a:lnTo>
                    <a:pt x="690109" y="437517"/>
                  </a:lnTo>
                  <a:lnTo>
                    <a:pt x="691181" y="436625"/>
                  </a:lnTo>
                  <a:lnTo>
                    <a:pt x="692252" y="435732"/>
                  </a:lnTo>
                  <a:lnTo>
                    <a:pt x="693324" y="434837"/>
                  </a:lnTo>
                  <a:lnTo>
                    <a:pt x="694396" y="433940"/>
                  </a:lnTo>
                  <a:lnTo>
                    <a:pt x="695467" y="433042"/>
                  </a:lnTo>
                  <a:lnTo>
                    <a:pt x="696539" y="432142"/>
                  </a:lnTo>
                  <a:lnTo>
                    <a:pt x="697610" y="431241"/>
                  </a:lnTo>
                  <a:lnTo>
                    <a:pt x="698682" y="430338"/>
                  </a:lnTo>
                  <a:lnTo>
                    <a:pt x="699754" y="429434"/>
                  </a:lnTo>
                  <a:lnTo>
                    <a:pt x="700825" y="428529"/>
                  </a:lnTo>
                  <a:lnTo>
                    <a:pt x="701897" y="427622"/>
                  </a:lnTo>
                  <a:lnTo>
                    <a:pt x="702968" y="426714"/>
                  </a:lnTo>
                  <a:lnTo>
                    <a:pt x="704040" y="425804"/>
                  </a:lnTo>
                  <a:lnTo>
                    <a:pt x="705112" y="424893"/>
                  </a:lnTo>
                  <a:lnTo>
                    <a:pt x="706183" y="423981"/>
                  </a:lnTo>
                  <a:lnTo>
                    <a:pt x="707255" y="423068"/>
                  </a:lnTo>
                  <a:lnTo>
                    <a:pt x="708326" y="422153"/>
                  </a:lnTo>
                  <a:lnTo>
                    <a:pt x="709398" y="421237"/>
                  </a:lnTo>
                  <a:lnTo>
                    <a:pt x="710469" y="420320"/>
                  </a:lnTo>
                  <a:lnTo>
                    <a:pt x="711541" y="419402"/>
                  </a:lnTo>
                  <a:lnTo>
                    <a:pt x="712613" y="418482"/>
                  </a:lnTo>
                  <a:lnTo>
                    <a:pt x="713684" y="417562"/>
                  </a:lnTo>
                  <a:lnTo>
                    <a:pt x="714756" y="416640"/>
                  </a:lnTo>
                  <a:lnTo>
                    <a:pt x="715827" y="415717"/>
                  </a:lnTo>
                  <a:lnTo>
                    <a:pt x="716899" y="414793"/>
                  </a:lnTo>
                  <a:lnTo>
                    <a:pt x="717971" y="413868"/>
                  </a:lnTo>
                  <a:lnTo>
                    <a:pt x="719042" y="412942"/>
                  </a:lnTo>
                  <a:lnTo>
                    <a:pt x="720114" y="412015"/>
                  </a:lnTo>
                  <a:lnTo>
                    <a:pt x="721185" y="411087"/>
                  </a:lnTo>
                  <a:lnTo>
                    <a:pt x="722257" y="410159"/>
                  </a:lnTo>
                  <a:lnTo>
                    <a:pt x="723329" y="409229"/>
                  </a:lnTo>
                  <a:lnTo>
                    <a:pt x="724400" y="408298"/>
                  </a:lnTo>
                  <a:lnTo>
                    <a:pt x="725472" y="407367"/>
                  </a:lnTo>
                  <a:lnTo>
                    <a:pt x="726543" y="406434"/>
                  </a:lnTo>
                  <a:lnTo>
                    <a:pt x="727615" y="405501"/>
                  </a:lnTo>
                  <a:lnTo>
                    <a:pt x="728687" y="404567"/>
                  </a:lnTo>
                  <a:lnTo>
                    <a:pt x="729758" y="403633"/>
                  </a:lnTo>
                  <a:lnTo>
                    <a:pt x="730830" y="402697"/>
                  </a:lnTo>
                  <a:lnTo>
                    <a:pt x="731901" y="401761"/>
                  </a:lnTo>
                  <a:lnTo>
                    <a:pt x="732973" y="400824"/>
                  </a:lnTo>
                  <a:lnTo>
                    <a:pt x="734045" y="399887"/>
                  </a:lnTo>
                  <a:lnTo>
                    <a:pt x="735116" y="398949"/>
                  </a:lnTo>
                  <a:lnTo>
                    <a:pt x="736188" y="398010"/>
                  </a:lnTo>
                  <a:lnTo>
                    <a:pt x="737259" y="397071"/>
                  </a:lnTo>
                  <a:lnTo>
                    <a:pt x="738331" y="396131"/>
                  </a:lnTo>
                  <a:lnTo>
                    <a:pt x="739403" y="395191"/>
                  </a:lnTo>
                  <a:lnTo>
                    <a:pt x="740474" y="394250"/>
                  </a:lnTo>
                  <a:lnTo>
                    <a:pt x="741546" y="393308"/>
                  </a:lnTo>
                  <a:lnTo>
                    <a:pt x="742617" y="392367"/>
                  </a:lnTo>
                  <a:lnTo>
                    <a:pt x="743689" y="391425"/>
                  </a:lnTo>
                  <a:lnTo>
                    <a:pt x="744761" y="390482"/>
                  </a:lnTo>
                  <a:lnTo>
                    <a:pt x="745832" y="389539"/>
                  </a:lnTo>
                  <a:lnTo>
                    <a:pt x="746904" y="388596"/>
                  </a:lnTo>
                  <a:lnTo>
                    <a:pt x="747975" y="387653"/>
                  </a:lnTo>
                  <a:lnTo>
                    <a:pt x="749047" y="386709"/>
                  </a:lnTo>
                  <a:lnTo>
                    <a:pt x="750119" y="385765"/>
                  </a:lnTo>
                  <a:lnTo>
                    <a:pt x="751190" y="384821"/>
                  </a:lnTo>
                  <a:lnTo>
                    <a:pt x="752262" y="383876"/>
                  </a:lnTo>
                  <a:lnTo>
                    <a:pt x="753333" y="382932"/>
                  </a:lnTo>
                  <a:lnTo>
                    <a:pt x="754405" y="381987"/>
                  </a:lnTo>
                  <a:lnTo>
                    <a:pt x="755477" y="381042"/>
                  </a:lnTo>
                  <a:lnTo>
                    <a:pt x="756548" y="380097"/>
                  </a:lnTo>
                  <a:lnTo>
                    <a:pt x="757620" y="379152"/>
                  </a:lnTo>
                  <a:lnTo>
                    <a:pt x="758691" y="378208"/>
                  </a:lnTo>
                  <a:lnTo>
                    <a:pt x="759763" y="377263"/>
                  </a:lnTo>
                  <a:lnTo>
                    <a:pt x="760835" y="376318"/>
                  </a:lnTo>
                  <a:lnTo>
                    <a:pt x="761906" y="375373"/>
                  </a:lnTo>
                  <a:lnTo>
                    <a:pt x="762978" y="374429"/>
                  </a:lnTo>
                  <a:lnTo>
                    <a:pt x="764049" y="373484"/>
                  </a:lnTo>
                  <a:lnTo>
                    <a:pt x="765121" y="372540"/>
                  </a:lnTo>
                  <a:lnTo>
                    <a:pt x="766193" y="371596"/>
                  </a:lnTo>
                  <a:lnTo>
                    <a:pt x="767264" y="370652"/>
                  </a:lnTo>
                  <a:lnTo>
                    <a:pt x="768336" y="369708"/>
                  </a:lnTo>
                  <a:lnTo>
                    <a:pt x="769407" y="368765"/>
                  </a:lnTo>
                  <a:lnTo>
                    <a:pt x="770479" y="367822"/>
                  </a:lnTo>
                  <a:lnTo>
                    <a:pt x="771551" y="366879"/>
                  </a:lnTo>
                  <a:lnTo>
                    <a:pt x="772622" y="365937"/>
                  </a:lnTo>
                  <a:lnTo>
                    <a:pt x="773694" y="364995"/>
                  </a:lnTo>
                  <a:lnTo>
                    <a:pt x="774765" y="364053"/>
                  </a:lnTo>
                  <a:lnTo>
                    <a:pt x="775837" y="363112"/>
                  </a:lnTo>
                  <a:lnTo>
                    <a:pt x="776909" y="362172"/>
                  </a:lnTo>
                  <a:lnTo>
                    <a:pt x="777980" y="361232"/>
                  </a:lnTo>
                  <a:lnTo>
                    <a:pt x="779052" y="360292"/>
                  </a:lnTo>
                  <a:lnTo>
                    <a:pt x="780123" y="359354"/>
                  </a:lnTo>
                  <a:lnTo>
                    <a:pt x="781195" y="358415"/>
                  </a:lnTo>
                  <a:lnTo>
                    <a:pt x="782267" y="357478"/>
                  </a:lnTo>
                  <a:lnTo>
                    <a:pt x="783338" y="356541"/>
                  </a:lnTo>
                  <a:lnTo>
                    <a:pt x="784410" y="355605"/>
                  </a:lnTo>
                  <a:lnTo>
                    <a:pt x="785481" y="354670"/>
                  </a:lnTo>
                  <a:lnTo>
                    <a:pt x="786553" y="353735"/>
                  </a:lnTo>
                  <a:lnTo>
                    <a:pt x="787625" y="352801"/>
                  </a:lnTo>
                  <a:lnTo>
                    <a:pt x="788696" y="351869"/>
                  </a:lnTo>
                  <a:lnTo>
                    <a:pt x="789768" y="350937"/>
                  </a:lnTo>
                  <a:lnTo>
                    <a:pt x="790839" y="350005"/>
                  </a:lnTo>
                  <a:lnTo>
                    <a:pt x="791911" y="349075"/>
                  </a:lnTo>
                  <a:lnTo>
                    <a:pt x="792983" y="348146"/>
                  </a:lnTo>
                  <a:lnTo>
                    <a:pt x="794054" y="347218"/>
                  </a:lnTo>
                  <a:lnTo>
                    <a:pt x="795126" y="346291"/>
                  </a:lnTo>
                  <a:lnTo>
                    <a:pt x="796197" y="345365"/>
                  </a:lnTo>
                  <a:lnTo>
                    <a:pt x="797269" y="344440"/>
                  </a:lnTo>
                  <a:lnTo>
                    <a:pt x="798341" y="343516"/>
                  </a:lnTo>
                  <a:lnTo>
                    <a:pt x="799412" y="342593"/>
                  </a:lnTo>
                  <a:lnTo>
                    <a:pt x="800484" y="341672"/>
                  </a:lnTo>
                  <a:lnTo>
                    <a:pt x="801555" y="340752"/>
                  </a:lnTo>
                  <a:lnTo>
                    <a:pt x="802627" y="339833"/>
                  </a:lnTo>
                  <a:lnTo>
                    <a:pt x="803699" y="338915"/>
                  </a:lnTo>
                  <a:lnTo>
                    <a:pt x="804770" y="337999"/>
                  </a:lnTo>
                  <a:lnTo>
                    <a:pt x="805842" y="337084"/>
                  </a:lnTo>
                  <a:lnTo>
                    <a:pt x="806913" y="336170"/>
                  </a:lnTo>
                  <a:lnTo>
                    <a:pt x="807985" y="335258"/>
                  </a:lnTo>
                  <a:lnTo>
                    <a:pt x="809057" y="334347"/>
                  </a:lnTo>
                  <a:lnTo>
                    <a:pt x="810128" y="333438"/>
                  </a:lnTo>
                  <a:lnTo>
                    <a:pt x="811200" y="332530"/>
                  </a:lnTo>
                  <a:lnTo>
                    <a:pt x="812271" y="331624"/>
                  </a:lnTo>
                  <a:lnTo>
                    <a:pt x="813343" y="330720"/>
                  </a:lnTo>
                  <a:lnTo>
                    <a:pt x="814415" y="329817"/>
                  </a:lnTo>
                  <a:lnTo>
                    <a:pt x="815486" y="328916"/>
                  </a:lnTo>
                  <a:lnTo>
                    <a:pt x="816558" y="328016"/>
                  </a:lnTo>
                  <a:lnTo>
                    <a:pt x="817629" y="327119"/>
                  </a:lnTo>
                  <a:lnTo>
                    <a:pt x="818701" y="326223"/>
                  </a:lnTo>
                  <a:lnTo>
                    <a:pt x="819773" y="325328"/>
                  </a:lnTo>
                  <a:lnTo>
                    <a:pt x="820844" y="324436"/>
                  </a:lnTo>
                  <a:lnTo>
                    <a:pt x="821916" y="323546"/>
                  </a:lnTo>
                  <a:lnTo>
                    <a:pt x="822987" y="322657"/>
                  </a:lnTo>
                  <a:lnTo>
                    <a:pt x="824059" y="321770"/>
                  </a:lnTo>
                  <a:lnTo>
                    <a:pt x="825131" y="320886"/>
                  </a:lnTo>
                  <a:lnTo>
                    <a:pt x="826202" y="320003"/>
                  </a:lnTo>
                  <a:lnTo>
                    <a:pt x="827274" y="319122"/>
                  </a:lnTo>
                  <a:lnTo>
                    <a:pt x="828345" y="318244"/>
                  </a:lnTo>
                  <a:lnTo>
                    <a:pt x="829417" y="317367"/>
                  </a:lnTo>
                  <a:lnTo>
                    <a:pt x="830489" y="316493"/>
                  </a:lnTo>
                  <a:lnTo>
                    <a:pt x="831560" y="315620"/>
                  </a:lnTo>
                  <a:lnTo>
                    <a:pt x="832632" y="314750"/>
                  </a:lnTo>
                  <a:lnTo>
                    <a:pt x="833703" y="313883"/>
                  </a:lnTo>
                  <a:lnTo>
                    <a:pt x="834775" y="313017"/>
                  </a:lnTo>
                  <a:lnTo>
                    <a:pt x="835847" y="312154"/>
                  </a:lnTo>
                  <a:lnTo>
                    <a:pt x="836918" y="311293"/>
                  </a:lnTo>
                  <a:lnTo>
                    <a:pt x="837990" y="310435"/>
                  </a:lnTo>
                  <a:lnTo>
                    <a:pt x="839061" y="309579"/>
                  </a:lnTo>
                  <a:lnTo>
                    <a:pt x="840133" y="308725"/>
                  </a:lnTo>
                  <a:lnTo>
                    <a:pt x="841205" y="307874"/>
                  </a:lnTo>
                  <a:lnTo>
                    <a:pt x="842276" y="307025"/>
                  </a:lnTo>
                  <a:lnTo>
                    <a:pt x="843348" y="306179"/>
                  </a:lnTo>
                  <a:lnTo>
                    <a:pt x="844419" y="305335"/>
                  </a:lnTo>
                  <a:lnTo>
                    <a:pt x="845491" y="304495"/>
                  </a:lnTo>
                  <a:lnTo>
                    <a:pt x="846563" y="303656"/>
                  </a:lnTo>
                  <a:lnTo>
                    <a:pt x="847634" y="302821"/>
                  </a:lnTo>
                  <a:lnTo>
                    <a:pt x="848706" y="301988"/>
                  </a:lnTo>
                  <a:lnTo>
                    <a:pt x="849777" y="301158"/>
                  </a:lnTo>
                  <a:lnTo>
                    <a:pt x="850849" y="300330"/>
                  </a:lnTo>
                  <a:lnTo>
                    <a:pt x="851921" y="299506"/>
                  </a:lnTo>
                  <a:lnTo>
                    <a:pt x="852992" y="298684"/>
                  </a:lnTo>
                  <a:lnTo>
                    <a:pt x="854064" y="297865"/>
                  </a:lnTo>
                  <a:lnTo>
                    <a:pt x="855135" y="297050"/>
                  </a:lnTo>
                  <a:lnTo>
                    <a:pt x="856207" y="296237"/>
                  </a:lnTo>
                  <a:lnTo>
                    <a:pt x="857279" y="295427"/>
                  </a:lnTo>
                  <a:lnTo>
                    <a:pt x="858350" y="294620"/>
                  </a:lnTo>
                  <a:lnTo>
                    <a:pt x="859422" y="293816"/>
                  </a:lnTo>
                  <a:lnTo>
                    <a:pt x="860493" y="293015"/>
                  </a:lnTo>
                  <a:lnTo>
                    <a:pt x="861565" y="292218"/>
                  </a:lnTo>
                  <a:lnTo>
                    <a:pt x="862637" y="291423"/>
                  </a:lnTo>
                  <a:lnTo>
                    <a:pt x="863708" y="290632"/>
                  </a:lnTo>
                  <a:lnTo>
                    <a:pt x="864780" y="289844"/>
                  </a:lnTo>
                  <a:lnTo>
                    <a:pt x="865851" y="289059"/>
                  </a:lnTo>
                  <a:lnTo>
                    <a:pt x="866923" y="288278"/>
                  </a:lnTo>
                  <a:lnTo>
                    <a:pt x="867995" y="287500"/>
                  </a:lnTo>
                  <a:lnTo>
                    <a:pt x="869066" y="286725"/>
                  </a:lnTo>
                  <a:lnTo>
                    <a:pt x="870138" y="285954"/>
                  </a:lnTo>
                  <a:lnTo>
                    <a:pt x="871209" y="285186"/>
                  </a:lnTo>
                  <a:lnTo>
                    <a:pt x="872281" y="284421"/>
                  </a:lnTo>
                  <a:lnTo>
                    <a:pt x="873353" y="283660"/>
                  </a:lnTo>
                  <a:lnTo>
                    <a:pt x="874424" y="282903"/>
                  </a:lnTo>
                  <a:lnTo>
                    <a:pt x="875496" y="282149"/>
                  </a:lnTo>
                  <a:lnTo>
                    <a:pt x="876567" y="281399"/>
                  </a:lnTo>
                  <a:lnTo>
                    <a:pt x="877639" y="280652"/>
                  </a:lnTo>
                  <a:lnTo>
                    <a:pt x="878711" y="279910"/>
                  </a:lnTo>
                  <a:lnTo>
                    <a:pt x="879782" y="279170"/>
                  </a:lnTo>
                  <a:lnTo>
                    <a:pt x="880854" y="278435"/>
                  </a:lnTo>
                  <a:lnTo>
                    <a:pt x="881925" y="277703"/>
                  </a:lnTo>
                  <a:lnTo>
                    <a:pt x="882997" y="276976"/>
                  </a:lnTo>
                  <a:lnTo>
                    <a:pt x="884069" y="276252"/>
                  </a:lnTo>
                  <a:lnTo>
                    <a:pt x="885140" y="275531"/>
                  </a:lnTo>
                  <a:lnTo>
                    <a:pt x="886212" y="274815"/>
                  </a:lnTo>
                  <a:lnTo>
                    <a:pt x="887283" y="274103"/>
                  </a:lnTo>
                  <a:lnTo>
                    <a:pt x="888355" y="273395"/>
                  </a:lnTo>
                  <a:lnTo>
                    <a:pt x="889426" y="272691"/>
                  </a:lnTo>
                  <a:lnTo>
                    <a:pt x="890498" y="271991"/>
                  </a:lnTo>
                  <a:lnTo>
                    <a:pt x="891570" y="271295"/>
                  </a:lnTo>
                  <a:lnTo>
                    <a:pt x="892641" y="270603"/>
                  </a:lnTo>
                  <a:lnTo>
                    <a:pt x="893713" y="269915"/>
                  </a:lnTo>
                  <a:lnTo>
                    <a:pt x="894784" y="269231"/>
                  </a:lnTo>
                  <a:lnTo>
                    <a:pt x="895856" y="268552"/>
                  </a:lnTo>
                  <a:lnTo>
                    <a:pt x="896928" y="267877"/>
                  </a:lnTo>
                  <a:lnTo>
                    <a:pt x="897999" y="267206"/>
                  </a:lnTo>
                  <a:lnTo>
                    <a:pt x="899071" y="266540"/>
                  </a:lnTo>
                  <a:lnTo>
                    <a:pt x="900142" y="265878"/>
                  </a:lnTo>
                  <a:lnTo>
                    <a:pt x="901214" y="265220"/>
                  </a:lnTo>
                  <a:lnTo>
                    <a:pt x="902286" y="264567"/>
                  </a:lnTo>
                  <a:lnTo>
                    <a:pt x="903357" y="263918"/>
                  </a:lnTo>
                  <a:lnTo>
                    <a:pt x="904429" y="263274"/>
                  </a:lnTo>
                  <a:lnTo>
                    <a:pt x="905500" y="262634"/>
                  </a:lnTo>
                  <a:lnTo>
                    <a:pt x="906572" y="261999"/>
                  </a:lnTo>
                  <a:lnTo>
                    <a:pt x="907644" y="261368"/>
                  </a:lnTo>
                  <a:lnTo>
                    <a:pt x="908715" y="260742"/>
                  </a:lnTo>
                  <a:lnTo>
                    <a:pt x="909787" y="260121"/>
                  </a:lnTo>
                  <a:lnTo>
                    <a:pt x="910858" y="259504"/>
                  </a:lnTo>
                  <a:lnTo>
                    <a:pt x="911930" y="258892"/>
                  </a:lnTo>
                  <a:lnTo>
                    <a:pt x="913002" y="258285"/>
                  </a:lnTo>
                  <a:lnTo>
                    <a:pt x="914073" y="257683"/>
                  </a:lnTo>
                  <a:lnTo>
                    <a:pt x="915145" y="257086"/>
                  </a:lnTo>
                  <a:lnTo>
                    <a:pt x="916216" y="256493"/>
                  </a:lnTo>
                  <a:lnTo>
                    <a:pt x="917288" y="255905"/>
                  </a:lnTo>
                  <a:lnTo>
                    <a:pt x="918360" y="255323"/>
                  </a:lnTo>
                  <a:lnTo>
                    <a:pt x="919431" y="254745"/>
                  </a:lnTo>
                  <a:lnTo>
                    <a:pt x="920503" y="254172"/>
                  </a:lnTo>
                  <a:lnTo>
                    <a:pt x="921574" y="253604"/>
                  </a:lnTo>
                  <a:lnTo>
                    <a:pt x="922646" y="253042"/>
                  </a:lnTo>
                  <a:lnTo>
                    <a:pt x="923718" y="252484"/>
                  </a:lnTo>
                  <a:lnTo>
                    <a:pt x="924789" y="251932"/>
                  </a:lnTo>
                  <a:lnTo>
                    <a:pt x="925861" y="251384"/>
                  </a:lnTo>
                  <a:lnTo>
                    <a:pt x="926932" y="250842"/>
                  </a:lnTo>
                  <a:lnTo>
                    <a:pt x="928004" y="250306"/>
                  </a:lnTo>
                  <a:lnTo>
                    <a:pt x="929076" y="249774"/>
                  </a:lnTo>
                  <a:lnTo>
                    <a:pt x="930147" y="249248"/>
                  </a:lnTo>
                  <a:lnTo>
                    <a:pt x="931219" y="248727"/>
                  </a:lnTo>
                  <a:lnTo>
                    <a:pt x="932290" y="248211"/>
                  </a:lnTo>
                  <a:lnTo>
                    <a:pt x="933362" y="247701"/>
                  </a:lnTo>
                  <a:lnTo>
                    <a:pt x="934434" y="247196"/>
                  </a:lnTo>
                  <a:lnTo>
                    <a:pt x="935505" y="246697"/>
                  </a:lnTo>
                  <a:lnTo>
                    <a:pt x="936577" y="246203"/>
                  </a:lnTo>
                  <a:lnTo>
                    <a:pt x="937648" y="245715"/>
                  </a:lnTo>
                  <a:lnTo>
                    <a:pt x="938720" y="245232"/>
                  </a:lnTo>
                  <a:lnTo>
                    <a:pt x="939792" y="244755"/>
                  </a:lnTo>
                  <a:lnTo>
                    <a:pt x="940863" y="244283"/>
                  </a:lnTo>
                  <a:lnTo>
                    <a:pt x="941935" y="243817"/>
                  </a:lnTo>
                  <a:lnTo>
                    <a:pt x="943006" y="243357"/>
                  </a:lnTo>
                  <a:lnTo>
                    <a:pt x="944078" y="242903"/>
                  </a:lnTo>
                  <a:lnTo>
                    <a:pt x="945150" y="242454"/>
                  </a:lnTo>
                  <a:lnTo>
                    <a:pt x="946221" y="242011"/>
                  </a:lnTo>
                  <a:lnTo>
                    <a:pt x="947293" y="241574"/>
                  </a:lnTo>
                  <a:lnTo>
                    <a:pt x="948364" y="241143"/>
                  </a:lnTo>
                  <a:lnTo>
                    <a:pt x="949436" y="240717"/>
                  </a:lnTo>
                  <a:lnTo>
                    <a:pt x="950508" y="240298"/>
                  </a:lnTo>
                  <a:lnTo>
                    <a:pt x="951579" y="239884"/>
                  </a:lnTo>
                  <a:lnTo>
                    <a:pt x="952651" y="239476"/>
                  </a:lnTo>
                  <a:lnTo>
                    <a:pt x="953722" y="239075"/>
                  </a:lnTo>
                  <a:lnTo>
                    <a:pt x="954794" y="238679"/>
                  </a:lnTo>
                  <a:lnTo>
                    <a:pt x="955866" y="238290"/>
                  </a:lnTo>
                  <a:lnTo>
                    <a:pt x="956937" y="237906"/>
                  </a:lnTo>
                  <a:lnTo>
                    <a:pt x="958009" y="237529"/>
                  </a:lnTo>
                  <a:lnTo>
                    <a:pt x="959080" y="237158"/>
                  </a:lnTo>
                  <a:lnTo>
                    <a:pt x="960152" y="236793"/>
                  </a:lnTo>
                  <a:lnTo>
                    <a:pt x="961224" y="236434"/>
                  </a:lnTo>
                  <a:lnTo>
                    <a:pt x="962295" y="236081"/>
                  </a:lnTo>
                  <a:lnTo>
                    <a:pt x="963367" y="235735"/>
                  </a:lnTo>
                  <a:lnTo>
                    <a:pt x="964438" y="235395"/>
                  </a:lnTo>
                  <a:lnTo>
                    <a:pt x="965510" y="235061"/>
                  </a:lnTo>
                  <a:lnTo>
                    <a:pt x="966582" y="234734"/>
                  </a:lnTo>
                  <a:lnTo>
                    <a:pt x="967653" y="234413"/>
                  </a:lnTo>
                  <a:lnTo>
                    <a:pt x="968725" y="234099"/>
                  </a:lnTo>
                  <a:lnTo>
                    <a:pt x="969796" y="233791"/>
                  </a:lnTo>
                  <a:lnTo>
                    <a:pt x="970868" y="233489"/>
                  </a:lnTo>
                  <a:lnTo>
                    <a:pt x="971940" y="233194"/>
                  </a:lnTo>
                  <a:lnTo>
                    <a:pt x="973011" y="232906"/>
                  </a:lnTo>
                  <a:lnTo>
                    <a:pt x="974083" y="232624"/>
                  </a:lnTo>
                  <a:lnTo>
                    <a:pt x="975154" y="232349"/>
                  </a:lnTo>
                  <a:lnTo>
                    <a:pt x="976226" y="232080"/>
                  </a:lnTo>
                  <a:lnTo>
                    <a:pt x="977298" y="231818"/>
                  </a:lnTo>
                  <a:lnTo>
                    <a:pt x="978369" y="231563"/>
                  </a:lnTo>
                  <a:lnTo>
                    <a:pt x="979441" y="231314"/>
                  </a:lnTo>
                  <a:lnTo>
                    <a:pt x="980512" y="231072"/>
                  </a:lnTo>
                  <a:lnTo>
                    <a:pt x="981584" y="230837"/>
                  </a:lnTo>
                  <a:lnTo>
                    <a:pt x="982656" y="230609"/>
                  </a:lnTo>
                  <a:lnTo>
                    <a:pt x="983727" y="230387"/>
                  </a:lnTo>
                  <a:lnTo>
                    <a:pt x="984799" y="230173"/>
                  </a:lnTo>
                  <a:lnTo>
                    <a:pt x="985870" y="229965"/>
                  </a:lnTo>
                  <a:lnTo>
                    <a:pt x="986942" y="229764"/>
                  </a:lnTo>
                  <a:lnTo>
                    <a:pt x="988014" y="229570"/>
                  </a:lnTo>
                  <a:lnTo>
                    <a:pt x="989085" y="229383"/>
                  </a:lnTo>
                  <a:lnTo>
                    <a:pt x="990157" y="229203"/>
                  </a:lnTo>
                  <a:lnTo>
                    <a:pt x="991228" y="229030"/>
                  </a:lnTo>
                  <a:lnTo>
                    <a:pt x="992300" y="228865"/>
                  </a:lnTo>
                  <a:lnTo>
                    <a:pt x="993372" y="228706"/>
                  </a:lnTo>
                  <a:lnTo>
                    <a:pt x="994443" y="228554"/>
                  </a:lnTo>
                  <a:lnTo>
                    <a:pt x="995515" y="228410"/>
                  </a:lnTo>
                  <a:lnTo>
                    <a:pt x="996586" y="228272"/>
                  </a:lnTo>
                  <a:lnTo>
                    <a:pt x="997658" y="228142"/>
                  </a:lnTo>
                  <a:lnTo>
                    <a:pt x="998730" y="228019"/>
                  </a:lnTo>
                  <a:lnTo>
                    <a:pt x="999801" y="227903"/>
                  </a:lnTo>
                  <a:lnTo>
                    <a:pt x="1000873" y="227795"/>
                  </a:lnTo>
                  <a:lnTo>
                    <a:pt x="1001944" y="227694"/>
                  </a:lnTo>
                  <a:lnTo>
                    <a:pt x="1003016" y="227600"/>
                  </a:lnTo>
                  <a:lnTo>
                    <a:pt x="1004088" y="227514"/>
                  </a:lnTo>
                  <a:lnTo>
                    <a:pt x="1005159" y="227434"/>
                  </a:lnTo>
                  <a:lnTo>
                    <a:pt x="1006231" y="227363"/>
                  </a:lnTo>
                  <a:lnTo>
                    <a:pt x="1007302" y="227298"/>
                  </a:lnTo>
                  <a:lnTo>
                    <a:pt x="1008374" y="227241"/>
                  </a:lnTo>
                  <a:lnTo>
                    <a:pt x="1009446" y="227192"/>
                  </a:lnTo>
                  <a:lnTo>
                    <a:pt x="1010517" y="227150"/>
                  </a:lnTo>
                  <a:lnTo>
                    <a:pt x="1011589" y="227116"/>
                  </a:lnTo>
                  <a:lnTo>
                    <a:pt x="1012660" y="227089"/>
                  </a:lnTo>
                  <a:lnTo>
                    <a:pt x="1013732" y="227070"/>
                  </a:lnTo>
                  <a:lnTo>
                    <a:pt x="1014804" y="227058"/>
                  </a:lnTo>
                  <a:lnTo>
                    <a:pt x="1015875" y="227054"/>
                  </a:lnTo>
                  <a:lnTo>
                    <a:pt x="1016947" y="227058"/>
                  </a:lnTo>
                  <a:lnTo>
                    <a:pt x="1018018" y="227069"/>
                  </a:lnTo>
                  <a:lnTo>
                    <a:pt x="1019090" y="227088"/>
                  </a:lnTo>
                  <a:lnTo>
                    <a:pt x="1020162" y="227115"/>
                  </a:lnTo>
                  <a:lnTo>
                    <a:pt x="1021233" y="227149"/>
                  </a:lnTo>
                  <a:lnTo>
                    <a:pt x="1022305" y="227191"/>
                  </a:lnTo>
                  <a:lnTo>
                    <a:pt x="1023376" y="227241"/>
                  </a:lnTo>
                  <a:lnTo>
                    <a:pt x="1024448" y="227299"/>
                  </a:lnTo>
                  <a:lnTo>
                    <a:pt x="1025520" y="227365"/>
                  </a:lnTo>
                  <a:lnTo>
                    <a:pt x="1026591" y="227438"/>
                  </a:lnTo>
                  <a:lnTo>
                    <a:pt x="1027663" y="227520"/>
                  </a:lnTo>
                  <a:lnTo>
                    <a:pt x="1028734" y="227609"/>
                  </a:lnTo>
                  <a:lnTo>
                    <a:pt x="1029806" y="227706"/>
                  </a:lnTo>
                  <a:lnTo>
                    <a:pt x="1030878" y="227812"/>
                  </a:lnTo>
                  <a:lnTo>
                    <a:pt x="1031949" y="227925"/>
                  </a:lnTo>
                  <a:lnTo>
                    <a:pt x="1033021" y="228046"/>
                  </a:lnTo>
                  <a:lnTo>
                    <a:pt x="1034092" y="228175"/>
                  </a:lnTo>
                  <a:lnTo>
                    <a:pt x="1035164" y="228312"/>
                  </a:lnTo>
                  <a:lnTo>
                    <a:pt x="1036236" y="228457"/>
                  </a:lnTo>
                  <a:lnTo>
                    <a:pt x="1037307" y="228611"/>
                  </a:lnTo>
                  <a:lnTo>
                    <a:pt x="1038379" y="228772"/>
                  </a:lnTo>
                  <a:lnTo>
                    <a:pt x="1039450" y="228942"/>
                  </a:lnTo>
                  <a:lnTo>
                    <a:pt x="1040522" y="229120"/>
                  </a:lnTo>
                  <a:lnTo>
                    <a:pt x="1041594" y="229305"/>
                  </a:lnTo>
                  <a:lnTo>
                    <a:pt x="1042665" y="229500"/>
                  </a:lnTo>
                  <a:lnTo>
                    <a:pt x="1043737" y="229702"/>
                  </a:lnTo>
                  <a:lnTo>
                    <a:pt x="1044808" y="229912"/>
                  </a:lnTo>
                  <a:lnTo>
                    <a:pt x="1045880" y="230131"/>
                  </a:lnTo>
                  <a:lnTo>
                    <a:pt x="1046952" y="230358"/>
                  </a:lnTo>
                  <a:lnTo>
                    <a:pt x="1048023" y="230593"/>
                  </a:lnTo>
                  <a:lnTo>
                    <a:pt x="1049095" y="230837"/>
                  </a:lnTo>
                  <a:lnTo>
                    <a:pt x="1050166" y="231089"/>
                  </a:lnTo>
                  <a:lnTo>
                    <a:pt x="1051238" y="231349"/>
                  </a:lnTo>
                  <a:lnTo>
                    <a:pt x="1052310" y="231618"/>
                  </a:lnTo>
                  <a:lnTo>
                    <a:pt x="1053381" y="231895"/>
                  </a:lnTo>
                  <a:lnTo>
                    <a:pt x="1054453" y="232181"/>
                  </a:lnTo>
                  <a:lnTo>
                    <a:pt x="1055524" y="232474"/>
                  </a:lnTo>
                  <a:lnTo>
                    <a:pt x="1056596" y="232777"/>
                  </a:lnTo>
                  <a:lnTo>
                    <a:pt x="1057668" y="233088"/>
                  </a:lnTo>
                  <a:lnTo>
                    <a:pt x="1058739" y="233407"/>
                  </a:lnTo>
                  <a:lnTo>
                    <a:pt x="1059811" y="233735"/>
                  </a:lnTo>
                  <a:lnTo>
                    <a:pt x="1060882" y="234071"/>
                  </a:lnTo>
                  <a:lnTo>
                    <a:pt x="1061954" y="234416"/>
                  </a:lnTo>
                  <a:lnTo>
                    <a:pt x="1063026" y="234769"/>
                  </a:lnTo>
                  <a:lnTo>
                    <a:pt x="1064097" y="235131"/>
                  </a:lnTo>
                  <a:lnTo>
                    <a:pt x="1065169" y="235501"/>
                  </a:lnTo>
                  <a:lnTo>
                    <a:pt x="1066240" y="235881"/>
                  </a:lnTo>
                  <a:lnTo>
                    <a:pt x="1067312" y="236268"/>
                  </a:lnTo>
                  <a:lnTo>
                    <a:pt x="1068383" y="236665"/>
                  </a:lnTo>
                  <a:lnTo>
                    <a:pt x="1069455" y="237070"/>
                  </a:lnTo>
                  <a:lnTo>
                    <a:pt x="1070527" y="237483"/>
                  </a:lnTo>
                  <a:lnTo>
                    <a:pt x="1071598" y="237906"/>
                  </a:lnTo>
                  <a:lnTo>
                    <a:pt x="1072670" y="238337"/>
                  </a:lnTo>
                  <a:lnTo>
                    <a:pt x="1073741" y="238776"/>
                  </a:lnTo>
                  <a:lnTo>
                    <a:pt x="1074813" y="239225"/>
                  </a:lnTo>
                  <a:lnTo>
                    <a:pt x="1075885" y="239682"/>
                  </a:lnTo>
                  <a:lnTo>
                    <a:pt x="1076956" y="240148"/>
                  </a:lnTo>
                  <a:lnTo>
                    <a:pt x="1078028" y="240623"/>
                  </a:lnTo>
                  <a:lnTo>
                    <a:pt x="1079099" y="241107"/>
                  </a:lnTo>
                  <a:lnTo>
                    <a:pt x="1080171" y="241599"/>
                  </a:lnTo>
                  <a:lnTo>
                    <a:pt x="1081243" y="242100"/>
                  </a:lnTo>
                  <a:lnTo>
                    <a:pt x="1082314" y="242609"/>
                  </a:lnTo>
                  <a:lnTo>
                    <a:pt x="1083386" y="243128"/>
                  </a:lnTo>
                  <a:lnTo>
                    <a:pt x="1084457" y="243654"/>
                  </a:lnTo>
                  <a:lnTo>
                    <a:pt x="1085529" y="244190"/>
                  </a:lnTo>
                  <a:lnTo>
                    <a:pt x="1086601" y="244733"/>
                  </a:lnTo>
                  <a:lnTo>
                    <a:pt x="1087672" y="245286"/>
                  </a:lnTo>
                  <a:lnTo>
                    <a:pt x="1088744" y="245846"/>
                  </a:lnTo>
                  <a:lnTo>
                    <a:pt x="1089815" y="246415"/>
                  </a:lnTo>
                  <a:lnTo>
                    <a:pt x="1090887" y="246992"/>
                  </a:lnTo>
                  <a:lnTo>
                    <a:pt x="1091959" y="247578"/>
                  </a:lnTo>
                  <a:lnTo>
                    <a:pt x="1093030" y="248171"/>
                  </a:lnTo>
                  <a:lnTo>
                    <a:pt x="1094102" y="248773"/>
                  </a:lnTo>
                  <a:lnTo>
                    <a:pt x="1095173" y="249383"/>
                  </a:lnTo>
                  <a:lnTo>
                    <a:pt x="1096245" y="250001"/>
                  </a:lnTo>
                  <a:lnTo>
                    <a:pt x="1097317" y="250627"/>
                  </a:lnTo>
                  <a:lnTo>
                    <a:pt x="1098388" y="251261"/>
                  </a:lnTo>
                  <a:lnTo>
                    <a:pt x="1099460" y="251902"/>
                  </a:lnTo>
                  <a:lnTo>
                    <a:pt x="1100531" y="252552"/>
                  </a:lnTo>
                  <a:lnTo>
                    <a:pt x="1101603" y="253210"/>
                  </a:lnTo>
                  <a:lnTo>
                    <a:pt x="1102675" y="253875"/>
                  </a:lnTo>
                  <a:lnTo>
                    <a:pt x="1103746" y="254548"/>
                  </a:lnTo>
                  <a:lnTo>
                    <a:pt x="1104818" y="255229"/>
                  </a:lnTo>
                  <a:lnTo>
                    <a:pt x="1105889" y="255917"/>
                  </a:lnTo>
                  <a:lnTo>
                    <a:pt x="1106961" y="256613"/>
                  </a:lnTo>
                  <a:lnTo>
                    <a:pt x="1108033" y="257316"/>
                  </a:lnTo>
                  <a:lnTo>
                    <a:pt x="1109104" y="258027"/>
                  </a:lnTo>
                  <a:lnTo>
                    <a:pt x="1110176" y="258746"/>
                  </a:lnTo>
                  <a:lnTo>
                    <a:pt x="1111247" y="259471"/>
                  </a:lnTo>
                  <a:lnTo>
                    <a:pt x="1112319" y="260205"/>
                  </a:lnTo>
                  <a:lnTo>
                    <a:pt x="1113391" y="260945"/>
                  </a:lnTo>
                  <a:lnTo>
                    <a:pt x="1114462" y="261693"/>
                  </a:lnTo>
                  <a:lnTo>
                    <a:pt x="1115534" y="262448"/>
                  </a:lnTo>
                  <a:lnTo>
                    <a:pt x="1116605" y="263210"/>
                  </a:lnTo>
                  <a:lnTo>
                    <a:pt x="1117677" y="263979"/>
                  </a:lnTo>
                  <a:lnTo>
                    <a:pt x="1118749" y="264755"/>
                  </a:lnTo>
                  <a:lnTo>
                    <a:pt x="1119820" y="265538"/>
                  </a:lnTo>
                  <a:lnTo>
                    <a:pt x="1120892" y="266328"/>
                  </a:lnTo>
                  <a:lnTo>
                    <a:pt x="1121963" y="267125"/>
                  </a:lnTo>
                  <a:lnTo>
                    <a:pt x="1123035" y="267929"/>
                  </a:lnTo>
                  <a:lnTo>
                    <a:pt x="1124107" y="268740"/>
                  </a:lnTo>
                  <a:lnTo>
                    <a:pt x="1125178" y="269558"/>
                  </a:lnTo>
                  <a:lnTo>
                    <a:pt x="1126250" y="270382"/>
                  </a:lnTo>
                  <a:lnTo>
                    <a:pt x="1127321" y="271213"/>
                  </a:lnTo>
                  <a:lnTo>
                    <a:pt x="1128393" y="272050"/>
                  </a:lnTo>
                  <a:lnTo>
                    <a:pt x="1129465" y="272894"/>
                  </a:lnTo>
                  <a:lnTo>
                    <a:pt x="1130536" y="273745"/>
                  </a:lnTo>
                  <a:lnTo>
                    <a:pt x="1131608" y="274602"/>
                  </a:lnTo>
                  <a:lnTo>
                    <a:pt x="1132679" y="275466"/>
                  </a:lnTo>
                  <a:lnTo>
                    <a:pt x="1133751" y="276336"/>
                  </a:lnTo>
                  <a:lnTo>
                    <a:pt x="1134823" y="277212"/>
                  </a:lnTo>
                  <a:lnTo>
                    <a:pt x="1135894" y="278094"/>
                  </a:lnTo>
                  <a:lnTo>
                    <a:pt x="1136966" y="278983"/>
                  </a:lnTo>
                  <a:lnTo>
                    <a:pt x="1138037" y="279878"/>
                  </a:lnTo>
                  <a:lnTo>
                    <a:pt x="1139109" y="280779"/>
                  </a:lnTo>
                  <a:lnTo>
                    <a:pt x="1140181" y="281686"/>
                  </a:lnTo>
                  <a:lnTo>
                    <a:pt x="1141252" y="282599"/>
                  </a:lnTo>
                  <a:lnTo>
                    <a:pt x="1142324" y="283518"/>
                  </a:lnTo>
                  <a:lnTo>
                    <a:pt x="1143395" y="284443"/>
                  </a:lnTo>
                  <a:lnTo>
                    <a:pt x="1144467" y="285374"/>
                  </a:lnTo>
                  <a:lnTo>
                    <a:pt x="1145539" y="286311"/>
                  </a:lnTo>
                  <a:lnTo>
                    <a:pt x="1146610" y="287254"/>
                  </a:lnTo>
                  <a:lnTo>
                    <a:pt x="1147682" y="288202"/>
                  </a:lnTo>
                  <a:lnTo>
                    <a:pt x="1148753" y="289156"/>
                  </a:lnTo>
                  <a:lnTo>
                    <a:pt x="1149825" y="290116"/>
                  </a:lnTo>
                  <a:lnTo>
                    <a:pt x="1150897" y="291081"/>
                  </a:lnTo>
                  <a:lnTo>
                    <a:pt x="1151968" y="292052"/>
                  </a:lnTo>
                  <a:lnTo>
                    <a:pt x="1153040" y="293028"/>
                  </a:lnTo>
                  <a:lnTo>
                    <a:pt x="1154111" y="294009"/>
                  </a:lnTo>
                  <a:lnTo>
                    <a:pt x="1155183" y="294996"/>
                  </a:lnTo>
                  <a:lnTo>
                    <a:pt x="1156255" y="295989"/>
                  </a:lnTo>
                  <a:lnTo>
                    <a:pt x="1157326" y="296986"/>
                  </a:lnTo>
                  <a:lnTo>
                    <a:pt x="1158398" y="297989"/>
                  </a:lnTo>
                  <a:lnTo>
                    <a:pt x="1159469" y="298997"/>
                  </a:lnTo>
                  <a:lnTo>
                    <a:pt x="1160541" y="300011"/>
                  </a:lnTo>
                  <a:lnTo>
                    <a:pt x="1161613" y="301029"/>
                  </a:lnTo>
                  <a:lnTo>
                    <a:pt x="1162684" y="302052"/>
                  </a:lnTo>
                  <a:lnTo>
                    <a:pt x="1163756" y="303081"/>
                  </a:lnTo>
                  <a:lnTo>
                    <a:pt x="1164827" y="304114"/>
                  </a:lnTo>
                  <a:lnTo>
                    <a:pt x="1165899" y="305152"/>
                  </a:lnTo>
                  <a:lnTo>
                    <a:pt x="1166971" y="306195"/>
                  </a:lnTo>
                  <a:lnTo>
                    <a:pt x="1168042" y="307243"/>
                  </a:lnTo>
                  <a:lnTo>
                    <a:pt x="1169114" y="308296"/>
                  </a:lnTo>
                  <a:lnTo>
                    <a:pt x="1170185" y="309353"/>
                  </a:lnTo>
                  <a:lnTo>
                    <a:pt x="1171257" y="310415"/>
                  </a:lnTo>
                  <a:lnTo>
                    <a:pt x="1172329" y="311481"/>
                  </a:lnTo>
                  <a:lnTo>
                    <a:pt x="1173400" y="312552"/>
                  </a:lnTo>
                  <a:lnTo>
                    <a:pt x="1174472" y="313628"/>
                  </a:lnTo>
                  <a:lnTo>
                    <a:pt x="1175543" y="314708"/>
                  </a:lnTo>
                  <a:lnTo>
                    <a:pt x="1176615" y="315792"/>
                  </a:lnTo>
                  <a:lnTo>
                    <a:pt x="1177687" y="316881"/>
                  </a:lnTo>
                  <a:lnTo>
                    <a:pt x="1178758" y="317974"/>
                  </a:lnTo>
                  <a:lnTo>
                    <a:pt x="1179830" y="319071"/>
                  </a:lnTo>
                  <a:lnTo>
                    <a:pt x="1180901" y="320173"/>
                  </a:lnTo>
                  <a:lnTo>
                    <a:pt x="1181973" y="321279"/>
                  </a:lnTo>
                  <a:lnTo>
                    <a:pt x="1183045" y="322388"/>
                  </a:lnTo>
                  <a:lnTo>
                    <a:pt x="1184116" y="323502"/>
                  </a:lnTo>
                  <a:lnTo>
                    <a:pt x="1185188" y="324620"/>
                  </a:lnTo>
                  <a:lnTo>
                    <a:pt x="1186259" y="325742"/>
                  </a:lnTo>
                  <a:lnTo>
                    <a:pt x="1187331" y="326868"/>
                  </a:lnTo>
                  <a:lnTo>
                    <a:pt x="1188403" y="327997"/>
                  </a:lnTo>
                  <a:lnTo>
                    <a:pt x="1189474" y="329131"/>
                  </a:lnTo>
                  <a:lnTo>
                    <a:pt x="1190546" y="330268"/>
                  </a:lnTo>
                  <a:lnTo>
                    <a:pt x="1191617" y="331409"/>
                  </a:lnTo>
                  <a:lnTo>
                    <a:pt x="1192689" y="332553"/>
                  </a:lnTo>
                  <a:lnTo>
                    <a:pt x="1193761" y="333702"/>
                  </a:lnTo>
                  <a:lnTo>
                    <a:pt x="1194832" y="334853"/>
                  </a:lnTo>
                  <a:lnTo>
                    <a:pt x="1195904" y="336009"/>
                  </a:lnTo>
                  <a:lnTo>
                    <a:pt x="1196975" y="337168"/>
                  </a:lnTo>
                  <a:lnTo>
                    <a:pt x="1198047" y="338330"/>
                  </a:lnTo>
                  <a:lnTo>
                    <a:pt x="1199119" y="339495"/>
                  </a:lnTo>
                  <a:lnTo>
                    <a:pt x="1200190" y="340664"/>
                  </a:lnTo>
                  <a:lnTo>
                    <a:pt x="1201262" y="341837"/>
                  </a:lnTo>
                  <a:lnTo>
                    <a:pt x="1202333" y="343012"/>
                  </a:lnTo>
                  <a:lnTo>
                    <a:pt x="1203405" y="344191"/>
                  </a:lnTo>
                  <a:lnTo>
                    <a:pt x="1204477" y="345373"/>
                  </a:lnTo>
                  <a:lnTo>
                    <a:pt x="1205548" y="346558"/>
                  </a:lnTo>
                  <a:lnTo>
                    <a:pt x="1206620" y="347745"/>
                  </a:lnTo>
                  <a:lnTo>
                    <a:pt x="1207691" y="348936"/>
                  </a:lnTo>
                  <a:lnTo>
                    <a:pt x="1208763" y="350130"/>
                  </a:lnTo>
                  <a:lnTo>
                    <a:pt x="1209835" y="351327"/>
                  </a:lnTo>
                  <a:lnTo>
                    <a:pt x="1210906" y="352527"/>
                  </a:lnTo>
                  <a:lnTo>
                    <a:pt x="1211978" y="353729"/>
                  </a:lnTo>
                  <a:lnTo>
                    <a:pt x="1213049" y="354935"/>
                  </a:lnTo>
                  <a:lnTo>
                    <a:pt x="1214121" y="356143"/>
                  </a:lnTo>
                  <a:lnTo>
                    <a:pt x="1215193" y="357353"/>
                  </a:lnTo>
                  <a:lnTo>
                    <a:pt x="1216264" y="358567"/>
                  </a:lnTo>
                  <a:lnTo>
                    <a:pt x="1217336" y="359783"/>
                  </a:lnTo>
                  <a:lnTo>
                    <a:pt x="1218407" y="361001"/>
                  </a:lnTo>
                  <a:lnTo>
                    <a:pt x="1219479" y="362222"/>
                  </a:lnTo>
                  <a:lnTo>
                    <a:pt x="1220551" y="363445"/>
                  </a:lnTo>
                  <a:lnTo>
                    <a:pt x="1221622" y="364671"/>
                  </a:lnTo>
                  <a:lnTo>
                    <a:pt x="1222694" y="365899"/>
                  </a:lnTo>
                  <a:lnTo>
                    <a:pt x="1223765" y="367130"/>
                  </a:lnTo>
                  <a:lnTo>
                    <a:pt x="1224837" y="368363"/>
                  </a:lnTo>
                  <a:lnTo>
                    <a:pt x="1225909" y="369597"/>
                  </a:lnTo>
                  <a:lnTo>
                    <a:pt x="1226980" y="370835"/>
                  </a:lnTo>
                  <a:lnTo>
                    <a:pt x="1228052" y="372074"/>
                  </a:lnTo>
                  <a:lnTo>
                    <a:pt x="1229123" y="373315"/>
                  </a:lnTo>
                  <a:lnTo>
                    <a:pt x="1230195" y="374558"/>
                  </a:lnTo>
                  <a:lnTo>
                    <a:pt x="1231267" y="375804"/>
                  </a:lnTo>
                  <a:lnTo>
                    <a:pt x="1232338" y="377051"/>
                  </a:lnTo>
                  <a:lnTo>
                    <a:pt x="1233410" y="378300"/>
                  </a:lnTo>
                  <a:lnTo>
                    <a:pt x="1234481" y="379551"/>
                  </a:lnTo>
                  <a:lnTo>
                    <a:pt x="1235553" y="380804"/>
                  </a:lnTo>
                  <a:lnTo>
                    <a:pt x="1236625" y="382059"/>
                  </a:lnTo>
                  <a:lnTo>
                    <a:pt x="1237696" y="383315"/>
                  </a:lnTo>
                  <a:lnTo>
                    <a:pt x="1238768" y="384573"/>
                  </a:lnTo>
                  <a:lnTo>
                    <a:pt x="1239839" y="385832"/>
                  </a:lnTo>
                  <a:lnTo>
                    <a:pt x="1240911" y="387094"/>
                  </a:lnTo>
                  <a:lnTo>
                    <a:pt x="1241983" y="388356"/>
                  </a:lnTo>
                  <a:lnTo>
                    <a:pt x="1243054" y="389621"/>
                  </a:lnTo>
                  <a:lnTo>
                    <a:pt x="1244126" y="390886"/>
                  </a:lnTo>
                  <a:lnTo>
                    <a:pt x="1245197" y="392153"/>
                  </a:lnTo>
                  <a:lnTo>
                    <a:pt x="1246269" y="393422"/>
                  </a:lnTo>
                  <a:lnTo>
                    <a:pt x="1247340" y="394692"/>
                  </a:lnTo>
                  <a:lnTo>
                    <a:pt x="1248412" y="395963"/>
                  </a:lnTo>
                  <a:lnTo>
                    <a:pt x="1249484" y="397235"/>
                  </a:lnTo>
                  <a:lnTo>
                    <a:pt x="1250555" y="398509"/>
                  </a:lnTo>
                  <a:lnTo>
                    <a:pt x="1251627" y="399783"/>
                  </a:lnTo>
                  <a:lnTo>
                    <a:pt x="1252698" y="401059"/>
                  </a:lnTo>
                  <a:lnTo>
                    <a:pt x="1253770" y="402336"/>
                  </a:lnTo>
                  <a:lnTo>
                    <a:pt x="1254842" y="403614"/>
                  </a:lnTo>
                  <a:lnTo>
                    <a:pt x="1255913" y="404893"/>
                  </a:lnTo>
                  <a:lnTo>
                    <a:pt x="1256985" y="406173"/>
                  </a:lnTo>
                  <a:lnTo>
                    <a:pt x="1258056" y="407453"/>
                  </a:lnTo>
                  <a:lnTo>
                    <a:pt x="1259128" y="408735"/>
                  </a:lnTo>
                  <a:lnTo>
                    <a:pt x="1260200" y="410017"/>
                  </a:lnTo>
                  <a:lnTo>
                    <a:pt x="1261271" y="411300"/>
                  </a:lnTo>
                  <a:lnTo>
                    <a:pt x="1262343" y="412584"/>
                  </a:lnTo>
                  <a:lnTo>
                    <a:pt x="1263414" y="413869"/>
                  </a:lnTo>
                  <a:lnTo>
                    <a:pt x="1264486" y="415154"/>
                  </a:lnTo>
                  <a:lnTo>
                    <a:pt x="1265558" y="416440"/>
                  </a:lnTo>
                  <a:lnTo>
                    <a:pt x="1266629" y="417726"/>
                  </a:lnTo>
                  <a:lnTo>
                    <a:pt x="1267701" y="419013"/>
                  </a:lnTo>
                  <a:lnTo>
                    <a:pt x="1268772" y="420300"/>
                  </a:lnTo>
                  <a:lnTo>
                    <a:pt x="1269844" y="421588"/>
                  </a:lnTo>
                  <a:lnTo>
                    <a:pt x="1270916" y="422876"/>
                  </a:lnTo>
                  <a:lnTo>
                    <a:pt x="1271987" y="424165"/>
                  </a:lnTo>
                  <a:lnTo>
                    <a:pt x="1273059" y="425453"/>
                  </a:lnTo>
                  <a:lnTo>
                    <a:pt x="1274130" y="426743"/>
                  </a:lnTo>
                  <a:lnTo>
                    <a:pt x="1275202" y="428032"/>
                  </a:lnTo>
                  <a:lnTo>
                    <a:pt x="1276274" y="429322"/>
                  </a:lnTo>
                  <a:lnTo>
                    <a:pt x="1277345" y="430611"/>
                  </a:lnTo>
                  <a:lnTo>
                    <a:pt x="1278417" y="431901"/>
                  </a:lnTo>
                  <a:lnTo>
                    <a:pt x="1279488" y="433191"/>
                  </a:lnTo>
                  <a:lnTo>
                    <a:pt x="1280560" y="434481"/>
                  </a:lnTo>
                  <a:lnTo>
                    <a:pt x="1281632" y="435771"/>
                  </a:lnTo>
                  <a:lnTo>
                    <a:pt x="1282703" y="437061"/>
                  </a:lnTo>
                  <a:lnTo>
                    <a:pt x="1283775" y="438351"/>
                  </a:lnTo>
                  <a:lnTo>
                    <a:pt x="1284846" y="439640"/>
                  </a:lnTo>
                  <a:lnTo>
                    <a:pt x="1285918" y="440930"/>
                  </a:lnTo>
                  <a:lnTo>
                    <a:pt x="1286990" y="442219"/>
                  </a:lnTo>
                  <a:lnTo>
                    <a:pt x="1288061" y="443508"/>
                  </a:lnTo>
                  <a:lnTo>
                    <a:pt x="1289133" y="444797"/>
                  </a:lnTo>
                  <a:lnTo>
                    <a:pt x="1290204" y="446085"/>
                  </a:lnTo>
                  <a:lnTo>
                    <a:pt x="1291276" y="447374"/>
                  </a:lnTo>
                  <a:lnTo>
                    <a:pt x="1292348" y="448661"/>
                  </a:lnTo>
                  <a:lnTo>
                    <a:pt x="1293419" y="449949"/>
                  </a:lnTo>
                  <a:lnTo>
                    <a:pt x="1294491" y="451235"/>
                  </a:lnTo>
                  <a:lnTo>
                    <a:pt x="1295562" y="452522"/>
                  </a:lnTo>
                  <a:lnTo>
                    <a:pt x="1296634" y="453807"/>
                  </a:lnTo>
                  <a:lnTo>
                    <a:pt x="1297706" y="455093"/>
                  </a:lnTo>
                  <a:lnTo>
                    <a:pt x="1298777" y="456377"/>
                  </a:lnTo>
                  <a:lnTo>
                    <a:pt x="1299849" y="457661"/>
                  </a:lnTo>
                  <a:lnTo>
                    <a:pt x="1300920" y="458944"/>
                  </a:lnTo>
                  <a:lnTo>
                    <a:pt x="1301992" y="460227"/>
                  </a:lnTo>
                  <a:lnTo>
                    <a:pt x="1303064" y="461509"/>
                  </a:lnTo>
                  <a:lnTo>
                    <a:pt x="1304135" y="462790"/>
                  </a:lnTo>
                  <a:lnTo>
                    <a:pt x="1305207" y="464070"/>
                  </a:lnTo>
                  <a:lnTo>
                    <a:pt x="1306278" y="465349"/>
                  </a:lnTo>
                  <a:lnTo>
                    <a:pt x="1307350" y="466627"/>
                  </a:lnTo>
                  <a:lnTo>
                    <a:pt x="1308422" y="467904"/>
                  </a:lnTo>
                  <a:lnTo>
                    <a:pt x="1309493" y="469181"/>
                  </a:lnTo>
                  <a:lnTo>
                    <a:pt x="1310565" y="470456"/>
                  </a:lnTo>
                  <a:lnTo>
                    <a:pt x="1311636" y="471730"/>
                  </a:lnTo>
                  <a:lnTo>
                    <a:pt x="1312708" y="473003"/>
                  </a:lnTo>
                  <a:lnTo>
                    <a:pt x="1313780" y="474275"/>
                  </a:lnTo>
                  <a:lnTo>
                    <a:pt x="1314851" y="475546"/>
                  </a:lnTo>
                  <a:lnTo>
                    <a:pt x="1315923" y="476816"/>
                  </a:lnTo>
                  <a:lnTo>
                    <a:pt x="1316994" y="478084"/>
                  </a:lnTo>
                  <a:lnTo>
                    <a:pt x="1318066" y="479351"/>
                  </a:lnTo>
                  <a:lnTo>
                    <a:pt x="1319138" y="480617"/>
                  </a:lnTo>
                  <a:lnTo>
                    <a:pt x="1320209" y="481882"/>
                  </a:lnTo>
                  <a:lnTo>
                    <a:pt x="1321281" y="483145"/>
                  </a:lnTo>
                  <a:lnTo>
                    <a:pt x="1322352" y="484407"/>
                  </a:lnTo>
                  <a:lnTo>
                    <a:pt x="1323424" y="485667"/>
                  </a:lnTo>
                  <a:lnTo>
                    <a:pt x="1324496" y="486926"/>
                  </a:lnTo>
                  <a:lnTo>
                    <a:pt x="1325567" y="488183"/>
                  </a:lnTo>
                  <a:lnTo>
                    <a:pt x="1326639" y="489439"/>
                  </a:lnTo>
                  <a:lnTo>
                    <a:pt x="1327710" y="490693"/>
                  </a:lnTo>
                  <a:lnTo>
                    <a:pt x="1328782" y="491945"/>
                  </a:lnTo>
                  <a:lnTo>
                    <a:pt x="1329854" y="493196"/>
                  </a:lnTo>
                  <a:lnTo>
                    <a:pt x="1330925" y="494445"/>
                  </a:lnTo>
                  <a:lnTo>
                    <a:pt x="1331997" y="495693"/>
                  </a:lnTo>
                  <a:lnTo>
                    <a:pt x="1333068" y="496938"/>
                  </a:lnTo>
                  <a:lnTo>
                    <a:pt x="1334140" y="498182"/>
                  </a:lnTo>
                  <a:lnTo>
                    <a:pt x="1335212" y="499424"/>
                  </a:lnTo>
                  <a:lnTo>
                    <a:pt x="1336283" y="500665"/>
                  </a:lnTo>
                  <a:lnTo>
                    <a:pt x="1337355" y="501903"/>
                  </a:lnTo>
                  <a:lnTo>
                    <a:pt x="1338426" y="503139"/>
                  </a:lnTo>
                  <a:lnTo>
                    <a:pt x="1339498" y="504374"/>
                  </a:lnTo>
                  <a:lnTo>
                    <a:pt x="1340570" y="505606"/>
                  </a:lnTo>
                  <a:lnTo>
                    <a:pt x="1341641" y="506837"/>
                  </a:lnTo>
                  <a:lnTo>
                    <a:pt x="1342713" y="508065"/>
                  </a:lnTo>
                  <a:lnTo>
                    <a:pt x="1343784" y="509292"/>
                  </a:lnTo>
                  <a:lnTo>
                    <a:pt x="1344856" y="510516"/>
                  </a:lnTo>
                  <a:lnTo>
                    <a:pt x="1345928" y="511738"/>
                  </a:lnTo>
                  <a:lnTo>
                    <a:pt x="1346999" y="512958"/>
                  </a:lnTo>
                  <a:lnTo>
                    <a:pt x="1348071" y="514176"/>
                  </a:lnTo>
                  <a:lnTo>
                    <a:pt x="1349142" y="515391"/>
                  </a:lnTo>
                  <a:lnTo>
                    <a:pt x="1350214" y="516605"/>
                  </a:lnTo>
                  <a:lnTo>
                    <a:pt x="1351286" y="517816"/>
                  </a:lnTo>
                  <a:lnTo>
                    <a:pt x="1352357" y="519024"/>
                  </a:lnTo>
                  <a:lnTo>
                    <a:pt x="1353429" y="520231"/>
                  </a:lnTo>
                  <a:lnTo>
                    <a:pt x="1354500" y="521435"/>
                  </a:lnTo>
                  <a:lnTo>
                    <a:pt x="1355572" y="522636"/>
                  </a:lnTo>
                  <a:lnTo>
                    <a:pt x="1356644" y="523835"/>
                  </a:lnTo>
                  <a:lnTo>
                    <a:pt x="1357715" y="525032"/>
                  </a:lnTo>
                  <a:lnTo>
                    <a:pt x="1358787" y="526226"/>
                  </a:lnTo>
                  <a:lnTo>
                    <a:pt x="1359858" y="527417"/>
                  </a:lnTo>
                  <a:lnTo>
                    <a:pt x="1360930" y="528606"/>
                  </a:lnTo>
                  <a:lnTo>
                    <a:pt x="1362002" y="529792"/>
                  </a:lnTo>
                  <a:lnTo>
                    <a:pt x="1363073" y="530976"/>
                  </a:lnTo>
                  <a:lnTo>
                    <a:pt x="1364145" y="532157"/>
                  </a:lnTo>
                  <a:lnTo>
                    <a:pt x="1365216" y="533335"/>
                  </a:lnTo>
                  <a:lnTo>
                    <a:pt x="1366288" y="534511"/>
                  </a:lnTo>
                  <a:lnTo>
                    <a:pt x="1367360" y="535684"/>
                  </a:lnTo>
                  <a:lnTo>
                    <a:pt x="1368431" y="536854"/>
                  </a:lnTo>
                  <a:lnTo>
                    <a:pt x="1369503" y="538021"/>
                  </a:lnTo>
                  <a:lnTo>
                    <a:pt x="1370574" y="539186"/>
                  </a:lnTo>
                  <a:lnTo>
                    <a:pt x="1371646" y="540348"/>
                  </a:lnTo>
                  <a:lnTo>
                    <a:pt x="1372718" y="541506"/>
                  </a:lnTo>
                  <a:lnTo>
                    <a:pt x="1373789" y="542662"/>
                  </a:lnTo>
                  <a:lnTo>
                    <a:pt x="1374861" y="543815"/>
                  </a:lnTo>
                  <a:lnTo>
                    <a:pt x="1375932" y="544965"/>
                  </a:lnTo>
                  <a:lnTo>
                    <a:pt x="1377004" y="546112"/>
                  </a:lnTo>
                  <a:lnTo>
                    <a:pt x="1378076" y="547256"/>
                  </a:lnTo>
                  <a:lnTo>
                    <a:pt x="1379147" y="548396"/>
                  </a:lnTo>
                  <a:lnTo>
                    <a:pt x="1380219" y="549534"/>
                  </a:lnTo>
                  <a:lnTo>
                    <a:pt x="1381290" y="550669"/>
                  </a:lnTo>
                  <a:lnTo>
                    <a:pt x="1382362" y="551800"/>
                  </a:lnTo>
                  <a:lnTo>
                    <a:pt x="1383434" y="552929"/>
                  </a:lnTo>
                  <a:lnTo>
                    <a:pt x="1384505" y="554054"/>
                  </a:lnTo>
                  <a:lnTo>
                    <a:pt x="1385577" y="555176"/>
                  </a:lnTo>
                  <a:lnTo>
                    <a:pt x="1386648" y="556294"/>
                  </a:lnTo>
                  <a:lnTo>
                    <a:pt x="1387720" y="557410"/>
                  </a:lnTo>
                  <a:lnTo>
                    <a:pt x="1388792" y="558522"/>
                  </a:lnTo>
                  <a:lnTo>
                    <a:pt x="1389863" y="559631"/>
                  </a:lnTo>
                  <a:lnTo>
                    <a:pt x="1390935" y="560736"/>
                  </a:lnTo>
                  <a:lnTo>
                    <a:pt x="1392006" y="561838"/>
                  </a:lnTo>
                  <a:lnTo>
                    <a:pt x="1393078" y="562937"/>
                  </a:lnTo>
                  <a:lnTo>
                    <a:pt x="1394150" y="564032"/>
                  </a:lnTo>
                  <a:lnTo>
                    <a:pt x="1395221" y="565124"/>
                  </a:lnTo>
                  <a:lnTo>
                    <a:pt x="1396293" y="566212"/>
                  </a:lnTo>
                  <a:lnTo>
                    <a:pt x="1397364" y="567297"/>
                  </a:lnTo>
                  <a:lnTo>
                    <a:pt x="1398436" y="568378"/>
                  </a:lnTo>
                  <a:lnTo>
                    <a:pt x="1399508" y="569456"/>
                  </a:lnTo>
                  <a:lnTo>
                    <a:pt x="1400579" y="570530"/>
                  </a:lnTo>
                  <a:lnTo>
                    <a:pt x="1401651" y="571600"/>
                  </a:lnTo>
                  <a:lnTo>
                    <a:pt x="1402722" y="572667"/>
                  </a:lnTo>
                  <a:lnTo>
                    <a:pt x="1403794" y="573730"/>
                  </a:lnTo>
                  <a:lnTo>
                    <a:pt x="1404866" y="574790"/>
                  </a:lnTo>
                  <a:lnTo>
                    <a:pt x="1405937" y="575846"/>
                  </a:lnTo>
                  <a:lnTo>
                    <a:pt x="1407009" y="576898"/>
                  </a:lnTo>
                  <a:lnTo>
                    <a:pt x="1408080" y="577946"/>
                  </a:lnTo>
                  <a:lnTo>
                    <a:pt x="1409152" y="578991"/>
                  </a:lnTo>
                  <a:lnTo>
                    <a:pt x="1410224" y="580032"/>
                  </a:lnTo>
                  <a:lnTo>
                    <a:pt x="1411295" y="581069"/>
                  </a:lnTo>
                  <a:lnTo>
                    <a:pt x="1412367" y="582102"/>
                  </a:lnTo>
                  <a:lnTo>
                    <a:pt x="1413438" y="583131"/>
                  </a:lnTo>
                  <a:lnTo>
                    <a:pt x="1414510" y="584156"/>
                  </a:lnTo>
                  <a:lnTo>
                    <a:pt x="1415582" y="585178"/>
                  </a:lnTo>
                  <a:lnTo>
                    <a:pt x="1416653" y="586195"/>
                  </a:lnTo>
                  <a:lnTo>
                    <a:pt x="1417725" y="587209"/>
                  </a:lnTo>
                  <a:lnTo>
                    <a:pt x="1418796" y="588218"/>
                  </a:lnTo>
                  <a:lnTo>
                    <a:pt x="1419868" y="589224"/>
                  </a:lnTo>
                  <a:lnTo>
                    <a:pt x="1420939" y="590225"/>
                  </a:lnTo>
                  <a:lnTo>
                    <a:pt x="1422011" y="591223"/>
                  </a:lnTo>
                  <a:lnTo>
                    <a:pt x="1423083" y="592216"/>
                  </a:lnTo>
                  <a:lnTo>
                    <a:pt x="1424154" y="593206"/>
                  </a:lnTo>
                  <a:lnTo>
                    <a:pt x="1425226" y="594191"/>
                  </a:lnTo>
                  <a:lnTo>
                    <a:pt x="1426297" y="595172"/>
                  </a:lnTo>
                  <a:lnTo>
                    <a:pt x="1427369" y="596149"/>
                  </a:lnTo>
                  <a:lnTo>
                    <a:pt x="1428441" y="597121"/>
                  </a:lnTo>
                  <a:lnTo>
                    <a:pt x="1429512" y="598090"/>
                  </a:lnTo>
                  <a:lnTo>
                    <a:pt x="1430584" y="599054"/>
                  </a:lnTo>
                  <a:lnTo>
                    <a:pt x="1431655" y="600014"/>
                  </a:lnTo>
                  <a:lnTo>
                    <a:pt x="1432727" y="600970"/>
                  </a:lnTo>
                  <a:lnTo>
                    <a:pt x="1433799" y="601921"/>
                  </a:lnTo>
                  <a:lnTo>
                    <a:pt x="1434870" y="602869"/>
                  </a:lnTo>
                  <a:lnTo>
                    <a:pt x="1435942" y="603811"/>
                  </a:lnTo>
                  <a:lnTo>
                    <a:pt x="1437013" y="604750"/>
                  </a:lnTo>
                  <a:lnTo>
                    <a:pt x="1438085" y="605684"/>
                  </a:lnTo>
                  <a:lnTo>
                    <a:pt x="1439157" y="606614"/>
                  </a:lnTo>
                  <a:lnTo>
                    <a:pt x="1440228" y="607539"/>
                  </a:lnTo>
                  <a:lnTo>
                    <a:pt x="1441300" y="608460"/>
                  </a:lnTo>
                  <a:lnTo>
                    <a:pt x="1442371" y="609376"/>
                  </a:lnTo>
                  <a:lnTo>
                    <a:pt x="1443443" y="610288"/>
                  </a:lnTo>
                  <a:lnTo>
                    <a:pt x="1444515" y="611196"/>
                  </a:lnTo>
                  <a:lnTo>
                    <a:pt x="1445586" y="612099"/>
                  </a:lnTo>
                  <a:lnTo>
                    <a:pt x="1446658" y="612997"/>
                  </a:lnTo>
                  <a:lnTo>
                    <a:pt x="1447729" y="613891"/>
                  </a:lnTo>
                  <a:lnTo>
                    <a:pt x="1448801" y="614781"/>
                  </a:lnTo>
                  <a:lnTo>
                    <a:pt x="1449873" y="615665"/>
                  </a:lnTo>
                  <a:lnTo>
                    <a:pt x="1450944" y="616546"/>
                  </a:lnTo>
                  <a:lnTo>
                    <a:pt x="1452016" y="617421"/>
                  </a:lnTo>
                  <a:lnTo>
                    <a:pt x="1453087" y="618292"/>
                  </a:lnTo>
                  <a:lnTo>
                    <a:pt x="1454159" y="619158"/>
                  </a:lnTo>
                  <a:lnTo>
                    <a:pt x="1455231" y="620020"/>
                  </a:lnTo>
                  <a:lnTo>
                    <a:pt x="1456302" y="620877"/>
                  </a:lnTo>
                  <a:lnTo>
                    <a:pt x="1457374" y="621729"/>
                  </a:lnTo>
                  <a:lnTo>
                    <a:pt x="1458445" y="622577"/>
                  </a:lnTo>
                  <a:lnTo>
                    <a:pt x="1459517" y="623419"/>
                  </a:lnTo>
                  <a:lnTo>
                    <a:pt x="1460589" y="624257"/>
                  </a:lnTo>
                  <a:lnTo>
                    <a:pt x="1461660" y="625091"/>
                  </a:lnTo>
                  <a:lnTo>
                    <a:pt x="1462732" y="625919"/>
                  </a:lnTo>
                  <a:lnTo>
                    <a:pt x="1463803" y="626743"/>
                  </a:lnTo>
                  <a:lnTo>
                    <a:pt x="1464875" y="627562"/>
                  </a:lnTo>
                  <a:lnTo>
                    <a:pt x="1465947" y="628376"/>
                  </a:lnTo>
                  <a:lnTo>
                    <a:pt x="1467018" y="629185"/>
                  </a:lnTo>
                  <a:lnTo>
                    <a:pt x="1468090" y="629989"/>
                  </a:lnTo>
                  <a:lnTo>
                    <a:pt x="1469161" y="630788"/>
                  </a:lnTo>
                  <a:lnTo>
                    <a:pt x="1470233" y="631583"/>
                  </a:lnTo>
                  <a:lnTo>
                    <a:pt x="1471305" y="632372"/>
                  </a:lnTo>
                  <a:lnTo>
                    <a:pt x="1472376" y="633157"/>
                  </a:lnTo>
                  <a:lnTo>
                    <a:pt x="1473448" y="633937"/>
                  </a:lnTo>
                  <a:lnTo>
                    <a:pt x="1474519" y="634712"/>
                  </a:lnTo>
                  <a:lnTo>
                    <a:pt x="1475591" y="635481"/>
                  </a:lnTo>
                  <a:lnTo>
                    <a:pt x="1476663" y="636246"/>
                  </a:lnTo>
                  <a:lnTo>
                    <a:pt x="1477734" y="637006"/>
                  </a:lnTo>
                  <a:lnTo>
                    <a:pt x="1478806" y="637761"/>
                  </a:lnTo>
                  <a:lnTo>
                    <a:pt x="1479877" y="638510"/>
                  </a:lnTo>
                  <a:lnTo>
                    <a:pt x="1480949" y="639255"/>
                  </a:lnTo>
                  <a:lnTo>
                    <a:pt x="1482021" y="639995"/>
                  </a:lnTo>
                  <a:lnTo>
                    <a:pt x="1483092" y="640729"/>
                  </a:lnTo>
                  <a:lnTo>
                    <a:pt x="1484164" y="641459"/>
                  </a:lnTo>
                  <a:lnTo>
                    <a:pt x="1485235" y="642183"/>
                  </a:lnTo>
                  <a:lnTo>
                    <a:pt x="1486307" y="642903"/>
                  </a:lnTo>
                  <a:lnTo>
                    <a:pt x="1487379" y="643617"/>
                  </a:lnTo>
                  <a:lnTo>
                    <a:pt x="1488450" y="644326"/>
                  </a:lnTo>
                  <a:lnTo>
                    <a:pt x="1489522" y="645030"/>
                  </a:lnTo>
                  <a:lnTo>
                    <a:pt x="1490593" y="645729"/>
                  </a:lnTo>
                  <a:lnTo>
                    <a:pt x="1491665" y="646422"/>
                  </a:lnTo>
                  <a:lnTo>
                    <a:pt x="1492737" y="647111"/>
                  </a:lnTo>
                  <a:lnTo>
                    <a:pt x="1493808" y="647794"/>
                  </a:lnTo>
                  <a:lnTo>
                    <a:pt x="1494880" y="648472"/>
                  </a:lnTo>
                  <a:lnTo>
                    <a:pt x="1495951" y="649145"/>
                  </a:lnTo>
                  <a:lnTo>
                    <a:pt x="1497023" y="649813"/>
                  </a:lnTo>
                  <a:lnTo>
                    <a:pt x="1498095" y="650475"/>
                  </a:lnTo>
                  <a:lnTo>
                    <a:pt x="1499166" y="651133"/>
                  </a:lnTo>
                  <a:lnTo>
                    <a:pt x="1500238" y="651785"/>
                  </a:lnTo>
                  <a:lnTo>
                    <a:pt x="1501309" y="652432"/>
                  </a:lnTo>
                  <a:lnTo>
                    <a:pt x="1502381" y="653073"/>
                  </a:lnTo>
                  <a:lnTo>
                    <a:pt x="1503453" y="653709"/>
                  </a:lnTo>
                  <a:lnTo>
                    <a:pt x="1504524" y="654340"/>
                  </a:lnTo>
                  <a:lnTo>
                    <a:pt x="1505596" y="654966"/>
                  </a:lnTo>
                  <a:lnTo>
                    <a:pt x="1506667" y="655587"/>
                  </a:lnTo>
                  <a:lnTo>
                    <a:pt x="1507739" y="656202"/>
                  </a:lnTo>
                  <a:lnTo>
                    <a:pt x="1508811" y="656812"/>
                  </a:lnTo>
                  <a:lnTo>
                    <a:pt x="1509882" y="657416"/>
                  </a:lnTo>
                  <a:lnTo>
                    <a:pt x="1510954" y="658016"/>
                  </a:lnTo>
                  <a:lnTo>
                    <a:pt x="1512025" y="658610"/>
                  </a:lnTo>
                  <a:lnTo>
                    <a:pt x="1513097" y="659198"/>
                  </a:lnTo>
                  <a:lnTo>
                    <a:pt x="1514169" y="659782"/>
                  </a:lnTo>
                  <a:lnTo>
                    <a:pt x="1515240" y="660360"/>
                  </a:lnTo>
                  <a:lnTo>
                    <a:pt x="1516312" y="660932"/>
                  </a:lnTo>
                  <a:lnTo>
                    <a:pt x="1517383" y="661500"/>
                  </a:lnTo>
                  <a:lnTo>
                    <a:pt x="1518455" y="662062"/>
                  </a:lnTo>
                  <a:lnTo>
                    <a:pt x="1519527" y="662619"/>
                  </a:lnTo>
                  <a:lnTo>
                    <a:pt x="1520598" y="663170"/>
                  </a:lnTo>
                  <a:lnTo>
                    <a:pt x="1521670" y="663716"/>
                  </a:lnTo>
                  <a:lnTo>
                    <a:pt x="1522741" y="664257"/>
                  </a:lnTo>
                  <a:lnTo>
                    <a:pt x="1523813" y="664792"/>
                  </a:lnTo>
                  <a:lnTo>
                    <a:pt x="1524885" y="665322"/>
                  </a:lnTo>
                  <a:lnTo>
                    <a:pt x="1525956" y="665847"/>
                  </a:lnTo>
                  <a:lnTo>
                    <a:pt x="1527028" y="666366"/>
                  </a:lnTo>
                  <a:lnTo>
                    <a:pt x="1528099" y="666880"/>
                  </a:lnTo>
                  <a:lnTo>
                    <a:pt x="1529171" y="667389"/>
                  </a:lnTo>
                  <a:lnTo>
                    <a:pt x="1530243" y="667892"/>
                  </a:lnTo>
                  <a:lnTo>
                    <a:pt x="1531314" y="668390"/>
                  </a:lnTo>
                  <a:lnTo>
                    <a:pt x="1532386" y="668882"/>
                  </a:lnTo>
                  <a:lnTo>
                    <a:pt x="1533457" y="669370"/>
                  </a:lnTo>
                  <a:lnTo>
                    <a:pt x="1534529" y="669852"/>
                  </a:lnTo>
                  <a:lnTo>
                    <a:pt x="1535601" y="670328"/>
                  </a:lnTo>
                  <a:lnTo>
                    <a:pt x="1536672" y="670800"/>
                  </a:lnTo>
                  <a:lnTo>
                    <a:pt x="1537744" y="671266"/>
                  </a:lnTo>
                  <a:lnTo>
                    <a:pt x="1538815" y="671726"/>
                  </a:lnTo>
                  <a:lnTo>
                    <a:pt x="1539887" y="672182"/>
                  </a:lnTo>
                  <a:lnTo>
                    <a:pt x="1540959" y="672632"/>
                  </a:lnTo>
                  <a:lnTo>
                    <a:pt x="1542030" y="673076"/>
                  </a:lnTo>
                  <a:lnTo>
                    <a:pt x="1543102" y="672812"/>
                  </a:lnTo>
                  <a:lnTo>
                    <a:pt x="1544173" y="672167"/>
                  </a:lnTo>
                  <a:lnTo>
                    <a:pt x="1545245" y="671523"/>
                  </a:lnTo>
                  <a:lnTo>
                    <a:pt x="1546317" y="670879"/>
                  </a:lnTo>
                  <a:lnTo>
                    <a:pt x="1547388" y="670236"/>
                  </a:lnTo>
                  <a:lnTo>
                    <a:pt x="1548460" y="669593"/>
                  </a:lnTo>
                  <a:lnTo>
                    <a:pt x="1549531" y="668950"/>
                  </a:lnTo>
                  <a:lnTo>
                    <a:pt x="1550603" y="668308"/>
                  </a:lnTo>
                  <a:lnTo>
                    <a:pt x="1551675" y="667667"/>
                  </a:lnTo>
                  <a:lnTo>
                    <a:pt x="1552746" y="667025"/>
                  </a:lnTo>
                  <a:lnTo>
                    <a:pt x="1553818" y="666384"/>
                  </a:lnTo>
                  <a:lnTo>
                    <a:pt x="1554889" y="665743"/>
                  </a:lnTo>
                  <a:lnTo>
                    <a:pt x="1555961" y="665102"/>
                  </a:lnTo>
                  <a:lnTo>
                    <a:pt x="1557033" y="664462"/>
                  </a:lnTo>
                  <a:lnTo>
                    <a:pt x="1558104" y="663821"/>
                  </a:lnTo>
                  <a:lnTo>
                    <a:pt x="1559176" y="663181"/>
                  </a:lnTo>
                  <a:lnTo>
                    <a:pt x="1560247" y="662541"/>
                  </a:lnTo>
                  <a:lnTo>
                    <a:pt x="1561319" y="661901"/>
                  </a:lnTo>
                  <a:lnTo>
                    <a:pt x="1562391" y="661261"/>
                  </a:lnTo>
                  <a:lnTo>
                    <a:pt x="1563462" y="660621"/>
                  </a:lnTo>
                  <a:lnTo>
                    <a:pt x="1564534" y="659980"/>
                  </a:lnTo>
                  <a:lnTo>
                    <a:pt x="1565605" y="659340"/>
                  </a:lnTo>
                  <a:lnTo>
                    <a:pt x="1566677" y="658700"/>
                  </a:lnTo>
                  <a:lnTo>
                    <a:pt x="1567749" y="658060"/>
                  </a:lnTo>
                  <a:lnTo>
                    <a:pt x="1568820" y="657419"/>
                  </a:lnTo>
                  <a:lnTo>
                    <a:pt x="1569892" y="656779"/>
                  </a:lnTo>
                  <a:lnTo>
                    <a:pt x="1570963" y="656138"/>
                  </a:lnTo>
                  <a:lnTo>
                    <a:pt x="1572035" y="655497"/>
                  </a:lnTo>
                  <a:lnTo>
                    <a:pt x="1573107" y="654855"/>
                  </a:lnTo>
                  <a:lnTo>
                    <a:pt x="1574178" y="654214"/>
                  </a:lnTo>
                  <a:lnTo>
                    <a:pt x="1575250" y="653572"/>
                  </a:lnTo>
                  <a:lnTo>
                    <a:pt x="1576321" y="652929"/>
                  </a:lnTo>
                  <a:lnTo>
                    <a:pt x="1577393" y="652287"/>
                  </a:lnTo>
                  <a:lnTo>
                    <a:pt x="1578465" y="651644"/>
                  </a:lnTo>
                  <a:lnTo>
                    <a:pt x="1579536" y="651000"/>
                  </a:lnTo>
                  <a:lnTo>
                    <a:pt x="1580608" y="650356"/>
                  </a:lnTo>
                  <a:lnTo>
                    <a:pt x="1581679" y="649711"/>
                  </a:lnTo>
                  <a:lnTo>
                    <a:pt x="1582751" y="649066"/>
                  </a:lnTo>
                  <a:lnTo>
                    <a:pt x="1583823" y="648421"/>
                  </a:lnTo>
                  <a:lnTo>
                    <a:pt x="1584894" y="647774"/>
                  </a:lnTo>
                  <a:lnTo>
                    <a:pt x="1585966" y="647127"/>
                  </a:lnTo>
                  <a:lnTo>
                    <a:pt x="1587037" y="646480"/>
                  </a:lnTo>
                  <a:lnTo>
                    <a:pt x="1588109" y="645832"/>
                  </a:lnTo>
                  <a:lnTo>
                    <a:pt x="1589181" y="645183"/>
                  </a:lnTo>
                  <a:lnTo>
                    <a:pt x="1590252" y="644533"/>
                  </a:lnTo>
                  <a:lnTo>
                    <a:pt x="1591324" y="643882"/>
                  </a:lnTo>
                  <a:lnTo>
                    <a:pt x="1592395" y="643231"/>
                  </a:lnTo>
                  <a:lnTo>
                    <a:pt x="1593467" y="642579"/>
                  </a:lnTo>
                  <a:lnTo>
                    <a:pt x="1594539" y="641926"/>
                  </a:lnTo>
                  <a:lnTo>
                    <a:pt x="1595610" y="641272"/>
                  </a:lnTo>
                  <a:lnTo>
                    <a:pt x="1596682" y="640617"/>
                  </a:lnTo>
                  <a:lnTo>
                    <a:pt x="1597753" y="639961"/>
                  </a:lnTo>
                  <a:lnTo>
                    <a:pt x="1598825" y="639304"/>
                  </a:lnTo>
                  <a:lnTo>
                    <a:pt x="1599896" y="638646"/>
                  </a:lnTo>
                  <a:lnTo>
                    <a:pt x="1600968" y="637987"/>
                  </a:lnTo>
                  <a:lnTo>
                    <a:pt x="1602040" y="637327"/>
                  </a:lnTo>
                  <a:lnTo>
                    <a:pt x="1603111" y="636665"/>
                  </a:lnTo>
                  <a:lnTo>
                    <a:pt x="1604183" y="636003"/>
                  </a:lnTo>
                  <a:lnTo>
                    <a:pt x="1605254" y="635339"/>
                  </a:lnTo>
                  <a:lnTo>
                    <a:pt x="1606326" y="634674"/>
                  </a:lnTo>
                  <a:lnTo>
                    <a:pt x="1607398" y="634008"/>
                  </a:lnTo>
                  <a:lnTo>
                    <a:pt x="1608469" y="633341"/>
                  </a:lnTo>
                  <a:lnTo>
                    <a:pt x="1609541" y="632672"/>
                  </a:lnTo>
                  <a:lnTo>
                    <a:pt x="1610612" y="632002"/>
                  </a:lnTo>
                  <a:lnTo>
                    <a:pt x="1611684" y="631331"/>
                  </a:lnTo>
                  <a:lnTo>
                    <a:pt x="1612756" y="630658"/>
                  </a:lnTo>
                  <a:lnTo>
                    <a:pt x="1613827" y="629984"/>
                  </a:lnTo>
                  <a:lnTo>
                    <a:pt x="1614899" y="629308"/>
                  </a:lnTo>
                  <a:lnTo>
                    <a:pt x="1615970" y="628631"/>
                  </a:lnTo>
                  <a:lnTo>
                    <a:pt x="1617042" y="627953"/>
                  </a:lnTo>
                  <a:lnTo>
                    <a:pt x="1618114" y="627272"/>
                  </a:lnTo>
                  <a:lnTo>
                    <a:pt x="1619185" y="626591"/>
                  </a:lnTo>
                  <a:lnTo>
                    <a:pt x="1620257" y="625907"/>
                  </a:lnTo>
                  <a:lnTo>
                    <a:pt x="1621328" y="625222"/>
                  </a:lnTo>
                  <a:lnTo>
                    <a:pt x="1622400" y="624536"/>
                  </a:lnTo>
                  <a:lnTo>
                    <a:pt x="1623472" y="623847"/>
                  </a:lnTo>
                  <a:lnTo>
                    <a:pt x="1624543" y="623157"/>
                  </a:lnTo>
                  <a:lnTo>
                    <a:pt x="1625615" y="622465"/>
                  </a:lnTo>
                  <a:lnTo>
                    <a:pt x="1626686" y="621772"/>
                  </a:lnTo>
                  <a:lnTo>
                    <a:pt x="1627758" y="621076"/>
                  </a:lnTo>
                  <a:lnTo>
                    <a:pt x="1628830" y="620379"/>
                  </a:lnTo>
                  <a:lnTo>
                    <a:pt x="1629901" y="619680"/>
                  </a:lnTo>
                  <a:lnTo>
                    <a:pt x="1630973" y="618979"/>
                  </a:lnTo>
                  <a:lnTo>
                    <a:pt x="1632044" y="618276"/>
                  </a:lnTo>
                  <a:lnTo>
                    <a:pt x="1633116" y="617571"/>
                  </a:lnTo>
                  <a:lnTo>
                    <a:pt x="1634188" y="616864"/>
                  </a:lnTo>
                  <a:lnTo>
                    <a:pt x="1635259" y="616156"/>
                  </a:lnTo>
                  <a:lnTo>
                    <a:pt x="1636331" y="615445"/>
                  </a:lnTo>
                  <a:lnTo>
                    <a:pt x="1637402" y="614732"/>
                  </a:lnTo>
                  <a:lnTo>
                    <a:pt x="1638474" y="614017"/>
                  </a:lnTo>
                  <a:lnTo>
                    <a:pt x="1639546" y="613300"/>
                  </a:lnTo>
                  <a:lnTo>
                    <a:pt x="1640617" y="612581"/>
                  </a:lnTo>
                  <a:lnTo>
                    <a:pt x="1641689" y="611859"/>
                  </a:lnTo>
                  <a:lnTo>
                    <a:pt x="1642760" y="611136"/>
                  </a:lnTo>
                  <a:lnTo>
                    <a:pt x="1643832" y="610410"/>
                  </a:lnTo>
                  <a:lnTo>
                    <a:pt x="1644904" y="609682"/>
                  </a:lnTo>
                  <a:lnTo>
                    <a:pt x="1645975" y="608952"/>
                  </a:lnTo>
                  <a:lnTo>
                    <a:pt x="1647047" y="608220"/>
                  </a:lnTo>
                  <a:lnTo>
                    <a:pt x="1648118" y="607485"/>
                  </a:lnTo>
                  <a:lnTo>
                    <a:pt x="1649190" y="606748"/>
                  </a:lnTo>
                  <a:lnTo>
                    <a:pt x="1650262" y="606009"/>
                  </a:lnTo>
                  <a:lnTo>
                    <a:pt x="1651333" y="605267"/>
                  </a:lnTo>
                  <a:lnTo>
                    <a:pt x="1652405" y="604523"/>
                  </a:lnTo>
                  <a:lnTo>
                    <a:pt x="1653476" y="603777"/>
                  </a:lnTo>
                  <a:lnTo>
                    <a:pt x="1654548" y="603028"/>
                  </a:lnTo>
                  <a:lnTo>
                    <a:pt x="1655620" y="602276"/>
                  </a:lnTo>
                  <a:lnTo>
                    <a:pt x="1656691" y="601522"/>
                  </a:lnTo>
                  <a:lnTo>
                    <a:pt x="1657763" y="600766"/>
                  </a:lnTo>
                  <a:lnTo>
                    <a:pt x="1658834" y="600007"/>
                  </a:lnTo>
                  <a:lnTo>
                    <a:pt x="1659906" y="599246"/>
                  </a:lnTo>
                  <a:lnTo>
                    <a:pt x="1660978" y="598482"/>
                  </a:lnTo>
                  <a:lnTo>
                    <a:pt x="1662049" y="597715"/>
                  </a:lnTo>
                  <a:lnTo>
                    <a:pt x="1663121" y="596946"/>
                  </a:lnTo>
                  <a:lnTo>
                    <a:pt x="1664192" y="596174"/>
                  </a:lnTo>
                  <a:lnTo>
                    <a:pt x="1665264" y="595400"/>
                  </a:lnTo>
                  <a:lnTo>
                    <a:pt x="1666336" y="594623"/>
                  </a:lnTo>
                  <a:lnTo>
                    <a:pt x="1667407" y="593843"/>
                  </a:lnTo>
                  <a:lnTo>
                    <a:pt x="1668479" y="593061"/>
                  </a:lnTo>
                  <a:lnTo>
                    <a:pt x="1669550" y="592275"/>
                  </a:lnTo>
                  <a:lnTo>
                    <a:pt x="1670622" y="591488"/>
                  </a:lnTo>
                  <a:lnTo>
                    <a:pt x="1671694" y="590697"/>
                  </a:lnTo>
                  <a:lnTo>
                    <a:pt x="1672765" y="589904"/>
                  </a:lnTo>
                  <a:lnTo>
                    <a:pt x="1673837" y="589107"/>
                  </a:lnTo>
                  <a:lnTo>
                    <a:pt x="1674908" y="588308"/>
                  </a:lnTo>
                  <a:lnTo>
                    <a:pt x="1675980" y="587507"/>
                  </a:lnTo>
                  <a:lnTo>
                    <a:pt x="1677052" y="586702"/>
                  </a:lnTo>
                  <a:lnTo>
                    <a:pt x="1678123" y="585895"/>
                  </a:lnTo>
                  <a:lnTo>
                    <a:pt x="1679195" y="585084"/>
                  </a:lnTo>
                  <a:lnTo>
                    <a:pt x="1680266" y="584271"/>
                  </a:lnTo>
                  <a:lnTo>
                    <a:pt x="1681338" y="583455"/>
                  </a:lnTo>
                  <a:lnTo>
                    <a:pt x="1682410" y="582636"/>
                  </a:lnTo>
                  <a:lnTo>
                    <a:pt x="1683481" y="581814"/>
                  </a:lnTo>
                  <a:lnTo>
                    <a:pt x="1684553" y="580989"/>
                  </a:lnTo>
                  <a:lnTo>
                    <a:pt x="1685624" y="580161"/>
                  </a:lnTo>
                  <a:lnTo>
                    <a:pt x="1686696" y="579331"/>
                  </a:lnTo>
                  <a:lnTo>
                    <a:pt x="1687768" y="578497"/>
                  </a:lnTo>
                  <a:lnTo>
                    <a:pt x="1688839" y="577660"/>
                  </a:lnTo>
                  <a:lnTo>
                    <a:pt x="1689911" y="576820"/>
                  </a:lnTo>
                  <a:lnTo>
                    <a:pt x="1690982" y="575978"/>
                  </a:lnTo>
                  <a:lnTo>
                    <a:pt x="1692054" y="575132"/>
                  </a:lnTo>
                  <a:lnTo>
                    <a:pt x="1693126" y="574283"/>
                  </a:lnTo>
                  <a:lnTo>
                    <a:pt x="1694197" y="573431"/>
                  </a:lnTo>
                  <a:lnTo>
                    <a:pt x="1695269" y="572576"/>
                  </a:lnTo>
                  <a:lnTo>
                    <a:pt x="1696340" y="571718"/>
                  </a:lnTo>
                  <a:lnTo>
                    <a:pt x="1697412" y="570857"/>
                  </a:lnTo>
                  <a:lnTo>
                    <a:pt x="1698484" y="569993"/>
                  </a:lnTo>
                  <a:lnTo>
                    <a:pt x="1699555" y="569126"/>
                  </a:lnTo>
                  <a:lnTo>
                    <a:pt x="1700627" y="568256"/>
                  </a:lnTo>
                  <a:lnTo>
                    <a:pt x="1701698" y="567382"/>
                  </a:lnTo>
                  <a:lnTo>
                    <a:pt x="1702770" y="566506"/>
                  </a:lnTo>
                  <a:lnTo>
                    <a:pt x="1703842" y="565626"/>
                  </a:lnTo>
                  <a:lnTo>
                    <a:pt x="1704913" y="564743"/>
                  </a:lnTo>
                  <a:lnTo>
                    <a:pt x="1705985" y="563857"/>
                  </a:lnTo>
                  <a:lnTo>
                    <a:pt x="1707056" y="562968"/>
                  </a:lnTo>
                  <a:lnTo>
                    <a:pt x="1708128" y="562076"/>
                  </a:lnTo>
                  <a:lnTo>
                    <a:pt x="1709200" y="561180"/>
                  </a:lnTo>
                  <a:lnTo>
                    <a:pt x="1710271" y="560281"/>
                  </a:lnTo>
                  <a:lnTo>
                    <a:pt x="1711343" y="559380"/>
                  </a:lnTo>
                  <a:lnTo>
                    <a:pt x="1712414" y="558475"/>
                  </a:lnTo>
                  <a:lnTo>
                    <a:pt x="1713486" y="557566"/>
                  </a:lnTo>
                  <a:lnTo>
                    <a:pt x="1714558" y="556655"/>
                  </a:lnTo>
                  <a:lnTo>
                    <a:pt x="1715629" y="555740"/>
                  </a:lnTo>
                  <a:lnTo>
                    <a:pt x="1716701" y="554823"/>
                  </a:lnTo>
                  <a:lnTo>
                    <a:pt x="1717772" y="553902"/>
                  </a:lnTo>
                  <a:lnTo>
                    <a:pt x="1718844" y="552977"/>
                  </a:lnTo>
                  <a:lnTo>
                    <a:pt x="1719916" y="552050"/>
                  </a:lnTo>
                  <a:lnTo>
                    <a:pt x="1720987" y="551119"/>
                  </a:lnTo>
                  <a:lnTo>
                    <a:pt x="1722059" y="550185"/>
                  </a:lnTo>
                  <a:lnTo>
                    <a:pt x="1723130" y="549248"/>
                  </a:lnTo>
                  <a:lnTo>
                    <a:pt x="1724202" y="548308"/>
                  </a:lnTo>
                  <a:lnTo>
                    <a:pt x="1725274" y="547364"/>
                  </a:lnTo>
                  <a:lnTo>
                    <a:pt x="1726345" y="546417"/>
                  </a:lnTo>
                  <a:lnTo>
                    <a:pt x="1727417" y="545467"/>
                  </a:lnTo>
                  <a:lnTo>
                    <a:pt x="1728488" y="544514"/>
                  </a:lnTo>
                  <a:lnTo>
                    <a:pt x="1729560" y="543557"/>
                  </a:lnTo>
                  <a:lnTo>
                    <a:pt x="1730632" y="542598"/>
                  </a:lnTo>
                  <a:lnTo>
                    <a:pt x="1731703" y="541635"/>
                  </a:lnTo>
                  <a:lnTo>
                    <a:pt x="1732775" y="540668"/>
                  </a:lnTo>
                  <a:lnTo>
                    <a:pt x="1733846" y="539699"/>
                  </a:lnTo>
                  <a:lnTo>
                    <a:pt x="1734918" y="538726"/>
                  </a:lnTo>
                  <a:lnTo>
                    <a:pt x="1735990" y="537750"/>
                  </a:lnTo>
                  <a:lnTo>
                    <a:pt x="1737061" y="536771"/>
                  </a:lnTo>
                  <a:lnTo>
                    <a:pt x="1738133" y="535788"/>
                  </a:lnTo>
                  <a:lnTo>
                    <a:pt x="1739204" y="534803"/>
                  </a:lnTo>
                  <a:lnTo>
                    <a:pt x="1740276" y="533814"/>
                  </a:lnTo>
                  <a:lnTo>
                    <a:pt x="1741348" y="532822"/>
                  </a:lnTo>
                  <a:lnTo>
                    <a:pt x="1742419" y="531826"/>
                  </a:lnTo>
                  <a:lnTo>
                    <a:pt x="1743491" y="530828"/>
                  </a:lnTo>
                  <a:lnTo>
                    <a:pt x="1744562" y="529826"/>
                  </a:lnTo>
                  <a:lnTo>
                    <a:pt x="1745634" y="528821"/>
                  </a:lnTo>
                  <a:lnTo>
                    <a:pt x="1746706" y="527812"/>
                  </a:lnTo>
                  <a:lnTo>
                    <a:pt x="1747777" y="526801"/>
                  </a:lnTo>
                  <a:lnTo>
                    <a:pt x="1748849" y="525786"/>
                  </a:lnTo>
                  <a:lnTo>
                    <a:pt x="1749920" y="524768"/>
                  </a:lnTo>
                  <a:lnTo>
                    <a:pt x="1750992" y="523747"/>
                  </a:lnTo>
                  <a:lnTo>
                    <a:pt x="1752064" y="522723"/>
                  </a:lnTo>
                  <a:lnTo>
                    <a:pt x="1753135" y="521695"/>
                  </a:lnTo>
                  <a:lnTo>
                    <a:pt x="1754207" y="520665"/>
                  </a:lnTo>
                  <a:lnTo>
                    <a:pt x="1755278" y="519631"/>
                  </a:lnTo>
                  <a:lnTo>
                    <a:pt x="1756350" y="518594"/>
                  </a:lnTo>
                  <a:lnTo>
                    <a:pt x="1757422" y="517553"/>
                  </a:lnTo>
                  <a:lnTo>
                    <a:pt x="1758493" y="516510"/>
                  </a:lnTo>
                  <a:lnTo>
                    <a:pt x="1759565" y="515463"/>
                  </a:lnTo>
                  <a:lnTo>
                    <a:pt x="1760636" y="514414"/>
                  </a:lnTo>
                  <a:lnTo>
                    <a:pt x="1761708" y="513361"/>
                  </a:lnTo>
                  <a:lnTo>
                    <a:pt x="1762780" y="512305"/>
                  </a:lnTo>
                  <a:lnTo>
                    <a:pt x="1763851" y="511246"/>
                  </a:lnTo>
                  <a:lnTo>
                    <a:pt x="1764923" y="510183"/>
                  </a:lnTo>
                  <a:lnTo>
                    <a:pt x="1765994" y="509118"/>
                  </a:lnTo>
                  <a:lnTo>
                    <a:pt x="1767066" y="508049"/>
                  </a:lnTo>
                  <a:lnTo>
                    <a:pt x="1768138" y="506978"/>
                  </a:lnTo>
                  <a:lnTo>
                    <a:pt x="1769209" y="505903"/>
                  </a:lnTo>
                  <a:lnTo>
                    <a:pt x="1770281" y="504825"/>
                  </a:lnTo>
                  <a:lnTo>
                    <a:pt x="1771352" y="503744"/>
                  </a:lnTo>
                  <a:lnTo>
                    <a:pt x="1772424" y="502660"/>
                  </a:lnTo>
                  <a:lnTo>
                    <a:pt x="1773496" y="501573"/>
                  </a:lnTo>
                  <a:lnTo>
                    <a:pt x="1774567" y="500483"/>
                  </a:lnTo>
                  <a:lnTo>
                    <a:pt x="1775639" y="499390"/>
                  </a:lnTo>
                  <a:lnTo>
                    <a:pt x="1776710" y="498294"/>
                  </a:lnTo>
                  <a:lnTo>
                    <a:pt x="1777782" y="497195"/>
                  </a:lnTo>
                  <a:lnTo>
                    <a:pt x="1778853" y="496093"/>
                  </a:lnTo>
                  <a:lnTo>
                    <a:pt x="1779925" y="494987"/>
                  </a:lnTo>
                  <a:lnTo>
                    <a:pt x="1780997" y="493879"/>
                  </a:lnTo>
                  <a:lnTo>
                    <a:pt x="1782068" y="492768"/>
                  </a:lnTo>
                  <a:lnTo>
                    <a:pt x="1783140" y="491654"/>
                  </a:lnTo>
                  <a:lnTo>
                    <a:pt x="1784211" y="490537"/>
                  </a:lnTo>
                  <a:lnTo>
                    <a:pt x="1785283" y="489417"/>
                  </a:lnTo>
                  <a:lnTo>
                    <a:pt x="1786355" y="488294"/>
                  </a:lnTo>
                  <a:lnTo>
                    <a:pt x="1787426" y="487168"/>
                  </a:lnTo>
                  <a:lnTo>
                    <a:pt x="1788498" y="486039"/>
                  </a:lnTo>
                  <a:lnTo>
                    <a:pt x="1789569" y="484907"/>
                  </a:lnTo>
                  <a:lnTo>
                    <a:pt x="1790641" y="483773"/>
                  </a:lnTo>
                  <a:lnTo>
                    <a:pt x="1791713" y="482635"/>
                  </a:lnTo>
                  <a:lnTo>
                    <a:pt x="1792784" y="481495"/>
                  </a:lnTo>
                  <a:lnTo>
                    <a:pt x="1793856" y="480352"/>
                  </a:lnTo>
                  <a:lnTo>
                    <a:pt x="1794927" y="479206"/>
                  </a:lnTo>
                  <a:lnTo>
                    <a:pt x="1795999" y="478057"/>
                  </a:lnTo>
                  <a:lnTo>
                    <a:pt x="1797071" y="476905"/>
                  </a:lnTo>
                  <a:lnTo>
                    <a:pt x="1798142" y="475751"/>
                  </a:lnTo>
                  <a:lnTo>
                    <a:pt x="1799214" y="474593"/>
                  </a:lnTo>
                  <a:lnTo>
                    <a:pt x="1800285" y="473433"/>
                  </a:lnTo>
                  <a:lnTo>
                    <a:pt x="1801357" y="472270"/>
                  </a:lnTo>
                  <a:lnTo>
                    <a:pt x="1802429" y="471105"/>
                  </a:lnTo>
                  <a:lnTo>
                    <a:pt x="1803500" y="469937"/>
                  </a:lnTo>
                  <a:lnTo>
                    <a:pt x="1804572" y="468766"/>
                  </a:lnTo>
                  <a:lnTo>
                    <a:pt x="1805643" y="467592"/>
                  </a:lnTo>
                  <a:lnTo>
                    <a:pt x="1806715" y="466415"/>
                  </a:lnTo>
                  <a:lnTo>
                    <a:pt x="1807787" y="465236"/>
                  </a:lnTo>
                  <a:lnTo>
                    <a:pt x="1808858" y="464055"/>
                  </a:lnTo>
                  <a:lnTo>
                    <a:pt x="1809930" y="462870"/>
                  </a:lnTo>
                  <a:lnTo>
                    <a:pt x="1811001" y="461683"/>
                  </a:lnTo>
                  <a:lnTo>
                    <a:pt x="1812073" y="460494"/>
                  </a:lnTo>
                  <a:lnTo>
                    <a:pt x="1813145" y="459302"/>
                  </a:lnTo>
                  <a:lnTo>
                    <a:pt x="1814216" y="458107"/>
                  </a:lnTo>
                  <a:lnTo>
                    <a:pt x="1815288" y="456909"/>
                  </a:lnTo>
                  <a:lnTo>
                    <a:pt x="1816359" y="455710"/>
                  </a:lnTo>
                  <a:lnTo>
                    <a:pt x="1817431" y="454507"/>
                  </a:lnTo>
                  <a:lnTo>
                    <a:pt x="1818503" y="453302"/>
                  </a:lnTo>
                  <a:lnTo>
                    <a:pt x="1819574" y="452095"/>
                  </a:lnTo>
                  <a:lnTo>
                    <a:pt x="1820646" y="450885"/>
                  </a:lnTo>
                  <a:lnTo>
                    <a:pt x="1821717" y="449673"/>
                  </a:lnTo>
                  <a:lnTo>
                    <a:pt x="1822789" y="448458"/>
                  </a:lnTo>
                  <a:lnTo>
                    <a:pt x="1823861" y="447241"/>
                  </a:lnTo>
                  <a:lnTo>
                    <a:pt x="1824932" y="446021"/>
                  </a:lnTo>
                  <a:lnTo>
                    <a:pt x="1826004" y="444799"/>
                  </a:lnTo>
                  <a:lnTo>
                    <a:pt x="1827075" y="443575"/>
                  </a:lnTo>
                  <a:lnTo>
                    <a:pt x="1828147" y="442348"/>
                  </a:lnTo>
                  <a:lnTo>
                    <a:pt x="1829219" y="441119"/>
                  </a:lnTo>
                  <a:lnTo>
                    <a:pt x="1830290" y="439887"/>
                  </a:lnTo>
                  <a:lnTo>
                    <a:pt x="1831362" y="438654"/>
                  </a:lnTo>
                  <a:lnTo>
                    <a:pt x="1832433" y="437418"/>
                  </a:lnTo>
                  <a:lnTo>
                    <a:pt x="1833505" y="436179"/>
                  </a:lnTo>
                  <a:lnTo>
                    <a:pt x="1834577" y="434939"/>
                  </a:lnTo>
                  <a:lnTo>
                    <a:pt x="1835648" y="433696"/>
                  </a:lnTo>
                  <a:lnTo>
                    <a:pt x="1836720" y="432451"/>
                  </a:lnTo>
                  <a:lnTo>
                    <a:pt x="1837791" y="431204"/>
                  </a:lnTo>
                  <a:lnTo>
                    <a:pt x="1838863" y="429955"/>
                  </a:lnTo>
                  <a:lnTo>
                    <a:pt x="1839935" y="428703"/>
                  </a:lnTo>
                  <a:lnTo>
                    <a:pt x="1841006" y="427450"/>
                  </a:lnTo>
                  <a:lnTo>
                    <a:pt x="1842078" y="426194"/>
                  </a:lnTo>
                  <a:lnTo>
                    <a:pt x="1843149" y="424936"/>
                  </a:lnTo>
                  <a:lnTo>
                    <a:pt x="1844221" y="423676"/>
                  </a:lnTo>
                  <a:lnTo>
                    <a:pt x="1845293" y="422414"/>
                  </a:lnTo>
                  <a:lnTo>
                    <a:pt x="1846364" y="421150"/>
                  </a:lnTo>
                  <a:lnTo>
                    <a:pt x="1847436" y="419885"/>
                  </a:lnTo>
                  <a:lnTo>
                    <a:pt x="1848507" y="418617"/>
                  </a:lnTo>
                  <a:lnTo>
                    <a:pt x="1849579" y="417347"/>
                  </a:lnTo>
                  <a:lnTo>
                    <a:pt x="1850651" y="416075"/>
                  </a:lnTo>
                  <a:lnTo>
                    <a:pt x="1851722" y="414801"/>
                  </a:lnTo>
                  <a:lnTo>
                    <a:pt x="1852794" y="413525"/>
                  </a:lnTo>
                  <a:lnTo>
                    <a:pt x="1853865" y="412248"/>
                  </a:lnTo>
                  <a:lnTo>
                    <a:pt x="1854937" y="410968"/>
                  </a:lnTo>
                  <a:lnTo>
                    <a:pt x="1856009" y="409687"/>
                  </a:lnTo>
                  <a:lnTo>
                    <a:pt x="1857080" y="408404"/>
                  </a:lnTo>
                  <a:lnTo>
                    <a:pt x="1858152" y="407119"/>
                  </a:lnTo>
                  <a:lnTo>
                    <a:pt x="1859223" y="405833"/>
                  </a:lnTo>
                  <a:lnTo>
                    <a:pt x="1860295" y="404544"/>
                  </a:lnTo>
                  <a:lnTo>
                    <a:pt x="1861367" y="403254"/>
                  </a:lnTo>
                  <a:lnTo>
                    <a:pt x="1862438" y="401962"/>
                  </a:lnTo>
                  <a:lnTo>
                    <a:pt x="1863510" y="400669"/>
                  </a:lnTo>
                  <a:lnTo>
                    <a:pt x="1864581" y="399374"/>
                  </a:lnTo>
                  <a:lnTo>
                    <a:pt x="1865653" y="398077"/>
                  </a:lnTo>
                  <a:lnTo>
                    <a:pt x="1866725" y="396779"/>
                  </a:lnTo>
                  <a:lnTo>
                    <a:pt x="1867796" y="395478"/>
                  </a:lnTo>
                  <a:lnTo>
                    <a:pt x="1868868" y="394177"/>
                  </a:lnTo>
                  <a:lnTo>
                    <a:pt x="1869939" y="392874"/>
                  </a:lnTo>
                  <a:lnTo>
                    <a:pt x="1871011" y="391569"/>
                  </a:lnTo>
                  <a:lnTo>
                    <a:pt x="1872083" y="390263"/>
                  </a:lnTo>
                  <a:lnTo>
                    <a:pt x="1873154" y="388955"/>
                  </a:lnTo>
                  <a:lnTo>
                    <a:pt x="1874226" y="387646"/>
                  </a:lnTo>
                  <a:lnTo>
                    <a:pt x="1875297" y="386336"/>
                  </a:lnTo>
                  <a:lnTo>
                    <a:pt x="1876369" y="385024"/>
                  </a:lnTo>
                  <a:lnTo>
                    <a:pt x="1877441" y="383711"/>
                  </a:lnTo>
                  <a:lnTo>
                    <a:pt x="1878512" y="382396"/>
                  </a:lnTo>
                  <a:lnTo>
                    <a:pt x="1879584" y="381080"/>
                  </a:lnTo>
                  <a:lnTo>
                    <a:pt x="1880655" y="379763"/>
                  </a:lnTo>
                  <a:lnTo>
                    <a:pt x="1881727" y="378444"/>
                  </a:lnTo>
                  <a:lnTo>
                    <a:pt x="1882799" y="377124"/>
                  </a:lnTo>
                  <a:lnTo>
                    <a:pt x="1883870" y="375803"/>
                  </a:lnTo>
                  <a:lnTo>
                    <a:pt x="1884942" y="374481"/>
                  </a:lnTo>
                  <a:lnTo>
                    <a:pt x="1886013" y="373158"/>
                  </a:lnTo>
                  <a:lnTo>
                    <a:pt x="1887085" y="371833"/>
                  </a:lnTo>
                  <a:lnTo>
                    <a:pt x="1888157" y="370507"/>
                  </a:lnTo>
                  <a:lnTo>
                    <a:pt x="1889228" y="369180"/>
                  </a:lnTo>
                  <a:lnTo>
                    <a:pt x="1890300" y="367852"/>
                  </a:lnTo>
                  <a:lnTo>
                    <a:pt x="1891371" y="366523"/>
                  </a:lnTo>
                  <a:lnTo>
                    <a:pt x="1892443" y="365193"/>
                  </a:lnTo>
                  <a:lnTo>
                    <a:pt x="1893515" y="363862"/>
                  </a:lnTo>
                  <a:lnTo>
                    <a:pt x="1894586" y="362530"/>
                  </a:lnTo>
                  <a:lnTo>
                    <a:pt x="1895658" y="361197"/>
                  </a:lnTo>
                  <a:lnTo>
                    <a:pt x="1896729" y="359864"/>
                  </a:lnTo>
                  <a:lnTo>
                    <a:pt x="1897801" y="358529"/>
                  </a:lnTo>
                  <a:lnTo>
                    <a:pt x="1898873" y="357193"/>
                  </a:lnTo>
                  <a:lnTo>
                    <a:pt x="1899944" y="355857"/>
                  </a:lnTo>
                  <a:lnTo>
                    <a:pt x="1901016" y="354519"/>
                  </a:lnTo>
                  <a:lnTo>
                    <a:pt x="1902087" y="353181"/>
                  </a:lnTo>
                  <a:lnTo>
                    <a:pt x="1903159" y="351842"/>
                  </a:lnTo>
                  <a:lnTo>
                    <a:pt x="1904231" y="350503"/>
                  </a:lnTo>
                  <a:lnTo>
                    <a:pt x="1905302" y="349163"/>
                  </a:lnTo>
                  <a:lnTo>
                    <a:pt x="1906374" y="347822"/>
                  </a:lnTo>
                  <a:lnTo>
                    <a:pt x="1907445" y="346480"/>
                  </a:lnTo>
                  <a:lnTo>
                    <a:pt x="1908517" y="345138"/>
                  </a:lnTo>
                  <a:lnTo>
                    <a:pt x="1909589" y="343795"/>
                  </a:lnTo>
                  <a:lnTo>
                    <a:pt x="1910660" y="342451"/>
                  </a:lnTo>
                  <a:lnTo>
                    <a:pt x="1911732" y="341107"/>
                  </a:lnTo>
                  <a:lnTo>
                    <a:pt x="1912803" y="339763"/>
                  </a:lnTo>
                  <a:lnTo>
                    <a:pt x="1913875" y="338418"/>
                  </a:lnTo>
                  <a:lnTo>
                    <a:pt x="1914947" y="337072"/>
                  </a:lnTo>
                  <a:lnTo>
                    <a:pt x="1916018" y="335727"/>
                  </a:lnTo>
                  <a:lnTo>
                    <a:pt x="1917090" y="334380"/>
                  </a:lnTo>
                  <a:lnTo>
                    <a:pt x="1918161" y="333034"/>
                  </a:lnTo>
                  <a:lnTo>
                    <a:pt x="1919233" y="331687"/>
                  </a:lnTo>
                  <a:lnTo>
                    <a:pt x="1920305" y="330339"/>
                  </a:lnTo>
                  <a:lnTo>
                    <a:pt x="1921376" y="328992"/>
                  </a:lnTo>
                  <a:lnTo>
                    <a:pt x="1922448" y="327644"/>
                  </a:lnTo>
                  <a:lnTo>
                    <a:pt x="1923519" y="326296"/>
                  </a:lnTo>
                  <a:lnTo>
                    <a:pt x="1924591" y="324947"/>
                  </a:lnTo>
                  <a:lnTo>
                    <a:pt x="1925663" y="323599"/>
                  </a:lnTo>
                  <a:lnTo>
                    <a:pt x="1926734" y="322250"/>
                  </a:lnTo>
                  <a:lnTo>
                    <a:pt x="1927806" y="320902"/>
                  </a:lnTo>
                  <a:lnTo>
                    <a:pt x="1928877" y="319553"/>
                  </a:lnTo>
                  <a:lnTo>
                    <a:pt x="1929949" y="318204"/>
                  </a:lnTo>
                  <a:lnTo>
                    <a:pt x="1931021" y="316855"/>
                  </a:lnTo>
                  <a:lnTo>
                    <a:pt x="1932092" y="315506"/>
                  </a:lnTo>
                  <a:lnTo>
                    <a:pt x="1933164" y="314157"/>
                  </a:lnTo>
                  <a:lnTo>
                    <a:pt x="1934235" y="312808"/>
                  </a:lnTo>
                  <a:lnTo>
                    <a:pt x="1935307" y="311460"/>
                  </a:lnTo>
                  <a:lnTo>
                    <a:pt x="1936379" y="310111"/>
                  </a:lnTo>
                  <a:lnTo>
                    <a:pt x="1937450" y="308763"/>
                  </a:lnTo>
                  <a:lnTo>
                    <a:pt x="1938522" y="307414"/>
                  </a:lnTo>
                  <a:lnTo>
                    <a:pt x="1939593" y="306066"/>
                  </a:lnTo>
                  <a:lnTo>
                    <a:pt x="1940665" y="304719"/>
                  </a:lnTo>
                  <a:lnTo>
                    <a:pt x="1941737" y="303371"/>
                  </a:lnTo>
                  <a:lnTo>
                    <a:pt x="1942808" y="302024"/>
                  </a:lnTo>
                  <a:lnTo>
                    <a:pt x="1943880" y="300677"/>
                  </a:lnTo>
                  <a:lnTo>
                    <a:pt x="1944951" y="299331"/>
                  </a:lnTo>
                  <a:lnTo>
                    <a:pt x="1946023" y="297985"/>
                  </a:lnTo>
                  <a:lnTo>
                    <a:pt x="1947095" y="296639"/>
                  </a:lnTo>
                  <a:lnTo>
                    <a:pt x="1948166" y="295294"/>
                  </a:lnTo>
                  <a:lnTo>
                    <a:pt x="1949238" y="293949"/>
                  </a:lnTo>
                  <a:lnTo>
                    <a:pt x="1950309" y="292605"/>
                  </a:lnTo>
                  <a:lnTo>
                    <a:pt x="1951381" y="291262"/>
                  </a:lnTo>
                  <a:lnTo>
                    <a:pt x="1952453" y="289919"/>
                  </a:lnTo>
                  <a:lnTo>
                    <a:pt x="1953524" y="288577"/>
                  </a:lnTo>
                  <a:lnTo>
                    <a:pt x="1954596" y="287235"/>
                  </a:lnTo>
                  <a:lnTo>
                    <a:pt x="1955667" y="285894"/>
                  </a:lnTo>
                  <a:lnTo>
                    <a:pt x="1956739" y="284554"/>
                  </a:lnTo>
                  <a:lnTo>
                    <a:pt x="1957810" y="283214"/>
                  </a:lnTo>
                  <a:lnTo>
                    <a:pt x="1958882" y="281876"/>
                  </a:lnTo>
                  <a:lnTo>
                    <a:pt x="1959954" y="280538"/>
                  </a:lnTo>
                  <a:lnTo>
                    <a:pt x="1961025" y="279201"/>
                  </a:lnTo>
                  <a:lnTo>
                    <a:pt x="1962097" y="277865"/>
                  </a:lnTo>
                  <a:lnTo>
                    <a:pt x="1963168" y="276529"/>
                  </a:lnTo>
                  <a:lnTo>
                    <a:pt x="1964240" y="275195"/>
                  </a:lnTo>
                  <a:lnTo>
                    <a:pt x="1965312" y="273862"/>
                  </a:lnTo>
                  <a:lnTo>
                    <a:pt x="1966383" y="272530"/>
                  </a:lnTo>
                  <a:lnTo>
                    <a:pt x="1967455" y="271198"/>
                  </a:lnTo>
                  <a:lnTo>
                    <a:pt x="1968526" y="269868"/>
                  </a:lnTo>
                  <a:lnTo>
                    <a:pt x="1969598" y="268539"/>
                  </a:lnTo>
                  <a:lnTo>
                    <a:pt x="1970670" y="267212"/>
                  </a:lnTo>
                  <a:lnTo>
                    <a:pt x="1971741" y="265885"/>
                  </a:lnTo>
                  <a:lnTo>
                    <a:pt x="1972813" y="264559"/>
                  </a:lnTo>
                  <a:lnTo>
                    <a:pt x="1973884" y="263235"/>
                  </a:lnTo>
                  <a:lnTo>
                    <a:pt x="1974956" y="261912"/>
                  </a:lnTo>
                  <a:lnTo>
                    <a:pt x="1976028" y="260591"/>
                  </a:lnTo>
                  <a:lnTo>
                    <a:pt x="1977099" y="259271"/>
                  </a:lnTo>
                  <a:lnTo>
                    <a:pt x="1978171" y="257952"/>
                  </a:lnTo>
                  <a:lnTo>
                    <a:pt x="1979242" y="256635"/>
                  </a:lnTo>
                  <a:lnTo>
                    <a:pt x="1980314" y="255319"/>
                  </a:lnTo>
                  <a:lnTo>
                    <a:pt x="1981386" y="254004"/>
                  </a:lnTo>
                  <a:lnTo>
                    <a:pt x="1982457" y="252691"/>
                  </a:lnTo>
                  <a:lnTo>
                    <a:pt x="1983529" y="251380"/>
                  </a:lnTo>
                  <a:lnTo>
                    <a:pt x="1984600" y="250070"/>
                  </a:lnTo>
                  <a:lnTo>
                    <a:pt x="1985672" y="248762"/>
                  </a:lnTo>
                  <a:lnTo>
                    <a:pt x="1986744" y="247456"/>
                  </a:lnTo>
                  <a:lnTo>
                    <a:pt x="1987815" y="246151"/>
                  </a:lnTo>
                  <a:lnTo>
                    <a:pt x="1988887" y="244848"/>
                  </a:lnTo>
                  <a:lnTo>
                    <a:pt x="1989958" y="243547"/>
                  </a:lnTo>
                  <a:lnTo>
                    <a:pt x="1991030" y="242247"/>
                  </a:lnTo>
                  <a:lnTo>
                    <a:pt x="1992102" y="240950"/>
                  </a:lnTo>
                  <a:lnTo>
                    <a:pt x="1993173" y="239654"/>
                  </a:lnTo>
                  <a:lnTo>
                    <a:pt x="1994245" y="238360"/>
                  </a:lnTo>
                  <a:lnTo>
                    <a:pt x="1995316" y="237069"/>
                  </a:lnTo>
                  <a:lnTo>
                    <a:pt x="1996388" y="235779"/>
                  </a:lnTo>
                  <a:lnTo>
                    <a:pt x="1997460" y="234491"/>
                  </a:lnTo>
                  <a:lnTo>
                    <a:pt x="1998531" y="233205"/>
                  </a:lnTo>
                  <a:lnTo>
                    <a:pt x="1999603" y="231922"/>
                  </a:lnTo>
                  <a:lnTo>
                    <a:pt x="2000674" y="230640"/>
                  </a:lnTo>
                  <a:lnTo>
                    <a:pt x="2001746" y="229361"/>
                  </a:lnTo>
                  <a:lnTo>
                    <a:pt x="2002818" y="228084"/>
                  </a:lnTo>
                  <a:lnTo>
                    <a:pt x="2003889" y="226809"/>
                  </a:lnTo>
                  <a:lnTo>
                    <a:pt x="2004961" y="225536"/>
                  </a:lnTo>
                  <a:lnTo>
                    <a:pt x="2006032" y="224266"/>
                  </a:lnTo>
                  <a:lnTo>
                    <a:pt x="2007104" y="222998"/>
                  </a:lnTo>
                  <a:lnTo>
                    <a:pt x="2008176" y="221732"/>
                  </a:lnTo>
                  <a:lnTo>
                    <a:pt x="2009247" y="220469"/>
                  </a:lnTo>
                  <a:lnTo>
                    <a:pt x="2010319" y="219209"/>
                  </a:lnTo>
                  <a:lnTo>
                    <a:pt x="2011390" y="217950"/>
                  </a:lnTo>
                  <a:lnTo>
                    <a:pt x="2012462" y="216695"/>
                  </a:lnTo>
                  <a:lnTo>
                    <a:pt x="2013534" y="215442"/>
                  </a:lnTo>
                  <a:lnTo>
                    <a:pt x="2014605" y="214191"/>
                  </a:lnTo>
                  <a:lnTo>
                    <a:pt x="2015677" y="212943"/>
                  </a:lnTo>
                  <a:lnTo>
                    <a:pt x="2016748" y="211698"/>
                  </a:lnTo>
                  <a:lnTo>
                    <a:pt x="2017820" y="210456"/>
                  </a:lnTo>
                  <a:lnTo>
                    <a:pt x="2018892" y="209216"/>
                  </a:lnTo>
                  <a:lnTo>
                    <a:pt x="2019963" y="207979"/>
                  </a:lnTo>
                  <a:lnTo>
                    <a:pt x="2021035" y="206745"/>
                  </a:lnTo>
                  <a:lnTo>
                    <a:pt x="2022106" y="205514"/>
                  </a:lnTo>
                  <a:lnTo>
                    <a:pt x="2023178" y="204286"/>
                  </a:lnTo>
                  <a:lnTo>
                    <a:pt x="2024250" y="203060"/>
                  </a:lnTo>
                  <a:lnTo>
                    <a:pt x="2025321" y="201838"/>
                  </a:lnTo>
                  <a:lnTo>
                    <a:pt x="2026393" y="200619"/>
                  </a:lnTo>
                  <a:lnTo>
                    <a:pt x="2027464" y="199402"/>
                  </a:lnTo>
                  <a:lnTo>
                    <a:pt x="2028536" y="198189"/>
                  </a:lnTo>
                  <a:lnTo>
                    <a:pt x="2029608" y="196979"/>
                  </a:lnTo>
                  <a:lnTo>
                    <a:pt x="2030679" y="195772"/>
                  </a:lnTo>
                  <a:lnTo>
                    <a:pt x="2031751" y="194569"/>
                  </a:lnTo>
                  <a:lnTo>
                    <a:pt x="2032822" y="193368"/>
                  </a:lnTo>
                  <a:lnTo>
                    <a:pt x="2033894" y="192171"/>
                  </a:lnTo>
                  <a:lnTo>
                    <a:pt x="2034966" y="190977"/>
                  </a:lnTo>
                  <a:lnTo>
                    <a:pt x="2036037" y="189787"/>
                  </a:lnTo>
                  <a:lnTo>
                    <a:pt x="2037109" y="188600"/>
                  </a:lnTo>
                  <a:lnTo>
                    <a:pt x="2038180" y="187416"/>
                  </a:lnTo>
                  <a:lnTo>
                    <a:pt x="2039252" y="186236"/>
                  </a:lnTo>
                  <a:lnTo>
                    <a:pt x="2040324" y="185060"/>
                  </a:lnTo>
                  <a:lnTo>
                    <a:pt x="2041395" y="183886"/>
                  </a:lnTo>
                  <a:lnTo>
                    <a:pt x="2042467" y="182717"/>
                  </a:lnTo>
                  <a:lnTo>
                    <a:pt x="2043538" y="181551"/>
                  </a:lnTo>
                  <a:lnTo>
                    <a:pt x="2044610" y="180389"/>
                  </a:lnTo>
                  <a:lnTo>
                    <a:pt x="2045682" y="179230"/>
                  </a:lnTo>
                  <a:lnTo>
                    <a:pt x="2046753" y="178075"/>
                  </a:lnTo>
                  <a:lnTo>
                    <a:pt x="2047825" y="176924"/>
                  </a:lnTo>
                  <a:lnTo>
                    <a:pt x="2048896" y="175776"/>
                  </a:lnTo>
                  <a:lnTo>
                    <a:pt x="2049968" y="174632"/>
                  </a:lnTo>
                  <a:lnTo>
                    <a:pt x="2051040" y="173492"/>
                  </a:lnTo>
                  <a:lnTo>
                    <a:pt x="2052111" y="172355"/>
                  </a:lnTo>
                  <a:lnTo>
                    <a:pt x="2053183" y="171222"/>
                  </a:lnTo>
                  <a:lnTo>
                    <a:pt x="2054254" y="170093"/>
                  </a:lnTo>
                  <a:lnTo>
                    <a:pt x="2055326" y="168967"/>
                  </a:lnTo>
                  <a:lnTo>
                    <a:pt x="2056398" y="167845"/>
                  </a:lnTo>
                  <a:lnTo>
                    <a:pt x="2057469" y="166726"/>
                  </a:lnTo>
                  <a:lnTo>
                    <a:pt x="2058541" y="165611"/>
                  </a:lnTo>
                  <a:lnTo>
                    <a:pt x="2059612" y="164500"/>
                  </a:lnTo>
                  <a:lnTo>
                    <a:pt x="2060684" y="163393"/>
                  </a:lnTo>
                  <a:lnTo>
                    <a:pt x="2061756" y="162289"/>
                  </a:lnTo>
                  <a:lnTo>
                    <a:pt x="2062827" y="161189"/>
                  </a:lnTo>
                  <a:lnTo>
                    <a:pt x="2063899" y="160093"/>
                  </a:lnTo>
                  <a:lnTo>
                    <a:pt x="2064970" y="159000"/>
                  </a:lnTo>
                  <a:lnTo>
                    <a:pt x="2066042" y="157912"/>
                  </a:lnTo>
                  <a:lnTo>
                    <a:pt x="2067114" y="156826"/>
                  </a:lnTo>
                  <a:lnTo>
                    <a:pt x="2068185" y="155745"/>
                  </a:lnTo>
                  <a:lnTo>
                    <a:pt x="2069257" y="154667"/>
                  </a:lnTo>
                  <a:lnTo>
                    <a:pt x="2070328" y="153593"/>
                  </a:lnTo>
                  <a:lnTo>
                    <a:pt x="2071400" y="152523"/>
                  </a:lnTo>
                  <a:lnTo>
                    <a:pt x="2072472" y="151456"/>
                  </a:lnTo>
                  <a:lnTo>
                    <a:pt x="2073543" y="150393"/>
                  </a:lnTo>
                  <a:lnTo>
                    <a:pt x="2074615" y="149334"/>
                  </a:lnTo>
                  <a:lnTo>
                    <a:pt x="2075686" y="148279"/>
                  </a:lnTo>
                  <a:lnTo>
                    <a:pt x="2076758" y="147227"/>
                  </a:lnTo>
                  <a:lnTo>
                    <a:pt x="2077830" y="146180"/>
                  </a:lnTo>
                  <a:lnTo>
                    <a:pt x="2078901" y="145135"/>
                  </a:lnTo>
                  <a:lnTo>
                    <a:pt x="2079973" y="144095"/>
                  </a:lnTo>
                  <a:lnTo>
                    <a:pt x="2081044" y="143059"/>
                  </a:lnTo>
                  <a:lnTo>
                    <a:pt x="2082116" y="142026"/>
                  </a:lnTo>
                  <a:lnTo>
                    <a:pt x="2083188" y="140997"/>
                  </a:lnTo>
                  <a:lnTo>
                    <a:pt x="2084259" y="139971"/>
                  </a:lnTo>
                  <a:lnTo>
                    <a:pt x="2085331" y="138950"/>
                  </a:lnTo>
                  <a:lnTo>
                    <a:pt x="2086402" y="137932"/>
                  </a:lnTo>
                  <a:lnTo>
                    <a:pt x="2087474" y="136918"/>
                  </a:lnTo>
                  <a:lnTo>
                    <a:pt x="2088546" y="135908"/>
                  </a:lnTo>
                  <a:lnTo>
                    <a:pt x="2089617" y="134901"/>
                  </a:lnTo>
                  <a:lnTo>
                    <a:pt x="2090689" y="133899"/>
                  </a:lnTo>
                  <a:lnTo>
                    <a:pt x="2091760" y="132900"/>
                  </a:lnTo>
                  <a:lnTo>
                    <a:pt x="2092832" y="131905"/>
                  </a:lnTo>
                  <a:lnTo>
                    <a:pt x="2093904" y="130913"/>
                  </a:lnTo>
                  <a:lnTo>
                    <a:pt x="2094975" y="129926"/>
                  </a:lnTo>
                  <a:lnTo>
                    <a:pt x="2096047" y="128942"/>
                  </a:lnTo>
                  <a:lnTo>
                    <a:pt x="2097118" y="127962"/>
                  </a:lnTo>
                  <a:lnTo>
                    <a:pt x="2098190" y="126986"/>
                  </a:lnTo>
                  <a:lnTo>
                    <a:pt x="2099262" y="126014"/>
                  </a:lnTo>
                  <a:lnTo>
                    <a:pt x="2100333" y="125045"/>
                  </a:lnTo>
                  <a:lnTo>
                    <a:pt x="2101405" y="124081"/>
                  </a:lnTo>
                  <a:lnTo>
                    <a:pt x="2102476" y="123120"/>
                  </a:lnTo>
                  <a:lnTo>
                    <a:pt x="2103548" y="122163"/>
                  </a:lnTo>
                  <a:lnTo>
                    <a:pt x="2104620" y="121209"/>
                  </a:lnTo>
                  <a:lnTo>
                    <a:pt x="2105691" y="120260"/>
                  </a:lnTo>
                  <a:lnTo>
                    <a:pt x="2106763" y="119314"/>
                  </a:lnTo>
                  <a:lnTo>
                    <a:pt x="2107834" y="118373"/>
                  </a:lnTo>
                  <a:lnTo>
                    <a:pt x="2108906" y="117435"/>
                  </a:lnTo>
                  <a:lnTo>
                    <a:pt x="2109978" y="116500"/>
                  </a:lnTo>
                  <a:lnTo>
                    <a:pt x="2111049" y="115570"/>
                  </a:lnTo>
                  <a:lnTo>
                    <a:pt x="2112121" y="114643"/>
                  </a:lnTo>
                  <a:lnTo>
                    <a:pt x="2113192" y="113721"/>
                  </a:lnTo>
                  <a:lnTo>
                    <a:pt x="2114264" y="112802"/>
                  </a:lnTo>
                  <a:lnTo>
                    <a:pt x="2115336" y="111887"/>
                  </a:lnTo>
                  <a:lnTo>
                    <a:pt x="2116407" y="110975"/>
                  </a:lnTo>
                  <a:lnTo>
                    <a:pt x="2117479" y="110068"/>
                  </a:lnTo>
                  <a:lnTo>
                    <a:pt x="2118550" y="109165"/>
                  </a:lnTo>
                  <a:lnTo>
                    <a:pt x="2119622" y="108265"/>
                  </a:lnTo>
                  <a:lnTo>
                    <a:pt x="2120694" y="107369"/>
                  </a:lnTo>
                  <a:lnTo>
                    <a:pt x="2121765" y="106477"/>
                  </a:lnTo>
                  <a:lnTo>
                    <a:pt x="2122837" y="105589"/>
                  </a:lnTo>
                  <a:lnTo>
                    <a:pt x="2123908" y="104704"/>
                  </a:lnTo>
                  <a:lnTo>
                    <a:pt x="2124980" y="103824"/>
                  </a:lnTo>
                  <a:lnTo>
                    <a:pt x="2126052" y="102947"/>
                  </a:lnTo>
                  <a:lnTo>
                    <a:pt x="2127123" y="102074"/>
                  </a:lnTo>
                  <a:lnTo>
                    <a:pt x="2128195" y="101205"/>
                  </a:lnTo>
                  <a:lnTo>
                    <a:pt x="2129266" y="100340"/>
                  </a:lnTo>
                  <a:lnTo>
                    <a:pt x="2130338" y="99478"/>
                  </a:lnTo>
                  <a:lnTo>
                    <a:pt x="2131409" y="98621"/>
                  </a:lnTo>
                  <a:lnTo>
                    <a:pt x="2132481" y="97767"/>
                  </a:lnTo>
                  <a:lnTo>
                    <a:pt x="2133553" y="96917"/>
                  </a:lnTo>
                  <a:lnTo>
                    <a:pt x="2134624" y="96071"/>
                  </a:lnTo>
                  <a:lnTo>
                    <a:pt x="2135696" y="95229"/>
                  </a:lnTo>
                  <a:lnTo>
                    <a:pt x="2136767" y="94391"/>
                  </a:lnTo>
                  <a:lnTo>
                    <a:pt x="2137839" y="93556"/>
                  </a:lnTo>
                  <a:lnTo>
                    <a:pt x="2138911" y="92726"/>
                  </a:lnTo>
                  <a:lnTo>
                    <a:pt x="2139982" y="91899"/>
                  </a:lnTo>
                  <a:lnTo>
                    <a:pt x="2141054" y="91076"/>
                  </a:lnTo>
                  <a:lnTo>
                    <a:pt x="2142125" y="90257"/>
                  </a:lnTo>
                  <a:lnTo>
                    <a:pt x="2143197" y="89442"/>
                  </a:lnTo>
                  <a:lnTo>
                    <a:pt x="2144269" y="88630"/>
                  </a:lnTo>
                  <a:lnTo>
                    <a:pt x="2145340" y="87823"/>
                  </a:lnTo>
                  <a:lnTo>
                    <a:pt x="2146412" y="87019"/>
                  </a:lnTo>
                  <a:lnTo>
                    <a:pt x="2147483" y="86219"/>
                  </a:lnTo>
                  <a:lnTo>
                    <a:pt x="2148555" y="85423"/>
                  </a:lnTo>
                  <a:lnTo>
                    <a:pt x="2149627" y="84631"/>
                  </a:lnTo>
                  <a:lnTo>
                    <a:pt x="2150698" y="83843"/>
                  </a:lnTo>
                  <a:lnTo>
                    <a:pt x="2151770" y="83059"/>
                  </a:lnTo>
                  <a:lnTo>
                    <a:pt x="2152841" y="82278"/>
                  </a:lnTo>
                  <a:lnTo>
                    <a:pt x="2153913" y="81501"/>
                  </a:lnTo>
                  <a:lnTo>
                    <a:pt x="2154985" y="80728"/>
                  </a:lnTo>
                  <a:lnTo>
                    <a:pt x="2156056" y="79959"/>
                  </a:lnTo>
                  <a:lnTo>
                    <a:pt x="2157128" y="79194"/>
                  </a:lnTo>
                  <a:lnTo>
                    <a:pt x="2158199" y="78433"/>
                  </a:lnTo>
                  <a:lnTo>
                    <a:pt x="2159271" y="77675"/>
                  </a:lnTo>
                  <a:lnTo>
                    <a:pt x="2160343" y="76922"/>
                  </a:lnTo>
                  <a:lnTo>
                    <a:pt x="2161414" y="76172"/>
                  </a:lnTo>
                  <a:lnTo>
                    <a:pt x="2162486" y="75426"/>
                  </a:lnTo>
                  <a:lnTo>
                    <a:pt x="2163557" y="74684"/>
                  </a:lnTo>
                  <a:lnTo>
                    <a:pt x="2164629" y="73945"/>
                  </a:lnTo>
                  <a:lnTo>
                    <a:pt x="2165701" y="73211"/>
                  </a:lnTo>
                  <a:lnTo>
                    <a:pt x="2166772" y="72480"/>
                  </a:lnTo>
                  <a:lnTo>
                    <a:pt x="2167844" y="71753"/>
                  </a:lnTo>
                  <a:lnTo>
                    <a:pt x="2168915" y="71031"/>
                  </a:lnTo>
                  <a:lnTo>
                    <a:pt x="2169987" y="70311"/>
                  </a:lnTo>
                  <a:lnTo>
                    <a:pt x="2171059" y="69596"/>
                  </a:lnTo>
                  <a:lnTo>
                    <a:pt x="2172130" y="68885"/>
                  </a:lnTo>
                  <a:lnTo>
                    <a:pt x="2173202" y="68177"/>
                  </a:lnTo>
                  <a:lnTo>
                    <a:pt x="2174273" y="67473"/>
                  </a:lnTo>
                  <a:lnTo>
                    <a:pt x="2175345" y="66773"/>
                  </a:lnTo>
                  <a:lnTo>
                    <a:pt x="2176417" y="66077"/>
                  </a:lnTo>
                  <a:lnTo>
                    <a:pt x="2177488" y="65385"/>
                  </a:lnTo>
                  <a:lnTo>
                    <a:pt x="2178560" y="64697"/>
                  </a:lnTo>
                  <a:lnTo>
                    <a:pt x="2179631" y="64012"/>
                  </a:lnTo>
                  <a:lnTo>
                    <a:pt x="2180703" y="63331"/>
                  </a:lnTo>
                  <a:lnTo>
                    <a:pt x="2181775" y="62654"/>
                  </a:lnTo>
                  <a:lnTo>
                    <a:pt x="2182846" y="61981"/>
                  </a:lnTo>
                  <a:lnTo>
                    <a:pt x="2183918" y="61312"/>
                  </a:lnTo>
                  <a:lnTo>
                    <a:pt x="2184989" y="60646"/>
                  </a:lnTo>
                  <a:lnTo>
                    <a:pt x="2186061" y="59985"/>
                  </a:lnTo>
                  <a:lnTo>
                    <a:pt x="2187133" y="59327"/>
                  </a:lnTo>
                  <a:lnTo>
                    <a:pt x="2188204" y="58673"/>
                  </a:lnTo>
                  <a:lnTo>
                    <a:pt x="2189276" y="58023"/>
                  </a:lnTo>
                  <a:lnTo>
                    <a:pt x="2190347" y="57376"/>
                  </a:lnTo>
                  <a:lnTo>
                    <a:pt x="2191419" y="56734"/>
                  </a:lnTo>
                  <a:lnTo>
                    <a:pt x="2192491" y="56095"/>
                  </a:lnTo>
                  <a:lnTo>
                    <a:pt x="2193562" y="55460"/>
                  </a:lnTo>
                  <a:lnTo>
                    <a:pt x="2194634" y="54829"/>
                  </a:lnTo>
                  <a:lnTo>
                    <a:pt x="2195705" y="54202"/>
                  </a:lnTo>
                  <a:lnTo>
                    <a:pt x="2196777" y="53578"/>
                  </a:lnTo>
                  <a:lnTo>
                    <a:pt x="2197849" y="52958"/>
                  </a:lnTo>
                  <a:lnTo>
                    <a:pt x="2198920" y="52342"/>
                  </a:lnTo>
                  <a:lnTo>
                    <a:pt x="2199992" y="51730"/>
                  </a:lnTo>
                  <a:lnTo>
                    <a:pt x="2201063" y="51122"/>
                  </a:lnTo>
                  <a:lnTo>
                    <a:pt x="2202135" y="50517"/>
                  </a:lnTo>
                  <a:lnTo>
                    <a:pt x="2203207" y="49917"/>
                  </a:lnTo>
                  <a:lnTo>
                    <a:pt x="2204278" y="49320"/>
                  </a:lnTo>
                  <a:lnTo>
                    <a:pt x="2205350" y="48726"/>
                  </a:lnTo>
                  <a:lnTo>
                    <a:pt x="2206421" y="48137"/>
                  </a:lnTo>
                  <a:lnTo>
                    <a:pt x="2207493" y="47551"/>
                  </a:lnTo>
                  <a:lnTo>
                    <a:pt x="2208565" y="46970"/>
                  </a:lnTo>
                  <a:lnTo>
                    <a:pt x="2209636" y="46392"/>
                  </a:lnTo>
                  <a:lnTo>
                    <a:pt x="2210708" y="45817"/>
                  </a:lnTo>
                  <a:lnTo>
                    <a:pt x="2211779" y="45247"/>
                  </a:lnTo>
                  <a:lnTo>
                    <a:pt x="2212851" y="44680"/>
                  </a:lnTo>
                  <a:lnTo>
                    <a:pt x="2213923" y="44117"/>
                  </a:lnTo>
                  <a:lnTo>
                    <a:pt x="2214994" y="43558"/>
                  </a:lnTo>
                  <a:lnTo>
                    <a:pt x="2216066" y="43002"/>
                  </a:lnTo>
                  <a:lnTo>
                    <a:pt x="2217137" y="42451"/>
                  </a:lnTo>
                  <a:lnTo>
                    <a:pt x="2218209" y="41903"/>
                  </a:lnTo>
                  <a:lnTo>
                    <a:pt x="2219281" y="41359"/>
                  </a:lnTo>
                  <a:lnTo>
                    <a:pt x="2220352" y="40818"/>
                  </a:lnTo>
                  <a:lnTo>
                    <a:pt x="2221424" y="40282"/>
                  </a:lnTo>
                  <a:lnTo>
                    <a:pt x="2222495" y="39749"/>
                  </a:lnTo>
                  <a:lnTo>
                    <a:pt x="2223567" y="39220"/>
                  </a:lnTo>
                  <a:lnTo>
                    <a:pt x="2224639" y="38694"/>
                  </a:lnTo>
                  <a:lnTo>
                    <a:pt x="2225710" y="38173"/>
                  </a:lnTo>
                  <a:lnTo>
                    <a:pt x="2226782" y="37655"/>
                  </a:lnTo>
                  <a:lnTo>
                    <a:pt x="2227853" y="37140"/>
                  </a:lnTo>
                  <a:lnTo>
                    <a:pt x="2228925" y="36630"/>
                  </a:lnTo>
                  <a:lnTo>
                    <a:pt x="2229997" y="36123"/>
                  </a:lnTo>
                  <a:lnTo>
                    <a:pt x="2231068" y="35620"/>
                  </a:lnTo>
                  <a:lnTo>
                    <a:pt x="2232140" y="35121"/>
                  </a:lnTo>
                  <a:lnTo>
                    <a:pt x="2233211" y="34625"/>
                  </a:lnTo>
                  <a:lnTo>
                    <a:pt x="2234283" y="34134"/>
                  </a:lnTo>
                  <a:lnTo>
                    <a:pt x="2235355" y="33645"/>
                  </a:lnTo>
                  <a:lnTo>
                    <a:pt x="2236426" y="33161"/>
                  </a:lnTo>
                  <a:lnTo>
                    <a:pt x="2237498" y="32680"/>
                  </a:lnTo>
                  <a:lnTo>
                    <a:pt x="2238569" y="32203"/>
                  </a:lnTo>
                  <a:lnTo>
                    <a:pt x="2239641" y="31730"/>
                  </a:lnTo>
                  <a:lnTo>
                    <a:pt x="2240713" y="31260"/>
                  </a:lnTo>
                  <a:lnTo>
                    <a:pt x="2241784" y="30794"/>
                  </a:lnTo>
                  <a:lnTo>
                    <a:pt x="2242856" y="30332"/>
                  </a:lnTo>
                  <a:lnTo>
                    <a:pt x="2243927" y="29874"/>
                  </a:lnTo>
                  <a:lnTo>
                    <a:pt x="2244999" y="29419"/>
                  </a:lnTo>
                  <a:lnTo>
                    <a:pt x="2246071" y="28968"/>
                  </a:lnTo>
                  <a:lnTo>
                    <a:pt x="2247142" y="28520"/>
                  </a:lnTo>
                  <a:lnTo>
                    <a:pt x="2248214" y="28076"/>
                  </a:lnTo>
                  <a:lnTo>
                    <a:pt x="2249285" y="27636"/>
                  </a:lnTo>
                  <a:lnTo>
                    <a:pt x="2250357" y="27200"/>
                  </a:lnTo>
                  <a:lnTo>
                    <a:pt x="2251429" y="26767"/>
                  </a:lnTo>
                  <a:lnTo>
                    <a:pt x="2252500" y="26338"/>
                  </a:lnTo>
                  <a:lnTo>
                    <a:pt x="2253572" y="25912"/>
                  </a:lnTo>
                  <a:lnTo>
                    <a:pt x="2254643" y="25490"/>
                  </a:lnTo>
                  <a:lnTo>
                    <a:pt x="2255715" y="25072"/>
                  </a:lnTo>
                  <a:lnTo>
                    <a:pt x="2256787" y="24657"/>
                  </a:lnTo>
                  <a:lnTo>
                    <a:pt x="2257858" y="24247"/>
                  </a:lnTo>
                  <a:lnTo>
                    <a:pt x="2258930" y="23839"/>
                  </a:lnTo>
                  <a:lnTo>
                    <a:pt x="2260001" y="23436"/>
                  </a:lnTo>
                  <a:lnTo>
                    <a:pt x="2261073" y="23036"/>
                  </a:lnTo>
                  <a:lnTo>
                    <a:pt x="2262145" y="22639"/>
                  </a:lnTo>
                  <a:lnTo>
                    <a:pt x="2263216" y="22246"/>
                  </a:lnTo>
                  <a:lnTo>
                    <a:pt x="2264288" y="21857"/>
                  </a:lnTo>
                  <a:lnTo>
                    <a:pt x="2265359" y="21472"/>
                  </a:lnTo>
                  <a:lnTo>
                    <a:pt x="2266431" y="21090"/>
                  </a:lnTo>
                  <a:lnTo>
                    <a:pt x="2267503" y="20711"/>
                  </a:lnTo>
                  <a:lnTo>
                    <a:pt x="2268574" y="20337"/>
                  </a:lnTo>
                  <a:lnTo>
                    <a:pt x="2269646" y="19966"/>
                  </a:lnTo>
                  <a:lnTo>
                    <a:pt x="2270717" y="19598"/>
                  </a:lnTo>
                  <a:lnTo>
                    <a:pt x="2271789" y="19234"/>
                  </a:lnTo>
                  <a:lnTo>
                    <a:pt x="2272861" y="18874"/>
                  </a:lnTo>
                  <a:lnTo>
                    <a:pt x="2273932" y="18517"/>
                  </a:lnTo>
                  <a:lnTo>
                    <a:pt x="2275004" y="18164"/>
                  </a:lnTo>
                  <a:lnTo>
                    <a:pt x="2276075" y="17814"/>
                  </a:lnTo>
                  <a:lnTo>
                    <a:pt x="2277147" y="17468"/>
                  </a:lnTo>
                  <a:lnTo>
                    <a:pt x="2278219" y="17126"/>
                  </a:lnTo>
                  <a:lnTo>
                    <a:pt x="2279290" y="16787"/>
                  </a:lnTo>
                  <a:lnTo>
                    <a:pt x="2280362" y="16451"/>
                  </a:lnTo>
                  <a:lnTo>
                    <a:pt x="2281433" y="16119"/>
                  </a:lnTo>
                  <a:lnTo>
                    <a:pt x="2282505" y="15791"/>
                  </a:lnTo>
                  <a:lnTo>
                    <a:pt x="2283577" y="15466"/>
                  </a:lnTo>
                  <a:lnTo>
                    <a:pt x="2284648" y="15145"/>
                  </a:lnTo>
                  <a:lnTo>
                    <a:pt x="2285720" y="14828"/>
                  </a:lnTo>
                  <a:lnTo>
                    <a:pt x="2286791" y="14513"/>
                  </a:lnTo>
                  <a:lnTo>
                    <a:pt x="2287863" y="14203"/>
                  </a:lnTo>
                  <a:lnTo>
                    <a:pt x="2288935" y="13896"/>
                  </a:lnTo>
                  <a:lnTo>
                    <a:pt x="2290006" y="13592"/>
                  </a:lnTo>
                  <a:lnTo>
                    <a:pt x="2291078" y="13292"/>
                  </a:lnTo>
                  <a:lnTo>
                    <a:pt x="2292149" y="12995"/>
                  </a:lnTo>
                  <a:lnTo>
                    <a:pt x="2293221" y="12702"/>
                  </a:lnTo>
                  <a:lnTo>
                    <a:pt x="2294293" y="12413"/>
                  </a:lnTo>
                  <a:lnTo>
                    <a:pt x="2295364" y="12127"/>
                  </a:lnTo>
                  <a:lnTo>
                    <a:pt x="2296436" y="11844"/>
                  </a:lnTo>
                  <a:lnTo>
                    <a:pt x="2297507" y="11565"/>
                  </a:lnTo>
                  <a:lnTo>
                    <a:pt x="2298579" y="11289"/>
                  </a:lnTo>
                  <a:lnTo>
                    <a:pt x="2299651" y="11017"/>
                  </a:lnTo>
                  <a:lnTo>
                    <a:pt x="2300722" y="10748"/>
                  </a:lnTo>
                  <a:lnTo>
                    <a:pt x="2301794" y="10483"/>
                  </a:lnTo>
                  <a:lnTo>
                    <a:pt x="2302865" y="10221"/>
                  </a:lnTo>
                  <a:lnTo>
                    <a:pt x="2303937" y="9963"/>
                  </a:lnTo>
                  <a:lnTo>
                    <a:pt x="2305009" y="9708"/>
                  </a:lnTo>
                  <a:lnTo>
                    <a:pt x="2306080" y="9457"/>
                  </a:lnTo>
                  <a:lnTo>
                    <a:pt x="2307152" y="9209"/>
                  </a:lnTo>
                  <a:lnTo>
                    <a:pt x="2308223" y="8964"/>
                  </a:lnTo>
                  <a:lnTo>
                    <a:pt x="2309295" y="8723"/>
                  </a:lnTo>
                  <a:lnTo>
                    <a:pt x="2310366" y="8485"/>
                  </a:lnTo>
                  <a:lnTo>
                    <a:pt x="2311438" y="8251"/>
                  </a:lnTo>
                  <a:lnTo>
                    <a:pt x="2312510" y="8020"/>
                  </a:lnTo>
                  <a:lnTo>
                    <a:pt x="2313581" y="7793"/>
                  </a:lnTo>
                  <a:lnTo>
                    <a:pt x="2314653" y="7569"/>
                  </a:lnTo>
                  <a:lnTo>
                    <a:pt x="2315724" y="7348"/>
                  </a:lnTo>
                  <a:lnTo>
                    <a:pt x="2316796" y="7131"/>
                  </a:lnTo>
                  <a:lnTo>
                    <a:pt x="2317868" y="6917"/>
                  </a:lnTo>
                  <a:lnTo>
                    <a:pt x="2318939" y="6706"/>
                  </a:lnTo>
                  <a:lnTo>
                    <a:pt x="2320011" y="6499"/>
                  </a:lnTo>
                  <a:lnTo>
                    <a:pt x="2321082" y="6295"/>
                  </a:lnTo>
                  <a:lnTo>
                    <a:pt x="2322154" y="6095"/>
                  </a:lnTo>
                  <a:lnTo>
                    <a:pt x="2323226" y="5898"/>
                  </a:lnTo>
                  <a:lnTo>
                    <a:pt x="2324297" y="5704"/>
                  </a:lnTo>
                  <a:lnTo>
                    <a:pt x="2325369" y="5514"/>
                  </a:lnTo>
                  <a:lnTo>
                    <a:pt x="2326440" y="5327"/>
                  </a:lnTo>
                  <a:lnTo>
                    <a:pt x="2327512" y="5143"/>
                  </a:lnTo>
                  <a:lnTo>
                    <a:pt x="2328584" y="4963"/>
                  </a:lnTo>
                  <a:lnTo>
                    <a:pt x="2329655" y="4786"/>
                  </a:lnTo>
                  <a:lnTo>
                    <a:pt x="2330727" y="4612"/>
                  </a:lnTo>
                  <a:lnTo>
                    <a:pt x="2331798" y="4441"/>
                  </a:lnTo>
                  <a:lnTo>
                    <a:pt x="2332870" y="4274"/>
                  </a:lnTo>
                  <a:lnTo>
                    <a:pt x="2333942" y="4111"/>
                  </a:lnTo>
                  <a:lnTo>
                    <a:pt x="2335013" y="3950"/>
                  </a:lnTo>
                  <a:lnTo>
                    <a:pt x="2336085" y="3793"/>
                  </a:lnTo>
                  <a:lnTo>
                    <a:pt x="2337156" y="3639"/>
                  </a:lnTo>
                  <a:lnTo>
                    <a:pt x="2338228" y="3488"/>
                  </a:lnTo>
                  <a:lnTo>
                    <a:pt x="2339300" y="3341"/>
                  </a:lnTo>
                  <a:lnTo>
                    <a:pt x="2340371" y="3197"/>
                  </a:lnTo>
                  <a:lnTo>
                    <a:pt x="2341443" y="3056"/>
                  </a:lnTo>
                  <a:lnTo>
                    <a:pt x="2342514" y="2919"/>
                  </a:lnTo>
                  <a:lnTo>
                    <a:pt x="2343586" y="2784"/>
                  </a:lnTo>
                  <a:lnTo>
                    <a:pt x="2344658" y="2653"/>
                  </a:lnTo>
                  <a:lnTo>
                    <a:pt x="2345729" y="2525"/>
                  </a:lnTo>
                  <a:lnTo>
                    <a:pt x="2346801" y="2401"/>
                  </a:lnTo>
                  <a:lnTo>
                    <a:pt x="2347872" y="2279"/>
                  </a:lnTo>
                  <a:lnTo>
                    <a:pt x="2348944" y="2161"/>
                  </a:lnTo>
                  <a:lnTo>
                    <a:pt x="2350016" y="2046"/>
                  </a:lnTo>
                  <a:lnTo>
                    <a:pt x="2351087" y="1935"/>
                  </a:lnTo>
                  <a:lnTo>
                    <a:pt x="2352159" y="1826"/>
                  </a:lnTo>
                  <a:lnTo>
                    <a:pt x="2353230" y="1721"/>
                  </a:lnTo>
                  <a:lnTo>
                    <a:pt x="2354302" y="1619"/>
                  </a:lnTo>
                  <a:lnTo>
                    <a:pt x="2355374" y="1520"/>
                  </a:lnTo>
                  <a:lnTo>
                    <a:pt x="2356445" y="1424"/>
                  </a:lnTo>
                  <a:lnTo>
                    <a:pt x="2357517" y="1331"/>
                  </a:lnTo>
                  <a:lnTo>
                    <a:pt x="2358588" y="1242"/>
                  </a:lnTo>
                  <a:lnTo>
                    <a:pt x="2359660" y="1156"/>
                  </a:lnTo>
                  <a:lnTo>
                    <a:pt x="2360732" y="1073"/>
                  </a:lnTo>
                  <a:lnTo>
                    <a:pt x="2361803" y="993"/>
                  </a:lnTo>
                  <a:lnTo>
                    <a:pt x="2362875" y="916"/>
                  </a:lnTo>
                  <a:lnTo>
                    <a:pt x="2363946" y="842"/>
                  </a:lnTo>
                  <a:lnTo>
                    <a:pt x="2365018" y="772"/>
                  </a:lnTo>
                  <a:lnTo>
                    <a:pt x="2366090" y="704"/>
                  </a:lnTo>
                  <a:lnTo>
                    <a:pt x="2367161" y="640"/>
                  </a:lnTo>
                  <a:lnTo>
                    <a:pt x="2368233" y="579"/>
                  </a:lnTo>
                  <a:lnTo>
                    <a:pt x="2369304" y="521"/>
                  </a:lnTo>
                  <a:lnTo>
                    <a:pt x="2370376" y="466"/>
                  </a:lnTo>
                  <a:lnTo>
                    <a:pt x="2371448" y="414"/>
                  </a:lnTo>
                  <a:lnTo>
                    <a:pt x="2372519" y="365"/>
                  </a:lnTo>
                  <a:lnTo>
                    <a:pt x="2373591" y="320"/>
                  </a:lnTo>
                  <a:lnTo>
                    <a:pt x="2374662" y="277"/>
                  </a:lnTo>
                  <a:lnTo>
                    <a:pt x="2375734" y="237"/>
                  </a:lnTo>
                  <a:lnTo>
                    <a:pt x="2376806" y="201"/>
                  </a:lnTo>
                  <a:lnTo>
                    <a:pt x="2377877" y="168"/>
                  </a:lnTo>
                  <a:lnTo>
                    <a:pt x="2378949" y="137"/>
                  </a:lnTo>
                  <a:lnTo>
                    <a:pt x="2380020" y="110"/>
                  </a:lnTo>
                  <a:lnTo>
                    <a:pt x="2381092" y="85"/>
                  </a:lnTo>
                  <a:lnTo>
                    <a:pt x="2382164" y="64"/>
                  </a:lnTo>
                  <a:lnTo>
                    <a:pt x="2383235" y="46"/>
                  </a:lnTo>
                  <a:lnTo>
                    <a:pt x="2384307" y="31"/>
                  </a:lnTo>
                  <a:lnTo>
                    <a:pt x="2385378" y="18"/>
                  </a:lnTo>
                  <a:lnTo>
                    <a:pt x="2386450" y="9"/>
                  </a:lnTo>
                  <a:lnTo>
                    <a:pt x="2387522" y="3"/>
                  </a:lnTo>
                  <a:lnTo>
                    <a:pt x="2388593" y="0"/>
                  </a:lnTo>
                  <a:lnTo>
                    <a:pt x="2389665" y="0"/>
                  </a:lnTo>
                  <a:lnTo>
                    <a:pt x="2390736" y="2"/>
                  </a:lnTo>
                  <a:lnTo>
                    <a:pt x="2391808" y="8"/>
                  </a:lnTo>
                  <a:lnTo>
                    <a:pt x="2392880" y="17"/>
                  </a:lnTo>
                  <a:lnTo>
                    <a:pt x="2393951" y="28"/>
                  </a:lnTo>
                  <a:lnTo>
                    <a:pt x="2395023" y="43"/>
                  </a:lnTo>
                  <a:lnTo>
                    <a:pt x="2396094" y="60"/>
                  </a:lnTo>
                  <a:lnTo>
                    <a:pt x="2397166" y="81"/>
                  </a:lnTo>
                  <a:lnTo>
                    <a:pt x="2398238" y="104"/>
                  </a:lnTo>
                  <a:lnTo>
                    <a:pt x="2399309" y="130"/>
                  </a:lnTo>
                  <a:lnTo>
                    <a:pt x="2400381" y="160"/>
                  </a:lnTo>
                  <a:lnTo>
                    <a:pt x="2401452" y="192"/>
                  </a:lnTo>
                  <a:lnTo>
                    <a:pt x="2402524" y="227"/>
                  </a:lnTo>
                  <a:lnTo>
                    <a:pt x="2403596" y="265"/>
                  </a:lnTo>
                  <a:lnTo>
                    <a:pt x="2404667" y="305"/>
                  </a:lnTo>
                  <a:lnTo>
                    <a:pt x="2405739" y="349"/>
                  </a:lnTo>
                  <a:lnTo>
                    <a:pt x="2406810" y="396"/>
                  </a:lnTo>
                  <a:lnTo>
                    <a:pt x="2407882" y="445"/>
                  </a:lnTo>
                  <a:lnTo>
                    <a:pt x="2408954" y="497"/>
                  </a:lnTo>
                  <a:lnTo>
                    <a:pt x="2410025" y="552"/>
                  </a:lnTo>
                  <a:lnTo>
                    <a:pt x="2411097" y="610"/>
                  </a:lnTo>
                  <a:lnTo>
                    <a:pt x="2412168" y="671"/>
                  </a:lnTo>
                  <a:lnTo>
                    <a:pt x="2413240" y="735"/>
                  </a:lnTo>
                  <a:lnTo>
                    <a:pt x="2414312" y="801"/>
                  </a:lnTo>
                  <a:lnTo>
                    <a:pt x="2415383" y="871"/>
                  </a:lnTo>
                  <a:lnTo>
                    <a:pt x="2416455" y="943"/>
                  </a:lnTo>
                  <a:lnTo>
                    <a:pt x="2417526" y="1018"/>
                  </a:lnTo>
                  <a:lnTo>
                    <a:pt x="2418598" y="1096"/>
                  </a:lnTo>
                  <a:lnTo>
                    <a:pt x="2419670" y="1176"/>
                  </a:lnTo>
                  <a:lnTo>
                    <a:pt x="2420741" y="1259"/>
                  </a:lnTo>
                  <a:lnTo>
                    <a:pt x="2421813" y="1345"/>
                  </a:lnTo>
                  <a:lnTo>
                    <a:pt x="2422884" y="1434"/>
                  </a:lnTo>
                  <a:lnTo>
                    <a:pt x="2423956" y="1526"/>
                  </a:lnTo>
                  <a:lnTo>
                    <a:pt x="2425028" y="1620"/>
                  </a:lnTo>
                  <a:lnTo>
                    <a:pt x="2426099" y="1717"/>
                  </a:lnTo>
                  <a:lnTo>
                    <a:pt x="2427171" y="1817"/>
                  </a:lnTo>
                  <a:lnTo>
                    <a:pt x="2428242" y="1920"/>
                  </a:lnTo>
                  <a:lnTo>
                    <a:pt x="2429314" y="2025"/>
                  </a:lnTo>
                  <a:lnTo>
                    <a:pt x="2430386" y="2133"/>
                  </a:lnTo>
                  <a:lnTo>
                    <a:pt x="2431457" y="2244"/>
                  </a:lnTo>
                  <a:lnTo>
                    <a:pt x="2432529" y="2358"/>
                  </a:lnTo>
                  <a:lnTo>
                    <a:pt x="2433600" y="2474"/>
                  </a:lnTo>
                  <a:lnTo>
                    <a:pt x="2434672" y="2593"/>
                  </a:lnTo>
                  <a:lnTo>
                    <a:pt x="2435744" y="2714"/>
                  </a:lnTo>
                  <a:lnTo>
                    <a:pt x="2436815" y="2838"/>
                  </a:lnTo>
                  <a:lnTo>
                    <a:pt x="2437887" y="2965"/>
                  </a:lnTo>
                  <a:lnTo>
                    <a:pt x="2438958" y="3095"/>
                  </a:lnTo>
                  <a:lnTo>
                    <a:pt x="2440030" y="3227"/>
                  </a:lnTo>
                  <a:lnTo>
                    <a:pt x="2441102" y="3362"/>
                  </a:lnTo>
                  <a:lnTo>
                    <a:pt x="2442173" y="3499"/>
                  </a:lnTo>
                  <a:lnTo>
                    <a:pt x="2443245" y="3640"/>
                  </a:lnTo>
                  <a:lnTo>
                    <a:pt x="2444316" y="3782"/>
                  </a:lnTo>
                  <a:lnTo>
                    <a:pt x="2445388" y="3928"/>
                  </a:lnTo>
                  <a:lnTo>
                    <a:pt x="2446460" y="4076"/>
                  </a:lnTo>
                  <a:lnTo>
                    <a:pt x="2447531" y="4226"/>
                  </a:lnTo>
                  <a:lnTo>
                    <a:pt x="2448603" y="4380"/>
                  </a:lnTo>
                  <a:lnTo>
                    <a:pt x="2449674" y="4535"/>
                  </a:lnTo>
                  <a:lnTo>
                    <a:pt x="2450746" y="4694"/>
                  </a:lnTo>
                  <a:lnTo>
                    <a:pt x="2451818" y="4855"/>
                  </a:lnTo>
                  <a:lnTo>
                    <a:pt x="2452889" y="5018"/>
                  </a:lnTo>
                  <a:lnTo>
                    <a:pt x="2453961" y="5184"/>
                  </a:lnTo>
                  <a:lnTo>
                    <a:pt x="2455032" y="5353"/>
                  </a:lnTo>
                  <a:lnTo>
                    <a:pt x="2456104" y="5524"/>
                  </a:lnTo>
                  <a:lnTo>
                    <a:pt x="2457176" y="5698"/>
                  </a:lnTo>
                  <a:lnTo>
                    <a:pt x="2458247" y="5874"/>
                  </a:lnTo>
                  <a:lnTo>
                    <a:pt x="2459319" y="6053"/>
                  </a:lnTo>
                  <a:lnTo>
                    <a:pt x="2460390" y="6234"/>
                  </a:lnTo>
                  <a:lnTo>
                    <a:pt x="2461462" y="6418"/>
                  </a:lnTo>
                  <a:lnTo>
                    <a:pt x="2462534" y="6604"/>
                  </a:lnTo>
                  <a:lnTo>
                    <a:pt x="2463605" y="6793"/>
                  </a:lnTo>
                  <a:lnTo>
                    <a:pt x="2464677" y="6984"/>
                  </a:lnTo>
                  <a:lnTo>
                    <a:pt x="2465748" y="7178"/>
                  </a:lnTo>
                  <a:lnTo>
                    <a:pt x="2466820" y="7374"/>
                  </a:lnTo>
                  <a:lnTo>
                    <a:pt x="2467892" y="7573"/>
                  </a:lnTo>
                  <a:lnTo>
                    <a:pt x="2468963" y="7774"/>
                  </a:lnTo>
                  <a:lnTo>
                    <a:pt x="2470035" y="7978"/>
                  </a:lnTo>
                  <a:lnTo>
                    <a:pt x="2471106" y="8184"/>
                  </a:lnTo>
                  <a:lnTo>
                    <a:pt x="2472178" y="8392"/>
                  </a:lnTo>
                  <a:lnTo>
                    <a:pt x="2473250" y="8603"/>
                  </a:lnTo>
                  <a:lnTo>
                    <a:pt x="2474321" y="8816"/>
                  </a:lnTo>
                  <a:lnTo>
                    <a:pt x="2475393" y="9032"/>
                  </a:lnTo>
                  <a:lnTo>
                    <a:pt x="2476464" y="9250"/>
                  </a:lnTo>
                  <a:lnTo>
                    <a:pt x="2477536" y="9471"/>
                  </a:lnTo>
                  <a:lnTo>
                    <a:pt x="2478608" y="9694"/>
                  </a:lnTo>
                  <a:lnTo>
                    <a:pt x="2479679" y="9919"/>
                  </a:lnTo>
                  <a:lnTo>
                    <a:pt x="2480751" y="10147"/>
                  </a:lnTo>
                  <a:lnTo>
                    <a:pt x="2481822" y="10377"/>
                  </a:lnTo>
                  <a:lnTo>
                    <a:pt x="2482894" y="10609"/>
                  </a:lnTo>
                  <a:lnTo>
                    <a:pt x="2483966" y="10844"/>
                  </a:lnTo>
                  <a:lnTo>
                    <a:pt x="2485037" y="11081"/>
                  </a:lnTo>
                  <a:lnTo>
                    <a:pt x="2486109" y="11320"/>
                  </a:lnTo>
                  <a:lnTo>
                    <a:pt x="2487180" y="11562"/>
                  </a:lnTo>
                  <a:lnTo>
                    <a:pt x="2488252" y="11806"/>
                  </a:lnTo>
                  <a:lnTo>
                    <a:pt x="2489323" y="12052"/>
                  </a:lnTo>
                  <a:lnTo>
                    <a:pt x="2490395" y="12301"/>
                  </a:lnTo>
                  <a:lnTo>
                    <a:pt x="2491467" y="12552"/>
                  </a:lnTo>
                  <a:lnTo>
                    <a:pt x="2492538" y="12805"/>
                  </a:lnTo>
                  <a:lnTo>
                    <a:pt x="2493610" y="13061"/>
                  </a:lnTo>
                  <a:lnTo>
                    <a:pt x="2494681" y="13319"/>
                  </a:lnTo>
                  <a:lnTo>
                    <a:pt x="2495753" y="13579"/>
                  </a:lnTo>
                  <a:lnTo>
                    <a:pt x="2496825" y="13841"/>
                  </a:lnTo>
                  <a:lnTo>
                    <a:pt x="2497896" y="14106"/>
                  </a:lnTo>
                  <a:lnTo>
                    <a:pt x="2498968" y="14372"/>
                  </a:lnTo>
                  <a:lnTo>
                    <a:pt x="2500039" y="14641"/>
                  </a:lnTo>
                  <a:lnTo>
                    <a:pt x="2501111" y="14913"/>
                  </a:lnTo>
                  <a:lnTo>
                    <a:pt x="2502183" y="15186"/>
                  </a:lnTo>
                  <a:lnTo>
                    <a:pt x="2503254" y="15462"/>
                  </a:lnTo>
                  <a:lnTo>
                    <a:pt x="2504326" y="15740"/>
                  </a:lnTo>
                  <a:lnTo>
                    <a:pt x="2505397" y="16020"/>
                  </a:lnTo>
                  <a:lnTo>
                    <a:pt x="2506469" y="16302"/>
                  </a:lnTo>
                  <a:lnTo>
                    <a:pt x="2507541" y="16587"/>
                  </a:lnTo>
                  <a:lnTo>
                    <a:pt x="2508612" y="16873"/>
                  </a:lnTo>
                  <a:lnTo>
                    <a:pt x="2509684" y="17162"/>
                  </a:lnTo>
                  <a:lnTo>
                    <a:pt x="2510755" y="17453"/>
                  </a:lnTo>
                  <a:lnTo>
                    <a:pt x="2511827" y="17746"/>
                  </a:lnTo>
                  <a:lnTo>
                    <a:pt x="2512899" y="18042"/>
                  </a:lnTo>
                  <a:lnTo>
                    <a:pt x="2513970" y="18339"/>
                  </a:lnTo>
                  <a:lnTo>
                    <a:pt x="2515042" y="18639"/>
                  </a:lnTo>
                  <a:lnTo>
                    <a:pt x="2516113" y="18940"/>
                  </a:lnTo>
                  <a:lnTo>
                    <a:pt x="2517185" y="19244"/>
                  </a:lnTo>
                  <a:lnTo>
                    <a:pt x="2518257" y="19550"/>
                  </a:lnTo>
                  <a:lnTo>
                    <a:pt x="2519328" y="19858"/>
                  </a:lnTo>
                  <a:lnTo>
                    <a:pt x="2520400" y="20168"/>
                  </a:lnTo>
                  <a:lnTo>
                    <a:pt x="2521471" y="20480"/>
                  </a:lnTo>
                  <a:lnTo>
                    <a:pt x="2522543" y="20794"/>
                  </a:lnTo>
                  <a:lnTo>
                    <a:pt x="2523615" y="21110"/>
                  </a:lnTo>
                  <a:lnTo>
                    <a:pt x="2524686" y="21429"/>
                  </a:lnTo>
                  <a:lnTo>
                    <a:pt x="2525758" y="21749"/>
                  </a:lnTo>
                  <a:lnTo>
                    <a:pt x="2526829" y="22071"/>
                  </a:lnTo>
                  <a:lnTo>
                    <a:pt x="2527901" y="22396"/>
                  </a:lnTo>
                  <a:lnTo>
                    <a:pt x="2528973" y="22722"/>
                  </a:lnTo>
                  <a:lnTo>
                    <a:pt x="2530044" y="23051"/>
                  </a:lnTo>
                  <a:lnTo>
                    <a:pt x="2531116" y="23381"/>
                  </a:lnTo>
                  <a:lnTo>
                    <a:pt x="2532187" y="23714"/>
                  </a:lnTo>
                  <a:lnTo>
                    <a:pt x="2533259" y="24048"/>
                  </a:lnTo>
                  <a:lnTo>
                    <a:pt x="2534331" y="24385"/>
                  </a:lnTo>
                  <a:lnTo>
                    <a:pt x="2535402" y="24723"/>
                  </a:lnTo>
                  <a:lnTo>
                    <a:pt x="2536474" y="25063"/>
                  </a:lnTo>
                  <a:lnTo>
                    <a:pt x="2537545" y="25406"/>
                  </a:lnTo>
                  <a:lnTo>
                    <a:pt x="2538617" y="25750"/>
                  </a:lnTo>
                  <a:lnTo>
                    <a:pt x="2539689" y="26096"/>
                  </a:lnTo>
                  <a:lnTo>
                    <a:pt x="2540760" y="26445"/>
                  </a:lnTo>
                  <a:lnTo>
                    <a:pt x="2541832" y="26795"/>
                  </a:lnTo>
                  <a:lnTo>
                    <a:pt x="2542903" y="27147"/>
                  </a:lnTo>
                  <a:lnTo>
                    <a:pt x="2543975" y="27501"/>
                  </a:lnTo>
                  <a:lnTo>
                    <a:pt x="2545047" y="27857"/>
                  </a:lnTo>
                  <a:lnTo>
                    <a:pt x="2546118" y="28214"/>
                  </a:lnTo>
                  <a:lnTo>
                    <a:pt x="2547190" y="28574"/>
                  </a:lnTo>
                  <a:lnTo>
                    <a:pt x="2548261" y="28935"/>
                  </a:lnTo>
                  <a:lnTo>
                    <a:pt x="2549333" y="29299"/>
                  </a:lnTo>
                  <a:lnTo>
                    <a:pt x="2550405" y="29664"/>
                  </a:lnTo>
                  <a:lnTo>
                    <a:pt x="2551476" y="30031"/>
                  </a:lnTo>
                  <a:lnTo>
                    <a:pt x="2552548" y="30400"/>
                  </a:lnTo>
                  <a:lnTo>
                    <a:pt x="2553619" y="30771"/>
                  </a:lnTo>
                  <a:lnTo>
                    <a:pt x="2554691" y="31144"/>
                  </a:lnTo>
                  <a:lnTo>
                    <a:pt x="2555763" y="31518"/>
                  </a:lnTo>
                  <a:lnTo>
                    <a:pt x="2556834" y="31895"/>
                  </a:lnTo>
                  <a:lnTo>
                    <a:pt x="2557906" y="32273"/>
                  </a:lnTo>
                  <a:lnTo>
                    <a:pt x="2558977" y="32653"/>
                  </a:lnTo>
                  <a:lnTo>
                    <a:pt x="2560049" y="33034"/>
                  </a:lnTo>
                  <a:lnTo>
                    <a:pt x="2561121" y="33418"/>
                  </a:lnTo>
                  <a:lnTo>
                    <a:pt x="2562192" y="33803"/>
                  </a:lnTo>
                  <a:lnTo>
                    <a:pt x="2563264" y="34190"/>
                  </a:lnTo>
                  <a:lnTo>
                    <a:pt x="2564335" y="34579"/>
                  </a:lnTo>
                  <a:lnTo>
                    <a:pt x="2565407" y="34970"/>
                  </a:lnTo>
                  <a:lnTo>
                    <a:pt x="2566479" y="35362"/>
                  </a:lnTo>
                  <a:lnTo>
                    <a:pt x="2567550" y="35756"/>
                  </a:lnTo>
                  <a:lnTo>
                    <a:pt x="2568622" y="36152"/>
                  </a:lnTo>
                  <a:lnTo>
                    <a:pt x="2569693" y="36549"/>
                  </a:lnTo>
                  <a:lnTo>
                    <a:pt x="2570765" y="36949"/>
                  </a:lnTo>
                  <a:lnTo>
                    <a:pt x="2571837" y="37349"/>
                  </a:lnTo>
                  <a:lnTo>
                    <a:pt x="2572908" y="37752"/>
                  </a:lnTo>
                  <a:lnTo>
                    <a:pt x="2573980" y="38156"/>
                  </a:lnTo>
                  <a:lnTo>
                    <a:pt x="2575051" y="38563"/>
                  </a:lnTo>
                  <a:lnTo>
                    <a:pt x="2576123" y="38970"/>
                  </a:lnTo>
                  <a:lnTo>
                    <a:pt x="2577195" y="39380"/>
                  </a:lnTo>
                  <a:lnTo>
                    <a:pt x="2578266" y="39791"/>
                  </a:lnTo>
                  <a:lnTo>
                    <a:pt x="2579338" y="40203"/>
                  </a:lnTo>
                  <a:lnTo>
                    <a:pt x="2580409" y="40618"/>
                  </a:lnTo>
                  <a:lnTo>
                    <a:pt x="2581481" y="41034"/>
                  </a:lnTo>
                  <a:lnTo>
                    <a:pt x="2582553" y="41451"/>
                  </a:lnTo>
                  <a:lnTo>
                    <a:pt x="2583624" y="41870"/>
                  </a:lnTo>
                  <a:lnTo>
                    <a:pt x="2584696" y="42291"/>
                  </a:lnTo>
                  <a:lnTo>
                    <a:pt x="2585767" y="42714"/>
                  </a:lnTo>
                  <a:lnTo>
                    <a:pt x="2586839" y="43138"/>
                  </a:lnTo>
                  <a:lnTo>
                    <a:pt x="2587911" y="43563"/>
                  </a:lnTo>
                  <a:lnTo>
                    <a:pt x="2588982" y="43991"/>
                  </a:lnTo>
                  <a:lnTo>
                    <a:pt x="2590054" y="44419"/>
                  </a:lnTo>
                  <a:lnTo>
                    <a:pt x="2591125" y="44850"/>
                  </a:lnTo>
                  <a:lnTo>
                    <a:pt x="2592197" y="45282"/>
                  </a:lnTo>
                  <a:lnTo>
                    <a:pt x="2593269" y="45715"/>
                  </a:lnTo>
                  <a:lnTo>
                    <a:pt x="2594340" y="46150"/>
                  </a:lnTo>
                  <a:lnTo>
                    <a:pt x="2595412" y="46587"/>
                  </a:lnTo>
                  <a:lnTo>
                    <a:pt x="2596483" y="47025"/>
                  </a:lnTo>
                  <a:lnTo>
                    <a:pt x="2597555" y="47464"/>
                  </a:lnTo>
                  <a:lnTo>
                    <a:pt x="2598627" y="47905"/>
                  </a:lnTo>
                  <a:lnTo>
                    <a:pt x="2599698" y="48348"/>
                  </a:lnTo>
                  <a:lnTo>
                    <a:pt x="2600770" y="48792"/>
                  </a:lnTo>
                  <a:lnTo>
                    <a:pt x="2601841" y="49238"/>
                  </a:lnTo>
                  <a:lnTo>
                    <a:pt x="2602913" y="49685"/>
                  </a:lnTo>
                  <a:lnTo>
                    <a:pt x="2603985" y="50133"/>
                  </a:lnTo>
                  <a:lnTo>
                    <a:pt x="2605056" y="50583"/>
                  </a:lnTo>
                  <a:lnTo>
                    <a:pt x="2606128" y="51035"/>
                  </a:lnTo>
                  <a:lnTo>
                    <a:pt x="2607199" y="51488"/>
                  </a:lnTo>
                  <a:lnTo>
                    <a:pt x="2608271" y="51942"/>
                  </a:lnTo>
                  <a:lnTo>
                    <a:pt x="2609343" y="52398"/>
                  </a:lnTo>
                  <a:lnTo>
                    <a:pt x="2610414" y="52855"/>
                  </a:lnTo>
                  <a:lnTo>
                    <a:pt x="2611486" y="53314"/>
                  </a:lnTo>
                  <a:lnTo>
                    <a:pt x="2612557" y="53774"/>
                  </a:lnTo>
                  <a:lnTo>
                    <a:pt x="2613629" y="54235"/>
                  </a:lnTo>
                  <a:lnTo>
                    <a:pt x="2614701" y="54698"/>
                  </a:lnTo>
                  <a:lnTo>
                    <a:pt x="2615772" y="55162"/>
                  </a:lnTo>
                  <a:lnTo>
                    <a:pt x="2616844" y="55628"/>
                  </a:lnTo>
                  <a:lnTo>
                    <a:pt x="2617915" y="56095"/>
                  </a:lnTo>
                  <a:lnTo>
                    <a:pt x="2618987" y="56563"/>
                  </a:lnTo>
                  <a:lnTo>
                    <a:pt x="2620059" y="57033"/>
                  </a:lnTo>
                  <a:lnTo>
                    <a:pt x="2621130" y="57504"/>
                  </a:lnTo>
                  <a:lnTo>
                    <a:pt x="2622202" y="57976"/>
                  </a:lnTo>
                  <a:lnTo>
                    <a:pt x="2623273" y="58450"/>
                  </a:lnTo>
                  <a:lnTo>
                    <a:pt x="2624345" y="58925"/>
                  </a:lnTo>
                  <a:lnTo>
                    <a:pt x="2625417" y="59401"/>
                  </a:lnTo>
                  <a:lnTo>
                    <a:pt x="2626488" y="59879"/>
                  </a:lnTo>
                  <a:lnTo>
                    <a:pt x="2627560" y="60358"/>
                  </a:lnTo>
                  <a:lnTo>
                    <a:pt x="2628631" y="60838"/>
                  </a:lnTo>
                  <a:lnTo>
                    <a:pt x="2629703" y="61320"/>
                  </a:lnTo>
                  <a:lnTo>
                    <a:pt x="2630775" y="61802"/>
                  </a:lnTo>
                  <a:lnTo>
                    <a:pt x="2631846" y="62287"/>
                  </a:lnTo>
                  <a:lnTo>
                    <a:pt x="2632918" y="62772"/>
                  </a:lnTo>
                  <a:lnTo>
                    <a:pt x="2633989" y="63258"/>
                  </a:lnTo>
                  <a:lnTo>
                    <a:pt x="2635061" y="63746"/>
                  </a:lnTo>
                  <a:lnTo>
                    <a:pt x="2636133" y="64235"/>
                  </a:lnTo>
                  <a:lnTo>
                    <a:pt x="2637204" y="64726"/>
                  </a:lnTo>
                  <a:lnTo>
                    <a:pt x="2638276" y="65217"/>
                  </a:lnTo>
                  <a:lnTo>
                    <a:pt x="2639347" y="65710"/>
                  </a:lnTo>
                  <a:lnTo>
                    <a:pt x="2640419" y="66204"/>
                  </a:lnTo>
                  <a:lnTo>
                    <a:pt x="2641491" y="66699"/>
                  </a:lnTo>
                  <a:lnTo>
                    <a:pt x="2642562" y="67195"/>
                  </a:lnTo>
                  <a:lnTo>
                    <a:pt x="2643634" y="67693"/>
                  </a:lnTo>
                  <a:lnTo>
                    <a:pt x="2644705" y="68192"/>
                  </a:lnTo>
                  <a:lnTo>
                    <a:pt x="2645777" y="68692"/>
                  </a:lnTo>
                  <a:lnTo>
                    <a:pt x="2646849" y="69193"/>
                  </a:lnTo>
                  <a:lnTo>
                    <a:pt x="2647920" y="69695"/>
                  </a:lnTo>
                  <a:lnTo>
                    <a:pt x="2648992" y="70198"/>
                  </a:lnTo>
                  <a:lnTo>
                    <a:pt x="2650063" y="70703"/>
                  </a:lnTo>
                  <a:lnTo>
                    <a:pt x="2651135" y="71208"/>
                  </a:lnTo>
                  <a:lnTo>
                    <a:pt x="2652207" y="71715"/>
                  </a:lnTo>
                  <a:lnTo>
                    <a:pt x="2653278" y="72223"/>
                  </a:lnTo>
                  <a:lnTo>
                    <a:pt x="2654350" y="72732"/>
                  </a:lnTo>
                  <a:lnTo>
                    <a:pt x="2655421" y="73242"/>
                  </a:lnTo>
                  <a:lnTo>
                    <a:pt x="2656493" y="73753"/>
                  </a:lnTo>
                  <a:lnTo>
                    <a:pt x="2657565" y="74265"/>
                  </a:lnTo>
                  <a:lnTo>
                    <a:pt x="2658636" y="74779"/>
                  </a:lnTo>
                  <a:lnTo>
                    <a:pt x="2659708" y="75293"/>
                  </a:lnTo>
                  <a:lnTo>
                    <a:pt x="2660779" y="75808"/>
                  </a:lnTo>
                  <a:lnTo>
                    <a:pt x="2661851" y="76325"/>
                  </a:lnTo>
                  <a:lnTo>
                    <a:pt x="2662922" y="76842"/>
                  </a:lnTo>
                  <a:lnTo>
                    <a:pt x="2663994" y="77361"/>
                  </a:lnTo>
                  <a:lnTo>
                    <a:pt x="2665066" y="77881"/>
                  </a:lnTo>
                  <a:lnTo>
                    <a:pt x="2666137" y="78401"/>
                  </a:lnTo>
                  <a:lnTo>
                    <a:pt x="2667209" y="78923"/>
                  </a:lnTo>
                  <a:lnTo>
                    <a:pt x="2668280" y="79446"/>
                  </a:lnTo>
                  <a:lnTo>
                    <a:pt x="2669352" y="79969"/>
                  </a:lnTo>
                  <a:lnTo>
                    <a:pt x="2670424" y="80494"/>
                  </a:lnTo>
                  <a:lnTo>
                    <a:pt x="2671495" y="81020"/>
                  </a:lnTo>
                  <a:lnTo>
                    <a:pt x="2672567" y="81546"/>
                  </a:lnTo>
                  <a:lnTo>
                    <a:pt x="2673638" y="82074"/>
                  </a:lnTo>
                  <a:lnTo>
                    <a:pt x="2674710" y="82602"/>
                  </a:lnTo>
                  <a:lnTo>
                    <a:pt x="2675782" y="83132"/>
                  </a:lnTo>
                  <a:lnTo>
                    <a:pt x="2676853" y="83663"/>
                  </a:lnTo>
                  <a:lnTo>
                    <a:pt x="2677925" y="84194"/>
                  </a:lnTo>
                  <a:lnTo>
                    <a:pt x="2678996" y="84726"/>
                  </a:lnTo>
                  <a:lnTo>
                    <a:pt x="2680068" y="85260"/>
                  </a:lnTo>
                  <a:lnTo>
                    <a:pt x="2681140" y="85794"/>
                  </a:lnTo>
                  <a:lnTo>
                    <a:pt x="2682211" y="86329"/>
                  </a:lnTo>
                  <a:lnTo>
                    <a:pt x="2683283" y="86865"/>
                  </a:lnTo>
                  <a:lnTo>
                    <a:pt x="2684354" y="87402"/>
                  </a:lnTo>
                  <a:lnTo>
                    <a:pt x="2685426" y="87940"/>
                  </a:lnTo>
                  <a:lnTo>
                    <a:pt x="2686498" y="88478"/>
                  </a:lnTo>
                  <a:lnTo>
                    <a:pt x="2687569" y="89018"/>
                  </a:lnTo>
                  <a:lnTo>
                    <a:pt x="2688641" y="89558"/>
                  </a:lnTo>
                  <a:lnTo>
                    <a:pt x="2689712" y="90100"/>
                  </a:lnTo>
                  <a:lnTo>
                    <a:pt x="2690784" y="90642"/>
                  </a:lnTo>
                  <a:lnTo>
                    <a:pt x="2691856" y="91185"/>
                  </a:lnTo>
                  <a:lnTo>
                    <a:pt x="2692927" y="91729"/>
                  </a:lnTo>
                  <a:lnTo>
                    <a:pt x="2693999" y="92273"/>
                  </a:lnTo>
                  <a:lnTo>
                    <a:pt x="2695070" y="92819"/>
                  </a:lnTo>
                  <a:lnTo>
                    <a:pt x="2696142" y="93365"/>
                  </a:lnTo>
                  <a:lnTo>
                    <a:pt x="2697214" y="93912"/>
                  </a:lnTo>
                  <a:lnTo>
                    <a:pt x="2698285" y="94460"/>
                  </a:lnTo>
                  <a:lnTo>
                    <a:pt x="2699357" y="95009"/>
                  </a:lnTo>
                  <a:lnTo>
                    <a:pt x="2700428" y="95558"/>
                  </a:lnTo>
                  <a:lnTo>
                    <a:pt x="2701500" y="96109"/>
                  </a:lnTo>
                  <a:lnTo>
                    <a:pt x="2702572" y="96660"/>
                  </a:lnTo>
                  <a:lnTo>
                    <a:pt x="2703643" y="97212"/>
                  </a:lnTo>
                  <a:lnTo>
                    <a:pt x="2704715" y="97764"/>
                  </a:lnTo>
                  <a:lnTo>
                    <a:pt x="2705786" y="98317"/>
                  </a:lnTo>
                  <a:lnTo>
                    <a:pt x="2706858" y="98872"/>
                  </a:lnTo>
                  <a:lnTo>
                    <a:pt x="2707930" y="99426"/>
                  </a:lnTo>
                  <a:lnTo>
                    <a:pt x="2709001" y="99982"/>
                  </a:lnTo>
                  <a:lnTo>
                    <a:pt x="2710073" y="100538"/>
                  </a:lnTo>
                  <a:lnTo>
                    <a:pt x="2711144" y="101095"/>
                  </a:lnTo>
                  <a:lnTo>
                    <a:pt x="2712216" y="101653"/>
                  </a:lnTo>
                  <a:lnTo>
                    <a:pt x="2713288" y="102211"/>
                  </a:lnTo>
                  <a:lnTo>
                    <a:pt x="2714359" y="102770"/>
                  </a:lnTo>
                  <a:lnTo>
                    <a:pt x="2715431" y="103330"/>
                  </a:lnTo>
                  <a:lnTo>
                    <a:pt x="2716502" y="103891"/>
                  </a:lnTo>
                  <a:lnTo>
                    <a:pt x="2717574" y="104452"/>
                  </a:lnTo>
                  <a:lnTo>
                    <a:pt x="2718646" y="105013"/>
                  </a:lnTo>
                  <a:lnTo>
                    <a:pt x="2719717" y="105576"/>
                  </a:lnTo>
                  <a:lnTo>
                    <a:pt x="2720789" y="106139"/>
                  </a:lnTo>
                  <a:lnTo>
                    <a:pt x="2721860" y="106703"/>
                  </a:lnTo>
                  <a:lnTo>
                    <a:pt x="2722932" y="107267"/>
                  </a:lnTo>
                  <a:lnTo>
                    <a:pt x="2724004" y="107832"/>
                  </a:lnTo>
                  <a:lnTo>
                    <a:pt x="2725075" y="108398"/>
                  </a:lnTo>
                  <a:lnTo>
                    <a:pt x="2726147" y="108964"/>
                  </a:lnTo>
                  <a:lnTo>
                    <a:pt x="2727218" y="109531"/>
                  </a:lnTo>
                  <a:lnTo>
                    <a:pt x="2728290" y="110098"/>
                  </a:lnTo>
                  <a:lnTo>
                    <a:pt x="2729362" y="110666"/>
                  </a:lnTo>
                  <a:lnTo>
                    <a:pt x="2730433" y="111235"/>
                  </a:lnTo>
                  <a:lnTo>
                    <a:pt x="2731505" y="111804"/>
                  </a:lnTo>
                  <a:lnTo>
                    <a:pt x="2732576" y="112374"/>
                  </a:lnTo>
                  <a:lnTo>
                    <a:pt x="2733648" y="112944"/>
                  </a:lnTo>
                  <a:lnTo>
                    <a:pt x="2734720" y="113515"/>
                  </a:lnTo>
                  <a:lnTo>
                    <a:pt x="2735791" y="114087"/>
                  </a:lnTo>
                  <a:lnTo>
                    <a:pt x="2736863" y="114659"/>
                  </a:lnTo>
                  <a:lnTo>
                    <a:pt x="2737934" y="115231"/>
                  </a:lnTo>
                  <a:lnTo>
                    <a:pt x="2739006" y="115804"/>
                  </a:lnTo>
                  <a:lnTo>
                    <a:pt x="2740078" y="116378"/>
                  </a:lnTo>
                  <a:lnTo>
                    <a:pt x="2741149" y="116952"/>
                  </a:lnTo>
                  <a:lnTo>
                    <a:pt x="2742221" y="117527"/>
                  </a:lnTo>
                  <a:lnTo>
                    <a:pt x="2743292" y="118102"/>
                  </a:lnTo>
                  <a:lnTo>
                    <a:pt x="2744364" y="118677"/>
                  </a:lnTo>
                  <a:lnTo>
                    <a:pt x="2745436" y="119253"/>
                  </a:lnTo>
                  <a:lnTo>
                    <a:pt x="2746507" y="119830"/>
                  </a:lnTo>
                  <a:lnTo>
                    <a:pt x="2747579" y="120407"/>
                  </a:lnTo>
                  <a:lnTo>
                    <a:pt x="2748650" y="120985"/>
                  </a:lnTo>
                  <a:lnTo>
                    <a:pt x="2749722" y="121563"/>
                  </a:lnTo>
                  <a:lnTo>
                    <a:pt x="2750794" y="122141"/>
                  </a:lnTo>
                  <a:lnTo>
                    <a:pt x="2751865" y="122720"/>
                  </a:lnTo>
                  <a:lnTo>
                    <a:pt x="2752937" y="123299"/>
                  </a:lnTo>
                  <a:lnTo>
                    <a:pt x="2754008" y="123879"/>
                  </a:lnTo>
                  <a:lnTo>
                    <a:pt x="2755080" y="124459"/>
                  </a:lnTo>
                  <a:lnTo>
                    <a:pt x="2756152" y="125040"/>
                  </a:lnTo>
                  <a:lnTo>
                    <a:pt x="2757223" y="125621"/>
                  </a:lnTo>
                  <a:lnTo>
                    <a:pt x="2758295" y="126203"/>
                  </a:lnTo>
                  <a:lnTo>
                    <a:pt x="2759366" y="126785"/>
                  </a:lnTo>
                  <a:lnTo>
                    <a:pt x="2760438" y="127367"/>
                  </a:lnTo>
                  <a:lnTo>
                    <a:pt x="2761510" y="127949"/>
                  </a:lnTo>
                  <a:lnTo>
                    <a:pt x="2762581" y="128532"/>
                  </a:lnTo>
                  <a:lnTo>
                    <a:pt x="2763653" y="129116"/>
                  </a:lnTo>
                  <a:lnTo>
                    <a:pt x="2764724" y="129700"/>
                  </a:lnTo>
                  <a:lnTo>
                    <a:pt x="2765796" y="130284"/>
                  </a:lnTo>
                  <a:lnTo>
                    <a:pt x="2766868" y="130868"/>
                  </a:lnTo>
                  <a:lnTo>
                    <a:pt x="2767939" y="131453"/>
                  </a:lnTo>
                  <a:lnTo>
                    <a:pt x="2769011" y="132038"/>
                  </a:lnTo>
                  <a:lnTo>
                    <a:pt x="2770082" y="132624"/>
                  </a:lnTo>
                  <a:lnTo>
                    <a:pt x="2771154" y="133210"/>
                  </a:lnTo>
                  <a:lnTo>
                    <a:pt x="2772226" y="133796"/>
                  </a:lnTo>
                  <a:lnTo>
                    <a:pt x="2773297" y="134382"/>
                  </a:lnTo>
                  <a:lnTo>
                    <a:pt x="2774369" y="134969"/>
                  </a:lnTo>
                  <a:lnTo>
                    <a:pt x="2775440" y="135556"/>
                  </a:lnTo>
                  <a:lnTo>
                    <a:pt x="2776512" y="136144"/>
                  </a:lnTo>
                  <a:lnTo>
                    <a:pt x="2777584" y="136732"/>
                  </a:lnTo>
                  <a:lnTo>
                    <a:pt x="2778655" y="137319"/>
                  </a:lnTo>
                  <a:lnTo>
                    <a:pt x="2779727" y="137908"/>
                  </a:lnTo>
                  <a:lnTo>
                    <a:pt x="2780798" y="138496"/>
                  </a:lnTo>
                  <a:lnTo>
                    <a:pt x="2781870" y="139085"/>
                  </a:lnTo>
                  <a:lnTo>
                    <a:pt x="2782942" y="139674"/>
                  </a:lnTo>
                  <a:lnTo>
                    <a:pt x="2784013" y="140263"/>
                  </a:lnTo>
                  <a:lnTo>
                    <a:pt x="2785085" y="140853"/>
                  </a:lnTo>
                  <a:lnTo>
                    <a:pt x="2786156" y="141443"/>
                  </a:lnTo>
                  <a:lnTo>
                    <a:pt x="2787228" y="142033"/>
                  </a:lnTo>
                  <a:lnTo>
                    <a:pt x="2788300" y="142623"/>
                  </a:lnTo>
                  <a:lnTo>
                    <a:pt x="2789371" y="143214"/>
                  </a:lnTo>
                  <a:lnTo>
                    <a:pt x="2790443" y="143804"/>
                  </a:lnTo>
                  <a:lnTo>
                    <a:pt x="2791514" y="144395"/>
                  </a:lnTo>
                  <a:lnTo>
                    <a:pt x="2792586" y="144986"/>
                  </a:lnTo>
                  <a:lnTo>
                    <a:pt x="2793658" y="145577"/>
                  </a:lnTo>
                  <a:lnTo>
                    <a:pt x="2794729" y="146169"/>
                  </a:lnTo>
                  <a:lnTo>
                    <a:pt x="2795801" y="146761"/>
                  </a:lnTo>
                  <a:lnTo>
                    <a:pt x="2796872" y="147352"/>
                  </a:lnTo>
                  <a:lnTo>
                    <a:pt x="2797944" y="147944"/>
                  </a:lnTo>
                  <a:lnTo>
                    <a:pt x="2799016" y="148537"/>
                  </a:lnTo>
                  <a:lnTo>
                    <a:pt x="2800087" y="149129"/>
                  </a:lnTo>
                  <a:lnTo>
                    <a:pt x="2801159" y="149721"/>
                  </a:lnTo>
                  <a:lnTo>
                    <a:pt x="2802230" y="150314"/>
                  </a:lnTo>
                  <a:lnTo>
                    <a:pt x="2803302" y="150907"/>
                  </a:lnTo>
                  <a:lnTo>
                    <a:pt x="2804374" y="151500"/>
                  </a:lnTo>
                  <a:lnTo>
                    <a:pt x="2805445" y="152093"/>
                  </a:lnTo>
                  <a:lnTo>
                    <a:pt x="2806517" y="152686"/>
                  </a:lnTo>
                  <a:lnTo>
                    <a:pt x="2807588" y="153279"/>
                  </a:lnTo>
                  <a:lnTo>
                    <a:pt x="2808660" y="153872"/>
                  </a:lnTo>
                  <a:lnTo>
                    <a:pt x="2809732" y="154466"/>
                  </a:lnTo>
                  <a:lnTo>
                    <a:pt x="2810803" y="155059"/>
                  </a:lnTo>
                  <a:lnTo>
                    <a:pt x="2811875" y="155653"/>
                  </a:lnTo>
                  <a:lnTo>
                    <a:pt x="2812946" y="156247"/>
                  </a:lnTo>
                  <a:lnTo>
                    <a:pt x="2814018" y="156841"/>
                  </a:lnTo>
                  <a:lnTo>
                    <a:pt x="2815090" y="157434"/>
                  </a:lnTo>
                  <a:lnTo>
                    <a:pt x="2816161" y="158028"/>
                  </a:lnTo>
                  <a:lnTo>
                    <a:pt x="2817233" y="158622"/>
                  </a:lnTo>
                  <a:lnTo>
                    <a:pt x="2818304" y="159217"/>
                  </a:lnTo>
                  <a:lnTo>
                    <a:pt x="2819376" y="159811"/>
                  </a:lnTo>
                  <a:lnTo>
                    <a:pt x="2820448" y="160405"/>
                  </a:lnTo>
                  <a:lnTo>
                    <a:pt x="2821519" y="160999"/>
                  </a:lnTo>
                  <a:lnTo>
                    <a:pt x="2822591" y="161593"/>
                  </a:lnTo>
                  <a:lnTo>
                    <a:pt x="2823662" y="162187"/>
                  </a:lnTo>
                  <a:lnTo>
                    <a:pt x="2824734" y="162782"/>
                  </a:lnTo>
                  <a:lnTo>
                    <a:pt x="2825806" y="163376"/>
                  </a:lnTo>
                  <a:lnTo>
                    <a:pt x="2826877" y="163970"/>
                  </a:lnTo>
                  <a:lnTo>
                    <a:pt x="2827949" y="164564"/>
                  </a:lnTo>
                  <a:lnTo>
                    <a:pt x="2829020" y="165159"/>
                  </a:lnTo>
                  <a:lnTo>
                    <a:pt x="2830092" y="165753"/>
                  </a:lnTo>
                  <a:lnTo>
                    <a:pt x="2831164" y="166347"/>
                  </a:lnTo>
                  <a:lnTo>
                    <a:pt x="2832235" y="166941"/>
                  </a:lnTo>
                  <a:lnTo>
                    <a:pt x="2833307" y="167536"/>
                  </a:lnTo>
                  <a:lnTo>
                    <a:pt x="2834378" y="168130"/>
                  </a:lnTo>
                  <a:lnTo>
                    <a:pt x="2835450" y="168724"/>
                  </a:lnTo>
                  <a:lnTo>
                    <a:pt x="2836522" y="169318"/>
                  </a:lnTo>
                  <a:lnTo>
                    <a:pt x="2837593" y="169912"/>
                  </a:lnTo>
                  <a:lnTo>
                    <a:pt x="2838665" y="170506"/>
                  </a:lnTo>
                  <a:lnTo>
                    <a:pt x="2839736" y="171100"/>
                  </a:lnTo>
                  <a:lnTo>
                    <a:pt x="2840808" y="171694"/>
                  </a:lnTo>
                  <a:lnTo>
                    <a:pt x="2841879" y="172288"/>
                  </a:lnTo>
                  <a:lnTo>
                    <a:pt x="2842951" y="172881"/>
                  </a:lnTo>
                  <a:lnTo>
                    <a:pt x="2844023" y="173475"/>
                  </a:lnTo>
                  <a:lnTo>
                    <a:pt x="2845094" y="174068"/>
                  </a:lnTo>
                  <a:lnTo>
                    <a:pt x="2846166" y="174662"/>
                  </a:lnTo>
                  <a:lnTo>
                    <a:pt x="2847237" y="175255"/>
                  </a:lnTo>
                  <a:lnTo>
                    <a:pt x="2848309" y="175848"/>
                  </a:lnTo>
                  <a:lnTo>
                    <a:pt x="2849381" y="176441"/>
                  </a:lnTo>
                  <a:lnTo>
                    <a:pt x="2850452" y="177034"/>
                  </a:lnTo>
                  <a:lnTo>
                    <a:pt x="2851524" y="177627"/>
                  </a:lnTo>
                  <a:lnTo>
                    <a:pt x="2852595" y="178220"/>
                  </a:lnTo>
                  <a:lnTo>
                    <a:pt x="2853667" y="178812"/>
                  </a:lnTo>
                  <a:lnTo>
                    <a:pt x="2854739" y="179405"/>
                  </a:lnTo>
                  <a:lnTo>
                    <a:pt x="2855810" y="179997"/>
                  </a:lnTo>
                  <a:lnTo>
                    <a:pt x="2856882" y="180589"/>
                  </a:lnTo>
                  <a:lnTo>
                    <a:pt x="2857953" y="181181"/>
                  </a:lnTo>
                  <a:lnTo>
                    <a:pt x="2859025" y="181773"/>
                  </a:lnTo>
                  <a:lnTo>
                    <a:pt x="2860097" y="182365"/>
                  </a:lnTo>
                  <a:lnTo>
                    <a:pt x="2861168" y="182956"/>
                  </a:lnTo>
                  <a:lnTo>
                    <a:pt x="2862240" y="183548"/>
                  </a:lnTo>
                  <a:lnTo>
                    <a:pt x="2863311" y="184139"/>
                  </a:lnTo>
                  <a:lnTo>
                    <a:pt x="2864383" y="184730"/>
                  </a:lnTo>
                  <a:lnTo>
                    <a:pt x="2865455" y="185321"/>
                  </a:lnTo>
                  <a:lnTo>
                    <a:pt x="2866526" y="185911"/>
                  </a:lnTo>
                  <a:lnTo>
                    <a:pt x="2867598" y="186501"/>
                  </a:lnTo>
                  <a:lnTo>
                    <a:pt x="2868669" y="187092"/>
                  </a:lnTo>
                  <a:lnTo>
                    <a:pt x="2869741" y="187681"/>
                  </a:lnTo>
                  <a:lnTo>
                    <a:pt x="2870813" y="188271"/>
                  </a:lnTo>
                  <a:lnTo>
                    <a:pt x="2871884" y="188861"/>
                  </a:lnTo>
                  <a:lnTo>
                    <a:pt x="2872956" y="189450"/>
                  </a:lnTo>
                  <a:lnTo>
                    <a:pt x="2874027" y="190039"/>
                  </a:lnTo>
                  <a:lnTo>
                    <a:pt x="2875099" y="190628"/>
                  </a:lnTo>
                  <a:lnTo>
                    <a:pt x="2876171" y="191216"/>
                  </a:lnTo>
                  <a:lnTo>
                    <a:pt x="2877242" y="191805"/>
                  </a:lnTo>
                  <a:lnTo>
                    <a:pt x="2878314" y="192393"/>
                  </a:lnTo>
                  <a:lnTo>
                    <a:pt x="2879385" y="192980"/>
                  </a:lnTo>
                  <a:lnTo>
                    <a:pt x="2880457" y="193568"/>
                  </a:lnTo>
                  <a:lnTo>
                    <a:pt x="2881529" y="194155"/>
                  </a:lnTo>
                  <a:lnTo>
                    <a:pt x="2882600" y="194742"/>
                  </a:lnTo>
                  <a:lnTo>
                    <a:pt x="2883672" y="195329"/>
                  </a:lnTo>
                  <a:lnTo>
                    <a:pt x="2884743" y="195915"/>
                  </a:lnTo>
                  <a:lnTo>
                    <a:pt x="2885815" y="196501"/>
                  </a:lnTo>
                  <a:lnTo>
                    <a:pt x="2886887" y="197087"/>
                  </a:lnTo>
                  <a:lnTo>
                    <a:pt x="2887958" y="197672"/>
                  </a:lnTo>
                  <a:lnTo>
                    <a:pt x="2889030" y="198258"/>
                  </a:lnTo>
                  <a:lnTo>
                    <a:pt x="2890101" y="198842"/>
                  </a:lnTo>
                  <a:lnTo>
                    <a:pt x="2891173" y="199427"/>
                  </a:lnTo>
                  <a:lnTo>
                    <a:pt x="2892245" y="200011"/>
                  </a:lnTo>
                  <a:lnTo>
                    <a:pt x="2893316" y="200595"/>
                  </a:lnTo>
                  <a:lnTo>
                    <a:pt x="2894388" y="201179"/>
                  </a:lnTo>
                  <a:lnTo>
                    <a:pt x="2895459" y="201762"/>
                  </a:lnTo>
                  <a:lnTo>
                    <a:pt x="2896531" y="202345"/>
                  </a:lnTo>
                  <a:lnTo>
                    <a:pt x="2897603" y="202927"/>
                  </a:lnTo>
                  <a:lnTo>
                    <a:pt x="2898674" y="203510"/>
                  </a:lnTo>
                  <a:lnTo>
                    <a:pt x="2899746" y="204092"/>
                  </a:lnTo>
                  <a:lnTo>
                    <a:pt x="2900817" y="204673"/>
                  </a:lnTo>
                  <a:lnTo>
                    <a:pt x="2901889" y="205254"/>
                  </a:lnTo>
                  <a:lnTo>
                    <a:pt x="2902961" y="205835"/>
                  </a:lnTo>
                  <a:lnTo>
                    <a:pt x="2904032" y="206415"/>
                  </a:lnTo>
                  <a:lnTo>
                    <a:pt x="2905104" y="206995"/>
                  </a:lnTo>
                  <a:lnTo>
                    <a:pt x="2906175" y="207575"/>
                  </a:lnTo>
                  <a:lnTo>
                    <a:pt x="2907247" y="208154"/>
                  </a:lnTo>
                  <a:lnTo>
                    <a:pt x="2908319" y="208733"/>
                  </a:lnTo>
                  <a:lnTo>
                    <a:pt x="2909390" y="209311"/>
                  </a:lnTo>
                  <a:lnTo>
                    <a:pt x="2910462" y="209890"/>
                  </a:lnTo>
                  <a:lnTo>
                    <a:pt x="2911533" y="210467"/>
                  </a:lnTo>
                  <a:lnTo>
                    <a:pt x="2912605" y="211044"/>
                  </a:lnTo>
                  <a:lnTo>
                    <a:pt x="2913677" y="211621"/>
                  </a:lnTo>
                  <a:lnTo>
                    <a:pt x="2914748" y="212198"/>
                  </a:lnTo>
                  <a:lnTo>
                    <a:pt x="2915820" y="212774"/>
                  </a:lnTo>
                  <a:lnTo>
                    <a:pt x="2916891" y="213349"/>
                  </a:lnTo>
                  <a:lnTo>
                    <a:pt x="2917963" y="213924"/>
                  </a:lnTo>
                  <a:lnTo>
                    <a:pt x="2919035" y="214499"/>
                  </a:lnTo>
                  <a:lnTo>
                    <a:pt x="2920106" y="215073"/>
                  </a:lnTo>
                  <a:lnTo>
                    <a:pt x="2921178" y="215647"/>
                  </a:lnTo>
                  <a:lnTo>
                    <a:pt x="2922249" y="216220"/>
                  </a:lnTo>
                  <a:lnTo>
                    <a:pt x="2923321" y="216793"/>
                  </a:lnTo>
                  <a:lnTo>
                    <a:pt x="2924393" y="217366"/>
                  </a:lnTo>
                  <a:lnTo>
                    <a:pt x="2925464" y="217938"/>
                  </a:lnTo>
                  <a:lnTo>
                    <a:pt x="2926536" y="218509"/>
                  </a:lnTo>
                  <a:lnTo>
                    <a:pt x="2927607" y="219080"/>
                  </a:lnTo>
                  <a:lnTo>
                    <a:pt x="2928679" y="219651"/>
                  </a:lnTo>
                  <a:lnTo>
                    <a:pt x="2929751" y="220221"/>
                  </a:lnTo>
                  <a:lnTo>
                    <a:pt x="2930822" y="220790"/>
                  </a:lnTo>
                  <a:lnTo>
                    <a:pt x="2931894" y="221359"/>
                  </a:lnTo>
                  <a:lnTo>
                    <a:pt x="2932965" y="221928"/>
                  </a:lnTo>
                  <a:lnTo>
                    <a:pt x="2934037" y="222496"/>
                  </a:lnTo>
                  <a:lnTo>
                    <a:pt x="2935109" y="223064"/>
                  </a:lnTo>
                  <a:lnTo>
                    <a:pt x="2936180" y="223631"/>
                  </a:lnTo>
                  <a:lnTo>
                    <a:pt x="2937252" y="224197"/>
                  </a:lnTo>
                  <a:lnTo>
                    <a:pt x="2938323" y="224763"/>
                  </a:lnTo>
                  <a:lnTo>
                    <a:pt x="2939395" y="225329"/>
                  </a:lnTo>
                  <a:lnTo>
                    <a:pt x="2940467" y="225894"/>
                  </a:lnTo>
                  <a:lnTo>
                    <a:pt x="2941538" y="226458"/>
                  </a:lnTo>
                  <a:lnTo>
                    <a:pt x="2942610" y="227022"/>
                  </a:lnTo>
                  <a:lnTo>
                    <a:pt x="2943681" y="227586"/>
                  </a:lnTo>
                  <a:lnTo>
                    <a:pt x="2944753" y="228148"/>
                  </a:lnTo>
                  <a:lnTo>
                    <a:pt x="2945825" y="228711"/>
                  </a:lnTo>
                  <a:lnTo>
                    <a:pt x="2946896" y="229273"/>
                  </a:lnTo>
                  <a:lnTo>
                    <a:pt x="2947968" y="229834"/>
                  </a:lnTo>
                  <a:lnTo>
                    <a:pt x="2949039" y="230394"/>
                  </a:lnTo>
                  <a:lnTo>
                    <a:pt x="2950111" y="230955"/>
                  </a:lnTo>
                  <a:lnTo>
                    <a:pt x="2951183" y="231514"/>
                  </a:lnTo>
                  <a:lnTo>
                    <a:pt x="2952254" y="232073"/>
                  </a:lnTo>
                  <a:lnTo>
                    <a:pt x="2953326" y="232631"/>
                  </a:lnTo>
                  <a:lnTo>
                    <a:pt x="2954397" y="233189"/>
                  </a:lnTo>
                  <a:lnTo>
                    <a:pt x="2955469" y="233746"/>
                  </a:lnTo>
                  <a:lnTo>
                    <a:pt x="2956541" y="234303"/>
                  </a:lnTo>
                  <a:lnTo>
                    <a:pt x="2957612" y="234859"/>
                  </a:lnTo>
                  <a:lnTo>
                    <a:pt x="2958684" y="235415"/>
                  </a:lnTo>
                  <a:lnTo>
                    <a:pt x="2959755" y="235970"/>
                  </a:lnTo>
                  <a:lnTo>
                    <a:pt x="2960827" y="236524"/>
                  </a:lnTo>
                  <a:lnTo>
                    <a:pt x="2961899" y="237078"/>
                  </a:lnTo>
                  <a:lnTo>
                    <a:pt x="2962970" y="237631"/>
                  </a:lnTo>
                  <a:lnTo>
                    <a:pt x="2964042" y="238183"/>
                  </a:lnTo>
                  <a:lnTo>
                    <a:pt x="2965113" y="238735"/>
                  </a:lnTo>
                  <a:lnTo>
                    <a:pt x="2966185" y="239286"/>
                  </a:lnTo>
                  <a:lnTo>
                    <a:pt x="2967257" y="239837"/>
                  </a:lnTo>
                  <a:lnTo>
                    <a:pt x="2968328" y="240387"/>
                  </a:lnTo>
                  <a:lnTo>
                    <a:pt x="2969400" y="240936"/>
                  </a:lnTo>
                  <a:lnTo>
                    <a:pt x="2970471" y="241485"/>
                  </a:lnTo>
                  <a:lnTo>
                    <a:pt x="2971543" y="242033"/>
                  </a:lnTo>
                  <a:lnTo>
                    <a:pt x="2972615" y="242580"/>
                  </a:lnTo>
                  <a:lnTo>
                    <a:pt x="2973686" y="243127"/>
                  </a:lnTo>
                  <a:lnTo>
                    <a:pt x="2974758" y="243673"/>
                  </a:lnTo>
                  <a:lnTo>
                    <a:pt x="2975829" y="244219"/>
                  </a:lnTo>
                  <a:lnTo>
                    <a:pt x="2976901" y="244764"/>
                  </a:lnTo>
                  <a:lnTo>
                    <a:pt x="2977973" y="245308"/>
                  </a:lnTo>
                  <a:lnTo>
                    <a:pt x="2979044" y="245851"/>
                  </a:lnTo>
                  <a:lnTo>
                    <a:pt x="2980116" y="246394"/>
                  </a:lnTo>
                  <a:lnTo>
                    <a:pt x="2981187" y="246936"/>
                  </a:lnTo>
                  <a:lnTo>
                    <a:pt x="2982259" y="247478"/>
                  </a:lnTo>
                  <a:lnTo>
                    <a:pt x="2983331" y="248019"/>
                  </a:lnTo>
                  <a:lnTo>
                    <a:pt x="2984402" y="248559"/>
                  </a:lnTo>
                  <a:lnTo>
                    <a:pt x="2985474" y="249098"/>
                  </a:lnTo>
                  <a:lnTo>
                    <a:pt x="2986545" y="249637"/>
                  </a:lnTo>
                  <a:lnTo>
                    <a:pt x="2987617" y="250175"/>
                  </a:lnTo>
                  <a:lnTo>
                    <a:pt x="2988689" y="250713"/>
                  </a:lnTo>
                  <a:lnTo>
                    <a:pt x="2989760" y="251249"/>
                  </a:lnTo>
                  <a:lnTo>
                    <a:pt x="2990832" y="251785"/>
                  </a:lnTo>
                  <a:lnTo>
                    <a:pt x="2991903" y="252321"/>
                  </a:lnTo>
                  <a:lnTo>
                    <a:pt x="2992975" y="252855"/>
                  </a:lnTo>
                  <a:lnTo>
                    <a:pt x="2994047" y="253389"/>
                  </a:lnTo>
                  <a:lnTo>
                    <a:pt x="2995118" y="253922"/>
                  </a:lnTo>
                  <a:lnTo>
                    <a:pt x="2996190" y="254455"/>
                  </a:lnTo>
                  <a:lnTo>
                    <a:pt x="2997261" y="254986"/>
                  </a:lnTo>
                  <a:lnTo>
                    <a:pt x="2998333" y="255517"/>
                  </a:lnTo>
                  <a:lnTo>
                    <a:pt x="2999405" y="256048"/>
                  </a:lnTo>
                  <a:lnTo>
                    <a:pt x="3000476" y="256577"/>
                  </a:lnTo>
                  <a:lnTo>
                    <a:pt x="3001548" y="257106"/>
                  </a:lnTo>
                  <a:lnTo>
                    <a:pt x="3002619" y="257634"/>
                  </a:lnTo>
                  <a:lnTo>
                    <a:pt x="3003691" y="258161"/>
                  </a:lnTo>
                  <a:lnTo>
                    <a:pt x="3004763" y="258688"/>
                  </a:lnTo>
                  <a:lnTo>
                    <a:pt x="3005834" y="259214"/>
                  </a:lnTo>
                  <a:lnTo>
                    <a:pt x="3006906" y="259739"/>
                  </a:lnTo>
                  <a:lnTo>
                    <a:pt x="3007977" y="260263"/>
                  </a:lnTo>
                  <a:lnTo>
                    <a:pt x="3009049" y="260787"/>
                  </a:lnTo>
                  <a:lnTo>
                    <a:pt x="3010121" y="261310"/>
                  </a:lnTo>
                  <a:lnTo>
                    <a:pt x="3011192" y="261832"/>
                  </a:lnTo>
                  <a:lnTo>
                    <a:pt x="3012264" y="262353"/>
                  </a:lnTo>
                  <a:lnTo>
                    <a:pt x="3013335" y="262874"/>
                  </a:lnTo>
                  <a:lnTo>
                    <a:pt x="3014407" y="263393"/>
                  </a:lnTo>
                  <a:lnTo>
                    <a:pt x="3015479" y="263912"/>
                  </a:lnTo>
                  <a:lnTo>
                    <a:pt x="3016550" y="264431"/>
                  </a:lnTo>
                  <a:lnTo>
                    <a:pt x="3017622" y="264948"/>
                  </a:lnTo>
                  <a:lnTo>
                    <a:pt x="3018693" y="265465"/>
                  </a:lnTo>
                  <a:lnTo>
                    <a:pt x="3019765" y="265981"/>
                  </a:lnTo>
                  <a:lnTo>
                    <a:pt x="3020836" y="266496"/>
                  </a:lnTo>
                  <a:lnTo>
                    <a:pt x="3021908" y="267010"/>
                  </a:lnTo>
                  <a:lnTo>
                    <a:pt x="3022980" y="267524"/>
                  </a:lnTo>
                  <a:lnTo>
                    <a:pt x="3024051" y="268036"/>
                  </a:lnTo>
                  <a:lnTo>
                    <a:pt x="3025123" y="268548"/>
                  </a:lnTo>
                  <a:lnTo>
                    <a:pt x="3026194" y="269060"/>
                  </a:lnTo>
                  <a:lnTo>
                    <a:pt x="3027266" y="269570"/>
                  </a:lnTo>
                  <a:lnTo>
                    <a:pt x="3028338" y="270080"/>
                  </a:lnTo>
                  <a:lnTo>
                    <a:pt x="3029409" y="270589"/>
                  </a:lnTo>
                  <a:lnTo>
                    <a:pt x="3030481" y="271097"/>
                  </a:lnTo>
                  <a:lnTo>
                    <a:pt x="3031552" y="271604"/>
                  </a:lnTo>
                  <a:lnTo>
                    <a:pt x="3032624" y="272111"/>
                  </a:lnTo>
                  <a:lnTo>
                    <a:pt x="3033696" y="272617"/>
                  </a:lnTo>
                  <a:lnTo>
                    <a:pt x="3034767" y="273122"/>
                  </a:lnTo>
                  <a:lnTo>
                    <a:pt x="3035839" y="273626"/>
                  </a:lnTo>
                  <a:lnTo>
                    <a:pt x="3036910" y="274130"/>
                  </a:lnTo>
                  <a:lnTo>
                    <a:pt x="3037982" y="274633"/>
                  </a:lnTo>
                  <a:lnTo>
                    <a:pt x="3039054" y="275135"/>
                  </a:lnTo>
                  <a:lnTo>
                    <a:pt x="3040125" y="275636"/>
                  </a:lnTo>
                  <a:lnTo>
                    <a:pt x="3041197" y="276136"/>
                  </a:lnTo>
                  <a:lnTo>
                    <a:pt x="3042268" y="276636"/>
                  </a:lnTo>
                  <a:lnTo>
                    <a:pt x="3043340" y="277135"/>
                  </a:lnTo>
                  <a:lnTo>
                    <a:pt x="3044412" y="277633"/>
                  </a:lnTo>
                  <a:lnTo>
                    <a:pt x="3045483" y="278131"/>
                  </a:lnTo>
                  <a:lnTo>
                    <a:pt x="3046555" y="278628"/>
                  </a:lnTo>
                  <a:lnTo>
                    <a:pt x="3047626" y="279124"/>
                  </a:lnTo>
                  <a:lnTo>
                    <a:pt x="3048698" y="279619"/>
                  </a:lnTo>
                  <a:lnTo>
                    <a:pt x="3049770" y="280113"/>
                  </a:lnTo>
                  <a:lnTo>
                    <a:pt x="3050841" y="280607"/>
                  </a:lnTo>
                  <a:lnTo>
                    <a:pt x="3051913" y="281100"/>
                  </a:lnTo>
                  <a:lnTo>
                    <a:pt x="3052984" y="281592"/>
                  </a:lnTo>
                  <a:lnTo>
                    <a:pt x="3054056" y="282083"/>
                  </a:lnTo>
                  <a:lnTo>
                    <a:pt x="3055128" y="282574"/>
                  </a:lnTo>
                  <a:lnTo>
                    <a:pt x="3056199" y="283064"/>
                  </a:lnTo>
                  <a:lnTo>
                    <a:pt x="3057271" y="283553"/>
                  </a:lnTo>
                  <a:lnTo>
                    <a:pt x="3058342" y="284042"/>
                  </a:lnTo>
                  <a:lnTo>
                    <a:pt x="3059414" y="284529"/>
                  </a:lnTo>
                  <a:lnTo>
                    <a:pt x="3060486" y="285016"/>
                  </a:lnTo>
                  <a:lnTo>
                    <a:pt x="3061557" y="285503"/>
                  </a:lnTo>
                  <a:lnTo>
                    <a:pt x="3062629" y="285988"/>
                  </a:lnTo>
                  <a:lnTo>
                    <a:pt x="3063700" y="286473"/>
                  </a:lnTo>
                  <a:lnTo>
                    <a:pt x="3064772" y="286957"/>
                  </a:lnTo>
                  <a:lnTo>
                    <a:pt x="3065844" y="287440"/>
                  </a:lnTo>
                  <a:lnTo>
                    <a:pt x="3066915" y="287922"/>
                  </a:lnTo>
                  <a:lnTo>
                    <a:pt x="3067987" y="288404"/>
                  </a:lnTo>
                  <a:lnTo>
                    <a:pt x="3069058" y="288885"/>
                  </a:lnTo>
                  <a:lnTo>
                    <a:pt x="3070130" y="289366"/>
                  </a:lnTo>
                  <a:lnTo>
                    <a:pt x="3071202" y="289845"/>
                  </a:lnTo>
                  <a:lnTo>
                    <a:pt x="3072273" y="290324"/>
                  </a:lnTo>
                  <a:lnTo>
                    <a:pt x="3073345" y="290802"/>
                  </a:lnTo>
                  <a:lnTo>
                    <a:pt x="3074416" y="291279"/>
                  </a:lnTo>
                  <a:lnTo>
                    <a:pt x="3075488" y="291756"/>
                  </a:lnTo>
                  <a:lnTo>
                    <a:pt x="3076560" y="292232"/>
                  </a:lnTo>
                  <a:lnTo>
                    <a:pt x="3077631" y="292707"/>
                  </a:lnTo>
                  <a:lnTo>
                    <a:pt x="3078703" y="293181"/>
                  </a:lnTo>
                  <a:lnTo>
                    <a:pt x="3079774" y="293655"/>
                  </a:lnTo>
                  <a:lnTo>
                    <a:pt x="3080846" y="294128"/>
                  </a:lnTo>
                  <a:lnTo>
                    <a:pt x="3081918" y="294600"/>
                  </a:lnTo>
                  <a:lnTo>
                    <a:pt x="3082989" y="295072"/>
                  </a:lnTo>
                  <a:lnTo>
                    <a:pt x="3084061" y="295542"/>
                  </a:lnTo>
                  <a:lnTo>
                    <a:pt x="3085132" y="296012"/>
                  </a:lnTo>
                  <a:lnTo>
                    <a:pt x="3086204" y="296482"/>
                  </a:lnTo>
                  <a:lnTo>
                    <a:pt x="3087276" y="296950"/>
                  </a:lnTo>
                  <a:lnTo>
                    <a:pt x="3088347" y="297418"/>
                  </a:lnTo>
                  <a:lnTo>
                    <a:pt x="3089419" y="297885"/>
                  </a:lnTo>
                  <a:lnTo>
                    <a:pt x="3090490" y="298352"/>
                  </a:lnTo>
                  <a:lnTo>
                    <a:pt x="3091562" y="298818"/>
                  </a:lnTo>
                  <a:lnTo>
                    <a:pt x="3092634" y="299283"/>
                  </a:lnTo>
                  <a:lnTo>
                    <a:pt x="3093705" y="299747"/>
                  </a:lnTo>
                  <a:lnTo>
                    <a:pt x="3094777" y="300210"/>
                  </a:lnTo>
                  <a:lnTo>
                    <a:pt x="3095848" y="300673"/>
                  </a:lnTo>
                  <a:lnTo>
                    <a:pt x="3096920" y="301135"/>
                  </a:lnTo>
                  <a:lnTo>
                    <a:pt x="3097992" y="301597"/>
                  </a:lnTo>
                  <a:lnTo>
                    <a:pt x="3099063" y="302057"/>
                  </a:lnTo>
                  <a:lnTo>
                    <a:pt x="3100135" y="302517"/>
                  </a:lnTo>
                  <a:lnTo>
                    <a:pt x="3101206" y="302977"/>
                  </a:lnTo>
                  <a:lnTo>
                    <a:pt x="3102278" y="303435"/>
                  </a:lnTo>
                  <a:lnTo>
                    <a:pt x="3103350" y="303893"/>
                  </a:lnTo>
                  <a:lnTo>
                    <a:pt x="3104421" y="304350"/>
                  </a:lnTo>
                  <a:lnTo>
                    <a:pt x="3105493" y="304806"/>
                  </a:lnTo>
                  <a:lnTo>
                    <a:pt x="3106564" y="305262"/>
                  </a:lnTo>
                  <a:lnTo>
                    <a:pt x="3107636" y="305717"/>
                  </a:lnTo>
                  <a:lnTo>
                    <a:pt x="3108708" y="306171"/>
                  </a:lnTo>
                  <a:lnTo>
                    <a:pt x="3109779" y="306625"/>
                  </a:lnTo>
                  <a:lnTo>
                    <a:pt x="3110851" y="307078"/>
                  </a:lnTo>
                  <a:lnTo>
                    <a:pt x="3111922" y="307530"/>
                  </a:lnTo>
                  <a:lnTo>
                    <a:pt x="3112994" y="307982"/>
                  </a:lnTo>
                  <a:lnTo>
                    <a:pt x="3114066" y="308432"/>
                  </a:lnTo>
                  <a:lnTo>
                    <a:pt x="3115137" y="308882"/>
                  </a:lnTo>
                  <a:lnTo>
                    <a:pt x="3116209" y="309332"/>
                  </a:lnTo>
                  <a:lnTo>
                    <a:pt x="3117280" y="309780"/>
                  </a:lnTo>
                  <a:lnTo>
                    <a:pt x="3118352" y="310228"/>
                  </a:lnTo>
                  <a:lnTo>
                    <a:pt x="3119424" y="310676"/>
                  </a:lnTo>
                  <a:lnTo>
                    <a:pt x="3120495" y="311122"/>
                  </a:lnTo>
                  <a:lnTo>
                    <a:pt x="3121567" y="311568"/>
                  </a:lnTo>
                  <a:lnTo>
                    <a:pt x="3122638" y="312013"/>
                  </a:lnTo>
                  <a:lnTo>
                    <a:pt x="3123710" y="312458"/>
                  </a:lnTo>
                  <a:lnTo>
                    <a:pt x="3124782" y="312901"/>
                  </a:lnTo>
                  <a:lnTo>
                    <a:pt x="3125853" y="313345"/>
                  </a:lnTo>
                  <a:lnTo>
                    <a:pt x="3126925" y="313787"/>
                  </a:lnTo>
                  <a:lnTo>
                    <a:pt x="3127996" y="314229"/>
                  </a:lnTo>
                  <a:lnTo>
                    <a:pt x="3129068" y="314670"/>
                  </a:lnTo>
                  <a:lnTo>
                    <a:pt x="3130140" y="315110"/>
                  </a:lnTo>
                  <a:lnTo>
                    <a:pt x="3131211" y="315550"/>
                  </a:lnTo>
                  <a:lnTo>
                    <a:pt x="3132283" y="315989"/>
                  </a:lnTo>
                  <a:lnTo>
                    <a:pt x="3133354" y="316427"/>
                  </a:lnTo>
                  <a:lnTo>
                    <a:pt x="3134426" y="316865"/>
                  </a:lnTo>
                  <a:lnTo>
                    <a:pt x="3135498" y="317301"/>
                  </a:lnTo>
                  <a:lnTo>
                    <a:pt x="3136569" y="317738"/>
                  </a:lnTo>
                  <a:lnTo>
                    <a:pt x="3137641" y="318173"/>
                  </a:lnTo>
                  <a:lnTo>
                    <a:pt x="3138712" y="318608"/>
                  </a:lnTo>
                  <a:lnTo>
                    <a:pt x="3139784" y="319042"/>
                  </a:lnTo>
                  <a:lnTo>
                    <a:pt x="3140856" y="319476"/>
                  </a:lnTo>
                  <a:lnTo>
                    <a:pt x="3141927" y="319908"/>
                  </a:lnTo>
                  <a:lnTo>
                    <a:pt x="3142999" y="320341"/>
                  </a:lnTo>
                  <a:lnTo>
                    <a:pt x="3144070" y="320772"/>
                  </a:lnTo>
                  <a:lnTo>
                    <a:pt x="3145142" y="321203"/>
                  </a:lnTo>
                  <a:lnTo>
                    <a:pt x="3146214" y="321633"/>
                  </a:lnTo>
                  <a:lnTo>
                    <a:pt x="3147285" y="322062"/>
                  </a:lnTo>
                  <a:lnTo>
                    <a:pt x="3148357" y="322491"/>
                  </a:lnTo>
                  <a:lnTo>
                    <a:pt x="3149428" y="322919"/>
                  </a:lnTo>
                  <a:lnTo>
                    <a:pt x="3150500" y="323347"/>
                  </a:lnTo>
                  <a:lnTo>
                    <a:pt x="3151572" y="323773"/>
                  </a:lnTo>
                  <a:lnTo>
                    <a:pt x="3152643" y="324199"/>
                  </a:lnTo>
                  <a:lnTo>
                    <a:pt x="3153715" y="324625"/>
                  </a:lnTo>
                  <a:lnTo>
                    <a:pt x="3154786" y="325050"/>
                  </a:lnTo>
                  <a:lnTo>
                    <a:pt x="3155858" y="325474"/>
                  </a:lnTo>
                  <a:lnTo>
                    <a:pt x="3156930" y="325897"/>
                  </a:lnTo>
                  <a:lnTo>
                    <a:pt x="3158001" y="326320"/>
                  </a:lnTo>
                  <a:lnTo>
                    <a:pt x="3159073" y="326742"/>
                  </a:lnTo>
                  <a:lnTo>
                    <a:pt x="3160144" y="327163"/>
                  </a:lnTo>
                  <a:lnTo>
                    <a:pt x="3161216" y="327584"/>
                  </a:lnTo>
                  <a:lnTo>
                    <a:pt x="3162288" y="328004"/>
                  </a:lnTo>
                  <a:lnTo>
                    <a:pt x="3163359" y="328423"/>
                  </a:lnTo>
                  <a:lnTo>
                    <a:pt x="3164431" y="328842"/>
                  </a:lnTo>
                  <a:lnTo>
                    <a:pt x="3165502" y="329260"/>
                  </a:lnTo>
                  <a:lnTo>
                    <a:pt x="3166574" y="329678"/>
                  </a:lnTo>
                  <a:lnTo>
                    <a:pt x="3167646" y="330094"/>
                  </a:lnTo>
                  <a:lnTo>
                    <a:pt x="3168717" y="330510"/>
                  </a:lnTo>
                  <a:lnTo>
                    <a:pt x="3169789" y="330926"/>
                  </a:lnTo>
                  <a:lnTo>
                    <a:pt x="3170860" y="331341"/>
                  </a:lnTo>
                  <a:lnTo>
                    <a:pt x="3171932" y="331755"/>
                  </a:lnTo>
                  <a:lnTo>
                    <a:pt x="3173004" y="332168"/>
                  </a:lnTo>
                  <a:lnTo>
                    <a:pt x="3174075" y="332581"/>
                  </a:lnTo>
                  <a:lnTo>
                    <a:pt x="3175147" y="332993"/>
                  </a:lnTo>
                  <a:lnTo>
                    <a:pt x="3176218" y="333405"/>
                  </a:lnTo>
                  <a:lnTo>
                    <a:pt x="3177290" y="333816"/>
                  </a:lnTo>
                  <a:lnTo>
                    <a:pt x="3178362" y="334226"/>
                  </a:lnTo>
                  <a:lnTo>
                    <a:pt x="3179433" y="334636"/>
                  </a:lnTo>
                  <a:lnTo>
                    <a:pt x="3180505" y="335045"/>
                  </a:lnTo>
                  <a:lnTo>
                    <a:pt x="3181576" y="335453"/>
                  </a:lnTo>
                  <a:lnTo>
                    <a:pt x="3182648" y="335860"/>
                  </a:lnTo>
                  <a:lnTo>
                    <a:pt x="3183720" y="336267"/>
                  </a:lnTo>
                  <a:lnTo>
                    <a:pt x="3184791" y="336674"/>
                  </a:lnTo>
                  <a:lnTo>
                    <a:pt x="3185863" y="337080"/>
                  </a:lnTo>
                  <a:lnTo>
                    <a:pt x="3186934" y="337485"/>
                  </a:lnTo>
                  <a:lnTo>
                    <a:pt x="3188006" y="337889"/>
                  </a:lnTo>
                  <a:lnTo>
                    <a:pt x="3189078" y="338293"/>
                  </a:lnTo>
                  <a:lnTo>
                    <a:pt x="3190149" y="338696"/>
                  </a:lnTo>
                  <a:lnTo>
                    <a:pt x="3191221" y="339098"/>
                  </a:lnTo>
                  <a:lnTo>
                    <a:pt x="3192292" y="339500"/>
                  </a:lnTo>
                  <a:lnTo>
                    <a:pt x="3193364" y="339902"/>
                  </a:lnTo>
                  <a:lnTo>
                    <a:pt x="3194436" y="340302"/>
                  </a:lnTo>
                  <a:lnTo>
                    <a:pt x="3195507" y="340702"/>
                  </a:lnTo>
                  <a:lnTo>
                    <a:pt x="3196579" y="341101"/>
                  </a:lnTo>
                  <a:lnTo>
                    <a:pt x="3197650" y="341500"/>
                  </a:lnTo>
                  <a:lnTo>
                    <a:pt x="3198722" y="341898"/>
                  </a:lnTo>
                  <a:lnTo>
                    <a:pt x="3199793" y="342296"/>
                  </a:lnTo>
                  <a:lnTo>
                    <a:pt x="3200865" y="342692"/>
                  </a:lnTo>
                  <a:lnTo>
                    <a:pt x="3201937" y="343089"/>
                  </a:lnTo>
                  <a:lnTo>
                    <a:pt x="3203008" y="343484"/>
                  </a:lnTo>
                  <a:lnTo>
                    <a:pt x="3204080" y="343879"/>
                  </a:lnTo>
                  <a:lnTo>
                    <a:pt x="3205151" y="344273"/>
                  </a:lnTo>
                  <a:lnTo>
                    <a:pt x="3206223" y="344667"/>
                  </a:lnTo>
                  <a:lnTo>
                    <a:pt x="3207295" y="345060"/>
                  </a:lnTo>
                  <a:lnTo>
                    <a:pt x="3208366" y="345452"/>
                  </a:lnTo>
                  <a:lnTo>
                    <a:pt x="3209438" y="345844"/>
                  </a:lnTo>
                  <a:lnTo>
                    <a:pt x="3210509" y="346235"/>
                  </a:lnTo>
                  <a:lnTo>
                    <a:pt x="3211581" y="346626"/>
                  </a:lnTo>
                  <a:lnTo>
                    <a:pt x="3212653" y="347016"/>
                  </a:lnTo>
                  <a:lnTo>
                    <a:pt x="3213724" y="347405"/>
                  </a:lnTo>
                  <a:lnTo>
                    <a:pt x="3214796" y="347794"/>
                  </a:lnTo>
                  <a:lnTo>
                    <a:pt x="3215867" y="348182"/>
                  </a:lnTo>
                  <a:lnTo>
                    <a:pt x="3216939" y="348569"/>
                  </a:lnTo>
                  <a:lnTo>
                    <a:pt x="3218011" y="348956"/>
                  </a:lnTo>
                  <a:lnTo>
                    <a:pt x="3219082" y="349342"/>
                  </a:lnTo>
                  <a:lnTo>
                    <a:pt x="3220154" y="349728"/>
                  </a:lnTo>
                  <a:lnTo>
                    <a:pt x="3221225" y="350113"/>
                  </a:lnTo>
                  <a:lnTo>
                    <a:pt x="3222297" y="350497"/>
                  </a:lnTo>
                  <a:lnTo>
                    <a:pt x="3223369" y="350881"/>
                  </a:lnTo>
                  <a:lnTo>
                    <a:pt x="3224440" y="351264"/>
                  </a:lnTo>
                  <a:lnTo>
                    <a:pt x="3225512" y="351647"/>
                  </a:lnTo>
                  <a:lnTo>
                    <a:pt x="3226583" y="352029"/>
                  </a:lnTo>
                  <a:lnTo>
                    <a:pt x="3227655" y="352410"/>
                  </a:lnTo>
                  <a:lnTo>
                    <a:pt x="3228727" y="352791"/>
                  </a:lnTo>
                  <a:lnTo>
                    <a:pt x="3229798" y="353171"/>
                  </a:lnTo>
                  <a:lnTo>
                    <a:pt x="3230870" y="353550"/>
                  </a:lnTo>
                  <a:lnTo>
                    <a:pt x="3231941" y="353929"/>
                  </a:lnTo>
                  <a:lnTo>
                    <a:pt x="3233013" y="354307"/>
                  </a:lnTo>
                  <a:lnTo>
                    <a:pt x="3234085" y="354685"/>
                  </a:lnTo>
                  <a:lnTo>
                    <a:pt x="3235156" y="355062"/>
                  </a:lnTo>
                  <a:lnTo>
                    <a:pt x="3236228" y="355439"/>
                  </a:lnTo>
                  <a:lnTo>
                    <a:pt x="3237299" y="355815"/>
                  </a:lnTo>
                  <a:lnTo>
                    <a:pt x="3238371" y="356190"/>
                  </a:lnTo>
                  <a:lnTo>
                    <a:pt x="3239443" y="356565"/>
                  </a:lnTo>
                  <a:lnTo>
                    <a:pt x="3240514" y="356939"/>
                  </a:lnTo>
                  <a:lnTo>
                    <a:pt x="3241586" y="357312"/>
                  </a:lnTo>
                  <a:lnTo>
                    <a:pt x="3242657" y="357685"/>
                  </a:lnTo>
                  <a:lnTo>
                    <a:pt x="3243729" y="358057"/>
                  </a:lnTo>
                  <a:lnTo>
                    <a:pt x="3244801" y="358429"/>
                  </a:lnTo>
                  <a:lnTo>
                    <a:pt x="3245872" y="358800"/>
                  </a:lnTo>
                  <a:lnTo>
                    <a:pt x="3246944" y="359171"/>
                  </a:lnTo>
                  <a:lnTo>
                    <a:pt x="3248015" y="359541"/>
                  </a:lnTo>
                  <a:lnTo>
                    <a:pt x="3249087" y="359910"/>
                  </a:lnTo>
                  <a:lnTo>
                    <a:pt x="3250159" y="360279"/>
                  </a:lnTo>
                  <a:lnTo>
                    <a:pt x="3251230" y="360647"/>
                  </a:lnTo>
                  <a:lnTo>
                    <a:pt x="3252302" y="361014"/>
                  </a:lnTo>
                  <a:lnTo>
                    <a:pt x="3253373" y="361381"/>
                  </a:lnTo>
                  <a:lnTo>
                    <a:pt x="3254445" y="361748"/>
                  </a:lnTo>
                  <a:lnTo>
                    <a:pt x="3255517" y="362114"/>
                  </a:lnTo>
                  <a:lnTo>
                    <a:pt x="3256588" y="362479"/>
                  </a:lnTo>
                  <a:lnTo>
                    <a:pt x="3257660" y="362843"/>
                  </a:lnTo>
                  <a:lnTo>
                    <a:pt x="3258731" y="363207"/>
                  </a:lnTo>
                  <a:lnTo>
                    <a:pt x="3259803" y="363571"/>
                  </a:lnTo>
                  <a:lnTo>
                    <a:pt x="3260875" y="363934"/>
                  </a:lnTo>
                  <a:lnTo>
                    <a:pt x="3261946" y="364296"/>
                  </a:lnTo>
                  <a:lnTo>
                    <a:pt x="3263018" y="364658"/>
                  </a:lnTo>
                  <a:lnTo>
                    <a:pt x="3264089" y="365019"/>
                  </a:lnTo>
                  <a:lnTo>
                    <a:pt x="3265161" y="365380"/>
                  </a:lnTo>
                  <a:lnTo>
                    <a:pt x="3266233" y="365740"/>
                  </a:lnTo>
                  <a:lnTo>
                    <a:pt x="3267304" y="366099"/>
                  </a:lnTo>
                  <a:lnTo>
                    <a:pt x="3268376" y="366458"/>
                  </a:lnTo>
                  <a:lnTo>
                    <a:pt x="3269447" y="366816"/>
                  </a:lnTo>
                  <a:lnTo>
                    <a:pt x="3270519" y="367174"/>
                  </a:lnTo>
                  <a:lnTo>
                    <a:pt x="3271591" y="367531"/>
                  </a:lnTo>
                  <a:lnTo>
                    <a:pt x="3272662" y="367888"/>
                  </a:lnTo>
                  <a:lnTo>
                    <a:pt x="3273734" y="368244"/>
                  </a:lnTo>
                  <a:lnTo>
                    <a:pt x="3274805" y="368599"/>
                  </a:lnTo>
                  <a:lnTo>
                    <a:pt x="3275877" y="368954"/>
                  </a:lnTo>
                  <a:lnTo>
                    <a:pt x="3276949" y="369308"/>
                  </a:lnTo>
                  <a:lnTo>
                    <a:pt x="3278020" y="369662"/>
                  </a:lnTo>
                  <a:lnTo>
                    <a:pt x="3279092" y="370015"/>
                  </a:lnTo>
                  <a:lnTo>
                    <a:pt x="3280163" y="370367"/>
                  </a:lnTo>
                  <a:lnTo>
                    <a:pt x="3281235" y="370719"/>
                  </a:lnTo>
                  <a:lnTo>
                    <a:pt x="3282307" y="371071"/>
                  </a:lnTo>
                  <a:lnTo>
                    <a:pt x="3283378" y="371422"/>
                  </a:lnTo>
                  <a:lnTo>
                    <a:pt x="3284450" y="371772"/>
                  </a:lnTo>
                  <a:lnTo>
                    <a:pt x="3285521" y="372122"/>
                  </a:lnTo>
                  <a:lnTo>
                    <a:pt x="3286593" y="372471"/>
                  </a:lnTo>
                  <a:lnTo>
                    <a:pt x="3287665" y="372820"/>
                  </a:lnTo>
                  <a:lnTo>
                    <a:pt x="3288736" y="373168"/>
                  </a:lnTo>
                  <a:lnTo>
                    <a:pt x="3289808" y="373515"/>
                  </a:lnTo>
                  <a:lnTo>
                    <a:pt x="3290879" y="373862"/>
                  </a:lnTo>
                  <a:lnTo>
                    <a:pt x="3291951" y="374209"/>
                  </a:lnTo>
                  <a:lnTo>
                    <a:pt x="3293023" y="374555"/>
                  </a:lnTo>
                  <a:lnTo>
                    <a:pt x="3294094" y="374900"/>
                  </a:lnTo>
                  <a:lnTo>
                    <a:pt x="3295166" y="375245"/>
                  </a:lnTo>
                  <a:lnTo>
                    <a:pt x="3296237" y="375589"/>
                  </a:lnTo>
                  <a:lnTo>
                    <a:pt x="3297309" y="375932"/>
                  </a:lnTo>
                  <a:lnTo>
                    <a:pt x="3298381" y="376276"/>
                  </a:lnTo>
                  <a:lnTo>
                    <a:pt x="3299452" y="376618"/>
                  </a:lnTo>
                  <a:lnTo>
                    <a:pt x="3300524" y="376960"/>
                  </a:lnTo>
                  <a:lnTo>
                    <a:pt x="3301595" y="377302"/>
                  </a:lnTo>
                  <a:lnTo>
                    <a:pt x="3302667" y="377642"/>
                  </a:lnTo>
                  <a:lnTo>
                    <a:pt x="3303739" y="377983"/>
                  </a:lnTo>
                  <a:lnTo>
                    <a:pt x="3304810" y="378323"/>
                  </a:lnTo>
                  <a:lnTo>
                    <a:pt x="3305882" y="378662"/>
                  </a:lnTo>
                  <a:lnTo>
                    <a:pt x="3306953" y="379001"/>
                  </a:lnTo>
                  <a:lnTo>
                    <a:pt x="3308025" y="379339"/>
                  </a:lnTo>
                  <a:lnTo>
                    <a:pt x="3309097" y="379676"/>
                  </a:lnTo>
                  <a:lnTo>
                    <a:pt x="3310168" y="380013"/>
                  </a:lnTo>
                  <a:lnTo>
                    <a:pt x="3311240" y="380350"/>
                  </a:lnTo>
                  <a:lnTo>
                    <a:pt x="3312311" y="380686"/>
                  </a:lnTo>
                  <a:lnTo>
                    <a:pt x="3313383" y="381021"/>
                  </a:lnTo>
                  <a:lnTo>
                    <a:pt x="3314455" y="381356"/>
                  </a:lnTo>
                  <a:lnTo>
                    <a:pt x="3315526" y="381691"/>
                  </a:lnTo>
                  <a:lnTo>
                    <a:pt x="3316598" y="382025"/>
                  </a:lnTo>
                  <a:lnTo>
                    <a:pt x="3317669" y="382358"/>
                  </a:lnTo>
                  <a:lnTo>
                    <a:pt x="3318741" y="382691"/>
                  </a:lnTo>
                  <a:lnTo>
                    <a:pt x="3319813" y="383023"/>
                  </a:lnTo>
                  <a:lnTo>
                    <a:pt x="3320884" y="383355"/>
                  </a:lnTo>
                  <a:lnTo>
                    <a:pt x="3321956" y="383686"/>
                  </a:lnTo>
                  <a:lnTo>
                    <a:pt x="3323027" y="384017"/>
                  </a:lnTo>
                  <a:lnTo>
                    <a:pt x="3324099" y="384347"/>
                  </a:lnTo>
                  <a:lnTo>
                    <a:pt x="3325171" y="384676"/>
                  </a:lnTo>
                  <a:lnTo>
                    <a:pt x="3326242" y="385005"/>
                  </a:lnTo>
                  <a:lnTo>
                    <a:pt x="3327314" y="385334"/>
                  </a:lnTo>
                  <a:lnTo>
                    <a:pt x="3328385" y="385662"/>
                  </a:lnTo>
                  <a:lnTo>
                    <a:pt x="3329457" y="385989"/>
                  </a:lnTo>
                  <a:lnTo>
                    <a:pt x="3330529" y="386316"/>
                  </a:lnTo>
                  <a:lnTo>
                    <a:pt x="3331600" y="386643"/>
                  </a:lnTo>
                  <a:lnTo>
                    <a:pt x="3332672" y="386969"/>
                  </a:lnTo>
                  <a:lnTo>
                    <a:pt x="3333743" y="387294"/>
                  </a:lnTo>
                  <a:lnTo>
                    <a:pt x="3334815" y="387619"/>
                  </a:lnTo>
                  <a:lnTo>
                    <a:pt x="3335887" y="387943"/>
                  </a:lnTo>
                  <a:lnTo>
                    <a:pt x="3336958" y="388267"/>
                  </a:lnTo>
                  <a:lnTo>
                    <a:pt x="3338030" y="388591"/>
                  </a:lnTo>
                  <a:lnTo>
                    <a:pt x="3339101" y="388913"/>
                  </a:lnTo>
                  <a:lnTo>
                    <a:pt x="3340173" y="389236"/>
                  </a:lnTo>
                  <a:lnTo>
                    <a:pt x="3341245" y="389557"/>
                  </a:lnTo>
                  <a:lnTo>
                    <a:pt x="3342316" y="389879"/>
                  </a:lnTo>
                  <a:lnTo>
                    <a:pt x="3343388" y="390199"/>
                  </a:lnTo>
                  <a:lnTo>
                    <a:pt x="3344459" y="390520"/>
                  </a:lnTo>
                  <a:lnTo>
                    <a:pt x="3345531" y="390839"/>
                  </a:lnTo>
                  <a:lnTo>
                    <a:pt x="3346603" y="391158"/>
                  </a:lnTo>
                  <a:lnTo>
                    <a:pt x="3347674" y="391477"/>
                  </a:lnTo>
                  <a:lnTo>
                    <a:pt x="3348746" y="391795"/>
                  </a:lnTo>
                  <a:lnTo>
                    <a:pt x="3349817" y="392113"/>
                  </a:lnTo>
                  <a:lnTo>
                    <a:pt x="3350889" y="392430"/>
                  </a:lnTo>
                  <a:lnTo>
                    <a:pt x="3351961" y="392747"/>
                  </a:lnTo>
                  <a:lnTo>
                    <a:pt x="3353032" y="393063"/>
                  </a:lnTo>
                  <a:lnTo>
                    <a:pt x="3354104" y="393378"/>
                  </a:lnTo>
                  <a:lnTo>
                    <a:pt x="3355175" y="393693"/>
                  </a:lnTo>
                  <a:lnTo>
                    <a:pt x="3356247" y="394008"/>
                  </a:lnTo>
                  <a:lnTo>
                    <a:pt x="3357319" y="394322"/>
                  </a:lnTo>
                  <a:lnTo>
                    <a:pt x="3358390" y="394636"/>
                  </a:lnTo>
                  <a:lnTo>
                    <a:pt x="3359462" y="394949"/>
                  </a:lnTo>
                  <a:lnTo>
                    <a:pt x="3360533" y="395261"/>
                  </a:lnTo>
                  <a:lnTo>
                    <a:pt x="3361605" y="395574"/>
                  </a:lnTo>
                  <a:lnTo>
                    <a:pt x="3362677" y="395885"/>
                  </a:lnTo>
                  <a:lnTo>
                    <a:pt x="3363748" y="396196"/>
                  </a:lnTo>
                  <a:lnTo>
                    <a:pt x="3364820" y="396507"/>
                  </a:lnTo>
                  <a:lnTo>
                    <a:pt x="3365891" y="396817"/>
                  </a:lnTo>
                  <a:lnTo>
                    <a:pt x="3366963" y="397127"/>
                  </a:lnTo>
                  <a:lnTo>
                    <a:pt x="3368035" y="397436"/>
                  </a:lnTo>
                  <a:lnTo>
                    <a:pt x="3369106" y="397744"/>
                  </a:lnTo>
                  <a:lnTo>
                    <a:pt x="3370178" y="398052"/>
                  </a:lnTo>
                  <a:lnTo>
                    <a:pt x="3371249" y="398360"/>
                  </a:lnTo>
                  <a:lnTo>
                    <a:pt x="3372321" y="398667"/>
                  </a:lnTo>
                  <a:lnTo>
                    <a:pt x="3373392" y="398974"/>
                  </a:lnTo>
                  <a:lnTo>
                    <a:pt x="3374464" y="399280"/>
                  </a:lnTo>
                  <a:lnTo>
                    <a:pt x="3375536" y="399585"/>
                  </a:lnTo>
                  <a:lnTo>
                    <a:pt x="3376607" y="399891"/>
                  </a:lnTo>
                  <a:lnTo>
                    <a:pt x="3377679" y="400195"/>
                  </a:lnTo>
                  <a:lnTo>
                    <a:pt x="3378750" y="400499"/>
                  </a:lnTo>
                  <a:lnTo>
                    <a:pt x="3379822" y="400803"/>
                  </a:lnTo>
                  <a:lnTo>
                    <a:pt x="3380894" y="401106"/>
                  </a:lnTo>
                  <a:lnTo>
                    <a:pt x="3381965" y="401409"/>
                  </a:lnTo>
                  <a:lnTo>
                    <a:pt x="3383037" y="401711"/>
                  </a:lnTo>
                  <a:lnTo>
                    <a:pt x="3384108" y="402013"/>
                  </a:lnTo>
                  <a:lnTo>
                    <a:pt x="3385180" y="402314"/>
                  </a:lnTo>
                  <a:lnTo>
                    <a:pt x="3386252" y="402615"/>
                  </a:lnTo>
                  <a:lnTo>
                    <a:pt x="3387323" y="402915"/>
                  </a:lnTo>
                  <a:lnTo>
                    <a:pt x="3388395" y="403215"/>
                  </a:lnTo>
                  <a:lnTo>
                    <a:pt x="3389466" y="403515"/>
                  </a:lnTo>
                  <a:lnTo>
                    <a:pt x="3390538" y="403814"/>
                  </a:lnTo>
                  <a:lnTo>
                    <a:pt x="3391610" y="404112"/>
                  </a:lnTo>
                  <a:lnTo>
                    <a:pt x="3392681" y="404410"/>
                  </a:lnTo>
                  <a:lnTo>
                    <a:pt x="3393753" y="404707"/>
                  </a:lnTo>
                  <a:lnTo>
                    <a:pt x="3394824" y="405004"/>
                  </a:lnTo>
                  <a:lnTo>
                    <a:pt x="3395896" y="405301"/>
                  </a:lnTo>
                  <a:lnTo>
                    <a:pt x="3396968" y="405597"/>
                  </a:lnTo>
                  <a:lnTo>
                    <a:pt x="3398039" y="405892"/>
                  </a:lnTo>
                  <a:lnTo>
                    <a:pt x="3399111" y="406187"/>
                  </a:lnTo>
                  <a:lnTo>
                    <a:pt x="3400182" y="406482"/>
                  </a:lnTo>
                  <a:lnTo>
                    <a:pt x="3401254" y="406776"/>
                  </a:lnTo>
                  <a:lnTo>
                    <a:pt x="3402326" y="407070"/>
                  </a:lnTo>
                  <a:lnTo>
                    <a:pt x="3403397" y="407363"/>
                  </a:lnTo>
                  <a:lnTo>
                    <a:pt x="3404469" y="407655"/>
                  </a:lnTo>
                  <a:lnTo>
                    <a:pt x="3405540" y="407948"/>
                  </a:lnTo>
                  <a:lnTo>
                    <a:pt x="3406612" y="408239"/>
                  </a:lnTo>
                  <a:lnTo>
                    <a:pt x="3407684" y="408531"/>
                  </a:lnTo>
                  <a:lnTo>
                    <a:pt x="3408755" y="408822"/>
                  </a:lnTo>
                  <a:lnTo>
                    <a:pt x="3409827" y="409112"/>
                  </a:lnTo>
                  <a:lnTo>
                    <a:pt x="3410898" y="409402"/>
                  </a:lnTo>
                  <a:lnTo>
                    <a:pt x="3411970" y="409691"/>
                  </a:lnTo>
                  <a:lnTo>
                    <a:pt x="3413042" y="409980"/>
                  </a:lnTo>
                  <a:lnTo>
                    <a:pt x="3414113" y="410269"/>
                  </a:lnTo>
                  <a:lnTo>
                    <a:pt x="3415185" y="410557"/>
                  </a:lnTo>
                  <a:lnTo>
                    <a:pt x="3416256" y="410845"/>
                  </a:lnTo>
                  <a:lnTo>
                    <a:pt x="3417328" y="411132"/>
                  </a:lnTo>
                  <a:lnTo>
                    <a:pt x="3418400" y="411418"/>
                  </a:lnTo>
                  <a:lnTo>
                    <a:pt x="3419471" y="411705"/>
                  </a:lnTo>
                  <a:lnTo>
                    <a:pt x="3420543" y="411990"/>
                  </a:lnTo>
                  <a:lnTo>
                    <a:pt x="3421614" y="412276"/>
                  </a:lnTo>
                  <a:lnTo>
                    <a:pt x="3422686" y="412561"/>
                  </a:lnTo>
                  <a:lnTo>
                    <a:pt x="3423758" y="412845"/>
                  </a:lnTo>
                  <a:lnTo>
                    <a:pt x="3424829" y="413129"/>
                  </a:lnTo>
                  <a:lnTo>
                    <a:pt x="3425901" y="413412"/>
                  </a:lnTo>
                  <a:lnTo>
                    <a:pt x="3426972" y="413695"/>
                  </a:lnTo>
                  <a:lnTo>
                    <a:pt x="3428044" y="413978"/>
                  </a:lnTo>
                  <a:lnTo>
                    <a:pt x="3429116" y="414260"/>
                  </a:lnTo>
                  <a:lnTo>
                    <a:pt x="3430187" y="414542"/>
                  </a:lnTo>
                  <a:lnTo>
                    <a:pt x="3431259" y="414823"/>
                  </a:lnTo>
                  <a:lnTo>
                    <a:pt x="3432330" y="415104"/>
                  </a:lnTo>
                  <a:lnTo>
                    <a:pt x="3433402" y="415384"/>
                  </a:lnTo>
                  <a:lnTo>
                    <a:pt x="3434474" y="415664"/>
                  </a:lnTo>
                  <a:lnTo>
                    <a:pt x="3435545" y="415943"/>
                  </a:lnTo>
                  <a:lnTo>
                    <a:pt x="3436617" y="416222"/>
                  </a:lnTo>
                  <a:lnTo>
                    <a:pt x="3437688" y="416501"/>
                  </a:lnTo>
                  <a:lnTo>
                    <a:pt x="3438760" y="416779"/>
                  </a:lnTo>
                  <a:lnTo>
                    <a:pt x="3439832" y="417057"/>
                  </a:lnTo>
                  <a:lnTo>
                    <a:pt x="3440903" y="417334"/>
                  </a:lnTo>
                  <a:lnTo>
                    <a:pt x="3441975" y="417611"/>
                  </a:lnTo>
                  <a:lnTo>
                    <a:pt x="3443046" y="417887"/>
                  </a:lnTo>
                  <a:lnTo>
                    <a:pt x="3444118" y="418163"/>
                  </a:lnTo>
                  <a:lnTo>
                    <a:pt x="3445190" y="418439"/>
                  </a:lnTo>
                  <a:lnTo>
                    <a:pt x="3446261" y="418714"/>
                  </a:lnTo>
                  <a:lnTo>
                    <a:pt x="3447333" y="418988"/>
                  </a:lnTo>
                  <a:lnTo>
                    <a:pt x="3448404" y="419262"/>
                  </a:lnTo>
                  <a:lnTo>
                    <a:pt x="3449476" y="419536"/>
                  </a:lnTo>
                  <a:lnTo>
                    <a:pt x="3450548" y="419809"/>
                  </a:lnTo>
                  <a:lnTo>
                    <a:pt x="3451619" y="420082"/>
                  </a:lnTo>
                  <a:lnTo>
                    <a:pt x="3452691" y="420355"/>
                  </a:lnTo>
                  <a:lnTo>
                    <a:pt x="3453762" y="420627"/>
                  </a:lnTo>
                  <a:lnTo>
                    <a:pt x="3454834" y="420898"/>
                  </a:lnTo>
                  <a:lnTo>
                    <a:pt x="3455906" y="421169"/>
                  </a:lnTo>
                  <a:lnTo>
                    <a:pt x="3456977" y="421440"/>
                  </a:lnTo>
                  <a:lnTo>
                    <a:pt x="3458049" y="421710"/>
                  </a:lnTo>
                  <a:lnTo>
                    <a:pt x="3459120" y="421980"/>
                  </a:lnTo>
                  <a:lnTo>
                    <a:pt x="3460192" y="422249"/>
                  </a:lnTo>
                  <a:lnTo>
                    <a:pt x="3461264" y="422518"/>
                  </a:lnTo>
                  <a:lnTo>
                    <a:pt x="3462335" y="422787"/>
                  </a:lnTo>
                  <a:lnTo>
                    <a:pt x="3463407" y="423055"/>
                  </a:lnTo>
                  <a:lnTo>
                    <a:pt x="3464478" y="423323"/>
                  </a:lnTo>
                  <a:lnTo>
                    <a:pt x="3465550" y="423590"/>
                  </a:lnTo>
                  <a:lnTo>
                    <a:pt x="3466622" y="423857"/>
                  </a:lnTo>
                  <a:lnTo>
                    <a:pt x="3467693" y="424123"/>
                  </a:lnTo>
                  <a:lnTo>
                    <a:pt x="3468765" y="424389"/>
                  </a:lnTo>
                  <a:lnTo>
                    <a:pt x="3469836" y="424655"/>
                  </a:lnTo>
                  <a:lnTo>
                    <a:pt x="3470908" y="424920"/>
                  </a:lnTo>
                  <a:lnTo>
                    <a:pt x="3471980" y="425184"/>
                  </a:lnTo>
                  <a:lnTo>
                    <a:pt x="3473051" y="425449"/>
                  </a:lnTo>
                  <a:lnTo>
                    <a:pt x="3474123" y="425713"/>
                  </a:lnTo>
                  <a:lnTo>
                    <a:pt x="3475194" y="425976"/>
                  </a:lnTo>
                  <a:lnTo>
                    <a:pt x="3476266" y="426239"/>
                  </a:lnTo>
                  <a:lnTo>
                    <a:pt x="3477338" y="426502"/>
                  </a:lnTo>
                  <a:lnTo>
                    <a:pt x="3478409" y="426764"/>
                  </a:lnTo>
                  <a:lnTo>
                    <a:pt x="3479481" y="427026"/>
                  </a:lnTo>
                  <a:lnTo>
                    <a:pt x="3480552" y="427287"/>
                  </a:lnTo>
                  <a:lnTo>
                    <a:pt x="3481624" y="427548"/>
                  </a:lnTo>
                  <a:lnTo>
                    <a:pt x="3482696" y="427809"/>
                  </a:lnTo>
                  <a:lnTo>
                    <a:pt x="3483767" y="428069"/>
                  </a:lnTo>
                  <a:lnTo>
                    <a:pt x="3484839" y="428329"/>
                  </a:lnTo>
                  <a:lnTo>
                    <a:pt x="3485910" y="428588"/>
                  </a:lnTo>
                  <a:lnTo>
                    <a:pt x="3486982" y="428847"/>
                  </a:lnTo>
                  <a:lnTo>
                    <a:pt x="3488054" y="429105"/>
                  </a:lnTo>
                  <a:lnTo>
                    <a:pt x="3489125" y="429363"/>
                  </a:lnTo>
                  <a:lnTo>
                    <a:pt x="3490197" y="429621"/>
                  </a:lnTo>
                  <a:lnTo>
                    <a:pt x="3491268" y="429878"/>
                  </a:lnTo>
                  <a:lnTo>
                    <a:pt x="3492340" y="430135"/>
                  </a:lnTo>
                  <a:lnTo>
                    <a:pt x="3493412" y="430392"/>
                  </a:lnTo>
                  <a:lnTo>
                    <a:pt x="3494483" y="430648"/>
                  </a:lnTo>
                  <a:lnTo>
                    <a:pt x="3495555" y="430903"/>
                  </a:lnTo>
                  <a:lnTo>
                    <a:pt x="3496626" y="431159"/>
                  </a:lnTo>
                  <a:lnTo>
                    <a:pt x="3497698" y="431413"/>
                  </a:lnTo>
                  <a:lnTo>
                    <a:pt x="3498770" y="431668"/>
                  </a:lnTo>
                  <a:lnTo>
                    <a:pt x="3499841" y="431922"/>
                  </a:lnTo>
                  <a:lnTo>
                    <a:pt x="3500913" y="432175"/>
                  </a:lnTo>
                  <a:lnTo>
                    <a:pt x="3501984" y="432429"/>
                  </a:lnTo>
                  <a:lnTo>
                    <a:pt x="3503056" y="432682"/>
                  </a:lnTo>
                  <a:lnTo>
                    <a:pt x="3504128" y="432934"/>
                  </a:lnTo>
                  <a:lnTo>
                    <a:pt x="3505199" y="433186"/>
                  </a:lnTo>
                  <a:lnTo>
                    <a:pt x="3506271" y="433438"/>
                  </a:lnTo>
                  <a:lnTo>
                    <a:pt x="3507342" y="433689"/>
                  </a:lnTo>
                  <a:lnTo>
                    <a:pt x="3508414" y="433940"/>
                  </a:lnTo>
                  <a:lnTo>
                    <a:pt x="3509486" y="434190"/>
                  </a:lnTo>
                  <a:lnTo>
                    <a:pt x="3510557" y="434440"/>
                  </a:lnTo>
                  <a:lnTo>
                    <a:pt x="3511629" y="434690"/>
                  </a:lnTo>
                  <a:lnTo>
                    <a:pt x="3512700" y="434939"/>
                  </a:lnTo>
                  <a:lnTo>
                    <a:pt x="3513772" y="435188"/>
                  </a:lnTo>
                  <a:lnTo>
                    <a:pt x="3514844" y="435436"/>
                  </a:lnTo>
                  <a:lnTo>
                    <a:pt x="3515915" y="435685"/>
                  </a:lnTo>
                  <a:lnTo>
                    <a:pt x="3516987" y="435932"/>
                  </a:lnTo>
                  <a:lnTo>
                    <a:pt x="3518058" y="436180"/>
                  </a:lnTo>
                  <a:lnTo>
                    <a:pt x="3519130" y="436426"/>
                  </a:lnTo>
                  <a:lnTo>
                    <a:pt x="3520202" y="436673"/>
                  </a:lnTo>
                  <a:lnTo>
                    <a:pt x="3521273" y="436919"/>
                  </a:lnTo>
                  <a:lnTo>
                    <a:pt x="3522345" y="437165"/>
                  </a:lnTo>
                  <a:lnTo>
                    <a:pt x="3523416" y="437410"/>
                  </a:lnTo>
                  <a:lnTo>
                    <a:pt x="3524488" y="437655"/>
                  </a:lnTo>
                  <a:lnTo>
                    <a:pt x="3525560" y="437900"/>
                  </a:lnTo>
                  <a:lnTo>
                    <a:pt x="3526631" y="438144"/>
                  </a:lnTo>
                  <a:lnTo>
                    <a:pt x="3527703" y="438388"/>
                  </a:lnTo>
                  <a:lnTo>
                    <a:pt x="3528774" y="438631"/>
                  </a:lnTo>
                  <a:lnTo>
                    <a:pt x="3529846" y="438874"/>
                  </a:lnTo>
                  <a:lnTo>
                    <a:pt x="3530918" y="439117"/>
                  </a:lnTo>
                  <a:lnTo>
                    <a:pt x="3531989" y="439359"/>
                  </a:lnTo>
                  <a:lnTo>
                    <a:pt x="3533061" y="439601"/>
                  </a:lnTo>
                  <a:lnTo>
                    <a:pt x="3534132" y="439843"/>
                  </a:lnTo>
                  <a:lnTo>
                    <a:pt x="3535204" y="440084"/>
                  </a:lnTo>
                  <a:lnTo>
                    <a:pt x="3536276" y="440325"/>
                  </a:lnTo>
                  <a:lnTo>
                    <a:pt x="3537347" y="440565"/>
                  </a:lnTo>
                  <a:lnTo>
                    <a:pt x="3538419" y="440805"/>
                  </a:lnTo>
                  <a:lnTo>
                    <a:pt x="3539490" y="441045"/>
                  </a:lnTo>
                  <a:lnTo>
                    <a:pt x="3540562" y="441284"/>
                  </a:lnTo>
                  <a:lnTo>
                    <a:pt x="3541634" y="441523"/>
                  </a:lnTo>
                  <a:lnTo>
                    <a:pt x="3542705" y="441761"/>
                  </a:lnTo>
                  <a:lnTo>
                    <a:pt x="3543777" y="442000"/>
                  </a:lnTo>
                  <a:lnTo>
                    <a:pt x="3544848" y="442237"/>
                  </a:lnTo>
                  <a:lnTo>
                    <a:pt x="3545920" y="442475"/>
                  </a:lnTo>
                  <a:lnTo>
                    <a:pt x="3546992" y="442712"/>
                  </a:lnTo>
                  <a:lnTo>
                    <a:pt x="3548063" y="442948"/>
                  </a:lnTo>
                  <a:lnTo>
                    <a:pt x="3549135" y="443185"/>
                  </a:lnTo>
                  <a:lnTo>
                    <a:pt x="3550206" y="443421"/>
                  </a:lnTo>
                  <a:lnTo>
                    <a:pt x="3551278" y="443656"/>
                  </a:lnTo>
                  <a:lnTo>
                    <a:pt x="3552349" y="443891"/>
                  </a:lnTo>
                  <a:lnTo>
                    <a:pt x="3553421" y="444126"/>
                  </a:lnTo>
                  <a:lnTo>
                    <a:pt x="3554493" y="444361"/>
                  </a:lnTo>
                  <a:lnTo>
                    <a:pt x="3555564" y="444595"/>
                  </a:lnTo>
                  <a:lnTo>
                    <a:pt x="3556636" y="444828"/>
                  </a:lnTo>
                  <a:lnTo>
                    <a:pt x="3557707" y="445062"/>
                  </a:lnTo>
                  <a:lnTo>
                    <a:pt x="3558779" y="445295"/>
                  </a:lnTo>
                  <a:lnTo>
                    <a:pt x="3559851" y="445527"/>
                  </a:lnTo>
                  <a:lnTo>
                    <a:pt x="3560922" y="445760"/>
                  </a:lnTo>
                  <a:lnTo>
                    <a:pt x="3561994" y="445992"/>
                  </a:lnTo>
                  <a:lnTo>
                    <a:pt x="3563065" y="446223"/>
                  </a:lnTo>
                  <a:lnTo>
                    <a:pt x="3564137" y="446454"/>
                  </a:lnTo>
                  <a:lnTo>
                    <a:pt x="3565209" y="446685"/>
                  </a:lnTo>
                  <a:lnTo>
                    <a:pt x="3566280" y="446915"/>
                  </a:lnTo>
                  <a:lnTo>
                    <a:pt x="3567352" y="447146"/>
                  </a:lnTo>
                  <a:lnTo>
                    <a:pt x="3568423" y="447375"/>
                  </a:lnTo>
                  <a:lnTo>
                    <a:pt x="3569495" y="447605"/>
                  </a:lnTo>
                  <a:lnTo>
                    <a:pt x="3570567" y="447834"/>
                  </a:lnTo>
                  <a:lnTo>
                    <a:pt x="3571638" y="448062"/>
                  </a:lnTo>
                  <a:lnTo>
                    <a:pt x="3572710" y="448291"/>
                  </a:lnTo>
                  <a:lnTo>
                    <a:pt x="3573781" y="448519"/>
                  </a:lnTo>
                  <a:lnTo>
                    <a:pt x="3574853" y="448746"/>
                  </a:lnTo>
                  <a:lnTo>
                    <a:pt x="3575925" y="448973"/>
                  </a:lnTo>
                  <a:lnTo>
                    <a:pt x="3576996" y="449200"/>
                  </a:lnTo>
                  <a:lnTo>
                    <a:pt x="3578068" y="449427"/>
                  </a:lnTo>
                  <a:lnTo>
                    <a:pt x="3579139" y="449653"/>
                  </a:lnTo>
                  <a:lnTo>
                    <a:pt x="3580211" y="449879"/>
                  </a:lnTo>
                  <a:lnTo>
                    <a:pt x="3581283" y="450104"/>
                  </a:lnTo>
                  <a:lnTo>
                    <a:pt x="3582354" y="450329"/>
                  </a:lnTo>
                  <a:lnTo>
                    <a:pt x="3583426" y="450554"/>
                  </a:lnTo>
                  <a:lnTo>
                    <a:pt x="3584497" y="450779"/>
                  </a:lnTo>
                  <a:lnTo>
                    <a:pt x="3585569" y="451003"/>
                  </a:lnTo>
                  <a:lnTo>
                    <a:pt x="3586641" y="451226"/>
                  </a:lnTo>
                  <a:lnTo>
                    <a:pt x="3587712" y="451450"/>
                  </a:lnTo>
                  <a:lnTo>
                    <a:pt x="3588784" y="451673"/>
                  </a:lnTo>
                  <a:lnTo>
                    <a:pt x="3589855" y="451896"/>
                  </a:lnTo>
                  <a:lnTo>
                    <a:pt x="3590927" y="452118"/>
                  </a:lnTo>
                  <a:lnTo>
                    <a:pt x="3591999" y="452340"/>
                  </a:lnTo>
                  <a:lnTo>
                    <a:pt x="3593070" y="452562"/>
                  </a:lnTo>
                  <a:lnTo>
                    <a:pt x="3594142" y="452783"/>
                  </a:lnTo>
                  <a:lnTo>
                    <a:pt x="3595213" y="453004"/>
                  </a:lnTo>
                  <a:lnTo>
                    <a:pt x="3596285" y="453225"/>
                  </a:lnTo>
                  <a:lnTo>
                    <a:pt x="3597357" y="453445"/>
                  </a:lnTo>
                  <a:lnTo>
                    <a:pt x="3598428" y="453665"/>
                  </a:lnTo>
                  <a:lnTo>
                    <a:pt x="3599500" y="453884"/>
                  </a:lnTo>
                  <a:lnTo>
                    <a:pt x="3600571" y="454104"/>
                  </a:lnTo>
                  <a:lnTo>
                    <a:pt x="3601643" y="454323"/>
                  </a:lnTo>
                  <a:lnTo>
                    <a:pt x="3602715" y="454541"/>
                  </a:lnTo>
                  <a:lnTo>
                    <a:pt x="3603786" y="454759"/>
                  </a:lnTo>
                  <a:lnTo>
                    <a:pt x="3604858" y="454977"/>
                  </a:lnTo>
                  <a:lnTo>
                    <a:pt x="3605929" y="455195"/>
                  </a:lnTo>
                  <a:lnTo>
                    <a:pt x="3607001" y="455412"/>
                  </a:lnTo>
                  <a:lnTo>
                    <a:pt x="3608073" y="455629"/>
                  </a:lnTo>
                  <a:lnTo>
                    <a:pt x="3609144" y="455846"/>
                  </a:lnTo>
                  <a:lnTo>
                    <a:pt x="3610216" y="456062"/>
                  </a:lnTo>
                  <a:lnTo>
                    <a:pt x="3611287" y="456278"/>
                  </a:lnTo>
                  <a:lnTo>
                    <a:pt x="3612359" y="456493"/>
                  </a:lnTo>
                  <a:lnTo>
                    <a:pt x="3613431" y="456709"/>
                  </a:lnTo>
                  <a:lnTo>
                    <a:pt x="3614502" y="456923"/>
                  </a:lnTo>
                  <a:lnTo>
                    <a:pt x="3615574" y="457138"/>
                  </a:lnTo>
                  <a:lnTo>
                    <a:pt x="3616645" y="457352"/>
                  </a:lnTo>
                  <a:lnTo>
                    <a:pt x="3617717" y="457566"/>
                  </a:lnTo>
                  <a:lnTo>
                    <a:pt x="3618789" y="457780"/>
                  </a:lnTo>
                  <a:lnTo>
                    <a:pt x="3619860" y="457993"/>
                  </a:lnTo>
                  <a:lnTo>
                    <a:pt x="3620932" y="458206"/>
                  </a:lnTo>
                  <a:lnTo>
                    <a:pt x="3622003" y="458419"/>
                  </a:lnTo>
                  <a:lnTo>
                    <a:pt x="3623075" y="458631"/>
                  </a:lnTo>
                  <a:lnTo>
                    <a:pt x="3624147" y="458843"/>
                  </a:lnTo>
                  <a:lnTo>
                    <a:pt x="3625218" y="459054"/>
                  </a:lnTo>
                  <a:lnTo>
                    <a:pt x="3626290" y="459266"/>
                  </a:lnTo>
                  <a:lnTo>
                    <a:pt x="3627361" y="459477"/>
                  </a:lnTo>
                  <a:lnTo>
                    <a:pt x="3628433" y="459687"/>
                  </a:lnTo>
                  <a:lnTo>
                    <a:pt x="3629505" y="459898"/>
                  </a:lnTo>
                  <a:lnTo>
                    <a:pt x="3630576" y="460108"/>
                  </a:lnTo>
                  <a:lnTo>
                    <a:pt x="3631648" y="460317"/>
                  </a:lnTo>
                  <a:lnTo>
                    <a:pt x="3632719" y="460527"/>
                  </a:lnTo>
                  <a:lnTo>
                    <a:pt x="3633791" y="460736"/>
                  </a:lnTo>
                  <a:lnTo>
                    <a:pt x="3634863" y="460944"/>
                  </a:lnTo>
                  <a:lnTo>
                    <a:pt x="3635934" y="461153"/>
                  </a:lnTo>
                  <a:lnTo>
                    <a:pt x="3637006" y="461361"/>
                  </a:lnTo>
                  <a:lnTo>
                    <a:pt x="3638077" y="461569"/>
                  </a:lnTo>
                  <a:lnTo>
                    <a:pt x="3639149" y="461776"/>
                  </a:lnTo>
                  <a:lnTo>
                    <a:pt x="3640221" y="461983"/>
                  </a:lnTo>
                  <a:lnTo>
                    <a:pt x="3641292" y="462190"/>
                  </a:lnTo>
                  <a:lnTo>
                    <a:pt x="3642364" y="462397"/>
                  </a:lnTo>
                  <a:lnTo>
                    <a:pt x="3643435" y="462603"/>
                  </a:lnTo>
                  <a:lnTo>
                    <a:pt x="3644507" y="462809"/>
                  </a:lnTo>
                  <a:lnTo>
                    <a:pt x="3645579" y="463014"/>
                  </a:lnTo>
                  <a:lnTo>
                    <a:pt x="3646650" y="463219"/>
                  </a:lnTo>
                  <a:lnTo>
                    <a:pt x="3647722" y="463424"/>
                  </a:lnTo>
                  <a:lnTo>
                    <a:pt x="3648793" y="463629"/>
                  </a:lnTo>
                  <a:lnTo>
                    <a:pt x="3649865" y="463833"/>
                  </a:lnTo>
                  <a:lnTo>
                    <a:pt x="3650937" y="464037"/>
                  </a:lnTo>
                  <a:lnTo>
                    <a:pt x="3652008" y="464241"/>
                  </a:lnTo>
                  <a:lnTo>
                    <a:pt x="3653080" y="464444"/>
                  </a:lnTo>
                  <a:lnTo>
                    <a:pt x="3654151" y="464647"/>
                  </a:lnTo>
                  <a:lnTo>
                    <a:pt x="3655223" y="464850"/>
                  </a:lnTo>
                  <a:lnTo>
                    <a:pt x="3656295" y="465052"/>
                  </a:lnTo>
                  <a:lnTo>
                    <a:pt x="3657366" y="465254"/>
                  </a:lnTo>
                  <a:lnTo>
                    <a:pt x="3658438" y="465456"/>
                  </a:lnTo>
                  <a:lnTo>
                    <a:pt x="3659509" y="465658"/>
                  </a:lnTo>
                  <a:lnTo>
                    <a:pt x="3660581" y="465859"/>
                  </a:lnTo>
                  <a:lnTo>
                    <a:pt x="3661653" y="466060"/>
                  </a:lnTo>
                  <a:lnTo>
                    <a:pt x="3662724" y="466260"/>
                  </a:lnTo>
                  <a:lnTo>
                    <a:pt x="3663796" y="466461"/>
                  </a:lnTo>
                  <a:lnTo>
                    <a:pt x="3664867" y="466661"/>
                  </a:lnTo>
                  <a:lnTo>
                    <a:pt x="3665939" y="466860"/>
                  </a:lnTo>
                  <a:lnTo>
                    <a:pt x="3667011" y="467060"/>
                  </a:lnTo>
                  <a:lnTo>
                    <a:pt x="3668082" y="467259"/>
                  </a:lnTo>
                  <a:lnTo>
                    <a:pt x="3669154" y="467458"/>
                  </a:lnTo>
                  <a:lnTo>
                    <a:pt x="3670225" y="467656"/>
                  </a:lnTo>
                  <a:lnTo>
                    <a:pt x="3671297" y="467854"/>
                  </a:lnTo>
                  <a:lnTo>
                    <a:pt x="3672369" y="468052"/>
                  </a:lnTo>
                  <a:lnTo>
                    <a:pt x="3673440" y="468250"/>
                  </a:lnTo>
                  <a:lnTo>
                    <a:pt x="3674512" y="468447"/>
                  </a:lnTo>
                  <a:lnTo>
                    <a:pt x="3675583" y="468644"/>
                  </a:lnTo>
                  <a:lnTo>
                    <a:pt x="3676655" y="468841"/>
                  </a:lnTo>
                  <a:lnTo>
                    <a:pt x="3677727" y="469037"/>
                  </a:lnTo>
                  <a:lnTo>
                    <a:pt x="3678798" y="469233"/>
                  </a:lnTo>
                  <a:lnTo>
                    <a:pt x="3679870" y="469429"/>
                  </a:lnTo>
                  <a:lnTo>
                    <a:pt x="3680941" y="469624"/>
                  </a:lnTo>
                  <a:lnTo>
                    <a:pt x="3682013" y="469819"/>
                  </a:lnTo>
                  <a:lnTo>
                    <a:pt x="3683085" y="470014"/>
                  </a:lnTo>
                  <a:lnTo>
                    <a:pt x="3684156" y="470209"/>
                  </a:lnTo>
                  <a:lnTo>
                    <a:pt x="3685228" y="470403"/>
                  </a:lnTo>
                  <a:lnTo>
                    <a:pt x="3686299" y="470597"/>
                  </a:lnTo>
                  <a:lnTo>
                    <a:pt x="3687371" y="470791"/>
                  </a:lnTo>
                  <a:lnTo>
                    <a:pt x="3688443" y="470984"/>
                  </a:lnTo>
                  <a:lnTo>
                    <a:pt x="3689514" y="471177"/>
                  </a:lnTo>
                  <a:lnTo>
                    <a:pt x="3690586" y="471370"/>
                  </a:lnTo>
                  <a:lnTo>
                    <a:pt x="3691657" y="471563"/>
                  </a:lnTo>
                  <a:lnTo>
                    <a:pt x="3692729" y="471755"/>
                  </a:lnTo>
                  <a:lnTo>
                    <a:pt x="3693801" y="471947"/>
                  </a:lnTo>
                  <a:lnTo>
                    <a:pt x="3694872" y="472139"/>
                  </a:lnTo>
                  <a:lnTo>
                    <a:pt x="3695944" y="472330"/>
                  </a:lnTo>
                  <a:lnTo>
                    <a:pt x="3697015" y="472521"/>
                  </a:lnTo>
                  <a:lnTo>
                    <a:pt x="3698087" y="472712"/>
                  </a:lnTo>
                  <a:lnTo>
                    <a:pt x="3699159" y="472902"/>
                  </a:lnTo>
                  <a:lnTo>
                    <a:pt x="3700230" y="473093"/>
                  </a:lnTo>
                  <a:lnTo>
                    <a:pt x="3701302" y="473283"/>
                  </a:lnTo>
                  <a:lnTo>
                    <a:pt x="3702373" y="473472"/>
                  </a:lnTo>
                  <a:lnTo>
                    <a:pt x="3703445" y="473662"/>
                  </a:lnTo>
                  <a:lnTo>
                    <a:pt x="3704517" y="473851"/>
                  </a:lnTo>
                  <a:lnTo>
                    <a:pt x="3705588" y="474040"/>
                  </a:lnTo>
                  <a:lnTo>
                    <a:pt x="3706660" y="474228"/>
                  </a:lnTo>
                  <a:lnTo>
                    <a:pt x="3707731" y="474416"/>
                  </a:lnTo>
                  <a:lnTo>
                    <a:pt x="3708803" y="474604"/>
                  </a:lnTo>
                  <a:lnTo>
                    <a:pt x="3709875" y="474792"/>
                  </a:lnTo>
                  <a:lnTo>
                    <a:pt x="3710946" y="474979"/>
                  </a:lnTo>
                  <a:lnTo>
                    <a:pt x="3712018" y="475167"/>
                  </a:lnTo>
                  <a:lnTo>
                    <a:pt x="3713089" y="475353"/>
                  </a:lnTo>
                  <a:lnTo>
                    <a:pt x="3714161" y="475540"/>
                  </a:lnTo>
                  <a:lnTo>
                    <a:pt x="3715233" y="475726"/>
                  </a:lnTo>
                  <a:lnTo>
                    <a:pt x="3716304" y="475912"/>
                  </a:lnTo>
                  <a:lnTo>
                    <a:pt x="3717376" y="476098"/>
                  </a:lnTo>
                  <a:lnTo>
                    <a:pt x="3718447" y="476283"/>
                  </a:lnTo>
                  <a:lnTo>
                    <a:pt x="3719519" y="476469"/>
                  </a:lnTo>
                  <a:lnTo>
                    <a:pt x="3720591" y="476653"/>
                  </a:lnTo>
                  <a:lnTo>
                    <a:pt x="3721662" y="476838"/>
                  </a:lnTo>
                  <a:lnTo>
                    <a:pt x="3722734" y="477022"/>
                  </a:lnTo>
                  <a:lnTo>
                    <a:pt x="3723805" y="477206"/>
                  </a:lnTo>
                  <a:lnTo>
                    <a:pt x="3724877" y="477390"/>
                  </a:lnTo>
                  <a:lnTo>
                    <a:pt x="3725949" y="477574"/>
                  </a:lnTo>
                  <a:lnTo>
                    <a:pt x="3727020" y="477757"/>
                  </a:lnTo>
                  <a:lnTo>
                    <a:pt x="3728092" y="477940"/>
                  </a:lnTo>
                  <a:lnTo>
                    <a:pt x="3729163" y="478123"/>
                  </a:lnTo>
                  <a:lnTo>
                    <a:pt x="3730235" y="478305"/>
                  </a:lnTo>
                  <a:lnTo>
                    <a:pt x="3731306" y="478487"/>
                  </a:lnTo>
                  <a:lnTo>
                    <a:pt x="3732378" y="478669"/>
                  </a:lnTo>
                  <a:lnTo>
                    <a:pt x="3733450" y="478851"/>
                  </a:lnTo>
                  <a:lnTo>
                    <a:pt x="3734521" y="479032"/>
                  </a:lnTo>
                  <a:lnTo>
                    <a:pt x="3735593" y="479213"/>
                  </a:lnTo>
                  <a:lnTo>
                    <a:pt x="3736664" y="479394"/>
                  </a:lnTo>
                  <a:lnTo>
                    <a:pt x="3737736" y="479574"/>
                  </a:lnTo>
                  <a:lnTo>
                    <a:pt x="3738808" y="479755"/>
                  </a:lnTo>
                  <a:lnTo>
                    <a:pt x="3739879" y="479935"/>
                  </a:lnTo>
                  <a:lnTo>
                    <a:pt x="3740951" y="480114"/>
                  </a:lnTo>
                  <a:lnTo>
                    <a:pt x="3742022" y="480294"/>
                  </a:lnTo>
                  <a:lnTo>
                    <a:pt x="3743094" y="480473"/>
                  </a:lnTo>
                  <a:lnTo>
                    <a:pt x="3744166" y="480652"/>
                  </a:lnTo>
                  <a:lnTo>
                    <a:pt x="3745237" y="480831"/>
                  </a:lnTo>
                  <a:lnTo>
                    <a:pt x="3746309" y="481009"/>
                  </a:lnTo>
                  <a:lnTo>
                    <a:pt x="3747380" y="481187"/>
                  </a:lnTo>
                  <a:lnTo>
                    <a:pt x="3748452" y="481365"/>
                  </a:lnTo>
                  <a:lnTo>
                    <a:pt x="3749524" y="481543"/>
                  </a:lnTo>
                  <a:lnTo>
                    <a:pt x="3750595" y="481720"/>
                  </a:lnTo>
                  <a:lnTo>
                    <a:pt x="3751667" y="481897"/>
                  </a:lnTo>
                  <a:lnTo>
                    <a:pt x="3752738" y="482074"/>
                  </a:lnTo>
                  <a:lnTo>
                    <a:pt x="3753810" y="482250"/>
                  </a:lnTo>
                  <a:lnTo>
                    <a:pt x="3754882" y="482427"/>
                  </a:lnTo>
                  <a:lnTo>
                    <a:pt x="3755953" y="482603"/>
                  </a:lnTo>
                  <a:lnTo>
                    <a:pt x="3757025" y="482779"/>
                  </a:lnTo>
                  <a:lnTo>
                    <a:pt x="3758096" y="482954"/>
                  </a:lnTo>
                  <a:lnTo>
                    <a:pt x="3759168" y="483129"/>
                  </a:lnTo>
                  <a:lnTo>
                    <a:pt x="3760240" y="483304"/>
                  </a:lnTo>
                  <a:lnTo>
                    <a:pt x="3761311" y="483479"/>
                  </a:lnTo>
                  <a:lnTo>
                    <a:pt x="3762383" y="483654"/>
                  </a:lnTo>
                  <a:lnTo>
                    <a:pt x="3763454" y="483828"/>
                  </a:lnTo>
                  <a:lnTo>
                    <a:pt x="3764526" y="484002"/>
                  </a:lnTo>
                  <a:lnTo>
                    <a:pt x="3765598" y="484175"/>
                  </a:lnTo>
                  <a:lnTo>
                    <a:pt x="3766669" y="484349"/>
                  </a:lnTo>
                  <a:lnTo>
                    <a:pt x="3767741" y="484522"/>
                  </a:lnTo>
                  <a:lnTo>
                    <a:pt x="3768812" y="484695"/>
                  </a:lnTo>
                  <a:lnTo>
                    <a:pt x="3769884" y="484868"/>
                  </a:lnTo>
                  <a:lnTo>
                    <a:pt x="3770956" y="485040"/>
                  </a:lnTo>
                  <a:lnTo>
                    <a:pt x="3772027" y="485212"/>
                  </a:lnTo>
                  <a:lnTo>
                    <a:pt x="3773099" y="485384"/>
                  </a:lnTo>
                  <a:lnTo>
                    <a:pt x="3774170" y="485556"/>
                  </a:lnTo>
                  <a:lnTo>
                    <a:pt x="3775242" y="485727"/>
                  </a:lnTo>
                  <a:lnTo>
                    <a:pt x="3776314" y="485899"/>
                  </a:lnTo>
                  <a:lnTo>
                    <a:pt x="3777385" y="486070"/>
                  </a:lnTo>
                  <a:lnTo>
                    <a:pt x="3778457" y="486240"/>
                  </a:lnTo>
                  <a:lnTo>
                    <a:pt x="3779528" y="486411"/>
                  </a:lnTo>
                  <a:lnTo>
                    <a:pt x="3780600" y="486581"/>
                  </a:lnTo>
                  <a:lnTo>
                    <a:pt x="3781672" y="486751"/>
                  </a:lnTo>
                  <a:lnTo>
                    <a:pt x="3782743" y="486920"/>
                  </a:lnTo>
                  <a:lnTo>
                    <a:pt x="3783815" y="487090"/>
                  </a:lnTo>
                  <a:lnTo>
                    <a:pt x="3784886" y="487259"/>
                  </a:lnTo>
                  <a:lnTo>
                    <a:pt x="3785958" y="487428"/>
                  </a:lnTo>
                  <a:lnTo>
                    <a:pt x="3787030" y="487597"/>
                  </a:lnTo>
                  <a:lnTo>
                    <a:pt x="3788101" y="487765"/>
                  </a:lnTo>
                  <a:lnTo>
                    <a:pt x="3789173" y="487933"/>
                  </a:lnTo>
                  <a:lnTo>
                    <a:pt x="3790244" y="488101"/>
                  </a:lnTo>
                  <a:lnTo>
                    <a:pt x="3791316" y="488269"/>
                  </a:lnTo>
                  <a:lnTo>
                    <a:pt x="3792388" y="488436"/>
                  </a:lnTo>
                  <a:lnTo>
                    <a:pt x="3793459" y="488604"/>
                  </a:lnTo>
                  <a:lnTo>
                    <a:pt x="3794531" y="488771"/>
                  </a:lnTo>
                  <a:lnTo>
                    <a:pt x="3795602" y="488937"/>
                  </a:lnTo>
                  <a:lnTo>
                    <a:pt x="3796674" y="489104"/>
                  </a:lnTo>
                  <a:lnTo>
                    <a:pt x="3797746" y="489270"/>
                  </a:lnTo>
                  <a:lnTo>
                    <a:pt x="3798817" y="489436"/>
                  </a:lnTo>
                  <a:lnTo>
                    <a:pt x="3799889" y="489602"/>
                  </a:lnTo>
                  <a:lnTo>
                    <a:pt x="3800960" y="489767"/>
                  </a:lnTo>
                  <a:lnTo>
                    <a:pt x="3802032" y="489933"/>
                  </a:lnTo>
                  <a:lnTo>
                    <a:pt x="3803104" y="490098"/>
                  </a:lnTo>
                  <a:lnTo>
                    <a:pt x="3804175" y="490262"/>
                  </a:lnTo>
                  <a:lnTo>
                    <a:pt x="3805247" y="490427"/>
                  </a:lnTo>
                  <a:lnTo>
                    <a:pt x="3806318" y="490591"/>
                  </a:lnTo>
                  <a:lnTo>
                    <a:pt x="3807390" y="490755"/>
                  </a:lnTo>
                  <a:lnTo>
                    <a:pt x="3808462" y="490919"/>
                  </a:lnTo>
                  <a:lnTo>
                    <a:pt x="3809533" y="491083"/>
                  </a:lnTo>
                  <a:lnTo>
                    <a:pt x="3810605" y="491246"/>
                  </a:lnTo>
                  <a:lnTo>
                    <a:pt x="3811676" y="491409"/>
                  </a:lnTo>
                  <a:lnTo>
                    <a:pt x="3812748" y="491572"/>
                  </a:lnTo>
                  <a:lnTo>
                    <a:pt x="3813820" y="491735"/>
                  </a:lnTo>
                  <a:lnTo>
                    <a:pt x="3814891" y="491897"/>
                  </a:lnTo>
                  <a:lnTo>
                    <a:pt x="3815963" y="492059"/>
                  </a:lnTo>
                  <a:lnTo>
                    <a:pt x="3817034" y="492221"/>
                  </a:lnTo>
                  <a:lnTo>
                    <a:pt x="3818106" y="492383"/>
                  </a:lnTo>
                  <a:lnTo>
                    <a:pt x="3819178" y="492545"/>
                  </a:lnTo>
                  <a:lnTo>
                    <a:pt x="3820249" y="492706"/>
                  </a:lnTo>
                  <a:lnTo>
                    <a:pt x="3821321" y="492867"/>
                  </a:lnTo>
                  <a:lnTo>
                    <a:pt x="3822392" y="493028"/>
                  </a:lnTo>
                  <a:lnTo>
                    <a:pt x="3823464" y="493188"/>
                  </a:lnTo>
                  <a:lnTo>
                    <a:pt x="3824536" y="493348"/>
                  </a:lnTo>
                  <a:lnTo>
                    <a:pt x="3825607" y="493509"/>
                  </a:lnTo>
                  <a:lnTo>
                    <a:pt x="3826679" y="493668"/>
                  </a:lnTo>
                  <a:lnTo>
                    <a:pt x="3827750" y="493828"/>
                  </a:lnTo>
                  <a:lnTo>
                    <a:pt x="3828822" y="493987"/>
                  </a:lnTo>
                  <a:lnTo>
                    <a:pt x="3829894" y="494147"/>
                  </a:lnTo>
                  <a:lnTo>
                    <a:pt x="3830965" y="494306"/>
                  </a:lnTo>
                  <a:lnTo>
                    <a:pt x="3832037" y="494464"/>
                  </a:lnTo>
                  <a:lnTo>
                    <a:pt x="3833108" y="494623"/>
                  </a:lnTo>
                  <a:lnTo>
                    <a:pt x="3834180" y="494781"/>
                  </a:lnTo>
                  <a:lnTo>
                    <a:pt x="3835252" y="494939"/>
                  </a:lnTo>
                  <a:lnTo>
                    <a:pt x="3836323" y="495097"/>
                  </a:lnTo>
                  <a:lnTo>
                    <a:pt x="3837395" y="495254"/>
                  </a:lnTo>
                  <a:lnTo>
                    <a:pt x="3838466" y="495412"/>
                  </a:lnTo>
                  <a:lnTo>
                    <a:pt x="3839538" y="495569"/>
                  </a:lnTo>
                  <a:lnTo>
                    <a:pt x="3840610" y="495726"/>
                  </a:lnTo>
                  <a:lnTo>
                    <a:pt x="3841681" y="495882"/>
                  </a:lnTo>
                  <a:lnTo>
                    <a:pt x="3842753" y="496039"/>
                  </a:lnTo>
                  <a:lnTo>
                    <a:pt x="3843824" y="496195"/>
                  </a:lnTo>
                  <a:lnTo>
                    <a:pt x="3844896" y="496351"/>
                  </a:lnTo>
                  <a:lnTo>
                    <a:pt x="3845968" y="496507"/>
                  </a:lnTo>
                  <a:lnTo>
                    <a:pt x="3847039" y="496662"/>
                  </a:lnTo>
                  <a:lnTo>
                    <a:pt x="3848111" y="496818"/>
                  </a:lnTo>
                  <a:lnTo>
                    <a:pt x="3849182" y="496973"/>
                  </a:lnTo>
                  <a:lnTo>
                    <a:pt x="3850254" y="497128"/>
                  </a:lnTo>
                  <a:lnTo>
                    <a:pt x="3851326" y="497282"/>
                  </a:lnTo>
                  <a:lnTo>
                    <a:pt x="3852397" y="497437"/>
                  </a:lnTo>
                  <a:lnTo>
                    <a:pt x="3853469" y="497591"/>
                  </a:lnTo>
                  <a:lnTo>
                    <a:pt x="3854540" y="497745"/>
                  </a:lnTo>
                  <a:lnTo>
                    <a:pt x="3855612" y="497899"/>
                  </a:lnTo>
                  <a:lnTo>
                    <a:pt x="3856684" y="498053"/>
                  </a:lnTo>
                  <a:lnTo>
                    <a:pt x="3856684" y="1354001"/>
                  </a:lnTo>
                  <a:lnTo>
                    <a:pt x="3855612" y="1353633"/>
                  </a:lnTo>
                  <a:lnTo>
                    <a:pt x="3854540" y="1353264"/>
                  </a:lnTo>
                  <a:lnTo>
                    <a:pt x="3853469" y="1352896"/>
                  </a:lnTo>
                  <a:lnTo>
                    <a:pt x="3852397" y="1352527"/>
                  </a:lnTo>
                  <a:lnTo>
                    <a:pt x="3851326" y="1352158"/>
                  </a:lnTo>
                  <a:lnTo>
                    <a:pt x="3850254" y="1351789"/>
                  </a:lnTo>
                  <a:lnTo>
                    <a:pt x="3849182" y="1351420"/>
                  </a:lnTo>
                  <a:lnTo>
                    <a:pt x="3848111" y="1351051"/>
                  </a:lnTo>
                  <a:lnTo>
                    <a:pt x="3847039" y="1350681"/>
                  </a:lnTo>
                  <a:lnTo>
                    <a:pt x="3845968" y="1350312"/>
                  </a:lnTo>
                  <a:lnTo>
                    <a:pt x="3844896" y="1349942"/>
                  </a:lnTo>
                  <a:lnTo>
                    <a:pt x="3843824" y="1349572"/>
                  </a:lnTo>
                  <a:lnTo>
                    <a:pt x="3842753" y="1349203"/>
                  </a:lnTo>
                  <a:lnTo>
                    <a:pt x="3841681" y="1348833"/>
                  </a:lnTo>
                  <a:lnTo>
                    <a:pt x="3840610" y="1348463"/>
                  </a:lnTo>
                  <a:lnTo>
                    <a:pt x="3839538" y="1348092"/>
                  </a:lnTo>
                  <a:lnTo>
                    <a:pt x="3838466" y="1347722"/>
                  </a:lnTo>
                  <a:lnTo>
                    <a:pt x="3837395" y="1347352"/>
                  </a:lnTo>
                  <a:lnTo>
                    <a:pt x="3836323" y="1346981"/>
                  </a:lnTo>
                  <a:lnTo>
                    <a:pt x="3835252" y="1346611"/>
                  </a:lnTo>
                  <a:lnTo>
                    <a:pt x="3834180" y="1346240"/>
                  </a:lnTo>
                  <a:lnTo>
                    <a:pt x="3833108" y="1345869"/>
                  </a:lnTo>
                  <a:lnTo>
                    <a:pt x="3832037" y="1345498"/>
                  </a:lnTo>
                  <a:lnTo>
                    <a:pt x="3830965" y="1345127"/>
                  </a:lnTo>
                  <a:lnTo>
                    <a:pt x="3829894" y="1344756"/>
                  </a:lnTo>
                  <a:lnTo>
                    <a:pt x="3828822" y="1344384"/>
                  </a:lnTo>
                  <a:lnTo>
                    <a:pt x="3827750" y="1344013"/>
                  </a:lnTo>
                  <a:lnTo>
                    <a:pt x="3826679" y="1343641"/>
                  </a:lnTo>
                  <a:lnTo>
                    <a:pt x="3825607" y="1343270"/>
                  </a:lnTo>
                  <a:lnTo>
                    <a:pt x="3824536" y="1342898"/>
                  </a:lnTo>
                  <a:lnTo>
                    <a:pt x="3823464" y="1342526"/>
                  </a:lnTo>
                  <a:lnTo>
                    <a:pt x="3822392" y="1342154"/>
                  </a:lnTo>
                  <a:lnTo>
                    <a:pt x="3821321" y="1341782"/>
                  </a:lnTo>
                  <a:lnTo>
                    <a:pt x="3820249" y="1341410"/>
                  </a:lnTo>
                  <a:lnTo>
                    <a:pt x="3819178" y="1341037"/>
                  </a:lnTo>
                  <a:lnTo>
                    <a:pt x="3818106" y="1340665"/>
                  </a:lnTo>
                  <a:lnTo>
                    <a:pt x="3817034" y="1340292"/>
                  </a:lnTo>
                  <a:lnTo>
                    <a:pt x="3815963" y="1339920"/>
                  </a:lnTo>
                  <a:lnTo>
                    <a:pt x="3814891" y="1339547"/>
                  </a:lnTo>
                  <a:lnTo>
                    <a:pt x="3813820" y="1339174"/>
                  </a:lnTo>
                  <a:lnTo>
                    <a:pt x="3812748" y="1338801"/>
                  </a:lnTo>
                  <a:lnTo>
                    <a:pt x="3811676" y="1338428"/>
                  </a:lnTo>
                  <a:lnTo>
                    <a:pt x="3810605" y="1338055"/>
                  </a:lnTo>
                  <a:lnTo>
                    <a:pt x="3809533" y="1337681"/>
                  </a:lnTo>
                  <a:lnTo>
                    <a:pt x="3808462" y="1337308"/>
                  </a:lnTo>
                  <a:lnTo>
                    <a:pt x="3807390" y="1336934"/>
                  </a:lnTo>
                  <a:lnTo>
                    <a:pt x="3806318" y="1336561"/>
                  </a:lnTo>
                  <a:lnTo>
                    <a:pt x="3805247" y="1336187"/>
                  </a:lnTo>
                  <a:lnTo>
                    <a:pt x="3804175" y="1335813"/>
                  </a:lnTo>
                  <a:lnTo>
                    <a:pt x="3803104" y="1335439"/>
                  </a:lnTo>
                  <a:lnTo>
                    <a:pt x="3802032" y="1335065"/>
                  </a:lnTo>
                  <a:lnTo>
                    <a:pt x="3800960" y="1334691"/>
                  </a:lnTo>
                  <a:lnTo>
                    <a:pt x="3799889" y="1334316"/>
                  </a:lnTo>
                  <a:lnTo>
                    <a:pt x="3798817" y="1333942"/>
                  </a:lnTo>
                  <a:lnTo>
                    <a:pt x="3797746" y="1333567"/>
                  </a:lnTo>
                  <a:lnTo>
                    <a:pt x="3796674" y="1333193"/>
                  </a:lnTo>
                  <a:lnTo>
                    <a:pt x="3795602" y="1332818"/>
                  </a:lnTo>
                  <a:lnTo>
                    <a:pt x="3794531" y="1332443"/>
                  </a:lnTo>
                  <a:lnTo>
                    <a:pt x="3793459" y="1332068"/>
                  </a:lnTo>
                  <a:lnTo>
                    <a:pt x="3792388" y="1331693"/>
                  </a:lnTo>
                  <a:lnTo>
                    <a:pt x="3791316" y="1331318"/>
                  </a:lnTo>
                  <a:lnTo>
                    <a:pt x="3790244" y="1330942"/>
                  </a:lnTo>
                  <a:lnTo>
                    <a:pt x="3789173" y="1330567"/>
                  </a:lnTo>
                  <a:lnTo>
                    <a:pt x="3788101" y="1330191"/>
                  </a:lnTo>
                  <a:lnTo>
                    <a:pt x="3787030" y="1329816"/>
                  </a:lnTo>
                  <a:lnTo>
                    <a:pt x="3785958" y="1329440"/>
                  </a:lnTo>
                  <a:lnTo>
                    <a:pt x="3784886" y="1329064"/>
                  </a:lnTo>
                  <a:lnTo>
                    <a:pt x="3783815" y="1328688"/>
                  </a:lnTo>
                  <a:lnTo>
                    <a:pt x="3782743" y="1328312"/>
                  </a:lnTo>
                  <a:lnTo>
                    <a:pt x="3781672" y="1327936"/>
                  </a:lnTo>
                  <a:lnTo>
                    <a:pt x="3780600" y="1327560"/>
                  </a:lnTo>
                  <a:lnTo>
                    <a:pt x="3779528" y="1327184"/>
                  </a:lnTo>
                  <a:lnTo>
                    <a:pt x="3778457" y="1326807"/>
                  </a:lnTo>
                  <a:lnTo>
                    <a:pt x="3777385" y="1326430"/>
                  </a:lnTo>
                  <a:lnTo>
                    <a:pt x="3776314" y="1326054"/>
                  </a:lnTo>
                  <a:lnTo>
                    <a:pt x="3775242" y="1325677"/>
                  </a:lnTo>
                  <a:lnTo>
                    <a:pt x="3774170" y="1325300"/>
                  </a:lnTo>
                  <a:lnTo>
                    <a:pt x="3773099" y="1324923"/>
                  </a:lnTo>
                  <a:lnTo>
                    <a:pt x="3772027" y="1324546"/>
                  </a:lnTo>
                  <a:lnTo>
                    <a:pt x="3770956" y="1324169"/>
                  </a:lnTo>
                  <a:lnTo>
                    <a:pt x="3769884" y="1323792"/>
                  </a:lnTo>
                  <a:lnTo>
                    <a:pt x="3768812" y="1323414"/>
                  </a:lnTo>
                  <a:lnTo>
                    <a:pt x="3767741" y="1323037"/>
                  </a:lnTo>
                  <a:lnTo>
                    <a:pt x="3766669" y="1322659"/>
                  </a:lnTo>
                  <a:lnTo>
                    <a:pt x="3765598" y="1322281"/>
                  </a:lnTo>
                  <a:lnTo>
                    <a:pt x="3764526" y="1321904"/>
                  </a:lnTo>
                  <a:lnTo>
                    <a:pt x="3763454" y="1321526"/>
                  </a:lnTo>
                  <a:lnTo>
                    <a:pt x="3762383" y="1321148"/>
                  </a:lnTo>
                  <a:lnTo>
                    <a:pt x="3761311" y="1320770"/>
                  </a:lnTo>
                  <a:lnTo>
                    <a:pt x="3760240" y="1320391"/>
                  </a:lnTo>
                  <a:lnTo>
                    <a:pt x="3759168" y="1320013"/>
                  </a:lnTo>
                  <a:lnTo>
                    <a:pt x="3758096" y="1319635"/>
                  </a:lnTo>
                  <a:lnTo>
                    <a:pt x="3757025" y="1319256"/>
                  </a:lnTo>
                  <a:lnTo>
                    <a:pt x="3755953" y="1318877"/>
                  </a:lnTo>
                  <a:lnTo>
                    <a:pt x="3754882" y="1318499"/>
                  </a:lnTo>
                  <a:lnTo>
                    <a:pt x="3753810" y="1318120"/>
                  </a:lnTo>
                  <a:lnTo>
                    <a:pt x="3752738" y="1317741"/>
                  </a:lnTo>
                  <a:lnTo>
                    <a:pt x="3751667" y="1317362"/>
                  </a:lnTo>
                  <a:lnTo>
                    <a:pt x="3750595" y="1316983"/>
                  </a:lnTo>
                  <a:lnTo>
                    <a:pt x="3749524" y="1316604"/>
                  </a:lnTo>
                  <a:lnTo>
                    <a:pt x="3748452" y="1316224"/>
                  </a:lnTo>
                  <a:lnTo>
                    <a:pt x="3747380" y="1315845"/>
                  </a:lnTo>
                  <a:lnTo>
                    <a:pt x="3746309" y="1315466"/>
                  </a:lnTo>
                  <a:lnTo>
                    <a:pt x="3745237" y="1315086"/>
                  </a:lnTo>
                  <a:lnTo>
                    <a:pt x="3744166" y="1314706"/>
                  </a:lnTo>
                  <a:lnTo>
                    <a:pt x="3743094" y="1314326"/>
                  </a:lnTo>
                  <a:lnTo>
                    <a:pt x="3742022" y="1313947"/>
                  </a:lnTo>
                  <a:lnTo>
                    <a:pt x="3740951" y="1313567"/>
                  </a:lnTo>
                  <a:lnTo>
                    <a:pt x="3739879" y="1313186"/>
                  </a:lnTo>
                  <a:lnTo>
                    <a:pt x="3738808" y="1312806"/>
                  </a:lnTo>
                  <a:lnTo>
                    <a:pt x="3737736" y="1312426"/>
                  </a:lnTo>
                  <a:lnTo>
                    <a:pt x="3736664" y="1312046"/>
                  </a:lnTo>
                  <a:lnTo>
                    <a:pt x="3735593" y="1311665"/>
                  </a:lnTo>
                  <a:lnTo>
                    <a:pt x="3734521" y="1311285"/>
                  </a:lnTo>
                  <a:lnTo>
                    <a:pt x="3733450" y="1310904"/>
                  </a:lnTo>
                  <a:lnTo>
                    <a:pt x="3732378" y="1310523"/>
                  </a:lnTo>
                  <a:lnTo>
                    <a:pt x="3731306" y="1310142"/>
                  </a:lnTo>
                  <a:lnTo>
                    <a:pt x="3730235" y="1309762"/>
                  </a:lnTo>
                  <a:lnTo>
                    <a:pt x="3729163" y="1309380"/>
                  </a:lnTo>
                  <a:lnTo>
                    <a:pt x="3728092" y="1308999"/>
                  </a:lnTo>
                  <a:lnTo>
                    <a:pt x="3727020" y="1308618"/>
                  </a:lnTo>
                  <a:lnTo>
                    <a:pt x="3725949" y="1308237"/>
                  </a:lnTo>
                  <a:lnTo>
                    <a:pt x="3724877" y="1307855"/>
                  </a:lnTo>
                  <a:lnTo>
                    <a:pt x="3723805" y="1307474"/>
                  </a:lnTo>
                  <a:lnTo>
                    <a:pt x="3722734" y="1307092"/>
                  </a:lnTo>
                  <a:lnTo>
                    <a:pt x="3721662" y="1306711"/>
                  </a:lnTo>
                  <a:lnTo>
                    <a:pt x="3720591" y="1306329"/>
                  </a:lnTo>
                  <a:lnTo>
                    <a:pt x="3719519" y="1305947"/>
                  </a:lnTo>
                  <a:lnTo>
                    <a:pt x="3718447" y="1305565"/>
                  </a:lnTo>
                  <a:lnTo>
                    <a:pt x="3717376" y="1305183"/>
                  </a:lnTo>
                  <a:lnTo>
                    <a:pt x="3716304" y="1304801"/>
                  </a:lnTo>
                  <a:lnTo>
                    <a:pt x="3715233" y="1304419"/>
                  </a:lnTo>
                  <a:lnTo>
                    <a:pt x="3714161" y="1304036"/>
                  </a:lnTo>
                  <a:lnTo>
                    <a:pt x="3713089" y="1303654"/>
                  </a:lnTo>
                  <a:lnTo>
                    <a:pt x="3712018" y="1303272"/>
                  </a:lnTo>
                  <a:lnTo>
                    <a:pt x="3710946" y="1302889"/>
                  </a:lnTo>
                  <a:lnTo>
                    <a:pt x="3709875" y="1302506"/>
                  </a:lnTo>
                  <a:lnTo>
                    <a:pt x="3708803" y="1302124"/>
                  </a:lnTo>
                  <a:lnTo>
                    <a:pt x="3707731" y="1301741"/>
                  </a:lnTo>
                  <a:lnTo>
                    <a:pt x="3706660" y="1301358"/>
                  </a:lnTo>
                  <a:lnTo>
                    <a:pt x="3705588" y="1300975"/>
                  </a:lnTo>
                  <a:lnTo>
                    <a:pt x="3704517" y="1300592"/>
                  </a:lnTo>
                  <a:lnTo>
                    <a:pt x="3703445" y="1300209"/>
                  </a:lnTo>
                  <a:lnTo>
                    <a:pt x="3702373" y="1299825"/>
                  </a:lnTo>
                  <a:lnTo>
                    <a:pt x="3701302" y="1299442"/>
                  </a:lnTo>
                  <a:lnTo>
                    <a:pt x="3700230" y="1299058"/>
                  </a:lnTo>
                  <a:lnTo>
                    <a:pt x="3699159" y="1298675"/>
                  </a:lnTo>
                  <a:lnTo>
                    <a:pt x="3698087" y="1298291"/>
                  </a:lnTo>
                  <a:lnTo>
                    <a:pt x="3697015" y="1297908"/>
                  </a:lnTo>
                  <a:lnTo>
                    <a:pt x="3695944" y="1297524"/>
                  </a:lnTo>
                  <a:lnTo>
                    <a:pt x="3694872" y="1297140"/>
                  </a:lnTo>
                  <a:lnTo>
                    <a:pt x="3693801" y="1296756"/>
                  </a:lnTo>
                  <a:lnTo>
                    <a:pt x="3692729" y="1296372"/>
                  </a:lnTo>
                  <a:lnTo>
                    <a:pt x="3691657" y="1295988"/>
                  </a:lnTo>
                  <a:lnTo>
                    <a:pt x="3690586" y="1295604"/>
                  </a:lnTo>
                  <a:lnTo>
                    <a:pt x="3689514" y="1295219"/>
                  </a:lnTo>
                  <a:lnTo>
                    <a:pt x="3688443" y="1294835"/>
                  </a:lnTo>
                  <a:lnTo>
                    <a:pt x="3687371" y="1294451"/>
                  </a:lnTo>
                  <a:lnTo>
                    <a:pt x="3686299" y="1294066"/>
                  </a:lnTo>
                  <a:lnTo>
                    <a:pt x="3685228" y="1293681"/>
                  </a:lnTo>
                  <a:lnTo>
                    <a:pt x="3684156" y="1293297"/>
                  </a:lnTo>
                  <a:lnTo>
                    <a:pt x="3683085" y="1292912"/>
                  </a:lnTo>
                  <a:lnTo>
                    <a:pt x="3682013" y="1292527"/>
                  </a:lnTo>
                  <a:lnTo>
                    <a:pt x="3680941" y="1292142"/>
                  </a:lnTo>
                  <a:lnTo>
                    <a:pt x="3679870" y="1291757"/>
                  </a:lnTo>
                  <a:lnTo>
                    <a:pt x="3678798" y="1291372"/>
                  </a:lnTo>
                  <a:lnTo>
                    <a:pt x="3677727" y="1290987"/>
                  </a:lnTo>
                  <a:lnTo>
                    <a:pt x="3676655" y="1290601"/>
                  </a:lnTo>
                  <a:lnTo>
                    <a:pt x="3675583" y="1290216"/>
                  </a:lnTo>
                  <a:lnTo>
                    <a:pt x="3674512" y="1289831"/>
                  </a:lnTo>
                  <a:lnTo>
                    <a:pt x="3673440" y="1289445"/>
                  </a:lnTo>
                  <a:lnTo>
                    <a:pt x="3672369" y="1289060"/>
                  </a:lnTo>
                  <a:lnTo>
                    <a:pt x="3671297" y="1288674"/>
                  </a:lnTo>
                  <a:lnTo>
                    <a:pt x="3670225" y="1288288"/>
                  </a:lnTo>
                  <a:lnTo>
                    <a:pt x="3669154" y="1287902"/>
                  </a:lnTo>
                  <a:lnTo>
                    <a:pt x="3668082" y="1287516"/>
                  </a:lnTo>
                  <a:lnTo>
                    <a:pt x="3667011" y="1287131"/>
                  </a:lnTo>
                  <a:lnTo>
                    <a:pt x="3665939" y="1286744"/>
                  </a:lnTo>
                  <a:lnTo>
                    <a:pt x="3664867" y="1286358"/>
                  </a:lnTo>
                  <a:lnTo>
                    <a:pt x="3663796" y="1285972"/>
                  </a:lnTo>
                  <a:lnTo>
                    <a:pt x="3662724" y="1285586"/>
                  </a:lnTo>
                  <a:lnTo>
                    <a:pt x="3661653" y="1285200"/>
                  </a:lnTo>
                  <a:lnTo>
                    <a:pt x="3660581" y="1284813"/>
                  </a:lnTo>
                  <a:lnTo>
                    <a:pt x="3659509" y="1284427"/>
                  </a:lnTo>
                  <a:lnTo>
                    <a:pt x="3658438" y="1284040"/>
                  </a:lnTo>
                  <a:lnTo>
                    <a:pt x="3657366" y="1283653"/>
                  </a:lnTo>
                  <a:lnTo>
                    <a:pt x="3656295" y="1283267"/>
                  </a:lnTo>
                  <a:lnTo>
                    <a:pt x="3655223" y="1282880"/>
                  </a:lnTo>
                  <a:lnTo>
                    <a:pt x="3654151" y="1282493"/>
                  </a:lnTo>
                  <a:lnTo>
                    <a:pt x="3653080" y="1282106"/>
                  </a:lnTo>
                  <a:lnTo>
                    <a:pt x="3652008" y="1281719"/>
                  </a:lnTo>
                  <a:lnTo>
                    <a:pt x="3650937" y="1281332"/>
                  </a:lnTo>
                  <a:lnTo>
                    <a:pt x="3649865" y="1280945"/>
                  </a:lnTo>
                  <a:lnTo>
                    <a:pt x="3648793" y="1280557"/>
                  </a:lnTo>
                  <a:lnTo>
                    <a:pt x="3647722" y="1280170"/>
                  </a:lnTo>
                  <a:lnTo>
                    <a:pt x="3646650" y="1279783"/>
                  </a:lnTo>
                  <a:lnTo>
                    <a:pt x="3645579" y="1279395"/>
                  </a:lnTo>
                  <a:lnTo>
                    <a:pt x="3644507" y="1279008"/>
                  </a:lnTo>
                  <a:lnTo>
                    <a:pt x="3643435" y="1278620"/>
                  </a:lnTo>
                  <a:lnTo>
                    <a:pt x="3642364" y="1278233"/>
                  </a:lnTo>
                  <a:lnTo>
                    <a:pt x="3641292" y="1277845"/>
                  </a:lnTo>
                  <a:lnTo>
                    <a:pt x="3640221" y="1277457"/>
                  </a:lnTo>
                  <a:lnTo>
                    <a:pt x="3639149" y="1277069"/>
                  </a:lnTo>
                  <a:lnTo>
                    <a:pt x="3638077" y="1276681"/>
                  </a:lnTo>
                  <a:lnTo>
                    <a:pt x="3637006" y="1276293"/>
                  </a:lnTo>
                  <a:lnTo>
                    <a:pt x="3635934" y="1275905"/>
                  </a:lnTo>
                  <a:lnTo>
                    <a:pt x="3634863" y="1275517"/>
                  </a:lnTo>
                  <a:lnTo>
                    <a:pt x="3633791" y="1275129"/>
                  </a:lnTo>
                  <a:lnTo>
                    <a:pt x="3632719" y="1274741"/>
                  </a:lnTo>
                  <a:lnTo>
                    <a:pt x="3631648" y="1274352"/>
                  </a:lnTo>
                  <a:lnTo>
                    <a:pt x="3630576" y="1273964"/>
                  </a:lnTo>
                  <a:lnTo>
                    <a:pt x="3629505" y="1273575"/>
                  </a:lnTo>
                  <a:lnTo>
                    <a:pt x="3628433" y="1273187"/>
                  </a:lnTo>
                  <a:lnTo>
                    <a:pt x="3627361" y="1272798"/>
                  </a:lnTo>
                  <a:lnTo>
                    <a:pt x="3626290" y="1272410"/>
                  </a:lnTo>
                  <a:lnTo>
                    <a:pt x="3625218" y="1272021"/>
                  </a:lnTo>
                  <a:lnTo>
                    <a:pt x="3624147" y="1271632"/>
                  </a:lnTo>
                  <a:lnTo>
                    <a:pt x="3623075" y="1271243"/>
                  </a:lnTo>
                  <a:lnTo>
                    <a:pt x="3622003" y="1270854"/>
                  </a:lnTo>
                  <a:lnTo>
                    <a:pt x="3620932" y="1270465"/>
                  </a:lnTo>
                  <a:lnTo>
                    <a:pt x="3619860" y="1270076"/>
                  </a:lnTo>
                  <a:lnTo>
                    <a:pt x="3618789" y="1269687"/>
                  </a:lnTo>
                  <a:lnTo>
                    <a:pt x="3617717" y="1269298"/>
                  </a:lnTo>
                  <a:lnTo>
                    <a:pt x="3616645" y="1268909"/>
                  </a:lnTo>
                  <a:lnTo>
                    <a:pt x="3615574" y="1268519"/>
                  </a:lnTo>
                  <a:lnTo>
                    <a:pt x="3614502" y="1268130"/>
                  </a:lnTo>
                  <a:lnTo>
                    <a:pt x="3613431" y="1267741"/>
                  </a:lnTo>
                  <a:lnTo>
                    <a:pt x="3612359" y="1267351"/>
                  </a:lnTo>
                  <a:lnTo>
                    <a:pt x="3611287" y="1266962"/>
                  </a:lnTo>
                  <a:lnTo>
                    <a:pt x="3610216" y="1266572"/>
                  </a:lnTo>
                  <a:lnTo>
                    <a:pt x="3609144" y="1266182"/>
                  </a:lnTo>
                  <a:lnTo>
                    <a:pt x="3608073" y="1265793"/>
                  </a:lnTo>
                  <a:lnTo>
                    <a:pt x="3607001" y="1265403"/>
                  </a:lnTo>
                  <a:lnTo>
                    <a:pt x="3605929" y="1265013"/>
                  </a:lnTo>
                  <a:lnTo>
                    <a:pt x="3604858" y="1264623"/>
                  </a:lnTo>
                  <a:lnTo>
                    <a:pt x="3603786" y="1264233"/>
                  </a:lnTo>
                  <a:lnTo>
                    <a:pt x="3602715" y="1263843"/>
                  </a:lnTo>
                  <a:lnTo>
                    <a:pt x="3601643" y="1263453"/>
                  </a:lnTo>
                  <a:lnTo>
                    <a:pt x="3600571" y="1263063"/>
                  </a:lnTo>
                  <a:lnTo>
                    <a:pt x="3599500" y="1262673"/>
                  </a:lnTo>
                  <a:lnTo>
                    <a:pt x="3598428" y="1262283"/>
                  </a:lnTo>
                  <a:lnTo>
                    <a:pt x="3597357" y="1261892"/>
                  </a:lnTo>
                  <a:lnTo>
                    <a:pt x="3596285" y="1261502"/>
                  </a:lnTo>
                  <a:lnTo>
                    <a:pt x="3595213" y="1261111"/>
                  </a:lnTo>
                  <a:lnTo>
                    <a:pt x="3594142" y="1260721"/>
                  </a:lnTo>
                  <a:lnTo>
                    <a:pt x="3593070" y="1260331"/>
                  </a:lnTo>
                  <a:lnTo>
                    <a:pt x="3591999" y="1259940"/>
                  </a:lnTo>
                  <a:lnTo>
                    <a:pt x="3590927" y="1259549"/>
                  </a:lnTo>
                  <a:lnTo>
                    <a:pt x="3589855" y="1259159"/>
                  </a:lnTo>
                  <a:lnTo>
                    <a:pt x="3588784" y="1258768"/>
                  </a:lnTo>
                  <a:lnTo>
                    <a:pt x="3587712" y="1258377"/>
                  </a:lnTo>
                  <a:lnTo>
                    <a:pt x="3586641" y="1257986"/>
                  </a:lnTo>
                  <a:lnTo>
                    <a:pt x="3585569" y="1257595"/>
                  </a:lnTo>
                  <a:lnTo>
                    <a:pt x="3584497" y="1257205"/>
                  </a:lnTo>
                  <a:lnTo>
                    <a:pt x="3583426" y="1256814"/>
                  </a:lnTo>
                  <a:lnTo>
                    <a:pt x="3582354" y="1256423"/>
                  </a:lnTo>
                  <a:lnTo>
                    <a:pt x="3581283" y="1256031"/>
                  </a:lnTo>
                  <a:lnTo>
                    <a:pt x="3580211" y="1255640"/>
                  </a:lnTo>
                  <a:lnTo>
                    <a:pt x="3579139" y="1255249"/>
                  </a:lnTo>
                  <a:lnTo>
                    <a:pt x="3578068" y="1254858"/>
                  </a:lnTo>
                  <a:lnTo>
                    <a:pt x="3576996" y="1254467"/>
                  </a:lnTo>
                  <a:lnTo>
                    <a:pt x="3575925" y="1254075"/>
                  </a:lnTo>
                  <a:lnTo>
                    <a:pt x="3574853" y="1253684"/>
                  </a:lnTo>
                  <a:lnTo>
                    <a:pt x="3573781" y="1253292"/>
                  </a:lnTo>
                  <a:lnTo>
                    <a:pt x="3572710" y="1252901"/>
                  </a:lnTo>
                  <a:lnTo>
                    <a:pt x="3571638" y="1252510"/>
                  </a:lnTo>
                  <a:lnTo>
                    <a:pt x="3570567" y="1252118"/>
                  </a:lnTo>
                  <a:lnTo>
                    <a:pt x="3569495" y="1251726"/>
                  </a:lnTo>
                  <a:lnTo>
                    <a:pt x="3568423" y="1251335"/>
                  </a:lnTo>
                  <a:lnTo>
                    <a:pt x="3567352" y="1250943"/>
                  </a:lnTo>
                  <a:lnTo>
                    <a:pt x="3566280" y="1250551"/>
                  </a:lnTo>
                  <a:lnTo>
                    <a:pt x="3565209" y="1250159"/>
                  </a:lnTo>
                  <a:lnTo>
                    <a:pt x="3564137" y="1249768"/>
                  </a:lnTo>
                  <a:lnTo>
                    <a:pt x="3563065" y="1249376"/>
                  </a:lnTo>
                  <a:lnTo>
                    <a:pt x="3561994" y="1248984"/>
                  </a:lnTo>
                  <a:lnTo>
                    <a:pt x="3560922" y="1248592"/>
                  </a:lnTo>
                  <a:lnTo>
                    <a:pt x="3559851" y="1248200"/>
                  </a:lnTo>
                  <a:lnTo>
                    <a:pt x="3558779" y="1247808"/>
                  </a:lnTo>
                  <a:lnTo>
                    <a:pt x="3557707" y="1247416"/>
                  </a:lnTo>
                  <a:lnTo>
                    <a:pt x="3556636" y="1247024"/>
                  </a:lnTo>
                  <a:lnTo>
                    <a:pt x="3555564" y="1246631"/>
                  </a:lnTo>
                  <a:lnTo>
                    <a:pt x="3554493" y="1246239"/>
                  </a:lnTo>
                  <a:lnTo>
                    <a:pt x="3553421" y="1245847"/>
                  </a:lnTo>
                  <a:lnTo>
                    <a:pt x="3552349" y="1245455"/>
                  </a:lnTo>
                  <a:lnTo>
                    <a:pt x="3551278" y="1245062"/>
                  </a:lnTo>
                  <a:lnTo>
                    <a:pt x="3550206" y="1244670"/>
                  </a:lnTo>
                  <a:lnTo>
                    <a:pt x="3549135" y="1244278"/>
                  </a:lnTo>
                  <a:lnTo>
                    <a:pt x="3548063" y="1243885"/>
                  </a:lnTo>
                  <a:lnTo>
                    <a:pt x="3546992" y="1243493"/>
                  </a:lnTo>
                  <a:lnTo>
                    <a:pt x="3545920" y="1243100"/>
                  </a:lnTo>
                  <a:lnTo>
                    <a:pt x="3544848" y="1242708"/>
                  </a:lnTo>
                  <a:lnTo>
                    <a:pt x="3543777" y="1242315"/>
                  </a:lnTo>
                  <a:lnTo>
                    <a:pt x="3542705" y="1241922"/>
                  </a:lnTo>
                  <a:lnTo>
                    <a:pt x="3541634" y="1241530"/>
                  </a:lnTo>
                  <a:lnTo>
                    <a:pt x="3540562" y="1241137"/>
                  </a:lnTo>
                  <a:lnTo>
                    <a:pt x="3539490" y="1240744"/>
                  </a:lnTo>
                  <a:lnTo>
                    <a:pt x="3538419" y="1240351"/>
                  </a:lnTo>
                  <a:lnTo>
                    <a:pt x="3537347" y="1239959"/>
                  </a:lnTo>
                  <a:lnTo>
                    <a:pt x="3536276" y="1239566"/>
                  </a:lnTo>
                  <a:lnTo>
                    <a:pt x="3535204" y="1239173"/>
                  </a:lnTo>
                  <a:lnTo>
                    <a:pt x="3534132" y="1238780"/>
                  </a:lnTo>
                  <a:lnTo>
                    <a:pt x="3533061" y="1238387"/>
                  </a:lnTo>
                  <a:lnTo>
                    <a:pt x="3531989" y="1237994"/>
                  </a:lnTo>
                  <a:lnTo>
                    <a:pt x="3530918" y="1237601"/>
                  </a:lnTo>
                  <a:lnTo>
                    <a:pt x="3529846" y="1237208"/>
                  </a:lnTo>
                  <a:lnTo>
                    <a:pt x="3528774" y="1236815"/>
                  </a:lnTo>
                  <a:lnTo>
                    <a:pt x="3527703" y="1236422"/>
                  </a:lnTo>
                  <a:lnTo>
                    <a:pt x="3526631" y="1236029"/>
                  </a:lnTo>
                  <a:lnTo>
                    <a:pt x="3525560" y="1235636"/>
                  </a:lnTo>
                  <a:lnTo>
                    <a:pt x="3524488" y="1235242"/>
                  </a:lnTo>
                  <a:lnTo>
                    <a:pt x="3523416" y="1234849"/>
                  </a:lnTo>
                  <a:lnTo>
                    <a:pt x="3522345" y="1234456"/>
                  </a:lnTo>
                  <a:lnTo>
                    <a:pt x="3521273" y="1234063"/>
                  </a:lnTo>
                  <a:lnTo>
                    <a:pt x="3520202" y="1233669"/>
                  </a:lnTo>
                  <a:lnTo>
                    <a:pt x="3519130" y="1233276"/>
                  </a:lnTo>
                  <a:lnTo>
                    <a:pt x="3518058" y="1232883"/>
                  </a:lnTo>
                  <a:lnTo>
                    <a:pt x="3516987" y="1232489"/>
                  </a:lnTo>
                  <a:lnTo>
                    <a:pt x="3515915" y="1232096"/>
                  </a:lnTo>
                  <a:lnTo>
                    <a:pt x="3514844" y="1231703"/>
                  </a:lnTo>
                  <a:lnTo>
                    <a:pt x="3513772" y="1231309"/>
                  </a:lnTo>
                  <a:lnTo>
                    <a:pt x="3512700" y="1230916"/>
                  </a:lnTo>
                  <a:lnTo>
                    <a:pt x="3511629" y="1230522"/>
                  </a:lnTo>
                  <a:lnTo>
                    <a:pt x="3510557" y="1230129"/>
                  </a:lnTo>
                  <a:lnTo>
                    <a:pt x="3509486" y="1229735"/>
                  </a:lnTo>
                  <a:lnTo>
                    <a:pt x="3508414" y="1229341"/>
                  </a:lnTo>
                  <a:lnTo>
                    <a:pt x="3507342" y="1228948"/>
                  </a:lnTo>
                  <a:lnTo>
                    <a:pt x="3506271" y="1228554"/>
                  </a:lnTo>
                  <a:lnTo>
                    <a:pt x="3505199" y="1228161"/>
                  </a:lnTo>
                  <a:lnTo>
                    <a:pt x="3504128" y="1227767"/>
                  </a:lnTo>
                  <a:lnTo>
                    <a:pt x="3503056" y="1227373"/>
                  </a:lnTo>
                  <a:lnTo>
                    <a:pt x="3501984" y="1226980"/>
                  </a:lnTo>
                  <a:lnTo>
                    <a:pt x="3500913" y="1226586"/>
                  </a:lnTo>
                  <a:lnTo>
                    <a:pt x="3499841" y="1226192"/>
                  </a:lnTo>
                  <a:lnTo>
                    <a:pt x="3498770" y="1225798"/>
                  </a:lnTo>
                  <a:lnTo>
                    <a:pt x="3497698" y="1225405"/>
                  </a:lnTo>
                  <a:lnTo>
                    <a:pt x="3496626" y="1225011"/>
                  </a:lnTo>
                  <a:lnTo>
                    <a:pt x="3495555" y="1224617"/>
                  </a:lnTo>
                  <a:lnTo>
                    <a:pt x="3494483" y="1224223"/>
                  </a:lnTo>
                  <a:lnTo>
                    <a:pt x="3493412" y="1223829"/>
                  </a:lnTo>
                  <a:lnTo>
                    <a:pt x="3492340" y="1223435"/>
                  </a:lnTo>
                  <a:lnTo>
                    <a:pt x="3491268" y="1223041"/>
                  </a:lnTo>
                  <a:lnTo>
                    <a:pt x="3490197" y="1222648"/>
                  </a:lnTo>
                  <a:lnTo>
                    <a:pt x="3489125" y="1222254"/>
                  </a:lnTo>
                  <a:lnTo>
                    <a:pt x="3488054" y="1221860"/>
                  </a:lnTo>
                  <a:lnTo>
                    <a:pt x="3486982" y="1221466"/>
                  </a:lnTo>
                  <a:lnTo>
                    <a:pt x="3485910" y="1221072"/>
                  </a:lnTo>
                  <a:lnTo>
                    <a:pt x="3484839" y="1220678"/>
                  </a:lnTo>
                  <a:lnTo>
                    <a:pt x="3483767" y="1220284"/>
                  </a:lnTo>
                  <a:lnTo>
                    <a:pt x="3482696" y="1219890"/>
                  </a:lnTo>
                  <a:lnTo>
                    <a:pt x="3481624" y="1219496"/>
                  </a:lnTo>
                  <a:lnTo>
                    <a:pt x="3480552" y="1219102"/>
                  </a:lnTo>
                  <a:lnTo>
                    <a:pt x="3479481" y="1218708"/>
                  </a:lnTo>
                  <a:lnTo>
                    <a:pt x="3478409" y="1218314"/>
                  </a:lnTo>
                  <a:lnTo>
                    <a:pt x="3477338" y="1217920"/>
                  </a:lnTo>
                  <a:lnTo>
                    <a:pt x="3476266" y="1217526"/>
                  </a:lnTo>
                  <a:lnTo>
                    <a:pt x="3475194" y="1217132"/>
                  </a:lnTo>
                  <a:lnTo>
                    <a:pt x="3474123" y="1216737"/>
                  </a:lnTo>
                  <a:lnTo>
                    <a:pt x="3473051" y="1216343"/>
                  </a:lnTo>
                  <a:lnTo>
                    <a:pt x="3471980" y="1215949"/>
                  </a:lnTo>
                  <a:lnTo>
                    <a:pt x="3470908" y="1215555"/>
                  </a:lnTo>
                  <a:lnTo>
                    <a:pt x="3469836" y="1215161"/>
                  </a:lnTo>
                  <a:lnTo>
                    <a:pt x="3468765" y="1214767"/>
                  </a:lnTo>
                  <a:lnTo>
                    <a:pt x="3467693" y="1214373"/>
                  </a:lnTo>
                  <a:lnTo>
                    <a:pt x="3466622" y="1213979"/>
                  </a:lnTo>
                  <a:lnTo>
                    <a:pt x="3465550" y="1213585"/>
                  </a:lnTo>
                  <a:lnTo>
                    <a:pt x="3464478" y="1213190"/>
                  </a:lnTo>
                  <a:lnTo>
                    <a:pt x="3463407" y="1212796"/>
                  </a:lnTo>
                  <a:lnTo>
                    <a:pt x="3462335" y="1212402"/>
                  </a:lnTo>
                  <a:lnTo>
                    <a:pt x="3461264" y="1212008"/>
                  </a:lnTo>
                  <a:lnTo>
                    <a:pt x="3460192" y="1211614"/>
                  </a:lnTo>
                  <a:lnTo>
                    <a:pt x="3459120" y="1211220"/>
                  </a:lnTo>
                  <a:lnTo>
                    <a:pt x="3458049" y="1210825"/>
                  </a:lnTo>
                  <a:lnTo>
                    <a:pt x="3456977" y="1210431"/>
                  </a:lnTo>
                  <a:lnTo>
                    <a:pt x="3455906" y="1210037"/>
                  </a:lnTo>
                  <a:lnTo>
                    <a:pt x="3454834" y="1209643"/>
                  </a:lnTo>
                  <a:lnTo>
                    <a:pt x="3453762" y="1209249"/>
                  </a:lnTo>
                  <a:lnTo>
                    <a:pt x="3452691" y="1208855"/>
                  </a:lnTo>
                  <a:lnTo>
                    <a:pt x="3451619" y="1208460"/>
                  </a:lnTo>
                  <a:lnTo>
                    <a:pt x="3450548" y="1208066"/>
                  </a:lnTo>
                  <a:lnTo>
                    <a:pt x="3449476" y="1207672"/>
                  </a:lnTo>
                  <a:lnTo>
                    <a:pt x="3448404" y="1207278"/>
                  </a:lnTo>
                  <a:lnTo>
                    <a:pt x="3447333" y="1206884"/>
                  </a:lnTo>
                  <a:lnTo>
                    <a:pt x="3446261" y="1206490"/>
                  </a:lnTo>
                  <a:lnTo>
                    <a:pt x="3445190" y="1206095"/>
                  </a:lnTo>
                  <a:lnTo>
                    <a:pt x="3444118" y="1205701"/>
                  </a:lnTo>
                  <a:lnTo>
                    <a:pt x="3443046" y="1205307"/>
                  </a:lnTo>
                  <a:lnTo>
                    <a:pt x="3441975" y="1204913"/>
                  </a:lnTo>
                  <a:lnTo>
                    <a:pt x="3440903" y="1204519"/>
                  </a:lnTo>
                  <a:lnTo>
                    <a:pt x="3439832" y="1204125"/>
                  </a:lnTo>
                  <a:lnTo>
                    <a:pt x="3438760" y="1203731"/>
                  </a:lnTo>
                  <a:lnTo>
                    <a:pt x="3437688" y="1203337"/>
                  </a:lnTo>
                  <a:lnTo>
                    <a:pt x="3436617" y="1202942"/>
                  </a:lnTo>
                  <a:lnTo>
                    <a:pt x="3435545" y="1202548"/>
                  </a:lnTo>
                  <a:lnTo>
                    <a:pt x="3434474" y="1202154"/>
                  </a:lnTo>
                  <a:lnTo>
                    <a:pt x="3433402" y="1201760"/>
                  </a:lnTo>
                  <a:lnTo>
                    <a:pt x="3432330" y="1201366"/>
                  </a:lnTo>
                  <a:lnTo>
                    <a:pt x="3431259" y="1200972"/>
                  </a:lnTo>
                  <a:lnTo>
                    <a:pt x="3430187" y="1200578"/>
                  </a:lnTo>
                  <a:lnTo>
                    <a:pt x="3429116" y="1200184"/>
                  </a:lnTo>
                  <a:lnTo>
                    <a:pt x="3428044" y="1199790"/>
                  </a:lnTo>
                  <a:lnTo>
                    <a:pt x="3426972" y="1199396"/>
                  </a:lnTo>
                  <a:lnTo>
                    <a:pt x="3425901" y="1199002"/>
                  </a:lnTo>
                  <a:lnTo>
                    <a:pt x="3424829" y="1198608"/>
                  </a:lnTo>
                  <a:lnTo>
                    <a:pt x="3423758" y="1198214"/>
                  </a:lnTo>
                  <a:lnTo>
                    <a:pt x="3422686" y="1197820"/>
                  </a:lnTo>
                  <a:lnTo>
                    <a:pt x="3421614" y="1197426"/>
                  </a:lnTo>
                  <a:lnTo>
                    <a:pt x="3420543" y="1197032"/>
                  </a:lnTo>
                  <a:lnTo>
                    <a:pt x="3419471" y="1196638"/>
                  </a:lnTo>
                  <a:lnTo>
                    <a:pt x="3418400" y="1196244"/>
                  </a:lnTo>
                  <a:lnTo>
                    <a:pt x="3417328" y="1195850"/>
                  </a:lnTo>
                  <a:lnTo>
                    <a:pt x="3416256" y="1195456"/>
                  </a:lnTo>
                  <a:lnTo>
                    <a:pt x="3415185" y="1195063"/>
                  </a:lnTo>
                  <a:lnTo>
                    <a:pt x="3414113" y="1194669"/>
                  </a:lnTo>
                  <a:lnTo>
                    <a:pt x="3413042" y="1194275"/>
                  </a:lnTo>
                  <a:lnTo>
                    <a:pt x="3411970" y="1193881"/>
                  </a:lnTo>
                  <a:lnTo>
                    <a:pt x="3410898" y="1193487"/>
                  </a:lnTo>
                  <a:lnTo>
                    <a:pt x="3409827" y="1193093"/>
                  </a:lnTo>
                  <a:lnTo>
                    <a:pt x="3408755" y="1192700"/>
                  </a:lnTo>
                  <a:lnTo>
                    <a:pt x="3407684" y="1192306"/>
                  </a:lnTo>
                  <a:lnTo>
                    <a:pt x="3406612" y="1191912"/>
                  </a:lnTo>
                  <a:lnTo>
                    <a:pt x="3405540" y="1191519"/>
                  </a:lnTo>
                  <a:lnTo>
                    <a:pt x="3404469" y="1191125"/>
                  </a:lnTo>
                  <a:lnTo>
                    <a:pt x="3403397" y="1190731"/>
                  </a:lnTo>
                  <a:lnTo>
                    <a:pt x="3402326" y="1190338"/>
                  </a:lnTo>
                  <a:lnTo>
                    <a:pt x="3401254" y="1189944"/>
                  </a:lnTo>
                  <a:lnTo>
                    <a:pt x="3400182" y="1189550"/>
                  </a:lnTo>
                  <a:lnTo>
                    <a:pt x="3399111" y="1189157"/>
                  </a:lnTo>
                  <a:lnTo>
                    <a:pt x="3398039" y="1188763"/>
                  </a:lnTo>
                  <a:lnTo>
                    <a:pt x="3396968" y="1188370"/>
                  </a:lnTo>
                  <a:lnTo>
                    <a:pt x="3395896" y="1187976"/>
                  </a:lnTo>
                  <a:lnTo>
                    <a:pt x="3394824" y="1187583"/>
                  </a:lnTo>
                  <a:lnTo>
                    <a:pt x="3393753" y="1187190"/>
                  </a:lnTo>
                  <a:lnTo>
                    <a:pt x="3392681" y="1186796"/>
                  </a:lnTo>
                  <a:lnTo>
                    <a:pt x="3391610" y="1186403"/>
                  </a:lnTo>
                  <a:lnTo>
                    <a:pt x="3390538" y="1186009"/>
                  </a:lnTo>
                  <a:lnTo>
                    <a:pt x="3389466" y="1185616"/>
                  </a:lnTo>
                  <a:lnTo>
                    <a:pt x="3388395" y="1185223"/>
                  </a:lnTo>
                  <a:lnTo>
                    <a:pt x="3387323" y="1184830"/>
                  </a:lnTo>
                  <a:lnTo>
                    <a:pt x="3386252" y="1184436"/>
                  </a:lnTo>
                  <a:lnTo>
                    <a:pt x="3385180" y="1184043"/>
                  </a:lnTo>
                  <a:lnTo>
                    <a:pt x="3384108" y="1183650"/>
                  </a:lnTo>
                  <a:lnTo>
                    <a:pt x="3383037" y="1183257"/>
                  </a:lnTo>
                  <a:lnTo>
                    <a:pt x="3381965" y="1182864"/>
                  </a:lnTo>
                  <a:lnTo>
                    <a:pt x="3380894" y="1182471"/>
                  </a:lnTo>
                  <a:lnTo>
                    <a:pt x="3379822" y="1182078"/>
                  </a:lnTo>
                  <a:lnTo>
                    <a:pt x="3378750" y="1181685"/>
                  </a:lnTo>
                  <a:lnTo>
                    <a:pt x="3377679" y="1181292"/>
                  </a:lnTo>
                  <a:lnTo>
                    <a:pt x="3376607" y="1180899"/>
                  </a:lnTo>
                  <a:lnTo>
                    <a:pt x="3375536" y="1180506"/>
                  </a:lnTo>
                  <a:lnTo>
                    <a:pt x="3374464" y="1180113"/>
                  </a:lnTo>
                  <a:lnTo>
                    <a:pt x="3373392" y="1179720"/>
                  </a:lnTo>
                  <a:lnTo>
                    <a:pt x="3372321" y="1179327"/>
                  </a:lnTo>
                  <a:lnTo>
                    <a:pt x="3371249" y="1178935"/>
                  </a:lnTo>
                  <a:lnTo>
                    <a:pt x="3370178" y="1178542"/>
                  </a:lnTo>
                  <a:lnTo>
                    <a:pt x="3369106" y="1178149"/>
                  </a:lnTo>
                  <a:lnTo>
                    <a:pt x="3368035" y="1177757"/>
                  </a:lnTo>
                  <a:lnTo>
                    <a:pt x="3366963" y="1177364"/>
                  </a:lnTo>
                  <a:lnTo>
                    <a:pt x="3365891" y="1176972"/>
                  </a:lnTo>
                  <a:lnTo>
                    <a:pt x="3364820" y="1176579"/>
                  </a:lnTo>
                  <a:lnTo>
                    <a:pt x="3363748" y="1176187"/>
                  </a:lnTo>
                  <a:lnTo>
                    <a:pt x="3362677" y="1175794"/>
                  </a:lnTo>
                  <a:lnTo>
                    <a:pt x="3361605" y="1175402"/>
                  </a:lnTo>
                  <a:lnTo>
                    <a:pt x="3360533" y="1175009"/>
                  </a:lnTo>
                  <a:lnTo>
                    <a:pt x="3359462" y="1174617"/>
                  </a:lnTo>
                  <a:lnTo>
                    <a:pt x="3358390" y="1174225"/>
                  </a:lnTo>
                  <a:lnTo>
                    <a:pt x="3357319" y="1173833"/>
                  </a:lnTo>
                  <a:lnTo>
                    <a:pt x="3356247" y="1173441"/>
                  </a:lnTo>
                  <a:lnTo>
                    <a:pt x="3355175" y="1173048"/>
                  </a:lnTo>
                  <a:lnTo>
                    <a:pt x="3354104" y="1172656"/>
                  </a:lnTo>
                  <a:lnTo>
                    <a:pt x="3353032" y="1172264"/>
                  </a:lnTo>
                  <a:lnTo>
                    <a:pt x="3351961" y="1171872"/>
                  </a:lnTo>
                  <a:lnTo>
                    <a:pt x="3350889" y="1171480"/>
                  </a:lnTo>
                  <a:lnTo>
                    <a:pt x="3349817" y="1171089"/>
                  </a:lnTo>
                  <a:lnTo>
                    <a:pt x="3348746" y="1170697"/>
                  </a:lnTo>
                  <a:lnTo>
                    <a:pt x="3347674" y="1170305"/>
                  </a:lnTo>
                  <a:lnTo>
                    <a:pt x="3346603" y="1169913"/>
                  </a:lnTo>
                  <a:lnTo>
                    <a:pt x="3345531" y="1169521"/>
                  </a:lnTo>
                  <a:lnTo>
                    <a:pt x="3344459" y="1169130"/>
                  </a:lnTo>
                  <a:lnTo>
                    <a:pt x="3343388" y="1168738"/>
                  </a:lnTo>
                  <a:lnTo>
                    <a:pt x="3342316" y="1168347"/>
                  </a:lnTo>
                  <a:lnTo>
                    <a:pt x="3341245" y="1167955"/>
                  </a:lnTo>
                  <a:lnTo>
                    <a:pt x="3340173" y="1167564"/>
                  </a:lnTo>
                  <a:lnTo>
                    <a:pt x="3339101" y="1167172"/>
                  </a:lnTo>
                  <a:lnTo>
                    <a:pt x="3338030" y="1166781"/>
                  </a:lnTo>
                  <a:lnTo>
                    <a:pt x="3336958" y="1166390"/>
                  </a:lnTo>
                  <a:lnTo>
                    <a:pt x="3335887" y="1165999"/>
                  </a:lnTo>
                  <a:lnTo>
                    <a:pt x="3334815" y="1165607"/>
                  </a:lnTo>
                  <a:lnTo>
                    <a:pt x="3333743" y="1165216"/>
                  </a:lnTo>
                  <a:lnTo>
                    <a:pt x="3332672" y="1164825"/>
                  </a:lnTo>
                  <a:lnTo>
                    <a:pt x="3331600" y="1164434"/>
                  </a:lnTo>
                  <a:lnTo>
                    <a:pt x="3330529" y="1164043"/>
                  </a:lnTo>
                  <a:lnTo>
                    <a:pt x="3329457" y="1163653"/>
                  </a:lnTo>
                  <a:lnTo>
                    <a:pt x="3328385" y="1163262"/>
                  </a:lnTo>
                  <a:lnTo>
                    <a:pt x="3327314" y="1162871"/>
                  </a:lnTo>
                  <a:lnTo>
                    <a:pt x="3326242" y="1162480"/>
                  </a:lnTo>
                  <a:lnTo>
                    <a:pt x="3325171" y="1162090"/>
                  </a:lnTo>
                  <a:lnTo>
                    <a:pt x="3324099" y="1161699"/>
                  </a:lnTo>
                  <a:lnTo>
                    <a:pt x="3323027" y="1161309"/>
                  </a:lnTo>
                  <a:lnTo>
                    <a:pt x="3321956" y="1160918"/>
                  </a:lnTo>
                  <a:lnTo>
                    <a:pt x="3320884" y="1160528"/>
                  </a:lnTo>
                  <a:lnTo>
                    <a:pt x="3319813" y="1160137"/>
                  </a:lnTo>
                  <a:lnTo>
                    <a:pt x="3318741" y="1159747"/>
                  </a:lnTo>
                  <a:lnTo>
                    <a:pt x="3317669" y="1159357"/>
                  </a:lnTo>
                  <a:lnTo>
                    <a:pt x="3316598" y="1158967"/>
                  </a:lnTo>
                  <a:lnTo>
                    <a:pt x="3315526" y="1158577"/>
                  </a:lnTo>
                  <a:lnTo>
                    <a:pt x="3314455" y="1158187"/>
                  </a:lnTo>
                  <a:lnTo>
                    <a:pt x="3313383" y="1157797"/>
                  </a:lnTo>
                  <a:lnTo>
                    <a:pt x="3312311" y="1157407"/>
                  </a:lnTo>
                  <a:lnTo>
                    <a:pt x="3311240" y="1157017"/>
                  </a:lnTo>
                  <a:lnTo>
                    <a:pt x="3310168" y="1156627"/>
                  </a:lnTo>
                  <a:lnTo>
                    <a:pt x="3309097" y="1156238"/>
                  </a:lnTo>
                  <a:lnTo>
                    <a:pt x="3308025" y="1155848"/>
                  </a:lnTo>
                  <a:lnTo>
                    <a:pt x="3306953" y="1155459"/>
                  </a:lnTo>
                  <a:lnTo>
                    <a:pt x="3305882" y="1155069"/>
                  </a:lnTo>
                  <a:lnTo>
                    <a:pt x="3304810" y="1154680"/>
                  </a:lnTo>
                  <a:lnTo>
                    <a:pt x="3303739" y="1154290"/>
                  </a:lnTo>
                  <a:lnTo>
                    <a:pt x="3302667" y="1153901"/>
                  </a:lnTo>
                  <a:lnTo>
                    <a:pt x="3301595" y="1153512"/>
                  </a:lnTo>
                  <a:lnTo>
                    <a:pt x="3300524" y="1153123"/>
                  </a:lnTo>
                  <a:lnTo>
                    <a:pt x="3299452" y="1152734"/>
                  </a:lnTo>
                  <a:lnTo>
                    <a:pt x="3298381" y="1152345"/>
                  </a:lnTo>
                  <a:lnTo>
                    <a:pt x="3297309" y="1151956"/>
                  </a:lnTo>
                  <a:lnTo>
                    <a:pt x="3296237" y="1151567"/>
                  </a:lnTo>
                  <a:lnTo>
                    <a:pt x="3295166" y="1151178"/>
                  </a:lnTo>
                  <a:lnTo>
                    <a:pt x="3294094" y="1150790"/>
                  </a:lnTo>
                  <a:lnTo>
                    <a:pt x="3293023" y="1150401"/>
                  </a:lnTo>
                  <a:lnTo>
                    <a:pt x="3291951" y="1150013"/>
                  </a:lnTo>
                  <a:lnTo>
                    <a:pt x="3290879" y="1149624"/>
                  </a:lnTo>
                  <a:lnTo>
                    <a:pt x="3289808" y="1149236"/>
                  </a:lnTo>
                  <a:lnTo>
                    <a:pt x="3288736" y="1148848"/>
                  </a:lnTo>
                  <a:lnTo>
                    <a:pt x="3287665" y="1148459"/>
                  </a:lnTo>
                  <a:lnTo>
                    <a:pt x="3286593" y="1148071"/>
                  </a:lnTo>
                  <a:lnTo>
                    <a:pt x="3285521" y="1147683"/>
                  </a:lnTo>
                  <a:lnTo>
                    <a:pt x="3284450" y="1147295"/>
                  </a:lnTo>
                  <a:lnTo>
                    <a:pt x="3283378" y="1146907"/>
                  </a:lnTo>
                  <a:lnTo>
                    <a:pt x="3282307" y="1146520"/>
                  </a:lnTo>
                  <a:lnTo>
                    <a:pt x="3281235" y="1146132"/>
                  </a:lnTo>
                  <a:lnTo>
                    <a:pt x="3280163" y="1145744"/>
                  </a:lnTo>
                  <a:lnTo>
                    <a:pt x="3279092" y="1145357"/>
                  </a:lnTo>
                  <a:lnTo>
                    <a:pt x="3278020" y="1144969"/>
                  </a:lnTo>
                  <a:lnTo>
                    <a:pt x="3276949" y="1144582"/>
                  </a:lnTo>
                  <a:lnTo>
                    <a:pt x="3275877" y="1144195"/>
                  </a:lnTo>
                  <a:lnTo>
                    <a:pt x="3274805" y="1143807"/>
                  </a:lnTo>
                  <a:lnTo>
                    <a:pt x="3273734" y="1143420"/>
                  </a:lnTo>
                  <a:lnTo>
                    <a:pt x="3272662" y="1143033"/>
                  </a:lnTo>
                  <a:lnTo>
                    <a:pt x="3271591" y="1142646"/>
                  </a:lnTo>
                  <a:lnTo>
                    <a:pt x="3270519" y="1142260"/>
                  </a:lnTo>
                  <a:lnTo>
                    <a:pt x="3269447" y="1141873"/>
                  </a:lnTo>
                  <a:lnTo>
                    <a:pt x="3268376" y="1141486"/>
                  </a:lnTo>
                  <a:lnTo>
                    <a:pt x="3267304" y="1141100"/>
                  </a:lnTo>
                  <a:lnTo>
                    <a:pt x="3266233" y="1140713"/>
                  </a:lnTo>
                  <a:lnTo>
                    <a:pt x="3265161" y="1140327"/>
                  </a:lnTo>
                  <a:lnTo>
                    <a:pt x="3264089" y="1139940"/>
                  </a:lnTo>
                  <a:lnTo>
                    <a:pt x="3263018" y="1139554"/>
                  </a:lnTo>
                  <a:lnTo>
                    <a:pt x="3261946" y="1139168"/>
                  </a:lnTo>
                  <a:lnTo>
                    <a:pt x="3260875" y="1138782"/>
                  </a:lnTo>
                  <a:lnTo>
                    <a:pt x="3259803" y="1138396"/>
                  </a:lnTo>
                  <a:lnTo>
                    <a:pt x="3258731" y="1138010"/>
                  </a:lnTo>
                  <a:lnTo>
                    <a:pt x="3257660" y="1137624"/>
                  </a:lnTo>
                  <a:lnTo>
                    <a:pt x="3256588" y="1137239"/>
                  </a:lnTo>
                  <a:lnTo>
                    <a:pt x="3255517" y="1136853"/>
                  </a:lnTo>
                  <a:lnTo>
                    <a:pt x="3254445" y="1136468"/>
                  </a:lnTo>
                  <a:lnTo>
                    <a:pt x="3253373" y="1136082"/>
                  </a:lnTo>
                  <a:lnTo>
                    <a:pt x="3252302" y="1135697"/>
                  </a:lnTo>
                  <a:lnTo>
                    <a:pt x="3251230" y="1135312"/>
                  </a:lnTo>
                  <a:lnTo>
                    <a:pt x="3250159" y="1134927"/>
                  </a:lnTo>
                  <a:lnTo>
                    <a:pt x="3249087" y="1134542"/>
                  </a:lnTo>
                  <a:lnTo>
                    <a:pt x="3248015" y="1134157"/>
                  </a:lnTo>
                  <a:lnTo>
                    <a:pt x="3246944" y="1133772"/>
                  </a:lnTo>
                  <a:lnTo>
                    <a:pt x="3245872" y="1133388"/>
                  </a:lnTo>
                  <a:lnTo>
                    <a:pt x="3244801" y="1133003"/>
                  </a:lnTo>
                  <a:lnTo>
                    <a:pt x="3243729" y="1132618"/>
                  </a:lnTo>
                  <a:lnTo>
                    <a:pt x="3242657" y="1132234"/>
                  </a:lnTo>
                  <a:lnTo>
                    <a:pt x="3241586" y="1131850"/>
                  </a:lnTo>
                  <a:lnTo>
                    <a:pt x="3240514" y="1131466"/>
                  </a:lnTo>
                  <a:lnTo>
                    <a:pt x="3239443" y="1131082"/>
                  </a:lnTo>
                  <a:lnTo>
                    <a:pt x="3238371" y="1130698"/>
                  </a:lnTo>
                  <a:lnTo>
                    <a:pt x="3237299" y="1130314"/>
                  </a:lnTo>
                  <a:lnTo>
                    <a:pt x="3236228" y="1129930"/>
                  </a:lnTo>
                  <a:lnTo>
                    <a:pt x="3235156" y="1129546"/>
                  </a:lnTo>
                  <a:lnTo>
                    <a:pt x="3234085" y="1129163"/>
                  </a:lnTo>
                  <a:lnTo>
                    <a:pt x="3233013" y="1128779"/>
                  </a:lnTo>
                  <a:lnTo>
                    <a:pt x="3231941" y="1128396"/>
                  </a:lnTo>
                  <a:lnTo>
                    <a:pt x="3230870" y="1128013"/>
                  </a:lnTo>
                  <a:lnTo>
                    <a:pt x="3229798" y="1127630"/>
                  </a:lnTo>
                  <a:lnTo>
                    <a:pt x="3228727" y="1127247"/>
                  </a:lnTo>
                  <a:lnTo>
                    <a:pt x="3227655" y="1126864"/>
                  </a:lnTo>
                  <a:lnTo>
                    <a:pt x="3226583" y="1126481"/>
                  </a:lnTo>
                  <a:lnTo>
                    <a:pt x="3225512" y="1126099"/>
                  </a:lnTo>
                  <a:lnTo>
                    <a:pt x="3224440" y="1125716"/>
                  </a:lnTo>
                  <a:lnTo>
                    <a:pt x="3223369" y="1125334"/>
                  </a:lnTo>
                  <a:lnTo>
                    <a:pt x="3222297" y="1124951"/>
                  </a:lnTo>
                  <a:lnTo>
                    <a:pt x="3221225" y="1124569"/>
                  </a:lnTo>
                  <a:lnTo>
                    <a:pt x="3220154" y="1124187"/>
                  </a:lnTo>
                  <a:lnTo>
                    <a:pt x="3219082" y="1123805"/>
                  </a:lnTo>
                  <a:lnTo>
                    <a:pt x="3218011" y="1123423"/>
                  </a:lnTo>
                  <a:lnTo>
                    <a:pt x="3216939" y="1123041"/>
                  </a:lnTo>
                  <a:lnTo>
                    <a:pt x="3215867" y="1122660"/>
                  </a:lnTo>
                  <a:lnTo>
                    <a:pt x="3214796" y="1122278"/>
                  </a:lnTo>
                  <a:lnTo>
                    <a:pt x="3213724" y="1121897"/>
                  </a:lnTo>
                  <a:lnTo>
                    <a:pt x="3212653" y="1121516"/>
                  </a:lnTo>
                  <a:lnTo>
                    <a:pt x="3211581" y="1121134"/>
                  </a:lnTo>
                  <a:lnTo>
                    <a:pt x="3210509" y="1120753"/>
                  </a:lnTo>
                  <a:lnTo>
                    <a:pt x="3209438" y="1120372"/>
                  </a:lnTo>
                  <a:lnTo>
                    <a:pt x="3208366" y="1119992"/>
                  </a:lnTo>
                  <a:lnTo>
                    <a:pt x="3207295" y="1119611"/>
                  </a:lnTo>
                  <a:lnTo>
                    <a:pt x="3206223" y="1119230"/>
                  </a:lnTo>
                  <a:lnTo>
                    <a:pt x="3205151" y="1118850"/>
                  </a:lnTo>
                  <a:lnTo>
                    <a:pt x="3204080" y="1118470"/>
                  </a:lnTo>
                  <a:lnTo>
                    <a:pt x="3203008" y="1118090"/>
                  </a:lnTo>
                  <a:lnTo>
                    <a:pt x="3201937" y="1117709"/>
                  </a:lnTo>
                  <a:lnTo>
                    <a:pt x="3200865" y="1117330"/>
                  </a:lnTo>
                  <a:lnTo>
                    <a:pt x="3199793" y="1116950"/>
                  </a:lnTo>
                  <a:lnTo>
                    <a:pt x="3198722" y="1116570"/>
                  </a:lnTo>
                  <a:lnTo>
                    <a:pt x="3197650" y="1116190"/>
                  </a:lnTo>
                  <a:lnTo>
                    <a:pt x="3196579" y="1115811"/>
                  </a:lnTo>
                  <a:lnTo>
                    <a:pt x="3195507" y="1115432"/>
                  </a:lnTo>
                  <a:lnTo>
                    <a:pt x="3194436" y="1115052"/>
                  </a:lnTo>
                  <a:lnTo>
                    <a:pt x="3193364" y="1114673"/>
                  </a:lnTo>
                  <a:lnTo>
                    <a:pt x="3192292" y="1114295"/>
                  </a:lnTo>
                  <a:lnTo>
                    <a:pt x="3191221" y="1113916"/>
                  </a:lnTo>
                  <a:lnTo>
                    <a:pt x="3190149" y="1113537"/>
                  </a:lnTo>
                  <a:lnTo>
                    <a:pt x="3189078" y="1113158"/>
                  </a:lnTo>
                  <a:lnTo>
                    <a:pt x="3188006" y="1112780"/>
                  </a:lnTo>
                  <a:lnTo>
                    <a:pt x="3186934" y="1112402"/>
                  </a:lnTo>
                  <a:lnTo>
                    <a:pt x="3185863" y="1112024"/>
                  </a:lnTo>
                  <a:lnTo>
                    <a:pt x="3184791" y="1111646"/>
                  </a:lnTo>
                  <a:lnTo>
                    <a:pt x="3183720" y="1111268"/>
                  </a:lnTo>
                  <a:lnTo>
                    <a:pt x="3182648" y="1110890"/>
                  </a:lnTo>
                  <a:lnTo>
                    <a:pt x="3181576" y="1110512"/>
                  </a:lnTo>
                  <a:lnTo>
                    <a:pt x="3180505" y="1110135"/>
                  </a:lnTo>
                  <a:lnTo>
                    <a:pt x="3179433" y="1109758"/>
                  </a:lnTo>
                  <a:lnTo>
                    <a:pt x="3178362" y="1109380"/>
                  </a:lnTo>
                  <a:lnTo>
                    <a:pt x="3177290" y="1109003"/>
                  </a:lnTo>
                  <a:lnTo>
                    <a:pt x="3176218" y="1108626"/>
                  </a:lnTo>
                  <a:lnTo>
                    <a:pt x="3175147" y="1108250"/>
                  </a:lnTo>
                  <a:lnTo>
                    <a:pt x="3174075" y="1107873"/>
                  </a:lnTo>
                  <a:lnTo>
                    <a:pt x="3173004" y="1107496"/>
                  </a:lnTo>
                  <a:lnTo>
                    <a:pt x="3171932" y="1107120"/>
                  </a:lnTo>
                  <a:lnTo>
                    <a:pt x="3170860" y="1106744"/>
                  </a:lnTo>
                  <a:lnTo>
                    <a:pt x="3169789" y="1106368"/>
                  </a:lnTo>
                  <a:lnTo>
                    <a:pt x="3168717" y="1105992"/>
                  </a:lnTo>
                  <a:lnTo>
                    <a:pt x="3167646" y="1105616"/>
                  </a:lnTo>
                  <a:lnTo>
                    <a:pt x="3166574" y="1105240"/>
                  </a:lnTo>
                  <a:lnTo>
                    <a:pt x="3165502" y="1104865"/>
                  </a:lnTo>
                  <a:lnTo>
                    <a:pt x="3164431" y="1104489"/>
                  </a:lnTo>
                  <a:lnTo>
                    <a:pt x="3163359" y="1104114"/>
                  </a:lnTo>
                  <a:lnTo>
                    <a:pt x="3162288" y="1103739"/>
                  </a:lnTo>
                  <a:lnTo>
                    <a:pt x="3161216" y="1103364"/>
                  </a:lnTo>
                  <a:lnTo>
                    <a:pt x="3160144" y="1102989"/>
                  </a:lnTo>
                  <a:lnTo>
                    <a:pt x="3159073" y="1102614"/>
                  </a:lnTo>
                  <a:lnTo>
                    <a:pt x="3158001" y="1102240"/>
                  </a:lnTo>
                  <a:lnTo>
                    <a:pt x="3156930" y="1101866"/>
                  </a:lnTo>
                  <a:lnTo>
                    <a:pt x="3155858" y="1101491"/>
                  </a:lnTo>
                  <a:lnTo>
                    <a:pt x="3154786" y="1101117"/>
                  </a:lnTo>
                  <a:lnTo>
                    <a:pt x="3153715" y="1100743"/>
                  </a:lnTo>
                  <a:lnTo>
                    <a:pt x="3152643" y="1100370"/>
                  </a:lnTo>
                  <a:lnTo>
                    <a:pt x="3151572" y="1099996"/>
                  </a:lnTo>
                  <a:lnTo>
                    <a:pt x="3150500" y="1099622"/>
                  </a:lnTo>
                  <a:lnTo>
                    <a:pt x="3149428" y="1099249"/>
                  </a:lnTo>
                  <a:lnTo>
                    <a:pt x="3148357" y="1098876"/>
                  </a:lnTo>
                  <a:lnTo>
                    <a:pt x="3147285" y="1098503"/>
                  </a:lnTo>
                  <a:lnTo>
                    <a:pt x="3146214" y="1098130"/>
                  </a:lnTo>
                  <a:lnTo>
                    <a:pt x="3145142" y="1097757"/>
                  </a:lnTo>
                  <a:lnTo>
                    <a:pt x="3144070" y="1097385"/>
                  </a:lnTo>
                  <a:lnTo>
                    <a:pt x="3142999" y="1097012"/>
                  </a:lnTo>
                  <a:lnTo>
                    <a:pt x="3141927" y="1096640"/>
                  </a:lnTo>
                  <a:lnTo>
                    <a:pt x="3140856" y="1096268"/>
                  </a:lnTo>
                  <a:lnTo>
                    <a:pt x="3139784" y="1095896"/>
                  </a:lnTo>
                  <a:lnTo>
                    <a:pt x="3138712" y="1095524"/>
                  </a:lnTo>
                  <a:lnTo>
                    <a:pt x="3137641" y="1095153"/>
                  </a:lnTo>
                  <a:lnTo>
                    <a:pt x="3136569" y="1094781"/>
                  </a:lnTo>
                  <a:lnTo>
                    <a:pt x="3135498" y="1094410"/>
                  </a:lnTo>
                  <a:lnTo>
                    <a:pt x="3134426" y="1094039"/>
                  </a:lnTo>
                  <a:lnTo>
                    <a:pt x="3133354" y="1093668"/>
                  </a:lnTo>
                  <a:lnTo>
                    <a:pt x="3132283" y="1093297"/>
                  </a:lnTo>
                  <a:lnTo>
                    <a:pt x="3131211" y="1092926"/>
                  </a:lnTo>
                  <a:lnTo>
                    <a:pt x="3130140" y="1092555"/>
                  </a:lnTo>
                  <a:lnTo>
                    <a:pt x="3129068" y="1092185"/>
                  </a:lnTo>
                  <a:lnTo>
                    <a:pt x="3127996" y="1091815"/>
                  </a:lnTo>
                  <a:lnTo>
                    <a:pt x="3126925" y="1091445"/>
                  </a:lnTo>
                  <a:lnTo>
                    <a:pt x="3125853" y="1091075"/>
                  </a:lnTo>
                  <a:lnTo>
                    <a:pt x="3124782" y="1090705"/>
                  </a:lnTo>
                  <a:lnTo>
                    <a:pt x="3123710" y="1090336"/>
                  </a:lnTo>
                  <a:lnTo>
                    <a:pt x="3122638" y="1089966"/>
                  </a:lnTo>
                  <a:lnTo>
                    <a:pt x="3121567" y="1089597"/>
                  </a:lnTo>
                  <a:lnTo>
                    <a:pt x="3120495" y="1089228"/>
                  </a:lnTo>
                  <a:lnTo>
                    <a:pt x="3119424" y="1088859"/>
                  </a:lnTo>
                  <a:lnTo>
                    <a:pt x="3118352" y="1088490"/>
                  </a:lnTo>
                  <a:lnTo>
                    <a:pt x="3117280" y="1088122"/>
                  </a:lnTo>
                  <a:lnTo>
                    <a:pt x="3116209" y="1087753"/>
                  </a:lnTo>
                  <a:lnTo>
                    <a:pt x="3115137" y="1087385"/>
                  </a:lnTo>
                  <a:lnTo>
                    <a:pt x="3114066" y="1087017"/>
                  </a:lnTo>
                  <a:lnTo>
                    <a:pt x="3112994" y="1086649"/>
                  </a:lnTo>
                  <a:lnTo>
                    <a:pt x="3111922" y="1086281"/>
                  </a:lnTo>
                  <a:lnTo>
                    <a:pt x="3110851" y="1085914"/>
                  </a:lnTo>
                  <a:lnTo>
                    <a:pt x="3109779" y="1085546"/>
                  </a:lnTo>
                  <a:lnTo>
                    <a:pt x="3108708" y="1085179"/>
                  </a:lnTo>
                  <a:lnTo>
                    <a:pt x="3107636" y="1084812"/>
                  </a:lnTo>
                  <a:lnTo>
                    <a:pt x="3106564" y="1084445"/>
                  </a:lnTo>
                  <a:lnTo>
                    <a:pt x="3105493" y="1084079"/>
                  </a:lnTo>
                  <a:lnTo>
                    <a:pt x="3104421" y="1083712"/>
                  </a:lnTo>
                  <a:lnTo>
                    <a:pt x="3103350" y="1083346"/>
                  </a:lnTo>
                  <a:lnTo>
                    <a:pt x="3102278" y="1082980"/>
                  </a:lnTo>
                  <a:lnTo>
                    <a:pt x="3101206" y="1082614"/>
                  </a:lnTo>
                  <a:lnTo>
                    <a:pt x="3100135" y="1082248"/>
                  </a:lnTo>
                  <a:lnTo>
                    <a:pt x="3099063" y="1081882"/>
                  </a:lnTo>
                  <a:lnTo>
                    <a:pt x="3097992" y="1081517"/>
                  </a:lnTo>
                  <a:lnTo>
                    <a:pt x="3096920" y="1081151"/>
                  </a:lnTo>
                  <a:lnTo>
                    <a:pt x="3095848" y="1080786"/>
                  </a:lnTo>
                  <a:lnTo>
                    <a:pt x="3094777" y="1080421"/>
                  </a:lnTo>
                  <a:lnTo>
                    <a:pt x="3093705" y="1080056"/>
                  </a:lnTo>
                  <a:lnTo>
                    <a:pt x="3092634" y="1079692"/>
                  </a:lnTo>
                  <a:lnTo>
                    <a:pt x="3091562" y="1079327"/>
                  </a:lnTo>
                  <a:lnTo>
                    <a:pt x="3090490" y="1078963"/>
                  </a:lnTo>
                  <a:lnTo>
                    <a:pt x="3089419" y="1078599"/>
                  </a:lnTo>
                  <a:lnTo>
                    <a:pt x="3088347" y="1078235"/>
                  </a:lnTo>
                  <a:lnTo>
                    <a:pt x="3087276" y="1077872"/>
                  </a:lnTo>
                  <a:lnTo>
                    <a:pt x="3086204" y="1077508"/>
                  </a:lnTo>
                  <a:lnTo>
                    <a:pt x="3085132" y="1077145"/>
                  </a:lnTo>
                  <a:lnTo>
                    <a:pt x="3084061" y="1076782"/>
                  </a:lnTo>
                  <a:lnTo>
                    <a:pt x="3082989" y="1076419"/>
                  </a:lnTo>
                  <a:lnTo>
                    <a:pt x="3081918" y="1076056"/>
                  </a:lnTo>
                  <a:lnTo>
                    <a:pt x="3080846" y="1075693"/>
                  </a:lnTo>
                  <a:lnTo>
                    <a:pt x="3079774" y="1075331"/>
                  </a:lnTo>
                  <a:lnTo>
                    <a:pt x="3078703" y="1074969"/>
                  </a:lnTo>
                  <a:lnTo>
                    <a:pt x="3077631" y="1074607"/>
                  </a:lnTo>
                  <a:lnTo>
                    <a:pt x="3076560" y="1074245"/>
                  </a:lnTo>
                  <a:lnTo>
                    <a:pt x="3075488" y="1073883"/>
                  </a:lnTo>
                  <a:lnTo>
                    <a:pt x="3074416" y="1073522"/>
                  </a:lnTo>
                  <a:lnTo>
                    <a:pt x="3073345" y="1073160"/>
                  </a:lnTo>
                  <a:lnTo>
                    <a:pt x="3072273" y="1072799"/>
                  </a:lnTo>
                  <a:lnTo>
                    <a:pt x="3071202" y="1072438"/>
                  </a:lnTo>
                  <a:lnTo>
                    <a:pt x="3070130" y="1072078"/>
                  </a:lnTo>
                  <a:lnTo>
                    <a:pt x="3069058" y="1071717"/>
                  </a:lnTo>
                  <a:lnTo>
                    <a:pt x="3067987" y="1071357"/>
                  </a:lnTo>
                  <a:lnTo>
                    <a:pt x="3066915" y="1070997"/>
                  </a:lnTo>
                  <a:lnTo>
                    <a:pt x="3065844" y="1070637"/>
                  </a:lnTo>
                  <a:lnTo>
                    <a:pt x="3064772" y="1070277"/>
                  </a:lnTo>
                  <a:lnTo>
                    <a:pt x="3063700" y="1069917"/>
                  </a:lnTo>
                  <a:lnTo>
                    <a:pt x="3062629" y="1069558"/>
                  </a:lnTo>
                  <a:lnTo>
                    <a:pt x="3061557" y="1069199"/>
                  </a:lnTo>
                  <a:lnTo>
                    <a:pt x="3060486" y="1068840"/>
                  </a:lnTo>
                  <a:lnTo>
                    <a:pt x="3059414" y="1068481"/>
                  </a:lnTo>
                  <a:lnTo>
                    <a:pt x="3058342" y="1068122"/>
                  </a:lnTo>
                  <a:lnTo>
                    <a:pt x="3057271" y="1067764"/>
                  </a:lnTo>
                  <a:lnTo>
                    <a:pt x="3056199" y="1067406"/>
                  </a:lnTo>
                  <a:lnTo>
                    <a:pt x="3055128" y="1067048"/>
                  </a:lnTo>
                  <a:lnTo>
                    <a:pt x="3054056" y="1066690"/>
                  </a:lnTo>
                  <a:lnTo>
                    <a:pt x="3052984" y="1066332"/>
                  </a:lnTo>
                  <a:lnTo>
                    <a:pt x="3051913" y="1065975"/>
                  </a:lnTo>
                  <a:lnTo>
                    <a:pt x="3050841" y="1065618"/>
                  </a:lnTo>
                  <a:lnTo>
                    <a:pt x="3049770" y="1065261"/>
                  </a:lnTo>
                  <a:lnTo>
                    <a:pt x="3048698" y="1064904"/>
                  </a:lnTo>
                  <a:lnTo>
                    <a:pt x="3047626" y="1064547"/>
                  </a:lnTo>
                  <a:lnTo>
                    <a:pt x="3046555" y="1064191"/>
                  </a:lnTo>
                  <a:lnTo>
                    <a:pt x="3045483" y="1063835"/>
                  </a:lnTo>
                  <a:lnTo>
                    <a:pt x="3044412" y="1063479"/>
                  </a:lnTo>
                  <a:lnTo>
                    <a:pt x="3043340" y="1063123"/>
                  </a:lnTo>
                  <a:lnTo>
                    <a:pt x="3042268" y="1062767"/>
                  </a:lnTo>
                  <a:lnTo>
                    <a:pt x="3041197" y="1062412"/>
                  </a:lnTo>
                  <a:lnTo>
                    <a:pt x="3040125" y="1062056"/>
                  </a:lnTo>
                  <a:lnTo>
                    <a:pt x="3039054" y="1061701"/>
                  </a:lnTo>
                  <a:lnTo>
                    <a:pt x="3037982" y="1061347"/>
                  </a:lnTo>
                  <a:lnTo>
                    <a:pt x="3036910" y="1060992"/>
                  </a:lnTo>
                  <a:lnTo>
                    <a:pt x="3035839" y="1060638"/>
                  </a:lnTo>
                  <a:lnTo>
                    <a:pt x="3034767" y="1060283"/>
                  </a:lnTo>
                  <a:lnTo>
                    <a:pt x="3033696" y="1059929"/>
                  </a:lnTo>
                  <a:lnTo>
                    <a:pt x="3032624" y="1059576"/>
                  </a:lnTo>
                  <a:lnTo>
                    <a:pt x="3031552" y="1059222"/>
                  </a:lnTo>
                  <a:lnTo>
                    <a:pt x="3030481" y="1058869"/>
                  </a:lnTo>
                  <a:lnTo>
                    <a:pt x="3029409" y="1058516"/>
                  </a:lnTo>
                  <a:lnTo>
                    <a:pt x="3028338" y="1058163"/>
                  </a:lnTo>
                  <a:lnTo>
                    <a:pt x="3027266" y="1057810"/>
                  </a:lnTo>
                  <a:lnTo>
                    <a:pt x="3026194" y="1057457"/>
                  </a:lnTo>
                  <a:lnTo>
                    <a:pt x="3025123" y="1057105"/>
                  </a:lnTo>
                  <a:lnTo>
                    <a:pt x="3024051" y="1056753"/>
                  </a:lnTo>
                  <a:lnTo>
                    <a:pt x="3022980" y="1056401"/>
                  </a:lnTo>
                  <a:lnTo>
                    <a:pt x="3021908" y="1056049"/>
                  </a:lnTo>
                  <a:lnTo>
                    <a:pt x="3020836" y="1055698"/>
                  </a:lnTo>
                  <a:lnTo>
                    <a:pt x="3019765" y="1055346"/>
                  </a:lnTo>
                  <a:lnTo>
                    <a:pt x="3018693" y="1054995"/>
                  </a:lnTo>
                  <a:lnTo>
                    <a:pt x="3017622" y="1054645"/>
                  </a:lnTo>
                  <a:lnTo>
                    <a:pt x="3016550" y="1054294"/>
                  </a:lnTo>
                  <a:lnTo>
                    <a:pt x="3015479" y="1053944"/>
                  </a:lnTo>
                  <a:lnTo>
                    <a:pt x="3014407" y="1053593"/>
                  </a:lnTo>
                  <a:lnTo>
                    <a:pt x="3013335" y="1053243"/>
                  </a:lnTo>
                  <a:lnTo>
                    <a:pt x="3012264" y="1052894"/>
                  </a:lnTo>
                  <a:lnTo>
                    <a:pt x="3011192" y="1052544"/>
                  </a:lnTo>
                  <a:lnTo>
                    <a:pt x="3010121" y="1052195"/>
                  </a:lnTo>
                  <a:lnTo>
                    <a:pt x="3009049" y="1051846"/>
                  </a:lnTo>
                  <a:lnTo>
                    <a:pt x="3007977" y="1051497"/>
                  </a:lnTo>
                  <a:lnTo>
                    <a:pt x="3006906" y="1051148"/>
                  </a:lnTo>
                  <a:lnTo>
                    <a:pt x="3005834" y="1050799"/>
                  </a:lnTo>
                  <a:lnTo>
                    <a:pt x="3004763" y="1050451"/>
                  </a:lnTo>
                  <a:lnTo>
                    <a:pt x="3003691" y="1050103"/>
                  </a:lnTo>
                  <a:lnTo>
                    <a:pt x="3002619" y="1049755"/>
                  </a:lnTo>
                  <a:lnTo>
                    <a:pt x="3001548" y="1049408"/>
                  </a:lnTo>
                  <a:lnTo>
                    <a:pt x="3000476" y="1049060"/>
                  </a:lnTo>
                  <a:lnTo>
                    <a:pt x="2999405" y="1048713"/>
                  </a:lnTo>
                  <a:lnTo>
                    <a:pt x="2998333" y="1048366"/>
                  </a:lnTo>
                  <a:lnTo>
                    <a:pt x="2997261" y="1048020"/>
                  </a:lnTo>
                  <a:lnTo>
                    <a:pt x="2996190" y="1047673"/>
                  </a:lnTo>
                  <a:lnTo>
                    <a:pt x="2995118" y="1047327"/>
                  </a:lnTo>
                  <a:lnTo>
                    <a:pt x="2994047" y="1046981"/>
                  </a:lnTo>
                  <a:lnTo>
                    <a:pt x="2992975" y="1046635"/>
                  </a:lnTo>
                  <a:lnTo>
                    <a:pt x="2991903" y="1046290"/>
                  </a:lnTo>
                  <a:lnTo>
                    <a:pt x="2990832" y="1045944"/>
                  </a:lnTo>
                  <a:lnTo>
                    <a:pt x="2989760" y="1045599"/>
                  </a:lnTo>
                  <a:lnTo>
                    <a:pt x="2988689" y="1045254"/>
                  </a:lnTo>
                  <a:lnTo>
                    <a:pt x="2987617" y="1044910"/>
                  </a:lnTo>
                  <a:lnTo>
                    <a:pt x="2986545" y="1044565"/>
                  </a:lnTo>
                  <a:lnTo>
                    <a:pt x="2985474" y="1044221"/>
                  </a:lnTo>
                  <a:lnTo>
                    <a:pt x="2984402" y="1043877"/>
                  </a:lnTo>
                  <a:lnTo>
                    <a:pt x="2983331" y="1043534"/>
                  </a:lnTo>
                  <a:lnTo>
                    <a:pt x="2982259" y="1043190"/>
                  </a:lnTo>
                  <a:lnTo>
                    <a:pt x="2981187" y="1042847"/>
                  </a:lnTo>
                  <a:lnTo>
                    <a:pt x="2980116" y="1042504"/>
                  </a:lnTo>
                  <a:lnTo>
                    <a:pt x="2979044" y="1042161"/>
                  </a:lnTo>
                  <a:lnTo>
                    <a:pt x="2977973" y="1041819"/>
                  </a:lnTo>
                  <a:lnTo>
                    <a:pt x="2976901" y="1041477"/>
                  </a:lnTo>
                  <a:lnTo>
                    <a:pt x="2975829" y="1041134"/>
                  </a:lnTo>
                  <a:lnTo>
                    <a:pt x="2974758" y="1040793"/>
                  </a:lnTo>
                  <a:lnTo>
                    <a:pt x="2973686" y="1040451"/>
                  </a:lnTo>
                  <a:lnTo>
                    <a:pt x="2972615" y="1040110"/>
                  </a:lnTo>
                  <a:lnTo>
                    <a:pt x="2971543" y="1039769"/>
                  </a:lnTo>
                  <a:lnTo>
                    <a:pt x="2970471" y="1039428"/>
                  </a:lnTo>
                  <a:lnTo>
                    <a:pt x="2969400" y="1039087"/>
                  </a:lnTo>
                  <a:lnTo>
                    <a:pt x="2968328" y="1038747"/>
                  </a:lnTo>
                  <a:lnTo>
                    <a:pt x="2967257" y="1038407"/>
                  </a:lnTo>
                  <a:lnTo>
                    <a:pt x="2966185" y="1038067"/>
                  </a:lnTo>
                  <a:lnTo>
                    <a:pt x="2965113" y="1037727"/>
                  </a:lnTo>
                  <a:lnTo>
                    <a:pt x="2964042" y="1037388"/>
                  </a:lnTo>
                  <a:lnTo>
                    <a:pt x="2962970" y="1037049"/>
                  </a:lnTo>
                  <a:lnTo>
                    <a:pt x="2961899" y="1036710"/>
                  </a:lnTo>
                  <a:lnTo>
                    <a:pt x="2960827" y="1036371"/>
                  </a:lnTo>
                  <a:lnTo>
                    <a:pt x="2959755" y="1036033"/>
                  </a:lnTo>
                  <a:lnTo>
                    <a:pt x="2958684" y="1035695"/>
                  </a:lnTo>
                  <a:lnTo>
                    <a:pt x="2957612" y="1035357"/>
                  </a:lnTo>
                  <a:lnTo>
                    <a:pt x="2956541" y="1035019"/>
                  </a:lnTo>
                  <a:lnTo>
                    <a:pt x="2955469" y="1034681"/>
                  </a:lnTo>
                  <a:lnTo>
                    <a:pt x="2954397" y="1034344"/>
                  </a:lnTo>
                  <a:lnTo>
                    <a:pt x="2953326" y="1034007"/>
                  </a:lnTo>
                  <a:lnTo>
                    <a:pt x="2952254" y="1033671"/>
                  </a:lnTo>
                  <a:lnTo>
                    <a:pt x="2951183" y="1033334"/>
                  </a:lnTo>
                  <a:lnTo>
                    <a:pt x="2950111" y="1032998"/>
                  </a:lnTo>
                  <a:lnTo>
                    <a:pt x="2949039" y="1032662"/>
                  </a:lnTo>
                  <a:lnTo>
                    <a:pt x="2947968" y="1032326"/>
                  </a:lnTo>
                  <a:lnTo>
                    <a:pt x="2946896" y="1031991"/>
                  </a:lnTo>
                  <a:lnTo>
                    <a:pt x="2945825" y="1031656"/>
                  </a:lnTo>
                  <a:lnTo>
                    <a:pt x="2944753" y="1031321"/>
                  </a:lnTo>
                  <a:lnTo>
                    <a:pt x="2943681" y="1030986"/>
                  </a:lnTo>
                  <a:lnTo>
                    <a:pt x="2942610" y="1030652"/>
                  </a:lnTo>
                  <a:lnTo>
                    <a:pt x="2941538" y="1030317"/>
                  </a:lnTo>
                  <a:lnTo>
                    <a:pt x="2940467" y="1029983"/>
                  </a:lnTo>
                  <a:lnTo>
                    <a:pt x="2939395" y="1029650"/>
                  </a:lnTo>
                  <a:lnTo>
                    <a:pt x="2938323" y="1029316"/>
                  </a:lnTo>
                  <a:lnTo>
                    <a:pt x="2937252" y="1028983"/>
                  </a:lnTo>
                  <a:lnTo>
                    <a:pt x="2936180" y="1028650"/>
                  </a:lnTo>
                  <a:lnTo>
                    <a:pt x="2935109" y="1028318"/>
                  </a:lnTo>
                  <a:lnTo>
                    <a:pt x="2934037" y="1027985"/>
                  </a:lnTo>
                  <a:lnTo>
                    <a:pt x="2932965" y="1027653"/>
                  </a:lnTo>
                  <a:lnTo>
                    <a:pt x="2931894" y="1027321"/>
                  </a:lnTo>
                  <a:lnTo>
                    <a:pt x="2930822" y="1026989"/>
                  </a:lnTo>
                  <a:lnTo>
                    <a:pt x="2929751" y="1026658"/>
                  </a:lnTo>
                  <a:lnTo>
                    <a:pt x="2928679" y="1026327"/>
                  </a:lnTo>
                  <a:lnTo>
                    <a:pt x="2927607" y="1025996"/>
                  </a:lnTo>
                  <a:lnTo>
                    <a:pt x="2926536" y="1025665"/>
                  </a:lnTo>
                  <a:lnTo>
                    <a:pt x="2925464" y="1025335"/>
                  </a:lnTo>
                  <a:lnTo>
                    <a:pt x="2924393" y="1025005"/>
                  </a:lnTo>
                  <a:lnTo>
                    <a:pt x="2923321" y="1024675"/>
                  </a:lnTo>
                  <a:lnTo>
                    <a:pt x="2922249" y="1024345"/>
                  </a:lnTo>
                  <a:lnTo>
                    <a:pt x="2921178" y="1024016"/>
                  </a:lnTo>
                  <a:lnTo>
                    <a:pt x="2920106" y="1023687"/>
                  </a:lnTo>
                  <a:lnTo>
                    <a:pt x="2919035" y="1023358"/>
                  </a:lnTo>
                  <a:lnTo>
                    <a:pt x="2917963" y="1023029"/>
                  </a:lnTo>
                  <a:lnTo>
                    <a:pt x="2916891" y="1022701"/>
                  </a:lnTo>
                  <a:lnTo>
                    <a:pt x="2915820" y="1022373"/>
                  </a:lnTo>
                  <a:lnTo>
                    <a:pt x="2914748" y="1022045"/>
                  </a:lnTo>
                  <a:lnTo>
                    <a:pt x="2913677" y="1021717"/>
                  </a:lnTo>
                  <a:lnTo>
                    <a:pt x="2912605" y="1021390"/>
                  </a:lnTo>
                  <a:lnTo>
                    <a:pt x="2911533" y="1021063"/>
                  </a:lnTo>
                  <a:lnTo>
                    <a:pt x="2910462" y="1020736"/>
                  </a:lnTo>
                  <a:lnTo>
                    <a:pt x="2909390" y="1020410"/>
                  </a:lnTo>
                  <a:lnTo>
                    <a:pt x="2908319" y="1020083"/>
                  </a:lnTo>
                  <a:lnTo>
                    <a:pt x="2907247" y="1019757"/>
                  </a:lnTo>
                  <a:lnTo>
                    <a:pt x="2906175" y="1019431"/>
                  </a:lnTo>
                  <a:lnTo>
                    <a:pt x="2905104" y="1019106"/>
                  </a:lnTo>
                  <a:lnTo>
                    <a:pt x="2904032" y="1018781"/>
                  </a:lnTo>
                  <a:lnTo>
                    <a:pt x="2902961" y="1018456"/>
                  </a:lnTo>
                  <a:lnTo>
                    <a:pt x="2901889" y="1018131"/>
                  </a:lnTo>
                  <a:lnTo>
                    <a:pt x="2900817" y="1017806"/>
                  </a:lnTo>
                  <a:lnTo>
                    <a:pt x="2899746" y="1017482"/>
                  </a:lnTo>
                  <a:lnTo>
                    <a:pt x="2898674" y="1017158"/>
                  </a:lnTo>
                  <a:lnTo>
                    <a:pt x="2897603" y="1016834"/>
                  </a:lnTo>
                  <a:lnTo>
                    <a:pt x="2896531" y="1016511"/>
                  </a:lnTo>
                  <a:lnTo>
                    <a:pt x="2895459" y="1016188"/>
                  </a:lnTo>
                  <a:lnTo>
                    <a:pt x="2894388" y="1015865"/>
                  </a:lnTo>
                  <a:lnTo>
                    <a:pt x="2893316" y="1015542"/>
                  </a:lnTo>
                  <a:lnTo>
                    <a:pt x="2892245" y="1015220"/>
                  </a:lnTo>
                  <a:lnTo>
                    <a:pt x="2891173" y="1014898"/>
                  </a:lnTo>
                  <a:lnTo>
                    <a:pt x="2890101" y="1014576"/>
                  </a:lnTo>
                  <a:lnTo>
                    <a:pt x="2889030" y="1014254"/>
                  </a:lnTo>
                  <a:lnTo>
                    <a:pt x="2887958" y="1013933"/>
                  </a:lnTo>
                  <a:lnTo>
                    <a:pt x="2886887" y="1013612"/>
                  </a:lnTo>
                  <a:lnTo>
                    <a:pt x="2885815" y="1013291"/>
                  </a:lnTo>
                  <a:lnTo>
                    <a:pt x="2884743" y="1012970"/>
                  </a:lnTo>
                  <a:lnTo>
                    <a:pt x="2883672" y="1012650"/>
                  </a:lnTo>
                  <a:lnTo>
                    <a:pt x="2882600" y="1012330"/>
                  </a:lnTo>
                  <a:lnTo>
                    <a:pt x="2881529" y="1012010"/>
                  </a:lnTo>
                  <a:lnTo>
                    <a:pt x="2880457" y="1011690"/>
                  </a:lnTo>
                  <a:lnTo>
                    <a:pt x="2879385" y="1011371"/>
                  </a:lnTo>
                  <a:lnTo>
                    <a:pt x="2878314" y="1011052"/>
                  </a:lnTo>
                  <a:lnTo>
                    <a:pt x="2877242" y="1010733"/>
                  </a:lnTo>
                  <a:lnTo>
                    <a:pt x="2876171" y="1010415"/>
                  </a:lnTo>
                  <a:lnTo>
                    <a:pt x="2875099" y="1010096"/>
                  </a:lnTo>
                  <a:lnTo>
                    <a:pt x="2874027" y="1009778"/>
                  </a:lnTo>
                  <a:lnTo>
                    <a:pt x="2872956" y="1009461"/>
                  </a:lnTo>
                  <a:lnTo>
                    <a:pt x="2871884" y="1009143"/>
                  </a:lnTo>
                  <a:lnTo>
                    <a:pt x="2870813" y="1008826"/>
                  </a:lnTo>
                  <a:lnTo>
                    <a:pt x="2869741" y="1008509"/>
                  </a:lnTo>
                  <a:lnTo>
                    <a:pt x="2868669" y="1008192"/>
                  </a:lnTo>
                  <a:lnTo>
                    <a:pt x="2867598" y="1007876"/>
                  </a:lnTo>
                  <a:lnTo>
                    <a:pt x="2866526" y="1007559"/>
                  </a:lnTo>
                  <a:lnTo>
                    <a:pt x="2865455" y="1007244"/>
                  </a:lnTo>
                  <a:lnTo>
                    <a:pt x="2864383" y="1006928"/>
                  </a:lnTo>
                  <a:lnTo>
                    <a:pt x="2863311" y="1006612"/>
                  </a:lnTo>
                  <a:lnTo>
                    <a:pt x="2862240" y="1006297"/>
                  </a:lnTo>
                  <a:lnTo>
                    <a:pt x="2861168" y="1005982"/>
                  </a:lnTo>
                  <a:lnTo>
                    <a:pt x="2860097" y="1005668"/>
                  </a:lnTo>
                  <a:lnTo>
                    <a:pt x="2859025" y="1005353"/>
                  </a:lnTo>
                  <a:lnTo>
                    <a:pt x="2857953" y="1005039"/>
                  </a:lnTo>
                  <a:lnTo>
                    <a:pt x="2856882" y="1004725"/>
                  </a:lnTo>
                  <a:lnTo>
                    <a:pt x="2855810" y="1004412"/>
                  </a:lnTo>
                  <a:lnTo>
                    <a:pt x="2854739" y="1004098"/>
                  </a:lnTo>
                  <a:lnTo>
                    <a:pt x="2853667" y="1003785"/>
                  </a:lnTo>
                  <a:lnTo>
                    <a:pt x="2852595" y="1003472"/>
                  </a:lnTo>
                  <a:lnTo>
                    <a:pt x="2851524" y="1003160"/>
                  </a:lnTo>
                  <a:lnTo>
                    <a:pt x="2850452" y="1002847"/>
                  </a:lnTo>
                  <a:lnTo>
                    <a:pt x="2849381" y="1002535"/>
                  </a:lnTo>
                  <a:lnTo>
                    <a:pt x="2848309" y="1002223"/>
                  </a:lnTo>
                  <a:lnTo>
                    <a:pt x="2847237" y="1001912"/>
                  </a:lnTo>
                  <a:lnTo>
                    <a:pt x="2846166" y="1001600"/>
                  </a:lnTo>
                  <a:lnTo>
                    <a:pt x="2845094" y="1001289"/>
                  </a:lnTo>
                  <a:lnTo>
                    <a:pt x="2844023" y="1000978"/>
                  </a:lnTo>
                  <a:lnTo>
                    <a:pt x="2842951" y="1000668"/>
                  </a:lnTo>
                  <a:lnTo>
                    <a:pt x="2841879" y="1000358"/>
                  </a:lnTo>
                  <a:lnTo>
                    <a:pt x="2840808" y="1000048"/>
                  </a:lnTo>
                  <a:lnTo>
                    <a:pt x="2839736" y="999738"/>
                  </a:lnTo>
                  <a:lnTo>
                    <a:pt x="2838665" y="999428"/>
                  </a:lnTo>
                  <a:lnTo>
                    <a:pt x="2837593" y="999119"/>
                  </a:lnTo>
                  <a:lnTo>
                    <a:pt x="2836522" y="998810"/>
                  </a:lnTo>
                  <a:lnTo>
                    <a:pt x="2835450" y="998501"/>
                  </a:lnTo>
                  <a:lnTo>
                    <a:pt x="2834378" y="998193"/>
                  </a:lnTo>
                  <a:lnTo>
                    <a:pt x="2833307" y="997884"/>
                  </a:lnTo>
                  <a:lnTo>
                    <a:pt x="2832235" y="997576"/>
                  </a:lnTo>
                  <a:lnTo>
                    <a:pt x="2831164" y="997268"/>
                  </a:lnTo>
                  <a:lnTo>
                    <a:pt x="2830092" y="996961"/>
                  </a:lnTo>
                  <a:lnTo>
                    <a:pt x="2829020" y="996654"/>
                  </a:lnTo>
                  <a:lnTo>
                    <a:pt x="2827949" y="996347"/>
                  </a:lnTo>
                  <a:lnTo>
                    <a:pt x="2826877" y="996040"/>
                  </a:lnTo>
                  <a:lnTo>
                    <a:pt x="2825806" y="995733"/>
                  </a:lnTo>
                  <a:lnTo>
                    <a:pt x="2824734" y="995427"/>
                  </a:lnTo>
                  <a:lnTo>
                    <a:pt x="2823662" y="995121"/>
                  </a:lnTo>
                  <a:lnTo>
                    <a:pt x="2822591" y="994815"/>
                  </a:lnTo>
                  <a:lnTo>
                    <a:pt x="2821519" y="994510"/>
                  </a:lnTo>
                  <a:lnTo>
                    <a:pt x="2820448" y="994204"/>
                  </a:lnTo>
                  <a:lnTo>
                    <a:pt x="2819376" y="993899"/>
                  </a:lnTo>
                  <a:lnTo>
                    <a:pt x="2818304" y="993594"/>
                  </a:lnTo>
                  <a:lnTo>
                    <a:pt x="2817233" y="993290"/>
                  </a:lnTo>
                  <a:lnTo>
                    <a:pt x="2816161" y="992986"/>
                  </a:lnTo>
                  <a:lnTo>
                    <a:pt x="2815090" y="992682"/>
                  </a:lnTo>
                  <a:lnTo>
                    <a:pt x="2814018" y="992378"/>
                  </a:lnTo>
                  <a:lnTo>
                    <a:pt x="2812946" y="992074"/>
                  </a:lnTo>
                  <a:lnTo>
                    <a:pt x="2811875" y="991771"/>
                  </a:lnTo>
                  <a:lnTo>
                    <a:pt x="2810803" y="991468"/>
                  </a:lnTo>
                  <a:lnTo>
                    <a:pt x="2809732" y="991165"/>
                  </a:lnTo>
                  <a:lnTo>
                    <a:pt x="2808660" y="990862"/>
                  </a:lnTo>
                  <a:lnTo>
                    <a:pt x="2807588" y="990560"/>
                  </a:lnTo>
                  <a:lnTo>
                    <a:pt x="2806517" y="990258"/>
                  </a:lnTo>
                  <a:lnTo>
                    <a:pt x="2805445" y="989956"/>
                  </a:lnTo>
                  <a:lnTo>
                    <a:pt x="2804374" y="989654"/>
                  </a:lnTo>
                  <a:lnTo>
                    <a:pt x="2803302" y="989353"/>
                  </a:lnTo>
                  <a:lnTo>
                    <a:pt x="2802230" y="989052"/>
                  </a:lnTo>
                  <a:lnTo>
                    <a:pt x="2801159" y="988751"/>
                  </a:lnTo>
                  <a:lnTo>
                    <a:pt x="2800087" y="988450"/>
                  </a:lnTo>
                  <a:lnTo>
                    <a:pt x="2799016" y="988150"/>
                  </a:lnTo>
                  <a:lnTo>
                    <a:pt x="2797944" y="987850"/>
                  </a:lnTo>
                  <a:lnTo>
                    <a:pt x="2796872" y="987550"/>
                  </a:lnTo>
                  <a:lnTo>
                    <a:pt x="2795801" y="987250"/>
                  </a:lnTo>
                  <a:lnTo>
                    <a:pt x="2794729" y="986951"/>
                  </a:lnTo>
                  <a:lnTo>
                    <a:pt x="2793658" y="986652"/>
                  </a:lnTo>
                  <a:lnTo>
                    <a:pt x="2792586" y="986353"/>
                  </a:lnTo>
                  <a:lnTo>
                    <a:pt x="2791514" y="986054"/>
                  </a:lnTo>
                  <a:lnTo>
                    <a:pt x="2790443" y="985755"/>
                  </a:lnTo>
                  <a:lnTo>
                    <a:pt x="2789371" y="985457"/>
                  </a:lnTo>
                  <a:lnTo>
                    <a:pt x="2788300" y="985159"/>
                  </a:lnTo>
                  <a:lnTo>
                    <a:pt x="2787228" y="984861"/>
                  </a:lnTo>
                  <a:lnTo>
                    <a:pt x="2786156" y="984564"/>
                  </a:lnTo>
                  <a:lnTo>
                    <a:pt x="2785085" y="984266"/>
                  </a:lnTo>
                  <a:lnTo>
                    <a:pt x="2784013" y="983969"/>
                  </a:lnTo>
                  <a:lnTo>
                    <a:pt x="2782942" y="983673"/>
                  </a:lnTo>
                  <a:lnTo>
                    <a:pt x="2781870" y="983376"/>
                  </a:lnTo>
                  <a:lnTo>
                    <a:pt x="2780798" y="983080"/>
                  </a:lnTo>
                  <a:lnTo>
                    <a:pt x="2779727" y="982783"/>
                  </a:lnTo>
                  <a:lnTo>
                    <a:pt x="2778655" y="982487"/>
                  </a:lnTo>
                  <a:lnTo>
                    <a:pt x="2777584" y="982192"/>
                  </a:lnTo>
                  <a:lnTo>
                    <a:pt x="2776512" y="981896"/>
                  </a:lnTo>
                  <a:lnTo>
                    <a:pt x="2775440" y="981601"/>
                  </a:lnTo>
                  <a:lnTo>
                    <a:pt x="2774369" y="981306"/>
                  </a:lnTo>
                  <a:lnTo>
                    <a:pt x="2773297" y="981011"/>
                  </a:lnTo>
                  <a:lnTo>
                    <a:pt x="2772226" y="980717"/>
                  </a:lnTo>
                  <a:lnTo>
                    <a:pt x="2771154" y="980422"/>
                  </a:lnTo>
                  <a:lnTo>
                    <a:pt x="2770082" y="980128"/>
                  </a:lnTo>
                  <a:lnTo>
                    <a:pt x="2769011" y="979835"/>
                  </a:lnTo>
                  <a:lnTo>
                    <a:pt x="2767939" y="979541"/>
                  </a:lnTo>
                  <a:lnTo>
                    <a:pt x="2766868" y="979248"/>
                  </a:lnTo>
                  <a:lnTo>
                    <a:pt x="2765796" y="978954"/>
                  </a:lnTo>
                  <a:lnTo>
                    <a:pt x="2764724" y="978661"/>
                  </a:lnTo>
                  <a:lnTo>
                    <a:pt x="2763653" y="978369"/>
                  </a:lnTo>
                  <a:lnTo>
                    <a:pt x="2762581" y="978076"/>
                  </a:lnTo>
                  <a:lnTo>
                    <a:pt x="2761510" y="977784"/>
                  </a:lnTo>
                  <a:lnTo>
                    <a:pt x="2760438" y="977492"/>
                  </a:lnTo>
                  <a:lnTo>
                    <a:pt x="2759366" y="977200"/>
                  </a:lnTo>
                  <a:lnTo>
                    <a:pt x="2758295" y="976908"/>
                  </a:lnTo>
                  <a:lnTo>
                    <a:pt x="2757223" y="976617"/>
                  </a:lnTo>
                  <a:lnTo>
                    <a:pt x="2756152" y="976326"/>
                  </a:lnTo>
                  <a:lnTo>
                    <a:pt x="2755080" y="976035"/>
                  </a:lnTo>
                  <a:lnTo>
                    <a:pt x="2754008" y="975744"/>
                  </a:lnTo>
                  <a:lnTo>
                    <a:pt x="2752937" y="975454"/>
                  </a:lnTo>
                  <a:lnTo>
                    <a:pt x="2751865" y="975163"/>
                  </a:lnTo>
                  <a:lnTo>
                    <a:pt x="2750794" y="974873"/>
                  </a:lnTo>
                  <a:lnTo>
                    <a:pt x="2749722" y="974583"/>
                  </a:lnTo>
                  <a:lnTo>
                    <a:pt x="2748650" y="974294"/>
                  </a:lnTo>
                  <a:lnTo>
                    <a:pt x="2747579" y="974004"/>
                  </a:lnTo>
                  <a:lnTo>
                    <a:pt x="2746507" y="973715"/>
                  </a:lnTo>
                  <a:lnTo>
                    <a:pt x="2745436" y="973426"/>
                  </a:lnTo>
                  <a:lnTo>
                    <a:pt x="2744364" y="973137"/>
                  </a:lnTo>
                  <a:lnTo>
                    <a:pt x="2743292" y="972849"/>
                  </a:lnTo>
                  <a:lnTo>
                    <a:pt x="2742221" y="972560"/>
                  </a:lnTo>
                  <a:lnTo>
                    <a:pt x="2741149" y="972272"/>
                  </a:lnTo>
                  <a:lnTo>
                    <a:pt x="2740078" y="971984"/>
                  </a:lnTo>
                  <a:lnTo>
                    <a:pt x="2739006" y="971696"/>
                  </a:lnTo>
                  <a:lnTo>
                    <a:pt x="2737934" y="971409"/>
                  </a:lnTo>
                  <a:lnTo>
                    <a:pt x="2736863" y="971122"/>
                  </a:lnTo>
                  <a:lnTo>
                    <a:pt x="2735791" y="970834"/>
                  </a:lnTo>
                  <a:lnTo>
                    <a:pt x="2734720" y="970548"/>
                  </a:lnTo>
                  <a:lnTo>
                    <a:pt x="2733648" y="970261"/>
                  </a:lnTo>
                  <a:lnTo>
                    <a:pt x="2732576" y="969974"/>
                  </a:lnTo>
                  <a:lnTo>
                    <a:pt x="2731505" y="969688"/>
                  </a:lnTo>
                  <a:lnTo>
                    <a:pt x="2730433" y="969402"/>
                  </a:lnTo>
                  <a:lnTo>
                    <a:pt x="2729362" y="969116"/>
                  </a:lnTo>
                  <a:lnTo>
                    <a:pt x="2728290" y="968830"/>
                  </a:lnTo>
                  <a:lnTo>
                    <a:pt x="2727218" y="968545"/>
                  </a:lnTo>
                  <a:lnTo>
                    <a:pt x="2726147" y="968260"/>
                  </a:lnTo>
                  <a:lnTo>
                    <a:pt x="2725075" y="967975"/>
                  </a:lnTo>
                  <a:lnTo>
                    <a:pt x="2724004" y="967690"/>
                  </a:lnTo>
                  <a:lnTo>
                    <a:pt x="2722932" y="967405"/>
                  </a:lnTo>
                  <a:lnTo>
                    <a:pt x="2721860" y="967121"/>
                  </a:lnTo>
                  <a:lnTo>
                    <a:pt x="2720789" y="966836"/>
                  </a:lnTo>
                  <a:lnTo>
                    <a:pt x="2719717" y="966552"/>
                  </a:lnTo>
                  <a:lnTo>
                    <a:pt x="2718646" y="966268"/>
                  </a:lnTo>
                  <a:lnTo>
                    <a:pt x="2717574" y="965985"/>
                  </a:lnTo>
                  <a:lnTo>
                    <a:pt x="2716502" y="965701"/>
                  </a:lnTo>
                  <a:lnTo>
                    <a:pt x="2715431" y="965418"/>
                  </a:lnTo>
                  <a:lnTo>
                    <a:pt x="2714359" y="965135"/>
                  </a:lnTo>
                  <a:lnTo>
                    <a:pt x="2713288" y="964852"/>
                  </a:lnTo>
                  <a:lnTo>
                    <a:pt x="2712216" y="964569"/>
                  </a:lnTo>
                  <a:lnTo>
                    <a:pt x="2711144" y="964287"/>
                  </a:lnTo>
                  <a:lnTo>
                    <a:pt x="2710073" y="964004"/>
                  </a:lnTo>
                  <a:lnTo>
                    <a:pt x="2709001" y="963722"/>
                  </a:lnTo>
                  <a:lnTo>
                    <a:pt x="2707930" y="963440"/>
                  </a:lnTo>
                  <a:lnTo>
                    <a:pt x="2706858" y="963159"/>
                  </a:lnTo>
                  <a:lnTo>
                    <a:pt x="2705786" y="962877"/>
                  </a:lnTo>
                  <a:lnTo>
                    <a:pt x="2704715" y="962596"/>
                  </a:lnTo>
                  <a:lnTo>
                    <a:pt x="2703643" y="962315"/>
                  </a:lnTo>
                  <a:lnTo>
                    <a:pt x="2702572" y="962034"/>
                  </a:lnTo>
                  <a:lnTo>
                    <a:pt x="2701500" y="961753"/>
                  </a:lnTo>
                  <a:lnTo>
                    <a:pt x="2700428" y="961472"/>
                  </a:lnTo>
                  <a:lnTo>
                    <a:pt x="2699357" y="961192"/>
                  </a:lnTo>
                  <a:lnTo>
                    <a:pt x="2698285" y="960911"/>
                  </a:lnTo>
                  <a:lnTo>
                    <a:pt x="2697214" y="960631"/>
                  </a:lnTo>
                  <a:lnTo>
                    <a:pt x="2696142" y="960351"/>
                  </a:lnTo>
                  <a:lnTo>
                    <a:pt x="2695070" y="960072"/>
                  </a:lnTo>
                  <a:lnTo>
                    <a:pt x="2693999" y="959792"/>
                  </a:lnTo>
                  <a:lnTo>
                    <a:pt x="2692927" y="959513"/>
                  </a:lnTo>
                  <a:lnTo>
                    <a:pt x="2691856" y="959234"/>
                  </a:lnTo>
                  <a:lnTo>
                    <a:pt x="2690784" y="958955"/>
                  </a:lnTo>
                  <a:lnTo>
                    <a:pt x="2689712" y="958676"/>
                  </a:lnTo>
                  <a:lnTo>
                    <a:pt x="2688641" y="958397"/>
                  </a:lnTo>
                  <a:lnTo>
                    <a:pt x="2687569" y="958119"/>
                  </a:lnTo>
                  <a:lnTo>
                    <a:pt x="2686498" y="957840"/>
                  </a:lnTo>
                  <a:lnTo>
                    <a:pt x="2685426" y="957562"/>
                  </a:lnTo>
                  <a:lnTo>
                    <a:pt x="2684354" y="957284"/>
                  </a:lnTo>
                  <a:lnTo>
                    <a:pt x="2683283" y="957007"/>
                  </a:lnTo>
                  <a:lnTo>
                    <a:pt x="2682211" y="956729"/>
                  </a:lnTo>
                  <a:lnTo>
                    <a:pt x="2681140" y="956452"/>
                  </a:lnTo>
                  <a:lnTo>
                    <a:pt x="2680068" y="956174"/>
                  </a:lnTo>
                  <a:lnTo>
                    <a:pt x="2678996" y="955897"/>
                  </a:lnTo>
                  <a:lnTo>
                    <a:pt x="2677925" y="955620"/>
                  </a:lnTo>
                  <a:lnTo>
                    <a:pt x="2676853" y="955344"/>
                  </a:lnTo>
                  <a:lnTo>
                    <a:pt x="2675782" y="955067"/>
                  </a:lnTo>
                  <a:lnTo>
                    <a:pt x="2674710" y="954791"/>
                  </a:lnTo>
                  <a:lnTo>
                    <a:pt x="2673638" y="954514"/>
                  </a:lnTo>
                  <a:lnTo>
                    <a:pt x="2672567" y="954238"/>
                  </a:lnTo>
                  <a:lnTo>
                    <a:pt x="2671495" y="953962"/>
                  </a:lnTo>
                  <a:lnTo>
                    <a:pt x="2670424" y="953686"/>
                  </a:lnTo>
                  <a:lnTo>
                    <a:pt x="2669352" y="953411"/>
                  </a:lnTo>
                  <a:lnTo>
                    <a:pt x="2668280" y="953135"/>
                  </a:lnTo>
                  <a:lnTo>
                    <a:pt x="2667209" y="952860"/>
                  </a:lnTo>
                  <a:lnTo>
                    <a:pt x="2666137" y="952585"/>
                  </a:lnTo>
                  <a:lnTo>
                    <a:pt x="2665066" y="952310"/>
                  </a:lnTo>
                  <a:lnTo>
                    <a:pt x="2663994" y="952035"/>
                  </a:lnTo>
                  <a:lnTo>
                    <a:pt x="2662922" y="951761"/>
                  </a:lnTo>
                  <a:lnTo>
                    <a:pt x="2661851" y="951486"/>
                  </a:lnTo>
                  <a:lnTo>
                    <a:pt x="2660779" y="951212"/>
                  </a:lnTo>
                  <a:lnTo>
                    <a:pt x="2659708" y="950938"/>
                  </a:lnTo>
                  <a:lnTo>
                    <a:pt x="2658636" y="950664"/>
                  </a:lnTo>
                  <a:lnTo>
                    <a:pt x="2657565" y="950390"/>
                  </a:lnTo>
                  <a:lnTo>
                    <a:pt x="2656493" y="950116"/>
                  </a:lnTo>
                  <a:lnTo>
                    <a:pt x="2655421" y="949842"/>
                  </a:lnTo>
                  <a:lnTo>
                    <a:pt x="2654350" y="949569"/>
                  </a:lnTo>
                  <a:lnTo>
                    <a:pt x="2653278" y="949296"/>
                  </a:lnTo>
                  <a:lnTo>
                    <a:pt x="2652207" y="949023"/>
                  </a:lnTo>
                  <a:lnTo>
                    <a:pt x="2651135" y="948750"/>
                  </a:lnTo>
                  <a:lnTo>
                    <a:pt x="2650063" y="948477"/>
                  </a:lnTo>
                  <a:lnTo>
                    <a:pt x="2648992" y="948204"/>
                  </a:lnTo>
                  <a:lnTo>
                    <a:pt x="2647920" y="947932"/>
                  </a:lnTo>
                  <a:lnTo>
                    <a:pt x="2646849" y="947659"/>
                  </a:lnTo>
                  <a:lnTo>
                    <a:pt x="2645777" y="947387"/>
                  </a:lnTo>
                  <a:lnTo>
                    <a:pt x="2644705" y="947115"/>
                  </a:lnTo>
                  <a:lnTo>
                    <a:pt x="2643634" y="946843"/>
                  </a:lnTo>
                  <a:lnTo>
                    <a:pt x="2642562" y="946571"/>
                  </a:lnTo>
                  <a:lnTo>
                    <a:pt x="2641491" y="946299"/>
                  </a:lnTo>
                  <a:lnTo>
                    <a:pt x="2640419" y="946028"/>
                  </a:lnTo>
                  <a:lnTo>
                    <a:pt x="2639347" y="945756"/>
                  </a:lnTo>
                  <a:lnTo>
                    <a:pt x="2638276" y="945485"/>
                  </a:lnTo>
                  <a:lnTo>
                    <a:pt x="2637204" y="945214"/>
                  </a:lnTo>
                  <a:lnTo>
                    <a:pt x="2636133" y="944943"/>
                  </a:lnTo>
                  <a:lnTo>
                    <a:pt x="2635061" y="944672"/>
                  </a:lnTo>
                  <a:lnTo>
                    <a:pt x="2633989" y="944401"/>
                  </a:lnTo>
                  <a:lnTo>
                    <a:pt x="2632918" y="944131"/>
                  </a:lnTo>
                  <a:lnTo>
                    <a:pt x="2631846" y="943860"/>
                  </a:lnTo>
                  <a:lnTo>
                    <a:pt x="2630775" y="943590"/>
                  </a:lnTo>
                  <a:lnTo>
                    <a:pt x="2629703" y="943320"/>
                  </a:lnTo>
                  <a:lnTo>
                    <a:pt x="2628631" y="943050"/>
                  </a:lnTo>
                  <a:lnTo>
                    <a:pt x="2627560" y="942780"/>
                  </a:lnTo>
                  <a:lnTo>
                    <a:pt x="2626488" y="942510"/>
                  </a:lnTo>
                  <a:lnTo>
                    <a:pt x="2625417" y="942240"/>
                  </a:lnTo>
                  <a:lnTo>
                    <a:pt x="2624345" y="941971"/>
                  </a:lnTo>
                  <a:lnTo>
                    <a:pt x="2623273" y="941701"/>
                  </a:lnTo>
                  <a:lnTo>
                    <a:pt x="2622202" y="941432"/>
                  </a:lnTo>
                  <a:lnTo>
                    <a:pt x="2621130" y="941163"/>
                  </a:lnTo>
                  <a:lnTo>
                    <a:pt x="2620059" y="940894"/>
                  </a:lnTo>
                  <a:lnTo>
                    <a:pt x="2618987" y="940625"/>
                  </a:lnTo>
                  <a:lnTo>
                    <a:pt x="2617915" y="940356"/>
                  </a:lnTo>
                  <a:lnTo>
                    <a:pt x="2616844" y="940087"/>
                  </a:lnTo>
                  <a:lnTo>
                    <a:pt x="2615772" y="939819"/>
                  </a:lnTo>
                  <a:lnTo>
                    <a:pt x="2614701" y="939550"/>
                  </a:lnTo>
                  <a:lnTo>
                    <a:pt x="2613629" y="939282"/>
                  </a:lnTo>
                  <a:lnTo>
                    <a:pt x="2612557" y="939014"/>
                  </a:lnTo>
                  <a:lnTo>
                    <a:pt x="2611486" y="938745"/>
                  </a:lnTo>
                  <a:lnTo>
                    <a:pt x="2610414" y="938477"/>
                  </a:lnTo>
                  <a:lnTo>
                    <a:pt x="2609343" y="938210"/>
                  </a:lnTo>
                  <a:lnTo>
                    <a:pt x="2608271" y="937942"/>
                  </a:lnTo>
                  <a:lnTo>
                    <a:pt x="2607199" y="937674"/>
                  </a:lnTo>
                  <a:lnTo>
                    <a:pt x="2606128" y="937407"/>
                  </a:lnTo>
                  <a:lnTo>
                    <a:pt x="2605056" y="937139"/>
                  </a:lnTo>
                  <a:lnTo>
                    <a:pt x="2603985" y="936872"/>
                  </a:lnTo>
                  <a:lnTo>
                    <a:pt x="2602913" y="936605"/>
                  </a:lnTo>
                  <a:lnTo>
                    <a:pt x="2601841" y="936337"/>
                  </a:lnTo>
                  <a:lnTo>
                    <a:pt x="2600770" y="936070"/>
                  </a:lnTo>
                  <a:lnTo>
                    <a:pt x="2599698" y="935803"/>
                  </a:lnTo>
                  <a:lnTo>
                    <a:pt x="2598627" y="935537"/>
                  </a:lnTo>
                  <a:lnTo>
                    <a:pt x="2597555" y="935270"/>
                  </a:lnTo>
                  <a:lnTo>
                    <a:pt x="2596483" y="935003"/>
                  </a:lnTo>
                  <a:lnTo>
                    <a:pt x="2595412" y="934737"/>
                  </a:lnTo>
                  <a:lnTo>
                    <a:pt x="2594340" y="934470"/>
                  </a:lnTo>
                  <a:lnTo>
                    <a:pt x="2593269" y="934204"/>
                  </a:lnTo>
                  <a:lnTo>
                    <a:pt x="2592197" y="933938"/>
                  </a:lnTo>
                  <a:lnTo>
                    <a:pt x="2591125" y="933672"/>
                  </a:lnTo>
                  <a:lnTo>
                    <a:pt x="2590054" y="933406"/>
                  </a:lnTo>
                  <a:lnTo>
                    <a:pt x="2588982" y="933140"/>
                  </a:lnTo>
                  <a:lnTo>
                    <a:pt x="2587911" y="932874"/>
                  </a:lnTo>
                  <a:lnTo>
                    <a:pt x="2586839" y="932608"/>
                  </a:lnTo>
                  <a:lnTo>
                    <a:pt x="2585767" y="932343"/>
                  </a:lnTo>
                  <a:lnTo>
                    <a:pt x="2584696" y="932077"/>
                  </a:lnTo>
                  <a:lnTo>
                    <a:pt x="2583624" y="931812"/>
                  </a:lnTo>
                  <a:lnTo>
                    <a:pt x="2582553" y="931546"/>
                  </a:lnTo>
                  <a:lnTo>
                    <a:pt x="2581481" y="931281"/>
                  </a:lnTo>
                  <a:lnTo>
                    <a:pt x="2580409" y="931016"/>
                  </a:lnTo>
                  <a:lnTo>
                    <a:pt x="2579338" y="930751"/>
                  </a:lnTo>
                  <a:lnTo>
                    <a:pt x="2578266" y="930486"/>
                  </a:lnTo>
                  <a:lnTo>
                    <a:pt x="2577195" y="930221"/>
                  </a:lnTo>
                  <a:lnTo>
                    <a:pt x="2576123" y="929956"/>
                  </a:lnTo>
                  <a:lnTo>
                    <a:pt x="2575051" y="929691"/>
                  </a:lnTo>
                  <a:lnTo>
                    <a:pt x="2573980" y="929427"/>
                  </a:lnTo>
                  <a:lnTo>
                    <a:pt x="2572908" y="929162"/>
                  </a:lnTo>
                  <a:lnTo>
                    <a:pt x="2571837" y="928897"/>
                  </a:lnTo>
                  <a:lnTo>
                    <a:pt x="2570765" y="928633"/>
                  </a:lnTo>
                  <a:lnTo>
                    <a:pt x="2569693" y="928369"/>
                  </a:lnTo>
                  <a:lnTo>
                    <a:pt x="2568622" y="928104"/>
                  </a:lnTo>
                  <a:lnTo>
                    <a:pt x="2567550" y="927840"/>
                  </a:lnTo>
                  <a:lnTo>
                    <a:pt x="2566479" y="927576"/>
                  </a:lnTo>
                  <a:lnTo>
                    <a:pt x="2565407" y="927312"/>
                  </a:lnTo>
                  <a:lnTo>
                    <a:pt x="2564335" y="927048"/>
                  </a:lnTo>
                  <a:lnTo>
                    <a:pt x="2563264" y="926784"/>
                  </a:lnTo>
                  <a:lnTo>
                    <a:pt x="2562192" y="926520"/>
                  </a:lnTo>
                  <a:lnTo>
                    <a:pt x="2561121" y="926257"/>
                  </a:lnTo>
                  <a:lnTo>
                    <a:pt x="2560049" y="925993"/>
                  </a:lnTo>
                  <a:lnTo>
                    <a:pt x="2558977" y="925729"/>
                  </a:lnTo>
                  <a:lnTo>
                    <a:pt x="2557906" y="925466"/>
                  </a:lnTo>
                  <a:lnTo>
                    <a:pt x="2556834" y="925202"/>
                  </a:lnTo>
                  <a:lnTo>
                    <a:pt x="2555763" y="924939"/>
                  </a:lnTo>
                  <a:lnTo>
                    <a:pt x="2554691" y="924676"/>
                  </a:lnTo>
                  <a:lnTo>
                    <a:pt x="2553619" y="924412"/>
                  </a:lnTo>
                  <a:lnTo>
                    <a:pt x="2552548" y="924149"/>
                  </a:lnTo>
                  <a:lnTo>
                    <a:pt x="2551476" y="923886"/>
                  </a:lnTo>
                  <a:lnTo>
                    <a:pt x="2550405" y="923623"/>
                  </a:lnTo>
                  <a:lnTo>
                    <a:pt x="2549333" y="923360"/>
                  </a:lnTo>
                  <a:lnTo>
                    <a:pt x="2548261" y="923097"/>
                  </a:lnTo>
                  <a:lnTo>
                    <a:pt x="2547190" y="922834"/>
                  </a:lnTo>
                  <a:lnTo>
                    <a:pt x="2546118" y="922571"/>
                  </a:lnTo>
                  <a:lnTo>
                    <a:pt x="2545047" y="922308"/>
                  </a:lnTo>
                  <a:lnTo>
                    <a:pt x="2543975" y="922045"/>
                  </a:lnTo>
                  <a:lnTo>
                    <a:pt x="2542903" y="921783"/>
                  </a:lnTo>
                  <a:lnTo>
                    <a:pt x="2541832" y="921520"/>
                  </a:lnTo>
                  <a:lnTo>
                    <a:pt x="2540760" y="921258"/>
                  </a:lnTo>
                  <a:lnTo>
                    <a:pt x="2539689" y="920995"/>
                  </a:lnTo>
                  <a:lnTo>
                    <a:pt x="2538617" y="920733"/>
                  </a:lnTo>
                  <a:lnTo>
                    <a:pt x="2537545" y="920470"/>
                  </a:lnTo>
                  <a:lnTo>
                    <a:pt x="2536474" y="920208"/>
                  </a:lnTo>
                  <a:lnTo>
                    <a:pt x="2535402" y="919945"/>
                  </a:lnTo>
                  <a:lnTo>
                    <a:pt x="2534331" y="919683"/>
                  </a:lnTo>
                  <a:lnTo>
                    <a:pt x="2533259" y="919421"/>
                  </a:lnTo>
                  <a:lnTo>
                    <a:pt x="2532187" y="919159"/>
                  </a:lnTo>
                  <a:lnTo>
                    <a:pt x="2531116" y="918897"/>
                  </a:lnTo>
                  <a:lnTo>
                    <a:pt x="2530044" y="918634"/>
                  </a:lnTo>
                  <a:lnTo>
                    <a:pt x="2528973" y="918372"/>
                  </a:lnTo>
                  <a:lnTo>
                    <a:pt x="2527901" y="918110"/>
                  </a:lnTo>
                  <a:lnTo>
                    <a:pt x="2526829" y="917848"/>
                  </a:lnTo>
                  <a:lnTo>
                    <a:pt x="2525758" y="917586"/>
                  </a:lnTo>
                  <a:lnTo>
                    <a:pt x="2524686" y="917325"/>
                  </a:lnTo>
                  <a:lnTo>
                    <a:pt x="2523615" y="917063"/>
                  </a:lnTo>
                  <a:lnTo>
                    <a:pt x="2522543" y="916801"/>
                  </a:lnTo>
                  <a:lnTo>
                    <a:pt x="2521471" y="916539"/>
                  </a:lnTo>
                  <a:lnTo>
                    <a:pt x="2520400" y="916277"/>
                  </a:lnTo>
                  <a:lnTo>
                    <a:pt x="2519328" y="916016"/>
                  </a:lnTo>
                  <a:lnTo>
                    <a:pt x="2518257" y="915754"/>
                  </a:lnTo>
                  <a:lnTo>
                    <a:pt x="2517185" y="915492"/>
                  </a:lnTo>
                  <a:lnTo>
                    <a:pt x="2516113" y="915231"/>
                  </a:lnTo>
                  <a:lnTo>
                    <a:pt x="2515042" y="914969"/>
                  </a:lnTo>
                  <a:lnTo>
                    <a:pt x="2513970" y="914707"/>
                  </a:lnTo>
                  <a:lnTo>
                    <a:pt x="2512899" y="914446"/>
                  </a:lnTo>
                  <a:lnTo>
                    <a:pt x="2511827" y="914184"/>
                  </a:lnTo>
                  <a:lnTo>
                    <a:pt x="2510755" y="913923"/>
                  </a:lnTo>
                  <a:lnTo>
                    <a:pt x="2509684" y="913662"/>
                  </a:lnTo>
                  <a:lnTo>
                    <a:pt x="2508612" y="913400"/>
                  </a:lnTo>
                  <a:lnTo>
                    <a:pt x="2507541" y="913139"/>
                  </a:lnTo>
                  <a:lnTo>
                    <a:pt x="2506469" y="912877"/>
                  </a:lnTo>
                  <a:lnTo>
                    <a:pt x="2505397" y="912616"/>
                  </a:lnTo>
                  <a:lnTo>
                    <a:pt x="2504326" y="912355"/>
                  </a:lnTo>
                  <a:lnTo>
                    <a:pt x="2503254" y="912093"/>
                  </a:lnTo>
                  <a:lnTo>
                    <a:pt x="2502183" y="911832"/>
                  </a:lnTo>
                  <a:lnTo>
                    <a:pt x="2501111" y="911571"/>
                  </a:lnTo>
                  <a:lnTo>
                    <a:pt x="2500039" y="911309"/>
                  </a:lnTo>
                  <a:lnTo>
                    <a:pt x="2498968" y="911048"/>
                  </a:lnTo>
                  <a:lnTo>
                    <a:pt x="2497896" y="910787"/>
                  </a:lnTo>
                  <a:lnTo>
                    <a:pt x="2496825" y="910526"/>
                  </a:lnTo>
                  <a:lnTo>
                    <a:pt x="2495753" y="910264"/>
                  </a:lnTo>
                  <a:lnTo>
                    <a:pt x="2494681" y="910003"/>
                  </a:lnTo>
                  <a:lnTo>
                    <a:pt x="2493610" y="909742"/>
                  </a:lnTo>
                  <a:lnTo>
                    <a:pt x="2492538" y="909481"/>
                  </a:lnTo>
                  <a:lnTo>
                    <a:pt x="2491467" y="909220"/>
                  </a:lnTo>
                  <a:lnTo>
                    <a:pt x="2490395" y="908958"/>
                  </a:lnTo>
                  <a:lnTo>
                    <a:pt x="2489323" y="908697"/>
                  </a:lnTo>
                  <a:lnTo>
                    <a:pt x="2488252" y="908436"/>
                  </a:lnTo>
                  <a:lnTo>
                    <a:pt x="2487180" y="908175"/>
                  </a:lnTo>
                  <a:lnTo>
                    <a:pt x="2486109" y="907914"/>
                  </a:lnTo>
                  <a:lnTo>
                    <a:pt x="2485037" y="907653"/>
                  </a:lnTo>
                  <a:lnTo>
                    <a:pt x="2483966" y="907392"/>
                  </a:lnTo>
                  <a:lnTo>
                    <a:pt x="2482894" y="907130"/>
                  </a:lnTo>
                  <a:lnTo>
                    <a:pt x="2481822" y="906869"/>
                  </a:lnTo>
                  <a:lnTo>
                    <a:pt x="2480751" y="906608"/>
                  </a:lnTo>
                  <a:lnTo>
                    <a:pt x="2479679" y="906347"/>
                  </a:lnTo>
                  <a:lnTo>
                    <a:pt x="2478608" y="906086"/>
                  </a:lnTo>
                  <a:lnTo>
                    <a:pt x="2477536" y="905825"/>
                  </a:lnTo>
                  <a:lnTo>
                    <a:pt x="2476464" y="905563"/>
                  </a:lnTo>
                  <a:lnTo>
                    <a:pt x="2475393" y="905302"/>
                  </a:lnTo>
                  <a:lnTo>
                    <a:pt x="2474321" y="905041"/>
                  </a:lnTo>
                  <a:lnTo>
                    <a:pt x="2473250" y="904780"/>
                  </a:lnTo>
                  <a:lnTo>
                    <a:pt x="2472178" y="904519"/>
                  </a:lnTo>
                  <a:lnTo>
                    <a:pt x="2471106" y="904258"/>
                  </a:lnTo>
                  <a:lnTo>
                    <a:pt x="2470035" y="903996"/>
                  </a:lnTo>
                  <a:lnTo>
                    <a:pt x="2468963" y="903735"/>
                  </a:lnTo>
                  <a:lnTo>
                    <a:pt x="2467892" y="903474"/>
                  </a:lnTo>
                  <a:lnTo>
                    <a:pt x="2466820" y="903213"/>
                  </a:lnTo>
                  <a:lnTo>
                    <a:pt x="2465748" y="902951"/>
                  </a:lnTo>
                  <a:lnTo>
                    <a:pt x="2464677" y="902690"/>
                  </a:lnTo>
                  <a:lnTo>
                    <a:pt x="2463605" y="902429"/>
                  </a:lnTo>
                  <a:lnTo>
                    <a:pt x="2462534" y="902168"/>
                  </a:lnTo>
                  <a:lnTo>
                    <a:pt x="2461462" y="901906"/>
                  </a:lnTo>
                  <a:lnTo>
                    <a:pt x="2460390" y="901645"/>
                  </a:lnTo>
                  <a:lnTo>
                    <a:pt x="2459319" y="901383"/>
                  </a:lnTo>
                  <a:lnTo>
                    <a:pt x="2458247" y="901122"/>
                  </a:lnTo>
                  <a:lnTo>
                    <a:pt x="2457176" y="900861"/>
                  </a:lnTo>
                  <a:lnTo>
                    <a:pt x="2456104" y="900599"/>
                  </a:lnTo>
                  <a:lnTo>
                    <a:pt x="2455032" y="900338"/>
                  </a:lnTo>
                  <a:lnTo>
                    <a:pt x="2453961" y="900076"/>
                  </a:lnTo>
                  <a:lnTo>
                    <a:pt x="2452889" y="899815"/>
                  </a:lnTo>
                  <a:lnTo>
                    <a:pt x="2451818" y="899553"/>
                  </a:lnTo>
                  <a:lnTo>
                    <a:pt x="2450746" y="899292"/>
                  </a:lnTo>
                  <a:lnTo>
                    <a:pt x="2449674" y="899030"/>
                  </a:lnTo>
                  <a:lnTo>
                    <a:pt x="2448603" y="898768"/>
                  </a:lnTo>
                  <a:lnTo>
                    <a:pt x="2447531" y="898507"/>
                  </a:lnTo>
                  <a:lnTo>
                    <a:pt x="2446460" y="898245"/>
                  </a:lnTo>
                  <a:lnTo>
                    <a:pt x="2445388" y="897983"/>
                  </a:lnTo>
                  <a:lnTo>
                    <a:pt x="2444316" y="897722"/>
                  </a:lnTo>
                  <a:lnTo>
                    <a:pt x="2443245" y="897460"/>
                  </a:lnTo>
                  <a:lnTo>
                    <a:pt x="2442173" y="897198"/>
                  </a:lnTo>
                  <a:lnTo>
                    <a:pt x="2441102" y="896936"/>
                  </a:lnTo>
                  <a:lnTo>
                    <a:pt x="2440030" y="896674"/>
                  </a:lnTo>
                  <a:lnTo>
                    <a:pt x="2438958" y="896412"/>
                  </a:lnTo>
                  <a:lnTo>
                    <a:pt x="2437887" y="896150"/>
                  </a:lnTo>
                  <a:lnTo>
                    <a:pt x="2436815" y="895888"/>
                  </a:lnTo>
                  <a:lnTo>
                    <a:pt x="2435744" y="895626"/>
                  </a:lnTo>
                  <a:lnTo>
                    <a:pt x="2434672" y="895364"/>
                  </a:lnTo>
                  <a:lnTo>
                    <a:pt x="2433600" y="895102"/>
                  </a:lnTo>
                  <a:lnTo>
                    <a:pt x="2432529" y="894840"/>
                  </a:lnTo>
                  <a:lnTo>
                    <a:pt x="2431457" y="894578"/>
                  </a:lnTo>
                  <a:lnTo>
                    <a:pt x="2430386" y="894315"/>
                  </a:lnTo>
                  <a:lnTo>
                    <a:pt x="2429314" y="894053"/>
                  </a:lnTo>
                  <a:lnTo>
                    <a:pt x="2428242" y="893791"/>
                  </a:lnTo>
                  <a:lnTo>
                    <a:pt x="2427171" y="893528"/>
                  </a:lnTo>
                  <a:lnTo>
                    <a:pt x="2426099" y="893266"/>
                  </a:lnTo>
                  <a:lnTo>
                    <a:pt x="2425028" y="893003"/>
                  </a:lnTo>
                  <a:lnTo>
                    <a:pt x="2423956" y="892741"/>
                  </a:lnTo>
                  <a:lnTo>
                    <a:pt x="2422884" y="892478"/>
                  </a:lnTo>
                  <a:lnTo>
                    <a:pt x="2421813" y="892215"/>
                  </a:lnTo>
                  <a:lnTo>
                    <a:pt x="2420741" y="891953"/>
                  </a:lnTo>
                  <a:lnTo>
                    <a:pt x="2419670" y="891690"/>
                  </a:lnTo>
                  <a:lnTo>
                    <a:pt x="2418598" y="891427"/>
                  </a:lnTo>
                  <a:lnTo>
                    <a:pt x="2417526" y="891164"/>
                  </a:lnTo>
                  <a:lnTo>
                    <a:pt x="2416455" y="890901"/>
                  </a:lnTo>
                  <a:lnTo>
                    <a:pt x="2415383" y="890638"/>
                  </a:lnTo>
                  <a:lnTo>
                    <a:pt x="2414312" y="890375"/>
                  </a:lnTo>
                  <a:lnTo>
                    <a:pt x="2413240" y="890112"/>
                  </a:lnTo>
                  <a:lnTo>
                    <a:pt x="2412168" y="889849"/>
                  </a:lnTo>
                  <a:lnTo>
                    <a:pt x="2411097" y="889585"/>
                  </a:lnTo>
                  <a:lnTo>
                    <a:pt x="2410025" y="889322"/>
                  </a:lnTo>
                  <a:lnTo>
                    <a:pt x="2408954" y="889059"/>
                  </a:lnTo>
                  <a:lnTo>
                    <a:pt x="2407882" y="888795"/>
                  </a:lnTo>
                  <a:lnTo>
                    <a:pt x="2406810" y="888532"/>
                  </a:lnTo>
                  <a:lnTo>
                    <a:pt x="2405739" y="888268"/>
                  </a:lnTo>
                  <a:lnTo>
                    <a:pt x="2404667" y="888004"/>
                  </a:lnTo>
                  <a:lnTo>
                    <a:pt x="2403596" y="887741"/>
                  </a:lnTo>
                  <a:lnTo>
                    <a:pt x="2402524" y="887477"/>
                  </a:lnTo>
                  <a:lnTo>
                    <a:pt x="2401452" y="887213"/>
                  </a:lnTo>
                  <a:lnTo>
                    <a:pt x="2400381" y="886949"/>
                  </a:lnTo>
                  <a:lnTo>
                    <a:pt x="2399309" y="886685"/>
                  </a:lnTo>
                  <a:lnTo>
                    <a:pt x="2398238" y="886421"/>
                  </a:lnTo>
                  <a:lnTo>
                    <a:pt x="2397166" y="886157"/>
                  </a:lnTo>
                  <a:lnTo>
                    <a:pt x="2396094" y="885892"/>
                  </a:lnTo>
                  <a:lnTo>
                    <a:pt x="2395023" y="885628"/>
                  </a:lnTo>
                  <a:lnTo>
                    <a:pt x="2393951" y="885364"/>
                  </a:lnTo>
                  <a:lnTo>
                    <a:pt x="2392880" y="885099"/>
                  </a:lnTo>
                  <a:lnTo>
                    <a:pt x="2391808" y="884834"/>
                  </a:lnTo>
                  <a:lnTo>
                    <a:pt x="2390736" y="884570"/>
                  </a:lnTo>
                  <a:lnTo>
                    <a:pt x="2389665" y="884305"/>
                  </a:lnTo>
                  <a:lnTo>
                    <a:pt x="2388593" y="884040"/>
                  </a:lnTo>
                  <a:lnTo>
                    <a:pt x="2387522" y="883775"/>
                  </a:lnTo>
                  <a:lnTo>
                    <a:pt x="2386450" y="883510"/>
                  </a:lnTo>
                  <a:lnTo>
                    <a:pt x="2385378" y="883245"/>
                  </a:lnTo>
                  <a:lnTo>
                    <a:pt x="2384307" y="882980"/>
                  </a:lnTo>
                  <a:lnTo>
                    <a:pt x="2383235" y="882715"/>
                  </a:lnTo>
                  <a:lnTo>
                    <a:pt x="2382164" y="882449"/>
                  </a:lnTo>
                  <a:lnTo>
                    <a:pt x="2381092" y="882184"/>
                  </a:lnTo>
                  <a:lnTo>
                    <a:pt x="2380020" y="881919"/>
                  </a:lnTo>
                  <a:lnTo>
                    <a:pt x="2378949" y="881653"/>
                  </a:lnTo>
                  <a:lnTo>
                    <a:pt x="2377877" y="881387"/>
                  </a:lnTo>
                  <a:lnTo>
                    <a:pt x="2376806" y="881121"/>
                  </a:lnTo>
                  <a:lnTo>
                    <a:pt x="2375734" y="880856"/>
                  </a:lnTo>
                  <a:lnTo>
                    <a:pt x="2374662" y="880590"/>
                  </a:lnTo>
                  <a:lnTo>
                    <a:pt x="2373591" y="880323"/>
                  </a:lnTo>
                  <a:lnTo>
                    <a:pt x="2372519" y="880057"/>
                  </a:lnTo>
                  <a:lnTo>
                    <a:pt x="2371448" y="879791"/>
                  </a:lnTo>
                  <a:lnTo>
                    <a:pt x="2370376" y="879525"/>
                  </a:lnTo>
                  <a:lnTo>
                    <a:pt x="2369304" y="879258"/>
                  </a:lnTo>
                  <a:lnTo>
                    <a:pt x="2368233" y="878992"/>
                  </a:lnTo>
                  <a:lnTo>
                    <a:pt x="2367161" y="878725"/>
                  </a:lnTo>
                  <a:lnTo>
                    <a:pt x="2366090" y="878458"/>
                  </a:lnTo>
                  <a:lnTo>
                    <a:pt x="2365018" y="878191"/>
                  </a:lnTo>
                  <a:lnTo>
                    <a:pt x="2363946" y="877924"/>
                  </a:lnTo>
                  <a:lnTo>
                    <a:pt x="2362875" y="877657"/>
                  </a:lnTo>
                  <a:lnTo>
                    <a:pt x="2361803" y="877390"/>
                  </a:lnTo>
                  <a:lnTo>
                    <a:pt x="2360732" y="877123"/>
                  </a:lnTo>
                  <a:lnTo>
                    <a:pt x="2359660" y="876855"/>
                  </a:lnTo>
                  <a:lnTo>
                    <a:pt x="2358588" y="876588"/>
                  </a:lnTo>
                  <a:lnTo>
                    <a:pt x="2357517" y="876320"/>
                  </a:lnTo>
                  <a:lnTo>
                    <a:pt x="2356445" y="876052"/>
                  </a:lnTo>
                  <a:lnTo>
                    <a:pt x="2355374" y="875784"/>
                  </a:lnTo>
                  <a:lnTo>
                    <a:pt x="2354302" y="875516"/>
                  </a:lnTo>
                  <a:lnTo>
                    <a:pt x="2353230" y="875248"/>
                  </a:lnTo>
                  <a:lnTo>
                    <a:pt x="2352159" y="874980"/>
                  </a:lnTo>
                  <a:lnTo>
                    <a:pt x="2351087" y="874712"/>
                  </a:lnTo>
                  <a:lnTo>
                    <a:pt x="2350016" y="874443"/>
                  </a:lnTo>
                  <a:lnTo>
                    <a:pt x="2348944" y="874175"/>
                  </a:lnTo>
                  <a:lnTo>
                    <a:pt x="2347872" y="873906"/>
                  </a:lnTo>
                  <a:lnTo>
                    <a:pt x="2346801" y="873637"/>
                  </a:lnTo>
                  <a:lnTo>
                    <a:pt x="2345729" y="873369"/>
                  </a:lnTo>
                  <a:lnTo>
                    <a:pt x="2344658" y="873100"/>
                  </a:lnTo>
                  <a:lnTo>
                    <a:pt x="2343586" y="872830"/>
                  </a:lnTo>
                  <a:lnTo>
                    <a:pt x="2342514" y="872561"/>
                  </a:lnTo>
                  <a:lnTo>
                    <a:pt x="2341443" y="872292"/>
                  </a:lnTo>
                  <a:lnTo>
                    <a:pt x="2340371" y="872022"/>
                  </a:lnTo>
                  <a:lnTo>
                    <a:pt x="2339300" y="871753"/>
                  </a:lnTo>
                  <a:lnTo>
                    <a:pt x="2338228" y="871483"/>
                  </a:lnTo>
                  <a:lnTo>
                    <a:pt x="2337156" y="871213"/>
                  </a:lnTo>
                  <a:lnTo>
                    <a:pt x="2336085" y="870943"/>
                  </a:lnTo>
                  <a:lnTo>
                    <a:pt x="2335013" y="870673"/>
                  </a:lnTo>
                  <a:lnTo>
                    <a:pt x="2333942" y="870403"/>
                  </a:lnTo>
                  <a:lnTo>
                    <a:pt x="2332870" y="870132"/>
                  </a:lnTo>
                  <a:lnTo>
                    <a:pt x="2331798" y="869862"/>
                  </a:lnTo>
                  <a:lnTo>
                    <a:pt x="2330727" y="869591"/>
                  </a:lnTo>
                  <a:lnTo>
                    <a:pt x="2329655" y="869320"/>
                  </a:lnTo>
                  <a:lnTo>
                    <a:pt x="2328584" y="869049"/>
                  </a:lnTo>
                  <a:lnTo>
                    <a:pt x="2327512" y="868778"/>
                  </a:lnTo>
                  <a:lnTo>
                    <a:pt x="2326440" y="868507"/>
                  </a:lnTo>
                  <a:lnTo>
                    <a:pt x="2325369" y="868236"/>
                  </a:lnTo>
                  <a:lnTo>
                    <a:pt x="2324297" y="867964"/>
                  </a:lnTo>
                  <a:lnTo>
                    <a:pt x="2323226" y="867692"/>
                  </a:lnTo>
                  <a:lnTo>
                    <a:pt x="2322154" y="867421"/>
                  </a:lnTo>
                  <a:lnTo>
                    <a:pt x="2321082" y="867149"/>
                  </a:lnTo>
                  <a:lnTo>
                    <a:pt x="2320011" y="866877"/>
                  </a:lnTo>
                  <a:lnTo>
                    <a:pt x="2318939" y="866605"/>
                  </a:lnTo>
                  <a:lnTo>
                    <a:pt x="2317868" y="866332"/>
                  </a:lnTo>
                  <a:lnTo>
                    <a:pt x="2316796" y="866060"/>
                  </a:lnTo>
                  <a:lnTo>
                    <a:pt x="2315724" y="865787"/>
                  </a:lnTo>
                  <a:lnTo>
                    <a:pt x="2314653" y="865514"/>
                  </a:lnTo>
                  <a:lnTo>
                    <a:pt x="2313581" y="865242"/>
                  </a:lnTo>
                  <a:lnTo>
                    <a:pt x="2312510" y="864968"/>
                  </a:lnTo>
                  <a:lnTo>
                    <a:pt x="2311438" y="864695"/>
                  </a:lnTo>
                  <a:lnTo>
                    <a:pt x="2310366" y="864422"/>
                  </a:lnTo>
                  <a:lnTo>
                    <a:pt x="2309295" y="864148"/>
                  </a:lnTo>
                  <a:lnTo>
                    <a:pt x="2308223" y="863875"/>
                  </a:lnTo>
                  <a:lnTo>
                    <a:pt x="2307152" y="863601"/>
                  </a:lnTo>
                  <a:lnTo>
                    <a:pt x="2306080" y="863327"/>
                  </a:lnTo>
                  <a:lnTo>
                    <a:pt x="2305009" y="863053"/>
                  </a:lnTo>
                  <a:lnTo>
                    <a:pt x="2303937" y="862779"/>
                  </a:lnTo>
                  <a:lnTo>
                    <a:pt x="2302865" y="862504"/>
                  </a:lnTo>
                  <a:lnTo>
                    <a:pt x="2301794" y="862230"/>
                  </a:lnTo>
                  <a:lnTo>
                    <a:pt x="2300722" y="861955"/>
                  </a:lnTo>
                  <a:lnTo>
                    <a:pt x="2299651" y="861680"/>
                  </a:lnTo>
                  <a:lnTo>
                    <a:pt x="2298579" y="861405"/>
                  </a:lnTo>
                  <a:lnTo>
                    <a:pt x="2297507" y="861130"/>
                  </a:lnTo>
                  <a:lnTo>
                    <a:pt x="2296436" y="860855"/>
                  </a:lnTo>
                  <a:lnTo>
                    <a:pt x="2295364" y="860579"/>
                  </a:lnTo>
                  <a:lnTo>
                    <a:pt x="2294293" y="860303"/>
                  </a:lnTo>
                  <a:lnTo>
                    <a:pt x="2293221" y="860028"/>
                  </a:lnTo>
                  <a:lnTo>
                    <a:pt x="2292149" y="859752"/>
                  </a:lnTo>
                  <a:lnTo>
                    <a:pt x="2291078" y="859475"/>
                  </a:lnTo>
                  <a:lnTo>
                    <a:pt x="2290006" y="859199"/>
                  </a:lnTo>
                  <a:lnTo>
                    <a:pt x="2288935" y="858923"/>
                  </a:lnTo>
                  <a:lnTo>
                    <a:pt x="2287863" y="858646"/>
                  </a:lnTo>
                  <a:lnTo>
                    <a:pt x="2286791" y="858369"/>
                  </a:lnTo>
                  <a:lnTo>
                    <a:pt x="2285720" y="858092"/>
                  </a:lnTo>
                  <a:lnTo>
                    <a:pt x="2284648" y="857815"/>
                  </a:lnTo>
                  <a:lnTo>
                    <a:pt x="2283577" y="857538"/>
                  </a:lnTo>
                  <a:lnTo>
                    <a:pt x="2282505" y="857260"/>
                  </a:lnTo>
                  <a:lnTo>
                    <a:pt x="2281433" y="856982"/>
                  </a:lnTo>
                  <a:lnTo>
                    <a:pt x="2280362" y="856705"/>
                  </a:lnTo>
                  <a:lnTo>
                    <a:pt x="2279290" y="856427"/>
                  </a:lnTo>
                  <a:lnTo>
                    <a:pt x="2278219" y="856148"/>
                  </a:lnTo>
                  <a:lnTo>
                    <a:pt x="2277147" y="855870"/>
                  </a:lnTo>
                  <a:lnTo>
                    <a:pt x="2276075" y="855592"/>
                  </a:lnTo>
                  <a:lnTo>
                    <a:pt x="2275004" y="855313"/>
                  </a:lnTo>
                  <a:lnTo>
                    <a:pt x="2273932" y="855034"/>
                  </a:lnTo>
                  <a:lnTo>
                    <a:pt x="2272861" y="854755"/>
                  </a:lnTo>
                  <a:lnTo>
                    <a:pt x="2271789" y="854476"/>
                  </a:lnTo>
                  <a:lnTo>
                    <a:pt x="2270717" y="854196"/>
                  </a:lnTo>
                  <a:lnTo>
                    <a:pt x="2269646" y="853917"/>
                  </a:lnTo>
                  <a:lnTo>
                    <a:pt x="2268574" y="853637"/>
                  </a:lnTo>
                  <a:lnTo>
                    <a:pt x="2267503" y="853357"/>
                  </a:lnTo>
                  <a:lnTo>
                    <a:pt x="2266431" y="853077"/>
                  </a:lnTo>
                  <a:lnTo>
                    <a:pt x="2265359" y="852796"/>
                  </a:lnTo>
                  <a:lnTo>
                    <a:pt x="2264288" y="852516"/>
                  </a:lnTo>
                  <a:lnTo>
                    <a:pt x="2263216" y="852235"/>
                  </a:lnTo>
                  <a:lnTo>
                    <a:pt x="2262145" y="851954"/>
                  </a:lnTo>
                  <a:lnTo>
                    <a:pt x="2261073" y="851673"/>
                  </a:lnTo>
                  <a:lnTo>
                    <a:pt x="2260001" y="851392"/>
                  </a:lnTo>
                  <a:lnTo>
                    <a:pt x="2258930" y="851110"/>
                  </a:lnTo>
                  <a:lnTo>
                    <a:pt x="2257858" y="850829"/>
                  </a:lnTo>
                  <a:lnTo>
                    <a:pt x="2256787" y="850547"/>
                  </a:lnTo>
                  <a:lnTo>
                    <a:pt x="2255715" y="850265"/>
                  </a:lnTo>
                  <a:lnTo>
                    <a:pt x="2254643" y="849983"/>
                  </a:lnTo>
                  <a:lnTo>
                    <a:pt x="2253572" y="849700"/>
                  </a:lnTo>
                  <a:lnTo>
                    <a:pt x="2252500" y="849418"/>
                  </a:lnTo>
                  <a:lnTo>
                    <a:pt x="2251429" y="849135"/>
                  </a:lnTo>
                  <a:lnTo>
                    <a:pt x="2250357" y="848852"/>
                  </a:lnTo>
                  <a:lnTo>
                    <a:pt x="2249285" y="848569"/>
                  </a:lnTo>
                  <a:lnTo>
                    <a:pt x="2248214" y="848285"/>
                  </a:lnTo>
                  <a:lnTo>
                    <a:pt x="2247142" y="848002"/>
                  </a:lnTo>
                  <a:lnTo>
                    <a:pt x="2246071" y="847718"/>
                  </a:lnTo>
                  <a:lnTo>
                    <a:pt x="2244999" y="847434"/>
                  </a:lnTo>
                  <a:lnTo>
                    <a:pt x="2243927" y="847150"/>
                  </a:lnTo>
                  <a:lnTo>
                    <a:pt x="2242856" y="846866"/>
                  </a:lnTo>
                  <a:lnTo>
                    <a:pt x="2241784" y="846581"/>
                  </a:lnTo>
                  <a:lnTo>
                    <a:pt x="2240713" y="846296"/>
                  </a:lnTo>
                  <a:lnTo>
                    <a:pt x="2239641" y="846011"/>
                  </a:lnTo>
                  <a:lnTo>
                    <a:pt x="2238569" y="845726"/>
                  </a:lnTo>
                  <a:lnTo>
                    <a:pt x="2237498" y="845441"/>
                  </a:lnTo>
                  <a:lnTo>
                    <a:pt x="2236426" y="845155"/>
                  </a:lnTo>
                  <a:lnTo>
                    <a:pt x="2235355" y="844870"/>
                  </a:lnTo>
                  <a:lnTo>
                    <a:pt x="2234283" y="844584"/>
                  </a:lnTo>
                  <a:lnTo>
                    <a:pt x="2233211" y="844297"/>
                  </a:lnTo>
                  <a:lnTo>
                    <a:pt x="2232140" y="844011"/>
                  </a:lnTo>
                  <a:lnTo>
                    <a:pt x="2231068" y="843725"/>
                  </a:lnTo>
                  <a:lnTo>
                    <a:pt x="2229997" y="843438"/>
                  </a:lnTo>
                  <a:lnTo>
                    <a:pt x="2228925" y="843151"/>
                  </a:lnTo>
                  <a:lnTo>
                    <a:pt x="2227853" y="842863"/>
                  </a:lnTo>
                  <a:lnTo>
                    <a:pt x="2226782" y="842576"/>
                  </a:lnTo>
                  <a:lnTo>
                    <a:pt x="2225710" y="842288"/>
                  </a:lnTo>
                  <a:lnTo>
                    <a:pt x="2224639" y="842001"/>
                  </a:lnTo>
                  <a:lnTo>
                    <a:pt x="2223567" y="841713"/>
                  </a:lnTo>
                  <a:lnTo>
                    <a:pt x="2222495" y="841424"/>
                  </a:lnTo>
                  <a:lnTo>
                    <a:pt x="2221424" y="841136"/>
                  </a:lnTo>
                  <a:lnTo>
                    <a:pt x="2220352" y="840847"/>
                  </a:lnTo>
                  <a:lnTo>
                    <a:pt x="2219281" y="840558"/>
                  </a:lnTo>
                  <a:lnTo>
                    <a:pt x="2218209" y="840269"/>
                  </a:lnTo>
                  <a:lnTo>
                    <a:pt x="2217137" y="839980"/>
                  </a:lnTo>
                  <a:lnTo>
                    <a:pt x="2216066" y="839690"/>
                  </a:lnTo>
                  <a:lnTo>
                    <a:pt x="2214994" y="839400"/>
                  </a:lnTo>
                  <a:lnTo>
                    <a:pt x="2213923" y="839110"/>
                  </a:lnTo>
                  <a:lnTo>
                    <a:pt x="2212851" y="838820"/>
                  </a:lnTo>
                  <a:lnTo>
                    <a:pt x="2211779" y="838530"/>
                  </a:lnTo>
                  <a:lnTo>
                    <a:pt x="2210708" y="838239"/>
                  </a:lnTo>
                  <a:lnTo>
                    <a:pt x="2209636" y="837948"/>
                  </a:lnTo>
                  <a:lnTo>
                    <a:pt x="2208565" y="837657"/>
                  </a:lnTo>
                  <a:lnTo>
                    <a:pt x="2207493" y="837366"/>
                  </a:lnTo>
                  <a:lnTo>
                    <a:pt x="2206421" y="837074"/>
                  </a:lnTo>
                  <a:lnTo>
                    <a:pt x="2205350" y="836783"/>
                  </a:lnTo>
                  <a:lnTo>
                    <a:pt x="2204278" y="836491"/>
                  </a:lnTo>
                  <a:lnTo>
                    <a:pt x="2203207" y="836198"/>
                  </a:lnTo>
                  <a:lnTo>
                    <a:pt x="2202135" y="835906"/>
                  </a:lnTo>
                  <a:lnTo>
                    <a:pt x="2201063" y="835613"/>
                  </a:lnTo>
                  <a:lnTo>
                    <a:pt x="2199992" y="835320"/>
                  </a:lnTo>
                  <a:lnTo>
                    <a:pt x="2198920" y="835027"/>
                  </a:lnTo>
                  <a:lnTo>
                    <a:pt x="2197849" y="834734"/>
                  </a:lnTo>
                  <a:lnTo>
                    <a:pt x="2196777" y="834440"/>
                  </a:lnTo>
                  <a:lnTo>
                    <a:pt x="2195705" y="834147"/>
                  </a:lnTo>
                  <a:lnTo>
                    <a:pt x="2194634" y="833853"/>
                  </a:lnTo>
                  <a:lnTo>
                    <a:pt x="2193562" y="833558"/>
                  </a:lnTo>
                  <a:lnTo>
                    <a:pt x="2192491" y="833264"/>
                  </a:lnTo>
                  <a:lnTo>
                    <a:pt x="2191419" y="832969"/>
                  </a:lnTo>
                  <a:lnTo>
                    <a:pt x="2190347" y="832674"/>
                  </a:lnTo>
                  <a:lnTo>
                    <a:pt x="2189276" y="832379"/>
                  </a:lnTo>
                  <a:lnTo>
                    <a:pt x="2188204" y="832084"/>
                  </a:lnTo>
                  <a:lnTo>
                    <a:pt x="2187133" y="831788"/>
                  </a:lnTo>
                  <a:lnTo>
                    <a:pt x="2186061" y="831492"/>
                  </a:lnTo>
                  <a:lnTo>
                    <a:pt x="2184989" y="831196"/>
                  </a:lnTo>
                  <a:lnTo>
                    <a:pt x="2183918" y="830900"/>
                  </a:lnTo>
                  <a:lnTo>
                    <a:pt x="2182846" y="830603"/>
                  </a:lnTo>
                  <a:lnTo>
                    <a:pt x="2181775" y="830306"/>
                  </a:lnTo>
                  <a:lnTo>
                    <a:pt x="2180703" y="830009"/>
                  </a:lnTo>
                  <a:lnTo>
                    <a:pt x="2179631" y="829712"/>
                  </a:lnTo>
                  <a:lnTo>
                    <a:pt x="2178560" y="829415"/>
                  </a:lnTo>
                  <a:lnTo>
                    <a:pt x="2177488" y="829117"/>
                  </a:lnTo>
                  <a:lnTo>
                    <a:pt x="2176417" y="828819"/>
                  </a:lnTo>
                  <a:lnTo>
                    <a:pt x="2175345" y="828521"/>
                  </a:lnTo>
                  <a:lnTo>
                    <a:pt x="2174273" y="828222"/>
                  </a:lnTo>
                  <a:lnTo>
                    <a:pt x="2173202" y="827923"/>
                  </a:lnTo>
                  <a:lnTo>
                    <a:pt x="2172130" y="827625"/>
                  </a:lnTo>
                  <a:lnTo>
                    <a:pt x="2171059" y="827325"/>
                  </a:lnTo>
                  <a:lnTo>
                    <a:pt x="2169987" y="827026"/>
                  </a:lnTo>
                  <a:lnTo>
                    <a:pt x="2168915" y="826726"/>
                  </a:lnTo>
                  <a:lnTo>
                    <a:pt x="2167844" y="826426"/>
                  </a:lnTo>
                  <a:lnTo>
                    <a:pt x="2166772" y="826126"/>
                  </a:lnTo>
                  <a:lnTo>
                    <a:pt x="2165701" y="825826"/>
                  </a:lnTo>
                  <a:lnTo>
                    <a:pt x="2164629" y="825525"/>
                  </a:lnTo>
                  <a:lnTo>
                    <a:pt x="2163557" y="825224"/>
                  </a:lnTo>
                  <a:lnTo>
                    <a:pt x="2162486" y="824923"/>
                  </a:lnTo>
                  <a:lnTo>
                    <a:pt x="2161414" y="824622"/>
                  </a:lnTo>
                  <a:lnTo>
                    <a:pt x="2160343" y="824320"/>
                  </a:lnTo>
                  <a:lnTo>
                    <a:pt x="2159271" y="824018"/>
                  </a:lnTo>
                  <a:lnTo>
                    <a:pt x="2158199" y="823716"/>
                  </a:lnTo>
                  <a:lnTo>
                    <a:pt x="2157128" y="823414"/>
                  </a:lnTo>
                  <a:lnTo>
                    <a:pt x="2156056" y="823111"/>
                  </a:lnTo>
                  <a:lnTo>
                    <a:pt x="2154985" y="822808"/>
                  </a:lnTo>
                  <a:lnTo>
                    <a:pt x="2153913" y="822505"/>
                  </a:lnTo>
                  <a:lnTo>
                    <a:pt x="2152841" y="822202"/>
                  </a:lnTo>
                  <a:lnTo>
                    <a:pt x="2151770" y="821898"/>
                  </a:lnTo>
                  <a:lnTo>
                    <a:pt x="2150698" y="821594"/>
                  </a:lnTo>
                  <a:lnTo>
                    <a:pt x="2149627" y="821290"/>
                  </a:lnTo>
                  <a:lnTo>
                    <a:pt x="2148555" y="820986"/>
                  </a:lnTo>
                  <a:lnTo>
                    <a:pt x="2147483" y="820681"/>
                  </a:lnTo>
                  <a:lnTo>
                    <a:pt x="2146412" y="820377"/>
                  </a:lnTo>
                  <a:lnTo>
                    <a:pt x="2145340" y="820072"/>
                  </a:lnTo>
                  <a:lnTo>
                    <a:pt x="2144269" y="819766"/>
                  </a:lnTo>
                  <a:lnTo>
                    <a:pt x="2143197" y="819461"/>
                  </a:lnTo>
                  <a:lnTo>
                    <a:pt x="2142125" y="819155"/>
                  </a:lnTo>
                  <a:lnTo>
                    <a:pt x="2141054" y="818849"/>
                  </a:lnTo>
                  <a:lnTo>
                    <a:pt x="2139982" y="818542"/>
                  </a:lnTo>
                  <a:lnTo>
                    <a:pt x="2138911" y="818236"/>
                  </a:lnTo>
                  <a:lnTo>
                    <a:pt x="2137839" y="817929"/>
                  </a:lnTo>
                  <a:lnTo>
                    <a:pt x="2136767" y="817622"/>
                  </a:lnTo>
                  <a:lnTo>
                    <a:pt x="2135696" y="817314"/>
                  </a:lnTo>
                  <a:lnTo>
                    <a:pt x="2134624" y="817007"/>
                  </a:lnTo>
                  <a:lnTo>
                    <a:pt x="2133553" y="816699"/>
                  </a:lnTo>
                  <a:lnTo>
                    <a:pt x="2132481" y="816391"/>
                  </a:lnTo>
                  <a:lnTo>
                    <a:pt x="2131409" y="816082"/>
                  </a:lnTo>
                  <a:lnTo>
                    <a:pt x="2130338" y="815774"/>
                  </a:lnTo>
                  <a:lnTo>
                    <a:pt x="2129266" y="815465"/>
                  </a:lnTo>
                  <a:lnTo>
                    <a:pt x="2128195" y="815156"/>
                  </a:lnTo>
                  <a:lnTo>
                    <a:pt x="2127123" y="814846"/>
                  </a:lnTo>
                  <a:lnTo>
                    <a:pt x="2126052" y="814537"/>
                  </a:lnTo>
                  <a:lnTo>
                    <a:pt x="2124980" y="814227"/>
                  </a:lnTo>
                  <a:lnTo>
                    <a:pt x="2123908" y="813917"/>
                  </a:lnTo>
                  <a:lnTo>
                    <a:pt x="2122837" y="813606"/>
                  </a:lnTo>
                  <a:lnTo>
                    <a:pt x="2121765" y="813296"/>
                  </a:lnTo>
                  <a:lnTo>
                    <a:pt x="2120694" y="812985"/>
                  </a:lnTo>
                  <a:lnTo>
                    <a:pt x="2119622" y="812673"/>
                  </a:lnTo>
                  <a:lnTo>
                    <a:pt x="2118550" y="812362"/>
                  </a:lnTo>
                  <a:lnTo>
                    <a:pt x="2117479" y="812050"/>
                  </a:lnTo>
                  <a:lnTo>
                    <a:pt x="2116407" y="811738"/>
                  </a:lnTo>
                  <a:lnTo>
                    <a:pt x="2115336" y="811426"/>
                  </a:lnTo>
                  <a:lnTo>
                    <a:pt x="2114264" y="811114"/>
                  </a:lnTo>
                  <a:lnTo>
                    <a:pt x="2113192" y="810801"/>
                  </a:lnTo>
                  <a:lnTo>
                    <a:pt x="2112121" y="810488"/>
                  </a:lnTo>
                  <a:lnTo>
                    <a:pt x="2111049" y="810175"/>
                  </a:lnTo>
                  <a:lnTo>
                    <a:pt x="2109978" y="809861"/>
                  </a:lnTo>
                  <a:lnTo>
                    <a:pt x="2108906" y="809548"/>
                  </a:lnTo>
                  <a:lnTo>
                    <a:pt x="2107834" y="809234"/>
                  </a:lnTo>
                  <a:lnTo>
                    <a:pt x="2106763" y="808919"/>
                  </a:lnTo>
                  <a:lnTo>
                    <a:pt x="2105691" y="808605"/>
                  </a:lnTo>
                  <a:lnTo>
                    <a:pt x="2104620" y="808290"/>
                  </a:lnTo>
                  <a:lnTo>
                    <a:pt x="2103548" y="807975"/>
                  </a:lnTo>
                  <a:lnTo>
                    <a:pt x="2102476" y="807660"/>
                  </a:lnTo>
                  <a:lnTo>
                    <a:pt x="2101405" y="807344"/>
                  </a:lnTo>
                  <a:lnTo>
                    <a:pt x="2100333" y="807028"/>
                  </a:lnTo>
                  <a:lnTo>
                    <a:pt x="2099262" y="806712"/>
                  </a:lnTo>
                  <a:lnTo>
                    <a:pt x="2098190" y="806396"/>
                  </a:lnTo>
                  <a:lnTo>
                    <a:pt x="2097118" y="806079"/>
                  </a:lnTo>
                  <a:lnTo>
                    <a:pt x="2096047" y="805763"/>
                  </a:lnTo>
                  <a:lnTo>
                    <a:pt x="2094975" y="805445"/>
                  </a:lnTo>
                  <a:lnTo>
                    <a:pt x="2093904" y="805128"/>
                  </a:lnTo>
                  <a:lnTo>
                    <a:pt x="2092832" y="804811"/>
                  </a:lnTo>
                  <a:lnTo>
                    <a:pt x="2091760" y="804493"/>
                  </a:lnTo>
                  <a:lnTo>
                    <a:pt x="2090689" y="804175"/>
                  </a:lnTo>
                  <a:lnTo>
                    <a:pt x="2089617" y="803856"/>
                  </a:lnTo>
                  <a:lnTo>
                    <a:pt x="2088546" y="803538"/>
                  </a:lnTo>
                  <a:lnTo>
                    <a:pt x="2087474" y="803219"/>
                  </a:lnTo>
                  <a:lnTo>
                    <a:pt x="2086402" y="802900"/>
                  </a:lnTo>
                  <a:lnTo>
                    <a:pt x="2085331" y="802580"/>
                  </a:lnTo>
                  <a:lnTo>
                    <a:pt x="2084259" y="802261"/>
                  </a:lnTo>
                  <a:lnTo>
                    <a:pt x="2083188" y="801941"/>
                  </a:lnTo>
                  <a:lnTo>
                    <a:pt x="2082116" y="801621"/>
                  </a:lnTo>
                  <a:lnTo>
                    <a:pt x="2081044" y="801300"/>
                  </a:lnTo>
                  <a:lnTo>
                    <a:pt x="2079973" y="800980"/>
                  </a:lnTo>
                  <a:lnTo>
                    <a:pt x="2078901" y="800659"/>
                  </a:lnTo>
                  <a:lnTo>
                    <a:pt x="2077830" y="800338"/>
                  </a:lnTo>
                  <a:lnTo>
                    <a:pt x="2076758" y="800016"/>
                  </a:lnTo>
                  <a:lnTo>
                    <a:pt x="2075686" y="799694"/>
                  </a:lnTo>
                  <a:lnTo>
                    <a:pt x="2074615" y="799373"/>
                  </a:lnTo>
                  <a:lnTo>
                    <a:pt x="2073543" y="799050"/>
                  </a:lnTo>
                  <a:lnTo>
                    <a:pt x="2072472" y="798728"/>
                  </a:lnTo>
                  <a:lnTo>
                    <a:pt x="2071400" y="798405"/>
                  </a:lnTo>
                  <a:lnTo>
                    <a:pt x="2070328" y="798082"/>
                  </a:lnTo>
                  <a:lnTo>
                    <a:pt x="2069257" y="797759"/>
                  </a:lnTo>
                  <a:lnTo>
                    <a:pt x="2068185" y="797436"/>
                  </a:lnTo>
                  <a:lnTo>
                    <a:pt x="2067114" y="797112"/>
                  </a:lnTo>
                  <a:lnTo>
                    <a:pt x="2066042" y="796788"/>
                  </a:lnTo>
                  <a:lnTo>
                    <a:pt x="2064970" y="796464"/>
                  </a:lnTo>
                  <a:lnTo>
                    <a:pt x="2063899" y="796140"/>
                  </a:lnTo>
                  <a:lnTo>
                    <a:pt x="2062827" y="795815"/>
                  </a:lnTo>
                  <a:lnTo>
                    <a:pt x="2061756" y="795490"/>
                  </a:lnTo>
                  <a:lnTo>
                    <a:pt x="2060684" y="795165"/>
                  </a:lnTo>
                  <a:lnTo>
                    <a:pt x="2059612" y="794840"/>
                  </a:lnTo>
                  <a:lnTo>
                    <a:pt x="2058541" y="794514"/>
                  </a:lnTo>
                  <a:lnTo>
                    <a:pt x="2057469" y="794188"/>
                  </a:lnTo>
                  <a:lnTo>
                    <a:pt x="2056398" y="793862"/>
                  </a:lnTo>
                  <a:lnTo>
                    <a:pt x="2055326" y="793536"/>
                  </a:lnTo>
                  <a:lnTo>
                    <a:pt x="2054254" y="793209"/>
                  </a:lnTo>
                  <a:lnTo>
                    <a:pt x="2053183" y="792883"/>
                  </a:lnTo>
                  <a:lnTo>
                    <a:pt x="2052111" y="792556"/>
                  </a:lnTo>
                  <a:lnTo>
                    <a:pt x="2051040" y="792228"/>
                  </a:lnTo>
                  <a:lnTo>
                    <a:pt x="2049968" y="791901"/>
                  </a:lnTo>
                  <a:lnTo>
                    <a:pt x="2048896" y="791573"/>
                  </a:lnTo>
                  <a:lnTo>
                    <a:pt x="2047825" y="791245"/>
                  </a:lnTo>
                  <a:lnTo>
                    <a:pt x="2046753" y="790917"/>
                  </a:lnTo>
                  <a:lnTo>
                    <a:pt x="2045682" y="790589"/>
                  </a:lnTo>
                  <a:lnTo>
                    <a:pt x="2044610" y="790260"/>
                  </a:lnTo>
                  <a:lnTo>
                    <a:pt x="2043538" y="789931"/>
                  </a:lnTo>
                  <a:lnTo>
                    <a:pt x="2042467" y="789602"/>
                  </a:lnTo>
                  <a:lnTo>
                    <a:pt x="2041395" y="789273"/>
                  </a:lnTo>
                  <a:lnTo>
                    <a:pt x="2040324" y="788943"/>
                  </a:lnTo>
                  <a:lnTo>
                    <a:pt x="2039252" y="788613"/>
                  </a:lnTo>
                  <a:lnTo>
                    <a:pt x="2038180" y="788283"/>
                  </a:lnTo>
                  <a:lnTo>
                    <a:pt x="2037109" y="787953"/>
                  </a:lnTo>
                  <a:lnTo>
                    <a:pt x="2036037" y="787623"/>
                  </a:lnTo>
                  <a:lnTo>
                    <a:pt x="2034966" y="787292"/>
                  </a:lnTo>
                  <a:lnTo>
                    <a:pt x="2033894" y="786961"/>
                  </a:lnTo>
                  <a:lnTo>
                    <a:pt x="2032822" y="786630"/>
                  </a:lnTo>
                  <a:lnTo>
                    <a:pt x="2031751" y="786299"/>
                  </a:lnTo>
                  <a:lnTo>
                    <a:pt x="2030679" y="785968"/>
                  </a:lnTo>
                  <a:lnTo>
                    <a:pt x="2029608" y="785636"/>
                  </a:lnTo>
                  <a:lnTo>
                    <a:pt x="2028536" y="785305"/>
                  </a:lnTo>
                  <a:lnTo>
                    <a:pt x="2027464" y="784973"/>
                  </a:lnTo>
                  <a:lnTo>
                    <a:pt x="2026393" y="784641"/>
                  </a:lnTo>
                  <a:lnTo>
                    <a:pt x="2025321" y="784309"/>
                  </a:lnTo>
                  <a:lnTo>
                    <a:pt x="2024250" y="783977"/>
                  </a:lnTo>
                  <a:lnTo>
                    <a:pt x="2023178" y="783645"/>
                  </a:lnTo>
                  <a:lnTo>
                    <a:pt x="2022106" y="783312"/>
                  </a:lnTo>
                  <a:lnTo>
                    <a:pt x="2021035" y="782980"/>
                  </a:lnTo>
                  <a:lnTo>
                    <a:pt x="2019963" y="782647"/>
                  </a:lnTo>
                  <a:lnTo>
                    <a:pt x="2018892" y="782314"/>
                  </a:lnTo>
                  <a:lnTo>
                    <a:pt x="2017820" y="781981"/>
                  </a:lnTo>
                  <a:lnTo>
                    <a:pt x="2016748" y="781648"/>
                  </a:lnTo>
                  <a:lnTo>
                    <a:pt x="2015677" y="781315"/>
                  </a:lnTo>
                  <a:lnTo>
                    <a:pt x="2014605" y="780982"/>
                  </a:lnTo>
                  <a:lnTo>
                    <a:pt x="2013534" y="780649"/>
                  </a:lnTo>
                  <a:lnTo>
                    <a:pt x="2012462" y="780316"/>
                  </a:lnTo>
                  <a:lnTo>
                    <a:pt x="2011390" y="779983"/>
                  </a:lnTo>
                  <a:lnTo>
                    <a:pt x="2010319" y="779649"/>
                  </a:lnTo>
                  <a:lnTo>
                    <a:pt x="2009247" y="779316"/>
                  </a:lnTo>
                  <a:lnTo>
                    <a:pt x="2008176" y="778983"/>
                  </a:lnTo>
                  <a:lnTo>
                    <a:pt x="2007104" y="778649"/>
                  </a:lnTo>
                  <a:lnTo>
                    <a:pt x="2006032" y="778316"/>
                  </a:lnTo>
                  <a:lnTo>
                    <a:pt x="2004961" y="777982"/>
                  </a:lnTo>
                  <a:lnTo>
                    <a:pt x="2003889" y="777649"/>
                  </a:lnTo>
                  <a:lnTo>
                    <a:pt x="2002818" y="777316"/>
                  </a:lnTo>
                  <a:lnTo>
                    <a:pt x="2001746" y="776982"/>
                  </a:lnTo>
                  <a:lnTo>
                    <a:pt x="2000674" y="776649"/>
                  </a:lnTo>
                  <a:lnTo>
                    <a:pt x="1999603" y="776315"/>
                  </a:lnTo>
                  <a:lnTo>
                    <a:pt x="1998531" y="775982"/>
                  </a:lnTo>
                  <a:lnTo>
                    <a:pt x="1997460" y="775648"/>
                  </a:lnTo>
                  <a:lnTo>
                    <a:pt x="1996388" y="775315"/>
                  </a:lnTo>
                  <a:lnTo>
                    <a:pt x="1995316" y="774982"/>
                  </a:lnTo>
                  <a:lnTo>
                    <a:pt x="1994245" y="774649"/>
                  </a:lnTo>
                  <a:lnTo>
                    <a:pt x="1993173" y="774315"/>
                  </a:lnTo>
                  <a:lnTo>
                    <a:pt x="1992102" y="773982"/>
                  </a:lnTo>
                  <a:lnTo>
                    <a:pt x="1991030" y="773649"/>
                  </a:lnTo>
                  <a:lnTo>
                    <a:pt x="1989958" y="773316"/>
                  </a:lnTo>
                  <a:lnTo>
                    <a:pt x="1988887" y="772983"/>
                  </a:lnTo>
                  <a:lnTo>
                    <a:pt x="1987815" y="772650"/>
                  </a:lnTo>
                  <a:lnTo>
                    <a:pt x="1986744" y="772318"/>
                  </a:lnTo>
                  <a:lnTo>
                    <a:pt x="1985672" y="771985"/>
                  </a:lnTo>
                  <a:lnTo>
                    <a:pt x="1984600" y="771653"/>
                  </a:lnTo>
                  <a:lnTo>
                    <a:pt x="1983529" y="771320"/>
                  </a:lnTo>
                  <a:lnTo>
                    <a:pt x="1982457" y="770988"/>
                  </a:lnTo>
                  <a:lnTo>
                    <a:pt x="1981386" y="770656"/>
                  </a:lnTo>
                  <a:lnTo>
                    <a:pt x="1980314" y="770324"/>
                  </a:lnTo>
                  <a:lnTo>
                    <a:pt x="1979242" y="769992"/>
                  </a:lnTo>
                  <a:lnTo>
                    <a:pt x="1978171" y="769660"/>
                  </a:lnTo>
                  <a:lnTo>
                    <a:pt x="1977099" y="769329"/>
                  </a:lnTo>
                  <a:lnTo>
                    <a:pt x="1976028" y="768997"/>
                  </a:lnTo>
                  <a:lnTo>
                    <a:pt x="1974956" y="768666"/>
                  </a:lnTo>
                  <a:lnTo>
                    <a:pt x="1973884" y="768335"/>
                  </a:lnTo>
                  <a:lnTo>
                    <a:pt x="1972813" y="768004"/>
                  </a:lnTo>
                  <a:lnTo>
                    <a:pt x="1971741" y="767673"/>
                  </a:lnTo>
                  <a:lnTo>
                    <a:pt x="1970670" y="767343"/>
                  </a:lnTo>
                  <a:lnTo>
                    <a:pt x="1969598" y="767012"/>
                  </a:lnTo>
                  <a:lnTo>
                    <a:pt x="1968526" y="766682"/>
                  </a:lnTo>
                  <a:lnTo>
                    <a:pt x="1967455" y="766352"/>
                  </a:lnTo>
                  <a:lnTo>
                    <a:pt x="1966383" y="766023"/>
                  </a:lnTo>
                  <a:lnTo>
                    <a:pt x="1965312" y="765693"/>
                  </a:lnTo>
                  <a:lnTo>
                    <a:pt x="1964240" y="765364"/>
                  </a:lnTo>
                  <a:lnTo>
                    <a:pt x="1963168" y="765035"/>
                  </a:lnTo>
                  <a:lnTo>
                    <a:pt x="1962097" y="764706"/>
                  </a:lnTo>
                  <a:lnTo>
                    <a:pt x="1961025" y="764378"/>
                  </a:lnTo>
                  <a:lnTo>
                    <a:pt x="1959954" y="764050"/>
                  </a:lnTo>
                  <a:lnTo>
                    <a:pt x="1958882" y="763722"/>
                  </a:lnTo>
                  <a:lnTo>
                    <a:pt x="1957810" y="763394"/>
                  </a:lnTo>
                  <a:lnTo>
                    <a:pt x="1956739" y="763067"/>
                  </a:lnTo>
                  <a:lnTo>
                    <a:pt x="1955667" y="762739"/>
                  </a:lnTo>
                  <a:lnTo>
                    <a:pt x="1954596" y="762413"/>
                  </a:lnTo>
                  <a:lnTo>
                    <a:pt x="1953524" y="762086"/>
                  </a:lnTo>
                  <a:lnTo>
                    <a:pt x="1952453" y="761760"/>
                  </a:lnTo>
                  <a:lnTo>
                    <a:pt x="1951381" y="761434"/>
                  </a:lnTo>
                  <a:lnTo>
                    <a:pt x="1950309" y="761108"/>
                  </a:lnTo>
                  <a:lnTo>
                    <a:pt x="1949238" y="760783"/>
                  </a:lnTo>
                  <a:lnTo>
                    <a:pt x="1948166" y="760458"/>
                  </a:lnTo>
                  <a:lnTo>
                    <a:pt x="1947095" y="760134"/>
                  </a:lnTo>
                  <a:lnTo>
                    <a:pt x="1946023" y="759809"/>
                  </a:lnTo>
                  <a:lnTo>
                    <a:pt x="1944951" y="759485"/>
                  </a:lnTo>
                  <a:lnTo>
                    <a:pt x="1943880" y="759162"/>
                  </a:lnTo>
                  <a:lnTo>
                    <a:pt x="1942808" y="758839"/>
                  </a:lnTo>
                  <a:lnTo>
                    <a:pt x="1941737" y="758516"/>
                  </a:lnTo>
                  <a:lnTo>
                    <a:pt x="1940665" y="758194"/>
                  </a:lnTo>
                  <a:lnTo>
                    <a:pt x="1939593" y="757872"/>
                  </a:lnTo>
                  <a:lnTo>
                    <a:pt x="1938522" y="757550"/>
                  </a:lnTo>
                  <a:lnTo>
                    <a:pt x="1937450" y="757229"/>
                  </a:lnTo>
                  <a:lnTo>
                    <a:pt x="1936379" y="756908"/>
                  </a:lnTo>
                  <a:lnTo>
                    <a:pt x="1935307" y="756587"/>
                  </a:lnTo>
                  <a:lnTo>
                    <a:pt x="1934235" y="756267"/>
                  </a:lnTo>
                  <a:lnTo>
                    <a:pt x="1933164" y="755948"/>
                  </a:lnTo>
                  <a:lnTo>
                    <a:pt x="1932092" y="755629"/>
                  </a:lnTo>
                  <a:lnTo>
                    <a:pt x="1931021" y="755310"/>
                  </a:lnTo>
                  <a:lnTo>
                    <a:pt x="1929949" y="754992"/>
                  </a:lnTo>
                  <a:lnTo>
                    <a:pt x="1928877" y="754674"/>
                  </a:lnTo>
                  <a:lnTo>
                    <a:pt x="1927806" y="754357"/>
                  </a:lnTo>
                  <a:lnTo>
                    <a:pt x="1926734" y="754040"/>
                  </a:lnTo>
                  <a:lnTo>
                    <a:pt x="1925663" y="753723"/>
                  </a:lnTo>
                  <a:lnTo>
                    <a:pt x="1924591" y="753407"/>
                  </a:lnTo>
                  <a:lnTo>
                    <a:pt x="1923519" y="753092"/>
                  </a:lnTo>
                  <a:lnTo>
                    <a:pt x="1922448" y="752777"/>
                  </a:lnTo>
                  <a:lnTo>
                    <a:pt x="1921376" y="752463"/>
                  </a:lnTo>
                  <a:lnTo>
                    <a:pt x="1920305" y="752149"/>
                  </a:lnTo>
                  <a:lnTo>
                    <a:pt x="1919233" y="751835"/>
                  </a:lnTo>
                  <a:lnTo>
                    <a:pt x="1918161" y="751522"/>
                  </a:lnTo>
                  <a:lnTo>
                    <a:pt x="1917090" y="751210"/>
                  </a:lnTo>
                  <a:lnTo>
                    <a:pt x="1916018" y="750898"/>
                  </a:lnTo>
                  <a:lnTo>
                    <a:pt x="1914947" y="750587"/>
                  </a:lnTo>
                  <a:lnTo>
                    <a:pt x="1913875" y="750276"/>
                  </a:lnTo>
                  <a:lnTo>
                    <a:pt x="1912803" y="749966"/>
                  </a:lnTo>
                  <a:lnTo>
                    <a:pt x="1911732" y="749656"/>
                  </a:lnTo>
                  <a:lnTo>
                    <a:pt x="1910660" y="749347"/>
                  </a:lnTo>
                  <a:lnTo>
                    <a:pt x="1909589" y="749038"/>
                  </a:lnTo>
                  <a:lnTo>
                    <a:pt x="1908517" y="748730"/>
                  </a:lnTo>
                  <a:lnTo>
                    <a:pt x="1907445" y="748423"/>
                  </a:lnTo>
                  <a:lnTo>
                    <a:pt x="1906374" y="748116"/>
                  </a:lnTo>
                  <a:lnTo>
                    <a:pt x="1905302" y="747810"/>
                  </a:lnTo>
                  <a:lnTo>
                    <a:pt x="1904231" y="747504"/>
                  </a:lnTo>
                  <a:lnTo>
                    <a:pt x="1903159" y="747199"/>
                  </a:lnTo>
                  <a:lnTo>
                    <a:pt x="1902087" y="746895"/>
                  </a:lnTo>
                  <a:lnTo>
                    <a:pt x="1901016" y="746591"/>
                  </a:lnTo>
                  <a:lnTo>
                    <a:pt x="1899944" y="746288"/>
                  </a:lnTo>
                  <a:lnTo>
                    <a:pt x="1898873" y="745985"/>
                  </a:lnTo>
                  <a:lnTo>
                    <a:pt x="1897801" y="745684"/>
                  </a:lnTo>
                  <a:lnTo>
                    <a:pt x="1896729" y="745382"/>
                  </a:lnTo>
                  <a:lnTo>
                    <a:pt x="1895658" y="745082"/>
                  </a:lnTo>
                  <a:lnTo>
                    <a:pt x="1894586" y="744782"/>
                  </a:lnTo>
                  <a:lnTo>
                    <a:pt x="1893515" y="744483"/>
                  </a:lnTo>
                  <a:lnTo>
                    <a:pt x="1892443" y="744184"/>
                  </a:lnTo>
                  <a:lnTo>
                    <a:pt x="1891371" y="743886"/>
                  </a:lnTo>
                  <a:lnTo>
                    <a:pt x="1890300" y="743589"/>
                  </a:lnTo>
                  <a:lnTo>
                    <a:pt x="1889228" y="743292"/>
                  </a:lnTo>
                  <a:lnTo>
                    <a:pt x="1888157" y="742997"/>
                  </a:lnTo>
                  <a:lnTo>
                    <a:pt x="1887085" y="742701"/>
                  </a:lnTo>
                  <a:lnTo>
                    <a:pt x="1886013" y="742407"/>
                  </a:lnTo>
                  <a:lnTo>
                    <a:pt x="1884942" y="742113"/>
                  </a:lnTo>
                  <a:lnTo>
                    <a:pt x="1883870" y="741820"/>
                  </a:lnTo>
                  <a:lnTo>
                    <a:pt x="1882799" y="741528"/>
                  </a:lnTo>
                  <a:lnTo>
                    <a:pt x="1881727" y="741237"/>
                  </a:lnTo>
                  <a:lnTo>
                    <a:pt x="1880655" y="740946"/>
                  </a:lnTo>
                  <a:lnTo>
                    <a:pt x="1879584" y="740656"/>
                  </a:lnTo>
                  <a:lnTo>
                    <a:pt x="1878512" y="740366"/>
                  </a:lnTo>
                  <a:lnTo>
                    <a:pt x="1877441" y="740078"/>
                  </a:lnTo>
                  <a:lnTo>
                    <a:pt x="1876369" y="739790"/>
                  </a:lnTo>
                  <a:lnTo>
                    <a:pt x="1875297" y="739503"/>
                  </a:lnTo>
                  <a:lnTo>
                    <a:pt x="1874226" y="739217"/>
                  </a:lnTo>
                  <a:lnTo>
                    <a:pt x="1873154" y="738931"/>
                  </a:lnTo>
                  <a:lnTo>
                    <a:pt x="1872083" y="738647"/>
                  </a:lnTo>
                  <a:lnTo>
                    <a:pt x="1871011" y="738363"/>
                  </a:lnTo>
                  <a:lnTo>
                    <a:pt x="1869939" y="738080"/>
                  </a:lnTo>
                  <a:lnTo>
                    <a:pt x="1868868" y="737797"/>
                  </a:lnTo>
                  <a:lnTo>
                    <a:pt x="1867796" y="737516"/>
                  </a:lnTo>
                  <a:lnTo>
                    <a:pt x="1866725" y="737235"/>
                  </a:lnTo>
                  <a:lnTo>
                    <a:pt x="1865653" y="736955"/>
                  </a:lnTo>
                  <a:lnTo>
                    <a:pt x="1864581" y="736676"/>
                  </a:lnTo>
                  <a:lnTo>
                    <a:pt x="1863510" y="736398"/>
                  </a:lnTo>
                  <a:lnTo>
                    <a:pt x="1862438" y="736121"/>
                  </a:lnTo>
                  <a:lnTo>
                    <a:pt x="1861367" y="735844"/>
                  </a:lnTo>
                  <a:lnTo>
                    <a:pt x="1860295" y="735569"/>
                  </a:lnTo>
                  <a:lnTo>
                    <a:pt x="1859223" y="735294"/>
                  </a:lnTo>
                  <a:lnTo>
                    <a:pt x="1858152" y="735020"/>
                  </a:lnTo>
                  <a:lnTo>
                    <a:pt x="1857080" y="734747"/>
                  </a:lnTo>
                  <a:lnTo>
                    <a:pt x="1856009" y="734474"/>
                  </a:lnTo>
                  <a:lnTo>
                    <a:pt x="1854937" y="734203"/>
                  </a:lnTo>
                  <a:lnTo>
                    <a:pt x="1853865" y="733932"/>
                  </a:lnTo>
                  <a:lnTo>
                    <a:pt x="1852794" y="733663"/>
                  </a:lnTo>
                  <a:lnTo>
                    <a:pt x="1851722" y="733394"/>
                  </a:lnTo>
                  <a:lnTo>
                    <a:pt x="1850651" y="733126"/>
                  </a:lnTo>
                  <a:lnTo>
                    <a:pt x="1849579" y="732859"/>
                  </a:lnTo>
                  <a:lnTo>
                    <a:pt x="1848507" y="732593"/>
                  </a:lnTo>
                  <a:lnTo>
                    <a:pt x="1847436" y="732328"/>
                  </a:lnTo>
                  <a:lnTo>
                    <a:pt x="1846364" y="732064"/>
                  </a:lnTo>
                  <a:lnTo>
                    <a:pt x="1845293" y="731801"/>
                  </a:lnTo>
                  <a:lnTo>
                    <a:pt x="1844221" y="731538"/>
                  </a:lnTo>
                  <a:lnTo>
                    <a:pt x="1843149" y="731277"/>
                  </a:lnTo>
                  <a:lnTo>
                    <a:pt x="1842078" y="731016"/>
                  </a:lnTo>
                  <a:lnTo>
                    <a:pt x="1841006" y="730756"/>
                  </a:lnTo>
                  <a:lnTo>
                    <a:pt x="1839935" y="730498"/>
                  </a:lnTo>
                  <a:lnTo>
                    <a:pt x="1838863" y="730240"/>
                  </a:lnTo>
                  <a:lnTo>
                    <a:pt x="1837791" y="729983"/>
                  </a:lnTo>
                  <a:lnTo>
                    <a:pt x="1836720" y="729727"/>
                  </a:lnTo>
                  <a:lnTo>
                    <a:pt x="1835648" y="729473"/>
                  </a:lnTo>
                  <a:lnTo>
                    <a:pt x="1834577" y="729219"/>
                  </a:lnTo>
                  <a:lnTo>
                    <a:pt x="1833505" y="728966"/>
                  </a:lnTo>
                  <a:lnTo>
                    <a:pt x="1832433" y="728714"/>
                  </a:lnTo>
                  <a:lnTo>
                    <a:pt x="1831362" y="728463"/>
                  </a:lnTo>
                  <a:lnTo>
                    <a:pt x="1830290" y="728213"/>
                  </a:lnTo>
                  <a:lnTo>
                    <a:pt x="1829219" y="727964"/>
                  </a:lnTo>
                  <a:lnTo>
                    <a:pt x="1828147" y="727715"/>
                  </a:lnTo>
                  <a:lnTo>
                    <a:pt x="1827075" y="727468"/>
                  </a:lnTo>
                  <a:lnTo>
                    <a:pt x="1826004" y="727222"/>
                  </a:lnTo>
                  <a:lnTo>
                    <a:pt x="1824932" y="726977"/>
                  </a:lnTo>
                  <a:lnTo>
                    <a:pt x="1823861" y="726733"/>
                  </a:lnTo>
                  <a:lnTo>
                    <a:pt x="1822789" y="726490"/>
                  </a:lnTo>
                  <a:lnTo>
                    <a:pt x="1821717" y="726248"/>
                  </a:lnTo>
                  <a:lnTo>
                    <a:pt x="1820646" y="726007"/>
                  </a:lnTo>
                  <a:lnTo>
                    <a:pt x="1819574" y="725767"/>
                  </a:lnTo>
                  <a:lnTo>
                    <a:pt x="1818503" y="725528"/>
                  </a:lnTo>
                  <a:lnTo>
                    <a:pt x="1817431" y="725290"/>
                  </a:lnTo>
                  <a:lnTo>
                    <a:pt x="1816359" y="725053"/>
                  </a:lnTo>
                  <a:lnTo>
                    <a:pt x="1815288" y="724817"/>
                  </a:lnTo>
                  <a:lnTo>
                    <a:pt x="1814216" y="724582"/>
                  </a:lnTo>
                  <a:lnTo>
                    <a:pt x="1813145" y="724348"/>
                  </a:lnTo>
                  <a:lnTo>
                    <a:pt x="1812073" y="724115"/>
                  </a:lnTo>
                  <a:lnTo>
                    <a:pt x="1811001" y="723883"/>
                  </a:lnTo>
                  <a:lnTo>
                    <a:pt x="1809930" y="723652"/>
                  </a:lnTo>
                  <a:lnTo>
                    <a:pt x="1808858" y="723422"/>
                  </a:lnTo>
                  <a:lnTo>
                    <a:pt x="1807787" y="723193"/>
                  </a:lnTo>
                  <a:lnTo>
                    <a:pt x="1806715" y="722966"/>
                  </a:lnTo>
                  <a:lnTo>
                    <a:pt x="1805643" y="722739"/>
                  </a:lnTo>
                  <a:lnTo>
                    <a:pt x="1804572" y="722513"/>
                  </a:lnTo>
                  <a:lnTo>
                    <a:pt x="1803500" y="722289"/>
                  </a:lnTo>
                  <a:lnTo>
                    <a:pt x="1802429" y="722065"/>
                  </a:lnTo>
                  <a:lnTo>
                    <a:pt x="1801357" y="721843"/>
                  </a:lnTo>
                  <a:lnTo>
                    <a:pt x="1800285" y="721621"/>
                  </a:lnTo>
                  <a:lnTo>
                    <a:pt x="1799214" y="721401"/>
                  </a:lnTo>
                  <a:lnTo>
                    <a:pt x="1798142" y="721181"/>
                  </a:lnTo>
                  <a:lnTo>
                    <a:pt x="1797071" y="720963"/>
                  </a:lnTo>
                  <a:lnTo>
                    <a:pt x="1795999" y="720746"/>
                  </a:lnTo>
                  <a:lnTo>
                    <a:pt x="1794927" y="720530"/>
                  </a:lnTo>
                  <a:lnTo>
                    <a:pt x="1793856" y="720315"/>
                  </a:lnTo>
                  <a:lnTo>
                    <a:pt x="1792784" y="720101"/>
                  </a:lnTo>
                  <a:lnTo>
                    <a:pt x="1791713" y="719888"/>
                  </a:lnTo>
                  <a:lnTo>
                    <a:pt x="1790641" y="719676"/>
                  </a:lnTo>
                  <a:lnTo>
                    <a:pt x="1789569" y="719465"/>
                  </a:lnTo>
                  <a:lnTo>
                    <a:pt x="1788498" y="719255"/>
                  </a:lnTo>
                  <a:lnTo>
                    <a:pt x="1787426" y="719046"/>
                  </a:lnTo>
                  <a:lnTo>
                    <a:pt x="1786355" y="718838"/>
                  </a:lnTo>
                  <a:lnTo>
                    <a:pt x="1785283" y="718632"/>
                  </a:lnTo>
                  <a:lnTo>
                    <a:pt x="1784211" y="718426"/>
                  </a:lnTo>
                  <a:lnTo>
                    <a:pt x="1783140" y="718222"/>
                  </a:lnTo>
                  <a:lnTo>
                    <a:pt x="1782068" y="718018"/>
                  </a:lnTo>
                  <a:lnTo>
                    <a:pt x="1780997" y="717816"/>
                  </a:lnTo>
                  <a:lnTo>
                    <a:pt x="1779925" y="717615"/>
                  </a:lnTo>
                  <a:lnTo>
                    <a:pt x="1778853" y="717414"/>
                  </a:lnTo>
                  <a:lnTo>
                    <a:pt x="1777782" y="717215"/>
                  </a:lnTo>
                  <a:lnTo>
                    <a:pt x="1776710" y="717017"/>
                  </a:lnTo>
                  <a:lnTo>
                    <a:pt x="1775639" y="716820"/>
                  </a:lnTo>
                  <a:lnTo>
                    <a:pt x="1774567" y="716624"/>
                  </a:lnTo>
                  <a:lnTo>
                    <a:pt x="1773496" y="716429"/>
                  </a:lnTo>
                  <a:lnTo>
                    <a:pt x="1772424" y="716235"/>
                  </a:lnTo>
                  <a:lnTo>
                    <a:pt x="1771352" y="716042"/>
                  </a:lnTo>
                  <a:lnTo>
                    <a:pt x="1770281" y="715850"/>
                  </a:lnTo>
                  <a:lnTo>
                    <a:pt x="1769209" y="715659"/>
                  </a:lnTo>
                  <a:lnTo>
                    <a:pt x="1768138" y="715470"/>
                  </a:lnTo>
                  <a:lnTo>
                    <a:pt x="1767066" y="715281"/>
                  </a:lnTo>
                  <a:lnTo>
                    <a:pt x="1765994" y="715093"/>
                  </a:lnTo>
                  <a:lnTo>
                    <a:pt x="1764923" y="714906"/>
                  </a:lnTo>
                  <a:lnTo>
                    <a:pt x="1763851" y="714721"/>
                  </a:lnTo>
                  <a:lnTo>
                    <a:pt x="1762780" y="714536"/>
                  </a:lnTo>
                  <a:lnTo>
                    <a:pt x="1761708" y="714352"/>
                  </a:lnTo>
                  <a:lnTo>
                    <a:pt x="1760636" y="714170"/>
                  </a:lnTo>
                  <a:lnTo>
                    <a:pt x="1759565" y="713988"/>
                  </a:lnTo>
                  <a:lnTo>
                    <a:pt x="1758493" y="713808"/>
                  </a:lnTo>
                  <a:lnTo>
                    <a:pt x="1757422" y="713628"/>
                  </a:lnTo>
                  <a:lnTo>
                    <a:pt x="1756350" y="713449"/>
                  </a:lnTo>
                  <a:lnTo>
                    <a:pt x="1755278" y="713272"/>
                  </a:lnTo>
                  <a:lnTo>
                    <a:pt x="1754207" y="713095"/>
                  </a:lnTo>
                  <a:lnTo>
                    <a:pt x="1753135" y="712920"/>
                  </a:lnTo>
                  <a:lnTo>
                    <a:pt x="1752064" y="712745"/>
                  </a:lnTo>
                  <a:lnTo>
                    <a:pt x="1750992" y="712571"/>
                  </a:lnTo>
                  <a:lnTo>
                    <a:pt x="1749920" y="712398"/>
                  </a:lnTo>
                  <a:lnTo>
                    <a:pt x="1748849" y="712227"/>
                  </a:lnTo>
                  <a:lnTo>
                    <a:pt x="1747777" y="712056"/>
                  </a:lnTo>
                  <a:lnTo>
                    <a:pt x="1746706" y="711886"/>
                  </a:lnTo>
                  <a:lnTo>
                    <a:pt x="1745634" y="711717"/>
                  </a:lnTo>
                  <a:lnTo>
                    <a:pt x="1744562" y="711549"/>
                  </a:lnTo>
                  <a:lnTo>
                    <a:pt x="1743491" y="711382"/>
                  </a:lnTo>
                  <a:lnTo>
                    <a:pt x="1742419" y="711216"/>
                  </a:lnTo>
                  <a:lnTo>
                    <a:pt x="1741348" y="711051"/>
                  </a:lnTo>
                  <a:lnTo>
                    <a:pt x="1740276" y="710886"/>
                  </a:lnTo>
                  <a:lnTo>
                    <a:pt x="1739204" y="710723"/>
                  </a:lnTo>
                  <a:lnTo>
                    <a:pt x="1738133" y="710560"/>
                  </a:lnTo>
                  <a:lnTo>
                    <a:pt x="1737061" y="710399"/>
                  </a:lnTo>
                  <a:lnTo>
                    <a:pt x="1735990" y="710238"/>
                  </a:lnTo>
                  <a:lnTo>
                    <a:pt x="1734918" y="710078"/>
                  </a:lnTo>
                  <a:lnTo>
                    <a:pt x="1733846" y="709919"/>
                  </a:lnTo>
                  <a:lnTo>
                    <a:pt x="1732775" y="709761"/>
                  </a:lnTo>
                  <a:lnTo>
                    <a:pt x="1731703" y="709603"/>
                  </a:lnTo>
                  <a:lnTo>
                    <a:pt x="1730632" y="709447"/>
                  </a:lnTo>
                  <a:lnTo>
                    <a:pt x="1729560" y="709291"/>
                  </a:lnTo>
                  <a:lnTo>
                    <a:pt x="1728488" y="709136"/>
                  </a:lnTo>
                  <a:lnTo>
                    <a:pt x="1727417" y="708982"/>
                  </a:lnTo>
                  <a:lnTo>
                    <a:pt x="1726345" y="708828"/>
                  </a:lnTo>
                  <a:lnTo>
                    <a:pt x="1725274" y="708675"/>
                  </a:lnTo>
                  <a:lnTo>
                    <a:pt x="1724202" y="708524"/>
                  </a:lnTo>
                  <a:lnTo>
                    <a:pt x="1723130" y="708372"/>
                  </a:lnTo>
                  <a:lnTo>
                    <a:pt x="1722059" y="708222"/>
                  </a:lnTo>
                  <a:lnTo>
                    <a:pt x="1720987" y="708072"/>
                  </a:lnTo>
                  <a:lnTo>
                    <a:pt x="1719916" y="707923"/>
                  </a:lnTo>
                  <a:lnTo>
                    <a:pt x="1718844" y="707775"/>
                  </a:lnTo>
                  <a:lnTo>
                    <a:pt x="1717772" y="707627"/>
                  </a:lnTo>
                  <a:lnTo>
                    <a:pt x="1716701" y="707480"/>
                  </a:lnTo>
                  <a:lnTo>
                    <a:pt x="1715629" y="707334"/>
                  </a:lnTo>
                  <a:lnTo>
                    <a:pt x="1714558" y="707188"/>
                  </a:lnTo>
                  <a:lnTo>
                    <a:pt x="1713486" y="707043"/>
                  </a:lnTo>
                  <a:lnTo>
                    <a:pt x="1712414" y="706899"/>
                  </a:lnTo>
                  <a:lnTo>
                    <a:pt x="1711343" y="706755"/>
                  </a:lnTo>
                  <a:lnTo>
                    <a:pt x="1710271" y="706612"/>
                  </a:lnTo>
                  <a:lnTo>
                    <a:pt x="1709200" y="706469"/>
                  </a:lnTo>
                  <a:lnTo>
                    <a:pt x="1708128" y="706327"/>
                  </a:lnTo>
                  <a:lnTo>
                    <a:pt x="1707056" y="706185"/>
                  </a:lnTo>
                  <a:lnTo>
                    <a:pt x="1705985" y="706044"/>
                  </a:lnTo>
                  <a:lnTo>
                    <a:pt x="1704913" y="705904"/>
                  </a:lnTo>
                  <a:lnTo>
                    <a:pt x="1703842" y="705763"/>
                  </a:lnTo>
                  <a:lnTo>
                    <a:pt x="1702770" y="705624"/>
                  </a:lnTo>
                  <a:lnTo>
                    <a:pt x="1701698" y="705485"/>
                  </a:lnTo>
                  <a:lnTo>
                    <a:pt x="1700627" y="705346"/>
                  </a:lnTo>
                  <a:lnTo>
                    <a:pt x="1699555" y="705207"/>
                  </a:lnTo>
                  <a:lnTo>
                    <a:pt x="1698484" y="705069"/>
                  </a:lnTo>
                  <a:lnTo>
                    <a:pt x="1697412" y="704932"/>
                  </a:lnTo>
                  <a:lnTo>
                    <a:pt x="1696340" y="704795"/>
                  </a:lnTo>
                  <a:lnTo>
                    <a:pt x="1695269" y="704658"/>
                  </a:lnTo>
                  <a:lnTo>
                    <a:pt x="1694197" y="704521"/>
                  </a:lnTo>
                  <a:lnTo>
                    <a:pt x="1693126" y="704385"/>
                  </a:lnTo>
                  <a:lnTo>
                    <a:pt x="1692054" y="704249"/>
                  </a:lnTo>
                  <a:lnTo>
                    <a:pt x="1690982" y="704113"/>
                  </a:lnTo>
                  <a:lnTo>
                    <a:pt x="1689911" y="703977"/>
                  </a:lnTo>
                  <a:lnTo>
                    <a:pt x="1688839" y="703842"/>
                  </a:lnTo>
                  <a:lnTo>
                    <a:pt x="1687768" y="703707"/>
                  </a:lnTo>
                  <a:lnTo>
                    <a:pt x="1686696" y="703572"/>
                  </a:lnTo>
                  <a:lnTo>
                    <a:pt x="1685624" y="703437"/>
                  </a:lnTo>
                  <a:lnTo>
                    <a:pt x="1684553" y="703302"/>
                  </a:lnTo>
                  <a:lnTo>
                    <a:pt x="1683481" y="703167"/>
                  </a:lnTo>
                  <a:lnTo>
                    <a:pt x="1682410" y="703033"/>
                  </a:lnTo>
                  <a:lnTo>
                    <a:pt x="1681338" y="702898"/>
                  </a:lnTo>
                  <a:lnTo>
                    <a:pt x="1680266" y="702764"/>
                  </a:lnTo>
                  <a:lnTo>
                    <a:pt x="1679195" y="702629"/>
                  </a:lnTo>
                  <a:lnTo>
                    <a:pt x="1678123" y="702495"/>
                  </a:lnTo>
                  <a:lnTo>
                    <a:pt x="1677052" y="702360"/>
                  </a:lnTo>
                  <a:lnTo>
                    <a:pt x="1675980" y="702225"/>
                  </a:lnTo>
                  <a:lnTo>
                    <a:pt x="1674908" y="702090"/>
                  </a:lnTo>
                  <a:lnTo>
                    <a:pt x="1673837" y="701956"/>
                  </a:lnTo>
                  <a:lnTo>
                    <a:pt x="1672765" y="701820"/>
                  </a:lnTo>
                  <a:lnTo>
                    <a:pt x="1671694" y="701685"/>
                  </a:lnTo>
                  <a:lnTo>
                    <a:pt x="1670622" y="701550"/>
                  </a:lnTo>
                  <a:lnTo>
                    <a:pt x="1669550" y="701414"/>
                  </a:lnTo>
                  <a:lnTo>
                    <a:pt x="1668479" y="701278"/>
                  </a:lnTo>
                  <a:lnTo>
                    <a:pt x="1667407" y="701142"/>
                  </a:lnTo>
                  <a:lnTo>
                    <a:pt x="1666336" y="701005"/>
                  </a:lnTo>
                  <a:lnTo>
                    <a:pt x="1665264" y="700868"/>
                  </a:lnTo>
                  <a:lnTo>
                    <a:pt x="1664192" y="700731"/>
                  </a:lnTo>
                  <a:lnTo>
                    <a:pt x="1663121" y="700593"/>
                  </a:lnTo>
                  <a:lnTo>
                    <a:pt x="1662049" y="700455"/>
                  </a:lnTo>
                  <a:lnTo>
                    <a:pt x="1660978" y="700316"/>
                  </a:lnTo>
                  <a:lnTo>
                    <a:pt x="1659906" y="700177"/>
                  </a:lnTo>
                  <a:lnTo>
                    <a:pt x="1658834" y="700037"/>
                  </a:lnTo>
                  <a:lnTo>
                    <a:pt x="1657763" y="699897"/>
                  </a:lnTo>
                  <a:lnTo>
                    <a:pt x="1656691" y="699756"/>
                  </a:lnTo>
                  <a:lnTo>
                    <a:pt x="1655620" y="699615"/>
                  </a:lnTo>
                  <a:lnTo>
                    <a:pt x="1654548" y="699473"/>
                  </a:lnTo>
                  <a:lnTo>
                    <a:pt x="1653476" y="699330"/>
                  </a:lnTo>
                  <a:lnTo>
                    <a:pt x="1652405" y="699186"/>
                  </a:lnTo>
                  <a:lnTo>
                    <a:pt x="1651333" y="699042"/>
                  </a:lnTo>
                  <a:lnTo>
                    <a:pt x="1650262" y="698897"/>
                  </a:lnTo>
                  <a:lnTo>
                    <a:pt x="1649190" y="698751"/>
                  </a:lnTo>
                  <a:lnTo>
                    <a:pt x="1648118" y="698604"/>
                  </a:lnTo>
                  <a:lnTo>
                    <a:pt x="1647047" y="698457"/>
                  </a:lnTo>
                  <a:lnTo>
                    <a:pt x="1645975" y="698308"/>
                  </a:lnTo>
                  <a:lnTo>
                    <a:pt x="1644904" y="698158"/>
                  </a:lnTo>
                  <a:lnTo>
                    <a:pt x="1643832" y="698008"/>
                  </a:lnTo>
                  <a:lnTo>
                    <a:pt x="1642760" y="697856"/>
                  </a:lnTo>
                  <a:lnTo>
                    <a:pt x="1641689" y="697704"/>
                  </a:lnTo>
                  <a:lnTo>
                    <a:pt x="1640617" y="697550"/>
                  </a:lnTo>
                  <a:lnTo>
                    <a:pt x="1639546" y="697395"/>
                  </a:lnTo>
                  <a:lnTo>
                    <a:pt x="1638474" y="697239"/>
                  </a:lnTo>
                  <a:lnTo>
                    <a:pt x="1637402" y="697081"/>
                  </a:lnTo>
                  <a:lnTo>
                    <a:pt x="1636331" y="696923"/>
                  </a:lnTo>
                  <a:lnTo>
                    <a:pt x="1635259" y="696763"/>
                  </a:lnTo>
                  <a:lnTo>
                    <a:pt x="1634188" y="696602"/>
                  </a:lnTo>
                  <a:lnTo>
                    <a:pt x="1633116" y="696439"/>
                  </a:lnTo>
                  <a:lnTo>
                    <a:pt x="1632044" y="696275"/>
                  </a:lnTo>
                  <a:lnTo>
                    <a:pt x="1630973" y="696110"/>
                  </a:lnTo>
                  <a:lnTo>
                    <a:pt x="1629901" y="695943"/>
                  </a:lnTo>
                  <a:lnTo>
                    <a:pt x="1628830" y="695774"/>
                  </a:lnTo>
                  <a:lnTo>
                    <a:pt x="1627758" y="695604"/>
                  </a:lnTo>
                  <a:lnTo>
                    <a:pt x="1626686" y="695433"/>
                  </a:lnTo>
                  <a:lnTo>
                    <a:pt x="1625615" y="695260"/>
                  </a:lnTo>
                  <a:lnTo>
                    <a:pt x="1624543" y="695085"/>
                  </a:lnTo>
                  <a:lnTo>
                    <a:pt x="1623472" y="694908"/>
                  </a:lnTo>
                  <a:lnTo>
                    <a:pt x="1622400" y="694730"/>
                  </a:lnTo>
                  <a:lnTo>
                    <a:pt x="1621328" y="694549"/>
                  </a:lnTo>
                  <a:lnTo>
                    <a:pt x="1620257" y="694367"/>
                  </a:lnTo>
                  <a:lnTo>
                    <a:pt x="1619185" y="694183"/>
                  </a:lnTo>
                  <a:lnTo>
                    <a:pt x="1618114" y="693998"/>
                  </a:lnTo>
                  <a:lnTo>
                    <a:pt x="1617042" y="693810"/>
                  </a:lnTo>
                  <a:lnTo>
                    <a:pt x="1615970" y="693620"/>
                  </a:lnTo>
                  <a:lnTo>
                    <a:pt x="1614899" y="693428"/>
                  </a:lnTo>
                  <a:lnTo>
                    <a:pt x="1613827" y="693234"/>
                  </a:lnTo>
                  <a:lnTo>
                    <a:pt x="1612756" y="693038"/>
                  </a:lnTo>
                  <a:lnTo>
                    <a:pt x="1611684" y="692839"/>
                  </a:lnTo>
                  <a:lnTo>
                    <a:pt x="1610612" y="692639"/>
                  </a:lnTo>
                  <a:lnTo>
                    <a:pt x="1609541" y="692436"/>
                  </a:lnTo>
                  <a:lnTo>
                    <a:pt x="1608469" y="692231"/>
                  </a:lnTo>
                  <a:lnTo>
                    <a:pt x="1607398" y="692023"/>
                  </a:lnTo>
                  <a:lnTo>
                    <a:pt x="1606326" y="691813"/>
                  </a:lnTo>
                  <a:lnTo>
                    <a:pt x="1605254" y="691601"/>
                  </a:lnTo>
                  <a:lnTo>
                    <a:pt x="1604183" y="691386"/>
                  </a:lnTo>
                  <a:lnTo>
                    <a:pt x="1603111" y="691169"/>
                  </a:lnTo>
                  <a:lnTo>
                    <a:pt x="1602040" y="690949"/>
                  </a:lnTo>
                  <a:lnTo>
                    <a:pt x="1600968" y="690726"/>
                  </a:lnTo>
                  <a:lnTo>
                    <a:pt x="1599896" y="690501"/>
                  </a:lnTo>
                  <a:lnTo>
                    <a:pt x="1598825" y="690273"/>
                  </a:lnTo>
                  <a:lnTo>
                    <a:pt x="1597753" y="690042"/>
                  </a:lnTo>
                  <a:lnTo>
                    <a:pt x="1596682" y="689809"/>
                  </a:lnTo>
                  <a:lnTo>
                    <a:pt x="1595610" y="689572"/>
                  </a:lnTo>
                  <a:lnTo>
                    <a:pt x="1594539" y="689333"/>
                  </a:lnTo>
                  <a:lnTo>
                    <a:pt x="1593467" y="689091"/>
                  </a:lnTo>
                  <a:lnTo>
                    <a:pt x="1592395" y="688845"/>
                  </a:lnTo>
                  <a:lnTo>
                    <a:pt x="1591324" y="688597"/>
                  </a:lnTo>
                  <a:lnTo>
                    <a:pt x="1590252" y="688346"/>
                  </a:lnTo>
                  <a:lnTo>
                    <a:pt x="1589181" y="688091"/>
                  </a:lnTo>
                  <a:lnTo>
                    <a:pt x="1588109" y="687834"/>
                  </a:lnTo>
                  <a:lnTo>
                    <a:pt x="1587037" y="687573"/>
                  </a:lnTo>
                  <a:lnTo>
                    <a:pt x="1585966" y="687309"/>
                  </a:lnTo>
                  <a:lnTo>
                    <a:pt x="1584894" y="687041"/>
                  </a:lnTo>
                  <a:lnTo>
                    <a:pt x="1583823" y="686771"/>
                  </a:lnTo>
                  <a:lnTo>
                    <a:pt x="1582751" y="686496"/>
                  </a:lnTo>
                  <a:lnTo>
                    <a:pt x="1581679" y="686219"/>
                  </a:lnTo>
                  <a:lnTo>
                    <a:pt x="1580608" y="685937"/>
                  </a:lnTo>
                  <a:lnTo>
                    <a:pt x="1579536" y="685653"/>
                  </a:lnTo>
                  <a:lnTo>
                    <a:pt x="1578465" y="685364"/>
                  </a:lnTo>
                  <a:lnTo>
                    <a:pt x="1577393" y="685072"/>
                  </a:lnTo>
                  <a:lnTo>
                    <a:pt x="1576321" y="684777"/>
                  </a:lnTo>
                  <a:lnTo>
                    <a:pt x="1575250" y="684477"/>
                  </a:lnTo>
                  <a:lnTo>
                    <a:pt x="1574178" y="684174"/>
                  </a:lnTo>
                  <a:lnTo>
                    <a:pt x="1573107" y="683867"/>
                  </a:lnTo>
                  <a:lnTo>
                    <a:pt x="1572035" y="683556"/>
                  </a:lnTo>
                  <a:lnTo>
                    <a:pt x="1570963" y="683241"/>
                  </a:lnTo>
                  <a:lnTo>
                    <a:pt x="1569892" y="682923"/>
                  </a:lnTo>
                  <a:lnTo>
                    <a:pt x="1568820" y="682600"/>
                  </a:lnTo>
                  <a:lnTo>
                    <a:pt x="1567749" y="682273"/>
                  </a:lnTo>
                  <a:lnTo>
                    <a:pt x="1566677" y="681942"/>
                  </a:lnTo>
                  <a:lnTo>
                    <a:pt x="1565605" y="681607"/>
                  </a:lnTo>
                  <a:lnTo>
                    <a:pt x="1564534" y="681267"/>
                  </a:lnTo>
                  <a:lnTo>
                    <a:pt x="1563462" y="680923"/>
                  </a:lnTo>
                  <a:lnTo>
                    <a:pt x="1562391" y="680575"/>
                  </a:lnTo>
                  <a:lnTo>
                    <a:pt x="1561319" y="680223"/>
                  </a:lnTo>
                  <a:lnTo>
                    <a:pt x="1560247" y="679866"/>
                  </a:lnTo>
                  <a:lnTo>
                    <a:pt x="1559176" y="679505"/>
                  </a:lnTo>
                  <a:lnTo>
                    <a:pt x="1558104" y="679139"/>
                  </a:lnTo>
                  <a:lnTo>
                    <a:pt x="1557033" y="678769"/>
                  </a:lnTo>
                  <a:lnTo>
                    <a:pt x="1555961" y="678394"/>
                  </a:lnTo>
                  <a:lnTo>
                    <a:pt x="1554889" y="678014"/>
                  </a:lnTo>
                  <a:lnTo>
                    <a:pt x="1553818" y="677629"/>
                  </a:lnTo>
                  <a:lnTo>
                    <a:pt x="1552746" y="677240"/>
                  </a:lnTo>
                  <a:lnTo>
                    <a:pt x="1551675" y="676846"/>
                  </a:lnTo>
                  <a:lnTo>
                    <a:pt x="1550603" y="676448"/>
                  </a:lnTo>
                  <a:lnTo>
                    <a:pt x="1549531" y="676044"/>
                  </a:lnTo>
                  <a:lnTo>
                    <a:pt x="1548460" y="675635"/>
                  </a:lnTo>
                  <a:lnTo>
                    <a:pt x="1547388" y="675222"/>
                  </a:lnTo>
                  <a:lnTo>
                    <a:pt x="1546317" y="674803"/>
                  </a:lnTo>
                  <a:lnTo>
                    <a:pt x="1545245" y="674379"/>
                  </a:lnTo>
                  <a:lnTo>
                    <a:pt x="1544173" y="673950"/>
                  </a:lnTo>
                  <a:lnTo>
                    <a:pt x="1543102" y="673516"/>
                  </a:lnTo>
                  <a:lnTo>
                    <a:pt x="1542030" y="673457"/>
                  </a:lnTo>
                  <a:lnTo>
                    <a:pt x="1540959" y="674103"/>
                  </a:lnTo>
                  <a:lnTo>
                    <a:pt x="1539887" y="674749"/>
                  </a:lnTo>
                  <a:lnTo>
                    <a:pt x="1538815" y="675396"/>
                  </a:lnTo>
                  <a:lnTo>
                    <a:pt x="1537744" y="676043"/>
                  </a:lnTo>
                  <a:lnTo>
                    <a:pt x="1536672" y="676692"/>
                  </a:lnTo>
                  <a:lnTo>
                    <a:pt x="1535601" y="677340"/>
                  </a:lnTo>
                  <a:lnTo>
                    <a:pt x="1534529" y="677990"/>
                  </a:lnTo>
                  <a:lnTo>
                    <a:pt x="1533457" y="678640"/>
                  </a:lnTo>
                  <a:lnTo>
                    <a:pt x="1532386" y="679291"/>
                  </a:lnTo>
                  <a:lnTo>
                    <a:pt x="1531314" y="679943"/>
                  </a:lnTo>
                  <a:lnTo>
                    <a:pt x="1530243" y="680595"/>
                  </a:lnTo>
                  <a:lnTo>
                    <a:pt x="1529171" y="681249"/>
                  </a:lnTo>
                  <a:lnTo>
                    <a:pt x="1528099" y="681903"/>
                  </a:lnTo>
                  <a:lnTo>
                    <a:pt x="1527028" y="682558"/>
                  </a:lnTo>
                  <a:lnTo>
                    <a:pt x="1525956" y="683213"/>
                  </a:lnTo>
                  <a:lnTo>
                    <a:pt x="1524885" y="683870"/>
                  </a:lnTo>
                  <a:lnTo>
                    <a:pt x="1523813" y="684527"/>
                  </a:lnTo>
                  <a:lnTo>
                    <a:pt x="1522741" y="685185"/>
                  </a:lnTo>
                  <a:lnTo>
                    <a:pt x="1521670" y="685844"/>
                  </a:lnTo>
                  <a:lnTo>
                    <a:pt x="1520598" y="686504"/>
                  </a:lnTo>
                  <a:lnTo>
                    <a:pt x="1519527" y="687165"/>
                  </a:lnTo>
                  <a:lnTo>
                    <a:pt x="1518455" y="687827"/>
                  </a:lnTo>
                  <a:lnTo>
                    <a:pt x="1517383" y="688490"/>
                  </a:lnTo>
                  <a:lnTo>
                    <a:pt x="1516312" y="689154"/>
                  </a:lnTo>
                  <a:lnTo>
                    <a:pt x="1515240" y="689818"/>
                  </a:lnTo>
                  <a:lnTo>
                    <a:pt x="1514169" y="690484"/>
                  </a:lnTo>
                  <a:lnTo>
                    <a:pt x="1513097" y="691150"/>
                  </a:lnTo>
                  <a:lnTo>
                    <a:pt x="1512025" y="691818"/>
                  </a:lnTo>
                  <a:lnTo>
                    <a:pt x="1510954" y="692487"/>
                  </a:lnTo>
                  <a:lnTo>
                    <a:pt x="1509882" y="693156"/>
                  </a:lnTo>
                  <a:lnTo>
                    <a:pt x="1508811" y="693827"/>
                  </a:lnTo>
                  <a:lnTo>
                    <a:pt x="1507739" y="694498"/>
                  </a:lnTo>
                  <a:lnTo>
                    <a:pt x="1506667" y="695171"/>
                  </a:lnTo>
                  <a:lnTo>
                    <a:pt x="1505596" y="695845"/>
                  </a:lnTo>
                  <a:lnTo>
                    <a:pt x="1504524" y="696519"/>
                  </a:lnTo>
                  <a:lnTo>
                    <a:pt x="1503453" y="697195"/>
                  </a:lnTo>
                  <a:lnTo>
                    <a:pt x="1502381" y="697872"/>
                  </a:lnTo>
                  <a:lnTo>
                    <a:pt x="1501309" y="698550"/>
                  </a:lnTo>
                  <a:lnTo>
                    <a:pt x="1500238" y="699229"/>
                  </a:lnTo>
                  <a:lnTo>
                    <a:pt x="1499166" y="699909"/>
                  </a:lnTo>
                  <a:lnTo>
                    <a:pt x="1498095" y="700590"/>
                  </a:lnTo>
                  <a:lnTo>
                    <a:pt x="1497023" y="701272"/>
                  </a:lnTo>
                  <a:lnTo>
                    <a:pt x="1495951" y="701955"/>
                  </a:lnTo>
                  <a:lnTo>
                    <a:pt x="1494880" y="702639"/>
                  </a:lnTo>
                  <a:lnTo>
                    <a:pt x="1493808" y="703325"/>
                  </a:lnTo>
                  <a:lnTo>
                    <a:pt x="1492737" y="704011"/>
                  </a:lnTo>
                  <a:lnTo>
                    <a:pt x="1491665" y="704699"/>
                  </a:lnTo>
                  <a:lnTo>
                    <a:pt x="1490593" y="705388"/>
                  </a:lnTo>
                  <a:lnTo>
                    <a:pt x="1489522" y="706077"/>
                  </a:lnTo>
                  <a:lnTo>
                    <a:pt x="1488450" y="706768"/>
                  </a:lnTo>
                  <a:lnTo>
                    <a:pt x="1487379" y="707460"/>
                  </a:lnTo>
                  <a:lnTo>
                    <a:pt x="1486307" y="708153"/>
                  </a:lnTo>
                  <a:lnTo>
                    <a:pt x="1485235" y="708848"/>
                  </a:lnTo>
                  <a:lnTo>
                    <a:pt x="1484164" y="709543"/>
                  </a:lnTo>
                  <a:lnTo>
                    <a:pt x="1483092" y="710239"/>
                  </a:lnTo>
                  <a:lnTo>
                    <a:pt x="1482021" y="710937"/>
                  </a:lnTo>
                  <a:lnTo>
                    <a:pt x="1480949" y="711636"/>
                  </a:lnTo>
                  <a:lnTo>
                    <a:pt x="1479877" y="712335"/>
                  </a:lnTo>
                  <a:lnTo>
                    <a:pt x="1478806" y="713036"/>
                  </a:lnTo>
                  <a:lnTo>
                    <a:pt x="1477734" y="713738"/>
                  </a:lnTo>
                  <a:lnTo>
                    <a:pt x="1476663" y="714441"/>
                  </a:lnTo>
                  <a:lnTo>
                    <a:pt x="1475591" y="715146"/>
                  </a:lnTo>
                  <a:lnTo>
                    <a:pt x="1474519" y="715851"/>
                  </a:lnTo>
                  <a:lnTo>
                    <a:pt x="1473448" y="716557"/>
                  </a:lnTo>
                  <a:lnTo>
                    <a:pt x="1472376" y="717265"/>
                  </a:lnTo>
                  <a:lnTo>
                    <a:pt x="1471305" y="717973"/>
                  </a:lnTo>
                  <a:lnTo>
                    <a:pt x="1470233" y="718683"/>
                  </a:lnTo>
                  <a:lnTo>
                    <a:pt x="1469161" y="719394"/>
                  </a:lnTo>
                  <a:lnTo>
                    <a:pt x="1468090" y="720106"/>
                  </a:lnTo>
                  <a:lnTo>
                    <a:pt x="1467018" y="720819"/>
                  </a:lnTo>
                  <a:lnTo>
                    <a:pt x="1465947" y="721533"/>
                  </a:lnTo>
                  <a:lnTo>
                    <a:pt x="1464875" y="722249"/>
                  </a:lnTo>
                  <a:lnTo>
                    <a:pt x="1463803" y="722965"/>
                  </a:lnTo>
                  <a:lnTo>
                    <a:pt x="1462732" y="723682"/>
                  </a:lnTo>
                  <a:lnTo>
                    <a:pt x="1461660" y="724401"/>
                  </a:lnTo>
                  <a:lnTo>
                    <a:pt x="1460589" y="725120"/>
                  </a:lnTo>
                  <a:lnTo>
                    <a:pt x="1459517" y="725841"/>
                  </a:lnTo>
                  <a:lnTo>
                    <a:pt x="1458445" y="726563"/>
                  </a:lnTo>
                  <a:lnTo>
                    <a:pt x="1457374" y="727286"/>
                  </a:lnTo>
                  <a:lnTo>
                    <a:pt x="1456302" y="728010"/>
                  </a:lnTo>
                  <a:lnTo>
                    <a:pt x="1455231" y="728735"/>
                  </a:lnTo>
                  <a:lnTo>
                    <a:pt x="1454159" y="729461"/>
                  </a:lnTo>
                  <a:lnTo>
                    <a:pt x="1453087" y="730188"/>
                  </a:lnTo>
                  <a:lnTo>
                    <a:pt x="1452016" y="730916"/>
                  </a:lnTo>
                  <a:lnTo>
                    <a:pt x="1450944" y="731645"/>
                  </a:lnTo>
                  <a:lnTo>
                    <a:pt x="1449873" y="732375"/>
                  </a:lnTo>
                  <a:lnTo>
                    <a:pt x="1448801" y="733106"/>
                  </a:lnTo>
                  <a:lnTo>
                    <a:pt x="1447729" y="733839"/>
                  </a:lnTo>
                  <a:lnTo>
                    <a:pt x="1446658" y="734572"/>
                  </a:lnTo>
                  <a:lnTo>
                    <a:pt x="1445586" y="735306"/>
                  </a:lnTo>
                  <a:lnTo>
                    <a:pt x="1444515" y="736041"/>
                  </a:lnTo>
                  <a:lnTo>
                    <a:pt x="1443443" y="736778"/>
                  </a:lnTo>
                  <a:lnTo>
                    <a:pt x="1442371" y="737515"/>
                  </a:lnTo>
                  <a:lnTo>
                    <a:pt x="1441300" y="738253"/>
                  </a:lnTo>
                  <a:lnTo>
                    <a:pt x="1440228" y="738993"/>
                  </a:lnTo>
                  <a:lnTo>
                    <a:pt x="1439157" y="739733"/>
                  </a:lnTo>
                  <a:lnTo>
                    <a:pt x="1438085" y="740474"/>
                  </a:lnTo>
                  <a:lnTo>
                    <a:pt x="1437013" y="741217"/>
                  </a:lnTo>
                  <a:lnTo>
                    <a:pt x="1435942" y="741960"/>
                  </a:lnTo>
                  <a:lnTo>
                    <a:pt x="1434870" y="742704"/>
                  </a:lnTo>
                  <a:lnTo>
                    <a:pt x="1433799" y="743449"/>
                  </a:lnTo>
                  <a:lnTo>
                    <a:pt x="1432727" y="744195"/>
                  </a:lnTo>
                  <a:lnTo>
                    <a:pt x="1431655" y="744942"/>
                  </a:lnTo>
                  <a:lnTo>
                    <a:pt x="1430584" y="745690"/>
                  </a:lnTo>
                  <a:lnTo>
                    <a:pt x="1429512" y="746439"/>
                  </a:lnTo>
                  <a:lnTo>
                    <a:pt x="1428441" y="747189"/>
                  </a:lnTo>
                  <a:lnTo>
                    <a:pt x="1427369" y="747940"/>
                  </a:lnTo>
                  <a:lnTo>
                    <a:pt x="1426297" y="748692"/>
                  </a:lnTo>
                  <a:lnTo>
                    <a:pt x="1425226" y="749444"/>
                  </a:lnTo>
                  <a:lnTo>
                    <a:pt x="1424154" y="750198"/>
                  </a:lnTo>
                  <a:lnTo>
                    <a:pt x="1423083" y="750952"/>
                  </a:lnTo>
                  <a:lnTo>
                    <a:pt x="1422011" y="751707"/>
                  </a:lnTo>
                  <a:lnTo>
                    <a:pt x="1420939" y="752463"/>
                  </a:lnTo>
                  <a:lnTo>
                    <a:pt x="1419868" y="753220"/>
                  </a:lnTo>
                  <a:lnTo>
                    <a:pt x="1418796" y="753978"/>
                  </a:lnTo>
                  <a:lnTo>
                    <a:pt x="1417725" y="754737"/>
                  </a:lnTo>
                  <a:lnTo>
                    <a:pt x="1416653" y="755496"/>
                  </a:lnTo>
                  <a:lnTo>
                    <a:pt x="1415582" y="756257"/>
                  </a:lnTo>
                  <a:lnTo>
                    <a:pt x="1414510" y="757018"/>
                  </a:lnTo>
                  <a:lnTo>
                    <a:pt x="1413438" y="757780"/>
                  </a:lnTo>
                  <a:lnTo>
                    <a:pt x="1412367" y="758543"/>
                  </a:lnTo>
                  <a:lnTo>
                    <a:pt x="1411295" y="759306"/>
                  </a:lnTo>
                  <a:lnTo>
                    <a:pt x="1410224" y="760071"/>
                  </a:lnTo>
                  <a:lnTo>
                    <a:pt x="1409152" y="760836"/>
                  </a:lnTo>
                  <a:lnTo>
                    <a:pt x="1408080" y="761602"/>
                  </a:lnTo>
                  <a:lnTo>
                    <a:pt x="1407009" y="762369"/>
                  </a:lnTo>
                  <a:lnTo>
                    <a:pt x="1405937" y="763136"/>
                  </a:lnTo>
                  <a:lnTo>
                    <a:pt x="1404866" y="763905"/>
                  </a:lnTo>
                  <a:lnTo>
                    <a:pt x="1403794" y="764674"/>
                  </a:lnTo>
                  <a:lnTo>
                    <a:pt x="1402722" y="765443"/>
                  </a:lnTo>
                  <a:lnTo>
                    <a:pt x="1401651" y="766214"/>
                  </a:lnTo>
                  <a:lnTo>
                    <a:pt x="1400579" y="766985"/>
                  </a:lnTo>
                  <a:lnTo>
                    <a:pt x="1399508" y="767757"/>
                  </a:lnTo>
                  <a:lnTo>
                    <a:pt x="1398436" y="768530"/>
                  </a:lnTo>
                  <a:lnTo>
                    <a:pt x="1397364" y="769303"/>
                  </a:lnTo>
                  <a:lnTo>
                    <a:pt x="1396293" y="770077"/>
                  </a:lnTo>
                  <a:lnTo>
                    <a:pt x="1395221" y="770852"/>
                  </a:lnTo>
                  <a:lnTo>
                    <a:pt x="1394150" y="771627"/>
                  </a:lnTo>
                  <a:lnTo>
                    <a:pt x="1393078" y="772403"/>
                  </a:lnTo>
                  <a:lnTo>
                    <a:pt x="1392006" y="773180"/>
                  </a:lnTo>
                  <a:lnTo>
                    <a:pt x="1390935" y="773957"/>
                  </a:lnTo>
                  <a:lnTo>
                    <a:pt x="1389863" y="774735"/>
                  </a:lnTo>
                  <a:lnTo>
                    <a:pt x="1388792" y="775514"/>
                  </a:lnTo>
                  <a:lnTo>
                    <a:pt x="1387720" y="776293"/>
                  </a:lnTo>
                  <a:lnTo>
                    <a:pt x="1386648" y="777073"/>
                  </a:lnTo>
                  <a:lnTo>
                    <a:pt x="1385577" y="777853"/>
                  </a:lnTo>
                  <a:lnTo>
                    <a:pt x="1384505" y="778634"/>
                  </a:lnTo>
                  <a:lnTo>
                    <a:pt x="1383434" y="779416"/>
                  </a:lnTo>
                  <a:lnTo>
                    <a:pt x="1382362" y="780198"/>
                  </a:lnTo>
                  <a:lnTo>
                    <a:pt x="1381290" y="780981"/>
                  </a:lnTo>
                  <a:lnTo>
                    <a:pt x="1380219" y="781764"/>
                  </a:lnTo>
                  <a:lnTo>
                    <a:pt x="1379147" y="782548"/>
                  </a:lnTo>
                  <a:lnTo>
                    <a:pt x="1378076" y="783333"/>
                  </a:lnTo>
                  <a:lnTo>
                    <a:pt x="1377004" y="784118"/>
                  </a:lnTo>
                  <a:lnTo>
                    <a:pt x="1375932" y="784903"/>
                  </a:lnTo>
                  <a:lnTo>
                    <a:pt x="1374861" y="785689"/>
                  </a:lnTo>
                  <a:lnTo>
                    <a:pt x="1373789" y="786476"/>
                  </a:lnTo>
                  <a:lnTo>
                    <a:pt x="1372718" y="787263"/>
                  </a:lnTo>
                  <a:lnTo>
                    <a:pt x="1371646" y="788050"/>
                  </a:lnTo>
                  <a:lnTo>
                    <a:pt x="1370574" y="788838"/>
                  </a:lnTo>
                  <a:lnTo>
                    <a:pt x="1369503" y="789626"/>
                  </a:lnTo>
                  <a:lnTo>
                    <a:pt x="1368431" y="790415"/>
                  </a:lnTo>
                  <a:lnTo>
                    <a:pt x="1367360" y="791205"/>
                  </a:lnTo>
                  <a:lnTo>
                    <a:pt x="1366288" y="791994"/>
                  </a:lnTo>
                  <a:lnTo>
                    <a:pt x="1365216" y="792784"/>
                  </a:lnTo>
                  <a:lnTo>
                    <a:pt x="1364145" y="793575"/>
                  </a:lnTo>
                  <a:lnTo>
                    <a:pt x="1363073" y="794366"/>
                  </a:lnTo>
                  <a:lnTo>
                    <a:pt x="1362002" y="795158"/>
                  </a:lnTo>
                  <a:lnTo>
                    <a:pt x="1360930" y="795949"/>
                  </a:lnTo>
                  <a:lnTo>
                    <a:pt x="1359858" y="796742"/>
                  </a:lnTo>
                  <a:lnTo>
                    <a:pt x="1358787" y="797534"/>
                  </a:lnTo>
                  <a:lnTo>
                    <a:pt x="1357715" y="798327"/>
                  </a:lnTo>
                  <a:lnTo>
                    <a:pt x="1356644" y="799120"/>
                  </a:lnTo>
                  <a:lnTo>
                    <a:pt x="1355572" y="799914"/>
                  </a:lnTo>
                  <a:lnTo>
                    <a:pt x="1354500" y="800708"/>
                  </a:lnTo>
                  <a:lnTo>
                    <a:pt x="1353429" y="801502"/>
                  </a:lnTo>
                  <a:lnTo>
                    <a:pt x="1352357" y="802297"/>
                  </a:lnTo>
                  <a:lnTo>
                    <a:pt x="1351286" y="803092"/>
                  </a:lnTo>
                  <a:lnTo>
                    <a:pt x="1350214" y="803887"/>
                  </a:lnTo>
                  <a:lnTo>
                    <a:pt x="1349142" y="804683"/>
                  </a:lnTo>
                  <a:lnTo>
                    <a:pt x="1348071" y="805479"/>
                  </a:lnTo>
                  <a:lnTo>
                    <a:pt x="1346999" y="806275"/>
                  </a:lnTo>
                  <a:lnTo>
                    <a:pt x="1345928" y="807071"/>
                  </a:lnTo>
                  <a:lnTo>
                    <a:pt x="1344856" y="807868"/>
                  </a:lnTo>
                  <a:lnTo>
                    <a:pt x="1343784" y="808664"/>
                  </a:lnTo>
                  <a:lnTo>
                    <a:pt x="1342713" y="809462"/>
                  </a:lnTo>
                  <a:lnTo>
                    <a:pt x="1341641" y="810259"/>
                  </a:lnTo>
                  <a:lnTo>
                    <a:pt x="1340570" y="811056"/>
                  </a:lnTo>
                  <a:lnTo>
                    <a:pt x="1339498" y="811854"/>
                  </a:lnTo>
                  <a:lnTo>
                    <a:pt x="1338426" y="812652"/>
                  </a:lnTo>
                  <a:lnTo>
                    <a:pt x="1337355" y="813450"/>
                  </a:lnTo>
                  <a:lnTo>
                    <a:pt x="1336283" y="814249"/>
                  </a:lnTo>
                  <a:lnTo>
                    <a:pt x="1335212" y="815047"/>
                  </a:lnTo>
                  <a:lnTo>
                    <a:pt x="1334140" y="815846"/>
                  </a:lnTo>
                  <a:lnTo>
                    <a:pt x="1333068" y="816644"/>
                  </a:lnTo>
                  <a:lnTo>
                    <a:pt x="1331997" y="817443"/>
                  </a:lnTo>
                  <a:lnTo>
                    <a:pt x="1330925" y="818242"/>
                  </a:lnTo>
                  <a:lnTo>
                    <a:pt x="1329854" y="819042"/>
                  </a:lnTo>
                  <a:lnTo>
                    <a:pt x="1328782" y="819841"/>
                  </a:lnTo>
                  <a:lnTo>
                    <a:pt x="1327710" y="820640"/>
                  </a:lnTo>
                  <a:lnTo>
                    <a:pt x="1326639" y="821440"/>
                  </a:lnTo>
                  <a:lnTo>
                    <a:pt x="1325567" y="822240"/>
                  </a:lnTo>
                  <a:lnTo>
                    <a:pt x="1324496" y="823039"/>
                  </a:lnTo>
                  <a:lnTo>
                    <a:pt x="1323424" y="823839"/>
                  </a:lnTo>
                  <a:lnTo>
                    <a:pt x="1322352" y="824639"/>
                  </a:lnTo>
                  <a:lnTo>
                    <a:pt x="1321281" y="825439"/>
                  </a:lnTo>
                  <a:lnTo>
                    <a:pt x="1320209" y="826239"/>
                  </a:lnTo>
                  <a:lnTo>
                    <a:pt x="1319138" y="827039"/>
                  </a:lnTo>
                  <a:lnTo>
                    <a:pt x="1318066" y="827839"/>
                  </a:lnTo>
                  <a:lnTo>
                    <a:pt x="1316994" y="828639"/>
                  </a:lnTo>
                  <a:lnTo>
                    <a:pt x="1315923" y="829439"/>
                  </a:lnTo>
                  <a:lnTo>
                    <a:pt x="1314851" y="830239"/>
                  </a:lnTo>
                  <a:lnTo>
                    <a:pt x="1313780" y="831039"/>
                  </a:lnTo>
                  <a:lnTo>
                    <a:pt x="1312708" y="831839"/>
                  </a:lnTo>
                  <a:lnTo>
                    <a:pt x="1311636" y="832638"/>
                  </a:lnTo>
                  <a:lnTo>
                    <a:pt x="1310565" y="833438"/>
                  </a:lnTo>
                  <a:lnTo>
                    <a:pt x="1309493" y="834238"/>
                  </a:lnTo>
                  <a:lnTo>
                    <a:pt x="1308422" y="835038"/>
                  </a:lnTo>
                  <a:lnTo>
                    <a:pt x="1307350" y="835838"/>
                  </a:lnTo>
                  <a:lnTo>
                    <a:pt x="1306278" y="836637"/>
                  </a:lnTo>
                  <a:lnTo>
                    <a:pt x="1305207" y="837437"/>
                  </a:lnTo>
                  <a:lnTo>
                    <a:pt x="1304135" y="838236"/>
                  </a:lnTo>
                  <a:lnTo>
                    <a:pt x="1303064" y="839036"/>
                  </a:lnTo>
                  <a:lnTo>
                    <a:pt x="1301992" y="839835"/>
                  </a:lnTo>
                  <a:lnTo>
                    <a:pt x="1300920" y="840634"/>
                  </a:lnTo>
                  <a:lnTo>
                    <a:pt x="1299849" y="841433"/>
                  </a:lnTo>
                  <a:lnTo>
                    <a:pt x="1298777" y="842232"/>
                  </a:lnTo>
                  <a:lnTo>
                    <a:pt x="1297706" y="843031"/>
                  </a:lnTo>
                  <a:lnTo>
                    <a:pt x="1296634" y="843829"/>
                  </a:lnTo>
                  <a:lnTo>
                    <a:pt x="1295562" y="844628"/>
                  </a:lnTo>
                  <a:lnTo>
                    <a:pt x="1294491" y="845426"/>
                  </a:lnTo>
                  <a:lnTo>
                    <a:pt x="1293419" y="846224"/>
                  </a:lnTo>
                  <a:lnTo>
                    <a:pt x="1292348" y="847022"/>
                  </a:lnTo>
                  <a:lnTo>
                    <a:pt x="1291276" y="847820"/>
                  </a:lnTo>
                  <a:lnTo>
                    <a:pt x="1290204" y="848617"/>
                  </a:lnTo>
                  <a:lnTo>
                    <a:pt x="1289133" y="849414"/>
                  </a:lnTo>
                  <a:lnTo>
                    <a:pt x="1288061" y="850211"/>
                  </a:lnTo>
                  <a:lnTo>
                    <a:pt x="1286990" y="851008"/>
                  </a:lnTo>
                  <a:lnTo>
                    <a:pt x="1285918" y="851805"/>
                  </a:lnTo>
                  <a:lnTo>
                    <a:pt x="1284846" y="852601"/>
                  </a:lnTo>
                  <a:lnTo>
                    <a:pt x="1283775" y="853397"/>
                  </a:lnTo>
                  <a:lnTo>
                    <a:pt x="1282703" y="854193"/>
                  </a:lnTo>
                  <a:lnTo>
                    <a:pt x="1281632" y="854988"/>
                  </a:lnTo>
                  <a:lnTo>
                    <a:pt x="1280560" y="855783"/>
                  </a:lnTo>
                  <a:lnTo>
                    <a:pt x="1279488" y="856578"/>
                  </a:lnTo>
                  <a:lnTo>
                    <a:pt x="1278417" y="857373"/>
                  </a:lnTo>
                  <a:lnTo>
                    <a:pt x="1277345" y="858167"/>
                  </a:lnTo>
                  <a:lnTo>
                    <a:pt x="1276274" y="858961"/>
                  </a:lnTo>
                  <a:lnTo>
                    <a:pt x="1275202" y="859755"/>
                  </a:lnTo>
                  <a:lnTo>
                    <a:pt x="1274130" y="860548"/>
                  </a:lnTo>
                  <a:lnTo>
                    <a:pt x="1273059" y="861341"/>
                  </a:lnTo>
                  <a:lnTo>
                    <a:pt x="1271987" y="862134"/>
                  </a:lnTo>
                  <a:lnTo>
                    <a:pt x="1270916" y="862926"/>
                  </a:lnTo>
                  <a:lnTo>
                    <a:pt x="1269844" y="863718"/>
                  </a:lnTo>
                  <a:lnTo>
                    <a:pt x="1268772" y="864509"/>
                  </a:lnTo>
                  <a:lnTo>
                    <a:pt x="1267701" y="865300"/>
                  </a:lnTo>
                  <a:lnTo>
                    <a:pt x="1266629" y="866091"/>
                  </a:lnTo>
                  <a:lnTo>
                    <a:pt x="1265558" y="866881"/>
                  </a:lnTo>
                  <a:lnTo>
                    <a:pt x="1264486" y="867671"/>
                  </a:lnTo>
                  <a:lnTo>
                    <a:pt x="1263414" y="868461"/>
                  </a:lnTo>
                  <a:lnTo>
                    <a:pt x="1262343" y="869250"/>
                  </a:lnTo>
                  <a:lnTo>
                    <a:pt x="1261271" y="870038"/>
                  </a:lnTo>
                  <a:lnTo>
                    <a:pt x="1260200" y="870826"/>
                  </a:lnTo>
                  <a:lnTo>
                    <a:pt x="1259128" y="871614"/>
                  </a:lnTo>
                  <a:lnTo>
                    <a:pt x="1258056" y="872401"/>
                  </a:lnTo>
                  <a:lnTo>
                    <a:pt x="1256985" y="873188"/>
                  </a:lnTo>
                  <a:lnTo>
                    <a:pt x="1255913" y="873975"/>
                  </a:lnTo>
                  <a:lnTo>
                    <a:pt x="1254842" y="874760"/>
                  </a:lnTo>
                  <a:lnTo>
                    <a:pt x="1253770" y="875546"/>
                  </a:lnTo>
                  <a:lnTo>
                    <a:pt x="1252698" y="876331"/>
                  </a:lnTo>
                  <a:lnTo>
                    <a:pt x="1251627" y="877115"/>
                  </a:lnTo>
                  <a:lnTo>
                    <a:pt x="1250555" y="877899"/>
                  </a:lnTo>
                  <a:lnTo>
                    <a:pt x="1249484" y="878682"/>
                  </a:lnTo>
                  <a:lnTo>
                    <a:pt x="1248412" y="879465"/>
                  </a:lnTo>
                  <a:lnTo>
                    <a:pt x="1247340" y="880247"/>
                  </a:lnTo>
                  <a:lnTo>
                    <a:pt x="1246269" y="881029"/>
                  </a:lnTo>
                  <a:lnTo>
                    <a:pt x="1245197" y="881810"/>
                  </a:lnTo>
                  <a:lnTo>
                    <a:pt x="1244126" y="882590"/>
                  </a:lnTo>
                  <a:lnTo>
                    <a:pt x="1243054" y="883370"/>
                  </a:lnTo>
                  <a:lnTo>
                    <a:pt x="1241983" y="884150"/>
                  </a:lnTo>
                  <a:lnTo>
                    <a:pt x="1240911" y="884929"/>
                  </a:lnTo>
                  <a:lnTo>
                    <a:pt x="1239839" y="885707"/>
                  </a:lnTo>
                  <a:lnTo>
                    <a:pt x="1238768" y="886484"/>
                  </a:lnTo>
                  <a:lnTo>
                    <a:pt x="1237696" y="887261"/>
                  </a:lnTo>
                  <a:lnTo>
                    <a:pt x="1236625" y="888038"/>
                  </a:lnTo>
                  <a:lnTo>
                    <a:pt x="1235553" y="888814"/>
                  </a:lnTo>
                  <a:lnTo>
                    <a:pt x="1234481" y="889589"/>
                  </a:lnTo>
                  <a:lnTo>
                    <a:pt x="1233410" y="890363"/>
                  </a:lnTo>
                  <a:lnTo>
                    <a:pt x="1232338" y="891137"/>
                  </a:lnTo>
                  <a:lnTo>
                    <a:pt x="1231267" y="891910"/>
                  </a:lnTo>
                  <a:lnTo>
                    <a:pt x="1230195" y="892683"/>
                  </a:lnTo>
                  <a:lnTo>
                    <a:pt x="1229123" y="893455"/>
                  </a:lnTo>
                  <a:lnTo>
                    <a:pt x="1228052" y="894226"/>
                  </a:lnTo>
                  <a:lnTo>
                    <a:pt x="1226980" y="894997"/>
                  </a:lnTo>
                  <a:lnTo>
                    <a:pt x="1225909" y="895766"/>
                  </a:lnTo>
                  <a:lnTo>
                    <a:pt x="1224837" y="896536"/>
                  </a:lnTo>
                  <a:lnTo>
                    <a:pt x="1223765" y="897304"/>
                  </a:lnTo>
                  <a:lnTo>
                    <a:pt x="1222694" y="898072"/>
                  </a:lnTo>
                  <a:lnTo>
                    <a:pt x="1221622" y="898839"/>
                  </a:lnTo>
                  <a:lnTo>
                    <a:pt x="1220551" y="899605"/>
                  </a:lnTo>
                  <a:lnTo>
                    <a:pt x="1219479" y="900371"/>
                  </a:lnTo>
                  <a:lnTo>
                    <a:pt x="1218407" y="901135"/>
                  </a:lnTo>
                  <a:lnTo>
                    <a:pt x="1217336" y="901899"/>
                  </a:lnTo>
                  <a:lnTo>
                    <a:pt x="1216264" y="902663"/>
                  </a:lnTo>
                  <a:lnTo>
                    <a:pt x="1215193" y="903425"/>
                  </a:lnTo>
                  <a:lnTo>
                    <a:pt x="1214121" y="904187"/>
                  </a:lnTo>
                  <a:lnTo>
                    <a:pt x="1213049" y="904948"/>
                  </a:lnTo>
                  <a:lnTo>
                    <a:pt x="1211978" y="905708"/>
                  </a:lnTo>
                  <a:lnTo>
                    <a:pt x="1210906" y="906468"/>
                  </a:lnTo>
                  <a:lnTo>
                    <a:pt x="1209835" y="907226"/>
                  </a:lnTo>
                  <a:lnTo>
                    <a:pt x="1208763" y="907984"/>
                  </a:lnTo>
                  <a:lnTo>
                    <a:pt x="1207691" y="908741"/>
                  </a:lnTo>
                  <a:lnTo>
                    <a:pt x="1206620" y="909497"/>
                  </a:lnTo>
                  <a:lnTo>
                    <a:pt x="1205548" y="910253"/>
                  </a:lnTo>
                  <a:lnTo>
                    <a:pt x="1204477" y="911007"/>
                  </a:lnTo>
                  <a:lnTo>
                    <a:pt x="1203405" y="911761"/>
                  </a:lnTo>
                  <a:lnTo>
                    <a:pt x="1202333" y="912514"/>
                  </a:lnTo>
                  <a:lnTo>
                    <a:pt x="1201262" y="913266"/>
                  </a:lnTo>
                  <a:lnTo>
                    <a:pt x="1200190" y="914017"/>
                  </a:lnTo>
                  <a:lnTo>
                    <a:pt x="1199119" y="914767"/>
                  </a:lnTo>
                  <a:lnTo>
                    <a:pt x="1198047" y="915517"/>
                  </a:lnTo>
                  <a:lnTo>
                    <a:pt x="1196975" y="916265"/>
                  </a:lnTo>
                  <a:lnTo>
                    <a:pt x="1195904" y="917013"/>
                  </a:lnTo>
                  <a:lnTo>
                    <a:pt x="1194832" y="917760"/>
                  </a:lnTo>
                  <a:lnTo>
                    <a:pt x="1193761" y="918506"/>
                  </a:lnTo>
                  <a:lnTo>
                    <a:pt x="1192689" y="919251"/>
                  </a:lnTo>
                  <a:lnTo>
                    <a:pt x="1191617" y="919995"/>
                  </a:lnTo>
                  <a:lnTo>
                    <a:pt x="1190546" y="920738"/>
                  </a:lnTo>
                  <a:lnTo>
                    <a:pt x="1189474" y="921480"/>
                  </a:lnTo>
                  <a:lnTo>
                    <a:pt x="1188403" y="922221"/>
                  </a:lnTo>
                  <a:lnTo>
                    <a:pt x="1187331" y="922962"/>
                  </a:lnTo>
                  <a:lnTo>
                    <a:pt x="1186259" y="923701"/>
                  </a:lnTo>
                  <a:lnTo>
                    <a:pt x="1185188" y="924440"/>
                  </a:lnTo>
                  <a:lnTo>
                    <a:pt x="1184116" y="925177"/>
                  </a:lnTo>
                  <a:lnTo>
                    <a:pt x="1183045" y="925914"/>
                  </a:lnTo>
                  <a:lnTo>
                    <a:pt x="1181973" y="926649"/>
                  </a:lnTo>
                  <a:lnTo>
                    <a:pt x="1180901" y="927384"/>
                  </a:lnTo>
                  <a:lnTo>
                    <a:pt x="1179830" y="928118"/>
                  </a:lnTo>
                  <a:lnTo>
                    <a:pt x="1178758" y="928850"/>
                  </a:lnTo>
                  <a:lnTo>
                    <a:pt x="1177687" y="929582"/>
                  </a:lnTo>
                  <a:lnTo>
                    <a:pt x="1176615" y="930313"/>
                  </a:lnTo>
                  <a:lnTo>
                    <a:pt x="1175543" y="931043"/>
                  </a:lnTo>
                  <a:lnTo>
                    <a:pt x="1174472" y="931771"/>
                  </a:lnTo>
                  <a:lnTo>
                    <a:pt x="1173400" y="932499"/>
                  </a:lnTo>
                  <a:lnTo>
                    <a:pt x="1172329" y="933226"/>
                  </a:lnTo>
                  <a:lnTo>
                    <a:pt x="1171257" y="933951"/>
                  </a:lnTo>
                  <a:lnTo>
                    <a:pt x="1170185" y="934676"/>
                  </a:lnTo>
                  <a:lnTo>
                    <a:pt x="1169114" y="935400"/>
                  </a:lnTo>
                  <a:lnTo>
                    <a:pt x="1168042" y="936122"/>
                  </a:lnTo>
                  <a:lnTo>
                    <a:pt x="1166971" y="936844"/>
                  </a:lnTo>
                  <a:lnTo>
                    <a:pt x="1165899" y="937564"/>
                  </a:lnTo>
                  <a:lnTo>
                    <a:pt x="1164827" y="938284"/>
                  </a:lnTo>
                  <a:lnTo>
                    <a:pt x="1163756" y="939002"/>
                  </a:lnTo>
                  <a:lnTo>
                    <a:pt x="1162684" y="939719"/>
                  </a:lnTo>
                  <a:lnTo>
                    <a:pt x="1161613" y="940436"/>
                  </a:lnTo>
                  <a:lnTo>
                    <a:pt x="1160541" y="941151"/>
                  </a:lnTo>
                  <a:lnTo>
                    <a:pt x="1159469" y="941865"/>
                  </a:lnTo>
                  <a:lnTo>
                    <a:pt x="1158398" y="942578"/>
                  </a:lnTo>
                  <a:lnTo>
                    <a:pt x="1157326" y="943290"/>
                  </a:lnTo>
                  <a:lnTo>
                    <a:pt x="1156255" y="944000"/>
                  </a:lnTo>
                  <a:lnTo>
                    <a:pt x="1155183" y="944710"/>
                  </a:lnTo>
                  <a:lnTo>
                    <a:pt x="1154111" y="945419"/>
                  </a:lnTo>
                  <a:lnTo>
                    <a:pt x="1153040" y="946126"/>
                  </a:lnTo>
                  <a:lnTo>
                    <a:pt x="1151968" y="946833"/>
                  </a:lnTo>
                  <a:lnTo>
                    <a:pt x="1150897" y="947538"/>
                  </a:lnTo>
                  <a:lnTo>
                    <a:pt x="1149825" y="948242"/>
                  </a:lnTo>
                  <a:lnTo>
                    <a:pt x="1148753" y="948945"/>
                  </a:lnTo>
                  <a:lnTo>
                    <a:pt x="1147682" y="949647"/>
                  </a:lnTo>
                  <a:lnTo>
                    <a:pt x="1146610" y="950347"/>
                  </a:lnTo>
                  <a:lnTo>
                    <a:pt x="1145539" y="951047"/>
                  </a:lnTo>
                  <a:lnTo>
                    <a:pt x="1144467" y="951745"/>
                  </a:lnTo>
                  <a:lnTo>
                    <a:pt x="1143395" y="952442"/>
                  </a:lnTo>
                  <a:lnTo>
                    <a:pt x="1142324" y="953139"/>
                  </a:lnTo>
                  <a:lnTo>
                    <a:pt x="1141252" y="953833"/>
                  </a:lnTo>
                  <a:lnTo>
                    <a:pt x="1140181" y="954527"/>
                  </a:lnTo>
                  <a:lnTo>
                    <a:pt x="1139109" y="955220"/>
                  </a:lnTo>
                  <a:lnTo>
                    <a:pt x="1138037" y="955911"/>
                  </a:lnTo>
                  <a:lnTo>
                    <a:pt x="1136966" y="956601"/>
                  </a:lnTo>
                  <a:lnTo>
                    <a:pt x="1135894" y="957290"/>
                  </a:lnTo>
                  <a:lnTo>
                    <a:pt x="1134823" y="957978"/>
                  </a:lnTo>
                  <a:lnTo>
                    <a:pt x="1133751" y="958665"/>
                  </a:lnTo>
                  <a:lnTo>
                    <a:pt x="1132679" y="959350"/>
                  </a:lnTo>
                  <a:lnTo>
                    <a:pt x="1131608" y="960034"/>
                  </a:lnTo>
                  <a:lnTo>
                    <a:pt x="1130536" y="960717"/>
                  </a:lnTo>
                  <a:lnTo>
                    <a:pt x="1129465" y="961399"/>
                  </a:lnTo>
                  <a:lnTo>
                    <a:pt x="1128393" y="962079"/>
                  </a:lnTo>
                  <a:lnTo>
                    <a:pt x="1127321" y="962759"/>
                  </a:lnTo>
                  <a:lnTo>
                    <a:pt x="1126250" y="963437"/>
                  </a:lnTo>
                  <a:lnTo>
                    <a:pt x="1125178" y="964114"/>
                  </a:lnTo>
                  <a:lnTo>
                    <a:pt x="1124107" y="964789"/>
                  </a:lnTo>
                  <a:lnTo>
                    <a:pt x="1123035" y="965464"/>
                  </a:lnTo>
                  <a:lnTo>
                    <a:pt x="1121963" y="966137"/>
                  </a:lnTo>
                  <a:lnTo>
                    <a:pt x="1120892" y="966809"/>
                  </a:lnTo>
                  <a:lnTo>
                    <a:pt x="1119820" y="967479"/>
                  </a:lnTo>
                  <a:lnTo>
                    <a:pt x="1118749" y="968149"/>
                  </a:lnTo>
                  <a:lnTo>
                    <a:pt x="1117677" y="968817"/>
                  </a:lnTo>
                  <a:lnTo>
                    <a:pt x="1116605" y="969483"/>
                  </a:lnTo>
                  <a:lnTo>
                    <a:pt x="1115534" y="970149"/>
                  </a:lnTo>
                  <a:lnTo>
                    <a:pt x="1114462" y="970813"/>
                  </a:lnTo>
                  <a:lnTo>
                    <a:pt x="1113391" y="971476"/>
                  </a:lnTo>
                  <a:lnTo>
                    <a:pt x="1112319" y="972138"/>
                  </a:lnTo>
                  <a:lnTo>
                    <a:pt x="1111247" y="972799"/>
                  </a:lnTo>
                  <a:lnTo>
                    <a:pt x="1110176" y="973458"/>
                  </a:lnTo>
                  <a:lnTo>
                    <a:pt x="1109104" y="974116"/>
                  </a:lnTo>
                  <a:lnTo>
                    <a:pt x="1108033" y="974772"/>
                  </a:lnTo>
                  <a:lnTo>
                    <a:pt x="1106961" y="975427"/>
                  </a:lnTo>
                  <a:lnTo>
                    <a:pt x="1105889" y="976081"/>
                  </a:lnTo>
                  <a:lnTo>
                    <a:pt x="1104818" y="976734"/>
                  </a:lnTo>
                  <a:lnTo>
                    <a:pt x="1103746" y="977385"/>
                  </a:lnTo>
                  <a:lnTo>
                    <a:pt x="1102675" y="978036"/>
                  </a:lnTo>
                  <a:lnTo>
                    <a:pt x="1101603" y="978684"/>
                  </a:lnTo>
                  <a:lnTo>
                    <a:pt x="1100531" y="979332"/>
                  </a:lnTo>
                  <a:lnTo>
                    <a:pt x="1099460" y="979978"/>
                  </a:lnTo>
                  <a:lnTo>
                    <a:pt x="1098388" y="980623"/>
                  </a:lnTo>
                  <a:lnTo>
                    <a:pt x="1097317" y="981266"/>
                  </a:lnTo>
                  <a:lnTo>
                    <a:pt x="1096245" y="981908"/>
                  </a:lnTo>
                  <a:lnTo>
                    <a:pt x="1095173" y="982549"/>
                  </a:lnTo>
                  <a:lnTo>
                    <a:pt x="1094102" y="983189"/>
                  </a:lnTo>
                  <a:lnTo>
                    <a:pt x="1093030" y="983827"/>
                  </a:lnTo>
                  <a:lnTo>
                    <a:pt x="1091959" y="984463"/>
                  </a:lnTo>
                  <a:lnTo>
                    <a:pt x="1090887" y="985099"/>
                  </a:lnTo>
                  <a:lnTo>
                    <a:pt x="1089815" y="985733"/>
                  </a:lnTo>
                  <a:lnTo>
                    <a:pt x="1088744" y="986366"/>
                  </a:lnTo>
                  <a:lnTo>
                    <a:pt x="1087672" y="986997"/>
                  </a:lnTo>
                  <a:lnTo>
                    <a:pt x="1086601" y="987627"/>
                  </a:lnTo>
                  <a:lnTo>
                    <a:pt x="1085529" y="988256"/>
                  </a:lnTo>
                  <a:lnTo>
                    <a:pt x="1084457" y="988883"/>
                  </a:lnTo>
                  <a:lnTo>
                    <a:pt x="1083386" y="989509"/>
                  </a:lnTo>
                  <a:lnTo>
                    <a:pt x="1082314" y="990134"/>
                  </a:lnTo>
                  <a:lnTo>
                    <a:pt x="1081243" y="990757"/>
                  </a:lnTo>
                  <a:lnTo>
                    <a:pt x="1080171" y="991379"/>
                  </a:lnTo>
                  <a:lnTo>
                    <a:pt x="1079099" y="992000"/>
                  </a:lnTo>
                  <a:lnTo>
                    <a:pt x="1078028" y="992619"/>
                  </a:lnTo>
                  <a:lnTo>
                    <a:pt x="1076956" y="993236"/>
                  </a:lnTo>
                  <a:lnTo>
                    <a:pt x="1075885" y="993853"/>
                  </a:lnTo>
                  <a:lnTo>
                    <a:pt x="1074813" y="994468"/>
                  </a:lnTo>
                  <a:lnTo>
                    <a:pt x="1073741" y="995082"/>
                  </a:lnTo>
                  <a:lnTo>
                    <a:pt x="1072670" y="995694"/>
                  </a:lnTo>
                  <a:lnTo>
                    <a:pt x="1071598" y="996305"/>
                  </a:lnTo>
                  <a:lnTo>
                    <a:pt x="1070527" y="996915"/>
                  </a:lnTo>
                  <a:lnTo>
                    <a:pt x="1069455" y="997523"/>
                  </a:lnTo>
                  <a:lnTo>
                    <a:pt x="1068383" y="998130"/>
                  </a:lnTo>
                  <a:lnTo>
                    <a:pt x="1067312" y="998736"/>
                  </a:lnTo>
                  <a:lnTo>
                    <a:pt x="1066240" y="999340"/>
                  </a:lnTo>
                  <a:lnTo>
                    <a:pt x="1065169" y="999944"/>
                  </a:lnTo>
                  <a:lnTo>
                    <a:pt x="1064097" y="1000545"/>
                  </a:lnTo>
                  <a:lnTo>
                    <a:pt x="1063026" y="1001146"/>
                  </a:lnTo>
                  <a:lnTo>
                    <a:pt x="1061954" y="1001745"/>
                  </a:lnTo>
                  <a:lnTo>
                    <a:pt x="1060882" y="1002344"/>
                  </a:lnTo>
                  <a:lnTo>
                    <a:pt x="1059811" y="1002940"/>
                  </a:lnTo>
                  <a:lnTo>
                    <a:pt x="1058739" y="1003536"/>
                  </a:lnTo>
                  <a:lnTo>
                    <a:pt x="1057668" y="1004130"/>
                  </a:lnTo>
                  <a:lnTo>
                    <a:pt x="1056596" y="1004724"/>
                  </a:lnTo>
                  <a:lnTo>
                    <a:pt x="1055524" y="1005316"/>
                  </a:lnTo>
                  <a:lnTo>
                    <a:pt x="1054453" y="1005906"/>
                  </a:lnTo>
                  <a:lnTo>
                    <a:pt x="1053381" y="1006496"/>
                  </a:lnTo>
                  <a:lnTo>
                    <a:pt x="1052310" y="1007084"/>
                  </a:lnTo>
                  <a:lnTo>
                    <a:pt x="1051238" y="1007672"/>
                  </a:lnTo>
                  <a:lnTo>
                    <a:pt x="1050166" y="1008258"/>
                  </a:lnTo>
                  <a:lnTo>
                    <a:pt x="1049095" y="1008842"/>
                  </a:lnTo>
                  <a:lnTo>
                    <a:pt x="1048023" y="1009426"/>
                  </a:lnTo>
                  <a:lnTo>
                    <a:pt x="1046952" y="1010009"/>
                  </a:lnTo>
                  <a:lnTo>
                    <a:pt x="1045880" y="1010590"/>
                  </a:lnTo>
                  <a:lnTo>
                    <a:pt x="1044808" y="1011170"/>
                  </a:lnTo>
                  <a:lnTo>
                    <a:pt x="1043737" y="1011750"/>
                  </a:lnTo>
                  <a:lnTo>
                    <a:pt x="1042665" y="1012328"/>
                  </a:lnTo>
                  <a:lnTo>
                    <a:pt x="1041594" y="1012904"/>
                  </a:lnTo>
                  <a:lnTo>
                    <a:pt x="1040522" y="1013480"/>
                  </a:lnTo>
                  <a:lnTo>
                    <a:pt x="1039450" y="1014055"/>
                  </a:lnTo>
                  <a:lnTo>
                    <a:pt x="1038379" y="1014629"/>
                  </a:lnTo>
                  <a:lnTo>
                    <a:pt x="1037307" y="1015201"/>
                  </a:lnTo>
                  <a:lnTo>
                    <a:pt x="1036236" y="1015773"/>
                  </a:lnTo>
                  <a:lnTo>
                    <a:pt x="1035164" y="1016343"/>
                  </a:lnTo>
                  <a:lnTo>
                    <a:pt x="1034092" y="1016913"/>
                  </a:lnTo>
                  <a:lnTo>
                    <a:pt x="1033021" y="1017481"/>
                  </a:lnTo>
                  <a:lnTo>
                    <a:pt x="1031949" y="1018048"/>
                  </a:lnTo>
                  <a:lnTo>
                    <a:pt x="1030878" y="1018615"/>
                  </a:lnTo>
                  <a:lnTo>
                    <a:pt x="1029806" y="1019180"/>
                  </a:lnTo>
                  <a:lnTo>
                    <a:pt x="1028734" y="1019744"/>
                  </a:lnTo>
                  <a:lnTo>
                    <a:pt x="1027663" y="1020307"/>
                  </a:lnTo>
                  <a:lnTo>
                    <a:pt x="1026591" y="1020870"/>
                  </a:lnTo>
                  <a:lnTo>
                    <a:pt x="1025520" y="1021431"/>
                  </a:lnTo>
                  <a:lnTo>
                    <a:pt x="1024448" y="1021991"/>
                  </a:lnTo>
                  <a:lnTo>
                    <a:pt x="1023376" y="1022551"/>
                  </a:lnTo>
                  <a:lnTo>
                    <a:pt x="1022305" y="1023109"/>
                  </a:lnTo>
                  <a:lnTo>
                    <a:pt x="1021233" y="1023667"/>
                  </a:lnTo>
                  <a:lnTo>
                    <a:pt x="1020162" y="1024223"/>
                  </a:lnTo>
                  <a:lnTo>
                    <a:pt x="1019090" y="1024779"/>
                  </a:lnTo>
                  <a:lnTo>
                    <a:pt x="1018018" y="1025333"/>
                  </a:lnTo>
                  <a:lnTo>
                    <a:pt x="1016947" y="1025887"/>
                  </a:lnTo>
                  <a:lnTo>
                    <a:pt x="1015875" y="1026440"/>
                  </a:lnTo>
                  <a:lnTo>
                    <a:pt x="1014804" y="1026992"/>
                  </a:lnTo>
                  <a:lnTo>
                    <a:pt x="1013732" y="1027543"/>
                  </a:lnTo>
                  <a:lnTo>
                    <a:pt x="1012660" y="1028093"/>
                  </a:lnTo>
                  <a:lnTo>
                    <a:pt x="1011589" y="1028642"/>
                  </a:lnTo>
                  <a:lnTo>
                    <a:pt x="1010517" y="1029190"/>
                  </a:lnTo>
                  <a:lnTo>
                    <a:pt x="1009446" y="1029738"/>
                  </a:lnTo>
                  <a:lnTo>
                    <a:pt x="1008374" y="1030285"/>
                  </a:lnTo>
                  <a:lnTo>
                    <a:pt x="1007302" y="1030830"/>
                  </a:lnTo>
                  <a:lnTo>
                    <a:pt x="1006231" y="1031375"/>
                  </a:lnTo>
                  <a:lnTo>
                    <a:pt x="1005159" y="1031919"/>
                  </a:lnTo>
                  <a:lnTo>
                    <a:pt x="1004088" y="1032463"/>
                  </a:lnTo>
                  <a:lnTo>
                    <a:pt x="1003016" y="1033005"/>
                  </a:lnTo>
                  <a:lnTo>
                    <a:pt x="1001944" y="1033547"/>
                  </a:lnTo>
                  <a:lnTo>
                    <a:pt x="1000873" y="1034088"/>
                  </a:lnTo>
                  <a:lnTo>
                    <a:pt x="999801" y="1034628"/>
                  </a:lnTo>
                  <a:lnTo>
                    <a:pt x="998730" y="1035167"/>
                  </a:lnTo>
                  <a:lnTo>
                    <a:pt x="997658" y="1035706"/>
                  </a:lnTo>
                  <a:lnTo>
                    <a:pt x="996586" y="1036244"/>
                  </a:lnTo>
                  <a:lnTo>
                    <a:pt x="995515" y="1036781"/>
                  </a:lnTo>
                  <a:lnTo>
                    <a:pt x="994443" y="1037317"/>
                  </a:lnTo>
                  <a:lnTo>
                    <a:pt x="993372" y="1037853"/>
                  </a:lnTo>
                  <a:lnTo>
                    <a:pt x="992300" y="1038388"/>
                  </a:lnTo>
                  <a:lnTo>
                    <a:pt x="991228" y="1038922"/>
                  </a:lnTo>
                  <a:lnTo>
                    <a:pt x="990157" y="1039455"/>
                  </a:lnTo>
                  <a:lnTo>
                    <a:pt x="989085" y="1039988"/>
                  </a:lnTo>
                  <a:lnTo>
                    <a:pt x="988014" y="1040520"/>
                  </a:lnTo>
                  <a:lnTo>
                    <a:pt x="986942" y="1041051"/>
                  </a:lnTo>
                  <a:lnTo>
                    <a:pt x="985870" y="1041582"/>
                  </a:lnTo>
                  <a:lnTo>
                    <a:pt x="984799" y="1042112"/>
                  </a:lnTo>
                  <a:lnTo>
                    <a:pt x="983727" y="1042642"/>
                  </a:lnTo>
                  <a:lnTo>
                    <a:pt x="982656" y="1043170"/>
                  </a:lnTo>
                  <a:lnTo>
                    <a:pt x="981584" y="1043698"/>
                  </a:lnTo>
                  <a:lnTo>
                    <a:pt x="980512" y="1044226"/>
                  </a:lnTo>
                  <a:lnTo>
                    <a:pt x="979441" y="1044753"/>
                  </a:lnTo>
                  <a:lnTo>
                    <a:pt x="978369" y="1045279"/>
                  </a:lnTo>
                  <a:lnTo>
                    <a:pt x="977298" y="1045804"/>
                  </a:lnTo>
                  <a:lnTo>
                    <a:pt x="976226" y="1046329"/>
                  </a:lnTo>
                  <a:lnTo>
                    <a:pt x="975154" y="1046854"/>
                  </a:lnTo>
                  <a:lnTo>
                    <a:pt x="974083" y="1047378"/>
                  </a:lnTo>
                  <a:lnTo>
                    <a:pt x="973011" y="1047901"/>
                  </a:lnTo>
                  <a:lnTo>
                    <a:pt x="971940" y="1048423"/>
                  </a:lnTo>
                  <a:lnTo>
                    <a:pt x="970868" y="1048946"/>
                  </a:lnTo>
                  <a:lnTo>
                    <a:pt x="969796" y="1049467"/>
                  </a:lnTo>
                  <a:lnTo>
                    <a:pt x="968725" y="1049988"/>
                  </a:lnTo>
                  <a:lnTo>
                    <a:pt x="967653" y="1050509"/>
                  </a:lnTo>
                  <a:lnTo>
                    <a:pt x="966582" y="1051029"/>
                  </a:lnTo>
                  <a:lnTo>
                    <a:pt x="965510" y="1051548"/>
                  </a:lnTo>
                  <a:lnTo>
                    <a:pt x="964438" y="1052067"/>
                  </a:lnTo>
                  <a:lnTo>
                    <a:pt x="963367" y="1052585"/>
                  </a:lnTo>
                  <a:lnTo>
                    <a:pt x="962295" y="1053103"/>
                  </a:lnTo>
                  <a:lnTo>
                    <a:pt x="961224" y="1053621"/>
                  </a:lnTo>
                  <a:lnTo>
                    <a:pt x="960152" y="1054138"/>
                  </a:lnTo>
                  <a:lnTo>
                    <a:pt x="959080" y="1054654"/>
                  </a:lnTo>
                  <a:lnTo>
                    <a:pt x="958009" y="1055171"/>
                  </a:lnTo>
                  <a:lnTo>
                    <a:pt x="956937" y="1055686"/>
                  </a:lnTo>
                  <a:lnTo>
                    <a:pt x="955866" y="1056201"/>
                  </a:lnTo>
                  <a:lnTo>
                    <a:pt x="954794" y="1056716"/>
                  </a:lnTo>
                  <a:lnTo>
                    <a:pt x="953722" y="1057231"/>
                  </a:lnTo>
                  <a:lnTo>
                    <a:pt x="952651" y="1057744"/>
                  </a:lnTo>
                  <a:lnTo>
                    <a:pt x="951579" y="1058258"/>
                  </a:lnTo>
                  <a:lnTo>
                    <a:pt x="950508" y="1058771"/>
                  </a:lnTo>
                  <a:lnTo>
                    <a:pt x="949436" y="1059284"/>
                  </a:lnTo>
                  <a:lnTo>
                    <a:pt x="948364" y="1059796"/>
                  </a:lnTo>
                  <a:lnTo>
                    <a:pt x="947293" y="1060308"/>
                  </a:lnTo>
                  <a:lnTo>
                    <a:pt x="946221" y="1060820"/>
                  </a:lnTo>
                  <a:lnTo>
                    <a:pt x="945150" y="1061331"/>
                  </a:lnTo>
                  <a:lnTo>
                    <a:pt x="944078" y="1061842"/>
                  </a:lnTo>
                  <a:lnTo>
                    <a:pt x="943006" y="1062353"/>
                  </a:lnTo>
                  <a:lnTo>
                    <a:pt x="941935" y="1062863"/>
                  </a:lnTo>
                  <a:lnTo>
                    <a:pt x="940863" y="1063373"/>
                  </a:lnTo>
                  <a:lnTo>
                    <a:pt x="939792" y="1063883"/>
                  </a:lnTo>
                  <a:lnTo>
                    <a:pt x="938720" y="1064392"/>
                  </a:lnTo>
                  <a:lnTo>
                    <a:pt x="937648" y="1064902"/>
                  </a:lnTo>
                  <a:lnTo>
                    <a:pt x="936577" y="1065410"/>
                  </a:lnTo>
                  <a:lnTo>
                    <a:pt x="935505" y="1065919"/>
                  </a:lnTo>
                  <a:lnTo>
                    <a:pt x="934434" y="1066427"/>
                  </a:lnTo>
                  <a:lnTo>
                    <a:pt x="933362" y="1066935"/>
                  </a:lnTo>
                  <a:lnTo>
                    <a:pt x="932290" y="1067443"/>
                  </a:lnTo>
                  <a:lnTo>
                    <a:pt x="931219" y="1067951"/>
                  </a:lnTo>
                  <a:lnTo>
                    <a:pt x="930147" y="1068458"/>
                  </a:lnTo>
                  <a:lnTo>
                    <a:pt x="929076" y="1068965"/>
                  </a:lnTo>
                  <a:lnTo>
                    <a:pt x="928004" y="1069472"/>
                  </a:lnTo>
                  <a:lnTo>
                    <a:pt x="926932" y="1069979"/>
                  </a:lnTo>
                  <a:lnTo>
                    <a:pt x="925861" y="1070485"/>
                  </a:lnTo>
                  <a:lnTo>
                    <a:pt x="924789" y="1070992"/>
                  </a:lnTo>
                  <a:lnTo>
                    <a:pt x="923718" y="1071498"/>
                  </a:lnTo>
                  <a:lnTo>
                    <a:pt x="922646" y="1072004"/>
                  </a:lnTo>
                  <a:lnTo>
                    <a:pt x="921574" y="1072510"/>
                  </a:lnTo>
                  <a:lnTo>
                    <a:pt x="920503" y="1073015"/>
                  </a:lnTo>
                  <a:lnTo>
                    <a:pt x="919431" y="1073521"/>
                  </a:lnTo>
                  <a:lnTo>
                    <a:pt x="918360" y="1074026"/>
                  </a:lnTo>
                  <a:lnTo>
                    <a:pt x="917288" y="1074532"/>
                  </a:lnTo>
                  <a:lnTo>
                    <a:pt x="916216" y="1075037"/>
                  </a:lnTo>
                  <a:lnTo>
                    <a:pt x="915145" y="1075542"/>
                  </a:lnTo>
                  <a:lnTo>
                    <a:pt x="914073" y="1076047"/>
                  </a:lnTo>
                  <a:lnTo>
                    <a:pt x="913002" y="1076552"/>
                  </a:lnTo>
                  <a:lnTo>
                    <a:pt x="911930" y="1077057"/>
                  </a:lnTo>
                  <a:lnTo>
                    <a:pt x="910858" y="1077562"/>
                  </a:lnTo>
                  <a:lnTo>
                    <a:pt x="909787" y="1078066"/>
                  </a:lnTo>
                  <a:lnTo>
                    <a:pt x="908715" y="1078571"/>
                  </a:lnTo>
                  <a:lnTo>
                    <a:pt x="907644" y="1079076"/>
                  </a:lnTo>
                  <a:lnTo>
                    <a:pt x="906572" y="1079580"/>
                  </a:lnTo>
                  <a:lnTo>
                    <a:pt x="905500" y="1080085"/>
                  </a:lnTo>
                  <a:lnTo>
                    <a:pt x="904429" y="1080589"/>
                  </a:lnTo>
                  <a:lnTo>
                    <a:pt x="903357" y="1081094"/>
                  </a:lnTo>
                  <a:lnTo>
                    <a:pt x="902286" y="1081598"/>
                  </a:lnTo>
                  <a:lnTo>
                    <a:pt x="901214" y="1082103"/>
                  </a:lnTo>
                  <a:lnTo>
                    <a:pt x="900142" y="1082607"/>
                  </a:lnTo>
                  <a:lnTo>
                    <a:pt x="899071" y="1083112"/>
                  </a:lnTo>
                  <a:lnTo>
                    <a:pt x="897999" y="1083617"/>
                  </a:lnTo>
                  <a:lnTo>
                    <a:pt x="896928" y="1084121"/>
                  </a:lnTo>
                  <a:lnTo>
                    <a:pt x="895856" y="1084626"/>
                  </a:lnTo>
                  <a:lnTo>
                    <a:pt x="894784" y="1085131"/>
                  </a:lnTo>
                  <a:lnTo>
                    <a:pt x="893713" y="1085636"/>
                  </a:lnTo>
                  <a:lnTo>
                    <a:pt x="892641" y="1086141"/>
                  </a:lnTo>
                  <a:lnTo>
                    <a:pt x="891570" y="1086646"/>
                  </a:lnTo>
                  <a:lnTo>
                    <a:pt x="890498" y="1087151"/>
                  </a:lnTo>
                  <a:lnTo>
                    <a:pt x="889426" y="1087657"/>
                  </a:lnTo>
                  <a:lnTo>
                    <a:pt x="888355" y="1088162"/>
                  </a:lnTo>
                  <a:lnTo>
                    <a:pt x="887283" y="1088668"/>
                  </a:lnTo>
                  <a:lnTo>
                    <a:pt x="886212" y="1089173"/>
                  </a:lnTo>
                  <a:lnTo>
                    <a:pt x="885140" y="1089679"/>
                  </a:lnTo>
                  <a:lnTo>
                    <a:pt x="884069" y="1090185"/>
                  </a:lnTo>
                  <a:lnTo>
                    <a:pt x="882997" y="1090691"/>
                  </a:lnTo>
                  <a:lnTo>
                    <a:pt x="881925" y="1091198"/>
                  </a:lnTo>
                  <a:lnTo>
                    <a:pt x="880854" y="1091704"/>
                  </a:lnTo>
                  <a:lnTo>
                    <a:pt x="879782" y="1092211"/>
                  </a:lnTo>
                  <a:lnTo>
                    <a:pt x="878711" y="1092718"/>
                  </a:lnTo>
                  <a:lnTo>
                    <a:pt x="877639" y="1093225"/>
                  </a:lnTo>
                  <a:lnTo>
                    <a:pt x="876567" y="1093732"/>
                  </a:lnTo>
                  <a:lnTo>
                    <a:pt x="875496" y="1094240"/>
                  </a:lnTo>
                  <a:lnTo>
                    <a:pt x="874424" y="1094748"/>
                  </a:lnTo>
                  <a:lnTo>
                    <a:pt x="873353" y="1095256"/>
                  </a:lnTo>
                  <a:lnTo>
                    <a:pt x="872281" y="1095764"/>
                  </a:lnTo>
                  <a:lnTo>
                    <a:pt x="871209" y="1096273"/>
                  </a:lnTo>
                  <a:lnTo>
                    <a:pt x="870138" y="1096782"/>
                  </a:lnTo>
                  <a:lnTo>
                    <a:pt x="869066" y="1097291"/>
                  </a:lnTo>
                  <a:lnTo>
                    <a:pt x="867995" y="1097800"/>
                  </a:lnTo>
                  <a:lnTo>
                    <a:pt x="866923" y="1098310"/>
                  </a:lnTo>
                  <a:lnTo>
                    <a:pt x="865851" y="1098820"/>
                  </a:lnTo>
                  <a:lnTo>
                    <a:pt x="864780" y="1099330"/>
                  </a:lnTo>
                  <a:lnTo>
                    <a:pt x="863708" y="1099841"/>
                  </a:lnTo>
                  <a:lnTo>
                    <a:pt x="862637" y="1100352"/>
                  </a:lnTo>
                  <a:lnTo>
                    <a:pt x="861565" y="1100863"/>
                  </a:lnTo>
                  <a:lnTo>
                    <a:pt x="860493" y="1101375"/>
                  </a:lnTo>
                  <a:lnTo>
                    <a:pt x="859422" y="1101887"/>
                  </a:lnTo>
                  <a:lnTo>
                    <a:pt x="858350" y="1102400"/>
                  </a:lnTo>
                  <a:lnTo>
                    <a:pt x="857279" y="1102913"/>
                  </a:lnTo>
                  <a:lnTo>
                    <a:pt x="856207" y="1103426"/>
                  </a:lnTo>
                  <a:lnTo>
                    <a:pt x="855135" y="1103939"/>
                  </a:lnTo>
                  <a:lnTo>
                    <a:pt x="854064" y="1104453"/>
                  </a:lnTo>
                  <a:lnTo>
                    <a:pt x="852992" y="1104968"/>
                  </a:lnTo>
                  <a:lnTo>
                    <a:pt x="851921" y="1105483"/>
                  </a:lnTo>
                  <a:lnTo>
                    <a:pt x="850849" y="1105998"/>
                  </a:lnTo>
                  <a:lnTo>
                    <a:pt x="849777" y="1106514"/>
                  </a:lnTo>
                  <a:lnTo>
                    <a:pt x="848706" y="1107030"/>
                  </a:lnTo>
                  <a:lnTo>
                    <a:pt x="847634" y="1107547"/>
                  </a:lnTo>
                  <a:lnTo>
                    <a:pt x="846563" y="1108064"/>
                  </a:lnTo>
                  <a:lnTo>
                    <a:pt x="845491" y="1108582"/>
                  </a:lnTo>
                  <a:lnTo>
                    <a:pt x="844419" y="1109100"/>
                  </a:lnTo>
                  <a:lnTo>
                    <a:pt x="843348" y="1109618"/>
                  </a:lnTo>
                  <a:lnTo>
                    <a:pt x="842276" y="1110138"/>
                  </a:lnTo>
                  <a:lnTo>
                    <a:pt x="841205" y="1110657"/>
                  </a:lnTo>
                  <a:lnTo>
                    <a:pt x="840133" y="1111177"/>
                  </a:lnTo>
                  <a:lnTo>
                    <a:pt x="839061" y="1111698"/>
                  </a:lnTo>
                  <a:lnTo>
                    <a:pt x="837990" y="1112219"/>
                  </a:lnTo>
                  <a:lnTo>
                    <a:pt x="836918" y="1112741"/>
                  </a:lnTo>
                  <a:lnTo>
                    <a:pt x="835847" y="1113264"/>
                  </a:lnTo>
                  <a:lnTo>
                    <a:pt x="834775" y="1113786"/>
                  </a:lnTo>
                  <a:lnTo>
                    <a:pt x="833703" y="1114310"/>
                  </a:lnTo>
                  <a:lnTo>
                    <a:pt x="832632" y="1114834"/>
                  </a:lnTo>
                  <a:lnTo>
                    <a:pt x="831560" y="1115359"/>
                  </a:lnTo>
                  <a:lnTo>
                    <a:pt x="830489" y="1115884"/>
                  </a:lnTo>
                  <a:lnTo>
                    <a:pt x="829417" y="1116410"/>
                  </a:lnTo>
                  <a:lnTo>
                    <a:pt x="828345" y="1116936"/>
                  </a:lnTo>
                  <a:lnTo>
                    <a:pt x="827274" y="1117464"/>
                  </a:lnTo>
                  <a:lnTo>
                    <a:pt x="826202" y="1117991"/>
                  </a:lnTo>
                  <a:lnTo>
                    <a:pt x="825131" y="1118520"/>
                  </a:lnTo>
                  <a:lnTo>
                    <a:pt x="824059" y="1119049"/>
                  </a:lnTo>
                  <a:lnTo>
                    <a:pt x="822987" y="1119579"/>
                  </a:lnTo>
                  <a:lnTo>
                    <a:pt x="821916" y="1120109"/>
                  </a:lnTo>
                  <a:lnTo>
                    <a:pt x="820844" y="1120640"/>
                  </a:lnTo>
                  <a:lnTo>
                    <a:pt x="819773" y="1121172"/>
                  </a:lnTo>
                  <a:lnTo>
                    <a:pt x="818701" y="1121705"/>
                  </a:lnTo>
                  <a:lnTo>
                    <a:pt x="817629" y="1122238"/>
                  </a:lnTo>
                  <a:lnTo>
                    <a:pt x="816558" y="1122772"/>
                  </a:lnTo>
                  <a:lnTo>
                    <a:pt x="815486" y="1123306"/>
                  </a:lnTo>
                  <a:lnTo>
                    <a:pt x="814415" y="1123842"/>
                  </a:lnTo>
                  <a:lnTo>
                    <a:pt x="813343" y="1124378"/>
                  </a:lnTo>
                  <a:lnTo>
                    <a:pt x="812271" y="1124915"/>
                  </a:lnTo>
                  <a:lnTo>
                    <a:pt x="811200" y="1125452"/>
                  </a:lnTo>
                  <a:lnTo>
                    <a:pt x="810128" y="1125991"/>
                  </a:lnTo>
                  <a:lnTo>
                    <a:pt x="809057" y="1126530"/>
                  </a:lnTo>
                  <a:lnTo>
                    <a:pt x="807985" y="1127070"/>
                  </a:lnTo>
                  <a:lnTo>
                    <a:pt x="806913" y="1127611"/>
                  </a:lnTo>
                  <a:lnTo>
                    <a:pt x="805842" y="1128152"/>
                  </a:lnTo>
                  <a:lnTo>
                    <a:pt x="804770" y="1128695"/>
                  </a:lnTo>
                  <a:lnTo>
                    <a:pt x="803699" y="1129238"/>
                  </a:lnTo>
                  <a:lnTo>
                    <a:pt x="802627" y="1129782"/>
                  </a:lnTo>
                  <a:lnTo>
                    <a:pt x="801555" y="1130327"/>
                  </a:lnTo>
                  <a:lnTo>
                    <a:pt x="800484" y="1130872"/>
                  </a:lnTo>
                  <a:lnTo>
                    <a:pt x="799412" y="1131419"/>
                  </a:lnTo>
                  <a:lnTo>
                    <a:pt x="798341" y="1131966"/>
                  </a:lnTo>
                  <a:lnTo>
                    <a:pt x="797269" y="1132515"/>
                  </a:lnTo>
                  <a:lnTo>
                    <a:pt x="796197" y="1133064"/>
                  </a:lnTo>
                  <a:lnTo>
                    <a:pt x="795126" y="1133614"/>
                  </a:lnTo>
                  <a:lnTo>
                    <a:pt x="794054" y="1134165"/>
                  </a:lnTo>
                  <a:lnTo>
                    <a:pt x="792983" y="1134717"/>
                  </a:lnTo>
                  <a:lnTo>
                    <a:pt x="791911" y="1135269"/>
                  </a:lnTo>
                  <a:lnTo>
                    <a:pt x="790839" y="1135823"/>
                  </a:lnTo>
                  <a:lnTo>
                    <a:pt x="789768" y="1136377"/>
                  </a:lnTo>
                  <a:lnTo>
                    <a:pt x="788696" y="1136933"/>
                  </a:lnTo>
                  <a:lnTo>
                    <a:pt x="787625" y="1137489"/>
                  </a:lnTo>
                  <a:lnTo>
                    <a:pt x="786553" y="1138047"/>
                  </a:lnTo>
                  <a:lnTo>
                    <a:pt x="785481" y="1138605"/>
                  </a:lnTo>
                  <a:lnTo>
                    <a:pt x="784410" y="1139164"/>
                  </a:lnTo>
                  <a:lnTo>
                    <a:pt x="783338" y="1139725"/>
                  </a:lnTo>
                  <a:lnTo>
                    <a:pt x="782267" y="1140286"/>
                  </a:lnTo>
                  <a:lnTo>
                    <a:pt x="781195" y="1140848"/>
                  </a:lnTo>
                  <a:lnTo>
                    <a:pt x="780123" y="1141411"/>
                  </a:lnTo>
                  <a:lnTo>
                    <a:pt x="779052" y="1141975"/>
                  </a:lnTo>
                  <a:lnTo>
                    <a:pt x="777980" y="1142541"/>
                  </a:lnTo>
                  <a:lnTo>
                    <a:pt x="776909" y="1143107"/>
                  </a:lnTo>
                  <a:lnTo>
                    <a:pt x="775837" y="1143674"/>
                  </a:lnTo>
                  <a:lnTo>
                    <a:pt x="774765" y="1144242"/>
                  </a:lnTo>
                  <a:lnTo>
                    <a:pt x="773694" y="1144812"/>
                  </a:lnTo>
                  <a:lnTo>
                    <a:pt x="772622" y="1145382"/>
                  </a:lnTo>
                  <a:lnTo>
                    <a:pt x="771551" y="1145953"/>
                  </a:lnTo>
                  <a:lnTo>
                    <a:pt x="770479" y="1146526"/>
                  </a:lnTo>
                  <a:lnTo>
                    <a:pt x="769407" y="1147099"/>
                  </a:lnTo>
                  <a:lnTo>
                    <a:pt x="768336" y="1147674"/>
                  </a:lnTo>
                  <a:lnTo>
                    <a:pt x="767264" y="1148250"/>
                  </a:lnTo>
                  <a:lnTo>
                    <a:pt x="766193" y="1148827"/>
                  </a:lnTo>
                  <a:lnTo>
                    <a:pt x="765121" y="1149404"/>
                  </a:lnTo>
                  <a:lnTo>
                    <a:pt x="764049" y="1149983"/>
                  </a:lnTo>
                  <a:lnTo>
                    <a:pt x="762978" y="1150563"/>
                  </a:lnTo>
                  <a:lnTo>
                    <a:pt x="761906" y="1151145"/>
                  </a:lnTo>
                  <a:lnTo>
                    <a:pt x="760835" y="1151727"/>
                  </a:lnTo>
                  <a:lnTo>
                    <a:pt x="759763" y="1152310"/>
                  </a:lnTo>
                  <a:lnTo>
                    <a:pt x="758691" y="1152895"/>
                  </a:lnTo>
                  <a:lnTo>
                    <a:pt x="757620" y="1153481"/>
                  </a:lnTo>
                  <a:lnTo>
                    <a:pt x="756548" y="1154068"/>
                  </a:lnTo>
                  <a:lnTo>
                    <a:pt x="755477" y="1154656"/>
                  </a:lnTo>
                  <a:lnTo>
                    <a:pt x="754405" y="1155245"/>
                  </a:lnTo>
                  <a:lnTo>
                    <a:pt x="753333" y="1155835"/>
                  </a:lnTo>
                  <a:lnTo>
                    <a:pt x="752262" y="1156427"/>
                  </a:lnTo>
                  <a:lnTo>
                    <a:pt x="751190" y="1157020"/>
                  </a:lnTo>
                  <a:lnTo>
                    <a:pt x="750119" y="1157613"/>
                  </a:lnTo>
                  <a:lnTo>
                    <a:pt x="749047" y="1158209"/>
                  </a:lnTo>
                  <a:lnTo>
                    <a:pt x="747975" y="1158805"/>
                  </a:lnTo>
                  <a:lnTo>
                    <a:pt x="746904" y="1159402"/>
                  </a:lnTo>
                  <a:lnTo>
                    <a:pt x="745832" y="1160001"/>
                  </a:lnTo>
                  <a:lnTo>
                    <a:pt x="744761" y="1160601"/>
                  </a:lnTo>
                  <a:lnTo>
                    <a:pt x="743689" y="1161202"/>
                  </a:lnTo>
                  <a:lnTo>
                    <a:pt x="742617" y="1161805"/>
                  </a:lnTo>
                  <a:lnTo>
                    <a:pt x="741546" y="1162408"/>
                  </a:lnTo>
                  <a:lnTo>
                    <a:pt x="740474" y="1163013"/>
                  </a:lnTo>
                  <a:lnTo>
                    <a:pt x="739403" y="1163619"/>
                  </a:lnTo>
                  <a:lnTo>
                    <a:pt x="738331" y="1164227"/>
                  </a:lnTo>
                  <a:lnTo>
                    <a:pt x="737259" y="1164835"/>
                  </a:lnTo>
                  <a:lnTo>
                    <a:pt x="736188" y="1165445"/>
                  </a:lnTo>
                  <a:lnTo>
                    <a:pt x="735116" y="1166056"/>
                  </a:lnTo>
                  <a:lnTo>
                    <a:pt x="734045" y="1166669"/>
                  </a:lnTo>
                  <a:lnTo>
                    <a:pt x="732973" y="1167283"/>
                  </a:lnTo>
                  <a:lnTo>
                    <a:pt x="731901" y="1167898"/>
                  </a:lnTo>
                  <a:lnTo>
                    <a:pt x="730830" y="1168514"/>
                  </a:lnTo>
                  <a:lnTo>
                    <a:pt x="729758" y="1169132"/>
                  </a:lnTo>
                  <a:lnTo>
                    <a:pt x="728687" y="1169751"/>
                  </a:lnTo>
                  <a:lnTo>
                    <a:pt x="727615" y="1170371"/>
                  </a:lnTo>
                  <a:lnTo>
                    <a:pt x="726543" y="1170992"/>
                  </a:lnTo>
                  <a:lnTo>
                    <a:pt x="725472" y="1171615"/>
                  </a:lnTo>
                  <a:lnTo>
                    <a:pt x="724400" y="1172239"/>
                  </a:lnTo>
                  <a:lnTo>
                    <a:pt x="723329" y="1172865"/>
                  </a:lnTo>
                  <a:lnTo>
                    <a:pt x="722257" y="1173492"/>
                  </a:lnTo>
                  <a:lnTo>
                    <a:pt x="721185" y="1174120"/>
                  </a:lnTo>
                  <a:lnTo>
                    <a:pt x="720114" y="1174750"/>
                  </a:lnTo>
                  <a:lnTo>
                    <a:pt x="719042" y="1175381"/>
                  </a:lnTo>
                  <a:lnTo>
                    <a:pt x="717971" y="1176013"/>
                  </a:lnTo>
                  <a:lnTo>
                    <a:pt x="716899" y="1176646"/>
                  </a:lnTo>
                  <a:lnTo>
                    <a:pt x="715827" y="1177281"/>
                  </a:lnTo>
                  <a:lnTo>
                    <a:pt x="714756" y="1177918"/>
                  </a:lnTo>
                  <a:lnTo>
                    <a:pt x="713684" y="1178555"/>
                  </a:lnTo>
                  <a:lnTo>
                    <a:pt x="712613" y="1179194"/>
                  </a:lnTo>
                  <a:lnTo>
                    <a:pt x="711541" y="1179835"/>
                  </a:lnTo>
                  <a:lnTo>
                    <a:pt x="710469" y="1180477"/>
                  </a:lnTo>
                  <a:lnTo>
                    <a:pt x="709398" y="1181120"/>
                  </a:lnTo>
                  <a:lnTo>
                    <a:pt x="708326" y="1181764"/>
                  </a:lnTo>
                  <a:lnTo>
                    <a:pt x="707255" y="1182410"/>
                  </a:lnTo>
                  <a:lnTo>
                    <a:pt x="706183" y="1183058"/>
                  </a:lnTo>
                  <a:lnTo>
                    <a:pt x="705112" y="1183707"/>
                  </a:lnTo>
                  <a:lnTo>
                    <a:pt x="704040" y="1184357"/>
                  </a:lnTo>
                  <a:lnTo>
                    <a:pt x="702968" y="1185008"/>
                  </a:lnTo>
                  <a:lnTo>
                    <a:pt x="701897" y="1185661"/>
                  </a:lnTo>
                  <a:lnTo>
                    <a:pt x="700825" y="1186316"/>
                  </a:lnTo>
                  <a:lnTo>
                    <a:pt x="699754" y="1186972"/>
                  </a:lnTo>
                  <a:lnTo>
                    <a:pt x="698682" y="1187629"/>
                  </a:lnTo>
                  <a:lnTo>
                    <a:pt x="697610" y="1188287"/>
                  </a:lnTo>
                  <a:lnTo>
                    <a:pt x="696539" y="1188948"/>
                  </a:lnTo>
                  <a:lnTo>
                    <a:pt x="695467" y="1189609"/>
                  </a:lnTo>
                  <a:lnTo>
                    <a:pt x="694396" y="1190272"/>
                  </a:lnTo>
                  <a:lnTo>
                    <a:pt x="693324" y="1190936"/>
                  </a:lnTo>
                  <a:lnTo>
                    <a:pt x="692252" y="1191602"/>
                  </a:lnTo>
                  <a:lnTo>
                    <a:pt x="691181" y="1192270"/>
                  </a:lnTo>
                  <a:lnTo>
                    <a:pt x="690109" y="1192938"/>
                  </a:lnTo>
                  <a:lnTo>
                    <a:pt x="689038" y="1193608"/>
                  </a:lnTo>
                  <a:lnTo>
                    <a:pt x="687966" y="1194280"/>
                  </a:lnTo>
                  <a:lnTo>
                    <a:pt x="686894" y="1194953"/>
                  </a:lnTo>
                  <a:lnTo>
                    <a:pt x="685823" y="1195627"/>
                  </a:lnTo>
                  <a:lnTo>
                    <a:pt x="684751" y="1196303"/>
                  </a:lnTo>
                  <a:lnTo>
                    <a:pt x="683680" y="1196981"/>
                  </a:lnTo>
                  <a:lnTo>
                    <a:pt x="682608" y="1197660"/>
                  </a:lnTo>
                  <a:lnTo>
                    <a:pt x="681536" y="1198340"/>
                  </a:lnTo>
                  <a:lnTo>
                    <a:pt x="680465" y="1199022"/>
                  </a:lnTo>
                  <a:lnTo>
                    <a:pt x="679393" y="1199705"/>
                  </a:lnTo>
                  <a:lnTo>
                    <a:pt x="678322" y="1200390"/>
                  </a:lnTo>
                  <a:lnTo>
                    <a:pt x="677250" y="1201076"/>
                  </a:lnTo>
                  <a:lnTo>
                    <a:pt x="676178" y="1201763"/>
                  </a:lnTo>
                  <a:lnTo>
                    <a:pt x="675107" y="1202452"/>
                  </a:lnTo>
                  <a:lnTo>
                    <a:pt x="674035" y="1203143"/>
                  </a:lnTo>
                  <a:lnTo>
                    <a:pt x="672964" y="1203835"/>
                  </a:lnTo>
                  <a:lnTo>
                    <a:pt x="671892" y="1204529"/>
                  </a:lnTo>
                  <a:lnTo>
                    <a:pt x="670820" y="1205223"/>
                  </a:lnTo>
                  <a:lnTo>
                    <a:pt x="669749" y="1205920"/>
                  </a:lnTo>
                  <a:lnTo>
                    <a:pt x="668677" y="1206618"/>
                  </a:lnTo>
                  <a:lnTo>
                    <a:pt x="667606" y="1207317"/>
                  </a:lnTo>
                  <a:lnTo>
                    <a:pt x="666534" y="1208018"/>
                  </a:lnTo>
                  <a:lnTo>
                    <a:pt x="665462" y="1208720"/>
                  </a:lnTo>
                  <a:lnTo>
                    <a:pt x="664391" y="1209424"/>
                  </a:lnTo>
                  <a:lnTo>
                    <a:pt x="663319" y="1210129"/>
                  </a:lnTo>
                  <a:lnTo>
                    <a:pt x="662248" y="1210836"/>
                  </a:lnTo>
                  <a:lnTo>
                    <a:pt x="661176" y="1211544"/>
                  </a:lnTo>
                  <a:lnTo>
                    <a:pt x="660104" y="1212254"/>
                  </a:lnTo>
                  <a:lnTo>
                    <a:pt x="659033" y="1212965"/>
                  </a:lnTo>
                  <a:lnTo>
                    <a:pt x="657961" y="1213678"/>
                  </a:lnTo>
                  <a:lnTo>
                    <a:pt x="656890" y="1214392"/>
                  </a:lnTo>
                  <a:lnTo>
                    <a:pt x="655818" y="1215107"/>
                  </a:lnTo>
                  <a:lnTo>
                    <a:pt x="654746" y="1215824"/>
                  </a:lnTo>
                  <a:lnTo>
                    <a:pt x="653675" y="1216543"/>
                  </a:lnTo>
                  <a:lnTo>
                    <a:pt x="652603" y="1217263"/>
                  </a:lnTo>
                  <a:lnTo>
                    <a:pt x="651532" y="1217984"/>
                  </a:lnTo>
                  <a:lnTo>
                    <a:pt x="650460" y="1218707"/>
                  </a:lnTo>
                  <a:lnTo>
                    <a:pt x="649388" y="1219432"/>
                  </a:lnTo>
                  <a:lnTo>
                    <a:pt x="648317" y="1220157"/>
                  </a:lnTo>
                  <a:lnTo>
                    <a:pt x="647245" y="1220885"/>
                  </a:lnTo>
                  <a:lnTo>
                    <a:pt x="646174" y="1221613"/>
                  </a:lnTo>
                  <a:lnTo>
                    <a:pt x="645102" y="1222344"/>
                  </a:lnTo>
                  <a:lnTo>
                    <a:pt x="644030" y="1223075"/>
                  </a:lnTo>
                  <a:lnTo>
                    <a:pt x="642959" y="1223808"/>
                  </a:lnTo>
                  <a:lnTo>
                    <a:pt x="641887" y="1224543"/>
                  </a:lnTo>
                  <a:lnTo>
                    <a:pt x="640816" y="1225279"/>
                  </a:lnTo>
                  <a:lnTo>
                    <a:pt x="639744" y="1226017"/>
                  </a:lnTo>
                  <a:lnTo>
                    <a:pt x="638672" y="1226756"/>
                  </a:lnTo>
                  <a:lnTo>
                    <a:pt x="637601" y="1227496"/>
                  </a:lnTo>
                  <a:lnTo>
                    <a:pt x="636529" y="1228238"/>
                  </a:lnTo>
                  <a:lnTo>
                    <a:pt x="635458" y="1228981"/>
                  </a:lnTo>
                  <a:lnTo>
                    <a:pt x="634386" y="1229726"/>
                  </a:lnTo>
                  <a:lnTo>
                    <a:pt x="633314" y="1230472"/>
                  </a:lnTo>
                  <a:lnTo>
                    <a:pt x="632243" y="1231220"/>
                  </a:lnTo>
                  <a:lnTo>
                    <a:pt x="631171" y="1231969"/>
                  </a:lnTo>
                  <a:lnTo>
                    <a:pt x="630100" y="1232719"/>
                  </a:lnTo>
                  <a:lnTo>
                    <a:pt x="629028" y="1233471"/>
                  </a:lnTo>
                  <a:lnTo>
                    <a:pt x="627956" y="1234224"/>
                  </a:lnTo>
                  <a:lnTo>
                    <a:pt x="626885" y="1234979"/>
                  </a:lnTo>
                  <a:lnTo>
                    <a:pt x="625813" y="1235735"/>
                  </a:lnTo>
                  <a:lnTo>
                    <a:pt x="624742" y="1236493"/>
                  </a:lnTo>
                  <a:lnTo>
                    <a:pt x="623670" y="1237252"/>
                  </a:lnTo>
                  <a:lnTo>
                    <a:pt x="622598" y="1238012"/>
                  </a:lnTo>
                  <a:lnTo>
                    <a:pt x="621527" y="1238774"/>
                  </a:lnTo>
                  <a:lnTo>
                    <a:pt x="620455" y="1239537"/>
                  </a:lnTo>
                  <a:lnTo>
                    <a:pt x="619384" y="1240302"/>
                  </a:lnTo>
                  <a:lnTo>
                    <a:pt x="618312" y="1241068"/>
                  </a:lnTo>
                  <a:lnTo>
                    <a:pt x="617240" y="1241835"/>
                  </a:lnTo>
                  <a:lnTo>
                    <a:pt x="616169" y="1242604"/>
                  </a:lnTo>
                  <a:lnTo>
                    <a:pt x="615097" y="1243374"/>
                  </a:lnTo>
                  <a:lnTo>
                    <a:pt x="614026" y="1244146"/>
                  </a:lnTo>
                  <a:lnTo>
                    <a:pt x="612954" y="1244919"/>
                  </a:lnTo>
                  <a:lnTo>
                    <a:pt x="611882" y="1245693"/>
                  </a:lnTo>
                  <a:lnTo>
                    <a:pt x="610811" y="1246469"/>
                  </a:lnTo>
                  <a:lnTo>
                    <a:pt x="609739" y="1247246"/>
                  </a:lnTo>
                  <a:lnTo>
                    <a:pt x="608668" y="1248024"/>
                  </a:lnTo>
                  <a:lnTo>
                    <a:pt x="607596" y="1248804"/>
                  </a:lnTo>
                  <a:lnTo>
                    <a:pt x="606524" y="1249585"/>
                  </a:lnTo>
                  <a:lnTo>
                    <a:pt x="605453" y="1250367"/>
                  </a:lnTo>
                  <a:lnTo>
                    <a:pt x="604381" y="1251151"/>
                  </a:lnTo>
                  <a:lnTo>
                    <a:pt x="603310" y="1251936"/>
                  </a:lnTo>
                  <a:lnTo>
                    <a:pt x="602238" y="1252722"/>
                  </a:lnTo>
                  <a:lnTo>
                    <a:pt x="601166" y="1253510"/>
                  </a:lnTo>
                  <a:lnTo>
                    <a:pt x="600095" y="1254299"/>
                  </a:lnTo>
                  <a:lnTo>
                    <a:pt x="599023" y="1255090"/>
                  </a:lnTo>
                  <a:lnTo>
                    <a:pt x="597952" y="1255881"/>
                  </a:lnTo>
                  <a:lnTo>
                    <a:pt x="596880" y="1256674"/>
                  </a:lnTo>
                  <a:lnTo>
                    <a:pt x="595808" y="1257468"/>
                  </a:lnTo>
                  <a:lnTo>
                    <a:pt x="594737" y="1258264"/>
                  </a:lnTo>
                  <a:lnTo>
                    <a:pt x="593665" y="1259061"/>
                  </a:lnTo>
                  <a:lnTo>
                    <a:pt x="592594" y="1259859"/>
                  </a:lnTo>
                  <a:lnTo>
                    <a:pt x="591522" y="1260658"/>
                  </a:lnTo>
                  <a:lnTo>
                    <a:pt x="590450" y="1261459"/>
                  </a:lnTo>
                  <a:lnTo>
                    <a:pt x="589379" y="1262261"/>
                  </a:lnTo>
                  <a:lnTo>
                    <a:pt x="588307" y="1263064"/>
                  </a:lnTo>
                  <a:lnTo>
                    <a:pt x="587236" y="1263868"/>
                  </a:lnTo>
                  <a:lnTo>
                    <a:pt x="586164" y="1264674"/>
                  </a:lnTo>
                  <a:lnTo>
                    <a:pt x="585092" y="1265481"/>
                  </a:lnTo>
                  <a:lnTo>
                    <a:pt x="584021" y="1266289"/>
                  </a:lnTo>
                  <a:lnTo>
                    <a:pt x="582949" y="1267098"/>
                  </a:lnTo>
                  <a:lnTo>
                    <a:pt x="581878" y="1267909"/>
                  </a:lnTo>
                  <a:lnTo>
                    <a:pt x="580806" y="1268720"/>
                  </a:lnTo>
                  <a:lnTo>
                    <a:pt x="579734" y="1269533"/>
                  </a:lnTo>
                  <a:lnTo>
                    <a:pt x="578663" y="1270348"/>
                  </a:lnTo>
                  <a:lnTo>
                    <a:pt x="577591" y="1271163"/>
                  </a:lnTo>
                  <a:lnTo>
                    <a:pt x="576520" y="1271979"/>
                  </a:lnTo>
                  <a:lnTo>
                    <a:pt x="575448" y="1272797"/>
                  </a:lnTo>
                  <a:lnTo>
                    <a:pt x="574376" y="1273616"/>
                  </a:lnTo>
                  <a:lnTo>
                    <a:pt x="573305" y="1274436"/>
                  </a:lnTo>
                  <a:lnTo>
                    <a:pt x="572233" y="1275257"/>
                  </a:lnTo>
                  <a:lnTo>
                    <a:pt x="571162" y="1276079"/>
                  </a:lnTo>
                  <a:lnTo>
                    <a:pt x="570090" y="1276903"/>
                  </a:lnTo>
                  <a:lnTo>
                    <a:pt x="569018" y="1277727"/>
                  </a:lnTo>
                  <a:lnTo>
                    <a:pt x="567947" y="1278553"/>
                  </a:lnTo>
                  <a:lnTo>
                    <a:pt x="566875" y="1279379"/>
                  </a:lnTo>
                  <a:lnTo>
                    <a:pt x="565804" y="1280207"/>
                  </a:lnTo>
                  <a:lnTo>
                    <a:pt x="564732" y="1281036"/>
                  </a:lnTo>
                  <a:lnTo>
                    <a:pt x="563660" y="1281866"/>
                  </a:lnTo>
                  <a:lnTo>
                    <a:pt x="562589" y="1282697"/>
                  </a:lnTo>
                  <a:lnTo>
                    <a:pt x="561517" y="1283530"/>
                  </a:lnTo>
                  <a:lnTo>
                    <a:pt x="560446" y="1284363"/>
                  </a:lnTo>
                  <a:lnTo>
                    <a:pt x="559374" y="1285197"/>
                  </a:lnTo>
                  <a:lnTo>
                    <a:pt x="558302" y="1286033"/>
                  </a:lnTo>
                  <a:lnTo>
                    <a:pt x="557231" y="1286869"/>
                  </a:lnTo>
                  <a:lnTo>
                    <a:pt x="556159" y="1287706"/>
                  </a:lnTo>
                  <a:lnTo>
                    <a:pt x="555088" y="1288545"/>
                  </a:lnTo>
                  <a:lnTo>
                    <a:pt x="554016" y="1289384"/>
                  </a:lnTo>
                  <a:lnTo>
                    <a:pt x="552944" y="1290225"/>
                  </a:lnTo>
                  <a:lnTo>
                    <a:pt x="551873" y="1291066"/>
                  </a:lnTo>
                  <a:lnTo>
                    <a:pt x="550801" y="1291909"/>
                  </a:lnTo>
                  <a:lnTo>
                    <a:pt x="549730" y="1292752"/>
                  </a:lnTo>
                  <a:lnTo>
                    <a:pt x="548658" y="1293597"/>
                  </a:lnTo>
                  <a:lnTo>
                    <a:pt x="547586" y="1294442"/>
                  </a:lnTo>
                  <a:lnTo>
                    <a:pt x="546515" y="1295288"/>
                  </a:lnTo>
                  <a:lnTo>
                    <a:pt x="545443" y="1296136"/>
                  </a:lnTo>
                  <a:lnTo>
                    <a:pt x="544372" y="1296984"/>
                  </a:lnTo>
                  <a:lnTo>
                    <a:pt x="543300" y="1297833"/>
                  </a:lnTo>
                  <a:lnTo>
                    <a:pt x="542228" y="1298683"/>
                  </a:lnTo>
                  <a:lnTo>
                    <a:pt x="541157" y="1299534"/>
                  </a:lnTo>
                  <a:lnTo>
                    <a:pt x="540085" y="1300386"/>
                  </a:lnTo>
                  <a:lnTo>
                    <a:pt x="539014" y="1301238"/>
                  </a:lnTo>
                  <a:lnTo>
                    <a:pt x="537942" y="1302092"/>
                  </a:lnTo>
                  <a:lnTo>
                    <a:pt x="536870" y="1302947"/>
                  </a:lnTo>
                  <a:lnTo>
                    <a:pt x="535799" y="1303802"/>
                  </a:lnTo>
                  <a:lnTo>
                    <a:pt x="534727" y="1304658"/>
                  </a:lnTo>
                  <a:lnTo>
                    <a:pt x="533656" y="1305515"/>
                  </a:lnTo>
                  <a:lnTo>
                    <a:pt x="532584" y="1306373"/>
                  </a:lnTo>
                  <a:lnTo>
                    <a:pt x="531513" y="1307232"/>
                  </a:lnTo>
                  <a:lnTo>
                    <a:pt x="530441" y="1308091"/>
                  </a:lnTo>
                  <a:lnTo>
                    <a:pt x="529369" y="1308952"/>
                  </a:lnTo>
                  <a:lnTo>
                    <a:pt x="528298" y="1309813"/>
                  </a:lnTo>
                  <a:lnTo>
                    <a:pt x="527226" y="1310675"/>
                  </a:lnTo>
                  <a:lnTo>
                    <a:pt x="526155" y="1311537"/>
                  </a:lnTo>
                  <a:lnTo>
                    <a:pt x="525083" y="1312401"/>
                  </a:lnTo>
                  <a:lnTo>
                    <a:pt x="524011" y="1313265"/>
                  </a:lnTo>
                  <a:lnTo>
                    <a:pt x="522940" y="1314130"/>
                  </a:lnTo>
                  <a:lnTo>
                    <a:pt x="521868" y="1314996"/>
                  </a:lnTo>
                  <a:lnTo>
                    <a:pt x="520797" y="1315862"/>
                  </a:lnTo>
                  <a:lnTo>
                    <a:pt x="519725" y="1316729"/>
                  </a:lnTo>
                  <a:lnTo>
                    <a:pt x="518653" y="1317597"/>
                  </a:lnTo>
                  <a:lnTo>
                    <a:pt x="517582" y="1318466"/>
                  </a:lnTo>
                  <a:lnTo>
                    <a:pt x="516510" y="1319335"/>
                  </a:lnTo>
                  <a:lnTo>
                    <a:pt x="515439" y="1320205"/>
                  </a:lnTo>
                  <a:lnTo>
                    <a:pt x="514367" y="1321075"/>
                  </a:lnTo>
                  <a:lnTo>
                    <a:pt x="513295" y="1321946"/>
                  </a:lnTo>
                  <a:lnTo>
                    <a:pt x="512224" y="1322818"/>
                  </a:lnTo>
                  <a:lnTo>
                    <a:pt x="511152" y="1323691"/>
                  </a:lnTo>
                  <a:lnTo>
                    <a:pt x="510081" y="1324564"/>
                  </a:lnTo>
                  <a:lnTo>
                    <a:pt x="509009" y="1325438"/>
                  </a:lnTo>
                  <a:lnTo>
                    <a:pt x="507937" y="1326312"/>
                  </a:lnTo>
                  <a:lnTo>
                    <a:pt x="506866" y="1327187"/>
                  </a:lnTo>
                  <a:lnTo>
                    <a:pt x="505794" y="1328063"/>
                  </a:lnTo>
                  <a:lnTo>
                    <a:pt x="504723" y="1328939"/>
                  </a:lnTo>
                  <a:lnTo>
                    <a:pt x="503651" y="1329815"/>
                  </a:lnTo>
                  <a:lnTo>
                    <a:pt x="502579" y="1330693"/>
                  </a:lnTo>
                  <a:lnTo>
                    <a:pt x="501508" y="1331570"/>
                  </a:lnTo>
                  <a:lnTo>
                    <a:pt x="500436" y="1332449"/>
                  </a:lnTo>
                  <a:lnTo>
                    <a:pt x="499365" y="1333328"/>
                  </a:lnTo>
                  <a:lnTo>
                    <a:pt x="498293" y="1334207"/>
                  </a:lnTo>
                  <a:lnTo>
                    <a:pt x="497221" y="1335087"/>
                  </a:lnTo>
                  <a:lnTo>
                    <a:pt x="496150" y="1335967"/>
                  </a:lnTo>
                  <a:lnTo>
                    <a:pt x="495078" y="1336848"/>
                  </a:lnTo>
                  <a:lnTo>
                    <a:pt x="494007" y="1337729"/>
                  </a:lnTo>
                  <a:lnTo>
                    <a:pt x="492935" y="1338611"/>
                  </a:lnTo>
                  <a:lnTo>
                    <a:pt x="491863" y="1339493"/>
                  </a:lnTo>
                  <a:lnTo>
                    <a:pt x="490792" y="1340376"/>
                  </a:lnTo>
                  <a:lnTo>
                    <a:pt x="489720" y="1341259"/>
                  </a:lnTo>
                  <a:lnTo>
                    <a:pt x="488649" y="1342142"/>
                  </a:lnTo>
                  <a:lnTo>
                    <a:pt x="487577" y="1343026"/>
                  </a:lnTo>
                  <a:lnTo>
                    <a:pt x="486505" y="1343911"/>
                  </a:lnTo>
                  <a:lnTo>
                    <a:pt x="485434" y="1344795"/>
                  </a:lnTo>
                  <a:lnTo>
                    <a:pt x="484362" y="1345680"/>
                  </a:lnTo>
                  <a:lnTo>
                    <a:pt x="483291" y="1346566"/>
                  </a:lnTo>
                  <a:lnTo>
                    <a:pt x="482219" y="1347452"/>
                  </a:lnTo>
                  <a:lnTo>
                    <a:pt x="481147" y="1348338"/>
                  </a:lnTo>
                  <a:lnTo>
                    <a:pt x="480076" y="1349224"/>
                  </a:lnTo>
                  <a:lnTo>
                    <a:pt x="479004" y="1350111"/>
                  </a:lnTo>
                  <a:lnTo>
                    <a:pt x="477933" y="1350998"/>
                  </a:lnTo>
                  <a:lnTo>
                    <a:pt x="476861" y="1351886"/>
                  </a:lnTo>
                  <a:lnTo>
                    <a:pt x="475789" y="1352773"/>
                  </a:lnTo>
                  <a:lnTo>
                    <a:pt x="474718" y="1353661"/>
                  </a:lnTo>
                  <a:lnTo>
                    <a:pt x="473646" y="1354550"/>
                  </a:lnTo>
                  <a:lnTo>
                    <a:pt x="472575" y="1355438"/>
                  </a:lnTo>
                  <a:lnTo>
                    <a:pt x="471503" y="1356327"/>
                  </a:lnTo>
                  <a:lnTo>
                    <a:pt x="470431" y="1357216"/>
                  </a:lnTo>
                  <a:lnTo>
                    <a:pt x="469360" y="1358105"/>
                  </a:lnTo>
                  <a:lnTo>
                    <a:pt x="468288" y="1358995"/>
                  </a:lnTo>
                  <a:lnTo>
                    <a:pt x="467217" y="1359884"/>
                  </a:lnTo>
                  <a:lnTo>
                    <a:pt x="466145" y="1360774"/>
                  </a:lnTo>
                  <a:lnTo>
                    <a:pt x="465073" y="1361664"/>
                  </a:lnTo>
                  <a:lnTo>
                    <a:pt x="464002" y="1362555"/>
                  </a:lnTo>
                  <a:lnTo>
                    <a:pt x="462930" y="1363445"/>
                  </a:lnTo>
                  <a:lnTo>
                    <a:pt x="461859" y="1364336"/>
                  </a:lnTo>
                  <a:lnTo>
                    <a:pt x="460787" y="1365226"/>
                  </a:lnTo>
                  <a:lnTo>
                    <a:pt x="459715" y="1366117"/>
                  </a:lnTo>
                  <a:lnTo>
                    <a:pt x="458644" y="1367008"/>
                  </a:lnTo>
                  <a:lnTo>
                    <a:pt x="457572" y="1367899"/>
                  </a:lnTo>
                  <a:lnTo>
                    <a:pt x="456501" y="1368790"/>
                  </a:lnTo>
                  <a:lnTo>
                    <a:pt x="455429" y="1369682"/>
                  </a:lnTo>
                  <a:lnTo>
                    <a:pt x="454357" y="1370573"/>
                  </a:lnTo>
                  <a:lnTo>
                    <a:pt x="453286" y="1371465"/>
                  </a:lnTo>
                  <a:lnTo>
                    <a:pt x="452214" y="1372356"/>
                  </a:lnTo>
                  <a:lnTo>
                    <a:pt x="451143" y="1373248"/>
                  </a:lnTo>
                  <a:lnTo>
                    <a:pt x="450071" y="1374139"/>
                  </a:lnTo>
                  <a:lnTo>
                    <a:pt x="448999" y="1375031"/>
                  </a:lnTo>
                  <a:lnTo>
                    <a:pt x="447928" y="1375923"/>
                  </a:lnTo>
                  <a:lnTo>
                    <a:pt x="446856" y="1376814"/>
                  </a:lnTo>
                  <a:lnTo>
                    <a:pt x="445785" y="1377706"/>
                  </a:lnTo>
                  <a:lnTo>
                    <a:pt x="444713" y="1378598"/>
                  </a:lnTo>
                  <a:lnTo>
                    <a:pt x="443641" y="1379489"/>
                  </a:lnTo>
                  <a:lnTo>
                    <a:pt x="442570" y="1380381"/>
                  </a:lnTo>
                  <a:lnTo>
                    <a:pt x="441498" y="1381272"/>
                  </a:lnTo>
                  <a:lnTo>
                    <a:pt x="440427" y="1382164"/>
                  </a:lnTo>
                  <a:lnTo>
                    <a:pt x="439355" y="1383055"/>
                  </a:lnTo>
                  <a:lnTo>
                    <a:pt x="438283" y="1383947"/>
                  </a:lnTo>
                  <a:lnTo>
                    <a:pt x="437212" y="1384838"/>
                  </a:lnTo>
                  <a:lnTo>
                    <a:pt x="436140" y="1385729"/>
                  </a:lnTo>
                  <a:lnTo>
                    <a:pt x="435069" y="1386621"/>
                  </a:lnTo>
                  <a:lnTo>
                    <a:pt x="433997" y="1387512"/>
                  </a:lnTo>
                  <a:lnTo>
                    <a:pt x="432925" y="1388403"/>
                  </a:lnTo>
                  <a:lnTo>
                    <a:pt x="431854" y="1389293"/>
                  </a:lnTo>
                  <a:lnTo>
                    <a:pt x="430782" y="1390184"/>
                  </a:lnTo>
                  <a:lnTo>
                    <a:pt x="429711" y="1391075"/>
                  </a:lnTo>
                  <a:lnTo>
                    <a:pt x="428639" y="1391965"/>
                  </a:lnTo>
                  <a:lnTo>
                    <a:pt x="427567" y="1392855"/>
                  </a:lnTo>
                  <a:lnTo>
                    <a:pt x="426496" y="1393745"/>
                  </a:lnTo>
                  <a:lnTo>
                    <a:pt x="425424" y="1394635"/>
                  </a:lnTo>
                  <a:lnTo>
                    <a:pt x="424353" y="1395524"/>
                  </a:lnTo>
                  <a:lnTo>
                    <a:pt x="423281" y="1396414"/>
                  </a:lnTo>
                  <a:lnTo>
                    <a:pt x="422209" y="1397303"/>
                  </a:lnTo>
                  <a:lnTo>
                    <a:pt x="421138" y="1398192"/>
                  </a:lnTo>
                  <a:lnTo>
                    <a:pt x="420066" y="1399081"/>
                  </a:lnTo>
                  <a:lnTo>
                    <a:pt x="418995" y="1399969"/>
                  </a:lnTo>
                  <a:lnTo>
                    <a:pt x="417923" y="1400857"/>
                  </a:lnTo>
                  <a:lnTo>
                    <a:pt x="416851" y="1401745"/>
                  </a:lnTo>
                  <a:lnTo>
                    <a:pt x="415780" y="1402633"/>
                  </a:lnTo>
                  <a:lnTo>
                    <a:pt x="414708" y="1403520"/>
                  </a:lnTo>
                  <a:lnTo>
                    <a:pt x="413637" y="1404408"/>
                  </a:lnTo>
                  <a:lnTo>
                    <a:pt x="412565" y="1405294"/>
                  </a:lnTo>
                  <a:lnTo>
                    <a:pt x="411493" y="1406181"/>
                  </a:lnTo>
                  <a:lnTo>
                    <a:pt x="410422" y="1407067"/>
                  </a:lnTo>
                  <a:lnTo>
                    <a:pt x="409350" y="1407953"/>
                  </a:lnTo>
                  <a:lnTo>
                    <a:pt x="408279" y="1408838"/>
                  </a:lnTo>
                  <a:lnTo>
                    <a:pt x="407207" y="1409724"/>
                  </a:lnTo>
                  <a:lnTo>
                    <a:pt x="406135" y="1410608"/>
                  </a:lnTo>
                  <a:lnTo>
                    <a:pt x="405064" y="1411493"/>
                  </a:lnTo>
                  <a:lnTo>
                    <a:pt x="403992" y="1412377"/>
                  </a:lnTo>
                  <a:lnTo>
                    <a:pt x="402921" y="1413260"/>
                  </a:lnTo>
                  <a:lnTo>
                    <a:pt x="401849" y="1414144"/>
                  </a:lnTo>
                  <a:lnTo>
                    <a:pt x="400777" y="1415027"/>
                  </a:lnTo>
                  <a:lnTo>
                    <a:pt x="399706" y="1415909"/>
                  </a:lnTo>
                  <a:lnTo>
                    <a:pt x="398634" y="1416791"/>
                  </a:lnTo>
                  <a:lnTo>
                    <a:pt x="397563" y="1417673"/>
                  </a:lnTo>
                  <a:lnTo>
                    <a:pt x="396491" y="1418554"/>
                  </a:lnTo>
                  <a:lnTo>
                    <a:pt x="395419" y="1419434"/>
                  </a:lnTo>
                  <a:lnTo>
                    <a:pt x="394348" y="1420315"/>
                  </a:lnTo>
                  <a:lnTo>
                    <a:pt x="393276" y="1421195"/>
                  </a:lnTo>
                  <a:lnTo>
                    <a:pt x="392205" y="1422074"/>
                  </a:lnTo>
                  <a:lnTo>
                    <a:pt x="391133" y="1422953"/>
                  </a:lnTo>
                  <a:lnTo>
                    <a:pt x="390061" y="1423831"/>
                  </a:lnTo>
                  <a:lnTo>
                    <a:pt x="388990" y="1424709"/>
                  </a:lnTo>
                  <a:lnTo>
                    <a:pt x="387918" y="1425587"/>
                  </a:lnTo>
                  <a:lnTo>
                    <a:pt x="386847" y="1426464"/>
                  </a:lnTo>
                  <a:lnTo>
                    <a:pt x="385775" y="1427340"/>
                  </a:lnTo>
                  <a:lnTo>
                    <a:pt x="384703" y="1428216"/>
                  </a:lnTo>
                  <a:lnTo>
                    <a:pt x="383632" y="1429091"/>
                  </a:lnTo>
                  <a:lnTo>
                    <a:pt x="382560" y="1429966"/>
                  </a:lnTo>
                  <a:lnTo>
                    <a:pt x="381489" y="1430841"/>
                  </a:lnTo>
                  <a:lnTo>
                    <a:pt x="380417" y="1431715"/>
                  </a:lnTo>
                  <a:lnTo>
                    <a:pt x="379345" y="1432588"/>
                  </a:lnTo>
                  <a:lnTo>
                    <a:pt x="378274" y="1433461"/>
                  </a:lnTo>
                  <a:lnTo>
                    <a:pt x="377202" y="1434333"/>
                  </a:lnTo>
                  <a:lnTo>
                    <a:pt x="376131" y="1435205"/>
                  </a:lnTo>
                  <a:lnTo>
                    <a:pt x="375059" y="1436076"/>
                  </a:lnTo>
                  <a:lnTo>
                    <a:pt x="373987" y="1436947"/>
                  </a:lnTo>
                  <a:lnTo>
                    <a:pt x="372916" y="1437817"/>
                  </a:lnTo>
                  <a:lnTo>
                    <a:pt x="371844" y="1438687"/>
                  </a:lnTo>
                  <a:lnTo>
                    <a:pt x="370773" y="1439556"/>
                  </a:lnTo>
                  <a:lnTo>
                    <a:pt x="369701" y="1440424"/>
                  </a:lnTo>
                  <a:lnTo>
                    <a:pt x="368629" y="1441292"/>
                  </a:lnTo>
                  <a:lnTo>
                    <a:pt x="367558" y="1442159"/>
                  </a:lnTo>
                  <a:lnTo>
                    <a:pt x="366486" y="1443026"/>
                  </a:lnTo>
                  <a:lnTo>
                    <a:pt x="365415" y="1443892"/>
                  </a:lnTo>
                  <a:lnTo>
                    <a:pt x="364343" y="1444757"/>
                  </a:lnTo>
                  <a:lnTo>
                    <a:pt x="363271" y="1445622"/>
                  </a:lnTo>
                  <a:lnTo>
                    <a:pt x="362200" y="1446487"/>
                  </a:lnTo>
                  <a:lnTo>
                    <a:pt x="361128" y="1447350"/>
                  </a:lnTo>
                  <a:lnTo>
                    <a:pt x="360057" y="1448213"/>
                  </a:lnTo>
                  <a:lnTo>
                    <a:pt x="358985" y="1449076"/>
                  </a:lnTo>
                  <a:lnTo>
                    <a:pt x="357913" y="1449938"/>
                  </a:lnTo>
                  <a:lnTo>
                    <a:pt x="356842" y="1450799"/>
                  </a:lnTo>
                  <a:lnTo>
                    <a:pt x="355770" y="1451659"/>
                  </a:lnTo>
                  <a:lnTo>
                    <a:pt x="354699" y="1452519"/>
                  </a:lnTo>
                  <a:lnTo>
                    <a:pt x="353627" y="1453378"/>
                  </a:lnTo>
                  <a:lnTo>
                    <a:pt x="352556" y="1454237"/>
                  </a:lnTo>
                  <a:lnTo>
                    <a:pt x="351484" y="1455095"/>
                  </a:lnTo>
                  <a:lnTo>
                    <a:pt x="350412" y="1455952"/>
                  </a:lnTo>
                  <a:lnTo>
                    <a:pt x="349341" y="1456809"/>
                  </a:lnTo>
                  <a:lnTo>
                    <a:pt x="348269" y="1457665"/>
                  </a:lnTo>
                  <a:lnTo>
                    <a:pt x="347198" y="1458520"/>
                  </a:lnTo>
                  <a:lnTo>
                    <a:pt x="346126" y="1459375"/>
                  </a:lnTo>
                  <a:lnTo>
                    <a:pt x="345054" y="1460229"/>
                  </a:lnTo>
                  <a:lnTo>
                    <a:pt x="343983" y="1461082"/>
                  </a:lnTo>
                  <a:lnTo>
                    <a:pt x="342911" y="1461935"/>
                  </a:lnTo>
                  <a:lnTo>
                    <a:pt x="341840" y="1462787"/>
                  </a:lnTo>
                  <a:lnTo>
                    <a:pt x="340768" y="1463638"/>
                  </a:lnTo>
                  <a:lnTo>
                    <a:pt x="339696" y="1464488"/>
                  </a:lnTo>
                  <a:lnTo>
                    <a:pt x="338625" y="1465338"/>
                  </a:lnTo>
                  <a:lnTo>
                    <a:pt x="337553" y="1466187"/>
                  </a:lnTo>
                  <a:lnTo>
                    <a:pt x="336482" y="1467036"/>
                  </a:lnTo>
                  <a:lnTo>
                    <a:pt x="335410" y="1467883"/>
                  </a:lnTo>
                  <a:lnTo>
                    <a:pt x="334338" y="1468730"/>
                  </a:lnTo>
                  <a:lnTo>
                    <a:pt x="333267" y="1469577"/>
                  </a:lnTo>
                  <a:lnTo>
                    <a:pt x="332195" y="1470422"/>
                  </a:lnTo>
                  <a:lnTo>
                    <a:pt x="331124" y="1471267"/>
                  </a:lnTo>
                  <a:lnTo>
                    <a:pt x="330052" y="1472111"/>
                  </a:lnTo>
                  <a:lnTo>
                    <a:pt x="328980" y="1472954"/>
                  </a:lnTo>
                  <a:lnTo>
                    <a:pt x="327909" y="1473797"/>
                  </a:lnTo>
                  <a:lnTo>
                    <a:pt x="326837" y="1474639"/>
                  </a:lnTo>
                  <a:lnTo>
                    <a:pt x="325766" y="1475480"/>
                  </a:lnTo>
                  <a:lnTo>
                    <a:pt x="324694" y="1476320"/>
                  </a:lnTo>
                  <a:lnTo>
                    <a:pt x="323622" y="1477160"/>
                  </a:lnTo>
                  <a:lnTo>
                    <a:pt x="322551" y="1477999"/>
                  </a:lnTo>
                  <a:lnTo>
                    <a:pt x="321479" y="1478837"/>
                  </a:lnTo>
                  <a:lnTo>
                    <a:pt x="320408" y="1479675"/>
                  </a:lnTo>
                  <a:lnTo>
                    <a:pt x="319336" y="1480511"/>
                  </a:lnTo>
                  <a:lnTo>
                    <a:pt x="318264" y="1481347"/>
                  </a:lnTo>
                  <a:lnTo>
                    <a:pt x="317193" y="1482182"/>
                  </a:lnTo>
                  <a:lnTo>
                    <a:pt x="316121" y="1483016"/>
                  </a:lnTo>
                  <a:lnTo>
                    <a:pt x="315050" y="1483850"/>
                  </a:lnTo>
                  <a:lnTo>
                    <a:pt x="313978" y="1484683"/>
                  </a:lnTo>
                  <a:lnTo>
                    <a:pt x="312906" y="1485515"/>
                  </a:lnTo>
                  <a:lnTo>
                    <a:pt x="311835" y="1486346"/>
                  </a:lnTo>
                  <a:lnTo>
                    <a:pt x="310763" y="1487176"/>
                  </a:lnTo>
                  <a:lnTo>
                    <a:pt x="309692" y="1488006"/>
                  </a:lnTo>
                  <a:lnTo>
                    <a:pt x="308620" y="1488835"/>
                  </a:lnTo>
                  <a:lnTo>
                    <a:pt x="307548" y="1489663"/>
                  </a:lnTo>
                  <a:lnTo>
                    <a:pt x="306477" y="1490490"/>
                  </a:lnTo>
                  <a:lnTo>
                    <a:pt x="305405" y="1491316"/>
                  </a:lnTo>
                  <a:lnTo>
                    <a:pt x="304334" y="1492142"/>
                  </a:lnTo>
                  <a:lnTo>
                    <a:pt x="303262" y="1492967"/>
                  </a:lnTo>
                  <a:lnTo>
                    <a:pt x="302190" y="1493791"/>
                  </a:lnTo>
                  <a:lnTo>
                    <a:pt x="301119" y="1494614"/>
                  </a:lnTo>
                  <a:lnTo>
                    <a:pt x="300047" y="1495436"/>
                  </a:lnTo>
                  <a:lnTo>
                    <a:pt x="298976" y="1496258"/>
                  </a:lnTo>
                  <a:lnTo>
                    <a:pt x="297904" y="1497078"/>
                  </a:lnTo>
                  <a:lnTo>
                    <a:pt x="296832" y="1497898"/>
                  </a:lnTo>
                  <a:lnTo>
                    <a:pt x="295761" y="1498717"/>
                  </a:lnTo>
                  <a:lnTo>
                    <a:pt x="294689" y="1499535"/>
                  </a:lnTo>
                  <a:lnTo>
                    <a:pt x="293618" y="1500353"/>
                  </a:lnTo>
                  <a:lnTo>
                    <a:pt x="292546" y="1501169"/>
                  </a:lnTo>
                  <a:lnTo>
                    <a:pt x="291474" y="1501985"/>
                  </a:lnTo>
                  <a:lnTo>
                    <a:pt x="290403" y="1502800"/>
                  </a:lnTo>
                  <a:lnTo>
                    <a:pt x="289331" y="1503614"/>
                  </a:lnTo>
                  <a:lnTo>
                    <a:pt x="288260" y="1504427"/>
                  </a:lnTo>
                  <a:lnTo>
                    <a:pt x="287188" y="1505240"/>
                  </a:lnTo>
                  <a:lnTo>
                    <a:pt x="286116" y="1506051"/>
                  </a:lnTo>
                  <a:lnTo>
                    <a:pt x="285045" y="1506862"/>
                  </a:lnTo>
                  <a:lnTo>
                    <a:pt x="283973" y="1507672"/>
                  </a:lnTo>
                  <a:lnTo>
                    <a:pt x="282902" y="1508481"/>
                  </a:lnTo>
                  <a:lnTo>
                    <a:pt x="281830" y="1509289"/>
                  </a:lnTo>
                  <a:lnTo>
                    <a:pt x="280758" y="1510096"/>
                  </a:lnTo>
                  <a:lnTo>
                    <a:pt x="279687" y="1510902"/>
                  </a:lnTo>
                  <a:lnTo>
                    <a:pt x="278615" y="1511708"/>
                  </a:lnTo>
                  <a:lnTo>
                    <a:pt x="277544" y="1512513"/>
                  </a:lnTo>
                  <a:lnTo>
                    <a:pt x="276472" y="1513316"/>
                  </a:lnTo>
                  <a:lnTo>
                    <a:pt x="275400" y="1514119"/>
                  </a:lnTo>
                  <a:lnTo>
                    <a:pt x="274329" y="1514921"/>
                  </a:lnTo>
                  <a:lnTo>
                    <a:pt x="273257" y="1515723"/>
                  </a:lnTo>
                  <a:lnTo>
                    <a:pt x="272186" y="1516523"/>
                  </a:lnTo>
                  <a:lnTo>
                    <a:pt x="271114" y="1517322"/>
                  </a:lnTo>
                  <a:lnTo>
                    <a:pt x="270042" y="1518121"/>
                  </a:lnTo>
                  <a:lnTo>
                    <a:pt x="268971" y="1518919"/>
                  </a:lnTo>
                  <a:lnTo>
                    <a:pt x="267899" y="1519715"/>
                  </a:lnTo>
                  <a:lnTo>
                    <a:pt x="266828" y="1520511"/>
                  </a:lnTo>
                  <a:lnTo>
                    <a:pt x="265756" y="1521306"/>
                  </a:lnTo>
                  <a:lnTo>
                    <a:pt x="264684" y="1522100"/>
                  </a:lnTo>
                  <a:lnTo>
                    <a:pt x="263613" y="1522894"/>
                  </a:lnTo>
                  <a:lnTo>
                    <a:pt x="262541" y="1523686"/>
                  </a:lnTo>
                  <a:lnTo>
                    <a:pt x="261470" y="1524478"/>
                  </a:lnTo>
                  <a:lnTo>
                    <a:pt x="260398" y="1525268"/>
                  </a:lnTo>
                  <a:lnTo>
                    <a:pt x="259326" y="1526058"/>
                  </a:lnTo>
                  <a:lnTo>
                    <a:pt x="258255" y="1526847"/>
                  </a:lnTo>
                  <a:lnTo>
                    <a:pt x="257183" y="1527634"/>
                  </a:lnTo>
                  <a:lnTo>
                    <a:pt x="256112" y="1528421"/>
                  </a:lnTo>
                  <a:lnTo>
                    <a:pt x="255040" y="1529207"/>
                  </a:lnTo>
                  <a:lnTo>
                    <a:pt x="253968" y="1529993"/>
                  </a:lnTo>
                  <a:lnTo>
                    <a:pt x="252897" y="1530777"/>
                  </a:lnTo>
                  <a:lnTo>
                    <a:pt x="251825" y="1531560"/>
                  </a:lnTo>
                  <a:lnTo>
                    <a:pt x="250754" y="1532343"/>
                  </a:lnTo>
                  <a:lnTo>
                    <a:pt x="249682" y="1533124"/>
                  </a:lnTo>
                  <a:lnTo>
                    <a:pt x="248610" y="1533905"/>
                  </a:lnTo>
                  <a:lnTo>
                    <a:pt x="247539" y="1534684"/>
                  </a:lnTo>
                  <a:lnTo>
                    <a:pt x="246467" y="1535463"/>
                  </a:lnTo>
                  <a:lnTo>
                    <a:pt x="245396" y="1536241"/>
                  </a:lnTo>
                  <a:lnTo>
                    <a:pt x="244324" y="1537018"/>
                  </a:lnTo>
                  <a:lnTo>
                    <a:pt x="243252" y="1537794"/>
                  </a:lnTo>
                  <a:lnTo>
                    <a:pt x="242181" y="1538569"/>
                  </a:lnTo>
                  <a:lnTo>
                    <a:pt x="241109" y="1539343"/>
                  </a:lnTo>
                  <a:lnTo>
                    <a:pt x="240038" y="1540117"/>
                  </a:lnTo>
                  <a:lnTo>
                    <a:pt x="238966" y="1540889"/>
                  </a:lnTo>
                  <a:lnTo>
                    <a:pt x="237894" y="1541661"/>
                  </a:lnTo>
                  <a:lnTo>
                    <a:pt x="236823" y="1542431"/>
                  </a:lnTo>
                  <a:lnTo>
                    <a:pt x="235751" y="1543201"/>
                  </a:lnTo>
                  <a:lnTo>
                    <a:pt x="234680" y="1543969"/>
                  </a:lnTo>
                  <a:lnTo>
                    <a:pt x="233608" y="1544737"/>
                  </a:lnTo>
                  <a:lnTo>
                    <a:pt x="232536" y="1545504"/>
                  </a:lnTo>
                  <a:lnTo>
                    <a:pt x="231465" y="1546270"/>
                  </a:lnTo>
                  <a:lnTo>
                    <a:pt x="230393" y="1547035"/>
                  </a:lnTo>
                  <a:lnTo>
                    <a:pt x="229322" y="1547799"/>
                  </a:lnTo>
                  <a:lnTo>
                    <a:pt x="228250" y="1548562"/>
                  </a:lnTo>
                  <a:lnTo>
                    <a:pt x="227178" y="1549324"/>
                  </a:lnTo>
                  <a:lnTo>
                    <a:pt x="226107" y="1550085"/>
                  </a:lnTo>
                  <a:lnTo>
                    <a:pt x="225035" y="1550845"/>
                  </a:lnTo>
                  <a:lnTo>
                    <a:pt x="223964" y="1551604"/>
                  </a:lnTo>
                  <a:lnTo>
                    <a:pt x="222892" y="1552363"/>
                  </a:lnTo>
                  <a:lnTo>
                    <a:pt x="221820" y="1553120"/>
                  </a:lnTo>
                  <a:lnTo>
                    <a:pt x="220749" y="1553877"/>
                  </a:lnTo>
                  <a:lnTo>
                    <a:pt x="219677" y="1554632"/>
                  </a:lnTo>
                  <a:lnTo>
                    <a:pt x="218606" y="1555387"/>
                  </a:lnTo>
                  <a:lnTo>
                    <a:pt x="217534" y="1556141"/>
                  </a:lnTo>
                  <a:lnTo>
                    <a:pt x="216462" y="1556893"/>
                  </a:lnTo>
                  <a:lnTo>
                    <a:pt x="215391" y="1557645"/>
                  </a:lnTo>
                  <a:lnTo>
                    <a:pt x="214319" y="1558396"/>
                  </a:lnTo>
                  <a:lnTo>
                    <a:pt x="213248" y="1559146"/>
                  </a:lnTo>
                  <a:lnTo>
                    <a:pt x="212176" y="1559895"/>
                  </a:lnTo>
                  <a:lnTo>
                    <a:pt x="211104" y="1560643"/>
                  </a:lnTo>
                  <a:lnTo>
                    <a:pt x="210033" y="1561390"/>
                  </a:lnTo>
                  <a:lnTo>
                    <a:pt x="208961" y="1562136"/>
                  </a:lnTo>
                  <a:lnTo>
                    <a:pt x="207890" y="1562881"/>
                  </a:lnTo>
                  <a:lnTo>
                    <a:pt x="206818" y="1563625"/>
                  </a:lnTo>
                  <a:lnTo>
                    <a:pt x="205746" y="1564368"/>
                  </a:lnTo>
                  <a:lnTo>
                    <a:pt x="204675" y="1565111"/>
                  </a:lnTo>
                  <a:lnTo>
                    <a:pt x="203603" y="1565852"/>
                  </a:lnTo>
                  <a:lnTo>
                    <a:pt x="202532" y="1566592"/>
                  </a:lnTo>
                  <a:lnTo>
                    <a:pt x="201460" y="1567332"/>
                  </a:lnTo>
                  <a:lnTo>
                    <a:pt x="200388" y="1568070"/>
                  </a:lnTo>
                  <a:lnTo>
                    <a:pt x="199317" y="1568808"/>
                  </a:lnTo>
                  <a:lnTo>
                    <a:pt x="198245" y="1569544"/>
                  </a:lnTo>
                  <a:lnTo>
                    <a:pt x="197174" y="1570280"/>
                  </a:lnTo>
                  <a:lnTo>
                    <a:pt x="196102" y="1571014"/>
                  </a:lnTo>
                  <a:lnTo>
                    <a:pt x="195030" y="1571748"/>
                  </a:lnTo>
                  <a:lnTo>
                    <a:pt x="193959" y="1572481"/>
                  </a:lnTo>
                  <a:lnTo>
                    <a:pt x="192887" y="1573212"/>
                  </a:lnTo>
                  <a:lnTo>
                    <a:pt x="191816" y="1573943"/>
                  </a:lnTo>
                  <a:lnTo>
                    <a:pt x="190744" y="1574673"/>
                  </a:lnTo>
                  <a:lnTo>
                    <a:pt x="189672" y="1575402"/>
                  </a:lnTo>
                  <a:lnTo>
                    <a:pt x="188601" y="1576130"/>
                  </a:lnTo>
                  <a:lnTo>
                    <a:pt x="187529" y="1576857"/>
                  </a:lnTo>
                  <a:lnTo>
                    <a:pt x="186458" y="1577583"/>
                  </a:lnTo>
                  <a:lnTo>
                    <a:pt x="185386" y="1578308"/>
                  </a:lnTo>
                  <a:lnTo>
                    <a:pt x="184314" y="1579032"/>
                  </a:lnTo>
                  <a:lnTo>
                    <a:pt x="183243" y="1579755"/>
                  </a:lnTo>
                  <a:lnTo>
                    <a:pt x="182171" y="1580477"/>
                  </a:lnTo>
                  <a:lnTo>
                    <a:pt x="181100" y="1581198"/>
                  </a:lnTo>
                  <a:lnTo>
                    <a:pt x="180028" y="1581918"/>
                  </a:lnTo>
                  <a:lnTo>
                    <a:pt x="178956" y="1582637"/>
                  </a:lnTo>
                  <a:lnTo>
                    <a:pt x="177885" y="1583356"/>
                  </a:lnTo>
                  <a:lnTo>
                    <a:pt x="176813" y="1584073"/>
                  </a:lnTo>
                  <a:lnTo>
                    <a:pt x="175742" y="1584789"/>
                  </a:lnTo>
                  <a:lnTo>
                    <a:pt x="174670" y="1585505"/>
                  </a:lnTo>
                  <a:lnTo>
                    <a:pt x="173599" y="1586219"/>
                  </a:lnTo>
                  <a:lnTo>
                    <a:pt x="172527" y="1586933"/>
                  </a:lnTo>
                  <a:lnTo>
                    <a:pt x="171455" y="1587645"/>
                  </a:lnTo>
                  <a:lnTo>
                    <a:pt x="170384" y="1588357"/>
                  </a:lnTo>
                  <a:lnTo>
                    <a:pt x="169312" y="1589067"/>
                  </a:lnTo>
                  <a:lnTo>
                    <a:pt x="168241" y="1589777"/>
                  </a:lnTo>
                  <a:lnTo>
                    <a:pt x="167169" y="1590485"/>
                  </a:lnTo>
                  <a:lnTo>
                    <a:pt x="166097" y="1591193"/>
                  </a:lnTo>
                  <a:lnTo>
                    <a:pt x="165026" y="1591900"/>
                  </a:lnTo>
                  <a:lnTo>
                    <a:pt x="163954" y="1592605"/>
                  </a:lnTo>
                  <a:lnTo>
                    <a:pt x="162883" y="1593310"/>
                  </a:lnTo>
                  <a:lnTo>
                    <a:pt x="161811" y="1594014"/>
                  </a:lnTo>
                  <a:lnTo>
                    <a:pt x="160739" y="1594717"/>
                  </a:lnTo>
                  <a:lnTo>
                    <a:pt x="159668" y="1595418"/>
                  </a:lnTo>
                  <a:lnTo>
                    <a:pt x="158596" y="1596119"/>
                  </a:lnTo>
                  <a:lnTo>
                    <a:pt x="157525" y="1596819"/>
                  </a:lnTo>
                  <a:lnTo>
                    <a:pt x="156453" y="1597518"/>
                  </a:lnTo>
                  <a:lnTo>
                    <a:pt x="155381" y="1598216"/>
                  </a:lnTo>
                  <a:lnTo>
                    <a:pt x="154310" y="1598913"/>
                  </a:lnTo>
                  <a:lnTo>
                    <a:pt x="153238" y="1599609"/>
                  </a:lnTo>
                  <a:lnTo>
                    <a:pt x="152167" y="1600304"/>
                  </a:lnTo>
                  <a:lnTo>
                    <a:pt x="151095" y="1600998"/>
                  </a:lnTo>
                  <a:lnTo>
                    <a:pt x="150023" y="1601691"/>
                  </a:lnTo>
                  <a:lnTo>
                    <a:pt x="148952" y="1602383"/>
                  </a:lnTo>
                  <a:lnTo>
                    <a:pt x="147880" y="1603075"/>
                  </a:lnTo>
                  <a:lnTo>
                    <a:pt x="146809" y="1603765"/>
                  </a:lnTo>
                  <a:lnTo>
                    <a:pt x="145737" y="1604454"/>
                  </a:lnTo>
                  <a:lnTo>
                    <a:pt x="144665" y="1605142"/>
                  </a:lnTo>
                  <a:lnTo>
                    <a:pt x="143594" y="1605830"/>
                  </a:lnTo>
                  <a:lnTo>
                    <a:pt x="142522" y="1606516"/>
                  </a:lnTo>
                  <a:lnTo>
                    <a:pt x="141451" y="1607201"/>
                  </a:lnTo>
                  <a:lnTo>
                    <a:pt x="140379" y="1607886"/>
                  </a:lnTo>
                  <a:lnTo>
                    <a:pt x="139307" y="1608569"/>
                  </a:lnTo>
                  <a:lnTo>
                    <a:pt x="138236" y="1609252"/>
                  </a:lnTo>
                  <a:lnTo>
                    <a:pt x="137164" y="1609933"/>
                  </a:lnTo>
                  <a:lnTo>
                    <a:pt x="136093" y="1610614"/>
                  </a:lnTo>
                  <a:lnTo>
                    <a:pt x="135021" y="1611293"/>
                  </a:lnTo>
                  <a:lnTo>
                    <a:pt x="133949" y="1611972"/>
                  </a:lnTo>
                  <a:lnTo>
                    <a:pt x="132878" y="1612650"/>
                  </a:lnTo>
                  <a:lnTo>
                    <a:pt x="131806" y="1613326"/>
                  </a:lnTo>
                  <a:lnTo>
                    <a:pt x="130735" y="1614002"/>
                  </a:lnTo>
                  <a:lnTo>
                    <a:pt x="129663" y="1614677"/>
                  </a:lnTo>
                  <a:lnTo>
                    <a:pt x="128591" y="1615350"/>
                  </a:lnTo>
                  <a:lnTo>
                    <a:pt x="127520" y="1616023"/>
                  </a:lnTo>
                  <a:lnTo>
                    <a:pt x="126448" y="1616695"/>
                  </a:lnTo>
                  <a:lnTo>
                    <a:pt x="125377" y="1617366"/>
                  </a:lnTo>
                  <a:lnTo>
                    <a:pt x="124305" y="1618036"/>
                  </a:lnTo>
                  <a:lnTo>
                    <a:pt x="123233" y="1618705"/>
                  </a:lnTo>
                  <a:lnTo>
                    <a:pt x="122162" y="1619373"/>
                  </a:lnTo>
                  <a:lnTo>
                    <a:pt x="121090" y="1620040"/>
                  </a:lnTo>
                  <a:lnTo>
                    <a:pt x="120019" y="1620706"/>
                  </a:lnTo>
                  <a:lnTo>
                    <a:pt x="118947" y="1621371"/>
                  </a:lnTo>
                  <a:lnTo>
                    <a:pt x="117875" y="1622035"/>
                  </a:lnTo>
                  <a:lnTo>
                    <a:pt x="116804" y="1622698"/>
                  </a:lnTo>
                  <a:lnTo>
                    <a:pt x="115732" y="1623360"/>
                  </a:lnTo>
                  <a:lnTo>
                    <a:pt x="114661" y="1624022"/>
                  </a:lnTo>
                  <a:lnTo>
                    <a:pt x="113589" y="1624682"/>
                  </a:lnTo>
                  <a:lnTo>
                    <a:pt x="112517" y="1625341"/>
                  </a:lnTo>
                  <a:lnTo>
                    <a:pt x="111446" y="1626000"/>
                  </a:lnTo>
                  <a:lnTo>
                    <a:pt x="110374" y="1626657"/>
                  </a:lnTo>
                  <a:lnTo>
                    <a:pt x="109303" y="1627314"/>
                  </a:lnTo>
                  <a:lnTo>
                    <a:pt x="108231" y="1627969"/>
                  </a:lnTo>
                  <a:lnTo>
                    <a:pt x="107159" y="1628624"/>
                  </a:lnTo>
                  <a:lnTo>
                    <a:pt x="106088" y="1629277"/>
                  </a:lnTo>
                  <a:lnTo>
                    <a:pt x="105016" y="1629930"/>
                  </a:lnTo>
                  <a:lnTo>
                    <a:pt x="103945" y="1630581"/>
                  </a:lnTo>
                  <a:lnTo>
                    <a:pt x="102873" y="1631232"/>
                  </a:lnTo>
                  <a:lnTo>
                    <a:pt x="101801" y="1631882"/>
                  </a:lnTo>
                  <a:lnTo>
                    <a:pt x="100730" y="1632530"/>
                  </a:lnTo>
                  <a:lnTo>
                    <a:pt x="99658" y="1633178"/>
                  </a:lnTo>
                  <a:lnTo>
                    <a:pt x="98587" y="1633825"/>
                  </a:lnTo>
                  <a:lnTo>
                    <a:pt x="97515" y="1634471"/>
                  </a:lnTo>
                  <a:lnTo>
                    <a:pt x="96443" y="1635116"/>
                  </a:lnTo>
                  <a:lnTo>
                    <a:pt x="95372" y="1635760"/>
                  </a:lnTo>
                  <a:lnTo>
                    <a:pt x="94300" y="1636403"/>
                  </a:lnTo>
                  <a:lnTo>
                    <a:pt x="93229" y="1637045"/>
                  </a:lnTo>
                  <a:lnTo>
                    <a:pt x="92157" y="1637686"/>
                  </a:lnTo>
                  <a:lnTo>
                    <a:pt x="91085" y="1638326"/>
                  </a:lnTo>
                  <a:lnTo>
                    <a:pt x="90014" y="1638966"/>
                  </a:lnTo>
                  <a:lnTo>
                    <a:pt x="88942" y="1639604"/>
                  </a:lnTo>
                  <a:lnTo>
                    <a:pt x="87871" y="1640241"/>
                  </a:lnTo>
                  <a:lnTo>
                    <a:pt x="86799" y="1640878"/>
                  </a:lnTo>
                  <a:lnTo>
                    <a:pt x="85727" y="1641513"/>
                  </a:lnTo>
                  <a:lnTo>
                    <a:pt x="84656" y="1642148"/>
                  </a:lnTo>
                  <a:lnTo>
                    <a:pt x="83584" y="1642781"/>
                  </a:lnTo>
                  <a:lnTo>
                    <a:pt x="82513" y="1643414"/>
                  </a:lnTo>
                  <a:lnTo>
                    <a:pt x="81441" y="1644045"/>
                  </a:lnTo>
                  <a:lnTo>
                    <a:pt x="80369" y="1644676"/>
                  </a:lnTo>
                  <a:lnTo>
                    <a:pt x="79298" y="1645306"/>
                  </a:lnTo>
                  <a:lnTo>
                    <a:pt x="78226" y="1645934"/>
                  </a:lnTo>
                  <a:lnTo>
                    <a:pt x="77155" y="1646562"/>
                  </a:lnTo>
                  <a:lnTo>
                    <a:pt x="76083" y="1647189"/>
                  </a:lnTo>
                  <a:lnTo>
                    <a:pt x="75011" y="1647815"/>
                  </a:lnTo>
                  <a:lnTo>
                    <a:pt x="73940" y="1648440"/>
                  </a:lnTo>
                  <a:lnTo>
                    <a:pt x="72868" y="1649064"/>
                  </a:lnTo>
                  <a:lnTo>
                    <a:pt x="71797" y="1649687"/>
                  </a:lnTo>
                  <a:lnTo>
                    <a:pt x="70725" y="1650309"/>
                  </a:lnTo>
                  <a:lnTo>
                    <a:pt x="69653" y="1650931"/>
                  </a:lnTo>
                  <a:lnTo>
                    <a:pt x="68582" y="1651551"/>
                  </a:lnTo>
                  <a:lnTo>
                    <a:pt x="67510" y="1652170"/>
                  </a:lnTo>
                  <a:lnTo>
                    <a:pt x="66439" y="1652789"/>
                  </a:lnTo>
                  <a:lnTo>
                    <a:pt x="65367" y="1653406"/>
                  </a:lnTo>
                  <a:lnTo>
                    <a:pt x="64295" y="1654023"/>
                  </a:lnTo>
                  <a:lnTo>
                    <a:pt x="63224" y="1654638"/>
                  </a:lnTo>
                  <a:lnTo>
                    <a:pt x="62152" y="1655253"/>
                  </a:lnTo>
                  <a:lnTo>
                    <a:pt x="61081" y="1655867"/>
                  </a:lnTo>
                  <a:lnTo>
                    <a:pt x="60009" y="1656479"/>
                  </a:lnTo>
                  <a:lnTo>
                    <a:pt x="58937" y="1657091"/>
                  </a:lnTo>
                  <a:lnTo>
                    <a:pt x="57866" y="1657702"/>
                  </a:lnTo>
                  <a:lnTo>
                    <a:pt x="56794" y="1658312"/>
                  </a:lnTo>
                  <a:lnTo>
                    <a:pt x="55723" y="1658921"/>
                  </a:lnTo>
                  <a:lnTo>
                    <a:pt x="54651" y="1659529"/>
                  </a:lnTo>
                  <a:lnTo>
                    <a:pt x="53579" y="1660137"/>
                  </a:lnTo>
                  <a:lnTo>
                    <a:pt x="52508" y="1660743"/>
                  </a:lnTo>
                  <a:lnTo>
                    <a:pt x="51436" y="1661348"/>
                  </a:lnTo>
                  <a:lnTo>
                    <a:pt x="50365" y="1661953"/>
                  </a:lnTo>
                  <a:lnTo>
                    <a:pt x="49293" y="1662556"/>
                  </a:lnTo>
                  <a:lnTo>
                    <a:pt x="48221" y="1663159"/>
                  </a:lnTo>
                  <a:lnTo>
                    <a:pt x="47150" y="1663760"/>
                  </a:lnTo>
                  <a:lnTo>
                    <a:pt x="46078" y="1664361"/>
                  </a:lnTo>
                  <a:lnTo>
                    <a:pt x="45007" y="1664961"/>
                  </a:lnTo>
                  <a:lnTo>
                    <a:pt x="43935" y="1665559"/>
                  </a:lnTo>
                  <a:lnTo>
                    <a:pt x="42863" y="1666157"/>
                  </a:lnTo>
                  <a:lnTo>
                    <a:pt x="41792" y="1666754"/>
                  </a:lnTo>
                  <a:lnTo>
                    <a:pt x="40720" y="1667350"/>
                  </a:lnTo>
                  <a:lnTo>
                    <a:pt x="39649" y="1667945"/>
                  </a:lnTo>
                  <a:lnTo>
                    <a:pt x="38577" y="1668540"/>
                  </a:lnTo>
                  <a:lnTo>
                    <a:pt x="37505" y="1669133"/>
                  </a:lnTo>
                  <a:lnTo>
                    <a:pt x="36434" y="1669725"/>
                  </a:lnTo>
                  <a:lnTo>
                    <a:pt x="35362" y="1670317"/>
                  </a:lnTo>
                  <a:lnTo>
                    <a:pt x="34291" y="1670907"/>
                  </a:lnTo>
                  <a:lnTo>
                    <a:pt x="33219" y="1671497"/>
                  </a:lnTo>
                  <a:lnTo>
                    <a:pt x="32147" y="1672086"/>
                  </a:lnTo>
                  <a:lnTo>
                    <a:pt x="31076" y="1672673"/>
                  </a:lnTo>
                  <a:lnTo>
                    <a:pt x="30004" y="1673260"/>
                  </a:lnTo>
                  <a:lnTo>
                    <a:pt x="28933" y="1673846"/>
                  </a:lnTo>
                  <a:lnTo>
                    <a:pt x="27861" y="1674431"/>
                  </a:lnTo>
                  <a:lnTo>
                    <a:pt x="26789" y="1675015"/>
                  </a:lnTo>
                  <a:lnTo>
                    <a:pt x="25718" y="1675599"/>
                  </a:lnTo>
                  <a:lnTo>
                    <a:pt x="24646" y="1676181"/>
                  </a:lnTo>
                  <a:lnTo>
                    <a:pt x="23575" y="1676762"/>
                  </a:lnTo>
                  <a:lnTo>
                    <a:pt x="22503" y="1677343"/>
                  </a:lnTo>
                  <a:lnTo>
                    <a:pt x="21431" y="1677922"/>
                  </a:lnTo>
                  <a:lnTo>
                    <a:pt x="20360" y="1678501"/>
                  </a:lnTo>
                  <a:lnTo>
                    <a:pt x="19288" y="1679079"/>
                  </a:lnTo>
                  <a:lnTo>
                    <a:pt x="18217" y="1679656"/>
                  </a:lnTo>
                  <a:lnTo>
                    <a:pt x="17145" y="1680231"/>
                  </a:lnTo>
                  <a:lnTo>
                    <a:pt x="16073" y="1680806"/>
                  </a:lnTo>
                  <a:lnTo>
                    <a:pt x="15002" y="1681381"/>
                  </a:lnTo>
                  <a:lnTo>
                    <a:pt x="13930" y="1681954"/>
                  </a:lnTo>
                  <a:lnTo>
                    <a:pt x="12859" y="1682526"/>
                  </a:lnTo>
                  <a:lnTo>
                    <a:pt x="11787" y="1683098"/>
                  </a:lnTo>
                  <a:lnTo>
                    <a:pt x="10715" y="1683668"/>
                  </a:lnTo>
                  <a:lnTo>
                    <a:pt x="9644" y="1684238"/>
                  </a:lnTo>
                  <a:lnTo>
                    <a:pt x="8572" y="1684806"/>
                  </a:lnTo>
                  <a:lnTo>
                    <a:pt x="7501" y="1685374"/>
                  </a:lnTo>
                  <a:lnTo>
                    <a:pt x="6429" y="1685941"/>
                  </a:lnTo>
                  <a:lnTo>
                    <a:pt x="5357" y="1686507"/>
                  </a:lnTo>
                  <a:lnTo>
                    <a:pt x="4286" y="1687072"/>
                  </a:lnTo>
                  <a:lnTo>
                    <a:pt x="3214" y="1687637"/>
                  </a:lnTo>
                  <a:lnTo>
                    <a:pt x="2143" y="1688200"/>
                  </a:lnTo>
                  <a:lnTo>
                    <a:pt x="1071" y="1688762"/>
                  </a:lnTo>
                  <a:lnTo>
                    <a:pt x="0" y="1689324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684231" y="915413"/>
              <a:ext cx="3856684" cy="673076"/>
            </a:xfrm>
            <a:custGeom>
              <a:avLst/>
              <a:gdLst/>
              <a:ahLst/>
              <a:cxnLst/>
              <a:rect l="0" t="0" r="0" b="0"/>
              <a:pathLst>
                <a:path w="3856684" h="673076">
                  <a:moveTo>
                    <a:pt x="0" y="568170"/>
                  </a:moveTo>
                  <a:lnTo>
                    <a:pt x="1071" y="568360"/>
                  </a:lnTo>
                  <a:lnTo>
                    <a:pt x="2143" y="568550"/>
                  </a:lnTo>
                  <a:lnTo>
                    <a:pt x="3214" y="568740"/>
                  </a:lnTo>
                  <a:lnTo>
                    <a:pt x="4286" y="568929"/>
                  </a:lnTo>
                  <a:lnTo>
                    <a:pt x="5357" y="569118"/>
                  </a:lnTo>
                  <a:lnTo>
                    <a:pt x="6429" y="569307"/>
                  </a:lnTo>
                  <a:lnTo>
                    <a:pt x="7501" y="569494"/>
                  </a:lnTo>
                  <a:lnTo>
                    <a:pt x="8572" y="569682"/>
                  </a:lnTo>
                  <a:lnTo>
                    <a:pt x="9644" y="569869"/>
                  </a:lnTo>
                  <a:lnTo>
                    <a:pt x="10715" y="570055"/>
                  </a:lnTo>
                  <a:lnTo>
                    <a:pt x="11787" y="570241"/>
                  </a:lnTo>
                  <a:lnTo>
                    <a:pt x="12859" y="570427"/>
                  </a:lnTo>
                  <a:lnTo>
                    <a:pt x="13930" y="570612"/>
                  </a:lnTo>
                  <a:lnTo>
                    <a:pt x="15002" y="570797"/>
                  </a:lnTo>
                  <a:lnTo>
                    <a:pt x="16073" y="570981"/>
                  </a:lnTo>
                  <a:lnTo>
                    <a:pt x="17145" y="571165"/>
                  </a:lnTo>
                  <a:lnTo>
                    <a:pt x="18217" y="571348"/>
                  </a:lnTo>
                  <a:lnTo>
                    <a:pt x="19288" y="571531"/>
                  </a:lnTo>
                  <a:lnTo>
                    <a:pt x="20360" y="571713"/>
                  </a:lnTo>
                  <a:lnTo>
                    <a:pt x="21431" y="571895"/>
                  </a:lnTo>
                  <a:lnTo>
                    <a:pt x="22503" y="572076"/>
                  </a:lnTo>
                  <a:lnTo>
                    <a:pt x="23575" y="572257"/>
                  </a:lnTo>
                  <a:lnTo>
                    <a:pt x="24646" y="572437"/>
                  </a:lnTo>
                  <a:lnTo>
                    <a:pt x="25718" y="572617"/>
                  </a:lnTo>
                  <a:lnTo>
                    <a:pt x="26789" y="572797"/>
                  </a:lnTo>
                  <a:lnTo>
                    <a:pt x="27861" y="572976"/>
                  </a:lnTo>
                  <a:lnTo>
                    <a:pt x="28933" y="573154"/>
                  </a:lnTo>
                  <a:lnTo>
                    <a:pt x="30004" y="573332"/>
                  </a:lnTo>
                  <a:lnTo>
                    <a:pt x="31076" y="573509"/>
                  </a:lnTo>
                  <a:lnTo>
                    <a:pt x="32147" y="573686"/>
                  </a:lnTo>
                  <a:lnTo>
                    <a:pt x="33219" y="573863"/>
                  </a:lnTo>
                  <a:lnTo>
                    <a:pt x="34291" y="574039"/>
                  </a:lnTo>
                  <a:lnTo>
                    <a:pt x="35362" y="574214"/>
                  </a:lnTo>
                  <a:lnTo>
                    <a:pt x="36434" y="574389"/>
                  </a:lnTo>
                  <a:lnTo>
                    <a:pt x="37505" y="574564"/>
                  </a:lnTo>
                  <a:lnTo>
                    <a:pt x="38577" y="574737"/>
                  </a:lnTo>
                  <a:lnTo>
                    <a:pt x="39649" y="574911"/>
                  </a:lnTo>
                  <a:lnTo>
                    <a:pt x="40720" y="575084"/>
                  </a:lnTo>
                  <a:lnTo>
                    <a:pt x="41792" y="575256"/>
                  </a:lnTo>
                  <a:lnTo>
                    <a:pt x="42863" y="575428"/>
                  </a:lnTo>
                  <a:lnTo>
                    <a:pt x="43935" y="575600"/>
                  </a:lnTo>
                  <a:lnTo>
                    <a:pt x="45007" y="575770"/>
                  </a:lnTo>
                  <a:lnTo>
                    <a:pt x="46078" y="575941"/>
                  </a:lnTo>
                  <a:lnTo>
                    <a:pt x="47150" y="576111"/>
                  </a:lnTo>
                  <a:lnTo>
                    <a:pt x="48221" y="576280"/>
                  </a:lnTo>
                  <a:lnTo>
                    <a:pt x="49293" y="576449"/>
                  </a:lnTo>
                  <a:lnTo>
                    <a:pt x="50365" y="576617"/>
                  </a:lnTo>
                  <a:lnTo>
                    <a:pt x="51436" y="576785"/>
                  </a:lnTo>
                  <a:lnTo>
                    <a:pt x="52508" y="576952"/>
                  </a:lnTo>
                  <a:lnTo>
                    <a:pt x="53579" y="577119"/>
                  </a:lnTo>
                  <a:lnTo>
                    <a:pt x="54651" y="577285"/>
                  </a:lnTo>
                  <a:lnTo>
                    <a:pt x="55723" y="577451"/>
                  </a:lnTo>
                  <a:lnTo>
                    <a:pt x="56794" y="577616"/>
                  </a:lnTo>
                  <a:lnTo>
                    <a:pt x="57866" y="577780"/>
                  </a:lnTo>
                  <a:lnTo>
                    <a:pt x="58937" y="577944"/>
                  </a:lnTo>
                  <a:lnTo>
                    <a:pt x="60009" y="578108"/>
                  </a:lnTo>
                  <a:lnTo>
                    <a:pt x="61081" y="578271"/>
                  </a:lnTo>
                  <a:lnTo>
                    <a:pt x="62152" y="578433"/>
                  </a:lnTo>
                  <a:lnTo>
                    <a:pt x="63224" y="578595"/>
                  </a:lnTo>
                  <a:lnTo>
                    <a:pt x="64295" y="578757"/>
                  </a:lnTo>
                  <a:lnTo>
                    <a:pt x="65367" y="578917"/>
                  </a:lnTo>
                  <a:lnTo>
                    <a:pt x="66439" y="579078"/>
                  </a:lnTo>
                  <a:lnTo>
                    <a:pt x="67510" y="579237"/>
                  </a:lnTo>
                  <a:lnTo>
                    <a:pt x="68582" y="579396"/>
                  </a:lnTo>
                  <a:lnTo>
                    <a:pt x="69653" y="579555"/>
                  </a:lnTo>
                  <a:lnTo>
                    <a:pt x="70725" y="579713"/>
                  </a:lnTo>
                  <a:lnTo>
                    <a:pt x="71797" y="579870"/>
                  </a:lnTo>
                  <a:lnTo>
                    <a:pt x="72868" y="580027"/>
                  </a:lnTo>
                  <a:lnTo>
                    <a:pt x="73940" y="580184"/>
                  </a:lnTo>
                  <a:lnTo>
                    <a:pt x="75011" y="580339"/>
                  </a:lnTo>
                  <a:lnTo>
                    <a:pt x="76083" y="580495"/>
                  </a:lnTo>
                  <a:lnTo>
                    <a:pt x="77155" y="580649"/>
                  </a:lnTo>
                  <a:lnTo>
                    <a:pt x="78226" y="580803"/>
                  </a:lnTo>
                  <a:lnTo>
                    <a:pt x="79298" y="580957"/>
                  </a:lnTo>
                  <a:lnTo>
                    <a:pt x="80369" y="581110"/>
                  </a:lnTo>
                  <a:lnTo>
                    <a:pt x="81441" y="581262"/>
                  </a:lnTo>
                  <a:lnTo>
                    <a:pt x="82513" y="581414"/>
                  </a:lnTo>
                  <a:lnTo>
                    <a:pt x="83584" y="581565"/>
                  </a:lnTo>
                  <a:lnTo>
                    <a:pt x="84656" y="581715"/>
                  </a:lnTo>
                  <a:lnTo>
                    <a:pt x="85727" y="581865"/>
                  </a:lnTo>
                  <a:lnTo>
                    <a:pt x="86799" y="582015"/>
                  </a:lnTo>
                  <a:lnTo>
                    <a:pt x="87871" y="582163"/>
                  </a:lnTo>
                  <a:lnTo>
                    <a:pt x="88942" y="582312"/>
                  </a:lnTo>
                  <a:lnTo>
                    <a:pt x="90014" y="582459"/>
                  </a:lnTo>
                  <a:lnTo>
                    <a:pt x="91085" y="582606"/>
                  </a:lnTo>
                  <a:lnTo>
                    <a:pt x="92157" y="582753"/>
                  </a:lnTo>
                  <a:lnTo>
                    <a:pt x="93229" y="582898"/>
                  </a:lnTo>
                  <a:lnTo>
                    <a:pt x="94300" y="583044"/>
                  </a:lnTo>
                  <a:lnTo>
                    <a:pt x="95372" y="583188"/>
                  </a:lnTo>
                  <a:lnTo>
                    <a:pt x="96443" y="583332"/>
                  </a:lnTo>
                  <a:lnTo>
                    <a:pt x="97515" y="583476"/>
                  </a:lnTo>
                  <a:lnTo>
                    <a:pt x="98587" y="583618"/>
                  </a:lnTo>
                  <a:lnTo>
                    <a:pt x="99658" y="583760"/>
                  </a:lnTo>
                  <a:lnTo>
                    <a:pt x="100730" y="583902"/>
                  </a:lnTo>
                  <a:lnTo>
                    <a:pt x="101801" y="584043"/>
                  </a:lnTo>
                  <a:lnTo>
                    <a:pt x="102873" y="584183"/>
                  </a:lnTo>
                  <a:lnTo>
                    <a:pt x="103945" y="584323"/>
                  </a:lnTo>
                  <a:lnTo>
                    <a:pt x="105016" y="584462"/>
                  </a:lnTo>
                  <a:lnTo>
                    <a:pt x="106088" y="584600"/>
                  </a:lnTo>
                  <a:lnTo>
                    <a:pt x="107159" y="584738"/>
                  </a:lnTo>
                  <a:lnTo>
                    <a:pt x="108231" y="584875"/>
                  </a:lnTo>
                  <a:lnTo>
                    <a:pt x="109303" y="585012"/>
                  </a:lnTo>
                  <a:lnTo>
                    <a:pt x="110374" y="585147"/>
                  </a:lnTo>
                  <a:lnTo>
                    <a:pt x="111446" y="585283"/>
                  </a:lnTo>
                  <a:lnTo>
                    <a:pt x="112517" y="585417"/>
                  </a:lnTo>
                  <a:lnTo>
                    <a:pt x="113589" y="585551"/>
                  </a:lnTo>
                  <a:lnTo>
                    <a:pt x="114661" y="585684"/>
                  </a:lnTo>
                  <a:lnTo>
                    <a:pt x="115732" y="585817"/>
                  </a:lnTo>
                  <a:lnTo>
                    <a:pt x="116804" y="585949"/>
                  </a:lnTo>
                  <a:lnTo>
                    <a:pt x="117875" y="586080"/>
                  </a:lnTo>
                  <a:lnTo>
                    <a:pt x="118947" y="586211"/>
                  </a:lnTo>
                  <a:lnTo>
                    <a:pt x="120019" y="586341"/>
                  </a:lnTo>
                  <a:lnTo>
                    <a:pt x="121090" y="586470"/>
                  </a:lnTo>
                  <a:lnTo>
                    <a:pt x="122162" y="586599"/>
                  </a:lnTo>
                  <a:lnTo>
                    <a:pt x="123233" y="586727"/>
                  </a:lnTo>
                  <a:lnTo>
                    <a:pt x="124305" y="586854"/>
                  </a:lnTo>
                  <a:lnTo>
                    <a:pt x="125377" y="586981"/>
                  </a:lnTo>
                  <a:lnTo>
                    <a:pt x="126448" y="587107"/>
                  </a:lnTo>
                  <a:lnTo>
                    <a:pt x="127520" y="587232"/>
                  </a:lnTo>
                  <a:lnTo>
                    <a:pt x="128591" y="587356"/>
                  </a:lnTo>
                  <a:lnTo>
                    <a:pt x="129663" y="587480"/>
                  </a:lnTo>
                  <a:lnTo>
                    <a:pt x="130735" y="587604"/>
                  </a:lnTo>
                  <a:lnTo>
                    <a:pt x="131806" y="587726"/>
                  </a:lnTo>
                  <a:lnTo>
                    <a:pt x="132878" y="587848"/>
                  </a:lnTo>
                  <a:lnTo>
                    <a:pt x="133949" y="587969"/>
                  </a:lnTo>
                  <a:lnTo>
                    <a:pt x="135021" y="588089"/>
                  </a:lnTo>
                  <a:lnTo>
                    <a:pt x="136093" y="588209"/>
                  </a:lnTo>
                  <a:lnTo>
                    <a:pt x="137164" y="588328"/>
                  </a:lnTo>
                  <a:lnTo>
                    <a:pt x="138236" y="588447"/>
                  </a:lnTo>
                  <a:lnTo>
                    <a:pt x="139307" y="588564"/>
                  </a:lnTo>
                  <a:lnTo>
                    <a:pt x="140379" y="588681"/>
                  </a:lnTo>
                  <a:lnTo>
                    <a:pt x="141451" y="588797"/>
                  </a:lnTo>
                  <a:lnTo>
                    <a:pt x="142522" y="588913"/>
                  </a:lnTo>
                  <a:lnTo>
                    <a:pt x="143594" y="589027"/>
                  </a:lnTo>
                  <a:lnTo>
                    <a:pt x="144665" y="589141"/>
                  </a:lnTo>
                  <a:lnTo>
                    <a:pt x="145737" y="589255"/>
                  </a:lnTo>
                  <a:lnTo>
                    <a:pt x="146809" y="589367"/>
                  </a:lnTo>
                  <a:lnTo>
                    <a:pt x="147880" y="589479"/>
                  </a:lnTo>
                  <a:lnTo>
                    <a:pt x="148952" y="589590"/>
                  </a:lnTo>
                  <a:lnTo>
                    <a:pt x="150023" y="589701"/>
                  </a:lnTo>
                  <a:lnTo>
                    <a:pt x="151095" y="589810"/>
                  </a:lnTo>
                  <a:lnTo>
                    <a:pt x="152167" y="589919"/>
                  </a:lnTo>
                  <a:lnTo>
                    <a:pt x="153238" y="590027"/>
                  </a:lnTo>
                  <a:lnTo>
                    <a:pt x="154310" y="590135"/>
                  </a:lnTo>
                  <a:lnTo>
                    <a:pt x="155381" y="590241"/>
                  </a:lnTo>
                  <a:lnTo>
                    <a:pt x="156453" y="590347"/>
                  </a:lnTo>
                  <a:lnTo>
                    <a:pt x="157525" y="590452"/>
                  </a:lnTo>
                  <a:lnTo>
                    <a:pt x="158596" y="590557"/>
                  </a:lnTo>
                  <a:lnTo>
                    <a:pt x="159668" y="590660"/>
                  </a:lnTo>
                  <a:lnTo>
                    <a:pt x="160739" y="590763"/>
                  </a:lnTo>
                  <a:lnTo>
                    <a:pt x="161811" y="590865"/>
                  </a:lnTo>
                  <a:lnTo>
                    <a:pt x="162883" y="590966"/>
                  </a:lnTo>
                  <a:lnTo>
                    <a:pt x="163954" y="591067"/>
                  </a:lnTo>
                  <a:lnTo>
                    <a:pt x="165026" y="591166"/>
                  </a:lnTo>
                  <a:lnTo>
                    <a:pt x="166097" y="591265"/>
                  </a:lnTo>
                  <a:lnTo>
                    <a:pt x="167169" y="591364"/>
                  </a:lnTo>
                  <a:lnTo>
                    <a:pt x="168241" y="591461"/>
                  </a:lnTo>
                  <a:lnTo>
                    <a:pt x="169312" y="591557"/>
                  </a:lnTo>
                  <a:lnTo>
                    <a:pt x="170384" y="591653"/>
                  </a:lnTo>
                  <a:lnTo>
                    <a:pt x="171455" y="591748"/>
                  </a:lnTo>
                  <a:lnTo>
                    <a:pt x="172527" y="591842"/>
                  </a:lnTo>
                  <a:lnTo>
                    <a:pt x="173599" y="591936"/>
                  </a:lnTo>
                  <a:lnTo>
                    <a:pt x="174670" y="592028"/>
                  </a:lnTo>
                  <a:lnTo>
                    <a:pt x="175742" y="592120"/>
                  </a:lnTo>
                  <a:lnTo>
                    <a:pt x="176813" y="592211"/>
                  </a:lnTo>
                  <a:lnTo>
                    <a:pt x="177885" y="592301"/>
                  </a:lnTo>
                  <a:lnTo>
                    <a:pt x="178956" y="592390"/>
                  </a:lnTo>
                  <a:lnTo>
                    <a:pt x="180028" y="592479"/>
                  </a:lnTo>
                  <a:lnTo>
                    <a:pt x="181100" y="592566"/>
                  </a:lnTo>
                  <a:lnTo>
                    <a:pt x="182171" y="592653"/>
                  </a:lnTo>
                  <a:lnTo>
                    <a:pt x="183243" y="592739"/>
                  </a:lnTo>
                  <a:lnTo>
                    <a:pt x="184314" y="592824"/>
                  </a:lnTo>
                  <a:lnTo>
                    <a:pt x="185386" y="592908"/>
                  </a:lnTo>
                  <a:lnTo>
                    <a:pt x="186458" y="592991"/>
                  </a:lnTo>
                  <a:lnTo>
                    <a:pt x="187529" y="593074"/>
                  </a:lnTo>
                  <a:lnTo>
                    <a:pt x="188601" y="593156"/>
                  </a:lnTo>
                  <a:lnTo>
                    <a:pt x="189672" y="593237"/>
                  </a:lnTo>
                  <a:lnTo>
                    <a:pt x="190744" y="593316"/>
                  </a:lnTo>
                  <a:lnTo>
                    <a:pt x="191816" y="593396"/>
                  </a:lnTo>
                  <a:lnTo>
                    <a:pt x="192887" y="593474"/>
                  </a:lnTo>
                  <a:lnTo>
                    <a:pt x="193959" y="593551"/>
                  </a:lnTo>
                  <a:lnTo>
                    <a:pt x="195030" y="593628"/>
                  </a:lnTo>
                  <a:lnTo>
                    <a:pt x="196102" y="593703"/>
                  </a:lnTo>
                  <a:lnTo>
                    <a:pt x="197174" y="593778"/>
                  </a:lnTo>
                  <a:lnTo>
                    <a:pt x="198245" y="593852"/>
                  </a:lnTo>
                  <a:lnTo>
                    <a:pt x="199317" y="593925"/>
                  </a:lnTo>
                  <a:lnTo>
                    <a:pt x="200388" y="593997"/>
                  </a:lnTo>
                  <a:lnTo>
                    <a:pt x="201460" y="594068"/>
                  </a:lnTo>
                  <a:lnTo>
                    <a:pt x="202532" y="594138"/>
                  </a:lnTo>
                  <a:lnTo>
                    <a:pt x="203603" y="594207"/>
                  </a:lnTo>
                  <a:lnTo>
                    <a:pt x="204675" y="594276"/>
                  </a:lnTo>
                  <a:lnTo>
                    <a:pt x="205746" y="594343"/>
                  </a:lnTo>
                  <a:lnTo>
                    <a:pt x="206818" y="594410"/>
                  </a:lnTo>
                  <a:lnTo>
                    <a:pt x="207890" y="594475"/>
                  </a:lnTo>
                  <a:lnTo>
                    <a:pt x="208961" y="594540"/>
                  </a:lnTo>
                  <a:lnTo>
                    <a:pt x="210033" y="594604"/>
                  </a:lnTo>
                  <a:lnTo>
                    <a:pt x="211104" y="594667"/>
                  </a:lnTo>
                  <a:lnTo>
                    <a:pt x="212176" y="594729"/>
                  </a:lnTo>
                  <a:lnTo>
                    <a:pt x="213248" y="594790"/>
                  </a:lnTo>
                  <a:lnTo>
                    <a:pt x="214319" y="594850"/>
                  </a:lnTo>
                  <a:lnTo>
                    <a:pt x="215391" y="594909"/>
                  </a:lnTo>
                  <a:lnTo>
                    <a:pt x="216462" y="594967"/>
                  </a:lnTo>
                  <a:lnTo>
                    <a:pt x="217534" y="595024"/>
                  </a:lnTo>
                  <a:lnTo>
                    <a:pt x="218606" y="595080"/>
                  </a:lnTo>
                  <a:lnTo>
                    <a:pt x="219677" y="595135"/>
                  </a:lnTo>
                  <a:lnTo>
                    <a:pt x="220749" y="595190"/>
                  </a:lnTo>
                  <a:lnTo>
                    <a:pt x="221820" y="595243"/>
                  </a:lnTo>
                  <a:lnTo>
                    <a:pt x="222892" y="595295"/>
                  </a:lnTo>
                  <a:lnTo>
                    <a:pt x="223964" y="595346"/>
                  </a:lnTo>
                  <a:lnTo>
                    <a:pt x="225035" y="595397"/>
                  </a:lnTo>
                  <a:lnTo>
                    <a:pt x="226107" y="595446"/>
                  </a:lnTo>
                  <a:lnTo>
                    <a:pt x="227178" y="595494"/>
                  </a:lnTo>
                  <a:lnTo>
                    <a:pt x="228250" y="595542"/>
                  </a:lnTo>
                  <a:lnTo>
                    <a:pt x="229322" y="595588"/>
                  </a:lnTo>
                  <a:lnTo>
                    <a:pt x="230393" y="595633"/>
                  </a:lnTo>
                  <a:lnTo>
                    <a:pt x="231465" y="595678"/>
                  </a:lnTo>
                  <a:lnTo>
                    <a:pt x="232536" y="595721"/>
                  </a:lnTo>
                  <a:lnTo>
                    <a:pt x="233608" y="595763"/>
                  </a:lnTo>
                  <a:lnTo>
                    <a:pt x="234680" y="595804"/>
                  </a:lnTo>
                  <a:lnTo>
                    <a:pt x="235751" y="595844"/>
                  </a:lnTo>
                  <a:lnTo>
                    <a:pt x="236823" y="595883"/>
                  </a:lnTo>
                  <a:lnTo>
                    <a:pt x="237894" y="595922"/>
                  </a:lnTo>
                  <a:lnTo>
                    <a:pt x="238966" y="595959"/>
                  </a:lnTo>
                  <a:lnTo>
                    <a:pt x="240038" y="595995"/>
                  </a:lnTo>
                  <a:lnTo>
                    <a:pt x="241109" y="596029"/>
                  </a:lnTo>
                  <a:lnTo>
                    <a:pt x="242181" y="596063"/>
                  </a:lnTo>
                  <a:lnTo>
                    <a:pt x="243252" y="596096"/>
                  </a:lnTo>
                  <a:lnTo>
                    <a:pt x="244324" y="596128"/>
                  </a:lnTo>
                  <a:lnTo>
                    <a:pt x="245396" y="596158"/>
                  </a:lnTo>
                  <a:lnTo>
                    <a:pt x="246467" y="596188"/>
                  </a:lnTo>
                  <a:lnTo>
                    <a:pt x="247539" y="596216"/>
                  </a:lnTo>
                  <a:lnTo>
                    <a:pt x="248610" y="596244"/>
                  </a:lnTo>
                  <a:lnTo>
                    <a:pt x="249682" y="596270"/>
                  </a:lnTo>
                  <a:lnTo>
                    <a:pt x="250754" y="596295"/>
                  </a:lnTo>
                  <a:lnTo>
                    <a:pt x="251825" y="596319"/>
                  </a:lnTo>
                  <a:lnTo>
                    <a:pt x="252897" y="596342"/>
                  </a:lnTo>
                  <a:lnTo>
                    <a:pt x="253968" y="596364"/>
                  </a:lnTo>
                  <a:lnTo>
                    <a:pt x="255040" y="596385"/>
                  </a:lnTo>
                  <a:lnTo>
                    <a:pt x="256112" y="596404"/>
                  </a:lnTo>
                  <a:lnTo>
                    <a:pt x="257183" y="596423"/>
                  </a:lnTo>
                  <a:lnTo>
                    <a:pt x="258255" y="596440"/>
                  </a:lnTo>
                  <a:lnTo>
                    <a:pt x="259326" y="596456"/>
                  </a:lnTo>
                  <a:lnTo>
                    <a:pt x="260398" y="596471"/>
                  </a:lnTo>
                  <a:lnTo>
                    <a:pt x="261470" y="596485"/>
                  </a:lnTo>
                  <a:lnTo>
                    <a:pt x="262541" y="596498"/>
                  </a:lnTo>
                  <a:lnTo>
                    <a:pt x="263613" y="596510"/>
                  </a:lnTo>
                  <a:lnTo>
                    <a:pt x="264684" y="596520"/>
                  </a:lnTo>
                  <a:lnTo>
                    <a:pt x="265756" y="596529"/>
                  </a:lnTo>
                  <a:lnTo>
                    <a:pt x="266828" y="596537"/>
                  </a:lnTo>
                  <a:lnTo>
                    <a:pt x="267899" y="596544"/>
                  </a:lnTo>
                  <a:lnTo>
                    <a:pt x="268971" y="596550"/>
                  </a:lnTo>
                  <a:lnTo>
                    <a:pt x="270042" y="596554"/>
                  </a:lnTo>
                  <a:lnTo>
                    <a:pt x="271114" y="596557"/>
                  </a:lnTo>
                  <a:lnTo>
                    <a:pt x="272186" y="596559"/>
                  </a:lnTo>
                  <a:lnTo>
                    <a:pt x="273257" y="596560"/>
                  </a:lnTo>
                  <a:lnTo>
                    <a:pt x="274329" y="596560"/>
                  </a:lnTo>
                  <a:lnTo>
                    <a:pt x="275400" y="596558"/>
                  </a:lnTo>
                  <a:lnTo>
                    <a:pt x="276472" y="596555"/>
                  </a:lnTo>
                  <a:lnTo>
                    <a:pt x="277544" y="596551"/>
                  </a:lnTo>
                  <a:lnTo>
                    <a:pt x="278615" y="596546"/>
                  </a:lnTo>
                  <a:lnTo>
                    <a:pt x="279687" y="596539"/>
                  </a:lnTo>
                  <a:lnTo>
                    <a:pt x="280758" y="596532"/>
                  </a:lnTo>
                  <a:lnTo>
                    <a:pt x="281830" y="596523"/>
                  </a:lnTo>
                  <a:lnTo>
                    <a:pt x="282902" y="596512"/>
                  </a:lnTo>
                  <a:lnTo>
                    <a:pt x="283973" y="596501"/>
                  </a:lnTo>
                  <a:lnTo>
                    <a:pt x="285045" y="596488"/>
                  </a:lnTo>
                  <a:lnTo>
                    <a:pt x="286116" y="596474"/>
                  </a:lnTo>
                  <a:lnTo>
                    <a:pt x="287188" y="596458"/>
                  </a:lnTo>
                  <a:lnTo>
                    <a:pt x="288260" y="596441"/>
                  </a:lnTo>
                  <a:lnTo>
                    <a:pt x="289331" y="596423"/>
                  </a:lnTo>
                  <a:lnTo>
                    <a:pt x="290403" y="596404"/>
                  </a:lnTo>
                  <a:lnTo>
                    <a:pt x="291474" y="596383"/>
                  </a:lnTo>
                  <a:lnTo>
                    <a:pt x="292546" y="596361"/>
                  </a:lnTo>
                  <a:lnTo>
                    <a:pt x="293618" y="596338"/>
                  </a:lnTo>
                  <a:lnTo>
                    <a:pt x="294689" y="596313"/>
                  </a:lnTo>
                  <a:lnTo>
                    <a:pt x="295761" y="596287"/>
                  </a:lnTo>
                  <a:lnTo>
                    <a:pt x="296832" y="596260"/>
                  </a:lnTo>
                  <a:lnTo>
                    <a:pt x="297904" y="596231"/>
                  </a:lnTo>
                  <a:lnTo>
                    <a:pt x="298976" y="596201"/>
                  </a:lnTo>
                  <a:lnTo>
                    <a:pt x="300047" y="596170"/>
                  </a:lnTo>
                  <a:lnTo>
                    <a:pt x="301119" y="596137"/>
                  </a:lnTo>
                  <a:lnTo>
                    <a:pt x="302190" y="596103"/>
                  </a:lnTo>
                  <a:lnTo>
                    <a:pt x="303262" y="596067"/>
                  </a:lnTo>
                  <a:lnTo>
                    <a:pt x="304334" y="596030"/>
                  </a:lnTo>
                  <a:lnTo>
                    <a:pt x="305405" y="595992"/>
                  </a:lnTo>
                  <a:lnTo>
                    <a:pt x="306477" y="595952"/>
                  </a:lnTo>
                  <a:lnTo>
                    <a:pt x="307548" y="595911"/>
                  </a:lnTo>
                  <a:lnTo>
                    <a:pt x="308620" y="595869"/>
                  </a:lnTo>
                  <a:lnTo>
                    <a:pt x="309692" y="595825"/>
                  </a:lnTo>
                  <a:lnTo>
                    <a:pt x="310763" y="595779"/>
                  </a:lnTo>
                  <a:lnTo>
                    <a:pt x="311835" y="595732"/>
                  </a:lnTo>
                  <a:lnTo>
                    <a:pt x="312906" y="595684"/>
                  </a:lnTo>
                  <a:lnTo>
                    <a:pt x="313978" y="595634"/>
                  </a:lnTo>
                  <a:lnTo>
                    <a:pt x="315050" y="595583"/>
                  </a:lnTo>
                  <a:lnTo>
                    <a:pt x="316121" y="595531"/>
                  </a:lnTo>
                  <a:lnTo>
                    <a:pt x="317193" y="595476"/>
                  </a:lnTo>
                  <a:lnTo>
                    <a:pt x="318264" y="595421"/>
                  </a:lnTo>
                  <a:lnTo>
                    <a:pt x="319336" y="595364"/>
                  </a:lnTo>
                  <a:lnTo>
                    <a:pt x="320408" y="595305"/>
                  </a:lnTo>
                  <a:lnTo>
                    <a:pt x="321479" y="595245"/>
                  </a:lnTo>
                  <a:lnTo>
                    <a:pt x="322551" y="595183"/>
                  </a:lnTo>
                  <a:lnTo>
                    <a:pt x="323622" y="595120"/>
                  </a:lnTo>
                  <a:lnTo>
                    <a:pt x="324694" y="595056"/>
                  </a:lnTo>
                  <a:lnTo>
                    <a:pt x="325766" y="594990"/>
                  </a:lnTo>
                  <a:lnTo>
                    <a:pt x="326837" y="594922"/>
                  </a:lnTo>
                  <a:lnTo>
                    <a:pt x="327909" y="594853"/>
                  </a:lnTo>
                  <a:lnTo>
                    <a:pt x="328980" y="594782"/>
                  </a:lnTo>
                  <a:lnTo>
                    <a:pt x="330052" y="594709"/>
                  </a:lnTo>
                  <a:lnTo>
                    <a:pt x="331124" y="594635"/>
                  </a:lnTo>
                  <a:lnTo>
                    <a:pt x="332195" y="594560"/>
                  </a:lnTo>
                  <a:lnTo>
                    <a:pt x="333267" y="594483"/>
                  </a:lnTo>
                  <a:lnTo>
                    <a:pt x="334338" y="594404"/>
                  </a:lnTo>
                  <a:lnTo>
                    <a:pt x="335410" y="594324"/>
                  </a:lnTo>
                  <a:lnTo>
                    <a:pt x="336482" y="594242"/>
                  </a:lnTo>
                  <a:lnTo>
                    <a:pt x="337553" y="594159"/>
                  </a:lnTo>
                  <a:lnTo>
                    <a:pt x="338625" y="594073"/>
                  </a:lnTo>
                  <a:lnTo>
                    <a:pt x="339696" y="593987"/>
                  </a:lnTo>
                  <a:lnTo>
                    <a:pt x="340768" y="593898"/>
                  </a:lnTo>
                  <a:lnTo>
                    <a:pt x="341840" y="593808"/>
                  </a:lnTo>
                  <a:lnTo>
                    <a:pt x="342911" y="593717"/>
                  </a:lnTo>
                  <a:lnTo>
                    <a:pt x="343983" y="593623"/>
                  </a:lnTo>
                  <a:lnTo>
                    <a:pt x="345054" y="593528"/>
                  </a:lnTo>
                  <a:lnTo>
                    <a:pt x="346126" y="593432"/>
                  </a:lnTo>
                  <a:lnTo>
                    <a:pt x="347198" y="593333"/>
                  </a:lnTo>
                  <a:lnTo>
                    <a:pt x="348269" y="593233"/>
                  </a:lnTo>
                  <a:lnTo>
                    <a:pt x="349341" y="593131"/>
                  </a:lnTo>
                  <a:lnTo>
                    <a:pt x="350412" y="593028"/>
                  </a:lnTo>
                  <a:lnTo>
                    <a:pt x="351484" y="592923"/>
                  </a:lnTo>
                  <a:lnTo>
                    <a:pt x="352556" y="592816"/>
                  </a:lnTo>
                  <a:lnTo>
                    <a:pt x="353627" y="592707"/>
                  </a:lnTo>
                  <a:lnTo>
                    <a:pt x="354699" y="592597"/>
                  </a:lnTo>
                  <a:lnTo>
                    <a:pt x="355770" y="592484"/>
                  </a:lnTo>
                  <a:lnTo>
                    <a:pt x="356842" y="592371"/>
                  </a:lnTo>
                  <a:lnTo>
                    <a:pt x="357913" y="592255"/>
                  </a:lnTo>
                  <a:lnTo>
                    <a:pt x="358985" y="592137"/>
                  </a:lnTo>
                  <a:lnTo>
                    <a:pt x="360057" y="592018"/>
                  </a:lnTo>
                  <a:lnTo>
                    <a:pt x="361128" y="591897"/>
                  </a:lnTo>
                  <a:lnTo>
                    <a:pt x="362200" y="591774"/>
                  </a:lnTo>
                  <a:lnTo>
                    <a:pt x="363271" y="591649"/>
                  </a:lnTo>
                  <a:lnTo>
                    <a:pt x="364343" y="591523"/>
                  </a:lnTo>
                  <a:lnTo>
                    <a:pt x="365415" y="591395"/>
                  </a:lnTo>
                  <a:lnTo>
                    <a:pt x="366486" y="591264"/>
                  </a:lnTo>
                  <a:lnTo>
                    <a:pt x="367558" y="591132"/>
                  </a:lnTo>
                  <a:lnTo>
                    <a:pt x="368629" y="590998"/>
                  </a:lnTo>
                  <a:lnTo>
                    <a:pt x="369701" y="590863"/>
                  </a:lnTo>
                  <a:lnTo>
                    <a:pt x="370773" y="590725"/>
                  </a:lnTo>
                  <a:lnTo>
                    <a:pt x="371844" y="590586"/>
                  </a:lnTo>
                  <a:lnTo>
                    <a:pt x="372916" y="590444"/>
                  </a:lnTo>
                  <a:lnTo>
                    <a:pt x="373987" y="590301"/>
                  </a:lnTo>
                  <a:lnTo>
                    <a:pt x="375059" y="590155"/>
                  </a:lnTo>
                  <a:lnTo>
                    <a:pt x="376131" y="590008"/>
                  </a:lnTo>
                  <a:lnTo>
                    <a:pt x="377202" y="589859"/>
                  </a:lnTo>
                  <a:lnTo>
                    <a:pt x="378274" y="589708"/>
                  </a:lnTo>
                  <a:lnTo>
                    <a:pt x="379345" y="589555"/>
                  </a:lnTo>
                  <a:lnTo>
                    <a:pt x="380417" y="589400"/>
                  </a:lnTo>
                  <a:lnTo>
                    <a:pt x="381489" y="589243"/>
                  </a:lnTo>
                  <a:lnTo>
                    <a:pt x="382560" y="589084"/>
                  </a:lnTo>
                  <a:lnTo>
                    <a:pt x="383632" y="588923"/>
                  </a:lnTo>
                  <a:lnTo>
                    <a:pt x="384703" y="588760"/>
                  </a:lnTo>
                  <a:lnTo>
                    <a:pt x="385775" y="588595"/>
                  </a:lnTo>
                  <a:lnTo>
                    <a:pt x="386847" y="588428"/>
                  </a:lnTo>
                  <a:lnTo>
                    <a:pt x="387918" y="588259"/>
                  </a:lnTo>
                  <a:lnTo>
                    <a:pt x="388990" y="588088"/>
                  </a:lnTo>
                  <a:lnTo>
                    <a:pt x="390061" y="587915"/>
                  </a:lnTo>
                  <a:lnTo>
                    <a:pt x="391133" y="587740"/>
                  </a:lnTo>
                  <a:lnTo>
                    <a:pt x="392205" y="587563"/>
                  </a:lnTo>
                  <a:lnTo>
                    <a:pt x="393276" y="587383"/>
                  </a:lnTo>
                  <a:lnTo>
                    <a:pt x="394348" y="587202"/>
                  </a:lnTo>
                  <a:lnTo>
                    <a:pt x="395419" y="587018"/>
                  </a:lnTo>
                  <a:lnTo>
                    <a:pt x="396491" y="586833"/>
                  </a:lnTo>
                  <a:lnTo>
                    <a:pt x="397563" y="586645"/>
                  </a:lnTo>
                  <a:lnTo>
                    <a:pt x="398634" y="586455"/>
                  </a:lnTo>
                  <a:lnTo>
                    <a:pt x="399706" y="586263"/>
                  </a:lnTo>
                  <a:lnTo>
                    <a:pt x="400777" y="586069"/>
                  </a:lnTo>
                  <a:lnTo>
                    <a:pt x="401849" y="585872"/>
                  </a:lnTo>
                  <a:lnTo>
                    <a:pt x="402921" y="585674"/>
                  </a:lnTo>
                  <a:lnTo>
                    <a:pt x="403992" y="585473"/>
                  </a:lnTo>
                  <a:lnTo>
                    <a:pt x="405064" y="585270"/>
                  </a:lnTo>
                  <a:lnTo>
                    <a:pt x="406135" y="585065"/>
                  </a:lnTo>
                  <a:lnTo>
                    <a:pt x="407207" y="584857"/>
                  </a:lnTo>
                  <a:lnTo>
                    <a:pt x="408279" y="584648"/>
                  </a:lnTo>
                  <a:lnTo>
                    <a:pt x="409350" y="584436"/>
                  </a:lnTo>
                  <a:lnTo>
                    <a:pt x="410422" y="584222"/>
                  </a:lnTo>
                  <a:lnTo>
                    <a:pt x="411493" y="584006"/>
                  </a:lnTo>
                  <a:lnTo>
                    <a:pt x="412565" y="583787"/>
                  </a:lnTo>
                  <a:lnTo>
                    <a:pt x="413637" y="583566"/>
                  </a:lnTo>
                  <a:lnTo>
                    <a:pt x="414708" y="583343"/>
                  </a:lnTo>
                  <a:lnTo>
                    <a:pt x="415780" y="583118"/>
                  </a:lnTo>
                  <a:lnTo>
                    <a:pt x="416851" y="582890"/>
                  </a:lnTo>
                  <a:lnTo>
                    <a:pt x="417923" y="582660"/>
                  </a:lnTo>
                  <a:lnTo>
                    <a:pt x="418995" y="582428"/>
                  </a:lnTo>
                  <a:lnTo>
                    <a:pt x="420066" y="582194"/>
                  </a:lnTo>
                  <a:lnTo>
                    <a:pt x="421138" y="581957"/>
                  </a:lnTo>
                  <a:lnTo>
                    <a:pt x="422209" y="581718"/>
                  </a:lnTo>
                  <a:lnTo>
                    <a:pt x="423281" y="581476"/>
                  </a:lnTo>
                  <a:lnTo>
                    <a:pt x="424353" y="581232"/>
                  </a:lnTo>
                  <a:lnTo>
                    <a:pt x="425424" y="580986"/>
                  </a:lnTo>
                  <a:lnTo>
                    <a:pt x="426496" y="580738"/>
                  </a:lnTo>
                  <a:lnTo>
                    <a:pt x="427567" y="580487"/>
                  </a:lnTo>
                  <a:lnTo>
                    <a:pt x="428639" y="580233"/>
                  </a:lnTo>
                  <a:lnTo>
                    <a:pt x="429711" y="579978"/>
                  </a:lnTo>
                  <a:lnTo>
                    <a:pt x="430782" y="579720"/>
                  </a:lnTo>
                  <a:lnTo>
                    <a:pt x="431854" y="579459"/>
                  </a:lnTo>
                  <a:lnTo>
                    <a:pt x="432925" y="579197"/>
                  </a:lnTo>
                  <a:lnTo>
                    <a:pt x="433997" y="578931"/>
                  </a:lnTo>
                  <a:lnTo>
                    <a:pt x="435069" y="578664"/>
                  </a:lnTo>
                  <a:lnTo>
                    <a:pt x="436140" y="578394"/>
                  </a:lnTo>
                  <a:lnTo>
                    <a:pt x="437212" y="578121"/>
                  </a:lnTo>
                  <a:lnTo>
                    <a:pt x="438283" y="577846"/>
                  </a:lnTo>
                  <a:lnTo>
                    <a:pt x="439355" y="577569"/>
                  </a:lnTo>
                  <a:lnTo>
                    <a:pt x="440427" y="577289"/>
                  </a:lnTo>
                  <a:lnTo>
                    <a:pt x="441498" y="577006"/>
                  </a:lnTo>
                  <a:lnTo>
                    <a:pt x="442570" y="576722"/>
                  </a:lnTo>
                  <a:lnTo>
                    <a:pt x="443641" y="576434"/>
                  </a:lnTo>
                  <a:lnTo>
                    <a:pt x="444713" y="576145"/>
                  </a:lnTo>
                  <a:lnTo>
                    <a:pt x="445785" y="575852"/>
                  </a:lnTo>
                  <a:lnTo>
                    <a:pt x="446856" y="575557"/>
                  </a:lnTo>
                  <a:lnTo>
                    <a:pt x="447928" y="575260"/>
                  </a:lnTo>
                  <a:lnTo>
                    <a:pt x="448999" y="574960"/>
                  </a:lnTo>
                  <a:lnTo>
                    <a:pt x="450071" y="574658"/>
                  </a:lnTo>
                  <a:lnTo>
                    <a:pt x="451143" y="574353"/>
                  </a:lnTo>
                  <a:lnTo>
                    <a:pt x="452214" y="574046"/>
                  </a:lnTo>
                  <a:lnTo>
                    <a:pt x="453286" y="573736"/>
                  </a:lnTo>
                  <a:lnTo>
                    <a:pt x="454357" y="573423"/>
                  </a:lnTo>
                  <a:lnTo>
                    <a:pt x="455429" y="573108"/>
                  </a:lnTo>
                  <a:lnTo>
                    <a:pt x="456501" y="572791"/>
                  </a:lnTo>
                  <a:lnTo>
                    <a:pt x="457572" y="572470"/>
                  </a:lnTo>
                  <a:lnTo>
                    <a:pt x="458644" y="572148"/>
                  </a:lnTo>
                  <a:lnTo>
                    <a:pt x="459715" y="571822"/>
                  </a:lnTo>
                  <a:lnTo>
                    <a:pt x="460787" y="571494"/>
                  </a:lnTo>
                  <a:lnTo>
                    <a:pt x="461859" y="571164"/>
                  </a:lnTo>
                  <a:lnTo>
                    <a:pt x="462930" y="570830"/>
                  </a:lnTo>
                  <a:lnTo>
                    <a:pt x="464002" y="570495"/>
                  </a:lnTo>
                  <a:lnTo>
                    <a:pt x="465073" y="570156"/>
                  </a:lnTo>
                  <a:lnTo>
                    <a:pt x="466145" y="569815"/>
                  </a:lnTo>
                  <a:lnTo>
                    <a:pt x="467217" y="569471"/>
                  </a:lnTo>
                  <a:lnTo>
                    <a:pt x="468288" y="569125"/>
                  </a:lnTo>
                  <a:lnTo>
                    <a:pt x="469360" y="568776"/>
                  </a:lnTo>
                  <a:lnTo>
                    <a:pt x="470431" y="568424"/>
                  </a:lnTo>
                  <a:lnTo>
                    <a:pt x="471503" y="568070"/>
                  </a:lnTo>
                  <a:lnTo>
                    <a:pt x="472575" y="567713"/>
                  </a:lnTo>
                  <a:lnTo>
                    <a:pt x="473646" y="567353"/>
                  </a:lnTo>
                  <a:lnTo>
                    <a:pt x="474718" y="566991"/>
                  </a:lnTo>
                  <a:lnTo>
                    <a:pt x="475789" y="566626"/>
                  </a:lnTo>
                  <a:lnTo>
                    <a:pt x="476861" y="566258"/>
                  </a:lnTo>
                  <a:lnTo>
                    <a:pt x="477933" y="565888"/>
                  </a:lnTo>
                  <a:lnTo>
                    <a:pt x="479004" y="565514"/>
                  </a:lnTo>
                  <a:lnTo>
                    <a:pt x="480076" y="565138"/>
                  </a:lnTo>
                  <a:lnTo>
                    <a:pt x="481147" y="564760"/>
                  </a:lnTo>
                  <a:lnTo>
                    <a:pt x="482219" y="564379"/>
                  </a:lnTo>
                  <a:lnTo>
                    <a:pt x="483291" y="563995"/>
                  </a:lnTo>
                  <a:lnTo>
                    <a:pt x="484362" y="563608"/>
                  </a:lnTo>
                  <a:lnTo>
                    <a:pt x="485434" y="563218"/>
                  </a:lnTo>
                  <a:lnTo>
                    <a:pt x="486505" y="562826"/>
                  </a:lnTo>
                  <a:lnTo>
                    <a:pt x="487577" y="562431"/>
                  </a:lnTo>
                  <a:lnTo>
                    <a:pt x="488649" y="562033"/>
                  </a:lnTo>
                  <a:lnTo>
                    <a:pt x="489720" y="561632"/>
                  </a:lnTo>
                  <a:lnTo>
                    <a:pt x="490792" y="561229"/>
                  </a:lnTo>
                  <a:lnTo>
                    <a:pt x="491863" y="560823"/>
                  </a:lnTo>
                  <a:lnTo>
                    <a:pt x="492935" y="560414"/>
                  </a:lnTo>
                  <a:lnTo>
                    <a:pt x="494007" y="560002"/>
                  </a:lnTo>
                  <a:lnTo>
                    <a:pt x="495078" y="559588"/>
                  </a:lnTo>
                  <a:lnTo>
                    <a:pt x="496150" y="559171"/>
                  </a:lnTo>
                  <a:lnTo>
                    <a:pt x="497221" y="558751"/>
                  </a:lnTo>
                  <a:lnTo>
                    <a:pt x="498293" y="558328"/>
                  </a:lnTo>
                  <a:lnTo>
                    <a:pt x="499365" y="557902"/>
                  </a:lnTo>
                  <a:lnTo>
                    <a:pt x="500436" y="557473"/>
                  </a:lnTo>
                  <a:lnTo>
                    <a:pt x="501508" y="557042"/>
                  </a:lnTo>
                  <a:lnTo>
                    <a:pt x="502579" y="556608"/>
                  </a:lnTo>
                  <a:lnTo>
                    <a:pt x="503651" y="556171"/>
                  </a:lnTo>
                  <a:lnTo>
                    <a:pt x="504723" y="555731"/>
                  </a:lnTo>
                  <a:lnTo>
                    <a:pt x="505794" y="555288"/>
                  </a:lnTo>
                  <a:lnTo>
                    <a:pt x="506866" y="554843"/>
                  </a:lnTo>
                  <a:lnTo>
                    <a:pt x="507937" y="554395"/>
                  </a:lnTo>
                  <a:lnTo>
                    <a:pt x="509009" y="553943"/>
                  </a:lnTo>
                  <a:lnTo>
                    <a:pt x="510081" y="553489"/>
                  </a:lnTo>
                  <a:lnTo>
                    <a:pt x="511152" y="553032"/>
                  </a:lnTo>
                  <a:lnTo>
                    <a:pt x="512224" y="552573"/>
                  </a:lnTo>
                  <a:lnTo>
                    <a:pt x="513295" y="552110"/>
                  </a:lnTo>
                  <a:lnTo>
                    <a:pt x="514367" y="551644"/>
                  </a:lnTo>
                  <a:lnTo>
                    <a:pt x="515439" y="551176"/>
                  </a:lnTo>
                  <a:lnTo>
                    <a:pt x="516510" y="550705"/>
                  </a:lnTo>
                  <a:lnTo>
                    <a:pt x="517582" y="550230"/>
                  </a:lnTo>
                  <a:lnTo>
                    <a:pt x="518653" y="549753"/>
                  </a:lnTo>
                  <a:lnTo>
                    <a:pt x="519725" y="549273"/>
                  </a:lnTo>
                  <a:lnTo>
                    <a:pt x="520797" y="548791"/>
                  </a:lnTo>
                  <a:lnTo>
                    <a:pt x="521868" y="548305"/>
                  </a:lnTo>
                  <a:lnTo>
                    <a:pt x="522940" y="547816"/>
                  </a:lnTo>
                  <a:lnTo>
                    <a:pt x="524011" y="547325"/>
                  </a:lnTo>
                  <a:lnTo>
                    <a:pt x="525083" y="546830"/>
                  </a:lnTo>
                  <a:lnTo>
                    <a:pt x="526155" y="546333"/>
                  </a:lnTo>
                  <a:lnTo>
                    <a:pt x="527226" y="545833"/>
                  </a:lnTo>
                  <a:lnTo>
                    <a:pt x="528298" y="545330"/>
                  </a:lnTo>
                  <a:lnTo>
                    <a:pt x="529369" y="544824"/>
                  </a:lnTo>
                  <a:lnTo>
                    <a:pt x="530441" y="544315"/>
                  </a:lnTo>
                  <a:lnTo>
                    <a:pt x="531513" y="543803"/>
                  </a:lnTo>
                  <a:lnTo>
                    <a:pt x="532584" y="543288"/>
                  </a:lnTo>
                  <a:lnTo>
                    <a:pt x="533656" y="542770"/>
                  </a:lnTo>
                  <a:lnTo>
                    <a:pt x="534727" y="542250"/>
                  </a:lnTo>
                  <a:lnTo>
                    <a:pt x="535799" y="541726"/>
                  </a:lnTo>
                  <a:lnTo>
                    <a:pt x="536870" y="541200"/>
                  </a:lnTo>
                  <a:lnTo>
                    <a:pt x="537942" y="540670"/>
                  </a:lnTo>
                  <a:lnTo>
                    <a:pt x="539014" y="540138"/>
                  </a:lnTo>
                  <a:lnTo>
                    <a:pt x="540085" y="539602"/>
                  </a:lnTo>
                  <a:lnTo>
                    <a:pt x="541157" y="539064"/>
                  </a:lnTo>
                  <a:lnTo>
                    <a:pt x="542228" y="538523"/>
                  </a:lnTo>
                  <a:lnTo>
                    <a:pt x="543300" y="537979"/>
                  </a:lnTo>
                  <a:lnTo>
                    <a:pt x="544372" y="537432"/>
                  </a:lnTo>
                  <a:lnTo>
                    <a:pt x="545443" y="536882"/>
                  </a:lnTo>
                  <a:lnTo>
                    <a:pt x="546515" y="536329"/>
                  </a:lnTo>
                  <a:lnTo>
                    <a:pt x="547586" y="535773"/>
                  </a:lnTo>
                  <a:lnTo>
                    <a:pt x="548658" y="535215"/>
                  </a:lnTo>
                  <a:lnTo>
                    <a:pt x="549730" y="534653"/>
                  </a:lnTo>
                  <a:lnTo>
                    <a:pt x="550801" y="534088"/>
                  </a:lnTo>
                  <a:lnTo>
                    <a:pt x="551873" y="533521"/>
                  </a:lnTo>
                  <a:lnTo>
                    <a:pt x="552944" y="532950"/>
                  </a:lnTo>
                  <a:lnTo>
                    <a:pt x="554016" y="532377"/>
                  </a:lnTo>
                  <a:lnTo>
                    <a:pt x="555088" y="531801"/>
                  </a:lnTo>
                  <a:lnTo>
                    <a:pt x="556159" y="531221"/>
                  </a:lnTo>
                  <a:lnTo>
                    <a:pt x="557231" y="530639"/>
                  </a:lnTo>
                  <a:lnTo>
                    <a:pt x="558302" y="530054"/>
                  </a:lnTo>
                  <a:lnTo>
                    <a:pt x="559374" y="529466"/>
                  </a:lnTo>
                  <a:lnTo>
                    <a:pt x="560446" y="528875"/>
                  </a:lnTo>
                  <a:lnTo>
                    <a:pt x="561517" y="528281"/>
                  </a:lnTo>
                  <a:lnTo>
                    <a:pt x="562589" y="527684"/>
                  </a:lnTo>
                  <a:lnTo>
                    <a:pt x="563660" y="527085"/>
                  </a:lnTo>
                  <a:lnTo>
                    <a:pt x="564732" y="526482"/>
                  </a:lnTo>
                  <a:lnTo>
                    <a:pt x="565804" y="525876"/>
                  </a:lnTo>
                  <a:lnTo>
                    <a:pt x="566875" y="525268"/>
                  </a:lnTo>
                  <a:lnTo>
                    <a:pt x="567947" y="524656"/>
                  </a:lnTo>
                  <a:lnTo>
                    <a:pt x="569018" y="524042"/>
                  </a:lnTo>
                  <a:lnTo>
                    <a:pt x="570090" y="523425"/>
                  </a:lnTo>
                  <a:lnTo>
                    <a:pt x="571162" y="522804"/>
                  </a:lnTo>
                  <a:lnTo>
                    <a:pt x="572233" y="522181"/>
                  </a:lnTo>
                  <a:lnTo>
                    <a:pt x="573305" y="521555"/>
                  </a:lnTo>
                  <a:lnTo>
                    <a:pt x="574376" y="520926"/>
                  </a:lnTo>
                  <a:lnTo>
                    <a:pt x="575448" y="520295"/>
                  </a:lnTo>
                  <a:lnTo>
                    <a:pt x="576520" y="519660"/>
                  </a:lnTo>
                  <a:lnTo>
                    <a:pt x="577591" y="519022"/>
                  </a:lnTo>
                  <a:lnTo>
                    <a:pt x="578663" y="518382"/>
                  </a:lnTo>
                  <a:lnTo>
                    <a:pt x="579734" y="517739"/>
                  </a:lnTo>
                  <a:lnTo>
                    <a:pt x="580806" y="517092"/>
                  </a:lnTo>
                  <a:lnTo>
                    <a:pt x="581878" y="516443"/>
                  </a:lnTo>
                  <a:lnTo>
                    <a:pt x="582949" y="515791"/>
                  </a:lnTo>
                  <a:lnTo>
                    <a:pt x="584021" y="515137"/>
                  </a:lnTo>
                  <a:lnTo>
                    <a:pt x="585092" y="514479"/>
                  </a:lnTo>
                  <a:lnTo>
                    <a:pt x="586164" y="513818"/>
                  </a:lnTo>
                  <a:lnTo>
                    <a:pt x="587236" y="513155"/>
                  </a:lnTo>
                  <a:lnTo>
                    <a:pt x="588307" y="512489"/>
                  </a:lnTo>
                  <a:lnTo>
                    <a:pt x="589379" y="511820"/>
                  </a:lnTo>
                  <a:lnTo>
                    <a:pt x="590450" y="511148"/>
                  </a:lnTo>
                  <a:lnTo>
                    <a:pt x="591522" y="510473"/>
                  </a:lnTo>
                  <a:lnTo>
                    <a:pt x="592594" y="509795"/>
                  </a:lnTo>
                  <a:lnTo>
                    <a:pt x="593665" y="509115"/>
                  </a:lnTo>
                  <a:lnTo>
                    <a:pt x="594737" y="508432"/>
                  </a:lnTo>
                  <a:lnTo>
                    <a:pt x="595808" y="507746"/>
                  </a:lnTo>
                  <a:lnTo>
                    <a:pt x="596880" y="507057"/>
                  </a:lnTo>
                  <a:lnTo>
                    <a:pt x="597952" y="506365"/>
                  </a:lnTo>
                  <a:lnTo>
                    <a:pt x="599023" y="505671"/>
                  </a:lnTo>
                  <a:lnTo>
                    <a:pt x="600095" y="504974"/>
                  </a:lnTo>
                  <a:lnTo>
                    <a:pt x="601166" y="504274"/>
                  </a:lnTo>
                  <a:lnTo>
                    <a:pt x="602238" y="503571"/>
                  </a:lnTo>
                  <a:lnTo>
                    <a:pt x="603310" y="502865"/>
                  </a:lnTo>
                  <a:lnTo>
                    <a:pt x="604381" y="502157"/>
                  </a:lnTo>
                  <a:lnTo>
                    <a:pt x="605453" y="501446"/>
                  </a:lnTo>
                  <a:lnTo>
                    <a:pt x="606524" y="500732"/>
                  </a:lnTo>
                  <a:lnTo>
                    <a:pt x="607596" y="500016"/>
                  </a:lnTo>
                  <a:lnTo>
                    <a:pt x="608668" y="499296"/>
                  </a:lnTo>
                  <a:lnTo>
                    <a:pt x="609739" y="498574"/>
                  </a:lnTo>
                  <a:lnTo>
                    <a:pt x="610811" y="497850"/>
                  </a:lnTo>
                  <a:lnTo>
                    <a:pt x="611882" y="497122"/>
                  </a:lnTo>
                  <a:lnTo>
                    <a:pt x="612954" y="496392"/>
                  </a:lnTo>
                  <a:lnTo>
                    <a:pt x="614026" y="495660"/>
                  </a:lnTo>
                  <a:lnTo>
                    <a:pt x="615097" y="494924"/>
                  </a:lnTo>
                  <a:lnTo>
                    <a:pt x="616169" y="494186"/>
                  </a:lnTo>
                  <a:lnTo>
                    <a:pt x="617240" y="493445"/>
                  </a:lnTo>
                  <a:lnTo>
                    <a:pt x="618312" y="492702"/>
                  </a:lnTo>
                  <a:lnTo>
                    <a:pt x="619384" y="491956"/>
                  </a:lnTo>
                  <a:lnTo>
                    <a:pt x="620455" y="491207"/>
                  </a:lnTo>
                  <a:lnTo>
                    <a:pt x="621527" y="490456"/>
                  </a:lnTo>
                  <a:lnTo>
                    <a:pt x="622598" y="489702"/>
                  </a:lnTo>
                  <a:lnTo>
                    <a:pt x="623670" y="488946"/>
                  </a:lnTo>
                  <a:lnTo>
                    <a:pt x="624742" y="488187"/>
                  </a:lnTo>
                  <a:lnTo>
                    <a:pt x="625813" y="487425"/>
                  </a:lnTo>
                  <a:lnTo>
                    <a:pt x="626885" y="486661"/>
                  </a:lnTo>
                  <a:lnTo>
                    <a:pt x="627956" y="485894"/>
                  </a:lnTo>
                  <a:lnTo>
                    <a:pt x="629028" y="485125"/>
                  </a:lnTo>
                  <a:lnTo>
                    <a:pt x="630100" y="484353"/>
                  </a:lnTo>
                  <a:lnTo>
                    <a:pt x="631171" y="483579"/>
                  </a:lnTo>
                  <a:lnTo>
                    <a:pt x="632243" y="482802"/>
                  </a:lnTo>
                  <a:lnTo>
                    <a:pt x="633314" y="482023"/>
                  </a:lnTo>
                  <a:lnTo>
                    <a:pt x="634386" y="481241"/>
                  </a:lnTo>
                  <a:lnTo>
                    <a:pt x="635458" y="480457"/>
                  </a:lnTo>
                  <a:lnTo>
                    <a:pt x="636529" y="479670"/>
                  </a:lnTo>
                  <a:lnTo>
                    <a:pt x="637601" y="478881"/>
                  </a:lnTo>
                  <a:lnTo>
                    <a:pt x="638672" y="478089"/>
                  </a:lnTo>
                  <a:lnTo>
                    <a:pt x="639744" y="477295"/>
                  </a:lnTo>
                  <a:lnTo>
                    <a:pt x="640816" y="476499"/>
                  </a:lnTo>
                  <a:lnTo>
                    <a:pt x="641887" y="475700"/>
                  </a:lnTo>
                  <a:lnTo>
                    <a:pt x="642959" y="474898"/>
                  </a:lnTo>
                  <a:lnTo>
                    <a:pt x="644030" y="474095"/>
                  </a:lnTo>
                  <a:lnTo>
                    <a:pt x="645102" y="473289"/>
                  </a:lnTo>
                  <a:lnTo>
                    <a:pt x="646174" y="472481"/>
                  </a:lnTo>
                  <a:lnTo>
                    <a:pt x="647245" y="471670"/>
                  </a:lnTo>
                  <a:lnTo>
                    <a:pt x="648317" y="470857"/>
                  </a:lnTo>
                  <a:lnTo>
                    <a:pt x="649388" y="470042"/>
                  </a:lnTo>
                  <a:lnTo>
                    <a:pt x="650460" y="469224"/>
                  </a:lnTo>
                  <a:lnTo>
                    <a:pt x="651532" y="468404"/>
                  </a:lnTo>
                  <a:lnTo>
                    <a:pt x="652603" y="467582"/>
                  </a:lnTo>
                  <a:lnTo>
                    <a:pt x="653675" y="466758"/>
                  </a:lnTo>
                  <a:lnTo>
                    <a:pt x="654746" y="465931"/>
                  </a:lnTo>
                  <a:lnTo>
                    <a:pt x="655818" y="465103"/>
                  </a:lnTo>
                  <a:lnTo>
                    <a:pt x="656890" y="464272"/>
                  </a:lnTo>
                  <a:lnTo>
                    <a:pt x="657961" y="463439"/>
                  </a:lnTo>
                  <a:lnTo>
                    <a:pt x="659033" y="462603"/>
                  </a:lnTo>
                  <a:lnTo>
                    <a:pt x="660104" y="461766"/>
                  </a:lnTo>
                  <a:lnTo>
                    <a:pt x="661176" y="460926"/>
                  </a:lnTo>
                  <a:lnTo>
                    <a:pt x="662248" y="460085"/>
                  </a:lnTo>
                  <a:lnTo>
                    <a:pt x="663319" y="459241"/>
                  </a:lnTo>
                  <a:lnTo>
                    <a:pt x="664391" y="458395"/>
                  </a:lnTo>
                  <a:lnTo>
                    <a:pt x="665462" y="457547"/>
                  </a:lnTo>
                  <a:lnTo>
                    <a:pt x="666534" y="456697"/>
                  </a:lnTo>
                  <a:lnTo>
                    <a:pt x="667606" y="455845"/>
                  </a:lnTo>
                  <a:lnTo>
                    <a:pt x="668677" y="454991"/>
                  </a:lnTo>
                  <a:lnTo>
                    <a:pt x="669749" y="454135"/>
                  </a:lnTo>
                  <a:lnTo>
                    <a:pt x="670820" y="453277"/>
                  </a:lnTo>
                  <a:lnTo>
                    <a:pt x="671892" y="452417"/>
                  </a:lnTo>
                  <a:lnTo>
                    <a:pt x="672964" y="451556"/>
                  </a:lnTo>
                  <a:lnTo>
                    <a:pt x="674035" y="450692"/>
                  </a:lnTo>
                  <a:lnTo>
                    <a:pt x="675107" y="449826"/>
                  </a:lnTo>
                  <a:lnTo>
                    <a:pt x="676178" y="448958"/>
                  </a:lnTo>
                  <a:lnTo>
                    <a:pt x="677250" y="448089"/>
                  </a:lnTo>
                  <a:lnTo>
                    <a:pt x="678322" y="447218"/>
                  </a:lnTo>
                  <a:lnTo>
                    <a:pt x="679393" y="446345"/>
                  </a:lnTo>
                  <a:lnTo>
                    <a:pt x="680465" y="445470"/>
                  </a:lnTo>
                  <a:lnTo>
                    <a:pt x="681536" y="444593"/>
                  </a:lnTo>
                  <a:lnTo>
                    <a:pt x="682608" y="443714"/>
                  </a:lnTo>
                  <a:lnTo>
                    <a:pt x="683680" y="442834"/>
                  </a:lnTo>
                  <a:lnTo>
                    <a:pt x="684751" y="441952"/>
                  </a:lnTo>
                  <a:lnTo>
                    <a:pt x="685823" y="441069"/>
                  </a:lnTo>
                  <a:lnTo>
                    <a:pt x="686894" y="440183"/>
                  </a:lnTo>
                  <a:lnTo>
                    <a:pt x="687966" y="439296"/>
                  </a:lnTo>
                  <a:lnTo>
                    <a:pt x="689038" y="438407"/>
                  </a:lnTo>
                  <a:lnTo>
                    <a:pt x="690109" y="437517"/>
                  </a:lnTo>
                  <a:lnTo>
                    <a:pt x="691181" y="436625"/>
                  </a:lnTo>
                  <a:lnTo>
                    <a:pt x="692252" y="435732"/>
                  </a:lnTo>
                  <a:lnTo>
                    <a:pt x="693324" y="434837"/>
                  </a:lnTo>
                  <a:lnTo>
                    <a:pt x="694396" y="433940"/>
                  </a:lnTo>
                  <a:lnTo>
                    <a:pt x="695467" y="433042"/>
                  </a:lnTo>
                  <a:lnTo>
                    <a:pt x="696539" y="432142"/>
                  </a:lnTo>
                  <a:lnTo>
                    <a:pt x="697610" y="431241"/>
                  </a:lnTo>
                  <a:lnTo>
                    <a:pt x="698682" y="430338"/>
                  </a:lnTo>
                  <a:lnTo>
                    <a:pt x="699754" y="429434"/>
                  </a:lnTo>
                  <a:lnTo>
                    <a:pt x="700825" y="428529"/>
                  </a:lnTo>
                  <a:lnTo>
                    <a:pt x="701897" y="427622"/>
                  </a:lnTo>
                  <a:lnTo>
                    <a:pt x="702968" y="426714"/>
                  </a:lnTo>
                  <a:lnTo>
                    <a:pt x="704040" y="425804"/>
                  </a:lnTo>
                  <a:lnTo>
                    <a:pt x="705112" y="424893"/>
                  </a:lnTo>
                  <a:lnTo>
                    <a:pt x="706183" y="423981"/>
                  </a:lnTo>
                  <a:lnTo>
                    <a:pt x="707255" y="423068"/>
                  </a:lnTo>
                  <a:lnTo>
                    <a:pt x="708326" y="422153"/>
                  </a:lnTo>
                  <a:lnTo>
                    <a:pt x="709398" y="421237"/>
                  </a:lnTo>
                  <a:lnTo>
                    <a:pt x="710469" y="420320"/>
                  </a:lnTo>
                  <a:lnTo>
                    <a:pt x="711541" y="419402"/>
                  </a:lnTo>
                  <a:lnTo>
                    <a:pt x="712613" y="418482"/>
                  </a:lnTo>
                  <a:lnTo>
                    <a:pt x="713684" y="417562"/>
                  </a:lnTo>
                  <a:lnTo>
                    <a:pt x="714756" y="416640"/>
                  </a:lnTo>
                  <a:lnTo>
                    <a:pt x="715827" y="415717"/>
                  </a:lnTo>
                  <a:lnTo>
                    <a:pt x="716899" y="414793"/>
                  </a:lnTo>
                  <a:lnTo>
                    <a:pt x="717971" y="413868"/>
                  </a:lnTo>
                  <a:lnTo>
                    <a:pt x="719042" y="412942"/>
                  </a:lnTo>
                  <a:lnTo>
                    <a:pt x="720114" y="412015"/>
                  </a:lnTo>
                  <a:lnTo>
                    <a:pt x="721185" y="411087"/>
                  </a:lnTo>
                  <a:lnTo>
                    <a:pt x="722257" y="410159"/>
                  </a:lnTo>
                  <a:lnTo>
                    <a:pt x="723329" y="409229"/>
                  </a:lnTo>
                  <a:lnTo>
                    <a:pt x="724400" y="408298"/>
                  </a:lnTo>
                  <a:lnTo>
                    <a:pt x="725472" y="407367"/>
                  </a:lnTo>
                  <a:lnTo>
                    <a:pt x="726543" y="406434"/>
                  </a:lnTo>
                  <a:lnTo>
                    <a:pt x="727615" y="405501"/>
                  </a:lnTo>
                  <a:lnTo>
                    <a:pt x="728687" y="404567"/>
                  </a:lnTo>
                  <a:lnTo>
                    <a:pt x="729758" y="403633"/>
                  </a:lnTo>
                  <a:lnTo>
                    <a:pt x="730830" y="402697"/>
                  </a:lnTo>
                  <a:lnTo>
                    <a:pt x="731901" y="401761"/>
                  </a:lnTo>
                  <a:lnTo>
                    <a:pt x="732973" y="400824"/>
                  </a:lnTo>
                  <a:lnTo>
                    <a:pt x="734045" y="399887"/>
                  </a:lnTo>
                  <a:lnTo>
                    <a:pt x="735116" y="398949"/>
                  </a:lnTo>
                  <a:lnTo>
                    <a:pt x="736188" y="398010"/>
                  </a:lnTo>
                  <a:lnTo>
                    <a:pt x="737259" y="397071"/>
                  </a:lnTo>
                  <a:lnTo>
                    <a:pt x="738331" y="396131"/>
                  </a:lnTo>
                  <a:lnTo>
                    <a:pt x="739403" y="395191"/>
                  </a:lnTo>
                  <a:lnTo>
                    <a:pt x="740474" y="394250"/>
                  </a:lnTo>
                  <a:lnTo>
                    <a:pt x="741546" y="393308"/>
                  </a:lnTo>
                  <a:lnTo>
                    <a:pt x="742617" y="392367"/>
                  </a:lnTo>
                  <a:lnTo>
                    <a:pt x="743689" y="391425"/>
                  </a:lnTo>
                  <a:lnTo>
                    <a:pt x="744761" y="390482"/>
                  </a:lnTo>
                  <a:lnTo>
                    <a:pt x="745832" y="389539"/>
                  </a:lnTo>
                  <a:lnTo>
                    <a:pt x="746904" y="388596"/>
                  </a:lnTo>
                  <a:lnTo>
                    <a:pt x="747975" y="387653"/>
                  </a:lnTo>
                  <a:lnTo>
                    <a:pt x="749047" y="386709"/>
                  </a:lnTo>
                  <a:lnTo>
                    <a:pt x="750119" y="385765"/>
                  </a:lnTo>
                  <a:lnTo>
                    <a:pt x="751190" y="384821"/>
                  </a:lnTo>
                  <a:lnTo>
                    <a:pt x="752262" y="383876"/>
                  </a:lnTo>
                  <a:lnTo>
                    <a:pt x="753333" y="382932"/>
                  </a:lnTo>
                  <a:lnTo>
                    <a:pt x="754405" y="381987"/>
                  </a:lnTo>
                  <a:lnTo>
                    <a:pt x="755477" y="381042"/>
                  </a:lnTo>
                  <a:lnTo>
                    <a:pt x="756548" y="380097"/>
                  </a:lnTo>
                  <a:lnTo>
                    <a:pt x="757620" y="379152"/>
                  </a:lnTo>
                  <a:lnTo>
                    <a:pt x="758691" y="378208"/>
                  </a:lnTo>
                  <a:lnTo>
                    <a:pt x="759763" y="377263"/>
                  </a:lnTo>
                  <a:lnTo>
                    <a:pt x="760835" y="376318"/>
                  </a:lnTo>
                  <a:lnTo>
                    <a:pt x="761906" y="375373"/>
                  </a:lnTo>
                  <a:lnTo>
                    <a:pt x="762978" y="374429"/>
                  </a:lnTo>
                  <a:lnTo>
                    <a:pt x="764049" y="373484"/>
                  </a:lnTo>
                  <a:lnTo>
                    <a:pt x="765121" y="372540"/>
                  </a:lnTo>
                  <a:lnTo>
                    <a:pt x="766193" y="371596"/>
                  </a:lnTo>
                  <a:lnTo>
                    <a:pt x="767264" y="370652"/>
                  </a:lnTo>
                  <a:lnTo>
                    <a:pt x="768336" y="369708"/>
                  </a:lnTo>
                  <a:lnTo>
                    <a:pt x="769407" y="368765"/>
                  </a:lnTo>
                  <a:lnTo>
                    <a:pt x="770479" y="367822"/>
                  </a:lnTo>
                  <a:lnTo>
                    <a:pt x="771551" y="366879"/>
                  </a:lnTo>
                  <a:lnTo>
                    <a:pt x="772622" y="365937"/>
                  </a:lnTo>
                  <a:lnTo>
                    <a:pt x="773694" y="364995"/>
                  </a:lnTo>
                  <a:lnTo>
                    <a:pt x="774765" y="364053"/>
                  </a:lnTo>
                  <a:lnTo>
                    <a:pt x="775837" y="363112"/>
                  </a:lnTo>
                  <a:lnTo>
                    <a:pt x="776909" y="362172"/>
                  </a:lnTo>
                  <a:lnTo>
                    <a:pt x="777980" y="361232"/>
                  </a:lnTo>
                  <a:lnTo>
                    <a:pt x="779052" y="360292"/>
                  </a:lnTo>
                  <a:lnTo>
                    <a:pt x="780123" y="359354"/>
                  </a:lnTo>
                  <a:lnTo>
                    <a:pt x="781195" y="358415"/>
                  </a:lnTo>
                  <a:lnTo>
                    <a:pt x="782267" y="357478"/>
                  </a:lnTo>
                  <a:lnTo>
                    <a:pt x="783338" y="356541"/>
                  </a:lnTo>
                  <a:lnTo>
                    <a:pt x="784410" y="355605"/>
                  </a:lnTo>
                  <a:lnTo>
                    <a:pt x="785481" y="354670"/>
                  </a:lnTo>
                  <a:lnTo>
                    <a:pt x="786553" y="353735"/>
                  </a:lnTo>
                  <a:lnTo>
                    <a:pt x="787625" y="352801"/>
                  </a:lnTo>
                  <a:lnTo>
                    <a:pt x="788696" y="351869"/>
                  </a:lnTo>
                  <a:lnTo>
                    <a:pt x="789768" y="350937"/>
                  </a:lnTo>
                  <a:lnTo>
                    <a:pt x="790839" y="350005"/>
                  </a:lnTo>
                  <a:lnTo>
                    <a:pt x="791911" y="349075"/>
                  </a:lnTo>
                  <a:lnTo>
                    <a:pt x="792983" y="348146"/>
                  </a:lnTo>
                  <a:lnTo>
                    <a:pt x="794054" y="347218"/>
                  </a:lnTo>
                  <a:lnTo>
                    <a:pt x="795126" y="346291"/>
                  </a:lnTo>
                  <a:lnTo>
                    <a:pt x="796197" y="345365"/>
                  </a:lnTo>
                  <a:lnTo>
                    <a:pt x="797269" y="344440"/>
                  </a:lnTo>
                  <a:lnTo>
                    <a:pt x="798341" y="343516"/>
                  </a:lnTo>
                  <a:lnTo>
                    <a:pt x="799412" y="342593"/>
                  </a:lnTo>
                  <a:lnTo>
                    <a:pt x="800484" y="341672"/>
                  </a:lnTo>
                  <a:lnTo>
                    <a:pt x="801555" y="340752"/>
                  </a:lnTo>
                  <a:lnTo>
                    <a:pt x="802627" y="339833"/>
                  </a:lnTo>
                  <a:lnTo>
                    <a:pt x="803699" y="338915"/>
                  </a:lnTo>
                  <a:lnTo>
                    <a:pt x="804770" y="337999"/>
                  </a:lnTo>
                  <a:lnTo>
                    <a:pt x="805842" y="337084"/>
                  </a:lnTo>
                  <a:lnTo>
                    <a:pt x="806913" y="336170"/>
                  </a:lnTo>
                  <a:lnTo>
                    <a:pt x="807985" y="335258"/>
                  </a:lnTo>
                  <a:lnTo>
                    <a:pt x="809057" y="334347"/>
                  </a:lnTo>
                  <a:lnTo>
                    <a:pt x="810128" y="333438"/>
                  </a:lnTo>
                  <a:lnTo>
                    <a:pt x="811200" y="332530"/>
                  </a:lnTo>
                  <a:lnTo>
                    <a:pt x="812271" y="331624"/>
                  </a:lnTo>
                  <a:lnTo>
                    <a:pt x="813343" y="330720"/>
                  </a:lnTo>
                  <a:lnTo>
                    <a:pt x="814415" y="329817"/>
                  </a:lnTo>
                  <a:lnTo>
                    <a:pt x="815486" y="328916"/>
                  </a:lnTo>
                  <a:lnTo>
                    <a:pt x="816558" y="328016"/>
                  </a:lnTo>
                  <a:lnTo>
                    <a:pt x="817629" y="327119"/>
                  </a:lnTo>
                  <a:lnTo>
                    <a:pt x="818701" y="326223"/>
                  </a:lnTo>
                  <a:lnTo>
                    <a:pt x="819773" y="325328"/>
                  </a:lnTo>
                  <a:lnTo>
                    <a:pt x="820844" y="324436"/>
                  </a:lnTo>
                  <a:lnTo>
                    <a:pt x="821916" y="323546"/>
                  </a:lnTo>
                  <a:lnTo>
                    <a:pt x="822987" y="322657"/>
                  </a:lnTo>
                  <a:lnTo>
                    <a:pt x="824059" y="321770"/>
                  </a:lnTo>
                  <a:lnTo>
                    <a:pt x="825131" y="320886"/>
                  </a:lnTo>
                  <a:lnTo>
                    <a:pt x="826202" y="320003"/>
                  </a:lnTo>
                  <a:lnTo>
                    <a:pt x="827274" y="319122"/>
                  </a:lnTo>
                  <a:lnTo>
                    <a:pt x="828345" y="318244"/>
                  </a:lnTo>
                  <a:lnTo>
                    <a:pt x="829417" y="317367"/>
                  </a:lnTo>
                  <a:lnTo>
                    <a:pt x="830489" y="316493"/>
                  </a:lnTo>
                  <a:lnTo>
                    <a:pt x="831560" y="315620"/>
                  </a:lnTo>
                  <a:lnTo>
                    <a:pt x="832632" y="314750"/>
                  </a:lnTo>
                  <a:lnTo>
                    <a:pt x="833703" y="313883"/>
                  </a:lnTo>
                  <a:lnTo>
                    <a:pt x="834775" y="313017"/>
                  </a:lnTo>
                  <a:lnTo>
                    <a:pt x="835847" y="312154"/>
                  </a:lnTo>
                  <a:lnTo>
                    <a:pt x="836918" y="311293"/>
                  </a:lnTo>
                  <a:lnTo>
                    <a:pt x="837990" y="310435"/>
                  </a:lnTo>
                  <a:lnTo>
                    <a:pt x="839061" y="309579"/>
                  </a:lnTo>
                  <a:lnTo>
                    <a:pt x="840133" y="308725"/>
                  </a:lnTo>
                  <a:lnTo>
                    <a:pt x="841205" y="307874"/>
                  </a:lnTo>
                  <a:lnTo>
                    <a:pt x="842276" y="307025"/>
                  </a:lnTo>
                  <a:lnTo>
                    <a:pt x="843348" y="306179"/>
                  </a:lnTo>
                  <a:lnTo>
                    <a:pt x="844419" y="305335"/>
                  </a:lnTo>
                  <a:lnTo>
                    <a:pt x="845491" y="304495"/>
                  </a:lnTo>
                  <a:lnTo>
                    <a:pt x="846563" y="303656"/>
                  </a:lnTo>
                  <a:lnTo>
                    <a:pt x="847634" y="302821"/>
                  </a:lnTo>
                  <a:lnTo>
                    <a:pt x="848706" y="301988"/>
                  </a:lnTo>
                  <a:lnTo>
                    <a:pt x="849777" y="301158"/>
                  </a:lnTo>
                  <a:lnTo>
                    <a:pt x="850849" y="300330"/>
                  </a:lnTo>
                  <a:lnTo>
                    <a:pt x="851921" y="299506"/>
                  </a:lnTo>
                  <a:lnTo>
                    <a:pt x="852992" y="298684"/>
                  </a:lnTo>
                  <a:lnTo>
                    <a:pt x="854064" y="297865"/>
                  </a:lnTo>
                  <a:lnTo>
                    <a:pt x="855135" y="297050"/>
                  </a:lnTo>
                  <a:lnTo>
                    <a:pt x="856207" y="296237"/>
                  </a:lnTo>
                  <a:lnTo>
                    <a:pt x="857279" y="295427"/>
                  </a:lnTo>
                  <a:lnTo>
                    <a:pt x="858350" y="294620"/>
                  </a:lnTo>
                  <a:lnTo>
                    <a:pt x="859422" y="293816"/>
                  </a:lnTo>
                  <a:lnTo>
                    <a:pt x="860493" y="293015"/>
                  </a:lnTo>
                  <a:lnTo>
                    <a:pt x="861565" y="292218"/>
                  </a:lnTo>
                  <a:lnTo>
                    <a:pt x="862637" y="291423"/>
                  </a:lnTo>
                  <a:lnTo>
                    <a:pt x="863708" y="290632"/>
                  </a:lnTo>
                  <a:lnTo>
                    <a:pt x="864780" y="289844"/>
                  </a:lnTo>
                  <a:lnTo>
                    <a:pt x="865851" y="289059"/>
                  </a:lnTo>
                  <a:lnTo>
                    <a:pt x="866923" y="288278"/>
                  </a:lnTo>
                  <a:lnTo>
                    <a:pt x="867995" y="287500"/>
                  </a:lnTo>
                  <a:lnTo>
                    <a:pt x="869066" y="286725"/>
                  </a:lnTo>
                  <a:lnTo>
                    <a:pt x="870138" y="285954"/>
                  </a:lnTo>
                  <a:lnTo>
                    <a:pt x="871209" y="285186"/>
                  </a:lnTo>
                  <a:lnTo>
                    <a:pt x="872281" y="284421"/>
                  </a:lnTo>
                  <a:lnTo>
                    <a:pt x="873353" y="283660"/>
                  </a:lnTo>
                  <a:lnTo>
                    <a:pt x="874424" y="282903"/>
                  </a:lnTo>
                  <a:lnTo>
                    <a:pt x="875496" y="282149"/>
                  </a:lnTo>
                  <a:lnTo>
                    <a:pt x="876567" y="281399"/>
                  </a:lnTo>
                  <a:lnTo>
                    <a:pt x="877639" y="280652"/>
                  </a:lnTo>
                  <a:lnTo>
                    <a:pt x="878711" y="279910"/>
                  </a:lnTo>
                  <a:lnTo>
                    <a:pt x="879782" y="279170"/>
                  </a:lnTo>
                  <a:lnTo>
                    <a:pt x="880854" y="278435"/>
                  </a:lnTo>
                  <a:lnTo>
                    <a:pt x="881925" y="277703"/>
                  </a:lnTo>
                  <a:lnTo>
                    <a:pt x="882997" y="276976"/>
                  </a:lnTo>
                  <a:lnTo>
                    <a:pt x="884069" y="276252"/>
                  </a:lnTo>
                  <a:lnTo>
                    <a:pt x="885140" y="275531"/>
                  </a:lnTo>
                  <a:lnTo>
                    <a:pt x="886212" y="274815"/>
                  </a:lnTo>
                  <a:lnTo>
                    <a:pt x="887283" y="274103"/>
                  </a:lnTo>
                  <a:lnTo>
                    <a:pt x="888355" y="273395"/>
                  </a:lnTo>
                  <a:lnTo>
                    <a:pt x="889426" y="272691"/>
                  </a:lnTo>
                  <a:lnTo>
                    <a:pt x="890498" y="271991"/>
                  </a:lnTo>
                  <a:lnTo>
                    <a:pt x="891570" y="271295"/>
                  </a:lnTo>
                  <a:lnTo>
                    <a:pt x="892641" y="270603"/>
                  </a:lnTo>
                  <a:lnTo>
                    <a:pt x="893713" y="269915"/>
                  </a:lnTo>
                  <a:lnTo>
                    <a:pt x="894784" y="269231"/>
                  </a:lnTo>
                  <a:lnTo>
                    <a:pt x="895856" y="268552"/>
                  </a:lnTo>
                  <a:lnTo>
                    <a:pt x="896928" y="267877"/>
                  </a:lnTo>
                  <a:lnTo>
                    <a:pt x="897999" y="267206"/>
                  </a:lnTo>
                  <a:lnTo>
                    <a:pt x="899071" y="266540"/>
                  </a:lnTo>
                  <a:lnTo>
                    <a:pt x="900142" y="265878"/>
                  </a:lnTo>
                  <a:lnTo>
                    <a:pt x="901214" y="265220"/>
                  </a:lnTo>
                  <a:lnTo>
                    <a:pt x="902286" y="264567"/>
                  </a:lnTo>
                  <a:lnTo>
                    <a:pt x="903357" y="263918"/>
                  </a:lnTo>
                  <a:lnTo>
                    <a:pt x="904429" y="263274"/>
                  </a:lnTo>
                  <a:lnTo>
                    <a:pt x="905500" y="262634"/>
                  </a:lnTo>
                  <a:lnTo>
                    <a:pt x="906572" y="261999"/>
                  </a:lnTo>
                  <a:lnTo>
                    <a:pt x="907644" y="261368"/>
                  </a:lnTo>
                  <a:lnTo>
                    <a:pt x="908715" y="260742"/>
                  </a:lnTo>
                  <a:lnTo>
                    <a:pt x="909787" y="260121"/>
                  </a:lnTo>
                  <a:lnTo>
                    <a:pt x="910858" y="259504"/>
                  </a:lnTo>
                  <a:lnTo>
                    <a:pt x="911930" y="258892"/>
                  </a:lnTo>
                  <a:lnTo>
                    <a:pt x="913002" y="258285"/>
                  </a:lnTo>
                  <a:lnTo>
                    <a:pt x="914073" y="257683"/>
                  </a:lnTo>
                  <a:lnTo>
                    <a:pt x="915145" y="257086"/>
                  </a:lnTo>
                  <a:lnTo>
                    <a:pt x="916216" y="256493"/>
                  </a:lnTo>
                  <a:lnTo>
                    <a:pt x="917288" y="255905"/>
                  </a:lnTo>
                  <a:lnTo>
                    <a:pt x="918360" y="255323"/>
                  </a:lnTo>
                  <a:lnTo>
                    <a:pt x="919431" y="254745"/>
                  </a:lnTo>
                  <a:lnTo>
                    <a:pt x="920503" y="254172"/>
                  </a:lnTo>
                  <a:lnTo>
                    <a:pt x="921574" y="253604"/>
                  </a:lnTo>
                  <a:lnTo>
                    <a:pt x="922646" y="253042"/>
                  </a:lnTo>
                  <a:lnTo>
                    <a:pt x="923718" y="252484"/>
                  </a:lnTo>
                  <a:lnTo>
                    <a:pt x="924789" y="251932"/>
                  </a:lnTo>
                  <a:lnTo>
                    <a:pt x="925861" y="251384"/>
                  </a:lnTo>
                  <a:lnTo>
                    <a:pt x="926932" y="250842"/>
                  </a:lnTo>
                  <a:lnTo>
                    <a:pt x="928004" y="250306"/>
                  </a:lnTo>
                  <a:lnTo>
                    <a:pt x="929076" y="249774"/>
                  </a:lnTo>
                  <a:lnTo>
                    <a:pt x="930147" y="249248"/>
                  </a:lnTo>
                  <a:lnTo>
                    <a:pt x="931219" y="248727"/>
                  </a:lnTo>
                  <a:lnTo>
                    <a:pt x="932290" y="248211"/>
                  </a:lnTo>
                  <a:lnTo>
                    <a:pt x="933362" y="247701"/>
                  </a:lnTo>
                  <a:lnTo>
                    <a:pt x="934434" y="247196"/>
                  </a:lnTo>
                  <a:lnTo>
                    <a:pt x="935505" y="246697"/>
                  </a:lnTo>
                  <a:lnTo>
                    <a:pt x="936577" y="246203"/>
                  </a:lnTo>
                  <a:lnTo>
                    <a:pt x="937648" y="245715"/>
                  </a:lnTo>
                  <a:lnTo>
                    <a:pt x="938720" y="245232"/>
                  </a:lnTo>
                  <a:lnTo>
                    <a:pt x="939792" y="244755"/>
                  </a:lnTo>
                  <a:lnTo>
                    <a:pt x="940863" y="244283"/>
                  </a:lnTo>
                  <a:lnTo>
                    <a:pt x="941935" y="243817"/>
                  </a:lnTo>
                  <a:lnTo>
                    <a:pt x="943006" y="243357"/>
                  </a:lnTo>
                  <a:lnTo>
                    <a:pt x="944078" y="242903"/>
                  </a:lnTo>
                  <a:lnTo>
                    <a:pt x="945150" y="242454"/>
                  </a:lnTo>
                  <a:lnTo>
                    <a:pt x="946221" y="242011"/>
                  </a:lnTo>
                  <a:lnTo>
                    <a:pt x="947293" y="241574"/>
                  </a:lnTo>
                  <a:lnTo>
                    <a:pt x="948364" y="241143"/>
                  </a:lnTo>
                  <a:lnTo>
                    <a:pt x="949436" y="240717"/>
                  </a:lnTo>
                  <a:lnTo>
                    <a:pt x="950508" y="240298"/>
                  </a:lnTo>
                  <a:lnTo>
                    <a:pt x="951579" y="239884"/>
                  </a:lnTo>
                  <a:lnTo>
                    <a:pt x="952651" y="239476"/>
                  </a:lnTo>
                  <a:lnTo>
                    <a:pt x="953722" y="239075"/>
                  </a:lnTo>
                  <a:lnTo>
                    <a:pt x="954794" y="238679"/>
                  </a:lnTo>
                  <a:lnTo>
                    <a:pt x="955866" y="238290"/>
                  </a:lnTo>
                  <a:lnTo>
                    <a:pt x="956937" y="237906"/>
                  </a:lnTo>
                  <a:lnTo>
                    <a:pt x="958009" y="237529"/>
                  </a:lnTo>
                  <a:lnTo>
                    <a:pt x="959080" y="237158"/>
                  </a:lnTo>
                  <a:lnTo>
                    <a:pt x="960152" y="236793"/>
                  </a:lnTo>
                  <a:lnTo>
                    <a:pt x="961224" y="236434"/>
                  </a:lnTo>
                  <a:lnTo>
                    <a:pt x="962295" y="236081"/>
                  </a:lnTo>
                  <a:lnTo>
                    <a:pt x="963367" y="235735"/>
                  </a:lnTo>
                  <a:lnTo>
                    <a:pt x="964438" y="235395"/>
                  </a:lnTo>
                  <a:lnTo>
                    <a:pt x="965510" y="235061"/>
                  </a:lnTo>
                  <a:lnTo>
                    <a:pt x="966582" y="234734"/>
                  </a:lnTo>
                  <a:lnTo>
                    <a:pt x="967653" y="234413"/>
                  </a:lnTo>
                  <a:lnTo>
                    <a:pt x="968725" y="234099"/>
                  </a:lnTo>
                  <a:lnTo>
                    <a:pt x="969796" y="233791"/>
                  </a:lnTo>
                  <a:lnTo>
                    <a:pt x="970868" y="233489"/>
                  </a:lnTo>
                  <a:lnTo>
                    <a:pt x="971940" y="233194"/>
                  </a:lnTo>
                  <a:lnTo>
                    <a:pt x="973011" y="232906"/>
                  </a:lnTo>
                  <a:lnTo>
                    <a:pt x="974083" y="232624"/>
                  </a:lnTo>
                  <a:lnTo>
                    <a:pt x="975154" y="232349"/>
                  </a:lnTo>
                  <a:lnTo>
                    <a:pt x="976226" y="232080"/>
                  </a:lnTo>
                  <a:lnTo>
                    <a:pt x="977298" y="231818"/>
                  </a:lnTo>
                  <a:lnTo>
                    <a:pt x="978369" y="231563"/>
                  </a:lnTo>
                  <a:lnTo>
                    <a:pt x="979441" y="231314"/>
                  </a:lnTo>
                  <a:lnTo>
                    <a:pt x="980512" y="231072"/>
                  </a:lnTo>
                  <a:lnTo>
                    <a:pt x="981584" y="230837"/>
                  </a:lnTo>
                  <a:lnTo>
                    <a:pt x="982656" y="230609"/>
                  </a:lnTo>
                  <a:lnTo>
                    <a:pt x="983727" y="230387"/>
                  </a:lnTo>
                  <a:lnTo>
                    <a:pt x="984799" y="230173"/>
                  </a:lnTo>
                  <a:lnTo>
                    <a:pt x="985870" y="229965"/>
                  </a:lnTo>
                  <a:lnTo>
                    <a:pt x="986942" y="229764"/>
                  </a:lnTo>
                  <a:lnTo>
                    <a:pt x="988014" y="229570"/>
                  </a:lnTo>
                  <a:lnTo>
                    <a:pt x="989085" y="229383"/>
                  </a:lnTo>
                  <a:lnTo>
                    <a:pt x="990157" y="229203"/>
                  </a:lnTo>
                  <a:lnTo>
                    <a:pt x="991228" y="229030"/>
                  </a:lnTo>
                  <a:lnTo>
                    <a:pt x="992300" y="228865"/>
                  </a:lnTo>
                  <a:lnTo>
                    <a:pt x="993372" y="228706"/>
                  </a:lnTo>
                  <a:lnTo>
                    <a:pt x="994443" y="228554"/>
                  </a:lnTo>
                  <a:lnTo>
                    <a:pt x="995515" y="228410"/>
                  </a:lnTo>
                  <a:lnTo>
                    <a:pt x="996586" y="228272"/>
                  </a:lnTo>
                  <a:lnTo>
                    <a:pt x="997658" y="228142"/>
                  </a:lnTo>
                  <a:lnTo>
                    <a:pt x="998730" y="228019"/>
                  </a:lnTo>
                  <a:lnTo>
                    <a:pt x="999801" y="227903"/>
                  </a:lnTo>
                  <a:lnTo>
                    <a:pt x="1000873" y="227795"/>
                  </a:lnTo>
                  <a:lnTo>
                    <a:pt x="1001944" y="227694"/>
                  </a:lnTo>
                  <a:lnTo>
                    <a:pt x="1003016" y="227600"/>
                  </a:lnTo>
                  <a:lnTo>
                    <a:pt x="1004088" y="227514"/>
                  </a:lnTo>
                  <a:lnTo>
                    <a:pt x="1005159" y="227434"/>
                  </a:lnTo>
                  <a:lnTo>
                    <a:pt x="1006231" y="227363"/>
                  </a:lnTo>
                  <a:lnTo>
                    <a:pt x="1007302" y="227298"/>
                  </a:lnTo>
                  <a:lnTo>
                    <a:pt x="1008374" y="227241"/>
                  </a:lnTo>
                  <a:lnTo>
                    <a:pt x="1009446" y="227192"/>
                  </a:lnTo>
                  <a:lnTo>
                    <a:pt x="1010517" y="227150"/>
                  </a:lnTo>
                  <a:lnTo>
                    <a:pt x="1011589" y="227116"/>
                  </a:lnTo>
                  <a:lnTo>
                    <a:pt x="1012660" y="227089"/>
                  </a:lnTo>
                  <a:lnTo>
                    <a:pt x="1013732" y="227070"/>
                  </a:lnTo>
                  <a:lnTo>
                    <a:pt x="1014804" y="227058"/>
                  </a:lnTo>
                  <a:lnTo>
                    <a:pt x="1015875" y="227054"/>
                  </a:lnTo>
                  <a:lnTo>
                    <a:pt x="1016947" y="227058"/>
                  </a:lnTo>
                  <a:lnTo>
                    <a:pt x="1018018" y="227069"/>
                  </a:lnTo>
                  <a:lnTo>
                    <a:pt x="1019090" y="227088"/>
                  </a:lnTo>
                  <a:lnTo>
                    <a:pt x="1020162" y="227115"/>
                  </a:lnTo>
                  <a:lnTo>
                    <a:pt x="1021233" y="227149"/>
                  </a:lnTo>
                  <a:lnTo>
                    <a:pt x="1022305" y="227191"/>
                  </a:lnTo>
                  <a:lnTo>
                    <a:pt x="1023376" y="227241"/>
                  </a:lnTo>
                  <a:lnTo>
                    <a:pt x="1024448" y="227299"/>
                  </a:lnTo>
                  <a:lnTo>
                    <a:pt x="1025520" y="227365"/>
                  </a:lnTo>
                  <a:lnTo>
                    <a:pt x="1026591" y="227438"/>
                  </a:lnTo>
                  <a:lnTo>
                    <a:pt x="1027663" y="227520"/>
                  </a:lnTo>
                  <a:lnTo>
                    <a:pt x="1028734" y="227609"/>
                  </a:lnTo>
                  <a:lnTo>
                    <a:pt x="1029806" y="227706"/>
                  </a:lnTo>
                  <a:lnTo>
                    <a:pt x="1030878" y="227812"/>
                  </a:lnTo>
                  <a:lnTo>
                    <a:pt x="1031949" y="227925"/>
                  </a:lnTo>
                  <a:lnTo>
                    <a:pt x="1033021" y="228046"/>
                  </a:lnTo>
                  <a:lnTo>
                    <a:pt x="1034092" y="228175"/>
                  </a:lnTo>
                  <a:lnTo>
                    <a:pt x="1035164" y="228312"/>
                  </a:lnTo>
                  <a:lnTo>
                    <a:pt x="1036236" y="228457"/>
                  </a:lnTo>
                  <a:lnTo>
                    <a:pt x="1037307" y="228611"/>
                  </a:lnTo>
                  <a:lnTo>
                    <a:pt x="1038379" y="228772"/>
                  </a:lnTo>
                  <a:lnTo>
                    <a:pt x="1039450" y="228942"/>
                  </a:lnTo>
                  <a:lnTo>
                    <a:pt x="1040522" y="229120"/>
                  </a:lnTo>
                  <a:lnTo>
                    <a:pt x="1041594" y="229305"/>
                  </a:lnTo>
                  <a:lnTo>
                    <a:pt x="1042665" y="229500"/>
                  </a:lnTo>
                  <a:lnTo>
                    <a:pt x="1043737" y="229702"/>
                  </a:lnTo>
                  <a:lnTo>
                    <a:pt x="1044808" y="229912"/>
                  </a:lnTo>
                  <a:lnTo>
                    <a:pt x="1045880" y="230131"/>
                  </a:lnTo>
                  <a:lnTo>
                    <a:pt x="1046952" y="230358"/>
                  </a:lnTo>
                  <a:lnTo>
                    <a:pt x="1048023" y="230593"/>
                  </a:lnTo>
                  <a:lnTo>
                    <a:pt x="1049095" y="230837"/>
                  </a:lnTo>
                  <a:lnTo>
                    <a:pt x="1050166" y="231089"/>
                  </a:lnTo>
                  <a:lnTo>
                    <a:pt x="1051238" y="231349"/>
                  </a:lnTo>
                  <a:lnTo>
                    <a:pt x="1052310" y="231618"/>
                  </a:lnTo>
                  <a:lnTo>
                    <a:pt x="1053381" y="231895"/>
                  </a:lnTo>
                  <a:lnTo>
                    <a:pt x="1054453" y="232181"/>
                  </a:lnTo>
                  <a:lnTo>
                    <a:pt x="1055524" y="232474"/>
                  </a:lnTo>
                  <a:lnTo>
                    <a:pt x="1056596" y="232777"/>
                  </a:lnTo>
                  <a:lnTo>
                    <a:pt x="1057668" y="233088"/>
                  </a:lnTo>
                  <a:lnTo>
                    <a:pt x="1058739" y="233407"/>
                  </a:lnTo>
                  <a:lnTo>
                    <a:pt x="1059811" y="233735"/>
                  </a:lnTo>
                  <a:lnTo>
                    <a:pt x="1060882" y="234071"/>
                  </a:lnTo>
                  <a:lnTo>
                    <a:pt x="1061954" y="234416"/>
                  </a:lnTo>
                  <a:lnTo>
                    <a:pt x="1063026" y="234769"/>
                  </a:lnTo>
                  <a:lnTo>
                    <a:pt x="1064097" y="235131"/>
                  </a:lnTo>
                  <a:lnTo>
                    <a:pt x="1065169" y="235501"/>
                  </a:lnTo>
                  <a:lnTo>
                    <a:pt x="1066240" y="235881"/>
                  </a:lnTo>
                  <a:lnTo>
                    <a:pt x="1067312" y="236268"/>
                  </a:lnTo>
                  <a:lnTo>
                    <a:pt x="1068383" y="236665"/>
                  </a:lnTo>
                  <a:lnTo>
                    <a:pt x="1069455" y="237070"/>
                  </a:lnTo>
                  <a:lnTo>
                    <a:pt x="1070527" y="237483"/>
                  </a:lnTo>
                  <a:lnTo>
                    <a:pt x="1071598" y="237906"/>
                  </a:lnTo>
                  <a:lnTo>
                    <a:pt x="1072670" y="238337"/>
                  </a:lnTo>
                  <a:lnTo>
                    <a:pt x="1073741" y="238776"/>
                  </a:lnTo>
                  <a:lnTo>
                    <a:pt x="1074813" y="239225"/>
                  </a:lnTo>
                  <a:lnTo>
                    <a:pt x="1075885" y="239682"/>
                  </a:lnTo>
                  <a:lnTo>
                    <a:pt x="1076956" y="240148"/>
                  </a:lnTo>
                  <a:lnTo>
                    <a:pt x="1078028" y="240623"/>
                  </a:lnTo>
                  <a:lnTo>
                    <a:pt x="1079099" y="241107"/>
                  </a:lnTo>
                  <a:lnTo>
                    <a:pt x="1080171" y="241599"/>
                  </a:lnTo>
                  <a:lnTo>
                    <a:pt x="1081243" y="242100"/>
                  </a:lnTo>
                  <a:lnTo>
                    <a:pt x="1082314" y="242609"/>
                  </a:lnTo>
                  <a:lnTo>
                    <a:pt x="1083386" y="243128"/>
                  </a:lnTo>
                  <a:lnTo>
                    <a:pt x="1084457" y="243654"/>
                  </a:lnTo>
                  <a:lnTo>
                    <a:pt x="1085529" y="244190"/>
                  </a:lnTo>
                  <a:lnTo>
                    <a:pt x="1086601" y="244733"/>
                  </a:lnTo>
                  <a:lnTo>
                    <a:pt x="1087672" y="245286"/>
                  </a:lnTo>
                  <a:lnTo>
                    <a:pt x="1088744" y="245846"/>
                  </a:lnTo>
                  <a:lnTo>
                    <a:pt x="1089815" y="246415"/>
                  </a:lnTo>
                  <a:lnTo>
                    <a:pt x="1090887" y="246992"/>
                  </a:lnTo>
                  <a:lnTo>
                    <a:pt x="1091959" y="247578"/>
                  </a:lnTo>
                  <a:lnTo>
                    <a:pt x="1093030" y="248171"/>
                  </a:lnTo>
                  <a:lnTo>
                    <a:pt x="1094102" y="248773"/>
                  </a:lnTo>
                  <a:lnTo>
                    <a:pt x="1095173" y="249383"/>
                  </a:lnTo>
                  <a:lnTo>
                    <a:pt x="1096245" y="250001"/>
                  </a:lnTo>
                  <a:lnTo>
                    <a:pt x="1097317" y="250627"/>
                  </a:lnTo>
                  <a:lnTo>
                    <a:pt x="1098388" y="251261"/>
                  </a:lnTo>
                  <a:lnTo>
                    <a:pt x="1099460" y="251902"/>
                  </a:lnTo>
                  <a:lnTo>
                    <a:pt x="1100531" y="252552"/>
                  </a:lnTo>
                  <a:lnTo>
                    <a:pt x="1101603" y="253210"/>
                  </a:lnTo>
                  <a:lnTo>
                    <a:pt x="1102675" y="253875"/>
                  </a:lnTo>
                  <a:lnTo>
                    <a:pt x="1103746" y="254548"/>
                  </a:lnTo>
                  <a:lnTo>
                    <a:pt x="1104818" y="255229"/>
                  </a:lnTo>
                  <a:lnTo>
                    <a:pt x="1105889" y="255917"/>
                  </a:lnTo>
                  <a:lnTo>
                    <a:pt x="1106961" y="256613"/>
                  </a:lnTo>
                  <a:lnTo>
                    <a:pt x="1108033" y="257316"/>
                  </a:lnTo>
                  <a:lnTo>
                    <a:pt x="1109104" y="258027"/>
                  </a:lnTo>
                  <a:lnTo>
                    <a:pt x="1110176" y="258746"/>
                  </a:lnTo>
                  <a:lnTo>
                    <a:pt x="1111247" y="259471"/>
                  </a:lnTo>
                  <a:lnTo>
                    <a:pt x="1112319" y="260205"/>
                  </a:lnTo>
                  <a:lnTo>
                    <a:pt x="1113391" y="260945"/>
                  </a:lnTo>
                  <a:lnTo>
                    <a:pt x="1114462" y="261693"/>
                  </a:lnTo>
                  <a:lnTo>
                    <a:pt x="1115534" y="262448"/>
                  </a:lnTo>
                  <a:lnTo>
                    <a:pt x="1116605" y="263210"/>
                  </a:lnTo>
                  <a:lnTo>
                    <a:pt x="1117677" y="263979"/>
                  </a:lnTo>
                  <a:lnTo>
                    <a:pt x="1118749" y="264755"/>
                  </a:lnTo>
                  <a:lnTo>
                    <a:pt x="1119820" y="265538"/>
                  </a:lnTo>
                  <a:lnTo>
                    <a:pt x="1120892" y="266328"/>
                  </a:lnTo>
                  <a:lnTo>
                    <a:pt x="1121963" y="267125"/>
                  </a:lnTo>
                  <a:lnTo>
                    <a:pt x="1123035" y="267929"/>
                  </a:lnTo>
                  <a:lnTo>
                    <a:pt x="1124107" y="268740"/>
                  </a:lnTo>
                  <a:lnTo>
                    <a:pt x="1125178" y="269558"/>
                  </a:lnTo>
                  <a:lnTo>
                    <a:pt x="1126250" y="270382"/>
                  </a:lnTo>
                  <a:lnTo>
                    <a:pt x="1127321" y="271213"/>
                  </a:lnTo>
                  <a:lnTo>
                    <a:pt x="1128393" y="272050"/>
                  </a:lnTo>
                  <a:lnTo>
                    <a:pt x="1129465" y="272894"/>
                  </a:lnTo>
                  <a:lnTo>
                    <a:pt x="1130536" y="273745"/>
                  </a:lnTo>
                  <a:lnTo>
                    <a:pt x="1131608" y="274602"/>
                  </a:lnTo>
                  <a:lnTo>
                    <a:pt x="1132679" y="275466"/>
                  </a:lnTo>
                  <a:lnTo>
                    <a:pt x="1133751" y="276336"/>
                  </a:lnTo>
                  <a:lnTo>
                    <a:pt x="1134823" y="277212"/>
                  </a:lnTo>
                  <a:lnTo>
                    <a:pt x="1135894" y="278094"/>
                  </a:lnTo>
                  <a:lnTo>
                    <a:pt x="1136966" y="278983"/>
                  </a:lnTo>
                  <a:lnTo>
                    <a:pt x="1138037" y="279878"/>
                  </a:lnTo>
                  <a:lnTo>
                    <a:pt x="1139109" y="280779"/>
                  </a:lnTo>
                  <a:lnTo>
                    <a:pt x="1140181" y="281686"/>
                  </a:lnTo>
                  <a:lnTo>
                    <a:pt x="1141252" y="282599"/>
                  </a:lnTo>
                  <a:lnTo>
                    <a:pt x="1142324" y="283518"/>
                  </a:lnTo>
                  <a:lnTo>
                    <a:pt x="1143395" y="284443"/>
                  </a:lnTo>
                  <a:lnTo>
                    <a:pt x="1144467" y="285374"/>
                  </a:lnTo>
                  <a:lnTo>
                    <a:pt x="1145539" y="286311"/>
                  </a:lnTo>
                  <a:lnTo>
                    <a:pt x="1146610" y="287254"/>
                  </a:lnTo>
                  <a:lnTo>
                    <a:pt x="1147682" y="288202"/>
                  </a:lnTo>
                  <a:lnTo>
                    <a:pt x="1148753" y="289156"/>
                  </a:lnTo>
                  <a:lnTo>
                    <a:pt x="1149825" y="290116"/>
                  </a:lnTo>
                  <a:lnTo>
                    <a:pt x="1150897" y="291081"/>
                  </a:lnTo>
                  <a:lnTo>
                    <a:pt x="1151968" y="292052"/>
                  </a:lnTo>
                  <a:lnTo>
                    <a:pt x="1153040" y="293028"/>
                  </a:lnTo>
                  <a:lnTo>
                    <a:pt x="1154111" y="294009"/>
                  </a:lnTo>
                  <a:lnTo>
                    <a:pt x="1155183" y="294996"/>
                  </a:lnTo>
                  <a:lnTo>
                    <a:pt x="1156255" y="295989"/>
                  </a:lnTo>
                  <a:lnTo>
                    <a:pt x="1157326" y="296986"/>
                  </a:lnTo>
                  <a:lnTo>
                    <a:pt x="1158398" y="297989"/>
                  </a:lnTo>
                  <a:lnTo>
                    <a:pt x="1159469" y="298997"/>
                  </a:lnTo>
                  <a:lnTo>
                    <a:pt x="1160541" y="300011"/>
                  </a:lnTo>
                  <a:lnTo>
                    <a:pt x="1161613" y="301029"/>
                  </a:lnTo>
                  <a:lnTo>
                    <a:pt x="1162684" y="302052"/>
                  </a:lnTo>
                  <a:lnTo>
                    <a:pt x="1163756" y="303081"/>
                  </a:lnTo>
                  <a:lnTo>
                    <a:pt x="1164827" y="304114"/>
                  </a:lnTo>
                  <a:lnTo>
                    <a:pt x="1165899" y="305152"/>
                  </a:lnTo>
                  <a:lnTo>
                    <a:pt x="1166971" y="306195"/>
                  </a:lnTo>
                  <a:lnTo>
                    <a:pt x="1168042" y="307243"/>
                  </a:lnTo>
                  <a:lnTo>
                    <a:pt x="1169114" y="308296"/>
                  </a:lnTo>
                  <a:lnTo>
                    <a:pt x="1170185" y="309353"/>
                  </a:lnTo>
                  <a:lnTo>
                    <a:pt x="1171257" y="310415"/>
                  </a:lnTo>
                  <a:lnTo>
                    <a:pt x="1172329" y="311481"/>
                  </a:lnTo>
                  <a:lnTo>
                    <a:pt x="1173400" y="312552"/>
                  </a:lnTo>
                  <a:lnTo>
                    <a:pt x="1174472" y="313628"/>
                  </a:lnTo>
                  <a:lnTo>
                    <a:pt x="1175543" y="314708"/>
                  </a:lnTo>
                  <a:lnTo>
                    <a:pt x="1176615" y="315792"/>
                  </a:lnTo>
                  <a:lnTo>
                    <a:pt x="1177687" y="316881"/>
                  </a:lnTo>
                  <a:lnTo>
                    <a:pt x="1178758" y="317974"/>
                  </a:lnTo>
                  <a:lnTo>
                    <a:pt x="1179830" y="319071"/>
                  </a:lnTo>
                  <a:lnTo>
                    <a:pt x="1180901" y="320173"/>
                  </a:lnTo>
                  <a:lnTo>
                    <a:pt x="1181973" y="321279"/>
                  </a:lnTo>
                  <a:lnTo>
                    <a:pt x="1183045" y="322388"/>
                  </a:lnTo>
                  <a:lnTo>
                    <a:pt x="1184116" y="323502"/>
                  </a:lnTo>
                  <a:lnTo>
                    <a:pt x="1185188" y="324620"/>
                  </a:lnTo>
                  <a:lnTo>
                    <a:pt x="1186259" y="325742"/>
                  </a:lnTo>
                  <a:lnTo>
                    <a:pt x="1187331" y="326868"/>
                  </a:lnTo>
                  <a:lnTo>
                    <a:pt x="1188403" y="327997"/>
                  </a:lnTo>
                  <a:lnTo>
                    <a:pt x="1189474" y="329131"/>
                  </a:lnTo>
                  <a:lnTo>
                    <a:pt x="1190546" y="330268"/>
                  </a:lnTo>
                  <a:lnTo>
                    <a:pt x="1191617" y="331409"/>
                  </a:lnTo>
                  <a:lnTo>
                    <a:pt x="1192689" y="332553"/>
                  </a:lnTo>
                  <a:lnTo>
                    <a:pt x="1193761" y="333702"/>
                  </a:lnTo>
                  <a:lnTo>
                    <a:pt x="1194832" y="334853"/>
                  </a:lnTo>
                  <a:lnTo>
                    <a:pt x="1195904" y="336009"/>
                  </a:lnTo>
                  <a:lnTo>
                    <a:pt x="1196975" y="337168"/>
                  </a:lnTo>
                  <a:lnTo>
                    <a:pt x="1198047" y="338330"/>
                  </a:lnTo>
                  <a:lnTo>
                    <a:pt x="1199119" y="339495"/>
                  </a:lnTo>
                  <a:lnTo>
                    <a:pt x="1200190" y="340664"/>
                  </a:lnTo>
                  <a:lnTo>
                    <a:pt x="1201262" y="341837"/>
                  </a:lnTo>
                  <a:lnTo>
                    <a:pt x="1202333" y="343012"/>
                  </a:lnTo>
                  <a:lnTo>
                    <a:pt x="1203405" y="344191"/>
                  </a:lnTo>
                  <a:lnTo>
                    <a:pt x="1204477" y="345373"/>
                  </a:lnTo>
                  <a:lnTo>
                    <a:pt x="1205548" y="346558"/>
                  </a:lnTo>
                  <a:lnTo>
                    <a:pt x="1206620" y="347745"/>
                  </a:lnTo>
                  <a:lnTo>
                    <a:pt x="1207691" y="348936"/>
                  </a:lnTo>
                  <a:lnTo>
                    <a:pt x="1208763" y="350130"/>
                  </a:lnTo>
                  <a:lnTo>
                    <a:pt x="1209835" y="351327"/>
                  </a:lnTo>
                  <a:lnTo>
                    <a:pt x="1210906" y="352527"/>
                  </a:lnTo>
                  <a:lnTo>
                    <a:pt x="1211978" y="353729"/>
                  </a:lnTo>
                  <a:lnTo>
                    <a:pt x="1213049" y="354935"/>
                  </a:lnTo>
                  <a:lnTo>
                    <a:pt x="1214121" y="356143"/>
                  </a:lnTo>
                  <a:lnTo>
                    <a:pt x="1215193" y="357353"/>
                  </a:lnTo>
                  <a:lnTo>
                    <a:pt x="1216264" y="358567"/>
                  </a:lnTo>
                  <a:lnTo>
                    <a:pt x="1217336" y="359783"/>
                  </a:lnTo>
                  <a:lnTo>
                    <a:pt x="1218407" y="361001"/>
                  </a:lnTo>
                  <a:lnTo>
                    <a:pt x="1219479" y="362222"/>
                  </a:lnTo>
                  <a:lnTo>
                    <a:pt x="1220551" y="363445"/>
                  </a:lnTo>
                  <a:lnTo>
                    <a:pt x="1221622" y="364671"/>
                  </a:lnTo>
                  <a:lnTo>
                    <a:pt x="1222694" y="365899"/>
                  </a:lnTo>
                  <a:lnTo>
                    <a:pt x="1223765" y="367130"/>
                  </a:lnTo>
                  <a:lnTo>
                    <a:pt x="1224837" y="368363"/>
                  </a:lnTo>
                  <a:lnTo>
                    <a:pt x="1225909" y="369597"/>
                  </a:lnTo>
                  <a:lnTo>
                    <a:pt x="1226980" y="370835"/>
                  </a:lnTo>
                  <a:lnTo>
                    <a:pt x="1228052" y="372074"/>
                  </a:lnTo>
                  <a:lnTo>
                    <a:pt x="1229123" y="373315"/>
                  </a:lnTo>
                  <a:lnTo>
                    <a:pt x="1230195" y="374558"/>
                  </a:lnTo>
                  <a:lnTo>
                    <a:pt x="1231267" y="375804"/>
                  </a:lnTo>
                  <a:lnTo>
                    <a:pt x="1232338" y="377051"/>
                  </a:lnTo>
                  <a:lnTo>
                    <a:pt x="1233410" y="378300"/>
                  </a:lnTo>
                  <a:lnTo>
                    <a:pt x="1234481" y="379551"/>
                  </a:lnTo>
                  <a:lnTo>
                    <a:pt x="1235553" y="380804"/>
                  </a:lnTo>
                  <a:lnTo>
                    <a:pt x="1236625" y="382059"/>
                  </a:lnTo>
                  <a:lnTo>
                    <a:pt x="1237696" y="383315"/>
                  </a:lnTo>
                  <a:lnTo>
                    <a:pt x="1238768" y="384573"/>
                  </a:lnTo>
                  <a:lnTo>
                    <a:pt x="1239839" y="385832"/>
                  </a:lnTo>
                  <a:lnTo>
                    <a:pt x="1240911" y="387094"/>
                  </a:lnTo>
                  <a:lnTo>
                    <a:pt x="1241983" y="388356"/>
                  </a:lnTo>
                  <a:lnTo>
                    <a:pt x="1243054" y="389621"/>
                  </a:lnTo>
                  <a:lnTo>
                    <a:pt x="1244126" y="390886"/>
                  </a:lnTo>
                  <a:lnTo>
                    <a:pt x="1245197" y="392153"/>
                  </a:lnTo>
                  <a:lnTo>
                    <a:pt x="1246269" y="393422"/>
                  </a:lnTo>
                  <a:lnTo>
                    <a:pt x="1247340" y="394692"/>
                  </a:lnTo>
                  <a:lnTo>
                    <a:pt x="1248412" y="395963"/>
                  </a:lnTo>
                  <a:lnTo>
                    <a:pt x="1249484" y="397235"/>
                  </a:lnTo>
                  <a:lnTo>
                    <a:pt x="1250555" y="398509"/>
                  </a:lnTo>
                  <a:lnTo>
                    <a:pt x="1251627" y="399783"/>
                  </a:lnTo>
                  <a:lnTo>
                    <a:pt x="1252698" y="401059"/>
                  </a:lnTo>
                  <a:lnTo>
                    <a:pt x="1253770" y="402336"/>
                  </a:lnTo>
                  <a:lnTo>
                    <a:pt x="1254842" y="403614"/>
                  </a:lnTo>
                  <a:lnTo>
                    <a:pt x="1255913" y="404893"/>
                  </a:lnTo>
                  <a:lnTo>
                    <a:pt x="1256985" y="406173"/>
                  </a:lnTo>
                  <a:lnTo>
                    <a:pt x="1258056" y="407453"/>
                  </a:lnTo>
                  <a:lnTo>
                    <a:pt x="1259128" y="408735"/>
                  </a:lnTo>
                  <a:lnTo>
                    <a:pt x="1260200" y="410017"/>
                  </a:lnTo>
                  <a:lnTo>
                    <a:pt x="1261271" y="411300"/>
                  </a:lnTo>
                  <a:lnTo>
                    <a:pt x="1262343" y="412584"/>
                  </a:lnTo>
                  <a:lnTo>
                    <a:pt x="1263414" y="413869"/>
                  </a:lnTo>
                  <a:lnTo>
                    <a:pt x="1264486" y="415154"/>
                  </a:lnTo>
                  <a:lnTo>
                    <a:pt x="1265558" y="416440"/>
                  </a:lnTo>
                  <a:lnTo>
                    <a:pt x="1266629" y="417726"/>
                  </a:lnTo>
                  <a:lnTo>
                    <a:pt x="1267701" y="419013"/>
                  </a:lnTo>
                  <a:lnTo>
                    <a:pt x="1268772" y="420300"/>
                  </a:lnTo>
                  <a:lnTo>
                    <a:pt x="1269844" y="421588"/>
                  </a:lnTo>
                  <a:lnTo>
                    <a:pt x="1270916" y="422876"/>
                  </a:lnTo>
                  <a:lnTo>
                    <a:pt x="1271987" y="424165"/>
                  </a:lnTo>
                  <a:lnTo>
                    <a:pt x="1273059" y="425453"/>
                  </a:lnTo>
                  <a:lnTo>
                    <a:pt x="1274130" y="426743"/>
                  </a:lnTo>
                  <a:lnTo>
                    <a:pt x="1275202" y="428032"/>
                  </a:lnTo>
                  <a:lnTo>
                    <a:pt x="1276274" y="429322"/>
                  </a:lnTo>
                  <a:lnTo>
                    <a:pt x="1277345" y="430611"/>
                  </a:lnTo>
                  <a:lnTo>
                    <a:pt x="1278417" y="431901"/>
                  </a:lnTo>
                  <a:lnTo>
                    <a:pt x="1279488" y="433191"/>
                  </a:lnTo>
                  <a:lnTo>
                    <a:pt x="1280560" y="434481"/>
                  </a:lnTo>
                  <a:lnTo>
                    <a:pt x="1281632" y="435771"/>
                  </a:lnTo>
                  <a:lnTo>
                    <a:pt x="1282703" y="437061"/>
                  </a:lnTo>
                  <a:lnTo>
                    <a:pt x="1283775" y="438351"/>
                  </a:lnTo>
                  <a:lnTo>
                    <a:pt x="1284846" y="439640"/>
                  </a:lnTo>
                  <a:lnTo>
                    <a:pt x="1285918" y="440930"/>
                  </a:lnTo>
                  <a:lnTo>
                    <a:pt x="1286990" y="442219"/>
                  </a:lnTo>
                  <a:lnTo>
                    <a:pt x="1288061" y="443508"/>
                  </a:lnTo>
                  <a:lnTo>
                    <a:pt x="1289133" y="444797"/>
                  </a:lnTo>
                  <a:lnTo>
                    <a:pt x="1290204" y="446085"/>
                  </a:lnTo>
                  <a:lnTo>
                    <a:pt x="1291276" y="447374"/>
                  </a:lnTo>
                  <a:lnTo>
                    <a:pt x="1292348" y="448661"/>
                  </a:lnTo>
                  <a:lnTo>
                    <a:pt x="1293419" y="449949"/>
                  </a:lnTo>
                  <a:lnTo>
                    <a:pt x="1294491" y="451235"/>
                  </a:lnTo>
                  <a:lnTo>
                    <a:pt x="1295562" y="452522"/>
                  </a:lnTo>
                  <a:lnTo>
                    <a:pt x="1296634" y="453807"/>
                  </a:lnTo>
                  <a:lnTo>
                    <a:pt x="1297706" y="455093"/>
                  </a:lnTo>
                  <a:lnTo>
                    <a:pt x="1298777" y="456377"/>
                  </a:lnTo>
                  <a:lnTo>
                    <a:pt x="1299849" y="457661"/>
                  </a:lnTo>
                  <a:lnTo>
                    <a:pt x="1300920" y="458944"/>
                  </a:lnTo>
                  <a:lnTo>
                    <a:pt x="1301992" y="460227"/>
                  </a:lnTo>
                  <a:lnTo>
                    <a:pt x="1303064" y="461509"/>
                  </a:lnTo>
                  <a:lnTo>
                    <a:pt x="1304135" y="462790"/>
                  </a:lnTo>
                  <a:lnTo>
                    <a:pt x="1305207" y="464070"/>
                  </a:lnTo>
                  <a:lnTo>
                    <a:pt x="1306278" y="465349"/>
                  </a:lnTo>
                  <a:lnTo>
                    <a:pt x="1307350" y="466627"/>
                  </a:lnTo>
                  <a:lnTo>
                    <a:pt x="1308422" y="467904"/>
                  </a:lnTo>
                  <a:lnTo>
                    <a:pt x="1309493" y="469181"/>
                  </a:lnTo>
                  <a:lnTo>
                    <a:pt x="1310565" y="470456"/>
                  </a:lnTo>
                  <a:lnTo>
                    <a:pt x="1311636" y="471730"/>
                  </a:lnTo>
                  <a:lnTo>
                    <a:pt x="1312708" y="473003"/>
                  </a:lnTo>
                  <a:lnTo>
                    <a:pt x="1313780" y="474275"/>
                  </a:lnTo>
                  <a:lnTo>
                    <a:pt x="1314851" y="475546"/>
                  </a:lnTo>
                  <a:lnTo>
                    <a:pt x="1315923" y="476816"/>
                  </a:lnTo>
                  <a:lnTo>
                    <a:pt x="1316994" y="478084"/>
                  </a:lnTo>
                  <a:lnTo>
                    <a:pt x="1318066" y="479351"/>
                  </a:lnTo>
                  <a:lnTo>
                    <a:pt x="1319138" y="480617"/>
                  </a:lnTo>
                  <a:lnTo>
                    <a:pt x="1320209" y="481882"/>
                  </a:lnTo>
                  <a:lnTo>
                    <a:pt x="1321281" y="483145"/>
                  </a:lnTo>
                  <a:lnTo>
                    <a:pt x="1322352" y="484407"/>
                  </a:lnTo>
                  <a:lnTo>
                    <a:pt x="1323424" y="485667"/>
                  </a:lnTo>
                  <a:lnTo>
                    <a:pt x="1324496" y="486926"/>
                  </a:lnTo>
                  <a:lnTo>
                    <a:pt x="1325567" y="488183"/>
                  </a:lnTo>
                  <a:lnTo>
                    <a:pt x="1326639" y="489439"/>
                  </a:lnTo>
                  <a:lnTo>
                    <a:pt x="1327710" y="490693"/>
                  </a:lnTo>
                  <a:lnTo>
                    <a:pt x="1328782" y="491945"/>
                  </a:lnTo>
                  <a:lnTo>
                    <a:pt x="1329854" y="493196"/>
                  </a:lnTo>
                  <a:lnTo>
                    <a:pt x="1330925" y="494445"/>
                  </a:lnTo>
                  <a:lnTo>
                    <a:pt x="1331997" y="495693"/>
                  </a:lnTo>
                  <a:lnTo>
                    <a:pt x="1333068" y="496938"/>
                  </a:lnTo>
                  <a:lnTo>
                    <a:pt x="1334140" y="498182"/>
                  </a:lnTo>
                  <a:lnTo>
                    <a:pt x="1335212" y="499424"/>
                  </a:lnTo>
                  <a:lnTo>
                    <a:pt x="1336283" y="500665"/>
                  </a:lnTo>
                  <a:lnTo>
                    <a:pt x="1337355" y="501903"/>
                  </a:lnTo>
                  <a:lnTo>
                    <a:pt x="1338426" y="503139"/>
                  </a:lnTo>
                  <a:lnTo>
                    <a:pt x="1339498" y="504374"/>
                  </a:lnTo>
                  <a:lnTo>
                    <a:pt x="1340570" y="505606"/>
                  </a:lnTo>
                  <a:lnTo>
                    <a:pt x="1341641" y="506837"/>
                  </a:lnTo>
                  <a:lnTo>
                    <a:pt x="1342713" y="508065"/>
                  </a:lnTo>
                  <a:lnTo>
                    <a:pt x="1343784" y="509292"/>
                  </a:lnTo>
                  <a:lnTo>
                    <a:pt x="1344856" y="510516"/>
                  </a:lnTo>
                  <a:lnTo>
                    <a:pt x="1345928" y="511738"/>
                  </a:lnTo>
                  <a:lnTo>
                    <a:pt x="1346999" y="512958"/>
                  </a:lnTo>
                  <a:lnTo>
                    <a:pt x="1348071" y="514176"/>
                  </a:lnTo>
                  <a:lnTo>
                    <a:pt x="1349142" y="515391"/>
                  </a:lnTo>
                  <a:lnTo>
                    <a:pt x="1350214" y="516605"/>
                  </a:lnTo>
                  <a:lnTo>
                    <a:pt x="1351286" y="517816"/>
                  </a:lnTo>
                  <a:lnTo>
                    <a:pt x="1352357" y="519024"/>
                  </a:lnTo>
                  <a:lnTo>
                    <a:pt x="1353429" y="520231"/>
                  </a:lnTo>
                  <a:lnTo>
                    <a:pt x="1354500" y="521435"/>
                  </a:lnTo>
                  <a:lnTo>
                    <a:pt x="1355572" y="522636"/>
                  </a:lnTo>
                  <a:lnTo>
                    <a:pt x="1356644" y="523835"/>
                  </a:lnTo>
                  <a:lnTo>
                    <a:pt x="1357715" y="525032"/>
                  </a:lnTo>
                  <a:lnTo>
                    <a:pt x="1358787" y="526226"/>
                  </a:lnTo>
                  <a:lnTo>
                    <a:pt x="1359858" y="527417"/>
                  </a:lnTo>
                  <a:lnTo>
                    <a:pt x="1360930" y="528606"/>
                  </a:lnTo>
                  <a:lnTo>
                    <a:pt x="1362002" y="529792"/>
                  </a:lnTo>
                  <a:lnTo>
                    <a:pt x="1363073" y="530976"/>
                  </a:lnTo>
                  <a:lnTo>
                    <a:pt x="1364145" y="532157"/>
                  </a:lnTo>
                  <a:lnTo>
                    <a:pt x="1365216" y="533335"/>
                  </a:lnTo>
                  <a:lnTo>
                    <a:pt x="1366288" y="534511"/>
                  </a:lnTo>
                  <a:lnTo>
                    <a:pt x="1367360" y="535684"/>
                  </a:lnTo>
                  <a:lnTo>
                    <a:pt x="1368431" y="536854"/>
                  </a:lnTo>
                  <a:lnTo>
                    <a:pt x="1369503" y="538021"/>
                  </a:lnTo>
                  <a:lnTo>
                    <a:pt x="1370574" y="539186"/>
                  </a:lnTo>
                  <a:lnTo>
                    <a:pt x="1371646" y="540348"/>
                  </a:lnTo>
                  <a:lnTo>
                    <a:pt x="1372718" y="541506"/>
                  </a:lnTo>
                  <a:lnTo>
                    <a:pt x="1373789" y="542662"/>
                  </a:lnTo>
                  <a:lnTo>
                    <a:pt x="1374861" y="543815"/>
                  </a:lnTo>
                  <a:lnTo>
                    <a:pt x="1375932" y="544965"/>
                  </a:lnTo>
                  <a:lnTo>
                    <a:pt x="1377004" y="546112"/>
                  </a:lnTo>
                  <a:lnTo>
                    <a:pt x="1378076" y="547256"/>
                  </a:lnTo>
                  <a:lnTo>
                    <a:pt x="1379147" y="548396"/>
                  </a:lnTo>
                  <a:lnTo>
                    <a:pt x="1380219" y="549534"/>
                  </a:lnTo>
                  <a:lnTo>
                    <a:pt x="1381290" y="550669"/>
                  </a:lnTo>
                  <a:lnTo>
                    <a:pt x="1382362" y="551800"/>
                  </a:lnTo>
                  <a:lnTo>
                    <a:pt x="1383434" y="552929"/>
                  </a:lnTo>
                  <a:lnTo>
                    <a:pt x="1384505" y="554054"/>
                  </a:lnTo>
                  <a:lnTo>
                    <a:pt x="1385577" y="555176"/>
                  </a:lnTo>
                  <a:lnTo>
                    <a:pt x="1386648" y="556294"/>
                  </a:lnTo>
                  <a:lnTo>
                    <a:pt x="1387720" y="557410"/>
                  </a:lnTo>
                  <a:lnTo>
                    <a:pt x="1388792" y="558522"/>
                  </a:lnTo>
                  <a:lnTo>
                    <a:pt x="1389863" y="559631"/>
                  </a:lnTo>
                  <a:lnTo>
                    <a:pt x="1390935" y="560736"/>
                  </a:lnTo>
                  <a:lnTo>
                    <a:pt x="1392006" y="561838"/>
                  </a:lnTo>
                  <a:lnTo>
                    <a:pt x="1393078" y="562937"/>
                  </a:lnTo>
                  <a:lnTo>
                    <a:pt x="1394150" y="564032"/>
                  </a:lnTo>
                  <a:lnTo>
                    <a:pt x="1395221" y="565124"/>
                  </a:lnTo>
                  <a:lnTo>
                    <a:pt x="1396293" y="566212"/>
                  </a:lnTo>
                  <a:lnTo>
                    <a:pt x="1397364" y="567297"/>
                  </a:lnTo>
                  <a:lnTo>
                    <a:pt x="1398436" y="568378"/>
                  </a:lnTo>
                  <a:lnTo>
                    <a:pt x="1399508" y="569456"/>
                  </a:lnTo>
                  <a:lnTo>
                    <a:pt x="1400579" y="570530"/>
                  </a:lnTo>
                  <a:lnTo>
                    <a:pt x="1401651" y="571600"/>
                  </a:lnTo>
                  <a:lnTo>
                    <a:pt x="1402722" y="572667"/>
                  </a:lnTo>
                  <a:lnTo>
                    <a:pt x="1403794" y="573730"/>
                  </a:lnTo>
                  <a:lnTo>
                    <a:pt x="1404866" y="574790"/>
                  </a:lnTo>
                  <a:lnTo>
                    <a:pt x="1405937" y="575846"/>
                  </a:lnTo>
                  <a:lnTo>
                    <a:pt x="1407009" y="576898"/>
                  </a:lnTo>
                  <a:lnTo>
                    <a:pt x="1408080" y="577946"/>
                  </a:lnTo>
                  <a:lnTo>
                    <a:pt x="1409152" y="578991"/>
                  </a:lnTo>
                  <a:lnTo>
                    <a:pt x="1410224" y="580032"/>
                  </a:lnTo>
                  <a:lnTo>
                    <a:pt x="1411295" y="581069"/>
                  </a:lnTo>
                  <a:lnTo>
                    <a:pt x="1412367" y="582102"/>
                  </a:lnTo>
                  <a:lnTo>
                    <a:pt x="1413438" y="583131"/>
                  </a:lnTo>
                  <a:lnTo>
                    <a:pt x="1414510" y="584156"/>
                  </a:lnTo>
                  <a:lnTo>
                    <a:pt x="1415582" y="585178"/>
                  </a:lnTo>
                  <a:lnTo>
                    <a:pt x="1416653" y="586195"/>
                  </a:lnTo>
                  <a:lnTo>
                    <a:pt x="1417725" y="587209"/>
                  </a:lnTo>
                  <a:lnTo>
                    <a:pt x="1418796" y="588218"/>
                  </a:lnTo>
                  <a:lnTo>
                    <a:pt x="1419868" y="589224"/>
                  </a:lnTo>
                  <a:lnTo>
                    <a:pt x="1420939" y="590225"/>
                  </a:lnTo>
                  <a:lnTo>
                    <a:pt x="1422011" y="591223"/>
                  </a:lnTo>
                  <a:lnTo>
                    <a:pt x="1423083" y="592216"/>
                  </a:lnTo>
                  <a:lnTo>
                    <a:pt x="1424154" y="593206"/>
                  </a:lnTo>
                  <a:lnTo>
                    <a:pt x="1425226" y="594191"/>
                  </a:lnTo>
                  <a:lnTo>
                    <a:pt x="1426297" y="595172"/>
                  </a:lnTo>
                  <a:lnTo>
                    <a:pt x="1427369" y="596149"/>
                  </a:lnTo>
                  <a:lnTo>
                    <a:pt x="1428441" y="597121"/>
                  </a:lnTo>
                  <a:lnTo>
                    <a:pt x="1429512" y="598090"/>
                  </a:lnTo>
                  <a:lnTo>
                    <a:pt x="1430584" y="599054"/>
                  </a:lnTo>
                  <a:lnTo>
                    <a:pt x="1431655" y="600014"/>
                  </a:lnTo>
                  <a:lnTo>
                    <a:pt x="1432727" y="600970"/>
                  </a:lnTo>
                  <a:lnTo>
                    <a:pt x="1433799" y="601921"/>
                  </a:lnTo>
                  <a:lnTo>
                    <a:pt x="1434870" y="602869"/>
                  </a:lnTo>
                  <a:lnTo>
                    <a:pt x="1435942" y="603811"/>
                  </a:lnTo>
                  <a:lnTo>
                    <a:pt x="1437013" y="604750"/>
                  </a:lnTo>
                  <a:lnTo>
                    <a:pt x="1438085" y="605684"/>
                  </a:lnTo>
                  <a:lnTo>
                    <a:pt x="1439157" y="606614"/>
                  </a:lnTo>
                  <a:lnTo>
                    <a:pt x="1440228" y="607539"/>
                  </a:lnTo>
                  <a:lnTo>
                    <a:pt x="1441300" y="608460"/>
                  </a:lnTo>
                  <a:lnTo>
                    <a:pt x="1442371" y="609376"/>
                  </a:lnTo>
                  <a:lnTo>
                    <a:pt x="1443443" y="610288"/>
                  </a:lnTo>
                  <a:lnTo>
                    <a:pt x="1444515" y="611196"/>
                  </a:lnTo>
                  <a:lnTo>
                    <a:pt x="1445586" y="612099"/>
                  </a:lnTo>
                  <a:lnTo>
                    <a:pt x="1446658" y="612997"/>
                  </a:lnTo>
                  <a:lnTo>
                    <a:pt x="1447729" y="613891"/>
                  </a:lnTo>
                  <a:lnTo>
                    <a:pt x="1448801" y="614781"/>
                  </a:lnTo>
                  <a:lnTo>
                    <a:pt x="1449873" y="615665"/>
                  </a:lnTo>
                  <a:lnTo>
                    <a:pt x="1450944" y="616546"/>
                  </a:lnTo>
                  <a:lnTo>
                    <a:pt x="1452016" y="617421"/>
                  </a:lnTo>
                  <a:lnTo>
                    <a:pt x="1453087" y="618292"/>
                  </a:lnTo>
                  <a:lnTo>
                    <a:pt x="1454159" y="619158"/>
                  </a:lnTo>
                  <a:lnTo>
                    <a:pt x="1455231" y="620020"/>
                  </a:lnTo>
                  <a:lnTo>
                    <a:pt x="1456302" y="620877"/>
                  </a:lnTo>
                  <a:lnTo>
                    <a:pt x="1457374" y="621729"/>
                  </a:lnTo>
                  <a:lnTo>
                    <a:pt x="1458445" y="622577"/>
                  </a:lnTo>
                  <a:lnTo>
                    <a:pt x="1459517" y="623419"/>
                  </a:lnTo>
                  <a:lnTo>
                    <a:pt x="1460589" y="624257"/>
                  </a:lnTo>
                  <a:lnTo>
                    <a:pt x="1461660" y="625091"/>
                  </a:lnTo>
                  <a:lnTo>
                    <a:pt x="1462732" y="625919"/>
                  </a:lnTo>
                  <a:lnTo>
                    <a:pt x="1463803" y="626743"/>
                  </a:lnTo>
                  <a:lnTo>
                    <a:pt x="1464875" y="627562"/>
                  </a:lnTo>
                  <a:lnTo>
                    <a:pt x="1465947" y="628376"/>
                  </a:lnTo>
                  <a:lnTo>
                    <a:pt x="1467018" y="629185"/>
                  </a:lnTo>
                  <a:lnTo>
                    <a:pt x="1468090" y="629989"/>
                  </a:lnTo>
                  <a:lnTo>
                    <a:pt x="1469161" y="630788"/>
                  </a:lnTo>
                  <a:lnTo>
                    <a:pt x="1470233" y="631583"/>
                  </a:lnTo>
                  <a:lnTo>
                    <a:pt x="1471305" y="632372"/>
                  </a:lnTo>
                  <a:lnTo>
                    <a:pt x="1472376" y="633157"/>
                  </a:lnTo>
                  <a:lnTo>
                    <a:pt x="1473448" y="633937"/>
                  </a:lnTo>
                  <a:lnTo>
                    <a:pt x="1474519" y="634712"/>
                  </a:lnTo>
                  <a:lnTo>
                    <a:pt x="1475591" y="635481"/>
                  </a:lnTo>
                  <a:lnTo>
                    <a:pt x="1476663" y="636246"/>
                  </a:lnTo>
                  <a:lnTo>
                    <a:pt x="1477734" y="637006"/>
                  </a:lnTo>
                  <a:lnTo>
                    <a:pt x="1478806" y="637761"/>
                  </a:lnTo>
                  <a:lnTo>
                    <a:pt x="1479877" y="638510"/>
                  </a:lnTo>
                  <a:lnTo>
                    <a:pt x="1480949" y="639255"/>
                  </a:lnTo>
                  <a:lnTo>
                    <a:pt x="1482021" y="639995"/>
                  </a:lnTo>
                  <a:lnTo>
                    <a:pt x="1483092" y="640729"/>
                  </a:lnTo>
                  <a:lnTo>
                    <a:pt x="1484164" y="641459"/>
                  </a:lnTo>
                  <a:lnTo>
                    <a:pt x="1485235" y="642183"/>
                  </a:lnTo>
                  <a:lnTo>
                    <a:pt x="1486307" y="642903"/>
                  </a:lnTo>
                  <a:lnTo>
                    <a:pt x="1487379" y="643617"/>
                  </a:lnTo>
                  <a:lnTo>
                    <a:pt x="1488450" y="644326"/>
                  </a:lnTo>
                  <a:lnTo>
                    <a:pt x="1489522" y="645030"/>
                  </a:lnTo>
                  <a:lnTo>
                    <a:pt x="1490593" y="645729"/>
                  </a:lnTo>
                  <a:lnTo>
                    <a:pt x="1491665" y="646422"/>
                  </a:lnTo>
                  <a:lnTo>
                    <a:pt x="1492737" y="647111"/>
                  </a:lnTo>
                  <a:lnTo>
                    <a:pt x="1493808" y="647794"/>
                  </a:lnTo>
                  <a:lnTo>
                    <a:pt x="1494880" y="648472"/>
                  </a:lnTo>
                  <a:lnTo>
                    <a:pt x="1495951" y="649145"/>
                  </a:lnTo>
                  <a:lnTo>
                    <a:pt x="1497023" y="649813"/>
                  </a:lnTo>
                  <a:lnTo>
                    <a:pt x="1498095" y="650475"/>
                  </a:lnTo>
                  <a:lnTo>
                    <a:pt x="1499166" y="651133"/>
                  </a:lnTo>
                  <a:lnTo>
                    <a:pt x="1500238" y="651785"/>
                  </a:lnTo>
                  <a:lnTo>
                    <a:pt x="1501309" y="652432"/>
                  </a:lnTo>
                  <a:lnTo>
                    <a:pt x="1502381" y="653073"/>
                  </a:lnTo>
                  <a:lnTo>
                    <a:pt x="1503453" y="653709"/>
                  </a:lnTo>
                  <a:lnTo>
                    <a:pt x="1504524" y="654340"/>
                  </a:lnTo>
                  <a:lnTo>
                    <a:pt x="1505596" y="654966"/>
                  </a:lnTo>
                  <a:lnTo>
                    <a:pt x="1506667" y="655587"/>
                  </a:lnTo>
                  <a:lnTo>
                    <a:pt x="1507739" y="656202"/>
                  </a:lnTo>
                  <a:lnTo>
                    <a:pt x="1508811" y="656812"/>
                  </a:lnTo>
                  <a:lnTo>
                    <a:pt x="1509882" y="657416"/>
                  </a:lnTo>
                  <a:lnTo>
                    <a:pt x="1510954" y="658016"/>
                  </a:lnTo>
                  <a:lnTo>
                    <a:pt x="1512025" y="658610"/>
                  </a:lnTo>
                  <a:lnTo>
                    <a:pt x="1513097" y="659198"/>
                  </a:lnTo>
                  <a:lnTo>
                    <a:pt x="1514169" y="659782"/>
                  </a:lnTo>
                  <a:lnTo>
                    <a:pt x="1515240" y="660360"/>
                  </a:lnTo>
                  <a:lnTo>
                    <a:pt x="1516312" y="660932"/>
                  </a:lnTo>
                  <a:lnTo>
                    <a:pt x="1517383" y="661500"/>
                  </a:lnTo>
                  <a:lnTo>
                    <a:pt x="1518455" y="662062"/>
                  </a:lnTo>
                  <a:lnTo>
                    <a:pt x="1519527" y="662619"/>
                  </a:lnTo>
                  <a:lnTo>
                    <a:pt x="1520598" y="663170"/>
                  </a:lnTo>
                  <a:lnTo>
                    <a:pt x="1521670" y="663716"/>
                  </a:lnTo>
                  <a:lnTo>
                    <a:pt x="1522741" y="664257"/>
                  </a:lnTo>
                  <a:lnTo>
                    <a:pt x="1523813" y="664792"/>
                  </a:lnTo>
                  <a:lnTo>
                    <a:pt x="1524885" y="665322"/>
                  </a:lnTo>
                  <a:lnTo>
                    <a:pt x="1525956" y="665847"/>
                  </a:lnTo>
                  <a:lnTo>
                    <a:pt x="1527028" y="666366"/>
                  </a:lnTo>
                  <a:lnTo>
                    <a:pt x="1528099" y="666880"/>
                  </a:lnTo>
                  <a:lnTo>
                    <a:pt x="1529171" y="667389"/>
                  </a:lnTo>
                  <a:lnTo>
                    <a:pt x="1530243" y="667892"/>
                  </a:lnTo>
                  <a:lnTo>
                    <a:pt x="1531314" y="668390"/>
                  </a:lnTo>
                  <a:lnTo>
                    <a:pt x="1532386" y="668882"/>
                  </a:lnTo>
                  <a:lnTo>
                    <a:pt x="1533457" y="669370"/>
                  </a:lnTo>
                  <a:lnTo>
                    <a:pt x="1534529" y="669852"/>
                  </a:lnTo>
                  <a:lnTo>
                    <a:pt x="1535601" y="670328"/>
                  </a:lnTo>
                  <a:lnTo>
                    <a:pt x="1536672" y="670800"/>
                  </a:lnTo>
                  <a:lnTo>
                    <a:pt x="1537744" y="671266"/>
                  </a:lnTo>
                  <a:lnTo>
                    <a:pt x="1538815" y="671726"/>
                  </a:lnTo>
                  <a:lnTo>
                    <a:pt x="1539887" y="672182"/>
                  </a:lnTo>
                  <a:lnTo>
                    <a:pt x="1540959" y="672632"/>
                  </a:lnTo>
                  <a:lnTo>
                    <a:pt x="1542030" y="673076"/>
                  </a:lnTo>
                  <a:lnTo>
                    <a:pt x="1543102" y="672812"/>
                  </a:lnTo>
                  <a:lnTo>
                    <a:pt x="1544173" y="672167"/>
                  </a:lnTo>
                  <a:lnTo>
                    <a:pt x="1545245" y="671523"/>
                  </a:lnTo>
                  <a:lnTo>
                    <a:pt x="1546317" y="670879"/>
                  </a:lnTo>
                  <a:lnTo>
                    <a:pt x="1547388" y="670236"/>
                  </a:lnTo>
                  <a:lnTo>
                    <a:pt x="1548460" y="669593"/>
                  </a:lnTo>
                  <a:lnTo>
                    <a:pt x="1549531" y="668950"/>
                  </a:lnTo>
                  <a:lnTo>
                    <a:pt x="1550603" y="668308"/>
                  </a:lnTo>
                  <a:lnTo>
                    <a:pt x="1551675" y="667667"/>
                  </a:lnTo>
                  <a:lnTo>
                    <a:pt x="1552746" y="667025"/>
                  </a:lnTo>
                  <a:lnTo>
                    <a:pt x="1553818" y="666384"/>
                  </a:lnTo>
                  <a:lnTo>
                    <a:pt x="1554889" y="665743"/>
                  </a:lnTo>
                  <a:lnTo>
                    <a:pt x="1555961" y="665102"/>
                  </a:lnTo>
                  <a:lnTo>
                    <a:pt x="1557033" y="664462"/>
                  </a:lnTo>
                  <a:lnTo>
                    <a:pt x="1558104" y="663821"/>
                  </a:lnTo>
                  <a:lnTo>
                    <a:pt x="1559176" y="663181"/>
                  </a:lnTo>
                  <a:lnTo>
                    <a:pt x="1560247" y="662541"/>
                  </a:lnTo>
                  <a:lnTo>
                    <a:pt x="1561319" y="661901"/>
                  </a:lnTo>
                  <a:lnTo>
                    <a:pt x="1562391" y="661261"/>
                  </a:lnTo>
                  <a:lnTo>
                    <a:pt x="1563462" y="660621"/>
                  </a:lnTo>
                  <a:lnTo>
                    <a:pt x="1564534" y="659980"/>
                  </a:lnTo>
                  <a:lnTo>
                    <a:pt x="1565605" y="659340"/>
                  </a:lnTo>
                  <a:lnTo>
                    <a:pt x="1566677" y="658700"/>
                  </a:lnTo>
                  <a:lnTo>
                    <a:pt x="1567749" y="658060"/>
                  </a:lnTo>
                  <a:lnTo>
                    <a:pt x="1568820" y="657419"/>
                  </a:lnTo>
                  <a:lnTo>
                    <a:pt x="1569892" y="656779"/>
                  </a:lnTo>
                  <a:lnTo>
                    <a:pt x="1570963" y="656138"/>
                  </a:lnTo>
                  <a:lnTo>
                    <a:pt x="1572035" y="655497"/>
                  </a:lnTo>
                  <a:lnTo>
                    <a:pt x="1573107" y="654855"/>
                  </a:lnTo>
                  <a:lnTo>
                    <a:pt x="1574178" y="654214"/>
                  </a:lnTo>
                  <a:lnTo>
                    <a:pt x="1575250" y="653572"/>
                  </a:lnTo>
                  <a:lnTo>
                    <a:pt x="1576321" y="652929"/>
                  </a:lnTo>
                  <a:lnTo>
                    <a:pt x="1577393" y="652287"/>
                  </a:lnTo>
                  <a:lnTo>
                    <a:pt x="1578465" y="651644"/>
                  </a:lnTo>
                  <a:lnTo>
                    <a:pt x="1579536" y="651000"/>
                  </a:lnTo>
                  <a:lnTo>
                    <a:pt x="1580608" y="650356"/>
                  </a:lnTo>
                  <a:lnTo>
                    <a:pt x="1581679" y="649711"/>
                  </a:lnTo>
                  <a:lnTo>
                    <a:pt x="1582751" y="649066"/>
                  </a:lnTo>
                  <a:lnTo>
                    <a:pt x="1583823" y="648421"/>
                  </a:lnTo>
                  <a:lnTo>
                    <a:pt x="1584894" y="647774"/>
                  </a:lnTo>
                  <a:lnTo>
                    <a:pt x="1585966" y="647127"/>
                  </a:lnTo>
                  <a:lnTo>
                    <a:pt x="1587037" y="646480"/>
                  </a:lnTo>
                  <a:lnTo>
                    <a:pt x="1588109" y="645832"/>
                  </a:lnTo>
                  <a:lnTo>
                    <a:pt x="1589181" y="645183"/>
                  </a:lnTo>
                  <a:lnTo>
                    <a:pt x="1590252" y="644533"/>
                  </a:lnTo>
                  <a:lnTo>
                    <a:pt x="1591324" y="643882"/>
                  </a:lnTo>
                  <a:lnTo>
                    <a:pt x="1592395" y="643231"/>
                  </a:lnTo>
                  <a:lnTo>
                    <a:pt x="1593467" y="642579"/>
                  </a:lnTo>
                  <a:lnTo>
                    <a:pt x="1594539" y="641926"/>
                  </a:lnTo>
                  <a:lnTo>
                    <a:pt x="1595610" y="641272"/>
                  </a:lnTo>
                  <a:lnTo>
                    <a:pt x="1596682" y="640617"/>
                  </a:lnTo>
                  <a:lnTo>
                    <a:pt x="1597753" y="639961"/>
                  </a:lnTo>
                  <a:lnTo>
                    <a:pt x="1598825" y="639304"/>
                  </a:lnTo>
                  <a:lnTo>
                    <a:pt x="1599896" y="638646"/>
                  </a:lnTo>
                  <a:lnTo>
                    <a:pt x="1600968" y="637987"/>
                  </a:lnTo>
                  <a:lnTo>
                    <a:pt x="1602040" y="637327"/>
                  </a:lnTo>
                  <a:lnTo>
                    <a:pt x="1603111" y="636665"/>
                  </a:lnTo>
                  <a:lnTo>
                    <a:pt x="1604183" y="636003"/>
                  </a:lnTo>
                  <a:lnTo>
                    <a:pt x="1605254" y="635339"/>
                  </a:lnTo>
                  <a:lnTo>
                    <a:pt x="1606326" y="634674"/>
                  </a:lnTo>
                  <a:lnTo>
                    <a:pt x="1607398" y="634008"/>
                  </a:lnTo>
                  <a:lnTo>
                    <a:pt x="1608469" y="633341"/>
                  </a:lnTo>
                  <a:lnTo>
                    <a:pt x="1609541" y="632672"/>
                  </a:lnTo>
                  <a:lnTo>
                    <a:pt x="1610612" y="632002"/>
                  </a:lnTo>
                  <a:lnTo>
                    <a:pt x="1611684" y="631331"/>
                  </a:lnTo>
                  <a:lnTo>
                    <a:pt x="1612756" y="630658"/>
                  </a:lnTo>
                  <a:lnTo>
                    <a:pt x="1613827" y="629984"/>
                  </a:lnTo>
                  <a:lnTo>
                    <a:pt x="1614899" y="629308"/>
                  </a:lnTo>
                  <a:lnTo>
                    <a:pt x="1615970" y="628631"/>
                  </a:lnTo>
                  <a:lnTo>
                    <a:pt x="1617042" y="627953"/>
                  </a:lnTo>
                  <a:lnTo>
                    <a:pt x="1618114" y="627272"/>
                  </a:lnTo>
                  <a:lnTo>
                    <a:pt x="1619185" y="626591"/>
                  </a:lnTo>
                  <a:lnTo>
                    <a:pt x="1620257" y="625907"/>
                  </a:lnTo>
                  <a:lnTo>
                    <a:pt x="1621328" y="625222"/>
                  </a:lnTo>
                  <a:lnTo>
                    <a:pt x="1622400" y="624536"/>
                  </a:lnTo>
                  <a:lnTo>
                    <a:pt x="1623472" y="623847"/>
                  </a:lnTo>
                  <a:lnTo>
                    <a:pt x="1624543" y="623157"/>
                  </a:lnTo>
                  <a:lnTo>
                    <a:pt x="1625615" y="622465"/>
                  </a:lnTo>
                  <a:lnTo>
                    <a:pt x="1626686" y="621772"/>
                  </a:lnTo>
                  <a:lnTo>
                    <a:pt x="1627758" y="621076"/>
                  </a:lnTo>
                  <a:lnTo>
                    <a:pt x="1628830" y="620379"/>
                  </a:lnTo>
                  <a:lnTo>
                    <a:pt x="1629901" y="619680"/>
                  </a:lnTo>
                  <a:lnTo>
                    <a:pt x="1630973" y="618979"/>
                  </a:lnTo>
                  <a:lnTo>
                    <a:pt x="1632044" y="618276"/>
                  </a:lnTo>
                  <a:lnTo>
                    <a:pt x="1633116" y="617571"/>
                  </a:lnTo>
                  <a:lnTo>
                    <a:pt x="1634188" y="616864"/>
                  </a:lnTo>
                  <a:lnTo>
                    <a:pt x="1635259" y="616156"/>
                  </a:lnTo>
                  <a:lnTo>
                    <a:pt x="1636331" y="615445"/>
                  </a:lnTo>
                  <a:lnTo>
                    <a:pt x="1637402" y="614732"/>
                  </a:lnTo>
                  <a:lnTo>
                    <a:pt x="1638474" y="614017"/>
                  </a:lnTo>
                  <a:lnTo>
                    <a:pt x="1639546" y="613300"/>
                  </a:lnTo>
                  <a:lnTo>
                    <a:pt x="1640617" y="612581"/>
                  </a:lnTo>
                  <a:lnTo>
                    <a:pt x="1641689" y="611859"/>
                  </a:lnTo>
                  <a:lnTo>
                    <a:pt x="1642760" y="611136"/>
                  </a:lnTo>
                  <a:lnTo>
                    <a:pt x="1643832" y="610410"/>
                  </a:lnTo>
                  <a:lnTo>
                    <a:pt x="1644904" y="609682"/>
                  </a:lnTo>
                  <a:lnTo>
                    <a:pt x="1645975" y="608952"/>
                  </a:lnTo>
                  <a:lnTo>
                    <a:pt x="1647047" y="608220"/>
                  </a:lnTo>
                  <a:lnTo>
                    <a:pt x="1648118" y="607485"/>
                  </a:lnTo>
                  <a:lnTo>
                    <a:pt x="1649190" y="606748"/>
                  </a:lnTo>
                  <a:lnTo>
                    <a:pt x="1650262" y="606009"/>
                  </a:lnTo>
                  <a:lnTo>
                    <a:pt x="1651333" y="605267"/>
                  </a:lnTo>
                  <a:lnTo>
                    <a:pt x="1652405" y="604523"/>
                  </a:lnTo>
                  <a:lnTo>
                    <a:pt x="1653476" y="603777"/>
                  </a:lnTo>
                  <a:lnTo>
                    <a:pt x="1654548" y="603028"/>
                  </a:lnTo>
                  <a:lnTo>
                    <a:pt x="1655620" y="602276"/>
                  </a:lnTo>
                  <a:lnTo>
                    <a:pt x="1656691" y="601522"/>
                  </a:lnTo>
                  <a:lnTo>
                    <a:pt x="1657763" y="600766"/>
                  </a:lnTo>
                  <a:lnTo>
                    <a:pt x="1658834" y="600007"/>
                  </a:lnTo>
                  <a:lnTo>
                    <a:pt x="1659906" y="599246"/>
                  </a:lnTo>
                  <a:lnTo>
                    <a:pt x="1660978" y="598482"/>
                  </a:lnTo>
                  <a:lnTo>
                    <a:pt x="1662049" y="597715"/>
                  </a:lnTo>
                  <a:lnTo>
                    <a:pt x="1663121" y="596946"/>
                  </a:lnTo>
                  <a:lnTo>
                    <a:pt x="1664192" y="596174"/>
                  </a:lnTo>
                  <a:lnTo>
                    <a:pt x="1665264" y="595400"/>
                  </a:lnTo>
                  <a:lnTo>
                    <a:pt x="1666336" y="594623"/>
                  </a:lnTo>
                  <a:lnTo>
                    <a:pt x="1667407" y="593843"/>
                  </a:lnTo>
                  <a:lnTo>
                    <a:pt x="1668479" y="593061"/>
                  </a:lnTo>
                  <a:lnTo>
                    <a:pt x="1669550" y="592275"/>
                  </a:lnTo>
                  <a:lnTo>
                    <a:pt x="1670622" y="591488"/>
                  </a:lnTo>
                  <a:lnTo>
                    <a:pt x="1671694" y="590697"/>
                  </a:lnTo>
                  <a:lnTo>
                    <a:pt x="1672765" y="589904"/>
                  </a:lnTo>
                  <a:lnTo>
                    <a:pt x="1673837" y="589107"/>
                  </a:lnTo>
                  <a:lnTo>
                    <a:pt x="1674908" y="588308"/>
                  </a:lnTo>
                  <a:lnTo>
                    <a:pt x="1675980" y="587507"/>
                  </a:lnTo>
                  <a:lnTo>
                    <a:pt x="1677052" y="586702"/>
                  </a:lnTo>
                  <a:lnTo>
                    <a:pt x="1678123" y="585895"/>
                  </a:lnTo>
                  <a:lnTo>
                    <a:pt x="1679195" y="585084"/>
                  </a:lnTo>
                  <a:lnTo>
                    <a:pt x="1680266" y="584271"/>
                  </a:lnTo>
                  <a:lnTo>
                    <a:pt x="1681338" y="583455"/>
                  </a:lnTo>
                  <a:lnTo>
                    <a:pt x="1682410" y="582636"/>
                  </a:lnTo>
                  <a:lnTo>
                    <a:pt x="1683481" y="581814"/>
                  </a:lnTo>
                  <a:lnTo>
                    <a:pt x="1684553" y="580989"/>
                  </a:lnTo>
                  <a:lnTo>
                    <a:pt x="1685624" y="580161"/>
                  </a:lnTo>
                  <a:lnTo>
                    <a:pt x="1686696" y="579331"/>
                  </a:lnTo>
                  <a:lnTo>
                    <a:pt x="1687768" y="578497"/>
                  </a:lnTo>
                  <a:lnTo>
                    <a:pt x="1688839" y="577660"/>
                  </a:lnTo>
                  <a:lnTo>
                    <a:pt x="1689911" y="576820"/>
                  </a:lnTo>
                  <a:lnTo>
                    <a:pt x="1690982" y="575978"/>
                  </a:lnTo>
                  <a:lnTo>
                    <a:pt x="1692054" y="575132"/>
                  </a:lnTo>
                  <a:lnTo>
                    <a:pt x="1693126" y="574283"/>
                  </a:lnTo>
                  <a:lnTo>
                    <a:pt x="1694197" y="573431"/>
                  </a:lnTo>
                  <a:lnTo>
                    <a:pt x="1695269" y="572576"/>
                  </a:lnTo>
                  <a:lnTo>
                    <a:pt x="1696340" y="571718"/>
                  </a:lnTo>
                  <a:lnTo>
                    <a:pt x="1697412" y="570857"/>
                  </a:lnTo>
                  <a:lnTo>
                    <a:pt x="1698484" y="569993"/>
                  </a:lnTo>
                  <a:lnTo>
                    <a:pt x="1699555" y="569126"/>
                  </a:lnTo>
                  <a:lnTo>
                    <a:pt x="1700627" y="568256"/>
                  </a:lnTo>
                  <a:lnTo>
                    <a:pt x="1701698" y="567382"/>
                  </a:lnTo>
                  <a:lnTo>
                    <a:pt x="1702770" y="566506"/>
                  </a:lnTo>
                  <a:lnTo>
                    <a:pt x="1703842" y="565626"/>
                  </a:lnTo>
                  <a:lnTo>
                    <a:pt x="1704913" y="564743"/>
                  </a:lnTo>
                  <a:lnTo>
                    <a:pt x="1705985" y="563857"/>
                  </a:lnTo>
                  <a:lnTo>
                    <a:pt x="1707056" y="562968"/>
                  </a:lnTo>
                  <a:lnTo>
                    <a:pt x="1708128" y="562076"/>
                  </a:lnTo>
                  <a:lnTo>
                    <a:pt x="1709200" y="561180"/>
                  </a:lnTo>
                  <a:lnTo>
                    <a:pt x="1710271" y="560281"/>
                  </a:lnTo>
                  <a:lnTo>
                    <a:pt x="1711343" y="559380"/>
                  </a:lnTo>
                  <a:lnTo>
                    <a:pt x="1712414" y="558475"/>
                  </a:lnTo>
                  <a:lnTo>
                    <a:pt x="1713486" y="557566"/>
                  </a:lnTo>
                  <a:lnTo>
                    <a:pt x="1714558" y="556655"/>
                  </a:lnTo>
                  <a:lnTo>
                    <a:pt x="1715629" y="555740"/>
                  </a:lnTo>
                  <a:lnTo>
                    <a:pt x="1716701" y="554823"/>
                  </a:lnTo>
                  <a:lnTo>
                    <a:pt x="1717772" y="553902"/>
                  </a:lnTo>
                  <a:lnTo>
                    <a:pt x="1718844" y="552977"/>
                  </a:lnTo>
                  <a:lnTo>
                    <a:pt x="1719916" y="552050"/>
                  </a:lnTo>
                  <a:lnTo>
                    <a:pt x="1720987" y="551119"/>
                  </a:lnTo>
                  <a:lnTo>
                    <a:pt x="1722059" y="550185"/>
                  </a:lnTo>
                  <a:lnTo>
                    <a:pt x="1723130" y="549248"/>
                  </a:lnTo>
                  <a:lnTo>
                    <a:pt x="1724202" y="548308"/>
                  </a:lnTo>
                  <a:lnTo>
                    <a:pt x="1725274" y="547364"/>
                  </a:lnTo>
                  <a:lnTo>
                    <a:pt x="1726345" y="546417"/>
                  </a:lnTo>
                  <a:lnTo>
                    <a:pt x="1727417" y="545467"/>
                  </a:lnTo>
                  <a:lnTo>
                    <a:pt x="1728488" y="544514"/>
                  </a:lnTo>
                  <a:lnTo>
                    <a:pt x="1729560" y="543557"/>
                  </a:lnTo>
                  <a:lnTo>
                    <a:pt x="1730632" y="542598"/>
                  </a:lnTo>
                  <a:lnTo>
                    <a:pt x="1731703" y="541635"/>
                  </a:lnTo>
                  <a:lnTo>
                    <a:pt x="1732775" y="540668"/>
                  </a:lnTo>
                  <a:lnTo>
                    <a:pt x="1733846" y="539699"/>
                  </a:lnTo>
                  <a:lnTo>
                    <a:pt x="1734918" y="538726"/>
                  </a:lnTo>
                  <a:lnTo>
                    <a:pt x="1735990" y="537750"/>
                  </a:lnTo>
                  <a:lnTo>
                    <a:pt x="1737061" y="536771"/>
                  </a:lnTo>
                  <a:lnTo>
                    <a:pt x="1738133" y="535788"/>
                  </a:lnTo>
                  <a:lnTo>
                    <a:pt x="1739204" y="534803"/>
                  </a:lnTo>
                  <a:lnTo>
                    <a:pt x="1740276" y="533814"/>
                  </a:lnTo>
                  <a:lnTo>
                    <a:pt x="1741348" y="532822"/>
                  </a:lnTo>
                  <a:lnTo>
                    <a:pt x="1742419" y="531826"/>
                  </a:lnTo>
                  <a:lnTo>
                    <a:pt x="1743491" y="530828"/>
                  </a:lnTo>
                  <a:lnTo>
                    <a:pt x="1744562" y="529826"/>
                  </a:lnTo>
                  <a:lnTo>
                    <a:pt x="1745634" y="528821"/>
                  </a:lnTo>
                  <a:lnTo>
                    <a:pt x="1746706" y="527812"/>
                  </a:lnTo>
                  <a:lnTo>
                    <a:pt x="1747777" y="526801"/>
                  </a:lnTo>
                  <a:lnTo>
                    <a:pt x="1748849" y="525786"/>
                  </a:lnTo>
                  <a:lnTo>
                    <a:pt x="1749920" y="524768"/>
                  </a:lnTo>
                  <a:lnTo>
                    <a:pt x="1750992" y="523747"/>
                  </a:lnTo>
                  <a:lnTo>
                    <a:pt x="1752064" y="522723"/>
                  </a:lnTo>
                  <a:lnTo>
                    <a:pt x="1753135" y="521695"/>
                  </a:lnTo>
                  <a:lnTo>
                    <a:pt x="1754207" y="520665"/>
                  </a:lnTo>
                  <a:lnTo>
                    <a:pt x="1755278" y="519631"/>
                  </a:lnTo>
                  <a:lnTo>
                    <a:pt x="1756350" y="518594"/>
                  </a:lnTo>
                  <a:lnTo>
                    <a:pt x="1757422" y="517553"/>
                  </a:lnTo>
                  <a:lnTo>
                    <a:pt x="1758493" y="516510"/>
                  </a:lnTo>
                  <a:lnTo>
                    <a:pt x="1759565" y="515463"/>
                  </a:lnTo>
                  <a:lnTo>
                    <a:pt x="1760636" y="514414"/>
                  </a:lnTo>
                  <a:lnTo>
                    <a:pt x="1761708" y="513361"/>
                  </a:lnTo>
                  <a:lnTo>
                    <a:pt x="1762780" y="512305"/>
                  </a:lnTo>
                  <a:lnTo>
                    <a:pt x="1763851" y="511246"/>
                  </a:lnTo>
                  <a:lnTo>
                    <a:pt x="1764923" y="510183"/>
                  </a:lnTo>
                  <a:lnTo>
                    <a:pt x="1765994" y="509118"/>
                  </a:lnTo>
                  <a:lnTo>
                    <a:pt x="1767066" y="508049"/>
                  </a:lnTo>
                  <a:lnTo>
                    <a:pt x="1768138" y="506978"/>
                  </a:lnTo>
                  <a:lnTo>
                    <a:pt x="1769209" y="505903"/>
                  </a:lnTo>
                  <a:lnTo>
                    <a:pt x="1770281" y="504825"/>
                  </a:lnTo>
                  <a:lnTo>
                    <a:pt x="1771352" y="503744"/>
                  </a:lnTo>
                  <a:lnTo>
                    <a:pt x="1772424" y="502660"/>
                  </a:lnTo>
                  <a:lnTo>
                    <a:pt x="1773496" y="501573"/>
                  </a:lnTo>
                  <a:lnTo>
                    <a:pt x="1774567" y="500483"/>
                  </a:lnTo>
                  <a:lnTo>
                    <a:pt x="1775639" y="499390"/>
                  </a:lnTo>
                  <a:lnTo>
                    <a:pt x="1776710" y="498294"/>
                  </a:lnTo>
                  <a:lnTo>
                    <a:pt x="1777782" y="497195"/>
                  </a:lnTo>
                  <a:lnTo>
                    <a:pt x="1778853" y="496093"/>
                  </a:lnTo>
                  <a:lnTo>
                    <a:pt x="1779925" y="494987"/>
                  </a:lnTo>
                  <a:lnTo>
                    <a:pt x="1780997" y="493879"/>
                  </a:lnTo>
                  <a:lnTo>
                    <a:pt x="1782068" y="492768"/>
                  </a:lnTo>
                  <a:lnTo>
                    <a:pt x="1783140" y="491654"/>
                  </a:lnTo>
                  <a:lnTo>
                    <a:pt x="1784211" y="490537"/>
                  </a:lnTo>
                  <a:lnTo>
                    <a:pt x="1785283" y="489417"/>
                  </a:lnTo>
                  <a:lnTo>
                    <a:pt x="1786355" y="488294"/>
                  </a:lnTo>
                  <a:lnTo>
                    <a:pt x="1787426" y="487168"/>
                  </a:lnTo>
                  <a:lnTo>
                    <a:pt x="1788498" y="486039"/>
                  </a:lnTo>
                  <a:lnTo>
                    <a:pt x="1789569" y="484907"/>
                  </a:lnTo>
                  <a:lnTo>
                    <a:pt x="1790641" y="483773"/>
                  </a:lnTo>
                  <a:lnTo>
                    <a:pt x="1791713" y="482635"/>
                  </a:lnTo>
                  <a:lnTo>
                    <a:pt x="1792784" y="481495"/>
                  </a:lnTo>
                  <a:lnTo>
                    <a:pt x="1793856" y="480352"/>
                  </a:lnTo>
                  <a:lnTo>
                    <a:pt x="1794927" y="479206"/>
                  </a:lnTo>
                  <a:lnTo>
                    <a:pt x="1795999" y="478057"/>
                  </a:lnTo>
                  <a:lnTo>
                    <a:pt x="1797071" y="476905"/>
                  </a:lnTo>
                  <a:lnTo>
                    <a:pt x="1798142" y="475751"/>
                  </a:lnTo>
                  <a:lnTo>
                    <a:pt x="1799214" y="474593"/>
                  </a:lnTo>
                  <a:lnTo>
                    <a:pt x="1800285" y="473433"/>
                  </a:lnTo>
                  <a:lnTo>
                    <a:pt x="1801357" y="472270"/>
                  </a:lnTo>
                  <a:lnTo>
                    <a:pt x="1802429" y="471105"/>
                  </a:lnTo>
                  <a:lnTo>
                    <a:pt x="1803500" y="469937"/>
                  </a:lnTo>
                  <a:lnTo>
                    <a:pt x="1804572" y="468766"/>
                  </a:lnTo>
                  <a:lnTo>
                    <a:pt x="1805643" y="467592"/>
                  </a:lnTo>
                  <a:lnTo>
                    <a:pt x="1806715" y="466415"/>
                  </a:lnTo>
                  <a:lnTo>
                    <a:pt x="1807787" y="465236"/>
                  </a:lnTo>
                  <a:lnTo>
                    <a:pt x="1808858" y="464055"/>
                  </a:lnTo>
                  <a:lnTo>
                    <a:pt x="1809930" y="462870"/>
                  </a:lnTo>
                  <a:lnTo>
                    <a:pt x="1811001" y="461683"/>
                  </a:lnTo>
                  <a:lnTo>
                    <a:pt x="1812073" y="460494"/>
                  </a:lnTo>
                  <a:lnTo>
                    <a:pt x="1813145" y="459302"/>
                  </a:lnTo>
                  <a:lnTo>
                    <a:pt x="1814216" y="458107"/>
                  </a:lnTo>
                  <a:lnTo>
                    <a:pt x="1815288" y="456909"/>
                  </a:lnTo>
                  <a:lnTo>
                    <a:pt x="1816359" y="455710"/>
                  </a:lnTo>
                  <a:lnTo>
                    <a:pt x="1817431" y="454507"/>
                  </a:lnTo>
                  <a:lnTo>
                    <a:pt x="1818503" y="453302"/>
                  </a:lnTo>
                  <a:lnTo>
                    <a:pt x="1819574" y="452095"/>
                  </a:lnTo>
                  <a:lnTo>
                    <a:pt x="1820646" y="450885"/>
                  </a:lnTo>
                  <a:lnTo>
                    <a:pt x="1821717" y="449673"/>
                  </a:lnTo>
                  <a:lnTo>
                    <a:pt x="1822789" y="448458"/>
                  </a:lnTo>
                  <a:lnTo>
                    <a:pt x="1823861" y="447241"/>
                  </a:lnTo>
                  <a:lnTo>
                    <a:pt x="1824932" y="446021"/>
                  </a:lnTo>
                  <a:lnTo>
                    <a:pt x="1826004" y="444799"/>
                  </a:lnTo>
                  <a:lnTo>
                    <a:pt x="1827075" y="443575"/>
                  </a:lnTo>
                  <a:lnTo>
                    <a:pt x="1828147" y="442348"/>
                  </a:lnTo>
                  <a:lnTo>
                    <a:pt x="1829219" y="441119"/>
                  </a:lnTo>
                  <a:lnTo>
                    <a:pt x="1830290" y="439887"/>
                  </a:lnTo>
                  <a:lnTo>
                    <a:pt x="1831362" y="438654"/>
                  </a:lnTo>
                  <a:lnTo>
                    <a:pt x="1832433" y="437418"/>
                  </a:lnTo>
                  <a:lnTo>
                    <a:pt x="1833505" y="436179"/>
                  </a:lnTo>
                  <a:lnTo>
                    <a:pt x="1834577" y="434939"/>
                  </a:lnTo>
                  <a:lnTo>
                    <a:pt x="1835648" y="433696"/>
                  </a:lnTo>
                  <a:lnTo>
                    <a:pt x="1836720" y="432451"/>
                  </a:lnTo>
                  <a:lnTo>
                    <a:pt x="1837791" y="431204"/>
                  </a:lnTo>
                  <a:lnTo>
                    <a:pt x="1838863" y="429955"/>
                  </a:lnTo>
                  <a:lnTo>
                    <a:pt x="1839935" y="428703"/>
                  </a:lnTo>
                  <a:lnTo>
                    <a:pt x="1841006" y="427450"/>
                  </a:lnTo>
                  <a:lnTo>
                    <a:pt x="1842078" y="426194"/>
                  </a:lnTo>
                  <a:lnTo>
                    <a:pt x="1843149" y="424936"/>
                  </a:lnTo>
                  <a:lnTo>
                    <a:pt x="1844221" y="423676"/>
                  </a:lnTo>
                  <a:lnTo>
                    <a:pt x="1845293" y="422414"/>
                  </a:lnTo>
                  <a:lnTo>
                    <a:pt x="1846364" y="421150"/>
                  </a:lnTo>
                  <a:lnTo>
                    <a:pt x="1847436" y="419885"/>
                  </a:lnTo>
                  <a:lnTo>
                    <a:pt x="1848507" y="418617"/>
                  </a:lnTo>
                  <a:lnTo>
                    <a:pt x="1849579" y="417347"/>
                  </a:lnTo>
                  <a:lnTo>
                    <a:pt x="1850651" y="416075"/>
                  </a:lnTo>
                  <a:lnTo>
                    <a:pt x="1851722" y="414801"/>
                  </a:lnTo>
                  <a:lnTo>
                    <a:pt x="1852794" y="413525"/>
                  </a:lnTo>
                  <a:lnTo>
                    <a:pt x="1853865" y="412248"/>
                  </a:lnTo>
                  <a:lnTo>
                    <a:pt x="1854937" y="410968"/>
                  </a:lnTo>
                  <a:lnTo>
                    <a:pt x="1856009" y="409687"/>
                  </a:lnTo>
                  <a:lnTo>
                    <a:pt x="1857080" y="408404"/>
                  </a:lnTo>
                  <a:lnTo>
                    <a:pt x="1858152" y="407119"/>
                  </a:lnTo>
                  <a:lnTo>
                    <a:pt x="1859223" y="405833"/>
                  </a:lnTo>
                  <a:lnTo>
                    <a:pt x="1860295" y="404544"/>
                  </a:lnTo>
                  <a:lnTo>
                    <a:pt x="1861367" y="403254"/>
                  </a:lnTo>
                  <a:lnTo>
                    <a:pt x="1862438" y="401962"/>
                  </a:lnTo>
                  <a:lnTo>
                    <a:pt x="1863510" y="400669"/>
                  </a:lnTo>
                  <a:lnTo>
                    <a:pt x="1864581" y="399374"/>
                  </a:lnTo>
                  <a:lnTo>
                    <a:pt x="1865653" y="398077"/>
                  </a:lnTo>
                  <a:lnTo>
                    <a:pt x="1866725" y="396779"/>
                  </a:lnTo>
                  <a:lnTo>
                    <a:pt x="1867796" y="395478"/>
                  </a:lnTo>
                  <a:lnTo>
                    <a:pt x="1868868" y="394177"/>
                  </a:lnTo>
                  <a:lnTo>
                    <a:pt x="1869939" y="392874"/>
                  </a:lnTo>
                  <a:lnTo>
                    <a:pt x="1871011" y="391569"/>
                  </a:lnTo>
                  <a:lnTo>
                    <a:pt x="1872083" y="390263"/>
                  </a:lnTo>
                  <a:lnTo>
                    <a:pt x="1873154" y="388955"/>
                  </a:lnTo>
                  <a:lnTo>
                    <a:pt x="1874226" y="387646"/>
                  </a:lnTo>
                  <a:lnTo>
                    <a:pt x="1875297" y="386336"/>
                  </a:lnTo>
                  <a:lnTo>
                    <a:pt x="1876369" y="385024"/>
                  </a:lnTo>
                  <a:lnTo>
                    <a:pt x="1877441" y="383711"/>
                  </a:lnTo>
                  <a:lnTo>
                    <a:pt x="1878512" y="382396"/>
                  </a:lnTo>
                  <a:lnTo>
                    <a:pt x="1879584" y="381080"/>
                  </a:lnTo>
                  <a:lnTo>
                    <a:pt x="1880655" y="379763"/>
                  </a:lnTo>
                  <a:lnTo>
                    <a:pt x="1881727" y="378444"/>
                  </a:lnTo>
                  <a:lnTo>
                    <a:pt x="1882799" y="377124"/>
                  </a:lnTo>
                  <a:lnTo>
                    <a:pt x="1883870" y="375803"/>
                  </a:lnTo>
                  <a:lnTo>
                    <a:pt x="1884942" y="374481"/>
                  </a:lnTo>
                  <a:lnTo>
                    <a:pt x="1886013" y="373158"/>
                  </a:lnTo>
                  <a:lnTo>
                    <a:pt x="1887085" y="371833"/>
                  </a:lnTo>
                  <a:lnTo>
                    <a:pt x="1888157" y="370507"/>
                  </a:lnTo>
                  <a:lnTo>
                    <a:pt x="1889228" y="369180"/>
                  </a:lnTo>
                  <a:lnTo>
                    <a:pt x="1890300" y="367852"/>
                  </a:lnTo>
                  <a:lnTo>
                    <a:pt x="1891371" y="366523"/>
                  </a:lnTo>
                  <a:lnTo>
                    <a:pt x="1892443" y="365193"/>
                  </a:lnTo>
                  <a:lnTo>
                    <a:pt x="1893515" y="363862"/>
                  </a:lnTo>
                  <a:lnTo>
                    <a:pt x="1894586" y="362530"/>
                  </a:lnTo>
                  <a:lnTo>
                    <a:pt x="1895658" y="361197"/>
                  </a:lnTo>
                  <a:lnTo>
                    <a:pt x="1896729" y="359864"/>
                  </a:lnTo>
                  <a:lnTo>
                    <a:pt x="1897801" y="358529"/>
                  </a:lnTo>
                  <a:lnTo>
                    <a:pt x="1898873" y="357193"/>
                  </a:lnTo>
                  <a:lnTo>
                    <a:pt x="1899944" y="355857"/>
                  </a:lnTo>
                  <a:lnTo>
                    <a:pt x="1901016" y="354519"/>
                  </a:lnTo>
                  <a:lnTo>
                    <a:pt x="1902087" y="353181"/>
                  </a:lnTo>
                  <a:lnTo>
                    <a:pt x="1903159" y="351842"/>
                  </a:lnTo>
                  <a:lnTo>
                    <a:pt x="1904231" y="350503"/>
                  </a:lnTo>
                  <a:lnTo>
                    <a:pt x="1905302" y="349163"/>
                  </a:lnTo>
                  <a:lnTo>
                    <a:pt x="1906374" y="347822"/>
                  </a:lnTo>
                  <a:lnTo>
                    <a:pt x="1907445" y="346480"/>
                  </a:lnTo>
                  <a:lnTo>
                    <a:pt x="1908517" y="345138"/>
                  </a:lnTo>
                  <a:lnTo>
                    <a:pt x="1909589" y="343795"/>
                  </a:lnTo>
                  <a:lnTo>
                    <a:pt x="1910660" y="342451"/>
                  </a:lnTo>
                  <a:lnTo>
                    <a:pt x="1911732" y="341107"/>
                  </a:lnTo>
                  <a:lnTo>
                    <a:pt x="1912803" y="339763"/>
                  </a:lnTo>
                  <a:lnTo>
                    <a:pt x="1913875" y="338418"/>
                  </a:lnTo>
                  <a:lnTo>
                    <a:pt x="1914947" y="337072"/>
                  </a:lnTo>
                  <a:lnTo>
                    <a:pt x="1916018" y="335727"/>
                  </a:lnTo>
                  <a:lnTo>
                    <a:pt x="1917090" y="334380"/>
                  </a:lnTo>
                  <a:lnTo>
                    <a:pt x="1918161" y="333034"/>
                  </a:lnTo>
                  <a:lnTo>
                    <a:pt x="1919233" y="331687"/>
                  </a:lnTo>
                  <a:lnTo>
                    <a:pt x="1920305" y="330339"/>
                  </a:lnTo>
                  <a:lnTo>
                    <a:pt x="1921376" y="328992"/>
                  </a:lnTo>
                  <a:lnTo>
                    <a:pt x="1922448" y="327644"/>
                  </a:lnTo>
                  <a:lnTo>
                    <a:pt x="1923519" y="326296"/>
                  </a:lnTo>
                  <a:lnTo>
                    <a:pt x="1924591" y="324947"/>
                  </a:lnTo>
                  <a:lnTo>
                    <a:pt x="1925663" y="323599"/>
                  </a:lnTo>
                  <a:lnTo>
                    <a:pt x="1926734" y="322250"/>
                  </a:lnTo>
                  <a:lnTo>
                    <a:pt x="1927806" y="320902"/>
                  </a:lnTo>
                  <a:lnTo>
                    <a:pt x="1928877" y="319553"/>
                  </a:lnTo>
                  <a:lnTo>
                    <a:pt x="1929949" y="318204"/>
                  </a:lnTo>
                  <a:lnTo>
                    <a:pt x="1931021" y="316855"/>
                  </a:lnTo>
                  <a:lnTo>
                    <a:pt x="1932092" y="315506"/>
                  </a:lnTo>
                  <a:lnTo>
                    <a:pt x="1933164" y="314157"/>
                  </a:lnTo>
                  <a:lnTo>
                    <a:pt x="1934235" y="312808"/>
                  </a:lnTo>
                  <a:lnTo>
                    <a:pt x="1935307" y="311460"/>
                  </a:lnTo>
                  <a:lnTo>
                    <a:pt x="1936379" y="310111"/>
                  </a:lnTo>
                  <a:lnTo>
                    <a:pt x="1937450" y="308763"/>
                  </a:lnTo>
                  <a:lnTo>
                    <a:pt x="1938522" y="307414"/>
                  </a:lnTo>
                  <a:lnTo>
                    <a:pt x="1939593" y="306066"/>
                  </a:lnTo>
                  <a:lnTo>
                    <a:pt x="1940665" y="304719"/>
                  </a:lnTo>
                  <a:lnTo>
                    <a:pt x="1941737" y="303371"/>
                  </a:lnTo>
                  <a:lnTo>
                    <a:pt x="1942808" y="302024"/>
                  </a:lnTo>
                  <a:lnTo>
                    <a:pt x="1943880" y="300677"/>
                  </a:lnTo>
                  <a:lnTo>
                    <a:pt x="1944951" y="299331"/>
                  </a:lnTo>
                  <a:lnTo>
                    <a:pt x="1946023" y="297985"/>
                  </a:lnTo>
                  <a:lnTo>
                    <a:pt x="1947095" y="296639"/>
                  </a:lnTo>
                  <a:lnTo>
                    <a:pt x="1948166" y="295294"/>
                  </a:lnTo>
                  <a:lnTo>
                    <a:pt x="1949238" y="293949"/>
                  </a:lnTo>
                  <a:lnTo>
                    <a:pt x="1950309" y="292605"/>
                  </a:lnTo>
                  <a:lnTo>
                    <a:pt x="1951381" y="291262"/>
                  </a:lnTo>
                  <a:lnTo>
                    <a:pt x="1952453" y="289919"/>
                  </a:lnTo>
                  <a:lnTo>
                    <a:pt x="1953524" y="288577"/>
                  </a:lnTo>
                  <a:lnTo>
                    <a:pt x="1954596" y="287235"/>
                  </a:lnTo>
                  <a:lnTo>
                    <a:pt x="1955667" y="285894"/>
                  </a:lnTo>
                  <a:lnTo>
                    <a:pt x="1956739" y="284554"/>
                  </a:lnTo>
                  <a:lnTo>
                    <a:pt x="1957810" y="283214"/>
                  </a:lnTo>
                  <a:lnTo>
                    <a:pt x="1958882" y="281876"/>
                  </a:lnTo>
                  <a:lnTo>
                    <a:pt x="1959954" y="280538"/>
                  </a:lnTo>
                  <a:lnTo>
                    <a:pt x="1961025" y="279201"/>
                  </a:lnTo>
                  <a:lnTo>
                    <a:pt x="1962097" y="277865"/>
                  </a:lnTo>
                  <a:lnTo>
                    <a:pt x="1963168" y="276529"/>
                  </a:lnTo>
                  <a:lnTo>
                    <a:pt x="1964240" y="275195"/>
                  </a:lnTo>
                  <a:lnTo>
                    <a:pt x="1965312" y="273862"/>
                  </a:lnTo>
                  <a:lnTo>
                    <a:pt x="1966383" y="272530"/>
                  </a:lnTo>
                  <a:lnTo>
                    <a:pt x="1967455" y="271198"/>
                  </a:lnTo>
                  <a:lnTo>
                    <a:pt x="1968526" y="269868"/>
                  </a:lnTo>
                  <a:lnTo>
                    <a:pt x="1969598" y="268539"/>
                  </a:lnTo>
                  <a:lnTo>
                    <a:pt x="1970670" y="267212"/>
                  </a:lnTo>
                  <a:lnTo>
                    <a:pt x="1971741" y="265885"/>
                  </a:lnTo>
                  <a:lnTo>
                    <a:pt x="1972813" y="264559"/>
                  </a:lnTo>
                  <a:lnTo>
                    <a:pt x="1973884" y="263235"/>
                  </a:lnTo>
                  <a:lnTo>
                    <a:pt x="1974956" y="261912"/>
                  </a:lnTo>
                  <a:lnTo>
                    <a:pt x="1976028" y="260591"/>
                  </a:lnTo>
                  <a:lnTo>
                    <a:pt x="1977099" y="259271"/>
                  </a:lnTo>
                  <a:lnTo>
                    <a:pt x="1978171" y="257952"/>
                  </a:lnTo>
                  <a:lnTo>
                    <a:pt x="1979242" y="256635"/>
                  </a:lnTo>
                  <a:lnTo>
                    <a:pt x="1980314" y="255319"/>
                  </a:lnTo>
                  <a:lnTo>
                    <a:pt x="1981386" y="254004"/>
                  </a:lnTo>
                  <a:lnTo>
                    <a:pt x="1982457" y="252691"/>
                  </a:lnTo>
                  <a:lnTo>
                    <a:pt x="1983529" y="251380"/>
                  </a:lnTo>
                  <a:lnTo>
                    <a:pt x="1984600" y="250070"/>
                  </a:lnTo>
                  <a:lnTo>
                    <a:pt x="1985672" y="248762"/>
                  </a:lnTo>
                  <a:lnTo>
                    <a:pt x="1986744" y="247456"/>
                  </a:lnTo>
                  <a:lnTo>
                    <a:pt x="1987815" y="246151"/>
                  </a:lnTo>
                  <a:lnTo>
                    <a:pt x="1988887" y="244848"/>
                  </a:lnTo>
                  <a:lnTo>
                    <a:pt x="1989958" y="243547"/>
                  </a:lnTo>
                  <a:lnTo>
                    <a:pt x="1991030" y="242247"/>
                  </a:lnTo>
                  <a:lnTo>
                    <a:pt x="1992102" y="240950"/>
                  </a:lnTo>
                  <a:lnTo>
                    <a:pt x="1993173" y="239654"/>
                  </a:lnTo>
                  <a:lnTo>
                    <a:pt x="1994245" y="238360"/>
                  </a:lnTo>
                  <a:lnTo>
                    <a:pt x="1995316" y="237069"/>
                  </a:lnTo>
                  <a:lnTo>
                    <a:pt x="1996388" y="235779"/>
                  </a:lnTo>
                  <a:lnTo>
                    <a:pt x="1997460" y="234491"/>
                  </a:lnTo>
                  <a:lnTo>
                    <a:pt x="1998531" y="233205"/>
                  </a:lnTo>
                  <a:lnTo>
                    <a:pt x="1999603" y="231922"/>
                  </a:lnTo>
                  <a:lnTo>
                    <a:pt x="2000674" y="230640"/>
                  </a:lnTo>
                  <a:lnTo>
                    <a:pt x="2001746" y="229361"/>
                  </a:lnTo>
                  <a:lnTo>
                    <a:pt x="2002818" y="228084"/>
                  </a:lnTo>
                  <a:lnTo>
                    <a:pt x="2003889" y="226809"/>
                  </a:lnTo>
                  <a:lnTo>
                    <a:pt x="2004961" y="225536"/>
                  </a:lnTo>
                  <a:lnTo>
                    <a:pt x="2006032" y="224266"/>
                  </a:lnTo>
                  <a:lnTo>
                    <a:pt x="2007104" y="222998"/>
                  </a:lnTo>
                  <a:lnTo>
                    <a:pt x="2008176" y="221732"/>
                  </a:lnTo>
                  <a:lnTo>
                    <a:pt x="2009247" y="220469"/>
                  </a:lnTo>
                  <a:lnTo>
                    <a:pt x="2010319" y="219209"/>
                  </a:lnTo>
                  <a:lnTo>
                    <a:pt x="2011390" y="217950"/>
                  </a:lnTo>
                  <a:lnTo>
                    <a:pt x="2012462" y="216695"/>
                  </a:lnTo>
                  <a:lnTo>
                    <a:pt x="2013534" y="215442"/>
                  </a:lnTo>
                  <a:lnTo>
                    <a:pt x="2014605" y="214191"/>
                  </a:lnTo>
                  <a:lnTo>
                    <a:pt x="2015677" y="212943"/>
                  </a:lnTo>
                  <a:lnTo>
                    <a:pt x="2016748" y="211698"/>
                  </a:lnTo>
                  <a:lnTo>
                    <a:pt x="2017820" y="210456"/>
                  </a:lnTo>
                  <a:lnTo>
                    <a:pt x="2018892" y="209216"/>
                  </a:lnTo>
                  <a:lnTo>
                    <a:pt x="2019963" y="207979"/>
                  </a:lnTo>
                  <a:lnTo>
                    <a:pt x="2021035" y="206745"/>
                  </a:lnTo>
                  <a:lnTo>
                    <a:pt x="2022106" y="205514"/>
                  </a:lnTo>
                  <a:lnTo>
                    <a:pt x="2023178" y="204286"/>
                  </a:lnTo>
                  <a:lnTo>
                    <a:pt x="2024250" y="203060"/>
                  </a:lnTo>
                  <a:lnTo>
                    <a:pt x="2025321" y="201838"/>
                  </a:lnTo>
                  <a:lnTo>
                    <a:pt x="2026393" y="200619"/>
                  </a:lnTo>
                  <a:lnTo>
                    <a:pt x="2027464" y="199402"/>
                  </a:lnTo>
                  <a:lnTo>
                    <a:pt x="2028536" y="198189"/>
                  </a:lnTo>
                  <a:lnTo>
                    <a:pt x="2029608" y="196979"/>
                  </a:lnTo>
                  <a:lnTo>
                    <a:pt x="2030679" y="195772"/>
                  </a:lnTo>
                  <a:lnTo>
                    <a:pt x="2031751" y="194569"/>
                  </a:lnTo>
                  <a:lnTo>
                    <a:pt x="2032822" y="193368"/>
                  </a:lnTo>
                  <a:lnTo>
                    <a:pt x="2033894" y="192171"/>
                  </a:lnTo>
                  <a:lnTo>
                    <a:pt x="2034966" y="190977"/>
                  </a:lnTo>
                  <a:lnTo>
                    <a:pt x="2036037" y="189787"/>
                  </a:lnTo>
                  <a:lnTo>
                    <a:pt x="2037109" y="188600"/>
                  </a:lnTo>
                  <a:lnTo>
                    <a:pt x="2038180" y="187416"/>
                  </a:lnTo>
                  <a:lnTo>
                    <a:pt x="2039252" y="186236"/>
                  </a:lnTo>
                  <a:lnTo>
                    <a:pt x="2040324" y="185060"/>
                  </a:lnTo>
                  <a:lnTo>
                    <a:pt x="2041395" y="183886"/>
                  </a:lnTo>
                  <a:lnTo>
                    <a:pt x="2042467" y="182717"/>
                  </a:lnTo>
                  <a:lnTo>
                    <a:pt x="2043538" y="181551"/>
                  </a:lnTo>
                  <a:lnTo>
                    <a:pt x="2044610" y="180389"/>
                  </a:lnTo>
                  <a:lnTo>
                    <a:pt x="2045682" y="179230"/>
                  </a:lnTo>
                  <a:lnTo>
                    <a:pt x="2046753" y="178075"/>
                  </a:lnTo>
                  <a:lnTo>
                    <a:pt x="2047825" y="176924"/>
                  </a:lnTo>
                  <a:lnTo>
                    <a:pt x="2048896" y="175776"/>
                  </a:lnTo>
                  <a:lnTo>
                    <a:pt x="2049968" y="174632"/>
                  </a:lnTo>
                  <a:lnTo>
                    <a:pt x="2051040" y="173492"/>
                  </a:lnTo>
                  <a:lnTo>
                    <a:pt x="2052111" y="172355"/>
                  </a:lnTo>
                  <a:lnTo>
                    <a:pt x="2053183" y="171222"/>
                  </a:lnTo>
                  <a:lnTo>
                    <a:pt x="2054254" y="170093"/>
                  </a:lnTo>
                  <a:lnTo>
                    <a:pt x="2055326" y="168967"/>
                  </a:lnTo>
                  <a:lnTo>
                    <a:pt x="2056398" y="167845"/>
                  </a:lnTo>
                  <a:lnTo>
                    <a:pt x="2057469" y="166726"/>
                  </a:lnTo>
                  <a:lnTo>
                    <a:pt x="2058541" y="165611"/>
                  </a:lnTo>
                  <a:lnTo>
                    <a:pt x="2059612" y="164500"/>
                  </a:lnTo>
                  <a:lnTo>
                    <a:pt x="2060684" y="163393"/>
                  </a:lnTo>
                  <a:lnTo>
                    <a:pt x="2061756" y="162289"/>
                  </a:lnTo>
                  <a:lnTo>
                    <a:pt x="2062827" y="161189"/>
                  </a:lnTo>
                  <a:lnTo>
                    <a:pt x="2063899" y="160093"/>
                  </a:lnTo>
                  <a:lnTo>
                    <a:pt x="2064970" y="159000"/>
                  </a:lnTo>
                  <a:lnTo>
                    <a:pt x="2066042" y="157912"/>
                  </a:lnTo>
                  <a:lnTo>
                    <a:pt x="2067114" y="156826"/>
                  </a:lnTo>
                  <a:lnTo>
                    <a:pt x="2068185" y="155745"/>
                  </a:lnTo>
                  <a:lnTo>
                    <a:pt x="2069257" y="154667"/>
                  </a:lnTo>
                  <a:lnTo>
                    <a:pt x="2070328" y="153593"/>
                  </a:lnTo>
                  <a:lnTo>
                    <a:pt x="2071400" y="152523"/>
                  </a:lnTo>
                  <a:lnTo>
                    <a:pt x="2072472" y="151456"/>
                  </a:lnTo>
                  <a:lnTo>
                    <a:pt x="2073543" y="150393"/>
                  </a:lnTo>
                  <a:lnTo>
                    <a:pt x="2074615" y="149334"/>
                  </a:lnTo>
                  <a:lnTo>
                    <a:pt x="2075686" y="148279"/>
                  </a:lnTo>
                  <a:lnTo>
                    <a:pt x="2076758" y="147227"/>
                  </a:lnTo>
                  <a:lnTo>
                    <a:pt x="2077830" y="146180"/>
                  </a:lnTo>
                  <a:lnTo>
                    <a:pt x="2078901" y="145135"/>
                  </a:lnTo>
                  <a:lnTo>
                    <a:pt x="2079973" y="144095"/>
                  </a:lnTo>
                  <a:lnTo>
                    <a:pt x="2081044" y="143059"/>
                  </a:lnTo>
                  <a:lnTo>
                    <a:pt x="2082116" y="142026"/>
                  </a:lnTo>
                  <a:lnTo>
                    <a:pt x="2083188" y="140997"/>
                  </a:lnTo>
                  <a:lnTo>
                    <a:pt x="2084259" y="139971"/>
                  </a:lnTo>
                  <a:lnTo>
                    <a:pt x="2085331" y="138950"/>
                  </a:lnTo>
                  <a:lnTo>
                    <a:pt x="2086402" y="137932"/>
                  </a:lnTo>
                  <a:lnTo>
                    <a:pt x="2087474" y="136918"/>
                  </a:lnTo>
                  <a:lnTo>
                    <a:pt x="2088546" y="135908"/>
                  </a:lnTo>
                  <a:lnTo>
                    <a:pt x="2089617" y="134901"/>
                  </a:lnTo>
                  <a:lnTo>
                    <a:pt x="2090689" y="133899"/>
                  </a:lnTo>
                  <a:lnTo>
                    <a:pt x="2091760" y="132900"/>
                  </a:lnTo>
                  <a:lnTo>
                    <a:pt x="2092832" y="131905"/>
                  </a:lnTo>
                  <a:lnTo>
                    <a:pt x="2093904" y="130913"/>
                  </a:lnTo>
                  <a:lnTo>
                    <a:pt x="2094975" y="129926"/>
                  </a:lnTo>
                  <a:lnTo>
                    <a:pt x="2096047" y="128942"/>
                  </a:lnTo>
                  <a:lnTo>
                    <a:pt x="2097118" y="127962"/>
                  </a:lnTo>
                  <a:lnTo>
                    <a:pt x="2098190" y="126986"/>
                  </a:lnTo>
                  <a:lnTo>
                    <a:pt x="2099262" y="126014"/>
                  </a:lnTo>
                  <a:lnTo>
                    <a:pt x="2100333" y="125045"/>
                  </a:lnTo>
                  <a:lnTo>
                    <a:pt x="2101405" y="124081"/>
                  </a:lnTo>
                  <a:lnTo>
                    <a:pt x="2102476" y="123120"/>
                  </a:lnTo>
                  <a:lnTo>
                    <a:pt x="2103548" y="122163"/>
                  </a:lnTo>
                  <a:lnTo>
                    <a:pt x="2104620" y="121209"/>
                  </a:lnTo>
                  <a:lnTo>
                    <a:pt x="2105691" y="120260"/>
                  </a:lnTo>
                  <a:lnTo>
                    <a:pt x="2106763" y="119314"/>
                  </a:lnTo>
                  <a:lnTo>
                    <a:pt x="2107834" y="118373"/>
                  </a:lnTo>
                  <a:lnTo>
                    <a:pt x="2108906" y="117435"/>
                  </a:lnTo>
                  <a:lnTo>
                    <a:pt x="2109978" y="116500"/>
                  </a:lnTo>
                  <a:lnTo>
                    <a:pt x="2111049" y="115570"/>
                  </a:lnTo>
                  <a:lnTo>
                    <a:pt x="2112121" y="114643"/>
                  </a:lnTo>
                  <a:lnTo>
                    <a:pt x="2113192" y="113721"/>
                  </a:lnTo>
                  <a:lnTo>
                    <a:pt x="2114264" y="112802"/>
                  </a:lnTo>
                  <a:lnTo>
                    <a:pt x="2115336" y="111887"/>
                  </a:lnTo>
                  <a:lnTo>
                    <a:pt x="2116407" y="110975"/>
                  </a:lnTo>
                  <a:lnTo>
                    <a:pt x="2117479" y="110068"/>
                  </a:lnTo>
                  <a:lnTo>
                    <a:pt x="2118550" y="109165"/>
                  </a:lnTo>
                  <a:lnTo>
                    <a:pt x="2119622" y="108265"/>
                  </a:lnTo>
                  <a:lnTo>
                    <a:pt x="2120694" y="107369"/>
                  </a:lnTo>
                  <a:lnTo>
                    <a:pt x="2121765" y="106477"/>
                  </a:lnTo>
                  <a:lnTo>
                    <a:pt x="2122837" y="105589"/>
                  </a:lnTo>
                  <a:lnTo>
                    <a:pt x="2123908" y="104704"/>
                  </a:lnTo>
                  <a:lnTo>
                    <a:pt x="2124980" y="103824"/>
                  </a:lnTo>
                  <a:lnTo>
                    <a:pt x="2126052" y="102947"/>
                  </a:lnTo>
                  <a:lnTo>
                    <a:pt x="2127123" y="102074"/>
                  </a:lnTo>
                  <a:lnTo>
                    <a:pt x="2128195" y="101205"/>
                  </a:lnTo>
                  <a:lnTo>
                    <a:pt x="2129266" y="100340"/>
                  </a:lnTo>
                  <a:lnTo>
                    <a:pt x="2130338" y="99478"/>
                  </a:lnTo>
                  <a:lnTo>
                    <a:pt x="2131409" y="98621"/>
                  </a:lnTo>
                  <a:lnTo>
                    <a:pt x="2132481" y="97767"/>
                  </a:lnTo>
                  <a:lnTo>
                    <a:pt x="2133553" y="96917"/>
                  </a:lnTo>
                  <a:lnTo>
                    <a:pt x="2134624" y="96071"/>
                  </a:lnTo>
                  <a:lnTo>
                    <a:pt x="2135696" y="95229"/>
                  </a:lnTo>
                  <a:lnTo>
                    <a:pt x="2136767" y="94391"/>
                  </a:lnTo>
                  <a:lnTo>
                    <a:pt x="2137839" y="93556"/>
                  </a:lnTo>
                  <a:lnTo>
                    <a:pt x="2138911" y="92726"/>
                  </a:lnTo>
                  <a:lnTo>
                    <a:pt x="2139982" y="91899"/>
                  </a:lnTo>
                  <a:lnTo>
                    <a:pt x="2141054" y="91076"/>
                  </a:lnTo>
                  <a:lnTo>
                    <a:pt x="2142125" y="90257"/>
                  </a:lnTo>
                  <a:lnTo>
                    <a:pt x="2143197" y="89442"/>
                  </a:lnTo>
                  <a:lnTo>
                    <a:pt x="2144269" y="88630"/>
                  </a:lnTo>
                  <a:lnTo>
                    <a:pt x="2145340" y="87823"/>
                  </a:lnTo>
                  <a:lnTo>
                    <a:pt x="2146412" y="87019"/>
                  </a:lnTo>
                  <a:lnTo>
                    <a:pt x="2147483" y="86219"/>
                  </a:lnTo>
                  <a:lnTo>
                    <a:pt x="2148555" y="85423"/>
                  </a:lnTo>
                  <a:lnTo>
                    <a:pt x="2149627" y="84631"/>
                  </a:lnTo>
                  <a:lnTo>
                    <a:pt x="2150698" y="83843"/>
                  </a:lnTo>
                  <a:lnTo>
                    <a:pt x="2151770" y="83059"/>
                  </a:lnTo>
                  <a:lnTo>
                    <a:pt x="2152841" y="82278"/>
                  </a:lnTo>
                  <a:lnTo>
                    <a:pt x="2153913" y="81501"/>
                  </a:lnTo>
                  <a:lnTo>
                    <a:pt x="2154985" y="80728"/>
                  </a:lnTo>
                  <a:lnTo>
                    <a:pt x="2156056" y="79959"/>
                  </a:lnTo>
                  <a:lnTo>
                    <a:pt x="2157128" y="79194"/>
                  </a:lnTo>
                  <a:lnTo>
                    <a:pt x="2158199" y="78433"/>
                  </a:lnTo>
                  <a:lnTo>
                    <a:pt x="2159271" y="77675"/>
                  </a:lnTo>
                  <a:lnTo>
                    <a:pt x="2160343" y="76922"/>
                  </a:lnTo>
                  <a:lnTo>
                    <a:pt x="2161414" y="76172"/>
                  </a:lnTo>
                  <a:lnTo>
                    <a:pt x="2162486" y="75426"/>
                  </a:lnTo>
                  <a:lnTo>
                    <a:pt x="2163557" y="74684"/>
                  </a:lnTo>
                  <a:lnTo>
                    <a:pt x="2164629" y="73945"/>
                  </a:lnTo>
                  <a:lnTo>
                    <a:pt x="2165701" y="73211"/>
                  </a:lnTo>
                  <a:lnTo>
                    <a:pt x="2166772" y="72480"/>
                  </a:lnTo>
                  <a:lnTo>
                    <a:pt x="2167844" y="71753"/>
                  </a:lnTo>
                  <a:lnTo>
                    <a:pt x="2168915" y="71031"/>
                  </a:lnTo>
                  <a:lnTo>
                    <a:pt x="2169987" y="70311"/>
                  </a:lnTo>
                  <a:lnTo>
                    <a:pt x="2171059" y="69596"/>
                  </a:lnTo>
                  <a:lnTo>
                    <a:pt x="2172130" y="68885"/>
                  </a:lnTo>
                  <a:lnTo>
                    <a:pt x="2173202" y="68177"/>
                  </a:lnTo>
                  <a:lnTo>
                    <a:pt x="2174273" y="67473"/>
                  </a:lnTo>
                  <a:lnTo>
                    <a:pt x="2175345" y="66773"/>
                  </a:lnTo>
                  <a:lnTo>
                    <a:pt x="2176417" y="66077"/>
                  </a:lnTo>
                  <a:lnTo>
                    <a:pt x="2177488" y="65385"/>
                  </a:lnTo>
                  <a:lnTo>
                    <a:pt x="2178560" y="64697"/>
                  </a:lnTo>
                  <a:lnTo>
                    <a:pt x="2179631" y="64012"/>
                  </a:lnTo>
                  <a:lnTo>
                    <a:pt x="2180703" y="63331"/>
                  </a:lnTo>
                  <a:lnTo>
                    <a:pt x="2181775" y="62654"/>
                  </a:lnTo>
                  <a:lnTo>
                    <a:pt x="2182846" y="61981"/>
                  </a:lnTo>
                  <a:lnTo>
                    <a:pt x="2183918" y="61312"/>
                  </a:lnTo>
                  <a:lnTo>
                    <a:pt x="2184989" y="60646"/>
                  </a:lnTo>
                  <a:lnTo>
                    <a:pt x="2186061" y="59985"/>
                  </a:lnTo>
                  <a:lnTo>
                    <a:pt x="2187133" y="59327"/>
                  </a:lnTo>
                  <a:lnTo>
                    <a:pt x="2188204" y="58673"/>
                  </a:lnTo>
                  <a:lnTo>
                    <a:pt x="2189276" y="58023"/>
                  </a:lnTo>
                  <a:lnTo>
                    <a:pt x="2190347" y="57376"/>
                  </a:lnTo>
                  <a:lnTo>
                    <a:pt x="2191419" y="56734"/>
                  </a:lnTo>
                  <a:lnTo>
                    <a:pt x="2192491" y="56095"/>
                  </a:lnTo>
                  <a:lnTo>
                    <a:pt x="2193562" y="55460"/>
                  </a:lnTo>
                  <a:lnTo>
                    <a:pt x="2194634" y="54829"/>
                  </a:lnTo>
                  <a:lnTo>
                    <a:pt x="2195705" y="54202"/>
                  </a:lnTo>
                  <a:lnTo>
                    <a:pt x="2196777" y="53578"/>
                  </a:lnTo>
                  <a:lnTo>
                    <a:pt x="2197849" y="52958"/>
                  </a:lnTo>
                  <a:lnTo>
                    <a:pt x="2198920" y="52342"/>
                  </a:lnTo>
                  <a:lnTo>
                    <a:pt x="2199992" y="51730"/>
                  </a:lnTo>
                  <a:lnTo>
                    <a:pt x="2201063" y="51122"/>
                  </a:lnTo>
                  <a:lnTo>
                    <a:pt x="2202135" y="50517"/>
                  </a:lnTo>
                  <a:lnTo>
                    <a:pt x="2203207" y="49917"/>
                  </a:lnTo>
                  <a:lnTo>
                    <a:pt x="2204278" y="49320"/>
                  </a:lnTo>
                  <a:lnTo>
                    <a:pt x="2205350" y="48726"/>
                  </a:lnTo>
                  <a:lnTo>
                    <a:pt x="2206421" y="48137"/>
                  </a:lnTo>
                  <a:lnTo>
                    <a:pt x="2207493" y="47551"/>
                  </a:lnTo>
                  <a:lnTo>
                    <a:pt x="2208565" y="46970"/>
                  </a:lnTo>
                  <a:lnTo>
                    <a:pt x="2209636" y="46392"/>
                  </a:lnTo>
                  <a:lnTo>
                    <a:pt x="2210708" y="45817"/>
                  </a:lnTo>
                  <a:lnTo>
                    <a:pt x="2211779" y="45247"/>
                  </a:lnTo>
                  <a:lnTo>
                    <a:pt x="2212851" y="44680"/>
                  </a:lnTo>
                  <a:lnTo>
                    <a:pt x="2213923" y="44117"/>
                  </a:lnTo>
                  <a:lnTo>
                    <a:pt x="2214994" y="43558"/>
                  </a:lnTo>
                  <a:lnTo>
                    <a:pt x="2216066" y="43002"/>
                  </a:lnTo>
                  <a:lnTo>
                    <a:pt x="2217137" y="42451"/>
                  </a:lnTo>
                  <a:lnTo>
                    <a:pt x="2218209" y="41903"/>
                  </a:lnTo>
                  <a:lnTo>
                    <a:pt x="2219281" y="41359"/>
                  </a:lnTo>
                  <a:lnTo>
                    <a:pt x="2220352" y="40818"/>
                  </a:lnTo>
                  <a:lnTo>
                    <a:pt x="2221424" y="40282"/>
                  </a:lnTo>
                  <a:lnTo>
                    <a:pt x="2222495" y="39749"/>
                  </a:lnTo>
                  <a:lnTo>
                    <a:pt x="2223567" y="39220"/>
                  </a:lnTo>
                  <a:lnTo>
                    <a:pt x="2224639" y="38694"/>
                  </a:lnTo>
                  <a:lnTo>
                    <a:pt x="2225710" y="38173"/>
                  </a:lnTo>
                  <a:lnTo>
                    <a:pt x="2226782" y="37655"/>
                  </a:lnTo>
                  <a:lnTo>
                    <a:pt x="2227853" y="37140"/>
                  </a:lnTo>
                  <a:lnTo>
                    <a:pt x="2228925" y="36630"/>
                  </a:lnTo>
                  <a:lnTo>
                    <a:pt x="2229997" y="36123"/>
                  </a:lnTo>
                  <a:lnTo>
                    <a:pt x="2231068" y="35620"/>
                  </a:lnTo>
                  <a:lnTo>
                    <a:pt x="2232140" y="35121"/>
                  </a:lnTo>
                  <a:lnTo>
                    <a:pt x="2233211" y="34625"/>
                  </a:lnTo>
                  <a:lnTo>
                    <a:pt x="2234283" y="34134"/>
                  </a:lnTo>
                  <a:lnTo>
                    <a:pt x="2235355" y="33645"/>
                  </a:lnTo>
                  <a:lnTo>
                    <a:pt x="2236426" y="33161"/>
                  </a:lnTo>
                  <a:lnTo>
                    <a:pt x="2237498" y="32680"/>
                  </a:lnTo>
                  <a:lnTo>
                    <a:pt x="2238569" y="32203"/>
                  </a:lnTo>
                  <a:lnTo>
                    <a:pt x="2239641" y="31730"/>
                  </a:lnTo>
                  <a:lnTo>
                    <a:pt x="2240713" y="31260"/>
                  </a:lnTo>
                  <a:lnTo>
                    <a:pt x="2241784" y="30794"/>
                  </a:lnTo>
                  <a:lnTo>
                    <a:pt x="2242856" y="30332"/>
                  </a:lnTo>
                  <a:lnTo>
                    <a:pt x="2243927" y="29874"/>
                  </a:lnTo>
                  <a:lnTo>
                    <a:pt x="2244999" y="29419"/>
                  </a:lnTo>
                  <a:lnTo>
                    <a:pt x="2246071" y="28968"/>
                  </a:lnTo>
                  <a:lnTo>
                    <a:pt x="2247142" y="28520"/>
                  </a:lnTo>
                  <a:lnTo>
                    <a:pt x="2248214" y="28076"/>
                  </a:lnTo>
                  <a:lnTo>
                    <a:pt x="2249285" y="27636"/>
                  </a:lnTo>
                  <a:lnTo>
                    <a:pt x="2250357" y="27200"/>
                  </a:lnTo>
                  <a:lnTo>
                    <a:pt x="2251429" y="26767"/>
                  </a:lnTo>
                  <a:lnTo>
                    <a:pt x="2252500" y="26338"/>
                  </a:lnTo>
                  <a:lnTo>
                    <a:pt x="2253572" y="25912"/>
                  </a:lnTo>
                  <a:lnTo>
                    <a:pt x="2254643" y="25490"/>
                  </a:lnTo>
                  <a:lnTo>
                    <a:pt x="2255715" y="25072"/>
                  </a:lnTo>
                  <a:lnTo>
                    <a:pt x="2256787" y="24657"/>
                  </a:lnTo>
                  <a:lnTo>
                    <a:pt x="2257858" y="24247"/>
                  </a:lnTo>
                  <a:lnTo>
                    <a:pt x="2258930" y="23839"/>
                  </a:lnTo>
                  <a:lnTo>
                    <a:pt x="2260001" y="23436"/>
                  </a:lnTo>
                  <a:lnTo>
                    <a:pt x="2261073" y="23036"/>
                  </a:lnTo>
                  <a:lnTo>
                    <a:pt x="2262145" y="22639"/>
                  </a:lnTo>
                  <a:lnTo>
                    <a:pt x="2263216" y="22246"/>
                  </a:lnTo>
                  <a:lnTo>
                    <a:pt x="2264288" y="21857"/>
                  </a:lnTo>
                  <a:lnTo>
                    <a:pt x="2265359" y="21472"/>
                  </a:lnTo>
                  <a:lnTo>
                    <a:pt x="2266431" y="21090"/>
                  </a:lnTo>
                  <a:lnTo>
                    <a:pt x="2267503" y="20711"/>
                  </a:lnTo>
                  <a:lnTo>
                    <a:pt x="2268574" y="20337"/>
                  </a:lnTo>
                  <a:lnTo>
                    <a:pt x="2269646" y="19966"/>
                  </a:lnTo>
                  <a:lnTo>
                    <a:pt x="2270717" y="19598"/>
                  </a:lnTo>
                  <a:lnTo>
                    <a:pt x="2271789" y="19234"/>
                  </a:lnTo>
                  <a:lnTo>
                    <a:pt x="2272861" y="18874"/>
                  </a:lnTo>
                  <a:lnTo>
                    <a:pt x="2273932" y="18517"/>
                  </a:lnTo>
                  <a:lnTo>
                    <a:pt x="2275004" y="18164"/>
                  </a:lnTo>
                  <a:lnTo>
                    <a:pt x="2276075" y="17814"/>
                  </a:lnTo>
                  <a:lnTo>
                    <a:pt x="2277147" y="17468"/>
                  </a:lnTo>
                  <a:lnTo>
                    <a:pt x="2278219" y="17126"/>
                  </a:lnTo>
                  <a:lnTo>
                    <a:pt x="2279290" y="16787"/>
                  </a:lnTo>
                  <a:lnTo>
                    <a:pt x="2280362" y="16451"/>
                  </a:lnTo>
                  <a:lnTo>
                    <a:pt x="2281433" y="16119"/>
                  </a:lnTo>
                  <a:lnTo>
                    <a:pt x="2282505" y="15791"/>
                  </a:lnTo>
                  <a:lnTo>
                    <a:pt x="2283577" y="15466"/>
                  </a:lnTo>
                  <a:lnTo>
                    <a:pt x="2284648" y="15145"/>
                  </a:lnTo>
                  <a:lnTo>
                    <a:pt x="2285720" y="14828"/>
                  </a:lnTo>
                  <a:lnTo>
                    <a:pt x="2286791" y="14513"/>
                  </a:lnTo>
                  <a:lnTo>
                    <a:pt x="2287863" y="14203"/>
                  </a:lnTo>
                  <a:lnTo>
                    <a:pt x="2288935" y="13896"/>
                  </a:lnTo>
                  <a:lnTo>
                    <a:pt x="2290006" y="13592"/>
                  </a:lnTo>
                  <a:lnTo>
                    <a:pt x="2291078" y="13292"/>
                  </a:lnTo>
                  <a:lnTo>
                    <a:pt x="2292149" y="12995"/>
                  </a:lnTo>
                  <a:lnTo>
                    <a:pt x="2293221" y="12702"/>
                  </a:lnTo>
                  <a:lnTo>
                    <a:pt x="2294293" y="12413"/>
                  </a:lnTo>
                  <a:lnTo>
                    <a:pt x="2295364" y="12127"/>
                  </a:lnTo>
                  <a:lnTo>
                    <a:pt x="2296436" y="11844"/>
                  </a:lnTo>
                  <a:lnTo>
                    <a:pt x="2297507" y="11565"/>
                  </a:lnTo>
                  <a:lnTo>
                    <a:pt x="2298579" y="11289"/>
                  </a:lnTo>
                  <a:lnTo>
                    <a:pt x="2299651" y="11017"/>
                  </a:lnTo>
                  <a:lnTo>
                    <a:pt x="2300722" y="10748"/>
                  </a:lnTo>
                  <a:lnTo>
                    <a:pt x="2301794" y="10483"/>
                  </a:lnTo>
                  <a:lnTo>
                    <a:pt x="2302865" y="10221"/>
                  </a:lnTo>
                  <a:lnTo>
                    <a:pt x="2303937" y="9963"/>
                  </a:lnTo>
                  <a:lnTo>
                    <a:pt x="2305009" y="9708"/>
                  </a:lnTo>
                  <a:lnTo>
                    <a:pt x="2306080" y="9457"/>
                  </a:lnTo>
                  <a:lnTo>
                    <a:pt x="2307152" y="9209"/>
                  </a:lnTo>
                  <a:lnTo>
                    <a:pt x="2308223" y="8964"/>
                  </a:lnTo>
                  <a:lnTo>
                    <a:pt x="2309295" y="8723"/>
                  </a:lnTo>
                  <a:lnTo>
                    <a:pt x="2310366" y="8485"/>
                  </a:lnTo>
                  <a:lnTo>
                    <a:pt x="2311438" y="8251"/>
                  </a:lnTo>
                  <a:lnTo>
                    <a:pt x="2312510" y="8020"/>
                  </a:lnTo>
                  <a:lnTo>
                    <a:pt x="2313581" y="7793"/>
                  </a:lnTo>
                  <a:lnTo>
                    <a:pt x="2314653" y="7569"/>
                  </a:lnTo>
                  <a:lnTo>
                    <a:pt x="2315724" y="7348"/>
                  </a:lnTo>
                  <a:lnTo>
                    <a:pt x="2316796" y="7131"/>
                  </a:lnTo>
                  <a:lnTo>
                    <a:pt x="2317868" y="6917"/>
                  </a:lnTo>
                  <a:lnTo>
                    <a:pt x="2318939" y="6706"/>
                  </a:lnTo>
                  <a:lnTo>
                    <a:pt x="2320011" y="6499"/>
                  </a:lnTo>
                  <a:lnTo>
                    <a:pt x="2321082" y="6295"/>
                  </a:lnTo>
                  <a:lnTo>
                    <a:pt x="2322154" y="6095"/>
                  </a:lnTo>
                  <a:lnTo>
                    <a:pt x="2323226" y="5898"/>
                  </a:lnTo>
                  <a:lnTo>
                    <a:pt x="2324297" y="5704"/>
                  </a:lnTo>
                  <a:lnTo>
                    <a:pt x="2325369" y="5514"/>
                  </a:lnTo>
                  <a:lnTo>
                    <a:pt x="2326440" y="5327"/>
                  </a:lnTo>
                  <a:lnTo>
                    <a:pt x="2327512" y="5143"/>
                  </a:lnTo>
                  <a:lnTo>
                    <a:pt x="2328584" y="4963"/>
                  </a:lnTo>
                  <a:lnTo>
                    <a:pt x="2329655" y="4786"/>
                  </a:lnTo>
                  <a:lnTo>
                    <a:pt x="2330727" y="4612"/>
                  </a:lnTo>
                  <a:lnTo>
                    <a:pt x="2331798" y="4441"/>
                  </a:lnTo>
                  <a:lnTo>
                    <a:pt x="2332870" y="4274"/>
                  </a:lnTo>
                  <a:lnTo>
                    <a:pt x="2333942" y="4111"/>
                  </a:lnTo>
                  <a:lnTo>
                    <a:pt x="2335013" y="3950"/>
                  </a:lnTo>
                  <a:lnTo>
                    <a:pt x="2336085" y="3793"/>
                  </a:lnTo>
                  <a:lnTo>
                    <a:pt x="2337156" y="3639"/>
                  </a:lnTo>
                  <a:lnTo>
                    <a:pt x="2338228" y="3488"/>
                  </a:lnTo>
                  <a:lnTo>
                    <a:pt x="2339300" y="3341"/>
                  </a:lnTo>
                  <a:lnTo>
                    <a:pt x="2340371" y="3197"/>
                  </a:lnTo>
                  <a:lnTo>
                    <a:pt x="2341443" y="3056"/>
                  </a:lnTo>
                  <a:lnTo>
                    <a:pt x="2342514" y="2919"/>
                  </a:lnTo>
                  <a:lnTo>
                    <a:pt x="2343586" y="2784"/>
                  </a:lnTo>
                  <a:lnTo>
                    <a:pt x="2344658" y="2653"/>
                  </a:lnTo>
                  <a:lnTo>
                    <a:pt x="2345729" y="2525"/>
                  </a:lnTo>
                  <a:lnTo>
                    <a:pt x="2346801" y="2401"/>
                  </a:lnTo>
                  <a:lnTo>
                    <a:pt x="2347872" y="2279"/>
                  </a:lnTo>
                  <a:lnTo>
                    <a:pt x="2348944" y="2161"/>
                  </a:lnTo>
                  <a:lnTo>
                    <a:pt x="2350016" y="2046"/>
                  </a:lnTo>
                  <a:lnTo>
                    <a:pt x="2351087" y="1935"/>
                  </a:lnTo>
                  <a:lnTo>
                    <a:pt x="2352159" y="1826"/>
                  </a:lnTo>
                  <a:lnTo>
                    <a:pt x="2353230" y="1721"/>
                  </a:lnTo>
                  <a:lnTo>
                    <a:pt x="2354302" y="1619"/>
                  </a:lnTo>
                  <a:lnTo>
                    <a:pt x="2355374" y="1520"/>
                  </a:lnTo>
                  <a:lnTo>
                    <a:pt x="2356445" y="1424"/>
                  </a:lnTo>
                  <a:lnTo>
                    <a:pt x="2357517" y="1331"/>
                  </a:lnTo>
                  <a:lnTo>
                    <a:pt x="2358588" y="1242"/>
                  </a:lnTo>
                  <a:lnTo>
                    <a:pt x="2359660" y="1156"/>
                  </a:lnTo>
                  <a:lnTo>
                    <a:pt x="2360732" y="1073"/>
                  </a:lnTo>
                  <a:lnTo>
                    <a:pt x="2361803" y="993"/>
                  </a:lnTo>
                  <a:lnTo>
                    <a:pt x="2362875" y="916"/>
                  </a:lnTo>
                  <a:lnTo>
                    <a:pt x="2363946" y="842"/>
                  </a:lnTo>
                  <a:lnTo>
                    <a:pt x="2365018" y="772"/>
                  </a:lnTo>
                  <a:lnTo>
                    <a:pt x="2366090" y="704"/>
                  </a:lnTo>
                  <a:lnTo>
                    <a:pt x="2367161" y="640"/>
                  </a:lnTo>
                  <a:lnTo>
                    <a:pt x="2368233" y="579"/>
                  </a:lnTo>
                  <a:lnTo>
                    <a:pt x="2369304" y="521"/>
                  </a:lnTo>
                  <a:lnTo>
                    <a:pt x="2370376" y="466"/>
                  </a:lnTo>
                  <a:lnTo>
                    <a:pt x="2371448" y="414"/>
                  </a:lnTo>
                  <a:lnTo>
                    <a:pt x="2372519" y="365"/>
                  </a:lnTo>
                  <a:lnTo>
                    <a:pt x="2373591" y="320"/>
                  </a:lnTo>
                  <a:lnTo>
                    <a:pt x="2374662" y="277"/>
                  </a:lnTo>
                  <a:lnTo>
                    <a:pt x="2375734" y="237"/>
                  </a:lnTo>
                  <a:lnTo>
                    <a:pt x="2376806" y="201"/>
                  </a:lnTo>
                  <a:lnTo>
                    <a:pt x="2377877" y="168"/>
                  </a:lnTo>
                  <a:lnTo>
                    <a:pt x="2378949" y="137"/>
                  </a:lnTo>
                  <a:lnTo>
                    <a:pt x="2380020" y="110"/>
                  </a:lnTo>
                  <a:lnTo>
                    <a:pt x="2381092" y="85"/>
                  </a:lnTo>
                  <a:lnTo>
                    <a:pt x="2382164" y="64"/>
                  </a:lnTo>
                  <a:lnTo>
                    <a:pt x="2383235" y="46"/>
                  </a:lnTo>
                  <a:lnTo>
                    <a:pt x="2384307" y="31"/>
                  </a:lnTo>
                  <a:lnTo>
                    <a:pt x="2385378" y="18"/>
                  </a:lnTo>
                  <a:lnTo>
                    <a:pt x="2386450" y="9"/>
                  </a:lnTo>
                  <a:lnTo>
                    <a:pt x="2387522" y="3"/>
                  </a:lnTo>
                  <a:lnTo>
                    <a:pt x="2388593" y="0"/>
                  </a:lnTo>
                  <a:lnTo>
                    <a:pt x="2389665" y="0"/>
                  </a:lnTo>
                  <a:lnTo>
                    <a:pt x="2390736" y="2"/>
                  </a:lnTo>
                  <a:lnTo>
                    <a:pt x="2391808" y="8"/>
                  </a:lnTo>
                  <a:lnTo>
                    <a:pt x="2392880" y="17"/>
                  </a:lnTo>
                  <a:lnTo>
                    <a:pt x="2393951" y="28"/>
                  </a:lnTo>
                  <a:lnTo>
                    <a:pt x="2395023" y="43"/>
                  </a:lnTo>
                  <a:lnTo>
                    <a:pt x="2396094" y="60"/>
                  </a:lnTo>
                  <a:lnTo>
                    <a:pt x="2397166" y="81"/>
                  </a:lnTo>
                  <a:lnTo>
                    <a:pt x="2398238" y="104"/>
                  </a:lnTo>
                  <a:lnTo>
                    <a:pt x="2399309" y="130"/>
                  </a:lnTo>
                  <a:lnTo>
                    <a:pt x="2400381" y="160"/>
                  </a:lnTo>
                  <a:lnTo>
                    <a:pt x="2401452" y="192"/>
                  </a:lnTo>
                  <a:lnTo>
                    <a:pt x="2402524" y="227"/>
                  </a:lnTo>
                  <a:lnTo>
                    <a:pt x="2403596" y="265"/>
                  </a:lnTo>
                  <a:lnTo>
                    <a:pt x="2404667" y="305"/>
                  </a:lnTo>
                  <a:lnTo>
                    <a:pt x="2405739" y="349"/>
                  </a:lnTo>
                  <a:lnTo>
                    <a:pt x="2406810" y="396"/>
                  </a:lnTo>
                  <a:lnTo>
                    <a:pt x="2407882" y="445"/>
                  </a:lnTo>
                  <a:lnTo>
                    <a:pt x="2408954" y="497"/>
                  </a:lnTo>
                  <a:lnTo>
                    <a:pt x="2410025" y="552"/>
                  </a:lnTo>
                  <a:lnTo>
                    <a:pt x="2411097" y="610"/>
                  </a:lnTo>
                  <a:lnTo>
                    <a:pt x="2412168" y="671"/>
                  </a:lnTo>
                  <a:lnTo>
                    <a:pt x="2413240" y="735"/>
                  </a:lnTo>
                  <a:lnTo>
                    <a:pt x="2414312" y="801"/>
                  </a:lnTo>
                  <a:lnTo>
                    <a:pt x="2415383" y="871"/>
                  </a:lnTo>
                  <a:lnTo>
                    <a:pt x="2416455" y="943"/>
                  </a:lnTo>
                  <a:lnTo>
                    <a:pt x="2417526" y="1018"/>
                  </a:lnTo>
                  <a:lnTo>
                    <a:pt x="2418598" y="1096"/>
                  </a:lnTo>
                  <a:lnTo>
                    <a:pt x="2419670" y="1176"/>
                  </a:lnTo>
                  <a:lnTo>
                    <a:pt x="2420741" y="1259"/>
                  </a:lnTo>
                  <a:lnTo>
                    <a:pt x="2421813" y="1345"/>
                  </a:lnTo>
                  <a:lnTo>
                    <a:pt x="2422884" y="1434"/>
                  </a:lnTo>
                  <a:lnTo>
                    <a:pt x="2423956" y="1526"/>
                  </a:lnTo>
                  <a:lnTo>
                    <a:pt x="2425028" y="1620"/>
                  </a:lnTo>
                  <a:lnTo>
                    <a:pt x="2426099" y="1717"/>
                  </a:lnTo>
                  <a:lnTo>
                    <a:pt x="2427171" y="1817"/>
                  </a:lnTo>
                  <a:lnTo>
                    <a:pt x="2428242" y="1920"/>
                  </a:lnTo>
                  <a:lnTo>
                    <a:pt x="2429314" y="2025"/>
                  </a:lnTo>
                  <a:lnTo>
                    <a:pt x="2430386" y="2133"/>
                  </a:lnTo>
                  <a:lnTo>
                    <a:pt x="2431457" y="2244"/>
                  </a:lnTo>
                  <a:lnTo>
                    <a:pt x="2432529" y="2358"/>
                  </a:lnTo>
                  <a:lnTo>
                    <a:pt x="2433600" y="2474"/>
                  </a:lnTo>
                  <a:lnTo>
                    <a:pt x="2434672" y="2593"/>
                  </a:lnTo>
                  <a:lnTo>
                    <a:pt x="2435744" y="2714"/>
                  </a:lnTo>
                  <a:lnTo>
                    <a:pt x="2436815" y="2838"/>
                  </a:lnTo>
                  <a:lnTo>
                    <a:pt x="2437887" y="2965"/>
                  </a:lnTo>
                  <a:lnTo>
                    <a:pt x="2438958" y="3095"/>
                  </a:lnTo>
                  <a:lnTo>
                    <a:pt x="2440030" y="3227"/>
                  </a:lnTo>
                  <a:lnTo>
                    <a:pt x="2441102" y="3362"/>
                  </a:lnTo>
                  <a:lnTo>
                    <a:pt x="2442173" y="3499"/>
                  </a:lnTo>
                  <a:lnTo>
                    <a:pt x="2443245" y="3640"/>
                  </a:lnTo>
                  <a:lnTo>
                    <a:pt x="2444316" y="3782"/>
                  </a:lnTo>
                  <a:lnTo>
                    <a:pt x="2445388" y="3928"/>
                  </a:lnTo>
                  <a:lnTo>
                    <a:pt x="2446460" y="4076"/>
                  </a:lnTo>
                  <a:lnTo>
                    <a:pt x="2447531" y="4226"/>
                  </a:lnTo>
                  <a:lnTo>
                    <a:pt x="2448603" y="4380"/>
                  </a:lnTo>
                  <a:lnTo>
                    <a:pt x="2449674" y="4535"/>
                  </a:lnTo>
                  <a:lnTo>
                    <a:pt x="2450746" y="4694"/>
                  </a:lnTo>
                  <a:lnTo>
                    <a:pt x="2451818" y="4855"/>
                  </a:lnTo>
                  <a:lnTo>
                    <a:pt x="2452889" y="5018"/>
                  </a:lnTo>
                  <a:lnTo>
                    <a:pt x="2453961" y="5184"/>
                  </a:lnTo>
                  <a:lnTo>
                    <a:pt x="2455032" y="5353"/>
                  </a:lnTo>
                  <a:lnTo>
                    <a:pt x="2456104" y="5524"/>
                  </a:lnTo>
                  <a:lnTo>
                    <a:pt x="2457176" y="5698"/>
                  </a:lnTo>
                  <a:lnTo>
                    <a:pt x="2458247" y="5874"/>
                  </a:lnTo>
                  <a:lnTo>
                    <a:pt x="2459319" y="6053"/>
                  </a:lnTo>
                  <a:lnTo>
                    <a:pt x="2460390" y="6234"/>
                  </a:lnTo>
                  <a:lnTo>
                    <a:pt x="2461462" y="6418"/>
                  </a:lnTo>
                  <a:lnTo>
                    <a:pt x="2462534" y="6604"/>
                  </a:lnTo>
                  <a:lnTo>
                    <a:pt x="2463605" y="6793"/>
                  </a:lnTo>
                  <a:lnTo>
                    <a:pt x="2464677" y="6984"/>
                  </a:lnTo>
                  <a:lnTo>
                    <a:pt x="2465748" y="7178"/>
                  </a:lnTo>
                  <a:lnTo>
                    <a:pt x="2466820" y="7374"/>
                  </a:lnTo>
                  <a:lnTo>
                    <a:pt x="2467892" y="7573"/>
                  </a:lnTo>
                  <a:lnTo>
                    <a:pt x="2468963" y="7774"/>
                  </a:lnTo>
                  <a:lnTo>
                    <a:pt x="2470035" y="7978"/>
                  </a:lnTo>
                  <a:lnTo>
                    <a:pt x="2471106" y="8184"/>
                  </a:lnTo>
                  <a:lnTo>
                    <a:pt x="2472178" y="8392"/>
                  </a:lnTo>
                  <a:lnTo>
                    <a:pt x="2473250" y="8603"/>
                  </a:lnTo>
                  <a:lnTo>
                    <a:pt x="2474321" y="8816"/>
                  </a:lnTo>
                  <a:lnTo>
                    <a:pt x="2475393" y="9032"/>
                  </a:lnTo>
                  <a:lnTo>
                    <a:pt x="2476464" y="9250"/>
                  </a:lnTo>
                  <a:lnTo>
                    <a:pt x="2477536" y="9471"/>
                  </a:lnTo>
                  <a:lnTo>
                    <a:pt x="2478608" y="9694"/>
                  </a:lnTo>
                  <a:lnTo>
                    <a:pt x="2479679" y="9919"/>
                  </a:lnTo>
                  <a:lnTo>
                    <a:pt x="2480751" y="10147"/>
                  </a:lnTo>
                  <a:lnTo>
                    <a:pt x="2481822" y="10377"/>
                  </a:lnTo>
                  <a:lnTo>
                    <a:pt x="2482894" y="10609"/>
                  </a:lnTo>
                  <a:lnTo>
                    <a:pt x="2483966" y="10844"/>
                  </a:lnTo>
                  <a:lnTo>
                    <a:pt x="2485037" y="11081"/>
                  </a:lnTo>
                  <a:lnTo>
                    <a:pt x="2486109" y="11320"/>
                  </a:lnTo>
                  <a:lnTo>
                    <a:pt x="2487180" y="11562"/>
                  </a:lnTo>
                  <a:lnTo>
                    <a:pt x="2488252" y="11806"/>
                  </a:lnTo>
                  <a:lnTo>
                    <a:pt x="2489323" y="12052"/>
                  </a:lnTo>
                  <a:lnTo>
                    <a:pt x="2490395" y="12301"/>
                  </a:lnTo>
                  <a:lnTo>
                    <a:pt x="2491467" y="12552"/>
                  </a:lnTo>
                  <a:lnTo>
                    <a:pt x="2492538" y="12805"/>
                  </a:lnTo>
                  <a:lnTo>
                    <a:pt x="2493610" y="13061"/>
                  </a:lnTo>
                  <a:lnTo>
                    <a:pt x="2494681" y="13319"/>
                  </a:lnTo>
                  <a:lnTo>
                    <a:pt x="2495753" y="13579"/>
                  </a:lnTo>
                  <a:lnTo>
                    <a:pt x="2496825" y="13841"/>
                  </a:lnTo>
                  <a:lnTo>
                    <a:pt x="2497896" y="14106"/>
                  </a:lnTo>
                  <a:lnTo>
                    <a:pt x="2498968" y="14372"/>
                  </a:lnTo>
                  <a:lnTo>
                    <a:pt x="2500039" y="14641"/>
                  </a:lnTo>
                  <a:lnTo>
                    <a:pt x="2501111" y="14913"/>
                  </a:lnTo>
                  <a:lnTo>
                    <a:pt x="2502183" y="15186"/>
                  </a:lnTo>
                  <a:lnTo>
                    <a:pt x="2503254" y="15462"/>
                  </a:lnTo>
                  <a:lnTo>
                    <a:pt x="2504326" y="15740"/>
                  </a:lnTo>
                  <a:lnTo>
                    <a:pt x="2505397" y="16020"/>
                  </a:lnTo>
                  <a:lnTo>
                    <a:pt x="2506469" y="16302"/>
                  </a:lnTo>
                  <a:lnTo>
                    <a:pt x="2507541" y="16587"/>
                  </a:lnTo>
                  <a:lnTo>
                    <a:pt x="2508612" y="16873"/>
                  </a:lnTo>
                  <a:lnTo>
                    <a:pt x="2509684" y="17162"/>
                  </a:lnTo>
                  <a:lnTo>
                    <a:pt x="2510755" y="17453"/>
                  </a:lnTo>
                  <a:lnTo>
                    <a:pt x="2511827" y="17746"/>
                  </a:lnTo>
                  <a:lnTo>
                    <a:pt x="2512899" y="18042"/>
                  </a:lnTo>
                  <a:lnTo>
                    <a:pt x="2513970" y="18339"/>
                  </a:lnTo>
                  <a:lnTo>
                    <a:pt x="2515042" y="18639"/>
                  </a:lnTo>
                  <a:lnTo>
                    <a:pt x="2516113" y="18940"/>
                  </a:lnTo>
                  <a:lnTo>
                    <a:pt x="2517185" y="19244"/>
                  </a:lnTo>
                  <a:lnTo>
                    <a:pt x="2518257" y="19550"/>
                  </a:lnTo>
                  <a:lnTo>
                    <a:pt x="2519328" y="19858"/>
                  </a:lnTo>
                  <a:lnTo>
                    <a:pt x="2520400" y="20168"/>
                  </a:lnTo>
                  <a:lnTo>
                    <a:pt x="2521471" y="20480"/>
                  </a:lnTo>
                  <a:lnTo>
                    <a:pt x="2522543" y="20794"/>
                  </a:lnTo>
                  <a:lnTo>
                    <a:pt x="2523615" y="21110"/>
                  </a:lnTo>
                  <a:lnTo>
                    <a:pt x="2524686" y="21429"/>
                  </a:lnTo>
                  <a:lnTo>
                    <a:pt x="2525758" y="21749"/>
                  </a:lnTo>
                  <a:lnTo>
                    <a:pt x="2526829" y="22071"/>
                  </a:lnTo>
                  <a:lnTo>
                    <a:pt x="2527901" y="22396"/>
                  </a:lnTo>
                  <a:lnTo>
                    <a:pt x="2528973" y="22722"/>
                  </a:lnTo>
                  <a:lnTo>
                    <a:pt x="2530044" y="23051"/>
                  </a:lnTo>
                  <a:lnTo>
                    <a:pt x="2531116" y="23381"/>
                  </a:lnTo>
                  <a:lnTo>
                    <a:pt x="2532187" y="23714"/>
                  </a:lnTo>
                  <a:lnTo>
                    <a:pt x="2533259" y="24048"/>
                  </a:lnTo>
                  <a:lnTo>
                    <a:pt x="2534331" y="24385"/>
                  </a:lnTo>
                  <a:lnTo>
                    <a:pt x="2535402" y="24723"/>
                  </a:lnTo>
                  <a:lnTo>
                    <a:pt x="2536474" y="25063"/>
                  </a:lnTo>
                  <a:lnTo>
                    <a:pt x="2537545" y="25406"/>
                  </a:lnTo>
                  <a:lnTo>
                    <a:pt x="2538617" y="25750"/>
                  </a:lnTo>
                  <a:lnTo>
                    <a:pt x="2539689" y="26096"/>
                  </a:lnTo>
                  <a:lnTo>
                    <a:pt x="2540760" y="26445"/>
                  </a:lnTo>
                  <a:lnTo>
                    <a:pt x="2541832" y="26795"/>
                  </a:lnTo>
                  <a:lnTo>
                    <a:pt x="2542903" y="27147"/>
                  </a:lnTo>
                  <a:lnTo>
                    <a:pt x="2543975" y="27501"/>
                  </a:lnTo>
                  <a:lnTo>
                    <a:pt x="2545047" y="27857"/>
                  </a:lnTo>
                  <a:lnTo>
                    <a:pt x="2546118" y="28214"/>
                  </a:lnTo>
                  <a:lnTo>
                    <a:pt x="2547190" y="28574"/>
                  </a:lnTo>
                  <a:lnTo>
                    <a:pt x="2548261" y="28935"/>
                  </a:lnTo>
                  <a:lnTo>
                    <a:pt x="2549333" y="29299"/>
                  </a:lnTo>
                  <a:lnTo>
                    <a:pt x="2550405" y="29664"/>
                  </a:lnTo>
                  <a:lnTo>
                    <a:pt x="2551476" y="30031"/>
                  </a:lnTo>
                  <a:lnTo>
                    <a:pt x="2552548" y="30400"/>
                  </a:lnTo>
                  <a:lnTo>
                    <a:pt x="2553619" y="30771"/>
                  </a:lnTo>
                  <a:lnTo>
                    <a:pt x="2554691" y="31144"/>
                  </a:lnTo>
                  <a:lnTo>
                    <a:pt x="2555763" y="31518"/>
                  </a:lnTo>
                  <a:lnTo>
                    <a:pt x="2556834" y="31895"/>
                  </a:lnTo>
                  <a:lnTo>
                    <a:pt x="2557906" y="32273"/>
                  </a:lnTo>
                  <a:lnTo>
                    <a:pt x="2558977" y="32653"/>
                  </a:lnTo>
                  <a:lnTo>
                    <a:pt x="2560049" y="33034"/>
                  </a:lnTo>
                  <a:lnTo>
                    <a:pt x="2561121" y="33418"/>
                  </a:lnTo>
                  <a:lnTo>
                    <a:pt x="2562192" y="33803"/>
                  </a:lnTo>
                  <a:lnTo>
                    <a:pt x="2563264" y="34190"/>
                  </a:lnTo>
                  <a:lnTo>
                    <a:pt x="2564335" y="34579"/>
                  </a:lnTo>
                  <a:lnTo>
                    <a:pt x="2565407" y="34970"/>
                  </a:lnTo>
                  <a:lnTo>
                    <a:pt x="2566479" y="35362"/>
                  </a:lnTo>
                  <a:lnTo>
                    <a:pt x="2567550" y="35756"/>
                  </a:lnTo>
                  <a:lnTo>
                    <a:pt x="2568622" y="36152"/>
                  </a:lnTo>
                  <a:lnTo>
                    <a:pt x="2569693" y="36549"/>
                  </a:lnTo>
                  <a:lnTo>
                    <a:pt x="2570765" y="36949"/>
                  </a:lnTo>
                  <a:lnTo>
                    <a:pt x="2571837" y="37349"/>
                  </a:lnTo>
                  <a:lnTo>
                    <a:pt x="2572908" y="37752"/>
                  </a:lnTo>
                  <a:lnTo>
                    <a:pt x="2573980" y="38156"/>
                  </a:lnTo>
                  <a:lnTo>
                    <a:pt x="2575051" y="38563"/>
                  </a:lnTo>
                  <a:lnTo>
                    <a:pt x="2576123" y="38970"/>
                  </a:lnTo>
                  <a:lnTo>
                    <a:pt x="2577195" y="39380"/>
                  </a:lnTo>
                  <a:lnTo>
                    <a:pt x="2578266" y="39791"/>
                  </a:lnTo>
                  <a:lnTo>
                    <a:pt x="2579338" y="40203"/>
                  </a:lnTo>
                  <a:lnTo>
                    <a:pt x="2580409" y="40618"/>
                  </a:lnTo>
                  <a:lnTo>
                    <a:pt x="2581481" y="41034"/>
                  </a:lnTo>
                  <a:lnTo>
                    <a:pt x="2582553" y="41451"/>
                  </a:lnTo>
                  <a:lnTo>
                    <a:pt x="2583624" y="41870"/>
                  </a:lnTo>
                  <a:lnTo>
                    <a:pt x="2584696" y="42291"/>
                  </a:lnTo>
                  <a:lnTo>
                    <a:pt x="2585767" y="42714"/>
                  </a:lnTo>
                  <a:lnTo>
                    <a:pt x="2586839" y="43138"/>
                  </a:lnTo>
                  <a:lnTo>
                    <a:pt x="2587911" y="43563"/>
                  </a:lnTo>
                  <a:lnTo>
                    <a:pt x="2588982" y="43991"/>
                  </a:lnTo>
                  <a:lnTo>
                    <a:pt x="2590054" y="44419"/>
                  </a:lnTo>
                  <a:lnTo>
                    <a:pt x="2591125" y="44850"/>
                  </a:lnTo>
                  <a:lnTo>
                    <a:pt x="2592197" y="45282"/>
                  </a:lnTo>
                  <a:lnTo>
                    <a:pt x="2593269" y="45715"/>
                  </a:lnTo>
                  <a:lnTo>
                    <a:pt x="2594340" y="46150"/>
                  </a:lnTo>
                  <a:lnTo>
                    <a:pt x="2595412" y="46587"/>
                  </a:lnTo>
                  <a:lnTo>
                    <a:pt x="2596483" y="47025"/>
                  </a:lnTo>
                  <a:lnTo>
                    <a:pt x="2597555" y="47464"/>
                  </a:lnTo>
                  <a:lnTo>
                    <a:pt x="2598627" y="47905"/>
                  </a:lnTo>
                  <a:lnTo>
                    <a:pt x="2599698" y="48348"/>
                  </a:lnTo>
                  <a:lnTo>
                    <a:pt x="2600770" y="48792"/>
                  </a:lnTo>
                  <a:lnTo>
                    <a:pt x="2601841" y="49238"/>
                  </a:lnTo>
                  <a:lnTo>
                    <a:pt x="2602913" y="49685"/>
                  </a:lnTo>
                  <a:lnTo>
                    <a:pt x="2603985" y="50133"/>
                  </a:lnTo>
                  <a:lnTo>
                    <a:pt x="2605056" y="50583"/>
                  </a:lnTo>
                  <a:lnTo>
                    <a:pt x="2606128" y="51035"/>
                  </a:lnTo>
                  <a:lnTo>
                    <a:pt x="2607199" y="51488"/>
                  </a:lnTo>
                  <a:lnTo>
                    <a:pt x="2608271" y="51942"/>
                  </a:lnTo>
                  <a:lnTo>
                    <a:pt x="2609343" y="52398"/>
                  </a:lnTo>
                  <a:lnTo>
                    <a:pt x="2610414" y="52855"/>
                  </a:lnTo>
                  <a:lnTo>
                    <a:pt x="2611486" y="53314"/>
                  </a:lnTo>
                  <a:lnTo>
                    <a:pt x="2612557" y="53774"/>
                  </a:lnTo>
                  <a:lnTo>
                    <a:pt x="2613629" y="54235"/>
                  </a:lnTo>
                  <a:lnTo>
                    <a:pt x="2614701" y="54698"/>
                  </a:lnTo>
                  <a:lnTo>
                    <a:pt x="2615772" y="55162"/>
                  </a:lnTo>
                  <a:lnTo>
                    <a:pt x="2616844" y="55628"/>
                  </a:lnTo>
                  <a:lnTo>
                    <a:pt x="2617915" y="56095"/>
                  </a:lnTo>
                  <a:lnTo>
                    <a:pt x="2618987" y="56563"/>
                  </a:lnTo>
                  <a:lnTo>
                    <a:pt x="2620059" y="57033"/>
                  </a:lnTo>
                  <a:lnTo>
                    <a:pt x="2621130" y="57504"/>
                  </a:lnTo>
                  <a:lnTo>
                    <a:pt x="2622202" y="57976"/>
                  </a:lnTo>
                  <a:lnTo>
                    <a:pt x="2623273" y="58450"/>
                  </a:lnTo>
                  <a:lnTo>
                    <a:pt x="2624345" y="58925"/>
                  </a:lnTo>
                  <a:lnTo>
                    <a:pt x="2625417" y="59401"/>
                  </a:lnTo>
                  <a:lnTo>
                    <a:pt x="2626488" y="59879"/>
                  </a:lnTo>
                  <a:lnTo>
                    <a:pt x="2627560" y="60358"/>
                  </a:lnTo>
                  <a:lnTo>
                    <a:pt x="2628631" y="60838"/>
                  </a:lnTo>
                  <a:lnTo>
                    <a:pt x="2629703" y="61320"/>
                  </a:lnTo>
                  <a:lnTo>
                    <a:pt x="2630775" y="61802"/>
                  </a:lnTo>
                  <a:lnTo>
                    <a:pt x="2631846" y="62287"/>
                  </a:lnTo>
                  <a:lnTo>
                    <a:pt x="2632918" y="62772"/>
                  </a:lnTo>
                  <a:lnTo>
                    <a:pt x="2633989" y="63258"/>
                  </a:lnTo>
                  <a:lnTo>
                    <a:pt x="2635061" y="63746"/>
                  </a:lnTo>
                  <a:lnTo>
                    <a:pt x="2636133" y="64235"/>
                  </a:lnTo>
                  <a:lnTo>
                    <a:pt x="2637204" y="64726"/>
                  </a:lnTo>
                  <a:lnTo>
                    <a:pt x="2638276" y="65217"/>
                  </a:lnTo>
                  <a:lnTo>
                    <a:pt x="2639347" y="65710"/>
                  </a:lnTo>
                  <a:lnTo>
                    <a:pt x="2640419" y="66204"/>
                  </a:lnTo>
                  <a:lnTo>
                    <a:pt x="2641491" y="66699"/>
                  </a:lnTo>
                  <a:lnTo>
                    <a:pt x="2642562" y="67195"/>
                  </a:lnTo>
                  <a:lnTo>
                    <a:pt x="2643634" y="67693"/>
                  </a:lnTo>
                  <a:lnTo>
                    <a:pt x="2644705" y="68192"/>
                  </a:lnTo>
                  <a:lnTo>
                    <a:pt x="2645777" y="68692"/>
                  </a:lnTo>
                  <a:lnTo>
                    <a:pt x="2646849" y="69193"/>
                  </a:lnTo>
                  <a:lnTo>
                    <a:pt x="2647920" y="69695"/>
                  </a:lnTo>
                  <a:lnTo>
                    <a:pt x="2648992" y="70198"/>
                  </a:lnTo>
                  <a:lnTo>
                    <a:pt x="2650063" y="70703"/>
                  </a:lnTo>
                  <a:lnTo>
                    <a:pt x="2651135" y="71208"/>
                  </a:lnTo>
                  <a:lnTo>
                    <a:pt x="2652207" y="71715"/>
                  </a:lnTo>
                  <a:lnTo>
                    <a:pt x="2653278" y="72223"/>
                  </a:lnTo>
                  <a:lnTo>
                    <a:pt x="2654350" y="72732"/>
                  </a:lnTo>
                  <a:lnTo>
                    <a:pt x="2655421" y="73242"/>
                  </a:lnTo>
                  <a:lnTo>
                    <a:pt x="2656493" y="73753"/>
                  </a:lnTo>
                  <a:lnTo>
                    <a:pt x="2657565" y="74265"/>
                  </a:lnTo>
                  <a:lnTo>
                    <a:pt x="2658636" y="74779"/>
                  </a:lnTo>
                  <a:lnTo>
                    <a:pt x="2659708" y="75293"/>
                  </a:lnTo>
                  <a:lnTo>
                    <a:pt x="2660779" y="75808"/>
                  </a:lnTo>
                  <a:lnTo>
                    <a:pt x="2661851" y="76325"/>
                  </a:lnTo>
                  <a:lnTo>
                    <a:pt x="2662922" y="76842"/>
                  </a:lnTo>
                  <a:lnTo>
                    <a:pt x="2663994" y="77361"/>
                  </a:lnTo>
                  <a:lnTo>
                    <a:pt x="2665066" y="77881"/>
                  </a:lnTo>
                  <a:lnTo>
                    <a:pt x="2666137" y="78401"/>
                  </a:lnTo>
                  <a:lnTo>
                    <a:pt x="2667209" y="78923"/>
                  </a:lnTo>
                  <a:lnTo>
                    <a:pt x="2668280" y="79446"/>
                  </a:lnTo>
                  <a:lnTo>
                    <a:pt x="2669352" y="79969"/>
                  </a:lnTo>
                  <a:lnTo>
                    <a:pt x="2670424" y="80494"/>
                  </a:lnTo>
                  <a:lnTo>
                    <a:pt x="2671495" y="81020"/>
                  </a:lnTo>
                  <a:lnTo>
                    <a:pt x="2672567" y="81546"/>
                  </a:lnTo>
                  <a:lnTo>
                    <a:pt x="2673638" y="82074"/>
                  </a:lnTo>
                  <a:lnTo>
                    <a:pt x="2674710" y="82602"/>
                  </a:lnTo>
                  <a:lnTo>
                    <a:pt x="2675782" y="83132"/>
                  </a:lnTo>
                  <a:lnTo>
                    <a:pt x="2676853" y="83663"/>
                  </a:lnTo>
                  <a:lnTo>
                    <a:pt x="2677925" y="84194"/>
                  </a:lnTo>
                  <a:lnTo>
                    <a:pt x="2678996" y="84726"/>
                  </a:lnTo>
                  <a:lnTo>
                    <a:pt x="2680068" y="85260"/>
                  </a:lnTo>
                  <a:lnTo>
                    <a:pt x="2681140" y="85794"/>
                  </a:lnTo>
                  <a:lnTo>
                    <a:pt x="2682211" y="86329"/>
                  </a:lnTo>
                  <a:lnTo>
                    <a:pt x="2683283" y="86865"/>
                  </a:lnTo>
                  <a:lnTo>
                    <a:pt x="2684354" y="87402"/>
                  </a:lnTo>
                  <a:lnTo>
                    <a:pt x="2685426" y="87940"/>
                  </a:lnTo>
                  <a:lnTo>
                    <a:pt x="2686498" y="88478"/>
                  </a:lnTo>
                  <a:lnTo>
                    <a:pt x="2687569" y="89018"/>
                  </a:lnTo>
                  <a:lnTo>
                    <a:pt x="2688641" y="89558"/>
                  </a:lnTo>
                  <a:lnTo>
                    <a:pt x="2689712" y="90100"/>
                  </a:lnTo>
                  <a:lnTo>
                    <a:pt x="2690784" y="90642"/>
                  </a:lnTo>
                  <a:lnTo>
                    <a:pt x="2691856" y="91185"/>
                  </a:lnTo>
                  <a:lnTo>
                    <a:pt x="2692927" y="91729"/>
                  </a:lnTo>
                  <a:lnTo>
                    <a:pt x="2693999" y="92273"/>
                  </a:lnTo>
                  <a:lnTo>
                    <a:pt x="2695070" y="92819"/>
                  </a:lnTo>
                  <a:lnTo>
                    <a:pt x="2696142" y="93365"/>
                  </a:lnTo>
                  <a:lnTo>
                    <a:pt x="2697214" y="93912"/>
                  </a:lnTo>
                  <a:lnTo>
                    <a:pt x="2698285" y="94460"/>
                  </a:lnTo>
                  <a:lnTo>
                    <a:pt x="2699357" y="95009"/>
                  </a:lnTo>
                  <a:lnTo>
                    <a:pt x="2700428" y="95558"/>
                  </a:lnTo>
                  <a:lnTo>
                    <a:pt x="2701500" y="96109"/>
                  </a:lnTo>
                  <a:lnTo>
                    <a:pt x="2702572" y="96660"/>
                  </a:lnTo>
                  <a:lnTo>
                    <a:pt x="2703643" y="97212"/>
                  </a:lnTo>
                  <a:lnTo>
                    <a:pt x="2704715" y="97764"/>
                  </a:lnTo>
                  <a:lnTo>
                    <a:pt x="2705786" y="98317"/>
                  </a:lnTo>
                  <a:lnTo>
                    <a:pt x="2706858" y="98872"/>
                  </a:lnTo>
                  <a:lnTo>
                    <a:pt x="2707930" y="99426"/>
                  </a:lnTo>
                  <a:lnTo>
                    <a:pt x="2709001" y="99982"/>
                  </a:lnTo>
                  <a:lnTo>
                    <a:pt x="2710073" y="100538"/>
                  </a:lnTo>
                  <a:lnTo>
                    <a:pt x="2711144" y="101095"/>
                  </a:lnTo>
                  <a:lnTo>
                    <a:pt x="2712216" y="101653"/>
                  </a:lnTo>
                  <a:lnTo>
                    <a:pt x="2713288" y="102211"/>
                  </a:lnTo>
                  <a:lnTo>
                    <a:pt x="2714359" y="102770"/>
                  </a:lnTo>
                  <a:lnTo>
                    <a:pt x="2715431" y="103330"/>
                  </a:lnTo>
                  <a:lnTo>
                    <a:pt x="2716502" y="103891"/>
                  </a:lnTo>
                  <a:lnTo>
                    <a:pt x="2717574" y="104452"/>
                  </a:lnTo>
                  <a:lnTo>
                    <a:pt x="2718646" y="105013"/>
                  </a:lnTo>
                  <a:lnTo>
                    <a:pt x="2719717" y="105576"/>
                  </a:lnTo>
                  <a:lnTo>
                    <a:pt x="2720789" y="106139"/>
                  </a:lnTo>
                  <a:lnTo>
                    <a:pt x="2721860" y="106703"/>
                  </a:lnTo>
                  <a:lnTo>
                    <a:pt x="2722932" y="107267"/>
                  </a:lnTo>
                  <a:lnTo>
                    <a:pt x="2724004" y="107832"/>
                  </a:lnTo>
                  <a:lnTo>
                    <a:pt x="2725075" y="108398"/>
                  </a:lnTo>
                  <a:lnTo>
                    <a:pt x="2726147" y="108964"/>
                  </a:lnTo>
                  <a:lnTo>
                    <a:pt x="2727218" y="109531"/>
                  </a:lnTo>
                  <a:lnTo>
                    <a:pt x="2728290" y="110098"/>
                  </a:lnTo>
                  <a:lnTo>
                    <a:pt x="2729362" y="110666"/>
                  </a:lnTo>
                  <a:lnTo>
                    <a:pt x="2730433" y="111235"/>
                  </a:lnTo>
                  <a:lnTo>
                    <a:pt x="2731505" y="111804"/>
                  </a:lnTo>
                  <a:lnTo>
                    <a:pt x="2732576" y="112374"/>
                  </a:lnTo>
                  <a:lnTo>
                    <a:pt x="2733648" y="112944"/>
                  </a:lnTo>
                  <a:lnTo>
                    <a:pt x="2734720" y="113515"/>
                  </a:lnTo>
                  <a:lnTo>
                    <a:pt x="2735791" y="114087"/>
                  </a:lnTo>
                  <a:lnTo>
                    <a:pt x="2736863" y="114659"/>
                  </a:lnTo>
                  <a:lnTo>
                    <a:pt x="2737934" y="115231"/>
                  </a:lnTo>
                  <a:lnTo>
                    <a:pt x="2739006" y="115804"/>
                  </a:lnTo>
                  <a:lnTo>
                    <a:pt x="2740078" y="116378"/>
                  </a:lnTo>
                  <a:lnTo>
                    <a:pt x="2741149" y="116952"/>
                  </a:lnTo>
                  <a:lnTo>
                    <a:pt x="2742221" y="117527"/>
                  </a:lnTo>
                  <a:lnTo>
                    <a:pt x="2743292" y="118102"/>
                  </a:lnTo>
                  <a:lnTo>
                    <a:pt x="2744364" y="118677"/>
                  </a:lnTo>
                  <a:lnTo>
                    <a:pt x="2745436" y="119253"/>
                  </a:lnTo>
                  <a:lnTo>
                    <a:pt x="2746507" y="119830"/>
                  </a:lnTo>
                  <a:lnTo>
                    <a:pt x="2747579" y="120407"/>
                  </a:lnTo>
                  <a:lnTo>
                    <a:pt x="2748650" y="120985"/>
                  </a:lnTo>
                  <a:lnTo>
                    <a:pt x="2749722" y="121563"/>
                  </a:lnTo>
                  <a:lnTo>
                    <a:pt x="2750794" y="122141"/>
                  </a:lnTo>
                  <a:lnTo>
                    <a:pt x="2751865" y="122720"/>
                  </a:lnTo>
                  <a:lnTo>
                    <a:pt x="2752937" y="123299"/>
                  </a:lnTo>
                  <a:lnTo>
                    <a:pt x="2754008" y="123879"/>
                  </a:lnTo>
                  <a:lnTo>
                    <a:pt x="2755080" y="124459"/>
                  </a:lnTo>
                  <a:lnTo>
                    <a:pt x="2756152" y="125040"/>
                  </a:lnTo>
                  <a:lnTo>
                    <a:pt x="2757223" y="125621"/>
                  </a:lnTo>
                  <a:lnTo>
                    <a:pt x="2758295" y="126203"/>
                  </a:lnTo>
                  <a:lnTo>
                    <a:pt x="2759366" y="126785"/>
                  </a:lnTo>
                  <a:lnTo>
                    <a:pt x="2760438" y="127367"/>
                  </a:lnTo>
                  <a:lnTo>
                    <a:pt x="2761510" y="127949"/>
                  </a:lnTo>
                  <a:lnTo>
                    <a:pt x="2762581" y="128532"/>
                  </a:lnTo>
                  <a:lnTo>
                    <a:pt x="2763653" y="129116"/>
                  </a:lnTo>
                  <a:lnTo>
                    <a:pt x="2764724" y="129700"/>
                  </a:lnTo>
                  <a:lnTo>
                    <a:pt x="2765796" y="130284"/>
                  </a:lnTo>
                  <a:lnTo>
                    <a:pt x="2766868" y="130868"/>
                  </a:lnTo>
                  <a:lnTo>
                    <a:pt x="2767939" y="131453"/>
                  </a:lnTo>
                  <a:lnTo>
                    <a:pt x="2769011" y="132038"/>
                  </a:lnTo>
                  <a:lnTo>
                    <a:pt x="2770082" y="132624"/>
                  </a:lnTo>
                  <a:lnTo>
                    <a:pt x="2771154" y="133210"/>
                  </a:lnTo>
                  <a:lnTo>
                    <a:pt x="2772226" y="133796"/>
                  </a:lnTo>
                  <a:lnTo>
                    <a:pt x="2773297" y="134382"/>
                  </a:lnTo>
                  <a:lnTo>
                    <a:pt x="2774369" y="134969"/>
                  </a:lnTo>
                  <a:lnTo>
                    <a:pt x="2775440" y="135556"/>
                  </a:lnTo>
                  <a:lnTo>
                    <a:pt x="2776512" y="136144"/>
                  </a:lnTo>
                  <a:lnTo>
                    <a:pt x="2777584" y="136732"/>
                  </a:lnTo>
                  <a:lnTo>
                    <a:pt x="2778655" y="137319"/>
                  </a:lnTo>
                  <a:lnTo>
                    <a:pt x="2779727" y="137908"/>
                  </a:lnTo>
                  <a:lnTo>
                    <a:pt x="2780798" y="138496"/>
                  </a:lnTo>
                  <a:lnTo>
                    <a:pt x="2781870" y="139085"/>
                  </a:lnTo>
                  <a:lnTo>
                    <a:pt x="2782942" y="139674"/>
                  </a:lnTo>
                  <a:lnTo>
                    <a:pt x="2784013" y="140263"/>
                  </a:lnTo>
                  <a:lnTo>
                    <a:pt x="2785085" y="140853"/>
                  </a:lnTo>
                  <a:lnTo>
                    <a:pt x="2786156" y="141443"/>
                  </a:lnTo>
                  <a:lnTo>
                    <a:pt x="2787228" y="142033"/>
                  </a:lnTo>
                  <a:lnTo>
                    <a:pt x="2788300" y="142623"/>
                  </a:lnTo>
                  <a:lnTo>
                    <a:pt x="2789371" y="143214"/>
                  </a:lnTo>
                  <a:lnTo>
                    <a:pt x="2790443" y="143804"/>
                  </a:lnTo>
                  <a:lnTo>
                    <a:pt x="2791514" y="144395"/>
                  </a:lnTo>
                  <a:lnTo>
                    <a:pt x="2792586" y="144986"/>
                  </a:lnTo>
                  <a:lnTo>
                    <a:pt x="2793658" y="145577"/>
                  </a:lnTo>
                  <a:lnTo>
                    <a:pt x="2794729" y="146169"/>
                  </a:lnTo>
                  <a:lnTo>
                    <a:pt x="2795801" y="146761"/>
                  </a:lnTo>
                  <a:lnTo>
                    <a:pt x="2796872" y="147352"/>
                  </a:lnTo>
                  <a:lnTo>
                    <a:pt x="2797944" y="147944"/>
                  </a:lnTo>
                  <a:lnTo>
                    <a:pt x="2799016" y="148537"/>
                  </a:lnTo>
                  <a:lnTo>
                    <a:pt x="2800087" y="149129"/>
                  </a:lnTo>
                  <a:lnTo>
                    <a:pt x="2801159" y="149721"/>
                  </a:lnTo>
                  <a:lnTo>
                    <a:pt x="2802230" y="150314"/>
                  </a:lnTo>
                  <a:lnTo>
                    <a:pt x="2803302" y="150907"/>
                  </a:lnTo>
                  <a:lnTo>
                    <a:pt x="2804374" y="151500"/>
                  </a:lnTo>
                  <a:lnTo>
                    <a:pt x="2805445" y="152093"/>
                  </a:lnTo>
                  <a:lnTo>
                    <a:pt x="2806517" y="152686"/>
                  </a:lnTo>
                  <a:lnTo>
                    <a:pt x="2807588" y="153279"/>
                  </a:lnTo>
                  <a:lnTo>
                    <a:pt x="2808660" y="153872"/>
                  </a:lnTo>
                  <a:lnTo>
                    <a:pt x="2809732" y="154466"/>
                  </a:lnTo>
                  <a:lnTo>
                    <a:pt x="2810803" y="155059"/>
                  </a:lnTo>
                  <a:lnTo>
                    <a:pt x="2811875" y="155653"/>
                  </a:lnTo>
                  <a:lnTo>
                    <a:pt x="2812946" y="156247"/>
                  </a:lnTo>
                  <a:lnTo>
                    <a:pt x="2814018" y="156841"/>
                  </a:lnTo>
                  <a:lnTo>
                    <a:pt x="2815090" y="157434"/>
                  </a:lnTo>
                  <a:lnTo>
                    <a:pt x="2816161" y="158028"/>
                  </a:lnTo>
                  <a:lnTo>
                    <a:pt x="2817233" y="158622"/>
                  </a:lnTo>
                  <a:lnTo>
                    <a:pt x="2818304" y="159217"/>
                  </a:lnTo>
                  <a:lnTo>
                    <a:pt x="2819376" y="159811"/>
                  </a:lnTo>
                  <a:lnTo>
                    <a:pt x="2820448" y="160405"/>
                  </a:lnTo>
                  <a:lnTo>
                    <a:pt x="2821519" y="160999"/>
                  </a:lnTo>
                  <a:lnTo>
                    <a:pt x="2822591" y="161593"/>
                  </a:lnTo>
                  <a:lnTo>
                    <a:pt x="2823662" y="162187"/>
                  </a:lnTo>
                  <a:lnTo>
                    <a:pt x="2824734" y="162782"/>
                  </a:lnTo>
                  <a:lnTo>
                    <a:pt x="2825806" y="163376"/>
                  </a:lnTo>
                  <a:lnTo>
                    <a:pt x="2826877" y="163970"/>
                  </a:lnTo>
                  <a:lnTo>
                    <a:pt x="2827949" y="164564"/>
                  </a:lnTo>
                  <a:lnTo>
                    <a:pt x="2829020" y="165159"/>
                  </a:lnTo>
                  <a:lnTo>
                    <a:pt x="2830092" y="165753"/>
                  </a:lnTo>
                  <a:lnTo>
                    <a:pt x="2831164" y="166347"/>
                  </a:lnTo>
                  <a:lnTo>
                    <a:pt x="2832235" y="166941"/>
                  </a:lnTo>
                  <a:lnTo>
                    <a:pt x="2833307" y="167536"/>
                  </a:lnTo>
                  <a:lnTo>
                    <a:pt x="2834378" y="168130"/>
                  </a:lnTo>
                  <a:lnTo>
                    <a:pt x="2835450" y="168724"/>
                  </a:lnTo>
                  <a:lnTo>
                    <a:pt x="2836522" y="169318"/>
                  </a:lnTo>
                  <a:lnTo>
                    <a:pt x="2837593" y="169912"/>
                  </a:lnTo>
                  <a:lnTo>
                    <a:pt x="2838665" y="170506"/>
                  </a:lnTo>
                  <a:lnTo>
                    <a:pt x="2839736" y="171100"/>
                  </a:lnTo>
                  <a:lnTo>
                    <a:pt x="2840808" y="171694"/>
                  </a:lnTo>
                  <a:lnTo>
                    <a:pt x="2841879" y="172288"/>
                  </a:lnTo>
                  <a:lnTo>
                    <a:pt x="2842951" y="172881"/>
                  </a:lnTo>
                  <a:lnTo>
                    <a:pt x="2844023" y="173475"/>
                  </a:lnTo>
                  <a:lnTo>
                    <a:pt x="2845094" y="174068"/>
                  </a:lnTo>
                  <a:lnTo>
                    <a:pt x="2846166" y="174662"/>
                  </a:lnTo>
                  <a:lnTo>
                    <a:pt x="2847237" y="175255"/>
                  </a:lnTo>
                  <a:lnTo>
                    <a:pt x="2848309" y="175848"/>
                  </a:lnTo>
                  <a:lnTo>
                    <a:pt x="2849381" y="176441"/>
                  </a:lnTo>
                  <a:lnTo>
                    <a:pt x="2850452" y="177034"/>
                  </a:lnTo>
                  <a:lnTo>
                    <a:pt x="2851524" y="177627"/>
                  </a:lnTo>
                  <a:lnTo>
                    <a:pt x="2852595" y="178220"/>
                  </a:lnTo>
                  <a:lnTo>
                    <a:pt x="2853667" y="178812"/>
                  </a:lnTo>
                  <a:lnTo>
                    <a:pt x="2854739" y="179405"/>
                  </a:lnTo>
                  <a:lnTo>
                    <a:pt x="2855810" y="179997"/>
                  </a:lnTo>
                  <a:lnTo>
                    <a:pt x="2856882" y="180589"/>
                  </a:lnTo>
                  <a:lnTo>
                    <a:pt x="2857953" y="181181"/>
                  </a:lnTo>
                  <a:lnTo>
                    <a:pt x="2859025" y="181773"/>
                  </a:lnTo>
                  <a:lnTo>
                    <a:pt x="2860097" y="182365"/>
                  </a:lnTo>
                  <a:lnTo>
                    <a:pt x="2861168" y="182956"/>
                  </a:lnTo>
                  <a:lnTo>
                    <a:pt x="2862240" y="183548"/>
                  </a:lnTo>
                  <a:lnTo>
                    <a:pt x="2863311" y="184139"/>
                  </a:lnTo>
                  <a:lnTo>
                    <a:pt x="2864383" y="184730"/>
                  </a:lnTo>
                  <a:lnTo>
                    <a:pt x="2865455" y="185321"/>
                  </a:lnTo>
                  <a:lnTo>
                    <a:pt x="2866526" y="185911"/>
                  </a:lnTo>
                  <a:lnTo>
                    <a:pt x="2867598" y="186501"/>
                  </a:lnTo>
                  <a:lnTo>
                    <a:pt x="2868669" y="187092"/>
                  </a:lnTo>
                  <a:lnTo>
                    <a:pt x="2869741" y="187681"/>
                  </a:lnTo>
                  <a:lnTo>
                    <a:pt x="2870813" y="188271"/>
                  </a:lnTo>
                  <a:lnTo>
                    <a:pt x="2871884" y="188861"/>
                  </a:lnTo>
                  <a:lnTo>
                    <a:pt x="2872956" y="189450"/>
                  </a:lnTo>
                  <a:lnTo>
                    <a:pt x="2874027" y="190039"/>
                  </a:lnTo>
                  <a:lnTo>
                    <a:pt x="2875099" y="190628"/>
                  </a:lnTo>
                  <a:lnTo>
                    <a:pt x="2876171" y="191216"/>
                  </a:lnTo>
                  <a:lnTo>
                    <a:pt x="2877242" y="191805"/>
                  </a:lnTo>
                  <a:lnTo>
                    <a:pt x="2878314" y="192393"/>
                  </a:lnTo>
                  <a:lnTo>
                    <a:pt x="2879385" y="192980"/>
                  </a:lnTo>
                  <a:lnTo>
                    <a:pt x="2880457" y="193568"/>
                  </a:lnTo>
                  <a:lnTo>
                    <a:pt x="2881529" y="194155"/>
                  </a:lnTo>
                  <a:lnTo>
                    <a:pt x="2882600" y="194742"/>
                  </a:lnTo>
                  <a:lnTo>
                    <a:pt x="2883672" y="195329"/>
                  </a:lnTo>
                  <a:lnTo>
                    <a:pt x="2884743" y="195915"/>
                  </a:lnTo>
                  <a:lnTo>
                    <a:pt x="2885815" y="196501"/>
                  </a:lnTo>
                  <a:lnTo>
                    <a:pt x="2886887" y="197087"/>
                  </a:lnTo>
                  <a:lnTo>
                    <a:pt x="2887958" y="197672"/>
                  </a:lnTo>
                  <a:lnTo>
                    <a:pt x="2889030" y="198258"/>
                  </a:lnTo>
                  <a:lnTo>
                    <a:pt x="2890101" y="198842"/>
                  </a:lnTo>
                  <a:lnTo>
                    <a:pt x="2891173" y="199427"/>
                  </a:lnTo>
                  <a:lnTo>
                    <a:pt x="2892245" y="200011"/>
                  </a:lnTo>
                  <a:lnTo>
                    <a:pt x="2893316" y="200595"/>
                  </a:lnTo>
                  <a:lnTo>
                    <a:pt x="2894388" y="201179"/>
                  </a:lnTo>
                  <a:lnTo>
                    <a:pt x="2895459" y="201762"/>
                  </a:lnTo>
                  <a:lnTo>
                    <a:pt x="2896531" y="202345"/>
                  </a:lnTo>
                  <a:lnTo>
                    <a:pt x="2897603" y="202927"/>
                  </a:lnTo>
                  <a:lnTo>
                    <a:pt x="2898674" y="203510"/>
                  </a:lnTo>
                  <a:lnTo>
                    <a:pt x="2899746" y="204092"/>
                  </a:lnTo>
                  <a:lnTo>
                    <a:pt x="2900817" y="204673"/>
                  </a:lnTo>
                  <a:lnTo>
                    <a:pt x="2901889" y="205254"/>
                  </a:lnTo>
                  <a:lnTo>
                    <a:pt x="2902961" y="205835"/>
                  </a:lnTo>
                  <a:lnTo>
                    <a:pt x="2904032" y="206415"/>
                  </a:lnTo>
                  <a:lnTo>
                    <a:pt x="2905104" y="206995"/>
                  </a:lnTo>
                  <a:lnTo>
                    <a:pt x="2906175" y="207575"/>
                  </a:lnTo>
                  <a:lnTo>
                    <a:pt x="2907247" y="208154"/>
                  </a:lnTo>
                  <a:lnTo>
                    <a:pt x="2908319" y="208733"/>
                  </a:lnTo>
                  <a:lnTo>
                    <a:pt x="2909390" y="209311"/>
                  </a:lnTo>
                  <a:lnTo>
                    <a:pt x="2910462" y="209890"/>
                  </a:lnTo>
                  <a:lnTo>
                    <a:pt x="2911533" y="210467"/>
                  </a:lnTo>
                  <a:lnTo>
                    <a:pt x="2912605" y="211044"/>
                  </a:lnTo>
                  <a:lnTo>
                    <a:pt x="2913677" y="211621"/>
                  </a:lnTo>
                  <a:lnTo>
                    <a:pt x="2914748" y="212198"/>
                  </a:lnTo>
                  <a:lnTo>
                    <a:pt x="2915820" y="212774"/>
                  </a:lnTo>
                  <a:lnTo>
                    <a:pt x="2916891" y="213349"/>
                  </a:lnTo>
                  <a:lnTo>
                    <a:pt x="2917963" y="213924"/>
                  </a:lnTo>
                  <a:lnTo>
                    <a:pt x="2919035" y="214499"/>
                  </a:lnTo>
                  <a:lnTo>
                    <a:pt x="2920106" y="215073"/>
                  </a:lnTo>
                  <a:lnTo>
                    <a:pt x="2921178" y="215647"/>
                  </a:lnTo>
                  <a:lnTo>
                    <a:pt x="2922249" y="216220"/>
                  </a:lnTo>
                  <a:lnTo>
                    <a:pt x="2923321" y="216793"/>
                  </a:lnTo>
                  <a:lnTo>
                    <a:pt x="2924393" y="217366"/>
                  </a:lnTo>
                  <a:lnTo>
                    <a:pt x="2925464" y="217938"/>
                  </a:lnTo>
                  <a:lnTo>
                    <a:pt x="2926536" y="218509"/>
                  </a:lnTo>
                  <a:lnTo>
                    <a:pt x="2927607" y="219080"/>
                  </a:lnTo>
                  <a:lnTo>
                    <a:pt x="2928679" y="219651"/>
                  </a:lnTo>
                  <a:lnTo>
                    <a:pt x="2929751" y="220221"/>
                  </a:lnTo>
                  <a:lnTo>
                    <a:pt x="2930822" y="220790"/>
                  </a:lnTo>
                  <a:lnTo>
                    <a:pt x="2931894" y="221359"/>
                  </a:lnTo>
                  <a:lnTo>
                    <a:pt x="2932965" y="221928"/>
                  </a:lnTo>
                  <a:lnTo>
                    <a:pt x="2934037" y="222496"/>
                  </a:lnTo>
                  <a:lnTo>
                    <a:pt x="2935109" y="223064"/>
                  </a:lnTo>
                  <a:lnTo>
                    <a:pt x="2936180" y="223631"/>
                  </a:lnTo>
                  <a:lnTo>
                    <a:pt x="2937252" y="224197"/>
                  </a:lnTo>
                  <a:lnTo>
                    <a:pt x="2938323" y="224763"/>
                  </a:lnTo>
                  <a:lnTo>
                    <a:pt x="2939395" y="225329"/>
                  </a:lnTo>
                  <a:lnTo>
                    <a:pt x="2940467" y="225894"/>
                  </a:lnTo>
                  <a:lnTo>
                    <a:pt x="2941538" y="226458"/>
                  </a:lnTo>
                  <a:lnTo>
                    <a:pt x="2942610" y="227022"/>
                  </a:lnTo>
                  <a:lnTo>
                    <a:pt x="2943681" y="227586"/>
                  </a:lnTo>
                  <a:lnTo>
                    <a:pt x="2944753" y="228148"/>
                  </a:lnTo>
                  <a:lnTo>
                    <a:pt x="2945825" y="228711"/>
                  </a:lnTo>
                  <a:lnTo>
                    <a:pt x="2946896" y="229273"/>
                  </a:lnTo>
                  <a:lnTo>
                    <a:pt x="2947968" y="229834"/>
                  </a:lnTo>
                  <a:lnTo>
                    <a:pt x="2949039" y="230394"/>
                  </a:lnTo>
                  <a:lnTo>
                    <a:pt x="2950111" y="230955"/>
                  </a:lnTo>
                  <a:lnTo>
                    <a:pt x="2951183" y="231514"/>
                  </a:lnTo>
                  <a:lnTo>
                    <a:pt x="2952254" y="232073"/>
                  </a:lnTo>
                  <a:lnTo>
                    <a:pt x="2953326" y="232631"/>
                  </a:lnTo>
                  <a:lnTo>
                    <a:pt x="2954397" y="233189"/>
                  </a:lnTo>
                  <a:lnTo>
                    <a:pt x="2955469" y="233746"/>
                  </a:lnTo>
                  <a:lnTo>
                    <a:pt x="2956541" y="234303"/>
                  </a:lnTo>
                  <a:lnTo>
                    <a:pt x="2957612" y="234859"/>
                  </a:lnTo>
                  <a:lnTo>
                    <a:pt x="2958684" y="235415"/>
                  </a:lnTo>
                  <a:lnTo>
                    <a:pt x="2959755" y="235970"/>
                  </a:lnTo>
                  <a:lnTo>
                    <a:pt x="2960827" y="236524"/>
                  </a:lnTo>
                  <a:lnTo>
                    <a:pt x="2961899" y="237078"/>
                  </a:lnTo>
                  <a:lnTo>
                    <a:pt x="2962970" y="237631"/>
                  </a:lnTo>
                  <a:lnTo>
                    <a:pt x="2964042" y="238183"/>
                  </a:lnTo>
                  <a:lnTo>
                    <a:pt x="2965113" y="238735"/>
                  </a:lnTo>
                  <a:lnTo>
                    <a:pt x="2966185" y="239286"/>
                  </a:lnTo>
                  <a:lnTo>
                    <a:pt x="2967257" y="239837"/>
                  </a:lnTo>
                  <a:lnTo>
                    <a:pt x="2968328" y="240387"/>
                  </a:lnTo>
                  <a:lnTo>
                    <a:pt x="2969400" y="240936"/>
                  </a:lnTo>
                  <a:lnTo>
                    <a:pt x="2970471" y="241485"/>
                  </a:lnTo>
                  <a:lnTo>
                    <a:pt x="2971543" y="242033"/>
                  </a:lnTo>
                  <a:lnTo>
                    <a:pt x="2972615" y="242580"/>
                  </a:lnTo>
                  <a:lnTo>
                    <a:pt x="2973686" y="243127"/>
                  </a:lnTo>
                  <a:lnTo>
                    <a:pt x="2974758" y="243673"/>
                  </a:lnTo>
                  <a:lnTo>
                    <a:pt x="2975829" y="244219"/>
                  </a:lnTo>
                  <a:lnTo>
                    <a:pt x="2976901" y="244764"/>
                  </a:lnTo>
                  <a:lnTo>
                    <a:pt x="2977973" y="245308"/>
                  </a:lnTo>
                  <a:lnTo>
                    <a:pt x="2979044" y="245851"/>
                  </a:lnTo>
                  <a:lnTo>
                    <a:pt x="2980116" y="246394"/>
                  </a:lnTo>
                  <a:lnTo>
                    <a:pt x="2981187" y="246936"/>
                  </a:lnTo>
                  <a:lnTo>
                    <a:pt x="2982259" y="247478"/>
                  </a:lnTo>
                  <a:lnTo>
                    <a:pt x="2983331" y="248019"/>
                  </a:lnTo>
                  <a:lnTo>
                    <a:pt x="2984402" y="248559"/>
                  </a:lnTo>
                  <a:lnTo>
                    <a:pt x="2985474" y="249098"/>
                  </a:lnTo>
                  <a:lnTo>
                    <a:pt x="2986545" y="249637"/>
                  </a:lnTo>
                  <a:lnTo>
                    <a:pt x="2987617" y="250175"/>
                  </a:lnTo>
                  <a:lnTo>
                    <a:pt x="2988689" y="250713"/>
                  </a:lnTo>
                  <a:lnTo>
                    <a:pt x="2989760" y="251249"/>
                  </a:lnTo>
                  <a:lnTo>
                    <a:pt x="2990832" y="251785"/>
                  </a:lnTo>
                  <a:lnTo>
                    <a:pt x="2991903" y="252321"/>
                  </a:lnTo>
                  <a:lnTo>
                    <a:pt x="2992975" y="252855"/>
                  </a:lnTo>
                  <a:lnTo>
                    <a:pt x="2994047" y="253389"/>
                  </a:lnTo>
                  <a:lnTo>
                    <a:pt x="2995118" y="253922"/>
                  </a:lnTo>
                  <a:lnTo>
                    <a:pt x="2996190" y="254455"/>
                  </a:lnTo>
                  <a:lnTo>
                    <a:pt x="2997261" y="254986"/>
                  </a:lnTo>
                  <a:lnTo>
                    <a:pt x="2998333" y="255517"/>
                  </a:lnTo>
                  <a:lnTo>
                    <a:pt x="2999405" y="256048"/>
                  </a:lnTo>
                  <a:lnTo>
                    <a:pt x="3000476" y="256577"/>
                  </a:lnTo>
                  <a:lnTo>
                    <a:pt x="3001548" y="257106"/>
                  </a:lnTo>
                  <a:lnTo>
                    <a:pt x="3002619" y="257634"/>
                  </a:lnTo>
                  <a:lnTo>
                    <a:pt x="3003691" y="258161"/>
                  </a:lnTo>
                  <a:lnTo>
                    <a:pt x="3004763" y="258688"/>
                  </a:lnTo>
                  <a:lnTo>
                    <a:pt x="3005834" y="259214"/>
                  </a:lnTo>
                  <a:lnTo>
                    <a:pt x="3006906" y="259739"/>
                  </a:lnTo>
                  <a:lnTo>
                    <a:pt x="3007977" y="260263"/>
                  </a:lnTo>
                  <a:lnTo>
                    <a:pt x="3009049" y="260787"/>
                  </a:lnTo>
                  <a:lnTo>
                    <a:pt x="3010121" y="261310"/>
                  </a:lnTo>
                  <a:lnTo>
                    <a:pt x="3011192" y="261832"/>
                  </a:lnTo>
                  <a:lnTo>
                    <a:pt x="3012264" y="262353"/>
                  </a:lnTo>
                  <a:lnTo>
                    <a:pt x="3013335" y="262874"/>
                  </a:lnTo>
                  <a:lnTo>
                    <a:pt x="3014407" y="263393"/>
                  </a:lnTo>
                  <a:lnTo>
                    <a:pt x="3015479" y="263912"/>
                  </a:lnTo>
                  <a:lnTo>
                    <a:pt x="3016550" y="264431"/>
                  </a:lnTo>
                  <a:lnTo>
                    <a:pt x="3017622" y="264948"/>
                  </a:lnTo>
                  <a:lnTo>
                    <a:pt x="3018693" y="265465"/>
                  </a:lnTo>
                  <a:lnTo>
                    <a:pt x="3019765" y="265981"/>
                  </a:lnTo>
                  <a:lnTo>
                    <a:pt x="3020836" y="266496"/>
                  </a:lnTo>
                  <a:lnTo>
                    <a:pt x="3021908" y="267010"/>
                  </a:lnTo>
                  <a:lnTo>
                    <a:pt x="3022980" y="267524"/>
                  </a:lnTo>
                  <a:lnTo>
                    <a:pt x="3024051" y="268036"/>
                  </a:lnTo>
                  <a:lnTo>
                    <a:pt x="3025123" y="268548"/>
                  </a:lnTo>
                  <a:lnTo>
                    <a:pt x="3026194" y="269060"/>
                  </a:lnTo>
                  <a:lnTo>
                    <a:pt x="3027266" y="269570"/>
                  </a:lnTo>
                  <a:lnTo>
                    <a:pt x="3028338" y="270080"/>
                  </a:lnTo>
                  <a:lnTo>
                    <a:pt x="3029409" y="270589"/>
                  </a:lnTo>
                  <a:lnTo>
                    <a:pt x="3030481" y="271097"/>
                  </a:lnTo>
                  <a:lnTo>
                    <a:pt x="3031552" y="271604"/>
                  </a:lnTo>
                  <a:lnTo>
                    <a:pt x="3032624" y="272111"/>
                  </a:lnTo>
                  <a:lnTo>
                    <a:pt x="3033696" y="272617"/>
                  </a:lnTo>
                  <a:lnTo>
                    <a:pt x="3034767" y="273122"/>
                  </a:lnTo>
                  <a:lnTo>
                    <a:pt x="3035839" y="273626"/>
                  </a:lnTo>
                  <a:lnTo>
                    <a:pt x="3036910" y="274130"/>
                  </a:lnTo>
                  <a:lnTo>
                    <a:pt x="3037982" y="274633"/>
                  </a:lnTo>
                  <a:lnTo>
                    <a:pt x="3039054" y="275135"/>
                  </a:lnTo>
                  <a:lnTo>
                    <a:pt x="3040125" y="275636"/>
                  </a:lnTo>
                  <a:lnTo>
                    <a:pt x="3041197" y="276136"/>
                  </a:lnTo>
                  <a:lnTo>
                    <a:pt x="3042268" y="276636"/>
                  </a:lnTo>
                  <a:lnTo>
                    <a:pt x="3043340" y="277135"/>
                  </a:lnTo>
                  <a:lnTo>
                    <a:pt x="3044412" y="277633"/>
                  </a:lnTo>
                  <a:lnTo>
                    <a:pt x="3045483" y="278131"/>
                  </a:lnTo>
                  <a:lnTo>
                    <a:pt x="3046555" y="278628"/>
                  </a:lnTo>
                  <a:lnTo>
                    <a:pt x="3047626" y="279124"/>
                  </a:lnTo>
                  <a:lnTo>
                    <a:pt x="3048698" y="279619"/>
                  </a:lnTo>
                  <a:lnTo>
                    <a:pt x="3049770" y="280113"/>
                  </a:lnTo>
                  <a:lnTo>
                    <a:pt x="3050841" y="280607"/>
                  </a:lnTo>
                  <a:lnTo>
                    <a:pt x="3051913" y="281100"/>
                  </a:lnTo>
                  <a:lnTo>
                    <a:pt x="3052984" y="281592"/>
                  </a:lnTo>
                  <a:lnTo>
                    <a:pt x="3054056" y="282083"/>
                  </a:lnTo>
                  <a:lnTo>
                    <a:pt x="3055128" y="282574"/>
                  </a:lnTo>
                  <a:lnTo>
                    <a:pt x="3056199" y="283064"/>
                  </a:lnTo>
                  <a:lnTo>
                    <a:pt x="3057271" y="283553"/>
                  </a:lnTo>
                  <a:lnTo>
                    <a:pt x="3058342" y="284042"/>
                  </a:lnTo>
                  <a:lnTo>
                    <a:pt x="3059414" y="284529"/>
                  </a:lnTo>
                  <a:lnTo>
                    <a:pt x="3060486" y="285016"/>
                  </a:lnTo>
                  <a:lnTo>
                    <a:pt x="3061557" y="285503"/>
                  </a:lnTo>
                  <a:lnTo>
                    <a:pt x="3062629" y="285988"/>
                  </a:lnTo>
                  <a:lnTo>
                    <a:pt x="3063700" y="286473"/>
                  </a:lnTo>
                  <a:lnTo>
                    <a:pt x="3064772" y="286957"/>
                  </a:lnTo>
                  <a:lnTo>
                    <a:pt x="3065844" y="287440"/>
                  </a:lnTo>
                  <a:lnTo>
                    <a:pt x="3066915" y="287922"/>
                  </a:lnTo>
                  <a:lnTo>
                    <a:pt x="3067987" y="288404"/>
                  </a:lnTo>
                  <a:lnTo>
                    <a:pt x="3069058" y="288885"/>
                  </a:lnTo>
                  <a:lnTo>
                    <a:pt x="3070130" y="289366"/>
                  </a:lnTo>
                  <a:lnTo>
                    <a:pt x="3071202" y="289845"/>
                  </a:lnTo>
                  <a:lnTo>
                    <a:pt x="3072273" y="290324"/>
                  </a:lnTo>
                  <a:lnTo>
                    <a:pt x="3073345" y="290802"/>
                  </a:lnTo>
                  <a:lnTo>
                    <a:pt x="3074416" y="291279"/>
                  </a:lnTo>
                  <a:lnTo>
                    <a:pt x="3075488" y="291756"/>
                  </a:lnTo>
                  <a:lnTo>
                    <a:pt x="3076560" y="292232"/>
                  </a:lnTo>
                  <a:lnTo>
                    <a:pt x="3077631" y="292707"/>
                  </a:lnTo>
                  <a:lnTo>
                    <a:pt x="3078703" y="293181"/>
                  </a:lnTo>
                  <a:lnTo>
                    <a:pt x="3079774" y="293655"/>
                  </a:lnTo>
                  <a:lnTo>
                    <a:pt x="3080846" y="294128"/>
                  </a:lnTo>
                  <a:lnTo>
                    <a:pt x="3081918" y="294600"/>
                  </a:lnTo>
                  <a:lnTo>
                    <a:pt x="3082989" y="295072"/>
                  </a:lnTo>
                  <a:lnTo>
                    <a:pt x="3084061" y="295542"/>
                  </a:lnTo>
                  <a:lnTo>
                    <a:pt x="3085132" y="296012"/>
                  </a:lnTo>
                  <a:lnTo>
                    <a:pt x="3086204" y="296482"/>
                  </a:lnTo>
                  <a:lnTo>
                    <a:pt x="3087276" y="296950"/>
                  </a:lnTo>
                  <a:lnTo>
                    <a:pt x="3088347" y="297418"/>
                  </a:lnTo>
                  <a:lnTo>
                    <a:pt x="3089419" y="297885"/>
                  </a:lnTo>
                  <a:lnTo>
                    <a:pt x="3090490" y="298352"/>
                  </a:lnTo>
                  <a:lnTo>
                    <a:pt x="3091562" y="298818"/>
                  </a:lnTo>
                  <a:lnTo>
                    <a:pt x="3092634" y="299283"/>
                  </a:lnTo>
                  <a:lnTo>
                    <a:pt x="3093705" y="299747"/>
                  </a:lnTo>
                  <a:lnTo>
                    <a:pt x="3094777" y="300210"/>
                  </a:lnTo>
                  <a:lnTo>
                    <a:pt x="3095848" y="300673"/>
                  </a:lnTo>
                  <a:lnTo>
                    <a:pt x="3096920" y="301135"/>
                  </a:lnTo>
                  <a:lnTo>
                    <a:pt x="3097992" y="301597"/>
                  </a:lnTo>
                  <a:lnTo>
                    <a:pt x="3099063" y="302057"/>
                  </a:lnTo>
                  <a:lnTo>
                    <a:pt x="3100135" y="302517"/>
                  </a:lnTo>
                  <a:lnTo>
                    <a:pt x="3101206" y="302977"/>
                  </a:lnTo>
                  <a:lnTo>
                    <a:pt x="3102278" y="303435"/>
                  </a:lnTo>
                  <a:lnTo>
                    <a:pt x="3103350" y="303893"/>
                  </a:lnTo>
                  <a:lnTo>
                    <a:pt x="3104421" y="304350"/>
                  </a:lnTo>
                  <a:lnTo>
                    <a:pt x="3105493" y="304806"/>
                  </a:lnTo>
                  <a:lnTo>
                    <a:pt x="3106564" y="305262"/>
                  </a:lnTo>
                  <a:lnTo>
                    <a:pt x="3107636" y="305717"/>
                  </a:lnTo>
                  <a:lnTo>
                    <a:pt x="3108708" y="306171"/>
                  </a:lnTo>
                  <a:lnTo>
                    <a:pt x="3109779" y="306625"/>
                  </a:lnTo>
                  <a:lnTo>
                    <a:pt x="3110851" y="307078"/>
                  </a:lnTo>
                  <a:lnTo>
                    <a:pt x="3111922" y="307530"/>
                  </a:lnTo>
                  <a:lnTo>
                    <a:pt x="3112994" y="307982"/>
                  </a:lnTo>
                  <a:lnTo>
                    <a:pt x="3114066" y="308432"/>
                  </a:lnTo>
                  <a:lnTo>
                    <a:pt x="3115137" y="308882"/>
                  </a:lnTo>
                  <a:lnTo>
                    <a:pt x="3116209" y="309332"/>
                  </a:lnTo>
                  <a:lnTo>
                    <a:pt x="3117280" y="309780"/>
                  </a:lnTo>
                  <a:lnTo>
                    <a:pt x="3118352" y="310228"/>
                  </a:lnTo>
                  <a:lnTo>
                    <a:pt x="3119424" y="310676"/>
                  </a:lnTo>
                  <a:lnTo>
                    <a:pt x="3120495" y="311122"/>
                  </a:lnTo>
                  <a:lnTo>
                    <a:pt x="3121567" y="311568"/>
                  </a:lnTo>
                  <a:lnTo>
                    <a:pt x="3122638" y="312013"/>
                  </a:lnTo>
                  <a:lnTo>
                    <a:pt x="3123710" y="312458"/>
                  </a:lnTo>
                  <a:lnTo>
                    <a:pt x="3124782" y="312901"/>
                  </a:lnTo>
                  <a:lnTo>
                    <a:pt x="3125853" y="313345"/>
                  </a:lnTo>
                  <a:lnTo>
                    <a:pt x="3126925" y="313787"/>
                  </a:lnTo>
                  <a:lnTo>
                    <a:pt x="3127996" y="314229"/>
                  </a:lnTo>
                  <a:lnTo>
                    <a:pt x="3129068" y="314670"/>
                  </a:lnTo>
                  <a:lnTo>
                    <a:pt x="3130140" y="315110"/>
                  </a:lnTo>
                  <a:lnTo>
                    <a:pt x="3131211" y="315550"/>
                  </a:lnTo>
                  <a:lnTo>
                    <a:pt x="3132283" y="315989"/>
                  </a:lnTo>
                  <a:lnTo>
                    <a:pt x="3133354" y="316427"/>
                  </a:lnTo>
                  <a:lnTo>
                    <a:pt x="3134426" y="316865"/>
                  </a:lnTo>
                  <a:lnTo>
                    <a:pt x="3135498" y="317301"/>
                  </a:lnTo>
                  <a:lnTo>
                    <a:pt x="3136569" y="317738"/>
                  </a:lnTo>
                  <a:lnTo>
                    <a:pt x="3137641" y="318173"/>
                  </a:lnTo>
                  <a:lnTo>
                    <a:pt x="3138712" y="318608"/>
                  </a:lnTo>
                  <a:lnTo>
                    <a:pt x="3139784" y="319042"/>
                  </a:lnTo>
                  <a:lnTo>
                    <a:pt x="3140856" y="319476"/>
                  </a:lnTo>
                  <a:lnTo>
                    <a:pt x="3141927" y="319908"/>
                  </a:lnTo>
                  <a:lnTo>
                    <a:pt x="3142999" y="320341"/>
                  </a:lnTo>
                  <a:lnTo>
                    <a:pt x="3144070" y="320772"/>
                  </a:lnTo>
                  <a:lnTo>
                    <a:pt x="3145142" y="321203"/>
                  </a:lnTo>
                  <a:lnTo>
                    <a:pt x="3146214" y="321633"/>
                  </a:lnTo>
                  <a:lnTo>
                    <a:pt x="3147285" y="322062"/>
                  </a:lnTo>
                  <a:lnTo>
                    <a:pt x="3148357" y="322491"/>
                  </a:lnTo>
                  <a:lnTo>
                    <a:pt x="3149428" y="322919"/>
                  </a:lnTo>
                  <a:lnTo>
                    <a:pt x="3150500" y="323347"/>
                  </a:lnTo>
                  <a:lnTo>
                    <a:pt x="3151572" y="323773"/>
                  </a:lnTo>
                  <a:lnTo>
                    <a:pt x="3152643" y="324199"/>
                  </a:lnTo>
                  <a:lnTo>
                    <a:pt x="3153715" y="324625"/>
                  </a:lnTo>
                  <a:lnTo>
                    <a:pt x="3154786" y="325050"/>
                  </a:lnTo>
                  <a:lnTo>
                    <a:pt x="3155858" y="325474"/>
                  </a:lnTo>
                  <a:lnTo>
                    <a:pt x="3156930" y="325897"/>
                  </a:lnTo>
                  <a:lnTo>
                    <a:pt x="3158001" y="326320"/>
                  </a:lnTo>
                  <a:lnTo>
                    <a:pt x="3159073" y="326742"/>
                  </a:lnTo>
                  <a:lnTo>
                    <a:pt x="3160144" y="327163"/>
                  </a:lnTo>
                  <a:lnTo>
                    <a:pt x="3161216" y="327584"/>
                  </a:lnTo>
                  <a:lnTo>
                    <a:pt x="3162288" y="328004"/>
                  </a:lnTo>
                  <a:lnTo>
                    <a:pt x="3163359" y="328423"/>
                  </a:lnTo>
                  <a:lnTo>
                    <a:pt x="3164431" y="328842"/>
                  </a:lnTo>
                  <a:lnTo>
                    <a:pt x="3165502" y="329260"/>
                  </a:lnTo>
                  <a:lnTo>
                    <a:pt x="3166574" y="329678"/>
                  </a:lnTo>
                  <a:lnTo>
                    <a:pt x="3167646" y="330094"/>
                  </a:lnTo>
                  <a:lnTo>
                    <a:pt x="3168717" y="330510"/>
                  </a:lnTo>
                  <a:lnTo>
                    <a:pt x="3169789" y="330926"/>
                  </a:lnTo>
                  <a:lnTo>
                    <a:pt x="3170860" y="331341"/>
                  </a:lnTo>
                  <a:lnTo>
                    <a:pt x="3171932" y="331755"/>
                  </a:lnTo>
                  <a:lnTo>
                    <a:pt x="3173004" y="332168"/>
                  </a:lnTo>
                  <a:lnTo>
                    <a:pt x="3174075" y="332581"/>
                  </a:lnTo>
                  <a:lnTo>
                    <a:pt x="3175147" y="332993"/>
                  </a:lnTo>
                  <a:lnTo>
                    <a:pt x="3176218" y="333405"/>
                  </a:lnTo>
                  <a:lnTo>
                    <a:pt x="3177290" y="333816"/>
                  </a:lnTo>
                  <a:lnTo>
                    <a:pt x="3178362" y="334226"/>
                  </a:lnTo>
                  <a:lnTo>
                    <a:pt x="3179433" y="334636"/>
                  </a:lnTo>
                  <a:lnTo>
                    <a:pt x="3180505" y="335045"/>
                  </a:lnTo>
                  <a:lnTo>
                    <a:pt x="3181576" y="335453"/>
                  </a:lnTo>
                  <a:lnTo>
                    <a:pt x="3182648" y="335860"/>
                  </a:lnTo>
                  <a:lnTo>
                    <a:pt x="3183720" y="336267"/>
                  </a:lnTo>
                  <a:lnTo>
                    <a:pt x="3184791" y="336674"/>
                  </a:lnTo>
                  <a:lnTo>
                    <a:pt x="3185863" y="337080"/>
                  </a:lnTo>
                  <a:lnTo>
                    <a:pt x="3186934" y="337485"/>
                  </a:lnTo>
                  <a:lnTo>
                    <a:pt x="3188006" y="337889"/>
                  </a:lnTo>
                  <a:lnTo>
                    <a:pt x="3189078" y="338293"/>
                  </a:lnTo>
                  <a:lnTo>
                    <a:pt x="3190149" y="338696"/>
                  </a:lnTo>
                  <a:lnTo>
                    <a:pt x="3191221" y="339098"/>
                  </a:lnTo>
                  <a:lnTo>
                    <a:pt x="3192292" y="339500"/>
                  </a:lnTo>
                  <a:lnTo>
                    <a:pt x="3193364" y="339902"/>
                  </a:lnTo>
                  <a:lnTo>
                    <a:pt x="3194436" y="340302"/>
                  </a:lnTo>
                  <a:lnTo>
                    <a:pt x="3195507" y="340702"/>
                  </a:lnTo>
                  <a:lnTo>
                    <a:pt x="3196579" y="341101"/>
                  </a:lnTo>
                  <a:lnTo>
                    <a:pt x="3197650" y="341500"/>
                  </a:lnTo>
                  <a:lnTo>
                    <a:pt x="3198722" y="341898"/>
                  </a:lnTo>
                  <a:lnTo>
                    <a:pt x="3199793" y="342296"/>
                  </a:lnTo>
                  <a:lnTo>
                    <a:pt x="3200865" y="342692"/>
                  </a:lnTo>
                  <a:lnTo>
                    <a:pt x="3201937" y="343089"/>
                  </a:lnTo>
                  <a:lnTo>
                    <a:pt x="3203008" y="343484"/>
                  </a:lnTo>
                  <a:lnTo>
                    <a:pt x="3204080" y="343879"/>
                  </a:lnTo>
                  <a:lnTo>
                    <a:pt x="3205151" y="344273"/>
                  </a:lnTo>
                  <a:lnTo>
                    <a:pt x="3206223" y="344667"/>
                  </a:lnTo>
                  <a:lnTo>
                    <a:pt x="3207295" y="345060"/>
                  </a:lnTo>
                  <a:lnTo>
                    <a:pt x="3208366" y="345452"/>
                  </a:lnTo>
                  <a:lnTo>
                    <a:pt x="3209438" y="345844"/>
                  </a:lnTo>
                  <a:lnTo>
                    <a:pt x="3210509" y="346235"/>
                  </a:lnTo>
                  <a:lnTo>
                    <a:pt x="3211581" y="346626"/>
                  </a:lnTo>
                  <a:lnTo>
                    <a:pt x="3212653" y="347016"/>
                  </a:lnTo>
                  <a:lnTo>
                    <a:pt x="3213724" y="347405"/>
                  </a:lnTo>
                  <a:lnTo>
                    <a:pt x="3214796" y="347794"/>
                  </a:lnTo>
                  <a:lnTo>
                    <a:pt x="3215867" y="348182"/>
                  </a:lnTo>
                  <a:lnTo>
                    <a:pt x="3216939" y="348569"/>
                  </a:lnTo>
                  <a:lnTo>
                    <a:pt x="3218011" y="348956"/>
                  </a:lnTo>
                  <a:lnTo>
                    <a:pt x="3219082" y="349342"/>
                  </a:lnTo>
                  <a:lnTo>
                    <a:pt x="3220154" y="349728"/>
                  </a:lnTo>
                  <a:lnTo>
                    <a:pt x="3221225" y="350113"/>
                  </a:lnTo>
                  <a:lnTo>
                    <a:pt x="3222297" y="350497"/>
                  </a:lnTo>
                  <a:lnTo>
                    <a:pt x="3223369" y="350881"/>
                  </a:lnTo>
                  <a:lnTo>
                    <a:pt x="3224440" y="351264"/>
                  </a:lnTo>
                  <a:lnTo>
                    <a:pt x="3225512" y="351647"/>
                  </a:lnTo>
                  <a:lnTo>
                    <a:pt x="3226583" y="352029"/>
                  </a:lnTo>
                  <a:lnTo>
                    <a:pt x="3227655" y="352410"/>
                  </a:lnTo>
                  <a:lnTo>
                    <a:pt x="3228727" y="352791"/>
                  </a:lnTo>
                  <a:lnTo>
                    <a:pt x="3229798" y="353171"/>
                  </a:lnTo>
                  <a:lnTo>
                    <a:pt x="3230870" y="353550"/>
                  </a:lnTo>
                  <a:lnTo>
                    <a:pt x="3231941" y="353929"/>
                  </a:lnTo>
                  <a:lnTo>
                    <a:pt x="3233013" y="354307"/>
                  </a:lnTo>
                  <a:lnTo>
                    <a:pt x="3234085" y="354685"/>
                  </a:lnTo>
                  <a:lnTo>
                    <a:pt x="3235156" y="355062"/>
                  </a:lnTo>
                  <a:lnTo>
                    <a:pt x="3236228" y="355439"/>
                  </a:lnTo>
                  <a:lnTo>
                    <a:pt x="3237299" y="355815"/>
                  </a:lnTo>
                  <a:lnTo>
                    <a:pt x="3238371" y="356190"/>
                  </a:lnTo>
                  <a:lnTo>
                    <a:pt x="3239443" y="356565"/>
                  </a:lnTo>
                  <a:lnTo>
                    <a:pt x="3240514" y="356939"/>
                  </a:lnTo>
                  <a:lnTo>
                    <a:pt x="3241586" y="357312"/>
                  </a:lnTo>
                  <a:lnTo>
                    <a:pt x="3242657" y="357685"/>
                  </a:lnTo>
                  <a:lnTo>
                    <a:pt x="3243729" y="358057"/>
                  </a:lnTo>
                  <a:lnTo>
                    <a:pt x="3244801" y="358429"/>
                  </a:lnTo>
                  <a:lnTo>
                    <a:pt x="3245872" y="358800"/>
                  </a:lnTo>
                  <a:lnTo>
                    <a:pt x="3246944" y="359171"/>
                  </a:lnTo>
                  <a:lnTo>
                    <a:pt x="3248015" y="359541"/>
                  </a:lnTo>
                  <a:lnTo>
                    <a:pt x="3249087" y="359910"/>
                  </a:lnTo>
                  <a:lnTo>
                    <a:pt x="3250159" y="360279"/>
                  </a:lnTo>
                  <a:lnTo>
                    <a:pt x="3251230" y="360647"/>
                  </a:lnTo>
                  <a:lnTo>
                    <a:pt x="3252302" y="361014"/>
                  </a:lnTo>
                  <a:lnTo>
                    <a:pt x="3253373" y="361381"/>
                  </a:lnTo>
                  <a:lnTo>
                    <a:pt x="3254445" y="361748"/>
                  </a:lnTo>
                  <a:lnTo>
                    <a:pt x="3255517" y="362114"/>
                  </a:lnTo>
                  <a:lnTo>
                    <a:pt x="3256588" y="362479"/>
                  </a:lnTo>
                  <a:lnTo>
                    <a:pt x="3257660" y="362843"/>
                  </a:lnTo>
                  <a:lnTo>
                    <a:pt x="3258731" y="363207"/>
                  </a:lnTo>
                  <a:lnTo>
                    <a:pt x="3259803" y="363571"/>
                  </a:lnTo>
                  <a:lnTo>
                    <a:pt x="3260875" y="363934"/>
                  </a:lnTo>
                  <a:lnTo>
                    <a:pt x="3261946" y="364296"/>
                  </a:lnTo>
                  <a:lnTo>
                    <a:pt x="3263018" y="364658"/>
                  </a:lnTo>
                  <a:lnTo>
                    <a:pt x="3264089" y="365019"/>
                  </a:lnTo>
                  <a:lnTo>
                    <a:pt x="3265161" y="365380"/>
                  </a:lnTo>
                  <a:lnTo>
                    <a:pt x="3266233" y="365740"/>
                  </a:lnTo>
                  <a:lnTo>
                    <a:pt x="3267304" y="366099"/>
                  </a:lnTo>
                  <a:lnTo>
                    <a:pt x="3268376" y="366458"/>
                  </a:lnTo>
                  <a:lnTo>
                    <a:pt x="3269447" y="366816"/>
                  </a:lnTo>
                  <a:lnTo>
                    <a:pt x="3270519" y="367174"/>
                  </a:lnTo>
                  <a:lnTo>
                    <a:pt x="3271591" y="367531"/>
                  </a:lnTo>
                  <a:lnTo>
                    <a:pt x="3272662" y="367888"/>
                  </a:lnTo>
                  <a:lnTo>
                    <a:pt x="3273734" y="368244"/>
                  </a:lnTo>
                  <a:lnTo>
                    <a:pt x="3274805" y="368599"/>
                  </a:lnTo>
                  <a:lnTo>
                    <a:pt x="3275877" y="368954"/>
                  </a:lnTo>
                  <a:lnTo>
                    <a:pt x="3276949" y="369308"/>
                  </a:lnTo>
                  <a:lnTo>
                    <a:pt x="3278020" y="369662"/>
                  </a:lnTo>
                  <a:lnTo>
                    <a:pt x="3279092" y="370015"/>
                  </a:lnTo>
                  <a:lnTo>
                    <a:pt x="3280163" y="370367"/>
                  </a:lnTo>
                  <a:lnTo>
                    <a:pt x="3281235" y="370719"/>
                  </a:lnTo>
                  <a:lnTo>
                    <a:pt x="3282307" y="371071"/>
                  </a:lnTo>
                  <a:lnTo>
                    <a:pt x="3283378" y="371422"/>
                  </a:lnTo>
                  <a:lnTo>
                    <a:pt x="3284450" y="371772"/>
                  </a:lnTo>
                  <a:lnTo>
                    <a:pt x="3285521" y="372122"/>
                  </a:lnTo>
                  <a:lnTo>
                    <a:pt x="3286593" y="372471"/>
                  </a:lnTo>
                  <a:lnTo>
                    <a:pt x="3287665" y="372820"/>
                  </a:lnTo>
                  <a:lnTo>
                    <a:pt x="3288736" y="373168"/>
                  </a:lnTo>
                  <a:lnTo>
                    <a:pt x="3289808" y="373515"/>
                  </a:lnTo>
                  <a:lnTo>
                    <a:pt x="3290879" y="373862"/>
                  </a:lnTo>
                  <a:lnTo>
                    <a:pt x="3291951" y="374209"/>
                  </a:lnTo>
                  <a:lnTo>
                    <a:pt x="3293023" y="374555"/>
                  </a:lnTo>
                  <a:lnTo>
                    <a:pt x="3294094" y="374900"/>
                  </a:lnTo>
                  <a:lnTo>
                    <a:pt x="3295166" y="375245"/>
                  </a:lnTo>
                  <a:lnTo>
                    <a:pt x="3296237" y="375589"/>
                  </a:lnTo>
                  <a:lnTo>
                    <a:pt x="3297309" y="375932"/>
                  </a:lnTo>
                  <a:lnTo>
                    <a:pt x="3298381" y="376276"/>
                  </a:lnTo>
                  <a:lnTo>
                    <a:pt x="3299452" y="376618"/>
                  </a:lnTo>
                  <a:lnTo>
                    <a:pt x="3300524" y="376960"/>
                  </a:lnTo>
                  <a:lnTo>
                    <a:pt x="3301595" y="377302"/>
                  </a:lnTo>
                  <a:lnTo>
                    <a:pt x="3302667" y="377642"/>
                  </a:lnTo>
                  <a:lnTo>
                    <a:pt x="3303739" y="377983"/>
                  </a:lnTo>
                  <a:lnTo>
                    <a:pt x="3304810" y="378323"/>
                  </a:lnTo>
                  <a:lnTo>
                    <a:pt x="3305882" y="378662"/>
                  </a:lnTo>
                  <a:lnTo>
                    <a:pt x="3306953" y="379001"/>
                  </a:lnTo>
                  <a:lnTo>
                    <a:pt x="3308025" y="379339"/>
                  </a:lnTo>
                  <a:lnTo>
                    <a:pt x="3309097" y="379676"/>
                  </a:lnTo>
                  <a:lnTo>
                    <a:pt x="3310168" y="380013"/>
                  </a:lnTo>
                  <a:lnTo>
                    <a:pt x="3311240" y="380350"/>
                  </a:lnTo>
                  <a:lnTo>
                    <a:pt x="3312311" y="380686"/>
                  </a:lnTo>
                  <a:lnTo>
                    <a:pt x="3313383" y="381021"/>
                  </a:lnTo>
                  <a:lnTo>
                    <a:pt x="3314455" y="381356"/>
                  </a:lnTo>
                  <a:lnTo>
                    <a:pt x="3315526" y="381691"/>
                  </a:lnTo>
                  <a:lnTo>
                    <a:pt x="3316598" y="382025"/>
                  </a:lnTo>
                  <a:lnTo>
                    <a:pt x="3317669" y="382358"/>
                  </a:lnTo>
                  <a:lnTo>
                    <a:pt x="3318741" y="382691"/>
                  </a:lnTo>
                  <a:lnTo>
                    <a:pt x="3319813" y="383023"/>
                  </a:lnTo>
                  <a:lnTo>
                    <a:pt x="3320884" y="383355"/>
                  </a:lnTo>
                  <a:lnTo>
                    <a:pt x="3321956" y="383686"/>
                  </a:lnTo>
                  <a:lnTo>
                    <a:pt x="3323027" y="384017"/>
                  </a:lnTo>
                  <a:lnTo>
                    <a:pt x="3324099" y="384347"/>
                  </a:lnTo>
                  <a:lnTo>
                    <a:pt x="3325171" y="384676"/>
                  </a:lnTo>
                  <a:lnTo>
                    <a:pt x="3326242" y="385005"/>
                  </a:lnTo>
                  <a:lnTo>
                    <a:pt x="3327314" y="385334"/>
                  </a:lnTo>
                  <a:lnTo>
                    <a:pt x="3328385" y="385662"/>
                  </a:lnTo>
                  <a:lnTo>
                    <a:pt x="3329457" y="385989"/>
                  </a:lnTo>
                  <a:lnTo>
                    <a:pt x="3330529" y="386316"/>
                  </a:lnTo>
                  <a:lnTo>
                    <a:pt x="3331600" y="386643"/>
                  </a:lnTo>
                  <a:lnTo>
                    <a:pt x="3332672" y="386969"/>
                  </a:lnTo>
                  <a:lnTo>
                    <a:pt x="3333743" y="387294"/>
                  </a:lnTo>
                  <a:lnTo>
                    <a:pt x="3334815" y="387619"/>
                  </a:lnTo>
                  <a:lnTo>
                    <a:pt x="3335887" y="387943"/>
                  </a:lnTo>
                  <a:lnTo>
                    <a:pt x="3336958" y="388267"/>
                  </a:lnTo>
                  <a:lnTo>
                    <a:pt x="3338030" y="388591"/>
                  </a:lnTo>
                  <a:lnTo>
                    <a:pt x="3339101" y="388913"/>
                  </a:lnTo>
                  <a:lnTo>
                    <a:pt x="3340173" y="389236"/>
                  </a:lnTo>
                  <a:lnTo>
                    <a:pt x="3341245" y="389557"/>
                  </a:lnTo>
                  <a:lnTo>
                    <a:pt x="3342316" y="389879"/>
                  </a:lnTo>
                  <a:lnTo>
                    <a:pt x="3343388" y="390199"/>
                  </a:lnTo>
                  <a:lnTo>
                    <a:pt x="3344459" y="390520"/>
                  </a:lnTo>
                  <a:lnTo>
                    <a:pt x="3345531" y="390839"/>
                  </a:lnTo>
                  <a:lnTo>
                    <a:pt x="3346603" y="391158"/>
                  </a:lnTo>
                  <a:lnTo>
                    <a:pt x="3347674" y="391477"/>
                  </a:lnTo>
                  <a:lnTo>
                    <a:pt x="3348746" y="391795"/>
                  </a:lnTo>
                  <a:lnTo>
                    <a:pt x="3349817" y="392113"/>
                  </a:lnTo>
                  <a:lnTo>
                    <a:pt x="3350889" y="392430"/>
                  </a:lnTo>
                  <a:lnTo>
                    <a:pt x="3351961" y="392747"/>
                  </a:lnTo>
                  <a:lnTo>
                    <a:pt x="3353032" y="393063"/>
                  </a:lnTo>
                  <a:lnTo>
                    <a:pt x="3354104" y="393378"/>
                  </a:lnTo>
                  <a:lnTo>
                    <a:pt x="3355175" y="393693"/>
                  </a:lnTo>
                  <a:lnTo>
                    <a:pt x="3356247" y="394008"/>
                  </a:lnTo>
                  <a:lnTo>
                    <a:pt x="3357319" y="394322"/>
                  </a:lnTo>
                  <a:lnTo>
                    <a:pt x="3358390" y="394636"/>
                  </a:lnTo>
                  <a:lnTo>
                    <a:pt x="3359462" y="394949"/>
                  </a:lnTo>
                  <a:lnTo>
                    <a:pt x="3360533" y="395261"/>
                  </a:lnTo>
                  <a:lnTo>
                    <a:pt x="3361605" y="395574"/>
                  </a:lnTo>
                  <a:lnTo>
                    <a:pt x="3362677" y="395885"/>
                  </a:lnTo>
                  <a:lnTo>
                    <a:pt x="3363748" y="396196"/>
                  </a:lnTo>
                  <a:lnTo>
                    <a:pt x="3364820" y="396507"/>
                  </a:lnTo>
                  <a:lnTo>
                    <a:pt x="3365891" y="396817"/>
                  </a:lnTo>
                  <a:lnTo>
                    <a:pt x="3366963" y="397127"/>
                  </a:lnTo>
                  <a:lnTo>
                    <a:pt x="3368035" y="397436"/>
                  </a:lnTo>
                  <a:lnTo>
                    <a:pt x="3369106" y="397744"/>
                  </a:lnTo>
                  <a:lnTo>
                    <a:pt x="3370178" y="398052"/>
                  </a:lnTo>
                  <a:lnTo>
                    <a:pt x="3371249" y="398360"/>
                  </a:lnTo>
                  <a:lnTo>
                    <a:pt x="3372321" y="398667"/>
                  </a:lnTo>
                  <a:lnTo>
                    <a:pt x="3373392" y="398974"/>
                  </a:lnTo>
                  <a:lnTo>
                    <a:pt x="3374464" y="399280"/>
                  </a:lnTo>
                  <a:lnTo>
                    <a:pt x="3375536" y="399585"/>
                  </a:lnTo>
                  <a:lnTo>
                    <a:pt x="3376607" y="399891"/>
                  </a:lnTo>
                  <a:lnTo>
                    <a:pt x="3377679" y="400195"/>
                  </a:lnTo>
                  <a:lnTo>
                    <a:pt x="3378750" y="400499"/>
                  </a:lnTo>
                  <a:lnTo>
                    <a:pt x="3379822" y="400803"/>
                  </a:lnTo>
                  <a:lnTo>
                    <a:pt x="3380894" y="401106"/>
                  </a:lnTo>
                  <a:lnTo>
                    <a:pt x="3381965" y="401409"/>
                  </a:lnTo>
                  <a:lnTo>
                    <a:pt x="3383037" y="401711"/>
                  </a:lnTo>
                  <a:lnTo>
                    <a:pt x="3384108" y="402013"/>
                  </a:lnTo>
                  <a:lnTo>
                    <a:pt x="3385180" y="402314"/>
                  </a:lnTo>
                  <a:lnTo>
                    <a:pt x="3386252" y="402615"/>
                  </a:lnTo>
                  <a:lnTo>
                    <a:pt x="3387323" y="402915"/>
                  </a:lnTo>
                  <a:lnTo>
                    <a:pt x="3388395" y="403215"/>
                  </a:lnTo>
                  <a:lnTo>
                    <a:pt x="3389466" y="403515"/>
                  </a:lnTo>
                  <a:lnTo>
                    <a:pt x="3390538" y="403814"/>
                  </a:lnTo>
                  <a:lnTo>
                    <a:pt x="3391610" y="404112"/>
                  </a:lnTo>
                  <a:lnTo>
                    <a:pt x="3392681" y="404410"/>
                  </a:lnTo>
                  <a:lnTo>
                    <a:pt x="3393753" y="404707"/>
                  </a:lnTo>
                  <a:lnTo>
                    <a:pt x="3394824" y="405004"/>
                  </a:lnTo>
                  <a:lnTo>
                    <a:pt x="3395896" y="405301"/>
                  </a:lnTo>
                  <a:lnTo>
                    <a:pt x="3396968" y="405597"/>
                  </a:lnTo>
                  <a:lnTo>
                    <a:pt x="3398039" y="405892"/>
                  </a:lnTo>
                  <a:lnTo>
                    <a:pt x="3399111" y="406187"/>
                  </a:lnTo>
                  <a:lnTo>
                    <a:pt x="3400182" y="406482"/>
                  </a:lnTo>
                  <a:lnTo>
                    <a:pt x="3401254" y="406776"/>
                  </a:lnTo>
                  <a:lnTo>
                    <a:pt x="3402326" y="407070"/>
                  </a:lnTo>
                  <a:lnTo>
                    <a:pt x="3403397" y="407363"/>
                  </a:lnTo>
                  <a:lnTo>
                    <a:pt x="3404469" y="407655"/>
                  </a:lnTo>
                  <a:lnTo>
                    <a:pt x="3405540" y="407948"/>
                  </a:lnTo>
                  <a:lnTo>
                    <a:pt x="3406612" y="408239"/>
                  </a:lnTo>
                  <a:lnTo>
                    <a:pt x="3407684" y="408531"/>
                  </a:lnTo>
                  <a:lnTo>
                    <a:pt x="3408755" y="408822"/>
                  </a:lnTo>
                  <a:lnTo>
                    <a:pt x="3409827" y="409112"/>
                  </a:lnTo>
                  <a:lnTo>
                    <a:pt x="3410898" y="409402"/>
                  </a:lnTo>
                  <a:lnTo>
                    <a:pt x="3411970" y="409691"/>
                  </a:lnTo>
                  <a:lnTo>
                    <a:pt x="3413042" y="409980"/>
                  </a:lnTo>
                  <a:lnTo>
                    <a:pt x="3414113" y="410269"/>
                  </a:lnTo>
                  <a:lnTo>
                    <a:pt x="3415185" y="410557"/>
                  </a:lnTo>
                  <a:lnTo>
                    <a:pt x="3416256" y="410845"/>
                  </a:lnTo>
                  <a:lnTo>
                    <a:pt x="3417328" y="411132"/>
                  </a:lnTo>
                  <a:lnTo>
                    <a:pt x="3418400" y="411418"/>
                  </a:lnTo>
                  <a:lnTo>
                    <a:pt x="3419471" y="411705"/>
                  </a:lnTo>
                  <a:lnTo>
                    <a:pt x="3420543" y="411990"/>
                  </a:lnTo>
                  <a:lnTo>
                    <a:pt x="3421614" y="412276"/>
                  </a:lnTo>
                  <a:lnTo>
                    <a:pt x="3422686" y="412561"/>
                  </a:lnTo>
                  <a:lnTo>
                    <a:pt x="3423758" y="412845"/>
                  </a:lnTo>
                  <a:lnTo>
                    <a:pt x="3424829" y="413129"/>
                  </a:lnTo>
                  <a:lnTo>
                    <a:pt x="3425901" y="413412"/>
                  </a:lnTo>
                  <a:lnTo>
                    <a:pt x="3426972" y="413695"/>
                  </a:lnTo>
                  <a:lnTo>
                    <a:pt x="3428044" y="413978"/>
                  </a:lnTo>
                  <a:lnTo>
                    <a:pt x="3429116" y="414260"/>
                  </a:lnTo>
                  <a:lnTo>
                    <a:pt x="3430187" y="414542"/>
                  </a:lnTo>
                  <a:lnTo>
                    <a:pt x="3431259" y="414823"/>
                  </a:lnTo>
                  <a:lnTo>
                    <a:pt x="3432330" y="415104"/>
                  </a:lnTo>
                  <a:lnTo>
                    <a:pt x="3433402" y="415384"/>
                  </a:lnTo>
                  <a:lnTo>
                    <a:pt x="3434474" y="415664"/>
                  </a:lnTo>
                  <a:lnTo>
                    <a:pt x="3435545" y="415943"/>
                  </a:lnTo>
                  <a:lnTo>
                    <a:pt x="3436617" y="416222"/>
                  </a:lnTo>
                  <a:lnTo>
                    <a:pt x="3437688" y="416501"/>
                  </a:lnTo>
                  <a:lnTo>
                    <a:pt x="3438760" y="416779"/>
                  </a:lnTo>
                  <a:lnTo>
                    <a:pt x="3439832" y="417057"/>
                  </a:lnTo>
                  <a:lnTo>
                    <a:pt x="3440903" y="417334"/>
                  </a:lnTo>
                  <a:lnTo>
                    <a:pt x="3441975" y="417611"/>
                  </a:lnTo>
                  <a:lnTo>
                    <a:pt x="3443046" y="417887"/>
                  </a:lnTo>
                  <a:lnTo>
                    <a:pt x="3444118" y="418163"/>
                  </a:lnTo>
                  <a:lnTo>
                    <a:pt x="3445190" y="418439"/>
                  </a:lnTo>
                  <a:lnTo>
                    <a:pt x="3446261" y="418714"/>
                  </a:lnTo>
                  <a:lnTo>
                    <a:pt x="3447333" y="418988"/>
                  </a:lnTo>
                  <a:lnTo>
                    <a:pt x="3448404" y="419262"/>
                  </a:lnTo>
                  <a:lnTo>
                    <a:pt x="3449476" y="419536"/>
                  </a:lnTo>
                  <a:lnTo>
                    <a:pt x="3450548" y="419809"/>
                  </a:lnTo>
                  <a:lnTo>
                    <a:pt x="3451619" y="420082"/>
                  </a:lnTo>
                  <a:lnTo>
                    <a:pt x="3452691" y="420355"/>
                  </a:lnTo>
                  <a:lnTo>
                    <a:pt x="3453762" y="420627"/>
                  </a:lnTo>
                  <a:lnTo>
                    <a:pt x="3454834" y="420898"/>
                  </a:lnTo>
                  <a:lnTo>
                    <a:pt x="3455906" y="421169"/>
                  </a:lnTo>
                  <a:lnTo>
                    <a:pt x="3456977" y="421440"/>
                  </a:lnTo>
                  <a:lnTo>
                    <a:pt x="3458049" y="421710"/>
                  </a:lnTo>
                  <a:lnTo>
                    <a:pt x="3459120" y="421980"/>
                  </a:lnTo>
                  <a:lnTo>
                    <a:pt x="3460192" y="422249"/>
                  </a:lnTo>
                  <a:lnTo>
                    <a:pt x="3461264" y="422518"/>
                  </a:lnTo>
                  <a:lnTo>
                    <a:pt x="3462335" y="422787"/>
                  </a:lnTo>
                  <a:lnTo>
                    <a:pt x="3463407" y="423055"/>
                  </a:lnTo>
                  <a:lnTo>
                    <a:pt x="3464478" y="423323"/>
                  </a:lnTo>
                  <a:lnTo>
                    <a:pt x="3465550" y="423590"/>
                  </a:lnTo>
                  <a:lnTo>
                    <a:pt x="3466622" y="423857"/>
                  </a:lnTo>
                  <a:lnTo>
                    <a:pt x="3467693" y="424123"/>
                  </a:lnTo>
                  <a:lnTo>
                    <a:pt x="3468765" y="424389"/>
                  </a:lnTo>
                  <a:lnTo>
                    <a:pt x="3469836" y="424655"/>
                  </a:lnTo>
                  <a:lnTo>
                    <a:pt x="3470908" y="424920"/>
                  </a:lnTo>
                  <a:lnTo>
                    <a:pt x="3471980" y="425184"/>
                  </a:lnTo>
                  <a:lnTo>
                    <a:pt x="3473051" y="425449"/>
                  </a:lnTo>
                  <a:lnTo>
                    <a:pt x="3474123" y="425713"/>
                  </a:lnTo>
                  <a:lnTo>
                    <a:pt x="3475194" y="425976"/>
                  </a:lnTo>
                  <a:lnTo>
                    <a:pt x="3476266" y="426239"/>
                  </a:lnTo>
                  <a:lnTo>
                    <a:pt x="3477338" y="426502"/>
                  </a:lnTo>
                  <a:lnTo>
                    <a:pt x="3478409" y="426764"/>
                  </a:lnTo>
                  <a:lnTo>
                    <a:pt x="3479481" y="427026"/>
                  </a:lnTo>
                  <a:lnTo>
                    <a:pt x="3480552" y="427287"/>
                  </a:lnTo>
                  <a:lnTo>
                    <a:pt x="3481624" y="427548"/>
                  </a:lnTo>
                  <a:lnTo>
                    <a:pt x="3482696" y="427809"/>
                  </a:lnTo>
                  <a:lnTo>
                    <a:pt x="3483767" y="428069"/>
                  </a:lnTo>
                  <a:lnTo>
                    <a:pt x="3484839" y="428329"/>
                  </a:lnTo>
                  <a:lnTo>
                    <a:pt x="3485910" y="428588"/>
                  </a:lnTo>
                  <a:lnTo>
                    <a:pt x="3486982" y="428847"/>
                  </a:lnTo>
                  <a:lnTo>
                    <a:pt x="3488054" y="429105"/>
                  </a:lnTo>
                  <a:lnTo>
                    <a:pt x="3489125" y="429363"/>
                  </a:lnTo>
                  <a:lnTo>
                    <a:pt x="3490197" y="429621"/>
                  </a:lnTo>
                  <a:lnTo>
                    <a:pt x="3491268" y="429878"/>
                  </a:lnTo>
                  <a:lnTo>
                    <a:pt x="3492340" y="430135"/>
                  </a:lnTo>
                  <a:lnTo>
                    <a:pt x="3493412" y="430392"/>
                  </a:lnTo>
                  <a:lnTo>
                    <a:pt x="3494483" y="430648"/>
                  </a:lnTo>
                  <a:lnTo>
                    <a:pt x="3495555" y="430903"/>
                  </a:lnTo>
                  <a:lnTo>
                    <a:pt x="3496626" y="431159"/>
                  </a:lnTo>
                  <a:lnTo>
                    <a:pt x="3497698" y="431413"/>
                  </a:lnTo>
                  <a:lnTo>
                    <a:pt x="3498770" y="431668"/>
                  </a:lnTo>
                  <a:lnTo>
                    <a:pt x="3499841" y="431922"/>
                  </a:lnTo>
                  <a:lnTo>
                    <a:pt x="3500913" y="432175"/>
                  </a:lnTo>
                  <a:lnTo>
                    <a:pt x="3501984" y="432429"/>
                  </a:lnTo>
                  <a:lnTo>
                    <a:pt x="3503056" y="432682"/>
                  </a:lnTo>
                  <a:lnTo>
                    <a:pt x="3504128" y="432934"/>
                  </a:lnTo>
                  <a:lnTo>
                    <a:pt x="3505199" y="433186"/>
                  </a:lnTo>
                  <a:lnTo>
                    <a:pt x="3506271" y="433438"/>
                  </a:lnTo>
                  <a:lnTo>
                    <a:pt x="3507342" y="433689"/>
                  </a:lnTo>
                  <a:lnTo>
                    <a:pt x="3508414" y="433940"/>
                  </a:lnTo>
                  <a:lnTo>
                    <a:pt x="3509486" y="434190"/>
                  </a:lnTo>
                  <a:lnTo>
                    <a:pt x="3510557" y="434440"/>
                  </a:lnTo>
                  <a:lnTo>
                    <a:pt x="3511629" y="434690"/>
                  </a:lnTo>
                  <a:lnTo>
                    <a:pt x="3512700" y="434939"/>
                  </a:lnTo>
                  <a:lnTo>
                    <a:pt x="3513772" y="435188"/>
                  </a:lnTo>
                  <a:lnTo>
                    <a:pt x="3514844" y="435436"/>
                  </a:lnTo>
                  <a:lnTo>
                    <a:pt x="3515915" y="435685"/>
                  </a:lnTo>
                  <a:lnTo>
                    <a:pt x="3516987" y="435932"/>
                  </a:lnTo>
                  <a:lnTo>
                    <a:pt x="3518058" y="436180"/>
                  </a:lnTo>
                  <a:lnTo>
                    <a:pt x="3519130" y="436426"/>
                  </a:lnTo>
                  <a:lnTo>
                    <a:pt x="3520202" y="436673"/>
                  </a:lnTo>
                  <a:lnTo>
                    <a:pt x="3521273" y="436919"/>
                  </a:lnTo>
                  <a:lnTo>
                    <a:pt x="3522345" y="437165"/>
                  </a:lnTo>
                  <a:lnTo>
                    <a:pt x="3523416" y="437410"/>
                  </a:lnTo>
                  <a:lnTo>
                    <a:pt x="3524488" y="437655"/>
                  </a:lnTo>
                  <a:lnTo>
                    <a:pt x="3525560" y="437900"/>
                  </a:lnTo>
                  <a:lnTo>
                    <a:pt x="3526631" y="438144"/>
                  </a:lnTo>
                  <a:lnTo>
                    <a:pt x="3527703" y="438388"/>
                  </a:lnTo>
                  <a:lnTo>
                    <a:pt x="3528774" y="438631"/>
                  </a:lnTo>
                  <a:lnTo>
                    <a:pt x="3529846" y="438874"/>
                  </a:lnTo>
                  <a:lnTo>
                    <a:pt x="3530918" y="439117"/>
                  </a:lnTo>
                  <a:lnTo>
                    <a:pt x="3531989" y="439359"/>
                  </a:lnTo>
                  <a:lnTo>
                    <a:pt x="3533061" y="439601"/>
                  </a:lnTo>
                  <a:lnTo>
                    <a:pt x="3534132" y="439843"/>
                  </a:lnTo>
                  <a:lnTo>
                    <a:pt x="3535204" y="440084"/>
                  </a:lnTo>
                  <a:lnTo>
                    <a:pt x="3536276" y="440325"/>
                  </a:lnTo>
                  <a:lnTo>
                    <a:pt x="3537347" y="440565"/>
                  </a:lnTo>
                  <a:lnTo>
                    <a:pt x="3538419" y="440805"/>
                  </a:lnTo>
                  <a:lnTo>
                    <a:pt x="3539490" y="441045"/>
                  </a:lnTo>
                  <a:lnTo>
                    <a:pt x="3540562" y="441284"/>
                  </a:lnTo>
                  <a:lnTo>
                    <a:pt x="3541634" y="441523"/>
                  </a:lnTo>
                  <a:lnTo>
                    <a:pt x="3542705" y="441761"/>
                  </a:lnTo>
                  <a:lnTo>
                    <a:pt x="3543777" y="442000"/>
                  </a:lnTo>
                  <a:lnTo>
                    <a:pt x="3544848" y="442237"/>
                  </a:lnTo>
                  <a:lnTo>
                    <a:pt x="3545920" y="442475"/>
                  </a:lnTo>
                  <a:lnTo>
                    <a:pt x="3546992" y="442712"/>
                  </a:lnTo>
                  <a:lnTo>
                    <a:pt x="3548063" y="442948"/>
                  </a:lnTo>
                  <a:lnTo>
                    <a:pt x="3549135" y="443185"/>
                  </a:lnTo>
                  <a:lnTo>
                    <a:pt x="3550206" y="443421"/>
                  </a:lnTo>
                  <a:lnTo>
                    <a:pt x="3551278" y="443656"/>
                  </a:lnTo>
                  <a:lnTo>
                    <a:pt x="3552349" y="443891"/>
                  </a:lnTo>
                  <a:lnTo>
                    <a:pt x="3553421" y="444126"/>
                  </a:lnTo>
                  <a:lnTo>
                    <a:pt x="3554493" y="444361"/>
                  </a:lnTo>
                  <a:lnTo>
                    <a:pt x="3555564" y="444595"/>
                  </a:lnTo>
                  <a:lnTo>
                    <a:pt x="3556636" y="444828"/>
                  </a:lnTo>
                  <a:lnTo>
                    <a:pt x="3557707" y="445062"/>
                  </a:lnTo>
                  <a:lnTo>
                    <a:pt x="3558779" y="445295"/>
                  </a:lnTo>
                  <a:lnTo>
                    <a:pt x="3559851" y="445527"/>
                  </a:lnTo>
                  <a:lnTo>
                    <a:pt x="3560922" y="445760"/>
                  </a:lnTo>
                  <a:lnTo>
                    <a:pt x="3561994" y="445992"/>
                  </a:lnTo>
                  <a:lnTo>
                    <a:pt x="3563065" y="446223"/>
                  </a:lnTo>
                  <a:lnTo>
                    <a:pt x="3564137" y="446454"/>
                  </a:lnTo>
                  <a:lnTo>
                    <a:pt x="3565209" y="446685"/>
                  </a:lnTo>
                  <a:lnTo>
                    <a:pt x="3566280" y="446915"/>
                  </a:lnTo>
                  <a:lnTo>
                    <a:pt x="3567352" y="447146"/>
                  </a:lnTo>
                  <a:lnTo>
                    <a:pt x="3568423" y="447375"/>
                  </a:lnTo>
                  <a:lnTo>
                    <a:pt x="3569495" y="447605"/>
                  </a:lnTo>
                  <a:lnTo>
                    <a:pt x="3570567" y="447834"/>
                  </a:lnTo>
                  <a:lnTo>
                    <a:pt x="3571638" y="448062"/>
                  </a:lnTo>
                  <a:lnTo>
                    <a:pt x="3572710" y="448291"/>
                  </a:lnTo>
                  <a:lnTo>
                    <a:pt x="3573781" y="448519"/>
                  </a:lnTo>
                  <a:lnTo>
                    <a:pt x="3574853" y="448746"/>
                  </a:lnTo>
                  <a:lnTo>
                    <a:pt x="3575925" y="448973"/>
                  </a:lnTo>
                  <a:lnTo>
                    <a:pt x="3576996" y="449200"/>
                  </a:lnTo>
                  <a:lnTo>
                    <a:pt x="3578068" y="449427"/>
                  </a:lnTo>
                  <a:lnTo>
                    <a:pt x="3579139" y="449653"/>
                  </a:lnTo>
                  <a:lnTo>
                    <a:pt x="3580211" y="449879"/>
                  </a:lnTo>
                  <a:lnTo>
                    <a:pt x="3581283" y="450104"/>
                  </a:lnTo>
                  <a:lnTo>
                    <a:pt x="3582354" y="450329"/>
                  </a:lnTo>
                  <a:lnTo>
                    <a:pt x="3583426" y="450554"/>
                  </a:lnTo>
                  <a:lnTo>
                    <a:pt x="3584497" y="450779"/>
                  </a:lnTo>
                  <a:lnTo>
                    <a:pt x="3585569" y="451003"/>
                  </a:lnTo>
                  <a:lnTo>
                    <a:pt x="3586641" y="451226"/>
                  </a:lnTo>
                  <a:lnTo>
                    <a:pt x="3587712" y="451450"/>
                  </a:lnTo>
                  <a:lnTo>
                    <a:pt x="3588784" y="451673"/>
                  </a:lnTo>
                  <a:lnTo>
                    <a:pt x="3589855" y="451896"/>
                  </a:lnTo>
                  <a:lnTo>
                    <a:pt x="3590927" y="452118"/>
                  </a:lnTo>
                  <a:lnTo>
                    <a:pt x="3591999" y="452340"/>
                  </a:lnTo>
                  <a:lnTo>
                    <a:pt x="3593070" y="452562"/>
                  </a:lnTo>
                  <a:lnTo>
                    <a:pt x="3594142" y="452783"/>
                  </a:lnTo>
                  <a:lnTo>
                    <a:pt x="3595213" y="453004"/>
                  </a:lnTo>
                  <a:lnTo>
                    <a:pt x="3596285" y="453225"/>
                  </a:lnTo>
                  <a:lnTo>
                    <a:pt x="3597357" y="453445"/>
                  </a:lnTo>
                  <a:lnTo>
                    <a:pt x="3598428" y="453665"/>
                  </a:lnTo>
                  <a:lnTo>
                    <a:pt x="3599500" y="453884"/>
                  </a:lnTo>
                  <a:lnTo>
                    <a:pt x="3600571" y="454104"/>
                  </a:lnTo>
                  <a:lnTo>
                    <a:pt x="3601643" y="454323"/>
                  </a:lnTo>
                  <a:lnTo>
                    <a:pt x="3602715" y="454541"/>
                  </a:lnTo>
                  <a:lnTo>
                    <a:pt x="3603786" y="454759"/>
                  </a:lnTo>
                  <a:lnTo>
                    <a:pt x="3604858" y="454977"/>
                  </a:lnTo>
                  <a:lnTo>
                    <a:pt x="3605929" y="455195"/>
                  </a:lnTo>
                  <a:lnTo>
                    <a:pt x="3607001" y="455412"/>
                  </a:lnTo>
                  <a:lnTo>
                    <a:pt x="3608073" y="455629"/>
                  </a:lnTo>
                  <a:lnTo>
                    <a:pt x="3609144" y="455846"/>
                  </a:lnTo>
                  <a:lnTo>
                    <a:pt x="3610216" y="456062"/>
                  </a:lnTo>
                  <a:lnTo>
                    <a:pt x="3611287" y="456278"/>
                  </a:lnTo>
                  <a:lnTo>
                    <a:pt x="3612359" y="456493"/>
                  </a:lnTo>
                  <a:lnTo>
                    <a:pt x="3613431" y="456709"/>
                  </a:lnTo>
                  <a:lnTo>
                    <a:pt x="3614502" y="456923"/>
                  </a:lnTo>
                  <a:lnTo>
                    <a:pt x="3615574" y="457138"/>
                  </a:lnTo>
                  <a:lnTo>
                    <a:pt x="3616645" y="457352"/>
                  </a:lnTo>
                  <a:lnTo>
                    <a:pt x="3617717" y="457566"/>
                  </a:lnTo>
                  <a:lnTo>
                    <a:pt x="3618789" y="457780"/>
                  </a:lnTo>
                  <a:lnTo>
                    <a:pt x="3619860" y="457993"/>
                  </a:lnTo>
                  <a:lnTo>
                    <a:pt x="3620932" y="458206"/>
                  </a:lnTo>
                  <a:lnTo>
                    <a:pt x="3622003" y="458419"/>
                  </a:lnTo>
                  <a:lnTo>
                    <a:pt x="3623075" y="458631"/>
                  </a:lnTo>
                  <a:lnTo>
                    <a:pt x="3624147" y="458843"/>
                  </a:lnTo>
                  <a:lnTo>
                    <a:pt x="3625218" y="459054"/>
                  </a:lnTo>
                  <a:lnTo>
                    <a:pt x="3626290" y="459266"/>
                  </a:lnTo>
                  <a:lnTo>
                    <a:pt x="3627361" y="459477"/>
                  </a:lnTo>
                  <a:lnTo>
                    <a:pt x="3628433" y="459687"/>
                  </a:lnTo>
                  <a:lnTo>
                    <a:pt x="3629505" y="459898"/>
                  </a:lnTo>
                  <a:lnTo>
                    <a:pt x="3630576" y="460108"/>
                  </a:lnTo>
                  <a:lnTo>
                    <a:pt x="3631648" y="460317"/>
                  </a:lnTo>
                  <a:lnTo>
                    <a:pt x="3632719" y="460527"/>
                  </a:lnTo>
                  <a:lnTo>
                    <a:pt x="3633791" y="460736"/>
                  </a:lnTo>
                  <a:lnTo>
                    <a:pt x="3634863" y="460944"/>
                  </a:lnTo>
                  <a:lnTo>
                    <a:pt x="3635934" y="461153"/>
                  </a:lnTo>
                  <a:lnTo>
                    <a:pt x="3637006" y="461361"/>
                  </a:lnTo>
                  <a:lnTo>
                    <a:pt x="3638077" y="461569"/>
                  </a:lnTo>
                  <a:lnTo>
                    <a:pt x="3639149" y="461776"/>
                  </a:lnTo>
                  <a:lnTo>
                    <a:pt x="3640221" y="461983"/>
                  </a:lnTo>
                  <a:lnTo>
                    <a:pt x="3641292" y="462190"/>
                  </a:lnTo>
                  <a:lnTo>
                    <a:pt x="3642364" y="462397"/>
                  </a:lnTo>
                  <a:lnTo>
                    <a:pt x="3643435" y="462603"/>
                  </a:lnTo>
                  <a:lnTo>
                    <a:pt x="3644507" y="462809"/>
                  </a:lnTo>
                  <a:lnTo>
                    <a:pt x="3645579" y="463014"/>
                  </a:lnTo>
                  <a:lnTo>
                    <a:pt x="3646650" y="463219"/>
                  </a:lnTo>
                  <a:lnTo>
                    <a:pt x="3647722" y="463424"/>
                  </a:lnTo>
                  <a:lnTo>
                    <a:pt x="3648793" y="463629"/>
                  </a:lnTo>
                  <a:lnTo>
                    <a:pt x="3649865" y="463833"/>
                  </a:lnTo>
                  <a:lnTo>
                    <a:pt x="3650937" y="464037"/>
                  </a:lnTo>
                  <a:lnTo>
                    <a:pt x="3652008" y="464241"/>
                  </a:lnTo>
                  <a:lnTo>
                    <a:pt x="3653080" y="464444"/>
                  </a:lnTo>
                  <a:lnTo>
                    <a:pt x="3654151" y="464647"/>
                  </a:lnTo>
                  <a:lnTo>
                    <a:pt x="3655223" y="464850"/>
                  </a:lnTo>
                  <a:lnTo>
                    <a:pt x="3656295" y="465052"/>
                  </a:lnTo>
                  <a:lnTo>
                    <a:pt x="3657366" y="465254"/>
                  </a:lnTo>
                  <a:lnTo>
                    <a:pt x="3658438" y="465456"/>
                  </a:lnTo>
                  <a:lnTo>
                    <a:pt x="3659509" y="465658"/>
                  </a:lnTo>
                  <a:lnTo>
                    <a:pt x="3660581" y="465859"/>
                  </a:lnTo>
                  <a:lnTo>
                    <a:pt x="3661653" y="466060"/>
                  </a:lnTo>
                  <a:lnTo>
                    <a:pt x="3662724" y="466260"/>
                  </a:lnTo>
                  <a:lnTo>
                    <a:pt x="3663796" y="466461"/>
                  </a:lnTo>
                  <a:lnTo>
                    <a:pt x="3664867" y="466661"/>
                  </a:lnTo>
                  <a:lnTo>
                    <a:pt x="3665939" y="466860"/>
                  </a:lnTo>
                  <a:lnTo>
                    <a:pt x="3667011" y="467060"/>
                  </a:lnTo>
                  <a:lnTo>
                    <a:pt x="3668082" y="467259"/>
                  </a:lnTo>
                  <a:lnTo>
                    <a:pt x="3669154" y="467458"/>
                  </a:lnTo>
                  <a:lnTo>
                    <a:pt x="3670225" y="467656"/>
                  </a:lnTo>
                  <a:lnTo>
                    <a:pt x="3671297" y="467854"/>
                  </a:lnTo>
                  <a:lnTo>
                    <a:pt x="3672369" y="468052"/>
                  </a:lnTo>
                  <a:lnTo>
                    <a:pt x="3673440" y="468250"/>
                  </a:lnTo>
                  <a:lnTo>
                    <a:pt x="3674512" y="468447"/>
                  </a:lnTo>
                  <a:lnTo>
                    <a:pt x="3675583" y="468644"/>
                  </a:lnTo>
                  <a:lnTo>
                    <a:pt x="3676655" y="468841"/>
                  </a:lnTo>
                  <a:lnTo>
                    <a:pt x="3677727" y="469037"/>
                  </a:lnTo>
                  <a:lnTo>
                    <a:pt x="3678798" y="469233"/>
                  </a:lnTo>
                  <a:lnTo>
                    <a:pt x="3679870" y="469429"/>
                  </a:lnTo>
                  <a:lnTo>
                    <a:pt x="3680941" y="469624"/>
                  </a:lnTo>
                  <a:lnTo>
                    <a:pt x="3682013" y="469819"/>
                  </a:lnTo>
                  <a:lnTo>
                    <a:pt x="3683085" y="470014"/>
                  </a:lnTo>
                  <a:lnTo>
                    <a:pt x="3684156" y="470209"/>
                  </a:lnTo>
                  <a:lnTo>
                    <a:pt x="3685228" y="470403"/>
                  </a:lnTo>
                  <a:lnTo>
                    <a:pt x="3686299" y="470597"/>
                  </a:lnTo>
                  <a:lnTo>
                    <a:pt x="3687371" y="470791"/>
                  </a:lnTo>
                  <a:lnTo>
                    <a:pt x="3688443" y="470984"/>
                  </a:lnTo>
                  <a:lnTo>
                    <a:pt x="3689514" y="471177"/>
                  </a:lnTo>
                  <a:lnTo>
                    <a:pt x="3690586" y="471370"/>
                  </a:lnTo>
                  <a:lnTo>
                    <a:pt x="3691657" y="471563"/>
                  </a:lnTo>
                  <a:lnTo>
                    <a:pt x="3692729" y="471755"/>
                  </a:lnTo>
                  <a:lnTo>
                    <a:pt x="3693801" y="471947"/>
                  </a:lnTo>
                  <a:lnTo>
                    <a:pt x="3694872" y="472139"/>
                  </a:lnTo>
                  <a:lnTo>
                    <a:pt x="3695944" y="472330"/>
                  </a:lnTo>
                  <a:lnTo>
                    <a:pt x="3697015" y="472521"/>
                  </a:lnTo>
                  <a:lnTo>
                    <a:pt x="3698087" y="472712"/>
                  </a:lnTo>
                  <a:lnTo>
                    <a:pt x="3699159" y="472902"/>
                  </a:lnTo>
                  <a:lnTo>
                    <a:pt x="3700230" y="473093"/>
                  </a:lnTo>
                  <a:lnTo>
                    <a:pt x="3701302" y="473283"/>
                  </a:lnTo>
                  <a:lnTo>
                    <a:pt x="3702373" y="473472"/>
                  </a:lnTo>
                  <a:lnTo>
                    <a:pt x="3703445" y="473662"/>
                  </a:lnTo>
                  <a:lnTo>
                    <a:pt x="3704517" y="473851"/>
                  </a:lnTo>
                  <a:lnTo>
                    <a:pt x="3705588" y="474040"/>
                  </a:lnTo>
                  <a:lnTo>
                    <a:pt x="3706660" y="474228"/>
                  </a:lnTo>
                  <a:lnTo>
                    <a:pt x="3707731" y="474416"/>
                  </a:lnTo>
                  <a:lnTo>
                    <a:pt x="3708803" y="474604"/>
                  </a:lnTo>
                  <a:lnTo>
                    <a:pt x="3709875" y="474792"/>
                  </a:lnTo>
                  <a:lnTo>
                    <a:pt x="3710946" y="474979"/>
                  </a:lnTo>
                  <a:lnTo>
                    <a:pt x="3712018" y="475167"/>
                  </a:lnTo>
                  <a:lnTo>
                    <a:pt x="3713089" y="475353"/>
                  </a:lnTo>
                  <a:lnTo>
                    <a:pt x="3714161" y="475540"/>
                  </a:lnTo>
                  <a:lnTo>
                    <a:pt x="3715233" y="475726"/>
                  </a:lnTo>
                  <a:lnTo>
                    <a:pt x="3716304" y="475912"/>
                  </a:lnTo>
                  <a:lnTo>
                    <a:pt x="3717376" y="476098"/>
                  </a:lnTo>
                  <a:lnTo>
                    <a:pt x="3718447" y="476283"/>
                  </a:lnTo>
                  <a:lnTo>
                    <a:pt x="3719519" y="476469"/>
                  </a:lnTo>
                  <a:lnTo>
                    <a:pt x="3720591" y="476653"/>
                  </a:lnTo>
                  <a:lnTo>
                    <a:pt x="3721662" y="476838"/>
                  </a:lnTo>
                  <a:lnTo>
                    <a:pt x="3722734" y="477022"/>
                  </a:lnTo>
                  <a:lnTo>
                    <a:pt x="3723805" y="477206"/>
                  </a:lnTo>
                  <a:lnTo>
                    <a:pt x="3724877" y="477390"/>
                  </a:lnTo>
                  <a:lnTo>
                    <a:pt x="3725949" y="477574"/>
                  </a:lnTo>
                  <a:lnTo>
                    <a:pt x="3727020" y="477757"/>
                  </a:lnTo>
                  <a:lnTo>
                    <a:pt x="3728092" y="477940"/>
                  </a:lnTo>
                  <a:lnTo>
                    <a:pt x="3729163" y="478123"/>
                  </a:lnTo>
                  <a:lnTo>
                    <a:pt x="3730235" y="478305"/>
                  </a:lnTo>
                  <a:lnTo>
                    <a:pt x="3731306" y="478487"/>
                  </a:lnTo>
                  <a:lnTo>
                    <a:pt x="3732378" y="478669"/>
                  </a:lnTo>
                  <a:lnTo>
                    <a:pt x="3733450" y="478851"/>
                  </a:lnTo>
                  <a:lnTo>
                    <a:pt x="3734521" y="479032"/>
                  </a:lnTo>
                  <a:lnTo>
                    <a:pt x="3735593" y="479213"/>
                  </a:lnTo>
                  <a:lnTo>
                    <a:pt x="3736664" y="479394"/>
                  </a:lnTo>
                  <a:lnTo>
                    <a:pt x="3737736" y="479574"/>
                  </a:lnTo>
                  <a:lnTo>
                    <a:pt x="3738808" y="479755"/>
                  </a:lnTo>
                  <a:lnTo>
                    <a:pt x="3739879" y="479935"/>
                  </a:lnTo>
                  <a:lnTo>
                    <a:pt x="3740951" y="480114"/>
                  </a:lnTo>
                  <a:lnTo>
                    <a:pt x="3742022" y="480294"/>
                  </a:lnTo>
                  <a:lnTo>
                    <a:pt x="3743094" y="480473"/>
                  </a:lnTo>
                  <a:lnTo>
                    <a:pt x="3744166" y="480652"/>
                  </a:lnTo>
                  <a:lnTo>
                    <a:pt x="3745237" y="480831"/>
                  </a:lnTo>
                  <a:lnTo>
                    <a:pt x="3746309" y="481009"/>
                  </a:lnTo>
                  <a:lnTo>
                    <a:pt x="3747380" y="481187"/>
                  </a:lnTo>
                  <a:lnTo>
                    <a:pt x="3748452" y="481365"/>
                  </a:lnTo>
                  <a:lnTo>
                    <a:pt x="3749524" y="481543"/>
                  </a:lnTo>
                  <a:lnTo>
                    <a:pt x="3750595" y="481720"/>
                  </a:lnTo>
                  <a:lnTo>
                    <a:pt x="3751667" y="481897"/>
                  </a:lnTo>
                  <a:lnTo>
                    <a:pt x="3752738" y="482074"/>
                  </a:lnTo>
                  <a:lnTo>
                    <a:pt x="3753810" y="482250"/>
                  </a:lnTo>
                  <a:lnTo>
                    <a:pt x="3754882" y="482427"/>
                  </a:lnTo>
                  <a:lnTo>
                    <a:pt x="3755953" y="482603"/>
                  </a:lnTo>
                  <a:lnTo>
                    <a:pt x="3757025" y="482779"/>
                  </a:lnTo>
                  <a:lnTo>
                    <a:pt x="3758096" y="482954"/>
                  </a:lnTo>
                  <a:lnTo>
                    <a:pt x="3759168" y="483129"/>
                  </a:lnTo>
                  <a:lnTo>
                    <a:pt x="3760240" y="483304"/>
                  </a:lnTo>
                  <a:lnTo>
                    <a:pt x="3761311" y="483479"/>
                  </a:lnTo>
                  <a:lnTo>
                    <a:pt x="3762383" y="483654"/>
                  </a:lnTo>
                  <a:lnTo>
                    <a:pt x="3763454" y="483828"/>
                  </a:lnTo>
                  <a:lnTo>
                    <a:pt x="3764526" y="484002"/>
                  </a:lnTo>
                  <a:lnTo>
                    <a:pt x="3765598" y="484175"/>
                  </a:lnTo>
                  <a:lnTo>
                    <a:pt x="3766669" y="484349"/>
                  </a:lnTo>
                  <a:lnTo>
                    <a:pt x="3767741" y="484522"/>
                  </a:lnTo>
                  <a:lnTo>
                    <a:pt x="3768812" y="484695"/>
                  </a:lnTo>
                  <a:lnTo>
                    <a:pt x="3769884" y="484868"/>
                  </a:lnTo>
                  <a:lnTo>
                    <a:pt x="3770956" y="485040"/>
                  </a:lnTo>
                  <a:lnTo>
                    <a:pt x="3772027" y="485212"/>
                  </a:lnTo>
                  <a:lnTo>
                    <a:pt x="3773099" y="485384"/>
                  </a:lnTo>
                  <a:lnTo>
                    <a:pt x="3774170" y="485556"/>
                  </a:lnTo>
                  <a:lnTo>
                    <a:pt x="3775242" y="485727"/>
                  </a:lnTo>
                  <a:lnTo>
                    <a:pt x="3776314" y="485899"/>
                  </a:lnTo>
                  <a:lnTo>
                    <a:pt x="3777385" y="486070"/>
                  </a:lnTo>
                  <a:lnTo>
                    <a:pt x="3778457" y="486240"/>
                  </a:lnTo>
                  <a:lnTo>
                    <a:pt x="3779528" y="486411"/>
                  </a:lnTo>
                  <a:lnTo>
                    <a:pt x="3780600" y="486581"/>
                  </a:lnTo>
                  <a:lnTo>
                    <a:pt x="3781672" y="486751"/>
                  </a:lnTo>
                  <a:lnTo>
                    <a:pt x="3782743" y="486920"/>
                  </a:lnTo>
                  <a:lnTo>
                    <a:pt x="3783815" y="487090"/>
                  </a:lnTo>
                  <a:lnTo>
                    <a:pt x="3784886" y="487259"/>
                  </a:lnTo>
                  <a:lnTo>
                    <a:pt x="3785958" y="487428"/>
                  </a:lnTo>
                  <a:lnTo>
                    <a:pt x="3787030" y="487597"/>
                  </a:lnTo>
                  <a:lnTo>
                    <a:pt x="3788101" y="487765"/>
                  </a:lnTo>
                  <a:lnTo>
                    <a:pt x="3789173" y="487933"/>
                  </a:lnTo>
                  <a:lnTo>
                    <a:pt x="3790244" y="488101"/>
                  </a:lnTo>
                  <a:lnTo>
                    <a:pt x="3791316" y="488269"/>
                  </a:lnTo>
                  <a:lnTo>
                    <a:pt x="3792388" y="488436"/>
                  </a:lnTo>
                  <a:lnTo>
                    <a:pt x="3793459" y="488604"/>
                  </a:lnTo>
                  <a:lnTo>
                    <a:pt x="3794531" y="488771"/>
                  </a:lnTo>
                  <a:lnTo>
                    <a:pt x="3795602" y="488937"/>
                  </a:lnTo>
                  <a:lnTo>
                    <a:pt x="3796674" y="489104"/>
                  </a:lnTo>
                  <a:lnTo>
                    <a:pt x="3797746" y="489270"/>
                  </a:lnTo>
                  <a:lnTo>
                    <a:pt x="3798817" y="489436"/>
                  </a:lnTo>
                  <a:lnTo>
                    <a:pt x="3799889" y="489602"/>
                  </a:lnTo>
                  <a:lnTo>
                    <a:pt x="3800960" y="489767"/>
                  </a:lnTo>
                  <a:lnTo>
                    <a:pt x="3802032" y="489933"/>
                  </a:lnTo>
                  <a:lnTo>
                    <a:pt x="3803104" y="490098"/>
                  </a:lnTo>
                  <a:lnTo>
                    <a:pt x="3804175" y="490262"/>
                  </a:lnTo>
                  <a:lnTo>
                    <a:pt x="3805247" y="490427"/>
                  </a:lnTo>
                  <a:lnTo>
                    <a:pt x="3806318" y="490591"/>
                  </a:lnTo>
                  <a:lnTo>
                    <a:pt x="3807390" y="490755"/>
                  </a:lnTo>
                  <a:lnTo>
                    <a:pt x="3808462" y="490919"/>
                  </a:lnTo>
                  <a:lnTo>
                    <a:pt x="3809533" y="491083"/>
                  </a:lnTo>
                  <a:lnTo>
                    <a:pt x="3810605" y="491246"/>
                  </a:lnTo>
                  <a:lnTo>
                    <a:pt x="3811676" y="491409"/>
                  </a:lnTo>
                  <a:lnTo>
                    <a:pt x="3812748" y="491572"/>
                  </a:lnTo>
                  <a:lnTo>
                    <a:pt x="3813820" y="491735"/>
                  </a:lnTo>
                  <a:lnTo>
                    <a:pt x="3814891" y="491897"/>
                  </a:lnTo>
                  <a:lnTo>
                    <a:pt x="3815963" y="492059"/>
                  </a:lnTo>
                  <a:lnTo>
                    <a:pt x="3817034" y="492221"/>
                  </a:lnTo>
                  <a:lnTo>
                    <a:pt x="3818106" y="492383"/>
                  </a:lnTo>
                  <a:lnTo>
                    <a:pt x="3819178" y="492545"/>
                  </a:lnTo>
                  <a:lnTo>
                    <a:pt x="3820249" y="492706"/>
                  </a:lnTo>
                  <a:lnTo>
                    <a:pt x="3821321" y="492867"/>
                  </a:lnTo>
                  <a:lnTo>
                    <a:pt x="3822392" y="493028"/>
                  </a:lnTo>
                  <a:lnTo>
                    <a:pt x="3823464" y="493188"/>
                  </a:lnTo>
                  <a:lnTo>
                    <a:pt x="3824536" y="493348"/>
                  </a:lnTo>
                  <a:lnTo>
                    <a:pt x="3825607" y="493509"/>
                  </a:lnTo>
                  <a:lnTo>
                    <a:pt x="3826679" y="493668"/>
                  </a:lnTo>
                  <a:lnTo>
                    <a:pt x="3827750" y="493828"/>
                  </a:lnTo>
                  <a:lnTo>
                    <a:pt x="3828822" y="493987"/>
                  </a:lnTo>
                  <a:lnTo>
                    <a:pt x="3829894" y="494147"/>
                  </a:lnTo>
                  <a:lnTo>
                    <a:pt x="3830965" y="494306"/>
                  </a:lnTo>
                  <a:lnTo>
                    <a:pt x="3832037" y="494464"/>
                  </a:lnTo>
                  <a:lnTo>
                    <a:pt x="3833108" y="494623"/>
                  </a:lnTo>
                  <a:lnTo>
                    <a:pt x="3834180" y="494781"/>
                  </a:lnTo>
                  <a:lnTo>
                    <a:pt x="3835252" y="494939"/>
                  </a:lnTo>
                  <a:lnTo>
                    <a:pt x="3836323" y="495097"/>
                  </a:lnTo>
                  <a:lnTo>
                    <a:pt x="3837395" y="495254"/>
                  </a:lnTo>
                  <a:lnTo>
                    <a:pt x="3838466" y="495412"/>
                  </a:lnTo>
                  <a:lnTo>
                    <a:pt x="3839538" y="495569"/>
                  </a:lnTo>
                  <a:lnTo>
                    <a:pt x="3840610" y="495726"/>
                  </a:lnTo>
                  <a:lnTo>
                    <a:pt x="3841681" y="495882"/>
                  </a:lnTo>
                  <a:lnTo>
                    <a:pt x="3842753" y="496039"/>
                  </a:lnTo>
                  <a:lnTo>
                    <a:pt x="3843824" y="496195"/>
                  </a:lnTo>
                  <a:lnTo>
                    <a:pt x="3844896" y="496351"/>
                  </a:lnTo>
                  <a:lnTo>
                    <a:pt x="3845968" y="496507"/>
                  </a:lnTo>
                  <a:lnTo>
                    <a:pt x="3847039" y="496662"/>
                  </a:lnTo>
                  <a:lnTo>
                    <a:pt x="3848111" y="496818"/>
                  </a:lnTo>
                  <a:lnTo>
                    <a:pt x="3849182" y="496973"/>
                  </a:lnTo>
                  <a:lnTo>
                    <a:pt x="3850254" y="497128"/>
                  </a:lnTo>
                  <a:lnTo>
                    <a:pt x="3851326" y="497282"/>
                  </a:lnTo>
                  <a:lnTo>
                    <a:pt x="3852397" y="497437"/>
                  </a:lnTo>
                  <a:lnTo>
                    <a:pt x="3853469" y="497591"/>
                  </a:lnTo>
                  <a:lnTo>
                    <a:pt x="3854540" y="497745"/>
                  </a:lnTo>
                  <a:lnTo>
                    <a:pt x="3855612" y="497899"/>
                  </a:lnTo>
                  <a:lnTo>
                    <a:pt x="3856684" y="498053"/>
                  </a:lnTo>
                  <a:lnTo>
                    <a:pt x="3856684" y="49805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684231" y="1588870"/>
              <a:ext cx="3856684" cy="1015867"/>
            </a:xfrm>
            <a:custGeom>
              <a:avLst/>
              <a:gdLst/>
              <a:ahLst/>
              <a:cxnLst/>
              <a:rect l="0" t="0" r="0" b="0"/>
              <a:pathLst>
                <a:path w="3856684" h="1015867">
                  <a:moveTo>
                    <a:pt x="3856684" y="680544"/>
                  </a:moveTo>
                  <a:lnTo>
                    <a:pt x="3855612" y="680175"/>
                  </a:lnTo>
                  <a:lnTo>
                    <a:pt x="3854540" y="679807"/>
                  </a:lnTo>
                  <a:lnTo>
                    <a:pt x="3853469" y="679438"/>
                  </a:lnTo>
                  <a:lnTo>
                    <a:pt x="3852397" y="679069"/>
                  </a:lnTo>
                  <a:lnTo>
                    <a:pt x="3851326" y="678701"/>
                  </a:lnTo>
                  <a:lnTo>
                    <a:pt x="3850254" y="678332"/>
                  </a:lnTo>
                  <a:lnTo>
                    <a:pt x="3849182" y="677962"/>
                  </a:lnTo>
                  <a:lnTo>
                    <a:pt x="3848111" y="677593"/>
                  </a:lnTo>
                  <a:lnTo>
                    <a:pt x="3847039" y="677224"/>
                  </a:lnTo>
                  <a:lnTo>
                    <a:pt x="3845968" y="676854"/>
                  </a:lnTo>
                  <a:lnTo>
                    <a:pt x="3844896" y="676485"/>
                  </a:lnTo>
                  <a:lnTo>
                    <a:pt x="3843824" y="676115"/>
                  </a:lnTo>
                  <a:lnTo>
                    <a:pt x="3842753" y="675745"/>
                  </a:lnTo>
                  <a:lnTo>
                    <a:pt x="3841681" y="675375"/>
                  </a:lnTo>
                  <a:lnTo>
                    <a:pt x="3840610" y="675005"/>
                  </a:lnTo>
                  <a:lnTo>
                    <a:pt x="3839538" y="674635"/>
                  </a:lnTo>
                  <a:lnTo>
                    <a:pt x="3838466" y="674265"/>
                  </a:lnTo>
                  <a:lnTo>
                    <a:pt x="3837395" y="673894"/>
                  </a:lnTo>
                  <a:lnTo>
                    <a:pt x="3836323" y="673524"/>
                  </a:lnTo>
                  <a:lnTo>
                    <a:pt x="3835252" y="673153"/>
                  </a:lnTo>
                  <a:lnTo>
                    <a:pt x="3834180" y="672783"/>
                  </a:lnTo>
                  <a:lnTo>
                    <a:pt x="3833108" y="672412"/>
                  </a:lnTo>
                  <a:lnTo>
                    <a:pt x="3832037" y="672041"/>
                  </a:lnTo>
                  <a:lnTo>
                    <a:pt x="3830965" y="671670"/>
                  </a:lnTo>
                  <a:lnTo>
                    <a:pt x="3829894" y="671298"/>
                  </a:lnTo>
                  <a:lnTo>
                    <a:pt x="3828822" y="670927"/>
                  </a:lnTo>
                  <a:lnTo>
                    <a:pt x="3827750" y="670556"/>
                  </a:lnTo>
                  <a:lnTo>
                    <a:pt x="3826679" y="670184"/>
                  </a:lnTo>
                  <a:lnTo>
                    <a:pt x="3825607" y="669813"/>
                  </a:lnTo>
                  <a:lnTo>
                    <a:pt x="3824536" y="669441"/>
                  </a:lnTo>
                  <a:lnTo>
                    <a:pt x="3823464" y="669069"/>
                  </a:lnTo>
                  <a:lnTo>
                    <a:pt x="3822392" y="668697"/>
                  </a:lnTo>
                  <a:lnTo>
                    <a:pt x="3821321" y="668325"/>
                  </a:lnTo>
                  <a:lnTo>
                    <a:pt x="3820249" y="667953"/>
                  </a:lnTo>
                  <a:lnTo>
                    <a:pt x="3819178" y="667580"/>
                  </a:lnTo>
                  <a:lnTo>
                    <a:pt x="3818106" y="667208"/>
                  </a:lnTo>
                  <a:lnTo>
                    <a:pt x="3817034" y="666835"/>
                  </a:lnTo>
                  <a:lnTo>
                    <a:pt x="3815963" y="666462"/>
                  </a:lnTo>
                  <a:lnTo>
                    <a:pt x="3814891" y="666090"/>
                  </a:lnTo>
                  <a:lnTo>
                    <a:pt x="3813820" y="665717"/>
                  </a:lnTo>
                  <a:lnTo>
                    <a:pt x="3812748" y="665344"/>
                  </a:lnTo>
                  <a:lnTo>
                    <a:pt x="3811676" y="664971"/>
                  </a:lnTo>
                  <a:lnTo>
                    <a:pt x="3810605" y="664597"/>
                  </a:lnTo>
                  <a:lnTo>
                    <a:pt x="3809533" y="664224"/>
                  </a:lnTo>
                  <a:lnTo>
                    <a:pt x="3808462" y="663851"/>
                  </a:lnTo>
                  <a:lnTo>
                    <a:pt x="3807390" y="663477"/>
                  </a:lnTo>
                  <a:lnTo>
                    <a:pt x="3806318" y="663103"/>
                  </a:lnTo>
                  <a:lnTo>
                    <a:pt x="3805247" y="662730"/>
                  </a:lnTo>
                  <a:lnTo>
                    <a:pt x="3804175" y="662356"/>
                  </a:lnTo>
                  <a:lnTo>
                    <a:pt x="3803104" y="661982"/>
                  </a:lnTo>
                  <a:lnTo>
                    <a:pt x="3802032" y="661608"/>
                  </a:lnTo>
                  <a:lnTo>
                    <a:pt x="3800960" y="661233"/>
                  </a:lnTo>
                  <a:lnTo>
                    <a:pt x="3799889" y="660859"/>
                  </a:lnTo>
                  <a:lnTo>
                    <a:pt x="3798817" y="660485"/>
                  </a:lnTo>
                  <a:lnTo>
                    <a:pt x="3797746" y="660110"/>
                  </a:lnTo>
                  <a:lnTo>
                    <a:pt x="3796674" y="659735"/>
                  </a:lnTo>
                  <a:lnTo>
                    <a:pt x="3795602" y="659361"/>
                  </a:lnTo>
                  <a:lnTo>
                    <a:pt x="3794531" y="658986"/>
                  </a:lnTo>
                  <a:lnTo>
                    <a:pt x="3793459" y="658611"/>
                  </a:lnTo>
                  <a:lnTo>
                    <a:pt x="3792388" y="658236"/>
                  </a:lnTo>
                  <a:lnTo>
                    <a:pt x="3791316" y="657860"/>
                  </a:lnTo>
                  <a:lnTo>
                    <a:pt x="3790244" y="657485"/>
                  </a:lnTo>
                  <a:lnTo>
                    <a:pt x="3789173" y="657110"/>
                  </a:lnTo>
                  <a:lnTo>
                    <a:pt x="3788101" y="656734"/>
                  </a:lnTo>
                  <a:lnTo>
                    <a:pt x="3787030" y="656359"/>
                  </a:lnTo>
                  <a:lnTo>
                    <a:pt x="3785958" y="655983"/>
                  </a:lnTo>
                  <a:lnTo>
                    <a:pt x="3784886" y="655607"/>
                  </a:lnTo>
                  <a:lnTo>
                    <a:pt x="3783815" y="655231"/>
                  </a:lnTo>
                  <a:lnTo>
                    <a:pt x="3782743" y="654855"/>
                  </a:lnTo>
                  <a:lnTo>
                    <a:pt x="3781672" y="654479"/>
                  </a:lnTo>
                  <a:lnTo>
                    <a:pt x="3780600" y="654103"/>
                  </a:lnTo>
                  <a:lnTo>
                    <a:pt x="3779528" y="653726"/>
                  </a:lnTo>
                  <a:lnTo>
                    <a:pt x="3778457" y="653350"/>
                  </a:lnTo>
                  <a:lnTo>
                    <a:pt x="3777385" y="652973"/>
                  </a:lnTo>
                  <a:lnTo>
                    <a:pt x="3776314" y="652596"/>
                  </a:lnTo>
                  <a:lnTo>
                    <a:pt x="3775242" y="652220"/>
                  </a:lnTo>
                  <a:lnTo>
                    <a:pt x="3774170" y="651843"/>
                  </a:lnTo>
                  <a:lnTo>
                    <a:pt x="3773099" y="651466"/>
                  </a:lnTo>
                  <a:lnTo>
                    <a:pt x="3772027" y="651089"/>
                  </a:lnTo>
                  <a:lnTo>
                    <a:pt x="3770956" y="650712"/>
                  </a:lnTo>
                  <a:lnTo>
                    <a:pt x="3769884" y="650334"/>
                  </a:lnTo>
                  <a:lnTo>
                    <a:pt x="3768812" y="649957"/>
                  </a:lnTo>
                  <a:lnTo>
                    <a:pt x="3767741" y="649579"/>
                  </a:lnTo>
                  <a:lnTo>
                    <a:pt x="3766669" y="649202"/>
                  </a:lnTo>
                  <a:lnTo>
                    <a:pt x="3765598" y="648824"/>
                  </a:lnTo>
                  <a:lnTo>
                    <a:pt x="3764526" y="648446"/>
                  </a:lnTo>
                  <a:lnTo>
                    <a:pt x="3763454" y="648068"/>
                  </a:lnTo>
                  <a:lnTo>
                    <a:pt x="3762383" y="647690"/>
                  </a:lnTo>
                  <a:lnTo>
                    <a:pt x="3761311" y="647312"/>
                  </a:lnTo>
                  <a:lnTo>
                    <a:pt x="3760240" y="646934"/>
                  </a:lnTo>
                  <a:lnTo>
                    <a:pt x="3759168" y="646556"/>
                  </a:lnTo>
                  <a:lnTo>
                    <a:pt x="3758096" y="646177"/>
                  </a:lnTo>
                  <a:lnTo>
                    <a:pt x="3757025" y="645799"/>
                  </a:lnTo>
                  <a:lnTo>
                    <a:pt x="3755953" y="645420"/>
                  </a:lnTo>
                  <a:lnTo>
                    <a:pt x="3754882" y="645041"/>
                  </a:lnTo>
                  <a:lnTo>
                    <a:pt x="3753810" y="644663"/>
                  </a:lnTo>
                  <a:lnTo>
                    <a:pt x="3752738" y="644284"/>
                  </a:lnTo>
                  <a:lnTo>
                    <a:pt x="3751667" y="643905"/>
                  </a:lnTo>
                  <a:lnTo>
                    <a:pt x="3750595" y="643526"/>
                  </a:lnTo>
                  <a:lnTo>
                    <a:pt x="3749524" y="643146"/>
                  </a:lnTo>
                  <a:lnTo>
                    <a:pt x="3748452" y="642767"/>
                  </a:lnTo>
                  <a:lnTo>
                    <a:pt x="3747380" y="642388"/>
                  </a:lnTo>
                  <a:lnTo>
                    <a:pt x="3746309" y="642008"/>
                  </a:lnTo>
                  <a:lnTo>
                    <a:pt x="3745237" y="641629"/>
                  </a:lnTo>
                  <a:lnTo>
                    <a:pt x="3744166" y="641249"/>
                  </a:lnTo>
                  <a:lnTo>
                    <a:pt x="3743094" y="640869"/>
                  </a:lnTo>
                  <a:lnTo>
                    <a:pt x="3742022" y="640489"/>
                  </a:lnTo>
                  <a:lnTo>
                    <a:pt x="3740951" y="640109"/>
                  </a:lnTo>
                  <a:lnTo>
                    <a:pt x="3739879" y="639729"/>
                  </a:lnTo>
                  <a:lnTo>
                    <a:pt x="3738808" y="639349"/>
                  </a:lnTo>
                  <a:lnTo>
                    <a:pt x="3737736" y="638969"/>
                  </a:lnTo>
                  <a:lnTo>
                    <a:pt x="3736664" y="638588"/>
                  </a:lnTo>
                  <a:lnTo>
                    <a:pt x="3735593" y="638208"/>
                  </a:lnTo>
                  <a:lnTo>
                    <a:pt x="3734521" y="637827"/>
                  </a:lnTo>
                  <a:lnTo>
                    <a:pt x="3733450" y="637447"/>
                  </a:lnTo>
                  <a:lnTo>
                    <a:pt x="3732378" y="637066"/>
                  </a:lnTo>
                  <a:lnTo>
                    <a:pt x="3731306" y="636685"/>
                  </a:lnTo>
                  <a:lnTo>
                    <a:pt x="3730235" y="636304"/>
                  </a:lnTo>
                  <a:lnTo>
                    <a:pt x="3729163" y="635923"/>
                  </a:lnTo>
                  <a:lnTo>
                    <a:pt x="3728092" y="635542"/>
                  </a:lnTo>
                  <a:lnTo>
                    <a:pt x="3727020" y="635161"/>
                  </a:lnTo>
                  <a:lnTo>
                    <a:pt x="3725949" y="634780"/>
                  </a:lnTo>
                  <a:lnTo>
                    <a:pt x="3724877" y="634398"/>
                  </a:lnTo>
                  <a:lnTo>
                    <a:pt x="3723805" y="634017"/>
                  </a:lnTo>
                  <a:lnTo>
                    <a:pt x="3722734" y="633635"/>
                  </a:lnTo>
                  <a:lnTo>
                    <a:pt x="3721662" y="633253"/>
                  </a:lnTo>
                  <a:lnTo>
                    <a:pt x="3720591" y="632872"/>
                  </a:lnTo>
                  <a:lnTo>
                    <a:pt x="3719519" y="632490"/>
                  </a:lnTo>
                  <a:lnTo>
                    <a:pt x="3718447" y="632108"/>
                  </a:lnTo>
                  <a:lnTo>
                    <a:pt x="3717376" y="631726"/>
                  </a:lnTo>
                  <a:lnTo>
                    <a:pt x="3716304" y="631344"/>
                  </a:lnTo>
                  <a:lnTo>
                    <a:pt x="3715233" y="630961"/>
                  </a:lnTo>
                  <a:lnTo>
                    <a:pt x="3714161" y="630579"/>
                  </a:lnTo>
                  <a:lnTo>
                    <a:pt x="3713089" y="630197"/>
                  </a:lnTo>
                  <a:lnTo>
                    <a:pt x="3712018" y="629814"/>
                  </a:lnTo>
                  <a:lnTo>
                    <a:pt x="3710946" y="629432"/>
                  </a:lnTo>
                  <a:lnTo>
                    <a:pt x="3709875" y="629049"/>
                  </a:lnTo>
                  <a:lnTo>
                    <a:pt x="3708803" y="628666"/>
                  </a:lnTo>
                  <a:lnTo>
                    <a:pt x="3707731" y="628283"/>
                  </a:lnTo>
                  <a:lnTo>
                    <a:pt x="3706660" y="627901"/>
                  </a:lnTo>
                  <a:lnTo>
                    <a:pt x="3705588" y="627518"/>
                  </a:lnTo>
                  <a:lnTo>
                    <a:pt x="3704517" y="627134"/>
                  </a:lnTo>
                  <a:lnTo>
                    <a:pt x="3703445" y="626751"/>
                  </a:lnTo>
                  <a:lnTo>
                    <a:pt x="3702373" y="626368"/>
                  </a:lnTo>
                  <a:lnTo>
                    <a:pt x="3701302" y="625985"/>
                  </a:lnTo>
                  <a:lnTo>
                    <a:pt x="3700230" y="625601"/>
                  </a:lnTo>
                  <a:lnTo>
                    <a:pt x="3699159" y="625218"/>
                  </a:lnTo>
                  <a:lnTo>
                    <a:pt x="3698087" y="624834"/>
                  </a:lnTo>
                  <a:lnTo>
                    <a:pt x="3697015" y="624450"/>
                  </a:lnTo>
                  <a:lnTo>
                    <a:pt x="3695944" y="624067"/>
                  </a:lnTo>
                  <a:lnTo>
                    <a:pt x="3694872" y="623683"/>
                  </a:lnTo>
                  <a:lnTo>
                    <a:pt x="3693801" y="623299"/>
                  </a:lnTo>
                  <a:lnTo>
                    <a:pt x="3692729" y="622915"/>
                  </a:lnTo>
                  <a:lnTo>
                    <a:pt x="3691657" y="622531"/>
                  </a:lnTo>
                  <a:lnTo>
                    <a:pt x="3690586" y="622146"/>
                  </a:lnTo>
                  <a:lnTo>
                    <a:pt x="3689514" y="621762"/>
                  </a:lnTo>
                  <a:lnTo>
                    <a:pt x="3688443" y="621378"/>
                  </a:lnTo>
                  <a:lnTo>
                    <a:pt x="3687371" y="620993"/>
                  </a:lnTo>
                  <a:lnTo>
                    <a:pt x="3686299" y="620609"/>
                  </a:lnTo>
                  <a:lnTo>
                    <a:pt x="3685228" y="620224"/>
                  </a:lnTo>
                  <a:lnTo>
                    <a:pt x="3684156" y="619839"/>
                  </a:lnTo>
                  <a:lnTo>
                    <a:pt x="3683085" y="619455"/>
                  </a:lnTo>
                  <a:lnTo>
                    <a:pt x="3682013" y="619070"/>
                  </a:lnTo>
                  <a:lnTo>
                    <a:pt x="3680941" y="618685"/>
                  </a:lnTo>
                  <a:lnTo>
                    <a:pt x="3679870" y="618300"/>
                  </a:lnTo>
                  <a:lnTo>
                    <a:pt x="3678798" y="617915"/>
                  </a:lnTo>
                  <a:lnTo>
                    <a:pt x="3677727" y="617529"/>
                  </a:lnTo>
                  <a:lnTo>
                    <a:pt x="3676655" y="617144"/>
                  </a:lnTo>
                  <a:lnTo>
                    <a:pt x="3675583" y="616759"/>
                  </a:lnTo>
                  <a:lnTo>
                    <a:pt x="3674512" y="616373"/>
                  </a:lnTo>
                  <a:lnTo>
                    <a:pt x="3673440" y="615988"/>
                  </a:lnTo>
                  <a:lnTo>
                    <a:pt x="3672369" y="615602"/>
                  </a:lnTo>
                  <a:lnTo>
                    <a:pt x="3671297" y="615217"/>
                  </a:lnTo>
                  <a:lnTo>
                    <a:pt x="3670225" y="614831"/>
                  </a:lnTo>
                  <a:lnTo>
                    <a:pt x="3669154" y="614445"/>
                  </a:lnTo>
                  <a:lnTo>
                    <a:pt x="3668082" y="614059"/>
                  </a:lnTo>
                  <a:lnTo>
                    <a:pt x="3667011" y="613673"/>
                  </a:lnTo>
                  <a:lnTo>
                    <a:pt x="3665939" y="613287"/>
                  </a:lnTo>
                  <a:lnTo>
                    <a:pt x="3664867" y="612901"/>
                  </a:lnTo>
                  <a:lnTo>
                    <a:pt x="3663796" y="612515"/>
                  </a:lnTo>
                  <a:lnTo>
                    <a:pt x="3662724" y="612129"/>
                  </a:lnTo>
                  <a:lnTo>
                    <a:pt x="3661653" y="611742"/>
                  </a:lnTo>
                  <a:lnTo>
                    <a:pt x="3660581" y="611356"/>
                  </a:lnTo>
                  <a:lnTo>
                    <a:pt x="3659509" y="610969"/>
                  </a:lnTo>
                  <a:lnTo>
                    <a:pt x="3658438" y="610583"/>
                  </a:lnTo>
                  <a:lnTo>
                    <a:pt x="3657366" y="610196"/>
                  </a:lnTo>
                  <a:lnTo>
                    <a:pt x="3656295" y="609809"/>
                  </a:lnTo>
                  <a:lnTo>
                    <a:pt x="3655223" y="609423"/>
                  </a:lnTo>
                  <a:lnTo>
                    <a:pt x="3654151" y="609036"/>
                  </a:lnTo>
                  <a:lnTo>
                    <a:pt x="3653080" y="608649"/>
                  </a:lnTo>
                  <a:lnTo>
                    <a:pt x="3652008" y="608262"/>
                  </a:lnTo>
                  <a:lnTo>
                    <a:pt x="3650937" y="607875"/>
                  </a:lnTo>
                  <a:lnTo>
                    <a:pt x="3649865" y="607487"/>
                  </a:lnTo>
                  <a:lnTo>
                    <a:pt x="3648793" y="607100"/>
                  </a:lnTo>
                  <a:lnTo>
                    <a:pt x="3647722" y="606713"/>
                  </a:lnTo>
                  <a:lnTo>
                    <a:pt x="3646650" y="606325"/>
                  </a:lnTo>
                  <a:lnTo>
                    <a:pt x="3645579" y="605938"/>
                  </a:lnTo>
                  <a:lnTo>
                    <a:pt x="3644507" y="605551"/>
                  </a:lnTo>
                  <a:lnTo>
                    <a:pt x="3643435" y="605163"/>
                  </a:lnTo>
                  <a:lnTo>
                    <a:pt x="3642364" y="604775"/>
                  </a:lnTo>
                  <a:lnTo>
                    <a:pt x="3641292" y="604388"/>
                  </a:lnTo>
                  <a:lnTo>
                    <a:pt x="3640221" y="604000"/>
                  </a:lnTo>
                  <a:lnTo>
                    <a:pt x="3639149" y="603612"/>
                  </a:lnTo>
                  <a:lnTo>
                    <a:pt x="3638077" y="603224"/>
                  </a:lnTo>
                  <a:lnTo>
                    <a:pt x="3637006" y="602836"/>
                  </a:lnTo>
                  <a:lnTo>
                    <a:pt x="3635934" y="602448"/>
                  </a:lnTo>
                  <a:lnTo>
                    <a:pt x="3634863" y="602060"/>
                  </a:lnTo>
                  <a:lnTo>
                    <a:pt x="3633791" y="601672"/>
                  </a:lnTo>
                  <a:lnTo>
                    <a:pt x="3632719" y="601283"/>
                  </a:lnTo>
                  <a:lnTo>
                    <a:pt x="3631648" y="600895"/>
                  </a:lnTo>
                  <a:lnTo>
                    <a:pt x="3630576" y="600507"/>
                  </a:lnTo>
                  <a:lnTo>
                    <a:pt x="3629505" y="600118"/>
                  </a:lnTo>
                  <a:lnTo>
                    <a:pt x="3628433" y="599729"/>
                  </a:lnTo>
                  <a:lnTo>
                    <a:pt x="3627361" y="599341"/>
                  </a:lnTo>
                  <a:lnTo>
                    <a:pt x="3626290" y="598952"/>
                  </a:lnTo>
                  <a:lnTo>
                    <a:pt x="3625218" y="598563"/>
                  </a:lnTo>
                  <a:lnTo>
                    <a:pt x="3624147" y="598175"/>
                  </a:lnTo>
                  <a:lnTo>
                    <a:pt x="3623075" y="597786"/>
                  </a:lnTo>
                  <a:lnTo>
                    <a:pt x="3622003" y="597397"/>
                  </a:lnTo>
                  <a:lnTo>
                    <a:pt x="3620932" y="597008"/>
                  </a:lnTo>
                  <a:lnTo>
                    <a:pt x="3619860" y="596619"/>
                  </a:lnTo>
                  <a:lnTo>
                    <a:pt x="3618789" y="596230"/>
                  </a:lnTo>
                  <a:lnTo>
                    <a:pt x="3617717" y="595841"/>
                  </a:lnTo>
                  <a:lnTo>
                    <a:pt x="3616645" y="595451"/>
                  </a:lnTo>
                  <a:lnTo>
                    <a:pt x="3615574" y="595062"/>
                  </a:lnTo>
                  <a:lnTo>
                    <a:pt x="3614502" y="594673"/>
                  </a:lnTo>
                  <a:lnTo>
                    <a:pt x="3613431" y="594283"/>
                  </a:lnTo>
                  <a:lnTo>
                    <a:pt x="3612359" y="593894"/>
                  </a:lnTo>
                  <a:lnTo>
                    <a:pt x="3611287" y="593504"/>
                  </a:lnTo>
                  <a:lnTo>
                    <a:pt x="3610216" y="593115"/>
                  </a:lnTo>
                  <a:lnTo>
                    <a:pt x="3609144" y="592725"/>
                  </a:lnTo>
                  <a:lnTo>
                    <a:pt x="3608073" y="592335"/>
                  </a:lnTo>
                  <a:lnTo>
                    <a:pt x="3607001" y="591945"/>
                  </a:lnTo>
                  <a:lnTo>
                    <a:pt x="3605929" y="591556"/>
                  </a:lnTo>
                  <a:lnTo>
                    <a:pt x="3604858" y="591166"/>
                  </a:lnTo>
                  <a:lnTo>
                    <a:pt x="3603786" y="590776"/>
                  </a:lnTo>
                  <a:lnTo>
                    <a:pt x="3602715" y="590386"/>
                  </a:lnTo>
                  <a:lnTo>
                    <a:pt x="3601643" y="589996"/>
                  </a:lnTo>
                  <a:lnTo>
                    <a:pt x="3600571" y="589606"/>
                  </a:lnTo>
                  <a:lnTo>
                    <a:pt x="3599500" y="589215"/>
                  </a:lnTo>
                  <a:lnTo>
                    <a:pt x="3598428" y="588825"/>
                  </a:lnTo>
                  <a:lnTo>
                    <a:pt x="3597357" y="588435"/>
                  </a:lnTo>
                  <a:lnTo>
                    <a:pt x="3596285" y="588045"/>
                  </a:lnTo>
                  <a:lnTo>
                    <a:pt x="3595213" y="587654"/>
                  </a:lnTo>
                  <a:lnTo>
                    <a:pt x="3594142" y="587264"/>
                  </a:lnTo>
                  <a:lnTo>
                    <a:pt x="3593070" y="586873"/>
                  </a:lnTo>
                  <a:lnTo>
                    <a:pt x="3591999" y="586483"/>
                  </a:lnTo>
                  <a:lnTo>
                    <a:pt x="3590927" y="586092"/>
                  </a:lnTo>
                  <a:lnTo>
                    <a:pt x="3589855" y="585701"/>
                  </a:lnTo>
                  <a:lnTo>
                    <a:pt x="3588784" y="585311"/>
                  </a:lnTo>
                  <a:lnTo>
                    <a:pt x="3587712" y="584920"/>
                  </a:lnTo>
                  <a:lnTo>
                    <a:pt x="3586641" y="584529"/>
                  </a:lnTo>
                  <a:lnTo>
                    <a:pt x="3585569" y="584138"/>
                  </a:lnTo>
                  <a:lnTo>
                    <a:pt x="3584497" y="583747"/>
                  </a:lnTo>
                  <a:lnTo>
                    <a:pt x="3583426" y="583356"/>
                  </a:lnTo>
                  <a:lnTo>
                    <a:pt x="3582354" y="582965"/>
                  </a:lnTo>
                  <a:lnTo>
                    <a:pt x="3581283" y="582574"/>
                  </a:lnTo>
                  <a:lnTo>
                    <a:pt x="3580211" y="582183"/>
                  </a:lnTo>
                  <a:lnTo>
                    <a:pt x="3579139" y="581792"/>
                  </a:lnTo>
                  <a:lnTo>
                    <a:pt x="3578068" y="581401"/>
                  </a:lnTo>
                  <a:lnTo>
                    <a:pt x="3576996" y="581009"/>
                  </a:lnTo>
                  <a:lnTo>
                    <a:pt x="3575925" y="580618"/>
                  </a:lnTo>
                  <a:lnTo>
                    <a:pt x="3574853" y="580227"/>
                  </a:lnTo>
                  <a:lnTo>
                    <a:pt x="3573781" y="579835"/>
                  </a:lnTo>
                  <a:lnTo>
                    <a:pt x="3572710" y="579444"/>
                  </a:lnTo>
                  <a:lnTo>
                    <a:pt x="3571638" y="579052"/>
                  </a:lnTo>
                  <a:lnTo>
                    <a:pt x="3570567" y="578661"/>
                  </a:lnTo>
                  <a:lnTo>
                    <a:pt x="3569495" y="578269"/>
                  </a:lnTo>
                  <a:lnTo>
                    <a:pt x="3568423" y="577877"/>
                  </a:lnTo>
                  <a:lnTo>
                    <a:pt x="3567352" y="577486"/>
                  </a:lnTo>
                  <a:lnTo>
                    <a:pt x="3566280" y="577094"/>
                  </a:lnTo>
                  <a:lnTo>
                    <a:pt x="3565209" y="576702"/>
                  </a:lnTo>
                  <a:lnTo>
                    <a:pt x="3564137" y="576310"/>
                  </a:lnTo>
                  <a:lnTo>
                    <a:pt x="3563065" y="575918"/>
                  </a:lnTo>
                  <a:lnTo>
                    <a:pt x="3561994" y="575527"/>
                  </a:lnTo>
                  <a:lnTo>
                    <a:pt x="3560922" y="575135"/>
                  </a:lnTo>
                  <a:lnTo>
                    <a:pt x="3559851" y="574743"/>
                  </a:lnTo>
                  <a:lnTo>
                    <a:pt x="3558779" y="574351"/>
                  </a:lnTo>
                  <a:lnTo>
                    <a:pt x="3557707" y="573958"/>
                  </a:lnTo>
                  <a:lnTo>
                    <a:pt x="3556636" y="573566"/>
                  </a:lnTo>
                  <a:lnTo>
                    <a:pt x="3555564" y="573174"/>
                  </a:lnTo>
                  <a:lnTo>
                    <a:pt x="3554493" y="572782"/>
                  </a:lnTo>
                  <a:lnTo>
                    <a:pt x="3553421" y="572390"/>
                  </a:lnTo>
                  <a:lnTo>
                    <a:pt x="3552349" y="571997"/>
                  </a:lnTo>
                  <a:lnTo>
                    <a:pt x="3551278" y="571605"/>
                  </a:lnTo>
                  <a:lnTo>
                    <a:pt x="3550206" y="571213"/>
                  </a:lnTo>
                  <a:lnTo>
                    <a:pt x="3549135" y="570820"/>
                  </a:lnTo>
                  <a:lnTo>
                    <a:pt x="3548063" y="570428"/>
                  </a:lnTo>
                  <a:lnTo>
                    <a:pt x="3546992" y="570035"/>
                  </a:lnTo>
                  <a:lnTo>
                    <a:pt x="3545920" y="569643"/>
                  </a:lnTo>
                  <a:lnTo>
                    <a:pt x="3544848" y="569250"/>
                  </a:lnTo>
                  <a:lnTo>
                    <a:pt x="3543777" y="568858"/>
                  </a:lnTo>
                  <a:lnTo>
                    <a:pt x="3542705" y="568465"/>
                  </a:lnTo>
                  <a:lnTo>
                    <a:pt x="3541634" y="568072"/>
                  </a:lnTo>
                  <a:lnTo>
                    <a:pt x="3540562" y="567680"/>
                  </a:lnTo>
                  <a:lnTo>
                    <a:pt x="3539490" y="567287"/>
                  </a:lnTo>
                  <a:lnTo>
                    <a:pt x="3538419" y="566894"/>
                  </a:lnTo>
                  <a:lnTo>
                    <a:pt x="3537347" y="566501"/>
                  </a:lnTo>
                  <a:lnTo>
                    <a:pt x="3536276" y="566109"/>
                  </a:lnTo>
                  <a:lnTo>
                    <a:pt x="3535204" y="565716"/>
                  </a:lnTo>
                  <a:lnTo>
                    <a:pt x="3534132" y="565323"/>
                  </a:lnTo>
                  <a:lnTo>
                    <a:pt x="3533061" y="564930"/>
                  </a:lnTo>
                  <a:lnTo>
                    <a:pt x="3531989" y="564537"/>
                  </a:lnTo>
                  <a:lnTo>
                    <a:pt x="3530918" y="564144"/>
                  </a:lnTo>
                  <a:lnTo>
                    <a:pt x="3529846" y="563751"/>
                  </a:lnTo>
                  <a:lnTo>
                    <a:pt x="3528774" y="563358"/>
                  </a:lnTo>
                  <a:lnTo>
                    <a:pt x="3527703" y="562965"/>
                  </a:lnTo>
                  <a:lnTo>
                    <a:pt x="3526631" y="562571"/>
                  </a:lnTo>
                  <a:lnTo>
                    <a:pt x="3525560" y="562178"/>
                  </a:lnTo>
                  <a:lnTo>
                    <a:pt x="3524488" y="561785"/>
                  </a:lnTo>
                  <a:lnTo>
                    <a:pt x="3523416" y="561392"/>
                  </a:lnTo>
                  <a:lnTo>
                    <a:pt x="3522345" y="560999"/>
                  </a:lnTo>
                  <a:lnTo>
                    <a:pt x="3521273" y="560605"/>
                  </a:lnTo>
                  <a:lnTo>
                    <a:pt x="3520202" y="560212"/>
                  </a:lnTo>
                  <a:lnTo>
                    <a:pt x="3519130" y="559819"/>
                  </a:lnTo>
                  <a:lnTo>
                    <a:pt x="3518058" y="559425"/>
                  </a:lnTo>
                  <a:lnTo>
                    <a:pt x="3516987" y="559032"/>
                  </a:lnTo>
                  <a:lnTo>
                    <a:pt x="3515915" y="558639"/>
                  </a:lnTo>
                  <a:lnTo>
                    <a:pt x="3514844" y="558245"/>
                  </a:lnTo>
                  <a:lnTo>
                    <a:pt x="3513772" y="557852"/>
                  </a:lnTo>
                  <a:lnTo>
                    <a:pt x="3512700" y="557458"/>
                  </a:lnTo>
                  <a:lnTo>
                    <a:pt x="3511629" y="557065"/>
                  </a:lnTo>
                  <a:lnTo>
                    <a:pt x="3510557" y="556671"/>
                  </a:lnTo>
                  <a:lnTo>
                    <a:pt x="3509486" y="556278"/>
                  </a:lnTo>
                  <a:lnTo>
                    <a:pt x="3508414" y="555884"/>
                  </a:lnTo>
                  <a:lnTo>
                    <a:pt x="3507342" y="555491"/>
                  </a:lnTo>
                  <a:lnTo>
                    <a:pt x="3506271" y="555097"/>
                  </a:lnTo>
                  <a:lnTo>
                    <a:pt x="3505199" y="554703"/>
                  </a:lnTo>
                  <a:lnTo>
                    <a:pt x="3504128" y="554310"/>
                  </a:lnTo>
                  <a:lnTo>
                    <a:pt x="3503056" y="553916"/>
                  </a:lnTo>
                  <a:lnTo>
                    <a:pt x="3501984" y="553522"/>
                  </a:lnTo>
                  <a:lnTo>
                    <a:pt x="3500913" y="553129"/>
                  </a:lnTo>
                  <a:lnTo>
                    <a:pt x="3499841" y="552735"/>
                  </a:lnTo>
                  <a:lnTo>
                    <a:pt x="3498770" y="552341"/>
                  </a:lnTo>
                  <a:lnTo>
                    <a:pt x="3497698" y="551947"/>
                  </a:lnTo>
                  <a:lnTo>
                    <a:pt x="3496626" y="551553"/>
                  </a:lnTo>
                  <a:lnTo>
                    <a:pt x="3495555" y="551160"/>
                  </a:lnTo>
                  <a:lnTo>
                    <a:pt x="3494483" y="550766"/>
                  </a:lnTo>
                  <a:lnTo>
                    <a:pt x="3493412" y="550372"/>
                  </a:lnTo>
                  <a:lnTo>
                    <a:pt x="3492340" y="549978"/>
                  </a:lnTo>
                  <a:lnTo>
                    <a:pt x="3491268" y="549584"/>
                  </a:lnTo>
                  <a:lnTo>
                    <a:pt x="3490197" y="549190"/>
                  </a:lnTo>
                  <a:lnTo>
                    <a:pt x="3489125" y="548796"/>
                  </a:lnTo>
                  <a:lnTo>
                    <a:pt x="3488054" y="548402"/>
                  </a:lnTo>
                  <a:lnTo>
                    <a:pt x="3486982" y="548008"/>
                  </a:lnTo>
                  <a:lnTo>
                    <a:pt x="3485910" y="547615"/>
                  </a:lnTo>
                  <a:lnTo>
                    <a:pt x="3484839" y="547221"/>
                  </a:lnTo>
                  <a:lnTo>
                    <a:pt x="3483767" y="546827"/>
                  </a:lnTo>
                  <a:lnTo>
                    <a:pt x="3482696" y="546433"/>
                  </a:lnTo>
                  <a:lnTo>
                    <a:pt x="3481624" y="546039"/>
                  </a:lnTo>
                  <a:lnTo>
                    <a:pt x="3480552" y="545645"/>
                  </a:lnTo>
                  <a:lnTo>
                    <a:pt x="3479481" y="545250"/>
                  </a:lnTo>
                  <a:lnTo>
                    <a:pt x="3478409" y="544856"/>
                  </a:lnTo>
                  <a:lnTo>
                    <a:pt x="3477338" y="544462"/>
                  </a:lnTo>
                  <a:lnTo>
                    <a:pt x="3476266" y="544068"/>
                  </a:lnTo>
                  <a:lnTo>
                    <a:pt x="3475194" y="543674"/>
                  </a:lnTo>
                  <a:lnTo>
                    <a:pt x="3474123" y="543280"/>
                  </a:lnTo>
                  <a:lnTo>
                    <a:pt x="3473051" y="542886"/>
                  </a:lnTo>
                  <a:lnTo>
                    <a:pt x="3471980" y="542492"/>
                  </a:lnTo>
                  <a:lnTo>
                    <a:pt x="3470908" y="542098"/>
                  </a:lnTo>
                  <a:lnTo>
                    <a:pt x="3469836" y="541704"/>
                  </a:lnTo>
                  <a:lnTo>
                    <a:pt x="3468765" y="541310"/>
                  </a:lnTo>
                  <a:lnTo>
                    <a:pt x="3467693" y="540916"/>
                  </a:lnTo>
                  <a:lnTo>
                    <a:pt x="3466622" y="540521"/>
                  </a:lnTo>
                  <a:lnTo>
                    <a:pt x="3465550" y="540127"/>
                  </a:lnTo>
                  <a:lnTo>
                    <a:pt x="3464478" y="539733"/>
                  </a:lnTo>
                  <a:lnTo>
                    <a:pt x="3463407" y="539339"/>
                  </a:lnTo>
                  <a:lnTo>
                    <a:pt x="3462335" y="538945"/>
                  </a:lnTo>
                  <a:lnTo>
                    <a:pt x="3461264" y="538551"/>
                  </a:lnTo>
                  <a:lnTo>
                    <a:pt x="3460192" y="538156"/>
                  </a:lnTo>
                  <a:lnTo>
                    <a:pt x="3459120" y="537762"/>
                  </a:lnTo>
                  <a:lnTo>
                    <a:pt x="3458049" y="537368"/>
                  </a:lnTo>
                  <a:lnTo>
                    <a:pt x="3456977" y="536974"/>
                  </a:lnTo>
                  <a:lnTo>
                    <a:pt x="3455906" y="536580"/>
                  </a:lnTo>
                  <a:lnTo>
                    <a:pt x="3454834" y="536186"/>
                  </a:lnTo>
                  <a:lnTo>
                    <a:pt x="3453762" y="535791"/>
                  </a:lnTo>
                  <a:lnTo>
                    <a:pt x="3452691" y="535397"/>
                  </a:lnTo>
                  <a:lnTo>
                    <a:pt x="3451619" y="535003"/>
                  </a:lnTo>
                  <a:lnTo>
                    <a:pt x="3450548" y="534609"/>
                  </a:lnTo>
                  <a:lnTo>
                    <a:pt x="3449476" y="534215"/>
                  </a:lnTo>
                  <a:lnTo>
                    <a:pt x="3448404" y="533821"/>
                  </a:lnTo>
                  <a:lnTo>
                    <a:pt x="3447333" y="533426"/>
                  </a:lnTo>
                  <a:lnTo>
                    <a:pt x="3446261" y="533032"/>
                  </a:lnTo>
                  <a:lnTo>
                    <a:pt x="3445190" y="532638"/>
                  </a:lnTo>
                  <a:lnTo>
                    <a:pt x="3444118" y="532244"/>
                  </a:lnTo>
                  <a:lnTo>
                    <a:pt x="3443046" y="531850"/>
                  </a:lnTo>
                  <a:lnTo>
                    <a:pt x="3441975" y="531456"/>
                  </a:lnTo>
                  <a:lnTo>
                    <a:pt x="3440903" y="531062"/>
                  </a:lnTo>
                  <a:lnTo>
                    <a:pt x="3439832" y="530667"/>
                  </a:lnTo>
                  <a:lnTo>
                    <a:pt x="3438760" y="530273"/>
                  </a:lnTo>
                  <a:lnTo>
                    <a:pt x="3437688" y="529879"/>
                  </a:lnTo>
                  <a:lnTo>
                    <a:pt x="3436617" y="529485"/>
                  </a:lnTo>
                  <a:lnTo>
                    <a:pt x="3435545" y="529091"/>
                  </a:lnTo>
                  <a:lnTo>
                    <a:pt x="3434474" y="528697"/>
                  </a:lnTo>
                  <a:lnTo>
                    <a:pt x="3433402" y="528303"/>
                  </a:lnTo>
                  <a:lnTo>
                    <a:pt x="3432330" y="527909"/>
                  </a:lnTo>
                  <a:lnTo>
                    <a:pt x="3431259" y="527515"/>
                  </a:lnTo>
                  <a:lnTo>
                    <a:pt x="3430187" y="527121"/>
                  </a:lnTo>
                  <a:lnTo>
                    <a:pt x="3429116" y="526727"/>
                  </a:lnTo>
                  <a:lnTo>
                    <a:pt x="3428044" y="526333"/>
                  </a:lnTo>
                  <a:lnTo>
                    <a:pt x="3426972" y="525939"/>
                  </a:lnTo>
                  <a:lnTo>
                    <a:pt x="3425901" y="525545"/>
                  </a:lnTo>
                  <a:lnTo>
                    <a:pt x="3424829" y="525151"/>
                  </a:lnTo>
                  <a:lnTo>
                    <a:pt x="3423758" y="524757"/>
                  </a:lnTo>
                  <a:lnTo>
                    <a:pt x="3422686" y="524363"/>
                  </a:lnTo>
                  <a:lnTo>
                    <a:pt x="3421614" y="523969"/>
                  </a:lnTo>
                  <a:lnTo>
                    <a:pt x="3420543" y="523575"/>
                  </a:lnTo>
                  <a:lnTo>
                    <a:pt x="3419471" y="523181"/>
                  </a:lnTo>
                  <a:lnTo>
                    <a:pt x="3418400" y="522787"/>
                  </a:lnTo>
                  <a:lnTo>
                    <a:pt x="3417328" y="522393"/>
                  </a:lnTo>
                  <a:lnTo>
                    <a:pt x="3416256" y="521999"/>
                  </a:lnTo>
                  <a:lnTo>
                    <a:pt x="3415185" y="521605"/>
                  </a:lnTo>
                  <a:lnTo>
                    <a:pt x="3414113" y="521211"/>
                  </a:lnTo>
                  <a:lnTo>
                    <a:pt x="3413042" y="520818"/>
                  </a:lnTo>
                  <a:lnTo>
                    <a:pt x="3411970" y="520424"/>
                  </a:lnTo>
                  <a:lnTo>
                    <a:pt x="3410898" y="520030"/>
                  </a:lnTo>
                  <a:lnTo>
                    <a:pt x="3409827" y="519636"/>
                  </a:lnTo>
                  <a:lnTo>
                    <a:pt x="3408755" y="519242"/>
                  </a:lnTo>
                  <a:lnTo>
                    <a:pt x="3407684" y="518849"/>
                  </a:lnTo>
                  <a:lnTo>
                    <a:pt x="3406612" y="518455"/>
                  </a:lnTo>
                  <a:lnTo>
                    <a:pt x="3405540" y="518061"/>
                  </a:lnTo>
                  <a:lnTo>
                    <a:pt x="3404469" y="517668"/>
                  </a:lnTo>
                  <a:lnTo>
                    <a:pt x="3403397" y="517274"/>
                  </a:lnTo>
                  <a:lnTo>
                    <a:pt x="3402326" y="516880"/>
                  </a:lnTo>
                  <a:lnTo>
                    <a:pt x="3401254" y="516487"/>
                  </a:lnTo>
                  <a:lnTo>
                    <a:pt x="3400182" y="516093"/>
                  </a:lnTo>
                  <a:lnTo>
                    <a:pt x="3399111" y="515700"/>
                  </a:lnTo>
                  <a:lnTo>
                    <a:pt x="3398039" y="515306"/>
                  </a:lnTo>
                  <a:lnTo>
                    <a:pt x="3396968" y="514913"/>
                  </a:lnTo>
                  <a:lnTo>
                    <a:pt x="3395896" y="514519"/>
                  </a:lnTo>
                  <a:lnTo>
                    <a:pt x="3394824" y="514126"/>
                  </a:lnTo>
                  <a:lnTo>
                    <a:pt x="3393753" y="513732"/>
                  </a:lnTo>
                  <a:lnTo>
                    <a:pt x="3392681" y="513339"/>
                  </a:lnTo>
                  <a:lnTo>
                    <a:pt x="3391610" y="512945"/>
                  </a:lnTo>
                  <a:lnTo>
                    <a:pt x="3390538" y="512552"/>
                  </a:lnTo>
                  <a:lnTo>
                    <a:pt x="3389466" y="512159"/>
                  </a:lnTo>
                  <a:lnTo>
                    <a:pt x="3388395" y="511766"/>
                  </a:lnTo>
                  <a:lnTo>
                    <a:pt x="3387323" y="511372"/>
                  </a:lnTo>
                  <a:lnTo>
                    <a:pt x="3386252" y="510979"/>
                  </a:lnTo>
                  <a:lnTo>
                    <a:pt x="3385180" y="510586"/>
                  </a:lnTo>
                  <a:lnTo>
                    <a:pt x="3384108" y="510193"/>
                  </a:lnTo>
                  <a:lnTo>
                    <a:pt x="3383037" y="509800"/>
                  </a:lnTo>
                  <a:lnTo>
                    <a:pt x="3381965" y="509406"/>
                  </a:lnTo>
                  <a:lnTo>
                    <a:pt x="3380894" y="509013"/>
                  </a:lnTo>
                  <a:lnTo>
                    <a:pt x="3379822" y="508620"/>
                  </a:lnTo>
                  <a:lnTo>
                    <a:pt x="3378750" y="508227"/>
                  </a:lnTo>
                  <a:lnTo>
                    <a:pt x="3377679" y="507834"/>
                  </a:lnTo>
                  <a:lnTo>
                    <a:pt x="3376607" y="507442"/>
                  </a:lnTo>
                  <a:lnTo>
                    <a:pt x="3375536" y="507049"/>
                  </a:lnTo>
                  <a:lnTo>
                    <a:pt x="3374464" y="506656"/>
                  </a:lnTo>
                  <a:lnTo>
                    <a:pt x="3373392" y="506263"/>
                  </a:lnTo>
                  <a:lnTo>
                    <a:pt x="3372321" y="505870"/>
                  </a:lnTo>
                  <a:lnTo>
                    <a:pt x="3371249" y="505477"/>
                  </a:lnTo>
                  <a:lnTo>
                    <a:pt x="3370178" y="505085"/>
                  </a:lnTo>
                  <a:lnTo>
                    <a:pt x="3369106" y="504692"/>
                  </a:lnTo>
                  <a:lnTo>
                    <a:pt x="3368035" y="504299"/>
                  </a:lnTo>
                  <a:lnTo>
                    <a:pt x="3366963" y="503907"/>
                  </a:lnTo>
                  <a:lnTo>
                    <a:pt x="3365891" y="503514"/>
                  </a:lnTo>
                  <a:lnTo>
                    <a:pt x="3364820" y="503122"/>
                  </a:lnTo>
                  <a:lnTo>
                    <a:pt x="3363748" y="502729"/>
                  </a:lnTo>
                  <a:lnTo>
                    <a:pt x="3362677" y="502337"/>
                  </a:lnTo>
                  <a:lnTo>
                    <a:pt x="3361605" y="501944"/>
                  </a:lnTo>
                  <a:lnTo>
                    <a:pt x="3360533" y="501552"/>
                  </a:lnTo>
                  <a:lnTo>
                    <a:pt x="3359462" y="501160"/>
                  </a:lnTo>
                  <a:lnTo>
                    <a:pt x="3358390" y="500768"/>
                  </a:lnTo>
                  <a:lnTo>
                    <a:pt x="3357319" y="500375"/>
                  </a:lnTo>
                  <a:lnTo>
                    <a:pt x="3356247" y="499983"/>
                  </a:lnTo>
                  <a:lnTo>
                    <a:pt x="3355175" y="499591"/>
                  </a:lnTo>
                  <a:lnTo>
                    <a:pt x="3354104" y="499199"/>
                  </a:lnTo>
                  <a:lnTo>
                    <a:pt x="3353032" y="498807"/>
                  </a:lnTo>
                  <a:lnTo>
                    <a:pt x="3351961" y="498415"/>
                  </a:lnTo>
                  <a:lnTo>
                    <a:pt x="3350889" y="498023"/>
                  </a:lnTo>
                  <a:lnTo>
                    <a:pt x="3349817" y="497631"/>
                  </a:lnTo>
                  <a:lnTo>
                    <a:pt x="3348746" y="497239"/>
                  </a:lnTo>
                  <a:lnTo>
                    <a:pt x="3347674" y="496848"/>
                  </a:lnTo>
                  <a:lnTo>
                    <a:pt x="3346603" y="496456"/>
                  </a:lnTo>
                  <a:lnTo>
                    <a:pt x="3345531" y="496064"/>
                  </a:lnTo>
                  <a:lnTo>
                    <a:pt x="3344459" y="495673"/>
                  </a:lnTo>
                  <a:lnTo>
                    <a:pt x="3343388" y="495281"/>
                  </a:lnTo>
                  <a:lnTo>
                    <a:pt x="3342316" y="494889"/>
                  </a:lnTo>
                  <a:lnTo>
                    <a:pt x="3341245" y="494498"/>
                  </a:lnTo>
                  <a:lnTo>
                    <a:pt x="3340173" y="494106"/>
                  </a:lnTo>
                  <a:lnTo>
                    <a:pt x="3339101" y="493715"/>
                  </a:lnTo>
                  <a:lnTo>
                    <a:pt x="3338030" y="493324"/>
                  </a:lnTo>
                  <a:lnTo>
                    <a:pt x="3336958" y="492933"/>
                  </a:lnTo>
                  <a:lnTo>
                    <a:pt x="3335887" y="492541"/>
                  </a:lnTo>
                  <a:lnTo>
                    <a:pt x="3334815" y="492150"/>
                  </a:lnTo>
                  <a:lnTo>
                    <a:pt x="3333743" y="491759"/>
                  </a:lnTo>
                  <a:lnTo>
                    <a:pt x="3332672" y="491368"/>
                  </a:lnTo>
                  <a:lnTo>
                    <a:pt x="3331600" y="490977"/>
                  </a:lnTo>
                  <a:lnTo>
                    <a:pt x="3330529" y="490586"/>
                  </a:lnTo>
                  <a:lnTo>
                    <a:pt x="3329457" y="490195"/>
                  </a:lnTo>
                  <a:lnTo>
                    <a:pt x="3328385" y="489804"/>
                  </a:lnTo>
                  <a:lnTo>
                    <a:pt x="3327314" y="489414"/>
                  </a:lnTo>
                  <a:lnTo>
                    <a:pt x="3326242" y="489023"/>
                  </a:lnTo>
                  <a:lnTo>
                    <a:pt x="3325171" y="488632"/>
                  </a:lnTo>
                  <a:lnTo>
                    <a:pt x="3324099" y="488242"/>
                  </a:lnTo>
                  <a:lnTo>
                    <a:pt x="3323027" y="487851"/>
                  </a:lnTo>
                  <a:lnTo>
                    <a:pt x="3321956" y="487461"/>
                  </a:lnTo>
                  <a:lnTo>
                    <a:pt x="3320884" y="487070"/>
                  </a:lnTo>
                  <a:lnTo>
                    <a:pt x="3319813" y="486680"/>
                  </a:lnTo>
                  <a:lnTo>
                    <a:pt x="3318741" y="486290"/>
                  </a:lnTo>
                  <a:lnTo>
                    <a:pt x="3317669" y="485900"/>
                  </a:lnTo>
                  <a:lnTo>
                    <a:pt x="3316598" y="485509"/>
                  </a:lnTo>
                  <a:lnTo>
                    <a:pt x="3315526" y="485119"/>
                  </a:lnTo>
                  <a:lnTo>
                    <a:pt x="3314455" y="484729"/>
                  </a:lnTo>
                  <a:lnTo>
                    <a:pt x="3313383" y="484339"/>
                  </a:lnTo>
                  <a:lnTo>
                    <a:pt x="3312311" y="483950"/>
                  </a:lnTo>
                  <a:lnTo>
                    <a:pt x="3311240" y="483560"/>
                  </a:lnTo>
                  <a:lnTo>
                    <a:pt x="3310168" y="483170"/>
                  </a:lnTo>
                  <a:lnTo>
                    <a:pt x="3309097" y="482780"/>
                  </a:lnTo>
                  <a:lnTo>
                    <a:pt x="3308025" y="482391"/>
                  </a:lnTo>
                  <a:lnTo>
                    <a:pt x="3306953" y="482001"/>
                  </a:lnTo>
                  <a:lnTo>
                    <a:pt x="3305882" y="481612"/>
                  </a:lnTo>
                  <a:lnTo>
                    <a:pt x="3304810" y="481222"/>
                  </a:lnTo>
                  <a:lnTo>
                    <a:pt x="3303739" y="480833"/>
                  </a:lnTo>
                  <a:lnTo>
                    <a:pt x="3302667" y="480444"/>
                  </a:lnTo>
                  <a:lnTo>
                    <a:pt x="3301595" y="480055"/>
                  </a:lnTo>
                  <a:lnTo>
                    <a:pt x="3300524" y="479665"/>
                  </a:lnTo>
                  <a:lnTo>
                    <a:pt x="3299452" y="479276"/>
                  </a:lnTo>
                  <a:lnTo>
                    <a:pt x="3298381" y="478888"/>
                  </a:lnTo>
                  <a:lnTo>
                    <a:pt x="3297309" y="478499"/>
                  </a:lnTo>
                  <a:lnTo>
                    <a:pt x="3296237" y="478110"/>
                  </a:lnTo>
                  <a:lnTo>
                    <a:pt x="3295166" y="477721"/>
                  </a:lnTo>
                  <a:lnTo>
                    <a:pt x="3294094" y="477332"/>
                  </a:lnTo>
                  <a:lnTo>
                    <a:pt x="3293023" y="476944"/>
                  </a:lnTo>
                  <a:lnTo>
                    <a:pt x="3291951" y="476555"/>
                  </a:lnTo>
                  <a:lnTo>
                    <a:pt x="3290879" y="476167"/>
                  </a:lnTo>
                  <a:lnTo>
                    <a:pt x="3289808" y="475779"/>
                  </a:lnTo>
                  <a:lnTo>
                    <a:pt x="3288736" y="475390"/>
                  </a:lnTo>
                  <a:lnTo>
                    <a:pt x="3287665" y="475002"/>
                  </a:lnTo>
                  <a:lnTo>
                    <a:pt x="3286593" y="474614"/>
                  </a:lnTo>
                  <a:lnTo>
                    <a:pt x="3285521" y="474226"/>
                  </a:lnTo>
                  <a:lnTo>
                    <a:pt x="3284450" y="473838"/>
                  </a:lnTo>
                  <a:lnTo>
                    <a:pt x="3283378" y="473450"/>
                  </a:lnTo>
                  <a:lnTo>
                    <a:pt x="3282307" y="473062"/>
                  </a:lnTo>
                  <a:lnTo>
                    <a:pt x="3281235" y="472675"/>
                  </a:lnTo>
                  <a:lnTo>
                    <a:pt x="3280163" y="472287"/>
                  </a:lnTo>
                  <a:lnTo>
                    <a:pt x="3279092" y="471899"/>
                  </a:lnTo>
                  <a:lnTo>
                    <a:pt x="3278020" y="471512"/>
                  </a:lnTo>
                  <a:lnTo>
                    <a:pt x="3276949" y="471125"/>
                  </a:lnTo>
                  <a:lnTo>
                    <a:pt x="3275877" y="470737"/>
                  </a:lnTo>
                  <a:lnTo>
                    <a:pt x="3274805" y="470350"/>
                  </a:lnTo>
                  <a:lnTo>
                    <a:pt x="3273734" y="469963"/>
                  </a:lnTo>
                  <a:lnTo>
                    <a:pt x="3272662" y="469576"/>
                  </a:lnTo>
                  <a:lnTo>
                    <a:pt x="3271591" y="469189"/>
                  </a:lnTo>
                  <a:lnTo>
                    <a:pt x="3270519" y="468802"/>
                  </a:lnTo>
                  <a:lnTo>
                    <a:pt x="3269447" y="468415"/>
                  </a:lnTo>
                  <a:lnTo>
                    <a:pt x="3268376" y="468029"/>
                  </a:lnTo>
                  <a:lnTo>
                    <a:pt x="3267304" y="467642"/>
                  </a:lnTo>
                  <a:lnTo>
                    <a:pt x="3266233" y="467256"/>
                  </a:lnTo>
                  <a:lnTo>
                    <a:pt x="3265161" y="466869"/>
                  </a:lnTo>
                  <a:lnTo>
                    <a:pt x="3264089" y="466483"/>
                  </a:lnTo>
                  <a:lnTo>
                    <a:pt x="3263018" y="466097"/>
                  </a:lnTo>
                  <a:lnTo>
                    <a:pt x="3261946" y="465711"/>
                  </a:lnTo>
                  <a:lnTo>
                    <a:pt x="3260875" y="465325"/>
                  </a:lnTo>
                  <a:lnTo>
                    <a:pt x="3259803" y="464939"/>
                  </a:lnTo>
                  <a:lnTo>
                    <a:pt x="3258731" y="464553"/>
                  </a:lnTo>
                  <a:lnTo>
                    <a:pt x="3257660" y="464167"/>
                  </a:lnTo>
                  <a:lnTo>
                    <a:pt x="3256588" y="463781"/>
                  </a:lnTo>
                  <a:lnTo>
                    <a:pt x="3255517" y="463396"/>
                  </a:lnTo>
                  <a:lnTo>
                    <a:pt x="3254445" y="463010"/>
                  </a:lnTo>
                  <a:lnTo>
                    <a:pt x="3253373" y="462625"/>
                  </a:lnTo>
                  <a:lnTo>
                    <a:pt x="3252302" y="462240"/>
                  </a:lnTo>
                  <a:lnTo>
                    <a:pt x="3251230" y="461855"/>
                  </a:lnTo>
                  <a:lnTo>
                    <a:pt x="3250159" y="461470"/>
                  </a:lnTo>
                  <a:lnTo>
                    <a:pt x="3249087" y="461085"/>
                  </a:lnTo>
                  <a:lnTo>
                    <a:pt x="3248015" y="460700"/>
                  </a:lnTo>
                  <a:lnTo>
                    <a:pt x="3246944" y="460315"/>
                  </a:lnTo>
                  <a:lnTo>
                    <a:pt x="3245872" y="459930"/>
                  </a:lnTo>
                  <a:lnTo>
                    <a:pt x="3244801" y="459546"/>
                  </a:lnTo>
                  <a:lnTo>
                    <a:pt x="3243729" y="459161"/>
                  </a:lnTo>
                  <a:lnTo>
                    <a:pt x="3242657" y="458777"/>
                  </a:lnTo>
                  <a:lnTo>
                    <a:pt x="3241586" y="458393"/>
                  </a:lnTo>
                  <a:lnTo>
                    <a:pt x="3240514" y="458008"/>
                  </a:lnTo>
                  <a:lnTo>
                    <a:pt x="3239443" y="457624"/>
                  </a:lnTo>
                  <a:lnTo>
                    <a:pt x="3238371" y="457240"/>
                  </a:lnTo>
                  <a:lnTo>
                    <a:pt x="3237299" y="456857"/>
                  </a:lnTo>
                  <a:lnTo>
                    <a:pt x="3236228" y="456473"/>
                  </a:lnTo>
                  <a:lnTo>
                    <a:pt x="3235156" y="456089"/>
                  </a:lnTo>
                  <a:lnTo>
                    <a:pt x="3234085" y="455706"/>
                  </a:lnTo>
                  <a:lnTo>
                    <a:pt x="3233013" y="455322"/>
                  </a:lnTo>
                  <a:lnTo>
                    <a:pt x="3231941" y="454939"/>
                  </a:lnTo>
                  <a:lnTo>
                    <a:pt x="3230870" y="454556"/>
                  </a:lnTo>
                  <a:lnTo>
                    <a:pt x="3229798" y="454173"/>
                  </a:lnTo>
                  <a:lnTo>
                    <a:pt x="3228727" y="453790"/>
                  </a:lnTo>
                  <a:lnTo>
                    <a:pt x="3227655" y="453407"/>
                  </a:lnTo>
                  <a:lnTo>
                    <a:pt x="3226583" y="453024"/>
                  </a:lnTo>
                  <a:lnTo>
                    <a:pt x="3225512" y="452641"/>
                  </a:lnTo>
                  <a:lnTo>
                    <a:pt x="3224440" y="452259"/>
                  </a:lnTo>
                  <a:lnTo>
                    <a:pt x="3223369" y="451876"/>
                  </a:lnTo>
                  <a:lnTo>
                    <a:pt x="3222297" y="451494"/>
                  </a:lnTo>
                  <a:lnTo>
                    <a:pt x="3221225" y="451112"/>
                  </a:lnTo>
                  <a:lnTo>
                    <a:pt x="3220154" y="450730"/>
                  </a:lnTo>
                  <a:lnTo>
                    <a:pt x="3219082" y="450348"/>
                  </a:lnTo>
                  <a:lnTo>
                    <a:pt x="3218011" y="449966"/>
                  </a:lnTo>
                  <a:lnTo>
                    <a:pt x="3216939" y="449584"/>
                  </a:lnTo>
                  <a:lnTo>
                    <a:pt x="3215867" y="449202"/>
                  </a:lnTo>
                  <a:lnTo>
                    <a:pt x="3214796" y="448821"/>
                  </a:lnTo>
                  <a:lnTo>
                    <a:pt x="3213724" y="448440"/>
                  </a:lnTo>
                  <a:lnTo>
                    <a:pt x="3212653" y="448058"/>
                  </a:lnTo>
                  <a:lnTo>
                    <a:pt x="3211581" y="447677"/>
                  </a:lnTo>
                  <a:lnTo>
                    <a:pt x="3210509" y="447296"/>
                  </a:lnTo>
                  <a:lnTo>
                    <a:pt x="3209438" y="446915"/>
                  </a:lnTo>
                  <a:lnTo>
                    <a:pt x="3208366" y="446534"/>
                  </a:lnTo>
                  <a:lnTo>
                    <a:pt x="3207295" y="446154"/>
                  </a:lnTo>
                  <a:lnTo>
                    <a:pt x="3206223" y="445773"/>
                  </a:lnTo>
                  <a:lnTo>
                    <a:pt x="3205151" y="445393"/>
                  </a:lnTo>
                  <a:lnTo>
                    <a:pt x="3204080" y="445012"/>
                  </a:lnTo>
                  <a:lnTo>
                    <a:pt x="3203008" y="444632"/>
                  </a:lnTo>
                  <a:lnTo>
                    <a:pt x="3201937" y="444252"/>
                  </a:lnTo>
                  <a:lnTo>
                    <a:pt x="3200865" y="443872"/>
                  </a:lnTo>
                  <a:lnTo>
                    <a:pt x="3199793" y="443492"/>
                  </a:lnTo>
                  <a:lnTo>
                    <a:pt x="3198722" y="443113"/>
                  </a:lnTo>
                  <a:lnTo>
                    <a:pt x="3197650" y="442733"/>
                  </a:lnTo>
                  <a:lnTo>
                    <a:pt x="3196579" y="442354"/>
                  </a:lnTo>
                  <a:lnTo>
                    <a:pt x="3195507" y="441974"/>
                  </a:lnTo>
                  <a:lnTo>
                    <a:pt x="3194436" y="441595"/>
                  </a:lnTo>
                  <a:lnTo>
                    <a:pt x="3193364" y="441216"/>
                  </a:lnTo>
                  <a:lnTo>
                    <a:pt x="3192292" y="440837"/>
                  </a:lnTo>
                  <a:lnTo>
                    <a:pt x="3191221" y="440458"/>
                  </a:lnTo>
                  <a:lnTo>
                    <a:pt x="3190149" y="440080"/>
                  </a:lnTo>
                  <a:lnTo>
                    <a:pt x="3189078" y="439701"/>
                  </a:lnTo>
                  <a:lnTo>
                    <a:pt x="3188006" y="439323"/>
                  </a:lnTo>
                  <a:lnTo>
                    <a:pt x="3186934" y="438944"/>
                  </a:lnTo>
                  <a:lnTo>
                    <a:pt x="3185863" y="438566"/>
                  </a:lnTo>
                  <a:lnTo>
                    <a:pt x="3184791" y="438188"/>
                  </a:lnTo>
                  <a:lnTo>
                    <a:pt x="3183720" y="437810"/>
                  </a:lnTo>
                  <a:lnTo>
                    <a:pt x="3182648" y="437433"/>
                  </a:lnTo>
                  <a:lnTo>
                    <a:pt x="3181576" y="437055"/>
                  </a:lnTo>
                  <a:lnTo>
                    <a:pt x="3180505" y="436678"/>
                  </a:lnTo>
                  <a:lnTo>
                    <a:pt x="3179433" y="436300"/>
                  </a:lnTo>
                  <a:lnTo>
                    <a:pt x="3178362" y="435923"/>
                  </a:lnTo>
                  <a:lnTo>
                    <a:pt x="3177290" y="435546"/>
                  </a:lnTo>
                  <a:lnTo>
                    <a:pt x="3176218" y="435169"/>
                  </a:lnTo>
                  <a:lnTo>
                    <a:pt x="3175147" y="434792"/>
                  </a:lnTo>
                  <a:lnTo>
                    <a:pt x="3174075" y="434416"/>
                  </a:lnTo>
                  <a:lnTo>
                    <a:pt x="3173004" y="434039"/>
                  </a:lnTo>
                  <a:lnTo>
                    <a:pt x="3171932" y="433663"/>
                  </a:lnTo>
                  <a:lnTo>
                    <a:pt x="3170860" y="433286"/>
                  </a:lnTo>
                  <a:lnTo>
                    <a:pt x="3169789" y="432910"/>
                  </a:lnTo>
                  <a:lnTo>
                    <a:pt x="3168717" y="432534"/>
                  </a:lnTo>
                  <a:lnTo>
                    <a:pt x="3167646" y="432159"/>
                  </a:lnTo>
                  <a:lnTo>
                    <a:pt x="3166574" y="431783"/>
                  </a:lnTo>
                  <a:lnTo>
                    <a:pt x="3165502" y="431407"/>
                  </a:lnTo>
                  <a:lnTo>
                    <a:pt x="3164431" y="431032"/>
                  </a:lnTo>
                  <a:lnTo>
                    <a:pt x="3163359" y="430657"/>
                  </a:lnTo>
                  <a:lnTo>
                    <a:pt x="3162288" y="430282"/>
                  </a:lnTo>
                  <a:lnTo>
                    <a:pt x="3161216" y="429907"/>
                  </a:lnTo>
                  <a:lnTo>
                    <a:pt x="3160144" y="429532"/>
                  </a:lnTo>
                  <a:lnTo>
                    <a:pt x="3159073" y="429157"/>
                  </a:lnTo>
                  <a:lnTo>
                    <a:pt x="3158001" y="428783"/>
                  </a:lnTo>
                  <a:lnTo>
                    <a:pt x="3156930" y="428408"/>
                  </a:lnTo>
                  <a:lnTo>
                    <a:pt x="3155858" y="428034"/>
                  </a:lnTo>
                  <a:lnTo>
                    <a:pt x="3154786" y="427660"/>
                  </a:lnTo>
                  <a:lnTo>
                    <a:pt x="3153715" y="427286"/>
                  </a:lnTo>
                  <a:lnTo>
                    <a:pt x="3152643" y="426912"/>
                  </a:lnTo>
                  <a:lnTo>
                    <a:pt x="3151572" y="426539"/>
                  </a:lnTo>
                  <a:lnTo>
                    <a:pt x="3150500" y="426165"/>
                  </a:lnTo>
                  <a:lnTo>
                    <a:pt x="3149428" y="425792"/>
                  </a:lnTo>
                  <a:lnTo>
                    <a:pt x="3148357" y="425419"/>
                  </a:lnTo>
                  <a:lnTo>
                    <a:pt x="3147285" y="425046"/>
                  </a:lnTo>
                  <a:lnTo>
                    <a:pt x="3146214" y="424673"/>
                  </a:lnTo>
                  <a:lnTo>
                    <a:pt x="3145142" y="424300"/>
                  </a:lnTo>
                  <a:lnTo>
                    <a:pt x="3144070" y="423927"/>
                  </a:lnTo>
                  <a:lnTo>
                    <a:pt x="3142999" y="423555"/>
                  </a:lnTo>
                  <a:lnTo>
                    <a:pt x="3141927" y="423183"/>
                  </a:lnTo>
                  <a:lnTo>
                    <a:pt x="3140856" y="422811"/>
                  </a:lnTo>
                  <a:lnTo>
                    <a:pt x="3139784" y="422439"/>
                  </a:lnTo>
                  <a:lnTo>
                    <a:pt x="3138712" y="422067"/>
                  </a:lnTo>
                  <a:lnTo>
                    <a:pt x="3137641" y="421695"/>
                  </a:lnTo>
                  <a:lnTo>
                    <a:pt x="3136569" y="421324"/>
                  </a:lnTo>
                  <a:lnTo>
                    <a:pt x="3135498" y="420952"/>
                  </a:lnTo>
                  <a:lnTo>
                    <a:pt x="3134426" y="420581"/>
                  </a:lnTo>
                  <a:lnTo>
                    <a:pt x="3133354" y="420210"/>
                  </a:lnTo>
                  <a:lnTo>
                    <a:pt x="3132283" y="419839"/>
                  </a:lnTo>
                  <a:lnTo>
                    <a:pt x="3131211" y="419469"/>
                  </a:lnTo>
                  <a:lnTo>
                    <a:pt x="3130140" y="419098"/>
                  </a:lnTo>
                  <a:lnTo>
                    <a:pt x="3129068" y="418728"/>
                  </a:lnTo>
                  <a:lnTo>
                    <a:pt x="3127996" y="418358"/>
                  </a:lnTo>
                  <a:lnTo>
                    <a:pt x="3126925" y="417987"/>
                  </a:lnTo>
                  <a:lnTo>
                    <a:pt x="3125853" y="417618"/>
                  </a:lnTo>
                  <a:lnTo>
                    <a:pt x="3124782" y="417248"/>
                  </a:lnTo>
                  <a:lnTo>
                    <a:pt x="3123710" y="416878"/>
                  </a:lnTo>
                  <a:lnTo>
                    <a:pt x="3122638" y="416509"/>
                  </a:lnTo>
                  <a:lnTo>
                    <a:pt x="3121567" y="416140"/>
                  </a:lnTo>
                  <a:lnTo>
                    <a:pt x="3120495" y="415771"/>
                  </a:lnTo>
                  <a:lnTo>
                    <a:pt x="3119424" y="415402"/>
                  </a:lnTo>
                  <a:lnTo>
                    <a:pt x="3118352" y="415033"/>
                  </a:lnTo>
                  <a:lnTo>
                    <a:pt x="3117280" y="414664"/>
                  </a:lnTo>
                  <a:lnTo>
                    <a:pt x="3116209" y="414296"/>
                  </a:lnTo>
                  <a:lnTo>
                    <a:pt x="3115137" y="413928"/>
                  </a:lnTo>
                  <a:lnTo>
                    <a:pt x="3114066" y="413560"/>
                  </a:lnTo>
                  <a:lnTo>
                    <a:pt x="3112994" y="413192"/>
                  </a:lnTo>
                  <a:lnTo>
                    <a:pt x="3111922" y="412824"/>
                  </a:lnTo>
                  <a:lnTo>
                    <a:pt x="3110851" y="412457"/>
                  </a:lnTo>
                  <a:lnTo>
                    <a:pt x="3109779" y="412089"/>
                  </a:lnTo>
                  <a:lnTo>
                    <a:pt x="3108708" y="411722"/>
                  </a:lnTo>
                  <a:lnTo>
                    <a:pt x="3107636" y="411355"/>
                  </a:lnTo>
                  <a:lnTo>
                    <a:pt x="3106564" y="410988"/>
                  </a:lnTo>
                  <a:lnTo>
                    <a:pt x="3105493" y="410621"/>
                  </a:lnTo>
                  <a:lnTo>
                    <a:pt x="3104421" y="410255"/>
                  </a:lnTo>
                  <a:lnTo>
                    <a:pt x="3103350" y="409888"/>
                  </a:lnTo>
                  <a:lnTo>
                    <a:pt x="3102278" y="409522"/>
                  </a:lnTo>
                  <a:lnTo>
                    <a:pt x="3101206" y="409156"/>
                  </a:lnTo>
                  <a:lnTo>
                    <a:pt x="3100135" y="408790"/>
                  </a:lnTo>
                  <a:lnTo>
                    <a:pt x="3099063" y="408425"/>
                  </a:lnTo>
                  <a:lnTo>
                    <a:pt x="3097992" y="408059"/>
                  </a:lnTo>
                  <a:lnTo>
                    <a:pt x="3096920" y="407694"/>
                  </a:lnTo>
                  <a:lnTo>
                    <a:pt x="3095848" y="407329"/>
                  </a:lnTo>
                  <a:lnTo>
                    <a:pt x="3094777" y="406964"/>
                  </a:lnTo>
                  <a:lnTo>
                    <a:pt x="3093705" y="406599"/>
                  </a:lnTo>
                  <a:lnTo>
                    <a:pt x="3092634" y="406235"/>
                  </a:lnTo>
                  <a:lnTo>
                    <a:pt x="3091562" y="405870"/>
                  </a:lnTo>
                  <a:lnTo>
                    <a:pt x="3090490" y="405506"/>
                  </a:lnTo>
                  <a:lnTo>
                    <a:pt x="3089419" y="405142"/>
                  </a:lnTo>
                  <a:lnTo>
                    <a:pt x="3088347" y="404778"/>
                  </a:lnTo>
                  <a:lnTo>
                    <a:pt x="3087276" y="404414"/>
                  </a:lnTo>
                  <a:lnTo>
                    <a:pt x="3086204" y="404051"/>
                  </a:lnTo>
                  <a:lnTo>
                    <a:pt x="3085132" y="403688"/>
                  </a:lnTo>
                  <a:lnTo>
                    <a:pt x="3084061" y="403324"/>
                  </a:lnTo>
                  <a:lnTo>
                    <a:pt x="3082989" y="402961"/>
                  </a:lnTo>
                  <a:lnTo>
                    <a:pt x="3081918" y="402599"/>
                  </a:lnTo>
                  <a:lnTo>
                    <a:pt x="3080846" y="402236"/>
                  </a:lnTo>
                  <a:lnTo>
                    <a:pt x="3079774" y="401874"/>
                  </a:lnTo>
                  <a:lnTo>
                    <a:pt x="3078703" y="401511"/>
                  </a:lnTo>
                  <a:lnTo>
                    <a:pt x="3077631" y="401149"/>
                  </a:lnTo>
                  <a:lnTo>
                    <a:pt x="3076560" y="400788"/>
                  </a:lnTo>
                  <a:lnTo>
                    <a:pt x="3075488" y="400426"/>
                  </a:lnTo>
                  <a:lnTo>
                    <a:pt x="3074416" y="400064"/>
                  </a:lnTo>
                  <a:lnTo>
                    <a:pt x="3073345" y="399703"/>
                  </a:lnTo>
                  <a:lnTo>
                    <a:pt x="3072273" y="399342"/>
                  </a:lnTo>
                  <a:lnTo>
                    <a:pt x="3071202" y="398981"/>
                  </a:lnTo>
                  <a:lnTo>
                    <a:pt x="3070130" y="398620"/>
                  </a:lnTo>
                  <a:lnTo>
                    <a:pt x="3069058" y="398260"/>
                  </a:lnTo>
                  <a:lnTo>
                    <a:pt x="3067987" y="397900"/>
                  </a:lnTo>
                  <a:lnTo>
                    <a:pt x="3066915" y="397539"/>
                  </a:lnTo>
                  <a:lnTo>
                    <a:pt x="3065844" y="397179"/>
                  </a:lnTo>
                  <a:lnTo>
                    <a:pt x="3064772" y="396820"/>
                  </a:lnTo>
                  <a:lnTo>
                    <a:pt x="3063700" y="396460"/>
                  </a:lnTo>
                  <a:lnTo>
                    <a:pt x="3062629" y="396101"/>
                  </a:lnTo>
                  <a:lnTo>
                    <a:pt x="3061557" y="395742"/>
                  </a:lnTo>
                  <a:lnTo>
                    <a:pt x="3060486" y="395383"/>
                  </a:lnTo>
                  <a:lnTo>
                    <a:pt x="3059414" y="395024"/>
                  </a:lnTo>
                  <a:lnTo>
                    <a:pt x="3058342" y="394665"/>
                  </a:lnTo>
                  <a:lnTo>
                    <a:pt x="3057271" y="394307"/>
                  </a:lnTo>
                  <a:lnTo>
                    <a:pt x="3056199" y="393949"/>
                  </a:lnTo>
                  <a:lnTo>
                    <a:pt x="3055128" y="393590"/>
                  </a:lnTo>
                  <a:lnTo>
                    <a:pt x="3054056" y="393233"/>
                  </a:lnTo>
                  <a:lnTo>
                    <a:pt x="3052984" y="392875"/>
                  </a:lnTo>
                  <a:lnTo>
                    <a:pt x="3051913" y="392518"/>
                  </a:lnTo>
                  <a:lnTo>
                    <a:pt x="3050841" y="392160"/>
                  </a:lnTo>
                  <a:lnTo>
                    <a:pt x="3049770" y="391803"/>
                  </a:lnTo>
                  <a:lnTo>
                    <a:pt x="3048698" y="391447"/>
                  </a:lnTo>
                  <a:lnTo>
                    <a:pt x="3047626" y="391090"/>
                  </a:lnTo>
                  <a:lnTo>
                    <a:pt x="3046555" y="390733"/>
                  </a:lnTo>
                  <a:lnTo>
                    <a:pt x="3045483" y="390377"/>
                  </a:lnTo>
                  <a:lnTo>
                    <a:pt x="3044412" y="390021"/>
                  </a:lnTo>
                  <a:lnTo>
                    <a:pt x="3043340" y="389665"/>
                  </a:lnTo>
                  <a:lnTo>
                    <a:pt x="3042268" y="389310"/>
                  </a:lnTo>
                  <a:lnTo>
                    <a:pt x="3041197" y="388954"/>
                  </a:lnTo>
                  <a:lnTo>
                    <a:pt x="3040125" y="388599"/>
                  </a:lnTo>
                  <a:lnTo>
                    <a:pt x="3039054" y="388244"/>
                  </a:lnTo>
                  <a:lnTo>
                    <a:pt x="3037982" y="387889"/>
                  </a:lnTo>
                  <a:lnTo>
                    <a:pt x="3036910" y="387535"/>
                  </a:lnTo>
                  <a:lnTo>
                    <a:pt x="3035839" y="387180"/>
                  </a:lnTo>
                  <a:lnTo>
                    <a:pt x="3034767" y="386826"/>
                  </a:lnTo>
                  <a:lnTo>
                    <a:pt x="3033696" y="386472"/>
                  </a:lnTo>
                  <a:lnTo>
                    <a:pt x="3032624" y="386118"/>
                  </a:lnTo>
                  <a:lnTo>
                    <a:pt x="3031552" y="385765"/>
                  </a:lnTo>
                  <a:lnTo>
                    <a:pt x="3030481" y="385411"/>
                  </a:lnTo>
                  <a:lnTo>
                    <a:pt x="3029409" y="385058"/>
                  </a:lnTo>
                  <a:lnTo>
                    <a:pt x="3028338" y="384705"/>
                  </a:lnTo>
                  <a:lnTo>
                    <a:pt x="3027266" y="384353"/>
                  </a:lnTo>
                  <a:lnTo>
                    <a:pt x="3026194" y="384000"/>
                  </a:lnTo>
                  <a:lnTo>
                    <a:pt x="3025123" y="383648"/>
                  </a:lnTo>
                  <a:lnTo>
                    <a:pt x="3024051" y="383296"/>
                  </a:lnTo>
                  <a:lnTo>
                    <a:pt x="3022980" y="382944"/>
                  </a:lnTo>
                  <a:lnTo>
                    <a:pt x="3021908" y="382592"/>
                  </a:lnTo>
                  <a:lnTo>
                    <a:pt x="3020836" y="382240"/>
                  </a:lnTo>
                  <a:lnTo>
                    <a:pt x="3019765" y="381889"/>
                  </a:lnTo>
                  <a:lnTo>
                    <a:pt x="3018693" y="381538"/>
                  </a:lnTo>
                  <a:lnTo>
                    <a:pt x="3017622" y="381187"/>
                  </a:lnTo>
                  <a:lnTo>
                    <a:pt x="3016550" y="380837"/>
                  </a:lnTo>
                  <a:lnTo>
                    <a:pt x="3015479" y="380486"/>
                  </a:lnTo>
                  <a:lnTo>
                    <a:pt x="3014407" y="380136"/>
                  </a:lnTo>
                  <a:lnTo>
                    <a:pt x="3013335" y="379786"/>
                  </a:lnTo>
                  <a:lnTo>
                    <a:pt x="3012264" y="379436"/>
                  </a:lnTo>
                  <a:lnTo>
                    <a:pt x="3011192" y="379087"/>
                  </a:lnTo>
                  <a:lnTo>
                    <a:pt x="3010121" y="378737"/>
                  </a:lnTo>
                  <a:lnTo>
                    <a:pt x="3009049" y="378388"/>
                  </a:lnTo>
                  <a:lnTo>
                    <a:pt x="3007977" y="378039"/>
                  </a:lnTo>
                  <a:lnTo>
                    <a:pt x="3006906" y="377691"/>
                  </a:lnTo>
                  <a:lnTo>
                    <a:pt x="3005834" y="377342"/>
                  </a:lnTo>
                  <a:lnTo>
                    <a:pt x="3004763" y="376994"/>
                  </a:lnTo>
                  <a:lnTo>
                    <a:pt x="3003691" y="376646"/>
                  </a:lnTo>
                  <a:lnTo>
                    <a:pt x="3002619" y="376298"/>
                  </a:lnTo>
                  <a:lnTo>
                    <a:pt x="3001548" y="375950"/>
                  </a:lnTo>
                  <a:lnTo>
                    <a:pt x="3000476" y="375603"/>
                  </a:lnTo>
                  <a:lnTo>
                    <a:pt x="2999405" y="375256"/>
                  </a:lnTo>
                  <a:lnTo>
                    <a:pt x="2998333" y="374909"/>
                  </a:lnTo>
                  <a:lnTo>
                    <a:pt x="2997261" y="374562"/>
                  </a:lnTo>
                  <a:lnTo>
                    <a:pt x="2996190" y="374216"/>
                  </a:lnTo>
                  <a:lnTo>
                    <a:pt x="2995118" y="373870"/>
                  </a:lnTo>
                  <a:lnTo>
                    <a:pt x="2994047" y="373524"/>
                  </a:lnTo>
                  <a:lnTo>
                    <a:pt x="2992975" y="373178"/>
                  </a:lnTo>
                  <a:lnTo>
                    <a:pt x="2991903" y="372832"/>
                  </a:lnTo>
                  <a:lnTo>
                    <a:pt x="2990832" y="372487"/>
                  </a:lnTo>
                  <a:lnTo>
                    <a:pt x="2989760" y="372142"/>
                  </a:lnTo>
                  <a:lnTo>
                    <a:pt x="2988689" y="371797"/>
                  </a:lnTo>
                  <a:lnTo>
                    <a:pt x="2987617" y="371453"/>
                  </a:lnTo>
                  <a:lnTo>
                    <a:pt x="2986545" y="371108"/>
                  </a:lnTo>
                  <a:lnTo>
                    <a:pt x="2985474" y="370764"/>
                  </a:lnTo>
                  <a:lnTo>
                    <a:pt x="2984402" y="370420"/>
                  </a:lnTo>
                  <a:lnTo>
                    <a:pt x="2983331" y="370076"/>
                  </a:lnTo>
                  <a:lnTo>
                    <a:pt x="2982259" y="369733"/>
                  </a:lnTo>
                  <a:lnTo>
                    <a:pt x="2981187" y="369390"/>
                  </a:lnTo>
                  <a:lnTo>
                    <a:pt x="2980116" y="369047"/>
                  </a:lnTo>
                  <a:lnTo>
                    <a:pt x="2979044" y="368704"/>
                  </a:lnTo>
                  <a:lnTo>
                    <a:pt x="2977973" y="368361"/>
                  </a:lnTo>
                  <a:lnTo>
                    <a:pt x="2976901" y="368019"/>
                  </a:lnTo>
                  <a:lnTo>
                    <a:pt x="2975829" y="367677"/>
                  </a:lnTo>
                  <a:lnTo>
                    <a:pt x="2974758" y="367335"/>
                  </a:lnTo>
                  <a:lnTo>
                    <a:pt x="2973686" y="366994"/>
                  </a:lnTo>
                  <a:lnTo>
                    <a:pt x="2972615" y="366652"/>
                  </a:lnTo>
                  <a:lnTo>
                    <a:pt x="2971543" y="366311"/>
                  </a:lnTo>
                  <a:lnTo>
                    <a:pt x="2970471" y="365971"/>
                  </a:lnTo>
                  <a:lnTo>
                    <a:pt x="2969400" y="365630"/>
                  </a:lnTo>
                  <a:lnTo>
                    <a:pt x="2968328" y="365290"/>
                  </a:lnTo>
                  <a:lnTo>
                    <a:pt x="2967257" y="364949"/>
                  </a:lnTo>
                  <a:lnTo>
                    <a:pt x="2966185" y="364610"/>
                  </a:lnTo>
                  <a:lnTo>
                    <a:pt x="2965113" y="364270"/>
                  </a:lnTo>
                  <a:lnTo>
                    <a:pt x="2964042" y="363931"/>
                  </a:lnTo>
                  <a:lnTo>
                    <a:pt x="2962970" y="363591"/>
                  </a:lnTo>
                  <a:lnTo>
                    <a:pt x="2961899" y="363252"/>
                  </a:lnTo>
                  <a:lnTo>
                    <a:pt x="2960827" y="362914"/>
                  </a:lnTo>
                  <a:lnTo>
                    <a:pt x="2959755" y="362575"/>
                  </a:lnTo>
                  <a:lnTo>
                    <a:pt x="2958684" y="362237"/>
                  </a:lnTo>
                  <a:lnTo>
                    <a:pt x="2957612" y="361899"/>
                  </a:lnTo>
                  <a:lnTo>
                    <a:pt x="2956541" y="361562"/>
                  </a:lnTo>
                  <a:lnTo>
                    <a:pt x="2955469" y="361224"/>
                  </a:lnTo>
                  <a:lnTo>
                    <a:pt x="2954397" y="360887"/>
                  </a:lnTo>
                  <a:lnTo>
                    <a:pt x="2953326" y="360550"/>
                  </a:lnTo>
                  <a:lnTo>
                    <a:pt x="2952254" y="360213"/>
                  </a:lnTo>
                  <a:lnTo>
                    <a:pt x="2951183" y="359877"/>
                  </a:lnTo>
                  <a:lnTo>
                    <a:pt x="2950111" y="359541"/>
                  </a:lnTo>
                  <a:lnTo>
                    <a:pt x="2949039" y="359205"/>
                  </a:lnTo>
                  <a:lnTo>
                    <a:pt x="2947968" y="358869"/>
                  </a:lnTo>
                  <a:lnTo>
                    <a:pt x="2946896" y="358534"/>
                  </a:lnTo>
                  <a:lnTo>
                    <a:pt x="2945825" y="358198"/>
                  </a:lnTo>
                  <a:lnTo>
                    <a:pt x="2944753" y="357863"/>
                  </a:lnTo>
                  <a:lnTo>
                    <a:pt x="2943681" y="357529"/>
                  </a:lnTo>
                  <a:lnTo>
                    <a:pt x="2942610" y="357194"/>
                  </a:lnTo>
                  <a:lnTo>
                    <a:pt x="2941538" y="356860"/>
                  </a:lnTo>
                  <a:lnTo>
                    <a:pt x="2940467" y="356526"/>
                  </a:lnTo>
                  <a:lnTo>
                    <a:pt x="2939395" y="356192"/>
                  </a:lnTo>
                  <a:lnTo>
                    <a:pt x="2938323" y="355859"/>
                  </a:lnTo>
                  <a:lnTo>
                    <a:pt x="2937252" y="355526"/>
                  </a:lnTo>
                  <a:lnTo>
                    <a:pt x="2936180" y="355193"/>
                  </a:lnTo>
                  <a:lnTo>
                    <a:pt x="2935109" y="354860"/>
                  </a:lnTo>
                  <a:lnTo>
                    <a:pt x="2934037" y="354528"/>
                  </a:lnTo>
                  <a:lnTo>
                    <a:pt x="2932965" y="354196"/>
                  </a:lnTo>
                  <a:lnTo>
                    <a:pt x="2931894" y="353864"/>
                  </a:lnTo>
                  <a:lnTo>
                    <a:pt x="2930822" y="353532"/>
                  </a:lnTo>
                  <a:lnTo>
                    <a:pt x="2929751" y="353201"/>
                  </a:lnTo>
                  <a:lnTo>
                    <a:pt x="2928679" y="352869"/>
                  </a:lnTo>
                  <a:lnTo>
                    <a:pt x="2927607" y="352539"/>
                  </a:lnTo>
                  <a:lnTo>
                    <a:pt x="2926536" y="352208"/>
                  </a:lnTo>
                  <a:lnTo>
                    <a:pt x="2925464" y="351877"/>
                  </a:lnTo>
                  <a:lnTo>
                    <a:pt x="2924393" y="351547"/>
                  </a:lnTo>
                  <a:lnTo>
                    <a:pt x="2923321" y="351217"/>
                  </a:lnTo>
                  <a:lnTo>
                    <a:pt x="2922249" y="350888"/>
                  </a:lnTo>
                  <a:lnTo>
                    <a:pt x="2921178" y="350558"/>
                  </a:lnTo>
                  <a:lnTo>
                    <a:pt x="2920106" y="350229"/>
                  </a:lnTo>
                  <a:lnTo>
                    <a:pt x="2919035" y="349900"/>
                  </a:lnTo>
                  <a:lnTo>
                    <a:pt x="2917963" y="349572"/>
                  </a:lnTo>
                  <a:lnTo>
                    <a:pt x="2916891" y="349243"/>
                  </a:lnTo>
                  <a:lnTo>
                    <a:pt x="2915820" y="348915"/>
                  </a:lnTo>
                  <a:lnTo>
                    <a:pt x="2914748" y="348588"/>
                  </a:lnTo>
                  <a:lnTo>
                    <a:pt x="2913677" y="348260"/>
                  </a:lnTo>
                  <a:lnTo>
                    <a:pt x="2912605" y="347933"/>
                  </a:lnTo>
                  <a:lnTo>
                    <a:pt x="2911533" y="347606"/>
                  </a:lnTo>
                  <a:lnTo>
                    <a:pt x="2910462" y="347279"/>
                  </a:lnTo>
                  <a:lnTo>
                    <a:pt x="2909390" y="346952"/>
                  </a:lnTo>
                  <a:lnTo>
                    <a:pt x="2908319" y="346626"/>
                  </a:lnTo>
                  <a:lnTo>
                    <a:pt x="2907247" y="346300"/>
                  </a:lnTo>
                  <a:lnTo>
                    <a:pt x="2906175" y="345974"/>
                  </a:lnTo>
                  <a:lnTo>
                    <a:pt x="2905104" y="345649"/>
                  </a:lnTo>
                  <a:lnTo>
                    <a:pt x="2904032" y="345323"/>
                  </a:lnTo>
                  <a:lnTo>
                    <a:pt x="2902961" y="344998"/>
                  </a:lnTo>
                  <a:lnTo>
                    <a:pt x="2901889" y="344674"/>
                  </a:lnTo>
                  <a:lnTo>
                    <a:pt x="2900817" y="344349"/>
                  </a:lnTo>
                  <a:lnTo>
                    <a:pt x="2899746" y="344025"/>
                  </a:lnTo>
                  <a:lnTo>
                    <a:pt x="2898674" y="343701"/>
                  </a:lnTo>
                  <a:lnTo>
                    <a:pt x="2897603" y="343377"/>
                  </a:lnTo>
                  <a:lnTo>
                    <a:pt x="2896531" y="343054"/>
                  </a:lnTo>
                  <a:lnTo>
                    <a:pt x="2895459" y="342731"/>
                  </a:lnTo>
                  <a:lnTo>
                    <a:pt x="2894388" y="342408"/>
                  </a:lnTo>
                  <a:lnTo>
                    <a:pt x="2893316" y="342085"/>
                  </a:lnTo>
                  <a:lnTo>
                    <a:pt x="2892245" y="341762"/>
                  </a:lnTo>
                  <a:lnTo>
                    <a:pt x="2891173" y="341440"/>
                  </a:lnTo>
                  <a:lnTo>
                    <a:pt x="2890101" y="341118"/>
                  </a:lnTo>
                  <a:lnTo>
                    <a:pt x="2889030" y="340797"/>
                  </a:lnTo>
                  <a:lnTo>
                    <a:pt x="2887958" y="340475"/>
                  </a:lnTo>
                  <a:lnTo>
                    <a:pt x="2886887" y="340154"/>
                  </a:lnTo>
                  <a:lnTo>
                    <a:pt x="2885815" y="339833"/>
                  </a:lnTo>
                  <a:lnTo>
                    <a:pt x="2884743" y="339513"/>
                  </a:lnTo>
                  <a:lnTo>
                    <a:pt x="2883672" y="339192"/>
                  </a:lnTo>
                  <a:lnTo>
                    <a:pt x="2882600" y="338872"/>
                  </a:lnTo>
                  <a:lnTo>
                    <a:pt x="2881529" y="338553"/>
                  </a:lnTo>
                  <a:lnTo>
                    <a:pt x="2880457" y="338233"/>
                  </a:lnTo>
                  <a:lnTo>
                    <a:pt x="2879385" y="337914"/>
                  </a:lnTo>
                  <a:lnTo>
                    <a:pt x="2878314" y="337595"/>
                  </a:lnTo>
                  <a:lnTo>
                    <a:pt x="2877242" y="337276"/>
                  </a:lnTo>
                  <a:lnTo>
                    <a:pt x="2876171" y="336957"/>
                  </a:lnTo>
                  <a:lnTo>
                    <a:pt x="2875099" y="336639"/>
                  </a:lnTo>
                  <a:lnTo>
                    <a:pt x="2874027" y="336321"/>
                  </a:lnTo>
                  <a:lnTo>
                    <a:pt x="2872956" y="336003"/>
                  </a:lnTo>
                  <a:lnTo>
                    <a:pt x="2871884" y="335686"/>
                  </a:lnTo>
                  <a:lnTo>
                    <a:pt x="2870813" y="335369"/>
                  </a:lnTo>
                  <a:lnTo>
                    <a:pt x="2869741" y="335052"/>
                  </a:lnTo>
                  <a:lnTo>
                    <a:pt x="2868669" y="334735"/>
                  </a:lnTo>
                  <a:lnTo>
                    <a:pt x="2867598" y="334418"/>
                  </a:lnTo>
                  <a:lnTo>
                    <a:pt x="2866526" y="334102"/>
                  </a:lnTo>
                  <a:lnTo>
                    <a:pt x="2865455" y="333786"/>
                  </a:lnTo>
                  <a:lnTo>
                    <a:pt x="2864383" y="333471"/>
                  </a:lnTo>
                  <a:lnTo>
                    <a:pt x="2863311" y="333155"/>
                  </a:lnTo>
                  <a:lnTo>
                    <a:pt x="2862240" y="332840"/>
                  </a:lnTo>
                  <a:lnTo>
                    <a:pt x="2861168" y="332525"/>
                  </a:lnTo>
                  <a:lnTo>
                    <a:pt x="2860097" y="332210"/>
                  </a:lnTo>
                  <a:lnTo>
                    <a:pt x="2859025" y="331896"/>
                  </a:lnTo>
                  <a:lnTo>
                    <a:pt x="2857953" y="331582"/>
                  </a:lnTo>
                  <a:lnTo>
                    <a:pt x="2856882" y="331268"/>
                  </a:lnTo>
                  <a:lnTo>
                    <a:pt x="2855810" y="330954"/>
                  </a:lnTo>
                  <a:lnTo>
                    <a:pt x="2854739" y="330641"/>
                  </a:lnTo>
                  <a:lnTo>
                    <a:pt x="2853667" y="330328"/>
                  </a:lnTo>
                  <a:lnTo>
                    <a:pt x="2852595" y="330015"/>
                  </a:lnTo>
                  <a:lnTo>
                    <a:pt x="2851524" y="329702"/>
                  </a:lnTo>
                  <a:lnTo>
                    <a:pt x="2850452" y="329390"/>
                  </a:lnTo>
                  <a:lnTo>
                    <a:pt x="2849381" y="329078"/>
                  </a:lnTo>
                  <a:lnTo>
                    <a:pt x="2848309" y="328766"/>
                  </a:lnTo>
                  <a:lnTo>
                    <a:pt x="2847237" y="328454"/>
                  </a:lnTo>
                  <a:lnTo>
                    <a:pt x="2846166" y="328143"/>
                  </a:lnTo>
                  <a:lnTo>
                    <a:pt x="2845094" y="327832"/>
                  </a:lnTo>
                  <a:lnTo>
                    <a:pt x="2844023" y="327521"/>
                  </a:lnTo>
                  <a:lnTo>
                    <a:pt x="2842951" y="327211"/>
                  </a:lnTo>
                  <a:lnTo>
                    <a:pt x="2841879" y="326900"/>
                  </a:lnTo>
                  <a:lnTo>
                    <a:pt x="2840808" y="326590"/>
                  </a:lnTo>
                  <a:lnTo>
                    <a:pt x="2839736" y="326280"/>
                  </a:lnTo>
                  <a:lnTo>
                    <a:pt x="2838665" y="325971"/>
                  </a:lnTo>
                  <a:lnTo>
                    <a:pt x="2837593" y="325662"/>
                  </a:lnTo>
                  <a:lnTo>
                    <a:pt x="2836522" y="325353"/>
                  </a:lnTo>
                  <a:lnTo>
                    <a:pt x="2835450" y="325044"/>
                  </a:lnTo>
                  <a:lnTo>
                    <a:pt x="2834378" y="324735"/>
                  </a:lnTo>
                  <a:lnTo>
                    <a:pt x="2833307" y="324427"/>
                  </a:lnTo>
                  <a:lnTo>
                    <a:pt x="2832235" y="324119"/>
                  </a:lnTo>
                  <a:lnTo>
                    <a:pt x="2831164" y="323811"/>
                  </a:lnTo>
                  <a:lnTo>
                    <a:pt x="2830092" y="323504"/>
                  </a:lnTo>
                  <a:lnTo>
                    <a:pt x="2829020" y="323196"/>
                  </a:lnTo>
                  <a:lnTo>
                    <a:pt x="2827949" y="322889"/>
                  </a:lnTo>
                  <a:lnTo>
                    <a:pt x="2826877" y="322582"/>
                  </a:lnTo>
                  <a:lnTo>
                    <a:pt x="2825806" y="322276"/>
                  </a:lnTo>
                  <a:lnTo>
                    <a:pt x="2824734" y="321970"/>
                  </a:lnTo>
                  <a:lnTo>
                    <a:pt x="2823662" y="321664"/>
                  </a:lnTo>
                  <a:lnTo>
                    <a:pt x="2822591" y="321358"/>
                  </a:lnTo>
                  <a:lnTo>
                    <a:pt x="2821519" y="321052"/>
                  </a:lnTo>
                  <a:lnTo>
                    <a:pt x="2820448" y="320747"/>
                  </a:lnTo>
                  <a:lnTo>
                    <a:pt x="2819376" y="320442"/>
                  </a:lnTo>
                  <a:lnTo>
                    <a:pt x="2818304" y="320137"/>
                  </a:lnTo>
                  <a:lnTo>
                    <a:pt x="2817233" y="319833"/>
                  </a:lnTo>
                  <a:lnTo>
                    <a:pt x="2816161" y="319528"/>
                  </a:lnTo>
                  <a:lnTo>
                    <a:pt x="2815090" y="319224"/>
                  </a:lnTo>
                  <a:lnTo>
                    <a:pt x="2814018" y="318920"/>
                  </a:lnTo>
                  <a:lnTo>
                    <a:pt x="2812946" y="318617"/>
                  </a:lnTo>
                  <a:lnTo>
                    <a:pt x="2811875" y="318314"/>
                  </a:lnTo>
                  <a:lnTo>
                    <a:pt x="2810803" y="318010"/>
                  </a:lnTo>
                  <a:lnTo>
                    <a:pt x="2809732" y="317708"/>
                  </a:lnTo>
                  <a:lnTo>
                    <a:pt x="2808660" y="317405"/>
                  </a:lnTo>
                  <a:lnTo>
                    <a:pt x="2807588" y="317103"/>
                  </a:lnTo>
                  <a:lnTo>
                    <a:pt x="2806517" y="316801"/>
                  </a:lnTo>
                  <a:lnTo>
                    <a:pt x="2805445" y="316499"/>
                  </a:lnTo>
                  <a:lnTo>
                    <a:pt x="2804374" y="316197"/>
                  </a:lnTo>
                  <a:lnTo>
                    <a:pt x="2803302" y="315896"/>
                  </a:lnTo>
                  <a:lnTo>
                    <a:pt x="2802230" y="315595"/>
                  </a:lnTo>
                  <a:lnTo>
                    <a:pt x="2801159" y="315294"/>
                  </a:lnTo>
                  <a:lnTo>
                    <a:pt x="2800087" y="314993"/>
                  </a:lnTo>
                  <a:lnTo>
                    <a:pt x="2799016" y="314693"/>
                  </a:lnTo>
                  <a:lnTo>
                    <a:pt x="2797944" y="314393"/>
                  </a:lnTo>
                  <a:lnTo>
                    <a:pt x="2796872" y="314093"/>
                  </a:lnTo>
                  <a:lnTo>
                    <a:pt x="2795801" y="313793"/>
                  </a:lnTo>
                  <a:lnTo>
                    <a:pt x="2794729" y="313493"/>
                  </a:lnTo>
                  <a:lnTo>
                    <a:pt x="2793658" y="313194"/>
                  </a:lnTo>
                  <a:lnTo>
                    <a:pt x="2792586" y="312895"/>
                  </a:lnTo>
                  <a:lnTo>
                    <a:pt x="2791514" y="312597"/>
                  </a:lnTo>
                  <a:lnTo>
                    <a:pt x="2790443" y="312298"/>
                  </a:lnTo>
                  <a:lnTo>
                    <a:pt x="2789371" y="312000"/>
                  </a:lnTo>
                  <a:lnTo>
                    <a:pt x="2788300" y="311702"/>
                  </a:lnTo>
                  <a:lnTo>
                    <a:pt x="2787228" y="311404"/>
                  </a:lnTo>
                  <a:lnTo>
                    <a:pt x="2786156" y="311106"/>
                  </a:lnTo>
                  <a:lnTo>
                    <a:pt x="2785085" y="310809"/>
                  </a:lnTo>
                  <a:lnTo>
                    <a:pt x="2784013" y="310512"/>
                  </a:lnTo>
                  <a:lnTo>
                    <a:pt x="2782942" y="310215"/>
                  </a:lnTo>
                  <a:lnTo>
                    <a:pt x="2781870" y="309919"/>
                  </a:lnTo>
                  <a:lnTo>
                    <a:pt x="2780798" y="309622"/>
                  </a:lnTo>
                  <a:lnTo>
                    <a:pt x="2779727" y="309326"/>
                  </a:lnTo>
                  <a:lnTo>
                    <a:pt x="2778655" y="309030"/>
                  </a:lnTo>
                  <a:lnTo>
                    <a:pt x="2777584" y="308734"/>
                  </a:lnTo>
                  <a:lnTo>
                    <a:pt x="2776512" y="308439"/>
                  </a:lnTo>
                  <a:lnTo>
                    <a:pt x="2775440" y="308144"/>
                  </a:lnTo>
                  <a:lnTo>
                    <a:pt x="2774369" y="307849"/>
                  </a:lnTo>
                  <a:lnTo>
                    <a:pt x="2773297" y="307554"/>
                  </a:lnTo>
                  <a:lnTo>
                    <a:pt x="2772226" y="307259"/>
                  </a:lnTo>
                  <a:lnTo>
                    <a:pt x="2771154" y="306965"/>
                  </a:lnTo>
                  <a:lnTo>
                    <a:pt x="2770082" y="306671"/>
                  </a:lnTo>
                  <a:lnTo>
                    <a:pt x="2769011" y="306377"/>
                  </a:lnTo>
                  <a:lnTo>
                    <a:pt x="2767939" y="306084"/>
                  </a:lnTo>
                  <a:lnTo>
                    <a:pt x="2766868" y="305790"/>
                  </a:lnTo>
                  <a:lnTo>
                    <a:pt x="2765796" y="305497"/>
                  </a:lnTo>
                  <a:lnTo>
                    <a:pt x="2764724" y="305204"/>
                  </a:lnTo>
                  <a:lnTo>
                    <a:pt x="2763653" y="304911"/>
                  </a:lnTo>
                  <a:lnTo>
                    <a:pt x="2762581" y="304619"/>
                  </a:lnTo>
                  <a:lnTo>
                    <a:pt x="2761510" y="304327"/>
                  </a:lnTo>
                  <a:lnTo>
                    <a:pt x="2760438" y="304034"/>
                  </a:lnTo>
                  <a:lnTo>
                    <a:pt x="2759366" y="303743"/>
                  </a:lnTo>
                  <a:lnTo>
                    <a:pt x="2758295" y="303451"/>
                  </a:lnTo>
                  <a:lnTo>
                    <a:pt x="2757223" y="303160"/>
                  </a:lnTo>
                  <a:lnTo>
                    <a:pt x="2756152" y="302868"/>
                  </a:lnTo>
                  <a:lnTo>
                    <a:pt x="2755080" y="302578"/>
                  </a:lnTo>
                  <a:lnTo>
                    <a:pt x="2754008" y="302287"/>
                  </a:lnTo>
                  <a:lnTo>
                    <a:pt x="2752937" y="301996"/>
                  </a:lnTo>
                  <a:lnTo>
                    <a:pt x="2751865" y="301706"/>
                  </a:lnTo>
                  <a:lnTo>
                    <a:pt x="2750794" y="301416"/>
                  </a:lnTo>
                  <a:lnTo>
                    <a:pt x="2749722" y="301126"/>
                  </a:lnTo>
                  <a:lnTo>
                    <a:pt x="2748650" y="300836"/>
                  </a:lnTo>
                  <a:lnTo>
                    <a:pt x="2747579" y="300547"/>
                  </a:lnTo>
                  <a:lnTo>
                    <a:pt x="2746507" y="300258"/>
                  </a:lnTo>
                  <a:lnTo>
                    <a:pt x="2745436" y="299969"/>
                  </a:lnTo>
                  <a:lnTo>
                    <a:pt x="2744364" y="299680"/>
                  </a:lnTo>
                  <a:lnTo>
                    <a:pt x="2743292" y="299391"/>
                  </a:lnTo>
                  <a:lnTo>
                    <a:pt x="2742221" y="299103"/>
                  </a:lnTo>
                  <a:lnTo>
                    <a:pt x="2741149" y="298815"/>
                  </a:lnTo>
                  <a:lnTo>
                    <a:pt x="2740078" y="298527"/>
                  </a:lnTo>
                  <a:lnTo>
                    <a:pt x="2739006" y="298239"/>
                  </a:lnTo>
                  <a:lnTo>
                    <a:pt x="2737934" y="297952"/>
                  </a:lnTo>
                  <a:lnTo>
                    <a:pt x="2736863" y="297664"/>
                  </a:lnTo>
                  <a:lnTo>
                    <a:pt x="2735791" y="297377"/>
                  </a:lnTo>
                  <a:lnTo>
                    <a:pt x="2734720" y="297090"/>
                  </a:lnTo>
                  <a:lnTo>
                    <a:pt x="2733648" y="296804"/>
                  </a:lnTo>
                  <a:lnTo>
                    <a:pt x="2732576" y="296517"/>
                  </a:lnTo>
                  <a:lnTo>
                    <a:pt x="2731505" y="296231"/>
                  </a:lnTo>
                  <a:lnTo>
                    <a:pt x="2730433" y="295945"/>
                  </a:lnTo>
                  <a:lnTo>
                    <a:pt x="2729362" y="295659"/>
                  </a:lnTo>
                  <a:lnTo>
                    <a:pt x="2728290" y="295373"/>
                  </a:lnTo>
                  <a:lnTo>
                    <a:pt x="2727218" y="295088"/>
                  </a:lnTo>
                  <a:lnTo>
                    <a:pt x="2726147" y="294802"/>
                  </a:lnTo>
                  <a:lnTo>
                    <a:pt x="2725075" y="294517"/>
                  </a:lnTo>
                  <a:lnTo>
                    <a:pt x="2724004" y="294232"/>
                  </a:lnTo>
                  <a:lnTo>
                    <a:pt x="2722932" y="293948"/>
                  </a:lnTo>
                  <a:lnTo>
                    <a:pt x="2721860" y="293663"/>
                  </a:lnTo>
                  <a:lnTo>
                    <a:pt x="2720789" y="293379"/>
                  </a:lnTo>
                  <a:lnTo>
                    <a:pt x="2719717" y="293095"/>
                  </a:lnTo>
                  <a:lnTo>
                    <a:pt x="2718646" y="292811"/>
                  </a:lnTo>
                  <a:lnTo>
                    <a:pt x="2717574" y="292527"/>
                  </a:lnTo>
                  <a:lnTo>
                    <a:pt x="2716502" y="292244"/>
                  </a:lnTo>
                  <a:lnTo>
                    <a:pt x="2715431" y="291961"/>
                  </a:lnTo>
                  <a:lnTo>
                    <a:pt x="2714359" y="291678"/>
                  </a:lnTo>
                  <a:lnTo>
                    <a:pt x="2713288" y="291395"/>
                  </a:lnTo>
                  <a:lnTo>
                    <a:pt x="2712216" y="291112"/>
                  </a:lnTo>
                  <a:lnTo>
                    <a:pt x="2711144" y="290829"/>
                  </a:lnTo>
                  <a:lnTo>
                    <a:pt x="2710073" y="290547"/>
                  </a:lnTo>
                  <a:lnTo>
                    <a:pt x="2709001" y="290265"/>
                  </a:lnTo>
                  <a:lnTo>
                    <a:pt x="2707930" y="289983"/>
                  </a:lnTo>
                  <a:lnTo>
                    <a:pt x="2706858" y="289701"/>
                  </a:lnTo>
                  <a:lnTo>
                    <a:pt x="2705786" y="289420"/>
                  </a:lnTo>
                  <a:lnTo>
                    <a:pt x="2704715" y="289138"/>
                  </a:lnTo>
                  <a:lnTo>
                    <a:pt x="2703643" y="288857"/>
                  </a:lnTo>
                  <a:lnTo>
                    <a:pt x="2702572" y="288576"/>
                  </a:lnTo>
                  <a:lnTo>
                    <a:pt x="2701500" y="288295"/>
                  </a:lnTo>
                  <a:lnTo>
                    <a:pt x="2700428" y="288015"/>
                  </a:lnTo>
                  <a:lnTo>
                    <a:pt x="2699357" y="287734"/>
                  </a:lnTo>
                  <a:lnTo>
                    <a:pt x="2698285" y="287454"/>
                  </a:lnTo>
                  <a:lnTo>
                    <a:pt x="2697214" y="287174"/>
                  </a:lnTo>
                  <a:lnTo>
                    <a:pt x="2696142" y="286894"/>
                  </a:lnTo>
                  <a:lnTo>
                    <a:pt x="2695070" y="286614"/>
                  </a:lnTo>
                  <a:lnTo>
                    <a:pt x="2693999" y="286335"/>
                  </a:lnTo>
                  <a:lnTo>
                    <a:pt x="2692927" y="286056"/>
                  </a:lnTo>
                  <a:lnTo>
                    <a:pt x="2691856" y="285776"/>
                  </a:lnTo>
                  <a:lnTo>
                    <a:pt x="2690784" y="285497"/>
                  </a:lnTo>
                  <a:lnTo>
                    <a:pt x="2689712" y="285219"/>
                  </a:lnTo>
                  <a:lnTo>
                    <a:pt x="2688641" y="284940"/>
                  </a:lnTo>
                  <a:lnTo>
                    <a:pt x="2687569" y="284661"/>
                  </a:lnTo>
                  <a:lnTo>
                    <a:pt x="2686498" y="284383"/>
                  </a:lnTo>
                  <a:lnTo>
                    <a:pt x="2685426" y="284105"/>
                  </a:lnTo>
                  <a:lnTo>
                    <a:pt x="2684354" y="283827"/>
                  </a:lnTo>
                  <a:lnTo>
                    <a:pt x="2683283" y="283549"/>
                  </a:lnTo>
                  <a:lnTo>
                    <a:pt x="2682211" y="283272"/>
                  </a:lnTo>
                  <a:lnTo>
                    <a:pt x="2681140" y="282994"/>
                  </a:lnTo>
                  <a:lnTo>
                    <a:pt x="2680068" y="282717"/>
                  </a:lnTo>
                  <a:lnTo>
                    <a:pt x="2678996" y="282440"/>
                  </a:lnTo>
                  <a:lnTo>
                    <a:pt x="2677925" y="282163"/>
                  </a:lnTo>
                  <a:lnTo>
                    <a:pt x="2676853" y="281886"/>
                  </a:lnTo>
                  <a:lnTo>
                    <a:pt x="2675782" y="281610"/>
                  </a:lnTo>
                  <a:lnTo>
                    <a:pt x="2674710" y="281333"/>
                  </a:lnTo>
                  <a:lnTo>
                    <a:pt x="2673638" y="281057"/>
                  </a:lnTo>
                  <a:lnTo>
                    <a:pt x="2672567" y="280781"/>
                  </a:lnTo>
                  <a:lnTo>
                    <a:pt x="2671495" y="280505"/>
                  </a:lnTo>
                  <a:lnTo>
                    <a:pt x="2670424" y="280229"/>
                  </a:lnTo>
                  <a:lnTo>
                    <a:pt x="2669352" y="279954"/>
                  </a:lnTo>
                  <a:lnTo>
                    <a:pt x="2668280" y="279678"/>
                  </a:lnTo>
                  <a:lnTo>
                    <a:pt x="2667209" y="279403"/>
                  </a:lnTo>
                  <a:lnTo>
                    <a:pt x="2666137" y="279128"/>
                  </a:lnTo>
                  <a:lnTo>
                    <a:pt x="2665066" y="278853"/>
                  </a:lnTo>
                  <a:lnTo>
                    <a:pt x="2663994" y="278578"/>
                  </a:lnTo>
                  <a:lnTo>
                    <a:pt x="2662922" y="278303"/>
                  </a:lnTo>
                  <a:lnTo>
                    <a:pt x="2661851" y="278029"/>
                  </a:lnTo>
                  <a:lnTo>
                    <a:pt x="2660779" y="277754"/>
                  </a:lnTo>
                  <a:lnTo>
                    <a:pt x="2659708" y="277480"/>
                  </a:lnTo>
                  <a:lnTo>
                    <a:pt x="2658636" y="277206"/>
                  </a:lnTo>
                  <a:lnTo>
                    <a:pt x="2657565" y="276932"/>
                  </a:lnTo>
                  <a:lnTo>
                    <a:pt x="2656493" y="276659"/>
                  </a:lnTo>
                  <a:lnTo>
                    <a:pt x="2655421" y="276385"/>
                  </a:lnTo>
                  <a:lnTo>
                    <a:pt x="2654350" y="276112"/>
                  </a:lnTo>
                  <a:lnTo>
                    <a:pt x="2653278" y="275838"/>
                  </a:lnTo>
                  <a:lnTo>
                    <a:pt x="2652207" y="275565"/>
                  </a:lnTo>
                  <a:lnTo>
                    <a:pt x="2651135" y="275292"/>
                  </a:lnTo>
                  <a:lnTo>
                    <a:pt x="2650063" y="275019"/>
                  </a:lnTo>
                  <a:lnTo>
                    <a:pt x="2648992" y="274747"/>
                  </a:lnTo>
                  <a:lnTo>
                    <a:pt x="2647920" y="274474"/>
                  </a:lnTo>
                  <a:lnTo>
                    <a:pt x="2646849" y="274202"/>
                  </a:lnTo>
                  <a:lnTo>
                    <a:pt x="2645777" y="273930"/>
                  </a:lnTo>
                  <a:lnTo>
                    <a:pt x="2644705" y="273657"/>
                  </a:lnTo>
                  <a:lnTo>
                    <a:pt x="2643634" y="273386"/>
                  </a:lnTo>
                  <a:lnTo>
                    <a:pt x="2642562" y="273114"/>
                  </a:lnTo>
                  <a:lnTo>
                    <a:pt x="2641491" y="272842"/>
                  </a:lnTo>
                  <a:lnTo>
                    <a:pt x="2640419" y="272570"/>
                  </a:lnTo>
                  <a:lnTo>
                    <a:pt x="2639347" y="272299"/>
                  </a:lnTo>
                  <a:lnTo>
                    <a:pt x="2638276" y="272028"/>
                  </a:lnTo>
                  <a:lnTo>
                    <a:pt x="2637204" y="271757"/>
                  </a:lnTo>
                  <a:lnTo>
                    <a:pt x="2636133" y="271486"/>
                  </a:lnTo>
                  <a:lnTo>
                    <a:pt x="2635061" y="271215"/>
                  </a:lnTo>
                  <a:lnTo>
                    <a:pt x="2633989" y="270944"/>
                  </a:lnTo>
                  <a:lnTo>
                    <a:pt x="2632918" y="270673"/>
                  </a:lnTo>
                  <a:lnTo>
                    <a:pt x="2631846" y="270403"/>
                  </a:lnTo>
                  <a:lnTo>
                    <a:pt x="2630775" y="270133"/>
                  </a:lnTo>
                  <a:lnTo>
                    <a:pt x="2629703" y="269862"/>
                  </a:lnTo>
                  <a:lnTo>
                    <a:pt x="2628631" y="269592"/>
                  </a:lnTo>
                  <a:lnTo>
                    <a:pt x="2627560" y="269322"/>
                  </a:lnTo>
                  <a:lnTo>
                    <a:pt x="2626488" y="269053"/>
                  </a:lnTo>
                  <a:lnTo>
                    <a:pt x="2625417" y="268783"/>
                  </a:lnTo>
                  <a:lnTo>
                    <a:pt x="2624345" y="268513"/>
                  </a:lnTo>
                  <a:lnTo>
                    <a:pt x="2623273" y="268244"/>
                  </a:lnTo>
                  <a:lnTo>
                    <a:pt x="2622202" y="267975"/>
                  </a:lnTo>
                  <a:lnTo>
                    <a:pt x="2621130" y="267705"/>
                  </a:lnTo>
                  <a:lnTo>
                    <a:pt x="2620059" y="267436"/>
                  </a:lnTo>
                  <a:lnTo>
                    <a:pt x="2618987" y="267167"/>
                  </a:lnTo>
                  <a:lnTo>
                    <a:pt x="2617915" y="266899"/>
                  </a:lnTo>
                  <a:lnTo>
                    <a:pt x="2616844" y="266630"/>
                  </a:lnTo>
                  <a:lnTo>
                    <a:pt x="2615772" y="266361"/>
                  </a:lnTo>
                  <a:lnTo>
                    <a:pt x="2614701" y="266093"/>
                  </a:lnTo>
                  <a:lnTo>
                    <a:pt x="2613629" y="265824"/>
                  </a:lnTo>
                  <a:lnTo>
                    <a:pt x="2612557" y="265556"/>
                  </a:lnTo>
                  <a:lnTo>
                    <a:pt x="2611486" y="265288"/>
                  </a:lnTo>
                  <a:lnTo>
                    <a:pt x="2610414" y="265020"/>
                  </a:lnTo>
                  <a:lnTo>
                    <a:pt x="2609343" y="264752"/>
                  </a:lnTo>
                  <a:lnTo>
                    <a:pt x="2608271" y="264484"/>
                  </a:lnTo>
                  <a:lnTo>
                    <a:pt x="2607199" y="264217"/>
                  </a:lnTo>
                  <a:lnTo>
                    <a:pt x="2606128" y="263949"/>
                  </a:lnTo>
                  <a:lnTo>
                    <a:pt x="2605056" y="263682"/>
                  </a:lnTo>
                  <a:lnTo>
                    <a:pt x="2603985" y="263414"/>
                  </a:lnTo>
                  <a:lnTo>
                    <a:pt x="2602913" y="263147"/>
                  </a:lnTo>
                  <a:lnTo>
                    <a:pt x="2601841" y="262880"/>
                  </a:lnTo>
                  <a:lnTo>
                    <a:pt x="2600770" y="262613"/>
                  </a:lnTo>
                  <a:lnTo>
                    <a:pt x="2599698" y="262346"/>
                  </a:lnTo>
                  <a:lnTo>
                    <a:pt x="2598627" y="262079"/>
                  </a:lnTo>
                  <a:lnTo>
                    <a:pt x="2597555" y="261813"/>
                  </a:lnTo>
                  <a:lnTo>
                    <a:pt x="2596483" y="261546"/>
                  </a:lnTo>
                  <a:lnTo>
                    <a:pt x="2595412" y="261280"/>
                  </a:lnTo>
                  <a:lnTo>
                    <a:pt x="2594340" y="261013"/>
                  </a:lnTo>
                  <a:lnTo>
                    <a:pt x="2593269" y="260747"/>
                  </a:lnTo>
                  <a:lnTo>
                    <a:pt x="2592197" y="260481"/>
                  </a:lnTo>
                  <a:lnTo>
                    <a:pt x="2591125" y="260214"/>
                  </a:lnTo>
                  <a:lnTo>
                    <a:pt x="2590054" y="259948"/>
                  </a:lnTo>
                  <a:lnTo>
                    <a:pt x="2588982" y="259683"/>
                  </a:lnTo>
                  <a:lnTo>
                    <a:pt x="2587911" y="259417"/>
                  </a:lnTo>
                  <a:lnTo>
                    <a:pt x="2586839" y="259151"/>
                  </a:lnTo>
                  <a:lnTo>
                    <a:pt x="2585767" y="258885"/>
                  </a:lnTo>
                  <a:lnTo>
                    <a:pt x="2584696" y="258620"/>
                  </a:lnTo>
                  <a:lnTo>
                    <a:pt x="2583624" y="258354"/>
                  </a:lnTo>
                  <a:lnTo>
                    <a:pt x="2582553" y="258089"/>
                  </a:lnTo>
                  <a:lnTo>
                    <a:pt x="2581481" y="257824"/>
                  </a:lnTo>
                  <a:lnTo>
                    <a:pt x="2580409" y="257559"/>
                  </a:lnTo>
                  <a:lnTo>
                    <a:pt x="2579338" y="257293"/>
                  </a:lnTo>
                  <a:lnTo>
                    <a:pt x="2578266" y="257028"/>
                  </a:lnTo>
                  <a:lnTo>
                    <a:pt x="2577195" y="256764"/>
                  </a:lnTo>
                  <a:lnTo>
                    <a:pt x="2576123" y="256499"/>
                  </a:lnTo>
                  <a:lnTo>
                    <a:pt x="2575051" y="256234"/>
                  </a:lnTo>
                  <a:lnTo>
                    <a:pt x="2573980" y="255969"/>
                  </a:lnTo>
                  <a:lnTo>
                    <a:pt x="2572908" y="255705"/>
                  </a:lnTo>
                  <a:lnTo>
                    <a:pt x="2571837" y="255440"/>
                  </a:lnTo>
                  <a:lnTo>
                    <a:pt x="2570765" y="255176"/>
                  </a:lnTo>
                  <a:lnTo>
                    <a:pt x="2569693" y="254911"/>
                  </a:lnTo>
                  <a:lnTo>
                    <a:pt x="2568622" y="254647"/>
                  </a:lnTo>
                  <a:lnTo>
                    <a:pt x="2567550" y="254383"/>
                  </a:lnTo>
                  <a:lnTo>
                    <a:pt x="2566479" y="254119"/>
                  </a:lnTo>
                  <a:lnTo>
                    <a:pt x="2565407" y="253855"/>
                  </a:lnTo>
                  <a:lnTo>
                    <a:pt x="2564335" y="253591"/>
                  </a:lnTo>
                  <a:lnTo>
                    <a:pt x="2563264" y="253327"/>
                  </a:lnTo>
                  <a:lnTo>
                    <a:pt x="2562192" y="253063"/>
                  </a:lnTo>
                  <a:lnTo>
                    <a:pt x="2561121" y="252799"/>
                  </a:lnTo>
                  <a:lnTo>
                    <a:pt x="2560049" y="252536"/>
                  </a:lnTo>
                  <a:lnTo>
                    <a:pt x="2558977" y="252272"/>
                  </a:lnTo>
                  <a:lnTo>
                    <a:pt x="2557906" y="252008"/>
                  </a:lnTo>
                  <a:lnTo>
                    <a:pt x="2556834" y="251745"/>
                  </a:lnTo>
                  <a:lnTo>
                    <a:pt x="2555763" y="251482"/>
                  </a:lnTo>
                  <a:lnTo>
                    <a:pt x="2554691" y="251218"/>
                  </a:lnTo>
                  <a:lnTo>
                    <a:pt x="2553619" y="250955"/>
                  </a:lnTo>
                  <a:lnTo>
                    <a:pt x="2552548" y="250692"/>
                  </a:lnTo>
                  <a:lnTo>
                    <a:pt x="2551476" y="250429"/>
                  </a:lnTo>
                  <a:lnTo>
                    <a:pt x="2550405" y="250165"/>
                  </a:lnTo>
                  <a:lnTo>
                    <a:pt x="2549333" y="249902"/>
                  </a:lnTo>
                  <a:lnTo>
                    <a:pt x="2548261" y="249639"/>
                  </a:lnTo>
                  <a:lnTo>
                    <a:pt x="2547190" y="249377"/>
                  </a:lnTo>
                  <a:lnTo>
                    <a:pt x="2546118" y="249114"/>
                  </a:lnTo>
                  <a:lnTo>
                    <a:pt x="2545047" y="248851"/>
                  </a:lnTo>
                  <a:lnTo>
                    <a:pt x="2543975" y="248588"/>
                  </a:lnTo>
                  <a:lnTo>
                    <a:pt x="2542903" y="248325"/>
                  </a:lnTo>
                  <a:lnTo>
                    <a:pt x="2541832" y="248063"/>
                  </a:lnTo>
                  <a:lnTo>
                    <a:pt x="2540760" y="247800"/>
                  </a:lnTo>
                  <a:lnTo>
                    <a:pt x="2539689" y="247538"/>
                  </a:lnTo>
                  <a:lnTo>
                    <a:pt x="2538617" y="247275"/>
                  </a:lnTo>
                  <a:lnTo>
                    <a:pt x="2537545" y="247013"/>
                  </a:lnTo>
                  <a:lnTo>
                    <a:pt x="2536474" y="246750"/>
                  </a:lnTo>
                  <a:lnTo>
                    <a:pt x="2535402" y="246488"/>
                  </a:lnTo>
                  <a:lnTo>
                    <a:pt x="2534331" y="246226"/>
                  </a:lnTo>
                  <a:lnTo>
                    <a:pt x="2533259" y="245964"/>
                  </a:lnTo>
                  <a:lnTo>
                    <a:pt x="2532187" y="245701"/>
                  </a:lnTo>
                  <a:lnTo>
                    <a:pt x="2531116" y="245439"/>
                  </a:lnTo>
                  <a:lnTo>
                    <a:pt x="2530044" y="245177"/>
                  </a:lnTo>
                  <a:lnTo>
                    <a:pt x="2528973" y="244915"/>
                  </a:lnTo>
                  <a:lnTo>
                    <a:pt x="2527901" y="244653"/>
                  </a:lnTo>
                  <a:lnTo>
                    <a:pt x="2526829" y="244391"/>
                  </a:lnTo>
                  <a:lnTo>
                    <a:pt x="2525758" y="244129"/>
                  </a:lnTo>
                  <a:lnTo>
                    <a:pt x="2524686" y="243867"/>
                  </a:lnTo>
                  <a:lnTo>
                    <a:pt x="2523615" y="243605"/>
                  </a:lnTo>
                  <a:lnTo>
                    <a:pt x="2522543" y="243344"/>
                  </a:lnTo>
                  <a:lnTo>
                    <a:pt x="2521471" y="243082"/>
                  </a:lnTo>
                  <a:lnTo>
                    <a:pt x="2520400" y="242820"/>
                  </a:lnTo>
                  <a:lnTo>
                    <a:pt x="2519328" y="242558"/>
                  </a:lnTo>
                  <a:lnTo>
                    <a:pt x="2518257" y="242297"/>
                  </a:lnTo>
                  <a:lnTo>
                    <a:pt x="2517185" y="242035"/>
                  </a:lnTo>
                  <a:lnTo>
                    <a:pt x="2516113" y="241773"/>
                  </a:lnTo>
                  <a:lnTo>
                    <a:pt x="2515042" y="241512"/>
                  </a:lnTo>
                  <a:lnTo>
                    <a:pt x="2513970" y="241250"/>
                  </a:lnTo>
                  <a:lnTo>
                    <a:pt x="2512899" y="240989"/>
                  </a:lnTo>
                  <a:lnTo>
                    <a:pt x="2511827" y="240727"/>
                  </a:lnTo>
                  <a:lnTo>
                    <a:pt x="2510755" y="240466"/>
                  </a:lnTo>
                  <a:lnTo>
                    <a:pt x="2509684" y="240204"/>
                  </a:lnTo>
                  <a:lnTo>
                    <a:pt x="2508612" y="239943"/>
                  </a:lnTo>
                  <a:lnTo>
                    <a:pt x="2507541" y="239681"/>
                  </a:lnTo>
                  <a:lnTo>
                    <a:pt x="2506469" y="239420"/>
                  </a:lnTo>
                  <a:lnTo>
                    <a:pt x="2505397" y="239159"/>
                  </a:lnTo>
                  <a:lnTo>
                    <a:pt x="2504326" y="238897"/>
                  </a:lnTo>
                  <a:lnTo>
                    <a:pt x="2503254" y="238636"/>
                  </a:lnTo>
                  <a:lnTo>
                    <a:pt x="2502183" y="238375"/>
                  </a:lnTo>
                  <a:lnTo>
                    <a:pt x="2501111" y="238113"/>
                  </a:lnTo>
                  <a:lnTo>
                    <a:pt x="2500039" y="237852"/>
                  </a:lnTo>
                  <a:lnTo>
                    <a:pt x="2498968" y="237591"/>
                  </a:lnTo>
                  <a:lnTo>
                    <a:pt x="2497896" y="237330"/>
                  </a:lnTo>
                  <a:lnTo>
                    <a:pt x="2496825" y="237068"/>
                  </a:lnTo>
                  <a:lnTo>
                    <a:pt x="2495753" y="236807"/>
                  </a:lnTo>
                  <a:lnTo>
                    <a:pt x="2494681" y="236546"/>
                  </a:lnTo>
                  <a:lnTo>
                    <a:pt x="2493610" y="236285"/>
                  </a:lnTo>
                  <a:lnTo>
                    <a:pt x="2492538" y="236023"/>
                  </a:lnTo>
                  <a:lnTo>
                    <a:pt x="2491467" y="235762"/>
                  </a:lnTo>
                  <a:lnTo>
                    <a:pt x="2490395" y="235501"/>
                  </a:lnTo>
                  <a:lnTo>
                    <a:pt x="2489323" y="235240"/>
                  </a:lnTo>
                  <a:lnTo>
                    <a:pt x="2488252" y="234979"/>
                  </a:lnTo>
                  <a:lnTo>
                    <a:pt x="2487180" y="234718"/>
                  </a:lnTo>
                  <a:lnTo>
                    <a:pt x="2486109" y="234457"/>
                  </a:lnTo>
                  <a:lnTo>
                    <a:pt x="2485037" y="234195"/>
                  </a:lnTo>
                  <a:lnTo>
                    <a:pt x="2483966" y="233934"/>
                  </a:lnTo>
                  <a:lnTo>
                    <a:pt x="2482894" y="233673"/>
                  </a:lnTo>
                  <a:lnTo>
                    <a:pt x="2481822" y="233412"/>
                  </a:lnTo>
                  <a:lnTo>
                    <a:pt x="2480751" y="233151"/>
                  </a:lnTo>
                  <a:lnTo>
                    <a:pt x="2479679" y="232890"/>
                  </a:lnTo>
                  <a:lnTo>
                    <a:pt x="2478608" y="232628"/>
                  </a:lnTo>
                  <a:lnTo>
                    <a:pt x="2477536" y="232367"/>
                  </a:lnTo>
                  <a:lnTo>
                    <a:pt x="2476464" y="232106"/>
                  </a:lnTo>
                  <a:lnTo>
                    <a:pt x="2475393" y="231845"/>
                  </a:lnTo>
                  <a:lnTo>
                    <a:pt x="2474321" y="231584"/>
                  </a:lnTo>
                  <a:lnTo>
                    <a:pt x="2473250" y="231323"/>
                  </a:lnTo>
                  <a:lnTo>
                    <a:pt x="2472178" y="231061"/>
                  </a:lnTo>
                  <a:lnTo>
                    <a:pt x="2471106" y="230800"/>
                  </a:lnTo>
                  <a:lnTo>
                    <a:pt x="2470035" y="230539"/>
                  </a:lnTo>
                  <a:lnTo>
                    <a:pt x="2468963" y="230278"/>
                  </a:lnTo>
                  <a:lnTo>
                    <a:pt x="2467892" y="230017"/>
                  </a:lnTo>
                  <a:lnTo>
                    <a:pt x="2466820" y="229755"/>
                  </a:lnTo>
                  <a:lnTo>
                    <a:pt x="2465748" y="229494"/>
                  </a:lnTo>
                  <a:lnTo>
                    <a:pt x="2464677" y="229233"/>
                  </a:lnTo>
                  <a:lnTo>
                    <a:pt x="2463605" y="228972"/>
                  </a:lnTo>
                  <a:lnTo>
                    <a:pt x="2462534" y="228710"/>
                  </a:lnTo>
                  <a:lnTo>
                    <a:pt x="2461462" y="228449"/>
                  </a:lnTo>
                  <a:lnTo>
                    <a:pt x="2460390" y="228188"/>
                  </a:lnTo>
                  <a:lnTo>
                    <a:pt x="2459319" y="227926"/>
                  </a:lnTo>
                  <a:lnTo>
                    <a:pt x="2458247" y="227665"/>
                  </a:lnTo>
                  <a:lnTo>
                    <a:pt x="2457176" y="227403"/>
                  </a:lnTo>
                  <a:lnTo>
                    <a:pt x="2456104" y="227142"/>
                  </a:lnTo>
                  <a:lnTo>
                    <a:pt x="2455032" y="226880"/>
                  </a:lnTo>
                  <a:lnTo>
                    <a:pt x="2453961" y="226619"/>
                  </a:lnTo>
                  <a:lnTo>
                    <a:pt x="2452889" y="226357"/>
                  </a:lnTo>
                  <a:lnTo>
                    <a:pt x="2451818" y="226096"/>
                  </a:lnTo>
                  <a:lnTo>
                    <a:pt x="2450746" y="225834"/>
                  </a:lnTo>
                  <a:lnTo>
                    <a:pt x="2449674" y="225573"/>
                  </a:lnTo>
                  <a:lnTo>
                    <a:pt x="2448603" y="225311"/>
                  </a:lnTo>
                  <a:lnTo>
                    <a:pt x="2447531" y="225050"/>
                  </a:lnTo>
                  <a:lnTo>
                    <a:pt x="2446460" y="224788"/>
                  </a:lnTo>
                  <a:lnTo>
                    <a:pt x="2445388" y="224526"/>
                  </a:lnTo>
                  <a:lnTo>
                    <a:pt x="2444316" y="224264"/>
                  </a:lnTo>
                  <a:lnTo>
                    <a:pt x="2443245" y="224003"/>
                  </a:lnTo>
                  <a:lnTo>
                    <a:pt x="2442173" y="223741"/>
                  </a:lnTo>
                  <a:lnTo>
                    <a:pt x="2441102" y="223479"/>
                  </a:lnTo>
                  <a:lnTo>
                    <a:pt x="2440030" y="223217"/>
                  </a:lnTo>
                  <a:lnTo>
                    <a:pt x="2438958" y="222955"/>
                  </a:lnTo>
                  <a:lnTo>
                    <a:pt x="2437887" y="222693"/>
                  </a:lnTo>
                  <a:lnTo>
                    <a:pt x="2436815" y="222431"/>
                  </a:lnTo>
                  <a:lnTo>
                    <a:pt x="2435744" y="222169"/>
                  </a:lnTo>
                  <a:lnTo>
                    <a:pt x="2434672" y="221907"/>
                  </a:lnTo>
                  <a:lnTo>
                    <a:pt x="2433600" y="221645"/>
                  </a:lnTo>
                  <a:lnTo>
                    <a:pt x="2432529" y="221383"/>
                  </a:lnTo>
                  <a:lnTo>
                    <a:pt x="2431457" y="221120"/>
                  </a:lnTo>
                  <a:lnTo>
                    <a:pt x="2430386" y="220858"/>
                  </a:lnTo>
                  <a:lnTo>
                    <a:pt x="2429314" y="220596"/>
                  </a:lnTo>
                  <a:lnTo>
                    <a:pt x="2428242" y="220333"/>
                  </a:lnTo>
                  <a:lnTo>
                    <a:pt x="2427171" y="220071"/>
                  </a:lnTo>
                  <a:lnTo>
                    <a:pt x="2426099" y="219808"/>
                  </a:lnTo>
                  <a:lnTo>
                    <a:pt x="2425028" y="219546"/>
                  </a:lnTo>
                  <a:lnTo>
                    <a:pt x="2423956" y="219283"/>
                  </a:lnTo>
                  <a:lnTo>
                    <a:pt x="2422884" y="219021"/>
                  </a:lnTo>
                  <a:lnTo>
                    <a:pt x="2421813" y="218758"/>
                  </a:lnTo>
                  <a:lnTo>
                    <a:pt x="2420741" y="218495"/>
                  </a:lnTo>
                  <a:lnTo>
                    <a:pt x="2419670" y="218232"/>
                  </a:lnTo>
                  <a:lnTo>
                    <a:pt x="2418598" y="217970"/>
                  </a:lnTo>
                  <a:lnTo>
                    <a:pt x="2417526" y="217707"/>
                  </a:lnTo>
                  <a:lnTo>
                    <a:pt x="2416455" y="217444"/>
                  </a:lnTo>
                  <a:lnTo>
                    <a:pt x="2415383" y="217181"/>
                  </a:lnTo>
                  <a:lnTo>
                    <a:pt x="2414312" y="216918"/>
                  </a:lnTo>
                  <a:lnTo>
                    <a:pt x="2413240" y="216654"/>
                  </a:lnTo>
                  <a:lnTo>
                    <a:pt x="2412168" y="216391"/>
                  </a:lnTo>
                  <a:lnTo>
                    <a:pt x="2411097" y="216128"/>
                  </a:lnTo>
                  <a:lnTo>
                    <a:pt x="2410025" y="215865"/>
                  </a:lnTo>
                  <a:lnTo>
                    <a:pt x="2408954" y="215601"/>
                  </a:lnTo>
                  <a:lnTo>
                    <a:pt x="2407882" y="215338"/>
                  </a:lnTo>
                  <a:lnTo>
                    <a:pt x="2406810" y="215074"/>
                  </a:lnTo>
                  <a:lnTo>
                    <a:pt x="2405739" y="214811"/>
                  </a:lnTo>
                  <a:lnTo>
                    <a:pt x="2404667" y="214547"/>
                  </a:lnTo>
                  <a:lnTo>
                    <a:pt x="2403596" y="214283"/>
                  </a:lnTo>
                  <a:lnTo>
                    <a:pt x="2402524" y="214019"/>
                  </a:lnTo>
                  <a:lnTo>
                    <a:pt x="2401452" y="213756"/>
                  </a:lnTo>
                  <a:lnTo>
                    <a:pt x="2400381" y="213492"/>
                  </a:lnTo>
                  <a:lnTo>
                    <a:pt x="2399309" y="213228"/>
                  </a:lnTo>
                  <a:lnTo>
                    <a:pt x="2398238" y="212963"/>
                  </a:lnTo>
                  <a:lnTo>
                    <a:pt x="2397166" y="212699"/>
                  </a:lnTo>
                  <a:lnTo>
                    <a:pt x="2396094" y="212435"/>
                  </a:lnTo>
                  <a:lnTo>
                    <a:pt x="2395023" y="212171"/>
                  </a:lnTo>
                  <a:lnTo>
                    <a:pt x="2393951" y="211906"/>
                  </a:lnTo>
                  <a:lnTo>
                    <a:pt x="2392880" y="211642"/>
                  </a:lnTo>
                  <a:lnTo>
                    <a:pt x="2391808" y="211377"/>
                  </a:lnTo>
                  <a:lnTo>
                    <a:pt x="2390736" y="211112"/>
                  </a:lnTo>
                  <a:lnTo>
                    <a:pt x="2389665" y="210848"/>
                  </a:lnTo>
                  <a:lnTo>
                    <a:pt x="2388593" y="210583"/>
                  </a:lnTo>
                  <a:lnTo>
                    <a:pt x="2387522" y="210318"/>
                  </a:lnTo>
                  <a:lnTo>
                    <a:pt x="2386450" y="210053"/>
                  </a:lnTo>
                  <a:lnTo>
                    <a:pt x="2385378" y="209788"/>
                  </a:lnTo>
                  <a:lnTo>
                    <a:pt x="2384307" y="209523"/>
                  </a:lnTo>
                  <a:lnTo>
                    <a:pt x="2383235" y="209258"/>
                  </a:lnTo>
                  <a:lnTo>
                    <a:pt x="2382164" y="208992"/>
                  </a:lnTo>
                  <a:lnTo>
                    <a:pt x="2381092" y="208727"/>
                  </a:lnTo>
                  <a:lnTo>
                    <a:pt x="2380020" y="208461"/>
                  </a:lnTo>
                  <a:lnTo>
                    <a:pt x="2378949" y="208196"/>
                  </a:lnTo>
                  <a:lnTo>
                    <a:pt x="2377877" y="207930"/>
                  </a:lnTo>
                  <a:lnTo>
                    <a:pt x="2376806" y="207664"/>
                  </a:lnTo>
                  <a:lnTo>
                    <a:pt x="2375734" y="207398"/>
                  </a:lnTo>
                  <a:lnTo>
                    <a:pt x="2374662" y="207132"/>
                  </a:lnTo>
                  <a:lnTo>
                    <a:pt x="2373591" y="206866"/>
                  </a:lnTo>
                  <a:lnTo>
                    <a:pt x="2372519" y="206600"/>
                  </a:lnTo>
                  <a:lnTo>
                    <a:pt x="2371448" y="206334"/>
                  </a:lnTo>
                  <a:lnTo>
                    <a:pt x="2370376" y="206067"/>
                  </a:lnTo>
                  <a:lnTo>
                    <a:pt x="2369304" y="205801"/>
                  </a:lnTo>
                  <a:lnTo>
                    <a:pt x="2368233" y="205534"/>
                  </a:lnTo>
                  <a:lnTo>
                    <a:pt x="2367161" y="205268"/>
                  </a:lnTo>
                  <a:lnTo>
                    <a:pt x="2366090" y="205001"/>
                  </a:lnTo>
                  <a:lnTo>
                    <a:pt x="2365018" y="204734"/>
                  </a:lnTo>
                  <a:lnTo>
                    <a:pt x="2363946" y="204467"/>
                  </a:lnTo>
                  <a:lnTo>
                    <a:pt x="2362875" y="204200"/>
                  </a:lnTo>
                  <a:lnTo>
                    <a:pt x="2361803" y="203933"/>
                  </a:lnTo>
                  <a:lnTo>
                    <a:pt x="2360732" y="203665"/>
                  </a:lnTo>
                  <a:lnTo>
                    <a:pt x="2359660" y="203398"/>
                  </a:lnTo>
                  <a:lnTo>
                    <a:pt x="2358588" y="203130"/>
                  </a:lnTo>
                  <a:lnTo>
                    <a:pt x="2357517" y="202863"/>
                  </a:lnTo>
                  <a:lnTo>
                    <a:pt x="2356445" y="202595"/>
                  </a:lnTo>
                  <a:lnTo>
                    <a:pt x="2355374" y="202327"/>
                  </a:lnTo>
                  <a:lnTo>
                    <a:pt x="2354302" y="202059"/>
                  </a:lnTo>
                  <a:lnTo>
                    <a:pt x="2353230" y="201791"/>
                  </a:lnTo>
                  <a:lnTo>
                    <a:pt x="2352159" y="201523"/>
                  </a:lnTo>
                  <a:lnTo>
                    <a:pt x="2351087" y="201255"/>
                  </a:lnTo>
                  <a:lnTo>
                    <a:pt x="2350016" y="200986"/>
                  </a:lnTo>
                  <a:lnTo>
                    <a:pt x="2348944" y="200718"/>
                  </a:lnTo>
                  <a:lnTo>
                    <a:pt x="2347872" y="200449"/>
                  </a:lnTo>
                  <a:lnTo>
                    <a:pt x="2346801" y="200180"/>
                  </a:lnTo>
                  <a:lnTo>
                    <a:pt x="2345729" y="199911"/>
                  </a:lnTo>
                  <a:lnTo>
                    <a:pt x="2344658" y="199642"/>
                  </a:lnTo>
                  <a:lnTo>
                    <a:pt x="2343586" y="199373"/>
                  </a:lnTo>
                  <a:lnTo>
                    <a:pt x="2342514" y="199104"/>
                  </a:lnTo>
                  <a:lnTo>
                    <a:pt x="2341443" y="198834"/>
                  </a:lnTo>
                  <a:lnTo>
                    <a:pt x="2340371" y="198565"/>
                  </a:lnTo>
                  <a:lnTo>
                    <a:pt x="2339300" y="198295"/>
                  </a:lnTo>
                  <a:lnTo>
                    <a:pt x="2338228" y="198026"/>
                  </a:lnTo>
                  <a:lnTo>
                    <a:pt x="2337156" y="197756"/>
                  </a:lnTo>
                  <a:lnTo>
                    <a:pt x="2336085" y="197486"/>
                  </a:lnTo>
                  <a:lnTo>
                    <a:pt x="2335013" y="197215"/>
                  </a:lnTo>
                  <a:lnTo>
                    <a:pt x="2333942" y="196945"/>
                  </a:lnTo>
                  <a:lnTo>
                    <a:pt x="2332870" y="196675"/>
                  </a:lnTo>
                  <a:lnTo>
                    <a:pt x="2331798" y="196404"/>
                  </a:lnTo>
                  <a:lnTo>
                    <a:pt x="2330727" y="196134"/>
                  </a:lnTo>
                  <a:lnTo>
                    <a:pt x="2329655" y="195863"/>
                  </a:lnTo>
                  <a:lnTo>
                    <a:pt x="2328584" y="195592"/>
                  </a:lnTo>
                  <a:lnTo>
                    <a:pt x="2327512" y="195321"/>
                  </a:lnTo>
                  <a:lnTo>
                    <a:pt x="2326440" y="195050"/>
                  </a:lnTo>
                  <a:lnTo>
                    <a:pt x="2325369" y="194778"/>
                  </a:lnTo>
                  <a:lnTo>
                    <a:pt x="2324297" y="194507"/>
                  </a:lnTo>
                  <a:lnTo>
                    <a:pt x="2323226" y="194235"/>
                  </a:lnTo>
                  <a:lnTo>
                    <a:pt x="2322154" y="193963"/>
                  </a:lnTo>
                  <a:lnTo>
                    <a:pt x="2321082" y="193691"/>
                  </a:lnTo>
                  <a:lnTo>
                    <a:pt x="2320011" y="193419"/>
                  </a:lnTo>
                  <a:lnTo>
                    <a:pt x="2318939" y="193147"/>
                  </a:lnTo>
                  <a:lnTo>
                    <a:pt x="2317868" y="192875"/>
                  </a:lnTo>
                  <a:lnTo>
                    <a:pt x="2316796" y="192602"/>
                  </a:lnTo>
                  <a:lnTo>
                    <a:pt x="2315724" y="192330"/>
                  </a:lnTo>
                  <a:lnTo>
                    <a:pt x="2314653" y="192057"/>
                  </a:lnTo>
                  <a:lnTo>
                    <a:pt x="2313581" y="191784"/>
                  </a:lnTo>
                  <a:lnTo>
                    <a:pt x="2312510" y="191511"/>
                  </a:lnTo>
                  <a:lnTo>
                    <a:pt x="2311438" y="191238"/>
                  </a:lnTo>
                  <a:lnTo>
                    <a:pt x="2310366" y="190965"/>
                  </a:lnTo>
                  <a:lnTo>
                    <a:pt x="2309295" y="190691"/>
                  </a:lnTo>
                  <a:lnTo>
                    <a:pt x="2308223" y="190418"/>
                  </a:lnTo>
                  <a:lnTo>
                    <a:pt x="2307152" y="190144"/>
                  </a:lnTo>
                  <a:lnTo>
                    <a:pt x="2306080" y="189870"/>
                  </a:lnTo>
                  <a:lnTo>
                    <a:pt x="2305009" y="189596"/>
                  </a:lnTo>
                  <a:lnTo>
                    <a:pt x="2303937" y="189321"/>
                  </a:lnTo>
                  <a:lnTo>
                    <a:pt x="2302865" y="189047"/>
                  </a:lnTo>
                  <a:lnTo>
                    <a:pt x="2301794" y="188772"/>
                  </a:lnTo>
                  <a:lnTo>
                    <a:pt x="2300722" y="188498"/>
                  </a:lnTo>
                  <a:lnTo>
                    <a:pt x="2299651" y="188223"/>
                  </a:lnTo>
                  <a:lnTo>
                    <a:pt x="2298579" y="187948"/>
                  </a:lnTo>
                  <a:lnTo>
                    <a:pt x="2297507" y="187673"/>
                  </a:lnTo>
                  <a:lnTo>
                    <a:pt x="2296436" y="187397"/>
                  </a:lnTo>
                  <a:lnTo>
                    <a:pt x="2295364" y="187122"/>
                  </a:lnTo>
                  <a:lnTo>
                    <a:pt x="2294293" y="186846"/>
                  </a:lnTo>
                  <a:lnTo>
                    <a:pt x="2293221" y="186570"/>
                  </a:lnTo>
                  <a:lnTo>
                    <a:pt x="2292149" y="186294"/>
                  </a:lnTo>
                  <a:lnTo>
                    <a:pt x="2291078" y="186018"/>
                  </a:lnTo>
                  <a:lnTo>
                    <a:pt x="2290006" y="185742"/>
                  </a:lnTo>
                  <a:lnTo>
                    <a:pt x="2288935" y="185465"/>
                  </a:lnTo>
                  <a:lnTo>
                    <a:pt x="2287863" y="185189"/>
                  </a:lnTo>
                  <a:lnTo>
                    <a:pt x="2286791" y="184912"/>
                  </a:lnTo>
                  <a:lnTo>
                    <a:pt x="2285720" y="184635"/>
                  </a:lnTo>
                  <a:lnTo>
                    <a:pt x="2284648" y="184358"/>
                  </a:lnTo>
                  <a:lnTo>
                    <a:pt x="2283577" y="184080"/>
                  </a:lnTo>
                  <a:lnTo>
                    <a:pt x="2282505" y="183803"/>
                  </a:lnTo>
                  <a:lnTo>
                    <a:pt x="2281433" y="183525"/>
                  </a:lnTo>
                  <a:lnTo>
                    <a:pt x="2280362" y="183247"/>
                  </a:lnTo>
                  <a:lnTo>
                    <a:pt x="2279290" y="182969"/>
                  </a:lnTo>
                  <a:lnTo>
                    <a:pt x="2278219" y="182691"/>
                  </a:lnTo>
                  <a:lnTo>
                    <a:pt x="2277147" y="182413"/>
                  </a:lnTo>
                  <a:lnTo>
                    <a:pt x="2276075" y="182134"/>
                  </a:lnTo>
                  <a:lnTo>
                    <a:pt x="2275004" y="181855"/>
                  </a:lnTo>
                  <a:lnTo>
                    <a:pt x="2273932" y="181577"/>
                  </a:lnTo>
                  <a:lnTo>
                    <a:pt x="2272861" y="181298"/>
                  </a:lnTo>
                  <a:lnTo>
                    <a:pt x="2271789" y="181018"/>
                  </a:lnTo>
                  <a:lnTo>
                    <a:pt x="2270717" y="180739"/>
                  </a:lnTo>
                  <a:lnTo>
                    <a:pt x="2269646" y="180459"/>
                  </a:lnTo>
                  <a:lnTo>
                    <a:pt x="2268574" y="180179"/>
                  </a:lnTo>
                  <a:lnTo>
                    <a:pt x="2267503" y="179899"/>
                  </a:lnTo>
                  <a:lnTo>
                    <a:pt x="2266431" y="179619"/>
                  </a:lnTo>
                  <a:lnTo>
                    <a:pt x="2265359" y="179339"/>
                  </a:lnTo>
                  <a:lnTo>
                    <a:pt x="2264288" y="179058"/>
                  </a:lnTo>
                  <a:lnTo>
                    <a:pt x="2263216" y="178778"/>
                  </a:lnTo>
                  <a:lnTo>
                    <a:pt x="2262145" y="178497"/>
                  </a:lnTo>
                  <a:lnTo>
                    <a:pt x="2261073" y="178216"/>
                  </a:lnTo>
                  <a:lnTo>
                    <a:pt x="2260001" y="177935"/>
                  </a:lnTo>
                  <a:lnTo>
                    <a:pt x="2258930" y="177653"/>
                  </a:lnTo>
                  <a:lnTo>
                    <a:pt x="2257858" y="177371"/>
                  </a:lnTo>
                  <a:lnTo>
                    <a:pt x="2256787" y="177090"/>
                  </a:lnTo>
                  <a:lnTo>
                    <a:pt x="2255715" y="176808"/>
                  </a:lnTo>
                  <a:lnTo>
                    <a:pt x="2254643" y="176525"/>
                  </a:lnTo>
                  <a:lnTo>
                    <a:pt x="2253572" y="176243"/>
                  </a:lnTo>
                  <a:lnTo>
                    <a:pt x="2252500" y="175960"/>
                  </a:lnTo>
                  <a:lnTo>
                    <a:pt x="2251429" y="175678"/>
                  </a:lnTo>
                  <a:lnTo>
                    <a:pt x="2250357" y="175395"/>
                  </a:lnTo>
                  <a:lnTo>
                    <a:pt x="2249285" y="175112"/>
                  </a:lnTo>
                  <a:lnTo>
                    <a:pt x="2248214" y="174828"/>
                  </a:lnTo>
                  <a:lnTo>
                    <a:pt x="2247142" y="174545"/>
                  </a:lnTo>
                  <a:lnTo>
                    <a:pt x="2246071" y="174261"/>
                  </a:lnTo>
                  <a:lnTo>
                    <a:pt x="2244999" y="173977"/>
                  </a:lnTo>
                  <a:lnTo>
                    <a:pt x="2243927" y="173693"/>
                  </a:lnTo>
                  <a:lnTo>
                    <a:pt x="2242856" y="173408"/>
                  </a:lnTo>
                  <a:lnTo>
                    <a:pt x="2241784" y="173124"/>
                  </a:lnTo>
                  <a:lnTo>
                    <a:pt x="2240713" y="172839"/>
                  </a:lnTo>
                  <a:lnTo>
                    <a:pt x="2239641" y="172554"/>
                  </a:lnTo>
                  <a:lnTo>
                    <a:pt x="2238569" y="172269"/>
                  </a:lnTo>
                  <a:lnTo>
                    <a:pt x="2237498" y="171984"/>
                  </a:lnTo>
                  <a:lnTo>
                    <a:pt x="2236426" y="171698"/>
                  </a:lnTo>
                  <a:lnTo>
                    <a:pt x="2235355" y="171412"/>
                  </a:lnTo>
                  <a:lnTo>
                    <a:pt x="2234283" y="171126"/>
                  </a:lnTo>
                  <a:lnTo>
                    <a:pt x="2233211" y="170840"/>
                  </a:lnTo>
                  <a:lnTo>
                    <a:pt x="2232140" y="170554"/>
                  </a:lnTo>
                  <a:lnTo>
                    <a:pt x="2231068" y="170267"/>
                  </a:lnTo>
                  <a:lnTo>
                    <a:pt x="2229997" y="169980"/>
                  </a:lnTo>
                  <a:lnTo>
                    <a:pt x="2228925" y="169693"/>
                  </a:lnTo>
                  <a:lnTo>
                    <a:pt x="2227853" y="169406"/>
                  </a:lnTo>
                  <a:lnTo>
                    <a:pt x="2226782" y="169119"/>
                  </a:lnTo>
                  <a:lnTo>
                    <a:pt x="2225710" y="168831"/>
                  </a:lnTo>
                  <a:lnTo>
                    <a:pt x="2224639" y="168543"/>
                  </a:lnTo>
                  <a:lnTo>
                    <a:pt x="2223567" y="168255"/>
                  </a:lnTo>
                  <a:lnTo>
                    <a:pt x="2222495" y="167967"/>
                  </a:lnTo>
                  <a:lnTo>
                    <a:pt x="2221424" y="167678"/>
                  </a:lnTo>
                  <a:lnTo>
                    <a:pt x="2220352" y="167390"/>
                  </a:lnTo>
                  <a:lnTo>
                    <a:pt x="2219281" y="167101"/>
                  </a:lnTo>
                  <a:lnTo>
                    <a:pt x="2218209" y="166812"/>
                  </a:lnTo>
                  <a:lnTo>
                    <a:pt x="2217137" y="166522"/>
                  </a:lnTo>
                  <a:lnTo>
                    <a:pt x="2216066" y="166233"/>
                  </a:lnTo>
                  <a:lnTo>
                    <a:pt x="2214994" y="165943"/>
                  </a:lnTo>
                  <a:lnTo>
                    <a:pt x="2213923" y="165653"/>
                  </a:lnTo>
                  <a:lnTo>
                    <a:pt x="2212851" y="165363"/>
                  </a:lnTo>
                  <a:lnTo>
                    <a:pt x="2211779" y="165072"/>
                  </a:lnTo>
                  <a:lnTo>
                    <a:pt x="2210708" y="164782"/>
                  </a:lnTo>
                  <a:lnTo>
                    <a:pt x="2209636" y="164491"/>
                  </a:lnTo>
                  <a:lnTo>
                    <a:pt x="2208565" y="164200"/>
                  </a:lnTo>
                  <a:lnTo>
                    <a:pt x="2207493" y="163909"/>
                  </a:lnTo>
                  <a:lnTo>
                    <a:pt x="2206421" y="163617"/>
                  </a:lnTo>
                  <a:lnTo>
                    <a:pt x="2205350" y="163325"/>
                  </a:lnTo>
                  <a:lnTo>
                    <a:pt x="2204278" y="163033"/>
                  </a:lnTo>
                  <a:lnTo>
                    <a:pt x="2203207" y="162741"/>
                  </a:lnTo>
                  <a:lnTo>
                    <a:pt x="2202135" y="162449"/>
                  </a:lnTo>
                  <a:lnTo>
                    <a:pt x="2201063" y="162156"/>
                  </a:lnTo>
                  <a:lnTo>
                    <a:pt x="2199992" y="161863"/>
                  </a:lnTo>
                  <a:lnTo>
                    <a:pt x="2198920" y="161570"/>
                  </a:lnTo>
                  <a:lnTo>
                    <a:pt x="2197849" y="161277"/>
                  </a:lnTo>
                  <a:lnTo>
                    <a:pt x="2196777" y="160983"/>
                  </a:lnTo>
                  <a:lnTo>
                    <a:pt x="2195705" y="160689"/>
                  </a:lnTo>
                  <a:lnTo>
                    <a:pt x="2194634" y="160395"/>
                  </a:lnTo>
                  <a:lnTo>
                    <a:pt x="2193562" y="160101"/>
                  </a:lnTo>
                  <a:lnTo>
                    <a:pt x="2192491" y="159807"/>
                  </a:lnTo>
                  <a:lnTo>
                    <a:pt x="2191419" y="159512"/>
                  </a:lnTo>
                  <a:lnTo>
                    <a:pt x="2190347" y="159217"/>
                  </a:lnTo>
                  <a:lnTo>
                    <a:pt x="2189276" y="158922"/>
                  </a:lnTo>
                  <a:lnTo>
                    <a:pt x="2188204" y="158626"/>
                  </a:lnTo>
                  <a:lnTo>
                    <a:pt x="2187133" y="158331"/>
                  </a:lnTo>
                  <a:lnTo>
                    <a:pt x="2186061" y="158035"/>
                  </a:lnTo>
                  <a:lnTo>
                    <a:pt x="2184989" y="157739"/>
                  </a:lnTo>
                  <a:lnTo>
                    <a:pt x="2183918" y="157443"/>
                  </a:lnTo>
                  <a:lnTo>
                    <a:pt x="2182846" y="157146"/>
                  </a:lnTo>
                  <a:lnTo>
                    <a:pt x="2181775" y="156849"/>
                  </a:lnTo>
                  <a:lnTo>
                    <a:pt x="2180703" y="156552"/>
                  </a:lnTo>
                  <a:lnTo>
                    <a:pt x="2179631" y="156255"/>
                  </a:lnTo>
                  <a:lnTo>
                    <a:pt x="2178560" y="155957"/>
                  </a:lnTo>
                  <a:lnTo>
                    <a:pt x="2177488" y="155660"/>
                  </a:lnTo>
                  <a:lnTo>
                    <a:pt x="2176417" y="155362"/>
                  </a:lnTo>
                  <a:lnTo>
                    <a:pt x="2175345" y="155063"/>
                  </a:lnTo>
                  <a:lnTo>
                    <a:pt x="2174273" y="154765"/>
                  </a:lnTo>
                  <a:lnTo>
                    <a:pt x="2173202" y="154466"/>
                  </a:lnTo>
                  <a:lnTo>
                    <a:pt x="2172130" y="154167"/>
                  </a:lnTo>
                  <a:lnTo>
                    <a:pt x="2171059" y="153868"/>
                  </a:lnTo>
                  <a:lnTo>
                    <a:pt x="2169987" y="153569"/>
                  </a:lnTo>
                  <a:lnTo>
                    <a:pt x="2168915" y="153269"/>
                  </a:lnTo>
                  <a:lnTo>
                    <a:pt x="2167844" y="152969"/>
                  </a:lnTo>
                  <a:lnTo>
                    <a:pt x="2166772" y="152669"/>
                  </a:lnTo>
                  <a:lnTo>
                    <a:pt x="2165701" y="152368"/>
                  </a:lnTo>
                  <a:lnTo>
                    <a:pt x="2164629" y="152068"/>
                  </a:lnTo>
                  <a:lnTo>
                    <a:pt x="2163557" y="151767"/>
                  </a:lnTo>
                  <a:lnTo>
                    <a:pt x="2162486" y="151466"/>
                  </a:lnTo>
                  <a:lnTo>
                    <a:pt x="2161414" y="151164"/>
                  </a:lnTo>
                  <a:lnTo>
                    <a:pt x="2160343" y="150863"/>
                  </a:lnTo>
                  <a:lnTo>
                    <a:pt x="2159271" y="150561"/>
                  </a:lnTo>
                  <a:lnTo>
                    <a:pt x="2158199" y="150259"/>
                  </a:lnTo>
                  <a:lnTo>
                    <a:pt x="2157128" y="149957"/>
                  </a:lnTo>
                  <a:lnTo>
                    <a:pt x="2156056" y="149654"/>
                  </a:lnTo>
                  <a:lnTo>
                    <a:pt x="2154985" y="149351"/>
                  </a:lnTo>
                  <a:lnTo>
                    <a:pt x="2153913" y="149048"/>
                  </a:lnTo>
                  <a:lnTo>
                    <a:pt x="2152841" y="148745"/>
                  </a:lnTo>
                  <a:lnTo>
                    <a:pt x="2151770" y="148441"/>
                  </a:lnTo>
                  <a:lnTo>
                    <a:pt x="2150698" y="148137"/>
                  </a:lnTo>
                  <a:lnTo>
                    <a:pt x="2149627" y="147833"/>
                  </a:lnTo>
                  <a:lnTo>
                    <a:pt x="2148555" y="147529"/>
                  </a:lnTo>
                  <a:lnTo>
                    <a:pt x="2147483" y="147224"/>
                  </a:lnTo>
                  <a:lnTo>
                    <a:pt x="2146412" y="146919"/>
                  </a:lnTo>
                  <a:lnTo>
                    <a:pt x="2145340" y="146614"/>
                  </a:lnTo>
                  <a:lnTo>
                    <a:pt x="2144269" y="146309"/>
                  </a:lnTo>
                  <a:lnTo>
                    <a:pt x="2143197" y="146003"/>
                  </a:lnTo>
                  <a:lnTo>
                    <a:pt x="2142125" y="145697"/>
                  </a:lnTo>
                  <a:lnTo>
                    <a:pt x="2141054" y="145391"/>
                  </a:lnTo>
                  <a:lnTo>
                    <a:pt x="2139982" y="145085"/>
                  </a:lnTo>
                  <a:lnTo>
                    <a:pt x="2138911" y="144778"/>
                  </a:lnTo>
                  <a:lnTo>
                    <a:pt x="2137839" y="144472"/>
                  </a:lnTo>
                  <a:lnTo>
                    <a:pt x="2136767" y="144164"/>
                  </a:lnTo>
                  <a:lnTo>
                    <a:pt x="2135696" y="143857"/>
                  </a:lnTo>
                  <a:lnTo>
                    <a:pt x="2134624" y="143549"/>
                  </a:lnTo>
                  <a:lnTo>
                    <a:pt x="2133553" y="143242"/>
                  </a:lnTo>
                  <a:lnTo>
                    <a:pt x="2132481" y="142933"/>
                  </a:lnTo>
                  <a:lnTo>
                    <a:pt x="2131409" y="142625"/>
                  </a:lnTo>
                  <a:lnTo>
                    <a:pt x="2130338" y="142316"/>
                  </a:lnTo>
                  <a:lnTo>
                    <a:pt x="2129266" y="142008"/>
                  </a:lnTo>
                  <a:lnTo>
                    <a:pt x="2128195" y="141698"/>
                  </a:lnTo>
                  <a:lnTo>
                    <a:pt x="2127123" y="141389"/>
                  </a:lnTo>
                  <a:lnTo>
                    <a:pt x="2126052" y="141079"/>
                  </a:lnTo>
                  <a:lnTo>
                    <a:pt x="2124980" y="140770"/>
                  </a:lnTo>
                  <a:lnTo>
                    <a:pt x="2123908" y="140459"/>
                  </a:lnTo>
                  <a:lnTo>
                    <a:pt x="2122837" y="140149"/>
                  </a:lnTo>
                  <a:lnTo>
                    <a:pt x="2121765" y="139838"/>
                  </a:lnTo>
                  <a:lnTo>
                    <a:pt x="2120694" y="139527"/>
                  </a:lnTo>
                  <a:lnTo>
                    <a:pt x="2119622" y="139216"/>
                  </a:lnTo>
                  <a:lnTo>
                    <a:pt x="2118550" y="138905"/>
                  </a:lnTo>
                  <a:lnTo>
                    <a:pt x="2117479" y="138593"/>
                  </a:lnTo>
                  <a:lnTo>
                    <a:pt x="2116407" y="138281"/>
                  </a:lnTo>
                  <a:lnTo>
                    <a:pt x="2115336" y="137969"/>
                  </a:lnTo>
                  <a:lnTo>
                    <a:pt x="2114264" y="137656"/>
                  </a:lnTo>
                  <a:lnTo>
                    <a:pt x="2113192" y="137344"/>
                  </a:lnTo>
                  <a:lnTo>
                    <a:pt x="2112121" y="137031"/>
                  </a:lnTo>
                  <a:lnTo>
                    <a:pt x="2111049" y="136717"/>
                  </a:lnTo>
                  <a:lnTo>
                    <a:pt x="2109978" y="136404"/>
                  </a:lnTo>
                  <a:lnTo>
                    <a:pt x="2108906" y="136090"/>
                  </a:lnTo>
                  <a:lnTo>
                    <a:pt x="2107834" y="135776"/>
                  </a:lnTo>
                  <a:lnTo>
                    <a:pt x="2106763" y="135462"/>
                  </a:lnTo>
                  <a:lnTo>
                    <a:pt x="2105691" y="135147"/>
                  </a:lnTo>
                  <a:lnTo>
                    <a:pt x="2104620" y="134833"/>
                  </a:lnTo>
                  <a:lnTo>
                    <a:pt x="2103548" y="134518"/>
                  </a:lnTo>
                  <a:lnTo>
                    <a:pt x="2102476" y="134202"/>
                  </a:lnTo>
                  <a:lnTo>
                    <a:pt x="2101405" y="133887"/>
                  </a:lnTo>
                  <a:lnTo>
                    <a:pt x="2100333" y="133571"/>
                  </a:lnTo>
                  <a:lnTo>
                    <a:pt x="2099262" y="133255"/>
                  </a:lnTo>
                  <a:lnTo>
                    <a:pt x="2098190" y="132939"/>
                  </a:lnTo>
                  <a:lnTo>
                    <a:pt x="2097118" y="132622"/>
                  </a:lnTo>
                  <a:lnTo>
                    <a:pt x="2096047" y="132305"/>
                  </a:lnTo>
                  <a:lnTo>
                    <a:pt x="2094975" y="131988"/>
                  </a:lnTo>
                  <a:lnTo>
                    <a:pt x="2093904" y="131671"/>
                  </a:lnTo>
                  <a:lnTo>
                    <a:pt x="2092832" y="131353"/>
                  </a:lnTo>
                  <a:lnTo>
                    <a:pt x="2091760" y="131035"/>
                  </a:lnTo>
                  <a:lnTo>
                    <a:pt x="2090689" y="130717"/>
                  </a:lnTo>
                  <a:lnTo>
                    <a:pt x="2089617" y="130399"/>
                  </a:lnTo>
                  <a:lnTo>
                    <a:pt x="2088546" y="130080"/>
                  </a:lnTo>
                  <a:lnTo>
                    <a:pt x="2087474" y="129761"/>
                  </a:lnTo>
                  <a:lnTo>
                    <a:pt x="2086402" y="129442"/>
                  </a:lnTo>
                  <a:lnTo>
                    <a:pt x="2085331" y="129123"/>
                  </a:lnTo>
                  <a:lnTo>
                    <a:pt x="2084259" y="128803"/>
                  </a:lnTo>
                  <a:lnTo>
                    <a:pt x="2083188" y="128483"/>
                  </a:lnTo>
                  <a:lnTo>
                    <a:pt x="2082116" y="128163"/>
                  </a:lnTo>
                  <a:lnTo>
                    <a:pt x="2081044" y="127843"/>
                  </a:lnTo>
                  <a:lnTo>
                    <a:pt x="2079973" y="127522"/>
                  </a:lnTo>
                  <a:lnTo>
                    <a:pt x="2078901" y="127201"/>
                  </a:lnTo>
                  <a:lnTo>
                    <a:pt x="2077830" y="126880"/>
                  </a:lnTo>
                  <a:lnTo>
                    <a:pt x="2076758" y="126559"/>
                  </a:lnTo>
                  <a:lnTo>
                    <a:pt x="2075686" y="126237"/>
                  </a:lnTo>
                  <a:lnTo>
                    <a:pt x="2074615" y="125915"/>
                  </a:lnTo>
                  <a:lnTo>
                    <a:pt x="2073543" y="125593"/>
                  </a:lnTo>
                  <a:lnTo>
                    <a:pt x="2072472" y="125271"/>
                  </a:lnTo>
                  <a:lnTo>
                    <a:pt x="2071400" y="124948"/>
                  </a:lnTo>
                  <a:lnTo>
                    <a:pt x="2070328" y="124625"/>
                  </a:lnTo>
                  <a:lnTo>
                    <a:pt x="2069257" y="124302"/>
                  </a:lnTo>
                  <a:lnTo>
                    <a:pt x="2068185" y="123979"/>
                  </a:lnTo>
                  <a:lnTo>
                    <a:pt x="2067114" y="123655"/>
                  </a:lnTo>
                  <a:lnTo>
                    <a:pt x="2066042" y="123331"/>
                  </a:lnTo>
                  <a:lnTo>
                    <a:pt x="2064970" y="123007"/>
                  </a:lnTo>
                  <a:lnTo>
                    <a:pt x="2063899" y="122683"/>
                  </a:lnTo>
                  <a:lnTo>
                    <a:pt x="2062827" y="122358"/>
                  </a:lnTo>
                  <a:lnTo>
                    <a:pt x="2061756" y="122033"/>
                  </a:lnTo>
                  <a:lnTo>
                    <a:pt x="2060684" y="121708"/>
                  </a:lnTo>
                  <a:lnTo>
                    <a:pt x="2059612" y="121383"/>
                  </a:lnTo>
                  <a:lnTo>
                    <a:pt x="2058541" y="121057"/>
                  </a:lnTo>
                  <a:lnTo>
                    <a:pt x="2057469" y="120731"/>
                  </a:lnTo>
                  <a:lnTo>
                    <a:pt x="2056398" y="120405"/>
                  </a:lnTo>
                  <a:lnTo>
                    <a:pt x="2055326" y="120079"/>
                  </a:lnTo>
                  <a:lnTo>
                    <a:pt x="2054254" y="119752"/>
                  </a:lnTo>
                  <a:lnTo>
                    <a:pt x="2053183" y="119425"/>
                  </a:lnTo>
                  <a:lnTo>
                    <a:pt x="2052111" y="119098"/>
                  </a:lnTo>
                  <a:lnTo>
                    <a:pt x="2051040" y="118771"/>
                  </a:lnTo>
                  <a:lnTo>
                    <a:pt x="2049968" y="118444"/>
                  </a:lnTo>
                  <a:lnTo>
                    <a:pt x="2048896" y="118116"/>
                  </a:lnTo>
                  <a:lnTo>
                    <a:pt x="2047825" y="117788"/>
                  </a:lnTo>
                  <a:lnTo>
                    <a:pt x="2046753" y="117460"/>
                  </a:lnTo>
                  <a:lnTo>
                    <a:pt x="2045682" y="117131"/>
                  </a:lnTo>
                  <a:lnTo>
                    <a:pt x="2044610" y="116803"/>
                  </a:lnTo>
                  <a:lnTo>
                    <a:pt x="2043538" y="116474"/>
                  </a:lnTo>
                  <a:lnTo>
                    <a:pt x="2042467" y="116145"/>
                  </a:lnTo>
                  <a:lnTo>
                    <a:pt x="2041395" y="115815"/>
                  </a:lnTo>
                  <a:lnTo>
                    <a:pt x="2040324" y="115486"/>
                  </a:lnTo>
                  <a:lnTo>
                    <a:pt x="2039252" y="115156"/>
                  </a:lnTo>
                  <a:lnTo>
                    <a:pt x="2038180" y="114826"/>
                  </a:lnTo>
                  <a:lnTo>
                    <a:pt x="2037109" y="114496"/>
                  </a:lnTo>
                  <a:lnTo>
                    <a:pt x="2036037" y="114165"/>
                  </a:lnTo>
                  <a:lnTo>
                    <a:pt x="2034966" y="113835"/>
                  </a:lnTo>
                  <a:lnTo>
                    <a:pt x="2033894" y="113504"/>
                  </a:lnTo>
                  <a:lnTo>
                    <a:pt x="2032822" y="113173"/>
                  </a:lnTo>
                  <a:lnTo>
                    <a:pt x="2031751" y="112842"/>
                  </a:lnTo>
                  <a:lnTo>
                    <a:pt x="2030679" y="112511"/>
                  </a:lnTo>
                  <a:lnTo>
                    <a:pt x="2029608" y="112179"/>
                  </a:lnTo>
                  <a:lnTo>
                    <a:pt x="2028536" y="111847"/>
                  </a:lnTo>
                  <a:lnTo>
                    <a:pt x="2027464" y="111516"/>
                  </a:lnTo>
                  <a:lnTo>
                    <a:pt x="2026393" y="111184"/>
                  </a:lnTo>
                  <a:lnTo>
                    <a:pt x="2025321" y="110852"/>
                  </a:lnTo>
                  <a:lnTo>
                    <a:pt x="2024250" y="110520"/>
                  </a:lnTo>
                  <a:lnTo>
                    <a:pt x="2023178" y="110187"/>
                  </a:lnTo>
                  <a:lnTo>
                    <a:pt x="2022106" y="109855"/>
                  </a:lnTo>
                  <a:lnTo>
                    <a:pt x="2021035" y="109522"/>
                  </a:lnTo>
                  <a:lnTo>
                    <a:pt x="2019963" y="109190"/>
                  </a:lnTo>
                  <a:lnTo>
                    <a:pt x="2018892" y="108857"/>
                  </a:lnTo>
                  <a:lnTo>
                    <a:pt x="2017820" y="108524"/>
                  </a:lnTo>
                  <a:lnTo>
                    <a:pt x="2016748" y="108191"/>
                  </a:lnTo>
                  <a:lnTo>
                    <a:pt x="2015677" y="107858"/>
                  </a:lnTo>
                  <a:lnTo>
                    <a:pt x="2014605" y="107525"/>
                  </a:lnTo>
                  <a:lnTo>
                    <a:pt x="2013534" y="107192"/>
                  </a:lnTo>
                  <a:lnTo>
                    <a:pt x="2012462" y="106859"/>
                  </a:lnTo>
                  <a:lnTo>
                    <a:pt x="2011390" y="106525"/>
                  </a:lnTo>
                  <a:lnTo>
                    <a:pt x="2010319" y="106192"/>
                  </a:lnTo>
                  <a:lnTo>
                    <a:pt x="2009247" y="105859"/>
                  </a:lnTo>
                  <a:lnTo>
                    <a:pt x="2008176" y="105525"/>
                  </a:lnTo>
                  <a:lnTo>
                    <a:pt x="2007104" y="105192"/>
                  </a:lnTo>
                  <a:lnTo>
                    <a:pt x="2006032" y="104859"/>
                  </a:lnTo>
                  <a:lnTo>
                    <a:pt x="2004961" y="104525"/>
                  </a:lnTo>
                  <a:lnTo>
                    <a:pt x="2003889" y="104192"/>
                  </a:lnTo>
                  <a:lnTo>
                    <a:pt x="2002818" y="103858"/>
                  </a:lnTo>
                  <a:lnTo>
                    <a:pt x="2001746" y="103525"/>
                  </a:lnTo>
                  <a:lnTo>
                    <a:pt x="2000674" y="103191"/>
                  </a:lnTo>
                  <a:lnTo>
                    <a:pt x="1999603" y="102858"/>
                  </a:lnTo>
                  <a:lnTo>
                    <a:pt x="1998531" y="102525"/>
                  </a:lnTo>
                  <a:lnTo>
                    <a:pt x="1997460" y="102191"/>
                  </a:lnTo>
                  <a:lnTo>
                    <a:pt x="1996388" y="101858"/>
                  </a:lnTo>
                  <a:lnTo>
                    <a:pt x="1995316" y="101525"/>
                  </a:lnTo>
                  <a:lnTo>
                    <a:pt x="1994245" y="101191"/>
                  </a:lnTo>
                  <a:lnTo>
                    <a:pt x="1993173" y="100858"/>
                  </a:lnTo>
                  <a:lnTo>
                    <a:pt x="1992102" y="100525"/>
                  </a:lnTo>
                  <a:lnTo>
                    <a:pt x="1991030" y="100192"/>
                  </a:lnTo>
                  <a:lnTo>
                    <a:pt x="1989958" y="99859"/>
                  </a:lnTo>
                  <a:lnTo>
                    <a:pt x="1988887" y="99526"/>
                  </a:lnTo>
                  <a:lnTo>
                    <a:pt x="1987815" y="99193"/>
                  </a:lnTo>
                  <a:lnTo>
                    <a:pt x="1986744" y="98860"/>
                  </a:lnTo>
                  <a:lnTo>
                    <a:pt x="1985672" y="98528"/>
                  </a:lnTo>
                  <a:lnTo>
                    <a:pt x="1984600" y="98195"/>
                  </a:lnTo>
                  <a:lnTo>
                    <a:pt x="1983529" y="97863"/>
                  </a:lnTo>
                  <a:lnTo>
                    <a:pt x="1982457" y="97531"/>
                  </a:lnTo>
                  <a:lnTo>
                    <a:pt x="1981386" y="97198"/>
                  </a:lnTo>
                  <a:lnTo>
                    <a:pt x="1980314" y="96866"/>
                  </a:lnTo>
                  <a:lnTo>
                    <a:pt x="1979242" y="96535"/>
                  </a:lnTo>
                  <a:lnTo>
                    <a:pt x="1978171" y="96203"/>
                  </a:lnTo>
                  <a:lnTo>
                    <a:pt x="1977099" y="95871"/>
                  </a:lnTo>
                  <a:lnTo>
                    <a:pt x="1976028" y="95540"/>
                  </a:lnTo>
                  <a:lnTo>
                    <a:pt x="1974956" y="95209"/>
                  </a:lnTo>
                  <a:lnTo>
                    <a:pt x="1973884" y="94878"/>
                  </a:lnTo>
                  <a:lnTo>
                    <a:pt x="1972813" y="94547"/>
                  </a:lnTo>
                  <a:lnTo>
                    <a:pt x="1971741" y="94216"/>
                  </a:lnTo>
                  <a:lnTo>
                    <a:pt x="1970670" y="93885"/>
                  </a:lnTo>
                  <a:lnTo>
                    <a:pt x="1969598" y="93555"/>
                  </a:lnTo>
                  <a:lnTo>
                    <a:pt x="1968526" y="93225"/>
                  </a:lnTo>
                  <a:lnTo>
                    <a:pt x="1967455" y="92895"/>
                  </a:lnTo>
                  <a:lnTo>
                    <a:pt x="1966383" y="92565"/>
                  </a:lnTo>
                  <a:lnTo>
                    <a:pt x="1965312" y="92236"/>
                  </a:lnTo>
                  <a:lnTo>
                    <a:pt x="1964240" y="91907"/>
                  </a:lnTo>
                  <a:lnTo>
                    <a:pt x="1963168" y="91578"/>
                  </a:lnTo>
                  <a:lnTo>
                    <a:pt x="1962097" y="91249"/>
                  </a:lnTo>
                  <a:lnTo>
                    <a:pt x="1961025" y="90920"/>
                  </a:lnTo>
                  <a:lnTo>
                    <a:pt x="1959954" y="90592"/>
                  </a:lnTo>
                  <a:lnTo>
                    <a:pt x="1958882" y="90264"/>
                  </a:lnTo>
                  <a:lnTo>
                    <a:pt x="1957810" y="89937"/>
                  </a:lnTo>
                  <a:lnTo>
                    <a:pt x="1956739" y="89609"/>
                  </a:lnTo>
                  <a:lnTo>
                    <a:pt x="1955667" y="89282"/>
                  </a:lnTo>
                  <a:lnTo>
                    <a:pt x="1954596" y="88955"/>
                  </a:lnTo>
                  <a:lnTo>
                    <a:pt x="1953524" y="88629"/>
                  </a:lnTo>
                  <a:lnTo>
                    <a:pt x="1952453" y="88303"/>
                  </a:lnTo>
                  <a:lnTo>
                    <a:pt x="1951381" y="87977"/>
                  </a:lnTo>
                  <a:lnTo>
                    <a:pt x="1950309" y="87651"/>
                  </a:lnTo>
                  <a:lnTo>
                    <a:pt x="1949238" y="87326"/>
                  </a:lnTo>
                  <a:lnTo>
                    <a:pt x="1948166" y="87001"/>
                  </a:lnTo>
                  <a:lnTo>
                    <a:pt x="1947095" y="86676"/>
                  </a:lnTo>
                  <a:lnTo>
                    <a:pt x="1946023" y="86352"/>
                  </a:lnTo>
                  <a:lnTo>
                    <a:pt x="1944951" y="86028"/>
                  </a:lnTo>
                  <a:lnTo>
                    <a:pt x="1943880" y="85705"/>
                  </a:lnTo>
                  <a:lnTo>
                    <a:pt x="1942808" y="85381"/>
                  </a:lnTo>
                  <a:lnTo>
                    <a:pt x="1941737" y="85059"/>
                  </a:lnTo>
                  <a:lnTo>
                    <a:pt x="1940665" y="84736"/>
                  </a:lnTo>
                  <a:lnTo>
                    <a:pt x="1939593" y="84414"/>
                  </a:lnTo>
                  <a:lnTo>
                    <a:pt x="1938522" y="84093"/>
                  </a:lnTo>
                  <a:lnTo>
                    <a:pt x="1937450" y="83771"/>
                  </a:lnTo>
                  <a:lnTo>
                    <a:pt x="1936379" y="83451"/>
                  </a:lnTo>
                  <a:lnTo>
                    <a:pt x="1935307" y="83130"/>
                  </a:lnTo>
                  <a:lnTo>
                    <a:pt x="1934235" y="82810"/>
                  </a:lnTo>
                  <a:lnTo>
                    <a:pt x="1933164" y="82491"/>
                  </a:lnTo>
                  <a:lnTo>
                    <a:pt x="1932092" y="82171"/>
                  </a:lnTo>
                  <a:lnTo>
                    <a:pt x="1931021" y="81853"/>
                  </a:lnTo>
                  <a:lnTo>
                    <a:pt x="1929949" y="81534"/>
                  </a:lnTo>
                  <a:lnTo>
                    <a:pt x="1928877" y="81217"/>
                  </a:lnTo>
                  <a:lnTo>
                    <a:pt x="1927806" y="80899"/>
                  </a:lnTo>
                  <a:lnTo>
                    <a:pt x="1926734" y="80582"/>
                  </a:lnTo>
                  <a:lnTo>
                    <a:pt x="1925663" y="80266"/>
                  </a:lnTo>
                  <a:lnTo>
                    <a:pt x="1924591" y="79950"/>
                  </a:lnTo>
                  <a:lnTo>
                    <a:pt x="1923519" y="79635"/>
                  </a:lnTo>
                  <a:lnTo>
                    <a:pt x="1922448" y="79320"/>
                  </a:lnTo>
                  <a:lnTo>
                    <a:pt x="1921376" y="79005"/>
                  </a:lnTo>
                  <a:lnTo>
                    <a:pt x="1920305" y="78691"/>
                  </a:lnTo>
                  <a:lnTo>
                    <a:pt x="1919233" y="78378"/>
                  </a:lnTo>
                  <a:lnTo>
                    <a:pt x="1918161" y="78065"/>
                  </a:lnTo>
                  <a:lnTo>
                    <a:pt x="1917090" y="77752"/>
                  </a:lnTo>
                  <a:lnTo>
                    <a:pt x="1916018" y="77441"/>
                  </a:lnTo>
                  <a:lnTo>
                    <a:pt x="1914947" y="77129"/>
                  </a:lnTo>
                  <a:lnTo>
                    <a:pt x="1913875" y="76818"/>
                  </a:lnTo>
                  <a:lnTo>
                    <a:pt x="1912803" y="76508"/>
                  </a:lnTo>
                  <a:lnTo>
                    <a:pt x="1911732" y="76199"/>
                  </a:lnTo>
                  <a:lnTo>
                    <a:pt x="1910660" y="75889"/>
                  </a:lnTo>
                  <a:lnTo>
                    <a:pt x="1909589" y="75581"/>
                  </a:lnTo>
                  <a:lnTo>
                    <a:pt x="1908517" y="75273"/>
                  </a:lnTo>
                  <a:lnTo>
                    <a:pt x="1907445" y="74966"/>
                  </a:lnTo>
                  <a:lnTo>
                    <a:pt x="1906374" y="74659"/>
                  </a:lnTo>
                  <a:lnTo>
                    <a:pt x="1905302" y="74353"/>
                  </a:lnTo>
                  <a:lnTo>
                    <a:pt x="1904231" y="74047"/>
                  </a:lnTo>
                  <a:lnTo>
                    <a:pt x="1903159" y="73742"/>
                  </a:lnTo>
                  <a:lnTo>
                    <a:pt x="1902087" y="73438"/>
                  </a:lnTo>
                  <a:lnTo>
                    <a:pt x="1901016" y="73134"/>
                  </a:lnTo>
                  <a:lnTo>
                    <a:pt x="1899944" y="72831"/>
                  </a:lnTo>
                  <a:lnTo>
                    <a:pt x="1898873" y="72528"/>
                  </a:lnTo>
                  <a:lnTo>
                    <a:pt x="1897801" y="72226"/>
                  </a:lnTo>
                  <a:lnTo>
                    <a:pt x="1896729" y="71925"/>
                  </a:lnTo>
                  <a:lnTo>
                    <a:pt x="1895658" y="71624"/>
                  </a:lnTo>
                  <a:lnTo>
                    <a:pt x="1894586" y="71325"/>
                  </a:lnTo>
                  <a:lnTo>
                    <a:pt x="1893515" y="71025"/>
                  </a:lnTo>
                  <a:lnTo>
                    <a:pt x="1892443" y="70727"/>
                  </a:lnTo>
                  <a:lnTo>
                    <a:pt x="1891371" y="70429"/>
                  </a:lnTo>
                  <a:lnTo>
                    <a:pt x="1890300" y="70132"/>
                  </a:lnTo>
                  <a:lnTo>
                    <a:pt x="1889228" y="69835"/>
                  </a:lnTo>
                  <a:lnTo>
                    <a:pt x="1888157" y="69539"/>
                  </a:lnTo>
                  <a:lnTo>
                    <a:pt x="1887085" y="69244"/>
                  </a:lnTo>
                  <a:lnTo>
                    <a:pt x="1886013" y="68950"/>
                  </a:lnTo>
                  <a:lnTo>
                    <a:pt x="1884942" y="68656"/>
                  </a:lnTo>
                  <a:lnTo>
                    <a:pt x="1883870" y="68363"/>
                  </a:lnTo>
                  <a:lnTo>
                    <a:pt x="1882799" y="68071"/>
                  </a:lnTo>
                  <a:lnTo>
                    <a:pt x="1881727" y="67779"/>
                  </a:lnTo>
                  <a:lnTo>
                    <a:pt x="1880655" y="67488"/>
                  </a:lnTo>
                  <a:lnTo>
                    <a:pt x="1879584" y="67198"/>
                  </a:lnTo>
                  <a:lnTo>
                    <a:pt x="1878512" y="66909"/>
                  </a:lnTo>
                  <a:lnTo>
                    <a:pt x="1877441" y="66621"/>
                  </a:lnTo>
                  <a:lnTo>
                    <a:pt x="1876369" y="66333"/>
                  </a:lnTo>
                  <a:lnTo>
                    <a:pt x="1875297" y="66046"/>
                  </a:lnTo>
                  <a:lnTo>
                    <a:pt x="1874226" y="65760"/>
                  </a:lnTo>
                  <a:lnTo>
                    <a:pt x="1873154" y="65474"/>
                  </a:lnTo>
                  <a:lnTo>
                    <a:pt x="1872083" y="65189"/>
                  </a:lnTo>
                  <a:lnTo>
                    <a:pt x="1871011" y="64905"/>
                  </a:lnTo>
                  <a:lnTo>
                    <a:pt x="1869939" y="64622"/>
                  </a:lnTo>
                  <a:lnTo>
                    <a:pt x="1868868" y="64340"/>
                  </a:lnTo>
                  <a:lnTo>
                    <a:pt x="1867796" y="64059"/>
                  </a:lnTo>
                  <a:lnTo>
                    <a:pt x="1866725" y="63778"/>
                  </a:lnTo>
                  <a:lnTo>
                    <a:pt x="1865653" y="63498"/>
                  </a:lnTo>
                  <a:lnTo>
                    <a:pt x="1864581" y="63219"/>
                  </a:lnTo>
                  <a:lnTo>
                    <a:pt x="1863510" y="62941"/>
                  </a:lnTo>
                  <a:lnTo>
                    <a:pt x="1862438" y="62663"/>
                  </a:lnTo>
                  <a:lnTo>
                    <a:pt x="1861367" y="62387"/>
                  </a:lnTo>
                  <a:lnTo>
                    <a:pt x="1860295" y="62111"/>
                  </a:lnTo>
                  <a:lnTo>
                    <a:pt x="1859223" y="61836"/>
                  </a:lnTo>
                  <a:lnTo>
                    <a:pt x="1858152" y="61562"/>
                  </a:lnTo>
                  <a:lnTo>
                    <a:pt x="1857080" y="61289"/>
                  </a:lnTo>
                  <a:lnTo>
                    <a:pt x="1856009" y="61017"/>
                  </a:lnTo>
                  <a:lnTo>
                    <a:pt x="1854937" y="60746"/>
                  </a:lnTo>
                  <a:lnTo>
                    <a:pt x="1853865" y="60475"/>
                  </a:lnTo>
                  <a:lnTo>
                    <a:pt x="1852794" y="60206"/>
                  </a:lnTo>
                  <a:lnTo>
                    <a:pt x="1851722" y="59937"/>
                  </a:lnTo>
                  <a:lnTo>
                    <a:pt x="1850651" y="59669"/>
                  </a:lnTo>
                  <a:lnTo>
                    <a:pt x="1849579" y="59402"/>
                  </a:lnTo>
                  <a:lnTo>
                    <a:pt x="1848507" y="59136"/>
                  </a:lnTo>
                  <a:lnTo>
                    <a:pt x="1847436" y="58871"/>
                  </a:lnTo>
                  <a:lnTo>
                    <a:pt x="1846364" y="58607"/>
                  </a:lnTo>
                  <a:lnTo>
                    <a:pt x="1845293" y="58343"/>
                  </a:lnTo>
                  <a:lnTo>
                    <a:pt x="1844221" y="58081"/>
                  </a:lnTo>
                  <a:lnTo>
                    <a:pt x="1843149" y="57819"/>
                  </a:lnTo>
                  <a:lnTo>
                    <a:pt x="1842078" y="57559"/>
                  </a:lnTo>
                  <a:lnTo>
                    <a:pt x="1841006" y="57299"/>
                  </a:lnTo>
                  <a:lnTo>
                    <a:pt x="1839935" y="57040"/>
                  </a:lnTo>
                  <a:lnTo>
                    <a:pt x="1838863" y="56783"/>
                  </a:lnTo>
                  <a:lnTo>
                    <a:pt x="1837791" y="56526"/>
                  </a:lnTo>
                  <a:lnTo>
                    <a:pt x="1836720" y="56270"/>
                  </a:lnTo>
                  <a:lnTo>
                    <a:pt x="1835648" y="56015"/>
                  </a:lnTo>
                  <a:lnTo>
                    <a:pt x="1834577" y="55761"/>
                  </a:lnTo>
                  <a:lnTo>
                    <a:pt x="1833505" y="55508"/>
                  </a:lnTo>
                  <a:lnTo>
                    <a:pt x="1832433" y="55256"/>
                  </a:lnTo>
                  <a:lnTo>
                    <a:pt x="1831362" y="55005"/>
                  </a:lnTo>
                  <a:lnTo>
                    <a:pt x="1830290" y="54755"/>
                  </a:lnTo>
                  <a:lnTo>
                    <a:pt x="1829219" y="54506"/>
                  </a:lnTo>
                  <a:lnTo>
                    <a:pt x="1828147" y="54258"/>
                  </a:lnTo>
                  <a:lnTo>
                    <a:pt x="1827075" y="54011"/>
                  </a:lnTo>
                  <a:lnTo>
                    <a:pt x="1826004" y="53765"/>
                  </a:lnTo>
                  <a:lnTo>
                    <a:pt x="1824932" y="53520"/>
                  </a:lnTo>
                  <a:lnTo>
                    <a:pt x="1823861" y="53276"/>
                  </a:lnTo>
                  <a:lnTo>
                    <a:pt x="1822789" y="53033"/>
                  </a:lnTo>
                  <a:lnTo>
                    <a:pt x="1821717" y="52791"/>
                  </a:lnTo>
                  <a:lnTo>
                    <a:pt x="1820646" y="52549"/>
                  </a:lnTo>
                  <a:lnTo>
                    <a:pt x="1819574" y="52309"/>
                  </a:lnTo>
                  <a:lnTo>
                    <a:pt x="1818503" y="52070"/>
                  </a:lnTo>
                  <a:lnTo>
                    <a:pt x="1817431" y="51832"/>
                  </a:lnTo>
                  <a:lnTo>
                    <a:pt x="1816359" y="51595"/>
                  </a:lnTo>
                  <a:lnTo>
                    <a:pt x="1815288" y="51359"/>
                  </a:lnTo>
                  <a:lnTo>
                    <a:pt x="1814216" y="51124"/>
                  </a:lnTo>
                  <a:lnTo>
                    <a:pt x="1813145" y="50890"/>
                  </a:lnTo>
                  <a:lnTo>
                    <a:pt x="1812073" y="50657"/>
                  </a:lnTo>
                  <a:lnTo>
                    <a:pt x="1811001" y="50425"/>
                  </a:lnTo>
                  <a:lnTo>
                    <a:pt x="1809930" y="50195"/>
                  </a:lnTo>
                  <a:lnTo>
                    <a:pt x="1808858" y="49965"/>
                  </a:lnTo>
                  <a:lnTo>
                    <a:pt x="1807787" y="49736"/>
                  </a:lnTo>
                  <a:lnTo>
                    <a:pt x="1806715" y="49508"/>
                  </a:lnTo>
                  <a:lnTo>
                    <a:pt x="1805643" y="49282"/>
                  </a:lnTo>
                  <a:lnTo>
                    <a:pt x="1804572" y="49056"/>
                  </a:lnTo>
                  <a:lnTo>
                    <a:pt x="1803500" y="48831"/>
                  </a:lnTo>
                  <a:lnTo>
                    <a:pt x="1802429" y="48608"/>
                  </a:lnTo>
                  <a:lnTo>
                    <a:pt x="1801357" y="48385"/>
                  </a:lnTo>
                  <a:lnTo>
                    <a:pt x="1800285" y="48164"/>
                  </a:lnTo>
                  <a:lnTo>
                    <a:pt x="1799214" y="47943"/>
                  </a:lnTo>
                  <a:lnTo>
                    <a:pt x="1798142" y="47724"/>
                  </a:lnTo>
                  <a:lnTo>
                    <a:pt x="1797071" y="47506"/>
                  </a:lnTo>
                  <a:lnTo>
                    <a:pt x="1795999" y="47289"/>
                  </a:lnTo>
                  <a:lnTo>
                    <a:pt x="1794927" y="47072"/>
                  </a:lnTo>
                  <a:lnTo>
                    <a:pt x="1793856" y="46857"/>
                  </a:lnTo>
                  <a:lnTo>
                    <a:pt x="1792784" y="46643"/>
                  </a:lnTo>
                  <a:lnTo>
                    <a:pt x="1791713" y="46430"/>
                  </a:lnTo>
                  <a:lnTo>
                    <a:pt x="1790641" y="46218"/>
                  </a:lnTo>
                  <a:lnTo>
                    <a:pt x="1789569" y="46007"/>
                  </a:lnTo>
                  <a:lnTo>
                    <a:pt x="1788498" y="45798"/>
                  </a:lnTo>
                  <a:lnTo>
                    <a:pt x="1787426" y="45589"/>
                  </a:lnTo>
                  <a:lnTo>
                    <a:pt x="1786355" y="45381"/>
                  </a:lnTo>
                  <a:lnTo>
                    <a:pt x="1785283" y="45175"/>
                  </a:lnTo>
                  <a:lnTo>
                    <a:pt x="1784211" y="44969"/>
                  </a:lnTo>
                  <a:lnTo>
                    <a:pt x="1783140" y="44764"/>
                  </a:lnTo>
                  <a:lnTo>
                    <a:pt x="1782068" y="44561"/>
                  </a:lnTo>
                  <a:lnTo>
                    <a:pt x="1780997" y="44359"/>
                  </a:lnTo>
                  <a:lnTo>
                    <a:pt x="1779925" y="44157"/>
                  </a:lnTo>
                  <a:lnTo>
                    <a:pt x="1778853" y="43957"/>
                  </a:lnTo>
                  <a:lnTo>
                    <a:pt x="1777782" y="43758"/>
                  </a:lnTo>
                  <a:lnTo>
                    <a:pt x="1776710" y="43560"/>
                  </a:lnTo>
                  <a:lnTo>
                    <a:pt x="1775639" y="43363"/>
                  </a:lnTo>
                  <a:lnTo>
                    <a:pt x="1774567" y="43167"/>
                  </a:lnTo>
                  <a:lnTo>
                    <a:pt x="1773496" y="42972"/>
                  </a:lnTo>
                  <a:lnTo>
                    <a:pt x="1772424" y="42778"/>
                  </a:lnTo>
                  <a:lnTo>
                    <a:pt x="1771352" y="42585"/>
                  </a:lnTo>
                  <a:lnTo>
                    <a:pt x="1770281" y="42393"/>
                  </a:lnTo>
                  <a:lnTo>
                    <a:pt x="1769209" y="42202"/>
                  </a:lnTo>
                  <a:lnTo>
                    <a:pt x="1768138" y="42012"/>
                  </a:lnTo>
                  <a:lnTo>
                    <a:pt x="1767066" y="41823"/>
                  </a:lnTo>
                  <a:lnTo>
                    <a:pt x="1765994" y="41636"/>
                  </a:lnTo>
                  <a:lnTo>
                    <a:pt x="1764923" y="41449"/>
                  </a:lnTo>
                  <a:lnTo>
                    <a:pt x="1763851" y="41263"/>
                  </a:lnTo>
                  <a:lnTo>
                    <a:pt x="1762780" y="41079"/>
                  </a:lnTo>
                  <a:lnTo>
                    <a:pt x="1761708" y="40895"/>
                  </a:lnTo>
                  <a:lnTo>
                    <a:pt x="1760636" y="40712"/>
                  </a:lnTo>
                  <a:lnTo>
                    <a:pt x="1759565" y="40531"/>
                  </a:lnTo>
                  <a:lnTo>
                    <a:pt x="1758493" y="40350"/>
                  </a:lnTo>
                  <a:lnTo>
                    <a:pt x="1757422" y="40171"/>
                  </a:lnTo>
                  <a:lnTo>
                    <a:pt x="1756350" y="39992"/>
                  </a:lnTo>
                  <a:lnTo>
                    <a:pt x="1755278" y="39814"/>
                  </a:lnTo>
                  <a:lnTo>
                    <a:pt x="1754207" y="39638"/>
                  </a:lnTo>
                  <a:lnTo>
                    <a:pt x="1753135" y="39462"/>
                  </a:lnTo>
                  <a:lnTo>
                    <a:pt x="1752064" y="39288"/>
                  </a:lnTo>
                  <a:lnTo>
                    <a:pt x="1750992" y="39114"/>
                  </a:lnTo>
                  <a:lnTo>
                    <a:pt x="1749920" y="38941"/>
                  </a:lnTo>
                  <a:lnTo>
                    <a:pt x="1748849" y="38769"/>
                  </a:lnTo>
                  <a:lnTo>
                    <a:pt x="1747777" y="38599"/>
                  </a:lnTo>
                  <a:lnTo>
                    <a:pt x="1746706" y="38429"/>
                  </a:lnTo>
                  <a:lnTo>
                    <a:pt x="1745634" y="38260"/>
                  </a:lnTo>
                  <a:lnTo>
                    <a:pt x="1744562" y="38092"/>
                  </a:lnTo>
                  <a:lnTo>
                    <a:pt x="1743491" y="37925"/>
                  </a:lnTo>
                  <a:lnTo>
                    <a:pt x="1742419" y="37759"/>
                  </a:lnTo>
                  <a:lnTo>
                    <a:pt x="1741348" y="37593"/>
                  </a:lnTo>
                  <a:lnTo>
                    <a:pt x="1740276" y="37429"/>
                  </a:lnTo>
                  <a:lnTo>
                    <a:pt x="1739204" y="37266"/>
                  </a:lnTo>
                  <a:lnTo>
                    <a:pt x="1738133" y="37103"/>
                  </a:lnTo>
                  <a:lnTo>
                    <a:pt x="1737061" y="36941"/>
                  </a:lnTo>
                  <a:lnTo>
                    <a:pt x="1735990" y="36781"/>
                  </a:lnTo>
                  <a:lnTo>
                    <a:pt x="1734918" y="36621"/>
                  </a:lnTo>
                  <a:lnTo>
                    <a:pt x="1733846" y="36461"/>
                  </a:lnTo>
                  <a:lnTo>
                    <a:pt x="1732775" y="36303"/>
                  </a:lnTo>
                  <a:lnTo>
                    <a:pt x="1731703" y="36146"/>
                  </a:lnTo>
                  <a:lnTo>
                    <a:pt x="1730632" y="35989"/>
                  </a:lnTo>
                  <a:lnTo>
                    <a:pt x="1729560" y="35833"/>
                  </a:lnTo>
                  <a:lnTo>
                    <a:pt x="1728488" y="35678"/>
                  </a:lnTo>
                  <a:lnTo>
                    <a:pt x="1727417" y="35524"/>
                  </a:lnTo>
                  <a:lnTo>
                    <a:pt x="1726345" y="35371"/>
                  </a:lnTo>
                  <a:lnTo>
                    <a:pt x="1725274" y="35218"/>
                  </a:lnTo>
                  <a:lnTo>
                    <a:pt x="1724202" y="35066"/>
                  </a:lnTo>
                  <a:lnTo>
                    <a:pt x="1723130" y="34915"/>
                  </a:lnTo>
                  <a:lnTo>
                    <a:pt x="1722059" y="34765"/>
                  </a:lnTo>
                  <a:lnTo>
                    <a:pt x="1720987" y="34615"/>
                  </a:lnTo>
                  <a:lnTo>
                    <a:pt x="1719916" y="34466"/>
                  </a:lnTo>
                  <a:lnTo>
                    <a:pt x="1718844" y="34318"/>
                  </a:lnTo>
                  <a:lnTo>
                    <a:pt x="1717772" y="34170"/>
                  </a:lnTo>
                  <a:lnTo>
                    <a:pt x="1716701" y="34023"/>
                  </a:lnTo>
                  <a:lnTo>
                    <a:pt x="1715629" y="33877"/>
                  </a:lnTo>
                  <a:lnTo>
                    <a:pt x="1714558" y="33731"/>
                  </a:lnTo>
                  <a:lnTo>
                    <a:pt x="1713486" y="33586"/>
                  </a:lnTo>
                  <a:lnTo>
                    <a:pt x="1712414" y="33442"/>
                  </a:lnTo>
                  <a:lnTo>
                    <a:pt x="1711343" y="33298"/>
                  </a:lnTo>
                  <a:lnTo>
                    <a:pt x="1710271" y="33154"/>
                  </a:lnTo>
                  <a:lnTo>
                    <a:pt x="1709200" y="33012"/>
                  </a:lnTo>
                  <a:lnTo>
                    <a:pt x="1708128" y="32870"/>
                  </a:lnTo>
                  <a:lnTo>
                    <a:pt x="1707056" y="32728"/>
                  </a:lnTo>
                  <a:lnTo>
                    <a:pt x="1705985" y="32587"/>
                  </a:lnTo>
                  <a:lnTo>
                    <a:pt x="1704913" y="32446"/>
                  </a:lnTo>
                  <a:lnTo>
                    <a:pt x="1703842" y="32306"/>
                  </a:lnTo>
                  <a:lnTo>
                    <a:pt x="1702770" y="32167"/>
                  </a:lnTo>
                  <a:lnTo>
                    <a:pt x="1701698" y="32027"/>
                  </a:lnTo>
                  <a:lnTo>
                    <a:pt x="1700627" y="31889"/>
                  </a:lnTo>
                  <a:lnTo>
                    <a:pt x="1699555" y="31750"/>
                  </a:lnTo>
                  <a:lnTo>
                    <a:pt x="1698484" y="31612"/>
                  </a:lnTo>
                  <a:lnTo>
                    <a:pt x="1697412" y="31475"/>
                  </a:lnTo>
                  <a:lnTo>
                    <a:pt x="1696340" y="31337"/>
                  </a:lnTo>
                  <a:lnTo>
                    <a:pt x="1695269" y="31200"/>
                  </a:lnTo>
                  <a:lnTo>
                    <a:pt x="1694197" y="31064"/>
                  </a:lnTo>
                  <a:lnTo>
                    <a:pt x="1693126" y="30927"/>
                  </a:lnTo>
                  <a:lnTo>
                    <a:pt x="1692054" y="30791"/>
                  </a:lnTo>
                  <a:lnTo>
                    <a:pt x="1690982" y="30655"/>
                  </a:lnTo>
                  <a:lnTo>
                    <a:pt x="1689911" y="30520"/>
                  </a:lnTo>
                  <a:lnTo>
                    <a:pt x="1688839" y="30385"/>
                  </a:lnTo>
                  <a:lnTo>
                    <a:pt x="1687768" y="30249"/>
                  </a:lnTo>
                  <a:lnTo>
                    <a:pt x="1686696" y="30114"/>
                  </a:lnTo>
                  <a:lnTo>
                    <a:pt x="1685624" y="29979"/>
                  </a:lnTo>
                  <a:lnTo>
                    <a:pt x="1684553" y="29845"/>
                  </a:lnTo>
                  <a:lnTo>
                    <a:pt x="1683481" y="29710"/>
                  </a:lnTo>
                  <a:lnTo>
                    <a:pt x="1682410" y="29575"/>
                  </a:lnTo>
                  <a:lnTo>
                    <a:pt x="1681338" y="29441"/>
                  </a:lnTo>
                  <a:lnTo>
                    <a:pt x="1680266" y="29306"/>
                  </a:lnTo>
                  <a:lnTo>
                    <a:pt x="1679195" y="29172"/>
                  </a:lnTo>
                  <a:lnTo>
                    <a:pt x="1678123" y="29037"/>
                  </a:lnTo>
                  <a:lnTo>
                    <a:pt x="1677052" y="28903"/>
                  </a:lnTo>
                  <a:lnTo>
                    <a:pt x="1675980" y="28768"/>
                  </a:lnTo>
                  <a:lnTo>
                    <a:pt x="1674908" y="28633"/>
                  </a:lnTo>
                  <a:lnTo>
                    <a:pt x="1673837" y="28498"/>
                  </a:lnTo>
                  <a:lnTo>
                    <a:pt x="1672765" y="28363"/>
                  </a:lnTo>
                  <a:lnTo>
                    <a:pt x="1671694" y="28228"/>
                  </a:lnTo>
                  <a:lnTo>
                    <a:pt x="1670622" y="28092"/>
                  </a:lnTo>
                  <a:lnTo>
                    <a:pt x="1669550" y="27957"/>
                  </a:lnTo>
                  <a:lnTo>
                    <a:pt x="1668479" y="27821"/>
                  </a:lnTo>
                  <a:lnTo>
                    <a:pt x="1667407" y="27684"/>
                  </a:lnTo>
                  <a:lnTo>
                    <a:pt x="1666336" y="27548"/>
                  </a:lnTo>
                  <a:lnTo>
                    <a:pt x="1665264" y="27411"/>
                  </a:lnTo>
                  <a:lnTo>
                    <a:pt x="1664192" y="27274"/>
                  </a:lnTo>
                  <a:lnTo>
                    <a:pt x="1663121" y="27136"/>
                  </a:lnTo>
                  <a:lnTo>
                    <a:pt x="1662049" y="26998"/>
                  </a:lnTo>
                  <a:lnTo>
                    <a:pt x="1660978" y="26859"/>
                  </a:lnTo>
                  <a:lnTo>
                    <a:pt x="1659906" y="26720"/>
                  </a:lnTo>
                  <a:lnTo>
                    <a:pt x="1658834" y="26580"/>
                  </a:lnTo>
                  <a:lnTo>
                    <a:pt x="1657763" y="26440"/>
                  </a:lnTo>
                  <a:lnTo>
                    <a:pt x="1656691" y="26299"/>
                  </a:lnTo>
                  <a:lnTo>
                    <a:pt x="1655620" y="26158"/>
                  </a:lnTo>
                  <a:lnTo>
                    <a:pt x="1654548" y="26015"/>
                  </a:lnTo>
                  <a:lnTo>
                    <a:pt x="1653476" y="25873"/>
                  </a:lnTo>
                  <a:lnTo>
                    <a:pt x="1652405" y="25729"/>
                  </a:lnTo>
                  <a:lnTo>
                    <a:pt x="1651333" y="25585"/>
                  </a:lnTo>
                  <a:lnTo>
                    <a:pt x="1650262" y="25440"/>
                  </a:lnTo>
                  <a:lnTo>
                    <a:pt x="1649190" y="25294"/>
                  </a:lnTo>
                  <a:lnTo>
                    <a:pt x="1648118" y="25147"/>
                  </a:lnTo>
                  <a:lnTo>
                    <a:pt x="1647047" y="24999"/>
                  </a:lnTo>
                  <a:lnTo>
                    <a:pt x="1645975" y="24851"/>
                  </a:lnTo>
                  <a:lnTo>
                    <a:pt x="1644904" y="24701"/>
                  </a:lnTo>
                  <a:lnTo>
                    <a:pt x="1643832" y="24551"/>
                  </a:lnTo>
                  <a:lnTo>
                    <a:pt x="1642760" y="24399"/>
                  </a:lnTo>
                  <a:lnTo>
                    <a:pt x="1641689" y="24246"/>
                  </a:lnTo>
                  <a:lnTo>
                    <a:pt x="1640617" y="24092"/>
                  </a:lnTo>
                  <a:lnTo>
                    <a:pt x="1639546" y="23938"/>
                  </a:lnTo>
                  <a:lnTo>
                    <a:pt x="1638474" y="23781"/>
                  </a:lnTo>
                  <a:lnTo>
                    <a:pt x="1637402" y="23624"/>
                  </a:lnTo>
                  <a:lnTo>
                    <a:pt x="1636331" y="23465"/>
                  </a:lnTo>
                  <a:lnTo>
                    <a:pt x="1635259" y="23306"/>
                  </a:lnTo>
                  <a:lnTo>
                    <a:pt x="1634188" y="23144"/>
                  </a:lnTo>
                  <a:lnTo>
                    <a:pt x="1633116" y="22982"/>
                  </a:lnTo>
                  <a:lnTo>
                    <a:pt x="1632044" y="22818"/>
                  </a:lnTo>
                  <a:lnTo>
                    <a:pt x="1630973" y="22652"/>
                  </a:lnTo>
                  <a:lnTo>
                    <a:pt x="1629901" y="22486"/>
                  </a:lnTo>
                  <a:lnTo>
                    <a:pt x="1628830" y="22317"/>
                  </a:lnTo>
                  <a:lnTo>
                    <a:pt x="1627758" y="22147"/>
                  </a:lnTo>
                  <a:lnTo>
                    <a:pt x="1626686" y="21976"/>
                  </a:lnTo>
                  <a:lnTo>
                    <a:pt x="1625615" y="21802"/>
                  </a:lnTo>
                  <a:lnTo>
                    <a:pt x="1624543" y="21627"/>
                  </a:lnTo>
                  <a:lnTo>
                    <a:pt x="1623472" y="21451"/>
                  </a:lnTo>
                  <a:lnTo>
                    <a:pt x="1622400" y="21272"/>
                  </a:lnTo>
                  <a:lnTo>
                    <a:pt x="1621328" y="21092"/>
                  </a:lnTo>
                  <a:lnTo>
                    <a:pt x="1620257" y="20910"/>
                  </a:lnTo>
                  <a:lnTo>
                    <a:pt x="1619185" y="20726"/>
                  </a:lnTo>
                  <a:lnTo>
                    <a:pt x="1618114" y="20540"/>
                  </a:lnTo>
                  <a:lnTo>
                    <a:pt x="1617042" y="20352"/>
                  </a:lnTo>
                  <a:lnTo>
                    <a:pt x="1615970" y="20162"/>
                  </a:lnTo>
                  <a:lnTo>
                    <a:pt x="1614899" y="19971"/>
                  </a:lnTo>
                  <a:lnTo>
                    <a:pt x="1613827" y="19777"/>
                  </a:lnTo>
                  <a:lnTo>
                    <a:pt x="1612756" y="19580"/>
                  </a:lnTo>
                  <a:lnTo>
                    <a:pt x="1611684" y="19382"/>
                  </a:lnTo>
                  <a:lnTo>
                    <a:pt x="1610612" y="19181"/>
                  </a:lnTo>
                  <a:lnTo>
                    <a:pt x="1609541" y="18979"/>
                  </a:lnTo>
                  <a:lnTo>
                    <a:pt x="1608469" y="18773"/>
                  </a:lnTo>
                  <a:lnTo>
                    <a:pt x="1607398" y="18566"/>
                  </a:lnTo>
                  <a:lnTo>
                    <a:pt x="1606326" y="18356"/>
                  </a:lnTo>
                  <a:lnTo>
                    <a:pt x="1605254" y="18144"/>
                  </a:lnTo>
                  <a:lnTo>
                    <a:pt x="1604183" y="17929"/>
                  </a:lnTo>
                  <a:lnTo>
                    <a:pt x="1603111" y="17711"/>
                  </a:lnTo>
                  <a:lnTo>
                    <a:pt x="1602040" y="17491"/>
                  </a:lnTo>
                  <a:lnTo>
                    <a:pt x="1600968" y="17269"/>
                  </a:lnTo>
                  <a:lnTo>
                    <a:pt x="1599896" y="17044"/>
                  </a:lnTo>
                  <a:lnTo>
                    <a:pt x="1598825" y="16816"/>
                  </a:lnTo>
                  <a:lnTo>
                    <a:pt x="1597753" y="16585"/>
                  </a:lnTo>
                  <a:lnTo>
                    <a:pt x="1596682" y="16351"/>
                  </a:lnTo>
                  <a:lnTo>
                    <a:pt x="1595610" y="16115"/>
                  </a:lnTo>
                  <a:lnTo>
                    <a:pt x="1594539" y="15876"/>
                  </a:lnTo>
                  <a:lnTo>
                    <a:pt x="1593467" y="15633"/>
                  </a:lnTo>
                  <a:lnTo>
                    <a:pt x="1592395" y="15388"/>
                  </a:lnTo>
                  <a:lnTo>
                    <a:pt x="1591324" y="15140"/>
                  </a:lnTo>
                  <a:lnTo>
                    <a:pt x="1590252" y="14889"/>
                  </a:lnTo>
                  <a:lnTo>
                    <a:pt x="1589181" y="14634"/>
                  </a:lnTo>
                  <a:lnTo>
                    <a:pt x="1588109" y="14376"/>
                  </a:lnTo>
                  <a:lnTo>
                    <a:pt x="1587037" y="14116"/>
                  </a:lnTo>
                  <a:lnTo>
                    <a:pt x="1585966" y="13851"/>
                  </a:lnTo>
                  <a:lnTo>
                    <a:pt x="1584894" y="13584"/>
                  </a:lnTo>
                  <a:lnTo>
                    <a:pt x="1583823" y="13313"/>
                  </a:lnTo>
                  <a:lnTo>
                    <a:pt x="1582751" y="13039"/>
                  </a:lnTo>
                  <a:lnTo>
                    <a:pt x="1581679" y="12761"/>
                  </a:lnTo>
                  <a:lnTo>
                    <a:pt x="1580608" y="12480"/>
                  </a:lnTo>
                  <a:lnTo>
                    <a:pt x="1579536" y="12195"/>
                  </a:lnTo>
                  <a:lnTo>
                    <a:pt x="1578465" y="11907"/>
                  </a:lnTo>
                  <a:lnTo>
                    <a:pt x="1577393" y="11615"/>
                  </a:lnTo>
                  <a:lnTo>
                    <a:pt x="1576321" y="11320"/>
                  </a:lnTo>
                  <a:lnTo>
                    <a:pt x="1575250" y="11020"/>
                  </a:lnTo>
                  <a:lnTo>
                    <a:pt x="1574178" y="10717"/>
                  </a:lnTo>
                  <a:lnTo>
                    <a:pt x="1573107" y="10410"/>
                  </a:lnTo>
                  <a:lnTo>
                    <a:pt x="1572035" y="10099"/>
                  </a:lnTo>
                  <a:lnTo>
                    <a:pt x="1570963" y="9784"/>
                  </a:lnTo>
                  <a:lnTo>
                    <a:pt x="1569892" y="9465"/>
                  </a:lnTo>
                  <a:lnTo>
                    <a:pt x="1568820" y="9142"/>
                  </a:lnTo>
                  <a:lnTo>
                    <a:pt x="1567749" y="8816"/>
                  </a:lnTo>
                  <a:lnTo>
                    <a:pt x="1566677" y="8484"/>
                  </a:lnTo>
                  <a:lnTo>
                    <a:pt x="1565605" y="8149"/>
                  </a:lnTo>
                  <a:lnTo>
                    <a:pt x="1564534" y="7810"/>
                  </a:lnTo>
                  <a:lnTo>
                    <a:pt x="1563462" y="7466"/>
                  </a:lnTo>
                  <a:lnTo>
                    <a:pt x="1562391" y="7118"/>
                  </a:lnTo>
                  <a:lnTo>
                    <a:pt x="1561319" y="6766"/>
                  </a:lnTo>
                  <a:lnTo>
                    <a:pt x="1560247" y="6409"/>
                  </a:lnTo>
                  <a:lnTo>
                    <a:pt x="1559176" y="6047"/>
                  </a:lnTo>
                  <a:lnTo>
                    <a:pt x="1558104" y="5682"/>
                  </a:lnTo>
                  <a:lnTo>
                    <a:pt x="1557033" y="5311"/>
                  </a:lnTo>
                  <a:lnTo>
                    <a:pt x="1555961" y="4936"/>
                  </a:lnTo>
                  <a:lnTo>
                    <a:pt x="1554889" y="4557"/>
                  </a:lnTo>
                  <a:lnTo>
                    <a:pt x="1553818" y="4172"/>
                  </a:lnTo>
                  <a:lnTo>
                    <a:pt x="1552746" y="3783"/>
                  </a:lnTo>
                  <a:lnTo>
                    <a:pt x="1551675" y="3389"/>
                  </a:lnTo>
                  <a:lnTo>
                    <a:pt x="1550603" y="2990"/>
                  </a:lnTo>
                  <a:lnTo>
                    <a:pt x="1549531" y="2587"/>
                  </a:lnTo>
                  <a:lnTo>
                    <a:pt x="1548460" y="2178"/>
                  </a:lnTo>
                  <a:lnTo>
                    <a:pt x="1547388" y="1764"/>
                  </a:lnTo>
                  <a:lnTo>
                    <a:pt x="1546317" y="1345"/>
                  </a:lnTo>
                  <a:lnTo>
                    <a:pt x="1545245" y="922"/>
                  </a:lnTo>
                  <a:lnTo>
                    <a:pt x="1544173" y="493"/>
                  </a:lnTo>
                  <a:lnTo>
                    <a:pt x="1543102" y="58"/>
                  </a:lnTo>
                  <a:lnTo>
                    <a:pt x="1542030" y="0"/>
                  </a:lnTo>
                  <a:lnTo>
                    <a:pt x="1540959" y="645"/>
                  </a:lnTo>
                  <a:lnTo>
                    <a:pt x="1539887" y="1292"/>
                  </a:lnTo>
                  <a:lnTo>
                    <a:pt x="1538815" y="1939"/>
                  </a:lnTo>
                  <a:lnTo>
                    <a:pt x="1537744" y="2586"/>
                  </a:lnTo>
                  <a:lnTo>
                    <a:pt x="1536672" y="3234"/>
                  </a:lnTo>
                  <a:lnTo>
                    <a:pt x="1535601" y="3883"/>
                  </a:lnTo>
                  <a:lnTo>
                    <a:pt x="1534529" y="4533"/>
                  </a:lnTo>
                  <a:lnTo>
                    <a:pt x="1533457" y="5183"/>
                  </a:lnTo>
                  <a:lnTo>
                    <a:pt x="1532386" y="5834"/>
                  </a:lnTo>
                  <a:lnTo>
                    <a:pt x="1531314" y="6486"/>
                  </a:lnTo>
                  <a:lnTo>
                    <a:pt x="1530243" y="7138"/>
                  </a:lnTo>
                  <a:lnTo>
                    <a:pt x="1529171" y="7791"/>
                  </a:lnTo>
                  <a:lnTo>
                    <a:pt x="1528099" y="8445"/>
                  </a:lnTo>
                  <a:lnTo>
                    <a:pt x="1527028" y="9100"/>
                  </a:lnTo>
                  <a:lnTo>
                    <a:pt x="1525956" y="9756"/>
                  </a:lnTo>
                  <a:lnTo>
                    <a:pt x="1524885" y="10412"/>
                  </a:lnTo>
                  <a:lnTo>
                    <a:pt x="1523813" y="11070"/>
                  </a:lnTo>
                  <a:lnTo>
                    <a:pt x="1522741" y="11728"/>
                  </a:lnTo>
                  <a:lnTo>
                    <a:pt x="1521670" y="12387"/>
                  </a:lnTo>
                  <a:lnTo>
                    <a:pt x="1520598" y="13047"/>
                  </a:lnTo>
                  <a:lnTo>
                    <a:pt x="1519527" y="13708"/>
                  </a:lnTo>
                  <a:lnTo>
                    <a:pt x="1518455" y="14370"/>
                  </a:lnTo>
                  <a:lnTo>
                    <a:pt x="1517383" y="15033"/>
                  </a:lnTo>
                  <a:lnTo>
                    <a:pt x="1516312" y="15696"/>
                  </a:lnTo>
                  <a:lnTo>
                    <a:pt x="1515240" y="16361"/>
                  </a:lnTo>
                  <a:lnTo>
                    <a:pt x="1514169" y="17027"/>
                  </a:lnTo>
                  <a:lnTo>
                    <a:pt x="1513097" y="17693"/>
                  </a:lnTo>
                  <a:lnTo>
                    <a:pt x="1512025" y="18361"/>
                  </a:lnTo>
                  <a:lnTo>
                    <a:pt x="1510954" y="19029"/>
                  </a:lnTo>
                  <a:lnTo>
                    <a:pt x="1509882" y="19699"/>
                  </a:lnTo>
                  <a:lnTo>
                    <a:pt x="1508811" y="20369"/>
                  </a:lnTo>
                  <a:lnTo>
                    <a:pt x="1507739" y="21041"/>
                  </a:lnTo>
                  <a:lnTo>
                    <a:pt x="1506667" y="21714"/>
                  </a:lnTo>
                  <a:lnTo>
                    <a:pt x="1505596" y="22387"/>
                  </a:lnTo>
                  <a:lnTo>
                    <a:pt x="1504524" y="23062"/>
                  </a:lnTo>
                  <a:lnTo>
                    <a:pt x="1503453" y="23738"/>
                  </a:lnTo>
                  <a:lnTo>
                    <a:pt x="1502381" y="24415"/>
                  </a:lnTo>
                  <a:lnTo>
                    <a:pt x="1501309" y="25092"/>
                  </a:lnTo>
                  <a:lnTo>
                    <a:pt x="1500238" y="25771"/>
                  </a:lnTo>
                  <a:lnTo>
                    <a:pt x="1499166" y="26451"/>
                  </a:lnTo>
                  <a:lnTo>
                    <a:pt x="1498095" y="27132"/>
                  </a:lnTo>
                  <a:lnTo>
                    <a:pt x="1497023" y="27815"/>
                  </a:lnTo>
                  <a:lnTo>
                    <a:pt x="1495951" y="28498"/>
                  </a:lnTo>
                  <a:lnTo>
                    <a:pt x="1494880" y="29182"/>
                  </a:lnTo>
                  <a:lnTo>
                    <a:pt x="1493808" y="29867"/>
                  </a:lnTo>
                  <a:lnTo>
                    <a:pt x="1492737" y="30554"/>
                  </a:lnTo>
                  <a:lnTo>
                    <a:pt x="1491665" y="31242"/>
                  </a:lnTo>
                  <a:lnTo>
                    <a:pt x="1490593" y="31930"/>
                  </a:lnTo>
                  <a:lnTo>
                    <a:pt x="1489522" y="32620"/>
                  </a:lnTo>
                  <a:lnTo>
                    <a:pt x="1488450" y="33311"/>
                  </a:lnTo>
                  <a:lnTo>
                    <a:pt x="1487379" y="34003"/>
                  </a:lnTo>
                  <a:lnTo>
                    <a:pt x="1486307" y="34696"/>
                  </a:lnTo>
                  <a:lnTo>
                    <a:pt x="1485235" y="35390"/>
                  </a:lnTo>
                  <a:lnTo>
                    <a:pt x="1484164" y="36086"/>
                  </a:lnTo>
                  <a:lnTo>
                    <a:pt x="1483092" y="36782"/>
                  </a:lnTo>
                  <a:lnTo>
                    <a:pt x="1482021" y="37480"/>
                  </a:lnTo>
                  <a:lnTo>
                    <a:pt x="1480949" y="38178"/>
                  </a:lnTo>
                  <a:lnTo>
                    <a:pt x="1479877" y="38878"/>
                  </a:lnTo>
                  <a:lnTo>
                    <a:pt x="1478806" y="39579"/>
                  </a:lnTo>
                  <a:lnTo>
                    <a:pt x="1477734" y="40281"/>
                  </a:lnTo>
                  <a:lnTo>
                    <a:pt x="1476663" y="40984"/>
                  </a:lnTo>
                  <a:lnTo>
                    <a:pt x="1475591" y="41688"/>
                  </a:lnTo>
                  <a:lnTo>
                    <a:pt x="1474519" y="42394"/>
                  </a:lnTo>
                  <a:lnTo>
                    <a:pt x="1473448" y="43100"/>
                  </a:lnTo>
                  <a:lnTo>
                    <a:pt x="1472376" y="43808"/>
                  </a:lnTo>
                  <a:lnTo>
                    <a:pt x="1471305" y="44516"/>
                  </a:lnTo>
                  <a:lnTo>
                    <a:pt x="1470233" y="45226"/>
                  </a:lnTo>
                  <a:lnTo>
                    <a:pt x="1469161" y="45937"/>
                  </a:lnTo>
                  <a:lnTo>
                    <a:pt x="1468090" y="46649"/>
                  </a:lnTo>
                  <a:lnTo>
                    <a:pt x="1467018" y="47362"/>
                  </a:lnTo>
                  <a:lnTo>
                    <a:pt x="1465947" y="48076"/>
                  </a:lnTo>
                  <a:lnTo>
                    <a:pt x="1464875" y="48791"/>
                  </a:lnTo>
                  <a:lnTo>
                    <a:pt x="1463803" y="49508"/>
                  </a:lnTo>
                  <a:lnTo>
                    <a:pt x="1462732" y="50225"/>
                  </a:lnTo>
                  <a:lnTo>
                    <a:pt x="1461660" y="50944"/>
                  </a:lnTo>
                  <a:lnTo>
                    <a:pt x="1460589" y="51663"/>
                  </a:lnTo>
                  <a:lnTo>
                    <a:pt x="1459517" y="52384"/>
                  </a:lnTo>
                  <a:lnTo>
                    <a:pt x="1458445" y="53106"/>
                  </a:lnTo>
                  <a:lnTo>
                    <a:pt x="1457374" y="53828"/>
                  </a:lnTo>
                  <a:lnTo>
                    <a:pt x="1456302" y="54552"/>
                  </a:lnTo>
                  <a:lnTo>
                    <a:pt x="1455231" y="55277"/>
                  </a:lnTo>
                  <a:lnTo>
                    <a:pt x="1454159" y="56003"/>
                  </a:lnTo>
                  <a:lnTo>
                    <a:pt x="1453087" y="56730"/>
                  </a:lnTo>
                  <a:lnTo>
                    <a:pt x="1452016" y="57458"/>
                  </a:lnTo>
                  <a:lnTo>
                    <a:pt x="1450944" y="58188"/>
                  </a:lnTo>
                  <a:lnTo>
                    <a:pt x="1449873" y="58918"/>
                  </a:lnTo>
                  <a:lnTo>
                    <a:pt x="1448801" y="59649"/>
                  </a:lnTo>
                  <a:lnTo>
                    <a:pt x="1447729" y="60381"/>
                  </a:lnTo>
                  <a:lnTo>
                    <a:pt x="1446658" y="61115"/>
                  </a:lnTo>
                  <a:lnTo>
                    <a:pt x="1445586" y="61849"/>
                  </a:lnTo>
                  <a:lnTo>
                    <a:pt x="1444515" y="62584"/>
                  </a:lnTo>
                  <a:lnTo>
                    <a:pt x="1443443" y="63320"/>
                  </a:lnTo>
                  <a:lnTo>
                    <a:pt x="1442371" y="64058"/>
                  </a:lnTo>
                  <a:lnTo>
                    <a:pt x="1441300" y="64796"/>
                  </a:lnTo>
                  <a:lnTo>
                    <a:pt x="1440228" y="65535"/>
                  </a:lnTo>
                  <a:lnTo>
                    <a:pt x="1439157" y="66276"/>
                  </a:lnTo>
                  <a:lnTo>
                    <a:pt x="1438085" y="67017"/>
                  </a:lnTo>
                  <a:lnTo>
                    <a:pt x="1437013" y="67759"/>
                  </a:lnTo>
                  <a:lnTo>
                    <a:pt x="1435942" y="68503"/>
                  </a:lnTo>
                  <a:lnTo>
                    <a:pt x="1434870" y="69247"/>
                  </a:lnTo>
                  <a:lnTo>
                    <a:pt x="1433799" y="69992"/>
                  </a:lnTo>
                  <a:lnTo>
                    <a:pt x="1432727" y="70738"/>
                  </a:lnTo>
                  <a:lnTo>
                    <a:pt x="1431655" y="71485"/>
                  </a:lnTo>
                  <a:lnTo>
                    <a:pt x="1430584" y="72233"/>
                  </a:lnTo>
                  <a:lnTo>
                    <a:pt x="1429512" y="72982"/>
                  </a:lnTo>
                  <a:lnTo>
                    <a:pt x="1428441" y="73732"/>
                  </a:lnTo>
                  <a:lnTo>
                    <a:pt x="1427369" y="74483"/>
                  </a:lnTo>
                  <a:lnTo>
                    <a:pt x="1426297" y="75234"/>
                  </a:lnTo>
                  <a:lnTo>
                    <a:pt x="1425226" y="75987"/>
                  </a:lnTo>
                  <a:lnTo>
                    <a:pt x="1424154" y="76740"/>
                  </a:lnTo>
                  <a:lnTo>
                    <a:pt x="1423083" y="77495"/>
                  </a:lnTo>
                  <a:lnTo>
                    <a:pt x="1422011" y="78250"/>
                  </a:lnTo>
                  <a:lnTo>
                    <a:pt x="1420939" y="79006"/>
                  </a:lnTo>
                  <a:lnTo>
                    <a:pt x="1419868" y="79763"/>
                  </a:lnTo>
                  <a:lnTo>
                    <a:pt x="1418796" y="80521"/>
                  </a:lnTo>
                  <a:lnTo>
                    <a:pt x="1417725" y="81279"/>
                  </a:lnTo>
                  <a:lnTo>
                    <a:pt x="1416653" y="82039"/>
                  </a:lnTo>
                  <a:lnTo>
                    <a:pt x="1415582" y="82799"/>
                  </a:lnTo>
                  <a:lnTo>
                    <a:pt x="1414510" y="83561"/>
                  </a:lnTo>
                  <a:lnTo>
                    <a:pt x="1413438" y="84323"/>
                  </a:lnTo>
                  <a:lnTo>
                    <a:pt x="1412367" y="85085"/>
                  </a:lnTo>
                  <a:lnTo>
                    <a:pt x="1411295" y="85849"/>
                  </a:lnTo>
                  <a:lnTo>
                    <a:pt x="1410224" y="86613"/>
                  </a:lnTo>
                  <a:lnTo>
                    <a:pt x="1409152" y="87379"/>
                  </a:lnTo>
                  <a:lnTo>
                    <a:pt x="1408080" y="88145"/>
                  </a:lnTo>
                  <a:lnTo>
                    <a:pt x="1407009" y="88911"/>
                  </a:lnTo>
                  <a:lnTo>
                    <a:pt x="1405937" y="89679"/>
                  </a:lnTo>
                  <a:lnTo>
                    <a:pt x="1404866" y="90447"/>
                  </a:lnTo>
                  <a:lnTo>
                    <a:pt x="1403794" y="91216"/>
                  </a:lnTo>
                  <a:lnTo>
                    <a:pt x="1402722" y="91986"/>
                  </a:lnTo>
                  <a:lnTo>
                    <a:pt x="1401651" y="92757"/>
                  </a:lnTo>
                  <a:lnTo>
                    <a:pt x="1400579" y="93528"/>
                  </a:lnTo>
                  <a:lnTo>
                    <a:pt x="1399508" y="94300"/>
                  </a:lnTo>
                  <a:lnTo>
                    <a:pt x="1398436" y="95072"/>
                  </a:lnTo>
                  <a:lnTo>
                    <a:pt x="1397364" y="95846"/>
                  </a:lnTo>
                  <a:lnTo>
                    <a:pt x="1396293" y="96620"/>
                  </a:lnTo>
                  <a:lnTo>
                    <a:pt x="1395221" y="97394"/>
                  </a:lnTo>
                  <a:lnTo>
                    <a:pt x="1394150" y="98170"/>
                  </a:lnTo>
                  <a:lnTo>
                    <a:pt x="1393078" y="98946"/>
                  </a:lnTo>
                  <a:lnTo>
                    <a:pt x="1392006" y="99723"/>
                  </a:lnTo>
                  <a:lnTo>
                    <a:pt x="1390935" y="100500"/>
                  </a:lnTo>
                  <a:lnTo>
                    <a:pt x="1389863" y="101278"/>
                  </a:lnTo>
                  <a:lnTo>
                    <a:pt x="1388792" y="102057"/>
                  </a:lnTo>
                  <a:lnTo>
                    <a:pt x="1387720" y="102836"/>
                  </a:lnTo>
                  <a:lnTo>
                    <a:pt x="1386648" y="103616"/>
                  </a:lnTo>
                  <a:lnTo>
                    <a:pt x="1385577" y="104396"/>
                  </a:lnTo>
                  <a:lnTo>
                    <a:pt x="1384505" y="105177"/>
                  </a:lnTo>
                  <a:lnTo>
                    <a:pt x="1383434" y="105959"/>
                  </a:lnTo>
                  <a:lnTo>
                    <a:pt x="1382362" y="106741"/>
                  </a:lnTo>
                  <a:lnTo>
                    <a:pt x="1381290" y="107524"/>
                  </a:lnTo>
                  <a:lnTo>
                    <a:pt x="1380219" y="108307"/>
                  </a:lnTo>
                  <a:lnTo>
                    <a:pt x="1379147" y="109091"/>
                  </a:lnTo>
                  <a:lnTo>
                    <a:pt x="1378076" y="109875"/>
                  </a:lnTo>
                  <a:lnTo>
                    <a:pt x="1377004" y="110660"/>
                  </a:lnTo>
                  <a:lnTo>
                    <a:pt x="1375932" y="111446"/>
                  </a:lnTo>
                  <a:lnTo>
                    <a:pt x="1374861" y="112232"/>
                  </a:lnTo>
                  <a:lnTo>
                    <a:pt x="1373789" y="113018"/>
                  </a:lnTo>
                  <a:lnTo>
                    <a:pt x="1372718" y="113805"/>
                  </a:lnTo>
                  <a:lnTo>
                    <a:pt x="1371646" y="114593"/>
                  </a:lnTo>
                  <a:lnTo>
                    <a:pt x="1370574" y="115381"/>
                  </a:lnTo>
                  <a:lnTo>
                    <a:pt x="1369503" y="116169"/>
                  </a:lnTo>
                  <a:lnTo>
                    <a:pt x="1368431" y="116958"/>
                  </a:lnTo>
                  <a:lnTo>
                    <a:pt x="1367360" y="117747"/>
                  </a:lnTo>
                  <a:lnTo>
                    <a:pt x="1366288" y="118537"/>
                  </a:lnTo>
                  <a:lnTo>
                    <a:pt x="1365216" y="119327"/>
                  </a:lnTo>
                  <a:lnTo>
                    <a:pt x="1364145" y="120118"/>
                  </a:lnTo>
                  <a:lnTo>
                    <a:pt x="1363073" y="120909"/>
                  </a:lnTo>
                  <a:lnTo>
                    <a:pt x="1362002" y="121700"/>
                  </a:lnTo>
                  <a:lnTo>
                    <a:pt x="1360930" y="122492"/>
                  </a:lnTo>
                  <a:lnTo>
                    <a:pt x="1359858" y="123284"/>
                  </a:lnTo>
                  <a:lnTo>
                    <a:pt x="1358787" y="124077"/>
                  </a:lnTo>
                  <a:lnTo>
                    <a:pt x="1357715" y="124870"/>
                  </a:lnTo>
                  <a:lnTo>
                    <a:pt x="1356644" y="125663"/>
                  </a:lnTo>
                  <a:lnTo>
                    <a:pt x="1355572" y="126457"/>
                  </a:lnTo>
                  <a:lnTo>
                    <a:pt x="1354500" y="127251"/>
                  </a:lnTo>
                  <a:lnTo>
                    <a:pt x="1353429" y="128045"/>
                  </a:lnTo>
                  <a:lnTo>
                    <a:pt x="1352357" y="128840"/>
                  </a:lnTo>
                  <a:lnTo>
                    <a:pt x="1351286" y="129635"/>
                  </a:lnTo>
                  <a:lnTo>
                    <a:pt x="1350214" y="130430"/>
                  </a:lnTo>
                  <a:lnTo>
                    <a:pt x="1349142" y="131225"/>
                  </a:lnTo>
                  <a:lnTo>
                    <a:pt x="1348071" y="132021"/>
                  </a:lnTo>
                  <a:lnTo>
                    <a:pt x="1346999" y="132817"/>
                  </a:lnTo>
                  <a:lnTo>
                    <a:pt x="1345928" y="133614"/>
                  </a:lnTo>
                  <a:lnTo>
                    <a:pt x="1344856" y="134410"/>
                  </a:lnTo>
                  <a:lnTo>
                    <a:pt x="1343784" y="135207"/>
                  </a:lnTo>
                  <a:lnTo>
                    <a:pt x="1342713" y="136004"/>
                  </a:lnTo>
                  <a:lnTo>
                    <a:pt x="1341641" y="136802"/>
                  </a:lnTo>
                  <a:lnTo>
                    <a:pt x="1340570" y="137599"/>
                  </a:lnTo>
                  <a:lnTo>
                    <a:pt x="1339498" y="138397"/>
                  </a:lnTo>
                  <a:lnTo>
                    <a:pt x="1338426" y="139195"/>
                  </a:lnTo>
                  <a:lnTo>
                    <a:pt x="1337355" y="139993"/>
                  </a:lnTo>
                  <a:lnTo>
                    <a:pt x="1336283" y="140791"/>
                  </a:lnTo>
                  <a:lnTo>
                    <a:pt x="1335212" y="141590"/>
                  </a:lnTo>
                  <a:lnTo>
                    <a:pt x="1334140" y="142388"/>
                  </a:lnTo>
                  <a:lnTo>
                    <a:pt x="1333068" y="143187"/>
                  </a:lnTo>
                  <a:lnTo>
                    <a:pt x="1331997" y="143986"/>
                  </a:lnTo>
                  <a:lnTo>
                    <a:pt x="1330925" y="144785"/>
                  </a:lnTo>
                  <a:lnTo>
                    <a:pt x="1329854" y="145584"/>
                  </a:lnTo>
                  <a:lnTo>
                    <a:pt x="1328782" y="146384"/>
                  </a:lnTo>
                  <a:lnTo>
                    <a:pt x="1327710" y="147183"/>
                  </a:lnTo>
                  <a:lnTo>
                    <a:pt x="1326639" y="147983"/>
                  </a:lnTo>
                  <a:lnTo>
                    <a:pt x="1325567" y="148782"/>
                  </a:lnTo>
                  <a:lnTo>
                    <a:pt x="1324496" y="149582"/>
                  </a:lnTo>
                  <a:lnTo>
                    <a:pt x="1323424" y="150382"/>
                  </a:lnTo>
                  <a:lnTo>
                    <a:pt x="1322352" y="151182"/>
                  </a:lnTo>
                  <a:lnTo>
                    <a:pt x="1321281" y="151981"/>
                  </a:lnTo>
                  <a:lnTo>
                    <a:pt x="1320209" y="152781"/>
                  </a:lnTo>
                  <a:lnTo>
                    <a:pt x="1319138" y="153581"/>
                  </a:lnTo>
                  <a:lnTo>
                    <a:pt x="1318066" y="154381"/>
                  </a:lnTo>
                  <a:lnTo>
                    <a:pt x="1316994" y="155181"/>
                  </a:lnTo>
                  <a:lnTo>
                    <a:pt x="1315923" y="155981"/>
                  </a:lnTo>
                  <a:lnTo>
                    <a:pt x="1314851" y="156781"/>
                  </a:lnTo>
                  <a:lnTo>
                    <a:pt x="1313780" y="157581"/>
                  </a:lnTo>
                  <a:lnTo>
                    <a:pt x="1312708" y="158381"/>
                  </a:lnTo>
                  <a:lnTo>
                    <a:pt x="1311636" y="159181"/>
                  </a:lnTo>
                  <a:lnTo>
                    <a:pt x="1310565" y="159981"/>
                  </a:lnTo>
                  <a:lnTo>
                    <a:pt x="1309493" y="160781"/>
                  </a:lnTo>
                  <a:lnTo>
                    <a:pt x="1308422" y="161581"/>
                  </a:lnTo>
                  <a:lnTo>
                    <a:pt x="1307350" y="162380"/>
                  </a:lnTo>
                  <a:lnTo>
                    <a:pt x="1306278" y="163180"/>
                  </a:lnTo>
                  <a:lnTo>
                    <a:pt x="1305207" y="163980"/>
                  </a:lnTo>
                  <a:lnTo>
                    <a:pt x="1304135" y="164779"/>
                  </a:lnTo>
                  <a:lnTo>
                    <a:pt x="1303064" y="165578"/>
                  </a:lnTo>
                  <a:lnTo>
                    <a:pt x="1301992" y="166378"/>
                  </a:lnTo>
                  <a:lnTo>
                    <a:pt x="1300920" y="167177"/>
                  </a:lnTo>
                  <a:lnTo>
                    <a:pt x="1299849" y="167976"/>
                  </a:lnTo>
                  <a:lnTo>
                    <a:pt x="1298777" y="168775"/>
                  </a:lnTo>
                  <a:lnTo>
                    <a:pt x="1297706" y="169573"/>
                  </a:lnTo>
                  <a:lnTo>
                    <a:pt x="1296634" y="170372"/>
                  </a:lnTo>
                  <a:lnTo>
                    <a:pt x="1295562" y="171170"/>
                  </a:lnTo>
                  <a:lnTo>
                    <a:pt x="1294491" y="171969"/>
                  </a:lnTo>
                  <a:lnTo>
                    <a:pt x="1293419" y="172767"/>
                  </a:lnTo>
                  <a:lnTo>
                    <a:pt x="1292348" y="173565"/>
                  </a:lnTo>
                  <a:lnTo>
                    <a:pt x="1291276" y="174362"/>
                  </a:lnTo>
                  <a:lnTo>
                    <a:pt x="1290204" y="175160"/>
                  </a:lnTo>
                  <a:lnTo>
                    <a:pt x="1289133" y="175957"/>
                  </a:lnTo>
                  <a:lnTo>
                    <a:pt x="1288061" y="176754"/>
                  </a:lnTo>
                  <a:lnTo>
                    <a:pt x="1286990" y="177551"/>
                  </a:lnTo>
                  <a:lnTo>
                    <a:pt x="1285918" y="178347"/>
                  </a:lnTo>
                  <a:lnTo>
                    <a:pt x="1284846" y="179144"/>
                  </a:lnTo>
                  <a:lnTo>
                    <a:pt x="1283775" y="179940"/>
                  </a:lnTo>
                  <a:lnTo>
                    <a:pt x="1282703" y="180735"/>
                  </a:lnTo>
                  <a:lnTo>
                    <a:pt x="1281632" y="181531"/>
                  </a:lnTo>
                  <a:lnTo>
                    <a:pt x="1280560" y="182326"/>
                  </a:lnTo>
                  <a:lnTo>
                    <a:pt x="1279488" y="183121"/>
                  </a:lnTo>
                  <a:lnTo>
                    <a:pt x="1278417" y="183915"/>
                  </a:lnTo>
                  <a:lnTo>
                    <a:pt x="1277345" y="184710"/>
                  </a:lnTo>
                  <a:lnTo>
                    <a:pt x="1276274" y="185504"/>
                  </a:lnTo>
                  <a:lnTo>
                    <a:pt x="1275202" y="186297"/>
                  </a:lnTo>
                  <a:lnTo>
                    <a:pt x="1274130" y="187091"/>
                  </a:lnTo>
                  <a:lnTo>
                    <a:pt x="1273059" y="187884"/>
                  </a:lnTo>
                  <a:lnTo>
                    <a:pt x="1271987" y="188676"/>
                  </a:lnTo>
                  <a:lnTo>
                    <a:pt x="1270916" y="189468"/>
                  </a:lnTo>
                  <a:lnTo>
                    <a:pt x="1269844" y="190260"/>
                  </a:lnTo>
                  <a:lnTo>
                    <a:pt x="1268772" y="191052"/>
                  </a:lnTo>
                  <a:lnTo>
                    <a:pt x="1267701" y="191843"/>
                  </a:lnTo>
                  <a:lnTo>
                    <a:pt x="1266629" y="192634"/>
                  </a:lnTo>
                  <a:lnTo>
                    <a:pt x="1265558" y="193424"/>
                  </a:lnTo>
                  <a:lnTo>
                    <a:pt x="1264486" y="194214"/>
                  </a:lnTo>
                  <a:lnTo>
                    <a:pt x="1263414" y="195003"/>
                  </a:lnTo>
                  <a:lnTo>
                    <a:pt x="1262343" y="195792"/>
                  </a:lnTo>
                  <a:lnTo>
                    <a:pt x="1261271" y="196581"/>
                  </a:lnTo>
                  <a:lnTo>
                    <a:pt x="1260200" y="197369"/>
                  </a:lnTo>
                  <a:lnTo>
                    <a:pt x="1259128" y="198157"/>
                  </a:lnTo>
                  <a:lnTo>
                    <a:pt x="1258056" y="198944"/>
                  </a:lnTo>
                  <a:lnTo>
                    <a:pt x="1256985" y="199731"/>
                  </a:lnTo>
                  <a:lnTo>
                    <a:pt x="1255913" y="200517"/>
                  </a:lnTo>
                  <a:lnTo>
                    <a:pt x="1254842" y="201303"/>
                  </a:lnTo>
                  <a:lnTo>
                    <a:pt x="1253770" y="202088"/>
                  </a:lnTo>
                  <a:lnTo>
                    <a:pt x="1252698" y="202873"/>
                  </a:lnTo>
                  <a:lnTo>
                    <a:pt x="1251627" y="203658"/>
                  </a:lnTo>
                  <a:lnTo>
                    <a:pt x="1250555" y="204441"/>
                  </a:lnTo>
                  <a:lnTo>
                    <a:pt x="1249484" y="205225"/>
                  </a:lnTo>
                  <a:lnTo>
                    <a:pt x="1248412" y="206007"/>
                  </a:lnTo>
                  <a:lnTo>
                    <a:pt x="1247340" y="206790"/>
                  </a:lnTo>
                  <a:lnTo>
                    <a:pt x="1246269" y="207571"/>
                  </a:lnTo>
                  <a:lnTo>
                    <a:pt x="1245197" y="208352"/>
                  </a:lnTo>
                  <a:lnTo>
                    <a:pt x="1244126" y="209133"/>
                  </a:lnTo>
                  <a:lnTo>
                    <a:pt x="1243054" y="209913"/>
                  </a:lnTo>
                  <a:lnTo>
                    <a:pt x="1241983" y="210692"/>
                  </a:lnTo>
                  <a:lnTo>
                    <a:pt x="1240911" y="211471"/>
                  </a:lnTo>
                  <a:lnTo>
                    <a:pt x="1239839" y="212250"/>
                  </a:lnTo>
                  <a:lnTo>
                    <a:pt x="1238768" y="213027"/>
                  </a:lnTo>
                  <a:lnTo>
                    <a:pt x="1237696" y="213804"/>
                  </a:lnTo>
                  <a:lnTo>
                    <a:pt x="1236625" y="214581"/>
                  </a:lnTo>
                  <a:lnTo>
                    <a:pt x="1235553" y="215356"/>
                  </a:lnTo>
                  <a:lnTo>
                    <a:pt x="1234481" y="216131"/>
                  </a:lnTo>
                  <a:lnTo>
                    <a:pt x="1233410" y="216906"/>
                  </a:lnTo>
                  <a:lnTo>
                    <a:pt x="1232338" y="217680"/>
                  </a:lnTo>
                  <a:lnTo>
                    <a:pt x="1231267" y="218453"/>
                  </a:lnTo>
                  <a:lnTo>
                    <a:pt x="1230195" y="219226"/>
                  </a:lnTo>
                  <a:lnTo>
                    <a:pt x="1229123" y="219998"/>
                  </a:lnTo>
                  <a:lnTo>
                    <a:pt x="1228052" y="220769"/>
                  </a:lnTo>
                  <a:lnTo>
                    <a:pt x="1226980" y="221539"/>
                  </a:lnTo>
                  <a:lnTo>
                    <a:pt x="1225909" y="222309"/>
                  </a:lnTo>
                  <a:lnTo>
                    <a:pt x="1224837" y="223078"/>
                  </a:lnTo>
                  <a:lnTo>
                    <a:pt x="1223765" y="223847"/>
                  </a:lnTo>
                  <a:lnTo>
                    <a:pt x="1222694" y="224614"/>
                  </a:lnTo>
                  <a:lnTo>
                    <a:pt x="1221622" y="225381"/>
                  </a:lnTo>
                  <a:lnTo>
                    <a:pt x="1220551" y="226148"/>
                  </a:lnTo>
                  <a:lnTo>
                    <a:pt x="1219479" y="226913"/>
                  </a:lnTo>
                  <a:lnTo>
                    <a:pt x="1218407" y="227678"/>
                  </a:lnTo>
                  <a:lnTo>
                    <a:pt x="1217336" y="228442"/>
                  </a:lnTo>
                  <a:lnTo>
                    <a:pt x="1216264" y="229205"/>
                  </a:lnTo>
                  <a:lnTo>
                    <a:pt x="1215193" y="229968"/>
                  </a:lnTo>
                  <a:lnTo>
                    <a:pt x="1214121" y="230730"/>
                  </a:lnTo>
                  <a:lnTo>
                    <a:pt x="1213049" y="231491"/>
                  </a:lnTo>
                  <a:lnTo>
                    <a:pt x="1211978" y="232251"/>
                  </a:lnTo>
                  <a:lnTo>
                    <a:pt x="1210906" y="233010"/>
                  </a:lnTo>
                  <a:lnTo>
                    <a:pt x="1209835" y="233769"/>
                  </a:lnTo>
                  <a:lnTo>
                    <a:pt x="1208763" y="234527"/>
                  </a:lnTo>
                  <a:lnTo>
                    <a:pt x="1207691" y="235284"/>
                  </a:lnTo>
                  <a:lnTo>
                    <a:pt x="1206620" y="236040"/>
                  </a:lnTo>
                  <a:lnTo>
                    <a:pt x="1205548" y="236795"/>
                  </a:lnTo>
                  <a:lnTo>
                    <a:pt x="1204477" y="237550"/>
                  </a:lnTo>
                  <a:lnTo>
                    <a:pt x="1203405" y="238304"/>
                  </a:lnTo>
                  <a:lnTo>
                    <a:pt x="1202333" y="239056"/>
                  </a:lnTo>
                  <a:lnTo>
                    <a:pt x="1201262" y="239808"/>
                  </a:lnTo>
                  <a:lnTo>
                    <a:pt x="1200190" y="240560"/>
                  </a:lnTo>
                  <a:lnTo>
                    <a:pt x="1199119" y="241310"/>
                  </a:lnTo>
                  <a:lnTo>
                    <a:pt x="1198047" y="242059"/>
                  </a:lnTo>
                  <a:lnTo>
                    <a:pt x="1196975" y="242808"/>
                  </a:lnTo>
                  <a:lnTo>
                    <a:pt x="1195904" y="243556"/>
                  </a:lnTo>
                  <a:lnTo>
                    <a:pt x="1194832" y="244302"/>
                  </a:lnTo>
                  <a:lnTo>
                    <a:pt x="1193761" y="245048"/>
                  </a:lnTo>
                  <a:lnTo>
                    <a:pt x="1192689" y="245793"/>
                  </a:lnTo>
                  <a:lnTo>
                    <a:pt x="1191617" y="246537"/>
                  </a:lnTo>
                  <a:lnTo>
                    <a:pt x="1190546" y="247280"/>
                  </a:lnTo>
                  <a:lnTo>
                    <a:pt x="1189474" y="248023"/>
                  </a:lnTo>
                  <a:lnTo>
                    <a:pt x="1188403" y="248764"/>
                  </a:lnTo>
                  <a:lnTo>
                    <a:pt x="1187331" y="249504"/>
                  </a:lnTo>
                  <a:lnTo>
                    <a:pt x="1186259" y="250244"/>
                  </a:lnTo>
                  <a:lnTo>
                    <a:pt x="1185188" y="250982"/>
                  </a:lnTo>
                  <a:lnTo>
                    <a:pt x="1184116" y="251720"/>
                  </a:lnTo>
                  <a:lnTo>
                    <a:pt x="1183045" y="252457"/>
                  </a:lnTo>
                  <a:lnTo>
                    <a:pt x="1181973" y="253192"/>
                  </a:lnTo>
                  <a:lnTo>
                    <a:pt x="1180901" y="253927"/>
                  </a:lnTo>
                  <a:lnTo>
                    <a:pt x="1179830" y="254660"/>
                  </a:lnTo>
                  <a:lnTo>
                    <a:pt x="1178758" y="255393"/>
                  </a:lnTo>
                  <a:lnTo>
                    <a:pt x="1177687" y="256125"/>
                  </a:lnTo>
                  <a:lnTo>
                    <a:pt x="1176615" y="256856"/>
                  </a:lnTo>
                  <a:lnTo>
                    <a:pt x="1175543" y="257585"/>
                  </a:lnTo>
                  <a:lnTo>
                    <a:pt x="1174472" y="258314"/>
                  </a:lnTo>
                  <a:lnTo>
                    <a:pt x="1173400" y="259042"/>
                  </a:lnTo>
                  <a:lnTo>
                    <a:pt x="1172329" y="259768"/>
                  </a:lnTo>
                  <a:lnTo>
                    <a:pt x="1171257" y="260494"/>
                  </a:lnTo>
                  <a:lnTo>
                    <a:pt x="1170185" y="261219"/>
                  </a:lnTo>
                  <a:lnTo>
                    <a:pt x="1169114" y="261942"/>
                  </a:lnTo>
                  <a:lnTo>
                    <a:pt x="1168042" y="262665"/>
                  </a:lnTo>
                  <a:lnTo>
                    <a:pt x="1166971" y="263386"/>
                  </a:lnTo>
                  <a:lnTo>
                    <a:pt x="1165899" y="264107"/>
                  </a:lnTo>
                  <a:lnTo>
                    <a:pt x="1164827" y="264826"/>
                  </a:lnTo>
                  <a:lnTo>
                    <a:pt x="1163756" y="265545"/>
                  </a:lnTo>
                  <a:lnTo>
                    <a:pt x="1162684" y="266262"/>
                  </a:lnTo>
                  <a:lnTo>
                    <a:pt x="1161613" y="266978"/>
                  </a:lnTo>
                  <a:lnTo>
                    <a:pt x="1160541" y="267693"/>
                  </a:lnTo>
                  <a:lnTo>
                    <a:pt x="1159469" y="268408"/>
                  </a:lnTo>
                  <a:lnTo>
                    <a:pt x="1158398" y="269120"/>
                  </a:lnTo>
                  <a:lnTo>
                    <a:pt x="1157326" y="269832"/>
                  </a:lnTo>
                  <a:lnTo>
                    <a:pt x="1156255" y="270543"/>
                  </a:lnTo>
                  <a:lnTo>
                    <a:pt x="1155183" y="271253"/>
                  </a:lnTo>
                  <a:lnTo>
                    <a:pt x="1154111" y="271961"/>
                  </a:lnTo>
                  <a:lnTo>
                    <a:pt x="1153040" y="272669"/>
                  </a:lnTo>
                  <a:lnTo>
                    <a:pt x="1151968" y="273375"/>
                  </a:lnTo>
                  <a:lnTo>
                    <a:pt x="1150897" y="274080"/>
                  </a:lnTo>
                  <a:lnTo>
                    <a:pt x="1149825" y="274785"/>
                  </a:lnTo>
                  <a:lnTo>
                    <a:pt x="1148753" y="275488"/>
                  </a:lnTo>
                  <a:lnTo>
                    <a:pt x="1147682" y="276189"/>
                  </a:lnTo>
                  <a:lnTo>
                    <a:pt x="1146610" y="276890"/>
                  </a:lnTo>
                  <a:lnTo>
                    <a:pt x="1145539" y="277590"/>
                  </a:lnTo>
                  <a:lnTo>
                    <a:pt x="1144467" y="278288"/>
                  </a:lnTo>
                  <a:lnTo>
                    <a:pt x="1143395" y="278985"/>
                  </a:lnTo>
                  <a:lnTo>
                    <a:pt x="1142324" y="279681"/>
                  </a:lnTo>
                  <a:lnTo>
                    <a:pt x="1141252" y="280376"/>
                  </a:lnTo>
                  <a:lnTo>
                    <a:pt x="1140181" y="281070"/>
                  </a:lnTo>
                  <a:lnTo>
                    <a:pt x="1139109" y="281762"/>
                  </a:lnTo>
                  <a:lnTo>
                    <a:pt x="1138037" y="282454"/>
                  </a:lnTo>
                  <a:lnTo>
                    <a:pt x="1136966" y="283144"/>
                  </a:lnTo>
                  <a:lnTo>
                    <a:pt x="1135894" y="283833"/>
                  </a:lnTo>
                  <a:lnTo>
                    <a:pt x="1134823" y="284521"/>
                  </a:lnTo>
                  <a:lnTo>
                    <a:pt x="1133751" y="285207"/>
                  </a:lnTo>
                  <a:lnTo>
                    <a:pt x="1132679" y="285893"/>
                  </a:lnTo>
                  <a:lnTo>
                    <a:pt x="1131608" y="286577"/>
                  </a:lnTo>
                  <a:lnTo>
                    <a:pt x="1130536" y="287260"/>
                  </a:lnTo>
                  <a:lnTo>
                    <a:pt x="1129465" y="287942"/>
                  </a:lnTo>
                  <a:lnTo>
                    <a:pt x="1128393" y="288622"/>
                  </a:lnTo>
                  <a:lnTo>
                    <a:pt x="1127321" y="289301"/>
                  </a:lnTo>
                  <a:lnTo>
                    <a:pt x="1126250" y="289979"/>
                  </a:lnTo>
                  <a:lnTo>
                    <a:pt x="1125178" y="290656"/>
                  </a:lnTo>
                  <a:lnTo>
                    <a:pt x="1124107" y="291332"/>
                  </a:lnTo>
                  <a:lnTo>
                    <a:pt x="1123035" y="292006"/>
                  </a:lnTo>
                  <a:lnTo>
                    <a:pt x="1121963" y="292679"/>
                  </a:lnTo>
                  <a:lnTo>
                    <a:pt x="1120892" y="293351"/>
                  </a:lnTo>
                  <a:lnTo>
                    <a:pt x="1119820" y="294022"/>
                  </a:lnTo>
                  <a:lnTo>
                    <a:pt x="1118749" y="294691"/>
                  </a:lnTo>
                  <a:lnTo>
                    <a:pt x="1117677" y="295359"/>
                  </a:lnTo>
                  <a:lnTo>
                    <a:pt x="1116605" y="296026"/>
                  </a:lnTo>
                  <a:lnTo>
                    <a:pt x="1115534" y="296692"/>
                  </a:lnTo>
                  <a:lnTo>
                    <a:pt x="1114462" y="297356"/>
                  </a:lnTo>
                  <a:lnTo>
                    <a:pt x="1113391" y="298019"/>
                  </a:lnTo>
                  <a:lnTo>
                    <a:pt x="1112319" y="298681"/>
                  </a:lnTo>
                  <a:lnTo>
                    <a:pt x="1111247" y="299341"/>
                  </a:lnTo>
                  <a:lnTo>
                    <a:pt x="1110176" y="300000"/>
                  </a:lnTo>
                  <a:lnTo>
                    <a:pt x="1109104" y="300658"/>
                  </a:lnTo>
                  <a:lnTo>
                    <a:pt x="1108033" y="301315"/>
                  </a:lnTo>
                  <a:lnTo>
                    <a:pt x="1106961" y="301970"/>
                  </a:lnTo>
                  <a:lnTo>
                    <a:pt x="1105889" y="302624"/>
                  </a:lnTo>
                  <a:lnTo>
                    <a:pt x="1104818" y="303277"/>
                  </a:lnTo>
                  <a:lnTo>
                    <a:pt x="1103746" y="303928"/>
                  </a:lnTo>
                  <a:lnTo>
                    <a:pt x="1102675" y="304578"/>
                  </a:lnTo>
                  <a:lnTo>
                    <a:pt x="1101603" y="305227"/>
                  </a:lnTo>
                  <a:lnTo>
                    <a:pt x="1100531" y="305874"/>
                  </a:lnTo>
                  <a:lnTo>
                    <a:pt x="1099460" y="306521"/>
                  </a:lnTo>
                  <a:lnTo>
                    <a:pt x="1098388" y="307165"/>
                  </a:lnTo>
                  <a:lnTo>
                    <a:pt x="1097317" y="307809"/>
                  </a:lnTo>
                  <a:lnTo>
                    <a:pt x="1096245" y="308451"/>
                  </a:lnTo>
                  <a:lnTo>
                    <a:pt x="1095173" y="309092"/>
                  </a:lnTo>
                  <a:lnTo>
                    <a:pt x="1094102" y="309731"/>
                  </a:lnTo>
                  <a:lnTo>
                    <a:pt x="1093030" y="310369"/>
                  </a:lnTo>
                  <a:lnTo>
                    <a:pt x="1091959" y="311006"/>
                  </a:lnTo>
                  <a:lnTo>
                    <a:pt x="1090887" y="311642"/>
                  </a:lnTo>
                  <a:lnTo>
                    <a:pt x="1089815" y="312276"/>
                  </a:lnTo>
                  <a:lnTo>
                    <a:pt x="1088744" y="312908"/>
                  </a:lnTo>
                  <a:lnTo>
                    <a:pt x="1087672" y="313540"/>
                  </a:lnTo>
                  <a:lnTo>
                    <a:pt x="1086601" y="314170"/>
                  </a:lnTo>
                  <a:lnTo>
                    <a:pt x="1085529" y="314799"/>
                  </a:lnTo>
                  <a:lnTo>
                    <a:pt x="1084457" y="315426"/>
                  </a:lnTo>
                  <a:lnTo>
                    <a:pt x="1083386" y="316052"/>
                  </a:lnTo>
                  <a:lnTo>
                    <a:pt x="1082314" y="316677"/>
                  </a:lnTo>
                  <a:lnTo>
                    <a:pt x="1081243" y="317300"/>
                  </a:lnTo>
                  <a:lnTo>
                    <a:pt x="1080171" y="317922"/>
                  </a:lnTo>
                  <a:lnTo>
                    <a:pt x="1079099" y="318542"/>
                  </a:lnTo>
                  <a:lnTo>
                    <a:pt x="1078028" y="319161"/>
                  </a:lnTo>
                  <a:lnTo>
                    <a:pt x="1076956" y="319779"/>
                  </a:lnTo>
                  <a:lnTo>
                    <a:pt x="1075885" y="320396"/>
                  </a:lnTo>
                  <a:lnTo>
                    <a:pt x="1074813" y="321011"/>
                  </a:lnTo>
                  <a:lnTo>
                    <a:pt x="1073741" y="321624"/>
                  </a:lnTo>
                  <a:lnTo>
                    <a:pt x="1072670" y="322237"/>
                  </a:lnTo>
                  <a:lnTo>
                    <a:pt x="1071598" y="322848"/>
                  </a:lnTo>
                  <a:lnTo>
                    <a:pt x="1070527" y="323457"/>
                  </a:lnTo>
                  <a:lnTo>
                    <a:pt x="1069455" y="324066"/>
                  </a:lnTo>
                  <a:lnTo>
                    <a:pt x="1068383" y="324673"/>
                  </a:lnTo>
                  <a:lnTo>
                    <a:pt x="1067312" y="325279"/>
                  </a:lnTo>
                  <a:lnTo>
                    <a:pt x="1066240" y="325883"/>
                  </a:lnTo>
                  <a:lnTo>
                    <a:pt x="1065169" y="326486"/>
                  </a:lnTo>
                  <a:lnTo>
                    <a:pt x="1064097" y="327088"/>
                  </a:lnTo>
                  <a:lnTo>
                    <a:pt x="1063026" y="327689"/>
                  </a:lnTo>
                  <a:lnTo>
                    <a:pt x="1061954" y="328288"/>
                  </a:lnTo>
                  <a:lnTo>
                    <a:pt x="1060882" y="328886"/>
                  </a:lnTo>
                  <a:lnTo>
                    <a:pt x="1059811" y="329483"/>
                  </a:lnTo>
                  <a:lnTo>
                    <a:pt x="1058739" y="330079"/>
                  </a:lnTo>
                  <a:lnTo>
                    <a:pt x="1057668" y="330673"/>
                  </a:lnTo>
                  <a:lnTo>
                    <a:pt x="1056596" y="331266"/>
                  </a:lnTo>
                  <a:lnTo>
                    <a:pt x="1055524" y="331858"/>
                  </a:lnTo>
                  <a:lnTo>
                    <a:pt x="1054453" y="332449"/>
                  </a:lnTo>
                  <a:lnTo>
                    <a:pt x="1053381" y="333039"/>
                  </a:lnTo>
                  <a:lnTo>
                    <a:pt x="1052310" y="333627"/>
                  </a:lnTo>
                  <a:lnTo>
                    <a:pt x="1051238" y="334214"/>
                  </a:lnTo>
                  <a:lnTo>
                    <a:pt x="1050166" y="334800"/>
                  </a:lnTo>
                  <a:lnTo>
                    <a:pt x="1049095" y="335385"/>
                  </a:lnTo>
                  <a:lnTo>
                    <a:pt x="1048023" y="335969"/>
                  </a:lnTo>
                  <a:lnTo>
                    <a:pt x="1046952" y="336551"/>
                  </a:lnTo>
                  <a:lnTo>
                    <a:pt x="1045880" y="337133"/>
                  </a:lnTo>
                  <a:lnTo>
                    <a:pt x="1044808" y="337713"/>
                  </a:lnTo>
                  <a:lnTo>
                    <a:pt x="1043737" y="338292"/>
                  </a:lnTo>
                  <a:lnTo>
                    <a:pt x="1042665" y="338870"/>
                  </a:lnTo>
                  <a:lnTo>
                    <a:pt x="1041594" y="339447"/>
                  </a:lnTo>
                  <a:lnTo>
                    <a:pt x="1040522" y="340023"/>
                  </a:lnTo>
                  <a:lnTo>
                    <a:pt x="1039450" y="340598"/>
                  </a:lnTo>
                  <a:lnTo>
                    <a:pt x="1038379" y="341171"/>
                  </a:lnTo>
                  <a:lnTo>
                    <a:pt x="1037307" y="341744"/>
                  </a:lnTo>
                  <a:lnTo>
                    <a:pt x="1036236" y="342315"/>
                  </a:lnTo>
                  <a:lnTo>
                    <a:pt x="1035164" y="342886"/>
                  </a:lnTo>
                  <a:lnTo>
                    <a:pt x="1034092" y="343455"/>
                  </a:lnTo>
                  <a:lnTo>
                    <a:pt x="1033021" y="344024"/>
                  </a:lnTo>
                  <a:lnTo>
                    <a:pt x="1031949" y="344591"/>
                  </a:lnTo>
                  <a:lnTo>
                    <a:pt x="1030878" y="345157"/>
                  </a:lnTo>
                  <a:lnTo>
                    <a:pt x="1029806" y="345723"/>
                  </a:lnTo>
                  <a:lnTo>
                    <a:pt x="1028734" y="346287"/>
                  </a:lnTo>
                  <a:lnTo>
                    <a:pt x="1027663" y="346850"/>
                  </a:lnTo>
                  <a:lnTo>
                    <a:pt x="1026591" y="347412"/>
                  </a:lnTo>
                  <a:lnTo>
                    <a:pt x="1025520" y="347974"/>
                  </a:lnTo>
                  <a:lnTo>
                    <a:pt x="1024448" y="348534"/>
                  </a:lnTo>
                  <a:lnTo>
                    <a:pt x="1023376" y="349093"/>
                  </a:lnTo>
                  <a:lnTo>
                    <a:pt x="1022305" y="349652"/>
                  </a:lnTo>
                  <a:lnTo>
                    <a:pt x="1021233" y="350209"/>
                  </a:lnTo>
                  <a:lnTo>
                    <a:pt x="1020162" y="350766"/>
                  </a:lnTo>
                  <a:lnTo>
                    <a:pt x="1019090" y="351321"/>
                  </a:lnTo>
                  <a:lnTo>
                    <a:pt x="1018018" y="351876"/>
                  </a:lnTo>
                  <a:lnTo>
                    <a:pt x="1016947" y="352430"/>
                  </a:lnTo>
                  <a:lnTo>
                    <a:pt x="1015875" y="352982"/>
                  </a:lnTo>
                  <a:lnTo>
                    <a:pt x="1014804" y="353534"/>
                  </a:lnTo>
                  <a:lnTo>
                    <a:pt x="1013732" y="354085"/>
                  </a:lnTo>
                  <a:lnTo>
                    <a:pt x="1012660" y="354635"/>
                  </a:lnTo>
                  <a:lnTo>
                    <a:pt x="1011589" y="355185"/>
                  </a:lnTo>
                  <a:lnTo>
                    <a:pt x="1010517" y="355733"/>
                  </a:lnTo>
                  <a:lnTo>
                    <a:pt x="1009446" y="356281"/>
                  </a:lnTo>
                  <a:lnTo>
                    <a:pt x="1008374" y="356827"/>
                  </a:lnTo>
                  <a:lnTo>
                    <a:pt x="1007302" y="357373"/>
                  </a:lnTo>
                  <a:lnTo>
                    <a:pt x="1006231" y="357918"/>
                  </a:lnTo>
                  <a:lnTo>
                    <a:pt x="1005159" y="358462"/>
                  </a:lnTo>
                  <a:lnTo>
                    <a:pt x="1004088" y="359005"/>
                  </a:lnTo>
                  <a:lnTo>
                    <a:pt x="1003016" y="359548"/>
                  </a:lnTo>
                  <a:lnTo>
                    <a:pt x="1001944" y="360090"/>
                  </a:lnTo>
                  <a:lnTo>
                    <a:pt x="1000873" y="360631"/>
                  </a:lnTo>
                  <a:lnTo>
                    <a:pt x="999801" y="361171"/>
                  </a:lnTo>
                  <a:lnTo>
                    <a:pt x="998730" y="361710"/>
                  </a:lnTo>
                  <a:lnTo>
                    <a:pt x="997658" y="362249"/>
                  </a:lnTo>
                  <a:lnTo>
                    <a:pt x="996586" y="362787"/>
                  </a:lnTo>
                  <a:lnTo>
                    <a:pt x="995515" y="363324"/>
                  </a:lnTo>
                  <a:lnTo>
                    <a:pt x="994443" y="363860"/>
                  </a:lnTo>
                  <a:lnTo>
                    <a:pt x="993372" y="364396"/>
                  </a:lnTo>
                  <a:lnTo>
                    <a:pt x="992300" y="364930"/>
                  </a:lnTo>
                  <a:lnTo>
                    <a:pt x="991228" y="365465"/>
                  </a:lnTo>
                  <a:lnTo>
                    <a:pt x="990157" y="365998"/>
                  </a:lnTo>
                  <a:lnTo>
                    <a:pt x="989085" y="366531"/>
                  </a:lnTo>
                  <a:lnTo>
                    <a:pt x="988014" y="367063"/>
                  </a:lnTo>
                  <a:lnTo>
                    <a:pt x="986942" y="367594"/>
                  </a:lnTo>
                  <a:lnTo>
                    <a:pt x="985870" y="368125"/>
                  </a:lnTo>
                  <a:lnTo>
                    <a:pt x="984799" y="368655"/>
                  </a:lnTo>
                  <a:lnTo>
                    <a:pt x="983727" y="369184"/>
                  </a:lnTo>
                  <a:lnTo>
                    <a:pt x="982656" y="369713"/>
                  </a:lnTo>
                  <a:lnTo>
                    <a:pt x="981584" y="370241"/>
                  </a:lnTo>
                  <a:lnTo>
                    <a:pt x="980512" y="370768"/>
                  </a:lnTo>
                  <a:lnTo>
                    <a:pt x="979441" y="371295"/>
                  </a:lnTo>
                  <a:lnTo>
                    <a:pt x="978369" y="371821"/>
                  </a:lnTo>
                  <a:lnTo>
                    <a:pt x="977298" y="372347"/>
                  </a:lnTo>
                  <a:lnTo>
                    <a:pt x="976226" y="372872"/>
                  </a:lnTo>
                  <a:lnTo>
                    <a:pt x="975154" y="373396"/>
                  </a:lnTo>
                  <a:lnTo>
                    <a:pt x="974083" y="373920"/>
                  </a:lnTo>
                  <a:lnTo>
                    <a:pt x="973011" y="374443"/>
                  </a:lnTo>
                  <a:lnTo>
                    <a:pt x="971940" y="374966"/>
                  </a:lnTo>
                  <a:lnTo>
                    <a:pt x="970868" y="375488"/>
                  </a:lnTo>
                  <a:lnTo>
                    <a:pt x="969796" y="376010"/>
                  </a:lnTo>
                  <a:lnTo>
                    <a:pt x="968725" y="376531"/>
                  </a:lnTo>
                  <a:lnTo>
                    <a:pt x="967653" y="377051"/>
                  </a:lnTo>
                  <a:lnTo>
                    <a:pt x="966582" y="377571"/>
                  </a:lnTo>
                  <a:lnTo>
                    <a:pt x="965510" y="378091"/>
                  </a:lnTo>
                  <a:lnTo>
                    <a:pt x="964438" y="378610"/>
                  </a:lnTo>
                  <a:lnTo>
                    <a:pt x="963367" y="379128"/>
                  </a:lnTo>
                  <a:lnTo>
                    <a:pt x="962295" y="379646"/>
                  </a:lnTo>
                  <a:lnTo>
                    <a:pt x="961224" y="380164"/>
                  </a:lnTo>
                  <a:lnTo>
                    <a:pt x="960152" y="380681"/>
                  </a:lnTo>
                  <a:lnTo>
                    <a:pt x="959080" y="381197"/>
                  </a:lnTo>
                  <a:lnTo>
                    <a:pt x="958009" y="381713"/>
                  </a:lnTo>
                  <a:lnTo>
                    <a:pt x="956937" y="382229"/>
                  </a:lnTo>
                  <a:lnTo>
                    <a:pt x="955866" y="382744"/>
                  </a:lnTo>
                  <a:lnTo>
                    <a:pt x="954794" y="383259"/>
                  </a:lnTo>
                  <a:lnTo>
                    <a:pt x="953722" y="383773"/>
                  </a:lnTo>
                  <a:lnTo>
                    <a:pt x="952651" y="384287"/>
                  </a:lnTo>
                  <a:lnTo>
                    <a:pt x="951579" y="384801"/>
                  </a:lnTo>
                  <a:lnTo>
                    <a:pt x="950508" y="385314"/>
                  </a:lnTo>
                  <a:lnTo>
                    <a:pt x="949436" y="385827"/>
                  </a:lnTo>
                  <a:lnTo>
                    <a:pt x="948364" y="386339"/>
                  </a:lnTo>
                  <a:lnTo>
                    <a:pt x="947293" y="386851"/>
                  </a:lnTo>
                  <a:lnTo>
                    <a:pt x="946221" y="387363"/>
                  </a:lnTo>
                  <a:lnTo>
                    <a:pt x="945150" y="387874"/>
                  </a:lnTo>
                  <a:lnTo>
                    <a:pt x="944078" y="388385"/>
                  </a:lnTo>
                  <a:lnTo>
                    <a:pt x="943006" y="388896"/>
                  </a:lnTo>
                  <a:lnTo>
                    <a:pt x="941935" y="389406"/>
                  </a:lnTo>
                  <a:lnTo>
                    <a:pt x="940863" y="389916"/>
                  </a:lnTo>
                  <a:lnTo>
                    <a:pt x="939792" y="390426"/>
                  </a:lnTo>
                  <a:lnTo>
                    <a:pt x="938720" y="390935"/>
                  </a:lnTo>
                  <a:lnTo>
                    <a:pt x="937648" y="391444"/>
                  </a:lnTo>
                  <a:lnTo>
                    <a:pt x="936577" y="391953"/>
                  </a:lnTo>
                  <a:lnTo>
                    <a:pt x="935505" y="392462"/>
                  </a:lnTo>
                  <a:lnTo>
                    <a:pt x="934434" y="392970"/>
                  </a:lnTo>
                  <a:lnTo>
                    <a:pt x="933362" y="393478"/>
                  </a:lnTo>
                  <a:lnTo>
                    <a:pt x="932290" y="393986"/>
                  </a:lnTo>
                  <a:lnTo>
                    <a:pt x="931219" y="394493"/>
                  </a:lnTo>
                  <a:lnTo>
                    <a:pt x="930147" y="395001"/>
                  </a:lnTo>
                  <a:lnTo>
                    <a:pt x="929076" y="395508"/>
                  </a:lnTo>
                  <a:lnTo>
                    <a:pt x="928004" y="396015"/>
                  </a:lnTo>
                  <a:lnTo>
                    <a:pt x="926932" y="396522"/>
                  </a:lnTo>
                  <a:lnTo>
                    <a:pt x="925861" y="397028"/>
                  </a:lnTo>
                  <a:lnTo>
                    <a:pt x="924789" y="397534"/>
                  </a:lnTo>
                  <a:lnTo>
                    <a:pt x="923718" y="398041"/>
                  </a:lnTo>
                  <a:lnTo>
                    <a:pt x="922646" y="398547"/>
                  </a:lnTo>
                  <a:lnTo>
                    <a:pt x="921574" y="399052"/>
                  </a:lnTo>
                  <a:lnTo>
                    <a:pt x="920503" y="399558"/>
                  </a:lnTo>
                  <a:lnTo>
                    <a:pt x="919431" y="400064"/>
                  </a:lnTo>
                  <a:lnTo>
                    <a:pt x="918360" y="400569"/>
                  </a:lnTo>
                  <a:lnTo>
                    <a:pt x="917288" y="401074"/>
                  </a:lnTo>
                  <a:lnTo>
                    <a:pt x="916216" y="401580"/>
                  </a:lnTo>
                  <a:lnTo>
                    <a:pt x="915145" y="402085"/>
                  </a:lnTo>
                  <a:lnTo>
                    <a:pt x="914073" y="402590"/>
                  </a:lnTo>
                  <a:lnTo>
                    <a:pt x="913002" y="403095"/>
                  </a:lnTo>
                  <a:lnTo>
                    <a:pt x="911930" y="403599"/>
                  </a:lnTo>
                  <a:lnTo>
                    <a:pt x="910858" y="404104"/>
                  </a:lnTo>
                  <a:lnTo>
                    <a:pt x="909787" y="404609"/>
                  </a:lnTo>
                  <a:lnTo>
                    <a:pt x="908715" y="405114"/>
                  </a:lnTo>
                  <a:lnTo>
                    <a:pt x="907644" y="405618"/>
                  </a:lnTo>
                  <a:lnTo>
                    <a:pt x="906572" y="406123"/>
                  </a:lnTo>
                  <a:lnTo>
                    <a:pt x="905500" y="406627"/>
                  </a:lnTo>
                  <a:lnTo>
                    <a:pt x="904429" y="407132"/>
                  </a:lnTo>
                  <a:lnTo>
                    <a:pt x="903357" y="407636"/>
                  </a:lnTo>
                  <a:lnTo>
                    <a:pt x="902286" y="408141"/>
                  </a:lnTo>
                  <a:lnTo>
                    <a:pt x="901214" y="408646"/>
                  </a:lnTo>
                  <a:lnTo>
                    <a:pt x="900142" y="409150"/>
                  </a:lnTo>
                  <a:lnTo>
                    <a:pt x="899071" y="409655"/>
                  </a:lnTo>
                  <a:lnTo>
                    <a:pt x="897999" y="410159"/>
                  </a:lnTo>
                  <a:lnTo>
                    <a:pt x="896928" y="410664"/>
                  </a:lnTo>
                  <a:lnTo>
                    <a:pt x="895856" y="411169"/>
                  </a:lnTo>
                  <a:lnTo>
                    <a:pt x="894784" y="411674"/>
                  </a:lnTo>
                  <a:lnTo>
                    <a:pt x="893713" y="412179"/>
                  </a:lnTo>
                  <a:lnTo>
                    <a:pt x="892641" y="412684"/>
                  </a:lnTo>
                  <a:lnTo>
                    <a:pt x="891570" y="413189"/>
                  </a:lnTo>
                  <a:lnTo>
                    <a:pt x="890498" y="413694"/>
                  </a:lnTo>
                  <a:lnTo>
                    <a:pt x="889426" y="414199"/>
                  </a:lnTo>
                  <a:lnTo>
                    <a:pt x="888355" y="414705"/>
                  </a:lnTo>
                  <a:lnTo>
                    <a:pt x="887283" y="415210"/>
                  </a:lnTo>
                  <a:lnTo>
                    <a:pt x="886212" y="415716"/>
                  </a:lnTo>
                  <a:lnTo>
                    <a:pt x="885140" y="416222"/>
                  </a:lnTo>
                  <a:lnTo>
                    <a:pt x="884069" y="416728"/>
                  </a:lnTo>
                  <a:lnTo>
                    <a:pt x="882997" y="417234"/>
                  </a:lnTo>
                  <a:lnTo>
                    <a:pt x="881925" y="417740"/>
                  </a:lnTo>
                  <a:lnTo>
                    <a:pt x="880854" y="418247"/>
                  </a:lnTo>
                  <a:lnTo>
                    <a:pt x="879782" y="418754"/>
                  </a:lnTo>
                  <a:lnTo>
                    <a:pt x="878711" y="419260"/>
                  </a:lnTo>
                  <a:lnTo>
                    <a:pt x="877639" y="419768"/>
                  </a:lnTo>
                  <a:lnTo>
                    <a:pt x="876567" y="420275"/>
                  </a:lnTo>
                  <a:lnTo>
                    <a:pt x="875496" y="420783"/>
                  </a:lnTo>
                  <a:lnTo>
                    <a:pt x="874424" y="421290"/>
                  </a:lnTo>
                  <a:lnTo>
                    <a:pt x="873353" y="421798"/>
                  </a:lnTo>
                  <a:lnTo>
                    <a:pt x="872281" y="422307"/>
                  </a:lnTo>
                  <a:lnTo>
                    <a:pt x="871209" y="422815"/>
                  </a:lnTo>
                  <a:lnTo>
                    <a:pt x="870138" y="423324"/>
                  </a:lnTo>
                  <a:lnTo>
                    <a:pt x="869066" y="423833"/>
                  </a:lnTo>
                  <a:lnTo>
                    <a:pt x="867995" y="424343"/>
                  </a:lnTo>
                  <a:lnTo>
                    <a:pt x="866923" y="424853"/>
                  </a:lnTo>
                  <a:lnTo>
                    <a:pt x="865851" y="425363"/>
                  </a:lnTo>
                  <a:lnTo>
                    <a:pt x="864780" y="425873"/>
                  </a:lnTo>
                  <a:lnTo>
                    <a:pt x="863708" y="426384"/>
                  </a:lnTo>
                  <a:lnTo>
                    <a:pt x="862637" y="426895"/>
                  </a:lnTo>
                  <a:lnTo>
                    <a:pt x="861565" y="427406"/>
                  </a:lnTo>
                  <a:lnTo>
                    <a:pt x="860493" y="427918"/>
                  </a:lnTo>
                  <a:lnTo>
                    <a:pt x="859422" y="428430"/>
                  </a:lnTo>
                  <a:lnTo>
                    <a:pt x="858350" y="428942"/>
                  </a:lnTo>
                  <a:lnTo>
                    <a:pt x="857279" y="429455"/>
                  </a:lnTo>
                  <a:lnTo>
                    <a:pt x="856207" y="429968"/>
                  </a:lnTo>
                  <a:lnTo>
                    <a:pt x="855135" y="430482"/>
                  </a:lnTo>
                  <a:lnTo>
                    <a:pt x="854064" y="430996"/>
                  </a:lnTo>
                  <a:lnTo>
                    <a:pt x="852992" y="431511"/>
                  </a:lnTo>
                  <a:lnTo>
                    <a:pt x="851921" y="432026"/>
                  </a:lnTo>
                  <a:lnTo>
                    <a:pt x="850849" y="432541"/>
                  </a:lnTo>
                  <a:lnTo>
                    <a:pt x="849777" y="433057"/>
                  </a:lnTo>
                  <a:lnTo>
                    <a:pt x="848706" y="433573"/>
                  </a:lnTo>
                  <a:lnTo>
                    <a:pt x="847634" y="434090"/>
                  </a:lnTo>
                  <a:lnTo>
                    <a:pt x="846563" y="434607"/>
                  </a:lnTo>
                  <a:lnTo>
                    <a:pt x="845491" y="435124"/>
                  </a:lnTo>
                  <a:lnTo>
                    <a:pt x="844419" y="435642"/>
                  </a:lnTo>
                  <a:lnTo>
                    <a:pt x="843348" y="436161"/>
                  </a:lnTo>
                  <a:lnTo>
                    <a:pt x="842276" y="436680"/>
                  </a:lnTo>
                  <a:lnTo>
                    <a:pt x="841205" y="437200"/>
                  </a:lnTo>
                  <a:lnTo>
                    <a:pt x="840133" y="437720"/>
                  </a:lnTo>
                  <a:lnTo>
                    <a:pt x="839061" y="438241"/>
                  </a:lnTo>
                  <a:lnTo>
                    <a:pt x="837990" y="438762"/>
                  </a:lnTo>
                  <a:lnTo>
                    <a:pt x="836918" y="439284"/>
                  </a:lnTo>
                  <a:lnTo>
                    <a:pt x="835847" y="439806"/>
                  </a:lnTo>
                  <a:lnTo>
                    <a:pt x="834775" y="440329"/>
                  </a:lnTo>
                  <a:lnTo>
                    <a:pt x="833703" y="440853"/>
                  </a:lnTo>
                  <a:lnTo>
                    <a:pt x="832632" y="441377"/>
                  </a:lnTo>
                  <a:lnTo>
                    <a:pt x="831560" y="441901"/>
                  </a:lnTo>
                  <a:lnTo>
                    <a:pt x="830489" y="442427"/>
                  </a:lnTo>
                  <a:lnTo>
                    <a:pt x="829417" y="442953"/>
                  </a:lnTo>
                  <a:lnTo>
                    <a:pt x="828345" y="443479"/>
                  </a:lnTo>
                  <a:lnTo>
                    <a:pt x="827274" y="444006"/>
                  </a:lnTo>
                  <a:lnTo>
                    <a:pt x="826202" y="444534"/>
                  </a:lnTo>
                  <a:lnTo>
                    <a:pt x="825131" y="445063"/>
                  </a:lnTo>
                  <a:lnTo>
                    <a:pt x="824059" y="445592"/>
                  </a:lnTo>
                  <a:lnTo>
                    <a:pt x="822987" y="446121"/>
                  </a:lnTo>
                  <a:lnTo>
                    <a:pt x="821916" y="446652"/>
                  </a:lnTo>
                  <a:lnTo>
                    <a:pt x="820844" y="447183"/>
                  </a:lnTo>
                  <a:lnTo>
                    <a:pt x="819773" y="447715"/>
                  </a:lnTo>
                  <a:lnTo>
                    <a:pt x="818701" y="448247"/>
                  </a:lnTo>
                  <a:lnTo>
                    <a:pt x="817629" y="448781"/>
                  </a:lnTo>
                  <a:lnTo>
                    <a:pt x="816558" y="449314"/>
                  </a:lnTo>
                  <a:lnTo>
                    <a:pt x="815486" y="449849"/>
                  </a:lnTo>
                  <a:lnTo>
                    <a:pt x="814415" y="450385"/>
                  </a:lnTo>
                  <a:lnTo>
                    <a:pt x="813343" y="450921"/>
                  </a:lnTo>
                  <a:lnTo>
                    <a:pt x="812271" y="451458"/>
                  </a:lnTo>
                  <a:lnTo>
                    <a:pt x="811200" y="451995"/>
                  </a:lnTo>
                  <a:lnTo>
                    <a:pt x="810128" y="452534"/>
                  </a:lnTo>
                  <a:lnTo>
                    <a:pt x="809057" y="453073"/>
                  </a:lnTo>
                  <a:lnTo>
                    <a:pt x="807985" y="453613"/>
                  </a:lnTo>
                  <a:lnTo>
                    <a:pt x="806913" y="454153"/>
                  </a:lnTo>
                  <a:lnTo>
                    <a:pt x="805842" y="454695"/>
                  </a:lnTo>
                  <a:lnTo>
                    <a:pt x="804770" y="455237"/>
                  </a:lnTo>
                  <a:lnTo>
                    <a:pt x="803699" y="455781"/>
                  </a:lnTo>
                  <a:lnTo>
                    <a:pt x="802627" y="456325"/>
                  </a:lnTo>
                  <a:lnTo>
                    <a:pt x="801555" y="456869"/>
                  </a:lnTo>
                  <a:lnTo>
                    <a:pt x="800484" y="457415"/>
                  </a:lnTo>
                  <a:lnTo>
                    <a:pt x="799412" y="457962"/>
                  </a:lnTo>
                  <a:lnTo>
                    <a:pt x="798341" y="458509"/>
                  </a:lnTo>
                  <a:lnTo>
                    <a:pt x="797269" y="459057"/>
                  </a:lnTo>
                  <a:lnTo>
                    <a:pt x="796197" y="459606"/>
                  </a:lnTo>
                  <a:lnTo>
                    <a:pt x="795126" y="460156"/>
                  </a:lnTo>
                  <a:lnTo>
                    <a:pt x="794054" y="460707"/>
                  </a:lnTo>
                  <a:lnTo>
                    <a:pt x="792983" y="461259"/>
                  </a:lnTo>
                  <a:lnTo>
                    <a:pt x="791911" y="461812"/>
                  </a:lnTo>
                  <a:lnTo>
                    <a:pt x="790839" y="462366"/>
                  </a:lnTo>
                  <a:lnTo>
                    <a:pt x="789768" y="462920"/>
                  </a:lnTo>
                  <a:lnTo>
                    <a:pt x="788696" y="463476"/>
                  </a:lnTo>
                  <a:lnTo>
                    <a:pt x="787625" y="464032"/>
                  </a:lnTo>
                  <a:lnTo>
                    <a:pt x="786553" y="464589"/>
                  </a:lnTo>
                  <a:lnTo>
                    <a:pt x="785481" y="465148"/>
                  </a:lnTo>
                  <a:lnTo>
                    <a:pt x="784410" y="465707"/>
                  </a:lnTo>
                  <a:lnTo>
                    <a:pt x="783338" y="466267"/>
                  </a:lnTo>
                  <a:lnTo>
                    <a:pt x="782267" y="466828"/>
                  </a:lnTo>
                  <a:lnTo>
                    <a:pt x="781195" y="467391"/>
                  </a:lnTo>
                  <a:lnTo>
                    <a:pt x="780123" y="467954"/>
                  </a:lnTo>
                  <a:lnTo>
                    <a:pt x="779052" y="468518"/>
                  </a:lnTo>
                  <a:lnTo>
                    <a:pt x="777980" y="469083"/>
                  </a:lnTo>
                  <a:lnTo>
                    <a:pt x="776909" y="469650"/>
                  </a:lnTo>
                  <a:lnTo>
                    <a:pt x="775837" y="470217"/>
                  </a:lnTo>
                  <a:lnTo>
                    <a:pt x="774765" y="470785"/>
                  </a:lnTo>
                  <a:lnTo>
                    <a:pt x="773694" y="471354"/>
                  </a:lnTo>
                  <a:lnTo>
                    <a:pt x="772622" y="471925"/>
                  </a:lnTo>
                  <a:lnTo>
                    <a:pt x="771551" y="472496"/>
                  </a:lnTo>
                  <a:lnTo>
                    <a:pt x="770479" y="473069"/>
                  </a:lnTo>
                  <a:lnTo>
                    <a:pt x="769407" y="473642"/>
                  </a:lnTo>
                  <a:lnTo>
                    <a:pt x="768336" y="474217"/>
                  </a:lnTo>
                  <a:lnTo>
                    <a:pt x="767264" y="474792"/>
                  </a:lnTo>
                  <a:lnTo>
                    <a:pt x="766193" y="475369"/>
                  </a:lnTo>
                  <a:lnTo>
                    <a:pt x="765121" y="475947"/>
                  </a:lnTo>
                  <a:lnTo>
                    <a:pt x="764049" y="476526"/>
                  </a:lnTo>
                  <a:lnTo>
                    <a:pt x="762978" y="477106"/>
                  </a:lnTo>
                  <a:lnTo>
                    <a:pt x="761906" y="477687"/>
                  </a:lnTo>
                  <a:lnTo>
                    <a:pt x="760835" y="478270"/>
                  </a:lnTo>
                  <a:lnTo>
                    <a:pt x="759763" y="478853"/>
                  </a:lnTo>
                  <a:lnTo>
                    <a:pt x="758691" y="479438"/>
                  </a:lnTo>
                  <a:lnTo>
                    <a:pt x="757620" y="480023"/>
                  </a:lnTo>
                  <a:lnTo>
                    <a:pt x="756548" y="480610"/>
                  </a:lnTo>
                  <a:lnTo>
                    <a:pt x="755477" y="481198"/>
                  </a:lnTo>
                  <a:lnTo>
                    <a:pt x="754405" y="481788"/>
                  </a:lnTo>
                  <a:lnTo>
                    <a:pt x="753333" y="482378"/>
                  </a:lnTo>
                  <a:lnTo>
                    <a:pt x="752262" y="482969"/>
                  </a:lnTo>
                  <a:lnTo>
                    <a:pt x="751190" y="483562"/>
                  </a:lnTo>
                  <a:lnTo>
                    <a:pt x="750119" y="484156"/>
                  </a:lnTo>
                  <a:lnTo>
                    <a:pt x="749047" y="484751"/>
                  </a:lnTo>
                  <a:lnTo>
                    <a:pt x="747975" y="485348"/>
                  </a:lnTo>
                  <a:lnTo>
                    <a:pt x="746904" y="485945"/>
                  </a:lnTo>
                  <a:lnTo>
                    <a:pt x="745832" y="486544"/>
                  </a:lnTo>
                  <a:lnTo>
                    <a:pt x="744761" y="487144"/>
                  </a:lnTo>
                  <a:lnTo>
                    <a:pt x="743689" y="487745"/>
                  </a:lnTo>
                  <a:lnTo>
                    <a:pt x="742617" y="488347"/>
                  </a:lnTo>
                  <a:lnTo>
                    <a:pt x="741546" y="488951"/>
                  </a:lnTo>
                  <a:lnTo>
                    <a:pt x="740474" y="489556"/>
                  </a:lnTo>
                  <a:lnTo>
                    <a:pt x="739403" y="490162"/>
                  </a:lnTo>
                  <a:lnTo>
                    <a:pt x="738331" y="490769"/>
                  </a:lnTo>
                  <a:lnTo>
                    <a:pt x="737259" y="491378"/>
                  </a:lnTo>
                  <a:lnTo>
                    <a:pt x="736188" y="491988"/>
                  </a:lnTo>
                  <a:lnTo>
                    <a:pt x="735116" y="492599"/>
                  </a:lnTo>
                  <a:lnTo>
                    <a:pt x="734045" y="493212"/>
                  </a:lnTo>
                  <a:lnTo>
                    <a:pt x="732973" y="493825"/>
                  </a:lnTo>
                  <a:lnTo>
                    <a:pt x="731901" y="494440"/>
                  </a:lnTo>
                  <a:lnTo>
                    <a:pt x="730830" y="495057"/>
                  </a:lnTo>
                  <a:lnTo>
                    <a:pt x="729758" y="495674"/>
                  </a:lnTo>
                  <a:lnTo>
                    <a:pt x="728687" y="496293"/>
                  </a:lnTo>
                  <a:lnTo>
                    <a:pt x="727615" y="496914"/>
                  </a:lnTo>
                  <a:lnTo>
                    <a:pt x="726543" y="497535"/>
                  </a:lnTo>
                  <a:lnTo>
                    <a:pt x="725472" y="498158"/>
                  </a:lnTo>
                  <a:lnTo>
                    <a:pt x="724400" y="498782"/>
                  </a:lnTo>
                  <a:lnTo>
                    <a:pt x="723329" y="499408"/>
                  </a:lnTo>
                  <a:lnTo>
                    <a:pt x="722257" y="500035"/>
                  </a:lnTo>
                  <a:lnTo>
                    <a:pt x="721185" y="500663"/>
                  </a:lnTo>
                  <a:lnTo>
                    <a:pt x="720114" y="501292"/>
                  </a:lnTo>
                  <a:lnTo>
                    <a:pt x="719042" y="501923"/>
                  </a:lnTo>
                  <a:lnTo>
                    <a:pt x="717971" y="502555"/>
                  </a:lnTo>
                  <a:lnTo>
                    <a:pt x="716899" y="503189"/>
                  </a:lnTo>
                  <a:lnTo>
                    <a:pt x="715827" y="503824"/>
                  </a:lnTo>
                  <a:lnTo>
                    <a:pt x="714756" y="504460"/>
                  </a:lnTo>
                  <a:lnTo>
                    <a:pt x="713684" y="505098"/>
                  </a:lnTo>
                  <a:lnTo>
                    <a:pt x="712613" y="505737"/>
                  </a:lnTo>
                  <a:lnTo>
                    <a:pt x="711541" y="506377"/>
                  </a:lnTo>
                  <a:lnTo>
                    <a:pt x="710469" y="507019"/>
                  </a:lnTo>
                  <a:lnTo>
                    <a:pt x="709398" y="507663"/>
                  </a:lnTo>
                  <a:lnTo>
                    <a:pt x="708326" y="508307"/>
                  </a:lnTo>
                  <a:lnTo>
                    <a:pt x="707255" y="508953"/>
                  </a:lnTo>
                  <a:lnTo>
                    <a:pt x="706183" y="509600"/>
                  </a:lnTo>
                  <a:lnTo>
                    <a:pt x="705112" y="510249"/>
                  </a:lnTo>
                  <a:lnTo>
                    <a:pt x="704040" y="510899"/>
                  </a:lnTo>
                  <a:lnTo>
                    <a:pt x="702968" y="511551"/>
                  </a:lnTo>
                  <a:lnTo>
                    <a:pt x="701897" y="512204"/>
                  </a:lnTo>
                  <a:lnTo>
                    <a:pt x="700825" y="512858"/>
                  </a:lnTo>
                  <a:lnTo>
                    <a:pt x="699754" y="513514"/>
                  </a:lnTo>
                  <a:lnTo>
                    <a:pt x="698682" y="514171"/>
                  </a:lnTo>
                  <a:lnTo>
                    <a:pt x="697610" y="514830"/>
                  </a:lnTo>
                  <a:lnTo>
                    <a:pt x="696539" y="515490"/>
                  </a:lnTo>
                  <a:lnTo>
                    <a:pt x="695467" y="516152"/>
                  </a:lnTo>
                  <a:lnTo>
                    <a:pt x="694396" y="516815"/>
                  </a:lnTo>
                  <a:lnTo>
                    <a:pt x="693324" y="517479"/>
                  </a:lnTo>
                  <a:lnTo>
                    <a:pt x="692252" y="518145"/>
                  </a:lnTo>
                  <a:lnTo>
                    <a:pt x="691181" y="518812"/>
                  </a:lnTo>
                  <a:lnTo>
                    <a:pt x="690109" y="519481"/>
                  </a:lnTo>
                  <a:lnTo>
                    <a:pt x="689038" y="520151"/>
                  </a:lnTo>
                  <a:lnTo>
                    <a:pt x="687966" y="520823"/>
                  </a:lnTo>
                  <a:lnTo>
                    <a:pt x="686894" y="521496"/>
                  </a:lnTo>
                  <a:lnTo>
                    <a:pt x="685823" y="522170"/>
                  </a:lnTo>
                  <a:lnTo>
                    <a:pt x="684751" y="522846"/>
                  </a:lnTo>
                  <a:lnTo>
                    <a:pt x="683680" y="523523"/>
                  </a:lnTo>
                  <a:lnTo>
                    <a:pt x="682608" y="524202"/>
                  </a:lnTo>
                  <a:lnTo>
                    <a:pt x="681536" y="524883"/>
                  </a:lnTo>
                  <a:lnTo>
                    <a:pt x="680465" y="525564"/>
                  </a:lnTo>
                  <a:lnTo>
                    <a:pt x="679393" y="526248"/>
                  </a:lnTo>
                  <a:lnTo>
                    <a:pt x="678322" y="526932"/>
                  </a:lnTo>
                  <a:lnTo>
                    <a:pt x="677250" y="527618"/>
                  </a:lnTo>
                  <a:lnTo>
                    <a:pt x="676178" y="528306"/>
                  </a:lnTo>
                  <a:lnTo>
                    <a:pt x="675107" y="528995"/>
                  </a:lnTo>
                  <a:lnTo>
                    <a:pt x="674035" y="529686"/>
                  </a:lnTo>
                  <a:lnTo>
                    <a:pt x="672964" y="530378"/>
                  </a:lnTo>
                  <a:lnTo>
                    <a:pt x="671892" y="531071"/>
                  </a:lnTo>
                  <a:lnTo>
                    <a:pt x="670820" y="531766"/>
                  </a:lnTo>
                  <a:lnTo>
                    <a:pt x="669749" y="532463"/>
                  </a:lnTo>
                  <a:lnTo>
                    <a:pt x="668677" y="533160"/>
                  </a:lnTo>
                  <a:lnTo>
                    <a:pt x="667606" y="533860"/>
                  </a:lnTo>
                  <a:lnTo>
                    <a:pt x="666534" y="534561"/>
                  </a:lnTo>
                  <a:lnTo>
                    <a:pt x="665462" y="535263"/>
                  </a:lnTo>
                  <a:lnTo>
                    <a:pt x="664391" y="535967"/>
                  </a:lnTo>
                  <a:lnTo>
                    <a:pt x="663319" y="536672"/>
                  </a:lnTo>
                  <a:lnTo>
                    <a:pt x="662248" y="537379"/>
                  </a:lnTo>
                  <a:lnTo>
                    <a:pt x="661176" y="538087"/>
                  </a:lnTo>
                  <a:lnTo>
                    <a:pt x="660104" y="538797"/>
                  </a:lnTo>
                  <a:lnTo>
                    <a:pt x="659033" y="539508"/>
                  </a:lnTo>
                  <a:lnTo>
                    <a:pt x="657961" y="540220"/>
                  </a:lnTo>
                  <a:lnTo>
                    <a:pt x="656890" y="540934"/>
                  </a:lnTo>
                  <a:lnTo>
                    <a:pt x="655818" y="541650"/>
                  </a:lnTo>
                  <a:lnTo>
                    <a:pt x="654746" y="542367"/>
                  </a:lnTo>
                  <a:lnTo>
                    <a:pt x="653675" y="543086"/>
                  </a:lnTo>
                  <a:lnTo>
                    <a:pt x="652603" y="543805"/>
                  </a:lnTo>
                  <a:lnTo>
                    <a:pt x="651532" y="544527"/>
                  </a:lnTo>
                  <a:lnTo>
                    <a:pt x="650460" y="545250"/>
                  </a:lnTo>
                  <a:lnTo>
                    <a:pt x="649388" y="545974"/>
                  </a:lnTo>
                  <a:lnTo>
                    <a:pt x="648317" y="546700"/>
                  </a:lnTo>
                  <a:lnTo>
                    <a:pt x="647245" y="547427"/>
                  </a:lnTo>
                  <a:lnTo>
                    <a:pt x="646174" y="548156"/>
                  </a:lnTo>
                  <a:lnTo>
                    <a:pt x="645102" y="548886"/>
                  </a:lnTo>
                  <a:lnTo>
                    <a:pt x="644030" y="549618"/>
                  </a:lnTo>
                  <a:lnTo>
                    <a:pt x="642959" y="550351"/>
                  </a:lnTo>
                  <a:lnTo>
                    <a:pt x="641887" y="551086"/>
                  </a:lnTo>
                  <a:lnTo>
                    <a:pt x="640816" y="551822"/>
                  </a:lnTo>
                  <a:lnTo>
                    <a:pt x="639744" y="552559"/>
                  </a:lnTo>
                  <a:lnTo>
                    <a:pt x="638672" y="553298"/>
                  </a:lnTo>
                  <a:lnTo>
                    <a:pt x="637601" y="554039"/>
                  </a:lnTo>
                  <a:lnTo>
                    <a:pt x="636529" y="554781"/>
                  </a:lnTo>
                  <a:lnTo>
                    <a:pt x="635458" y="555524"/>
                  </a:lnTo>
                  <a:lnTo>
                    <a:pt x="634386" y="556269"/>
                  </a:lnTo>
                  <a:lnTo>
                    <a:pt x="633314" y="557015"/>
                  </a:lnTo>
                  <a:lnTo>
                    <a:pt x="632243" y="557762"/>
                  </a:lnTo>
                  <a:lnTo>
                    <a:pt x="631171" y="558511"/>
                  </a:lnTo>
                  <a:lnTo>
                    <a:pt x="630100" y="559262"/>
                  </a:lnTo>
                  <a:lnTo>
                    <a:pt x="629028" y="560014"/>
                  </a:lnTo>
                  <a:lnTo>
                    <a:pt x="627956" y="560767"/>
                  </a:lnTo>
                  <a:lnTo>
                    <a:pt x="626885" y="561522"/>
                  </a:lnTo>
                  <a:lnTo>
                    <a:pt x="625813" y="562278"/>
                  </a:lnTo>
                  <a:lnTo>
                    <a:pt x="624742" y="563036"/>
                  </a:lnTo>
                  <a:lnTo>
                    <a:pt x="623670" y="563795"/>
                  </a:lnTo>
                  <a:lnTo>
                    <a:pt x="622598" y="564555"/>
                  </a:lnTo>
                  <a:lnTo>
                    <a:pt x="621527" y="565317"/>
                  </a:lnTo>
                  <a:lnTo>
                    <a:pt x="620455" y="566080"/>
                  </a:lnTo>
                  <a:lnTo>
                    <a:pt x="619384" y="566845"/>
                  </a:lnTo>
                  <a:lnTo>
                    <a:pt x="618312" y="567611"/>
                  </a:lnTo>
                  <a:lnTo>
                    <a:pt x="617240" y="568378"/>
                  </a:lnTo>
                  <a:lnTo>
                    <a:pt x="616169" y="569147"/>
                  </a:lnTo>
                  <a:lnTo>
                    <a:pt x="615097" y="569917"/>
                  </a:lnTo>
                  <a:lnTo>
                    <a:pt x="614026" y="570688"/>
                  </a:lnTo>
                  <a:lnTo>
                    <a:pt x="612954" y="571461"/>
                  </a:lnTo>
                  <a:lnTo>
                    <a:pt x="611882" y="572236"/>
                  </a:lnTo>
                  <a:lnTo>
                    <a:pt x="610811" y="573011"/>
                  </a:lnTo>
                  <a:lnTo>
                    <a:pt x="609739" y="573788"/>
                  </a:lnTo>
                  <a:lnTo>
                    <a:pt x="608668" y="574567"/>
                  </a:lnTo>
                  <a:lnTo>
                    <a:pt x="607596" y="575346"/>
                  </a:lnTo>
                  <a:lnTo>
                    <a:pt x="606524" y="576128"/>
                  </a:lnTo>
                  <a:lnTo>
                    <a:pt x="605453" y="576910"/>
                  </a:lnTo>
                  <a:lnTo>
                    <a:pt x="604381" y="577694"/>
                  </a:lnTo>
                  <a:lnTo>
                    <a:pt x="603310" y="578479"/>
                  </a:lnTo>
                  <a:lnTo>
                    <a:pt x="602238" y="579265"/>
                  </a:lnTo>
                  <a:lnTo>
                    <a:pt x="601166" y="580053"/>
                  </a:lnTo>
                  <a:lnTo>
                    <a:pt x="600095" y="580842"/>
                  </a:lnTo>
                  <a:lnTo>
                    <a:pt x="599023" y="581632"/>
                  </a:lnTo>
                  <a:lnTo>
                    <a:pt x="597952" y="582424"/>
                  </a:lnTo>
                  <a:lnTo>
                    <a:pt x="596880" y="583217"/>
                  </a:lnTo>
                  <a:lnTo>
                    <a:pt x="595808" y="584011"/>
                  </a:lnTo>
                  <a:lnTo>
                    <a:pt x="594737" y="584807"/>
                  </a:lnTo>
                  <a:lnTo>
                    <a:pt x="593665" y="585604"/>
                  </a:lnTo>
                  <a:lnTo>
                    <a:pt x="592594" y="586402"/>
                  </a:lnTo>
                  <a:lnTo>
                    <a:pt x="591522" y="587201"/>
                  </a:lnTo>
                  <a:lnTo>
                    <a:pt x="590450" y="588002"/>
                  </a:lnTo>
                  <a:lnTo>
                    <a:pt x="589379" y="588804"/>
                  </a:lnTo>
                  <a:lnTo>
                    <a:pt x="588307" y="589607"/>
                  </a:lnTo>
                  <a:lnTo>
                    <a:pt x="587236" y="590411"/>
                  </a:lnTo>
                  <a:lnTo>
                    <a:pt x="586164" y="591217"/>
                  </a:lnTo>
                  <a:lnTo>
                    <a:pt x="585092" y="592024"/>
                  </a:lnTo>
                  <a:lnTo>
                    <a:pt x="584021" y="592832"/>
                  </a:lnTo>
                  <a:lnTo>
                    <a:pt x="582949" y="593641"/>
                  </a:lnTo>
                  <a:lnTo>
                    <a:pt x="581878" y="594451"/>
                  </a:lnTo>
                  <a:lnTo>
                    <a:pt x="580806" y="595263"/>
                  </a:lnTo>
                  <a:lnTo>
                    <a:pt x="579734" y="596076"/>
                  </a:lnTo>
                  <a:lnTo>
                    <a:pt x="578663" y="596890"/>
                  </a:lnTo>
                  <a:lnTo>
                    <a:pt x="577591" y="597706"/>
                  </a:lnTo>
                  <a:lnTo>
                    <a:pt x="576520" y="598522"/>
                  </a:lnTo>
                  <a:lnTo>
                    <a:pt x="575448" y="599340"/>
                  </a:lnTo>
                  <a:lnTo>
                    <a:pt x="574376" y="600158"/>
                  </a:lnTo>
                  <a:lnTo>
                    <a:pt x="573305" y="600978"/>
                  </a:lnTo>
                  <a:lnTo>
                    <a:pt x="572233" y="601800"/>
                  </a:lnTo>
                  <a:lnTo>
                    <a:pt x="571162" y="602622"/>
                  </a:lnTo>
                  <a:lnTo>
                    <a:pt x="570090" y="603445"/>
                  </a:lnTo>
                  <a:lnTo>
                    <a:pt x="569018" y="604270"/>
                  </a:lnTo>
                  <a:lnTo>
                    <a:pt x="567947" y="605095"/>
                  </a:lnTo>
                  <a:lnTo>
                    <a:pt x="566875" y="605922"/>
                  </a:lnTo>
                  <a:lnTo>
                    <a:pt x="565804" y="606750"/>
                  </a:lnTo>
                  <a:lnTo>
                    <a:pt x="564732" y="607579"/>
                  </a:lnTo>
                  <a:lnTo>
                    <a:pt x="563660" y="608409"/>
                  </a:lnTo>
                  <a:lnTo>
                    <a:pt x="562589" y="609240"/>
                  </a:lnTo>
                  <a:lnTo>
                    <a:pt x="561517" y="610072"/>
                  </a:lnTo>
                  <a:lnTo>
                    <a:pt x="560446" y="610906"/>
                  </a:lnTo>
                  <a:lnTo>
                    <a:pt x="559374" y="611740"/>
                  </a:lnTo>
                  <a:lnTo>
                    <a:pt x="558302" y="612575"/>
                  </a:lnTo>
                  <a:lnTo>
                    <a:pt x="557231" y="613412"/>
                  </a:lnTo>
                  <a:lnTo>
                    <a:pt x="556159" y="614249"/>
                  </a:lnTo>
                  <a:lnTo>
                    <a:pt x="555088" y="615088"/>
                  </a:lnTo>
                  <a:lnTo>
                    <a:pt x="554016" y="615927"/>
                  </a:lnTo>
                  <a:lnTo>
                    <a:pt x="552944" y="616767"/>
                  </a:lnTo>
                  <a:lnTo>
                    <a:pt x="551873" y="617609"/>
                  </a:lnTo>
                  <a:lnTo>
                    <a:pt x="550801" y="618451"/>
                  </a:lnTo>
                  <a:lnTo>
                    <a:pt x="549730" y="619295"/>
                  </a:lnTo>
                  <a:lnTo>
                    <a:pt x="548658" y="620139"/>
                  </a:lnTo>
                  <a:lnTo>
                    <a:pt x="547586" y="620985"/>
                  </a:lnTo>
                  <a:lnTo>
                    <a:pt x="546515" y="621831"/>
                  </a:lnTo>
                  <a:lnTo>
                    <a:pt x="545443" y="622678"/>
                  </a:lnTo>
                  <a:lnTo>
                    <a:pt x="544372" y="623526"/>
                  </a:lnTo>
                  <a:lnTo>
                    <a:pt x="543300" y="624376"/>
                  </a:lnTo>
                  <a:lnTo>
                    <a:pt x="542228" y="625226"/>
                  </a:lnTo>
                  <a:lnTo>
                    <a:pt x="541157" y="626077"/>
                  </a:lnTo>
                  <a:lnTo>
                    <a:pt x="540085" y="626928"/>
                  </a:lnTo>
                  <a:lnTo>
                    <a:pt x="539014" y="627781"/>
                  </a:lnTo>
                  <a:lnTo>
                    <a:pt x="537942" y="628635"/>
                  </a:lnTo>
                  <a:lnTo>
                    <a:pt x="536870" y="629489"/>
                  </a:lnTo>
                  <a:lnTo>
                    <a:pt x="535799" y="630345"/>
                  </a:lnTo>
                  <a:lnTo>
                    <a:pt x="534727" y="631201"/>
                  </a:lnTo>
                  <a:lnTo>
                    <a:pt x="533656" y="632058"/>
                  </a:lnTo>
                  <a:lnTo>
                    <a:pt x="532584" y="632916"/>
                  </a:lnTo>
                  <a:lnTo>
                    <a:pt x="531513" y="633774"/>
                  </a:lnTo>
                  <a:lnTo>
                    <a:pt x="530441" y="634634"/>
                  </a:lnTo>
                  <a:lnTo>
                    <a:pt x="529369" y="635494"/>
                  </a:lnTo>
                  <a:lnTo>
                    <a:pt x="528298" y="636355"/>
                  </a:lnTo>
                  <a:lnTo>
                    <a:pt x="527226" y="637217"/>
                  </a:lnTo>
                  <a:lnTo>
                    <a:pt x="526155" y="638080"/>
                  </a:lnTo>
                  <a:lnTo>
                    <a:pt x="525083" y="638943"/>
                  </a:lnTo>
                  <a:lnTo>
                    <a:pt x="524011" y="639808"/>
                  </a:lnTo>
                  <a:lnTo>
                    <a:pt x="522940" y="640673"/>
                  </a:lnTo>
                  <a:lnTo>
                    <a:pt x="521868" y="641538"/>
                  </a:lnTo>
                  <a:lnTo>
                    <a:pt x="520797" y="642405"/>
                  </a:lnTo>
                  <a:lnTo>
                    <a:pt x="519725" y="643272"/>
                  </a:lnTo>
                  <a:lnTo>
                    <a:pt x="518653" y="644140"/>
                  </a:lnTo>
                  <a:lnTo>
                    <a:pt x="517582" y="645008"/>
                  </a:lnTo>
                  <a:lnTo>
                    <a:pt x="516510" y="645877"/>
                  </a:lnTo>
                  <a:lnTo>
                    <a:pt x="515439" y="646747"/>
                  </a:lnTo>
                  <a:lnTo>
                    <a:pt x="514367" y="647618"/>
                  </a:lnTo>
                  <a:lnTo>
                    <a:pt x="513295" y="648489"/>
                  </a:lnTo>
                  <a:lnTo>
                    <a:pt x="512224" y="649361"/>
                  </a:lnTo>
                  <a:lnTo>
                    <a:pt x="511152" y="650234"/>
                  </a:lnTo>
                  <a:lnTo>
                    <a:pt x="510081" y="651107"/>
                  </a:lnTo>
                  <a:lnTo>
                    <a:pt x="509009" y="651980"/>
                  </a:lnTo>
                  <a:lnTo>
                    <a:pt x="507937" y="652855"/>
                  </a:lnTo>
                  <a:lnTo>
                    <a:pt x="506866" y="653730"/>
                  </a:lnTo>
                  <a:lnTo>
                    <a:pt x="505794" y="654605"/>
                  </a:lnTo>
                  <a:lnTo>
                    <a:pt x="504723" y="655481"/>
                  </a:lnTo>
                  <a:lnTo>
                    <a:pt x="503651" y="656358"/>
                  </a:lnTo>
                  <a:lnTo>
                    <a:pt x="502579" y="657235"/>
                  </a:lnTo>
                  <a:lnTo>
                    <a:pt x="501508" y="658113"/>
                  </a:lnTo>
                  <a:lnTo>
                    <a:pt x="500436" y="658991"/>
                  </a:lnTo>
                  <a:lnTo>
                    <a:pt x="499365" y="659870"/>
                  </a:lnTo>
                  <a:lnTo>
                    <a:pt x="498293" y="660750"/>
                  </a:lnTo>
                  <a:lnTo>
                    <a:pt x="497221" y="661629"/>
                  </a:lnTo>
                  <a:lnTo>
                    <a:pt x="496150" y="662510"/>
                  </a:lnTo>
                  <a:lnTo>
                    <a:pt x="495078" y="663391"/>
                  </a:lnTo>
                  <a:lnTo>
                    <a:pt x="494007" y="664272"/>
                  </a:lnTo>
                  <a:lnTo>
                    <a:pt x="492935" y="665154"/>
                  </a:lnTo>
                  <a:lnTo>
                    <a:pt x="491863" y="666036"/>
                  </a:lnTo>
                  <a:lnTo>
                    <a:pt x="490792" y="666919"/>
                  </a:lnTo>
                  <a:lnTo>
                    <a:pt x="489720" y="667802"/>
                  </a:lnTo>
                  <a:lnTo>
                    <a:pt x="488649" y="668685"/>
                  </a:lnTo>
                  <a:lnTo>
                    <a:pt x="487577" y="669569"/>
                  </a:lnTo>
                  <a:lnTo>
                    <a:pt x="486505" y="670453"/>
                  </a:lnTo>
                  <a:lnTo>
                    <a:pt x="485434" y="671338"/>
                  </a:lnTo>
                  <a:lnTo>
                    <a:pt x="484362" y="672223"/>
                  </a:lnTo>
                  <a:lnTo>
                    <a:pt x="483291" y="673109"/>
                  </a:lnTo>
                  <a:lnTo>
                    <a:pt x="482219" y="673994"/>
                  </a:lnTo>
                  <a:lnTo>
                    <a:pt x="481147" y="674880"/>
                  </a:lnTo>
                  <a:lnTo>
                    <a:pt x="480076" y="675767"/>
                  </a:lnTo>
                  <a:lnTo>
                    <a:pt x="479004" y="676654"/>
                  </a:lnTo>
                  <a:lnTo>
                    <a:pt x="477933" y="677541"/>
                  </a:lnTo>
                  <a:lnTo>
                    <a:pt x="476861" y="678428"/>
                  </a:lnTo>
                  <a:lnTo>
                    <a:pt x="475789" y="679316"/>
                  </a:lnTo>
                  <a:lnTo>
                    <a:pt x="474718" y="680204"/>
                  </a:lnTo>
                  <a:lnTo>
                    <a:pt x="473646" y="681092"/>
                  </a:lnTo>
                  <a:lnTo>
                    <a:pt x="472575" y="681981"/>
                  </a:lnTo>
                  <a:lnTo>
                    <a:pt x="471503" y="682870"/>
                  </a:lnTo>
                  <a:lnTo>
                    <a:pt x="470431" y="683759"/>
                  </a:lnTo>
                  <a:lnTo>
                    <a:pt x="469360" y="684648"/>
                  </a:lnTo>
                  <a:lnTo>
                    <a:pt x="468288" y="685537"/>
                  </a:lnTo>
                  <a:lnTo>
                    <a:pt x="467217" y="686427"/>
                  </a:lnTo>
                  <a:lnTo>
                    <a:pt x="466145" y="687317"/>
                  </a:lnTo>
                  <a:lnTo>
                    <a:pt x="465073" y="688207"/>
                  </a:lnTo>
                  <a:lnTo>
                    <a:pt x="464002" y="689097"/>
                  </a:lnTo>
                  <a:lnTo>
                    <a:pt x="462930" y="689988"/>
                  </a:lnTo>
                  <a:lnTo>
                    <a:pt x="461859" y="690878"/>
                  </a:lnTo>
                  <a:lnTo>
                    <a:pt x="460787" y="691769"/>
                  </a:lnTo>
                  <a:lnTo>
                    <a:pt x="459715" y="692660"/>
                  </a:lnTo>
                  <a:lnTo>
                    <a:pt x="458644" y="693551"/>
                  </a:lnTo>
                  <a:lnTo>
                    <a:pt x="457572" y="694442"/>
                  </a:lnTo>
                  <a:lnTo>
                    <a:pt x="456501" y="695333"/>
                  </a:lnTo>
                  <a:lnTo>
                    <a:pt x="455429" y="696224"/>
                  </a:lnTo>
                  <a:lnTo>
                    <a:pt x="454357" y="697116"/>
                  </a:lnTo>
                  <a:lnTo>
                    <a:pt x="453286" y="698007"/>
                  </a:lnTo>
                  <a:lnTo>
                    <a:pt x="452214" y="698899"/>
                  </a:lnTo>
                  <a:lnTo>
                    <a:pt x="451143" y="699790"/>
                  </a:lnTo>
                  <a:lnTo>
                    <a:pt x="450071" y="700682"/>
                  </a:lnTo>
                  <a:lnTo>
                    <a:pt x="448999" y="701574"/>
                  </a:lnTo>
                  <a:lnTo>
                    <a:pt x="447928" y="702465"/>
                  </a:lnTo>
                  <a:lnTo>
                    <a:pt x="446856" y="703357"/>
                  </a:lnTo>
                  <a:lnTo>
                    <a:pt x="445785" y="704249"/>
                  </a:lnTo>
                  <a:lnTo>
                    <a:pt x="444713" y="705140"/>
                  </a:lnTo>
                  <a:lnTo>
                    <a:pt x="443641" y="706032"/>
                  </a:lnTo>
                  <a:lnTo>
                    <a:pt x="442570" y="706924"/>
                  </a:lnTo>
                  <a:lnTo>
                    <a:pt x="441498" y="707815"/>
                  </a:lnTo>
                  <a:lnTo>
                    <a:pt x="440427" y="708707"/>
                  </a:lnTo>
                  <a:lnTo>
                    <a:pt x="439355" y="709598"/>
                  </a:lnTo>
                  <a:lnTo>
                    <a:pt x="438283" y="710490"/>
                  </a:lnTo>
                  <a:lnTo>
                    <a:pt x="437212" y="711381"/>
                  </a:lnTo>
                  <a:lnTo>
                    <a:pt x="436140" y="712272"/>
                  </a:lnTo>
                  <a:lnTo>
                    <a:pt x="435069" y="713163"/>
                  </a:lnTo>
                  <a:lnTo>
                    <a:pt x="433997" y="714054"/>
                  </a:lnTo>
                  <a:lnTo>
                    <a:pt x="432925" y="714945"/>
                  </a:lnTo>
                  <a:lnTo>
                    <a:pt x="431854" y="715836"/>
                  </a:lnTo>
                  <a:lnTo>
                    <a:pt x="430782" y="716727"/>
                  </a:lnTo>
                  <a:lnTo>
                    <a:pt x="429711" y="717617"/>
                  </a:lnTo>
                  <a:lnTo>
                    <a:pt x="428639" y="718508"/>
                  </a:lnTo>
                  <a:lnTo>
                    <a:pt x="427567" y="719398"/>
                  </a:lnTo>
                  <a:lnTo>
                    <a:pt x="426496" y="720288"/>
                  </a:lnTo>
                  <a:lnTo>
                    <a:pt x="425424" y="721178"/>
                  </a:lnTo>
                  <a:lnTo>
                    <a:pt x="424353" y="722067"/>
                  </a:lnTo>
                  <a:lnTo>
                    <a:pt x="423281" y="722957"/>
                  </a:lnTo>
                  <a:lnTo>
                    <a:pt x="422209" y="723846"/>
                  </a:lnTo>
                  <a:lnTo>
                    <a:pt x="421138" y="724735"/>
                  </a:lnTo>
                  <a:lnTo>
                    <a:pt x="420066" y="725623"/>
                  </a:lnTo>
                  <a:lnTo>
                    <a:pt x="418995" y="726512"/>
                  </a:lnTo>
                  <a:lnTo>
                    <a:pt x="417923" y="727400"/>
                  </a:lnTo>
                  <a:lnTo>
                    <a:pt x="416851" y="728288"/>
                  </a:lnTo>
                  <a:lnTo>
                    <a:pt x="415780" y="729176"/>
                  </a:lnTo>
                  <a:lnTo>
                    <a:pt x="414708" y="730063"/>
                  </a:lnTo>
                  <a:lnTo>
                    <a:pt x="413637" y="730950"/>
                  </a:lnTo>
                  <a:lnTo>
                    <a:pt x="412565" y="731837"/>
                  </a:lnTo>
                  <a:lnTo>
                    <a:pt x="411493" y="732724"/>
                  </a:lnTo>
                  <a:lnTo>
                    <a:pt x="410422" y="733610"/>
                  </a:lnTo>
                  <a:lnTo>
                    <a:pt x="409350" y="734496"/>
                  </a:lnTo>
                  <a:lnTo>
                    <a:pt x="408279" y="735381"/>
                  </a:lnTo>
                  <a:lnTo>
                    <a:pt x="407207" y="736266"/>
                  </a:lnTo>
                  <a:lnTo>
                    <a:pt x="406135" y="737151"/>
                  </a:lnTo>
                  <a:lnTo>
                    <a:pt x="405064" y="738035"/>
                  </a:lnTo>
                  <a:lnTo>
                    <a:pt x="403992" y="738919"/>
                  </a:lnTo>
                  <a:lnTo>
                    <a:pt x="402921" y="739803"/>
                  </a:lnTo>
                  <a:lnTo>
                    <a:pt x="401849" y="740686"/>
                  </a:lnTo>
                  <a:lnTo>
                    <a:pt x="400777" y="741569"/>
                  </a:lnTo>
                  <a:lnTo>
                    <a:pt x="399706" y="742452"/>
                  </a:lnTo>
                  <a:lnTo>
                    <a:pt x="398634" y="743334"/>
                  </a:lnTo>
                  <a:lnTo>
                    <a:pt x="397563" y="744215"/>
                  </a:lnTo>
                  <a:lnTo>
                    <a:pt x="396491" y="745096"/>
                  </a:lnTo>
                  <a:lnTo>
                    <a:pt x="395419" y="745977"/>
                  </a:lnTo>
                  <a:lnTo>
                    <a:pt x="394348" y="746857"/>
                  </a:lnTo>
                  <a:lnTo>
                    <a:pt x="393276" y="747737"/>
                  </a:lnTo>
                  <a:lnTo>
                    <a:pt x="392205" y="748617"/>
                  </a:lnTo>
                  <a:lnTo>
                    <a:pt x="391133" y="749495"/>
                  </a:lnTo>
                  <a:lnTo>
                    <a:pt x="390061" y="750374"/>
                  </a:lnTo>
                  <a:lnTo>
                    <a:pt x="388990" y="751252"/>
                  </a:lnTo>
                  <a:lnTo>
                    <a:pt x="387918" y="752129"/>
                  </a:lnTo>
                  <a:lnTo>
                    <a:pt x="386847" y="753006"/>
                  </a:lnTo>
                  <a:lnTo>
                    <a:pt x="385775" y="753883"/>
                  </a:lnTo>
                  <a:lnTo>
                    <a:pt x="384703" y="754759"/>
                  </a:lnTo>
                  <a:lnTo>
                    <a:pt x="383632" y="755634"/>
                  </a:lnTo>
                  <a:lnTo>
                    <a:pt x="382560" y="756509"/>
                  </a:lnTo>
                  <a:lnTo>
                    <a:pt x="381489" y="757384"/>
                  </a:lnTo>
                  <a:lnTo>
                    <a:pt x="380417" y="758257"/>
                  </a:lnTo>
                  <a:lnTo>
                    <a:pt x="379345" y="759131"/>
                  </a:lnTo>
                  <a:lnTo>
                    <a:pt x="378274" y="760004"/>
                  </a:lnTo>
                  <a:lnTo>
                    <a:pt x="377202" y="760876"/>
                  </a:lnTo>
                  <a:lnTo>
                    <a:pt x="376131" y="761748"/>
                  </a:lnTo>
                  <a:lnTo>
                    <a:pt x="375059" y="762619"/>
                  </a:lnTo>
                  <a:lnTo>
                    <a:pt x="373987" y="763490"/>
                  </a:lnTo>
                  <a:lnTo>
                    <a:pt x="372916" y="764360"/>
                  </a:lnTo>
                  <a:lnTo>
                    <a:pt x="371844" y="765229"/>
                  </a:lnTo>
                  <a:lnTo>
                    <a:pt x="370773" y="766098"/>
                  </a:lnTo>
                  <a:lnTo>
                    <a:pt x="369701" y="766967"/>
                  </a:lnTo>
                  <a:lnTo>
                    <a:pt x="368629" y="767835"/>
                  </a:lnTo>
                  <a:lnTo>
                    <a:pt x="367558" y="768702"/>
                  </a:lnTo>
                  <a:lnTo>
                    <a:pt x="366486" y="769569"/>
                  </a:lnTo>
                  <a:lnTo>
                    <a:pt x="365415" y="770435"/>
                  </a:lnTo>
                  <a:lnTo>
                    <a:pt x="364343" y="771300"/>
                  </a:lnTo>
                  <a:lnTo>
                    <a:pt x="363271" y="772165"/>
                  </a:lnTo>
                  <a:lnTo>
                    <a:pt x="362200" y="773029"/>
                  </a:lnTo>
                  <a:lnTo>
                    <a:pt x="361128" y="773893"/>
                  </a:lnTo>
                  <a:lnTo>
                    <a:pt x="360057" y="774756"/>
                  </a:lnTo>
                  <a:lnTo>
                    <a:pt x="358985" y="775618"/>
                  </a:lnTo>
                  <a:lnTo>
                    <a:pt x="357913" y="776480"/>
                  </a:lnTo>
                  <a:lnTo>
                    <a:pt x="356842" y="777341"/>
                  </a:lnTo>
                  <a:lnTo>
                    <a:pt x="355770" y="778202"/>
                  </a:lnTo>
                  <a:lnTo>
                    <a:pt x="354699" y="779062"/>
                  </a:lnTo>
                  <a:lnTo>
                    <a:pt x="353627" y="779921"/>
                  </a:lnTo>
                  <a:lnTo>
                    <a:pt x="352556" y="780780"/>
                  </a:lnTo>
                  <a:lnTo>
                    <a:pt x="351484" y="781638"/>
                  </a:lnTo>
                  <a:lnTo>
                    <a:pt x="350412" y="782495"/>
                  </a:lnTo>
                  <a:lnTo>
                    <a:pt x="349341" y="783352"/>
                  </a:lnTo>
                  <a:lnTo>
                    <a:pt x="348269" y="784208"/>
                  </a:lnTo>
                  <a:lnTo>
                    <a:pt x="347198" y="785063"/>
                  </a:lnTo>
                  <a:lnTo>
                    <a:pt x="346126" y="785918"/>
                  </a:lnTo>
                  <a:lnTo>
                    <a:pt x="345054" y="786772"/>
                  </a:lnTo>
                  <a:lnTo>
                    <a:pt x="343983" y="787625"/>
                  </a:lnTo>
                  <a:lnTo>
                    <a:pt x="342911" y="788477"/>
                  </a:lnTo>
                  <a:lnTo>
                    <a:pt x="341840" y="789329"/>
                  </a:lnTo>
                  <a:lnTo>
                    <a:pt x="340768" y="790181"/>
                  </a:lnTo>
                  <a:lnTo>
                    <a:pt x="339696" y="791031"/>
                  </a:lnTo>
                  <a:lnTo>
                    <a:pt x="338625" y="791881"/>
                  </a:lnTo>
                  <a:lnTo>
                    <a:pt x="337553" y="792730"/>
                  </a:lnTo>
                  <a:lnTo>
                    <a:pt x="336482" y="793578"/>
                  </a:lnTo>
                  <a:lnTo>
                    <a:pt x="335410" y="794426"/>
                  </a:lnTo>
                  <a:lnTo>
                    <a:pt x="334338" y="795273"/>
                  </a:lnTo>
                  <a:lnTo>
                    <a:pt x="333267" y="796119"/>
                  </a:lnTo>
                  <a:lnTo>
                    <a:pt x="332195" y="796965"/>
                  </a:lnTo>
                  <a:lnTo>
                    <a:pt x="331124" y="797810"/>
                  </a:lnTo>
                  <a:lnTo>
                    <a:pt x="330052" y="798654"/>
                  </a:lnTo>
                  <a:lnTo>
                    <a:pt x="328980" y="799497"/>
                  </a:lnTo>
                  <a:lnTo>
                    <a:pt x="327909" y="800340"/>
                  </a:lnTo>
                  <a:lnTo>
                    <a:pt x="326837" y="801182"/>
                  </a:lnTo>
                  <a:lnTo>
                    <a:pt x="325766" y="802023"/>
                  </a:lnTo>
                  <a:lnTo>
                    <a:pt x="324694" y="802863"/>
                  </a:lnTo>
                  <a:lnTo>
                    <a:pt x="323622" y="803703"/>
                  </a:lnTo>
                  <a:lnTo>
                    <a:pt x="322551" y="804542"/>
                  </a:lnTo>
                  <a:lnTo>
                    <a:pt x="321479" y="805380"/>
                  </a:lnTo>
                  <a:lnTo>
                    <a:pt x="320408" y="806217"/>
                  </a:lnTo>
                  <a:lnTo>
                    <a:pt x="319336" y="807054"/>
                  </a:lnTo>
                  <a:lnTo>
                    <a:pt x="318264" y="807890"/>
                  </a:lnTo>
                  <a:lnTo>
                    <a:pt x="317193" y="808725"/>
                  </a:lnTo>
                  <a:lnTo>
                    <a:pt x="316121" y="809559"/>
                  </a:lnTo>
                  <a:lnTo>
                    <a:pt x="315050" y="810393"/>
                  </a:lnTo>
                  <a:lnTo>
                    <a:pt x="313978" y="811225"/>
                  </a:lnTo>
                  <a:lnTo>
                    <a:pt x="312906" y="812057"/>
                  </a:lnTo>
                  <a:lnTo>
                    <a:pt x="311835" y="812888"/>
                  </a:lnTo>
                  <a:lnTo>
                    <a:pt x="310763" y="813719"/>
                  </a:lnTo>
                  <a:lnTo>
                    <a:pt x="309692" y="814548"/>
                  </a:lnTo>
                  <a:lnTo>
                    <a:pt x="308620" y="815377"/>
                  </a:lnTo>
                  <a:lnTo>
                    <a:pt x="307548" y="816205"/>
                  </a:lnTo>
                  <a:lnTo>
                    <a:pt x="306477" y="817032"/>
                  </a:lnTo>
                  <a:lnTo>
                    <a:pt x="305405" y="817859"/>
                  </a:lnTo>
                  <a:lnTo>
                    <a:pt x="304334" y="818684"/>
                  </a:lnTo>
                  <a:lnTo>
                    <a:pt x="303262" y="819509"/>
                  </a:lnTo>
                  <a:lnTo>
                    <a:pt x="302190" y="820333"/>
                  </a:lnTo>
                  <a:lnTo>
                    <a:pt x="301119" y="821156"/>
                  </a:lnTo>
                  <a:lnTo>
                    <a:pt x="300047" y="821979"/>
                  </a:lnTo>
                  <a:lnTo>
                    <a:pt x="298976" y="822800"/>
                  </a:lnTo>
                  <a:lnTo>
                    <a:pt x="297904" y="823621"/>
                  </a:lnTo>
                  <a:lnTo>
                    <a:pt x="296832" y="824441"/>
                  </a:lnTo>
                  <a:lnTo>
                    <a:pt x="295761" y="825260"/>
                  </a:lnTo>
                  <a:lnTo>
                    <a:pt x="294689" y="826078"/>
                  </a:lnTo>
                  <a:lnTo>
                    <a:pt x="293618" y="826896"/>
                  </a:lnTo>
                  <a:lnTo>
                    <a:pt x="292546" y="827712"/>
                  </a:lnTo>
                  <a:lnTo>
                    <a:pt x="291474" y="828528"/>
                  </a:lnTo>
                  <a:lnTo>
                    <a:pt x="290403" y="829343"/>
                  </a:lnTo>
                  <a:lnTo>
                    <a:pt x="289331" y="830157"/>
                  </a:lnTo>
                  <a:lnTo>
                    <a:pt x="288260" y="830970"/>
                  </a:lnTo>
                  <a:lnTo>
                    <a:pt x="287188" y="831782"/>
                  </a:lnTo>
                  <a:lnTo>
                    <a:pt x="286116" y="832594"/>
                  </a:lnTo>
                  <a:lnTo>
                    <a:pt x="285045" y="833405"/>
                  </a:lnTo>
                  <a:lnTo>
                    <a:pt x="283973" y="834214"/>
                  </a:lnTo>
                  <a:lnTo>
                    <a:pt x="282902" y="835023"/>
                  </a:lnTo>
                  <a:lnTo>
                    <a:pt x="281830" y="835832"/>
                  </a:lnTo>
                  <a:lnTo>
                    <a:pt x="280758" y="836639"/>
                  </a:lnTo>
                  <a:lnTo>
                    <a:pt x="279687" y="837445"/>
                  </a:lnTo>
                  <a:lnTo>
                    <a:pt x="278615" y="838251"/>
                  </a:lnTo>
                  <a:lnTo>
                    <a:pt x="277544" y="839055"/>
                  </a:lnTo>
                  <a:lnTo>
                    <a:pt x="276472" y="839859"/>
                  </a:lnTo>
                  <a:lnTo>
                    <a:pt x="275400" y="840662"/>
                  </a:lnTo>
                  <a:lnTo>
                    <a:pt x="274329" y="841464"/>
                  </a:lnTo>
                  <a:lnTo>
                    <a:pt x="273257" y="842265"/>
                  </a:lnTo>
                  <a:lnTo>
                    <a:pt x="272186" y="843066"/>
                  </a:lnTo>
                  <a:lnTo>
                    <a:pt x="271114" y="843865"/>
                  </a:lnTo>
                  <a:lnTo>
                    <a:pt x="270042" y="844664"/>
                  </a:lnTo>
                  <a:lnTo>
                    <a:pt x="268971" y="845461"/>
                  </a:lnTo>
                  <a:lnTo>
                    <a:pt x="267899" y="846258"/>
                  </a:lnTo>
                  <a:lnTo>
                    <a:pt x="266828" y="847054"/>
                  </a:lnTo>
                  <a:lnTo>
                    <a:pt x="265756" y="847849"/>
                  </a:lnTo>
                  <a:lnTo>
                    <a:pt x="264684" y="848643"/>
                  </a:lnTo>
                  <a:lnTo>
                    <a:pt x="263613" y="849436"/>
                  </a:lnTo>
                  <a:lnTo>
                    <a:pt x="262541" y="850229"/>
                  </a:lnTo>
                  <a:lnTo>
                    <a:pt x="261470" y="851020"/>
                  </a:lnTo>
                  <a:lnTo>
                    <a:pt x="260398" y="851811"/>
                  </a:lnTo>
                  <a:lnTo>
                    <a:pt x="259326" y="852600"/>
                  </a:lnTo>
                  <a:lnTo>
                    <a:pt x="258255" y="853389"/>
                  </a:lnTo>
                  <a:lnTo>
                    <a:pt x="257183" y="854177"/>
                  </a:lnTo>
                  <a:lnTo>
                    <a:pt x="256112" y="854964"/>
                  </a:lnTo>
                  <a:lnTo>
                    <a:pt x="255040" y="855750"/>
                  </a:lnTo>
                  <a:lnTo>
                    <a:pt x="253968" y="856535"/>
                  </a:lnTo>
                  <a:lnTo>
                    <a:pt x="252897" y="857320"/>
                  </a:lnTo>
                  <a:lnTo>
                    <a:pt x="251825" y="858103"/>
                  </a:lnTo>
                  <a:lnTo>
                    <a:pt x="250754" y="858885"/>
                  </a:lnTo>
                  <a:lnTo>
                    <a:pt x="249682" y="859667"/>
                  </a:lnTo>
                  <a:lnTo>
                    <a:pt x="248610" y="860447"/>
                  </a:lnTo>
                  <a:lnTo>
                    <a:pt x="247539" y="861227"/>
                  </a:lnTo>
                  <a:lnTo>
                    <a:pt x="246467" y="862006"/>
                  </a:lnTo>
                  <a:lnTo>
                    <a:pt x="245396" y="862784"/>
                  </a:lnTo>
                  <a:lnTo>
                    <a:pt x="244324" y="863561"/>
                  </a:lnTo>
                  <a:lnTo>
                    <a:pt x="243252" y="864337"/>
                  </a:lnTo>
                  <a:lnTo>
                    <a:pt x="242181" y="865112"/>
                  </a:lnTo>
                  <a:lnTo>
                    <a:pt x="241109" y="865886"/>
                  </a:lnTo>
                  <a:lnTo>
                    <a:pt x="240038" y="866659"/>
                  </a:lnTo>
                  <a:lnTo>
                    <a:pt x="238966" y="867432"/>
                  </a:lnTo>
                  <a:lnTo>
                    <a:pt x="237894" y="868203"/>
                  </a:lnTo>
                  <a:lnTo>
                    <a:pt x="236823" y="868974"/>
                  </a:lnTo>
                  <a:lnTo>
                    <a:pt x="235751" y="869743"/>
                  </a:lnTo>
                  <a:lnTo>
                    <a:pt x="234680" y="870512"/>
                  </a:lnTo>
                  <a:lnTo>
                    <a:pt x="233608" y="871280"/>
                  </a:lnTo>
                  <a:lnTo>
                    <a:pt x="232536" y="872046"/>
                  </a:lnTo>
                  <a:lnTo>
                    <a:pt x="231465" y="872812"/>
                  </a:lnTo>
                  <a:lnTo>
                    <a:pt x="230393" y="873577"/>
                  </a:lnTo>
                  <a:lnTo>
                    <a:pt x="229322" y="874341"/>
                  </a:lnTo>
                  <a:lnTo>
                    <a:pt x="228250" y="875104"/>
                  </a:lnTo>
                  <a:lnTo>
                    <a:pt x="227178" y="875866"/>
                  </a:lnTo>
                  <a:lnTo>
                    <a:pt x="226107" y="876628"/>
                  </a:lnTo>
                  <a:lnTo>
                    <a:pt x="225035" y="877388"/>
                  </a:lnTo>
                  <a:lnTo>
                    <a:pt x="223964" y="878147"/>
                  </a:lnTo>
                  <a:lnTo>
                    <a:pt x="222892" y="878906"/>
                  </a:lnTo>
                  <a:lnTo>
                    <a:pt x="221820" y="879663"/>
                  </a:lnTo>
                  <a:lnTo>
                    <a:pt x="220749" y="880419"/>
                  </a:lnTo>
                  <a:lnTo>
                    <a:pt x="219677" y="881175"/>
                  </a:lnTo>
                  <a:lnTo>
                    <a:pt x="218606" y="881930"/>
                  </a:lnTo>
                  <a:lnTo>
                    <a:pt x="217534" y="882683"/>
                  </a:lnTo>
                  <a:lnTo>
                    <a:pt x="216462" y="883436"/>
                  </a:lnTo>
                  <a:lnTo>
                    <a:pt x="215391" y="884188"/>
                  </a:lnTo>
                  <a:lnTo>
                    <a:pt x="214319" y="884939"/>
                  </a:lnTo>
                  <a:lnTo>
                    <a:pt x="213248" y="885688"/>
                  </a:lnTo>
                  <a:lnTo>
                    <a:pt x="212176" y="886437"/>
                  </a:lnTo>
                  <a:lnTo>
                    <a:pt x="211104" y="887185"/>
                  </a:lnTo>
                  <a:lnTo>
                    <a:pt x="210033" y="887932"/>
                  </a:lnTo>
                  <a:lnTo>
                    <a:pt x="208961" y="888678"/>
                  </a:lnTo>
                  <a:lnTo>
                    <a:pt x="207890" y="889424"/>
                  </a:lnTo>
                  <a:lnTo>
                    <a:pt x="206818" y="890168"/>
                  </a:lnTo>
                  <a:lnTo>
                    <a:pt x="205746" y="890911"/>
                  </a:lnTo>
                  <a:lnTo>
                    <a:pt x="204675" y="891653"/>
                  </a:lnTo>
                  <a:lnTo>
                    <a:pt x="203603" y="892395"/>
                  </a:lnTo>
                  <a:lnTo>
                    <a:pt x="202532" y="893135"/>
                  </a:lnTo>
                  <a:lnTo>
                    <a:pt x="201460" y="893874"/>
                  </a:lnTo>
                  <a:lnTo>
                    <a:pt x="200388" y="894613"/>
                  </a:lnTo>
                  <a:lnTo>
                    <a:pt x="199317" y="895350"/>
                  </a:lnTo>
                  <a:lnTo>
                    <a:pt x="198245" y="896087"/>
                  </a:lnTo>
                  <a:lnTo>
                    <a:pt x="197174" y="896822"/>
                  </a:lnTo>
                  <a:lnTo>
                    <a:pt x="196102" y="897557"/>
                  </a:lnTo>
                  <a:lnTo>
                    <a:pt x="195030" y="898291"/>
                  </a:lnTo>
                  <a:lnTo>
                    <a:pt x="193959" y="899023"/>
                  </a:lnTo>
                  <a:lnTo>
                    <a:pt x="192887" y="899755"/>
                  </a:lnTo>
                  <a:lnTo>
                    <a:pt x="191816" y="900486"/>
                  </a:lnTo>
                  <a:lnTo>
                    <a:pt x="190744" y="901216"/>
                  </a:lnTo>
                  <a:lnTo>
                    <a:pt x="189672" y="901944"/>
                  </a:lnTo>
                  <a:lnTo>
                    <a:pt x="188601" y="902672"/>
                  </a:lnTo>
                  <a:lnTo>
                    <a:pt x="187529" y="903399"/>
                  </a:lnTo>
                  <a:lnTo>
                    <a:pt x="186458" y="904125"/>
                  </a:lnTo>
                  <a:lnTo>
                    <a:pt x="185386" y="904850"/>
                  </a:lnTo>
                  <a:lnTo>
                    <a:pt x="184314" y="905574"/>
                  </a:lnTo>
                  <a:lnTo>
                    <a:pt x="183243" y="906297"/>
                  </a:lnTo>
                  <a:lnTo>
                    <a:pt x="182171" y="907020"/>
                  </a:lnTo>
                  <a:lnTo>
                    <a:pt x="181100" y="907741"/>
                  </a:lnTo>
                  <a:lnTo>
                    <a:pt x="180028" y="908461"/>
                  </a:lnTo>
                  <a:lnTo>
                    <a:pt x="178956" y="909180"/>
                  </a:lnTo>
                  <a:lnTo>
                    <a:pt x="177885" y="909898"/>
                  </a:lnTo>
                  <a:lnTo>
                    <a:pt x="176813" y="910616"/>
                  </a:lnTo>
                  <a:lnTo>
                    <a:pt x="175742" y="911332"/>
                  </a:lnTo>
                  <a:lnTo>
                    <a:pt x="174670" y="912047"/>
                  </a:lnTo>
                  <a:lnTo>
                    <a:pt x="173599" y="912762"/>
                  </a:lnTo>
                  <a:lnTo>
                    <a:pt x="172527" y="913475"/>
                  </a:lnTo>
                  <a:lnTo>
                    <a:pt x="171455" y="914188"/>
                  </a:lnTo>
                  <a:lnTo>
                    <a:pt x="170384" y="914899"/>
                  </a:lnTo>
                  <a:lnTo>
                    <a:pt x="169312" y="915610"/>
                  </a:lnTo>
                  <a:lnTo>
                    <a:pt x="168241" y="916319"/>
                  </a:lnTo>
                  <a:lnTo>
                    <a:pt x="167169" y="917028"/>
                  </a:lnTo>
                  <a:lnTo>
                    <a:pt x="166097" y="917736"/>
                  </a:lnTo>
                  <a:lnTo>
                    <a:pt x="165026" y="918442"/>
                  </a:lnTo>
                  <a:lnTo>
                    <a:pt x="163954" y="919148"/>
                  </a:lnTo>
                  <a:lnTo>
                    <a:pt x="162883" y="919853"/>
                  </a:lnTo>
                  <a:lnTo>
                    <a:pt x="161811" y="920556"/>
                  </a:lnTo>
                  <a:lnTo>
                    <a:pt x="160739" y="921259"/>
                  </a:lnTo>
                  <a:lnTo>
                    <a:pt x="159668" y="921961"/>
                  </a:lnTo>
                  <a:lnTo>
                    <a:pt x="158596" y="922662"/>
                  </a:lnTo>
                  <a:lnTo>
                    <a:pt x="157525" y="923362"/>
                  </a:lnTo>
                  <a:lnTo>
                    <a:pt x="156453" y="924061"/>
                  </a:lnTo>
                  <a:lnTo>
                    <a:pt x="155381" y="924759"/>
                  </a:lnTo>
                  <a:lnTo>
                    <a:pt x="154310" y="925456"/>
                  </a:lnTo>
                  <a:lnTo>
                    <a:pt x="153238" y="926152"/>
                  </a:lnTo>
                  <a:lnTo>
                    <a:pt x="152167" y="926847"/>
                  </a:lnTo>
                  <a:lnTo>
                    <a:pt x="151095" y="927541"/>
                  </a:lnTo>
                  <a:lnTo>
                    <a:pt x="150023" y="928234"/>
                  </a:lnTo>
                  <a:lnTo>
                    <a:pt x="148952" y="928926"/>
                  </a:lnTo>
                  <a:lnTo>
                    <a:pt x="147880" y="929617"/>
                  </a:lnTo>
                  <a:lnTo>
                    <a:pt x="146809" y="930307"/>
                  </a:lnTo>
                  <a:lnTo>
                    <a:pt x="145737" y="930997"/>
                  </a:lnTo>
                  <a:lnTo>
                    <a:pt x="144665" y="931685"/>
                  </a:lnTo>
                  <a:lnTo>
                    <a:pt x="143594" y="932372"/>
                  </a:lnTo>
                  <a:lnTo>
                    <a:pt x="142522" y="933059"/>
                  </a:lnTo>
                  <a:lnTo>
                    <a:pt x="141451" y="933744"/>
                  </a:lnTo>
                  <a:lnTo>
                    <a:pt x="140379" y="934428"/>
                  </a:lnTo>
                  <a:lnTo>
                    <a:pt x="139307" y="935112"/>
                  </a:lnTo>
                  <a:lnTo>
                    <a:pt x="138236" y="935794"/>
                  </a:lnTo>
                  <a:lnTo>
                    <a:pt x="137164" y="936476"/>
                  </a:lnTo>
                  <a:lnTo>
                    <a:pt x="136093" y="937156"/>
                  </a:lnTo>
                  <a:lnTo>
                    <a:pt x="135021" y="937836"/>
                  </a:lnTo>
                  <a:lnTo>
                    <a:pt x="133949" y="938515"/>
                  </a:lnTo>
                  <a:lnTo>
                    <a:pt x="132878" y="939192"/>
                  </a:lnTo>
                  <a:lnTo>
                    <a:pt x="131806" y="939869"/>
                  </a:lnTo>
                  <a:lnTo>
                    <a:pt x="130735" y="940545"/>
                  </a:lnTo>
                  <a:lnTo>
                    <a:pt x="129663" y="941219"/>
                  </a:lnTo>
                  <a:lnTo>
                    <a:pt x="128591" y="941893"/>
                  </a:lnTo>
                  <a:lnTo>
                    <a:pt x="127520" y="942566"/>
                  </a:lnTo>
                  <a:lnTo>
                    <a:pt x="126448" y="943238"/>
                  </a:lnTo>
                  <a:lnTo>
                    <a:pt x="125377" y="943909"/>
                  </a:lnTo>
                  <a:lnTo>
                    <a:pt x="124305" y="944579"/>
                  </a:lnTo>
                  <a:lnTo>
                    <a:pt x="123233" y="945247"/>
                  </a:lnTo>
                  <a:lnTo>
                    <a:pt x="122162" y="945915"/>
                  </a:lnTo>
                  <a:lnTo>
                    <a:pt x="121090" y="946582"/>
                  </a:lnTo>
                  <a:lnTo>
                    <a:pt x="120019" y="947249"/>
                  </a:lnTo>
                  <a:lnTo>
                    <a:pt x="118947" y="947914"/>
                  </a:lnTo>
                  <a:lnTo>
                    <a:pt x="117875" y="948578"/>
                  </a:lnTo>
                  <a:lnTo>
                    <a:pt x="116804" y="949241"/>
                  </a:lnTo>
                  <a:lnTo>
                    <a:pt x="115732" y="949903"/>
                  </a:lnTo>
                  <a:lnTo>
                    <a:pt x="114661" y="950564"/>
                  </a:lnTo>
                  <a:lnTo>
                    <a:pt x="113589" y="951225"/>
                  </a:lnTo>
                  <a:lnTo>
                    <a:pt x="112517" y="951884"/>
                  </a:lnTo>
                  <a:lnTo>
                    <a:pt x="111446" y="952542"/>
                  </a:lnTo>
                  <a:lnTo>
                    <a:pt x="110374" y="953200"/>
                  </a:lnTo>
                  <a:lnTo>
                    <a:pt x="109303" y="953856"/>
                  </a:lnTo>
                  <a:lnTo>
                    <a:pt x="108231" y="954512"/>
                  </a:lnTo>
                  <a:lnTo>
                    <a:pt x="107159" y="955166"/>
                  </a:lnTo>
                  <a:lnTo>
                    <a:pt x="106088" y="955820"/>
                  </a:lnTo>
                  <a:lnTo>
                    <a:pt x="105016" y="956472"/>
                  </a:lnTo>
                  <a:lnTo>
                    <a:pt x="103945" y="957124"/>
                  </a:lnTo>
                  <a:lnTo>
                    <a:pt x="102873" y="957775"/>
                  </a:lnTo>
                  <a:lnTo>
                    <a:pt x="101801" y="958424"/>
                  </a:lnTo>
                  <a:lnTo>
                    <a:pt x="100730" y="959073"/>
                  </a:lnTo>
                  <a:lnTo>
                    <a:pt x="99658" y="959721"/>
                  </a:lnTo>
                  <a:lnTo>
                    <a:pt x="98587" y="960368"/>
                  </a:lnTo>
                  <a:lnTo>
                    <a:pt x="97515" y="961014"/>
                  </a:lnTo>
                  <a:lnTo>
                    <a:pt x="96443" y="961659"/>
                  </a:lnTo>
                  <a:lnTo>
                    <a:pt x="95372" y="962303"/>
                  </a:lnTo>
                  <a:lnTo>
                    <a:pt x="94300" y="962946"/>
                  </a:lnTo>
                  <a:lnTo>
                    <a:pt x="93229" y="963588"/>
                  </a:lnTo>
                  <a:lnTo>
                    <a:pt x="92157" y="964229"/>
                  </a:lnTo>
                  <a:lnTo>
                    <a:pt x="91085" y="964869"/>
                  </a:lnTo>
                  <a:lnTo>
                    <a:pt x="90014" y="965508"/>
                  </a:lnTo>
                  <a:lnTo>
                    <a:pt x="88942" y="966147"/>
                  </a:lnTo>
                  <a:lnTo>
                    <a:pt x="87871" y="966784"/>
                  </a:lnTo>
                  <a:lnTo>
                    <a:pt x="86799" y="967420"/>
                  </a:lnTo>
                  <a:lnTo>
                    <a:pt x="85727" y="968056"/>
                  </a:lnTo>
                  <a:lnTo>
                    <a:pt x="84656" y="968690"/>
                  </a:lnTo>
                  <a:lnTo>
                    <a:pt x="83584" y="969324"/>
                  </a:lnTo>
                  <a:lnTo>
                    <a:pt x="82513" y="969956"/>
                  </a:lnTo>
                  <a:lnTo>
                    <a:pt x="81441" y="970588"/>
                  </a:lnTo>
                  <a:lnTo>
                    <a:pt x="80369" y="971219"/>
                  </a:lnTo>
                  <a:lnTo>
                    <a:pt x="79298" y="971848"/>
                  </a:lnTo>
                  <a:lnTo>
                    <a:pt x="78226" y="972477"/>
                  </a:lnTo>
                  <a:lnTo>
                    <a:pt x="77155" y="973105"/>
                  </a:lnTo>
                  <a:lnTo>
                    <a:pt x="76083" y="973732"/>
                  </a:lnTo>
                  <a:lnTo>
                    <a:pt x="75011" y="974358"/>
                  </a:lnTo>
                  <a:lnTo>
                    <a:pt x="73940" y="974983"/>
                  </a:lnTo>
                  <a:lnTo>
                    <a:pt x="72868" y="975607"/>
                  </a:lnTo>
                  <a:lnTo>
                    <a:pt x="71797" y="976230"/>
                  </a:lnTo>
                  <a:lnTo>
                    <a:pt x="70725" y="976852"/>
                  </a:lnTo>
                  <a:lnTo>
                    <a:pt x="69653" y="977473"/>
                  </a:lnTo>
                  <a:lnTo>
                    <a:pt x="68582" y="978094"/>
                  </a:lnTo>
                  <a:lnTo>
                    <a:pt x="67510" y="978713"/>
                  </a:lnTo>
                  <a:lnTo>
                    <a:pt x="66439" y="979331"/>
                  </a:lnTo>
                  <a:lnTo>
                    <a:pt x="65367" y="979949"/>
                  </a:lnTo>
                  <a:lnTo>
                    <a:pt x="64295" y="980565"/>
                  </a:lnTo>
                  <a:lnTo>
                    <a:pt x="63224" y="981181"/>
                  </a:lnTo>
                  <a:lnTo>
                    <a:pt x="62152" y="981796"/>
                  </a:lnTo>
                  <a:lnTo>
                    <a:pt x="61081" y="982409"/>
                  </a:lnTo>
                  <a:lnTo>
                    <a:pt x="60009" y="983022"/>
                  </a:lnTo>
                  <a:lnTo>
                    <a:pt x="58937" y="983634"/>
                  </a:lnTo>
                  <a:lnTo>
                    <a:pt x="57866" y="984245"/>
                  </a:lnTo>
                  <a:lnTo>
                    <a:pt x="56794" y="984855"/>
                  </a:lnTo>
                  <a:lnTo>
                    <a:pt x="55723" y="985464"/>
                  </a:lnTo>
                  <a:lnTo>
                    <a:pt x="54651" y="986072"/>
                  </a:lnTo>
                  <a:lnTo>
                    <a:pt x="53579" y="986679"/>
                  </a:lnTo>
                  <a:lnTo>
                    <a:pt x="52508" y="987286"/>
                  </a:lnTo>
                  <a:lnTo>
                    <a:pt x="51436" y="987891"/>
                  </a:lnTo>
                  <a:lnTo>
                    <a:pt x="50365" y="988495"/>
                  </a:lnTo>
                  <a:lnTo>
                    <a:pt x="49293" y="989099"/>
                  </a:lnTo>
                  <a:lnTo>
                    <a:pt x="48221" y="989701"/>
                  </a:lnTo>
                  <a:lnTo>
                    <a:pt x="47150" y="990303"/>
                  </a:lnTo>
                  <a:lnTo>
                    <a:pt x="46078" y="990904"/>
                  </a:lnTo>
                  <a:lnTo>
                    <a:pt x="45007" y="991503"/>
                  </a:lnTo>
                  <a:lnTo>
                    <a:pt x="43935" y="992102"/>
                  </a:lnTo>
                  <a:lnTo>
                    <a:pt x="42863" y="992700"/>
                  </a:lnTo>
                  <a:lnTo>
                    <a:pt x="41792" y="993297"/>
                  </a:lnTo>
                  <a:lnTo>
                    <a:pt x="40720" y="993893"/>
                  </a:lnTo>
                  <a:lnTo>
                    <a:pt x="39649" y="994488"/>
                  </a:lnTo>
                  <a:lnTo>
                    <a:pt x="38577" y="995082"/>
                  </a:lnTo>
                  <a:lnTo>
                    <a:pt x="37505" y="995676"/>
                  </a:lnTo>
                  <a:lnTo>
                    <a:pt x="36434" y="996268"/>
                  </a:lnTo>
                  <a:lnTo>
                    <a:pt x="35362" y="996859"/>
                  </a:lnTo>
                  <a:lnTo>
                    <a:pt x="34291" y="997450"/>
                  </a:lnTo>
                  <a:lnTo>
                    <a:pt x="33219" y="998040"/>
                  </a:lnTo>
                  <a:lnTo>
                    <a:pt x="32147" y="998628"/>
                  </a:lnTo>
                  <a:lnTo>
                    <a:pt x="31076" y="999216"/>
                  </a:lnTo>
                  <a:lnTo>
                    <a:pt x="30004" y="999803"/>
                  </a:lnTo>
                  <a:lnTo>
                    <a:pt x="28933" y="1000389"/>
                  </a:lnTo>
                  <a:lnTo>
                    <a:pt x="27861" y="1000974"/>
                  </a:lnTo>
                  <a:lnTo>
                    <a:pt x="26789" y="1001558"/>
                  </a:lnTo>
                  <a:lnTo>
                    <a:pt x="25718" y="1002141"/>
                  </a:lnTo>
                  <a:lnTo>
                    <a:pt x="24646" y="1002724"/>
                  </a:lnTo>
                  <a:lnTo>
                    <a:pt x="23575" y="1003305"/>
                  </a:lnTo>
                  <a:lnTo>
                    <a:pt x="22503" y="1003885"/>
                  </a:lnTo>
                  <a:lnTo>
                    <a:pt x="21431" y="1004465"/>
                  </a:lnTo>
                  <a:lnTo>
                    <a:pt x="20360" y="1005044"/>
                  </a:lnTo>
                  <a:lnTo>
                    <a:pt x="19288" y="1005621"/>
                  </a:lnTo>
                  <a:lnTo>
                    <a:pt x="18217" y="1006198"/>
                  </a:lnTo>
                  <a:lnTo>
                    <a:pt x="17145" y="1006774"/>
                  </a:lnTo>
                  <a:lnTo>
                    <a:pt x="16073" y="1007349"/>
                  </a:lnTo>
                  <a:lnTo>
                    <a:pt x="15002" y="1007923"/>
                  </a:lnTo>
                  <a:lnTo>
                    <a:pt x="13930" y="1008497"/>
                  </a:lnTo>
                  <a:lnTo>
                    <a:pt x="12859" y="1009069"/>
                  </a:lnTo>
                  <a:lnTo>
                    <a:pt x="11787" y="1009640"/>
                  </a:lnTo>
                  <a:lnTo>
                    <a:pt x="10715" y="1010211"/>
                  </a:lnTo>
                  <a:lnTo>
                    <a:pt x="9644" y="1010780"/>
                  </a:lnTo>
                  <a:lnTo>
                    <a:pt x="8572" y="1011349"/>
                  </a:lnTo>
                  <a:lnTo>
                    <a:pt x="7501" y="1011917"/>
                  </a:lnTo>
                  <a:lnTo>
                    <a:pt x="6429" y="1012484"/>
                  </a:lnTo>
                  <a:lnTo>
                    <a:pt x="5357" y="1013050"/>
                  </a:lnTo>
                  <a:lnTo>
                    <a:pt x="4286" y="1013615"/>
                  </a:lnTo>
                  <a:lnTo>
                    <a:pt x="3214" y="1014179"/>
                  </a:lnTo>
                  <a:lnTo>
                    <a:pt x="2143" y="1014743"/>
                  </a:lnTo>
                  <a:lnTo>
                    <a:pt x="1071" y="1015305"/>
                  </a:lnTo>
                  <a:lnTo>
                    <a:pt x="0" y="1015867"/>
                  </a:lnTo>
                  <a:lnTo>
                    <a:pt x="0" y="101586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684231" y="1407986"/>
              <a:ext cx="3856684" cy="837805"/>
            </a:xfrm>
            <a:custGeom>
              <a:avLst/>
              <a:gdLst/>
              <a:ahLst/>
              <a:cxnLst/>
              <a:rect l="0" t="0" r="0" b="0"/>
              <a:pathLst>
                <a:path w="3856684" h="837805">
                  <a:moveTo>
                    <a:pt x="0" y="837805"/>
                  </a:moveTo>
                  <a:lnTo>
                    <a:pt x="1071" y="837254"/>
                  </a:lnTo>
                  <a:lnTo>
                    <a:pt x="2143" y="836702"/>
                  </a:lnTo>
                  <a:lnTo>
                    <a:pt x="3214" y="836150"/>
                  </a:lnTo>
                  <a:lnTo>
                    <a:pt x="4286" y="835598"/>
                  </a:lnTo>
                  <a:lnTo>
                    <a:pt x="5357" y="835045"/>
                  </a:lnTo>
                  <a:lnTo>
                    <a:pt x="6429" y="834492"/>
                  </a:lnTo>
                  <a:lnTo>
                    <a:pt x="7501" y="833938"/>
                  </a:lnTo>
                  <a:lnTo>
                    <a:pt x="8572" y="833384"/>
                  </a:lnTo>
                  <a:lnTo>
                    <a:pt x="9644" y="832829"/>
                  </a:lnTo>
                  <a:lnTo>
                    <a:pt x="10715" y="832274"/>
                  </a:lnTo>
                  <a:lnTo>
                    <a:pt x="11787" y="831719"/>
                  </a:lnTo>
                  <a:lnTo>
                    <a:pt x="12859" y="831163"/>
                  </a:lnTo>
                  <a:lnTo>
                    <a:pt x="13930" y="830606"/>
                  </a:lnTo>
                  <a:lnTo>
                    <a:pt x="15002" y="830049"/>
                  </a:lnTo>
                  <a:lnTo>
                    <a:pt x="16073" y="829492"/>
                  </a:lnTo>
                  <a:lnTo>
                    <a:pt x="17145" y="828934"/>
                  </a:lnTo>
                  <a:lnTo>
                    <a:pt x="18217" y="828376"/>
                  </a:lnTo>
                  <a:lnTo>
                    <a:pt x="19288" y="827817"/>
                  </a:lnTo>
                  <a:lnTo>
                    <a:pt x="20360" y="827258"/>
                  </a:lnTo>
                  <a:lnTo>
                    <a:pt x="21431" y="826698"/>
                  </a:lnTo>
                  <a:lnTo>
                    <a:pt x="22503" y="826138"/>
                  </a:lnTo>
                  <a:lnTo>
                    <a:pt x="23575" y="825578"/>
                  </a:lnTo>
                  <a:lnTo>
                    <a:pt x="24646" y="825017"/>
                  </a:lnTo>
                  <a:lnTo>
                    <a:pt x="25718" y="824455"/>
                  </a:lnTo>
                  <a:lnTo>
                    <a:pt x="26789" y="823894"/>
                  </a:lnTo>
                  <a:lnTo>
                    <a:pt x="27861" y="823331"/>
                  </a:lnTo>
                  <a:lnTo>
                    <a:pt x="28933" y="822768"/>
                  </a:lnTo>
                  <a:lnTo>
                    <a:pt x="30004" y="822205"/>
                  </a:lnTo>
                  <a:lnTo>
                    <a:pt x="31076" y="821642"/>
                  </a:lnTo>
                  <a:lnTo>
                    <a:pt x="32147" y="821077"/>
                  </a:lnTo>
                  <a:lnTo>
                    <a:pt x="33219" y="820513"/>
                  </a:lnTo>
                  <a:lnTo>
                    <a:pt x="34291" y="819948"/>
                  </a:lnTo>
                  <a:lnTo>
                    <a:pt x="35362" y="819382"/>
                  </a:lnTo>
                  <a:lnTo>
                    <a:pt x="36434" y="818816"/>
                  </a:lnTo>
                  <a:lnTo>
                    <a:pt x="37505" y="818250"/>
                  </a:lnTo>
                  <a:lnTo>
                    <a:pt x="38577" y="817683"/>
                  </a:lnTo>
                  <a:lnTo>
                    <a:pt x="39649" y="817115"/>
                  </a:lnTo>
                  <a:lnTo>
                    <a:pt x="40720" y="816548"/>
                  </a:lnTo>
                  <a:lnTo>
                    <a:pt x="41792" y="815979"/>
                  </a:lnTo>
                  <a:lnTo>
                    <a:pt x="42863" y="815410"/>
                  </a:lnTo>
                  <a:lnTo>
                    <a:pt x="43935" y="814841"/>
                  </a:lnTo>
                  <a:lnTo>
                    <a:pt x="45007" y="814272"/>
                  </a:lnTo>
                  <a:lnTo>
                    <a:pt x="46078" y="813701"/>
                  </a:lnTo>
                  <a:lnTo>
                    <a:pt x="47150" y="813131"/>
                  </a:lnTo>
                  <a:lnTo>
                    <a:pt x="48221" y="812560"/>
                  </a:lnTo>
                  <a:lnTo>
                    <a:pt x="49293" y="811988"/>
                  </a:lnTo>
                  <a:lnTo>
                    <a:pt x="50365" y="811416"/>
                  </a:lnTo>
                  <a:lnTo>
                    <a:pt x="51436" y="810844"/>
                  </a:lnTo>
                  <a:lnTo>
                    <a:pt x="52508" y="810271"/>
                  </a:lnTo>
                  <a:lnTo>
                    <a:pt x="53579" y="809697"/>
                  </a:lnTo>
                  <a:lnTo>
                    <a:pt x="54651" y="809124"/>
                  </a:lnTo>
                  <a:lnTo>
                    <a:pt x="55723" y="808549"/>
                  </a:lnTo>
                  <a:lnTo>
                    <a:pt x="56794" y="807974"/>
                  </a:lnTo>
                  <a:lnTo>
                    <a:pt x="57866" y="807399"/>
                  </a:lnTo>
                  <a:lnTo>
                    <a:pt x="58937" y="806823"/>
                  </a:lnTo>
                  <a:lnTo>
                    <a:pt x="60009" y="806247"/>
                  </a:lnTo>
                  <a:lnTo>
                    <a:pt x="61081" y="805671"/>
                  </a:lnTo>
                  <a:lnTo>
                    <a:pt x="62152" y="805093"/>
                  </a:lnTo>
                  <a:lnTo>
                    <a:pt x="63224" y="804516"/>
                  </a:lnTo>
                  <a:lnTo>
                    <a:pt x="64295" y="803938"/>
                  </a:lnTo>
                  <a:lnTo>
                    <a:pt x="65367" y="803359"/>
                  </a:lnTo>
                  <a:lnTo>
                    <a:pt x="66439" y="802780"/>
                  </a:lnTo>
                  <a:lnTo>
                    <a:pt x="67510" y="802201"/>
                  </a:lnTo>
                  <a:lnTo>
                    <a:pt x="68582" y="801621"/>
                  </a:lnTo>
                  <a:lnTo>
                    <a:pt x="69653" y="801040"/>
                  </a:lnTo>
                  <a:lnTo>
                    <a:pt x="70725" y="800459"/>
                  </a:lnTo>
                  <a:lnTo>
                    <a:pt x="71797" y="799878"/>
                  </a:lnTo>
                  <a:lnTo>
                    <a:pt x="72868" y="799296"/>
                  </a:lnTo>
                  <a:lnTo>
                    <a:pt x="73940" y="798714"/>
                  </a:lnTo>
                  <a:lnTo>
                    <a:pt x="75011" y="798131"/>
                  </a:lnTo>
                  <a:lnTo>
                    <a:pt x="76083" y="797548"/>
                  </a:lnTo>
                  <a:lnTo>
                    <a:pt x="77155" y="796964"/>
                  </a:lnTo>
                  <a:lnTo>
                    <a:pt x="78226" y="796380"/>
                  </a:lnTo>
                  <a:lnTo>
                    <a:pt x="79298" y="795795"/>
                  </a:lnTo>
                  <a:lnTo>
                    <a:pt x="80369" y="795210"/>
                  </a:lnTo>
                  <a:lnTo>
                    <a:pt x="81441" y="794625"/>
                  </a:lnTo>
                  <a:lnTo>
                    <a:pt x="82513" y="794038"/>
                  </a:lnTo>
                  <a:lnTo>
                    <a:pt x="83584" y="793452"/>
                  </a:lnTo>
                  <a:lnTo>
                    <a:pt x="84656" y="792865"/>
                  </a:lnTo>
                  <a:lnTo>
                    <a:pt x="85727" y="792277"/>
                  </a:lnTo>
                  <a:lnTo>
                    <a:pt x="86799" y="791689"/>
                  </a:lnTo>
                  <a:lnTo>
                    <a:pt x="87871" y="791101"/>
                  </a:lnTo>
                  <a:lnTo>
                    <a:pt x="88942" y="790512"/>
                  </a:lnTo>
                  <a:lnTo>
                    <a:pt x="90014" y="789922"/>
                  </a:lnTo>
                  <a:lnTo>
                    <a:pt x="91085" y="789332"/>
                  </a:lnTo>
                  <a:lnTo>
                    <a:pt x="92157" y="788742"/>
                  </a:lnTo>
                  <a:lnTo>
                    <a:pt x="93229" y="788151"/>
                  </a:lnTo>
                  <a:lnTo>
                    <a:pt x="94300" y="787560"/>
                  </a:lnTo>
                  <a:lnTo>
                    <a:pt x="95372" y="786968"/>
                  </a:lnTo>
                  <a:lnTo>
                    <a:pt x="96443" y="786376"/>
                  </a:lnTo>
                  <a:lnTo>
                    <a:pt x="97515" y="785783"/>
                  </a:lnTo>
                  <a:lnTo>
                    <a:pt x="98587" y="785190"/>
                  </a:lnTo>
                  <a:lnTo>
                    <a:pt x="99658" y="784596"/>
                  </a:lnTo>
                  <a:lnTo>
                    <a:pt x="100730" y="784002"/>
                  </a:lnTo>
                  <a:lnTo>
                    <a:pt x="101801" y="783407"/>
                  </a:lnTo>
                  <a:lnTo>
                    <a:pt x="102873" y="782812"/>
                  </a:lnTo>
                  <a:lnTo>
                    <a:pt x="103945" y="782216"/>
                  </a:lnTo>
                  <a:lnTo>
                    <a:pt x="105016" y="781620"/>
                  </a:lnTo>
                  <a:lnTo>
                    <a:pt x="106088" y="781023"/>
                  </a:lnTo>
                  <a:lnTo>
                    <a:pt x="107159" y="780426"/>
                  </a:lnTo>
                  <a:lnTo>
                    <a:pt x="108231" y="779828"/>
                  </a:lnTo>
                  <a:lnTo>
                    <a:pt x="109303" y="779230"/>
                  </a:lnTo>
                  <a:lnTo>
                    <a:pt x="110374" y="778631"/>
                  </a:lnTo>
                  <a:lnTo>
                    <a:pt x="111446" y="778032"/>
                  </a:lnTo>
                  <a:lnTo>
                    <a:pt x="112517" y="777433"/>
                  </a:lnTo>
                  <a:lnTo>
                    <a:pt x="113589" y="776833"/>
                  </a:lnTo>
                  <a:lnTo>
                    <a:pt x="114661" y="776232"/>
                  </a:lnTo>
                  <a:lnTo>
                    <a:pt x="115732" y="775631"/>
                  </a:lnTo>
                  <a:lnTo>
                    <a:pt x="116804" y="775030"/>
                  </a:lnTo>
                  <a:lnTo>
                    <a:pt x="117875" y="774428"/>
                  </a:lnTo>
                  <a:lnTo>
                    <a:pt x="118947" y="773825"/>
                  </a:lnTo>
                  <a:lnTo>
                    <a:pt x="120019" y="773222"/>
                  </a:lnTo>
                  <a:lnTo>
                    <a:pt x="121090" y="772619"/>
                  </a:lnTo>
                  <a:lnTo>
                    <a:pt x="122162" y="772015"/>
                  </a:lnTo>
                  <a:lnTo>
                    <a:pt x="123233" y="771410"/>
                  </a:lnTo>
                  <a:lnTo>
                    <a:pt x="124305" y="770805"/>
                  </a:lnTo>
                  <a:lnTo>
                    <a:pt x="125377" y="770200"/>
                  </a:lnTo>
                  <a:lnTo>
                    <a:pt x="126448" y="769594"/>
                  </a:lnTo>
                  <a:lnTo>
                    <a:pt x="127520" y="768987"/>
                  </a:lnTo>
                  <a:lnTo>
                    <a:pt x="128591" y="768380"/>
                  </a:lnTo>
                  <a:lnTo>
                    <a:pt x="129663" y="767773"/>
                  </a:lnTo>
                  <a:lnTo>
                    <a:pt x="130735" y="767165"/>
                  </a:lnTo>
                  <a:lnTo>
                    <a:pt x="131806" y="766557"/>
                  </a:lnTo>
                  <a:lnTo>
                    <a:pt x="132878" y="765948"/>
                  </a:lnTo>
                  <a:lnTo>
                    <a:pt x="133949" y="765338"/>
                  </a:lnTo>
                  <a:lnTo>
                    <a:pt x="135021" y="764729"/>
                  </a:lnTo>
                  <a:lnTo>
                    <a:pt x="136093" y="764118"/>
                  </a:lnTo>
                  <a:lnTo>
                    <a:pt x="137164" y="763507"/>
                  </a:lnTo>
                  <a:lnTo>
                    <a:pt x="138236" y="762896"/>
                  </a:lnTo>
                  <a:lnTo>
                    <a:pt x="139307" y="762284"/>
                  </a:lnTo>
                  <a:lnTo>
                    <a:pt x="140379" y="761672"/>
                  </a:lnTo>
                  <a:lnTo>
                    <a:pt x="141451" y="761059"/>
                  </a:lnTo>
                  <a:lnTo>
                    <a:pt x="142522" y="760445"/>
                  </a:lnTo>
                  <a:lnTo>
                    <a:pt x="143594" y="759832"/>
                  </a:lnTo>
                  <a:lnTo>
                    <a:pt x="144665" y="759217"/>
                  </a:lnTo>
                  <a:lnTo>
                    <a:pt x="145737" y="758602"/>
                  </a:lnTo>
                  <a:lnTo>
                    <a:pt x="146809" y="757987"/>
                  </a:lnTo>
                  <a:lnTo>
                    <a:pt x="147880" y="757371"/>
                  </a:lnTo>
                  <a:lnTo>
                    <a:pt x="148952" y="756755"/>
                  </a:lnTo>
                  <a:lnTo>
                    <a:pt x="150023" y="756138"/>
                  </a:lnTo>
                  <a:lnTo>
                    <a:pt x="151095" y="755520"/>
                  </a:lnTo>
                  <a:lnTo>
                    <a:pt x="152167" y="754903"/>
                  </a:lnTo>
                  <a:lnTo>
                    <a:pt x="153238" y="754284"/>
                  </a:lnTo>
                  <a:lnTo>
                    <a:pt x="154310" y="753665"/>
                  </a:lnTo>
                  <a:lnTo>
                    <a:pt x="155381" y="753046"/>
                  </a:lnTo>
                  <a:lnTo>
                    <a:pt x="156453" y="752426"/>
                  </a:lnTo>
                  <a:lnTo>
                    <a:pt x="157525" y="751806"/>
                  </a:lnTo>
                  <a:lnTo>
                    <a:pt x="158596" y="751185"/>
                  </a:lnTo>
                  <a:lnTo>
                    <a:pt x="159668" y="750564"/>
                  </a:lnTo>
                  <a:lnTo>
                    <a:pt x="160739" y="749942"/>
                  </a:lnTo>
                  <a:lnTo>
                    <a:pt x="161811" y="749319"/>
                  </a:lnTo>
                  <a:lnTo>
                    <a:pt x="162883" y="748696"/>
                  </a:lnTo>
                  <a:lnTo>
                    <a:pt x="163954" y="748073"/>
                  </a:lnTo>
                  <a:lnTo>
                    <a:pt x="165026" y="747449"/>
                  </a:lnTo>
                  <a:lnTo>
                    <a:pt x="166097" y="746825"/>
                  </a:lnTo>
                  <a:lnTo>
                    <a:pt x="167169" y="746200"/>
                  </a:lnTo>
                  <a:lnTo>
                    <a:pt x="168241" y="745574"/>
                  </a:lnTo>
                  <a:lnTo>
                    <a:pt x="169312" y="744948"/>
                  </a:lnTo>
                  <a:lnTo>
                    <a:pt x="170384" y="744322"/>
                  </a:lnTo>
                  <a:lnTo>
                    <a:pt x="171455" y="743695"/>
                  </a:lnTo>
                  <a:lnTo>
                    <a:pt x="172527" y="743067"/>
                  </a:lnTo>
                  <a:lnTo>
                    <a:pt x="173599" y="742439"/>
                  </a:lnTo>
                  <a:lnTo>
                    <a:pt x="174670" y="741811"/>
                  </a:lnTo>
                  <a:lnTo>
                    <a:pt x="175742" y="741182"/>
                  </a:lnTo>
                  <a:lnTo>
                    <a:pt x="176813" y="740552"/>
                  </a:lnTo>
                  <a:lnTo>
                    <a:pt x="177885" y="739922"/>
                  </a:lnTo>
                  <a:lnTo>
                    <a:pt x="178956" y="739292"/>
                  </a:lnTo>
                  <a:lnTo>
                    <a:pt x="180028" y="738661"/>
                  </a:lnTo>
                  <a:lnTo>
                    <a:pt x="181100" y="738029"/>
                  </a:lnTo>
                  <a:lnTo>
                    <a:pt x="182171" y="737397"/>
                  </a:lnTo>
                  <a:lnTo>
                    <a:pt x="183243" y="736765"/>
                  </a:lnTo>
                  <a:lnTo>
                    <a:pt x="184314" y="736131"/>
                  </a:lnTo>
                  <a:lnTo>
                    <a:pt x="185386" y="735498"/>
                  </a:lnTo>
                  <a:lnTo>
                    <a:pt x="186458" y="734864"/>
                  </a:lnTo>
                  <a:lnTo>
                    <a:pt x="187529" y="734229"/>
                  </a:lnTo>
                  <a:lnTo>
                    <a:pt x="188601" y="733594"/>
                  </a:lnTo>
                  <a:lnTo>
                    <a:pt x="189672" y="732958"/>
                  </a:lnTo>
                  <a:lnTo>
                    <a:pt x="190744" y="732322"/>
                  </a:lnTo>
                  <a:lnTo>
                    <a:pt x="191816" y="731685"/>
                  </a:lnTo>
                  <a:lnTo>
                    <a:pt x="192887" y="731048"/>
                  </a:lnTo>
                  <a:lnTo>
                    <a:pt x="193959" y="730410"/>
                  </a:lnTo>
                  <a:lnTo>
                    <a:pt x="195030" y="729772"/>
                  </a:lnTo>
                  <a:lnTo>
                    <a:pt x="196102" y="729133"/>
                  </a:lnTo>
                  <a:lnTo>
                    <a:pt x="197174" y="728494"/>
                  </a:lnTo>
                  <a:lnTo>
                    <a:pt x="198245" y="727854"/>
                  </a:lnTo>
                  <a:lnTo>
                    <a:pt x="199317" y="727214"/>
                  </a:lnTo>
                  <a:lnTo>
                    <a:pt x="200388" y="726573"/>
                  </a:lnTo>
                  <a:lnTo>
                    <a:pt x="201460" y="725932"/>
                  </a:lnTo>
                  <a:lnTo>
                    <a:pt x="202532" y="725290"/>
                  </a:lnTo>
                  <a:lnTo>
                    <a:pt x="203603" y="724647"/>
                  </a:lnTo>
                  <a:lnTo>
                    <a:pt x="204675" y="724004"/>
                  </a:lnTo>
                  <a:lnTo>
                    <a:pt x="205746" y="723361"/>
                  </a:lnTo>
                  <a:lnTo>
                    <a:pt x="206818" y="722717"/>
                  </a:lnTo>
                  <a:lnTo>
                    <a:pt x="207890" y="722072"/>
                  </a:lnTo>
                  <a:lnTo>
                    <a:pt x="208961" y="721427"/>
                  </a:lnTo>
                  <a:lnTo>
                    <a:pt x="210033" y="720782"/>
                  </a:lnTo>
                  <a:lnTo>
                    <a:pt x="211104" y="720136"/>
                  </a:lnTo>
                  <a:lnTo>
                    <a:pt x="212176" y="719489"/>
                  </a:lnTo>
                  <a:lnTo>
                    <a:pt x="213248" y="718842"/>
                  </a:lnTo>
                  <a:lnTo>
                    <a:pt x="214319" y="718194"/>
                  </a:lnTo>
                  <a:lnTo>
                    <a:pt x="215391" y="717546"/>
                  </a:lnTo>
                  <a:lnTo>
                    <a:pt x="216462" y="716898"/>
                  </a:lnTo>
                  <a:lnTo>
                    <a:pt x="217534" y="716248"/>
                  </a:lnTo>
                  <a:lnTo>
                    <a:pt x="218606" y="715599"/>
                  </a:lnTo>
                  <a:lnTo>
                    <a:pt x="219677" y="714948"/>
                  </a:lnTo>
                  <a:lnTo>
                    <a:pt x="220749" y="714297"/>
                  </a:lnTo>
                  <a:lnTo>
                    <a:pt x="221820" y="713646"/>
                  </a:lnTo>
                  <a:lnTo>
                    <a:pt x="222892" y="712994"/>
                  </a:lnTo>
                  <a:lnTo>
                    <a:pt x="223964" y="712342"/>
                  </a:lnTo>
                  <a:lnTo>
                    <a:pt x="225035" y="711689"/>
                  </a:lnTo>
                  <a:lnTo>
                    <a:pt x="226107" y="711035"/>
                  </a:lnTo>
                  <a:lnTo>
                    <a:pt x="227178" y="710381"/>
                  </a:lnTo>
                  <a:lnTo>
                    <a:pt x="228250" y="709727"/>
                  </a:lnTo>
                  <a:lnTo>
                    <a:pt x="229322" y="709072"/>
                  </a:lnTo>
                  <a:lnTo>
                    <a:pt x="230393" y="708416"/>
                  </a:lnTo>
                  <a:lnTo>
                    <a:pt x="231465" y="707760"/>
                  </a:lnTo>
                  <a:lnTo>
                    <a:pt x="232536" y="707103"/>
                  </a:lnTo>
                  <a:lnTo>
                    <a:pt x="233608" y="706446"/>
                  </a:lnTo>
                  <a:lnTo>
                    <a:pt x="234680" y="705789"/>
                  </a:lnTo>
                  <a:lnTo>
                    <a:pt x="235751" y="705130"/>
                  </a:lnTo>
                  <a:lnTo>
                    <a:pt x="236823" y="704472"/>
                  </a:lnTo>
                  <a:lnTo>
                    <a:pt x="237894" y="703812"/>
                  </a:lnTo>
                  <a:lnTo>
                    <a:pt x="238966" y="703152"/>
                  </a:lnTo>
                  <a:lnTo>
                    <a:pt x="240038" y="702492"/>
                  </a:lnTo>
                  <a:lnTo>
                    <a:pt x="241109" y="701831"/>
                  </a:lnTo>
                  <a:lnTo>
                    <a:pt x="242181" y="701170"/>
                  </a:lnTo>
                  <a:lnTo>
                    <a:pt x="243252" y="700508"/>
                  </a:lnTo>
                  <a:lnTo>
                    <a:pt x="244324" y="699845"/>
                  </a:lnTo>
                  <a:lnTo>
                    <a:pt x="245396" y="699182"/>
                  </a:lnTo>
                  <a:lnTo>
                    <a:pt x="246467" y="698518"/>
                  </a:lnTo>
                  <a:lnTo>
                    <a:pt x="247539" y="697854"/>
                  </a:lnTo>
                  <a:lnTo>
                    <a:pt x="248610" y="697189"/>
                  </a:lnTo>
                  <a:lnTo>
                    <a:pt x="249682" y="696524"/>
                  </a:lnTo>
                  <a:lnTo>
                    <a:pt x="250754" y="695858"/>
                  </a:lnTo>
                  <a:lnTo>
                    <a:pt x="251825" y="695192"/>
                  </a:lnTo>
                  <a:lnTo>
                    <a:pt x="252897" y="694525"/>
                  </a:lnTo>
                  <a:lnTo>
                    <a:pt x="253968" y="693858"/>
                  </a:lnTo>
                  <a:lnTo>
                    <a:pt x="255040" y="693190"/>
                  </a:lnTo>
                  <a:lnTo>
                    <a:pt x="256112" y="692521"/>
                  </a:lnTo>
                  <a:lnTo>
                    <a:pt x="257183" y="691852"/>
                  </a:lnTo>
                  <a:lnTo>
                    <a:pt x="258255" y="691183"/>
                  </a:lnTo>
                  <a:lnTo>
                    <a:pt x="259326" y="690513"/>
                  </a:lnTo>
                  <a:lnTo>
                    <a:pt x="260398" y="689842"/>
                  </a:lnTo>
                  <a:lnTo>
                    <a:pt x="261470" y="689171"/>
                  </a:lnTo>
                  <a:lnTo>
                    <a:pt x="262541" y="688499"/>
                  </a:lnTo>
                  <a:lnTo>
                    <a:pt x="263613" y="687827"/>
                  </a:lnTo>
                  <a:lnTo>
                    <a:pt x="264684" y="687154"/>
                  </a:lnTo>
                  <a:lnTo>
                    <a:pt x="265756" y="686480"/>
                  </a:lnTo>
                  <a:lnTo>
                    <a:pt x="266828" y="685807"/>
                  </a:lnTo>
                  <a:lnTo>
                    <a:pt x="267899" y="685132"/>
                  </a:lnTo>
                  <a:lnTo>
                    <a:pt x="268971" y="684457"/>
                  </a:lnTo>
                  <a:lnTo>
                    <a:pt x="270042" y="683781"/>
                  </a:lnTo>
                  <a:lnTo>
                    <a:pt x="271114" y="683105"/>
                  </a:lnTo>
                  <a:lnTo>
                    <a:pt x="272186" y="682429"/>
                  </a:lnTo>
                  <a:lnTo>
                    <a:pt x="273257" y="681751"/>
                  </a:lnTo>
                  <a:lnTo>
                    <a:pt x="274329" y="681074"/>
                  </a:lnTo>
                  <a:lnTo>
                    <a:pt x="275400" y="680395"/>
                  </a:lnTo>
                  <a:lnTo>
                    <a:pt x="276472" y="679716"/>
                  </a:lnTo>
                  <a:lnTo>
                    <a:pt x="277544" y="679037"/>
                  </a:lnTo>
                  <a:lnTo>
                    <a:pt x="278615" y="678357"/>
                  </a:lnTo>
                  <a:lnTo>
                    <a:pt x="279687" y="677676"/>
                  </a:lnTo>
                  <a:lnTo>
                    <a:pt x="280758" y="676995"/>
                  </a:lnTo>
                  <a:lnTo>
                    <a:pt x="281830" y="676314"/>
                  </a:lnTo>
                  <a:lnTo>
                    <a:pt x="282902" y="675631"/>
                  </a:lnTo>
                  <a:lnTo>
                    <a:pt x="283973" y="674949"/>
                  </a:lnTo>
                  <a:lnTo>
                    <a:pt x="285045" y="674265"/>
                  </a:lnTo>
                  <a:lnTo>
                    <a:pt x="286116" y="673582"/>
                  </a:lnTo>
                  <a:lnTo>
                    <a:pt x="287188" y="672897"/>
                  </a:lnTo>
                  <a:lnTo>
                    <a:pt x="288260" y="672212"/>
                  </a:lnTo>
                  <a:lnTo>
                    <a:pt x="289331" y="671527"/>
                  </a:lnTo>
                  <a:lnTo>
                    <a:pt x="290403" y="670841"/>
                  </a:lnTo>
                  <a:lnTo>
                    <a:pt x="291474" y="670154"/>
                  </a:lnTo>
                  <a:lnTo>
                    <a:pt x="292546" y="669467"/>
                  </a:lnTo>
                  <a:lnTo>
                    <a:pt x="293618" y="668779"/>
                  </a:lnTo>
                  <a:lnTo>
                    <a:pt x="294689" y="668091"/>
                  </a:lnTo>
                  <a:lnTo>
                    <a:pt x="295761" y="667402"/>
                  </a:lnTo>
                  <a:lnTo>
                    <a:pt x="296832" y="666712"/>
                  </a:lnTo>
                  <a:lnTo>
                    <a:pt x="297904" y="666022"/>
                  </a:lnTo>
                  <a:lnTo>
                    <a:pt x="298976" y="665332"/>
                  </a:lnTo>
                  <a:lnTo>
                    <a:pt x="300047" y="664641"/>
                  </a:lnTo>
                  <a:lnTo>
                    <a:pt x="301119" y="663949"/>
                  </a:lnTo>
                  <a:lnTo>
                    <a:pt x="302190" y="663257"/>
                  </a:lnTo>
                  <a:lnTo>
                    <a:pt x="303262" y="662564"/>
                  </a:lnTo>
                  <a:lnTo>
                    <a:pt x="304334" y="661871"/>
                  </a:lnTo>
                  <a:lnTo>
                    <a:pt x="305405" y="661177"/>
                  </a:lnTo>
                  <a:lnTo>
                    <a:pt x="306477" y="660482"/>
                  </a:lnTo>
                  <a:lnTo>
                    <a:pt x="307548" y="659787"/>
                  </a:lnTo>
                  <a:lnTo>
                    <a:pt x="308620" y="659092"/>
                  </a:lnTo>
                  <a:lnTo>
                    <a:pt x="309692" y="658395"/>
                  </a:lnTo>
                  <a:lnTo>
                    <a:pt x="310763" y="657699"/>
                  </a:lnTo>
                  <a:lnTo>
                    <a:pt x="311835" y="657001"/>
                  </a:lnTo>
                  <a:lnTo>
                    <a:pt x="312906" y="656303"/>
                  </a:lnTo>
                  <a:lnTo>
                    <a:pt x="313978" y="655605"/>
                  </a:lnTo>
                  <a:lnTo>
                    <a:pt x="315050" y="654906"/>
                  </a:lnTo>
                  <a:lnTo>
                    <a:pt x="316121" y="654206"/>
                  </a:lnTo>
                  <a:lnTo>
                    <a:pt x="317193" y="653506"/>
                  </a:lnTo>
                  <a:lnTo>
                    <a:pt x="318264" y="652805"/>
                  </a:lnTo>
                  <a:lnTo>
                    <a:pt x="319336" y="652104"/>
                  </a:lnTo>
                  <a:lnTo>
                    <a:pt x="320408" y="651402"/>
                  </a:lnTo>
                  <a:lnTo>
                    <a:pt x="321479" y="650700"/>
                  </a:lnTo>
                  <a:lnTo>
                    <a:pt x="322551" y="649997"/>
                  </a:lnTo>
                  <a:lnTo>
                    <a:pt x="323622" y="649293"/>
                  </a:lnTo>
                  <a:lnTo>
                    <a:pt x="324694" y="648589"/>
                  </a:lnTo>
                  <a:lnTo>
                    <a:pt x="325766" y="647884"/>
                  </a:lnTo>
                  <a:lnTo>
                    <a:pt x="326837" y="647179"/>
                  </a:lnTo>
                  <a:lnTo>
                    <a:pt x="327909" y="646473"/>
                  </a:lnTo>
                  <a:lnTo>
                    <a:pt x="328980" y="645767"/>
                  </a:lnTo>
                  <a:lnTo>
                    <a:pt x="330052" y="645060"/>
                  </a:lnTo>
                  <a:lnTo>
                    <a:pt x="331124" y="644352"/>
                  </a:lnTo>
                  <a:lnTo>
                    <a:pt x="332195" y="643644"/>
                  </a:lnTo>
                  <a:lnTo>
                    <a:pt x="333267" y="642935"/>
                  </a:lnTo>
                  <a:lnTo>
                    <a:pt x="334338" y="642226"/>
                  </a:lnTo>
                  <a:lnTo>
                    <a:pt x="335410" y="641516"/>
                  </a:lnTo>
                  <a:lnTo>
                    <a:pt x="336482" y="640806"/>
                  </a:lnTo>
                  <a:lnTo>
                    <a:pt x="337553" y="640095"/>
                  </a:lnTo>
                  <a:lnTo>
                    <a:pt x="338625" y="639383"/>
                  </a:lnTo>
                  <a:lnTo>
                    <a:pt x="339696" y="638671"/>
                  </a:lnTo>
                  <a:lnTo>
                    <a:pt x="340768" y="637958"/>
                  </a:lnTo>
                  <a:lnTo>
                    <a:pt x="341840" y="637245"/>
                  </a:lnTo>
                  <a:lnTo>
                    <a:pt x="342911" y="636531"/>
                  </a:lnTo>
                  <a:lnTo>
                    <a:pt x="343983" y="635816"/>
                  </a:lnTo>
                  <a:lnTo>
                    <a:pt x="345054" y="635101"/>
                  </a:lnTo>
                  <a:lnTo>
                    <a:pt x="346126" y="634386"/>
                  </a:lnTo>
                  <a:lnTo>
                    <a:pt x="347198" y="633669"/>
                  </a:lnTo>
                  <a:lnTo>
                    <a:pt x="348269" y="632953"/>
                  </a:lnTo>
                  <a:lnTo>
                    <a:pt x="349341" y="632235"/>
                  </a:lnTo>
                  <a:lnTo>
                    <a:pt x="350412" y="631517"/>
                  </a:lnTo>
                  <a:lnTo>
                    <a:pt x="351484" y="630799"/>
                  </a:lnTo>
                  <a:lnTo>
                    <a:pt x="352556" y="630079"/>
                  </a:lnTo>
                  <a:lnTo>
                    <a:pt x="353627" y="629360"/>
                  </a:lnTo>
                  <a:lnTo>
                    <a:pt x="354699" y="628639"/>
                  </a:lnTo>
                  <a:lnTo>
                    <a:pt x="355770" y="627918"/>
                  </a:lnTo>
                  <a:lnTo>
                    <a:pt x="356842" y="627197"/>
                  </a:lnTo>
                  <a:lnTo>
                    <a:pt x="357913" y="626475"/>
                  </a:lnTo>
                  <a:lnTo>
                    <a:pt x="358985" y="625752"/>
                  </a:lnTo>
                  <a:lnTo>
                    <a:pt x="360057" y="625029"/>
                  </a:lnTo>
                  <a:lnTo>
                    <a:pt x="361128" y="624305"/>
                  </a:lnTo>
                  <a:lnTo>
                    <a:pt x="362200" y="623581"/>
                  </a:lnTo>
                  <a:lnTo>
                    <a:pt x="363271" y="622856"/>
                  </a:lnTo>
                  <a:lnTo>
                    <a:pt x="364343" y="622130"/>
                  </a:lnTo>
                  <a:lnTo>
                    <a:pt x="365415" y="621404"/>
                  </a:lnTo>
                  <a:lnTo>
                    <a:pt x="366486" y="620677"/>
                  </a:lnTo>
                  <a:lnTo>
                    <a:pt x="367558" y="619950"/>
                  </a:lnTo>
                  <a:lnTo>
                    <a:pt x="368629" y="619222"/>
                  </a:lnTo>
                  <a:lnTo>
                    <a:pt x="369701" y="618493"/>
                  </a:lnTo>
                  <a:lnTo>
                    <a:pt x="370773" y="617764"/>
                  </a:lnTo>
                  <a:lnTo>
                    <a:pt x="371844" y="617034"/>
                  </a:lnTo>
                  <a:lnTo>
                    <a:pt x="372916" y="616304"/>
                  </a:lnTo>
                  <a:lnTo>
                    <a:pt x="373987" y="615573"/>
                  </a:lnTo>
                  <a:lnTo>
                    <a:pt x="375059" y="614841"/>
                  </a:lnTo>
                  <a:lnTo>
                    <a:pt x="376131" y="614109"/>
                  </a:lnTo>
                  <a:lnTo>
                    <a:pt x="377202" y="613376"/>
                  </a:lnTo>
                  <a:lnTo>
                    <a:pt x="378274" y="612643"/>
                  </a:lnTo>
                  <a:lnTo>
                    <a:pt x="379345" y="611909"/>
                  </a:lnTo>
                  <a:lnTo>
                    <a:pt x="380417" y="611175"/>
                  </a:lnTo>
                  <a:lnTo>
                    <a:pt x="381489" y="610440"/>
                  </a:lnTo>
                  <a:lnTo>
                    <a:pt x="382560" y="609704"/>
                  </a:lnTo>
                  <a:lnTo>
                    <a:pt x="383632" y="608968"/>
                  </a:lnTo>
                  <a:lnTo>
                    <a:pt x="384703" y="608231"/>
                  </a:lnTo>
                  <a:lnTo>
                    <a:pt x="385775" y="607493"/>
                  </a:lnTo>
                  <a:lnTo>
                    <a:pt x="386847" y="606755"/>
                  </a:lnTo>
                  <a:lnTo>
                    <a:pt x="387918" y="606016"/>
                  </a:lnTo>
                  <a:lnTo>
                    <a:pt x="388990" y="605277"/>
                  </a:lnTo>
                  <a:lnTo>
                    <a:pt x="390061" y="604537"/>
                  </a:lnTo>
                  <a:lnTo>
                    <a:pt x="391133" y="603797"/>
                  </a:lnTo>
                  <a:lnTo>
                    <a:pt x="392205" y="603056"/>
                  </a:lnTo>
                  <a:lnTo>
                    <a:pt x="393276" y="602314"/>
                  </a:lnTo>
                  <a:lnTo>
                    <a:pt x="394348" y="601572"/>
                  </a:lnTo>
                  <a:lnTo>
                    <a:pt x="395419" y="600829"/>
                  </a:lnTo>
                  <a:lnTo>
                    <a:pt x="396491" y="600085"/>
                  </a:lnTo>
                  <a:lnTo>
                    <a:pt x="397563" y="599341"/>
                  </a:lnTo>
                  <a:lnTo>
                    <a:pt x="398634" y="598596"/>
                  </a:lnTo>
                  <a:lnTo>
                    <a:pt x="399706" y="597851"/>
                  </a:lnTo>
                  <a:lnTo>
                    <a:pt x="400777" y="597105"/>
                  </a:lnTo>
                  <a:lnTo>
                    <a:pt x="401849" y="596359"/>
                  </a:lnTo>
                  <a:lnTo>
                    <a:pt x="402921" y="595612"/>
                  </a:lnTo>
                  <a:lnTo>
                    <a:pt x="403992" y="594864"/>
                  </a:lnTo>
                  <a:lnTo>
                    <a:pt x="405064" y="594115"/>
                  </a:lnTo>
                  <a:lnTo>
                    <a:pt x="406135" y="593367"/>
                  </a:lnTo>
                  <a:lnTo>
                    <a:pt x="407207" y="592617"/>
                  </a:lnTo>
                  <a:lnTo>
                    <a:pt x="408279" y="591867"/>
                  </a:lnTo>
                  <a:lnTo>
                    <a:pt x="409350" y="591116"/>
                  </a:lnTo>
                  <a:lnTo>
                    <a:pt x="410422" y="590365"/>
                  </a:lnTo>
                  <a:lnTo>
                    <a:pt x="411493" y="589613"/>
                  </a:lnTo>
                  <a:lnTo>
                    <a:pt x="412565" y="588861"/>
                  </a:lnTo>
                  <a:lnTo>
                    <a:pt x="413637" y="588108"/>
                  </a:lnTo>
                  <a:lnTo>
                    <a:pt x="414708" y="587354"/>
                  </a:lnTo>
                  <a:lnTo>
                    <a:pt x="415780" y="586600"/>
                  </a:lnTo>
                  <a:lnTo>
                    <a:pt x="416851" y="585846"/>
                  </a:lnTo>
                  <a:lnTo>
                    <a:pt x="417923" y="585090"/>
                  </a:lnTo>
                  <a:lnTo>
                    <a:pt x="418995" y="584334"/>
                  </a:lnTo>
                  <a:lnTo>
                    <a:pt x="420066" y="583578"/>
                  </a:lnTo>
                  <a:lnTo>
                    <a:pt x="421138" y="582821"/>
                  </a:lnTo>
                  <a:lnTo>
                    <a:pt x="422209" y="582064"/>
                  </a:lnTo>
                  <a:lnTo>
                    <a:pt x="423281" y="581306"/>
                  </a:lnTo>
                  <a:lnTo>
                    <a:pt x="424353" y="580547"/>
                  </a:lnTo>
                  <a:lnTo>
                    <a:pt x="425424" y="579788"/>
                  </a:lnTo>
                  <a:lnTo>
                    <a:pt x="426496" y="579028"/>
                  </a:lnTo>
                  <a:lnTo>
                    <a:pt x="427567" y="578268"/>
                  </a:lnTo>
                  <a:lnTo>
                    <a:pt x="428639" y="577507"/>
                  </a:lnTo>
                  <a:lnTo>
                    <a:pt x="429711" y="576746"/>
                  </a:lnTo>
                  <a:lnTo>
                    <a:pt x="430782" y="575984"/>
                  </a:lnTo>
                  <a:lnTo>
                    <a:pt x="431854" y="575222"/>
                  </a:lnTo>
                  <a:lnTo>
                    <a:pt x="432925" y="574459"/>
                  </a:lnTo>
                  <a:lnTo>
                    <a:pt x="433997" y="573696"/>
                  </a:lnTo>
                  <a:lnTo>
                    <a:pt x="435069" y="572932"/>
                  </a:lnTo>
                  <a:lnTo>
                    <a:pt x="436140" y="572167"/>
                  </a:lnTo>
                  <a:lnTo>
                    <a:pt x="437212" y="571402"/>
                  </a:lnTo>
                  <a:lnTo>
                    <a:pt x="438283" y="570637"/>
                  </a:lnTo>
                  <a:lnTo>
                    <a:pt x="439355" y="569871"/>
                  </a:lnTo>
                  <a:lnTo>
                    <a:pt x="440427" y="569105"/>
                  </a:lnTo>
                  <a:lnTo>
                    <a:pt x="441498" y="568338"/>
                  </a:lnTo>
                  <a:lnTo>
                    <a:pt x="442570" y="567570"/>
                  </a:lnTo>
                  <a:lnTo>
                    <a:pt x="443641" y="566802"/>
                  </a:lnTo>
                  <a:lnTo>
                    <a:pt x="444713" y="566034"/>
                  </a:lnTo>
                  <a:lnTo>
                    <a:pt x="445785" y="565265"/>
                  </a:lnTo>
                  <a:lnTo>
                    <a:pt x="446856" y="564495"/>
                  </a:lnTo>
                  <a:lnTo>
                    <a:pt x="447928" y="563725"/>
                  </a:lnTo>
                  <a:lnTo>
                    <a:pt x="448999" y="562955"/>
                  </a:lnTo>
                  <a:lnTo>
                    <a:pt x="450071" y="562184"/>
                  </a:lnTo>
                  <a:lnTo>
                    <a:pt x="451143" y="561413"/>
                  </a:lnTo>
                  <a:lnTo>
                    <a:pt x="452214" y="560641"/>
                  </a:lnTo>
                  <a:lnTo>
                    <a:pt x="453286" y="559868"/>
                  </a:lnTo>
                  <a:lnTo>
                    <a:pt x="454357" y="559096"/>
                  </a:lnTo>
                  <a:lnTo>
                    <a:pt x="455429" y="558322"/>
                  </a:lnTo>
                  <a:lnTo>
                    <a:pt x="456501" y="557549"/>
                  </a:lnTo>
                  <a:lnTo>
                    <a:pt x="457572" y="556774"/>
                  </a:lnTo>
                  <a:lnTo>
                    <a:pt x="458644" y="556000"/>
                  </a:lnTo>
                  <a:lnTo>
                    <a:pt x="459715" y="555225"/>
                  </a:lnTo>
                  <a:lnTo>
                    <a:pt x="460787" y="554449"/>
                  </a:lnTo>
                  <a:lnTo>
                    <a:pt x="461859" y="553673"/>
                  </a:lnTo>
                  <a:lnTo>
                    <a:pt x="462930" y="552897"/>
                  </a:lnTo>
                  <a:lnTo>
                    <a:pt x="464002" y="552120"/>
                  </a:lnTo>
                  <a:lnTo>
                    <a:pt x="465073" y="551342"/>
                  </a:lnTo>
                  <a:lnTo>
                    <a:pt x="466145" y="550565"/>
                  </a:lnTo>
                  <a:lnTo>
                    <a:pt x="467217" y="549787"/>
                  </a:lnTo>
                  <a:lnTo>
                    <a:pt x="468288" y="549008"/>
                  </a:lnTo>
                  <a:lnTo>
                    <a:pt x="469360" y="548229"/>
                  </a:lnTo>
                  <a:lnTo>
                    <a:pt x="470431" y="547449"/>
                  </a:lnTo>
                  <a:lnTo>
                    <a:pt x="471503" y="546669"/>
                  </a:lnTo>
                  <a:lnTo>
                    <a:pt x="472575" y="545889"/>
                  </a:lnTo>
                  <a:lnTo>
                    <a:pt x="473646" y="545108"/>
                  </a:lnTo>
                  <a:lnTo>
                    <a:pt x="474718" y="544327"/>
                  </a:lnTo>
                  <a:lnTo>
                    <a:pt x="475789" y="543546"/>
                  </a:lnTo>
                  <a:lnTo>
                    <a:pt x="476861" y="542764"/>
                  </a:lnTo>
                  <a:lnTo>
                    <a:pt x="477933" y="541981"/>
                  </a:lnTo>
                  <a:lnTo>
                    <a:pt x="479004" y="541199"/>
                  </a:lnTo>
                  <a:lnTo>
                    <a:pt x="480076" y="540415"/>
                  </a:lnTo>
                  <a:lnTo>
                    <a:pt x="481147" y="539632"/>
                  </a:lnTo>
                  <a:lnTo>
                    <a:pt x="482219" y="538848"/>
                  </a:lnTo>
                  <a:lnTo>
                    <a:pt x="483291" y="538064"/>
                  </a:lnTo>
                  <a:lnTo>
                    <a:pt x="484362" y="537279"/>
                  </a:lnTo>
                  <a:lnTo>
                    <a:pt x="485434" y="536494"/>
                  </a:lnTo>
                  <a:lnTo>
                    <a:pt x="486505" y="535708"/>
                  </a:lnTo>
                  <a:lnTo>
                    <a:pt x="487577" y="534922"/>
                  </a:lnTo>
                  <a:lnTo>
                    <a:pt x="488649" y="534136"/>
                  </a:lnTo>
                  <a:lnTo>
                    <a:pt x="489720" y="533350"/>
                  </a:lnTo>
                  <a:lnTo>
                    <a:pt x="490792" y="532563"/>
                  </a:lnTo>
                  <a:lnTo>
                    <a:pt x="491863" y="531775"/>
                  </a:lnTo>
                  <a:lnTo>
                    <a:pt x="492935" y="530988"/>
                  </a:lnTo>
                  <a:lnTo>
                    <a:pt x="494007" y="530200"/>
                  </a:lnTo>
                  <a:lnTo>
                    <a:pt x="495078" y="529411"/>
                  </a:lnTo>
                  <a:lnTo>
                    <a:pt x="496150" y="528623"/>
                  </a:lnTo>
                  <a:lnTo>
                    <a:pt x="497221" y="527834"/>
                  </a:lnTo>
                  <a:lnTo>
                    <a:pt x="498293" y="527044"/>
                  </a:lnTo>
                  <a:lnTo>
                    <a:pt x="499365" y="526254"/>
                  </a:lnTo>
                  <a:lnTo>
                    <a:pt x="500436" y="525464"/>
                  </a:lnTo>
                  <a:lnTo>
                    <a:pt x="501508" y="524674"/>
                  </a:lnTo>
                  <a:lnTo>
                    <a:pt x="502579" y="523883"/>
                  </a:lnTo>
                  <a:lnTo>
                    <a:pt x="503651" y="523092"/>
                  </a:lnTo>
                  <a:lnTo>
                    <a:pt x="504723" y="522301"/>
                  </a:lnTo>
                  <a:lnTo>
                    <a:pt x="505794" y="521509"/>
                  </a:lnTo>
                  <a:lnTo>
                    <a:pt x="506866" y="520717"/>
                  </a:lnTo>
                  <a:lnTo>
                    <a:pt x="507937" y="519925"/>
                  </a:lnTo>
                  <a:lnTo>
                    <a:pt x="509009" y="519132"/>
                  </a:lnTo>
                  <a:lnTo>
                    <a:pt x="510081" y="518339"/>
                  </a:lnTo>
                  <a:lnTo>
                    <a:pt x="511152" y="517546"/>
                  </a:lnTo>
                  <a:lnTo>
                    <a:pt x="512224" y="516752"/>
                  </a:lnTo>
                  <a:lnTo>
                    <a:pt x="513295" y="515959"/>
                  </a:lnTo>
                  <a:lnTo>
                    <a:pt x="514367" y="515165"/>
                  </a:lnTo>
                  <a:lnTo>
                    <a:pt x="515439" y="514370"/>
                  </a:lnTo>
                  <a:lnTo>
                    <a:pt x="516510" y="513576"/>
                  </a:lnTo>
                  <a:lnTo>
                    <a:pt x="517582" y="512781"/>
                  </a:lnTo>
                  <a:lnTo>
                    <a:pt x="518653" y="511985"/>
                  </a:lnTo>
                  <a:lnTo>
                    <a:pt x="519725" y="511190"/>
                  </a:lnTo>
                  <a:lnTo>
                    <a:pt x="520797" y="510394"/>
                  </a:lnTo>
                  <a:lnTo>
                    <a:pt x="521868" y="509598"/>
                  </a:lnTo>
                  <a:lnTo>
                    <a:pt x="522940" y="508802"/>
                  </a:lnTo>
                  <a:lnTo>
                    <a:pt x="524011" y="508005"/>
                  </a:lnTo>
                  <a:lnTo>
                    <a:pt x="525083" y="507208"/>
                  </a:lnTo>
                  <a:lnTo>
                    <a:pt x="526155" y="506411"/>
                  </a:lnTo>
                  <a:lnTo>
                    <a:pt x="527226" y="505614"/>
                  </a:lnTo>
                  <a:lnTo>
                    <a:pt x="528298" y="504817"/>
                  </a:lnTo>
                  <a:lnTo>
                    <a:pt x="529369" y="504019"/>
                  </a:lnTo>
                  <a:lnTo>
                    <a:pt x="530441" y="503221"/>
                  </a:lnTo>
                  <a:lnTo>
                    <a:pt x="531513" y="502423"/>
                  </a:lnTo>
                  <a:lnTo>
                    <a:pt x="532584" y="501624"/>
                  </a:lnTo>
                  <a:lnTo>
                    <a:pt x="533656" y="500825"/>
                  </a:lnTo>
                  <a:lnTo>
                    <a:pt x="534727" y="500027"/>
                  </a:lnTo>
                  <a:lnTo>
                    <a:pt x="535799" y="499227"/>
                  </a:lnTo>
                  <a:lnTo>
                    <a:pt x="536870" y="498428"/>
                  </a:lnTo>
                  <a:lnTo>
                    <a:pt x="537942" y="497629"/>
                  </a:lnTo>
                  <a:lnTo>
                    <a:pt x="539014" y="496829"/>
                  </a:lnTo>
                  <a:lnTo>
                    <a:pt x="540085" y="496029"/>
                  </a:lnTo>
                  <a:lnTo>
                    <a:pt x="541157" y="495229"/>
                  </a:lnTo>
                  <a:lnTo>
                    <a:pt x="542228" y="494428"/>
                  </a:lnTo>
                  <a:lnTo>
                    <a:pt x="543300" y="493628"/>
                  </a:lnTo>
                  <a:lnTo>
                    <a:pt x="544372" y="492827"/>
                  </a:lnTo>
                  <a:lnTo>
                    <a:pt x="545443" y="492026"/>
                  </a:lnTo>
                  <a:lnTo>
                    <a:pt x="546515" y="491225"/>
                  </a:lnTo>
                  <a:lnTo>
                    <a:pt x="547586" y="490424"/>
                  </a:lnTo>
                  <a:lnTo>
                    <a:pt x="548658" y="489622"/>
                  </a:lnTo>
                  <a:lnTo>
                    <a:pt x="549730" y="488821"/>
                  </a:lnTo>
                  <a:lnTo>
                    <a:pt x="550801" y="488019"/>
                  </a:lnTo>
                  <a:lnTo>
                    <a:pt x="551873" y="487217"/>
                  </a:lnTo>
                  <a:lnTo>
                    <a:pt x="552944" y="486415"/>
                  </a:lnTo>
                  <a:lnTo>
                    <a:pt x="554016" y="485613"/>
                  </a:lnTo>
                  <a:lnTo>
                    <a:pt x="555088" y="484810"/>
                  </a:lnTo>
                  <a:lnTo>
                    <a:pt x="556159" y="484008"/>
                  </a:lnTo>
                  <a:lnTo>
                    <a:pt x="557231" y="483205"/>
                  </a:lnTo>
                  <a:lnTo>
                    <a:pt x="558302" y="482402"/>
                  </a:lnTo>
                  <a:lnTo>
                    <a:pt x="559374" y="481600"/>
                  </a:lnTo>
                  <a:lnTo>
                    <a:pt x="560446" y="480797"/>
                  </a:lnTo>
                  <a:lnTo>
                    <a:pt x="561517" y="479993"/>
                  </a:lnTo>
                  <a:lnTo>
                    <a:pt x="562589" y="479190"/>
                  </a:lnTo>
                  <a:lnTo>
                    <a:pt x="563660" y="478387"/>
                  </a:lnTo>
                  <a:lnTo>
                    <a:pt x="564732" y="477583"/>
                  </a:lnTo>
                  <a:lnTo>
                    <a:pt x="565804" y="476779"/>
                  </a:lnTo>
                  <a:lnTo>
                    <a:pt x="566875" y="475976"/>
                  </a:lnTo>
                  <a:lnTo>
                    <a:pt x="567947" y="475172"/>
                  </a:lnTo>
                  <a:lnTo>
                    <a:pt x="569018" y="474368"/>
                  </a:lnTo>
                  <a:lnTo>
                    <a:pt x="570090" y="473564"/>
                  </a:lnTo>
                  <a:lnTo>
                    <a:pt x="571162" y="472760"/>
                  </a:lnTo>
                  <a:lnTo>
                    <a:pt x="572233" y="471956"/>
                  </a:lnTo>
                  <a:lnTo>
                    <a:pt x="573305" y="471151"/>
                  </a:lnTo>
                  <a:lnTo>
                    <a:pt x="574376" y="470347"/>
                  </a:lnTo>
                  <a:lnTo>
                    <a:pt x="575448" y="469543"/>
                  </a:lnTo>
                  <a:lnTo>
                    <a:pt x="576520" y="468738"/>
                  </a:lnTo>
                  <a:lnTo>
                    <a:pt x="577591" y="467934"/>
                  </a:lnTo>
                  <a:lnTo>
                    <a:pt x="578663" y="467129"/>
                  </a:lnTo>
                  <a:lnTo>
                    <a:pt x="579734" y="466324"/>
                  </a:lnTo>
                  <a:lnTo>
                    <a:pt x="580806" y="465520"/>
                  </a:lnTo>
                  <a:lnTo>
                    <a:pt x="581878" y="464715"/>
                  </a:lnTo>
                  <a:lnTo>
                    <a:pt x="582949" y="463910"/>
                  </a:lnTo>
                  <a:lnTo>
                    <a:pt x="584021" y="463105"/>
                  </a:lnTo>
                  <a:lnTo>
                    <a:pt x="585092" y="462300"/>
                  </a:lnTo>
                  <a:lnTo>
                    <a:pt x="586164" y="461496"/>
                  </a:lnTo>
                  <a:lnTo>
                    <a:pt x="587236" y="460691"/>
                  </a:lnTo>
                  <a:lnTo>
                    <a:pt x="588307" y="459886"/>
                  </a:lnTo>
                  <a:lnTo>
                    <a:pt x="589379" y="459081"/>
                  </a:lnTo>
                  <a:lnTo>
                    <a:pt x="590450" y="458276"/>
                  </a:lnTo>
                  <a:lnTo>
                    <a:pt x="591522" y="457471"/>
                  </a:lnTo>
                  <a:lnTo>
                    <a:pt x="592594" y="456666"/>
                  </a:lnTo>
                  <a:lnTo>
                    <a:pt x="593665" y="455861"/>
                  </a:lnTo>
                  <a:lnTo>
                    <a:pt x="594737" y="455056"/>
                  </a:lnTo>
                  <a:lnTo>
                    <a:pt x="595808" y="454251"/>
                  </a:lnTo>
                  <a:lnTo>
                    <a:pt x="596880" y="453446"/>
                  </a:lnTo>
                  <a:lnTo>
                    <a:pt x="597952" y="452641"/>
                  </a:lnTo>
                  <a:lnTo>
                    <a:pt x="599023" y="451836"/>
                  </a:lnTo>
                  <a:lnTo>
                    <a:pt x="600095" y="451031"/>
                  </a:lnTo>
                  <a:lnTo>
                    <a:pt x="601166" y="450226"/>
                  </a:lnTo>
                  <a:lnTo>
                    <a:pt x="602238" y="449422"/>
                  </a:lnTo>
                  <a:lnTo>
                    <a:pt x="603310" y="448617"/>
                  </a:lnTo>
                  <a:lnTo>
                    <a:pt x="604381" y="447812"/>
                  </a:lnTo>
                  <a:lnTo>
                    <a:pt x="605453" y="447008"/>
                  </a:lnTo>
                  <a:lnTo>
                    <a:pt x="606524" y="446203"/>
                  </a:lnTo>
                  <a:lnTo>
                    <a:pt x="607596" y="445398"/>
                  </a:lnTo>
                  <a:lnTo>
                    <a:pt x="608668" y="444594"/>
                  </a:lnTo>
                  <a:lnTo>
                    <a:pt x="609739" y="443789"/>
                  </a:lnTo>
                  <a:lnTo>
                    <a:pt x="610811" y="442985"/>
                  </a:lnTo>
                  <a:lnTo>
                    <a:pt x="611882" y="442181"/>
                  </a:lnTo>
                  <a:lnTo>
                    <a:pt x="612954" y="441377"/>
                  </a:lnTo>
                  <a:lnTo>
                    <a:pt x="614026" y="440572"/>
                  </a:lnTo>
                  <a:lnTo>
                    <a:pt x="615097" y="439768"/>
                  </a:lnTo>
                  <a:lnTo>
                    <a:pt x="616169" y="438965"/>
                  </a:lnTo>
                  <a:lnTo>
                    <a:pt x="617240" y="438161"/>
                  </a:lnTo>
                  <a:lnTo>
                    <a:pt x="618312" y="437357"/>
                  </a:lnTo>
                  <a:lnTo>
                    <a:pt x="619384" y="436553"/>
                  </a:lnTo>
                  <a:lnTo>
                    <a:pt x="620455" y="435750"/>
                  </a:lnTo>
                  <a:lnTo>
                    <a:pt x="621527" y="434946"/>
                  </a:lnTo>
                  <a:lnTo>
                    <a:pt x="622598" y="434143"/>
                  </a:lnTo>
                  <a:lnTo>
                    <a:pt x="623670" y="433340"/>
                  </a:lnTo>
                  <a:lnTo>
                    <a:pt x="624742" y="432537"/>
                  </a:lnTo>
                  <a:lnTo>
                    <a:pt x="625813" y="431734"/>
                  </a:lnTo>
                  <a:lnTo>
                    <a:pt x="626885" y="430931"/>
                  </a:lnTo>
                  <a:lnTo>
                    <a:pt x="627956" y="430129"/>
                  </a:lnTo>
                  <a:lnTo>
                    <a:pt x="629028" y="429326"/>
                  </a:lnTo>
                  <a:lnTo>
                    <a:pt x="630100" y="428524"/>
                  </a:lnTo>
                  <a:lnTo>
                    <a:pt x="631171" y="427722"/>
                  </a:lnTo>
                  <a:lnTo>
                    <a:pt x="632243" y="426920"/>
                  </a:lnTo>
                  <a:lnTo>
                    <a:pt x="633314" y="426118"/>
                  </a:lnTo>
                  <a:lnTo>
                    <a:pt x="634386" y="425317"/>
                  </a:lnTo>
                  <a:lnTo>
                    <a:pt x="635458" y="424515"/>
                  </a:lnTo>
                  <a:lnTo>
                    <a:pt x="636529" y="423714"/>
                  </a:lnTo>
                  <a:lnTo>
                    <a:pt x="637601" y="422913"/>
                  </a:lnTo>
                  <a:lnTo>
                    <a:pt x="638672" y="422112"/>
                  </a:lnTo>
                  <a:lnTo>
                    <a:pt x="639744" y="421311"/>
                  </a:lnTo>
                  <a:lnTo>
                    <a:pt x="640816" y="420511"/>
                  </a:lnTo>
                  <a:lnTo>
                    <a:pt x="641887" y="419711"/>
                  </a:lnTo>
                  <a:lnTo>
                    <a:pt x="642959" y="418911"/>
                  </a:lnTo>
                  <a:lnTo>
                    <a:pt x="644030" y="418111"/>
                  </a:lnTo>
                  <a:lnTo>
                    <a:pt x="645102" y="417311"/>
                  </a:lnTo>
                  <a:lnTo>
                    <a:pt x="646174" y="416512"/>
                  </a:lnTo>
                  <a:lnTo>
                    <a:pt x="647245" y="415713"/>
                  </a:lnTo>
                  <a:lnTo>
                    <a:pt x="648317" y="414914"/>
                  </a:lnTo>
                  <a:lnTo>
                    <a:pt x="649388" y="414115"/>
                  </a:lnTo>
                  <a:lnTo>
                    <a:pt x="650460" y="413317"/>
                  </a:lnTo>
                  <a:lnTo>
                    <a:pt x="651532" y="412518"/>
                  </a:lnTo>
                  <a:lnTo>
                    <a:pt x="652603" y="411720"/>
                  </a:lnTo>
                  <a:lnTo>
                    <a:pt x="653675" y="410923"/>
                  </a:lnTo>
                  <a:lnTo>
                    <a:pt x="654746" y="410125"/>
                  </a:lnTo>
                  <a:lnTo>
                    <a:pt x="655818" y="409328"/>
                  </a:lnTo>
                  <a:lnTo>
                    <a:pt x="656890" y="408531"/>
                  </a:lnTo>
                  <a:lnTo>
                    <a:pt x="657961" y="407735"/>
                  </a:lnTo>
                  <a:lnTo>
                    <a:pt x="659033" y="406939"/>
                  </a:lnTo>
                  <a:lnTo>
                    <a:pt x="660104" y="406143"/>
                  </a:lnTo>
                  <a:lnTo>
                    <a:pt x="661176" y="405347"/>
                  </a:lnTo>
                  <a:lnTo>
                    <a:pt x="662248" y="404551"/>
                  </a:lnTo>
                  <a:lnTo>
                    <a:pt x="663319" y="403756"/>
                  </a:lnTo>
                  <a:lnTo>
                    <a:pt x="664391" y="402962"/>
                  </a:lnTo>
                  <a:lnTo>
                    <a:pt x="665462" y="402167"/>
                  </a:lnTo>
                  <a:lnTo>
                    <a:pt x="666534" y="401373"/>
                  </a:lnTo>
                  <a:lnTo>
                    <a:pt x="667606" y="400579"/>
                  </a:lnTo>
                  <a:lnTo>
                    <a:pt x="668677" y="399786"/>
                  </a:lnTo>
                  <a:lnTo>
                    <a:pt x="669749" y="398992"/>
                  </a:lnTo>
                  <a:lnTo>
                    <a:pt x="670820" y="398200"/>
                  </a:lnTo>
                  <a:lnTo>
                    <a:pt x="671892" y="397407"/>
                  </a:lnTo>
                  <a:lnTo>
                    <a:pt x="672964" y="396615"/>
                  </a:lnTo>
                  <a:lnTo>
                    <a:pt x="674035" y="395823"/>
                  </a:lnTo>
                  <a:lnTo>
                    <a:pt x="675107" y="395032"/>
                  </a:lnTo>
                  <a:lnTo>
                    <a:pt x="676178" y="394241"/>
                  </a:lnTo>
                  <a:lnTo>
                    <a:pt x="677250" y="393450"/>
                  </a:lnTo>
                  <a:lnTo>
                    <a:pt x="678322" y="392660"/>
                  </a:lnTo>
                  <a:lnTo>
                    <a:pt x="679393" y="391870"/>
                  </a:lnTo>
                  <a:lnTo>
                    <a:pt x="680465" y="391081"/>
                  </a:lnTo>
                  <a:lnTo>
                    <a:pt x="681536" y="390291"/>
                  </a:lnTo>
                  <a:lnTo>
                    <a:pt x="682608" y="389503"/>
                  </a:lnTo>
                  <a:lnTo>
                    <a:pt x="683680" y="388714"/>
                  </a:lnTo>
                  <a:lnTo>
                    <a:pt x="684751" y="387927"/>
                  </a:lnTo>
                  <a:lnTo>
                    <a:pt x="685823" y="387139"/>
                  </a:lnTo>
                  <a:lnTo>
                    <a:pt x="686894" y="386352"/>
                  </a:lnTo>
                  <a:lnTo>
                    <a:pt x="687966" y="385565"/>
                  </a:lnTo>
                  <a:lnTo>
                    <a:pt x="689038" y="384779"/>
                  </a:lnTo>
                  <a:lnTo>
                    <a:pt x="690109" y="383993"/>
                  </a:lnTo>
                  <a:lnTo>
                    <a:pt x="691181" y="383208"/>
                  </a:lnTo>
                  <a:lnTo>
                    <a:pt x="692252" y="382423"/>
                  </a:lnTo>
                  <a:lnTo>
                    <a:pt x="693324" y="381639"/>
                  </a:lnTo>
                  <a:lnTo>
                    <a:pt x="694396" y="380855"/>
                  </a:lnTo>
                  <a:lnTo>
                    <a:pt x="695467" y="380071"/>
                  </a:lnTo>
                  <a:lnTo>
                    <a:pt x="696539" y="379288"/>
                  </a:lnTo>
                  <a:lnTo>
                    <a:pt x="697610" y="378505"/>
                  </a:lnTo>
                  <a:lnTo>
                    <a:pt x="698682" y="377723"/>
                  </a:lnTo>
                  <a:lnTo>
                    <a:pt x="699754" y="376942"/>
                  </a:lnTo>
                  <a:lnTo>
                    <a:pt x="700825" y="376160"/>
                  </a:lnTo>
                  <a:lnTo>
                    <a:pt x="701897" y="375380"/>
                  </a:lnTo>
                  <a:lnTo>
                    <a:pt x="702968" y="374600"/>
                  </a:lnTo>
                  <a:lnTo>
                    <a:pt x="704040" y="373820"/>
                  </a:lnTo>
                  <a:lnTo>
                    <a:pt x="705112" y="373041"/>
                  </a:lnTo>
                  <a:lnTo>
                    <a:pt x="706183" y="372262"/>
                  </a:lnTo>
                  <a:lnTo>
                    <a:pt x="707255" y="371484"/>
                  </a:lnTo>
                  <a:lnTo>
                    <a:pt x="708326" y="370707"/>
                  </a:lnTo>
                  <a:lnTo>
                    <a:pt x="709398" y="369930"/>
                  </a:lnTo>
                  <a:lnTo>
                    <a:pt x="710469" y="369153"/>
                  </a:lnTo>
                  <a:lnTo>
                    <a:pt x="711541" y="368377"/>
                  </a:lnTo>
                  <a:lnTo>
                    <a:pt x="712613" y="367602"/>
                  </a:lnTo>
                  <a:lnTo>
                    <a:pt x="713684" y="366827"/>
                  </a:lnTo>
                  <a:lnTo>
                    <a:pt x="714756" y="366052"/>
                  </a:lnTo>
                  <a:lnTo>
                    <a:pt x="715827" y="365279"/>
                  </a:lnTo>
                  <a:lnTo>
                    <a:pt x="716899" y="364506"/>
                  </a:lnTo>
                  <a:lnTo>
                    <a:pt x="717971" y="363733"/>
                  </a:lnTo>
                  <a:lnTo>
                    <a:pt x="719042" y="362961"/>
                  </a:lnTo>
                  <a:lnTo>
                    <a:pt x="720114" y="362190"/>
                  </a:lnTo>
                  <a:lnTo>
                    <a:pt x="721185" y="361419"/>
                  </a:lnTo>
                  <a:lnTo>
                    <a:pt x="722257" y="360648"/>
                  </a:lnTo>
                  <a:lnTo>
                    <a:pt x="723329" y="359879"/>
                  </a:lnTo>
                  <a:lnTo>
                    <a:pt x="724400" y="359110"/>
                  </a:lnTo>
                  <a:lnTo>
                    <a:pt x="725472" y="358341"/>
                  </a:lnTo>
                  <a:lnTo>
                    <a:pt x="726543" y="357574"/>
                  </a:lnTo>
                  <a:lnTo>
                    <a:pt x="727615" y="356806"/>
                  </a:lnTo>
                  <a:lnTo>
                    <a:pt x="728687" y="356040"/>
                  </a:lnTo>
                  <a:lnTo>
                    <a:pt x="729758" y="355274"/>
                  </a:lnTo>
                  <a:lnTo>
                    <a:pt x="730830" y="354509"/>
                  </a:lnTo>
                  <a:lnTo>
                    <a:pt x="731901" y="353744"/>
                  </a:lnTo>
                  <a:lnTo>
                    <a:pt x="732973" y="352980"/>
                  </a:lnTo>
                  <a:lnTo>
                    <a:pt x="734045" y="352217"/>
                  </a:lnTo>
                  <a:lnTo>
                    <a:pt x="735116" y="351454"/>
                  </a:lnTo>
                  <a:lnTo>
                    <a:pt x="736188" y="350692"/>
                  </a:lnTo>
                  <a:lnTo>
                    <a:pt x="737259" y="349931"/>
                  </a:lnTo>
                  <a:lnTo>
                    <a:pt x="738331" y="349171"/>
                  </a:lnTo>
                  <a:lnTo>
                    <a:pt x="739403" y="348411"/>
                  </a:lnTo>
                  <a:lnTo>
                    <a:pt x="740474" y="347651"/>
                  </a:lnTo>
                  <a:lnTo>
                    <a:pt x="741546" y="346893"/>
                  </a:lnTo>
                  <a:lnTo>
                    <a:pt x="742617" y="346135"/>
                  </a:lnTo>
                  <a:lnTo>
                    <a:pt x="743689" y="345378"/>
                  </a:lnTo>
                  <a:lnTo>
                    <a:pt x="744761" y="344622"/>
                  </a:lnTo>
                  <a:lnTo>
                    <a:pt x="745832" y="343866"/>
                  </a:lnTo>
                  <a:lnTo>
                    <a:pt x="746904" y="343111"/>
                  </a:lnTo>
                  <a:lnTo>
                    <a:pt x="747975" y="342357"/>
                  </a:lnTo>
                  <a:lnTo>
                    <a:pt x="749047" y="341603"/>
                  </a:lnTo>
                  <a:lnTo>
                    <a:pt x="750119" y="340851"/>
                  </a:lnTo>
                  <a:lnTo>
                    <a:pt x="751190" y="340099"/>
                  </a:lnTo>
                  <a:lnTo>
                    <a:pt x="752262" y="339348"/>
                  </a:lnTo>
                  <a:lnTo>
                    <a:pt x="753333" y="338597"/>
                  </a:lnTo>
                  <a:lnTo>
                    <a:pt x="754405" y="337848"/>
                  </a:lnTo>
                  <a:lnTo>
                    <a:pt x="755477" y="337099"/>
                  </a:lnTo>
                  <a:lnTo>
                    <a:pt x="756548" y="336351"/>
                  </a:lnTo>
                  <a:lnTo>
                    <a:pt x="757620" y="335603"/>
                  </a:lnTo>
                  <a:lnTo>
                    <a:pt x="758691" y="334857"/>
                  </a:lnTo>
                  <a:lnTo>
                    <a:pt x="759763" y="334111"/>
                  </a:lnTo>
                  <a:lnTo>
                    <a:pt x="760835" y="333366"/>
                  </a:lnTo>
                  <a:lnTo>
                    <a:pt x="761906" y="332622"/>
                  </a:lnTo>
                  <a:lnTo>
                    <a:pt x="762978" y="331879"/>
                  </a:lnTo>
                  <a:lnTo>
                    <a:pt x="764049" y="331136"/>
                  </a:lnTo>
                  <a:lnTo>
                    <a:pt x="765121" y="330395"/>
                  </a:lnTo>
                  <a:lnTo>
                    <a:pt x="766193" y="329654"/>
                  </a:lnTo>
                  <a:lnTo>
                    <a:pt x="767264" y="328914"/>
                  </a:lnTo>
                  <a:lnTo>
                    <a:pt x="768336" y="328175"/>
                  </a:lnTo>
                  <a:lnTo>
                    <a:pt x="769407" y="327436"/>
                  </a:lnTo>
                  <a:lnTo>
                    <a:pt x="770479" y="326699"/>
                  </a:lnTo>
                  <a:lnTo>
                    <a:pt x="771551" y="325963"/>
                  </a:lnTo>
                  <a:lnTo>
                    <a:pt x="772622" y="325227"/>
                  </a:lnTo>
                  <a:lnTo>
                    <a:pt x="773694" y="324492"/>
                  </a:lnTo>
                  <a:lnTo>
                    <a:pt x="774765" y="323758"/>
                  </a:lnTo>
                  <a:lnTo>
                    <a:pt x="775837" y="323025"/>
                  </a:lnTo>
                  <a:lnTo>
                    <a:pt x="776909" y="322293"/>
                  </a:lnTo>
                  <a:lnTo>
                    <a:pt x="777980" y="321562"/>
                  </a:lnTo>
                  <a:lnTo>
                    <a:pt x="779052" y="320831"/>
                  </a:lnTo>
                  <a:lnTo>
                    <a:pt x="780123" y="320102"/>
                  </a:lnTo>
                  <a:lnTo>
                    <a:pt x="781195" y="319374"/>
                  </a:lnTo>
                  <a:lnTo>
                    <a:pt x="782267" y="318646"/>
                  </a:lnTo>
                  <a:lnTo>
                    <a:pt x="783338" y="317919"/>
                  </a:lnTo>
                  <a:lnTo>
                    <a:pt x="784410" y="317194"/>
                  </a:lnTo>
                  <a:lnTo>
                    <a:pt x="785481" y="316469"/>
                  </a:lnTo>
                  <a:lnTo>
                    <a:pt x="786553" y="315745"/>
                  </a:lnTo>
                  <a:lnTo>
                    <a:pt x="787625" y="315022"/>
                  </a:lnTo>
                  <a:lnTo>
                    <a:pt x="788696" y="314300"/>
                  </a:lnTo>
                  <a:lnTo>
                    <a:pt x="789768" y="313579"/>
                  </a:lnTo>
                  <a:lnTo>
                    <a:pt x="790839" y="312859"/>
                  </a:lnTo>
                  <a:lnTo>
                    <a:pt x="791911" y="312141"/>
                  </a:lnTo>
                  <a:lnTo>
                    <a:pt x="792983" y="311423"/>
                  </a:lnTo>
                  <a:lnTo>
                    <a:pt x="794054" y="310706"/>
                  </a:lnTo>
                  <a:lnTo>
                    <a:pt x="795126" y="309990"/>
                  </a:lnTo>
                  <a:lnTo>
                    <a:pt x="796197" y="309275"/>
                  </a:lnTo>
                  <a:lnTo>
                    <a:pt x="797269" y="308561"/>
                  </a:lnTo>
                  <a:lnTo>
                    <a:pt x="798341" y="307848"/>
                  </a:lnTo>
                  <a:lnTo>
                    <a:pt x="799412" y="307136"/>
                  </a:lnTo>
                  <a:lnTo>
                    <a:pt x="800484" y="306425"/>
                  </a:lnTo>
                  <a:lnTo>
                    <a:pt x="801555" y="305715"/>
                  </a:lnTo>
                  <a:lnTo>
                    <a:pt x="802627" y="305006"/>
                  </a:lnTo>
                  <a:lnTo>
                    <a:pt x="803699" y="304298"/>
                  </a:lnTo>
                  <a:lnTo>
                    <a:pt x="804770" y="303592"/>
                  </a:lnTo>
                  <a:lnTo>
                    <a:pt x="805842" y="302886"/>
                  </a:lnTo>
                  <a:lnTo>
                    <a:pt x="806913" y="302181"/>
                  </a:lnTo>
                  <a:lnTo>
                    <a:pt x="807985" y="301478"/>
                  </a:lnTo>
                  <a:lnTo>
                    <a:pt x="809057" y="300775"/>
                  </a:lnTo>
                  <a:lnTo>
                    <a:pt x="810128" y="300074"/>
                  </a:lnTo>
                  <a:lnTo>
                    <a:pt x="811200" y="299374"/>
                  </a:lnTo>
                  <a:lnTo>
                    <a:pt x="812271" y="298674"/>
                  </a:lnTo>
                  <a:lnTo>
                    <a:pt x="813343" y="297976"/>
                  </a:lnTo>
                  <a:lnTo>
                    <a:pt x="814415" y="297279"/>
                  </a:lnTo>
                  <a:lnTo>
                    <a:pt x="815486" y="296583"/>
                  </a:lnTo>
                  <a:lnTo>
                    <a:pt x="816558" y="295889"/>
                  </a:lnTo>
                  <a:lnTo>
                    <a:pt x="817629" y="295195"/>
                  </a:lnTo>
                  <a:lnTo>
                    <a:pt x="818701" y="294503"/>
                  </a:lnTo>
                  <a:lnTo>
                    <a:pt x="819773" y="293811"/>
                  </a:lnTo>
                  <a:lnTo>
                    <a:pt x="820844" y="293121"/>
                  </a:lnTo>
                  <a:lnTo>
                    <a:pt x="821916" y="292432"/>
                  </a:lnTo>
                  <a:lnTo>
                    <a:pt x="822987" y="291744"/>
                  </a:lnTo>
                  <a:lnTo>
                    <a:pt x="824059" y="291058"/>
                  </a:lnTo>
                  <a:lnTo>
                    <a:pt x="825131" y="290372"/>
                  </a:lnTo>
                  <a:lnTo>
                    <a:pt x="826202" y="289688"/>
                  </a:lnTo>
                  <a:lnTo>
                    <a:pt x="827274" y="289005"/>
                  </a:lnTo>
                  <a:lnTo>
                    <a:pt x="828345" y="288323"/>
                  </a:lnTo>
                  <a:lnTo>
                    <a:pt x="829417" y="287642"/>
                  </a:lnTo>
                  <a:lnTo>
                    <a:pt x="830489" y="286962"/>
                  </a:lnTo>
                  <a:lnTo>
                    <a:pt x="831560" y="286284"/>
                  </a:lnTo>
                  <a:lnTo>
                    <a:pt x="832632" y="285607"/>
                  </a:lnTo>
                  <a:lnTo>
                    <a:pt x="833703" y="284931"/>
                  </a:lnTo>
                  <a:lnTo>
                    <a:pt x="834775" y="284256"/>
                  </a:lnTo>
                  <a:lnTo>
                    <a:pt x="835847" y="283583"/>
                  </a:lnTo>
                  <a:lnTo>
                    <a:pt x="836918" y="282910"/>
                  </a:lnTo>
                  <a:lnTo>
                    <a:pt x="837990" y="282239"/>
                  </a:lnTo>
                  <a:lnTo>
                    <a:pt x="839061" y="281570"/>
                  </a:lnTo>
                  <a:lnTo>
                    <a:pt x="840133" y="280901"/>
                  </a:lnTo>
                  <a:lnTo>
                    <a:pt x="841205" y="280234"/>
                  </a:lnTo>
                  <a:lnTo>
                    <a:pt x="842276" y="279568"/>
                  </a:lnTo>
                  <a:lnTo>
                    <a:pt x="843348" y="278904"/>
                  </a:lnTo>
                  <a:lnTo>
                    <a:pt x="844419" y="278240"/>
                  </a:lnTo>
                  <a:lnTo>
                    <a:pt x="845491" y="277578"/>
                  </a:lnTo>
                  <a:lnTo>
                    <a:pt x="846563" y="276918"/>
                  </a:lnTo>
                  <a:lnTo>
                    <a:pt x="847634" y="276258"/>
                  </a:lnTo>
                  <a:lnTo>
                    <a:pt x="848706" y="275600"/>
                  </a:lnTo>
                  <a:lnTo>
                    <a:pt x="849777" y="274943"/>
                  </a:lnTo>
                  <a:lnTo>
                    <a:pt x="850849" y="274288"/>
                  </a:lnTo>
                  <a:lnTo>
                    <a:pt x="851921" y="273634"/>
                  </a:lnTo>
                  <a:lnTo>
                    <a:pt x="852992" y="272981"/>
                  </a:lnTo>
                  <a:lnTo>
                    <a:pt x="854064" y="272329"/>
                  </a:lnTo>
                  <a:lnTo>
                    <a:pt x="855135" y="271679"/>
                  </a:lnTo>
                  <a:lnTo>
                    <a:pt x="856207" y="271030"/>
                  </a:lnTo>
                  <a:lnTo>
                    <a:pt x="857279" y="270383"/>
                  </a:lnTo>
                  <a:lnTo>
                    <a:pt x="858350" y="269737"/>
                  </a:lnTo>
                  <a:lnTo>
                    <a:pt x="859422" y="269092"/>
                  </a:lnTo>
                  <a:lnTo>
                    <a:pt x="860493" y="268449"/>
                  </a:lnTo>
                  <a:lnTo>
                    <a:pt x="861565" y="267807"/>
                  </a:lnTo>
                  <a:lnTo>
                    <a:pt x="862637" y="267167"/>
                  </a:lnTo>
                  <a:lnTo>
                    <a:pt x="863708" y="266528"/>
                  </a:lnTo>
                  <a:lnTo>
                    <a:pt x="864780" y="265890"/>
                  </a:lnTo>
                  <a:lnTo>
                    <a:pt x="865851" y="265254"/>
                  </a:lnTo>
                  <a:lnTo>
                    <a:pt x="866923" y="264619"/>
                  </a:lnTo>
                  <a:lnTo>
                    <a:pt x="867995" y="263986"/>
                  </a:lnTo>
                  <a:lnTo>
                    <a:pt x="869066" y="263354"/>
                  </a:lnTo>
                  <a:lnTo>
                    <a:pt x="870138" y="262723"/>
                  </a:lnTo>
                  <a:lnTo>
                    <a:pt x="871209" y="262094"/>
                  </a:lnTo>
                  <a:lnTo>
                    <a:pt x="872281" y="261467"/>
                  </a:lnTo>
                  <a:lnTo>
                    <a:pt x="873353" y="260841"/>
                  </a:lnTo>
                  <a:lnTo>
                    <a:pt x="874424" y="260216"/>
                  </a:lnTo>
                  <a:lnTo>
                    <a:pt x="875496" y="259593"/>
                  </a:lnTo>
                  <a:lnTo>
                    <a:pt x="876567" y="258971"/>
                  </a:lnTo>
                  <a:lnTo>
                    <a:pt x="877639" y="258351"/>
                  </a:lnTo>
                  <a:lnTo>
                    <a:pt x="878711" y="257732"/>
                  </a:lnTo>
                  <a:lnTo>
                    <a:pt x="879782" y="257115"/>
                  </a:lnTo>
                  <a:lnTo>
                    <a:pt x="880854" y="256499"/>
                  </a:lnTo>
                  <a:lnTo>
                    <a:pt x="881925" y="255885"/>
                  </a:lnTo>
                  <a:lnTo>
                    <a:pt x="882997" y="255272"/>
                  </a:lnTo>
                  <a:lnTo>
                    <a:pt x="884069" y="254661"/>
                  </a:lnTo>
                  <a:lnTo>
                    <a:pt x="885140" y="254051"/>
                  </a:lnTo>
                  <a:lnTo>
                    <a:pt x="886212" y="253443"/>
                  </a:lnTo>
                  <a:lnTo>
                    <a:pt x="887283" y="252837"/>
                  </a:lnTo>
                  <a:lnTo>
                    <a:pt x="888355" y="252232"/>
                  </a:lnTo>
                  <a:lnTo>
                    <a:pt x="889426" y="251629"/>
                  </a:lnTo>
                  <a:lnTo>
                    <a:pt x="890498" y="251027"/>
                  </a:lnTo>
                  <a:lnTo>
                    <a:pt x="891570" y="250426"/>
                  </a:lnTo>
                  <a:lnTo>
                    <a:pt x="892641" y="249828"/>
                  </a:lnTo>
                  <a:lnTo>
                    <a:pt x="893713" y="249231"/>
                  </a:lnTo>
                  <a:lnTo>
                    <a:pt x="894784" y="248635"/>
                  </a:lnTo>
                  <a:lnTo>
                    <a:pt x="895856" y="248041"/>
                  </a:lnTo>
                  <a:lnTo>
                    <a:pt x="896928" y="247449"/>
                  </a:lnTo>
                  <a:lnTo>
                    <a:pt x="897999" y="246858"/>
                  </a:lnTo>
                  <a:lnTo>
                    <a:pt x="899071" y="246269"/>
                  </a:lnTo>
                  <a:lnTo>
                    <a:pt x="900142" y="245682"/>
                  </a:lnTo>
                  <a:lnTo>
                    <a:pt x="901214" y="245096"/>
                  </a:lnTo>
                  <a:lnTo>
                    <a:pt x="902286" y="244512"/>
                  </a:lnTo>
                  <a:lnTo>
                    <a:pt x="903357" y="243929"/>
                  </a:lnTo>
                  <a:lnTo>
                    <a:pt x="904429" y="243348"/>
                  </a:lnTo>
                  <a:lnTo>
                    <a:pt x="905500" y="242769"/>
                  </a:lnTo>
                  <a:lnTo>
                    <a:pt x="906572" y="242192"/>
                  </a:lnTo>
                  <a:lnTo>
                    <a:pt x="907644" y="241616"/>
                  </a:lnTo>
                  <a:lnTo>
                    <a:pt x="908715" y="241042"/>
                  </a:lnTo>
                  <a:lnTo>
                    <a:pt x="909787" y="240469"/>
                  </a:lnTo>
                  <a:lnTo>
                    <a:pt x="910858" y="239898"/>
                  </a:lnTo>
                  <a:lnTo>
                    <a:pt x="911930" y="239329"/>
                  </a:lnTo>
                  <a:lnTo>
                    <a:pt x="913002" y="238762"/>
                  </a:lnTo>
                  <a:lnTo>
                    <a:pt x="914073" y="238196"/>
                  </a:lnTo>
                  <a:lnTo>
                    <a:pt x="915145" y="237632"/>
                  </a:lnTo>
                  <a:lnTo>
                    <a:pt x="916216" y="237070"/>
                  </a:lnTo>
                  <a:lnTo>
                    <a:pt x="917288" y="236509"/>
                  </a:lnTo>
                  <a:lnTo>
                    <a:pt x="918360" y="235950"/>
                  </a:lnTo>
                  <a:lnTo>
                    <a:pt x="919431" y="235393"/>
                  </a:lnTo>
                  <a:lnTo>
                    <a:pt x="920503" y="234838"/>
                  </a:lnTo>
                  <a:lnTo>
                    <a:pt x="921574" y="234285"/>
                  </a:lnTo>
                  <a:lnTo>
                    <a:pt x="922646" y="233733"/>
                  </a:lnTo>
                  <a:lnTo>
                    <a:pt x="923718" y="233183"/>
                  </a:lnTo>
                  <a:lnTo>
                    <a:pt x="924789" y="232635"/>
                  </a:lnTo>
                  <a:lnTo>
                    <a:pt x="925861" y="232088"/>
                  </a:lnTo>
                  <a:lnTo>
                    <a:pt x="926932" y="231544"/>
                  </a:lnTo>
                  <a:lnTo>
                    <a:pt x="928004" y="231001"/>
                  </a:lnTo>
                  <a:lnTo>
                    <a:pt x="929076" y="230460"/>
                  </a:lnTo>
                  <a:lnTo>
                    <a:pt x="930147" y="229920"/>
                  </a:lnTo>
                  <a:lnTo>
                    <a:pt x="931219" y="229383"/>
                  </a:lnTo>
                  <a:lnTo>
                    <a:pt x="932290" y="228847"/>
                  </a:lnTo>
                  <a:lnTo>
                    <a:pt x="933362" y="228314"/>
                  </a:lnTo>
                  <a:lnTo>
                    <a:pt x="934434" y="227782"/>
                  </a:lnTo>
                  <a:lnTo>
                    <a:pt x="935505" y="227252"/>
                  </a:lnTo>
                  <a:lnTo>
                    <a:pt x="936577" y="226723"/>
                  </a:lnTo>
                  <a:lnTo>
                    <a:pt x="937648" y="226197"/>
                  </a:lnTo>
                  <a:lnTo>
                    <a:pt x="938720" y="225673"/>
                  </a:lnTo>
                  <a:lnTo>
                    <a:pt x="939792" y="225150"/>
                  </a:lnTo>
                  <a:lnTo>
                    <a:pt x="940863" y="224629"/>
                  </a:lnTo>
                  <a:lnTo>
                    <a:pt x="941935" y="224110"/>
                  </a:lnTo>
                  <a:lnTo>
                    <a:pt x="943006" y="223593"/>
                  </a:lnTo>
                  <a:lnTo>
                    <a:pt x="944078" y="223078"/>
                  </a:lnTo>
                  <a:lnTo>
                    <a:pt x="945150" y="222565"/>
                  </a:lnTo>
                  <a:lnTo>
                    <a:pt x="946221" y="222054"/>
                  </a:lnTo>
                  <a:lnTo>
                    <a:pt x="947293" y="221544"/>
                  </a:lnTo>
                  <a:lnTo>
                    <a:pt x="948364" y="221037"/>
                  </a:lnTo>
                  <a:lnTo>
                    <a:pt x="949436" y="220532"/>
                  </a:lnTo>
                  <a:lnTo>
                    <a:pt x="950508" y="220028"/>
                  </a:lnTo>
                  <a:lnTo>
                    <a:pt x="951579" y="219526"/>
                  </a:lnTo>
                  <a:lnTo>
                    <a:pt x="952651" y="219027"/>
                  </a:lnTo>
                  <a:lnTo>
                    <a:pt x="953722" y="218529"/>
                  </a:lnTo>
                  <a:lnTo>
                    <a:pt x="954794" y="218033"/>
                  </a:lnTo>
                  <a:lnTo>
                    <a:pt x="955866" y="217539"/>
                  </a:lnTo>
                  <a:lnTo>
                    <a:pt x="956937" y="217048"/>
                  </a:lnTo>
                  <a:lnTo>
                    <a:pt x="958009" y="216558"/>
                  </a:lnTo>
                  <a:lnTo>
                    <a:pt x="959080" y="216070"/>
                  </a:lnTo>
                  <a:lnTo>
                    <a:pt x="960152" y="215584"/>
                  </a:lnTo>
                  <a:lnTo>
                    <a:pt x="961224" y="215100"/>
                  </a:lnTo>
                  <a:lnTo>
                    <a:pt x="962295" y="214618"/>
                  </a:lnTo>
                  <a:lnTo>
                    <a:pt x="963367" y="214139"/>
                  </a:lnTo>
                  <a:lnTo>
                    <a:pt x="964438" y="213661"/>
                  </a:lnTo>
                  <a:lnTo>
                    <a:pt x="965510" y="213185"/>
                  </a:lnTo>
                  <a:lnTo>
                    <a:pt x="966582" y="212711"/>
                  </a:lnTo>
                  <a:lnTo>
                    <a:pt x="967653" y="212240"/>
                  </a:lnTo>
                  <a:lnTo>
                    <a:pt x="968725" y="211770"/>
                  </a:lnTo>
                  <a:lnTo>
                    <a:pt x="969796" y="211302"/>
                  </a:lnTo>
                  <a:lnTo>
                    <a:pt x="970868" y="210837"/>
                  </a:lnTo>
                  <a:lnTo>
                    <a:pt x="971940" y="210373"/>
                  </a:lnTo>
                  <a:lnTo>
                    <a:pt x="973011" y="209912"/>
                  </a:lnTo>
                  <a:lnTo>
                    <a:pt x="974083" y="209453"/>
                  </a:lnTo>
                  <a:lnTo>
                    <a:pt x="975154" y="208995"/>
                  </a:lnTo>
                  <a:lnTo>
                    <a:pt x="976226" y="208540"/>
                  </a:lnTo>
                  <a:lnTo>
                    <a:pt x="977298" y="208087"/>
                  </a:lnTo>
                  <a:lnTo>
                    <a:pt x="978369" y="207636"/>
                  </a:lnTo>
                  <a:lnTo>
                    <a:pt x="979441" y="207187"/>
                  </a:lnTo>
                  <a:lnTo>
                    <a:pt x="980512" y="206741"/>
                  </a:lnTo>
                  <a:lnTo>
                    <a:pt x="981584" y="206296"/>
                  </a:lnTo>
                  <a:lnTo>
                    <a:pt x="982656" y="205854"/>
                  </a:lnTo>
                  <a:lnTo>
                    <a:pt x="983727" y="205413"/>
                  </a:lnTo>
                  <a:lnTo>
                    <a:pt x="984799" y="204975"/>
                  </a:lnTo>
                  <a:lnTo>
                    <a:pt x="985870" y="204539"/>
                  </a:lnTo>
                  <a:lnTo>
                    <a:pt x="986942" y="204105"/>
                  </a:lnTo>
                  <a:lnTo>
                    <a:pt x="988014" y="203674"/>
                  </a:lnTo>
                  <a:lnTo>
                    <a:pt x="989085" y="203244"/>
                  </a:lnTo>
                  <a:lnTo>
                    <a:pt x="990157" y="202817"/>
                  </a:lnTo>
                  <a:lnTo>
                    <a:pt x="991228" y="202392"/>
                  </a:lnTo>
                  <a:lnTo>
                    <a:pt x="992300" y="201969"/>
                  </a:lnTo>
                  <a:lnTo>
                    <a:pt x="993372" y="201548"/>
                  </a:lnTo>
                  <a:lnTo>
                    <a:pt x="994443" y="201129"/>
                  </a:lnTo>
                  <a:lnTo>
                    <a:pt x="995515" y="200713"/>
                  </a:lnTo>
                  <a:lnTo>
                    <a:pt x="996586" y="200299"/>
                  </a:lnTo>
                  <a:lnTo>
                    <a:pt x="997658" y="199887"/>
                  </a:lnTo>
                  <a:lnTo>
                    <a:pt x="998730" y="199477"/>
                  </a:lnTo>
                  <a:lnTo>
                    <a:pt x="999801" y="199070"/>
                  </a:lnTo>
                  <a:lnTo>
                    <a:pt x="1000873" y="198665"/>
                  </a:lnTo>
                  <a:lnTo>
                    <a:pt x="1001944" y="198262"/>
                  </a:lnTo>
                  <a:lnTo>
                    <a:pt x="1003016" y="197861"/>
                  </a:lnTo>
                  <a:lnTo>
                    <a:pt x="1004088" y="197462"/>
                  </a:lnTo>
                  <a:lnTo>
                    <a:pt x="1005159" y="197066"/>
                  </a:lnTo>
                  <a:lnTo>
                    <a:pt x="1006231" y="196672"/>
                  </a:lnTo>
                  <a:lnTo>
                    <a:pt x="1007302" y="196281"/>
                  </a:lnTo>
                  <a:lnTo>
                    <a:pt x="1008374" y="195891"/>
                  </a:lnTo>
                  <a:lnTo>
                    <a:pt x="1009446" y="195504"/>
                  </a:lnTo>
                  <a:lnTo>
                    <a:pt x="1010517" y="195120"/>
                  </a:lnTo>
                  <a:lnTo>
                    <a:pt x="1011589" y="194737"/>
                  </a:lnTo>
                  <a:lnTo>
                    <a:pt x="1012660" y="194357"/>
                  </a:lnTo>
                  <a:lnTo>
                    <a:pt x="1013732" y="193979"/>
                  </a:lnTo>
                  <a:lnTo>
                    <a:pt x="1014804" y="193604"/>
                  </a:lnTo>
                  <a:lnTo>
                    <a:pt x="1015875" y="193230"/>
                  </a:lnTo>
                  <a:lnTo>
                    <a:pt x="1016947" y="192860"/>
                  </a:lnTo>
                  <a:lnTo>
                    <a:pt x="1018018" y="192491"/>
                  </a:lnTo>
                  <a:lnTo>
                    <a:pt x="1019090" y="192125"/>
                  </a:lnTo>
                  <a:lnTo>
                    <a:pt x="1020162" y="191761"/>
                  </a:lnTo>
                  <a:lnTo>
                    <a:pt x="1021233" y="191400"/>
                  </a:lnTo>
                  <a:lnTo>
                    <a:pt x="1022305" y="191041"/>
                  </a:lnTo>
                  <a:lnTo>
                    <a:pt x="1023376" y="190684"/>
                  </a:lnTo>
                  <a:lnTo>
                    <a:pt x="1024448" y="190330"/>
                  </a:lnTo>
                  <a:lnTo>
                    <a:pt x="1025520" y="189978"/>
                  </a:lnTo>
                  <a:lnTo>
                    <a:pt x="1026591" y="189628"/>
                  </a:lnTo>
                  <a:lnTo>
                    <a:pt x="1027663" y="189281"/>
                  </a:lnTo>
                  <a:lnTo>
                    <a:pt x="1028734" y="188936"/>
                  </a:lnTo>
                  <a:lnTo>
                    <a:pt x="1029806" y="188594"/>
                  </a:lnTo>
                  <a:lnTo>
                    <a:pt x="1030878" y="188254"/>
                  </a:lnTo>
                  <a:lnTo>
                    <a:pt x="1031949" y="187917"/>
                  </a:lnTo>
                  <a:lnTo>
                    <a:pt x="1033021" y="187581"/>
                  </a:lnTo>
                  <a:lnTo>
                    <a:pt x="1034092" y="187249"/>
                  </a:lnTo>
                  <a:lnTo>
                    <a:pt x="1035164" y="186919"/>
                  </a:lnTo>
                  <a:lnTo>
                    <a:pt x="1036236" y="186591"/>
                  </a:lnTo>
                  <a:lnTo>
                    <a:pt x="1037307" y="186266"/>
                  </a:lnTo>
                  <a:lnTo>
                    <a:pt x="1038379" y="185943"/>
                  </a:lnTo>
                  <a:lnTo>
                    <a:pt x="1039450" y="185622"/>
                  </a:lnTo>
                  <a:lnTo>
                    <a:pt x="1040522" y="185305"/>
                  </a:lnTo>
                  <a:lnTo>
                    <a:pt x="1041594" y="184989"/>
                  </a:lnTo>
                  <a:lnTo>
                    <a:pt x="1042665" y="184676"/>
                  </a:lnTo>
                  <a:lnTo>
                    <a:pt x="1043737" y="184366"/>
                  </a:lnTo>
                  <a:lnTo>
                    <a:pt x="1044808" y="184058"/>
                  </a:lnTo>
                  <a:lnTo>
                    <a:pt x="1045880" y="183752"/>
                  </a:lnTo>
                  <a:lnTo>
                    <a:pt x="1046952" y="183450"/>
                  </a:lnTo>
                  <a:lnTo>
                    <a:pt x="1048023" y="183149"/>
                  </a:lnTo>
                  <a:lnTo>
                    <a:pt x="1049095" y="182851"/>
                  </a:lnTo>
                  <a:lnTo>
                    <a:pt x="1050166" y="182556"/>
                  </a:lnTo>
                  <a:lnTo>
                    <a:pt x="1051238" y="182263"/>
                  </a:lnTo>
                  <a:lnTo>
                    <a:pt x="1052310" y="181973"/>
                  </a:lnTo>
                  <a:lnTo>
                    <a:pt x="1053381" y="181685"/>
                  </a:lnTo>
                  <a:lnTo>
                    <a:pt x="1054453" y="181400"/>
                  </a:lnTo>
                  <a:lnTo>
                    <a:pt x="1055524" y="181117"/>
                  </a:lnTo>
                  <a:lnTo>
                    <a:pt x="1056596" y="180837"/>
                  </a:lnTo>
                  <a:lnTo>
                    <a:pt x="1057668" y="180560"/>
                  </a:lnTo>
                  <a:lnTo>
                    <a:pt x="1058739" y="180285"/>
                  </a:lnTo>
                  <a:lnTo>
                    <a:pt x="1059811" y="180012"/>
                  </a:lnTo>
                  <a:lnTo>
                    <a:pt x="1060882" y="179742"/>
                  </a:lnTo>
                  <a:lnTo>
                    <a:pt x="1061954" y="179475"/>
                  </a:lnTo>
                  <a:lnTo>
                    <a:pt x="1063026" y="179211"/>
                  </a:lnTo>
                  <a:lnTo>
                    <a:pt x="1064097" y="178949"/>
                  </a:lnTo>
                  <a:lnTo>
                    <a:pt x="1065169" y="178689"/>
                  </a:lnTo>
                  <a:lnTo>
                    <a:pt x="1066240" y="178433"/>
                  </a:lnTo>
                  <a:lnTo>
                    <a:pt x="1067312" y="178178"/>
                  </a:lnTo>
                  <a:lnTo>
                    <a:pt x="1068383" y="177927"/>
                  </a:lnTo>
                  <a:lnTo>
                    <a:pt x="1069455" y="177678"/>
                  </a:lnTo>
                  <a:lnTo>
                    <a:pt x="1070527" y="177432"/>
                  </a:lnTo>
                  <a:lnTo>
                    <a:pt x="1071598" y="177188"/>
                  </a:lnTo>
                  <a:lnTo>
                    <a:pt x="1072670" y="176947"/>
                  </a:lnTo>
                  <a:lnTo>
                    <a:pt x="1073741" y="176709"/>
                  </a:lnTo>
                  <a:lnTo>
                    <a:pt x="1074813" y="176473"/>
                  </a:lnTo>
                  <a:lnTo>
                    <a:pt x="1075885" y="176240"/>
                  </a:lnTo>
                  <a:lnTo>
                    <a:pt x="1076956" y="176010"/>
                  </a:lnTo>
                  <a:lnTo>
                    <a:pt x="1078028" y="175782"/>
                  </a:lnTo>
                  <a:lnTo>
                    <a:pt x="1079099" y="175558"/>
                  </a:lnTo>
                  <a:lnTo>
                    <a:pt x="1080171" y="175335"/>
                  </a:lnTo>
                  <a:lnTo>
                    <a:pt x="1081243" y="175116"/>
                  </a:lnTo>
                  <a:lnTo>
                    <a:pt x="1082314" y="174899"/>
                  </a:lnTo>
                  <a:lnTo>
                    <a:pt x="1083386" y="174684"/>
                  </a:lnTo>
                  <a:lnTo>
                    <a:pt x="1084457" y="174473"/>
                  </a:lnTo>
                  <a:lnTo>
                    <a:pt x="1085529" y="174264"/>
                  </a:lnTo>
                  <a:lnTo>
                    <a:pt x="1086601" y="174057"/>
                  </a:lnTo>
                  <a:lnTo>
                    <a:pt x="1087672" y="173853"/>
                  </a:lnTo>
                  <a:lnTo>
                    <a:pt x="1088744" y="173652"/>
                  </a:lnTo>
                  <a:lnTo>
                    <a:pt x="1089815" y="173453"/>
                  </a:lnTo>
                  <a:lnTo>
                    <a:pt x="1090887" y="173257"/>
                  </a:lnTo>
                  <a:lnTo>
                    <a:pt x="1091959" y="173064"/>
                  </a:lnTo>
                  <a:lnTo>
                    <a:pt x="1093030" y="172873"/>
                  </a:lnTo>
                  <a:lnTo>
                    <a:pt x="1094102" y="172684"/>
                  </a:lnTo>
                  <a:lnTo>
                    <a:pt x="1095173" y="172498"/>
                  </a:lnTo>
                  <a:lnTo>
                    <a:pt x="1096245" y="172315"/>
                  </a:lnTo>
                  <a:lnTo>
                    <a:pt x="1097317" y="172134"/>
                  </a:lnTo>
                  <a:lnTo>
                    <a:pt x="1098388" y="171956"/>
                  </a:lnTo>
                  <a:lnTo>
                    <a:pt x="1099460" y="171780"/>
                  </a:lnTo>
                  <a:lnTo>
                    <a:pt x="1100531" y="171606"/>
                  </a:lnTo>
                  <a:lnTo>
                    <a:pt x="1101603" y="171435"/>
                  </a:lnTo>
                  <a:lnTo>
                    <a:pt x="1102675" y="171267"/>
                  </a:lnTo>
                  <a:lnTo>
                    <a:pt x="1103746" y="171101"/>
                  </a:lnTo>
                  <a:lnTo>
                    <a:pt x="1104818" y="170937"/>
                  </a:lnTo>
                  <a:lnTo>
                    <a:pt x="1105889" y="170776"/>
                  </a:lnTo>
                  <a:lnTo>
                    <a:pt x="1106961" y="170617"/>
                  </a:lnTo>
                  <a:lnTo>
                    <a:pt x="1108033" y="170461"/>
                  </a:lnTo>
                  <a:lnTo>
                    <a:pt x="1109104" y="170307"/>
                  </a:lnTo>
                  <a:lnTo>
                    <a:pt x="1110176" y="170156"/>
                  </a:lnTo>
                  <a:lnTo>
                    <a:pt x="1111247" y="170006"/>
                  </a:lnTo>
                  <a:lnTo>
                    <a:pt x="1112319" y="169860"/>
                  </a:lnTo>
                  <a:lnTo>
                    <a:pt x="1113391" y="169715"/>
                  </a:lnTo>
                  <a:lnTo>
                    <a:pt x="1114462" y="169573"/>
                  </a:lnTo>
                  <a:lnTo>
                    <a:pt x="1115534" y="169433"/>
                  </a:lnTo>
                  <a:lnTo>
                    <a:pt x="1116605" y="169296"/>
                  </a:lnTo>
                  <a:lnTo>
                    <a:pt x="1117677" y="169161"/>
                  </a:lnTo>
                  <a:lnTo>
                    <a:pt x="1118749" y="169028"/>
                  </a:lnTo>
                  <a:lnTo>
                    <a:pt x="1119820" y="168897"/>
                  </a:lnTo>
                  <a:lnTo>
                    <a:pt x="1120892" y="168769"/>
                  </a:lnTo>
                  <a:lnTo>
                    <a:pt x="1121963" y="168643"/>
                  </a:lnTo>
                  <a:lnTo>
                    <a:pt x="1123035" y="168519"/>
                  </a:lnTo>
                  <a:lnTo>
                    <a:pt x="1124107" y="168398"/>
                  </a:lnTo>
                  <a:lnTo>
                    <a:pt x="1125178" y="168278"/>
                  </a:lnTo>
                  <a:lnTo>
                    <a:pt x="1126250" y="168161"/>
                  </a:lnTo>
                  <a:lnTo>
                    <a:pt x="1127321" y="168046"/>
                  </a:lnTo>
                  <a:lnTo>
                    <a:pt x="1128393" y="167934"/>
                  </a:lnTo>
                  <a:lnTo>
                    <a:pt x="1129465" y="167823"/>
                  </a:lnTo>
                  <a:lnTo>
                    <a:pt x="1130536" y="167715"/>
                  </a:lnTo>
                  <a:lnTo>
                    <a:pt x="1131608" y="167609"/>
                  </a:lnTo>
                  <a:lnTo>
                    <a:pt x="1132679" y="167505"/>
                  </a:lnTo>
                  <a:lnTo>
                    <a:pt x="1133751" y="167403"/>
                  </a:lnTo>
                  <a:lnTo>
                    <a:pt x="1134823" y="167304"/>
                  </a:lnTo>
                  <a:lnTo>
                    <a:pt x="1135894" y="167206"/>
                  </a:lnTo>
                  <a:lnTo>
                    <a:pt x="1136966" y="167111"/>
                  </a:lnTo>
                  <a:lnTo>
                    <a:pt x="1138037" y="167018"/>
                  </a:lnTo>
                  <a:lnTo>
                    <a:pt x="1139109" y="166927"/>
                  </a:lnTo>
                  <a:lnTo>
                    <a:pt x="1140181" y="166837"/>
                  </a:lnTo>
                  <a:lnTo>
                    <a:pt x="1141252" y="166750"/>
                  </a:lnTo>
                  <a:lnTo>
                    <a:pt x="1142324" y="166666"/>
                  </a:lnTo>
                  <a:lnTo>
                    <a:pt x="1143395" y="166583"/>
                  </a:lnTo>
                  <a:lnTo>
                    <a:pt x="1144467" y="166502"/>
                  </a:lnTo>
                  <a:lnTo>
                    <a:pt x="1145539" y="166423"/>
                  </a:lnTo>
                  <a:lnTo>
                    <a:pt x="1146610" y="166346"/>
                  </a:lnTo>
                  <a:lnTo>
                    <a:pt x="1147682" y="166272"/>
                  </a:lnTo>
                  <a:lnTo>
                    <a:pt x="1148753" y="166199"/>
                  </a:lnTo>
                  <a:lnTo>
                    <a:pt x="1149825" y="166128"/>
                  </a:lnTo>
                  <a:lnTo>
                    <a:pt x="1150897" y="166059"/>
                  </a:lnTo>
                  <a:lnTo>
                    <a:pt x="1151968" y="165992"/>
                  </a:lnTo>
                  <a:lnTo>
                    <a:pt x="1153040" y="165927"/>
                  </a:lnTo>
                  <a:lnTo>
                    <a:pt x="1154111" y="165865"/>
                  </a:lnTo>
                  <a:lnTo>
                    <a:pt x="1155183" y="165804"/>
                  </a:lnTo>
                  <a:lnTo>
                    <a:pt x="1156255" y="165744"/>
                  </a:lnTo>
                  <a:lnTo>
                    <a:pt x="1157326" y="165687"/>
                  </a:lnTo>
                  <a:lnTo>
                    <a:pt x="1158398" y="165632"/>
                  </a:lnTo>
                  <a:lnTo>
                    <a:pt x="1159469" y="165579"/>
                  </a:lnTo>
                  <a:lnTo>
                    <a:pt x="1160541" y="165527"/>
                  </a:lnTo>
                  <a:lnTo>
                    <a:pt x="1161613" y="165477"/>
                  </a:lnTo>
                  <a:lnTo>
                    <a:pt x="1162684" y="165430"/>
                  </a:lnTo>
                  <a:lnTo>
                    <a:pt x="1163756" y="165384"/>
                  </a:lnTo>
                  <a:lnTo>
                    <a:pt x="1164827" y="165340"/>
                  </a:lnTo>
                  <a:lnTo>
                    <a:pt x="1165899" y="165297"/>
                  </a:lnTo>
                  <a:lnTo>
                    <a:pt x="1166971" y="165257"/>
                  </a:lnTo>
                  <a:lnTo>
                    <a:pt x="1168042" y="165218"/>
                  </a:lnTo>
                  <a:lnTo>
                    <a:pt x="1169114" y="165181"/>
                  </a:lnTo>
                  <a:lnTo>
                    <a:pt x="1170185" y="165146"/>
                  </a:lnTo>
                  <a:lnTo>
                    <a:pt x="1171257" y="165113"/>
                  </a:lnTo>
                  <a:lnTo>
                    <a:pt x="1172329" y="165081"/>
                  </a:lnTo>
                  <a:lnTo>
                    <a:pt x="1173400" y="165051"/>
                  </a:lnTo>
                  <a:lnTo>
                    <a:pt x="1174472" y="165023"/>
                  </a:lnTo>
                  <a:lnTo>
                    <a:pt x="1175543" y="164997"/>
                  </a:lnTo>
                  <a:lnTo>
                    <a:pt x="1176615" y="164972"/>
                  </a:lnTo>
                  <a:lnTo>
                    <a:pt x="1177687" y="164949"/>
                  </a:lnTo>
                  <a:lnTo>
                    <a:pt x="1178758" y="164928"/>
                  </a:lnTo>
                  <a:lnTo>
                    <a:pt x="1179830" y="164908"/>
                  </a:lnTo>
                  <a:lnTo>
                    <a:pt x="1180901" y="164890"/>
                  </a:lnTo>
                  <a:lnTo>
                    <a:pt x="1181973" y="164874"/>
                  </a:lnTo>
                  <a:lnTo>
                    <a:pt x="1183045" y="164860"/>
                  </a:lnTo>
                  <a:lnTo>
                    <a:pt x="1184116" y="164847"/>
                  </a:lnTo>
                  <a:lnTo>
                    <a:pt x="1185188" y="164835"/>
                  </a:lnTo>
                  <a:lnTo>
                    <a:pt x="1186259" y="164825"/>
                  </a:lnTo>
                  <a:lnTo>
                    <a:pt x="1187331" y="164817"/>
                  </a:lnTo>
                  <a:lnTo>
                    <a:pt x="1188403" y="164811"/>
                  </a:lnTo>
                  <a:lnTo>
                    <a:pt x="1189474" y="164805"/>
                  </a:lnTo>
                  <a:lnTo>
                    <a:pt x="1190546" y="164802"/>
                  </a:lnTo>
                  <a:lnTo>
                    <a:pt x="1191617" y="164800"/>
                  </a:lnTo>
                  <a:lnTo>
                    <a:pt x="1192689" y="164800"/>
                  </a:lnTo>
                  <a:lnTo>
                    <a:pt x="1193761" y="164801"/>
                  </a:lnTo>
                  <a:lnTo>
                    <a:pt x="1194832" y="164804"/>
                  </a:lnTo>
                  <a:lnTo>
                    <a:pt x="1195904" y="164808"/>
                  </a:lnTo>
                  <a:lnTo>
                    <a:pt x="1196975" y="164813"/>
                  </a:lnTo>
                  <a:lnTo>
                    <a:pt x="1198047" y="164821"/>
                  </a:lnTo>
                  <a:lnTo>
                    <a:pt x="1199119" y="164829"/>
                  </a:lnTo>
                  <a:lnTo>
                    <a:pt x="1200190" y="164839"/>
                  </a:lnTo>
                  <a:lnTo>
                    <a:pt x="1201262" y="164851"/>
                  </a:lnTo>
                  <a:lnTo>
                    <a:pt x="1202333" y="164864"/>
                  </a:lnTo>
                  <a:lnTo>
                    <a:pt x="1203405" y="164878"/>
                  </a:lnTo>
                  <a:lnTo>
                    <a:pt x="1204477" y="164894"/>
                  </a:lnTo>
                  <a:lnTo>
                    <a:pt x="1205548" y="164911"/>
                  </a:lnTo>
                  <a:lnTo>
                    <a:pt x="1206620" y="164930"/>
                  </a:lnTo>
                  <a:lnTo>
                    <a:pt x="1207691" y="164950"/>
                  </a:lnTo>
                  <a:lnTo>
                    <a:pt x="1208763" y="164971"/>
                  </a:lnTo>
                  <a:lnTo>
                    <a:pt x="1209835" y="164994"/>
                  </a:lnTo>
                  <a:lnTo>
                    <a:pt x="1210906" y="165018"/>
                  </a:lnTo>
                  <a:lnTo>
                    <a:pt x="1211978" y="165044"/>
                  </a:lnTo>
                  <a:lnTo>
                    <a:pt x="1213049" y="165070"/>
                  </a:lnTo>
                  <a:lnTo>
                    <a:pt x="1214121" y="165098"/>
                  </a:lnTo>
                  <a:lnTo>
                    <a:pt x="1215193" y="165128"/>
                  </a:lnTo>
                  <a:lnTo>
                    <a:pt x="1216264" y="165158"/>
                  </a:lnTo>
                  <a:lnTo>
                    <a:pt x="1217336" y="165190"/>
                  </a:lnTo>
                  <a:lnTo>
                    <a:pt x="1218407" y="165223"/>
                  </a:lnTo>
                  <a:lnTo>
                    <a:pt x="1219479" y="165258"/>
                  </a:lnTo>
                  <a:lnTo>
                    <a:pt x="1220551" y="165294"/>
                  </a:lnTo>
                  <a:lnTo>
                    <a:pt x="1221622" y="165331"/>
                  </a:lnTo>
                  <a:lnTo>
                    <a:pt x="1222694" y="165369"/>
                  </a:lnTo>
                  <a:lnTo>
                    <a:pt x="1223765" y="165408"/>
                  </a:lnTo>
                  <a:lnTo>
                    <a:pt x="1224837" y="165449"/>
                  </a:lnTo>
                  <a:lnTo>
                    <a:pt x="1225909" y="165490"/>
                  </a:lnTo>
                  <a:lnTo>
                    <a:pt x="1226980" y="165533"/>
                  </a:lnTo>
                  <a:lnTo>
                    <a:pt x="1228052" y="165577"/>
                  </a:lnTo>
                  <a:lnTo>
                    <a:pt x="1229123" y="165623"/>
                  </a:lnTo>
                  <a:lnTo>
                    <a:pt x="1230195" y="165669"/>
                  </a:lnTo>
                  <a:lnTo>
                    <a:pt x="1231267" y="165717"/>
                  </a:lnTo>
                  <a:lnTo>
                    <a:pt x="1232338" y="165765"/>
                  </a:lnTo>
                  <a:lnTo>
                    <a:pt x="1233410" y="165815"/>
                  </a:lnTo>
                  <a:lnTo>
                    <a:pt x="1234481" y="165866"/>
                  </a:lnTo>
                  <a:lnTo>
                    <a:pt x="1235553" y="165918"/>
                  </a:lnTo>
                  <a:lnTo>
                    <a:pt x="1236625" y="165971"/>
                  </a:lnTo>
                  <a:lnTo>
                    <a:pt x="1237696" y="166025"/>
                  </a:lnTo>
                  <a:lnTo>
                    <a:pt x="1238768" y="166080"/>
                  </a:lnTo>
                  <a:lnTo>
                    <a:pt x="1239839" y="166136"/>
                  </a:lnTo>
                  <a:lnTo>
                    <a:pt x="1240911" y="166193"/>
                  </a:lnTo>
                  <a:lnTo>
                    <a:pt x="1241983" y="166251"/>
                  </a:lnTo>
                  <a:lnTo>
                    <a:pt x="1243054" y="166311"/>
                  </a:lnTo>
                  <a:lnTo>
                    <a:pt x="1244126" y="166371"/>
                  </a:lnTo>
                  <a:lnTo>
                    <a:pt x="1245197" y="166432"/>
                  </a:lnTo>
                  <a:lnTo>
                    <a:pt x="1246269" y="166494"/>
                  </a:lnTo>
                  <a:lnTo>
                    <a:pt x="1247340" y="166557"/>
                  </a:lnTo>
                  <a:lnTo>
                    <a:pt x="1248412" y="166621"/>
                  </a:lnTo>
                  <a:lnTo>
                    <a:pt x="1249484" y="166686"/>
                  </a:lnTo>
                  <a:lnTo>
                    <a:pt x="1250555" y="166752"/>
                  </a:lnTo>
                  <a:lnTo>
                    <a:pt x="1251627" y="166819"/>
                  </a:lnTo>
                  <a:lnTo>
                    <a:pt x="1252698" y="166887"/>
                  </a:lnTo>
                  <a:lnTo>
                    <a:pt x="1253770" y="166955"/>
                  </a:lnTo>
                  <a:lnTo>
                    <a:pt x="1254842" y="167025"/>
                  </a:lnTo>
                  <a:lnTo>
                    <a:pt x="1255913" y="167095"/>
                  </a:lnTo>
                  <a:lnTo>
                    <a:pt x="1256985" y="167166"/>
                  </a:lnTo>
                  <a:lnTo>
                    <a:pt x="1258056" y="167239"/>
                  </a:lnTo>
                  <a:lnTo>
                    <a:pt x="1259128" y="167311"/>
                  </a:lnTo>
                  <a:lnTo>
                    <a:pt x="1260200" y="167385"/>
                  </a:lnTo>
                  <a:lnTo>
                    <a:pt x="1261271" y="167460"/>
                  </a:lnTo>
                  <a:lnTo>
                    <a:pt x="1262343" y="167535"/>
                  </a:lnTo>
                  <a:lnTo>
                    <a:pt x="1263414" y="167611"/>
                  </a:lnTo>
                  <a:lnTo>
                    <a:pt x="1264486" y="167688"/>
                  </a:lnTo>
                  <a:lnTo>
                    <a:pt x="1265558" y="167766"/>
                  </a:lnTo>
                  <a:lnTo>
                    <a:pt x="1266629" y="167844"/>
                  </a:lnTo>
                  <a:lnTo>
                    <a:pt x="1267701" y="167923"/>
                  </a:lnTo>
                  <a:lnTo>
                    <a:pt x="1268772" y="168003"/>
                  </a:lnTo>
                  <a:lnTo>
                    <a:pt x="1269844" y="168084"/>
                  </a:lnTo>
                  <a:lnTo>
                    <a:pt x="1270916" y="168165"/>
                  </a:lnTo>
                  <a:lnTo>
                    <a:pt x="1271987" y="168247"/>
                  </a:lnTo>
                  <a:lnTo>
                    <a:pt x="1273059" y="168330"/>
                  </a:lnTo>
                  <a:lnTo>
                    <a:pt x="1274130" y="168413"/>
                  </a:lnTo>
                  <a:lnTo>
                    <a:pt x="1275202" y="168497"/>
                  </a:lnTo>
                  <a:lnTo>
                    <a:pt x="1276274" y="168582"/>
                  </a:lnTo>
                  <a:lnTo>
                    <a:pt x="1277345" y="168667"/>
                  </a:lnTo>
                  <a:lnTo>
                    <a:pt x="1278417" y="168753"/>
                  </a:lnTo>
                  <a:lnTo>
                    <a:pt x="1279488" y="168840"/>
                  </a:lnTo>
                  <a:lnTo>
                    <a:pt x="1280560" y="168927"/>
                  </a:lnTo>
                  <a:lnTo>
                    <a:pt x="1281632" y="169015"/>
                  </a:lnTo>
                  <a:lnTo>
                    <a:pt x="1282703" y="169103"/>
                  </a:lnTo>
                  <a:lnTo>
                    <a:pt x="1283775" y="169192"/>
                  </a:lnTo>
                  <a:lnTo>
                    <a:pt x="1284846" y="169281"/>
                  </a:lnTo>
                  <a:lnTo>
                    <a:pt x="1285918" y="169371"/>
                  </a:lnTo>
                  <a:lnTo>
                    <a:pt x="1286990" y="169462"/>
                  </a:lnTo>
                  <a:lnTo>
                    <a:pt x="1288061" y="169553"/>
                  </a:lnTo>
                  <a:lnTo>
                    <a:pt x="1289133" y="169645"/>
                  </a:lnTo>
                  <a:lnTo>
                    <a:pt x="1290204" y="169737"/>
                  </a:lnTo>
                  <a:lnTo>
                    <a:pt x="1291276" y="169829"/>
                  </a:lnTo>
                  <a:lnTo>
                    <a:pt x="1292348" y="169922"/>
                  </a:lnTo>
                  <a:lnTo>
                    <a:pt x="1293419" y="170016"/>
                  </a:lnTo>
                  <a:lnTo>
                    <a:pt x="1294491" y="170110"/>
                  </a:lnTo>
                  <a:lnTo>
                    <a:pt x="1295562" y="170204"/>
                  </a:lnTo>
                  <a:lnTo>
                    <a:pt x="1296634" y="170299"/>
                  </a:lnTo>
                  <a:lnTo>
                    <a:pt x="1297706" y="170394"/>
                  </a:lnTo>
                  <a:lnTo>
                    <a:pt x="1298777" y="170490"/>
                  </a:lnTo>
                  <a:lnTo>
                    <a:pt x="1299849" y="170586"/>
                  </a:lnTo>
                  <a:lnTo>
                    <a:pt x="1300920" y="170683"/>
                  </a:lnTo>
                  <a:lnTo>
                    <a:pt x="1301992" y="170779"/>
                  </a:lnTo>
                  <a:lnTo>
                    <a:pt x="1303064" y="170877"/>
                  </a:lnTo>
                  <a:lnTo>
                    <a:pt x="1304135" y="170974"/>
                  </a:lnTo>
                  <a:lnTo>
                    <a:pt x="1305207" y="171072"/>
                  </a:lnTo>
                  <a:lnTo>
                    <a:pt x="1306278" y="171170"/>
                  </a:lnTo>
                  <a:lnTo>
                    <a:pt x="1307350" y="171269"/>
                  </a:lnTo>
                  <a:lnTo>
                    <a:pt x="1308422" y="171368"/>
                  </a:lnTo>
                  <a:lnTo>
                    <a:pt x="1309493" y="171467"/>
                  </a:lnTo>
                  <a:lnTo>
                    <a:pt x="1310565" y="171567"/>
                  </a:lnTo>
                  <a:lnTo>
                    <a:pt x="1311636" y="171666"/>
                  </a:lnTo>
                  <a:lnTo>
                    <a:pt x="1312708" y="171766"/>
                  </a:lnTo>
                  <a:lnTo>
                    <a:pt x="1313780" y="171867"/>
                  </a:lnTo>
                  <a:lnTo>
                    <a:pt x="1314851" y="171967"/>
                  </a:lnTo>
                  <a:lnTo>
                    <a:pt x="1315923" y="172068"/>
                  </a:lnTo>
                  <a:lnTo>
                    <a:pt x="1316994" y="172169"/>
                  </a:lnTo>
                  <a:lnTo>
                    <a:pt x="1318066" y="172270"/>
                  </a:lnTo>
                  <a:lnTo>
                    <a:pt x="1319138" y="172371"/>
                  </a:lnTo>
                  <a:lnTo>
                    <a:pt x="1320209" y="172473"/>
                  </a:lnTo>
                  <a:lnTo>
                    <a:pt x="1321281" y="172574"/>
                  </a:lnTo>
                  <a:lnTo>
                    <a:pt x="1322352" y="172676"/>
                  </a:lnTo>
                  <a:lnTo>
                    <a:pt x="1323424" y="172778"/>
                  </a:lnTo>
                  <a:lnTo>
                    <a:pt x="1324496" y="172880"/>
                  </a:lnTo>
                  <a:lnTo>
                    <a:pt x="1325567" y="172983"/>
                  </a:lnTo>
                  <a:lnTo>
                    <a:pt x="1326639" y="173085"/>
                  </a:lnTo>
                  <a:lnTo>
                    <a:pt x="1327710" y="173188"/>
                  </a:lnTo>
                  <a:lnTo>
                    <a:pt x="1328782" y="173290"/>
                  </a:lnTo>
                  <a:lnTo>
                    <a:pt x="1329854" y="173393"/>
                  </a:lnTo>
                  <a:lnTo>
                    <a:pt x="1330925" y="173496"/>
                  </a:lnTo>
                  <a:lnTo>
                    <a:pt x="1331997" y="173598"/>
                  </a:lnTo>
                  <a:lnTo>
                    <a:pt x="1333068" y="173701"/>
                  </a:lnTo>
                  <a:lnTo>
                    <a:pt x="1334140" y="173804"/>
                  </a:lnTo>
                  <a:lnTo>
                    <a:pt x="1335212" y="173907"/>
                  </a:lnTo>
                  <a:lnTo>
                    <a:pt x="1336283" y="174010"/>
                  </a:lnTo>
                  <a:lnTo>
                    <a:pt x="1337355" y="174113"/>
                  </a:lnTo>
                  <a:lnTo>
                    <a:pt x="1338426" y="174216"/>
                  </a:lnTo>
                  <a:lnTo>
                    <a:pt x="1339498" y="174319"/>
                  </a:lnTo>
                  <a:lnTo>
                    <a:pt x="1340570" y="174422"/>
                  </a:lnTo>
                  <a:lnTo>
                    <a:pt x="1341641" y="174524"/>
                  </a:lnTo>
                  <a:lnTo>
                    <a:pt x="1342713" y="174627"/>
                  </a:lnTo>
                  <a:lnTo>
                    <a:pt x="1343784" y="174730"/>
                  </a:lnTo>
                  <a:lnTo>
                    <a:pt x="1344856" y="174833"/>
                  </a:lnTo>
                  <a:lnTo>
                    <a:pt x="1345928" y="174935"/>
                  </a:lnTo>
                  <a:lnTo>
                    <a:pt x="1346999" y="175038"/>
                  </a:lnTo>
                  <a:lnTo>
                    <a:pt x="1348071" y="175140"/>
                  </a:lnTo>
                  <a:lnTo>
                    <a:pt x="1349142" y="175242"/>
                  </a:lnTo>
                  <a:lnTo>
                    <a:pt x="1350214" y="175344"/>
                  </a:lnTo>
                  <a:lnTo>
                    <a:pt x="1351286" y="175446"/>
                  </a:lnTo>
                  <a:lnTo>
                    <a:pt x="1352357" y="175548"/>
                  </a:lnTo>
                  <a:lnTo>
                    <a:pt x="1353429" y="175650"/>
                  </a:lnTo>
                  <a:lnTo>
                    <a:pt x="1354500" y="175751"/>
                  </a:lnTo>
                  <a:lnTo>
                    <a:pt x="1355572" y="175852"/>
                  </a:lnTo>
                  <a:lnTo>
                    <a:pt x="1356644" y="175954"/>
                  </a:lnTo>
                  <a:lnTo>
                    <a:pt x="1357715" y="176054"/>
                  </a:lnTo>
                  <a:lnTo>
                    <a:pt x="1358787" y="176155"/>
                  </a:lnTo>
                  <a:lnTo>
                    <a:pt x="1359858" y="176255"/>
                  </a:lnTo>
                  <a:lnTo>
                    <a:pt x="1360930" y="176356"/>
                  </a:lnTo>
                  <a:lnTo>
                    <a:pt x="1362002" y="176456"/>
                  </a:lnTo>
                  <a:lnTo>
                    <a:pt x="1363073" y="176555"/>
                  </a:lnTo>
                  <a:lnTo>
                    <a:pt x="1364145" y="176655"/>
                  </a:lnTo>
                  <a:lnTo>
                    <a:pt x="1365216" y="176754"/>
                  </a:lnTo>
                  <a:lnTo>
                    <a:pt x="1366288" y="176852"/>
                  </a:lnTo>
                  <a:lnTo>
                    <a:pt x="1367360" y="176951"/>
                  </a:lnTo>
                  <a:lnTo>
                    <a:pt x="1368431" y="177049"/>
                  </a:lnTo>
                  <a:lnTo>
                    <a:pt x="1369503" y="177147"/>
                  </a:lnTo>
                  <a:lnTo>
                    <a:pt x="1370574" y="177244"/>
                  </a:lnTo>
                  <a:lnTo>
                    <a:pt x="1371646" y="177342"/>
                  </a:lnTo>
                  <a:lnTo>
                    <a:pt x="1372718" y="177438"/>
                  </a:lnTo>
                  <a:lnTo>
                    <a:pt x="1373789" y="177535"/>
                  </a:lnTo>
                  <a:lnTo>
                    <a:pt x="1374861" y="177631"/>
                  </a:lnTo>
                  <a:lnTo>
                    <a:pt x="1375932" y="177726"/>
                  </a:lnTo>
                  <a:lnTo>
                    <a:pt x="1377004" y="177821"/>
                  </a:lnTo>
                  <a:lnTo>
                    <a:pt x="1378076" y="177916"/>
                  </a:lnTo>
                  <a:lnTo>
                    <a:pt x="1379147" y="178011"/>
                  </a:lnTo>
                  <a:lnTo>
                    <a:pt x="1380219" y="178104"/>
                  </a:lnTo>
                  <a:lnTo>
                    <a:pt x="1381290" y="178198"/>
                  </a:lnTo>
                  <a:lnTo>
                    <a:pt x="1382362" y="178291"/>
                  </a:lnTo>
                  <a:lnTo>
                    <a:pt x="1383434" y="178383"/>
                  </a:lnTo>
                  <a:lnTo>
                    <a:pt x="1384505" y="178475"/>
                  </a:lnTo>
                  <a:lnTo>
                    <a:pt x="1385577" y="178567"/>
                  </a:lnTo>
                  <a:lnTo>
                    <a:pt x="1386648" y="178658"/>
                  </a:lnTo>
                  <a:lnTo>
                    <a:pt x="1387720" y="178748"/>
                  </a:lnTo>
                  <a:lnTo>
                    <a:pt x="1388792" y="178838"/>
                  </a:lnTo>
                  <a:lnTo>
                    <a:pt x="1389863" y="178928"/>
                  </a:lnTo>
                  <a:lnTo>
                    <a:pt x="1390935" y="179016"/>
                  </a:lnTo>
                  <a:lnTo>
                    <a:pt x="1392006" y="179105"/>
                  </a:lnTo>
                  <a:lnTo>
                    <a:pt x="1393078" y="179192"/>
                  </a:lnTo>
                  <a:lnTo>
                    <a:pt x="1394150" y="179279"/>
                  </a:lnTo>
                  <a:lnTo>
                    <a:pt x="1395221" y="179366"/>
                  </a:lnTo>
                  <a:lnTo>
                    <a:pt x="1396293" y="179452"/>
                  </a:lnTo>
                  <a:lnTo>
                    <a:pt x="1397364" y="179537"/>
                  </a:lnTo>
                  <a:lnTo>
                    <a:pt x="1398436" y="179622"/>
                  </a:lnTo>
                  <a:lnTo>
                    <a:pt x="1399508" y="179706"/>
                  </a:lnTo>
                  <a:lnTo>
                    <a:pt x="1400579" y="179789"/>
                  </a:lnTo>
                  <a:lnTo>
                    <a:pt x="1401651" y="179872"/>
                  </a:lnTo>
                  <a:lnTo>
                    <a:pt x="1402722" y="179954"/>
                  </a:lnTo>
                  <a:lnTo>
                    <a:pt x="1403794" y="180035"/>
                  </a:lnTo>
                  <a:lnTo>
                    <a:pt x="1404866" y="180116"/>
                  </a:lnTo>
                  <a:lnTo>
                    <a:pt x="1405937" y="180196"/>
                  </a:lnTo>
                  <a:lnTo>
                    <a:pt x="1407009" y="180275"/>
                  </a:lnTo>
                  <a:lnTo>
                    <a:pt x="1408080" y="180353"/>
                  </a:lnTo>
                  <a:lnTo>
                    <a:pt x="1409152" y="180431"/>
                  </a:lnTo>
                  <a:lnTo>
                    <a:pt x="1410224" y="180508"/>
                  </a:lnTo>
                  <a:lnTo>
                    <a:pt x="1411295" y="180584"/>
                  </a:lnTo>
                  <a:lnTo>
                    <a:pt x="1412367" y="180659"/>
                  </a:lnTo>
                  <a:lnTo>
                    <a:pt x="1413438" y="180734"/>
                  </a:lnTo>
                  <a:lnTo>
                    <a:pt x="1414510" y="180808"/>
                  </a:lnTo>
                  <a:lnTo>
                    <a:pt x="1415582" y="180881"/>
                  </a:lnTo>
                  <a:lnTo>
                    <a:pt x="1416653" y="180953"/>
                  </a:lnTo>
                  <a:lnTo>
                    <a:pt x="1417725" y="181024"/>
                  </a:lnTo>
                  <a:lnTo>
                    <a:pt x="1418796" y="181095"/>
                  </a:lnTo>
                  <a:lnTo>
                    <a:pt x="1419868" y="181165"/>
                  </a:lnTo>
                  <a:lnTo>
                    <a:pt x="1420939" y="181233"/>
                  </a:lnTo>
                  <a:lnTo>
                    <a:pt x="1422011" y="181301"/>
                  </a:lnTo>
                  <a:lnTo>
                    <a:pt x="1423083" y="181368"/>
                  </a:lnTo>
                  <a:lnTo>
                    <a:pt x="1424154" y="181434"/>
                  </a:lnTo>
                  <a:lnTo>
                    <a:pt x="1425226" y="181500"/>
                  </a:lnTo>
                  <a:lnTo>
                    <a:pt x="1426297" y="181564"/>
                  </a:lnTo>
                  <a:lnTo>
                    <a:pt x="1427369" y="181627"/>
                  </a:lnTo>
                  <a:lnTo>
                    <a:pt x="1428441" y="181690"/>
                  </a:lnTo>
                  <a:lnTo>
                    <a:pt x="1429512" y="181751"/>
                  </a:lnTo>
                  <a:lnTo>
                    <a:pt x="1430584" y="181812"/>
                  </a:lnTo>
                  <a:lnTo>
                    <a:pt x="1431655" y="181871"/>
                  </a:lnTo>
                  <a:lnTo>
                    <a:pt x="1432727" y="181930"/>
                  </a:lnTo>
                  <a:lnTo>
                    <a:pt x="1433799" y="181987"/>
                  </a:lnTo>
                  <a:lnTo>
                    <a:pt x="1434870" y="182044"/>
                  </a:lnTo>
                  <a:lnTo>
                    <a:pt x="1435942" y="182099"/>
                  </a:lnTo>
                  <a:lnTo>
                    <a:pt x="1437013" y="182154"/>
                  </a:lnTo>
                  <a:lnTo>
                    <a:pt x="1438085" y="182207"/>
                  </a:lnTo>
                  <a:lnTo>
                    <a:pt x="1439157" y="182260"/>
                  </a:lnTo>
                  <a:lnTo>
                    <a:pt x="1440228" y="182311"/>
                  </a:lnTo>
                  <a:lnTo>
                    <a:pt x="1441300" y="182361"/>
                  </a:lnTo>
                  <a:lnTo>
                    <a:pt x="1442371" y="182410"/>
                  </a:lnTo>
                  <a:lnTo>
                    <a:pt x="1443443" y="182458"/>
                  </a:lnTo>
                  <a:lnTo>
                    <a:pt x="1444515" y="182505"/>
                  </a:lnTo>
                  <a:lnTo>
                    <a:pt x="1445586" y="182551"/>
                  </a:lnTo>
                  <a:lnTo>
                    <a:pt x="1446658" y="182596"/>
                  </a:lnTo>
                  <a:lnTo>
                    <a:pt x="1447729" y="182640"/>
                  </a:lnTo>
                  <a:lnTo>
                    <a:pt x="1448801" y="182682"/>
                  </a:lnTo>
                  <a:lnTo>
                    <a:pt x="1449873" y="182723"/>
                  </a:lnTo>
                  <a:lnTo>
                    <a:pt x="1450944" y="182763"/>
                  </a:lnTo>
                  <a:lnTo>
                    <a:pt x="1452016" y="182802"/>
                  </a:lnTo>
                  <a:lnTo>
                    <a:pt x="1453087" y="182840"/>
                  </a:lnTo>
                  <a:lnTo>
                    <a:pt x="1454159" y="182876"/>
                  </a:lnTo>
                  <a:lnTo>
                    <a:pt x="1455231" y="182912"/>
                  </a:lnTo>
                  <a:lnTo>
                    <a:pt x="1456302" y="182946"/>
                  </a:lnTo>
                  <a:lnTo>
                    <a:pt x="1457374" y="182978"/>
                  </a:lnTo>
                  <a:lnTo>
                    <a:pt x="1458445" y="183010"/>
                  </a:lnTo>
                  <a:lnTo>
                    <a:pt x="1459517" y="183040"/>
                  </a:lnTo>
                  <a:lnTo>
                    <a:pt x="1460589" y="183069"/>
                  </a:lnTo>
                  <a:lnTo>
                    <a:pt x="1461660" y="183097"/>
                  </a:lnTo>
                  <a:lnTo>
                    <a:pt x="1462732" y="183123"/>
                  </a:lnTo>
                  <a:lnTo>
                    <a:pt x="1463803" y="183148"/>
                  </a:lnTo>
                  <a:lnTo>
                    <a:pt x="1464875" y="183172"/>
                  </a:lnTo>
                  <a:lnTo>
                    <a:pt x="1465947" y="183195"/>
                  </a:lnTo>
                  <a:lnTo>
                    <a:pt x="1467018" y="183216"/>
                  </a:lnTo>
                  <a:lnTo>
                    <a:pt x="1468090" y="183236"/>
                  </a:lnTo>
                  <a:lnTo>
                    <a:pt x="1469161" y="183254"/>
                  </a:lnTo>
                  <a:lnTo>
                    <a:pt x="1470233" y="183271"/>
                  </a:lnTo>
                  <a:lnTo>
                    <a:pt x="1471305" y="183287"/>
                  </a:lnTo>
                  <a:lnTo>
                    <a:pt x="1472376" y="183301"/>
                  </a:lnTo>
                  <a:lnTo>
                    <a:pt x="1473448" y="183314"/>
                  </a:lnTo>
                  <a:lnTo>
                    <a:pt x="1474519" y="183325"/>
                  </a:lnTo>
                  <a:lnTo>
                    <a:pt x="1475591" y="183335"/>
                  </a:lnTo>
                  <a:lnTo>
                    <a:pt x="1476663" y="183344"/>
                  </a:lnTo>
                  <a:lnTo>
                    <a:pt x="1477734" y="183351"/>
                  </a:lnTo>
                  <a:lnTo>
                    <a:pt x="1478806" y="183356"/>
                  </a:lnTo>
                  <a:lnTo>
                    <a:pt x="1479877" y="183361"/>
                  </a:lnTo>
                  <a:lnTo>
                    <a:pt x="1480949" y="183363"/>
                  </a:lnTo>
                  <a:lnTo>
                    <a:pt x="1482021" y="183364"/>
                  </a:lnTo>
                  <a:lnTo>
                    <a:pt x="1483092" y="183364"/>
                  </a:lnTo>
                  <a:lnTo>
                    <a:pt x="1484164" y="183362"/>
                  </a:lnTo>
                  <a:lnTo>
                    <a:pt x="1485235" y="183359"/>
                  </a:lnTo>
                  <a:lnTo>
                    <a:pt x="1486307" y="183354"/>
                  </a:lnTo>
                  <a:lnTo>
                    <a:pt x="1487379" y="183347"/>
                  </a:lnTo>
                  <a:lnTo>
                    <a:pt x="1488450" y="183339"/>
                  </a:lnTo>
                  <a:lnTo>
                    <a:pt x="1489522" y="183330"/>
                  </a:lnTo>
                  <a:lnTo>
                    <a:pt x="1490593" y="183319"/>
                  </a:lnTo>
                  <a:lnTo>
                    <a:pt x="1491665" y="183306"/>
                  </a:lnTo>
                  <a:lnTo>
                    <a:pt x="1492737" y="183291"/>
                  </a:lnTo>
                  <a:lnTo>
                    <a:pt x="1493808" y="183275"/>
                  </a:lnTo>
                  <a:lnTo>
                    <a:pt x="1494880" y="183258"/>
                  </a:lnTo>
                  <a:lnTo>
                    <a:pt x="1495951" y="183238"/>
                  </a:lnTo>
                  <a:lnTo>
                    <a:pt x="1497023" y="183217"/>
                  </a:lnTo>
                  <a:lnTo>
                    <a:pt x="1498095" y="183195"/>
                  </a:lnTo>
                  <a:lnTo>
                    <a:pt x="1499166" y="183170"/>
                  </a:lnTo>
                  <a:lnTo>
                    <a:pt x="1500238" y="183144"/>
                  </a:lnTo>
                  <a:lnTo>
                    <a:pt x="1501309" y="183117"/>
                  </a:lnTo>
                  <a:lnTo>
                    <a:pt x="1502381" y="183087"/>
                  </a:lnTo>
                  <a:lnTo>
                    <a:pt x="1503453" y="183056"/>
                  </a:lnTo>
                  <a:lnTo>
                    <a:pt x="1504524" y="183023"/>
                  </a:lnTo>
                  <a:lnTo>
                    <a:pt x="1505596" y="182989"/>
                  </a:lnTo>
                  <a:lnTo>
                    <a:pt x="1506667" y="182952"/>
                  </a:lnTo>
                  <a:lnTo>
                    <a:pt x="1507739" y="182914"/>
                  </a:lnTo>
                  <a:lnTo>
                    <a:pt x="1508811" y="182874"/>
                  </a:lnTo>
                  <a:lnTo>
                    <a:pt x="1509882" y="182833"/>
                  </a:lnTo>
                  <a:lnTo>
                    <a:pt x="1510954" y="182789"/>
                  </a:lnTo>
                  <a:lnTo>
                    <a:pt x="1512025" y="182744"/>
                  </a:lnTo>
                  <a:lnTo>
                    <a:pt x="1513097" y="182697"/>
                  </a:lnTo>
                  <a:lnTo>
                    <a:pt x="1514169" y="182648"/>
                  </a:lnTo>
                  <a:lnTo>
                    <a:pt x="1515240" y="182597"/>
                  </a:lnTo>
                  <a:lnTo>
                    <a:pt x="1516312" y="182544"/>
                  </a:lnTo>
                  <a:lnTo>
                    <a:pt x="1517383" y="182490"/>
                  </a:lnTo>
                  <a:lnTo>
                    <a:pt x="1518455" y="182433"/>
                  </a:lnTo>
                  <a:lnTo>
                    <a:pt x="1519527" y="182375"/>
                  </a:lnTo>
                  <a:lnTo>
                    <a:pt x="1520598" y="182315"/>
                  </a:lnTo>
                  <a:lnTo>
                    <a:pt x="1521670" y="182253"/>
                  </a:lnTo>
                  <a:lnTo>
                    <a:pt x="1522741" y="182189"/>
                  </a:lnTo>
                  <a:lnTo>
                    <a:pt x="1523813" y="182123"/>
                  </a:lnTo>
                  <a:lnTo>
                    <a:pt x="1524885" y="182055"/>
                  </a:lnTo>
                  <a:lnTo>
                    <a:pt x="1525956" y="181985"/>
                  </a:lnTo>
                  <a:lnTo>
                    <a:pt x="1527028" y="181913"/>
                  </a:lnTo>
                  <a:lnTo>
                    <a:pt x="1528099" y="181839"/>
                  </a:lnTo>
                  <a:lnTo>
                    <a:pt x="1529171" y="181763"/>
                  </a:lnTo>
                  <a:lnTo>
                    <a:pt x="1530243" y="181685"/>
                  </a:lnTo>
                  <a:lnTo>
                    <a:pt x="1531314" y="181606"/>
                  </a:lnTo>
                  <a:lnTo>
                    <a:pt x="1532386" y="181524"/>
                  </a:lnTo>
                  <a:lnTo>
                    <a:pt x="1533457" y="181440"/>
                  </a:lnTo>
                  <a:lnTo>
                    <a:pt x="1534529" y="181354"/>
                  </a:lnTo>
                  <a:lnTo>
                    <a:pt x="1535601" y="181266"/>
                  </a:lnTo>
                  <a:lnTo>
                    <a:pt x="1536672" y="181176"/>
                  </a:lnTo>
                  <a:lnTo>
                    <a:pt x="1537744" y="181083"/>
                  </a:lnTo>
                  <a:lnTo>
                    <a:pt x="1538815" y="180989"/>
                  </a:lnTo>
                  <a:lnTo>
                    <a:pt x="1539887" y="180893"/>
                  </a:lnTo>
                  <a:lnTo>
                    <a:pt x="1540959" y="180794"/>
                  </a:lnTo>
                  <a:lnTo>
                    <a:pt x="1542030" y="180693"/>
                  </a:lnTo>
                  <a:lnTo>
                    <a:pt x="1543102" y="180590"/>
                  </a:lnTo>
                  <a:lnTo>
                    <a:pt x="1544173" y="180485"/>
                  </a:lnTo>
                  <a:lnTo>
                    <a:pt x="1545245" y="180378"/>
                  </a:lnTo>
                  <a:lnTo>
                    <a:pt x="1546317" y="180269"/>
                  </a:lnTo>
                  <a:lnTo>
                    <a:pt x="1547388" y="180158"/>
                  </a:lnTo>
                  <a:lnTo>
                    <a:pt x="1548460" y="180044"/>
                  </a:lnTo>
                  <a:lnTo>
                    <a:pt x="1549531" y="179929"/>
                  </a:lnTo>
                  <a:lnTo>
                    <a:pt x="1550603" y="179811"/>
                  </a:lnTo>
                  <a:lnTo>
                    <a:pt x="1551675" y="179691"/>
                  </a:lnTo>
                  <a:lnTo>
                    <a:pt x="1552746" y="179569"/>
                  </a:lnTo>
                  <a:lnTo>
                    <a:pt x="1553818" y="179445"/>
                  </a:lnTo>
                  <a:lnTo>
                    <a:pt x="1554889" y="179319"/>
                  </a:lnTo>
                  <a:lnTo>
                    <a:pt x="1555961" y="179191"/>
                  </a:lnTo>
                  <a:lnTo>
                    <a:pt x="1557033" y="179061"/>
                  </a:lnTo>
                  <a:lnTo>
                    <a:pt x="1558104" y="178929"/>
                  </a:lnTo>
                  <a:lnTo>
                    <a:pt x="1559176" y="178794"/>
                  </a:lnTo>
                  <a:lnTo>
                    <a:pt x="1560247" y="178658"/>
                  </a:lnTo>
                  <a:lnTo>
                    <a:pt x="1561319" y="178520"/>
                  </a:lnTo>
                  <a:lnTo>
                    <a:pt x="1562391" y="178380"/>
                  </a:lnTo>
                  <a:lnTo>
                    <a:pt x="1563462" y="178237"/>
                  </a:lnTo>
                  <a:lnTo>
                    <a:pt x="1564534" y="178093"/>
                  </a:lnTo>
                  <a:lnTo>
                    <a:pt x="1565605" y="177946"/>
                  </a:lnTo>
                  <a:lnTo>
                    <a:pt x="1566677" y="177798"/>
                  </a:lnTo>
                  <a:lnTo>
                    <a:pt x="1567749" y="177648"/>
                  </a:lnTo>
                  <a:lnTo>
                    <a:pt x="1568820" y="177495"/>
                  </a:lnTo>
                  <a:lnTo>
                    <a:pt x="1569892" y="177341"/>
                  </a:lnTo>
                  <a:lnTo>
                    <a:pt x="1570963" y="177185"/>
                  </a:lnTo>
                  <a:lnTo>
                    <a:pt x="1572035" y="177027"/>
                  </a:lnTo>
                  <a:lnTo>
                    <a:pt x="1573107" y="176867"/>
                  </a:lnTo>
                  <a:lnTo>
                    <a:pt x="1574178" y="176704"/>
                  </a:lnTo>
                  <a:lnTo>
                    <a:pt x="1575250" y="176540"/>
                  </a:lnTo>
                  <a:lnTo>
                    <a:pt x="1576321" y="176374"/>
                  </a:lnTo>
                  <a:lnTo>
                    <a:pt x="1577393" y="176207"/>
                  </a:lnTo>
                  <a:lnTo>
                    <a:pt x="1578465" y="176037"/>
                  </a:lnTo>
                  <a:lnTo>
                    <a:pt x="1579536" y="175865"/>
                  </a:lnTo>
                  <a:lnTo>
                    <a:pt x="1580608" y="175691"/>
                  </a:lnTo>
                  <a:lnTo>
                    <a:pt x="1581679" y="175516"/>
                  </a:lnTo>
                  <a:lnTo>
                    <a:pt x="1582751" y="175339"/>
                  </a:lnTo>
                  <a:lnTo>
                    <a:pt x="1583823" y="175159"/>
                  </a:lnTo>
                  <a:lnTo>
                    <a:pt x="1584894" y="174978"/>
                  </a:lnTo>
                  <a:lnTo>
                    <a:pt x="1585966" y="174795"/>
                  </a:lnTo>
                  <a:lnTo>
                    <a:pt x="1587037" y="174610"/>
                  </a:lnTo>
                  <a:lnTo>
                    <a:pt x="1588109" y="174424"/>
                  </a:lnTo>
                  <a:lnTo>
                    <a:pt x="1589181" y="174235"/>
                  </a:lnTo>
                  <a:lnTo>
                    <a:pt x="1590252" y="174045"/>
                  </a:lnTo>
                  <a:lnTo>
                    <a:pt x="1591324" y="173853"/>
                  </a:lnTo>
                  <a:lnTo>
                    <a:pt x="1592395" y="173659"/>
                  </a:lnTo>
                  <a:lnTo>
                    <a:pt x="1593467" y="173463"/>
                  </a:lnTo>
                  <a:lnTo>
                    <a:pt x="1594539" y="173265"/>
                  </a:lnTo>
                  <a:lnTo>
                    <a:pt x="1595610" y="173066"/>
                  </a:lnTo>
                  <a:lnTo>
                    <a:pt x="1596682" y="172864"/>
                  </a:lnTo>
                  <a:lnTo>
                    <a:pt x="1597753" y="172661"/>
                  </a:lnTo>
                  <a:lnTo>
                    <a:pt x="1598825" y="172457"/>
                  </a:lnTo>
                  <a:lnTo>
                    <a:pt x="1599896" y="172250"/>
                  </a:lnTo>
                  <a:lnTo>
                    <a:pt x="1600968" y="172042"/>
                  </a:lnTo>
                  <a:lnTo>
                    <a:pt x="1602040" y="171832"/>
                  </a:lnTo>
                  <a:lnTo>
                    <a:pt x="1603111" y="171620"/>
                  </a:lnTo>
                  <a:lnTo>
                    <a:pt x="1604183" y="171406"/>
                  </a:lnTo>
                  <a:lnTo>
                    <a:pt x="1605254" y="171191"/>
                  </a:lnTo>
                  <a:lnTo>
                    <a:pt x="1606326" y="170974"/>
                  </a:lnTo>
                  <a:lnTo>
                    <a:pt x="1607398" y="170755"/>
                  </a:lnTo>
                  <a:lnTo>
                    <a:pt x="1608469" y="170535"/>
                  </a:lnTo>
                  <a:lnTo>
                    <a:pt x="1609541" y="170313"/>
                  </a:lnTo>
                  <a:lnTo>
                    <a:pt x="1610612" y="170089"/>
                  </a:lnTo>
                  <a:lnTo>
                    <a:pt x="1611684" y="169863"/>
                  </a:lnTo>
                  <a:lnTo>
                    <a:pt x="1612756" y="169636"/>
                  </a:lnTo>
                  <a:lnTo>
                    <a:pt x="1613827" y="169407"/>
                  </a:lnTo>
                  <a:lnTo>
                    <a:pt x="1614899" y="169176"/>
                  </a:lnTo>
                  <a:lnTo>
                    <a:pt x="1615970" y="168944"/>
                  </a:lnTo>
                  <a:lnTo>
                    <a:pt x="1617042" y="168710"/>
                  </a:lnTo>
                  <a:lnTo>
                    <a:pt x="1618114" y="168475"/>
                  </a:lnTo>
                  <a:lnTo>
                    <a:pt x="1619185" y="168237"/>
                  </a:lnTo>
                  <a:lnTo>
                    <a:pt x="1620257" y="167998"/>
                  </a:lnTo>
                  <a:lnTo>
                    <a:pt x="1621328" y="167758"/>
                  </a:lnTo>
                  <a:lnTo>
                    <a:pt x="1622400" y="167516"/>
                  </a:lnTo>
                  <a:lnTo>
                    <a:pt x="1623472" y="167272"/>
                  </a:lnTo>
                  <a:lnTo>
                    <a:pt x="1624543" y="167027"/>
                  </a:lnTo>
                  <a:lnTo>
                    <a:pt x="1625615" y="166780"/>
                  </a:lnTo>
                  <a:lnTo>
                    <a:pt x="1626686" y="166531"/>
                  </a:lnTo>
                  <a:lnTo>
                    <a:pt x="1627758" y="166281"/>
                  </a:lnTo>
                  <a:lnTo>
                    <a:pt x="1628830" y="166030"/>
                  </a:lnTo>
                  <a:lnTo>
                    <a:pt x="1629901" y="165776"/>
                  </a:lnTo>
                  <a:lnTo>
                    <a:pt x="1630973" y="165521"/>
                  </a:lnTo>
                  <a:lnTo>
                    <a:pt x="1632044" y="165265"/>
                  </a:lnTo>
                  <a:lnTo>
                    <a:pt x="1633116" y="165007"/>
                  </a:lnTo>
                  <a:lnTo>
                    <a:pt x="1634188" y="164748"/>
                  </a:lnTo>
                  <a:lnTo>
                    <a:pt x="1635259" y="164487"/>
                  </a:lnTo>
                  <a:lnTo>
                    <a:pt x="1636331" y="164224"/>
                  </a:lnTo>
                  <a:lnTo>
                    <a:pt x="1637402" y="163960"/>
                  </a:lnTo>
                  <a:lnTo>
                    <a:pt x="1638474" y="163694"/>
                  </a:lnTo>
                  <a:lnTo>
                    <a:pt x="1639546" y="163427"/>
                  </a:lnTo>
                  <a:lnTo>
                    <a:pt x="1640617" y="163159"/>
                  </a:lnTo>
                  <a:lnTo>
                    <a:pt x="1641689" y="162889"/>
                  </a:lnTo>
                  <a:lnTo>
                    <a:pt x="1642760" y="162617"/>
                  </a:lnTo>
                  <a:lnTo>
                    <a:pt x="1643832" y="162344"/>
                  </a:lnTo>
                  <a:lnTo>
                    <a:pt x="1644904" y="162070"/>
                  </a:lnTo>
                  <a:lnTo>
                    <a:pt x="1645975" y="161794"/>
                  </a:lnTo>
                  <a:lnTo>
                    <a:pt x="1647047" y="161516"/>
                  </a:lnTo>
                  <a:lnTo>
                    <a:pt x="1648118" y="161237"/>
                  </a:lnTo>
                  <a:lnTo>
                    <a:pt x="1649190" y="160957"/>
                  </a:lnTo>
                  <a:lnTo>
                    <a:pt x="1650262" y="160675"/>
                  </a:lnTo>
                  <a:lnTo>
                    <a:pt x="1651333" y="160392"/>
                  </a:lnTo>
                  <a:lnTo>
                    <a:pt x="1652405" y="160107"/>
                  </a:lnTo>
                  <a:lnTo>
                    <a:pt x="1653476" y="159821"/>
                  </a:lnTo>
                  <a:lnTo>
                    <a:pt x="1654548" y="159534"/>
                  </a:lnTo>
                  <a:lnTo>
                    <a:pt x="1655620" y="159245"/>
                  </a:lnTo>
                  <a:lnTo>
                    <a:pt x="1656691" y="158954"/>
                  </a:lnTo>
                  <a:lnTo>
                    <a:pt x="1657763" y="158663"/>
                  </a:lnTo>
                  <a:lnTo>
                    <a:pt x="1658834" y="158370"/>
                  </a:lnTo>
                  <a:lnTo>
                    <a:pt x="1659906" y="158075"/>
                  </a:lnTo>
                  <a:lnTo>
                    <a:pt x="1660978" y="157780"/>
                  </a:lnTo>
                  <a:lnTo>
                    <a:pt x="1662049" y="157482"/>
                  </a:lnTo>
                  <a:lnTo>
                    <a:pt x="1663121" y="157184"/>
                  </a:lnTo>
                  <a:lnTo>
                    <a:pt x="1664192" y="156884"/>
                  </a:lnTo>
                  <a:lnTo>
                    <a:pt x="1665264" y="156583"/>
                  </a:lnTo>
                  <a:lnTo>
                    <a:pt x="1666336" y="156280"/>
                  </a:lnTo>
                  <a:lnTo>
                    <a:pt x="1667407" y="155977"/>
                  </a:lnTo>
                  <a:lnTo>
                    <a:pt x="1668479" y="155672"/>
                  </a:lnTo>
                  <a:lnTo>
                    <a:pt x="1669550" y="155365"/>
                  </a:lnTo>
                  <a:lnTo>
                    <a:pt x="1670622" y="155057"/>
                  </a:lnTo>
                  <a:lnTo>
                    <a:pt x="1671694" y="154748"/>
                  </a:lnTo>
                  <a:lnTo>
                    <a:pt x="1672765" y="154438"/>
                  </a:lnTo>
                  <a:lnTo>
                    <a:pt x="1673837" y="154126"/>
                  </a:lnTo>
                  <a:lnTo>
                    <a:pt x="1674908" y="153813"/>
                  </a:lnTo>
                  <a:lnTo>
                    <a:pt x="1675980" y="153499"/>
                  </a:lnTo>
                  <a:lnTo>
                    <a:pt x="1677052" y="153184"/>
                  </a:lnTo>
                  <a:lnTo>
                    <a:pt x="1678123" y="152867"/>
                  </a:lnTo>
                  <a:lnTo>
                    <a:pt x="1679195" y="152549"/>
                  </a:lnTo>
                  <a:lnTo>
                    <a:pt x="1680266" y="152230"/>
                  </a:lnTo>
                  <a:lnTo>
                    <a:pt x="1681338" y="151910"/>
                  </a:lnTo>
                  <a:lnTo>
                    <a:pt x="1682410" y="151588"/>
                  </a:lnTo>
                  <a:lnTo>
                    <a:pt x="1683481" y="151265"/>
                  </a:lnTo>
                  <a:lnTo>
                    <a:pt x="1684553" y="150941"/>
                  </a:lnTo>
                  <a:lnTo>
                    <a:pt x="1685624" y="150616"/>
                  </a:lnTo>
                  <a:lnTo>
                    <a:pt x="1686696" y="150290"/>
                  </a:lnTo>
                  <a:lnTo>
                    <a:pt x="1687768" y="149962"/>
                  </a:lnTo>
                  <a:lnTo>
                    <a:pt x="1688839" y="149633"/>
                  </a:lnTo>
                  <a:lnTo>
                    <a:pt x="1689911" y="149303"/>
                  </a:lnTo>
                  <a:lnTo>
                    <a:pt x="1690982" y="148972"/>
                  </a:lnTo>
                  <a:lnTo>
                    <a:pt x="1692054" y="148640"/>
                  </a:lnTo>
                  <a:lnTo>
                    <a:pt x="1693126" y="148306"/>
                  </a:lnTo>
                  <a:lnTo>
                    <a:pt x="1694197" y="147972"/>
                  </a:lnTo>
                  <a:lnTo>
                    <a:pt x="1695269" y="147636"/>
                  </a:lnTo>
                  <a:lnTo>
                    <a:pt x="1696340" y="147299"/>
                  </a:lnTo>
                  <a:lnTo>
                    <a:pt x="1697412" y="146961"/>
                  </a:lnTo>
                  <a:lnTo>
                    <a:pt x="1698484" y="146622"/>
                  </a:lnTo>
                  <a:lnTo>
                    <a:pt x="1699555" y="146282"/>
                  </a:lnTo>
                  <a:lnTo>
                    <a:pt x="1700627" y="145941"/>
                  </a:lnTo>
                  <a:lnTo>
                    <a:pt x="1701698" y="145598"/>
                  </a:lnTo>
                  <a:lnTo>
                    <a:pt x="1702770" y="145255"/>
                  </a:lnTo>
                  <a:lnTo>
                    <a:pt x="1703842" y="144910"/>
                  </a:lnTo>
                  <a:lnTo>
                    <a:pt x="1704913" y="144565"/>
                  </a:lnTo>
                  <a:lnTo>
                    <a:pt x="1705985" y="144218"/>
                  </a:lnTo>
                  <a:lnTo>
                    <a:pt x="1707056" y="143870"/>
                  </a:lnTo>
                  <a:lnTo>
                    <a:pt x="1708128" y="143522"/>
                  </a:lnTo>
                  <a:lnTo>
                    <a:pt x="1709200" y="143172"/>
                  </a:lnTo>
                  <a:lnTo>
                    <a:pt x="1710271" y="142821"/>
                  </a:lnTo>
                  <a:lnTo>
                    <a:pt x="1711343" y="142469"/>
                  </a:lnTo>
                  <a:lnTo>
                    <a:pt x="1712414" y="142116"/>
                  </a:lnTo>
                  <a:lnTo>
                    <a:pt x="1713486" y="141762"/>
                  </a:lnTo>
                  <a:lnTo>
                    <a:pt x="1714558" y="141407"/>
                  </a:lnTo>
                  <a:lnTo>
                    <a:pt x="1715629" y="141051"/>
                  </a:lnTo>
                  <a:lnTo>
                    <a:pt x="1716701" y="140694"/>
                  </a:lnTo>
                  <a:lnTo>
                    <a:pt x="1717772" y="140336"/>
                  </a:lnTo>
                  <a:lnTo>
                    <a:pt x="1718844" y="139978"/>
                  </a:lnTo>
                  <a:lnTo>
                    <a:pt x="1719916" y="139618"/>
                  </a:lnTo>
                  <a:lnTo>
                    <a:pt x="1720987" y="139257"/>
                  </a:lnTo>
                  <a:lnTo>
                    <a:pt x="1722059" y="138895"/>
                  </a:lnTo>
                  <a:lnTo>
                    <a:pt x="1723130" y="138532"/>
                  </a:lnTo>
                  <a:lnTo>
                    <a:pt x="1724202" y="138169"/>
                  </a:lnTo>
                  <a:lnTo>
                    <a:pt x="1725274" y="137804"/>
                  </a:lnTo>
                  <a:lnTo>
                    <a:pt x="1726345" y="137439"/>
                  </a:lnTo>
                  <a:lnTo>
                    <a:pt x="1727417" y="137072"/>
                  </a:lnTo>
                  <a:lnTo>
                    <a:pt x="1728488" y="136705"/>
                  </a:lnTo>
                  <a:lnTo>
                    <a:pt x="1729560" y="136337"/>
                  </a:lnTo>
                  <a:lnTo>
                    <a:pt x="1730632" y="135968"/>
                  </a:lnTo>
                  <a:lnTo>
                    <a:pt x="1731703" y="135598"/>
                  </a:lnTo>
                  <a:lnTo>
                    <a:pt x="1732775" y="135227"/>
                  </a:lnTo>
                  <a:lnTo>
                    <a:pt x="1733846" y="134855"/>
                  </a:lnTo>
                  <a:lnTo>
                    <a:pt x="1734918" y="134482"/>
                  </a:lnTo>
                  <a:lnTo>
                    <a:pt x="1735990" y="134109"/>
                  </a:lnTo>
                  <a:lnTo>
                    <a:pt x="1737061" y="133735"/>
                  </a:lnTo>
                  <a:lnTo>
                    <a:pt x="1738133" y="133359"/>
                  </a:lnTo>
                  <a:lnTo>
                    <a:pt x="1739204" y="132983"/>
                  </a:lnTo>
                  <a:lnTo>
                    <a:pt x="1740276" y="132607"/>
                  </a:lnTo>
                  <a:lnTo>
                    <a:pt x="1741348" y="132229"/>
                  </a:lnTo>
                  <a:lnTo>
                    <a:pt x="1742419" y="131850"/>
                  </a:lnTo>
                  <a:lnTo>
                    <a:pt x="1743491" y="131471"/>
                  </a:lnTo>
                  <a:lnTo>
                    <a:pt x="1744562" y="131091"/>
                  </a:lnTo>
                  <a:lnTo>
                    <a:pt x="1745634" y="130710"/>
                  </a:lnTo>
                  <a:lnTo>
                    <a:pt x="1746706" y="130329"/>
                  </a:lnTo>
                  <a:lnTo>
                    <a:pt x="1747777" y="129946"/>
                  </a:lnTo>
                  <a:lnTo>
                    <a:pt x="1748849" y="129563"/>
                  </a:lnTo>
                  <a:lnTo>
                    <a:pt x="1749920" y="129179"/>
                  </a:lnTo>
                  <a:lnTo>
                    <a:pt x="1750992" y="128794"/>
                  </a:lnTo>
                  <a:lnTo>
                    <a:pt x="1752064" y="128409"/>
                  </a:lnTo>
                  <a:lnTo>
                    <a:pt x="1753135" y="128023"/>
                  </a:lnTo>
                  <a:lnTo>
                    <a:pt x="1754207" y="127636"/>
                  </a:lnTo>
                  <a:lnTo>
                    <a:pt x="1755278" y="127248"/>
                  </a:lnTo>
                  <a:lnTo>
                    <a:pt x="1756350" y="126860"/>
                  </a:lnTo>
                  <a:lnTo>
                    <a:pt x="1757422" y="126471"/>
                  </a:lnTo>
                  <a:lnTo>
                    <a:pt x="1758493" y="126081"/>
                  </a:lnTo>
                  <a:lnTo>
                    <a:pt x="1759565" y="125691"/>
                  </a:lnTo>
                  <a:lnTo>
                    <a:pt x="1760636" y="125300"/>
                  </a:lnTo>
                  <a:lnTo>
                    <a:pt x="1761708" y="124908"/>
                  </a:lnTo>
                  <a:lnTo>
                    <a:pt x="1762780" y="124516"/>
                  </a:lnTo>
                  <a:lnTo>
                    <a:pt x="1763851" y="124122"/>
                  </a:lnTo>
                  <a:lnTo>
                    <a:pt x="1764923" y="123729"/>
                  </a:lnTo>
                  <a:lnTo>
                    <a:pt x="1765994" y="123334"/>
                  </a:lnTo>
                  <a:lnTo>
                    <a:pt x="1767066" y="122939"/>
                  </a:lnTo>
                  <a:lnTo>
                    <a:pt x="1768138" y="122544"/>
                  </a:lnTo>
                  <a:lnTo>
                    <a:pt x="1769209" y="122147"/>
                  </a:lnTo>
                  <a:lnTo>
                    <a:pt x="1770281" y="121750"/>
                  </a:lnTo>
                  <a:lnTo>
                    <a:pt x="1771352" y="121353"/>
                  </a:lnTo>
                  <a:lnTo>
                    <a:pt x="1772424" y="120955"/>
                  </a:lnTo>
                  <a:lnTo>
                    <a:pt x="1773496" y="120556"/>
                  </a:lnTo>
                  <a:lnTo>
                    <a:pt x="1774567" y="120157"/>
                  </a:lnTo>
                  <a:lnTo>
                    <a:pt x="1775639" y="119757"/>
                  </a:lnTo>
                  <a:lnTo>
                    <a:pt x="1776710" y="119357"/>
                  </a:lnTo>
                  <a:lnTo>
                    <a:pt x="1777782" y="118956"/>
                  </a:lnTo>
                  <a:lnTo>
                    <a:pt x="1778853" y="118554"/>
                  </a:lnTo>
                  <a:lnTo>
                    <a:pt x="1779925" y="118152"/>
                  </a:lnTo>
                  <a:lnTo>
                    <a:pt x="1780997" y="117749"/>
                  </a:lnTo>
                  <a:lnTo>
                    <a:pt x="1782068" y="117346"/>
                  </a:lnTo>
                  <a:lnTo>
                    <a:pt x="1783140" y="116943"/>
                  </a:lnTo>
                  <a:lnTo>
                    <a:pt x="1784211" y="116539"/>
                  </a:lnTo>
                  <a:lnTo>
                    <a:pt x="1785283" y="116134"/>
                  </a:lnTo>
                  <a:lnTo>
                    <a:pt x="1786355" y="115729"/>
                  </a:lnTo>
                  <a:lnTo>
                    <a:pt x="1787426" y="115323"/>
                  </a:lnTo>
                  <a:lnTo>
                    <a:pt x="1788498" y="114917"/>
                  </a:lnTo>
                  <a:lnTo>
                    <a:pt x="1789569" y="114510"/>
                  </a:lnTo>
                  <a:lnTo>
                    <a:pt x="1790641" y="114103"/>
                  </a:lnTo>
                  <a:lnTo>
                    <a:pt x="1791713" y="113696"/>
                  </a:lnTo>
                  <a:lnTo>
                    <a:pt x="1792784" y="113288"/>
                  </a:lnTo>
                  <a:lnTo>
                    <a:pt x="1793856" y="112879"/>
                  </a:lnTo>
                  <a:lnTo>
                    <a:pt x="1794927" y="112471"/>
                  </a:lnTo>
                  <a:lnTo>
                    <a:pt x="1795999" y="112061"/>
                  </a:lnTo>
                  <a:lnTo>
                    <a:pt x="1797071" y="111652"/>
                  </a:lnTo>
                  <a:lnTo>
                    <a:pt x="1798142" y="111242"/>
                  </a:lnTo>
                  <a:lnTo>
                    <a:pt x="1799214" y="110831"/>
                  </a:lnTo>
                  <a:lnTo>
                    <a:pt x="1800285" y="110420"/>
                  </a:lnTo>
                  <a:lnTo>
                    <a:pt x="1801357" y="110009"/>
                  </a:lnTo>
                  <a:lnTo>
                    <a:pt x="1802429" y="109597"/>
                  </a:lnTo>
                  <a:lnTo>
                    <a:pt x="1803500" y="109185"/>
                  </a:lnTo>
                  <a:lnTo>
                    <a:pt x="1804572" y="108773"/>
                  </a:lnTo>
                  <a:lnTo>
                    <a:pt x="1805643" y="108360"/>
                  </a:lnTo>
                  <a:lnTo>
                    <a:pt x="1806715" y="107947"/>
                  </a:lnTo>
                  <a:lnTo>
                    <a:pt x="1807787" y="107534"/>
                  </a:lnTo>
                  <a:lnTo>
                    <a:pt x="1808858" y="107120"/>
                  </a:lnTo>
                  <a:lnTo>
                    <a:pt x="1809930" y="106706"/>
                  </a:lnTo>
                  <a:lnTo>
                    <a:pt x="1811001" y="106292"/>
                  </a:lnTo>
                  <a:lnTo>
                    <a:pt x="1812073" y="105877"/>
                  </a:lnTo>
                  <a:lnTo>
                    <a:pt x="1813145" y="105462"/>
                  </a:lnTo>
                  <a:lnTo>
                    <a:pt x="1814216" y="105047"/>
                  </a:lnTo>
                  <a:lnTo>
                    <a:pt x="1815288" y="104631"/>
                  </a:lnTo>
                  <a:lnTo>
                    <a:pt x="1816359" y="104215"/>
                  </a:lnTo>
                  <a:lnTo>
                    <a:pt x="1817431" y="103799"/>
                  </a:lnTo>
                  <a:lnTo>
                    <a:pt x="1818503" y="103383"/>
                  </a:lnTo>
                  <a:lnTo>
                    <a:pt x="1819574" y="102966"/>
                  </a:lnTo>
                  <a:lnTo>
                    <a:pt x="1820646" y="102550"/>
                  </a:lnTo>
                  <a:lnTo>
                    <a:pt x="1821717" y="102133"/>
                  </a:lnTo>
                  <a:lnTo>
                    <a:pt x="1822789" y="101715"/>
                  </a:lnTo>
                  <a:lnTo>
                    <a:pt x="1823861" y="101298"/>
                  </a:lnTo>
                  <a:lnTo>
                    <a:pt x="1824932" y="100880"/>
                  </a:lnTo>
                  <a:lnTo>
                    <a:pt x="1826004" y="100462"/>
                  </a:lnTo>
                  <a:lnTo>
                    <a:pt x="1827075" y="100044"/>
                  </a:lnTo>
                  <a:lnTo>
                    <a:pt x="1828147" y="99626"/>
                  </a:lnTo>
                  <a:lnTo>
                    <a:pt x="1829219" y="99207"/>
                  </a:lnTo>
                  <a:lnTo>
                    <a:pt x="1830290" y="98789"/>
                  </a:lnTo>
                  <a:lnTo>
                    <a:pt x="1831362" y="98370"/>
                  </a:lnTo>
                  <a:lnTo>
                    <a:pt x="1832433" y="97951"/>
                  </a:lnTo>
                  <a:lnTo>
                    <a:pt x="1833505" y="97532"/>
                  </a:lnTo>
                  <a:lnTo>
                    <a:pt x="1834577" y="97113"/>
                  </a:lnTo>
                  <a:lnTo>
                    <a:pt x="1835648" y="96694"/>
                  </a:lnTo>
                  <a:lnTo>
                    <a:pt x="1836720" y="96274"/>
                  </a:lnTo>
                  <a:lnTo>
                    <a:pt x="1837791" y="95855"/>
                  </a:lnTo>
                  <a:lnTo>
                    <a:pt x="1838863" y="95435"/>
                  </a:lnTo>
                  <a:lnTo>
                    <a:pt x="1839935" y="95015"/>
                  </a:lnTo>
                  <a:lnTo>
                    <a:pt x="1841006" y="94596"/>
                  </a:lnTo>
                  <a:lnTo>
                    <a:pt x="1842078" y="94176"/>
                  </a:lnTo>
                  <a:lnTo>
                    <a:pt x="1843149" y="93756"/>
                  </a:lnTo>
                  <a:lnTo>
                    <a:pt x="1844221" y="93336"/>
                  </a:lnTo>
                  <a:lnTo>
                    <a:pt x="1845293" y="92916"/>
                  </a:lnTo>
                  <a:lnTo>
                    <a:pt x="1846364" y="92496"/>
                  </a:lnTo>
                  <a:lnTo>
                    <a:pt x="1847436" y="92076"/>
                  </a:lnTo>
                  <a:lnTo>
                    <a:pt x="1848507" y="91655"/>
                  </a:lnTo>
                  <a:lnTo>
                    <a:pt x="1849579" y="91235"/>
                  </a:lnTo>
                  <a:lnTo>
                    <a:pt x="1850651" y="90815"/>
                  </a:lnTo>
                  <a:lnTo>
                    <a:pt x="1851722" y="90395"/>
                  </a:lnTo>
                  <a:lnTo>
                    <a:pt x="1852794" y="89975"/>
                  </a:lnTo>
                  <a:lnTo>
                    <a:pt x="1853865" y="89555"/>
                  </a:lnTo>
                  <a:lnTo>
                    <a:pt x="1854937" y="89135"/>
                  </a:lnTo>
                  <a:lnTo>
                    <a:pt x="1856009" y="88715"/>
                  </a:lnTo>
                  <a:lnTo>
                    <a:pt x="1857080" y="88295"/>
                  </a:lnTo>
                  <a:lnTo>
                    <a:pt x="1858152" y="87875"/>
                  </a:lnTo>
                  <a:lnTo>
                    <a:pt x="1859223" y="87455"/>
                  </a:lnTo>
                  <a:lnTo>
                    <a:pt x="1860295" y="87035"/>
                  </a:lnTo>
                  <a:lnTo>
                    <a:pt x="1861367" y="86615"/>
                  </a:lnTo>
                  <a:lnTo>
                    <a:pt x="1862438" y="86196"/>
                  </a:lnTo>
                  <a:lnTo>
                    <a:pt x="1863510" y="85776"/>
                  </a:lnTo>
                  <a:lnTo>
                    <a:pt x="1864581" y="85356"/>
                  </a:lnTo>
                  <a:lnTo>
                    <a:pt x="1865653" y="84937"/>
                  </a:lnTo>
                  <a:lnTo>
                    <a:pt x="1866725" y="84518"/>
                  </a:lnTo>
                  <a:lnTo>
                    <a:pt x="1867796" y="84099"/>
                  </a:lnTo>
                  <a:lnTo>
                    <a:pt x="1868868" y="83680"/>
                  </a:lnTo>
                  <a:lnTo>
                    <a:pt x="1869939" y="83261"/>
                  </a:lnTo>
                  <a:lnTo>
                    <a:pt x="1871011" y="82842"/>
                  </a:lnTo>
                  <a:lnTo>
                    <a:pt x="1872083" y="82424"/>
                  </a:lnTo>
                  <a:lnTo>
                    <a:pt x="1873154" y="82006"/>
                  </a:lnTo>
                  <a:lnTo>
                    <a:pt x="1874226" y="81587"/>
                  </a:lnTo>
                  <a:lnTo>
                    <a:pt x="1875297" y="81169"/>
                  </a:lnTo>
                  <a:lnTo>
                    <a:pt x="1876369" y="80752"/>
                  </a:lnTo>
                  <a:lnTo>
                    <a:pt x="1877441" y="80334"/>
                  </a:lnTo>
                  <a:lnTo>
                    <a:pt x="1878512" y="79917"/>
                  </a:lnTo>
                  <a:lnTo>
                    <a:pt x="1879584" y="79500"/>
                  </a:lnTo>
                  <a:lnTo>
                    <a:pt x="1880655" y="79083"/>
                  </a:lnTo>
                  <a:lnTo>
                    <a:pt x="1881727" y="78666"/>
                  </a:lnTo>
                  <a:lnTo>
                    <a:pt x="1882799" y="78250"/>
                  </a:lnTo>
                  <a:lnTo>
                    <a:pt x="1883870" y="77834"/>
                  </a:lnTo>
                  <a:lnTo>
                    <a:pt x="1884942" y="77418"/>
                  </a:lnTo>
                  <a:lnTo>
                    <a:pt x="1886013" y="77002"/>
                  </a:lnTo>
                  <a:lnTo>
                    <a:pt x="1887085" y="76587"/>
                  </a:lnTo>
                  <a:lnTo>
                    <a:pt x="1888157" y="76172"/>
                  </a:lnTo>
                  <a:lnTo>
                    <a:pt x="1889228" y="75757"/>
                  </a:lnTo>
                  <a:lnTo>
                    <a:pt x="1890300" y="75343"/>
                  </a:lnTo>
                  <a:lnTo>
                    <a:pt x="1891371" y="74929"/>
                  </a:lnTo>
                  <a:lnTo>
                    <a:pt x="1892443" y="74515"/>
                  </a:lnTo>
                  <a:lnTo>
                    <a:pt x="1893515" y="74102"/>
                  </a:lnTo>
                  <a:lnTo>
                    <a:pt x="1894586" y="73689"/>
                  </a:lnTo>
                  <a:lnTo>
                    <a:pt x="1895658" y="73276"/>
                  </a:lnTo>
                  <a:lnTo>
                    <a:pt x="1896729" y="72864"/>
                  </a:lnTo>
                  <a:lnTo>
                    <a:pt x="1897801" y="72452"/>
                  </a:lnTo>
                  <a:lnTo>
                    <a:pt x="1898873" y="72041"/>
                  </a:lnTo>
                  <a:lnTo>
                    <a:pt x="1899944" y="71629"/>
                  </a:lnTo>
                  <a:lnTo>
                    <a:pt x="1901016" y="71219"/>
                  </a:lnTo>
                  <a:lnTo>
                    <a:pt x="1902087" y="70808"/>
                  </a:lnTo>
                  <a:lnTo>
                    <a:pt x="1903159" y="70398"/>
                  </a:lnTo>
                  <a:lnTo>
                    <a:pt x="1904231" y="69989"/>
                  </a:lnTo>
                  <a:lnTo>
                    <a:pt x="1905302" y="69580"/>
                  </a:lnTo>
                  <a:lnTo>
                    <a:pt x="1906374" y="69171"/>
                  </a:lnTo>
                  <a:lnTo>
                    <a:pt x="1907445" y="68763"/>
                  </a:lnTo>
                  <a:lnTo>
                    <a:pt x="1908517" y="68355"/>
                  </a:lnTo>
                  <a:lnTo>
                    <a:pt x="1909589" y="67948"/>
                  </a:lnTo>
                  <a:lnTo>
                    <a:pt x="1910660" y="67542"/>
                  </a:lnTo>
                  <a:lnTo>
                    <a:pt x="1911732" y="67135"/>
                  </a:lnTo>
                  <a:lnTo>
                    <a:pt x="1912803" y="66730"/>
                  </a:lnTo>
                  <a:lnTo>
                    <a:pt x="1913875" y="66324"/>
                  </a:lnTo>
                  <a:lnTo>
                    <a:pt x="1914947" y="65920"/>
                  </a:lnTo>
                  <a:lnTo>
                    <a:pt x="1916018" y="65515"/>
                  </a:lnTo>
                  <a:lnTo>
                    <a:pt x="1917090" y="65112"/>
                  </a:lnTo>
                  <a:lnTo>
                    <a:pt x="1918161" y="64709"/>
                  </a:lnTo>
                  <a:lnTo>
                    <a:pt x="1919233" y="64306"/>
                  </a:lnTo>
                  <a:lnTo>
                    <a:pt x="1920305" y="63904"/>
                  </a:lnTo>
                  <a:lnTo>
                    <a:pt x="1921376" y="63503"/>
                  </a:lnTo>
                  <a:lnTo>
                    <a:pt x="1922448" y="63102"/>
                  </a:lnTo>
                  <a:lnTo>
                    <a:pt x="1923519" y="62702"/>
                  </a:lnTo>
                  <a:lnTo>
                    <a:pt x="1924591" y="62302"/>
                  </a:lnTo>
                  <a:lnTo>
                    <a:pt x="1925663" y="61903"/>
                  </a:lnTo>
                  <a:lnTo>
                    <a:pt x="1926734" y="61505"/>
                  </a:lnTo>
                  <a:lnTo>
                    <a:pt x="1927806" y="61107"/>
                  </a:lnTo>
                  <a:lnTo>
                    <a:pt x="1928877" y="60710"/>
                  </a:lnTo>
                  <a:lnTo>
                    <a:pt x="1929949" y="60313"/>
                  </a:lnTo>
                  <a:lnTo>
                    <a:pt x="1931021" y="59917"/>
                  </a:lnTo>
                  <a:lnTo>
                    <a:pt x="1932092" y="59522"/>
                  </a:lnTo>
                  <a:lnTo>
                    <a:pt x="1933164" y="59128"/>
                  </a:lnTo>
                  <a:lnTo>
                    <a:pt x="1934235" y="58734"/>
                  </a:lnTo>
                  <a:lnTo>
                    <a:pt x="1935307" y="58341"/>
                  </a:lnTo>
                  <a:lnTo>
                    <a:pt x="1936379" y="57948"/>
                  </a:lnTo>
                  <a:lnTo>
                    <a:pt x="1937450" y="57557"/>
                  </a:lnTo>
                  <a:lnTo>
                    <a:pt x="1938522" y="57166"/>
                  </a:lnTo>
                  <a:lnTo>
                    <a:pt x="1939593" y="56775"/>
                  </a:lnTo>
                  <a:lnTo>
                    <a:pt x="1940665" y="56386"/>
                  </a:lnTo>
                  <a:lnTo>
                    <a:pt x="1941737" y="55997"/>
                  </a:lnTo>
                  <a:lnTo>
                    <a:pt x="1942808" y="55609"/>
                  </a:lnTo>
                  <a:lnTo>
                    <a:pt x="1943880" y="55222"/>
                  </a:lnTo>
                  <a:lnTo>
                    <a:pt x="1944951" y="54835"/>
                  </a:lnTo>
                  <a:lnTo>
                    <a:pt x="1946023" y="54449"/>
                  </a:lnTo>
                  <a:lnTo>
                    <a:pt x="1947095" y="54064"/>
                  </a:lnTo>
                  <a:lnTo>
                    <a:pt x="1948166" y="53680"/>
                  </a:lnTo>
                  <a:lnTo>
                    <a:pt x="1949238" y="53297"/>
                  </a:lnTo>
                  <a:lnTo>
                    <a:pt x="1950309" y="52915"/>
                  </a:lnTo>
                  <a:lnTo>
                    <a:pt x="1951381" y="52533"/>
                  </a:lnTo>
                  <a:lnTo>
                    <a:pt x="1952453" y="52152"/>
                  </a:lnTo>
                  <a:lnTo>
                    <a:pt x="1953524" y="51772"/>
                  </a:lnTo>
                  <a:lnTo>
                    <a:pt x="1954596" y="51393"/>
                  </a:lnTo>
                  <a:lnTo>
                    <a:pt x="1955667" y="51015"/>
                  </a:lnTo>
                  <a:lnTo>
                    <a:pt x="1956739" y="50637"/>
                  </a:lnTo>
                  <a:lnTo>
                    <a:pt x="1957810" y="50261"/>
                  </a:lnTo>
                  <a:lnTo>
                    <a:pt x="1958882" y="49885"/>
                  </a:lnTo>
                  <a:lnTo>
                    <a:pt x="1959954" y="49511"/>
                  </a:lnTo>
                  <a:lnTo>
                    <a:pt x="1961025" y="49137"/>
                  </a:lnTo>
                  <a:lnTo>
                    <a:pt x="1962097" y="48764"/>
                  </a:lnTo>
                  <a:lnTo>
                    <a:pt x="1963168" y="48392"/>
                  </a:lnTo>
                  <a:lnTo>
                    <a:pt x="1964240" y="48021"/>
                  </a:lnTo>
                  <a:lnTo>
                    <a:pt x="1965312" y="47651"/>
                  </a:lnTo>
                  <a:lnTo>
                    <a:pt x="1966383" y="47282"/>
                  </a:lnTo>
                  <a:lnTo>
                    <a:pt x="1967455" y="46914"/>
                  </a:lnTo>
                  <a:lnTo>
                    <a:pt x="1968526" y="46547"/>
                  </a:lnTo>
                  <a:lnTo>
                    <a:pt x="1969598" y="46181"/>
                  </a:lnTo>
                  <a:lnTo>
                    <a:pt x="1970670" y="45816"/>
                  </a:lnTo>
                  <a:lnTo>
                    <a:pt x="1971741" y="45452"/>
                  </a:lnTo>
                  <a:lnTo>
                    <a:pt x="1972813" y="45088"/>
                  </a:lnTo>
                  <a:lnTo>
                    <a:pt x="1973884" y="44726"/>
                  </a:lnTo>
                  <a:lnTo>
                    <a:pt x="1974956" y="44365"/>
                  </a:lnTo>
                  <a:lnTo>
                    <a:pt x="1976028" y="44005"/>
                  </a:lnTo>
                  <a:lnTo>
                    <a:pt x="1977099" y="43646"/>
                  </a:lnTo>
                  <a:lnTo>
                    <a:pt x="1978171" y="43289"/>
                  </a:lnTo>
                  <a:lnTo>
                    <a:pt x="1979242" y="42932"/>
                  </a:lnTo>
                  <a:lnTo>
                    <a:pt x="1980314" y="42576"/>
                  </a:lnTo>
                  <a:lnTo>
                    <a:pt x="1981386" y="42222"/>
                  </a:lnTo>
                  <a:lnTo>
                    <a:pt x="1982457" y="41868"/>
                  </a:lnTo>
                  <a:lnTo>
                    <a:pt x="1983529" y="41516"/>
                  </a:lnTo>
                  <a:lnTo>
                    <a:pt x="1984600" y="41164"/>
                  </a:lnTo>
                  <a:lnTo>
                    <a:pt x="1985672" y="40814"/>
                  </a:lnTo>
                  <a:lnTo>
                    <a:pt x="1986744" y="40465"/>
                  </a:lnTo>
                  <a:lnTo>
                    <a:pt x="1987815" y="40117"/>
                  </a:lnTo>
                  <a:lnTo>
                    <a:pt x="1988887" y="39771"/>
                  </a:lnTo>
                  <a:lnTo>
                    <a:pt x="1989958" y="39425"/>
                  </a:lnTo>
                  <a:lnTo>
                    <a:pt x="1991030" y="39081"/>
                  </a:lnTo>
                  <a:lnTo>
                    <a:pt x="1992102" y="38738"/>
                  </a:lnTo>
                  <a:lnTo>
                    <a:pt x="1993173" y="38396"/>
                  </a:lnTo>
                  <a:lnTo>
                    <a:pt x="1994245" y="38055"/>
                  </a:lnTo>
                  <a:lnTo>
                    <a:pt x="1995316" y="37716"/>
                  </a:lnTo>
                  <a:lnTo>
                    <a:pt x="1996388" y="37377"/>
                  </a:lnTo>
                  <a:lnTo>
                    <a:pt x="1997460" y="37040"/>
                  </a:lnTo>
                  <a:lnTo>
                    <a:pt x="1998531" y="36704"/>
                  </a:lnTo>
                  <a:lnTo>
                    <a:pt x="1999603" y="36370"/>
                  </a:lnTo>
                  <a:lnTo>
                    <a:pt x="2000674" y="36036"/>
                  </a:lnTo>
                  <a:lnTo>
                    <a:pt x="2001746" y="35704"/>
                  </a:lnTo>
                  <a:lnTo>
                    <a:pt x="2002818" y="35374"/>
                  </a:lnTo>
                  <a:lnTo>
                    <a:pt x="2003889" y="35044"/>
                  </a:lnTo>
                  <a:lnTo>
                    <a:pt x="2004961" y="34716"/>
                  </a:lnTo>
                  <a:lnTo>
                    <a:pt x="2006032" y="34389"/>
                  </a:lnTo>
                  <a:lnTo>
                    <a:pt x="2007104" y="34064"/>
                  </a:lnTo>
                  <a:lnTo>
                    <a:pt x="2008176" y="33740"/>
                  </a:lnTo>
                  <a:lnTo>
                    <a:pt x="2009247" y="33417"/>
                  </a:lnTo>
                  <a:lnTo>
                    <a:pt x="2010319" y="33095"/>
                  </a:lnTo>
                  <a:lnTo>
                    <a:pt x="2011390" y="32775"/>
                  </a:lnTo>
                  <a:lnTo>
                    <a:pt x="2012462" y="32457"/>
                  </a:lnTo>
                  <a:lnTo>
                    <a:pt x="2013534" y="32139"/>
                  </a:lnTo>
                  <a:lnTo>
                    <a:pt x="2014605" y="31823"/>
                  </a:lnTo>
                  <a:lnTo>
                    <a:pt x="2015677" y="31509"/>
                  </a:lnTo>
                  <a:lnTo>
                    <a:pt x="2016748" y="31196"/>
                  </a:lnTo>
                  <a:lnTo>
                    <a:pt x="2017820" y="30884"/>
                  </a:lnTo>
                  <a:lnTo>
                    <a:pt x="2018892" y="30574"/>
                  </a:lnTo>
                  <a:lnTo>
                    <a:pt x="2019963" y="30265"/>
                  </a:lnTo>
                  <a:lnTo>
                    <a:pt x="2021035" y="29957"/>
                  </a:lnTo>
                  <a:lnTo>
                    <a:pt x="2022106" y="29651"/>
                  </a:lnTo>
                  <a:lnTo>
                    <a:pt x="2023178" y="29347"/>
                  </a:lnTo>
                  <a:lnTo>
                    <a:pt x="2024250" y="29044"/>
                  </a:lnTo>
                  <a:lnTo>
                    <a:pt x="2025321" y="28742"/>
                  </a:lnTo>
                  <a:lnTo>
                    <a:pt x="2026393" y="28442"/>
                  </a:lnTo>
                  <a:lnTo>
                    <a:pt x="2027464" y="28144"/>
                  </a:lnTo>
                  <a:lnTo>
                    <a:pt x="2028536" y="27847"/>
                  </a:lnTo>
                  <a:lnTo>
                    <a:pt x="2029608" y="27551"/>
                  </a:lnTo>
                  <a:lnTo>
                    <a:pt x="2030679" y="27257"/>
                  </a:lnTo>
                  <a:lnTo>
                    <a:pt x="2031751" y="26965"/>
                  </a:lnTo>
                  <a:lnTo>
                    <a:pt x="2032822" y="26674"/>
                  </a:lnTo>
                  <a:lnTo>
                    <a:pt x="2033894" y="26385"/>
                  </a:lnTo>
                  <a:lnTo>
                    <a:pt x="2034966" y="26097"/>
                  </a:lnTo>
                  <a:lnTo>
                    <a:pt x="2036037" y="25811"/>
                  </a:lnTo>
                  <a:lnTo>
                    <a:pt x="2037109" y="25526"/>
                  </a:lnTo>
                  <a:lnTo>
                    <a:pt x="2038180" y="25244"/>
                  </a:lnTo>
                  <a:lnTo>
                    <a:pt x="2039252" y="24962"/>
                  </a:lnTo>
                  <a:lnTo>
                    <a:pt x="2040324" y="24683"/>
                  </a:lnTo>
                  <a:lnTo>
                    <a:pt x="2041395" y="24404"/>
                  </a:lnTo>
                  <a:lnTo>
                    <a:pt x="2042467" y="24128"/>
                  </a:lnTo>
                  <a:lnTo>
                    <a:pt x="2043538" y="23853"/>
                  </a:lnTo>
                  <a:lnTo>
                    <a:pt x="2044610" y="23580"/>
                  </a:lnTo>
                  <a:lnTo>
                    <a:pt x="2045682" y="23309"/>
                  </a:lnTo>
                  <a:lnTo>
                    <a:pt x="2046753" y="23039"/>
                  </a:lnTo>
                  <a:lnTo>
                    <a:pt x="2047825" y="22771"/>
                  </a:lnTo>
                  <a:lnTo>
                    <a:pt x="2048896" y="22504"/>
                  </a:lnTo>
                  <a:lnTo>
                    <a:pt x="2049968" y="22239"/>
                  </a:lnTo>
                  <a:lnTo>
                    <a:pt x="2051040" y="21976"/>
                  </a:lnTo>
                  <a:lnTo>
                    <a:pt x="2052111" y="21714"/>
                  </a:lnTo>
                  <a:lnTo>
                    <a:pt x="2053183" y="21454"/>
                  </a:lnTo>
                  <a:lnTo>
                    <a:pt x="2054254" y="21196"/>
                  </a:lnTo>
                  <a:lnTo>
                    <a:pt x="2055326" y="20939"/>
                  </a:lnTo>
                  <a:lnTo>
                    <a:pt x="2056398" y="20684"/>
                  </a:lnTo>
                  <a:lnTo>
                    <a:pt x="2057469" y="20431"/>
                  </a:lnTo>
                  <a:lnTo>
                    <a:pt x="2058541" y="20179"/>
                  </a:lnTo>
                  <a:lnTo>
                    <a:pt x="2059612" y="19929"/>
                  </a:lnTo>
                  <a:lnTo>
                    <a:pt x="2060684" y="19680"/>
                  </a:lnTo>
                  <a:lnTo>
                    <a:pt x="2061756" y="19433"/>
                  </a:lnTo>
                  <a:lnTo>
                    <a:pt x="2062827" y="19188"/>
                  </a:lnTo>
                  <a:lnTo>
                    <a:pt x="2063899" y="18944"/>
                  </a:lnTo>
                  <a:lnTo>
                    <a:pt x="2064970" y="18702"/>
                  </a:lnTo>
                  <a:lnTo>
                    <a:pt x="2066042" y="18462"/>
                  </a:lnTo>
                  <a:lnTo>
                    <a:pt x="2067114" y="18223"/>
                  </a:lnTo>
                  <a:lnTo>
                    <a:pt x="2068185" y="17986"/>
                  </a:lnTo>
                  <a:lnTo>
                    <a:pt x="2069257" y="17750"/>
                  </a:lnTo>
                  <a:lnTo>
                    <a:pt x="2070328" y="17516"/>
                  </a:lnTo>
                  <a:lnTo>
                    <a:pt x="2071400" y="17284"/>
                  </a:lnTo>
                  <a:lnTo>
                    <a:pt x="2072472" y="17053"/>
                  </a:lnTo>
                  <a:lnTo>
                    <a:pt x="2073543" y="16824"/>
                  </a:lnTo>
                  <a:lnTo>
                    <a:pt x="2074615" y="16597"/>
                  </a:lnTo>
                  <a:lnTo>
                    <a:pt x="2075686" y="16371"/>
                  </a:lnTo>
                  <a:lnTo>
                    <a:pt x="2076758" y="16147"/>
                  </a:lnTo>
                  <a:lnTo>
                    <a:pt x="2077830" y="15924"/>
                  </a:lnTo>
                  <a:lnTo>
                    <a:pt x="2078901" y="15703"/>
                  </a:lnTo>
                  <a:lnTo>
                    <a:pt x="2079973" y="15483"/>
                  </a:lnTo>
                  <a:lnTo>
                    <a:pt x="2081044" y="15266"/>
                  </a:lnTo>
                  <a:lnTo>
                    <a:pt x="2082116" y="15049"/>
                  </a:lnTo>
                  <a:lnTo>
                    <a:pt x="2083188" y="14835"/>
                  </a:lnTo>
                  <a:lnTo>
                    <a:pt x="2084259" y="14622"/>
                  </a:lnTo>
                  <a:lnTo>
                    <a:pt x="2085331" y="14411"/>
                  </a:lnTo>
                  <a:lnTo>
                    <a:pt x="2086402" y="14201"/>
                  </a:lnTo>
                  <a:lnTo>
                    <a:pt x="2087474" y="13993"/>
                  </a:lnTo>
                  <a:lnTo>
                    <a:pt x="2088546" y="13786"/>
                  </a:lnTo>
                  <a:lnTo>
                    <a:pt x="2089617" y="13581"/>
                  </a:lnTo>
                  <a:lnTo>
                    <a:pt x="2090689" y="13378"/>
                  </a:lnTo>
                  <a:lnTo>
                    <a:pt x="2091760" y="13176"/>
                  </a:lnTo>
                  <a:lnTo>
                    <a:pt x="2092832" y="12976"/>
                  </a:lnTo>
                  <a:lnTo>
                    <a:pt x="2093904" y="12777"/>
                  </a:lnTo>
                  <a:lnTo>
                    <a:pt x="2094975" y="12580"/>
                  </a:lnTo>
                  <a:lnTo>
                    <a:pt x="2096047" y="12385"/>
                  </a:lnTo>
                  <a:lnTo>
                    <a:pt x="2097118" y="12191"/>
                  </a:lnTo>
                  <a:lnTo>
                    <a:pt x="2098190" y="11999"/>
                  </a:lnTo>
                  <a:lnTo>
                    <a:pt x="2099262" y="11808"/>
                  </a:lnTo>
                  <a:lnTo>
                    <a:pt x="2100333" y="11619"/>
                  </a:lnTo>
                  <a:lnTo>
                    <a:pt x="2101405" y="11431"/>
                  </a:lnTo>
                  <a:lnTo>
                    <a:pt x="2102476" y="11246"/>
                  </a:lnTo>
                  <a:lnTo>
                    <a:pt x="2103548" y="11061"/>
                  </a:lnTo>
                  <a:lnTo>
                    <a:pt x="2104620" y="10879"/>
                  </a:lnTo>
                  <a:lnTo>
                    <a:pt x="2105691" y="10697"/>
                  </a:lnTo>
                  <a:lnTo>
                    <a:pt x="2106763" y="10518"/>
                  </a:lnTo>
                  <a:lnTo>
                    <a:pt x="2107834" y="10340"/>
                  </a:lnTo>
                  <a:lnTo>
                    <a:pt x="2108906" y="10163"/>
                  </a:lnTo>
                  <a:lnTo>
                    <a:pt x="2109978" y="9989"/>
                  </a:lnTo>
                  <a:lnTo>
                    <a:pt x="2111049" y="9815"/>
                  </a:lnTo>
                  <a:lnTo>
                    <a:pt x="2112121" y="9644"/>
                  </a:lnTo>
                  <a:lnTo>
                    <a:pt x="2113192" y="9474"/>
                  </a:lnTo>
                  <a:lnTo>
                    <a:pt x="2114264" y="9305"/>
                  </a:lnTo>
                  <a:lnTo>
                    <a:pt x="2115336" y="9138"/>
                  </a:lnTo>
                  <a:lnTo>
                    <a:pt x="2116407" y="8973"/>
                  </a:lnTo>
                  <a:lnTo>
                    <a:pt x="2117479" y="8809"/>
                  </a:lnTo>
                  <a:lnTo>
                    <a:pt x="2118550" y="8647"/>
                  </a:lnTo>
                  <a:lnTo>
                    <a:pt x="2119622" y="8486"/>
                  </a:lnTo>
                  <a:lnTo>
                    <a:pt x="2120694" y="8327"/>
                  </a:lnTo>
                  <a:lnTo>
                    <a:pt x="2121765" y="8169"/>
                  </a:lnTo>
                  <a:lnTo>
                    <a:pt x="2122837" y="8013"/>
                  </a:lnTo>
                  <a:lnTo>
                    <a:pt x="2123908" y="7859"/>
                  </a:lnTo>
                  <a:lnTo>
                    <a:pt x="2124980" y="7706"/>
                  </a:lnTo>
                  <a:lnTo>
                    <a:pt x="2126052" y="7554"/>
                  </a:lnTo>
                  <a:lnTo>
                    <a:pt x="2127123" y="7405"/>
                  </a:lnTo>
                  <a:lnTo>
                    <a:pt x="2128195" y="7256"/>
                  </a:lnTo>
                  <a:lnTo>
                    <a:pt x="2129266" y="7110"/>
                  </a:lnTo>
                  <a:lnTo>
                    <a:pt x="2130338" y="6964"/>
                  </a:lnTo>
                  <a:lnTo>
                    <a:pt x="2131409" y="6821"/>
                  </a:lnTo>
                  <a:lnTo>
                    <a:pt x="2132481" y="6679"/>
                  </a:lnTo>
                  <a:lnTo>
                    <a:pt x="2133553" y="6538"/>
                  </a:lnTo>
                  <a:lnTo>
                    <a:pt x="2134624" y="6399"/>
                  </a:lnTo>
                  <a:lnTo>
                    <a:pt x="2135696" y="6262"/>
                  </a:lnTo>
                  <a:lnTo>
                    <a:pt x="2136767" y="6126"/>
                  </a:lnTo>
                  <a:lnTo>
                    <a:pt x="2137839" y="5992"/>
                  </a:lnTo>
                  <a:lnTo>
                    <a:pt x="2138911" y="5859"/>
                  </a:lnTo>
                  <a:lnTo>
                    <a:pt x="2139982" y="5727"/>
                  </a:lnTo>
                  <a:lnTo>
                    <a:pt x="2141054" y="5598"/>
                  </a:lnTo>
                  <a:lnTo>
                    <a:pt x="2142125" y="5469"/>
                  </a:lnTo>
                  <a:lnTo>
                    <a:pt x="2143197" y="5343"/>
                  </a:lnTo>
                  <a:lnTo>
                    <a:pt x="2144269" y="5218"/>
                  </a:lnTo>
                  <a:lnTo>
                    <a:pt x="2145340" y="5094"/>
                  </a:lnTo>
                  <a:lnTo>
                    <a:pt x="2146412" y="4972"/>
                  </a:lnTo>
                  <a:lnTo>
                    <a:pt x="2147483" y="4851"/>
                  </a:lnTo>
                  <a:lnTo>
                    <a:pt x="2148555" y="4732"/>
                  </a:lnTo>
                  <a:lnTo>
                    <a:pt x="2149627" y="4615"/>
                  </a:lnTo>
                  <a:lnTo>
                    <a:pt x="2150698" y="4499"/>
                  </a:lnTo>
                  <a:lnTo>
                    <a:pt x="2151770" y="4384"/>
                  </a:lnTo>
                  <a:lnTo>
                    <a:pt x="2152841" y="4271"/>
                  </a:lnTo>
                  <a:lnTo>
                    <a:pt x="2153913" y="4160"/>
                  </a:lnTo>
                  <a:lnTo>
                    <a:pt x="2154985" y="4050"/>
                  </a:lnTo>
                  <a:lnTo>
                    <a:pt x="2156056" y="3941"/>
                  </a:lnTo>
                  <a:lnTo>
                    <a:pt x="2157128" y="3834"/>
                  </a:lnTo>
                  <a:lnTo>
                    <a:pt x="2158199" y="3729"/>
                  </a:lnTo>
                  <a:lnTo>
                    <a:pt x="2159271" y="3625"/>
                  </a:lnTo>
                  <a:lnTo>
                    <a:pt x="2160343" y="3523"/>
                  </a:lnTo>
                  <a:lnTo>
                    <a:pt x="2161414" y="3422"/>
                  </a:lnTo>
                  <a:lnTo>
                    <a:pt x="2162486" y="3323"/>
                  </a:lnTo>
                  <a:lnTo>
                    <a:pt x="2163557" y="3225"/>
                  </a:lnTo>
                  <a:lnTo>
                    <a:pt x="2164629" y="3128"/>
                  </a:lnTo>
                  <a:lnTo>
                    <a:pt x="2165701" y="3033"/>
                  </a:lnTo>
                  <a:lnTo>
                    <a:pt x="2166772" y="2940"/>
                  </a:lnTo>
                  <a:lnTo>
                    <a:pt x="2167844" y="2848"/>
                  </a:lnTo>
                  <a:lnTo>
                    <a:pt x="2168915" y="2758"/>
                  </a:lnTo>
                  <a:lnTo>
                    <a:pt x="2169987" y="2669"/>
                  </a:lnTo>
                  <a:lnTo>
                    <a:pt x="2171059" y="2581"/>
                  </a:lnTo>
                  <a:lnTo>
                    <a:pt x="2172130" y="2495"/>
                  </a:lnTo>
                  <a:lnTo>
                    <a:pt x="2173202" y="2411"/>
                  </a:lnTo>
                  <a:lnTo>
                    <a:pt x="2174273" y="2328"/>
                  </a:lnTo>
                  <a:lnTo>
                    <a:pt x="2175345" y="2247"/>
                  </a:lnTo>
                  <a:lnTo>
                    <a:pt x="2176417" y="2167"/>
                  </a:lnTo>
                  <a:lnTo>
                    <a:pt x="2177488" y="2088"/>
                  </a:lnTo>
                  <a:lnTo>
                    <a:pt x="2178560" y="2011"/>
                  </a:lnTo>
                  <a:lnTo>
                    <a:pt x="2179631" y="1935"/>
                  </a:lnTo>
                  <a:lnTo>
                    <a:pt x="2180703" y="1861"/>
                  </a:lnTo>
                  <a:lnTo>
                    <a:pt x="2181775" y="1789"/>
                  </a:lnTo>
                  <a:lnTo>
                    <a:pt x="2182846" y="1718"/>
                  </a:lnTo>
                  <a:lnTo>
                    <a:pt x="2183918" y="1648"/>
                  </a:lnTo>
                  <a:lnTo>
                    <a:pt x="2184989" y="1580"/>
                  </a:lnTo>
                  <a:lnTo>
                    <a:pt x="2186061" y="1513"/>
                  </a:lnTo>
                  <a:lnTo>
                    <a:pt x="2187133" y="1448"/>
                  </a:lnTo>
                  <a:lnTo>
                    <a:pt x="2188204" y="1384"/>
                  </a:lnTo>
                  <a:lnTo>
                    <a:pt x="2189276" y="1322"/>
                  </a:lnTo>
                  <a:lnTo>
                    <a:pt x="2190347" y="1261"/>
                  </a:lnTo>
                  <a:lnTo>
                    <a:pt x="2191419" y="1201"/>
                  </a:lnTo>
                  <a:lnTo>
                    <a:pt x="2192491" y="1143"/>
                  </a:lnTo>
                  <a:lnTo>
                    <a:pt x="2193562" y="1087"/>
                  </a:lnTo>
                  <a:lnTo>
                    <a:pt x="2194634" y="1032"/>
                  </a:lnTo>
                  <a:lnTo>
                    <a:pt x="2195705" y="978"/>
                  </a:lnTo>
                  <a:lnTo>
                    <a:pt x="2196777" y="926"/>
                  </a:lnTo>
                  <a:lnTo>
                    <a:pt x="2197849" y="875"/>
                  </a:lnTo>
                  <a:lnTo>
                    <a:pt x="2198920" y="826"/>
                  </a:lnTo>
                  <a:lnTo>
                    <a:pt x="2199992" y="778"/>
                  </a:lnTo>
                  <a:lnTo>
                    <a:pt x="2201063" y="732"/>
                  </a:lnTo>
                  <a:lnTo>
                    <a:pt x="2202135" y="687"/>
                  </a:lnTo>
                  <a:lnTo>
                    <a:pt x="2203207" y="644"/>
                  </a:lnTo>
                  <a:lnTo>
                    <a:pt x="2204278" y="602"/>
                  </a:lnTo>
                  <a:lnTo>
                    <a:pt x="2205350" y="561"/>
                  </a:lnTo>
                  <a:lnTo>
                    <a:pt x="2206421" y="522"/>
                  </a:lnTo>
                  <a:lnTo>
                    <a:pt x="2207493" y="484"/>
                  </a:lnTo>
                  <a:lnTo>
                    <a:pt x="2208565" y="448"/>
                  </a:lnTo>
                  <a:lnTo>
                    <a:pt x="2209636" y="413"/>
                  </a:lnTo>
                  <a:lnTo>
                    <a:pt x="2210708" y="379"/>
                  </a:lnTo>
                  <a:lnTo>
                    <a:pt x="2211779" y="347"/>
                  </a:lnTo>
                  <a:lnTo>
                    <a:pt x="2212851" y="317"/>
                  </a:lnTo>
                  <a:lnTo>
                    <a:pt x="2213923" y="288"/>
                  </a:lnTo>
                  <a:lnTo>
                    <a:pt x="2214994" y="260"/>
                  </a:lnTo>
                  <a:lnTo>
                    <a:pt x="2216066" y="233"/>
                  </a:lnTo>
                  <a:lnTo>
                    <a:pt x="2217137" y="209"/>
                  </a:lnTo>
                  <a:lnTo>
                    <a:pt x="2218209" y="185"/>
                  </a:lnTo>
                  <a:lnTo>
                    <a:pt x="2219281" y="163"/>
                  </a:lnTo>
                  <a:lnTo>
                    <a:pt x="2220352" y="142"/>
                  </a:lnTo>
                  <a:lnTo>
                    <a:pt x="2221424" y="123"/>
                  </a:lnTo>
                  <a:lnTo>
                    <a:pt x="2222495" y="105"/>
                  </a:lnTo>
                  <a:lnTo>
                    <a:pt x="2223567" y="89"/>
                  </a:lnTo>
                  <a:lnTo>
                    <a:pt x="2224639" y="73"/>
                  </a:lnTo>
                  <a:lnTo>
                    <a:pt x="2225710" y="60"/>
                  </a:lnTo>
                  <a:lnTo>
                    <a:pt x="2226782" y="48"/>
                  </a:lnTo>
                  <a:lnTo>
                    <a:pt x="2227853" y="37"/>
                  </a:lnTo>
                  <a:lnTo>
                    <a:pt x="2228925" y="27"/>
                  </a:lnTo>
                  <a:lnTo>
                    <a:pt x="2229997" y="19"/>
                  </a:lnTo>
                  <a:lnTo>
                    <a:pt x="2231068" y="12"/>
                  </a:lnTo>
                  <a:lnTo>
                    <a:pt x="2232140" y="7"/>
                  </a:lnTo>
                  <a:lnTo>
                    <a:pt x="2233211" y="3"/>
                  </a:lnTo>
                  <a:lnTo>
                    <a:pt x="2234283" y="1"/>
                  </a:lnTo>
                  <a:lnTo>
                    <a:pt x="2235355" y="0"/>
                  </a:lnTo>
                  <a:lnTo>
                    <a:pt x="2236426" y="0"/>
                  </a:lnTo>
                  <a:lnTo>
                    <a:pt x="2237498" y="1"/>
                  </a:lnTo>
                  <a:lnTo>
                    <a:pt x="2238569" y="4"/>
                  </a:lnTo>
                  <a:lnTo>
                    <a:pt x="2239641" y="9"/>
                  </a:lnTo>
                  <a:lnTo>
                    <a:pt x="2240713" y="14"/>
                  </a:lnTo>
                  <a:lnTo>
                    <a:pt x="2241784" y="22"/>
                  </a:lnTo>
                  <a:lnTo>
                    <a:pt x="2242856" y="30"/>
                  </a:lnTo>
                  <a:lnTo>
                    <a:pt x="2243927" y="40"/>
                  </a:lnTo>
                  <a:lnTo>
                    <a:pt x="2244999" y="51"/>
                  </a:lnTo>
                  <a:lnTo>
                    <a:pt x="2246071" y="64"/>
                  </a:lnTo>
                  <a:lnTo>
                    <a:pt x="2247142" y="78"/>
                  </a:lnTo>
                  <a:lnTo>
                    <a:pt x="2248214" y="93"/>
                  </a:lnTo>
                  <a:lnTo>
                    <a:pt x="2249285" y="110"/>
                  </a:lnTo>
                  <a:lnTo>
                    <a:pt x="2250357" y="128"/>
                  </a:lnTo>
                  <a:lnTo>
                    <a:pt x="2251429" y="147"/>
                  </a:lnTo>
                  <a:lnTo>
                    <a:pt x="2252500" y="168"/>
                  </a:lnTo>
                  <a:lnTo>
                    <a:pt x="2253572" y="190"/>
                  </a:lnTo>
                  <a:lnTo>
                    <a:pt x="2254643" y="213"/>
                  </a:lnTo>
                  <a:lnTo>
                    <a:pt x="2255715" y="238"/>
                  </a:lnTo>
                  <a:lnTo>
                    <a:pt x="2256787" y="264"/>
                  </a:lnTo>
                  <a:lnTo>
                    <a:pt x="2257858" y="292"/>
                  </a:lnTo>
                  <a:lnTo>
                    <a:pt x="2258930" y="321"/>
                  </a:lnTo>
                  <a:lnTo>
                    <a:pt x="2260001" y="351"/>
                  </a:lnTo>
                  <a:lnTo>
                    <a:pt x="2261073" y="382"/>
                  </a:lnTo>
                  <a:lnTo>
                    <a:pt x="2262145" y="415"/>
                  </a:lnTo>
                  <a:lnTo>
                    <a:pt x="2263216" y="449"/>
                  </a:lnTo>
                  <a:lnTo>
                    <a:pt x="2264288" y="485"/>
                  </a:lnTo>
                  <a:lnTo>
                    <a:pt x="2265359" y="522"/>
                  </a:lnTo>
                  <a:lnTo>
                    <a:pt x="2266431" y="560"/>
                  </a:lnTo>
                  <a:lnTo>
                    <a:pt x="2267503" y="599"/>
                  </a:lnTo>
                  <a:lnTo>
                    <a:pt x="2268574" y="640"/>
                  </a:lnTo>
                  <a:lnTo>
                    <a:pt x="2269646" y="682"/>
                  </a:lnTo>
                  <a:lnTo>
                    <a:pt x="2270717" y="726"/>
                  </a:lnTo>
                  <a:lnTo>
                    <a:pt x="2271789" y="771"/>
                  </a:lnTo>
                  <a:lnTo>
                    <a:pt x="2272861" y="817"/>
                  </a:lnTo>
                  <a:lnTo>
                    <a:pt x="2273932" y="864"/>
                  </a:lnTo>
                  <a:lnTo>
                    <a:pt x="2275004" y="913"/>
                  </a:lnTo>
                  <a:lnTo>
                    <a:pt x="2276075" y="963"/>
                  </a:lnTo>
                  <a:lnTo>
                    <a:pt x="2277147" y="1014"/>
                  </a:lnTo>
                  <a:lnTo>
                    <a:pt x="2278219" y="1067"/>
                  </a:lnTo>
                  <a:lnTo>
                    <a:pt x="2279290" y="1121"/>
                  </a:lnTo>
                  <a:lnTo>
                    <a:pt x="2280362" y="1176"/>
                  </a:lnTo>
                  <a:lnTo>
                    <a:pt x="2281433" y="1233"/>
                  </a:lnTo>
                  <a:lnTo>
                    <a:pt x="2282505" y="1290"/>
                  </a:lnTo>
                  <a:lnTo>
                    <a:pt x="2283577" y="1350"/>
                  </a:lnTo>
                  <a:lnTo>
                    <a:pt x="2284648" y="1410"/>
                  </a:lnTo>
                  <a:lnTo>
                    <a:pt x="2285720" y="1472"/>
                  </a:lnTo>
                  <a:lnTo>
                    <a:pt x="2286791" y="1535"/>
                  </a:lnTo>
                  <a:lnTo>
                    <a:pt x="2287863" y="1599"/>
                  </a:lnTo>
                  <a:lnTo>
                    <a:pt x="2288935" y="1665"/>
                  </a:lnTo>
                  <a:lnTo>
                    <a:pt x="2290006" y="1732"/>
                  </a:lnTo>
                  <a:lnTo>
                    <a:pt x="2291078" y="1800"/>
                  </a:lnTo>
                  <a:lnTo>
                    <a:pt x="2292149" y="1869"/>
                  </a:lnTo>
                  <a:lnTo>
                    <a:pt x="2293221" y="1940"/>
                  </a:lnTo>
                  <a:lnTo>
                    <a:pt x="2294293" y="2012"/>
                  </a:lnTo>
                  <a:lnTo>
                    <a:pt x="2295364" y="2085"/>
                  </a:lnTo>
                  <a:lnTo>
                    <a:pt x="2296436" y="2160"/>
                  </a:lnTo>
                  <a:lnTo>
                    <a:pt x="2297507" y="2235"/>
                  </a:lnTo>
                  <a:lnTo>
                    <a:pt x="2298579" y="2313"/>
                  </a:lnTo>
                  <a:lnTo>
                    <a:pt x="2299651" y="2391"/>
                  </a:lnTo>
                  <a:lnTo>
                    <a:pt x="2300722" y="2470"/>
                  </a:lnTo>
                  <a:lnTo>
                    <a:pt x="2301794" y="2551"/>
                  </a:lnTo>
                  <a:lnTo>
                    <a:pt x="2302865" y="2633"/>
                  </a:lnTo>
                  <a:lnTo>
                    <a:pt x="2303937" y="2717"/>
                  </a:lnTo>
                  <a:lnTo>
                    <a:pt x="2305009" y="2801"/>
                  </a:lnTo>
                  <a:lnTo>
                    <a:pt x="2306080" y="2887"/>
                  </a:lnTo>
                  <a:lnTo>
                    <a:pt x="2307152" y="2974"/>
                  </a:lnTo>
                  <a:lnTo>
                    <a:pt x="2308223" y="3063"/>
                  </a:lnTo>
                  <a:lnTo>
                    <a:pt x="2309295" y="3152"/>
                  </a:lnTo>
                  <a:lnTo>
                    <a:pt x="2310366" y="3243"/>
                  </a:lnTo>
                  <a:lnTo>
                    <a:pt x="2311438" y="3335"/>
                  </a:lnTo>
                  <a:lnTo>
                    <a:pt x="2312510" y="3429"/>
                  </a:lnTo>
                  <a:lnTo>
                    <a:pt x="2313581" y="3523"/>
                  </a:lnTo>
                  <a:lnTo>
                    <a:pt x="2314653" y="3619"/>
                  </a:lnTo>
                  <a:lnTo>
                    <a:pt x="2315724" y="3716"/>
                  </a:lnTo>
                  <a:lnTo>
                    <a:pt x="2316796" y="3814"/>
                  </a:lnTo>
                  <a:lnTo>
                    <a:pt x="2317868" y="3914"/>
                  </a:lnTo>
                  <a:lnTo>
                    <a:pt x="2318939" y="4015"/>
                  </a:lnTo>
                  <a:lnTo>
                    <a:pt x="2320011" y="4117"/>
                  </a:lnTo>
                  <a:lnTo>
                    <a:pt x="2321082" y="4220"/>
                  </a:lnTo>
                  <a:lnTo>
                    <a:pt x="2322154" y="4324"/>
                  </a:lnTo>
                  <a:lnTo>
                    <a:pt x="2323226" y="4430"/>
                  </a:lnTo>
                  <a:lnTo>
                    <a:pt x="2324297" y="4537"/>
                  </a:lnTo>
                  <a:lnTo>
                    <a:pt x="2325369" y="4645"/>
                  </a:lnTo>
                  <a:lnTo>
                    <a:pt x="2326440" y="4754"/>
                  </a:lnTo>
                  <a:lnTo>
                    <a:pt x="2327512" y="4864"/>
                  </a:lnTo>
                  <a:lnTo>
                    <a:pt x="2328584" y="4976"/>
                  </a:lnTo>
                  <a:lnTo>
                    <a:pt x="2329655" y="5089"/>
                  </a:lnTo>
                  <a:lnTo>
                    <a:pt x="2330727" y="5203"/>
                  </a:lnTo>
                  <a:lnTo>
                    <a:pt x="2331798" y="5318"/>
                  </a:lnTo>
                  <a:lnTo>
                    <a:pt x="2332870" y="5435"/>
                  </a:lnTo>
                  <a:lnTo>
                    <a:pt x="2333942" y="5553"/>
                  </a:lnTo>
                  <a:lnTo>
                    <a:pt x="2335013" y="5671"/>
                  </a:lnTo>
                  <a:lnTo>
                    <a:pt x="2336085" y="5792"/>
                  </a:lnTo>
                  <a:lnTo>
                    <a:pt x="2337156" y="5913"/>
                  </a:lnTo>
                  <a:lnTo>
                    <a:pt x="2338228" y="6035"/>
                  </a:lnTo>
                  <a:lnTo>
                    <a:pt x="2339300" y="6159"/>
                  </a:lnTo>
                  <a:lnTo>
                    <a:pt x="2340371" y="6284"/>
                  </a:lnTo>
                  <a:lnTo>
                    <a:pt x="2341443" y="6410"/>
                  </a:lnTo>
                  <a:lnTo>
                    <a:pt x="2342514" y="6537"/>
                  </a:lnTo>
                  <a:lnTo>
                    <a:pt x="2343586" y="6665"/>
                  </a:lnTo>
                  <a:lnTo>
                    <a:pt x="2344658" y="6795"/>
                  </a:lnTo>
                  <a:lnTo>
                    <a:pt x="2345729" y="6925"/>
                  </a:lnTo>
                  <a:lnTo>
                    <a:pt x="2346801" y="7057"/>
                  </a:lnTo>
                  <a:lnTo>
                    <a:pt x="2347872" y="7190"/>
                  </a:lnTo>
                  <a:lnTo>
                    <a:pt x="2348944" y="7325"/>
                  </a:lnTo>
                  <a:lnTo>
                    <a:pt x="2350016" y="7460"/>
                  </a:lnTo>
                  <a:lnTo>
                    <a:pt x="2351087" y="7597"/>
                  </a:lnTo>
                  <a:lnTo>
                    <a:pt x="2352159" y="7734"/>
                  </a:lnTo>
                  <a:lnTo>
                    <a:pt x="2353230" y="7873"/>
                  </a:lnTo>
                  <a:lnTo>
                    <a:pt x="2354302" y="8013"/>
                  </a:lnTo>
                  <a:lnTo>
                    <a:pt x="2355374" y="8154"/>
                  </a:lnTo>
                  <a:lnTo>
                    <a:pt x="2356445" y="8297"/>
                  </a:lnTo>
                  <a:lnTo>
                    <a:pt x="2357517" y="8440"/>
                  </a:lnTo>
                  <a:lnTo>
                    <a:pt x="2358588" y="8585"/>
                  </a:lnTo>
                  <a:lnTo>
                    <a:pt x="2359660" y="8730"/>
                  </a:lnTo>
                  <a:lnTo>
                    <a:pt x="2360732" y="8877"/>
                  </a:lnTo>
                  <a:lnTo>
                    <a:pt x="2361803" y="9025"/>
                  </a:lnTo>
                  <a:lnTo>
                    <a:pt x="2362875" y="9174"/>
                  </a:lnTo>
                  <a:lnTo>
                    <a:pt x="2363946" y="9325"/>
                  </a:lnTo>
                  <a:lnTo>
                    <a:pt x="2365018" y="9476"/>
                  </a:lnTo>
                  <a:lnTo>
                    <a:pt x="2366090" y="9629"/>
                  </a:lnTo>
                  <a:lnTo>
                    <a:pt x="2367161" y="9782"/>
                  </a:lnTo>
                  <a:lnTo>
                    <a:pt x="2368233" y="9937"/>
                  </a:lnTo>
                  <a:lnTo>
                    <a:pt x="2369304" y="10093"/>
                  </a:lnTo>
                  <a:lnTo>
                    <a:pt x="2370376" y="10250"/>
                  </a:lnTo>
                  <a:lnTo>
                    <a:pt x="2371448" y="10408"/>
                  </a:lnTo>
                  <a:lnTo>
                    <a:pt x="2372519" y="10568"/>
                  </a:lnTo>
                  <a:lnTo>
                    <a:pt x="2373591" y="10728"/>
                  </a:lnTo>
                  <a:lnTo>
                    <a:pt x="2374662" y="10890"/>
                  </a:lnTo>
                  <a:lnTo>
                    <a:pt x="2375734" y="11052"/>
                  </a:lnTo>
                  <a:lnTo>
                    <a:pt x="2376806" y="11216"/>
                  </a:lnTo>
                  <a:lnTo>
                    <a:pt x="2377877" y="11381"/>
                  </a:lnTo>
                  <a:lnTo>
                    <a:pt x="2378949" y="11547"/>
                  </a:lnTo>
                  <a:lnTo>
                    <a:pt x="2380020" y="11714"/>
                  </a:lnTo>
                  <a:lnTo>
                    <a:pt x="2381092" y="11882"/>
                  </a:lnTo>
                  <a:lnTo>
                    <a:pt x="2382164" y="12051"/>
                  </a:lnTo>
                  <a:lnTo>
                    <a:pt x="2383235" y="12222"/>
                  </a:lnTo>
                  <a:lnTo>
                    <a:pt x="2384307" y="12393"/>
                  </a:lnTo>
                  <a:lnTo>
                    <a:pt x="2385378" y="12566"/>
                  </a:lnTo>
                  <a:lnTo>
                    <a:pt x="2386450" y="12739"/>
                  </a:lnTo>
                  <a:lnTo>
                    <a:pt x="2387522" y="12914"/>
                  </a:lnTo>
                  <a:lnTo>
                    <a:pt x="2388593" y="13090"/>
                  </a:lnTo>
                  <a:lnTo>
                    <a:pt x="2389665" y="13267"/>
                  </a:lnTo>
                  <a:lnTo>
                    <a:pt x="2390736" y="13445"/>
                  </a:lnTo>
                  <a:lnTo>
                    <a:pt x="2391808" y="13624"/>
                  </a:lnTo>
                  <a:lnTo>
                    <a:pt x="2392880" y="13804"/>
                  </a:lnTo>
                  <a:lnTo>
                    <a:pt x="2393951" y="13985"/>
                  </a:lnTo>
                  <a:lnTo>
                    <a:pt x="2395023" y="14167"/>
                  </a:lnTo>
                  <a:lnTo>
                    <a:pt x="2396094" y="14350"/>
                  </a:lnTo>
                  <a:lnTo>
                    <a:pt x="2397166" y="14535"/>
                  </a:lnTo>
                  <a:lnTo>
                    <a:pt x="2398238" y="14720"/>
                  </a:lnTo>
                  <a:lnTo>
                    <a:pt x="2399309" y="14907"/>
                  </a:lnTo>
                  <a:lnTo>
                    <a:pt x="2400381" y="15094"/>
                  </a:lnTo>
                  <a:lnTo>
                    <a:pt x="2401452" y="15283"/>
                  </a:lnTo>
                  <a:lnTo>
                    <a:pt x="2402524" y="15473"/>
                  </a:lnTo>
                  <a:lnTo>
                    <a:pt x="2403596" y="15663"/>
                  </a:lnTo>
                  <a:lnTo>
                    <a:pt x="2404667" y="15855"/>
                  </a:lnTo>
                  <a:lnTo>
                    <a:pt x="2405739" y="16048"/>
                  </a:lnTo>
                  <a:lnTo>
                    <a:pt x="2406810" y="16242"/>
                  </a:lnTo>
                  <a:lnTo>
                    <a:pt x="2407882" y="16437"/>
                  </a:lnTo>
                  <a:lnTo>
                    <a:pt x="2408954" y="16633"/>
                  </a:lnTo>
                  <a:lnTo>
                    <a:pt x="2410025" y="16829"/>
                  </a:lnTo>
                  <a:lnTo>
                    <a:pt x="2411097" y="17028"/>
                  </a:lnTo>
                  <a:lnTo>
                    <a:pt x="2412168" y="17227"/>
                  </a:lnTo>
                  <a:lnTo>
                    <a:pt x="2413240" y="17427"/>
                  </a:lnTo>
                  <a:lnTo>
                    <a:pt x="2414312" y="17628"/>
                  </a:lnTo>
                  <a:lnTo>
                    <a:pt x="2415383" y="17830"/>
                  </a:lnTo>
                  <a:lnTo>
                    <a:pt x="2416455" y="18033"/>
                  </a:lnTo>
                  <a:lnTo>
                    <a:pt x="2417526" y="18237"/>
                  </a:lnTo>
                  <a:lnTo>
                    <a:pt x="2418598" y="18442"/>
                  </a:lnTo>
                  <a:lnTo>
                    <a:pt x="2419670" y="18649"/>
                  </a:lnTo>
                  <a:lnTo>
                    <a:pt x="2420741" y="18856"/>
                  </a:lnTo>
                  <a:lnTo>
                    <a:pt x="2421813" y="19064"/>
                  </a:lnTo>
                  <a:lnTo>
                    <a:pt x="2422884" y="19273"/>
                  </a:lnTo>
                  <a:lnTo>
                    <a:pt x="2423956" y="19484"/>
                  </a:lnTo>
                  <a:lnTo>
                    <a:pt x="2425028" y="19695"/>
                  </a:lnTo>
                  <a:lnTo>
                    <a:pt x="2426099" y="19907"/>
                  </a:lnTo>
                  <a:lnTo>
                    <a:pt x="2427171" y="20120"/>
                  </a:lnTo>
                  <a:lnTo>
                    <a:pt x="2428242" y="20335"/>
                  </a:lnTo>
                  <a:lnTo>
                    <a:pt x="2429314" y="20550"/>
                  </a:lnTo>
                  <a:lnTo>
                    <a:pt x="2430386" y="20766"/>
                  </a:lnTo>
                  <a:lnTo>
                    <a:pt x="2431457" y="20983"/>
                  </a:lnTo>
                  <a:lnTo>
                    <a:pt x="2432529" y="21202"/>
                  </a:lnTo>
                  <a:lnTo>
                    <a:pt x="2433600" y="21421"/>
                  </a:lnTo>
                  <a:lnTo>
                    <a:pt x="2434672" y="21641"/>
                  </a:lnTo>
                  <a:lnTo>
                    <a:pt x="2435744" y="21862"/>
                  </a:lnTo>
                  <a:lnTo>
                    <a:pt x="2436815" y="22084"/>
                  </a:lnTo>
                  <a:lnTo>
                    <a:pt x="2437887" y="22308"/>
                  </a:lnTo>
                  <a:lnTo>
                    <a:pt x="2438958" y="22532"/>
                  </a:lnTo>
                  <a:lnTo>
                    <a:pt x="2440030" y="22757"/>
                  </a:lnTo>
                  <a:lnTo>
                    <a:pt x="2441102" y="22983"/>
                  </a:lnTo>
                  <a:lnTo>
                    <a:pt x="2442173" y="23210"/>
                  </a:lnTo>
                  <a:lnTo>
                    <a:pt x="2443245" y="23438"/>
                  </a:lnTo>
                  <a:lnTo>
                    <a:pt x="2444316" y="23667"/>
                  </a:lnTo>
                  <a:lnTo>
                    <a:pt x="2445388" y="23897"/>
                  </a:lnTo>
                  <a:lnTo>
                    <a:pt x="2446460" y="24128"/>
                  </a:lnTo>
                  <a:lnTo>
                    <a:pt x="2447531" y="24360"/>
                  </a:lnTo>
                  <a:lnTo>
                    <a:pt x="2448603" y="24592"/>
                  </a:lnTo>
                  <a:lnTo>
                    <a:pt x="2449674" y="24826"/>
                  </a:lnTo>
                  <a:lnTo>
                    <a:pt x="2450746" y="25061"/>
                  </a:lnTo>
                  <a:lnTo>
                    <a:pt x="2451818" y="25296"/>
                  </a:lnTo>
                  <a:lnTo>
                    <a:pt x="2452889" y="25533"/>
                  </a:lnTo>
                  <a:lnTo>
                    <a:pt x="2453961" y="25771"/>
                  </a:lnTo>
                  <a:lnTo>
                    <a:pt x="2455032" y="26009"/>
                  </a:lnTo>
                  <a:lnTo>
                    <a:pt x="2456104" y="26249"/>
                  </a:lnTo>
                  <a:lnTo>
                    <a:pt x="2457176" y="26489"/>
                  </a:lnTo>
                  <a:lnTo>
                    <a:pt x="2458247" y="26730"/>
                  </a:lnTo>
                  <a:lnTo>
                    <a:pt x="2459319" y="26972"/>
                  </a:lnTo>
                  <a:lnTo>
                    <a:pt x="2460390" y="27216"/>
                  </a:lnTo>
                  <a:lnTo>
                    <a:pt x="2461462" y="27460"/>
                  </a:lnTo>
                  <a:lnTo>
                    <a:pt x="2462534" y="27705"/>
                  </a:lnTo>
                  <a:lnTo>
                    <a:pt x="2463605" y="27951"/>
                  </a:lnTo>
                  <a:lnTo>
                    <a:pt x="2464677" y="28197"/>
                  </a:lnTo>
                  <a:lnTo>
                    <a:pt x="2465748" y="28445"/>
                  </a:lnTo>
                  <a:lnTo>
                    <a:pt x="2466820" y="28694"/>
                  </a:lnTo>
                  <a:lnTo>
                    <a:pt x="2467892" y="28943"/>
                  </a:lnTo>
                  <a:lnTo>
                    <a:pt x="2468963" y="29194"/>
                  </a:lnTo>
                  <a:lnTo>
                    <a:pt x="2470035" y="29445"/>
                  </a:lnTo>
                  <a:lnTo>
                    <a:pt x="2471106" y="29698"/>
                  </a:lnTo>
                  <a:lnTo>
                    <a:pt x="2472178" y="29951"/>
                  </a:lnTo>
                  <a:lnTo>
                    <a:pt x="2473250" y="30205"/>
                  </a:lnTo>
                  <a:lnTo>
                    <a:pt x="2474321" y="30460"/>
                  </a:lnTo>
                  <a:lnTo>
                    <a:pt x="2475393" y="30716"/>
                  </a:lnTo>
                  <a:lnTo>
                    <a:pt x="2476464" y="30973"/>
                  </a:lnTo>
                  <a:lnTo>
                    <a:pt x="2477536" y="31230"/>
                  </a:lnTo>
                  <a:lnTo>
                    <a:pt x="2478608" y="31489"/>
                  </a:lnTo>
                  <a:lnTo>
                    <a:pt x="2479679" y="31748"/>
                  </a:lnTo>
                  <a:lnTo>
                    <a:pt x="2480751" y="32009"/>
                  </a:lnTo>
                  <a:lnTo>
                    <a:pt x="2481822" y="32270"/>
                  </a:lnTo>
                  <a:lnTo>
                    <a:pt x="2482894" y="32532"/>
                  </a:lnTo>
                  <a:lnTo>
                    <a:pt x="2483966" y="32795"/>
                  </a:lnTo>
                  <a:lnTo>
                    <a:pt x="2485037" y="33059"/>
                  </a:lnTo>
                  <a:lnTo>
                    <a:pt x="2486109" y="33324"/>
                  </a:lnTo>
                  <a:lnTo>
                    <a:pt x="2487180" y="33589"/>
                  </a:lnTo>
                  <a:lnTo>
                    <a:pt x="2488252" y="33856"/>
                  </a:lnTo>
                  <a:lnTo>
                    <a:pt x="2489323" y="34123"/>
                  </a:lnTo>
                  <a:lnTo>
                    <a:pt x="2490395" y="34391"/>
                  </a:lnTo>
                  <a:lnTo>
                    <a:pt x="2491467" y="34661"/>
                  </a:lnTo>
                  <a:lnTo>
                    <a:pt x="2492538" y="34930"/>
                  </a:lnTo>
                  <a:lnTo>
                    <a:pt x="2493610" y="35201"/>
                  </a:lnTo>
                  <a:lnTo>
                    <a:pt x="2494681" y="35473"/>
                  </a:lnTo>
                  <a:lnTo>
                    <a:pt x="2495753" y="35745"/>
                  </a:lnTo>
                  <a:lnTo>
                    <a:pt x="2496825" y="36019"/>
                  </a:lnTo>
                  <a:lnTo>
                    <a:pt x="2497896" y="36293"/>
                  </a:lnTo>
                  <a:lnTo>
                    <a:pt x="2498968" y="36568"/>
                  </a:lnTo>
                  <a:lnTo>
                    <a:pt x="2500039" y="36844"/>
                  </a:lnTo>
                  <a:lnTo>
                    <a:pt x="2501111" y="37121"/>
                  </a:lnTo>
                  <a:lnTo>
                    <a:pt x="2502183" y="37398"/>
                  </a:lnTo>
                  <a:lnTo>
                    <a:pt x="2503254" y="37677"/>
                  </a:lnTo>
                  <a:lnTo>
                    <a:pt x="2504326" y="37956"/>
                  </a:lnTo>
                  <a:lnTo>
                    <a:pt x="2505397" y="38236"/>
                  </a:lnTo>
                  <a:lnTo>
                    <a:pt x="2506469" y="38517"/>
                  </a:lnTo>
                  <a:lnTo>
                    <a:pt x="2507541" y="38799"/>
                  </a:lnTo>
                  <a:lnTo>
                    <a:pt x="2508612" y="39081"/>
                  </a:lnTo>
                  <a:lnTo>
                    <a:pt x="2509684" y="39364"/>
                  </a:lnTo>
                  <a:lnTo>
                    <a:pt x="2510755" y="39649"/>
                  </a:lnTo>
                  <a:lnTo>
                    <a:pt x="2511827" y="39934"/>
                  </a:lnTo>
                  <a:lnTo>
                    <a:pt x="2512899" y="40219"/>
                  </a:lnTo>
                  <a:lnTo>
                    <a:pt x="2513970" y="40506"/>
                  </a:lnTo>
                  <a:lnTo>
                    <a:pt x="2515042" y="40793"/>
                  </a:lnTo>
                  <a:lnTo>
                    <a:pt x="2516113" y="41082"/>
                  </a:lnTo>
                  <a:lnTo>
                    <a:pt x="2517185" y="41371"/>
                  </a:lnTo>
                  <a:lnTo>
                    <a:pt x="2518257" y="41661"/>
                  </a:lnTo>
                  <a:lnTo>
                    <a:pt x="2519328" y="41951"/>
                  </a:lnTo>
                  <a:lnTo>
                    <a:pt x="2520400" y="42243"/>
                  </a:lnTo>
                  <a:lnTo>
                    <a:pt x="2521471" y="42535"/>
                  </a:lnTo>
                  <a:lnTo>
                    <a:pt x="2522543" y="42828"/>
                  </a:lnTo>
                  <a:lnTo>
                    <a:pt x="2523615" y="43122"/>
                  </a:lnTo>
                  <a:lnTo>
                    <a:pt x="2524686" y="43416"/>
                  </a:lnTo>
                  <a:lnTo>
                    <a:pt x="2525758" y="43712"/>
                  </a:lnTo>
                  <a:lnTo>
                    <a:pt x="2526829" y="44008"/>
                  </a:lnTo>
                  <a:lnTo>
                    <a:pt x="2527901" y="44305"/>
                  </a:lnTo>
                  <a:lnTo>
                    <a:pt x="2528973" y="44603"/>
                  </a:lnTo>
                  <a:lnTo>
                    <a:pt x="2530044" y="44901"/>
                  </a:lnTo>
                  <a:lnTo>
                    <a:pt x="2531116" y="45201"/>
                  </a:lnTo>
                  <a:lnTo>
                    <a:pt x="2532187" y="45501"/>
                  </a:lnTo>
                  <a:lnTo>
                    <a:pt x="2533259" y="45801"/>
                  </a:lnTo>
                  <a:lnTo>
                    <a:pt x="2534331" y="46103"/>
                  </a:lnTo>
                  <a:lnTo>
                    <a:pt x="2535402" y="46405"/>
                  </a:lnTo>
                  <a:lnTo>
                    <a:pt x="2536474" y="46709"/>
                  </a:lnTo>
                  <a:lnTo>
                    <a:pt x="2537545" y="47013"/>
                  </a:lnTo>
                  <a:lnTo>
                    <a:pt x="2538617" y="47317"/>
                  </a:lnTo>
                  <a:lnTo>
                    <a:pt x="2539689" y="47623"/>
                  </a:lnTo>
                  <a:lnTo>
                    <a:pt x="2540760" y="47929"/>
                  </a:lnTo>
                  <a:lnTo>
                    <a:pt x="2541832" y="48236"/>
                  </a:lnTo>
                  <a:lnTo>
                    <a:pt x="2542903" y="48543"/>
                  </a:lnTo>
                  <a:lnTo>
                    <a:pt x="2543975" y="48852"/>
                  </a:lnTo>
                  <a:lnTo>
                    <a:pt x="2545047" y="49161"/>
                  </a:lnTo>
                  <a:lnTo>
                    <a:pt x="2546118" y="49471"/>
                  </a:lnTo>
                  <a:lnTo>
                    <a:pt x="2547190" y="49781"/>
                  </a:lnTo>
                  <a:lnTo>
                    <a:pt x="2548261" y="50093"/>
                  </a:lnTo>
                  <a:lnTo>
                    <a:pt x="2549333" y="50405"/>
                  </a:lnTo>
                  <a:lnTo>
                    <a:pt x="2550405" y="50718"/>
                  </a:lnTo>
                  <a:lnTo>
                    <a:pt x="2551476" y="51031"/>
                  </a:lnTo>
                  <a:lnTo>
                    <a:pt x="2552548" y="51346"/>
                  </a:lnTo>
                  <a:lnTo>
                    <a:pt x="2553619" y="51661"/>
                  </a:lnTo>
                  <a:lnTo>
                    <a:pt x="2554691" y="51977"/>
                  </a:lnTo>
                  <a:lnTo>
                    <a:pt x="2555763" y="52293"/>
                  </a:lnTo>
                  <a:lnTo>
                    <a:pt x="2556834" y="52610"/>
                  </a:lnTo>
                  <a:lnTo>
                    <a:pt x="2557906" y="52928"/>
                  </a:lnTo>
                  <a:lnTo>
                    <a:pt x="2558977" y="53247"/>
                  </a:lnTo>
                  <a:lnTo>
                    <a:pt x="2560049" y="53566"/>
                  </a:lnTo>
                  <a:lnTo>
                    <a:pt x="2561121" y="53886"/>
                  </a:lnTo>
                  <a:lnTo>
                    <a:pt x="2562192" y="54207"/>
                  </a:lnTo>
                  <a:lnTo>
                    <a:pt x="2563264" y="54528"/>
                  </a:lnTo>
                  <a:lnTo>
                    <a:pt x="2564335" y="54850"/>
                  </a:lnTo>
                  <a:lnTo>
                    <a:pt x="2565407" y="55173"/>
                  </a:lnTo>
                  <a:lnTo>
                    <a:pt x="2566479" y="55497"/>
                  </a:lnTo>
                  <a:lnTo>
                    <a:pt x="2567550" y="55821"/>
                  </a:lnTo>
                  <a:lnTo>
                    <a:pt x="2568622" y="56146"/>
                  </a:lnTo>
                  <a:lnTo>
                    <a:pt x="2569693" y="56472"/>
                  </a:lnTo>
                  <a:lnTo>
                    <a:pt x="2570765" y="56798"/>
                  </a:lnTo>
                  <a:lnTo>
                    <a:pt x="2571837" y="57125"/>
                  </a:lnTo>
                  <a:lnTo>
                    <a:pt x="2572908" y="57453"/>
                  </a:lnTo>
                  <a:lnTo>
                    <a:pt x="2573980" y="57781"/>
                  </a:lnTo>
                  <a:lnTo>
                    <a:pt x="2575051" y="58110"/>
                  </a:lnTo>
                  <a:lnTo>
                    <a:pt x="2576123" y="58440"/>
                  </a:lnTo>
                  <a:lnTo>
                    <a:pt x="2577195" y="58770"/>
                  </a:lnTo>
                  <a:lnTo>
                    <a:pt x="2578266" y="59101"/>
                  </a:lnTo>
                  <a:lnTo>
                    <a:pt x="2579338" y="59433"/>
                  </a:lnTo>
                  <a:lnTo>
                    <a:pt x="2580409" y="59766"/>
                  </a:lnTo>
                  <a:lnTo>
                    <a:pt x="2581481" y="60099"/>
                  </a:lnTo>
                  <a:lnTo>
                    <a:pt x="2582553" y="60432"/>
                  </a:lnTo>
                  <a:lnTo>
                    <a:pt x="2583624" y="60767"/>
                  </a:lnTo>
                  <a:lnTo>
                    <a:pt x="2584696" y="61102"/>
                  </a:lnTo>
                  <a:lnTo>
                    <a:pt x="2585767" y="61438"/>
                  </a:lnTo>
                  <a:lnTo>
                    <a:pt x="2586839" y="61774"/>
                  </a:lnTo>
                  <a:lnTo>
                    <a:pt x="2587911" y="62111"/>
                  </a:lnTo>
                  <a:lnTo>
                    <a:pt x="2588982" y="62449"/>
                  </a:lnTo>
                  <a:lnTo>
                    <a:pt x="2590054" y="62787"/>
                  </a:lnTo>
                  <a:lnTo>
                    <a:pt x="2591125" y="63126"/>
                  </a:lnTo>
                  <a:lnTo>
                    <a:pt x="2592197" y="63466"/>
                  </a:lnTo>
                  <a:lnTo>
                    <a:pt x="2593269" y="63806"/>
                  </a:lnTo>
                  <a:lnTo>
                    <a:pt x="2594340" y="64147"/>
                  </a:lnTo>
                  <a:lnTo>
                    <a:pt x="2595412" y="64488"/>
                  </a:lnTo>
                  <a:lnTo>
                    <a:pt x="2596483" y="64831"/>
                  </a:lnTo>
                  <a:lnTo>
                    <a:pt x="2597555" y="65173"/>
                  </a:lnTo>
                  <a:lnTo>
                    <a:pt x="2598627" y="65517"/>
                  </a:lnTo>
                  <a:lnTo>
                    <a:pt x="2599698" y="65861"/>
                  </a:lnTo>
                  <a:lnTo>
                    <a:pt x="2600770" y="66205"/>
                  </a:lnTo>
                  <a:lnTo>
                    <a:pt x="2601841" y="66551"/>
                  </a:lnTo>
                  <a:lnTo>
                    <a:pt x="2602913" y="66897"/>
                  </a:lnTo>
                  <a:lnTo>
                    <a:pt x="2603985" y="67243"/>
                  </a:lnTo>
                  <a:lnTo>
                    <a:pt x="2605056" y="67590"/>
                  </a:lnTo>
                  <a:lnTo>
                    <a:pt x="2606128" y="67938"/>
                  </a:lnTo>
                  <a:lnTo>
                    <a:pt x="2607199" y="68286"/>
                  </a:lnTo>
                  <a:lnTo>
                    <a:pt x="2608271" y="68635"/>
                  </a:lnTo>
                  <a:lnTo>
                    <a:pt x="2609343" y="68985"/>
                  </a:lnTo>
                  <a:lnTo>
                    <a:pt x="2610414" y="69335"/>
                  </a:lnTo>
                  <a:lnTo>
                    <a:pt x="2611486" y="69686"/>
                  </a:lnTo>
                  <a:lnTo>
                    <a:pt x="2612557" y="70037"/>
                  </a:lnTo>
                  <a:lnTo>
                    <a:pt x="2613629" y="70389"/>
                  </a:lnTo>
                  <a:lnTo>
                    <a:pt x="2614701" y="70742"/>
                  </a:lnTo>
                  <a:lnTo>
                    <a:pt x="2615772" y="71095"/>
                  </a:lnTo>
                  <a:lnTo>
                    <a:pt x="2616844" y="71449"/>
                  </a:lnTo>
                  <a:lnTo>
                    <a:pt x="2617915" y="71803"/>
                  </a:lnTo>
                  <a:lnTo>
                    <a:pt x="2618987" y="72158"/>
                  </a:lnTo>
                  <a:lnTo>
                    <a:pt x="2620059" y="72514"/>
                  </a:lnTo>
                  <a:lnTo>
                    <a:pt x="2621130" y="72870"/>
                  </a:lnTo>
                  <a:lnTo>
                    <a:pt x="2622202" y="73226"/>
                  </a:lnTo>
                  <a:lnTo>
                    <a:pt x="2623273" y="73584"/>
                  </a:lnTo>
                  <a:lnTo>
                    <a:pt x="2624345" y="73941"/>
                  </a:lnTo>
                  <a:lnTo>
                    <a:pt x="2625417" y="74300"/>
                  </a:lnTo>
                  <a:lnTo>
                    <a:pt x="2626488" y="74659"/>
                  </a:lnTo>
                  <a:lnTo>
                    <a:pt x="2627560" y="75018"/>
                  </a:lnTo>
                  <a:lnTo>
                    <a:pt x="2628631" y="75378"/>
                  </a:lnTo>
                  <a:lnTo>
                    <a:pt x="2629703" y="75739"/>
                  </a:lnTo>
                  <a:lnTo>
                    <a:pt x="2630775" y="76100"/>
                  </a:lnTo>
                  <a:lnTo>
                    <a:pt x="2631846" y="76462"/>
                  </a:lnTo>
                  <a:lnTo>
                    <a:pt x="2632918" y="76824"/>
                  </a:lnTo>
                  <a:lnTo>
                    <a:pt x="2633989" y="77187"/>
                  </a:lnTo>
                  <a:lnTo>
                    <a:pt x="2635061" y="77551"/>
                  </a:lnTo>
                  <a:lnTo>
                    <a:pt x="2636133" y="77915"/>
                  </a:lnTo>
                  <a:lnTo>
                    <a:pt x="2637204" y="78279"/>
                  </a:lnTo>
                  <a:lnTo>
                    <a:pt x="2638276" y="78644"/>
                  </a:lnTo>
                  <a:lnTo>
                    <a:pt x="2639347" y="79010"/>
                  </a:lnTo>
                  <a:lnTo>
                    <a:pt x="2640419" y="79376"/>
                  </a:lnTo>
                  <a:lnTo>
                    <a:pt x="2641491" y="79743"/>
                  </a:lnTo>
                  <a:lnTo>
                    <a:pt x="2642562" y="80110"/>
                  </a:lnTo>
                  <a:lnTo>
                    <a:pt x="2643634" y="80478"/>
                  </a:lnTo>
                  <a:lnTo>
                    <a:pt x="2644705" y="80846"/>
                  </a:lnTo>
                  <a:lnTo>
                    <a:pt x="2645777" y="81215"/>
                  </a:lnTo>
                  <a:lnTo>
                    <a:pt x="2646849" y="81584"/>
                  </a:lnTo>
                  <a:lnTo>
                    <a:pt x="2647920" y="81954"/>
                  </a:lnTo>
                  <a:lnTo>
                    <a:pt x="2648992" y="82324"/>
                  </a:lnTo>
                  <a:lnTo>
                    <a:pt x="2650063" y="82695"/>
                  </a:lnTo>
                  <a:lnTo>
                    <a:pt x="2651135" y="83067"/>
                  </a:lnTo>
                  <a:lnTo>
                    <a:pt x="2652207" y="83438"/>
                  </a:lnTo>
                  <a:lnTo>
                    <a:pt x="2653278" y="83811"/>
                  </a:lnTo>
                  <a:lnTo>
                    <a:pt x="2654350" y="84184"/>
                  </a:lnTo>
                  <a:lnTo>
                    <a:pt x="2655421" y="84557"/>
                  </a:lnTo>
                  <a:lnTo>
                    <a:pt x="2656493" y="84931"/>
                  </a:lnTo>
                  <a:lnTo>
                    <a:pt x="2657565" y="85306"/>
                  </a:lnTo>
                  <a:lnTo>
                    <a:pt x="2658636" y="85681"/>
                  </a:lnTo>
                  <a:lnTo>
                    <a:pt x="2659708" y="86056"/>
                  </a:lnTo>
                  <a:lnTo>
                    <a:pt x="2660779" y="86432"/>
                  </a:lnTo>
                  <a:lnTo>
                    <a:pt x="2661851" y="86809"/>
                  </a:lnTo>
                  <a:lnTo>
                    <a:pt x="2662922" y="87186"/>
                  </a:lnTo>
                  <a:lnTo>
                    <a:pt x="2663994" y="87563"/>
                  </a:lnTo>
                  <a:lnTo>
                    <a:pt x="2665066" y="87941"/>
                  </a:lnTo>
                  <a:lnTo>
                    <a:pt x="2666137" y="88319"/>
                  </a:lnTo>
                  <a:lnTo>
                    <a:pt x="2667209" y="88698"/>
                  </a:lnTo>
                  <a:lnTo>
                    <a:pt x="2668280" y="89078"/>
                  </a:lnTo>
                  <a:lnTo>
                    <a:pt x="2669352" y="89458"/>
                  </a:lnTo>
                  <a:lnTo>
                    <a:pt x="2670424" y="89838"/>
                  </a:lnTo>
                  <a:lnTo>
                    <a:pt x="2671495" y="90219"/>
                  </a:lnTo>
                  <a:lnTo>
                    <a:pt x="2672567" y="90600"/>
                  </a:lnTo>
                  <a:lnTo>
                    <a:pt x="2673638" y="90982"/>
                  </a:lnTo>
                  <a:lnTo>
                    <a:pt x="2674710" y="91364"/>
                  </a:lnTo>
                  <a:lnTo>
                    <a:pt x="2675782" y="91747"/>
                  </a:lnTo>
                  <a:lnTo>
                    <a:pt x="2676853" y="92130"/>
                  </a:lnTo>
                  <a:lnTo>
                    <a:pt x="2677925" y="92514"/>
                  </a:lnTo>
                  <a:lnTo>
                    <a:pt x="2678996" y="92898"/>
                  </a:lnTo>
                  <a:lnTo>
                    <a:pt x="2680068" y="93282"/>
                  </a:lnTo>
                  <a:lnTo>
                    <a:pt x="2681140" y="93667"/>
                  </a:lnTo>
                  <a:lnTo>
                    <a:pt x="2682211" y="94053"/>
                  </a:lnTo>
                  <a:lnTo>
                    <a:pt x="2683283" y="94439"/>
                  </a:lnTo>
                  <a:lnTo>
                    <a:pt x="2684354" y="94825"/>
                  </a:lnTo>
                  <a:lnTo>
                    <a:pt x="2685426" y="95212"/>
                  </a:lnTo>
                  <a:lnTo>
                    <a:pt x="2686498" y="95599"/>
                  </a:lnTo>
                  <a:lnTo>
                    <a:pt x="2687569" y="95987"/>
                  </a:lnTo>
                  <a:lnTo>
                    <a:pt x="2688641" y="96375"/>
                  </a:lnTo>
                  <a:lnTo>
                    <a:pt x="2689712" y="96763"/>
                  </a:lnTo>
                  <a:lnTo>
                    <a:pt x="2690784" y="97152"/>
                  </a:lnTo>
                  <a:lnTo>
                    <a:pt x="2691856" y="97542"/>
                  </a:lnTo>
                  <a:lnTo>
                    <a:pt x="2692927" y="97931"/>
                  </a:lnTo>
                  <a:lnTo>
                    <a:pt x="2693999" y="98322"/>
                  </a:lnTo>
                  <a:lnTo>
                    <a:pt x="2695070" y="98712"/>
                  </a:lnTo>
                  <a:lnTo>
                    <a:pt x="2696142" y="99104"/>
                  </a:lnTo>
                  <a:lnTo>
                    <a:pt x="2697214" y="99495"/>
                  </a:lnTo>
                  <a:lnTo>
                    <a:pt x="2698285" y="99887"/>
                  </a:lnTo>
                  <a:lnTo>
                    <a:pt x="2699357" y="100279"/>
                  </a:lnTo>
                  <a:lnTo>
                    <a:pt x="2700428" y="100672"/>
                  </a:lnTo>
                  <a:lnTo>
                    <a:pt x="2701500" y="101066"/>
                  </a:lnTo>
                  <a:lnTo>
                    <a:pt x="2702572" y="101459"/>
                  </a:lnTo>
                  <a:lnTo>
                    <a:pt x="2703643" y="101853"/>
                  </a:lnTo>
                  <a:lnTo>
                    <a:pt x="2704715" y="102248"/>
                  </a:lnTo>
                  <a:lnTo>
                    <a:pt x="2705786" y="102642"/>
                  </a:lnTo>
                  <a:lnTo>
                    <a:pt x="2706858" y="103038"/>
                  </a:lnTo>
                  <a:lnTo>
                    <a:pt x="2707930" y="103433"/>
                  </a:lnTo>
                  <a:lnTo>
                    <a:pt x="2709001" y="103829"/>
                  </a:lnTo>
                  <a:lnTo>
                    <a:pt x="2710073" y="104226"/>
                  </a:lnTo>
                  <a:lnTo>
                    <a:pt x="2711144" y="104623"/>
                  </a:lnTo>
                  <a:lnTo>
                    <a:pt x="2712216" y="105020"/>
                  </a:lnTo>
                  <a:lnTo>
                    <a:pt x="2713288" y="105418"/>
                  </a:lnTo>
                  <a:lnTo>
                    <a:pt x="2714359" y="105816"/>
                  </a:lnTo>
                  <a:lnTo>
                    <a:pt x="2715431" y="106214"/>
                  </a:lnTo>
                  <a:lnTo>
                    <a:pt x="2716502" y="106613"/>
                  </a:lnTo>
                  <a:lnTo>
                    <a:pt x="2717574" y="107012"/>
                  </a:lnTo>
                  <a:lnTo>
                    <a:pt x="2718646" y="107411"/>
                  </a:lnTo>
                  <a:lnTo>
                    <a:pt x="2719717" y="107811"/>
                  </a:lnTo>
                  <a:lnTo>
                    <a:pt x="2720789" y="108212"/>
                  </a:lnTo>
                  <a:lnTo>
                    <a:pt x="2721860" y="108612"/>
                  </a:lnTo>
                  <a:lnTo>
                    <a:pt x="2722932" y="109013"/>
                  </a:lnTo>
                  <a:lnTo>
                    <a:pt x="2724004" y="109415"/>
                  </a:lnTo>
                  <a:lnTo>
                    <a:pt x="2725075" y="109816"/>
                  </a:lnTo>
                  <a:lnTo>
                    <a:pt x="2726147" y="110219"/>
                  </a:lnTo>
                  <a:lnTo>
                    <a:pt x="2727218" y="110621"/>
                  </a:lnTo>
                  <a:lnTo>
                    <a:pt x="2728290" y="111024"/>
                  </a:lnTo>
                  <a:lnTo>
                    <a:pt x="2729362" y="111427"/>
                  </a:lnTo>
                  <a:lnTo>
                    <a:pt x="2730433" y="111831"/>
                  </a:lnTo>
                  <a:lnTo>
                    <a:pt x="2731505" y="112235"/>
                  </a:lnTo>
                  <a:lnTo>
                    <a:pt x="2732576" y="112639"/>
                  </a:lnTo>
                  <a:lnTo>
                    <a:pt x="2733648" y="113043"/>
                  </a:lnTo>
                  <a:lnTo>
                    <a:pt x="2734720" y="113448"/>
                  </a:lnTo>
                  <a:lnTo>
                    <a:pt x="2735791" y="113854"/>
                  </a:lnTo>
                  <a:lnTo>
                    <a:pt x="2736863" y="114259"/>
                  </a:lnTo>
                  <a:lnTo>
                    <a:pt x="2737934" y="114665"/>
                  </a:lnTo>
                  <a:lnTo>
                    <a:pt x="2739006" y="115072"/>
                  </a:lnTo>
                  <a:lnTo>
                    <a:pt x="2740078" y="115478"/>
                  </a:lnTo>
                  <a:lnTo>
                    <a:pt x="2741149" y="115885"/>
                  </a:lnTo>
                  <a:lnTo>
                    <a:pt x="2742221" y="116293"/>
                  </a:lnTo>
                  <a:lnTo>
                    <a:pt x="2743292" y="116700"/>
                  </a:lnTo>
                  <a:lnTo>
                    <a:pt x="2744364" y="117108"/>
                  </a:lnTo>
                  <a:lnTo>
                    <a:pt x="2745436" y="117516"/>
                  </a:lnTo>
                  <a:lnTo>
                    <a:pt x="2746507" y="117925"/>
                  </a:lnTo>
                  <a:lnTo>
                    <a:pt x="2747579" y="118334"/>
                  </a:lnTo>
                  <a:lnTo>
                    <a:pt x="2748650" y="118743"/>
                  </a:lnTo>
                  <a:lnTo>
                    <a:pt x="2749722" y="119153"/>
                  </a:lnTo>
                  <a:lnTo>
                    <a:pt x="2750794" y="119563"/>
                  </a:lnTo>
                  <a:lnTo>
                    <a:pt x="2751865" y="119973"/>
                  </a:lnTo>
                  <a:lnTo>
                    <a:pt x="2752937" y="120384"/>
                  </a:lnTo>
                  <a:lnTo>
                    <a:pt x="2754008" y="120794"/>
                  </a:lnTo>
                  <a:lnTo>
                    <a:pt x="2755080" y="121205"/>
                  </a:lnTo>
                  <a:lnTo>
                    <a:pt x="2756152" y="121617"/>
                  </a:lnTo>
                  <a:lnTo>
                    <a:pt x="2757223" y="122029"/>
                  </a:lnTo>
                  <a:lnTo>
                    <a:pt x="2758295" y="122441"/>
                  </a:lnTo>
                  <a:lnTo>
                    <a:pt x="2759366" y="122853"/>
                  </a:lnTo>
                  <a:lnTo>
                    <a:pt x="2760438" y="123266"/>
                  </a:lnTo>
                  <a:lnTo>
                    <a:pt x="2761510" y="123679"/>
                  </a:lnTo>
                  <a:lnTo>
                    <a:pt x="2762581" y="124092"/>
                  </a:lnTo>
                  <a:lnTo>
                    <a:pt x="2763653" y="124505"/>
                  </a:lnTo>
                  <a:lnTo>
                    <a:pt x="2764724" y="124919"/>
                  </a:lnTo>
                  <a:lnTo>
                    <a:pt x="2765796" y="125333"/>
                  </a:lnTo>
                  <a:lnTo>
                    <a:pt x="2766868" y="125748"/>
                  </a:lnTo>
                  <a:lnTo>
                    <a:pt x="2767939" y="126162"/>
                  </a:lnTo>
                  <a:lnTo>
                    <a:pt x="2769011" y="126577"/>
                  </a:lnTo>
                  <a:lnTo>
                    <a:pt x="2770082" y="126992"/>
                  </a:lnTo>
                  <a:lnTo>
                    <a:pt x="2771154" y="127408"/>
                  </a:lnTo>
                  <a:lnTo>
                    <a:pt x="2772226" y="127824"/>
                  </a:lnTo>
                  <a:lnTo>
                    <a:pt x="2773297" y="128240"/>
                  </a:lnTo>
                  <a:lnTo>
                    <a:pt x="2774369" y="128656"/>
                  </a:lnTo>
                  <a:lnTo>
                    <a:pt x="2775440" y="129073"/>
                  </a:lnTo>
                  <a:lnTo>
                    <a:pt x="2776512" y="129489"/>
                  </a:lnTo>
                  <a:lnTo>
                    <a:pt x="2777584" y="129906"/>
                  </a:lnTo>
                  <a:lnTo>
                    <a:pt x="2778655" y="130324"/>
                  </a:lnTo>
                  <a:lnTo>
                    <a:pt x="2779727" y="130741"/>
                  </a:lnTo>
                  <a:lnTo>
                    <a:pt x="2780798" y="131159"/>
                  </a:lnTo>
                  <a:lnTo>
                    <a:pt x="2781870" y="131577"/>
                  </a:lnTo>
                  <a:lnTo>
                    <a:pt x="2782942" y="131996"/>
                  </a:lnTo>
                  <a:lnTo>
                    <a:pt x="2784013" y="132414"/>
                  </a:lnTo>
                  <a:lnTo>
                    <a:pt x="2785085" y="132833"/>
                  </a:lnTo>
                  <a:lnTo>
                    <a:pt x="2786156" y="133252"/>
                  </a:lnTo>
                  <a:lnTo>
                    <a:pt x="2787228" y="133672"/>
                  </a:lnTo>
                  <a:lnTo>
                    <a:pt x="2788300" y="134091"/>
                  </a:lnTo>
                  <a:lnTo>
                    <a:pt x="2789371" y="134511"/>
                  </a:lnTo>
                  <a:lnTo>
                    <a:pt x="2790443" y="134931"/>
                  </a:lnTo>
                  <a:lnTo>
                    <a:pt x="2791514" y="135352"/>
                  </a:lnTo>
                  <a:lnTo>
                    <a:pt x="2792586" y="135772"/>
                  </a:lnTo>
                  <a:lnTo>
                    <a:pt x="2793658" y="136193"/>
                  </a:lnTo>
                  <a:lnTo>
                    <a:pt x="2794729" y="136614"/>
                  </a:lnTo>
                  <a:lnTo>
                    <a:pt x="2795801" y="137035"/>
                  </a:lnTo>
                  <a:lnTo>
                    <a:pt x="2796872" y="137457"/>
                  </a:lnTo>
                  <a:lnTo>
                    <a:pt x="2797944" y="137879"/>
                  </a:lnTo>
                  <a:lnTo>
                    <a:pt x="2799016" y="138300"/>
                  </a:lnTo>
                  <a:lnTo>
                    <a:pt x="2800087" y="138723"/>
                  </a:lnTo>
                  <a:lnTo>
                    <a:pt x="2801159" y="139145"/>
                  </a:lnTo>
                  <a:lnTo>
                    <a:pt x="2802230" y="139568"/>
                  </a:lnTo>
                  <a:lnTo>
                    <a:pt x="2803302" y="139990"/>
                  </a:lnTo>
                  <a:lnTo>
                    <a:pt x="2804374" y="140413"/>
                  </a:lnTo>
                  <a:lnTo>
                    <a:pt x="2805445" y="140837"/>
                  </a:lnTo>
                  <a:lnTo>
                    <a:pt x="2806517" y="141260"/>
                  </a:lnTo>
                  <a:lnTo>
                    <a:pt x="2807588" y="141684"/>
                  </a:lnTo>
                  <a:lnTo>
                    <a:pt x="2808660" y="142108"/>
                  </a:lnTo>
                  <a:lnTo>
                    <a:pt x="2809732" y="142532"/>
                  </a:lnTo>
                  <a:lnTo>
                    <a:pt x="2810803" y="142956"/>
                  </a:lnTo>
                  <a:lnTo>
                    <a:pt x="2811875" y="143380"/>
                  </a:lnTo>
                  <a:lnTo>
                    <a:pt x="2812946" y="143805"/>
                  </a:lnTo>
                  <a:lnTo>
                    <a:pt x="2814018" y="144230"/>
                  </a:lnTo>
                  <a:lnTo>
                    <a:pt x="2815090" y="144655"/>
                  </a:lnTo>
                  <a:lnTo>
                    <a:pt x="2816161" y="145080"/>
                  </a:lnTo>
                  <a:lnTo>
                    <a:pt x="2817233" y="145505"/>
                  </a:lnTo>
                  <a:lnTo>
                    <a:pt x="2818304" y="145931"/>
                  </a:lnTo>
                  <a:lnTo>
                    <a:pt x="2819376" y="146357"/>
                  </a:lnTo>
                  <a:lnTo>
                    <a:pt x="2820448" y="146783"/>
                  </a:lnTo>
                  <a:lnTo>
                    <a:pt x="2821519" y="147209"/>
                  </a:lnTo>
                  <a:lnTo>
                    <a:pt x="2822591" y="147635"/>
                  </a:lnTo>
                  <a:lnTo>
                    <a:pt x="2823662" y="148062"/>
                  </a:lnTo>
                  <a:lnTo>
                    <a:pt x="2824734" y="148488"/>
                  </a:lnTo>
                  <a:lnTo>
                    <a:pt x="2825806" y="148915"/>
                  </a:lnTo>
                  <a:lnTo>
                    <a:pt x="2826877" y="149342"/>
                  </a:lnTo>
                  <a:lnTo>
                    <a:pt x="2827949" y="149769"/>
                  </a:lnTo>
                  <a:lnTo>
                    <a:pt x="2829020" y="150197"/>
                  </a:lnTo>
                  <a:lnTo>
                    <a:pt x="2830092" y="150624"/>
                  </a:lnTo>
                  <a:lnTo>
                    <a:pt x="2831164" y="151052"/>
                  </a:lnTo>
                  <a:lnTo>
                    <a:pt x="2832235" y="151480"/>
                  </a:lnTo>
                  <a:lnTo>
                    <a:pt x="2833307" y="151908"/>
                  </a:lnTo>
                  <a:lnTo>
                    <a:pt x="2834378" y="152336"/>
                  </a:lnTo>
                  <a:lnTo>
                    <a:pt x="2835450" y="152764"/>
                  </a:lnTo>
                  <a:lnTo>
                    <a:pt x="2836522" y="153193"/>
                  </a:lnTo>
                  <a:lnTo>
                    <a:pt x="2837593" y="153621"/>
                  </a:lnTo>
                  <a:lnTo>
                    <a:pt x="2838665" y="154050"/>
                  </a:lnTo>
                  <a:lnTo>
                    <a:pt x="2839736" y="154479"/>
                  </a:lnTo>
                  <a:lnTo>
                    <a:pt x="2840808" y="154908"/>
                  </a:lnTo>
                  <a:lnTo>
                    <a:pt x="2841879" y="155337"/>
                  </a:lnTo>
                  <a:lnTo>
                    <a:pt x="2842951" y="155767"/>
                  </a:lnTo>
                  <a:lnTo>
                    <a:pt x="2844023" y="156196"/>
                  </a:lnTo>
                  <a:lnTo>
                    <a:pt x="2845094" y="156626"/>
                  </a:lnTo>
                  <a:lnTo>
                    <a:pt x="2846166" y="157056"/>
                  </a:lnTo>
                  <a:lnTo>
                    <a:pt x="2847237" y="157485"/>
                  </a:lnTo>
                  <a:lnTo>
                    <a:pt x="2848309" y="157915"/>
                  </a:lnTo>
                  <a:lnTo>
                    <a:pt x="2849381" y="158346"/>
                  </a:lnTo>
                  <a:lnTo>
                    <a:pt x="2850452" y="158776"/>
                  </a:lnTo>
                  <a:lnTo>
                    <a:pt x="2851524" y="159206"/>
                  </a:lnTo>
                  <a:lnTo>
                    <a:pt x="2852595" y="159637"/>
                  </a:lnTo>
                  <a:lnTo>
                    <a:pt x="2853667" y="160068"/>
                  </a:lnTo>
                  <a:lnTo>
                    <a:pt x="2854739" y="160498"/>
                  </a:lnTo>
                  <a:lnTo>
                    <a:pt x="2855810" y="160929"/>
                  </a:lnTo>
                  <a:lnTo>
                    <a:pt x="2856882" y="161360"/>
                  </a:lnTo>
                  <a:lnTo>
                    <a:pt x="2857953" y="161791"/>
                  </a:lnTo>
                  <a:lnTo>
                    <a:pt x="2859025" y="162223"/>
                  </a:lnTo>
                  <a:lnTo>
                    <a:pt x="2860097" y="162654"/>
                  </a:lnTo>
                  <a:lnTo>
                    <a:pt x="2861168" y="163086"/>
                  </a:lnTo>
                  <a:lnTo>
                    <a:pt x="2862240" y="163517"/>
                  </a:lnTo>
                  <a:lnTo>
                    <a:pt x="2863311" y="163949"/>
                  </a:lnTo>
                  <a:lnTo>
                    <a:pt x="2864383" y="164381"/>
                  </a:lnTo>
                  <a:lnTo>
                    <a:pt x="2865455" y="164812"/>
                  </a:lnTo>
                  <a:lnTo>
                    <a:pt x="2866526" y="165244"/>
                  </a:lnTo>
                  <a:lnTo>
                    <a:pt x="2867598" y="165677"/>
                  </a:lnTo>
                  <a:lnTo>
                    <a:pt x="2868669" y="166109"/>
                  </a:lnTo>
                  <a:lnTo>
                    <a:pt x="2869741" y="166541"/>
                  </a:lnTo>
                  <a:lnTo>
                    <a:pt x="2870813" y="166973"/>
                  </a:lnTo>
                  <a:lnTo>
                    <a:pt x="2871884" y="167406"/>
                  </a:lnTo>
                  <a:lnTo>
                    <a:pt x="2872956" y="167838"/>
                  </a:lnTo>
                  <a:lnTo>
                    <a:pt x="2874027" y="168271"/>
                  </a:lnTo>
                  <a:lnTo>
                    <a:pt x="2875099" y="168704"/>
                  </a:lnTo>
                  <a:lnTo>
                    <a:pt x="2876171" y="169137"/>
                  </a:lnTo>
                  <a:lnTo>
                    <a:pt x="2877242" y="169569"/>
                  </a:lnTo>
                  <a:lnTo>
                    <a:pt x="2878314" y="170002"/>
                  </a:lnTo>
                  <a:lnTo>
                    <a:pt x="2879385" y="170435"/>
                  </a:lnTo>
                  <a:lnTo>
                    <a:pt x="2880457" y="170869"/>
                  </a:lnTo>
                  <a:lnTo>
                    <a:pt x="2881529" y="171302"/>
                  </a:lnTo>
                  <a:lnTo>
                    <a:pt x="2882600" y="171735"/>
                  </a:lnTo>
                  <a:lnTo>
                    <a:pt x="2883672" y="172168"/>
                  </a:lnTo>
                  <a:lnTo>
                    <a:pt x="2884743" y="172602"/>
                  </a:lnTo>
                  <a:lnTo>
                    <a:pt x="2885815" y="173035"/>
                  </a:lnTo>
                  <a:lnTo>
                    <a:pt x="2886887" y="173469"/>
                  </a:lnTo>
                  <a:lnTo>
                    <a:pt x="2887958" y="173902"/>
                  </a:lnTo>
                  <a:lnTo>
                    <a:pt x="2889030" y="174336"/>
                  </a:lnTo>
                  <a:lnTo>
                    <a:pt x="2890101" y="174770"/>
                  </a:lnTo>
                  <a:lnTo>
                    <a:pt x="2891173" y="175204"/>
                  </a:lnTo>
                  <a:lnTo>
                    <a:pt x="2892245" y="175637"/>
                  </a:lnTo>
                  <a:lnTo>
                    <a:pt x="2893316" y="176071"/>
                  </a:lnTo>
                  <a:lnTo>
                    <a:pt x="2894388" y="176505"/>
                  </a:lnTo>
                  <a:lnTo>
                    <a:pt x="2895459" y="176939"/>
                  </a:lnTo>
                  <a:lnTo>
                    <a:pt x="2896531" y="177373"/>
                  </a:lnTo>
                  <a:lnTo>
                    <a:pt x="2897603" y="177807"/>
                  </a:lnTo>
                  <a:lnTo>
                    <a:pt x="2898674" y="178242"/>
                  </a:lnTo>
                  <a:lnTo>
                    <a:pt x="2899746" y="178676"/>
                  </a:lnTo>
                  <a:lnTo>
                    <a:pt x="2900817" y="179110"/>
                  </a:lnTo>
                  <a:lnTo>
                    <a:pt x="2901889" y="179544"/>
                  </a:lnTo>
                  <a:lnTo>
                    <a:pt x="2902961" y="179979"/>
                  </a:lnTo>
                  <a:lnTo>
                    <a:pt x="2904032" y="180413"/>
                  </a:lnTo>
                  <a:lnTo>
                    <a:pt x="2905104" y="180847"/>
                  </a:lnTo>
                  <a:lnTo>
                    <a:pt x="2906175" y="181282"/>
                  </a:lnTo>
                  <a:lnTo>
                    <a:pt x="2907247" y="181716"/>
                  </a:lnTo>
                  <a:lnTo>
                    <a:pt x="2908319" y="182151"/>
                  </a:lnTo>
                  <a:lnTo>
                    <a:pt x="2909390" y="182585"/>
                  </a:lnTo>
                  <a:lnTo>
                    <a:pt x="2910462" y="183020"/>
                  </a:lnTo>
                  <a:lnTo>
                    <a:pt x="2911533" y="183454"/>
                  </a:lnTo>
                  <a:lnTo>
                    <a:pt x="2912605" y="183889"/>
                  </a:lnTo>
                  <a:lnTo>
                    <a:pt x="2913677" y="184323"/>
                  </a:lnTo>
                  <a:lnTo>
                    <a:pt x="2914748" y="184758"/>
                  </a:lnTo>
                  <a:lnTo>
                    <a:pt x="2915820" y="185192"/>
                  </a:lnTo>
                  <a:lnTo>
                    <a:pt x="2916891" y="185627"/>
                  </a:lnTo>
                  <a:lnTo>
                    <a:pt x="2917963" y="186062"/>
                  </a:lnTo>
                  <a:lnTo>
                    <a:pt x="2919035" y="186496"/>
                  </a:lnTo>
                  <a:lnTo>
                    <a:pt x="2920106" y="186931"/>
                  </a:lnTo>
                  <a:lnTo>
                    <a:pt x="2921178" y="187366"/>
                  </a:lnTo>
                  <a:lnTo>
                    <a:pt x="2922249" y="187800"/>
                  </a:lnTo>
                  <a:lnTo>
                    <a:pt x="2923321" y="188235"/>
                  </a:lnTo>
                  <a:lnTo>
                    <a:pt x="2924393" y="188670"/>
                  </a:lnTo>
                  <a:lnTo>
                    <a:pt x="2925464" y="189104"/>
                  </a:lnTo>
                  <a:lnTo>
                    <a:pt x="2926536" y="189539"/>
                  </a:lnTo>
                  <a:lnTo>
                    <a:pt x="2927607" y="189974"/>
                  </a:lnTo>
                  <a:lnTo>
                    <a:pt x="2928679" y="190408"/>
                  </a:lnTo>
                  <a:lnTo>
                    <a:pt x="2929751" y="190843"/>
                  </a:lnTo>
                  <a:lnTo>
                    <a:pt x="2930822" y="191278"/>
                  </a:lnTo>
                  <a:lnTo>
                    <a:pt x="2931894" y="191712"/>
                  </a:lnTo>
                  <a:lnTo>
                    <a:pt x="2932965" y="192147"/>
                  </a:lnTo>
                  <a:lnTo>
                    <a:pt x="2934037" y="192582"/>
                  </a:lnTo>
                  <a:lnTo>
                    <a:pt x="2935109" y="193016"/>
                  </a:lnTo>
                  <a:lnTo>
                    <a:pt x="2936180" y="193451"/>
                  </a:lnTo>
                  <a:lnTo>
                    <a:pt x="2937252" y="193885"/>
                  </a:lnTo>
                  <a:lnTo>
                    <a:pt x="2938323" y="194320"/>
                  </a:lnTo>
                  <a:lnTo>
                    <a:pt x="2939395" y="194754"/>
                  </a:lnTo>
                  <a:lnTo>
                    <a:pt x="2940467" y="195189"/>
                  </a:lnTo>
                  <a:lnTo>
                    <a:pt x="2941538" y="195623"/>
                  </a:lnTo>
                  <a:lnTo>
                    <a:pt x="2942610" y="196058"/>
                  </a:lnTo>
                  <a:lnTo>
                    <a:pt x="2943681" y="196492"/>
                  </a:lnTo>
                  <a:lnTo>
                    <a:pt x="2944753" y="196927"/>
                  </a:lnTo>
                  <a:lnTo>
                    <a:pt x="2945825" y="197361"/>
                  </a:lnTo>
                  <a:lnTo>
                    <a:pt x="2946896" y="197795"/>
                  </a:lnTo>
                  <a:lnTo>
                    <a:pt x="2947968" y="198230"/>
                  </a:lnTo>
                  <a:lnTo>
                    <a:pt x="2949039" y="198664"/>
                  </a:lnTo>
                  <a:lnTo>
                    <a:pt x="2950111" y="199098"/>
                  </a:lnTo>
                  <a:lnTo>
                    <a:pt x="2951183" y="199532"/>
                  </a:lnTo>
                  <a:lnTo>
                    <a:pt x="2952254" y="199966"/>
                  </a:lnTo>
                  <a:lnTo>
                    <a:pt x="2953326" y="200400"/>
                  </a:lnTo>
                  <a:lnTo>
                    <a:pt x="2954397" y="200834"/>
                  </a:lnTo>
                  <a:lnTo>
                    <a:pt x="2955469" y="201268"/>
                  </a:lnTo>
                  <a:lnTo>
                    <a:pt x="2956541" y="201702"/>
                  </a:lnTo>
                  <a:lnTo>
                    <a:pt x="2957612" y="202136"/>
                  </a:lnTo>
                  <a:lnTo>
                    <a:pt x="2958684" y="202570"/>
                  </a:lnTo>
                  <a:lnTo>
                    <a:pt x="2959755" y="203004"/>
                  </a:lnTo>
                  <a:lnTo>
                    <a:pt x="2960827" y="203438"/>
                  </a:lnTo>
                  <a:lnTo>
                    <a:pt x="2961899" y="203871"/>
                  </a:lnTo>
                  <a:lnTo>
                    <a:pt x="2962970" y="204305"/>
                  </a:lnTo>
                  <a:lnTo>
                    <a:pt x="2964042" y="204738"/>
                  </a:lnTo>
                  <a:lnTo>
                    <a:pt x="2965113" y="205172"/>
                  </a:lnTo>
                  <a:lnTo>
                    <a:pt x="2966185" y="205605"/>
                  </a:lnTo>
                  <a:lnTo>
                    <a:pt x="2967257" y="206039"/>
                  </a:lnTo>
                  <a:lnTo>
                    <a:pt x="2968328" y="206472"/>
                  </a:lnTo>
                  <a:lnTo>
                    <a:pt x="2969400" y="206905"/>
                  </a:lnTo>
                  <a:lnTo>
                    <a:pt x="2970471" y="207338"/>
                  </a:lnTo>
                  <a:lnTo>
                    <a:pt x="2971543" y="207771"/>
                  </a:lnTo>
                  <a:lnTo>
                    <a:pt x="2972615" y="208204"/>
                  </a:lnTo>
                  <a:lnTo>
                    <a:pt x="2973686" y="208637"/>
                  </a:lnTo>
                  <a:lnTo>
                    <a:pt x="2974758" y="209070"/>
                  </a:lnTo>
                  <a:lnTo>
                    <a:pt x="2975829" y="209503"/>
                  </a:lnTo>
                  <a:lnTo>
                    <a:pt x="2976901" y="209936"/>
                  </a:lnTo>
                  <a:lnTo>
                    <a:pt x="2977973" y="210368"/>
                  </a:lnTo>
                  <a:lnTo>
                    <a:pt x="2979044" y="210801"/>
                  </a:lnTo>
                  <a:lnTo>
                    <a:pt x="2980116" y="211233"/>
                  </a:lnTo>
                  <a:lnTo>
                    <a:pt x="2981187" y="211665"/>
                  </a:lnTo>
                  <a:lnTo>
                    <a:pt x="2982259" y="212098"/>
                  </a:lnTo>
                  <a:lnTo>
                    <a:pt x="2983331" y="212530"/>
                  </a:lnTo>
                  <a:lnTo>
                    <a:pt x="2984402" y="212962"/>
                  </a:lnTo>
                  <a:lnTo>
                    <a:pt x="2985474" y="213394"/>
                  </a:lnTo>
                  <a:lnTo>
                    <a:pt x="2986545" y="213826"/>
                  </a:lnTo>
                  <a:lnTo>
                    <a:pt x="2987617" y="214257"/>
                  </a:lnTo>
                  <a:lnTo>
                    <a:pt x="2988689" y="214689"/>
                  </a:lnTo>
                  <a:lnTo>
                    <a:pt x="2989760" y="215121"/>
                  </a:lnTo>
                  <a:lnTo>
                    <a:pt x="2990832" y="215552"/>
                  </a:lnTo>
                  <a:lnTo>
                    <a:pt x="2991903" y="215984"/>
                  </a:lnTo>
                  <a:lnTo>
                    <a:pt x="2992975" y="216415"/>
                  </a:lnTo>
                  <a:lnTo>
                    <a:pt x="2994047" y="216846"/>
                  </a:lnTo>
                  <a:lnTo>
                    <a:pt x="2995118" y="217277"/>
                  </a:lnTo>
                  <a:lnTo>
                    <a:pt x="2996190" y="217708"/>
                  </a:lnTo>
                  <a:lnTo>
                    <a:pt x="2997261" y="218139"/>
                  </a:lnTo>
                  <a:lnTo>
                    <a:pt x="2998333" y="218569"/>
                  </a:lnTo>
                  <a:lnTo>
                    <a:pt x="2999405" y="219000"/>
                  </a:lnTo>
                  <a:lnTo>
                    <a:pt x="3000476" y="219431"/>
                  </a:lnTo>
                  <a:lnTo>
                    <a:pt x="3001548" y="219861"/>
                  </a:lnTo>
                  <a:lnTo>
                    <a:pt x="3002619" y="220291"/>
                  </a:lnTo>
                  <a:lnTo>
                    <a:pt x="3003691" y="220721"/>
                  </a:lnTo>
                  <a:lnTo>
                    <a:pt x="3004763" y="221151"/>
                  </a:lnTo>
                  <a:lnTo>
                    <a:pt x="3005834" y="221581"/>
                  </a:lnTo>
                  <a:lnTo>
                    <a:pt x="3006906" y="222011"/>
                  </a:lnTo>
                  <a:lnTo>
                    <a:pt x="3007977" y="222440"/>
                  </a:lnTo>
                  <a:lnTo>
                    <a:pt x="3009049" y="222870"/>
                  </a:lnTo>
                  <a:lnTo>
                    <a:pt x="3010121" y="223299"/>
                  </a:lnTo>
                  <a:lnTo>
                    <a:pt x="3011192" y="223729"/>
                  </a:lnTo>
                  <a:lnTo>
                    <a:pt x="3012264" y="224158"/>
                  </a:lnTo>
                  <a:lnTo>
                    <a:pt x="3013335" y="224587"/>
                  </a:lnTo>
                  <a:lnTo>
                    <a:pt x="3014407" y="225015"/>
                  </a:lnTo>
                  <a:lnTo>
                    <a:pt x="3015479" y="225444"/>
                  </a:lnTo>
                  <a:lnTo>
                    <a:pt x="3016550" y="225873"/>
                  </a:lnTo>
                  <a:lnTo>
                    <a:pt x="3017622" y="226301"/>
                  </a:lnTo>
                  <a:lnTo>
                    <a:pt x="3018693" y="226729"/>
                  </a:lnTo>
                  <a:lnTo>
                    <a:pt x="3019765" y="227157"/>
                  </a:lnTo>
                  <a:lnTo>
                    <a:pt x="3020836" y="227585"/>
                  </a:lnTo>
                  <a:lnTo>
                    <a:pt x="3021908" y="228013"/>
                  </a:lnTo>
                  <a:lnTo>
                    <a:pt x="3022980" y="228441"/>
                  </a:lnTo>
                  <a:lnTo>
                    <a:pt x="3024051" y="228868"/>
                  </a:lnTo>
                  <a:lnTo>
                    <a:pt x="3025123" y="229296"/>
                  </a:lnTo>
                  <a:lnTo>
                    <a:pt x="3026194" y="229723"/>
                  </a:lnTo>
                  <a:lnTo>
                    <a:pt x="3027266" y="230150"/>
                  </a:lnTo>
                  <a:lnTo>
                    <a:pt x="3028338" y="230577"/>
                  </a:lnTo>
                  <a:lnTo>
                    <a:pt x="3029409" y="231004"/>
                  </a:lnTo>
                  <a:lnTo>
                    <a:pt x="3030481" y="231431"/>
                  </a:lnTo>
                  <a:lnTo>
                    <a:pt x="3031552" y="231857"/>
                  </a:lnTo>
                  <a:lnTo>
                    <a:pt x="3032624" y="232283"/>
                  </a:lnTo>
                  <a:lnTo>
                    <a:pt x="3033696" y="232710"/>
                  </a:lnTo>
                  <a:lnTo>
                    <a:pt x="3034767" y="233136"/>
                  </a:lnTo>
                  <a:lnTo>
                    <a:pt x="3035839" y="233562"/>
                  </a:lnTo>
                  <a:lnTo>
                    <a:pt x="3036910" y="233988"/>
                  </a:lnTo>
                  <a:lnTo>
                    <a:pt x="3037982" y="234413"/>
                  </a:lnTo>
                  <a:lnTo>
                    <a:pt x="3039054" y="234839"/>
                  </a:lnTo>
                  <a:lnTo>
                    <a:pt x="3040125" y="235264"/>
                  </a:lnTo>
                  <a:lnTo>
                    <a:pt x="3041197" y="235690"/>
                  </a:lnTo>
                  <a:lnTo>
                    <a:pt x="3042268" y="236115"/>
                  </a:lnTo>
                  <a:lnTo>
                    <a:pt x="3043340" y="236540"/>
                  </a:lnTo>
                  <a:lnTo>
                    <a:pt x="3044412" y="236965"/>
                  </a:lnTo>
                  <a:lnTo>
                    <a:pt x="3045483" y="237389"/>
                  </a:lnTo>
                  <a:lnTo>
                    <a:pt x="3046555" y="237814"/>
                  </a:lnTo>
                  <a:lnTo>
                    <a:pt x="3047626" y="238238"/>
                  </a:lnTo>
                  <a:lnTo>
                    <a:pt x="3048698" y="238662"/>
                  </a:lnTo>
                  <a:lnTo>
                    <a:pt x="3049770" y="239087"/>
                  </a:lnTo>
                  <a:lnTo>
                    <a:pt x="3050841" y="239511"/>
                  </a:lnTo>
                  <a:lnTo>
                    <a:pt x="3051913" y="239935"/>
                  </a:lnTo>
                  <a:lnTo>
                    <a:pt x="3052984" y="240358"/>
                  </a:lnTo>
                  <a:lnTo>
                    <a:pt x="3054056" y="240782"/>
                  </a:lnTo>
                  <a:lnTo>
                    <a:pt x="3055128" y="241205"/>
                  </a:lnTo>
                  <a:lnTo>
                    <a:pt x="3056199" y="241629"/>
                  </a:lnTo>
                  <a:lnTo>
                    <a:pt x="3057271" y="242052"/>
                  </a:lnTo>
                  <a:lnTo>
                    <a:pt x="3058342" y="242475"/>
                  </a:lnTo>
                  <a:lnTo>
                    <a:pt x="3059414" y="242898"/>
                  </a:lnTo>
                  <a:lnTo>
                    <a:pt x="3060486" y="243320"/>
                  </a:lnTo>
                  <a:lnTo>
                    <a:pt x="3061557" y="243743"/>
                  </a:lnTo>
                  <a:lnTo>
                    <a:pt x="3062629" y="244165"/>
                  </a:lnTo>
                  <a:lnTo>
                    <a:pt x="3063700" y="244588"/>
                  </a:lnTo>
                  <a:lnTo>
                    <a:pt x="3064772" y="245010"/>
                  </a:lnTo>
                  <a:lnTo>
                    <a:pt x="3065844" y="245432"/>
                  </a:lnTo>
                  <a:lnTo>
                    <a:pt x="3066915" y="245854"/>
                  </a:lnTo>
                  <a:lnTo>
                    <a:pt x="3067987" y="246276"/>
                  </a:lnTo>
                  <a:lnTo>
                    <a:pt x="3069058" y="246697"/>
                  </a:lnTo>
                  <a:lnTo>
                    <a:pt x="3070130" y="247119"/>
                  </a:lnTo>
                  <a:lnTo>
                    <a:pt x="3071202" y="247540"/>
                  </a:lnTo>
                  <a:lnTo>
                    <a:pt x="3072273" y="247961"/>
                  </a:lnTo>
                  <a:lnTo>
                    <a:pt x="3073345" y="248382"/>
                  </a:lnTo>
                  <a:lnTo>
                    <a:pt x="3074416" y="248803"/>
                  </a:lnTo>
                  <a:lnTo>
                    <a:pt x="3075488" y="249224"/>
                  </a:lnTo>
                  <a:lnTo>
                    <a:pt x="3076560" y="249645"/>
                  </a:lnTo>
                  <a:lnTo>
                    <a:pt x="3077631" y="250065"/>
                  </a:lnTo>
                  <a:lnTo>
                    <a:pt x="3078703" y="250485"/>
                  </a:lnTo>
                  <a:lnTo>
                    <a:pt x="3079774" y="250906"/>
                  </a:lnTo>
                  <a:lnTo>
                    <a:pt x="3080846" y="251326"/>
                  </a:lnTo>
                  <a:lnTo>
                    <a:pt x="3081918" y="251746"/>
                  </a:lnTo>
                  <a:lnTo>
                    <a:pt x="3082989" y="252165"/>
                  </a:lnTo>
                  <a:lnTo>
                    <a:pt x="3084061" y="252585"/>
                  </a:lnTo>
                  <a:lnTo>
                    <a:pt x="3085132" y="253005"/>
                  </a:lnTo>
                  <a:lnTo>
                    <a:pt x="3086204" y="253424"/>
                  </a:lnTo>
                  <a:lnTo>
                    <a:pt x="3087276" y="253843"/>
                  </a:lnTo>
                  <a:lnTo>
                    <a:pt x="3088347" y="254262"/>
                  </a:lnTo>
                  <a:lnTo>
                    <a:pt x="3089419" y="254681"/>
                  </a:lnTo>
                  <a:lnTo>
                    <a:pt x="3090490" y="255100"/>
                  </a:lnTo>
                  <a:lnTo>
                    <a:pt x="3091562" y="255519"/>
                  </a:lnTo>
                  <a:lnTo>
                    <a:pt x="3092634" y="255937"/>
                  </a:lnTo>
                  <a:lnTo>
                    <a:pt x="3093705" y="256356"/>
                  </a:lnTo>
                  <a:lnTo>
                    <a:pt x="3094777" y="256774"/>
                  </a:lnTo>
                  <a:lnTo>
                    <a:pt x="3095848" y="257192"/>
                  </a:lnTo>
                  <a:lnTo>
                    <a:pt x="3096920" y="257610"/>
                  </a:lnTo>
                  <a:lnTo>
                    <a:pt x="3097992" y="258028"/>
                  </a:lnTo>
                  <a:lnTo>
                    <a:pt x="3099063" y="258446"/>
                  </a:lnTo>
                  <a:lnTo>
                    <a:pt x="3100135" y="258863"/>
                  </a:lnTo>
                  <a:lnTo>
                    <a:pt x="3101206" y="259281"/>
                  </a:lnTo>
                  <a:lnTo>
                    <a:pt x="3102278" y="259698"/>
                  </a:lnTo>
                  <a:lnTo>
                    <a:pt x="3103350" y="260115"/>
                  </a:lnTo>
                  <a:lnTo>
                    <a:pt x="3104421" y="260532"/>
                  </a:lnTo>
                  <a:lnTo>
                    <a:pt x="3105493" y="260949"/>
                  </a:lnTo>
                  <a:lnTo>
                    <a:pt x="3106564" y="261366"/>
                  </a:lnTo>
                  <a:lnTo>
                    <a:pt x="3107636" y="261782"/>
                  </a:lnTo>
                  <a:lnTo>
                    <a:pt x="3108708" y="262199"/>
                  </a:lnTo>
                  <a:lnTo>
                    <a:pt x="3109779" y="262615"/>
                  </a:lnTo>
                  <a:lnTo>
                    <a:pt x="3110851" y="263031"/>
                  </a:lnTo>
                  <a:lnTo>
                    <a:pt x="3111922" y="263447"/>
                  </a:lnTo>
                  <a:lnTo>
                    <a:pt x="3112994" y="263863"/>
                  </a:lnTo>
                  <a:lnTo>
                    <a:pt x="3114066" y="264279"/>
                  </a:lnTo>
                  <a:lnTo>
                    <a:pt x="3115137" y="264695"/>
                  </a:lnTo>
                  <a:lnTo>
                    <a:pt x="3116209" y="265110"/>
                  </a:lnTo>
                  <a:lnTo>
                    <a:pt x="3117280" y="265526"/>
                  </a:lnTo>
                  <a:lnTo>
                    <a:pt x="3118352" y="265941"/>
                  </a:lnTo>
                  <a:lnTo>
                    <a:pt x="3119424" y="266356"/>
                  </a:lnTo>
                  <a:lnTo>
                    <a:pt x="3120495" y="266771"/>
                  </a:lnTo>
                  <a:lnTo>
                    <a:pt x="3121567" y="267186"/>
                  </a:lnTo>
                  <a:lnTo>
                    <a:pt x="3122638" y="267600"/>
                  </a:lnTo>
                  <a:lnTo>
                    <a:pt x="3123710" y="268015"/>
                  </a:lnTo>
                  <a:lnTo>
                    <a:pt x="3124782" y="268429"/>
                  </a:lnTo>
                  <a:lnTo>
                    <a:pt x="3125853" y="268844"/>
                  </a:lnTo>
                  <a:lnTo>
                    <a:pt x="3126925" y="269258"/>
                  </a:lnTo>
                  <a:lnTo>
                    <a:pt x="3127996" y="269672"/>
                  </a:lnTo>
                  <a:lnTo>
                    <a:pt x="3129068" y="270086"/>
                  </a:lnTo>
                  <a:lnTo>
                    <a:pt x="3130140" y="270499"/>
                  </a:lnTo>
                  <a:lnTo>
                    <a:pt x="3131211" y="270913"/>
                  </a:lnTo>
                  <a:lnTo>
                    <a:pt x="3132283" y="271326"/>
                  </a:lnTo>
                  <a:lnTo>
                    <a:pt x="3133354" y="271740"/>
                  </a:lnTo>
                  <a:lnTo>
                    <a:pt x="3134426" y="272153"/>
                  </a:lnTo>
                  <a:lnTo>
                    <a:pt x="3135498" y="272566"/>
                  </a:lnTo>
                  <a:lnTo>
                    <a:pt x="3136569" y="272979"/>
                  </a:lnTo>
                  <a:lnTo>
                    <a:pt x="3137641" y="273391"/>
                  </a:lnTo>
                  <a:lnTo>
                    <a:pt x="3138712" y="273804"/>
                  </a:lnTo>
                  <a:lnTo>
                    <a:pt x="3139784" y="274216"/>
                  </a:lnTo>
                  <a:lnTo>
                    <a:pt x="3140856" y="274629"/>
                  </a:lnTo>
                  <a:lnTo>
                    <a:pt x="3141927" y="275041"/>
                  </a:lnTo>
                  <a:lnTo>
                    <a:pt x="3142999" y="275453"/>
                  </a:lnTo>
                  <a:lnTo>
                    <a:pt x="3144070" y="275865"/>
                  </a:lnTo>
                  <a:lnTo>
                    <a:pt x="3145142" y="276277"/>
                  </a:lnTo>
                  <a:lnTo>
                    <a:pt x="3146214" y="276688"/>
                  </a:lnTo>
                  <a:lnTo>
                    <a:pt x="3147285" y="277100"/>
                  </a:lnTo>
                  <a:lnTo>
                    <a:pt x="3148357" y="277511"/>
                  </a:lnTo>
                  <a:lnTo>
                    <a:pt x="3149428" y="277923"/>
                  </a:lnTo>
                  <a:lnTo>
                    <a:pt x="3150500" y="278334"/>
                  </a:lnTo>
                  <a:lnTo>
                    <a:pt x="3151572" y="278745"/>
                  </a:lnTo>
                  <a:lnTo>
                    <a:pt x="3152643" y="279155"/>
                  </a:lnTo>
                  <a:lnTo>
                    <a:pt x="3153715" y="279566"/>
                  </a:lnTo>
                  <a:lnTo>
                    <a:pt x="3154786" y="279977"/>
                  </a:lnTo>
                  <a:lnTo>
                    <a:pt x="3155858" y="280387"/>
                  </a:lnTo>
                  <a:lnTo>
                    <a:pt x="3156930" y="280797"/>
                  </a:lnTo>
                  <a:lnTo>
                    <a:pt x="3158001" y="281208"/>
                  </a:lnTo>
                  <a:lnTo>
                    <a:pt x="3159073" y="281618"/>
                  </a:lnTo>
                  <a:lnTo>
                    <a:pt x="3160144" y="282027"/>
                  </a:lnTo>
                  <a:lnTo>
                    <a:pt x="3161216" y="282437"/>
                  </a:lnTo>
                  <a:lnTo>
                    <a:pt x="3162288" y="282847"/>
                  </a:lnTo>
                  <a:lnTo>
                    <a:pt x="3163359" y="283256"/>
                  </a:lnTo>
                  <a:lnTo>
                    <a:pt x="3164431" y="283666"/>
                  </a:lnTo>
                  <a:lnTo>
                    <a:pt x="3165502" y="284075"/>
                  </a:lnTo>
                  <a:lnTo>
                    <a:pt x="3166574" y="284484"/>
                  </a:lnTo>
                  <a:lnTo>
                    <a:pt x="3167646" y="284893"/>
                  </a:lnTo>
                  <a:lnTo>
                    <a:pt x="3168717" y="285302"/>
                  </a:lnTo>
                  <a:lnTo>
                    <a:pt x="3169789" y="285710"/>
                  </a:lnTo>
                  <a:lnTo>
                    <a:pt x="3170860" y="286119"/>
                  </a:lnTo>
                  <a:lnTo>
                    <a:pt x="3171932" y="286527"/>
                  </a:lnTo>
                  <a:lnTo>
                    <a:pt x="3173004" y="286935"/>
                  </a:lnTo>
                  <a:lnTo>
                    <a:pt x="3174075" y="287344"/>
                  </a:lnTo>
                  <a:lnTo>
                    <a:pt x="3175147" y="287752"/>
                  </a:lnTo>
                  <a:lnTo>
                    <a:pt x="3176218" y="288159"/>
                  </a:lnTo>
                  <a:lnTo>
                    <a:pt x="3177290" y="288567"/>
                  </a:lnTo>
                  <a:lnTo>
                    <a:pt x="3178362" y="288975"/>
                  </a:lnTo>
                  <a:lnTo>
                    <a:pt x="3179433" y="289382"/>
                  </a:lnTo>
                  <a:lnTo>
                    <a:pt x="3180505" y="289789"/>
                  </a:lnTo>
                  <a:lnTo>
                    <a:pt x="3181576" y="290197"/>
                  </a:lnTo>
                  <a:lnTo>
                    <a:pt x="3182648" y="290604"/>
                  </a:lnTo>
                  <a:lnTo>
                    <a:pt x="3183720" y="291011"/>
                  </a:lnTo>
                  <a:lnTo>
                    <a:pt x="3184791" y="291417"/>
                  </a:lnTo>
                  <a:lnTo>
                    <a:pt x="3185863" y="291824"/>
                  </a:lnTo>
                  <a:lnTo>
                    <a:pt x="3186934" y="292230"/>
                  </a:lnTo>
                  <a:lnTo>
                    <a:pt x="3188006" y="292637"/>
                  </a:lnTo>
                  <a:lnTo>
                    <a:pt x="3189078" y="293043"/>
                  </a:lnTo>
                  <a:lnTo>
                    <a:pt x="3190149" y="293449"/>
                  </a:lnTo>
                  <a:lnTo>
                    <a:pt x="3191221" y="293855"/>
                  </a:lnTo>
                  <a:lnTo>
                    <a:pt x="3192292" y="294261"/>
                  </a:lnTo>
                  <a:lnTo>
                    <a:pt x="3193364" y="294667"/>
                  </a:lnTo>
                  <a:lnTo>
                    <a:pt x="3194436" y="295072"/>
                  </a:lnTo>
                  <a:lnTo>
                    <a:pt x="3195507" y="295478"/>
                  </a:lnTo>
                  <a:lnTo>
                    <a:pt x="3196579" y="295883"/>
                  </a:lnTo>
                  <a:lnTo>
                    <a:pt x="3197650" y="296288"/>
                  </a:lnTo>
                  <a:lnTo>
                    <a:pt x="3198722" y="296693"/>
                  </a:lnTo>
                  <a:lnTo>
                    <a:pt x="3199793" y="297098"/>
                  </a:lnTo>
                  <a:lnTo>
                    <a:pt x="3200865" y="297503"/>
                  </a:lnTo>
                  <a:lnTo>
                    <a:pt x="3201937" y="297907"/>
                  </a:lnTo>
                  <a:lnTo>
                    <a:pt x="3203008" y="298312"/>
                  </a:lnTo>
                  <a:lnTo>
                    <a:pt x="3204080" y="298716"/>
                  </a:lnTo>
                  <a:lnTo>
                    <a:pt x="3205151" y="299120"/>
                  </a:lnTo>
                  <a:lnTo>
                    <a:pt x="3206223" y="299524"/>
                  </a:lnTo>
                  <a:lnTo>
                    <a:pt x="3207295" y="299928"/>
                  </a:lnTo>
                  <a:lnTo>
                    <a:pt x="3208366" y="300332"/>
                  </a:lnTo>
                  <a:lnTo>
                    <a:pt x="3209438" y="300736"/>
                  </a:lnTo>
                  <a:lnTo>
                    <a:pt x="3210509" y="301139"/>
                  </a:lnTo>
                  <a:lnTo>
                    <a:pt x="3211581" y="301543"/>
                  </a:lnTo>
                  <a:lnTo>
                    <a:pt x="3212653" y="301946"/>
                  </a:lnTo>
                  <a:lnTo>
                    <a:pt x="3213724" y="302349"/>
                  </a:lnTo>
                  <a:lnTo>
                    <a:pt x="3214796" y="302752"/>
                  </a:lnTo>
                  <a:lnTo>
                    <a:pt x="3215867" y="303155"/>
                  </a:lnTo>
                  <a:lnTo>
                    <a:pt x="3216939" y="303558"/>
                  </a:lnTo>
                  <a:lnTo>
                    <a:pt x="3218011" y="303960"/>
                  </a:lnTo>
                  <a:lnTo>
                    <a:pt x="3219082" y="304363"/>
                  </a:lnTo>
                  <a:lnTo>
                    <a:pt x="3220154" y="304765"/>
                  </a:lnTo>
                  <a:lnTo>
                    <a:pt x="3221225" y="305167"/>
                  </a:lnTo>
                  <a:lnTo>
                    <a:pt x="3222297" y="305569"/>
                  </a:lnTo>
                  <a:lnTo>
                    <a:pt x="3223369" y="305971"/>
                  </a:lnTo>
                  <a:lnTo>
                    <a:pt x="3224440" y="306373"/>
                  </a:lnTo>
                  <a:lnTo>
                    <a:pt x="3225512" y="306775"/>
                  </a:lnTo>
                  <a:lnTo>
                    <a:pt x="3226583" y="307176"/>
                  </a:lnTo>
                  <a:lnTo>
                    <a:pt x="3227655" y="307578"/>
                  </a:lnTo>
                  <a:lnTo>
                    <a:pt x="3228727" y="307979"/>
                  </a:lnTo>
                  <a:lnTo>
                    <a:pt x="3229798" y="308380"/>
                  </a:lnTo>
                  <a:lnTo>
                    <a:pt x="3230870" y="308781"/>
                  </a:lnTo>
                  <a:lnTo>
                    <a:pt x="3231941" y="309182"/>
                  </a:lnTo>
                  <a:lnTo>
                    <a:pt x="3233013" y="309583"/>
                  </a:lnTo>
                  <a:lnTo>
                    <a:pt x="3234085" y="309983"/>
                  </a:lnTo>
                  <a:lnTo>
                    <a:pt x="3235156" y="310384"/>
                  </a:lnTo>
                  <a:lnTo>
                    <a:pt x="3236228" y="310784"/>
                  </a:lnTo>
                  <a:lnTo>
                    <a:pt x="3237299" y="311184"/>
                  </a:lnTo>
                  <a:lnTo>
                    <a:pt x="3238371" y="311584"/>
                  </a:lnTo>
                  <a:lnTo>
                    <a:pt x="3239443" y="311984"/>
                  </a:lnTo>
                  <a:lnTo>
                    <a:pt x="3240514" y="312384"/>
                  </a:lnTo>
                  <a:lnTo>
                    <a:pt x="3241586" y="312784"/>
                  </a:lnTo>
                  <a:lnTo>
                    <a:pt x="3242657" y="313183"/>
                  </a:lnTo>
                  <a:lnTo>
                    <a:pt x="3243729" y="313583"/>
                  </a:lnTo>
                  <a:lnTo>
                    <a:pt x="3244801" y="313982"/>
                  </a:lnTo>
                  <a:lnTo>
                    <a:pt x="3245872" y="314381"/>
                  </a:lnTo>
                  <a:lnTo>
                    <a:pt x="3246944" y="314780"/>
                  </a:lnTo>
                  <a:lnTo>
                    <a:pt x="3248015" y="315179"/>
                  </a:lnTo>
                  <a:lnTo>
                    <a:pt x="3249087" y="315578"/>
                  </a:lnTo>
                  <a:lnTo>
                    <a:pt x="3250159" y="315976"/>
                  </a:lnTo>
                  <a:lnTo>
                    <a:pt x="3251230" y="316375"/>
                  </a:lnTo>
                  <a:lnTo>
                    <a:pt x="3252302" y="316773"/>
                  </a:lnTo>
                  <a:lnTo>
                    <a:pt x="3253373" y="317171"/>
                  </a:lnTo>
                  <a:lnTo>
                    <a:pt x="3254445" y="317569"/>
                  </a:lnTo>
                  <a:lnTo>
                    <a:pt x="3255517" y="317967"/>
                  </a:lnTo>
                  <a:lnTo>
                    <a:pt x="3256588" y="318365"/>
                  </a:lnTo>
                  <a:lnTo>
                    <a:pt x="3257660" y="318763"/>
                  </a:lnTo>
                  <a:lnTo>
                    <a:pt x="3258731" y="319160"/>
                  </a:lnTo>
                  <a:lnTo>
                    <a:pt x="3259803" y="319558"/>
                  </a:lnTo>
                  <a:lnTo>
                    <a:pt x="3260875" y="319955"/>
                  </a:lnTo>
                  <a:lnTo>
                    <a:pt x="3261946" y="320352"/>
                  </a:lnTo>
                  <a:lnTo>
                    <a:pt x="3263018" y="320749"/>
                  </a:lnTo>
                  <a:lnTo>
                    <a:pt x="3264089" y="321146"/>
                  </a:lnTo>
                  <a:lnTo>
                    <a:pt x="3265161" y="321543"/>
                  </a:lnTo>
                  <a:lnTo>
                    <a:pt x="3266233" y="321939"/>
                  </a:lnTo>
                  <a:lnTo>
                    <a:pt x="3267304" y="322336"/>
                  </a:lnTo>
                  <a:lnTo>
                    <a:pt x="3268376" y="322732"/>
                  </a:lnTo>
                  <a:lnTo>
                    <a:pt x="3269447" y="323128"/>
                  </a:lnTo>
                  <a:lnTo>
                    <a:pt x="3270519" y="323525"/>
                  </a:lnTo>
                  <a:lnTo>
                    <a:pt x="3271591" y="323921"/>
                  </a:lnTo>
                  <a:lnTo>
                    <a:pt x="3272662" y="324316"/>
                  </a:lnTo>
                  <a:lnTo>
                    <a:pt x="3273734" y="324712"/>
                  </a:lnTo>
                  <a:lnTo>
                    <a:pt x="3274805" y="325108"/>
                  </a:lnTo>
                  <a:lnTo>
                    <a:pt x="3275877" y="325503"/>
                  </a:lnTo>
                  <a:lnTo>
                    <a:pt x="3276949" y="325898"/>
                  </a:lnTo>
                  <a:lnTo>
                    <a:pt x="3278020" y="326294"/>
                  </a:lnTo>
                  <a:lnTo>
                    <a:pt x="3279092" y="326689"/>
                  </a:lnTo>
                  <a:lnTo>
                    <a:pt x="3280163" y="327084"/>
                  </a:lnTo>
                  <a:lnTo>
                    <a:pt x="3281235" y="327478"/>
                  </a:lnTo>
                  <a:lnTo>
                    <a:pt x="3282307" y="327873"/>
                  </a:lnTo>
                  <a:lnTo>
                    <a:pt x="3283378" y="328268"/>
                  </a:lnTo>
                  <a:lnTo>
                    <a:pt x="3284450" y="328662"/>
                  </a:lnTo>
                  <a:lnTo>
                    <a:pt x="3285521" y="329056"/>
                  </a:lnTo>
                  <a:lnTo>
                    <a:pt x="3286593" y="329450"/>
                  </a:lnTo>
                  <a:lnTo>
                    <a:pt x="3287665" y="329844"/>
                  </a:lnTo>
                  <a:lnTo>
                    <a:pt x="3288736" y="330238"/>
                  </a:lnTo>
                  <a:lnTo>
                    <a:pt x="3289808" y="330632"/>
                  </a:lnTo>
                  <a:lnTo>
                    <a:pt x="3290879" y="331026"/>
                  </a:lnTo>
                  <a:lnTo>
                    <a:pt x="3291951" y="331419"/>
                  </a:lnTo>
                  <a:lnTo>
                    <a:pt x="3293023" y="331812"/>
                  </a:lnTo>
                  <a:lnTo>
                    <a:pt x="3294094" y="332206"/>
                  </a:lnTo>
                  <a:lnTo>
                    <a:pt x="3295166" y="332599"/>
                  </a:lnTo>
                  <a:lnTo>
                    <a:pt x="3296237" y="332992"/>
                  </a:lnTo>
                  <a:lnTo>
                    <a:pt x="3297309" y="333384"/>
                  </a:lnTo>
                  <a:lnTo>
                    <a:pt x="3298381" y="333777"/>
                  </a:lnTo>
                  <a:lnTo>
                    <a:pt x="3299452" y="334170"/>
                  </a:lnTo>
                  <a:lnTo>
                    <a:pt x="3300524" y="334562"/>
                  </a:lnTo>
                  <a:lnTo>
                    <a:pt x="3301595" y="334954"/>
                  </a:lnTo>
                  <a:lnTo>
                    <a:pt x="3302667" y="335347"/>
                  </a:lnTo>
                  <a:lnTo>
                    <a:pt x="3303739" y="335739"/>
                  </a:lnTo>
                  <a:lnTo>
                    <a:pt x="3304810" y="336131"/>
                  </a:lnTo>
                  <a:lnTo>
                    <a:pt x="3305882" y="336522"/>
                  </a:lnTo>
                  <a:lnTo>
                    <a:pt x="3306953" y="336914"/>
                  </a:lnTo>
                  <a:lnTo>
                    <a:pt x="3308025" y="337306"/>
                  </a:lnTo>
                  <a:lnTo>
                    <a:pt x="3309097" y="337697"/>
                  </a:lnTo>
                  <a:lnTo>
                    <a:pt x="3310168" y="338088"/>
                  </a:lnTo>
                  <a:lnTo>
                    <a:pt x="3311240" y="338479"/>
                  </a:lnTo>
                  <a:lnTo>
                    <a:pt x="3312311" y="338870"/>
                  </a:lnTo>
                  <a:lnTo>
                    <a:pt x="3313383" y="339261"/>
                  </a:lnTo>
                  <a:lnTo>
                    <a:pt x="3314455" y="339652"/>
                  </a:lnTo>
                  <a:lnTo>
                    <a:pt x="3315526" y="340043"/>
                  </a:lnTo>
                  <a:lnTo>
                    <a:pt x="3316598" y="340433"/>
                  </a:lnTo>
                  <a:lnTo>
                    <a:pt x="3317669" y="340823"/>
                  </a:lnTo>
                  <a:lnTo>
                    <a:pt x="3318741" y="341214"/>
                  </a:lnTo>
                  <a:lnTo>
                    <a:pt x="3319813" y="341604"/>
                  </a:lnTo>
                  <a:lnTo>
                    <a:pt x="3320884" y="341994"/>
                  </a:lnTo>
                  <a:lnTo>
                    <a:pt x="3321956" y="342384"/>
                  </a:lnTo>
                  <a:lnTo>
                    <a:pt x="3323027" y="342773"/>
                  </a:lnTo>
                  <a:lnTo>
                    <a:pt x="3324099" y="343163"/>
                  </a:lnTo>
                  <a:lnTo>
                    <a:pt x="3325171" y="343552"/>
                  </a:lnTo>
                  <a:lnTo>
                    <a:pt x="3326242" y="343942"/>
                  </a:lnTo>
                  <a:lnTo>
                    <a:pt x="3327314" y="344331"/>
                  </a:lnTo>
                  <a:lnTo>
                    <a:pt x="3328385" y="344720"/>
                  </a:lnTo>
                  <a:lnTo>
                    <a:pt x="3329457" y="345109"/>
                  </a:lnTo>
                  <a:lnTo>
                    <a:pt x="3330529" y="345498"/>
                  </a:lnTo>
                  <a:lnTo>
                    <a:pt x="3331600" y="345886"/>
                  </a:lnTo>
                  <a:lnTo>
                    <a:pt x="3332672" y="346275"/>
                  </a:lnTo>
                  <a:lnTo>
                    <a:pt x="3333743" y="346663"/>
                  </a:lnTo>
                  <a:lnTo>
                    <a:pt x="3334815" y="347052"/>
                  </a:lnTo>
                  <a:lnTo>
                    <a:pt x="3335887" y="347440"/>
                  </a:lnTo>
                  <a:lnTo>
                    <a:pt x="3336958" y="347828"/>
                  </a:lnTo>
                  <a:lnTo>
                    <a:pt x="3338030" y="348216"/>
                  </a:lnTo>
                  <a:lnTo>
                    <a:pt x="3339101" y="348603"/>
                  </a:lnTo>
                  <a:lnTo>
                    <a:pt x="3340173" y="348991"/>
                  </a:lnTo>
                  <a:lnTo>
                    <a:pt x="3341245" y="349379"/>
                  </a:lnTo>
                  <a:lnTo>
                    <a:pt x="3342316" y="349766"/>
                  </a:lnTo>
                  <a:lnTo>
                    <a:pt x="3343388" y="350153"/>
                  </a:lnTo>
                  <a:lnTo>
                    <a:pt x="3344459" y="350540"/>
                  </a:lnTo>
                  <a:lnTo>
                    <a:pt x="3345531" y="350927"/>
                  </a:lnTo>
                  <a:lnTo>
                    <a:pt x="3346603" y="351314"/>
                  </a:lnTo>
                  <a:lnTo>
                    <a:pt x="3347674" y="351701"/>
                  </a:lnTo>
                  <a:lnTo>
                    <a:pt x="3348746" y="352088"/>
                  </a:lnTo>
                  <a:lnTo>
                    <a:pt x="3349817" y="352474"/>
                  </a:lnTo>
                  <a:lnTo>
                    <a:pt x="3350889" y="352860"/>
                  </a:lnTo>
                  <a:lnTo>
                    <a:pt x="3351961" y="353247"/>
                  </a:lnTo>
                  <a:lnTo>
                    <a:pt x="3353032" y="353633"/>
                  </a:lnTo>
                  <a:lnTo>
                    <a:pt x="3354104" y="354019"/>
                  </a:lnTo>
                  <a:lnTo>
                    <a:pt x="3355175" y="354405"/>
                  </a:lnTo>
                  <a:lnTo>
                    <a:pt x="3356247" y="354790"/>
                  </a:lnTo>
                  <a:lnTo>
                    <a:pt x="3357319" y="355176"/>
                  </a:lnTo>
                  <a:lnTo>
                    <a:pt x="3358390" y="355561"/>
                  </a:lnTo>
                  <a:lnTo>
                    <a:pt x="3359462" y="355947"/>
                  </a:lnTo>
                  <a:lnTo>
                    <a:pt x="3360533" y="356332"/>
                  </a:lnTo>
                  <a:lnTo>
                    <a:pt x="3361605" y="356717"/>
                  </a:lnTo>
                  <a:lnTo>
                    <a:pt x="3362677" y="357102"/>
                  </a:lnTo>
                  <a:lnTo>
                    <a:pt x="3363748" y="357487"/>
                  </a:lnTo>
                  <a:lnTo>
                    <a:pt x="3364820" y="357871"/>
                  </a:lnTo>
                  <a:lnTo>
                    <a:pt x="3365891" y="358256"/>
                  </a:lnTo>
                  <a:lnTo>
                    <a:pt x="3366963" y="358640"/>
                  </a:lnTo>
                  <a:lnTo>
                    <a:pt x="3368035" y="359025"/>
                  </a:lnTo>
                  <a:lnTo>
                    <a:pt x="3369106" y="359409"/>
                  </a:lnTo>
                  <a:lnTo>
                    <a:pt x="3370178" y="359793"/>
                  </a:lnTo>
                  <a:lnTo>
                    <a:pt x="3371249" y="360177"/>
                  </a:lnTo>
                  <a:lnTo>
                    <a:pt x="3372321" y="360561"/>
                  </a:lnTo>
                  <a:lnTo>
                    <a:pt x="3373392" y="360944"/>
                  </a:lnTo>
                  <a:lnTo>
                    <a:pt x="3374464" y="361328"/>
                  </a:lnTo>
                  <a:lnTo>
                    <a:pt x="3375536" y="361711"/>
                  </a:lnTo>
                  <a:lnTo>
                    <a:pt x="3376607" y="362095"/>
                  </a:lnTo>
                  <a:lnTo>
                    <a:pt x="3377679" y="362478"/>
                  </a:lnTo>
                  <a:lnTo>
                    <a:pt x="3378750" y="362861"/>
                  </a:lnTo>
                  <a:lnTo>
                    <a:pt x="3379822" y="363244"/>
                  </a:lnTo>
                  <a:lnTo>
                    <a:pt x="3380894" y="363626"/>
                  </a:lnTo>
                  <a:lnTo>
                    <a:pt x="3381965" y="364009"/>
                  </a:lnTo>
                  <a:lnTo>
                    <a:pt x="3383037" y="364392"/>
                  </a:lnTo>
                  <a:lnTo>
                    <a:pt x="3384108" y="364774"/>
                  </a:lnTo>
                  <a:lnTo>
                    <a:pt x="3385180" y="365156"/>
                  </a:lnTo>
                  <a:lnTo>
                    <a:pt x="3386252" y="365538"/>
                  </a:lnTo>
                  <a:lnTo>
                    <a:pt x="3387323" y="365920"/>
                  </a:lnTo>
                  <a:lnTo>
                    <a:pt x="3388395" y="366302"/>
                  </a:lnTo>
                  <a:lnTo>
                    <a:pt x="3389466" y="366684"/>
                  </a:lnTo>
                  <a:lnTo>
                    <a:pt x="3390538" y="367066"/>
                  </a:lnTo>
                  <a:lnTo>
                    <a:pt x="3391610" y="367447"/>
                  </a:lnTo>
                  <a:lnTo>
                    <a:pt x="3392681" y="367829"/>
                  </a:lnTo>
                  <a:lnTo>
                    <a:pt x="3393753" y="368210"/>
                  </a:lnTo>
                  <a:lnTo>
                    <a:pt x="3394824" y="368591"/>
                  </a:lnTo>
                  <a:lnTo>
                    <a:pt x="3395896" y="368972"/>
                  </a:lnTo>
                  <a:lnTo>
                    <a:pt x="3396968" y="369353"/>
                  </a:lnTo>
                  <a:lnTo>
                    <a:pt x="3398039" y="369734"/>
                  </a:lnTo>
                  <a:lnTo>
                    <a:pt x="3399111" y="370114"/>
                  </a:lnTo>
                  <a:lnTo>
                    <a:pt x="3400182" y="370495"/>
                  </a:lnTo>
                  <a:lnTo>
                    <a:pt x="3401254" y="370875"/>
                  </a:lnTo>
                  <a:lnTo>
                    <a:pt x="3402326" y="371255"/>
                  </a:lnTo>
                  <a:lnTo>
                    <a:pt x="3403397" y="371636"/>
                  </a:lnTo>
                  <a:lnTo>
                    <a:pt x="3404469" y="372016"/>
                  </a:lnTo>
                  <a:lnTo>
                    <a:pt x="3405540" y="372395"/>
                  </a:lnTo>
                  <a:lnTo>
                    <a:pt x="3406612" y="372775"/>
                  </a:lnTo>
                  <a:lnTo>
                    <a:pt x="3407684" y="373155"/>
                  </a:lnTo>
                  <a:lnTo>
                    <a:pt x="3408755" y="373534"/>
                  </a:lnTo>
                  <a:lnTo>
                    <a:pt x="3409827" y="373914"/>
                  </a:lnTo>
                  <a:lnTo>
                    <a:pt x="3410898" y="374293"/>
                  </a:lnTo>
                  <a:lnTo>
                    <a:pt x="3411970" y="374672"/>
                  </a:lnTo>
                  <a:lnTo>
                    <a:pt x="3413042" y="375051"/>
                  </a:lnTo>
                  <a:lnTo>
                    <a:pt x="3414113" y="375430"/>
                  </a:lnTo>
                  <a:lnTo>
                    <a:pt x="3415185" y="375809"/>
                  </a:lnTo>
                  <a:lnTo>
                    <a:pt x="3416256" y="376187"/>
                  </a:lnTo>
                  <a:lnTo>
                    <a:pt x="3417328" y="376566"/>
                  </a:lnTo>
                  <a:lnTo>
                    <a:pt x="3418400" y="376944"/>
                  </a:lnTo>
                  <a:lnTo>
                    <a:pt x="3419471" y="377322"/>
                  </a:lnTo>
                  <a:lnTo>
                    <a:pt x="3420543" y="377700"/>
                  </a:lnTo>
                  <a:lnTo>
                    <a:pt x="3421614" y="378078"/>
                  </a:lnTo>
                  <a:lnTo>
                    <a:pt x="3422686" y="378456"/>
                  </a:lnTo>
                  <a:lnTo>
                    <a:pt x="3423758" y="378834"/>
                  </a:lnTo>
                  <a:lnTo>
                    <a:pt x="3424829" y="379212"/>
                  </a:lnTo>
                  <a:lnTo>
                    <a:pt x="3425901" y="379589"/>
                  </a:lnTo>
                  <a:lnTo>
                    <a:pt x="3426972" y="379966"/>
                  </a:lnTo>
                  <a:lnTo>
                    <a:pt x="3428044" y="380344"/>
                  </a:lnTo>
                  <a:lnTo>
                    <a:pt x="3429116" y="380721"/>
                  </a:lnTo>
                  <a:lnTo>
                    <a:pt x="3430187" y="381098"/>
                  </a:lnTo>
                  <a:lnTo>
                    <a:pt x="3431259" y="381475"/>
                  </a:lnTo>
                  <a:lnTo>
                    <a:pt x="3432330" y="381851"/>
                  </a:lnTo>
                  <a:lnTo>
                    <a:pt x="3433402" y="382228"/>
                  </a:lnTo>
                  <a:lnTo>
                    <a:pt x="3434474" y="382604"/>
                  </a:lnTo>
                  <a:lnTo>
                    <a:pt x="3435545" y="382981"/>
                  </a:lnTo>
                  <a:lnTo>
                    <a:pt x="3436617" y="383357"/>
                  </a:lnTo>
                  <a:lnTo>
                    <a:pt x="3437688" y="383733"/>
                  </a:lnTo>
                  <a:lnTo>
                    <a:pt x="3438760" y="384109"/>
                  </a:lnTo>
                  <a:lnTo>
                    <a:pt x="3439832" y="384485"/>
                  </a:lnTo>
                  <a:lnTo>
                    <a:pt x="3440903" y="384861"/>
                  </a:lnTo>
                  <a:lnTo>
                    <a:pt x="3441975" y="385236"/>
                  </a:lnTo>
                  <a:lnTo>
                    <a:pt x="3443046" y="385612"/>
                  </a:lnTo>
                  <a:lnTo>
                    <a:pt x="3444118" y="385987"/>
                  </a:lnTo>
                  <a:lnTo>
                    <a:pt x="3445190" y="386362"/>
                  </a:lnTo>
                  <a:lnTo>
                    <a:pt x="3446261" y="386737"/>
                  </a:lnTo>
                  <a:lnTo>
                    <a:pt x="3447333" y="387112"/>
                  </a:lnTo>
                  <a:lnTo>
                    <a:pt x="3448404" y="387487"/>
                  </a:lnTo>
                  <a:lnTo>
                    <a:pt x="3449476" y="387862"/>
                  </a:lnTo>
                  <a:lnTo>
                    <a:pt x="3450548" y="388237"/>
                  </a:lnTo>
                  <a:lnTo>
                    <a:pt x="3451619" y="388611"/>
                  </a:lnTo>
                  <a:lnTo>
                    <a:pt x="3452691" y="388986"/>
                  </a:lnTo>
                  <a:lnTo>
                    <a:pt x="3453762" y="389360"/>
                  </a:lnTo>
                  <a:lnTo>
                    <a:pt x="3454834" y="389734"/>
                  </a:lnTo>
                  <a:lnTo>
                    <a:pt x="3455906" y="390108"/>
                  </a:lnTo>
                  <a:lnTo>
                    <a:pt x="3456977" y="390482"/>
                  </a:lnTo>
                  <a:lnTo>
                    <a:pt x="3458049" y="390855"/>
                  </a:lnTo>
                  <a:lnTo>
                    <a:pt x="3459120" y="391229"/>
                  </a:lnTo>
                  <a:lnTo>
                    <a:pt x="3460192" y="391603"/>
                  </a:lnTo>
                  <a:lnTo>
                    <a:pt x="3461264" y="391976"/>
                  </a:lnTo>
                  <a:lnTo>
                    <a:pt x="3462335" y="392349"/>
                  </a:lnTo>
                  <a:lnTo>
                    <a:pt x="3463407" y="392722"/>
                  </a:lnTo>
                  <a:lnTo>
                    <a:pt x="3464478" y="393095"/>
                  </a:lnTo>
                  <a:lnTo>
                    <a:pt x="3465550" y="393468"/>
                  </a:lnTo>
                  <a:lnTo>
                    <a:pt x="3466622" y="393841"/>
                  </a:lnTo>
                  <a:lnTo>
                    <a:pt x="3467693" y="394214"/>
                  </a:lnTo>
                  <a:lnTo>
                    <a:pt x="3468765" y="394586"/>
                  </a:lnTo>
                  <a:lnTo>
                    <a:pt x="3469836" y="394958"/>
                  </a:lnTo>
                  <a:lnTo>
                    <a:pt x="3470908" y="395331"/>
                  </a:lnTo>
                  <a:lnTo>
                    <a:pt x="3471980" y="395703"/>
                  </a:lnTo>
                  <a:lnTo>
                    <a:pt x="3473051" y="396075"/>
                  </a:lnTo>
                  <a:lnTo>
                    <a:pt x="3474123" y="396447"/>
                  </a:lnTo>
                  <a:lnTo>
                    <a:pt x="3475194" y="396818"/>
                  </a:lnTo>
                  <a:lnTo>
                    <a:pt x="3476266" y="397190"/>
                  </a:lnTo>
                  <a:lnTo>
                    <a:pt x="3477338" y="397562"/>
                  </a:lnTo>
                  <a:lnTo>
                    <a:pt x="3478409" y="397933"/>
                  </a:lnTo>
                  <a:lnTo>
                    <a:pt x="3479481" y="398304"/>
                  </a:lnTo>
                  <a:lnTo>
                    <a:pt x="3480552" y="398675"/>
                  </a:lnTo>
                  <a:lnTo>
                    <a:pt x="3481624" y="399046"/>
                  </a:lnTo>
                  <a:lnTo>
                    <a:pt x="3482696" y="399417"/>
                  </a:lnTo>
                  <a:lnTo>
                    <a:pt x="3483767" y="399788"/>
                  </a:lnTo>
                  <a:lnTo>
                    <a:pt x="3484839" y="400159"/>
                  </a:lnTo>
                  <a:lnTo>
                    <a:pt x="3485910" y="400529"/>
                  </a:lnTo>
                  <a:lnTo>
                    <a:pt x="3486982" y="400900"/>
                  </a:lnTo>
                  <a:lnTo>
                    <a:pt x="3488054" y="401270"/>
                  </a:lnTo>
                  <a:lnTo>
                    <a:pt x="3489125" y="401640"/>
                  </a:lnTo>
                  <a:lnTo>
                    <a:pt x="3490197" y="402010"/>
                  </a:lnTo>
                  <a:lnTo>
                    <a:pt x="3491268" y="402380"/>
                  </a:lnTo>
                  <a:lnTo>
                    <a:pt x="3492340" y="402750"/>
                  </a:lnTo>
                  <a:lnTo>
                    <a:pt x="3493412" y="403119"/>
                  </a:lnTo>
                  <a:lnTo>
                    <a:pt x="3494483" y="403489"/>
                  </a:lnTo>
                  <a:lnTo>
                    <a:pt x="3495555" y="403858"/>
                  </a:lnTo>
                  <a:lnTo>
                    <a:pt x="3496626" y="404228"/>
                  </a:lnTo>
                  <a:lnTo>
                    <a:pt x="3497698" y="404597"/>
                  </a:lnTo>
                  <a:lnTo>
                    <a:pt x="3498770" y="404966"/>
                  </a:lnTo>
                  <a:lnTo>
                    <a:pt x="3499841" y="405335"/>
                  </a:lnTo>
                  <a:lnTo>
                    <a:pt x="3500913" y="405704"/>
                  </a:lnTo>
                  <a:lnTo>
                    <a:pt x="3501984" y="406072"/>
                  </a:lnTo>
                  <a:lnTo>
                    <a:pt x="3503056" y="406441"/>
                  </a:lnTo>
                  <a:lnTo>
                    <a:pt x="3504128" y="406809"/>
                  </a:lnTo>
                  <a:lnTo>
                    <a:pt x="3505199" y="407178"/>
                  </a:lnTo>
                  <a:lnTo>
                    <a:pt x="3506271" y="407546"/>
                  </a:lnTo>
                  <a:lnTo>
                    <a:pt x="3507342" y="407914"/>
                  </a:lnTo>
                  <a:lnTo>
                    <a:pt x="3508414" y="408282"/>
                  </a:lnTo>
                  <a:lnTo>
                    <a:pt x="3509486" y="408650"/>
                  </a:lnTo>
                  <a:lnTo>
                    <a:pt x="3510557" y="409017"/>
                  </a:lnTo>
                  <a:lnTo>
                    <a:pt x="3511629" y="409385"/>
                  </a:lnTo>
                  <a:lnTo>
                    <a:pt x="3512700" y="409753"/>
                  </a:lnTo>
                  <a:lnTo>
                    <a:pt x="3513772" y="410120"/>
                  </a:lnTo>
                  <a:lnTo>
                    <a:pt x="3514844" y="410487"/>
                  </a:lnTo>
                  <a:lnTo>
                    <a:pt x="3515915" y="410854"/>
                  </a:lnTo>
                  <a:lnTo>
                    <a:pt x="3516987" y="411221"/>
                  </a:lnTo>
                  <a:lnTo>
                    <a:pt x="3518058" y="411588"/>
                  </a:lnTo>
                  <a:lnTo>
                    <a:pt x="3519130" y="411955"/>
                  </a:lnTo>
                  <a:lnTo>
                    <a:pt x="3520202" y="412321"/>
                  </a:lnTo>
                  <a:lnTo>
                    <a:pt x="3521273" y="412688"/>
                  </a:lnTo>
                  <a:lnTo>
                    <a:pt x="3522345" y="413054"/>
                  </a:lnTo>
                  <a:lnTo>
                    <a:pt x="3523416" y="413420"/>
                  </a:lnTo>
                  <a:lnTo>
                    <a:pt x="3524488" y="413787"/>
                  </a:lnTo>
                  <a:lnTo>
                    <a:pt x="3525560" y="414153"/>
                  </a:lnTo>
                  <a:lnTo>
                    <a:pt x="3526631" y="414518"/>
                  </a:lnTo>
                  <a:lnTo>
                    <a:pt x="3527703" y="414884"/>
                  </a:lnTo>
                  <a:lnTo>
                    <a:pt x="3528774" y="415250"/>
                  </a:lnTo>
                  <a:lnTo>
                    <a:pt x="3529846" y="415615"/>
                  </a:lnTo>
                  <a:lnTo>
                    <a:pt x="3530918" y="415981"/>
                  </a:lnTo>
                  <a:lnTo>
                    <a:pt x="3531989" y="416346"/>
                  </a:lnTo>
                  <a:lnTo>
                    <a:pt x="3533061" y="416711"/>
                  </a:lnTo>
                  <a:lnTo>
                    <a:pt x="3534132" y="417076"/>
                  </a:lnTo>
                  <a:lnTo>
                    <a:pt x="3535204" y="417441"/>
                  </a:lnTo>
                  <a:lnTo>
                    <a:pt x="3536276" y="417806"/>
                  </a:lnTo>
                  <a:lnTo>
                    <a:pt x="3537347" y="418171"/>
                  </a:lnTo>
                  <a:lnTo>
                    <a:pt x="3538419" y="418535"/>
                  </a:lnTo>
                  <a:lnTo>
                    <a:pt x="3539490" y="418900"/>
                  </a:lnTo>
                  <a:lnTo>
                    <a:pt x="3540562" y="419264"/>
                  </a:lnTo>
                  <a:lnTo>
                    <a:pt x="3541634" y="419628"/>
                  </a:lnTo>
                  <a:lnTo>
                    <a:pt x="3542705" y="419992"/>
                  </a:lnTo>
                  <a:lnTo>
                    <a:pt x="3543777" y="420356"/>
                  </a:lnTo>
                  <a:lnTo>
                    <a:pt x="3544848" y="420720"/>
                  </a:lnTo>
                  <a:lnTo>
                    <a:pt x="3545920" y="421084"/>
                  </a:lnTo>
                  <a:lnTo>
                    <a:pt x="3546992" y="421447"/>
                  </a:lnTo>
                  <a:lnTo>
                    <a:pt x="3548063" y="421811"/>
                  </a:lnTo>
                  <a:lnTo>
                    <a:pt x="3549135" y="422174"/>
                  </a:lnTo>
                  <a:lnTo>
                    <a:pt x="3550206" y="422537"/>
                  </a:lnTo>
                  <a:lnTo>
                    <a:pt x="3551278" y="422900"/>
                  </a:lnTo>
                  <a:lnTo>
                    <a:pt x="3552349" y="423263"/>
                  </a:lnTo>
                  <a:lnTo>
                    <a:pt x="3553421" y="423626"/>
                  </a:lnTo>
                  <a:lnTo>
                    <a:pt x="3554493" y="423989"/>
                  </a:lnTo>
                  <a:lnTo>
                    <a:pt x="3555564" y="424352"/>
                  </a:lnTo>
                  <a:lnTo>
                    <a:pt x="3556636" y="424714"/>
                  </a:lnTo>
                  <a:lnTo>
                    <a:pt x="3557707" y="425076"/>
                  </a:lnTo>
                  <a:lnTo>
                    <a:pt x="3558779" y="425439"/>
                  </a:lnTo>
                  <a:lnTo>
                    <a:pt x="3559851" y="425801"/>
                  </a:lnTo>
                  <a:lnTo>
                    <a:pt x="3560922" y="426163"/>
                  </a:lnTo>
                  <a:lnTo>
                    <a:pt x="3561994" y="426525"/>
                  </a:lnTo>
                  <a:lnTo>
                    <a:pt x="3563065" y="426886"/>
                  </a:lnTo>
                  <a:lnTo>
                    <a:pt x="3564137" y="427248"/>
                  </a:lnTo>
                  <a:lnTo>
                    <a:pt x="3565209" y="427610"/>
                  </a:lnTo>
                  <a:lnTo>
                    <a:pt x="3566280" y="427971"/>
                  </a:lnTo>
                  <a:lnTo>
                    <a:pt x="3567352" y="428332"/>
                  </a:lnTo>
                  <a:lnTo>
                    <a:pt x="3568423" y="428694"/>
                  </a:lnTo>
                  <a:lnTo>
                    <a:pt x="3569495" y="429055"/>
                  </a:lnTo>
                  <a:lnTo>
                    <a:pt x="3570567" y="429416"/>
                  </a:lnTo>
                  <a:lnTo>
                    <a:pt x="3571638" y="429776"/>
                  </a:lnTo>
                  <a:lnTo>
                    <a:pt x="3572710" y="430137"/>
                  </a:lnTo>
                  <a:lnTo>
                    <a:pt x="3573781" y="430498"/>
                  </a:lnTo>
                  <a:lnTo>
                    <a:pt x="3574853" y="430858"/>
                  </a:lnTo>
                  <a:lnTo>
                    <a:pt x="3575925" y="431218"/>
                  </a:lnTo>
                  <a:lnTo>
                    <a:pt x="3576996" y="431579"/>
                  </a:lnTo>
                  <a:lnTo>
                    <a:pt x="3578068" y="431939"/>
                  </a:lnTo>
                  <a:lnTo>
                    <a:pt x="3579139" y="432299"/>
                  </a:lnTo>
                  <a:lnTo>
                    <a:pt x="3580211" y="432659"/>
                  </a:lnTo>
                  <a:lnTo>
                    <a:pt x="3581283" y="433018"/>
                  </a:lnTo>
                  <a:lnTo>
                    <a:pt x="3582354" y="433378"/>
                  </a:lnTo>
                  <a:lnTo>
                    <a:pt x="3583426" y="433737"/>
                  </a:lnTo>
                  <a:lnTo>
                    <a:pt x="3584497" y="434097"/>
                  </a:lnTo>
                  <a:lnTo>
                    <a:pt x="3585569" y="434456"/>
                  </a:lnTo>
                  <a:lnTo>
                    <a:pt x="3586641" y="434815"/>
                  </a:lnTo>
                  <a:lnTo>
                    <a:pt x="3587712" y="435174"/>
                  </a:lnTo>
                  <a:lnTo>
                    <a:pt x="3588784" y="435533"/>
                  </a:lnTo>
                  <a:lnTo>
                    <a:pt x="3589855" y="435892"/>
                  </a:lnTo>
                  <a:lnTo>
                    <a:pt x="3590927" y="436251"/>
                  </a:lnTo>
                  <a:lnTo>
                    <a:pt x="3591999" y="436609"/>
                  </a:lnTo>
                  <a:lnTo>
                    <a:pt x="3593070" y="436968"/>
                  </a:lnTo>
                  <a:lnTo>
                    <a:pt x="3594142" y="437326"/>
                  </a:lnTo>
                  <a:lnTo>
                    <a:pt x="3595213" y="437684"/>
                  </a:lnTo>
                  <a:lnTo>
                    <a:pt x="3596285" y="438042"/>
                  </a:lnTo>
                  <a:lnTo>
                    <a:pt x="3597357" y="438400"/>
                  </a:lnTo>
                  <a:lnTo>
                    <a:pt x="3598428" y="438758"/>
                  </a:lnTo>
                  <a:lnTo>
                    <a:pt x="3599500" y="439116"/>
                  </a:lnTo>
                  <a:lnTo>
                    <a:pt x="3600571" y="439473"/>
                  </a:lnTo>
                  <a:lnTo>
                    <a:pt x="3601643" y="439831"/>
                  </a:lnTo>
                  <a:lnTo>
                    <a:pt x="3602715" y="440188"/>
                  </a:lnTo>
                  <a:lnTo>
                    <a:pt x="3603786" y="440545"/>
                  </a:lnTo>
                  <a:lnTo>
                    <a:pt x="3604858" y="440902"/>
                  </a:lnTo>
                  <a:lnTo>
                    <a:pt x="3605929" y="441259"/>
                  </a:lnTo>
                  <a:lnTo>
                    <a:pt x="3607001" y="441616"/>
                  </a:lnTo>
                  <a:lnTo>
                    <a:pt x="3608073" y="441973"/>
                  </a:lnTo>
                  <a:lnTo>
                    <a:pt x="3609144" y="442330"/>
                  </a:lnTo>
                  <a:lnTo>
                    <a:pt x="3610216" y="442686"/>
                  </a:lnTo>
                  <a:lnTo>
                    <a:pt x="3611287" y="443043"/>
                  </a:lnTo>
                  <a:lnTo>
                    <a:pt x="3612359" y="443399"/>
                  </a:lnTo>
                  <a:lnTo>
                    <a:pt x="3613431" y="443755"/>
                  </a:lnTo>
                  <a:lnTo>
                    <a:pt x="3614502" y="444111"/>
                  </a:lnTo>
                  <a:lnTo>
                    <a:pt x="3615574" y="444467"/>
                  </a:lnTo>
                  <a:lnTo>
                    <a:pt x="3616645" y="444823"/>
                  </a:lnTo>
                  <a:lnTo>
                    <a:pt x="3617717" y="445179"/>
                  </a:lnTo>
                  <a:lnTo>
                    <a:pt x="3618789" y="445534"/>
                  </a:lnTo>
                  <a:lnTo>
                    <a:pt x="3619860" y="445890"/>
                  </a:lnTo>
                  <a:lnTo>
                    <a:pt x="3620932" y="446245"/>
                  </a:lnTo>
                  <a:lnTo>
                    <a:pt x="3622003" y="446600"/>
                  </a:lnTo>
                  <a:lnTo>
                    <a:pt x="3623075" y="446955"/>
                  </a:lnTo>
                  <a:lnTo>
                    <a:pt x="3624147" y="447310"/>
                  </a:lnTo>
                  <a:lnTo>
                    <a:pt x="3625218" y="447665"/>
                  </a:lnTo>
                  <a:lnTo>
                    <a:pt x="3626290" y="448020"/>
                  </a:lnTo>
                  <a:lnTo>
                    <a:pt x="3627361" y="448375"/>
                  </a:lnTo>
                  <a:lnTo>
                    <a:pt x="3628433" y="448729"/>
                  </a:lnTo>
                  <a:lnTo>
                    <a:pt x="3629505" y="449083"/>
                  </a:lnTo>
                  <a:lnTo>
                    <a:pt x="3630576" y="449438"/>
                  </a:lnTo>
                  <a:lnTo>
                    <a:pt x="3631648" y="449792"/>
                  </a:lnTo>
                  <a:lnTo>
                    <a:pt x="3632719" y="450146"/>
                  </a:lnTo>
                  <a:lnTo>
                    <a:pt x="3633791" y="450500"/>
                  </a:lnTo>
                  <a:lnTo>
                    <a:pt x="3634863" y="450854"/>
                  </a:lnTo>
                  <a:lnTo>
                    <a:pt x="3635934" y="451207"/>
                  </a:lnTo>
                  <a:lnTo>
                    <a:pt x="3637006" y="451561"/>
                  </a:lnTo>
                  <a:lnTo>
                    <a:pt x="3638077" y="451914"/>
                  </a:lnTo>
                  <a:lnTo>
                    <a:pt x="3639149" y="452268"/>
                  </a:lnTo>
                  <a:lnTo>
                    <a:pt x="3640221" y="452621"/>
                  </a:lnTo>
                  <a:lnTo>
                    <a:pt x="3641292" y="452974"/>
                  </a:lnTo>
                  <a:lnTo>
                    <a:pt x="3642364" y="453327"/>
                  </a:lnTo>
                  <a:lnTo>
                    <a:pt x="3643435" y="453680"/>
                  </a:lnTo>
                  <a:lnTo>
                    <a:pt x="3644507" y="454033"/>
                  </a:lnTo>
                  <a:lnTo>
                    <a:pt x="3645579" y="454385"/>
                  </a:lnTo>
                  <a:lnTo>
                    <a:pt x="3646650" y="454738"/>
                  </a:lnTo>
                  <a:lnTo>
                    <a:pt x="3647722" y="455090"/>
                  </a:lnTo>
                  <a:lnTo>
                    <a:pt x="3648793" y="455443"/>
                  </a:lnTo>
                  <a:lnTo>
                    <a:pt x="3649865" y="455795"/>
                  </a:lnTo>
                  <a:lnTo>
                    <a:pt x="3650937" y="456147"/>
                  </a:lnTo>
                  <a:lnTo>
                    <a:pt x="3652008" y="456499"/>
                  </a:lnTo>
                  <a:lnTo>
                    <a:pt x="3653080" y="456851"/>
                  </a:lnTo>
                  <a:lnTo>
                    <a:pt x="3654151" y="457202"/>
                  </a:lnTo>
                  <a:lnTo>
                    <a:pt x="3655223" y="457554"/>
                  </a:lnTo>
                  <a:lnTo>
                    <a:pt x="3656295" y="457905"/>
                  </a:lnTo>
                  <a:lnTo>
                    <a:pt x="3657366" y="458257"/>
                  </a:lnTo>
                  <a:lnTo>
                    <a:pt x="3658438" y="458608"/>
                  </a:lnTo>
                  <a:lnTo>
                    <a:pt x="3659509" y="458959"/>
                  </a:lnTo>
                  <a:lnTo>
                    <a:pt x="3660581" y="459310"/>
                  </a:lnTo>
                  <a:lnTo>
                    <a:pt x="3661653" y="459661"/>
                  </a:lnTo>
                  <a:lnTo>
                    <a:pt x="3662724" y="460012"/>
                  </a:lnTo>
                  <a:lnTo>
                    <a:pt x="3663796" y="460362"/>
                  </a:lnTo>
                  <a:lnTo>
                    <a:pt x="3664867" y="460713"/>
                  </a:lnTo>
                  <a:lnTo>
                    <a:pt x="3665939" y="461063"/>
                  </a:lnTo>
                  <a:lnTo>
                    <a:pt x="3667011" y="461414"/>
                  </a:lnTo>
                  <a:lnTo>
                    <a:pt x="3668082" y="461764"/>
                  </a:lnTo>
                  <a:lnTo>
                    <a:pt x="3669154" y="462114"/>
                  </a:lnTo>
                  <a:lnTo>
                    <a:pt x="3670225" y="462464"/>
                  </a:lnTo>
                  <a:lnTo>
                    <a:pt x="3671297" y="462814"/>
                  </a:lnTo>
                  <a:lnTo>
                    <a:pt x="3672369" y="463163"/>
                  </a:lnTo>
                  <a:lnTo>
                    <a:pt x="3673440" y="463513"/>
                  </a:lnTo>
                  <a:lnTo>
                    <a:pt x="3674512" y="463863"/>
                  </a:lnTo>
                  <a:lnTo>
                    <a:pt x="3675583" y="464212"/>
                  </a:lnTo>
                  <a:lnTo>
                    <a:pt x="3676655" y="464561"/>
                  </a:lnTo>
                  <a:lnTo>
                    <a:pt x="3677727" y="464910"/>
                  </a:lnTo>
                  <a:lnTo>
                    <a:pt x="3678798" y="465259"/>
                  </a:lnTo>
                  <a:lnTo>
                    <a:pt x="3679870" y="465608"/>
                  </a:lnTo>
                  <a:lnTo>
                    <a:pt x="3680941" y="465957"/>
                  </a:lnTo>
                  <a:lnTo>
                    <a:pt x="3682013" y="466306"/>
                  </a:lnTo>
                  <a:lnTo>
                    <a:pt x="3683085" y="466654"/>
                  </a:lnTo>
                  <a:lnTo>
                    <a:pt x="3684156" y="467003"/>
                  </a:lnTo>
                  <a:lnTo>
                    <a:pt x="3685228" y="467351"/>
                  </a:lnTo>
                  <a:lnTo>
                    <a:pt x="3686299" y="467699"/>
                  </a:lnTo>
                  <a:lnTo>
                    <a:pt x="3687371" y="468047"/>
                  </a:lnTo>
                  <a:lnTo>
                    <a:pt x="3688443" y="468395"/>
                  </a:lnTo>
                  <a:lnTo>
                    <a:pt x="3689514" y="468743"/>
                  </a:lnTo>
                  <a:lnTo>
                    <a:pt x="3690586" y="469091"/>
                  </a:lnTo>
                  <a:lnTo>
                    <a:pt x="3691657" y="469439"/>
                  </a:lnTo>
                  <a:lnTo>
                    <a:pt x="3692729" y="469786"/>
                  </a:lnTo>
                  <a:lnTo>
                    <a:pt x="3693801" y="470134"/>
                  </a:lnTo>
                  <a:lnTo>
                    <a:pt x="3694872" y="470481"/>
                  </a:lnTo>
                  <a:lnTo>
                    <a:pt x="3695944" y="470828"/>
                  </a:lnTo>
                  <a:lnTo>
                    <a:pt x="3697015" y="471175"/>
                  </a:lnTo>
                  <a:lnTo>
                    <a:pt x="3698087" y="471522"/>
                  </a:lnTo>
                  <a:lnTo>
                    <a:pt x="3699159" y="471869"/>
                  </a:lnTo>
                  <a:lnTo>
                    <a:pt x="3700230" y="472216"/>
                  </a:lnTo>
                  <a:lnTo>
                    <a:pt x="3701302" y="472562"/>
                  </a:lnTo>
                  <a:lnTo>
                    <a:pt x="3702373" y="472909"/>
                  </a:lnTo>
                  <a:lnTo>
                    <a:pt x="3703445" y="473255"/>
                  </a:lnTo>
                  <a:lnTo>
                    <a:pt x="3704517" y="473601"/>
                  </a:lnTo>
                  <a:lnTo>
                    <a:pt x="3705588" y="473948"/>
                  </a:lnTo>
                  <a:lnTo>
                    <a:pt x="3706660" y="474294"/>
                  </a:lnTo>
                  <a:lnTo>
                    <a:pt x="3707731" y="474640"/>
                  </a:lnTo>
                  <a:lnTo>
                    <a:pt x="3708803" y="474985"/>
                  </a:lnTo>
                  <a:lnTo>
                    <a:pt x="3709875" y="475331"/>
                  </a:lnTo>
                  <a:lnTo>
                    <a:pt x="3710946" y="475677"/>
                  </a:lnTo>
                  <a:lnTo>
                    <a:pt x="3712018" y="476022"/>
                  </a:lnTo>
                  <a:lnTo>
                    <a:pt x="3713089" y="476367"/>
                  </a:lnTo>
                  <a:lnTo>
                    <a:pt x="3714161" y="476713"/>
                  </a:lnTo>
                  <a:lnTo>
                    <a:pt x="3715233" y="477058"/>
                  </a:lnTo>
                  <a:lnTo>
                    <a:pt x="3716304" y="477403"/>
                  </a:lnTo>
                  <a:lnTo>
                    <a:pt x="3717376" y="477748"/>
                  </a:lnTo>
                  <a:lnTo>
                    <a:pt x="3718447" y="478092"/>
                  </a:lnTo>
                  <a:lnTo>
                    <a:pt x="3719519" y="478437"/>
                  </a:lnTo>
                  <a:lnTo>
                    <a:pt x="3720591" y="478782"/>
                  </a:lnTo>
                  <a:lnTo>
                    <a:pt x="3721662" y="479126"/>
                  </a:lnTo>
                  <a:lnTo>
                    <a:pt x="3722734" y="479470"/>
                  </a:lnTo>
                  <a:lnTo>
                    <a:pt x="3723805" y="479815"/>
                  </a:lnTo>
                  <a:lnTo>
                    <a:pt x="3724877" y="480159"/>
                  </a:lnTo>
                  <a:lnTo>
                    <a:pt x="3725949" y="480503"/>
                  </a:lnTo>
                  <a:lnTo>
                    <a:pt x="3727020" y="480846"/>
                  </a:lnTo>
                  <a:lnTo>
                    <a:pt x="3728092" y="481190"/>
                  </a:lnTo>
                  <a:lnTo>
                    <a:pt x="3729163" y="481534"/>
                  </a:lnTo>
                  <a:lnTo>
                    <a:pt x="3730235" y="481877"/>
                  </a:lnTo>
                  <a:lnTo>
                    <a:pt x="3731306" y="482221"/>
                  </a:lnTo>
                  <a:lnTo>
                    <a:pt x="3732378" y="482564"/>
                  </a:lnTo>
                  <a:lnTo>
                    <a:pt x="3733450" y="482907"/>
                  </a:lnTo>
                  <a:lnTo>
                    <a:pt x="3734521" y="483250"/>
                  </a:lnTo>
                  <a:lnTo>
                    <a:pt x="3735593" y="483593"/>
                  </a:lnTo>
                  <a:lnTo>
                    <a:pt x="3736664" y="483936"/>
                  </a:lnTo>
                  <a:lnTo>
                    <a:pt x="3737736" y="484279"/>
                  </a:lnTo>
                  <a:lnTo>
                    <a:pt x="3738808" y="484621"/>
                  </a:lnTo>
                  <a:lnTo>
                    <a:pt x="3739879" y="484964"/>
                  </a:lnTo>
                  <a:lnTo>
                    <a:pt x="3740951" y="485306"/>
                  </a:lnTo>
                  <a:lnTo>
                    <a:pt x="3742022" y="485648"/>
                  </a:lnTo>
                  <a:lnTo>
                    <a:pt x="3743094" y="485991"/>
                  </a:lnTo>
                  <a:lnTo>
                    <a:pt x="3744166" y="486333"/>
                  </a:lnTo>
                  <a:lnTo>
                    <a:pt x="3745237" y="486675"/>
                  </a:lnTo>
                  <a:lnTo>
                    <a:pt x="3746309" y="487016"/>
                  </a:lnTo>
                  <a:lnTo>
                    <a:pt x="3747380" y="487358"/>
                  </a:lnTo>
                  <a:lnTo>
                    <a:pt x="3748452" y="487700"/>
                  </a:lnTo>
                  <a:lnTo>
                    <a:pt x="3749524" y="488041"/>
                  </a:lnTo>
                  <a:lnTo>
                    <a:pt x="3750595" y="488382"/>
                  </a:lnTo>
                  <a:lnTo>
                    <a:pt x="3751667" y="488724"/>
                  </a:lnTo>
                  <a:lnTo>
                    <a:pt x="3752738" y="489065"/>
                  </a:lnTo>
                  <a:lnTo>
                    <a:pt x="3753810" y="489406"/>
                  </a:lnTo>
                  <a:lnTo>
                    <a:pt x="3754882" y="489747"/>
                  </a:lnTo>
                  <a:lnTo>
                    <a:pt x="3755953" y="490087"/>
                  </a:lnTo>
                  <a:lnTo>
                    <a:pt x="3757025" y="490428"/>
                  </a:lnTo>
                  <a:lnTo>
                    <a:pt x="3758096" y="490769"/>
                  </a:lnTo>
                  <a:lnTo>
                    <a:pt x="3759168" y="491109"/>
                  </a:lnTo>
                  <a:lnTo>
                    <a:pt x="3760240" y="491449"/>
                  </a:lnTo>
                  <a:lnTo>
                    <a:pt x="3761311" y="491790"/>
                  </a:lnTo>
                  <a:lnTo>
                    <a:pt x="3762383" y="492130"/>
                  </a:lnTo>
                  <a:lnTo>
                    <a:pt x="3763454" y="492470"/>
                  </a:lnTo>
                  <a:lnTo>
                    <a:pt x="3764526" y="492810"/>
                  </a:lnTo>
                  <a:lnTo>
                    <a:pt x="3765598" y="493149"/>
                  </a:lnTo>
                  <a:lnTo>
                    <a:pt x="3766669" y="493489"/>
                  </a:lnTo>
                  <a:lnTo>
                    <a:pt x="3767741" y="493829"/>
                  </a:lnTo>
                  <a:lnTo>
                    <a:pt x="3768812" y="494168"/>
                  </a:lnTo>
                  <a:lnTo>
                    <a:pt x="3769884" y="494507"/>
                  </a:lnTo>
                  <a:lnTo>
                    <a:pt x="3770956" y="494847"/>
                  </a:lnTo>
                  <a:lnTo>
                    <a:pt x="3772027" y="495186"/>
                  </a:lnTo>
                  <a:lnTo>
                    <a:pt x="3773099" y="495525"/>
                  </a:lnTo>
                  <a:lnTo>
                    <a:pt x="3774170" y="495864"/>
                  </a:lnTo>
                  <a:lnTo>
                    <a:pt x="3775242" y="496202"/>
                  </a:lnTo>
                  <a:lnTo>
                    <a:pt x="3776314" y="496541"/>
                  </a:lnTo>
                  <a:lnTo>
                    <a:pt x="3777385" y="496879"/>
                  </a:lnTo>
                  <a:lnTo>
                    <a:pt x="3778457" y="497218"/>
                  </a:lnTo>
                  <a:lnTo>
                    <a:pt x="3779528" y="497556"/>
                  </a:lnTo>
                  <a:lnTo>
                    <a:pt x="3780600" y="497894"/>
                  </a:lnTo>
                  <a:lnTo>
                    <a:pt x="3781672" y="498232"/>
                  </a:lnTo>
                  <a:lnTo>
                    <a:pt x="3782743" y="498570"/>
                  </a:lnTo>
                  <a:lnTo>
                    <a:pt x="3783815" y="498908"/>
                  </a:lnTo>
                  <a:lnTo>
                    <a:pt x="3784886" y="499246"/>
                  </a:lnTo>
                  <a:lnTo>
                    <a:pt x="3785958" y="499584"/>
                  </a:lnTo>
                  <a:lnTo>
                    <a:pt x="3787030" y="499921"/>
                  </a:lnTo>
                  <a:lnTo>
                    <a:pt x="3788101" y="500259"/>
                  </a:lnTo>
                  <a:lnTo>
                    <a:pt x="3789173" y="500596"/>
                  </a:lnTo>
                  <a:lnTo>
                    <a:pt x="3790244" y="500933"/>
                  </a:lnTo>
                  <a:lnTo>
                    <a:pt x="3791316" y="501270"/>
                  </a:lnTo>
                  <a:lnTo>
                    <a:pt x="3792388" y="501607"/>
                  </a:lnTo>
                  <a:lnTo>
                    <a:pt x="3793459" y="501944"/>
                  </a:lnTo>
                  <a:lnTo>
                    <a:pt x="3794531" y="502281"/>
                  </a:lnTo>
                  <a:lnTo>
                    <a:pt x="3795602" y="502617"/>
                  </a:lnTo>
                  <a:lnTo>
                    <a:pt x="3796674" y="502954"/>
                  </a:lnTo>
                  <a:lnTo>
                    <a:pt x="3797746" y="503290"/>
                  </a:lnTo>
                  <a:lnTo>
                    <a:pt x="3798817" y="503626"/>
                  </a:lnTo>
                  <a:lnTo>
                    <a:pt x="3799889" y="503963"/>
                  </a:lnTo>
                  <a:lnTo>
                    <a:pt x="3800960" y="504299"/>
                  </a:lnTo>
                  <a:lnTo>
                    <a:pt x="3802032" y="504635"/>
                  </a:lnTo>
                  <a:lnTo>
                    <a:pt x="3803104" y="504971"/>
                  </a:lnTo>
                  <a:lnTo>
                    <a:pt x="3804175" y="505306"/>
                  </a:lnTo>
                  <a:lnTo>
                    <a:pt x="3805247" y="505642"/>
                  </a:lnTo>
                  <a:lnTo>
                    <a:pt x="3806318" y="505977"/>
                  </a:lnTo>
                  <a:lnTo>
                    <a:pt x="3807390" y="506313"/>
                  </a:lnTo>
                  <a:lnTo>
                    <a:pt x="3808462" y="506648"/>
                  </a:lnTo>
                  <a:lnTo>
                    <a:pt x="3809533" y="506983"/>
                  </a:lnTo>
                  <a:lnTo>
                    <a:pt x="3810605" y="507318"/>
                  </a:lnTo>
                  <a:lnTo>
                    <a:pt x="3811676" y="507653"/>
                  </a:lnTo>
                  <a:lnTo>
                    <a:pt x="3812748" y="507988"/>
                  </a:lnTo>
                  <a:lnTo>
                    <a:pt x="3813820" y="508323"/>
                  </a:lnTo>
                  <a:lnTo>
                    <a:pt x="3814891" y="508657"/>
                  </a:lnTo>
                  <a:lnTo>
                    <a:pt x="3815963" y="508992"/>
                  </a:lnTo>
                  <a:lnTo>
                    <a:pt x="3817034" y="509326"/>
                  </a:lnTo>
                  <a:lnTo>
                    <a:pt x="3818106" y="509661"/>
                  </a:lnTo>
                  <a:lnTo>
                    <a:pt x="3819178" y="509995"/>
                  </a:lnTo>
                  <a:lnTo>
                    <a:pt x="3820249" y="510329"/>
                  </a:lnTo>
                  <a:lnTo>
                    <a:pt x="3821321" y="510663"/>
                  </a:lnTo>
                  <a:lnTo>
                    <a:pt x="3822392" y="510997"/>
                  </a:lnTo>
                  <a:lnTo>
                    <a:pt x="3823464" y="511330"/>
                  </a:lnTo>
                  <a:lnTo>
                    <a:pt x="3824536" y="511664"/>
                  </a:lnTo>
                  <a:lnTo>
                    <a:pt x="3825607" y="511998"/>
                  </a:lnTo>
                  <a:lnTo>
                    <a:pt x="3826679" y="512331"/>
                  </a:lnTo>
                  <a:lnTo>
                    <a:pt x="3827750" y="512664"/>
                  </a:lnTo>
                  <a:lnTo>
                    <a:pt x="3828822" y="512997"/>
                  </a:lnTo>
                  <a:lnTo>
                    <a:pt x="3829894" y="513330"/>
                  </a:lnTo>
                  <a:lnTo>
                    <a:pt x="3830965" y="513663"/>
                  </a:lnTo>
                  <a:lnTo>
                    <a:pt x="3832037" y="513996"/>
                  </a:lnTo>
                  <a:lnTo>
                    <a:pt x="3833108" y="514329"/>
                  </a:lnTo>
                  <a:lnTo>
                    <a:pt x="3834180" y="514662"/>
                  </a:lnTo>
                  <a:lnTo>
                    <a:pt x="3835252" y="514994"/>
                  </a:lnTo>
                  <a:lnTo>
                    <a:pt x="3836323" y="515327"/>
                  </a:lnTo>
                  <a:lnTo>
                    <a:pt x="3837395" y="515659"/>
                  </a:lnTo>
                  <a:lnTo>
                    <a:pt x="3838466" y="515991"/>
                  </a:lnTo>
                  <a:lnTo>
                    <a:pt x="3839538" y="516323"/>
                  </a:lnTo>
                  <a:lnTo>
                    <a:pt x="3840610" y="516655"/>
                  </a:lnTo>
                  <a:lnTo>
                    <a:pt x="3841681" y="516987"/>
                  </a:lnTo>
                  <a:lnTo>
                    <a:pt x="3842753" y="517319"/>
                  </a:lnTo>
                  <a:lnTo>
                    <a:pt x="3843824" y="517650"/>
                  </a:lnTo>
                  <a:lnTo>
                    <a:pt x="3844896" y="517982"/>
                  </a:lnTo>
                  <a:lnTo>
                    <a:pt x="3845968" y="518313"/>
                  </a:lnTo>
                  <a:lnTo>
                    <a:pt x="3847039" y="518645"/>
                  </a:lnTo>
                  <a:lnTo>
                    <a:pt x="3848111" y="518976"/>
                  </a:lnTo>
                  <a:lnTo>
                    <a:pt x="3849182" y="519307"/>
                  </a:lnTo>
                  <a:lnTo>
                    <a:pt x="3850254" y="519638"/>
                  </a:lnTo>
                  <a:lnTo>
                    <a:pt x="3851326" y="519969"/>
                  </a:lnTo>
                  <a:lnTo>
                    <a:pt x="3852397" y="520299"/>
                  </a:lnTo>
                  <a:lnTo>
                    <a:pt x="3853469" y="520630"/>
                  </a:lnTo>
                  <a:lnTo>
                    <a:pt x="3854540" y="520961"/>
                  </a:lnTo>
                  <a:lnTo>
                    <a:pt x="3855612" y="521291"/>
                  </a:lnTo>
                  <a:lnTo>
                    <a:pt x="3856684" y="521621"/>
                  </a:lnTo>
                  <a:lnTo>
                    <a:pt x="3856684" y="521621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684231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x30"/>
            <p:cNvSpPr/>
            <p:nvPr/>
          </p:nvSpPr>
          <p:spPr>
            <a:xfrm>
              <a:off x="877065" y="386610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0.105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877065" y="646782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0.054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x33"/>
            <p:cNvSpPr/>
            <p:nvPr/>
          </p:nvSpPr>
          <p:spPr>
            <a:xfrm>
              <a:off x="443933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43933" y="220939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43933" y="154159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43933" y="87380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43933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649437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649437" y="225644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649437" y="15886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649437" y="9208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649437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15796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27922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40048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tx46"/>
            <p:cNvSpPr/>
            <p:nvPr/>
          </p:nvSpPr>
          <p:spPr>
            <a:xfrm>
              <a:off x="15441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7567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9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933795" y="2986867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455891" y="3239309"/>
              <a:ext cx="31336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0" name="rc50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5034264" y="259033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5034264" y="192254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5034264" y="125474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5034264" y="58694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42570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6572412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7719115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886581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5034264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5034264" y="225644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5034264" y="92084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5034264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5999061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714576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8292467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034264" y="495711"/>
              <a:ext cx="3856684" cy="2371680"/>
            </a:xfrm>
            <a:custGeom>
              <a:avLst/>
              <a:gdLst/>
              <a:ahLst/>
              <a:cxnLst/>
              <a:rect l="0" t="0" r="0" b="0"/>
              <a:pathLst>
                <a:path w="3856684" h="2371680">
                  <a:moveTo>
                    <a:pt x="0" y="0"/>
                  </a:moveTo>
                  <a:lnTo>
                    <a:pt x="1071" y="3175"/>
                  </a:lnTo>
                  <a:lnTo>
                    <a:pt x="2143" y="6346"/>
                  </a:lnTo>
                  <a:lnTo>
                    <a:pt x="3214" y="9513"/>
                  </a:lnTo>
                  <a:lnTo>
                    <a:pt x="4286" y="12675"/>
                  </a:lnTo>
                  <a:lnTo>
                    <a:pt x="5357" y="15833"/>
                  </a:lnTo>
                  <a:lnTo>
                    <a:pt x="6429" y="18986"/>
                  </a:lnTo>
                  <a:lnTo>
                    <a:pt x="7501" y="22135"/>
                  </a:lnTo>
                  <a:lnTo>
                    <a:pt x="8572" y="25279"/>
                  </a:lnTo>
                  <a:lnTo>
                    <a:pt x="9644" y="28419"/>
                  </a:lnTo>
                  <a:lnTo>
                    <a:pt x="10715" y="31554"/>
                  </a:lnTo>
                  <a:lnTo>
                    <a:pt x="11787" y="34685"/>
                  </a:lnTo>
                  <a:lnTo>
                    <a:pt x="12859" y="37811"/>
                  </a:lnTo>
                  <a:lnTo>
                    <a:pt x="13930" y="40933"/>
                  </a:lnTo>
                  <a:lnTo>
                    <a:pt x="15002" y="44050"/>
                  </a:lnTo>
                  <a:lnTo>
                    <a:pt x="16073" y="47163"/>
                  </a:lnTo>
                  <a:lnTo>
                    <a:pt x="17145" y="50272"/>
                  </a:lnTo>
                  <a:lnTo>
                    <a:pt x="18217" y="53376"/>
                  </a:lnTo>
                  <a:lnTo>
                    <a:pt x="19288" y="56475"/>
                  </a:lnTo>
                  <a:lnTo>
                    <a:pt x="20360" y="59571"/>
                  </a:lnTo>
                  <a:lnTo>
                    <a:pt x="21431" y="62661"/>
                  </a:lnTo>
                  <a:lnTo>
                    <a:pt x="22503" y="65748"/>
                  </a:lnTo>
                  <a:lnTo>
                    <a:pt x="23575" y="68830"/>
                  </a:lnTo>
                  <a:lnTo>
                    <a:pt x="24646" y="71907"/>
                  </a:lnTo>
                  <a:lnTo>
                    <a:pt x="25718" y="74980"/>
                  </a:lnTo>
                  <a:lnTo>
                    <a:pt x="26789" y="78049"/>
                  </a:lnTo>
                  <a:lnTo>
                    <a:pt x="27861" y="81113"/>
                  </a:lnTo>
                  <a:lnTo>
                    <a:pt x="28933" y="84173"/>
                  </a:lnTo>
                  <a:lnTo>
                    <a:pt x="30004" y="87229"/>
                  </a:lnTo>
                  <a:lnTo>
                    <a:pt x="31076" y="90280"/>
                  </a:lnTo>
                  <a:lnTo>
                    <a:pt x="32147" y="93327"/>
                  </a:lnTo>
                  <a:lnTo>
                    <a:pt x="33219" y="96369"/>
                  </a:lnTo>
                  <a:lnTo>
                    <a:pt x="34291" y="99407"/>
                  </a:lnTo>
                  <a:lnTo>
                    <a:pt x="35362" y="102441"/>
                  </a:lnTo>
                  <a:lnTo>
                    <a:pt x="36434" y="105470"/>
                  </a:lnTo>
                  <a:lnTo>
                    <a:pt x="37505" y="108495"/>
                  </a:lnTo>
                  <a:lnTo>
                    <a:pt x="38577" y="111516"/>
                  </a:lnTo>
                  <a:lnTo>
                    <a:pt x="39649" y="114532"/>
                  </a:lnTo>
                  <a:lnTo>
                    <a:pt x="40720" y="117544"/>
                  </a:lnTo>
                  <a:lnTo>
                    <a:pt x="41792" y="120552"/>
                  </a:lnTo>
                  <a:lnTo>
                    <a:pt x="42863" y="123555"/>
                  </a:lnTo>
                  <a:lnTo>
                    <a:pt x="43935" y="126554"/>
                  </a:lnTo>
                  <a:lnTo>
                    <a:pt x="45007" y="129549"/>
                  </a:lnTo>
                  <a:lnTo>
                    <a:pt x="46078" y="132539"/>
                  </a:lnTo>
                  <a:lnTo>
                    <a:pt x="47150" y="135525"/>
                  </a:lnTo>
                  <a:lnTo>
                    <a:pt x="48221" y="138507"/>
                  </a:lnTo>
                  <a:lnTo>
                    <a:pt x="49293" y="141485"/>
                  </a:lnTo>
                  <a:lnTo>
                    <a:pt x="50365" y="144458"/>
                  </a:lnTo>
                  <a:lnTo>
                    <a:pt x="51436" y="147427"/>
                  </a:lnTo>
                  <a:lnTo>
                    <a:pt x="52508" y="150391"/>
                  </a:lnTo>
                  <a:lnTo>
                    <a:pt x="53579" y="153352"/>
                  </a:lnTo>
                  <a:lnTo>
                    <a:pt x="54651" y="156308"/>
                  </a:lnTo>
                  <a:lnTo>
                    <a:pt x="55723" y="159260"/>
                  </a:lnTo>
                  <a:lnTo>
                    <a:pt x="56794" y="162207"/>
                  </a:lnTo>
                  <a:lnTo>
                    <a:pt x="57866" y="165151"/>
                  </a:lnTo>
                  <a:lnTo>
                    <a:pt x="58937" y="168090"/>
                  </a:lnTo>
                  <a:lnTo>
                    <a:pt x="60009" y="171025"/>
                  </a:lnTo>
                  <a:lnTo>
                    <a:pt x="61081" y="173956"/>
                  </a:lnTo>
                  <a:lnTo>
                    <a:pt x="62152" y="176882"/>
                  </a:lnTo>
                  <a:lnTo>
                    <a:pt x="63224" y="179804"/>
                  </a:lnTo>
                  <a:lnTo>
                    <a:pt x="64295" y="182722"/>
                  </a:lnTo>
                  <a:lnTo>
                    <a:pt x="65367" y="185636"/>
                  </a:lnTo>
                  <a:lnTo>
                    <a:pt x="66439" y="188545"/>
                  </a:lnTo>
                  <a:lnTo>
                    <a:pt x="67510" y="191451"/>
                  </a:lnTo>
                  <a:lnTo>
                    <a:pt x="68582" y="194352"/>
                  </a:lnTo>
                  <a:lnTo>
                    <a:pt x="69653" y="197249"/>
                  </a:lnTo>
                  <a:lnTo>
                    <a:pt x="70725" y="200142"/>
                  </a:lnTo>
                  <a:lnTo>
                    <a:pt x="71797" y="203030"/>
                  </a:lnTo>
                  <a:lnTo>
                    <a:pt x="72868" y="205915"/>
                  </a:lnTo>
                  <a:lnTo>
                    <a:pt x="73940" y="208795"/>
                  </a:lnTo>
                  <a:lnTo>
                    <a:pt x="75011" y="211671"/>
                  </a:lnTo>
                  <a:lnTo>
                    <a:pt x="76083" y="214543"/>
                  </a:lnTo>
                  <a:lnTo>
                    <a:pt x="77155" y="217410"/>
                  </a:lnTo>
                  <a:lnTo>
                    <a:pt x="78226" y="220274"/>
                  </a:lnTo>
                  <a:lnTo>
                    <a:pt x="79298" y="223133"/>
                  </a:lnTo>
                  <a:lnTo>
                    <a:pt x="80369" y="225989"/>
                  </a:lnTo>
                  <a:lnTo>
                    <a:pt x="81441" y="228840"/>
                  </a:lnTo>
                  <a:lnTo>
                    <a:pt x="82513" y="231687"/>
                  </a:lnTo>
                  <a:lnTo>
                    <a:pt x="83584" y="234530"/>
                  </a:lnTo>
                  <a:lnTo>
                    <a:pt x="84656" y="237368"/>
                  </a:lnTo>
                  <a:lnTo>
                    <a:pt x="85727" y="240203"/>
                  </a:lnTo>
                  <a:lnTo>
                    <a:pt x="86799" y="243033"/>
                  </a:lnTo>
                  <a:lnTo>
                    <a:pt x="87871" y="245860"/>
                  </a:lnTo>
                  <a:lnTo>
                    <a:pt x="88942" y="248682"/>
                  </a:lnTo>
                  <a:lnTo>
                    <a:pt x="90014" y="251500"/>
                  </a:lnTo>
                  <a:lnTo>
                    <a:pt x="91085" y="254314"/>
                  </a:lnTo>
                  <a:lnTo>
                    <a:pt x="92157" y="257124"/>
                  </a:lnTo>
                  <a:lnTo>
                    <a:pt x="93229" y="259930"/>
                  </a:lnTo>
                  <a:lnTo>
                    <a:pt x="94300" y="262732"/>
                  </a:lnTo>
                  <a:lnTo>
                    <a:pt x="95372" y="265529"/>
                  </a:lnTo>
                  <a:lnTo>
                    <a:pt x="96443" y="268323"/>
                  </a:lnTo>
                  <a:lnTo>
                    <a:pt x="97515" y="271112"/>
                  </a:lnTo>
                  <a:lnTo>
                    <a:pt x="98587" y="273898"/>
                  </a:lnTo>
                  <a:lnTo>
                    <a:pt x="99658" y="276679"/>
                  </a:lnTo>
                  <a:lnTo>
                    <a:pt x="100730" y="279457"/>
                  </a:lnTo>
                  <a:lnTo>
                    <a:pt x="101801" y="282230"/>
                  </a:lnTo>
                  <a:lnTo>
                    <a:pt x="102873" y="284999"/>
                  </a:lnTo>
                  <a:lnTo>
                    <a:pt x="103945" y="287764"/>
                  </a:lnTo>
                  <a:lnTo>
                    <a:pt x="105016" y="290525"/>
                  </a:lnTo>
                  <a:lnTo>
                    <a:pt x="106088" y="293283"/>
                  </a:lnTo>
                  <a:lnTo>
                    <a:pt x="107159" y="296036"/>
                  </a:lnTo>
                  <a:lnTo>
                    <a:pt x="108231" y="298785"/>
                  </a:lnTo>
                  <a:lnTo>
                    <a:pt x="109303" y="301530"/>
                  </a:lnTo>
                  <a:lnTo>
                    <a:pt x="110374" y="304271"/>
                  </a:lnTo>
                  <a:lnTo>
                    <a:pt x="111446" y="307008"/>
                  </a:lnTo>
                  <a:lnTo>
                    <a:pt x="112517" y="309741"/>
                  </a:lnTo>
                  <a:lnTo>
                    <a:pt x="113589" y="312470"/>
                  </a:lnTo>
                  <a:lnTo>
                    <a:pt x="114661" y="315194"/>
                  </a:lnTo>
                  <a:lnTo>
                    <a:pt x="115732" y="317915"/>
                  </a:lnTo>
                  <a:lnTo>
                    <a:pt x="116804" y="320632"/>
                  </a:lnTo>
                  <a:lnTo>
                    <a:pt x="117875" y="323345"/>
                  </a:lnTo>
                  <a:lnTo>
                    <a:pt x="118947" y="326054"/>
                  </a:lnTo>
                  <a:lnTo>
                    <a:pt x="120019" y="328759"/>
                  </a:lnTo>
                  <a:lnTo>
                    <a:pt x="121090" y="331460"/>
                  </a:lnTo>
                  <a:lnTo>
                    <a:pt x="122162" y="334158"/>
                  </a:lnTo>
                  <a:lnTo>
                    <a:pt x="123233" y="336851"/>
                  </a:lnTo>
                  <a:lnTo>
                    <a:pt x="124305" y="339540"/>
                  </a:lnTo>
                  <a:lnTo>
                    <a:pt x="125377" y="342225"/>
                  </a:lnTo>
                  <a:lnTo>
                    <a:pt x="126448" y="344906"/>
                  </a:lnTo>
                  <a:lnTo>
                    <a:pt x="127520" y="347583"/>
                  </a:lnTo>
                  <a:lnTo>
                    <a:pt x="128591" y="350257"/>
                  </a:lnTo>
                  <a:lnTo>
                    <a:pt x="129663" y="352926"/>
                  </a:lnTo>
                  <a:lnTo>
                    <a:pt x="130735" y="355592"/>
                  </a:lnTo>
                  <a:lnTo>
                    <a:pt x="131806" y="358253"/>
                  </a:lnTo>
                  <a:lnTo>
                    <a:pt x="132878" y="360911"/>
                  </a:lnTo>
                  <a:lnTo>
                    <a:pt x="133949" y="363564"/>
                  </a:lnTo>
                  <a:lnTo>
                    <a:pt x="135021" y="366214"/>
                  </a:lnTo>
                  <a:lnTo>
                    <a:pt x="136093" y="368860"/>
                  </a:lnTo>
                  <a:lnTo>
                    <a:pt x="137164" y="371502"/>
                  </a:lnTo>
                  <a:lnTo>
                    <a:pt x="138236" y="374140"/>
                  </a:lnTo>
                  <a:lnTo>
                    <a:pt x="139307" y="376774"/>
                  </a:lnTo>
                  <a:lnTo>
                    <a:pt x="140379" y="379404"/>
                  </a:lnTo>
                  <a:lnTo>
                    <a:pt x="141451" y="382031"/>
                  </a:lnTo>
                  <a:lnTo>
                    <a:pt x="142522" y="384653"/>
                  </a:lnTo>
                  <a:lnTo>
                    <a:pt x="143594" y="387271"/>
                  </a:lnTo>
                  <a:lnTo>
                    <a:pt x="144665" y="389886"/>
                  </a:lnTo>
                  <a:lnTo>
                    <a:pt x="145737" y="392497"/>
                  </a:lnTo>
                  <a:lnTo>
                    <a:pt x="146809" y="395104"/>
                  </a:lnTo>
                  <a:lnTo>
                    <a:pt x="147880" y="397707"/>
                  </a:lnTo>
                  <a:lnTo>
                    <a:pt x="148952" y="400306"/>
                  </a:lnTo>
                  <a:lnTo>
                    <a:pt x="150023" y="402901"/>
                  </a:lnTo>
                  <a:lnTo>
                    <a:pt x="151095" y="405493"/>
                  </a:lnTo>
                  <a:lnTo>
                    <a:pt x="152167" y="408080"/>
                  </a:lnTo>
                  <a:lnTo>
                    <a:pt x="153238" y="410664"/>
                  </a:lnTo>
                  <a:lnTo>
                    <a:pt x="154310" y="413244"/>
                  </a:lnTo>
                  <a:lnTo>
                    <a:pt x="155381" y="415820"/>
                  </a:lnTo>
                  <a:lnTo>
                    <a:pt x="156453" y="418392"/>
                  </a:lnTo>
                  <a:lnTo>
                    <a:pt x="157525" y="420960"/>
                  </a:lnTo>
                  <a:lnTo>
                    <a:pt x="158596" y="423525"/>
                  </a:lnTo>
                  <a:lnTo>
                    <a:pt x="159668" y="426086"/>
                  </a:lnTo>
                  <a:lnTo>
                    <a:pt x="160739" y="428643"/>
                  </a:lnTo>
                  <a:lnTo>
                    <a:pt x="161811" y="431196"/>
                  </a:lnTo>
                  <a:lnTo>
                    <a:pt x="162883" y="433745"/>
                  </a:lnTo>
                  <a:lnTo>
                    <a:pt x="163954" y="436290"/>
                  </a:lnTo>
                  <a:lnTo>
                    <a:pt x="165026" y="438832"/>
                  </a:lnTo>
                  <a:lnTo>
                    <a:pt x="166097" y="441370"/>
                  </a:lnTo>
                  <a:lnTo>
                    <a:pt x="167169" y="443904"/>
                  </a:lnTo>
                  <a:lnTo>
                    <a:pt x="168241" y="446434"/>
                  </a:lnTo>
                  <a:lnTo>
                    <a:pt x="169312" y="448960"/>
                  </a:lnTo>
                  <a:lnTo>
                    <a:pt x="170384" y="451483"/>
                  </a:lnTo>
                  <a:lnTo>
                    <a:pt x="171455" y="454002"/>
                  </a:lnTo>
                  <a:lnTo>
                    <a:pt x="172527" y="456517"/>
                  </a:lnTo>
                  <a:lnTo>
                    <a:pt x="173599" y="459028"/>
                  </a:lnTo>
                  <a:lnTo>
                    <a:pt x="174670" y="461536"/>
                  </a:lnTo>
                  <a:lnTo>
                    <a:pt x="175742" y="464039"/>
                  </a:lnTo>
                  <a:lnTo>
                    <a:pt x="176813" y="466539"/>
                  </a:lnTo>
                  <a:lnTo>
                    <a:pt x="177885" y="469035"/>
                  </a:lnTo>
                  <a:lnTo>
                    <a:pt x="178956" y="471528"/>
                  </a:lnTo>
                  <a:lnTo>
                    <a:pt x="180028" y="474017"/>
                  </a:lnTo>
                  <a:lnTo>
                    <a:pt x="181100" y="476502"/>
                  </a:lnTo>
                  <a:lnTo>
                    <a:pt x="182171" y="478983"/>
                  </a:lnTo>
                  <a:lnTo>
                    <a:pt x="183243" y="481460"/>
                  </a:lnTo>
                  <a:lnTo>
                    <a:pt x="184314" y="483934"/>
                  </a:lnTo>
                  <a:lnTo>
                    <a:pt x="185386" y="486404"/>
                  </a:lnTo>
                  <a:lnTo>
                    <a:pt x="186458" y="488870"/>
                  </a:lnTo>
                  <a:lnTo>
                    <a:pt x="187529" y="491332"/>
                  </a:lnTo>
                  <a:lnTo>
                    <a:pt x="188601" y="493791"/>
                  </a:lnTo>
                  <a:lnTo>
                    <a:pt x="189672" y="496246"/>
                  </a:lnTo>
                  <a:lnTo>
                    <a:pt x="190744" y="498698"/>
                  </a:lnTo>
                  <a:lnTo>
                    <a:pt x="191816" y="501145"/>
                  </a:lnTo>
                  <a:lnTo>
                    <a:pt x="192887" y="503589"/>
                  </a:lnTo>
                  <a:lnTo>
                    <a:pt x="193959" y="506029"/>
                  </a:lnTo>
                  <a:lnTo>
                    <a:pt x="195030" y="508466"/>
                  </a:lnTo>
                  <a:lnTo>
                    <a:pt x="196102" y="510898"/>
                  </a:lnTo>
                  <a:lnTo>
                    <a:pt x="197174" y="513327"/>
                  </a:lnTo>
                  <a:lnTo>
                    <a:pt x="198245" y="515753"/>
                  </a:lnTo>
                  <a:lnTo>
                    <a:pt x="199317" y="518175"/>
                  </a:lnTo>
                  <a:lnTo>
                    <a:pt x="200388" y="520592"/>
                  </a:lnTo>
                  <a:lnTo>
                    <a:pt x="201460" y="523007"/>
                  </a:lnTo>
                  <a:lnTo>
                    <a:pt x="202532" y="525417"/>
                  </a:lnTo>
                  <a:lnTo>
                    <a:pt x="203603" y="527824"/>
                  </a:lnTo>
                  <a:lnTo>
                    <a:pt x="204675" y="530228"/>
                  </a:lnTo>
                  <a:lnTo>
                    <a:pt x="205746" y="532627"/>
                  </a:lnTo>
                  <a:lnTo>
                    <a:pt x="206818" y="535023"/>
                  </a:lnTo>
                  <a:lnTo>
                    <a:pt x="207890" y="537415"/>
                  </a:lnTo>
                  <a:lnTo>
                    <a:pt x="208961" y="539804"/>
                  </a:lnTo>
                  <a:lnTo>
                    <a:pt x="210033" y="542189"/>
                  </a:lnTo>
                  <a:lnTo>
                    <a:pt x="211104" y="544570"/>
                  </a:lnTo>
                  <a:lnTo>
                    <a:pt x="212176" y="546948"/>
                  </a:lnTo>
                  <a:lnTo>
                    <a:pt x="213248" y="549322"/>
                  </a:lnTo>
                  <a:lnTo>
                    <a:pt x="214319" y="551692"/>
                  </a:lnTo>
                  <a:lnTo>
                    <a:pt x="215391" y="554059"/>
                  </a:lnTo>
                  <a:lnTo>
                    <a:pt x="216462" y="556422"/>
                  </a:lnTo>
                  <a:lnTo>
                    <a:pt x="217534" y="558781"/>
                  </a:lnTo>
                  <a:lnTo>
                    <a:pt x="218606" y="561137"/>
                  </a:lnTo>
                  <a:lnTo>
                    <a:pt x="219677" y="563489"/>
                  </a:lnTo>
                  <a:lnTo>
                    <a:pt x="220749" y="565837"/>
                  </a:lnTo>
                  <a:lnTo>
                    <a:pt x="221820" y="568182"/>
                  </a:lnTo>
                  <a:lnTo>
                    <a:pt x="222892" y="570523"/>
                  </a:lnTo>
                  <a:lnTo>
                    <a:pt x="223964" y="572861"/>
                  </a:lnTo>
                  <a:lnTo>
                    <a:pt x="225035" y="575195"/>
                  </a:lnTo>
                  <a:lnTo>
                    <a:pt x="226107" y="577525"/>
                  </a:lnTo>
                  <a:lnTo>
                    <a:pt x="227178" y="579852"/>
                  </a:lnTo>
                  <a:lnTo>
                    <a:pt x="228250" y="582175"/>
                  </a:lnTo>
                  <a:lnTo>
                    <a:pt x="229322" y="584495"/>
                  </a:lnTo>
                  <a:lnTo>
                    <a:pt x="230393" y="586811"/>
                  </a:lnTo>
                  <a:lnTo>
                    <a:pt x="231465" y="589123"/>
                  </a:lnTo>
                  <a:lnTo>
                    <a:pt x="232536" y="591432"/>
                  </a:lnTo>
                  <a:lnTo>
                    <a:pt x="233608" y="593737"/>
                  </a:lnTo>
                  <a:lnTo>
                    <a:pt x="234680" y="596039"/>
                  </a:lnTo>
                  <a:lnTo>
                    <a:pt x="235751" y="598337"/>
                  </a:lnTo>
                  <a:lnTo>
                    <a:pt x="236823" y="600631"/>
                  </a:lnTo>
                  <a:lnTo>
                    <a:pt x="237894" y="602922"/>
                  </a:lnTo>
                  <a:lnTo>
                    <a:pt x="238966" y="605209"/>
                  </a:lnTo>
                  <a:lnTo>
                    <a:pt x="240038" y="607493"/>
                  </a:lnTo>
                  <a:lnTo>
                    <a:pt x="241109" y="609773"/>
                  </a:lnTo>
                  <a:lnTo>
                    <a:pt x="242181" y="612049"/>
                  </a:lnTo>
                  <a:lnTo>
                    <a:pt x="243252" y="614322"/>
                  </a:lnTo>
                  <a:lnTo>
                    <a:pt x="244324" y="616592"/>
                  </a:lnTo>
                  <a:lnTo>
                    <a:pt x="245396" y="618858"/>
                  </a:lnTo>
                  <a:lnTo>
                    <a:pt x="246467" y="621120"/>
                  </a:lnTo>
                  <a:lnTo>
                    <a:pt x="247539" y="623379"/>
                  </a:lnTo>
                  <a:lnTo>
                    <a:pt x="248610" y="625634"/>
                  </a:lnTo>
                  <a:lnTo>
                    <a:pt x="249682" y="627885"/>
                  </a:lnTo>
                  <a:lnTo>
                    <a:pt x="250754" y="630133"/>
                  </a:lnTo>
                  <a:lnTo>
                    <a:pt x="251825" y="632378"/>
                  </a:lnTo>
                  <a:lnTo>
                    <a:pt x="252897" y="634619"/>
                  </a:lnTo>
                  <a:lnTo>
                    <a:pt x="253968" y="636856"/>
                  </a:lnTo>
                  <a:lnTo>
                    <a:pt x="255040" y="639090"/>
                  </a:lnTo>
                  <a:lnTo>
                    <a:pt x="256112" y="641321"/>
                  </a:lnTo>
                  <a:lnTo>
                    <a:pt x="257183" y="643547"/>
                  </a:lnTo>
                  <a:lnTo>
                    <a:pt x="258255" y="645771"/>
                  </a:lnTo>
                  <a:lnTo>
                    <a:pt x="259326" y="647991"/>
                  </a:lnTo>
                  <a:lnTo>
                    <a:pt x="260398" y="650207"/>
                  </a:lnTo>
                  <a:lnTo>
                    <a:pt x="261470" y="652419"/>
                  </a:lnTo>
                  <a:lnTo>
                    <a:pt x="262541" y="654629"/>
                  </a:lnTo>
                  <a:lnTo>
                    <a:pt x="263613" y="656834"/>
                  </a:lnTo>
                  <a:lnTo>
                    <a:pt x="264684" y="659037"/>
                  </a:lnTo>
                  <a:lnTo>
                    <a:pt x="265756" y="661235"/>
                  </a:lnTo>
                  <a:lnTo>
                    <a:pt x="266828" y="663430"/>
                  </a:lnTo>
                  <a:lnTo>
                    <a:pt x="267899" y="665622"/>
                  </a:lnTo>
                  <a:lnTo>
                    <a:pt x="268971" y="667810"/>
                  </a:lnTo>
                  <a:lnTo>
                    <a:pt x="270042" y="669995"/>
                  </a:lnTo>
                  <a:lnTo>
                    <a:pt x="271114" y="672176"/>
                  </a:lnTo>
                  <a:lnTo>
                    <a:pt x="272186" y="674353"/>
                  </a:lnTo>
                  <a:lnTo>
                    <a:pt x="273257" y="676527"/>
                  </a:lnTo>
                  <a:lnTo>
                    <a:pt x="274329" y="678698"/>
                  </a:lnTo>
                  <a:lnTo>
                    <a:pt x="275400" y="680865"/>
                  </a:lnTo>
                  <a:lnTo>
                    <a:pt x="276472" y="683029"/>
                  </a:lnTo>
                  <a:lnTo>
                    <a:pt x="277544" y="685189"/>
                  </a:lnTo>
                  <a:lnTo>
                    <a:pt x="278615" y="687346"/>
                  </a:lnTo>
                  <a:lnTo>
                    <a:pt x="279687" y="689499"/>
                  </a:lnTo>
                  <a:lnTo>
                    <a:pt x="280758" y="691649"/>
                  </a:lnTo>
                  <a:lnTo>
                    <a:pt x="281830" y="693795"/>
                  </a:lnTo>
                  <a:lnTo>
                    <a:pt x="282902" y="695937"/>
                  </a:lnTo>
                  <a:lnTo>
                    <a:pt x="283973" y="698077"/>
                  </a:lnTo>
                  <a:lnTo>
                    <a:pt x="285045" y="700213"/>
                  </a:lnTo>
                  <a:lnTo>
                    <a:pt x="286116" y="702345"/>
                  </a:lnTo>
                  <a:lnTo>
                    <a:pt x="287188" y="704474"/>
                  </a:lnTo>
                  <a:lnTo>
                    <a:pt x="288260" y="706599"/>
                  </a:lnTo>
                  <a:lnTo>
                    <a:pt x="289331" y="708721"/>
                  </a:lnTo>
                  <a:lnTo>
                    <a:pt x="290403" y="710839"/>
                  </a:lnTo>
                  <a:lnTo>
                    <a:pt x="291474" y="712954"/>
                  </a:lnTo>
                  <a:lnTo>
                    <a:pt x="292546" y="715066"/>
                  </a:lnTo>
                  <a:lnTo>
                    <a:pt x="293618" y="717174"/>
                  </a:lnTo>
                  <a:lnTo>
                    <a:pt x="294689" y="719279"/>
                  </a:lnTo>
                  <a:lnTo>
                    <a:pt x="295761" y="721380"/>
                  </a:lnTo>
                  <a:lnTo>
                    <a:pt x="296832" y="723477"/>
                  </a:lnTo>
                  <a:lnTo>
                    <a:pt x="297904" y="725572"/>
                  </a:lnTo>
                  <a:lnTo>
                    <a:pt x="298976" y="727662"/>
                  </a:lnTo>
                  <a:lnTo>
                    <a:pt x="300047" y="729750"/>
                  </a:lnTo>
                  <a:lnTo>
                    <a:pt x="301119" y="731834"/>
                  </a:lnTo>
                  <a:lnTo>
                    <a:pt x="302190" y="733914"/>
                  </a:lnTo>
                  <a:lnTo>
                    <a:pt x="303262" y="735991"/>
                  </a:lnTo>
                  <a:lnTo>
                    <a:pt x="304334" y="738065"/>
                  </a:lnTo>
                  <a:lnTo>
                    <a:pt x="305405" y="740135"/>
                  </a:lnTo>
                  <a:lnTo>
                    <a:pt x="306477" y="742202"/>
                  </a:lnTo>
                  <a:lnTo>
                    <a:pt x="307548" y="744265"/>
                  </a:lnTo>
                  <a:lnTo>
                    <a:pt x="308620" y="746325"/>
                  </a:lnTo>
                  <a:lnTo>
                    <a:pt x="309692" y="748381"/>
                  </a:lnTo>
                  <a:lnTo>
                    <a:pt x="310763" y="750434"/>
                  </a:lnTo>
                  <a:lnTo>
                    <a:pt x="311835" y="752483"/>
                  </a:lnTo>
                  <a:lnTo>
                    <a:pt x="312906" y="754530"/>
                  </a:lnTo>
                  <a:lnTo>
                    <a:pt x="313978" y="756572"/>
                  </a:lnTo>
                  <a:lnTo>
                    <a:pt x="315050" y="758611"/>
                  </a:lnTo>
                  <a:lnTo>
                    <a:pt x="316121" y="760647"/>
                  </a:lnTo>
                  <a:lnTo>
                    <a:pt x="317193" y="762680"/>
                  </a:lnTo>
                  <a:lnTo>
                    <a:pt x="318264" y="764709"/>
                  </a:lnTo>
                  <a:lnTo>
                    <a:pt x="319336" y="766734"/>
                  </a:lnTo>
                  <a:lnTo>
                    <a:pt x="320408" y="768756"/>
                  </a:lnTo>
                  <a:lnTo>
                    <a:pt x="321479" y="770775"/>
                  </a:lnTo>
                  <a:lnTo>
                    <a:pt x="322551" y="772790"/>
                  </a:lnTo>
                  <a:lnTo>
                    <a:pt x="323622" y="774802"/>
                  </a:lnTo>
                  <a:lnTo>
                    <a:pt x="324694" y="776811"/>
                  </a:lnTo>
                  <a:lnTo>
                    <a:pt x="325766" y="778816"/>
                  </a:lnTo>
                  <a:lnTo>
                    <a:pt x="326837" y="780817"/>
                  </a:lnTo>
                  <a:lnTo>
                    <a:pt x="327909" y="782816"/>
                  </a:lnTo>
                  <a:lnTo>
                    <a:pt x="328980" y="784810"/>
                  </a:lnTo>
                  <a:lnTo>
                    <a:pt x="330052" y="786802"/>
                  </a:lnTo>
                  <a:lnTo>
                    <a:pt x="331124" y="788790"/>
                  </a:lnTo>
                  <a:lnTo>
                    <a:pt x="332195" y="790774"/>
                  </a:lnTo>
                  <a:lnTo>
                    <a:pt x="333267" y="792756"/>
                  </a:lnTo>
                  <a:lnTo>
                    <a:pt x="334338" y="794733"/>
                  </a:lnTo>
                  <a:lnTo>
                    <a:pt x="335410" y="796708"/>
                  </a:lnTo>
                  <a:lnTo>
                    <a:pt x="336482" y="798679"/>
                  </a:lnTo>
                  <a:lnTo>
                    <a:pt x="337553" y="800646"/>
                  </a:lnTo>
                  <a:lnTo>
                    <a:pt x="338625" y="802611"/>
                  </a:lnTo>
                  <a:lnTo>
                    <a:pt x="339696" y="804571"/>
                  </a:lnTo>
                  <a:lnTo>
                    <a:pt x="340768" y="806529"/>
                  </a:lnTo>
                  <a:lnTo>
                    <a:pt x="341840" y="808483"/>
                  </a:lnTo>
                  <a:lnTo>
                    <a:pt x="342911" y="810433"/>
                  </a:lnTo>
                  <a:lnTo>
                    <a:pt x="343983" y="812380"/>
                  </a:lnTo>
                  <a:lnTo>
                    <a:pt x="345054" y="814324"/>
                  </a:lnTo>
                  <a:lnTo>
                    <a:pt x="346126" y="816265"/>
                  </a:lnTo>
                  <a:lnTo>
                    <a:pt x="347198" y="818202"/>
                  </a:lnTo>
                  <a:lnTo>
                    <a:pt x="348269" y="820135"/>
                  </a:lnTo>
                  <a:lnTo>
                    <a:pt x="349341" y="822065"/>
                  </a:lnTo>
                  <a:lnTo>
                    <a:pt x="350412" y="823992"/>
                  </a:lnTo>
                  <a:lnTo>
                    <a:pt x="351484" y="825916"/>
                  </a:lnTo>
                  <a:lnTo>
                    <a:pt x="352556" y="827836"/>
                  </a:lnTo>
                  <a:lnTo>
                    <a:pt x="353627" y="829752"/>
                  </a:lnTo>
                  <a:lnTo>
                    <a:pt x="354699" y="831665"/>
                  </a:lnTo>
                  <a:lnTo>
                    <a:pt x="355770" y="833575"/>
                  </a:lnTo>
                  <a:lnTo>
                    <a:pt x="356842" y="835482"/>
                  </a:lnTo>
                  <a:lnTo>
                    <a:pt x="357913" y="837385"/>
                  </a:lnTo>
                  <a:lnTo>
                    <a:pt x="358985" y="839284"/>
                  </a:lnTo>
                  <a:lnTo>
                    <a:pt x="360057" y="841181"/>
                  </a:lnTo>
                  <a:lnTo>
                    <a:pt x="361128" y="843074"/>
                  </a:lnTo>
                  <a:lnTo>
                    <a:pt x="362200" y="844963"/>
                  </a:lnTo>
                  <a:lnTo>
                    <a:pt x="363271" y="846849"/>
                  </a:lnTo>
                  <a:lnTo>
                    <a:pt x="364343" y="848732"/>
                  </a:lnTo>
                  <a:lnTo>
                    <a:pt x="365415" y="850611"/>
                  </a:lnTo>
                  <a:lnTo>
                    <a:pt x="366486" y="852487"/>
                  </a:lnTo>
                  <a:lnTo>
                    <a:pt x="367558" y="854360"/>
                  </a:lnTo>
                  <a:lnTo>
                    <a:pt x="368629" y="856229"/>
                  </a:lnTo>
                  <a:lnTo>
                    <a:pt x="369701" y="858095"/>
                  </a:lnTo>
                  <a:lnTo>
                    <a:pt x="370773" y="859957"/>
                  </a:lnTo>
                  <a:lnTo>
                    <a:pt x="371844" y="861816"/>
                  </a:lnTo>
                  <a:lnTo>
                    <a:pt x="372916" y="863672"/>
                  </a:lnTo>
                  <a:lnTo>
                    <a:pt x="373987" y="865524"/>
                  </a:lnTo>
                  <a:lnTo>
                    <a:pt x="375059" y="867373"/>
                  </a:lnTo>
                  <a:lnTo>
                    <a:pt x="376131" y="869218"/>
                  </a:lnTo>
                  <a:lnTo>
                    <a:pt x="377202" y="871060"/>
                  </a:lnTo>
                  <a:lnTo>
                    <a:pt x="378274" y="872899"/>
                  </a:lnTo>
                  <a:lnTo>
                    <a:pt x="379345" y="874734"/>
                  </a:lnTo>
                  <a:lnTo>
                    <a:pt x="380417" y="876566"/>
                  </a:lnTo>
                  <a:lnTo>
                    <a:pt x="381489" y="878394"/>
                  </a:lnTo>
                  <a:lnTo>
                    <a:pt x="382560" y="880219"/>
                  </a:lnTo>
                  <a:lnTo>
                    <a:pt x="383632" y="882041"/>
                  </a:lnTo>
                  <a:lnTo>
                    <a:pt x="384703" y="883859"/>
                  </a:lnTo>
                  <a:lnTo>
                    <a:pt x="385775" y="885674"/>
                  </a:lnTo>
                  <a:lnTo>
                    <a:pt x="386847" y="887486"/>
                  </a:lnTo>
                  <a:lnTo>
                    <a:pt x="387918" y="889294"/>
                  </a:lnTo>
                  <a:lnTo>
                    <a:pt x="388990" y="891099"/>
                  </a:lnTo>
                  <a:lnTo>
                    <a:pt x="390061" y="892900"/>
                  </a:lnTo>
                  <a:lnTo>
                    <a:pt x="391133" y="894698"/>
                  </a:lnTo>
                  <a:lnTo>
                    <a:pt x="392205" y="896492"/>
                  </a:lnTo>
                  <a:lnTo>
                    <a:pt x="393276" y="898283"/>
                  </a:lnTo>
                  <a:lnTo>
                    <a:pt x="394348" y="900071"/>
                  </a:lnTo>
                  <a:lnTo>
                    <a:pt x="395419" y="901855"/>
                  </a:lnTo>
                  <a:lnTo>
                    <a:pt x="396491" y="903636"/>
                  </a:lnTo>
                  <a:lnTo>
                    <a:pt x="397563" y="905414"/>
                  </a:lnTo>
                  <a:lnTo>
                    <a:pt x="398634" y="907188"/>
                  </a:lnTo>
                  <a:lnTo>
                    <a:pt x="399706" y="908959"/>
                  </a:lnTo>
                  <a:lnTo>
                    <a:pt x="400777" y="910726"/>
                  </a:lnTo>
                  <a:lnTo>
                    <a:pt x="401849" y="912490"/>
                  </a:lnTo>
                  <a:lnTo>
                    <a:pt x="402921" y="914250"/>
                  </a:lnTo>
                  <a:lnTo>
                    <a:pt x="403992" y="916007"/>
                  </a:lnTo>
                  <a:lnTo>
                    <a:pt x="405064" y="917761"/>
                  </a:lnTo>
                  <a:lnTo>
                    <a:pt x="406135" y="919511"/>
                  </a:lnTo>
                  <a:lnTo>
                    <a:pt x="407207" y="921258"/>
                  </a:lnTo>
                  <a:lnTo>
                    <a:pt x="408279" y="923001"/>
                  </a:lnTo>
                  <a:lnTo>
                    <a:pt x="409350" y="924741"/>
                  </a:lnTo>
                  <a:lnTo>
                    <a:pt x="410422" y="926477"/>
                  </a:lnTo>
                  <a:lnTo>
                    <a:pt x="411493" y="928210"/>
                  </a:lnTo>
                  <a:lnTo>
                    <a:pt x="412565" y="929940"/>
                  </a:lnTo>
                  <a:lnTo>
                    <a:pt x="413637" y="931666"/>
                  </a:lnTo>
                  <a:lnTo>
                    <a:pt x="414708" y="933388"/>
                  </a:lnTo>
                  <a:lnTo>
                    <a:pt x="415780" y="935107"/>
                  </a:lnTo>
                  <a:lnTo>
                    <a:pt x="416851" y="936823"/>
                  </a:lnTo>
                  <a:lnTo>
                    <a:pt x="417923" y="938534"/>
                  </a:lnTo>
                  <a:lnTo>
                    <a:pt x="418995" y="940243"/>
                  </a:lnTo>
                  <a:lnTo>
                    <a:pt x="420066" y="941948"/>
                  </a:lnTo>
                  <a:lnTo>
                    <a:pt x="421138" y="943649"/>
                  </a:lnTo>
                  <a:lnTo>
                    <a:pt x="422209" y="945347"/>
                  </a:lnTo>
                  <a:lnTo>
                    <a:pt x="423281" y="947041"/>
                  </a:lnTo>
                  <a:lnTo>
                    <a:pt x="424353" y="948731"/>
                  </a:lnTo>
                  <a:lnTo>
                    <a:pt x="425424" y="950418"/>
                  </a:lnTo>
                  <a:lnTo>
                    <a:pt x="426496" y="952101"/>
                  </a:lnTo>
                  <a:lnTo>
                    <a:pt x="427567" y="953781"/>
                  </a:lnTo>
                  <a:lnTo>
                    <a:pt x="428639" y="955457"/>
                  </a:lnTo>
                  <a:lnTo>
                    <a:pt x="429711" y="957129"/>
                  </a:lnTo>
                  <a:lnTo>
                    <a:pt x="430782" y="958798"/>
                  </a:lnTo>
                  <a:lnTo>
                    <a:pt x="431854" y="960463"/>
                  </a:lnTo>
                  <a:lnTo>
                    <a:pt x="432925" y="962124"/>
                  </a:lnTo>
                  <a:lnTo>
                    <a:pt x="433997" y="963782"/>
                  </a:lnTo>
                  <a:lnTo>
                    <a:pt x="435069" y="965436"/>
                  </a:lnTo>
                  <a:lnTo>
                    <a:pt x="436140" y="967086"/>
                  </a:lnTo>
                  <a:lnTo>
                    <a:pt x="437212" y="968733"/>
                  </a:lnTo>
                  <a:lnTo>
                    <a:pt x="438283" y="970376"/>
                  </a:lnTo>
                  <a:lnTo>
                    <a:pt x="439355" y="972015"/>
                  </a:lnTo>
                  <a:lnTo>
                    <a:pt x="440427" y="973650"/>
                  </a:lnTo>
                  <a:lnTo>
                    <a:pt x="441498" y="975282"/>
                  </a:lnTo>
                  <a:lnTo>
                    <a:pt x="442570" y="976910"/>
                  </a:lnTo>
                  <a:lnTo>
                    <a:pt x="443641" y="978534"/>
                  </a:lnTo>
                  <a:lnTo>
                    <a:pt x="444713" y="980154"/>
                  </a:lnTo>
                  <a:lnTo>
                    <a:pt x="445785" y="981771"/>
                  </a:lnTo>
                  <a:lnTo>
                    <a:pt x="446856" y="983384"/>
                  </a:lnTo>
                  <a:lnTo>
                    <a:pt x="447928" y="984993"/>
                  </a:lnTo>
                  <a:lnTo>
                    <a:pt x="448999" y="986598"/>
                  </a:lnTo>
                  <a:lnTo>
                    <a:pt x="450071" y="988199"/>
                  </a:lnTo>
                  <a:lnTo>
                    <a:pt x="451143" y="989797"/>
                  </a:lnTo>
                  <a:lnTo>
                    <a:pt x="452214" y="991390"/>
                  </a:lnTo>
                  <a:lnTo>
                    <a:pt x="453286" y="992980"/>
                  </a:lnTo>
                  <a:lnTo>
                    <a:pt x="454357" y="994566"/>
                  </a:lnTo>
                  <a:lnTo>
                    <a:pt x="455429" y="996148"/>
                  </a:lnTo>
                  <a:lnTo>
                    <a:pt x="456501" y="997726"/>
                  </a:lnTo>
                  <a:lnTo>
                    <a:pt x="457572" y="999300"/>
                  </a:lnTo>
                  <a:lnTo>
                    <a:pt x="458644" y="1000871"/>
                  </a:lnTo>
                  <a:lnTo>
                    <a:pt x="459715" y="1002437"/>
                  </a:lnTo>
                  <a:lnTo>
                    <a:pt x="460787" y="1004000"/>
                  </a:lnTo>
                  <a:lnTo>
                    <a:pt x="461859" y="1005558"/>
                  </a:lnTo>
                  <a:lnTo>
                    <a:pt x="462930" y="1007113"/>
                  </a:lnTo>
                  <a:lnTo>
                    <a:pt x="464002" y="1008664"/>
                  </a:lnTo>
                  <a:lnTo>
                    <a:pt x="465073" y="1010211"/>
                  </a:lnTo>
                  <a:lnTo>
                    <a:pt x="466145" y="1011753"/>
                  </a:lnTo>
                  <a:lnTo>
                    <a:pt x="467217" y="1013292"/>
                  </a:lnTo>
                  <a:lnTo>
                    <a:pt x="468288" y="1014827"/>
                  </a:lnTo>
                  <a:lnTo>
                    <a:pt x="469360" y="1016358"/>
                  </a:lnTo>
                  <a:lnTo>
                    <a:pt x="470431" y="1017885"/>
                  </a:lnTo>
                  <a:lnTo>
                    <a:pt x="471503" y="1019408"/>
                  </a:lnTo>
                  <a:lnTo>
                    <a:pt x="472575" y="1020926"/>
                  </a:lnTo>
                  <a:lnTo>
                    <a:pt x="473646" y="1022441"/>
                  </a:lnTo>
                  <a:lnTo>
                    <a:pt x="474718" y="1023952"/>
                  </a:lnTo>
                  <a:lnTo>
                    <a:pt x="475789" y="1025459"/>
                  </a:lnTo>
                  <a:lnTo>
                    <a:pt x="476861" y="1026961"/>
                  </a:lnTo>
                  <a:lnTo>
                    <a:pt x="477933" y="1028460"/>
                  </a:lnTo>
                  <a:lnTo>
                    <a:pt x="479004" y="1029954"/>
                  </a:lnTo>
                  <a:lnTo>
                    <a:pt x="480076" y="1031445"/>
                  </a:lnTo>
                  <a:lnTo>
                    <a:pt x="481147" y="1032931"/>
                  </a:lnTo>
                  <a:lnTo>
                    <a:pt x="482219" y="1034413"/>
                  </a:lnTo>
                  <a:lnTo>
                    <a:pt x="483291" y="1035891"/>
                  </a:lnTo>
                  <a:lnTo>
                    <a:pt x="484362" y="1037365"/>
                  </a:lnTo>
                  <a:lnTo>
                    <a:pt x="485434" y="1038835"/>
                  </a:lnTo>
                  <a:lnTo>
                    <a:pt x="486505" y="1040301"/>
                  </a:lnTo>
                  <a:lnTo>
                    <a:pt x="487577" y="1041762"/>
                  </a:lnTo>
                  <a:lnTo>
                    <a:pt x="488649" y="1043219"/>
                  </a:lnTo>
                  <a:lnTo>
                    <a:pt x="489720" y="1044673"/>
                  </a:lnTo>
                  <a:lnTo>
                    <a:pt x="490792" y="1046122"/>
                  </a:lnTo>
                  <a:lnTo>
                    <a:pt x="491863" y="1047567"/>
                  </a:lnTo>
                  <a:lnTo>
                    <a:pt x="492935" y="1049007"/>
                  </a:lnTo>
                  <a:lnTo>
                    <a:pt x="494007" y="1050444"/>
                  </a:lnTo>
                  <a:lnTo>
                    <a:pt x="495078" y="1051876"/>
                  </a:lnTo>
                  <a:lnTo>
                    <a:pt x="496150" y="1053304"/>
                  </a:lnTo>
                  <a:lnTo>
                    <a:pt x="497221" y="1054728"/>
                  </a:lnTo>
                  <a:lnTo>
                    <a:pt x="498293" y="1056147"/>
                  </a:lnTo>
                  <a:lnTo>
                    <a:pt x="499365" y="1057562"/>
                  </a:lnTo>
                  <a:lnTo>
                    <a:pt x="500436" y="1058973"/>
                  </a:lnTo>
                  <a:lnTo>
                    <a:pt x="501508" y="1060380"/>
                  </a:lnTo>
                  <a:lnTo>
                    <a:pt x="502579" y="1061782"/>
                  </a:lnTo>
                  <a:lnTo>
                    <a:pt x="503651" y="1063181"/>
                  </a:lnTo>
                  <a:lnTo>
                    <a:pt x="504723" y="1064575"/>
                  </a:lnTo>
                  <a:lnTo>
                    <a:pt x="505794" y="1065964"/>
                  </a:lnTo>
                  <a:lnTo>
                    <a:pt x="506866" y="1067349"/>
                  </a:lnTo>
                  <a:lnTo>
                    <a:pt x="507937" y="1068730"/>
                  </a:lnTo>
                  <a:lnTo>
                    <a:pt x="509009" y="1070107"/>
                  </a:lnTo>
                  <a:lnTo>
                    <a:pt x="510081" y="1071479"/>
                  </a:lnTo>
                  <a:lnTo>
                    <a:pt x="511152" y="1072847"/>
                  </a:lnTo>
                  <a:lnTo>
                    <a:pt x="512224" y="1074210"/>
                  </a:lnTo>
                  <a:lnTo>
                    <a:pt x="513295" y="1075570"/>
                  </a:lnTo>
                  <a:lnTo>
                    <a:pt x="514367" y="1076924"/>
                  </a:lnTo>
                  <a:lnTo>
                    <a:pt x="515439" y="1078275"/>
                  </a:lnTo>
                  <a:lnTo>
                    <a:pt x="516510" y="1079621"/>
                  </a:lnTo>
                  <a:lnTo>
                    <a:pt x="517582" y="1080962"/>
                  </a:lnTo>
                  <a:lnTo>
                    <a:pt x="518653" y="1082299"/>
                  </a:lnTo>
                  <a:lnTo>
                    <a:pt x="519725" y="1083632"/>
                  </a:lnTo>
                  <a:lnTo>
                    <a:pt x="520797" y="1084960"/>
                  </a:lnTo>
                  <a:lnTo>
                    <a:pt x="521868" y="1086284"/>
                  </a:lnTo>
                  <a:lnTo>
                    <a:pt x="522940" y="1087604"/>
                  </a:lnTo>
                  <a:lnTo>
                    <a:pt x="524011" y="1088919"/>
                  </a:lnTo>
                  <a:lnTo>
                    <a:pt x="525083" y="1090229"/>
                  </a:lnTo>
                  <a:lnTo>
                    <a:pt x="526155" y="1091535"/>
                  </a:lnTo>
                  <a:lnTo>
                    <a:pt x="527226" y="1092836"/>
                  </a:lnTo>
                  <a:lnTo>
                    <a:pt x="528298" y="1094133"/>
                  </a:lnTo>
                  <a:lnTo>
                    <a:pt x="529369" y="1095426"/>
                  </a:lnTo>
                  <a:lnTo>
                    <a:pt x="530441" y="1096714"/>
                  </a:lnTo>
                  <a:lnTo>
                    <a:pt x="531513" y="1097997"/>
                  </a:lnTo>
                  <a:lnTo>
                    <a:pt x="532584" y="1099276"/>
                  </a:lnTo>
                  <a:lnTo>
                    <a:pt x="533656" y="1100550"/>
                  </a:lnTo>
                  <a:lnTo>
                    <a:pt x="534727" y="1101820"/>
                  </a:lnTo>
                  <a:lnTo>
                    <a:pt x="535799" y="1103085"/>
                  </a:lnTo>
                  <a:lnTo>
                    <a:pt x="536870" y="1104346"/>
                  </a:lnTo>
                  <a:lnTo>
                    <a:pt x="537942" y="1105602"/>
                  </a:lnTo>
                  <a:lnTo>
                    <a:pt x="539014" y="1106853"/>
                  </a:lnTo>
                  <a:lnTo>
                    <a:pt x="540085" y="1108100"/>
                  </a:lnTo>
                  <a:lnTo>
                    <a:pt x="541157" y="1109342"/>
                  </a:lnTo>
                  <a:lnTo>
                    <a:pt x="542228" y="1110580"/>
                  </a:lnTo>
                  <a:lnTo>
                    <a:pt x="543300" y="1111813"/>
                  </a:lnTo>
                  <a:lnTo>
                    <a:pt x="544372" y="1113041"/>
                  </a:lnTo>
                  <a:lnTo>
                    <a:pt x="545443" y="1114265"/>
                  </a:lnTo>
                  <a:lnTo>
                    <a:pt x="546515" y="1115484"/>
                  </a:lnTo>
                  <a:lnTo>
                    <a:pt x="547586" y="1116698"/>
                  </a:lnTo>
                  <a:lnTo>
                    <a:pt x="548658" y="1117907"/>
                  </a:lnTo>
                  <a:lnTo>
                    <a:pt x="549730" y="1119112"/>
                  </a:lnTo>
                  <a:lnTo>
                    <a:pt x="550801" y="1120313"/>
                  </a:lnTo>
                  <a:lnTo>
                    <a:pt x="551873" y="1121508"/>
                  </a:lnTo>
                  <a:lnTo>
                    <a:pt x="552944" y="1122699"/>
                  </a:lnTo>
                  <a:lnTo>
                    <a:pt x="554016" y="1123885"/>
                  </a:lnTo>
                  <a:lnTo>
                    <a:pt x="555088" y="1125066"/>
                  </a:lnTo>
                  <a:lnTo>
                    <a:pt x="556159" y="1126243"/>
                  </a:lnTo>
                  <a:lnTo>
                    <a:pt x="557231" y="1127414"/>
                  </a:lnTo>
                  <a:lnTo>
                    <a:pt x="558302" y="1128581"/>
                  </a:lnTo>
                  <a:lnTo>
                    <a:pt x="559374" y="1129744"/>
                  </a:lnTo>
                  <a:lnTo>
                    <a:pt x="560446" y="1130901"/>
                  </a:lnTo>
                  <a:lnTo>
                    <a:pt x="561517" y="1132054"/>
                  </a:lnTo>
                  <a:lnTo>
                    <a:pt x="562589" y="1133202"/>
                  </a:lnTo>
                  <a:lnTo>
                    <a:pt x="563660" y="1134345"/>
                  </a:lnTo>
                  <a:lnTo>
                    <a:pt x="564732" y="1135483"/>
                  </a:lnTo>
                  <a:lnTo>
                    <a:pt x="565804" y="1136616"/>
                  </a:lnTo>
                  <a:lnTo>
                    <a:pt x="566875" y="1137744"/>
                  </a:lnTo>
                  <a:lnTo>
                    <a:pt x="567947" y="1138868"/>
                  </a:lnTo>
                  <a:lnTo>
                    <a:pt x="569018" y="1139987"/>
                  </a:lnTo>
                  <a:lnTo>
                    <a:pt x="570090" y="1141101"/>
                  </a:lnTo>
                  <a:lnTo>
                    <a:pt x="571162" y="1142210"/>
                  </a:lnTo>
                  <a:lnTo>
                    <a:pt x="572233" y="1143314"/>
                  </a:lnTo>
                  <a:lnTo>
                    <a:pt x="573305" y="1144413"/>
                  </a:lnTo>
                  <a:lnTo>
                    <a:pt x="574376" y="1145507"/>
                  </a:lnTo>
                  <a:lnTo>
                    <a:pt x="575448" y="1146596"/>
                  </a:lnTo>
                  <a:lnTo>
                    <a:pt x="576520" y="1147681"/>
                  </a:lnTo>
                  <a:lnTo>
                    <a:pt x="577591" y="1148760"/>
                  </a:lnTo>
                  <a:lnTo>
                    <a:pt x="578663" y="1149834"/>
                  </a:lnTo>
                  <a:lnTo>
                    <a:pt x="579734" y="1150904"/>
                  </a:lnTo>
                  <a:lnTo>
                    <a:pt x="580806" y="1151968"/>
                  </a:lnTo>
                  <a:lnTo>
                    <a:pt x="581878" y="1153028"/>
                  </a:lnTo>
                  <a:lnTo>
                    <a:pt x="582949" y="1154082"/>
                  </a:lnTo>
                  <a:lnTo>
                    <a:pt x="584021" y="1155131"/>
                  </a:lnTo>
                  <a:lnTo>
                    <a:pt x="585092" y="1156176"/>
                  </a:lnTo>
                  <a:lnTo>
                    <a:pt x="586164" y="1157215"/>
                  </a:lnTo>
                  <a:lnTo>
                    <a:pt x="587236" y="1158250"/>
                  </a:lnTo>
                  <a:lnTo>
                    <a:pt x="588307" y="1159279"/>
                  </a:lnTo>
                  <a:lnTo>
                    <a:pt x="589379" y="1160303"/>
                  </a:lnTo>
                  <a:lnTo>
                    <a:pt x="590450" y="1161322"/>
                  </a:lnTo>
                  <a:lnTo>
                    <a:pt x="591522" y="1162336"/>
                  </a:lnTo>
                  <a:lnTo>
                    <a:pt x="592594" y="1163345"/>
                  </a:lnTo>
                  <a:lnTo>
                    <a:pt x="593665" y="1164349"/>
                  </a:lnTo>
                  <a:lnTo>
                    <a:pt x="594737" y="1165347"/>
                  </a:lnTo>
                  <a:lnTo>
                    <a:pt x="595808" y="1166341"/>
                  </a:lnTo>
                  <a:lnTo>
                    <a:pt x="596880" y="1167329"/>
                  </a:lnTo>
                  <a:lnTo>
                    <a:pt x="597952" y="1168312"/>
                  </a:lnTo>
                  <a:lnTo>
                    <a:pt x="599023" y="1169290"/>
                  </a:lnTo>
                  <a:lnTo>
                    <a:pt x="600095" y="1170263"/>
                  </a:lnTo>
                  <a:lnTo>
                    <a:pt x="601166" y="1171231"/>
                  </a:lnTo>
                  <a:lnTo>
                    <a:pt x="602238" y="1172193"/>
                  </a:lnTo>
                  <a:lnTo>
                    <a:pt x="603310" y="1173151"/>
                  </a:lnTo>
                  <a:lnTo>
                    <a:pt x="604381" y="1174103"/>
                  </a:lnTo>
                  <a:lnTo>
                    <a:pt x="605453" y="1175049"/>
                  </a:lnTo>
                  <a:lnTo>
                    <a:pt x="606524" y="1175991"/>
                  </a:lnTo>
                  <a:lnTo>
                    <a:pt x="607596" y="1176927"/>
                  </a:lnTo>
                  <a:lnTo>
                    <a:pt x="608668" y="1177858"/>
                  </a:lnTo>
                  <a:lnTo>
                    <a:pt x="609739" y="1178784"/>
                  </a:lnTo>
                  <a:lnTo>
                    <a:pt x="610811" y="1179705"/>
                  </a:lnTo>
                  <a:lnTo>
                    <a:pt x="611882" y="1180620"/>
                  </a:lnTo>
                  <a:lnTo>
                    <a:pt x="612954" y="1181530"/>
                  </a:lnTo>
                  <a:lnTo>
                    <a:pt x="614026" y="1182434"/>
                  </a:lnTo>
                  <a:lnTo>
                    <a:pt x="615097" y="1183333"/>
                  </a:lnTo>
                  <a:lnTo>
                    <a:pt x="616169" y="1184227"/>
                  </a:lnTo>
                  <a:lnTo>
                    <a:pt x="617240" y="1185116"/>
                  </a:lnTo>
                  <a:lnTo>
                    <a:pt x="618312" y="1185999"/>
                  </a:lnTo>
                  <a:lnTo>
                    <a:pt x="619384" y="1186876"/>
                  </a:lnTo>
                  <a:lnTo>
                    <a:pt x="620455" y="1187749"/>
                  </a:lnTo>
                  <a:lnTo>
                    <a:pt x="621527" y="1188616"/>
                  </a:lnTo>
                  <a:lnTo>
                    <a:pt x="622598" y="1189477"/>
                  </a:lnTo>
                  <a:lnTo>
                    <a:pt x="623670" y="1190333"/>
                  </a:lnTo>
                  <a:lnTo>
                    <a:pt x="624742" y="1191184"/>
                  </a:lnTo>
                  <a:lnTo>
                    <a:pt x="625813" y="1192029"/>
                  </a:lnTo>
                  <a:lnTo>
                    <a:pt x="626885" y="1192869"/>
                  </a:lnTo>
                  <a:lnTo>
                    <a:pt x="627956" y="1193703"/>
                  </a:lnTo>
                  <a:lnTo>
                    <a:pt x="629028" y="1194532"/>
                  </a:lnTo>
                  <a:lnTo>
                    <a:pt x="630100" y="1195355"/>
                  </a:lnTo>
                  <a:lnTo>
                    <a:pt x="631171" y="1196173"/>
                  </a:lnTo>
                  <a:lnTo>
                    <a:pt x="632243" y="1196985"/>
                  </a:lnTo>
                  <a:lnTo>
                    <a:pt x="633314" y="1197792"/>
                  </a:lnTo>
                  <a:lnTo>
                    <a:pt x="634386" y="1198593"/>
                  </a:lnTo>
                  <a:lnTo>
                    <a:pt x="635458" y="1199388"/>
                  </a:lnTo>
                  <a:lnTo>
                    <a:pt x="636529" y="1200178"/>
                  </a:lnTo>
                  <a:lnTo>
                    <a:pt x="637601" y="1200963"/>
                  </a:lnTo>
                  <a:lnTo>
                    <a:pt x="638672" y="1201742"/>
                  </a:lnTo>
                  <a:lnTo>
                    <a:pt x="639744" y="1202515"/>
                  </a:lnTo>
                  <a:lnTo>
                    <a:pt x="640816" y="1203282"/>
                  </a:lnTo>
                  <a:lnTo>
                    <a:pt x="641887" y="1204044"/>
                  </a:lnTo>
                  <a:lnTo>
                    <a:pt x="642959" y="1204801"/>
                  </a:lnTo>
                  <a:lnTo>
                    <a:pt x="644030" y="1205552"/>
                  </a:lnTo>
                  <a:lnTo>
                    <a:pt x="645102" y="1206297"/>
                  </a:lnTo>
                  <a:lnTo>
                    <a:pt x="646174" y="1207036"/>
                  </a:lnTo>
                  <a:lnTo>
                    <a:pt x="647245" y="1207770"/>
                  </a:lnTo>
                  <a:lnTo>
                    <a:pt x="648317" y="1208498"/>
                  </a:lnTo>
                  <a:lnTo>
                    <a:pt x="649388" y="1209220"/>
                  </a:lnTo>
                  <a:lnTo>
                    <a:pt x="650460" y="1209936"/>
                  </a:lnTo>
                  <a:lnTo>
                    <a:pt x="651532" y="1210647"/>
                  </a:lnTo>
                  <a:lnTo>
                    <a:pt x="652603" y="1211352"/>
                  </a:lnTo>
                  <a:lnTo>
                    <a:pt x="653675" y="1212051"/>
                  </a:lnTo>
                  <a:lnTo>
                    <a:pt x="654746" y="1212745"/>
                  </a:lnTo>
                  <a:lnTo>
                    <a:pt x="655818" y="1213433"/>
                  </a:lnTo>
                  <a:lnTo>
                    <a:pt x="656890" y="1214115"/>
                  </a:lnTo>
                  <a:lnTo>
                    <a:pt x="657961" y="1214791"/>
                  </a:lnTo>
                  <a:lnTo>
                    <a:pt x="659033" y="1215461"/>
                  </a:lnTo>
                  <a:lnTo>
                    <a:pt x="660104" y="1216125"/>
                  </a:lnTo>
                  <a:lnTo>
                    <a:pt x="661176" y="1216784"/>
                  </a:lnTo>
                  <a:lnTo>
                    <a:pt x="662248" y="1217437"/>
                  </a:lnTo>
                  <a:lnTo>
                    <a:pt x="663319" y="1218083"/>
                  </a:lnTo>
                  <a:lnTo>
                    <a:pt x="664391" y="1218724"/>
                  </a:lnTo>
                  <a:lnTo>
                    <a:pt x="665462" y="1219360"/>
                  </a:lnTo>
                  <a:lnTo>
                    <a:pt x="666534" y="1219989"/>
                  </a:lnTo>
                  <a:lnTo>
                    <a:pt x="667606" y="1220612"/>
                  </a:lnTo>
                  <a:lnTo>
                    <a:pt x="668677" y="1221229"/>
                  </a:lnTo>
                  <a:lnTo>
                    <a:pt x="669749" y="1221841"/>
                  </a:lnTo>
                  <a:lnTo>
                    <a:pt x="670820" y="1222446"/>
                  </a:lnTo>
                  <a:lnTo>
                    <a:pt x="671892" y="1223045"/>
                  </a:lnTo>
                  <a:lnTo>
                    <a:pt x="672964" y="1223639"/>
                  </a:lnTo>
                  <a:lnTo>
                    <a:pt x="674035" y="1224226"/>
                  </a:lnTo>
                  <a:lnTo>
                    <a:pt x="675107" y="1224808"/>
                  </a:lnTo>
                  <a:lnTo>
                    <a:pt x="676178" y="1225383"/>
                  </a:lnTo>
                  <a:lnTo>
                    <a:pt x="677250" y="1225952"/>
                  </a:lnTo>
                  <a:lnTo>
                    <a:pt x="678322" y="1226516"/>
                  </a:lnTo>
                  <a:lnTo>
                    <a:pt x="679393" y="1227073"/>
                  </a:lnTo>
                  <a:lnTo>
                    <a:pt x="680465" y="1227624"/>
                  </a:lnTo>
                  <a:lnTo>
                    <a:pt x="681536" y="1228169"/>
                  </a:lnTo>
                  <a:lnTo>
                    <a:pt x="682608" y="1228708"/>
                  </a:lnTo>
                  <a:lnTo>
                    <a:pt x="683680" y="1229241"/>
                  </a:lnTo>
                  <a:lnTo>
                    <a:pt x="684751" y="1229768"/>
                  </a:lnTo>
                  <a:lnTo>
                    <a:pt x="685823" y="1230289"/>
                  </a:lnTo>
                  <a:lnTo>
                    <a:pt x="686894" y="1230803"/>
                  </a:lnTo>
                  <a:lnTo>
                    <a:pt x="687966" y="1231312"/>
                  </a:lnTo>
                  <a:lnTo>
                    <a:pt x="689038" y="1231814"/>
                  </a:lnTo>
                  <a:lnTo>
                    <a:pt x="690109" y="1232310"/>
                  </a:lnTo>
                  <a:lnTo>
                    <a:pt x="691181" y="1232800"/>
                  </a:lnTo>
                  <a:lnTo>
                    <a:pt x="692252" y="1233283"/>
                  </a:lnTo>
                  <a:lnTo>
                    <a:pt x="693324" y="1233761"/>
                  </a:lnTo>
                  <a:lnTo>
                    <a:pt x="694396" y="1234232"/>
                  </a:lnTo>
                  <a:lnTo>
                    <a:pt x="695467" y="1234697"/>
                  </a:lnTo>
                  <a:lnTo>
                    <a:pt x="696539" y="1235155"/>
                  </a:lnTo>
                  <a:lnTo>
                    <a:pt x="697610" y="1235608"/>
                  </a:lnTo>
                  <a:lnTo>
                    <a:pt x="698682" y="1236054"/>
                  </a:lnTo>
                  <a:lnTo>
                    <a:pt x="699754" y="1236494"/>
                  </a:lnTo>
                  <a:lnTo>
                    <a:pt x="700825" y="1236927"/>
                  </a:lnTo>
                  <a:lnTo>
                    <a:pt x="701897" y="1237355"/>
                  </a:lnTo>
                  <a:lnTo>
                    <a:pt x="702968" y="1237776"/>
                  </a:lnTo>
                  <a:lnTo>
                    <a:pt x="704040" y="1238190"/>
                  </a:lnTo>
                  <a:lnTo>
                    <a:pt x="705112" y="1238598"/>
                  </a:lnTo>
                  <a:lnTo>
                    <a:pt x="706183" y="1239000"/>
                  </a:lnTo>
                  <a:lnTo>
                    <a:pt x="707255" y="1239396"/>
                  </a:lnTo>
                  <a:lnTo>
                    <a:pt x="708326" y="1239785"/>
                  </a:lnTo>
                  <a:lnTo>
                    <a:pt x="709398" y="1240168"/>
                  </a:lnTo>
                  <a:lnTo>
                    <a:pt x="710469" y="1240544"/>
                  </a:lnTo>
                  <a:lnTo>
                    <a:pt x="711541" y="1240914"/>
                  </a:lnTo>
                  <a:lnTo>
                    <a:pt x="712613" y="1241277"/>
                  </a:lnTo>
                  <a:lnTo>
                    <a:pt x="713684" y="1241634"/>
                  </a:lnTo>
                  <a:lnTo>
                    <a:pt x="714756" y="1241985"/>
                  </a:lnTo>
                  <a:lnTo>
                    <a:pt x="715827" y="1242329"/>
                  </a:lnTo>
                  <a:lnTo>
                    <a:pt x="716899" y="1242667"/>
                  </a:lnTo>
                  <a:lnTo>
                    <a:pt x="717971" y="1242998"/>
                  </a:lnTo>
                  <a:lnTo>
                    <a:pt x="719042" y="1243323"/>
                  </a:lnTo>
                  <a:lnTo>
                    <a:pt x="720114" y="1243641"/>
                  </a:lnTo>
                  <a:lnTo>
                    <a:pt x="721185" y="1243953"/>
                  </a:lnTo>
                  <a:lnTo>
                    <a:pt x="722257" y="1244258"/>
                  </a:lnTo>
                  <a:lnTo>
                    <a:pt x="723329" y="1244556"/>
                  </a:lnTo>
                  <a:lnTo>
                    <a:pt x="724400" y="1244849"/>
                  </a:lnTo>
                  <a:lnTo>
                    <a:pt x="725472" y="1245134"/>
                  </a:lnTo>
                  <a:lnTo>
                    <a:pt x="726543" y="1245413"/>
                  </a:lnTo>
                  <a:lnTo>
                    <a:pt x="727615" y="1245685"/>
                  </a:lnTo>
                  <a:lnTo>
                    <a:pt x="728687" y="1245951"/>
                  </a:lnTo>
                  <a:lnTo>
                    <a:pt x="729758" y="1246210"/>
                  </a:lnTo>
                  <a:lnTo>
                    <a:pt x="730830" y="1246463"/>
                  </a:lnTo>
                  <a:lnTo>
                    <a:pt x="731901" y="1246709"/>
                  </a:lnTo>
                  <a:lnTo>
                    <a:pt x="732973" y="1246948"/>
                  </a:lnTo>
                  <a:lnTo>
                    <a:pt x="734045" y="1247181"/>
                  </a:lnTo>
                  <a:lnTo>
                    <a:pt x="735116" y="1247407"/>
                  </a:lnTo>
                  <a:lnTo>
                    <a:pt x="736188" y="1247627"/>
                  </a:lnTo>
                  <a:lnTo>
                    <a:pt x="737259" y="1247839"/>
                  </a:lnTo>
                  <a:lnTo>
                    <a:pt x="738331" y="1248046"/>
                  </a:lnTo>
                  <a:lnTo>
                    <a:pt x="739403" y="1248245"/>
                  </a:lnTo>
                  <a:lnTo>
                    <a:pt x="740474" y="1248438"/>
                  </a:lnTo>
                  <a:lnTo>
                    <a:pt x="741546" y="1248624"/>
                  </a:lnTo>
                  <a:lnTo>
                    <a:pt x="742617" y="1248803"/>
                  </a:lnTo>
                  <a:lnTo>
                    <a:pt x="743689" y="1248976"/>
                  </a:lnTo>
                  <a:lnTo>
                    <a:pt x="744761" y="1249142"/>
                  </a:lnTo>
                  <a:lnTo>
                    <a:pt x="745832" y="1249301"/>
                  </a:lnTo>
                  <a:lnTo>
                    <a:pt x="746904" y="1249453"/>
                  </a:lnTo>
                  <a:lnTo>
                    <a:pt x="747975" y="1249599"/>
                  </a:lnTo>
                  <a:lnTo>
                    <a:pt x="749047" y="1249738"/>
                  </a:lnTo>
                  <a:lnTo>
                    <a:pt x="750119" y="1249870"/>
                  </a:lnTo>
                  <a:lnTo>
                    <a:pt x="751190" y="1249996"/>
                  </a:lnTo>
                  <a:lnTo>
                    <a:pt x="752262" y="1250114"/>
                  </a:lnTo>
                  <a:lnTo>
                    <a:pt x="753333" y="1250226"/>
                  </a:lnTo>
                  <a:lnTo>
                    <a:pt x="754405" y="1250331"/>
                  </a:lnTo>
                  <a:lnTo>
                    <a:pt x="755477" y="1250430"/>
                  </a:lnTo>
                  <a:lnTo>
                    <a:pt x="756548" y="1250521"/>
                  </a:lnTo>
                  <a:lnTo>
                    <a:pt x="757620" y="1250606"/>
                  </a:lnTo>
                  <a:lnTo>
                    <a:pt x="758691" y="1250684"/>
                  </a:lnTo>
                  <a:lnTo>
                    <a:pt x="759763" y="1250755"/>
                  </a:lnTo>
                  <a:lnTo>
                    <a:pt x="760835" y="1250819"/>
                  </a:lnTo>
                  <a:lnTo>
                    <a:pt x="761906" y="1250877"/>
                  </a:lnTo>
                  <a:lnTo>
                    <a:pt x="762978" y="1250927"/>
                  </a:lnTo>
                  <a:lnTo>
                    <a:pt x="764049" y="1250971"/>
                  </a:lnTo>
                  <a:lnTo>
                    <a:pt x="765121" y="1251008"/>
                  </a:lnTo>
                  <a:lnTo>
                    <a:pt x="766193" y="1251038"/>
                  </a:lnTo>
                  <a:lnTo>
                    <a:pt x="767264" y="1251061"/>
                  </a:lnTo>
                  <a:lnTo>
                    <a:pt x="768336" y="1251077"/>
                  </a:lnTo>
                  <a:lnTo>
                    <a:pt x="769407" y="1251087"/>
                  </a:lnTo>
                  <a:lnTo>
                    <a:pt x="770479" y="1251090"/>
                  </a:lnTo>
                  <a:lnTo>
                    <a:pt x="771551" y="1251085"/>
                  </a:lnTo>
                  <a:lnTo>
                    <a:pt x="772622" y="1251074"/>
                  </a:lnTo>
                  <a:lnTo>
                    <a:pt x="773694" y="1251056"/>
                  </a:lnTo>
                  <a:lnTo>
                    <a:pt x="774765" y="1251031"/>
                  </a:lnTo>
                  <a:lnTo>
                    <a:pt x="775837" y="1251000"/>
                  </a:lnTo>
                  <a:lnTo>
                    <a:pt x="776909" y="1250961"/>
                  </a:lnTo>
                  <a:lnTo>
                    <a:pt x="777980" y="1250916"/>
                  </a:lnTo>
                  <a:lnTo>
                    <a:pt x="779052" y="1250863"/>
                  </a:lnTo>
                  <a:lnTo>
                    <a:pt x="780123" y="1250804"/>
                  </a:lnTo>
                  <a:lnTo>
                    <a:pt x="781195" y="1250738"/>
                  </a:lnTo>
                  <a:lnTo>
                    <a:pt x="782267" y="1250665"/>
                  </a:lnTo>
                  <a:lnTo>
                    <a:pt x="783338" y="1250585"/>
                  </a:lnTo>
                  <a:lnTo>
                    <a:pt x="784410" y="1250498"/>
                  </a:lnTo>
                  <a:lnTo>
                    <a:pt x="785481" y="1250404"/>
                  </a:lnTo>
                  <a:lnTo>
                    <a:pt x="786553" y="1250304"/>
                  </a:lnTo>
                  <a:lnTo>
                    <a:pt x="787625" y="1250196"/>
                  </a:lnTo>
                  <a:lnTo>
                    <a:pt x="788696" y="1250082"/>
                  </a:lnTo>
                  <a:lnTo>
                    <a:pt x="789768" y="1249961"/>
                  </a:lnTo>
                  <a:lnTo>
                    <a:pt x="790839" y="1249832"/>
                  </a:lnTo>
                  <a:lnTo>
                    <a:pt x="791911" y="1249697"/>
                  </a:lnTo>
                  <a:lnTo>
                    <a:pt x="792983" y="1249555"/>
                  </a:lnTo>
                  <a:lnTo>
                    <a:pt x="794054" y="1249407"/>
                  </a:lnTo>
                  <a:lnTo>
                    <a:pt x="795126" y="1249251"/>
                  </a:lnTo>
                  <a:lnTo>
                    <a:pt x="796197" y="1249088"/>
                  </a:lnTo>
                  <a:lnTo>
                    <a:pt x="797269" y="1248919"/>
                  </a:lnTo>
                  <a:lnTo>
                    <a:pt x="798341" y="1248742"/>
                  </a:lnTo>
                  <a:lnTo>
                    <a:pt x="799412" y="1248559"/>
                  </a:lnTo>
                  <a:lnTo>
                    <a:pt x="800484" y="1248369"/>
                  </a:lnTo>
                  <a:lnTo>
                    <a:pt x="801555" y="1248172"/>
                  </a:lnTo>
                  <a:lnTo>
                    <a:pt x="802627" y="1247968"/>
                  </a:lnTo>
                  <a:lnTo>
                    <a:pt x="803699" y="1247758"/>
                  </a:lnTo>
                  <a:lnTo>
                    <a:pt x="804770" y="1247540"/>
                  </a:lnTo>
                  <a:lnTo>
                    <a:pt x="805842" y="1247316"/>
                  </a:lnTo>
                  <a:lnTo>
                    <a:pt x="806913" y="1247085"/>
                  </a:lnTo>
                  <a:lnTo>
                    <a:pt x="807985" y="1246847"/>
                  </a:lnTo>
                  <a:lnTo>
                    <a:pt x="809057" y="1246602"/>
                  </a:lnTo>
                  <a:lnTo>
                    <a:pt x="810128" y="1246350"/>
                  </a:lnTo>
                  <a:lnTo>
                    <a:pt x="811200" y="1246092"/>
                  </a:lnTo>
                  <a:lnTo>
                    <a:pt x="812271" y="1245826"/>
                  </a:lnTo>
                  <a:lnTo>
                    <a:pt x="813343" y="1245554"/>
                  </a:lnTo>
                  <a:lnTo>
                    <a:pt x="814415" y="1245275"/>
                  </a:lnTo>
                  <a:lnTo>
                    <a:pt x="815486" y="1244990"/>
                  </a:lnTo>
                  <a:lnTo>
                    <a:pt x="816558" y="1244697"/>
                  </a:lnTo>
                  <a:lnTo>
                    <a:pt x="817629" y="1244398"/>
                  </a:lnTo>
                  <a:lnTo>
                    <a:pt x="818701" y="1244092"/>
                  </a:lnTo>
                  <a:lnTo>
                    <a:pt x="819773" y="1243779"/>
                  </a:lnTo>
                  <a:lnTo>
                    <a:pt x="820844" y="1243460"/>
                  </a:lnTo>
                  <a:lnTo>
                    <a:pt x="821916" y="1243134"/>
                  </a:lnTo>
                  <a:lnTo>
                    <a:pt x="822987" y="1242801"/>
                  </a:lnTo>
                  <a:lnTo>
                    <a:pt x="824059" y="1242461"/>
                  </a:lnTo>
                  <a:lnTo>
                    <a:pt x="825131" y="1242115"/>
                  </a:lnTo>
                  <a:lnTo>
                    <a:pt x="826202" y="1241762"/>
                  </a:lnTo>
                  <a:lnTo>
                    <a:pt x="827274" y="1241402"/>
                  </a:lnTo>
                  <a:lnTo>
                    <a:pt x="828345" y="1241036"/>
                  </a:lnTo>
                  <a:lnTo>
                    <a:pt x="829417" y="1240663"/>
                  </a:lnTo>
                  <a:lnTo>
                    <a:pt x="830489" y="1240283"/>
                  </a:lnTo>
                  <a:lnTo>
                    <a:pt x="831560" y="1239897"/>
                  </a:lnTo>
                  <a:lnTo>
                    <a:pt x="832632" y="1239504"/>
                  </a:lnTo>
                  <a:lnTo>
                    <a:pt x="833703" y="1239105"/>
                  </a:lnTo>
                  <a:lnTo>
                    <a:pt x="834775" y="1238699"/>
                  </a:lnTo>
                  <a:lnTo>
                    <a:pt x="835847" y="1238286"/>
                  </a:lnTo>
                  <a:lnTo>
                    <a:pt x="836918" y="1237867"/>
                  </a:lnTo>
                  <a:lnTo>
                    <a:pt x="837990" y="1237441"/>
                  </a:lnTo>
                  <a:lnTo>
                    <a:pt x="839061" y="1237009"/>
                  </a:lnTo>
                  <a:lnTo>
                    <a:pt x="840133" y="1236570"/>
                  </a:lnTo>
                  <a:lnTo>
                    <a:pt x="841205" y="1236125"/>
                  </a:lnTo>
                  <a:lnTo>
                    <a:pt x="842276" y="1235673"/>
                  </a:lnTo>
                  <a:lnTo>
                    <a:pt x="843348" y="1235215"/>
                  </a:lnTo>
                  <a:lnTo>
                    <a:pt x="844419" y="1234751"/>
                  </a:lnTo>
                  <a:lnTo>
                    <a:pt x="845491" y="1234280"/>
                  </a:lnTo>
                  <a:lnTo>
                    <a:pt x="846563" y="1233803"/>
                  </a:lnTo>
                  <a:lnTo>
                    <a:pt x="847634" y="1233319"/>
                  </a:lnTo>
                  <a:lnTo>
                    <a:pt x="848706" y="1232829"/>
                  </a:lnTo>
                  <a:lnTo>
                    <a:pt x="849777" y="1232332"/>
                  </a:lnTo>
                  <a:lnTo>
                    <a:pt x="850849" y="1231830"/>
                  </a:lnTo>
                  <a:lnTo>
                    <a:pt x="851921" y="1231321"/>
                  </a:lnTo>
                  <a:lnTo>
                    <a:pt x="852992" y="1230805"/>
                  </a:lnTo>
                  <a:lnTo>
                    <a:pt x="854064" y="1230284"/>
                  </a:lnTo>
                  <a:lnTo>
                    <a:pt x="855135" y="1229756"/>
                  </a:lnTo>
                  <a:lnTo>
                    <a:pt x="856207" y="1229222"/>
                  </a:lnTo>
                  <a:lnTo>
                    <a:pt x="857279" y="1228682"/>
                  </a:lnTo>
                  <a:lnTo>
                    <a:pt x="858350" y="1228135"/>
                  </a:lnTo>
                  <a:lnTo>
                    <a:pt x="859422" y="1227583"/>
                  </a:lnTo>
                  <a:lnTo>
                    <a:pt x="860493" y="1227024"/>
                  </a:lnTo>
                  <a:lnTo>
                    <a:pt x="861565" y="1226459"/>
                  </a:lnTo>
                  <a:lnTo>
                    <a:pt x="862637" y="1225889"/>
                  </a:lnTo>
                  <a:lnTo>
                    <a:pt x="863708" y="1225312"/>
                  </a:lnTo>
                  <a:lnTo>
                    <a:pt x="864780" y="1224729"/>
                  </a:lnTo>
                  <a:lnTo>
                    <a:pt x="865851" y="1224140"/>
                  </a:lnTo>
                  <a:lnTo>
                    <a:pt x="866923" y="1223545"/>
                  </a:lnTo>
                  <a:lnTo>
                    <a:pt x="867995" y="1222944"/>
                  </a:lnTo>
                  <a:lnTo>
                    <a:pt x="869066" y="1222338"/>
                  </a:lnTo>
                  <a:lnTo>
                    <a:pt x="870138" y="1221725"/>
                  </a:lnTo>
                  <a:lnTo>
                    <a:pt x="871209" y="1221107"/>
                  </a:lnTo>
                  <a:lnTo>
                    <a:pt x="872281" y="1220482"/>
                  </a:lnTo>
                  <a:lnTo>
                    <a:pt x="873353" y="1219852"/>
                  </a:lnTo>
                  <a:lnTo>
                    <a:pt x="874424" y="1219216"/>
                  </a:lnTo>
                  <a:lnTo>
                    <a:pt x="875496" y="1218574"/>
                  </a:lnTo>
                  <a:lnTo>
                    <a:pt x="876567" y="1217927"/>
                  </a:lnTo>
                  <a:lnTo>
                    <a:pt x="877639" y="1217274"/>
                  </a:lnTo>
                  <a:lnTo>
                    <a:pt x="878711" y="1216615"/>
                  </a:lnTo>
                  <a:lnTo>
                    <a:pt x="879782" y="1215951"/>
                  </a:lnTo>
                  <a:lnTo>
                    <a:pt x="880854" y="1215281"/>
                  </a:lnTo>
                  <a:lnTo>
                    <a:pt x="881925" y="1214605"/>
                  </a:lnTo>
                  <a:lnTo>
                    <a:pt x="882997" y="1213924"/>
                  </a:lnTo>
                  <a:lnTo>
                    <a:pt x="884069" y="1213237"/>
                  </a:lnTo>
                  <a:lnTo>
                    <a:pt x="885140" y="1212545"/>
                  </a:lnTo>
                  <a:lnTo>
                    <a:pt x="886212" y="1211848"/>
                  </a:lnTo>
                  <a:lnTo>
                    <a:pt x="887283" y="1211145"/>
                  </a:lnTo>
                  <a:lnTo>
                    <a:pt x="888355" y="1210436"/>
                  </a:lnTo>
                  <a:lnTo>
                    <a:pt x="889426" y="1209722"/>
                  </a:lnTo>
                  <a:lnTo>
                    <a:pt x="890498" y="1209003"/>
                  </a:lnTo>
                  <a:lnTo>
                    <a:pt x="891570" y="1208279"/>
                  </a:lnTo>
                  <a:lnTo>
                    <a:pt x="892641" y="1207549"/>
                  </a:lnTo>
                  <a:lnTo>
                    <a:pt x="893713" y="1206815"/>
                  </a:lnTo>
                  <a:lnTo>
                    <a:pt x="894784" y="1206075"/>
                  </a:lnTo>
                  <a:lnTo>
                    <a:pt x="895856" y="1205329"/>
                  </a:lnTo>
                  <a:lnTo>
                    <a:pt x="896928" y="1204579"/>
                  </a:lnTo>
                  <a:lnTo>
                    <a:pt x="897999" y="1203824"/>
                  </a:lnTo>
                  <a:lnTo>
                    <a:pt x="899071" y="1203063"/>
                  </a:lnTo>
                  <a:lnTo>
                    <a:pt x="900142" y="1202298"/>
                  </a:lnTo>
                  <a:lnTo>
                    <a:pt x="901214" y="1201528"/>
                  </a:lnTo>
                  <a:lnTo>
                    <a:pt x="902286" y="1200752"/>
                  </a:lnTo>
                  <a:lnTo>
                    <a:pt x="903357" y="1199972"/>
                  </a:lnTo>
                  <a:lnTo>
                    <a:pt x="904429" y="1199187"/>
                  </a:lnTo>
                  <a:lnTo>
                    <a:pt x="905500" y="1198397"/>
                  </a:lnTo>
                  <a:lnTo>
                    <a:pt x="906572" y="1197603"/>
                  </a:lnTo>
                  <a:lnTo>
                    <a:pt x="907644" y="1196803"/>
                  </a:lnTo>
                  <a:lnTo>
                    <a:pt x="908715" y="1195999"/>
                  </a:lnTo>
                  <a:lnTo>
                    <a:pt x="909787" y="1195191"/>
                  </a:lnTo>
                  <a:lnTo>
                    <a:pt x="910858" y="1194377"/>
                  </a:lnTo>
                  <a:lnTo>
                    <a:pt x="911930" y="1193559"/>
                  </a:lnTo>
                  <a:lnTo>
                    <a:pt x="913002" y="1192737"/>
                  </a:lnTo>
                  <a:lnTo>
                    <a:pt x="914073" y="1191910"/>
                  </a:lnTo>
                  <a:lnTo>
                    <a:pt x="915145" y="1191078"/>
                  </a:lnTo>
                  <a:lnTo>
                    <a:pt x="916216" y="1190243"/>
                  </a:lnTo>
                  <a:lnTo>
                    <a:pt x="917288" y="1189402"/>
                  </a:lnTo>
                  <a:lnTo>
                    <a:pt x="918360" y="1188558"/>
                  </a:lnTo>
                  <a:lnTo>
                    <a:pt x="919431" y="1187709"/>
                  </a:lnTo>
                  <a:lnTo>
                    <a:pt x="920503" y="1186856"/>
                  </a:lnTo>
                  <a:lnTo>
                    <a:pt x="921574" y="1185998"/>
                  </a:lnTo>
                  <a:lnTo>
                    <a:pt x="922646" y="1185137"/>
                  </a:lnTo>
                  <a:lnTo>
                    <a:pt x="923718" y="1184271"/>
                  </a:lnTo>
                  <a:lnTo>
                    <a:pt x="924789" y="1183401"/>
                  </a:lnTo>
                  <a:lnTo>
                    <a:pt x="925861" y="1182528"/>
                  </a:lnTo>
                  <a:lnTo>
                    <a:pt x="926932" y="1181650"/>
                  </a:lnTo>
                  <a:lnTo>
                    <a:pt x="928004" y="1180768"/>
                  </a:lnTo>
                  <a:lnTo>
                    <a:pt x="929076" y="1179882"/>
                  </a:lnTo>
                  <a:lnTo>
                    <a:pt x="930147" y="1178993"/>
                  </a:lnTo>
                  <a:lnTo>
                    <a:pt x="931219" y="1178100"/>
                  </a:lnTo>
                  <a:lnTo>
                    <a:pt x="932290" y="1177202"/>
                  </a:lnTo>
                  <a:lnTo>
                    <a:pt x="933362" y="1176302"/>
                  </a:lnTo>
                  <a:lnTo>
                    <a:pt x="934434" y="1175397"/>
                  </a:lnTo>
                  <a:lnTo>
                    <a:pt x="935505" y="1174489"/>
                  </a:lnTo>
                  <a:lnTo>
                    <a:pt x="936577" y="1173577"/>
                  </a:lnTo>
                  <a:lnTo>
                    <a:pt x="937648" y="1172662"/>
                  </a:lnTo>
                  <a:lnTo>
                    <a:pt x="938720" y="1171743"/>
                  </a:lnTo>
                  <a:lnTo>
                    <a:pt x="939792" y="1170821"/>
                  </a:lnTo>
                  <a:lnTo>
                    <a:pt x="940863" y="1169895"/>
                  </a:lnTo>
                  <a:lnTo>
                    <a:pt x="941935" y="1168966"/>
                  </a:lnTo>
                  <a:lnTo>
                    <a:pt x="943006" y="1168033"/>
                  </a:lnTo>
                  <a:lnTo>
                    <a:pt x="944078" y="1167098"/>
                  </a:lnTo>
                  <a:lnTo>
                    <a:pt x="945150" y="1166159"/>
                  </a:lnTo>
                  <a:lnTo>
                    <a:pt x="946221" y="1165217"/>
                  </a:lnTo>
                  <a:lnTo>
                    <a:pt x="947293" y="1164271"/>
                  </a:lnTo>
                  <a:lnTo>
                    <a:pt x="948364" y="1163323"/>
                  </a:lnTo>
                  <a:lnTo>
                    <a:pt x="949436" y="1162372"/>
                  </a:lnTo>
                  <a:lnTo>
                    <a:pt x="950508" y="1161417"/>
                  </a:lnTo>
                  <a:lnTo>
                    <a:pt x="951579" y="1160460"/>
                  </a:lnTo>
                  <a:lnTo>
                    <a:pt x="952651" y="1159500"/>
                  </a:lnTo>
                  <a:lnTo>
                    <a:pt x="953722" y="1158537"/>
                  </a:lnTo>
                  <a:lnTo>
                    <a:pt x="954794" y="1157571"/>
                  </a:lnTo>
                  <a:lnTo>
                    <a:pt x="955866" y="1156603"/>
                  </a:lnTo>
                  <a:lnTo>
                    <a:pt x="956937" y="1155631"/>
                  </a:lnTo>
                  <a:lnTo>
                    <a:pt x="958009" y="1154657"/>
                  </a:lnTo>
                  <a:lnTo>
                    <a:pt x="959080" y="1153681"/>
                  </a:lnTo>
                  <a:lnTo>
                    <a:pt x="960152" y="1152702"/>
                  </a:lnTo>
                  <a:lnTo>
                    <a:pt x="961224" y="1151720"/>
                  </a:lnTo>
                  <a:lnTo>
                    <a:pt x="962295" y="1150736"/>
                  </a:lnTo>
                  <a:lnTo>
                    <a:pt x="963367" y="1149750"/>
                  </a:lnTo>
                  <a:lnTo>
                    <a:pt x="964438" y="1148761"/>
                  </a:lnTo>
                  <a:lnTo>
                    <a:pt x="965510" y="1147770"/>
                  </a:lnTo>
                  <a:lnTo>
                    <a:pt x="966582" y="1146777"/>
                  </a:lnTo>
                  <a:lnTo>
                    <a:pt x="967653" y="1145781"/>
                  </a:lnTo>
                  <a:lnTo>
                    <a:pt x="968725" y="1144784"/>
                  </a:lnTo>
                  <a:lnTo>
                    <a:pt x="969796" y="1143784"/>
                  </a:lnTo>
                  <a:lnTo>
                    <a:pt x="970868" y="1142782"/>
                  </a:lnTo>
                  <a:lnTo>
                    <a:pt x="971940" y="1141778"/>
                  </a:lnTo>
                  <a:lnTo>
                    <a:pt x="973011" y="1140773"/>
                  </a:lnTo>
                  <a:lnTo>
                    <a:pt x="974083" y="1139765"/>
                  </a:lnTo>
                  <a:lnTo>
                    <a:pt x="975154" y="1138755"/>
                  </a:lnTo>
                  <a:lnTo>
                    <a:pt x="976226" y="1137744"/>
                  </a:lnTo>
                  <a:lnTo>
                    <a:pt x="977298" y="1136731"/>
                  </a:lnTo>
                  <a:lnTo>
                    <a:pt x="978369" y="1135716"/>
                  </a:lnTo>
                  <a:lnTo>
                    <a:pt x="979441" y="1134700"/>
                  </a:lnTo>
                  <a:lnTo>
                    <a:pt x="980512" y="1133682"/>
                  </a:lnTo>
                  <a:lnTo>
                    <a:pt x="981584" y="1132663"/>
                  </a:lnTo>
                  <a:lnTo>
                    <a:pt x="982656" y="1131642"/>
                  </a:lnTo>
                  <a:lnTo>
                    <a:pt x="983727" y="1130619"/>
                  </a:lnTo>
                  <a:lnTo>
                    <a:pt x="984799" y="1129596"/>
                  </a:lnTo>
                  <a:lnTo>
                    <a:pt x="985870" y="1128571"/>
                  </a:lnTo>
                  <a:lnTo>
                    <a:pt x="986942" y="1127544"/>
                  </a:lnTo>
                  <a:lnTo>
                    <a:pt x="988014" y="1126517"/>
                  </a:lnTo>
                  <a:lnTo>
                    <a:pt x="989085" y="1125488"/>
                  </a:lnTo>
                  <a:lnTo>
                    <a:pt x="990157" y="1124458"/>
                  </a:lnTo>
                  <a:lnTo>
                    <a:pt x="991228" y="1123427"/>
                  </a:lnTo>
                  <a:lnTo>
                    <a:pt x="992300" y="1122395"/>
                  </a:lnTo>
                  <a:lnTo>
                    <a:pt x="993372" y="1121362"/>
                  </a:lnTo>
                  <a:lnTo>
                    <a:pt x="994443" y="1120329"/>
                  </a:lnTo>
                  <a:lnTo>
                    <a:pt x="995515" y="1119294"/>
                  </a:lnTo>
                  <a:lnTo>
                    <a:pt x="996586" y="1118259"/>
                  </a:lnTo>
                  <a:lnTo>
                    <a:pt x="997658" y="1117222"/>
                  </a:lnTo>
                  <a:lnTo>
                    <a:pt x="998730" y="1116185"/>
                  </a:lnTo>
                  <a:lnTo>
                    <a:pt x="999801" y="1115148"/>
                  </a:lnTo>
                  <a:lnTo>
                    <a:pt x="1000873" y="1114110"/>
                  </a:lnTo>
                  <a:lnTo>
                    <a:pt x="1001944" y="1113071"/>
                  </a:lnTo>
                  <a:lnTo>
                    <a:pt x="1003016" y="1112032"/>
                  </a:lnTo>
                  <a:lnTo>
                    <a:pt x="1004088" y="1110993"/>
                  </a:lnTo>
                  <a:lnTo>
                    <a:pt x="1005159" y="1109953"/>
                  </a:lnTo>
                  <a:lnTo>
                    <a:pt x="1006231" y="1108912"/>
                  </a:lnTo>
                  <a:lnTo>
                    <a:pt x="1007302" y="1107872"/>
                  </a:lnTo>
                  <a:lnTo>
                    <a:pt x="1008374" y="1106831"/>
                  </a:lnTo>
                  <a:lnTo>
                    <a:pt x="1009446" y="1105790"/>
                  </a:lnTo>
                  <a:lnTo>
                    <a:pt x="1010517" y="1104749"/>
                  </a:lnTo>
                  <a:lnTo>
                    <a:pt x="1011589" y="1103708"/>
                  </a:lnTo>
                  <a:lnTo>
                    <a:pt x="1012660" y="1102667"/>
                  </a:lnTo>
                  <a:lnTo>
                    <a:pt x="1013732" y="1101626"/>
                  </a:lnTo>
                  <a:lnTo>
                    <a:pt x="1014804" y="1100585"/>
                  </a:lnTo>
                  <a:lnTo>
                    <a:pt x="1015875" y="1099544"/>
                  </a:lnTo>
                  <a:lnTo>
                    <a:pt x="1016947" y="1098504"/>
                  </a:lnTo>
                  <a:lnTo>
                    <a:pt x="1018018" y="1097464"/>
                  </a:lnTo>
                  <a:lnTo>
                    <a:pt x="1019090" y="1096424"/>
                  </a:lnTo>
                  <a:lnTo>
                    <a:pt x="1020162" y="1095384"/>
                  </a:lnTo>
                  <a:lnTo>
                    <a:pt x="1021233" y="1094345"/>
                  </a:lnTo>
                  <a:lnTo>
                    <a:pt x="1022305" y="1093306"/>
                  </a:lnTo>
                  <a:lnTo>
                    <a:pt x="1023376" y="1092268"/>
                  </a:lnTo>
                  <a:lnTo>
                    <a:pt x="1024448" y="1091230"/>
                  </a:lnTo>
                  <a:lnTo>
                    <a:pt x="1025520" y="1090194"/>
                  </a:lnTo>
                  <a:lnTo>
                    <a:pt x="1026591" y="1089157"/>
                  </a:lnTo>
                  <a:lnTo>
                    <a:pt x="1027663" y="1088122"/>
                  </a:lnTo>
                  <a:lnTo>
                    <a:pt x="1028734" y="1087087"/>
                  </a:lnTo>
                  <a:lnTo>
                    <a:pt x="1029806" y="1086053"/>
                  </a:lnTo>
                  <a:lnTo>
                    <a:pt x="1030878" y="1085020"/>
                  </a:lnTo>
                  <a:lnTo>
                    <a:pt x="1031949" y="1083988"/>
                  </a:lnTo>
                  <a:lnTo>
                    <a:pt x="1033021" y="1082957"/>
                  </a:lnTo>
                  <a:lnTo>
                    <a:pt x="1034092" y="1081928"/>
                  </a:lnTo>
                  <a:lnTo>
                    <a:pt x="1035164" y="1080899"/>
                  </a:lnTo>
                  <a:lnTo>
                    <a:pt x="1036236" y="1079871"/>
                  </a:lnTo>
                  <a:lnTo>
                    <a:pt x="1037307" y="1078845"/>
                  </a:lnTo>
                  <a:lnTo>
                    <a:pt x="1038379" y="1077820"/>
                  </a:lnTo>
                  <a:lnTo>
                    <a:pt x="1039450" y="1076796"/>
                  </a:lnTo>
                  <a:lnTo>
                    <a:pt x="1040522" y="1075774"/>
                  </a:lnTo>
                  <a:lnTo>
                    <a:pt x="1041594" y="1074753"/>
                  </a:lnTo>
                  <a:lnTo>
                    <a:pt x="1042665" y="1073733"/>
                  </a:lnTo>
                  <a:lnTo>
                    <a:pt x="1043737" y="1072715"/>
                  </a:lnTo>
                  <a:lnTo>
                    <a:pt x="1044808" y="1071699"/>
                  </a:lnTo>
                  <a:lnTo>
                    <a:pt x="1045880" y="1070684"/>
                  </a:lnTo>
                  <a:lnTo>
                    <a:pt x="1046952" y="1069671"/>
                  </a:lnTo>
                  <a:lnTo>
                    <a:pt x="1048023" y="1068660"/>
                  </a:lnTo>
                  <a:lnTo>
                    <a:pt x="1049095" y="1067651"/>
                  </a:lnTo>
                  <a:lnTo>
                    <a:pt x="1050166" y="1066643"/>
                  </a:lnTo>
                  <a:lnTo>
                    <a:pt x="1051238" y="1065638"/>
                  </a:lnTo>
                  <a:lnTo>
                    <a:pt x="1052310" y="1064634"/>
                  </a:lnTo>
                  <a:lnTo>
                    <a:pt x="1053381" y="1063632"/>
                  </a:lnTo>
                  <a:lnTo>
                    <a:pt x="1054453" y="1062633"/>
                  </a:lnTo>
                  <a:lnTo>
                    <a:pt x="1055524" y="1061635"/>
                  </a:lnTo>
                  <a:lnTo>
                    <a:pt x="1056596" y="1060640"/>
                  </a:lnTo>
                  <a:lnTo>
                    <a:pt x="1057668" y="1059647"/>
                  </a:lnTo>
                  <a:lnTo>
                    <a:pt x="1058739" y="1058656"/>
                  </a:lnTo>
                  <a:lnTo>
                    <a:pt x="1059811" y="1057668"/>
                  </a:lnTo>
                  <a:lnTo>
                    <a:pt x="1060882" y="1056682"/>
                  </a:lnTo>
                  <a:lnTo>
                    <a:pt x="1061954" y="1055698"/>
                  </a:lnTo>
                  <a:lnTo>
                    <a:pt x="1063026" y="1054717"/>
                  </a:lnTo>
                  <a:lnTo>
                    <a:pt x="1064097" y="1053739"/>
                  </a:lnTo>
                  <a:lnTo>
                    <a:pt x="1065169" y="1052763"/>
                  </a:lnTo>
                  <a:lnTo>
                    <a:pt x="1066240" y="1051790"/>
                  </a:lnTo>
                  <a:lnTo>
                    <a:pt x="1067312" y="1050819"/>
                  </a:lnTo>
                  <a:lnTo>
                    <a:pt x="1068383" y="1049851"/>
                  </a:lnTo>
                  <a:lnTo>
                    <a:pt x="1069455" y="1048886"/>
                  </a:lnTo>
                  <a:lnTo>
                    <a:pt x="1070527" y="1047924"/>
                  </a:lnTo>
                  <a:lnTo>
                    <a:pt x="1071598" y="1046965"/>
                  </a:lnTo>
                  <a:lnTo>
                    <a:pt x="1072670" y="1046009"/>
                  </a:lnTo>
                  <a:lnTo>
                    <a:pt x="1073741" y="1045055"/>
                  </a:lnTo>
                  <a:lnTo>
                    <a:pt x="1074813" y="1044105"/>
                  </a:lnTo>
                  <a:lnTo>
                    <a:pt x="1075885" y="1043158"/>
                  </a:lnTo>
                  <a:lnTo>
                    <a:pt x="1076956" y="1042214"/>
                  </a:lnTo>
                  <a:lnTo>
                    <a:pt x="1078028" y="1041273"/>
                  </a:lnTo>
                  <a:lnTo>
                    <a:pt x="1079099" y="1040336"/>
                  </a:lnTo>
                  <a:lnTo>
                    <a:pt x="1080171" y="1039402"/>
                  </a:lnTo>
                  <a:lnTo>
                    <a:pt x="1081243" y="1038471"/>
                  </a:lnTo>
                  <a:lnTo>
                    <a:pt x="1082314" y="1037543"/>
                  </a:lnTo>
                  <a:lnTo>
                    <a:pt x="1083386" y="1036620"/>
                  </a:lnTo>
                  <a:lnTo>
                    <a:pt x="1084457" y="1035699"/>
                  </a:lnTo>
                  <a:lnTo>
                    <a:pt x="1085529" y="1034782"/>
                  </a:lnTo>
                  <a:lnTo>
                    <a:pt x="1086601" y="1033869"/>
                  </a:lnTo>
                  <a:lnTo>
                    <a:pt x="1087672" y="1032960"/>
                  </a:lnTo>
                  <a:lnTo>
                    <a:pt x="1088744" y="1032054"/>
                  </a:lnTo>
                  <a:lnTo>
                    <a:pt x="1089815" y="1031152"/>
                  </a:lnTo>
                  <a:lnTo>
                    <a:pt x="1090887" y="1030254"/>
                  </a:lnTo>
                  <a:lnTo>
                    <a:pt x="1091959" y="1029359"/>
                  </a:lnTo>
                  <a:lnTo>
                    <a:pt x="1093030" y="1028469"/>
                  </a:lnTo>
                  <a:lnTo>
                    <a:pt x="1094102" y="1027582"/>
                  </a:lnTo>
                  <a:lnTo>
                    <a:pt x="1095173" y="1026700"/>
                  </a:lnTo>
                  <a:lnTo>
                    <a:pt x="1096245" y="1025822"/>
                  </a:lnTo>
                  <a:lnTo>
                    <a:pt x="1097317" y="1024947"/>
                  </a:lnTo>
                  <a:lnTo>
                    <a:pt x="1098388" y="1024077"/>
                  </a:lnTo>
                  <a:lnTo>
                    <a:pt x="1099460" y="1023211"/>
                  </a:lnTo>
                  <a:lnTo>
                    <a:pt x="1100531" y="1022350"/>
                  </a:lnTo>
                  <a:lnTo>
                    <a:pt x="1101603" y="1021493"/>
                  </a:lnTo>
                  <a:lnTo>
                    <a:pt x="1102675" y="1020640"/>
                  </a:lnTo>
                  <a:lnTo>
                    <a:pt x="1103746" y="1019791"/>
                  </a:lnTo>
                  <a:lnTo>
                    <a:pt x="1104818" y="1018947"/>
                  </a:lnTo>
                  <a:lnTo>
                    <a:pt x="1105889" y="1018108"/>
                  </a:lnTo>
                  <a:lnTo>
                    <a:pt x="1106961" y="1017273"/>
                  </a:lnTo>
                  <a:lnTo>
                    <a:pt x="1108033" y="1016442"/>
                  </a:lnTo>
                  <a:lnTo>
                    <a:pt x="1109104" y="1015617"/>
                  </a:lnTo>
                  <a:lnTo>
                    <a:pt x="1110176" y="1014796"/>
                  </a:lnTo>
                  <a:lnTo>
                    <a:pt x="1111247" y="1013979"/>
                  </a:lnTo>
                  <a:lnTo>
                    <a:pt x="1112319" y="1013168"/>
                  </a:lnTo>
                  <a:lnTo>
                    <a:pt x="1113391" y="1012361"/>
                  </a:lnTo>
                  <a:lnTo>
                    <a:pt x="1114462" y="1011560"/>
                  </a:lnTo>
                  <a:lnTo>
                    <a:pt x="1115534" y="1010763"/>
                  </a:lnTo>
                  <a:lnTo>
                    <a:pt x="1116605" y="1009971"/>
                  </a:lnTo>
                  <a:lnTo>
                    <a:pt x="1117677" y="1009184"/>
                  </a:lnTo>
                  <a:lnTo>
                    <a:pt x="1118749" y="1008403"/>
                  </a:lnTo>
                  <a:lnTo>
                    <a:pt x="1119820" y="1007626"/>
                  </a:lnTo>
                  <a:lnTo>
                    <a:pt x="1120892" y="1006855"/>
                  </a:lnTo>
                  <a:lnTo>
                    <a:pt x="1121963" y="1006088"/>
                  </a:lnTo>
                  <a:lnTo>
                    <a:pt x="1123035" y="1005328"/>
                  </a:lnTo>
                  <a:lnTo>
                    <a:pt x="1124107" y="1004572"/>
                  </a:lnTo>
                  <a:lnTo>
                    <a:pt x="1125178" y="1003822"/>
                  </a:lnTo>
                  <a:lnTo>
                    <a:pt x="1126250" y="1003077"/>
                  </a:lnTo>
                  <a:lnTo>
                    <a:pt x="1127321" y="1002338"/>
                  </a:lnTo>
                  <a:lnTo>
                    <a:pt x="1128393" y="1001604"/>
                  </a:lnTo>
                  <a:lnTo>
                    <a:pt x="1129465" y="1000875"/>
                  </a:lnTo>
                  <a:lnTo>
                    <a:pt x="1130536" y="1000153"/>
                  </a:lnTo>
                  <a:lnTo>
                    <a:pt x="1131608" y="999435"/>
                  </a:lnTo>
                  <a:lnTo>
                    <a:pt x="1132679" y="998724"/>
                  </a:lnTo>
                  <a:lnTo>
                    <a:pt x="1133751" y="998018"/>
                  </a:lnTo>
                  <a:lnTo>
                    <a:pt x="1134823" y="997318"/>
                  </a:lnTo>
                  <a:lnTo>
                    <a:pt x="1135894" y="996624"/>
                  </a:lnTo>
                  <a:lnTo>
                    <a:pt x="1136966" y="995936"/>
                  </a:lnTo>
                  <a:lnTo>
                    <a:pt x="1138037" y="995254"/>
                  </a:lnTo>
                  <a:lnTo>
                    <a:pt x="1139109" y="994577"/>
                  </a:lnTo>
                  <a:lnTo>
                    <a:pt x="1140181" y="993907"/>
                  </a:lnTo>
                  <a:lnTo>
                    <a:pt x="1141252" y="993242"/>
                  </a:lnTo>
                  <a:lnTo>
                    <a:pt x="1142324" y="992584"/>
                  </a:lnTo>
                  <a:lnTo>
                    <a:pt x="1143395" y="991932"/>
                  </a:lnTo>
                  <a:lnTo>
                    <a:pt x="1144467" y="991286"/>
                  </a:lnTo>
                  <a:lnTo>
                    <a:pt x="1145539" y="990646"/>
                  </a:lnTo>
                  <a:lnTo>
                    <a:pt x="1146610" y="990012"/>
                  </a:lnTo>
                  <a:lnTo>
                    <a:pt x="1147682" y="989385"/>
                  </a:lnTo>
                  <a:lnTo>
                    <a:pt x="1148753" y="988764"/>
                  </a:lnTo>
                  <a:lnTo>
                    <a:pt x="1149825" y="988149"/>
                  </a:lnTo>
                  <a:lnTo>
                    <a:pt x="1150897" y="987540"/>
                  </a:lnTo>
                  <a:lnTo>
                    <a:pt x="1151968" y="986938"/>
                  </a:lnTo>
                  <a:lnTo>
                    <a:pt x="1153040" y="986342"/>
                  </a:lnTo>
                  <a:lnTo>
                    <a:pt x="1154111" y="985752"/>
                  </a:lnTo>
                  <a:lnTo>
                    <a:pt x="1155183" y="985168"/>
                  </a:lnTo>
                  <a:lnTo>
                    <a:pt x="1156255" y="984591"/>
                  </a:lnTo>
                  <a:lnTo>
                    <a:pt x="1157326" y="984020"/>
                  </a:lnTo>
                  <a:lnTo>
                    <a:pt x="1158398" y="983455"/>
                  </a:lnTo>
                  <a:lnTo>
                    <a:pt x="1159469" y="982897"/>
                  </a:lnTo>
                  <a:lnTo>
                    <a:pt x="1160541" y="982345"/>
                  </a:lnTo>
                  <a:lnTo>
                    <a:pt x="1161613" y="981799"/>
                  </a:lnTo>
                  <a:lnTo>
                    <a:pt x="1162684" y="981259"/>
                  </a:lnTo>
                  <a:lnTo>
                    <a:pt x="1163756" y="980726"/>
                  </a:lnTo>
                  <a:lnTo>
                    <a:pt x="1164827" y="980199"/>
                  </a:lnTo>
                  <a:lnTo>
                    <a:pt x="1165899" y="979678"/>
                  </a:lnTo>
                  <a:lnTo>
                    <a:pt x="1166971" y="979163"/>
                  </a:lnTo>
                  <a:lnTo>
                    <a:pt x="1168042" y="978655"/>
                  </a:lnTo>
                  <a:lnTo>
                    <a:pt x="1169114" y="978153"/>
                  </a:lnTo>
                  <a:lnTo>
                    <a:pt x="1170185" y="977658"/>
                  </a:lnTo>
                  <a:lnTo>
                    <a:pt x="1171257" y="977168"/>
                  </a:lnTo>
                  <a:lnTo>
                    <a:pt x="1172329" y="976685"/>
                  </a:lnTo>
                  <a:lnTo>
                    <a:pt x="1173400" y="976208"/>
                  </a:lnTo>
                  <a:lnTo>
                    <a:pt x="1174472" y="975737"/>
                  </a:lnTo>
                  <a:lnTo>
                    <a:pt x="1175543" y="975273"/>
                  </a:lnTo>
                  <a:lnTo>
                    <a:pt x="1176615" y="974815"/>
                  </a:lnTo>
                  <a:lnTo>
                    <a:pt x="1177687" y="974363"/>
                  </a:lnTo>
                  <a:lnTo>
                    <a:pt x="1178758" y="973917"/>
                  </a:lnTo>
                  <a:lnTo>
                    <a:pt x="1179830" y="973478"/>
                  </a:lnTo>
                  <a:lnTo>
                    <a:pt x="1180901" y="973044"/>
                  </a:lnTo>
                  <a:lnTo>
                    <a:pt x="1181973" y="972617"/>
                  </a:lnTo>
                  <a:lnTo>
                    <a:pt x="1183045" y="972196"/>
                  </a:lnTo>
                  <a:lnTo>
                    <a:pt x="1184116" y="971782"/>
                  </a:lnTo>
                  <a:lnTo>
                    <a:pt x="1185188" y="971374"/>
                  </a:lnTo>
                  <a:lnTo>
                    <a:pt x="1186259" y="970971"/>
                  </a:lnTo>
                  <a:lnTo>
                    <a:pt x="1187331" y="970575"/>
                  </a:lnTo>
                  <a:lnTo>
                    <a:pt x="1188403" y="970185"/>
                  </a:lnTo>
                  <a:lnTo>
                    <a:pt x="1189474" y="969802"/>
                  </a:lnTo>
                  <a:lnTo>
                    <a:pt x="1190546" y="969424"/>
                  </a:lnTo>
                  <a:lnTo>
                    <a:pt x="1191617" y="969053"/>
                  </a:lnTo>
                  <a:lnTo>
                    <a:pt x="1192689" y="968688"/>
                  </a:lnTo>
                  <a:lnTo>
                    <a:pt x="1193761" y="968329"/>
                  </a:lnTo>
                  <a:lnTo>
                    <a:pt x="1194832" y="967976"/>
                  </a:lnTo>
                  <a:lnTo>
                    <a:pt x="1195904" y="967629"/>
                  </a:lnTo>
                  <a:lnTo>
                    <a:pt x="1196975" y="967288"/>
                  </a:lnTo>
                  <a:lnTo>
                    <a:pt x="1198047" y="966954"/>
                  </a:lnTo>
                  <a:lnTo>
                    <a:pt x="1199119" y="966625"/>
                  </a:lnTo>
                  <a:lnTo>
                    <a:pt x="1200190" y="966303"/>
                  </a:lnTo>
                  <a:lnTo>
                    <a:pt x="1201262" y="965986"/>
                  </a:lnTo>
                  <a:lnTo>
                    <a:pt x="1202333" y="965676"/>
                  </a:lnTo>
                  <a:lnTo>
                    <a:pt x="1203405" y="965372"/>
                  </a:lnTo>
                  <a:lnTo>
                    <a:pt x="1204477" y="965074"/>
                  </a:lnTo>
                  <a:lnTo>
                    <a:pt x="1205548" y="964782"/>
                  </a:lnTo>
                  <a:lnTo>
                    <a:pt x="1206620" y="964495"/>
                  </a:lnTo>
                  <a:lnTo>
                    <a:pt x="1207691" y="964215"/>
                  </a:lnTo>
                  <a:lnTo>
                    <a:pt x="1208763" y="963941"/>
                  </a:lnTo>
                  <a:lnTo>
                    <a:pt x="1209835" y="963673"/>
                  </a:lnTo>
                  <a:lnTo>
                    <a:pt x="1210906" y="963411"/>
                  </a:lnTo>
                  <a:lnTo>
                    <a:pt x="1211978" y="963155"/>
                  </a:lnTo>
                  <a:lnTo>
                    <a:pt x="1213049" y="962904"/>
                  </a:lnTo>
                  <a:lnTo>
                    <a:pt x="1214121" y="962660"/>
                  </a:lnTo>
                  <a:lnTo>
                    <a:pt x="1215193" y="962421"/>
                  </a:lnTo>
                  <a:lnTo>
                    <a:pt x="1216264" y="962189"/>
                  </a:lnTo>
                  <a:lnTo>
                    <a:pt x="1217336" y="961962"/>
                  </a:lnTo>
                  <a:lnTo>
                    <a:pt x="1218407" y="961741"/>
                  </a:lnTo>
                  <a:lnTo>
                    <a:pt x="1219479" y="961526"/>
                  </a:lnTo>
                  <a:lnTo>
                    <a:pt x="1220551" y="961317"/>
                  </a:lnTo>
                  <a:lnTo>
                    <a:pt x="1221622" y="961114"/>
                  </a:lnTo>
                  <a:lnTo>
                    <a:pt x="1222694" y="960916"/>
                  </a:lnTo>
                  <a:lnTo>
                    <a:pt x="1223765" y="960725"/>
                  </a:lnTo>
                  <a:lnTo>
                    <a:pt x="1224837" y="960539"/>
                  </a:lnTo>
                  <a:lnTo>
                    <a:pt x="1225909" y="960359"/>
                  </a:lnTo>
                  <a:lnTo>
                    <a:pt x="1226980" y="960184"/>
                  </a:lnTo>
                  <a:lnTo>
                    <a:pt x="1228052" y="960016"/>
                  </a:lnTo>
                  <a:lnTo>
                    <a:pt x="1229123" y="959853"/>
                  </a:lnTo>
                  <a:lnTo>
                    <a:pt x="1230195" y="959695"/>
                  </a:lnTo>
                  <a:lnTo>
                    <a:pt x="1231267" y="959544"/>
                  </a:lnTo>
                  <a:lnTo>
                    <a:pt x="1232338" y="959398"/>
                  </a:lnTo>
                  <a:lnTo>
                    <a:pt x="1233410" y="959258"/>
                  </a:lnTo>
                  <a:lnTo>
                    <a:pt x="1234481" y="959123"/>
                  </a:lnTo>
                  <a:lnTo>
                    <a:pt x="1235553" y="958994"/>
                  </a:lnTo>
                  <a:lnTo>
                    <a:pt x="1236625" y="958871"/>
                  </a:lnTo>
                  <a:lnTo>
                    <a:pt x="1237696" y="958753"/>
                  </a:lnTo>
                  <a:lnTo>
                    <a:pt x="1238768" y="958641"/>
                  </a:lnTo>
                  <a:lnTo>
                    <a:pt x="1239839" y="958534"/>
                  </a:lnTo>
                  <a:lnTo>
                    <a:pt x="1240911" y="958433"/>
                  </a:lnTo>
                  <a:lnTo>
                    <a:pt x="1241983" y="958337"/>
                  </a:lnTo>
                  <a:lnTo>
                    <a:pt x="1243054" y="958247"/>
                  </a:lnTo>
                  <a:lnTo>
                    <a:pt x="1244126" y="958162"/>
                  </a:lnTo>
                  <a:lnTo>
                    <a:pt x="1245197" y="958083"/>
                  </a:lnTo>
                  <a:lnTo>
                    <a:pt x="1246269" y="958009"/>
                  </a:lnTo>
                  <a:lnTo>
                    <a:pt x="1247340" y="957941"/>
                  </a:lnTo>
                  <a:lnTo>
                    <a:pt x="1248412" y="957878"/>
                  </a:lnTo>
                  <a:lnTo>
                    <a:pt x="1249484" y="957820"/>
                  </a:lnTo>
                  <a:lnTo>
                    <a:pt x="1250555" y="957768"/>
                  </a:lnTo>
                  <a:lnTo>
                    <a:pt x="1251627" y="957721"/>
                  </a:lnTo>
                  <a:lnTo>
                    <a:pt x="1252698" y="957680"/>
                  </a:lnTo>
                  <a:lnTo>
                    <a:pt x="1253770" y="957643"/>
                  </a:lnTo>
                  <a:lnTo>
                    <a:pt x="1254842" y="957612"/>
                  </a:lnTo>
                  <a:lnTo>
                    <a:pt x="1255913" y="957587"/>
                  </a:lnTo>
                  <a:lnTo>
                    <a:pt x="1256985" y="957566"/>
                  </a:lnTo>
                  <a:lnTo>
                    <a:pt x="1258056" y="957551"/>
                  </a:lnTo>
                  <a:lnTo>
                    <a:pt x="1259128" y="957541"/>
                  </a:lnTo>
                  <a:lnTo>
                    <a:pt x="1260200" y="957536"/>
                  </a:lnTo>
                  <a:lnTo>
                    <a:pt x="1261271" y="957536"/>
                  </a:lnTo>
                  <a:lnTo>
                    <a:pt x="1262343" y="957541"/>
                  </a:lnTo>
                  <a:lnTo>
                    <a:pt x="1263414" y="957552"/>
                  </a:lnTo>
                  <a:lnTo>
                    <a:pt x="1264486" y="957567"/>
                  </a:lnTo>
                  <a:lnTo>
                    <a:pt x="1265558" y="957588"/>
                  </a:lnTo>
                  <a:lnTo>
                    <a:pt x="1266629" y="957613"/>
                  </a:lnTo>
                  <a:lnTo>
                    <a:pt x="1267701" y="957644"/>
                  </a:lnTo>
                  <a:lnTo>
                    <a:pt x="1268772" y="957680"/>
                  </a:lnTo>
                  <a:lnTo>
                    <a:pt x="1269844" y="957720"/>
                  </a:lnTo>
                  <a:lnTo>
                    <a:pt x="1270916" y="957766"/>
                  </a:lnTo>
                  <a:lnTo>
                    <a:pt x="1271987" y="957816"/>
                  </a:lnTo>
                  <a:lnTo>
                    <a:pt x="1273059" y="957872"/>
                  </a:lnTo>
                  <a:lnTo>
                    <a:pt x="1274130" y="957932"/>
                  </a:lnTo>
                  <a:lnTo>
                    <a:pt x="1275202" y="957997"/>
                  </a:lnTo>
                  <a:lnTo>
                    <a:pt x="1276274" y="958067"/>
                  </a:lnTo>
                  <a:lnTo>
                    <a:pt x="1277345" y="958142"/>
                  </a:lnTo>
                  <a:lnTo>
                    <a:pt x="1278417" y="958222"/>
                  </a:lnTo>
                  <a:lnTo>
                    <a:pt x="1279488" y="958306"/>
                  </a:lnTo>
                  <a:lnTo>
                    <a:pt x="1280560" y="958395"/>
                  </a:lnTo>
                  <a:lnTo>
                    <a:pt x="1281632" y="958489"/>
                  </a:lnTo>
                  <a:lnTo>
                    <a:pt x="1282703" y="958588"/>
                  </a:lnTo>
                  <a:lnTo>
                    <a:pt x="1283775" y="958691"/>
                  </a:lnTo>
                  <a:lnTo>
                    <a:pt x="1284846" y="958799"/>
                  </a:lnTo>
                  <a:lnTo>
                    <a:pt x="1285918" y="958911"/>
                  </a:lnTo>
                  <a:lnTo>
                    <a:pt x="1286990" y="959028"/>
                  </a:lnTo>
                  <a:lnTo>
                    <a:pt x="1288061" y="959150"/>
                  </a:lnTo>
                  <a:lnTo>
                    <a:pt x="1289133" y="959276"/>
                  </a:lnTo>
                  <a:lnTo>
                    <a:pt x="1290204" y="959407"/>
                  </a:lnTo>
                  <a:lnTo>
                    <a:pt x="1291276" y="959542"/>
                  </a:lnTo>
                  <a:lnTo>
                    <a:pt x="1292348" y="959682"/>
                  </a:lnTo>
                  <a:lnTo>
                    <a:pt x="1293419" y="959827"/>
                  </a:lnTo>
                  <a:lnTo>
                    <a:pt x="1294491" y="959975"/>
                  </a:lnTo>
                  <a:lnTo>
                    <a:pt x="1295562" y="960128"/>
                  </a:lnTo>
                  <a:lnTo>
                    <a:pt x="1296634" y="960286"/>
                  </a:lnTo>
                  <a:lnTo>
                    <a:pt x="1297706" y="960448"/>
                  </a:lnTo>
                  <a:lnTo>
                    <a:pt x="1298777" y="960614"/>
                  </a:lnTo>
                  <a:lnTo>
                    <a:pt x="1299849" y="960784"/>
                  </a:lnTo>
                  <a:lnTo>
                    <a:pt x="1300920" y="960959"/>
                  </a:lnTo>
                  <a:lnTo>
                    <a:pt x="1301992" y="961138"/>
                  </a:lnTo>
                  <a:lnTo>
                    <a:pt x="1303064" y="961322"/>
                  </a:lnTo>
                  <a:lnTo>
                    <a:pt x="1304135" y="961509"/>
                  </a:lnTo>
                  <a:lnTo>
                    <a:pt x="1305207" y="961701"/>
                  </a:lnTo>
                  <a:lnTo>
                    <a:pt x="1306278" y="961897"/>
                  </a:lnTo>
                  <a:lnTo>
                    <a:pt x="1307350" y="962096"/>
                  </a:lnTo>
                  <a:lnTo>
                    <a:pt x="1308422" y="962301"/>
                  </a:lnTo>
                  <a:lnTo>
                    <a:pt x="1309493" y="962509"/>
                  </a:lnTo>
                  <a:lnTo>
                    <a:pt x="1310565" y="962721"/>
                  </a:lnTo>
                  <a:lnTo>
                    <a:pt x="1311636" y="962937"/>
                  </a:lnTo>
                  <a:lnTo>
                    <a:pt x="1312708" y="963157"/>
                  </a:lnTo>
                  <a:lnTo>
                    <a:pt x="1313780" y="963382"/>
                  </a:lnTo>
                  <a:lnTo>
                    <a:pt x="1314851" y="963610"/>
                  </a:lnTo>
                  <a:lnTo>
                    <a:pt x="1315923" y="963842"/>
                  </a:lnTo>
                  <a:lnTo>
                    <a:pt x="1316994" y="964078"/>
                  </a:lnTo>
                  <a:lnTo>
                    <a:pt x="1318066" y="964318"/>
                  </a:lnTo>
                  <a:lnTo>
                    <a:pt x="1319138" y="964562"/>
                  </a:lnTo>
                  <a:lnTo>
                    <a:pt x="1320209" y="964809"/>
                  </a:lnTo>
                  <a:lnTo>
                    <a:pt x="1321281" y="965060"/>
                  </a:lnTo>
                  <a:lnTo>
                    <a:pt x="1322352" y="965316"/>
                  </a:lnTo>
                  <a:lnTo>
                    <a:pt x="1323424" y="965574"/>
                  </a:lnTo>
                  <a:lnTo>
                    <a:pt x="1324496" y="965837"/>
                  </a:lnTo>
                  <a:lnTo>
                    <a:pt x="1325567" y="966103"/>
                  </a:lnTo>
                  <a:lnTo>
                    <a:pt x="1326639" y="966373"/>
                  </a:lnTo>
                  <a:lnTo>
                    <a:pt x="1327710" y="966647"/>
                  </a:lnTo>
                  <a:lnTo>
                    <a:pt x="1328782" y="966924"/>
                  </a:lnTo>
                  <a:lnTo>
                    <a:pt x="1329854" y="967204"/>
                  </a:lnTo>
                  <a:lnTo>
                    <a:pt x="1330925" y="967489"/>
                  </a:lnTo>
                  <a:lnTo>
                    <a:pt x="1331997" y="967777"/>
                  </a:lnTo>
                  <a:lnTo>
                    <a:pt x="1333068" y="968068"/>
                  </a:lnTo>
                  <a:lnTo>
                    <a:pt x="1334140" y="968363"/>
                  </a:lnTo>
                  <a:lnTo>
                    <a:pt x="1335212" y="968661"/>
                  </a:lnTo>
                  <a:lnTo>
                    <a:pt x="1336283" y="968962"/>
                  </a:lnTo>
                  <a:lnTo>
                    <a:pt x="1337355" y="969267"/>
                  </a:lnTo>
                  <a:lnTo>
                    <a:pt x="1338426" y="969576"/>
                  </a:lnTo>
                  <a:lnTo>
                    <a:pt x="1339498" y="969888"/>
                  </a:lnTo>
                  <a:lnTo>
                    <a:pt x="1340570" y="970203"/>
                  </a:lnTo>
                  <a:lnTo>
                    <a:pt x="1341641" y="970521"/>
                  </a:lnTo>
                  <a:lnTo>
                    <a:pt x="1342713" y="970843"/>
                  </a:lnTo>
                  <a:lnTo>
                    <a:pt x="1343784" y="971167"/>
                  </a:lnTo>
                  <a:lnTo>
                    <a:pt x="1344856" y="971495"/>
                  </a:lnTo>
                  <a:lnTo>
                    <a:pt x="1345928" y="971826"/>
                  </a:lnTo>
                  <a:lnTo>
                    <a:pt x="1346999" y="972161"/>
                  </a:lnTo>
                  <a:lnTo>
                    <a:pt x="1348071" y="972498"/>
                  </a:lnTo>
                  <a:lnTo>
                    <a:pt x="1349142" y="972839"/>
                  </a:lnTo>
                  <a:lnTo>
                    <a:pt x="1350214" y="973182"/>
                  </a:lnTo>
                  <a:lnTo>
                    <a:pt x="1351286" y="973529"/>
                  </a:lnTo>
                  <a:lnTo>
                    <a:pt x="1352357" y="973879"/>
                  </a:lnTo>
                  <a:lnTo>
                    <a:pt x="1353429" y="974231"/>
                  </a:lnTo>
                  <a:lnTo>
                    <a:pt x="1354500" y="974587"/>
                  </a:lnTo>
                  <a:lnTo>
                    <a:pt x="1355572" y="974945"/>
                  </a:lnTo>
                  <a:lnTo>
                    <a:pt x="1356644" y="975306"/>
                  </a:lnTo>
                  <a:lnTo>
                    <a:pt x="1357715" y="975671"/>
                  </a:lnTo>
                  <a:lnTo>
                    <a:pt x="1358787" y="976038"/>
                  </a:lnTo>
                  <a:lnTo>
                    <a:pt x="1359858" y="976408"/>
                  </a:lnTo>
                  <a:lnTo>
                    <a:pt x="1360930" y="976780"/>
                  </a:lnTo>
                  <a:lnTo>
                    <a:pt x="1362002" y="977156"/>
                  </a:lnTo>
                  <a:lnTo>
                    <a:pt x="1363073" y="977534"/>
                  </a:lnTo>
                  <a:lnTo>
                    <a:pt x="1364145" y="977915"/>
                  </a:lnTo>
                  <a:lnTo>
                    <a:pt x="1365216" y="978298"/>
                  </a:lnTo>
                  <a:lnTo>
                    <a:pt x="1366288" y="978684"/>
                  </a:lnTo>
                  <a:lnTo>
                    <a:pt x="1367360" y="979073"/>
                  </a:lnTo>
                  <a:lnTo>
                    <a:pt x="1368431" y="979465"/>
                  </a:lnTo>
                  <a:lnTo>
                    <a:pt x="1369503" y="979859"/>
                  </a:lnTo>
                  <a:lnTo>
                    <a:pt x="1370574" y="980255"/>
                  </a:lnTo>
                  <a:lnTo>
                    <a:pt x="1371646" y="980654"/>
                  </a:lnTo>
                  <a:lnTo>
                    <a:pt x="1372718" y="981055"/>
                  </a:lnTo>
                  <a:lnTo>
                    <a:pt x="1373789" y="981459"/>
                  </a:lnTo>
                  <a:lnTo>
                    <a:pt x="1374861" y="981866"/>
                  </a:lnTo>
                  <a:lnTo>
                    <a:pt x="1375932" y="982274"/>
                  </a:lnTo>
                  <a:lnTo>
                    <a:pt x="1377004" y="982686"/>
                  </a:lnTo>
                  <a:lnTo>
                    <a:pt x="1378076" y="983099"/>
                  </a:lnTo>
                  <a:lnTo>
                    <a:pt x="1379147" y="983515"/>
                  </a:lnTo>
                  <a:lnTo>
                    <a:pt x="1380219" y="983933"/>
                  </a:lnTo>
                  <a:lnTo>
                    <a:pt x="1381290" y="984353"/>
                  </a:lnTo>
                  <a:lnTo>
                    <a:pt x="1382362" y="984775"/>
                  </a:lnTo>
                  <a:lnTo>
                    <a:pt x="1383434" y="985200"/>
                  </a:lnTo>
                  <a:lnTo>
                    <a:pt x="1384505" y="985627"/>
                  </a:lnTo>
                  <a:lnTo>
                    <a:pt x="1385577" y="986056"/>
                  </a:lnTo>
                  <a:lnTo>
                    <a:pt x="1386648" y="986487"/>
                  </a:lnTo>
                  <a:lnTo>
                    <a:pt x="1387720" y="986920"/>
                  </a:lnTo>
                  <a:lnTo>
                    <a:pt x="1388792" y="987356"/>
                  </a:lnTo>
                  <a:lnTo>
                    <a:pt x="1389863" y="987793"/>
                  </a:lnTo>
                  <a:lnTo>
                    <a:pt x="1390935" y="988232"/>
                  </a:lnTo>
                  <a:lnTo>
                    <a:pt x="1392006" y="988673"/>
                  </a:lnTo>
                  <a:lnTo>
                    <a:pt x="1393078" y="989117"/>
                  </a:lnTo>
                  <a:lnTo>
                    <a:pt x="1394150" y="989562"/>
                  </a:lnTo>
                  <a:lnTo>
                    <a:pt x="1395221" y="990009"/>
                  </a:lnTo>
                  <a:lnTo>
                    <a:pt x="1396293" y="990458"/>
                  </a:lnTo>
                  <a:lnTo>
                    <a:pt x="1397364" y="990908"/>
                  </a:lnTo>
                  <a:lnTo>
                    <a:pt x="1398436" y="991361"/>
                  </a:lnTo>
                  <a:lnTo>
                    <a:pt x="1399508" y="991815"/>
                  </a:lnTo>
                  <a:lnTo>
                    <a:pt x="1400579" y="992271"/>
                  </a:lnTo>
                  <a:lnTo>
                    <a:pt x="1401651" y="992729"/>
                  </a:lnTo>
                  <a:lnTo>
                    <a:pt x="1402722" y="993189"/>
                  </a:lnTo>
                  <a:lnTo>
                    <a:pt x="1403794" y="993650"/>
                  </a:lnTo>
                  <a:lnTo>
                    <a:pt x="1404866" y="994113"/>
                  </a:lnTo>
                  <a:lnTo>
                    <a:pt x="1405937" y="994577"/>
                  </a:lnTo>
                  <a:lnTo>
                    <a:pt x="1407009" y="995043"/>
                  </a:lnTo>
                  <a:lnTo>
                    <a:pt x="1408080" y="995511"/>
                  </a:lnTo>
                  <a:lnTo>
                    <a:pt x="1409152" y="995980"/>
                  </a:lnTo>
                  <a:lnTo>
                    <a:pt x="1410224" y="996450"/>
                  </a:lnTo>
                  <a:lnTo>
                    <a:pt x="1411295" y="996922"/>
                  </a:lnTo>
                  <a:lnTo>
                    <a:pt x="1412367" y="997396"/>
                  </a:lnTo>
                  <a:lnTo>
                    <a:pt x="1413438" y="997871"/>
                  </a:lnTo>
                  <a:lnTo>
                    <a:pt x="1414510" y="998347"/>
                  </a:lnTo>
                  <a:lnTo>
                    <a:pt x="1415582" y="998825"/>
                  </a:lnTo>
                  <a:lnTo>
                    <a:pt x="1416653" y="999304"/>
                  </a:lnTo>
                  <a:lnTo>
                    <a:pt x="1417725" y="999784"/>
                  </a:lnTo>
                  <a:lnTo>
                    <a:pt x="1418796" y="1000266"/>
                  </a:lnTo>
                  <a:lnTo>
                    <a:pt x="1419868" y="1000749"/>
                  </a:lnTo>
                  <a:lnTo>
                    <a:pt x="1420939" y="1001233"/>
                  </a:lnTo>
                  <a:lnTo>
                    <a:pt x="1422011" y="1001718"/>
                  </a:lnTo>
                  <a:lnTo>
                    <a:pt x="1423083" y="1002204"/>
                  </a:lnTo>
                  <a:lnTo>
                    <a:pt x="1424154" y="1002692"/>
                  </a:lnTo>
                  <a:lnTo>
                    <a:pt x="1425226" y="1003181"/>
                  </a:lnTo>
                  <a:lnTo>
                    <a:pt x="1426297" y="1003670"/>
                  </a:lnTo>
                  <a:lnTo>
                    <a:pt x="1427369" y="1004161"/>
                  </a:lnTo>
                  <a:lnTo>
                    <a:pt x="1428441" y="1004653"/>
                  </a:lnTo>
                  <a:lnTo>
                    <a:pt x="1429512" y="1005146"/>
                  </a:lnTo>
                  <a:lnTo>
                    <a:pt x="1430584" y="1005640"/>
                  </a:lnTo>
                  <a:lnTo>
                    <a:pt x="1431655" y="1006135"/>
                  </a:lnTo>
                  <a:lnTo>
                    <a:pt x="1432727" y="1006631"/>
                  </a:lnTo>
                  <a:lnTo>
                    <a:pt x="1433799" y="1007127"/>
                  </a:lnTo>
                  <a:lnTo>
                    <a:pt x="1434870" y="1007625"/>
                  </a:lnTo>
                  <a:lnTo>
                    <a:pt x="1435942" y="1008123"/>
                  </a:lnTo>
                  <a:lnTo>
                    <a:pt x="1437013" y="1008622"/>
                  </a:lnTo>
                  <a:lnTo>
                    <a:pt x="1438085" y="1009122"/>
                  </a:lnTo>
                  <a:lnTo>
                    <a:pt x="1439157" y="1009623"/>
                  </a:lnTo>
                  <a:lnTo>
                    <a:pt x="1440228" y="1010125"/>
                  </a:lnTo>
                  <a:lnTo>
                    <a:pt x="1441300" y="1010627"/>
                  </a:lnTo>
                  <a:lnTo>
                    <a:pt x="1442371" y="1011130"/>
                  </a:lnTo>
                  <a:lnTo>
                    <a:pt x="1443443" y="1011633"/>
                  </a:lnTo>
                  <a:lnTo>
                    <a:pt x="1444515" y="1012138"/>
                  </a:lnTo>
                  <a:lnTo>
                    <a:pt x="1445586" y="1012642"/>
                  </a:lnTo>
                  <a:lnTo>
                    <a:pt x="1446658" y="1013148"/>
                  </a:lnTo>
                  <a:lnTo>
                    <a:pt x="1447729" y="1013654"/>
                  </a:lnTo>
                  <a:lnTo>
                    <a:pt x="1448801" y="1014160"/>
                  </a:lnTo>
                  <a:lnTo>
                    <a:pt x="1449873" y="1014667"/>
                  </a:lnTo>
                  <a:lnTo>
                    <a:pt x="1450944" y="1015174"/>
                  </a:lnTo>
                  <a:lnTo>
                    <a:pt x="1452016" y="1015682"/>
                  </a:lnTo>
                  <a:lnTo>
                    <a:pt x="1453087" y="1016190"/>
                  </a:lnTo>
                  <a:lnTo>
                    <a:pt x="1454159" y="1016699"/>
                  </a:lnTo>
                  <a:lnTo>
                    <a:pt x="1455231" y="1017208"/>
                  </a:lnTo>
                  <a:lnTo>
                    <a:pt x="1456302" y="1017717"/>
                  </a:lnTo>
                  <a:lnTo>
                    <a:pt x="1457374" y="1018227"/>
                  </a:lnTo>
                  <a:lnTo>
                    <a:pt x="1458445" y="1018737"/>
                  </a:lnTo>
                  <a:lnTo>
                    <a:pt x="1459517" y="1019247"/>
                  </a:lnTo>
                  <a:lnTo>
                    <a:pt x="1460589" y="1019758"/>
                  </a:lnTo>
                  <a:lnTo>
                    <a:pt x="1461660" y="1020268"/>
                  </a:lnTo>
                  <a:lnTo>
                    <a:pt x="1462732" y="1020779"/>
                  </a:lnTo>
                  <a:lnTo>
                    <a:pt x="1463803" y="1021290"/>
                  </a:lnTo>
                  <a:lnTo>
                    <a:pt x="1464875" y="1021801"/>
                  </a:lnTo>
                  <a:lnTo>
                    <a:pt x="1465947" y="1022313"/>
                  </a:lnTo>
                  <a:lnTo>
                    <a:pt x="1467018" y="1022824"/>
                  </a:lnTo>
                  <a:lnTo>
                    <a:pt x="1468090" y="1023335"/>
                  </a:lnTo>
                  <a:lnTo>
                    <a:pt x="1469161" y="1023847"/>
                  </a:lnTo>
                  <a:lnTo>
                    <a:pt x="1470233" y="1024358"/>
                  </a:lnTo>
                  <a:lnTo>
                    <a:pt x="1471305" y="1024869"/>
                  </a:lnTo>
                  <a:lnTo>
                    <a:pt x="1472376" y="1025381"/>
                  </a:lnTo>
                  <a:lnTo>
                    <a:pt x="1473448" y="1025892"/>
                  </a:lnTo>
                  <a:lnTo>
                    <a:pt x="1474519" y="1026403"/>
                  </a:lnTo>
                  <a:lnTo>
                    <a:pt x="1475591" y="1026914"/>
                  </a:lnTo>
                  <a:lnTo>
                    <a:pt x="1476663" y="1027425"/>
                  </a:lnTo>
                  <a:lnTo>
                    <a:pt x="1477734" y="1027935"/>
                  </a:lnTo>
                  <a:lnTo>
                    <a:pt x="1478806" y="1028446"/>
                  </a:lnTo>
                  <a:lnTo>
                    <a:pt x="1479877" y="1028956"/>
                  </a:lnTo>
                  <a:lnTo>
                    <a:pt x="1480949" y="1029466"/>
                  </a:lnTo>
                  <a:lnTo>
                    <a:pt x="1482021" y="1029976"/>
                  </a:lnTo>
                  <a:lnTo>
                    <a:pt x="1483092" y="1030485"/>
                  </a:lnTo>
                  <a:lnTo>
                    <a:pt x="1484164" y="1030994"/>
                  </a:lnTo>
                  <a:lnTo>
                    <a:pt x="1485235" y="1031503"/>
                  </a:lnTo>
                  <a:lnTo>
                    <a:pt x="1486307" y="1032011"/>
                  </a:lnTo>
                  <a:lnTo>
                    <a:pt x="1487379" y="1032519"/>
                  </a:lnTo>
                  <a:lnTo>
                    <a:pt x="1488450" y="1033026"/>
                  </a:lnTo>
                  <a:lnTo>
                    <a:pt x="1489522" y="1033533"/>
                  </a:lnTo>
                  <a:lnTo>
                    <a:pt x="1490593" y="1034040"/>
                  </a:lnTo>
                  <a:lnTo>
                    <a:pt x="1491665" y="1034546"/>
                  </a:lnTo>
                  <a:lnTo>
                    <a:pt x="1492737" y="1035052"/>
                  </a:lnTo>
                  <a:lnTo>
                    <a:pt x="1493808" y="1035557"/>
                  </a:lnTo>
                  <a:lnTo>
                    <a:pt x="1494880" y="1036061"/>
                  </a:lnTo>
                  <a:lnTo>
                    <a:pt x="1495951" y="1036565"/>
                  </a:lnTo>
                  <a:lnTo>
                    <a:pt x="1497023" y="1037068"/>
                  </a:lnTo>
                  <a:lnTo>
                    <a:pt x="1498095" y="1037570"/>
                  </a:lnTo>
                  <a:lnTo>
                    <a:pt x="1499166" y="1038072"/>
                  </a:lnTo>
                  <a:lnTo>
                    <a:pt x="1500238" y="1038573"/>
                  </a:lnTo>
                  <a:lnTo>
                    <a:pt x="1501309" y="1039074"/>
                  </a:lnTo>
                  <a:lnTo>
                    <a:pt x="1502381" y="1039573"/>
                  </a:lnTo>
                  <a:lnTo>
                    <a:pt x="1503453" y="1040072"/>
                  </a:lnTo>
                  <a:lnTo>
                    <a:pt x="1504524" y="1040570"/>
                  </a:lnTo>
                  <a:lnTo>
                    <a:pt x="1505596" y="1041068"/>
                  </a:lnTo>
                  <a:lnTo>
                    <a:pt x="1506667" y="1041564"/>
                  </a:lnTo>
                  <a:lnTo>
                    <a:pt x="1507739" y="1042060"/>
                  </a:lnTo>
                  <a:lnTo>
                    <a:pt x="1508811" y="1042554"/>
                  </a:lnTo>
                  <a:lnTo>
                    <a:pt x="1509882" y="1043048"/>
                  </a:lnTo>
                  <a:lnTo>
                    <a:pt x="1510954" y="1043541"/>
                  </a:lnTo>
                  <a:lnTo>
                    <a:pt x="1512025" y="1044033"/>
                  </a:lnTo>
                  <a:lnTo>
                    <a:pt x="1513097" y="1044523"/>
                  </a:lnTo>
                  <a:lnTo>
                    <a:pt x="1514169" y="1045013"/>
                  </a:lnTo>
                  <a:lnTo>
                    <a:pt x="1515240" y="1045502"/>
                  </a:lnTo>
                  <a:lnTo>
                    <a:pt x="1516312" y="1045990"/>
                  </a:lnTo>
                  <a:lnTo>
                    <a:pt x="1517383" y="1046477"/>
                  </a:lnTo>
                  <a:lnTo>
                    <a:pt x="1518455" y="1046962"/>
                  </a:lnTo>
                  <a:lnTo>
                    <a:pt x="1519527" y="1047447"/>
                  </a:lnTo>
                  <a:lnTo>
                    <a:pt x="1520598" y="1047930"/>
                  </a:lnTo>
                  <a:lnTo>
                    <a:pt x="1521670" y="1048412"/>
                  </a:lnTo>
                  <a:lnTo>
                    <a:pt x="1522741" y="1048893"/>
                  </a:lnTo>
                  <a:lnTo>
                    <a:pt x="1523813" y="1049373"/>
                  </a:lnTo>
                  <a:lnTo>
                    <a:pt x="1524885" y="1049851"/>
                  </a:lnTo>
                  <a:lnTo>
                    <a:pt x="1525956" y="1050328"/>
                  </a:lnTo>
                  <a:lnTo>
                    <a:pt x="1527028" y="1050804"/>
                  </a:lnTo>
                  <a:lnTo>
                    <a:pt x="1528099" y="1051279"/>
                  </a:lnTo>
                  <a:lnTo>
                    <a:pt x="1529171" y="1051752"/>
                  </a:lnTo>
                  <a:lnTo>
                    <a:pt x="1530243" y="1052224"/>
                  </a:lnTo>
                  <a:lnTo>
                    <a:pt x="1531314" y="1052695"/>
                  </a:lnTo>
                  <a:lnTo>
                    <a:pt x="1532386" y="1053164"/>
                  </a:lnTo>
                  <a:lnTo>
                    <a:pt x="1533457" y="1053632"/>
                  </a:lnTo>
                  <a:lnTo>
                    <a:pt x="1534529" y="1054098"/>
                  </a:lnTo>
                  <a:lnTo>
                    <a:pt x="1535601" y="1054563"/>
                  </a:lnTo>
                  <a:lnTo>
                    <a:pt x="1536672" y="1055026"/>
                  </a:lnTo>
                  <a:lnTo>
                    <a:pt x="1537744" y="1055488"/>
                  </a:lnTo>
                  <a:lnTo>
                    <a:pt x="1538815" y="1055948"/>
                  </a:lnTo>
                  <a:lnTo>
                    <a:pt x="1539887" y="1056407"/>
                  </a:lnTo>
                  <a:lnTo>
                    <a:pt x="1540959" y="1056864"/>
                  </a:lnTo>
                  <a:lnTo>
                    <a:pt x="1542030" y="1057320"/>
                  </a:lnTo>
                  <a:lnTo>
                    <a:pt x="1543102" y="1057774"/>
                  </a:lnTo>
                  <a:lnTo>
                    <a:pt x="1544173" y="1058226"/>
                  </a:lnTo>
                  <a:lnTo>
                    <a:pt x="1545245" y="1058677"/>
                  </a:lnTo>
                  <a:lnTo>
                    <a:pt x="1546317" y="1059126"/>
                  </a:lnTo>
                  <a:lnTo>
                    <a:pt x="1547388" y="1059573"/>
                  </a:lnTo>
                  <a:lnTo>
                    <a:pt x="1548460" y="1060019"/>
                  </a:lnTo>
                  <a:lnTo>
                    <a:pt x="1549531" y="1060463"/>
                  </a:lnTo>
                  <a:lnTo>
                    <a:pt x="1550603" y="1060905"/>
                  </a:lnTo>
                  <a:lnTo>
                    <a:pt x="1551675" y="1061345"/>
                  </a:lnTo>
                  <a:lnTo>
                    <a:pt x="1552746" y="1061784"/>
                  </a:lnTo>
                  <a:lnTo>
                    <a:pt x="1553818" y="1062220"/>
                  </a:lnTo>
                  <a:lnTo>
                    <a:pt x="1554889" y="1062655"/>
                  </a:lnTo>
                  <a:lnTo>
                    <a:pt x="1555961" y="1063088"/>
                  </a:lnTo>
                  <a:lnTo>
                    <a:pt x="1557033" y="1063519"/>
                  </a:lnTo>
                  <a:lnTo>
                    <a:pt x="1558104" y="1063948"/>
                  </a:lnTo>
                  <a:lnTo>
                    <a:pt x="1559176" y="1064376"/>
                  </a:lnTo>
                  <a:lnTo>
                    <a:pt x="1560247" y="1064801"/>
                  </a:lnTo>
                  <a:lnTo>
                    <a:pt x="1561319" y="1065224"/>
                  </a:lnTo>
                  <a:lnTo>
                    <a:pt x="1562391" y="1065646"/>
                  </a:lnTo>
                  <a:lnTo>
                    <a:pt x="1563462" y="1066065"/>
                  </a:lnTo>
                  <a:lnTo>
                    <a:pt x="1564534" y="1066482"/>
                  </a:lnTo>
                  <a:lnTo>
                    <a:pt x="1565605" y="1066897"/>
                  </a:lnTo>
                  <a:lnTo>
                    <a:pt x="1566677" y="1067311"/>
                  </a:lnTo>
                  <a:lnTo>
                    <a:pt x="1567749" y="1067722"/>
                  </a:lnTo>
                  <a:lnTo>
                    <a:pt x="1568820" y="1068131"/>
                  </a:lnTo>
                  <a:lnTo>
                    <a:pt x="1569892" y="1068538"/>
                  </a:lnTo>
                  <a:lnTo>
                    <a:pt x="1570963" y="1068942"/>
                  </a:lnTo>
                  <a:lnTo>
                    <a:pt x="1572035" y="1069345"/>
                  </a:lnTo>
                  <a:lnTo>
                    <a:pt x="1573107" y="1069745"/>
                  </a:lnTo>
                  <a:lnTo>
                    <a:pt x="1574178" y="1070143"/>
                  </a:lnTo>
                  <a:lnTo>
                    <a:pt x="1575250" y="1070539"/>
                  </a:lnTo>
                  <a:lnTo>
                    <a:pt x="1576321" y="1070933"/>
                  </a:lnTo>
                  <a:lnTo>
                    <a:pt x="1577393" y="1071325"/>
                  </a:lnTo>
                  <a:lnTo>
                    <a:pt x="1578465" y="1071714"/>
                  </a:lnTo>
                  <a:lnTo>
                    <a:pt x="1579536" y="1072101"/>
                  </a:lnTo>
                  <a:lnTo>
                    <a:pt x="1580608" y="1072485"/>
                  </a:lnTo>
                  <a:lnTo>
                    <a:pt x="1581679" y="1072867"/>
                  </a:lnTo>
                  <a:lnTo>
                    <a:pt x="1582751" y="1073247"/>
                  </a:lnTo>
                  <a:lnTo>
                    <a:pt x="1583823" y="1073625"/>
                  </a:lnTo>
                  <a:lnTo>
                    <a:pt x="1584894" y="1074000"/>
                  </a:lnTo>
                  <a:lnTo>
                    <a:pt x="1585966" y="1074373"/>
                  </a:lnTo>
                  <a:lnTo>
                    <a:pt x="1587037" y="1074743"/>
                  </a:lnTo>
                  <a:lnTo>
                    <a:pt x="1588109" y="1075111"/>
                  </a:lnTo>
                  <a:lnTo>
                    <a:pt x="1589181" y="1075477"/>
                  </a:lnTo>
                  <a:lnTo>
                    <a:pt x="1590252" y="1075840"/>
                  </a:lnTo>
                  <a:lnTo>
                    <a:pt x="1591324" y="1076200"/>
                  </a:lnTo>
                  <a:lnTo>
                    <a:pt x="1592395" y="1076558"/>
                  </a:lnTo>
                  <a:lnTo>
                    <a:pt x="1593467" y="1076914"/>
                  </a:lnTo>
                  <a:lnTo>
                    <a:pt x="1594539" y="1077267"/>
                  </a:lnTo>
                  <a:lnTo>
                    <a:pt x="1595610" y="1077617"/>
                  </a:lnTo>
                  <a:lnTo>
                    <a:pt x="1596682" y="1077965"/>
                  </a:lnTo>
                  <a:lnTo>
                    <a:pt x="1597753" y="1078310"/>
                  </a:lnTo>
                  <a:lnTo>
                    <a:pt x="1598825" y="1078653"/>
                  </a:lnTo>
                  <a:lnTo>
                    <a:pt x="1599896" y="1078993"/>
                  </a:lnTo>
                  <a:lnTo>
                    <a:pt x="1600968" y="1079330"/>
                  </a:lnTo>
                  <a:lnTo>
                    <a:pt x="1602040" y="1079665"/>
                  </a:lnTo>
                  <a:lnTo>
                    <a:pt x="1603111" y="1079997"/>
                  </a:lnTo>
                  <a:lnTo>
                    <a:pt x="1604183" y="1080326"/>
                  </a:lnTo>
                  <a:lnTo>
                    <a:pt x="1605254" y="1080653"/>
                  </a:lnTo>
                  <a:lnTo>
                    <a:pt x="1606326" y="1080977"/>
                  </a:lnTo>
                  <a:lnTo>
                    <a:pt x="1607398" y="1081298"/>
                  </a:lnTo>
                  <a:lnTo>
                    <a:pt x="1608469" y="1081617"/>
                  </a:lnTo>
                  <a:lnTo>
                    <a:pt x="1609541" y="1081933"/>
                  </a:lnTo>
                  <a:lnTo>
                    <a:pt x="1610612" y="1082246"/>
                  </a:lnTo>
                  <a:lnTo>
                    <a:pt x="1611684" y="1082556"/>
                  </a:lnTo>
                  <a:lnTo>
                    <a:pt x="1612756" y="1082863"/>
                  </a:lnTo>
                  <a:lnTo>
                    <a:pt x="1613827" y="1083168"/>
                  </a:lnTo>
                  <a:lnTo>
                    <a:pt x="1614899" y="1083470"/>
                  </a:lnTo>
                  <a:lnTo>
                    <a:pt x="1615970" y="1083769"/>
                  </a:lnTo>
                  <a:lnTo>
                    <a:pt x="1617042" y="1084065"/>
                  </a:lnTo>
                  <a:lnTo>
                    <a:pt x="1618114" y="1084358"/>
                  </a:lnTo>
                  <a:lnTo>
                    <a:pt x="1619185" y="1084649"/>
                  </a:lnTo>
                  <a:lnTo>
                    <a:pt x="1620257" y="1084936"/>
                  </a:lnTo>
                  <a:lnTo>
                    <a:pt x="1621328" y="1085221"/>
                  </a:lnTo>
                  <a:lnTo>
                    <a:pt x="1622400" y="1085502"/>
                  </a:lnTo>
                  <a:lnTo>
                    <a:pt x="1623472" y="1085781"/>
                  </a:lnTo>
                  <a:lnTo>
                    <a:pt x="1624543" y="1086057"/>
                  </a:lnTo>
                  <a:lnTo>
                    <a:pt x="1625615" y="1086330"/>
                  </a:lnTo>
                  <a:lnTo>
                    <a:pt x="1626686" y="1086600"/>
                  </a:lnTo>
                  <a:lnTo>
                    <a:pt x="1627758" y="1086867"/>
                  </a:lnTo>
                  <a:lnTo>
                    <a:pt x="1628830" y="1087131"/>
                  </a:lnTo>
                  <a:lnTo>
                    <a:pt x="1629901" y="1087392"/>
                  </a:lnTo>
                  <a:lnTo>
                    <a:pt x="1630973" y="1087650"/>
                  </a:lnTo>
                  <a:lnTo>
                    <a:pt x="1632044" y="1087905"/>
                  </a:lnTo>
                  <a:lnTo>
                    <a:pt x="1633116" y="1088157"/>
                  </a:lnTo>
                  <a:lnTo>
                    <a:pt x="1634188" y="1088406"/>
                  </a:lnTo>
                  <a:lnTo>
                    <a:pt x="1635259" y="1088652"/>
                  </a:lnTo>
                  <a:lnTo>
                    <a:pt x="1636331" y="1088895"/>
                  </a:lnTo>
                  <a:lnTo>
                    <a:pt x="1637402" y="1089135"/>
                  </a:lnTo>
                  <a:lnTo>
                    <a:pt x="1638474" y="1089371"/>
                  </a:lnTo>
                  <a:lnTo>
                    <a:pt x="1639546" y="1089605"/>
                  </a:lnTo>
                  <a:lnTo>
                    <a:pt x="1640617" y="1089836"/>
                  </a:lnTo>
                  <a:lnTo>
                    <a:pt x="1641689" y="1090063"/>
                  </a:lnTo>
                  <a:lnTo>
                    <a:pt x="1642760" y="1090288"/>
                  </a:lnTo>
                  <a:lnTo>
                    <a:pt x="1643832" y="1090509"/>
                  </a:lnTo>
                  <a:lnTo>
                    <a:pt x="1644904" y="1090727"/>
                  </a:lnTo>
                  <a:lnTo>
                    <a:pt x="1645975" y="1090942"/>
                  </a:lnTo>
                  <a:lnTo>
                    <a:pt x="1647047" y="1091154"/>
                  </a:lnTo>
                  <a:lnTo>
                    <a:pt x="1648118" y="1091363"/>
                  </a:lnTo>
                  <a:lnTo>
                    <a:pt x="1649190" y="1091568"/>
                  </a:lnTo>
                  <a:lnTo>
                    <a:pt x="1650262" y="1091771"/>
                  </a:lnTo>
                  <a:lnTo>
                    <a:pt x="1651333" y="1091970"/>
                  </a:lnTo>
                  <a:lnTo>
                    <a:pt x="1652405" y="1092167"/>
                  </a:lnTo>
                  <a:lnTo>
                    <a:pt x="1653476" y="1092360"/>
                  </a:lnTo>
                  <a:lnTo>
                    <a:pt x="1654548" y="1092550"/>
                  </a:lnTo>
                  <a:lnTo>
                    <a:pt x="1655620" y="1092736"/>
                  </a:lnTo>
                  <a:lnTo>
                    <a:pt x="1656691" y="1092920"/>
                  </a:lnTo>
                  <a:lnTo>
                    <a:pt x="1657763" y="1091724"/>
                  </a:lnTo>
                  <a:lnTo>
                    <a:pt x="1658834" y="1090433"/>
                  </a:lnTo>
                  <a:lnTo>
                    <a:pt x="1659906" y="1089146"/>
                  </a:lnTo>
                  <a:lnTo>
                    <a:pt x="1660978" y="1087863"/>
                  </a:lnTo>
                  <a:lnTo>
                    <a:pt x="1662049" y="1086584"/>
                  </a:lnTo>
                  <a:lnTo>
                    <a:pt x="1663121" y="1085308"/>
                  </a:lnTo>
                  <a:lnTo>
                    <a:pt x="1664192" y="1084037"/>
                  </a:lnTo>
                  <a:lnTo>
                    <a:pt x="1665264" y="1082770"/>
                  </a:lnTo>
                  <a:lnTo>
                    <a:pt x="1666336" y="1081506"/>
                  </a:lnTo>
                  <a:lnTo>
                    <a:pt x="1667407" y="1080247"/>
                  </a:lnTo>
                  <a:lnTo>
                    <a:pt x="1668479" y="1078991"/>
                  </a:lnTo>
                  <a:lnTo>
                    <a:pt x="1669550" y="1077739"/>
                  </a:lnTo>
                  <a:lnTo>
                    <a:pt x="1670622" y="1076492"/>
                  </a:lnTo>
                  <a:lnTo>
                    <a:pt x="1671694" y="1075247"/>
                  </a:lnTo>
                  <a:lnTo>
                    <a:pt x="1672765" y="1074007"/>
                  </a:lnTo>
                  <a:lnTo>
                    <a:pt x="1673837" y="1072771"/>
                  </a:lnTo>
                  <a:lnTo>
                    <a:pt x="1674908" y="1071538"/>
                  </a:lnTo>
                  <a:lnTo>
                    <a:pt x="1675980" y="1070309"/>
                  </a:lnTo>
                  <a:lnTo>
                    <a:pt x="1677052" y="1069083"/>
                  </a:lnTo>
                  <a:lnTo>
                    <a:pt x="1678123" y="1067862"/>
                  </a:lnTo>
                  <a:lnTo>
                    <a:pt x="1679195" y="1066644"/>
                  </a:lnTo>
                  <a:lnTo>
                    <a:pt x="1680266" y="1065430"/>
                  </a:lnTo>
                  <a:lnTo>
                    <a:pt x="1681338" y="1064219"/>
                  </a:lnTo>
                  <a:lnTo>
                    <a:pt x="1682410" y="1063012"/>
                  </a:lnTo>
                  <a:lnTo>
                    <a:pt x="1683481" y="1061809"/>
                  </a:lnTo>
                  <a:lnTo>
                    <a:pt x="1684553" y="1060609"/>
                  </a:lnTo>
                  <a:lnTo>
                    <a:pt x="1685624" y="1059413"/>
                  </a:lnTo>
                  <a:lnTo>
                    <a:pt x="1686696" y="1058220"/>
                  </a:lnTo>
                  <a:lnTo>
                    <a:pt x="1687768" y="1057031"/>
                  </a:lnTo>
                  <a:lnTo>
                    <a:pt x="1688839" y="1055845"/>
                  </a:lnTo>
                  <a:lnTo>
                    <a:pt x="1689911" y="1054663"/>
                  </a:lnTo>
                  <a:lnTo>
                    <a:pt x="1690982" y="1053484"/>
                  </a:lnTo>
                  <a:lnTo>
                    <a:pt x="1692054" y="1052309"/>
                  </a:lnTo>
                  <a:lnTo>
                    <a:pt x="1693126" y="1051137"/>
                  </a:lnTo>
                  <a:lnTo>
                    <a:pt x="1694197" y="1049969"/>
                  </a:lnTo>
                  <a:lnTo>
                    <a:pt x="1695269" y="1048804"/>
                  </a:lnTo>
                  <a:lnTo>
                    <a:pt x="1696340" y="1047642"/>
                  </a:lnTo>
                  <a:lnTo>
                    <a:pt x="1697412" y="1046484"/>
                  </a:lnTo>
                  <a:lnTo>
                    <a:pt x="1698484" y="1045329"/>
                  </a:lnTo>
                  <a:lnTo>
                    <a:pt x="1699555" y="1044177"/>
                  </a:lnTo>
                  <a:lnTo>
                    <a:pt x="1700627" y="1043028"/>
                  </a:lnTo>
                  <a:lnTo>
                    <a:pt x="1701698" y="1041883"/>
                  </a:lnTo>
                  <a:lnTo>
                    <a:pt x="1702770" y="1040741"/>
                  </a:lnTo>
                  <a:lnTo>
                    <a:pt x="1703842" y="1039602"/>
                  </a:lnTo>
                  <a:lnTo>
                    <a:pt x="1704913" y="1038466"/>
                  </a:lnTo>
                  <a:lnTo>
                    <a:pt x="1705985" y="1037333"/>
                  </a:lnTo>
                  <a:lnTo>
                    <a:pt x="1707056" y="1036204"/>
                  </a:lnTo>
                  <a:lnTo>
                    <a:pt x="1708128" y="1035077"/>
                  </a:lnTo>
                  <a:lnTo>
                    <a:pt x="1709200" y="1033954"/>
                  </a:lnTo>
                  <a:lnTo>
                    <a:pt x="1710271" y="1032834"/>
                  </a:lnTo>
                  <a:lnTo>
                    <a:pt x="1711343" y="1031716"/>
                  </a:lnTo>
                  <a:lnTo>
                    <a:pt x="1712414" y="1030602"/>
                  </a:lnTo>
                  <a:lnTo>
                    <a:pt x="1713486" y="1029491"/>
                  </a:lnTo>
                  <a:lnTo>
                    <a:pt x="1714558" y="1028382"/>
                  </a:lnTo>
                  <a:lnTo>
                    <a:pt x="1715629" y="1027277"/>
                  </a:lnTo>
                  <a:lnTo>
                    <a:pt x="1716701" y="1026174"/>
                  </a:lnTo>
                  <a:lnTo>
                    <a:pt x="1717772" y="1025074"/>
                  </a:lnTo>
                  <a:lnTo>
                    <a:pt x="1718844" y="1023977"/>
                  </a:lnTo>
                  <a:lnTo>
                    <a:pt x="1719916" y="1022883"/>
                  </a:lnTo>
                  <a:lnTo>
                    <a:pt x="1720987" y="1021792"/>
                  </a:lnTo>
                  <a:lnTo>
                    <a:pt x="1722059" y="1020703"/>
                  </a:lnTo>
                  <a:lnTo>
                    <a:pt x="1723130" y="1019617"/>
                  </a:lnTo>
                  <a:lnTo>
                    <a:pt x="1724202" y="1018534"/>
                  </a:lnTo>
                  <a:lnTo>
                    <a:pt x="1725274" y="1017454"/>
                  </a:lnTo>
                  <a:lnTo>
                    <a:pt x="1726345" y="1016376"/>
                  </a:lnTo>
                  <a:lnTo>
                    <a:pt x="1727417" y="1015301"/>
                  </a:lnTo>
                  <a:lnTo>
                    <a:pt x="1728488" y="1014228"/>
                  </a:lnTo>
                  <a:lnTo>
                    <a:pt x="1729560" y="1013158"/>
                  </a:lnTo>
                  <a:lnTo>
                    <a:pt x="1730632" y="1012090"/>
                  </a:lnTo>
                  <a:lnTo>
                    <a:pt x="1731703" y="1011025"/>
                  </a:lnTo>
                  <a:lnTo>
                    <a:pt x="1732775" y="1009963"/>
                  </a:lnTo>
                  <a:lnTo>
                    <a:pt x="1733846" y="1008903"/>
                  </a:lnTo>
                  <a:lnTo>
                    <a:pt x="1734918" y="1007845"/>
                  </a:lnTo>
                  <a:lnTo>
                    <a:pt x="1735990" y="1006790"/>
                  </a:lnTo>
                  <a:lnTo>
                    <a:pt x="1737061" y="1005737"/>
                  </a:lnTo>
                  <a:lnTo>
                    <a:pt x="1738133" y="1004686"/>
                  </a:lnTo>
                  <a:lnTo>
                    <a:pt x="1739204" y="1003638"/>
                  </a:lnTo>
                  <a:lnTo>
                    <a:pt x="1740276" y="1002592"/>
                  </a:lnTo>
                  <a:lnTo>
                    <a:pt x="1741348" y="1001549"/>
                  </a:lnTo>
                  <a:lnTo>
                    <a:pt x="1742419" y="1000507"/>
                  </a:lnTo>
                  <a:lnTo>
                    <a:pt x="1743491" y="999468"/>
                  </a:lnTo>
                  <a:lnTo>
                    <a:pt x="1744562" y="998431"/>
                  </a:lnTo>
                  <a:lnTo>
                    <a:pt x="1745634" y="997396"/>
                  </a:lnTo>
                  <a:lnTo>
                    <a:pt x="1746706" y="996363"/>
                  </a:lnTo>
                  <a:lnTo>
                    <a:pt x="1747777" y="995332"/>
                  </a:lnTo>
                  <a:lnTo>
                    <a:pt x="1748849" y="994303"/>
                  </a:lnTo>
                  <a:lnTo>
                    <a:pt x="1749920" y="993277"/>
                  </a:lnTo>
                  <a:lnTo>
                    <a:pt x="1750992" y="992252"/>
                  </a:lnTo>
                  <a:lnTo>
                    <a:pt x="1752064" y="991229"/>
                  </a:lnTo>
                  <a:lnTo>
                    <a:pt x="1753135" y="990209"/>
                  </a:lnTo>
                  <a:lnTo>
                    <a:pt x="1754207" y="989190"/>
                  </a:lnTo>
                  <a:lnTo>
                    <a:pt x="1755278" y="988173"/>
                  </a:lnTo>
                  <a:lnTo>
                    <a:pt x="1756350" y="987158"/>
                  </a:lnTo>
                  <a:lnTo>
                    <a:pt x="1757422" y="986144"/>
                  </a:lnTo>
                  <a:lnTo>
                    <a:pt x="1758493" y="985133"/>
                  </a:lnTo>
                  <a:lnTo>
                    <a:pt x="1759565" y="984123"/>
                  </a:lnTo>
                  <a:lnTo>
                    <a:pt x="1760636" y="983115"/>
                  </a:lnTo>
                  <a:lnTo>
                    <a:pt x="1761708" y="982109"/>
                  </a:lnTo>
                  <a:lnTo>
                    <a:pt x="1762780" y="981104"/>
                  </a:lnTo>
                  <a:lnTo>
                    <a:pt x="1763851" y="980101"/>
                  </a:lnTo>
                  <a:lnTo>
                    <a:pt x="1764923" y="979100"/>
                  </a:lnTo>
                  <a:lnTo>
                    <a:pt x="1765994" y="978100"/>
                  </a:lnTo>
                  <a:lnTo>
                    <a:pt x="1767066" y="977102"/>
                  </a:lnTo>
                  <a:lnTo>
                    <a:pt x="1768138" y="976105"/>
                  </a:lnTo>
                  <a:lnTo>
                    <a:pt x="1769209" y="975110"/>
                  </a:lnTo>
                  <a:lnTo>
                    <a:pt x="1770281" y="974116"/>
                  </a:lnTo>
                  <a:lnTo>
                    <a:pt x="1771352" y="973124"/>
                  </a:lnTo>
                  <a:lnTo>
                    <a:pt x="1772424" y="972133"/>
                  </a:lnTo>
                  <a:lnTo>
                    <a:pt x="1773496" y="971144"/>
                  </a:lnTo>
                  <a:lnTo>
                    <a:pt x="1774567" y="970155"/>
                  </a:lnTo>
                  <a:lnTo>
                    <a:pt x="1775639" y="969168"/>
                  </a:lnTo>
                  <a:lnTo>
                    <a:pt x="1776710" y="968183"/>
                  </a:lnTo>
                  <a:lnTo>
                    <a:pt x="1777782" y="967199"/>
                  </a:lnTo>
                  <a:lnTo>
                    <a:pt x="1778853" y="966216"/>
                  </a:lnTo>
                  <a:lnTo>
                    <a:pt x="1779925" y="965234"/>
                  </a:lnTo>
                  <a:lnTo>
                    <a:pt x="1780997" y="964253"/>
                  </a:lnTo>
                  <a:lnTo>
                    <a:pt x="1782068" y="963273"/>
                  </a:lnTo>
                  <a:lnTo>
                    <a:pt x="1783140" y="962295"/>
                  </a:lnTo>
                  <a:lnTo>
                    <a:pt x="1784211" y="961318"/>
                  </a:lnTo>
                  <a:lnTo>
                    <a:pt x="1785283" y="960341"/>
                  </a:lnTo>
                  <a:lnTo>
                    <a:pt x="1786355" y="959366"/>
                  </a:lnTo>
                  <a:lnTo>
                    <a:pt x="1787426" y="958392"/>
                  </a:lnTo>
                  <a:lnTo>
                    <a:pt x="1788498" y="957418"/>
                  </a:lnTo>
                  <a:lnTo>
                    <a:pt x="1789569" y="956446"/>
                  </a:lnTo>
                  <a:lnTo>
                    <a:pt x="1790641" y="955474"/>
                  </a:lnTo>
                  <a:lnTo>
                    <a:pt x="1791713" y="954504"/>
                  </a:lnTo>
                  <a:lnTo>
                    <a:pt x="1792784" y="953534"/>
                  </a:lnTo>
                  <a:lnTo>
                    <a:pt x="1793856" y="952565"/>
                  </a:lnTo>
                  <a:lnTo>
                    <a:pt x="1794927" y="951597"/>
                  </a:lnTo>
                  <a:lnTo>
                    <a:pt x="1795999" y="950630"/>
                  </a:lnTo>
                  <a:lnTo>
                    <a:pt x="1797071" y="949663"/>
                  </a:lnTo>
                  <a:lnTo>
                    <a:pt x="1798142" y="948697"/>
                  </a:lnTo>
                  <a:lnTo>
                    <a:pt x="1799214" y="947732"/>
                  </a:lnTo>
                  <a:lnTo>
                    <a:pt x="1800285" y="946767"/>
                  </a:lnTo>
                  <a:lnTo>
                    <a:pt x="1801357" y="945803"/>
                  </a:lnTo>
                  <a:lnTo>
                    <a:pt x="1802429" y="944840"/>
                  </a:lnTo>
                  <a:lnTo>
                    <a:pt x="1803500" y="943877"/>
                  </a:lnTo>
                  <a:lnTo>
                    <a:pt x="1804572" y="942915"/>
                  </a:lnTo>
                  <a:lnTo>
                    <a:pt x="1805643" y="941953"/>
                  </a:lnTo>
                  <a:lnTo>
                    <a:pt x="1806715" y="940992"/>
                  </a:lnTo>
                  <a:lnTo>
                    <a:pt x="1807787" y="940031"/>
                  </a:lnTo>
                  <a:lnTo>
                    <a:pt x="1808858" y="939070"/>
                  </a:lnTo>
                  <a:lnTo>
                    <a:pt x="1809930" y="938110"/>
                  </a:lnTo>
                  <a:lnTo>
                    <a:pt x="1811001" y="937151"/>
                  </a:lnTo>
                  <a:lnTo>
                    <a:pt x="1812073" y="936191"/>
                  </a:lnTo>
                  <a:lnTo>
                    <a:pt x="1813145" y="935232"/>
                  </a:lnTo>
                  <a:lnTo>
                    <a:pt x="1814216" y="934274"/>
                  </a:lnTo>
                  <a:lnTo>
                    <a:pt x="1815288" y="933315"/>
                  </a:lnTo>
                  <a:lnTo>
                    <a:pt x="1816359" y="932357"/>
                  </a:lnTo>
                  <a:lnTo>
                    <a:pt x="1817431" y="931399"/>
                  </a:lnTo>
                  <a:lnTo>
                    <a:pt x="1818503" y="930441"/>
                  </a:lnTo>
                  <a:lnTo>
                    <a:pt x="1819574" y="929484"/>
                  </a:lnTo>
                  <a:lnTo>
                    <a:pt x="1820646" y="928526"/>
                  </a:lnTo>
                  <a:lnTo>
                    <a:pt x="1821717" y="927569"/>
                  </a:lnTo>
                  <a:lnTo>
                    <a:pt x="1822789" y="926612"/>
                  </a:lnTo>
                  <a:lnTo>
                    <a:pt x="1823861" y="925655"/>
                  </a:lnTo>
                  <a:lnTo>
                    <a:pt x="1824932" y="924698"/>
                  </a:lnTo>
                  <a:lnTo>
                    <a:pt x="1826004" y="923740"/>
                  </a:lnTo>
                  <a:lnTo>
                    <a:pt x="1827075" y="922783"/>
                  </a:lnTo>
                  <a:lnTo>
                    <a:pt x="1828147" y="921826"/>
                  </a:lnTo>
                  <a:lnTo>
                    <a:pt x="1829219" y="920869"/>
                  </a:lnTo>
                  <a:lnTo>
                    <a:pt x="1830290" y="919912"/>
                  </a:lnTo>
                  <a:lnTo>
                    <a:pt x="1831362" y="918954"/>
                  </a:lnTo>
                  <a:lnTo>
                    <a:pt x="1832433" y="917997"/>
                  </a:lnTo>
                  <a:lnTo>
                    <a:pt x="1833505" y="917039"/>
                  </a:lnTo>
                  <a:lnTo>
                    <a:pt x="1834577" y="916081"/>
                  </a:lnTo>
                  <a:lnTo>
                    <a:pt x="1835648" y="915123"/>
                  </a:lnTo>
                  <a:lnTo>
                    <a:pt x="1836720" y="914165"/>
                  </a:lnTo>
                  <a:lnTo>
                    <a:pt x="1837791" y="913206"/>
                  </a:lnTo>
                  <a:lnTo>
                    <a:pt x="1838863" y="912247"/>
                  </a:lnTo>
                  <a:lnTo>
                    <a:pt x="1839935" y="911288"/>
                  </a:lnTo>
                  <a:lnTo>
                    <a:pt x="1841006" y="910329"/>
                  </a:lnTo>
                  <a:lnTo>
                    <a:pt x="1842078" y="909369"/>
                  </a:lnTo>
                  <a:lnTo>
                    <a:pt x="1843149" y="908409"/>
                  </a:lnTo>
                  <a:lnTo>
                    <a:pt x="1844221" y="907448"/>
                  </a:lnTo>
                  <a:lnTo>
                    <a:pt x="1845293" y="906487"/>
                  </a:lnTo>
                  <a:lnTo>
                    <a:pt x="1846364" y="905526"/>
                  </a:lnTo>
                  <a:lnTo>
                    <a:pt x="1847436" y="904564"/>
                  </a:lnTo>
                  <a:lnTo>
                    <a:pt x="1848507" y="903602"/>
                  </a:lnTo>
                  <a:lnTo>
                    <a:pt x="1849579" y="902639"/>
                  </a:lnTo>
                  <a:lnTo>
                    <a:pt x="1850651" y="901676"/>
                  </a:lnTo>
                  <a:lnTo>
                    <a:pt x="1851722" y="900712"/>
                  </a:lnTo>
                  <a:lnTo>
                    <a:pt x="1852794" y="899748"/>
                  </a:lnTo>
                  <a:lnTo>
                    <a:pt x="1853865" y="898783"/>
                  </a:lnTo>
                  <a:lnTo>
                    <a:pt x="1854937" y="897818"/>
                  </a:lnTo>
                  <a:lnTo>
                    <a:pt x="1856009" y="896852"/>
                  </a:lnTo>
                  <a:lnTo>
                    <a:pt x="1857080" y="895885"/>
                  </a:lnTo>
                  <a:lnTo>
                    <a:pt x="1858152" y="894918"/>
                  </a:lnTo>
                  <a:lnTo>
                    <a:pt x="1859223" y="893950"/>
                  </a:lnTo>
                  <a:lnTo>
                    <a:pt x="1860295" y="892981"/>
                  </a:lnTo>
                  <a:lnTo>
                    <a:pt x="1861367" y="892012"/>
                  </a:lnTo>
                  <a:lnTo>
                    <a:pt x="1862438" y="891042"/>
                  </a:lnTo>
                  <a:lnTo>
                    <a:pt x="1863510" y="890071"/>
                  </a:lnTo>
                  <a:lnTo>
                    <a:pt x="1864581" y="889099"/>
                  </a:lnTo>
                  <a:lnTo>
                    <a:pt x="1865653" y="888127"/>
                  </a:lnTo>
                  <a:lnTo>
                    <a:pt x="1866725" y="887154"/>
                  </a:lnTo>
                  <a:lnTo>
                    <a:pt x="1867796" y="886180"/>
                  </a:lnTo>
                  <a:lnTo>
                    <a:pt x="1868868" y="885206"/>
                  </a:lnTo>
                  <a:lnTo>
                    <a:pt x="1869939" y="884230"/>
                  </a:lnTo>
                  <a:lnTo>
                    <a:pt x="1871011" y="883254"/>
                  </a:lnTo>
                  <a:lnTo>
                    <a:pt x="1872083" y="882277"/>
                  </a:lnTo>
                  <a:lnTo>
                    <a:pt x="1873154" y="881299"/>
                  </a:lnTo>
                  <a:lnTo>
                    <a:pt x="1874226" y="880320"/>
                  </a:lnTo>
                  <a:lnTo>
                    <a:pt x="1875297" y="879340"/>
                  </a:lnTo>
                  <a:lnTo>
                    <a:pt x="1876369" y="878359"/>
                  </a:lnTo>
                  <a:lnTo>
                    <a:pt x="1877441" y="877378"/>
                  </a:lnTo>
                  <a:lnTo>
                    <a:pt x="1878512" y="876395"/>
                  </a:lnTo>
                  <a:lnTo>
                    <a:pt x="1879584" y="875412"/>
                  </a:lnTo>
                  <a:lnTo>
                    <a:pt x="1880655" y="874427"/>
                  </a:lnTo>
                  <a:lnTo>
                    <a:pt x="1881727" y="873442"/>
                  </a:lnTo>
                  <a:lnTo>
                    <a:pt x="1882799" y="872455"/>
                  </a:lnTo>
                  <a:lnTo>
                    <a:pt x="1883870" y="871468"/>
                  </a:lnTo>
                  <a:lnTo>
                    <a:pt x="1884942" y="870479"/>
                  </a:lnTo>
                  <a:lnTo>
                    <a:pt x="1886013" y="869490"/>
                  </a:lnTo>
                  <a:lnTo>
                    <a:pt x="1887085" y="868499"/>
                  </a:lnTo>
                  <a:lnTo>
                    <a:pt x="1888157" y="867507"/>
                  </a:lnTo>
                  <a:lnTo>
                    <a:pt x="1889228" y="866515"/>
                  </a:lnTo>
                  <a:lnTo>
                    <a:pt x="1890300" y="865521"/>
                  </a:lnTo>
                  <a:lnTo>
                    <a:pt x="1891371" y="864526"/>
                  </a:lnTo>
                  <a:lnTo>
                    <a:pt x="1892443" y="863530"/>
                  </a:lnTo>
                  <a:lnTo>
                    <a:pt x="1893515" y="862533"/>
                  </a:lnTo>
                  <a:lnTo>
                    <a:pt x="1894586" y="861535"/>
                  </a:lnTo>
                  <a:lnTo>
                    <a:pt x="1895658" y="860535"/>
                  </a:lnTo>
                  <a:lnTo>
                    <a:pt x="1896729" y="859535"/>
                  </a:lnTo>
                  <a:lnTo>
                    <a:pt x="1897801" y="858533"/>
                  </a:lnTo>
                  <a:lnTo>
                    <a:pt x="1898873" y="857530"/>
                  </a:lnTo>
                  <a:lnTo>
                    <a:pt x="1899944" y="856526"/>
                  </a:lnTo>
                  <a:lnTo>
                    <a:pt x="1901016" y="855521"/>
                  </a:lnTo>
                  <a:lnTo>
                    <a:pt x="1902087" y="854515"/>
                  </a:lnTo>
                  <a:lnTo>
                    <a:pt x="1903159" y="853507"/>
                  </a:lnTo>
                  <a:lnTo>
                    <a:pt x="1904231" y="852499"/>
                  </a:lnTo>
                  <a:lnTo>
                    <a:pt x="1905302" y="851489"/>
                  </a:lnTo>
                  <a:lnTo>
                    <a:pt x="1906374" y="850477"/>
                  </a:lnTo>
                  <a:lnTo>
                    <a:pt x="1907445" y="849465"/>
                  </a:lnTo>
                  <a:lnTo>
                    <a:pt x="1908517" y="848451"/>
                  </a:lnTo>
                  <a:lnTo>
                    <a:pt x="1909589" y="847437"/>
                  </a:lnTo>
                  <a:lnTo>
                    <a:pt x="1910660" y="846421"/>
                  </a:lnTo>
                  <a:lnTo>
                    <a:pt x="1911732" y="845403"/>
                  </a:lnTo>
                  <a:lnTo>
                    <a:pt x="1912803" y="844385"/>
                  </a:lnTo>
                  <a:lnTo>
                    <a:pt x="1913875" y="843365"/>
                  </a:lnTo>
                  <a:lnTo>
                    <a:pt x="1914947" y="842344"/>
                  </a:lnTo>
                  <a:lnTo>
                    <a:pt x="1916018" y="841321"/>
                  </a:lnTo>
                  <a:lnTo>
                    <a:pt x="1917090" y="840298"/>
                  </a:lnTo>
                  <a:lnTo>
                    <a:pt x="1918161" y="839273"/>
                  </a:lnTo>
                  <a:lnTo>
                    <a:pt x="1919233" y="838247"/>
                  </a:lnTo>
                  <a:lnTo>
                    <a:pt x="1920305" y="837219"/>
                  </a:lnTo>
                  <a:lnTo>
                    <a:pt x="1921376" y="836190"/>
                  </a:lnTo>
                  <a:lnTo>
                    <a:pt x="1922448" y="835160"/>
                  </a:lnTo>
                  <a:lnTo>
                    <a:pt x="1923519" y="834129"/>
                  </a:lnTo>
                  <a:lnTo>
                    <a:pt x="1924591" y="833096"/>
                  </a:lnTo>
                  <a:lnTo>
                    <a:pt x="1925663" y="832062"/>
                  </a:lnTo>
                  <a:lnTo>
                    <a:pt x="1926734" y="831027"/>
                  </a:lnTo>
                  <a:lnTo>
                    <a:pt x="1927806" y="829990"/>
                  </a:lnTo>
                  <a:lnTo>
                    <a:pt x="1928877" y="828952"/>
                  </a:lnTo>
                  <a:lnTo>
                    <a:pt x="1929949" y="827913"/>
                  </a:lnTo>
                  <a:lnTo>
                    <a:pt x="1931021" y="826872"/>
                  </a:lnTo>
                  <a:lnTo>
                    <a:pt x="1932092" y="825830"/>
                  </a:lnTo>
                  <a:lnTo>
                    <a:pt x="1933164" y="824787"/>
                  </a:lnTo>
                  <a:lnTo>
                    <a:pt x="1934235" y="823743"/>
                  </a:lnTo>
                  <a:lnTo>
                    <a:pt x="1935307" y="822697"/>
                  </a:lnTo>
                  <a:lnTo>
                    <a:pt x="1936379" y="821649"/>
                  </a:lnTo>
                  <a:lnTo>
                    <a:pt x="1937450" y="820601"/>
                  </a:lnTo>
                  <a:lnTo>
                    <a:pt x="1938522" y="819551"/>
                  </a:lnTo>
                  <a:lnTo>
                    <a:pt x="1939593" y="818500"/>
                  </a:lnTo>
                  <a:lnTo>
                    <a:pt x="1940665" y="817447"/>
                  </a:lnTo>
                  <a:lnTo>
                    <a:pt x="1941737" y="816393"/>
                  </a:lnTo>
                  <a:lnTo>
                    <a:pt x="1942808" y="815338"/>
                  </a:lnTo>
                  <a:lnTo>
                    <a:pt x="1943880" y="814282"/>
                  </a:lnTo>
                  <a:lnTo>
                    <a:pt x="1944951" y="813224"/>
                  </a:lnTo>
                  <a:lnTo>
                    <a:pt x="1946023" y="812165"/>
                  </a:lnTo>
                  <a:lnTo>
                    <a:pt x="1947095" y="811104"/>
                  </a:lnTo>
                  <a:lnTo>
                    <a:pt x="1948166" y="810042"/>
                  </a:lnTo>
                  <a:lnTo>
                    <a:pt x="1949238" y="808979"/>
                  </a:lnTo>
                  <a:lnTo>
                    <a:pt x="1950309" y="807915"/>
                  </a:lnTo>
                  <a:lnTo>
                    <a:pt x="1951381" y="806849"/>
                  </a:lnTo>
                  <a:lnTo>
                    <a:pt x="1952453" y="805782"/>
                  </a:lnTo>
                  <a:lnTo>
                    <a:pt x="1953524" y="804713"/>
                  </a:lnTo>
                  <a:lnTo>
                    <a:pt x="1954596" y="803644"/>
                  </a:lnTo>
                  <a:lnTo>
                    <a:pt x="1955667" y="802573"/>
                  </a:lnTo>
                  <a:lnTo>
                    <a:pt x="1956739" y="801500"/>
                  </a:lnTo>
                  <a:lnTo>
                    <a:pt x="1957810" y="800427"/>
                  </a:lnTo>
                  <a:lnTo>
                    <a:pt x="1958882" y="799352"/>
                  </a:lnTo>
                  <a:lnTo>
                    <a:pt x="1959954" y="798276"/>
                  </a:lnTo>
                  <a:lnTo>
                    <a:pt x="1961025" y="797198"/>
                  </a:lnTo>
                  <a:lnTo>
                    <a:pt x="1962097" y="796119"/>
                  </a:lnTo>
                  <a:lnTo>
                    <a:pt x="1963168" y="795039"/>
                  </a:lnTo>
                  <a:lnTo>
                    <a:pt x="1964240" y="793958"/>
                  </a:lnTo>
                  <a:lnTo>
                    <a:pt x="1965312" y="792875"/>
                  </a:lnTo>
                  <a:lnTo>
                    <a:pt x="1966383" y="791791"/>
                  </a:lnTo>
                  <a:lnTo>
                    <a:pt x="1967455" y="790706"/>
                  </a:lnTo>
                  <a:lnTo>
                    <a:pt x="1968526" y="789619"/>
                  </a:lnTo>
                  <a:lnTo>
                    <a:pt x="1969598" y="788532"/>
                  </a:lnTo>
                  <a:lnTo>
                    <a:pt x="1970670" y="787443"/>
                  </a:lnTo>
                  <a:lnTo>
                    <a:pt x="1971741" y="786353"/>
                  </a:lnTo>
                  <a:lnTo>
                    <a:pt x="1972813" y="785261"/>
                  </a:lnTo>
                  <a:lnTo>
                    <a:pt x="1973884" y="784168"/>
                  </a:lnTo>
                  <a:lnTo>
                    <a:pt x="1974956" y="783074"/>
                  </a:lnTo>
                  <a:lnTo>
                    <a:pt x="1976028" y="781979"/>
                  </a:lnTo>
                  <a:lnTo>
                    <a:pt x="1977099" y="780883"/>
                  </a:lnTo>
                  <a:lnTo>
                    <a:pt x="1978171" y="779785"/>
                  </a:lnTo>
                  <a:lnTo>
                    <a:pt x="1979242" y="778687"/>
                  </a:lnTo>
                  <a:lnTo>
                    <a:pt x="1980314" y="777587"/>
                  </a:lnTo>
                  <a:lnTo>
                    <a:pt x="1981386" y="776485"/>
                  </a:lnTo>
                  <a:lnTo>
                    <a:pt x="1982457" y="775383"/>
                  </a:lnTo>
                  <a:lnTo>
                    <a:pt x="1983529" y="774279"/>
                  </a:lnTo>
                  <a:lnTo>
                    <a:pt x="1984600" y="773175"/>
                  </a:lnTo>
                  <a:lnTo>
                    <a:pt x="1985672" y="772069"/>
                  </a:lnTo>
                  <a:lnTo>
                    <a:pt x="1986744" y="770962"/>
                  </a:lnTo>
                  <a:lnTo>
                    <a:pt x="1987815" y="769854"/>
                  </a:lnTo>
                  <a:lnTo>
                    <a:pt x="1988887" y="768744"/>
                  </a:lnTo>
                  <a:lnTo>
                    <a:pt x="1989958" y="767634"/>
                  </a:lnTo>
                  <a:lnTo>
                    <a:pt x="1991030" y="766522"/>
                  </a:lnTo>
                  <a:lnTo>
                    <a:pt x="1992102" y="765410"/>
                  </a:lnTo>
                  <a:lnTo>
                    <a:pt x="1993173" y="764296"/>
                  </a:lnTo>
                  <a:lnTo>
                    <a:pt x="1994245" y="763181"/>
                  </a:lnTo>
                  <a:lnTo>
                    <a:pt x="1995316" y="762065"/>
                  </a:lnTo>
                  <a:lnTo>
                    <a:pt x="1996388" y="760948"/>
                  </a:lnTo>
                  <a:lnTo>
                    <a:pt x="1997460" y="759830"/>
                  </a:lnTo>
                  <a:lnTo>
                    <a:pt x="1998531" y="758711"/>
                  </a:lnTo>
                  <a:lnTo>
                    <a:pt x="1999603" y="757591"/>
                  </a:lnTo>
                  <a:lnTo>
                    <a:pt x="2000674" y="756469"/>
                  </a:lnTo>
                  <a:lnTo>
                    <a:pt x="2001746" y="755347"/>
                  </a:lnTo>
                  <a:lnTo>
                    <a:pt x="2002818" y="754224"/>
                  </a:lnTo>
                  <a:lnTo>
                    <a:pt x="2003889" y="753100"/>
                  </a:lnTo>
                  <a:lnTo>
                    <a:pt x="2004961" y="751974"/>
                  </a:lnTo>
                  <a:lnTo>
                    <a:pt x="2006032" y="750848"/>
                  </a:lnTo>
                  <a:lnTo>
                    <a:pt x="2007104" y="749721"/>
                  </a:lnTo>
                  <a:lnTo>
                    <a:pt x="2008176" y="748592"/>
                  </a:lnTo>
                  <a:lnTo>
                    <a:pt x="2009247" y="747463"/>
                  </a:lnTo>
                  <a:lnTo>
                    <a:pt x="2010319" y="746333"/>
                  </a:lnTo>
                  <a:lnTo>
                    <a:pt x="2011390" y="745202"/>
                  </a:lnTo>
                  <a:lnTo>
                    <a:pt x="2012462" y="744070"/>
                  </a:lnTo>
                  <a:lnTo>
                    <a:pt x="2013534" y="742937"/>
                  </a:lnTo>
                  <a:lnTo>
                    <a:pt x="2014605" y="741803"/>
                  </a:lnTo>
                  <a:lnTo>
                    <a:pt x="2015677" y="740668"/>
                  </a:lnTo>
                  <a:lnTo>
                    <a:pt x="2016748" y="739533"/>
                  </a:lnTo>
                  <a:lnTo>
                    <a:pt x="2017820" y="738396"/>
                  </a:lnTo>
                  <a:lnTo>
                    <a:pt x="2018892" y="737259"/>
                  </a:lnTo>
                  <a:lnTo>
                    <a:pt x="2019963" y="736121"/>
                  </a:lnTo>
                  <a:lnTo>
                    <a:pt x="2021035" y="734982"/>
                  </a:lnTo>
                  <a:lnTo>
                    <a:pt x="2022106" y="733842"/>
                  </a:lnTo>
                  <a:lnTo>
                    <a:pt x="2023178" y="732701"/>
                  </a:lnTo>
                  <a:lnTo>
                    <a:pt x="2024250" y="731560"/>
                  </a:lnTo>
                  <a:lnTo>
                    <a:pt x="2025321" y="730418"/>
                  </a:lnTo>
                  <a:lnTo>
                    <a:pt x="2026393" y="729275"/>
                  </a:lnTo>
                  <a:lnTo>
                    <a:pt x="2027464" y="728131"/>
                  </a:lnTo>
                  <a:lnTo>
                    <a:pt x="2028536" y="726986"/>
                  </a:lnTo>
                  <a:lnTo>
                    <a:pt x="2029608" y="725841"/>
                  </a:lnTo>
                  <a:lnTo>
                    <a:pt x="2030679" y="724695"/>
                  </a:lnTo>
                  <a:lnTo>
                    <a:pt x="2031751" y="723548"/>
                  </a:lnTo>
                  <a:lnTo>
                    <a:pt x="2032822" y="722401"/>
                  </a:lnTo>
                  <a:lnTo>
                    <a:pt x="2033894" y="721253"/>
                  </a:lnTo>
                  <a:lnTo>
                    <a:pt x="2034966" y="720104"/>
                  </a:lnTo>
                  <a:lnTo>
                    <a:pt x="2036037" y="718955"/>
                  </a:lnTo>
                  <a:lnTo>
                    <a:pt x="2037109" y="717805"/>
                  </a:lnTo>
                  <a:lnTo>
                    <a:pt x="2038180" y="716654"/>
                  </a:lnTo>
                  <a:lnTo>
                    <a:pt x="2039252" y="715503"/>
                  </a:lnTo>
                  <a:lnTo>
                    <a:pt x="2040324" y="714351"/>
                  </a:lnTo>
                  <a:lnTo>
                    <a:pt x="2041395" y="713199"/>
                  </a:lnTo>
                  <a:lnTo>
                    <a:pt x="2042467" y="712046"/>
                  </a:lnTo>
                  <a:lnTo>
                    <a:pt x="2043538" y="710892"/>
                  </a:lnTo>
                  <a:lnTo>
                    <a:pt x="2044610" y="709738"/>
                  </a:lnTo>
                  <a:lnTo>
                    <a:pt x="2045682" y="708583"/>
                  </a:lnTo>
                  <a:lnTo>
                    <a:pt x="2046753" y="707428"/>
                  </a:lnTo>
                  <a:lnTo>
                    <a:pt x="2047825" y="706273"/>
                  </a:lnTo>
                  <a:lnTo>
                    <a:pt x="2048896" y="705117"/>
                  </a:lnTo>
                  <a:lnTo>
                    <a:pt x="2049968" y="703960"/>
                  </a:lnTo>
                  <a:lnTo>
                    <a:pt x="2051040" y="702803"/>
                  </a:lnTo>
                  <a:lnTo>
                    <a:pt x="2052111" y="701646"/>
                  </a:lnTo>
                  <a:lnTo>
                    <a:pt x="2053183" y="700488"/>
                  </a:lnTo>
                  <a:lnTo>
                    <a:pt x="2054254" y="699329"/>
                  </a:lnTo>
                  <a:lnTo>
                    <a:pt x="2055326" y="698171"/>
                  </a:lnTo>
                  <a:lnTo>
                    <a:pt x="2056398" y="697012"/>
                  </a:lnTo>
                  <a:lnTo>
                    <a:pt x="2057469" y="695852"/>
                  </a:lnTo>
                  <a:lnTo>
                    <a:pt x="2058541" y="694692"/>
                  </a:lnTo>
                  <a:lnTo>
                    <a:pt x="2059612" y="693532"/>
                  </a:lnTo>
                  <a:lnTo>
                    <a:pt x="2060684" y="692372"/>
                  </a:lnTo>
                  <a:lnTo>
                    <a:pt x="2061756" y="691211"/>
                  </a:lnTo>
                  <a:lnTo>
                    <a:pt x="2062827" y="690050"/>
                  </a:lnTo>
                  <a:lnTo>
                    <a:pt x="2063899" y="688889"/>
                  </a:lnTo>
                  <a:lnTo>
                    <a:pt x="2064970" y="687728"/>
                  </a:lnTo>
                  <a:lnTo>
                    <a:pt x="2066042" y="686566"/>
                  </a:lnTo>
                  <a:lnTo>
                    <a:pt x="2067114" y="685404"/>
                  </a:lnTo>
                  <a:lnTo>
                    <a:pt x="2068185" y="684242"/>
                  </a:lnTo>
                  <a:lnTo>
                    <a:pt x="2069257" y="683079"/>
                  </a:lnTo>
                  <a:lnTo>
                    <a:pt x="2070328" y="681917"/>
                  </a:lnTo>
                  <a:lnTo>
                    <a:pt x="2071400" y="680754"/>
                  </a:lnTo>
                  <a:lnTo>
                    <a:pt x="2072472" y="679591"/>
                  </a:lnTo>
                  <a:lnTo>
                    <a:pt x="2073543" y="678429"/>
                  </a:lnTo>
                  <a:lnTo>
                    <a:pt x="2074615" y="677266"/>
                  </a:lnTo>
                  <a:lnTo>
                    <a:pt x="2075686" y="676103"/>
                  </a:lnTo>
                  <a:lnTo>
                    <a:pt x="2076758" y="674939"/>
                  </a:lnTo>
                  <a:lnTo>
                    <a:pt x="2077830" y="673776"/>
                  </a:lnTo>
                  <a:lnTo>
                    <a:pt x="2078901" y="672613"/>
                  </a:lnTo>
                  <a:lnTo>
                    <a:pt x="2079973" y="671450"/>
                  </a:lnTo>
                  <a:lnTo>
                    <a:pt x="2081044" y="670287"/>
                  </a:lnTo>
                  <a:lnTo>
                    <a:pt x="2082116" y="669123"/>
                  </a:lnTo>
                  <a:lnTo>
                    <a:pt x="2083188" y="667960"/>
                  </a:lnTo>
                  <a:lnTo>
                    <a:pt x="2084259" y="666797"/>
                  </a:lnTo>
                  <a:lnTo>
                    <a:pt x="2085331" y="665634"/>
                  </a:lnTo>
                  <a:lnTo>
                    <a:pt x="2086402" y="664471"/>
                  </a:lnTo>
                  <a:lnTo>
                    <a:pt x="2087474" y="663308"/>
                  </a:lnTo>
                  <a:lnTo>
                    <a:pt x="2088546" y="662145"/>
                  </a:lnTo>
                  <a:lnTo>
                    <a:pt x="2089617" y="660983"/>
                  </a:lnTo>
                  <a:lnTo>
                    <a:pt x="2090689" y="659821"/>
                  </a:lnTo>
                  <a:lnTo>
                    <a:pt x="2091760" y="658658"/>
                  </a:lnTo>
                  <a:lnTo>
                    <a:pt x="2092832" y="657496"/>
                  </a:lnTo>
                  <a:lnTo>
                    <a:pt x="2093904" y="656335"/>
                  </a:lnTo>
                  <a:lnTo>
                    <a:pt x="2094975" y="655173"/>
                  </a:lnTo>
                  <a:lnTo>
                    <a:pt x="2096047" y="654012"/>
                  </a:lnTo>
                  <a:lnTo>
                    <a:pt x="2097118" y="652851"/>
                  </a:lnTo>
                  <a:lnTo>
                    <a:pt x="2098190" y="651690"/>
                  </a:lnTo>
                  <a:lnTo>
                    <a:pt x="2099262" y="650529"/>
                  </a:lnTo>
                  <a:lnTo>
                    <a:pt x="2100333" y="649369"/>
                  </a:lnTo>
                  <a:lnTo>
                    <a:pt x="2101405" y="648210"/>
                  </a:lnTo>
                  <a:lnTo>
                    <a:pt x="2102476" y="647050"/>
                  </a:lnTo>
                  <a:lnTo>
                    <a:pt x="2103548" y="645891"/>
                  </a:lnTo>
                  <a:lnTo>
                    <a:pt x="2104620" y="644733"/>
                  </a:lnTo>
                  <a:lnTo>
                    <a:pt x="2105691" y="643575"/>
                  </a:lnTo>
                  <a:lnTo>
                    <a:pt x="2106763" y="642417"/>
                  </a:lnTo>
                  <a:lnTo>
                    <a:pt x="2107834" y="641260"/>
                  </a:lnTo>
                  <a:lnTo>
                    <a:pt x="2108906" y="640103"/>
                  </a:lnTo>
                  <a:lnTo>
                    <a:pt x="2109978" y="638947"/>
                  </a:lnTo>
                  <a:lnTo>
                    <a:pt x="2111049" y="637791"/>
                  </a:lnTo>
                  <a:lnTo>
                    <a:pt x="2112121" y="636636"/>
                  </a:lnTo>
                  <a:lnTo>
                    <a:pt x="2113192" y="635481"/>
                  </a:lnTo>
                  <a:lnTo>
                    <a:pt x="2114264" y="634327"/>
                  </a:lnTo>
                  <a:lnTo>
                    <a:pt x="2115336" y="633173"/>
                  </a:lnTo>
                  <a:lnTo>
                    <a:pt x="2116407" y="632021"/>
                  </a:lnTo>
                  <a:lnTo>
                    <a:pt x="2117479" y="630868"/>
                  </a:lnTo>
                  <a:lnTo>
                    <a:pt x="2118550" y="629717"/>
                  </a:lnTo>
                  <a:lnTo>
                    <a:pt x="2119622" y="628566"/>
                  </a:lnTo>
                  <a:lnTo>
                    <a:pt x="2120694" y="627416"/>
                  </a:lnTo>
                  <a:lnTo>
                    <a:pt x="2121765" y="626266"/>
                  </a:lnTo>
                  <a:lnTo>
                    <a:pt x="2122837" y="625118"/>
                  </a:lnTo>
                  <a:lnTo>
                    <a:pt x="2123908" y="623970"/>
                  </a:lnTo>
                  <a:lnTo>
                    <a:pt x="2124980" y="622823"/>
                  </a:lnTo>
                  <a:lnTo>
                    <a:pt x="2126052" y="621676"/>
                  </a:lnTo>
                  <a:lnTo>
                    <a:pt x="2127123" y="620531"/>
                  </a:lnTo>
                  <a:lnTo>
                    <a:pt x="2128195" y="619386"/>
                  </a:lnTo>
                  <a:lnTo>
                    <a:pt x="2129266" y="618242"/>
                  </a:lnTo>
                  <a:lnTo>
                    <a:pt x="2130338" y="617099"/>
                  </a:lnTo>
                  <a:lnTo>
                    <a:pt x="2131409" y="615957"/>
                  </a:lnTo>
                  <a:lnTo>
                    <a:pt x="2132481" y="614816"/>
                  </a:lnTo>
                  <a:lnTo>
                    <a:pt x="2133553" y="613676"/>
                  </a:lnTo>
                  <a:lnTo>
                    <a:pt x="2134624" y="612536"/>
                  </a:lnTo>
                  <a:lnTo>
                    <a:pt x="2135696" y="611398"/>
                  </a:lnTo>
                  <a:lnTo>
                    <a:pt x="2136767" y="610261"/>
                  </a:lnTo>
                  <a:lnTo>
                    <a:pt x="2137839" y="609125"/>
                  </a:lnTo>
                  <a:lnTo>
                    <a:pt x="2138911" y="607989"/>
                  </a:lnTo>
                  <a:lnTo>
                    <a:pt x="2139982" y="606855"/>
                  </a:lnTo>
                  <a:lnTo>
                    <a:pt x="2141054" y="605722"/>
                  </a:lnTo>
                  <a:lnTo>
                    <a:pt x="2142125" y="604590"/>
                  </a:lnTo>
                  <a:lnTo>
                    <a:pt x="2143197" y="603459"/>
                  </a:lnTo>
                  <a:lnTo>
                    <a:pt x="2144269" y="602330"/>
                  </a:lnTo>
                  <a:lnTo>
                    <a:pt x="2145340" y="601201"/>
                  </a:lnTo>
                  <a:lnTo>
                    <a:pt x="2146412" y="600074"/>
                  </a:lnTo>
                  <a:lnTo>
                    <a:pt x="2147483" y="598948"/>
                  </a:lnTo>
                  <a:lnTo>
                    <a:pt x="2148555" y="597823"/>
                  </a:lnTo>
                  <a:lnTo>
                    <a:pt x="2149627" y="596700"/>
                  </a:lnTo>
                  <a:lnTo>
                    <a:pt x="2150698" y="595577"/>
                  </a:lnTo>
                  <a:lnTo>
                    <a:pt x="2151770" y="594456"/>
                  </a:lnTo>
                  <a:lnTo>
                    <a:pt x="2152841" y="593337"/>
                  </a:lnTo>
                  <a:lnTo>
                    <a:pt x="2153913" y="592218"/>
                  </a:lnTo>
                  <a:lnTo>
                    <a:pt x="2154985" y="591101"/>
                  </a:lnTo>
                  <a:lnTo>
                    <a:pt x="2156056" y="589986"/>
                  </a:lnTo>
                  <a:lnTo>
                    <a:pt x="2157128" y="588872"/>
                  </a:lnTo>
                  <a:lnTo>
                    <a:pt x="2158199" y="587759"/>
                  </a:lnTo>
                  <a:lnTo>
                    <a:pt x="2159271" y="586647"/>
                  </a:lnTo>
                  <a:lnTo>
                    <a:pt x="2160343" y="585538"/>
                  </a:lnTo>
                  <a:lnTo>
                    <a:pt x="2161414" y="584429"/>
                  </a:lnTo>
                  <a:lnTo>
                    <a:pt x="2162486" y="583323"/>
                  </a:lnTo>
                  <a:lnTo>
                    <a:pt x="2163557" y="582217"/>
                  </a:lnTo>
                  <a:lnTo>
                    <a:pt x="2164629" y="581114"/>
                  </a:lnTo>
                  <a:lnTo>
                    <a:pt x="2165701" y="580011"/>
                  </a:lnTo>
                  <a:lnTo>
                    <a:pt x="2166772" y="578911"/>
                  </a:lnTo>
                  <a:lnTo>
                    <a:pt x="2167844" y="577812"/>
                  </a:lnTo>
                  <a:lnTo>
                    <a:pt x="2168915" y="576715"/>
                  </a:lnTo>
                  <a:lnTo>
                    <a:pt x="2169987" y="575619"/>
                  </a:lnTo>
                  <a:lnTo>
                    <a:pt x="2171059" y="574525"/>
                  </a:lnTo>
                  <a:lnTo>
                    <a:pt x="2172130" y="573433"/>
                  </a:lnTo>
                  <a:lnTo>
                    <a:pt x="2173202" y="572343"/>
                  </a:lnTo>
                  <a:lnTo>
                    <a:pt x="2174273" y="571254"/>
                  </a:lnTo>
                  <a:lnTo>
                    <a:pt x="2175345" y="570167"/>
                  </a:lnTo>
                  <a:lnTo>
                    <a:pt x="2176417" y="569082"/>
                  </a:lnTo>
                  <a:lnTo>
                    <a:pt x="2177488" y="567999"/>
                  </a:lnTo>
                  <a:lnTo>
                    <a:pt x="2178560" y="566917"/>
                  </a:lnTo>
                  <a:lnTo>
                    <a:pt x="2179631" y="565838"/>
                  </a:lnTo>
                  <a:lnTo>
                    <a:pt x="2180703" y="564760"/>
                  </a:lnTo>
                  <a:lnTo>
                    <a:pt x="2181775" y="563684"/>
                  </a:lnTo>
                  <a:lnTo>
                    <a:pt x="2182846" y="562611"/>
                  </a:lnTo>
                  <a:lnTo>
                    <a:pt x="2183918" y="561539"/>
                  </a:lnTo>
                  <a:lnTo>
                    <a:pt x="2184989" y="560469"/>
                  </a:lnTo>
                  <a:lnTo>
                    <a:pt x="2186061" y="559401"/>
                  </a:lnTo>
                  <a:lnTo>
                    <a:pt x="2187133" y="558335"/>
                  </a:lnTo>
                  <a:lnTo>
                    <a:pt x="2188204" y="557272"/>
                  </a:lnTo>
                  <a:lnTo>
                    <a:pt x="2189276" y="556210"/>
                  </a:lnTo>
                  <a:lnTo>
                    <a:pt x="2190347" y="555150"/>
                  </a:lnTo>
                  <a:lnTo>
                    <a:pt x="2191419" y="554093"/>
                  </a:lnTo>
                  <a:lnTo>
                    <a:pt x="2192491" y="553037"/>
                  </a:lnTo>
                  <a:lnTo>
                    <a:pt x="2193562" y="551984"/>
                  </a:lnTo>
                  <a:lnTo>
                    <a:pt x="2194634" y="550933"/>
                  </a:lnTo>
                  <a:lnTo>
                    <a:pt x="2195705" y="549883"/>
                  </a:lnTo>
                  <a:lnTo>
                    <a:pt x="2196777" y="548836"/>
                  </a:lnTo>
                  <a:lnTo>
                    <a:pt x="2197849" y="547791"/>
                  </a:lnTo>
                  <a:lnTo>
                    <a:pt x="2198920" y="546748"/>
                  </a:lnTo>
                  <a:lnTo>
                    <a:pt x="2199992" y="545708"/>
                  </a:lnTo>
                  <a:lnTo>
                    <a:pt x="2201063" y="544669"/>
                  </a:lnTo>
                  <a:lnTo>
                    <a:pt x="2202135" y="543632"/>
                  </a:lnTo>
                  <a:lnTo>
                    <a:pt x="2203207" y="542598"/>
                  </a:lnTo>
                  <a:lnTo>
                    <a:pt x="2204278" y="541566"/>
                  </a:lnTo>
                  <a:lnTo>
                    <a:pt x="2205350" y="540536"/>
                  </a:lnTo>
                  <a:lnTo>
                    <a:pt x="2206421" y="539508"/>
                  </a:lnTo>
                  <a:lnTo>
                    <a:pt x="2207493" y="538482"/>
                  </a:lnTo>
                  <a:lnTo>
                    <a:pt x="2208565" y="537458"/>
                  </a:lnTo>
                  <a:lnTo>
                    <a:pt x="2209636" y="536436"/>
                  </a:lnTo>
                  <a:lnTo>
                    <a:pt x="2210708" y="535417"/>
                  </a:lnTo>
                  <a:lnTo>
                    <a:pt x="2211779" y="534400"/>
                  </a:lnTo>
                  <a:lnTo>
                    <a:pt x="2212851" y="533385"/>
                  </a:lnTo>
                  <a:lnTo>
                    <a:pt x="2213923" y="532372"/>
                  </a:lnTo>
                  <a:lnTo>
                    <a:pt x="2214994" y="531361"/>
                  </a:lnTo>
                  <a:lnTo>
                    <a:pt x="2216066" y="530353"/>
                  </a:lnTo>
                  <a:lnTo>
                    <a:pt x="2217137" y="529346"/>
                  </a:lnTo>
                  <a:lnTo>
                    <a:pt x="2218209" y="528342"/>
                  </a:lnTo>
                  <a:lnTo>
                    <a:pt x="2219281" y="527340"/>
                  </a:lnTo>
                  <a:lnTo>
                    <a:pt x="2220352" y="526340"/>
                  </a:lnTo>
                  <a:lnTo>
                    <a:pt x="2221424" y="525343"/>
                  </a:lnTo>
                  <a:lnTo>
                    <a:pt x="2222495" y="524347"/>
                  </a:lnTo>
                  <a:lnTo>
                    <a:pt x="2223567" y="523354"/>
                  </a:lnTo>
                  <a:lnTo>
                    <a:pt x="2224639" y="522363"/>
                  </a:lnTo>
                  <a:lnTo>
                    <a:pt x="2225710" y="521374"/>
                  </a:lnTo>
                  <a:lnTo>
                    <a:pt x="2226782" y="520388"/>
                  </a:lnTo>
                  <a:lnTo>
                    <a:pt x="2227853" y="519403"/>
                  </a:lnTo>
                  <a:lnTo>
                    <a:pt x="2228925" y="518421"/>
                  </a:lnTo>
                  <a:lnTo>
                    <a:pt x="2229997" y="517441"/>
                  </a:lnTo>
                  <a:lnTo>
                    <a:pt x="2231068" y="516464"/>
                  </a:lnTo>
                  <a:lnTo>
                    <a:pt x="2232140" y="515488"/>
                  </a:lnTo>
                  <a:lnTo>
                    <a:pt x="2233211" y="514515"/>
                  </a:lnTo>
                  <a:lnTo>
                    <a:pt x="2234283" y="513544"/>
                  </a:lnTo>
                  <a:lnTo>
                    <a:pt x="2235355" y="512576"/>
                  </a:lnTo>
                  <a:lnTo>
                    <a:pt x="2236426" y="511609"/>
                  </a:lnTo>
                  <a:lnTo>
                    <a:pt x="2237498" y="510645"/>
                  </a:lnTo>
                  <a:lnTo>
                    <a:pt x="2238569" y="509683"/>
                  </a:lnTo>
                  <a:lnTo>
                    <a:pt x="2239641" y="508723"/>
                  </a:lnTo>
                  <a:lnTo>
                    <a:pt x="2240713" y="507766"/>
                  </a:lnTo>
                  <a:lnTo>
                    <a:pt x="2241784" y="506810"/>
                  </a:lnTo>
                  <a:lnTo>
                    <a:pt x="2242856" y="505858"/>
                  </a:lnTo>
                  <a:lnTo>
                    <a:pt x="2243927" y="504907"/>
                  </a:lnTo>
                  <a:lnTo>
                    <a:pt x="2244999" y="503958"/>
                  </a:lnTo>
                  <a:lnTo>
                    <a:pt x="2246071" y="503012"/>
                  </a:lnTo>
                  <a:lnTo>
                    <a:pt x="2247142" y="502068"/>
                  </a:lnTo>
                  <a:lnTo>
                    <a:pt x="2248214" y="501127"/>
                  </a:lnTo>
                  <a:lnTo>
                    <a:pt x="2249285" y="500188"/>
                  </a:lnTo>
                  <a:lnTo>
                    <a:pt x="2250357" y="499250"/>
                  </a:lnTo>
                  <a:lnTo>
                    <a:pt x="2251429" y="498316"/>
                  </a:lnTo>
                  <a:lnTo>
                    <a:pt x="2252500" y="497383"/>
                  </a:lnTo>
                  <a:lnTo>
                    <a:pt x="2253572" y="496453"/>
                  </a:lnTo>
                  <a:lnTo>
                    <a:pt x="2254643" y="495525"/>
                  </a:lnTo>
                  <a:lnTo>
                    <a:pt x="2255715" y="494599"/>
                  </a:lnTo>
                  <a:lnTo>
                    <a:pt x="2256787" y="493676"/>
                  </a:lnTo>
                  <a:lnTo>
                    <a:pt x="2257858" y="492755"/>
                  </a:lnTo>
                  <a:lnTo>
                    <a:pt x="2258930" y="491836"/>
                  </a:lnTo>
                  <a:lnTo>
                    <a:pt x="2260001" y="490920"/>
                  </a:lnTo>
                  <a:lnTo>
                    <a:pt x="2261073" y="490006"/>
                  </a:lnTo>
                  <a:lnTo>
                    <a:pt x="2262145" y="489094"/>
                  </a:lnTo>
                  <a:lnTo>
                    <a:pt x="2263216" y="488184"/>
                  </a:lnTo>
                  <a:lnTo>
                    <a:pt x="2264288" y="487277"/>
                  </a:lnTo>
                  <a:lnTo>
                    <a:pt x="2265359" y="486372"/>
                  </a:lnTo>
                  <a:lnTo>
                    <a:pt x="2266431" y="485470"/>
                  </a:lnTo>
                  <a:lnTo>
                    <a:pt x="2267503" y="484569"/>
                  </a:lnTo>
                  <a:lnTo>
                    <a:pt x="2268574" y="483671"/>
                  </a:lnTo>
                  <a:lnTo>
                    <a:pt x="2269646" y="482776"/>
                  </a:lnTo>
                  <a:lnTo>
                    <a:pt x="2270717" y="481882"/>
                  </a:lnTo>
                  <a:lnTo>
                    <a:pt x="2271789" y="480991"/>
                  </a:lnTo>
                  <a:lnTo>
                    <a:pt x="2272861" y="480103"/>
                  </a:lnTo>
                  <a:lnTo>
                    <a:pt x="2273932" y="479216"/>
                  </a:lnTo>
                  <a:lnTo>
                    <a:pt x="2275004" y="478332"/>
                  </a:lnTo>
                  <a:lnTo>
                    <a:pt x="2276075" y="477450"/>
                  </a:lnTo>
                  <a:lnTo>
                    <a:pt x="2277147" y="476571"/>
                  </a:lnTo>
                  <a:lnTo>
                    <a:pt x="2278219" y="475694"/>
                  </a:lnTo>
                  <a:lnTo>
                    <a:pt x="2279290" y="474819"/>
                  </a:lnTo>
                  <a:lnTo>
                    <a:pt x="2280362" y="473947"/>
                  </a:lnTo>
                  <a:lnTo>
                    <a:pt x="2281433" y="473076"/>
                  </a:lnTo>
                  <a:lnTo>
                    <a:pt x="2282505" y="472209"/>
                  </a:lnTo>
                  <a:lnTo>
                    <a:pt x="2283577" y="471343"/>
                  </a:lnTo>
                  <a:lnTo>
                    <a:pt x="2284648" y="470480"/>
                  </a:lnTo>
                  <a:lnTo>
                    <a:pt x="2285720" y="469619"/>
                  </a:lnTo>
                  <a:lnTo>
                    <a:pt x="2286791" y="468761"/>
                  </a:lnTo>
                  <a:lnTo>
                    <a:pt x="2287863" y="467905"/>
                  </a:lnTo>
                  <a:lnTo>
                    <a:pt x="2288935" y="467051"/>
                  </a:lnTo>
                  <a:lnTo>
                    <a:pt x="2290006" y="466199"/>
                  </a:lnTo>
                  <a:lnTo>
                    <a:pt x="2291078" y="465350"/>
                  </a:lnTo>
                  <a:lnTo>
                    <a:pt x="2292149" y="464504"/>
                  </a:lnTo>
                  <a:lnTo>
                    <a:pt x="2293221" y="463659"/>
                  </a:lnTo>
                  <a:lnTo>
                    <a:pt x="2294293" y="462817"/>
                  </a:lnTo>
                  <a:lnTo>
                    <a:pt x="2295364" y="461977"/>
                  </a:lnTo>
                  <a:lnTo>
                    <a:pt x="2296436" y="461140"/>
                  </a:lnTo>
                  <a:lnTo>
                    <a:pt x="2297507" y="460305"/>
                  </a:lnTo>
                  <a:lnTo>
                    <a:pt x="2298579" y="459472"/>
                  </a:lnTo>
                  <a:lnTo>
                    <a:pt x="2299651" y="458642"/>
                  </a:lnTo>
                  <a:lnTo>
                    <a:pt x="2300722" y="457814"/>
                  </a:lnTo>
                  <a:lnTo>
                    <a:pt x="2301794" y="456988"/>
                  </a:lnTo>
                  <a:lnTo>
                    <a:pt x="2302865" y="456165"/>
                  </a:lnTo>
                  <a:lnTo>
                    <a:pt x="2303937" y="455344"/>
                  </a:lnTo>
                  <a:lnTo>
                    <a:pt x="2305009" y="454525"/>
                  </a:lnTo>
                  <a:lnTo>
                    <a:pt x="2306080" y="453709"/>
                  </a:lnTo>
                  <a:lnTo>
                    <a:pt x="2307152" y="452895"/>
                  </a:lnTo>
                  <a:lnTo>
                    <a:pt x="2308223" y="452083"/>
                  </a:lnTo>
                  <a:lnTo>
                    <a:pt x="2309295" y="451274"/>
                  </a:lnTo>
                  <a:lnTo>
                    <a:pt x="2310366" y="450467"/>
                  </a:lnTo>
                  <a:lnTo>
                    <a:pt x="2311438" y="449663"/>
                  </a:lnTo>
                  <a:lnTo>
                    <a:pt x="2312510" y="448861"/>
                  </a:lnTo>
                  <a:lnTo>
                    <a:pt x="2313581" y="448061"/>
                  </a:lnTo>
                  <a:lnTo>
                    <a:pt x="2314653" y="447263"/>
                  </a:lnTo>
                  <a:lnTo>
                    <a:pt x="2315724" y="446468"/>
                  </a:lnTo>
                  <a:lnTo>
                    <a:pt x="2316796" y="445676"/>
                  </a:lnTo>
                  <a:lnTo>
                    <a:pt x="2317868" y="444885"/>
                  </a:lnTo>
                  <a:lnTo>
                    <a:pt x="2318939" y="444097"/>
                  </a:lnTo>
                  <a:lnTo>
                    <a:pt x="2320011" y="443311"/>
                  </a:lnTo>
                  <a:lnTo>
                    <a:pt x="2321082" y="442528"/>
                  </a:lnTo>
                  <a:lnTo>
                    <a:pt x="2322154" y="441747"/>
                  </a:lnTo>
                  <a:lnTo>
                    <a:pt x="2323226" y="440968"/>
                  </a:lnTo>
                  <a:lnTo>
                    <a:pt x="2324297" y="440192"/>
                  </a:lnTo>
                  <a:lnTo>
                    <a:pt x="2325369" y="439418"/>
                  </a:lnTo>
                  <a:lnTo>
                    <a:pt x="2326440" y="438647"/>
                  </a:lnTo>
                  <a:lnTo>
                    <a:pt x="2327512" y="437877"/>
                  </a:lnTo>
                  <a:lnTo>
                    <a:pt x="2328584" y="437110"/>
                  </a:lnTo>
                  <a:lnTo>
                    <a:pt x="2329655" y="436346"/>
                  </a:lnTo>
                  <a:lnTo>
                    <a:pt x="2330727" y="435584"/>
                  </a:lnTo>
                  <a:lnTo>
                    <a:pt x="2331798" y="434824"/>
                  </a:lnTo>
                  <a:lnTo>
                    <a:pt x="2332870" y="434067"/>
                  </a:lnTo>
                  <a:lnTo>
                    <a:pt x="2333942" y="433311"/>
                  </a:lnTo>
                  <a:lnTo>
                    <a:pt x="2335013" y="432559"/>
                  </a:lnTo>
                  <a:lnTo>
                    <a:pt x="2336085" y="431808"/>
                  </a:lnTo>
                  <a:lnTo>
                    <a:pt x="2337156" y="431060"/>
                  </a:lnTo>
                  <a:lnTo>
                    <a:pt x="2338228" y="430314"/>
                  </a:lnTo>
                  <a:lnTo>
                    <a:pt x="2339300" y="429571"/>
                  </a:lnTo>
                  <a:lnTo>
                    <a:pt x="2340371" y="428830"/>
                  </a:lnTo>
                  <a:lnTo>
                    <a:pt x="2341443" y="428091"/>
                  </a:lnTo>
                  <a:lnTo>
                    <a:pt x="2342514" y="427355"/>
                  </a:lnTo>
                  <a:lnTo>
                    <a:pt x="2343586" y="426621"/>
                  </a:lnTo>
                  <a:lnTo>
                    <a:pt x="2344658" y="425890"/>
                  </a:lnTo>
                  <a:lnTo>
                    <a:pt x="2345729" y="425160"/>
                  </a:lnTo>
                  <a:lnTo>
                    <a:pt x="2346801" y="424433"/>
                  </a:lnTo>
                  <a:lnTo>
                    <a:pt x="2347872" y="423709"/>
                  </a:lnTo>
                  <a:lnTo>
                    <a:pt x="2348944" y="422986"/>
                  </a:lnTo>
                  <a:lnTo>
                    <a:pt x="2350016" y="422267"/>
                  </a:lnTo>
                  <a:lnTo>
                    <a:pt x="2351087" y="421549"/>
                  </a:lnTo>
                  <a:lnTo>
                    <a:pt x="2352159" y="420834"/>
                  </a:lnTo>
                  <a:lnTo>
                    <a:pt x="2353230" y="420121"/>
                  </a:lnTo>
                  <a:lnTo>
                    <a:pt x="2354302" y="419410"/>
                  </a:lnTo>
                  <a:lnTo>
                    <a:pt x="2355374" y="418702"/>
                  </a:lnTo>
                  <a:lnTo>
                    <a:pt x="2356445" y="417996"/>
                  </a:lnTo>
                  <a:lnTo>
                    <a:pt x="2357517" y="417293"/>
                  </a:lnTo>
                  <a:lnTo>
                    <a:pt x="2358588" y="416592"/>
                  </a:lnTo>
                  <a:lnTo>
                    <a:pt x="2359660" y="415893"/>
                  </a:lnTo>
                  <a:lnTo>
                    <a:pt x="2360732" y="415197"/>
                  </a:lnTo>
                  <a:lnTo>
                    <a:pt x="2361803" y="414502"/>
                  </a:lnTo>
                  <a:lnTo>
                    <a:pt x="2362875" y="413811"/>
                  </a:lnTo>
                  <a:lnTo>
                    <a:pt x="2363946" y="413121"/>
                  </a:lnTo>
                  <a:lnTo>
                    <a:pt x="2365018" y="412434"/>
                  </a:lnTo>
                  <a:lnTo>
                    <a:pt x="2366090" y="411749"/>
                  </a:lnTo>
                  <a:lnTo>
                    <a:pt x="2367161" y="411067"/>
                  </a:lnTo>
                  <a:lnTo>
                    <a:pt x="2368233" y="410387"/>
                  </a:lnTo>
                  <a:lnTo>
                    <a:pt x="2369304" y="409709"/>
                  </a:lnTo>
                  <a:lnTo>
                    <a:pt x="2370376" y="409033"/>
                  </a:lnTo>
                  <a:lnTo>
                    <a:pt x="2371448" y="408360"/>
                  </a:lnTo>
                  <a:lnTo>
                    <a:pt x="2372519" y="407689"/>
                  </a:lnTo>
                  <a:lnTo>
                    <a:pt x="2373591" y="407021"/>
                  </a:lnTo>
                  <a:lnTo>
                    <a:pt x="2374662" y="406354"/>
                  </a:lnTo>
                  <a:lnTo>
                    <a:pt x="2375734" y="405691"/>
                  </a:lnTo>
                  <a:lnTo>
                    <a:pt x="2376806" y="405029"/>
                  </a:lnTo>
                  <a:lnTo>
                    <a:pt x="2377877" y="404370"/>
                  </a:lnTo>
                  <a:lnTo>
                    <a:pt x="2378949" y="403713"/>
                  </a:lnTo>
                  <a:lnTo>
                    <a:pt x="2380020" y="403058"/>
                  </a:lnTo>
                  <a:lnTo>
                    <a:pt x="2381092" y="402406"/>
                  </a:lnTo>
                  <a:lnTo>
                    <a:pt x="2382164" y="401756"/>
                  </a:lnTo>
                  <a:lnTo>
                    <a:pt x="2383235" y="401108"/>
                  </a:lnTo>
                  <a:lnTo>
                    <a:pt x="2384307" y="400463"/>
                  </a:lnTo>
                  <a:lnTo>
                    <a:pt x="2385378" y="399820"/>
                  </a:lnTo>
                  <a:lnTo>
                    <a:pt x="2386450" y="399179"/>
                  </a:lnTo>
                  <a:lnTo>
                    <a:pt x="2387522" y="398541"/>
                  </a:lnTo>
                  <a:lnTo>
                    <a:pt x="2388593" y="397905"/>
                  </a:lnTo>
                  <a:lnTo>
                    <a:pt x="2389665" y="397271"/>
                  </a:lnTo>
                  <a:lnTo>
                    <a:pt x="2390736" y="396639"/>
                  </a:lnTo>
                  <a:lnTo>
                    <a:pt x="2391808" y="396010"/>
                  </a:lnTo>
                  <a:lnTo>
                    <a:pt x="2392880" y="395383"/>
                  </a:lnTo>
                  <a:lnTo>
                    <a:pt x="2393951" y="394759"/>
                  </a:lnTo>
                  <a:lnTo>
                    <a:pt x="2395023" y="394136"/>
                  </a:lnTo>
                  <a:lnTo>
                    <a:pt x="2396094" y="393516"/>
                  </a:lnTo>
                  <a:lnTo>
                    <a:pt x="2397166" y="392899"/>
                  </a:lnTo>
                  <a:lnTo>
                    <a:pt x="2398238" y="392283"/>
                  </a:lnTo>
                  <a:lnTo>
                    <a:pt x="2399309" y="391670"/>
                  </a:lnTo>
                  <a:lnTo>
                    <a:pt x="2400381" y="391059"/>
                  </a:lnTo>
                  <a:lnTo>
                    <a:pt x="2401452" y="390451"/>
                  </a:lnTo>
                  <a:lnTo>
                    <a:pt x="2402524" y="389844"/>
                  </a:lnTo>
                  <a:lnTo>
                    <a:pt x="2403596" y="389240"/>
                  </a:lnTo>
                  <a:lnTo>
                    <a:pt x="2404667" y="388639"/>
                  </a:lnTo>
                  <a:lnTo>
                    <a:pt x="2405739" y="388039"/>
                  </a:lnTo>
                  <a:lnTo>
                    <a:pt x="2406810" y="387442"/>
                  </a:lnTo>
                  <a:lnTo>
                    <a:pt x="2407882" y="386847"/>
                  </a:lnTo>
                  <a:lnTo>
                    <a:pt x="2408954" y="386255"/>
                  </a:lnTo>
                  <a:lnTo>
                    <a:pt x="2410025" y="385664"/>
                  </a:lnTo>
                  <a:lnTo>
                    <a:pt x="2411097" y="385076"/>
                  </a:lnTo>
                  <a:lnTo>
                    <a:pt x="2412168" y="384490"/>
                  </a:lnTo>
                  <a:lnTo>
                    <a:pt x="2413240" y="383907"/>
                  </a:lnTo>
                  <a:lnTo>
                    <a:pt x="2414312" y="383326"/>
                  </a:lnTo>
                  <a:lnTo>
                    <a:pt x="2415383" y="382747"/>
                  </a:lnTo>
                  <a:lnTo>
                    <a:pt x="2416455" y="382170"/>
                  </a:lnTo>
                  <a:lnTo>
                    <a:pt x="2417526" y="381595"/>
                  </a:lnTo>
                  <a:lnTo>
                    <a:pt x="2418598" y="381023"/>
                  </a:lnTo>
                  <a:lnTo>
                    <a:pt x="2419670" y="380453"/>
                  </a:lnTo>
                  <a:lnTo>
                    <a:pt x="2420741" y="379885"/>
                  </a:lnTo>
                  <a:lnTo>
                    <a:pt x="2421813" y="379320"/>
                  </a:lnTo>
                  <a:lnTo>
                    <a:pt x="2422884" y="378757"/>
                  </a:lnTo>
                  <a:lnTo>
                    <a:pt x="2423956" y="378196"/>
                  </a:lnTo>
                  <a:lnTo>
                    <a:pt x="2425028" y="377637"/>
                  </a:lnTo>
                  <a:lnTo>
                    <a:pt x="2426099" y="377080"/>
                  </a:lnTo>
                  <a:lnTo>
                    <a:pt x="2427171" y="376526"/>
                  </a:lnTo>
                  <a:lnTo>
                    <a:pt x="2428242" y="375974"/>
                  </a:lnTo>
                  <a:lnTo>
                    <a:pt x="2429314" y="375424"/>
                  </a:lnTo>
                  <a:lnTo>
                    <a:pt x="2430386" y="374877"/>
                  </a:lnTo>
                  <a:lnTo>
                    <a:pt x="2431457" y="374332"/>
                  </a:lnTo>
                  <a:lnTo>
                    <a:pt x="2432529" y="373788"/>
                  </a:lnTo>
                  <a:lnTo>
                    <a:pt x="2433600" y="373248"/>
                  </a:lnTo>
                  <a:lnTo>
                    <a:pt x="2434672" y="372709"/>
                  </a:lnTo>
                  <a:lnTo>
                    <a:pt x="2435744" y="372172"/>
                  </a:lnTo>
                  <a:lnTo>
                    <a:pt x="2436815" y="371638"/>
                  </a:lnTo>
                  <a:lnTo>
                    <a:pt x="2437887" y="371106"/>
                  </a:lnTo>
                  <a:lnTo>
                    <a:pt x="2438958" y="370576"/>
                  </a:lnTo>
                  <a:lnTo>
                    <a:pt x="2440030" y="370049"/>
                  </a:lnTo>
                  <a:lnTo>
                    <a:pt x="2441102" y="369524"/>
                  </a:lnTo>
                  <a:lnTo>
                    <a:pt x="2442173" y="369000"/>
                  </a:lnTo>
                  <a:lnTo>
                    <a:pt x="2443245" y="368479"/>
                  </a:lnTo>
                  <a:lnTo>
                    <a:pt x="2444316" y="367961"/>
                  </a:lnTo>
                  <a:lnTo>
                    <a:pt x="2445388" y="367444"/>
                  </a:lnTo>
                  <a:lnTo>
                    <a:pt x="2446460" y="366930"/>
                  </a:lnTo>
                  <a:lnTo>
                    <a:pt x="2447531" y="366418"/>
                  </a:lnTo>
                  <a:lnTo>
                    <a:pt x="2448603" y="365908"/>
                  </a:lnTo>
                  <a:lnTo>
                    <a:pt x="2449674" y="365400"/>
                  </a:lnTo>
                  <a:lnTo>
                    <a:pt x="2450746" y="364894"/>
                  </a:lnTo>
                  <a:lnTo>
                    <a:pt x="2451818" y="364391"/>
                  </a:lnTo>
                  <a:lnTo>
                    <a:pt x="2452889" y="363890"/>
                  </a:lnTo>
                  <a:lnTo>
                    <a:pt x="2453961" y="363391"/>
                  </a:lnTo>
                  <a:lnTo>
                    <a:pt x="2455032" y="362894"/>
                  </a:lnTo>
                  <a:lnTo>
                    <a:pt x="2456104" y="362399"/>
                  </a:lnTo>
                  <a:lnTo>
                    <a:pt x="2457176" y="361906"/>
                  </a:lnTo>
                  <a:lnTo>
                    <a:pt x="2458247" y="361416"/>
                  </a:lnTo>
                  <a:lnTo>
                    <a:pt x="2459319" y="360928"/>
                  </a:lnTo>
                  <a:lnTo>
                    <a:pt x="2460390" y="360442"/>
                  </a:lnTo>
                  <a:lnTo>
                    <a:pt x="2461462" y="359958"/>
                  </a:lnTo>
                  <a:lnTo>
                    <a:pt x="2462534" y="359476"/>
                  </a:lnTo>
                  <a:lnTo>
                    <a:pt x="2463605" y="358997"/>
                  </a:lnTo>
                  <a:lnTo>
                    <a:pt x="2464677" y="358519"/>
                  </a:lnTo>
                  <a:lnTo>
                    <a:pt x="2465748" y="358044"/>
                  </a:lnTo>
                  <a:lnTo>
                    <a:pt x="2466820" y="357571"/>
                  </a:lnTo>
                  <a:lnTo>
                    <a:pt x="2467892" y="357100"/>
                  </a:lnTo>
                  <a:lnTo>
                    <a:pt x="2468963" y="356631"/>
                  </a:lnTo>
                  <a:lnTo>
                    <a:pt x="2470035" y="356164"/>
                  </a:lnTo>
                  <a:lnTo>
                    <a:pt x="2471106" y="355700"/>
                  </a:lnTo>
                  <a:lnTo>
                    <a:pt x="2472178" y="355237"/>
                  </a:lnTo>
                  <a:lnTo>
                    <a:pt x="2473250" y="354777"/>
                  </a:lnTo>
                  <a:lnTo>
                    <a:pt x="2474321" y="354319"/>
                  </a:lnTo>
                  <a:lnTo>
                    <a:pt x="2475393" y="353863"/>
                  </a:lnTo>
                  <a:lnTo>
                    <a:pt x="2476464" y="353409"/>
                  </a:lnTo>
                  <a:lnTo>
                    <a:pt x="2477536" y="352957"/>
                  </a:lnTo>
                  <a:lnTo>
                    <a:pt x="2478608" y="352507"/>
                  </a:lnTo>
                  <a:lnTo>
                    <a:pt x="2479679" y="352060"/>
                  </a:lnTo>
                  <a:lnTo>
                    <a:pt x="2480751" y="351614"/>
                  </a:lnTo>
                  <a:lnTo>
                    <a:pt x="2481822" y="351171"/>
                  </a:lnTo>
                  <a:lnTo>
                    <a:pt x="2482894" y="350729"/>
                  </a:lnTo>
                  <a:lnTo>
                    <a:pt x="2483966" y="350290"/>
                  </a:lnTo>
                  <a:lnTo>
                    <a:pt x="2485037" y="349853"/>
                  </a:lnTo>
                  <a:lnTo>
                    <a:pt x="2486109" y="349418"/>
                  </a:lnTo>
                  <a:lnTo>
                    <a:pt x="2487180" y="348985"/>
                  </a:lnTo>
                  <a:lnTo>
                    <a:pt x="2488252" y="348554"/>
                  </a:lnTo>
                  <a:lnTo>
                    <a:pt x="2489323" y="348126"/>
                  </a:lnTo>
                  <a:lnTo>
                    <a:pt x="2490395" y="347699"/>
                  </a:lnTo>
                  <a:lnTo>
                    <a:pt x="2491467" y="347274"/>
                  </a:lnTo>
                  <a:lnTo>
                    <a:pt x="2492538" y="346852"/>
                  </a:lnTo>
                  <a:lnTo>
                    <a:pt x="2493610" y="346431"/>
                  </a:lnTo>
                  <a:lnTo>
                    <a:pt x="2494681" y="346013"/>
                  </a:lnTo>
                  <a:lnTo>
                    <a:pt x="2495753" y="345597"/>
                  </a:lnTo>
                  <a:lnTo>
                    <a:pt x="2496825" y="345182"/>
                  </a:lnTo>
                  <a:lnTo>
                    <a:pt x="2497896" y="344770"/>
                  </a:lnTo>
                  <a:lnTo>
                    <a:pt x="2498968" y="344360"/>
                  </a:lnTo>
                  <a:lnTo>
                    <a:pt x="2500039" y="343952"/>
                  </a:lnTo>
                  <a:lnTo>
                    <a:pt x="2501111" y="343546"/>
                  </a:lnTo>
                  <a:lnTo>
                    <a:pt x="2502183" y="343142"/>
                  </a:lnTo>
                  <a:lnTo>
                    <a:pt x="2503254" y="342740"/>
                  </a:lnTo>
                  <a:lnTo>
                    <a:pt x="2504326" y="342340"/>
                  </a:lnTo>
                  <a:lnTo>
                    <a:pt x="2505397" y="341942"/>
                  </a:lnTo>
                  <a:lnTo>
                    <a:pt x="2506469" y="341546"/>
                  </a:lnTo>
                  <a:lnTo>
                    <a:pt x="2507541" y="341153"/>
                  </a:lnTo>
                  <a:lnTo>
                    <a:pt x="2508612" y="340761"/>
                  </a:lnTo>
                  <a:lnTo>
                    <a:pt x="2509684" y="340371"/>
                  </a:lnTo>
                  <a:lnTo>
                    <a:pt x="2510755" y="339983"/>
                  </a:lnTo>
                  <a:lnTo>
                    <a:pt x="2511827" y="339597"/>
                  </a:lnTo>
                  <a:lnTo>
                    <a:pt x="2512899" y="339214"/>
                  </a:lnTo>
                  <a:lnTo>
                    <a:pt x="2513970" y="338832"/>
                  </a:lnTo>
                  <a:lnTo>
                    <a:pt x="2515042" y="338452"/>
                  </a:lnTo>
                  <a:lnTo>
                    <a:pt x="2516113" y="338074"/>
                  </a:lnTo>
                  <a:lnTo>
                    <a:pt x="2517185" y="337699"/>
                  </a:lnTo>
                  <a:lnTo>
                    <a:pt x="2518257" y="337325"/>
                  </a:lnTo>
                  <a:lnTo>
                    <a:pt x="2519328" y="336953"/>
                  </a:lnTo>
                  <a:lnTo>
                    <a:pt x="2520400" y="336583"/>
                  </a:lnTo>
                  <a:lnTo>
                    <a:pt x="2521471" y="336216"/>
                  </a:lnTo>
                  <a:lnTo>
                    <a:pt x="2522543" y="335850"/>
                  </a:lnTo>
                  <a:lnTo>
                    <a:pt x="2523615" y="335486"/>
                  </a:lnTo>
                  <a:lnTo>
                    <a:pt x="2524686" y="335124"/>
                  </a:lnTo>
                  <a:lnTo>
                    <a:pt x="2525758" y="334764"/>
                  </a:lnTo>
                  <a:lnTo>
                    <a:pt x="2526829" y="334406"/>
                  </a:lnTo>
                  <a:lnTo>
                    <a:pt x="2527901" y="334050"/>
                  </a:lnTo>
                  <a:lnTo>
                    <a:pt x="2528973" y="333696"/>
                  </a:lnTo>
                  <a:lnTo>
                    <a:pt x="2530044" y="333344"/>
                  </a:lnTo>
                  <a:lnTo>
                    <a:pt x="2531116" y="332994"/>
                  </a:lnTo>
                  <a:lnTo>
                    <a:pt x="2532187" y="332646"/>
                  </a:lnTo>
                  <a:lnTo>
                    <a:pt x="2533259" y="332299"/>
                  </a:lnTo>
                  <a:lnTo>
                    <a:pt x="2534331" y="331955"/>
                  </a:lnTo>
                  <a:lnTo>
                    <a:pt x="2535402" y="331613"/>
                  </a:lnTo>
                  <a:lnTo>
                    <a:pt x="2536474" y="331272"/>
                  </a:lnTo>
                  <a:lnTo>
                    <a:pt x="2537545" y="330934"/>
                  </a:lnTo>
                  <a:lnTo>
                    <a:pt x="2538617" y="330597"/>
                  </a:lnTo>
                  <a:lnTo>
                    <a:pt x="2539689" y="330263"/>
                  </a:lnTo>
                  <a:lnTo>
                    <a:pt x="2540760" y="329930"/>
                  </a:lnTo>
                  <a:lnTo>
                    <a:pt x="2541832" y="329599"/>
                  </a:lnTo>
                  <a:lnTo>
                    <a:pt x="2542903" y="329270"/>
                  </a:lnTo>
                  <a:lnTo>
                    <a:pt x="2543975" y="328943"/>
                  </a:lnTo>
                  <a:lnTo>
                    <a:pt x="2545047" y="328618"/>
                  </a:lnTo>
                  <a:lnTo>
                    <a:pt x="2546118" y="328295"/>
                  </a:lnTo>
                  <a:lnTo>
                    <a:pt x="2547190" y="327973"/>
                  </a:lnTo>
                  <a:lnTo>
                    <a:pt x="2548261" y="327654"/>
                  </a:lnTo>
                  <a:lnTo>
                    <a:pt x="2549333" y="327336"/>
                  </a:lnTo>
                  <a:lnTo>
                    <a:pt x="2550405" y="327021"/>
                  </a:lnTo>
                  <a:lnTo>
                    <a:pt x="2551476" y="326707"/>
                  </a:lnTo>
                  <a:lnTo>
                    <a:pt x="2552548" y="326395"/>
                  </a:lnTo>
                  <a:lnTo>
                    <a:pt x="2553619" y="326085"/>
                  </a:lnTo>
                  <a:lnTo>
                    <a:pt x="2554691" y="325777"/>
                  </a:lnTo>
                  <a:lnTo>
                    <a:pt x="2555763" y="325470"/>
                  </a:lnTo>
                  <a:lnTo>
                    <a:pt x="2556834" y="325166"/>
                  </a:lnTo>
                  <a:lnTo>
                    <a:pt x="2557906" y="324863"/>
                  </a:lnTo>
                  <a:lnTo>
                    <a:pt x="2558977" y="324562"/>
                  </a:lnTo>
                  <a:lnTo>
                    <a:pt x="2560049" y="324263"/>
                  </a:lnTo>
                  <a:lnTo>
                    <a:pt x="2561121" y="323966"/>
                  </a:lnTo>
                  <a:lnTo>
                    <a:pt x="2562192" y="323671"/>
                  </a:lnTo>
                  <a:lnTo>
                    <a:pt x="2563264" y="323378"/>
                  </a:lnTo>
                  <a:lnTo>
                    <a:pt x="2564335" y="323086"/>
                  </a:lnTo>
                  <a:lnTo>
                    <a:pt x="2565407" y="322796"/>
                  </a:lnTo>
                  <a:lnTo>
                    <a:pt x="2566479" y="322508"/>
                  </a:lnTo>
                  <a:lnTo>
                    <a:pt x="2567550" y="322222"/>
                  </a:lnTo>
                  <a:lnTo>
                    <a:pt x="2568622" y="321938"/>
                  </a:lnTo>
                  <a:lnTo>
                    <a:pt x="2569693" y="321655"/>
                  </a:lnTo>
                  <a:lnTo>
                    <a:pt x="2570765" y="321375"/>
                  </a:lnTo>
                  <a:lnTo>
                    <a:pt x="2571837" y="321096"/>
                  </a:lnTo>
                  <a:lnTo>
                    <a:pt x="2572908" y="320819"/>
                  </a:lnTo>
                  <a:lnTo>
                    <a:pt x="2573980" y="320544"/>
                  </a:lnTo>
                  <a:lnTo>
                    <a:pt x="2575051" y="320270"/>
                  </a:lnTo>
                  <a:lnTo>
                    <a:pt x="2576123" y="319998"/>
                  </a:lnTo>
                  <a:lnTo>
                    <a:pt x="2577195" y="319728"/>
                  </a:lnTo>
                  <a:lnTo>
                    <a:pt x="2578266" y="319460"/>
                  </a:lnTo>
                  <a:lnTo>
                    <a:pt x="2579338" y="319194"/>
                  </a:lnTo>
                  <a:lnTo>
                    <a:pt x="2580409" y="318929"/>
                  </a:lnTo>
                  <a:lnTo>
                    <a:pt x="2581481" y="318666"/>
                  </a:lnTo>
                  <a:lnTo>
                    <a:pt x="2582553" y="318405"/>
                  </a:lnTo>
                  <a:lnTo>
                    <a:pt x="2583624" y="318146"/>
                  </a:lnTo>
                  <a:lnTo>
                    <a:pt x="2584696" y="317888"/>
                  </a:lnTo>
                  <a:lnTo>
                    <a:pt x="2585767" y="317632"/>
                  </a:lnTo>
                  <a:lnTo>
                    <a:pt x="2586839" y="317378"/>
                  </a:lnTo>
                  <a:lnTo>
                    <a:pt x="2587911" y="317126"/>
                  </a:lnTo>
                  <a:lnTo>
                    <a:pt x="2588982" y="316875"/>
                  </a:lnTo>
                  <a:lnTo>
                    <a:pt x="2590054" y="316626"/>
                  </a:lnTo>
                  <a:lnTo>
                    <a:pt x="2591125" y="316379"/>
                  </a:lnTo>
                  <a:lnTo>
                    <a:pt x="2592197" y="316134"/>
                  </a:lnTo>
                  <a:lnTo>
                    <a:pt x="2593269" y="315890"/>
                  </a:lnTo>
                  <a:lnTo>
                    <a:pt x="2594340" y="315648"/>
                  </a:lnTo>
                  <a:lnTo>
                    <a:pt x="2595412" y="315407"/>
                  </a:lnTo>
                  <a:lnTo>
                    <a:pt x="2596483" y="315169"/>
                  </a:lnTo>
                  <a:lnTo>
                    <a:pt x="2597555" y="314932"/>
                  </a:lnTo>
                  <a:lnTo>
                    <a:pt x="2598627" y="314697"/>
                  </a:lnTo>
                  <a:lnTo>
                    <a:pt x="2599698" y="314463"/>
                  </a:lnTo>
                  <a:lnTo>
                    <a:pt x="2600770" y="314231"/>
                  </a:lnTo>
                  <a:lnTo>
                    <a:pt x="2601841" y="314001"/>
                  </a:lnTo>
                  <a:lnTo>
                    <a:pt x="2602913" y="313773"/>
                  </a:lnTo>
                  <a:lnTo>
                    <a:pt x="2603985" y="313546"/>
                  </a:lnTo>
                  <a:lnTo>
                    <a:pt x="2605056" y="313321"/>
                  </a:lnTo>
                  <a:lnTo>
                    <a:pt x="2606128" y="313097"/>
                  </a:lnTo>
                  <a:lnTo>
                    <a:pt x="2607199" y="312875"/>
                  </a:lnTo>
                  <a:lnTo>
                    <a:pt x="2608271" y="312655"/>
                  </a:lnTo>
                  <a:lnTo>
                    <a:pt x="2609343" y="312437"/>
                  </a:lnTo>
                  <a:lnTo>
                    <a:pt x="2610414" y="312220"/>
                  </a:lnTo>
                  <a:lnTo>
                    <a:pt x="2611486" y="312005"/>
                  </a:lnTo>
                  <a:lnTo>
                    <a:pt x="2612557" y="311791"/>
                  </a:lnTo>
                  <a:lnTo>
                    <a:pt x="2613629" y="311579"/>
                  </a:lnTo>
                  <a:lnTo>
                    <a:pt x="2614701" y="311369"/>
                  </a:lnTo>
                  <a:lnTo>
                    <a:pt x="2615772" y="311160"/>
                  </a:lnTo>
                  <a:lnTo>
                    <a:pt x="2616844" y="310953"/>
                  </a:lnTo>
                  <a:lnTo>
                    <a:pt x="2617915" y="310748"/>
                  </a:lnTo>
                  <a:lnTo>
                    <a:pt x="2618987" y="310544"/>
                  </a:lnTo>
                  <a:lnTo>
                    <a:pt x="2620059" y="310341"/>
                  </a:lnTo>
                  <a:lnTo>
                    <a:pt x="2621130" y="310141"/>
                  </a:lnTo>
                  <a:lnTo>
                    <a:pt x="2622202" y="309942"/>
                  </a:lnTo>
                  <a:lnTo>
                    <a:pt x="2623273" y="309744"/>
                  </a:lnTo>
                  <a:lnTo>
                    <a:pt x="2624345" y="309548"/>
                  </a:lnTo>
                  <a:lnTo>
                    <a:pt x="2625417" y="309354"/>
                  </a:lnTo>
                  <a:lnTo>
                    <a:pt x="2626488" y="309161"/>
                  </a:lnTo>
                  <a:lnTo>
                    <a:pt x="2627560" y="308970"/>
                  </a:lnTo>
                  <a:lnTo>
                    <a:pt x="2628631" y="308781"/>
                  </a:lnTo>
                  <a:lnTo>
                    <a:pt x="2629703" y="308593"/>
                  </a:lnTo>
                  <a:lnTo>
                    <a:pt x="2630775" y="308406"/>
                  </a:lnTo>
                  <a:lnTo>
                    <a:pt x="2631846" y="308222"/>
                  </a:lnTo>
                  <a:lnTo>
                    <a:pt x="2632918" y="308038"/>
                  </a:lnTo>
                  <a:lnTo>
                    <a:pt x="2633989" y="307856"/>
                  </a:lnTo>
                  <a:lnTo>
                    <a:pt x="2635061" y="307676"/>
                  </a:lnTo>
                  <a:lnTo>
                    <a:pt x="2636133" y="307498"/>
                  </a:lnTo>
                  <a:lnTo>
                    <a:pt x="2637204" y="307320"/>
                  </a:lnTo>
                  <a:lnTo>
                    <a:pt x="2638276" y="307145"/>
                  </a:lnTo>
                  <a:lnTo>
                    <a:pt x="2639347" y="306971"/>
                  </a:lnTo>
                  <a:lnTo>
                    <a:pt x="2640419" y="306798"/>
                  </a:lnTo>
                  <a:lnTo>
                    <a:pt x="2641491" y="306627"/>
                  </a:lnTo>
                  <a:lnTo>
                    <a:pt x="2642562" y="306457"/>
                  </a:lnTo>
                  <a:lnTo>
                    <a:pt x="2643634" y="306289"/>
                  </a:lnTo>
                  <a:lnTo>
                    <a:pt x="2644705" y="306123"/>
                  </a:lnTo>
                  <a:lnTo>
                    <a:pt x="2645777" y="305958"/>
                  </a:lnTo>
                  <a:lnTo>
                    <a:pt x="2646849" y="305794"/>
                  </a:lnTo>
                  <a:lnTo>
                    <a:pt x="2647920" y="305632"/>
                  </a:lnTo>
                  <a:lnTo>
                    <a:pt x="2648992" y="305472"/>
                  </a:lnTo>
                  <a:lnTo>
                    <a:pt x="2650063" y="305312"/>
                  </a:lnTo>
                  <a:lnTo>
                    <a:pt x="2651135" y="305155"/>
                  </a:lnTo>
                  <a:lnTo>
                    <a:pt x="2652207" y="304999"/>
                  </a:lnTo>
                  <a:lnTo>
                    <a:pt x="2653278" y="304844"/>
                  </a:lnTo>
                  <a:lnTo>
                    <a:pt x="2654350" y="304691"/>
                  </a:lnTo>
                  <a:lnTo>
                    <a:pt x="2655421" y="304539"/>
                  </a:lnTo>
                  <a:lnTo>
                    <a:pt x="2656493" y="304389"/>
                  </a:lnTo>
                  <a:lnTo>
                    <a:pt x="2657565" y="304240"/>
                  </a:lnTo>
                  <a:lnTo>
                    <a:pt x="2658636" y="304092"/>
                  </a:lnTo>
                  <a:lnTo>
                    <a:pt x="2659708" y="303946"/>
                  </a:lnTo>
                  <a:lnTo>
                    <a:pt x="2660779" y="303802"/>
                  </a:lnTo>
                  <a:lnTo>
                    <a:pt x="2661851" y="303658"/>
                  </a:lnTo>
                  <a:lnTo>
                    <a:pt x="2662922" y="303517"/>
                  </a:lnTo>
                  <a:lnTo>
                    <a:pt x="2663994" y="303376"/>
                  </a:lnTo>
                  <a:lnTo>
                    <a:pt x="2665066" y="303237"/>
                  </a:lnTo>
                  <a:lnTo>
                    <a:pt x="2666137" y="303100"/>
                  </a:lnTo>
                  <a:lnTo>
                    <a:pt x="2667209" y="302964"/>
                  </a:lnTo>
                  <a:lnTo>
                    <a:pt x="2668280" y="302829"/>
                  </a:lnTo>
                  <a:lnTo>
                    <a:pt x="2669352" y="302696"/>
                  </a:lnTo>
                  <a:lnTo>
                    <a:pt x="2670424" y="302564"/>
                  </a:lnTo>
                  <a:lnTo>
                    <a:pt x="2671495" y="302433"/>
                  </a:lnTo>
                  <a:lnTo>
                    <a:pt x="2672567" y="302304"/>
                  </a:lnTo>
                  <a:lnTo>
                    <a:pt x="2673638" y="302176"/>
                  </a:lnTo>
                  <a:lnTo>
                    <a:pt x="2674710" y="302050"/>
                  </a:lnTo>
                  <a:lnTo>
                    <a:pt x="2675782" y="301925"/>
                  </a:lnTo>
                  <a:lnTo>
                    <a:pt x="2676853" y="301801"/>
                  </a:lnTo>
                  <a:lnTo>
                    <a:pt x="2677925" y="301679"/>
                  </a:lnTo>
                  <a:lnTo>
                    <a:pt x="2678996" y="301558"/>
                  </a:lnTo>
                  <a:lnTo>
                    <a:pt x="2680068" y="301438"/>
                  </a:lnTo>
                  <a:lnTo>
                    <a:pt x="2681140" y="301320"/>
                  </a:lnTo>
                  <a:lnTo>
                    <a:pt x="2682211" y="301203"/>
                  </a:lnTo>
                  <a:lnTo>
                    <a:pt x="2683283" y="301087"/>
                  </a:lnTo>
                  <a:lnTo>
                    <a:pt x="2684354" y="300972"/>
                  </a:lnTo>
                  <a:lnTo>
                    <a:pt x="2685426" y="300859"/>
                  </a:lnTo>
                  <a:lnTo>
                    <a:pt x="2686498" y="300748"/>
                  </a:lnTo>
                  <a:lnTo>
                    <a:pt x="2687569" y="300637"/>
                  </a:lnTo>
                  <a:lnTo>
                    <a:pt x="2688641" y="300528"/>
                  </a:lnTo>
                  <a:lnTo>
                    <a:pt x="2689712" y="300420"/>
                  </a:lnTo>
                  <a:lnTo>
                    <a:pt x="2690784" y="300314"/>
                  </a:lnTo>
                  <a:lnTo>
                    <a:pt x="2691856" y="300209"/>
                  </a:lnTo>
                  <a:lnTo>
                    <a:pt x="2692927" y="300105"/>
                  </a:lnTo>
                  <a:lnTo>
                    <a:pt x="2693999" y="300002"/>
                  </a:lnTo>
                  <a:lnTo>
                    <a:pt x="2695070" y="299901"/>
                  </a:lnTo>
                  <a:lnTo>
                    <a:pt x="2696142" y="299801"/>
                  </a:lnTo>
                  <a:lnTo>
                    <a:pt x="2697214" y="299702"/>
                  </a:lnTo>
                  <a:lnTo>
                    <a:pt x="2698285" y="299604"/>
                  </a:lnTo>
                  <a:lnTo>
                    <a:pt x="2699357" y="299508"/>
                  </a:lnTo>
                  <a:lnTo>
                    <a:pt x="2700428" y="299413"/>
                  </a:lnTo>
                  <a:lnTo>
                    <a:pt x="2701500" y="299319"/>
                  </a:lnTo>
                  <a:lnTo>
                    <a:pt x="2702572" y="299226"/>
                  </a:lnTo>
                  <a:lnTo>
                    <a:pt x="2703643" y="299135"/>
                  </a:lnTo>
                  <a:lnTo>
                    <a:pt x="2704715" y="299045"/>
                  </a:lnTo>
                  <a:lnTo>
                    <a:pt x="2705786" y="298956"/>
                  </a:lnTo>
                  <a:lnTo>
                    <a:pt x="2706858" y="298868"/>
                  </a:lnTo>
                  <a:lnTo>
                    <a:pt x="2707930" y="298782"/>
                  </a:lnTo>
                  <a:lnTo>
                    <a:pt x="2709001" y="298696"/>
                  </a:lnTo>
                  <a:lnTo>
                    <a:pt x="2710073" y="298612"/>
                  </a:lnTo>
                  <a:lnTo>
                    <a:pt x="2711144" y="298529"/>
                  </a:lnTo>
                  <a:lnTo>
                    <a:pt x="2712216" y="298448"/>
                  </a:lnTo>
                  <a:lnTo>
                    <a:pt x="2713288" y="298367"/>
                  </a:lnTo>
                  <a:lnTo>
                    <a:pt x="2714359" y="298288"/>
                  </a:lnTo>
                  <a:lnTo>
                    <a:pt x="2715431" y="298210"/>
                  </a:lnTo>
                  <a:lnTo>
                    <a:pt x="2716502" y="298133"/>
                  </a:lnTo>
                  <a:lnTo>
                    <a:pt x="2717574" y="298057"/>
                  </a:lnTo>
                  <a:lnTo>
                    <a:pt x="2718646" y="297982"/>
                  </a:lnTo>
                  <a:lnTo>
                    <a:pt x="2719717" y="297909"/>
                  </a:lnTo>
                  <a:lnTo>
                    <a:pt x="2720789" y="297837"/>
                  </a:lnTo>
                  <a:lnTo>
                    <a:pt x="2721860" y="297765"/>
                  </a:lnTo>
                  <a:lnTo>
                    <a:pt x="2722932" y="297695"/>
                  </a:lnTo>
                  <a:lnTo>
                    <a:pt x="2724004" y="297626"/>
                  </a:lnTo>
                  <a:lnTo>
                    <a:pt x="2725075" y="297559"/>
                  </a:lnTo>
                  <a:lnTo>
                    <a:pt x="2726147" y="297492"/>
                  </a:lnTo>
                  <a:lnTo>
                    <a:pt x="2727218" y="297427"/>
                  </a:lnTo>
                  <a:lnTo>
                    <a:pt x="2728290" y="297362"/>
                  </a:lnTo>
                  <a:lnTo>
                    <a:pt x="2729362" y="297299"/>
                  </a:lnTo>
                  <a:lnTo>
                    <a:pt x="2730433" y="297237"/>
                  </a:lnTo>
                  <a:lnTo>
                    <a:pt x="2731505" y="297176"/>
                  </a:lnTo>
                  <a:lnTo>
                    <a:pt x="2732576" y="297116"/>
                  </a:lnTo>
                  <a:lnTo>
                    <a:pt x="2733648" y="297057"/>
                  </a:lnTo>
                  <a:lnTo>
                    <a:pt x="2734720" y="296999"/>
                  </a:lnTo>
                  <a:lnTo>
                    <a:pt x="2735791" y="296943"/>
                  </a:lnTo>
                  <a:lnTo>
                    <a:pt x="2736863" y="296887"/>
                  </a:lnTo>
                  <a:lnTo>
                    <a:pt x="2737934" y="296832"/>
                  </a:lnTo>
                  <a:lnTo>
                    <a:pt x="2739006" y="296779"/>
                  </a:lnTo>
                  <a:lnTo>
                    <a:pt x="2740078" y="296727"/>
                  </a:lnTo>
                  <a:lnTo>
                    <a:pt x="2741149" y="296675"/>
                  </a:lnTo>
                  <a:lnTo>
                    <a:pt x="2742221" y="296625"/>
                  </a:lnTo>
                  <a:lnTo>
                    <a:pt x="2743292" y="296576"/>
                  </a:lnTo>
                  <a:lnTo>
                    <a:pt x="2744364" y="296527"/>
                  </a:lnTo>
                  <a:lnTo>
                    <a:pt x="2745436" y="296480"/>
                  </a:lnTo>
                  <a:lnTo>
                    <a:pt x="2746507" y="296434"/>
                  </a:lnTo>
                  <a:lnTo>
                    <a:pt x="2747579" y="296389"/>
                  </a:lnTo>
                  <a:lnTo>
                    <a:pt x="2748650" y="296345"/>
                  </a:lnTo>
                  <a:lnTo>
                    <a:pt x="2749722" y="296302"/>
                  </a:lnTo>
                  <a:lnTo>
                    <a:pt x="2750794" y="296260"/>
                  </a:lnTo>
                  <a:lnTo>
                    <a:pt x="2751865" y="296219"/>
                  </a:lnTo>
                  <a:lnTo>
                    <a:pt x="2752937" y="296179"/>
                  </a:lnTo>
                  <a:lnTo>
                    <a:pt x="2754008" y="296140"/>
                  </a:lnTo>
                  <a:lnTo>
                    <a:pt x="2755080" y="296102"/>
                  </a:lnTo>
                  <a:lnTo>
                    <a:pt x="2756152" y="296065"/>
                  </a:lnTo>
                  <a:lnTo>
                    <a:pt x="2757223" y="296029"/>
                  </a:lnTo>
                  <a:lnTo>
                    <a:pt x="2758295" y="295993"/>
                  </a:lnTo>
                  <a:lnTo>
                    <a:pt x="2759366" y="295959"/>
                  </a:lnTo>
                  <a:lnTo>
                    <a:pt x="2760438" y="295926"/>
                  </a:lnTo>
                  <a:lnTo>
                    <a:pt x="2761510" y="295894"/>
                  </a:lnTo>
                  <a:lnTo>
                    <a:pt x="2762581" y="295863"/>
                  </a:lnTo>
                  <a:lnTo>
                    <a:pt x="2763653" y="295832"/>
                  </a:lnTo>
                  <a:lnTo>
                    <a:pt x="2764724" y="295803"/>
                  </a:lnTo>
                  <a:lnTo>
                    <a:pt x="2765796" y="295774"/>
                  </a:lnTo>
                  <a:lnTo>
                    <a:pt x="2766868" y="295747"/>
                  </a:lnTo>
                  <a:lnTo>
                    <a:pt x="2767939" y="295720"/>
                  </a:lnTo>
                  <a:lnTo>
                    <a:pt x="2769011" y="295695"/>
                  </a:lnTo>
                  <a:lnTo>
                    <a:pt x="2770082" y="295670"/>
                  </a:lnTo>
                  <a:lnTo>
                    <a:pt x="2771154" y="295646"/>
                  </a:lnTo>
                  <a:lnTo>
                    <a:pt x="2772226" y="295623"/>
                  </a:lnTo>
                  <a:lnTo>
                    <a:pt x="2773297" y="295601"/>
                  </a:lnTo>
                  <a:lnTo>
                    <a:pt x="2774369" y="295580"/>
                  </a:lnTo>
                  <a:lnTo>
                    <a:pt x="2775440" y="295560"/>
                  </a:lnTo>
                  <a:lnTo>
                    <a:pt x="2776512" y="295541"/>
                  </a:lnTo>
                  <a:lnTo>
                    <a:pt x="2777584" y="295522"/>
                  </a:lnTo>
                  <a:lnTo>
                    <a:pt x="2778655" y="295505"/>
                  </a:lnTo>
                  <a:lnTo>
                    <a:pt x="2779727" y="295488"/>
                  </a:lnTo>
                  <a:lnTo>
                    <a:pt x="2780798" y="295472"/>
                  </a:lnTo>
                  <a:lnTo>
                    <a:pt x="2781870" y="295457"/>
                  </a:lnTo>
                  <a:lnTo>
                    <a:pt x="2782942" y="295443"/>
                  </a:lnTo>
                  <a:lnTo>
                    <a:pt x="2784013" y="295430"/>
                  </a:lnTo>
                  <a:lnTo>
                    <a:pt x="2785085" y="295417"/>
                  </a:lnTo>
                  <a:lnTo>
                    <a:pt x="2786156" y="295406"/>
                  </a:lnTo>
                  <a:lnTo>
                    <a:pt x="2787228" y="295395"/>
                  </a:lnTo>
                  <a:lnTo>
                    <a:pt x="2788300" y="295385"/>
                  </a:lnTo>
                  <a:lnTo>
                    <a:pt x="2789371" y="295376"/>
                  </a:lnTo>
                  <a:lnTo>
                    <a:pt x="2790443" y="295368"/>
                  </a:lnTo>
                  <a:lnTo>
                    <a:pt x="2791514" y="295361"/>
                  </a:lnTo>
                  <a:lnTo>
                    <a:pt x="2792586" y="295354"/>
                  </a:lnTo>
                  <a:lnTo>
                    <a:pt x="2793658" y="295348"/>
                  </a:lnTo>
                  <a:lnTo>
                    <a:pt x="2794729" y="295343"/>
                  </a:lnTo>
                  <a:lnTo>
                    <a:pt x="2795801" y="295339"/>
                  </a:lnTo>
                  <a:lnTo>
                    <a:pt x="2796872" y="295335"/>
                  </a:lnTo>
                  <a:lnTo>
                    <a:pt x="2797944" y="295333"/>
                  </a:lnTo>
                  <a:lnTo>
                    <a:pt x="2799016" y="295331"/>
                  </a:lnTo>
                  <a:lnTo>
                    <a:pt x="2800087" y="295330"/>
                  </a:lnTo>
                  <a:lnTo>
                    <a:pt x="2801159" y="295329"/>
                  </a:lnTo>
                  <a:lnTo>
                    <a:pt x="2802230" y="295330"/>
                  </a:lnTo>
                  <a:lnTo>
                    <a:pt x="2803302" y="295331"/>
                  </a:lnTo>
                  <a:lnTo>
                    <a:pt x="2804374" y="295333"/>
                  </a:lnTo>
                  <a:lnTo>
                    <a:pt x="2805445" y="295336"/>
                  </a:lnTo>
                  <a:lnTo>
                    <a:pt x="2806517" y="295339"/>
                  </a:lnTo>
                  <a:lnTo>
                    <a:pt x="2807588" y="295343"/>
                  </a:lnTo>
                  <a:lnTo>
                    <a:pt x="2808660" y="295348"/>
                  </a:lnTo>
                  <a:lnTo>
                    <a:pt x="2809732" y="295354"/>
                  </a:lnTo>
                  <a:lnTo>
                    <a:pt x="2810803" y="295360"/>
                  </a:lnTo>
                  <a:lnTo>
                    <a:pt x="2811875" y="295367"/>
                  </a:lnTo>
                  <a:lnTo>
                    <a:pt x="2812946" y="295375"/>
                  </a:lnTo>
                  <a:lnTo>
                    <a:pt x="2814018" y="295384"/>
                  </a:lnTo>
                  <a:lnTo>
                    <a:pt x="2815090" y="295393"/>
                  </a:lnTo>
                  <a:lnTo>
                    <a:pt x="2816161" y="295403"/>
                  </a:lnTo>
                  <a:lnTo>
                    <a:pt x="2817233" y="295413"/>
                  </a:lnTo>
                  <a:lnTo>
                    <a:pt x="2818304" y="295425"/>
                  </a:lnTo>
                  <a:lnTo>
                    <a:pt x="2819376" y="295437"/>
                  </a:lnTo>
                  <a:lnTo>
                    <a:pt x="2820448" y="295449"/>
                  </a:lnTo>
                  <a:lnTo>
                    <a:pt x="2821519" y="295462"/>
                  </a:lnTo>
                  <a:lnTo>
                    <a:pt x="2822591" y="295476"/>
                  </a:lnTo>
                  <a:lnTo>
                    <a:pt x="2823662" y="295491"/>
                  </a:lnTo>
                  <a:lnTo>
                    <a:pt x="2824734" y="295506"/>
                  </a:lnTo>
                  <a:lnTo>
                    <a:pt x="2825806" y="295522"/>
                  </a:lnTo>
                  <a:lnTo>
                    <a:pt x="2826877" y="295539"/>
                  </a:lnTo>
                  <a:lnTo>
                    <a:pt x="2827949" y="295556"/>
                  </a:lnTo>
                  <a:lnTo>
                    <a:pt x="2829020" y="295574"/>
                  </a:lnTo>
                  <a:lnTo>
                    <a:pt x="2830092" y="295592"/>
                  </a:lnTo>
                  <a:lnTo>
                    <a:pt x="2831164" y="295611"/>
                  </a:lnTo>
                  <a:lnTo>
                    <a:pt x="2832235" y="295631"/>
                  </a:lnTo>
                  <a:lnTo>
                    <a:pt x="2833307" y="295651"/>
                  </a:lnTo>
                  <a:lnTo>
                    <a:pt x="2834378" y="295672"/>
                  </a:lnTo>
                  <a:lnTo>
                    <a:pt x="2835450" y="295694"/>
                  </a:lnTo>
                  <a:lnTo>
                    <a:pt x="2836522" y="295716"/>
                  </a:lnTo>
                  <a:lnTo>
                    <a:pt x="2837593" y="295739"/>
                  </a:lnTo>
                  <a:lnTo>
                    <a:pt x="2838665" y="295762"/>
                  </a:lnTo>
                  <a:lnTo>
                    <a:pt x="2839736" y="295786"/>
                  </a:lnTo>
                  <a:lnTo>
                    <a:pt x="2840808" y="295811"/>
                  </a:lnTo>
                  <a:lnTo>
                    <a:pt x="2841879" y="295836"/>
                  </a:lnTo>
                  <a:lnTo>
                    <a:pt x="2842951" y="295861"/>
                  </a:lnTo>
                  <a:lnTo>
                    <a:pt x="2844023" y="295887"/>
                  </a:lnTo>
                  <a:lnTo>
                    <a:pt x="2845094" y="295914"/>
                  </a:lnTo>
                  <a:lnTo>
                    <a:pt x="2846166" y="295941"/>
                  </a:lnTo>
                  <a:lnTo>
                    <a:pt x="2847237" y="295969"/>
                  </a:lnTo>
                  <a:lnTo>
                    <a:pt x="2848309" y="295998"/>
                  </a:lnTo>
                  <a:lnTo>
                    <a:pt x="2849381" y="296027"/>
                  </a:lnTo>
                  <a:lnTo>
                    <a:pt x="2850452" y="296056"/>
                  </a:lnTo>
                  <a:lnTo>
                    <a:pt x="2851524" y="296086"/>
                  </a:lnTo>
                  <a:lnTo>
                    <a:pt x="2852595" y="296116"/>
                  </a:lnTo>
                  <a:lnTo>
                    <a:pt x="2853667" y="296147"/>
                  </a:lnTo>
                  <a:lnTo>
                    <a:pt x="2854739" y="296179"/>
                  </a:lnTo>
                  <a:lnTo>
                    <a:pt x="2855810" y="296211"/>
                  </a:lnTo>
                  <a:lnTo>
                    <a:pt x="2856882" y="296244"/>
                  </a:lnTo>
                  <a:lnTo>
                    <a:pt x="2857953" y="296277"/>
                  </a:lnTo>
                  <a:lnTo>
                    <a:pt x="2859025" y="296310"/>
                  </a:lnTo>
                  <a:lnTo>
                    <a:pt x="2860097" y="296344"/>
                  </a:lnTo>
                  <a:lnTo>
                    <a:pt x="2861168" y="296379"/>
                  </a:lnTo>
                  <a:lnTo>
                    <a:pt x="2862240" y="296413"/>
                  </a:lnTo>
                  <a:lnTo>
                    <a:pt x="2863311" y="296449"/>
                  </a:lnTo>
                  <a:lnTo>
                    <a:pt x="2864383" y="296485"/>
                  </a:lnTo>
                  <a:lnTo>
                    <a:pt x="2865455" y="296521"/>
                  </a:lnTo>
                  <a:lnTo>
                    <a:pt x="2866526" y="296558"/>
                  </a:lnTo>
                  <a:lnTo>
                    <a:pt x="2867598" y="296595"/>
                  </a:lnTo>
                  <a:lnTo>
                    <a:pt x="2868669" y="296633"/>
                  </a:lnTo>
                  <a:lnTo>
                    <a:pt x="2869741" y="296671"/>
                  </a:lnTo>
                  <a:lnTo>
                    <a:pt x="2870813" y="296710"/>
                  </a:lnTo>
                  <a:lnTo>
                    <a:pt x="2871884" y="296748"/>
                  </a:lnTo>
                  <a:lnTo>
                    <a:pt x="2872956" y="296788"/>
                  </a:lnTo>
                  <a:lnTo>
                    <a:pt x="2874027" y="296828"/>
                  </a:lnTo>
                  <a:lnTo>
                    <a:pt x="2875099" y="296868"/>
                  </a:lnTo>
                  <a:lnTo>
                    <a:pt x="2876171" y="296909"/>
                  </a:lnTo>
                  <a:lnTo>
                    <a:pt x="2877242" y="296950"/>
                  </a:lnTo>
                  <a:lnTo>
                    <a:pt x="2878314" y="296991"/>
                  </a:lnTo>
                  <a:lnTo>
                    <a:pt x="2879385" y="297033"/>
                  </a:lnTo>
                  <a:lnTo>
                    <a:pt x="2880457" y="297075"/>
                  </a:lnTo>
                  <a:lnTo>
                    <a:pt x="2881529" y="297118"/>
                  </a:lnTo>
                  <a:lnTo>
                    <a:pt x="2882600" y="297161"/>
                  </a:lnTo>
                  <a:lnTo>
                    <a:pt x="2883672" y="297204"/>
                  </a:lnTo>
                  <a:lnTo>
                    <a:pt x="2884743" y="297248"/>
                  </a:lnTo>
                  <a:lnTo>
                    <a:pt x="2885815" y="297292"/>
                  </a:lnTo>
                  <a:lnTo>
                    <a:pt x="2886887" y="297337"/>
                  </a:lnTo>
                  <a:lnTo>
                    <a:pt x="2887958" y="297381"/>
                  </a:lnTo>
                  <a:lnTo>
                    <a:pt x="2889030" y="297426"/>
                  </a:lnTo>
                  <a:lnTo>
                    <a:pt x="2890101" y="297472"/>
                  </a:lnTo>
                  <a:lnTo>
                    <a:pt x="2891173" y="297518"/>
                  </a:lnTo>
                  <a:lnTo>
                    <a:pt x="2892245" y="297564"/>
                  </a:lnTo>
                  <a:lnTo>
                    <a:pt x="2893316" y="297611"/>
                  </a:lnTo>
                  <a:lnTo>
                    <a:pt x="2894388" y="297657"/>
                  </a:lnTo>
                  <a:lnTo>
                    <a:pt x="2895459" y="297704"/>
                  </a:lnTo>
                  <a:lnTo>
                    <a:pt x="2896531" y="297752"/>
                  </a:lnTo>
                  <a:lnTo>
                    <a:pt x="2897603" y="297800"/>
                  </a:lnTo>
                  <a:lnTo>
                    <a:pt x="2898674" y="297848"/>
                  </a:lnTo>
                  <a:lnTo>
                    <a:pt x="2899746" y="297896"/>
                  </a:lnTo>
                  <a:lnTo>
                    <a:pt x="2900817" y="297945"/>
                  </a:lnTo>
                  <a:lnTo>
                    <a:pt x="2901889" y="297994"/>
                  </a:lnTo>
                  <a:lnTo>
                    <a:pt x="2902961" y="298043"/>
                  </a:lnTo>
                  <a:lnTo>
                    <a:pt x="2904032" y="298092"/>
                  </a:lnTo>
                  <a:lnTo>
                    <a:pt x="2905104" y="298142"/>
                  </a:lnTo>
                  <a:lnTo>
                    <a:pt x="2906175" y="298192"/>
                  </a:lnTo>
                  <a:lnTo>
                    <a:pt x="2907247" y="298243"/>
                  </a:lnTo>
                  <a:lnTo>
                    <a:pt x="2908319" y="298293"/>
                  </a:lnTo>
                  <a:lnTo>
                    <a:pt x="2909390" y="298344"/>
                  </a:lnTo>
                  <a:lnTo>
                    <a:pt x="2910462" y="298395"/>
                  </a:lnTo>
                  <a:lnTo>
                    <a:pt x="2911533" y="298446"/>
                  </a:lnTo>
                  <a:lnTo>
                    <a:pt x="2912605" y="298498"/>
                  </a:lnTo>
                  <a:lnTo>
                    <a:pt x="2913677" y="298550"/>
                  </a:lnTo>
                  <a:lnTo>
                    <a:pt x="2914748" y="298602"/>
                  </a:lnTo>
                  <a:lnTo>
                    <a:pt x="2915820" y="298654"/>
                  </a:lnTo>
                  <a:lnTo>
                    <a:pt x="2916891" y="298706"/>
                  </a:lnTo>
                  <a:lnTo>
                    <a:pt x="2917963" y="298759"/>
                  </a:lnTo>
                  <a:lnTo>
                    <a:pt x="2919035" y="298812"/>
                  </a:lnTo>
                  <a:lnTo>
                    <a:pt x="2920106" y="298865"/>
                  </a:lnTo>
                  <a:lnTo>
                    <a:pt x="2921178" y="298918"/>
                  </a:lnTo>
                  <a:lnTo>
                    <a:pt x="2922249" y="298972"/>
                  </a:lnTo>
                  <a:lnTo>
                    <a:pt x="2923321" y="299025"/>
                  </a:lnTo>
                  <a:lnTo>
                    <a:pt x="2924393" y="299079"/>
                  </a:lnTo>
                  <a:lnTo>
                    <a:pt x="2925464" y="299133"/>
                  </a:lnTo>
                  <a:lnTo>
                    <a:pt x="2926536" y="299187"/>
                  </a:lnTo>
                  <a:lnTo>
                    <a:pt x="2927607" y="299242"/>
                  </a:lnTo>
                  <a:lnTo>
                    <a:pt x="2928679" y="299296"/>
                  </a:lnTo>
                  <a:lnTo>
                    <a:pt x="2929751" y="299351"/>
                  </a:lnTo>
                  <a:lnTo>
                    <a:pt x="2930822" y="299406"/>
                  </a:lnTo>
                  <a:lnTo>
                    <a:pt x="2931894" y="299461"/>
                  </a:lnTo>
                  <a:lnTo>
                    <a:pt x="2932965" y="299516"/>
                  </a:lnTo>
                  <a:lnTo>
                    <a:pt x="2934037" y="299571"/>
                  </a:lnTo>
                  <a:lnTo>
                    <a:pt x="2935109" y="299626"/>
                  </a:lnTo>
                  <a:lnTo>
                    <a:pt x="2936180" y="299682"/>
                  </a:lnTo>
                  <a:lnTo>
                    <a:pt x="2937252" y="299738"/>
                  </a:lnTo>
                  <a:lnTo>
                    <a:pt x="2938323" y="299793"/>
                  </a:lnTo>
                  <a:lnTo>
                    <a:pt x="2939395" y="299849"/>
                  </a:lnTo>
                  <a:lnTo>
                    <a:pt x="2940467" y="299905"/>
                  </a:lnTo>
                  <a:lnTo>
                    <a:pt x="2941538" y="299961"/>
                  </a:lnTo>
                  <a:lnTo>
                    <a:pt x="2942610" y="300018"/>
                  </a:lnTo>
                  <a:lnTo>
                    <a:pt x="2943681" y="300074"/>
                  </a:lnTo>
                  <a:lnTo>
                    <a:pt x="2944753" y="300130"/>
                  </a:lnTo>
                  <a:lnTo>
                    <a:pt x="2945825" y="300187"/>
                  </a:lnTo>
                  <a:lnTo>
                    <a:pt x="2946896" y="300243"/>
                  </a:lnTo>
                  <a:lnTo>
                    <a:pt x="2947968" y="300300"/>
                  </a:lnTo>
                  <a:lnTo>
                    <a:pt x="2949039" y="300357"/>
                  </a:lnTo>
                  <a:lnTo>
                    <a:pt x="2950111" y="300414"/>
                  </a:lnTo>
                  <a:lnTo>
                    <a:pt x="2951183" y="300470"/>
                  </a:lnTo>
                  <a:lnTo>
                    <a:pt x="2952254" y="300527"/>
                  </a:lnTo>
                  <a:lnTo>
                    <a:pt x="2953326" y="300584"/>
                  </a:lnTo>
                  <a:lnTo>
                    <a:pt x="2954397" y="300641"/>
                  </a:lnTo>
                  <a:lnTo>
                    <a:pt x="2955469" y="300698"/>
                  </a:lnTo>
                  <a:lnTo>
                    <a:pt x="2956541" y="300756"/>
                  </a:lnTo>
                  <a:lnTo>
                    <a:pt x="2957612" y="300813"/>
                  </a:lnTo>
                  <a:lnTo>
                    <a:pt x="2958684" y="300870"/>
                  </a:lnTo>
                  <a:lnTo>
                    <a:pt x="2959755" y="300927"/>
                  </a:lnTo>
                  <a:lnTo>
                    <a:pt x="2960827" y="300984"/>
                  </a:lnTo>
                  <a:lnTo>
                    <a:pt x="2961899" y="301041"/>
                  </a:lnTo>
                  <a:lnTo>
                    <a:pt x="2962970" y="301099"/>
                  </a:lnTo>
                  <a:lnTo>
                    <a:pt x="2964042" y="301156"/>
                  </a:lnTo>
                  <a:lnTo>
                    <a:pt x="2965113" y="301213"/>
                  </a:lnTo>
                  <a:lnTo>
                    <a:pt x="2966185" y="301270"/>
                  </a:lnTo>
                  <a:lnTo>
                    <a:pt x="2967257" y="301328"/>
                  </a:lnTo>
                  <a:lnTo>
                    <a:pt x="2968328" y="301385"/>
                  </a:lnTo>
                  <a:lnTo>
                    <a:pt x="2969400" y="301442"/>
                  </a:lnTo>
                  <a:lnTo>
                    <a:pt x="2970471" y="301499"/>
                  </a:lnTo>
                  <a:lnTo>
                    <a:pt x="2971543" y="301556"/>
                  </a:lnTo>
                  <a:lnTo>
                    <a:pt x="2972615" y="301614"/>
                  </a:lnTo>
                  <a:lnTo>
                    <a:pt x="2973686" y="301671"/>
                  </a:lnTo>
                  <a:lnTo>
                    <a:pt x="2974758" y="301728"/>
                  </a:lnTo>
                  <a:lnTo>
                    <a:pt x="2975829" y="301785"/>
                  </a:lnTo>
                  <a:lnTo>
                    <a:pt x="2976901" y="301842"/>
                  </a:lnTo>
                  <a:lnTo>
                    <a:pt x="2977973" y="301899"/>
                  </a:lnTo>
                  <a:lnTo>
                    <a:pt x="2979044" y="301955"/>
                  </a:lnTo>
                  <a:lnTo>
                    <a:pt x="2980116" y="302012"/>
                  </a:lnTo>
                  <a:lnTo>
                    <a:pt x="2981187" y="302069"/>
                  </a:lnTo>
                  <a:lnTo>
                    <a:pt x="2982259" y="302126"/>
                  </a:lnTo>
                  <a:lnTo>
                    <a:pt x="2983331" y="302182"/>
                  </a:lnTo>
                  <a:lnTo>
                    <a:pt x="2984402" y="302239"/>
                  </a:lnTo>
                  <a:lnTo>
                    <a:pt x="2985474" y="302295"/>
                  </a:lnTo>
                  <a:lnTo>
                    <a:pt x="2986545" y="302351"/>
                  </a:lnTo>
                  <a:lnTo>
                    <a:pt x="2987617" y="302408"/>
                  </a:lnTo>
                  <a:lnTo>
                    <a:pt x="2988689" y="302464"/>
                  </a:lnTo>
                  <a:lnTo>
                    <a:pt x="2989760" y="302520"/>
                  </a:lnTo>
                  <a:lnTo>
                    <a:pt x="2990832" y="302576"/>
                  </a:lnTo>
                  <a:lnTo>
                    <a:pt x="2991903" y="302631"/>
                  </a:lnTo>
                  <a:lnTo>
                    <a:pt x="2992975" y="302687"/>
                  </a:lnTo>
                  <a:lnTo>
                    <a:pt x="2994047" y="302743"/>
                  </a:lnTo>
                  <a:lnTo>
                    <a:pt x="2995118" y="302798"/>
                  </a:lnTo>
                  <a:lnTo>
                    <a:pt x="2996190" y="302853"/>
                  </a:lnTo>
                  <a:lnTo>
                    <a:pt x="2997261" y="302909"/>
                  </a:lnTo>
                  <a:lnTo>
                    <a:pt x="2998333" y="302964"/>
                  </a:lnTo>
                  <a:lnTo>
                    <a:pt x="2999405" y="303018"/>
                  </a:lnTo>
                  <a:lnTo>
                    <a:pt x="3000476" y="303073"/>
                  </a:lnTo>
                  <a:lnTo>
                    <a:pt x="3001548" y="303128"/>
                  </a:lnTo>
                  <a:lnTo>
                    <a:pt x="3002619" y="303182"/>
                  </a:lnTo>
                  <a:lnTo>
                    <a:pt x="3003691" y="303236"/>
                  </a:lnTo>
                  <a:lnTo>
                    <a:pt x="3004763" y="303291"/>
                  </a:lnTo>
                  <a:lnTo>
                    <a:pt x="3005834" y="303345"/>
                  </a:lnTo>
                  <a:lnTo>
                    <a:pt x="3006906" y="303398"/>
                  </a:lnTo>
                  <a:lnTo>
                    <a:pt x="3007977" y="303452"/>
                  </a:lnTo>
                  <a:lnTo>
                    <a:pt x="3009049" y="303505"/>
                  </a:lnTo>
                  <a:lnTo>
                    <a:pt x="3010121" y="303558"/>
                  </a:lnTo>
                  <a:lnTo>
                    <a:pt x="3011192" y="303611"/>
                  </a:lnTo>
                  <a:lnTo>
                    <a:pt x="3012264" y="303664"/>
                  </a:lnTo>
                  <a:lnTo>
                    <a:pt x="3013335" y="303717"/>
                  </a:lnTo>
                  <a:lnTo>
                    <a:pt x="3014407" y="303769"/>
                  </a:lnTo>
                  <a:lnTo>
                    <a:pt x="3015479" y="303822"/>
                  </a:lnTo>
                  <a:lnTo>
                    <a:pt x="3016550" y="303874"/>
                  </a:lnTo>
                  <a:lnTo>
                    <a:pt x="3017622" y="303925"/>
                  </a:lnTo>
                  <a:lnTo>
                    <a:pt x="3018693" y="303977"/>
                  </a:lnTo>
                  <a:lnTo>
                    <a:pt x="3019765" y="304028"/>
                  </a:lnTo>
                  <a:lnTo>
                    <a:pt x="3020836" y="304079"/>
                  </a:lnTo>
                  <a:lnTo>
                    <a:pt x="3021908" y="304130"/>
                  </a:lnTo>
                  <a:lnTo>
                    <a:pt x="3022980" y="304181"/>
                  </a:lnTo>
                  <a:lnTo>
                    <a:pt x="3024051" y="304231"/>
                  </a:lnTo>
                  <a:lnTo>
                    <a:pt x="3025123" y="304281"/>
                  </a:lnTo>
                  <a:lnTo>
                    <a:pt x="3026194" y="304331"/>
                  </a:lnTo>
                  <a:lnTo>
                    <a:pt x="3027266" y="304381"/>
                  </a:lnTo>
                  <a:lnTo>
                    <a:pt x="3028338" y="304430"/>
                  </a:lnTo>
                  <a:lnTo>
                    <a:pt x="3029409" y="304479"/>
                  </a:lnTo>
                  <a:lnTo>
                    <a:pt x="3030481" y="304528"/>
                  </a:lnTo>
                  <a:lnTo>
                    <a:pt x="3031552" y="304577"/>
                  </a:lnTo>
                  <a:lnTo>
                    <a:pt x="3032624" y="304625"/>
                  </a:lnTo>
                  <a:lnTo>
                    <a:pt x="3033696" y="304673"/>
                  </a:lnTo>
                  <a:lnTo>
                    <a:pt x="3034767" y="304721"/>
                  </a:lnTo>
                  <a:lnTo>
                    <a:pt x="3035839" y="304768"/>
                  </a:lnTo>
                  <a:lnTo>
                    <a:pt x="3036910" y="304815"/>
                  </a:lnTo>
                  <a:lnTo>
                    <a:pt x="3037982" y="304862"/>
                  </a:lnTo>
                  <a:lnTo>
                    <a:pt x="3039054" y="304909"/>
                  </a:lnTo>
                  <a:lnTo>
                    <a:pt x="3040125" y="304955"/>
                  </a:lnTo>
                  <a:lnTo>
                    <a:pt x="3041197" y="305001"/>
                  </a:lnTo>
                  <a:lnTo>
                    <a:pt x="3042268" y="305046"/>
                  </a:lnTo>
                  <a:lnTo>
                    <a:pt x="3043340" y="305092"/>
                  </a:lnTo>
                  <a:lnTo>
                    <a:pt x="3044412" y="305137"/>
                  </a:lnTo>
                  <a:lnTo>
                    <a:pt x="3045483" y="305181"/>
                  </a:lnTo>
                  <a:lnTo>
                    <a:pt x="3046555" y="305226"/>
                  </a:lnTo>
                  <a:lnTo>
                    <a:pt x="3047626" y="305270"/>
                  </a:lnTo>
                  <a:lnTo>
                    <a:pt x="3048698" y="305313"/>
                  </a:lnTo>
                  <a:lnTo>
                    <a:pt x="3049770" y="305356"/>
                  </a:lnTo>
                  <a:lnTo>
                    <a:pt x="3050841" y="305399"/>
                  </a:lnTo>
                  <a:lnTo>
                    <a:pt x="3051913" y="305442"/>
                  </a:lnTo>
                  <a:lnTo>
                    <a:pt x="3052984" y="305484"/>
                  </a:lnTo>
                  <a:lnTo>
                    <a:pt x="3054056" y="305526"/>
                  </a:lnTo>
                  <a:lnTo>
                    <a:pt x="3055128" y="305568"/>
                  </a:lnTo>
                  <a:lnTo>
                    <a:pt x="3056199" y="305609"/>
                  </a:lnTo>
                  <a:lnTo>
                    <a:pt x="3057271" y="305650"/>
                  </a:lnTo>
                  <a:lnTo>
                    <a:pt x="3058342" y="305690"/>
                  </a:lnTo>
                  <a:lnTo>
                    <a:pt x="3059414" y="305730"/>
                  </a:lnTo>
                  <a:lnTo>
                    <a:pt x="3060486" y="305770"/>
                  </a:lnTo>
                  <a:lnTo>
                    <a:pt x="3061557" y="305809"/>
                  </a:lnTo>
                  <a:lnTo>
                    <a:pt x="3062629" y="305848"/>
                  </a:lnTo>
                  <a:lnTo>
                    <a:pt x="3063700" y="305886"/>
                  </a:lnTo>
                  <a:lnTo>
                    <a:pt x="3064772" y="305924"/>
                  </a:lnTo>
                  <a:lnTo>
                    <a:pt x="3065844" y="305962"/>
                  </a:lnTo>
                  <a:lnTo>
                    <a:pt x="3066915" y="305999"/>
                  </a:lnTo>
                  <a:lnTo>
                    <a:pt x="3067987" y="306036"/>
                  </a:lnTo>
                  <a:lnTo>
                    <a:pt x="3069058" y="306073"/>
                  </a:lnTo>
                  <a:lnTo>
                    <a:pt x="3070130" y="306109"/>
                  </a:lnTo>
                  <a:lnTo>
                    <a:pt x="3071202" y="306145"/>
                  </a:lnTo>
                  <a:lnTo>
                    <a:pt x="3072273" y="306180"/>
                  </a:lnTo>
                  <a:lnTo>
                    <a:pt x="3073345" y="306215"/>
                  </a:lnTo>
                  <a:lnTo>
                    <a:pt x="3074416" y="306249"/>
                  </a:lnTo>
                  <a:lnTo>
                    <a:pt x="3075488" y="306283"/>
                  </a:lnTo>
                  <a:lnTo>
                    <a:pt x="3076560" y="306316"/>
                  </a:lnTo>
                  <a:lnTo>
                    <a:pt x="3077631" y="306349"/>
                  </a:lnTo>
                  <a:lnTo>
                    <a:pt x="3078703" y="306382"/>
                  </a:lnTo>
                  <a:lnTo>
                    <a:pt x="3079774" y="306414"/>
                  </a:lnTo>
                  <a:lnTo>
                    <a:pt x="3080846" y="306446"/>
                  </a:lnTo>
                  <a:lnTo>
                    <a:pt x="3081918" y="306477"/>
                  </a:lnTo>
                  <a:lnTo>
                    <a:pt x="3082989" y="306508"/>
                  </a:lnTo>
                  <a:lnTo>
                    <a:pt x="3084061" y="306538"/>
                  </a:lnTo>
                  <a:lnTo>
                    <a:pt x="3085132" y="306568"/>
                  </a:lnTo>
                  <a:lnTo>
                    <a:pt x="3086204" y="306597"/>
                  </a:lnTo>
                  <a:lnTo>
                    <a:pt x="3087276" y="306626"/>
                  </a:lnTo>
                  <a:lnTo>
                    <a:pt x="3088347" y="306654"/>
                  </a:lnTo>
                  <a:lnTo>
                    <a:pt x="3089419" y="306682"/>
                  </a:lnTo>
                  <a:lnTo>
                    <a:pt x="3090490" y="306710"/>
                  </a:lnTo>
                  <a:lnTo>
                    <a:pt x="3091562" y="306737"/>
                  </a:lnTo>
                  <a:lnTo>
                    <a:pt x="3092634" y="306763"/>
                  </a:lnTo>
                  <a:lnTo>
                    <a:pt x="3093705" y="306789"/>
                  </a:lnTo>
                  <a:lnTo>
                    <a:pt x="3094777" y="306815"/>
                  </a:lnTo>
                  <a:lnTo>
                    <a:pt x="3095848" y="306840"/>
                  </a:lnTo>
                  <a:lnTo>
                    <a:pt x="3096920" y="306864"/>
                  </a:lnTo>
                  <a:lnTo>
                    <a:pt x="3097992" y="306888"/>
                  </a:lnTo>
                  <a:lnTo>
                    <a:pt x="3099063" y="306911"/>
                  </a:lnTo>
                  <a:lnTo>
                    <a:pt x="3100135" y="306934"/>
                  </a:lnTo>
                  <a:lnTo>
                    <a:pt x="3101206" y="306957"/>
                  </a:lnTo>
                  <a:lnTo>
                    <a:pt x="3102278" y="306979"/>
                  </a:lnTo>
                  <a:lnTo>
                    <a:pt x="3103350" y="307000"/>
                  </a:lnTo>
                  <a:lnTo>
                    <a:pt x="3104421" y="307021"/>
                  </a:lnTo>
                  <a:lnTo>
                    <a:pt x="3105493" y="307041"/>
                  </a:lnTo>
                  <a:lnTo>
                    <a:pt x="3106564" y="307061"/>
                  </a:lnTo>
                  <a:lnTo>
                    <a:pt x="3107636" y="307080"/>
                  </a:lnTo>
                  <a:lnTo>
                    <a:pt x="3108708" y="307098"/>
                  </a:lnTo>
                  <a:lnTo>
                    <a:pt x="3109779" y="307117"/>
                  </a:lnTo>
                  <a:lnTo>
                    <a:pt x="3110851" y="307134"/>
                  </a:lnTo>
                  <a:lnTo>
                    <a:pt x="3111922" y="307151"/>
                  </a:lnTo>
                  <a:lnTo>
                    <a:pt x="3112994" y="307167"/>
                  </a:lnTo>
                  <a:lnTo>
                    <a:pt x="3114066" y="307183"/>
                  </a:lnTo>
                  <a:lnTo>
                    <a:pt x="3115137" y="307199"/>
                  </a:lnTo>
                  <a:lnTo>
                    <a:pt x="3116209" y="307213"/>
                  </a:lnTo>
                  <a:lnTo>
                    <a:pt x="3117280" y="307227"/>
                  </a:lnTo>
                  <a:lnTo>
                    <a:pt x="3118352" y="307241"/>
                  </a:lnTo>
                  <a:lnTo>
                    <a:pt x="3119424" y="307254"/>
                  </a:lnTo>
                  <a:lnTo>
                    <a:pt x="3120495" y="307266"/>
                  </a:lnTo>
                  <a:lnTo>
                    <a:pt x="3121567" y="307278"/>
                  </a:lnTo>
                  <a:lnTo>
                    <a:pt x="3122638" y="307289"/>
                  </a:lnTo>
                  <a:lnTo>
                    <a:pt x="3123710" y="307300"/>
                  </a:lnTo>
                  <a:lnTo>
                    <a:pt x="3124782" y="307310"/>
                  </a:lnTo>
                  <a:lnTo>
                    <a:pt x="3125853" y="307320"/>
                  </a:lnTo>
                  <a:lnTo>
                    <a:pt x="3126925" y="307328"/>
                  </a:lnTo>
                  <a:lnTo>
                    <a:pt x="3127996" y="307337"/>
                  </a:lnTo>
                  <a:lnTo>
                    <a:pt x="3129068" y="307344"/>
                  </a:lnTo>
                  <a:lnTo>
                    <a:pt x="3130140" y="307351"/>
                  </a:lnTo>
                  <a:lnTo>
                    <a:pt x="3131211" y="307358"/>
                  </a:lnTo>
                  <a:lnTo>
                    <a:pt x="3132283" y="307363"/>
                  </a:lnTo>
                  <a:lnTo>
                    <a:pt x="3133354" y="307369"/>
                  </a:lnTo>
                  <a:lnTo>
                    <a:pt x="3134426" y="307373"/>
                  </a:lnTo>
                  <a:lnTo>
                    <a:pt x="3135498" y="307377"/>
                  </a:lnTo>
                  <a:lnTo>
                    <a:pt x="3136569" y="307380"/>
                  </a:lnTo>
                  <a:lnTo>
                    <a:pt x="3137641" y="307383"/>
                  </a:lnTo>
                  <a:lnTo>
                    <a:pt x="3138712" y="307385"/>
                  </a:lnTo>
                  <a:lnTo>
                    <a:pt x="3139784" y="307386"/>
                  </a:lnTo>
                  <a:lnTo>
                    <a:pt x="3140856" y="307387"/>
                  </a:lnTo>
                  <a:lnTo>
                    <a:pt x="3141927" y="307387"/>
                  </a:lnTo>
                  <a:lnTo>
                    <a:pt x="3142999" y="307387"/>
                  </a:lnTo>
                  <a:lnTo>
                    <a:pt x="3144070" y="307386"/>
                  </a:lnTo>
                  <a:lnTo>
                    <a:pt x="3145142" y="307384"/>
                  </a:lnTo>
                  <a:lnTo>
                    <a:pt x="3146214" y="307382"/>
                  </a:lnTo>
                  <a:lnTo>
                    <a:pt x="3147285" y="307379"/>
                  </a:lnTo>
                  <a:lnTo>
                    <a:pt x="3148357" y="307375"/>
                  </a:lnTo>
                  <a:lnTo>
                    <a:pt x="3149428" y="307371"/>
                  </a:lnTo>
                  <a:lnTo>
                    <a:pt x="3150500" y="307366"/>
                  </a:lnTo>
                  <a:lnTo>
                    <a:pt x="3151572" y="307361"/>
                  </a:lnTo>
                  <a:lnTo>
                    <a:pt x="3152643" y="307355"/>
                  </a:lnTo>
                  <a:lnTo>
                    <a:pt x="3153715" y="307348"/>
                  </a:lnTo>
                  <a:lnTo>
                    <a:pt x="3154786" y="307341"/>
                  </a:lnTo>
                  <a:lnTo>
                    <a:pt x="3155858" y="307333"/>
                  </a:lnTo>
                  <a:lnTo>
                    <a:pt x="3156930" y="307324"/>
                  </a:lnTo>
                  <a:lnTo>
                    <a:pt x="3158001" y="307315"/>
                  </a:lnTo>
                  <a:lnTo>
                    <a:pt x="3159073" y="307305"/>
                  </a:lnTo>
                  <a:lnTo>
                    <a:pt x="3160144" y="307295"/>
                  </a:lnTo>
                  <a:lnTo>
                    <a:pt x="3161216" y="307284"/>
                  </a:lnTo>
                  <a:lnTo>
                    <a:pt x="3162288" y="307272"/>
                  </a:lnTo>
                  <a:lnTo>
                    <a:pt x="3163359" y="307260"/>
                  </a:lnTo>
                  <a:lnTo>
                    <a:pt x="3164431" y="307247"/>
                  </a:lnTo>
                  <a:lnTo>
                    <a:pt x="3165502" y="307233"/>
                  </a:lnTo>
                  <a:lnTo>
                    <a:pt x="3166574" y="307219"/>
                  </a:lnTo>
                  <a:lnTo>
                    <a:pt x="3167646" y="307204"/>
                  </a:lnTo>
                  <a:lnTo>
                    <a:pt x="3168717" y="307189"/>
                  </a:lnTo>
                  <a:lnTo>
                    <a:pt x="3169789" y="307173"/>
                  </a:lnTo>
                  <a:lnTo>
                    <a:pt x="3170860" y="307156"/>
                  </a:lnTo>
                  <a:lnTo>
                    <a:pt x="3171932" y="307139"/>
                  </a:lnTo>
                  <a:lnTo>
                    <a:pt x="3173004" y="307121"/>
                  </a:lnTo>
                  <a:lnTo>
                    <a:pt x="3174075" y="307102"/>
                  </a:lnTo>
                  <a:lnTo>
                    <a:pt x="3175147" y="307083"/>
                  </a:lnTo>
                  <a:lnTo>
                    <a:pt x="3176218" y="307063"/>
                  </a:lnTo>
                  <a:lnTo>
                    <a:pt x="3177290" y="307043"/>
                  </a:lnTo>
                  <a:lnTo>
                    <a:pt x="3178362" y="307021"/>
                  </a:lnTo>
                  <a:lnTo>
                    <a:pt x="3179433" y="307000"/>
                  </a:lnTo>
                  <a:lnTo>
                    <a:pt x="3180505" y="306977"/>
                  </a:lnTo>
                  <a:lnTo>
                    <a:pt x="3181576" y="306955"/>
                  </a:lnTo>
                  <a:lnTo>
                    <a:pt x="3182648" y="306931"/>
                  </a:lnTo>
                  <a:lnTo>
                    <a:pt x="3183720" y="306907"/>
                  </a:lnTo>
                  <a:lnTo>
                    <a:pt x="3184791" y="306882"/>
                  </a:lnTo>
                  <a:lnTo>
                    <a:pt x="3185863" y="306857"/>
                  </a:lnTo>
                  <a:lnTo>
                    <a:pt x="3186934" y="306830"/>
                  </a:lnTo>
                  <a:lnTo>
                    <a:pt x="3188006" y="306804"/>
                  </a:lnTo>
                  <a:lnTo>
                    <a:pt x="3189078" y="306776"/>
                  </a:lnTo>
                  <a:lnTo>
                    <a:pt x="3190149" y="306748"/>
                  </a:lnTo>
                  <a:lnTo>
                    <a:pt x="3191221" y="306720"/>
                  </a:lnTo>
                  <a:lnTo>
                    <a:pt x="3192292" y="306691"/>
                  </a:lnTo>
                  <a:lnTo>
                    <a:pt x="3193364" y="306661"/>
                  </a:lnTo>
                  <a:lnTo>
                    <a:pt x="3194436" y="306630"/>
                  </a:lnTo>
                  <a:lnTo>
                    <a:pt x="3195507" y="306599"/>
                  </a:lnTo>
                  <a:lnTo>
                    <a:pt x="3196579" y="306568"/>
                  </a:lnTo>
                  <a:lnTo>
                    <a:pt x="3197650" y="306535"/>
                  </a:lnTo>
                  <a:lnTo>
                    <a:pt x="3198722" y="306503"/>
                  </a:lnTo>
                  <a:lnTo>
                    <a:pt x="3199793" y="306469"/>
                  </a:lnTo>
                  <a:lnTo>
                    <a:pt x="3200865" y="306435"/>
                  </a:lnTo>
                  <a:lnTo>
                    <a:pt x="3201937" y="306400"/>
                  </a:lnTo>
                  <a:lnTo>
                    <a:pt x="3203008" y="306365"/>
                  </a:lnTo>
                  <a:lnTo>
                    <a:pt x="3204080" y="306328"/>
                  </a:lnTo>
                  <a:lnTo>
                    <a:pt x="3205151" y="306292"/>
                  </a:lnTo>
                  <a:lnTo>
                    <a:pt x="3206223" y="306254"/>
                  </a:lnTo>
                  <a:lnTo>
                    <a:pt x="3207295" y="306217"/>
                  </a:lnTo>
                  <a:lnTo>
                    <a:pt x="3208366" y="306178"/>
                  </a:lnTo>
                  <a:lnTo>
                    <a:pt x="3209438" y="306139"/>
                  </a:lnTo>
                  <a:lnTo>
                    <a:pt x="3210509" y="306099"/>
                  </a:lnTo>
                  <a:lnTo>
                    <a:pt x="3211581" y="306059"/>
                  </a:lnTo>
                  <a:lnTo>
                    <a:pt x="3212653" y="306018"/>
                  </a:lnTo>
                  <a:lnTo>
                    <a:pt x="3213724" y="305976"/>
                  </a:lnTo>
                  <a:lnTo>
                    <a:pt x="3214796" y="305934"/>
                  </a:lnTo>
                  <a:lnTo>
                    <a:pt x="3215867" y="305891"/>
                  </a:lnTo>
                  <a:lnTo>
                    <a:pt x="3216939" y="305847"/>
                  </a:lnTo>
                  <a:lnTo>
                    <a:pt x="3218011" y="305803"/>
                  </a:lnTo>
                  <a:lnTo>
                    <a:pt x="3219082" y="305758"/>
                  </a:lnTo>
                  <a:lnTo>
                    <a:pt x="3220154" y="305713"/>
                  </a:lnTo>
                  <a:lnTo>
                    <a:pt x="3221225" y="305667"/>
                  </a:lnTo>
                  <a:lnTo>
                    <a:pt x="3222297" y="305620"/>
                  </a:lnTo>
                  <a:lnTo>
                    <a:pt x="3223369" y="305573"/>
                  </a:lnTo>
                  <a:lnTo>
                    <a:pt x="3224440" y="305525"/>
                  </a:lnTo>
                  <a:lnTo>
                    <a:pt x="3225512" y="305476"/>
                  </a:lnTo>
                  <a:lnTo>
                    <a:pt x="3226583" y="305427"/>
                  </a:lnTo>
                  <a:lnTo>
                    <a:pt x="3227655" y="305377"/>
                  </a:lnTo>
                  <a:lnTo>
                    <a:pt x="3228727" y="305327"/>
                  </a:lnTo>
                  <a:lnTo>
                    <a:pt x="3229798" y="305276"/>
                  </a:lnTo>
                  <a:lnTo>
                    <a:pt x="3230870" y="305224"/>
                  </a:lnTo>
                  <a:lnTo>
                    <a:pt x="3231941" y="305172"/>
                  </a:lnTo>
                  <a:lnTo>
                    <a:pt x="3233013" y="305119"/>
                  </a:lnTo>
                  <a:lnTo>
                    <a:pt x="3234085" y="305066"/>
                  </a:lnTo>
                  <a:lnTo>
                    <a:pt x="3235156" y="305012"/>
                  </a:lnTo>
                  <a:lnTo>
                    <a:pt x="3236228" y="304957"/>
                  </a:lnTo>
                  <a:lnTo>
                    <a:pt x="3237299" y="304901"/>
                  </a:lnTo>
                  <a:lnTo>
                    <a:pt x="3238371" y="304845"/>
                  </a:lnTo>
                  <a:lnTo>
                    <a:pt x="3239443" y="304789"/>
                  </a:lnTo>
                  <a:lnTo>
                    <a:pt x="3240514" y="304731"/>
                  </a:lnTo>
                  <a:lnTo>
                    <a:pt x="3241586" y="304674"/>
                  </a:lnTo>
                  <a:lnTo>
                    <a:pt x="3242657" y="304615"/>
                  </a:lnTo>
                  <a:lnTo>
                    <a:pt x="3243729" y="304556"/>
                  </a:lnTo>
                  <a:lnTo>
                    <a:pt x="3244801" y="304496"/>
                  </a:lnTo>
                  <a:lnTo>
                    <a:pt x="3245872" y="304436"/>
                  </a:lnTo>
                  <a:lnTo>
                    <a:pt x="3246944" y="304375"/>
                  </a:lnTo>
                  <a:lnTo>
                    <a:pt x="3248015" y="304313"/>
                  </a:lnTo>
                  <a:lnTo>
                    <a:pt x="3249087" y="304251"/>
                  </a:lnTo>
                  <a:lnTo>
                    <a:pt x="3250159" y="304188"/>
                  </a:lnTo>
                  <a:lnTo>
                    <a:pt x="3251230" y="304125"/>
                  </a:lnTo>
                  <a:lnTo>
                    <a:pt x="3252302" y="304061"/>
                  </a:lnTo>
                  <a:lnTo>
                    <a:pt x="3253373" y="303996"/>
                  </a:lnTo>
                  <a:lnTo>
                    <a:pt x="3254445" y="303931"/>
                  </a:lnTo>
                  <a:lnTo>
                    <a:pt x="3255517" y="303865"/>
                  </a:lnTo>
                  <a:lnTo>
                    <a:pt x="3256588" y="303798"/>
                  </a:lnTo>
                  <a:lnTo>
                    <a:pt x="3257660" y="303731"/>
                  </a:lnTo>
                  <a:lnTo>
                    <a:pt x="3258731" y="303663"/>
                  </a:lnTo>
                  <a:lnTo>
                    <a:pt x="3259803" y="303595"/>
                  </a:lnTo>
                  <a:lnTo>
                    <a:pt x="3260875" y="303526"/>
                  </a:lnTo>
                  <a:lnTo>
                    <a:pt x="3261946" y="303456"/>
                  </a:lnTo>
                  <a:lnTo>
                    <a:pt x="3263018" y="303386"/>
                  </a:lnTo>
                  <a:lnTo>
                    <a:pt x="3264089" y="303315"/>
                  </a:lnTo>
                  <a:lnTo>
                    <a:pt x="3265161" y="303243"/>
                  </a:lnTo>
                  <a:lnTo>
                    <a:pt x="3266233" y="303171"/>
                  </a:lnTo>
                  <a:lnTo>
                    <a:pt x="3267304" y="303098"/>
                  </a:lnTo>
                  <a:lnTo>
                    <a:pt x="3268376" y="303025"/>
                  </a:lnTo>
                  <a:lnTo>
                    <a:pt x="3269447" y="302951"/>
                  </a:lnTo>
                  <a:lnTo>
                    <a:pt x="3270519" y="302876"/>
                  </a:lnTo>
                  <a:lnTo>
                    <a:pt x="3271591" y="302801"/>
                  </a:lnTo>
                  <a:lnTo>
                    <a:pt x="3272662" y="302725"/>
                  </a:lnTo>
                  <a:lnTo>
                    <a:pt x="3273734" y="302649"/>
                  </a:lnTo>
                  <a:lnTo>
                    <a:pt x="3274805" y="302572"/>
                  </a:lnTo>
                  <a:lnTo>
                    <a:pt x="3275877" y="302494"/>
                  </a:lnTo>
                  <a:lnTo>
                    <a:pt x="3276949" y="302416"/>
                  </a:lnTo>
                  <a:lnTo>
                    <a:pt x="3278020" y="302337"/>
                  </a:lnTo>
                  <a:lnTo>
                    <a:pt x="3279092" y="302257"/>
                  </a:lnTo>
                  <a:lnTo>
                    <a:pt x="3280163" y="302177"/>
                  </a:lnTo>
                  <a:lnTo>
                    <a:pt x="3281235" y="302096"/>
                  </a:lnTo>
                  <a:lnTo>
                    <a:pt x="3282307" y="302015"/>
                  </a:lnTo>
                  <a:lnTo>
                    <a:pt x="3283378" y="301932"/>
                  </a:lnTo>
                  <a:lnTo>
                    <a:pt x="3284450" y="301850"/>
                  </a:lnTo>
                  <a:lnTo>
                    <a:pt x="3285521" y="301767"/>
                  </a:lnTo>
                  <a:lnTo>
                    <a:pt x="3286593" y="301683"/>
                  </a:lnTo>
                  <a:lnTo>
                    <a:pt x="3287665" y="301598"/>
                  </a:lnTo>
                  <a:lnTo>
                    <a:pt x="3288736" y="301513"/>
                  </a:lnTo>
                  <a:lnTo>
                    <a:pt x="3289808" y="301427"/>
                  </a:lnTo>
                  <a:lnTo>
                    <a:pt x="3290879" y="301341"/>
                  </a:lnTo>
                  <a:lnTo>
                    <a:pt x="3291951" y="301254"/>
                  </a:lnTo>
                  <a:lnTo>
                    <a:pt x="3293023" y="301166"/>
                  </a:lnTo>
                  <a:lnTo>
                    <a:pt x="3294094" y="301078"/>
                  </a:lnTo>
                  <a:lnTo>
                    <a:pt x="3295166" y="300989"/>
                  </a:lnTo>
                  <a:lnTo>
                    <a:pt x="3296237" y="300900"/>
                  </a:lnTo>
                  <a:lnTo>
                    <a:pt x="3297309" y="300810"/>
                  </a:lnTo>
                  <a:lnTo>
                    <a:pt x="3298381" y="300719"/>
                  </a:lnTo>
                  <a:lnTo>
                    <a:pt x="3299452" y="300628"/>
                  </a:lnTo>
                  <a:lnTo>
                    <a:pt x="3300524" y="300536"/>
                  </a:lnTo>
                  <a:lnTo>
                    <a:pt x="3301595" y="300443"/>
                  </a:lnTo>
                  <a:lnTo>
                    <a:pt x="3302667" y="300350"/>
                  </a:lnTo>
                  <a:lnTo>
                    <a:pt x="3303739" y="300256"/>
                  </a:lnTo>
                  <a:lnTo>
                    <a:pt x="3304810" y="300162"/>
                  </a:lnTo>
                  <a:lnTo>
                    <a:pt x="3305882" y="300067"/>
                  </a:lnTo>
                  <a:lnTo>
                    <a:pt x="3306953" y="299971"/>
                  </a:lnTo>
                  <a:lnTo>
                    <a:pt x="3308025" y="299875"/>
                  </a:lnTo>
                  <a:lnTo>
                    <a:pt x="3309097" y="299778"/>
                  </a:lnTo>
                  <a:lnTo>
                    <a:pt x="3310168" y="299681"/>
                  </a:lnTo>
                  <a:lnTo>
                    <a:pt x="3311240" y="299583"/>
                  </a:lnTo>
                  <a:lnTo>
                    <a:pt x="3312311" y="299484"/>
                  </a:lnTo>
                  <a:lnTo>
                    <a:pt x="3313383" y="299385"/>
                  </a:lnTo>
                  <a:lnTo>
                    <a:pt x="3314455" y="299285"/>
                  </a:lnTo>
                  <a:lnTo>
                    <a:pt x="3315526" y="299184"/>
                  </a:lnTo>
                  <a:lnTo>
                    <a:pt x="3316598" y="299083"/>
                  </a:lnTo>
                  <a:lnTo>
                    <a:pt x="3317669" y="298981"/>
                  </a:lnTo>
                  <a:lnTo>
                    <a:pt x="3318741" y="298879"/>
                  </a:lnTo>
                  <a:lnTo>
                    <a:pt x="3319813" y="298776"/>
                  </a:lnTo>
                  <a:lnTo>
                    <a:pt x="3320884" y="298672"/>
                  </a:lnTo>
                  <a:lnTo>
                    <a:pt x="3321956" y="298568"/>
                  </a:lnTo>
                  <a:lnTo>
                    <a:pt x="3323027" y="298463"/>
                  </a:lnTo>
                  <a:lnTo>
                    <a:pt x="3324099" y="298358"/>
                  </a:lnTo>
                  <a:lnTo>
                    <a:pt x="3325171" y="298252"/>
                  </a:lnTo>
                  <a:lnTo>
                    <a:pt x="3326242" y="298145"/>
                  </a:lnTo>
                  <a:lnTo>
                    <a:pt x="3327314" y="298038"/>
                  </a:lnTo>
                  <a:lnTo>
                    <a:pt x="3328385" y="297930"/>
                  </a:lnTo>
                  <a:lnTo>
                    <a:pt x="3329457" y="297822"/>
                  </a:lnTo>
                  <a:lnTo>
                    <a:pt x="3330529" y="297713"/>
                  </a:lnTo>
                  <a:lnTo>
                    <a:pt x="3331600" y="297603"/>
                  </a:lnTo>
                  <a:lnTo>
                    <a:pt x="3332672" y="297493"/>
                  </a:lnTo>
                  <a:lnTo>
                    <a:pt x="3333743" y="297382"/>
                  </a:lnTo>
                  <a:lnTo>
                    <a:pt x="3334815" y="297270"/>
                  </a:lnTo>
                  <a:lnTo>
                    <a:pt x="3335887" y="297158"/>
                  </a:lnTo>
                  <a:lnTo>
                    <a:pt x="3336958" y="297045"/>
                  </a:lnTo>
                  <a:lnTo>
                    <a:pt x="3338030" y="296932"/>
                  </a:lnTo>
                  <a:lnTo>
                    <a:pt x="3339101" y="296818"/>
                  </a:lnTo>
                  <a:lnTo>
                    <a:pt x="3340173" y="296703"/>
                  </a:lnTo>
                  <a:lnTo>
                    <a:pt x="3341245" y="296588"/>
                  </a:lnTo>
                  <a:lnTo>
                    <a:pt x="3342316" y="296472"/>
                  </a:lnTo>
                  <a:lnTo>
                    <a:pt x="3343388" y="296356"/>
                  </a:lnTo>
                  <a:lnTo>
                    <a:pt x="3344459" y="296239"/>
                  </a:lnTo>
                  <a:lnTo>
                    <a:pt x="3345531" y="296121"/>
                  </a:lnTo>
                  <a:lnTo>
                    <a:pt x="3346603" y="296003"/>
                  </a:lnTo>
                  <a:lnTo>
                    <a:pt x="3347674" y="295884"/>
                  </a:lnTo>
                  <a:lnTo>
                    <a:pt x="3348746" y="295765"/>
                  </a:lnTo>
                  <a:lnTo>
                    <a:pt x="3349817" y="295645"/>
                  </a:lnTo>
                  <a:lnTo>
                    <a:pt x="3350889" y="295524"/>
                  </a:lnTo>
                  <a:lnTo>
                    <a:pt x="3351961" y="295403"/>
                  </a:lnTo>
                  <a:lnTo>
                    <a:pt x="3353032" y="295281"/>
                  </a:lnTo>
                  <a:lnTo>
                    <a:pt x="3354104" y="295159"/>
                  </a:lnTo>
                  <a:lnTo>
                    <a:pt x="3355175" y="295036"/>
                  </a:lnTo>
                  <a:lnTo>
                    <a:pt x="3356247" y="294912"/>
                  </a:lnTo>
                  <a:lnTo>
                    <a:pt x="3357319" y="294788"/>
                  </a:lnTo>
                  <a:lnTo>
                    <a:pt x="3358390" y="294663"/>
                  </a:lnTo>
                  <a:lnTo>
                    <a:pt x="3359462" y="294537"/>
                  </a:lnTo>
                  <a:lnTo>
                    <a:pt x="3360533" y="294411"/>
                  </a:lnTo>
                  <a:lnTo>
                    <a:pt x="3361605" y="294284"/>
                  </a:lnTo>
                  <a:lnTo>
                    <a:pt x="3362677" y="294157"/>
                  </a:lnTo>
                  <a:lnTo>
                    <a:pt x="3363748" y="294029"/>
                  </a:lnTo>
                  <a:lnTo>
                    <a:pt x="3364820" y="293901"/>
                  </a:lnTo>
                  <a:lnTo>
                    <a:pt x="3365891" y="293771"/>
                  </a:lnTo>
                  <a:lnTo>
                    <a:pt x="3366963" y="293642"/>
                  </a:lnTo>
                  <a:lnTo>
                    <a:pt x="3368035" y="293511"/>
                  </a:lnTo>
                  <a:lnTo>
                    <a:pt x="3369106" y="293380"/>
                  </a:lnTo>
                  <a:lnTo>
                    <a:pt x="3370178" y="293249"/>
                  </a:lnTo>
                  <a:lnTo>
                    <a:pt x="3371249" y="293117"/>
                  </a:lnTo>
                  <a:lnTo>
                    <a:pt x="3372321" y="292984"/>
                  </a:lnTo>
                  <a:lnTo>
                    <a:pt x="3373392" y="292851"/>
                  </a:lnTo>
                  <a:lnTo>
                    <a:pt x="3374464" y="292717"/>
                  </a:lnTo>
                  <a:lnTo>
                    <a:pt x="3375536" y="292582"/>
                  </a:lnTo>
                  <a:lnTo>
                    <a:pt x="3376607" y="292447"/>
                  </a:lnTo>
                  <a:lnTo>
                    <a:pt x="3377679" y="292311"/>
                  </a:lnTo>
                  <a:lnTo>
                    <a:pt x="3378750" y="292175"/>
                  </a:lnTo>
                  <a:lnTo>
                    <a:pt x="3379822" y="292038"/>
                  </a:lnTo>
                  <a:lnTo>
                    <a:pt x="3380894" y="291900"/>
                  </a:lnTo>
                  <a:lnTo>
                    <a:pt x="3381965" y="291762"/>
                  </a:lnTo>
                  <a:lnTo>
                    <a:pt x="3383037" y="291623"/>
                  </a:lnTo>
                  <a:lnTo>
                    <a:pt x="3384108" y="291484"/>
                  </a:lnTo>
                  <a:lnTo>
                    <a:pt x="3385180" y="291344"/>
                  </a:lnTo>
                  <a:lnTo>
                    <a:pt x="3386252" y="291203"/>
                  </a:lnTo>
                  <a:lnTo>
                    <a:pt x="3387323" y="291062"/>
                  </a:lnTo>
                  <a:lnTo>
                    <a:pt x="3388395" y="290920"/>
                  </a:lnTo>
                  <a:lnTo>
                    <a:pt x="3389466" y="290778"/>
                  </a:lnTo>
                  <a:lnTo>
                    <a:pt x="3390538" y="290635"/>
                  </a:lnTo>
                  <a:lnTo>
                    <a:pt x="3391610" y="290492"/>
                  </a:lnTo>
                  <a:lnTo>
                    <a:pt x="3392681" y="290347"/>
                  </a:lnTo>
                  <a:lnTo>
                    <a:pt x="3393753" y="290203"/>
                  </a:lnTo>
                  <a:lnTo>
                    <a:pt x="3394824" y="290057"/>
                  </a:lnTo>
                  <a:lnTo>
                    <a:pt x="3395896" y="289911"/>
                  </a:lnTo>
                  <a:lnTo>
                    <a:pt x="3396968" y="289765"/>
                  </a:lnTo>
                  <a:lnTo>
                    <a:pt x="3398039" y="289618"/>
                  </a:lnTo>
                  <a:lnTo>
                    <a:pt x="3399111" y="289470"/>
                  </a:lnTo>
                  <a:lnTo>
                    <a:pt x="3400182" y="289322"/>
                  </a:lnTo>
                  <a:lnTo>
                    <a:pt x="3401254" y="289173"/>
                  </a:lnTo>
                  <a:lnTo>
                    <a:pt x="3402326" y="289023"/>
                  </a:lnTo>
                  <a:lnTo>
                    <a:pt x="3403397" y="288873"/>
                  </a:lnTo>
                  <a:lnTo>
                    <a:pt x="3404469" y="288722"/>
                  </a:lnTo>
                  <a:lnTo>
                    <a:pt x="3405540" y="288571"/>
                  </a:lnTo>
                  <a:lnTo>
                    <a:pt x="3406612" y="288419"/>
                  </a:lnTo>
                  <a:lnTo>
                    <a:pt x="3407684" y="288266"/>
                  </a:lnTo>
                  <a:lnTo>
                    <a:pt x="3408755" y="288113"/>
                  </a:lnTo>
                  <a:lnTo>
                    <a:pt x="3409827" y="287960"/>
                  </a:lnTo>
                  <a:lnTo>
                    <a:pt x="3410898" y="287805"/>
                  </a:lnTo>
                  <a:lnTo>
                    <a:pt x="3411970" y="287650"/>
                  </a:lnTo>
                  <a:lnTo>
                    <a:pt x="3413042" y="287495"/>
                  </a:lnTo>
                  <a:lnTo>
                    <a:pt x="3414113" y="287339"/>
                  </a:lnTo>
                  <a:lnTo>
                    <a:pt x="3415185" y="287182"/>
                  </a:lnTo>
                  <a:lnTo>
                    <a:pt x="3416256" y="287025"/>
                  </a:lnTo>
                  <a:lnTo>
                    <a:pt x="3417328" y="286867"/>
                  </a:lnTo>
                  <a:lnTo>
                    <a:pt x="3418400" y="286709"/>
                  </a:lnTo>
                  <a:lnTo>
                    <a:pt x="3419471" y="286550"/>
                  </a:lnTo>
                  <a:lnTo>
                    <a:pt x="3420543" y="286390"/>
                  </a:lnTo>
                  <a:lnTo>
                    <a:pt x="3421614" y="286230"/>
                  </a:lnTo>
                  <a:lnTo>
                    <a:pt x="3422686" y="286069"/>
                  </a:lnTo>
                  <a:lnTo>
                    <a:pt x="3423758" y="285908"/>
                  </a:lnTo>
                  <a:lnTo>
                    <a:pt x="3424829" y="285746"/>
                  </a:lnTo>
                  <a:lnTo>
                    <a:pt x="3425901" y="285583"/>
                  </a:lnTo>
                  <a:lnTo>
                    <a:pt x="3426972" y="285420"/>
                  </a:lnTo>
                  <a:lnTo>
                    <a:pt x="3428044" y="285256"/>
                  </a:lnTo>
                  <a:lnTo>
                    <a:pt x="3429116" y="285092"/>
                  </a:lnTo>
                  <a:lnTo>
                    <a:pt x="3430187" y="284927"/>
                  </a:lnTo>
                  <a:lnTo>
                    <a:pt x="3431259" y="284761"/>
                  </a:lnTo>
                  <a:lnTo>
                    <a:pt x="3432330" y="284595"/>
                  </a:lnTo>
                  <a:lnTo>
                    <a:pt x="3433402" y="284428"/>
                  </a:lnTo>
                  <a:lnTo>
                    <a:pt x="3434474" y="284261"/>
                  </a:lnTo>
                  <a:lnTo>
                    <a:pt x="3435545" y="284093"/>
                  </a:lnTo>
                  <a:lnTo>
                    <a:pt x="3436617" y="283925"/>
                  </a:lnTo>
                  <a:lnTo>
                    <a:pt x="3437688" y="283756"/>
                  </a:lnTo>
                  <a:lnTo>
                    <a:pt x="3438760" y="283586"/>
                  </a:lnTo>
                  <a:lnTo>
                    <a:pt x="3439832" y="283416"/>
                  </a:lnTo>
                  <a:lnTo>
                    <a:pt x="3440903" y="283245"/>
                  </a:lnTo>
                  <a:lnTo>
                    <a:pt x="3441975" y="283074"/>
                  </a:lnTo>
                  <a:lnTo>
                    <a:pt x="3443046" y="282902"/>
                  </a:lnTo>
                  <a:lnTo>
                    <a:pt x="3444118" y="282729"/>
                  </a:lnTo>
                  <a:lnTo>
                    <a:pt x="3445190" y="282556"/>
                  </a:lnTo>
                  <a:lnTo>
                    <a:pt x="3446261" y="282382"/>
                  </a:lnTo>
                  <a:lnTo>
                    <a:pt x="3447333" y="282208"/>
                  </a:lnTo>
                  <a:lnTo>
                    <a:pt x="3448404" y="282033"/>
                  </a:lnTo>
                  <a:lnTo>
                    <a:pt x="3449476" y="281857"/>
                  </a:lnTo>
                  <a:lnTo>
                    <a:pt x="3450548" y="281681"/>
                  </a:lnTo>
                  <a:lnTo>
                    <a:pt x="3451619" y="281505"/>
                  </a:lnTo>
                  <a:lnTo>
                    <a:pt x="3452691" y="281328"/>
                  </a:lnTo>
                  <a:lnTo>
                    <a:pt x="3453762" y="281150"/>
                  </a:lnTo>
                  <a:lnTo>
                    <a:pt x="3454834" y="280971"/>
                  </a:lnTo>
                  <a:lnTo>
                    <a:pt x="3455906" y="280792"/>
                  </a:lnTo>
                  <a:lnTo>
                    <a:pt x="3456977" y="280613"/>
                  </a:lnTo>
                  <a:lnTo>
                    <a:pt x="3458049" y="280433"/>
                  </a:lnTo>
                  <a:lnTo>
                    <a:pt x="3459120" y="280252"/>
                  </a:lnTo>
                  <a:lnTo>
                    <a:pt x="3460192" y="280070"/>
                  </a:lnTo>
                  <a:lnTo>
                    <a:pt x="3461264" y="279889"/>
                  </a:lnTo>
                  <a:lnTo>
                    <a:pt x="3462335" y="279706"/>
                  </a:lnTo>
                  <a:lnTo>
                    <a:pt x="3463407" y="279523"/>
                  </a:lnTo>
                  <a:lnTo>
                    <a:pt x="3464478" y="279339"/>
                  </a:lnTo>
                  <a:lnTo>
                    <a:pt x="3465550" y="279155"/>
                  </a:lnTo>
                  <a:lnTo>
                    <a:pt x="3466622" y="278970"/>
                  </a:lnTo>
                  <a:lnTo>
                    <a:pt x="3467693" y="278785"/>
                  </a:lnTo>
                  <a:lnTo>
                    <a:pt x="3468765" y="278599"/>
                  </a:lnTo>
                  <a:lnTo>
                    <a:pt x="3469836" y="278413"/>
                  </a:lnTo>
                  <a:lnTo>
                    <a:pt x="3470908" y="278225"/>
                  </a:lnTo>
                  <a:lnTo>
                    <a:pt x="3471980" y="278038"/>
                  </a:lnTo>
                  <a:lnTo>
                    <a:pt x="3473051" y="277849"/>
                  </a:lnTo>
                  <a:lnTo>
                    <a:pt x="3474123" y="277661"/>
                  </a:lnTo>
                  <a:lnTo>
                    <a:pt x="3475194" y="277471"/>
                  </a:lnTo>
                  <a:lnTo>
                    <a:pt x="3476266" y="277281"/>
                  </a:lnTo>
                  <a:lnTo>
                    <a:pt x="3477338" y="277091"/>
                  </a:lnTo>
                  <a:lnTo>
                    <a:pt x="3478409" y="276899"/>
                  </a:lnTo>
                  <a:lnTo>
                    <a:pt x="3479481" y="276708"/>
                  </a:lnTo>
                  <a:lnTo>
                    <a:pt x="3480552" y="276515"/>
                  </a:lnTo>
                  <a:lnTo>
                    <a:pt x="3481624" y="276323"/>
                  </a:lnTo>
                  <a:lnTo>
                    <a:pt x="3482696" y="276129"/>
                  </a:lnTo>
                  <a:lnTo>
                    <a:pt x="3483767" y="275935"/>
                  </a:lnTo>
                  <a:lnTo>
                    <a:pt x="3484839" y="275741"/>
                  </a:lnTo>
                  <a:lnTo>
                    <a:pt x="3485910" y="275545"/>
                  </a:lnTo>
                  <a:lnTo>
                    <a:pt x="3486982" y="275350"/>
                  </a:lnTo>
                  <a:lnTo>
                    <a:pt x="3488054" y="275153"/>
                  </a:lnTo>
                  <a:lnTo>
                    <a:pt x="3489125" y="274956"/>
                  </a:lnTo>
                  <a:lnTo>
                    <a:pt x="3490197" y="274759"/>
                  </a:lnTo>
                  <a:lnTo>
                    <a:pt x="3491268" y="274561"/>
                  </a:lnTo>
                  <a:lnTo>
                    <a:pt x="3492340" y="274362"/>
                  </a:lnTo>
                  <a:lnTo>
                    <a:pt x="3493412" y="274163"/>
                  </a:lnTo>
                  <a:lnTo>
                    <a:pt x="3494483" y="273963"/>
                  </a:lnTo>
                  <a:lnTo>
                    <a:pt x="3495555" y="273763"/>
                  </a:lnTo>
                  <a:lnTo>
                    <a:pt x="3496626" y="273562"/>
                  </a:lnTo>
                  <a:lnTo>
                    <a:pt x="3497698" y="273361"/>
                  </a:lnTo>
                  <a:lnTo>
                    <a:pt x="3498770" y="273159"/>
                  </a:lnTo>
                  <a:lnTo>
                    <a:pt x="3499841" y="272956"/>
                  </a:lnTo>
                  <a:lnTo>
                    <a:pt x="3500913" y="272753"/>
                  </a:lnTo>
                  <a:lnTo>
                    <a:pt x="3501984" y="272549"/>
                  </a:lnTo>
                  <a:lnTo>
                    <a:pt x="3503056" y="272345"/>
                  </a:lnTo>
                  <a:lnTo>
                    <a:pt x="3504128" y="272140"/>
                  </a:lnTo>
                  <a:lnTo>
                    <a:pt x="3505199" y="271935"/>
                  </a:lnTo>
                  <a:lnTo>
                    <a:pt x="3506271" y="271729"/>
                  </a:lnTo>
                  <a:lnTo>
                    <a:pt x="3507342" y="271522"/>
                  </a:lnTo>
                  <a:lnTo>
                    <a:pt x="3508414" y="271315"/>
                  </a:lnTo>
                  <a:lnTo>
                    <a:pt x="3509486" y="271107"/>
                  </a:lnTo>
                  <a:lnTo>
                    <a:pt x="3510557" y="270899"/>
                  </a:lnTo>
                  <a:lnTo>
                    <a:pt x="3511629" y="270690"/>
                  </a:lnTo>
                  <a:lnTo>
                    <a:pt x="3512700" y="270481"/>
                  </a:lnTo>
                  <a:lnTo>
                    <a:pt x="3513772" y="270271"/>
                  </a:lnTo>
                  <a:lnTo>
                    <a:pt x="3514844" y="270060"/>
                  </a:lnTo>
                  <a:lnTo>
                    <a:pt x="3515915" y="269849"/>
                  </a:lnTo>
                  <a:lnTo>
                    <a:pt x="3516987" y="269637"/>
                  </a:lnTo>
                  <a:lnTo>
                    <a:pt x="3518058" y="269425"/>
                  </a:lnTo>
                  <a:lnTo>
                    <a:pt x="3519130" y="269212"/>
                  </a:lnTo>
                  <a:lnTo>
                    <a:pt x="3520202" y="268999"/>
                  </a:lnTo>
                  <a:lnTo>
                    <a:pt x="3521273" y="268785"/>
                  </a:lnTo>
                  <a:lnTo>
                    <a:pt x="3522345" y="268570"/>
                  </a:lnTo>
                  <a:lnTo>
                    <a:pt x="3523416" y="268355"/>
                  </a:lnTo>
                  <a:lnTo>
                    <a:pt x="3524488" y="268140"/>
                  </a:lnTo>
                  <a:lnTo>
                    <a:pt x="3525560" y="267924"/>
                  </a:lnTo>
                  <a:lnTo>
                    <a:pt x="3526631" y="267707"/>
                  </a:lnTo>
                  <a:lnTo>
                    <a:pt x="3527703" y="267490"/>
                  </a:lnTo>
                  <a:lnTo>
                    <a:pt x="3528774" y="267272"/>
                  </a:lnTo>
                  <a:lnTo>
                    <a:pt x="3529846" y="267053"/>
                  </a:lnTo>
                  <a:lnTo>
                    <a:pt x="3530918" y="266834"/>
                  </a:lnTo>
                  <a:lnTo>
                    <a:pt x="3531989" y="266615"/>
                  </a:lnTo>
                  <a:lnTo>
                    <a:pt x="3533061" y="266395"/>
                  </a:lnTo>
                  <a:lnTo>
                    <a:pt x="3534132" y="266174"/>
                  </a:lnTo>
                  <a:lnTo>
                    <a:pt x="3535204" y="265953"/>
                  </a:lnTo>
                  <a:lnTo>
                    <a:pt x="3536276" y="265731"/>
                  </a:lnTo>
                  <a:lnTo>
                    <a:pt x="3537347" y="265509"/>
                  </a:lnTo>
                  <a:lnTo>
                    <a:pt x="3538419" y="265286"/>
                  </a:lnTo>
                  <a:lnTo>
                    <a:pt x="3539490" y="265062"/>
                  </a:lnTo>
                  <a:lnTo>
                    <a:pt x="3540562" y="264838"/>
                  </a:lnTo>
                  <a:lnTo>
                    <a:pt x="3541634" y="264614"/>
                  </a:lnTo>
                  <a:lnTo>
                    <a:pt x="3542705" y="264389"/>
                  </a:lnTo>
                  <a:lnTo>
                    <a:pt x="3543777" y="264163"/>
                  </a:lnTo>
                  <a:lnTo>
                    <a:pt x="3544848" y="263937"/>
                  </a:lnTo>
                  <a:lnTo>
                    <a:pt x="3545920" y="263710"/>
                  </a:lnTo>
                  <a:lnTo>
                    <a:pt x="3546992" y="263483"/>
                  </a:lnTo>
                  <a:lnTo>
                    <a:pt x="3548063" y="263255"/>
                  </a:lnTo>
                  <a:lnTo>
                    <a:pt x="3549135" y="263026"/>
                  </a:lnTo>
                  <a:lnTo>
                    <a:pt x="3550206" y="262797"/>
                  </a:lnTo>
                  <a:lnTo>
                    <a:pt x="3551278" y="262568"/>
                  </a:lnTo>
                  <a:lnTo>
                    <a:pt x="3552349" y="262338"/>
                  </a:lnTo>
                  <a:lnTo>
                    <a:pt x="3553421" y="262107"/>
                  </a:lnTo>
                  <a:lnTo>
                    <a:pt x="3554493" y="261876"/>
                  </a:lnTo>
                  <a:lnTo>
                    <a:pt x="3555564" y="261644"/>
                  </a:lnTo>
                  <a:lnTo>
                    <a:pt x="3556636" y="261412"/>
                  </a:lnTo>
                  <a:lnTo>
                    <a:pt x="3557707" y="261179"/>
                  </a:lnTo>
                  <a:lnTo>
                    <a:pt x="3558779" y="260945"/>
                  </a:lnTo>
                  <a:lnTo>
                    <a:pt x="3559851" y="260712"/>
                  </a:lnTo>
                  <a:lnTo>
                    <a:pt x="3560922" y="260477"/>
                  </a:lnTo>
                  <a:lnTo>
                    <a:pt x="3561994" y="260242"/>
                  </a:lnTo>
                  <a:lnTo>
                    <a:pt x="3563065" y="260006"/>
                  </a:lnTo>
                  <a:lnTo>
                    <a:pt x="3564137" y="259770"/>
                  </a:lnTo>
                  <a:lnTo>
                    <a:pt x="3565209" y="259533"/>
                  </a:lnTo>
                  <a:lnTo>
                    <a:pt x="3566280" y="259296"/>
                  </a:lnTo>
                  <a:lnTo>
                    <a:pt x="3567352" y="259058"/>
                  </a:lnTo>
                  <a:lnTo>
                    <a:pt x="3568423" y="258820"/>
                  </a:lnTo>
                  <a:lnTo>
                    <a:pt x="3569495" y="258581"/>
                  </a:lnTo>
                  <a:lnTo>
                    <a:pt x="3570567" y="258342"/>
                  </a:lnTo>
                  <a:lnTo>
                    <a:pt x="3571638" y="258102"/>
                  </a:lnTo>
                  <a:lnTo>
                    <a:pt x="3572710" y="257861"/>
                  </a:lnTo>
                  <a:lnTo>
                    <a:pt x="3573781" y="257620"/>
                  </a:lnTo>
                  <a:lnTo>
                    <a:pt x="3574853" y="257378"/>
                  </a:lnTo>
                  <a:lnTo>
                    <a:pt x="3575925" y="257136"/>
                  </a:lnTo>
                  <a:lnTo>
                    <a:pt x="3576996" y="256893"/>
                  </a:lnTo>
                  <a:lnTo>
                    <a:pt x="3578068" y="256650"/>
                  </a:lnTo>
                  <a:lnTo>
                    <a:pt x="3579139" y="256406"/>
                  </a:lnTo>
                  <a:lnTo>
                    <a:pt x="3580211" y="256162"/>
                  </a:lnTo>
                  <a:lnTo>
                    <a:pt x="3581283" y="255917"/>
                  </a:lnTo>
                  <a:lnTo>
                    <a:pt x="3582354" y="255672"/>
                  </a:lnTo>
                  <a:lnTo>
                    <a:pt x="3583426" y="255426"/>
                  </a:lnTo>
                  <a:lnTo>
                    <a:pt x="3584497" y="255179"/>
                  </a:lnTo>
                  <a:lnTo>
                    <a:pt x="3585569" y="254932"/>
                  </a:lnTo>
                  <a:lnTo>
                    <a:pt x="3586641" y="254684"/>
                  </a:lnTo>
                  <a:lnTo>
                    <a:pt x="3587712" y="254436"/>
                  </a:lnTo>
                  <a:lnTo>
                    <a:pt x="3588784" y="254187"/>
                  </a:lnTo>
                  <a:lnTo>
                    <a:pt x="3589855" y="253938"/>
                  </a:lnTo>
                  <a:lnTo>
                    <a:pt x="3590927" y="253688"/>
                  </a:lnTo>
                  <a:lnTo>
                    <a:pt x="3591999" y="253438"/>
                  </a:lnTo>
                  <a:lnTo>
                    <a:pt x="3593070" y="253187"/>
                  </a:lnTo>
                  <a:lnTo>
                    <a:pt x="3594142" y="252936"/>
                  </a:lnTo>
                  <a:lnTo>
                    <a:pt x="3595213" y="252684"/>
                  </a:lnTo>
                  <a:lnTo>
                    <a:pt x="3596285" y="252431"/>
                  </a:lnTo>
                  <a:lnTo>
                    <a:pt x="3597357" y="252178"/>
                  </a:lnTo>
                  <a:lnTo>
                    <a:pt x="3598428" y="251925"/>
                  </a:lnTo>
                  <a:lnTo>
                    <a:pt x="3599500" y="251671"/>
                  </a:lnTo>
                  <a:lnTo>
                    <a:pt x="3600571" y="251416"/>
                  </a:lnTo>
                  <a:lnTo>
                    <a:pt x="3601643" y="251161"/>
                  </a:lnTo>
                  <a:lnTo>
                    <a:pt x="3602715" y="250905"/>
                  </a:lnTo>
                  <a:lnTo>
                    <a:pt x="3603786" y="250649"/>
                  </a:lnTo>
                  <a:lnTo>
                    <a:pt x="3604858" y="250392"/>
                  </a:lnTo>
                  <a:lnTo>
                    <a:pt x="3605929" y="250135"/>
                  </a:lnTo>
                  <a:lnTo>
                    <a:pt x="3607001" y="249877"/>
                  </a:lnTo>
                  <a:lnTo>
                    <a:pt x="3608073" y="249619"/>
                  </a:lnTo>
                  <a:lnTo>
                    <a:pt x="3609144" y="249360"/>
                  </a:lnTo>
                  <a:lnTo>
                    <a:pt x="3610216" y="249100"/>
                  </a:lnTo>
                  <a:lnTo>
                    <a:pt x="3611287" y="248840"/>
                  </a:lnTo>
                  <a:lnTo>
                    <a:pt x="3612359" y="248580"/>
                  </a:lnTo>
                  <a:lnTo>
                    <a:pt x="3613431" y="248319"/>
                  </a:lnTo>
                  <a:lnTo>
                    <a:pt x="3614502" y="248057"/>
                  </a:lnTo>
                  <a:lnTo>
                    <a:pt x="3615574" y="247795"/>
                  </a:lnTo>
                  <a:lnTo>
                    <a:pt x="3616645" y="247532"/>
                  </a:lnTo>
                  <a:lnTo>
                    <a:pt x="3617717" y="247269"/>
                  </a:lnTo>
                  <a:lnTo>
                    <a:pt x="3618789" y="247005"/>
                  </a:lnTo>
                  <a:lnTo>
                    <a:pt x="3619860" y="246741"/>
                  </a:lnTo>
                  <a:lnTo>
                    <a:pt x="3620932" y="246476"/>
                  </a:lnTo>
                  <a:lnTo>
                    <a:pt x="3622003" y="246211"/>
                  </a:lnTo>
                  <a:lnTo>
                    <a:pt x="3623075" y="245945"/>
                  </a:lnTo>
                  <a:lnTo>
                    <a:pt x="3624147" y="245679"/>
                  </a:lnTo>
                  <a:lnTo>
                    <a:pt x="3625218" y="245412"/>
                  </a:lnTo>
                  <a:lnTo>
                    <a:pt x="3626290" y="245144"/>
                  </a:lnTo>
                  <a:lnTo>
                    <a:pt x="3627361" y="244876"/>
                  </a:lnTo>
                  <a:lnTo>
                    <a:pt x="3628433" y="244608"/>
                  </a:lnTo>
                  <a:lnTo>
                    <a:pt x="3629505" y="244339"/>
                  </a:lnTo>
                  <a:lnTo>
                    <a:pt x="3630576" y="244069"/>
                  </a:lnTo>
                  <a:lnTo>
                    <a:pt x="3631648" y="243799"/>
                  </a:lnTo>
                  <a:lnTo>
                    <a:pt x="3632719" y="243529"/>
                  </a:lnTo>
                  <a:lnTo>
                    <a:pt x="3633791" y="243258"/>
                  </a:lnTo>
                  <a:lnTo>
                    <a:pt x="3634863" y="242986"/>
                  </a:lnTo>
                  <a:lnTo>
                    <a:pt x="3635934" y="242714"/>
                  </a:lnTo>
                  <a:lnTo>
                    <a:pt x="3637006" y="242441"/>
                  </a:lnTo>
                  <a:lnTo>
                    <a:pt x="3638077" y="242168"/>
                  </a:lnTo>
                  <a:lnTo>
                    <a:pt x="3639149" y="241894"/>
                  </a:lnTo>
                  <a:lnTo>
                    <a:pt x="3640221" y="241620"/>
                  </a:lnTo>
                  <a:lnTo>
                    <a:pt x="3641292" y="241345"/>
                  </a:lnTo>
                  <a:lnTo>
                    <a:pt x="3642364" y="241070"/>
                  </a:lnTo>
                  <a:lnTo>
                    <a:pt x="3643435" y="240794"/>
                  </a:lnTo>
                  <a:lnTo>
                    <a:pt x="3644507" y="240518"/>
                  </a:lnTo>
                  <a:lnTo>
                    <a:pt x="3645579" y="240241"/>
                  </a:lnTo>
                  <a:lnTo>
                    <a:pt x="3646650" y="239963"/>
                  </a:lnTo>
                  <a:lnTo>
                    <a:pt x="3647722" y="239685"/>
                  </a:lnTo>
                  <a:lnTo>
                    <a:pt x="3648793" y="239407"/>
                  </a:lnTo>
                  <a:lnTo>
                    <a:pt x="3649865" y="239128"/>
                  </a:lnTo>
                  <a:lnTo>
                    <a:pt x="3650937" y="238849"/>
                  </a:lnTo>
                  <a:lnTo>
                    <a:pt x="3652008" y="238569"/>
                  </a:lnTo>
                  <a:lnTo>
                    <a:pt x="3653080" y="238288"/>
                  </a:lnTo>
                  <a:lnTo>
                    <a:pt x="3654151" y="238007"/>
                  </a:lnTo>
                  <a:lnTo>
                    <a:pt x="3655223" y="237725"/>
                  </a:lnTo>
                  <a:lnTo>
                    <a:pt x="3656295" y="237443"/>
                  </a:lnTo>
                  <a:lnTo>
                    <a:pt x="3657366" y="237161"/>
                  </a:lnTo>
                  <a:lnTo>
                    <a:pt x="3658438" y="236878"/>
                  </a:lnTo>
                  <a:lnTo>
                    <a:pt x="3659509" y="236594"/>
                  </a:lnTo>
                  <a:lnTo>
                    <a:pt x="3660581" y="236310"/>
                  </a:lnTo>
                  <a:lnTo>
                    <a:pt x="3661653" y="236025"/>
                  </a:lnTo>
                  <a:lnTo>
                    <a:pt x="3662724" y="235740"/>
                  </a:lnTo>
                  <a:lnTo>
                    <a:pt x="3663796" y="235454"/>
                  </a:lnTo>
                  <a:lnTo>
                    <a:pt x="3664867" y="235168"/>
                  </a:lnTo>
                  <a:lnTo>
                    <a:pt x="3665939" y="234881"/>
                  </a:lnTo>
                  <a:lnTo>
                    <a:pt x="3667011" y="234594"/>
                  </a:lnTo>
                  <a:lnTo>
                    <a:pt x="3668082" y="234306"/>
                  </a:lnTo>
                  <a:lnTo>
                    <a:pt x="3669154" y="234018"/>
                  </a:lnTo>
                  <a:lnTo>
                    <a:pt x="3670225" y="233729"/>
                  </a:lnTo>
                  <a:lnTo>
                    <a:pt x="3671297" y="233440"/>
                  </a:lnTo>
                  <a:lnTo>
                    <a:pt x="3672369" y="233150"/>
                  </a:lnTo>
                  <a:lnTo>
                    <a:pt x="3673440" y="232860"/>
                  </a:lnTo>
                  <a:lnTo>
                    <a:pt x="3674512" y="232569"/>
                  </a:lnTo>
                  <a:lnTo>
                    <a:pt x="3675583" y="232278"/>
                  </a:lnTo>
                  <a:lnTo>
                    <a:pt x="3676655" y="231986"/>
                  </a:lnTo>
                  <a:lnTo>
                    <a:pt x="3677727" y="231693"/>
                  </a:lnTo>
                  <a:lnTo>
                    <a:pt x="3678798" y="231400"/>
                  </a:lnTo>
                  <a:lnTo>
                    <a:pt x="3679870" y="231107"/>
                  </a:lnTo>
                  <a:lnTo>
                    <a:pt x="3680941" y="230813"/>
                  </a:lnTo>
                  <a:lnTo>
                    <a:pt x="3682013" y="230519"/>
                  </a:lnTo>
                  <a:lnTo>
                    <a:pt x="3683085" y="230224"/>
                  </a:lnTo>
                  <a:lnTo>
                    <a:pt x="3684156" y="229928"/>
                  </a:lnTo>
                  <a:lnTo>
                    <a:pt x="3685228" y="229632"/>
                  </a:lnTo>
                  <a:lnTo>
                    <a:pt x="3686299" y="229336"/>
                  </a:lnTo>
                  <a:lnTo>
                    <a:pt x="3687371" y="229039"/>
                  </a:lnTo>
                  <a:lnTo>
                    <a:pt x="3688443" y="228742"/>
                  </a:lnTo>
                  <a:lnTo>
                    <a:pt x="3689514" y="228444"/>
                  </a:lnTo>
                  <a:lnTo>
                    <a:pt x="3690586" y="228145"/>
                  </a:lnTo>
                  <a:lnTo>
                    <a:pt x="3691657" y="227846"/>
                  </a:lnTo>
                  <a:lnTo>
                    <a:pt x="3692729" y="227547"/>
                  </a:lnTo>
                  <a:lnTo>
                    <a:pt x="3693801" y="227247"/>
                  </a:lnTo>
                  <a:lnTo>
                    <a:pt x="3694872" y="226946"/>
                  </a:lnTo>
                  <a:lnTo>
                    <a:pt x="3695944" y="226645"/>
                  </a:lnTo>
                  <a:lnTo>
                    <a:pt x="3697015" y="226344"/>
                  </a:lnTo>
                  <a:lnTo>
                    <a:pt x="3698087" y="226042"/>
                  </a:lnTo>
                  <a:lnTo>
                    <a:pt x="3699159" y="225739"/>
                  </a:lnTo>
                  <a:lnTo>
                    <a:pt x="3700230" y="225436"/>
                  </a:lnTo>
                  <a:lnTo>
                    <a:pt x="3701302" y="225133"/>
                  </a:lnTo>
                  <a:lnTo>
                    <a:pt x="3702373" y="224828"/>
                  </a:lnTo>
                  <a:lnTo>
                    <a:pt x="3703445" y="224524"/>
                  </a:lnTo>
                  <a:lnTo>
                    <a:pt x="3704517" y="224219"/>
                  </a:lnTo>
                  <a:lnTo>
                    <a:pt x="3705588" y="223913"/>
                  </a:lnTo>
                  <a:lnTo>
                    <a:pt x="3706660" y="223607"/>
                  </a:lnTo>
                  <a:lnTo>
                    <a:pt x="3707731" y="223301"/>
                  </a:lnTo>
                  <a:lnTo>
                    <a:pt x="3708803" y="222994"/>
                  </a:lnTo>
                  <a:lnTo>
                    <a:pt x="3709875" y="222686"/>
                  </a:lnTo>
                  <a:lnTo>
                    <a:pt x="3710946" y="222378"/>
                  </a:lnTo>
                  <a:lnTo>
                    <a:pt x="3712018" y="222070"/>
                  </a:lnTo>
                  <a:lnTo>
                    <a:pt x="3713089" y="221761"/>
                  </a:lnTo>
                  <a:lnTo>
                    <a:pt x="3714161" y="221451"/>
                  </a:lnTo>
                  <a:lnTo>
                    <a:pt x="3715233" y="221141"/>
                  </a:lnTo>
                  <a:lnTo>
                    <a:pt x="3716304" y="220831"/>
                  </a:lnTo>
                  <a:lnTo>
                    <a:pt x="3717376" y="220519"/>
                  </a:lnTo>
                  <a:lnTo>
                    <a:pt x="3718447" y="220208"/>
                  </a:lnTo>
                  <a:lnTo>
                    <a:pt x="3719519" y="219896"/>
                  </a:lnTo>
                  <a:lnTo>
                    <a:pt x="3720591" y="219583"/>
                  </a:lnTo>
                  <a:lnTo>
                    <a:pt x="3721662" y="219270"/>
                  </a:lnTo>
                  <a:lnTo>
                    <a:pt x="3722734" y="218957"/>
                  </a:lnTo>
                  <a:lnTo>
                    <a:pt x="3723805" y="218643"/>
                  </a:lnTo>
                  <a:lnTo>
                    <a:pt x="3724877" y="218328"/>
                  </a:lnTo>
                  <a:lnTo>
                    <a:pt x="3725949" y="218013"/>
                  </a:lnTo>
                  <a:lnTo>
                    <a:pt x="3727020" y="217698"/>
                  </a:lnTo>
                  <a:lnTo>
                    <a:pt x="3728092" y="217382"/>
                  </a:lnTo>
                  <a:lnTo>
                    <a:pt x="3729163" y="217065"/>
                  </a:lnTo>
                  <a:lnTo>
                    <a:pt x="3730235" y="216748"/>
                  </a:lnTo>
                  <a:lnTo>
                    <a:pt x="3731306" y="216431"/>
                  </a:lnTo>
                  <a:lnTo>
                    <a:pt x="3732378" y="216113"/>
                  </a:lnTo>
                  <a:lnTo>
                    <a:pt x="3733450" y="215795"/>
                  </a:lnTo>
                  <a:lnTo>
                    <a:pt x="3734521" y="215476"/>
                  </a:lnTo>
                  <a:lnTo>
                    <a:pt x="3735593" y="215156"/>
                  </a:lnTo>
                  <a:lnTo>
                    <a:pt x="3736664" y="214836"/>
                  </a:lnTo>
                  <a:lnTo>
                    <a:pt x="3737736" y="214516"/>
                  </a:lnTo>
                  <a:lnTo>
                    <a:pt x="3738808" y="214195"/>
                  </a:lnTo>
                  <a:lnTo>
                    <a:pt x="3739879" y="213874"/>
                  </a:lnTo>
                  <a:lnTo>
                    <a:pt x="3740951" y="213552"/>
                  </a:lnTo>
                  <a:lnTo>
                    <a:pt x="3742022" y="213229"/>
                  </a:lnTo>
                  <a:lnTo>
                    <a:pt x="3743094" y="212906"/>
                  </a:lnTo>
                  <a:lnTo>
                    <a:pt x="3744166" y="212583"/>
                  </a:lnTo>
                  <a:lnTo>
                    <a:pt x="3745237" y="212259"/>
                  </a:lnTo>
                  <a:lnTo>
                    <a:pt x="3746309" y="211935"/>
                  </a:lnTo>
                  <a:lnTo>
                    <a:pt x="3747380" y="211610"/>
                  </a:lnTo>
                  <a:lnTo>
                    <a:pt x="3748452" y="211285"/>
                  </a:lnTo>
                  <a:lnTo>
                    <a:pt x="3749524" y="210959"/>
                  </a:lnTo>
                  <a:lnTo>
                    <a:pt x="3750595" y="210633"/>
                  </a:lnTo>
                  <a:lnTo>
                    <a:pt x="3751667" y="210306"/>
                  </a:lnTo>
                  <a:lnTo>
                    <a:pt x="3752738" y="209979"/>
                  </a:lnTo>
                  <a:lnTo>
                    <a:pt x="3753810" y="209651"/>
                  </a:lnTo>
                  <a:lnTo>
                    <a:pt x="3754882" y="209323"/>
                  </a:lnTo>
                  <a:lnTo>
                    <a:pt x="3755953" y="208994"/>
                  </a:lnTo>
                  <a:lnTo>
                    <a:pt x="3757025" y="208665"/>
                  </a:lnTo>
                  <a:lnTo>
                    <a:pt x="3758096" y="208335"/>
                  </a:lnTo>
                  <a:lnTo>
                    <a:pt x="3759168" y="208005"/>
                  </a:lnTo>
                  <a:lnTo>
                    <a:pt x="3760240" y="207674"/>
                  </a:lnTo>
                  <a:lnTo>
                    <a:pt x="3761311" y="207343"/>
                  </a:lnTo>
                  <a:lnTo>
                    <a:pt x="3762383" y="207012"/>
                  </a:lnTo>
                  <a:lnTo>
                    <a:pt x="3763454" y="206680"/>
                  </a:lnTo>
                  <a:lnTo>
                    <a:pt x="3764526" y="206347"/>
                  </a:lnTo>
                  <a:lnTo>
                    <a:pt x="3765598" y="206014"/>
                  </a:lnTo>
                  <a:lnTo>
                    <a:pt x="3766669" y="205680"/>
                  </a:lnTo>
                  <a:lnTo>
                    <a:pt x="3767741" y="205346"/>
                  </a:lnTo>
                  <a:lnTo>
                    <a:pt x="3768812" y="205012"/>
                  </a:lnTo>
                  <a:lnTo>
                    <a:pt x="3769884" y="204677"/>
                  </a:lnTo>
                  <a:lnTo>
                    <a:pt x="3770956" y="204342"/>
                  </a:lnTo>
                  <a:lnTo>
                    <a:pt x="3772027" y="204006"/>
                  </a:lnTo>
                  <a:lnTo>
                    <a:pt x="3773099" y="203669"/>
                  </a:lnTo>
                  <a:lnTo>
                    <a:pt x="3774170" y="203332"/>
                  </a:lnTo>
                  <a:lnTo>
                    <a:pt x="3775242" y="202995"/>
                  </a:lnTo>
                  <a:lnTo>
                    <a:pt x="3776314" y="202657"/>
                  </a:lnTo>
                  <a:lnTo>
                    <a:pt x="3777385" y="202319"/>
                  </a:lnTo>
                  <a:lnTo>
                    <a:pt x="3778457" y="201980"/>
                  </a:lnTo>
                  <a:lnTo>
                    <a:pt x="3779528" y="201641"/>
                  </a:lnTo>
                  <a:lnTo>
                    <a:pt x="3780600" y="201301"/>
                  </a:lnTo>
                  <a:lnTo>
                    <a:pt x="3781672" y="200961"/>
                  </a:lnTo>
                  <a:lnTo>
                    <a:pt x="3782743" y="200620"/>
                  </a:lnTo>
                  <a:lnTo>
                    <a:pt x="3783815" y="200279"/>
                  </a:lnTo>
                  <a:lnTo>
                    <a:pt x="3784886" y="199937"/>
                  </a:lnTo>
                  <a:lnTo>
                    <a:pt x="3785958" y="199595"/>
                  </a:lnTo>
                  <a:lnTo>
                    <a:pt x="3787030" y="199253"/>
                  </a:lnTo>
                  <a:lnTo>
                    <a:pt x="3788101" y="198909"/>
                  </a:lnTo>
                  <a:lnTo>
                    <a:pt x="3789173" y="198566"/>
                  </a:lnTo>
                  <a:lnTo>
                    <a:pt x="3790244" y="198222"/>
                  </a:lnTo>
                  <a:lnTo>
                    <a:pt x="3791316" y="197877"/>
                  </a:lnTo>
                  <a:lnTo>
                    <a:pt x="3792388" y="197532"/>
                  </a:lnTo>
                  <a:lnTo>
                    <a:pt x="3793459" y="197187"/>
                  </a:lnTo>
                  <a:lnTo>
                    <a:pt x="3794531" y="196841"/>
                  </a:lnTo>
                  <a:lnTo>
                    <a:pt x="3795602" y="196495"/>
                  </a:lnTo>
                  <a:lnTo>
                    <a:pt x="3796674" y="196148"/>
                  </a:lnTo>
                  <a:lnTo>
                    <a:pt x="3797746" y="195801"/>
                  </a:lnTo>
                  <a:lnTo>
                    <a:pt x="3798817" y="195453"/>
                  </a:lnTo>
                  <a:lnTo>
                    <a:pt x="3799889" y="195105"/>
                  </a:lnTo>
                  <a:lnTo>
                    <a:pt x="3800960" y="194756"/>
                  </a:lnTo>
                  <a:lnTo>
                    <a:pt x="3802032" y="194407"/>
                  </a:lnTo>
                  <a:lnTo>
                    <a:pt x="3803104" y="194057"/>
                  </a:lnTo>
                  <a:lnTo>
                    <a:pt x="3804175" y="193707"/>
                  </a:lnTo>
                  <a:lnTo>
                    <a:pt x="3805247" y="193356"/>
                  </a:lnTo>
                  <a:lnTo>
                    <a:pt x="3806318" y="193005"/>
                  </a:lnTo>
                  <a:lnTo>
                    <a:pt x="3807390" y="192654"/>
                  </a:lnTo>
                  <a:lnTo>
                    <a:pt x="3808462" y="192302"/>
                  </a:lnTo>
                  <a:lnTo>
                    <a:pt x="3809533" y="191949"/>
                  </a:lnTo>
                  <a:lnTo>
                    <a:pt x="3810605" y="191596"/>
                  </a:lnTo>
                  <a:lnTo>
                    <a:pt x="3811676" y="191243"/>
                  </a:lnTo>
                  <a:lnTo>
                    <a:pt x="3812748" y="190889"/>
                  </a:lnTo>
                  <a:lnTo>
                    <a:pt x="3813820" y="190535"/>
                  </a:lnTo>
                  <a:lnTo>
                    <a:pt x="3814891" y="190180"/>
                  </a:lnTo>
                  <a:lnTo>
                    <a:pt x="3815963" y="189824"/>
                  </a:lnTo>
                  <a:lnTo>
                    <a:pt x="3817034" y="189469"/>
                  </a:lnTo>
                  <a:lnTo>
                    <a:pt x="3818106" y="189113"/>
                  </a:lnTo>
                  <a:lnTo>
                    <a:pt x="3819178" y="188756"/>
                  </a:lnTo>
                  <a:lnTo>
                    <a:pt x="3820249" y="188399"/>
                  </a:lnTo>
                  <a:lnTo>
                    <a:pt x="3821321" y="188041"/>
                  </a:lnTo>
                  <a:lnTo>
                    <a:pt x="3822392" y="187683"/>
                  </a:lnTo>
                  <a:lnTo>
                    <a:pt x="3823464" y="187325"/>
                  </a:lnTo>
                  <a:lnTo>
                    <a:pt x="3824536" y="186966"/>
                  </a:lnTo>
                  <a:lnTo>
                    <a:pt x="3825607" y="186606"/>
                  </a:lnTo>
                  <a:lnTo>
                    <a:pt x="3826679" y="186246"/>
                  </a:lnTo>
                  <a:lnTo>
                    <a:pt x="3827750" y="185886"/>
                  </a:lnTo>
                  <a:lnTo>
                    <a:pt x="3828822" y="185525"/>
                  </a:lnTo>
                  <a:lnTo>
                    <a:pt x="3829894" y="185164"/>
                  </a:lnTo>
                  <a:lnTo>
                    <a:pt x="3830965" y="184802"/>
                  </a:lnTo>
                  <a:lnTo>
                    <a:pt x="3832037" y="184440"/>
                  </a:lnTo>
                  <a:lnTo>
                    <a:pt x="3833108" y="184077"/>
                  </a:lnTo>
                  <a:lnTo>
                    <a:pt x="3834180" y="183714"/>
                  </a:lnTo>
                  <a:lnTo>
                    <a:pt x="3835252" y="183351"/>
                  </a:lnTo>
                  <a:lnTo>
                    <a:pt x="3836323" y="182987"/>
                  </a:lnTo>
                  <a:lnTo>
                    <a:pt x="3837395" y="182622"/>
                  </a:lnTo>
                  <a:lnTo>
                    <a:pt x="3838466" y="182257"/>
                  </a:lnTo>
                  <a:lnTo>
                    <a:pt x="3839538" y="181892"/>
                  </a:lnTo>
                  <a:lnTo>
                    <a:pt x="3840610" y="181526"/>
                  </a:lnTo>
                  <a:lnTo>
                    <a:pt x="3841681" y="181160"/>
                  </a:lnTo>
                  <a:lnTo>
                    <a:pt x="3842753" y="180793"/>
                  </a:lnTo>
                  <a:lnTo>
                    <a:pt x="3843824" y="180426"/>
                  </a:lnTo>
                  <a:lnTo>
                    <a:pt x="3844896" y="180058"/>
                  </a:lnTo>
                  <a:lnTo>
                    <a:pt x="3845968" y="179690"/>
                  </a:lnTo>
                  <a:lnTo>
                    <a:pt x="3847039" y="179321"/>
                  </a:lnTo>
                  <a:lnTo>
                    <a:pt x="3848111" y="178952"/>
                  </a:lnTo>
                  <a:lnTo>
                    <a:pt x="3849182" y="178583"/>
                  </a:lnTo>
                  <a:lnTo>
                    <a:pt x="3850254" y="178213"/>
                  </a:lnTo>
                  <a:lnTo>
                    <a:pt x="3851326" y="177842"/>
                  </a:lnTo>
                  <a:lnTo>
                    <a:pt x="3852397" y="177471"/>
                  </a:lnTo>
                  <a:lnTo>
                    <a:pt x="3853469" y="177100"/>
                  </a:lnTo>
                  <a:lnTo>
                    <a:pt x="3854540" y="176728"/>
                  </a:lnTo>
                  <a:lnTo>
                    <a:pt x="3855612" y="176356"/>
                  </a:lnTo>
                  <a:lnTo>
                    <a:pt x="3856684" y="175983"/>
                  </a:lnTo>
                  <a:lnTo>
                    <a:pt x="3856684" y="1298026"/>
                  </a:lnTo>
                  <a:lnTo>
                    <a:pt x="3855612" y="1297853"/>
                  </a:lnTo>
                  <a:lnTo>
                    <a:pt x="3854540" y="1297680"/>
                  </a:lnTo>
                  <a:lnTo>
                    <a:pt x="3853469" y="1297507"/>
                  </a:lnTo>
                  <a:lnTo>
                    <a:pt x="3852397" y="1297335"/>
                  </a:lnTo>
                  <a:lnTo>
                    <a:pt x="3851326" y="1297162"/>
                  </a:lnTo>
                  <a:lnTo>
                    <a:pt x="3850254" y="1296990"/>
                  </a:lnTo>
                  <a:lnTo>
                    <a:pt x="3849182" y="1296818"/>
                  </a:lnTo>
                  <a:lnTo>
                    <a:pt x="3848111" y="1296646"/>
                  </a:lnTo>
                  <a:lnTo>
                    <a:pt x="3847039" y="1296475"/>
                  </a:lnTo>
                  <a:lnTo>
                    <a:pt x="3845968" y="1296303"/>
                  </a:lnTo>
                  <a:lnTo>
                    <a:pt x="3844896" y="1296132"/>
                  </a:lnTo>
                  <a:lnTo>
                    <a:pt x="3843824" y="1295961"/>
                  </a:lnTo>
                  <a:lnTo>
                    <a:pt x="3842753" y="1295790"/>
                  </a:lnTo>
                  <a:lnTo>
                    <a:pt x="3841681" y="1295619"/>
                  </a:lnTo>
                  <a:lnTo>
                    <a:pt x="3840610" y="1295449"/>
                  </a:lnTo>
                  <a:lnTo>
                    <a:pt x="3839538" y="1295278"/>
                  </a:lnTo>
                  <a:lnTo>
                    <a:pt x="3838466" y="1295108"/>
                  </a:lnTo>
                  <a:lnTo>
                    <a:pt x="3837395" y="1294938"/>
                  </a:lnTo>
                  <a:lnTo>
                    <a:pt x="3836323" y="1294768"/>
                  </a:lnTo>
                  <a:lnTo>
                    <a:pt x="3835252" y="1294598"/>
                  </a:lnTo>
                  <a:lnTo>
                    <a:pt x="3834180" y="1294429"/>
                  </a:lnTo>
                  <a:lnTo>
                    <a:pt x="3833108" y="1294259"/>
                  </a:lnTo>
                  <a:lnTo>
                    <a:pt x="3832037" y="1294090"/>
                  </a:lnTo>
                  <a:lnTo>
                    <a:pt x="3830965" y="1293921"/>
                  </a:lnTo>
                  <a:lnTo>
                    <a:pt x="3829894" y="1293752"/>
                  </a:lnTo>
                  <a:lnTo>
                    <a:pt x="3828822" y="1293584"/>
                  </a:lnTo>
                  <a:lnTo>
                    <a:pt x="3827750" y="1293415"/>
                  </a:lnTo>
                  <a:lnTo>
                    <a:pt x="3826679" y="1293247"/>
                  </a:lnTo>
                  <a:lnTo>
                    <a:pt x="3825607" y="1293079"/>
                  </a:lnTo>
                  <a:lnTo>
                    <a:pt x="3824536" y="1292911"/>
                  </a:lnTo>
                  <a:lnTo>
                    <a:pt x="3823464" y="1292743"/>
                  </a:lnTo>
                  <a:lnTo>
                    <a:pt x="3822392" y="1292576"/>
                  </a:lnTo>
                  <a:lnTo>
                    <a:pt x="3821321" y="1292408"/>
                  </a:lnTo>
                  <a:lnTo>
                    <a:pt x="3820249" y="1292241"/>
                  </a:lnTo>
                  <a:lnTo>
                    <a:pt x="3819178" y="1292074"/>
                  </a:lnTo>
                  <a:lnTo>
                    <a:pt x="3818106" y="1291907"/>
                  </a:lnTo>
                  <a:lnTo>
                    <a:pt x="3817034" y="1291741"/>
                  </a:lnTo>
                  <a:lnTo>
                    <a:pt x="3815963" y="1291574"/>
                  </a:lnTo>
                  <a:lnTo>
                    <a:pt x="3814891" y="1291408"/>
                  </a:lnTo>
                  <a:lnTo>
                    <a:pt x="3813820" y="1291242"/>
                  </a:lnTo>
                  <a:lnTo>
                    <a:pt x="3812748" y="1291076"/>
                  </a:lnTo>
                  <a:lnTo>
                    <a:pt x="3811676" y="1290910"/>
                  </a:lnTo>
                  <a:lnTo>
                    <a:pt x="3810605" y="1290744"/>
                  </a:lnTo>
                  <a:lnTo>
                    <a:pt x="3809533" y="1290579"/>
                  </a:lnTo>
                  <a:lnTo>
                    <a:pt x="3808462" y="1290414"/>
                  </a:lnTo>
                  <a:lnTo>
                    <a:pt x="3807390" y="1290249"/>
                  </a:lnTo>
                  <a:lnTo>
                    <a:pt x="3806318" y="1290084"/>
                  </a:lnTo>
                  <a:lnTo>
                    <a:pt x="3805247" y="1289919"/>
                  </a:lnTo>
                  <a:lnTo>
                    <a:pt x="3804175" y="1289755"/>
                  </a:lnTo>
                  <a:lnTo>
                    <a:pt x="3803104" y="1289591"/>
                  </a:lnTo>
                  <a:lnTo>
                    <a:pt x="3802032" y="1289427"/>
                  </a:lnTo>
                  <a:lnTo>
                    <a:pt x="3800960" y="1289263"/>
                  </a:lnTo>
                  <a:lnTo>
                    <a:pt x="3799889" y="1289099"/>
                  </a:lnTo>
                  <a:lnTo>
                    <a:pt x="3798817" y="1288935"/>
                  </a:lnTo>
                  <a:lnTo>
                    <a:pt x="3797746" y="1288772"/>
                  </a:lnTo>
                  <a:lnTo>
                    <a:pt x="3796674" y="1288609"/>
                  </a:lnTo>
                  <a:lnTo>
                    <a:pt x="3795602" y="1288446"/>
                  </a:lnTo>
                  <a:lnTo>
                    <a:pt x="3794531" y="1288283"/>
                  </a:lnTo>
                  <a:lnTo>
                    <a:pt x="3793459" y="1288121"/>
                  </a:lnTo>
                  <a:lnTo>
                    <a:pt x="3792388" y="1287958"/>
                  </a:lnTo>
                  <a:lnTo>
                    <a:pt x="3791316" y="1287796"/>
                  </a:lnTo>
                  <a:lnTo>
                    <a:pt x="3790244" y="1287634"/>
                  </a:lnTo>
                  <a:lnTo>
                    <a:pt x="3789173" y="1287472"/>
                  </a:lnTo>
                  <a:lnTo>
                    <a:pt x="3788101" y="1287311"/>
                  </a:lnTo>
                  <a:lnTo>
                    <a:pt x="3787030" y="1287149"/>
                  </a:lnTo>
                  <a:lnTo>
                    <a:pt x="3785958" y="1286988"/>
                  </a:lnTo>
                  <a:lnTo>
                    <a:pt x="3784886" y="1286827"/>
                  </a:lnTo>
                  <a:lnTo>
                    <a:pt x="3783815" y="1286666"/>
                  </a:lnTo>
                  <a:lnTo>
                    <a:pt x="3782743" y="1286506"/>
                  </a:lnTo>
                  <a:lnTo>
                    <a:pt x="3781672" y="1286345"/>
                  </a:lnTo>
                  <a:lnTo>
                    <a:pt x="3780600" y="1286185"/>
                  </a:lnTo>
                  <a:lnTo>
                    <a:pt x="3779528" y="1286025"/>
                  </a:lnTo>
                  <a:lnTo>
                    <a:pt x="3778457" y="1285865"/>
                  </a:lnTo>
                  <a:lnTo>
                    <a:pt x="3777385" y="1285705"/>
                  </a:lnTo>
                  <a:lnTo>
                    <a:pt x="3776314" y="1285546"/>
                  </a:lnTo>
                  <a:lnTo>
                    <a:pt x="3775242" y="1285387"/>
                  </a:lnTo>
                  <a:lnTo>
                    <a:pt x="3774170" y="1285227"/>
                  </a:lnTo>
                  <a:lnTo>
                    <a:pt x="3773099" y="1285069"/>
                  </a:lnTo>
                  <a:lnTo>
                    <a:pt x="3772027" y="1284910"/>
                  </a:lnTo>
                  <a:lnTo>
                    <a:pt x="3770956" y="1284751"/>
                  </a:lnTo>
                  <a:lnTo>
                    <a:pt x="3769884" y="1284593"/>
                  </a:lnTo>
                  <a:lnTo>
                    <a:pt x="3768812" y="1284435"/>
                  </a:lnTo>
                  <a:lnTo>
                    <a:pt x="3767741" y="1284277"/>
                  </a:lnTo>
                  <a:lnTo>
                    <a:pt x="3766669" y="1284119"/>
                  </a:lnTo>
                  <a:lnTo>
                    <a:pt x="3765598" y="1283962"/>
                  </a:lnTo>
                  <a:lnTo>
                    <a:pt x="3764526" y="1283805"/>
                  </a:lnTo>
                  <a:lnTo>
                    <a:pt x="3763454" y="1283648"/>
                  </a:lnTo>
                  <a:lnTo>
                    <a:pt x="3762383" y="1283491"/>
                  </a:lnTo>
                  <a:lnTo>
                    <a:pt x="3761311" y="1283334"/>
                  </a:lnTo>
                  <a:lnTo>
                    <a:pt x="3760240" y="1283177"/>
                  </a:lnTo>
                  <a:lnTo>
                    <a:pt x="3759168" y="1283021"/>
                  </a:lnTo>
                  <a:lnTo>
                    <a:pt x="3758096" y="1282865"/>
                  </a:lnTo>
                  <a:lnTo>
                    <a:pt x="3757025" y="1282709"/>
                  </a:lnTo>
                  <a:lnTo>
                    <a:pt x="3755953" y="1282554"/>
                  </a:lnTo>
                  <a:lnTo>
                    <a:pt x="3754882" y="1282398"/>
                  </a:lnTo>
                  <a:lnTo>
                    <a:pt x="3753810" y="1282243"/>
                  </a:lnTo>
                  <a:lnTo>
                    <a:pt x="3752738" y="1282088"/>
                  </a:lnTo>
                  <a:lnTo>
                    <a:pt x="3751667" y="1281933"/>
                  </a:lnTo>
                  <a:lnTo>
                    <a:pt x="3750595" y="1281778"/>
                  </a:lnTo>
                  <a:lnTo>
                    <a:pt x="3749524" y="1281624"/>
                  </a:lnTo>
                  <a:lnTo>
                    <a:pt x="3748452" y="1281470"/>
                  </a:lnTo>
                  <a:lnTo>
                    <a:pt x="3747380" y="1281316"/>
                  </a:lnTo>
                  <a:lnTo>
                    <a:pt x="3746309" y="1281162"/>
                  </a:lnTo>
                  <a:lnTo>
                    <a:pt x="3745237" y="1281008"/>
                  </a:lnTo>
                  <a:lnTo>
                    <a:pt x="3744166" y="1280855"/>
                  </a:lnTo>
                  <a:lnTo>
                    <a:pt x="3743094" y="1280701"/>
                  </a:lnTo>
                  <a:lnTo>
                    <a:pt x="3742022" y="1280548"/>
                  </a:lnTo>
                  <a:lnTo>
                    <a:pt x="3740951" y="1280396"/>
                  </a:lnTo>
                  <a:lnTo>
                    <a:pt x="3739879" y="1280243"/>
                  </a:lnTo>
                  <a:lnTo>
                    <a:pt x="3738808" y="1280091"/>
                  </a:lnTo>
                  <a:lnTo>
                    <a:pt x="3737736" y="1279939"/>
                  </a:lnTo>
                  <a:lnTo>
                    <a:pt x="3736664" y="1279787"/>
                  </a:lnTo>
                  <a:lnTo>
                    <a:pt x="3735593" y="1279635"/>
                  </a:lnTo>
                  <a:lnTo>
                    <a:pt x="3734521" y="1279483"/>
                  </a:lnTo>
                  <a:lnTo>
                    <a:pt x="3733450" y="1279332"/>
                  </a:lnTo>
                  <a:lnTo>
                    <a:pt x="3732378" y="1279181"/>
                  </a:lnTo>
                  <a:lnTo>
                    <a:pt x="3731306" y="1279030"/>
                  </a:lnTo>
                  <a:lnTo>
                    <a:pt x="3730235" y="1278879"/>
                  </a:lnTo>
                  <a:lnTo>
                    <a:pt x="3729163" y="1278729"/>
                  </a:lnTo>
                  <a:lnTo>
                    <a:pt x="3728092" y="1278579"/>
                  </a:lnTo>
                  <a:lnTo>
                    <a:pt x="3727020" y="1278429"/>
                  </a:lnTo>
                  <a:lnTo>
                    <a:pt x="3725949" y="1278279"/>
                  </a:lnTo>
                  <a:lnTo>
                    <a:pt x="3724877" y="1278129"/>
                  </a:lnTo>
                  <a:lnTo>
                    <a:pt x="3723805" y="1277980"/>
                  </a:lnTo>
                  <a:lnTo>
                    <a:pt x="3722734" y="1277831"/>
                  </a:lnTo>
                  <a:lnTo>
                    <a:pt x="3721662" y="1277682"/>
                  </a:lnTo>
                  <a:lnTo>
                    <a:pt x="3720591" y="1277533"/>
                  </a:lnTo>
                  <a:lnTo>
                    <a:pt x="3719519" y="1277384"/>
                  </a:lnTo>
                  <a:lnTo>
                    <a:pt x="3718447" y="1277236"/>
                  </a:lnTo>
                  <a:lnTo>
                    <a:pt x="3717376" y="1277088"/>
                  </a:lnTo>
                  <a:lnTo>
                    <a:pt x="3716304" y="1276940"/>
                  </a:lnTo>
                  <a:lnTo>
                    <a:pt x="3715233" y="1276792"/>
                  </a:lnTo>
                  <a:lnTo>
                    <a:pt x="3714161" y="1276645"/>
                  </a:lnTo>
                  <a:lnTo>
                    <a:pt x="3713089" y="1276498"/>
                  </a:lnTo>
                  <a:lnTo>
                    <a:pt x="3712018" y="1276351"/>
                  </a:lnTo>
                  <a:lnTo>
                    <a:pt x="3710946" y="1276204"/>
                  </a:lnTo>
                  <a:lnTo>
                    <a:pt x="3709875" y="1276057"/>
                  </a:lnTo>
                  <a:lnTo>
                    <a:pt x="3708803" y="1275911"/>
                  </a:lnTo>
                  <a:lnTo>
                    <a:pt x="3707731" y="1275765"/>
                  </a:lnTo>
                  <a:lnTo>
                    <a:pt x="3706660" y="1275619"/>
                  </a:lnTo>
                  <a:lnTo>
                    <a:pt x="3705588" y="1275473"/>
                  </a:lnTo>
                  <a:lnTo>
                    <a:pt x="3704517" y="1275328"/>
                  </a:lnTo>
                  <a:lnTo>
                    <a:pt x="3703445" y="1275183"/>
                  </a:lnTo>
                  <a:lnTo>
                    <a:pt x="3702373" y="1275037"/>
                  </a:lnTo>
                  <a:lnTo>
                    <a:pt x="3701302" y="1274893"/>
                  </a:lnTo>
                  <a:lnTo>
                    <a:pt x="3700230" y="1274748"/>
                  </a:lnTo>
                  <a:lnTo>
                    <a:pt x="3699159" y="1274604"/>
                  </a:lnTo>
                  <a:lnTo>
                    <a:pt x="3698087" y="1274460"/>
                  </a:lnTo>
                  <a:lnTo>
                    <a:pt x="3697015" y="1274316"/>
                  </a:lnTo>
                  <a:lnTo>
                    <a:pt x="3695944" y="1274172"/>
                  </a:lnTo>
                  <a:lnTo>
                    <a:pt x="3694872" y="1274029"/>
                  </a:lnTo>
                  <a:lnTo>
                    <a:pt x="3693801" y="1273885"/>
                  </a:lnTo>
                  <a:lnTo>
                    <a:pt x="3692729" y="1273742"/>
                  </a:lnTo>
                  <a:lnTo>
                    <a:pt x="3691657" y="1273600"/>
                  </a:lnTo>
                  <a:lnTo>
                    <a:pt x="3690586" y="1273457"/>
                  </a:lnTo>
                  <a:lnTo>
                    <a:pt x="3689514" y="1273315"/>
                  </a:lnTo>
                  <a:lnTo>
                    <a:pt x="3688443" y="1273173"/>
                  </a:lnTo>
                  <a:lnTo>
                    <a:pt x="3687371" y="1273031"/>
                  </a:lnTo>
                  <a:lnTo>
                    <a:pt x="3686299" y="1272889"/>
                  </a:lnTo>
                  <a:lnTo>
                    <a:pt x="3685228" y="1272748"/>
                  </a:lnTo>
                  <a:lnTo>
                    <a:pt x="3684156" y="1272606"/>
                  </a:lnTo>
                  <a:lnTo>
                    <a:pt x="3683085" y="1272466"/>
                  </a:lnTo>
                  <a:lnTo>
                    <a:pt x="3682013" y="1272325"/>
                  </a:lnTo>
                  <a:lnTo>
                    <a:pt x="3680941" y="1272184"/>
                  </a:lnTo>
                  <a:lnTo>
                    <a:pt x="3679870" y="1272044"/>
                  </a:lnTo>
                  <a:lnTo>
                    <a:pt x="3678798" y="1271904"/>
                  </a:lnTo>
                  <a:lnTo>
                    <a:pt x="3677727" y="1271764"/>
                  </a:lnTo>
                  <a:lnTo>
                    <a:pt x="3676655" y="1271625"/>
                  </a:lnTo>
                  <a:lnTo>
                    <a:pt x="3675583" y="1271485"/>
                  </a:lnTo>
                  <a:lnTo>
                    <a:pt x="3674512" y="1271346"/>
                  </a:lnTo>
                  <a:lnTo>
                    <a:pt x="3673440" y="1271207"/>
                  </a:lnTo>
                  <a:lnTo>
                    <a:pt x="3672369" y="1271069"/>
                  </a:lnTo>
                  <a:lnTo>
                    <a:pt x="3671297" y="1270930"/>
                  </a:lnTo>
                  <a:lnTo>
                    <a:pt x="3670225" y="1270792"/>
                  </a:lnTo>
                  <a:lnTo>
                    <a:pt x="3669154" y="1270654"/>
                  </a:lnTo>
                  <a:lnTo>
                    <a:pt x="3668082" y="1270516"/>
                  </a:lnTo>
                  <a:lnTo>
                    <a:pt x="3667011" y="1270379"/>
                  </a:lnTo>
                  <a:lnTo>
                    <a:pt x="3665939" y="1270242"/>
                  </a:lnTo>
                  <a:lnTo>
                    <a:pt x="3664867" y="1270105"/>
                  </a:lnTo>
                  <a:lnTo>
                    <a:pt x="3663796" y="1269968"/>
                  </a:lnTo>
                  <a:lnTo>
                    <a:pt x="3662724" y="1269831"/>
                  </a:lnTo>
                  <a:lnTo>
                    <a:pt x="3661653" y="1269695"/>
                  </a:lnTo>
                  <a:lnTo>
                    <a:pt x="3660581" y="1269559"/>
                  </a:lnTo>
                  <a:lnTo>
                    <a:pt x="3659509" y="1269423"/>
                  </a:lnTo>
                  <a:lnTo>
                    <a:pt x="3658438" y="1269288"/>
                  </a:lnTo>
                  <a:lnTo>
                    <a:pt x="3657366" y="1269152"/>
                  </a:lnTo>
                  <a:lnTo>
                    <a:pt x="3656295" y="1269017"/>
                  </a:lnTo>
                  <a:lnTo>
                    <a:pt x="3655223" y="1268882"/>
                  </a:lnTo>
                  <a:lnTo>
                    <a:pt x="3654151" y="1268748"/>
                  </a:lnTo>
                  <a:lnTo>
                    <a:pt x="3653080" y="1268613"/>
                  </a:lnTo>
                  <a:lnTo>
                    <a:pt x="3652008" y="1268479"/>
                  </a:lnTo>
                  <a:lnTo>
                    <a:pt x="3650937" y="1268345"/>
                  </a:lnTo>
                  <a:lnTo>
                    <a:pt x="3649865" y="1268212"/>
                  </a:lnTo>
                  <a:lnTo>
                    <a:pt x="3648793" y="1268078"/>
                  </a:lnTo>
                  <a:lnTo>
                    <a:pt x="3647722" y="1267945"/>
                  </a:lnTo>
                  <a:lnTo>
                    <a:pt x="3646650" y="1267812"/>
                  </a:lnTo>
                  <a:lnTo>
                    <a:pt x="3645579" y="1267680"/>
                  </a:lnTo>
                  <a:lnTo>
                    <a:pt x="3644507" y="1267547"/>
                  </a:lnTo>
                  <a:lnTo>
                    <a:pt x="3643435" y="1267415"/>
                  </a:lnTo>
                  <a:lnTo>
                    <a:pt x="3642364" y="1267283"/>
                  </a:lnTo>
                  <a:lnTo>
                    <a:pt x="3641292" y="1267151"/>
                  </a:lnTo>
                  <a:lnTo>
                    <a:pt x="3640221" y="1267020"/>
                  </a:lnTo>
                  <a:lnTo>
                    <a:pt x="3639149" y="1266888"/>
                  </a:lnTo>
                  <a:lnTo>
                    <a:pt x="3638077" y="1266758"/>
                  </a:lnTo>
                  <a:lnTo>
                    <a:pt x="3637006" y="1266627"/>
                  </a:lnTo>
                  <a:lnTo>
                    <a:pt x="3635934" y="1266496"/>
                  </a:lnTo>
                  <a:lnTo>
                    <a:pt x="3634863" y="1266366"/>
                  </a:lnTo>
                  <a:lnTo>
                    <a:pt x="3633791" y="1266236"/>
                  </a:lnTo>
                  <a:lnTo>
                    <a:pt x="3632719" y="1266106"/>
                  </a:lnTo>
                  <a:lnTo>
                    <a:pt x="3631648" y="1265977"/>
                  </a:lnTo>
                  <a:lnTo>
                    <a:pt x="3630576" y="1265848"/>
                  </a:lnTo>
                  <a:lnTo>
                    <a:pt x="3629505" y="1265719"/>
                  </a:lnTo>
                  <a:lnTo>
                    <a:pt x="3628433" y="1265590"/>
                  </a:lnTo>
                  <a:lnTo>
                    <a:pt x="3627361" y="1265461"/>
                  </a:lnTo>
                  <a:lnTo>
                    <a:pt x="3626290" y="1265333"/>
                  </a:lnTo>
                  <a:lnTo>
                    <a:pt x="3625218" y="1265205"/>
                  </a:lnTo>
                  <a:lnTo>
                    <a:pt x="3624147" y="1265077"/>
                  </a:lnTo>
                  <a:lnTo>
                    <a:pt x="3623075" y="1264950"/>
                  </a:lnTo>
                  <a:lnTo>
                    <a:pt x="3622003" y="1264823"/>
                  </a:lnTo>
                  <a:lnTo>
                    <a:pt x="3620932" y="1264696"/>
                  </a:lnTo>
                  <a:lnTo>
                    <a:pt x="3619860" y="1264569"/>
                  </a:lnTo>
                  <a:lnTo>
                    <a:pt x="3618789" y="1264442"/>
                  </a:lnTo>
                  <a:lnTo>
                    <a:pt x="3617717" y="1264316"/>
                  </a:lnTo>
                  <a:lnTo>
                    <a:pt x="3616645" y="1264190"/>
                  </a:lnTo>
                  <a:lnTo>
                    <a:pt x="3615574" y="1264064"/>
                  </a:lnTo>
                  <a:lnTo>
                    <a:pt x="3614502" y="1263939"/>
                  </a:lnTo>
                  <a:lnTo>
                    <a:pt x="3613431" y="1263814"/>
                  </a:lnTo>
                  <a:lnTo>
                    <a:pt x="3612359" y="1263689"/>
                  </a:lnTo>
                  <a:lnTo>
                    <a:pt x="3611287" y="1263564"/>
                  </a:lnTo>
                  <a:lnTo>
                    <a:pt x="3610216" y="1263439"/>
                  </a:lnTo>
                  <a:lnTo>
                    <a:pt x="3609144" y="1263315"/>
                  </a:lnTo>
                  <a:lnTo>
                    <a:pt x="3608073" y="1263191"/>
                  </a:lnTo>
                  <a:lnTo>
                    <a:pt x="3607001" y="1263068"/>
                  </a:lnTo>
                  <a:lnTo>
                    <a:pt x="3605929" y="1262944"/>
                  </a:lnTo>
                  <a:lnTo>
                    <a:pt x="3604858" y="1262821"/>
                  </a:lnTo>
                  <a:lnTo>
                    <a:pt x="3603786" y="1262698"/>
                  </a:lnTo>
                  <a:lnTo>
                    <a:pt x="3602715" y="1262575"/>
                  </a:lnTo>
                  <a:lnTo>
                    <a:pt x="3601643" y="1262453"/>
                  </a:lnTo>
                  <a:lnTo>
                    <a:pt x="3600571" y="1262331"/>
                  </a:lnTo>
                  <a:lnTo>
                    <a:pt x="3599500" y="1262209"/>
                  </a:lnTo>
                  <a:lnTo>
                    <a:pt x="3598428" y="1262087"/>
                  </a:lnTo>
                  <a:lnTo>
                    <a:pt x="3597357" y="1261966"/>
                  </a:lnTo>
                  <a:lnTo>
                    <a:pt x="3596285" y="1261845"/>
                  </a:lnTo>
                  <a:lnTo>
                    <a:pt x="3595213" y="1261724"/>
                  </a:lnTo>
                  <a:lnTo>
                    <a:pt x="3594142" y="1261603"/>
                  </a:lnTo>
                  <a:lnTo>
                    <a:pt x="3593070" y="1261483"/>
                  </a:lnTo>
                  <a:lnTo>
                    <a:pt x="3591999" y="1261363"/>
                  </a:lnTo>
                  <a:lnTo>
                    <a:pt x="3590927" y="1261243"/>
                  </a:lnTo>
                  <a:lnTo>
                    <a:pt x="3589855" y="1261123"/>
                  </a:lnTo>
                  <a:lnTo>
                    <a:pt x="3588784" y="1261004"/>
                  </a:lnTo>
                  <a:lnTo>
                    <a:pt x="3587712" y="1260885"/>
                  </a:lnTo>
                  <a:lnTo>
                    <a:pt x="3586641" y="1260766"/>
                  </a:lnTo>
                  <a:lnTo>
                    <a:pt x="3585569" y="1260648"/>
                  </a:lnTo>
                  <a:lnTo>
                    <a:pt x="3584497" y="1260530"/>
                  </a:lnTo>
                  <a:lnTo>
                    <a:pt x="3583426" y="1260412"/>
                  </a:lnTo>
                  <a:lnTo>
                    <a:pt x="3582354" y="1260294"/>
                  </a:lnTo>
                  <a:lnTo>
                    <a:pt x="3581283" y="1260177"/>
                  </a:lnTo>
                  <a:lnTo>
                    <a:pt x="3580211" y="1260059"/>
                  </a:lnTo>
                  <a:lnTo>
                    <a:pt x="3579139" y="1259942"/>
                  </a:lnTo>
                  <a:lnTo>
                    <a:pt x="3578068" y="1259826"/>
                  </a:lnTo>
                  <a:lnTo>
                    <a:pt x="3576996" y="1259709"/>
                  </a:lnTo>
                  <a:lnTo>
                    <a:pt x="3575925" y="1259593"/>
                  </a:lnTo>
                  <a:lnTo>
                    <a:pt x="3574853" y="1259477"/>
                  </a:lnTo>
                  <a:lnTo>
                    <a:pt x="3573781" y="1259362"/>
                  </a:lnTo>
                  <a:lnTo>
                    <a:pt x="3572710" y="1259247"/>
                  </a:lnTo>
                  <a:lnTo>
                    <a:pt x="3571638" y="1259132"/>
                  </a:lnTo>
                  <a:lnTo>
                    <a:pt x="3570567" y="1259017"/>
                  </a:lnTo>
                  <a:lnTo>
                    <a:pt x="3569495" y="1258902"/>
                  </a:lnTo>
                  <a:lnTo>
                    <a:pt x="3568423" y="1258788"/>
                  </a:lnTo>
                  <a:lnTo>
                    <a:pt x="3567352" y="1258674"/>
                  </a:lnTo>
                  <a:lnTo>
                    <a:pt x="3566280" y="1258560"/>
                  </a:lnTo>
                  <a:lnTo>
                    <a:pt x="3565209" y="1258447"/>
                  </a:lnTo>
                  <a:lnTo>
                    <a:pt x="3564137" y="1258334"/>
                  </a:lnTo>
                  <a:lnTo>
                    <a:pt x="3563065" y="1258221"/>
                  </a:lnTo>
                  <a:lnTo>
                    <a:pt x="3561994" y="1258108"/>
                  </a:lnTo>
                  <a:lnTo>
                    <a:pt x="3560922" y="1257996"/>
                  </a:lnTo>
                  <a:lnTo>
                    <a:pt x="3559851" y="1257884"/>
                  </a:lnTo>
                  <a:lnTo>
                    <a:pt x="3558779" y="1257772"/>
                  </a:lnTo>
                  <a:lnTo>
                    <a:pt x="3557707" y="1257661"/>
                  </a:lnTo>
                  <a:lnTo>
                    <a:pt x="3556636" y="1257549"/>
                  </a:lnTo>
                  <a:lnTo>
                    <a:pt x="3555564" y="1257439"/>
                  </a:lnTo>
                  <a:lnTo>
                    <a:pt x="3554493" y="1257328"/>
                  </a:lnTo>
                  <a:lnTo>
                    <a:pt x="3553421" y="1257217"/>
                  </a:lnTo>
                  <a:lnTo>
                    <a:pt x="3552349" y="1257107"/>
                  </a:lnTo>
                  <a:lnTo>
                    <a:pt x="3551278" y="1256997"/>
                  </a:lnTo>
                  <a:lnTo>
                    <a:pt x="3550206" y="1256888"/>
                  </a:lnTo>
                  <a:lnTo>
                    <a:pt x="3549135" y="1256778"/>
                  </a:lnTo>
                  <a:lnTo>
                    <a:pt x="3548063" y="1256669"/>
                  </a:lnTo>
                  <a:lnTo>
                    <a:pt x="3546992" y="1256561"/>
                  </a:lnTo>
                  <a:lnTo>
                    <a:pt x="3545920" y="1256452"/>
                  </a:lnTo>
                  <a:lnTo>
                    <a:pt x="3544848" y="1256344"/>
                  </a:lnTo>
                  <a:lnTo>
                    <a:pt x="3543777" y="1256236"/>
                  </a:lnTo>
                  <a:lnTo>
                    <a:pt x="3542705" y="1256128"/>
                  </a:lnTo>
                  <a:lnTo>
                    <a:pt x="3541634" y="1256021"/>
                  </a:lnTo>
                  <a:lnTo>
                    <a:pt x="3540562" y="1255914"/>
                  </a:lnTo>
                  <a:lnTo>
                    <a:pt x="3539490" y="1255807"/>
                  </a:lnTo>
                  <a:lnTo>
                    <a:pt x="3538419" y="1255701"/>
                  </a:lnTo>
                  <a:lnTo>
                    <a:pt x="3537347" y="1255594"/>
                  </a:lnTo>
                  <a:lnTo>
                    <a:pt x="3536276" y="1255488"/>
                  </a:lnTo>
                  <a:lnTo>
                    <a:pt x="3535204" y="1255383"/>
                  </a:lnTo>
                  <a:lnTo>
                    <a:pt x="3534132" y="1255277"/>
                  </a:lnTo>
                  <a:lnTo>
                    <a:pt x="3533061" y="1255172"/>
                  </a:lnTo>
                  <a:lnTo>
                    <a:pt x="3531989" y="1255067"/>
                  </a:lnTo>
                  <a:lnTo>
                    <a:pt x="3530918" y="1254963"/>
                  </a:lnTo>
                  <a:lnTo>
                    <a:pt x="3529846" y="1254858"/>
                  </a:lnTo>
                  <a:lnTo>
                    <a:pt x="3528774" y="1254754"/>
                  </a:lnTo>
                  <a:lnTo>
                    <a:pt x="3527703" y="1254651"/>
                  </a:lnTo>
                  <a:lnTo>
                    <a:pt x="3526631" y="1254547"/>
                  </a:lnTo>
                  <a:lnTo>
                    <a:pt x="3525560" y="1254444"/>
                  </a:lnTo>
                  <a:lnTo>
                    <a:pt x="3524488" y="1254341"/>
                  </a:lnTo>
                  <a:lnTo>
                    <a:pt x="3523416" y="1254239"/>
                  </a:lnTo>
                  <a:lnTo>
                    <a:pt x="3522345" y="1254136"/>
                  </a:lnTo>
                  <a:lnTo>
                    <a:pt x="3521273" y="1254034"/>
                  </a:lnTo>
                  <a:lnTo>
                    <a:pt x="3520202" y="1253933"/>
                  </a:lnTo>
                  <a:lnTo>
                    <a:pt x="3519130" y="1253831"/>
                  </a:lnTo>
                  <a:lnTo>
                    <a:pt x="3518058" y="1253730"/>
                  </a:lnTo>
                  <a:lnTo>
                    <a:pt x="3516987" y="1253629"/>
                  </a:lnTo>
                  <a:lnTo>
                    <a:pt x="3515915" y="1253529"/>
                  </a:lnTo>
                  <a:lnTo>
                    <a:pt x="3514844" y="1253428"/>
                  </a:lnTo>
                  <a:lnTo>
                    <a:pt x="3513772" y="1253328"/>
                  </a:lnTo>
                  <a:lnTo>
                    <a:pt x="3512700" y="1253229"/>
                  </a:lnTo>
                  <a:lnTo>
                    <a:pt x="3511629" y="1253129"/>
                  </a:lnTo>
                  <a:lnTo>
                    <a:pt x="3510557" y="1253030"/>
                  </a:lnTo>
                  <a:lnTo>
                    <a:pt x="3509486" y="1252931"/>
                  </a:lnTo>
                  <a:lnTo>
                    <a:pt x="3508414" y="1252833"/>
                  </a:lnTo>
                  <a:lnTo>
                    <a:pt x="3507342" y="1252734"/>
                  </a:lnTo>
                  <a:lnTo>
                    <a:pt x="3506271" y="1252636"/>
                  </a:lnTo>
                  <a:lnTo>
                    <a:pt x="3505199" y="1252539"/>
                  </a:lnTo>
                  <a:lnTo>
                    <a:pt x="3504128" y="1252441"/>
                  </a:lnTo>
                  <a:lnTo>
                    <a:pt x="3503056" y="1252344"/>
                  </a:lnTo>
                  <a:lnTo>
                    <a:pt x="3501984" y="1252247"/>
                  </a:lnTo>
                  <a:lnTo>
                    <a:pt x="3500913" y="1252151"/>
                  </a:lnTo>
                  <a:lnTo>
                    <a:pt x="3499841" y="1252055"/>
                  </a:lnTo>
                  <a:lnTo>
                    <a:pt x="3498770" y="1251959"/>
                  </a:lnTo>
                  <a:lnTo>
                    <a:pt x="3497698" y="1251863"/>
                  </a:lnTo>
                  <a:lnTo>
                    <a:pt x="3496626" y="1251768"/>
                  </a:lnTo>
                  <a:lnTo>
                    <a:pt x="3495555" y="1251673"/>
                  </a:lnTo>
                  <a:lnTo>
                    <a:pt x="3494483" y="1251578"/>
                  </a:lnTo>
                  <a:lnTo>
                    <a:pt x="3493412" y="1251483"/>
                  </a:lnTo>
                  <a:lnTo>
                    <a:pt x="3492340" y="1251389"/>
                  </a:lnTo>
                  <a:lnTo>
                    <a:pt x="3491268" y="1251295"/>
                  </a:lnTo>
                  <a:lnTo>
                    <a:pt x="3490197" y="1251202"/>
                  </a:lnTo>
                  <a:lnTo>
                    <a:pt x="3489125" y="1251108"/>
                  </a:lnTo>
                  <a:lnTo>
                    <a:pt x="3488054" y="1251015"/>
                  </a:lnTo>
                  <a:lnTo>
                    <a:pt x="3486982" y="1250923"/>
                  </a:lnTo>
                  <a:lnTo>
                    <a:pt x="3485910" y="1250830"/>
                  </a:lnTo>
                  <a:lnTo>
                    <a:pt x="3484839" y="1250738"/>
                  </a:lnTo>
                  <a:lnTo>
                    <a:pt x="3483767" y="1250646"/>
                  </a:lnTo>
                  <a:lnTo>
                    <a:pt x="3482696" y="1250555"/>
                  </a:lnTo>
                  <a:lnTo>
                    <a:pt x="3481624" y="1250464"/>
                  </a:lnTo>
                  <a:lnTo>
                    <a:pt x="3480552" y="1250373"/>
                  </a:lnTo>
                  <a:lnTo>
                    <a:pt x="3479481" y="1250282"/>
                  </a:lnTo>
                  <a:lnTo>
                    <a:pt x="3478409" y="1250192"/>
                  </a:lnTo>
                  <a:lnTo>
                    <a:pt x="3477338" y="1250102"/>
                  </a:lnTo>
                  <a:lnTo>
                    <a:pt x="3476266" y="1250012"/>
                  </a:lnTo>
                  <a:lnTo>
                    <a:pt x="3475194" y="1249923"/>
                  </a:lnTo>
                  <a:lnTo>
                    <a:pt x="3474123" y="1249834"/>
                  </a:lnTo>
                  <a:lnTo>
                    <a:pt x="3473051" y="1249745"/>
                  </a:lnTo>
                  <a:lnTo>
                    <a:pt x="3471980" y="1249656"/>
                  </a:lnTo>
                  <a:lnTo>
                    <a:pt x="3470908" y="1249568"/>
                  </a:lnTo>
                  <a:lnTo>
                    <a:pt x="3469836" y="1249480"/>
                  </a:lnTo>
                  <a:lnTo>
                    <a:pt x="3468765" y="1249392"/>
                  </a:lnTo>
                  <a:lnTo>
                    <a:pt x="3467693" y="1249305"/>
                  </a:lnTo>
                  <a:lnTo>
                    <a:pt x="3466622" y="1249218"/>
                  </a:lnTo>
                  <a:lnTo>
                    <a:pt x="3465550" y="1249131"/>
                  </a:lnTo>
                  <a:lnTo>
                    <a:pt x="3464478" y="1249045"/>
                  </a:lnTo>
                  <a:lnTo>
                    <a:pt x="3463407" y="1248959"/>
                  </a:lnTo>
                  <a:lnTo>
                    <a:pt x="3462335" y="1248873"/>
                  </a:lnTo>
                  <a:lnTo>
                    <a:pt x="3461264" y="1248788"/>
                  </a:lnTo>
                  <a:lnTo>
                    <a:pt x="3460192" y="1248702"/>
                  </a:lnTo>
                  <a:lnTo>
                    <a:pt x="3459120" y="1248618"/>
                  </a:lnTo>
                  <a:lnTo>
                    <a:pt x="3458049" y="1248533"/>
                  </a:lnTo>
                  <a:lnTo>
                    <a:pt x="3456977" y="1248449"/>
                  </a:lnTo>
                  <a:lnTo>
                    <a:pt x="3455906" y="1248365"/>
                  </a:lnTo>
                  <a:lnTo>
                    <a:pt x="3454834" y="1248281"/>
                  </a:lnTo>
                  <a:lnTo>
                    <a:pt x="3453762" y="1248198"/>
                  </a:lnTo>
                  <a:lnTo>
                    <a:pt x="3452691" y="1248115"/>
                  </a:lnTo>
                  <a:lnTo>
                    <a:pt x="3451619" y="1248032"/>
                  </a:lnTo>
                  <a:lnTo>
                    <a:pt x="3450548" y="1247949"/>
                  </a:lnTo>
                  <a:lnTo>
                    <a:pt x="3449476" y="1247867"/>
                  </a:lnTo>
                  <a:lnTo>
                    <a:pt x="3448404" y="1247785"/>
                  </a:lnTo>
                  <a:lnTo>
                    <a:pt x="3447333" y="1247704"/>
                  </a:lnTo>
                  <a:lnTo>
                    <a:pt x="3446261" y="1247623"/>
                  </a:lnTo>
                  <a:lnTo>
                    <a:pt x="3445190" y="1247542"/>
                  </a:lnTo>
                  <a:lnTo>
                    <a:pt x="3444118" y="1247461"/>
                  </a:lnTo>
                  <a:lnTo>
                    <a:pt x="3443046" y="1247381"/>
                  </a:lnTo>
                  <a:lnTo>
                    <a:pt x="3441975" y="1247301"/>
                  </a:lnTo>
                  <a:lnTo>
                    <a:pt x="3440903" y="1247221"/>
                  </a:lnTo>
                  <a:lnTo>
                    <a:pt x="3439832" y="1247142"/>
                  </a:lnTo>
                  <a:lnTo>
                    <a:pt x="3438760" y="1247063"/>
                  </a:lnTo>
                  <a:lnTo>
                    <a:pt x="3437688" y="1246984"/>
                  </a:lnTo>
                  <a:lnTo>
                    <a:pt x="3436617" y="1246906"/>
                  </a:lnTo>
                  <a:lnTo>
                    <a:pt x="3435545" y="1246828"/>
                  </a:lnTo>
                  <a:lnTo>
                    <a:pt x="3434474" y="1246750"/>
                  </a:lnTo>
                  <a:lnTo>
                    <a:pt x="3433402" y="1246672"/>
                  </a:lnTo>
                  <a:lnTo>
                    <a:pt x="3432330" y="1246595"/>
                  </a:lnTo>
                  <a:lnTo>
                    <a:pt x="3431259" y="1246518"/>
                  </a:lnTo>
                  <a:lnTo>
                    <a:pt x="3430187" y="1246442"/>
                  </a:lnTo>
                  <a:lnTo>
                    <a:pt x="3429116" y="1246365"/>
                  </a:lnTo>
                  <a:lnTo>
                    <a:pt x="3428044" y="1246289"/>
                  </a:lnTo>
                  <a:lnTo>
                    <a:pt x="3426972" y="1246214"/>
                  </a:lnTo>
                  <a:lnTo>
                    <a:pt x="3425901" y="1246139"/>
                  </a:lnTo>
                  <a:lnTo>
                    <a:pt x="3424829" y="1246064"/>
                  </a:lnTo>
                  <a:lnTo>
                    <a:pt x="3423758" y="1245989"/>
                  </a:lnTo>
                  <a:lnTo>
                    <a:pt x="3422686" y="1245915"/>
                  </a:lnTo>
                  <a:lnTo>
                    <a:pt x="3421614" y="1245840"/>
                  </a:lnTo>
                  <a:lnTo>
                    <a:pt x="3420543" y="1245767"/>
                  </a:lnTo>
                  <a:lnTo>
                    <a:pt x="3419471" y="1245693"/>
                  </a:lnTo>
                  <a:lnTo>
                    <a:pt x="3418400" y="1245620"/>
                  </a:lnTo>
                  <a:lnTo>
                    <a:pt x="3417328" y="1245547"/>
                  </a:lnTo>
                  <a:lnTo>
                    <a:pt x="3416256" y="1245475"/>
                  </a:lnTo>
                  <a:lnTo>
                    <a:pt x="3415185" y="1245403"/>
                  </a:lnTo>
                  <a:lnTo>
                    <a:pt x="3414113" y="1245331"/>
                  </a:lnTo>
                  <a:lnTo>
                    <a:pt x="3413042" y="1245259"/>
                  </a:lnTo>
                  <a:lnTo>
                    <a:pt x="3411970" y="1245188"/>
                  </a:lnTo>
                  <a:lnTo>
                    <a:pt x="3410898" y="1245117"/>
                  </a:lnTo>
                  <a:lnTo>
                    <a:pt x="3409827" y="1245047"/>
                  </a:lnTo>
                  <a:lnTo>
                    <a:pt x="3408755" y="1244977"/>
                  </a:lnTo>
                  <a:lnTo>
                    <a:pt x="3407684" y="1244907"/>
                  </a:lnTo>
                  <a:lnTo>
                    <a:pt x="3406612" y="1244837"/>
                  </a:lnTo>
                  <a:lnTo>
                    <a:pt x="3405540" y="1244768"/>
                  </a:lnTo>
                  <a:lnTo>
                    <a:pt x="3404469" y="1244699"/>
                  </a:lnTo>
                  <a:lnTo>
                    <a:pt x="3403397" y="1244630"/>
                  </a:lnTo>
                  <a:lnTo>
                    <a:pt x="3402326" y="1244562"/>
                  </a:lnTo>
                  <a:lnTo>
                    <a:pt x="3401254" y="1244494"/>
                  </a:lnTo>
                  <a:lnTo>
                    <a:pt x="3400182" y="1244426"/>
                  </a:lnTo>
                  <a:lnTo>
                    <a:pt x="3399111" y="1244359"/>
                  </a:lnTo>
                  <a:lnTo>
                    <a:pt x="3398039" y="1244292"/>
                  </a:lnTo>
                  <a:lnTo>
                    <a:pt x="3396968" y="1244225"/>
                  </a:lnTo>
                  <a:lnTo>
                    <a:pt x="3395896" y="1244158"/>
                  </a:lnTo>
                  <a:lnTo>
                    <a:pt x="3394824" y="1244092"/>
                  </a:lnTo>
                  <a:lnTo>
                    <a:pt x="3393753" y="1244027"/>
                  </a:lnTo>
                  <a:lnTo>
                    <a:pt x="3392681" y="1243961"/>
                  </a:lnTo>
                  <a:lnTo>
                    <a:pt x="3391610" y="1243896"/>
                  </a:lnTo>
                  <a:lnTo>
                    <a:pt x="3390538" y="1243831"/>
                  </a:lnTo>
                  <a:lnTo>
                    <a:pt x="3389466" y="1243767"/>
                  </a:lnTo>
                  <a:lnTo>
                    <a:pt x="3388395" y="1243703"/>
                  </a:lnTo>
                  <a:lnTo>
                    <a:pt x="3387323" y="1243639"/>
                  </a:lnTo>
                  <a:lnTo>
                    <a:pt x="3386252" y="1243575"/>
                  </a:lnTo>
                  <a:lnTo>
                    <a:pt x="3385180" y="1243512"/>
                  </a:lnTo>
                  <a:lnTo>
                    <a:pt x="3384108" y="1243449"/>
                  </a:lnTo>
                  <a:lnTo>
                    <a:pt x="3383037" y="1243387"/>
                  </a:lnTo>
                  <a:lnTo>
                    <a:pt x="3381965" y="1243324"/>
                  </a:lnTo>
                  <a:lnTo>
                    <a:pt x="3380894" y="1243263"/>
                  </a:lnTo>
                  <a:lnTo>
                    <a:pt x="3379822" y="1243201"/>
                  </a:lnTo>
                  <a:lnTo>
                    <a:pt x="3378750" y="1243140"/>
                  </a:lnTo>
                  <a:lnTo>
                    <a:pt x="3377679" y="1243079"/>
                  </a:lnTo>
                  <a:lnTo>
                    <a:pt x="3376607" y="1243018"/>
                  </a:lnTo>
                  <a:lnTo>
                    <a:pt x="3375536" y="1242958"/>
                  </a:lnTo>
                  <a:lnTo>
                    <a:pt x="3374464" y="1242898"/>
                  </a:lnTo>
                  <a:lnTo>
                    <a:pt x="3373392" y="1242838"/>
                  </a:lnTo>
                  <a:lnTo>
                    <a:pt x="3372321" y="1242779"/>
                  </a:lnTo>
                  <a:lnTo>
                    <a:pt x="3371249" y="1242720"/>
                  </a:lnTo>
                  <a:lnTo>
                    <a:pt x="3370178" y="1242662"/>
                  </a:lnTo>
                  <a:lnTo>
                    <a:pt x="3369106" y="1242603"/>
                  </a:lnTo>
                  <a:lnTo>
                    <a:pt x="3368035" y="1242545"/>
                  </a:lnTo>
                  <a:lnTo>
                    <a:pt x="3366963" y="1242488"/>
                  </a:lnTo>
                  <a:lnTo>
                    <a:pt x="3365891" y="1242430"/>
                  </a:lnTo>
                  <a:lnTo>
                    <a:pt x="3364820" y="1242373"/>
                  </a:lnTo>
                  <a:lnTo>
                    <a:pt x="3363748" y="1242317"/>
                  </a:lnTo>
                  <a:lnTo>
                    <a:pt x="3362677" y="1242260"/>
                  </a:lnTo>
                  <a:lnTo>
                    <a:pt x="3361605" y="1242204"/>
                  </a:lnTo>
                  <a:lnTo>
                    <a:pt x="3360533" y="1242149"/>
                  </a:lnTo>
                  <a:lnTo>
                    <a:pt x="3359462" y="1242093"/>
                  </a:lnTo>
                  <a:lnTo>
                    <a:pt x="3358390" y="1242038"/>
                  </a:lnTo>
                  <a:lnTo>
                    <a:pt x="3357319" y="1241984"/>
                  </a:lnTo>
                  <a:lnTo>
                    <a:pt x="3356247" y="1241929"/>
                  </a:lnTo>
                  <a:lnTo>
                    <a:pt x="3355175" y="1241875"/>
                  </a:lnTo>
                  <a:lnTo>
                    <a:pt x="3354104" y="1241822"/>
                  </a:lnTo>
                  <a:lnTo>
                    <a:pt x="3353032" y="1241768"/>
                  </a:lnTo>
                  <a:lnTo>
                    <a:pt x="3351961" y="1241715"/>
                  </a:lnTo>
                  <a:lnTo>
                    <a:pt x="3350889" y="1241663"/>
                  </a:lnTo>
                  <a:lnTo>
                    <a:pt x="3349817" y="1241610"/>
                  </a:lnTo>
                  <a:lnTo>
                    <a:pt x="3348746" y="1241558"/>
                  </a:lnTo>
                  <a:lnTo>
                    <a:pt x="3347674" y="1241506"/>
                  </a:lnTo>
                  <a:lnTo>
                    <a:pt x="3346603" y="1241455"/>
                  </a:lnTo>
                  <a:lnTo>
                    <a:pt x="3345531" y="1241404"/>
                  </a:lnTo>
                  <a:lnTo>
                    <a:pt x="3344459" y="1241353"/>
                  </a:lnTo>
                  <a:lnTo>
                    <a:pt x="3343388" y="1241303"/>
                  </a:lnTo>
                  <a:lnTo>
                    <a:pt x="3342316" y="1241253"/>
                  </a:lnTo>
                  <a:lnTo>
                    <a:pt x="3341245" y="1241203"/>
                  </a:lnTo>
                  <a:lnTo>
                    <a:pt x="3340173" y="1241154"/>
                  </a:lnTo>
                  <a:lnTo>
                    <a:pt x="3339101" y="1241105"/>
                  </a:lnTo>
                  <a:lnTo>
                    <a:pt x="3338030" y="1241056"/>
                  </a:lnTo>
                  <a:lnTo>
                    <a:pt x="3336958" y="1241008"/>
                  </a:lnTo>
                  <a:lnTo>
                    <a:pt x="3335887" y="1240960"/>
                  </a:lnTo>
                  <a:lnTo>
                    <a:pt x="3334815" y="1240912"/>
                  </a:lnTo>
                  <a:lnTo>
                    <a:pt x="3333743" y="1240865"/>
                  </a:lnTo>
                  <a:lnTo>
                    <a:pt x="3332672" y="1240818"/>
                  </a:lnTo>
                  <a:lnTo>
                    <a:pt x="3331600" y="1240771"/>
                  </a:lnTo>
                  <a:lnTo>
                    <a:pt x="3330529" y="1240724"/>
                  </a:lnTo>
                  <a:lnTo>
                    <a:pt x="3329457" y="1240678"/>
                  </a:lnTo>
                  <a:lnTo>
                    <a:pt x="3328385" y="1240633"/>
                  </a:lnTo>
                  <a:lnTo>
                    <a:pt x="3327314" y="1240587"/>
                  </a:lnTo>
                  <a:lnTo>
                    <a:pt x="3326242" y="1240542"/>
                  </a:lnTo>
                  <a:lnTo>
                    <a:pt x="3325171" y="1240498"/>
                  </a:lnTo>
                  <a:lnTo>
                    <a:pt x="3324099" y="1240453"/>
                  </a:lnTo>
                  <a:lnTo>
                    <a:pt x="3323027" y="1240409"/>
                  </a:lnTo>
                  <a:lnTo>
                    <a:pt x="3321956" y="1240366"/>
                  </a:lnTo>
                  <a:lnTo>
                    <a:pt x="3320884" y="1240322"/>
                  </a:lnTo>
                  <a:lnTo>
                    <a:pt x="3319813" y="1240279"/>
                  </a:lnTo>
                  <a:lnTo>
                    <a:pt x="3318741" y="1240237"/>
                  </a:lnTo>
                  <a:lnTo>
                    <a:pt x="3317669" y="1240194"/>
                  </a:lnTo>
                  <a:lnTo>
                    <a:pt x="3316598" y="1240152"/>
                  </a:lnTo>
                  <a:lnTo>
                    <a:pt x="3315526" y="1240111"/>
                  </a:lnTo>
                  <a:lnTo>
                    <a:pt x="3314455" y="1240069"/>
                  </a:lnTo>
                  <a:lnTo>
                    <a:pt x="3313383" y="1240028"/>
                  </a:lnTo>
                  <a:lnTo>
                    <a:pt x="3312311" y="1239988"/>
                  </a:lnTo>
                  <a:lnTo>
                    <a:pt x="3311240" y="1239948"/>
                  </a:lnTo>
                  <a:lnTo>
                    <a:pt x="3310168" y="1239908"/>
                  </a:lnTo>
                  <a:lnTo>
                    <a:pt x="3309097" y="1239868"/>
                  </a:lnTo>
                  <a:lnTo>
                    <a:pt x="3308025" y="1239829"/>
                  </a:lnTo>
                  <a:lnTo>
                    <a:pt x="3306953" y="1239790"/>
                  </a:lnTo>
                  <a:lnTo>
                    <a:pt x="3305882" y="1239751"/>
                  </a:lnTo>
                  <a:lnTo>
                    <a:pt x="3304810" y="1239713"/>
                  </a:lnTo>
                  <a:lnTo>
                    <a:pt x="3303739" y="1239675"/>
                  </a:lnTo>
                  <a:lnTo>
                    <a:pt x="3302667" y="1239637"/>
                  </a:lnTo>
                  <a:lnTo>
                    <a:pt x="3301595" y="1239600"/>
                  </a:lnTo>
                  <a:lnTo>
                    <a:pt x="3300524" y="1239563"/>
                  </a:lnTo>
                  <a:lnTo>
                    <a:pt x="3299452" y="1239527"/>
                  </a:lnTo>
                  <a:lnTo>
                    <a:pt x="3298381" y="1239490"/>
                  </a:lnTo>
                  <a:lnTo>
                    <a:pt x="3297309" y="1239455"/>
                  </a:lnTo>
                  <a:lnTo>
                    <a:pt x="3296237" y="1239419"/>
                  </a:lnTo>
                  <a:lnTo>
                    <a:pt x="3295166" y="1239384"/>
                  </a:lnTo>
                  <a:lnTo>
                    <a:pt x="3294094" y="1239349"/>
                  </a:lnTo>
                  <a:lnTo>
                    <a:pt x="3293023" y="1239314"/>
                  </a:lnTo>
                  <a:lnTo>
                    <a:pt x="3291951" y="1239280"/>
                  </a:lnTo>
                  <a:lnTo>
                    <a:pt x="3290879" y="1239246"/>
                  </a:lnTo>
                  <a:lnTo>
                    <a:pt x="3289808" y="1239213"/>
                  </a:lnTo>
                  <a:lnTo>
                    <a:pt x="3288736" y="1239180"/>
                  </a:lnTo>
                  <a:lnTo>
                    <a:pt x="3287665" y="1239147"/>
                  </a:lnTo>
                  <a:lnTo>
                    <a:pt x="3286593" y="1239115"/>
                  </a:lnTo>
                  <a:lnTo>
                    <a:pt x="3285521" y="1239082"/>
                  </a:lnTo>
                  <a:lnTo>
                    <a:pt x="3284450" y="1239051"/>
                  </a:lnTo>
                  <a:lnTo>
                    <a:pt x="3283378" y="1239019"/>
                  </a:lnTo>
                  <a:lnTo>
                    <a:pt x="3282307" y="1238988"/>
                  </a:lnTo>
                  <a:lnTo>
                    <a:pt x="3281235" y="1238957"/>
                  </a:lnTo>
                  <a:lnTo>
                    <a:pt x="3280163" y="1238927"/>
                  </a:lnTo>
                  <a:lnTo>
                    <a:pt x="3279092" y="1238897"/>
                  </a:lnTo>
                  <a:lnTo>
                    <a:pt x="3278020" y="1238867"/>
                  </a:lnTo>
                  <a:lnTo>
                    <a:pt x="3276949" y="1238838"/>
                  </a:lnTo>
                  <a:lnTo>
                    <a:pt x="3275877" y="1238809"/>
                  </a:lnTo>
                  <a:lnTo>
                    <a:pt x="3274805" y="1238780"/>
                  </a:lnTo>
                  <a:lnTo>
                    <a:pt x="3273734" y="1238752"/>
                  </a:lnTo>
                  <a:lnTo>
                    <a:pt x="3272662" y="1238724"/>
                  </a:lnTo>
                  <a:lnTo>
                    <a:pt x="3271591" y="1238696"/>
                  </a:lnTo>
                  <a:lnTo>
                    <a:pt x="3270519" y="1238669"/>
                  </a:lnTo>
                  <a:lnTo>
                    <a:pt x="3269447" y="1238642"/>
                  </a:lnTo>
                  <a:lnTo>
                    <a:pt x="3268376" y="1238615"/>
                  </a:lnTo>
                  <a:lnTo>
                    <a:pt x="3267304" y="1238589"/>
                  </a:lnTo>
                  <a:lnTo>
                    <a:pt x="3266233" y="1238563"/>
                  </a:lnTo>
                  <a:lnTo>
                    <a:pt x="3265161" y="1238537"/>
                  </a:lnTo>
                  <a:lnTo>
                    <a:pt x="3264089" y="1238512"/>
                  </a:lnTo>
                  <a:lnTo>
                    <a:pt x="3263018" y="1238487"/>
                  </a:lnTo>
                  <a:lnTo>
                    <a:pt x="3261946" y="1238463"/>
                  </a:lnTo>
                  <a:lnTo>
                    <a:pt x="3260875" y="1238439"/>
                  </a:lnTo>
                  <a:lnTo>
                    <a:pt x="3259803" y="1238415"/>
                  </a:lnTo>
                  <a:lnTo>
                    <a:pt x="3258731" y="1238391"/>
                  </a:lnTo>
                  <a:lnTo>
                    <a:pt x="3257660" y="1238368"/>
                  </a:lnTo>
                  <a:lnTo>
                    <a:pt x="3256588" y="1238345"/>
                  </a:lnTo>
                  <a:lnTo>
                    <a:pt x="3255517" y="1238323"/>
                  </a:lnTo>
                  <a:lnTo>
                    <a:pt x="3254445" y="1238301"/>
                  </a:lnTo>
                  <a:lnTo>
                    <a:pt x="3253373" y="1238279"/>
                  </a:lnTo>
                  <a:lnTo>
                    <a:pt x="3252302" y="1238257"/>
                  </a:lnTo>
                  <a:lnTo>
                    <a:pt x="3251230" y="1238236"/>
                  </a:lnTo>
                  <a:lnTo>
                    <a:pt x="3250159" y="1238216"/>
                  </a:lnTo>
                  <a:lnTo>
                    <a:pt x="3249087" y="1238195"/>
                  </a:lnTo>
                  <a:lnTo>
                    <a:pt x="3248015" y="1238175"/>
                  </a:lnTo>
                  <a:lnTo>
                    <a:pt x="3246944" y="1238155"/>
                  </a:lnTo>
                  <a:lnTo>
                    <a:pt x="3245872" y="1238136"/>
                  </a:lnTo>
                  <a:lnTo>
                    <a:pt x="3244801" y="1238117"/>
                  </a:lnTo>
                  <a:lnTo>
                    <a:pt x="3243729" y="1238098"/>
                  </a:lnTo>
                  <a:lnTo>
                    <a:pt x="3242657" y="1238080"/>
                  </a:lnTo>
                  <a:lnTo>
                    <a:pt x="3241586" y="1238062"/>
                  </a:lnTo>
                  <a:lnTo>
                    <a:pt x="3240514" y="1238045"/>
                  </a:lnTo>
                  <a:lnTo>
                    <a:pt x="3239443" y="1238027"/>
                  </a:lnTo>
                  <a:lnTo>
                    <a:pt x="3238371" y="1238010"/>
                  </a:lnTo>
                  <a:lnTo>
                    <a:pt x="3237299" y="1237994"/>
                  </a:lnTo>
                  <a:lnTo>
                    <a:pt x="3236228" y="1237978"/>
                  </a:lnTo>
                  <a:lnTo>
                    <a:pt x="3235156" y="1237962"/>
                  </a:lnTo>
                  <a:lnTo>
                    <a:pt x="3234085" y="1237946"/>
                  </a:lnTo>
                  <a:lnTo>
                    <a:pt x="3233013" y="1237931"/>
                  </a:lnTo>
                  <a:lnTo>
                    <a:pt x="3231941" y="1237916"/>
                  </a:lnTo>
                  <a:lnTo>
                    <a:pt x="3230870" y="1237902"/>
                  </a:lnTo>
                  <a:lnTo>
                    <a:pt x="3229798" y="1237887"/>
                  </a:lnTo>
                  <a:lnTo>
                    <a:pt x="3228727" y="1237874"/>
                  </a:lnTo>
                  <a:lnTo>
                    <a:pt x="3227655" y="1237860"/>
                  </a:lnTo>
                  <a:lnTo>
                    <a:pt x="3226583" y="1237847"/>
                  </a:lnTo>
                  <a:lnTo>
                    <a:pt x="3225512" y="1237834"/>
                  </a:lnTo>
                  <a:lnTo>
                    <a:pt x="3224440" y="1237822"/>
                  </a:lnTo>
                  <a:lnTo>
                    <a:pt x="3223369" y="1237810"/>
                  </a:lnTo>
                  <a:lnTo>
                    <a:pt x="3222297" y="1237798"/>
                  </a:lnTo>
                  <a:lnTo>
                    <a:pt x="3221225" y="1237787"/>
                  </a:lnTo>
                  <a:lnTo>
                    <a:pt x="3220154" y="1237776"/>
                  </a:lnTo>
                  <a:lnTo>
                    <a:pt x="3219082" y="1237765"/>
                  </a:lnTo>
                  <a:lnTo>
                    <a:pt x="3218011" y="1237755"/>
                  </a:lnTo>
                  <a:lnTo>
                    <a:pt x="3216939" y="1237745"/>
                  </a:lnTo>
                  <a:lnTo>
                    <a:pt x="3215867" y="1237735"/>
                  </a:lnTo>
                  <a:lnTo>
                    <a:pt x="3214796" y="1237726"/>
                  </a:lnTo>
                  <a:lnTo>
                    <a:pt x="3213724" y="1237717"/>
                  </a:lnTo>
                  <a:lnTo>
                    <a:pt x="3212653" y="1237709"/>
                  </a:lnTo>
                  <a:lnTo>
                    <a:pt x="3211581" y="1237700"/>
                  </a:lnTo>
                  <a:lnTo>
                    <a:pt x="3210509" y="1237693"/>
                  </a:lnTo>
                  <a:lnTo>
                    <a:pt x="3209438" y="1237685"/>
                  </a:lnTo>
                  <a:lnTo>
                    <a:pt x="3208366" y="1237678"/>
                  </a:lnTo>
                  <a:lnTo>
                    <a:pt x="3207295" y="1237671"/>
                  </a:lnTo>
                  <a:lnTo>
                    <a:pt x="3206223" y="1237665"/>
                  </a:lnTo>
                  <a:lnTo>
                    <a:pt x="3205151" y="1237659"/>
                  </a:lnTo>
                  <a:lnTo>
                    <a:pt x="3204080" y="1237653"/>
                  </a:lnTo>
                  <a:lnTo>
                    <a:pt x="3203008" y="1237647"/>
                  </a:lnTo>
                  <a:lnTo>
                    <a:pt x="3201937" y="1237642"/>
                  </a:lnTo>
                  <a:lnTo>
                    <a:pt x="3200865" y="1237638"/>
                  </a:lnTo>
                  <a:lnTo>
                    <a:pt x="3199793" y="1237633"/>
                  </a:lnTo>
                  <a:lnTo>
                    <a:pt x="3198722" y="1237629"/>
                  </a:lnTo>
                  <a:lnTo>
                    <a:pt x="3197650" y="1237626"/>
                  </a:lnTo>
                  <a:lnTo>
                    <a:pt x="3196579" y="1237622"/>
                  </a:lnTo>
                  <a:lnTo>
                    <a:pt x="3195507" y="1237619"/>
                  </a:lnTo>
                  <a:lnTo>
                    <a:pt x="3194436" y="1237617"/>
                  </a:lnTo>
                  <a:lnTo>
                    <a:pt x="3193364" y="1237614"/>
                  </a:lnTo>
                  <a:lnTo>
                    <a:pt x="3192292" y="1237613"/>
                  </a:lnTo>
                  <a:lnTo>
                    <a:pt x="3191221" y="1237611"/>
                  </a:lnTo>
                  <a:lnTo>
                    <a:pt x="3190149" y="1237610"/>
                  </a:lnTo>
                  <a:lnTo>
                    <a:pt x="3189078" y="1237609"/>
                  </a:lnTo>
                  <a:lnTo>
                    <a:pt x="3188006" y="1237608"/>
                  </a:lnTo>
                  <a:lnTo>
                    <a:pt x="3186934" y="1237608"/>
                  </a:lnTo>
                  <a:lnTo>
                    <a:pt x="3185863" y="1237608"/>
                  </a:lnTo>
                  <a:lnTo>
                    <a:pt x="3184791" y="1237609"/>
                  </a:lnTo>
                  <a:lnTo>
                    <a:pt x="3183720" y="1237610"/>
                  </a:lnTo>
                  <a:lnTo>
                    <a:pt x="3182648" y="1237611"/>
                  </a:lnTo>
                  <a:lnTo>
                    <a:pt x="3181576" y="1237613"/>
                  </a:lnTo>
                  <a:lnTo>
                    <a:pt x="3180505" y="1237615"/>
                  </a:lnTo>
                  <a:lnTo>
                    <a:pt x="3179433" y="1237617"/>
                  </a:lnTo>
                  <a:lnTo>
                    <a:pt x="3178362" y="1237620"/>
                  </a:lnTo>
                  <a:lnTo>
                    <a:pt x="3177290" y="1237623"/>
                  </a:lnTo>
                  <a:lnTo>
                    <a:pt x="3176218" y="1237626"/>
                  </a:lnTo>
                  <a:lnTo>
                    <a:pt x="3175147" y="1237630"/>
                  </a:lnTo>
                  <a:lnTo>
                    <a:pt x="3174075" y="1237634"/>
                  </a:lnTo>
                  <a:lnTo>
                    <a:pt x="3173004" y="1237638"/>
                  </a:lnTo>
                  <a:lnTo>
                    <a:pt x="3171932" y="1237643"/>
                  </a:lnTo>
                  <a:lnTo>
                    <a:pt x="3170860" y="1237648"/>
                  </a:lnTo>
                  <a:lnTo>
                    <a:pt x="3169789" y="1237653"/>
                  </a:lnTo>
                  <a:lnTo>
                    <a:pt x="3168717" y="1237659"/>
                  </a:lnTo>
                  <a:lnTo>
                    <a:pt x="3167646" y="1237665"/>
                  </a:lnTo>
                  <a:lnTo>
                    <a:pt x="3166574" y="1237672"/>
                  </a:lnTo>
                  <a:lnTo>
                    <a:pt x="3165502" y="1237679"/>
                  </a:lnTo>
                  <a:lnTo>
                    <a:pt x="3164431" y="1237686"/>
                  </a:lnTo>
                  <a:lnTo>
                    <a:pt x="3163359" y="1237694"/>
                  </a:lnTo>
                  <a:lnTo>
                    <a:pt x="3162288" y="1237701"/>
                  </a:lnTo>
                  <a:lnTo>
                    <a:pt x="3161216" y="1237710"/>
                  </a:lnTo>
                  <a:lnTo>
                    <a:pt x="3160144" y="1237718"/>
                  </a:lnTo>
                  <a:lnTo>
                    <a:pt x="3159073" y="1237727"/>
                  </a:lnTo>
                  <a:lnTo>
                    <a:pt x="3158001" y="1237737"/>
                  </a:lnTo>
                  <a:lnTo>
                    <a:pt x="3156930" y="1237746"/>
                  </a:lnTo>
                  <a:lnTo>
                    <a:pt x="3155858" y="1237756"/>
                  </a:lnTo>
                  <a:lnTo>
                    <a:pt x="3154786" y="1237767"/>
                  </a:lnTo>
                  <a:lnTo>
                    <a:pt x="3153715" y="1237777"/>
                  </a:lnTo>
                  <a:lnTo>
                    <a:pt x="3152643" y="1237788"/>
                  </a:lnTo>
                  <a:lnTo>
                    <a:pt x="3151572" y="1237800"/>
                  </a:lnTo>
                  <a:lnTo>
                    <a:pt x="3150500" y="1237812"/>
                  </a:lnTo>
                  <a:lnTo>
                    <a:pt x="3149428" y="1237824"/>
                  </a:lnTo>
                  <a:lnTo>
                    <a:pt x="3148357" y="1237836"/>
                  </a:lnTo>
                  <a:lnTo>
                    <a:pt x="3147285" y="1237849"/>
                  </a:lnTo>
                  <a:lnTo>
                    <a:pt x="3146214" y="1237862"/>
                  </a:lnTo>
                  <a:lnTo>
                    <a:pt x="3145142" y="1237876"/>
                  </a:lnTo>
                  <a:lnTo>
                    <a:pt x="3144070" y="1237889"/>
                  </a:lnTo>
                  <a:lnTo>
                    <a:pt x="3142999" y="1237904"/>
                  </a:lnTo>
                  <a:lnTo>
                    <a:pt x="3141927" y="1237918"/>
                  </a:lnTo>
                  <a:lnTo>
                    <a:pt x="3140856" y="1237933"/>
                  </a:lnTo>
                  <a:lnTo>
                    <a:pt x="3139784" y="1237948"/>
                  </a:lnTo>
                  <a:lnTo>
                    <a:pt x="3138712" y="1237964"/>
                  </a:lnTo>
                  <a:lnTo>
                    <a:pt x="3137641" y="1237980"/>
                  </a:lnTo>
                  <a:lnTo>
                    <a:pt x="3136569" y="1237996"/>
                  </a:lnTo>
                  <a:lnTo>
                    <a:pt x="3135498" y="1238013"/>
                  </a:lnTo>
                  <a:lnTo>
                    <a:pt x="3134426" y="1238030"/>
                  </a:lnTo>
                  <a:lnTo>
                    <a:pt x="3133354" y="1238047"/>
                  </a:lnTo>
                  <a:lnTo>
                    <a:pt x="3132283" y="1238065"/>
                  </a:lnTo>
                  <a:lnTo>
                    <a:pt x="3131211" y="1238083"/>
                  </a:lnTo>
                  <a:lnTo>
                    <a:pt x="3130140" y="1238102"/>
                  </a:lnTo>
                  <a:lnTo>
                    <a:pt x="3129068" y="1238120"/>
                  </a:lnTo>
                  <a:lnTo>
                    <a:pt x="3127996" y="1238139"/>
                  </a:lnTo>
                  <a:lnTo>
                    <a:pt x="3126925" y="1238159"/>
                  </a:lnTo>
                  <a:lnTo>
                    <a:pt x="3125853" y="1238179"/>
                  </a:lnTo>
                  <a:lnTo>
                    <a:pt x="3124782" y="1238199"/>
                  </a:lnTo>
                  <a:lnTo>
                    <a:pt x="3123710" y="1238219"/>
                  </a:lnTo>
                  <a:lnTo>
                    <a:pt x="3122638" y="1238240"/>
                  </a:lnTo>
                  <a:lnTo>
                    <a:pt x="3121567" y="1238261"/>
                  </a:lnTo>
                  <a:lnTo>
                    <a:pt x="3120495" y="1238283"/>
                  </a:lnTo>
                  <a:lnTo>
                    <a:pt x="3119424" y="1238305"/>
                  </a:lnTo>
                  <a:lnTo>
                    <a:pt x="3118352" y="1238327"/>
                  </a:lnTo>
                  <a:lnTo>
                    <a:pt x="3117280" y="1238349"/>
                  </a:lnTo>
                  <a:lnTo>
                    <a:pt x="3116209" y="1238372"/>
                  </a:lnTo>
                  <a:lnTo>
                    <a:pt x="3115137" y="1238395"/>
                  </a:lnTo>
                  <a:lnTo>
                    <a:pt x="3114066" y="1238419"/>
                  </a:lnTo>
                  <a:lnTo>
                    <a:pt x="3112994" y="1238443"/>
                  </a:lnTo>
                  <a:lnTo>
                    <a:pt x="3111922" y="1238467"/>
                  </a:lnTo>
                  <a:lnTo>
                    <a:pt x="3110851" y="1238491"/>
                  </a:lnTo>
                  <a:lnTo>
                    <a:pt x="3109779" y="1238516"/>
                  </a:lnTo>
                  <a:lnTo>
                    <a:pt x="3108708" y="1238541"/>
                  </a:lnTo>
                  <a:lnTo>
                    <a:pt x="3107636" y="1238567"/>
                  </a:lnTo>
                  <a:lnTo>
                    <a:pt x="3106564" y="1238593"/>
                  </a:lnTo>
                  <a:lnTo>
                    <a:pt x="3105493" y="1238619"/>
                  </a:lnTo>
                  <a:lnTo>
                    <a:pt x="3104421" y="1238645"/>
                  </a:lnTo>
                  <a:lnTo>
                    <a:pt x="3103350" y="1238672"/>
                  </a:lnTo>
                  <a:lnTo>
                    <a:pt x="3102278" y="1238699"/>
                  </a:lnTo>
                  <a:lnTo>
                    <a:pt x="3101206" y="1238727"/>
                  </a:lnTo>
                  <a:lnTo>
                    <a:pt x="3100135" y="1238754"/>
                  </a:lnTo>
                  <a:lnTo>
                    <a:pt x="3099063" y="1238782"/>
                  </a:lnTo>
                  <a:lnTo>
                    <a:pt x="3097992" y="1238811"/>
                  </a:lnTo>
                  <a:lnTo>
                    <a:pt x="3096920" y="1238839"/>
                  </a:lnTo>
                  <a:lnTo>
                    <a:pt x="3095848" y="1238868"/>
                  </a:lnTo>
                  <a:lnTo>
                    <a:pt x="3094777" y="1238898"/>
                  </a:lnTo>
                  <a:lnTo>
                    <a:pt x="3093705" y="1238927"/>
                  </a:lnTo>
                  <a:lnTo>
                    <a:pt x="3092634" y="1238957"/>
                  </a:lnTo>
                  <a:lnTo>
                    <a:pt x="3091562" y="1238988"/>
                  </a:lnTo>
                  <a:lnTo>
                    <a:pt x="3090490" y="1239018"/>
                  </a:lnTo>
                  <a:lnTo>
                    <a:pt x="3089419" y="1239049"/>
                  </a:lnTo>
                  <a:lnTo>
                    <a:pt x="3088347" y="1239080"/>
                  </a:lnTo>
                  <a:lnTo>
                    <a:pt x="3087276" y="1239112"/>
                  </a:lnTo>
                  <a:lnTo>
                    <a:pt x="3086204" y="1239143"/>
                  </a:lnTo>
                  <a:lnTo>
                    <a:pt x="3085132" y="1239175"/>
                  </a:lnTo>
                  <a:lnTo>
                    <a:pt x="3084061" y="1239208"/>
                  </a:lnTo>
                  <a:lnTo>
                    <a:pt x="3082989" y="1239241"/>
                  </a:lnTo>
                  <a:lnTo>
                    <a:pt x="3081918" y="1239274"/>
                  </a:lnTo>
                  <a:lnTo>
                    <a:pt x="3080846" y="1239307"/>
                  </a:lnTo>
                  <a:lnTo>
                    <a:pt x="3079774" y="1239340"/>
                  </a:lnTo>
                  <a:lnTo>
                    <a:pt x="3078703" y="1239374"/>
                  </a:lnTo>
                  <a:lnTo>
                    <a:pt x="3077631" y="1239408"/>
                  </a:lnTo>
                  <a:lnTo>
                    <a:pt x="3076560" y="1239443"/>
                  </a:lnTo>
                  <a:lnTo>
                    <a:pt x="3075488" y="1239478"/>
                  </a:lnTo>
                  <a:lnTo>
                    <a:pt x="3074416" y="1239513"/>
                  </a:lnTo>
                  <a:lnTo>
                    <a:pt x="3073345" y="1239548"/>
                  </a:lnTo>
                  <a:lnTo>
                    <a:pt x="3072273" y="1239584"/>
                  </a:lnTo>
                  <a:lnTo>
                    <a:pt x="3071202" y="1239619"/>
                  </a:lnTo>
                  <a:lnTo>
                    <a:pt x="3070130" y="1239656"/>
                  </a:lnTo>
                  <a:lnTo>
                    <a:pt x="3069058" y="1239692"/>
                  </a:lnTo>
                  <a:lnTo>
                    <a:pt x="3067987" y="1239729"/>
                  </a:lnTo>
                  <a:lnTo>
                    <a:pt x="3066915" y="1239766"/>
                  </a:lnTo>
                  <a:lnTo>
                    <a:pt x="3065844" y="1239803"/>
                  </a:lnTo>
                  <a:lnTo>
                    <a:pt x="3064772" y="1239841"/>
                  </a:lnTo>
                  <a:lnTo>
                    <a:pt x="3063700" y="1239878"/>
                  </a:lnTo>
                  <a:lnTo>
                    <a:pt x="3062629" y="1239917"/>
                  </a:lnTo>
                  <a:lnTo>
                    <a:pt x="3061557" y="1239955"/>
                  </a:lnTo>
                  <a:lnTo>
                    <a:pt x="3060486" y="1239994"/>
                  </a:lnTo>
                  <a:lnTo>
                    <a:pt x="3059414" y="1240033"/>
                  </a:lnTo>
                  <a:lnTo>
                    <a:pt x="3058342" y="1240072"/>
                  </a:lnTo>
                  <a:lnTo>
                    <a:pt x="3057271" y="1240111"/>
                  </a:lnTo>
                  <a:lnTo>
                    <a:pt x="3056199" y="1240151"/>
                  </a:lnTo>
                  <a:lnTo>
                    <a:pt x="3055128" y="1240191"/>
                  </a:lnTo>
                  <a:lnTo>
                    <a:pt x="3054056" y="1240231"/>
                  </a:lnTo>
                  <a:lnTo>
                    <a:pt x="3052984" y="1240272"/>
                  </a:lnTo>
                  <a:lnTo>
                    <a:pt x="3051913" y="1240313"/>
                  </a:lnTo>
                  <a:lnTo>
                    <a:pt x="3050841" y="1240354"/>
                  </a:lnTo>
                  <a:lnTo>
                    <a:pt x="3049770" y="1240395"/>
                  </a:lnTo>
                  <a:lnTo>
                    <a:pt x="3048698" y="1240437"/>
                  </a:lnTo>
                  <a:lnTo>
                    <a:pt x="3047626" y="1240478"/>
                  </a:lnTo>
                  <a:lnTo>
                    <a:pt x="3046555" y="1240520"/>
                  </a:lnTo>
                  <a:lnTo>
                    <a:pt x="3045483" y="1240563"/>
                  </a:lnTo>
                  <a:lnTo>
                    <a:pt x="3044412" y="1240605"/>
                  </a:lnTo>
                  <a:lnTo>
                    <a:pt x="3043340" y="1240648"/>
                  </a:lnTo>
                  <a:lnTo>
                    <a:pt x="3042268" y="1240691"/>
                  </a:lnTo>
                  <a:lnTo>
                    <a:pt x="3041197" y="1240734"/>
                  </a:lnTo>
                  <a:lnTo>
                    <a:pt x="3040125" y="1240778"/>
                  </a:lnTo>
                  <a:lnTo>
                    <a:pt x="3039054" y="1240822"/>
                  </a:lnTo>
                  <a:lnTo>
                    <a:pt x="3037982" y="1240866"/>
                  </a:lnTo>
                  <a:lnTo>
                    <a:pt x="3036910" y="1240910"/>
                  </a:lnTo>
                  <a:lnTo>
                    <a:pt x="3035839" y="1240955"/>
                  </a:lnTo>
                  <a:lnTo>
                    <a:pt x="3034767" y="1240999"/>
                  </a:lnTo>
                  <a:lnTo>
                    <a:pt x="3033696" y="1241044"/>
                  </a:lnTo>
                  <a:lnTo>
                    <a:pt x="3032624" y="1241090"/>
                  </a:lnTo>
                  <a:lnTo>
                    <a:pt x="3031552" y="1241135"/>
                  </a:lnTo>
                  <a:lnTo>
                    <a:pt x="3030481" y="1241181"/>
                  </a:lnTo>
                  <a:lnTo>
                    <a:pt x="3029409" y="1241227"/>
                  </a:lnTo>
                  <a:lnTo>
                    <a:pt x="3028338" y="1241273"/>
                  </a:lnTo>
                  <a:lnTo>
                    <a:pt x="3027266" y="1241319"/>
                  </a:lnTo>
                  <a:lnTo>
                    <a:pt x="3026194" y="1241366"/>
                  </a:lnTo>
                  <a:lnTo>
                    <a:pt x="3025123" y="1241413"/>
                  </a:lnTo>
                  <a:lnTo>
                    <a:pt x="3024051" y="1241460"/>
                  </a:lnTo>
                  <a:lnTo>
                    <a:pt x="3022980" y="1241507"/>
                  </a:lnTo>
                  <a:lnTo>
                    <a:pt x="3021908" y="1241554"/>
                  </a:lnTo>
                  <a:lnTo>
                    <a:pt x="3020836" y="1241602"/>
                  </a:lnTo>
                  <a:lnTo>
                    <a:pt x="3019765" y="1241650"/>
                  </a:lnTo>
                  <a:lnTo>
                    <a:pt x="3018693" y="1241698"/>
                  </a:lnTo>
                  <a:lnTo>
                    <a:pt x="3017622" y="1241747"/>
                  </a:lnTo>
                  <a:lnTo>
                    <a:pt x="3016550" y="1241795"/>
                  </a:lnTo>
                  <a:lnTo>
                    <a:pt x="3015479" y="1241844"/>
                  </a:lnTo>
                  <a:lnTo>
                    <a:pt x="3014407" y="1241893"/>
                  </a:lnTo>
                  <a:lnTo>
                    <a:pt x="3013335" y="1241942"/>
                  </a:lnTo>
                  <a:lnTo>
                    <a:pt x="3012264" y="1241991"/>
                  </a:lnTo>
                  <a:lnTo>
                    <a:pt x="3011192" y="1242041"/>
                  </a:lnTo>
                  <a:lnTo>
                    <a:pt x="3010121" y="1242091"/>
                  </a:lnTo>
                  <a:lnTo>
                    <a:pt x="3009049" y="1242141"/>
                  </a:lnTo>
                  <a:lnTo>
                    <a:pt x="3007977" y="1242191"/>
                  </a:lnTo>
                  <a:lnTo>
                    <a:pt x="3006906" y="1242241"/>
                  </a:lnTo>
                  <a:lnTo>
                    <a:pt x="3005834" y="1242292"/>
                  </a:lnTo>
                  <a:lnTo>
                    <a:pt x="3004763" y="1242343"/>
                  </a:lnTo>
                  <a:lnTo>
                    <a:pt x="3003691" y="1242393"/>
                  </a:lnTo>
                  <a:lnTo>
                    <a:pt x="3002619" y="1242445"/>
                  </a:lnTo>
                  <a:lnTo>
                    <a:pt x="3001548" y="1242496"/>
                  </a:lnTo>
                  <a:lnTo>
                    <a:pt x="3000476" y="1242547"/>
                  </a:lnTo>
                  <a:lnTo>
                    <a:pt x="2999405" y="1242599"/>
                  </a:lnTo>
                  <a:lnTo>
                    <a:pt x="2998333" y="1242651"/>
                  </a:lnTo>
                  <a:lnTo>
                    <a:pt x="2997261" y="1242703"/>
                  </a:lnTo>
                  <a:lnTo>
                    <a:pt x="2996190" y="1242755"/>
                  </a:lnTo>
                  <a:lnTo>
                    <a:pt x="2995118" y="1242808"/>
                  </a:lnTo>
                  <a:lnTo>
                    <a:pt x="2994047" y="1242860"/>
                  </a:lnTo>
                  <a:lnTo>
                    <a:pt x="2992975" y="1242913"/>
                  </a:lnTo>
                  <a:lnTo>
                    <a:pt x="2991903" y="1242966"/>
                  </a:lnTo>
                  <a:lnTo>
                    <a:pt x="2990832" y="1243019"/>
                  </a:lnTo>
                  <a:lnTo>
                    <a:pt x="2989760" y="1243072"/>
                  </a:lnTo>
                  <a:lnTo>
                    <a:pt x="2988689" y="1243126"/>
                  </a:lnTo>
                  <a:lnTo>
                    <a:pt x="2987617" y="1243180"/>
                  </a:lnTo>
                  <a:lnTo>
                    <a:pt x="2986545" y="1243233"/>
                  </a:lnTo>
                  <a:lnTo>
                    <a:pt x="2985474" y="1243287"/>
                  </a:lnTo>
                  <a:lnTo>
                    <a:pt x="2984402" y="1243341"/>
                  </a:lnTo>
                  <a:lnTo>
                    <a:pt x="2983331" y="1243396"/>
                  </a:lnTo>
                  <a:lnTo>
                    <a:pt x="2982259" y="1243450"/>
                  </a:lnTo>
                  <a:lnTo>
                    <a:pt x="2981187" y="1243505"/>
                  </a:lnTo>
                  <a:lnTo>
                    <a:pt x="2980116" y="1243559"/>
                  </a:lnTo>
                  <a:lnTo>
                    <a:pt x="2979044" y="1243614"/>
                  </a:lnTo>
                  <a:lnTo>
                    <a:pt x="2977973" y="1243669"/>
                  </a:lnTo>
                  <a:lnTo>
                    <a:pt x="2976901" y="1243724"/>
                  </a:lnTo>
                  <a:lnTo>
                    <a:pt x="2975829" y="1243780"/>
                  </a:lnTo>
                  <a:lnTo>
                    <a:pt x="2974758" y="1243835"/>
                  </a:lnTo>
                  <a:lnTo>
                    <a:pt x="2973686" y="1243891"/>
                  </a:lnTo>
                  <a:lnTo>
                    <a:pt x="2972615" y="1243947"/>
                  </a:lnTo>
                  <a:lnTo>
                    <a:pt x="2971543" y="1244002"/>
                  </a:lnTo>
                  <a:lnTo>
                    <a:pt x="2970471" y="1244058"/>
                  </a:lnTo>
                  <a:lnTo>
                    <a:pt x="2969400" y="1244115"/>
                  </a:lnTo>
                  <a:lnTo>
                    <a:pt x="2968328" y="1244171"/>
                  </a:lnTo>
                  <a:lnTo>
                    <a:pt x="2967257" y="1244227"/>
                  </a:lnTo>
                  <a:lnTo>
                    <a:pt x="2966185" y="1244284"/>
                  </a:lnTo>
                  <a:lnTo>
                    <a:pt x="2965113" y="1244341"/>
                  </a:lnTo>
                  <a:lnTo>
                    <a:pt x="2964042" y="1244397"/>
                  </a:lnTo>
                  <a:lnTo>
                    <a:pt x="2962970" y="1244454"/>
                  </a:lnTo>
                  <a:lnTo>
                    <a:pt x="2961899" y="1244511"/>
                  </a:lnTo>
                  <a:lnTo>
                    <a:pt x="2960827" y="1244569"/>
                  </a:lnTo>
                  <a:lnTo>
                    <a:pt x="2959755" y="1244626"/>
                  </a:lnTo>
                  <a:lnTo>
                    <a:pt x="2958684" y="1244683"/>
                  </a:lnTo>
                  <a:lnTo>
                    <a:pt x="2957612" y="1244741"/>
                  </a:lnTo>
                  <a:lnTo>
                    <a:pt x="2956541" y="1244799"/>
                  </a:lnTo>
                  <a:lnTo>
                    <a:pt x="2955469" y="1244856"/>
                  </a:lnTo>
                  <a:lnTo>
                    <a:pt x="2954397" y="1244914"/>
                  </a:lnTo>
                  <a:lnTo>
                    <a:pt x="2953326" y="1244972"/>
                  </a:lnTo>
                  <a:lnTo>
                    <a:pt x="2952254" y="1245030"/>
                  </a:lnTo>
                  <a:lnTo>
                    <a:pt x="2951183" y="1245089"/>
                  </a:lnTo>
                  <a:lnTo>
                    <a:pt x="2950111" y="1245147"/>
                  </a:lnTo>
                  <a:lnTo>
                    <a:pt x="2949039" y="1245205"/>
                  </a:lnTo>
                  <a:lnTo>
                    <a:pt x="2947968" y="1245264"/>
                  </a:lnTo>
                  <a:lnTo>
                    <a:pt x="2946896" y="1245323"/>
                  </a:lnTo>
                  <a:lnTo>
                    <a:pt x="2945825" y="1245381"/>
                  </a:lnTo>
                  <a:lnTo>
                    <a:pt x="2944753" y="1245440"/>
                  </a:lnTo>
                  <a:lnTo>
                    <a:pt x="2943681" y="1245499"/>
                  </a:lnTo>
                  <a:lnTo>
                    <a:pt x="2942610" y="1245558"/>
                  </a:lnTo>
                  <a:lnTo>
                    <a:pt x="2941538" y="1245617"/>
                  </a:lnTo>
                  <a:lnTo>
                    <a:pt x="2940467" y="1245676"/>
                  </a:lnTo>
                  <a:lnTo>
                    <a:pt x="2939395" y="1245735"/>
                  </a:lnTo>
                  <a:lnTo>
                    <a:pt x="2938323" y="1245795"/>
                  </a:lnTo>
                  <a:lnTo>
                    <a:pt x="2937252" y="1245854"/>
                  </a:lnTo>
                  <a:lnTo>
                    <a:pt x="2936180" y="1245914"/>
                  </a:lnTo>
                  <a:lnTo>
                    <a:pt x="2935109" y="1245973"/>
                  </a:lnTo>
                  <a:lnTo>
                    <a:pt x="2934037" y="1246033"/>
                  </a:lnTo>
                  <a:lnTo>
                    <a:pt x="2932965" y="1246093"/>
                  </a:lnTo>
                  <a:lnTo>
                    <a:pt x="2931894" y="1246152"/>
                  </a:lnTo>
                  <a:lnTo>
                    <a:pt x="2930822" y="1246212"/>
                  </a:lnTo>
                  <a:lnTo>
                    <a:pt x="2929751" y="1246272"/>
                  </a:lnTo>
                  <a:lnTo>
                    <a:pt x="2928679" y="1246332"/>
                  </a:lnTo>
                  <a:lnTo>
                    <a:pt x="2927607" y="1246392"/>
                  </a:lnTo>
                  <a:lnTo>
                    <a:pt x="2926536" y="1246452"/>
                  </a:lnTo>
                  <a:lnTo>
                    <a:pt x="2925464" y="1246513"/>
                  </a:lnTo>
                  <a:lnTo>
                    <a:pt x="2924393" y="1246573"/>
                  </a:lnTo>
                  <a:lnTo>
                    <a:pt x="2923321" y="1246633"/>
                  </a:lnTo>
                  <a:lnTo>
                    <a:pt x="2922249" y="1246694"/>
                  </a:lnTo>
                  <a:lnTo>
                    <a:pt x="2921178" y="1246754"/>
                  </a:lnTo>
                  <a:lnTo>
                    <a:pt x="2920106" y="1246815"/>
                  </a:lnTo>
                  <a:lnTo>
                    <a:pt x="2919035" y="1246875"/>
                  </a:lnTo>
                  <a:lnTo>
                    <a:pt x="2917963" y="1246936"/>
                  </a:lnTo>
                  <a:lnTo>
                    <a:pt x="2916891" y="1246996"/>
                  </a:lnTo>
                  <a:lnTo>
                    <a:pt x="2915820" y="1247057"/>
                  </a:lnTo>
                  <a:lnTo>
                    <a:pt x="2914748" y="1247118"/>
                  </a:lnTo>
                  <a:lnTo>
                    <a:pt x="2913677" y="1247178"/>
                  </a:lnTo>
                  <a:lnTo>
                    <a:pt x="2912605" y="1247239"/>
                  </a:lnTo>
                  <a:lnTo>
                    <a:pt x="2911533" y="1247300"/>
                  </a:lnTo>
                  <a:lnTo>
                    <a:pt x="2910462" y="1247361"/>
                  </a:lnTo>
                  <a:lnTo>
                    <a:pt x="2909390" y="1247422"/>
                  </a:lnTo>
                  <a:lnTo>
                    <a:pt x="2908319" y="1247483"/>
                  </a:lnTo>
                  <a:lnTo>
                    <a:pt x="2907247" y="1247544"/>
                  </a:lnTo>
                  <a:lnTo>
                    <a:pt x="2906175" y="1247605"/>
                  </a:lnTo>
                  <a:lnTo>
                    <a:pt x="2905104" y="1247666"/>
                  </a:lnTo>
                  <a:lnTo>
                    <a:pt x="2904032" y="1247727"/>
                  </a:lnTo>
                  <a:lnTo>
                    <a:pt x="2902961" y="1247788"/>
                  </a:lnTo>
                  <a:lnTo>
                    <a:pt x="2901889" y="1247849"/>
                  </a:lnTo>
                  <a:lnTo>
                    <a:pt x="2900817" y="1247910"/>
                  </a:lnTo>
                  <a:lnTo>
                    <a:pt x="2899746" y="1247971"/>
                  </a:lnTo>
                  <a:lnTo>
                    <a:pt x="2898674" y="1248032"/>
                  </a:lnTo>
                  <a:lnTo>
                    <a:pt x="2897603" y="1248093"/>
                  </a:lnTo>
                  <a:lnTo>
                    <a:pt x="2896531" y="1248154"/>
                  </a:lnTo>
                  <a:lnTo>
                    <a:pt x="2895459" y="1248215"/>
                  </a:lnTo>
                  <a:lnTo>
                    <a:pt x="2894388" y="1248276"/>
                  </a:lnTo>
                  <a:lnTo>
                    <a:pt x="2893316" y="1248338"/>
                  </a:lnTo>
                  <a:lnTo>
                    <a:pt x="2892245" y="1248399"/>
                  </a:lnTo>
                  <a:lnTo>
                    <a:pt x="2891173" y="1248460"/>
                  </a:lnTo>
                  <a:lnTo>
                    <a:pt x="2890101" y="1248521"/>
                  </a:lnTo>
                  <a:lnTo>
                    <a:pt x="2889030" y="1248582"/>
                  </a:lnTo>
                  <a:lnTo>
                    <a:pt x="2887958" y="1248643"/>
                  </a:lnTo>
                  <a:lnTo>
                    <a:pt x="2886887" y="1248704"/>
                  </a:lnTo>
                  <a:lnTo>
                    <a:pt x="2885815" y="1248766"/>
                  </a:lnTo>
                  <a:lnTo>
                    <a:pt x="2884743" y="1248827"/>
                  </a:lnTo>
                  <a:lnTo>
                    <a:pt x="2883672" y="1248888"/>
                  </a:lnTo>
                  <a:lnTo>
                    <a:pt x="2882600" y="1248949"/>
                  </a:lnTo>
                  <a:lnTo>
                    <a:pt x="2881529" y="1249010"/>
                  </a:lnTo>
                  <a:lnTo>
                    <a:pt x="2880457" y="1249071"/>
                  </a:lnTo>
                  <a:lnTo>
                    <a:pt x="2879385" y="1249132"/>
                  </a:lnTo>
                  <a:lnTo>
                    <a:pt x="2878314" y="1249193"/>
                  </a:lnTo>
                  <a:lnTo>
                    <a:pt x="2877242" y="1249254"/>
                  </a:lnTo>
                  <a:lnTo>
                    <a:pt x="2876171" y="1249315"/>
                  </a:lnTo>
                  <a:lnTo>
                    <a:pt x="2875099" y="1249376"/>
                  </a:lnTo>
                  <a:lnTo>
                    <a:pt x="2874027" y="1249437"/>
                  </a:lnTo>
                  <a:lnTo>
                    <a:pt x="2872956" y="1249497"/>
                  </a:lnTo>
                  <a:lnTo>
                    <a:pt x="2871884" y="1249558"/>
                  </a:lnTo>
                  <a:lnTo>
                    <a:pt x="2870813" y="1249619"/>
                  </a:lnTo>
                  <a:lnTo>
                    <a:pt x="2869741" y="1249680"/>
                  </a:lnTo>
                  <a:lnTo>
                    <a:pt x="2868669" y="1249740"/>
                  </a:lnTo>
                  <a:lnTo>
                    <a:pt x="2867598" y="1249801"/>
                  </a:lnTo>
                  <a:lnTo>
                    <a:pt x="2866526" y="1249862"/>
                  </a:lnTo>
                  <a:lnTo>
                    <a:pt x="2865455" y="1249922"/>
                  </a:lnTo>
                  <a:lnTo>
                    <a:pt x="2864383" y="1249983"/>
                  </a:lnTo>
                  <a:lnTo>
                    <a:pt x="2863311" y="1250043"/>
                  </a:lnTo>
                  <a:lnTo>
                    <a:pt x="2862240" y="1250104"/>
                  </a:lnTo>
                  <a:lnTo>
                    <a:pt x="2861168" y="1250164"/>
                  </a:lnTo>
                  <a:lnTo>
                    <a:pt x="2860097" y="1250224"/>
                  </a:lnTo>
                  <a:lnTo>
                    <a:pt x="2859025" y="1250285"/>
                  </a:lnTo>
                  <a:lnTo>
                    <a:pt x="2857953" y="1250345"/>
                  </a:lnTo>
                  <a:lnTo>
                    <a:pt x="2856882" y="1250405"/>
                  </a:lnTo>
                  <a:lnTo>
                    <a:pt x="2855810" y="1250465"/>
                  </a:lnTo>
                  <a:lnTo>
                    <a:pt x="2854739" y="1250525"/>
                  </a:lnTo>
                  <a:lnTo>
                    <a:pt x="2853667" y="1250585"/>
                  </a:lnTo>
                  <a:lnTo>
                    <a:pt x="2852595" y="1250645"/>
                  </a:lnTo>
                  <a:lnTo>
                    <a:pt x="2851524" y="1250704"/>
                  </a:lnTo>
                  <a:lnTo>
                    <a:pt x="2850452" y="1250764"/>
                  </a:lnTo>
                  <a:lnTo>
                    <a:pt x="2849381" y="1250824"/>
                  </a:lnTo>
                  <a:lnTo>
                    <a:pt x="2848309" y="1250883"/>
                  </a:lnTo>
                  <a:lnTo>
                    <a:pt x="2847237" y="1250943"/>
                  </a:lnTo>
                  <a:lnTo>
                    <a:pt x="2846166" y="1251002"/>
                  </a:lnTo>
                  <a:lnTo>
                    <a:pt x="2845094" y="1251061"/>
                  </a:lnTo>
                  <a:lnTo>
                    <a:pt x="2844023" y="1251120"/>
                  </a:lnTo>
                  <a:lnTo>
                    <a:pt x="2842951" y="1251180"/>
                  </a:lnTo>
                  <a:lnTo>
                    <a:pt x="2841879" y="1251239"/>
                  </a:lnTo>
                  <a:lnTo>
                    <a:pt x="2840808" y="1251297"/>
                  </a:lnTo>
                  <a:lnTo>
                    <a:pt x="2839736" y="1251356"/>
                  </a:lnTo>
                  <a:lnTo>
                    <a:pt x="2838665" y="1251415"/>
                  </a:lnTo>
                  <a:lnTo>
                    <a:pt x="2837593" y="1251474"/>
                  </a:lnTo>
                  <a:lnTo>
                    <a:pt x="2836522" y="1251532"/>
                  </a:lnTo>
                  <a:lnTo>
                    <a:pt x="2835450" y="1251591"/>
                  </a:lnTo>
                  <a:lnTo>
                    <a:pt x="2834378" y="1251649"/>
                  </a:lnTo>
                  <a:lnTo>
                    <a:pt x="2833307" y="1251707"/>
                  </a:lnTo>
                  <a:lnTo>
                    <a:pt x="2832235" y="1251765"/>
                  </a:lnTo>
                  <a:lnTo>
                    <a:pt x="2831164" y="1251823"/>
                  </a:lnTo>
                  <a:lnTo>
                    <a:pt x="2830092" y="1251881"/>
                  </a:lnTo>
                  <a:lnTo>
                    <a:pt x="2829020" y="1251939"/>
                  </a:lnTo>
                  <a:lnTo>
                    <a:pt x="2827949" y="1251996"/>
                  </a:lnTo>
                  <a:lnTo>
                    <a:pt x="2826877" y="1252054"/>
                  </a:lnTo>
                  <a:lnTo>
                    <a:pt x="2825806" y="1252111"/>
                  </a:lnTo>
                  <a:lnTo>
                    <a:pt x="2824734" y="1252169"/>
                  </a:lnTo>
                  <a:lnTo>
                    <a:pt x="2823662" y="1252226"/>
                  </a:lnTo>
                  <a:lnTo>
                    <a:pt x="2822591" y="1252283"/>
                  </a:lnTo>
                  <a:lnTo>
                    <a:pt x="2821519" y="1252340"/>
                  </a:lnTo>
                  <a:lnTo>
                    <a:pt x="2820448" y="1252397"/>
                  </a:lnTo>
                  <a:lnTo>
                    <a:pt x="2819376" y="1252453"/>
                  </a:lnTo>
                  <a:lnTo>
                    <a:pt x="2818304" y="1252510"/>
                  </a:lnTo>
                  <a:lnTo>
                    <a:pt x="2817233" y="1252566"/>
                  </a:lnTo>
                  <a:lnTo>
                    <a:pt x="2816161" y="1252622"/>
                  </a:lnTo>
                  <a:lnTo>
                    <a:pt x="2815090" y="1252678"/>
                  </a:lnTo>
                  <a:lnTo>
                    <a:pt x="2814018" y="1252734"/>
                  </a:lnTo>
                  <a:lnTo>
                    <a:pt x="2812946" y="1252790"/>
                  </a:lnTo>
                  <a:lnTo>
                    <a:pt x="2811875" y="1252846"/>
                  </a:lnTo>
                  <a:lnTo>
                    <a:pt x="2810803" y="1252901"/>
                  </a:lnTo>
                  <a:lnTo>
                    <a:pt x="2809732" y="1252957"/>
                  </a:lnTo>
                  <a:lnTo>
                    <a:pt x="2808660" y="1253012"/>
                  </a:lnTo>
                  <a:lnTo>
                    <a:pt x="2807588" y="1253067"/>
                  </a:lnTo>
                  <a:lnTo>
                    <a:pt x="2806517" y="1253122"/>
                  </a:lnTo>
                  <a:lnTo>
                    <a:pt x="2805445" y="1253176"/>
                  </a:lnTo>
                  <a:lnTo>
                    <a:pt x="2804374" y="1253231"/>
                  </a:lnTo>
                  <a:lnTo>
                    <a:pt x="2803302" y="1253285"/>
                  </a:lnTo>
                  <a:lnTo>
                    <a:pt x="2802230" y="1253340"/>
                  </a:lnTo>
                  <a:lnTo>
                    <a:pt x="2801159" y="1253394"/>
                  </a:lnTo>
                  <a:lnTo>
                    <a:pt x="2800087" y="1253448"/>
                  </a:lnTo>
                  <a:lnTo>
                    <a:pt x="2799016" y="1253501"/>
                  </a:lnTo>
                  <a:lnTo>
                    <a:pt x="2797944" y="1253555"/>
                  </a:lnTo>
                  <a:lnTo>
                    <a:pt x="2796872" y="1253608"/>
                  </a:lnTo>
                  <a:lnTo>
                    <a:pt x="2795801" y="1253661"/>
                  </a:lnTo>
                  <a:lnTo>
                    <a:pt x="2794729" y="1253715"/>
                  </a:lnTo>
                  <a:lnTo>
                    <a:pt x="2793658" y="1253767"/>
                  </a:lnTo>
                  <a:lnTo>
                    <a:pt x="2792586" y="1253820"/>
                  </a:lnTo>
                  <a:lnTo>
                    <a:pt x="2791514" y="1253872"/>
                  </a:lnTo>
                  <a:lnTo>
                    <a:pt x="2790443" y="1253925"/>
                  </a:lnTo>
                  <a:lnTo>
                    <a:pt x="2789371" y="1253977"/>
                  </a:lnTo>
                  <a:lnTo>
                    <a:pt x="2788300" y="1254029"/>
                  </a:lnTo>
                  <a:lnTo>
                    <a:pt x="2787228" y="1254080"/>
                  </a:lnTo>
                  <a:lnTo>
                    <a:pt x="2786156" y="1254132"/>
                  </a:lnTo>
                  <a:lnTo>
                    <a:pt x="2785085" y="1254183"/>
                  </a:lnTo>
                  <a:lnTo>
                    <a:pt x="2784013" y="1254234"/>
                  </a:lnTo>
                  <a:lnTo>
                    <a:pt x="2782942" y="1254285"/>
                  </a:lnTo>
                  <a:lnTo>
                    <a:pt x="2781870" y="1254336"/>
                  </a:lnTo>
                  <a:lnTo>
                    <a:pt x="2780798" y="1254387"/>
                  </a:lnTo>
                  <a:lnTo>
                    <a:pt x="2779727" y="1254437"/>
                  </a:lnTo>
                  <a:lnTo>
                    <a:pt x="2778655" y="1254487"/>
                  </a:lnTo>
                  <a:lnTo>
                    <a:pt x="2777584" y="1254537"/>
                  </a:lnTo>
                  <a:lnTo>
                    <a:pt x="2776512" y="1254586"/>
                  </a:lnTo>
                  <a:lnTo>
                    <a:pt x="2775440" y="1254636"/>
                  </a:lnTo>
                  <a:lnTo>
                    <a:pt x="2774369" y="1254685"/>
                  </a:lnTo>
                  <a:lnTo>
                    <a:pt x="2773297" y="1254734"/>
                  </a:lnTo>
                  <a:lnTo>
                    <a:pt x="2772226" y="1254783"/>
                  </a:lnTo>
                  <a:lnTo>
                    <a:pt x="2771154" y="1254831"/>
                  </a:lnTo>
                  <a:lnTo>
                    <a:pt x="2770082" y="1254880"/>
                  </a:lnTo>
                  <a:lnTo>
                    <a:pt x="2769011" y="1254928"/>
                  </a:lnTo>
                  <a:lnTo>
                    <a:pt x="2767939" y="1254976"/>
                  </a:lnTo>
                  <a:lnTo>
                    <a:pt x="2766868" y="1255023"/>
                  </a:lnTo>
                  <a:lnTo>
                    <a:pt x="2765796" y="1255071"/>
                  </a:lnTo>
                  <a:lnTo>
                    <a:pt x="2764724" y="1255118"/>
                  </a:lnTo>
                  <a:lnTo>
                    <a:pt x="2763653" y="1255165"/>
                  </a:lnTo>
                  <a:lnTo>
                    <a:pt x="2762581" y="1255212"/>
                  </a:lnTo>
                  <a:lnTo>
                    <a:pt x="2761510" y="1255258"/>
                  </a:lnTo>
                  <a:lnTo>
                    <a:pt x="2760438" y="1255304"/>
                  </a:lnTo>
                  <a:lnTo>
                    <a:pt x="2759366" y="1255350"/>
                  </a:lnTo>
                  <a:lnTo>
                    <a:pt x="2758295" y="1255396"/>
                  </a:lnTo>
                  <a:lnTo>
                    <a:pt x="2757223" y="1255442"/>
                  </a:lnTo>
                  <a:lnTo>
                    <a:pt x="2756152" y="1255487"/>
                  </a:lnTo>
                  <a:lnTo>
                    <a:pt x="2755080" y="1255532"/>
                  </a:lnTo>
                  <a:lnTo>
                    <a:pt x="2754008" y="1255576"/>
                  </a:lnTo>
                  <a:lnTo>
                    <a:pt x="2752937" y="1255621"/>
                  </a:lnTo>
                  <a:lnTo>
                    <a:pt x="2751865" y="1255665"/>
                  </a:lnTo>
                  <a:lnTo>
                    <a:pt x="2750794" y="1255709"/>
                  </a:lnTo>
                  <a:lnTo>
                    <a:pt x="2749722" y="1255753"/>
                  </a:lnTo>
                  <a:lnTo>
                    <a:pt x="2748650" y="1255796"/>
                  </a:lnTo>
                  <a:lnTo>
                    <a:pt x="2747579" y="1255839"/>
                  </a:lnTo>
                  <a:lnTo>
                    <a:pt x="2746507" y="1255882"/>
                  </a:lnTo>
                  <a:lnTo>
                    <a:pt x="2745436" y="1255925"/>
                  </a:lnTo>
                  <a:lnTo>
                    <a:pt x="2744364" y="1255967"/>
                  </a:lnTo>
                  <a:lnTo>
                    <a:pt x="2743292" y="1256009"/>
                  </a:lnTo>
                  <a:lnTo>
                    <a:pt x="2742221" y="1256051"/>
                  </a:lnTo>
                  <a:lnTo>
                    <a:pt x="2741149" y="1256092"/>
                  </a:lnTo>
                  <a:lnTo>
                    <a:pt x="2740078" y="1256134"/>
                  </a:lnTo>
                  <a:lnTo>
                    <a:pt x="2739006" y="1256174"/>
                  </a:lnTo>
                  <a:lnTo>
                    <a:pt x="2737934" y="1256215"/>
                  </a:lnTo>
                  <a:lnTo>
                    <a:pt x="2736863" y="1256255"/>
                  </a:lnTo>
                  <a:lnTo>
                    <a:pt x="2735791" y="1256295"/>
                  </a:lnTo>
                  <a:lnTo>
                    <a:pt x="2734720" y="1256335"/>
                  </a:lnTo>
                  <a:lnTo>
                    <a:pt x="2733648" y="1256375"/>
                  </a:lnTo>
                  <a:lnTo>
                    <a:pt x="2732576" y="1256414"/>
                  </a:lnTo>
                  <a:lnTo>
                    <a:pt x="2731505" y="1256453"/>
                  </a:lnTo>
                  <a:lnTo>
                    <a:pt x="2730433" y="1256491"/>
                  </a:lnTo>
                  <a:lnTo>
                    <a:pt x="2729362" y="1256530"/>
                  </a:lnTo>
                  <a:lnTo>
                    <a:pt x="2728290" y="1256568"/>
                  </a:lnTo>
                  <a:lnTo>
                    <a:pt x="2727218" y="1256605"/>
                  </a:lnTo>
                  <a:lnTo>
                    <a:pt x="2726147" y="1256643"/>
                  </a:lnTo>
                  <a:lnTo>
                    <a:pt x="2725075" y="1256680"/>
                  </a:lnTo>
                  <a:lnTo>
                    <a:pt x="2724004" y="1256716"/>
                  </a:lnTo>
                  <a:lnTo>
                    <a:pt x="2722932" y="1256753"/>
                  </a:lnTo>
                  <a:lnTo>
                    <a:pt x="2721860" y="1256789"/>
                  </a:lnTo>
                  <a:lnTo>
                    <a:pt x="2720789" y="1256825"/>
                  </a:lnTo>
                  <a:lnTo>
                    <a:pt x="2719717" y="1256860"/>
                  </a:lnTo>
                  <a:lnTo>
                    <a:pt x="2718646" y="1256895"/>
                  </a:lnTo>
                  <a:lnTo>
                    <a:pt x="2717574" y="1256930"/>
                  </a:lnTo>
                  <a:lnTo>
                    <a:pt x="2716502" y="1256965"/>
                  </a:lnTo>
                  <a:lnTo>
                    <a:pt x="2715431" y="1256999"/>
                  </a:lnTo>
                  <a:lnTo>
                    <a:pt x="2714359" y="1257033"/>
                  </a:lnTo>
                  <a:lnTo>
                    <a:pt x="2713288" y="1257066"/>
                  </a:lnTo>
                  <a:lnTo>
                    <a:pt x="2712216" y="1257099"/>
                  </a:lnTo>
                  <a:lnTo>
                    <a:pt x="2711144" y="1257132"/>
                  </a:lnTo>
                  <a:lnTo>
                    <a:pt x="2710073" y="1257165"/>
                  </a:lnTo>
                  <a:lnTo>
                    <a:pt x="2709001" y="1257197"/>
                  </a:lnTo>
                  <a:lnTo>
                    <a:pt x="2707930" y="1257229"/>
                  </a:lnTo>
                  <a:lnTo>
                    <a:pt x="2706858" y="1257260"/>
                  </a:lnTo>
                  <a:lnTo>
                    <a:pt x="2705786" y="1257291"/>
                  </a:lnTo>
                  <a:lnTo>
                    <a:pt x="2704715" y="1257322"/>
                  </a:lnTo>
                  <a:lnTo>
                    <a:pt x="2703643" y="1257352"/>
                  </a:lnTo>
                  <a:lnTo>
                    <a:pt x="2702572" y="1257382"/>
                  </a:lnTo>
                  <a:lnTo>
                    <a:pt x="2701500" y="1257412"/>
                  </a:lnTo>
                  <a:lnTo>
                    <a:pt x="2700428" y="1257442"/>
                  </a:lnTo>
                  <a:lnTo>
                    <a:pt x="2699357" y="1257471"/>
                  </a:lnTo>
                  <a:lnTo>
                    <a:pt x="2698285" y="1257499"/>
                  </a:lnTo>
                  <a:lnTo>
                    <a:pt x="2697214" y="1257527"/>
                  </a:lnTo>
                  <a:lnTo>
                    <a:pt x="2696142" y="1257555"/>
                  </a:lnTo>
                  <a:lnTo>
                    <a:pt x="2695070" y="1257583"/>
                  </a:lnTo>
                  <a:lnTo>
                    <a:pt x="2693999" y="1257610"/>
                  </a:lnTo>
                  <a:lnTo>
                    <a:pt x="2692927" y="1257637"/>
                  </a:lnTo>
                  <a:lnTo>
                    <a:pt x="2691856" y="1257663"/>
                  </a:lnTo>
                  <a:lnTo>
                    <a:pt x="2690784" y="1257690"/>
                  </a:lnTo>
                  <a:lnTo>
                    <a:pt x="2689712" y="1257715"/>
                  </a:lnTo>
                  <a:lnTo>
                    <a:pt x="2688641" y="1257741"/>
                  </a:lnTo>
                  <a:lnTo>
                    <a:pt x="2687569" y="1257765"/>
                  </a:lnTo>
                  <a:lnTo>
                    <a:pt x="2686498" y="1257790"/>
                  </a:lnTo>
                  <a:lnTo>
                    <a:pt x="2685426" y="1257814"/>
                  </a:lnTo>
                  <a:lnTo>
                    <a:pt x="2684354" y="1257838"/>
                  </a:lnTo>
                  <a:lnTo>
                    <a:pt x="2683283" y="1257861"/>
                  </a:lnTo>
                  <a:lnTo>
                    <a:pt x="2682211" y="1257884"/>
                  </a:lnTo>
                  <a:lnTo>
                    <a:pt x="2681140" y="1257907"/>
                  </a:lnTo>
                  <a:lnTo>
                    <a:pt x="2680068" y="1257929"/>
                  </a:lnTo>
                  <a:lnTo>
                    <a:pt x="2678996" y="1257951"/>
                  </a:lnTo>
                  <a:lnTo>
                    <a:pt x="2677925" y="1257973"/>
                  </a:lnTo>
                  <a:lnTo>
                    <a:pt x="2676853" y="1257994"/>
                  </a:lnTo>
                  <a:lnTo>
                    <a:pt x="2675782" y="1258014"/>
                  </a:lnTo>
                  <a:lnTo>
                    <a:pt x="2674710" y="1258034"/>
                  </a:lnTo>
                  <a:lnTo>
                    <a:pt x="2673638" y="1258054"/>
                  </a:lnTo>
                  <a:lnTo>
                    <a:pt x="2672567" y="1258074"/>
                  </a:lnTo>
                  <a:lnTo>
                    <a:pt x="2671495" y="1258093"/>
                  </a:lnTo>
                  <a:lnTo>
                    <a:pt x="2670424" y="1258111"/>
                  </a:lnTo>
                  <a:lnTo>
                    <a:pt x="2669352" y="1258129"/>
                  </a:lnTo>
                  <a:lnTo>
                    <a:pt x="2668280" y="1258147"/>
                  </a:lnTo>
                  <a:lnTo>
                    <a:pt x="2667209" y="1258165"/>
                  </a:lnTo>
                  <a:lnTo>
                    <a:pt x="2666137" y="1258182"/>
                  </a:lnTo>
                  <a:lnTo>
                    <a:pt x="2665066" y="1258198"/>
                  </a:lnTo>
                  <a:lnTo>
                    <a:pt x="2663994" y="1258214"/>
                  </a:lnTo>
                  <a:lnTo>
                    <a:pt x="2662922" y="1258230"/>
                  </a:lnTo>
                  <a:lnTo>
                    <a:pt x="2661851" y="1258245"/>
                  </a:lnTo>
                  <a:lnTo>
                    <a:pt x="2660779" y="1258260"/>
                  </a:lnTo>
                  <a:lnTo>
                    <a:pt x="2659708" y="1258274"/>
                  </a:lnTo>
                  <a:lnTo>
                    <a:pt x="2658636" y="1258288"/>
                  </a:lnTo>
                  <a:lnTo>
                    <a:pt x="2657565" y="1258302"/>
                  </a:lnTo>
                  <a:lnTo>
                    <a:pt x="2656493" y="1258315"/>
                  </a:lnTo>
                  <a:lnTo>
                    <a:pt x="2655421" y="1258327"/>
                  </a:lnTo>
                  <a:lnTo>
                    <a:pt x="2654350" y="1258340"/>
                  </a:lnTo>
                  <a:lnTo>
                    <a:pt x="2653278" y="1258351"/>
                  </a:lnTo>
                  <a:lnTo>
                    <a:pt x="2652207" y="1258363"/>
                  </a:lnTo>
                  <a:lnTo>
                    <a:pt x="2651135" y="1258373"/>
                  </a:lnTo>
                  <a:lnTo>
                    <a:pt x="2650063" y="1258384"/>
                  </a:lnTo>
                  <a:lnTo>
                    <a:pt x="2648992" y="1258394"/>
                  </a:lnTo>
                  <a:lnTo>
                    <a:pt x="2647920" y="1258403"/>
                  </a:lnTo>
                  <a:lnTo>
                    <a:pt x="2646849" y="1258412"/>
                  </a:lnTo>
                  <a:lnTo>
                    <a:pt x="2645777" y="1258421"/>
                  </a:lnTo>
                  <a:lnTo>
                    <a:pt x="2644705" y="1258429"/>
                  </a:lnTo>
                  <a:lnTo>
                    <a:pt x="2643634" y="1258437"/>
                  </a:lnTo>
                  <a:lnTo>
                    <a:pt x="2642562" y="1258444"/>
                  </a:lnTo>
                  <a:lnTo>
                    <a:pt x="2641491" y="1258451"/>
                  </a:lnTo>
                  <a:lnTo>
                    <a:pt x="2640419" y="1258457"/>
                  </a:lnTo>
                  <a:lnTo>
                    <a:pt x="2639347" y="1258463"/>
                  </a:lnTo>
                  <a:lnTo>
                    <a:pt x="2638276" y="1258468"/>
                  </a:lnTo>
                  <a:lnTo>
                    <a:pt x="2637204" y="1258473"/>
                  </a:lnTo>
                  <a:lnTo>
                    <a:pt x="2636133" y="1258478"/>
                  </a:lnTo>
                  <a:lnTo>
                    <a:pt x="2635061" y="1258481"/>
                  </a:lnTo>
                  <a:lnTo>
                    <a:pt x="2633989" y="1258485"/>
                  </a:lnTo>
                  <a:lnTo>
                    <a:pt x="2632918" y="1258488"/>
                  </a:lnTo>
                  <a:lnTo>
                    <a:pt x="2631846" y="1258490"/>
                  </a:lnTo>
                  <a:lnTo>
                    <a:pt x="2630775" y="1258492"/>
                  </a:lnTo>
                  <a:lnTo>
                    <a:pt x="2629703" y="1258494"/>
                  </a:lnTo>
                  <a:lnTo>
                    <a:pt x="2628631" y="1258495"/>
                  </a:lnTo>
                  <a:lnTo>
                    <a:pt x="2627560" y="1258495"/>
                  </a:lnTo>
                  <a:lnTo>
                    <a:pt x="2626488" y="1258495"/>
                  </a:lnTo>
                  <a:lnTo>
                    <a:pt x="2625417" y="1258495"/>
                  </a:lnTo>
                  <a:lnTo>
                    <a:pt x="2624345" y="1258494"/>
                  </a:lnTo>
                  <a:lnTo>
                    <a:pt x="2623273" y="1258493"/>
                  </a:lnTo>
                  <a:lnTo>
                    <a:pt x="2622202" y="1258491"/>
                  </a:lnTo>
                  <a:lnTo>
                    <a:pt x="2621130" y="1258488"/>
                  </a:lnTo>
                  <a:lnTo>
                    <a:pt x="2620059" y="1258485"/>
                  </a:lnTo>
                  <a:lnTo>
                    <a:pt x="2618987" y="1258482"/>
                  </a:lnTo>
                  <a:lnTo>
                    <a:pt x="2617915" y="1258478"/>
                  </a:lnTo>
                  <a:lnTo>
                    <a:pt x="2616844" y="1258473"/>
                  </a:lnTo>
                  <a:lnTo>
                    <a:pt x="2615772" y="1258468"/>
                  </a:lnTo>
                  <a:lnTo>
                    <a:pt x="2614701" y="1258463"/>
                  </a:lnTo>
                  <a:lnTo>
                    <a:pt x="2613629" y="1258457"/>
                  </a:lnTo>
                  <a:lnTo>
                    <a:pt x="2612557" y="1258450"/>
                  </a:lnTo>
                  <a:lnTo>
                    <a:pt x="2611486" y="1258443"/>
                  </a:lnTo>
                  <a:lnTo>
                    <a:pt x="2610414" y="1258436"/>
                  </a:lnTo>
                  <a:lnTo>
                    <a:pt x="2609343" y="1258428"/>
                  </a:lnTo>
                  <a:lnTo>
                    <a:pt x="2608271" y="1258419"/>
                  </a:lnTo>
                  <a:lnTo>
                    <a:pt x="2607199" y="1258410"/>
                  </a:lnTo>
                  <a:lnTo>
                    <a:pt x="2606128" y="1258400"/>
                  </a:lnTo>
                  <a:lnTo>
                    <a:pt x="2605056" y="1258390"/>
                  </a:lnTo>
                  <a:lnTo>
                    <a:pt x="2603985" y="1258379"/>
                  </a:lnTo>
                  <a:lnTo>
                    <a:pt x="2602913" y="1258368"/>
                  </a:lnTo>
                  <a:lnTo>
                    <a:pt x="2601841" y="1258356"/>
                  </a:lnTo>
                  <a:lnTo>
                    <a:pt x="2600770" y="1258344"/>
                  </a:lnTo>
                  <a:lnTo>
                    <a:pt x="2599698" y="1258331"/>
                  </a:lnTo>
                  <a:lnTo>
                    <a:pt x="2598627" y="1258318"/>
                  </a:lnTo>
                  <a:lnTo>
                    <a:pt x="2597555" y="1258304"/>
                  </a:lnTo>
                  <a:lnTo>
                    <a:pt x="2596483" y="1258289"/>
                  </a:lnTo>
                  <a:lnTo>
                    <a:pt x="2595412" y="1258274"/>
                  </a:lnTo>
                  <a:lnTo>
                    <a:pt x="2594340" y="1258259"/>
                  </a:lnTo>
                  <a:lnTo>
                    <a:pt x="2593269" y="1258243"/>
                  </a:lnTo>
                  <a:lnTo>
                    <a:pt x="2592197" y="1258226"/>
                  </a:lnTo>
                  <a:lnTo>
                    <a:pt x="2591125" y="1258209"/>
                  </a:lnTo>
                  <a:lnTo>
                    <a:pt x="2590054" y="1258191"/>
                  </a:lnTo>
                  <a:lnTo>
                    <a:pt x="2588982" y="1258172"/>
                  </a:lnTo>
                  <a:lnTo>
                    <a:pt x="2587911" y="1258153"/>
                  </a:lnTo>
                  <a:lnTo>
                    <a:pt x="2586839" y="1258134"/>
                  </a:lnTo>
                  <a:lnTo>
                    <a:pt x="2585767" y="1258114"/>
                  </a:lnTo>
                  <a:lnTo>
                    <a:pt x="2584696" y="1258093"/>
                  </a:lnTo>
                  <a:lnTo>
                    <a:pt x="2583624" y="1258072"/>
                  </a:lnTo>
                  <a:lnTo>
                    <a:pt x="2582553" y="1258050"/>
                  </a:lnTo>
                  <a:lnTo>
                    <a:pt x="2581481" y="1258028"/>
                  </a:lnTo>
                  <a:lnTo>
                    <a:pt x="2580409" y="1258005"/>
                  </a:lnTo>
                  <a:lnTo>
                    <a:pt x="2579338" y="1257982"/>
                  </a:lnTo>
                  <a:lnTo>
                    <a:pt x="2578266" y="1257957"/>
                  </a:lnTo>
                  <a:lnTo>
                    <a:pt x="2577195" y="1257933"/>
                  </a:lnTo>
                  <a:lnTo>
                    <a:pt x="2576123" y="1257908"/>
                  </a:lnTo>
                  <a:lnTo>
                    <a:pt x="2575051" y="1257882"/>
                  </a:lnTo>
                  <a:lnTo>
                    <a:pt x="2573980" y="1257855"/>
                  </a:lnTo>
                  <a:lnTo>
                    <a:pt x="2572908" y="1257828"/>
                  </a:lnTo>
                  <a:lnTo>
                    <a:pt x="2571837" y="1257801"/>
                  </a:lnTo>
                  <a:lnTo>
                    <a:pt x="2570765" y="1257773"/>
                  </a:lnTo>
                  <a:lnTo>
                    <a:pt x="2569693" y="1257744"/>
                  </a:lnTo>
                  <a:lnTo>
                    <a:pt x="2568622" y="1257714"/>
                  </a:lnTo>
                  <a:lnTo>
                    <a:pt x="2567550" y="1257684"/>
                  </a:lnTo>
                  <a:lnTo>
                    <a:pt x="2566479" y="1257654"/>
                  </a:lnTo>
                  <a:lnTo>
                    <a:pt x="2565407" y="1257623"/>
                  </a:lnTo>
                  <a:lnTo>
                    <a:pt x="2564335" y="1257591"/>
                  </a:lnTo>
                  <a:lnTo>
                    <a:pt x="2563264" y="1257559"/>
                  </a:lnTo>
                  <a:lnTo>
                    <a:pt x="2562192" y="1257526"/>
                  </a:lnTo>
                  <a:lnTo>
                    <a:pt x="2561121" y="1257492"/>
                  </a:lnTo>
                  <a:lnTo>
                    <a:pt x="2560049" y="1257458"/>
                  </a:lnTo>
                  <a:lnTo>
                    <a:pt x="2558977" y="1257423"/>
                  </a:lnTo>
                  <a:lnTo>
                    <a:pt x="2557906" y="1257388"/>
                  </a:lnTo>
                  <a:lnTo>
                    <a:pt x="2556834" y="1257352"/>
                  </a:lnTo>
                  <a:lnTo>
                    <a:pt x="2555763" y="1257315"/>
                  </a:lnTo>
                  <a:lnTo>
                    <a:pt x="2554691" y="1257278"/>
                  </a:lnTo>
                  <a:lnTo>
                    <a:pt x="2553619" y="1257240"/>
                  </a:lnTo>
                  <a:lnTo>
                    <a:pt x="2552548" y="1257201"/>
                  </a:lnTo>
                  <a:lnTo>
                    <a:pt x="2551476" y="1257162"/>
                  </a:lnTo>
                  <a:lnTo>
                    <a:pt x="2550405" y="1257122"/>
                  </a:lnTo>
                  <a:lnTo>
                    <a:pt x="2549333" y="1257082"/>
                  </a:lnTo>
                  <a:lnTo>
                    <a:pt x="2548261" y="1257041"/>
                  </a:lnTo>
                  <a:lnTo>
                    <a:pt x="2547190" y="1256999"/>
                  </a:lnTo>
                  <a:lnTo>
                    <a:pt x="2546118" y="1256957"/>
                  </a:lnTo>
                  <a:lnTo>
                    <a:pt x="2545047" y="1256914"/>
                  </a:lnTo>
                  <a:lnTo>
                    <a:pt x="2543975" y="1256870"/>
                  </a:lnTo>
                  <a:lnTo>
                    <a:pt x="2542903" y="1256826"/>
                  </a:lnTo>
                  <a:lnTo>
                    <a:pt x="2541832" y="1256781"/>
                  </a:lnTo>
                  <a:lnTo>
                    <a:pt x="2540760" y="1256736"/>
                  </a:lnTo>
                  <a:lnTo>
                    <a:pt x="2539689" y="1256689"/>
                  </a:lnTo>
                  <a:lnTo>
                    <a:pt x="2538617" y="1256643"/>
                  </a:lnTo>
                  <a:lnTo>
                    <a:pt x="2537545" y="1256595"/>
                  </a:lnTo>
                  <a:lnTo>
                    <a:pt x="2536474" y="1256547"/>
                  </a:lnTo>
                  <a:lnTo>
                    <a:pt x="2535402" y="1256498"/>
                  </a:lnTo>
                  <a:lnTo>
                    <a:pt x="2534331" y="1256449"/>
                  </a:lnTo>
                  <a:lnTo>
                    <a:pt x="2533259" y="1256399"/>
                  </a:lnTo>
                  <a:lnTo>
                    <a:pt x="2532187" y="1256348"/>
                  </a:lnTo>
                  <a:lnTo>
                    <a:pt x="2531116" y="1256297"/>
                  </a:lnTo>
                  <a:lnTo>
                    <a:pt x="2530044" y="1256245"/>
                  </a:lnTo>
                  <a:lnTo>
                    <a:pt x="2528973" y="1256192"/>
                  </a:lnTo>
                  <a:lnTo>
                    <a:pt x="2527901" y="1256138"/>
                  </a:lnTo>
                  <a:lnTo>
                    <a:pt x="2526829" y="1256084"/>
                  </a:lnTo>
                  <a:lnTo>
                    <a:pt x="2525758" y="1256030"/>
                  </a:lnTo>
                  <a:lnTo>
                    <a:pt x="2524686" y="1255974"/>
                  </a:lnTo>
                  <a:lnTo>
                    <a:pt x="2523615" y="1255918"/>
                  </a:lnTo>
                  <a:lnTo>
                    <a:pt x="2522543" y="1255861"/>
                  </a:lnTo>
                  <a:lnTo>
                    <a:pt x="2521471" y="1255804"/>
                  </a:lnTo>
                  <a:lnTo>
                    <a:pt x="2520400" y="1255746"/>
                  </a:lnTo>
                  <a:lnTo>
                    <a:pt x="2519328" y="1255687"/>
                  </a:lnTo>
                  <a:lnTo>
                    <a:pt x="2518257" y="1255627"/>
                  </a:lnTo>
                  <a:lnTo>
                    <a:pt x="2517185" y="1255567"/>
                  </a:lnTo>
                  <a:lnTo>
                    <a:pt x="2516113" y="1255506"/>
                  </a:lnTo>
                  <a:lnTo>
                    <a:pt x="2515042" y="1255445"/>
                  </a:lnTo>
                  <a:lnTo>
                    <a:pt x="2513970" y="1255382"/>
                  </a:lnTo>
                  <a:lnTo>
                    <a:pt x="2512899" y="1255319"/>
                  </a:lnTo>
                  <a:lnTo>
                    <a:pt x="2511827" y="1255256"/>
                  </a:lnTo>
                  <a:lnTo>
                    <a:pt x="2510755" y="1255191"/>
                  </a:lnTo>
                  <a:lnTo>
                    <a:pt x="2509684" y="1255126"/>
                  </a:lnTo>
                  <a:lnTo>
                    <a:pt x="2508612" y="1255061"/>
                  </a:lnTo>
                  <a:lnTo>
                    <a:pt x="2507541" y="1254994"/>
                  </a:lnTo>
                  <a:lnTo>
                    <a:pt x="2506469" y="1254927"/>
                  </a:lnTo>
                  <a:lnTo>
                    <a:pt x="2505397" y="1254859"/>
                  </a:lnTo>
                  <a:lnTo>
                    <a:pt x="2504326" y="1254791"/>
                  </a:lnTo>
                  <a:lnTo>
                    <a:pt x="2503254" y="1254721"/>
                  </a:lnTo>
                  <a:lnTo>
                    <a:pt x="2502183" y="1254651"/>
                  </a:lnTo>
                  <a:lnTo>
                    <a:pt x="2501111" y="1254581"/>
                  </a:lnTo>
                  <a:lnTo>
                    <a:pt x="2500039" y="1254509"/>
                  </a:lnTo>
                  <a:lnTo>
                    <a:pt x="2498968" y="1254437"/>
                  </a:lnTo>
                  <a:lnTo>
                    <a:pt x="2497896" y="1254364"/>
                  </a:lnTo>
                  <a:lnTo>
                    <a:pt x="2496825" y="1254291"/>
                  </a:lnTo>
                  <a:lnTo>
                    <a:pt x="2495753" y="1254216"/>
                  </a:lnTo>
                  <a:lnTo>
                    <a:pt x="2494681" y="1254141"/>
                  </a:lnTo>
                  <a:lnTo>
                    <a:pt x="2493610" y="1254065"/>
                  </a:lnTo>
                  <a:lnTo>
                    <a:pt x="2492538" y="1253989"/>
                  </a:lnTo>
                  <a:lnTo>
                    <a:pt x="2491467" y="1253912"/>
                  </a:lnTo>
                  <a:lnTo>
                    <a:pt x="2490395" y="1253834"/>
                  </a:lnTo>
                  <a:lnTo>
                    <a:pt x="2489323" y="1253755"/>
                  </a:lnTo>
                  <a:lnTo>
                    <a:pt x="2488252" y="1253676"/>
                  </a:lnTo>
                  <a:lnTo>
                    <a:pt x="2487180" y="1253595"/>
                  </a:lnTo>
                  <a:lnTo>
                    <a:pt x="2486109" y="1253515"/>
                  </a:lnTo>
                  <a:lnTo>
                    <a:pt x="2485037" y="1253433"/>
                  </a:lnTo>
                  <a:lnTo>
                    <a:pt x="2483966" y="1253350"/>
                  </a:lnTo>
                  <a:lnTo>
                    <a:pt x="2482894" y="1253267"/>
                  </a:lnTo>
                  <a:lnTo>
                    <a:pt x="2481822" y="1253183"/>
                  </a:lnTo>
                  <a:lnTo>
                    <a:pt x="2480751" y="1253099"/>
                  </a:lnTo>
                  <a:lnTo>
                    <a:pt x="2479679" y="1253013"/>
                  </a:lnTo>
                  <a:lnTo>
                    <a:pt x="2478608" y="1252927"/>
                  </a:lnTo>
                  <a:lnTo>
                    <a:pt x="2477536" y="1252840"/>
                  </a:lnTo>
                  <a:lnTo>
                    <a:pt x="2476464" y="1252753"/>
                  </a:lnTo>
                  <a:lnTo>
                    <a:pt x="2475393" y="1252664"/>
                  </a:lnTo>
                  <a:lnTo>
                    <a:pt x="2474321" y="1252575"/>
                  </a:lnTo>
                  <a:lnTo>
                    <a:pt x="2473250" y="1252485"/>
                  </a:lnTo>
                  <a:lnTo>
                    <a:pt x="2472178" y="1252394"/>
                  </a:lnTo>
                  <a:lnTo>
                    <a:pt x="2471106" y="1252303"/>
                  </a:lnTo>
                  <a:lnTo>
                    <a:pt x="2470035" y="1252211"/>
                  </a:lnTo>
                  <a:lnTo>
                    <a:pt x="2468963" y="1252118"/>
                  </a:lnTo>
                  <a:lnTo>
                    <a:pt x="2467892" y="1252024"/>
                  </a:lnTo>
                  <a:lnTo>
                    <a:pt x="2466820" y="1251929"/>
                  </a:lnTo>
                  <a:lnTo>
                    <a:pt x="2465748" y="1251834"/>
                  </a:lnTo>
                  <a:lnTo>
                    <a:pt x="2464677" y="1251738"/>
                  </a:lnTo>
                  <a:lnTo>
                    <a:pt x="2463605" y="1251641"/>
                  </a:lnTo>
                  <a:lnTo>
                    <a:pt x="2462534" y="1251543"/>
                  </a:lnTo>
                  <a:lnTo>
                    <a:pt x="2461462" y="1251445"/>
                  </a:lnTo>
                  <a:lnTo>
                    <a:pt x="2460390" y="1251345"/>
                  </a:lnTo>
                  <a:lnTo>
                    <a:pt x="2459319" y="1251245"/>
                  </a:lnTo>
                  <a:lnTo>
                    <a:pt x="2458247" y="1251145"/>
                  </a:lnTo>
                  <a:lnTo>
                    <a:pt x="2457176" y="1251043"/>
                  </a:lnTo>
                  <a:lnTo>
                    <a:pt x="2456104" y="1250941"/>
                  </a:lnTo>
                  <a:lnTo>
                    <a:pt x="2455032" y="1250837"/>
                  </a:lnTo>
                  <a:lnTo>
                    <a:pt x="2453961" y="1250733"/>
                  </a:lnTo>
                  <a:lnTo>
                    <a:pt x="2452889" y="1250628"/>
                  </a:lnTo>
                  <a:lnTo>
                    <a:pt x="2451818" y="1250523"/>
                  </a:lnTo>
                  <a:lnTo>
                    <a:pt x="2450746" y="1250416"/>
                  </a:lnTo>
                  <a:lnTo>
                    <a:pt x="2449674" y="1250309"/>
                  </a:lnTo>
                  <a:lnTo>
                    <a:pt x="2448603" y="1250201"/>
                  </a:lnTo>
                  <a:lnTo>
                    <a:pt x="2447531" y="1250092"/>
                  </a:lnTo>
                  <a:lnTo>
                    <a:pt x="2446460" y="1249983"/>
                  </a:lnTo>
                  <a:lnTo>
                    <a:pt x="2445388" y="1249872"/>
                  </a:lnTo>
                  <a:lnTo>
                    <a:pt x="2444316" y="1249761"/>
                  </a:lnTo>
                  <a:lnTo>
                    <a:pt x="2443245" y="1249649"/>
                  </a:lnTo>
                  <a:lnTo>
                    <a:pt x="2442173" y="1249536"/>
                  </a:lnTo>
                  <a:lnTo>
                    <a:pt x="2441102" y="1249422"/>
                  </a:lnTo>
                  <a:lnTo>
                    <a:pt x="2440030" y="1249308"/>
                  </a:lnTo>
                  <a:lnTo>
                    <a:pt x="2438958" y="1249193"/>
                  </a:lnTo>
                  <a:lnTo>
                    <a:pt x="2437887" y="1249076"/>
                  </a:lnTo>
                  <a:lnTo>
                    <a:pt x="2436815" y="1248959"/>
                  </a:lnTo>
                  <a:lnTo>
                    <a:pt x="2435744" y="1248842"/>
                  </a:lnTo>
                  <a:lnTo>
                    <a:pt x="2434672" y="1248723"/>
                  </a:lnTo>
                  <a:lnTo>
                    <a:pt x="2433600" y="1248603"/>
                  </a:lnTo>
                  <a:lnTo>
                    <a:pt x="2432529" y="1248483"/>
                  </a:lnTo>
                  <a:lnTo>
                    <a:pt x="2431457" y="1248362"/>
                  </a:lnTo>
                  <a:lnTo>
                    <a:pt x="2430386" y="1248240"/>
                  </a:lnTo>
                  <a:lnTo>
                    <a:pt x="2429314" y="1248117"/>
                  </a:lnTo>
                  <a:lnTo>
                    <a:pt x="2428242" y="1247993"/>
                  </a:lnTo>
                  <a:lnTo>
                    <a:pt x="2427171" y="1247869"/>
                  </a:lnTo>
                  <a:lnTo>
                    <a:pt x="2426099" y="1247744"/>
                  </a:lnTo>
                  <a:lnTo>
                    <a:pt x="2425028" y="1247617"/>
                  </a:lnTo>
                  <a:lnTo>
                    <a:pt x="2423956" y="1247490"/>
                  </a:lnTo>
                  <a:lnTo>
                    <a:pt x="2422884" y="1247363"/>
                  </a:lnTo>
                  <a:lnTo>
                    <a:pt x="2421813" y="1247234"/>
                  </a:lnTo>
                  <a:lnTo>
                    <a:pt x="2420741" y="1247104"/>
                  </a:lnTo>
                  <a:lnTo>
                    <a:pt x="2419670" y="1246974"/>
                  </a:lnTo>
                  <a:lnTo>
                    <a:pt x="2418598" y="1246842"/>
                  </a:lnTo>
                  <a:lnTo>
                    <a:pt x="2417526" y="1246710"/>
                  </a:lnTo>
                  <a:lnTo>
                    <a:pt x="2416455" y="1246577"/>
                  </a:lnTo>
                  <a:lnTo>
                    <a:pt x="2415383" y="1246443"/>
                  </a:lnTo>
                  <a:lnTo>
                    <a:pt x="2414312" y="1246309"/>
                  </a:lnTo>
                  <a:lnTo>
                    <a:pt x="2413240" y="1246173"/>
                  </a:lnTo>
                  <a:lnTo>
                    <a:pt x="2412168" y="1246036"/>
                  </a:lnTo>
                  <a:lnTo>
                    <a:pt x="2411097" y="1245899"/>
                  </a:lnTo>
                  <a:lnTo>
                    <a:pt x="2410025" y="1245761"/>
                  </a:lnTo>
                  <a:lnTo>
                    <a:pt x="2408954" y="1245622"/>
                  </a:lnTo>
                  <a:lnTo>
                    <a:pt x="2407882" y="1245482"/>
                  </a:lnTo>
                  <a:lnTo>
                    <a:pt x="2406810" y="1245341"/>
                  </a:lnTo>
                  <a:lnTo>
                    <a:pt x="2405739" y="1245199"/>
                  </a:lnTo>
                  <a:lnTo>
                    <a:pt x="2404667" y="1245057"/>
                  </a:lnTo>
                  <a:lnTo>
                    <a:pt x="2403596" y="1244913"/>
                  </a:lnTo>
                  <a:lnTo>
                    <a:pt x="2402524" y="1244769"/>
                  </a:lnTo>
                  <a:lnTo>
                    <a:pt x="2401452" y="1244624"/>
                  </a:lnTo>
                  <a:lnTo>
                    <a:pt x="2400381" y="1244477"/>
                  </a:lnTo>
                  <a:lnTo>
                    <a:pt x="2399309" y="1244330"/>
                  </a:lnTo>
                  <a:lnTo>
                    <a:pt x="2398238" y="1244182"/>
                  </a:lnTo>
                  <a:lnTo>
                    <a:pt x="2397166" y="1244034"/>
                  </a:lnTo>
                  <a:lnTo>
                    <a:pt x="2396094" y="1243884"/>
                  </a:lnTo>
                  <a:lnTo>
                    <a:pt x="2395023" y="1243733"/>
                  </a:lnTo>
                  <a:lnTo>
                    <a:pt x="2393951" y="1243582"/>
                  </a:lnTo>
                  <a:lnTo>
                    <a:pt x="2392880" y="1243429"/>
                  </a:lnTo>
                  <a:lnTo>
                    <a:pt x="2391808" y="1243276"/>
                  </a:lnTo>
                  <a:lnTo>
                    <a:pt x="2390736" y="1243122"/>
                  </a:lnTo>
                  <a:lnTo>
                    <a:pt x="2389665" y="1242967"/>
                  </a:lnTo>
                  <a:lnTo>
                    <a:pt x="2388593" y="1242811"/>
                  </a:lnTo>
                  <a:lnTo>
                    <a:pt x="2387522" y="1242654"/>
                  </a:lnTo>
                  <a:lnTo>
                    <a:pt x="2386450" y="1242496"/>
                  </a:lnTo>
                  <a:lnTo>
                    <a:pt x="2385378" y="1242337"/>
                  </a:lnTo>
                  <a:lnTo>
                    <a:pt x="2384307" y="1242178"/>
                  </a:lnTo>
                  <a:lnTo>
                    <a:pt x="2383235" y="1242017"/>
                  </a:lnTo>
                  <a:lnTo>
                    <a:pt x="2382164" y="1241856"/>
                  </a:lnTo>
                  <a:lnTo>
                    <a:pt x="2381092" y="1241693"/>
                  </a:lnTo>
                  <a:lnTo>
                    <a:pt x="2380020" y="1241530"/>
                  </a:lnTo>
                  <a:lnTo>
                    <a:pt x="2378949" y="1241366"/>
                  </a:lnTo>
                  <a:lnTo>
                    <a:pt x="2377877" y="1241201"/>
                  </a:lnTo>
                  <a:lnTo>
                    <a:pt x="2376806" y="1241034"/>
                  </a:lnTo>
                  <a:lnTo>
                    <a:pt x="2375734" y="1240867"/>
                  </a:lnTo>
                  <a:lnTo>
                    <a:pt x="2374662" y="1240700"/>
                  </a:lnTo>
                  <a:lnTo>
                    <a:pt x="2373591" y="1240531"/>
                  </a:lnTo>
                  <a:lnTo>
                    <a:pt x="2372519" y="1240361"/>
                  </a:lnTo>
                  <a:lnTo>
                    <a:pt x="2371448" y="1240190"/>
                  </a:lnTo>
                  <a:lnTo>
                    <a:pt x="2370376" y="1240018"/>
                  </a:lnTo>
                  <a:lnTo>
                    <a:pt x="2369304" y="1239846"/>
                  </a:lnTo>
                  <a:lnTo>
                    <a:pt x="2368233" y="1239672"/>
                  </a:lnTo>
                  <a:lnTo>
                    <a:pt x="2367161" y="1239498"/>
                  </a:lnTo>
                  <a:lnTo>
                    <a:pt x="2366090" y="1239322"/>
                  </a:lnTo>
                  <a:lnTo>
                    <a:pt x="2365018" y="1239146"/>
                  </a:lnTo>
                  <a:lnTo>
                    <a:pt x="2363946" y="1238969"/>
                  </a:lnTo>
                  <a:lnTo>
                    <a:pt x="2362875" y="1238790"/>
                  </a:lnTo>
                  <a:lnTo>
                    <a:pt x="2361803" y="1238611"/>
                  </a:lnTo>
                  <a:lnTo>
                    <a:pt x="2360732" y="1238431"/>
                  </a:lnTo>
                  <a:lnTo>
                    <a:pt x="2359660" y="1238250"/>
                  </a:lnTo>
                  <a:lnTo>
                    <a:pt x="2358588" y="1238068"/>
                  </a:lnTo>
                  <a:lnTo>
                    <a:pt x="2357517" y="1237885"/>
                  </a:lnTo>
                  <a:lnTo>
                    <a:pt x="2356445" y="1237701"/>
                  </a:lnTo>
                  <a:lnTo>
                    <a:pt x="2355374" y="1237516"/>
                  </a:lnTo>
                  <a:lnTo>
                    <a:pt x="2354302" y="1237330"/>
                  </a:lnTo>
                  <a:lnTo>
                    <a:pt x="2353230" y="1237143"/>
                  </a:lnTo>
                  <a:lnTo>
                    <a:pt x="2352159" y="1236955"/>
                  </a:lnTo>
                  <a:lnTo>
                    <a:pt x="2351087" y="1236766"/>
                  </a:lnTo>
                  <a:lnTo>
                    <a:pt x="2350016" y="1236577"/>
                  </a:lnTo>
                  <a:lnTo>
                    <a:pt x="2348944" y="1236386"/>
                  </a:lnTo>
                  <a:lnTo>
                    <a:pt x="2347872" y="1236194"/>
                  </a:lnTo>
                  <a:lnTo>
                    <a:pt x="2346801" y="1236002"/>
                  </a:lnTo>
                  <a:lnTo>
                    <a:pt x="2345729" y="1235808"/>
                  </a:lnTo>
                  <a:lnTo>
                    <a:pt x="2344658" y="1235613"/>
                  </a:lnTo>
                  <a:lnTo>
                    <a:pt x="2343586" y="1235418"/>
                  </a:lnTo>
                  <a:lnTo>
                    <a:pt x="2342514" y="1235221"/>
                  </a:lnTo>
                  <a:lnTo>
                    <a:pt x="2341443" y="1235024"/>
                  </a:lnTo>
                  <a:lnTo>
                    <a:pt x="2340371" y="1234825"/>
                  </a:lnTo>
                  <a:lnTo>
                    <a:pt x="2339300" y="1234625"/>
                  </a:lnTo>
                  <a:lnTo>
                    <a:pt x="2338228" y="1234425"/>
                  </a:lnTo>
                  <a:lnTo>
                    <a:pt x="2337156" y="1234223"/>
                  </a:lnTo>
                  <a:lnTo>
                    <a:pt x="2336085" y="1234021"/>
                  </a:lnTo>
                  <a:lnTo>
                    <a:pt x="2335013" y="1233818"/>
                  </a:lnTo>
                  <a:lnTo>
                    <a:pt x="2333942" y="1233613"/>
                  </a:lnTo>
                  <a:lnTo>
                    <a:pt x="2332870" y="1233408"/>
                  </a:lnTo>
                  <a:lnTo>
                    <a:pt x="2331798" y="1233201"/>
                  </a:lnTo>
                  <a:lnTo>
                    <a:pt x="2330727" y="1232994"/>
                  </a:lnTo>
                  <a:lnTo>
                    <a:pt x="2329655" y="1232785"/>
                  </a:lnTo>
                  <a:lnTo>
                    <a:pt x="2328584" y="1232576"/>
                  </a:lnTo>
                  <a:lnTo>
                    <a:pt x="2327512" y="1232365"/>
                  </a:lnTo>
                  <a:lnTo>
                    <a:pt x="2326440" y="1232154"/>
                  </a:lnTo>
                  <a:lnTo>
                    <a:pt x="2325369" y="1231941"/>
                  </a:lnTo>
                  <a:lnTo>
                    <a:pt x="2324297" y="1231728"/>
                  </a:lnTo>
                  <a:lnTo>
                    <a:pt x="2323226" y="1231514"/>
                  </a:lnTo>
                  <a:lnTo>
                    <a:pt x="2322154" y="1231298"/>
                  </a:lnTo>
                  <a:lnTo>
                    <a:pt x="2321082" y="1231082"/>
                  </a:lnTo>
                  <a:lnTo>
                    <a:pt x="2320011" y="1230864"/>
                  </a:lnTo>
                  <a:lnTo>
                    <a:pt x="2318939" y="1230646"/>
                  </a:lnTo>
                  <a:lnTo>
                    <a:pt x="2317868" y="1230426"/>
                  </a:lnTo>
                  <a:lnTo>
                    <a:pt x="2316796" y="1230206"/>
                  </a:lnTo>
                  <a:lnTo>
                    <a:pt x="2315724" y="1229984"/>
                  </a:lnTo>
                  <a:lnTo>
                    <a:pt x="2314653" y="1229761"/>
                  </a:lnTo>
                  <a:lnTo>
                    <a:pt x="2313581" y="1229538"/>
                  </a:lnTo>
                  <a:lnTo>
                    <a:pt x="2312510" y="1229313"/>
                  </a:lnTo>
                  <a:lnTo>
                    <a:pt x="2311438" y="1229088"/>
                  </a:lnTo>
                  <a:lnTo>
                    <a:pt x="2310366" y="1228861"/>
                  </a:lnTo>
                  <a:lnTo>
                    <a:pt x="2309295" y="1228633"/>
                  </a:lnTo>
                  <a:lnTo>
                    <a:pt x="2308223" y="1228405"/>
                  </a:lnTo>
                  <a:lnTo>
                    <a:pt x="2307152" y="1228175"/>
                  </a:lnTo>
                  <a:lnTo>
                    <a:pt x="2306080" y="1227944"/>
                  </a:lnTo>
                  <a:lnTo>
                    <a:pt x="2305009" y="1227712"/>
                  </a:lnTo>
                  <a:lnTo>
                    <a:pt x="2303937" y="1227479"/>
                  </a:lnTo>
                  <a:lnTo>
                    <a:pt x="2302865" y="1227246"/>
                  </a:lnTo>
                  <a:lnTo>
                    <a:pt x="2301794" y="1227011"/>
                  </a:lnTo>
                  <a:lnTo>
                    <a:pt x="2300722" y="1226775"/>
                  </a:lnTo>
                  <a:lnTo>
                    <a:pt x="2299651" y="1226538"/>
                  </a:lnTo>
                  <a:lnTo>
                    <a:pt x="2298579" y="1226300"/>
                  </a:lnTo>
                  <a:lnTo>
                    <a:pt x="2297507" y="1226061"/>
                  </a:lnTo>
                  <a:lnTo>
                    <a:pt x="2296436" y="1225821"/>
                  </a:lnTo>
                  <a:lnTo>
                    <a:pt x="2295364" y="1225579"/>
                  </a:lnTo>
                  <a:lnTo>
                    <a:pt x="2294293" y="1225337"/>
                  </a:lnTo>
                  <a:lnTo>
                    <a:pt x="2293221" y="1225094"/>
                  </a:lnTo>
                  <a:lnTo>
                    <a:pt x="2292149" y="1224850"/>
                  </a:lnTo>
                  <a:lnTo>
                    <a:pt x="2291078" y="1224604"/>
                  </a:lnTo>
                  <a:lnTo>
                    <a:pt x="2290006" y="1224358"/>
                  </a:lnTo>
                  <a:lnTo>
                    <a:pt x="2288935" y="1224110"/>
                  </a:lnTo>
                  <a:lnTo>
                    <a:pt x="2287863" y="1223862"/>
                  </a:lnTo>
                  <a:lnTo>
                    <a:pt x="2286791" y="1223612"/>
                  </a:lnTo>
                  <a:lnTo>
                    <a:pt x="2285720" y="1223362"/>
                  </a:lnTo>
                  <a:lnTo>
                    <a:pt x="2284648" y="1223110"/>
                  </a:lnTo>
                  <a:lnTo>
                    <a:pt x="2283577" y="1222857"/>
                  </a:lnTo>
                  <a:lnTo>
                    <a:pt x="2282505" y="1222604"/>
                  </a:lnTo>
                  <a:lnTo>
                    <a:pt x="2281433" y="1222349"/>
                  </a:lnTo>
                  <a:lnTo>
                    <a:pt x="2280362" y="1222093"/>
                  </a:lnTo>
                  <a:lnTo>
                    <a:pt x="2279290" y="1221836"/>
                  </a:lnTo>
                  <a:lnTo>
                    <a:pt x="2278219" y="1221578"/>
                  </a:lnTo>
                  <a:lnTo>
                    <a:pt x="2277147" y="1221319"/>
                  </a:lnTo>
                  <a:lnTo>
                    <a:pt x="2276075" y="1221059"/>
                  </a:lnTo>
                  <a:lnTo>
                    <a:pt x="2275004" y="1220797"/>
                  </a:lnTo>
                  <a:lnTo>
                    <a:pt x="2273932" y="1220535"/>
                  </a:lnTo>
                  <a:lnTo>
                    <a:pt x="2272861" y="1220272"/>
                  </a:lnTo>
                  <a:lnTo>
                    <a:pt x="2271789" y="1220007"/>
                  </a:lnTo>
                  <a:lnTo>
                    <a:pt x="2270717" y="1219742"/>
                  </a:lnTo>
                  <a:lnTo>
                    <a:pt x="2269646" y="1219475"/>
                  </a:lnTo>
                  <a:lnTo>
                    <a:pt x="2268574" y="1219208"/>
                  </a:lnTo>
                  <a:lnTo>
                    <a:pt x="2267503" y="1218939"/>
                  </a:lnTo>
                  <a:lnTo>
                    <a:pt x="2266431" y="1218669"/>
                  </a:lnTo>
                  <a:lnTo>
                    <a:pt x="2265359" y="1218398"/>
                  </a:lnTo>
                  <a:lnTo>
                    <a:pt x="2264288" y="1218126"/>
                  </a:lnTo>
                  <a:lnTo>
                    <a:pt x="2263216" y="1217853"/>
                  </a:lnTo>
                  <a:lnTo>
                    <a:pt x="2262145" y="1217579"/>
                  </a:lnTo>
                  <a:lnTo>
                    <a:pt x="2261073" y="1217304"/>
                  </a:lnTo>
                  <a:lnTo>
                    <a:pt x="2260001" y="1217028"/>
                  </a:lnTo>
                  <a:lnTo>
                    <a:pt x="2258930" y="1216750"/>
                  </a:lnTo>
                  <a:lnTo>
                    <a:pt x="2257858" y="1216472"/>
                  </a:lnTo>
                  <a:lnTo>
                    <a:pt x="2256787" y="1216192"/>
                  </a:lnTo>
                  <a:lnTo>
                    <a:pt x="2255715" y="1215912"/>
                  </a:lnTo>
                  <a:lnTo>
                    <a:pt x="2254643" y="1215630"/>
                  </a:lnTo>
                  <a:lnTo>
                    <a:pt x="2253572" y="1215347"/>
                  </a:lnTo>
                  <a:lnTo>
                    <a:pt x="2252500" y="1215063"/>
                  </a:lnTo>
                  <a:lnTo>
                    <a:pt x="2251429" y="1214778"/>
                  </a:lnTo>
                  <a:lnTo>
                    <a:pt x="2250357" y="1214492"/>
                  </a:lnTo>
                  <a:lnTo>
                    <a:pt x="2249285" y="1214205"/>
                  </a:lnTo>
                  <a:lnTo>
                    <a:pt x="2248214" y="1213917"/>
                  </a:lnTo>
                  <a:lnTo>
                    <a:pt x="2247142" y="1213627"/>
                  </a:lnTo>
                  <a:lnTo>
                    <a:pt x="2246071" y="1213337"/>
                  </a:lnTo>
                  <a:lnTo>
                    <a:pt x="2244999" y="1213045"/>
                  </a:lnTo>
                  <a:lnTo>
                    <a:pt x="2243927" y="1212753"/>
                  </a:lnTo>
                  <a:lnTo>
                    <a:pt x="2242856" y="1212459"/>
                  </a:lnTo>
                  <a:lnTo>
                    <a:pt x="2241784" y="1212164"/>
                  </a:lnTo>
                  <a:lnTo>
                    <a:pt x="2240713" y="1211868"/>
                  </a:lnTo>
                  <a:lnTo>
                    <a:pt x="2239641" y="1211571"/>
                  </a:lnTo>
                  <a:lnTo>
                    <a:pt x="2238569" y="1211273"/>
                  </a:lnTo>
                  <a:lnTo>
                    <a:pt x="2237498" y="1210974"/>
                  </a:lnTo>
                  <a:lnTo>
                    <a:pt x="2236426" y="1210674"/>
                  </a:lnTo>
                  <a:lnTo>
                    <a:pt x="2235355" y="1210372"/>
                  </a:lnTo>
                  <a:lnTo>
                    <a:pt x="2234283" y="1210070"/>
                  </a:lnTo>
                  <a:lnTo>
                    <a:pt x="2233211" y="1209766"/>
                  </a:lnTo>
                  <a:lnTo>
                    <a:pt x="2232140" y="1209461"/>
                  </a:lnTo>
                  <a:lnTo>
                    <a:pt x="2231068" y="1209156"/>
                  </a:lnTo>
                  <a:lnTo>
                    <a:pt x="2229997" y="1208849"/>
                  </a:lnTo>
                  <a:lnTo>
                    <a:pt x="2228925" y="1208541"/>
                  </a:lnTo>
                  <a:lnTo>
                    <a:pt x="2227853" y="1208232"/>
                  </a:lnTo>
                  <a:lnTo>
                    <a:pt x="2226782" y="1207921"/>
                  </a:lnTo>
                  <a:lnTo>
                    <a:pt x="2225710" y="1207610"/>
                  </a:lnTo>
                  <a:lnTo>
                    <a:pt x="2224639" y="1207298"/>
                  </a:lnTo>
                  <a:lnTo>
                    <a:pt x="2223567" y="1206984"/>
                  </a:lnTo>
                  <a:lnTo>
                    <a:pt x="2222495" y="1206669"/>
                  </a:lnTo>
                  <a:lnTo>
                    <a:pt x="2221424" y="1206354"/>
                  </a:lnTo>
                  <a:lnTo>
                    <a:pt x="2220352" y="1206037"/>
                  </a:lnTo>
                  <a:lnTo>
                    <a:pt x="2219281" y="1205719"/>
                  </a:lnTo>
                  <a:lnTo>
                    <a:pt x="2218209" y="1205400"/>
                  </a:lnTo>
                  <a:lnTo>
                    <a:pt x="2217137" y="1205079"/>
                  </a:lnTo>
                  <a:lnTo>
                    <a:pt x="2216066" y="1204758"/>
                  </a:lnTo>
                  <a:lnTo>
                    <a:pt x="2214994" y="1204436"/>
                  </a:lnTo>
                  <a:lnTo>
                    <a:pt x="2213923" y="1204112"/>
                  </a:lnTo>
                  <a:lnTo>
                    <a:pt x="2212851" y="1203788"/>
                  </a:lnTo>
                  <a:lnTo>
                    <a:pt x="2211779" y="1203462"/>
                  </a:lnTo>
                  <a:lnTo>
                    <a:pt x="2210708" y="1203135"/>
                  </a:lnTo>
                  <a:lnTo>
                    <a:pt x="2209636" y="1202807"/>
                  </a:lnTo>
                  <a:lnTo>
                    <a:pt x="2208565" y="1202478"/>
                  </a:lnTo>
                  <a:lnTo>
                    <a:pt x="2207493" y="1202148"/>
                  </a:lnTo>
                  <a:lnTo>
                    <a:pt x="2206421" y="1201817"/>
                  </a:lnTo>
                  <a:lnTo>
                    <a:pt x="2205350" y="1201484"/>
                  </a:lnTo>
                  <a:lnTo>
                    <a:pt x="2204278" y="1201151"/>
                  </a:lnTo>
                  <a:lnTo>
                    <a:pt x="2203207" y="1200816"/>
                  </a:lnTo>
                  <a:lnTo>
                    <a:pt x="2202135" y="1200481"/>
                  </a:lnTo>
                  <a:lnTo>
                    <a:pt x="2201063" y="1200144"/>
                  </a:lnTo>
                  <a:lnTo>
                    <a:pt x="2199992" y="1199806"/>
                  </a:lnTo>
                  <a:lnTo>
                    <a:pt x="2198920" y="1199467"/>
                  </a:lnTo>
                  <a:lnTo>
                    <a:pt x="2197849" y="1199127"/>
                  </a:lnTo>
                  <a:lnTo>
                    <a:pt x="2196777" y="1198786"/>
                  </a:lnTo>
                  <a:lnTo>
                    <a:pt x="2195705" y="1198444"/>
                  </a:lnTo>
                  <a:lnTo>
                    <a:pt x="2194634" y="1198100"/>
                  </a:lnTo>
                  <a:lnTo>
                    <a:pt x="2193562" y="1197756"/>
                  </a:lnTo>
                  <a:lnTo>
                    <a:pt x="2192491" y="1197410"/>
                  </a:lnTo>
                  <a:lnTo>
                    <a:pt x="2191419" y="1197063"/>
                  </a:lnTo>
                  <a:lnTo>
                    <a:pt x="2190347" y="1196716"/>
                  </a:lnTo>
                  <a:lnTo>
                    <a:pt x="2189276" y="1196367"/>
                  </a:lnTo>
                  <a:lnTo>
                    <a:pt x="2188204" y="1196017"/>
                  </a:lnTo>
                  <a:lnTo>
                    <a:pt x="2187133" y="1195666"/>
                  </a:lnTo>
                  <a:lnTo>
                    <a:pt x="2186061" y="1195313"/>
                  </a:lnTo>
                  <a:lnTo>
                    <a:pt x="2184989" y="1194960"/>
                  </a:lnTo>
                  <a:lnTo>
                    <a:pt x="2183918" y="1194606"/>
                  </a:lnTo>
                  <a:lnTo>
                    <a:pt x="2182846" y="1194251"/>
                  </a:lnTo>
                  <a:lnTo>
                    <a:pt x="2181775" y="1193894"/>
                  </a:lnTo>
                  <a:lnTo>
                    <a:pt x="2180703" y="1193537"/>
                  </a:lnTo>
                  <a:lnTo>
                    <a:pt x="2179631" y="1193178"/>
                  </a:lnTo>
                  <a:lnTo>
                    <a:pt x="2178560" y="1192819"/>
                  </a:lnTo>
                  <a:lnTo>
                    <a:pt x="2177488" y="1192458"/>
                  </a:lnTo>
                  <a:lnTo>
                    <a:pt x="2176417" y="1192097"/>
                  </a:lnTo>
                  <a:lnTo>
                    <a:pt x="2175345" y="1191735"/>
                  </a:lnTo>
                  <a:lnTo>
                    <a:pt x="2174273" y="1191371"/>
                  </a:lnTo>
                  <a:lnTo>
                    <a:pt x="2173202" y="1191007"/>
                  </a:lnTo>
                  <a:lnTo>
                    <a:pt x="2172130" y="1190642"/>
                  </a:lnTo>
                  <a:lnTo>
                    <a:pt x="2171059" y="1190276"/>
                  </a:lnTo>
                  <a:lnTo>
                    <a:pt x="2169987" y="1189909"/>
                  </a:lnTo>
                  <a:lnTo>
                    <a:pt x="2168915" y="1189541"/>
                  </a:lnTo>
                  <a:lnTo>
                    <a:pt x="2167844" y="1189172"/>
                  </a:lnTo>
                  <a:lnTo>
                    <a:pt x="2166772" y="1188803"/>
                  </a:lnTo>
                  <a:lnTo>
                    <a:pt x="2165701" y="1188433"/>
                  </a:lnTo>
                  <a:lnTo>
                    <a:pt x="2164629" y="1188062"/>
                  </a:lnTo>
                  <a:lnTo>
                    <a:pt x="2163557" y="1187690"/>
                  </a:lnTo>
                  <a:lnTo>
                    <a:pt x="2162486" y="1187317"/>
                  </a:lnTo>
                  <a:lnTo>
                    <a:pt x="2161414" y="1186943"/>
                  </a:lnTo>
                  <a:lnTo>
                    <a:pt x="2160343" y="1186569"/>
                  </a:lnTo>
                  <a:lnTo>
                    <a:pt x="2159271" y="1186194"/>
                  </a:lnTo>
                  <a:lnTo>
                    <a:pt x="2158199" y="1185818"/>
                  </a:lnTo>
                  <a:lnTo>
                    <a:pt x="2157128" y="1185442"/>
                  </a:lnTo>
                  <a:lnTo>
                    <a:pt x="2156056" y="1185065"/>
                  </a:lnTo>
                  <a:lnTo>
                    <a:pt x="2154985" y="1184687"/>
                  </a:lnTo>
                  <a:lnTo>
                    <a:pt x="2153913" y="1184308"/>
                  </a:lnTo>
                  <a:lnTo>
                    <a:pt x="2152841" y="1183929"/>
                  </a:lnTo>
                  <a:lnTo>
                    <a:pt x="2151770" y="1183550"/>
                  </a:lnTo>
                  <a:lnTo>
                    <a:pt x="2150698" y="1183169"/>
                  </a:lnTo>
                  <a:lnTo>
                    <a:pt x="2149627" y="1182788"/>
                  </a:lnTo>
                  <a:lnTo>
                    <a:pt x="2148555" y="1182406"/>
                  </a:lnTo>
                  <a:lnTo>
                    <a:pt x="2147483" y="1182024"/>
                  </a:lnTo>
                  <a:lnTo>
                    <a:pt x="2146412" y="1181641"/>
                  </a:lnTo>
                  <a:lnTo>
                    <a:pt x="2145340" y="1181258"/>
                  </a:lnTo>
                  <a:lnTo>
                    <a:pt x="2144269" y="1180874"/>
                  </a:lnTo>
                  <a:lnTo>
                    <a:pt x="2143197" y="1180490"/>
                  </a:lnTo>
                  <a:lnTo>
                    <a:pt x="2142125" y="1180105"/>
                  </a:lnTo>
                  <a:lnTo>
                    <a:pt x="2141054" y="1179719"/>
                  </a:lnTo>
                  <a:lnTo>
                    <a:pt x="2139982" y="1179333"/>
                  </a:lnTo>
                  <a:lnTo>
                    <a:pt x="2138911" y="1178947"/>
                  </a:lnTo>
                  <a:lnTo>
                    <a:pt x="2137839" y="1178560"/>
                  </a:lnTo>
                  <a:lnTo>
                    <a:pt x="2136767" y="1178173"/>
                  </a:lnTo>
                  <a:lnTo>
                    <a:pt x="2135696" y="1177785"/>
                  </a:lnTo>
                  <a:lnTo>
                    <a:pt x="2134624" y="1177397"/>
                  </a:lnTo>
                  <a:lnTo>
                    <a:pt x="2133553" y="1177009"/>
                  </a:lnTo>
                  <a:lnTo>
                    <a:pt x="2132481" y="1176620"/>
                  </a:lnTo>
                  <a:lnTo>
                    <a:pt x="2131409" y="1176230"/>
                  </a:lnTo>
                  <a:lnTo>
                    <a:pt x="2130338" y="1175841"/>
                  </a:lnTo>
                  <a:lnTo>
                    <a:pt x="2129266" y="1175451"/>
                  </a:lnTo>
                  <a:lnTo>
                    <a:pt x="2128195" y="1175061"/>
                  </a:lnTo>
                  <a:lnTo>
                    <a:pt x="2127123" y="1174670"/>
                  </a:lnTo>
                  <a:lnTo>
                    <a:pt x="2126052" y="1174279"/>
                  </a:lnTo>
                  <a:lnTo>
                    <a:pt x="2124980" y="1173888"/>
                  </a:lnTo>
                  <a:lnTo>
                    <a:pt x="2123908" y="1173496"/>
                  </a:lnTo>
                  <a:lnTo>
                    <a:pt x="2122837" y="1173105"/>
                  </a:lnTo>
                  <a:lnTo>
                    <a:pt x="2121765" y="1172713"/>
                  </a:lnTo>
                  <a:lnTo>
                    <a:pt x="2120694" y="1172321"/>
                  </a:lnTo>
                  <a:lnTo>
                    <a:pt x="2119622" y="1171928"/>
                  </a:lnTo>
                  <a:lnTo>
                    <a:pt x="2118550" y="1171536"/>
                  </a:lnTo>
                  <a:lnTo>
                    <a:pt x="2117479" y="1171143"/>
                  </a:lnTo>
                  <a:lnTo>
                    <a:pt x="2116407" y="1170750"/>
                  </a:lnTo>
                  <a:lnTo>
                    <a:pt x="2115336" y="1170357"/>
                  </a:lnTo>
                  <a:lnTo>
                    <a:pt x="2114264" y="1169964"/>
                  </a:lnTo>
                  <a:lnTo>
                    <a:pt x="2113192" y="1169571"/>
                  </a:lnTo>
                  <a:lnTo>
                    <a:pt x="2112121" y="1169178"/>
                  </a:lnTo>
                  <a:lnTo>
                    <a:pt x="2111049" y="1168784"/>
                  </a:lnTo>
                  <a:lnTo>
                    <a:pt x="2109978" y="1168391"/>
                  </a:lnTo>
                  <a:lnTo>
                    <a:pt x="2108906" y="1167997"/>
                  </a:lnTo>
                  <a:lnTo>
                    <a:pt x="2107834" y="1167603"/>
                  </a:lnTo>
                  <a:lnTo>
                    <a:pt x="2106763" y="1167210"/>
                  </a:lnTo>
                  <a:lnTo>
                    <a:pt x="2105691" y="1166816"/>
                  </a:lnTo>
                  <a:lnTo>
                    <a:pt x="2104620" y="1166422"/>
                  </a:lnTo>
                  <a:lnTo>
                    <a:pt x="2103548" y="1166029"/>
                  </a:lnTo>
                  <a:lnTo>
                    <a:pt x="2102476" y="1165635"/>
                  </a:lnTo>
                  <a:lnTo>
                    <a:pt x="2101405" y="1165242"/>
                  </a:lnTo>
                  <a:lnTo>
                    <a:pt x="2100333" y="1164848"/>
                  </a:lnTo>
                  <a:lnTo>
                    <a:pt x="2099262" y="1164455"/>
                  </a:lnTo>
                  <a:lnTo>
                    <a:pt x="2098190" y="1164061"/>
                  </a:lnTo>
                  <a:lnTo>
                    <a:pt x="2097118" y="1163668"/>
                  </a:lnTo>
                  <a:lnTo>
                    <a:pt x="2096047" y="1163275"/>
                  </a:lnTo>
                  <a:lnTo>
                    <a:pt x="2094975" y="1162882"/>
                  </a:lnTo>
                  <a:lnTo>
                    <a:pt x="2093904" y="1162489"/>
                  </a:lnTo>
                  <a:lnTo>
                    <a:pt x="2092832" y="1162097"/>
                  </a:lnTo>
                  <a:lnTo>
                    <a:pt x="2091760" y="1161704"/>
                  </a:lnTo>
                  <a:lnTo>
                    <a:pt x="2090689" y="1161312"/>
                  </a:lnTo>
                  <a:lnTo>
                    <a:pt x="2089617" y="1160920"/>
                  </a:lnTo>
                  <a:lnTo>
                    <a:pt x="2088546" y="1160528"/>
                  </a:lnTo>
                  <a:lnTo>
                    <a:pt x="2087474" y="1160136"/>
                  </a:lnTo>
                  <a:lnTo>
                    <a:pt x="2086402" y="1159745"/>
                  </a:lnTo>
                  <a:lnTo>
                    <a:pt x="2085331" y="1159354"/>
                  </a:lnTo>
                  <a:lnTo>
                    <a:pt x="2084259" y="1158963"/>
                  </a:lnTo>
                  <a:lnTo>
                    <a:pt x="2083188" y="1158572"/>
                  </a:lnTo>
                  <a:lnTo>
                    <a:pt x="2082116" y="1158182"/>
                  </a:lnTo>
                  <a:lnTo>
                    <a:pt x="2081044" y="1157792"/>
                  </a:lnTo>
                  <a:lnTo>
                    <a:pt x="2079973" y="1157403"/>
                  </a:lnTo>
                  <a:lnTo>
                    <a:pt x="2078901" y="1157014"/>
                  </a:lnTo>
                  <a:lnTo>
                    <a:pt x="2077830" y="1156625"/>
                  </a:lnTo>
                  <a:lnTo>
                    <a:pt x="2076758" y="1156237"/>
                  </a:lnTo>
                  <a:lnTo>
                    <a:pt x="2075686" y="1155849"/>
                  </a:lnTo>
                  <a:lnTo>
                    <a:pt x="2074615" y="1155461"/>
                  </a:lnTo>
                  <a:lnTo>
                    <a:pt x="2073543" y="1155074"/>
                  </a:lnTo>
                  <a:lnTo>
                    <a:pt x="2072472" y="1154687"/>
                  </a:lnTo>
                  <a:lnTo>
                    <a:pt x="2071400" y="1154301"/>
                  </a:lnTo>
                  <a:lnTo>
                    <a:pt x="2070328" y="1153915"/>
                  </a:lnTo>
                  <a:lnTo>
                    <a:pt x="2069257" y="1153530"/>
                  </a:lnTo>
                  <a:lnTo>
                    <a:pt x="2068185" y="1153145"/>
                  </a:lnTo>
                  <a:lnTo>
                    <a:pt x="2067114" y="1152761"/>
                  </a:lnTo>
                  <a:lnTo>
                    <a:pt x="2066042" y="1152377"/>
                  </a:lnTo>
                  <a:lnTo>
                    <a:pt x="2064970" y="1151994"/>
                  </a:lnTo>
                  <a:lnTo>
                    <a:pt x="2063899" y="1151612"/>
                  </a:lnTo>
                  <a:lnTo>
                    <a:pt x="2062827" y="1151230"/>
                  </a:lnTo>
                  <a:lnTo>
                    <a:pt x="2061756" y="1150848"/>
                  </a:lnTo>
                  <a:lnTo>
                    <a:pt x="2060684" y="1150467"/>
                  </a:lnTo>
                  <a:lnTo>
                    <a:pt x="2059612" y="1150087"/>
                  </a:lnTo>
                  <a:lnTo>
                    <a:pt x="2058541" y="1149708"/>
                  </a:lnTo>
                  <a:lnTo>
                    <a:pt x="2057469" y="1149329"/>
                  </a:lnTo>
                  <a:lnTo>
                    <a:pt x="2056398" y="1148951"/>
                  </a:lnTo>
                  <a:lnTo>
                    <a:pt x="2055326" y="1148573"/>
                  </a:lnTo>
                  <a:lnTo>
                    <a:pt x="2054254" y="1148196"/>
                  </a:lnTo>
                  <a:lnTo>
                    <a:pt x="2053183" y="1147820"/>
                  </a:lnTo>
                  <a:lnTo>
                    <a:pt x="2052111" y="1147445"/>
                  </a:lnTo>
                  <a:lnTo>
                    <a:pt x="2051040" y="1147070"/>
                  </a:lnTo>
                  <a:lnTo>
                    <a:pt x="2049968" y="1146696"/>
                  </a:lnTo>
                  <a:lnTo>
                    <a:pt x="2048896" y="1146323"/>
                  </a:lnTo>
                  <a:lnTo>
                    <a:pt x="2047825" y="1145951"/>
                  </a:lnTo>
                  <a:lnTo>
                    <a:pt x="2046753" y="1145579"/>
                  </a:lnTo>
                  <a:lnTo>
                    <a:pt x="2045682" y="1145208"/>
                  </a:lnTo>
                  <a:lnTo>
                    <a:pt x="2044610" y="1144838"/>
                  </a:lnTo>
                  <a:lnTo>
                    <a:pt x="2043538" y="1144469"/>
                  </a:lnTo>
                  <a:lnTo>
                    <a:pt x="2042467" y="1144101"/>
                  </a:lnTo>
                  <a:lnTo>
                    <a:pt x="2041395" y="1143734"/>
                  </a:lnTo>
                  <a:lnTo>
                    <a:pt x="2040324" y="1143367"/>
                  </a:lnTo>
                  <a:lnTo>
                    <a:pt x="2039252" y="1143002"/>
                  </a:lnTo>
                  <a:lnTo>
                    <a:pt x="2038180" y="1142637"/>
                  </a:lnTo>
                  <a:lnTo>
                    <a:pt x="2037109" y="1142273"/>
                  </a:lnTo>
                  <a:lnTo>
                    <a:pt x="2036037" y="1141911"/>
                  </a:lnTo>
                  <a:lnTo>
                    <a:pt x="2034966" y="1141549"/>
                  </a:lnTo>
                  <a:lnTo>
                    <a:pt x="2033894" y="1141188"/>
                  </a:lnTo>
                  <a:lnTo>
                    <a:pt x="2032822" y="1140828"/>
                  </a:lnTo>
                  <a:lnTo>
                    <a:pt x="2031751" y="1140469"/>
                  </a:lnTo>
                  <a:lnTo>
                    <a:pt x="2030679" y="1140111"/>
                  </a:lnTo>
                  <a:lnTo>
                    <a:pt x="2029608" y="1139754"/>
                  </a:lnTo>
                  <a:lnTo>
                    <a:pt x="2028536" y="1139399"/>
                  </a:lnTo>
                  <a:lnTo>
                    <a:pt x="2027464" y="1139044"/>
                  </a:lnTo>
                  <a:lnTo>
                    <a:pt x="2026393" y="1138690"/>
                  </a:lnTo>
                  <a:lnTo>
                    <a:pt x="2025321" y="1138338"/>
                  </a:lnTo>
                  <a:lnTo>
                    <a:pt x="2024250" y="1137986"/>
                  </a:lnTo>
                  <a:lnTo>
                    <a:pt x="2023178" y="1137636"/>
                  </a:lnTo>
                  <a:lnTo>
                    <a:pt x="2022106" y="1137286"/>
                  </a:lnTo>
                  <a:lnTo>
                    <a:pt x="2021035" y="1136938"/>
                  </a:lnTo>
                  <a:lnTo>
                    <a:pt x="2019963" y="1136591"/>
                  </a:lnTo>
                  <a:lnTo>
                    <a:pt x="2018892" y="1136245"/>
                  </a:lnTo>
                  <a:lnTo>
                    <a:pt x="2017820" y="1135900"/>
                  </a:lnTo>
                  <a:lnTo>
                    <a:pt x="2016748" y="1135557"/>
                  </a:lnTo>
                  <a:lnTo>
                    <a:pt x="2015677" y="1135215"/>
                  </a:lnTo>
                  <a:lnTo>
                    <a:pt x="2014605" y="1134874"/>
                  </a:lnTo>
                  <a:lnTo>
                    <a:pt x="2013534" y="1134534"/>
                  </a:lnTo>
                  <a:lnTo>
                    <a:pt x="2012462" y="1134195"/>
                  </a:lnTo>
                  <a:lnTo>
                    <a:pt x="2011390" y="1133858"/>
                  </a:lnTo>
                  <a:lnTo>
                    <a:pt x="2010319" y="1133522"/>
                  </a:lnTo>
                  <a:lnTo>
                    <a:pt x="2009247" y="1133187"/>
                  </a:lnTo>
                  <a:lnTo>
                    <a:pt x="2008176" y="1132853"/>
                  </a:lnTo>
                  <a:lnTo>
                    <a:pt x="2007104" y="1132521"/>
                  </a:lnTo>
                  <a:lnTo>
                    <a:pt x="2006032" y="1132190"/>
                  </a:lnTo>
                  <a:lnTo>
                    <a:pt x="2004961" y="1131860"/>
                  </a:lnTo>
                  <a:lnTo>
                    <a:pt x="2003889" y="1131532"/>
                  </a:lnTo>
                  <a:lnTo>
                    <a:pt x="2002818" y="1131205"/>
                  </a:lnTo>
                  <a:lnTo>
                    <a:pt x="2001746" y="1130880"/>
                  </a:lnTo>
                  <a:lnTo>
                    <a:pt x="2000674" y="1130555"/>
                  </a:lnTo>
                  <a:lnTo>
                    <a:pt x="1999603" y="1130233"/>
                  </a:lnTo>
                  <a:lnTo>
                    <a:pt x="1998531" y="1129911"/>
                  </a:lnTo>
                  <a:lnTo>
                    <a:pt x="1997460" y="1129591"/>
                  </a:lnTo>
                  <a:lnTo>
                    <a:pt x="1996388" y="1129273"/>
                  </a:lnTo>
                  <a:lnTo>
                    <a:pt x="1995316" y="1128955"/>
                  </a:lnTo>
                  <a:lnTo>
                    <a:pt x="1994245" y="1128640"/>
                  </a:lnTo>
                  <a:lnTo>
                    <a:pt x="1993173" y="1128326"/>
                  </a:lnTo>
                  <a:lnTo>
                    <a:pt x="1992102" y="1128013"/>
                  </a:lnTo>
                  <a:lnTo>
                    <a:pt x="1991030" y="1127702"/>
                  </a:lnTo>
                  <a:lnTo>
                    <a:pt x="1989958" y="1127392"/>
                  </a:lnTo>
                  <a:lnTo>
                    <a:pt x="1988887" y="1127084"/>
                  </a:lnTo>
                  <a:lnTo>
                    <a:pt x="1987815" y="1126777"/>
                  </a:lnTo>
                  <a:lnTo>
                    <a:pt x="1986744" y="1126472"/>
                  </a:lnTo>
                  <a:lnTo>
                    <a:pt x="1985672" y="1126168"/>
                  </a:lnTo>
                  <a:lnTo>
                    <a:pt x="1984600" y="1125866"/>
                  </a:lnTo>
                  <a:lnTo>
                    <a:pt x="1983529" y="1125565"/>
                  </a:lnTo>
                  <a:lnTo>
                    <a:pt x="1982457" y="1125266"/>
                  </a:lnTo>
                  <a:lnTo>
                    <a:pt x="1981386" y="1124969"/>
                  </a:lnTo>
                  <a:lnTo>
                    <a:pt x="1980314" y="1124673"/>
                  </a:lnTo>
                  <a:lnTo>
                    <a:pt x="1979242" y="1124379"/>
                  </a:lnTo>
                  <a:lnTo>
                    <a:pt x="1978171" y="1124086"/>
                  </a:lnTo>
                  <a:lnTo>
                    <a:pt x="1977099" y="1123795"/>
                  </a:lnTo>
                  <a:lnTo>
                    <a:pt x="1976028" y="1123506"/>
                  </a:lnTo>
                  <a:lnTo>
                    <a:pt x="1974956" y="1123218"/>
                  </a:lnTo>
                  <a:lnTo>
                    <a:pt x="1973884" y="1122932"/>
                  </a:lnTo>
                  <a:lnTo>
                    <a:pt x="1972813" y="1122648"/>
                  </a:lnTo>
                  <a:lnTo>
                    <a:pt x="1971741" y="1122365"/>
                  </a:lnTo>
                  <a:lnTo>
                    <a:pt x="1970670" y="1122084"/>
                  </a:lnTo>
                  <a:lnTo>
                    <a:pt x="1969598" y="1121804"/>
                  </a:lnTo>
                  <a:lnTo>
                    <a:pt x="1968526" y="1121527"/>
                  </a:lnTo>
                  <a:lnTo>
                    <a:pt x="1967455" y="1121251"/>
                  </a:lnTo>
                  <a:lnTo>
                    <a:pt x="1966383" y="1120977"/>
                  </a:lnTo>
                  <a:lnTo>
                    <a:pt x="1965312" y="1120704"/>
                  </a:lnTo>
                  <a:lnTo>
                    <a:pt x="1964240" y="1120433"/>
                  </a:lnTo>
                  <a:lnTo>
                    <a:pt x="1963168" y="1120164"/>
                  </a:lnTo>
                  <a:lnTo>
                    <a:pt x="1962097" y="1119897"/>
                  </a:lnTo>
                  <a:lnTo>
                    <a:pt x="1961025" y="1119632"/>
                  </a:lnTo>
                  <a:lnTo>
                    <a:pt x="1959954" y="1119368"/>
                  </a:lnTo>
                  <a:lnTo>
                    <a:pt x="1958882" y="1119106"/>
                  </a:lnTo>
                  <a:lnTo>
                    <a:pt x="1957810" y="1118846"/>
                  </a:lnTo>
                  <a:lnTo>
                    <a:pt x="1956739" y="1118587"/>
                  </a:lnTo>
                  <a:lnTo>
                    <a:pt x="1955667" y="1118331"/>
                  </a:lnTo>
                  <a:lnTo>
                    <a:pt x="1954596" y="1118076"/>
                  </a:lnTo>
                  <a:lnTo>
                    <a:pt x="1953524" y="1117823"/>
                  </a:lnTo>
                  <a:lnTo>
                    <a:pt x="1952453" y="1117572"/>
                  </a:lnTo>
                  <a:lnTo>
                    <a:pt x="1951381" y="1117323"/>
                  </a:lnTo>
                  <a:lnTo>
                    <a:pt x="1950309" y="1117075"/>
                  </a:lnTo>
                  <a:lnTo>
                    <a:pt x="1949238" y="1116830"/>
                  </a:lnTo>
                  <a:lnTo>
                    <a:pt x="1948166" y="1116586"/>
                  </a:lnTo>
                  <a:lnTo>
                    <a:pt x="1947095" y="1116344"/>
                  </a:lnTo>
                  <a:lnTo>
                    <a:pt x="1946023" y="1116104"/>
                  </a:lnTo>
                  <a:lnTo>
                    <a:pt x="1944951" y="1115866"/>
                  </a:lnTo>
                  <a:lnTo>
                    <a:pt x="1943880" y="1115629"/>
                  </a:lnTo>
                  <a:lnTo>
                    <a:pt x="1942808" y="1115395"/>
                  </a:lnTo>
                  <a:lnTo>
                    <a:pt x="1941737" y="1115162"/>
                  </a:lnTo>
                  <a:lnTo>
                    <a:pt x="1940665" y="1114932"/>
                  </a:lnTo>
                  <a:lnTo>
                    <a:pt x="1939593" y="1114703"/>
                  </a:lnTo>
                  <a:lnTo>
                    <a:pt x="1938522" y="1114476"/>
                  </a:lnTo>
                  <a:lnTo>
                    <a:pt x="1937450" y="1114251"/>
                  </a:lnTo>
                  <a:lnTo>
                    <a:pt x="1936379" y="1114028"/>
                  </a:lnTo>
                  <a:lnTo>
                    <a:pt x="1935307" y="1113807"/>
                  </a:lnTo>
                  <a:lnTo>
                    <a:pt x="1934235" y="1113588"/>
                  </a:lnTo>
                  <a:lnTo>
                    <a:pt x="1933164" y="1113371"/>
                  </a:lnTo>
                  <a:lnTo>
                    <a:pt x="1932092" y="1113155"/>
                  </a:lnTo>
                  <a:lnTo>
                    <a:pt x="1931021" y="1112942"/>
                  </a:lnTo>
                  <a:lnTo>
                    <a:pt x="1929949" y="1112731"/>
                  </a:lnTo>
                  <a:lnTo>
                    <a:pt x="1928877" y="1112521"/>
                  </a:lnTo>
                  <a:lnTo>
                    <a:pt x="1927806" y="1112314"/>
                  </a:lnTo>
                  <a:lnTo>
                    <a:pt x="1926734" y="1112108"/>
                  </a:lnTo>
                  <a:lnTo>
                    <a:pt x="1925663" y="1111904"/>
                  </a:lnTo>
                  <a:lnTo>
                    <a:pt x="1924591" y="1111703"/>
                  </a:lnTo>
                  <a:lnTo>
                    <a:pt x="1923519" y="1111503"/>
                  </a:lnTo>
                  <a:lnTo>
                    <a:pt x="1922448" y="1111305"/>
                  </a:lnTo>
                  <a:lnTo>
                    <a:pt x="1921376" y="1111109"/>
                  </a:lnTo>
                  <a:lnTo>
                    <a:pt x="1920305" y="1110915"/>
                  </a:lnTo>
                  <a:lnTo>
                    <a:pt x="1919233" y="1110723"/>
                  </a:lnTo>
                  <a:lnTo>
                    <a:pt x="1918161" y="1110533"/>
                  </a:lnTo>
                  <a:lnTo>
                    <a:pt x="1917090" y="1110345"/>
                  </a:lnTo>
                  <a:lnTo>
                    <a:pt x="1916018" y="1110159"/>
                  </a:lnTo>
                  <a:lnTo>
                    <a:pt x="1914947" y="1109975"/>
                  </a:lnTo>
                  <a:lnTo>
                    <a:pt x="1913875" y="1109793"/>
                  </a:lnTo>
                  <a:lnTo>
                    <a:pt x="1912803" y="1109613"/>
                  </a:lnTo>
                  <a:lnTo>
                    <a:pt x="1911732" y="1109435"/>
                  </a:lnTo>
                  <a:lnTo>
                    <a:pt x="1910660" y="1109259"/>
                  </a:lnTo>
                  <a:lnTo>
                    <a:pt x="1909589" y="1109085"/>
                  </a:lnTo>
                  <a:lnTo>
                    <a:pt x="1908517" y="1108912"/>
                  </a:lnTo>
                  <a:lnTo>
                    <a:pt x="1907445" y="1108742"/>
                  </a:lnTo>
                  <a:lnTo>
                    <a:pt x="1906374" y="1108574"/>
                  </a:lnTo>
                  <a:lnTo>
                    <a:pt x="1905302" y="1108408"/>
                  </a:lnTo>
                  <a:lnTo>
                    <a:pt x="1904231" y="1108243"/>
                  </a:lnTo>
                  <a:lnTo>
                    <a:pt x="1903159" y="1108081"/>
                  </a:lnTo>
                  <a:lnTo>
                    <a:pt x="1902087" y="1107920"/>
                  </a:lnTo>
                  <a:lnTo>
                    <a:pt x="1901016" y="1107762"/>
                  </a:lnTo>
                  <a:lnTo>
                    <a:pt x="1899944" y="1107605"/>
                  </a:lnTo>
                  <a:lnTo>
                    <a:pt x="1898873" y="1107451"/>
                  </a:lnTo>
                  <a:lnTo>
                    <a:pt x="1897801" y="1107298"/>
                  </a:lnTo>
                  <a:lnTo>
                    <a:pt x="1896729" y="1107147"/>
                  </a:lnTo>
                  <a:lnTo>
                    <a:pt x="1895658" y="1106999"/>
                  </a:lnTo>
                  <a:lnTo>
                    <a:pt x="1894586" y="1106852"/>
                  </a:lnTo>
                  <a:lnTo>
                    <a:pt x="1893515" y="1106707"/>
                  </a:lnTo>
                  <a:lnTo>
                    <a:pt x="1892443" y="1106564"/>
                  </a:lnTo>
                  <a:lnTo>
                    <a:pt x="1891371" y="1106423"/>
                  </a:lnTo>
                  <a:lnTo>
                    <a:pt x="1890300" y="1106284"/>
                  </a:lnTo>
                  <a:lnTo>
                    <a:pt x="1889228" y="1106147"/>
                  </a:lnTo>
                  <a:lnTo>
                    <a:pt x="1888157" y="1106012"/>
                  </a:lnTo>
                  <a:lnTo>
                    <a:pt x="1887085" y="1105879"/>
                  </a:lnTo>
                  <a:lnTo>
                    <a:pt x="1886013" y="1105747"/>
                  </a:lnTo>
                  <a:lnTo>
                    <a:pt x="1884942" y="1105618"/>
                  </a:lnTo>
                  <a:lnTo>
                    <a:pt x="1883870" y="1105490"/>
                  </a:lnTo>
                  <a:lnTo>
                    <a:pt x="1882799" y="1105364"/>
                  </a:lnTo>
                  <a:lnTo>
                    <a:pt x="1881727" y="1105240"/>
                  </a:lnTo>
                  <a:lnTo>
                    <a:pt x="1880655" y="1105119"/>
                  </a:lnTo>
                  <a:lnTo>
                    <a:pt x="1879584" y="1104998"/>
                  </a:lnTo>
                  <a:lnTo>
                    <a:pt x="1878512" y="1104880"/>
                  </a:lnTo>
                  <a:lnTo>
                    <a:pt x="1877441" y="1104764"/>
                  </a:lnTo>
                  <a:lnTo>
                    <a:pt x="1876369" y="1104649"/>
                  </a:lnTo>
                  <a:lnTo>
                    <a:pt x="1875297" y="1104537"/>
                  </a:lnTo>
                  <a:lnTo>
                    <a:pt x="1874226" y="1104426"/>
                  </a:lnTo>
                  <a:lnTo>
                    <a:pt x="1873154" y="1104317"/>
                  </a:lnTo>
                  <a:lnTo>
                    <a:pt x="1872083" y="1104210"/>
                  </a:lnTo>
                  <a:lnTo>
                    <a:pt x="1871011" y="1104104"/>
                  </a:lnTo>
                  <a:lnTo>
                    <a:pt x="1869939" y="1104001"/>
                  </a:lnTo>
                  <a:lnTo>
                    <a:pt x="1868868" y="1103899"/>
                  </a:lnTo>
                  <a:lnTo>
                    <a:pt x="1867796" y="1103799"/>
                  </a:lnTo>
                  <a:lnTo>
                    <a:pt x="1866725" y="1103700"/>
                  </a:lnTo>
                  <a:lnTo>
                    <a:pt x="1865653" y="1103604"/>
                  </a:lnTo>
                  <a:lnTo>
                    <a:pt x="1864581" y="1103509"/>
                  </a:lnTo>
                  <a:lnTo>
                    <a:pt x="1863510" y="1103416"/>
                  </a:lnTo>
                  <a:lnTo>
                    <a:pt x="1862438" y="1103325"/>
                  </a:lnTo>
                  <a:lnTo>
                    <a:pt x="1861367" y="1103235"/>
                  </a:lnTo>
                  <a:lnTo>
                    <a:pt x="1860295" y="1103147"/>
                  </a:lnTo>
                  <a:lnTo>
                    <a:pt x="1859223" y="1103061"/>
                  </a:lnTo>
                  <a:lnTo>
                    <a:pt x="1858152" y="1102977"/>
                  </a:lnTo>
                  <a:lnTo>
                    <a:pt x="1857080" y="1102894"/>
                  </a:lnTo>
                  <a:lnTo>
                    <a:pt x="1856009" y="1102813"/>
                  </a:lnTo>
                  <a:lnTo>
                    <a:pt x="1854937" y="1102733"/>
                  </a:lnTo>
                  <a:lnTo>
                    <a:pt x="1853865" y="1102655"/>
                  </a:lnTo>
                  <a:lnTo>
                    <a:pt x="1852794" y="1102579"/>
                  </a:lnTo>
                  <a:lnTo>
                    <a:pt x="1851722" y="1102504"/>
                  </a:lnTo>
                  <a:lnTo>
                    <a:pt x="1850651" y="1102431"/>
                  </a:lnTo>
                  <a:lnTo>
                    <a:pt x="1849579" y="1102360"/>
                  </a:lnTo>
                  <a:lnTo>
                    <a:pt x="1848507" y="1102290"/>
                  </a:lnTo>
                  <a:lnTo>
                    <a:pt x="1847436" y="1102221"/>
                  </a:lnTo>
                  <a:lnTo>
                    <a:pt x="1846364" y="1102154"/>
                  </a:lnTo>
                  <a:lnTo>
                    <a:pt x="1845293" y="1102089"/>
                  </a:lnTo>
                  <a:lnTo>
                    <a:pt x="1844221" y="1102025"/>
                  </a:lnTo>
                  <a:lnTo>
                    <a:pt x="1843149" y="1101963"/>
                  </a:lnTo>
                  <a:lnTo>
                    <a:pt x="1842078" y="1101902"/>
                  </a:lnTo>
                  <a:lnTo>
                    <a:pt x="1841006" y="1101842"/>
                  </a:lnTo>
                  <a:lnTo>
                    <a:pt x="1839935" y="1101784"/>
                  </a:lnTo>
                  <a:lnTo>
                    <a:pt x="1838863" y="1101728"/>
                  </a:lnTo>
                  <a:lnTo>
                    <a:pt x="1837791" y="1101672"/>
                  </a:lnTo>
                  <a:lnTo>
                    <a:pt x="1836720" y="1101618"/>
                  </a:lnTo>
                  <a:lnTo>
                    <a:pt x="1835648" y="1101566"/>
                  </a:lnTo>
                  <a:lnTo>
                    <a:pt x="1834577" y="1101515"/>
                  </a:lnTo>
                  <a:lnTo>
                    <a:pt x="1833505" y="1101465"/>
                  </a:lnTo>
                  <a:lnTo>
                    <a:pt x="1832433" y="1101417"/>
                  </a:lnTo>
                  <a:lnTo>
                    <a:pt x="1831362" y="1101370"/>
                  </a:lnTo>
                  <a:lnTo>
                    <a:pt x="1830290" y="1101324"/>
                  </a:lnTo>
                  <a:lnTo>
                    <a:pt x="1829219" y="1101279"/>
                  </a:lnTo>
                  <a:lnTo>
                    <a:pt x="1828147" y="1101236"/>
                  </a:lnTo>
                  <a:lnTo>
                    <a:pt x="1827075" y="1101194"/>
                  </a:lnTo>
                  <a:lnTo>
                    <a:pt x="1826004" y="1101153"/>
                  </a:lnTo>
                  <a:lnTo>
                    <a:pt x="1824932" y="1101113"/>
                  </a:lnTo>
                  <a:lnTo>
                    <a:pt x="1823861" y="1101075"/>
                  </a:lnTo>
                  <a:lnTo>
                    <a:pt x="1822789" y="1101037"/>
                  </a:lnTo>
                  <a:lnTo>
                    <a:pt x="1821717" y="1101001"/>
                  </a:lnTo>
                  <a:lnTo>
                    <a:pt x="1820646" y="1100966"/>
                  </a:lnTo>
                  <a:lnTo>
                    <a:pt x="1819574" y="1100932"/>
                  </a:lnTo>
                  <a:lnTo>
                    <a:pt x="1818503" y="1100899"/>
                  </a:lnTo>
                  <a:lnTo>
                    <a:pt x="1817431" y="1100867"/>
                  </a:lnTo>
                  <a:lnTo>
                    <a:pt x="1816359" y="1100836"/>
                  </a:lnTo>
                  <a:lnTo>
                    <a:pt x="1815288" y="1100806"/>
                  </a:lnTo>
                  <a:lnTo>
                    <a:pt x="1814216" y="1100777"/>
                  </a:lnTo>
                  <a:lnTo>
                    <a:pt x="1813145" y="1100749"/>
                  </a:lnTo>
                  <a:lnTo>
                    <a:pt x="1812073" y="1100722"/>
                  </a:lnTo>
                  <a:lnTo>
                    <a:pt x="1811001" y="1100696"/>
                  </a:lnTo>
                  <a:lnTo>
                    <a:pt x="1809930" y="1100670"/>
                  </a:lnTo>
                  <a:lnTo>
                    <a:pt x="1808858" y="1100646"/>
                  </a:lnTo>
                  <a:lnTo>
                    <a:pt x="1807787" y="1100623"/>
                  </a:lnTo>
                  <a:lnTo>
                    <a:pt x="1806715" y="1100600"/>
                  </a:lnTo>
                  <a:lnTo>
                    <a:pt x="1805643" y="1100578"/>
                  </a:lnTo>
                  <a:lnTo>
                    <a:pt x="1804572" y="1100557"/>
                  </a:lnTo>
                  <a:lnTo>
                    <a:pt x="1803500" y="1100536"/>
                  </a:lnTo>
                  <a:lnTo>
                    <a:pt x="1802429" y="1100517"/>
                  </a:lnTo>
                  <a:lnTo>
                    <a:pt x="1801357" y="1100498"/>
                  </a:lnTo>
                  <a:lnTo>
                    <a:pt x="1800285" y="1100480"/>
                  </a:lnTo>
                  <a:lnTo>
                    <a:pt x="1799214" y="1100462"/>
                  </a:lnTo>
                  <a:lnTo>
                    <a:pt x="1798142" y="1100445"/>
                  </a:lnTo>
                  <a:lnTo>
                    <a:pt x="1797071" y="1100429"/>
                  </a:lnTo>
                  <a:lnTo>
                    <a:pt x="1795999" y="1100413"/>
                  </a:lnTo>
                  <a:lnTo>
                    <a:pt x="1794927" y="1100398"/>
                  </a:lnTo>
                  <a:lnTo>
                    <a:pt x="1793856" y="1100383"/>
                  </a:lnTo>
                  <a:lnTo>
                    <a:pt x="1792784" y="1100369"/>
                  </a:lnTo>
                  <a:lnTo>
                    <a:pt x="1791713" y="1100355"/>
                  </a:lnTo>
                  <a:lnTo>
                    <a:pt x="1790641" y="1100342"/>
                  </a:lnTo>
                  <a:lnTo>
                    <a:pt x="1789569" y="1100329"/>
                  </a:lnTo>
                  <a:lnTo>
                    <a:pt x="1788498" y="1100317"/>
                  </a:lnTo>
                  <a:lnTo>
                    <a:pt x="1787426" y="1100305"/>
                  </a:lnTo>
                  <a:lnTo>
                    <a:pt x="1786355" y="1100294"/>
                  </a:lnTo>
                  <a:lnTo>
                    <a:pt x="1785283" y="1100282"/>
                  </a:lnTo>
                  <a:lnTo>
                    <a:pt x="1784211" y="1100271"/>
                  </a:lnTo>
                  <a:lnTo>
                    <a:pt x="1783140" y="1100261"/>
                  </a:lnTo>
                  <a:lnTo>
                    <a:pt x="1782068" y="1100250"/>
                  </a:lnTo>
                  <a:lnTo>
                    <a:pt x="1780997" y="1100240"/>
                  </a:lnTo>
                  <a:lnTo>
                    <a:pt x="1779925" y="1100230"/>
                  </a:lnTo>
                  <a:lnTo>
                    <a:pt x="1778853" y="1100220"/>
                  </a:lnTo>
                  <a:lnTo>
                    <a:pt x="1777782" y="1100211"/>
                  </a:lnTo>
                  <a:lnTo>
                    <a:pt x="1776710" y="1100201"/>
                  </a:lnTo>
                  <a:lnTo>
                    <a:pt x="1775639" y="1100191"/>
                  </a:lnTo>
                  <a:lnTo>
                    <a:pt x="1774567" y="1100182"/>
                  </a:lnTo>
                  <a:lnTo>
                    <a:pt x="1773496" y="1100173"/>
                  </a:lnTo>
                  <a:lnTo>
                    <a:pt x="1772424" y="1100163"/>
                  </a:lnTo>
                  <a:lnTo>
                    <a:pt x="1771352" y="1100154"/>
                  </a:lnTo>
                  <a:lnTo>
                    <a:pt x="1770281" y="1100144"/>
                  </a:lnTo>
                  <a:lnTo>
                    <a:pt x="1769209" y="1100135"/>
                  </a:lnTo>
                  <a:lnTo>
                    <a:pt x="1768138" y="1100125"/>
                  </a:lnTo>
                  <a:lnTo>
                    <a:pt x="1767066" y="1100116"/>
                  </a:lnTo>
                  <a:lnTo>
                    <a:pt x="1765994" y="1100106"/>
                  </a:lnTo>
                  <a:lnTo>
                    <a:pt x="1764923" y="1100096"/>
                  </a:lnTo>
                  <a:lnTo>
                    <a:pt x="1763851" y="1100085"/>
                  </a:lnTo>
                  <a:lnTo>
                    <a:pt x="1762780" y="1100075"/>
                  </a:lnTo>
                  <a:lnTo>
                    <a:pt x="1761708" y="1100064"/>
                  </a:lnTo>
                  <a:lnTo>
                    <a:pt x="1760636" y="1100053"/>
                  </a:lnTo>
                  <a:lnTo>
                    <a:pt x="1759565" y="1100041"/>
                  </a:lnTo>
                  <a:lnTo>
                    <a:pt x="1758493" y="1100029"/>
                  </a:lnTo>
                  <a:lnTo>
                    <a:pt x="1757422" y="1100017"/>
                  </a:lnTo>
                  <a:lnTo>
                    <a:pt x="1756350" y="1100005"/>
                  </a:lnTo>
                  <a:lnTo>
                    <a:pt x="1755278" y="1099991"/>
                  </a:lnTo>
                  <a:lnTo>
                    <a:pt x="1754207" y="1099978"/>
                  </a:lnTo>
                  <a:lnTo>
                    <a:pt x="1753135" y="1099964"/>
                  </a:lnTo>
                  <a:lnTo>
                    <a:pt x="1752064" y="1099949"/>
                  </a:lnTo>
                  <a:lnTo>
                    <a:pt x="1750992" y="1099934"/>
                  </a:lnTo>
                  <a:lnTo>
                    <a:pt x="1749920" y="1099918"/>
                  </a:lnTo>
                  <a:lnTo>
                    <a:pt x="1748849" y="1099902"/>
                  </a:lnTo>
                  <a:lnTo>
                    <a:pt x="1747777" y="1099885"/>
                  </a:lnTo>
                  <a:lnTo>
                    <a:pt x="1746706" y="1099867"/>
                  </a:lnTo>
                  <a:lnTo>
                    <a:pt x="1745634" y="1099849"/>
                  </a:lnTo>
                  <a:lnTo>
                    <a:pt x="1744562" y="1099830"/>
                  </a:lnTo>
                  <a:lnTo>
                    <a:pt x="1743491" y="1099810"/>
                  </a:lnTo>
                  <a:lnTo>
                    <a:pt x="1742419" y="1099789"/>
                  </a:lnTo>
                  <a:lnTo>
                    <a:pt x="1741348" y="1099768"/>
                  </a:lnTo>
                  <a:lnTo>
                    <a:pt x="1740276" y="1099745"/>
                  </a:lnTo>
                  <a:lnTo>
                    <a:pt x="1739204" y="1099722"/>
                  </a:lnTo>
                  <a:lnTo>
                    <a:pt x="1738133" y="1099698"/>
                  </a:lnTo>
                  <a:lnTo>
                    <a:pt x="1737061" y="1099673"/>
                  </a:lnTo>
                  <a:lnTo>
                    <a:pt x="1735990" y="1099646"/>
                  </a:lnTo>
                  <a:lnTo>
                    <a:pt x="1734918" y="1099619"/>
                  </a:lnTo>
                  <a:lnTo>
                    <a:pt x="1733846" y="1099591"/>
                  </a:lnTo>
                  <a:lnTo>
                    <a:pt x="1732775" y="1099562"/>
                  </a:lnTo>
                  <a:lnTo>
                    <a:pt x="1731703" y="1099532"/>
                  </a:lnTo>
                  <a:lnTo>
                    <a:pt x="1730632" y="1099500"/>
                  </a:lnTo>
                  <a:lnTo>
                    <a:pt x="1729560" y="1099468"/>
                  </a:lnTo>
                  <a:lnTo>
                    <a:pt x="1728488" y="1099434"/>
                  </a:lnTo>
                  <a:lnTo>
                    <a:pt x="1727417" y="1099399"/>
                  </a:lnTo>
                  <a:lnTo>
                    <a:pt x="1726345" y="1099363"/>
                  </a:lnTo>
                  <a:lnTo>
                    <a:pt x="1725274" y="1099325"/>
                  </a:lnTo>
                  <a:lnTo>
                    <a:pt x="1724202" y="1099286"/>
                  </a:lnTo>
                  <a:lnTo>
                    <a:pt x="1723130" y="1099246"/>
                  </a:lnTo>
                  <a:lnTo>
                    <a:pt x="1722059" y="1099205"/>
                  </a:lnTo>
                  <a:lnTo>
                    <a:pt x="1720987" y="1099162"/>
                  </a:lnTo>
                  <a:lnTo>
                    <a:pt x="1719916" y="1099118"/>
                  </a:lnTo>
                  <a:lnTo>
                    <a:pt x="1718844" y="1099072"/>
                  </a:lnTo>
                  <a:lnTo>
                    <a:pt x="1717772" y="1099024"/>
                  </a:lnTo>
                  <a:lnTo>
                    <a:pt x="1716701" y="1098976"/>
                  </a:lnTo>
                  <a:lnTo>
                    <a:pt x="1715629" y="1098925"/>
                  </a:lnTo>
                  <a:lnTo>
                    <a:pt x="1714558" y="1098874"/>
                  </a:lnTo>
                  <a:lnTo>
                    <a:pt x="1713486" y="1098820"/>
                  </a:lnTo>
                  <a:lnTo>
                    <a:pt x="1712414" y="1098765"/>
                  </a:lnTo>
                  <a:lnTo>
                    <a:pt x="1711343" y="1098708"/>
                  </a:lnTo>
                  <a:lnTo>
                    <a:pt x="1710271" y="1098650"/>
                  </a:lnTo>
                  <a:lnTo>
                    <a:pt x="1709200" y="1098590"/>
                  </a:lnTo>
                  <a:lnTo>
                    <a:pt x="1708128" y="1098528"/>
                  </a:lnTo>
                  <a:lnTo>
                    <a:pt x="1707056" y="1098464"/>
                  </a:lnTo>
                  <a:lnTo>
                    <a:pt x="1705985" y="1098398"/>
                  </a:lnTo>
                  <a:lnTo>
                    <a:pt x="1704913" y="1098331"/>
                  </a:lnTo>
                  <a:lnTo>
                    <a:pt x="1703842" y="1098262"/>
                  </a:lnTo>
                  <a:lnTo>
                    <a:pt x="1702770" y="1098191"/>
                  </a:lnTo>
                  <a:lnTo>
                    <a:pt x="1701698" y="1098118"/>
                  </a:lnTo>
                  <a:lnTo>
                    <a:pt x="1700627" y="1098043"/>
                  </a:lnTo>
                  <a:lnTo>
                    <a:pt x="1699555" y="1097966"/>
                  </a:lnTo>
                  <a:lnTo>
                    <a:pt x="1698484" y="1097887"/>
                  </a:lnTo>
                  <a:lnTo>
                    <a:pt x="1697412" y="1097806"/>
                  </a:lnTo>
                  <a:lnTo>
                    <a:pt x="1696340" y="1097722"/>
                  </a:lnTo>
                  <a:lnTo>
                    <a:pt x="1695269" y="1097637"/>
                  </a:lnTo>
                  <a:lnTo>
                    <a:pt x="1694197" y="1097550"/>
                  </a:lnTo>
                  <a:lnTo>
                    <a:pt x="1693126" y="1097460"/>
                  </a:lnTo>
                  <a:lnTo>
                    <a:pt x="1692054" y="1097368"/>
                  </a:lnTo>
                  <a:lnTo>
                    <a:pt x="1690982" y="1097275"/>
                  </a:lnTo>
                  <a:lnTo>
                    <a:pt x="1689911" y="1097178"/>
                  </a:lnTo>
                  <a:lnTo>
                    <a:pt x="1688839" y="1097080"/>
                  </a:lnTo>
                  <a:lnTo>
                    <a:pt x="1687768" y="1096979"/>
                  </a:lnTo>
                  <a:lnTo>
                    <a:pt x="1686696" y="1096876"/>
                  </a:lnTo>
                  <a:lnTo>
                    <a:pt x="1685624" y="1096770"/>
                  </a:lnTo>
                  <a:lnTo>
                    <a:pt x="1684553" y="1096662"/>
                  </a:lnTo>
                  <a:lnTo>
                    <a:pt x="1683481" y="1096552"/>
                  </a:lnTo>
                  <a:lnTo>
                    <a:pt x="1682410" y="1096439"/>
                  </a:lnTo>
                  <a:lnTo>
                    <a:pt x="1681338" y="1096324"/>
                  </a:lnTo>
                  <a:lnTo>
                    <a:pt x="1680266" y="1096206"/>
                  </a:lnTo>
                  <a:lnTo>
                    <a:pt x="1679195" y="1096086"/>
                  </a:lnTo>
                  <a:lnTo>
                    <a:pt x="1678123" y="1095963"/>
                  </a:lnTo>
                  <a:lnTo>
                    <a:pt x="1677052" y="1095837"/>
                  </a:lnTo>
                  <a:lnTo>
                    <a:pt x="1675980" y="1095709"/>
                  </a:lnTo>
                  <a:lnTo>
                    <a:pt x="1674908" y="1095578"/>
                  </a:lnTo>
                  <a:lnTo>
                    <a:pt x="1673837" y="1095445"/>
                  </a:lnTo>
                  <a:lnTo>
                    <a:pt x="1672765" y="1095309"/>
                  </a:lnTo>
                  <a:lnTo>
                    <a:pt x="1671694" y="1095170"/>
                  </a:lnTo>
                  <a:lnTo>
                    <a:pt x="1670622" y="1095028"/>
                  </a:lnTo>
                  <a:lnTo>
                    <a:pt x="1669550" y="1094883"/>
                  </a:lnTo>
                  <a:lnTo>
                    <a:pt x="1668479" y="1094736"/>
                  </a:lnTo>
                  <a:lnTo>
                    <a:pt x="1667407" y="1094586"/>
                  </a:lnTo>
                  <a:lnTo>
                    <a:pt x="1666336" y="1094433"/>
                  </a:lnTo>
                  <a:lnTo>
                    <a:pt x="1665264" y="1094277"/>
                  </a:lnTo>
                  <a:lnTo>
                    <a:pt x="1664192" y="1094118"/>
                  </a:lnTo>
                  <a:lnTo>
                    <a:pt x="1663121" y="1093956"/>
                  </a:lnTo>
                  <a:lnTo>
                    <a:pt x="1662049" y="1093791"/>
                  </a:lnTo>
                  <a:lnTo>
                    <a:pt x="1660978" y="1093623"/>
                  </a:lnTo>
                  <a:lnTo>
                    <a:pt x="1659906" y="1093452"/>
                  </a:lnTo>
                  <a:lnTo>
                    <a:pt x="1658834" y="1093278"/>
                  </a:lnTo>
                  <a:lnTo>
                    <a:pt x="1657763" y="1093100"/>
                  </a:lnTo>
                  <a:lnTo>
                    <a:pt x="1656691" y="1093019"/>
                  </a:lnTo>
                  <a:lnTo>
                    <a:pt x="1655620" y="1094318"/>
                  </a:lnTo>
                  <a:lnTo>
                    <a:pt x="1654548" y="1095622"/>
                  </a:lnTo>
                  <a:lnTo>
                    <a:pt x="1653476" y="1096929"/>
                  </a:lnTo>
                  <a:lnTo>
                    <a:pt x="1652405" y="1098240"/>
                  </a:lnTo>
                  <a:lnTo>
                    <a:pt x="1651333" y="1099555"/>
                  </a:lnTo>
                  <a:lnTo>
                    <a:pt x="1650262" y="1100874"/>
                  </a:lnTo>
                  <a:lnTo>
                    <a:pt x="1649190" y="1102197"/>
                  </a:lnTo>
                  <a:lnTo>
                    <a:pt x="1648118" y="1103524"/>
                  </a:lnTo>
                  <a:lnTo>
                    <a:pt x="1647047" y="1104855"/>
                  </a:lnTo>
                  <a:lnTo>
                    <a:pt x="1645975" y="1106189"/>
                  </a:lnTo>
                  <a:lnTo>
                    <a:pt x="1644904" y="1107528"/>
                  </a:lnTo>
                  <a:lnTo>
                    <a:pt x="1643832" y="1108870"/>
                  </a:lnTo>
                  <a:lnTo>
                    <a:pt x="1642760" y="1110216"/>
                  </a:lnTo>
                  <a:lnTo>
                    <a:pt x="1641689" y="1111566"/>
                  </a:lnTo>
                  <a:lnTo>
                    <a:pt x="1640617" y="1112919"/>
                  </a:lnTo>
                  <a:lnTo>
                    <a:pt x="1639546" y="1114276"/>
                  </a:lnTo>
                  <a:lnTo>
                    <a:pt x="1638474" y="1115637"/>
                  </a:lnTo>
                  <a:lnTo>
                    <a:pt x="1637402" y="1117002"/>
                  </a:lnTo>
                  <a:lnTo>
                    <a:pt x="1636331" y="1118370"/>
                  </a:lnTo>
                  <a:lnTo>
                    <a:pt x="1635259" y="1119742"/>
                  </a:lnTo>
                  <a:lnTo>
                    <a:pt x="1634188" y="1121117"/>
                  </a:lnTo>
                  <a:lnTo>
                    <a:pt x="1633116" y="1122496"/>
                  </a:lnTo>
                  <a:lnTo>
                    <a:pt x="1632044" y="1123878"/>
                  </a:lnTo>
                  <a:lnTo>
                    <a:pt x="1630973" y="1125264"/>
                  </a:lnTo>
                  <a:lnTo>
                    <a:pt x="1629901" y="1126654"/>
                  </a:lnTo>
                  <a:lnTo>
                    <a:pt x="1628830" y="1128046"/>
                  </a:lnTo>
                  <a:lnTo>
                    <a:pt x="1627758" y="1129443"/>
                  </a:lnTo>
                  <a:lnTo>
                    <a:pt x="1626686" y="1130842"/>
                  </a:lnTo>
                  <a:lnTo>
                    <a:pt x="1625615" y="1132245"/>
                  </a:lnTo>
                  <a:lnTo>
                    <a:pt x="1624543" y="1133652"/>
                  </a:lnTo>
                  <a:lnTo>
                    <a:pt x="1623472" y="1135061"/>
                  </a:lnTo>
                  <a:lnTo>
                    <a:pt x="1622400" y="1136474"/>
                  </a:lnTo>
                  <a:lnTo>
                    <a:pt x="1621328" y="1137891"/>
                  </a:lnTo>
                  <a:lnTo>
                    <a:pt x="1620257" y="1139310"/>
                  </a:lnTo>
                  <a:lnTo>
                    <a:pt x="1619185" y="1140733"/>
                  </a:lnTo>
                  <a:lnTo>
                    <a:pt x="1618114" y="1142159"/>
                  </a:lnTo>
                  <a:lnTo>
                    <a:pt x="1617042" y="1143588"/>
                  </a:lnTo>
                  <a:lnTo>
                    <a:pt x="1615970" y="1145020"/>
                  </a:lnTo>
                  <a:lnTo>
                    <a:pt x="1614899" y="1146455"/>
                  </a:lnTo>
                  <a:lnTo>
                    <a:pt x="1613827" y="1147893"/>
                  </a:lnTo>
                  <a:lnTo>
                    <a:pt x="1612756" y="1149334"/>
                  </a:lnTo>
                  <a:lnTo>
                    <a:pt x="1611684" y="1150779"/>
                  </a:lnTo>
                  <a:lnTo>
                    <a:pt x="1610612" y="1152226"/>
                  </a:lnTo>
                  <a:lnTo>
                    <a:pt x="1609541" y="1153676"/>
                  </a:lnTo>
                  <a:lnTo>
                    <a:pt x="1608469" y="1155129"/>
                  </a:lnTo>
                  <a:lnTo>
                    <a:pt x="1607398" y="1156585"/>
                  </a:lnTo>
                  <a:lnTo>
                    <a:pt x="1606326" y="1158044"/>
                  </a:lnTo>
                  <a:lnTo>
                    <a:pt x="1605254" y="1159505"/>
                  </a:lnTo>
                  <a:lnTo>
                    <a:pt x="1604183" y="1160970"/>
                  </a:lnTo>
                  <a:lnTo>
                    <a:pt x="1603111" y="1162437"/>
                  </a:lnTo>
                  <a:lnTo>
                    <a:pt x="1602040" y="1163907"/>
                  </a:lnTo>
                  <a:lnTo>
                    <a:pt x="1600968" y="1165379"/>
                  </a:lnTo>
                  <a:lnTo>
                    <a:pt x="1599896" y="1166854"/>
                  </a:lnTo>
                  <a:lnTo>
                    <a:pt x="1598825" y="1168332"/>
                  </a:lnTo>
                  <a:lnTo>
                    <a:pt x="1597753" y="1169813"/>
                  </a:lnTo>
                  <a:lnTo>
                    <a:pt x="1596682" y="1171296"/>
                  </a:lnTo>
                  <a:lnTo>
                    <a:pt x="1595610" y="1172781"/>
                  </a:lnTo>
                  <a:lnTo>
                    <a:pt x="1594539" y="1174270"/>
                  </a:lnTo>
                  <a:lnTo>
                    <a:pt x="1593467" y="1175760"/>
                  </a:lnTo>
                  <a:lnTo>
                    <a:pt x="1592395" y="1177253"/>
                  </a:lnTo>
                  <a:lnTo>
                    <a:pt x="1591324" y="1178749"/>
                  </a:lnTo>
                  <a:lnTo>
                    <a:pt x="1590252" y="1180246"/>
                  </a:lnTo>
                  <a:lnTo>
                    <a:pt x="1589181" y="1181747"/>
                  </a:lnTo>
                  <a:lnTo>
                    <a:pt x="1588109" y="1183249"/>
                  </a:lnTo>
                  <a:lnTo>
                    <a:pt x="1587037" y="1184754"/>
                  </a:lnTo>
                  <a:lnTo>
                    <a:pt x="1585966" y="1186261"/>
                  </a:lnTo>
                  <a:lnTo>
                    <a:pt x="1584894" y="1187770"/>
                  </a:lnTo>
                  <a:lnTo>
                    <a:pt x="1583823" y="1189282"/>
                  </a:lnTo>
                  <a:lnTo>
                    <a:pt x="1582751" y="1190796"/>
                  </a:lnTo>
                  <a:lnTo>
                    <a:pt x="1581679" y="1192312"/>
                  </a:lnTo>
                  <a:lnTo>
                    <a:pt x="1580608" y="1193829"/>
                  </a:lnTo>
                  <a:lnTo>
                    <a:pt x="1579536" y="1195350"/>
                  </a:lnTo>
                  <a:lnTo>
                    <a:pt x="1578465" y="1196872"/>
                  </a:lnTo>
                  <a:lnTo>
                    <a:pt x="1577393" y="1198396"/>
                  </a:lnTo>
                  <a:lnTo>
                    <a:pt x="1576321" y="1199922"/>
                  </a:lnTo>
                  <a:lnTo>
                    <a:pt x="1575250" y="1201450"/>
                  </a:lnTo>
                  <a:lnTo>
                    <a:pt x="1574178" y="1202980"/>
                  </a:lnTo>
                  <a:lnTo>
                    <a:pt x="1573107" y="1204512"/>
                  </a:lnTo>
                  <a:lnTo>
                    <a:pt x="1572035" y="1206045"/>
                  </a:lnTo>
                  <a:lnTo>
                    <a:pt x="1570963" y="1207581"/>
                  </a:lnTo>
                  <a:lnTo>
                    <a:pt x="1569892" y="1209118"/>
                  </a:lnTo>
                  <a:lnTo>
                    <a:pt x="1568820" y="1210657"/>
                  </a:lnTo>
                  <a:lnTo>
                    <a:pt x="1567749" y="1212198"/>
                  </a:lnTo>
                  <a:lnTo>
                    <a:pt x="1566677" y="1213740"/>
                  </a:lnTo>
                  <a:lnTo>
                    <a:pt x="1565605" y="1215285"/>
                  </a:lnTo>
                  <a:lnTo>
                    <a:pt x="1564534" y="1216830"/>
                  </a:lnTo>
                  <a:lnTo>
                    <a:pt x="1563462" y="1218378"/>
                  </a:lnTo>
                  <a:lnTo>
                    <a:pt x="1562391" y="1219927"/>
                  </a:lnTo>
                  <a:lnTo>
                    <a:pt x="1561319" y="1221477"/>
                  </a:lnTo>
                  <a:lnTo>
                    <a:pt x="1560247" y="1223029"/>
                  </a:lnTo>
                  <a:lnTo>
                    <a:pt x="1559176" y="1224583"/>
                  </a:lnTo>
                  <a:lnTo>
                    <a:pt x="1558104" y="1226138"/>
                  </a:lnTo>
                  <a:lnTo>
                    <a:pt x="1557033" y="1227694"/>
                  </a:lnTo>
                  <a:lnTo>
                    <a:pt x="1555961" y="1229252"/>
                  </a:lnTo>
                  <a:lnTo>
                    <a:pt x="1554889" y="1230811"/>
                  </a:lnTo>
                  <a:lnTo>
                    <a:pt x="1553818" y="1232372"/>
                  </a:lnTo>
                  <a:lnTo>
                    <a:pt x="1552746" y="1233934"/>
                  </a:lnTo>
                  <a:lnTo>
                    <a:pt x="1551675" y="1235497"/>
                  </a:lnTo>
                  <a:lnTo>
                    <a:pt x="1550603" y="1237061"/>
                  </a:lnTo>
                  <a:lnTo>
                    <a:pt x="1549531" y="1238627"/>
                  </a:lnTo>
                  <a:lnTo>
                    <a:pt x="1548460" y="1240193"/>
                  </a:lnTo>
                  <a:lnTo>
                    <a:pt x="1547388" y="1241761"/>
                  </a:lnTo>
                  <a:lnTo>
                    <a:pt x="1546317" y="1243330"/>
                  </a:lnTo>
                  <a:lnTo>
                    <a:pt x="1545245" y="1244900"/>
                  </a:lnTo>
                  <a:lnTo>
                    <a:pt x="1544173" y="1246471"/>
                  </a:lnTo>
                  <a:lnTo>
                    <a:pt x="1543102" y="1248043"/>
                  </a:lnTo>
                  <a:lnTo>
                    <a:pt x="1542030" y="1249617"/>
                  </a:lnTo>
                  <a:lnTo>
                    <a:pt x="1540959" y="1251191"/>
                  </a:lnTo>
                  <a:lnTo>
                    <a:pt x="1539887" y="1252766"/>
                  </a:lnTo>
                  <a:lnTo>
                    <a:pt x="1538815" y="1254342"/>
                  </a:lnTo>
                  <a:lnTo>
                    <a:pt x="1537744" y="1255918"/>
                  </a:lnTo>
                  <a:lnTo>
                    <a:pt x="1536672" y="1257496"/>
                  </a:lnTo>
                  <a:lnTo>
                    <a:pt x="1535601" y="1259074"/>
                  </a:lnTo>
                  <a:lnTo>
                    <a:pt x="1534529" y="1260654"/>
                  </a:lnTo>
                  <a:lnTo>
                    <a:pt x="1533457" y="1262234"/>
                  </a:lnTo>
                  <a:lnTo>
                    <a:pt x="1532386" y="1263814"/>
                  </a:lnTo>
                  <a:lnTo>
                    <a:pt x="1531314" y="1265396"/>
                  </a:lnTo>
                  <a:lnTo>
                    <a:pt x="1530243" y="1266978"/>
                  </a:lnTo>
                  <a:lnTo>
                    <a:pt x="1529171" y="1268561"/>
                  </a:lnTo>
                  <a:lnTo>
                    <a:pt x="1528099" y="1270144"/>
                  </a:lnTo>
                  <a:lnTo>
                    <a:pt x="1527028" y="1271728"/>
                  </a:lnTo>
                  <a:lnTo>
                    <a:pt x="1525956" y="1273312"/>
                  </a:lnTo>
                  <a:lnTo>
                    <a:pt x="1524885" y="1274897"/>
                  </a:lnTo>
                  <a:lnTo>
                    <a:pt x="1523813" y="1276483"/>
                  </a:lnTo>
                  <a:lnTo>
                    <a:pt x="1522741" y="1278069"/>
                  </a:lnTo>
                  <a:lnTo>
                    <a:pt x="1521670" y="1279655"/>
                  </a:lnTo>
                  <a:lnTo>
                    <a:pt x="1520598" y="1281242"/>
                  </a:lnTo>
                  <a:lnTo>
                    <a:pt x="1519527" y="1282829"/>
                  </a:lnTo>
                  <a:lnTo>
                    <a:pt x="1518455" y="1284417"/>
                  </a:lnTo>
                  <a:lnTo>
                    <a:pt x="1517383" y="1286005"/>
                  </a:lnTo>
                  <a:lnTo>
                    <a:pt x="1516312" y="1287593"/>
                  </a:lnTo>
                  <a:lnTo>
                    <a:pt x="1515240" y="1289181"/>
                  </a:lnTo>
                  <a:lnTo>
                    <a:pt x="1514169" y="1290770"/>
                  </a:lnTo>
                  <a:lnTo>
                    <a:pt x="1513097" y="1292359"/>
                  </a:lnTo>
                  <a:lnTo>
                    <a:pt x="1512025" y="1293948"/>
                  </a:lnTo>
                  <a:lnTo>
                    <a:pt x="1510954" y="1295537"/>
                  </a:lnTo>
                  <a:lnTo>
                    <a:pt x="1509882" y="1297126"/>
                  </a:lnTo>
                  <a:lnTo>
                    <a:pt x="1508811" y="1298716"/>
                  </a:lnTo>
                  <a:lnTo>
                    <a:pt x="1507739" y="1300305"/>
                  </a:lnTo>
                  <a:lnTo>
                    <a:pt x="1506667" y="1301895"/>
                  </a:lnTo>
                  <a:lnTo>
                    <a:pt x="1505596" y="1303484"/>
                  </a:lnTo>
                  <a:lnTo>
                    <a:pt x="1504524" y="1305074"/>
                  </a:lnTo>
                  <a:lnTo>
                    <a:pt x="1503453" y="1306663"/>
                  </a:lnTo>
                  <a:lnTo>
                    <a:pt x="1502381" y="1308253"/>
                  </a:lnTo>
                  <a:lnTo>
                    <a:pt x="1501309" y="1309842"/>
                  </a:lnTo>
                  <a:lnTo>
                    <a:pt x="1500238" y="1311431"/>
                  </a:lnTo>
                  <a:lnTo>
                    <a:pt x="1499166" y="1313020"/>
                  </a:lnTo>
                  <a:lnTo>
                    <a:pt x="1498095" y="1314609"/>
                  </a:lnTo>
                  <a:lnTo>
                    <a:pt x="1497023" y="1316198"/>
                  </a:lnTo>
                  <a:lnTo>
                    <a:pt x="1495951" y="1317786"/>
                  </a:lnTo>
                  <a:lnTo>
                    <a:pt x="1494880" y="1319375"/>
                  </a:lnTo>
                  <a:lnTo>
                    <a:pt x="1493808" y="1320963"/>
                  </a:lnTo>
                  <a:lnTo>
                    <a:pt x="1492737" y="1322550"/>
                  </a:lnTo>
                  <a:lnTo>
                    <a:pt x="1491665" y="1324138"/>
                  </a:lnTo>
                  <a:lnTo>
                    <a:pt x="1490593" y="1325725"/>
                  </a:lnTo>
                  <a:lnTo>
                    <a:pt x="1489522" y="1327311"/>
                  </a:lnTo>
                  <a:lnTo>
                    <a:pt x="1488450" y="1328897"/>
                  </a:lnTo>
                  <a:lnTo>
                    <a:pt x="1487379" y="1330483"/>
                  </a:lnTo>
                  <a:lnTo>
                    <a:pt x="1486307" y="1332068"/>
                  </a:lnTo>
                  <a:lnTo>
                    <a:pt x="1485235" y="1333653"/>
                  </a:lnTo>
                  <a:lnTo>
                    <a:pt x="1484164" y="1335238"/>
                  </a:lnTo>
                  <a:lnTo>
                    <a:pt x="1483092" y="1336821"/>
                  </a:lnTo>
                  <a:lnTo>
                    <a:pt x="1482021" y="1338405"/>
                  </a:lnTo>
                  <a:lnTo>
                    <a:pt x="1480949" y="1339987"/>
                  </a:lnTo>
                  <a:lnTo>
                    <a:pt x="1479877" y="1341569"/>
                  </a:lnTo>
                  <a:lnTo>
                    <a:pt x="1478806" y="1343151"/>
                  </a:lnTo>
                  <a:lnTo>
                    <a:pt x="1477734" y="1344732"/>
                  </a:lnTo>
                  <a:lnTo>
                    <a:pt x="1476663" y="1346312"/>
                  </a:lnTo>
                  <a:lnTo>
                    <a:pt x="1475591" y="1347891"/>
                  </a:lnTo>
                  <a:lnTo>
                    <a:pt x="1474519" y="1349470"/>
                  </a:lnTo>
                  <a:lnTo>
                    <a:pt x="1473448" y="1351048"/>
                  </a:lnTo>
                  <a:lnTo>
                    <a:pt x="1472376" y="1352625"/>
                  </a:lnTo>
                  <a:lnTo>
                    <a:pt x="1471305" y="1354201"/>
                  </a:lnTo>
                  <a:lnTo>
                    <a:pt x="1470233" y="1355777"/>
                  </a:lnTo>
                  <a:lnTo>
                    <a:pt x="1469161" y="1357351"/>
                  </a:lnTo>
                  <a:lnTo>
                    <a:pt x="1468090" y="1358925"/>
                  </a:lnTo>
                  <a:lnTo>
                    <a:pt x="1467018" y="1360498"/>
                  </a:lnTo>
                  <a:lnTo>
                    <a:pt x="1465947" y="1362070"/>
                  </a:lnTo>
                  <a:lnTo>
                    <a:pt x="1464875" y="1363641"/>
                  </a:lnTo>
                  <a:lnTo>
                    <a:pt x="1463803" y="1365211"/>
                  </a:lnTo>
                  <a:lnTo>
                    <a:pt x="1462732" y="1366780"/>
                  </a:lnTo>
                  <a:lnTo>
                    <a:pt x="1461660" y="1368348"/>
                  </a:lnTo>
                  <a:lnTo>
                    <a:pt x="1460589" y="1369916"/>
                  </a:lnTo>
                  <a:lnTo>
                    <a:pt x="1459517" y="1371482"/>
                  </a:lnTo>
                  <a:lnTo>
                    <a:pt x="1458445" y="1373047"/>
                  </a:lnTo>
                  <a:lnTo>
                    <a:pt x="1457374" y="1374610"/>
                  </a:lnTo>
                  <a:lnTo>
                    <a:pt x="1456302" y="1376173"/>
                  </a:lnTo>
                  <a:lnTo>
                    <a:pt x="1455231" y="1377735"/>
                  </a:lnTo>
                  <a:lnTo>
                    <a:pt x="1454159" y="1379295"/>
                  </a:lnTo>
                  <a:lnTo>
                    <a:pt x="1453087" y="1380855"/>
                  </a:lnTo>
                  <a:lnTo>
                    <a:pt x="1452016" y="1382413"/>
                  </a:lnTo>
                  <a:lnTo>
                    <a:pt x="1450944" y="1383969"/>
                  </a:lnTo>
                  <a:lnTo>
                    <a:pt x="1449873" y="1385525"/>
                  </a:lnTo>
                  <a:lnTo>
                    <a:pt x="1448801" y="1387079"/>
                  </a:lnTo>
                  <a:lnTo>
                    <a:pt x="1447729" y="1388632"/>
                  </a:lnTo>
                  <a:lnTo>
                    <a:pt x="1446658" y="1390184"/>
                  </a:lnTo>
                  <a:lnTo>
                    <a:pt x="1445586" y="1391735"/>
                  </a:lnTo>
                  <a:lnTo>
                    <a:pt x="1444515" y="1393284"/>
                  </a:lnTo>
                  <a:lnTo>
                    <a:pt x="1443443" y="1394831"/>
                  </a:lnTo>
                  <a:lnTo>
                    <a:pt x="1442371" y="1396378"/>
                  </a:lnTo>
                  <a:lnTo>
                    <a:pt x="1441300" y="1397923"/>
                  </a:lnTo>
                  <a:lnTo>
                    <a:pt x="1440228" y="1399466"/>
                  </a:lnTo>
                  <a:lnTo>
                    <a:pt x="1439157" y="1401008"/>
                  </a:lnTo>
                  <a:lnTo>
                    <a:pt x="1438085" y="1402549"/>
                  </a:lnTo>
                  <a:lnTo>
                    <a:pt x="1437013" y="1404088"/>
                  </a:lnTo>
                  <a:lnTo>
                    <a:pt x="1435942" y="1405625"/>
                  </a:lnTo>
                  <a:lnTo>
                    <a:pt x="1434870" y="1407161"/>
                  </a:lnTo>
                  <a:lnTo>
                    <a:pt x="1433799" y="1408696"/>
                  </a:lnTo>
                  <a:lnTo>
                    <a:pt x="1432727" y="1410228"/>
                  </a:lnTo>
                  <a:lnTo>
                    <a:pt x="1431655" y="1411760"/>
                  </a:lnTo>
                  <a:lnTo>
                    <a:pt x="1430584" y="1413289"/>
                  </a:lnTo>
                  <a:lnTo>
                    <a:pt x="1429512" y="1414817"/>
                  </a:lnTo>
                  <a:lnTo>
                    <a:pt x="1428441" y="1416344"/>
                  </a:lnTo>
                  <a:lnTo>
                    <a:pt x="1427369" y="1417869"/>
                  </a:lnTo>
                  <a:lnTo>
                    <a:pt x="1426297" y="1419392"/>
                  </a:lnTo>
                  <a:lnTo>
                    <a:pt x="1425226" y="1420913"/>
                  </a:lnTo>
                  <a:lnTo>
                    <a:pt x="1424154" y="1422433"/>
                  </a:lnTo>
                  <a:lnTo>
                    <a:pt x="1423083" y="1423950"/>
                  </a:lnTo>
                  <a:lnTo>
                    <a:pt x="1422011" y="1425467"/>
                  </a:lnTo>
                  <a:lnTo>
                    <a:pt x="1420939" y="1426981"/>
                  </a:lnTo>
                  <a:lnTo>
                    <a:pt x="1419868" y="1428494"/>
                  </a:lnTo>
                  <a:lnTo>
                    <a:pt x="1418796" y="1430004"/>
                  </a:lnTo>
                  <a:lnTo>
                    <a:pt x="1417725" y="1431513"/>
                  </a:lnTo>
                  <a:lnTo>
                    <a:pt x="1416653" y="1433020"/>
                  </a:lnTo>
                  <a:lnTo>
                    <a:pt x="1415582" y="1434526"/>
                  </a:lnTo>
                  <a:lnTo>
                    <a:pt x="1414510" y="1436029"/>
                  </a:lnTo>
                  <a:lnTo>
                    <a:pt x="1413438" y="1437530"/>
                  </a:lnTo>
                  <a:lnTo>
                    <a:pt x="1412367" y="1439030"/>
                  </a:lnTo>
                  <a:lnTo>
                    <a:pt x="1411295" y="1440528"/>
                  </a:lnTo>
                  <a:lnTo>
                    <a:pt x="1410224" y="1442023"/>
                  </a:lnTo>
                  <a:lnTo>
                    <a:pt x="1409152" y="1443517"/>
                  </a:lnTo>
                  <a:lnTo>
                    <a:pt x="1408080" y="1445009"/>
                  </a:lnTo>
                  <a:lnTo>
                    <a:pt x="1407009" y="1446498"/>
                  </a:lnTo>
                  <a:lnTo>
                    <a:pt x="1405937" y="1447986"/>
                  </a:lnTo>
                  <a:lnTo>
                    <a:pt x="1404866" y="1449472"/>
                  </a:lnTo>
                  <a:lnTo>
                    <a:pt x="1403794" y="1450955"/>
                  </a:lnTo>
                  <a:lnTo>
                    <a:pt x="1402722" y="1452437"/>
                  </a:lnTo>
                  <a:lnTo>
                    <a:pt x="1401651" y="1453916"/>
                  </a:lnTo>
                  <a:lnTo>
                    <a:pt x="1400579" y="1455394"/>
                  </a:lnTo>
                  <a:lnTo>
                    <a:pt x="1399508" y="1456869"/>
                  </a:lnTo>
                  <a:lnTo>
                    <a:pt x="1398436" y="1458342"/>
                  </a:lnTo>
                  <a:lnTo>
                    <a:pt x="1397364" y="1459813"/>
                  </a:lnTo>
                  <a:lnTo>
                    <a:pt x="1396293" y="1461282"/>
                  </a:lnTo>
                  <a:lnTo>
                    <a:pt x="1395221" y="1462749"/>
                  </a:lnTo>
                  <a:lnTo>
                    <a:pt x="1394150" y="1464213"/>
                  </a:lnTo>
                  <a:lnTo>
                    <a:pt x="1393078" y="1465676"/>
                  </a:lnTo>
                  <a:lnTo>
                    <a:pt x="1392006" y="1467136"/>
                  </a:lnTo>
                  <a:lnTo>
                    <a:pt x="1390935" y="1468593"/>
                  </a:lnTo>
                  <a:lnTo>
                    <a:pt x="1389863" y="1470049"/>
                  </a:lnTo>
                  <a:lnTo>
                    <a:pt x="1388792" y="1471502"/>
                  </a:lnTo>
                  <a:lnTo>
                    <a:pt x="1387720" y="1472954"/>
                  </a:lnTo>
                  <a:lnTo>
                    <a:pt x="1386648" y="1474402"/>
                  </a:lnTo>
                  <a:lnTo>
                    <a:pt x="1385577" y="1475849"/>
                  </a:lnTo>
                  <a:lnTo>
                    <a:pt x="1384505" y="1477293"/>
                  </a:lnTo>
                  <a:lnTo>
                    <a:pt x="1383434" y="1478735"/>
                  </a:lnTo>
                  <a:lnTo>
                    <a:pt x="1382362" y="1480174"/>
                  </a:lnTo>
                  <a:lnTo>
                    <a:pt x="1381290" y="1481611"/>
                  </a:lnTo>
                  <a:lnTo>
                    <a:pt x="1380219" y="1483046"/>
                  </a:lnTo>
                  <a:lnTo>
                    <a:pt x="1379147" y="1484479"/>
                  </a:lnTo>
                  <a:lnTo>
                    <a:pt x="1378076" y="1485909"/>
                  </a:lnTo>
                  <a:lnTo>
                    <a:pt x="1377004" y="1487336"/>
                  </a:lnTo>
                  <a:lnTo>
                    <a:pt x="1375932" y="1488761"/>
                  </a:lnTo>
                  <a:lnTo>
                    <a:pt x="1374861" y="1490184"/>
                  </a:lnTo>
                  <a:lnTo>
                    <a:pt x="1373789" y="1491604"/>
                  </a:lnTo>
                  <a:lnTo>
                    <a:pt x="1372718" y="1493022"/>
                  </a:lnTo>
                  <a:lnTo>
                    <a:pt x="1371646" y="1494437"/>
                  </a:lnTo>
                  <a:lnTo>
                    <a:pt x="1370574" y="1495850"/>
                  </a:lnTo>
                  <a:lnTo>
                    <a:pt x="1369503" y="1497261"/>
                  </a:lnTo>
                  <a:lnTo>
                    <a:pt x="1368431" y="1498668"/>
                  </a:lnTo>
                  <a:lnTo>
                    <a:pt x="1367360" y="1500074"/>
                  </a:lnTo>
                  <a:lnTo>
                    <a:pt x="1366288" y="1501476"/>
                  </a:lnTo>
                  <a:lnTo>
                    <a:pt x="1365216" y="1502877"/>
                  </a:lnTo>
                  <a:lnTo>
                    <a:pt x="1364145" y="1504274"/>
                  </a:lnTo>
                  <a:lnTo>
                    <a:pt x="1363073" y="1505669"/>
                  </a:lnTo>
                  <a:lnTo>
                    <a:pt x="1362002" y="1507062"/>
                  </a:lnTo>
                  <a:lnTo>
                    <a:pt x="1360930" y="1508452"/>
                  </a:lnTo>
                  <a:lnTo>
                    <a:pt x="1359858" y="1509839"/>
                  </a:lnTo>
                  <a:lnTo>
                    <a:pt x="1358787" y="1511224"/>
                  </a:lnTo>
                  <a:lnTo>
                    <a:pt x="1357715" y="1512606"/>
                  </a:lnTo>
                  <a:lnTo>
                    <a:pt x="1356644" y="1513985"/>
                  </a:lnTo>
                  <a:lnTo>
                    <a:pt x="1355572" y="1515362"/>
                  </a:lnTo>
                  <a:lnTo>
                    <a:pt x="1354500" y="1516736"/>
                  </a:lnTo>
                  <a:lnTo>
                    <a:pt x="1353429" y="1518107"/>
                  </a:lnTo>
                  <a:lnTo>
                    <a:pt x="1352357" y="1519476"/>
                  </a:lnTo>
                  <a:lnTo>
                    <a:pt x="1351286" y="1520842"/>
                  </a:lnTo>
                  <a:lnTo>
                    <a:pt x="1350214" y="1522205"/>
                  </a:lnTo>
                  <a:lnTo>
                    <a:pt x="1349142" y="1523566"/>
                  </a:lnTo>
                  <a:lnTo>
                    <a:pt x="1348071" y="1524924"/>
                  </a:lnTo>
                  <a:lnTo>
                    <a:pt x="1346999" y="1526279"/>
                  </a:lnTo>
                  <a:lnTo>
                    <a:pt x="1345928" y="1527631"/>
                  </a:lnTo>
                  <a:lnTo>
                    <a:pt x="1344856" y="1528981"/>
                  </a:lnTo>
                  <a:lnTo>
                    <a:pt x="1343784" y="1530328"/>
                  </a:lnTo>
                  <a:lnTo>
                    <a:pt x="1342713" y="1531672"/>
                  </a:lnTo>
                  <a:lnTo>
                    <a:pt x="1341641" y="1533013"/>
                  </a:lnTo>
                  <a:lnTo>
                    <a:pt x="1340570" y="1534352"/>
                  </a:lnTo>
                  <a:lnTo>
                    <a:pt x="1339498" y="1535688"/>
                  </a:lnTo>
                  <a:lnTo>
                    <a:pt x="1338426" y="1537020"/>
                  </a:lnTo>
                  <a:lnTo>
                    <a:pt x="1337355" y="1538350"/>
                  </a:lnTo>
                  <a:lnTo>
                    <a:pt x="1336283" y="1539678"/>
                  </a:lnTo>
                  <a:lnTo>
                    <a:pt x="1335212" y="1541002"/>
                  </a:lnTo>
                  <a:lnTo>
                    <a:pt x="1334140" y="1542324"/>
                  </a:lnTo>
                  <a:lnTo>
                    <a:pt x="1333068" y="1543642"/>
                  </a:lnTo>
                  <a:lnTo>
                    <a:pt x="1331997" y="1544958"/>
                  </a:lnTo>
                  <a:lnTo>
                    <a:pt x="1330925" y="1546271"/>
                  </a:lnTo>
                  <a:lnTo>
                    <a:pt x="1329854" y="1547581"/>
                  </a:lnTo>
                  <a:lnTo>
                    <a:pt x="1328782" y="1548888"/>
                  </a:lnTo>
                  <a:lnTo>
                    <a:pt x="1327710" y="1550192"/>
                  </a:lnTo>
                  <a:lnTo>
                    <a:pt x="1326639" y="1551494"/>
                  </a:lnTo>
                  <a:lnTo>
                    <a:pt x="1325567" y="1552792"/>
                  </a:lnTo>
                  <a:lnTo>
                    <a:pt x="1324496" y="1554087"/>
                  </a:lnTo>
                  <a:lnTo>
                    <a:pt x="1323424" y="1555380"/>
                  </a:lnTo>
                  <a:lnTo>
                    <a:pt x="1322352" y="1556670"/>
                  </a:lnTo>
                  <a:lnTo>
                    <a:pt x="1321281" y="1557956"/>
                  </a:lnTo>
                  <a:lnTo>
                    <a:pt x="1320209" y="1559240"/>
                  </a:lnTo>
                  <a:lnTo>
                    <a:pt x="1319138" y="1560520"/>
                  </a:lnTo>
                  <a:lnTo>
                    <a:pt x="1318066" y="1561798"/>
                  </a:lnTo>
                  <a:lnTo>
                    <a:pt x="1316994" y="1563073"/>
                  </a:lnTo>
                  <a:lnTo>
                    <a:pt x="1315923" y="1564345"/>
                  </a:lnTo>
                  <a:lnTo>
                    <a:pt x="1314851" y="1565613"/>
                  </a:lnTo>
                  <a:lnTo>
                    <a:pt x="1313780" y="1566879"/>
                  </a:lnTo>
                  <a:lnTo>
                    <a:pt x="1312708" y="1568142"/>
                  </a:lnTo>
                  <a:lnTo>
                    <a:pt x="1311636" y="1569401"/>
                  </a:lnTo>
                  <a:lnTo>
                    <a:pt x="1310565" y="1570658"/>
                  </a:lnTo>
                  <a:lnTo>
                    <a:pt x="1309493" y="1571912"/>
                  </a:lnTo>
                  <a:lnTo>
                    <a:pt x="1308422" y="1573162"/>
                  </a:lnTo>
                  <a:lnTo>
                    <a:pt x="1307350" y="1574410"/>
                  </a:lnTo>
                  <a:lnTo>
                    <a:pt x="1306278" y="1575654"/>
                  </a:lnTo>
                  <a:lnTo>
                    <a:pt x="1305207" y="1576896"/>
                  </a:lnTo>
                  <a:lnTo>
                    <a:pt x="1304135" y="1578134"/>
                  </a:lnTo>
                  <a:lnTo>
                    <a:pt x="1303064" y="1579369"/>
                  </a:lnTo>
                  <a:lnTo>
                    <a:pt x="1301992" y="1580602"/>
                  </a:lnTo>
                  <a:lnTo>
                    <a:pt x="1300920" y="1581831"/>
                  </a:lnTo>
                  <a:lnTo>
                    <a:pt x="1299849" y="1583057"/>
                  </a:lnTo>
                  <a:lnTo>
                    <a:pt x="1298777" y="1584280"/>
                  </a:lnTo>
                  <a:lnTo>
                    <a:pt x="1297706" y="1585500"/>
                  </a:lnTo>
                  <a:lnTo>
                    <a:pt x="1296634" y="1586716"/>
                  </a:lnTo>
                  <a:lnTo>
                    <a:pt x="1295562" y="1587930"/>
                  </a:lnTo>
                  <a:lnTo>
                    <a:pt x="1294491" y="1589140"/>
                  </a:lnTo>
                  <a:lnTo>
                    <a:pt x="1293419" y="1590348"/>
                  </a:lnTo>
                  <a:lnTo>
                    <a:pt x="1292348" y="1591552"/>
                  </a:lnTo>
                  <a:lnTo>
                    <a:pt x="1291276" y="1592753"/>
                  </a:lnTo>
                  <a:lnTo>
                    <a:pt x="1290204" y="1593951"/>
                  </a:lnTo>
                  <a:lnTo>
                    <a:pt x="1289133" y="1595146"/>
                  </a:lnTo>
                  <a:lnTo>
                    <a:pt x="1288061" y="1596337"/>
                  </a:lnTo>
                  <a:lnTo>
                    <a:pt x="1286990" y="1597526"/>
                  </a:lnTo>
                  <a:lnTo>
                    <a:pt x="1285918" y="1598711"/>
                  </a:lnTo>
                  <a:lnTo>
                    <a:pt x="1284846" y="1599893"/>
                  </a:lnTo>
                  <a:lnTo>
                    <a:pt x="1283775" y="1601072"/>
                  </a:lnTo>
                  <a:lnTo>
                    <a:pt x="1282703" y="1602248"/>
                  </a:lnTo>
                  <a:lnTo>
                    <a:pt x="1281632" y="1603421"/>
                  </a:lnTo>
                  <a:lnTo>
                    <a:pt x="1280560" y="1604590"/>
                  </a:lnTo>
                  <a:lnTo>
                    <a:pt x="1279488" y="1605756"/>
                  </a:lnTo>
                  <a:lnTo>
                    <a:pt x="1278417" y="1606919"/>
                  </a:lnTo>
                  <a:lnTo>
                    <a:pt x="1277345" y="1608079"/>
                  </a:lnTo>
                  <a:lnTo>
                    <a:pt x="1276274" y="1609236"/>
                  </a:lnTo>
                  <a:lnTo>
                    <a:pt x="1275202" y="1610389"/>
                  </a:lnTo>
                  <a:lnTo>
                    <a:pt x="1274130" y="1611539"/>
                  </a:lnTo>
                  <a:lnTo>
                    <a:pt x="1273059" y="1612686"/>
                  </a:lnTo>
                  <a:lnTo>
                    <a:pt x="1271987" y="1613830"/>
                  </a:lnTo>
                  <a:lnTo>
                    <a:pt x="1270916" y="1614971"/>
                  </a:lnTo>
                  <a:lnTo>
                    <a:pt x="1269844" y="1616108"/>
                  </a:lnTo>
                  <a:lnTo>
                    <a:pt x="1268772" y="1617242"/>
                  </a:lnTo>
                  <a:lnTo>
                    <a:pt x="1267701" y="1618373"/>
                  </a:lnTo>
                  <a:lnTo>
                    <a:pt x="1266629" y="1619501"/>
                  </a:lnTo>
                  <a:lnTo>
                    <a:pt x="1265558" y="1620625"/>
                  </a:lnTo>
                  <a:lnTo>
                    <a:pt x="1264486" y="1621746"/>
                  </a:lnTo>
                  <a:lnTo>
                    <a:pt x="1263414" y="1622864"/>
                  </a:lnTo>
                  <a:lnTo>
                    <a:pt x="1262343" y="1623979"/>
                  </a:lnTo>
                  <a:lnTo>
                    <a:pt x="1261271" y="1625090"/>
                  </a:lnTo>
                  <a:lnTo>
                    <a:pt x="1260200" y="1626198"/>
                  </a:lnTo>
                  <a:lnTo>
                    <a:pt x="1259128" y="1627303"/>
                  </a:lnTo>
                  <a:lnTo>
                    <a:pt x="1258056" y="1628405"/>
                  </a:lnTo>
                  <a:lnTo>
                    <a:pt x="1256985" y="1629503"/>
                  </a:lnTo>
                  <a:lnTo>
                    <a:pt x="1255913" y="1630598"/>
                  </a:lnTo>
                  <a:lnTo>
                    <a:pt x="1254842" y="1631690"/>
                  </a:lnTo>
                  <a:lnTo>
                    <a:pt x="1253770" y="1632778"/>
                  </a:lnTo>
                  <a:lnTo>
                    <a:pt x="1252698" y="1633864"/>
                  </a:lnTo>
                  <a:lnTo>
                    <a:pt x="1251627" y="1634946"/>
                  </a:lnTo>
                  <a:lnTo>
                    <a:pt x="1250555" y="1636024"/>
                  </a:lnTo>
                  <a:lnTo>
                    <a:pt x="1249484" y="1637100"/>
                  </a:lnTo>
                  <a:lnTo>
                    <a:pt x="1248412" y="1638172"/>
                  </a:lnTo>
                  <a:lnTo>
                    <a:pt x="1247340" y="1639241"/>
                  </a:lnTo>
                  <a:lnTo>
                    <a:pt x="1246269" y="1640306"/>
                  </a:lnTo>
                  <a:lnTo>
                    <a:pt x="1245197" y="1641368"/>
                  </a:lnTo>
                  <a:lnTo>
                    <a:pt x="1244126" y="1642427"/>
                  </a:lnTo>
                  <a:lnTo>
                    <a:pt x="1243054" y="1643483"/>
                  </a:lnTo>
                  <a:lnTo>
                    <a:pt x="1241983" y="1644535"/>
                  </a:lnTo>
                  <a:lnTo>
                    <a:pt x="1240911" y="1645584"/>
                  </a:lnTo>
                  <a:lnTo>
                    <a:pt x="1239839" y="1646630"/>
                  </a:lnTo>
                  <a:lnTo>
                    <a:pt x="1238768" y="1647672"/>
                  </a:lnTo>
                  <a:lnTo>
                    <a:pt x="1237696" y="1648712"/>
                  </a:lnTo>
                  <a:lnTo>
                    <a:pt x="1236625" y="1649747"/>
                  </a:lnTo>
                  <a:lnTo>
                    <a:pt x="1235553" y="1650780"/>
                  </a:lnTo>
                  <a:lnTo>
                    <a:pt x="1234481" y="1651809"/>
                  </a:lnTo>
                  <a:lnTo>
                    <a:pt x="1233410" y="1652835"/>
                  </a:lnTo>
                  <a:lnTo>
                    <a:pt x="1232338" y="1653858"/>
                  </a:lnTo>
                  <a:lnTo>
                    <a:pt x="1231267" y="1654877"/>
                  </a:lnTo>
                  <a:lnTo>
                    <a:pt x="1230195" y="1655893"/>
                  </a:lnTo>
                  <a:lnTo>
                    <a:pt x="1229123" y="1656906"/>
                  </a:lnTo>
                  <a:lnTo>
                    <a:pt x="1228052" y="1657915"/>
                  </a:lnTo>
                  <a:lnTo>
                    <a:pt x="1226980" y="1658921"/>
                  </a:lnTo>
                  <a:lnTo>
                    <a:pt x="1225909" y="1659924"/>
                  </a:lnTo>
                  <a:lnTo>
                    <a:pt x="1224837" y="1660923"/>
                  </a:lnTo>
                  <a:lnTo>
                    <a:pt x="1223765" y="1661919"/>
                  </a:lnTo>
                  <a:lnTo>
                    <a:pt x="1222694" y="1662912"/>
                  </a:lnTo>
                  <a:lnTo>
                    <a:pt x="1221622" y="1663902"/>
                  </a:lnTo>
                  <a:lnTo>
                    <a:pt x="1220551" y="1664888"/>
                  </a:lnTo>
                  <a:lnTo>
                    <a:pt x="1219479" y="1665871"/>
                  </a:lnTo>
                  <a:lnTo>
                    <a:pt x="1218407" y="1666850"/>
                  </a:lnTo>
                  <a:lnTo>
                    <a:pt x="1217336" y="1667827"/>
                  </a:lnTo>
                  <a:lnTo>
                    <a:pt x="1216264" y="1668799"/>
                  </a:lnTo>
                  <a:lnTo>
                    <a:pt x="1215193" y="1669769"/>
                  </a:lnTo>
                  <a:lnTo>
                    <a:pt x="1214121" y="1670735"/>
                  </a:lnTo>
                  <a:lnTo>
                    <a:pt x="1213049" y="1671698"/>
                  </a:lnTo>
                  <a:lnTo>
                    <a:pt x="1211978" y="1672658"/>
                  </a:lnTo>
                  <a:lnTo>
                    <a:pt x="1210906" y="1673614"/>
                  </a:lnTo>
                  <a:lnTo>
                    <a:pt x="1209835" y="1674567"/>
                  </a:lnTo>
                  <a:lnTo>
                    <a:pt x="1208763" y="1675517"/>
                  </a:lnTo>
                  <a:lnTo>
                    <a:pt x="1207691" y="1676463"/>
                  </a:lnTo>
                  <a:lnTo>
                    <a:pt x="1206620" y="1677407"/>
                  </a:lnTo>
                  <a:lnTo>
                    <a:pt x="1205548" y="1678346"/>
                  </a:lnTo>
                  <a:lnTo>
                    <a:pt x="1204477" y="1679283"/>
                  </a:lnTo>
                  <a:lnTo>
                    <a:pt x="1203405" y="1680216"/>
                  </a:lnTo>
                  <a:lnTo>
                    <a:pt x="1202333" y="1681146"/>
                  </a:lnTo>
                  <a:lnTo>
                    <a:pt x="1201262" y="1682072"/>
                  </a:lnTo>
                  <a:lnTo>
                    <a:pt x="1200190" y="1682996"/>
                  </a:lnTo>
                  <a:lnTo>
                    <a:pt x="1199119" y="1683916"/>
                  </a:lnTo>
                  <a:lnTo>
                    <a:pt x="1198047" y="1684832"/>
                  </a:lnTo>
                  <a:lnTo>
                    <a:pt x="1196975" y="1685746"/>
                  </a:lnTo>
                  <a:lnTo>
                    <a:pt x="1195904" y="1686656"/>
                  </a:lnTo>
                  <a:lnTo>
                    <a:pt x="1194832" y="1687562"/>
                  </a:lnTo>
                  <a:lnTo>
                    <a:pt x="1193761" y="1688466"/>
                  </a:lnTo>
                  <a:lnTo>
                    <a:pt x="1192689" y="1689366"/>
                  </a:lnTo>
                  <a:lnTo>
                    <a:pt x="1191617" y="1690263"/>
                  </a:lnTo>
                  <a:lnTo>
                    <a:pt x="1190546" y="1691157"/>
                  </a:lnTo>
                  <a:lnTo>
                    <a:pt x="1189474" y="1692047"/>
                  </a:lnTo>
                  <a:lnTo>
                    <a:pt x="1188403" y="1692934"/>
                  </a:lnTo>
                  <a:lnTo>
                    <a:pt x="1187331" y="1693818"/>
                  </a:lnTo>
                  <a:lnTo>
                    <a:pt x="1186259" y="1694698"/>
                  </a:lnTo>
                  <a:lnTo>
                    <a:pt x="1185188" y="1695575"/>
                  </a:lnTo>
                  <a:lnTo>
                    <a:pt x="1184116" y="1696449"/>
                  </a:lnTo>
                  <a:lnTo>
                    <a:pt x="1183045" y="1697320"/>
                  </a:lnTo>
                  <a:lnTo>
                    <a:pt x="1181973" y="1698187"/>
                  </a:lnTo>
                  <a:lnTo>
                    <a:pt x="1180901" y="1699051"/>
                  </a:lnTo>
                  <a:lnTo>
                    <a:pt x="1179830" y="1699912"/>
                  </a:lnTo>
                  <a:lnTo>
                    <a:pt x="1178758" y="1700770"/>
                  </a:lnTo>
                  <a:lnTo>
                    <a:pt x="1177687" y="1701624"/>
                  </a:lnTo>
                  <a:lnTo>
                    <a:pt x="1176615" y="1702475"/>
                  </a:lnTo>
                  <a:lnTo>
                    <a:pt x="1175543" y="1703323"/>
                  </a:lnTo>
                  <a:lnTo>
                    <a:pt x="1174472" y="1704168"/>
                  </a:lnTo>
                  <a:lnTo>
                    <a:pt x="1173400" y="1705009"/>
                  </a:lnTo>
                  <a:lnTo>
                    <a:pt x="1172329" y="1705847"/>
                  </a:lnTo>
                  <a:lnTo>
                    <a:pt x="1171257" y="1706682"/>
                  </a:lnTo>
                  <a:lnTo>
                    <a:pt x="1170185" y="1707513"/>
                  </a:lnTo>
                  <a:lnTo>
                    <a:pt x="1169114" y="1708342"/>
                  </a:lnTo>
                  <a:lnTo>
                    <a:pt x="1168042" y="1709167"/>
                  </a:lnTo>
                  <a:lnTo>
                    <a:pt x="1166971" y="1709989"/>
                  </a:lnTo>
                  <a:lnTo>
                    <a:pt x="1165899" y="1710808"/>
                  </a:lnTo>
                  <a:lnTo>
                    <a:pt x="1164827" y="1711623"/>
                  </a:lnTo>
                  <a:lnTo>
                    <a:pt x="1163756" y="1712435"/>
                  </a:lnTo>
                  <a:lnTo>
                    <a:pt x="1162684" y="1713245"/>
                  </a:lnTo>
                  <a:lnTo>
                    <a:pt x="1161613" y="1714050"/>
                  </a:lnTo>
                  <a:lnTo>
                    <a:pt x="1160541" y="1714853"/>
                  </a:lnTo>
                  <a:lnTo>
                    <a:pt x="1159469" y="1715653"/>
                  </a:lnTo>
                  <a:lnTo>
                    <a:pt x="1158398" y="1716449"/>
                  </a:lnTo>
                  <a:lnTo>
                    <a:pt x="1157326" y="1717242"/>
                  </a:lnTo>
                  <a:lnTo>
                    <a:pt x="1156255" y="1718032"/>
                  </a:lnTo>
                  <a:lnTo>
                    <a:pt x="1155183" y="1718819"/>
                  </a:lnTo>
                  <a:lnTo>
                    <a:pt x="1154111" y="1719602"/>
                  </a:lnTo>
                  <a:lnTo>
                    <a:pt x="1153040" y="1720383"/>
                  </a:lnTo>
                  <a:lnTo>
                    <a:pt x="1151968" y="1721160"/>
                  </a:lnTo>
                  <a:lnTo>
                    <a:pt x="1150897" y="1721934"/>
                  </a:lnTo>
                  <a:lnTo>
                    <a:pt x="1149825" y="1722705"/>
                  </a:lnTo>
                  <a:lnTo>
                    <a:pt x="1148753" y="1723473"/>
                  </a:lnTo>
                  <a:lnTo>
                    <a:pt x="1147682" y="1724238"/>
                  </a:lnTo>
                  <a:lnTo>
                    <a:pt x="1146610" y="1725000"/>
                  </a:lnTo>
                  <a:lnTo>
                    <a:pt x="1145539" y="1725758"/>
                  </a:lnTo>
                  <a:lnTo>
                    <a:pt x="1144467" y="1726513"/>
                  </a:lnTo>
                  <a:lnTo>
                    <a:pt x="1143395" y="1727266"/>
                  </a:lnTo>
                  <a:lnTo>
                    <a:pt x="1142324" y="1728015"/>
                  </a:lnTo>
                  <a:lnTo>
                    <a:pt x="1141252" y="1728761"/>
                  </a:lnTo>
                  <a:lnTo>
                    <a:pt x="1140181" y="1729504"/>
                  </a:lnTo>
                  <a:lnTo>
                    <a:pt x="1139109" y="1730244"/>
                  </a:lnTo>
                  <a:lnTo>
                    <a:pt x="1138037" y="1730981"/>
                  </a:lnTo>
                  <a:lnTo>
                    <a:pt x="1136966" y="1731715"/>
                  </a:lnTo>
                  <a:lnTo>
                    <a:pt x="1135894" y="1732447"/>
                  </a:lnTo>
                  <a:lnTo>
                    <a:pt x="1134823" y="1733175"/>
                  </a:lnTo>
                  <a:lnTo>
                    <a:pt x="1133751" y="1733900"/>
                  </a:lnTo>
                  <a:lnTo>
                    <a:pt x="1132679" y="1734623"/>
                  </a:lnTo>
                  <a:lnTo>
                    <a:pt x="1131608" y="1735343"/>
                  </a:lnTo>
                  <a:lnTo>
                    <a:pt x="1130536" y="1736060"/>
                  </a:lnTo>
                  <a:lnTo>
                    <a:pt x="1129465" y="1736774"/>
                  </a:lnTo>
                  <a:lnTo>
                    <a:pt x="1128393" y="1737485"/>
                  </a:lnTo>
                  <a:lnTo>
                    <a:pt x="1127321" y="1738194"/>
                  </a:lnTo>
                  <a:lnTo>
                    <a:pt x="1126250" y="1738900"/>
                  </a:lnTo>
                  <a:lnTo>
                    <a:pt x="1125178" y="1739603"/>
                  </a:lnTo>
                  <a:lnTo>
                    <a:pt x="1124107" y="1740304"/>
                  </a:lnTo>
                  <a:lnTo>
                    <a:pt x="1123035" y="1741002"/>
                  </a:lnTo>
                  <a:lnTo>
                    <a:pt x="1121963" y="1741697"/>
                  </a:lnTo>
                  <a:lnTo>
                    <a:pt x="1120892" y="1742390"/>
                  </a:lnTo>
                  <a:lnTo>
                    <a:pt x="1119820" y="1743080"/>
                  </a:lnTo>
                  <a:lnTo>
                    <a:pt x="1118749" y="1743767"/>
                  </a:lnTo>
                  <a:lnTo>
                    <a:pt x="1117677" y="1744452"/>
                  </a:lnTo>
                  <a:lnTo>
                    <a:pt x="1116605" y="1745135"/>
                  </a:lnTo>
                  <a:lnTo>
                    <a:pt x="1115534" y="1745815"/>
                  </a:lnTo>
                  <a:lnTo>
                    <a:pt x="1114462" y="1746492"/>
                  </a:lnTo>
                  <a:lnTo>
                    <a:pt x="1113391" y="1747167"/>
                  </a:lnTo>
                  <a:lnTo>
                    <a:pt x="1112319" y="1747840"/>
                  </a:lnTo>
                  <a:lnTo>
                    <a:pt x="1111247" y="1748510"/>
                  </a:lnTo>
                  <a:lnTo>
                    <a:pt x="1110176" y="1749178"/>
                  </a:lnTo>
                  <a:lnTo>
                    <a:pt x="1109104" y="1749844"/>
                  </a:lnTo>
                  <a:lnTo>
                    <a:pt x="1108033" y="1750507"/>
                  </a:lnTo>
                  <a:lnTo>
                    <a:pt x="1106961" y="1751168"/>
                  </a:lnTo>
                  <a:lnTo>
                    <a:pt x="1105889" y="1751827"/>
                  </a:lnTo>
                  <a:lnTo>
                    <a:pt x="1104818" y="1752483"/>
                  </a:lnTo>
                  <a:lnTo>
                    <a:pt x="1103746" y="1753137"/>
                  </a:lnTo>
                  <a:lnTo>
                    <a:pt x="1102675" y="1753789"/>
                  </a:lnTo>
                  <a:lnTo>
                    <a:pt x="1101603" y="1754439"/>
                  </a:lnTo>
                  <a:lnTo>
                    <a:pt x="1100531" y="1755087"/>
                  </a:lnTo>
                  <a:lnTo>
                    <a:pt x="1099460" y="1755732"/>
                  </a:lnTo>
                  <a:lnTo>
                    <a:pt x="1098388" y="1756376"/>
                  </a:lnTo>
                  <a:lnTo>
                    <a:pt x="1097317" y="1757017"/>
                  </a:lnTo>
                  <a:lnTo>
                    <a:pt x="1096245" y="1757656"/>
                  </a:lnTo>
                  <a:lnTo>
                    <a:pt x="1095173" y="1758293"/>
                  </a:lnTo>
                  <a:lnTo>
                    <a:pt x="1094102" y="1758928"/>
                  </a:lnTo>
                  <a:lnTo>
                    <a:pt x="1093030" y="1759561"/>
                  </a:lnTo>
                  <a:lnTo>
                    <a:pt x="1091959" y="1760193"/>
                  </a:lnTo>
                  <a:lnTo>
                    <a:pt x="1090887" y="1760822"/>
                  </a:lnTo>
                  <a:lnTo>
                    <a:pt x="1089815" y="1761449"/>
                  </a:lnTo>
                  <a:lnTo>
                    <a:pt x="1088744" y="1762074"/>
                  </a:lnTo>
                  <a:lnTo>
                    <a:pt x="1087672" y="1762698"/>
                  </a:lnTo>
                  <a:lnTo>
                    <a:pt x="1086601" y="1763319"/>
                  </a:lnTo>
                  <a:lnTo>
                    <a:pt x="1085529" y="1763939"/>
                  </a:lnTo>
                  <a:lnTo>
                    <a:pt x="1084457" y="1764557"/>
                  </a:lnTo>
                  <a:lnTo>
                    <a:pt x="1083386" y="1765173"/>
                  </a:lnTo>
                  <a:lnTo>
                    <a:pt x="1082314" y="1765788"/>
                  </a:lnTo>
                  <a:lnTo>
                    <a:pt x="1081243" y="1766400"/>
                  </a:lnTo>
                  <a:lnTo>
                    <a:pt x="1080171" y="1767011"/>
                  </a:lnTo>
                  <a:lnTo>
                    <a:pt x="1079099" y="1767620"/>
                  </a:lnTo>
                  <a:lnTo>
                    <a:pt x="1078028" y="1768228"/>
                  </a:lnTo>
                  <a:lnTo>
                    <a:pt x="1076956" y="1768834"/>
                  </a:lnTo>
                  <a:lnTo>
                    <a:pt x="1075885" y="1769438"/>
                  </a:lnTo>
                  <a:lnTo>
                    <a:pt x="1074813" y="1770040"/>
                  </a:lnTo>
                  <a:lnTo>
                    <a:pt x="1073741" y="1770641"/>
                  </a:lnTo>
                  <a:lnTo>
                    <a:pt x="1072670" y="1771241"/>
                  </a:lnTo>
                  <a:lnTo>
                    <a:pt x="1071598" y="1771839"/>
                  </a:lnTo>
                  <a:lnTo>
                    <a:pt x="1070527" y="1772435"/>
                  </a:lnTo>
                  <a:lnTo>
                    <a:pt x="1069455" y="1773030"/>
                  </a:lnTo>
                  <a:lnTo>
                    <a:pt x="1068383" y="1773623"/>
                  </a:lnTo>
                  <a:lnTo>
                    <a:pt x="1067312" y="1774215"/>
                  </a:lnTo>
                  <a:lnTo>
                    <a:pt x="1066240" y="1774806"/>
                  </a:lnTo>
                  <a:lnTo>
                    <a:pt x="1065169" y="1775395"/>
                  </a:lnTo>
                  <a:lnTo>
                    <a:pt x="1064097" y="1775983"/>
                  </a:lnTo>
                  <a:lnTo>
                    <a:pt x="1063026" y="1776569"/>
                  </a:lnTo>
                  <a:lnTo>
                    <a:pt x="1061954" y="1777154"/>
                  </a:lnTo>
                  <a:lnTo>
                    <a:pt x="1060882" y="1777738"/>
                  </a:lnTo>
                  <a:lnTo>
                    <a:pt x="1059811" y="1778320"/>
                  </a:lnTo>
                  <a:lnTo>
                    <a:pt x="1058739" y="1778902"/>
                  </a:lnTo>
                  <a:lnTo>
                    <a:pt x="1057668" y="1779482"/>
                  </a:lnTo>
                  <a:lnTo>
                    <a:pt x="1056596" y="1780060"/>
                  </a:lnTo>
                  <a:lnTo>
                    <a:pt x="1055524" y="1780638"/>
                  </a:lnTo>
                  <a:lnTo>
                    <a:pt x="1054453" y="1781214"/>
                  </a:lnTo>
                  <a:lnTo>
                    <a:pt x="1053381" y="1781789"/>
                  </a:lnTo>
                  <a:lnTo>
                    <a:pt x="1052310" y="1782363"/>
                  </a:lnTo>
                  <a:lnTo>
                    <a:pt x="1051238" y="1782936"/>
                  </a:lnTo>
                  <a:lnTo>
                    <a:pt x="1050166" y="1783508"/>
                  </a:lnTo>
                  <a:lnTo>
                    <a:pt x="1049095" y="1784079"/>
                  </a:lnTo>
                  <a:lnTo>
                    <a:pt x="1048023" y="1784649"/>
                  </a:lnTo>
                  <a:lnTo>
                    <a:pt x="1046952" y="1785218"/>
                  </a:lnTo>
                  <a:lnTo>
                    <a:pt x="1045880" y="1785786"/>
                  </a:lnTo>
                  <a:lnTo>
                    <a:pt x="1044808" y="1786353"/>
                  </a:lnTo>
                  <a:lnTo>
                    <a:pt x="1043737" y="1786918"/>
                  </a:lnTo>
                  <a:lnTo>
                    <a:pt x="1042665" y="1787483"/>
                  </a:lnTo>
                  <a:lnTo>
                    <a:pt x="1041594" y="1788048"/>
                  </a:lnTo>
                  <a:lnTo>
                    <a:pt x="1040522" y="1788611"/>
                  </a:lnTo>
                  <a:lnTo>
                    <a:pt x="1039450" y="1789173"/>
                  </a:lnTo>
                  <a:lnTo>
                    <a:pt x="1038379" y="1789735"/>
                  </a:lnTo>
                  <a:lnTo>
                    <a:pt x="1037307" y="1790295"/>
                  </a:lnTo>
                  <a:lnTo>
                    <a:pt x="1036236" y="1790855"/>
                  </a:lnTo>
                  <a:lnTo>
                    <a:pt x="1035164" y="1791415"/>
                  </a:lnTo>
                  <a:lnTo>
                    <a:pt x="1034092" y="1791973"/>
                  </a:lnTo>
                  <a:lnTo>
                    <a:pt x="1033021" y="1792531"/>
                  </a:lnTo>
                  <a:lnTo>
                    <a:pt x="1031949" y="1793088"/>
                  </a:lnTo>
                  <a:lnTo>
                    <a:pt x="1030878" y="1793645"/>
                  </a:lnTo>
                  <a:lnTo>
                    <a:pt x="1029806" y="1794200"/>
                  </a:lnTo>
                  <a:lnTo>
                    <a:pt x="1028734" y="1794756"/>
                  </a:lnTo>
                  <a:lnTo>
                    <a:pt x="1027663" y="1795310"/>
                  </a:lnTo>
                  <a:lnTo>
                    <a:pt x="1026591" y="1795864"/>
                  </a:lnTo>
                  <a:lnTo>
                    <a:pt x="1025520" y="1796418"/>
                  </a:lnTo>
                  <a:lnTo>
                    <a:pt x="1024448" y="1796971"/>
                  </a:lnTo>
                  <a:lnTo>
                    <a:pt x="1023376" y="1797523"/>
                  </a:lnTo>
                  <a:lnTo>
                    <a:pt x="1022305" y="1798075"/>
                  </a:lnTo>
                  <a:lnTo>
                    <a:pt x="1021233" y="1798627"/>
                  </a:lnTo>
                  <a:lnTo>
                    <a:pt x="1020162" y="1799178"/>
                  </a:lnTo>
                  <a:lnTo>
                    <a:pt x="1019090" y="1799728"/>
                  </a:lnTo>
                  <a:lnTo>
                    <a:pt x="1018018" y="1800279"/>
                  </a:lnTo>
                  <a:lnTo>
                    <a:pt x="1016947" y="1800829"/>
                  </a:lnTo>
                  <a:lnTo>
                    <a:pt x="1015875" y="1801378"/>
                  </a:lnTo>
                  <a:lnTo>
                    <a:pt x="1014804" y="1801928"/>
                  </a:lnTo>
                  <a:lnTo>
                    <a:pt x="1013732" y="1802477"/>
                  </a:lnTo>
                  <a:lnTo>
                    <a:pt x="1012660" y="1803025"/>
                  </a:lnTo>
                  <a:lnTo>
                    <a:pt x="1011589" y="1803574"/>
                  </a:lnTo>
                  <a:lnTo>
                    <a:pt x="1010517" y="1804122"/>
                  </a:lnTo>
                  <a:lnTo>
                    <a:pt x="1009446" y="1804670"/>
                  </a:lnTo>
                  <a:lnTo>
                    <a:pt x="1008374" y="1805218"/>
                  </a:lnTo>
                  <a:lnTo>
                    <a:pt x="1007302" y="1805766"/>
                  </a:lnTo>
                  <a:lnTo>
                    <a:pt x="1006231" y="1806314"/>
                  </a:lnTo>
                  <a:lnTo>
                    <a:pt x="1005159" y="1806861"/>
                  </a:lnTo>
                  <a:lnTo>
                    <a:pt x="1004088" y="1807409"/>
                  </a:lnTo>
                  <a:lnTo>
                    <a:pt x="1003016" y="1807956"/>
                  </a:lnTo>
                  <a:lnTo>
                    <a:pt x="1001944" y="1808503"/>
                  </a:lnTo>
                  <a:lnTo>
                    <a:pt x="1000873" y="1809051"/>
                  </a:lnTo>
                  <a:lnTo>
                    <a:pt x="999801" y="1809598"/>
                  </a:lnTo>
                  <a:lnTo>
                    <a:pt x="998730" y="1810145"/>
                  </a:lnTo>
                  <a:lnTo>
                    <a:pt x="997658" y="1810693"/>
                  </a:lnTo>
                  <a:lnTo>
                    <a:pt x="996586" y="1811240"/>
                  </a:lnTo>
                  <a:lnTo>
                    <a:pt x="995515" y="1811788"/>
                  </a:lnTo>
                  <a:lnTo>
                    <a:pt x="994443" y="1812336"/>
                  </a:lnTo>
                  <a:lnTo>
                    <a:pt x="993372" y="1812884"/>
                  </a:lnTo>
                  <a:lnTo>
                    <a:pt x="992300" y="1813432"/>
                  </a:lnTo>
                  <a:lnTo>
                    <a:pt x="991228" y="1813980"/>
                  </a:lnTo>
                  <a:lnTo>
                    <a:pt x="990157" y="1814529"/>
                  </a:lnTo>
                  <a:lnTo>
                    <a:pt x="989085" y="1815077"/>
                  </a:lnTo>
                  <a:lnTo>
                    <a:pt x="988014" y="1815626"/>
                  </a:lnTo>
                  <a:lnTo>
                    <a:pt x="986942" y="1816176"/>
                  </a:lnTo>
                  <a:lnTo>
                    <a:pt x="985870" y="1816725"/>
                  </a:lnTo>
                  <a:lnTo>
                    <a:pt x="984799" y="1817275"/>
                  </a:lnTo>
                  <a:lnTo>
                    <a:pt x="983727" y="1817825"/>
                  </a:lnTo>
                  <a:lnTo>
                    <a:pt x="982656" y="1818376"/>
                  </a:lnTo>
                  <a:lnTo>
                    <a:pt x="981584" y="1818927"/>
                  </a:lnTo>
                  <a:lnTo>
                    <a:pt x="980512" y="1819478"/>
                  </a:lnTo>
                  <a:lnTo>
                    <a:pt x="979441" y="1820030"/>
                  </a:lnTo>
                  <a:lnTo>
                    <a:pt x="978369" y="1820583"/>
                  </a:lnTo>
                  <a:lnTo>
                    <a:pt x="977298" y="1821136"/>
                  </a:lnTo>
                  <a:lnTo>
                    <a:pt x="976226" y="1821689"/>
                  </a:lnTo>
                  <a:lnTo>
                    <a:pt x="975154" y="1822243"/>
                  </a:lnTo>
                  <a:lnTo>
                    <a:pt x="974083" y="1822797"/>
                  </a:lnTo>
                  <a:lnTo>
                    <a:pt x="973011" y="1823352"/>
                  </a:lnTo>
                  <a:lnTo>
                    <a:pt x="971940" y="1823908"/>
                  </a:lnTo>
                  <a:lnTo>
                    <a:pt x="970868" y="1824464"/>
                  </a:lnTo>
                  <a:lnTo>
                    <a:pt x="969796" y="1825021"/>
                  </a:lnTo>
                  <a:lnTo>
                    <a:pt x="968725" y="1825579"/>
                  </a:lnTo>
                  <a:lnTo>
                    <a:pt x="967653" y="1826137"/>
                  </a:lnTo>
                  <a:lnTo>
                    <a:pt x="966582" y="1826696"/>
                  </a:lnTo>
                  <a:lnTo>
                    <a:pt x="965510" y="1827255"/>
                  </a:lnTo>
                  <a:lnTo>
                    <a:pt x="964438" y="1827816"/>
                  </a:lnTo>
                  <a:lnTo>
                    <a:pt x="963367" y="1828377"/>
                  </a:lnTo>
                  <a:lnTo>
                    <a:pt x="962295" y="1828939"/>
                  </a:lnTo>
                  <a:lnTo>
                    <a:pt x="961224" y="1829502"/>
                  </a:lnTo>
                  <a:lnTo>
                    <a:pt x="960152" y="1830065"/>
                  </a:lnTo>
                  <a:lnTo>
                    <a:pt x="959080" y="1830630"/>
                  </a:lnTo>
                  <a:lnTo>
                    <a:pt x="958009" y="1831195"/>
                  </a:lnTo>
                  <a:lnTo>
                    <a:pt x="956937" y="1831761"/>
                  </a:lnTo>
                  <a:lnTo>
                    <a:pt x="955866" y="1832328"/>
                  </a:lnTo>
                  <a:lnTo>
                    <a:pt x="954794" y="1832896"/>
                  </a:lnTo>
                  <a:lnTo>
                    <a:pt x="953722" y="1833465"/>
                  </a:lnTo>
                  <a:lnTo>
                    <a:pt x="952651" y="1834035"/>
                  </a:lnTo>
                  <a:lnTo>
                    <a:pt x="951579" y="1834606"/>
                  </a:lnTo>
                  <a:lnTo>
                    <a:pt x="950508" y="1835179"/>
                  </a:lnTo>
                  <a:lnTo>
                    <a:pt x="949436" y="1835752"/>
                  </a:lnTo>
                  <a:lnTo>
                    <a:pt x="948364" y="1836326"/>
                  </a:lnTo>
                  <a:lnTo>
                    <a:pt x="947293" y="1836901"/>
                  </a:lnTo>
                  <a:lnTo>
                    <a:pt x="946221" y="1837477"/>
                  </a:lnTo>
                  <a:lnTo>
                    <a:pt x="945150" y="1838055"/>
                  </a:lnTo>
                  <a:lnTo>
                    <a:pt x="944078" y="1838633"/>
                  </a:lnTo>
                  <a:lnTo>
                    <a:pt x="943006" y="1839213"/>
                  </a:lnTo>
                  <a:lnTo>
                    <a:pt x="941935" y="1839794"/>
                  </a:lnTo>
                  <a:lnTo>
                    <a:pt x="940863" y="1840376"/>
                  </a:lnTo>
                  <a:lnTo>
                    <a:pt x="939792" y="1840959"/>
                  </a:lnTo>
                  <a:lnTo>
                    <a:pt x="938720" y="1841544"/>
                  </a:lnTo>
                  <a:lnTo>
                    <a:pt x="937648" y="1842130"/>
                  </a:lnTo>
                  <a:lnTo>
                    <a:pt x="936577" y="1842717"/>
                  </a:lnTo>
                  <a:lnTo>
                    <a:pt x="935505" y="1843305"/>
                  </a:lnTo>
                  <a:lnTo>
                    <a:pt x="934434" y="1843895"/>
                  </a:lnTo>
                  <a:lnTo>
                    <a:pt x="933362" y="1844486"/>
                  </a:lnTo>
                  <a:lnTo>
                    <a:pt x="932290" y="1845078"/>
                  </a:lnTo>
                  <a:lnTo>
                    <a:pt x="931219" y="1845672"/>
                  </a:lnTo>
                  <a:lnTo>
                    <a:pt x="930147" y="1846267"/>
                  </a:lnTo>
                  <a:lnTo>
                    <a:pt x="929076" y="1846863"/>
                  </a:lnTo>
                  <a:lnTo>
                    <a:pt x="928004" y="1847461"/>
                  </a:lnTo>
                  <a:lnTo>
                    <a:pt x="926932" y="1848060"/>
                  </a:lnTo>
                  <a:lnTo>
                    <a:pt x="925861" y="1848661"/>
                  </a:lnTo>
                  <a:lnTo>
                    <a:pt x="924789" y="1849263"/>
                  </a:lnTo>
                  <a:lnTo>
                    <a:pt x="923718" y="1849867"/>
                  </a:lnTo>
                  <a:lnTo>
                    <a:pt x="922646" y="1850472"/>
                  </a:lnTo>
                  <a:lnTo>
                    <a:pt x="921574" y="1851079"/>
                  </a:lnTo>
                  <a:lnTo>
                    <a:pt x="920503" y="1851687"/>
                  </a:lnTo>
                  <a:lnTo>
                    <a:pt x="919431" y="1852297"/>
                  </a:lnTo>
                  <a:lnTo>
                    <a:pt x="918360" y="1852908"/>
                  </a:lnTo>
                  <a:lnTo>
                    <a:pt x="917288" y="1853521"/>
                  </a:lnTo>
                  <a:lnTo>
                    <a:pt x="916216" y="1854136"/>
                  </a:lnTo>
                  <a:lnTo>
                    <a:pt x="915145" y="1854752"/>
                  </a:lnTo>
                  <a:lnTo>
                    <a:pt x="914073" y="1855370"/>
                  </a:lnTo>
                  <a:lnTo>
                    <a:pt x="913002" y="1855989"/>
                  </a:lnTo>
                  <a:lnTo>
                    <a:pt x="911930" y="1856610"/>
                  </a:lnTo>
                  <a:lnTo>
                    <a:pt x="910858" y="1857233"/>
                  </a:lnTo>
                  <a:lnTo>
                    <a:pt x="909787" y="1857857"/>
                  </a:lnTo>
                  <a:lnTo>
                    <a:pt x="908715" y="1858484"/>
                  </a:lnTo>
                  <a:lnTo>
                    <a:pt x="907644" y="1859111"/>
                  </a:lnTo>
                  <a:lnTo>
                    <a:pt x="906572" y="1859741"/>
                  </a:lnTo>
                  <a:lnTo>
                    <a:pt x="905500" y="1860372"/>
                  </a:lnTo>
                  <a:lnTo>
                    <a:pt x="904429" y="1861005"/>
                  </a:lnTo>
                  <a:lnTo>
                    <a:pt x="903357" y="1861640"/>
                  </a:lnTo>
                  <a:lnTo>
                    <a:pt x="902286" y="1862277"/>
                  </a:lnTo>
                  <a:lnTo>
                    <a:pt x="901214" y="1862915"/>
                  </a:lnTo>
                  <a:lnTo>
                    <a:pt x="900142" y="1863555"/>
                  </a:lnTo>
                  <a:lnTo>
                    <a:pt x="899071" y="1864197"/>
                  </a:lnTo>
                  <a:lnTo>
                    <a:pt x="897999" y="1864841"/>
                  </a:lnTo>
                  <a:lnTo>
                    <a:pt x="896928" y="1865487"/>
                  </a:lnTo>
                  <a:lnTo>
                    <a:pt x="895856" y="1866134"/>
                  </a:lnTo>
                  <a:lnTo>
                    <a:pt x="894784" y="1866784"/>
                  </a:lnTo>
                  <a:lnTo>
                    <a:pt x="893713" y="1867435"/>
                  </a:lnTo>
                  <a:lnTo>
                    <a:pt x="892641" y="1868088"/>
                  </a:lnTo>
                  <a:lnTo>
                    <a:pt x="891570" y="1868743"/>
                  </a:lnTo>
                  <a:lnTo>
                    <a:pt x="890498" y="1869400"/>
                  </a:lnTo>
                  <a:lnTo>
                    <a:pt x="889426" y="1870059"/>
                  </a:lnTo>
                  <a:lnTo>
                    <a:pt x="888355" y="1870720"/>
                  </a:lnTo>
                  <a:lnTo>
                    <a:pt x="887283" y="1871383"/>
                  </a:lnTo>
                  <a:lnTo>
                    <a:pt x="886212" y="1872047"/>
                  </a:lnTo>
                  <a:lnTo>
                    <a:pt x="885140" y="1872714"/>
                  </a:lnTo>
                  <a:lnTo>
                    <a:pt x="884069" y="1873382"/>
                  </a:lnTo>
                  <a:lnTo>
                    <a:pt x="882997" y="1874053"/>
                  </a:lnTo>
                  <a:lnTo>
                    <a:pt x="881925" y="1874726"/>
                  </a:lnTo>
                  <a:lnTo>
                    <a:pt x="880854" y="1875400"/>
                  </a:lnTo>
                  <a:lnTo>
                    <a:pt x="879782" y="1876077"/>
                  </a:lnTo>
                  <a:lnTo>
                    <a:pt x="878711" y="1876755"/>
                  </a:lnTo>
                  <a:lnTo>
                    <a:pt x="877639" y="1877436"/>
                  </a:lnTo>
                  <a:lnTo>
                    <a:pt x="876567" y="1878118"/>
                  </a:lnTo>
                  <a:lnTo>
                    <a:pt x="875496" y="1878803"/>
                  </a:lnTo>
                  <a:lnTo>
                    <a:pt x="874424" y="1879489"/>
                  </a:lnTo>
                  <a:lnTo>
                    <a:pt x="873353" y="1880178"/>
                  </a:lnTo>
                  <a:lnTo>
                    <a:pt x="872281" y="1880869"/>
                  </a:lnTo>
                  <a:lnTo>
                    <a:pt x="871209" y="1881562"/>
                  </a:lnTo>
                  <a:lnTo>
                    <a:pt x="870138" y="1882256"/>
                  </a:lnTo>
                  <a:lnTo>
                    <a:pt x="869066" y="1882953"/>
                  </a:lnTo>
                  <a:lnTo>
                    <a:pt x="867995" y="1883652"/>
                  </a:lnTo>
                  <a:lnTo>
                    <a:pt x="866923" y="1884353"/>
                  </a:lnTo>
                  <a:lnTo>
                    <a:pt x="865851" y="1885056"/>
                  </a:lnTo>
                  <a:lnTo>
                    <a:pt x="864780" y="1885761"/>
                  </a:lnTo>
                  <a:lnTo>
                    <a:pt x="863708" y="1886469"/>
                  </a:lnTo>
                  <a:lnTo>
                    <a:pt x="862637" y="1887178"/>
                  </a:lnTo>
                  <a:lnTo>
                    <a:pt x="861565" y="1887889"/>
                  </a:lnTo>
                  <a:lnTo>
                    <a:pt x="860493" y="1888603"/>
                  </a:lnTo>
                  <a:lnTo>
                    <a:pt x="859422" y="1889319"/>
                  </a:lnTo>
                  <a:lnTo>
                    <a:pt x="858350" y="1890036"/>
                  </a:lnTo>
                  <a:lnTo>
                    <a:pt x="857279" y="1890756"/>
                  </a:lnTo>
                  <a:lnTo>
                    <a:pt x="856207" y="1891478"/>
                  </a:lnTo>
                  <a:lnTo>
                    <a:pt x="855135" y="1892202"/>
                  </a:lnTo>
                  <a:lnTo>
                    <a:pt x="854064" y="1892928"/>
                  </a:lnTo>
                  <a:lnTo>
                    <a:pt x="852992" y="1893656"/>
                  </a:lnTo>
                  <a:lnTo>
                    <a:pt x="851921" y="1894387"/>
                  </a:lnTo>
                  <a:lnTo>
                    <a:pt x="850849" y="1895119"/>
                  </a:lnTo>
                  <a:lnTo>
                    <a:pt x="849777" y="1895854"/>
                  </a:lnTo>
                  <a:lnTo>
                    <a:pt x="848706" y="1896590"/>
                  </a:lnTo>
                  <a:lnTo>
                    <a:pt x="847634" y="1897329"/>
                  </a:lnTo>
                  <a:lnTo>
                    <a:pt x="846563" y="1898070"/>
                  </a:lnTo>
                  <a:lnTo>
                    <a:pt x="845491" y="1898813"/>
                  </a:lnTo>
                  <a:lnTo>
                    <a:pt x="844419" y="1899558"/>
                  </a:lnTo>
                  <a:lnTo>
                    <a:pt x="843348" y="1900305"/>
                  </a:lnTo>
                  <a:lnTo>
                    <a:pt x="842276" y="1901054"/>
                  </a:lnTo>
                  <a:lnTo>
                    <a:pt x="841205" y="1901806"/>
                  </a:lnTo>
                  <a:lnTo>
                    <a:pt x="840133" y="1902559"/>
                  </a:lnTo>
                  <a:lnTo>
                    <a:pt x="839061" y="1903315"/>
                  </a:lnTo>
                  <a:lnTo>
                    <a:pt x="837990" y="1904073"/>
                  </a:lnTo>
                  <a:lnTo>
                    <a:pt x="836918" y="1904832"/>
                  </a:lnTo>
                  <a:lnTo>
                    <a:pt x="835847" y="1905594"/>
                  </a:lnTo>
                  <a:lnTo>
                    <a:pt x="834775" y="1906358"/>
                  </a:lnTo>
                  <a:lnTo>
                    <a:pt x="833703" y="1907124"/>
                  </a:lnTo>
                  <a:lnTo>
                    <a:pt x="832632" y="1907892"/>
                  </a:lnTo>
                  <a:lnTo>
                    <a:pt x="831560" y="1908663"/>
                  </a:lnTo>
                  <a:lnTo>
                    <a:pt x="830489" y="1909435"/>
                  </a:lnTo>
                  <a:lnTo>
                    <a:pt x="829417" y="1910209"/>
                  </a:lnTo>
                  <a:lnTo>
                    <a:pt x="828345" y="1910986"/>
                  </a:lnTo>
                  <a:lnTo>
                    <a:pt x="827274" y="1911764"/>
                  </a:lnTo>
                  <a:lnTo>
                    <a:pt x="826202" y="1912544"/>
                  </a:lnTo>
                  <a:lnTo>
                    <a:pt x="825131" y="1913327"/>
                  </a:lnTo>
                  <a:lnTo>
                    <a:pt x="824059" y="1914111"/>
                  </a:lnTo>
                  <a:lnTo>
                    <a:pt x="822987" y="1914898"/>
                  </a:lnTo>
                  <a:lnTo>
                    <a:pt x="821916" y="1915687"/>
                  </a:lnTo>
                  <a:lnTo>
                    <a:pt x="820844" y="1916477"/>
                  </a:lnTo>
                  <a:lnTo>
                    <a:pt x="819773" y="1917270"/>
                  </a:lnTo>
                  <a:lnTo>
                    <a:pt x="818701" y="1918065"/>
                  </a:lnTo>
                  <a:lnTo>
                    <a:pt x="817629" y="1918861"/>
                  </a:lnTo>
                  <a:lnTo>
                    <a:pt x="816558" y="1919660"/>
                  </a:lnTo>
                  <a:lnTo>
                    <a:pt x="815486" y="1920460"/>
                  </a:lnTo>
                  <a:lnTo>
                    <a:pt x="814415" y="1921263"/>
                  </a:lnTo>
                  <a:lnTo>
                    <a:pt x="813343" y="1922067"/>
                  </a:lnTo>
                  <a:lnTo>
                    <a:pt x="812271" y="1922874"/>
                  </a:lnTo>
                  <a:lnTo>
                    <a:pt x="811200" y="1923682"/>
                  </a:lnTo>
                  <a:lnTo>
                    <a:pt x="810128" y="1924493"/>
                  </a:lnTo>
                  <a:lnTo>
                    <a:pt x="809057" y="1925305"/>
                  </a:lnTo>
                  <a:lnTo>
                    <a:pt x="807985" y="1926119"/>
                  </a:lnTo>
                  <a:lnTo>
                    <a:pt x="806913" y="1926935"/>
                  </a:lnTo>
                  <a:lnTo>
                    <a:pt x="805842" y="1927753"/>
                  </a:lnTo>
                  <a:lnTo>
                    <a:pt x="804770" y="1928573"/>
                  </a:lnTo>
                  <a:lnTo>
                    <a:pt x="803699" y="1929395"/>
                  </a:lnTo>
                  <a:lnTo>
                    <a:pt x="802627" y="1930218"/>
                  </a:lnTo>
                  <a:lnTo>
                    <a:pt x="801555" y="1931044"/>
                  </a:lnTo>
                  <a:lnTo>
                    <a:pt x="800484" y="1931871"/>
                  </a:lnTo>
                  <a:lnTo>
                    <a:pt x="799412" y="1932700"/>
                  </a:lnTo>
                  <a:lnTo>
                    <a:pt x="798341" y="1933531"/>
                  </a:lnTo>
                  <a:lnTo>
                    <a:pt x="797269" y="1934364"/>
                  </a:lnTo>
                  <a:lnTo>
                    <a:pt x="796197" y="1935198"/>
                  </a:lnTo>
                  <a:lnTo>
                    <a:pt x="795126" y="1936035"/>
                  </a:lnTo>
                  <a:lnTo>
                    <a:pt x="794054" y="1936873"/>
                  </a:lnTo>
                  <a:lnTo>
                    <a:pt x="792983" y="1937713"/>
                  </a:lnTo>
                  <a:lnTo>
                    <a:pt x="791911" y="1938554"/>
                  </a:lnTo>
                  <a:lnTo>
                    <a:pt x="790839" y="1939398"/>
                  </a:lnTo>
                  <a:lnTo>
                    <a:pt x="789768" y="1940243"/>
                  </a:lnTo>
                  <a:lnTo>
                    <a:pt x="788696" y="1941089"/>
                  </a:lnTo>
                  <a:lnTo>
                    <a:pt x="787625" y="1941938"/>
                  </a:lnTo>
                  <a:lnTo>
                    <a:pt x="786553" y="1942788"/>
                  </a:lnTo>
                  <a:lnTo>
                    <a:pt x="785481" y="1943640"/>
                  </a:lnTo>
                  <a:lnTo>
                    <a:pt x="784410" y="1944493"/>
                  </a:lnTo>
                  <a:lnTo>
                    <a:pt x="783338" y="1945348"/>
                  </a:lnTo>
                  <a:lnTo>
                    <a:pt x="782267" y="1946205"/>
                  </a:lnTo>
                  <a:lnTo>
                    <a:pt x="781195" y="1947063"/>
                  </a:lnTo>
                  <a:lnTo>
                    <a:pt x="780123" y="1947923"/>
                  </a:lnTo>
                  <a:lnTo>
                    <a:pt x="779052" y="1948784"/>
                  </a:lnTo>
                  <a:lnTo>
                    <a:pt x="777980" y="1949647"/>
                  </a:lnTo>
                  <a:lnTo>
                    <a:pt x="776909" y="1950512"/>
                  </a:lnTo>
                  <a:lnTo>
                    <a:pt x="775837" y="1951378"/>
                  </a:lnTo>
                  <a:lnTo>
                    <a:pt x="774765" y="1952246"/>
                  </a:lnTo>
                  <a:lnTo>
                    <a:pt x="773694" y="1953115"/>
                  </a:lnTo>
                  <a:lnTo>
                    <a:pt x="772622" y="1953985"/>
                  </a:lnTo>
                  <a:lnTo>
                    <a:pt x="771551" y="1954857"/>
                  </a:lnTo>
                  <a:lnTo>
                    <a:pt x="770479" y="1955731"/>
                  </a:lnTo>
                  <a:lnTo>
                    <a:pt x="769407" y="1956606"/>
                  </a:lnTo>
                  <a:lnTo>
                    <a:pt x="768336" y="1957482"/>
                  </a:lnTo>
                  <a:lnTo>
                    <a:pt x="767264" y="1958360"/>
                  </a:lnTo>
                  <a:lnTo>
                    <a:pt x="766193" y="1959239"/>
                  </a:lnTo>
                  <a:lnTo>
                    <a:pt x="765121" y="1960120"/>
                  </a:lnTo>
                  <a:lnTo>
                    <a:pt x="764049" y="1961002"/>
                  </a:lnTo>
                  <a:lnTo>
                    <a:pt x="762978" y="1961885"/>
                  </a:lnTo>
                  <a:lnTo>
                    <a:pt x="761906" y="1962769"/>
                  </a:lnTo>
                  <a:lnTo>
                    <a:pt x="760835" y="1963655"/>
                  </a:lnTo>
                  <a:lnTo>
                    <a:pt x="759763" y="1964542"/>
                  </a:lnTo>
                  <a:lnTo>
                    <a:pt x="758691" y="1965431"/>
                  </a:lnTo>
                  <a:lnTo>
                    <a:pt x="757620" y="1966320"/>
                  </a:lnTo>
                  <a:lnTo>
                    <a:pt x="756548" y="1967211"/>
                  </a:lnTo>
                  <a:lnTo>
                    <a:pt x="755477" y="1968103"/>
                  </a:lnTo>
                  <a:lnTo>
                    <a:pt x="754405" y="1968996"/>
                  </a:lnTo>
                  <a:lnTo>
                    <a:pt x="753333" y="1969891"/>
                  </a:lnTo>
                  <a:lnTo>
                    <a:pt x="752262" y="1970786"/>
                  </a:lnTo>
                  <a:lnTo>
                    <a:pt x="751190" y="1971683"/>
                  </a:lnTo>
                  <a:lnTo>
                    <a:pt x="750119" y="1972581"/>
                  </a:lnTo>
                  <a:lnTo>
                    <a:pt x="749047" y="1973480"/>
                  </a:lnTo>
                  <a:lnTo>
                    <a:pt x="747975" y="1974380"/>
                  </a:lnTo>
                  <a:lnTo>
                    <a:pt x="746904" y="1975281"/>
                  </a:lnTo>
                  <a:lnTo>
                    <a:pt x="745832" y="1976184"/>
                  </a:lnTo>
                  <a:lnTo>
                    <a:pt x="744761" y="1977087"/>
                  </a:lnTo>
                  <a:lnTo>
                    <a:pt x="743689" y="1977991"/>
                  </a:lnTo>
                  <a:lnTo>
                    <a:pt x="742617" y="1978896"/>
                  </a:lnTo>
                  <a:lnTo>
                    <a:pt x="741546" y="1979803"/>
                  </a:lnTo>
                  <a:lnTo>
                    <a:pt x="740474" y="1980710"/>
                  </a:lnTo>
                  <a:lnTo>
                    <a:pt x="739403" y="1981618"/>
                  </a:lnTo>
                  <a:lnTo>
                    <a:pt x="738331" y="1982527"/>
                  </a:lnTo>
                  <a:lnTo>
                    <a:pt x="737259" y="1983437"/>
                  </a:lnTo>
                  <a:lnTo>
                    <a:pt x="736188" y="1984348"/>
                  </a:lnTo>
                  <a:lnTo>
                    <a:pt x="735116" y="1985260"/>
                  </a:lnTo>
                  <a:lnTo>
                    <a:pt x="734045" y="1986173"/>
                  </a:lnTo>
                  <a:lnTo>
                    <a:pt x="732973" y="1987086"/>
                  </a:lnTo>
                  <a:lnTo>
                    <a:pt x="731901" y="1988000"/>
                  </a:lnTo>
                  <a:lnTo>
                    <a:pt x="730830" y="1988915"/>
                  </a:lnTo>
                  <a:lnTo>
                    <a:pt x="729758" y="1989831"/>
                  </a:lnTo>
                  <a:lnTo>
                    <a:pt x="728687" y="1990748"/>
                  </a:lnTo>
                  <a:lnTo>
                    <a:pt x="727615" y="1991665"/>
                  </a:lnTo>
                  <a:lnTo>
                    <a:pt x="726543" y="1992583"/>
                  </a:lnTo>
                  <a:lnTo>
                    <a:pt x="725472" y="1993502"/>
                  </a:lnTo>
                  <a:lnTo>
                    <a:pt x="724400" y="1994421"/>
                  </a:lnTo>
                  <a:lnTo>
                    <a:pt x="723329" y="1995342"/>
                  </a:lnTo>
                  <a:lnTo>
                    <a:pt x="722257" y="1996262"/>
                  </a:lnTo>
                  <a:lnTo>
                    <a:pt x="721185" y="1997184"/>
                  </a:lnTo>
                  <a:lnTo>
                    <a:pt x="720114" y="1998106"/>
                  </a:lnTo>
                  <a:lnTo>
                    <a:pt x="719042" y="1999028"/>
                  </a:lnTo>
                  <a:lnTo>
                    <a:pt x="717971" y="1999951"/>
                  </a:lnTo>
                  <a:lnTo>
                    <a:pt x="716899" y="2000875"/>
                  </a:lnTo>
                  <a:lnTo>
                    <a:pt x="715827" y="2001799"/>
                  </a:lnTo>
                  <a:lnTo>
                    <a:pt x="714756" y="2002724"/>
                  </a:lnTo>
                  <a:lnTo>
                    <a:pt x="713684" y="2003649"/>
                  </a:lnTo>
                  <a:lnTo>
                    <a:pt x="712613" y="2004575"/>
                  </a:lnTo>
                  <a:lnTo>
                    <a:pt x="711541" y="2005501"/>
                  </a:lnTo>
                  <a:lnTo>
                    <a:pt x="710469" y="2006428"/>
                  </a:lnTo>
                  <a:lnTo>
                    <a:pt x="709398" y="2007355"/>
                  </a:lnTo>
                  <a:lnTo>
                    <a:pt x="708326" y="2008283"/>
                  </a:lnTo>
                  <a:lnTo>
                    <a:pt x="707255" y="2009210"/>
                  </a:lnTo>
                  <a:lnTo>
                    <a:pt x="706183" y="2010139"/>
                  </a:lnTo>
                  <a:lnTo>
                    <a:pt x="705112" y="2011067"/>
                  </a:lnTo>
                  <a:lnTo>
                    <a:pt x="704040" y="2011996"/>
                  </a:lnTo>
                  <a:lnTo>
                    <a:pt x="702968" y="2012925"/>
                  </a:lnTo>
                  <a:lnTo>
                    <a:pt x="701897" y="2013855"/>
                  </a:lnTo>
                  <a:lnTo>
                    <a:pt x="700825" y="2014785"/>
                  </a:lnTo>
                  <a:lnTo>
                    <a:pt x="699754" y="2015715"/>
                  </a:lnTo>
                  <a:lnTo>
                    <a:pt x="698682" y="2016645"/>
                  </a:lnTo>
                  <a:lnTo>
                    <a:pt x="697610" y="2017575"/>
                  </a:lnTo>
                  <a:lnTo>
                    <a:pt x="696539" y="2018506"/>
                  </a:lnTo>
                  <a:lnTo>
                    <a:pt x="695467" y="2019437"/>
                  </a:lnTo>
                  <a:lnTo>
                    <a:pt x="694396" y="2020368"/>
                  </a:lnTo>
                  <a:lnTo>
                    <a:pt x="693324" y="2021299"/>
                  </a:lnTo>
                  <a:lnTo>
                    <a:pt x="692252" y="2022231"/>
                  </a:lnTo>
                  <a:lnTo>
                    <a:pt x="691181" y="2023162"/>
                  </a:lnTo>
                  <a:lnTo>
                    <a:pt x="690109" y="2024094"/>
                  </a:lnTo>
                  <a:lnTo>
                    <a:pt x="689038" y="2025025"/>
                  </a:lnTo>
                  <a:lnTo>
                    <a:pt x="687966" y="2025957"/>
                  </a:lnTo>
                  <a:lnTo>
                    <a:pt x="686894" y="2026889"/>
                  </a:lnTo>
                  <a:lnTo>
                    <a:pt x="685823" y="2027820"/>
                  </a:lnTo>
                  <a:lnTo>
                    <a:pt x="684751" y="2028752"/>
                  </a:lnTo>
                  <a:lnTo>
                    <a:pt x="683680" y="2029684"/>
                  </a:lnTo>
                  <a:lnTo>
                    <a:pt x="682608" y="2030615"/>
                  </a:lnTo>
                  <a:lnTo>
                    <a:pt x="681536" y="2031547"/>
                  </a:lnTo>
                  <a:lnTo>
                    <a:pt x="680465" y="2032479"/>
                  </a:lnTo>
                  <a:lnTo>
                    <a:pt x="679393" y="2033410"/>
                  </a:lnTo>
                  <a:lnTo>
                    <a:pt x="678322" y="2034342"/>
                  </a:lnTo>
                  <a:lnTo>
                    <a:pt x="677250" y="2035273"/>
                  </a:lnTo>
                  <a:lnTo>
                    <a:pt x="676178" y="2036204"/>
                  </a:lnTo>
                  <a:lnTo>
                    <a:pt x="675107" y="2037135"/>
                  </a:lnTo>
                  <a:lnTo>
                    <a:pt x="674035" y="2038066"/>
                  </a:lnTo>
                  <a:lnTo>
                    <a:pt x="672964" y="2038996"/>
                  </a:lnTo>
                  <a:lnTo>
                    <a:pt x="671892" y="2039927"/>
                  </a:lnTo>
                  <a:lnTo>
                    <a:pt x="670820" y="2040857"/>
                  </a:lnTo>
                  <a:lnTo>
                    <a:pt x="669749" y="2041787"/>
                  </a:lnTo>
                  <a:lnTo>
                    <a:pt x="668677" y="2042717"/>
                  </a:lnTo>
                  <a:lnTo>
                    <a:pt x="667606" y="2043646"/>
                  </a:lnTo>
                  <a:lnTo>
                    <a:pt x="666534" y="2044576"/>
                  </a:lnTo>
                  <a:lnTo>
                    <a:pt x="665462" y="2045505"/>
                  </a:lnTo>
                  <a:lnTo>
                    <a:pt x="664391" y="2046433"/>
                  </a:lnTo>
                  <a:lnTo>
                    <a:pt x="663319" y="2047361"/>
                  </a:lnTo>
                  <a:lnTo>
                    <a:pt x="662248" y="2048289"/>
                  </a:lnTo>
                  <a:lnTo>
                    <a:pt x="661176" y="2049217"/>
                  </a:lnTo>
                  <a:lnTo>
                    <a:pt x="660104" y="2050144"/>
                  </a:lnTo>
                  <a:lnTo>
                    <a:pt x="659033" y="2051071"/>
                  </a:lnTo>
                  <a:lnTo>
                    <a:pt x="657961" y="2051997"/>
                  </a:lnTo>
                  <a:lnTo>
                    <a:pt x="656890" y="2052923"/>
                  </a:lnTo>
                  <a:lnTo>
                    <a:pt x="655818" y="2053849"/>
                  </a:lnTo>
                  <a:lnTo>
                    <a:pt x="654746" y="2054774"/>
                  </a:lnTo>
                  <a:lnTo>
                    <a:pt x="653675" y="2055698"/>
                  </a:lnTo>
                  <a:lnTo>
                    <a:pt x="652603" y="2056622"/>
                  </a:lnTo>
                  <a:lnTo>
                    <a:pt x="651532" y="2057546"/>
                  </a:lnTo>
                  <a:lnTo>
                    <a:pt x="650460" y="2058469"/>
                  </a:lnTo>
                  <a:lnTo>
                    <a:pt x="649388" y="2059392"/>
                  </a:lnTo>
                  <a:lnTo>
                    <a:pt x="648317" y="2060314"/>
                  </a:lnTo>
                  <a:lnTo>
                    <a:pt x="647245" y="2061235"/>
                  </a:lnTo>
                  <a:lnTo>
                    <a:pt x="646174" y="2062156"/>
                  </a:lnTo>
                  <a:lnTo>
                    <a:pt x="645102" y="2063076"/>
                  </a:lnTo>
                  <a:lnTo>
                    <a:pt x="644030" y="2063996"/>
                  </a:lnTo>
                  <a:lnTo>
                    <a:pt x="642959" y="2064915"/>
                  </a:lnTo>
                  <a:lnTo>
                    <a:pt x="641887" y="2065833"/>
                  </a:lnTo>
                  <a:lnTo>
                    <a:pt x="640816" y="2066751"/>
                  </a:lnTo>
                  <a:lnTo>
                    <a:pt x="639744" y="2067668"/>
                  </a:lnTo>
                  <a:lnTo>
                    <a:pt x="638672" y="2068585"/>
                  </a:lnTo>
                  <a:lnTo>
                    <a:pt x="637601" y="2069501"/>
                  </a:lnTo>
                  <a:lnTo>
                    <a:pt x="636529" y="2070416"/>
                  </a:lnTo>
                  <a:lnTo>
                    <a:pt x="635458" y="2071330"/>
                  </a:lnTo>
                  <a:lnTo>
                    <a:pt x="634386" y="2072244"/>
                  </a:lnTo>
                  <a:lnTo>
                    <a:pt x="633314" y="2073156"/>
                  </a:lnTo>
                  <a:lnTo>
                    <a:pt x="632243" y="2074069"/>
                  </a:lnTo>
                  <a:lnTo>
                    <a:pt x="631171" y="2074980"/>
                  </a:lnTo>
                  <a:lnTo>
                    <a:pt x="630100" y="2075890"/>
                  </a:lnTo>
                  <a:lnTo>
                    <a:pt x="629028" y="2076800"/>
                  </a:lnTo>
                  <a:lnTo>
                    <a:pt x="627956" y="2077709"/>
                  </a:lnTo>
                  <a:lnTo>
                    <a:pt x="626885" y="2078617"/>
                  </a:lnTo>
                  <a:lnTo>
                    <a:pt x="625813" y="2079525"/>
                  </a:lnTo>
                  <a:lnTo>
                    <a:pt x="624742" y="2080431"/>
                  </a:lnTo>
                  <a:lnTo>
                    <a:pt x="623670" y="2081337"/>
                  </a:lnTo>
                  <a:lnTo>
                    <a:pt x="622598" y="2082242"/>
                  </a:lnTo>
                  <a:lnTo>
                    <a:pt x="621527" y="2083145"/>
                  </a:lnTo>
                  <a:lnTo>
                    <a:pt x="620455" y="2084048"/>
                  </a:lnTo>
                  <a:lnTo>
                    <a:pt x="619384" y="2084950"/>
                  </a:lnTo>
                  <a:lnTo>
                    <a:pt x="618312" y="2085852"/>
                  </a:lnTo>
                  <a:lnTo>
                    <a:pt x="617240" y="2086752"/>
                  </a:lnTo>
                  <a:lnTo>
                    <a:pt x="616169" y="2087651"/>
                  </a:lnTo>
                  <a:lnTo>
                    <a:pt x="615097" y="2088549"/>
                  </a:lnTo>
                  <a:lnTo>
                    <a:pt x="614026" y="2089447"/>
                  </a:lnTo>
                  <a:lnTo>
                    <a:pt x="612954" y="2090343"/>
                  </a:lnTo>
                  <a:lnTo>
                    <a:pt x="611882" y="2091239"/>
                  </a:lnTo>
                  <a:lnTo>
                    <a:pt x="610811" y="2092133"/>
                  </a:lnTo>
                  <a:lnTo>
                    <a:pt x="609739" y="2093026"/>
                  </a:lnTo>
                  <a:lnTo>
                    <a:pt x="608668" y="2093919"/>
                  </a:lnTo>
                  <a:lnTo>
                    <a:pt x="607596" y="2094810"/>
                  </a:lnTo>
                  <a:lnTo>
                    <a:pt x="606524" y="2095700"/>
                  </a:lnTo>
                  <a:lnTo>
                    <a:pt x="605453" y="2096589"/>
                  </a:lnTo>
                  <a:lnTo>
                    <a:pt x="604381" y="2097478"/>
                  </a:lnTo>
                  <a:lnTo>
                    <a:pt x="603310" y="2098365"/>
                  </a:lnTo>
                  <a:lnTo>
                    <a:pt x="602238" y="2099251"/>
                  </a:lnTo>
                  <a:lnTo>
                    <a:pt x="601166" y="2100136"/>
                  </a:lnTo>
                  <a:lnTo>
                    <a:pt x="600095" y="2101019"/>
                  </a:lnTo>
                  <a:lnTo>
                    <a:pt x="599023" y="2101902"/>
                  </a:lnTo>
                  <a:lnTo>
                    <a:pt x="597952" y="2102784"/>
                  </a:lnTo>
                  <a:lnTo>
                    <a:pt x="596880" y="2103664"/>
                  </a:lnTo>
                  <a:lnTo>
                    <a:pt x="595808" y="2104543"/>
                  </a:lnTo>
                  <a:lnTo>
                    <a:pt x="594737" y="2105422"/>
                  </a:lnTo>
                  <a:lnTo>
                    <a:pt x="593665" y="2106298"/>
                  </a:lnTo>
                  <a:lnTo>
                    <a:pt x="592594" y="2107174"/>
                  </a:lnTo>
                  <a:lnTo>
                    <a:pt x="591522" y="2108049"/>
                  </a:lnTo>
                  <a:lnTo>
                    <a:pt x="590450" y="2108922"/>
                  </a:lnTo>
                  <a:lnTo>
                    <a:pt x="589379" y="2109794"/>
                  </a:lnTo>
                  <a:lnTo>
                    <a:pt x="588307" y="2110665"/>
                  </a:lnTo>
                  <a:lnTo>
                    <a:pt x="587236" y="2111535"/>
                  </a:lnTo>
                  <a:lnTo>
                    <a:pt x="586164" y="2112404"/>
                  </a:lnTo>
                  <a:lnTo>
                    <a:pt x="585092" y="2113271"/>
                  </a:lnTo>
                  <a:lnTo>
                    <a:pt x="584021" y="2114137"/>
                  </a:lnTo>
                  <a:lnTo>
                    <a:pt x="582949" y="2115002"/>
                  </a:lnTo>
                  <a:lnTo>
                    <a:pt x="581878" y="2115865"/>
                  </a:lnTo>
                  <a:lnTo>
                    <a:pt x="580806" y="2116728"/>
                  </a:lnTo>
                  <a:lnTo>
                    <a:pt x="579734" y="2117589"/>
                  </a:lnTo>
                  <a:lnTo>
                    <a:pt x="578663" y="2118448"/>
                  </a:lnTo>
                  <a:lnTo>
                    <a:pt x="577591" y="2119307"/>
                  </a:lnTo>
                  <a:lnTo>
                    <a:pt x="576520" y="2120164"/>
                  </a:lnTo>
                  <a:lnTo>
                    <a:pt x="575448" y="2121019"/>
                  </a:lnTo>
                  <a:lnTo>
                    <a:pt x="574376" y="2121874"/>
                  </a:lnTo>
                  <a:lnTo>
                    <a:pt x="573305" y="2122727"/>
                  </a:lnTo>
                  <a:lnTo>
                    <a:pt x="572233" y="2123579"/>
                  </a:lnTo>
                  <a:lnTo>
                    <a:pt x="571162" y="2124429"/>
                  </a:lnTo>
                  <a:lnTo>
                    <a:pt x="570090" y="2125278"/>
                  </a:lnTo>
                  <a:lnTo>
                    <a:pt x="569018" y="2126126"/>
                  </a:lnTo>
                  <a:lnTo>
                    <a:pt x="567947" y="2126972"/>
                  </a:lnTo>
                  <a:lnTo>
                    <a:pt x="566875" y="2127817"/>
                  </a:lnTo>
                  <a:lnTo>
                    <a:pt x="565804" y="2128661"/>
                  </a:lnTo>
                  <a:lnTo>
                    <a:pt x="564732" y="2129503"/>
                  </a:lnTo>
                  <a:lnTo>
                    <a:pt x="563660" y="2130344"/>
                  </a:lnTo>
                  <a:lnTo>
                    <a:pt x="562589" y="2131183"/>
                  </a:lnTo>
                  <a:lnTo>
                    <a:pt x="561517" y="2132021"/>
                  </a:lnTo>
                  <a:lnTo>
                    <a:pt x="560446" y="2132858"/>
                  </a:lnTo>
                  <a:lnTo>
                    <a:pt x="559374" y="2133693"/>
                  </a:lnTo>
                  <a:lnTo>
                    <a:pt x="558302" y="2134526"/>
                  </a:lnTo>
                  <a:lnTo>
                    <a:pt x="557231" y="2135359"/>
                  </a:lnTo>
                  <a:lnTo>
                    <a:pt x="556159" y="2136189"/>
                  </a:lnTo>
                  <a:lnTo>
                    <a:pt x="555088" y="2137019"/>
                  </a:lnTo>
                  <a:lnTo>
                    <a:pt x="554016" y="2137847"/>
                  </a:lnTo>
                  <a:lnTo>
                    <a:pt x="552944" y="2138673"/>
                  </a:lnTo>
                  <a:lnTo>
                    <a:pt x="551873" y="2139498"/>
                  </a:lnTo>
                  <a:lnTo>
                    <a:pt x="550801" y="2140322"/>
                  </a:lnTo>
                  <a:lnTo>
                    <a:pt x="549730" y="2141144"/>
                  </a:lnTo>
                  <a:lnTo>
                    <a:pt x="548658" y="2141964"/>
                  </a:lnTo>
                  <a:lnTo>
                    <a:pt x="547586" y="2142783"/>
                  </a:lnTo>
                  <a:lnTo>
                    <a:pt x="546515" y="2143601"/>
                  </a:lnTo>
                  <a:lnTo>
                    <a:pt x="545443" y="2144417"/>
                  </a:lnTo>
                  <a:lnTo>
                    <a:pt x="544372" y="2145231"/>
                  </a:lnTo>
                  <a:lnTo>
                    <a:pt x="543300" y="2146044"/>
                  </a:lnTo>
                  <a:lnTo>
                    <a:pt x="542228" y="2146856"/>
                  </a:lnTo>
                  <a:lnTo>
                    <a:pt x="541157" y="2147666"/>
                  </a:lnTo>
                  <a:lnTo>
                    <a:pt x="540085" y="2148474"/>
                  </a:lnTo>
                  <a:lnTo>
                    <a:pt x="539014" y="2149281"/>
                  </a:lnTo>
                  <a:lnTo>
                    <a:pt x="537942" y="2150087"/>
                  </a:lnTo>
                  <a:lnTo>
                    <a:pt x="536870" y="2150891"/>
                  </a:lnTo>
                  <a:lnTo>
                    <a:pt x="535799" y="2151693"/>
                  </a:lnTo>
                  <a:lnTo>
                    <a:pt x="534727" y="2152494"/>
                  </a:lnTo>
                  <a:lnTo>
                    <a:pt x="533656" y="2153293"/>
                  </a:lnTo>
                  <a:lnTo>
                    <a:pt x="532584" y="2154090"/>
                  </a:lnTo>
                  <a:lnTo>
                    <a:pt x="531513" y="2154886"/>
                  </a:lnTo>
                  <a:lnTo>
                    <a:pt x="530441" y="2155681"/>
                  </a:lnTo>
                  <a:lnTo>
                    <a:pt x="529369" y="2156474"/>
                  </a:lnTo>
                  <a:lnTo>
                    <a:pt x="528298" y="2157265"/>
                  </a:lnTo>
                  <a:lnTo>
                    <a:pt x="527226" y="2158055"/>
                  </a:lnTo>
                  <a:lnTo>
                    <a:pt x="526155" y="2158843"/>
                  </a:lnTo>
                  <a:lnTo>
                    <a:pt x="525083" y="2159629"/>
                  </a:lnTo>
                  <a:lnTo>
                    <a:pt x="524011" y="2160414"/>
                  </a:lnTo>
                  <a:lnTo>
                    <a:pt x="522940" y="2161198"/>
                  </a:lnTo>
                  <a:lnTo>
                    <a:pt x="521868" y="2161980"/>
                  </a:lnTo>
                  <a:lnTo>
                    <a:pt x="520797" y="2162760"/>
                  </a:lnTo>
                  <a:lnTo>
                    <a:pt x="519725" y="2163538"/>
                  </a:lnTo>
                  <a:lnTo>
                    <a:pt x="518653" y="2164315"/>
                  </a:lnTo>
                  <a:lnTo>
                    <a:pt x="517582" y="2165090"/>
                  </a:lnTo>
                  <a:lnTo>
                    <a:pt x="516510" y="2165864"/>
                  </a:lnTo>
                  <a:lnTo>
                    <a:pt x="515439" y="2166636"/>
                  </a:lnTo>
                  <a:lnTo>
                    <a:pt x="514367" y="2167407"/>
                  </a:lnTo>
                  <a:lnTo>
                    <a:pt x="513295" y="2168175"/>
                  </a:lnTo>
                  <a:lnTo>
                    <a:pt x="512224" y="2168942"/>
                  </a:lnTo>
                  <a:lnTo>
                    <a:pt x="511152" y="2169708"/>
                  </a:lnTo>
                  <a:lnTo>
                    <a:pt x="510081" y="2170472"/>
                  </a:lnTo>
                  <a:lnTo>
                    <a:pt x="509009" y="2171234"/>
                  </a:lnTo>
                  <a:lnTo>
                    <a:pt x="507937" y="2171995"/>
                  </a:lnTo>
                  <a:lnTo>
                    <a:pt x="506866" y="2172754"/>
                  </a:lnTo>
                  <a:lnTo>
                    <a:pt x="505794" y="2173511"/>
                  </a:lnTo>
                  <a:lnTo>
                    <a:pt x="504723" y="2174266"/>
                  </a:lnTo>
                  <a:lnTo>
                    <a:pt x="503651" y="2175020"/>
                  </a:lnTo>
                  <a:lnTo>
                    <a:pt x="502579" y="2175773"/>
                  </a:lnTo>
                  <a:lnTo>
                    <a:pt x="501508" y="2176523"/>
                  </a:lnTo>
                  <a:lnTo>
                    <a:pt x="500436" y="2177272"/>
                  </a:lnTo>
                  <a:lnTo>
                    <a:pt x="499365" y="2178020"/>
                  </a:lnTo>
                  <a:lnTo>
                    <a:pt x="498293" y="2178765"/>
                  </a:lnTo>
                  <a:lnTo>
                    <a:pt x="497221" y="2179509"/>
                  </a:lnTo>
                  <a:lnTo>
                    <a:pt x="496150" y="2180251"/>
                  </a:lnTo>
                  <a:lnTo>
                    <a:pt x="495078" y="2180992"/>
                  </a:lnTo>
                  <a:lnTo>
                    <a:pt x="494007" y="2181731"/>
                  </a:lnTo>
                  <a:lnTo>
                    <a:pt x="492935" y="2182468"/>
                  </a:lnTo>
                  <a:lnTo>
                    <a:pt x="491863" y="2183204"/>
                  </a:lnTo>
                  <a:lnTo>
                    <a:pt x="490792" y="2183937"/>
                  </a:lnTo>
                  <a:lnTo>
                    <a:pt x="489720" y="2184670"/>
                  </a:lnTo>
                  <a:lnTo>
                    <a:pt x="488649" y="2185400"/>
                  </a:lnTo>
                  <a:lnTo>
                    <a:pt x="487577" y="2186129"/>
                  </a:lnTo>
                  <a:lnTo>
                    <a:pt x="486505" y="2186856"/>
                  </a:lnTo>
                  <a:lnTo>
                    <a:pt x="485434" y="2187581"/>
                  </a:lnTo>
                  <a:lnTo>
                    <a:pt x="484362" y="2188305"/>
                  </a:lnTo>
                  <a:lnTo>
                    <a:pt x="483291" y="2189027"/>
                  </a:lnTo>
                  <a:lnTo>
                    <a:pt x="482219" y="2189747"/>
                  </a:lnTo>
                  <a:lnTo>
                    <a:pt x="481147" y="2190466"/>
                  </a:lnTo>
                  <a:lnTo>
                    <a:pt x="480076" y="2191183"/>
                  </a:lnTo>
                  <a:lnTo>
                    <a:pt x="479004" y="2191898"/>
                  </a:lnTo>
                  <a:lnTo>
                    <a:pt x="477933" y="2192612"/>
                  </a:lnTo>
                  <a:lnTo>
                    <a:pt x="476861" y="2193323"/>
                  </a:lnTo>
                  <a:lnTo>
                    <a:pt x="475789" y="2194034"/>
                  </a:lnTo>
                  <a:lnTo>
                    <a:pt x="474718" y="2194742"/>
                  </a:lnTo>
                  <a:lnTo>
                    <a:pt x="473646" y="2195449"/>
                  </a:lnTo>
                  <a:lnTo>
                    <a:pt x="472575" y="2196154"/>
                  </a:lnTo>
                  <a:lnTo>
                    <a:pt x="471503" y="2196857"/>
                  </a:lnTo>
                  <a:lnTo>
                    <a:pt x="470431" y="2197558"/>
                  </a:lnTo>
                  <a:lnTo>
                    <a:pt x="469360" y="2198258"/>
                  </a:lnTo>
                  <a:lnTo>
                    <a:pt x="468288" y="2198956"/>
                  </a:lnTo>
                  <a:lnTo>
                    <a:pt x="467217" y="2199653"/>
                  </a:lnTo>
                  <a:lnTo>
                    <a:pt x="466145" y="2200347"/>
                  </a:lnTo>
                  <a:lnTo>
                    <a:pt x="465073" y="2201040"/>
                  </a:lnTo>
                  <a:lnTo>
                    <a:pt x="464002" y="2201732"/>
                  </a:lnTo>
                  <a:lnTo>
                    <a:pt x="462930" y="2202421"/>
                  </a:lnTo>
                  <a:lnTo>
                    <a:pt x="461859" y="2203109"/>
                  </a:lnTo>
                  <a:lnTo>
                    <a:pt x="460787" y="2203795"/>
                  </a:lnTo>
                  <a:lnTo>
                    <a:pt x="459715" y="2204479"/>
                  </a:lnTo>
                  <a:lnTo>
                    <a:pt x="458644" y="2205162"/>
                  </a:lnTo>
                  <a:lnTo>
                    <a:pt x="457572" y="2205843"/>
                  </a:lnTo>
                  <a:lnTo>
                    <a:pt x="456501" y="2206522"/>
                  </a:lnTo>
                  <a:lnTo>
                    <a:pt x="455429" y="2207200"/>
                  </a:lnTo>
                  <a:lnTo>
                    <a:pt x="454357" y="2207876"/>
                  </a:lnTo>
                  <a:lnTo>
                    <a:pt x="453286" y="2208550"/>
                  </a:lnTo>
                  <a:lnTo>
                    <a:pt x="452214" y="2209222"/>
                  </a:lnTo>
                  <a:lnTo>
                    <a:pt x="451143" y="2209893"/>
                  </a:lnTo>
                  <a:lnTo>
                    <a:pt x="450071" y="2210562"/>
                  </a:lnTo>
                  <a:lnTo>
                    <a:pt x="448999" y="2211229"/>
                  </a:lnTo>
                  <a:lnTo>
                    <a:pt x="447928" y="2211894"/>
                  </a:lnTo>
                  <a:lnTo>
                    <a:pt x="446856" y="2212558"/>
                  </a:lnTo>
                  <a:lnTo>
                    <a:pt x="445785" y="2213220"/>
                  </a:lnTo>
                  <a:lnTo>
                    <a:pt x="444713" y="2213880"/>
                  </a:lnTo>
                  <a:lnTo>
                    <a:pt x="443641" y="2214539"/>
                  </a:lnTo>
                  <a:lnTo>
                    <a:pt x="442570" y="2215196"/>
                  </a:lnTo>
                  <a:lnTo>
                    <a:pt x="441498" y="2215851"/>
                  </a:lnTo>
                  <a:lnTo>
                    <a:pt x="440427" y="2216504"/>
                  </a:lnTo>
                  <a:lnTo>
                    <a:pt x="439355" y="2217156"/>
                  </a:lnTo>
                  <a:lnTo>
                    <a:pt x="438283" y="2217806"/>
                  </a:lnTo>
                  <a:lnTo>
                    <a:pt x="437212" y="2218455"/>
                  </a:lnTo>
                  <a:lnTo>
                    <a:pt x="436140" y="2219101"/>
                  </a:lnTo>
                  <a:lnTo>
                    <a:pt x="435069" y="2219746"/>
                  </a:lnTo>
                  <a:lnTo>
                    <a:pt x="433997" y="2220389"/>
                  </a:lnTo>
                  <a:lnTo>
                    <a:pt x="432925" y="2221031"/>
                  </a:lnTo>
                  <a:lnTo>
                    <a:pt x="431854" y="2221670"/>
                  </a:lnTo>
                  <a:lnTo>
                    <a:pt x="430782" y="2222308"/>
                  </a:lnTo>
                  <a:lnTo>
                    <a:pt x="429711" y="2222945"/>
                  </a:lnTo>
                  <a:lnTo>
                    <a:pt x="428639" y="2223579"/>
                  </a:lnTo>
                  <a:lnTo>
                    <a:pt x="427567" y="2224212"/>
                  </a:lnTo>
                  <a:lnTo>
                    <a:pt x="426496" y="2224843"/>
                  </a:lnTo>
                  <a:lnTo>
                    <a:pt x="425424" y="2225473"/>
                  </a:lnTo>
                  <a:lnTo>
                    <a:pt x="424353" y="2226101"/>
                  </a:lnTo>
                  <a:lnTo>
                    <a:pt x="423281" y="2226727"/>
                  </a:lnTo>
                  <a:lnTo>
                    <a:pt x="422209" y="2227351"/>
                  </a:lnTo>
                  <a:lnTo>
                    <a:pt x="421138" y="2227974"/>
                  </a:lnTo>
                  <a:lnTo>
                    <a:pt x="420066" y="2228595"/>
                  </a:lnTo>
                  <a:lnTo>
                    <a:pt x="418995" y="2229214"/>
                  </a:lnTo>
                  <a:lnTo>
                    <a:pt x="417923" y="2229832"/>
                  </a:lnTo>
                  <a:lnTo>
                    <a:pt x="416851" y="2230447"/>
                  </a:lnTo>
                  <a:lnTo>
                    <a:pt x="415780" y="2231062"/>
                  </a:lnTo>
                  <a:lnTo>
                    <a:pt x="414708" y="2231674"/>
                  </a:lnTo>
                  <a:lnTo>
                    <a:pt x="413637" y="2232285"/>
                  </a:lnTo>
                  <a:lnTo>
                    <a:pt x="412565" y="2232894"/>
                  </a:lnTo>
                  <a:lnTo>
                    <a:pt x="411493" y="2233501"/>
                  </a:lnTo>
                  <a:lnTo>
                    <a:pt x="410422" y="2234107"/>
                  </a:lnTo>
                  <a:lnTo>
                    <a:pt x="409350" y="2234711"/>
                  </a:lnTo>
                  <a:lnTo>
                    <a:pt x="408279" y="2235313"/>
                  </a:lnTo>
                  <a:lnTo>
                    <a:pt x="407207" y="2235914"/>
                  </a:lnTo>
                  <a:lnTo>
                    <a:pt x="406135" y="2236513"/>
                  </a:lnTo>
                  <a:lnTo>
                    <a:pt x="405064" y="2237110"/>
                  </a:lnTo>
                  <a:lnTo>
                    <a:pt x="403992" y="2237706"/>
                  </a:lnTo>
                  <a:lnTo>
                    <a:pt x="402921" y="2238300"/>
                  </a:lnTo>
                  <a:lnTo>
                    <a:pt x="401849" y="2238892"/>
                  </a:lnTo>
                  <a:lnTo>
                    <a:pt x="400777" y="2239482"/>
                  </a:lnTo>
                  <a:lnTo>
                    <a:pt x="399706" y="2240071"/>
                  </a:lnTo>
                  <a:lnTo>
                    <a:pt x="398634" y="2240658"/>
                  </a:lnTo>
                  <a:lnTo>
                    <a:pt x="397563" y="2241244"/>
                  </a:lnTo>
                  <a:lnTo>
                    <a:pt x="396491" y="2241828"/>
                  </a:lnTo>
                  <a:lnTo>
                    <a:pt x="395419" y="2242410"/>
                  </a:lnTo>
                  <a:lnTo>
                    <a:pt x="394348" y="2242991"/>
                  </a:lnTo>
                  <a:lnTo>
                    <a:pt x="393276" y="2243570"/>
                  </a:lnTo>
                  <a:lnTo>
                    <a:pt x="392205" y="2244147"/>
                  </a:lnTo>
                  <a:lnTo>
                    <a:pt x="391133" y="2244722"/>
                  </a:lnTo>
                  <a:lnTo>
                    <a:pt x="390061" y="2245296"/>
                  </a:lnTo>
                  <a:lnTo>
                    <a:pt x="388990" y="2245869"/>
                  </a:lnTo>
                  <a:lnTo>
                    <a:pt x="387918" y="2246439"/>
                  </a:lnTo>
                  <a:lnTo>
                    <a:pt x="386847" y="2247009"/>
                  </a:lnTo>
                  <a:lnTo>
                    <a:pt x="385775" y="2247576"/>
                  </a:lnTo>
                  <a:lnTo>
                    <a:pt x="384703" y="2248142"/>
                  </a:lnTo>
                  <a:lnTo>
                    <a:pt x="383632" y="2248706"/>
                  </a:lnTo>
                  <a:lnTo>
                    <a:pt x="382560" y="2249269"/>
                  </a:lnTo>
                  <a:lnTo>
                    <a:pt x="381489" y="2249830"/>
                  </a:lnTo>
                  <a:lnTo>
                    <a:pt x="380417" y="2250389"/>
                  </a:lnTo>
                  <a:lnTo>
                    <a:pt x="379345" y="2250947"/>
                  </a:lnTo>
                  <a:lnTo>
                    <a:pt x="378274" y="2251503"/>
                  </a:lnTo>
                  <a:lnTo>
                    <a:pt x="377202" y="2252057"/>
                  </a:lnTo>
                  <a:lnTo>
                    <a:pt x="376131" y="2252610"/>
                  </a:lnTo>
                  <a:lnTo>
                    <a:pt x="375059" y="2253162"/>
                  </a:lnTo>
                  <a:lnTo>
                    <a:pt x="373987" y="2253711"/>
                  </a:lnTo>
                  <a:lnTo>
                    <a:pt x="372916" y="2254259"/>
                  </a:lnTo>
                  <a:lnTo>
                    <a:pt x="371844" y="2254806"/>
                  </a:lnTo>
                  <a:lnTo>
                    <a:pt x="370773" y="2255351"/>
                  </a:lnTo>
                  <a:lnTo>
                    <a:pt x="369701" y="2255894"/>
                  </a:lnTo>
                  <a:lnTo>
                    <a:pt x="368629" y="2256436"/>
                  </a:lnTo>
                  <a:lnTo>
                    <a:pt x="367558" y="2256976"/>
                  </a:lnTo>
                  <a:lnTo>
                    <a:pt x="366486" y="2257515"/>
                  </a:lnTo>
                  <a:lnTo>
                    <a:pt x="365415" y="2258052"/>
                  </a:lnTo>
                  <a:lnTo>
                    <a:pt x="364343" y="2258588"/>
                  </a:lnTo>
                  <a:lnTo>
                    <a:pt x="363271" y="2259122"/>
                  </a:lnTo>
                  <a:lnTo>
                    <a:pt x="362200" y="2259654"/>
                  </a:lnTo>
                  <a:lnTo>
                    <a:pt x="361128" y="2260185"/>
                  </a:lnTo>
                  <a:lnTo>
                    <a:pt x="360057" y="2260714"/>
                  </a:lnTo>
                  <a:lnTo>
                    <a:pt x="358985" y="2261242"/>
                  </a:lnTo>
                  <a:lnTo>
                    <a:pt x="357913" y="2261769"/>
                  </a:lnTo>
                  <a:lnTo>
                    <a:pt x="356842" y="2262293"/>
                  </a:lnTo>
                  <a:lnTo>
                    <a:pt x="355770" y="2262816"/>
                  </a:lnTo>
                  <a:lnTo>
                    <a:pt x="354699" y="2263338"/>
                  </a:lnTo>
                  <a:lnTo>
                    <a:pt x="353627" y="2263858"/>
                  </a:lnTo>
                  <a:lnTo>
                    <a:pt x="352556" y="2264377"/>
                  </a:lnTo>
                  <a:lnTo>
                    <a:pt x="351484" y="2264894"/>
                  </a:lnTo>
                  <a:lnTo>
                    <a:pt x="350412" y="2265409"/>
                  </a:lnTo>
                  <a:lnTo>
                    <a:pt x="349341" y="2265923"/>
                  </a:lnTo>
                  <a:lnTo>
                    <a:pt x="348269" y="2266436"/>
                  </a:lnTo>
                  <a:lnTo>
                    <a:pt x="347198" y="2266947"/>
                  </a:lnTo>
                  <a:lnTo>
                    <a:pt x="346126" y="2267457"/>
                  </a:lnTo>
                  <a:lnTo>
                    <a:pt x="345054" y="2267965"/>
                  </a:lnTo>
                  <a:lnTo>
                    <a:pt x="343983" y="2268471"/>
                  </a:lnTo>
                  <a:lnTo>
                    <a:pt x="342911" y="2268976"/>
                  </a:lnTo>
                  <a:lnTo>
                    <a:pt x="341840" y="2269480"/>
                  </a:lnTo>
                  <a:lnTo>
                    <a:pt x="340768" y="2269982"/>
                  </a:lnTo>
                  <a:lnTo>
                    <a:pt x="339696" y="2270482"/>
                  </a:lnTo>
                  <a:lnTo>
                    <a:pt x="338625" y="2270981"/>
                  </a:lnTo>
                  <a:lnTo>
                    <a:pt x="337553" y="2271479"/>
                  </a:lnTo>
                  <a:lnTo>
                    <a:pt x="336482" y="2271975"/>
                  </a:lnTo>
                  <a:lnTo>
                    <a:pt x="335410" y="2272470"/>
                  </a:lnTo>
                  <a:lnTo>
                    <a:pt x="334338" y="2272963"/>
                  </a:lnTo>
                  <a:lnTo>
                    <a:pt x="333267" y="2273455"/>
                  </a:lnTo>
                  <a:lnTo>
                    <a:pt x="332195" y="2273945"/>
                  </a:lnTo>
                  <a:lnTo>
                    <a:pt x="331124" y="2274434"/>
                  </a:lnTo>
                  <a:lnTo>
                    <a:pt x="330052" y="2274921"/>
                  </a:lnTo>
                  <a:lnTo>
                    <a:pt x="328980" y="2275407"/>
                  </a:lnTo>
                  <a:lnTo>
                    <a:pt x="327909" y="2275892"/>
                  </a:lnTo>
                  <a:lnTo>
                    <a:pt x="326837" y="2276375"/>
                  </a:lnTo>
                  <a:lnTo>
                    <a:pt x="325766" y="2276856"/>
                  </a:lnTo>
                  <a:lnTo>
                    <a:pt x="324694" y="2277336"/>
                  </a:lnTo>
                  <a:lnTo>
                    <a:pt x="323622" y="2277815"/>
                  </a:lnTo>
                  <a:lnTo>
                    <a:pt x="322551" y="2278292"/>
                  </a:lnTo>
                  <a:lnTo>
                    <a:pt x="321479" y="2278768"/>
                  </a:lnTo>
                  <a:lnTo>
                    <a:pt x="320408" y="2279243"/>
                  </a:lnTo>
                  <a:lnTo>
                    <a:pt x="319336" y="2279716"/>
                  </a:lnTo>
                  <a:lnTo>
                    <a:pt x="318264" y="2280187"/>
                  </a:lnTo>
                  <a:lnTo>
                    <a:pt x="317193" y="2280658"/>
                  </a:lnTo>
                  <a:lnTo>
                    <a:pt x="316121" y="2281126"/>
                  </a:lnTo>
                  <a:lnTo>
                    <a:pt x="315050" y="2281594"/>
                  </a:lnTo>
                  <a:lnTo>
                    <a:pt x="313978" y="2282060"/>
                  </a:lnTo>
                  <a:lnTo>
                    <a:pt x="312906" y="2282524"/>
                  </a:lnTo>
                  <a:lnTo>
                    <a:pt x="311835" y="2282988"/>
                  </a:lnTo>
                  <a:lnTo>
                    <a:pt x="310763" y="2283449"/>
                  </a:lnTo>
                  <a:lnTo>
                    <a:pt x="309692" y="2283910"/>
                  </a:lnTo>
                  <a:lnTo>
                    <a:pt x="308620" y="2284369"/>
                  </a:lnTo>
                  <a:lnTo>
                    <a:pt x="307548" y="2284827"/>
                  </a:lnTo>
                  <a:lnTo>
                    <a:pt x="306477" y="2285283"/>
                  </a:lnTo>
                  <a:lnTo>
                    <a:pt x="305405" y="2285738"/>
                  </a:lnTo>
                  <a:lnTo>
                    <a:pt x="304334" y="2286191"/>
                  </a:lnTo>
                  <a:lnTo>
                    <a:pt x="303262" y="2286644"/>
                  </a:lnTo>
                  <a:lnTo>
                    <a:pt x="302190" y="2287094"/>
                  </a:lnTo>
                  <a:lnTo>
                    <a:pt x="301119" y="2287544"/>
                  </a:lnTo>
                  <a:lnTo>
                    <a:pt x="300047" y="2287992"/>
                  </a:lnTo>
                  <a:lnTo>
                    <a:pt x="298976" y="2288439"/>
                  </a:lnTo>
                  <a:lnTo>
                    <a:pt x="297904" y="2288884"/>
                  </a:lnTo>
                  <a:lnTo>
                    <a:pt x="296832" y="2289328"/>
                  </a:lnTo>
                  <a:lnTo>
                    <a:pt x="295761" y="2289771"/>
                  </a:lnTo>
                  <a:lnTo>
                    <a:pt x="294689" y="2290212"/>
                  </a:lnTo>
                  <a:lnTo>
                    <a:pt x="293618" y="2290653"/>
                  </a:lnTo>
                  <a:lnTo>
                    <a:pt x="292546" y="2291091"/>
                  </a:lnTo>
                  <a:lnTo>
                    <a:pt x="291474" y="2291529"/>
                  </a:lnTo>
                  <a:lnTo>
                    <a:pt x="290403" y="2291965"/>
                  </a:lnTo>
                  <a:lnTo>
                    <a:pt x="289331" y="2292400"/>
                  </a:lnTo>
                  <a:lnTo>
                    <a:pt x="288260" y="2292833"/>
                  </a:lnTo>
                  <a:lnTo>
                    <a:pt x="287188" y="2293265"/>
                  </a:lnTo>
                  <a:lnTo>
                    <a:pt x="286116" y="2293696"/>
                  </a:lnTo>
                  <a:lnTo>
                    <a:pt x="285045" y="2294125"/>
                  </a:lnTo>
                  <a:lnTo>
                    <a:pt x="283973" y="2294554"/>
                  </a:lnTo>
                  <a:lnTo>
                    <a:pt x="282902" y="2294981"/>
                  </a:lnTo>
                  <a:lnTo>
                    <a:pt x="281830" y="2295406"/>
                  </a:lnTo>
                  <a:lnTo>
                    <a:pt x="280758" y="2295831"/>
                  </a:lnTo>
                  <a:lnTo>
                    <a:pt x="279687" y="2296254"/>
                  </a:lnTo>
                  <a:lnTo>
                    <a:pt x="278615" y="2296675"/>
                  </a:lnTo>
                  <a:lnTo>
                    <a:pt x="277544" y="2297096"/>
                  </a:lnTo>
                  <a:lnTo>
                    <a:pt x="276472" y="2297515"/>
                  </a:lnTo>
                  <a:lnTo>
                    <a:pt x="275400" y="2297933"/>
                  </a:lnTo>
                  <a:lnTo>
                    <a:pt x="274329" y="2298350"/>
                  </a:lnTo>
                  <a:lnTo>
                    <a:pt x="273257" y="2298765"/>
                  </a:lnTo>
                  <a:lnTo>
                    <a:pt x="272186" y="2299179"/>
                  </a:lnTo>
                  <a:lnTo>
                    <a:pt x="271114" y="2299592"/>
                  </a:lnTo>
                  <a:lnTo>
                    <a:pt x="270042" y="2300003"/>
                  </a:lnTo>
                  <a:lnTo>
                    <a:pt x="268971" y="2300414"/>
                  </a:lnTo>
                  <a:lnTo>
                    <a:pt x="267899" y="2300823"/>
                  </a:lnTo>
                  <a:lnTo>
                    <a:pt x="266828" y="2301231"/>
                  </a:lnTo>
                  <a:lnTo>
                    <a:pt x="265756" y="2301637"/>
                  </a:lnTo>
                  <a:lnTo>
                    <a:pt x="264684" y="2302043"/>
                  </a:lnTo>
                  <a:lnTo>
                    <a:pt x="263613" y="2302447"/>
                  </a:lnTo>
                  <a:lnTo>
                    <a:pt x="262541" y="2302850"/>
                  </a:lnTo>
                  <a:lnTo>
                    <a:pt x="261470" y="2303251"/>
                  </a:lnTo>
                  <a:lnTo>
                    <a:pt x="260398" y="2303652"/>
                  </a:lnTo>
                  <a:lnTo>
                    <a:pt x="259326" y="2304051"/>
                  </a:lnTo>
                  <a:lnTo>
                    <a:pt x="258255" y="2304449"/>
                  </a:lnTo>
                  <a:lnTo>
                    <a:pt x="257183" y="2304845"/>
                  </a:lnTo>
                  <a:lnTo>
                    <a:pt x="256112" y="2305241"/>
                  </a:lnTo>
                  <a:lnTo>
                    <a:pt x="255040" y="2305635"/>
                  </a:lnTo>
                  <a:lnTo>
                    <a:pt x="253968" y="2306028"/>
                  </a:lnTo>
                  <a:lnTo>
                    <a:pt x="252897" y="2306420"/>
                  </a:lnTo>
                  <a:lnTo>
                    <a:pt x="251825" y="2306811"/>
                  </a:lnTo>
                  <a:lnTo>
                    <a:pt x="250754" y="2307200"/>
                  </a:lnTo>
                  <a:lnTo>
                    <a:pt x="249682" y="2307589"/>
                  </a:lnTo>
                  <a:lnTo>
                    <a:pt x="248610" y="2307976"/>
                  </a:lnTo>
                  <a:lnTo>
                    <a:pt x="247539" y="2308362"/>
                  </a:lnTo>
                  <a:lnTo>
                    <a:pt x="246467" y="2308746"/>
                  </a:lnTo>
                  <a:lnTo>
                    <a:pt x="245396" y="2309130"/>
                  </a:lnTo>
                  <a:lnTo>
                    <a:pt x="244324" y="2309512"/>
                  </a:lnTo>
                  <a:lnTo>
                    <a:pt x="243252" y="2309893"/>
                  </a:lnTo>
                  <a:lnTo>
                    <a:pt x="242181" y="2310273"/>
                  </a:lnTo>
                  <a:lnTo>
                    <a:pt x="241109" y="2310652"/>
                  </a:lnTo>
                  <a:lnTo>
                    <a:pt x="240038" y="2311030"/>
                  </a:lnTo>
                  <a:lnTo>
                    <a:pt x="238966" y="2311406"/>
                  </a:lnTo>
                  <a:lnTo>
                    <a:pt x="237894" y="2311782"/>
                  </a:lnTo>
                  <a:lnTo>
                    <a:pt x="236823" y="2312156"/>
                  </a:lnTo>
                  <a:lnTo>
                    <a:pt x="235751" y="2312529"/>
                  </a:lnTo>
                  <a:lnTo>
                    <a:pt x="234680" y="2312901"/>
                  </a:lnTo>
                  <a:lnTo>
                    <a:pt x="233608" y="2313271"/>
                  </a:lnTo>
                  <a:lnTo>
                    <a:pt x="232536" y="2313641"/>
                  </a:lnTo>
                  <a:lnTo>
                    <a:pt x="231465" y="2314009"/>
                  </a:lnTo>
                  <a:lnTo>
                    <a:pt x="230393" y="2314377"/>
                  </a:lnTo>
                  <a:lnTo>
                    <a:pt x="229322" y="2314743"/>
                  </a:lnTo>
                  <a:lnTo>
                    <a:pt x="228250" y="2315108"/>
                  </a:lnTo>
                  <a:lnTo>
                    <a:pt x="227178" y="2315472"/>
                  </a:lnTo>
                  <a:lnTo>
                    <a:pt x="226107" y="2315835"/>
                  </a:lnTo>
                  <a:lnTo>
                    <a:pt x="225035" y="2316196"/>
                  </a:lnTo>
                  <a:lnTo>
                    <a:pt x="223964" y="2316557"/>
                  </a:lnTo>
                  <a:lnTo>
                    <a:pt x="222892" y="2316916"/>
                  </a:lnTo>
                  <a:lnTo>
                    <a:pt x="221820" y="2317275"/>
                  </a:lnTo>
                  <a:lnTo>
                    <a:pt x="220749" y="2317632"/>
                  </a:lnTo>
                  <a:lnTo>
                    <a:pt x="219677" y="2317988"/>
                  </a:lnTo>
                  <a:lnTo>
                    <a:pt x="218606" y="2318343"/>
                  </a:lnTo>
                  <a:lnTo>
                    <a:pt x="217534" y="2318697"/>
                  </a:lnTo>
                  <a:lnTo>
                    <a:pt x="216462" y="2319049"/>
                  </a:lnTo>
                  <a:lnTo>
                    <a:pt x="215391" y="2319401"/>
                  </a:lnTo>
                  <a:lnTo>
                    <a:pt x="214319" y="2319752"/>
                  </a:lnTo>
                  <a:lnTo>
                    <a:pt x="213248" y="2320101"/>
                  </a:lnTo>
                  <a:lnTo>
                    <a:pt x="212176" y="2320450"/>
                  </a:lnTo>
                  <a:lnTo>
                    <a:pt x="211104" y="2320797"/>
                  </a:lnTo>
                  <a:lnTo>
                    <a:pt x="210033" y="2321143"/>
                  </a:lnTo>
                  <a:lnTo>
                    <a:pt x="208961" y="2321488"/>
                  </a:lnTo>
                  <a:lnTo>
                    <a:pt x="207890" y="2321833"/>
                  </a:lnTo>
                  <a:lnTo>
                    <a:pt x="206818" y="2322176"/>
                  </a:lnTo>
                  <a:lnTo>
                    <a:pt x="205746" y="2322518"/>
                  </a:lnTo>
                  <a:lnTo>
                    <a:pt x="204675" y="2322858"/>
                  </a:lnTo>
                  <a:lnTo>
                    <a:pt x="203603" y="2323198"/>
                  </a:lnTo>
                  <a:lnTo>
                    <a:pt x="202532" y="2323537"/>
                  </a:lnTo>
                  <a:lnTo>
                    <a:pt x="201460" y="2323875"/>
                  </a:lnTo>
                  <a:lnTo>
                    <a:pt x="200388" y="2324212"/>
                  </a:lnTo>
                  <a:lnTo>
                    <a:pt x="199317" y="2324547"/>
                  </a:lnTo>
                  <a:lnTo>
                    <a:pt x="198245" y="2324882"/>
                  </a:lnTo>
                  <a:lnTo>
                    <a:pt x="197174" y="2325215"/>
                  </a:lnTo>
                  <a:lnTo>
                    <a:pt x="196102" y="2325548"/>
                  </a:lnTo>
                  <a:lnTo>
                    <a:pt x="195030" y="2325879"/>
                  </a:lnTo>
                  <a:lnTo>
                    <a:pt x="193959" y="2326210"/>
                  </a:lnTo>
                  <a:lnTo>
                    <a:pt x="192887" y="2326539"/>
                  </a:lnTo>
                  <a:lnTo>
                    <a:pt x="191816" y="2326868"/>
                  </a:lnTo>
                  <a:lnTo>
                    <a:pt x="190744" y="2327195"/>
                  </a:lnTo>
                  <a:lnTo>
                    <a:pt x="189672" y="2327521"/>
                  </a:lnTo>
                  <a:lnTo>
                    <a:pt x="188601" y="2327847"/>
                  </a:lnTo>
                  <a:lnTo>
                    <a:pt x="187529" y="2328171"/>
                  </a:lnTo>
                  <a:lnTo>
                    <a:pt x="186458" y="2328494"/>
                  </a:lnTo>
                  <a:lnTo>
                    <a:pt x="185386" y="2328816"/>
                  </a:lnTo>
                  <a:lnTo>
                    <a:pt x="184314" y="2329138"/>
                  </a:lnTo>
                  <a:lnTo>
                    <a:pt x="183243" y="2329458"/>
                  </a:lnTo>
                  <a:lnTo>
                    <a:pt x="182171" y="2329777"/>
                  </a:lnTo>
                  <a:lnTo>
                    <a:pt x="181100" y="2330095"/>
                  </a:lnTo>
                  <a:lnTo>
                    <a:pt x="180028" y="2330413"/>
                  </a:lnTo>
                  <a:lnTo>
                    <a:pt x="178956" y="2330729"/>
                  </a:lnTo>
                  <a:lnTo>
                    <a:pt x="177885" y="2331044"/>
                  </a:lnTo>
                  <a:lnTo>
                    <a:pt x="176813" y="2331358"/>
                  </a:lnTo>
                  <a:lnTo>
                    <a:pt x="175742" y="2331672"/>
                  </a:lnTo>
                  <a:lnTo>
                    <a:pt x="174670" y="2331984"/>
                  </a:lnTo>
                  <a:lnTo>
                    <a:pt x="173599" y="2332295"/>
                  </a:lnTo>
                  <a:lnTo>
                    <a:pt x="172527" y="2332606"/>
                  </a:lnTo>
                  <a:lnTo>
                    <a:pt x="171455" y="2332915"/>
                  </a:lnTo>
                  <a:lnTo>
                    <a:pt x="170384" y="2333224"/>
                  </a:lnTo>
                  <a:lnTo>
                    <a:pt x="169312" y="2333531"/>
                  </a:lnTo>
                  <a:lnTo>
                    <a:pt x="168241" y="2333838"/>
                  </a:lnTo>
                  <a:lnTo>
                    <a:pt x="167169" y="2334143"/>
                  </a:lnTo>
                  <a:lnTo>
                    <a:pt x="166097" y="2334448"/>
                  </a:lnTo>
                  <a:lnTo>
                    <a:pt x="165026" y="2334751"/>
                  </a:lnTo>
                  <a:lnTo>
                    <a:pt x="163954" y="2335054"/>
                  </a:lnTo>
                  <a:lnTo>
                    <a:pt x="162883" y="2335356"/>
                  </a:lnTo>
                  <a:lnTo>
                    <a:pt x="161811" y="2335656"/>
                  </a:lnTo>
                  <a:lnTo>
                    <a:pt x="160739" y="2335956"/>
                  </a:lnTo>
                  <a:lnTo>
                    <a:pt x="159668" y="2336255"/>
                  </a:lnTo>
                  <a:lnTo>
                    <a:pt x="158596" y="2336553"/>
                  </a:lnTo>
                  <a:lnTo>
                    <a:pt x="157525" y="2336850"/>
                  </a:lnTo>
                  <a:lnTo>
                    <a:pt x="156453" y="2337146"/>
                  </a:lnTo>
                  <a:lnTo>
                    <a:pt x="155381" y="2337441"/>
                  </a:lnTo>
                  <a:lnTo>
                    <a:pt x="154310" y="2337735"/>
                  </a:lnTo>
                  <a:lnTo>
                    <a:pt x="153238" y="2338029"/>
                  </a:lnTo>
                  <a:lnTo>
                    <a:pt x="152167" y="2338321"/>
                  </a:lnTo>
                  <a:lnTo>
                    <a:pt x="151095" y="2338613"/>
                  </a:lnTo>
                  <a:lnTo>
                    <a:pt x="150023" y="2338903"/>
                  </a:lnTo>
                  <a:lnTo>
                    <a:pt x="148952" y="2339193"/>
                  </a:lnTo>
                  <a:lnTo>
                    <a:pt x="147880" y="2339481"/>
                  </a:lnTo>
                  <a:lnTo>
                    <a:pt x="146809" y="2339769"/>
                  </a:lnTo>
                  <a:lnTo>
                    <a:pt x="145737" y="2340056"/>
                  </a:lnTo>
                  <a:lnTo>
                    <a:pt x="144665" y="2340342"/>
                  </a:lnTo>
                  <a:lnTo>
                    <a:pt x="143594" y="2340627"/>
                  </a:lnTo>
                  <a:lnTo>
                    <a:pt x="142522" y="2340911"/>
                  </a:lnTo>
                  <a:lnTo>
                    <a:pt x="141451" y="2341195"/>
                  </a:lnTo>
                  <a:lnTo>
                    <a:pt x="140379" y="2341477"/>
                  </a:lnTo>
                  <a:lnTo>
                    <a:pt x="139307" y="2341758"/>
                  </a:lnTo>
                  <a:lnTo>
                    <a:pt x="138236" y="2342039"/>
                  </a:lnTo>
                  <a:lnTo>
                    <a:pt x="137164" y="2342319"/>
                  </a:lnTo>
                  <a:lnTo>
                    <a:pt x="136093" y="2342598"/>
                  </a:lnTo>
                  <a:lnTo>
                    <a:pt x="135021" y="2342875"/>
                  </a:lnTo>
                  <a:lnTo>
                    <a:pt x="133949" y="2343153"/>
                  </a:lnTo>
                  <a:lnTo>
                    <a:pt x="132878" y="2343429"/>
                  </a:lnTo>
                  <a:lnTo>
                    <a:pt x="131806" y="2343704"/>
                  </a:lnTo>
                  <a:lnTo>
                    <a:pt x="130735" y="2343979"/>
                  </a:lnTo>
                  <a:lnTo>
                    <a:pt x="129663" y="2344252"/>
                  </a:lnTo>
                  <a:lnTo>
                    <a:pt x="128591" y="2344525"/>
                  </a:lnTo>
                  <a:lnTo>
                    <a:pt x="127520" y="2344797"/>
                  </a:lnTo>
                  <a:lnTo>
                    <a:pt x="126448" y="2345068"/>
                  </a:lnTo>
                  <a:lnTo>
                    <a:pt x="125377" y="2345338"/>
                  </a:lnTo>
                  <a:lnTo>
                    <a:pt x="124305" y="2345607"/>
                  </a:lnTo>
                  <a:lnTo>
                    <a:pt x="123233" y="2345876"/>
                  </a:lnTo>
                  <a:lnTo>
                    <a:pt x="122162" y="2346143"/>
                  </a:lnTo>
                  <a:lnTo>
                    <a:pt x="121090" y="2346410"/>
                  </a:lnTo>
                  <a:lnTo>
                    <a:pt x="120019" y="2346676"/>
                  </a:lnTo>
                  <a:lnTo>
                    <a:pt x="118947" y="2346941"/>
                  </a:lnTo>
                  <a:lnTo>
                    <a:pt x="117875" y="2347205"/>
                  </a:lnTo>
                  <a:lnTo>
                    <a:pt x="116804" y="2347469"/>
                  </a:lnTo>
                  <a:lnTo>
                    <a:pt x="115732" y="2347731"/>
                  </a:lnTo>
                  <a:lnTo>
                    <a:pt x="114661" y="2347993"/>
                  </a:lnTo>
                  <a:lnTo>
                    <a:pt x="113589" y="2348254"/>
                  </a:lnTo>
                  <a:lnTo>
                    <a:pt x="112517" y="2348514"/>
                  </a:lnTo>
                  <a:lnTo>
                    <a:pt x="111446" y="2348773"/>
                  </a:lnTo>
                  <a:lnTo>
                    <a:pt x="110374" y="2349031"/>
                  </a:lnTo>
                  <a:lnTo>
                    <a:pt x="109303" y="2349289"/>
                  </a:lnTo>
                  <a:lnTo>
                    <a:pt x="108231" y="2349546"/>
                  </a:lnTo>
                  <a:lnTo>
                    <a:pt x="107159" y="2349802"/>
                  </a:lnTo>
                  <a:lnTo>
                    <a:pt x="106088" y="2350057"/>
                  </a:lnTo>
                  <a:lnTo>
                    <a:pt x="105016" y="2350311"/>
                  </a:lnTo>
                  <a:lnTo>
                    <a:pt x="103945" y="2350565"/>
                  </a:lnTo>
                  <a:lnTo>
                    <a:pt x="102873" y="2350818"/>
                  </a:lnTo>
                  <a:lnTo>
                    <a:pt x="101801" y="2351069"/>
                  </a:lnTo>
                  <a:lnTo>
                    <a:pt x="100730" y="2351321"/>
                  </a:lnTo>
                  <a:lnTo>
                    <a:pt x="99658" y="2351571"/>
                  </a:lnTo>
                  <a:lnTo>
                    <a:pt x="98587" y="2351820"/>
                  </a:lnTo>
                  <a:lnTo>
                    <a:pt x="97515" y="2352069"/>
                  </a:lnTo>
                  <a:lnTo>
                    <a:pt x="96443" y="2352317"/>
                  </a:lnTo>
                  <a:lnTo>
                    <a:pt x="95372" y="2352564"/>
                  </a:lnTo>
                  <a:lnTo>
                    <a:pt x="94300" y="2352811"/>
                  </a:lnTo>
                  <a:lnTo>
                    <a:pt x="93229" y="2353056"/>
                  </a:lnTo>
                  <a:lnTo>
                    <a:pt x="92157" y="2353301"/>
                  </a:lnTo>
                  <a:lnTo>
                    <a:pt x="91085" y="2353545"/>
                  </a:lnTo>
                  <a:lnTo>
                    <a:pt x="90014" y="2353788"/>
                  </a:lnTo>
                  <a:lnTo>
                    <a:pt x="88942" y="2354031"/>
                  </a:lnTo>
                  <a:lnTo>
                    <a:pt x="87871" y="2354273"/>
                  </a:lnTo>
                  <a:lnTo>
                    <a:pt x="86799" y="2354514"/>
                  </a:lnTo>
                  <a:lnTo>
                    <a:pt x="85727" y="2354754"/>
                  </a:lnTo>
                  <a:lnTo>
                    <a:pt x="84656" y="2354993"/>
                  </a:lnTo>
                  <a:lnTo>
                    <a:pt x="83584" y="2355232"/>
                  </a:lnTo>
                  <a:lnTo>
                    <a:pt x="82513" y="2355470"/>
                  </a:lnTo>
                  <a:lnTo>
                    <a:pt x="81441" y="2355707"/>
                  </a:lnTo>
                  <a:lnTo>
                    <a:pt x="80369" y="2355943"/>
                  </a:lnTo>
                  <a:lnTo>
                    <a:pt x="79298" y="2356179"/>
                  </a:lnTo>
                  <a:lnTo>
                    <a:pt x="78226" y="2356414"/>
                  </a:lnTo>
                  <a:lnTo>
                    <a:pt x="77155" y="2356648"/>
                  </a:lnTo>
                  <a:lnTo>
                    <a:pt x="76083" y="2356881"/>
                  </a:lnTo>
                  <a:lnTo>
                    <a:pt x="75011" y="2357114"/>
                  </a:lnTo>
                  <a:lnTo>
                    <a:pt x="73940" y="2357346"/>
                  </a:lnTo>
                  <a:lnTo>
                    <a:pt x="72868" y="2357577"/>
                  </a:lnTo>
                  <a:lnTo>
                    <a:pt x="71797" y="2357807"/>
                  </a:lnTo>
                  <a:lnTo>
                    <a:pt x="70725" y="2358037"/>
                  </a:lnTo>
                  <a:lnTo>
                    <a:pt x="69653" y="2358266"/>
                  </a:lnTo>
                  <a:lnTo>
                    <a:pt x="68582" y="2358494"/>
                  </a:lnTo>
                  <a:lnTo>
                    <a:pt x="67510" y="2358722"/>
                  </a:lnTo>
                  <a:lnTo>
                    <a:pt x="66439" y="2358949"/>
                  </a:lnTo>
                  <a:lnTo>
                    <a:pt x="65367" y="2359175"/>
                  </a:lnTo>
                  <a:lnTo>
                    <a:pt x="64295" y="2359400"/>
                  </a:lnTo>
                  <a:lnTo>
                    <a:pt x="63224" y="2359625"/>
                  </a:lnTo>
                  <a:lnTo>
                    <a:pt x="62152" y="2359849"/>
                  </a:lnTo>
                  <a:lnTo>
                    <a:pt x="61081" y="2360072"/>
                  </a:lnTo>
                  <a:lnTo>
                    <a:pt x="60009" y="2360294"/>
                  </a:lnTo>
                  <a:lnTo>
                    <a:pt x="58937" y="2360516"/>
                  </a:lnTo>
                  <a:lnTo>
                    <a:pt x="57866" y="2360737"/>
                  </a:lnTo>
                  <a:lnTo>
                    <a:pt x="56794" y="2360957"/>
                  </a:lnTo>
                  <a:lnTo>
                    <a:pt x="55723" y="2361177"/>
                  </a:lnTo>
                  <a:lnTo>
                    <a:pt x="54651" y="2361396"/>
                  </a:lnTo>
                  <a:lnTo>
                    <a:pt x="53579" y="2361614"/>
                  </a:lnTo>
                  <a:lnTo>
                    <a:pt x="52508" y="2361832"/>
                  </a:lnTo>
                  <a:lnTo>
                    <a:pt x="51436" y="2362049"/>
                  </a:lnTo>
                  <a:lnTo>
                    <a:pt x="50365" y="2362265"/>
                  </a:lnTo>
                  <a:lnTo>
                    <a:pt x="49293" y="2362480"/>
                  </a:lnTo>
                  <a:lnTo>
                    <a:pt x="48221" y="2362695"/>
                  </a:lnTo>
                  <a:lnTo>
                    <a:pt x="47150" y="2362909"/>
                  </a:lnTo>
                  <a:lnTo>
                    <a:pt x="46078" y="2363122"/>
                  </a:lnTo>
                  <a:lnTo>
                    <a:pt x="45007" y="2363335"/>
                  </a:lnTo>
                  <a:lnTo>
                    <a:pt x="43935" y="2363547"/>
                  </a:lnTo>
                  <a:lnTo>
                    <a:pt x="42863" y="2363759"/>
                  </a:lnTo>
                  <a:lnTo>
                    <a:pt x="41792" y="2363969"/>
                  </a:lnTo>
                  <a:lnTo>
                    <a:pt x="40720" y="2364179"/>
                  </a:lnTo>
                  <a:lnTo>
                    <a:pt x="39649" y="2364389"/>
                  </a:lnTo>
                  <a:lnTo>
                    <a:pt x="38577" y="2364597"/>
                  </a:lnTo>
                  <a:lnTo>
                    <a:pt x="37505" y="2364805"/>
                  </a:lnTo>
                  <a:lnTo>
                    <a:pt x="36434" y="2365013"/>
                  </a:lnTo>
                  <a:lnTo>
                    <a:pt x="35362" y="2365219"/>
                  </a:lnTo>
                  <a:lnTo>
                    <a:pt x="34291" y="2365425"/>
                  </a:lnTo>
                  <a:lnTo>
                    <a:pt x="33219" y="2365631"/>
                  </a:lnTo>
                  <a:lnTo>
                    <a:pt x="32147" y="2365835"/>
                  </a:lnTo>
                  <a:lnTo>
                    <a:pt x="31076" y="2366039"/>
                  </a:lnTo>
                  <a:lnTo>
                    <a:pt x="30004" y="2366243"/>
                  </a:lnTo>
                  <a:lnTo>
                    <a:pt x="28933" y="2366446"/>
                  </a:lnTo>
                  <a:lnTo>
                    <a:pt x="27861" y="2366648"/>
                  </a:lnTo>
                  <a:lnTo>
                    <a:pt x="26789" y="2366849"/>
                  </a:lnTo>
                  <a:lnTo>
                    <a:pt x="25718" y="2367050"/>
                  </a:lnTo>
                  <a:lnTo>
                    <a:pt x="24646" y="2367250"/>
                  </a:lnTo>
                  <a:lnTo>
                    <a:pt x="23575" y="2367450"/>
                  </a:lnTo>
                  <a:lnTo>
                    <a:pt x="22503" y="2367648"/>
                  </a:lnTo>
                  <a:lnTo>
                    <a:pt x="21431" y="2367847"/>
                  </a:lnTo>
                  <a:lnTo>
                    <a:pt x="20360" y="2368044"/>
                  </a:lnTo>
                  <a:lnTo>
                    <a:pt x="19288" y="2368241"/>
                  </a:lnTo>
                  <a:lnTo>
                    <a:pt x="18217" y="2368438"/>
                  </a:lnTo>
                  <a:lnTo>
                    <a:pt x="17145" y="2368633"/>
                  </a:lnTo>
                  <a:lnTo>
                    <a:pt x="16073" y="2368828"/>
                  </a:lnTo>
                  <a:lnTo>
                    <a:pt x="15002" y="2369023"/>
                  </a:lnTo>
                  <a:lnTo>
                    <a:pt x="13930" y="2369217"/>
                  </a:lnTo>
                  <a:lnTo>
                    <a:pt x="12859" y="2369410"/>
                  </a:lnTo>
                  <a:lnTo>
                    <a:pt x="11787" y="2369602"/>
                  </a:lnTo>
                  <a:lnTo>
                    <a:pt x="10715" y="2369794"/>
                  </a:lnTo>
                  <a:lnTo>
                    <a:pt x="9644" y="2369986"/>
                  </a:lnTo>
                  <a:lnTo>
                    <a:pt x="8572" y="2370176"/>
                  </a:lnTo>
                  <a:lnTo>
                    <a:pt x="7501" y="2370367"/>
                  </a:lnTo>
                  <a:lnTo>
                    <a:pt x="6429" y="2370556"/>
                  </a:lnTo>
                  <a:lnTo>
                    <a:pt x="5357" y="2370745"/>
                  </a:lnTo>
                  <a:lnTo>
                    <a:pt x="4286" y="2370933"/>
                  </a:lnTo>
                  <a:lnTo>
                    <a:pt x="3214" y="2371121"/>
                  </a:lnTo>
                  <a:lnTo>
                    <a:pt x="2143" y="2371308"/>
                  </a:lnTo>
                  <a:lnTo>
                    <a:pt x="1071" y="2371495"/>
                  </a:lnTo>
                  <a:lnTo>
                    <a:pt x="0" y="2371680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5034264" y="495711"/>
              <a:ext cx="3856684" cy="1251090"/>
            </a:xfrm>
            <a:custGeom>
              <a:avLst/>
              <a:gdLst/>
              <a:ahLst/>
              <a:cxnLst/>
              <a:rect l="0" t="0" r="0" b="0"/>
              <a:pathLst>
                <a:path w="3856684" h="1251090">
                  <a:moveTo>
                    <a:pt x="0" y="0"/>
                  </a:moveTo>
                  <a:lnTo>
                    <a:pt x="1071" y="3175"/>
                  </a:lnTo>
                  <a:lnTo>
                    <a:pt x="2143" y="6346"/>
                  </a:lnTo>
                  <a:lnTo>
                    <a:pt x="3214" y="9513"/>
                  </a:lnTo>
                  <a:lnTo>
                    <a:pt x="4286" y="12675"/>
                  </a:lnTo>
                  <a:lnTo>
                    <a:pt x="5357" y="15833"/>
                  </a:lnTo>
                  <a:lnTo>
                    <a:pt x="6429" y="18986"/>
                  </a:lnTo>
                  <a:lnTo>
                    <a:pt x="7501" y="22135"/>
                  </a:lnTo>
                  <a:lnTo>
                    <a:pt x="8572" y="25279"/>
                  </a:lnTo>
                  <a:lnTo>
                    <a:pt x="9644" y="28419"/>
                  </a:lnTo>
                  <a:lnTo>
                    <a:pt x="10715" y="31554"/>
                  </a:lnTo>
                  <a:lnTo>
                    <a:pt x="11787" y="34685"/>
                  </a:lnTo>
                  <a:lnTo>
                    <a:pt x="12859" y="37811"/>
                  </a:lnTo>
                  <a:lnTo>
                    <a:pt x="13930" y="40933"/>
                  </a:lnTo>
                  <a:lnTo>
                    <a:pt x="15002" y="44050"/>
                  </a:lnTo>
                  <a:lnTo>
                    <a:pt x="16073" y="47163"/>
                  </a:lnTo>
                  <a:lnTo>
                    <a:pt x="17145" y="50272"/>
                  </a:lnTo>
                  <a:lnTo>
                    <a:pt x="18217" y="53376"/>
                  </a:lnTo>
                  <a:lnTo>
                    <a:pt x="19288" y="56475"/>
                  </a:lnTo>
                  <a:lnTo>
                    <a:pt x="20360" y="59571"/>
                  </a:lnTo>
                  <a:lnTo>
                    <a:pt x="21431" y="62661"/>
                  </a:lnTo>
                  <a:lnTo>
                    <a:pt x="22503" y="65748"/>
                  </a:lnTo>
                  <a:lnTo>
                    <a:pt x="23575" y="68830"/>
                  </a:lnTo>
                  <a:lnTo>
                    <a:pt x="24646" y="71907"/>
                  </a:lnTo>
                  <a:lnTo>
                    <a:pt x="25718" y="74980"/>
                  </a:lnTo>
                  <a:lnTo>
                    <a:pt x="26789" y="78049"/>
                  </a:lnTo>
                  <a:lnTo>
                    <a:pt x="27861" y="81113"/>
                  </a:lnTo>
                  <a:lnTo>
                    <a:pt x="28933" y="84173"/>
                  </a:lnTo>
                  <a:lnTo>
                    <a:pt x="30004" y="87229"/>
                  </a:lnTo>
                  <a:lnTo>
                    <a:pt x="31076" y="90280"/>
                  </a:lnTo>
                  <a:lnTo>
                    <a:pt x="32147" y="93327"/>
                  </a:lnTo>
                  <a:lnTo>
                    <a:pt x="33219" y="96369"/>
                  </a:lnTo>
                  <a:lnTo>
                    <a:pt x="34291" y="99407"/>
                  </a:lnTo>
                  <a:lnTo>
                    <a:pt x="35362" y="102441"/>
                  </a:lnTo>
                  <a:lnTo>
                    <a:pt x="36434" y="105470"/>
                  </a:lnTo>
                  <a:lnTo>
                    <a:pt x="37505" y="108495"/>
                  </a:lnTo>
                  <a:lnTo>
                    <a:pt x="38577" y="111516"/>
                  </a:lnTo>
                  <a:lnTo>
                    <a:pt x="39649" y="114532"/>
                  </a:lnTo>
                  <a:lnTo>
                    <a:pt x="40720" y="117544"/>
                  </a:lnTo>
                  <a:lnTo>
                    <a:pt x="41792" y="120552"/>
                  </a:lnTo>
                  <a:lnTo>
                    <a:pt x="42863" y="123555"/>
                  </a:lnTo>
                  <a:lnTo>
                    <a:pt x="43935" y="126554"/>
                  </a:lnTo>
                  <a:lnTo>
                    <a:pt x="45007" y="129549"/>
                  </a:lnTo>
                  <a:lnTo>
                    <a:pt x="46078" y="132539"/>
                  </a:lnTo>
                  <a:lnTo>
                    <a:pt x="47150" y="135525"/>
                  </a:lnTo>
                  <a:lnTo>
                    <a:pt x="48221" y="138507"/>
                  </a:lnTo>
                  <a:lnTo>
                    <a:pt x="49293" y="141485"/>
                  </a:lnTo>
                  <a:lnTo>
                    <a:pt x="50365" y="144458"/>
                  </a:lnTo>
                  <a:lnTo>
                    <a:pt x="51436" y="147427"/>
                  </a:lnTo>
                  <a:lnTo>
                    <a:pt x="52508" y="150391"/>
                  </a:lnTo>
                  <a:lnTo>
                    <a:pt x="53579" y="153352"/>
                  </a:lnTo>
                  <a:lnTo>
                    <a:pt x="54651" y="156308"/>
                  </a:lnTo>
                  <a:lnTo>
                    <a:pt x="55723" y="159260"/>
                  </a:lnTo>
                  <a:lnTo>
                    <a:pt x="56794" y="162207"/>
                  </a:lnTo>
                  <a:lnTo>
                    <a:pt x="57866" y="165151"/>
                  </a:lnTo>
                  <a:lnTo>
                    <a:pt x="58937" y="168090"/>
                  </a:lnTo>
                  <a:lnTo>
                    <a:pt x="60009" y="171025"/>
                  </a:lnTo>
                  <a:lnTo>
                    <a:pt x="61081" y="173956"/>
                  </a:lnTo>
                  <a:lnTo>
                    <a:pt x="62152" y="176882"/>
                  </a:lnTo>
                  <a:lnTo>
                    <a:pt x="63224" y="179804"/>
                  </a:lnTo>
                  <a:lnTo>
                    <a:pt x="64295" y="182722"/>
                  </a:lnTo>
                  <a:lnTo>
                    <a:pt x="65367" y="185636"/>
                  </a:lnTo>
                  <a:lnTo>
                    <a:pt x="66439" y="188545"/>
                  </a:lnTo>
                  <a:lnTo>
                    <a:pt x="67510" y="191451"/>
                  </a:lnTo>
                  <a:lnTo>
                    <a:pt x="68582" y="194352"/>
                  </a:lnTo>
                  <a:lnTo>
                    <a:pt x="69653" y="197249"/>
                  </a:lnTo>
                  <a:lnTo>
                    <a:pt x="70725" y="200142"/>
                  </a:lnTo>
                  <a:lnTo>
                    <a:pt x="71797" y="203030"/>
                  </a:lnTo>
                  <a:lnTo>
                    <a:pt x="72868" y="205915"/>
                  </a:lnTo>
                  <a:lnTo>
                    <a:pt x="73940" y="208795"/>
                  </a:lnTo>
                  <a:lnTo>
                    <a:pt x="75011" y="211671"/>
                  </a:lnTo>
                  <a:lnTo>
                    <a:pt x="76083" y="214543"/>
                  </a:lnTo>
                  <a:lnTo>
                    <a:pt x="77155" y="217410"/>
                  </a:lnTo>
                  <a:lnTo>
                    <a:pt x="78226" y="220274"/>
                  </a:lnTo>
                  <a:lnTo>
                    <a:pt x="79298" y="223133"/>
                  </a:lnTo>
                  <a:lnTo>
                    <a:pt x="80369" y="225989"/>
                  </a:lnTo>
                  <a:lnTo>
                    <a:pt x="81441" y="228840"/>
                  </a:lnTo>
                  <a:lnTo>
                    <a:pt x="82513" y="231687"/>
                  </a:lnTo>
                  <a:lnTo>
                    <a:pt x="83584" y="234530"/>
                  </a:lnTo>
                  <a:lnTo>
                    <a:pt x="84656" y="237368"/>
                  </a:lnTo>
                  <a:lnTo>
                    <a:pt x="85727" y="240203"/>
                  </a:lnTo>
                  <a:lnTo>
                    <a:pt x="86799" y="243033"/>
                  </a:lnTo>
                  <a:lnTo>
                    <a:pt x="87871" y="245860"/>
                  </a:lnTo>
                  <a:lnTo>
                    <a:pt x="88942" y="248682"/>
                  </a:lnTo>
                  <a:lnTo>
                    <a:pt x="90014" y="251500"/>
                  </a:lnTo>
                  <a:lnTo>
                    <a:pt x="91085" y="254314"/>
                  </a:lnTo>
                  <a:lnTo>
                    <a:pt x="92157" y="257124"/>
                  </a:lnTo>
                  <a:lnTo>
                    <a:pt x="93229" y="259930"/>
                  </a:lnTo>
                  <a:lnTo>
                    <a:pt x="94300" y="262732"/>
                  </a:lnTo>
                  <a:lnTo>
                    <a:pt x="95372" y="265529"/>
                  </a:lnTo>
                  <a:lnTo>
                    <a:pt x="96443" y="268323"/>
                  </a:lnTo>
                  <a:lnTo>
                    <a:pt x="97515" y="271112"/>
                  </a:lnTo>
                  <a:lnTo>
                    <a:pt x="98587" y="273898"/>
                  </a:lnTo>
                  <a:lnTo>
                    <a:pt x="99658" y="276679"/>
                  </a:lnTo>
                  <a:lnTo>
                    <a:pt x="100730" y="279457"/>
                  </a:lnTo>
                  <a:lnTo>
                    <a:pt x="101801" y="282230"/>
                  </a:lnTo>
                  <a:lnTo>
                    <a:pt x="102873" y="284999"/>
                  </a:lnTo>
                  <a:lnTo>
                    <a:pt x="103945" y="287764"/>
                  </a:lnTo>
                  <a:lnTo>
                    <a:pt x="105016" y="290525"/>
                  </a:lnTo>
                  <a:lnTo>
                    <a:pt x="106088" y="293283"/>
                  </a:lnTo>
                  <a:lnTo>
                    <a:pt x="107159" y="296036"/>
                  </a:lnTo>
                  <a:lnTo>
                    <a:pt x="108231" y="298785"/>
                  </a:lnTo>
                  <a:lnTo>
                    <a:pt x="109303" y="301530"/>
                  </a:lnTo>
                  <a:lnTo>
                    <a:pt x="110374" y="304271"/>
                  </a:lnTo>
                  <a:lnTo>
                    <a:pt x="111446" y="307008"/>
                  </a:lnTo>
                  <a:lnTo>
                    <a:pt x="112517" y="309741"/>
                  </a:lnTo>
                  <a:lnTo>
                    <a:pt x="113589" y="312470"/>
                  </a:lnTo>
                  <a:lnTo>
                    <a:pt x="114661" y="315194"/>
                  </a:lnTo>
                  <a:lnTo>
                    <a:pt x="115732" y="317915"/>
                  </a:lnTo>
                  <a:lnTo>
                    <a:pt x="116804" y="320632"/>
                  </a:lnTo>
                  <a:lnTo>
                    <a:pt x="117875" y="323345"/>
                  </a:lnTo>
                  <a:lnTo>
                    <a:pt x="118947" y="326054"/>
                  </a:lnTo>
                  <a:lnTo>
                    <a:pt x="120019" y="328759"/>
                  </a:lnTo>
                  <a:lnTo>
                    <a:pt x="121090" y="331460"/>
                  </a:lnTo>
                  <a:lnTo>
                    <a:pt x="122162" y="334158"/>
                  </a:lnTo>
                  <a:lnTo>
                    <a:pt x="123233" y="336851"/>
                  </a:lnTo>
                  <a:lnTo>
                    <a:pt x="124305" y="339540"/>
                  </a:lnTo>
                  <a:lnTo>
                    <a:pt x="125377" y="342225"/>
                  </a:lnTo>
                  <a:lnTo>
                    <a:pt x="126448" y="344906"/>
                  </a:lnTo>
                  <a:lnTo>
                    <a:pt x="127520" y="347583"/>
                  </a:lnTo>
                  <a:lnTo>
                    <a:pt x="128591" y="350257"/>
                  </a:lnTo>
                  <a:lnTo>
                    <a:pt x="129663" y="352926"/>
                  </a:lnTo>
                  <a:lnTo>
                    <a:pt x="130735" y="355592"/>
                  </a:lnTo>
                  <a:lnTo>
                    <a:pt x="131806" y="358253"/>
                  </a:lnTo>
                  <a:lnTo>
                    <a:pt x="132878" y="360911"/>
                  </a:lnTo>
                  <a:lnTo>
                    <a:pt x="133949" y="363564"/>
                  </a:lnTo>
                  <a:lnTo>
                    <a:pt x="135021" y="366214"/>
                  </a:lnTo>
                  <a:lnTo>
                    <a:pt x="136093" y="368860"/>
                  </a:lnTo>
                  <a:lnTo>
                    <a:pt x="137164" y="371502"/>
                  </a:lnTo>
                  <a:lnTo>
                    <a:pt x="138236" y="374140"/>
                  </a:lnTo>
                  <a:lnTo>
                    <a:pt x="139307" y="376774"/>
                  </a:lnTo>
                  <a:lnTo>
                    <a:pt x="140379" y="379404"/>
                  </a:lnTo>
                  <a:lnTo>
                    <a:pt x="141451" y="382031"/>
                  </a:lnTo>
                  <a:lnTo>
                    <a:pt x="142522" y="384653"/>
                  </a:lnTo>
                  <a:lnTo>
                    <a:pt x="143594" y="387271"/>
                  </a:lnTo>
                  <a:lnTo>
                    <a:pt x="144665" y="389886"/>
                  </a:lnTo>
                  <a:lnTo>
                    <a:pt x="145737" y="392497"/>
                  </a:lnTo>
                  <a:lnTo>
                    <a:pt x="146809" y="395104"/>
                  </a:lnTo>
                  <a:lnTo>
                    <a:pt x="147880" y="397707"/>
                  </a:lnTo>
                  <a:lnTo>
                    <a:pt x="148952" y="400306"/>
                  </a:lnTo>
                  <a:lnTo>
                    <a:pt x="150023" y="402901"/>
                  </a:lnTo>
                  <a:lnTo>
                    <a:pt x="151095" y="405493"/>
                  </a:lnTo>
                  <a:lnTo>
                    <a:pt x="152167" y="408080"/>
                  </a:lnTo>
                  <a:lnTo>
                    <a:pt x="153238" y="410664"/>
                  </a:lnTo>
                  <a:lnTo>
                    <a:pt x="154310" y="413244"/>
                  </a:lnTo>
                  <a:lnTo>
                    <a:pt x="155381" y="415820"/>
                  </a:lnTo>
                  <a:lnTo>
                    <a:pt x="156453" y="418392"/>
                  </a:lnTo>
                  <a:lnTo>
                    <a:pt x="157525" y="420960"/>
                  </a:lnTo>
                  <a:lnTo>
                    <a:pt x="158596" y="423525"/>
                  </a:lnTo>
                  <a:lnTo>
                    <a:pt x="159668" y="426086"/>
                  </a:lnTo>
                  <a:lnTo>
                    <a:pt x="160739" y="428643"/>
                  </a:lnTo>
                  <a:lnTo>
                    <a:pt x="161811" y="431196"/>
                  </a:lnTo>
                  <a:lnTo>
                    <a:pt x="162883" y="433745"/>
                  </a:lnTo>
                  <a:lnTo>
                    <a:pt x="163954" y="436290"/>
                  </a:lnTo>
                  <a:lnTo>
                    <a:pt x="165026" y="438832"/>
                  </a:lnTo>
                  <a:lnTo>
                    <a:pt x="166097" y="441370"/>
                  </a:lnTo>
                  <a:lnTo>
                    <a:pt x="167169" y="443904"/>
                  </a:lnTo>
                  <a:lnTo>
                    <a:pt x="168241" y="446434"/>
                  </a:lnTo>
                  <a:lnTo>
                    <a:pt x="169312" y="448960"/>
                  </a:lnTo>
                  <a:lnTo>
                    <a:pt x="170384" y="451483"/>
                  </a:lnTo>
                  <a:lnTo>
                    <a:pt x="171455" y="454002"/>
                  </a:lnTo>
                  <a:lnTo>
                    <a:pt x="172527" y="456517"/>
                  </a:lnTo>
                  <a:lnTo>
                    <a:pt x="173599" y="459028"/>
                  </a:lnTo>
                  <a:lnTo>
                    <a:pt x="174670" y="461536"/>
                  </a:lnTo>
                  <a:lnTo>
                    <a:pt x="175742" y="464039"/>
                  </a:lnTo>
                  <a:lnTo>
                    <a:pt x="176813" y="466539"/>
                  </a:lnTo>
                  <a:lnTo>
                    <a:pt x="177885" y="469035"/>
                  </a:lnTo>
                  <a:lnTo>
                    <a:pt x="178956" y="471528"/>
                  </a:lnTo>
                  <a:lnTo>
                    <a:pt x="180028" y="474017"/>
                  </a:lnTo>
                  <a:lnTo>
                    <a:pt x="181100" y="476502"/>
                  </a:lnTo>
                  <a:lnTo>
                    <a:pt x="182171" y="478983"/>
                  </a:lnTo>
                  <a:lnTo>
                    <a:pt x="183243" y="481460"/>
                  </a:lnTo>
                  <a:lnTo>
                    <a:pt x="184314" y="483934"/>
                  </a:lnTo>
                  <a:lnTo>
                    <a:pt x="185386" y="486404"/>
                  </a:lnTo>
                  <a:lnTo>
                    <a:pt x="186458" y="488870"/>
                  </a:lnTo>
                  <a:lnTo>
                    <a:pt x="187529" y="491332"/>
                  </a:lnTo>
                  <a:lnTo>
                    <a:pt x="188601" y="493791"/>
                  </a:lnTo>
                  <a:lnTo>
                    <a:pt x="189672" y="496246"/>
                  </a:lnTo>
                  <a:lnTo>
                    <a:pt x="190744" y="498698"/>
                  </a:lnTo>
                  <a:lnTo>
                    <a:pt x="191816" y="501145"/>
                  </a:lnTo>
                  <a:lnTo>
                    <a:pt x="192887" y="503589"/>
                  </a:lnTo>
                  <a:lnTo>
                    <a:pt x="193959" y="506029"/>
                  </a:lnTo>
                  <a:lnTo>
                    <a:pt x="195030" y="508466"/>
                  </a:lnTo>
                  <a:lnTo>
                    <a:pt x="196102" y="510898"/>
                  </a:lnTo>
                  <a:lnTo>
                    <a:pt x="197174" y="513327"/>
                  </a:lnTo>
                  <a:lnTo>
                    <a:pt x="198245" y="515753"/>
                  </a:lnTo>
                  <a:lnTo>
                    <a:pt x="199317" y="518175"/>
                  </a:lnTo>
                  <a:lnTo>
                    <a:pt x="200388" y="520592"/>
                  </a:lnTo>
                  <a:lnTo>
                    <a:pt x="201460" y="523007"/>
                  </a:lnTo>
                  <a:lnTo>
                    <a:pt x="202532" y="525417"/>
                  </a:lnTo>
                  <a:lnTo>
                    <a:pt x="203603" y="527824"/>
                  </a:lnTo>
                  <a:lnTo>
                    <a:pt x="204675" y="530228"/>
                  </a:lnTo>
                  <a:lnTo>
                    <a:pt x="205746" y="532627"/>
                  </a:lnTo>
                  <a:lnTo>
                    <a:pt x="206818" y="535023"/>
                  </a:lnTo>
                  <a:lnTo>
                    <a:pt x="207890" y="537415"/>
                  </a:lnTo>
                  <a:lnTo>
                    <a:pt x="208961" y="539804"/>
                  </a:lnTo>
                  <a:lnTo>
                    <a:pt x="210033" y="542189"/>
                  </a:lnTo>
                  <a:lnTo>
                    <a:pt x="211104" y="544570"/>
                  </a:lnTo>
                  <a:lnTo>
                    <a:pt x="212176" y="546948"/>
                  </a:lnTo>
                  <a:lnTo>
                    <a:pt x="213248" y="549322"/>
                  </a:lnTo>
                  <a:lnTo>
                    <a:pt x="214319" y="551692"/>
                  </a:lnTo>
                  <a:lnTo>
                    <a:pt x="215391" y="554059"/>
                  </a:lnTo>
                  <a:lnTo>
                    <a:pt x="216462" y="556422"/>
                  </a:lnTo>
                  <a:lnTo>
                    <a:pt x="217534" y="558781"/>
                  </a:lnTo>
                  <a:lnTo>
                    <a:pt x="218606" y="561137"/>
                  </a:lnTo>
                  <a:lnTo>
                    <a:pt x="219677" y="563489"/>
                  </a:lnTo>
                  <a:lnTo>
                    <a:pt x="220749" y="565837"/>
                  </a:lnTo>
                  <a:lnTo>
                    <a:pt x="221820" y="568182"/>
                  </a:lnTo>
                  <a:lnTo>
                    <a:pt x="222892" y="570523"/>
                  </a:lnTo>
                  <a:lnTo>
                    <a:pt x="223964" y="572861"/>
                  </a:lnTo>
                  <a:lnTo>
                    <a:pt x="225035" y="575195"/>
                  </a:lnTo>
                  <a:lnTo>
                    <a:pt x="226107" y="577525"/>
                  </a:lnTo>
                  <a:lnTo>
                    <a:pt x="227178" y="579852"/>
                  </a:lnTo>
                  <a:lnTo>
                    <a:pt x="228250" y="582175"/>
                  </a:lnTo>
                  <a:lnTo>
                    <a:pt x="229322" y="584495"/>
                  </a:lnTo>
                  <a:lnTo>
                    <a:pt x="230393" y="586811"/>
                  </a:lnTo>
                  <a:lnTo>
                    <a:pt x="231465" y="589123"/>
                  </a:lnTo>
                  <a:lnTo>
                    <a:pt x="232536" y="591432"/>
                  </a:lnTo>
                  <a:lnTo>
                    <a:pt x="233608" y="593737"/>
                  </a:lnTo>
                  <a:lnTo>
                    <a:pt x="234680" y="596039"/>
                  </a:lnTo>
                  <a:lnTo>
                    <a:pt x="235751" y="598337"/>
                  </a:lnTo>
                  <a:lnTo>
                    <a:pt x="236823" y="600631"/>
                  </a:lnTo>
                  <a:lnTo>
                    <a:pt x="237894" y="602922"/>
                  </a:lnTo>
                  <a:lnTo>
                    <a:pt x="238966" y="605209"/>
                  </a:lnTo>
                  <a:lnTo>
                    <a:pt x="240038" y="607493"/>
                  </a:lnTo>
                  <a:lnTo>
                    <a:pt x="241109" y="609773"/>
                  </a:lnTo>
                  <a:lnTo>
                    <a:pt x="242181" y="612049"/>
                  </a:lnTo>
                  <a:lnTo>
                    <a:pt x="243252" y="614322"/>
                  </a:lnTo>
                  <a:lnTo>
                    <a:pt x="244324" y="616592"/>
                  </a:lnTo>
                  <a:lnTo>
                    <a:pt x="245396" y="618858"/>
                  </a:lnTo>
                  <a:lnTo>
                    <a:pt x="246467" y="621120"/>
                  </a:lnTo>
                  <a:lnTo>
                    <a:pt x="247539" y="623379"/>
                  </a:lnTo>
                  <a:lnTo>
                    <a:pt x="248610" y="625634"/>
                  </a:lnTo>
                  <a:lnTo>
                    <a:pt x="249682" y="627885"/>
                  </a:lnTo>
                  <a:lnTo>
                    <a:pt x="250754" y="630133"/>
                  </a:lnTo>
                  <a:lnTo>
                    <a:pt x="251825" y="632378"/>
                  </a:lnTo>
                  <a:lnTo>
                    <a:pt x="252897" y="634619"/>
                  </a:lnTo>
                  <a:lnTo>
                    <a:pt x="253968" y="636856"/>
                  </a:lnTo>
                  <a:lnTo>
                    <a:pt x="255040" y="639090"/>
                  </a:lnTo>
                  <a:lnTo>
                    <a:pt x="256112" y="641321"/>
                  </a:lnTo>
                  <a:lnTo>
                    <a:pt x="257183" y="643547"/>
                  </a:lnTo>
                  <a:lnTo>
                    <a:pt x="258255" y="645771"/>
                  </a:lnTo>
                  <a:lnTo>
                    <a:pt x="259326" y="647991"/>
                  </a:lnTo>
                  <a:lnTo>
                    <a:pt x="260398" y="650207"/>
                  </a:lnTo>
                  <a:lnTo>
                    <a:pt x="261470" y="652419"/>
                  </a:lnTo>
                  <a:lnTo>
                    <a:pt x="262541" y="654629"/>
                  </a:lnTo>
                  <a:lnTo>
                    <a:pt x="263613" y="656834"/>
                  </a:lnTo>
                  <a:lnTo>
                    <a:pt x="264684" y="659037"/>
                  </a:lnTo>
                  <a:lnTo>
                    <a:pt x="265756" y="661235"/>
                  </a:lnTo>
                  <a:lnTo>
                    <a:pt x="266828" y="663430"/>
                  </a:lnTo>
                  <a:lnTo>
                    <a:pt x="267899" y="665622"/>
                  </a:lnTo>
                  <a:lnTo>
                    <a:pt x="268971" y="667810"/>
                  </a:lnTo>
                  <a:lnTo>
                    <a:pt x="270042" y="669995"/>
                  </a:lnTo>
                  <a:lnTo>
                    <a:pt x="271114" y="672176"/>
                  </a:lnTo>
                  <a:lnTo>
                    <a:pt x="272186" y="674353"/>
                  </a:lnTo>
                  <a:lnTo>
                    <a:pt x="273257" y="676527"/>
                  </a:lnTo>
                  <a:lnTo>
                    <a:pt x="274329" y="678698"/>
                  </a:lnTo>
                  <a:lnTo>
                    <a:pt x="275400" y="680865"/>
                  </a:lnTo>
                  <a:lnTo>
                    <a:pt x="276472" y="683029"/>
                  </a:lnTo>
                  <a:lnTo>
                    <a:pt x="277544" y="685189"/>
                  </a:lnTo>
                  <a:lnTo>
                    <a:pt x="278615" y="687346"/>
                  </a:lnTo>
                  <a:lnTo>
                    <a:pt x="279687" y="689499"/>
                  </a:lnTo>
                  <a:lnTo>
                    <a:pt x="280758" y="691649"/>
                  </a:lnTo>
                  <a:lnTo>
                    <a:pt x="281830" y="693795"/>
                  </a:lnTo>
                  <a:lnTo>
                    <a:pt x="282902" y="695937"/>
                  </a:lnTo>
                  <a:lnTo>
                    <a:pt x="283973" y="698077"/>
                  </a:lnTo>
                  <a:lnTo>
                    <a:pt x="285045" y="700213"/>
                  </a:lnTo>
                  <a:lnTo>
                    <a:pt x="286116" y="702345"/>
                  </a:lnTo>
                  <a:lnTo>
                    <a:pt x="287188" y="704474"/>
                  </a:lnTo>
                  <a:lnTo>
                    <a:pt x="288260" y="706599"/>
                  </a:lnTo>
                  <a:lnTo>
                    <a:pt x="289331" y="708721"/>
                  </a:lnTo>
                  <a:lnTo>
                    <a:pt x="290403" y="710839"/>
                  </a:lnTo>
                  <a:lnTo>
                    <a:pt x="291474" y="712954"/>
                  </a:lnTo>
                  <a:lnTo>
                    <a:pt x="292546" y="715066"/>
                  </a:lnTo>
                  <a:lnTo>
                    <a:pt x="293618" y="717174"/>
                  </a:lnTo>
                  <a:lnTo>
                    <a:pt x="294689" y="719279"/>
                  </a:lnTo>
                  <a:lnTo>
                    <a:pt x="295761" y="721380"/>
                  </a:lnTo>
                  <a:lnTo>
                    <a:pt x="296832" y="723477"/>
                  </a:lnTo>
                  <a:lnTo>
                    <a:pt x="297904" y="725572"/>
                  </a:lnTo>
                  <a:lnTo>
                    <a:pt x="298976" y="727662"/>
                  </a:lnTo>
                  <a:lnTo>
                    <a:pt x="300047" y="729750"/>
                  </a:lnTo>
                  <a:lnTo>
                    <a:pt x="301119" y="731834"/>
                  </a:lnTo>
                  <a:lnTo>
                    <a:pt x="302190" y="733914"/>
                  </a:lnTo>
                  <a:lnTo>
                    <a:pt x="303262" y="735991"/>
                  </a:lnTo>
                  <a:lnTo>
                    <a:pt x="304334" y="738065"/>
                  </a:lnTo>
                  <a:lnTo>
                    <a:pt x="305405" y="740135"/>
                  </a:lnTo>
                  <a:lnTo>
                    <a:pt x="306477" y="742202"/>
                  </a:lnTo>
                  <a:lnTo>
                    <a:pt x="307548" y="744265"/>
                  </a:lnTo>
                  <a:lnTo>
                    <a:pt x="308620" y="746325"/>
                  </a:lnTo>
                  <a:lnTo>
                    <a:pt x="309692" y="748381"/>
                  </a:lnTo>
                  <a:lnTo>
                    <a:pt x="310763" y="750434"/>
                  </a:lnTo>
                  <a:lnTo>
                    <a:pt x="311835" y="752483"/>
                  </a:lnTo>
                  <a:lnTo>
                    <a:pt x="312906" y="754530"/>
                  </a:lnTo>
                  <a:lnTo>
                    <a:pt x="313978" y="756572"/>
                  </a:lnTo>
                  <a:lnTo>
                    <a:pt x="315050" y="758611"/>
                  </a:lnTo>
                  <a:lnTo>
                    <a:pt x="316121" y="760647"/>
                  </a:lnTo>
                  <a:lnTo>
                    <a:pt x="317193" y="762680"/>
                  </a:lnTo>
                  <a:lnTo>
                    <a:pt x="318264" y="764709"/>
                  </a:lnTo>
                  <a:lnTo>
                    <a:pt x="319336" y="766734"/>
                  </a:lnTo>
                  <a:lnTo>
                    <a:pt x="320408" y="768756"/>
                  </a:lnTo>
                  <a:lnTo>
                    <a:pt x="321479" y="770775"/>
                  </a:lnTo>
                  <a:lnTo>
                    <a:pt x="322551" y="772790"/>
                  </a:lnTo>
                  <a:lnTo>
                    <a:pt x="323622" y="774802"/>
                  </a:lnTo>
                  <a:lnTo>
                    <a:pt x="324694" y="776811"/>
                  </a:lnTo>
                  <a:lnTo>
                    <a:pt x="325766" y="778816"/>
                  </a:lnTo>
                  <a:lnTo>
                    <a:pt x="326837" y="780817"/>
                  </a:lnTo>
                  <a:lnTo>
                    <a:pt x="327909" y="782816"/>
                  </a:lnTo>
                  <a:lnTo>
                    <a:pt x="328980" y="784810"/>
                  </a:lnTo>
                  <a:lnTo>
                    <a:pt x="330052" y="786802"/>
                  </a:lnTo>
                  <a:lnTo>
                    <a:pt x="331124" y="788790"/>
                  </a:lnTo>
                  <a:lnTo>
                    <a:pt x="332195" y="790774"/>
                  </a:lnTo>
                  <a:lnTo>
                    <a:pt x="333267" y="792756"/>
                  </a:lnTo>
                  <a:lnTo>
                    <a:pt x="334338" y="794733"/>
                  </a:lnTo>
                  <a:lnTo>
                    <a:pt x="335410" y="796708"/>
                  </a:lnTo>
                  <a:lnTo>
                    <a:pt x="336482" y="798679"/>
                  </a:lnTo>
                  <a:lnTo>
                    <a:pt x="337553" y="800646"/>
                  </a:lnTo>
                  <a:lnTo>
                    <a:pt x="338625" y="802611"/>
                  </a:lnTo>
                  <a:lnTo>
                    <a:pt x="339696" y="804571"/>
                  </a:lnTo>
                  <a:lnTo>
                    <a:pt x="340768" y="806529"/>
                  </a:lnTo>
                  <a:lnTo>
                    <a:pt x="341840" y="808483"/>
                  </a:lnTo>
                  <a:lnTo>
                    <a:pt x="342911" y="810433"/>
                  </a:lnTo>
                  <a:lnTo>
                    <a:pt x="343983" y="812380"/>
                  </a:lnTo>
                  <a:lnTo>
                    <a:pt x="345054" y="814324"/>
                  </a:lnTo>
                  <a:lnTo>
                    <a:pt x="346126" y="816265"/>
                  </a:lnTo>
                  <a:lnTo>
                    <a:pt x="347198" y="818202"/>
                  </a:lnTo>
                  <a:lnTo>
                    <a:pt x="348269" y="820135"/>
                  </a:lnTo>
                  <a:lnTo>
                    <a:pt x="349341" y="822065"/>
                  </a:lnTo>
                  <a:lnTo>
                    <a:pt x="350412" y="823992"/>
                  </a:lnTo>
                  <a:lnTo>
                    <a:pt x="351484" y="825916"/>
                  </a:lnTo>
                  <a:lnTo>
                    <a:pt x="352556" y="827836"/>
                  </a:lnTo>
                  <a:lnTo>
                    <a:pt x="353627" y="829752"/>
                  </a:lnTo>
                  <a:lnTo>
                    <a:pt x="354699" y="831665"/>
                  </a:lnTo>
                  <a:lnTo>
                    <a:pt x="355770" y="833575"/>
                  </a:lnTo>
                  <a:lnTo>
                    <a:pt x="356842" y="835482"/>
                  </a:lnTo>
                  <a:lnTo>
                    <a:pt x="357913" y="837385"/>
                  </a:lnTo>
                  <a:lnTo>
                    <a:pt x="358985" y="839284"/>
                  </a:lnTo>
                  <a:lnTo>
                    <a:pt x="360057" y="841181"/>
                  </a:lnTo>
                  <a:lnTo>
                    <a:pt x="361128" y="843074"/>
                  </a:lnTo>
                  <a:lnTo>
                    <a:pt x="362200" y="844963"/>
                  </a:lnTo>
                  <a:lnTo>
                    <a:pt x="363271" y="846849"/>
                  </a:lnTo>
                  <a:lnTo>
                    <a:pt x="364343" y="848732"/>
                  </a:lnTo>
                  <a:lnTo>
                    <a:pt x="365415" y="850611"/>
                  </a:lnTo>
                  <a:lnTo>
                    <a:pt x="366486" y="852487"/>
                  </a:lnTo>
                  <a:lnTo>
                    <a:pt x="367558" y="854360"/>
                  </a:lnTo>
                  <a:lnTo>
                    <a:pt x="368629" y="856229"/>
                  </a:lnTo>
                  <a:lnTo>
                    <a:pt x="369701" y="858095"/>
                  </a:lnTo>
                  <a:lnTo>
                    <a:pt x="370773" y="859957"/>
                  </a:lnTo>
                  <a:lnTo>
                    <a:pt x="371844" y="861816"/>
                  </a:lnTo>
                  <a:lnTo>
                    <a:pt x="372916" y="863672"/>
                  </a:lnTo>
                  <a:lnTo>
                    <a:pt x="373987" y="865524"/>
                  </a:lnTo>
                  <a:lnTo>
                    <a:pt x="375059" y="867373"/>
                  </a:lnTo>
                  <a:lnTo>
                    <a:pt x="376131" y="869218"/>
                  </a:lnTo>
                  <a:lnTo>
                    <a:pt x="377202" y="871060"/>
                  </a:lnTo>
                  <a:lnTo>
                    <a:pt x="378274" y="872899"/>
                  </a:lnTo>
                  <a:lnTo>
                    <a:pt x="379345" y="874734"/>
                  </a:lnTo>
                  <a:lnTo>
                    <a:pt x="380417" y="876566"/>
                  </a:lnTo>
                  <a:lnTo>
                    <a:pt x="381489" y="878394"/>
                  </a:lnTo>
                  <a:lnTo>
                    <a:pt x="382560" y="880219"/>
                  </a:lnTo>
                  <a:lnTo>
                    <a:pt x="383632" y="882041"/>
                  </a:lnTo>
                  <a:lnTo>
                    <a:pt x="384703" y="883859"/>
                  </a:lnTo>
                  <a:lnTo>
                    <a:pt x="385775" y="885674"/>
                  </a:lnTo>
                  <a:lnTo>
                    <a:pt x="386847" y="887486"/>
                  </a:lnTo>
                  <a:lnTo>
                    <a:pt x="387918" y="889294"/>
                  </a:lnTo>
                  <a:lnTo>
                    <a:pt x="388990" y="891099"/>
                  </a:lnTo>
                  <a:lnTo>
                    <a:pt x="390061" y="892900"/>
                  </a:lnTo>
                  <a:lnTo>
                    <a:pt x="391133" y="894698"/>
                  </a:lnTo>
                  <a:lnTo>
                    <a:pt x="392205" y="896492"/>
                  </a:lnTo>
                  <a:lnTo>
                    <a:pt x="393276" y="898283"/>
                  </a:lnTo>
                  <a:lnTo>
                    <a:pt x="394348" y="900071"/>
                  </a:lnTo>
                  <a:lnTo>
                    <a:pt x="395419" y="901855"/>
                  </a:lnTo>
                  <a:lnTo>
                    <a:pt x="396491" y="903636"/>
                  </a:lnTo>
                  <a:lnTo>
                    <a:pt x="397563" y="905414"/>
                  </a:lnTo>
                  <a:lnTo>
                    <a:pt x="398634" y="907188"/>
                  </a:lnTo>
                  <a:lnTo>
                    <a:pt x="399706" y="908959"/>
                  </a:lnTo>
                  <a:lnTo>
                    <a:pt x="400777" y="910726"/>
                  </a:lnTo>
                  <a:lnTo>
                    <a:pt x="401849" y="912490"/>
                  </a:lnTo>
                  <a:lnTo>
                    <a:pt x="402921" y="914250"/>
                  </a:lnTo>
                  <a:lnTo>
                    <a:pt x="403992" y="916007"/>
                  </a:lnTo>
                  <a:lnTo>
                    <a:pt x="405064" y="917761"/>
                  </a:lnTo>
                  <a:lnTo>
                    <a:pt x="406135" y="919511"/>
                  </a:lnTo>
                  <a:lnTo>
                    <a:pt x="407207" y="921258"/>
                  </a:lnTo>
                  <a:lnTo>
                    <a:pt x="408279" y="923001"/>
                  </a:lnTo>
                  <a:lnTo>
                    <a:pt x="409350" y="924741"/>
                  </a:lnTo>
                  <a:lnTo>
                    <a:pt x="410422" y="926477"/>
                  </a:lnTo>
                  <a:lnTo>
                    <a:pt x="411493" y="928210"/>
                  </a:lnTo>
                  <a:lnTo>
                    <a:pt x="412565" y="929940"/>
                  </a:lnTo>
                  <a:lnTo>
                    <a:pt x="413637" y="931666"/>
                  </a:lnTo>
                  <a:lnTo>
                    <a:pt x="414708" y="933388"/>
                  </a:lnTo>
                  <a:lnTo>
                    <a:pt x="415780" y="935107"/>
                  </a:lnTo>
                  <a:lnTo>
                    <a:pt x="416851" y="936823"/>
                  </a:lnTo>
                  <a:lnTo>
                    <a:pt x="417923" y="938534"/>
                  </a:lnTo>
                  <a:lnTo>
                    <a:pt x="418995" y="940243"/>
                  </a:lnTo>
                  <a:lnTo>
                    <a:pt x="420066" y="941948"/>
                  </a:lnTo>
                  <a:lnTo>
                    <a:pt x="421138" y="943649"/>
                  </a:lnTo>
                  <a:lnTo>
                    <a:pt x="422209" y="945347"/>
                  </a:lnTo>
                  <a:lnTo>
                    <a:pt x="423281" y="947041"/>
                  </a:lnTo>
                  <a:lnTo>
                    <a:pt x="424353" y="948731"/>
                  </a:lnTo>
                  <a:lnTo>
                    <a:pt x="425424" y="950418"/>
                  </a:lnTo>
                  <a:lnTo>
                    <a:pt x="426496" y="952101"/>
                  </a:lnTo>
                  <a:lnTo>
                    <a:pt x="427567" y="953781"/>
                  </a:lnTo>
                  <a:lnTo>
                    <a:pt x="428639" y="955457"/>
                  </a:lnTo>
                  <a:lnTo>
                    <a:pt x="429711" y="957129"/>
                  </a:lnTo>
                  <a:lnTo>
                    <a:pt x="430782" y="958798"/>
                  </a:lnTo>
                  <a:lnTo>
                    <a:pt x="431854" y="960463"/>
                  </a:lnTo>
                  <a:lnTo>
                    <a:pt x="432925" y="962124"/>
                  </a:lnTo>
                  <a:lnTo>
                    <a:pt x="433997" y="963782"/>
                  </a:lnTo>
                  <a:lnTo>
                    <a:pt x="435069" y="965436"/>
                  </a:lnTo>
                  <a:lnTo>
                    <a:pt x="436140" y="967086"/>
                  </a:lnTo>
                  <a:lnTo>
                    <a:pt x="437212" y="968733"/>
                  </a:lnTo>
                  <a:lnTo>
                    <a:pt x="438283" y="970376"/>
                  </a:lnTo>
                  <a:lnTo>
                    <a:pt x="439355" y="972015"/>
                  </a:lnTo>
                  <a:lnTo>
                    <a:pt x="440427" y="973650"/>
                  </a:lnTo>
                  <a:lnTo>
                    <a:pt x="441498" y="975282"/>
                  </a:lnTo>
                  <a:lnTo>
                    <a:pt x="442570" y="976910"/>
                  </a:lnTo>
                  <a:lnTo>
                    <a:pt x="443641" y="978534"/>
                  </a:lnTo>
                  <a:lnTo>
                    <a:pt x="444713" y="980154"/>
                  </a:lnTo>
                  <a:lnTo>
                    <a:pt x="445785" y="981771"/>
                  </a:lnTo>
                  <a:lnTo>
                    <a:pt x="446856" y="983384"/>
                  </a:lnTo>
                  <a:lnTo>
                    <a:pt x="447928" y="984993"/>
                  </a:lnTo>
                  <a:lnTo>
                    <a:pt x="448999" y="986598"/>
                  </a:lnTo>
                  <a:lnTo>
                    <a:pt x="450071" y="988199"/>
                  </a:lnTo>
                  <a:lnTo>
                    <a:pt x="451143" y="989797"/>
                  </a:lnTo>
                  <a:lnTo>
                    <a:pt x="452214" y="991390"/>
                  </a:lnTo>
                  <a:lnTo>
                    <a:pt x="453286" y="992980"/>
                  </a:lnTo>
                  <a:lnTo>
                    <a:pt x="454357" y="994566"/>
                  </a:lnTo>
                  <a:lnTo>
                    <a:pt x="455429" y="996148"/>
                  </a:lnTo>
                  <a:lnTo>
                    <a:pt x="456501" y="997726"/>
                  </a:lnTo>
                  <a:lnTo>
                    <a:pt x="457572" y="999300"/>
                  </a:lnTo>
                  <a:lnTo>
                    <a:pt x="458644" y="1000871"/>
                  </a:lnTo>
                  <a:lnTo>
                    <a:pt x="459715" y="1002437"/>
                  </a:lnTo>
                  <a:lnTo>
                    <a:pt x="460787" y="1004000"/>
                  </a:lnTo>
                  <a:lnTo>
                    <a:pt x="461859" y="1005558"/>
                  </a:lnTo>
                  <a:lnTo>
                    <a:pt x="462930" y="1007113"/>
                  </a:lnTo>
                  <a:lnTo>
                    <a:pt x="464002" y="1008664"/>
                  </a:lnTo>
                  <a:lnTo>
                    <a:pt x="465073" y="1010211"/>
                  </a:lnTo>
                  <a:lnTo>
                    <a:pt x="466145" y="1011753"/>
                  </a:lnTo>
                  <a:lnTo>
                    <a:pt x="467217" y="1013292"/>
                  </a:lnTo>
                  <a:lnTo>
                    <a:pt x="468288" y="1014827"/>
                  </a:lnTo>
                  <a:lnTo>
                    <a:pt x="469360" y="1016358"/>
                  </a:lnTo>
                  <a:lnTo>
                    <a:pt x="470431" y="1017885"/>
                  </a:lnTo>
                  <a:lnTo>
                    <a:pt x="471503" y="1019408"/>
                  </a:lnTo>
                  <a:lnTo>
                    <a:pt x="472575" y="1020926"/>
                  </a:lnTo>
                  <a:lnTo>
                    <a:pt x="473646" y="1022441"/>
                  </a:lnTo>
                  <a:lnTo>
                    <a:pt x="474718" y="1023952"/>
                  </a:lnTo>
                  <a:lnTo>
                    <a:pt x="475789" y="1025459"/>
                  </a:lnTo>
                  <a:lnTo>
                    <a:pt x="476861" y="1026961"/>
                  </a:lnTo>
                  <a:lnTo>
                    <a:pt x="477933" y="1028460"/>
                  </a:lnTo>
                  <a:lnTo>
                    <a:pt x="479004" y="1029954"/>
                  </a:lnTo>
                  <a:lnTo>
                    <a:pt x="480076" y="1031445"/>
                  </a:lnTo>
                  <a:lnTo>
                    <a:pt x="481147" y="1032931"/>
                  </a:lnTo>
                  <a:lnTo>
                    <a:pt x="482219" y="1034413"/>
                  </a:lnTo>
                  <a:lnTo>
                    <a:pt x="483291" y="1035891"/>
                  </a:lnTo>
                  <a:lnTo>
                    <a:pt x="484362" y="1037365"/>
                  </a:lnTo>
                  <a:lnTo>
                    <a:pt x="485434" y="1038835"/>
                  </a:lnTo>
                  <a:lnTo>
                    <a:pt x="486505" y="1040301"/>
                  </a:lnTo>
                  <a:lnTo>
                    <a:pt x="487577" y="1041762"/>
                  </a:lnTo>
                  <a:lnTo>
                    <a:pt x="488649" y="1043219"/>
                  </a:lnTo>
                  <a:lnTo>
                    <a:pt x="489720" y="1044673"/>
                  </a:lnTo>
                  <a:lnTo>
                    <a:pt x="490792" y="1046122"/>
                  </a:lnTo>
                  <a:lnTo>
                    <a:pt x="491863" y="1047567"/>
                  </a:lnTo>
                  <a:lnTo>
                    <a:pt x="492935" y="1049007"/>
                  </a:lnTo>
                  <a:lnTo>
                    <a:pt x="494007" y="1050444"/>
                  </a:lnTo>
                  <a:lnTo>
                    <a:pt x="495078" y="1051876"/>
                  </a:lnTo>
                  <a:lnTo>
                    <a:pt x="496150" y="1053304"/>
                  </a:lnTo>
                  <a:lnTo>
                    <a:pt x="497221" y="1054728"/>
                  </a:lnTo>
                  <a:lnTo>
                    <a:pt x="498293" y="1056147"/>
                  </a:lnTo>
                  <a:lnTo>
                    <a:pt x="499365" y="1057562"/>
                  </a:lnTo>
                  <a:lnTo>
                    <a:pt x="500436" y="1058973"/>
                  </a:lnTo>
                  <a:lnTo>
                    <a:pt x="501508" y="1060380"/>
                  </a:lnTo>
                  <a:lnTo>
                    <a:pt x="502579" y="1061782"/>
                  </a:lnTo>
                  <a:lnTo>
                    <a:pt x="503651" y="1063181"/>
                  </a:lnTo>
                  <a:lnTo>
                    <a:pt x="504723" y="1064575"/>
                  </a:lnTo>
                  <a:lnTo>
                    <a:pt x="505794" y="1065964"/>
                  </a:lnTo>
                  <a:lnTo>
                    <a:pt x="506866" y="1067349"/>
                  </a:lnTo>
                  <a:lnTo>
                    <a:pt x="507937" y="1068730"/>
                  </a:lnTo>
                  <a:lnTo>
                    <a:pt x="509009" y="1070107"/>
                  </a:lnTo>
                  <a:lnTo>
                    <a:pt x="510081" y="1071479"/>
                  </a:lnTo>
                  <a:lnTo>
                    <a:pt x="511152" y="1072847"/>
                  </a:lnTo>
                  <a:lnTo>
                    <a:pt x="512224" y="1074210"/>
                  </a:lnTo>
                  <a:lnTo>
                    <a:pt x="513295" y="1075570"/>
                  </a:lnTo>
                  <a:lnTo>
                    <a:pt x="514367" y="1076924"/>
                  </a:lnTo>
                  <a:lnTo>
                    <a:pt x="515439" y="1078275"/>
                  </a:lnTo>
                  <a:lnTo>
                    <a:pt x="516510" y="1079621"/>
                  </a:lnTo>
                  <a:lnTo>
                    <a:pt x="517582" y="1080962"/>
                  </a:lnTo>
                  <a:lnTo>
                    <a:pt x="518653" y="1082299"/>
                  </a:lnTo>
                  <a:lnTo>
                    <a:pt x="519725" y="1083632"/>
                  </a:lnTo>
                  <a:lnTo>
                    <a:pt x="520797" y="1084960"/>
                  </a:lnTo>
                  <a:lnTo>
                    <a:pt x="521868" y="1086284"/>
                  </a:lnTo>
                  <a:lnTo>
                    <a:pt x="522940" y="1087604"/>
                  </a:lnTo>
                  <a:lnTo>
                    <a:pt x="524011" y="1088919"/>
                  </a:lnTo>
                  <a:lnTo>
                    <a:pt x="525083" y="1090229"/>
                  </a:lnTo>
                  <a:lnTo>
                    <a:pt x="526155" y="1091535"/>
                  </a:lnTo>
                  <a:lnTo>
                    <a:pt x="527226" y="1092836"/>
                  </a:lnTo>
                  <a:lnTo>
                    <a:pt x="528298" y="1094133"/>
                  </a:lnTo>
                  <a:lnTo>
                    <a:pt x="529369" y="1095426"/>
                  </a:lnTo>
                  <a:lnTo>
                    <a:pt x="530441" y="1096714"/>
                  </a:lnTo>
                  <a:lnTo>
                    <a:pt x="531513" y="1097997"/>
                  </a:lnTo>
                  <a:lnTo>
                    <a:pt x="532584" y="1099276"/>
                  </a:lnTo>
                  <a:lnTo>
                    <a:pt x="533656" y="1100550"/>
                  </a:lnTo>
                  <a:lnTo>
                    <a:pt x="534727" y="1101820"/>
                  </a:lnTo>
                  <a:lnTo>
                    <a:pt x="535799" y="1103085"/>
                  </a:lnTo>
                  <a:lnTo>
                    <a:pt x="536870" y="1104346"/>
                  </a:lnTo>
                  <a:lnTo>
                    <a:pt x="537942" y="1105602"/>
                  </a:lnTo>
                  <a:lnTo>
                    <a:pt x="539014" y="1106853"/>
                  </a:lnTo>
                  <a:lnTo>
                    <a:pt x="540085" y="1108100"/>
                  </a:lnTo>
                  <a:lnTo>
                    <a:pt x="541157" y="1109342"/>
                  </a:lnTo>
                  <a:lnTo>
                    <a:pt x="542228" y="1110580"/>
                  </a:lnTo>
                  <a:lnTo>
                    <a:pt x="543300" y="1111813"/>
                  </a:lnTo>
                  <a:lnTo>
                    <a:pt x="544372" y="1113041"/>
                  </a:lnTo>
                  <a:lnTo>
                    <a:pt x="545443" y="1114265"/>
                  </a:lnTo>
                  <a:lnTo>
                    <a:pt x="546515" y="1115484"/>
                  </a:lnTo>
                  <a:lnTo>
                    <a:pt x="547586" y="1116698"/>
                  </a:lnTo>
                  <a:lnTo>
                    <a:pt x="548658" y="1117907"/>
                  </a:lnTo>
                  <a:lnTo>
                    <a:pt x="549730" y="1119112"/>
                  </a:lnTo>
                  <a:lnTo>
                    <a:pt x="550801" y="1120313"/>
                  </a:lnTo>
                  <a:lnTo>
                    <a:pt x="551873" y="1121508"/>
                  </a:lnTo>
                  <a:lnTo>
                    <a:pt x="552944" y="1122699"/>
                  </a:lnTo>
                  <a:lnTo>
                    <a:pt x="554016" y="1123885"/>
                  </a:lnTo>
                  <a:lnTo>
                    <a:pt x="555088" y="1125066"/>
                  </a:lnTo>
                  <a:lnTo>
                    <a:pt x="556159" y="1126243"/>
                  </a:lnTo>
                  <a:lnTo>
                    <a:pt x="557231" y="1127414"/>
                  </a:lnTo>
                  <a:lnTo>
                    <a:pt x="558302" y="1128581"/>
                  </a:lnTo>
                  <a:lnTo>
                    <a:pt x="559374" y="1129744"/>
                  </a:lnTo>
                  <a:lnTo>
                    <a:pt x="560446" y="1130901"/>
                  </a:lnTo>
                  <a:lnTo>
                    <a:pt x="561517" y="1132054"/>
                  </a:lnTo>
                  <a:lnTo>
                    <a:pt x="562589" y="1133202"/>
                  </a:lnTo>
                  <a:lnTo>
                    <a:pt x="563660" y="1134345"/>
                  </a:lnTo>
                  <a:lnTo>
                    <a:pt x="564732" y="1135483"/>
                  </a:lnTo>
                  <a:lnTo>
                    <a:pt x="565804" y="1136616"/>
                  </a:lnTo>
                  <a:lnTo>
                    <a:pt x="566875" y="1137744"/>
                  </a:lnTo>
                  <a:lnTo>
                    <a:pt x="567947" y="1138868"/>
                  </a:lnTo>
                  <a:lnTo>
                    <a:pt x="569018" y="1139987"/>
                  </a:lnTo>
                  <a:lnTo>
                    <a:pt x="570090" y="1141101"/>
                  </a:lnTo>
                  <a:lnTo>
                    <a:pt x="571162" y="1142210"/>
                  </a:lnTo>
                  <a:lnTo>
                    <a:pt x="572233" y="1143314"/>
                  </a:lnTo>
                  <a:lnTo>
                    <a:pt x="573305" y="1144413"/>
                  </a:lnTo>
                  <a:lnTo>
                    <a:pt x="574376" y="1145507"/>
                  </a:lnTo>
                  <a:lnTo>
                    <a:pt x="575448" y="1146596"/>
                  </a:lnTo>
                  <a:lnTo>
                    <a:pt x="576520" y="1147681"/>
                  </a:lnTo>
                  <a:lnTo>
                    <a:pt x="577591" y="1148760"/>
                  </a:lnTo>
                  <a:lnTo>
                    <a:pt x="578663" y="1149834"/>
                  </a:lnTo>
                  <a:lnTo>
                    <a:pt x="579734" y="1150904"/>
                  </a:lnTo>
                  <a:lnTo>
                    <a:pt x="580806" y="1151968"/>
                  </a:lnTo>
                  <a:lnTo>
                    <a:pt x="581878" y="1153028"/>
                  </a:lnTo>
                  <a:lnTo>
                    <a:pt x="582949" y="1154082"/>
                  </a:lnTo>
                  <a:lnTo>
                    <a:pt x="584021" y="1155131"/>
                  </a:lnTo>
                  <a:lnTo>
                    <a:pt x="585092" y="1156176"/>
                  </a:lnTo>
                  <a:lnTo>
                    <a:pt x="586164" y="1157215"/>
                  </a:lnTo>
                  <a:lnTo>
                    <a:pt x="587236" y="1158250"/>
                  </a:lnTo>
                  <a:lnTo>
                    <a:pt x="588307" y="1159279"/>
                  </a:lnTo>
                  <a:lnTo>
                    <a:pt x="589379" y="1160303"/>
                  </a:lnTo>
                  <a:lnTo>
                    <a:pt x="590450" y="1161322"/>
                  </a:lnTo>
                  <a:lnTo>
                    <a:pt x="591522" y="1162336"/>
                  </a:lnTo>
                  <a:lnTo>
                    <a:pt x="592594" y="1163345"/>
                  </a:lnTo>
                  <a:lnTo>
                    <a:pt x="593665" y="1164349"/>
                  </a:lnTo>
                  <a:lnTo>
                    <a:pt x="594737" y="1165347"/>
                  </a:lnTo>
                  <a:lnTo>
                    <a:pt x="595808" y="1166341"/>
                  </a:lnTo>
                  <a:lnTo>
                    <a:pt x="596880" y="1167329"/>
                  </a:lnTo>
                  <a:lnTo>
                    <a:pt x="597952" y="1168312"/>
                  </a:lnTo>
                  <a:lnTo>
                    <a:pt x="599023" y="1169290"/>
                  </a:lnTo>
                  <a:lnTo>
                    <a:pt x="600095" y="1170263"/>
                  </a:lnTo>
                  <a:lnTo>
                    <a:pt x="601166" y="1171231"/>
                  </a:lnTo>
                  <a:lnTo>
                    <a:pt x="602238" y="1172193"/>
                  </a:lnTo>
                  <a:lnTo>
                    <a:pt x="603310" y="1173151"/>
                  </a:lnTo>
                  <a:lnTo>
                    <a:pt x="604381" y="1174103"/>
                  </a:lnTo>
                  <a:lnTo>
                    <a:pt x="605453" y="1175049"/>
                  </a:lnTo>
                  <a:lnTo>
                    <a:pt x="606524" y="1175991"/>
                  </a:lnTo>
                  <a:lnTo>
                    <a:pt x="607596" y="1176927"/>
                  </a:lnTo>
                  <a:lnTo>
                    <a:pt x="608668" y="1177858"/>
                  </a:lnTo>
                  <a:lnTo>
                    <a:pt x="609739" y="1178784"/>
                  </a:lnTo>
                  <a:lnTo>
                    <a:pt x="610811" y="1179705"/>
                  </a:lnTo>
                  <a:lnTo>
                    <a:pt x="611882" y="1180620"/>
                  </a:lnTo>
                  <a:lnTo>
                    <a:pt x="612954" y="1181530"/>
                  </a:lnTo>
                  <a:lnTo>
                    <a:pt x="614026" y="1182434"/>
                  </a:lnTo>
                  <a:lnTo>
                    <a:pt x="615097" y="1183333"/>
                  </a:lnTo>
                  <a:lnTo>
                    <a:pt x="616169" y="1184227"/>
                  </a:lnTo>
                  <a:lnTo>
                    <a:pt x="617240" y="1185116"/>
                  </a:lnTo>
                  <a:lnTo>
                    <a:pt x="618312" y="1185999"/>
                  </a:lnTo>
                  <a:lnTo>
                    <a:pt x="619384" y="1186876"/>
                  </a:lnTo>
                  <a:lnTo>
                    <a:pt x="620455" y="1187749"/>
                  </a:lnTo>
                  <a:lnTo>
                    <a:pt x="621527" y="1188616"/>
                  </a:lnTo>
                  <a:lnTo>
                    <a:pt x="622598" y="1189477"/>
                  </a:lnTo>
                  <a:lnTo>
                    <a:pt x="623670" y="1190333"/>
                  </a:lnTo>
                  <a:lnTo>
                    <a:pt x="624742" y="1191184"/>
                  </a:lnTo>
                  <a:lnTo>
                    <a:pt x="625813" y="1192029"/>
                  </a:lnTo>
                  <a:lnTo>
                    <a:pt x="626885" y="1192869"/>
                  </a:lnTo>
                  <a:lnTo>
                    <a:pt x="627956" y="1193703"/>
                  </a:lnTo>
                  <a:lnTo>
                    <a:pt x="629028" y="1194532"/>
                  </a:lnTo>
                  <a:lnTo>
                    <a:pt x="630100" y="1195355"/>
                  </a:lnTo>
                  <a:lnTo>
                    <a:pt x="631171" y="1196173"/>
                  </a:lnTo>
                  <a:lnTo>
                    <a:pt x="632243" y="1196985"/>
                  </a:lnTo>
                  <a:lnTo>
                    <a:pt x="633314" y="1197792"/>
                  </a:lnTo>
                  <a:lnTo>
                    <a:pt x="634386" y="1198593"/>
                  </a:lnTo>
                  <a:lnTo>
                    <a:pt x="635458" y="1199388"/>
                  </a:lnTo>
                  <a:lnTo>
                    <a:pt x="636529" y="1200178"/>
                  </a:lnTo>
                  <a:lnTo>
                    <a:pt x="637601" y="1200963"/>
                  </a:lnTo>
                  <a:lnTo>
                    <a:pt x="638672" y="1201742"/>
                  </a:lnTo>
                  <a:lnTo>
                    <a:pt x="639744" y="1202515"/>
                  </a:lnTo>
                  <a:lnTo>
                    <a:pt x="640816" y="1203282"/>
                  </a:lnTo>
                  <a:lnTo>
                    <a:pt x="641887" y="1204044"/>
                  </a:lnTo>
                  <a:lnTo>
                    <a:pt x="642959" y="1204801"/>
                  </a:lnTo>
                  <a:lnTo>
                    <a:pt x="644030" y="1205552"/>
                  </a:lnTo>
                  <a:lnTo>
                    <a:pt x="645102" y="1206297"/>
                  </a:lnTo>
                  <a:lnTo>
                    <a:pt x="646174" y="1207036"/>
                  </a:lnTo>
                  <a:lnTo>
                    <a:pt x="647245" y="1207770"/>
                  </a:lnTo>
                  <a:lnTo>
                    <a:pt x="648317" y="1208498"/>
                  </a:lnTo>
                  <a:lnTo>
                    <a:pt x="649388" y="1209220"/>
                  </a:lnTo>
                  <a:lnTo>
                    <a:pt x="650460" y="1209936"/>
                  </a:lnTo>
                  <a:lnTo>
                    <a:pt x="651532" y="1210647"/>
                  </a:lnTo>
                  <a:lnTo>
                    <a:pt x="652603" y="1211352"/>
                  </a:lnTo>
                  <a:lnTo>
                    <a:pt x="653675" y="1212051"/>
                  </a:lnTo>
                  <a:lnTo>
                    <a:pt x="654746" y="1212745"/>
                  </a:lnTo>
                  <a:lnTo>
                    <a:pt x="655818" y="1213433"/>
                  </a:lnTo>
                  <a:lnTo>
                    <a:pt x="656890" y="1214115"/>
                  </a:lnTo>
                  <a:lnTo>
                    <a:pt x="657961" y="1214791"/>
                  </a:lnTo>
                  <a:lnTo>
                    <a:pt x="659033" y="1215461"/>
                  </a:lnTo>
                  <a:lnTo>
                    <a:pt x="660104" y="1216125"/>
                  </a:lnTo>
                  <a:lnTo>
                    <a:pt x="661176" y="1216784"/>
                  </a:lnTo>
                  <a:lnTo>
                    <a:pt x="662248" y="1217437"/>
                  </a:lnTo>
                  <a:lnTo>
                    <a:pt x="663319" y="1218083"/>
                  </a:lnTo>
                  <a:lnTo>
                    <a:pt x="664391" y="1218724"/>
                  </a:lnTo>
                  <a:lnTo>
                    <a:pt x="665462" y="1219360"/>
                  </a:lnTo>
                  <a:lnTo>
                    <a:pt x="666534" y="1219989"/>
                  </a:lnTo>
                  <a:lnTo>
                    <a:pt x="667606" y="1220612"/>
                  </a:lnTo>
                  <a:lnTo>
                    <a:pt x="668677" y="1221229"/>
                  </a:lnTo>
                  <a:lnTo>
                    <a:pt x="669749" y="1221841"/>
                  </a:lnTo>
                  <a:lnTo>
                    <a:pt x="670820" y="1222446"/>
                  </a:lnTo>
                  <a:lnTo>
                    <a:pt x="671892" y="1223045"/>
                  </a:lnTo>
                  <a:lnTo>
                    <a:pt x="672964" y="1223639"/>
                  </a:lnTo>
                  <a:lnTo>
                    <a:pt x="674035" y="1224226"/>
                  </a:lnTo>
                  <a:lnTo>
                    <a:pt x="675107" y="1224808"/>
                  </a:lnTo>
                  <a:lnTo>
                    <a:pt x="676178" y="1225383"/>
                  </a:lnTo>
                  <a:lnTo>
                    <a:pt x="677250" y="1225952"/>
                  </a:lnTo>
                  <a:lnTo>
                    <a:pt x="678322" y="1226516"/>
                  </a:lnTo>
                  <a:lnTo>
                    <a:pt x="679393" y="1227073"/>
                  </a:lnTo>
                  <a:lnTo>
                    <a:pt x="680465" y="1227624"/>
                  </a:lnTo>
                  <a:lnTo>
                    <a:pt x="681536" y="1228169"/>
                  </a:lnTo>
                  <a:lnTo>
                    <a:pt x="682608" y="1228708"/>
                  </a:lnTo>
                  <a:lnTo>
                    <a:pt x="683680" y="1229241"/>
                  </a:lnTo>
                  <a:lnTo>
                    <a:pt x="684751" y="1229768"/>
                  </a:lnTo>
                  <a:lnTo>
                    <a:pt x="685823" y="1230289"/>
                  </a:lnTo>
                  <a:lnTo>
                    <a:pt x="686894" y="1230803"/>
                  </a:lnTo>
                  <a:lnTo>
                    <a:pt x="687966" y="1231312"/>
                  </a:lnTo>
                  <a:lnTo>
                    <a:pt x="689038" y="1231814"/>
                  </a:lnTo>
                  <a:lnTo>
                    <a:pt x="690109" y="1232310"/>
                  </a:lnTo>
                  <a:lnTo>
                    <a:pt x="691181" y="1232800"/>
                  </a:lnTo>
                  <a:lnTo>
                    <a:pt x="692252" y="1233283"/>
                  </a:lnTo>
                  <a:lnTo>
                    <a:pt x="693324" y="1233761"/>
                  </a:lnTo>
                  <a:lnTo>
                    <a:pt x="694396" y="1234232"/>
                  </a:lnTo>
                  <a:lnTo>
                    <a:pt x="695467" y="1234697"/>
                  </a:lnTo>
                  <a:lnTo>
                    <a:pt x="696539" y="1235155"/>
                  </a:lnTo>
                  <a:lnTo>
                    <a:pt x="697610" y="1235608"/>
                  </a:lnTo>
                  <a:lnTo>
                    <a:pt x="698682" y="1236054"/>
                  </a:lnTo>
                  <a:lnTo>
                    <a:pt x="699754" y="1236494"/>
                  </a:lnTo>
                  <a:lnTo>
                    <a:pt x="700825" y="1236927"/>
                  </a:lnTo>
                  <a:lnTo>
                    <a:pt x="701897" y="1237355"/>
                  </a:lnTo>
                  <a:lnTo>
                    <a:pt x="702968" y="1237776"/>
                  </a:lnTo>
                  <a:lnTo>
                    <a:pt x="704040" y="1238190"/>
                  </a:lnTo>
                  <a:lnTo>
                    <a:pt x="705112" y="1238598"/>
                  </a:lnTo>
                  <a:lnTo>
                    <a:pt x="706183" y="1239000"/>
                  </a:lnTo>
                  <a:lnTo>
                    <a:pt x="707255" y="1239396"/>
                  </a:lnTo>
                  <a:lnTo>
                    <a:pt x="708326" y="1239785"/>
                  </a:lnTo>
                  <a:lnTo>
                    <a:pt x="709398" y="1240168"/>
                  </a:lnTo>
                  <a:lnTo>
                    <a:pt x="710469" y="1240544"/>
                  </a:lnTo>
                  <a:lnTo>
                    <a:pt x="711541" y="1240914"/>
                  </a:lnTo>
                  <a:lnTo>
                    <a:pt x="712613" y="1241277"/>
                  </a:lnTo>
                  <a:lnTo>
                    <a:pt x="713684" y="1241634"/>
                  </a:lnTo>
                  <a:lnTo>
                    <a:pt x="714756" y="1241985"/>
                  </a:lnTo>
                  <a:lnTo>
                    <a:pt x="715827" y="1242329"/>
                  </a:lnTo>
                  <a:lnTo>
                    <a:pt x="716899" y="1242667"/>
                  </a:lnTo>
                  <a:lnTo>
                    <a:pt x="717971" y="1242998"/>
                  </a:lnTo>
                  <a:lnTo>
                    <a:pt x="719042" y="1243323"/>
                  </a:lnTo>
                  <a:lnTo>
                    <a:pt x="720114" y="1243641"/>
                  </a:lnTo>
                  <a:lnTo>
                    <a:pt x="721185" y="1243953"/>
                  </a:lnTo>
                  <a:lnTo>
                    <a:pt x="722257" y="1244258"/>
                  </a:lnTo>
                  <a:lnTo>
                    <a:pt x="723329" y="1244556"/>
                  </a:lnTo>
                  <a:lnTo>
                    <a:pt x="724400" y="1244849"/>
                  </a:lnTo>
                  <a:lnTo>
                    <a:pt x="725472" y="1245134"/>
                  </a:lnTo>
                  <a:lnTo>
                    <a:pt x="726543" y="1245413"/>
                  </a:lnTo>
                  <a:lnTo>
                    <a:pt x="727615" y="1245685"/>
                  </a:lnTo>
                  <a:lnTo>
                    <a:pt x="728687" y="1245951"/>
                  </a:lnTo>
                  <a:lnTo>
                    <a:pt x="729758" y="1246210"/>
                  </a:lnTo>
                  <a:lnTo>
                    <a:pt x="730830" y="1246463"/>
                  </a:lnTo>
                  <a:lnTo>
                    <a:pt x="731901" y="1246709"/>
                  </a:lnTo>
                  <a:lnTo>
                    <a:pt x="732973" y="1246948"/>
                  </a:lnTo>
                  <a:lnTo>
                    <a:pt x="734045" y="1247181"/>
                  </a:lnTo>
                  <a:lnTo>
                    <a:pt x="735116" y="1247407"/>
                  </a:lnTo>
                  <a:lnTo>
                    <a:pt x="736188" y="1247627"/>
                  </a:lnTo>
                  <a:lnTo>
                    <a:pt x="737259" y="1247839"/>
                  </a:lnTo>
                  <a:lnTo>
                    <a:pt x="738331" y="1248046"/>
                  </a:lnTo>
                  <a:lnTo>
                    <a:pt x="739403" y="1248245"/>
                  </a:lnTo>
                  <a:lnTo>
                    <a:pt x="740474" y="1248438"/>
                  </a:lnTo>
                  <a:lnTo>
                    <a:pt x="741546" y="1248624"/>
                  </a:lnTo>
                  <a:lnTo>
                    <a:pt x="742617" y="1248803"/>
                  </a:lnTo>
                  <a:lnTo>
                    <a:pt x="743689" y="1248976"/>
                  </a:lnTo>
                  <a:lnTo>
                    <a:pt x="744761" y="1249142"/>
                  </a:lnTo>
                  <a:lnTo>
                    <a:pt x="745832" y="1249301"/>
                  </a:lnTo>
                  <a:lnTo>
                    <a:pt x="746904" y="1249453"/>
                  </a:lnTo>
                  <a:lnTo>
                    <a:pt x="747975" y="1249599"/>
                  </a:lnTo>
                  <a:lnTo>
                    <a:pt x="749047" y="1249738"/>
                  </a:lnTo>
                  <a:lnTo>
                    <a:pt x="750119" y="1249870"/>
                  </a:lnTo>
                  <a:lnTo>
                    <a:pt x="751190" y="1249996"/>
                  </a:lnTo>
                  <a:lnTo>
                    <a:pt x="752262" y="1250114"/>
                  </a:lnTo>
                  <a:lnTo>
                    <a:pt x="753333" y="1250226"/>
                  </a:lnTo>
                  <a:lnTo>
                    <a:pt x="754405" y="1250331"/>
                  </a:lnTo>
                  <a:lnTo>
                    <a:pt x="755477" y="1250430"/>
                  </a:lnTo>
                  <a:lnTo>
                    <a:pt x="756548" y="1250521"/>
                  </a:lnTo>
                  <a:lnTo>
                    <a:pt x="757620" y="1250606"/>
                  </a:lnTo>
                  <a:lnTo>
                    <a:pt x="758691" y="1250684"/>
                  </a:lnTo>
                  <a:lnTo>
                    <a:pt x="759763" y="1250755"/>
                  </a:lnTo>
                  <a:lnTo>
                    <a:pt x="760835" y="1250819"/>
                  </a:lnTo>
                  <a:lnTo>
                    <a:pt x="761906" y="1250877"/>
                  </a:lnTo>
                  <a:lnTo>
                    <a:pt x="762978" y="1250927"/>
                  </a:lnTo>
                  <a:lnTo>
                    <a:pt x="764049" y="1250971"/>
                  </a:lnTo>
                  <a:lnTo>
                    <a:pt x="765121" y="1251008"/>
                  </a:lnTo>
                  <a:lnTo>
                    <a:pt x="766193" y="1251038"/>
                  </a:lnTo>
                  <a:lnTo>
                    <a:pt x="767264" y="1251061"/>
                  </a:lnTo>
                  <a:lnTo>
                    <a:pt x="768336" y="1251077"/>
                  </a:lnTo>
                  <a:lnTo>
                    <a:pt x="769407" y="1251087"/>
                  </a:lnTo>
                  <a:lnTo>
                    <a:pt x="770479" y="1251090"/>
                  </a:lnTo>
                  <a:lnTo>
                    <a:pt x="771551" y="1251085"/>
                  </a:lnTo>
                  <a:lnTo>
                    <a:pt x="772622" y="1251074"/>
                  </a:lnTo>
                  <a:lnTo>
                    <a:pt x="773694" y="1251056"/>
                  </a:lnTo>
                  <a:lnTo>
                    <a:pt x="774765" y="1251031"/>
                  </a:lnTo>
                  <a:lnTo>
                    <a:pt x="775837" y="1251000"/>
                  </a:lnTo>
                  <a:lnTo>
                    <a:pt x="776909" y="1250961"/>
                  </a:lnTo>
                  <a:lnTo>
                    <a:pt x="777980" y="1250916"/>
                  </a:lnTo>
                  <a:lnTo>
                    <a:pt x="779052" y="1250863"/>
                  </a:lnTo>
                  <a:lnTo>
                    <a:pt x="780123" y="1250804"/>
                  </a:lnTo>
                  <a:lnTo>
                    <a:pt x="781195" y="1250738"/>
                  </a:lnTo>
                  <a:lnTo>
                    <a:pt x="782267" y="1250665"/>
                  </a:lnTo>
                  <a:lnTo>
                    <a:pt x="783338" y="1250585"/>
                  </a:lnTo>
                  <a:lnTo>
                    <a:pt x="784410" y="1250498"/>
                  </a:lnTo>
                  <a:lnTo>
                    <a:pt x="785481" y="1250404"/>
                  </a:lnTo>
                  <a:lnTo>
                    <a:pt x="786553" y="1250304"/>
                  </a:lnTo>
                  <a:lnTo>
                    <a:pt x="787625" y="1250196"/>
                  </a:lnTo>
                  <a:lnTo>
                    <a:pt x="788696" y="1250082"/>
                  </a:lnTo>
                  <a:lnTo>
                    <a:pt x="789768" y="1249961"/>
                  </a:lnTo>
                  <a:lnTo>
                    <a:pt x="790839" y="1249832"/>
                  </a:lnTo>
                  <a:lnTo>
                    <a:pt x="791911" y="1249697"/>
                  </a:lnTo>
                  <a:lnTo>
                    <a:pt x="792983" y="1249555"/>
                  </a:lnTo>
                  <a:lnTo>
                    <a:pt x="794054" y="1249407"/>
                  </a:lnTo>
                  <a:lnTo>
                    <a:pt x="795126" y="1249251"/>
                  </a:lnTo>
                  <a:lnTo>
                    <a:pt x="796197" y="1249088"/>
                  </a:lnTo>
                  <a:lnTo>
                    <a:pt x="797269" y="1248919"/>
                  </a:lnTo>
                  <a:lnTo>
                    <a:pt x="798341" y="1248742"/>
                  </a:lnTo>
                  <a:lnTo>
                    <a:pt x="799412" y="1248559"/>
                  </a:lnTo>
                  <a:lnTo>
                    <a:pt x="800484" y="1248369"/>
                  </a:lnTo>
                  <a:lnTo>
                    <a:pt x="801555" y="1248172"/>
                  </a:lnTo>
                  <a:lnTo>
                    <a:pt x="802627" y="1247968"/>
                  </a:lnTo>
                  <a:lnTo>
                    <a:pt x="803699" y="1247758"/>
                  </a:lnTo>
                  <a:lnTo>
                    <a:pt x="804770" y="1247540"/>
                  </a:lnTo>
                  <a:lnTo>
                    <a:pt x="805842" y="1247316"/>
                  </a:lnTo>
                  <a:lnTo>
                    <a:pt x="806913" y="1247085"/>
                  </a:lnTo>
                  <a:lnTo>
                    <a:pt x="807985" y="1246847"/>
                  </a:lnTo>
                  <a:lnTo>
                    <a:pt x="809057" y="1246602"/>
                  </a:lnTo>
                  <a:lnTo>
                    <a:pt x="810128" y="1246350"/>
                  </a:lnTo>
                  <a:lnTo>
                    <a:pt x="811200" y="1246092"/>
                  </a:lnTo>
                  <a:lnTo>
                    <a:pt x="812271" y="1245826"/>
                  </a:lnTo>
                  <a:lnTo>
                    <a:pt x="813343" y="1245554"/>
                  </a:lnTo>
                  <a:lnTo>
                    <a:pt x="814415" y="1245275"/>
                  </a:lnTo>
                  <a:lnTo>
                    <a:pt x="815486" y="1244990"/>
                  </a:lnTo>
                  <a:lnTo>
                    <a:pt x="816558" y="1244697"/>
                  </a:lnTo>
                  <a:lnTo>
                    <a:pt x="817629" y="1244398"/>
                  </a:lnTo>
                  <a:lnTo>
                    <a:pt x="818701" y="1244092"/>
                  </a:lnTo>
                  <a:lnTo>
                    <a:pt x="819773" y="1243779"/>
                  </a:lnTo>
                  <a:lnTo>
                    <a:pt x="820844" y="1243460"/>
                  </a:lnTo>
                  <a:lnTo>
                    <a:pt x="821916" y="1243134"/>
                  </a:lnTo>
                  <a:lnTo>
                    <a:pt x="822987" y="1242801"/>
                  </a:lnTo>
                  <a:lnTo>
                    <a:pt x="824059" y="1242461"/>
                  </a:lnTo>
                  <a:lnTo>
                    <a:pt x="825131" y="1242115"/>
                  </a:lnTo>
                  <a:lnTo>
                    <a:pt x="826202" y="1241762"/>
                  </a:lnTo>
                  <a:lnTo>
                    <a:pt x="827274" y="1241402"/>
                  </a:lnTo>
                  <a:lnTo>
                    <a:pt x="828345" y="1241036"/>
                  </a:lnTo>
                  <a:lnTo>
                    <a:pt x="829417" y="1240663"/>
                  </a:lnTo>
                  <a:lnTo>
                    <a:pt x="830489" y="1240283"/>
                  </a:lnTo>
                  <a:lnTo>
                    <a:pt x="831560" y="1239897"/>
                  </a:lnTo>
                  <a:lnTo>
                    <a:pt x="832632" y="1239504"/>
                  </a:lnTo>
                  <a:lnTo>
                    <a:pt x="833703" y="1239105"/>
                  </a:lnTo>
                  <a:lnTo>
                    <a:pt x="834775" y="1238699"/>
                  </a:lnTo>
                  <a:lnTo>
                    <a:pt x="835847" y="1238286"/>
                  </a:lnTo>
                  <a:lnTo>
                    <a:pt x="836918" y="1237867"/>
                  </a:lnTo>
                  <a:lnTo>
                    <a:pt x="837990" y="1237441"/>
                  </a:lnTo>
                  <a:lnTo>
                    <a:pt x="839061" y="1237009"/>
                  </a:lnTo>
                  <a:lnTo>
                    <a:pt x="840133" y="1236570"/>
                  </a:lnTo>
                  <a:lnTo>
                    <a:pt x="841205" y="1236125"/>
                  </a:lnTo>
                  <a:lnTo>
                    <a:pt x="842276" y="1235673"/>
                  </a:lnTo>
                  <a:lnTo>
                    <a:pt x="843348" y="1235215"/>
                  </a:lnTo>
                  <a:lnTo>
                    <a:pt x="844419" y="1234751"/>
                  </a:lnTo>
                  <a:lnTo>
                    <a:pt x="845491" y="1234280"/>
                  </a:lnTo>
                  <a:lnTo>
                    <a:pt x="846563" y="1233803"/>
                  </a:lnTo>
                  <a:lnTo>
                    <a:pt x="847634" y="1233319"/>
                  </a:lnTo>
                  <a:lnTo>
                    <a:pt x="848706" y="1232829"/>
                  </a:lnTo>
                  <a:lnTo>
                    <a:pt x="849777" y="1232332"/>
                  </a:lnTo>
                  <a:lnTo>
                    <a:pt x="850849" y="1231830"/>
                  </a:lnTo>
                  <a:lnTo>
                    <a:pt x="851921" y="1231321"/>
                  </a:lnTo>
                  <a:lnTo>
                    <a:pt x="852992" y="1230805"/>
                  </a:lnTo>
                  <a:lnTo>
                    <a:pt x="854064" y="1230284"/>
                  </a:lnTo>
                  <a:lnTo>
                    <a:pt x="855135" y="1229756"/>
                  </a:lnTo>
                  <a:lnTo>
                    <a:pt x="856207" y="1229222"/>
                  </a:lnTo>
                  <a:lnTo>
                    <a:pt x="857279" y="1228682"/>
                  </a:lnTo>
                  <a:lnTo>
                    <a:pt x="858350" y="1228135"/>
                  </a:lnTo>
                  <a:lnTo>
                    <a:pt x="859422" y="1227583"/>
                  </a:lnTo>
                  <a:lnTo>
                    <a:pt x="860493" y="1227024"/>
                  </a:lnTo>
                  <a:lnTo>
                    <a:pt x="861565" y="1226459"/>
                  </a:lnTo>
                  <a:lnTo>
                    <a:pt x="862637" y="1225889"/>
                  </a:lnTo>
                  <a:lnTo>
                    <a:pt x="863708" y="1225312"/>
                  </a:lnTo>
                  <a:lnTo>
                    <a:pt x="864780" y="1224729"/>
                  </a:lnTo>
                  <a:lnTo>
                    <a:pt x="865851" y="1224140"/>
                  </a:lnTo>
                  <a:lnTo>
                    <a:pt x="866923" y="1223545"/>
                  </a:lnTo>
                  <a:lnTo>
                    <a:pt x="867995" y="1222944"/>
                  </a:lnTo>
                  <a:lnTo>
                    <a:pt x="869066" y="1222338"/>
                  </a:lnTo>
                  <a:lnTo>
                    <a:pt x="870138" y="1221725"/>
                  </a:lnTo>
                  <a:lnTo>
                    <a:pt x="871209" y="1221107"/>
                  </a:lnTo>
                  <a:lnTo>
                    <a:pt x="872281" y="1220482"/>
                  </a:lnTo>
                  <a:lnTo>
                    <a:pt x="873353" y="1219852"/>
                  </a:lnTo>
                  <a:lnTo>
                    <a:pt x="874424" y="1219216"/>
                  </a:lnTo>
                  <a:lnTo>
                    <a:pt x="875496" y="1218574"/>
                  </a:lnTo>
                  <a:lnTo>
                    <a:pt x="876567" y="1217927"/>
                  </a:lnTo>
                  <a:lnTo>
                    <a:pt x="877639" y="1217274"/>
                  </a:lnTo>
                  <a:lnTo>
                    <a:pt x="878711" y="1216615"/>
                  </a:lnTo>
                  <a:lnTo>
                    <a:pt x="879782" y="1215951"/>
                  </a:lnTo>
                  <a:lnTo>
                    <a:pt x="880854" y="1215281"/>
                  </a:lnTo>
                  <a:lnTo>
                    <a:pt x="881925" y="1214605"/>
                  </a:lnTo>
                  <a:lnTo>
                    <a:pt x="882997" y="1213924"/>
                  </a:lnTo>
                  <a:lnTo>
                    <a:pt x="884069" y="1213237"/>
                  </a:lnTo>
                  <a:lnTo>
                    <a:pt x="885140" y="1212545"/>
                  </a:lnTo>
                  <a:lnTo>
                    <a:pt x="886212" y="1211848"/>
                  </a:lnTo>
                  <a:lnTo>
                    <a:pt x="887283" y="1211145"/>
                  </a:lnTo>
                  <a:lnTo>
                    <a:pt x="888355" y="1210436"/>
                  </a:lnTo>
                  <a:lnTo>
                    <a:pt x="889426" y="1209722"/>
                  </a:lnTo>
                  <a:lnTo>
                    <a:pt x="890498" y="1209003"/>
                  </a:lnTo>
                  <a:lnTo>
                    <a:pt x="891570" y="1208279"/>
                  </a:lnTo>
                  <a:lnTo>
                    <a:pt x="892641" y="1207549"/>
                  </a:lnTo>
                  <a:lnTo>
                    <a:pt x="893713" y="1206815"/>
                  </a:lnTo>
                  <a:lnTo>
                    <a:pt x="894784" y="1206075"/>
                  </a:lnTo>
                  <a:lnTo>
                    <a:pt x="895856" y="1205329"/>
                  </a:lnTo>
                  <a:lnTo>
                    <a:pt x="896928" y="1204579"/>
                  </a:lnTo>
                  <a:lnTo>
                    <a:pt x="897999" y="1203824"/>
                  </a:lnTo>
                  <a:lnTo>
                    <a:pt x="899071" y="1203063"/>
                  </a:lnTo>
                  <a:lnTo>
                    <a:pt x="900142" y="1202298"/>
                  </a:lnTo>
                  <a:lnTo>
                    <a:pt x="901214" y="1201528"/>
                  </a:lnTo>
                  <a:lnTo>
                    <a:pt x="902286" y="1200752"/>
                  </a:lnTo>
                  <a:lnTo>
                    <a:pt x="903357" y="1199972"/>
                  </a:lnTo>
                  <a:lnTo>
                    <a:pt x="904429" y="1199187"/>
                  </a:lnTo>
                  <a:lnTo>
                    <a:pt x="905500" y="1198397"/>
                  </a:lnTo>
                  <a:lnTo>
                    <a:pt x="906572" y="1197603"/>
                  </a:lnTo>
                  <a:lnTo>
                    <a:pt x="907644" y="1196803"/>
                  </a:lnTo>
                  <a:lnTo>
                    <a:pt x="908715" y="1195999"/>
                  </a:lnTo>
                  <a:lnTo>
                    <a:pt x="909787" y="1195191"/>
                  </a:lnTo>
                  <a:lnTo>
                    <a:pt x="910858" y="1194377"/>
                  </a:lnTo>
                  <a:lnTo>
                    <a:pt x="911930" y="1193559"/>
                  </a:lnTo>
                  <a:lnTo>
                    <a:pt x="913002" y="1192737"/>
                  </a:lnTo>
                  <a:lnTo>
                    <a:pt x="914073" y="1191910"/>
                  </a:lnTo>
                  <a:lnTo>
                    <a:pt x="915145" y="1191078"/>
                  </a:lnTo>
                  <a:lnTo>
                    <a:pt x="916216" y="1190243"/>
                  </a:lnTo>
                  <a:lnTo>
                    <a:pt x="917288" y="1189402"/>
                  </a:lnTo>
                  <a:lnTo>
                    <a:pt x="918360" y="1188558"/>
                  </a:lnTo>
                  <a:lnTo>
                    <a:pt x="919431" y="1187709"/>
                  </a:lnTo>
                  <a:lnTo>
                    <a:pt x="920503" y="1186856"/>
                  </a:lnTo>
                  <a:lnTo>
                    <a:pt x="921574" y="1185998"/>
                  </a:lnTo>
                  <a:lnTo>
                    <a:pt x="922646" y="1185137"/>
                  </a:lnTo>
                  <a:lnTo>
                    <a:pt x="923718" y="1184271"/>
                  </a:lnTo>
                  <a:lnTo>
                    <a:pt x="924789" y="1183401"/>
                  </a:lnTo>
                  <a:lnTo>
                    <a:pt x="925861" y="1182528"/>
                  </a:lnTo>
                  <a:lnTo>
                    <a:pt x="926932" y="1181650"/>
                  </a:lnTo>
                  <a:lnTo>
                    <a:pt x="928004" y="1180768"/>
                  </a:lnTo>
                  <a:lnTo>
                    <a:pt x="929076" y="1179882"/>
                  </a:lnTo>
                  <a:lnTo>
                    <a:pt x="930147" y="1178993"/>
                  </a:lnTo>
                  <a:lnTo>
                    <a:pt x="931219" y="1178100"/>
                  </a:lnTo>
                  <a:lnTo>
                    <a:pt x="932290" y="1177202"/>
                  </a:lnTo>
                  <a:lnTo>
                    <a:pt x="933362" y="1176302"/>
                  </a:lnTo>
                  <a:lnTo>
                    <a:pt x="934434" y="1175397"/>
                  </a:lnTo>
                  <a:lnTo>
                    <a:pt x="935505" y="1174489"/>
                  </a:lnTo>
                  <a:lnTo>
                    <a:pt x="936577" y="1173577"/>
                  </a:lnTo>
                  <a:lnTo>
                    <a:pt x="937648" y="1172662"/>
                  </a:lnTo>
                  <a:lnTo>
                    <a:pt x="938720" y="1171743"/>
                  </a:lnTo>
                  <a:lnTo>
                    <a:pt x="939792" y="1170821"/>
                  </a:lnTo>
                  <a:lnTo>
                    <a:pt x="940863" y="1169895"/>
                  </a:lnTo>
                  <a:lnTo>
                    <a:pt x="941935" y="1168966"/>
                  </a:lnTo>
                  <a:lnTo>
                    <a:pt x="943006" y="1168033"/>
                  </a:lnTo>
                  <a:lnTo>
                    <a:pt x="944078" y="1167098"/>
                  </a:lnTo>
                  <a:lnTo>
                    <a:pt x="945150" y="1166159"/>
                  </a:lnTo>
                  <a:lnTo>
                    <a:pt x="946221" y="1165217"/>
                  </a:lnTo>
                  <a:lnTo>
                    <a:pt x="947293" y="1164271"/>
                  </a:lnTo>
                  <a:lnTo>
                    <a:pt x="948364" y="1163323"/>
                  </a:lnTo>
                  <a:lnTo>
                    <a:pt x="949436" y="1162372"/>
                  </a:lnTo>
                  <a:lnTo>
                    <a:pt x="950508" y="1161417"/>
                  </a:lnTo>
                  <a:lnTo>
                    <a:pt x="951579" y="1160460"/>
                  </a:lnTo>
                  <a:lnTo>
                    <a:pt x="952651" y="1159500"/>
                  </a:lnTo>
                  <a:lnTo>
                    <a:pt x="953722" y="1158537"/>
                  </a:lnTo>
                  <a:lnTo>
                    <a:pt x="954794" y="1157571"/>
                  </a:lnTo>
                  <a:lnTo>
                    <a:pt x="955866" y="1156603"/>
                  </a:lnTo>
                  <a:lnTo>
                    <a:pt x="956937" y="1155631"/>
                  </a:lnTo>
                  <a:lnTo>
                    <a:pt x="958009" y="1154657"/>
                  </a:lnTo>
                  <a:lnTo>
                    <a:pt x="959080" y="1153681"/>
                  </a:lnTo>
                  <a:lnTo>
                    <a:pt x="960152" y="1152702"/>
                  </a:lnTo>
                  <a:lnTo>
                    <a:pt x="961224" y="1151720"/>
                  </a:lnTo>
                  <a:lnTo>
                    <a:pt x="962295" y="1150736"/>
                  </a:lnTo>
                  <a:lnTo>
                    <a:pt x="963367" y="1149750"/>
                  </a:lnTo>
                  <a:lnTo>
                    <a:pt x="964438" y="1148761"/>
                  </a:lnTo>
                  <a:lnTo>
                    <a:pt x="965510" y="1147770"/>
                  </a:lnTo>
                  <a:lnTo>
                    <a:pt x="966582" y="1146777"/>
                  </a:lnTo>
                  <a:lnTo>
                    <a:pt x="967653" y="1145781"/>
                  </a:lnTo>
                  <a:lnTo>
                    <a:pt x="968725" y="1144784"/>
                  </a:lnTo>
                  <a:lnTo>
                    <a:pt x="969796" y="1143784"/>
                  </a:lnTo>
                  <a:lnTo>
                    <a:pt x="970868" y="1142782"/>
                  </a:lnTo>
                  <a:lnTo>
                    <a:pt x="971940" y="1141778"/>
                  </a:lnTo>
                  <a:lnTo>
                    <a:pt x="973011" y="1140773"/>
                  </a:lnTo>
                  <a:lnTo>
                    <a:pt x="974083" y="1139765"/>
                  </a:lnTo>
                  <a:lnTo>
                    <a:pt x="975154" y="1138755"/>
                  </a:lnTo>
                  <a:lnTo>
                    <a:pt x="976226" y="1137744"/>
                  </a:lnTo>
                  <a:lnTo>
                    <a:pt x="977298" y="1136731"/>
                  </a:lnTo>
                  <a:lnTo>
                    <a:pt x="978369" y="1135716"/>
                  </a:lnTo>
                  <a:lnTo>
                    <a:pt x="979441" y="1134700"/>
                  </a:lnTo>
                  <a:lnTo>
                    <a:pt x="980512" y="1133682"/>
                  </a:lnTo>
                  <a:lnTo>
                    <a:pt x="981584" y="1132663"/>
                  </a:lnTo>
                  <a:lnTo>
                    <a:pt x="982656" y="1131642"/>
                  </a:lnTo>
                  <a:lnTo>
                    <a:pt x="983727" y="1130619"/>
                  </a:lnTo>
                  <a:lnTo>
                    <a:pt x="984799" y="1129596"/>
                  </a:lnTo>
                  <a:lnTo>
                    <a:pt x="985870" y="1128571"/>
                  </a:lnTo>
                  <a:lnTo>
                    <a:pt x="986942" y="1127544"/>
                  </a:lnTo>
                  <a:lnTo>
                    <a:pt x="988014" y="1126517"/>
                  </a:lnTo>
                  <a:lnTo>
                    <a:pt x="989085" y="1125488"/>
                  </a:lnTo>
                  <a:lnTo>
                    <a:pt x="990157" y="1124458"/>
                  </a:lnTo>
                  <a:lnTo>
                    <a:pt x="991228" y="1123427"/>
                  </a:lnTo>
                  <a:lnTo>
                    <a:pt x="992300" y="1122395"/>
                  </a:lnTo>
                  <a:lnTo>
                    <a:pt x="993372" y="1121362"/>
                  </a:lnTo>
                  <a:lnTo>
                    <a:pt x="994443" y="1120329"/>
                  </a:lnTo>
                  <a:lnTo>
                    <a:pt x="995515" y="1119294"/>
                  </a:lnTo>
                  <a:lnTo>
                    <a:pt x="996586" y="1118259"/>
                  </a:lnTo>
                  <a:lnTo>
                    <a:pt x="997658" y="1117222"/>
                  </a:lnTo>
                  <a:lnTo>
                    <a:pt x="998730" y="1116185"/>
                  </a:lnTo>
                  <a:lnTo>
                    <a:pt x="999801" y="1115148"/>
                  </a:lnTo>
                  <a:lnTo>
                    <a:pt x="1000873" y="1114110"/>
                  </a:lnTo>
                  <a:lnTo>
                    <a:pt x="1001944" y="1113071"/>
                  </a:lnTo>
                  <a:lnTo>
                    <a:pt x="1003016" y="1112032"/>
                  </a:lnTo>
                  <a:lnTo>
                    <a:pt x="1004088" y="1110993"/>
                  </a:lnTo>
                  <a:lnTo>
                    <a:pt x="1005159" y="1109953"/>
                  </a:lnTo>
                  <a:lnTo>
                    <a:pt x="1006231" y="1108912"/>
                  </a:lnTo>
                  <a:lnTo>
                    <a:pt x="1007302" y="1107872"/>
                  </a:lnTo>
                  <a:lnTo>
                    <a:pt x="1008374" y="1106831"/>
                  </a:lnTo>
                  <a:lnTo>
                    <a:pt x="1009446" y="1105790"/>
                  </a:lnTo>
                  <a:lnTo>
                    <a:pt x="1010517" y="1104749"/>
                  </a:lnTo>
                  <a:lnTo>
                    <a:pt x="1011589" y="1103708"/>
                  </a:lnTo>
                  <a:lnTo>
                    <a:pt x="1012660" y="1102667"/>
                  </a:lnTo>
                  <a:lnTo>
                    <a:pt x="1013732" y="1101626"/>
                  </a:lnTo>
                  <a:lnTo>
                    <a:pt x="1014804" y="1100585"/>
                  </a:lnTo>
                  <a:lnTo>
                    <a:pt x="1015875" y="1099544"/>
                  </a:lnTo>
                  <a:lnTo>
                    <a:pt x="1016947" y="1098504"/>
                  </a:lnTo>
                  <a:lnTo>
                    <a:pt x="1018018" y="1097464"/>
                  </a:lnTo>
                  <a:lnTo>
                    <a:pt x="1019090" y="1096424"/>
                  </a:lnTo>
                  <a:lnTo>
                    <a:pt x="1020162" y="1095384"/>
                  </a:lnTo>
                  <a:lnTo>
                    <a:pt x="1021233" y="1094345"/>
                  </a:lnTo>
                  <a:lnTo>
                    <a:pt x="1022305" y="1093306"/>
                  </a:lnTo>
                  <a:lnTo>
                    <a:pt x="1023376" y="1092268"/>
                  </a:lnTo>
                  <a:lnTo>
                    <a:pt x="1024448" y="1091230"/>
                  </a:lnTo>
                  <a:lnTo>
                    <a:pt x="1025520" y="1090194"/>
                  </a:lnTo>
                  <a:lnTo>
                    <a:pt x="1026591" y="1089157"/>
                  </a:lnTo>
                  <a:lnTo>
                    <a:pt x="1027663" y="1088122"/>
                  </a:lnTo>
                  <a:lnTo>
                    <a:pt x="1028734" y="1087087"/>
                  </a:lnTo>
                  <a:lnTo>
                    <a:pt x="1029806" y="1086053"/>
                  </a:lnTo>
                  <a:lnTo>
                    <a:pt x="1030878" y="1085020"/>
                  </a:lnTo>
                  <a:lnTo>
                    <a:pt x="1031949" y="1083988"/>
                  </a:lnTo>
                  <a:lnTo>
                    <a:pt x="1033021" y="1082957"/>
                  </a:lnTo>
                  <a:lnTo>
                    <a:pt x="1034092" y="1081928"/>
                  </a:lnTo>
                  <a:lnTo>
                    <a:pt x="1035164" y="1080899"/>
                  </a:lnTo>
                  <a:lnTo>
                    <a:pt x="1036236" y="1079871"/>
                  </a:lnTo>
                  <a:lnTo>
                    <a:pt x="1037307" y="1078845"/>
                  </a:lnTo>
                  <a:lnTo>
                    <a:pt x="1038379" y="1077820"/>
                  </a:lnTo>
                  <a:lnTo>
                    <a:pt x="1039450" y="1076796"/>
                  </a:lnTo>
                  <a:lnTo>
                    <a:pt x="1040522" y="1075774"/>
                  </a:lnTo>
                  <a:lnTo>
                    <a:pt x="1041594" y="1074753"/>
                  </a:lnTo>
                  <a:lnTo>
                    <a:pt x="1042665" y="1073733"/>
                  </a:lnTo>
                  <a:lnTo>
                    <a:pt x="1043737" y="1072715"/>
                  </a:lnTo>
                  <a:lnTo>
                    <a:pt x="1044808" y="1071699"/>
                  </a:lnTo>
                  <a:lnTo>
                    <a:pt x="1045880" y="1070684"/>
                  </a:lnTo>
                  <a:lnTo>
                    <a:pt x="1046952" y="1069671"/>
                  </a:lnTo>
                  <a:lnTo>
                    <a:pt x="1048023" y="1068660"/>
                  </a:lnTo>
                  <a:lnTo>
                    <a:pt x="1049095" y="1067651"/>
                  </a:lnTo>
                  <a:lnTo>
                    <a:pt x="1050166" y="1066643"/>
                  </a:lnTo>
                  <a:lnTo>
                    <a:pt x="1051238" y="1065638"/>
                  </a:lnTo>
                  <a:lnTo>
                    <a:pt x="1052310" y="1064634"/>
                  </a:lnTo>
                  <a:lnTo>
                    <a:pt x="1053381" y="1063632"/>
                  </a:lnTo>
                  <a:lnTo>
                    <a:pt x="1054453" y="1062633"/>
                  </a:lnTo>
                  <a:lnTo>
                    <a:pt x="1055524" y="1061635"/>
                  </a:lnTo>
                  <a:lnTo>
                    <a:pt x="1056596" y="1060640"/>
                  </a:lnTo>
                  <a:lnTo>
                    <a:pt x="1057668" y="1059647"/>
                  </a:lnTo>
                  <a:lnTo>
                    <a:pt x="1058739" y="1058656"/>
                  </a:lnTo>
                  <a:lnTo>
                    <a:pt x="1059811" y="1057668"/>
                  </a:lnTo>
                  <a:lnTo>
                    <a:pt x="1060882" y="1056682"/>
                  </a:lnTo>
                  <a:lnTo>
                    <a:pt x="1061954" y="1055698"/>
                  </a:lnTo>
                  <a:lnTo>
                    <a:pt x="1063026" y="1054717"/>
                  </a:lnTo>
                  <a:lnTo>
                    <a:pt x="1064097" y="1053739"/>
                  </a:lnTo>
                  <a:lnTo>
                    <a:pt x="1065169" y="1052763"/>
                  </a:lnTo>
                  <a:lnTo>
                    <a:pt x="1066240" y="1051790"/>
                  </a:lnTo>
                  <a:lnTo>
                    <a:pt x="1067312" y="1050819"/>
                  </a:lnTo>
                  <a:lnTo>
                    <a:pt x="1068383" y="1049851"/>
                  </a:lnTo>
                  <a:lnTo>
                    <a:pt x="1069455" y="1048886"/>
                  </a:lnTo>
                  <a:lnTo>
                    <a:pt x="1070527" y="1047924"/>
                  </a:lnTo>
                  <a:lnTo>
                    <a:pt x="1071598" y="1046965"/>
                  </a:lnTo>
                  <a:lnTo>
                    <a:pt x="1072670" y="1046009"/>
                  </a:lnTo>
                  <a:lnTo>
                    <a:pt x="1073741" y="1045055"/>
                  </a:lnTo>
                  <a:lnTo>
                    <a:pt x="1074813" y="1044105"/>
                  </a:lnTo>
                  <a:lnTo>
                    <a:pt x="1075885" y="1043158"/>
                  </a:lnTo>
                  <a:lnTo>
                    <a:pt x="1076956" y="1042214"/>
                  </a:lnTo>
                  <a:lnTo>
                    <a:pt x="1078028" y="1041273"/>
                  </a:lnTo>
                  <a:lnTo>
                    <a:pt x="1079099" y="1040336"/>
                  </a:lnTo>
                  <a:lnTo>
                    <a:pt x="1080171" y="1039402"/>
                  </a:lnTo>
                  <a:lnTo>
                    <a:pt x="1081243" y="1038471"/>
                  </a:lnTo>
                  <a:lnTo>
                    <a:pt x="1082314" y="1037543"/>
                  </a:lnTo>
                  <a:lnTo>
                    <a:pt x="1083386" y="1036620"/>
                  </a:lnTo>
                  <a:lnTo>
                    <a:pt x="1084457" y="1035699"/>
                  </a:lnTo>
                  <a:lnTo>
                    <a:pt x="1085529" y="1034782"/>
                  </a:lnTo>
                  <a:lnTo>
                    <a:pt x="1086601" y="1033869"/>
                  </a:lnTo>
                  <a:lnTo>
                    <a:pt x="1087672" y="1032960"/>
                  </a:lnTo>
                  <a:lnTo>
                    <a:pt x="1088744" y="1032054"/>
                  </a:lnTo>
                  <a:lnTo>
                    <a:pt x="1089815" y="1031152"/>
                  </a:lnTo>
                  <a:lnTo>
                    <a:pt x="1090887" y="1030254"/>
                  </a:lnTo>
                  <a:lnTo>
                    <a:pt x="1091959" y="1029359"/>
                  </a:lnTo>
                  <a:lnTo>
                    <a:pt x="1093030" y="1028469"/>
                  </a:lnTo>
                  <a:lnTo>
                    <a:pt x="1094102" y="1027582"/>
                  </a:lnTo>
                  <a:lnTo>
                    <a:pt x="1095173" y="1026700"/>
                  </a:lnTo>
                  <a:lnTo>
                    <a:pt x="1096245" y="1025822"/>
                  </a:lnTo>
                  <a:lnTo>
                    <a:pt x="1097317" y="1024947"/>
                  </a:lnTo>
                  <a:lnTo>
                    <a:pt x="1098388" y="1024077"/>
                  </a:lnTo>
                  <a:lnTo>
                    <a:pt x="1099460" y="1023211"/>
                  </a:lnTo>
                  <a:lnTo>
                    <a:pt x="1100531" y="1022350"/>
                  </a:lnTo>
                  <a:lnTo>
                    <a:pt x="1101603" y="1021493"/>
                  </a:lnTo>
                  <a:lnTo>
                    <a:pt x="1102675" y="1020640"/>
                  </a:lnTo>
                  <a:lnTo>
                    <a:pt x="1103746" y="1019791"/>
                  </a:lnTo>
                  <a:lnTo>
                    <a:pt x="1104818" y="1018947"/>
                  </a:lnTo>
                  <a:lnTo>
                    <a:pt x="1105889" y="1018108"/>
                  </a:lnTo>
                  <a:lnTo>
                    <a:pt x="1106961" y="1017273"/>
                  </a:lnTo>
                  <a:lnTo>
                    <a:pt x="1108033" y="1016442"/>
                  </a:lnTo>
                  <a:lnTo>
                    <a:pt x="1109104" y="1015617"/>
                  </a:lnTo>
                  <a:lnTo>
                    <a:pt x="1110176" y="1014796"/>
                  </a:lnTo>
                  <a:lnTo>
                    <a:pt x="1111247" y="1013979"/>
                  </a:lnTo>
                  <a:lnTo>
                    <a:pt x="1112319" y="1013168"/>
                  </a:lnTo>
                  <a:lnTo>
                    <a:pt x="1113391" y="1012361"/>
                  </a:lnTo>
                  <a:lnTo>
                    <a:pt x="1114462" y="1011560"/>
                  </a:lnTo>
                  <a:lnTo>
                    <a:pt x="1115534" y="1010763"/>
                  </a:lnTo>
                  <a:lnTo>
                    <a:pt x="1116605" y="1009971"/>
                  </a:lnTo>
                  <a:lnTo>
                    <a:pt x="1117677" y="1009184"/>
                  </a:lnTo>
                  <a:lnTo>
                    <a:pt x="1118749" y="1008403"/>
                  </a:lnTo>
                  <a:lnTo>
                    <a:pt x="1119820" y="1007626"/>
                  </a:lnTo>
                  <a:lnTo>
                    <a:pt x="1120892" y="1006855"/>
                  </a:lnTo>
                  <a:lnTo>
                    <a:pt x="1121963" y="1006088"/>
                  </a:lnTo>
                  <a:lnTo>
                    <a:pt x="1123035" y="1005328"/>
                  </a:lnTo>
                  <a:lnTo>
                    <a:pt x="1124107" y="1004572"/>
                  </a:lnTo>
                  <a:lnTo>
                    <a:pt x="1125178" y="1003822"/>
                  </a:lnTo>
                  <a:lnTo>
                    <a:pt x="1126250" y="1003077"/>
                  </a:lnTo>
                  <a:lnTo>
                    <a:pt x="1127321" y="1002338"/>
                  </a:lnTo>
                  <a:lnTo>
                    <a:pt x="1128393" y="1001604"/>
                  </a:lnTo>
                  <a:lnTo>
                    <a:pt x="1129465" y="1000875"/>
                  </a:lnTo>
                  <a:lnTo>
                    <a:pt x="1130536" y="1000153"/>
                  </a:lnTo>
                  <a:lnTo>
                    <a:pt x="1131608" y="999435"/>
                  </a:lnTo>
                  <a:lnTo>
                    <a:pt x="1132679" y="998724"/>
                  </a:lnTo>
                  <a:lnTo>
                    <a:pt x="1133751" y="998018"/>
                  </a:lnTo>
                  <a:lnTo>
                    <a:pt x="1134823" y="997318"/>
                  </a:lnTo>
                  <a:lnTo>
                    <a:pt x="1135894" y="996624"/>
                  </a:lnTo>
                  <a:lnTo>
                    <a:pt x="1136966" y="995936"/>
                  </a:lnTo>
                  <a:lnTo>
                    <a:pt x="1138037" y="995254"/>
                  </a:lnTo>
                  <a:lnTo>
                    <a:pt x="1139109" y="994577"/>
                  </a:lnTo>
                  <a:lnTo>
                    <a:pt x="1140181" y="993907"/>
                  </a:lnTo>
                  <a:lnTo>
                    <a:pt x="1141252" y="993242"/>
                  </a:lnTo>
                  <a:lnTo>
                    <a:pt x="1142324" y="992584"/>
                  </a:lnTo>
                  <a:lnTo>
                    <a:pt x="1143395" y="991932"/>
                  </a:lnTo>
                  <a:lnTo>
                    <a:pt x="1144467" y="991286"/>
                  </a:lnTo>
                  <a:lnTo>
                    <a:pt x="1145539" y="990646"/>
                  </a:lnTo>
                  <a:lnTo>
                    <a:pt x="1146610" y="990012"/>
                  </a:lnTo>
                  <a:lnTo>
                    <a:pt x="1147682" y="989385"/>
                  </a:lnTo>
                  <a:lnTo>
                    <a:pt x="1148753" y="988764"/>
                  </a:lnTo>
                  <a:lnTo>
                    <a:pt x="1149825" y="988149"/>
                  </a:lnTo>
                  <a:lnTo>
                    <a:pt x="1150897" y="987540"/>
                  </a:lnTo>
                  <a:lnTo>
                    <a:pt x="1151968" y="986938"/>
                  </a:lnTo>
                  <a:lnTo>
                    <a:pt x="1153040" y="986342"/>
                  </a:lnTo>
                  <a:lnTo>
                    <a:pt x="1154111" y="985752"/>
                  </a:lnTo>
                  <a:lnTo>
                    <a:pt x="1155183" y="985168"/>
                  </a:lnTo>
                  <a:lnTo>
                    <a:pt x="1156255" y="984591"/>
                  </a:lnTo>
                  <a:lnTo>
                    <a:pt x="1157326" y="984020"/>
                  </a:lnTo>
                  <a:lnTo>
                    <a:pt x="1158398" y="983455"/>
                  </a:lnTo>
                  <a:lnTo>
                    <a:pt x="1159469" y="982897"/>
                  </a:lnTo>
                  <a:lnTo>
                    <a:pt x="1160541" y="982345"/>
                  </a:lnTo>
                  <a:lnTo>
                    <a:pt x="1161613" y="981799"/>
                  </a:lnTo>
                  <a:lnTo>
                    <a:pt x="1162684" y="981259"/>
                  </a:lnTo>
                  <a:lnTo>
                    <a:pt x="1163756" y="980726"/>
                  </a:lnTo>
                  <a:lnTo>
                    <a:pt x="1164827" y="980199"/>
                  </a:lnTo>
                  <a:lnTo>
                    <a:pt x="1165899" y="979678"/>
                  </a:lnTo>
                  <a:lnTo>
                    <a:pt x="1166971" y="979163"/>
                  </a:lnTo>
                  <a:lnTo>
                    <a:pt x="1168042" y="978655"/>
                  </a:lnTo>
                  <a:lnTo>
                    <a:pt x="1169114" y="978153"/>
                  </a:lnTo>
                  <a:lnTo>
                    <a:pt x="1170185" y="977658"/>
                  </a:lnTo>
                  <a:lnTo>
                    <a:pt x="1171257" y="977168"/>
                  </a:lnTo>
                  <a:lnTo>
                    <a:pt x="1172329" y="976685"/>
                  </a:lnTo>
                  <a:lnTo>
                    <a:pt x="1173400" y="976208"/>
                  </a:lnTo>
                  <a:lnTo>
                    <a:pt x="1174472" y="975737"/>
                  </a:lnTo>
                  <a:lnTo>
                    <a:pt x="1175543" y="975273"/>
                  </a:lnTo>
                  <a:lnTo>
                    <a:pt x="1176615" y="974815"/>
                  </a:lnTo>
                  <a:lnTo>
                    <a:pt x="1177687" y="974363"/>
                  </a:lnTo>
                  <a:lnTo>
                    <a:pt x="1178758" y="973917"/>
                  </a:lnTo>
                  <a:lnTo>
                    <a:pt x="1179830" y="973478"/>
                  </a:lnTo>
                  <a:lnTo>
                    <a:pt x="1180901" y="973044"/>
                  </a:lnTo>
                  <a:lnTo>
                    <a:pt x="1181973" y="972617"/>
                  </a:lnTo>
                  <a:lnTo>
                    <a:pt x="1183045" y="972196"/>
                  </a:lnTo>
                  <a:lnTo>
                    <a:pt x="1184116" y="971782"/>
                  </a:lnTo>
                  <a:lnTo>
                    <a:pt x="1185188" y="971374"/>
                  </a:lnTo>
                  <a:lnTo>
                    <a:pt x="1186259" y="970971"/>
                  </a:lnTo>
                  <a:lnTo>
                    <a:pt x="1187331" y="970575"/>
                  </a:lnTo>
                  <a:lnTo>
                    <a:pt x="1188403" y="970185"/>
                  </a:lnTo>
                  <a:lnTo>
                    <a:pt x="1189474" y="969802"/>
                  </a:lnTo>
                  <a:lnTo>
                    <a:pt x="1190546" y="969424"/>
                  </a:lnTo>
                  <a:lnTo>
                    <a:pt x="1191617" y="969053"/>
                  </a:lnTo>
                  <a:lnTo>
                    <a:pt x="1192689" y="968688"/>
                  </a:lnTo>
                  <a:lnTo>
                    <a:pt x="1193761" y="968329"/>
                  </a:lnTo>
                  <a:lnTo>
                    <a:pt x="1194832" y="967976"/>
                  </a:lnTo>
                  <a:lnTo>
                    <a:pt x="1195904" y="967629"/>
                  </a:lnTo>
                  <a:lnTo>
                    <a:pt x="1196975" y="967288"/>
                  </a:lnTo>
                  <a:lnTo>
                    <a:pt x="1198047" y="966954"/>
                  </a:lnTo>
                  <a:lnTo>
                    <a:pt x="1199119" y="966625"/>
                  </a:lnTo>
                  <a:lnTo>
                    <a:pt x="1200190" y="966303"/>
                  </a:lnTo>
                  <a:lnTo>
                    <a:pt x="1201262" y="965986"/>
                  </a:lnTo>
                  <a:lnTo>
                    <a:pt x="1202333" y="965676"/>
                  </a:lnTo>
                  <a:lnTo>
                    <a:pt x="1203405" y="965372"/>
                  </a:lnTo>
                  <a:lnTo>
                    <a:pt x="1204477" y="965074"/>
                  </a:lnTo>
                  <a:lnTo>
                    <a:pt x="1205548" y="964782"/>
                  </a:lnTo>
                  <a:lnTo>
                    <a:pt x="1206620" y="964495"/>
                  </a:lnTo>
                  <a:lnTo>
                    <a:pt x="1207691" y="964215"/>
                  </a:lnTo>
                  <a:lnTo>
                    <a:pt x="1208763" y="963941"/>
                  </a:lnTo>
                  <a:lnTo>
                    <a:pt x="1209835" y="963673"/>
                  </a:lnTo>
                  <a:lnTo>
                    <a:pt x="1210906" y="963411"/>
                  </a:lnTo>
                  <a:lnTo>
                    <a:pt x="1211978" y="963155"/>
                  </a:lnTo>
                  <a:lnTo>
                    <a:pt x="1213049" y="962904"/>
                  </a:lnTo>
                  <a:lnTo>
                    <a:pt x="1214121" y="962660"/>
                  </a:lnTo>
                  <a:lnTo>
                    <a:pt x="1215193" y="962421"/>
                  </a:lnTo>
                  <a:lnTo>
                    <a:pt x="1216264" y="962189"/>
                  </a:lnTo>
                  <a:lnTo>
                    <a:pt x="1217336" y="961962"/>
                  </a:lnTo>
                  <a:lnTo>
                    <a:pt x="1218407" y="961741"/>
                  </a:lnTo>
                  <a:lnTo>
                    <a:pt x="1219479" y="961526"/>
                  </a:lnTo>
                  <a:lnTo>
                    <a:pt x="1220551" y="961317"/>
                  </a:lnTo>
                  <a:lnTo>
                    <a:pt x="1221622" y="961114"/>
                  </a:lnTo>
                  <a:lnTo>
                    <a:pt x="1222694" y="960916"/>
                  </a:lnTo>
                  <a:lnTo>
                    <a:pt x="1223765" y="960725"/>
                  </a:lnTo>
                  <a:lnTo>
                    <a:pt x="1224837" y="960539"/>
                  </a:lnTo>
                  <a:lnTo>
                    <a:pt x="1225909" y="960359"/>
                  </a:lnTo>
                  <a:lnTo>
                    <a:pt x="1226980" y="960184"/>
                  </a:lnTo>
                  <a:lnTo>
                    <a:pt x="1228052" y="960016"/>
                  </a:lnTo>
                  <a:lnTo>
                    <a:pt x="1229123" y="959853"/>
                  </a:lnTo>
                  <a:lnTo>
                    <a:pt x="1230195" y="959695"/>
                  </a:lnTo>
                  <a:lnTo>
                    <a:pt x="1231267" y="959544"/>
                  </a:lnTo>
                  <a:lnTo>
                    <a:pt x="1232338" y="959398"/>
                  </a:lnTo>
                  <a:lnTo>
                    <a:pt x="1233410" y="959258"/>
                  </a:lnTo>
                  <a:lnTo>
                    <a:pt x="1234481" y="959123"/>
                  </a:lnTo>
                  <a:lnTo>
                    <a:pt x="1235553" y="958994"/>
                  </a:lnTo>
                  <a:lnTo>
                    <a:pt x="1236625" y="958871"/>
                  </a:lnTo>
                  <a:lnTo>
                    <a:pt x="1237696" y="958753"/>
                  </a:lnTo>
                  <a:lnTo>
                    <a:pt x="1238768" y="958641"/>
                  </a:lnTo>
                  <a:lnTo>
                    <a:pt x="1239839" y="958534"/>
                  </a:lnTo>
                  <a:lnTo>
                    <a:pt x="1240911" y="958433"/>
                  </a:lnTo>
                  <a:lnTo>
                    <a:pt x="1241983" y="958337"/>
                  </a:lnTo>
                  <a:lnTo>
                    <a:pt x="1243054" y="958247"/>
                  </a:lnTo>
                  <a:lnTo>
                    <a:pt x="1244126" y="958162"/>
                  </a:lnTo>
                  <a:lnTo>
                    <a:pt x="1245197" y="958083"/>
                  </a:lnTo>
                  <a:lnTo>
                    <a:pt x="1246269" y="958009"/>
                  </a:lnTo>
                  <a:lnTo>
                    <a:pt x="1247340" y="957941"/>
                  </a:lnTo>
                  <a:lnTo>
                    <a:pt x="1248412" y="957878"/>
                  </a:lnTo>
                  <a:lnTo>
                    <a:pt x="1249484" y="957820"/>
                  </a:lnTo>
                  <a:lnTo>
                    <a:pt x="1250555" y="957768"/>
                  </a:lnTo>
                  <a:lnTo>
                    <a:pt x="1251627" y="957721"/>
                  </a:lnTo>
                  <a:lnTo>
                    <a:pt x="1252698" y="957680"/>
                  </a:lnTo>
                  <a:lnTo>
                    <a:pt x="1253770" y="957643"/>
                  </a:lnTo>
                  <a:lnTo>
                    <a:pt x="1254842" y="957612"/>
                  </a:lnTo>
                  <a:lnTo>
                    <a:pt x="1255913" y="957587"/>
                  </a:lnTo>
                  <a:lnTo>
                    <a:pt x="1256985" y="957566"/>
                  </a:lnTo>
                  <a:lnTo>
                    <a:pt x="1258056" y="957551"/>
                  </a:lnTo>
                  <a:lnTo>
                    <a:pt x="1259128" y="957541"/>
                  </a:lnTo>
                  <a:lnTo>
                    <a:pt x="1260200" y="957536"/>
                  </a:lnTo>
                  <a:lnTo>
                    <a:pt x="1261271" y="957536"/>
                  </a:lnTo>
                  <a:lnTo>
                    <a:pt x="1262343" y="957541"/>
                  </a:lnTo>
                  <a:lnTo>
                    <a:pt x="1263414" y="957552"/>
                  </a:lnTo>
                  <a:lnTo>
                    <a:pt x="1264486" y="957567"/>
                  </a:lnTo>
                  <a:lnTo>
                    <a:pt x="1265558" y="957588"/>
                  </a:lnTo>
                  <a:lnTo>
                    <a:pt x="1266629" y="957613"/>
                  </a:lnTo>
                  <a:lnTo>
                    <a:pt x="1267701" y="957644"/>
                  </a:lnTo>
                  <a:lnTo>
                    <a:pt x="1268772" y="957680"/>
                  </a:lnTo>
                  <a:lnTo>
                    <a:pt x="1269844" y="957720"/>
                  </a:lnTo>
                  <a:lnTo>
                    <a:pt x="1270916" y="957766"/>
                  </a:lnTo>
                  <a:lnTo>
                    <a:pt x="1271987" y="957816"/>
                  </a:lnTo>
                  <a:lnTo>
                    <a:pt x="1273059" y="957872"/>
                  </a:lnTo>
                  <a:lnTo>
                    <a:pt x="1274130" y="957932"/>
                  </a:lnTo>
                  <a:lnTo>
                    <a:pt x="1275202" y="957997"/>
                  </a:lnTo>
                  <a:lnTo>
                    <a:pt x="1276274" y="958067"/>
                  </a:lnTo>
                  <a:lnTo>
                    <a:pt x="1277345" y="958142"/>
                  </a:lnTo>
                  <a:lnTo>
                    <a:pt x="1278417" y="958222"/>
                  </a:lnTo>
                  <a:lnTo>
                    <a:pt x="1279488" y="958306"/>
                  </a:lnTo>
                  <a:lnTo>
                    <a:pt x="1280560" y="958395"/>
                  </a:lnTo>
                  <a:lnTo>
                    <a:pt x="1281632" y="958489"/>
                  </a:lnTo>
                  <a:lnTo>
                    <a:pt x="1282703" y="958588"/>
                  </a:lnTo>
                  <a:lnTo>
                    <a:pt x="1283775" y="958691"/>
                  </a:lnTo>
                  <a:lnTo>
                    <a:pt x="1284846" y="958799"/>
                  </a:lnTo>
                  <a:lnTo>
                    <a:pt x="1285918" y="958911"/>
                  </a:lnTo>
                  <a:lnTo>
                    <a:pt x="1286990" y="959028"/>
                  </a:lnTo>
                  <a:lnTo>
                    <a:pt x="1288061" y="959150"/>
                  </a:lnTo>
                  <a:lnTo>
                    <a:pt x="1289133" y="959276"/>
                  </a:lnTo>
                  <a:lnTo>
                    <a:pt x="1290204" y="959407"/>
                  </a:lnTo>
                  <a:lnTo>
                    <a:pt x="1291276" y="959542"/>
                  </a:lnTo>
                  <a:lnTo>
                    <a:pt x="1292348" y="959682"/>
                  </a:lnTo>
                  <a:lnTo>
                    <a:pt x="1293419" y="959827"/>
                  </a:lnTo>
                  <a:lnTo>
                    <a:pt x="1294491" y="959975"/>
                  </a:lnTo>
                  <a:lnTo>
                    <a:pt x="1295562" y="960128"/>
                  </a:lnTo>
                  <a:lnTo>
                    <a:pt x="1296634" y="960286"/>
                  </a:lnTo>
                  <a:lnTo>
                    <a:pt x="1297706" y="960448"/>
                  </a:lnTo>
                  <a:lnTo>
                    <a:pt x="1298777" y="960614"/>
                  </a:lnTo>
                  <a:lnTo>
                    <a:pt x="1299849" y="960784"/>
                  </a:lnTo>
                  <a:lnTo>
                    <a:pt x="1300920" y="960959"/>
                  </a:lnTo>
                  <a:lnTo>
                    <a:pt x="1301992" y="961138"/>
                  </a:lnTo>
                  <a:lnTo>
                    <a:pt x="1303064" y="961322"/>
                  </a:lnTo>
                  <a:lnTo>
                    <a:pt x="1304135" y="961509"/>
                  </a:lnTo>
                  <a:lnTo>
                    <a:pt x="1305207" y="961701"/>
                  </a:lnTo>
                  <a:lnTo>
                    <a:pt x="1306278" y="961897"/>
                  </a:lnTo>
                  <a:lnTo>
                    <a:pt x="1307350" y="962096"/>
                  </a:lnTo>
                  <a:lnTo>
                    <a:pt x="1308422" y="962301"/>
                  </a:lnTo>
                  <a:lnTo>
                    <a:pt x="1309493" y="962509"/>
                  </a:lnTo>
                  <a:lnTo>
                    <a:pt x="1310565" y="962721"/>
                  </a:lnTo>
                  <a:lnTo>
                    <a:pt x="1311636" y="962937"/>
                  </a:lnTo>
                  <a:lnTo>
                    <a:pt x="1312708" y="963157"/>
                  </a:lnTo>
                  <a:lnTo>
                    <a:pt x="1313780" y="963382"/>
                  </a:lnTo>
                  <a:lnTo>
                    <a:pt x="1314851" y="963610"/>
                  </a:lnTo>
                  <a:lnTo>
                    <a:pt x="1315923" y="963842"/>
                  </a:lnTo>
                  <a:lnTo>
                    <a:pt x="1316994" y="964078"/>
                  </a:lnTo>
                  <a:lnTo>
                    <a:pt x="1318066" y="964318"/>
                  </a:lnTo>
                  <a:lnTo>
                    <a:pt x="1319138" y="964562"/>
                  </a:lnTo>
                  <a:lnTo>
                    <a:pt x="1320209" y="964809"/>
                  </a:lnTo>
                  <a:lnTo>
                    <a:pt x="1321281" y="965060"/>
                  </a:lnTo>
                  <a:lnTo>
                    <a:pt x="1322352" y="965316"/>
                  </a:lnTo>
                  <a:lnTo>
                    <a:pt x="1323424" y="965574"/>
                  </a:lnTo>
                  <a:lnTo>
                    <a:pt x="1324496" y="965837"/>
                  </a:lnTo>
                  <a:lnTo>
                    <a:pt x="1325567" y="966103"/>
                  </a:lnTo>
                  <a:lnTo>
                    <a:pt x="1326639" y="966373"/>
                  </a:lnTo>
                  <a:lnTo>
                    <a:pt x="1327710" y="966647"/>
                  </a:lnTo>
                  <a:lnTo>
                    <a:pt x="1328782" y="966924"/>
                  </a:lnTo>
                  <a:lnTo>
                    <a:pt x="1329854" y="967204"/>
                  </a:lnTo>
                  <a:lnTo>
                    <a:pt x="1330925" y="967489"/>
                  </a:lnTo>
                  <a:lnTo>
                    <a:pt x="1331997" y="967777"/>
                  </a:lnTo>
                  <a:lnTo>
                    <a:pt x="1333068" y="968068"/>
                  </a:lnTo>
                  <a:lnTo>
                    <a:pt x="1334140" y="968363"/>
                  </a:lnTo>
                  <a:lnTo>
                    <a:pt x="1335212" y="968661"/>
                  </a:lnTo>
                  <a:lnTo>
                    <a:pt x="1336283" y="968962"/>
                  </a:lnTo>
                  <a:lnTo>
                    <a:pt x="1337355" y="969267"/>
                  </a:lnTo>
                  <a:lnTo>
                    <a:pt x="1338426" y="969576"/>
                  </a:lnTo>
                  <a:lnTo>
                    <a:pt x="1339498" y="969888"/>
                  </a:lnTo>
                  <a:lnTo>
                    <a:pt x="1340570" y="970203"/>
                  </a:lnTo>
                  <a:lnTo>
                    <a:pt x="1341641" y="970521"/>
                  </a:lnTo>
                  <a:lnTo>
                    <a:pt x="1342713" y="970843"/>
                  </a:lnTo>
                  <a:lnTo>
                    <a:pt x="1343784" y="971167"/>
                  </a:lnTo>
                  <a:lnTo>
                    <a:pt x="1344856" y="971495"/>
                  </a:lnTo>
                  <a:lnTo>
                    <a:pt x="1345928" y="971826"/>
                  </a:lnTo>
                  <a:lnTo>
                    <a:pt x="1346999" y="972161"/>
                  </a:lnTo>
                  <a:lnTo>
                    <a:pt x="1348071" y="972498"/>
                  </a:lnTo>
                  <a:lnTo>
                    <a:pt x="1349142" y="972839"/>
                  </a:lnTo>
                  <a:lnTo>
                    <a:pt x="1350214" y="973182"/>
                  </a:lnTo>
                  <a:lnTo>
                    <a:pt x="1351286" y="973529"/>
                  </a:lnTo>
                  <a:lnTo>
                    <a:pt x="1352357" y="973879"/>
                  </a:lnTo>
                  <a:lnTo>
                    <a:pt x="1353429" y="974231"/>
                  </a:lnTo>
                  <a:lnTo>
                    <a:pt x="1354500" y="974587"/>
                  </a:lnTo>
                  <a:lnTo>
                    <a:pt x="1355572" y="974945"/>
                  </a:lnTo>
                  <a:lnTo>
                    <a:pt x="1356644" y="975306"/>
                  </a:lnTo>
                  <a:lnTo>
                    <a:pt x="1357715" y="975671"/>
                  </a:lnTo>
                  <a:lnTo>
                    <a:pt x="1358787" y="976038"/>
                  </a:lnTo>
                  <a:lnTo>
                    <a:pt x="1359858" y="976408"/>
                  </a:lnTo>
                  <a:lnTo>
                    <a:pt x="1360930" y="976780"/>
                  </a:lnTo>
                  <a:lnTo>
                    <a:pt x="1362002" y="977156"/>
                  </a:lnTo>
                  <a:lnTo>
                    <a:pt x="1363073" y="977534"/>
                  </a:lnTo>
                  <a:lnTo>
                    <a:pt x="1364145" y="977915"/>
                  </a:lnTo>
                  <a:lnTo>
                    <a:pt x="1365216" y="978298"/>
                  </a:lnTo>
                  <a:lnTo>
                    <a:pt x="1366288" y="978684"/>
                  </a:lnTo>
                  <a:lnTo>
                    <a:pt x="1367360" y="979073"/>
                  </a:lnTo>
                  <a:lnTo>
                    <a:pt x="1368431" y="979465"/>
                  </a:lnTo>
                  <a:lnTo>
                    <a:pt x="1369503" y="979859"/>
                  </a:lnTo>
                  <a:lnTo>
                    <a:pt x="1370574" y="980255"/>
                  </a:lnTo>
                  <a:lnTo>
                    <a:pt x="1371646" y="980654"/>
                  </a:lnTo>
                  <a:lnTo>
                    <a:pt x="1372718" y="981055"/>
                  </a:lnTo>
                  <a:lnTo>
                    <a:pt x="1373789" y="981459"/>
                  </a:lnTo>
                  <a:lnTo>
                    <a:pt x="1374861" y="981866"/>
                  </a:lnTo>
                  <a:lnTo>
                    <a:pt x="1375932" y="982274"/>
                  </a:lnTo>
                  <a:lnTo>
                    <a:pt x="1377004" y="982686"/>
                  </a:lnTo>
                  <a:lnTo>
                    <a:pt x="1378076" y="983099"/>
                  </a:lnTo>
                  <a:lnTo>
                    <a:pt x="1379147" y="983515"/>
                  </a:lnTo>
                  <a:lnTo>
                    <a:pt x="1380219" y="983933"/>
                  </a:lnTo>
                  <a:lnTo>
                    <a:pt x="1381290" y="984353"/>
                  </a:lnTo>
                  <a:lnTo>
                    <a:pt x="1382362" y="984775"/>
                  </a:lnTo>
                  <a:lnTo>
                    <a:pt x="1383434" y="985200"/>
                  </a:lnTo>
                  <a:lnTo>
                    <a:pt x="1384505" y="985627"/>
                  </a:lnTo>
                  <a:lnTo>
                    <a:pt x="1385577" y="986056"/>
                  </a:lnTo>
                  <a:lnTo>
                    <a:pt x="1386648" y="986487"/>
                  </a:lnTo>
                  <a:lnTo>
                    <a:pt x="1387720" y="986920"/>
                  </a:lnTo>
                  <a:lnTo>
                    <a:pt x="1388792" y="987356"/>
                  </a:lnTo>
                  <a:lnTo>
                    <a:pt x="1389863" y="987793"/>
                  </a:lnTo>
                  <a:lnTo>
                    <a:pt x="1390935" y="988232"/>
                  </a:lnTo>
                  <a:lnTo>
                    <a:pt x="1392006" y="988673"/>
                  </a:lnTo>
                  <a:lnTo>
                    <a:pt x="1393078" y="989117"/>
                  </a:lnTo>
                  <a:lnTo>
                    <a:pt x="1394150" y="989562"/>
                  </a:lnTo>
                  <a:lnTo>
                    <a:pt x="1395221" y="990009"/>
                  </a:lnTo>
                  <a:lnTo>
                    <a:pt x="1396293" y="990458"/>
                  </a:lnTo>
                  <a:lnTo>
                    <a:pt x="1397364" y="990908"/>
                  </a:lnTo>
                  <a:lnTo>
                    <a:pt x="1398436" y="991361"/>
                  </a:lnTo>
                  <a:lnTo>
                    <a:pt x="1399508" y="991815"/>
                  </a:lnTo>
                  <a:lnTo>
                    <a:pt x="1400579" y="992271"/>
                  </a:lnTo>
                  <a:lnTo>
                    <a:pt x="1401651" y="992729"/>
                  </a:lnTo>
                  <a:lnTo>
                    <a:pt x="1402722" y="993189"/>
                  </a:lnTo>
                  <a:lnTo>
                    <a:pt x="1403794" y="993650"/>
                  </a:lnTo>
                  <a:lnTo>
                    <a:pt x="1404866" y="994113"/>
                  </a:lnTo>
                  <a:lnTo>
                    <a:pt x="1405937" y="994577"/>
                  </a:lnTo>
                  <a:lnTo>
                    <a:pt x="1407009" y="995043"/>
                  </a:lnTo>
                  <a:lnTo>
                    <a:pt x="1408080" y="995511"/>
                  </a:lnTo>
                  <a:lnTo>
                    <a:pt x="1409152" y="995980"/>
                  </a:lnTo>
                  <a:lnTo>
                    <a:pt x="1410224" y="996450"/>
                  </a:lnTo>
                  <a:lnTo>
                    <a:pt x="1411295" y="996922"/>
                  </a:lnTo>
                  <a:lnTo>
                    <a:pt x="1412367" y="997396"/>
                  </a:lnTo>
                  <a:lnTo>
                    <a:pt x="1413438" y="997871"/>
                  </a:lnTo>
                  <a:lnTo>
                    <a:pt x="1414510" y="998347"/>
                  </a:lnTo>
                  <a:lnTo>
                    <a:pt x="1415582" y="998825"/>
                  </a:lnTo>
                  <a:lnTo>
                    <a:pt x="1416653" y="999304"/>
                  </a:lnTo>
                  <a:lnTo>
                    <a:pt x="1417725" y="999784"/>
                  </a:lnTo>
                  <a:lnTo>
                    <a:pt x="1418796" y="1000266"/>
                  </a:lnTo>
                  <a:lnTo>
                    <a:pt x="1419868" y="1000749"/>
                  </a:lnTo>
                  <a:lnTo>
                    <a:pt x="1420939" y="1001233"/>
                  </a:lnTo>
                  <a:lnTo>
                    <a:pt x="1422011" y="1001718"/>
                  </a:lnTo>
                  <a:lnTo>
                    <a:pt x="1423083" y="1002204"/>
                  </a:lnTo>
                  <a:lnTo>
                    <a:pt x="1424154" y="1002692"/>
                  </a:lnTo>
                  <a:lnTo>
                    <a:pt x="1425226" y="1003181"/>
                  </a:lnTo>
                  <a:lnTo>
                    <a:pt x="1426297" y="1003670"/>
                  </a:lnTo>
                  <a:lnTo>
                    <a:pt x="1427369" y="1004161"/>
                  </a:lnTo>
                  <a:lnTo>
                    <a:pt x="1428441" y="1004653"/>
                  </a:lnTo>
                  <a:lnTo>
                    <a:pt x="1429512" y="1005146"/>
                  </a:lnTo>
                  <a:lnTo>
                    <a:pt x="1430584" y="1005640"/>
                  </a:lnTo>
                  <a:lnTo>
                    <a:pt x="1431655" y="1006135"/>
                  </a:lnTo>
                  <a:lnTo>
                    <a:pt x="1432727" y="1006631"/>
                  </a:lnTo>
                  <a:lnTo>
                    <a:pt x="1433799" y="1007127"/>
                  </a:lnTo>
                  <a:lnTo>
                    <a:pt x="1434870" y="1007625"/>
                  </a:lnTo>
                  <a:lnTo>
                    <a:pt x="1435942" y="1008123"/>
                  </a:lnTo>
                  <a:lnTo>
                    <a:pt x="1437013" y="1008622"/>
                  </a:lnTo>
                  <a:lnTo>
                    <a:pt x="1438085" y="1009122"/>
                  </a:lnTo>
                  <a:lnTo>
                    <a:pt x="1439157" y="1009623"/>
                  </a:lnTo>
                  <a:lnTo>
                    <a:pt x="1440228" y="1010125"/>
                  </a:lnTo>
                  <a:lnTo>
                    <a:pt x="1441300" y="1010627"/>
                  </a:lnTo>
                  <a:lnTo>
                    <a:pt x="1442371" y="1011130"/>
                  </a:lnTo>
                  <a:lnTo>
                    <a:pt x="1443443" y="1011633"/>
                  </a:lnTo>
                  <a:lnTo>
                    <a:pt x="1444515" y="1012138"/>
                  </a:lnTo>
                  <a:lnTo>
                    <a:pt x="1445586" y="1012642"/>
                  </a:lnTo>
                  <a:lnTo>
                    <a:pt x="1446658" y="1013148"/>
                  </a:lnTo>
                  <a:lnTo>
                    <a:pt x="1447729" y="1013654"/>
                  </a:lnTo>
                  <a:lnTo>
                    <a:pt x="1448801" y="1014160"/>
                  </a:lnTo>
                  <a:lnTo>
                    <a:pt x="1449873" y="1014667"/>
                  </a:lnTo>
                  <a:lnTo>
                    <a:pt x="1450944" y="1015174"/>
                  </a:lnTo>
                  <a:lnTo>
                    <a:pt x="1452016" y="1015682"/>
                  </a:lnTo>
                  <a:lnTo>
                    <a:pt x="1453087" y="1016190"/>
                  </a:lnTo>
                  <a:lnTo>
                    <a:pt x="1454159" y="1016699"/>
                  </a:lnTo>
                  <a:lnTo>
                    <a:pt x="1455231" y="1017208"/>
                  </a:lnTo>
                  <a:lnTo>
                    <a:pt x="1456302" y="1017717"/>
                  </a:lnTo>
                  <a:lnTo>
                    <a:pt x="1457374" y="1018227"/>
                  </a:lnTo>
                  <a:lnTo>
                    <a:pt x="1458445" y="1018737"/>
                  </a:lnTo>
                  <a:lnTo>
                    <a:pt x="1459517" y="1019247"/>
                  </a:lnTo>
                  <a:lnTo>
                    <a:pt x="1460589" y="1019758"/>
                  </a:lnTo>
                  <a:lnTo>
                    <a:pt x="1461660" y="1020268"/>
                  </a:lnTo>
                  <a:lnTo>
                    <a:pt x="1462732" y="1020779"/>
                  </a:lnTo>
                  <a:lnTo>
                    <a:pt x="1463803" y="1021290"/>
                  </a:lnTo>
                  <a:lnTo>
                    <a:pt x="1464875" y="1021801"/>
                  </a:lnTo>
                  <a:lnTo>
                    <a:pt x="1465947" y="1022313"/>
                  </a:lnTo>
                  <a:lnTo>
                    <a:pt x="1467018" y="1022824"/>
                  </a:lnTo>
                  <a:lnTo>
                    <a:pt x="1468090" y="1023335"/>
                  </a:lnTo>
                  <a:lnTo>
                    <a:pt x="1469161" y="1023847"/>
                  </a:lnTo>
                  <a:lnTo>
                    <a:pt x="1470233" y="1024358"/>
                  </a:lnTo>
                  <a:lnTo>
                    <a:pt x="1471305" y="1024869"/>
                  </a:lnTo>
                  <a:lnTo>
                    <a:pt x="1472376" y="1025381"/>
                  </a:lnTo>
                  <a:lnTo>
                    <a:pt x="1473448" y="1025892"/>
                  </a:lnTo>
                  <a:lnTo>
                    <a:pt x="1474519" y="1026403"/>
                  </a:lnTo>
                  <a:lnTo>
                    <a:pt x="1475591" y="1026914"/>
                  </a:lnTo>
                  <a:lnTo>
                    <a:pt x="1476663" y="1027425"/>
                  </a:lnTo>
                  <a:lnTo>
                    <a:pt x="1477734" y="1027935"/>
                  </a:lnTo>
                  <a:lnTo>
                    <a:pt x="1478806" y="1028446"/>
                  </a:lnTo>
                  <a:lnTo>
                    <a:pt x="1479877" y="1028956"/>
                  </a:lnTo>
                  <a:lnTo>
                    <a:pt x="1480949" y="1029466"/>
                  </a:lnTo>
                  <a:lnTo>
                    <a:pt x="1482021" y="1029976"/>
                  </a:lnTo>
                  <a:lnTo>
                    <a:pt x="1483092" y="1030485"/>
                  </a:lnTo>
                  <a:lnTo>
                    <a:pt x="1484164" y="1030994"/>
                  </a:lnTo>
                  <a:lnTo>
                    <a:pt x="1485235" y="1031503"/>
                  </a:lnTo>
                  <a:lnTo>
                    <a:pt x="1486307" y="1032011"/>
                  </a:lnTo>
                  <a:lnTo>
                    <a:pt x="1487379" y="1032519"/>
                  </a:lnTo>
                  <a:lnTo>
                    <a:pt x="1488450" y="1033026"/>
                  </a:lnTo>
                  <a:lnTo>
                    <a:pt x="1489522" y="1033533"/>
                  </a:lnTo>
                  <a:lnTo>
                    <a:pt x="1490593" y="1034040"/>
                  </a:lnTo>
                  <a:lnTo>
                    <a:pt x="1491665" y="1034546"/>
                  </a:lnTo>
                  <a:lnTo>
                    <a:pt x="1492737" y="1035052"/>
                  </a:lnTo>
                  <a:lnTo>
                    <a:pt x="1493808" y="1035557"/>
                  </a:lnTo>
                  <a:lnTo>
                    <a:pt x="1494880" y="1036061"/>
                  </a:lnTo>
                  <a:lnTo>
                    <a:pt x="1495951" y="1036565"/>
                  </a:lnTo>
                  <a:lnTo>
                    <a:pt x="1497023" y="1037068"/>
                  </a:lnTo>
                  <a:lnTo>
                    <a:pt x="1498095" y="1037570"/>
                  </a:lnTo>
                  <a:lnTo>
                    <a:pt x="1499166" y="1038072"/>
                  </a:lnTo>
                  <a:lnTo>
                    <a:pt x="1500238" y="1038573"/>
                  </a:lnTo>
                  <a:lnTo>
                    <a:pt x="1501309" y="1039074"/>
                  </a:lnTo>
                  <a:lnTo>
                    <a:pt x="1502381" y="1039573"/>
                  </a:lnTo>
                  <a:lnTo>
                    <a:pt x="1503453" y="1040072"/>
                  </a:lnTo>
                  <a:lnTo>
                    <a:pt x="1504524" y="1040570"/>
                  </a:lnTo>
                  <a:lnTo>
                    <a:pt x="1505596" y="1041068"/>
                  </a:lnTo>
                  <a:lnTo>
                    <a:pt x="1506667" y="1041564"/>
                  </a:lnTo>
                  <a:lnTo>
                    <a:pt x="1507739" y="1042060"/>
                  </a:lnTo>
                  <a:lnTo>
                    <a:pt x="1508811" y="1042554"/>
                  </a:lnTo>
                  <a:lnTo>
                    <a:pt x="1509882" y="1043048"/>
                  </a:lnTo>
                  <a:lnTo>
                    <a:pt x="1510954" y="1043541"/>
                  </a:lnTo>
                  <a:lnTo>
                    <a:pt x="1512025" y="1044033"/>
                  </a:lnTo>
                  <a:lnTo>
                    <a:pt x="1513097" y="1044523"/>
                  </a:lnTo>
                  <a:lnTo>
                    <a:pt x="1514169" y="1045013"/>
                  </a:lnTo>
                  <a:lnTo>
                    <a:pt x="1515240" y="1045502"/>
                  </a:lnTo>
                  <a:lnTo>
                    <a:pt x="1516312" y="1045990"/>
                  </a:lnTo>
                  <a:lnTo>
                    <a:pt x="1517383" y="1046477"/>
                  </a:lnTo>
                  <a:lnTo>
                    <a:pt x="1518455" y="1046962"/>
                  </a:lnTo>
                  <a:lnTo>
                    <a:pt x="1519527" y="1047447"/>
                  </a:lnTo>
                  <a:lnTo>
                    <a:pt x="1520598" y="1047930"/>
                  </a:lnTo>
                  <a:lnTo>
                    <a:pt x="1521670" y="1048412"/>
                  </a:lnTo>
                  <a:lnTo>
                    <a:pt x="1522741" y="1048893"/>
                  </a:lnTo>
                  <a:lnTo>
                    <a:pt x="1523813" y="1049373"/>
                  </a:lnTo>
                  <a:lnTo>
                    <a:pt x="1524885" y="1049851"/>
                  </a:lnTo>
                  <a:lnTo>
                    <a:pt x="1525956" y="1050328"/>
                  </a:lnTo>
                  <a:lnTo>
                    <a:pt x="1527028" y="1050804"/>
                  </a:lnTo>
                  <a:lnTo>
                    <a:pt x="1528099" y="1051279"/>
                  </a:lnTo>
                  <a:lnTo>
                    <a:pt x="1529171" y="1051752"/>
                  </a:lnTo>
                  <a:lnTo>
                    <a:pt x="1530243" y="1052224"/>
                  </a:lnTo>
                  <a:lnTo>
                    <a:pt x="1531314" y="1052695"/>
                  </a:lnTo>
                  <a:lnTo>
                    <a:pt x="1532386" y="1053164"/>
                  </a:lnTo>
                  <a:lnTo>
                    <a:pt x="1533457" y="1053632"/>
                  </a:lnTo>
                  <a:lnTo>
                    <a:pt x="1534529" y="1054098"/>
                  </a:lnTo>
                  <a:lnTo>
                    <a:pt x="1535601" y="1054563"/>
                  </a:lnTo>
                  <a:lnTo>
                    <a:pt x="1536672" y="1055026"/>
                  </a:lnTo>
                  <a:lnTo>
                    <a:pt x="1537744" y="1055488"/>
                  </a:lnTo>
                  <a:lnTo>
                    <a:pt x="1538815" y="1055948"/>
                  </a:lnTo>
                  <a:lnTo>
                    <a:pt x="1539887" y="1056407"/>
                  </a:lnTo>
                  <a:lnTo>
                    <a:pt x="1540959" y="1056864"/>
                  </a:lnTo>
                  <a:lnTo>
                    <a:pt x="1542030" y="1057320"/>
                  </a:lnTo>
                  <a:lnTo>
                    <a:pt x="1543102" y="1057774"/>
                  </a:lnTo>
                  <a:lnTo>
                    <a:pt x="1544173" y="1058226"/>
                  </a:lnTo>
                  <a:lnTo>
                    <a:pt x="1545245" y="1058677"/>
                  </a:lnTo>
                  <a:lnTo>
                    <a:pt x="1546317" y="1059126"/>
                  </a:lnTo>
                  <a:lnTo>
                    <a:pt x="1547388" y="1059573"/>
                  </a:lnTo>
                  <a:lnTo>
                    <a:pt x="1548460" y="1060019"/>
                  </a:lnTo>
                  <a:lnTo>
                    <a:pt x="1549531" y="1060463"/>
                  </a:lnTo>
                  <a:lnTo>
                    <a:pt x="1550603" y="1060905"/>
                  </a:lnTo>
                  <a:lnTo>
                    <a:pt x="1551675" y="1061345"/>
                  </a:lnTo>
                  <a:lnTo>
                    <a:pt x="1552746" y="1061784"/>
                  </a:lnTo>
                  <a:lnTo>
                    <a:pt x="1553818" y="1062220"/>
                  </a:lnTo>
                  <a:lnTo>
                    <a:pt x="1554889" y="1062655"/>
                  </a:lnTo>
                  <a:lnTo>
                    <a:pt x="1555961" y="1063088"/>
                  </a:lnTo>
                  <a:lnTo>
                    <a:pt x="1557033" y="1063519"/>
                  </a:lnTo>
                  <a:lnTo>
                    <a:pt x="1558104" y="1063948"/>
                  </a:lnTo>
                  <a:lnTo>
                    <a:pt x="1559176" y="1064376"/>
                  </a:lnTo>
                  <a:lnTo>
                    <a:pt x="1560247" y="1064801"/>
                  </a:lnTo>
                  <a:lnTo>
                    <a:pt x="1561319" y="1065224"/>
                  </a:lnTo>
                  <a:lnTo>
                    <a:pt x="1562391" y="1065646"/>
                  </a:lnTo>
                  <a:lnTo>
                    <a:pt x="1563462" y="1066065"/>
                  </a:lnTo>
                  <a:lnTo>
                    <a:pt x="1564534" y="1066482"/>
                  </a:lnTo>
                  <a:lnTo>
                    <a:pt x="1565605" y="1066897"/>
                  </a:lnTo>
                  <a:lnTo>
                    <a:pt x="1566677" y="1067311"/>
                  </a:lnTo>
                  <a:lnTo>
                    <a:pt x="1567749" y="1067722"/>
                  </a:lnTo>
                  <a:lnTo>
                    <a:pt x="1568820" y="1068131"/>
                  </a:lnTo>
                  <a:lnTo>
                    <a:pt x="1569892" y="1068538"/>
                  </a:lnTo>
                  <a:lnTo>
                    <a:pt x="1570963" y="1068942"/>
                  </a:lnTo>
                  <a:lnTo>
                    <a:pt x="1572035" y="1069345"/>
                  </a:lnTo>
                  <a:lnTo>
                    <a:pt x="1573107" y="1069745"/>
                  </a:lnTo>
                  <a:lnTo>
                    <a:pt x="1574178" y="1070143"/>
                  </a:lnTo>
                  <a:lnTo>
                    <a:pt x="1575250" y="1070539"/>
                  </a:lnTo>
                  <a:lnTo>
                    <a:pt x="1576321" y="1070933"/>
                  </a:lnTo>
                  <a:lnTo>
                    <a:pt x="1577393" y="1071325"/>
                  </a:lnTo>
                  <a:lnTo>
                    <a:pt x="1578465" y="1071714"/>
                  </a:lnTo>
                  <a:lnTo>
                    <a:pt x="1579536" y="1072101"/>
                  </a:lnTo>
                  <a:lnTo>
                    <a:pt x="1580608" y="1072485"/>
                  </a:lnTo>
                  <a:lnTo>
                    <a:pt x="1581679" y="1072867"/>
                  </a:lnTo>
                  <a:lnTo>
                    <a:pt x="1582751" y="1073247"/>
                  </a:lnTo>
                  <a:lnTo>
                    <a:pt x="1583823" y="1073625"/>
                  </a:lnTo>
                  <a:lnTo>
                    <a:pt x="1584894" y="1074000"/>
                  </a:lnTo>
                  <a:lnTo>
                    <a:pt x="1585966" y="1074373"/>
                  </a:lnTo>
                  <a:lnTo>
                    <a:pt x="1587037" y="1074743"/>
                  </a:lnTo>
                  <a:lnTo>
                    <a:pt x="1588109" y="1075111"/>
                  </a:lnTo>
                  <a:lnTo>
                    <a:pt x="1589181" y="1075477"/>
                  </a:lnTo>
                  <a:lnTo>
                    <a:pt x="1590252" y="1075840"/>
                  </a:lnTo>
                  <a:lnTo>
                    <a:pt x="1591324" y="1076200"/>
                  </a:lnTo>
                  <a:lnTo>
                    <a:pt x="1592395" y="1076558"/>
                  </a:lnTo>
                  <a:lnTo>
                    <a:pt x="1593467" y="1076914"/>
                  </a:lnTo>
                  <a:lnTo>
                    <a:pt x="1594539" y="1077267"/>
                  </a:lnTo>
                  <a:lnTo>
                    <a:pt x="1595610" y="1077617"/>
                  </a:lnTo>
                  <a:lnTo>
                    <a:pt x="1596682" y="1077965"/>
                  </a:lnTo>
                  <a:lnTo>
                    <a:pt x="1597753" y="1078310"/>
                  </a:lnTo>
                  <a:lnTo>
                    <a:pt x="1598825" y="1078653"/>
                  </a:lnTo>
                  <a:lnTo>
                    <a:pt x="1599896" y="1078993"/>
                  </a:lnTo>
                  <a:lnTo>
                    <a:pt x="1600968" y="1079330"/>
                  </a:lnTo>
                  <a:lnTo>
                    <a:pt x="1602040" y="1079665"/>
                  </a:lnTo>
                  <a:lnTo>
                    <a:pt x="1603111" y="1079997"/>
                  </a:lnTo>
                  <a:lnTo>
                    <a:pt x="1604183" y="1080326"/>
                  </a:lnTo>
                  <a:lnTo>
                    <a:pt x="1605254" y="1080653"/>
                  </a:lnTo>
                  <a:lnTo>
                    <a:pt x="1606326" y="1080977"/>
                  </a:lnTo>
                  <a:lnTo>
                    <a:pt x="1607398" y="1081298"/>
                  </a:lnTo>
                  <a:lnTo>
                    <a:pt x="1608469" y="1081617"/>
                  </a:lnTo>
                  <a:lnTo>
                    <a:pt x="1609541" y="1081933"/>
                  </a:lnTo>
                  <a:lnTo>
                    <a:pt x="1610612" y="1082246"/>
                  </a:lnTo>
                  <a:lnTo>
                    <a:pt x="1611684" y="1082556"/>
                  </a:lnTo>
                  <a:lnTo>
                    <a:pt x="1612756" y="1082863"/>
                  </a:lnTo>
                  <a:lnTo>
                    <a:pt x="1613827" y="1083168"/>
                  </a:lnTo>
                  <a:lnTo>
                    <a:pt x="1614899" y="1083470"/>
                  </a:lnTo>
                  <a:lnTo>
                    <a:pt x="1615970" y="1083769"/>
                  </a:lnTo>
                  <a:lnTo>
                    <a:pt x="1617042" y="1084065"/>
                  </a:lnTo>
                  <a:lnTo>
                    <a:pt x="1618114" y="1084358"/>
                  </a:lnTo>
                  <a:lnTo>
                    <a:pt x="1619185" y="1084649"/>
                  </a:lnTo>
                  <a:lnTo>
                    <a:pt x="1620257" y="1084936"/>
                  </a:lnTo>
                  <a:lnTo>
                    <a:pt x="1621328" y="1085221"/>
                  </a:lnTo>
                  <a:lnTo>
                    <a:pt x="1622400" y="1085502"/>
                  </a:lnTo>
                  <a:lnTo>
                    <a:pt x="1623472" y="1085781"/>
                  </a:lnTo>
                  <a:lnTo>
                    <a:pt x="1624543" y="1086057"/>
                  </a:lnTo>
                  <a:lnTo>
                    <a:pt x="1625615" y="1086330"/>
                  </a:lnTo>
                  <a:lnTo>
                    <a:pt x="1626686" y="1086600"/>
                  </a:lnTo>
                  <a:lnTo>
                    <a:pt x="1627758" y="1086867"/>
                  </a:lnTo>
                  <a:lnTo>
                    <a:pt x="1628830" y="1087131"/>
                  </a:lnTo>
                  <a:lnTo>
                    <a:pt x="1629901" y="1087392"/>
                  </a:lnTo>
                  <a:lnTo>
                    <a:pt x="1630973" y="1087650"/>
                  </a:lnTo>
                  <a:lnTo>
                    <a:pt x="1632044" y="1087905"/>
                  </a:lnTo>
                  <a:lnTo>
                    <a:pt x="1633116" y="1088157"/>
                  </a:lnTo>
                  <a:lnTo>
                    <a:pt x="1634188" y="1088406"/>
                  </a:lnTo>
                  <a:lnTo>
                    <a:pt x="1635259" y="1088652"/>
                  </a:lnTo>
                  <a:lnTo>
                    <a:pt x="1636331" y="1088895"/>
                  </a:lnTo>
                  <a:lnTo>
                    <a:pt x="1637402" y="1089135"/>
                  </a:lnTo>
                  <a:lnTo>
                    <a:pt x="1638474" y="1089371"/>
                  </a:lnTo>
                  <a:lnTo>
                    <a:pt x="1639546" y="1089605"/>
                  </a:lnTo>
                  <a:lnTo>
                    <a:pt x="1640617" y="1089836"/>
                  </a:lnTo>
                  <a:lnTo>
                    <a:pt x="1641689" y="1090063"/>
                  </a:lnTo>
                  <a:lnTo>
                    <a:pt x="1642760" y="1090288"/>
                  </a:lnTo>
                  <a:lnTo>
                    <a:pt x="1643832" y="1090509"/>
                  </a:lnTo>
                  <a:lnTo>
                    <a:pt x="1644904" y="1090727"/>
                  </a:lnTo>
                  <a:lnTo>
                    <a:pt x="1645975" y="1090942"/>
                  </a:lnTo>
                  <a:lnTo>
                    <a:pt x="1647047" y="1091154"/>
                  </a:lnTo>
                  <a:lnTo>
                    <a:pt x="1648118" y="1091363"/>
                  </a:lnTo>
                  <a:lnTo>
                    <a:pt x="1649190" y="1091568"/>
                  </a:lnTo>
                  <a:lnTo>
                    <a:pt x="1650262" y="1091771"/>
                  </a:lnTo>
                  <a:lnTo>
                    <a:pt x="1651333" y="1091970"/>
                  </a:lnTo>
                  <a:lnTo>
                    <a:pt x="1652405" y="1092167"/>
                  </a:lnTo>
                  <a:lnTo>
                    <a:pt x="1653476" y="1092360"/>
                  </a:lnTo>
                  <a:lnTo>
                    <a:pt x="1654548" y="1092550"/>
                  </a:lnTo>
                  <a:lnTo>
                    <a:pt x="1655620" y="1092736"/>
                  </a:lnTo>
                  <a:lnTo>
                    <a:pt x="1656691" y="1092920"/>
                  </a:lnTo>
                  <a:lnTo>
                    <a:pt x="1657763" y="1091724"/>
                  </a:lnTo>
                  <a:lnTo>
                    <a:pt x="1658834" y="1090433"/>
                  </a:lnTo>
                  <a:lnTo>
                    <a:pt x="1659906" y="1089146"/>
                  </a:lnTo>
                  <a:lnTo>
                    <a:pt x="1660978" y="1087863"/>
                  </a:lnTo>
                  <a:lnTo>
                    <a:pt x="1662049" y="1086584"/>
                  </a:lnTo>
                  <a:lnTo>
                    <a:pt x="1663121" y="1085308"/>
                  </a:lnTo>
                  <a:lnTo>
                    <a:pt x="1664192" y="1084037"/>
                  </a:lnTo>
                  <a:lnTo>
                    <a:pt x="1665264" y="1082770"/>
                  </a:lnTo>
                  <a:lnTo>
                    <a:pt x="1666336" y="1081506"/>
                  </a:lnTo>
                  <a:lnTo>
                    <a:pt x="1667407" y="1080247"/>
                  </a:lnTo>
                  <a:lnTo>
                    <a:pt x="1668479" y="1078991"/>
                  </a:lnTo>
                  <a:lnTo>
                    <a:pt x="1669550" y="1077739"/>
                  </a:lnTo>
                  <a:lnTo>
                    <a:pt x="1670622" y="1076492"/>
                  </a:lnTo>
                  <a:lnTo>
                    <a:pt x="1671694" y="1075247"/>
                  </a:lnTo>
                  <a:lnTo>
                    <a:pt x="1672765" y="1074007"/>
                  </a:lnTo>
                  <a:lnTo>
                    <a:pt x="1673837" y="1072771"/>
                  </a:lnTo>
                  <a:lnTo>
                    <a:pt x="1674908" y="1071538"/>
                  </a:lnTo>
                  <a:lnTo>
                    <a:pt x="1675980" y="1070309"/>
                  </a:lnTo>
                  <a:lnTo>
                    <a:pt x="1677052" y="1069083"/>
                  </a:lnTo>
                  <a:lnTo>
                    <a:pt x="1678123" y="1067862"/>
                  </a:lnTo>
                  <a:lnTo>
                    <a:pt x="1679195" y="1066644"/>
                  </a:lnTo>
                  <a:lnTo>
                    <a:pt x="1680266" y="1065430"/>
                  </a:lnTo>
                  <a:lnTo>
                    <a:pt x="1681338" y="1064219"/>
                  </a:lnTo>
                  <a:lnTo>
                    <a:pt x="1682410" y="1063012"/>
                  </a:lnTo>
                  <a:lnTo>
                    <a:pt x="1683481" y="1061809"/>
                  </a:lnTo>
                  <a:lnTo>
                    <a:pt x="1684553" y="1060609"/>
                  </a:lnTo>
                  <a:lnTo>
                    <a:pt x="1685624" y="1059413"/>
                  </a:lnTo>
                  <a:lnTo>
                    <a:pt x="1686696" y="1058220"/>
                  </a:lnTo>
                  <a:lnTo>
                    <a:pt x="1687768" y="1057031"/>
                  </a:lnTo>
                  <a:lnTo>
                    <a:pt x="1688839" y="1055845"/>
                  </a:lnTo>
                  <a:lnTo>
                    <a:pt x="1689911" y="1054663"/>
                  </a:lnTo>
                  <a:lnTo>
                    <a:pt x="1690982" y="1053484"/>
                  </a:lnTo>
                  <a:lnTo>
                    <a:pt x="1692054" y="1052309"/>
                  </a:lnTo>
                  <a:lnTo>
                    <a:pt x="1693126" y="1051137"/>
                  </a:lnTo>
                  <a:lnTo>
                    <a:pt x="1694197" y="1049969"/>
                  </a:lnTo>
                  <a:lnTo>
                    <a:pt x="1695269" y="1048804"/>
                  </a:lnTo>
                  <a:lnTo>
                    <a:pt x="1696340" y="1047642"/>
                  </a:lnTo>
                  <a:lnTo>
                    <a:pt x="1697412" y="1046484"/>
                  </a:lnTo>
                  <a:lnTo>
                    <a:pt x="1698484" y="1045329"/>
                  </a:lnTo>
                  <a:lnTo>
                    <a:pt x="1699555" y="1044177"/>
                  </a:lnTo>
                  <a:lnTo>
                    <a:pt x="1700627" y="1043028"/>
                  </a:lnTo>
                  <a:lnTo>
                    <a:pt x="1701698" y="1041883"/>
                  </a:lnTo>
                  <a:lnTo>
                    <a:pt x="1702770" y="1040741"/>
                  </a:lnTo>
                  <a:lnTo>
                    <a:pt x="1703842" y="1039602"/>
                  </a:lnTo>
                  <a:lnTo>
                    <a:pt x="1704913" y="1038466"/>
                  </a:lnTo>
                  <a:lnTo>
                    <a:pt x="1705985" y="1037333"/>
                  </a:lnTo>
                  <a:lnTo>
                    <a:pt x="1707056" y="1036204"/>
                  </a:lnTo>
                  <a:lnTo>
                    <a:pt x="1708128" y="1035077"/>
                  </a:lnTo>
                  <a:lnTo>
                    <a:pt x="1709200" y="1033954"/>
                  </a:lnTo>
                  <a:lnTo>
                    <a:pt x="1710271" y="1032834"/>
                  </a:lnTo>
                  <a:lnTo>
                    <a:pt x="1711343" y="1031716"/>
                  </a:lnTo>
                  <a:lnTo>
                    <a:pt x="1712414" y="1030602"/>
                  </a:lnTo>
                  <a:lnTo>
                    <a:pt x="1713486" y="1029491"/>
                  </a:lnTo>
                  <a:lnTo>
                    <a:pt x="1714558" y="1028382"/>
                  </a:lnTo>
                  <a:lnTo>
                    <a:pt x="1715629" y="1027277"/>
                  </a:lnTo>
                  <a:lnTo>
                    <a:pt x="1716701" y="1026174"/>
                  </a:lnTo>
                  <a:lnTo>
                    <a:pt x="1717772" y="1025074"/>
                  </a:lnTo>
                  <a:lnTo>
                    <a:pt x="1718844" y="1023977"/>
                  </a:lnTo>
                  <a:lnTo>
                    <a:pt x="1719916" y="1022883"/>
                  </a:lnTo>
                  <a:lnTo>
                    <a:pt x="1720987" y="1021792"/>
                  </a:lnTo>
                  <a:lnTo>
                    <a:pt x="1722059" y="1020703"/>
                  </a:lnTo>
                  <a:lnTo>
                    <a:pt x="1723130" y="1019617"/>
                  </a:lnTo>
                  <a:lnTo>
                    <a:pt x="1724202" y="1018534"/>
                  </a:lnTo>
                  <a:lnTo>
                    <a:pt x="1725274" y="1017454"/>
                  </a:lnTo>
                  <a:lnTo>
                    <a:pt x="1726345" y="1016376"/>
                  </a:lnTo>
                  <a:lnTo>
                    <a:pt x="1727417" y="1015301"/>
                  </a:lnTo>
                  <a:lnTo>
                    <a:pt x="1728488" y="1014228"/>
                  </a:lnTo>
                  <a:lnTo>
                    <a:pt x="1729560" y="1013158"/>
                  </a:lnTo>
                  <a:lnTo>
                    <a:pt x="1730632" y="1012090"/>
                  </a:lnTo>
                  <a:lnTo>
                    <a:pt x="1731703" y="1011025"/>
                  </a:lnTo>
                  <a:lnTo>
                    <a:pt x="1732775" y="1009963"/>
                  </a:lnTo>
                  <a:lnTo>
                    <a:pt x="1733846" y="1008903"/>
                  </a:lnTo>
                  <a:lnTo>
                    <a:pt x="1734918" y="1007845"/>
                  </a:lnTo>
                  <a:lnTo>
                    <a:pt x="1735990" y="1006790"/>
                  </a:lnTo>
                  <a:lnTo>
                    <a:pt x="1737061" y="1005737"/>
                  </a:lnTo>
                  <a:lnTo>
                    <a:pt x="1738133" y="1004686"/>
                  </a:lnTo>
                  <a:lnTo>
                    <a:pt x="1739204" y="1003638"/>
                  </a:lnTo>
                  <a:lnTo>
                    <a:pt x="1740276" y="1002592"/>
                  </a:lnTo>
                  <a:lnTo>
                    <a:pt x="1741348" y="1001549"/>
                  </a:lnTo>
                  <a:lnTo>
                    <a:pt x="1742419" y="1000507"/>
                  </a:lnTo>
                  <a:lnTo>
                    <a:pt x="1743491" y="999468"/>
                  </a:lnTo>
                  <a:lnTo>
                    <a:pt x="1744562" y="998431"/>
                  </a:lnTo>
                  <a:lnTo>
                    <a:pt x="1745634" y="997396"/>
                  </a:lnTo>
                  <a:lnTo>
                    <a:pt x="1746706" y="996363"/>
                  </a:lnTo>
                  <a:lnTo>
                    <a:pt x="1747777" y="995332"/>
                  </a:lnTo>
                  <a:lnTo>
                    <a:pt x="1748849" y="994303"/>
                  </a:lnTo>
                  <a:lnTo>
                    <a:pt x="1749920" y="993277"/>
                  </a:lnTo>
                  <a:lnTo>
                    <a:pt x="1750992" y="992252"/>
                  </a:lnTo>
                  <a:lnTo>
                    <a:pt x="1752064" y="991229"/>
                  </a:lnTo>
                  <a:lnTo>
                    <a:pt x="1753135" y="990209"/>
                  </a:lnTo>
                  <a:lnTo>
                    <a:pt x="1754207" y="989190"/>
                  </a:lnTo>
                  <a:lnTo>
                    <a:pt x="1755278" y="988173"/>
                  </a:lnTo>
                  <a:lnTo>
                    <a:pt x="1756350" y="987158"/>
                  </a:lnTo>
                  <a:lnTo>
                    <a:pt x="1757422" y="986144"/>
                  </a:lnTo>
                  <a:lnTo>
                    <a:pt x="1758493" y="985133"/>
                  </a:lnTo>
                  <a:lnTo>
                    <a:pt x="1759565" y="984123"/>
                  </a:lnTo>
                  <a:lnTo>
                    <a:pt x="1760636" y="983115"/>
                  </a:lnTo>
                  <a:lnTo>
                    <a:pt x="1761708" y="982109"/>
                  </a:lnTo>
                  <a:lnTo>
                    <a:pt x="1762780" y="981104"/>
                  </a:lnTo>
                  <a:lnTo>
                    <a:pt x="1763851" y="980101"/>
                  </a:lnTo>
                  <a:lnTo>
                    <a:pt x="1764923" y="979100"/>
                  </a:lnTo>
                  <a:lnTo>
                    <a:pt x="1765994" y="978100"/>
                  </a:lnTo>
                  <a:lnTo>
                    <a:pt x="1767066" y="977102"/>
                  </a:lnTo>
                  <a:lnTo>
                    <a:pt x="1768138" y="976105"/>
                  </a:lnTo>
                  <a:lnTo>
                    <a:pt x="1769209" y="975110"/>
                  </a:lnTo>
                  <a:lnTo>
                    <a:pt x="1770281" y="974116"/>
                  </a:lnTo>
                  <a:lnTo>
                    <a:pt x="1771352" y="973124"/>
                  </a:lnTo>
                  <a:lnTo>
                    <a:pt x="1772424" y="972133"/>
                  </a:lnTo>
                  <a:lnTo>
                    <a:pt x="1773496" y="971144"/>
                  </a:lnTo>
                  <a:lnTo>
                    <a:pt x="1774567" y="970155"/>
                  </a:lnTo>
                  <a:lnTo>
                    <a:pt x="1775639" y="969168"/>
                  </a:lnTo>
                  <a:lnTo>
                    <a:pt x="1776710" y="968183"/>
                  </a:lnTo>
                  <a:lnTo>
                    <a:pt x="1777782" y="967199"/>
                  </a:lnTo>
                  <a:lnTo>
                    <a:pt x="1778853" y="966216"/>
                  </a:lnTo>
                  <a:lnTo>
                    <a:pt x="1779925" y="965234"/>
                  </a:lnTo>
                  <a:lnTo>
                    <a:pt x="1780997" y="964253"/>
                  </a:lnTo>
                  <a:lnTo>
                    <a:pt x="1782068" y="963273"/>
                  </a:lnTo>
                  <a:lnTo>
                    <a:pt x="1783140" y="962295"/>
                  </a:lnTo>
                  <a:lnTo>
                    <a:pt x="1784211" y="961318"/>
                  </a:lnTo>
                  <a:lnTo>
                    <a:pt x="1785283" y="960341"/>
                  </a:lnTo>
                  <a:lnTo>
                    <a:pt x="1786355" y="959366"/>
                  </a:lnTo>
                  <a:lnTo>
                    <a:pt x="1787426" y="958392"/>
                  </a:lnTo>
                  <a:lnTo>
                    <a:pt x="1788498" y="957418"/>
                  </a:lnTo>
                  <a:lnTo>
                    <a:pt x="1789569" y="956446"/>
                  </a:lnTo>
                  <a:lnTo>
                    <a:pt x="1790641" y="955474"/>
                  </a:lnTo>
                  <a:lnTo>
                    <a:pt x="1791713" y="954504"/>
                  </a:lnTo>
                  <a:lnTo>
                    <a:pt x="1792784" y="953534"/>
                  </a:lnTo>
                  <a:lnTo>
                    <a:pt x="1793856" y="952565"/>
                  </a:lnTo>
                  <a:lnTo>
                    <a:pt x="1794927" y="951597"/>
                  </a:lnTo>
                  <a:lnTo>
                    <a:pt x="1795999" y="950630"/>
                  </a:lnTo>
                  <a:lnTo>
                    <a:pt x="1797071" y="949663"/>
                  </a:lnTo>
                  <a:lnTo>
                    <a:pt x="1798142" y="948697"/>
                  </a:lnTo>
                  <a:lnTo>
                    <a:pt x="1799214" y="947732"/>
                  </a:lnTo>
                  <a:lnTo>
                    <a:pt x="1800285" y="946767"/>
                  </a:lnTo>
                  <a:lnTo>
                    <a:pt x="1801357" y="945803"/>
                  </a:lnTo>
                  <a:lnTo>
                    <a:pt x="1802429" y="944840"/>
                  </a:lnTo>
                  <a:lnTo>
                    <a:pt x="1803500" y="943877"/>
                  </a:lnTo>
                  <a:lnTo>
                    <a:pt x="1804572" y="942915"/>
                  </a:lnTo>
                  <a:lnTo>
                    <a:pt x="1805643" y="941953"/>
                  </a:lnTo>
                  <a:lnTo>
                    <a:pt x="1806715" y="940992"/>
                  </a:lnTo>
                  <a:lnTo>
                    <a:pt x="1807787" y="940031"/>
                  </a:lnTo>
                  <a:lnTo>
                    <a:pt x="1808858" y="939070"/>
                  </a:lnTo>
                  <a:lnTo>
                    <a:pt x="1809930" y="938110"/>
                  </a:lnTo>
                  <a:lnTo>
                    <a:pt x="1811001" y="937151"/>
                  </a:lnTo>
                  <a:lnTo>
                    <a:pt x="1812073" y="936191"/>
                  </a:lnTo>
                  <a:lnTo>
                    <a:pt x="1813145" y="935232"/>
                  </a:lnTo>
                  <a:lnTo>
                    <a:pt x="1814216" y="934274"/>
                  </a:lnTo>
                  <a:lnTo>
                    <a:pt x="1815288" y="933315"/>
                  </a:lnTo>
                  <a:lnTo>
                    <a:pt x="1816359" y="932357"/>
                  </a:lnTo>
                  <a:lnTo>
                    <a:pt x="1817431" y="931399"/>
                  </a:lnTo>
                  <a:lnTo>
                    <a:pt x="1818503" y="930441"/>
                  </a:lnTo>
                  <a:lnTo>
                    <a:pt x="1819574" y="929484"/>
                  </a:lnTo>
                  <a:lnTo>
                    <a:pt x="1820646" y="928526"/>
                  </a:lnTo>
                  <a:lnTo>
                    <a:pt x="1821717" y="927569"/>
                  </a:lnTo>
                  <a:lnTo>
                    <a:pt x="1822789" y="926612"/>
                  </a:lnTo>
                  <a:lnTo>
                    <a:pt x="1823861" y="925655"/>
                  </a:lnTo>
                  <a:lnTo>
                    <a:pt x="1824932" y="924698"/>
                  </a:lnTo>
                  <a:lnTo>
                    <a:pt x="1826004" y="923740"/>
                  </a:lnTo>
                  <a:lnTo>
                    <a:pt x="1827075" y="922783"/>
                  </a:lnTo>
                  <a:lnTo>
                    <a:pt x="1828147" y="921826"/>
                  </a:lnTo>
                  <a:lnTo>
                    <a:pt x="1829219" y="920869"/>
                  </a:lnTo>
                  <a:lnTo>
                    <a:pt x="1830290" y="919912"/>
                  </a:lnTo>
                  <a:lnTo>
                    <a:pt x="1831362" y="918954"/>
                  </a:lnTo>
                  <a:lnTo>
                    <a:pt x="1832433" y="917997"/>
                  </a:lnTo>
                  <a:lnTo>
                    <a:pt x="1833505" y="917039"/>
                  </a:lnTo>
                  <a:lnTo>
                    <a:pt x="1834577" y="916081"/>
                  </a:lnTo>
                  <a:lnTo>
                    <a:pt x="1835648" y="915123"/>
                  </a:lnTo>
                  <a:lnTo>
                    <a:pt x="1836720" y="914165"/>
                  </a:lnTo>
                  <a:lnTo>
                    <a:pt x="1837791" y="913206"/>
                  </a:lnTo>
                  <a:lnTo>
                    <a:pt x="1838863" y="912247"/>
                  </a:lnTo>
                  <a:lnTo>
                    <a:pt x="1839935" y="911288"/>
                  </a:lnTo>
                  <a:lnTo>
                    <a:pt x="1841006" y="910329"/>
                  </a:lnTo>
                  <a:lnTo>
                    <a:pt x="1842078" y="909369"/>
                  </a:lnTo>
                  <a:lnTo>
                    <a:pt x="1843149" y="908409"/>
                  </a:lnTo>
                  <a:lnTo>
                    <a:pt x="1844221" y="907448"/>
                  </a:lnTo>
                  <a:lnTo>
                    <a:pt x="1845293" y="906487"/>
                  </a:lnTo>
                  <a:lnTo>
                    <a:pt x="1846364" y="905526"/>
                  </a:lnTo>
                  <a:lnTo>
                    <a:pt x="1847436" y="904564"/>
                  </a:lnTo>
                  <a:lnTo>
                    <a:pt x="1848507" y="903602"/>
                  </a:lnTo>
                  <a:lnTo>
                    <a:pt x="1849579" y="902639"/>
                  </a:lnTo>
                  <a:lnTo>
                    <a:pt x="1850651" y="901676"/>
                  </a:lnTo>
                  <a:lnTo>
                    <a:pt x="1851722" y="900712"/>
                  </a:lnTo>
                  <a:lnTo>
                    <a:pt x="1852794" y="899748"/>
                  </a:lnTo>
                  <a:lnTo>
                    <a:pt x="1853865" y="898783"/>
                  </a:lnTo>
                  <a:lnTo>
                    <a:pt x="1854937" y="897818"/>
                  </a:lnTo>
                  <a:lnTo>
                    <a:pt x="1856009" y="896852"/>
                  </a:lnTo>
                  <a:lnTo>
                    <a:pt x="1857080" y="895885"/>
                  </a:lnTo>
                  <a:lnTo>
                    <a:pt x="1858152" y="894918"/>
                  </a:lnTo>
                  <a:lnTo>
                    <a:pt x="1859223" y="893950"/>
                  </a:lnTo>
                  <a:lnTo>
                    <a:pt x="1860295" y="892981"/>
                  </a:lnTo>
                  <a:lnTo>
                    <a:pt x="1861367" y="892012"/>
                  </a:lnTo>
                  <a:lnTo>
                    <a:pt x="1862438" y="891042"/>
                  </a:lnTo>
                  <a:lnTo>
                    <a:pt x="1863510" y="890071"/>
                  </a:lnTo>
                  <a:lnTo>
                    <a:pt x="1864581" y="889099"/>
                  </a:lnTo>
                  <a:lnTo>
                    <a:pt x="1865653" y="888127"/>
                  </a:lnTo>
                  <a:lnTo>
                    <a:pt x="1866725" y="887154"/>
                  </a:lnTo>
                  <a:lnTo>
                    <a:pt x="1867796" y="886180"/>
                  </a:lnTo>
                  <a:lnTo>
                    <a:pt x="1868868" y="885206"/>
                  </a:lnTo>
                  <a:lnTo>
                    <a:pt x="1869939" y="884230"/>
                  </a:lnTo>
                  <a:lnTo>
                    <a:pt x="1871011" y="883254"/>
                  </a:lnTo>
                  <a:lnTo>
                    <a:pt x="1872083" y="882277"/>
                  </a:lnTo>
                  <a:lnTo>
                    <a:pt x="1873154" y="881299"/>
                  </a:lnTo>
                  <a:lnTo>
                    <a:pt x="1874226" y="880320"/>
                  </a:lnTo>
                  <a:lnTo>
                    <a:pt x="1875297" y="879340"/>
                  </a:lnTo>
                  <a:lnTo>
                    <a:pt x="1876369" y="878359"/>
                  </a:lnTo>
                  <a:lnTo>
                    <a:pt x="1877441" y="877378"/>
                  </a:lnTo>
                  <a:lnTo>
                    <a:pt x="1878512" y="876395"/>
                  </a:lnTo>
                  <a:lnTo>
                    <a:pt x="1879584" y="875412"/>
                  </a:lnTo>
                  <a:lnTo>
                    <a:pt x="1880655" y="874427"/>
                  </a:lnTo>
                  <a:lnTo>
                    <a:pt x="1881727" y="873442"/>
                  </a:lnTo>
                  <a:lnTo>
                    <a:pt x="1882799" y="872455"/>
                  </a:lnTo>
                  <a:lnTo>
                    <a:pt x="1883870" y="871468"/>
                  </a:lnTo>
                  <a:lnTo>
                    <a:pt x="1884942" y="870479"/>
                  </a:lnTo>
                  <a:lnTo>
                    <a:pt x="1886013" y="869490"/>
                  </a:lnTo>
                  <a:lnTo>
                    <a:pt x="1887085" y="868499"/>
                  </a:lnTo>
                  <a:lnTo>
                    <a:pt x="1888157" y="867507"/>
                  </a:lnTo>
                  <a:lnTo>
                    <a:pt x="1889228" y="866515"/>
                  </a:lnTo>
                  <a:lnTo>
                    <a:pt x="1890300" y="865521"/>
                  </a:lnTo>
                  <a:lnTo>
                    <a:pt x="1891371" y="864526"/>
                  </a:lnTo>
                  <a:lnTo>
                    <a:pt x="1892443" y="863530"/>
                  </a:lnTo>
                  <a:lnTo>
                    <a:pt x="1893515" y="862533"/>
                  </a:lnTo>
                  <a:lnTo>
                    <a:pt x="1894586" y="861535"/>
                  </a:lnTo>
                  <a:lnTo>
                    <a:pt x="1895658" y="860535"/>
                  </a:lnTo>
                  <a:lnTo>
                    <a:pt x="1896729" y="859535"/>
                  </a:lnTo>
                  <a:lnTo>
                    <a:pt x="1897801" y="858533"/>
                  </a:lnTo>
                  <a:lnTo>
                    <a:pt x="1898873" y="857530"/>
                  </a:lnTo>
                  <a:lnTo>
                    <a:pt x="1899944" y="856526"/>
                  </a:lnTo>
                  <a:lnTo>
                    <a:pt x="1901016" y="855521"/>
                  </a:lnTo>
                  <a:lnTo>
                    <a:pt x="1902087" y="854515"/>
                  </a:lnTo>
                  <a:lnTo>
                    <a:pt x="1903159" y="853507"/>
                  </a:lnTo>
                  <a:lnTo>
                    <a:pt x="1904231" y="852499"/>
                  </a:lnTo>
                  <a:lnTo>
                    <a:pt x="1905302" y="851489"/>
                  </a:lnTo>
                  <a:lnTo>
                    <a:pt x="1906374" y="850477"/>
                  </a:lnTo>
                  <a:lnTo>
                    <a:pt x="1907445" y="849465"/>
                  </a:lnTo>
                  <a:lnTo>
                    <a:pt x="1908517" y="848451"/>
                  </a:lnTo>
                  <a:lnTo>
                    <a:pt x="1909589" y="847437"/>
                  </a:lnTo>
                  <a:lnTo>
                    <a:pt x="1910660" y="846421"/>
                  </a:lnTo>
                  <a:lnTo>
                    <a:pt x="1911732" y="845403"/>
                  </a:lnTo>
                  <a:lnTo>
                    <a:pt x="1912803" y="844385"/>
                  </a:lnTo>
                  <a:lnTo>
                    <a:pt x="1913875" y="843365"/>
                  </a:lnTo>
                  <a:lnTo>
                    <a:pt x="1914947" y="842344"/>
                  </a:lnTo>
                  <a:lnTo>
                    <a:pt x="1916018" y="841321"/>
                  </a:lnTo>
                  <a:lnTo>
                    <a:pt x="1917090" y="840298"/>
                  </a:lnTo>
                  <a:lnTo>
                    <a:pt x="1918161" y="839273"/>
                  </a:lnTo>
                  <a:lnTo>
                    <a:pt x="1919233" y="838247"/>
                  </a:lnTo>
                  <a:lnTo>
                    <a:pt x="1920305" y="837219"/>
                  </a:lnTo>
                  <a:lnTo>
                    <a:pt x="1921376" y="836190"/>
                  </a:lnTo>
                  <a:lnTo>
                    <a:pt x="1922448" y="835160"/>
                  </a:lnTo>
                  <a:lnTo>
                    <a:pt x="1923519" y="834129"/>
                  </a:lnTo>
                  <a:lnTo>
                    <a:pt x="1924591" y="833096"/>
                  </a:lnTo>
                  <a:lnTo>
                    <a:pt x="1925663" y="832062"/>
                  </a:lnTo>
                  <a:lnTo>
                    <a:pt x="1926734" y="831027"/>
                  </a:lnTo>
                  <a:lnTo>
                    <a:pt x="1927806" y="829990"/>
                  </a:lnTo>
                  <a:lnTo>
                    <a:pt x="1928877" y="828952"/>
                  </a:lnTo>
                  <a:lnTo>
                    <a:pt x="1929949" y="827913"/>
                  </a:lnTo>
                  <a:lnTo>
                    <a:pt x="1931021" y="826872"/>
                  </a:lnTo>
                  <a:lnTo>
                    <a:pt x="1932092" y="825830"/>
                  </a:lnTo>
                  <a:lnTo>
                    <a:pt x="1933164" y="824787"/>
                  </a:lnTo>
                  <a:lnTo>
                    <a:pt x="1934235" y="823743"/>
                  </a:lnTo>
                  <a:lnTo>
                    <a:pt x="1935307" y="822697"/>
                  </a:lnTo>
                  <a:lnTo>
                    <a:pt x="1936379" y="821649"/>
                  </a:lnTo>
                  <a:lnTo>
                    <a:pt x="1937450" y="820601"/>
                  </a:lnTo>
                  <a:lnTo>
                    <a:pt x="1938522" y="819551"/>
                  </a:lnTo>
                  <a:lnTo>
                    <a:pt x="1939593" y="818500"/>
                  </a:lnTo>
                  <a:lnTo>
                    <a:pt x="1940665" y="817447"/>
                  </a:lnTo>
                  <a:lnTo>
                    <a:pt x="1941737" y="816393"/>
                  </a:lnTo>
                  <a:lnTo>
                    <a:pt x="1942808" y="815338"/>
                  </a:lnTo>
                  <a:lnTo>
                    <a:pt x="1943880" y="814282"/>
                  </a:lnTo>
                  <a:lnTo>
                    <a:pt x="1944951" y="813224"/>
                  </a:lnTo>
                  <a:lnTo>
                    <a:pt x="1946023" y="812165"/>
                  </a:lnTo>
                  <a:lnTo>
                    <a:pt x="1947095" y="811104"/>
                  </a:lnTo>
                  <a:lnTo>
                    <a:pt x="1948166" y="810042"/>
                  </a:lnTo>
                  <a:lnTo>
                    <a:pt x="1949238" y="808979"/>
                  </a:lnTo>
                  <a:lnTo>
                    <a:pt x="1950309" y="807915"/>
                  </a:lnTo>
                  <a:lnTo>
                    <a:pt x="1951381" y="806849"/>
                  </a:lnTo>
                  <a:lnTo>
                    <a:pt x="1952453" y="805782"/>
                  </a:lnTo>
                  <a:lnTo>
                    <a:pt x="1953524" y="804713"/>
                  </a:lnTo>
                  <a:lnTo>
                    <a:pt x="1954596" y="803644"/>
                  </a:lnTo>
                  <a:lnTo>
                    <a:pt x="1955667" y="802573"/>
                  </a:lnTo>
                  <a:lnTo>
                    <a:pt x="1956739" y="801500"/>
                  </a:lnTo>
                  <a:lnTo>
                    <a:pt x="1957810" y="800427"/>
                  </a:lnTo>
                  <a:lnTo>
                    <a:pt x="1958882" y="799352"/>
                  </a:lnTo>
                  <a:lnTo>
                    <a:pt x="1959954" y="798276"/>
                  </a:lnTo>
                  <a:lnTo>
                    <a:pt x="1961025" y="797198"/>
                  </a:lnTo>
                  <a:lnTo>
                    <a:pt x="1962097" y="796119"/>
                  </a:lnTo>
                  <a:lnTo>
                    <a:pt x="1963168" y="795039"/>
                  </a:lnTo>
                  <a:lnTo>
                    <a:pt x="1964240" y="793958"/>
                  </a:lnTo>
                  <a:lnTo>
                    <a:pt x="1965312" y="792875"/>
                  </a:lnTo>
                  <a:lnTo>
                    <a:pt x="1966383" y="791791"/>
                  </a:lnTo>
                  <a:lnTo>
                    <a:pt x="1967455" y="790706"/>
                  </a:lnTo>
                  <a:lnTo>
                    <a:pt x="1968526" y="789619"/>
                  </a:lnTo>
                  <a:lnTo>
                    <a:pt x="1969598" y="788532"/>
                  </a:lnTo>
                  <a:lnTo>
                    <a:pt x="1970670" y="787443"/>
                  </a:lnTo>
                  <a:lnTo>
                    <a:pt x="1971741" y="786353"/>
                  </a:lnTo>
                  <a:lnTo>
                    <a:pt x="1972813" y="785261"/>
                  </a:lnTo>
                  <a:lnTo>
                    <a:pt x="1973884" y="784168"/>
                  </a:lnTo>
                  <a:lnTo>
                    <a:pt x="1974956" y="783074"/>
                  </a:lnTo>
                  <a:lnTo>
                    <a:pt x="1976028" y="781979"/>
                  </a:lnTo>
                  <a:lnTo>
                    <a:pt x="1977099" y="780883"/>
                  </a:lnTo>
                  <a:lnTo>
                    <a:pt x="1978171" y="779785"/>
                  </a:lnTo>
                  <a:lnTo>
                    <a:pt x="1979242" y="778687"/>
                  </a:lnTo>
                  <a:lnTo>
                    <a:pt x="1980314" y="777587"/>
                  </a:lnTo>
                  <a:lnTo>
                    <a:pt x="1981386" y="776485"/>
                  </a:lnTo>
                  <a:lnTo>
                    <a:pt x="1982457" y="775383"/>
                  </a:lnTo>
                  <a:lnTo>
                    <a:pt x="1983529" y="774279"/>
                  </a:lnTo>
                  <a:lnTo>
                    <a:pt x="1984600" y="773175"/>
                  </a:lnTo>
                  <a:lnTo>
                    <a:pt x="1985672" y="772069"/>
                  </a:lnTo>
                  <a:lnTo>
                    <a:pt x="1986744" y="770962"/>
                  </a:lnTo>
                  <a:lnTo>
                    <a:pt x="1987815" y="769854"/>
                  </a:lnTo>
                  <a:lnTo>
                    <a:pt x="1988887" y="768744"/>
                  </a:lnTo>
                  <a:lnTo>
                    <a:pt x="1989958" y="767634"/>
                  </a:lnTo>
                  <a:lnTo>
                    <a:pt x="1991030" y="766522"/>
                  </a:lnTo>
                  <a:lnTo>
                    <a:pt x="1992102" y="765410"/>
                  </a:lnTo>
                  <a:lnTo>
                    <a:pt x="1993173" y="764296"/>
                  </a:lnTo>
                  <a:lnTo>
                    <a:pt x="1994245" y="763181"/>
                  </a:lnTo>
                  <a:lnTo>
                    <a:pt x="1995316" y="762065"/>
                  </a:lnTo>
                  <a:lnTo>
                    <a:pt x="1996388" y="760948"/>
                  </a:lnTo>
                  <a:lnTo>
                    <a:pt x="1997460" y="759830"/>
                  </a:lnTo>
                  <a:lnTo>
                    <a:pt x="1998531" y="758711"/>
                  </a:lnTo>
                  <a:lnTo>
                    <a:pt x="1999603" y="757591"/>
                  </a:lnTo>
                  <a:lnTo>
                    <a:pt x="2000674" y="756469"/>
                  </a:lnTo>
                  <a:lnTo>
                    <a:pt x="2001746" y="755347"/>
                  </a:lnTo>
                  <a:lnTo>
                    <a:pt x="2002818" y="754224"/>
                  </a:lnTo>
                  <a:lnTo>
                    <a:pt x="2003889" y="753100"/>
                  </a:lnTo>
                  <a:lnTo>
                    <a:pt x="2004961" y="751974"/>
                  </a:lnTo>
                  <a:lnTo>
                    <a:pt x="2006032" y="750848"/>
                  </a:lnTo>
                  <a:lnTo>
                    <a:pt x="2007104" y="749721"/>
                  </a:lnTo>
                  <a:lnTo>
                    <a:pt x="2008176" y="748592"/>
                  </a:lnTo>
                  <a:lnTo>
                    <a:pt x="2009247" y="747463"/>
                  </a:lnTo>
                  <a:lnTo>
                    <a:pt x="2010319" y="746333"/>
                  </a:lnTo>
                  <a:lnTo>
                    <a:pt x="2011390" y="745202"/>
                  </a:lnTo>
                  <a:lnTo>
                    <a:pt x="2012462" y="744070"/>
                  </a:lnTo>
                  <a:lnTo>
                    <a:pt x="2013534" y="742937"/>
                  </a:lnTo>
                  <a:lnTo>
                    <a:pt x="2014605" y="741803"/>
                  </a:lnTo>
                  <a:lnTo>
                    <a:pt x="2015677" y="740668"/>
                  </a:lnTo>
                  <a:lnTo>
                    <a:pt x="2016748" y="739533"/>
                  </a:lnTo>
                  <a:lnTo>
                    <a:pt x="2017820" y="738396"/>
                  </a:lnTo>
                  <a:lnTo>
                    <a:pt x="2018892" y="737259"/>
                  </a:lnTo>
                  <a:lnTo>
                    <a:pt x="2019963" y="736121"/>
                  </a:lnTo>
                  <a:lnTo>
                    <a:pt x="2021035" y="734982"/>
                  </a:lnTo>
                  <a:lnTo>
                    <a:pt x="2022106" y="733842"/>
                  </a:lnTo>
                  <a:lnTo>
                    <a:pt x="2023178" y="732701"/>
                  </a:lnTo>
                  <a:lnTo>
                    <a:pt x="2024250" y="731560"/>
                  </a:lnTo>
                  <a:lnTo>
                    <a:pt x="2025321" y="730418"/>
                  </a:lnTo>
                  <a:lnTo>
                    <a:pt x="2026393" y="729275"/>
                  </a:lnTo>
                  <a:lnTo>
                    <a:pt x="2027464" y="728131"/>
                  </a:lnTo>
                  <a:lnTo>
                    <a:pt x="2028536" y="726986"/>
                  </a:lnTo>
                  <a:lnTo>
                    <a:pt x="2029608" y="725841"/>
                  </a:lnTo>
                  <a:lnTo>
                    <a:pt x="2030679" y="724695"/>
                  </a:lnTo>
                  <a:lnTo>
                    <a:pt x="2031751" y="723548"/>
                  </a:lnTo>
                  <a:lnTo>
                    <a:pt x="2032822" y="722401"/>
                  </a:lnTo>
                  <a:lnTo>
                    <a:pt x="2033894" y="721253"/>
                  </a:lnTo>
                  <a:lnTo>
                    <a:pt x="2034966" y="720104"/>
                  </a:lnTo>
                  <a:lnTo>
                    <a:pt x="2036037" y="718955"/>
                  </a:lnTo>
                  <a:lnTo>
                    <a:pt x="2037109" y="717805"/>
                  </a:lnTo>
                  <a:lnTo>
                    <a:pt x="2038180" y="716654"/>
                  </a:lnTo>
                  <a:lnTo>
                    <a:pt x="2039252" y="715503"/>
                  </a:lnTo>
                  <a:lnTo>
                    <a:pt x="2040324" y="714351"/>
                  </a:lnTo>
                  <a:lnTo>
                    <a:pt x="2041395" y="713199"/>
                  </a:lnTo>
                  <a:lnTo>
                    <a:pt x="2042467" y="712046"/>
                  </a:lnTo>
                  <a:lnTo>
                    <a:pt x="2043538" y="710892"/>
                  </a:lnTo>
                  <a:lnTo>
                    <a:pt x="2044610" y="709738"/>
                  </a:lnTo>
                  <a:lnTo>
                    <a:pt x="2045682" y="708583"/>
                  </a:lnTo>
                  <a:lnTo>
                    <a:pt x="2046753" y="707428"/>
                  </a:lnTo>
                  <a:lnTo>
                    <a:pt x="2047825" y="706273"/>
                  </a:lnTo>
                  <a:lnTo>
                    <a:pt x="2048896" y="705117"/>
                  </a:lnTo>
                  <a:lnTo>
                    <a:pt x="2049968" y="703960"/>
                  </a:lnTo>
                  <a:lnTo>
                    <a:pt x="2051040" y="702803"/>
                  </a:lnTo>
                  <a:lnTo>
                    <a:pt x="2052111" y="701646"/>
                  </a:lnTo>
                  <a:lnTo>
                    <a:pt x="2053183" y="700488"/>
                  </a:lnTo>
                  <a:lnTo>
                    <a:pt x="2054254" y="699329"/>
                  </a:lnTo>
                  <a:lnTo>
                    <a:pt x="2055326" y="698171"/>
                  </a:lnTo>
                  <a:lnTo>
                    <a:pt x="2056398" y="697012"/>
                  </a:lnTo>
                  <a:lnTo>
                    <a:pt x="2057469" y="695852"/>
                  </a:lnTo>
                  <a:lnTo>
                    <a:pt x="2058541" y="694692"/>
                  </a:lnTo>
                  <a:lnTo>
                    <a:pt x="2059612" y="693532"/>
                  </a:lnTo>
                  <a:lnTo>
                    <a:pt x="2060684" y="692372"/>
                  </a:lnTo>
                  <a:lnTo>
                    <a:pt x="2061756" y="691211"/>
                  </a:lnTo>
                  <a:lnTo>
                    <a:pt x="2062827" y="690050"/>
                  </a:lnTo>
                  <a:lnTo>
                    <a:pt x="2063899" y="688889"/>
                  </a:lnTo>
                  <a:lnTo>
                    <a:pt x="2064970" y="687728"/>
                  </a:lnTo>
                  <a:lnTo>
                    <a:pt x="2066042" y="686566"/>
                  </a:lnTo>
                  <a:lnTo>
                    <a:pt x="2067114" y="685404"/>
                  </a:lnTo>
                  <a:lnTo>
                    <a:pt x="2068185" y="684242"/>
                  </a:lnTo>
                  <a:lnTo>
                    <a:pt x="2069257" y="683079"/>
                  </a:lnTo>
                  <a:lnTo>
                    <a:pt x="2070328" y="681917"/>
                  </a:lnTo>
                  <a:lnTo>
                    <a:pt x="2071400" y="680754"/>
                  </a:lnTo>
                  <a:lnTo>
                    <a:pt x="2072472" y="679591"/>
                  </a:lnTo>
                  <a:lnTo>
                    <a:pt x="2073543" y="678429"/>
                  </a:lnTo>
                  <a:lnTo>
                    <a:pt x="2074615" y="677266"/>
                  </a:lnTo>
                  <a:lnTo>
                    <a:pt x="2075686" y="676103"/>
                  </a:lnTo>
                  <a:lnTo>
                    <a:pt x="2076758" y="674939"/>
                  </a:lnTo>
                  <a:lnTo>
                    <a:pt x="2077830" y="673776"/>
                  </a:lnTo>
                  <a:lnTo>
                    <a:pt x="2078901" y="672613"/>
                  </a:lnTo>
                  <a:lnTo>
                    <a:pt x="2079973" y="671450"/>
                  </a:lnTo>
                  <a:lnTo>
                    <a:pt x="2081044" y="670287"/>
                  </a:lnTo>
                  <a:lnTo>
                    <a:pt x="2082116" y="669123"/>
                  </a:lnTo>
                  <a:lnTo>
                    <a:pt x="2083188" y="667960"/>
                  </a:lnTo>
                  <a:lnTo>
                    <a:pt x="2084259" y="666797"/>
                  </a:lnTo>
                  <a:lnTo>
                    <a:pt x="2085331" y="665634"/>
                  </a:lnTo>
                  <a:lnTo>
                    <a:pt x="2086402" y="664471"/>
                  </a:lnTo>
                  <a:lnTo>
                    <a:pt x="2087474" y="663308"/>
                  </a:lnTo>
                  <a:lnTo>
                    <a:pt x="2088546" y="662145"/>
                  </a:lnTo>
                  <a:lnTo>
                    <a:pt x="2089617" y="660983"/>
                  </a:lnTo>
                  <a:lnTo>
                    <a:pt x="2090689" y="659821"/>
                  </a:lnTo>
                  <a:lnTo>
                    <a:pt x="2091760" y="658658"/>
                  </a:lnTo>
                  <a:lnTo>
                    <a:pt x="2092832" y="657496"/>
                  </a:lnTo>
                  <a:lnTo>
                    <a:pt x="2093904" y="656335"/>
                  </a:lnTo>
                  <a:lnTo>
                    <a:pt x="2094975" y="655173"/>
                  </a:lnTo>
                  <a:lnTo>
                    <a:pt x="2096047" y="654012"/>
                  </a:lnTo>
                  <a:lnTo>
                    <a:pt x="2097118" y="652851"/>
                  </a:lnTo>
                  <a:lnTo>
                    <a:pt x="2098190" y="651690"/>
                  </a:lnTo>
                  <a:lnTo>
                    <a:pt x="2099262" y="650529"/>
                  </a:lnTo>
                  <a:lnTo>
                    <a:pt x="2100333" y="649369"/>
                  </a:lnTo>
                  <a:lnTo>
                    <a:pt x="2101405" y="648210"/>
                  </a:lnTo>
                  <a:lnTo>
                    <a:pt x="2102476" y="647050"/>
                  </a:lnTo>
                  <a:lnTo>
                    <a:pt x="2103548" y="645891"/>
                  </a:lnTo>
                  <a:lnTo>
                    <a:pt x="2104620" y="644733"/>
                  </a:lnTo>
                  <a:lnTo>
                    <a:pt x="2105691" y="643575"/>
                  </a:lnTo>
                  <a:lnTo>
                    <a:pt x="2106763" y="642417"/>
                  </a:lnTo>
                  <a:lnTo>
                    <a:pt x="2107834" y="641260"/>
                  </a:lnTo>
                  <a:lnTo>
                    <a:pt x="2108906" y="640103"/>
                  </a:lnTo>
                  <a:lnTo>
                    <a:pt x="2109978" y="638947"/>
                  </a:lnTo>
                  <a:lnTo>
                    <a:pt x="2111049" y="637791"/>
                  </a:lnTo>
                  <a:lnTo>
                    <a:pt x="2112121" y="636636"/>
                  </a:lnTo>
                  <a:lnTo>
                    <a:pt x="2113192" y="635481"/>
                  </a:lnTo>
                  <a:lnTo>
                    <a:pt x="2114264" y="634327"/>
                  </a:lnTo>
                  <a:lnTo>
                    <a:pt x="2115336" y="633173"/>
                  </a:lnTo>
                  <a:lnTo>
                    <a:pt x="2116407" y="632021"/>
                  </a:lnTo>
                  <a:lnTo>
                    <a:pt x="2117479" y="630868"/>
                  </a:lnTo>
                  <a:lnTo>
                    <a:pt x="2118550" y="629717"/>
                  </a:lnTo>
                  <a:lnTo>
                    <a:pt x="2119622" y="628566"/>
                  </a:lnTo>
                  <a:lnTo>
                    <a:pt x="2120694" y="627416"/>
                  </a:lnTo>
                  <a:lnTo>
                    <a:pt x="2121765" y="626266"/>
                  </a:lnTo>
                  <a:lnTo>
                    <a:pt x="2122837" y="625118"/>
                  </a:lnTo>
                  <a:lnTo>
                    <a:pt x="2123908" y="623970"/>
                  </a:lnTo>
                  <a:lnTo>
                    <a:pt x="2124980" y="622823"/>
                  </a:lnTo>
                  <a:lnTo>
                    <a:pt x="2126052" y="621676"/>
                  </a:lnTo>
                  <a:lnTo>
                    <a:pt x="2127123" y="620531"/>
                  </a:lnTo>
                  <a:lnTo>
                    <a:pt x="2128195" y="619386"/>
                  </a:lnTo>
                  <a:lnTo>
                    <a:pt x="2129266" y="618242"/>
                  </a:lnTo>
                  <a:lnTo>
                    <a:pt x="2130338" y="617099"/>
                  </a:lnTo>
                  <a:lnTo>
                    <a:pt x="2131409" y="615957"/>
                  </a:lnTo>
                  <a:lnTo>
                    <a:pt x="2132481" y="614816"/>
                  </a:lnTo>
                  <a:lnTo>
                    <a:pt x="2133553" y="613676"/>
                  </a:lnTo>
                  <a:lnTo>
                    <a:pt x="2134624" y="612536"/>
                  </a:lnTo>
                  <a:lnTo>
                    <a:pt x="2135696" y="611398"/>
                  </a:lnTo>
                  <a:lnTo>
                    <a:pt x="2136767" y="610261"/>
                  </a:lnTo>
                  <a:lnTo>
                    <a:pt x="2137839" y="609125"/>
                  </a:lnTo>
                  <a:lnTo>
                    <a:pt x="2138911" y="607989"/>
                  </a:lnTo>
                  <a:lnTo>
                    <a:pt x="2139982" y="606855"/>
                  </a:lnTo>
                  <a:lnTo>
                    <a:pt x="2141054" y="605722"/>
                  </a:lnTo>
                  <a:lnTo>
                    <a:pt x="2142125" y="604590"/>
                  </a:lnTo>
                  <a:lnTo>
                    <a:pt x="2143197" y="603459"/>
                  </a:lnTo>
                  <a:lnTo>
                    <a:pt x="2144269" y="602330"/>
                  </a:lnTo>
                  <a:lnTo>
                    <a:pt x="2145340" y="601201"/>
                  </a:lnTo>
                  <a:lnTo>
                    <a:pt x="2146412" y="600074"/>
                  </a:lnTo>
                  <a:lnTo>
                    <a:pt x="2147483" y="598948"/>
                  </a:lnTo>
                  <a:lnTo>
                    <a:pt x="2148555" y="597823"/>
                  </a:lnTo>
                  <a:lnTo>
                    <a:pt x="2149627" y="596700"/>
                  </a:lnTo>
                  <a:lnTo>
                    <a:pt x="2150698" y="595577"/>
                  </a:lnTo>
                  <a:lnTo>
                    <a:pt x="2151770" y="594456"/>
                  </a:lnTo>
                  <a:lnTo>
                    <a:pt x="2152841" y="593337"/>
                  </a:lnTo>
                  <a:lnTo>
                    <a:pt x="2153913" y="592218"/>
                  </a:lnTo>
                  <a:lnTo>
                    <a:pt x="2154985" y="591101"/>
                  </a:lnTo>
                  <a:lnTo>
                    <a:pt x="2156056" y="589986"/>
                  </a:lnTo>
                  <a:lnTo>
                    <a:pt x="2157128" y="588872"/>
                  </a:lnTo>
                  <a:lnTo>
                    <a:pt x="2158199" y="587759"/>
                  </a:lnTo>
                  <a:lnTo>
                    <a:pt x="2159271" y="586647"/>
                  </a:lnTo>
                  <a:lnTo>
                    <a:pt x="2160343" y="585538"/>
                  </a:lnTo>
                  <a:lnTo>
                    <a:pt x="2161414" y="584429"/>
                  </a:lnTo>
                  <a:lnTo>
                    <a:pt x="2162486" y="583323"/>
                  </a:lnTo>
                  <a:lnTo>
                    <a:pt x="2163557" y="582217"/>
                  </a:lnTo>
                  <a:lnTo>
                    <a:pt x="2164629" y="581114"/>
                  </a:lnTo>
                  <a:lnTo>
                    <a:pt x="2165701" y="580011"/>
                  </a:lnTo>
                  <a:lnTo>
                    <a:pt x="2166772" y="578911"/>
                  </a:lnTo>
                  <a:lnTo>
                    <a:pt x="2167844" y="577812"/>
                  </a:lnTo>
                  <a:lnTo>
                    <a:pt x="2168915" y="576715"/>
                  </a:lnTo>
                  <a:lnTo>
                    <a:pt x="2169987" y="575619"/>
                  </a:lnTo>
                  <a:lnTo>
                    <a:pt x="2171059" y="574525"/>
                  </a:lnTo>
                  <a:lnTo>
                    <a:pt x="2172130" y="573433"/>
                  </a:lnTo>
                  <a:lnTo>
                    <a:pt x="2173202" y="572343"/>
                  </a:lnTo>
                  <a:lnTo>
                    <a:pt x="2174273" y="571254"/>
                  </a:lnTo>
                  <a:lnTo>
                    <a:pt x="2175345" y="570167"/>
                  </a:lnTo>
                  <a:lnTo>
                    <a:pt x="2176417" y="569082"/>
                  </a:lnTo>
                  <a:lnTo>
                    <a:pt x="2177488" y="567999"/>
                  </a:lnTo>
                  <a:lnTo>
                    <a:pt x="2178560" y="566917"/>
                  </a:lnTo>
                  <a:lnTo>
                    <a:pt x="2179631" y="565838"/>
                  </a:lnTo>
                  <a:lnTo>
                    <a:pt x="2180703" y="564760"/>
                  </a:lnTo>
                  <a:lnTo>
                    <a:pt x="2181775" y="563684"/>
                  </a:lnTo>
                  <a:lnTo>
                    <a:pt x="2182846" y="562611"/>
                  </a:lnTo>
                  <a:lnTo>
                    <a:pt x="2183918" y="561539"/>
                  </a:lnTo>
                  <a:lnTo>
                    <a:pt x="2184989" y="560469"/>
                  </a:lnTo>
                  <a:lnTo>
                    <a:pt x="2186061" y="559401"/>
                  </a:lnTo>
                  <a:lnTo>
                    <a:pt x="2187133" y="558335"/>
                  </a:lnTo>
                  <a:lnTo>
                    <a:pt x="2188204" y="557272"/>
                  </a:lnTo>
                  <a:lnTo>
                    <a:pt x="2189276" y="556210"/>
                  </a:lnTo>
                  <a:lnTo>
                    <a:pt x="2190347" y="555150"/>
                  </a:lnTo>
                  <a:lnTo>
                    <a:pt x="2191419" y="554093"/>
                  </a:lnTo>
                  <a:lnTo>
                    <a:pt x="2192491" y="553037"/>
                  </a:lnTo>
                  <a:lnTo>
                    <a:pt x="2193562" y="551984"/>
                  </a:lnTo>
                  <a:lnTo>
                    <a:pt x="2194634" y="550933"/>
                  </a:lnTo>
                  <a:lnTo>
                    <a:pt x="2195705" y="549883"/>
                  </a:lnTo>
                  <a:lnTo>
                    <a:pt x="2196777" y="548836"/>
                  </a:lnTo>
                  <a:lnTo>
                    <a:pt x="2197849" y="547791"/>
                  </a:lnTo>
                  <a:lnTo>
                    <a:pt x="2198920" y="546748"/>
                  </a:lnTo>
                  <a:lnTo>
                    <a:pt x="2199992" y="545708"/>
                  </a:lnTo>
                  <a:lnTo>
                    <a:pt x="2201063" y="544669"/>
                  </a:lnTo>
                  <a:lnTo>
                    <a:pt x="2202135" y="543632"/>
                  </a:lnTo>
                  <a:lnTo>
                    <a:pt x="2203207" y="542598"/>
                  </a:lnTo>
                  <a:lnTo>
                    <a:pt x="2204278" y="541566"/>
                  </a:lnTo>
                  <a:lnTo>
                    <a:pt x="2205350" y="540536"/>
                  </a:lnTo>
                  <a:lnTo>
                    <a:pt x="2206421" y="539508"/>
                  </a:lnTo>
                  <a:lnTo>
                    <a:pt x="2207493" y="538482"/>
                  </a:lnTo>
                  <a:lnTo>
                    <a:pt x="2208565" y="537458"/>
                  </a:lnTo>
                  <a:lnTo>
                    <a:pt x="2209636" y="536436"/>
                  </a:lnTo>
                  <a:lnTo>
                    <a:pt x="2210708" y="535417"/>
                  </a:lnTo>
                  <a:lnTo>
                    <a:pt x="2211779" y="534400"/>
                  </a:lnTo>
                  <a:lnTo>
                    <a:pt x="2212851" y="533385"/>
                  </a:lnTo>
                  <a:lnTo>
                    <a:pt x="2213923" y="532372"/>
                  </a:lnTo>
                  <a:lnTo>
                    <a:pt x="2214994" y="531361"/>
                  </a:lnTo>
                  <a:lnTo>
                    <a:pt x="2216066" y="530353"/>
                  </a:lnTo>
                  <a:lnTo>
                    <a:pt x="2217137" y="529346"/>
                  </a:lnTo>
                  <a:lnTo>
                    <a:pt x="2218209" y="528342"/>
                  </a:lnTo>
                  <a:lnTo>
                    <a:pt x="2219281" y="527340"/>
                  </a:lnTo>
                  <a:lnTo>
                    <a:pt x="2220352" y="526340"/>
                  </a:lnTo>
                  <a:lnTo>
                    <a:pt x="2221424" y="525343"/>
                  </a:lnTo>
                  <a:lnTo>
                    <a:pt x="2222495" y="524347"/>
                  </a:lnTo>
                  <a:lnTo>
                    <a:pt x="2223567" y="523354"/>
                  </a:lnTo>
                  <a:lnTo>
                    <a:pt x="2224639" y="522363"/>
                  </a:lnTo>
                  <a:lnTo>
                    <a:pt x="2225710" y="521374"/>
                  </a:lnTo>
                  <a:lnTo>
                    <a:pt x="2226782" y="520388"/>
                  </a:lnTo>
                  <a:lnTo>
                    <a:pt x="2227853" y="519403"/>
                  </a:lnTo>
                  <a:lnTo>
                    <a:pt x="2228925" y="518421"/>
                  </a:lnTo>
                  <a:lnTo>
                    <a:pt x="2229997" y="517441"/>
                  </a:lnTo>
                  <a:lnTo>
                    <a:pt x="2231068" y="516464"/>
                  </a:lnTo>
                  <a:lnTo>
                    <a:pt x="2232140" y="515488"/>
                  </a:lnTo>
                  <a:lnTo>
                    <a:pt x="2233211" y="514515"/>
                  </a:lnTo>
                  <a:lnTo>
                    <a:pt x="2234283" y="513544"/>
                  </a:lnTo>
                  <a:lnTo>
                    <a:pt x="2235355" y="512576"/>
                  </a:lnTo>
                  <a:lnTo>
                    <a:pt x="2236426" y="511609"/>
                  </a:lnTo>
                  <a:lnTo>
                    <a:pt x="2237498" y="510645"/>
                  </a:lnTo>
                  <a:lnTo>
                    <a:pt x="2238569" y="509683"/>
                  </a:lnTo>
                  <a:lnTo>
                    <a:pt x="2239641" y="508723"/>
                  </a:lnTo>
                  <a:lnTo>
                    <a:pt x="2240713" y="507766"/>
                  </a:lnTo>
                  <a:lnTo>
                    <a:pt x="2241784" y="506810"/>
                  </a:lnTo>
                  <a:lnTo>
                    <a:pt x="2242856" y="505858"/>
                  </a:lnTo>
                  <a:lnTo>
                    <a:pt x="2243927" y="504907"/>
                  </a:lnTo>
                  <a:lnTo>
                    <a:pt x="2244999" y="503958"/>
                  </a:lnTo>
                  <a:lnTo>
                    <a:pt x="2246071" y="503012"/>
                  </a:lnTo>
                  <a:lnTo>
                    <a:pt x="2247142" y="502068"/>
                  </a:lnTo>
                  <a:lnTo>
                    <a:pt x="2248214" y="501127"/>
                  </a:lnTo>
                  <a:lnTo>
                    <a:pt x="2249285" y="500188"/>
                  </a:lnTo>
                  <a:lnTo>
                    <a:pt x="2250357" y="499250"/>
                  </a:lnTo>
                  <a:lnTo>
                    <a:pt x="2251429" y="498316"/>
                  </a:lnTo>
                  <a:lnTo>
                    <a:pt x="2252500" y="497383"/>
                  </a:lnTo>
                  <a:lnTo>
                    <a:pt x="2253572" y="496453"/>
                  </a:lnTo>
                  <a:lnTo>
                    <a:pt x="2254643" y="495525"/>
                  </a:lnTo>
                  <a:lnTo>
                    <a:pt x="2255715" y="494599"/>
                  </a:lnTo>
                  <a:lnTo>
                    <a:pt x="2256787" y="493676"/>
                  </a:lnTo>
                  <a:lnTo>
                    <a:pt x="2257858" y="492755"/>
                  </a:lnTo>
                  <a:lnTo>
                    <a:pt x="2258930" y="491836"/>
                  </a:lnTo>
                  <a:lnTo>
                    <a:pt x="2260001" y="490920"/>
                  </a:lnTo>
                  <a:lnTo>
                    <a:pt x="2261073" y="490006"/>
                  </a:lnTo>
                  <a:lnTo>
                    <a:pt x="2262145" y="489094"/>
                  </a:lnTo>
                  <a:lnTo>
                    <a:pt x="2263216" y="488184"/>
                  </a:lnTo>
                  <a:lnTo>
                    <a:pt x="2264288" y="487277"/>
                  </a:lnTo>
                  <a:lnTo>
                    <a:pt x="2265359" y="486372"/>
                  </a:lnTo>
                  <a:lnTo>
                    <a:pt x="2266431" y="485470"/>
                  </a:lnTo>
                  <a:lnTo>
                    <a:pt x="2267503" y="484569"/>
                  </a:lnTo>
                  <a:lnTo>
                    <a:pt x="2268574" y="483671"/>
                  </a:lnTo>
                  <a:lnTo>
                    <a:pt x="2269646" y="482776"/>
                  </a:lnTo>
                  <a:lnTo>
                    <a:pt x="2270717" y="481882"/>
                  </a:lnTo>
                  <a:lnTo>
                    <a:pt x="2271789" y="480991"/>
                  </a:lnTo>
                  <a:lnTo>
                    <a:pt x="2272861" y="480103"/>
                  </a:lnTo>
                  <a:lnTo>
                    <a:pt x="2273932" y="479216"/>
                  </a:lnTo>
                  <a:lnTo>
                    <a:pt x="2275004" y="478332"/>
                  </a:lnTo>
                  <a:lnTo>
                    <a:pt x="2276075" y="477450"/>
                  </a:lnTo>
                  <a:lnTo>
                    <a:pt x="2277147" y="476571"/>
                  </a:lnTo>
                  <a:lnTo>
                    <a:pt x="2278219" y="475694"/>
                  </a:lnTo>
                  <a:lnTo>
                    <a:pt x="2279290" y="474819"/>
                  </a:lnTo>
                  <a:lnTo>
                    <a:pt x="2280362" y="473947"/>
                  </a:lnTo>
                  <a:lnTo>
                    <a:pt x="2281433" y="473076"/>
                  </a:lnTo>
                  <a:lnTo>
                    <a:pt x="2282505" y="472209"/>
                  </a:lnTo>
                  <a:lnTo>
                    <a:pt x="2283577" y="471343"/>
                  </a:lnTo>
                  <a:lnTo>
                    <a:pt x="2284648" y="470480"/>
                  </a:lnTo>
                  <a:lnTo>
                    <a:pt x="2285720" y="469619"/>
                  </a:lnTo>
                  <a:lnTo>
                    <a:pt x="2286791" y="468761"/>
                  </a:lnTo>
                  <a:lnTo>
                    <a:pt x="2287863" y="467905"/>
                  </a:lnTo>
                  <a:lnTo>
                    <a:pt x="2288935" y="467051"/>
                  </a:lnTo>
                  <a:lnTo>
                    <a:pt x="2290006" y="466199"/>
                  </a:lnTo>
                  <a:lnTo>
                    <a:pt x="2291078" y="465350"/>
                  </a:lnTo>
                  <a:lnTo>
                    <a:pt x="2292149" y="464504"/>
                  </a:lnTo>
                  <a:lnTo>
                    <a:pt x="2293221" y="463659"/>
                  </a:lnTo>
                  <a:lnTo>
                    <a:pt x="2294293" y="462817"/>
                  </a:lnTo>
                  <a:lnTo>
                    <a:pt x="2295364" y="461977"/>
                  </a:lnTo>
                  <a:lnTo>
                    <a:pt x="2296436" y="461140"/>
                  </a:lnTo>
                  <a:lnTo>
                    <a:pt x="2297507" y="460305"/>
                  </a:lnTo>
                  <a:lnTo>
                    <a:pt x="2298579" y="459472"/>
                  </a:lnTo>
                  <a:lnTo>
                    <a:pt x="2299651" y="458642"/>
                  </a:lnTo>
                  <a:lnTo>
                    <a:pt x="2300722" y="457814"/>
                  </a:lnTo>
                  <a:lnTo>
                    <a:pt x="2301794" y="456988"/>
                  </a:lnTo>
                  <a:lnTo>
                    <a:pt x="2302865" y="456165"/>
                  </a:lnTo>
                  <a:lnTo>
                    <a:pt x="2303937" y="455344"/>
                  </a:lnTo>
                  <a:lnTo>
                    <a:pt x="2305009" y="454525"/>
                  </a:lnTo>
                  <a:lnTo>
                    <a:pt x="2306080" y="453709"/>
                  </a:lnTo>
                  <a:lnTo>
                    <a:pt x="2307152" y="452895"/>
                  </a:lnTo>
                  <a:lnTo>
                    <a:pt x="2308223" y="452083"/>
                  </a:lnTo>
                  <a:lnTo>
                    <a:pt x="2309295" y="451274"/>
                  </a:lnTo>
                  <a:lnTo>
                    <a:pt x="2310366" y="450467"/>
                  </a:lnTo>
                  <a:lnTo>
                    <a:pt x="2311438" y="449663"/>
                  </a:lnTo>
                  <a:lnTo>
                    <a:pt x="2312510" y="448861"/>
                  </a:lnTo>
                  <a:lnTo>
                    <a:pt x="2313581" y="448061"/>
                  </a:lnTo>
                  <a:lnTo>
                    <a:pt x="2314653" y="447263"/>
                  </a:lnTo>
                  <a:lnTo>
                    <a:pt x="2315724" y="446468"/>
                  </a:lnTo>
                  <a:lnTo>
                    <a:pt x="2316796" y="445676"/>
                  </a:lnTo>
                  <a:lnTo>
                    <a:pt x="2317868" y="444885"/>
                  </a:lnTo>
                  <a:lnTo>
                    <a:pt x="2318939" y="444097"/>
                  </a:lnTo>
                  <a:lnTo>
                    <a:pt x="2320011" y="443311"/>
                  </a:lnTo>
                  <a:lnTo>
                    <a:pt x="2321082" y="442528"/>
                  </a:lnTo>
                  <a:lnTo>
                    <a:pt x="2322154" y="441747"/>
                  </a:lnTo>
                  <a:lnTo>
                    <a:pt x="2323226" y="440968"/>
                  </a:lnTo>
                  <a:lnTo>
                    <a:pt x="2324297" y="440192"/>
                  </a:lnTo>
                  <a:lnTo>
                    <a:pt x="2325369" y="439418"/>
                  </a:lnTo>
                  <a:lnTo>
                    <a:pt x="2326440" y="438647"/>
                  </a:lnTo>
                  <a:lnTo>
                    <a:pt x="2327512" y="437877"/>
                  </a:lnTo>
                  <a:lnTo>
                    <a:pt x="2328584" y="437110"/>
                  </a:lnTo>
                  <a:lnTo>
                    <a:pt x="2329655" y="436346"/>
                  </a:lnTo>
                  <a:lnTo>
                    <a:pt x="2330727" y="435584"/>
                  </a:lnTo>
                  <a:lnTo>
                    <a:pt x="2331798" y="434824"/>
                  </a:lnTo>
                  <a:lnTo>
                    <a:pt x="2332870" y="434067"/>
                  </a:lnTo>
                  <a:lnTo>
                    <a:pt x="2333942" y="433311"/>
                  </a:lnTo>
                  <a:lnTo>
                    <a:pt x="2335013" y="432559"/>
                  </a:lnTo>
                  <a:lnTo>
                    <a:pt x="2336085" y="431808"/>
                  </a:lnTo>
                  <a:lnTo>
                    <a:pt x="2337156" y="431060"/>
                  </a:lnTo>
                  <a:lnTo>
                    <a:pt x="2338228" y="430314"/>
                  </a:lnTo>
                  <a:lnTo>
                    <a:pt x="2339300" y="429571"/>
                  </a:lnTo>
                  <a:lnTo>
                    <a:pt x="2340371" y="428830"/>
                  </a:lnTo>
                  <a:lnTo>
                    <a:pt x="2341443" y="428091"/>
                  </a:lnTo>
                  <a:lnTo>
                    <a:pt x="2342514" y="427355"/>
                  </a:lnTo>
                  <a:lnTo>
                    <a:pt x="2343586" y="426621"/>
                  </a:lnTo>
                  <a:lnTo>
                    <a:pt x="2344658" y="425890"/>
                  </a:lnTo>
                  <a:lnTo>
                    <a:pt x="2345729" y="425160"/>
                  </a:lnTo>
                  <a:lnTo>
                    <a:pt x="2346801" y="424433"/>
                  </a:lnTo>
                  <a:lnTo>
                    <a:pt x="2347872" y="423709"/>
                  </a:lnTo>
                  <a:lnTo>
                    <a:pt x="2348944" y="422986"/>
                  </a:lnTo>
                  <a:lnTo>
                    <a:pt x="2350016" y="422267"/>
                  </a:lnTo>
                  <a:lnTo>
                    <a:pt x="2351087" y="421549"/>
                  </a:lnTo>
                  <a:lnTo>
                    <a:pt x="2352159" y="420834"/>
                  </a:lnTo>
                  <a:lnTo>
                    <a:pt x="2353230" y="420121"/>
                  </a:lnTo>
                  <a:lnTo>
                    <a:pt x="2354302" y="419410"/>
                  </a:lnTo>
                  <a:lnTo>
                    <a:pt x="2355374" y="418702"/>
                  </a:lnTo>
                  <a:lnTo>
                    <a:pt x="2356445" y="417996"/>
                  </a:lnTo>
                  <a:lnTo>
                    <a:pt x="2357517" y="417293"/>
                  </a:lnTo>
                  <a:lnTo>
                    <a:pt x="2358588" y="416592"/>
                  </a:lnTo>
                  <a:lnTo>
                    <a:pt x="2359660" y="415893"/>
                  </a:lnTo>
                  <a:lnTo>
                    <a:pt x="2360732" y="415197"/>
                  </a:lnTo>
                  <a:lnTo>
                    <a:pt x="2361803" y="414502"/>
                  </a:lnTo>
                  <a:lnTo>
                    <a:pt x="2362875" y="413811"/>
                  </a:lnTo>
                  <a:lnTo>
                    <a:pt x="2363946" y="413121"/>
                  </a:lnTo>
                  <a:lnTo>
                    <a:pt x="2365018" y="412434"/>
                  </a:lnTo>
                  <a:lnTo>
                    <a:pt x="2366090" y="411749"/>
                  </a:lnTo>
                  <a:lnTo>
                    <a:pt x="2367161" y="411067"/>
                  </a:lnTo>
                  <a:lnTo>
                    <a:pt x="2368233" y="410387"/>
                  </a:lnTo>
                  <a:lnTo>
                    <a:pt x="2369304" y="409709"/>
                  </a:lnTo>
                  <a:lnTo>
                    <a:pt x="2370376" y="409033"/>
                  </a:lnTo>
                  <a:lnTo>
                    <a:pt x="2371448" y="408360"/>
                  </a:lnTo>
                  <a:lnTo>
                    <a:pt x="2372519" y="407689"/>
                  </a:lnTo>
                  <a:lnTo>
                    <a:pt x="2373591" y="407021"/>
                  </a:lnTo>
                  <a:lnTo>
                    <a:pt x="2374662" y="406354"/>
                  </a:lnTo>
                  <a:lnTo>
                    <a:pt x="2375734" y="405691"/>
                  </a:lnTo>
                  <a:lnTo>
                    <a:pt x="2376806" y="405029"/>
                  </a:lnTo>
                  <a:lnTo>
                    <a:pt x="2377877" y="404370"/>
                  </a:lnTo>
                  <a:lnTo>
                    <a:pt x="2378949" y="403713"/>
                  </a:lnTo>
                  <a:lnTo>
                    <a:pt x="2380020" y="403058"/>
                  </a:lnTo>
                  <a:lnTo>
                    <a:pt x="2381092" y="402406"/>
                  </a:lnTo>
                  <a:lnTo>
                    <a:pt x="2382164" y="401756"/>
                  </a:lnTo>
                  <a:lnTo>
                    <a:pt x="2383235" y="401108"/>
                  </a:lnTo>
                  <a:lnTo>
                    <a:pt x="2384307" y="400463"/>
                  </a:lnTo>
                  <a:lnTo>
                    <a:pt x="2385378" y="399820"/>
                  </a:lnTo>
                  <a:lnTo>
                    <a:pt x="2386450" y="399179"/>
                  </a:lnTo>
                  <a:lnTo>
                    <a:pt x="2387522" y="398541"/>
                  </a:lnTo>
                  <a:lnTo>
                    <a:pt x="2388593" y="397905"/>
                  </a:lnTo>
                  <a:lnTo>
                    <a:pt x="2389665" y="397271"/>
                  </a:lnTo>
                  <a:lnTo>
                    <a:pt x="2390736" y="396639"/>
                  </a:lnTo>
                  <a:lnTo>
                    <a:pt x="2391808" y="396010"/>
                  </a:lnTo>
                  <a:lnTo>
                    <a:pt x="2392880" y="395383"/>
                  </a:lnTo>
                  <a:lnTo>
                    <a:pt x="2393951" y="394759"/>
                  </a:lnTo>
                  <a:lnTo>
                    <a:pt x="2395023" y="394136"/>
                  </a:lnTo>
                  <a:lnTo>
                    <a:pt x="2396094" y="393516"/>
                  </a:lnTo>
                  <a:lnTo>
                    <a:pt x="2397166" y="392899"/>
                  </a:lnTo>
                  <a:lnTo>
                    <a:pt x="2398238" y="392283"/>
                  </a:lnTo>
                  <a:lnTo>
                    <a:pt x="2399309" y="391670"/>
                  </a:lnTo>
                  <a:lnTo>
                    <a:pt x="2400381" y="391059"/>
                  </a:lnTo>
                  <a:lnTo>
                    <a:pt x="2401452" y="390451"/>
                  </a:lnTo>
                  <a:lnTo>
                    <a:pt x="2402524" y="389844"/>
                  </a:lnTo>
                  <a:lnTo>
                    <a:pt x="2403596" y="389240"/>
                  </a:lnTo>
                  <a:lnTo>
                    <a:pt x="2404667" y="388639"/>
                  </a:lnTo>
                  <a:lnTo>
                    <a:pt x="2405739" y="388039"/>
                  </a:lnTo>
                  <a:lnTo>
                    <a:pt x="2406810" y="387442"/>
                  </a:lnTo>
                  <a:lnTo>
                    <a:pt x="2407882" y="386847"/>
                  </a:lnTo>
                  <a:lnTo>
                    <a:pt x="2408954" y="386255"/>
                  </a:lnTo>
                  <a:lnTo>
                    <a:pt x="2410025" y="385664"/>
                  </a:lnTo>
                  <a:lnTo>
                    <a:pt x="2411097" y="385076"/>
                  </a:lnTo>
                  <a:lnTo>
                    <a:pt x="2412168" y="384490"/>
                  </a:lnTo>
                  <a:lnTo>
                    <a:pt x="2413240" y="383907"/>
                  </a:lnTo>
                  <a:lnTo>
                    <a:pt x="2414312" y="383326"/>
                  </a:lnTo>
                  <a:lnTo>
                    <a:pt x="2415383" y="382747"/>
                  </a:lnTo>
                  <a:lnTo>
                    <a:pt x="2416455" y="382170"/>
                  </a:lnTo>
                  <a:lnTo>
                    <a:pt x="2417526" y="381595"/>
                  </a:lnTo>
                  <a:lnTo>
                    <a:pt x="2418598" y="381023"/>
                  </a:lnTo>
                  <a:lnTo>
                    <a:pt x="2419670" y="380453"/>
                  </a:lnTo>
                  <a:lnTo>
                    <a:pt x="2420741" y="379885"/>
                  </a:lnTo>
                  <a:lnTo>
                    <a:pt x="2421813" y="379320"/>
                  </a:lnTo>
                  <a:lnTo>
                    <a:pt x="2422884" y="378757"/>
                  </a:lnTo>
                  <a:lnTo>
                    <a:pt x="2423956" y="378196"/>
                  </a:lnTo>
                  <a:lnTo>
                    <a:pt x="2425028" y="377637"/>
                  </a:lnTo>
                  <a:lnTo>
                    <a:pt x="2426099" y="377080"/>
                  </a:lnTo>
                  <a:lnTo>
                    <a:pt x="2427171" y="376526"/>
                  </a:lnTo>
                  <a:lnTo>
                    <a:pt x="2428242" y="375974"/>
                  </a:lnTo>
                  <a:lnTo>
                    <a:pt x="2429314" y="375424"/>
                  </a:lnTo>
                  <a:lnTo>
                    <a:pt x="2430386" y="374877"/>
                  </a:lnTo>
                  <a:lnTo>
                    <a:pt x="2431457" y="374332"/>
                  </a:lnTo>
                  <a:lnTo>
                    <a:pt x="2432529" y="373788"/>
                  </a:lnTo>
                  <a:lnTo>
                    <a:pt x="2433600" y="373248"/>
                  </a:lnTo>
                  <a:lnTo>
                    <a:pt x="2434672" y="372709"/>
                  </a:lnTo>
                  <a:lnTo>
                    <a:pt x="2435744" y="372172"/>
                  </a:lnTo>
                  <a:lnTo>
                    <a:pt x="2436815" y="371638"/>
                  </a:lnTo>
                  <a:lnTo>
                    <a:pt x="2437887" y="371106"/>
                  </a:lnTo>
                  <a:lnTo>
                    <a:pt x="2438958" y="370576"/>
                  </a:lnTo>
                  <a:lnTo>
                    <a:pt x="2440030" y="370049"/>
                  </a:lnTo>
                  <a:lnTo>
                    <a:pt x="2441102" y="369524"/>
                  </a:lnTo>
                  <a:lnTo>
                    <a:pt x="2442173" y="369000"/>
                  </a:lnTo>
                  <a:lnTo>
                    <a:pt x="2443245" y="368479"/>
                  </a:lnTo>
                  <a:lnTo>
                    <a:pt x="2444316" y="367961"/>
                  </a:lnTo>
                  <a:lnTo>
                    <a:pt x="2445388" y="367444"/>
                  </a:lnTo>
                  <a:lnTo>
                    <a:pt x="2446460" y="366930"/>
                  </a:lnTo>
                  <a:lnTo>
                    <a:pt x="2447531" y="366418"/>
                  </a:lnTo>
                  <a:lnTo>
                    <a:pt x="2448603" y="365908"/>
                  </a:lnTo>
                  <a:lnTo>
                    <a:pt x="2449674" y="365400"/>
                  </a:lnTo>
                  <a:lnTo>
                    <a:pt x="2450746" y="364894"/>
                  </a:lnTo>
                  <a:lnTo>
                    <a:pt x="2451818" y="364391"/>
                  </a:lnTo>
                  <a:lnTo>
                    <a:pt x="2452889" y="363890"/>
                  </a:lnTo>
                  <a:lnTo>
                    <a:pt x="2453961" y="363391"/>
                  </a:lnTo>
                  <a:lnTo>
                    <a:pt x="2455032" y="362894"/>
                  </a:lnTo>
                  <a:lnTo>
                    <a:pt x="2456104" y="362399"/>
                  </a:lnTo>
                  <a:lnTo>
                    <a:pt x="2457176" y="361906"/>
                  </a:lnTo>
                  <a:lnTo>
                    <a:pt x="2458247" y="361416"/>
                  </a:lnTo>
                  <a:lnTo>
                    <a:pt x="2459319" y="360928"/>
                  </a:lnTo>
                  <a:lnTo>
                    <a:pt x="2460390" y="360442"/>
                  </a:lnTo>
                  <a:lnTo>
                    <a:pt x="2461462" y="359958"/>
                  </a:lnTo>
                  <a:lnTo>
                    <a:pt x="2462534" y="359476"/>
                  </a:lnTo>
                  <a:lnTo>
                    <a:pt x="2463605" y="358997"/>
                  </a:lnTo>
                  <a:lnTo>
                    <a:pt x="2464677" y="358519"/>
                  </a:lnTo>
                  <a:lnTo>
                    <a:pt x="2465748" y="358044"/>
                  </a:lnTo>
                  <a:lnTo>
                    <a:pt x="2466820" y="357571"/>
                  </a:lnTo>
                  <a:lnTo>
                    <a:pt x="2467892" y="357100"/>
                  </a:lnTo>
                  <a:lnTo>
                    <a:pt x="2468963" y="356631"/>
                  </a:lnTo>
                  <a:lnTo>
                    <a:pt x="2470035" y="356164"/>
                  </a:lnTo>
                  <a:lnTo>
                    <a:pt x="2471106" y="355700"/>
                  </a:lnTo>
                  <a:lnTo>
                    <a:pt x="2472178" y="355237"/>
                  </a:lnTo>
                  <a:lnTo>
                    <a:pt x="2473250" y="354777"/>
                  </a:lnTo>
                  <a:lnTo>
                    <a:pt x="2474321" y="354319"/>
                  </a:lnTo>
                  <a:lnTo>
                    <a:pt x="2475393" y="353863"/>
                  </a:lnTo>
                  <a:lnTo>
                    <a:pt x="2476464" y="353409"/>
                  </a:lnTo>
                  <a:lnTo>
                    <a:pt x="2477536" y="352957"/>
                  </a:lnTo>
                  <a:lnTo>
                    <a:pt x="2478608" y="352507"/>
                  </a:lnTo>
                  <a:lnTo>
                    <a:pt x="2479679" y="352060"/>
                  </a:lnTo>
                  <a:lnTo>
                    <a:pt x="2480751" y="351614"/>
                  </a:lnTo>
                  <a:lnTo>
                    <a:pt x="2481822" y="351171"/>
                  </a:lnTo>
                  <a:lnTo>
                    <a:pt x="2482894" y="350729"/>
                  </a:lnTo>
                  <a:lnTo>
                    <a:pt x="2483966" y="350290"/>
                  </a:lnTo>
                  <a:lnTo>
                    <a:pt x="2485037" y="349853"/>
                  </a:lnTo>
                  <a:lnTo>
                    <a:pt x="2486109" y="349418"/>
                  </a:lnTo>
                  <a:lnTo>
                    <a:pt x="2487180" y="348985"/>
                  </a:lnTo>
                  <a:lnTo>
                    <a:pt x="2488252" y="348554"/>
                  </a:lnTo>
                  <a:lnTo>
                    <a:pt x="2489323" y="348126"/>
                  </a:lnTo>
                  <a:lnTo>
                    <a:pt x="2490395" y="347699"/>
                  </a:lnTo>
                  <a:lnTo>
                    <a:pt x="2491467" y="347274"/>
                  </a:lnTo>
                  <a:lnTo>
                    <a:pt x="2492538" y="346852"/>
                  </a:lnTo>
                  <a:lnTo>
                    <a:pt x="2493610" y="346431"/>
                  </a:lnTo>
                  <a:lnTo>
                    <a:pt x="2494681" y="346013"/>
                  </a:lnTo>
                  <a:lnTo>
                    <a:pt x="2495753" y="345597"/>
                  </a:lnTo>
                  <a:lnTo>
                    <a:pt x="2496825" y="345182"/>
                  </a:lnTo>
                  <a:lnTo>
                    <a:pt x="2497896" y="344770"/>
                  </a:lnTo>
                  <a:lnTo>
                    <a:pt x="2498968" y="344360"/>
                  </a:lnTo>
                  <a:lnTo>
                    <a:pt x="2500039" y="343952"/>
                  </a:lnTo>
                  <a:lnTo>
                    <a:pt x="2501111" y="343546"/>
                  </a:lnTo>
                  <a:lnTo>
                    <a:pt x="2502183" y="343142"/>
                  </a:lnTo>
                  <a:lnTo>
                    <a:pt x="2503254" y="342740"/>
                  </a:lnTo>
                  <a:lnTo>
                    <a:pt x="2504326" y="342340"/>
                  </a:lnTo>
                  <a:lnTo>
                    <a:pt x="2505397" y="341942"/>
                  </a:lnTo>
                  <a:lnTo>
                    <a:pt x="2506469" y="341546"/>
                  </a:lnTo>
                  <a:lnTo>
                    <a:pt x="2507541" y="341153"/>
                  </a:lnTo>
                  <a:lnTo>
                    <a:pt x="2508612" y="340761"/>
                  </a:lnTo>
                  <a:lnTo>
                    <a:pt x="2509684" y="340371"/>
                  </a:lnTo>
                  <a:lnTo>
                    <a:pt x="2510755" y="339983"/>
                  </a:lnTo>
                  <a:lnTo>
                    <a:pt x="2511827" y="339597"/>
                  </a:lnTo>
                  <a:lnTo>
                    <a:pt x="2512899" y="339214"/>
                  </a:lnTo>
                  <a:lnTo>
                    <a:pt x="2513970" y="338832"/>
                  </a:lnTo>
                  <a:lnTo>
                    <a:pt x="2515042" y="338452"/>
                  </a:lnTo>
                  <a:lnTo>
                    <a:pt x="2516113" y="338074"/>
                  </a:lnTo>
                  <a:lnTo>
                    <a:pt x="2517185" y="337699"/>
                  </a:lnTo>
                  <a:lnTo>
                    <a:pt x="2518257" y="337325"/>
                  </a:lnTo>
                  <a:lnTo>
                    <a:pt x="2519328" y="336953"/>
                  </a:lnTo>
                  <a:lnTo>
                    <a:pt x="2520400" y="336583"/>
                  </a:lnTo>
                  <a:lnTo>
                    <a:pt x="2521471" y="336216"/>
                  </a:lnTo>
                  <a:lnTo>
                    <a:pt x="2522543" y="335850"/>
                  </a:lnTo>
                  <a:lnTo>
                    <a:pt x="2523615" y="335486"/>
                  </a:lnTo>
                  <a:lnTo>
                    <a:pt x="2524686" y="335124"/>
                  </a:lnTo>
                  <a:lnTo>
                    <a:pt x="2525758" y="334764"/>
                  </a:lnTo>
                  <a:lnTo>
                    <a:pt x="2526829" y="334406"/>
                  </a:lnTo>
                  <a:lnTo>
                    <a:pt x="2527901" y="334050"/>
                  </a:lnTo>
                  <a:lnTo>
                    <a:pt x="2528973" y="333696"/>
                  </a:lnTo>
                  <a:lnTo>
                    <a:pt x="2530044" y="333344"/>
                  </a:lnTo>
                  <a:lnTo>
                    <a:pt x="2531116" y="332994"/>
                  </a:lnTo>
                  <a:lnTo>
                    <a:pt x="2532187" y="332646"/>
                  </a:lnTo>
                  <a:lnTo>
                    <a:pt x="2533259" y="332299"/>
                  </a:lnTo>
                  <a:lnTo>
                    <a:pt x="2534331" y="331955"/>
                  </a:lnTo>
                  <a:lnTo>
                    <a:pt x="2535402" y="331613"/>
                  </a:lnTo>
                  <a:lnTo>
                    <a:pt x="2536474" y="331272"/>
                  </a:lnTo>
                  <a:lnTo>
                    <a:pt x="2537545" y="330934"/>
                  </a:lnTo>
                  <a:lnTo>
                    <a:pt x="2538617" y="330597"/>
                  </a:lnTo>
                  <a:lnTo>
                    <a:pt x="2539689" y="330263"/>
                  </a:lnTo>
                  <a:lnTo>
                    <a:pt x="2540760" y="329930"/>
                  </a:lnTo>
                  <a:lnTo>
                    <a:pt x="2541832" y="329599"/>
                  </a:lnTo>
                  <a:lnTo>
                    <a:pt x="2542903" y="329270"/>
                  </a:lnTo>
                  <a:lnTo>
                    <a:pt x="2543975" y="328943"/>
                  </a:lnTo>
                  <a:lnTo>
                    <a:pt x="2545047" y="328618"/>
                  </a:lnTo>
                  <a:lnTo>
                    <a:pt x="2546118" y="328295"/>
                  </a:lnTo>
                  <a:lnTo>
                    <a:pt x="2547190" y="327973"/>
                  </a:lnTo>
                  <a:lnTo>
                    <a:pt x="2548261" y="327654"/>
                  </a:lnTo>
                  <a:lnTo>
                    <a:pt x="2549333" y="327336"/>
                  </a:lnTo>
                  <a:lnTo>
                    <a:pt x="2550405" y="327021"/>
                  </a:lnTo>
                  <a:lnTo>
                    <a:pt x="2551476" y="326707"/>
                  </a:lnTo>
                  <a:lnTo>
                    <a:pt x="2552548" y="326395"/>
                  </a:lnTo>
                  <a:lnTo>
                    <a:pt x="2553619" y="326085"/>
                  </a:lnTo>
                  <a:lnTo>
                    <a:pt x="2554691" y="325777"/>
                  </a:lnTo>
                  <a:lnTo>
                    <a:pt x="2555763" y="325470"/>
                  </a:lnTo>
                  <a:lnTo>
                    <a:pt x="2556834" y="325166"/>
                  </a:lnTo>
                  <a:lnTo>
                    <a:pt x="2557906" y="324863"/>
                  </a:lnTo>
                  <a:lnTo>
                    <a:pt x="2558977" y="324562"/>
                  </a:lnTo>
                  <a:lnTo>
                    <a:pt x="2560049" y="324263"/>
                  </a:lnTo>
                  <a:lnTo>
                    <a:pt x="2561121" y="323966"/>
                  </a:lnTo>
                  <a:lnTo>
                    <a:pt x="2562192" y="323671"/>
                  </a:lnTo>
                  <a:lnTo>
                    <a:pt x="2563264" y="323378"/>
                  </a:lnTo>
                  <a:lnTo>
                    <a:pt x="2564335" y="323086"/>
                  </a:lnTo>
                  <a:lnTo>
                    <a:pt x="2565407" y="322796"/>
                  </a:lnTo>
                  <a:lnTo>
                    <a:pt x="2566479" y="322508"/>
                  </a:lnTo>
                  <a:lnTo>
                    <a:pt x="2567550" y="322222"/>
                  </a:lnTo>
                  <a:lnTo>
                    <a:pt x="2568622" y="321938"/>
                  </a:lnTo>
                  <a:lnTo>
                    <a:pt x="2569693" y="321655"/>
                  </a:lnTo>
                  <a:lnTo>
                    <a:pt x="2570765" y="321375"/>
                  </a:lnTo>
                  <a:lnTo>
                    <a:pt x="2571837" y="321096"/>
                  </a:lnTo>
                  <a:lnTo>
                    <a:pt x="2572908" y="320819"/>
                  </a:lnTo>
                  <a:lnTo>
                    <a:pt x="2573980" y="320544"/>
                  </a:lnTo>
                  <a:lnTo>
                    <a:pt x="2575051" y="320270"/>
                  </a:lnTo>
                  <a:lnTo>
                    <a:pt x="2576123" y="319998"/>
                  </a:lnTo>
                  <a:lnTo>
                    <a:pt x="2577195" y="319728"/>
                  </a:lnTo>
                  <a:lnTo>
                    <a:pt x="2578266" y="319460"/>
                  </a:lnTo>
                  <a:lnTo>
                    <a:pt x="2579338" y="319194"/>
                  </a:lnTo>
                  <a:lnTo>
                    <a:pt x="2580409" y="318929"/>
                  </a:lnTo>
                  <a:lnTo>
                    <a:pt x="2581481" y="318666"/>
                  </a:lnTo>
                  <a:lnTo>
                    <a:pt x="2582553" y="318405"/>
                  </a:lnTo>
                  <a:lnTo>
                    <a:pt x="2583624" y="318146"/>
                  </a:lnTo>
                  <a:lnTo>
                    <a:pt x="2584696" y="317888"/>
                  </a:lnTo>
                  <a:lnTo>
                    <a:pt x="2585767" y="317632"/>
                  </a:lnTo>
                  <a:lnTo>
                    <a:pt x="2586839" y="317378"/>
                  </a:lnTo>
                  <a:lnTo>
                    <a:pt x="2587911" y="317126"/>
                  </a:lnTo>
                  <a:lnTo>
                    <a:pt x="2588982" y="316875"/>
                  </a:lnTo>
                  <a:lnTo>
                    <a:pt x="2590054" y="316626"/>
                  </a:lnTo>
                  <a:lnTo>
                    <a:pt x="2591125" y="316379"/>
                  </a:lnTo>
                  <a:lnTo>
                    <a:pt x="2592197" y="316134"/>
                  </a:lnTo>
                  <a:lnTo>
                    <a:pt x="2593269" y="315890"/>
                  </a:lnTo>
                  <a:lnTo>
                    <a:pt x="2594340" y="315648"/>
                  </a:lnTo>
                  <a:lnTo>
                    <a:pt x="2595412" y="315407"/>
                  </a:lnTo>
                  <a:lnTo>
                    <a:pt x="2596483" y="315169"/>
                  </a:lnTo>
                  <a:lnTo>
                    <a:pt x="2597555" y="314932"/>
                  </a:lnTo>
                  <a:lnTo>
                    <a:pt x="2598627" y="314697"/>
                  </a:lnTo>
                  <a:lnTo>
                    <a:pt x="2599698" y="314463"/>
                  </a:lnTo>
                  <a:lnTo>
                    <a:pt x="2600770" y="314231"/>
                  </a:lnTo>
                  <a:lnTo>
                    <a:pt x="2601841" y="314001"/>
                  </a:lnTo>
                  <a:lnTo>
                    <a:pt x="2602913" y="313773"/>
                  </a:lnTo>
                  <a:lnTo>
                    <a:pt x="2603985" y="313546"/>
                  </a:lnTo>
                  <a:lnTo>
                    <a:pt x="2605056" y="313321"/>
                  </a:lnTo>
                  <a:lnTo>
                    <a:pt x="2606128" y="313097"/>
                  </a:lnTo>
                  <a:lnTo>
                    <a:pt x="2607199" y="312875"/>
                  </a:lnTo>
                  <a:lnTo>
                    <a:pt x="2608271" y="312655"/>
                  </a:lnTo>
                  <a:lnTo>
                    <a:pt x="2609343" y="312437"/>
                  </a:lnTo>
                  <a:lnTo>
                    <a:pt x="2610414" y="312220"/>
                  </a:lnTo>
                  <a:lnTo>
                    <a:pt x="2611486" y="312005"/>
                  </a:lnTo>
                  <a:lnTo>
                    <a:pt x="2612557" y="311791"/>
                  </a:lnTo>
                  <a:lnTo>
                    <a:pt x="2613629" y="311579"/>
                  </a:lnTo>
                  <a:lnTo>
                    <a:pt x="2614701" y="311369"/>
                  </a:lnTo>
                  <a:lnTo>
                    <a:pt x="2615772" y="311160"/>
                  </a:lnTo>
                  <a:lnTo>
                    <a:pt x="2616844" y="310953"/>
                  </a:lnTo>
                  <a:lnTo>
                    <a:pt x="2617915" y="310748"/>
                  </a:lnTo>
                  <a:lnTo>
                    <a:pt x="2618987" y="310544"/>
                  </a:lnTo>
                  <a:lnTo>
                    <a:pt x="2620059" y="310341"/>
                  </a:lnTo>
                  <a:lnTo>
                    <a:pt x="2621130" y="310141"/>
                  </a:lnTo>
                  <a:lnTo>
                    <a:pt x="2622202" y="309942"/>
                  </a:lnTo>
                  <a:lnTo>
                    <a:pt x="2623273" y="309744"/>
                  </a:lnTo>
                  <a:lnTo>
                    <a:pt x="2624345" y="309548"/>
                  </a:lnTo>
                  <a:lnTo>
                    <a:pt x="2625417" y="309354"/>
                  </a:lnTo>
                  <a:lnTo>
                    <a:pt x="2626488" y="309161"/>
                  </a:lnTo>
                  <a:lnTo>
                    <a:pt x="2627560" y="308970"/>
                  </a:lnTo>
                  <a:lnTo>
                    <a:pt x="2628631" y="308781"/>
                  </a:lnTo>
                  <a:lnTo>
                    <a:pt x="2629703" y="308593"/>
                  </a:lnTo>
                  <a:lnTo>
                    <a:pt x="2630775" y="308406"/>
                  </a:lnTo>
                  <a:lnTo>
                    <a:pt x="2631846" y="308222"/>
                  </a:lnTo>
                  <a:lnTo>
                    <a:pt x="2632918" y="308038"/>
                  </a:lnTo>
                  <a:lnTo>
                    <a:pt x="2633989" y="307856"/>
                  </a:lnTo>
                  <a:lnTo>
                    <a:pt x="2635061" y="307676"/>
                  </a:lnTo>
                  <a:lnTo>
                    <a:pt x="2636133" y="307498"/>
                  </a:lnTo>
                  <a:lnTo>
                    <a:pt x="2637204" y="307320"/>
                  </a:lnTo>
                  <a:lnTo>
                    <a:pt x="2638276" y="307145"/>
                  </a:lnTo>
                  <a:lnTo>
                    <a:pt x="2639347" y="306971"/>
                  </a:lnTo>
                  <a:lnTo>
                    <a:pt x="2640419" y="306798"/>
                  </a:lnTo>
                  <a:lnTo>
                    <a:pt x="2641491" y="306627"/>
                  </a:lnTo>
                  <a:lnTo>
                    <a:pt x="2642562" y="306457"/>
                  </a:lnTo>
                  <a:lnTo>
                    <a:pt x="2643634" y="306289"/>
                  </a:lnTo>
                  <a:lnTo>
                    <a:pt x="2644705" y="306123"/>
                  </a:lnTo>
                  <a:lnTo>
                    <a:pt x="2645777" y="305958"/>
                  </a:lnTo>
                  <a:lnTo>
                    <a:pt x="2646849" y="305794"/>
                  </a:lnTo>
                  <a:lnTo>
                    <a:pt x="2647920" y="305632"/>
                  </a:lnTo>
                  <a:lnTo>
                    <a:pt x="2648992" y="305472"/>
                  </a:lnTo>
                  <a:lnTo>
                    <a:pt x="2650063" y="305312"/>
                  </a:lnTo>
                  <a:lnTo>
                    <a:pt x="2651135" y="305155"/>
                  </a:lnTo>
                  <a:lnTo>
                    <a:pt x="2652207" y="304999"/>
                  </a:lnTo>
                  <a:lnTo>
                    <a:pt x="2653278" y="304844"/>
                  </a:lnTo>
                  <a:lnTo>
                    <a:pt x="2654350" y="304691"/>
                  </a:lnTo>
                  <a:lnTo>
                    <a:pt x="2655421" y="304539"/>
                  </a:lnTo>
                  <a:lnTo>
                    <a:pt x="2656493" y="304389"/>
                  </a:lnTo>
                  <a:lnTo>
                    <a:pt x="2657565" y="304240"/>
                  </a:lnTo>
                  <a:lnTo>
                    <a:pt x="2658636" y="304092"/>
                  </a:lnTo>
                  <a:lnTo>
                    <a:pt x="2659708" y="303946"/>
                  </a:lnTo>
                  <a:lnTo>
                    <a:pt x="2660779" y="303802"/>
                  </a:lnTo>
                  <a:lnTo>
                    <a:pt x="2661851" y="303658"/>
                  </a:lnTo>
                  <a:lnTo>
                    <a:pt x="2662922" y="303517"/>
                  </a:lnTo>
                  <a:lnTo>
                    <a:pt x="2663994" y="303376"/>
                  </a:lnTo>
                  <a:lnTo>
                    <a:pt x="2665066" y="303237"/>
                  </a:lnTo>
                  <a:lnTo>
                    <a:pt x="2666137" y="303100"/>
                  </a:lnTo>
                  <a:lnTo>
                    <a:pt x="2667209" y="302964"/>
                  </a:lnTo>
                  <a:lnTo>
                    <a:pt x="2668280" y="302829"/>
                  </a:lnTo>
                  <a:lnTo>
                    <a:pt x="2669352" y="302696"/>
                  </a:lnTo>
                  <a:lnTo>
                    <a:pt x="2670424" y="302564"/>
                  </a:lnTo>
                  <a:lnTo>
                    <a:pt x="2671495" y="302433"/>
                  </a:lnTo>
                  <a:lnTo>
                    <a:pt x="2672567" y="302304"/>
                  </a:lnTo>
                  <a:lnTo>
                    <a:pt x="2673638" y="302176"/>
                  </a:lnTo>
                  <a:lnTo>
                    <a:pt x="2674710" y="302050"/>
                  </a:lnTo>
                  <a:lnTo>
                    <a:pt x="2675782" y="301925"/>
                  </a:lnTo>
                  <a:lnTo>
                    <a:pt x="2676853" y="301801"/>
                  </a:lnTo>
                  <a:lnTo>
                    <a:pt x="2677925" y="301679"/>
                  </a:lnTo>
                  <a:lnTo>
                    <a:pt x="2678996" y="301558"/>
                  </a:lnTo>
                  <a:lnTo>
                    <a:pt x="2680068" y="301438"/>
                  </a:lnTo>
                  <a:lnTo>
                    <a:pt x="2681140" y="301320"/>
                  </a:lnTo>
                  <a:lnTo>
                    <a:pt x="2682211" y="301203"/>
                  </a:lnTo>
                  <a:lnTo>
                    <a:pt x="2683283" y="301087"/>
                  </a:lnTo>
                  <a:lnTo>
                    <a:pt x="2684354" y="300972"/>
                  </a:lnTo>
                  <a:lnTo>
                    <a:pt x="2685426" y="300859"/>
                  </a:lnTo>
                  <a:lnTo>
                    <a:pt x="2686498" y="300748"/>
                  </a:lnTo>
                  <a:lnTo>
                    <a:pt x="2687569" y="300637"/>
                  </a:lnTo>
                  <a:lnTo>
                    <a:pt x="2688641" y="300528"/>
                  </a:lnTo>
                  <a:lnTo>
                    <a:pt x="2689712" y="300420"/>
                  </a:lnTo>
                  <a:lnTo>
                    <a:pt x="2690784" y="300314"/>
                  </a:lnTo>
                  <a:lnTo>
                    <a:pt x="2691856" y="300209"/>
                  </a:lnTo>
                  <a:lnTo>
                    <a:pt x="2692927" y="300105"/>
                  </a:lnTo>
                  <a:lnTo>
                    <a:pt x="2693999" y="300002"/>
                  </a:lnTo>
                  <a:lnTo>
                    <a:pt x="2695070" y="299901"/>
                  </a:lnTo>
                  <a:lnTo>
                    <a:pt x="2696142" y="299801"/>
                  </a:lnTo>
                  <a:lnTo>
                    <a:pt x="2697214" y="299702"/>
                  </a:lnTo>
                  <a:lnTo>
                    <a:pt x="2698285" y="299604"/>
                  </a:lnTo>
                  <a:lnTo>
                    <a:pt x="2699357" y="299508"/>
                  </a:lnTo>
                  <a:lnTo>
                    <a:pt x="2700428" y="299413"/>
                  </a:lnTo>
                  <a:lnTo>
                    <a:pt x="2701500" y="299319"/>
                  </a:lnTo>
                  <a:lnTo>
                    <a:pt x="2702572" y="299226"/>
                  </a:lnTo>
                  <a:lnTo>
                    <a:pt x="2703643" y="299135"/>
                  </a:lnTo>
                  <a:lnTo>
                    <a:pt x="2704715" y="299045"/>
                  </a:lnTo>
                  <a:lnTo>
                    <a:pt x="2705786" y="298956"/>
                  </a:lnTo>
                  <a:lnTo>
                    <a:pt x="2706858" y="298868"/>
                  </a:lnTo>
                  <a:lnTo>
                    <a:pt x="2707930" y="298782"/>
                  </a:lnTo>
                  <a:lnTo>
                    <a:pt x="2709001" y="298696"/>
                  </a:lnTo>
                  <a:lnTo>
                    <a:pt x="2710073" y="298612"/>
                  </a:lnTo>
                  <a:lnTo>
                    <a:pt x="2711144" y="298529"/>
                  </a:lnTo>
                  <a:lnTo>
                    <a:pt x="2712216" y="298448"/>
                  </a:lnTo>
                  <a:lnTo>
                    <a:pt x="2713288" y="298367"/>
                  </a:lnTo>
                  <a:lnTo>
                    <a:pt x="2714359" y="298288"/>
                  </a:lnTo>
                  <a:lnTo>
                    <a:pt x="2715431" y="298210"/>
                  </a:lnTo>
                  <a:lnTo>
                    <a:pt x="2716502" y="298133"/>
                  </a:lnTo>
                  <a:lnTo>
                    <a:pt x="2717574" y="298057"/>
                  </a:lnTo>
                  <a:lnTo>
                    <a:pt x="2718646" y="297982"/>
                  </a:lnTo>
                  <a:lnTo>
                    <a:pt x="2719717" y="297909"/>
                  </a:lnTo>
                  <a:lnTo>
                    <a:pt x="2720789" y="297837"/>
                  </a:lnTo>
                  <a:lnTo>
                    <a:pt x="2721860" y="297765"/>
                  </a:lnTo>
                  <a:lnTo>
                    <a:pt x="2722932" y="297695"/>
                  </a:lnTo>
                  <a:lnTo>
                    <a:pt x="2724004" y="297626"/>
                  </a:lnTo>
                  <a:lnTo>
                    <a:pt x="2725075" y="297559"/>
                  </a:lnTo>
                  <a:lnTo>
                    <a:pt x="2726147" y="297492"/>
                  </a:lnTo>
                  <a:lnTo>
                    <a:pt x="2727218" y="297427"/>
                  </a:lnTo>
                  <a:lnTo>
                    <a:pt x="2728290" y="297362"/>
                  </a:lnTo>
                  <a:lnTo>
                    <a:pt x="2729362" y="297299"/>
                  </a:lnTo>
                  <a:lnTo>
                    <a:pt x="2730433" y="297237"/>
                  </a:lnTo>
                  <a:lnTo>
                    <a:pt x="2731505" y="297176"/>
                  </a:lnTo>
                  <a:lnTo>
                    <a:pt x="2732576" y="297116"/>
                  </a:lnTo>
                  <a:lnTo>
                    <a:pt x="2733648" y="297057"/>
                  </a:lnTo>
                  <a:lnTo>
                    <a:pt x="2734720" y="296999"/>
                  </a:lnTo>
                  <a:lnTo>
                    <a:pt x="2735791" y="296943"/>
                  </a:lnTo>
                  <a:lnTo>
                    <a:pt x="2736863" y="296887"/>
                  </a:lnTo>
                  <a:lnTo>
                    <a:pt x="2737934" y="296832"/>
                  </a:lnTo>
                  <a:lnTo>
                    <a:pt x="2739006" y="296779"/>
                  </a:lnTo>
                  <a:lnTo>
                    <a:pt x="2740078" y="296727"/>
                  </a:lnTo>
                  <a:lnTo>
                    <a:pt x="2741149" y="296675"/>
                  </a:lnTo>
                  <a:lnTo>
                    <a:pt x="2742221" y="296625"/>
                  </a:lnTo>
                  <a:lnTo>
                    <a:pt x="2743292" y="296576"/>
                  </a:lnTo>
                  <a:lnTo>
                    <a:pt x="2744364" y="296527"/>
                  </a:lnTo>
                  <a:lnTo>
                    <a:pt x="2745436" y="296480"/>
                  </a:lnTo>
                  <a:lnTo>
                    <a:pt x="2746507" y="296434"/>
                  </a:lnTo>
                  <a:lnTo>
                    <a:pt x="2747579" y="296389"/>
                  </a:lnTo>
                  <a:lnTo>
                    <a:pt x="2748650" y="296345"/>
                  </a:lnTo>
                  <a:lnTo>
                    <a:pt x="2749722" y="296302"/>
                  </a:lnTo>
                  <a:lnTo>
                    <a:pt x="2750794" y="296260"/>
                  </a:lnTo>
                  <a:lnTo>
                    <a:pt x="2751865" y="296219"/>
                  </a:lnTo>
                  <a:lnTo>
                    <a:pt x="2752937" y="296179"/>
                  </a:lnTo>
                  <a:lnTo>
                    <a:pt x="2754008" y="296140"/>
                  </a:lnTo>
                  <a:lnTo>
                    <a:pt x="2755080" y="296102"/>
                  </a:lnTo>
                  <a:lnTo>
                    <a:pt x="2756152" y="296065"/>
                  </a:lnTo>
                  <a:lnTo>
                    <a:pt x="2757223" y="296029"/>
                  </a:lnTo>
                  <a:lnTo>
                    <a:pt x="2758295" y="295993"/>
                  </a:lnTo>
                  <a:lnTo>
                    <a:pt x="2759366" y="295959"/>
                  </a:lnTo>
                  <a:lnTo>
                    <a:pt x="2760438" y="295926"/>
                  </a:lnTo>
                  <a:lnTo>
                    <a:pt x="2761510" y="295894"/>
                  </a:lnTo>
                  <a:lnTo>
                    <a:pt x="2762581" y="295863"/>
                  </a:lnTo>
                  <a:lnTo>
                    <a:pt x="2763653" y="295832"/>
                  </a:lnTo>
                  <a:lnTo>
                    <a:pt x="2764724" y="295803"/>
                  </a:lnTo>
                  <a:lnTo>
                    <a:pt x="2765796" y="295774"/>
                  </a:lnTo>
                  <a:lnTo>
                    <a:pt x="2766868" y="295747"/>
                  </a:lnTo>
                  <a:lnTo>
                    <a:pt x="2767939" y="295720"/>
                  </a:lnTo>
                  <a:lnTo>
                    <a:pt x="2769011" y="295695"/>
                  </a:lnTo>
                  <a:lnTo>
                    <a:pt x="2770082" y="295670"/>
                  </a:lnTo>
                  <a:lnTo>
                    <a:pt x="2771154" y="295646"/>
                  </a:lnTo>
                  <a:lnTo>
                    <a:pt x="2772226" y="295623"/>
                  </a:lnTo>
                  <a:lnTo>
                    <a:pt x="2773297" y="295601"/>
                  </a:lnTo>
                  <a:lnTo>
                    <a:pt x="2774369" y="295580"/>
                  </a:lnTo>
                  <a:lnTo>
                    <a:pt x="2775440" y="295560"/>
                  </a:lnTo>
                  <a:lnTo>
                    <a:pt x="2776512" y="295541"/>
                  </a:lnTo>
                  <a:lnTo>
                    <a:pt x="2777584" y="295522"/>
                  </a:lnTo>
                  <a:lnTo>
                    <a:pt x="2778655" y="295505"/>
                  </a:lnTo>
                  <a:lnTo>
                    <a:pt x="2779727" y="295488"/>
                  </a:lnTo>
                  <a:lnTo>
                    <a:pt x="2780798" y="295472"/>
                  </a:lnTo>
                  <a:lnTo>
                    <a:pt x="2781870" y="295457"/>
                  </a:lnTo>
                  <a:lnTo>
                    <a:pt x="2782942" y="295443"/>
                  </a:lnTo>
                  <a:lnTo>
                    <a:pt x="2784013" y="295430"/>
                  </a:lnTo>
                  <a:lnTo>
                    <a:pt x="2785085" y="295417"/>
                  </a:lnTo>
                  <a:lnTo>
                    <a:pt x="2786156" y="295406"/>
                  </a:lnTo>
                  <a:lnTo>
                    <a:pt x="2787228" y="295395"/>
                  </a:lnTo>
                  <a:lnTo>
                    <a:pt x="2788300" y="295385"/>
                  </a:lnTo>
                  <a:lnTo>
                    <a:pt x="2789371" y="295376"/>
                  </a:lnTo>
                  <a:lnTo>
                    <a:pt x="2790443" y="295368"/>
                  </a:lnTo>
                  <a:lnTo>
                    <a:pt x="2791514" y="295361"/>
                  </a:lnTo>
                  <a:lnTo>
                    <a:pt x="2792586" y="295354"/>
                  </a:lnTo>
                  <a:lnTo>
                    <a:pt x="2793658" y="295348"/>
                  </a:lnTo>
                  <a:lnTo>
                    <a:pt x="2794729" y="295343"/>
                  </a:lnTo>
                  <a:lnTo>
                    <a:pt x="2795801" y="295339"/>
                  </a:lnTo>
                  <a:lnTo>
                    <a:pt x="2796872" y="295335"/>
                  </a:lnTo>
                  <a:lnTo>
                    <a:pt x="2797944" y="295333"/>
                  </a:lnTo>
                  <a:lnTo>
                    <a:pt x="2799016" y="295331"/>
                  </a:lnTo>
                  <a:lnTo>
                    <a:pt x="2800087" y="295330"/>
                  </a:lnTo>
                  <a:lnTo>
                    <a:pt x="2801159" y="295329"/>
                  </a:lnTo>
                  <a:lnTo>
                    <a:pt x="2802230" y="295330"/>
                  </a:lnTo>
                  <a:lnTo>
                    <a:pt x="2803302" y="295331"/>
                  </a:lnTo>
                  <a:lnTo>
                    <a:pt x="2804374" y="295333"/>
                  </a:lnTo>
                  <a:lnTo>
                    <a:pt x="2805445" y="295336"/>
                  </a:lnTo>
                  <a:lnTo>
                    <a:pt x="2806517" y="295339"/>
                  </a:lnTo>
                  <a:lnTo>
                    <a:pt x="2807588" y="295343"/>
                  </a:lnTo>
                  <a:lnTo>
                    <a:pt x="2808660" y="295348"/>
                  </a:lnTo>
                  <a:lnTo>
                    <a:pt x="2809732" y="295354"/>
                  </a:lnTo>
                  <a:lnTo>
                    <a:pt x="2810803" y="295360"/>
                  </a:lnTo>
                  <a:lnTo>
                    <a:pt x="2811875" y="295367"/>
                  </a:lnTo>
                  <a:lnTo>
                    <a:pt x="2812946" y="295375"/>
                  </a:lnTo>
                  <a:lnTo>
                    <a:pt x="2814018" y="295384"/>
                  </a:lnTo>
                  <a:lnTo>
                    <a:pt x="2815090" y="295393"/>
                  </a:lnTo>
                  <a:lnTo>
                    <a:pt x="2816161" y="295403"/>
                  </a:lnTo>
                  <a:lnTo>
                    <a:pt x="2817233" y="295413"/>
                  </a:lnTo>
                  <a:lnTo>
                    <a:pt x="2818304" y="295425"/>
                  </a:lnTo>
                  <a:lnTo>
                    <a:pt x="2819376" y="295437"/>
                  </a:lnTo>
                  <a:lnTo>
                    <a:pt x="2820448" y="295449"/>
                  </a:lnTo>
                  <a:lnTo>
                    <a:pt x="2821519" y="295462"/>
                  </a:lnTo>
                  <a:lnTo>
                    <a:pt x="2822591" y="295476"/>
                  </a:lnTo>
                  <a:lnTo>
                    <a:pt x="2823662" y="295491"/>
                  </a:lnTo>
                  <a:lnTo>
                    <a:pt x="2824734" y="295506"/>
                  </a:lnTo>
                  <a:lnTo>
                    <a:pt x="2825806" y="295522"/>
                  </a:lnTo>
                  <a:lnTo>
                    <a:pt x="2826877" y="295539"/>
                  </a:lnTo>
                  <a:lnTo>
                    <a:pt x="2827949" y="295556"/>
                  </a:lnTo>
                  <a:lnTo>
                    <a:pt x="2829020" y="295574"/>
                  </a:lnTo>
                  <a:lnTo>
                    <a:pt x="2830092" y="295592"/>
                  </a:lnTo>
                  <a:lnTo>
                    <a:pt x="2831164" y="295611"/>
                  </a:lnTo>
                  <a:lnTo>
                    <a:pt x="2832235" y="295631"/>
                  </a:lnTo>
                  <a:lnTo>
                    <a:pt x="2833307" y="295651"/>
                  </a:lnTo>
                  <a:lnTo>
                    <a:pt x="2834378" y="295672"/>
                  </a:lnTo>
                  <a:lnTo>
                    <a:pt x="2835450" y="295694"/>
                  </a:lnTo>
                  <a:lnTo>
                    <a:pt x="2836522" y="295716"/>
                  </a:lnTo>
                  <a:lnTo>
                    <a:pt x="2837593" y="295739"/>
                  </a:lnTo>
                  <a:lnTo>
                    <a:pt x="2838665" y="295762"/>
                  </a:lnTo>
                  <a:lnTo>
                    <a:pt x="2839736" y="295786"/>
                  </a:lnTo>
                  <a:lnTo>
                    <a:pt x="2840808" y="295811"/>
                  </a:lnTo>
                  <a:lnTo>
                    <a:pt x="2841879" y="295836"/>
                  </a:lnTo>
                  <a:lnTo>
                    <a:pt x="2842951" y="295861"/>
                  </a:lnTo>
                  <a:lnTo>
                    <a:pt x="2844023" y="295887"/>
                  </a:lnTo>
                  <a:lnTo>
                    <a:pt x="2845094" y="295914"/>
                  </a:lnTo>
                  <a:lnTo>
                    <a:pt x="2846166" y="295941"/>
                  </a:lnTo>
                  <a:lnTo>
                    <a:pt x="2847237" y="295969"/>
                  </a:lnTo>
                  <a:lnTo>
                    <a:pt x="2848309" y="295998"/>
                  </a:lnTo>
                  <a:lnTo>
                    <a:pt x="2849381" y="296027"/>
                  </a:lnTo>
                  <a:lnTo>
                    <a:pt x="2850452" y="296056"/>
                  </a:lnTo>
                  <a:lnTo>
                    <a:pt x="2851524" y="296086"/>
                  </a:lnTo>
                  <a:lnTo>
                    <a:pt x="2852595" y="296116"/>
                  </a:lnTo>
                  <a:lnTo>
                    <a:pt x="2853667" y="296147"/>
                  </a:lnTo>
                  <a:lnTo>
                    <a:pt x="2854739" y="296179"/>
                  </a:lnTo>
                  <a:lnTo>
                    <a:pt x="2855810" y="296211"/>
                  </a:lnTo>
                  <a:lnTo>
                    <a:pt x="2856882" y="296244"/>
                  </a:lnTo>
                  <a:lnTo>
                    <a:pt x="2857953" y="296277"/>
                  </a:lnTo>
                  <a:lnTo>
                    <a:pt x="2859025" y="296310"/>
                  </a:lnTo>
                  <a:lnTo>
                    <a:pt x="2860097" y="296344"/>
                  </a:lnTo>
                  <a:lnTo>
                    <a:pt x="2861168" y="296379"/>
                  </a:lnTo>
                  <a:lnTo>
                    <a:pt x="2862240" y="296413"/>
                  </a:lnTo>
                  <a:lnTo>
                    <a:pt x="2863311" y="296449"/>
                  </a:lnTo>
                  <a:lnTo>
                    <a:pt x="2864383" y="296485"/>
                  </a:lnTo>
                  <a:lnTo>
                    <a:pt x="2865455" y="296521"/>
                  </a:lnTo>
                  <a:lnTo>
                    <a:pt x="2866526" y="296558"/>
                  </a:lnTo>
                  <a:lnTo>
                    <a:pt x="2867598" y="296595"/>
                  </a:lnTo>
                  <a:lnTo>
                    <a:pt x="2868669" y="296633"/>
                  </a:lnTo>
                  <a:lnTo>
                    <a:pt x="2869741" y="296671"/>
                  </a:lnTo>
                  <a:lnTo>
                    <a:pt x="2870813" y="296710"/>
                  </a:lnTo>
                  <a:lnTo>
                    <a:pt x="2871884" y="296748"/>
                  </a:lnTo>
                  <a:lnTo>
                    <a:pt x="2872956" y="296788"/>
                  </a:lnTo>
                  <a:lnTo>
                    <a:pt x="2874027" y="296828"/>
                  </a:lnTo>
                  <a:lnTo>
                    <a:pt x="2875099" y="296868"/>
                  </a:lnTo>
                  <a:lnTo>
                    <a:pt x="2876171" y="296909"/>
                  </a:lnTo>
                  <a:lnTo>
                    <a:pt x="2877242" y="296950"/>
                  </a:lnTo>
                  <a:lnTo>
                    <a:pt x="2878314" y="296991"/>
                  </a:lnTo>
                  <a:lnTo>
                    <a:pt x="2879385" y="297033"/>
                  </a:lnTo>
                  <a:lnTo>
                    <a:pt x="2880457" y="297075"/>
                  </a:lnTo>
                  <a:lnTo>
                    <a:pt x="2881529" y="297118"/>
                  </a:lnTo>
                  <a:lnTo>
                    <a:pt x="2882600" y="297161"/>
                  </a:lnTo>
                  <a:lnTo>
                    <a:pt x="2883672" y="297204"/>
                  </a:lnTo>
                  <a:lnTo>
                    <a:pt x="2884743" y="297248"/>
                  </a:lnTo>
                  <a:lnTo>
                    <a:pt x="2885815" y="297292"/>
                  </a:lnTo>
                  <a:lnTo>
                    <a:pt x="2886887" y="297337"/>
                  </a:lnTo>
                  <a:lnTo>
                    <a:pt x="2887958" y="297381"/>
                  </a:lnTo>
                  <a:lnTo>
                    <a:pt x="2889030" y="297426"/>
                  </a:lnTo>
                  <a:lnTo>
                    <a:pt x="2890101" y="297472"/>
                  </a:lnTo>
                  <a:lnTo>
                    <a:pt x="2891173" y="297518"/>
                  </a:lnTo>
                  <a:lnTo>
                    <a:pt x="2892245" y="297564"/>
                  </a:lnTo>
                  <a:lnTo>
                    <a:pt x="2893316" y="297611"/>
                  </a:lnTo>
                  <a:lnTo>
                    <a:pt x="2894388" y="297657"/>
                  </a:lnTo>
                  <a:lnTo>
                    <a:pt x="2895459" y="297704"/>
                  </a:lnTo>
                  <a:lnTo>
                    <a:pt x="2896531" y="297752"/>
                  </a:lnTo>
                  <a:lnTo>
                    <a:pt x="2897603" y="297800"/>
                  </a:lnTo>
                  <a:lnTo>
                    <a:pt x="2898674" y="297848"/>
                  </a:lnTo>
                  <a:lnTo>
                    <a:pt x="2899746" y="297896"/>
                  </a:lnTo>
                  <a:lnTo>
                    <a:pt x="2900817" y="297945"/>
                  </a:lnTo>
                  <a:lnTo>
                    <a:pt x="2901889" y="297994"/>
                  </a:lnTo>
                  <a:lnTo>
                    <a:pt x="2902961" y="298043"/>
                  </a:lnTo>
                  <a:lnTo>
                    <a:pt x="2904032" y="298092"/>
                  </a:lnTo>
                  <a:lnTo>
                    <a:pt x="2905104" y="298142"/>
                  </a:lnTo>
                  <a:lnTo>
                    <a:pt x="2906175" y="298192"/>
                  </a:lnTo>
                  <a:lnTo>
                    <a:pt x="2907247" y="298243"/>
                  </a:lnTo>
                  <a:lnTo>
                    <a:pt x="2908319" y="298293"/>
                  </a:lnTo>
                  <a:lnTo>
                    <a:pt x="2909390" y="298344"/>
                  </a:lnTo>
                  <a:lnTo>
                    <a:pt x="2910462" y="298395"/>
                  </a:lnTo>
                  <a:lnTo>
                    <a:pt x="2911533" y="298446"/>
                  </a:lnTo>
                  <a:lnTo>
                    <a:pt x="2912605" y="298498"/>
                  </a:lnTo>
                  <a:lnTo>
                    <a:pt x="2913677" y="298550"/>
                  </a:lnTo>
                  <a:lnTo>
                    <a:pt x="2914748" y="298602"/>
                  </a:lnTo>
                  <a:lnTo>
                    <a:pt x="2915820" y="298654"/>
                  </a:lnTo>
                  <a:lnTo>
                    <a:pt x="2916891" y="298706"/>
                  </a:lnTo>
                  <a:lnTo>
                    <a:pt x="2917963" y="298759"/>
                  </a:lnTo>
                  <a:lnTo>
                    <a:pt x="2919035" y="298812"/>
                  </a:lnTo>
                  <a:lnTo>
                    <a:pt x="2920106" y="298865"/>
                  </a:lnTo>
                  <a:lnTo>
                    <a:pt x="2921178" y="298918"/>
                  </a:lnTo>
                  <a:lnTo>
                    <a:pt x="2922249" y="298972"/>
                  </a:lnTo>
                  <a:lnTo>
                    <a:pt x="2923321" y="299025"/>
                  </a:lnTo>
                  <a:lnTo>
                    <a:pt x="2924393" y="299079"/>
                  </a:lnTo>
                  <a:lnTo>
                    <a:pt x="2925464" y="299133"/>
                  </a:lnTo>
                  <a:lnTo>
                    <a:pt x="2926536" y="299187"/>
                  </a:lnTo>
                  <a:lnTo>
                    <a:pt x="2927607" y="299242"/>
                  </a:lnTo>
                  <a:lnTo>
                    <a:pt x="2928679" y="299296"/>
                  </a:lnTo>
                  <a:lnTo>
                    <a:pt x="2929751" y="299351"/>
                  </a:lnTo>
                  <a:lnTo>
                    <a:pt x="2930822" y="299406"/>
                  </a:lnTo>
                  <a:lnTo>
                    <a:pt x="2931894" y="299461"/>
                  </a:lnTo>
                  <a:lnTo>
                    <a:pt x="2932965" y="299516"/>
                  </a:lnTo>
                  <a:lnTo>
                    <a:pt x="2934037" y="299571"/>
                  </a:lnTo>
                  <a:lnTo>
                    <a:pt x="2935109" y="299626"/>
                  </a:lnTo>
                  <a:lnTo>
                    <a:pt x="2936180" y="299682"/>
                  </a:lnTo>
                  <a:lnTo>
                    <a:pt x="2937252" y="299738"/>
                  </a:lnTo>
                  <a:lnTo>
                    <a:pt x="2938323" y="299793"/>
                  </a:lnTo>
                  <a:lnTo>
                    <a:pt x="2939395" y="299849"/>
                  </a:lnTo>
                  <a:lnTo>
                    <a:pt x="2940467" y="299905"/>
                  </a:lnTo>
                  <a:lnTo>
                    <a:pt x="2941538" y="299961"/>
                  </a:lnTo>
                  <a:lnTo>
                    <a:pt x="2942610" y="300018"/>
                  </a:lnTo>
                  <a:lnTo>
                    <a:pt x="2943681" y="300074"/>
                  </a:lnTo>
                  <a:lnTo>
                    <a:pt x="2944753" y="300130"/>
                  </a:lnTo>
                  <a:lnTo>
                    <a:pt x="2945825" y="300187"/>
                  </a:lnTo>
                  <a:lnTo>
                    <a:pt x="2946896" y="300243"/>
                  </a:lnTo>
                  <a:lnTo>
                    <a:pt x="2947968" y="300300"/>
                  </a:lnTo>
                  <a:lnTo>
                    <a:pt x="2949039" y="300357"/>
                  </a:lnTo>
                  <a:lnTo>
                    <a:pt x="2950111" y="300414"/>
                  </a:lnTo>
                  <a:lnTo>
                    <a:pt x="2951183" y="300470"/>
                  </a:lnTo>
                  <a:lnTo>
                    <a:pt x="2952254" y="300527"/>
                  </a:lnTo>
                  <a:lnTo>
                    <a:pt x="2953326" y="300584"/>
                  </a:lnTo>
                  <a:lnTo>
                    <a:pt x="2954397" y="300641"/>
                  </a:lnTo>
                  <a:lnTo>
                    <a:pt x="2955469" y="300698"/>
                  </a:lnTo>
                  <a:lnTo>
                    <a:pt x="2956541" y="300756"/>
                  </a:lnTo>
                  <a:lnTo>
                    <a:pt x="2957612" y="300813"/>
                  </a:lnTo>
                  <a:lnTo>
                    <a:pt x="2958684" y="300870"/>
                  </a:lnTo>
                  <a:lnTo>
                    <a:pt x="2959755" y="300927"/>
                  </a:lnTo>
                  <a:lnTo>
                    <a:pt x="2960827" y="300984"/>
                  </a:lnTo>
                  <a:lnTo>
                    <a:pt x="2961899" y="301041"/>
                  </a:lnTo>
                  <a:lnTo>
                    <a:pt x="2962970" y="301099"/>
                  </a:lnTo>
                  <a:lnTo>
                    <a:pt x="2964042" y="301156"/>
                  </a:lnTo>
                  <a:lnTo>
                    <a:pt x="2965113" y="301213"/>
                  </a:lnTo>
                  <a:lnTo>
                    <a:pt x="2966185" y="301270"/>
                  </a:lnTo>
                  <a:lnTo>
                    <a:pt x="2967257" y="301328"/>
                  </a:lnTo>
                  <a:lnTo>
                    <a:pt x="2968328" y="301385"/>
                  </a:lnTo>
                  <a:lnTo>
                    <a:pt x="2969400" y="301442"/>
                  </a:lnTo>
                  <a:lnTo>
                    <a:pt x="2970471" y="301499"/>
                  </a:lnTo>
                  <a:lnTo>
                    <a:pt x="2971543" y="301556"/>
                  </a:lnTo>
                  <a:lnTo>
                    <a:pt x="2972615" y="301614"/>
                  </a:lnTo>
                  <a:lnTo>
                    <a:pt x="2973686" y="301671"/>
                  </a:lnTo>
                  <a:lnTo>
                    <a:pt x="2974758" y="301728"/>
                  </a:lnTo>
                  <a:lnTo>
                    <a:pt x="2975829" y="301785"/>
                  </a:lnTo>
                  <a:lnTo>
                    <a:pt x="2976901" y="301842"/>
                  </a:lnTo>
                  <a:lnTo>
                    <a:pt x="2977973" y="301899"/>
                  </a:lnTo>
                  <a:lnTo>
                    <a:pt x="2979044" y="301955"/>
                  </a:lnTo>
                  <a:lnTo>
                    <a:pt x="2980116" y="302012"/>
                  </a:lnTo>
                  <a:lnTo>
                    <a:pt x="2981187" y="302069"/>
                  </a:lnTo>
                  <a:lnTo>
                    <a:pt x="2982259" y="302126"/>
                  </a:lnTo>
                  <a:lnTo>
                    <a:pt x="2983331" y="302182"/>
                  </a:lnTo>
                  <a:lnTo>
                    <a:pt x="2984402" y="302239"/>
                  </a:lnTo>
                  <a:lnTo>
                    <a:pt x="2985474" y="302295"/>
                  </a:lnTo>
                  <a:lnTo>
                    <a:pt x="2986545" y="302351"/>
                  </a:lnTo>
                  <a:lnTo>
                    <a:pt x="2987617" y="302408"/>
                  </a:lnTo>
                  <a:lnTo>
                    <a:pt x="2988689" y="302464"/>
                  </a:lnTo>
                  <a:lnTo>
                    <a:pt x="2989760" y="302520"/>
                  </a:lnTo>
                  <a:lnTo>
                    <a:pt x="2990832" y="302576"/>
                  </a:lnTo>
                  <a:lnTo>
                    <a:pt x="2991903" y="302631"/>
                  </a:lnTo>
                  <a:lnTo>
                    <a:pt x="2992975" y="302687"/>
                  </a:lnTo>
                  <a:lnTo>
                    <a:pt x="2994047" y="302743"/>
                  </a:lnTo>
                  <a:lnTo>
                    <a:pt x="2995118" y="302798"/>
                  </a:lnTo>
                  <a:lnTo>
                    <a:pt x="2996190" y="302853"/>
                  </a:lnTo>
                  <a:lnTo>
                    <a:pt x="2997261" y="302909"/>
                  </a:lnTo>
                  <a:lnTo>
                    <a:pt x="2998333" y="302964"/>
                  </a:lnTo>
                  <a:lnTo>
                    <a:pt x="2999405" y="303018"/>
                  </a:lnTo>
                  <a:lnTo>
                    <a:pt x="3000476" y="303073"/>
                  </a:lnTo>
                  <a:lnTo>
                    <a:pt x="3001548" y="303128"/>
                  </a:lnTo>
                  <a:lnTo>
                    <a:pt x="3002619" y="303182"/>
                  </a:lnTo>
                  <a:lnTo>
                    <a:pt x="3003691" y="303236"/>
                  </a:lnTo>
                  <a:lnTo>
                    <a:pt x="3004763" y="303291"/>
                  </a:lnTo>
                  <a:lnTo>
                    <a:pt x="3005834" y="303345"/>
                  </a:lnTo>
                  <a:lnTo>
                    <a:pt x="3006906" y="303398"/>
                  </a:lnTo>
                  <a:lnTo>
                    <a:pt x="3007977" y="303452"/>
                  </a:lnTo>
                  <a:lnTo>
                    <a:pt x="3009049" y="303505"/>
                  </a:lnTo>
                  <a:lnTo>
                    <a:pt x="3010121" y="303558"/>
                  </a:lnTo>
                  <a:lnTo>
                    <a:pt x="3011192" y="303611"/>
                  </a:lnTo>
                  <a:lnTo>
                    <a:pt x="3012264" y="303664"/>
                  </a:lnTo>
                  <a:lnTo>
                    <a:pt x="3013335" y="303717"/>
                  </a:lnTo>
                  <a:lnTo>
                    <a:pt x="3014407" y="303769"/>
                  </a:lnTo>
                  <a:lnTo>
                    <a:pt x="3015479" y="303822"/>
                  </a:lnTo>
                  <a:lnTo>
                    <a:pt x="3016550" y="303874"/>
                  </a:lnTo>
                  <a:lnTo>
                    <a:pt x="3017622" y="303925"/>
                  </a:lnTo>
                  <a:lnTo>
                    <a:pt x="3018693" y="303977"/>
                  </a:lnTo>
                  <a:lnTo>
                    <a:pt x="3019765" y="304028"/>
                  </a:lnTo>
                  <a:lnTo>
                    <a:pt x="3020836" y="304079"/>
                  </a:lnTo>
                  <a:lnTo>
                    <a:pt x="3021908" y="304130"/>
                  </a:lnTo>
                  <a:lnTo>
                    <a:pt x="3022980" y="304181"/>
                  </a:lnTo>
                  <a:lnTo>
                    <a:pt x="3024051" y="304231"/>
                  </a:lnTo>
                  <a:lnTo>
                    <a:pt x="3025123" y="304281"/>
                  </a:lnTo>
                  <a:lnTo>
                    <a:pt x="3026194" y="304331"/>
                  </a:lnTo>
                  <a:lnTo>
                    <a:pt x="3027266" y="304381"/>
                  </a:lnTo>
                  <a:lnTo>
                    <a:pt x="3028338" y="304430"/>
                  </a:lnTo>
                  <a:lnTo>
                    <a:pt x="3029409" y="304479"/>
                  </a:lnTo>
                  <a:lnTo>
                    <a:pt x="3030481" y="304528"/>
                  </a:lnTo>
                  <a:lnTo>
                    <a:pt x="3031552" y="304577"/>
                  </a:lnTo>
                  <a:lnTo>
                    <a:pt x="3032624" y="304625"/>
                  </a:lnTo>
                  <a:lnTo>
                    <a:pt x="3033696" y="304673"/>
                  </a:lnTo>
                  <a:lnTo>
                    <a:pt x="3034767" y="304721"/>
                  </a:lnTo>
                  <a:lnTo>
                    <a:pt x="3035839" y="304768"/>
                  </a:lnTo>
                  <a:lnTo>
                    <a:pt x="3036910" y="304815"/>
                  </a:lnTo>
                  <a:lnTo>
                    <a:pt x="3037982" y="304862"/>
                  </a:lnTo>
                  <a:lnTo>
                    <a:pt x="3039054" y="304909"/>
                  </a:lnTo>
                  <a:lnTo>
                    <a:pt x="3040125" y="304955"/>
                  </a:lnTo>
                  <a:lnTo>
                    <a:pt x="3041197" y="305001"/>
                  </a:lnTo>
                  <a:lnTo>
                    <a:pt x="3042268" y="305046"/>
                  </a:lnTo>
                  <a:lnTo>
                    <a:pt x="3043340" y="305092"/>
                  </a:lnTo>
                  <a:lnTo>
                    <a:pt x="3044412" y="305137"/>
                  </a:lnTo>
                  <a:lnTo>
                    <a:pt x="3045483" y="305181"/>
                  </a:lnTo>
                  <a:lnTo>
                    <a:pt x="3046555" y="305226"/>
                  </a:lnTo>
                  <a:lnTo>
                    <a:pt x="3047626" y="305270"/>
                  </a:lnTo>
                  <a:lnTo>
                    <a:pt x="3048698" y="305313"/>
                  </a:lnTo>
                  <a:lnTo>
                    <a:pt x="3049770" y="305356"/>
                  </a:lnTo>
                  <a:lnTo>
                    <a:pt x="3050841" y="305399"/>
                  </a:lnTo>
                  <a:lnTo>
                    <a:pt x="3051913" y="305442"/>
                  </a:lnTo>
                  <a:lnTo>
                    <a:pt x="3052984" y="305484"/>
                  </a:lnTo>
                  <a:lnTo>
                    <a:pt x="3054056" y="305526"/>
                  </a:lnTo>
                  <a:lnTo>
                    <a:pt x="3055128" y="305568"/>
                  </a:lnTo>
                  <a:lnTo>
                    <a:pt x="3056199" y="305609"/>
                  </a:lnTo>
                  <a:lnTo>
                    <a:pt x="3057271" y="305650"/>
                  </a:lnTo>
                  <a:lnTo>
                    <a:pt x="3058342" y="305690"/>
                  </a:lnTo>
                  <a:lnTo>
                    <a:pt x="3059414" y="305730"/>
                  </a:lnTo>
                  <a:lnTo>
                    <a:pt x="3060486" y="305770"/>
                  </a:lnTo>
                  <a:lnTo>
                    <a:pt x="3061557" y="305809"/>
                  </a:lnTo>
                  <a:lnTo>
                    <a:pt x="3062629" y="305848"/>
                  </a:lnTo>
                  <a:lnTo>
                    <a:pt x="3063700" y="305886"/>
                  </a:lnTo>
                  <a:lnTo>
                    <a:pt x="3064772" y="305924"/>
                  </a:lnTo>
                  <a:lnTo>
                    <a:pt x="3065844" y="305962"/>
                  </a:lnTo>
                  <a:lnTo>
                    <a:pt x="3066915" y="305999"/>
                  </a:lnTo>
                  <a:lnTo>
                    <a:pt x="3067987" y="306036"/>
                  </a:lnTo>
                  <a:lnTo>
                    <a:pt x="3069058" y="306073"/>
                  </a:lnTo>
                  <a:lnTo>
                    <a:pt x="3070130" y="306109"/>
                  </a:lnTo>
                  <a:lnTo>
                    <a:pt x="3071202" y="306145"/>
                  </a:lnTo>
                  <a:lnTo>
                    <a:pt x="3072273" y="306180"/>
                  </a:lnTo>
                  <a:lnTo>
                    <a:pt x="3073345" y="306215"/>
                  </a:lnTo>
                  <a:lnTo>
                    <a:pt x="3074416" y="306249"/>
                  </a:lnTo>
                  <a:lnTo>
                    <a:pt x="3075488" y="306283"/>
                  </a:lnTo>
                  <a:lnTo>
                    <a:pt x="3076560" y="306316"/>
                  </a:lnTo>
                  <a:lnTo>
                    <a:pt x="3077631" y="306349"/>
                  </a:lnTo>
                  <a:lnTo>
                    <a:pt x="3078703" y="306382"/>
                  </a:lnTo>
                  <a:lnTo>
                    <a:pt x="3079774" y="306414"/>
                  </a:lnTo>
                  <a:lnTo>
                    <a:pt x="3080846" y="306446"/>
                  </a:lnTo>
                  <a:lnTo>
                    <a:pt x="3081918" y="306477"/>
                  </a:lnTo>
                  <a:lnTo>
                    <a:pt x="3082989" y="306508"/>
                  </a:lnTo>
                  <a:lnTo>
                    <a:pt x="3084061" y="306538"/>
                  </a:lnTo>
                  <a:lnTo>
                    <a:pt x="3085132" y="306568"/>
                  </a:lnTo>
                  <a:lnTo>
                    <a:pt x="3086204" y="306597"/>
                  </a:lnTo>
                  <a:lnTo>
                    <a:pt x="3087276" y="306626"/>
                  </a:lnTo>
                  <a:lnTo>
                    <a:pt x="3088347" y="306654"/>
                  </a:lnTo>
                  <a:lnTo>
                    <a:pt x="3089419" y="306682"/>
                  </a:lnTo>
                  <a:lnTo>
                    <a:pt x="3090490" y="306710"/>
                  </a:lnTo>
                  <a:lnTo>
                    <a:pt x="3091562" y="306737"/>
                  </a:lnTo>
                  <a:lnTo>
                    <a:pt x="3092634" y="306763"/>
                  </a:lnTo>
                  <a:lnTo>
                    <a:pt x="3093705" y="306789"/>
                  </a:lnTo>
                  <a:lnTo>
                    <a:pt x="3094777" y="306815"/>
                  </a:lnTo>
                  <a:lnTo>
                    <a:pt x="3095848" y="306840"/>
                  </a:lnTo>
                  <a:lnTo>
                    <a:pt x="3096920" y="306864"/>
                  </a:lnTo>
                  <a:lnTo>
                    <a:pt x="3097992" y="306888"/>
                  </a:lnTo>
                  <a:lnTo>
                    <a:pt x="3099063" y="306911"/>
                  </a:lnTo>
                  <a:lnTo>
                    <a:pt x="3100135" y="306934"/>
                  </a:lnTo>
                  <a:lnTo>
                    <a:pt x="3101206" y="306957"/>
                  </a:lnTo>
                  <a:lnTo>
                    <a:pt x="3102278" y="306979"/>
                  </a:lnTo>
                  <a:lnTo>
                    <a:pt x="3103350" y="307000"/>
                  </a:lnTo>
                  <a:lnTo>
                    <a:pt x="3104421" y="307021"/>
                  </a:lnTo>
                  <a:lnTo>
                    <a:pt x="3105493" y="307041"/>
                  </a:lnTo>
                  <a:lnTo>
                    <a:pt x="3106564" y="307061"/>
                  </a:lnTo>
                  <a:lnTo>
                    <a:pt x="3107636" y="307080"/>
                  </a:lnTo>
                  <a:lnTo>
                    <a:pt x="3108708" y="307098"/>
                  </a:lnTo>
                  <a:lnTo>
                    <a:pt x="3109779" y="307117"/>
                  </a:lnTo>
                  <a:lnTo>
                    <a:pt x="3110851" y="307134"/>
                  </a:lnTo>
                  <a:lnTo>
                    <a:pt x="3111922" y="307151"/>
                  </a:lnTo>
                  <a:lnTo>
                    <a:pt x="3112994" y="307167"/>
                  </a:lnTo>
                  <a:lnTo>
                    <a:pt x="3114066" y="307183"/>
                  </a:lnTo>
                  <a:lnTo>
                    <a:pt x="3115137" y="307199"/>
                  </a:lnTo>
                  <a:lnTo>
                    <a:pt x="3116209" y="307213"/>
                  </a:lnTo>
                  <a:lnTo>
                    <a:pt x="3117280" y="307227"/>
                  </a:lnTo>
                  <a:lnTo>
                    <a:pt x="3118352" y="307241"/>
                  </a:lnTo>
                  <a:lnTo>
                    <a:pt x="3119424" y="307254"/>
                  </a:lnTo>
                  <a:lnTo>
                    <a:pt x="3120495" y="307266"/>
                  </a:lnTo>
                  <a:lnTo>
                    <a:pt x="3121567" y="307278"/>
                  </a:lnTo>
                  <a:lnTo>
                    <a:pt x="3122638" y="307289"/>
                  </a:lnTo>
                  <a:lnTo>
                    <a:pt x="3123710" y="307300"/>
                  </a:lnTo>
                  <a:lnTo>
                    <a:pt x="3124782" y="307310"/>
                  </a:lnTo>
                  <a:lnTo>
                    <a:pt x="3125853" y="307320"/>
                  </a:lnTo>
                  <a:lnTo>
                    <a:pt x="3126925" y="307328"/>
                  </a:lnTo>
                  <a:lnTo>
                    <a:pt x="3127996" y="307337"/>
                  </a:lnTo>
                  <a:lnTo>
                    <a:pt x="3129068" y="307344"/>
                  </a:lnTo>
                  <a:lnTo>
                    <a:pt x="3130140" y="307351"/>
                  </a:lnTo>
                  <a:lnTo>
                    <a:pt x="3131211" y="307358"/>
                  </a:lnTo>
                  <a:lnTo>
                    <a:pt x="3132283" y="307363"/>
                  </a:lnTo>
                  <a:lnTo>
                    <a:pt x="3133354" y="307369"/>
                  </a:lnTo>
                  <a:lnTo>
                    <a:pt x="3134426" y="307373"/>
                  </a:lnTo>
                  <a:lnTo>
                    <a:pt x="3135498" y="307377"/>
                  </a:lnTo>
                  <a:lnTo>
                    <a:pt x="3136569" y="307380"/>
                  </a:lnTo>
                  <a:lnTo>
                    <a:pt x="3137641" y="307383"/>
                  </a:lnTo>
                  <a:lnTo>
                    <a:pt x="3138712" y="307385"/>
                  </a:lnTo>
                  <a:lnTo>
                    <a:pt x="3139784" y="307386"/>
                  </a:lnTo>
                  <a:lnTo>
                    <a:pt x="3140856" y="307387"/>
                  </a:lnTo>
                  <a:lnTo>
                    <a:pt x="3141927" y="307387"/>
                  </a:lnTo>
                  <a:lnTo>
                    <a:pt x="3142999" y="307387"/>
                  </a:lnTo>
                  <a:lnTo>
                    <a:pt x="3144070" y="307386"/>
                  </a:lnTo>
                  <a:lnTo>
                    <a:pt x="3145142" y="307384"/>
                  </a:lnTo>
                  <a:lnTo>
                    <a:pt x="3146214" y="307382"/>
                  </a:lnTo>
                  <a:lnTo>
                    <a:pt x="3147285" y="307379"/>
                  </a:lnTo>
                  <a:lnTo>
                    <a:pt x="3148357" y="307375"/>
                  </a:lnTo>
                  <a:lnTo>
                    <a:pt x="3149428" y="307371"/>
                  </a:lnTo>
                  <a:lnTo>
                    <a:pt x="3150500" y="307366"/>
                  </a:lnTo>
                  <a:lnTo>
                    <a:pt x="3151572" y="307361"/>
                  </a:lnTo>
                  <a:lnTo>
                    <a:pt x="3152643" y="307355"/>
                  </a:lnTo>
                  <a:lnTo>
                    <a:pt x="3153715" y="307348"/>
                  </a:lnTo>
                  <a:lnTo>
                    <a:pt x="3154786" y="307341"/>
                  </a:lnTo>
                  <a:lnTo>
                    <a:pt x="3155858" y="307333"/>
                  </a:lnTo>
                  <a:lnTo>
                    <a:pt x="3156930" y="307324"/>
                  </a:lnTo>
                  <a:lnTo>
                    <a:pt x="3158001" y="307315"/>
                  </a:lnTo>
                  <a:lnTo>
                    <a:pt x="3159073" y="307305"/>
                  </a:lnTo>
                  <a:lnTo>
                    <a:pt x="3160144" y="307295"/>
                  </a:lnTo>
                  <a:lnTo>
                    <a:pt x="3161216" y="307284"/>
                  </a:lnTo>
                  <a:lnTo>
                    <a:pt x="3162288" y="307272"/>
                  </a:lnTo>
                  <a:lnTo>
                    <a:pt x="3163359" y="307260"/>
                  </a:lnTo>
                  <a:lnTo>
                    <a:pt x="3164431" y="307247"/>
                  </a:lnTo>
                  <a:lnTo>
                    <a:pt x="3165502" y="307233"/>
                  </a:lnTo>
                  <a:lnTo>
                    <a:pt x="3166574" y="307219"/>
                  </a:lnTo>
                  <a:lnTo>
                    <a:pt x="3167646" y="307204"/>
                  </a:lnTo>
                  <a:lnTo>
                    <a:pt x="3168717" y="307189"/>
                  </a:lnTo>
                  <a:lnTo>
                    <a:pt x="3169789" y="307173"/>
                  </a:lnTo>
                  <a:lnTo>
                    <a:pt x="3170860" y="307156"/>
                  </a:lnTo>
                  <a:lnTo>
                    <a:pt x="3171932" y="307139"/>
                  </a:lnTo>
                  <a:lnTo>
                    <a:pt x="3173004" y="307121"/>
                  </a:lnTo>
                  <a:lnTo>
                    <a:pt x="3174075" y="307102"/>
                  </a:lnTo>
                  <a:lnTo>
                    <a:pt x="3175147" y="307083"/>
                  </a:lnTo>
                  <a:lnTo>
                    <a:pt x="3176218" y="307063"/>
                  </a:lnTo>
                  <a:lnTo>
                    <a:pt x="3177290" y="307043"/>
                  </a:lnTo>
                  <a:lnTo>
                    <a:pt x="3178362" y="307021"/>
                  </a:lnTo>
                  <a:lnTo>
                    <a:pt x="3179433" y="307000"/>
                  </a:lnTo>
                  <a:lnTo>
                    <a:pt x="3180505" y="306977"/>
                  </a:lnTo>
                  <a:lnTo>
                    <a:pt x="3181576" y="306955"/>
                  </a:lnTo>
                  <a:lnTo>
                    <a:pt x="3182648" y="306931"/>
                  </a:lnTo>
                  <a:lnTo>
                    <a:pt x="3183720" y="306907"/>
                  </a:lnTo>
                  <a:lnTo>
                    <a:pt x="3184791" y="306882"/>
                  </a:lnTo>
                  <a:lnTo>
                    <a:pt x="3185863" y="306857"/>
                  </a:lnTo>
                  <a:lnTo>
                    <a:pt x="3186934" y="306830"/>
                  </a:lnTo>
                  <a:lnTo>
                    <a:pt x="3188006" y="306804"/>
                  </a:lnTo>
                  <a:lnTo>
                    <a:pt x="3189078" y="306776"/>
                  </a:lnTo>
                  <a:lnTo>
                    <a:pt x="3190149" y="306748"/>
                  </a:lnTo>
                  <a:lnTo>
                    <a:pt x="3191221" y="306720"/>
                  </a:lnTo>
                  <a:lnTo>
                    <a:pt x="3192292" y="306691"/>
                  </a:lnTo>
                  <a:lnTo>
                    <a:pt x="3193364" y="306661"/>
                  </a:lnTo>
                  <a:lnTo>
                    <a:pt x="3194436" y="306630"/>
                  </a:lnTo>
                  <a:lnTo>
                    <a:pt x="3195507" y="306599"/>
                  </a:lnTo>
                  <a:lnTo>
                    <a:pt x="3196579" y="306568"/>
                  </a:lnTo>
                  <a:lnTo>
                    <a:pt x="3197650" y="306535"/>
                  </a:lnTo>
                  <a:lnTo>
                    <a:pt x="3198722" y="306503"/>
                  </a:lnTo>
                  <a:lnTo>
                    <a:pt x="3199793" y="306469"/>
                  </a:lnTo>
                  <a:lnTo>
                    <a:pt x="3200865" y="306435"/>
                  </a:lnTo>
                  <a:lnTo>
                    <a:pt x="3201937" y="306400"/>
                  </a:lnTo>
                  <a:lnTo>
                    <a:pt x="3203008" y="306365"/>
                  </a:lnTo>
                  <a:lnTo>
                    <a:pt x="3204080" y="306328"/>
                  </a:lnTo>
                  <a:lnTo>
                    <a:pt x="3205151" y="306292"/>
                  </a:lnTo>
                  <a:lnTo>
                    <a:pt x="3206223" y="306254"/>
                  </a:lnTo>
                  <a:lnTo>
                    <a:pt x="3207295" y="306217"/>
                  </a:lnTo>
                  <a:lnTo>
                    <a:pt x="3208366" y="306178"/>
                  </a:lnTo>
                  <a:lnTo>
                    <a:pt x="3209438" y="306139"/>
                  </a:lnTo>
                  <a:lnTo>
                    <a:pt x="3210509" y="306099"/>
                  </a:lnTo>
                  <a:lnTo>
                    <a:pt x="3211581" y="306059"/>
                  </a:lnTo>
                  <a:lnTo>
                    <a:pt x="3212653" y="306018"/>
                  </a:lnTo>
                  <a:lnTo>
                    <a:pt x="3213724" y="305976"/>
                  </a:lnTo>
                  <a:lnTo>
                    <a:pt x="3214796" y="305934"/>
                  </a:lnTo>
                  <a:lnTo>
                    <a:pt x="3215867" y="305891"/>
                  </a:lnTo>
                  <a:lnTo>
                    <a:pt x="3216939" y="305847"/>
                  </a:lnTo>
                  <a:lnTo>
                    <a:pt x="3218011" y="305803"/>
                  </a:lnTo>
                  <a:lnTo>
                    <a:pt x="3219082" y="305758"/>
                  </a:lnTo>
                  <a:lnTo>
                    <a:pt x="3220154" y="305713"/>
                  </a:lnTo>
                  <a:lnTo>
                    <a:pt x="3221225" y="305667"/>
                  </a:lnTo>
                  <a:lnTo>
                    <a:pt x="3222297" y="305620"/>
                  </a:lnTo>
                  <a:lnTo>
                    <a:pt x="3223369" y="305573"/>
                  </a:lnTo>
                  <a:lnTo>
                    <a:pt x="3224440" y="305525"/>
                  </a:lnTo>
                  <a:lnTo>
                    <a:pt x="3225512" y="305476"/>
                  </a:lnTo>
                  <a:lnTo>
                    <a:pt x="3226583" y="305427"/>
                  </a:lnTo>
                  <a:lnTo>
                    <a:pt x="3227655" y="305377"/>
                  </a:lnTo>
                  <a:lnTo>
                    <a:pt x="3228727" y="305327"/>
                  </a:lnTo>
                  <a:lnTo>
                    <a:pt x="3229798" y="305276"/>
                  </a:lnTo>
                  <a:lnTo>
                    <a:pt x="3230870" y="305224"/>
                  </a:lnTo>
                  <a:lnTo>
                    <a:pt x="3231941" y="305172"/>
                  </a:lnTo>
                  <a:lnTo>
                    <a:pt x="3233013" y="305119"/>
                  </a:lnTo>
                  <a:lnTo>
                    <a:pt x="3234085" y="305066"/>
                  </a:lnTo>
                  <a:lnTo>
                    <a:pt x="3235156" y="305012"/>
                  </a:lnTo>
                  <a:lnTo>
                    <a:pt x="3236228" y="304957"/>
                  </a:lnTo>
                  <a:lnTo>
                    <a:pt x="3237299" y="304901"/>
                  </a:lnTo>
                  <a:lnTo>
                    <a:pt x="3238371" y="304845"/>
                  </a:lnTo>
                  <a:lnTo>
                    <a:pt x="3239443" y="304789"/>
                  </a:lnTo>
                  <a:lnTo>
                    <a:pt x="3240514" y="304731"/>
                  </a:lnTo>
                  <a:lnTo>
                    <a:pt x="3241586" y="304674"/>
                  </a:lnTo>
                  <a:lnTo>
                    <a:pt x="3242657" y="304615"/>
                  </a:lnTo>
                  <a:lnTo>
                    <a:pt x="3243729" y="304556"/>
                  </a:lnTo>
                  <a:lnTo>
                    <a:pt x="3244801" y="304496"/>
                  </a:lnTo>
                  <a:lnTo>
                    <a:pt x="3245872" y="304436"/>
                  </a:lnTo>
                  <a:lnTo>
                    <a:pt x="3246944" y="304375"/>
                  </a:lnTo>
                  <a:lnTo>
                    <a:pt x="3248015" y="304313"/>
                  </a:lnTo>
                  <a:lnTo>
                    <a:pt x="3249087" y="304251"/>
                  </a:lnTo>
                  <a:lnTo>
                    <a:pt x="3250159" y="304188"/>
                  </a:lnTo>
                  <a:lnTo>
                    <a:pt x="3251230" y="304125"/>
                  </a:lnTo>
                  <a:lnTo>
                    <a:pt x="3252302" y="304061"/>
                  </a:lnTo>
                  <a:lnTo>
                    <a:pt x="3253373" y="303996"/>
                  </a:lnTo>
                  <a:lnTo>
                    <a:pt x="3254445" y="303931"/>
                  </a:lnTo>
                  <a:lnTo>
                    <a:pt x="3255517" y="303865"/>
                  </a:lnTo>
                  <a:lnTo>
                    <a:pt x="3256588" y="303798"/>
                  </a:lnTo>
                  <a:lnTo>
                    <a:pt x="3257660" y="303731"/>
                  </a:lnTo>
                  <a:lnTo>
                    <a:pt x="3258731" y="303663"/>
                  </a:lnTo>
                  <a:lnTo>
                    <a:pt x="3259803" y="303595"/>
                  </a:lnTo>
                  <a:lnTo>
                    <a:pt x="3260875" y="303526"/>
                  </a:lnTo>
                  <a:lnTo>
                    <a:pt x="3261946" y="303456"/>
                  </a:lnTo>
                  <a:lnTo>
                    <a:pt x="3263018" y="303386"/>
                  </a:lnTo>
                  <a:lnTo>
                    <a:pt x="3264089" y="303315"/>
                  </a:lnTo>
                  <a:lnTo>
                    <a:pt x="3265161" y="303243"/>
                  </a:lnTo>
                  <a:lnTo>
                    <a:pt x="3266233" y="303171"/>
                  </a:lnTo>
                  <a:lnTo>
                    <a:pt x="3267304" y="303098"/>
                  </a:lnTo>
                  <a:lnTo>
                    <a:pt x="3268376" y="303025"/>
                  </a:lnTo>
                  <a:lnTo>
                    <a:pt x="3269447" y="302951"/>
                  </a:lnTo>
                  <a:lnTo>
                    <a:pt x="3270519" y="302876"/>
                  </a:lnTo>
                  <a:lnTo>
                    <a:pt x="3271591" y="302801"/>
                  </a:lnTo>
                  <a:lnTo>
                    <a:pt x="3272662" y="302725"/>
                  </a:lnTo>
                  <a:lnTo>
                    <a:pt x="3273734" y="302649"/>
                  </a:lnTo>
                  <a:lnTo>
                    <a:pt x="3274805" y="302572"/>
                  </a:lnTo>
                  <a:lnTo>
                    <a:pt x="3275877" y="302494"/>
                  </a:lnTo>
                  <a:lnTo>
                    <a:pt x="3276949" y="302416"/>
                  </a:lnTo>
                  <a:lnTo>
                    <a:pt x="3278020" y="302337"/>
                  </a:lnTo>
                  <a:lnTo>
                    <a:pt x="3279092" y="302257"/>
                  </a:lnTo>
                  <a:lnTo>
                    <a:pt x="3280163" y="302177"/>
                  </a:lnTo>
                  <a:lnTo>
                    <a:pt x="3281235" y="302096"/>
                  </a:lnTo>
                  <a:lnTo>
                    <a:pt x="3282307" y="302015"/>
                  </a:lnTo>
                  <a:lnTo>
                    <a:pt x="3283378" y="301932"/>
                  </a:lnTo>
                  <a:lnTo>
                    <a:pt x="3284450" y="301850"/>
                  </a:lnTo>
                  <a:lnTo>
                    <a:pt x="3285521" y="301767"/>
                  </a:lnTo>
                  <a:lnTo>
                    <a:pt x="3286593" y="301683"/>
                  </a:lnTo>
                  <a:lnTo>
                    <a:pt x="3287665" y="301598"/>
                  </a:lnTo>
                  <a:lnTo>
                    <a:pt x="3288736" y="301513"/>
                  </a:lnTo>
                  <a:lnTo>
                    <a:pt x="3289808" y="301427"/>
                  </a:lnTo>
                  <a:lnTo>
                    <a:pt x="3290879" y="301341"/>
                  </a:lnTo>
                  <a:lnTo>
                    <a:pt x="3291951" y="301254"/>
                  </a:lnTo>
                  <a:lnTo>
                    <a:pt x="3293023" y="301166"/>
                  </a:lnTo>
                  <a:lnTo>
                    <a:pt x="3294094" y="301078"/>
                  </a:lnTo>
                  <a:lnTo>
                    <a:pt x="3295166" y="300989"/>
                  </a:lnTo>
                  <a:lnTo>
                    <a:pt x="3296237" y="300900"/>
                  </a:lnTo>
                  <a:lnTo>
                    <a:pt x="3297309" y="300810"/>
                  </a:lnTo>
                  <a:lnTo>
                    <a:pt x="3298381" y="300719"/>
                  </a:lnTo>
                  <a:lnTo>
                    <a:pt x="3299452" y="300628"/>
                  </a:lnTo>
                  <a:lnTo>
                    <a:pt x="3300524" y="300536"/>
                  </a:lnTo>
                  <a:lnTo>
                    <a:pt x="3301595" y="300443"/>
                  </a:lnTo>
                  <a:lnTo>
                    <a:pt x="3302667" y="300350"/>
                  </a:lnTo>
                  <a:lnTo>
                    <a:pt x="3303739" y="300256"/>
                  </a:lnTo>
                  <a:lnTo>
                    <a:pt x="3304810" y="300162"/>
                  </a:lnTo>
                  <a:lnTo>
                    <a:pt x="3305882" y="300067"/>
                  </a:lnTo>
                  <a:lnTo>
                    <a:pt x="3306953" y="299971"/>
                  </a:lnTo>
                  <a:lnTo>
                    <a:pt x="3308025" y="299875"/>
                  </a:lnTo>
                  <a:lnTo>
                    <a:pt x="3309097" y="299778"/>
                  </a:lnTo>
                  <a:lnTo>
                    <a:pt x="3310168" y="299681"/>
                  </a:lnTo>
                  <a:lnTo>
                    <a:pt x="3311240" y="299583"/>
                  </a:lnTo>
                  <a:lnTo>
                    <a:pt x="3312311" y="299484"/>
                  </a:lnTo>
                  <a:lnTo>
                    <a:pt x="3313383" y="299385"/>
                  </a:lnTo>
                  <a:lnTo>
                    <a:pt x="3314455" y="299285"/>
                  </a:lnTo>
                  <a:lnTo>
                    <a:pt x="3315526" y="299184"/>
                  </a:lnTo>
                  <a:lnTo>
                    <a:pt x="3316598" y="299083"/>
                  </a:lnTo>
                  <a:lnTo>
                    <a:pt x="3317669" y="298981"/>
                  </a:lnTo>
                  <a:lnTo>
                    <a:pt x="3318741" y="298879"/>
                  </a:lnTo>
                  <a:lnTo>
                    <a:pt x="3319813" y="298776"/>
                  </a:lnTo>
                  <a:lnTo>
                    <a:pt x="3320884" y="298672"/>
                  </a:lnTo>
                  <a:lnTo>
                    <a:pt x="3321956" y="298568"/>
                  </a:lnTo>
                  <a:lnTo>
                    <a:pt x="3323027" y="298463"/>
                  </a:lnTo>
                  <a:lnTo>
                    <a:pt x="3324099" y="298358"/>
                  </a:lnTo>
                  <a:lnTo>
                    <a:pt x="3325171" y="298252"/>
                  </a:lnTo>
                  <a:lnTo>
                    <a:pt x="3326242" y="298145"/>
                  </a:lnTo>
                  <a:lnTo>
                    <a:pt x="3327314" y="298038"/>
                  </a:lnTo>
                  <a:lnTo>
                    <a:pt x="3328385" y="297930"/>
                  </a:lnTo>
                  <a:lnTo>
                    <a:pt x="3329457" y="297822"/>
                  </a:lnTo>
                  <a:lnTo>
                    <a:pt x="3330529" y="297713"/>
                  </a:lnTo>
                  <a:lnTo>
                    <a:pt x="3331600" y="297603"/>
                  </a:lnTo>
                  <a:lnTo>
                    <a:pt x="3332672" y="297493"/>
                  </a:lnTo>
                  <a:lnTo>
                    <a:pt x="3333743" y="297382"/>
                  </a:lnTo>
                  <a:lnTo>
                    <a:pt x="3334815" y="297270"/>
                  </a:lnTo>
                  <a:lnTo>
                    <a:pt x="3335887" y="297158"/>
                  </a:lnTo>
                  <a:lnTo>
                    <a:pt x="3336958" y="297045"/>
                  </a:lnTo>
                  <a:lnTo>
                    <a:pt x="3338030" y="296932"/>
                  </a:lnTo>
                  <a:lnTo>
                    <a:pt x="3339101" y="296818"/>
                  </a:lnTo>
                  <a:lnTo>
                    <a:pt x="3340173" y="296703"/>
                  </a:lnTo>
                  <a:lnTo>
                    <a:pt x="3341245" y="296588"/>
                  </a:lnTo>
                  <a:lnTo>
                    <a:pt x="3342316" y="296472"/>
                  </a:lnTo>
                  <a:lnTo>
                    <a:pt x="3343388" y="296356"/>
                  </a:lnTo>
                  <a:lnTo>
                    <a:pt x="3344459" y="296239"/>
                  </a:lnTo>
                  <a:lnTo>
                    <a:pt x="3345531" y="296121"/>
                  </a:lnTo>
                  <a:lnTo>
                    <a:pt x="3346603" y="296003"/>
                  </a:lnTo>
                  <a:lnTo>
                    <a:pt x="3347674" y="295884"/>
                  </a:lnTo>
                  <a:lnTo>
                    <a:pt x="3348746" y="295765"/>
                  </a:lnTo>
                  <a:lnTo>
                    <a:pt x="3349817" y="295645"/>
                  </a:lnTo>
                  <a:lnTo>
                    <a:pt x="3350889" y="295524"/>
                  </a:lnTo>
                  <a:lnTo>
                    <a:pt x="3351961" y="295403"/>
                  </a:lnTo>
                  <a:lnTo>
                    <a:pt x="3353032" y="295281"/>
                  </a:lnTo>
                  <a:lnTo>
                    <a:pt x="3354104" y="295159"/>
                  </a:lnTo>
                  <a:lnTo>
                    <a:pt x="3355175" y="295036"/>
                  </a:lnTo>
                  <a:lnTo>
                    <a:pt x="3356247" y="294912"/>
                  </a:lnTo>
                  <a:lnTo>
                    <a:pt x="3357319" y="294788"/>
                  </a:lnTo>
                  <a:lnTo>
                    <a:pt x="3358390" y="294663"/>
                  </a:lnTo>
                  <a:lnTo>
                    <a:pt x="3359462" y="294537"/>
                  </a:lnTo>
                  <a:lnTo>
                    <a:pt x="3360533" y="294411"/>
                  </a:lnTo>
                  <a:lnTo>
                    <a:pt x="3361605" y="294284"/>
                  </a:lnTo>
                  <a:lnTo>
                    <a:pt x="3362677" y="294157"/>
                  </a:lnTo>
                  <a:lnTo>
                    <a:pt x="3363748" y="294029"/>
                  </a:lnTo>
                  <a:lnTo>
                    <a:pt x="3364820" y="293901"/>
                  </a:lnTo>
                  <a:lnTo>
                    <a:pt x="3365891" y="293771"/>
                  </a:lnTo>
                  <a:lnTo>
                    <a:pt x="3366963" y="293642"/>
                  </a:lnTo>
                  <a:lnTo>
                    <a:pt x="3368035" y="293511"/>
                  </a:lnTo>
                  <a:lnTo>
                    <a:pt x="3369106" y="293380"/>
                  </a:lnTo>
                  <a:lnTo>
                    <a:pt x="3370178" y="293249"/>
                  </a:lnTo>
                  <a:lnTo>
                    <a:pt x="3371249" y="293117"/>
                  </a:lnTo>
                  <a:lnTo>
                    <a:pt x="3372321" y="292984"/>
                  </a:lnTo>
                  <a:lnTo>
                    <a:pt x="3373392" y="292851"/>
                  </a:lnTo>
                  <a:lnTo>
                    <a:pt x="3374464" y="292717"/>
                  </a:lnTo>
                  <a:lnTo>
                    <a:pt x="3375536" y="292582"/>
                  </a:lnTo>
                  <a:lnTo>
                    <a:pt x="3376607" y="292447"/>
                  </a:lnTo>
                  <a:lnTo>
                    <a:pt x="3377679" y="292311"/>
                  </a:lnTo>
                  <a:lnTo>
                    <a:pt x="3378750" y="292175"/>
                  </a:lnTo>
                  <a:lnTo>
                    <a:pt x="3379822" y="292038"/>
                  </a:lnTo>
                  <a:lnTo>
                    <a:pt x="3380894" y="291900"/>
                  </a:lnTo>
                  <a:lnTo>
                    <a:pt x="3381965" y="291762"/>
                  </a:lnTo>
                  <a:lnTo>
                    <a:pt x="3383037" y="291623"/>
                  </a:lnTo>
                  <a:lnTo>
                    <a:pt x="3384108" y="291484"/>
                  </a:lnTo>
                  <a:lnTo>
                    <a:pt x="3385180" y="291344"/>
                  </a:lnTo>
                  <a:lnTo>
                    <a:pt x="3386252" y="291203"/>
                  </a:lnTo>
                  <a:lnTo>
                    <a:pt x="3387323" y="291062"/>
                  </a:lnTo>
                  <a:lnTo>
                    <a:pt x="3388395" y="290920"/>
                  </a:lnTo>
                  <a:lnTo>
                    <a:pt x="3389466" y="290778"/>
                  </a:lnTo>
                  <a:lnTo>
                    <a:pt x="3390538" y="290635"/>
                  </a:lnTo>
                  <a:lnTo>
                    <a:pt x="3391610" y="290492"/>
                  </a:lnTo>
                  <a:lnTo>
                    <a:pt x="3392681" y="290347"/>
                  </a:lnTo>
                  <a:lnTo>
                    <a:pt x="3393753" y="290203"/>
                  </a:lnTo>
                  <a:lnTo>
                    <a:pt x="3394824" y="290057"/>
                  </a:lnTo>
                  <a:lnTo>
                    <a:pt x="3395896" y="289911"/>
                  </a:lnTo>
                  <a:lnTo>
                    <a:pt x="3396968" y="289765"/>
                  </a:lnTo>
                  <a:lnTo>
                    <a:pt x="3398039" y="289618"/>
                  </a:lnTo>
                  <a:lnTo>
                    <a:pt x="3399111" y="289470"/>
                  </a:lnTo>
                  <a:lnTo>
                    <a:pt x="3400182" y="289322"/>
                  </a:lnTo>
                  <a:lnTo>
                    <a:pt x="3401254" y="289173"/>
                  </a:lnTo>
                  <a:lnTo>
                    <a:pt x="3402326" y="289023"/>
                  </a:lnTo>
                  <a:lnTo>
                    <a:pt x="3403397" y="288873"/>
                  </a:lnTo>
                  <a:lnTo>
                    <a:pt x="3404469" y="288722"/>
                  </a:lnTo>
                  <a:lnTo>
                    <a:pt x="3405540" y="288571"/>
                  </a:lnTo>
                  <a:lnTo>
                    <a:pt x="3406612" y="288419"/>
                  </a:lnTo>
                  <a:lnTo>
                    <a:pt x="3407684" y="288266"/>
                  </a:lnTo>
                  <a:lnTo>
                    <a:pt x="3408755" y="288113"/>
                  </a:lnTo>
                  <a:lnTo>
                    <a:pt x="3409827" y="287960"/>
                  </a:lnTo>
                  <a:lnTo>
                    <a:pt x="3410898" y="287805"/>
                  </a:lnTo>
                  <a:lnTo>
                    <a:pt x="3411970" y="287650"/>
                  </a:lnTo>
                  <a:lnTo>
                    <a:pt x="3413042" y="287495"/>
                  </a:lnTo>
                  <a:lnTo>
                    <a:pt x="3414113" y="287339"/>
                  </a:lnTo>
                  <a:lnTo>
                    <a:pt x="3415185" y="287182"/>
                  </a:lnTo>
                  <a:lnTo>
                    <a:pt x="3416256" y="287025"/>
                  </a:lnTo>
                  <a:lnTo>
                    <a:pt x="3417328" y="286867"/>
                  </a:lnTo>
                  <a:lnTo>
                    <a:pt x="3418400" y="286709"/>
                  </a:lnTo>
                  <a:lnTo>
                    <a:pt x="3419471" y="286550"/>
                  </a:lnTo>
                  <a:lnTo>
                    <a:pt x="3420543" y="286390"/>
                  </a:lnTo>
                  <a:lnTo>
                    <a:pt x="3421614" y="286230"/>
                  </a:lnTo>
                  <a:lnTo>
                    <a:pt x="3422686" y="286069"/>
                  </a:lnTo>
                  <a:lnTo>
                    <a:pt x="3423758" y="285908"/>
                  </a:lnTo>
                  <a:lnTo>
                    <a:pt x="3424829" y="285746"/>
                  </a:lnTo>
                  <a:lnTo>
                    <a:pt x="3425901" y="285583"/>
                  </a:lnTo>
                  <a:lnTo>
                    <a:pt x="3426972" y="285420"/>
                  </a:lnTo>
                  <a:lnTo>
                    <a:pt x="3428044" y="285256"/>
                  </a:lnTo>
                  <a:lnTo>
                    <a:pt x="3429116" y="285092"/>
                  </a:lnTo>
                  <a:lnTo>
                    <a:pt x="3430187" y="284927"/>
                  </a:lnTo>
                  <a:lnTo>
                    <a:pt x="3431259" y="284761"/>
                  </a:lnTo>
                  <a:lnTo>
                    <a:pt x="3432330" y="284595"/>
                  </a:lnTo>
                  <a:lnTo>
                    <a:pt x="3433402" y="284428"/>
                  </a:lnTo>
                  <a:lnTo>
                    <a:pt x="3434474" y="284261"/>
                  </a:lnTo>
                  <a:lnTo>
                    <a:pt x="3435545" y="284093"/>
                  </a:lnTo>
                  <a:lnTo>
                    <a:pt x="3436617" y="283925"/>
                  </a:lnTo>
                  <a:lnTo>
                    <a:pt x="3437688" y="283756"/>
                  </a:lnTo>
                  <a:lnTo>
                    <a:pt x="3438760" y="283586"/>
                  </a:lnTo>
                  <a:lnTo>
                    <a:pt x="3439832" y="283416"/>
                  </a:lnTo>
                  <a:lnTo>
                    <a:pt x="3440903" y="283245"/>
                  </a:lnTo>
                  <a:lnTo>
                    <a:pt x="3441975" y="283074"/>
                  </a:lnTo>
                  <a:lnTo>
                    <a:pt x="3443046" y="282902"/>
                  </a:lnTo>
                  <a:lnTo>
                    <a:pt x="3444118" y="282729"/>
                  </a:lnTo>
                  <a:lnTo>
                    <a:pt x="3445190" y="282556"/>
                  </a:lnTo>
                  <a:lnTo>
                    <a:pt x="3446261" y="282382"/>
                  </a:lnTo>
                  <a:lnTo>
                    <a:pt x="3447333" y="282208"/>
                  </a:lnTo>
                  <a:lnTo>
                    <a:pt x="3448404" y="282033"/>
                  </a:lnTo>
                  <a:lnTo>
                    <a:pt x="3449476" y="281857"/>
                  </a:lnTo>
                  <a:lnTo>
                    <a:pt x="3450548" y="281681"/>
                  </a:lnTo>
                  <a:lnTo>
                    <a:pt x="3451619" y="281505"/>
                  </a:lnTo>
                  <a:lnTo>
                    <a:pt x="3452691" y="281328"/>
                  </a:lnTo>
                  <a:lnTo>
                    <a:pt x="3453762" y="281150"/>
                  </a:lnTo>
                  <a:lnTo>
                    <a:pt x="3454834" y="280971"/>
                  </a:lnTo>
                  <a:lnTo>
                    <a:pt x="3455906" y="280792"/>
                  </a:lnTo>
                  <a:lnTo>
                    <a:pt x="3456977" y="280613"/>
                  </a:lnTo>
                  <a:lnTo>
                    <a:pt x="3458049" y="280433"/>
                  </a:lnTo>
                  <a:lnTo>
                    <a:pt x="3459120" y="280252"/>
                  </a:lnTo>
                  <a:lnTo>
                    <a:pt x="3460192" y="280070"/>
                  </a:lnTo>
                  <a:lnTo>
                    <a:pt x="3461264" y="279889"/>
                  </a:lnTo>
                  <a:lnTo>
                    <a:pt x="3462335" y="279706"/>
                  </a:lnTo>
                  <a:lnTo>
                    <a:pt x="3463407" y="279523"/>
                  </a:lnTo>
                  <a:lnTo>
                    <a:pt x="3464478" y="279339"/>
                  </a:lnTo>
                  <a:lnTo>
                    <a:pt x="3465550" y="279155"/>
                  </a:lnTo>
                  <a:lnTo>
                    <a:pt x="3466622" y="278970"/>
                  </a:lnTo>
                  <a:lnTo>
                    <a:pt x="3467693" y="278785"/>
                  </a:lnTo>
                  <a:lnTo>
                    <a:pt x="3468765" y="278599"/>
                  </a:lnTo>
                  <a:lnTo>
                    <a:pt x="3469836" y="278413"/>
                  </a:lnTo>
                  <a:lnTo>
                    <a:pt x="3470908" y="278225"/>
                  </a:lnTo>
                  <a:lnTo>
                    <a:pt x="3471980" y="278038"/>
                  </a:lnTo>
                  <a:lnTo>
                    <a:pt x="3473051" y="277849"/>
                  </a:lnTo>
                  <a:lnTo>
                    <a:pt x="3474123" y="277661"/>
                  </a:lnTo>
                  <a:lnTo>
                    <a:pt x="3475194" y="277471"/>
                  </a:lnTo>
                  <a:lnTo>
                    <a:pt x="3476266" y="277281"/>
                  </a:lnTo>
                  <a:lnTo>
                    <a:pt x="3477338" y="277091"/>
                  </a:lnTo>
                  <a:lnTo>
                    <a:pt x="3478409" y="276899"/>
                  </a:lnTo>
                  <a:lnTo>
                    <a:pt x="3479481" y="276708"/>
                  </a:lnTo>
                  <a:lnTo>
                    <a:pt x="3480552" y="276515"/>
                  </a:lnTo>
                  <a:lnTo>
                    <a:pt x="3481624" y="276323"/>
                  </a:lnTo>
                  <a:lnTo>
                    <a:pt x="3482696" y="276129"/>
                  </a:lnTo>
                  <a:lnTo>
                    <a:pt x="3483767" y="275935"/>
                  </a:lnTo>
                  <a:lnTo>
                    <a:pt x="3484839" y="275741"/>
                  </a:lnTo>
                  <a:lnTo>
                    <a:pt x="3485910" y="275545"/>
                  </a:lnTo>
                  <a:lnTo>
                    <a:pt x="3486982" y="275350"/>
                  </a:lnTo>
                  <a:lnTo>
                    <a:pt x="3488054" y="275153"/>
                  </a:lnTo>
                  <a:lnTo>
                    <a:pt x="3489125" y="274956"/>
                  </a:lnTo>
                  <a:lnTo>
                    <a:pt x="3490197" y="274759"/>
                  </a:lnTo>
                  <a:lnTo>
                    <a:pt x="3491268" y="274561"/>
                  </a:lnTo>
                  <a:lnTo>
                    <a:pt x="3492340" y="274362"/>
                  </a:lnTo>
                  <a:lnTo>
                    <a:pt x="3493412" y="274163"/>
                  </a:lnTo>
                  <a:lnTo>
                    <a:pt x="3494483" y="273963"/>
                  </a:lnTo>
                  <a:lnTo>
                    <a:pt x="3495555" y="273763"/>
                  </a:lnTo>
                  <a:lnTo>
                    <a:pt x="3496626" y="273562"/>
                  </a:lnTo>
                  <a:lnTo>
                    <a:pt x="3497698" y="273361"/>
                  </a:lnTo>
                  <a:lnTo>
                    <a:pt x="3498770" y="273159"/>
                  </a:lnTo>
                  <a:lnTo>
                    <a:pt x="3499841" y="272956"/>
                  </a:lnTo>
                  <a:lnTo>
                    <a:pt x="3500913" y="272753"/>
                  </a:lnTo>
                  <a:lnTo>
                    <a:pt x="3501984" y="272549"/>
                  </a:lnTo>
                  <a:lnTo>
                    <a:pt x="3503056" y="272345"/>
                  </a:lnTo>
                  <a:lnTo>
                    <a:pt x="3504128" y="272140"/>
                  </a:lnTo>
                  <a:lnTo>
                    <a:pt x="3505199" y="271935"/>
                  </a:lnTo>
                  <a:lnTo>
                    <a:pt x="3506271" y="271729"/>
                  </a:lnTo>
                  <a:lnTo>
                    <a:pt x="3507342" y="271522"/>
                  </a:lnTo>
                  <a:lnTo>
                    <a:pt x="3508414" y="271315"/>
                  </a:lnTo>
                  <a:lnTo>
                    <a:pt x="3509486" y="271107"/>
                  </a:lnTo>
                  <a:lnTo>
                    <a:pt x="3510557" y="270899"/>
                  </a:lnTo>
                  <a:lnTo>
                    <a:pt x="3511629" y="270690"/>
                  </a:lnTo>
                  <a:lnTo>
                    <a:pt x="3512700" y="270481"/>
                  </a:lnTo>
                  <a:lnTo>
                    <a:pt x="3513772" y="270271"/>
                  </a:lnTo>
                  <a:lnTo>
                    <a:pt x="3514844" y="270060"/>
                  </a:lnTo>
                  <a:lnTo>
                    <a:pt x="3515915" y="269849"/>
                  </a:lnTo>
                  <a:lnTo>
                    <a:pt x="3516987" y="269637"/>
                  </a:lnTo>
                  <a:lnTo>
                    <a:pt x="3518058" y="269425"/>
                  </a:lnTo>
                  <a:lnTo>
                    <a:pt x="3519130" y="269212"/>
                  </a:lnTo>
                  <a:lnTo>
                    <a:pt x="3520202" y="268999"/>
                  </a:lnTo>
                  <a:lnTo>
                    <a:pt x="3521273" y="268785"/>
                  </a:lnTo>
                  <a:lnTo>
                    <a:pt x="3522345" y="268570"/>
                  </a:lnTo>
                  <a:lnTo>
                    <a:pt x="3523416" y="268355"/>
                  </a:lnTo>
                  <a:lnTo>
                    <a:pt x="3524488" y="268140"/>
                  </a:lnTo>
                  <a:lnTo>
                    <a:pt x="3525560" y="267924"/>
                  </a:lnTo>
                  <a:lnTo>
                    <a:pt x="3526631" y="267707"/>
                  </a:lnTo>
                  <a:lnTo>
                    <a:pt x="3527703" y="267490"/>
                  </a:lnTo>
                  <a:lnTo>
                    <a:pt x="3528774" y="267272"/>
                  </a:lnTo>
                  <a:lnTo>
                    <a:pt x="3529846" y="267053"/>
                  </a:lnTo>
                  <a:lnTo>
                    <a:pt x="3530918" y="266834"/>
                  </a:lnTo>
                  <a:lnTo>
                    <a:pt x="3531989" y="266615"/>
                  </a:lnTo>
                  <a:lnTo>
                    <a:pt x="3533061" y="266395"/>
                  </a:lnTo>
                  <a:lnTo>
                    <a:pt x="3534132" y="266174"/>
                  </a:lnTo>
                  <a:lnTo>
                    <a:pt x="3535204" y="265953"/>
                  </a:lnTo>
                  <a:lnTo>
                    <a:pt x="3536276" y="265731"/>
                  </a:lnTo>
                  <a:lnTo>
                    <a:pt x="3537347" y="265509"/>
                  </a:lnTo>
                  <a:lnTo>
                    <a:pt x="3538419" y="265286"/>
                  </a:lnTo>
                  <a:lnTo>
                    <a:pt x="3539490" y="265062"/>
                  </a:lnTo>
                  <a:lnTo>
                    <a:pt x="3540562" y="264838"/>
                  </a:lnTo>
                  <a:lnTo>
                    <a:pt x="3541634" y="264614"/>
                  </a:lnTo>
                  <a:lnTo>
                    <a:pt x="3542705" y="264389"/>
                  </a:lnTo>
                  <a:lnTo>
                    <a:pt x="3543777" y="264163"/>
                  </a:lnTo>
                  <a:lnTo>
                    <a:pt x="3544848" y="263937"/>
                  </a:lnTo>
                  <a:lnTo>
                    <a:pt x="3545920" y="263710"/>
                  </a:lnTo>
                  <a:lnTo>
                    <a:pt x="3546992" y="263483"/>
                  </a:lnTo>
                  <a:lnTo>
                    <a:pt x="3548063" y="263255"/>
                  </a:lnTo>
                  <a:lnTo>
                    <a:pt x="3549135" y="263026"/>
                  </a:lnTo>
                  <a:lnTo>
                    <a:pt x="3550206" y="262797"/>
                  </a:lnTo>
                  <a:lnTo>
                    <a:pt x="3551278" y="262568"/>
                  </a:lnTo>
                  <a:lnTo>
                    <a:pt x="3552349" y="262338"/>
                  </a:lnTo>
                  <a:lnTo>
                    <a:pt x="3553421" y="262107"/>
                  </a:lnTo>
                  <a:lnTo>
                    <a:pt x="3554493" y="261876"/>
                  </a:lnTo>
                  <a:lnTo>
                    <a:pt x="3555564" y="261644"/>
                  </a:lnTo>
                  <a:lnTo>
                    <a:pt x="3556636" y="261412"/>
                  </a:lnTo>
                  <a:lnTo>
                    <a:pt x="3557707" y="261179"/>
                  </a:lnTo>
                  <a:lnTo>
                    <a:pt x="3558779" y="260945"/>
                  </a:lnTo>
                  <a:lnTo>
                    <a:pt x="3559851" y="260712"/>
                  </a:lnTo>
                  <a:lnTo>
                    <a:pt x="3560922" y="260477"/>
                  </a:lnTo>
                  <a:lnTo>
                    <a:pt x="3561994" y="260242"/>
                  </a:lnTo>
                  <a:lnTo>
                    <a:pt x="3563065" y="260006"/>
                  </a:lnTo>
                  <a:lnTo>
                    <a:pt x="3564137" y="259770"/>
                  </a:lnTo>
                  <a:lnTo>
                    <a:pt x="3565209" y="259533"/>
                  </a:lnTo>
                  <a:lnTo>
                    <a:pt x="3566280" y="259296"/>
                  </a:lnTo>
                  <a:lnTo>
                    <a:pt x="3567352" y="259058"/>
                  </a:lnTo>
                  <a:lnTo>
                    <a:pt x="3568423" y="258820"/>
                  </a:lnTo>
                  <a:lnTo>
                    <a:pt x="3569495" y="258581"/>
                  </a:lnTo>
                  <a:lnTo>
                    <a:pt x="3570567" y="258342"/>
                  </a:lnTo>
                  <a:lnTo>
                    <a:pt x="3571638" y="258102"/>
                  </a:lnTo>
                  <a:lnTo>
                    <a:pt x="3572710" y="257861"/>
                  </a:lnTo>
                  <a:lnTo>
                    <a:pt x="3573781" y="257620"/>
                  </a:lnTo>
                  <a:lnTo>
                    <a:pt x="3574853" y="257378"/>
                  </a:lnTo>
                  <a:lnTo>
                    <a:pt x="3575925" y="257136"/>
                  </a:lnTo>
                  <a:lnTo>
                    <a:pt x="3576996" y="256893"/>
                  </a:lnTo>
                  <a:lnTo>
                    <a:pt x="3578068" y="256650"/>
                  </a:lnTo>
                  <a:lnTo>
                    <a:pt x="3579139" y="256406"/>
                  </a:lnTo>
                  <a:lnTo>
                    <a:pt x="3580211" y="256162"/>
                  </a:lnTo>
                  <a:lnTo>
                    <a:pt x="3581283" y="255917"/>
                  </a:lnTo>
                  <a:lnTo>
                    <a:pt x="3582354" y="255672"/>
                  </a:lnTo>
                  <a:lnTo>
                    <a:pt x="3583426" y="255426"/>
                  </a:lnTo>
                  <a:lnTo>
                    <a:pt x="3584497" y="255179"/>
                  </a:lnTo>
                  <a:lnTo>
                    <a:pt x="3585569" y="254932"/>
                  </a:lnTo>
                  <a:lnTo>
                    <a:pt x="3586641" y="254684"/>
                  </a:lnTo>
                  <a:lnTo>
                    <a:pt x="3587712" y="254436"/>
                  </a:lnTo>
                  <a:lnTo>
                    <a:pt x="3588784" y="254187"/>
                  </a:lnTo>
                  <a:lnTo>
                    <a:pt x="3589855" y="253938"/>
                  </a:lnTo>
                  <a:lnTo>
                    <a:pt x="3590927" y="253688"/>
                  </a:lnTo>
                  <a:lnTo>
                    <a:pt x="3591999" y="253438"/>
                  </a:lnTo>
                  <a:lnTo>
                    <a:pt x="3593070" y="253187"/>
                  </a:lnTo>
                  <a:lnTo>
                    <a:pt x="3594142" y="252936"/>
                  </a:lnTo>
                  <a:lnTo>
                    <a:pt x="3595213" y="252684"/>
                  </a:lnTo>
                  <a:lnTo>
                    <a:pt x="3596285" y="252431"/>
                  </a:lnTo>
                  <a:lnTo>
                    <a:pt x="3597357" y="252178"/>
                  </a:lnTo>
                  <a:lnTo>
                    <a:pt x="3598428" y="251925"/>
                  </a:lnTo>
                  <a:lnTo>
                    <a:pt x="3599500" y="251671"/>
                  </a:lnTo>
                  <a:lnTo>
                    <a:pt x="3600571" y="251416"/>
                  </a:lnTo>
                  <a:lnTo>
                    <a:pt x="3601643" y="251161"/>
                  </a:lnTo>
                  <a:lnTo>
                    <a:pt x="3602715" y="250905"/>
                  </a:lnTo>
                  <a:lnTo>
                    <a:pt x="3603786" y="250649"/>
                  </a:lnTo>
                  <a:lnTo>
                    <a:pt x="3604858" y="250392"/>
                  </a:lnTo>
                  <a:lnTo>
                    <a:pt x="3605929" y="250135"/>
                  </a:lnTo>
                  <a:lnTo>
                    <a:pt x="3607001" y="249877"/>
                  </a:lnTo>
                  <a:lnTo>
                    <a:pt x="3608073" y="249619"/>
                  </a:lnTo>
                  <a:lnTo>
                    <a:pt x="3609144" y="249360"/>
                  </a:lnTo>
                  <a:lnTo>
                    <a:pt x="3610216" y="249100"/>
                  </a:lnTo>
                  <a:lnTo>
                    <a:pt x="3611287" y="248840"/>
                  </a:lnTo>
                  <a:lnTo>
                    <a:pt x="3612359" y="248580"/>
                  </a:lnTo>
                  <a:lnTo>
                    <a:pt x="3613431" y="248319"/>
                  </a:lnTo>
                  <a:lnTo>
                    <a:pt x="3614502" y="248057"/>
                  </a:lnTo>
                  <a:lnTo>
                    <a:pt x="3615574" y="247795"/>
                  </a:lnTo>
                  <a:lnTo>
                    <a:pt x="3616645" y="247532"/>
                  </a:lnTo>
                  <a:lnTo>
                    <a:pt x="3617717" y="247269"/>
                  </a:lnTo>
                  <a:lnTo>
                    <a:pt x="3618789" y="247005"/>
                  </a:lnTo>
                  <a:lnTo>
                    <a:pt x="3619860" y="246741"/>
                  </a:lnTo>
                  <a:lnTo>
                    <a:pt x="3620932" y="246476"/>
                  </a:lnTo>
                  <a:lnTo>
                    <a:pt x="3622003" y="246211"/>
                  </a:lnTo>
                  <a:lnTo>
                    <a:pt x="3623075" y="245945"/>
                  </a:lnTo>
                  <a:lnTo>
                    <a:pt x="3624147" y="245679"/>
                  </a:lnTo>
                  <a:lnTo>
                    <a:pt x="3625218" y="245412"/>
                  </a:lnTo>
                  <a:lnTo>
                    <a:pt x="3626290" y="245144"/>
                  </a:lnTo>
                  <a:lnTo>
                    <a:pt x="3627361" y="244876"/>
                  </a:lnTo>
                  <a:lnTo>
                    <a:pt x="3628433" y="244608"/>
                  </a:lnTo>
                  <a:lnTo>
                    <a:pt x="3629505" y="244339"/>
                  </a:lnTo>
                  <a:lnTo>
                    <a:pt x="3630576" y="244069"/>
                  </a:lnTo>
                  <a:lnTo>
                    <a:pt x="3631648" y="243799"/>
                  </a:lnTo>
                  <a:lnTo>
                    <a:pt x="3632719" y="243529"/>
                  </a:lnTo>
                  <a:lnTo>
                    <a:pt x="3633791" y="243258"/>
                  </a:lnTo>
                  <a:lnTo>
                    <a:pt x="3634863" y="242986"/>
                  </a:lnTo>
                  <a:lnTo>
                    <a:pt x="3635934" y="242714"/>
                  </a:lnTo>
                  <a:lnTo>
                    <a:pt x="3637006" y="242441"/>
                  </a:lnTo>
                  <a:lnTo>
                    <a:pt x="3638077" y="242168"/>
                  </a:lnTo>
                  <a:lnTo>
                    <a:pt x="3639149" y="241894"/>
                  </a:lnTo>
                  <a:lnTo>
                    <a:pt x="3640221" y="241620"/>
                  </a:lnTo>
                  <a:lnTo>
                    <a:pt x="3641292" y="241345"/>
                  </a:lnTo>
                  <a:lnTo>
                    <a:pt x="3642364" y="241070"/>
                  </a:lnTo>
                  <a:lnTo>
                    <a:pt x="3643435" y="240794"/>
                  </a:lnTo>
                  <a:lnTo>
                    <a:pt x="3644507" y="240518"/>
                  </a:lnTo>
                  <a:lnTo>
                    <a:pt x="3645579" y="240241"/>
                  </a:lnTo>
                  <a:lnTo>
                    <a:pt x="3646650" y="239963"/>
                  </a:lnTo>
                  <a:lnTo>
                    <a:pt x="3647722" y="239685"/>
                  </a:lnTo>
                  <a:lnTo>
                    <a:pt x="3648793" y="239407"/>
                  </a:lnTo>
                  <a:lnTo>
                    <a:pt x="3649865" y="239128"/>
                  </a:lnTo>
                  <a:lnTo>
                    <a:pt x="3650937" y="238849"/>
                  </a:lnTo>
                  <a:lnTo>
                    <a:pt x="3652008" y="238569"/>
                  </a:lnTo>
                  <a:lnTo>
                    <a:pt x="3653080" y="238288"/>
                  </a:lnTo>
                  <a:lnTo>
                    <a:pt x="3654151" y="238007"/>
                  </a:lnTo>
                  <a:lnTo>
                    <a:pt x="3655223" y="237725"/>
                  </a:lnTo>
                  <a:lnTo>
                    <a:pt x="3656295" y="237443"/>
                  </a:lnTo>
                  <a:lnTo>
                    <a:pt x="3657366" y="237161"/>
                  </a:lnTo>
                  <a:lnTo>
                    <a:pt x="3658438" y="236878"/>
                  </a:lnTo>
                  <a:lnTo>
                    <a:pt x="3659509" y="236594"/>
                  </a:lnTo>
                  <a:lnTo>
                    <a:pt x="3660581" y="236310"/>
                  </a:lnTo>
                  <a:lnTo>
                    <a:pt x="3661653" y="236025"/>
                  </a:lnTo>
                  <a:lnTo>
                    <a:pt x="3662724" y="235740"/>
                  </a:lnTo>
                  <a:lnTo>
                    <a:pt x="3663796" y="235454"/>
                  </a:lnTo>
                  <a:lnTo>
                    <a:pt x="3664867" y="235168"/>
                  </a:lnTo>
                  <a:lnTo>
                    <a:pt x="3665939" y="234881"/>
                  </a:lnTo>
                  <a:lnTo>
                    <a:pt x="3667011" y="234594"/>
                  </a:lnTo>
                  <a:lnTo>
                    <a:pt x="3668082" y="234306"/>
                  </a:lnTo>
                  <a:lnTo>
                    <a:pt x="3669154" y="234018"/>
                  </a:lnTo>
                  <a:lnTo>
                    <a:pt x="3670225" y="233729"/>
                  </a:lnTo>
                  <a:lnTo>
                    <a:pt x="3671297" y="233440"/>
                  </a:lnTo>
                  <a:lnTo>
                    <a:pt x="3672369" y="233150"/>
                  </a:lnTo>
                  <a:lnTo>
                    <a:pt x="3673440" y="232860"/>
                  </a:lnTo>
                  <a:lnTo>
                    <a:pt x="3674512" y="232569"/>
                  </a:lnTo>
                  <a:lnTo>
                    <a:pt x="3675583" y="232278"/>
                  </a:lnTo>
                  <a:lnTo>
                    <a:pt x="3676655" y="231986"/>
                  </a:lnTo>
                  <a:lnTo>
                    <a:pt x="3677727" y="231693"/>
                  </a:lnTo>
                  <a:lnTo>
                    <a:pt x="3678798" y="231400"/>
                  </a:lnTo>
                  <a:lnTo>
                    <a:pt x="3679870" y="231107"/>
                  </a:lnTo>
                  <a:lnTo>
                    <a:pt x="3680941" y="230813"/>
                  </a:lnTo>
                  <a:lnTo>
                    <a:pt x="3682013" y="230519"/>
                  </a:lnTo>
                  <a:lnTo>
                    <a:pt x="3683085" y="230224"/>
                  </a:lnTo>
                  <a:lnTo>
                    <a:pt x="3684156" y="229928"/>
                  </a:lnTo>
                  <a:lnTo>
                    <a:pt x="3685228" y="229632"/>
                  </a:lnTo>
                  <a:lnTo>
                    <a:pt x="3686299" y="229336"/>
                  </a:lnTo>
                  <a:lnTo>
                    <a:pt x="3687371" y="229039"/>
                  </a:lnTo>
                  <a:lnTo>
                    <a:pt x="3688443" y="228742"/>
                  </a:lnTo>
                  <a:lnTo>
                    <a:pt x="3689514" y="228444"/>
                  </a:lnTo>
                  <a:lnTo>
                    <a:pt x="3690586" y="228145"/>
                  </a:lnTo>
                  <a:lnTo>
                    <a:pt x="3691657" y="227846"/>
                  </a:lnTo>
                  <a:lnTo>
                    <a:pt x="3692729" y="227547"/>
                  </a:lnTo>
                  <a:lnTo>
                    <a:pt x="3693801" y="227247"/>
                  </a:lnTo>
                  <a:lnTo>
                    <a:pt x="3694872" y="226946"/>
                  </a:lnTo>
                  <a:lnTo>
                    <a:pt x="3695944" y="226645"/>
                  </a:lnTo>
                  <a:lnTo>
                    <a:pt x="3697015" y="226344"/>
                  </a:lnTo>
                  <a:lnTo>
                    <a:pt x="3698087" y="226042"/>
                  </a:lnTo>
                  <a:lnTo>
                    <a:pt x="3699159" y="225739"/>
                  </a:lnTo>
                  <a:lnTo>
                    <a:pt x="3700230" y="225436"/>
                  </a:lnTo>
                  <a:lnTo>
                    <a:pt x="3701302" y="225133"/>
                  </a:lnTo>
                  <a:lnTo>
                    <a:pt x="3702373" y="224828"/>
                  </a:lnTo>
                  <a:lnTo>
                    <a:pt x="3703445" y="224524"/>
                  </a:lnTo>
                  <a:lnTo>
                    <a:pt x="3704517" y="224219"/>
                  </a:lnTo>
                  <a:lnTo>
                    <a:pt x="3705588" y="223913"/>
                  </a:lnTo>
                  <a:lnTo>
                    <a:pt x="3706660" y="223607"/>
                  </a:lnTo>
                  <a:lnTo>
                    <a:pt x="3707731" y="223301"/>
                  </a:lnTo>
                  <a:lnTo>
                    <a:pt x="3708803" y="222994"/>
                  </a:lnTo>
                  <a:lnTo>
                    <a:pt x="3709875" y="222686"/>
                  </a:lnTo>
                  <a:lnTo>
                    <a:pt x="3710946" y="222378"/>
                  </a:lnTo>
                  <a:lnTo>
                    <a:pt x="3712018" y="222070"/>
                  </a:lnTo>
                  <a:lnTo>
                    <a:pt x="3713089" y="221761"/>
                  </a:lnTo>
                  <a:lnTo>
                    <a:pt x="3714161" y="221451"/>
                  </a:lnTo>
                  <a:lnTo>
                    <a:pt x="3715233" y="221141"/>
                  </a:lnTo>
                  <a:lnTo>
                    <a:pt x="3716304" y="220831"/>
                  </a:lnTo>
                  <a:lnTo>
                    <a:pt x="3717376" y="220519"/>
                  </a:lnTo>
                  <a:lnTo>
                    <a:pt x="3718447" y="220208"/>
                  </a:lnTo>
                  <a:lnTo>
                    <a:pt x="3719519" y="219896"/>
                  </a:lnTo>
                  <a:lnTo>
                    <a:pt x="3720591" y="219583"/>
                  </a:lnTo>
                  <a:lnTo>
                    <a:pt x="3721662" y="219270"/>
                  </a:lnTo>
                  <a:lnTo>
                    <a:pt x="3722734" y="218957"/>
                  </a:lnTo>
                  <a:lnTo>
                    <a:pt x="3723805" y="218643"/>
                  </a:lnTo>
                  <a:lnTo>
                    <a:pt x="3724877" y="218328"/>
                  </a:lnTo>
                  <a:lnTo>
                    <a:pt x="3725949" y="218013"/>
                  </a:lnTo>
                  <a:lnTo>
                    <a:pt x="3727020" y="217698"/>
                  </a:lnTo>
                  <a:lnTo>
                    <a:pt x="3728092" y="217382"/>
                  </a:lnTo>
                  <a:lnTo>
                    <a:pt x="3729163" y="217065"/>
                  </a:lnTo>
                  <a:lnTo>
                    <a:pt x="3730235" y="216748"/>
                  </a:lnTo>
                  <a:lnTo>
                    <a:pt x="3731306" y="216431"/>
                  </a:lnTo>
                  <a:lnTo>
                    <a:pt x="3732378" y="216113"/>
                  </a:lnTo>
                  <a:lnTo>
                    <a:pt x="3733450" y="215795"/>
                  </a:lnTo>
                  <a:lnTo>
                    <a:pt x="3734521" y="215476"/>
                  </a:lnTo>
                  <a:lnTo>
                    <a:pt x="3735593" y="215156"/>
                  </a:lnTo>
                  <a:lnTo>
                    <a:pt x="3736664" y="214836"/>
                  </a:lnTo>
                  <a:lnTo>
                    <a:pt x="3737736" y="214516"/>
                  </a:lnTo>
                  <a:lnTo>
                    <a:pt x="3738808" y="214195"/>
                  </a:lnTo>
                  <a:lnTo>
                    <a:pt x="3739879" y="213874"/>
                  </a:lnTo>
                  <a:lnTo>
                    <a:pt x="3740951" y="213552"/>
                  </a:lnTo>
                  <a:lnTo>
                    <a:pt x="3742022" y="213229"/>
                  </a:lnTo>
                  <a:lnTo>
                    <a:pt x="3743094" y="212906"/>
                  </a:lnTo>
                  <a:lnTo>
                    <a:pt x="3744166" y="212583"/>
                  </a:lnTo>
                  <a:lnTo>
                    <a:pt x="3745237" y="212259"/>
                  </a:lnTo>
                  <a:lnTo>
                    <a:pt x="3746309" y="211935"/>
                  </a:lnTo>
                  <a:lnTo>
                    <a:pt x="3747380" y="211610"/>
                  </a:lnTo>
                  <a:lnTo>
                    <a:pt x="3748452" y="211285"/>
                  </a:lnTo>
                  <a:lnTo>
                    <a:pt x="3749524" y="210959"/>
                  </a:lnTo>
                  <a:lnTo>
                    <a:pt x="3750595" y="210633"/>
                  </a:lnTo>
                  <a:lnTo>
                    <a:pt x="3751667" y="210306"/>
                  </a:lnTo>
                  <a:lnTo>
                    <a:pt x="3752738" y="209979"/>
                  </a:lnTo>
                  <a:lnTo>
                    <a:pt x="3753810" y="209651"/>
                  </a:lnTo>
                  <a:lnTo>
                    <a:pt x="3754882" y="209323"/>
                  </a:lnTo>
                  <a:lnTo>
                    <a:pt x="3755953" y="208994"/>
                  </a:lnTo>
                  <a:lnTo>
                    <a:pt x="3757025" y="208665"/>
                  </a:lnTo>
                  <a:lnTo>
                    <a:pt x="3758096" y="208335"/>
                  </a:lnTo>
                  <a:lnTo>
                    <a:pt x="3759168" y="208005"/>
                  </a:lnTo>
                  <a:lnTo>
                    <a:pt x="3760240" y="207674"/>
                  </a:lnTo>
                  <a:lnTo>
                    <a:pt x="3761311" y="207343"/>
                  </a:lnTo>
                  <a:lnTo>
                    <a:pt x="3762383" y="207012"/>
                  </a:lnTo>
                  <a:lnTo>
                    <a:pt x="3763454" y="206680"/>
                  </a:lnTo>
                  <a:lnTo>
                    <a:pt x="3764526" y="206347"/>
                  </a:lnTo>
                  <a:lnTo>
                    <a:pt x="3765598" y="206014"/>
                  </a:lnTo>
                  <a:lnTo>
                    <a:pt x="3766669" y="205680"/>
                  </a:lnTo>
                  <a:lnTo>
                    <a:pt x="3767741" y="205346"/>
                  </a:lnTo>
                  <a:lnTo>
                    <a:pt x="3768812" y="205012"/>
                  </a:lnTo>
                  <a:lnTo>
                    <a:pt x="3769884" y="204677"/>
                  </a:lnTo>
                  <a:lnTo>
                    <a:pt x="3770956" y="204342"/>
                  </a:lnTo>
                  <a:lnTo>
                    <a:pt x="3772027" y="204006"/>
                  </a:lnTo>
                  <a:lnTo>
                    <a:pt x="3773099" y="203669"/>
                  </a:lnTo>
                  <a:lnTo>
                    <a:pt x="3774170" y="203332"/>
                  </a:lnTo>
                  <a:lnTo>
                    <a:pt x="3775242" y="202995"/>
                  </a:lnTo>
                  <a:lnTo>
                    <a:pt x="3776314" y="202657"/>
                  </a:lnTo>
                  <a:lnTo>
                    <a:pt x="3777385" y="202319"/>
                  </a:lnTo>
                  <a:lnTo>
                    <a:pt x="3778457" y="201980"/>
                  </a:lnTo>
                  <a:lnTo>
                    <a:pt x="3779528" y="201641"/>
                  </a:lnTo>
                  <a:lnTo>
                    <a:pt x="3780600" y="201301"/>
                  </a:lnTo>
                  <a:lnTo>
                    <a:pt x="3781672" y="200961"/>
                  </a:lnTo>
                  <a:lnTo>
                    <a:pt x="3782743" y="200620"/>
                  </a:lnTo>
                  <a:lnTo>
                    <a:pt x="3783815" y="200279"/>
                  </a:lnTo>
                  <a:lnTo>
                    <a:pt x="3784886" y="199937"/>
                  </a:lnTo>
                  <a:lnTo>
                    <a:pt x="3785958" y="199595"/>
                  </a:lnTo>
                  <a:lnTo>
                    <a:pt x="3787030" y="199253"/>
                  </a:lnTo>
                  <a:lnTo>
                    <a:pt x="3788101" y="198909"/>
                  </a:lnTo>
                  <a:lnTo>
                    <a:pt x="3789173" y="198566"/>
                  </a:lnTo>
                  <a:lnTo>
                    <a:pt x="3790244" y="198222"/>
                  </a:lnTo>
                  <a:lnTo>
                    <a:pt x="3791316" y="197877"/>
                  </a:lnTo>
                  <a:lnTo>
                    <a:pt x="3792388" y="197532"/>
                  </a:lnTo>
                  <a:lnTo>
                    <a:pt x="3793459" y="197187"/>
                  </a:lnTo>
                  <a:lnTo>
                    <a:pt x="3794531" y="196841"/>
                  </a:lnTo>
                  <a:lnTo>
                    <a:pt x="3795602" y="196495"/>
                  </a:lnTo>
                  <a:lnTo>
                    <a:pt x="3796674" y="196148"/>
                  </a:lnTo>
                  <a:lnTo>
                    <a:pt x="3797746" y="195801"/>
                  </a:lnTo>
                  <a:lnTo>
                    <a:pt x="3798817" y="195453"/>
                  </a:lnTo>
                  <a:lnTo>
                    <a:pt x="3799889" y="195105"/>
                  </a:lnTo>
                  <a:lnTo>
                    <a:pt x="3800960" y="194756"/>
                  </a:lnTo>
                  <a:lnTo>
                    <a:pt x="3802032" y="194407"/>
                  </a:lnTo>
                  <a:lnTo>
                    <a:pt x="3803104" y="194057"/>
                  </a:lnTo>
                  <a:lnTo>
                    <a:pt x="3804175" y="193707"/>
                  </a:lnTo>
                  <a:lnTo>
                    <a:pt x="3805247" y="193356"/>
                  </a:lnTo>
                  <a:lnTo>
                    <a:pt x="3806318" y="193005"/>
                  </a:lnTo>
                  <a:lnTo>
                    <a:pt x="3807390" y="192654"/>
                  </a:lnTo>
                  <a:lnTo>
                    <a:pt x="3808462" y="192302"/>
                  </a:lnTo>
                  <a:lnTo>
                    <a:pt x="3809533" y="191949"/>
                  </a:lnTo>
                  <a:lnTo>
                    <a:pt x="3810605" y="191596"/>
                  </a:lnTo>
                  <a:lnTo>
                    <a:pt x="3811676" y="191243"/>
                  </a:lnTo>
                  <a:lnTo>
                    <a:pt x="3812748" y="190889"/>
                  </a:lnTo>
                  <a:lnTo>
                    <a:pt x="3813820" y="190535"/>
                  </a:lnTo>
                  <a:lnTo>
                    <a:pt x="3814891" y="190180"/>
                  </a:lnTo>
                  <a:lnTo>
                    <a:pt x="3815963" y="189824"/>
                  </a:lnTo>
                  <a:lnTo>
                    <a:pt x="3817034" y="189469"/>
                  </a:lnTo>
                  <a:lnTo>
                    <a:pt x="3818106" y="189113"/>
                  </a:lnTo>
                  <a:lnTo>
                    <a:pt x="3819178" y="188756"/>
                  </a:lnTo>
                  <a:lnTo>
                    <a:pt x="3820249" y="188399"/>
                  </a:lnTo>
                  <a:lnTo>
                    <a:pt x="3821321" y="188041"/>
                  </a:lnTo>
                  <a:lnTo>
                    <a:pt x="3822392" y="187683"/>
                  </a:lnTo>
                  <a:lnTo>
                    <a:pt x="3823464" y="187325"/>
                  </a:lnTo>
                  <a:lnTo>
                    <a:pt x="3824536" y="186966"/>
                  </a:lnTo>
                  <a:lnTo>
                    <a:pt x="3825607" y="186606"/>
                  </a:lnTo>
                  <a:lnTo>
                    <a:pt x="3826679" y="186246"/>
                  </a:lnTo>
                  <a:lnTo>
                    <a:pt x="3827750" y="185886"/>
                  </a:lnTo>
                  <a:lnTo>
                    <a:pt x="3828822" y="185525"/>
                  </a:lnTo>
                  <a:lnTo>
                    <a:pt x="3829894" y="185164"/>
                  </a:lnTo>
                  <a:lnTo>
                    <a:pt x="3830965" y="184802"/>
                  </a:lnTo>
                  <a:lnTo>
                    <a:pt x="3832037" y="184440"/>
                  </a:lnTo>
                  <a:lnTo>
                    <a:pt x="3833108" y="184077"/>
                  </a:lnTo>
                  <a:lnTo>
                    <a:pt x="3834180" y="183714"/>
                  </a:lnTo>
                  <a:lnTo>
                    <a:pt x="3835252" y="183351"/>
                  </a:lnTo>
                  <a:lnTo>
                    <a:pt x="3836323" y="182987"/>
                  </a:lnTo>
                  <a:lnTo>
                    <a:pt x="3837395" y="182622"/>
                  </a:lnTo>
                  <a:lnTo>
                    <a:pt x="3838466" y="182257"/>
                  </a:lnTo>
                  <a:lnTo>
                    <a:pt x="3839538" y="181892"/>
                  </a:lnTo>
                  <a:lnTo>
                    <a:pt x="3840610" y="181526"/>
                  </a:lnTo>
                  <a:lnTo>
                    <a:pt x="3841681" y="181160"/>
                  </a:lnTo>
                  <a:lnTo>
                    <a:pt x="3842753" y="180793"/>
                  </a:lnTo>
                  <a:lnTo>
                    <a:pt x="3843824" y="180426"/>
                  </a:lnTo>
                  <a:lnTo>
                    <a:pt x="3844896" y="180058"/>
                  </a:lnTo>
                  <a:lnTo>
                    <a:pt x="3845968" y="179690"/>
                  </a:lnTo>
                  <a:lnTo>
                    <a:pt x="3847039" y="179321"/>
                  </a:lnTo>
                  <a:lnTo>
                    <a:pt x="3848111" y="178952"/>
                  </a:lnTo>
                  <a:lnTo>
                    <a:pt x="3849182" y="178583"/>
                  </a:lnTo>
                  <a:lnTo>
                    <a:pt x="3850254" y="178213"/>
                  </a:lnTo>
                  <a:lnTo>
                    <a:pt x="3851326" y="177842"/>
                  </a:lnTo>
                  <a:lnTo>
                    <a:pt x="3852397" y="177471"/>
                  </a:lnTo>
                  <a:lnTo>
                    <a:pt x="3853469" y="177100"/>
                  </a:lnTo>
                  <a:lnTo>
                    <a:pt x="3854540" y="176728"/>
                  </a:lnTo>
                  <a:lnTo>
                    <a:pt x="3855612" y="176356"/>
                  </a:lnTo>
                  <a:lnTo>
                    <a:pt x="3856684" y="175983"/>
                  </a:lnTo>
                  <a:lnTo>
                    <a:pt x="3856684" y="17598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5034264" y="1588731"/>
              <a:ext cx="3856684" cy="1278661"/>
            </a:xfrm>
            <a:custGeom>
              <a:avLst/>
              <a:gdLst/>
              <a:ahLst/>
              <a:cxnLst/>
              <a:rect l="0" t="0" r="0" b="0"/>
              <a:pathLst>
                <a:path w="3856684" h="1278661">
                  <a:moveTo>
                    <a:pt x="3856684" y="205006"/>
                  </a:moveTo>
                  <a:lnTo>
                    <a:pt x="3855612" y="204833"/>
                  </a:lnTo>
                  <a:lnTo>
                    <a:pt x="3854540" y="204660"/>
                  </a:lnTo>
                  <a:lnTo>
                    <a:pt x="3853469" y="204487"/>
                  </a:lnTo>
                  <a:lnTo>
                    <a:pt x="3852397" y="204315"/>
                  </a:lnTo>
                  <a:lnTo>
                    <a:pt x="3851326" y="204143"/>
                  </a:lnTo>
                  <a:lnTo>
                    <a:pt x="3850254" y="203970"/>
                  </a:lnTo>
                  <a:lnTo>
                    <a:pt x="3849182" y="203798"/>
                  </a:lnTo>
                  <a:lnTo>
                    <a:pt x="3848111" y="203627"/>
                  </a:lnTo>
                  <a:lnTo>
                    <a:pt x="3847039" y="203455"/>
                  </a:lnTo>
                  <a:lnTo>
                    <a:pt x="3845968" y="203284"/>
                  </a:lnTo>
                  <a:lnTo>
                    <a:pt x="3844896" y="203112"/>
                  </a:lnTo>
                  <a:lnTo>
                    <a:pt x="3843824" y="202941"/>
                  </a:lnTo>
                  <a:lnTo>
                    <a:pt x="3842753" y="202770"/>
                  </a:lnTo>
                  <a:lnTo>
                    <a:pt x="3841681" y="202599"/>
                  </a:lnTo>
                  <a:lnTo>
                    <a:pt x="3840610" y="202429"/>
                  </a:lnTo>
                  <a:lnTo>
                    <a:pt x="3839538" y="202258"/>
                  </a:lnTo>
                  <a:lnTo>
                    <a:pt x="3838466" y="202088"/>
                  </a:lnTo>
                  <a:lnTo>
                    <a:pt x="3837395" y="201918"/>
                  </a:lnTo>
                  <a:lnTo>
                    <a:pt x="3836323" y="201748"/>
                  </a:lnTo>
                  <a:lnTo>
                    <a:pt x="3835252" y="201579"/>
                  </a:lnTo>
                  <a:lnTo>
                    <a:pt x="3834180" y="201409"/>
                  </a:lnTo>
                  <a:lnTo>
                    <a:pt x="3833108" y="201240"/>
                  </a:lnTo>
                  <a:lnTo>
                    <a:pt x="3832037" y="201070"/>
                  </a:lnTo>
                  <a:lnTo>
                    <a:pt x="3830965" y="200901"/>
                  </a:lnTo>
                  <a:lnTo>
                    <a:pt x="3829894" y="200733"/>
                  </a:lnTo>
                  <a:lnTo>
                    <a:pt x="3828822" y="200564"/>
                  </a:lnTo>
                  <a:lnTo>
                    <a:pt x="3827750" y="200396"/>
                  </a:lnTo>
                  <a:lnTo>
                    <a:pt x="3826679" y="200227"/>
                  </a:lnTo>
                  <a:lnTo>
                    <a:pt x="3825607" y="200059"/>
                  </a:lnTo>
                  <a:lnTo>
                    <a:pt x="3824536" y="199891"/>
                  </a:lnTo>
                  <a:lnTo>
                    <a:pt x="3823464" y="199723"/>
                  </a:lnTo>
                  <a:lnTo>
                    <a:pt x="3822392" y="199556"/>
                  </a:lnTo>
                  <a:lnTo>
                    <a:pt x="3821321" y="199388"/>
                  </a:lnTo>
                  <a:lnTo>
                    <a:pt x="3820249" y="199221"/>
                  </a:lnTo>
                  <a:lnTo>
                    <a:pt x="3819178" y="199054"/>
                  </a:lnTo>
                  <a:lnTo>
                    <a:pt x="3818106" y="198887"/>
                  </a:lnTo>
                  <a:lnTo>
                    <a:pt x="3817034" y="198721"/>
                  </a:lnTo>
                  <a:lnTo>
                    <a:pt x="3815963" y="198554"/>
                  </a:lnTo>
                  <a:lnTo>
                    <a:pt x="3814891" y="198388"/>
                  </a:lnTo>
                  <a:lnTo>
                    <a:pt x="3813820" y="198222"/>
                  </a:lnTo>
                  <a:lnTo>
                    <a:pt x="3812748" y="198056"/>
                  </a:lnTo>
                  <a:lnTo>
                    <a:pt x="3811676" y="197890"/>
                  </a:lnTo>
                  <a:lnTo>
                    <a:pt x="3810605" y="197725"/>
                  </a:lnTo>
                  <a:lnTo>
                    <a:pt x="3809533" y="197559"/>
                  </a:lnTo>
                  <a:lnTo>
                    <a:pt x="3808462" y="197394"/>
                  </a:lnTo>
                  <a:lnTo>
                    <a:pt x="3807390" y="197229"/>
                  </a:lnTo>
                  <a:lnTo>
                    <a:pt x="3806318" y="197064"/>
                  </a:lnTo>
                  <a:lnTo>
                    <a:pt x="3805247" y="196900"/>
                  </a:lnTo>
                  <a:lnTo>
                    <a:pt x="3804175" y="196735"/>
                  </a:lnTo>
                  <a:lnTo>
                    <a:pt x="3803104" y="196571"/>
                  </a:lnTo>
                  <a:lnTo>
                    <a:pt x="3802032" y="196407"/>
                  </a:lnTo>
                  <a:lnTo>
                    <a:pt x="3800960" y="196243"/>
                  </a:lnTo>
                  <a:lnTo>
                    <a:pt x="3799889" y="196079"/>
                  </a:lnTo>
                  <a:lnTo>
                    <a:pt x="3798817" y="195916"/>
                  </a:lnTo>
                  <a:lnTo>
                    <a:pt x="3797746" y="195752"/>
                  </a:lnTo>
                  <a:lnTo>
                    <a:pt x="3796674" y="195589"/>
                  </a:lnTo>
                  <a:lnTo>
                    <a:pt x="3795602" y="195426"/>
                  </a:lnTo>
                  <a:lnTo>
                    <a:pt x="3794531" y="195263"/>
                  </a:lnTo>
                  <a:lnTo>
                    <a:pt x="3793459" y="195101"/>
                  </a:lnTo>
                  <a:lnTo>
                    <a:pt x="3792388" y="194939"/>
                  </a:lnTo>
                  <a:lnTo>
                    <a:pt x="3791316" y="194776"/>
                  </a:lnTo>
                  <a:lnTo>
                    <a:pt x="3790244" y="194614"/>
                  </a:lnTo>
                  <a:lnTo>
                    <a:pt x="3789173" y="194453"/>
                  </a:lnTo>
                  <a:lnTo>
                    <a:pt x="3788101" y="194291"/>
                  </a:lnTo>
                  <a:lnTo>
                    <a:pt x="3787030" y="194130"/>
                  </a:lnTo>
                  <a:lnTo>
                    <a:pt x="3785958" y="193968"/>
                  </a:lnTo>
                  <a:lnTo>
                    <a:pt x="3784886" y="193807"/>
                  </a:lnTo>
                  <a:lnTo>
                    <a:pt x="3783815" y="193646"/>
                  </a:lnTo>
                  <a:lnTo>
                    <a:pt x="3782743" y="193486"/>
                  </a:lnTo>
                  <a:lnTo>
                    <a:pt x="3781672" y="193325"/>
                  </a:lnTo>
                  <a:lnTo>
                    <a:pt x="3780600" y="193165"/>
                  </a:lnTo>
                  <a:lnTo>
                    <a:pt x="3779528" y="193005"/>
                  </a:lnTo>
                  <a:lnTo>
                    <a:pt x="3778457" y="192845"/>
                  </a:lnTo>
                  <a:lnTo>
                    <a:pt x="3777385" y="192686"/>
                  </a:lnTo>
                  <a:lnTo>
                    <a:pt x="3776314" y="192526"/>
                  </a:lnTo>
                  <a:lnTo>
                    <a:pt x="3775242" y="192367"/>
                  </a:lnTo>
                  <a:lnTo>
                    <a:pt x="3774170" y="192208"/>
                  </a:lnTo>
                  <a:lnTo>
                    <a:pt x="3773099" y="192049"/>
                  </a:lnTo>
                  <a:lnTo>
                    <a:pt x="3772027" y="191890"/>
                  </a:lnTo>
                  <a:lnTo>
                    <a:pt x="3770956" y="191732"/>
                  </a:lnTo>
                  <a:lnTo>
                    <a:pt x="3769884" y="191573"/>
                  </a:lnTo>
                  <a:lnTo>
                    <a:pt x="3768812" y="191415"/>
                  </a:lnTo>
                  <a:lnTo>
                    <a:pt x="3767741" y="191257"/>
                  </a:lnTo>
                  <a:lnTo>
                    <a:pt x="3766669" y="191100"/>
                  </a:lnTo>
                  <a:lnTo>
                    <a:pt x="3765598" y="190942"/>
                  </a:lnTo>
                  <a:lnTo>
                    <a:pt x="3764526" y="190785"/>
                  </a:lnTo>
                  <a:lnTo>
                    <a:pt x="3763454" y="190628"/>
                  </a:lnTo>
                  <a:lnTo>
                    <a:pt x="3762383" y="190471"/>
                  </a:lnTo>
                  <a:lnTo>
                    <a:pt x="3761311" y="190314"/>
                  </a:lnTo>
                  <a:lnTo>
                    <a:pt x="3760240" y="190158"/>
                  </a:lnTo>
                  <a:lnTo>
                    <a:pt x="3759168" y="190001"/>
                  </a:lnTo>
                  <a:lnTo>
                    <a:pt x="3758096" y="189845"/>
                  </a:lnTo>
                  <a:lnTo>
                    <a:pt x="3757025" y="189689"/>
                  </a:lnTo>
                  <a:lnTo>
                    <a:pt x="3755953" y="189534"/>
                  </a:lnTo>
                  <a:lnTo>
                    <a:pt x="3754882" y="189378"/>
                  </a:lnTo>
                  <a:lnTo>
                    <a:pt x="3753810" y="189223"/>
                  </a:lnTo>
                  <a:lnTo>
                    <a:pt x="3752738" y="189068"/>
                  </a:lnTo>
                  <a:lnTo>
                    <a:pt x="3751667" y="188913"/>
                  </a:lnTo>
                  <a:lnTo>
                    <a:pt x="3750595" y="188759"/>
                  </a:lnTo>
                  <a:lnTo>
                    <a:pt x="3749524" y="188604"/>
                  </a:lnTo>
                  <a:lnTo>
                    <a:pt x="3748452" y="188450"/>
                  </a:lnTo>
                  <a:lnTo>
                    <a:pt x="3747380" y="188296"/>
                  </a:lnTo>
                  <a:lnTo>
                    <a:pt x="3746309" y="188142"/>
                  </a:lnTo>
                  <a:lnTo>
                    <a:pt x="3745237" y="187988"/>
                  </a:lnTo>
                  <a:lnTo>
                    <a:pt x="3744166" y="187835"/>
                  </a:lnTo>
                  <a:lnTo>
                    <a:pt x="3743094" y="187682"/>
                  </a:lnTo>
                  <a:lnTo>
                    <a:pt x="3742022" y="187529"/>
                  </a:lnTo>
                  <a:lnTo>
                    <a:pt x="3740951" y="187376"/>
                  </a:lnTo>
                  <a:lnTo>
                    <a:pt x="3739879" y="187223"/>
                  </a:lnTo>
                  <a:lnTo>
                    <a:pt x="3738808" y="187071"/>
                  </a:lnTo>
                  <a:lnTo>
                    <a:pt x="3737736" y="186919"/>
                  </a:lnTo>
                  <a:lnTo>
                    <a:pt x="3736664" y="186767"/>
                  </a:lnTo>
                  <a:lnTo>
                    <a:pt x="3735593" y="186615"/>
                  </a:lnTo>
                  <a:lnTo>
                    <a:pt x="3734521" y="186464"/>
                  </a:lnTo>
                  <a:lnTo>
                    <a:pt x="3733450" y="186312"/>
                  </a:lnTo>
                  <a:lnTo>
                    <a:pt x="3732378" y="186161"/>
                  </a:lnTo>
                  <a:lnTo>
                    <a:pt x="3731306" y="186010"/>
                  </a:lnTo>
                  <a:lnTo>
                    <a:pt x="3730235" y="185860"/>
                  </a:lnTo>
                  <a:lnTo>
                    <a:pt x="3729163" y="185709"/>
                  </a:lnTo>
                  <a:lnTo>
                    <a:pt x="3728092" y="185559"/>
                  </a:lnTo>
                  <a:lnTo>
                    <a:pt x="3727020" y="185409"/>
                  </a:lnTo>
                  <a:lnTo>
                    <a:pt x="3725949" y="185259"/>
                  </a:lnTo>
                  <a:lnTo>
                    <a:pt x="3724877" y="185109"/>
                  </a:lnTo>
                  <a:lnTo>
                    <a:pt x="3723805" y="184960"/>
                  </a:lnTo>
                  <a:lnTo>
                    <a:pt x="3722734" y="184811"/>
                  </a:lnTo>
                  <a:lnTo>
                    <a:pt x="3721662" y="184662"/>
                  </a:lnTo>
                  <a:lnTo>
                    <a:pt x="3720591" y="184513"/>
                  </a:lnTo>
                  <a:lnTo>
                    <a:pt x="3719519" y="184365"/>
                  </a:lnTo>
                  <a:lnTo>
                    <a:pt x="3718447" y="184216"/>
                  </a:lnTo>
                  <a:lnTo>
                    <a:pt x="3717376" y="184068"/>
                  </a:lnTo>
                  <a:lnTo>
                    <a:pt x="3716304" y="183920"/>
                  </a:lnTo>
                  <a:lnTo>
                    <a:pt x="3715233" y="183773"/>
                  </a:lnTo>
                  <a:lnTo>
                    <a:pt x="3714161" y="183625"/>
                  </a:lnTo>
                  <a:lnTo>
                    <a:pt x="3713089" y="183478"/>
                  </a:lnTo>
                  <a:lnTo>
                    <a:pt x="3712018" y="183331"/>
                  </a:lnTo>
                  <a:lnTo>
                    <a:pt x="3710946" y="183184"/>
                  </a:lnTo>
                  <a:lnTo>
                    <a:pt x="3709875" y="183038"/>
                  </a:lnTo>
                  <a:lnTo>
                    <a:pt x="3708803" y="182891"/>
                  </a:lnTo>
                  <a:lnTo>
                    <a:pt x="3707731" y="182745"/>
                  </a:lnTo>
                  <a:lnTo>
                    <a:pt x="3706660" y="182599"/>
                  </a:lnTo>
                  <a:lnTo>
                    <a:pt x="3705588" y="182453"/>
                  </a:lnTo>
                  <a:lnTo>
                    <a:pt x="3704517" y="182308"/>
                  </a:lnTo>
                  <a:lnTo>
                    <a:pt x="3703445" y="182163"/>
                  </a:lnTo>
                  <a:lnTo>
                    <a:pt x="3702373" y="182018"/>
                  </a:lnTo>
                  <a:lnTo>
                    <a:pt x="3701302" y="181873"/>
                  </a:lnTo>
                  <a:lnTo>
                    <a:pt x="3700230" y="181728"/>
                  </a:lnTo>
                  <a:lnTo>
                    <a:pt x="3699159" y="181584"/>
                  </a:lnTo>
                  <a:lnTo>
                    <a:pt x="3698087" y="181440"/>
                  </a:lnTo>
                  <a:lnTo>
                    <a:pt x="3697015" y="181296"/>
                  </a:lnTo>
                  <a:lnTo>
                    <a:pt x="3695944" y="181152"/>
                  </a:lnTo>
                  <a:lnTo>
                    <a:pt x="3694872" y="181009"/>
                  </a:lnTo>
                  <a:lnTo>
                    <a:pt x="3693801" y="180866"/>
                  </a:lnTo>
                  <a:lnTo>
                    <a:pt x="3692729" y="180723"/>
                  </a:lnTo>
                  <a:lnTo>
                    <a:pt x="3691657" y="180580"/>
                  </a:lnTo>
                  <a:lnTo>
                    <a:pt x="3690586" y="180437"/>
                  </a:lnTo>
                  <a:lnTo>
                    <a:pt x="3689514" y="180295"/>
                  </a:lnTo>
                  <a:lnTo>
                    <a:pt x="3688443" y="180153"/>
                  </a:lnTo>
                  <a:lnTo>
                    <a:pt x="3687371" y="180011"/>
                  </a:lnTo>
                  <a:lnTo>
                    <a:pt x="3686299" y="179869"/>
                  </a:lnTo>
                  <a:lnTo>
                    <a:pt x="3685228" y="179728"/>
                  </a:lnTo>
                  <a:lnTo>
                    <a:pt x="3684156" y="179587"/>
                  </a:lnTo>
                  <a:lnTo>
                    <a:pt x="3683085" y="179446"/>
                  </a:lnTo>
                  <a:lnTo>
                    <a:pt x="3682013" y="179305"/>
                  </a:lnTo>
                  <a:lnTo>
                    <a:pt x="3680941" y="179165"/>
                  </a:lnTo>
                  <a:lnTo>
                    <a:pt x="3679870" y="179024"/>
                  </a:lnTo>
                  <a:lnTo>
                    <a:pt x="3678798" y="178884"/>
                  </a:lnTo>
                  <a:lnTo>
                    <a:pt x="3677727" y="178744"/>
                  </a:lnTo>
                  <a:lnTo>
                    <a:pt x="3676655" y="178605"/>
                  </a:lnTo>
                  <a:lnTo>
                    <a:pt x="3675583" y="178466"/>
                  </a:lnTo>
                  <a:lnTo>
                    <a:pt x="3674512" y="178326"/>
                  </a:lnTo>
                  <a:lnTo>
                    <a:pt x="3673440" y="178188"/>
                  </a:lnTo>
                  <a:lnTo>
                    <a:pt x="3672369" y="178049"/>
                  </a:lnTo>
                  <a:lnTo>
                    <a:pt x="3671297" y="177911"/>
                  </a:lnTo>
                  <a:lnTo>
                    <a:pt x="3670225" y="177772"/>
                  </a:lnTo>
                  <a:lnTo>
                    <a:pt x="3669154" y="177634"/>
                  </a:lnTo>
                  <a:lnTo>
                    <a:pt x="3668082" y="177497"/>
                  </a:lnTo>
                  <a:lnTo>
                    <a:pt x="3667011" y="177359"/>
                  </a:lnTo>
                  <a:lnTo>
                    <a:pt x="3665939" y="177222"/>
                  </a:lnTo>
                  <a:lnTo>
                    <a:pt x="3664867" y="177085"/>
                  </a:lnTo>
                  <a:lnTo>
                    <a:pt x="3663796" y="176948"/>
                  </a:lnTo>
                  <a:lnTo>
                    <a:pt x="3662724" y="176812"/>
                  </a:lnTo>
                  <a:lnTo>
                    <a:pt x="3661653" y="176675"/>
                  </a:lnTo>
                  <a:lnTo>
                    <a:pt x="3660581" y="176539"/>
                  </a:lnTo>
                  <a:lnTo>
                    <a:pt x="3659509" y="176404"/>
                  </a:lnTo>
                  <a:lnTo>
                    <a:pt x="3658438" y="176268"/>
                  </a:lnTo>
                  <a:lnTo>
                    <a:pt x="3657366" y="176133"/>
                  </a:lnTo>
                  <a:lnTo>
                    <a:pt x="3656295" y="175998"/>
                  </a:lnTo>
                  <a:lnTo>
                    <a:pt x="3655223" y="175863"/>
                  </a:lnTo>
                  <a:lnTo>
                    <a:pt x="3654151" y="175728"/>
                  </a:lnTo>
                  <a:lnTo>
                    <a:pt x="3653080" y="175594"/>
                  </a:lnTo>
                  <a:lnTo>
                    <a:pt x="3652008" y="175460"/>
                  </a:lnTo>
                  <a:lnTo>
                    <a:pt x="3650937" y="175326"/>
                  </a:lnTo>
                  <a:lnTo>
                    <a:pt x="3649865" y="175192"/>
                  </a:lnTo>
                  <a:lnTo>
                    <a:pt x="3648793" y="175059"/>
                  </a:lnTo>
                  <a:lnTo>
                    <a:pt x="3647722" y="174925"/>
                  </a:lnTo>
                  <a:lnTo>
                    <a:pt x="3646650" y="174792"/>
                  </a:lnTo>
                  <a:lnTo>
                    <a:pt x="3645579" y="174660"/>
                  </a:lnTo>
                  <a:lnTo>
                    <a:pt x="3644507" y="174527"/>
                  </a:lnTo>
                  <a:lnTo>
                    <a:pt x="3643435" y="174395"/>
                  </a:lnTo>
                  <a:lnTo>
                    <a:pt x="3642364" y="174263"/>
                  </a:lnTo>
                  <a:lnTo>
                    <a:pt x="3641292" y="174131"/>
                  </a:lnTo>
                  <a:lnTo>
                    <a:pt x="3640221" y="174000"/>
                  </a:lnTo>
                  <a:lnTo>
                    <a:pt x="3639149" y="173869"/>
                  </a:lnTo>
                  <a:lnTo>
                    <a:pt x="3638077" y="173738"/>
                  </a:lnTo>
                  <a:lnTo>
                    <a:pt x="3637006" y="173607"/>
                  </a:lnTo>
                  <a:lnTo>
                    <a:pt x="3635934" y="173477"/>
                  </a:lnTo>
                  <a:lnTo>
                    <a:pt x="3634863" y="173346"/>
                  </a:lnTo>
                  <a:lnTo>
                    <a:pt x="3633791" y="173216"/>
                  </a:lnTo>
                  <a:lnTo>
                    <a:pt x="3632719" y="173087"/>
                  </a:lnTo>
                  <a:lnTo>
                    <a:pt x="3631648" y="172957"/>
                  </a:lnTo>
                  <a:lnTo>
                    <a:pt x="3630576" y="172828"/>
                  </a:lnTo>
                  <a:lnTo>
                    <a:pt x="3629505" y="172699"/>
                  </a:lnTo>
                  <a:lnTo>
                    <a:pt x="3628433" y="172570"/>
                  </a:lnTo>
                  <a:lnTo>
                    <a:pt x="3627361" y="172442"/>
                  </a:lnTo>
                  <a:lnTo>
                    <a:pt x="3626290" y="172313"/>
                  </a:lnTo>
                  <a:lnTo>
                    <a:pt x="3625218" y="172185"/>
                  </a:lnTo>
                  <a:lnTo>
                    <a:pt x="3624147" y="172058"/>
                  </a:lnTo>
                  <a:lnTo>
                    <a:pt x="3623075" y="171930"/>
                  </a:lnTo>
                  <a:lnTo>
                    <a:pt x="3622003" y="171803"/>
                  </a:lnTo>
                  <a:lnTo>
                    <a:pt x="3620932" y="171676"/>
                  </a:lnTo>
                  <a:lnTo>
                    <a:pt x="3619860" y="171549"/>
                  </a:lnTo>
                  <a:lnTo>
                    <a:pt x="3618789" y="171422"/>
                  </a:lnTo>
                  <a:lnTo>
                    <a:pt x="3617717" y="171296"/>
                  </a:lnTo>
                  <a:lnTo>
                    <a:pt x="3616645" y="171170"/>
                  </a:lnTo>
                  <a:lnTo>
                    <a:pt x="3615574" y="171045"/>
                  </a:lnTo>
                  <a:lnTo>
                    <a:pt x="3614502" y="170919"/>
                  </a:lnTo>
                  <a:lnTo>
                    <a:pt x="3613431" y="170794"/>
                  </a:lnTo>
                  <a:lnTo>
                    <a:pt x="3612359" y="170669"/>
                  </a:lnTo>
                  <a:lnTo>
                    <a:pt x="3611287" y="170544"/>
                  </a:lnTo>
                  <a:lnTo>
                    <a:pt x="3610216" y="170420"/>
                  </a:lnTo>
                  <a:lnTo>
                    <a:pt x="3609144" y="170295"/>
                  </a:lnTo>
                  <a:lnTo>
                    <a:pt x="3608073" y="170171"/>
                  </a:lnTo>
                  <a:lnTo>
                    <a:pt x="3607001" y="170048"/>
                  </a:lnTo>
                  <a:lnTo>
                    <a:pt x="3605929" y="169924"/>
                  </a:lnTo>
                  <a:lnTo>
                    <a:pt x="3604858" y="169801"/>
                  </a:lnTo>
                  <a:lnTo>
                    <a:pt x="3603786" y="169678"/>
                  </a:lnTo>
                  <a:lnTo>
                    <a:pt x="3602715" y="169556"/>
                  </a:lnTo>
                  <a:lnTo>
                    <a:pt x="3601643" y="169433"/>
                  </a:lnTo>
                  <a:lnTo>
                    <a:pt x="3600571" y="169311"/>
                  </a:lnTo>
                  <a:lnTo>
                    <a:pt x="3599500" y="169189"/>
                  </a:lnTo>
                  <a:lnTo>
                    <a:pt x="3598428" y="169067"/>
                  </a:lnTo>
                  <a:lnTo>
                    <a:pt x="3597357" y="168946"/>
                  </a:lnTo>
                  <a:lnTo>
                    <a:pt x="3596285" y="168825"/>
                  </a:lnTo>
                  <a:lnTo>
                    <a:pt x="3595213" y="168704"/>
                  </a:lnTo>
                  <a:lnTo>
                    <a:pt x="3594142" y="168583"/>
                  </a:lnTo>
                  <a:lnTo>
                    <a:pt x="3593070" y="168463"/>
                  </a:lnTo>
                  <a:lnTo>
                    <a:pt x="3591999" y="168343"/>
                  </a:lnTo>
                  <a:lnTo>
                    <a:pt x="3590927" y="168223"/>
                  </a:lnTo>
                  <a:lnTo>
                    <a:pt x="3589855" y="168104"/>
                  </a:lnTo>
                  <a:lnTo>
                    <a:pt x="3588784" y="167984"/>
                  </a:lnTo>
                  <a:lnTo>
                    <a:pt x="3587712" y="167865"/>
                  </a:lnTo>
                  <a:lnTo>
                    <a:pt x="3586641" y="167747"/>
                  </a:lnTo>
                  <a:lnTo>
                    <a:pt x="3585569" y="167628"/>
                  </a:lnTo>
                  <a:lnTo>
                    <a:pt x="3584497" y="167510"/>
                  </a:lnTo>
                  <a:lnTo>
                    <a:pt x="3583426" y="167392"/>
                  </a:lnTo>
                  <a:lnTo>
                    <a:pt x="3582354" y="167274"/>
                  </a:lnTo>
                  <a:lnTo>
                    <a:pt x="3581283" y="167157"/>
                  </a:lnTo>
                  <a:lnTo>
                    <a:pt x="3580211" y="167040"/>
                  </a:lnTo>
                  <a:lnTo>
                    <a:pt x="3579139" y="166923"/>
                  </a:lnTo>
                  <a:lnTo>
                    <a:pt x="3578068" y="166806"/>
                  </a:lnTo>
                  <a:lnTo>
                    <a:pt x="3576996" y="166690"/>
                  </a:lnTo>
                  <a:lnTo>
                    <a:pt x="3575925" y="166574"/>
                  </a:lnTo>
                  <a:lnTo>
                    <a:pt x="3574853" y="166458"/>
                  </a:lnTo>
                  <a:lnTo>
                    <a:pt x="3573781" y="166342"/>
                  </a:lnTo>
                  <a:lnTo>
                    <a:pt x="3572710" y="166227"/>
                  </a:lnTo>
                  <a:lnTo>
                    <a:pt x="3571638" y="166112"/>
                  </a:lnTo>
                  <a:lnTo>
                    <a:pt x="3570567" y="165997"/>
                  </a:lnTo>
                  <a:lnTo>
                    <a:pt x="3569495" y="165883"/>
                  </a:lnTo>
                  <a:lnTo>
                    <a:pt x="3568423" y="165768"/>
                  </a:lnTo>
                  <a:lnTo>
                    <a:pt x="3567352" y="165654"/>
                  </a:lnTo>
                  <a:lnTo>
                    <a:pt x="3566280" y="165541"/>
                  </a:lnTo>
                  <a:lnTo>
                    <a:pt x="3565209" y="165427"/>
                  </a:lnTo>
                  <a:lnTo>
                    <a:pt x="3564137" y="165314"/>
                  </a:lnTo>
                  <a:lnTo>
                    <a:pt x="3563065" y="165201"/>
                  </a:lnTo>
                  <a:lnTo>
                    <a:pt x="3561994" y="165089"/>
                  </a:lnTo>
                  <a:lnTo>
                    <a:pt x="3560922" y="164976"/>
                  </a:lnTo>
                  <a:lnTo>
                    <a:pt x="3559851" y="164864"/>
                  </a:lnTo>
                  <a:lnTo>
                    <a:pt x="3558779" y="164752"/>
                  </a:lnTo>
                  <a:lnTo>
                    <a:pt x="3557707" y="164641"/>
                  </a:lnTo>
                  <a:lnTo>
                    <a:pt x="3556636" y="164530"/>
                  </a:lnTo>
                  <a:lnTo>
                    <a:pt x="3555564" y="164419"/>
                  </a:lnTo>
                  <a:lnTo>
                    <a:pt x="3554493" y="164308"/>
                  </a:lnTo>
                  <a:lnTo>
                    <a:pt x="3553421" y="164198"/>
                  </a:lnTo>
                  <a:lnTo>
                    <a:pt x="3552349" y="164088"/>
                  </a:lnTo>
                  <a:lnTo>
                    <a:pt x="3551278" y="163978"/>
                  </a:lnTo>
                  <a:lnTo>
                    <a:pt x="3550206" y="163868"/>
                  </a:lnTo>
                  <a:lnTo>
                    <a:pt x="3549135" y="163759"/>
                  </a:lnTo>
                  <a:lnTo>
                    <a:pt x="3548063" y="163650"/>
                  </a:lnTo>
                  <a:lnTo>
                    <a:pt x="3546992" y="163541"/>
                  </a:lnTo>
                  <a:lnTo>
                    <a:pt x="3545920" y="163432"/>
                  </a:lnTo>
                  <a:lnTo>
                    <a:pt x="3544848" y="163324"/>
                  </a:lnTo>
                  <a:lnTo>
                    <a:pt x="3543777" y="163216"/>
                  </a:lnTo>
                  <a:lnTo>
                    <a:pt x="3542705" y="163109"/>
                  </a:lnTo>
                  <a:lnTo>
                    <a:pt x="3541634" y="163001"/>
                  </a:lnTo>
                  <a:lnTo>
                    <a:pt x="3540562" y="162894"/>
                  </a:lnTo>
                  <a:lnTo>
                    <a:pt x="3539490" y="162787"/>
                  </a:lnTo>
                  <a:lnTo>
                    <a:pt x="3538419" y="162681"/>
                  </a:lnTo>
                  <a:lnTo>
                    <a:pt x="3537347" y="162575"/>
                  </a:lnTo>
                  <a:lnTo>
                    <a:pt x="3536276" y="162469"/>
                  </a:lnTo>
                  <a:lnTo>
                    <a:pt x="3535204" y="162363"/>
                  </a:lnTo>
                  <a:lnTo>
                    <a:pt x="3534132" y="162258"/>
                  </a:lnTo>
                  <a:lnTo>
                    <a:pt x="3533061" y="162152"/>
                  </a:lnTo>
                  <a:lnTo>
                    <a:pt x="3531989" y="162048"/>
                  </a:lnTo>
                  <a:lnTo>
                    <a:pt x="3530918" y="161943"/>
                  </a:lnTo>
                  <a:lnTo>
                    <a:pt x="3529846" y="161839"/>
                  </a:lnTo>
                  <a:lnTo>
                    <a:pt x="3528774" y="161735"/>
                  </a:lnTo>
                  <a:lnTo>
                    <a:pt x="3527703" y="161631"/>
                  </a:lnTo>
                  <a:lnTo>
                    <a:pt x="3526631" y="161528"/>
                  </a:lnTo>
                  <a:lnTo>
                    <a:pt x="3525560" y="161424"/>
                  </a:lnTo>
                  <a:lnTo>
                    <a:pt x="3524488" y="161322"/>
                  </a:lnTo>
                  <a:lnTo>
                    <a:pt x="3523416" y="161219"/>
                  </a:lnTo>
                  <a:lnTo>
                    <a:pt x="3522345" y="161117"/>
                  </a:lnTo>
                  <a:lnTo>
                    <a:pt x="3521273" y="161015"/>
                  </a:lnTo>
                  <a:lnTo>
                    <a:pt x="3520202" y="160913"/>
                  </a:lnTo>
                  <a:lnTo>
                    <a:pt x="3519130" y="160812"/>
                  </a:lnTo>
                  <a:lnTo>
                    <a:pt x="3518058" y="160710"/>
                  </a:lnTo>
                  <a:lnTo>
                    <a:pt x="3516987" y="160610"/>
                  </a:lnTo>
                  <a:lnTo>
                    <a:pt x="3515915" y="160509"/>
                  </a:lnTo>
                  <a:lnTo>
                    <a:pt x="3514844" y="160409"/>
                  </a:lnTo>
                  <a:lnTo>
                    <a:pt x="3513772" y="160309"/>
                  </a:lnTo>
                  <a:lnTo>
                    <a:pt x="3512700" y="160209"/>
                  </a:lnTo>
                  <a:lnTo>
                    <a:pt x="3511629" y="160109"/>
                  </a:lnTo>
                  <a:lnTo>
                    <a:pt x="3510557" y="160010"/>
                  </a:lnTo>
                  <a:lnTo>
                    <a:pt x="3509486" y="159912"/>
                  </a:lnTo>
                  <a:lnTo>
                    <a:pt x="3508414" y="159813"/>
                  </a:lnTo>
                  <a:lnTo>
                    <a:pt x="3507342" y="159715"/>
                  </a:lnTo>
                  <a:lnTo>
                    <a:pt x="3506271" y="159617"/>
                  </a:lnTo>
                  <a:lnTo>
                    <a:pt x="3505199" y="159519"/>
                  </a:lnTo>
                  <a:lnTo>
                    <a:pt x="3504128" y="159422"/>
                  </a:lnTo>
                  <a:lnTo>
                    <a:pt x="3503056" y="159324"/>
                  </a:lnTo>
                  <a:lnTo>
                    <a:pt x="3501984" y="159228"/>
                  </a:lnTo>
                  <a:lnTo>
                    <a:pt x="3500913" y="159131"/>
                  </a:lnTo>
                  <a:lnTo>
                    <a:pt x="3499841" y="159035"/>
                  </a:lnTo>
                  <a:lnTo>
                    <a:pt x="3498770" y="158939"/>
                  </a:lnTo>
                  <a:lnTo>
                    <a:pt x="3497698" y="158843"/>
                  </a:lnTo>
                  <a:lnTo>
                    <a:pt x="3496626" y="158748"/>
                  </a:lnTo>
                  <a:lnTo>
                    <a:pt x="3495555" y="158653"/>
                  </a:lnTo>
                  <a:lnTo>
                    <a:pt x="3494483" y="158558"/>
                  </a:lnTo>
                  <a:lnTo>
                    <a:pt x="3493412" y="158464"/>
                  </a:lnTo>
                  <a:lnTo>
                    <a:pt x="3492340" y="158370"/>
                  </a:lnTo>
                  <a:lnTo>
                    <a:pt x="3491268" y="158276"/>
                  </a:lnTo>
                  <a:lnTo>
                    <a:pt x="3490197" y="158182"/>
                  </a:lnTo>
                  <a:lnTo>
                    <a:pt x="3489125" y="158089"/>
                  </a:lnTo>
                  <a:lnTo>
                    <a:pt x="3488054" y="157996"/>
                  </a:lnTo>
                  <a:lnTo>
                    <a:pt x="3486982" y="157903"/>
                  </a:lnTo>
                  <a:lnTo>
                    <a:pt x="3485910" y="157811"/>
                  </a:lnTo>
                  <a:lnTo>
                    <a:pt x="3484839" y="157719"/>
                  </a:lnTo>
                  <a:lnTo>
                    <a:pt x="3483767" y="157627"/>
                  </a:lnTo>
                  <a:lnTo>
                    <a:pt x="3482696" y="157535"/>
                  </a:lnTo>
                  <a:lnTo>
                    <a:pt x="3481624" y="157444"/>
                  </a:lnTo>
                  <a:lnTo>
                    <a:pt x="3480552" y="157353"/>
                  </a:lnTo>
                  <a:lnTo>
                    <a:pt x="3479481" y="157262"/>
                  </a:lnTo>
                  <a:lnTo>
                    <a:pt x="3478409" y="157172"/>
                  </a:lnTo>
                  <a:lnTo>
                    <a:pt x="3477338" y="157082"/>
                  </a:lnTo>
                  <a:lnTo>
                    <a:pt x="3476266" y="156992"/>
                  </a:lnTo>
                  <a:lnTo>
                    <a:pt x="3475194" y="156903"/>
                  </a:lnTo>
                  <a:lnTo>
                    <a:pt x="3474123" y="156814"/>
                  </a:lnTo>
                  <a:lnTo>
                    <a:pt x="3473051" y="156725"/>
                  </a:lnTo>
                  <a:lnTo>
                    <a:pt x="3471980" y="156636"/>
                  </a:lnTo>
                  <a:lnTo>
                    <a:pt x="3470908" y="156548"/>
                  </a:lnTo>
                  <a:lnTo>
                    <a:pt x="3469836" y="156460"/>
                  </a:lnTo>
                  <a:lnTo>
                    <a:pt x="3468765" y="156373"/>
                  </a:lnTo>
                  <a:lnTo>
                    <a:pt x="3467693" y="156285"/>
                  </a:lnTo>
                  <a:lnTo>
                    <a:pt x="3466622" y="156198"/>
                  </a:lnTo>
                  <a:lnTo>
                    <a:pt x="3465550" y="156112"/>
                  </a:lnTo>
                  <a:lnTo>
                    <a:pt x="3464478" y="156025"/>
                  </a:lnTo>
                  <a:lnTo>
                    <a:pt x="3463407" y="155939"/>
                  </a:lnTo>
                  <a:lnTo>
                    <a:pt x="3462335" y="155853"/>
                  </a:lnTo>
                  <a:lnTo>
                    <a:pt x="3461264" y="155768"/>
                  </a:lnTo>
                  <a:lnTo>
                    <a:pt x="3460192" y="155683"/>
                  </a:lnTo>
                  <a:lnTo>
                    <a:pt x="3459120" y="155598"/>
                  </a:lnTo>
                  <a:lnTo>
                    <a:pt x="3458049" y="155513"/>
                  </a:lnTo>
                  <a:lnTo>
                    <a:pt x="3456977" y="155429"/>
                  </a:lnTo>
                  <a:lnTo>
                    <a:pt x="3455906" y="155345"/>
                  </a:lnTo>
                  <a:lnTo>
                    <a:pt x="3454834" y="155261"/>
                  </a:lnTo>
                  <a:lnTo>
                    <a:pt x="3453762" y="155178"/>
                  </a:lnTo>
                  <a:lnTo>
                    <a:pt x="3452691" y="155095"/>
                  </a:lnTo>
                  <a:lnTo>
                    <a:pt x="3451619" y="155012"/>
                  </a:lnTo>
                  <a:lnTo>
                    <a:pt x="3450548" y="154930"/>
                  </a:lnTo>
                  <a:lnTo>
                    <a:pt x="3449476" y="154848"/>
                  </a:lnTo>
                  <a:lnTo>
                    <a:pt x="3448404" y="154766"/>
                  </a:lnTo>
                  <a:lnTo>
                    <a:pt x="3447333" y="154684"/>
                  </a:lnTo>
                  <a:lnTo>
                    <a:pt x="3446261" y="154603"/>
                  </a:lnTo>
                  <a:lnTo>
                    <a:pt x="3445190" y="154522"/>
                  </a:lnTo>
                  <a:lnTo>
                    <a:pt x="3444118" y="154441"/>
                  </a:lnTo>
                  <a:lnTo>
                    <a:pt x="3443046" y="154361"/>
                  </a:lnTo>
                  <a:lnTo>
                    <a:pt x="3441975" y="154281"/>
                  </a:lnTo>
                  <a:lnTo>
                    <a:pt x="3440903" y="154201"/>
                  </a:lnTo>
                  <a:lnTo>
                    <a:pt x="3439832" y="154122"/>
                  </a:lnTo>
                  <a:lnTo>
                    <a:pt x="3438760" y="154043"/>
                  </a:lnTo>
                  <a:lnTo>
                    <a:pt x="3437688" y="153964"/>
                  </a:lnTo>
                  <a:lnTo>
                    <a:pt x="3436617" y="153886"/>
                  </a:lnTo>
                  <a:lnTo>
                    <a:pt x="3435545" y="153808"/>
                  </a:lnTo>
                  <a:lnTo>
                    <a:pt x="3434474" y="153730"/>
                  </a:lnTo>
                  <a:lnTo>
                    <a:pt x="3433402" y="153653"/>
                  </a:lnTo>
                  <a:lnTo>
                    <a:pt x="3432330" y="153575"/>
                  </a:lnTo>
                  <a:lnTo>
                    <a:pt x="3431259" y="153498"/>
                  </a:lnTo>
                  <a:lnTo>
                    <a:pt x="3430187" y="153422"/>
                  </a:lnTo>
                  <a:lnTo>
                    <a:pt x="3429116" y="153346"/>
                  </a:lnTo>
                  <a:lnTo>
                    <a:pt x="3428044" y="153270"/>
                  </a:lnTo>
                  <a:lnTo>
                    <a:pt x="3426972" y="153194"/>
                  </a:lnTo>
                  <a:lnTo>
                    <a:pt x="3425901" y="153119"/>
                  </a:lnTo>
                  <a:lnTo>
                    <a:pt x="3424829" y="153044"/>
                  </a:lnTo>
                  <a:lnTo>
                    <a:pt x="3423758" y="152969"/>
                  </a:lnTo>
                  <a:lnTo>
                    <a:pt x="3422686" y="152895"/>
                  </a:lnTo>
                  <a:lnTo>
                    <a:pt x="3421614" y="152821"/>
                  </a:lnTo>
                  <a:lnTo>
                    <a:pt x="3420543" y="152747"/>
                  </a:lnTo>
                  <a:lnTo>
                    <a:pt x="3419471" y="152674"/>
                  </a:lnTo>
                  <a:lnTo>
                    <a:pt x="3418400" y="152600"/>
                  </a:lnTo>
                  <a:lnTo>
                    <a:pt x="3417328" y="152528"/>
                  </a:lnTo>
                  <a:lnTo>
                    <a:pt x="3416256" y="152455"/>
                  </a:lnTo>
                  <a:lnTo>
                    <a:pt x="3415185" y="152383"/>
                  </a:lnTo>
                  <a:lnTo>
                    <a:pt x="3414113" y="152311"/>
                  </a:lnTo>
                  <a:lnTo>
                    <a:pt x="3413042" y="152240"/>
                  </a:lnTo>
                  <a:lnTo>
                    <a:pt x="3411970" y="152168"/>
                  </a:lnTo>
                  <a:lnTo>
                    <a:pt x="3410898" y="152098"/>
                  </a:lnTo>
                  <a:lnTo>
                    <a:pt x="3409827" y="152027"/>
                  </a:lnTo>
                  <a:lnTo>
                    <a:pt x="3408755" y="151957"/>
                  </a:lnTo>
                  <a:lnTo>
                    <a:pt x="3407684" y="151887"/>
                  </a:lnTo>
                  <a:lnTo>
                    <a:pt x="3406612" y="151817"/>
                  </a:lnTo>
                  <a:lnTo>
                    <a:pt x="3405540" y="151748"/>
                  </a:lnTo>
                  <a:lnTo>
                    <a:pt x="3404469" y="151679"/>
                  </a:lnTo>
                  <a:lnTo>
                    <a:pt x="3403397" y="151610"/>
                  </a:lnTo>
                  <a:lnTo>
                    <a:pt x="3402326" y="151542"/>
                  </a:lnTo>
                  <a:lnTo>
                    <a:pt x="3401254" y="151474"/>
                  </a:lnTo>
                  <a:lnTo>
                    <a:pt x="3400182" y="151406"/>
                  </a:lnTo>
                  <a:lnTo>
                    <a:pt x="3399111" y="151339"/>
                  </a:lnTo>
                  <a:lnTo>
                    <a:pt x="3398039" y="151272"/>
                  </a:lnTo>
                  <a:lnTo>
                    <a:pt x="3396968" y="151205"/>
                  </a:lnTo>
                  <a:lnTo>
                    <a:pt x="3395896" y="151139"/>
                  </a:lnTo>
                  <a:lnTo>
                    <a:pt x="3394824" y="151073"/>
                  </a:lnTo>
                  <a:lnTo>
                    <a:pt x="3393753" y="151007"/>
                  </a:lnTo>
                  <a:lnTo>
                    <a:pt x="3392681" y="150941"/>
                  </a:lnTo>
                  <a:lnTo>
                    <a:pt x="3391610" y="150876"/>
                  </a:lnTo>
                  <a:lnTo>
                    <a:pt x="3390538" y="150811"/>
                  </a:lnTo>
                  <a:lnTo>
                    <a:pt x="3389466" y="150747"/>
                  </a:lnTo>
                  <a:lnTo>
                    <a:pt x="3388395" y="150683"/>
                  </a:lnTo>
                  <a:lnTo>
                    <a:pt x="3387323" y="150619"/>
                  </a:lnTo>
                  <a:lnTo>
                    <a:pt x="3386252" y="150555"/>
                  </a:lnTo>
                  <a:lnTo>
                    <a:pt x="3385180" y="150492"/>
                  </a:lnTo>
                  <a:lnTo>
                    <a:pt x="3384108" y="150429"/>
                  </a:lnTo>
                  <a:lnTo>
                    <a:pt x="3383037" y="150367"/>
                  </a:lnTo>
                  <a:lnTo>
                    <a:pt x="3381965" y="150305"/>
                  </a:lnTo>
                  <a:lnTo>
                    <a:pt x="3380894" y="150243"/>
                  </a:lnTo>
                  <a:lnTo>
                    <a:pt x="3379822" y="150181"/>
                  </a:lnTo>
                  <a:lnTo>
                    <a:pt x="3378750" y="150120"/>
                  </a:lnTo>
                  <a:lnTo>
                    <a:pt x="3377679" y="150059"/>
                  </a:lnTo>
                  <a:lnTo>
                    <a:pt x="3376607" y="149998"/>
                  </a:lnTo>
                  <a:lnTo>
                    <a:pt x="3375536" y="149938"/>
                  </a:lnTo>
                  <a:lnTo>
                    <a:pt x="3374464" y="149878"/>
                  </a:lnTo>
                  <a:lnTo>
                    <a:pt x="3373392" y="149819"/>
                  </a:lnTo>
                  <a:lnTo>
                    <a:pt x="3372321" y="149759"/>
                  </a:lnTo>
                  <a:lnTo>
                    <a:pt x="3371249" y="149700"/>
                  </a:lnTo>
                  <a:lnTo>
                    <a:pt x="3370178" y="149642"/>
                  </a:lnTo>
                  <a:lnTo>
                    <a:pt x="3369106" y="149584"/>
                  </a:lnTo>
                  <a:lnTo>
                    <a:pt x="3368035" y="149526"/>
                  </a:lnTo>
                  <a:lnTo>
                    <a:pt x="3366963" y="149468"/>
                  </a:lnTo>
                  <a:lnTo>
                    <a:pt x="3365891" y="149411"/>
                  </a:lnTo>
                  <a:lnTo>
                    <a:pt x="3364820" y="149354"/>
                  </a:lnTo>
                  <a:lnTo>
                    <a:pt x="3363748" y="149297"/>
                  </a:lnTo>
                  <a:lnTo>
                    <a:pt x="3362677" y="149241"/>
                  </a:lnTo>
                  <a:lnTo>
                    <a:pt x="3361605" y="149185"/>
                  </a:lnTo>
                  <a:lnTo>
                    <a:pt x="3360533" y="149129"/>
                  </a:lnTo>
                  <a:lnTo>
                    <a:pt x="3359462" y="149074"/>
                  </a:lnTo>
                  <a:lnTo>
                    <a:pt x="3358390" y="149019"/>
                  </a:lnTo>
                  <a:lnTo>
                    <a:pt x="3357319" y="148964"/>
                  </a:lnTo>
                  <a:lnTo>
                    <a:pt x="3356247" y="148910"/>
                  </a:lnTo>
                  <a:lnTo>
                    <a:pt x="3355175" y="148856"/>
                  </a:lnTo>
                  <a:lnTo>
                    <a:pt x="3354104" y="148802"/>
                  </a:lnTo>
                  <a:lnTo>
                    <a:pt x="3353032" y="148748"/>
                  </a:lnTo>
                  <a:lnTo>
                    <a:pt x="3351961" y="148695"/>
                  </a:lnTo>
                  <a:lnTo>
                    <a:pt x="3350889" y="148643"/>
                  </a:lnTo>
                  <a:lnTo>
                    <a:pt x="3349817" y="148590"/>
                  </a:lnTo>
                  <a:lnTo>
                    <a:pt x="3348746" y="148538"/>
                  </a:lnTo>
                  <a:lnTo>
                    <a:pt x="3347674" y="148487"/>
                  </a:lnTo>
                  <a:lnTo>
                    <a:pt x="3346603" y="148435"/>
                  </a:lnTo>
                  <a:lnTo>
                    <a:pt x="3345531" y="148384"/>
                  </a:lnTo>
                  <a:lnTo>
                    <a:pt x="3344459" y="148334"/>
                  </a:lnTo>
                  <a:lnTo>
                    <a:pt x="3343388" y="148283"/>
                  </a:lnTo>
                  <a:lnTo>
                    <a:pt x="3342316" y="148233"/>
                  </a:lnTo>
                  <a:lnTo>
                    <a:pt x="3341245" y="148183"/>
                  </a:lnTo>
                  <a:lnTo>
                    <a:pt x="3340173" y="148134"/>
                  </a:lnTo>
                  <a:lnTo>
                    <a:pt x="3339101" y="148085"/>
                  </a:lnTo>
                  <a:lnTo>
                    <a:pt x="3338030" y="148036"/>
                  </a:lnTo>
                  <a:lnTo>
                    <a:pt x="3336958" y="147988"/>
                  </a:lnTo>
                  <a:lnTo>
                    <a:pt x="3335887" y="147940"/>
                  </a:lnTo>
                  <a:lnTo>
                    <a:pt x="3334815" y="147892"/>
                  </a:lnTo>
                  <a:lnTo>
                    <a:pt x="3333743" y="147845"/>
                  </a:lnTo>
                  <a:lnTo>
                    <a:pt x="3332672" y="147798"/>
                  </a:lnTo>
                  <a:lnTo>
                    <a:pt x="3331600" y="147751"/>
                  </a:lnTo>
                  <a:lnTo>
                    <a:pt x="3330529" y="147705"/>
                  </a:lnTo>
                  <a:lnTo>
                    <a:pt x="3329457" y="147659"/>
                  </a:lnTo>
                  <a:lnTo>
                    <a:pt x="3328385" y="147613"/>
                  </a:lnTo>
                  <a:lnTo>
                    <a:pt x="3327314" y="147568"/>
                  </a:lnTo>
                  <a:lnTo>
                    <a:pt x="3326242" y="147523"/>
                  </a:lnTo>
                  <a:lnTo>
                    <a:pt x="3325171" y="147478"/>
                  </a:lnTo>
                  <a:lnTo>
                    <a:pt x="3324099" y="147434"/>
                  </a:lnTo>
                  <a:lnTo>
                    <a:pt x="3323027" y="147390"/>
                  </a:lnTo>
                  <a:lnTo>
                    <a:pt x="3321956" y="147346"/>
                  </a:lnTo>
                  <a:lnTo>
                    <a:pt x="3320884" y="147303"/>
                  </a:lnTo>
                  <a:lnTo>
                    <a:pt x="3319813" y="147260"/>
                  </a:lnTo>
                  <a:lnTo>
                    <a:pt x="3318741" y="147217"/>
                  </a:lnTo>
                  <a:lnTo>
                    <a:pt x="3317669" y="147175"/>
                  </a:lnTo>
                  <a:lnTo>
                    <a:pt x="3316598" y="147133"/>
                  </a:lnTo>
                  <a:lnTo>
                    <a:pt x="3315526" y="147091"/>
                  </a:lnTo>
                  <a:lnTo>
                    <a:pt x="3314455" y="147050"/>
                  </a:lnTo>
                  <a:lnTo>
                    <a:pt x="3313383" y="147009"/>
                  </a:lnTo>
                  <a:lnTo>
                    <a:pt x="3312311" y="146968"/>
                  </a:lnTo>
                  <a:lnTo>
                    <a:pt x="3311240" y="146928"/>
                  </a:lnTo>
                  <a:lnTo>
                    <a:pt x="3310168" y="146888"/>
                  </a:lnTo>
                  <a:lnTo>
                    <a:pt x="3309097" y="146848"/>
                  </a:lnTo>
                  <a:lnTo>
                    <a:pt x="3308025" y="146809"/>
                  </a:lnTo>
                  <a:lnTo>
                    <a:pt x="3306953" y="146770"/>
                  </a:lnTo>
                  <a:lnTo>
                    <a:pt x="3305882" y="146731"/>
                  </a:lnTo>
                  <a:lnTo>
                    <a:pt x="3304810" y="146693"/>
                  </a:lnTo>
                  <a:lnTo>
                    <a:pt x="3303739" y="146655"/>
                  </a:lnTo>
                  <a:lnTo>
                    <a:pt x="3302667" y="146618"/>
                  </a:lnTo>
                  <a:lnTo>
                    <a:pt x="3301595" y="146580"/>
                  </a:lnTo>
                  <a:lnTo>
                    <a:pt x="3300524" y="146543"/>
                  </a:lnTo>
                  <a:lnTo>
                    <a:pt x="3299452" y="146507"/>
                  </a:lnTo>
                  <a:lnTo>
                    <a:pt x="3298381" y="146471"/>
                  </a:lnTo>
                  <a:lnTo>
                    <a:pt x="3297309" y="146435"/>
                  </a:lnTo>
                  <a:lnTo>
                    <a:pt x="3296237" y="146399"/>
                  </a:lnTo>
                  <a:lnTo>
                    <a:pt x="3295166" y="146364"/>
                  </a:lnTo>
                  <a:lnTo>
                    <a:pt x="3294094" y="146329"/>
                  </a:lnTo>
                  <a:lnTo>
                    <a:pt x="3293023" y="146295"/>
                  </a:lnTo>
                  <a:lnTo>
                    <a:pt x="3291951" y="146261"/>
                  </a:lnTo>
                  <a:lnTo>
                    <a:pt x="3290879" y="146227"/>
                  </a:lnTo>
                  <a:lnTo>
                    <a:pt x="3289808" y="146193"/>
                  </a:lnTo>
                  <a:lnTo>
                    <a:pt x="3288736" y="146160"/>
                  </a:lnTo>
                  <a:lnTo>
                    <a:pt x="3287665" y="146127"/>
                  </a:lnTo>
                  <a:lnTo>
                    <a:pt x="3286593" y="146095"/>
                  </a:lnTo>
                  <a:lnTo>
                    <a:pt x="3285521" y="146063"/>
                  </a:lnTo>
                  <a:lnTo>
                    <a:pt x="3284450" y="146031"/>
                  </a:lnTo>
                  <a:lnTo>
                    <a:pt x="3283378" y="146000"/>
                  </a:lnTo>
                  <a:lnTo>
                    <a:pt x="3282307" y="145968"/>
                  </a:lnTo>
                  <a:lnTo>
                    <a:pt x="3281235" y="145938"/>
                  </a:lnTo>
                  <a:lnTo>
                    <a:pt x="3280163" y="145907"/>
                  </a:lnTo>
                  <a:lnTo>
                    <a:pt x="3279092" y="145877"/>
                  </a:lnTo>
                  <a:lnTo>
                    <a:pt x="3278020" y="145847"/>
                  </a:lnTo>
                  <a:lnTo>
                    <a:pt x="3276949" y="145818"/>
                  </a:lnTo>
                  <a:lnTo>
                    <a:pt x="3275877" y="145789"/>
                  </a:lnTo>
                  <a:lnTo>
                    <a:pt x="3274805" y="145760"/>
                  </a:lnTo>
                  <a:lnTo>
                    <a:pt x="3273734" y="145732"/>
                  </a:lnTo>
                  <a:lnTo>
                    <a:pt x="3272662" y="145704"/>
                  </a:lnTo>
                  <a:lnTo>
                    <a:pt x="3271591" y="145676"/>
                  </a:lnTo>
                  <a:lnTo>
                    <a:pt x="3270519" y="145649"/>
                  </a:lnTo>
                  <a:lnTo>
                    <a:pt x="3269447" y="145622"/>
                  </a:lnTo>
                  <a:lnTo>
                    <a:pt x="3268376" y="145596"/>
                  </a:lnTo>
                  <a:lnTo>
                    <a:pt x="3267304" y="145569"/>
                  </a:lnTo>
                  <a:lnTo>
                    <a:pt x="3266233" y="145543"/>
                  </a:lnTo>
                  <a:lnTo>
                    <a:pt x="3265161" y="145518"/>
                  </a:lnTo>
                  <a:lnTo>
                    <a:pt x="3264089" y="145492"/>
                  </a:lnTo>
                  <a:lnTo>
                    <a:pt x="3263018" y="145468"/>
                  </a:lnTo>
                  <a:lnTo>
                    <a:pt x="3261946" y="145443"/>
                  </a:lnTo>
                  <a:lnTo>
                    <a:pt x="3260875" y="145419"/>
                  </a:lnTo>
                  <a:lnTo>
                    <a:pt x="3259803" y="145395"/>
                  </a:lnTo>
                  <a:lnTo>
                    <a:pt x="3258731" y="145371"/>
                  </a:lnTo>
                  <a:lnTo>
                    <a:pt x="3257660" y="145348"/>
                  </a:lnTo>
                  <a:lnTo>
                    <a:pt x="3256588" y="145325"/>
                  </a:lnTo>
                  <a:lnTo>
                    <a:pt x="3255517" y="145303"/>
                  </a:lnTo>
                  <a:lnTo>
                    <a:pt x="3254445" y="145281"/>
                  </a:lnTo>
                  <a:lnTo>
                    <a:pt x="3253373" y="145259"/>
                  </a:lnTo>
                  <a:lnTo>
                    <a:pt x="3252302" y="145238"/>
                  </a:lnTo>
                  <a:lnTo>
                    <a:pt x="3251230" y="145217"/>
                  </a:lnTo>
                  <a:lnTo>
                    <a:pt x="3250159" y="145196"/>
                  </a:lnTo>
                  <a:lnTo>
                    <a:pt x="3249087" y="145175"/>
                  </a:lnTo>
                  <a:lnTo>
                    <a:pt x="3248015" y="145155"/>
                  </a:lnTo>
                  <a:lnTo>
                    <a:pt x="3246944" y="145136"/>
                  </a:lnTo>
                  <a:lnTo>
                    <a:pt x="3245872" y="145116"/>
                  </a:lnTo>
                  <a:lnTo>
                    <a:pt x="3244801" y="145097"/>
                  </a:lnTo>
                  <a:lnTo>
                    <a:pt x="3243729" y="145079"/>
                  </a:lnTo>
                  <a:lnTo>
                    <a:pt x="3242657" y="145060"/>
                  </a:lnTo>
                  <a:lnTo>
                    <a:pt x="3241586" y="145042"/>
                  </a:lnTo>
                  <a:lnTo>
                    <a:pt x="3240514" y="145025"/>
                  </a:lnTo>
                  <a:lnTo>
                    <a:pt x="3239443" y="145007"/>
                  </a:lnTo>
                  <a:lnTo>
                    <a:pt x="3238371" y="144991"/>
                  </a:lnTo>
                  <a:lnTo>
                    <a:pt x="3237299" y="144974"/>
                  </a:lnTo>
                  <a:lnTo>
                    <a:pt x="3236228" y="144958"/>
                  </a:lnTo>
                  <a:lnTo>
                    <a:pt x="3235156" y="144942"/>
                  </a:lnTo>
                  <a:lnTo>
                    <a:pt x="3234085" y="144926"/>
                  </a:lnTo>
                  <a:lnTo>
                    <a:pt x="3233013" y="144911"/>
                  </a:lnTo>
                  <a:lnTo>
                    <a:pt x="3231941" y="144896"/>
                  </a:lnTo>
                  <a:lnTo>
                    <a:pt x="3230870" y="144882"/>
                  </a:lnTo>
                  <a:lnTo>
                    <a:pt x="3229798" y="144868"/>
                  </a:lnTo>
                  <a:lnTo>
                    <a:pt x="3228727" y="144854"/>
                  </a:lnTo>
                  <a:lnTo>
                    <a:pt x="3227655" y="144840"/>
                  </a:lnTo>
                  <a:lnTo>
                    <a:pt x="3226583" y="144827"/>
                  </a:lnTo>
                  <a:lnTo>
                    <a:pt x="3225512" y="144815"/>
                  </a:lnTo>
                  <a:lnTo>
                    <a:pt x="3224440" y="144802"/>
                  </a:lnTo>
                  <a:lnTo>
                    <a:pt x="3223369" y="144790"/>
                  </a:lnTo>
                  <a:lnTo>
                    <a:pt x="3222297" y="144778"/>
                  </a:lnTo>
                  <a:lnTo>
                    <a:pt x="3221225" y="144767"/>
                  </a:lnTo>
                  <a:lnTo>
                    <a:pt x="3220154" y="144756"/>
                  </a:lnTo>
                  <a:lnTo>
                    <a:pt x="3219082" y="144745"/>
                  </a:lnTo>
                  <a:lnTo>
                    <a:pt x="3218011" y="144735"/>
                  </a:lnTo>
                  <a:lnTo>
                    <a:pt x="3216939" y="144725"/>
                  </a:lnTo>
                  <a:lnTo>
                    <a:pt x="3215867" y="144716"/>
                  </a:lnTo>
                  <a:lnTo>
                    <a:pt x="3214796" y="144706"/>
                  </a:lnTo>
                  <a:lnTo>
                    <a:pt x="3213724" y="144697"/>
                  </a:lnTo>
                  <a:lnTo>
                    <a:pt x="3212653" y="144689"/>
                  </a:lnTo>
                  <a:lnTo>
                    <a:pt x="3211581" y="144681"/>
                  </a:lnTo>
                  <a:lnTo>
                    <a:pt x="3210509" y="144673"/>
                  </a:lnTo>
                  <a:lnTo>
                    <a:pt x="3209438" y="144665"/>
                  </a:lnTo>
                  <a:lnTo>
                    <a:pt x="3208366" y="144658"/>
                  </a:lnTo>
                  <a:lnTo>
                    <a:pt x="3207295" y="144651"/>
                  </a:lnTo>
                  <a:lnTo>
                    <a:pt x="3206223" y="144645"/>
                  </a:lnTo>
                  <a:lnTo>
                    <a:pt x="3205151" y="144639"/>
                  </a:lnTo>
                  <a:lnTo>
                    <a:pt x="3204080" y="144633"/>
                  </a:lnTo>
                  <a:lnTo>
                    <a:pt x="3203008" y="144628"/>
                  </a:lnTo>
                  <a:lnTo>
                    <a:pt x="3201937" y="144623"/>
                  </a:lnTo>
                  <a:lnTo>
                    <a:pt x="3200865" y="144618"/>
                  </a:lnTo>
                  <a:lnTo>
                    <a:pt x="3199793" y="144613"/>
                  </a:lnTo>
                  <a:lnTo>
                    <a:pt x="3198722" y="144609"/>
                  </a:lnTo>
                  <a:lnTo>
                    <a:pt x="3197650" y="144606"/>
                  </a:lnTo>
                  <a:lnTo>
                    <a:pt x="3196579" y="144603"/>
                  </a:lnTo>
                  <a:lnTo>
                    <a:pt x="3195507" y="144600"/>
                  </a:lnTo>
                  <a:lnTo>
                    <a:pt x="3194436" y="144597"/>
                  </a:lnTo>
                  <a:lnTo>
                    <a:pt x="3193364" y="144595"/>
                  </a:lnTo>
                  <a:lnTo>
                    <a:pt x="3192292" y="144593"/>
                  </a:lnTo>
                  <a:lnTo>
                    <a:pt x="3191221" y="144591"/>
                  </a:lnTo>
                  <a:lnTo>
                    <a:pt x="3190149" y="144590"/>
                  </a:lnTo>
                  <a:lnTo>
                    <a:pt x="3189078" y="144589"/>
                  </a:lnTo>
                  <a:lnTo>
                    <a:pt x="3188006" y="144589"/>
                  </a:lnTo>
                  <a:lnTo>
                    <a:pt x="3186934" y="144589"/>
                  </a:lnTo>
                  <a:lnTo>
                    <a:pt x="3185863" y="144589"/>
                  </a:lnTo>
                  <a:lnTo>
                    <a:pt x="3184791" y="144589"/>
                  </a:lnTo>
                  <a:lnTo>
                    <a:pt x="3183720" y="144590"/>
                  </a:lnTo>
                  <a:lnTo>
                    <a:pt x="3182648" y="144591"/>
                  </a:lnTo>
                  <a:lnTo>
                    <a:pt x="3181576" y="144593"/>
                  </a:lnTo>
                  <a:lnTo>
                    <a:pt x="3180505" y="144595"/>
                  </a:lnTo>
                  <a:lnTo>
                    <a:pt x="3179433" y="144597"/>
                  </a:lnTo>
                  <a:lnTo>
                    <a:pt x="3178362" y="144600"/>
                  </a:lnTo>
                  <a:lnTo>
                    <a:pt x="3177290" y="144603"/>
                  </a:lnTo>
                  <a:lnTo>
                    <a:pt x="3176218" y="144606"/>
                  </a:lnTo>
                  <a:lnTo>
                    <a:pt x="3175147" y="144610"/>
                  </a:lnTo>
                  <a:lnTo>
                    <a:pt x="3174075" y="144614"/>
                  </a:lnTo>
                  <a:lnTo>
                    <a:pt x="3173004" y="144618"/>
                  </a:lnTo>
                  <a:lnTo>
                    <a:pt x="3171932" y="144623"/>
                  </a:lnTo>
                  <a:lnTo>
                    <a:pt x="3170860" y="144628"/>
                  </a:lnTo>
                  <a:lnTo>
                    <a:pt x="3169789" y="144634"/>
                  </a:lnTo>
                  <a:lnTo>
                    <a:pt x="3168717" y="144639"/>
                  </a:lnTo>
                  <a:lnTo>
                    <a:pt x="3167646" y="144646"/>
                  </a:lnTo>
                  <a:lnTo>
                    <a:pt x="3166574" y="144652"/>
                  </a:lnTo>
                  <a:lnTo>
                    <a:pt x="3165502" y="144659"/>
                  </a:lnTo>
                  <a:lnTo>
                    <a:pt x="3164431" y="144666"/>
                  </a:lnTo>
                  <a:lnTo>
                    <a:pt x="3163359" y="144674"/>
                  </a:lnTo>
                  <a:lnTo>
                    <a:pt x="3162288" y="144682"/>
                  </a:lnTo>
                  <a:lnTo>
                    <a:pt x="3161216" y="144690"/>
                  </a:lnTo>
                  <a:lnTo>
                    <a:pt x="3160144" y="144699"/>
                  </a:lnTo>
                  <a:lnTo>
                    <a:pt x="3159073" y="144707"/>
                  </a:lnTo>
                  <a:lnTo>
                    <a:pt x="3158001" y="144717"/>
                  </a:lnTo>
                  <a:lnTo>
                    <a:pt x="3156930" y="144726"/>
                  </a:lnTo>
                  <a:lnTo>
                    <a:pt x="3155858" y="144736"/>
                  </a:lnTo>
                  <a:lnTo>
                    <a:pt x="3154786" y="144747"/>
                  </a:lnTo>
                  <a:lnTo>
                    <a:pt x="3153715" y="144758"/>
                  </a:lnTo>
                  <a:lnTo>
                    <a:pt x="3152643" y="144769"/>
                  </a:lnTo>
                  <a:lnTo>
                    <a:pt x="3151572" y="144780"/>
                  </a:lnTo>
                  <a:lnTo>
                    <a:pt x="3150500" y="144792"/>
                  </a:lnTo>
                  <a:lnTo>
                    <a:pt x="3149428" y="144804"/>
                  </a:lnTo>
                  <a:lnTo>
                    <a:pt x="3148357" y="144816"/>
                  </a:lnTo>
                  <a:lnTo>
                    <a:pt x="3147285" y="144829"/>
                  </a:lnTo>
                  <a:lnTo>
                    <a:pt x="3146214" y="144842"/>
                  </a:lnTo>
                  <a:lnTo>
                    <a:pt x="3145142" y="144856"/>
                  </a:lnTo>
                  <a:lnTo>
                    <a:pt x="3144070" y="144870"/>
                  </a:lnTo>
                  <a:lnTo>
                    <a:pt x="3142999" y="144884"/>
                  </a:lnTo>
                  <a:lnTo>
                    <a:pt x="3141927" y="144898"/>
                  </a:lnTo>
                  <a:lnTo>
                    <a:pt x="3140856" y="144913"/>
                  </a:lnTo>
                  <a:lnTo>
                    <a:pt x="3139784" y="144929"/>
                  </a:lnTo>
                  <a:lnTo>
                    <a:pt x="3138712" y="144944"/>
                  </a:lnTo>
                  <a:lnTo>
                    <a:pt x="3137641" y="144960"/>
                  </a:lnTo>
                  <a:lnTo>
                    <a:pt x="3136569" y="144977"/>
                  </a:lnTo>
                  <a:lnTo>
                    <a:pt x="3135498" y="144993"/>
                  </a:lnTo>
                  <a:lnTo>
                    <a:pt x="3134426" y="145010"/>
                  </a:lnTo>
                  <a:lnTo>
                    <a:pt x="3133354" y="145028"/>
                  </a:lnTo>
                  <a:lnTo>
                    <a:pt x="3132283" y="145045"/>
                  </a:lnTo>
                  <a:lnTo>
                    <a:pt x="3131211" y="145063"/>
                  </a:lnTo>
                  <a:lnTo>
                    <a:pt x="3130140" y="145082"/>
                  </a:lnTo>
                  <a:lnTo>
                    <a:pt x="3129068" y="145101"/>
                  </a:lnTo>
                  <a:lnTo>
                    <a:pt x="3127996" y="145120"/>
                  </a:lnTo>
                  <a:lnTo>
                    <a:pt x="3126925" y="145139"/>
                  </a:lnTo>
                  <a:lnTo>
                    <a:pt x="3125853" y="145159"/>
                  </a:lnTo>
                  <a:lnTo>
                    <a:pt x="3124782" y="145179"/>
                  </a:lnTo>
                  <a:lnTo>
                    <a:pt x="3123710" y="145200"/>
                  </a:lnTo>
                  <a:lnTo>
                    <a:pt x="3122638" y="145220"/>
                  </a:lnTo>
                  <a:lnTo>
                    <a:pt x="3121567" y="145241"/>
                  </a:lnTo>
                  <a:lnTo>
                    <a:pt x="3120495" y="145263"/>
                  </a:lnTo>
                  <a:lnTo>
                    <a:pt x="3119424" y="145285"/>
                  </a:lnTo>
                  <a:lnTo>
                    <a:pt x="3118352" y="145307"/>
                  </a:lnTo>
                  <a:lnTo>
                    <a:pt x="3117280" y="145330"/>
                  </a:lnTo>
                  <a:lnTo>
                    <a:pt x="3116209" y="145352"/>
                  </a:lnTo>
                  <a:lnTo>
                    <a:pt x="3115137" y="145376"/>
                  </a:lnTo>
                  <a:lnTo>
                    <a:pt x="3114066" y="145399"/>
                  </a:lnTo>
                  <a:lnTo>
                    <a:pt x="3112994" y="145423"/>
                  </a:lnTo>
                  <a:lnTo>
                    <a:pt x="3111922" y="145447"/>
                  </a:lnTo>
                  <a:lnTo>
                    <a:pt x="3110851" y="145472"/>
                  </a:lnTo>
                  <a:lnTo>
                    <a:pt x="3109779" y="145496"/>
                  </a:lnTo>
                  <a:lnTo>
                    <a:pt x="3108708" y="145522"/>
                  </a:lnTo>
                  <a:lnTo>
                    <a:pt x="3107636" y="145547"/>
                  </a:lnTo>
                  <a:lnTo>
                    <a:pt x="3106564" y="145573"/>
                  </a:lnTo>
                  <a:lnTo>
                    <a:pt x="3105493" y="145599"/>
                  </a:lnTo>
                  <a:lnTo>
                    <a:pt x="3104421" y="145625"/>
                  </a:lnTo>
                  <a:lnTo>
                    <a:pt x="3103350" y="145652"/>
                  </a:lnTo>
                  <a:lnTo>
                    <a:pt x="3102278" y="145679"/>
                  </a:lnTo>
                  <a:lnTo>
                    <a:pt x="3101206" y="145707"/>
                  </a:lnTo>
                  <a:lnTo>
                    <a:pt x="3100135" y="145735"/>
                  </a:lnTo>
                  <a:lnTo>
                    <a:pt x="3099063" y="145763"/>
                  </a:lnTo>
                  <a:lnTo>
                    <a:pt x="3097992" y="145791"/>
                  </a:lnTo>
                  <a:lnTo>
                    <a:pt x="3096920" y="145820"/>
                  </a:lnTo>
                  <a:lnTo>
                    <a:pt x="3095848" y="145849"/>
                  </a:lnTo>
                  <a:lnTo>
                    <a:pt x="3094777" y="145878"/>
                  </a:lnTo>
                  <a:lnTo>
                    <a:pt x="3093705" y="145908"/>
                  </a:lnTo>
                  <a:lnTo>
                    <a:pt x="3092634" y="145938"/>
                  </a:lnTo>
                  <a:lnTo>
                    <a:pt x="3091562" y="145968"/>
                  </a:lnTo>
                  <a:lnTo>
                    <a:pt x="3090490" y="145998"/>
                  </a:lnTo>
                  <a:lnTo>
                    <a:pt x="3089419" y="146029"/>
                  </a:lnTo>
                  <a:lnTo>
                    <a:pt x="3088347" y="146060"/>
                  </a:lnTo>
                  <a:lnTo>
                    <a:pt x="3087276" y="146092"/>
                  </a:lnTo>
                  <a:lnTo>
                    <a:pt x="3086204" y="146124"/>
                  </a:lnTo>
                  <a:lnTo>
                    <a:pt x="3085132" y="146156"/>
                  </a:lnTo>
                  <a:lnTo>
                    <a:pt x="3084061" y="146188"/>
                  </a:lnTo>
                  <a:lnTo>
                    <a:pt x="3082989" y="146221"/>
                  </a:lnTo>
                  <a:lnTo>
                    <a:pt x="3081918" y="146254"/>
                  </a:lnTo>
                  <a:lnTo>
                    <a:pt x="3080846" y="146287"/>
                  </a:lnTo>
                  <a:lnTo>
                    <a:pt x="3079774" y="146321"/>
                  </a:lnTo>
                  <a:lnTo>
                    <a:pt x="3078703" y="146354"/>
                  </a:lnTo>
                  <a:lnTo>
                    <a:pt x="3077631" y="146389"/>
                  </a:lnTo>
                  <a:lnTo>
                    <a:pt x="3076560" y="146423"/>
                  </a:lnTo>
                  <a:lnTo>
                    <a:pt x="3075488" y="146458"/>
                  </a:lnTo>
                  <a:lnTo>
                    <a:pt x="3074416" y="146493"/>
                  </a:lnTo>
                  <a:lnTo>
                    <a:pt x="3073345" y="146528"/>
                  </a:lnTo>
                  <a:lnTo>
                    <a:pt x="3072273" y="146564"/>
                  </a:lnTo>
                  <a:lnTo>
                    <a:pt x="3071202" y="146600"/>
                  </a:lnTo>
                  <a:lnTo>
                    <a:pt x="3070130" y="146636"/>
                  </a:lnTo>
                  <a:lnTo>
                    <a:pt x="3069058" y="146672"/>
                  </a:lnTo>
                  <a:lnTo>
                    <a:pt x="3067987" y="146709"/>
                  </a:lnTo>
                  <a:lnTo>
                    <a:pt x="3066915" y="146746"/>
                  </a:lnTo>
                  <a:lnTo>
                    <a:pt x="3065844" y="146783"/>
                  </a:lnTo>
                  <a:lnTo>
                    <a:pt x="3064772" y="146821"/>
                  </a:lnTo>
                  <a:lnTo>
                    <a:pt x="3063700" y="146859"/>
                  </a:lnTo>
                  <a:lnTo>
                    <a:pt x="3062629" y="146897"/>
                  </a:lnTo>
                  <a:lnTo>
                    <a:pt x="3061557" y="146935"/>
                  </a:lnTo>
                  <a:lnTo>
                    <a:pt x="3060486" y="146974"/>
                  </a:lnTo>
                  <a:lnTo>
                    <a:pt x="3059414" y="147013"/>
                  </a:lnTo>
                  <a:lnTo>
                    <a:pt x="3058342" y="147052"/>
                  </a:lnTo>
                  <a:lnTo>
                    <a:pt x="3057271" y="147092"/>
                  </a:lnTo>
                  <a:lnTo>
                    <a:pt x="3056199" y="147131"/>
                  </a:lnTo>
                  <a:lnTo>
                    <a:pt x="3055128" y="147171"/>
                  </a:lnTo>
                  <a:lnTo>
                    <a:pt x="3054056" y="147212"/>
                  </a:lnTo>
                  <a:lnTo>
                    <a:pt x="3052984" y="147252"/>
                  </a:lnTo>
                  <a:lnTo>
                    <a:pt x="3051913" y="147293"/>
                  </a:lnTo>
                  <a:lnTo>
                    <a:pt x="3050841" y="147334"/>
                  </a:lnTo>
                  <a:lnTo>
                    <a:pt x="3049770" y="147375"/>
                  </a:lnTo>
                  <a:lnTo>
                    <a:pt x="3048698" y="147417"/>
                  </a:lnTo>
                  <a:lnTo>
                    <a:pt x="3047626" y="147459"/>
                  </a:lnTo>
                  <a:lnTo>
                    <a:pt x="3046555" y="147501"/>
                  </a:lnTo>
                  <a:lnTo>
                    <a:pt x="3045483" y="147543"/>
                  </a:lnTo>
                  <a:lnTo>
                    <a:pt x="3044412" y="147586"/>
                  </a:lnTo>
                  <a:lnTo>
                    <a:pt x="3043340" y="147628"/>
                  </a:lnTo>
                  <a:lnTo>
                    <a:pt x="3042268" y="147671"/>
                  </a:lnTo>
                  <a:lnTo>
                    <a:pt x="3041197" y="147715"/>
                  </a:lnTo>
                  <a:lnTo>
                    <a:pt x="3040125" y="147758"/>
                  </a:lnTo>
                  <a:lnTo>
                    <a:pt x="3039054" y="147802"/>
                  </a:lnTo>
                  <a:lnTo>
                    <a:pt x="3037982" y="147846"/>
                  </a:lnTo>
                  <a:lnTo>
                    <a:pt x="3036910" y="147890"/>
                  </a:lnTo>
                  <a:lnTo>
                    <a:pt x="3035839" y="147935"/>
                  </a:lnTo>
                  <a:lnTo>
                    <a:pt x="3034767" y="147980"/>
                  </a:lnTo>
                  <a:lnTo>
                    <a:pt x="3033696" y="148025"/>
                  </a:lnTo>
                  <a:lnTo>
                    <a:pt x="3032624" y="148070"/>
                  </a:lnTo>
                  <a:lnTo>
                    <a:pt x="3031552" y="148115"/>
                  </a:lnTo>
                  <a:lnTo>
                    <a:pt x="3030481" y="148161"/>
                  </a:lnTo>
                  <a:lnTo>
                    <a:pt x="3029409" y="148207"/>
                  </a:lnTo>
                  <a:lnTo>
                    <a:pt x="3028338" y="148253"/>
                  </a:lnTo>
                  <a:lnTo>
                    <a:pt x="3027266" y="148299"/>
                  </a:lnTo>
                  <a:lnTo>
                    <a:pt x="3026194" y="148346"/>
                  </a:lnTo>
                  <a:lnTo>
                    <a:pt x="3025123" y="148393"/>
                  </a:lnTo>
                  <a:lnTo>
                    <a:pt x="3024051" y="148440"/>
                  </a:lnTo>
                  <a:lnTo>
                    <a:pt x="3022980" y="148487"/>
                  </a:lnTo>
                  <a:lnTo>
                    <a:pt x="3021908" y="148535"/>
                  </a:lnTo>
                  <a:lnTo>
                    <a:pt x="3020836" y="148582"/>
                  </a:lnTo>
                  <a:lnTo>
                    <a:pt x="3019765" y="148630"/>
                  </a:lnTo>
                  <a:lnTo>
                    <a:pt x="3018693" y="148678"/>
                  </a:lnTo>
                  <a:lnTo>
                    <a:pt x="3017622" y="148727"/>
                  </a:lnTo>
                  <a:lnTo>
                    <a:pt x="3016550" y="148775"/>
                  </a:lnTo>
                  <a:lnTo>
                    <a:pt x="3015479" y="148824"/>
                  </a:lnTo>
                  <a:lnTo>
                    <a:pt x="3014407" y="148873"/>
                  </a:lnTo>
                  <a:lnTo>
                    <a:pt x="3013335" y="148922"/>
                  </a:lnTo>
                  <a:lnTo>
                    <a:pt x="3012264" y="148972"/>
                  </a:lnTo>
                  <a:lnTo>
                    <a:pt x="3011192" y="149021"/>
                  </a:lnTo>
                  <a:lnTo>
                    <a:pt x="3010121" y="149071"/>
                  </a:lnTo>
                  <a:lnTo>
                    <a:pt x="3009049" y="149121"/>
                  </a:lnTo>
                  <a:lnTo>
                    <a:pt x="3007977" y="149171"/>
                  </a:lnTo>
                  <a:lnTo>
                    <a:pt x="3006906" y="149221"/>
                  </a:lnTo>
                  <a:lnTo>
                    <a:pt x="3005834" y="149272"/>
                  </a:lnTo>
                  <a:lnTo>
                    <a:pt x="3004763" y="149323"/>
                  </a:lnTo>
                  <a:lnTo>
                    <a:pt x="3003691" y="149374"/>
                  </a:lnTo>
                  <a:lnTo>
                    <a:pt x="3002619" y="149425"/>
                  </a:lnTo>
                  <a:lnTo>
                    <a:pt x="3001548" y="149476"/>
                  </a:lnTo>
                  <a:lnTo>
                    <a:pt x="3000476" y="149528"/>
                  </a:lnTo>
                  <a:lnTo>
                    <a:pt x="2999405" y="149579"/>
                  </a:lnTo>
                  <a:lnTo>
                    <a:pt x="2998333" y="149631"/>
                  </a:lnTo>
                  <a:lnTo>
                    <a:pt x="2997261" y="149683"/>
                  </a:lnTo>
                  <a:lnTo>
                    <a:pt x="2996190" y="149736"/>
                  </a:lnTo>
                  <a:lnTo>
                    <a:pt x="2995118" y="149788"/>
                  </a:lnTo>
                  <a:lnTo>
                    <a:pt x="2994047" y="149841"/>
                  </a:lnTo>
                  <a:lnTo>
                    <a:pt x="2992975" y="149893"/>
                  </a:lnTo>
                  <a:lnTo>
                    <a:pt x="2991903" y="149946"/>
                  </a:lnTo>
                  <a:lnTo>
                    <a:pt x="2990832" y="149999"/>
                  </a:lnTo>
                  <a:lnTo>
                    <a:pt x="2989760" y="150053"/>
                  </a:lnTo>
                  <a:lnTo>
                    <a:pt x="2988689" y="150106"/>
                  </a:lnTo>
                  <a:lnTo>
                    <a:pt x="2987617" y="150160"/>
                  </a:lnTo>
                  <a:lnTo>
                    <a:pt x="2986545" y="150214"/>
                  </a:lnTo>
                  <a:lnTo>
                    <a:pt x="2985474" y="150267"/>
                  </a:lnTo>
                  <a:lnTo>
                    <a:pt x="2984402" y="150322"/>
                  </a:lnTo>
                  <a:lnTo>
                    <a:pt x="2983331" y="150376"/>
                  </a:lnTo>
                  <a:lnTo>
                    <a:pt x="2982259" y="150430"/>
                  </a:lnTo>
                  <a:lnTo>
                    <a:pt x="2981187" y="150485"/>
                  </a:lnTo>
                  <a:lnTo>
                    <a:pt x="2980116" y="150540"/>
                  </a:lnTo>
                  <a:lnTo>
                    <a:pt x="2979044" y="150594"/>
                  </a:lnTo>
                  <a:lnTo>
                    <a:pt x="2977973" y="150649"/>
                  </a:lnTo>
                  <a:lnTo>
                    <a:pt x="2976901" y="150705"/>
                  </a:lnTo>
                  <a:lnTo>
                    <a:pt x="2975829" y="150760"/>
                  </a:lnTo>
                  <a:lnTo>
                    <a:pt x="2974758" y="150815"/>
                  </a:lnTo>
                  <a:lnTo>
                    <a:pt x="2973686" y="150871"/>
                  </a:lnTo>
                  <a:lnTo>
                    <a:pt x="2972615" y="150927"/>
                  </a:lnTo>
                  <a:lnTo>
                    <a:pt x="2971543" y="150983"/>
                  </a:lnTo>
                  <a:lnTo>
                    <a:pt x="2970471" y="151039"/>
                  </a:lnTo>
                  <a:lnTo>
                    <a:pt x="2969400" y="151095"/>
                  </a:lnTo>
                  <a:lnTo>
                    <a:pt x="2968328" y="151151"/>
                  </a:lnTo>
                  <a:lnTo>
                    <a:pt x="2967257" y="151208"/>
                  </a:lnTo>
                  <a:lnTo>
                    <a:pt x="2966185" y="151264"/>
                  </a:lnTo>
                  <a:lnTo>
                    <a:pt x="2965113" y="151321"/>
                  </a:lnTo>
                  <a:lnTo>
                    <a:pt x="2964042" y="151378"/>
                  </a:lnTo>
                  <a:lnTo>
                    <a:pt x="2962970" y="151435"/>
                  </a:lnTo>
                  <a:lnTo>
                    <a:pt x="2961899" y="151492"/>
                  </a:lnTo>
                  <a:lnTo>
                    <a:pt x="2960827" y="151549"/>
                  </a:lnTo>
                  <a:lnTo>
                    <a:pt x="2959755" y="151606"/>
                  </a:lnTo>
                  <a:lnTo>
                    <a:pt x="2958684" y="151664"/>
                  </a:lnTo>
                  <a:lnTo>
                    <a:pt x="2957612" y="151721"/>
                  </a:lnTo>
                  <a:lnTo>
                    <a:pt x="2956541" y="151779"/>
                  </a:lnTo>
                  <a:lnTo>
                    <a:pt x="2955469" y="151837"/>
                  </a:lnTo>
                  <a:lnTo>
                    <a:pt x="2954397" y="151895"/>
                  </a:lnTo>
                  <a:lnTo>
                    <a:pt x="2953326" y="151953"/>
                  </a:lnTo>
                  <a:lnTo>
                    <a:pt x="2952254" y="152011"/>
                  </a:lnTo>
                  <a:lnTo>
                    <a:pt x="2951183" y="152069"/>
                  </a:lnTo>
                  <a:lnTo>
                    <a:pt x="2950111" y="152127"/>
                  </a:lnTo>
                  <a:lnTo>
                    <a:pt x="2949039" y="152186"/>
                  </a:lnTo>
                  <a:lnTo>
                    <a:pt x="2947968" y="152244"/>
                  </a:lnTo>
                  <a:lnTo>
                    <a:pt x="2946896" y="152303"/>
                  </a:lnTo>
                  <a:lnTo>
                    <a:pt x="2945825" y="152361"/>
                  </a:lnTo>
                  <a:lnTo>
                    <a:pt x="2944753" y="152420"/>
                  </a:lnTo>
                  <a:lnTo>
                    <a:pt x="2943681" y="152479"/>
                  </a:lnTo>
                  <a:lnTo>
                    <a:pt x="2942610" y="152538"/>
                  </a:lnTo>
                  <a:lnTo>
                    <a:pt x="2941538" y="152597"/>
                  </a:lnTo>
                  <a:lnTo>
                    <a:pt x="2940467" y="152656"/>
                  </a:lnTo>
                  <a:lnTo>
                    <a:pt x="2939395" y="152716"/>
                  </a:lnTo>
                  <a:lnTo>
                    <a:pt x="2938323" y="152775"/>
                  </a:lnTo>
                  <a:lnTo>
                    <a:pt x="2937252" y="152834"/>
                  </a:lnTo>
                  <a:lnTo>
                    <a:pt x="2936180" y="152894"/>
                  </a:lnTo>
                  <a:lnTo>
                    <a:pt x="2935109" y="152954"/>
                  </a:lnTo>
                  <a:lnTo>
                    <a:pt x="2934037" y="153013"/>
                  </a:lnTo>
                  <a:lnTo>
                    <a:pt x="2932965" y="153073"/>
                  </a:lnTo>
                  <a:lnTo>
                    <a:pt x="2931894" y="153133"/>
                  </a:lnTo>
                  <a:lnTo>
                    <a:pt x="2930822" y="153193"/>
                  </a:lnTo>
                  <a:lnTo>
                    <a:pt x="2929751" y="153253"/>
                  </a:lnTo>
                  <a:lnTo>
                    <a:pt x="2928679" y="153313"/>
                  </a:lnTo>
                  <a:lnTo>
                    <a:pt x="2927607" y="153373"/>
                  </a:lnTo>
                  <a:lnTo>
                    <a:pt x="2926536" y="153433"/>
                  </a:lnTo>
                  <a:lnTo>
                    <a:pt x="2925464" y="153493"/>
                  </a:lnTo>
                  <a:lnTo>
                    <a:pt x="2924393" y="153553"/>
                  </a:lnTo>
                  <a:lnTo>
                    <a:pt x="2923321" y="153613"/>
                  </a:lnTo>
                  <a:lnTo>
                    <a:pt x="2922249" y="153674"/>
                  </a:lnTo>
                  <a:lnTo>
                    <a:pt x="2921178" y="153734"/>
                  </a:lnTo>
                  <a:lnTo>
                    <a:pt x="2920106" y="153795"/>
                  </a:lnTo>
                  <a:lnTo>
                    <a:pt x="2919035" y="153855"/>
                  </a:lnTo>
                  <a:lnTo>
                    <a:pt x="2917963" y="153916"/>
                  </a:lnTo>
                  <a:lnTo>
                    <a:pt x="2916891" y="153976"/>
                  </a:lnTo>
                  <a:lnTo>
                    <a:pt x="2915820" y="154037"/>
                  </a:lnTo>
                  <a:lnTo>
                    <a:pt x="2914748" y="154098"/>
                  </a:lnTo>
                  <a:lnTo>
                    <a:pt x="2913677" y="154159"/>
                  </a:lnTo>
                  <a:lnTo>
                    <a:pt x="2912605" y="154219"/>
                  </a:lnTo>
                  <a:lnTo>
                    <a:pt x="2911533" y="154280"/>
                  </a:lnTo>
                  <a:lnTo>
                    <a:pt x="2910462" y="154341"/>
                  </a:lnTo>
                  <a:lnTo>
                    <a:pt x="2909390" y="154402"/>
                  </a:lnTo>
                  <a:lnTo>
                    <a:pt x="2908319" y="154463"/>
                  </a:lnTo>
                  <a:lnTo>
                    <a:pt x="2907247" y="154524"/>
                  </a:lnTo>
                  <a:lnTo>
                    <a:pt x="2906175" y="154585"/>
                  </a:lnTo>
                  <a:lnTo>
                    <a:pt x="2905104" y="154646"/>
                  </a:lnTo>
                  <a:lnTo>
                    <a:pt x="2904032" y="154707"/>
                  </a:lnTo>
                  <a:lnTo>
                    <a:pt x="2902961" y="154768"/>
                  </a:lnTo>
                  <a:lnTo>
                    <a:pt x="2901889" y="154829"/>
                  </a:lnTo>
                  <a:lnTo>
                    <a:pt x="2900817" y="154890"/>
                  </a:lnTo>
                  <a:lnTo>
                    <a:pt x="2899746" y="154951"/>
                  </a:lnTo>
                  <a:lnTo>
                    <a:pt x="2898674" y="155012"/>
                  </a:lnTo>
                  <a:lnTo>
                    <a:pt x="2897603" y="155073"/>
                  </a:lnTo>
                  <a:lnTo>
                    <a:pt x="2896531" y="155134"/>
                  </a:lnTo>
                  <a:lnTo>
                    <a:pt x="2895459" y="155196"/>
                  </a:lnTo>
                  <a:lnTo>
                    <a:pt x="2894388" y="155257"/>
                  </a:lnTo>
                  <a:lnTo>
                    <a:pt x="2893316" y="155318"/>
                  </a:lnTo>
                  <a:lnTo>
                    <a:pt x="2892245" y="155379"/>
                  </a:lnTo>
                  <a:lnTo>
                    <a:pt x="2891173" y="155440"/>
                  </a:lnTo>
                  <a:lnTo>
                    <a:pt x="2890101" y="155501"/>
                  </a:lnTo>
                  <a:lnTo>
                    <a:pt x="2889030" y="155562"/>
                  </a:lnTo>
                  <a:lnTo>
                    <a:pt x="2887958" y="155624"/>
                  </a:lnTo>
                  <a:lnTo>
                    <a:pt x="2886887" y="155685"/>
                  </a:lnTo>
                  <a:lnTo>
                    <a:pt x="2885815" y="155746"/>
                  </a:lnTo>
                  <a:lnTo>
                    <a:pt x="2884743" y="155807"/>
                  </a:lnTo>
                  <a:lnTo>
                    <a:pt x="2883672" y="155868"/>
                  </a:lnTo>
                  <a:lnTo>
                    <a:pt x="2882600" y="155929"/>
                  </a:lnTo>
                  <a:lnTo>
                    <a:pt x="2881529" y="155990"/>
                  </a:lnTo>
                  <a:lnTo>
                    <a:pt x="2880457" y="156051"/>
                  </a:lnTo>
                  <a:lnTo>
                    <a:pt x="2879385" y="156112"/>
                  </a:lnTo>
                  <a:lnTo>
                    <a:pt x="2878314" y="156173"/>
                  </a:lnTo>
                  <a:lnTo>
                    <a:pt x="2877242" y="156234"/>
                  </a:lnTo>
                  <a:lnTo>
                    <a:pt x="2876171" y="156295"/>
                  </a:lnTo>
                  <a:lnTo>
                    <a:pt x="2875099" y="156356"/>
                  </a:lnTo>
                  <a:lnTo>
                    <a:pt x="2874027" y="156417"/>
                  </a:lnTo>
                  <a:lnTo>
                    <a:pt x="2872956" y="156478"/>
                  </a:lnTo>
                  <a:lnTo>
                    <a:pt x="2871884" y="156539"/>
                  </a:lnTo>
                  <a:lnTo>
                    <a:pt x="2870813" y="156599"/>
                  </a:lnTo>
                  <a:lnTo>
                    <a:pt x="2869741" y="156660"/>
                  </a:lnTo>
                  <a:lnTo>
                    <a:pt x="2868669" y="156721"/>
                  </a:lnTo>
                  <a:lnTo>
                    <a:pt x="2867598" y="156781"/>
                  </a:lnTo>
                  <a:lnTo>
                    <a:pt x="2866526" y="156842"/>
                  </a:lnTo>
                  <a:lnTo>
                    <a:pt x="2865455" y="156903"/>
                  </a:lnTo>
                  <a:lnTo>
                    <a:pt x="2864383" y="156963"/>
                  </a:lnTo>
                  <a:lnTo>
                    <a:pt x="2863311" y="157023"/>
                  </a:lnTo>
                  <a:lnTo>
                    <a:pt x="2862240" y="157084"/>
                  </a:lnTo>
                  <a:lnTo>
                    <a:pt x="2861168" y="157144"/>
                  </a:lnTo>
                  <a:lnTo>
                    <a:pt x="2860097" y="157205"/>
                  </a:lnTo>
                  <a:lnTo>
                    <a:pt x="2859025" y="157265"/>
                  </a:lnTo>
                  <a:lnTo>
                    <a:pt x="2857953" y="157325"/>
                  </a:lnTo>
                  <a:lnTo>
                    <a:pt x="2856882" y="157385"/>
                  </a:lnTo>
                  <a:lnTo>
                    <a:pt x="2855810" y="157445"/>
                  </a:lnTo>
                  <a:lnTo>
                    <a:pt x="2854739" y="157505"/>
                  </a:lnTo>
                  <a:lnTo>
                    <a:pt x="2853667" y="157565"/>
                  </a:lnTo>
                  <a:lnTo>
                    <a:pt x="2852595" y="157625"/>
                  </a:lnTo>
                  <a:lnTo>
                    <a:pt x="2851524" y="157685"/>
                  </a:lnTo>
                  <a:lnTo>
                    <a:pt x="2850452" y="157744"/>
                  </a:lnTo>
                  <a:lnTo>
                    <a:pt x="2849381" y="157804"/>
                  </a:lnTo>
                  <a:lnTo>
                    <a:pt x="2848309" y="157863"/>
                  </a:lnTo>
                  <a:lnTo>
                    <a:pt x="2847237" y="157923"/>
                  </a:lnTo>
                  <a:lnTo>
                    <a:pt x="2846166" y="157982"/>
                  </a:lnTo>
                  <a:lnTo>
                    <a:pt x="2845094" y="158041"/>
                  </a:lnTo>
                  <a:lnTo>
                    <a:pt x="2844023" y="158101"/>
                  </a:lnTo>
                  <a:lnTo>
                    <a:pt x="2842951" y="158160"/>
                  </a:lnTo>
                  <a:lnTo>
                    <a:pt x="2841879" y="158219"/>
                  </a:lnTo>
                  <a:lnTo>
                    <a:pt x="2840808" y="158278"/>
                  </a:lnTo>
                  <a:lnTo>
                    <a:pt x="2839736" y="158337"/>
                  </a:lnTo>
                  <a:lnTo>
                    <a:pt x="2838665" y="158395"/>
                  </a:lnTo>
                  <a:lnTo>
                    <a:pt x="2837593" y="158454"/>
                  </a:lnTo>
                  <a:lnTo>
                    <a:pt x="2836522" y="158512"/>
                  </a:lnTo>
                  <a:lnTo>
                    <a:pt x="2835450" y="158571"/>
                  </a:lnTo>
                  <a:lnTo>
                    <a:pt x="2834378" y="158629"/>
                  </a:lnTo>
                  <a:lnTo>
                    <a:pt x="2833307" y="158687"/>
                  </a:lnTo>
                  <a:lnTo>
                    <a:pt x="2832235" y="158745"/>
                  </a:lnTo>
                  <a:lnTo>
                    <a:pt x="2831164" y="158803"/>
                  </a:lnTo>
                  <a:lnTo>
                    <a:pt x="2830092" y="158861"/>
                  </a:lnTo>
                  <a:lnTo>
                    <a:pt x="2829020" y="158919"/>
                  </a:lnTo>
                  <a:lnTo>
                    <a:pt x="2827949" y="158977"/>
                  </a:lnTo>
                  <a:lnTo>
                    <a:pt x="2826877" y="159034"/>
                  </a:lnTo>
                  <a:lnTo>
                    <a:pt x="2825806" y="159092"/>
                  </a:lnTo>
                  <a:lnTo>
                    <a:pt x="2824734" y="159149"/>
                  </a:lnTo>
                  <a:lnTo>
                    <a:pt x="2823662" y="159206"/>
                  </a:lnTo>
                  <a:lnTo>
                    <a:pt x="2822591" y="159263"/>
                  </a:lnTo>
                  <a:lnTo>
                    <a:pt x="2821519" y="159320"/>
                  </a:lnTo>
                  <a:lnTo>
                    <a:pt x="2820448" y="159377"/>
                  </a:lnTo>
                  <a:lnTo>
                    <a:pt x="2819376" y="159433"/>
                  </a:lnTo>
                  <a:lnTo>
                    <a:pt x="2818304" y="159490"/>
                  </a:lnTo>
                  <a:lnTo>
                    <a:pt x="2817233" y="159546"/>
                  </a:lnTo>
                  <a:lnTo>
                    <a:pt x="2816161" y="159603"/>
                  </a:lnTo>
                  <a:lnTo>
                    <a:pt x="2815090" y="159659"/>
                  </a:lnTo>
                  <a:lnTo>
                    <a:pt x="2814018" y="159715"/>
                  </a:lnTo>
                  <a:lnTo>
                    <a:pt x="2812946" y="159770"/>
                  </a:lnTo>
                  <a:lnTo>
                    <a:pt x="2811875" y="159826"/>
                  </a:lnTo>
                  <a:lnTo>
                    <a:pt x="2810803" y="159882"/>
                  </a:lnTo>
                  <a:lnTo>
                    <a:pt x="2809732" y="159937"/>
                  </a:lnTo>
                  <a:lnTo>
                    <a:pt x="2808660" y="159992"/>
                  </a:lnTo>
                  <a:lnTo>
                    <a:pt x="2807588" y="160047"/>
                  </a:lnTo>
                  <a:lnTo>
                    <a:pt x="2806517" y="160102"/>
                  </a:lnTo>
                  <a:lnTo>
                    <a:pt x="2805445" y="160157"/>
                  </a:lnTo>
                  <a:lnTo>
                    <a:pt x="2804374" y="160211"/>
                  </a:lnTo>
                  <a:lnTo>
                    <a:pt x="2803302" y="160266"/>
                  </a:lnTo>
                  <a:lnTo>
                    <a:pt x="2802230" y="160320"/>
                  </a:lnTo>
                  <a:lnTo>
                    <a:pt x="2801159" y="160374"/>
                  </a:lnTo>
                  <a:lnTo>
                    <a:pt x="2800087" y="160428"/>
                  </a:lnTo>
                  <a:lnTo>
                    <a:pt x="2799016" y="160482"/>
                  </a:lnTo>
                  <a:lnTo>
                    <a:pt x="2797944" y="160535"/>
                  </a:lnTo>
                  <a:lnTo>
                    <a:pt x="2796872" y="160589"/>
                  </a:lnTo>
                  <a:lnTo>
                    <a:pt x="2795801" y="160642"/>
                  </a:lnTo>
                  <a:lnTo>
                    <a:pt x="2794729" y="160695"/>
                  </a:lnTo>
                  <a:lnTo>
                    <a:pt x="2793658" y="160748"/>
                  </a:lnTo>
                  <a:lnTo>
                    <a:pt x="2792586" y="160800"/>
                  </a:lnTo>
                  <a:lnTo>
                    <a:pt x="2791514" y="160853"/>
                  </a:lnTo>
                  <a:lnTo>
                    <a:pt x="2790443" y="160905"/>
                  </a:lnTo>
                  <a:lnTo>
                    <a:pt x="2789371" y="160957"/>
                  </a:lnTo>
                  <a:lnTo>
                    <a:pt x="2788300" y="161009"/>
                  </a:lnTo>
                  <a:lnTo>
                    <a:pt x="2787228" y="161061"/>
                  </a:lnTo>
                  <a:lnTo>
                    <a:pt x="2786156" y="161112"/>
                  </a:lnTo>
                  <a:lnTo>
                    <a:pt x="2785085" y="161164"/>
                  </a:lnTo>
                  <a:lnTo>
                    <a:pt x="2784013" y="161215"/>
                  </a:lnTo>
                  <a:lnTo>
                    <a:pt x="2782942" y="161266"/>
                  </a:lnTo>
                  <a:lnTo>
                    <a:pt x="2781870" y="161316"/>
                  </a:lnTo>
                  <a:lnTo>
                    <a:pt x="2780798" y="161367"/>
                  </a:lnTo>
                  <a:lnTo>
                    <a:pt x="2779727" y="161417"/>
                  </a:lnTo>
                  <a:lnTo>
                    <a:pt x="2778655" y="161467"/>
                  </a:lnTo>
                  <a:lnTo>
                    <a:pt x="2777584" y="161517"/>
                  </a:lnTo>
                  <a:lnTo>
                    <a:pt x="2776512" y="161567"/>
                  </a:lnTo>
                  <a:lnTo>
                    <a:pt x="2775440" y="161616"/>
                  </a:lnTo>
                  <a:lnTo>
                    <a:pt x="2774369" y="161665"/>
                  </a:lnTo>
                  <a:lnTo>
                    <a:pt x="2773297" y="161714"/>
                  </a:lnTo>
                  <a:lnTo>
                    <a:pt x="2772226" y="161763"/>
                  </a:lnTo>
                  <a:lnTo>
                    <a:pt x="2771154" y="161812"/>
                  </a:lnTo>
                  <a:lnTo>
                    <a:pt x="2770082" y="161860"/>
                  </a:lnTo>
                  <a:lnTo>
                    <a:pt x="2769011" y="161908"/>
                  </a:lnTo>
                  <a:lnTo>
                    <a:pt x="2767939" y="161956"/>
                  </a:lnTo>
                  <a:lnTo>
                    <a:pt x="2766868" y="162004"/>
                  </a:lnTo>
                  <a:lnTo>
                    <a:pt x="2765796" y="162051"/>
                  </a:lnTo>
                  <a:lnTo>
                    <a:pt x="2764724" y="162098"/>
                  </a:lnTo>
                  <a:lnTo>
                    <a:pt x="2763653" y="162145"/>
                  </a:lnTo>
                  <a:lnTo>
                    <a:pt x="2762581" y="162192"/>
                  </a:lnTo>
                  <a:lnTo>
                    <a:pt x="2761510" y="162238"/>
                  </a:lnTo>
                  <a:lnTo>
                    <a:pt x="2760438" y="162285"/>
                  </a:lnTo>
                  <a:lnTo>
                    <a:pt x="2759366" y="162331"/>
                  </a:lnTo>
                  <a:lnTo>
                    <a:pt x="2758295" y="162376"/>
                  </a:lnTo>
                  <a:lnTo>
                    <a:pt x="2757223" y="162422"/>
                  </a:lnTo>
                  <a:lnTo>
                    <a:pt x="2756152" y="162467"/>
                  </a:lnTo>
                  <a:lnTo>
                    <a:pt x="2755080" y="162512"/>
                  </a:lnTo>
                  <a:lnTo>
                    <a:pt x="2754008" y="162557"/>
                  </a:lnTo>
                  <a:lnTo>
                    <a:pt x="2752937" y="162601"/>
                  </a:lnTo>
                  <a:lnTo>
                    <a:pt x="2751865" y="162645"/>
                  </a:lnTo>
                  <a:lnTo>
                    <a:pt x="2750794" y="162689"/>
                  </a:lnTo>
                  <a:lnTo>
                    <a:pt x="2749722" y="162733"/>
                  </a:lnTo>
                  <a:lnTo>
                    <a:pt x="2748650" y="162776"/>
                  </a:lnTo>
                  <a:lnTo>
                    <a:pt x="2747579" y="162820"/>
                  </a:lnTo>
                  <a:lnTo>
                    <a:pt x="2746507" y="162862"/>
                  </a:lnTo>
                  <a:lnTo>
                    <a:pt x="2745436" y="162905"/>
                  </a:lnTo>
                  <a:lnTo>
                    <a:pt x="2744364" y="162947"/>
                  </a:lnTo>
                  <a:lnTo>
                    <a:pt x="2743292" y="162989"/>
                  </a:lnTo>
                  <a:lnTo>
                    <a:pt x="2742221" y="163031"/>
                  </a:lnTo>
                  <a:lnTo>
                    <a:pt x="2741149" y="163073"/>
                  </a:lnTo>
                  <a:lnTo>
                    <a:pt x="2740078" y="163114"/>
                  </a:lnTo>
                  <a:lnTo>
                    <a:pt x="2739006" y="163155"/>
                  </a:lnTo>
                  <a:lnTo>
                    <a:pt x="2737934" y="163195"/>
                  </a:lnTo>
                  <a:lnTo>
                    <a:pt x="2736863" y="163236"/>
                  </a:lnTo>
                  <a:lnTo>
                    <a:pt x="2735791" y="163276"/>
                  </a:lnTo>
                  <a:lnTo>
                    <a:pt x="2734720" y="163315"/>
                  </a:lnTo>
                  <a:lnTo>
                    <a:pt x="2733648" y="163355"/>
                  </a:lnTo>
                  <a:lnTo>
                    <a:pt x="2732576" y="163394"/>
                  </a:lnTo>
                  <a:lnTo>
                    <a:pt x="2731505" y="163433"/>
                  </a:lnTo>
                  <a:lnTo>
                    <a:pt x="2730433" y="163472"/>
                  </a:lnTo>
                  <a:lnTo>
                    <a:pt x="2729362" y="163510"/>
                  </a:lnTo>
                  <a:lnTo>
                    <a:pt x="2728290" y="163548"/>
                  </a:lnTo>
                  <a:lnTo>
                    <a:pt x="2727218" y="163585"/>
                  </a:lnTo>
                  <a:lnTo>
                    <a:pt x="2726147" y="163623"/>
                  </a:lnTo>
                  <a:lnTo>
                    <a:pt x="2725075" y="163660"/>
                  </a:lnTo>
                  <a:lnTo>
                    <a:pt x="2724004" y="163697"/>
                  </a:lnTo>
                  <a:lnTo>
                    <a:pt x="2722932" y="163733"/>
                  </a:lnTo>
                  <a:lnTo>
                    <a:pt x="2721860" y="163769"/>
                  </a:lnTo>
                  <a:lnTo>
                    <a:pt x="2720789" y="163805"/>
                  </a:lnTo>
                  <a:lnTo>
                    <a:pt x="2719717" y="163840"/>
                  </a:lnTo>
                  <a:lnTo>
                    <a:pt x="2718646" y="163876"/>
                  </a:lnTo>
                  <a:lnTo>
                    <a:pt x="2717574" y="163910"/>
                  </a:lnTo>
                  <a:lnTo>
                    <a:pt x="2716502" y="163945"/>
                  </a:lnTo>
                  <a:lnTo>
                    <a:pt x="2715431" y="163979"/>
                  </a:lnTo>
                  <a:lnTo>
                    <a:pt x="2714359" y="164013"/>
                  </a:lnTo>
                  <a:lnTo>
                    <a:pt x="2713288" y="164046"/>
                  </a:lnTo>
                  <a:lnTo>
                    <a:pt x="2712216" y="164080"/>
                  </a:lnTo>
                  <a:lnTo>
                    <a:pt x="2711144" y="164112"/>
                  </a:lnTo>
                  <a:lnTo>
                    <a:pt x="2710073" y="164145"/>
                  </a:lnTo>
                  <a:lnTo>
                    <a:pt x="2709001" y="164177"/>
                  </a:lnTo>
                  <a:lnTo>
                    <a:pt x="2707930" y="164209"/>
                  </a:lnTo>
                  <a:lnTo>
                    <a:pt x="2706858" y="164240"/>
                  </a:lnTo>
                  <a:lnTo>
                    <a:pt x="2705786" y="164271"/>
                  </a:lnTo>
                  <a:lnTo>
                    <a:pt x="2704715" y="164302"/>
                  </a:lnTo>
                  <a:lnTo>
                    <a:pt x="2703643" y="164333"/>
                  </a:lnTo>
                  <a:lnTo>
                    <a:pt x="2702572" y="164363"/>
                  </a:lnTo>
                  <a:lnTo>
                    <a:pt x="2701500" y="164392"/>
                  </a:lnTo>
                  <a:lnTo>
                    <a:pt x="2700428" y="164422"/>
                  </a:lnTo>
                  <a:lnTo>
                    <a:pt x="2699357" y="164451"/>
                  </a:lnTo>
                  <a:lnTo>
                    <a:pt x="2698285" y="164479"/>
                  </a:lnTo>
                  <a:lnTo>
                    <a:pt x="2697214" y="164508"/>
                  </a:lnTo>
                  <a:lnTo>
                    <a:pt x="2696142" y="164536"/>
                  </a:lnTo>
                  <a:lnTo>
                    <a:pt x="2695070" y="164563"/>
                  </a:lnTo>
                  <a:lnTo>
                    <a:pt x="2693999" y="164590"/>
                  </a:lnTo>
                  <a:lnTo>
                    <a:pt x="2692927" y="164617"/>
                  </a:lnTo>
                  <a:lnTo>
                    <a:pt x="2691856" y="164644"/>
                  </a:lnTo>
                  <a:lnTo>
                    <a:pt x="2690784" y="164670"/>
                  </a:lnTo>
                  <a:lnTo>
                    <a:pt x="2689712" y="164695"/>
                  </a:lnTo>
                  <a:lnTo>
                    <a:pt x="2688641" y="164721"/>
                  </a:lnTo>
                  <a:lnTo>
                    <a:pt x="2687569" y="164746"/>
                  </a:lnTo>
                  <a:lnTo>
                    <a:pt x="2686498" y="164770"/>
                  </a:lnTo>
                  <a:lnTo>
                    <a:pt x="2685426" y="164794"/>
                  </a:lnTo>
                  <a:lnTo>
                    <a:pt x="2684354" y="164818"/>
                  </a:lnTo>
                  <a:lnTo>
                    <a:pt x="2683283" y="164842"/>
                  </a:lnTo>
                  <a:lnTo>
                    <a:pt x="2682211" y="164865"/>
                  </a:lnTo>
                  <a:lnTo>
                    <a:pt x="2681140" y="164887"/>
                  </a:lnTo>
                  <a:lnTo>
                    <a:pt x="2680068" y="164909"/>
                  </a:lnTo>
                  <a:lnTo>
                    <a:pt x="2678996" y="164931"/>
                  </a:lnTo>
                  <a:lnTo>
                    <a:pt x="2677925" y="164953"/>
                  </a:lnTo>
                  <a:lnTo>
                    <a:pt x="2676853" y="164974"/>
                  </a:lnTo>
                  <a:lnTo>
                    <a:pt x="2675782" y="164994"/>
                  </a:lnTo>
                  <a:lnTo>
                    <a:pt x="2674710" y="165015"/>
                  </a:lnTo>
                  <a:lnTo>
                    <a:pt x="2673638" y="165034"/>
                  </a:lnTo>
                  <a:lnTo>
                    <a:pt x="2672567" y="165054"/>
                  </a:lnTo>
                  <a:lnTo>
                    <a:pt x="2671495" y="165073"/>
                  </a:lnTo>
                  <a:lnTo>
                    <a:pt x="2670424" y="165092"/>
                  </a:lnTo>
                  <a:lnTo>
                    <a:pt x="2669352" y="165110"/>
                  </a:lnTo>
                  <a:lnTo>
                    <a:pt x="2668280" y="165127"/>
                  </a:lnTo>
                  <a:lnTo>
                    <a:pt x="2667209" y="165145"/>
                  </a:lnTo>
                  <a:lnTo>
                    <a:pt x="2666137" y="165162"/>
                  </a:lnTo>
                  <a:lnTo>
                    <a:pt x="2665066" y="165178"/>
                  </a:lnTo>
                  <a:lnTo>
                    <a:pt x="2663994" y="165194"/>
                  </a:lnTo>
                  <a:lnTo>
                    <a:pt x="2662922" y="165210"/>
                  </a:lnTo>
                  <a:lnTo>
                    <a:pt x="2661851" y="165225"/>
                  </a:lnTo>
                  <a:lnTo>
                    <a:pt x="2660779" y="165240"/>
                  </a:lnTo>
                  <a:lnTo>
                    <a:pt x="2659708" y="165254"/>
                  </a:lnTo>
                  <a:lnTo>
                    <a:pt x="2658636" y="165268"/>
                  </a:lnTo>
                  <a:lnTo>
                    <a:pt x="2657565" y="165282"/>
                  </a:lnTo>
                  <a:lnTo>
                    <a:pt x="2656493" y="165295"/>
                  </a:lnTo>
                  <a:lnTo>
                    <a:pt x="2655421" y="165308"/>
                  </a:lnTo>
                  <a:lnTo>
                    <a:pt x="2654350" y="165320"/>
                  </a:lnTo>
                  <a:lnTo>
                    <a:pt x="2653278" y="165332"/>
                  </a:lnTo>
                  <a:lnTo>
                    <a:pt x="2652207" y="165343"/>
                  </a:lnTo>
                  <a:lnTo>
                    <a:pt x="2651135" y="165354"/>
                  </a:lnTo>
                  <a:lnTo>
                    <a:pt x="2650063" y="165364"/>
                  </a:lnTo>
                  <a:lnTo>
                    <a:pt x="2648992" y="165374"/>
                  </a:lnTo>
                  <a:lnTo>
                    <a:pt x="2647920" y="165384"/>
                  </a:lnTo>
                  <a:lnTo>
                    <a:pt x="2646849" y="165393"/>
                  </a:lnTo>
                  <a:lnTo>
                    <a:pt x="2645777" y="165401"/>
                  </a:lnTo>
                  <a:lnTo>
                    <a:pt x="2644705" y="165409"/>
                  </a:lnTo>
                  <a:lnTo>
                    <a:pt x="2643634" y="165417"/>
                  </a:lnTo>
                  <a:lnTo>
                    <a:pt x="2642562" y="165424"/>
                  </a:lnTo>
                  <a:lnTo>
                    <a:pt x="2641491" y="165431"/>
                  </a:lnTo>
                  <a:lnTo>
                    <a:pt x="2640419" y="165437"/>
                  </a:lnTo>
                  <a:lnTo>
                    <a:pt x="2639347" y="165443"/>
                  </a:lnTo>
                  <a:lnTo>
                    <a:pt x="2638276" y="165448"/>
                  </a:lnTo>
                  <a:lnTo>
                    <a:pt x="2637204" y="165453"/>
                  </a:lnTo>
                  <a:lnTo>
                    <a:pt x="2636133" y="165458"/>
                  </a:lnTo>
                  <a:lnTo>
                    <a:pt x="2635061" y="165462"/>
                  </a:lnTo>
                  <a:lnTo>
                    <a:pt x="2633989" y="165465"/>
                  </a:lnTo>
                  <a:lnTo>
                    <a:pt x="2632918" y="165468"/>
                  </a:lnTo>
                  <a:lnTo>
                    <a:pt x="2631846" y="165471"/>
                  </a:lnTo>
                  <a:lnTo>
                    <a:pt x="2630775" y="165473"/>
                  </a:lnTo>
                  <a:lnTo>
                    <a:pt x="2629703" y="165474"/>
                  </a:lnTo>
                  <a:lnTo>
                    <a:pt x="2628631" y="165475"/>
                  </a:lnTo>
                  <a:lnTo>
                    <a:pt x="2627560" y="165476"/>
                  </a:lnTo>
                  <a:lnTo>
                    <a:pt x="2626488" y="165476"/>
                  </a:lnTo>
                  <a:lnTo>
                    <a:pt x="2625417" y="165475"/>
                  </a:lnTo>
                  <a:lnTo>
                    <a:pt x="2624345" y="165474"/>
                  </a:lnTo>
                  <a:lnTo>
                    <a:pt x="2623273" y="165473"/>
                  </a:lnTo>
                  <a:lnTo>
                    <a:pt x="2622202" y="165471"/>
                  </a:lnTo>
                  <a:lnTo>
                    <a:pt x="2621130" y="165468"/>
                  </a:lnTo>
                  <a:lnTo>
                    <a:pt x="2620059" y="165466"/>
                  </a:lnTo>
                  <a:lnTo>
                    <a:pt x="2618987" y="165462"/>
                  </a:lnTo>
                  <a:lnTo>
                    <a:pt x="2617915" y="165458"/>
                  </a:lnTo>
                  <a:lnTo>
                    <a:pt x="2616844" y="165454"/>
                  </a:lnTo>
                  <a:lnTo>
                    <a:pt x="2615772" y="165449"/>
                  </a:lnTo>
                  <a:lnTo>
                    <a:pt x="2614701" y="165443"/>
                  </a:lnTo>
                  <a:lnTo>
                    <a:pt x="2613629" y="165437"/>
                  </a:lnTo>
                  <a:lnTo>
                    <a:pt x="2612557" y="165431"/>
                  </a:lnTo>
                  <a:lnTo>
                    <a:pt x="2611486" y="165424"/>
                  </a:lnTo>
                  <a:lnTo>
                    <a:pt x="2610414" y="165416"/>
                  </a:lnTo>
                  <a:lnTo>
                    <a:pt x="2609343" y="165408"/>
                  </a:lnTo>
                  <a:lnTo>
                    <a:pt x="2608271" y="165399"/>
                  </a:lnTo>
                  <a:lnTo>
                    <a:pt x="2607199" y="165390"/>
                  </a:lnTo>
                  <a:lnTo>
                    <a:pt x="2606128" y="165381"/>
                  </a:lnTo>
                  <a:lnTo>
                    <a:pt x="2605056" y="165370"/>
                  </a:lnTo>
                  <a:lnTo>
                    <a:pt x="2603985" y="165360"/>
                  </a:lnTo>
                  <a:lnTo>
                    <a:pt x="2602913" y="165348"/>
                  </a:lnTo>
                  <a:lnTo>
                    <a:pt x="2601841" y="165337"/>
                  </a:lnTo>
                  <a:lnTo>
                    <a:pt x="2600770" y="165324"/>
                  </a:lnTo>
                  <a:lnTo>
                    <a:pt x="2599698" y="165311"/>
                  </a:lnTo>
                  <a:lnTo>
                    <a:pt x="2598627" y="165298"/>
                  </a:lnTo>
                  <a:lnTo>
                    <a:pt x="2597555" y="165284"/>
                  </a:lnTo>
                  <a:lnTo>
                    <a:pt x="2596483" y="165270"/>
                  </a:lnTo>
                  <a:lnTo>
                    <a:pt x="2595412" y="165255"/>
                  </a:lnTo>
                  <a:lnTo>
                    <a:pt x="2594340" y="165239"/>
                  </a:lnTo>
                  <a:lnTo>
                    <a:pt x="2593269" y="165223"/>
                  </a:lnTo>
                  <a:lnTo>
                    <a:pt x="2592197" y="165206"/>
                  </a:lnTo>
                  <a:lnTo>
                    <a:pt x="2591125" y="165189"/>
                  </a:lnTo>
                  <a:lnTo>
                    <a:pt x="2590054" y="165171"/>
                  </a:lnTo>
                  <a:lnTo>
                    <a:pt x="2588982" y="165153"/>
                  </a:lnTo>
                  <a:lnTo>
                    <a:pt x="2587911" y="165134"/>
                  </a:lnTo>
                  <a:lnTo>
                    <a:pt x="2586839" y="165114"/>
                  </a:lnTo>
                  <a:lnTo>
                    <a:pt x="2585767" y="165094"/>
                  </a:lnTo>
                  <a:lnTo>
                    <a:pt x="2584696" y="165073"/>
                  </a:lnTo>
                  <a:lnTo>
                    <a:pt x="2583624" y="165052"/>
                  </a:lnTo>
                  <a:lnTo>
                    <a:pt x="2582553" y="165031"/>
                  </a:lnTo>
                  <a:lnTo>
                    <a:pt x="2581481" y="165008"/>
                  </a:lnTo>
                  <a:lnTo>
                    <a:pt x="2580409" y="164985"/>
                  </a:lnTo>
                  <a:lnTo>
                    <a:pt x="2579338" y="164962"/>
                  </a:lnTo>
                  <a:lnTo>
                    <a:pt x="2578266" y="164938"/>
                  </a:lnTo>
                  <a:lnTo>
                    <a:pt x="2577195" y="164913"/>
                  </a:lnTo>
                  <a:lnTo>
                    <a:pt x="2576123" y="164888"/>
                  </a:lnTo>
                  <a:lnTo>
                    <a:pt x="2575051" y="164862"/>
                  </a:lnTo>
                  <a:lnTo>
                    <a:pt x="2573980" y="164836"/>
                  </a:lnTo>
                  <a:lnTo>
                    <a:pt x="2572908" y="164809"/>
                  </a:lnTo>
                  <a:lnTo>
                    <a:pt x="2571837" y="164781"/>
                  </a:lnTo>
                  <a:lnTo>
                    <a:pt x="2570765" y="164753"/>
                  </a:lnTo>
                  <a:lnTo>
                    <a:pt x="2569693" y="164724"/>
                  </a:lnTo>
                  <a:lnTo>
                    <a:pt x="2568622" y="164695"/>
                  </a:lnTo>
                  <a:lnTo>
                    <a:pt x="2567550" y="164665"/>
                  </a:lnTo>
                  <a:lnTo>
                    <a:pt x="2566479" y="164634"/>
                  </a:lnTo>
                  <a:lnTo>
                    <a:pt x="2565407" y="164603"/>
                  </a:lnTo>
                  <a:lnTo>
                    <a:pt x="2564335" y="164571"/>
                  </a:lnTo>
                  <a:lnTo>
                    <a:pt x="2563264" y="164539"/>
                  </a:lnTo>
                  <a:lnTo>
                    <a:pt x="2562192" y="164506"/>
                  </a:lnTo>
                  <a:lnTo>
                    <a:pt x="2561121" y="164472"/>
                  </a:lnTo>
                  <a:lnTo>
                    <a:pt x="2560049" y="164438"/>
                  </a:lnTo>
                  <a:lnTo>
                    <a:pt x="2558977" y="164403"/>
                  </a:lnTo>
                  <a:lnTo>
                    <a:pt x="2557906" y="164368"/>
                  </a:lnTo>
                  <a:lnTo>
                    <a:pt x="2556834" y="164332"/>
                  </a:lnTo>
                  <a:lnTo>
                    <a:pt x="2555763" y="164295"/>
                  </a:lnTo>
                  <a:lnTo>
                    <a:pt x="2554691" y="164258"/>
                  </a:lnTo>
                  <a:lnTo>
                    <a:pt x="2553619" y="164220"/>
                  </a:lnTo>
                  <a:lnTo>
                    <a:pt x="2552548" y="164181"/>
                  </a:lnTo>
                  <a:lnTo>
                    <a:pt x="2551476" y="164142"/>
                  </a:lnTo>
                  <a:lnTo>
                    <a:pt x="2550405" y="164102"/>
                  </a:lnTo>
                  <a:lnTo>
                    <a:pt x="2549333" y="164062"/>
                  </a:lnTo>
                  <a:lnTo>
                    <a:pt x="2548261" y="164021"/>
                  </a:lnTo>
                  <a:lnTo>
                    <a:pt x="2547190" y="163979"/>
                  </a:lnTo>
                  <a:lnTo>
                    <a:pt x="2546118" y="163937"/>
                  </a:lnTo>
                  <a:lnTo>
                    <a:pt x="2545047" y="163894"/>
                  </a:lnTo>
                  <a:lnTo>
                    <a:pt x="2543975" y="163851"/>
                  </a:lnTo>
                  <a:lnTo>
                    <a:pt x="2542903" y="163806"/>
                  </a:lnTo>
                  <a:lnTo>
                    <a:pt x="2541832" y="163761"/>
                  </a:lnTo>
                  <a:lnTo>
                    <a:pt x="2540760" y="163716"/>
                  </a:lnTo>
                  <a:lnTo>
                    <a:pt x="2539689" y="163670"/>
                  </a:lnTo>
                  <a:lnTo>
                    <a:pt x="2538617" y="163623"/>
                  </a:lnTo>
                  <a:lnTo>
                    <a:pt x="2537545" y="163575"/>
                  </a:lnTo>
                  <a:lnTo>
                    <a:pt x="2536474" y="163527"/>
                  </a:lnTo>
                  <a:lnTo>
                    <a:pt x="2535402" y="163479"/>
                  </a:lnTo>
                  <a:lnTo>
                    <a:pt x="2534331" y="163429"/>
                  </a:lnTo>
                  <a:lnTo>
                    <a:pt x="2533259" y="163379"/>
                  </a:lnTo>
                  <a:lnTo>
                    <a:pt x="2532187" y="163328"/>
                  </a:lnTo>
                  <a:lnTo>
                    <a:pt x="2531116" y="163277"/>
                  </a:lnTo>
                  <a:lnTo>
                    <a:pt x="2530044" y="163225"/>
                  </a:lnTo>
                  <a:lnTo>
                    <a:pt x="2528973" y="163172"/>
                  </a:lnTo>
                  <a:lnTo>
                    <a:pt x="2527901" y="163119"/>
                  </a:lnTo>
                  <a:lnTo>
                    <a:pt x="2526829" y="163065"/>
                  </a:lnTo>
                  <a:lnTo>
                    <a:pt x="2525758" y="163010"/>
                  </a:lnTo>
                  <a:lnTo>
                    <a:pt x="2524686" y="162954"/>
                  </a:lnTo>
                  <a:lnTo>
                    <a:pt x="2523615" y="162898"/>
                  </a:lnTo>
                  <a:lnTo>
                    <a:pt x="2522543" y="162841"/>
                  </a:lnTo>
                  <a:lnTo>
                    <a:pt x="2521471" y="162784"/>
                  </a:lnTo>
                  <a:lnTo>
                    <a:pt x="2520400" y="162726"/>
                  </a:lnTo>
                  <a:lnTo>
                    <a:pt x="2519328" y="162667"/>
                  </a:lnTo>
                  <a:lnTo>
                    <a:pt x="2518257" y="162608"/>
                  </a:lnTo>
                  <a:lnTo>
                    <a:pt x="2517185" y="162547"/>
                  </a:lnTo>
                  <a:lnTo>
                    <a:pt x="2516113" y="162487"/>
                  </a:lnTo>
                  <a:lnTo>
                    <a:pt x="2515042" y="162425"/>
                  </a:lnTo>
                  <a:lnTo>
                    <a:pt x="2513970" y="162363"/>
                  </a:lnTo>
                  <a:lnTo>
                    <a:pt x="2512899" y="162300"/>
                  </a:lnTo>
                  <a:lnTo>
                    <a:pt x="2511827" y="162236"/>
                  </a:lnTo>
                  <a:lnTo>
                    <a:pt x="2510755" y="162172"/>
                  </a:lnTo>
                  <a:lnTo>
                    <a:pt x="2509684" y="162107"/>
                  </a:lnTo>
                  <a:lnTo>
                    <a:pt x="2508612" y="162041"/>
                  </a:lnTo>
                  <a:lnTo>
                    <a:pt x="2507541" y="161974"/>
                  </a:lnTo>
                  <a:lnTo>
                    <a:pt x="2506469" y="161907"/>
                  </a:lnTo>
                  <a:lnTo>
                    <a:pt x="2505397" y="161839"/>
                  </a:lnTo>
                  <a:lnTo>
                    <a:pt x="2504326" y="161771"/>
                  </a:lnTo>
                  <a:lnTo>
                    <a:pt x="2503254" y="161702"/>
                  </a:lnTo>
                  <a:lnTo>
                    <a:pt x="2502183" y="161632"/>
                  </a:lnTo>
                  <a:lnTo>
                    <a:pt x="2501111" y="161561"/>
                  </a:lnTo>
                  <a:lnTo>
                    <a:pt x="2500039" y="161489"/>
                  </a:lnTo>
                  <a:lnTo>
                    <a:pt x="2498968" y="161417"/>
                  </a:lnTo>
                  <a:lnTo>
                    <a:pt x="2497896" y="161344"/>
                  </a:lnTo>
                  <a:lnTo>
                    <a:pt x="2496825" y="161271"/>
                  </a:lnTo>
                  <a:lnTo>
                    <a:pt x="2495753" y="161197"/>
                  </a:lnTo>
                  <a:lnTo>
                    <a:pt x="2494681" y="161121"/>
                  </a:lnTo>
                  <a:lnTo>
                    <a:pt x="2493610" y="161046"/>
                  </a:lnTo>
                  <a:lnTo>
                    <a:pt x="2492538" y="160969"/>
                  </a:lnTo>
                  <a:lnTo>
                    <a:pt x="2491467" y="160892"/>
                  </a:lnTo>
                  <a:lnTo>
                    <a:pt x="2490395" y="160814"/>
                  </a:lnTo>
                  <a:lnTo>
                    <a:pt x="2489323" y="160735"/>
                  </a:lnTo>
                  <a:lnTo>
                    <a:pt x="2488252" y="160656"/>
                  </a:lnTo>
                  <a:lnTo>
                    <a:pt x="2487180" y="160576"/>
                  </a:lnTo>
                  <a:lnTo>
                    <a:pt x="2486109" y="160495"/>
                  </a:lnTo>
                  <a:lnTo>
                    <a:pt x="2485037" y="160413"/>
                  </a:lnTo>
                  <a:lnTo>
                    <a:pt x="2483966" y="160331"/>
                  </a:lnTo>
                  <a:lnTo>
                    <a:pt x="2482894" y="160248"/>
                  </a:lnTo>
                  <a:lnTo>
                    <a:pt x="2481822" y="160164"/>
                  </a:lnTo>
                  <a:lnTo>
                    <a:pt x="2480751" y="160079"/>
                  </a:lnTo>
                  <a:lnTo>
                    <a:pt x="2479679" y="159994"/>
                  </a:lnTo>
                  <a:lnTo>
                    <a:pt x="2478608" y="159907"/>
                  </a:lnTo>
                  <a:lnTo>
                    <a:pt x="2477536" y="159821"/>
                  </a:lnTo>
                  <a:lnTo>
                    <a:pt x="2476464" y="159733"/>
                  </a:lnTo>
                  <a:lnTo>
                    <a:pt x="2475393" y="159644"/>
                  </a:lnTo>
                  <a:lnTo>
                    <a:pt x="2474321" y="159555"/>
                  </a:lnTo>
                  <a:lnTo>
                    <a:pt x="2473250" y="159465"/>
                  </a:lnTo>
                  <a:lnTo>
                    <a:pt x="2472178" y="159375"/>
                  </a:lnTo>
                  <a:lnTo>
                    <a:pt x="2471106" y="159283"/>
                  </a:lnTo>
                  <a:lnTo>
                    <a:pt x="2470035" y="159191"/>
                  </a:lnTo>
                  <a:lnTo>
                    <a:pt x="2468963" y="159098"/>
                  </a:lnTo>
                  <a:lnTo>
                    <a:pt x="2467892" y="159004"/>
                  </a:lnTo>
                  <a:lnTo>
                    <a:pt x="2466820" y="158909"/>
                  </a:lnTo>
                  <a:lnTo>
                    <a:pt x="2465748" y="158814"/>
                  </a:lnTo>
                  <a:lnTo>
                    <a:pt x="2464677" y="158718"/>
                  </a:lnTo>
                  <a:lnTo>
                    <a:pt x="2463605" y="158621"/>
                  </a:lnTo>
                  <a:lnTo>
                    <a:pt x="2462534" y="158523"/>
                  </a:lnTo>
                  <a:lnTo>
                    <a:pt x="2461462" y="158425"/>
                  </a:lnTo>
                  <a:lnTo>
                    <a:pt x="2460390" y="158326"/>
                  </a:lnTo>
                  <a:lnTo>
                    <a:pt x="2459319" y="158226"/>
                  </a:lnTo>
                  <a:lnTo>
                    <a:pt x="2458247" y="158125"/>
                  </a:lnTo>
                  <a:lnTo>
                    <a:pt x="2457176" y="158023"/>
                  </a:lnTo>
                  <a:lnTo>
                    <a:pt x="2456104" y="157921"/>
                  </a:lnTo>
                  <a:lnTo>
                    <a:pt x="2455032" y="157818"/>
                  </a:lnTo>
                  <a:lnTo>
                    <a:pt x="2453961" y="157714"/>
                  </a:lnTo>
                  <a:lnTo>
                    <a:pt x="2452889" y="157609"/>
                  </a:lnTo>
                  <a:lnTo>
                    <a:pt x="2451818" y="157503"/>
                  </a:lnTo>
                  <a:lnTo>
                    <a:pt x="2450746" y="157397"/>
                  </a:lnTo>
                  <a:lnTo>
                    <a:pt x="2449674" y="157290"/>
                  </a:lnTo>
                  <a:lnTo>
                    <a:pt x="2448603" y="157181"/>
                  </a:lnTo>
                  <a:lnTo>
                    <a:pt x="2447531" y="157073"/>
                  </a:lnTo>
                  <a:lnTo>
                    <a:pt x="2446460" y="156963"/>
                  </a:lnTo>
                  <a:lnTo>
                    <a:pt x="2445388" y="156853"/>
                  </a:lnTo>
                  <a:lnTo>
                    <a:pt x="2444316" y="156741"/>
                  </a:lnTo>
                  <a:lnTo>
                    <a:pt x="2443245" y="156629"/>
                  </a:lnTo>
                  <a:lnTo>
                    <a:pt x="2442173" y="156516"/>
                  </a:lnTo>
                  <a:lnTo>
                    <a:pt x="2441102" y="156403"/>
                  </a:lnTo>
                  <a:lnTo>
                    <a:pt x="2440030" y="156288"/>
                  </a:lnTo>
                  <a:lnTo>
                    <a:pt x="2438958" y="156173"/>
                  </a:lnTo>
                  <a:lnTo>
                    <a:pt x="2437887" y="156057"/>
                  </a:lnTo>
                  <a:lnTo>
                    <a:pt x="2436815" y="155940"/>
                  </a:lnTo>
                  <a:lnTo>
                    <a:pt x="2435744" y="155822"/>
                  </a:lnTo>
                  <a:lnTo>
                    <a:pt x="2434672" y="155703"/>
                  </a:lnTo>
                  <a:lnTo>
                    <a:pt x="2433600" y="155584"/>
                  </a:lnTo>
                  <a:lnTo>
                    <a:pt x="2432529" y="155463"/>
                  </a:lnTo>
                  <a:lnTo>
                    <a:pt x="2431457" y="155342"/>
                  </a:lnTo>
                  <a:lnTo>
                    <a:pt x="2430386" y="155220"/>
                  </a:lnTo>
                  <a:lnTo>
                    <a:pt x="2429314" y="155097"/>
                  </a:lnTo>
                  <a:lnTo>
                    <a:pt x="2428242" y="154974"/>
                  </a:lnTo>
                  <a:lnTo>
                    <a:pt x="2427171" y="154849"/>
                  </a:lnTo>
                  <a:lnTo>
                    <a:pt x="2426099" y="154724"/>
                  </a:lnTo>
                  <a:lnTo>
                    <a:pt x="2425028" y="154598"/>
                  </a:lnTo>
                  <a:lnTo>
                    <a:pt x="2423956" y="154471"/>
                  </a:lnTo>
                  <a:lnTo>
                    <a:pt x="2422884" y="154343"/>
                  </a:lnTo>
                  <a:lnTo>
                    <a:pt x="2421813" y="154214"/>
                  </a:lnTo>
                  <a:lnTo>
                    <a:pt x="2420741" y="154084"/>
                  </a:lnTo>
                  <a:lnTo>
                    <a:pt x="2419670" y="153954"/>
                  </a:lnTo>
                  <a:lnTo>
                    <a:pt x="2418598" y="153823"/>
                  </a:lnTo>
                  <a:lnTo>
                    <a:pt x="2417526" y="153690"/>
                  </a:lnTo>
                  <a:lnTo>
                    <a:pt x="2416455" y="153557"/>
                  </a:lnTo>
                  <a:lnTo>
                    <a:pt x="2415383" y="153424"/>
                  </a:lnTo>
                  <a:lnTo>
                    <a:pt x="2414312" y="153289"/>
                  </a:lnTo>
                  <a:lnTo>
                    <a:pt x="2413240" y="153153"/>
                  </a:lnTo>
                  <a:lnTo>
                    <a:pt x="2412168" y="153017"/>
                  </a:lnTo>
                  <a:lnTo>
                    <a:pt x="2411097" y="152879"/>
                  </a:lnTo>
                  <a:lnTo>
                    <a:pt x="2410025" y="152741"/>
                  </a:lnTo>
                  <a:lnTo>
                    <a:pt x="2408954" y="152602"/>
                  </a:lnTo>
                  <a:lnTo>
                    <a:pt x="2407882" y="152462"/>
                  </a:lnTo>
                  <a:lnTo>
                    <a:pt x="2406810" y="152321"/>
                  </a:lnTo>
                  <a:lnTo>
                    <a:pt x="2405739" y="152179"/>
                  </a:lnTo>
                  <a:lnTo>
                    <a:pt x="2404667" y="152037"/>
                  </a:lnTo>
                  <a:lnTo>
                    <a:pt x="2403596" y="151893"/>
                  </a:lnTo>
                  <a:lnTo>
                    <a:pt x="2402524" y="151749"/>
                  </a:lnTo>
                  <a:lnTo>
                    <a:pt x="2401452" y="151604"/>
                  </a:lnTo>
                  <a:lnTo>
                    <a:pt x="2400381" y="151458"/>
                  </a:lnTo>
                  <a:lnTo>
                    <a:pt x="2399309" y="151311"/>
                  </a:lnTo>
                  <a:lnTo>
                    <a:pt x="2398238" y="151163"/>
                  </a:lnTo>
                  <a:lnTo>
                    <a:pt x="2397166" y="151014"/>
                  </a:lnTo>
                  <a:lnTo>
                    <a:pt x="2396094" y="150864"/>
                  </a:lnTo>
                  <a:lnTo>
                    <a:pt x="2395023" y="150714"/>
                  </a:lnTo>
                  <a:lnTo>
                    <a:pt x="2393951" y="150562"/>
                  </a:lnTo>
                  <a:lnTo>
                    <a:pt x="2392880" y="150410"/>
                  </a:lnTo>
                  <a:lnTo>
                    <a:pt x="2391808" y="150256"/>
                  </a:lnTo>
                  <a:lnTo>
                    <a:pt x="2390736" y="150102"/>
                  </a:lnTo>
                  <a:lnTo>
                    <a:pt x="2389665" y="149947"/>
                  </a:lnTo>
                  <a:lnTo>
                    <a:pt x="2388593" y="149791"/>
                  </a:lnTo>
                  <a:lnTo>
                    <a:pt x="2387522" y="149634"/>
                  </a:lnTo>
                  <a:lnTo>
                    <a:pt x="2386450" y="149476"/>
                  </a:lnTo>
                  <a:lnTo>
                    <a:pt x="2385378" y="149318"/>
                  </a:lnTo>
                  <a:lnTo>
                    <a:pt x="2384307" y="149158"/>
                  </a:lnTo>
                  <a:lnTo>
                    <a:pt x="2383235" y="148997"/>
                  </a:lnTo>
                  <a:lnTo>
                    <a:pt x="2382164" y="148836"/>
                  </a:lnTo>
                  <a:lnTo>
                    <a:pt x="2381092" y="148674"/>
                  </a:lnTo>
                  <a:lnTo>
                    <a:pt x="2380020" y="148510"/>
                  </a:lnTo>
                  <a:lnTo>
                    <a:pt x="2378949" y="148346"/>
                  </a:lnTo>
                  <a:lnTo>
                    <a:pt x="2377877" y="148181"/>
                  </a:lnTo>
                  <a:lnTo>
                    <a:pt x="2376806" y="148015"/>
                  </a:lnTo>
                  <a:lnTo>
                    <a:pt x="2375734" y="147848"/>
                  </a:lnTo>
                  <a:lnTo>
                    <a:pt x="2374662" y="147680"/>
                  </a:lnTo>
                  <a:lnTo>
                    <a:pt x="2373591" y="147511"/>
                  </a:lnTo>
                  <a:lnTo>
                    <a:pt x="2372519" y="147341"/>
                  </a:lnTo>
                  <a:lnTo>
                    <a:pt x="2371448" y="147170"/>
                  </a:lnTo>
                  <a:lnTo>
                    <a:pt x="2370376" y="146999"/>
                  </a:lnTo>
                  <a:lnTo>
                    <a:pt x="2369304" y="146826"/>
                  </a:lnTo>
                  <a:lnTo>
                    <a:pt x="2368233" y="146653"/>
                  </a:lnTo>
                  <a:lnTo>
                    <a:pt x="2367161" y="146478"/>
                  </a:lnTo>
                  <a:lnTo>
                    <a:pt x="2366090" y="146303"/>
                  </a:lnTo>
                  <a:lnTo>
                    <a:pt x="2365018" y="146126"/>
                  </a:lnTo>
                  <a:lnTo>
                    <a:pt x="2363946" y="145949"/>
                  </a:lnTo>
                  <a:lnTo>
                    <a:pt x="2362875" y="145771"/>
                  </a:lnTo>
                  <a:lnTo>
                    <a:pt x="2361803" y="145591"/>
                  </a:lnTo>
                  <a:lnTo>
                    <a:pt x="2360732" y="145411"/>
                  </a:lnTo>
                  <a:lnTo>
                    <a:pt x="2359660" y="145230"/>
                  </a:lnTo>
                  <a:lnTo>
                    <a:pt x="2358588" y="145048"/>
                  </a:lnTo>
                  <a:lnTo>
                    <a:pt x="2357517" y="144865"/>
                  </a:lnTo>
                  <a:lnTo>
                    <a:pt x="2356445" y="144681"/>
                  </a:lnTo>
                  <a:lnTo>
                    <a:pt x="2355374" y="144496"/>
                  </a:lnTo>
                  <a:lnTo>
                    <a:pt x="2354302" y="144310"/>
                  </a:lnTo>
                  <a:lnTo>
                    <a:pt x="2353230" y="144123"/>
                  </a:lnTo>
                  <a:lnTo>
                    <a:pt x="2352159" y="143935"/>
                  </a:lnTo>
                  <a:lnTo>
                    <a:pt x="2351087" y="143747"/>
                  </a:lnTo>
                  <a:lnTo>
                    <a:pt x="2350016" y="143557"/>
                  </a:lnTo>
                  <a:lnTo>
                    <a:pt x="2348944" y="143366"/>
                  </a:lnTo>
                  <a:lnTo>
                    <a:pt x="2347872" y="143174"/>
                  </a:lnTo>
                  <a:lnTo>
                    <a:pt x="2346801" y="142982"/>
                  </a:lnTo>
                  <a:lnTo>
                    <a:pt x="2345729" y="142788"/>
                  </a:lnTo>
                  <a:lnTo>
                    <a:pt x="2344658" y="142594"/>
                  </a:lnTo>
                  <a:lnTo>
                    <a:pt x="2343586" y="142398"/>
                  </a:lnTo>
                  <a:lnTo>
                    <a:pt x="2342514" y="142201"/>
                  </a:lnTo>
                  <a:lnTo>
                    <a:pt x="2341443" y="142004"/>
                  </a:lnTo>
                  <a:lnTo>
                    <a:pt x="2340371" y="141805"/>
                  </a:lnTo>
                  <a:lnTo>
                    <a:pt x="2339300" y="141606"/>
                  </a:lnTo>
                  <a:lnTo>
                    <a:pt x="2338228" y="141405"/>
                  </a:lnTo>
                  <a:lnTo>
                    <a:pt x="2337156" y="141204"/>
                  </a:lnTo>
                  <a:lnTo>
                    <a:pt x="2336085" y="141001"/>
                  </a:lnTo>
                  <a:lnTo>
                    <a:pt x="2335013" y="140798"/>
                  </a:lnTo>
                  <a:lnTo>
                    <a:pt x="2333942" y="140593"/>
                  </a:lnTo>
                  <a:lnTo>
                    <a:pt x="2332870" y="140388"/>
                  </a:lnTo>
                  <a:lnTo>
                    <a:pt x="2331798" y="140181"/>
                  </a:lnTo>
                  <a:lnTo>
                    <a:pt x="2330727" y="139974"/>
                  </a:lnTo>
                  <a:lnTo>
                    <a:pt x="2329655" y="139765"/>
                  </a:lnTo>
                  <a:lnTo>
                    <a:pt x="2328584" y="139556"/>
                  </a:lnTo>
                  <a:lnTo>
                    <a:pt x="2327512" y="139346"/>
                  </a:lnTo>
                  <a:lnTo>
                    <a:pt x="2326440" y="139134"/>
                  </a:lnTo>
                  <a:lnTo>
                    <a:pt x="2325369" y="138922"/>
                  </a:lnTo>
                  <a:lnTo>
                    <a:pt x="2324297" y="138708"/>
                  </a:lnTo>
                  <a:lnTo>
                    <a:pt x="2323226" y="138494"/>
                  </a:lnTo>
                  <a:lnTo>
                    <a:pt x="2322154" y="138278"/>
                  </a:lnTo>
                  <a:lnTo>
                    <a:pt x="2321082" y="138062"/>
                  </a:lnTo>
                  <a:lnTo>
                    <a:pt x="2320011" y="137844"/>
                  </a:lnTo>
                  <a:lnTo>
                    <a:pt x="2318939" y="137626"/>
                  </a:lnTo>
                  <a:lnTo>
                    <a:pt x="2317868" y="137406"/>
                  </a:lnTo>
                  <a:lnTo>
                    <a:pt x="2316796" y="137186"/>
                  </a:lnTo>
                  <a:lnTo>
                    <a:pt x="2315724" y="136964"/>
                  </a:lnTo>
                  <a:lnTo>
                    <a:pt x="2314653" y="136742"/>
                  </a:lnTo>
                  <a:lnTo>
                    <a:pt x="2313581" y="136518"/>
                  </a:lnTo>
                  <a:lnTo>
                    <a:pt x="2312510" y="136293"/>
                  </a:lnTo>
                  <a:lnTo>
                    <a:pt x="2311438" y="136068"/>
                  </a:lnTo>
                  <a:lnTo>
                    <a:pt x="2310366" y="135841"/>
                  </a:lnTo>
                  <a:lnTo>
                    <a:pt x="2309295" y="135614"/>
                  </a:lnTo>
                  <a:lnTo>
                    <a:pt x="2308223" y="135385"/>
                  </a:lnTo>
                  <a:lnTo>
                    <a:pt x="2307152" y="135155"/>
                  </a:lnTo>
                  <a:lnTo>
                    <a:pt x="2306080" y="134924"/>
                  </a:lnTo>
                  <a:lnTo>
                    <a:pt x="2305009" y="134692"/>
                  </a:lnTo>
                  <a:lnTo>
                    <a:pt x="2303937" y="134460"/>
                  </a:lnTo>
                  <a:lnTo>
                    <a:pt x="2302865" y="134226"/>
                  </a:lnTo>
                  <a:lnTo>
                    <a:pt x="2301794" y="133991"/>
                  </a:lnTo>
                  <a:lnTo>
                    <a:pt x="2300722" y="133755"/>
                  </a:lnTo>
                  <a:lnTo>
                    <a:pt x="2299651" y="133518"/>
                  </a:lnTo>
                  <a:lnTo>
                    <a:pt x="2298579" y="133280"/>
                  </a:lnTo>
                  <a:lnTo>
                    <a:pt x="2297507" y="133041"/>
                  </a:lnTo>
                  <a:lnTo>
                    <a:pt x="2296436" y="132801"/>
                  </a:lnTo>
                  <a:lnTo>
                    <a:pt x="2295364" y="132560"/>
                  </a:lnTo>
                  <a:lnTo>
                    <a:pt x="2294293" y="132317"/>
                  </a:lnTo>
                  <a:lnTo>
                    <a:pt x="2293221" y="132074"/>
                  </a:lnTo>
                  <a:lnTo>
                    <a:pt x="2292149" y="131830"/>
                  </a:lnTo>
                  <a:lnTo>
                    <a:pt x="2291078" y="131585"/>
                  </a:lnTo>
                  <a:lnTo>
                    <a:pt x="2290006" y="131338"/>
                  </a:lnTo>
                  <a:lnTo>
                    <a:pt x="2288935" y="131091"/>
                  </a:lnTo>
                  <a:lnTo>
                    <a:pt x="2287863" y="130842"/>
                  </a:lnTo>
                  <a:lnTo>
                    <a:pt x="2286791" y="130593"/>
                  </a:lnTo>
                  <a:lnTo>
                    <a:pt x="2285720" y="130342"/>
                  </a:lnTo>
                  <a:lnTo>
                    <a:pt x="2284648" y="130090"/>
                  </a:lnTo>
                  <a:lnTo>
                    <a:pt x="2283577" y="129838"/>
                  </a:lnTo>
                  <a:lnTo>
                    <a:pt x="2282505" y="129584"/>
                  </a:lnTo>
                  <a:lnTo>
                    <a:pt x="2281433" y="129329"/>
                  </a:lnTo>
                  <a:lnTo>
                    <a:pt x="2280362" y="129073"/>
                  </a:lnTo>
                  <a:lnTo>
                    <a:pt x="2279290" y="128816"/>
                  </a:lnTo>
                  <a:lnTo>
                    <a:pt x="2278219" y="128558"/>
                  </a:lnTo>
                  <a:lnTo>
                    <a:pt x="2277147" y="128299"/>
                  </a:lnTo>
                  <a:lnTo>
                    <a:pt x="2276075" y="128039"/>
                  </a:lnTo>
                  <a:lnTo>
                    <a:pt x="2275004" y="127778"/>
                  </a:lnTo>
                  <a:lnTo>
                    <a:pt x="2273932" y="127515"/>
                  </a:lnTo>
                  <a:lnTo>
                    <a:pt x="2272861" y="127252"/>
                  </a:lnTo>
                  <a:lnTo>
                    <a:pt x="2271789" y="126988"/>
                  </a:lnTo>
                  <a:lnTo>
                    <a:pt x="2270717" y="126722"/>
                  </a:lnTo>
                  <a:lnTo>
                    <a:pt x="2269646" y="126456"/>
                  </a:lnTo>
                  <a:lnTo>
                    <a:pt x="2268574" y="126188"/>
                  </a:lnTo>
                  <a:lnTo>
                    <a:pt x="2267503" y="125919"/>
                  </a:lnTo>
                  <a:lnTo>
                    <a:pt x="2266431" y="125649"/>
                  </a:lnTo>
                  <a:lnTo>
                    <a:pt x="2265359" y="125378"/>
                  </a:lnTo>
                  <a:lnTo>
                    <a:pt x="2264288" y="125107"/>
                  </a:lnTo>
                  <a:lnTo>
                    <a:pt x="2263216" y="124833"/>
                  </a:lnTo>
                  <a:lnTo>
                    <a:pt x="2262145" y="124559"/>
                  </a:lnTo>
                  <a:lnTo>
                    <a:pt x="2261073" y="124284"/>
                  </a:lnTo>
                  <a:lnTo>
                    <a:pt x="2260001" y="124008"/>
                  </a:lnTo>
                  <a:lnTo>
                    <a:pt x="2258930" y="123730"/>
                  </a:lnTo>
                  <a:lnTo>
                    <a:pt x="2257858" y="123452"/>
                  </a:lnTo>
                  <a:lnTo>
                    <a:pt x="2256787" y="123172"/>
                  </a:lnTo>
                  <a:lnTo>
                    <a:pt x="2255715" y="122892"/>
                  </a:lnTo>
                  <a:lnTo>
                    <a:pt x="2254643" y="122610"/>
                  </a:lnTo>
                  <a:lnTo>
                    <a:pt x="2253572" y="122327"/>
                  </a:lnTo>
                  <a:lnTo>
                    <a:pt x="2252500" y="122043"/>
                  </a:lnTo>
                  <a:lnTo>
                    <a:pt x="2251429" y="121758"/>
                  </a:lnTo>
                  <a:lnTo>
                    <a:pt x="2250357" y="121472"/>
                  </a:lnTo>
                  <a:lnTo>
                    <a:pt x="2249285" y="121185"/>
                  </a:lnTo>
                  <a:lnTo>
                    <a:pt x="2248214" y="120897"/>
                  </a:lnTo>
                  <a:lnTo>
                    <a:pt x="2247142" y="120608"/>
                  </a:lnTo>
                  <a:lnTo>
                    <a:pt x="2246071" y="120317"/>
                  </a:lnTo>
                  <a:lnTo>
                    <a:pt x="2244999" y="120026"/>
                  </a:lnTo>
                  <a:lnTo>
                    <a:pt x="2243927" y="119733"/>
                  </a:lnTo>
                  <a:lnTo>
                    <a:pt x="2242856" y="119439"/>
                  </a:lnTo>
                  <a:lnTo>
                    <a:pt x="2241784" y="119145"/>
                  </a:lnTo>
                  <a:lnTo>
                    <a:pt x="2240713" y="118849"/>
                  </a:lnTo>
                  <a:lnTo>
                    <a:pt x="2239641" y="118552"/>
                  </a:lnTo>
                  <a:lnTo>
                    <a:pt x="2238569" y="118253"/>
                  </a:lnTo>
                  <a:lnTo>
                    <a:pt x="2237498" y="117954"/>
                  </a:lnTo>
                  <a:lnTo>
                    <a:pt x="2236426" y="117654"/>
                  </a:lnTo>
                  <a:lnTo>
                    <a:pt x="2235355" y="117353"/>
                  </a:lnTo>
                  <a:lnTo>
                    <a:pt x="2234283" y="117050"/>
                  </a:lnTo>
                  <a:lnTo>
                    <a:pt x="2233211" y="116746"/>
                  </a:lnTo>
                  <a:lnTo>
                    <a:pt x="2232140" y="116442"/>
                  </a:lnTo>
                  <a:lnTo>
                    <a:pt x="2231068" y="116136"/>
                  </a:lnTo>
                  <a:lnTo>
                    <a:pt x="2229997" y="115829"/>
                  </a:lnTo>
                  <a:lnTo>
                    <a:pt x="2228925" y="115521"/>
                  </a:lnTo>
                  <a:lnTo>
                    <a:pt x="2227853" y="115212"/>
                  </a:lnTo>
                  <a:lnTo>
                    <a:pt x="2226782" y="114902"/>
                  </a:lnTo>
                  <a:lnTo>
                    <a:pt x="2225710" y="114590"/>
                  </a:lnTo>
                  <a:lnTo>
                    <a:pt x="2224639" y="114278"/>
                  </a:lnTo>
                  <a:lnTo>
                    <a:pt x="2223567" y="113964"/>
                  </a:lnTo>
                  <a:lnTo>
                    <a:pt x="2222495" y="113650"/>
                  </a:lnTo>
                  <a:lnTo>
                    <a:pt x="2221424" y="113334"/>
                  </a:lnTo>
                  <a:lnTo>
                    <a:pt x="2220352" y="113017"/>
                  </a:lnTo>
                  <a:lnTo>
                    <a:pt x="2219281" y="112699"/>
                  </a:lnTo>
                  <a:lnTo>
                    <a:pt x="2218209" y="112380"/>
                  </a:lnTo>
                  <a:lnTo>
                    <a:pt x="2217137" y="112060"/>
                  </a:lnTo>
                  <a:lnTo>
                    <a:pt x="2216066" y="111738"/>
                  </a:lnTo>
                  <a:lnTo>
                    <a:pt x="2214994" y="111416"/>
                  </a:lnTo>
                  <a:lnTo>
                    <a:pt x="2213923" y="111093"/>
                  </a:lnTo>
                  <a:lnTo>
                    <a:pt x="2212851" y="110768"/>
                  </a:lnTo>
                  <a:lnTo>
                    <a:pt x="2211779" y="110442"/>
                  </a:lnTo>
                  <a:lnTo>
                    <a:pt x="2210708" y="110115"/>
                  </a:lnTo>
                  <a:lnTo>
                    <a:pt x="2209636" y="109788"/>
                  </a:lnTo>
                  <a:lnTo>
                    <a:pt x="2208565" y="109458"/>
                  </a:lnTo>
                  <a:lnTo>
                    <a:pt x="2207493" y="109128"/>
                  </a:lnTo>
                  <a:lnTo>
                    <a:pt x="2206421" y="108797"/>
                  </a:lnTo>
                  <a:lnTo>
                    <a:pt x="2205350" y="108465"/>
                  </a:lnTo>
                  <a:lnTo>
                    <a:pt x="2204278" y="108131"/>
                  </a:lnTo>
                  <a:lnTo>
                    <a:pt x="2203207" y="107797"/>
                  </a:lnTo>
                  <a:lnTo>
                    <a:pt x="2202135" y="107461"/>
                  </a:lnTo>
                  <a:lnTo>
                    <a:pt x="2201063" y="107124"/>
                  </a:lnTo>
                  <a:lnTo>
                    <a:pt x="2199992" y="106786"/>
                  </a:lnTo>
                  <a:lnTo>
                    <a:pt x="2198920" y="106447"/>
                  </a:lnTo>
                  <a:lnTo>
                    <a:pt x="2197849" y="106107"/>
                  </a:lnTo>
                  <a:lnTo>
                    <a:pt x="2196777" y="105766"/>
                  </a:lnTo>
                  <a:lnTo>
                    <a:pt x="2195705" y="105424"/>
                  </a:lnTo>
                  <a:lnTo>
                    <a:pt x="2194634" y="105080"/>
                  </a:lnTo>
                  <a:lnTo>
                    <a:pt x="2193562" y="104736"/>
                  </a:lnTo>
                  <a:lnTo>
                    <a:pt x="2192491" y="104390"/>
                  </a:lnTo>
                  <a:lnTo>
                    <a:pt x="2191419" y="104044"/>
                  </a:lnTo>
                  <a:lnTo>
                    <a:pt x="2190347" y="103696"/>
                  </a:lnTo>
                  <a:lnTo>
                    <a:pt x="2189276" y="103347"/>
                  </a:lnTo>
                  <a:lnTo>
                    <a:pt x="2188204" y="102997"/>
                  </a:lnTo>
                  <a:lnTo>
                    <a:pt x="2187133" y="102646"/>
                  </a:lnTo>
                  <a:lnTo>
                    <a:pt x="2186061" y="102294"/>
                  </a:lnTo>
                  <a:lnTo>
                    <a:pt x="2184989" y="101940"/>
                  </a:lnTo>
                  <a:lnTo>
                    <a:pt x="2183918" y="101586"/>
                  </a:lnTo>
                  <a:lnTo>
                    <a:pt x="2182846" y="101231"/>
                  </a:lnTo>
                  <a:lnTo>
                    <a:pt x="2181775" y="100874"/>
                  </a:lnTo>
                  <a:lnTo>
                    <a:pt x="2180703" y="100517"/>
                  </a:lnTo>
                  <a:lnTo>
                    <a:pt x="2179631" y="100158"/>
                  </a:lnTo>
                  <a:lnTo>
                    <a:pt x="2178560" y="99799"/>
                  </a:lnTo>
                  <a:lnTo>
                    <a:pt x="2177488" y="99439"/>
                  </a:lnTo>
                  <a:lnTo>
                    <a:pt x="2176417" y="99077"/>
                  </a:lnTo>
                  <a:lnTo>
                    <a:pt x="2175345" y="98715"/>
                  </a:lnTo>
                  <a:lnTo>
                    <a:pt x="2174273" y="98351"/>
                  </a:lnTo>
                  <a:lnTo>
                    <a:pt x="2173202" y="97987"/>
                  </a:lnTo>
                  <a:lnTo>
                    <a:pt x="2172130" y="97622"/>
                  </a:lnTo>
                  <a:lnTo>
                    <a:pt x="2171059" y="97256"/>
                  </a:lnTo>
                  <a:lnTo>
                    <a:pt x="2169987" y="96889"/>
                  </a:lnTo>
                  <a:lnTo>
                    <a:pt x="2168915" y="96521"/>
                  </a:lnTo>
                  <a:lnTo>
                    <a:pt x="2167844" y="96153"/>
                  </a:lnTo>
                  <a:lnTo>
                    <a:pt x="2166772" y="95783"/>
                  </a:lnTo>
                  <a:lnTo>
                    <a:pt x="2165701" y="95413"/>
                  </a:lnTo>
                  <a:lnTo>
                    <a:pt x="2164629" y="95042"/>
                  </a:lnTo>
                  <a:lnTo>
                    <a:pt x="2163557" y="94670"/>
                  </a:lnTo>
                  <a:lnTo>
                    <a:pt x="2162486" y="94297"/>
                  </a:lnTo>
                  <a:lnTo>
                    <a:pt x="2161414" y="93924"/>
                  </a:lnTo>
                  <a:lnTo>
                    <a:pt x="2160343" y="93549"/>
                  </a:lnTo>
                  <a:lnTo>
                    <a:pt x="2159271" y="93174"/>
                  </a:lnTo>
                  <a:lnTo>
                    <a:pt x="2158199" y="92799"/>
                  </a:lnTo>
                  <a:lnTo>
                    <a:pt x="2157128" y="92422"/>
                  </a:lnTo>
                  <a:lnTo>
                    <a:pt x="2156056" y="92045"/>
                  </a:lnTo>
                  <a:lnTo>
                    <a:pt x="2154985" y="91667"/>
                  </a:lnTo>
                  <a:lnTo>
                    <a:pt x="2153913" y="91289"/>
                  </a:lnTo>
                  <a:lnTo>
                    <a:pt x="2152841" y="90910"/>
                  </a:lnTo>
                  <a:lnTo>
                    <a:pt x="2151770" y="90530"/>
                  </a:lnTo>
                  <a:lnTo>
                    <a:pt x="2150698" y="90149"/>
                  </a:lnTo>
                  <a:lnTo>
                    <a:pt x="2149627" y="89768"/>
                  </a:lnTo>
                  <a:lnTo>
                    <a:pt x="2148555" y="89387"/>
                  </a:lnTo>
                  <a:lnTo>
                    <a:pt x="2147483" y="89004"/>
                  </a:lnTo>
                  <a:lnTo>
                    <a:pt x="2146412" y="88622"/>
                  </a:lnTo>
                  <a:lnTo>
                    <a:pt x="2145340" y="88238"/>
                  </a:lnTo>
                  <a:lnTo>
                    <a:pt x="2144269" y="87854"/>
                  </a:lnTo>
                  <a:lnTo>
                    <a:pt x="2143197" y="87470"/>
                  </a:lnTo>
                  <a:lnTo>
                    <a:pt x="2142125" y="87085"/>
                  </a:lnTo>
                  <a:lnTo>
                    <a:pt x="2141054" y="86700"/>
                  </a:lnTo>
                  <a:lnTo>
                    <a:pt x="2139982" y="86314"/>
                  </a:lnTo>
                  <a:lnTo>
                    <a:pt x="2138911" y="85927"/>
                  </a:lnTo>
                  <a:lnTo>
                    <a:pt x="2137839" y="85540"/>
                  </a:lnTo>
                  <a:lnTo>
                    <a:pt x="2136767" y="85153"/>
                  </a:lnTo>
                  <a:lnTo>
                    <a:pt x="2135696" y="84765"/>
                  </a:lnTo>
                  <a:lnTo>
                    <a:pt x="2134624" y="84377"/>
                  </a:lnTo>
                  <a:lnTo>
                    <a:pt x="2133553" y="83989"/>
                  </a:lnTo>
                  <a:lnTo>
                    <a:pt x="2132481" y="83600"/>
                  </a:lnTo>
                  <a:lnTo>
                    <a:pt x="2131409" y="83211"/>
                  </a:lnTo>
                  <a:lnTo>
                    <a:pt x="2130338" y="82821"/>
                  </a:lnTo>
                  <a:lnTo>
                    <a:pt x="2129266" y="82431"/>
                  </a:lnTo>
                  <a:lnTo>
                    <a:pt x="2128195" y="82041"/>
                  </a:lnTo>
                  <a:lnTo>
                    <a:pt x="2127123" y="81650"/>
                  </a:lnTo>
                  <a:lnTo>
                    <a:pt x="2126052" y="81259"/>
                  </a:lnTo>
                  <a:lnTo>
                    <a:pt x="2124980" y="80868"/>
                  </a:lnTo>
                  <a:lnTo>
                    <a:pt x="2123908" y="80477"/>
                  </a:lnTo>
                  <a:lnTo>
                    <a:pt x="2122837" y="80085"/>
                  </a:lnTo>
                  <a:lnTo>
                    <a:pt x="2121765" y="79693"/>
                  </a:lnTo>
                  <a:lnTo>
                    <a:pt x="2120694" y="79301"/>
                  </a:lnTo>
                  <a:lnTo>
                    <a:pt x="2119622" y="78909"/>
                  </a:lnTo>
                  <a:lnTo>
                    <a:pt x="2118550" y="78516"/>
                  </a:lnTo>
                  <a:lnTo>
                    <a:pt x="2117479" y="78123"/>
                  </a:lnTo>
                  <a:lnTo>
                    <a:pt x="2116407" y="77731"/>
                  </a:lnTo>
                  <a:lnTo>
                    <a:pt x="2115336" y="77338"/>
                  </a:lnTo>
                  <a:lnTo>
                    <a:pt x="2114264" y="76944"/>
                  </a:lnTo>
                  <a:lnTo>
                    <a:pt x="2113192" y="76551"/>
                  </a:lnTo>
                  <a:lnTo>
                    <a:pt x="2112121" y="76158"/>
                  </a:lnTo>
                  <a:lnTo>
                    <a:pt x="2111049" y="75764"/>
                  </a:lnTo>
                  <a:lnTo>
                    <a:pt x="2109978" y="75371"/>
                  </a:lnTo>
                  <a:lnTo>
                    <a:pt x="2108906" y="74977"/>
                  </a:lnTo>
                  <a:lnTo>
                    <a:pt x="2107834" y="74584"/>
                  </a:lnTo>
                  <a:lnTo>
                    <a:pt x="2106763" y="74190"/>
                  </a:lnTo>
                  <a:lnTo>
                    <a:pt x="2105691" y="73796"/>
                  </a:lnTo>
                  <a:lnTo>
                    <a:pt x="2104620" y="73403"/>
                  </a:lnTo>
                  <a:lnTo>
                    <a:pt x="2103548" y="73009"/>
                  </a:lnTo>
                  <a:lnTo>
                    <a:pt x="2102476" y="72615"/>
                  </a:lnTo>
                  <a:lnTo>
                    <a:pt x="2101405" y="72222"/>
                  </a:lnTo>
                  <a:lnTo>
                    <a:pt x="2100333" y="71828"/>
                  </a:lnTo>
                  <a:lnTo>
                    <a:pt x="2099262" y="71435"/>
                  </a:lnTo>
                  <a:lnTo>
                    <a:pt x="2098190" y="71042"/>
                  </a:lnTo>
                  <a:lnTo>
                    <a:pt x="2097118" y="70648"/>
                  </a:lnTo>
                  <a:lnTo>
                    <a:pt x="2096047" y="70255"/>
                  </a:lnTo>
                  <a:lnTo>
                    <a:pt x="2094975" y="69862"/>
                  </a:lnTo>
                  <a:lnTo>
                    <a:pt x="2093904" y="69469"/>
                  </a:lnTo>
                  <a:lnTo>
                    <a:pt x="2092832" y="69077"/>
                  </a:lnTo>
                  <a:lnTo>
                    <a:pt x="2091760" y="68684"/>
                  </a:lnTo>
                  <a:lnTo>
                    <a:pt x="2090689" y="68292"/>
                  </a:lnTo>
                  <a:lnTo>
                    <a:pt x="2089617" y="67900"/>
                  </a:lnTo>
                  <a:lnTo>
                    <a:pt x="2088546" y="67508"/>
                  </a:lnTo>
                  <a:lnTo>
                    <a:pt x="2087474" y="67116"/>
                  </a:lnTo>
                  <a:lnTo>
                    <a:pt x="2086402" y="66725"/>
                  </a:lnTo>
                  <a:lnTo>
                    <a:pt x="2085331" y="66334"/>
                  </a:lnTo>
                  <a:lnTo>
                    <a:pt x="2084259" y="65943"/>
                  </a:lnTo>
                  <a:lnTo>
                    <a:pt x="2083188" y="65553"/>
                  </a:lnTo>
                  <a:lnTo>
                    <a:pt x="2082116" y="65163"/>
                  </a:lnTo>
                  <a:lnTo>
                    <a:pt x="2081044" y="64773"/>
                  </a:lnTo>
                  <a:lnTo>
                    <a:pt x="2079973" y="64383"/>
                  </a:lnTo>
                  <a:lnTo>
                    <a:pt x="2078901" y="63994"/>
                  </a:lnTo>
                  <a:lnTo>
                    <a:pt x="2077830" y="63605"/>
                  </a:lnTo>
                  <a:lnTo>
                    <a:pt x="2076758" y="63217"/>
                  </a:lnTo>
                  <a:lnTo>
                    <a:pt x="2075686" y="62829"/>
                  </a:lnTo>
                  <a:lnTo>
                    <a:pt x="2074615" y="62441"/>
                  </a:lnTo>
                  <a:lnTo>
                    <a:pt x="2073543" y="62054"/>
                  </a:lnTo>
                  <a:lnTo>
                    <a:pt x="2072472" y="61667"/>
                  </a:lnTo>
                  <a:lnTo>
                    <a:pt x="2071400" y="61281"/>
                  </a:lnTo>
                  <a:lnTo>
                    <a:pt x="2070328" y="60895"/>
                  </a:lnTo>
                  <a:lnTo>
                    <a:pt x="2069257" y="60510"/>
                  </a:lnTo>
                  <a:lnTo>
                    <a:pt x="2068185" y="60125"/>
                  </a:lnTo>
                  <a:lnTo>
                    <a:pt x="2067114" y="59741"/>
                  </a:lnTo>
                  <a:lnTo>
                    <a:pt x="2066042" y="59357"/>
                  </a:lnTo>
                  <a:lnTo>
                    <a:pt x="2064970" y="58974"/>
                  </a:lnTo>
                  <a:lnTo>
                    <a:pt x="2063899" y="58592"/>
                  </a:lnTo>
                  <a:lnTo>
                    <a:pt x="2062827" y="58210"/>
                  </a:lnTo>
                  <a:lnTo>
                    <a:pt x="2061756" y="57828"/>
                  </a:lnTo>
                  <a:lnTo>
                    <a:pt x="2060684" y="57448"/>
                  </a:lnTo>
                  <a:lnTo>
                    <a:pt x="2059612" y="57067"/>
                  </a:lnTo>
                  <a:lnTo>
                    <a:pt x="2058541" y="56688"/>
                  </a:lnTo>
                  <a:lnTo>
                    <a:pt x="2057469" y="56309"/>
                  </a:lnTo>
                  <a:lnTo>
                    <a:pt x="2056398" y="55931"/>
                  </a:lnTo>
                  <a:lnTo>
                    <a:pt x="2055326" y="55553"/>
                  </a:lnTo>
                  <a:lnTo>
                    <a:pt x="2054254" y="55176"/>
                  </a:lnTo>
                  <a:lnTo>
                    <a:pt x="2053183" y="54800"/>
                  </a:lnTo>
                  <a:lnTo>
                    <a:pt x="2052111" y="54425"/>
                  </a:lnTo>
                  <a:lnTo>
                    <a:pt x="2051040" y="54050"/>
                  </a:lnTo>
                  <a:lnTo>
                    <a:pt x="2049968" y="53676"/>
                  </a:lnTo>
                  <a:lnTo>
                    <a:pt x="2048896" y="53303"/>
                  </a:lnTo>
                  <a:lnTo>
                    <a:pt x="2047825" y="52931"/>
                  </a:lnTo>
                  <a:lnTo>
                    <a:pt x="2046753" y="52559"/>
                  </a:lnTo>
                  <a:lnTo>
                    <a:pt x="2045682" y="52189"/>
                  </a:lnTo>
                  <a:lnTo>
                    <a:pt x="2044610" y="51819"/>
                  </a:lnTo>
                  <a:lnTo>
                    <a:pt x="2043538" y="51450"/>
                  </a:lnTo>
                  <a:lnTo>
                    <a:pt x="2042467" y="51081"/>
                  </a:lnTo>
                  <a:lnTo>
                    <a:pt x="2041395" y="50714"/>
                  </a:lnTo>
                  <a:lnTo>
                    <a:pt x="2040324" y="50348"/>
                  </a:lnTo>
                  <a:lnTo>
                    <a:pt x="2039252" y="49982"/>
                  </a:lnTo>
                  <a:lnTo>
                    <a:pt x="2038180" y="49617"/>
                  </a:lnTo>
                  <a:lnTo>
                    <a:pt x="2037109" y="49254"/>
                  </a:lnTo>
                  <a:lnTo>
                    <a:pt x="2036037" y="48891"/>
                  </a:lnTo>
                  <a:lnTo>
                    <a:pt x="2034966" y="48529"/>
                  </a:lnTo>
                  <a:lnTo>
                    <a:pt x="2033894" y="48168"/>
                  </a:lnTo>
                  <a:lnTo>
                    <a:pt x="2032822" y="47808"/>
                  </a:lnTo>
                  <a:lnTo>
                    <a:pt x="2031751" y="47449"/>
                  </a:lnTo>
                  <a:lnTo>
                    <a:pt x="2030679" y="47091"/>
                  </a:lnTo>
                  <a:lnTo>
                    <a:pt x="2029608" y="46735"/>
                  </a:lnTo>
                  <a:lnTo>
                    <a:pt x="2028536" y="46379"/>
                  </a:lnTo>
                  <a:lnTo>
                    <a:pt x="2027464" y="46024"/>
                  </a:lnTo>
                  <a:lnTo>
                    <a:pt x="2026393" y="45670"/>
                  </a:lnTo>
                  <a:lnTo>
                    <a:pt x="2025321" y="45318"/>
                  </a:lnTo>
                  <a:lnTo>
                    <a:pt x="2024250" y="44966"/>
                  </a:lnTo>
                  <a:lnTo>
                    <a:pt x="2023178" y="44616"/>
                  </a:lnTo>
                  <a:lnTo>
                    <a:pt x="2022106" y="44266"/>
                  </a:lnTo>
                  <a:lnTo>
                    <a:pt x="2021035" y="43918"/>
                  </a:lnTo>
                  <a:lnTo>
                    <a:pt x="2019963" y="43571"/>
                  </a:lnTo>
                  <a:lnTo>
                    <a:pt x="2018892" y="43225"/>
                  </a:lnTo>
                  <a:lnTo>
                    <a:pt x="2017820" y="42881"/>
                  </a:lnTo>
                  <a:lnTo>
                    <a:pt x="2016748" y="42537"/>
                  </a:lnTo>
                  <a:lnTo>
                    <a:pt x="2015677" y="42195"/>
                  </a:lnTo>
                  <a:lnTo>
                    <a:pt x="2014605" y="41854"/>
                  </a:lnTo>
                  <a:lnTo>
                    <a:pt x="2013534" y="41514"/>
                  </a:lnTo>
                  <a:lnTo>
                    <a:pt x="2012462" y="41175"/>
                  </a:lnTo>
                  <a:lnTo>
                    <a:pt x="2011390" y="40838"/>
                  </a:lnTo>
                  <a:lnTo>
                    <a:pt x="2010319" y="40502"/>
                  </a:lnTo>
                  <a:lnTo>
                    <a:pt x="2009247" y="40167"/>
                  </a:lnTo>
                  <a:lnTo>
                    <a:pt x="2008176" y="39833"/>
                  </a:lnTo>
                  <a:lnTo>
                    <a:pt x="2007104" y="39501"/>
                  </a:lnTo>
                  <a:lnTo>
                    <a:pt x="2006032" y="39170"/>
                  </a:lnTo>
                  <a:lnTo>
                    <a:pt x="2004961" y="38841"/>
                  </a:lnTo>
                  <a:lnTo>
                    <a:pt x="2003889" y="38512"/>
                  </a:lnTo>
                  <a:lnTo>
                    <a:pt x="2002818" y="38185"/>
                  </a:lnTo>
                  <a:lnTo>
                    <a:pt x="2001746" y="37860"/>
                  </a:lnTo>
                  <a:lnTo>
                    <a:pt x="2000674" y="37536"/>
                  </a:lnTo>
                  <a:lnTo>
                    <a:pt x="1999603" y="37213"/>
                  </a:lnTo>
                  <a:lnTo>
                    <a:pt x="1998531" y="36891"/>
                  </a:lnTo>
                  <a:lnTo>
                    <a:pt x="1997460" y="36571"/>
                  </a:lnTo>
                  <a:lnTo>
                    <a:pt x="1996388" y="36253"/>
                  </a:lnTo>
                  <a:lnTo>
                    <a:pt x="1995316" y="35936"/>
                  </a:lnTo>
                  <a:lnTo>
                    <a:pt x="1994245" y="35620"/>
                  </a:lnTo>
                  <a:lnTo>
                    <a:pt x="1993173" y="35306"/>
                  </a:lnTo>
                  <a:lnTo>
                    <a:pt x="1992102" y="34993"/>
                  </a:lnTo>
                  <a:lnTo>
                    <a:pt x="1991030" y="34682"/>
                  </a:lnTo>
                  <a:lnTo>
                    <a:pt x="1989958" y="34372"/>
                  </a:lnTo>
                  <a:lnTo>
                    <a:pt x="1988887" y="34064"/>
                  </a:lnTo>
                  <a:lnTo>
                    <a:pt x="1987815" y="33757"/>
                  </a:lnTo>
                  <a:lnTo>
                    <a:pt x="1986744" y="33452"/>
                  </a:lnTo>
                  <a:lnTo>
                    <a:pt x="1985672" y="33148"/>
                  </a:lnTo>
                  <a:lnTo>
                    <a:pt x="1984600" y="32846"/>
                  </a:lnTo>
                  <a:lnTo>
                    <a:pt x="1983529" y="32545"/>
                  </a:lnTo>
                  <a:lnTo>
                    <a:pt x="1982457" y="32246"/>
                  </a:lnTo>
                  <a:lnTo>
                    <a:pt x="1981386" y="31949"/>
                  </a:lnTo>
                  <a:lnTo>
                    <a:pt x="1980314" y="31653"/>
                  </a:lnTo>
                  <a:lnTo>
                    <a:pt x="1979242" y="31359"/>
                  </a:lnTo>
                  <a:lnTo>
                    <a:pt x="1978171" y="31066"/>
                  </a:lnTo>
                  <a:lnTo>
                    <a:pt x="1977099" y="30775"/>
                  </a:lnTo>
                  <a:lnTo>
                    <a:pt x="1976028" y="30486"/>
                  </a:lnTo>
                  <a:lnTo>
                    <a:pt x="1974956" y="30198"/>
                  </a:lnTo>
                  <a:lnTo>
                    <a:pt x="1973884" y="29912"/>
                  </a:lnTo>
                  <a:lnTo>
                    <a:pt x="1972813" y="29628"/>
                  </a:lnTo>
                  <a:lnTo>
                    <a:pt x="1971741" y="29345"/>
                  </a:lnTo>
                  <a:lnTo>
                    <a:pt x="1970670" y="29064"/>
                  </a:lnTo>
                  <a:lnTo>
                    <a:pt x="1969598" y="28785"/>
                  </a:lnTo>
                  <a:lnTo>
                    <a:pt x="1968526" y="28507"/>
                  </a:lnTo>
                  <a:lnTo>
                    <a:pt x="1967455" y="28231"/>
                  </a:lnTo>
                  <a:lnTo>
                    <a:pt x="1966383" y="27957"/>
                  </a:lnTo>
                  <a:lnTo>
                    <a:pt x="1965312" y="27684"/>
                  </a:lnTo>
                  <a:lnTo>
                    <a:pt x="1964240" y="27414"/>
                  </a:lnTo>
                  <a:lnTo>
                    <a:pt x="1963168" y="27145"/>
                  </a:lnTo>
                  <a:lnTo>
                    <a:pt x="1962097" y="26877"/>
                  </a:lnTo>
                  <a:lnTo>
                    <a:pt x="1961025" y="26612"/>
                  </a:lnTo>
                  <a:lnTo>
                    <a:pt x="1959954" y="26348"/>
                  </a:lnTo>
                  <a:lnTo>
                    <a:pt x="1958882" y="26086"/>
                  </a:lnTo>
                  <a:lnTo>
                    <a:pt x="1957810" y="25826"/>
                  </a:lnTo>
                  <a:lnTo>
                    <a:pt x="1956739" y="25568"/>
                  </a:lnTo>
                  <a:lnTo>
                    <a:pt x="1955667" y="25311"/>
                  </a:lnTo>
                  <a:lnTo>
                    <a:pt x="1954596" y="25056"/>
                  </a:lnTo>
                  <a:lnTo>
                    <a:pt x="1953524" y="24803"/>
                  </a:lnTo>
                  <a:lnTo>
                    <a:pt x="1952453" y="24552"/>
                  </a:lnTo>
                  <a:lnTo>
                    <a:pt x="1951381" y="24303"/>
                  </a:lnTo>
                  <a:lnTo>
                    <a:pt x="1950309" y="24055"/>
                  </a:lnTo>
                  <a:lnTo>
                    <a:pt x="1949238" y="23810"/>
                  </a:lnTo>
                  <a:lnTo>
                    <a:pt x="1948166" y="23566"/>
                  </a:lnTo>
                  <a:lnTo>
                    <a:pt x="1947095" y="23324"/>
                  </a:lnTo>
                  <a:lnTo>
                    <a:pt x="1946023" y="23084"/>
                  </a:lnTo>
                  <a:lnTo>
                    <a:pt x="1944951" y="22846"/>
                  </a:lnTo>
                  <a:lnTo>
                    <a:pt x="1943880" y="22610"/>
                  </a:lnTo>
                  <a:lnTo>
                    <a:pt x="1942808" y="22375"/>
                  </a:lnTo>
                  <a:lnTo>
                    <a:pt x="1941737" y="22143"/>
                  </a:lnTo>
                  <a:lnTo>
                    <a:pt x="1940665" y="21912"/>
                  </a:lnTo>
                  <a:lnTo>
                    <a:pt x="1939593" y="21683"/>
                  </a:lnTo>
                  <a:lnTo>
                    <a:pt x="1938522" y="21457"/>
                  </a:lnTo>
                  <a:lnTo>
                    <a:pt x="1937450" y="21232"/>
                  </a:lnTo>
                  <a:lnTo>
                    <a:pt x="1936379" y="21009"/>
                  </a:lnTo>
                  <a:lnTo>
                    <a:pt x="1935307" y="20787"/>
                  </a:lnTo>
                  <a:lnTo>
                    <a:pt x="1934235" y="20568"/>
                  </a:lnTo>
                  <a:lnTo>
                    <a:pt x="1933164" y="20351"/>
                  </a:lnTo>
                  <a:lnTo>
                    <a:pt x="1932092" y="20136"/>
                  </a:lnTo>
                  <a:lnTo>
                    <a:pt x="1931021" y="19922"/>
                  </a:lnTo>
                  <a:lnTo>
                    <a:pt x="1929949" y="19711"/>
                  </a:lnTo>
                  <a:lnTo>
                    <a:pt x="1928877" y="19501"/>
                  </a:lnTo>
                  <a:lnTo>
                    <a:pt x="1927806" y="19294"/>
                  </a:lnTo>
                  <a:lnTo>
                    <a:pt x="1926734" y="19088"/>
                  </a:lnTo>
                  <a:lnTo>
                    <a:pt x="1925663" y="18885"/>
                  </a:lnTo>
                  <a:lnTo>
                    <a:pt x="1924591" y="18683"/>
                  </a:lnTo>
                  <a:lnTo>
                    <a:pt x="1923519" y="18483"/>
                  </a:lnTo>
                  <a:lnTo>
                    <a:pt x="1922448" y="18285"/>
                  </a:lnTo>
                  <a:lnTo>
                    <a:pt x="1921376" y="18089"/>
                  </a:lnTo>
                  <a:lnTo>
                    <a:pt x="1920305" y="17896"/>
                  </a:lnTo>
                  <a:lnTo>
                    <a:pt x="1919233" y="17704"/>
                  </a:lnTo>
                  <a:lnTo>
                    <a:pt x="1918161" y="17514"/>
                  </a:lnTo>
                  <a:lnTo>
                    <a:pt x="1917090" y="17326"/>
                  </a:lnTo>
                  <a:lnTo>
                    <a:pt x="1916018" y="17140"/>
                  </a:lnTo>
                  <a:lnTo>
                    <a:pt x="1914947" y="16956"/>
                  </a:lnTo>
                  <a:lnTo>
                    <a:pt x="1913875" y="16774"/>
                  </a:lnTo>
                  <a:lnTo>
                    <a:pt x="1912803" y="16593"/>
                  </a:lnTo>
                  <a:lnTo>
                    <a:pt x="1911732" y="16415"/>
                  </a:lnTo>
                  <a:lnTo>
                    <a:pt x="1910660" y="16239"/>
                  </a:lnTo>
                  <a:lnTo>
                    <a:pt x="1909589" y="16065"/>
                  </a:lnTo>
                  <a:lnTo>
                    <a:pt x="1908517" y="15893"/>
                  </a:lnTo>
                  <a:lnTo>
                    <a:pt x="1907445" y="15722"/>
                  </a:lnTo>
                  <a:lnTo>
                    <a:pt x="1906374" y="15554"/>
                  </a:lnTo>
                  <a:lnTo>
                    <a:pt x="1905302" y="15388"/>
                  </a:lnTo>
                  <a:lnTo>
                    <a:pt x="1904231" y="15223"/>
                  </a:lnTo>
                  <a:lnTo>
                    <a:pt x="1903159" y="15061"/>
                  </a:lnTo>
                  <a:lnTo>
                    <a:pt x="1902087" y="14901"/>
                  </a:lnTo>
                  <a:lnTo>
                    <a:pt x="1901016" y="14742"/>
                  </a:lnTo>
                  <a:lnTo>
                    <a:pt x="1899944" y="14586"/>
                  </a:lnTo>
                  <a:lnTo>
                    <a:pt x="1898873" y="14431"/>
                  </a:lnTo>
                  <a:lnTo>
                    <a:pt x="1897801" y="14278"/>
                  </a:lnTo>
                  <a:lnTo>
                    <a:pt x="1896729" y="14128"/>
                  </a:lnTo>
                  <a:lnTo>
                    <a:pt x="1895658" y="13979"/>
                  </a:lnTo>
                  <a:lnTo>
                    <a:pt x="1894586" y="13832"/>
                  </a:lnTo>
                  <a:lnTo>
                    <a:pt x="1893515" y="13687"/>
                  </a:lnTo>
                  <a:lnTo>
                    <a:pt x="1892443" y="13544"/>
                  </a:lnTo>
                  <a:lnTo>
                    <a:pt x="1891371" y="13403"/>
                  </a:lnTo>
                  <a:lnTo>
                    <a:pt x="1890300" y="13264"/>
                  </a:lnTo>
                  <a:lnTo>
                    <a:pt x="1889228" y="13127"/>
                  </a:lnTo>
                  <a:lnTo>
                    <a:pt x="1888157" y="12992"/>
                  </a:lnTo>
                  <a:lnTo>
                    <a:pt x="1887085" y="12859"/>
                  </a:lnTo>
                  <a:lnTo>
                    <a:pt x="1886013" y="12727"/>
                  </a:lnTo>
                  <a:lnTo>
                    <a:pt x="1884942" y="12598"/>
                  </a:lnTo>
                  <a:lnTo>
                    <a:pt x="1883870" y="12470"/>
                  </a:lnTo>
                  <a:lnTo>
                    <a:pt x="1882799" y="12345"/>
                  </a:lnTo>
                  <a:lnTo>
                    <a:pt x="1881727" y="12221"/>
                  </a:lnTo>
                  <a:lnTo>
                    <a:pt x="1880655" y="12099"/>
                  </a:lnTo>
                  <a:lnTo>
                    <a:pt x="1879584" y="11979"/>
                  </a:lnTo>
                  <a:lnTo>
                    <a:pt x="1878512" y="11860"/>
                  </a:lnTo>
                  <a:lnTo>
                    <a:pt x="1877441" y="11744"/>
                  </a:lnTo>
                  <a:lnTo>
                    <a:pt x="1876369" y="11630"/>
                  </a:lnTo>
                  <a:lnTo>
                    <a:pt x="1875297" y="11517"/>
                  </a:lnTo>
                  <a:lnTo>
                    <a:pt x="1874226" y="11406"/>
                  </a:lnTo>
                  <a:lnTo>
                    <a:pt x="1873154" y="11297"/>
                  </a:lnTo>
                  <a:lnTo>
                    <a:pt x="1872083" y="11190"/>
                  </a:lnTo>
                  <a:lnTo>
                    <a:pt x="1871011" y="11084"/>
                  </a:lnTo>
                  <a:lnTo>
                    <a:pt x="1869939" y="10981"/>
                  </a:lnTo>
                  <a:lnTo>
                    <a:pt x="1868868" y="10879"/>
                  </a:lnTo>
                  <a:lnTo>
                    <a:pt x="1867796" y="10779"/>
                  </a:lnTo>
                  <a:lnTo>
                    <a:pt x="1866725" y="10681"/>
                  </a:lnTo>
                  <a:lnTo>
                    <a:pt x="1865653" y="10584"/>
                  </a:lnTo>
                  <a:lnTo>
                    <a:pt x="1864581" y="10489"/>
                  </a:lnTo>
                  <a:lnTo>
                    <a:pt x="1863510" y="10396"/>
                  </a:lnTo>
                  <a:lnTo>
                    <a:pt x="1862438" y="10305"/>
                  </a:lnTo>
                  <a:lnTo>
                    <a:pt x="1861367" y="10216"/>
                  </a:lnTo>
                  <a:lnTo>
                    <a:pt x="1860295" y="10128"/>
                  </a:lnTo>
                  <a:lnTo>
                    <a:pt x="1859223" y="10041"/>
                  </a:lnTo>
                  <a:lnTo>
                    <a:pt x="1858152" y="9957"/>
                  </a:lnTo>
                  <a:lnTo>
                    <a:pt x="1857080" y="9874"/>
                  </a:lnTo>
                  <a:lnTo>
                    <a:pt x="1856009" y="9793"/>
                  </a:lnTo>
                  <a:lnTo>
                    <a:pt x="1854937" y="9713"/>
                  </a:lnTo>
                  <a:lnTo>
                    <a:pt x="1853865" y="9635"/>
                  </a:lnTo>
                  <a:lnTo>
                    <a:pt x="1852794" y="9559"/>
                  </a:lnTo>
                  <a:lnTo>
                    <a:pt x="1851722" y="9484"/>
                  </a:lnTo>
                  <a:lnTo>
                    <a:pt x="1850651" y="9411"/>
                  </a:lnTo>
                  <a:lnTo>
                    <a:pt x="1849579" y="9340"/>
                  </a:lnTo>
                  <a:lnTo>
                    <a:pt x="1848507" y="9270"/>
                  </a:lnTo>
                  <a:lnTo>
                    <a:pt x="1847436" y="9201"/>
                  </a:lnTo>
                  <a:lnTo>
                    <a:pt x="1846364" y="9134"/>
                  </a:lnTo>
                  <a:lnTo>
                    <a:pt x="1845293" y="9069"/>
                  </a:lnTo>
                  <a:lnTo>
                    <a:pt x="1844221" y="9005"/>
                  </a:lnTo>
                  <a:lnTo>
                    <a:pt x="1843149" y="8943"/>
                  </a:lnTo>
                  <a:lnTo>
                    <a:pt x="1842078" y="8882"/>
                  </a:lnTo>
                  <a:lnTo>
                    <a:pt x="1841006" y="8822"/>
                  </a:lnTo>
                  <a:lnTo>
                    <a:pt x="1839935" y="8764"/>
                  </a:lnTo>
                  <a:lnTo>
                    <a:pt x="1838863" y="8708"/>
                  </a:lnTo>
                  <a:lnTo>
                    <a:pt x="1837791" y="8653"/>
                  </a:lnTo>
                  <a:lnTo>
                    <a:pt x="1836720" y="8599"/>
                  </a:lnTo>
                  <a:lnTo>
                    <a:pt x="1835648" y="8546"/>
                  </a:lnTo>
                  <a:lnTo>
                    <a:pt x="1834577" y="8495"/>
                  </a:lnTo>
                  <a:lnTo>
                    <a:pt x="1833505" y="8445"/>
                  </a:lnTo>
                  <a:lnTo>
                    <a:pt x="1832433" y="8397"/>
                  </a:lnTo>
                  <a:lnTo>
                    <a:pt x="1831362" y="8350"/>
                  </a:lnTo>
                  <a:lnTo>
                    <a:pt x="1830290" y="8304"/>
                  </a:lnTo>
                  <a:lnTo>
                    <a:pt x="1829219" y="8259"/>
                  </a:lnTo>
                  <a:lnTo>
                    <a:pt x="1828147" y="8216"/>
                  </a:lnTo>
                  <a:lnTo>
                    <a:pt x="1827075" y="8174"/>
                  </a:lnTo>
                  <a:lnTo>
                    <a:pt x="1826004" y="8133"/>
                  </a:lnTo>
                  <a:lnTo>
                    <a:pt x="1824932" y="8093"/>
                  </a:lnTo>
                  <a:lnTo>
                    <a:pt x="1823861" y="8055"/>
                  </a:lnTo>
                  <a:lnTo>
                    <a:pt x="1822789" y="8017"/>
                  </a:lnTo>
                  <a:lnTo>
                    <a:pt x="1821717" y="7981"/>
                  </a:lnTo>
                  <a:lnTo>
                    <a:pt x="1820646" y="7946"/>
                  </a:lnTo>
                  <a:lnTo>
                    <a:pt x="1819574" y="7912"/>
                  </a:lnTo>
                  <a:lnTo>
                    <a:pt x="1818503" y="7879"/>
                  </a:lnTo>
                  <a:lnTo>
                    <a:pt x="1817431" y="7847"/>
                  </a:lnTo>
                  <a:lnTo>
                    <a:pt x="1816359" y="7816"/>
                  </a:lnTo>
                  <a:lnTo>
                    <a:pt x="1815288" y="7786"/>
                  </a:lnTo>
                  <a:lnTo>
                    <a:pt x="1814216" y="7757"/>
                  </a:lnTo>
                  <a:lnTo>
                    <a:pt x="1813145" y="7729"/>
                  </a:lnTo>
                  <a:lnTo>
                    <a:pt x="1812073" y="7702"/>
                  </a:lnTo>
                  <a:lnTo>
                    <a:pt x="1811001" y="7676"/>
                  </a:lnTo>
                  <a:lnTo>
                    <a:pt x="1809930" y="7651"/>
                  </a:lnTo>
                  <a:lnTo>
                    <a:pt x="1808858" y="7626"/>
                  </a:lnTo>
                  <a:lnTo>
                    <a:pt x="1807787" y="7603"/>
                  </a:lnTo>
                  <a:lnTo>
                    <a:pt x="1806715" y="7580"/>
                  </a:lnTo>
                  <a:lnTo>
                    <a:pt x="1805643" y="7558"/>
                  </a:lnTo>
                  <a:lnTo>
                    <a:pt x="1804572" y="7537"/>
                  </a:lnTo>
                  <a:lnTo>
                    <a:pt x="1803500" y="7517"/>
                  </a:lnTo>
                  <a:lnTo>
                    <a:pt x="1802429" y="7497"/>
                  </a:lnTo>
                  <a:lnTo>
                    <a:pt x="1801357" y="7478"/>
                  </a:lnTo>
                  <a:lnTo>
                    <a:pt x="1800285" y="7460"/>
                  </a:lnTo>
                  <a:lnTo>
                    <a:pt x="1799214" y="7442"/>
                  </a:lnTo>
                  <a:lnTo>
                    <a:pt x="1798142" y="7425"/>
                  </a:lnTo>
                  <a:lnTo>
                    <a:pt x="1797071" y="7409"/>
                  </a:lnTo>
                  <a:lnTo>
                    <a:pt x="1795999" y="7393"/>
                  </a:lnTo>
                  <a:lnTo>
                    <a:pt x="1794927" y="7378"/>
                  </a:lnTo>
                  <a:lnTo>
                    <a:pt x="1793856" y="7363"/>
                  </a:lnTo>
                  <a:lnTo>
                    <a:pt x="1792784" y="7349"/>
                  </a:lnTo>
                  <a:lnTo>
                    <a:pt x="1791713" y="7336"/>
                  </a:lnTo>
                  <a:lnTo>
                    <a:pt x="1790641" y="7322"/>
                  </a:lnTo>
                  <a:lnTo>
                    <a:pt x="1789569" y="7310"/>
                  </a:lnTo>
                  <a:lnTo>
                    <a:pt x="1788498" y="7297"/>
                  </a:lnTo>
                  <a:lnTo>
                    <a:pt x="1787426" y="7285"/>
                  </a:lnTo>
                  <a:lnTo>
                    <a:pt x="1786355" y="7274"/>
                  </a:lnTo>
                  <a:lnTo>
                    <a:pt x="1785283" y="7263"/>
                  </a:lnTo>
                  <a:lnTo>
                    <a:pt x="1784211" y="7252"/>
                  </a:lnTo>
                  <a:lnTo>
                    <a:pt x="1783140" y="7241"/>
                  </a:lnTo>
                  <a:lnTo>
                    <a:pt x="1782068" y="7230"/>
                  </a:lnTo>
                  <a:lnTo>
                    <a:pt x="1780997" y="7220"/>
                  </a:lnTo>
                  <a:lnTo>
                    <a:pt x="1779925" y="7210"/>
                  </a:lnTo>
                  <a:lnTo>
                    <a:pt x="1778853" y="7200"/>
                  </a:lnTo>
                  <a:lnTo>
                    <a:pt x="1777782" y="7191"/>
                  </a:lnTo>
                  <a:lnTo>
                    <a:pt x="1776710" y="7181"/>
                  </a:lnTo>
                  <a:lnTo>
                    <a:pt x="1775639" y="7172"/>
                  </a:lnTo>
                  <a:lnTo>
                    <a:pt x="1774567" y="7162"/>
                  </a:lnTo>
                  <a:lnTo>
                    <a:pt x="1773496" y="7153"/>
                  </a:lnTo>
                  <a:lnTo>
                    <a:pt x="1772424" y="7144"/>
                  </a:lnTo>
                  <a:lnTo>
                    <a:pt x="1771352" y="7134"/>
                  </a:lnTo>
                  <a:lnTo>
                    <a:pt x="1770281" y="7125"/>
                  </a:lnTo>
                  <a:lnTo>
                    <a:pt x="1769209" y="7115"/>
                  </a:lnTo>
                  <a:lnTo>
                    <a:pt x="1768138" y="7106"/>
                  </a:lnTo>
                  <a:lnTo>
                    <a:pt x="1767066" y="7096"/>
                  </a:lnTo>
                  <a:lnTo>
                    <a:pt x="1765994" y="7086"/>
                  </a:lnTo>
                  <a:lnTo>
                    <a:pt x="1764923" y="7076"/>
                  </a:lnTo>
                  <a:lnTo>
                    <a:pt x="1763851" y="7065"/>
                  </a:lnTo>
                  <a:lnTo>
                    <a:pt x="1762780" y="7055"/>
                  </a:lnTo>
                  <a:lnTo>
                    <a:pt x="1761708" y="7044"/>
                  </a:lnTo>
                  <a:lnTo>
                    <a:pt x="1760636" y="7033"/>
                  </a:lnTo>
                  <a:lnTo>
                    <a:pt x="1759565" y="7021"/>
                  </a:lnTo>
                  <a:lnTo>
                    <a:pt x="1758493" y="7010"/>
                  </a:lnTo>
                  <a:lnTo>
                    <a:pt x="1757422" y="6997"/>
                  </a:lnTo>
                  <a:lnTo>
                    <a:pt x="1756350" y="6985"/>
                  </a:lnTo>
                  <a:lnTo>
                    <a:pt x="1755278" y="6972"/>
                  </a:lnTo>
                  <a:lnTo>
                    <a:pt x="1754207" y="6958"/>
                  </a:lnTo>
                  <a:lnTo>
                    <a:pt x="1753135" y="6944"/>
                  </a:lnTo>
                  <a:lnTo>
                    <a:pt x="1752064" y="6929"/>
                  </a:lnTo>
                  <a:lnTo>
                    <a:pt x="1750992" y="6914"/>
                  </a:lnTo>
                  <a:lnTo>
                    <a:pt x="1749920" y="6899"/>
                  </a:lnTo>
                  <a:lnTo>
                    <a:pt x="1748849" y="6882"/>
                  </a:lnTo>
                  <a:lnTo>
                    <a:pt x="1747777" y="6865"/>
                  </a:lnTo>
                  <a:lnTo>
                    <a:pt x="1746706" y="6848"/>
                  </a:lnTo>
                  <a:lnTo>
                    <a:pt x="1745634" y="6829"/>
                  </a:lnTo>
                  <a:lnTo>
                    <a:pt x="1744562" y="6810"/>
                  </a:lnTo>
                  <a:lnTo>
                    <a:pt x="1743491" y="6790"/>
                  </a:lnTo>
                  <a:lnTo>
                    <a:pt x="1742419" y="6769"/>
                  </a:lnTo>
                  <a:lnTo>
                    <a:pt x="1741348" y="6748"/>
                  </a:lnTo>
                  <a:lnTo>
                    <a:pt x="1740276" y="6725"/>
                  </a:lnTo>
                  <a:lnTo>
                    <a:pt x="1739204" y="6702"/>
                  </a:lnTo>
                  <a:lnTo>
                    <a:pt x="1738133" y="6678"/>
                  </a:lnTo>
                  <a:lnTo>
                    <a:pt x="1737061" y="6653"/>
                  </a:lnTo>
                  <a:lnTo>
                    <a:pt x="1735990" y="6627"/>
                  </a:lnTo>
                  <a:lnTo>
                    <a:pt x="1734918" y="6600"/>
                  </a:lnTo>
                  <a:lnTo>
                    <a:pt x="1733846" y="6571"/>
                  </a:lnTo>
                  <a:lnTo>
                    <a:pt x="1732775" y="6542"/>
                  </a:lnTo>
                  <a:lnTo>
                    <a:pt x="1731703" y="6512"/>
                  </a:lnTo>
                  <a:lnTo>
                    <a:pt x="1730632" y="6480"/>
                  </a:lnTo>
                  <a:lnTo>
                    <a:pt x="1729560" y="6448"/>
                  </a:lnTo>
                  <a:lnTo>
                    <a:pt x="1728488" y="6414"/>
                  </a:lnTo>
                  <a:lnTo>
                    <a:pt x="1727417" y="6379"/>
                  </a:lnTo>
                  <a:lnTo>
                    <a:pt x="1726345" y="6343"/>
                  </a:lnTo>
                  <a:lnTo>
                    <a:pt x="1725274" y="6305"/>
                  </a:lnTo>
                  <a:lnTo>
                    <a:pt x="1724202" y="6267"/>
                  </a:lnTo>
                  <a:lnTo>
                    <a:pt x="1723130" y="6226"/>
                  </a:lnTo>
                  <a:lnTo>
                    <a:pt x="1722059" y="6185"/>
                  </a:lnTo>
                  <a:lnTo>
                    <a:pt x="1720987" y="6142"/>
                  </a:lnTo>
                  <a:lnTo>
                    <a:pt x="1719916" y="6098"/>
                  </a:lnTo>
                  <a:lnTo>
                    <a:pt x="1718844" y="6052"/>
                  </a:lnTo>
                  <a:lnTo>
                    <a:pt x="1717772" y="6005"/>
                  </a:lnTo>
                  <a:lnTo>
                    <a:pt x="1716701" y="5956"/>
                  </a:lnTo>
                  <a:lnTo>
                    <a:pt x="1715629" y="5906"/>
                  </a:lnTo>
                  <a:lnTo>
                    <a:pt x="1714558" y="5854"/>
                  </a:lnTo>
                  <a:lnTo>
                    <a:pt x="1713486" y="5800"/>
                  </a:lnTo>
                  <a:lnTo>
                    <a:pt x="1712414" y="5745"/>
                  </a:lnTo>
                  <a:lnTo>
                    <a:pt x="1711343" y="5688"/>
                  </a:lnTo>
                  <a:lnTo>
                    <a:pt x="1710271" y="5630"/>
                  </a:lnTo>
                  <a:lnTo>
                    <a:pt x="1709200" y="5570"/>
                  </a:lnTo>
                  <a:lnTo>
                    <a:pt x="1708128" y="5508"/>
                  </a:lnTo>
                  <a:lnTo>
                    <a:pt x="1707056" y="5444"/>
                  </a:lnTo>
                  <a:lnTo>
                    <a:pt x="1705985" y="5379"/>
                  </a:lnTo>
                  <a:lnTo>
                    <a:pt x="1704913" y="5311"/>
                  </a:lnTo>
                  <a:lnTo>
                    <a:pt x="1703842" y="5242"/>
                  </a:lnTo>
                  <a:lnTo>
                    <a:pt x="1702770" y="5171"/>
                  </a:lnTo>
                  <a:lnTo>
                    <a:pt x="1701698" y="5098"/>
                  </a:lnTo>
                  <a:lnTo>
                    <a:pt x="1700627" y="5023"/>
                  </a:lnTo>
                  <a:lnTo>
                    <a:pt x="1699555" y="4946"/>
                  </a:lnTo>
                  <a:lnTo>
                    <a:pt x="1698484" y="4867"/>
                  </a:lnTo>
                  <a:lnTo>
                    <a:pt x="1697412" y="4786"/>
                  </a:lnTo>
                  <a:lnTo>
                    <a:pt x="1696340" y="4703"/>
                  </a:lnTo>
                  <a:lnTo>
                    <a:pt x="1695269" y="4617"/>
                  </a:lnTo>
                  <a:lnTo>
                    <a:pt x="1694197" y="4530"/>
                  </a:lnTo>
                  <a:lnTo>
                    <a:pt x="1693126" y="4440"/>
                  </a:lnTo>
                  <a:lnTo>
                    <a:pt x="1692054" y="4349"/>
                  </a:lnTo>
                  <a:lnTo>
                    <a:pt x="1690982" y="4255"/>
                  </a:lnTo>
                  <a:lnTo>
                    <a:pt x="1689911" y="4159"/>
                  </a:lnTo>
                  <a:lnTo>
                    <a:pt x="1688839" y="4060"/>
                  </a:lnTo>
                  <a:lnTo>
                    <a:pt x="1687768" y="3959"/>
                  </a:lnTo>
                  <a:lnTo>
                    <a:pt x="1686696" y="3856"/>
                  </a:lnTo>
                  <a:lnTo>
                    <a:pt x="1685624" y="3751"/>
                  </a:lnTo>
                  <a:lnTo>
                    <a:pt x="1684553" y="3643"/>
                  </a:lnTo>
                  <a:lnTo>
                    <a:pt x="1683481" y="3532"/>
                  </a:lnTo>
                  <a:lnTo>
                    <a:pt x="1682410" y="3420"/>
                  </a:lnTo>
                  <a:lnTo>
                    <a:pt x="1681338" y="3304"/>
                  </a:lnTo>
                  <a:lnTo>
                    <a:pt x="1680266" y="3186"/>
                  </a:lnTo>
                  <a:lnTo>
                    <a:pt x="1679195" y="3066"/>
                  </a:lnTo>
                  <a:lnTo>
                    <a:pt x="1678123" y="2943"/>
                  </a:lnTo>
                  <a:lnTo>
                    <a:pt x="1677052" y="2818"/>
                  </a:lnTo>
                  <a:lnTo>
                    <a:pt x="1675980" y="2690"/>
                  </a:lnTo>
                  <a:lnTo>
                    <a:pt x="1674908" y="2559"/>
                  </a:lnTo>
                  <a:lnTo>
                    <a:pt x="1673837" y="2425"/>
                  </a:lnTo>
                  <a:lnTo>
                    <a:pt x="1672765" y="2289"/>
                  </a:lnTo>
                  <a:lnTo>
                    <a:pt x="1671694" y="2150"/>
                  </a:lnTo>
                  <a:lnTo>
                    <a:pt x="1670622" y="2008"/>
                  </a:lnTo>
                  <a:lnTo>
                    <a:pt x="1669550" y="1864"/>
                  </a:lnTo>
                  <a:lnTo>
                    <a:pt x="1668479" y="1716"/>
                  </a:lnTo>
                  <a:lnTo>
                    <a:pt x="1667407" y="1566"/>
                  </a:lnTo>
                  <a:lnTo>
                    <a:pt x="1666336" y="1413"/>
                  </a:lnTo>
                  <a:lnTo>
                    <a:pt x="1665264" y="1257"/>
                  </a:lnTo>
                  <a:lnTo>
                    <a:pt x="1664192" y="1098"/>
                  </a:lnTo>
                  <a:lnTo>
                    <a:pt x="1663121" y="936"/>
                  </a:lnTo>
                  <a:lnTo>
                    <a:pt x="1662049" y="771"/>
                  </a:lnTo>
                  <a:lnTo>
                    <a:pt x="1660978" y="603"/>
                  </a:lnTo>
                  <a:lnTo>
                    <a:pt x="1659906" y="432"/>
                  </a:lnTo>
                  <a:lnTo>
                    <a:pt x="1658834" y="258"/>
                  </a:lnTo>
                  <a:lnTo>
                    <a:pt x="1657763" y="81"/>
                  </a:lnTo>
                  <a:lnTo>
                    <a:pt x="1656691" y="0"/>
                  </a:lnTo>
                  <a:lnTo>
                    <a:pt x="1655620" y="1299"/>
                  </a:lnTo>
                  <a:lnTo>
                    <a:pt x="1654548" y="2602"/>
                  </a:lnTo>
                  <a:lnTo>
                    <a:pt x="1653476" y="3909"/>
                  </a:lnTo>
                  <a:lnTo>
                    <a:pt x="1652405" y="5220"/>
                  </a:lnTo>
                  <a:lnTo>
                    <a:pt x="1651333" y="6535"/>
                  </a:lnTo>
                  <a:lnTo>
                    <a:pt x="1650262" y="7854"/>
                  </a:lnTo>
                  <a:lnTo>
                    <a:pt x="1649190" y="9177"/>
                  </a:lnTo>
                  <a:lnTo>
                    <a:pt x="1648118" y="10504"/>
                  </a:lnTo>
                  <a:lnTo>
                    <a:pt x="1647047" y="11835"/>
                  </a:lnTo>
                  <a:lnTo>
                    <a:pt x="1645975" y="13170"/>
                  </a:lnTo>
                  <a:lnTo>
                    <a:pt x="1644904" y="14508"/>
                  </a:lnTo>
                  <a:lnTo>
                    <a:pt x="1643832" y="15850"/>
                  </a:lnTo>
                  <a:lnTo>
                    <a:pt x="1642760" y="17196"/>
                  </a:lnTo>
                  <a:lnTo>
                    <a:pt x="1641689" y="18546"/>
                  </a:lnTo>
                  <a:lnTo>
                    <a:pt x="1640617" y="19899"/>
                  </a:lnTo>
                  <a:lnTo>
                    <a:pt x="1639546" y="21257"/>
                  </a:lnTo>
                  <a:lnTo>
                    <a:pt x="1638474" y="22617"/>
                  </a:lnTo>
                  <a:lnTo>
                    <a:pt x="1637402" y="23982"/>
                  </a:lnTo>
                  <a:lnTo>
                    <a:pt x="1636331" y="25350"/>
                  </a:lnTo>
                  <a:lnTo>
                    <a:pt x="1635259" y="26722"/>
                  </a:lnTo>
                  <a:lnTo>
                    <a:pt x="1634188" y="28097"/>
                  </a:lnTo>
                  <a:lnTo>
                    <a:pt x="1633116" y="29476"/>
                  </a:lnTo>
                  <a:lnTo>
                    <a:pt x="1632044" y="30859"/>
                  </a:lnTo>
                  <a:lnTo>
                    <a:pt x="1630973" y="32244"/>
                  </a:lnTo>
                  <a:lnTo>
                    <a:pt x="1629901" y="33634"/>
                  </a:lnTo>
                  <a:lnTo>
                    <a:pt x="1628830" y="35027"/>
                  </a:lnTo>
                  <a:lnTo>
                    <a:pt x="1627758" y="36423"/>
                  </a:lnTo>
                  <a:lnTo>
                    <a:pt x="1626686" y="37823"/>
                  </a:lnTo>
                  <a:lnTo>
                    <a:pt x="1625615" y="39226"/>
                  </a:lnTo>
                  <a:lnTo>
                    <a:pt x="1624543" y="40632"/>
                  </a:lnTo>
                  <a:lnTo>
                    <a:pt x="1623472" y="42042"/>
                  </a:lnTo>
                  <a:lnTo>
                    <a:pt x="1622400" y="43455"/>
                  </a:lnTo>
                  <a:lnTo>
                    <a:pt x="1621328" y="44871"/>
                  </a:lnTo>
                  <a:lnTo>
                    <a:pt x="1620257" y="46290"/>
                  </a:lnTo>
                  <a:lnTo>
                    <a:pt x="1619185" y="47713"/>
                  </a:lnTo>
                  <a:lnTo>
                    <a:pt x="1618114" y="49139"/>
                  </a:lnTo>
                  <a:lnTo>
                    <a:pt x="1617042" y="50568"/>
                  </a:lnTo>
                  <a:lnTo>
                    <a:pt x="1615970" y="52000"/>
                  </a:lnTo>
                  <a:lnTo>
                    <a:pt x="1614899" y="53435"/>
                  </a:lnTo>
                  <a:lnTo>
                    <a:pt x="1613827" y="54873"/>
                  </a:lnTo>
                  <a:lnTo>
                    <a:pt x="1612756" y="56315"/>
                  </a:lnTo>
                  <a:lnTo>
                    <a:pt x="1611684" y="57759"/>
                  </a:lnTo>
                  <a:lnTo>
                    <a:pt x="1610612" y="59206"/>
                  </a:lnTo>
                  <a:lnTo>
                    <a:pt x="1609541" y="60656"/>
                  </a:lnTo>
                  <a:lnTo>
                    <a:pt x="1608469" y="62109"/>
                  </a:lnTo>
                  <a:lnTo>
                    <a:pt x="1607398" y="63565"/>
                  </a:lnTo>
                  <a:lnTo>
                    <a:pt x="1606326" y="65024"/>
                  </a:lnTo>
                  <a:lnTo>
                    <a:pt x="1605254" y="66486"/>
                  </a:lnTo>
                  <a:lnTo>
                    <a:pt x="1604183" y="67950"/>
                  </a:lnTo>
                  <a:lnTo>
                    <a:pt x="1603111" y="69417"/>
                  </a:lnTo>
                  <a:lnTo>
                    <a:pt x="1602040" y="70887"/>
                  </a:lnTo>
                  <a:lnTo>
                    <a:pt x="1600968" y="72359"/>
                  </a:lnTo>
                  <a:lnTo>
                    <a:pt x="1599896" y="73835"/>
                  </a:lnTo>
                  <a:lnTo>
                    <a:pt x="1598825" y="75313"/>
                  </a:lnTo>
                  <a:lnTo>
                    <a:pt x="1597753" y="76793"/>
                  </a:lnTo>
                  <a:lnTo>
                    <a:pt x="1596682" y="78276"/>
                  </a:lnTo>
                  <a:lnTo>
                    <a:pt x="1595610" y="79762"/>
                  </a:lnTo>
                  <a:lnTo>
                    <a:pt x="1594539" y="81250"/>
                  </a:lnTo>
                  <a:lnTo>
                    <a:pt x="1593467" y="82740"/>
                  </a:lnTo>
                  <a:lnTo>
                    <a:pt x="1592395" y="84233"/>
                  </a:lnTo>
                  <a:lnTo>
                    <a:pt x="1591324" y="85729"/>
                  </a:lnTo>
                  <a:lnTo>
                    <a:pt x="1590252" y="87227"/>
                  </a:lnTo>
                  <a:lnTo>
                    <a:pt x="1589181" y="88727"/>
                  </a:lnTo>
                  <a:lnTo>
                    <a:pt x="1588109" y="90229"/>
                  </a:lnTo>
                  <a:lnTo>
                    <a:pt x="1587037" y="91734"/>
                  </a:lnTo>
                  <a:lnTo>
                    <a:pt x="1585966" y="93241"/>
                  </a:lnTo>
                  <a:lnTo>
                    <a:pt x="1584894" y="94751"/>
                  </a:lnTo>
                  <a:lnTo>
                    <a:pt x="1583823" y="96262"/>
                  </a:lnTo>
                  <a:lnTo>
                    <a:pt x="1582751" y="97776"/>
                  </a:lnTo>
                  <a:lnTo>
                    <a:pt x="1581679" y="99292"/>
                  </a:lnTo>
                  <a:lnTo>
                    <a:pt x="1580608" y="100810"/>
                  </a:lnTo>
                  <a:lnTo>
                    <a:pt x="1579536" y="102330"/>
                  </a:lnTo>
                  <a:lnTo>
                    <a:pt x="1578465" y="103852"/>
                  </a:lnTo>
                  <a:lnTo>
                    <a:pt x="1577393" y="105376"/>
                  </a:lnTo>
                  <a:lnTo>
                    <a:pt x="1576321" y="106902"/>
                  </a:lnTo>
                  <a:lnTo>
                    <a:pt x="1575250" y="108430"/>
                  </a:lnTo>
                  <a:lnTo>
                    <a:pt x="1574178" y="109960"/>
                  </a:lnTo>
                  <a:lnTo>
                    <a:pt x="1573107" y="111492"/>
                  </a:lnTo>
                  <a:lnTo>
                    <a:pt x="1572035" y="113025"/>
                  </a:lnTo>
                  <a:lnTo>
                    <a:pt x="1570963" y="114561"/>
                  </a:lnTo>
                  <a:lnTo>
                    <a:pt x="1569892" y="116098"/>
                  </a:lnTo>
                  <a:lnTo>
                    <a:pt x="1568820" y="117637"/>
                  </a:lnTo>
                  <a:lnTo>
                    <a:pt x="1567749" y="119178"/>
                  </a:lnTo>
                  <a:lnTo>
                    <a:pt x="1566677" y="120721"/>
                  </a:lnTo>
                  <a:lnTo>
                    <a:pt x="1565605" y="122265"/>
                  </a:lnTo>
                  <a:lnTo>
                    <a:pt x="1564534" y="123811"/>
                  </a:lnTo>
                  <a:lnTo>
                    <a:pt x="1563462" y="125358"/>
                  </a:lnTo>
                  <a:lnTo>
                    <a:pt x="1562391" y="126907"/>
                  </a:lnTo>
                  <a:lnTo>
                    <a:pt x="1561319" y="128458"/>
                  </a:lnTo>
                  <a:lnTo>
                    <a:pt x="1560247" y="130010"/>
                  </a:lnTo>
                  <a:lnTo>
                    <a:pt x="1559176" y="131563"/>
                  </a:lnTo>
                  <a:lnTo>
                    <a:pt x="1558104" y="133118"/>
                  </a:lnTo>
                  <a:lnTo>
                    <a:pt x="1557033" y="134675"/>
                  </a:lnTo>
                  <a:lnTo>
                    <a:pt x="1555961" y="136232"/>
                  </a:lnTo>
                  <a:lnTo>
                    <a:pt x="1554889" y="137792"/>
                  </a:lnTo>
                  <a:lnTo>
                    <a:pt x="1553818" y="139352"/>
                  </a:lnTo>
                  <a:lnTo>
                    <a:pt x="1552746" y="140914"/>
                  </a:lnTo>
                  <a:lnTo>
                    <a:pt x="1551675" y="142477"/>
                  </a:lnTo>
                  <a:lnTo>
                    <a:pt x="1550603" y="144041"/>
                  </a:lnTo>
                  <a:lnTo>
                    <a:pt x="1549531" y="145607"/>
                  </a:lnTo>
                  <a:lnTo>
                    <a:pt x="1548460" y="147174"/>
                  </a:lnTo>
                  <a:lnTo>
                    <a:pt x="1547388" y="148741"/>
                  </a:lnTo>
                  <a:lnTo>
                    <a:pt x="1546317" y="150310"/>
                  </a:lnTo>
                  <a:lnTo>
                    <a:pt x="1545245" y="151880"/>
                  </a:lnTo>
                  <a:lnTo>
                    <a:pt x="1544173" y="153452"/>
                  </a:lnTo>
                  <a:lnTo>
                    <a:pt x="1543102" y="155024"/>
                  </a:lnTo>
                  <a:lnTo>
                    <a:pt x="1542030" y="156597"/>
                  </a:lnTo>
                  <a:lnTo>
                    <a:pt x="1540959" y="158171"/>
                  </a:lnTo>
                  <a:lnTo>
                    <a:pt x="1539887" y="159746"/>
                  </a:lnTo>
                  <a:lnTo>
                    <a:pt x="1538815" y="161322"/>
                  </a:lnTo>
                  <a:lnTo>
                    <a:pt x="1537744" y="162899"/>
                  </a:lnTo>
                  <a:lnTo>
                    <a:pt x="1536672" y="164476"/>
                  </a:lnTo>
                  <a:lnTo>
                    <a:pt x="1535601" y="166055"/>
                  </a:lnTo>
                  <a:lnTo>
                    <a:pt x="1534529" y="167634"/>
                  </a:lnTo>
                  <a:lnTo>
                    <a:pt x="1533457" y="169214"/>
                  </a:lnTo>
                  <a:lnTo>
                    <a:pt x="1532386" y="170795"/>
                  </a:lnTo>
                  <a:lnTo>
                    <a:pt x="1531314" y="172376"/>
                  </a:lnTo>
                  <a:lnTo>
                    <a:pt x="1530243" y="173958"/>
                  </a:lnTo>
                  <a:lnTo>
                    <a:pt x="1529171" y="175541"/>
                  </a:lnTo>
                  <a:lnTo>
                    <a:pt x="1528099" y="177124"/>
                  </a:lnTo>
                  <a:lnTo>
                    <a:pt x="1527028" y="178708"/>
                  </a:lnTo>
                  <a:lnTo>
                    <a:pt x="1525956" y="180293"/>
                  </a:lnTo>
                  <a:lnTo>
                    <a:pt x="1524885" y="181878"/>
                  </a:lnTo>
                  <a:lnTo>
                    <a:pt x="1523813" y="183463"/>
                  </a:lnTo>
                  <a:lnTo>
                    <a:pt x="1522741" y="185049"/>
                  </a:lnTo>
                  <a:lnTo>
                    <a:pt x="1521670" y="186636"/>
                  </a:lnTo>
                  <a:lnTo>
                    <a:pt x="1520598" y="188222"/>
                  </a:lnTo>
                  <a:lnTo>
                    <a:pt x="1519527" y="189809"/>
                  </a:lnTo>
                  <a:lnTo>
                    <a:pt x="1518455" y="191397"/>
                  </a:lnTo>
                  <a:lnTo>
                    <a:pt x="1517383" y="192985"/>
                  </a:lnTo>
                  <a:lnTo>
                    <a:pt x="1516312" y="194573"/>
                  </a:lnTo>
                  <a:lnTo>
                    <a:pt x="1515240" y="196161"/>
                  </a:lnTo>
                  <a:lnTo>
                    <a:pt x="1514169" y="197750"/>
                  </a:lnTo>
                  <a:lnTo>
                    <a:pt x="1513097" y="199339"/>
                  </a:lnTo>
                  <a:lnTo>
                    <a:pt x="1512025" y="200928"/>
                  </a:lnTo>
                  <a:lnTo>
                    <a:pt x="1510954" y="202517"/>
                  </a:lnTo>
                  <a:lnTo>
                    <a:pt x="1509882" y="204106"/>
                  </a:lnTo>
                  <a:lnTo>
                    <a:pt x="1508811" y="205696"/>
                  </a:lnTo>
                  <a:lnTo>
                    <a:pt x="1507739" y="207285"/>
                  </a:lnTo>
                  <a:lnTo>
                    <a:pt x="1506667" y="208875"/>
                  </a:lnTo>
                  <a:lnTo>
                    <a:pt x="1505596" y="210464"/>
                  </a:lnTo>
                  <a:lnTo>
                    <a:pt x="1504524" y="212054"/>
                  </a:lnTo>
                  <a:lnTo>
                    <a:pt x="1503453" y="213643"/>
                  </a:lnTo>
                  <a:lnTo>
                    <a:pt x="1502381" y="215233"/>
                  </a:lnTo>
                  <a:lnTo>
                    <a:pt x="1501309" y="216822"/>
                  </a:lnTo>
                  <a:lnTo>
                    <a:pt x="1500238" y="218411"/>
                  </a:lnTo>
                  <a:lnTo>
                    <a:pt x="1499166" y="220001"/>
                  </a:lnTo>
                  <a:lnTo>
                    <a:pt x="1498095" y="221589"/>
                  </a:lnTo>
                  <a:lnTo>
                    <a:pt x="1497023" y="223178"/>
                  </a:lnTo>
                  <a:lnTo>
                    <a:pt x="1495951" y="224767"/>
                  </a:lnTo>
                  <a:lnTo>
                    <a:pt x="1494880" y="226355"/>
                  </a:lnTo>
                  <a:lnTo>
                    <a:pt x="1493808" y="227943"/>
                  </a:lnTo>
                  <a:lnTo>
                    <a:pt x="1492737" y="229531"/>
                  </a:lnTo>
                  <a:lnTo>
                    <a:pt x="1491665" y="231118"/>
                  </a:lnTo>
                  <a:lnTo>
                    <a:pt x="1490593" y="232705"/>
                  </a:lnTo>
                  <a:lnTo>
                    <a:pt x="1489522" y="234291"/>
                  </a:lnTo>
                  <a:lnTo>
                    <a:pt x="1488450" y="235878"/>
                  </a:lnTo>
                  <a:lnTo>
                    <a:pt x="1487379" y="237463"/>
                  </a:lnTo>
                  <a:lnTo>
                    <a:pt x="1486307" y="239049"/>
                  </a:lnTo>
                  <a:lnTo>
                    <a:pt x="1485235" y="240634"/>
                  </a:lnTo>
                  <a:lnTo>
                    <a:pt x="1484164" y="242218"/>
                  </a:lnTo>
                  <a:lnTo>
                    <a:pt x="1483092" y="243802"/>
                  </a:lnTo>
                  <a:lnTo>
                    <a:pt x="1482021" y="245385"/>
                  </a:lnTo>
                  <a:lnTo>
                    <a:pt x="1480949" y="246968"/>
                  </a:lnTo>
                  <a:lnTo>
                    <a:pt x="1479877" y="248550"/>
                  </a:lnTo>
                  <a:lnTo>
                    <a:pt x="1478806" y="250131"/>
                  </a:lnTo>
                  <a:lnTo>
                    <a:pt x="1477734" y="251712"/>
                  </a:lnTo>
                  <a:lnTo>
                    <a:pt x="1476663" y="253292"/>
                  </a:lnTo>
                  <a:lnTo>
                    <a:pt x="1475591" y="254871"/>
                  </a:lnTo>
                  <a:lnTo>
                    <a:pt x="1474519" y="256450"/>
                  </a:lnTo>
                  <a:lnTo>
                    <a:pt x="1473448" y="258028"/>
                  </a:lnTo>
                  <a:lnTo>
                    <a:pt x="1472376" y="259605"/>
                  </a:lnTo>
                  <a:lnTo>
                    <a:pt x="1471305" y="261181"/>
                  </a:lnTo>
                  <a:lnTo>
                    <a:pt x="1470233" y="262757"/>
                  </a:lnTo>
                  <a:lnTo>
                    <a:pt x="1469161" y="264332"/>
                  </a:lnTo>
                  <a:lnTo>
                    <a:pt x="1468090" y="265905"/>
                  </a:lnTo>
                  <a:lnTo>
                    <a:pt x="1467018" y="267478"/>
                  </a:lnTo>
                  <a:lnTo>
                    <a:pt x="1465947" y="269050"/>
                  </a:lnTo>
                  <a:lnTo>
                    <a:pt x="1464875" y="270621"/>
                  </a:lnTo>
                  <a:lnTo>
                    <a:pt x="1463803" y="272191"/>
                  </a:lnTo>
                  <a:lnTo>
                    <a:pt x="1462732" y="273761"/>
                  </a:lnTo>
                  <a:lnTo>
                    <a:pt x="1461660" y="275329"/>
                  </a:lnTo>
                  <a:lnTo>
                    <a:pt x="1460589" y="276896"/>
                  </a:lnTo>
                  <a:lnTo>
                    <a:pt x="1459517" y="278462"/>
                  </a:lnTo>
                  <a:lnTo>
                    <a:pt x="1458445" y="280027"/>
                  </a:lnTo>
                  <a:lnTo>
                    <a:pt x="1457374" y="281591"/>
                  </a:lnTo>
                  <a:lnTo>
                    <a:pt x="1456302" y="283153"/>
                  </a:lnTo>
                  <a:lnTo>
                    <a:pt x="1455231" y="284715"/>
                  </a:lnTo>
                  <a:lnTo>
                    <a:pt x="1454159" y="286276"/>
                  </a:lnTo>
                  <a:lnTo>
                    <a:pt x="1453087" y="287835"/>
                  </a:lnTo>
                  <a:lnTo>
                    <a:pt x="1452016" y="289393"/>
                  </a:lnTo>
                  <a:lnTo>
                    <a:pt x="1450944" y="290950"/>
                  </a:lnTo>
                  <a:lnTo>
                    <a:pt x="1449873" y="292505"/>
                  </a:lnTo>
                  <a:lnTo>
                    <a:pt x="1448801" y="294060"/>
                  </a:lnTo>
                  <a:lnTo>
                    <a:pt x="1447729" y="295613"/>
                  </a:lnTo>
                  <a:lnTo>
                    <a:pt x="1446658" y="297164"/>
                  </a:lnTo>
                  <a:lnTo>
                    <a:pt x="1445586" y="298715"/>
                  </a:lnTo>
                  <a:lnTo>
                    <a:pt x="1444515" y="300264"/>
                  </a:lnTo>
                  <a:lnTo>
                    <a:pt x="1443443" y="301812"/>
                  </a:lnTo>
                  <a:lnTo>
                    <a:pt x="1442371" y="303358"/>
                  </a:lnTo>
                  <a:lnTo>
                    <a:pt x="1441300" y="304903"/>
                  </a:lnTo>
                  <a:lnTo>
                    <a:pt x="1440228" y="306446"/>
                  </a:lnTo>
                  <a:lnTo>
                    <a:pt x="1439157" y="307988"/>
                  </a:lnTo>
                  <a:lnTo>
                    <a:pt x="1438085" y="309529"/>
                  </a:lnTo>
                  <a:lnTo>
                    <a:pt x="1437013" y="311068"/>
                  </a:lnTo>
                  <a:lnTo>
                    <a:pt x="1435942" y="312605"/>
                  </a:lnTo>
                  <a:lnTo>
                    <a:pt x="1434870" y="314141"/>
                  </a:lnTo>
                  <a:lnTo>
                    <a:pt x="1433799" y="315676"/>
                  </a:lnTo>
                  <a:lnTo>
                    <a:pt x="1432727" y="317209"/>
                  </a:lnTo>
                  <a:lnTo>
                    <a:pt x="1431655" y="318740"/>
                  </a:lnTo>
                  <a:lnTo>
                    <a:pt x="1430584" y="320270"/>
                  </a:lnTo>
                  <a:lnTo>
                    <a:pt x="1429512" y="321798"/>
                  </a:lnTo>
                  <a:lnTo>
                    <a:pt x="1428441" y="323324"/>
                  </a:lnTo>
                  <a:lnTo>
                    <a:pt x="1427369" y="324849"/>
                  </a:lnTo>
                  <a:lnTo>
                    <a:pt x="1426297" y="326372"/>
                  </a:lnTo>
                  <a:lnTo>
                    <a:pt x="1425226" y="327893"/>
                  </a:lnTo>
                  <a:lnTo>
                    <a:pt x="1424154" y="329413"/>
                  </a:lnTo>
                  <a:lnTo>
                    <a:pt x="1423083" y="330931"/>
                  </a:lnTo>
                  <a:lnTo>
                    <a:pt x="1422011" y="332447"/>
                  </a:lnTo>
                  <a:lnTo>
                    <a:pt x="1420939" y="333961"/>
                  </a:lnTo>
                  <a:lnTo>
                    <a:pt x="1419868" y="335474"/>
                  </a:lnTo>
                  <a:lnTo>
                    <a:pt x="1418796" y="336985"/>
                  </a:lnTo>
                  <a:lnTo>
                    <a:pt x="1417725" y="338494"/>
                  </a:lnTo>
                  <a:lnTo>
                    <a:pt x="1416653" y="340001"/>
                  </a:lnTo>
                  <a:lnTo>
                    <a:pt x="1415582" y="341506"/>
                  </a:lnTo>
                  <a:lnTo>
                    <a:pt x="1414510" y="343009"/>
                  </a:lnTo>
                  <a:lnTo>
                    <a:pt x="1413438" y="344511"/>
                  </a:lnTo>
                  <a:lnTo>
                    <a:pt x="1412367" y="346010"/>
                  </a:lnTo>
                  <a:lnTo>
                    <a:pt x="1411295" y="347508"/>
                  </a:lnTo>
                  <a:lnTo>
                    <a:pt x="1410224" y="349003"/>
                  </a:lnTo>
                  <a:lnTo>
                    <a:pt x="1409152" y="350497"/>
                  </a:lnTo>
                  <a:lnTo>
                    <a:pt x="1408080" y="351989"/>
                  </a:lnTo>
                  <a:lnTo>
                    <a:pt x="1407009" y="353479"/>
                  </a:lnTo>
                  <a:lnTo>
                    <a:pt x="1405937" y="354966"/>
                  </a:lnTo>
                  <a:lnTo>
                    <a:pt x="1404866" y="356452"/>
                  </a:lnTo>
                  <a:lnTo>
                    <a:pt x="1403794" y="357936"/>
                  </a:lnTo>
                  <a:lnTo>
                    <a:pt x="1402722" y="359417"/>
                  </a:lnTo>
                  <a:lnTo>
                    <a:pt x="1401651" y="360897"/>
                  </a:lnTo>
                  <a:lnTo>
                    <a:pt x="1400579" y="362374"/>
                  </a:lnTo>
                  <a:lnTo>
                    <a:pt x="1399508" y="363849"/>
                  </a:lnTo>
                  <a:lnTo>
                    <a:pt x="1398436" y="365322"/>
                  </a:lnTo>
                  <a:lnTo>
                    <a:pt x="1397364" y="366793"/>
                  </a:lnTo>
                  <a:lnTo>
                    <a:pt x="1396293" y="368262"/>
                  </a:lnTo>
                  <a:lnTo>
                    <a:pt x="1395221" y="369729"/>
                  </a:lnTo>
                  <a:lnTo>
                    <a:pt x="1394150" y="371193"/>
                  </a:lnTo>
                  <a:lnTo>
                    <a:pt x="1393078" y="372656"/>
                  </a:lnTo>
                  <a:lnTo>
                    <a:pt x="1392006" y="374116"/>
                  </a:lnTo>
                  <a:lnTo>
                    <a:pt x="1390935" y="375574"/>
                  </a:lnTo>
                  <a:lnTo>
                    <a:pt x="1389863" y="377029"/>
                  </a:lnTo>
                  <a:lnTo>
                    <a:pt x="1388792" y="378483"/>
                  </a:lnTo>
                  <a:lnTo>
                    <a:pt x="1387720" y="379934"/>
                  </a:lnTo>
                  <a:lnTo>
                    <a:pt x="1386648" y="381383"/>
                  </a:lnTo>
                  <a:lnTo>
                    <a:pt x="1385577" y="382829"/>
                  </a:lnTo>
                  <a:lnTo>
                    <a:pt x="1384505" y="384273"/>
                  </a:lnTo>
                  <a:lnTo>
                    <a:pt x="1383434" y="385715"/>
                  </a:lnTo>
                  <a:lnTo>
                    <a:pt x="1382362" y="387155"/>
                  </a:lnTo>
                  <a:lnTo>
                    <a:pt x="1381290" y="388592"/>
                  </a:lnTo>
                  <a:lnTo>
                    <a:pt x="1380219" y="390026"/>
                  </a:lnTo>
                  <a:lnTo>
                    <a:pt x="1379147" y="391459"/>
                  </a:lnTo>
                  <a:lnTo>
                    <a:pt x="1378076" y="392889"/>
                  </a:lnTo>
                  <a:lnTo>
                    <a:pt x="1377004" y="394316"/>
                  </a:lnTo>
                  <a:lnTo>
                    <a:pt x="1375932" y="395742"/>
                  </a:lnTo>
                  <a:lnTo>
                    <a:pt x="1374861" y="397164"/>
                  </a:lnTo>
                  <a:lnTo>
                    <a:pt x="1373789" y="398585"/>
                  </a:lnTo>
                  <a:lnTo>
                    <a:pt x="1372718" y="400002"/>
                  </a:lnTo>
                  <a:lnTo>
                    <a:pt x="1371646" y="401418"/>
                  </a:lnTo>
                  <a:lnTo>
                    <a:pt x="1370574" y="402830"/>
                  </a:lnTo>
                  <a:lnTo>
                    <a:pt x="1369503" y="404241"/>
                  </a:lnTo>
                  <a:lnTo>
                    <a:pt x="1368431" y="405649"/>
                  </a:lnTo>
                  <a:lnTo>
                    <a:pt x="1367360" y="407054"/>
                  </a:lnTo>
                  <a:lnTo>
                    <a:pt x="1366288" y="408457"/>
                  </a:lnTo>
                  <a:lnTo>
                    <a:pt x="1365216" y="409857"/>
                  </a:lnTo>
                  <a:lnTo>
                    <a:pt x="1364145" y="411255"/>
                  </a:lnTo>
                  <a:lnTo>
                    <a:pt x="1363073" y="412650"/>
                  </a:lnTo>
                  <a:lnTo>
                    <a:pt x="1362002" y="414042"/>
                  </a:lnTo>
                  <a:lnTo>
                    <a:pt x="1360930" y="415432"/>
                  </a:lnTo>
                  <a:lnTo>
                    <a:pt x="1359858" y="416819"/>
                  </a:lnTo>
                  <a:lnTo>
                    <a:pt x="1358787" y="418204"/>
                  </a:lnTo>
                  <a:lnTo>
                    <a:pt x="1357715" y="419586"/>
                  </a:lnTo>
                  <a:lnTo>
                    <a:pt x="1356644" y="420965"/>
                  </a:lnTo>
                  <a:lnTo>
                    <a:pt x="1355572" y="422342"/>
                  </a:lnTo>
                  <a:lnTo>
                    <a:pt x="1354500" y="423716"/>
                  </a:lnTo>
                  <a:lnTo>
                    <a:pt x="1353429" y="425088"/>
                  </a:lnTo>
                  <a:lnTo>
                    <a:pt x="1352357" y="426456"/>
                  </a:lnTo>
                  <a:lnTo>
                    <a:pt x="1351286" y="427822"/>
                  </a:lnTo>
                  <a:lnTo>
                    <a:pt x="1350214" y="429186"/>
                  </a:lnTo>
                  <a:lnTo>
                    <a:pt x="1349142" y="430546"/>
                  </a:lnTo>
                  <a:lnTo>
                    <a:pt x="1348071" y="431904"/>
                  </a:lnTo>
                  <a:lnTo>
                    <a:pt x="1346999" y="433259"/>
                  </a:lnTo>
                  <a:lnTo>
                    <a:pt x="1345928" y="434612"/>
                  </a:lnTo>
                  <a:lnTo>
                    <a:pt x="1344856" y="435961"/>
                  </a:lnTo>
                  <a:lnTo>
                    <a:pt x="1343784" y="437308"/>
                  </a:lnTo>
                  <a:lnTo>
                    <a:pt x="1342713" y="438652"/>
                  </a:lnTo>
                  <a:lnTo>
                    <a:pt x="1341641" y="439994"/>
                  </a:lnTo>
                  <a:lnTo>
                    <a:pt x="1340570" y="441332"/>
                  </a:lnTo>
                  <a:lnTo>
                    <a:pt x="1339498" y="442668"/>
                  </a:lnTo>
                  <a:lnTo>
                    <a:pt x="1338426" y="444001"/>
                  </a:lnTo>
                  <a:lnTo>
                    <a:pt x="1337355" y="445331"/>
                  </a:lnTo>
                  <a:lnTo>
                    <a:pt x="1336283" y="446658"/>
                  </a:lnTo>
                  <a:lnTo>
                    <a:pt x="1335212" y="447982"/>
                  </a:lnTo>
                  <a:lnTo>
                    <a:pt x="1334140" y="449304"/>
                  </a:lnTo>
                  <a:lnTo>
                    <a:pt x="1333068" y="450622"/>
                  </a:lnTo>
                  <a:lnTo>
                    <a:pt x="1331997" y="451938"/>
                  </a:lnTo>
                  <a:lnTo>
                    <a:pt x="1330925" y="453251"/>
                  </a:lnTo>
                  <a:lnTo>
                    <a:pt x="1329854" y="454561"/>
                  </a:lnTo>
                  <a:lnTo>
                    <a:pt x="1328782" y="455868"/>
                  </a:lnTo>
                  <a:lnTo>
                    <a:pt x="1327710" y="457173"/>
                  </a:lnTo>
                  <a:lnTo>
                    <a:pt x="1326639" y="458474"/>
                  </a:lnTo>
                  <a:lnTo>
                    <a:pt x="1325567" y="459772"/>
                  </a:lnTo>
                  <a:lnTo>
                    <a:pt x="1324496" y="461068"/>
                  </a:lnTo>
                  <a:lnTo>
                    <a:pt x="1323424" y="462360"/>
                  </a:lnTo>
                  <a:lnTo>
                    <a:pt x="1322352" y="463650"/>
                  </a:lnTo>
                  <a:lnTo>
                    <a:pt x="1321281" y="464936"/>
                  </a:lnTo>
                  <a:lnTo>
                    <a:pt x="1320209" y="466220"/>
                  </a:lnTo>
                  <a:lnTo>
                    <a:pt x="1319138" y="467501"/>
                  </a:lnTo>
                  <a:lnTo>
                    <a:pt x="1318066" y="468778"/>
                  </a:lnTo>
                  <a:lnTo>
                    <a:pt x="1316994" y="470053"/>
                  </a:lnTo>
                  <a:lnTo>
                    <a:pt x="1315923" y="471325"/>
                  </a:lnTo>
                  <a:lnTo>
                    <a:pt x="1314851" y="472594"/>
                  </a:lnTo>
                  <a:lnTo>
                    <a:pt x="1313780" y="473859"/>
                  </a:lnTo>
                  <a:lnTo>
                    <a:pt x="1312708" y="475122"/>
                  </a:lnTo>
                  <a:lnTo>
                    <a:pt x="1311636" y="476382"/>
                  </a:lnTo>
                  <a:lnTo>
                    <a:pt x="1310565" y="477638"/>
                  </a:lnTo>
                  <a:lnTo>
                    <a:pt x="1309493" y="478892"/>
                  </a:lnTo>
                  <a:lnTo>
                    <a:pt x="1308422" y="480143"/>
                  </a:lnTo>
                  <a:lnTo>
                    <a:pt x="1307350" y="481390"/>
                  </a:lnTo>
                  <a:lnTo>
                    <a:pt x="1306278" y="482635"/>
                  </a:lnTo>
                  <a:lnTo>
                    <a:pt x="1305207" y="483876"/>
                  </a:lnTo>
                  <a:lnTo>
                    <a:pt x="1304135" y="485114"/>
                  </a:lnTo>
                  <a:lnTo>
                    <a:pt x="1303064" y="486350"/>
                  </a:lnTo>
                  <a:lnTo>
                    <a:pt x="1301992" y="487582"/>
                  </a:lnTo>
                  <a:lnTo>
                    <a:pt x="1300920" y="488811"/>
                  </a:lnTo>
                  <a:lnTo>
                    <a:pt x="1299849" y="490037"/>
                  </a:lnTo>
                  <a:lnTo>
                    <a:pt x="1298777" y="491260"/>
                  </a:lnTo>
                  <a:lnTo>
                    <a:pt x="1297706" y="492480"/>
                  </a:lnTo>
                  <a:lnTo>
                    <a:pt x="1296634" y="493697"/>
                  </a:lnTo>
                  <a:lnTo>
                    <a:pt x="1295562" y="494910"/>
                  </a:lnTo>
                  <a:lnTo>
                    <a:pt x="1294491" y="496121"/>
                  </a:lnTo>
                  <a:lnTo>
                    <a:pt x="1293419" y="497328"/>
                  </a:lnTo>
                  <a:lnTo>
                    <a:pt x="1292348" y="498532"/>
                  </a:lnTo>
                  <a:lnTo>
                    <a:pt x="1291276" y="499733"/>
                  </a:lnTo>
                  <a:lnTo>
                    <a:pt x="1290204" y="500931"/>
                  </a:lnTo>
                  <a:lnTo>
                    <a:pt x="1289133" y="502126"/>
                  </a:lnTo>
                  <a:lnTo>
                    <a:pt x="1288061" y="503318"/>
                  </a:lnTo>
                  <a:lnTo>
                    <a:pt x="1286990" y="504506"/>
                  </a:lnTo>
                  <a:lnTo>
                    <a:pt x="1285918" y="505691"/>
                  </a:lnTo>
                  <a:lnTo>
                    <a:pt x="1284846" y="506874"/>
                  </a:lnTo>
                  <a:lnTo>
                    <a:pt x="1283775" y="508053"/>
                  </a:lnTo>
                  <a:lnTo>
                    <a:pt x="1282703" y="509228"/>
                  </a:lnTo>
                  <a:lnTo>
                    <a:pt x="1281632" y="510401"/>
                  </a:lnTo>
                  <a:lnTo>
                    <a:pt x="1280560" y="511570"/>
                  </a:lnTo>
                  <a:lnTo>
                    <a:pt x="1279488" y="512737"/>
                  </a:lnTo>
                  <a:lnTo>
                    <a:pt x="1278417" y="513900"/>
                  </a:lnTo>
                  <a:lnTo>
                    <a:pt x="1277345" y="515059"/>
                  </a:lnTo>
                  <a:lnTo>
                    <a:pt x="1276274" y="516216"/>
                  </a:lnTo>
                  <a:lnTo>
                    <a:pt x="1275202" y="517369"/>
                  </a:lnTo>
                  <a:lnTo>
                    <a:pt x="1274130" y="518520"/>
                  </a:lnTo>
                  <a:lnTo>
                    <a:pt x="1273059" y="519667"/>
                  </a:lnTo>
                  <a:lnTo>
                    <a:pt x="1271987" y="520810"/>
                  </a:lnTo>
                  <a:lnTo>
                    <a:pt x="1270916" y="521951"/>
                  </a:lnTo>
                  <a:lnTo>
                    <a:pt x="1269844" y="523088"/>
                  </a:lnTo>
                  <a:lnTo>
                    <a:pt x="1268772" y="524222"/>
                  </a:lnTo>
                  <a:lnTo>
                    <a:pt x="1267701" y="525353"/>
                  </a:lnTo>
                  <a:lnTo>
                    <a:pt x="1266629" y="526481"/>
                  </a:lnTo>
                  <a:lnTo>
                    <a:pt x="1265558" y="527605"/>
                  </a:lnTo>
                  <a:lnTo>
                    <a:pt x="1264486" y="528726"/>
                  </a:lnTo>
                  <a:lnTo>
                    <a:pt x="1263414" y="529844"/>
                  </a:lnTo>
                  <a:lnTo>
                    <a:pt x="1262343" y="530959"/>
                  </a:lnTo>
                  <a:lnTo>
                    <a:pt x="1261271" y="532070"/>
                  </a:lnTo>
                  <a:lnTo>
                    <a:pt x="1260200" y="533178"/>
                  </a:lnTo>
                  <a:lnTo>
                    <a:pt x="1259128" y="534283"/>
                  </a:lnTo>
                  <a:lnTo>
                    <a:pt x="1258056" y="535385"/>
                  </a:lnTo>
                  <a:lnTo>
                    <a:pt x="1256985" y="536483"/>
                  </a:lnTo>
                  <a:lnTo>
                    <a:pt x="1255913" y="537578"/>
                  </a:lnTo>
                  <a:lnTo>
                    <a:pt x="1254842" y="538670"/>
                  </a:lnTo>
                  <a:lnTo>
                    <a:pt x="1253770" y="539759"/>
                  </a:lnTo>
                  <a:lnTo>
                    <a:pt x="1252698" y="540844"/>
                  </a:lnTo>
                  <a:lnTo>
                    <a:pt x="1251627" y="541926"/>
                  </a:lnTo>
                  <a:lnTo>
                    <a:pt x="1250555" y="543004"/>
                  </a:lnTo>
                  <a:lnTo>
                    <a:pt x="1249484" y="544080"/>
                  </a:lnTo>
                  <a:lnTo>
                    <a:pt x="1248412" y="545152"/>
                  </a:lnTo>
                  <a:lnTo>
                    <a:pt x="1247340" y="546221"/>
                  </a:lnTo>
                  <a:lnTo>
                    <a:pt x="1246269" y="547286"/>
                  </a:lnTo>
                  <a:lnTo>
                    <a:pt x="1245197" y="548349"/>
                  </a:lnTo>
                  <a:lnTo>
                    <a:pt x="1244126" y="549407"/>
                  </a:lnTo>
                  <a:lnTo>
                    <a:pt x="1243054" y="550463"/>
                  </a:lnTo>
                  <a:lnTo>
                    <a:pt x="1241983" y="551515"/>
                  </a:lnTo>
                  <a:lnTo>
                    <a:pt x="1240911" y="552565"/>
                  </a:lnTo>
                  <a:lnTo>
                    <a:pt x="1239839" y="553610"/>
                  </a:lnTo>
                  <a:lnTo>
                    <a:pt x="1238768" y="554653"/>
                  </a:lnTo>
                  <a:lnTo>
                    <a:pt x="1237696" y="555692"/>
                  </a:lnTo>
                  <a:lnTo>
                    <a:pt x="1236625" y="556728"/>
                  </a:lnTo>
                  <a:lnTo>
                    <a:pt x="1235553" y="557760"/>
                  </a:lnTo>
                  <a:lnTo>
                    <a:pt x="1234481" y="558789"/>
                  </a:lnTo>
                  <a:lnTo>
                    <a:pt x="1233410" y="559815"/>
                  </a:lnTo>
                  <a:lnTo>
                    <a:pt x="1232338" y="560838"/>
                  </a:lnTo>
                  <a:lnTo>
                    <a:pt x="1231267" y="561857"/>
                  </a:lnTo>
                  <a:lnTo>
                    <a:pt x="1230195" y="562873"/>
                  </a:lnTo>
                  <a:lnTo>
                    <a:pt x="1229123" y="563886"/>
                  </a:lnTo>
                  <a:lnTo>
                    <a:pt x="1228052" y="564895"/>
                  </a:lnTo>
                  <a:lnTo>
                    <a:pt x="1226980" y="565901"/>
                  </a:lnTo>
                  <a:lnTo>
                    <a:pt x="1225909" y="566904"/>
                  </a:lnTo>
                  <a:lnTo>
                    <a:pt x="1224837" y="567904"/>
                  </a:lnTo>
                  <a:lnTo>
                    <a:pt x="1223765" y="568900"/>
                  </a:lnTo>
                  <a:lnTo>
                    <a:pt x="1222694" y="569892"/>
                  </a:lnTo>
                  <a:lnTo>
                    <a:pt x="1221622" y="570882"/>
                  </a:lnTo>
                  <a:lnTo>
                    <a:pt x="1220551" y="571868"/>
                  </a:lnTo>
                  <a:lnTo>
                    <a:pt x="1219479" y="572851"/>
                  </a:lnTo>
                  <a:lnTo>
                    <a:pt x="1218407" y="573831"/>
                  </a:lnTo>
                  <a:lnTo>
                    <a:pt x="1217336" y="574807"/>
                  </a:lnTo>
                  <a:lnTo>
                    <a:pt x="1216264" y="575780"/>
                  </a:lnTo>
                  <a:lnTo>
                    <a:pt x="1215193" y="576749"/>
                  </a:lnTo>
                  <a:lnTo>
                    <a:pt x="1214121" y="577716"/>
                  </a:lnTo>
                  <a:lnTo>
                    <a:pt x="1213049" y="578679"/>
                  </a:lnTo>
                  <a:lnTo>
                    <a:pt x="1211978" y="579638"/>
                  </a:lnTo>
                  <a:lnTo>
                    <a:pt x="1210906" y="580595"/>
                  </a:lnTo>
                  <a:lnTo>
                    <a:pt x="1209835" y="581548"/>
                  </a:lnTo>
                  <a:lnTo>
                    <a:pt x="1208763" y="582497"/>
                  </a:lnTo>
                  <a:lnTo>
                    <a:pt x="1207691" y="583444"/>
                  </a:lnTo>
                  <a:lnTo>
                    <a:pt x="1206620" y="584387"/>
                  </a:lnTo>
                  <a:lnTo>
                    <a:pt x="1205548" y="585327"/>
                  </a:lnTo>
                  <a:lnTo>
                    <a:pt x="1204477" y="586263"/>
                  </a:lnTo>
                  <a:lnTo>
                    <a:pt x="1203405" y="587196"/>
                  </a:lnTo>
                  <a:lnTo>
                    <a:pt x="1202333" y="588126"/>
                  </a:lnTo>
                  <a:lnTo>
                    <a:pt x="1201262" y="589053"/>
                  </a:lnTo>
                  <a:lnTo>
                    <a:pt x="1200190" y="589976"/>
                  </a:lnTo>
                  <a:lnTo>
                    <a:pt x="1199119" y="590896"/>
                  </a:lnTo>
                  <a:lnTo>
                    <a:pt x="1198047" y="591813"/>
                  </a:lnTo>
                  <a:lnTo>
                    <a:pt x="1196975" y="592726"/>
                  </a:lnTo>
                  <a:lnTo>
                    <a:pt x="1195904" y="593636"/>
                  </a:lnTo>
                  <a:lnTo>
                    <a:pt x="1194832" y="594543"/>
                  </a:lnTo>
                  <a:lnTo>
                    <a:pt x="1193761" y="595446"/>
                  </a:lnTo>
                  <a:lnTo>
                    <a:pt x="1192689" y="596346"/>
                  </a:lnTo>
                  <a:lnTo>
                    <a:pt x="1191617" y="597243"/>
                  </a:lnTo>
                  <a:lnTo>
                    <a:pt x="1190546" y="598137"/>
                  </a:lnTo>
                  <a:lnTo>
                    <a:pt x="1189474" y="599027"/>
                  </a:lnTo>
                  <a:lnTo>
                    <a:pt x="1188403" y="599914"/>
                  </a:lnTo>
                  <a:lnTo>
                    <a:pt x="1187331" y="600798"/>
                  </a:lnTo>
                  <a:lnTo>
                    <a:pt x="1186259" y="601678"/>
                  </a:lnTo>
                  <a:lnTo>
                    <a:pt x="1185188" y="602556"/>
                  </a:lnTo>
                  <a:lnTo>
                    <a:pt x="1184116" y="603429"/>
                  </a:lnTo>
                  <a:lnTo>
                    <a:pt x="1183045" y="604300"/>
                  </a:lnTo>
                  <a:lnTo>
                    <a:pt x="1181973" y="605167"/>
                  </a:lnTo>
                  <a:lnTo>
                    <a:pt x="1180901" y="606032"/>
                  </a:lnTo>
                  <a:lnTo>
                    <a:pt x="1179830" y="606892"/>
                  </a:lnTo>
                  <a:lnTo>
                    <a:pt x="1178758" y="607750"/>
                  </a:lnTo>
                  <a:lnTo>
                    <a:pt x="1177687" y="608604"/>
                  </a:lnTo>
                  <a:lnTo>
                    <a:pt x="1176615" y="609455"/>
                  </a:lnTo>
                  <a:lnTo>
                    <a:pt x="1175543" y="610303"/>
                  </a:lnTo>
                  <a:lnTo>
                    <a:pt x="1174472" y="611148"/>
                  </a:lnTo>
                  <a:lnTo>
                    <a:pt x="1173400" y="611989"/>
                  </a:lnTo>
                  <a:lnTo>
                    <a:pt x="1172329" y="612827"/>
                  </a:lnTo>
                  <a:lnTo>
                    <a:pt x="1171257" y="613662"/>
                  </a:lnTo>
                  <a:lnTo>
                    <a:pt x="1170185" y="614494"/>
                  </a:lnTo>
                  <a:lnTo>
                    <a:pt x="1169114" y="615322"/>
                  </a:lnTo>
                  <a:lnTo>
                    <a:pt x="1168042" y="616147"/>
                  </a:lnTo>
                  <a:lnTo>
                    <a:pt x="1166971" y="616969"/>
                  </a:lnTo>
                  <a:lnTo>
                    <a:pt x="1165899" y="617788"/>
                  </a:lnTo>
                  <a:lnTo>
                    <a:pt x="1164827" y="618603"/>
                  </a:lnTo>
                  <a:lnTo>
                    <a:pt x="1163756" y="619416"/>
                  </a:lnTo>
                  <a:lnTo>
                    <a:pt x="1162684" y="620225"/>
                  </a:lnTo>
                  <a:lnTo>
                    <a:pt x="1161613" y="621031"/>
                  </a:lnTo>
                  <a:lnTo>
                    <a:pt x="1160541" y="621833"/>
                  </a:lnTo>
                  <a:lnTo>
                    <a:pt x="1159469" y="622633"/>
                  </a:lnTo>
                  <a:lnTo>
                    <a:pt x="1158398" y="623429"/>
                  </a:lnTo>
                  <a:lnTo>
                    <a:pt x="1157326" y="624222"/>
                  </a:lnTo>
                  <a:lnTo>
                    <a:pt x="1156255" y="625012"/>
                  </a:lnTo>
                  <a:lnTo>
                    <a:pt x="1155183" y="625799"/>
                  </a:lnTo>
                  <a:lnTo>
                    <a:pt x="1154111" y="626583"/>
                  </a:lnTo>
                  <a:lnTo>
                    <a:pt x="1153040" y="627363"/>
                  </a:lnTo>
                  <a:lnTo>
                    <a:pt x="1151968" y="628140"/>
                  </a:lnTo>
                  <a:lnTo>
                    <a:pt x="1150897" y="628915"/>
                  </a:lnTo>
                  <a:lnTo>
                    <a:pt x="1149825" y="629686"/>
                  </a:lnTo>
                  <a:lnTo>
                    <a:pt x="1148753" y="630453"/>
                  </a:lnTo>
                  <a:lnTo>
                    <a:pt x="1147682" y="631218"/>
                  </a:lnTo>
                  <a:lnTo>
                    <a:pt x="1146610" y="631980"/>
                  </a:lnTo>
                  <a:lnTo>
                    <a:pt x="1145539" y="632738"/>
                  </a:lnTo>
                  <a:lnTo>
                    <a:pt x="1144467" y="633494"/>
                  </a:lnTo>
                  <a:lnTo>
                    <a:pt x="1143395" y="634246"/>
                  </a:lnTo>
                  <a:lnTo>
                    <a:pt x="1142324" y="634995"/>
                  </a:lnTo>
                  <a:lnTo>
                    <a:pt x="1141252" y="635741"/>
                  </a:lnTo>
                  <a:lnTo>
                    <a:pt x="1140181" y="636484"/>
                  </a:lnTo>
                  <a:lnTo>
                    <a:pt x="1139109" y="637224"/>
                  </a:lnTo>
                  <a:lnTo>
                    <a:pt x="1138037" y="637961"/>
                  </a:lnTo>
                  <a:lnTo>
                    <a:pt x="1136966" y="638696"/>
                  </a:lnTo>
                  <a:lnTo>
                    <a:pt x="1135894" y="639427"/>
                  </a:lnTo>
                  <a:lnTo>
                    <a:pt x="1134823" y="640155"/>
                  </a:lnTo>
                  <a:lnTo>
                    <a:pt x="1133751" y="640881"/>
                  </a:lnTo>
                  <a:lnTo>
                    <a:pt x="1132679" y="641603"/>
                  </a:lnTo>
                  <a:lnTo>
                    <a:pt x="1131608" y="642323"/>
                  </a:lnTo>
                  <a:lnTo>
                    <a:pt x="1130536" y="643040"/>
                  </a:lnTo>
                  <a:lnTo>
                    <a:pt x="1129465" y="643754"/>
                  </a:lnTo>
                  <a:lnTo>
                    <a:pt x="1128393" y="644466"/>
                  </a:lnTo>
                  <a:lnTo>
                    <a:pt x="1127321" y="645174"/>
                  </a:lnTo>
                  <a:lnTo>
                    <a:pt x="1126250" y="645880"/>
                  </a:lnTo>
                  <a:lnTo>
                    <a:pt x="1125178" y="646583"/>
                  </a:lnTo>
                  <a:lnTo>
                    <a:pt x="1124107" y="647284"/>
                  </a:lnTo>
                  <a:lnTo>
                    <a:pt x="1123035" y="647982"/>
                  </a:lnTo>
                  <a:lnTo>
                    <a:pt x="1121963" y="648677"/>
                  </a:lnTo>
                  <a:lnTo>
                    <a:pt x="1120892" y="649370"/>
                  </a:lnTo>
                  <a:lnTo>
                    <a:pt x="1119820" y="650060"/>
                  </a:lnTo>
                  <a:lnTo>
                    <a:pt x="1118749" y="650747"/>
                  </a:lnTo>
                  <a:lnTo>
                    <a:pt x="1117677" y="651432"/>
                  </a:lnTo>
                  <a:lnTo>
                    <a:pt x="1116605" y="652115"/>
                  </a:lnTo>
                  <a:lnTo>
                    <a:pt x="1115534" y="652795"/>
                  </a:lnTo>
                  <a:lnTo>
                    <a:pt x="1114462" y="653473"/>
                  </a:lnTo>
                  <a:lnTo>
                    <a:pt x="1113391" y="654148"/>
                  </a:lnTo>
                  <a:lnTo>
                    <a:pt x="1112319" y="654820"/>
                  </a:lnTo>
                  <a:lnTo>
                    <a:pt x="1111247" y="655491"/>
                  </a:lnTo>
                  <a:lnTo>
                    <a:pt x="1110176" y="656159"/>
                  </a:lnTo>
                  <a:lnTo>
                    <a:pt x="1109104" y="656824"/>
                  </a:lnTo>
                  <a:lnTo>
                    <a:pt x="1108033" y="657487"/>
                  </a:lnTo>
                  <a:lnTo>
                    <a:pt x="1106961" y="658148"/>
                  </a:lnTo>
                  <a:lnTo>
                    <a:pt x="1105889" y="658807"/>
                  </a:lnTo>
                  <a:lnTo>
                    <a:pt x="1104818" y="659463"/>
                  </a:lnTo>
                  <a:lnTo>
                    <a:pt x="1103746" y="660118"/>
                  </a:lnTo>
                  <a:lnTo>
                    <a:pt x="1102675" y="660770"/>
                  </a:lnTo>
                  <a:lnTo>
                    <a:pt x="1101603" y="661419"/>
                  </a:lnTo>
                  <a:lnTo>
                    <a:pt x="1100531" y="662067"/>
                  </a:lnTo>
                  <a:lnTo>
                    <a:pt x="1099460" y="662712"/>
                  </a:lnTo>
                  <a:lnTo>
                    <a:pt x="1098388" y="663356"/>
                  </a:lnTo>
                  <a:lnTo>
                    <a:pt x="1097317" y="663997"/>
                  </a:lnTo>
                  <a:lnTo>
                    <a:pt x="1096245" y="664636"/>
                  </a:lnTo>
                  <a:lnTo>
                    <a:pt x="1095173" y="665273"/>
                  </a:lnTo>
                  <a:lnTo>
                    <a:pt x="1094102" y="665909"/>
                  </a:lnTo>
                  <a:lnTo>
                    <a:pt x="1093030" y="666542"/>
                  </a:lnTo>
                  <a:lnTo>
                    <a:pt x="1091959" y="667173"/>
                  </a:lnTo>
                  <a:lnTo>
                    <a:pt x="1090887" y="667802"/>
                  </a:lnTo>
                  <a:lnTo>
                    <a:pt x="1089815" y="668429"/>
                  </a:lnTo>
                  <a:lnTo>
                    <a:pt x="1088744" y="669055"/>
                  </a:lnTo>
                  <a:lnTo>
                    <a:pt x="1087672" y="669678"/>
                  </a:lnTo>
                  <a:lnTo>
                    <a:pt x="1086601" y="670300"/>
                  </a:lnTo>
                  <a:lnTo>
                    <a:pt x="1085529" y="670919"/>
                  </a:lnTo>
                  <a:lnTo>
                    <a:pt x="1084457" y="671537"/>
                  </a:lnTo>
                  <a:lnTo>
                    <a:pt x="1083386" y="672153"/>
                  </a:lnTo>
                  <a:lnTo>
                    <a:pt x="1082314" y="672768"/>
                  </a:lnTo>
                  <a:lnTo>
                    <a:pt x="1081243" y="673380"/>
                  </a:lnTo>
                  <a:lnTo>
                    <a:pt x="1080171" y="673991"/>
                  </a:lnTo>
                  <a:lnTo>
                    <a:pt x="1079099" y="674600"/>
                  </a:lnTo>
                  <a:lnTo>
                    <a:pt x="1078028" y="675208"/>
                  </a:lnTo>
                  <a:lnTo>
                    <a:pt x="1076956" y="675814"/>
                  </a:lnTo>
                  <a:lnTo>
                    <a:pt x="1075885" y="676418"/>
                  </a:lnTo>
                  <a:lnTo>
                    <a:pt x="1074813" y="677021"/>
                  </a:lnTo>
                  <a:lnTo>
                    <a:pt x="1073741" y="677622"/>
                  </a:lnTo>
                  <a:lnTo>
                    <a:pt x="1072670" y="678221"/>
                  </a:lnTo>
                  <a:lnTo>
                    <a:pt x="1071598" y="678819"/>
                  </a:lnTo>
                  <a:lnTo>
                    <a:pt x="1070527" y="679415"/>
                  </a:lnTo>
                  <a:lnTo>
                    <a:pt x="1069455" y="680010"/>
                  </a:lnTo>
                  <a:lnTo>
                    <a:pt x="1068383" y="680604"/>
                  </a:lnTo>
                  <a:lnTo>
                    <a:pt x="1067312" y="681196"/>
                  </a:lnTo>
                  <a:lnTo>
                    <a:pt x="1066240" y="681786"/>
                  </a:lnTo>
                  <a:lnTo>
                    <a:pt x="1065169" y="682375"/>
                  </a:lnTo>
                  <a:lnTo>
                    <a:pt x="1064097" y="682963"/>
                  </a:lnTo>
                  <a:lnTo>
                    <a:pt x="1063026" y="683549"/>
                  </a:lnTo>
                  <a:lnTo>
                    <a:pt x="1061954" y="684134"/>
                  </a:lnTo>
                  <a:lnTo>
                    <a:pt x="1060882" y="684718"/>
                  </a:lnTo>
                  <a:lnTo>
                    <a:pt x="1059811" y="685301"/>
                  </a:lnTo>
                  <a:lnTo>
                    <a:pt x="1058739" y="685882"/>
                  </a:lnTo>
                  <a:lnTo>
                    <a:pt x="1057668" y="686462"/>
                  </a:lnTo>
                  <a:lnTo>
                    <a:pt x="1056596" y="687041"/>
                  </a:lnTo>
                  <a:lnTo>
                    <a:pt x="1055524" y="687618"/>
                  </a:lnTo>
                  <a:lnTo>
                    <a:pt x="1054453" y="688194"/>
                  </a:lnTo>
                  <a:lnTo>
                    <a:pt x="1053381" y="688770"/>
                  </a:lnTo>
                  <a:lnTo>
                    <a:pt x="1052310" y="689344"/>
                  </a:lnTo>
                  <a:lnTo>
                    <a:pt x="1051238" y="689917"/>
                  </a:lnTo>
                  <a:lnTo>
                    <a:pt x="1050166" y="690489"/>
                  </a:lnTo>
                  <a:lnTo>
                    <a:pt x="1049095" y="691059"/>
                  </a:lnTo>
                  <a:lnTo>
                    <a:pt x="1048023" y="691629"/>
                  </a:lnTo>
                  <a:lnTo>
                    <a:pt x="1046952" y="692198"/>
                  </a:lnTo>
                  <a:lnTo>
                    <a:pt x="1045880" y="692766"/>
                  </a:lnTo>
                  <a:lnTo>
                    <a:pt x="1044808" y="693333"/>
                  </a:lnTo>
                  <a:lnTo>
                    <a:pt x="1043737" y="693899"/>
                  </a:lnTo>
                  <a:lnTo>
                    <a:pt x="1042665" y="694464"/>
                  </a:lnTo>
                  <a:lnTo>
                    <a:pt x="1041594" y="695028"/>
                  </a:lnTo>
                  <a:lnTo>
                    <a:pt x="1040522" y="695591"/>
                  </a:lnTo>
                  <a:lnTo>
                    <a:pt x="1039450" y="696153"/>
                  </a:lnTo>
                  <a:lnTo>
                    <a:pt x="1038379" y="696715"/>
                  </a:lnTo>
                  <a:lnTo>
                    <a:pt x="1037307" y="697276"/>
                  </a:lnTo>
                  <a:lnTo>
                    <a:pt x="1036236" y="697836"/>
                  </a:lnTo>
                  <a:lnTo>
                    <a:pt x="1035164" y="698395"/>
                  </a:lnTo>
                  <a:lnTo>
                    <a:pt x="1034092" y="698953"/>
                  </a:lnTo>
                  <a:lnTo>
                    <a:pt x="1033021" y="699511"/>
                  </a:lnTo>
                  <a:lnTo>
                    <a:pt x="1031949" y="700068"/>
                  </a:lnTo>
                  <a:lnTo>
                    <a:pt x="1030878" y="700625"/>
                  </a:lnTo>
                  <a:lnTo>
                    <a:pt x="1029806" y="701181"/>
                  </a:lnTo>
                  <a:lnTo>
                    <a:pt x="1028734" y="701736"/>
                  </a:lnTo>
                  <a:lnTo>
                    <a:pt x="1027663" y="702290"/>
                  </a:lnTo>
                  <a:lnTo>
                    <a:pt x="1026591" y="702844"/>
                  </a:lnTo>
                  <a:lnTo>
                    <a:pt x="1025520" y="703398"/>
                  </a:lnTo>
                  <a:lnTo>
                    <a:pt x="1024448" y="703951"/>
                  </a:lnTo>
                  <a:lnTo>
                    <a:pt x="1023376" y="704503"/>
                  </a:lnTo>
                  <a:lnTo>
                    <a:pt x="1022305" y="705055"/>
                  </a:lnTo>
                  <a:lnTo>
                    <a:pt x="1021233" y="705607"/>
                  </a:lnTo>
                  <a:lnTo>
                    <a:pt x="1020162" y="706158"/>
                  </a:lnTo>
                  <a:lnTo>
                    <a:pt x="1019090" y="706709"/>
                  </a:lnTo>
                  <a:lnTo>
                    <a:pt x="1018018" y="707259"/>
                  </a:lnTo>
                  <a:lnTo>
                    <a:pt x="1016947" y="707809"/>
                  </a:lnTo>
                  <a:lnTo>
                    <a:pt x="1015875" y="708359"/>
                  </a:lnTo>
                  <a:lnTo>
                    <a:pt x="1014804" y="708908"/>
                  </a:lnTo>
                  <a:lnTo>
                    <a:pt x="1013732" y="709457"/>
                  </a:lnTo>
                  <a:lnTo>
                    <a:pt x="1012660" y="710006"/>
                  </a:lnTo>
                  <a:lnTo>
                    <a:pt x="1011589" y="710554"/>
                  </a:lnTo>
                  <a:lnTo>
                    <a:pt x="1010517" y="711102"/>
                  </a:lnTo>
                  <a:lnTo>
                    <a:pt x="1009446" y="711650"/>
                  </a:lnTo>
                  <a:lnTo>
                    <a:pt x="1008374" y="712198"/>
                  </a:lnTo>
                  <a:lnTo>
                    <a:pt x="1007302" y="712746"/>
                  </a:lnTo>
                  <a:lnTo>
                    <a:pt x="1006231" y="713294"/>
                  </a:lnTo>
                  <a:lnTo>
                    <a:pt x="1005159" y="713841"/>
                  </a:lnTo>
                  <a:lnTo>
                    <a:pt x="1004088" y="714389"/>
                  </a:lnTo>
                  <a:lnTo>
                    <a:pt x="1003016" y="714936"/>
                  </a:lnTo>
                  <a:lnTo>
                    <a:pt x="1001944" y="715484"/>
                  </a:lnTo>
                  <a:lnTo>
                    <a:pt x="1000873" y="716031"/>
                  </a:lnTo>
                  <a:lnTo>
                    <a:pt x="999801" y="716578"/>
                  </a:lnTo>
                  <a:lnTo>
                    <a:pt x="998730" y="717126"/>
                  </a:lnTo>
                  <a:lnTo>
                    <a:pt x="997658" y="717673"/>
                  </a:lnTo>
                  <a:lnTo>
                    <a:pt x="996586" y="718221"/>
                  </a:lnTo>
                  <a:lnTo>
                    <a:pt x="995515" y="718768"/>
                  </a:lnTo>
                  <a:lnTo>
                    <a:pt x="994443" y="719316"/>
                  </a:lnTo>
                  <a:lnTo>
                    <a:pt x="993372" y="719864"/>
                  </a:lnTo>
                  <a:lnTo>
                    <a:pt x="992300" y="720412"/>
                  </a:lnTo>
                  <a:lnTo>
                    <a:pt x="991228" y="720960"/>
                  </a:lnTo>
                  <a:lnTo>
                    <a:pt x="990157" y="721509"/>
                  </a:lnTo>
                  <a:lnTo>
                    <a:pt x="989085" y="722058"/>
                  </a:lnTo>
                  <a:lnTo>
                    <a:pt x="988014" y="722607"/>
                  </a:lnTo>
                  <a:lnTo>
                    <a:pt x="986942" y="723156"/>
                  </a:lnTo>
                  <a:lnTo>
                    <a:pt x="985870" y="723705"/>
                  </a:lnTo>
                  <a:lnTo>
                    <a:pt x="984799" y="724255"/>
                  </a:lnTo>
                  <a:lnTo>
                    <a:pt x="983727" y="724806"/>
                  </a:lnTo>
                  <a:lnTo>
                    <a:pt x="982656" y="725356"/>
                  </a:lnTo>
                  <a:lnTo>
                    <a:pt x="981584" y="725907"/>
                  </a:lnTo>
                  <a:lnTo>
                    <a:pt x="980512" y="726459"/>
                  </a:lnTo>
                  <a:lnTo>
                    <a:pt x="979441" y="727011"/>
                  </a:lnTo>
                  <a:lnTo>
                    <a:pt x="978369" y="727563"/>
                  </a:lnTo>
                  <a:lnTo>
                    <a:pt x="977298" y="728116"/>
                  </a:lnTo>
                  <a:lnTo>
                    <a:pt x="976226" y="728669"/>
                  </a:lnTo>
                  <a:lnTo>
                    <a:pt x="975154" y="729223"/>
                  </a:lnTo>
                  <a:lnTo>
                    <a:pt x="974083" y="729777"/>
                  </a:lnTo>
                  <a:lnTo>
                    <a:pt x="973011" y="730333"/>
                  </a:lnTo>
                  <a:lnTo>
                    <a:pt x="971940" y="730888"/>
                  </a:lnTo>
                  <a:lnTo>
                    <a:pt x="970868" y="731444"/>
                  </a:lnTo>
                  <a:lnTo>
                    <a:pt x="969796" y="732001"/>
                  </a:lnTo>
                  <a:lnTo>
                    <a:pt x="968725" y="732559"/>
                  </a:lnTo>
                  <a:lnTo>
                    <a:pt x="967653" y="733117"/>
                  </a:lnTo>
                  <a:lnTo>
                    <a:pt x="966582" y="733676"/>
                  </a:lnTo>
                  <a:lnTo>
                    <a:pt x="965510" y="734236"/>
                  </a:lnTo>
                  <a:lnTo>
                    <a:pt x="964438" y="734796"/>
                  </a:lnTo>
                  <a:lnTo>
                    <a:pt x="963367" y="735357"/>
                  </a:lnTo>
                  <a:lnTo>
                    <a:pt x="962295" y="735919"/>
                  </a:lnTo>
                  <a:lnTo>
                    <a:pt x="961224" y="736482"/>
                  </a:lnTo>
                  <a:lnTo>
                    <a:pt x="960152" y="737045"/>
                  </a:lnTo>
                  <a:lnTo>
                    <a:pt x="959080" y="737610"/>
                  </a:lnTo>
                  <a:lnTo>
                    <a:pt x="958009" y="738175"/>
                  </a:lnTo>
                  <a:lnTo>
                    <a:pt x="956937" y="738741"/>
                  </a:lnTo>
                  <a:lnTo>
                    <a:pt x="955866" y="739309"/>
                  </a:lnTo>
                  <a:lnTo>
                    <a:pt x="954794" y="739877"/>
                  </a:lnTo>
                  <a:lnTo>
                    <a:pt x="953722" y="740446"/>
                  </a:lnTo>
                  <a:lnTo>
                    <a:pt x="952651" y="741016"/>
                  </a:lnTo>
                  <a:lnTo>
                    <a:pt x="951579" y="741587"/>
                  </a:lnTo>
                  <a:lnTo>
                    <a:pt x="950508" y="742159"/>
                  </a:lnTo>
                  <a:lnTo>
                    <a:pt x="949436" y="742732"/>
                  </a:lnTo>
                  <a:lnTo>
                    <a:pt x="948364" y="743306"/>
                  </a:lnTo>
                  <a:lnTo>
                    <a:pt x="947293" y="743881"/>
                  </a:lnTo>
                  <a:lnTo>
                    <a:pt x="946221" y="744457"/>
                  </a:lnTo>
                  <a:lnTo>
                    <a:pt x="945150" y="745035"/>
                  </a:lnTo>
                  <a:lnTo>
                    <a:pt x="944078" y="745613"/>
                  </a:lnTo>
                  <a:lnTo>
                    <a:pt x="943006" y="746193"/>
                  </a:lnTo>
                  <a:lnTo>
                    <a:pt x="941935" y="746774"/>
                  </a:lnTo>
                  <a:lnTo>
                    <a:pt x="940863" y="747356"/>
                  </a:lnTo>
                  <a:lnTo>
                    <a:pt x="939792" y="747939"/>
                  </a:lnTo>
                  <a:lnTo>
                    <a:pt x="938720" y="748524"/>
                  </a:lnTo>
                  <a:lnTo>
                    <a:pt x="937648" y="749110"/>
                  </a:lnTo>
                  <a:lnTo>
                    <a:pt x="936577" y="749697"/>
                  </a:lnTo>
                  <a:lnTo>
                    <a:pt x="935505" y="750285"/>
                  </a:lnTo>
                  <a:lnTo>
                    <a:pt x="934434" y="750875"/>
                  </a:lnTo>
                  <a:lnTo>
                    <a:pt x="933362" y="751466"/>
                  </a:lnTo>
                  <a:lnTo>
                    <a:pt x="932290" y="752058"/>
                  </a:lnTo>
                  <a:lnTo>
                    <a:pt x="931219" y="752652"/>
                  </a:lnTo>
                  <a:lnTo>
                    <a:pt x="930147" y="753247"/>
                  </a:lnTo>
                  <a:lnTo>
                    <a:pt x="929076" y="753843"/>
                  </a:lnTo>
                  <a:lnTo>
                    <a:pt x="928004" y="754441"/>
                  </a:lnTo>
                  <a:lnTo>
                    <a:pt x="926932" y="755041"/>
                  </a:lnTo>
                  <a:lnTo>
                    <a:pt x="925861" y="755641"/>
                  </a:lnTo>
                  <a:lnTo>
                    <a:pt x="924789" y="756244"/>
                  </a:lnTo>
                  <a:lnTo>
                    <a:pt x="923718" y="756847"/>
                  </a:lnTo>
                  <a:lnTo>
                    <a:pt x="922646" y="757452"/>
                  </a:lnTo>
                  <a:lnTo>
                    <a:pt x="921574" y="758059"/>
                  </a:lnTo>
                  <a:lnTo>
                    <a:pt x="920503" y="758667"/>
                  </a:lnTo>
                  <a:lnTo>
                    <a:pt x="919431" y="759277"/>
                  </a:lnTo>
                  <a:lnTo>
                    <a:pt x="918360" y="759889"/>
                  </a:lnTo>
                  <a:lnTo>
                    <a:pt x="917288" y="760502"/>
                  </a:lnTo>
                  <a:lnTo>
                    <a:pt x="916216" y="761116"/>
                  </a:lnTo>
                  <a:lnTo>
                    <a:pt x="915145" y="761732"/>
                  </a:lnTo>
                  <a:lnTo>
                    <a:pt x="914073" y="762350"/>
                  </a:lnTo>
                  <a:lnTo>
                    <a:pt x="913002" y="762969"/>
                  </a:lnTo>
                  <a:lnTo>
                    <a:pt x="911930" y="763591"/>
                  </a:lnTo>
                  <a:lnTo>
                    <a:pt x="910858" y="764213"/>
                  </a:lnTo>
                  <a:lnTo>
                    <a:pt x="909787" y="764838"/>
                  </a:lnTo>
                  <a:lnTo>
                    <a:pt x="908715" y="765464"/>
                  </a:lnTo>
                  <a:lnTo>
                    <a:pt x="907644" y="766092"/>
                  </a:lnTo>
                  <a:lnTo>
                    <a:pt x="906572" y="766721"/>
                  </a:lnTo>
                  <a:lnTo>
                    <a:pt x="905500" y="767352"/>
                  </a:lnTo>
                  <a:lnTo>
                    <a:pt x="904429" y="767986"/>
                  </a:lnTo>
                  <a:lnTo>
                    <a:pt x="903357" y="768620"/>
                  </a:lnTo>
                  <a:lnTo>
                    <a:pt x="902286" y="769257"/>
                  </a:lnTo>
                  <a:lnTo>
                    <a:pt x="901214" y="769895"/>
                  </a:lnTo>
                  <a:lnTo>
                    <a:pt x="900142" y="770536"/>
                  </a:lnTo>
                  <a:lnTo>
                    <a:pt x="899071" y="771178"/>
                  </a:lnTo>
                  <a:lnTo>
                    <a:pt x="897999" y="771821"/>
                  </a:lnTo>
                  <a:lnTo>
                    <a:pt x="896928" y="772467"/>
                  </a:lnTo>
                  <a:lnTo>
                    <a:pt x="895856" y="773115"/>
                  </a:lnTo>
                  <a:lnTo>
                    <a:pt x="894784" y="773764"/>
                  </a:lnTo>
                  <a:lnTo>
                    <a:pt x="893713" y="774415"/>
                  </a:lnTo>
                  <a:lnTo>
                    <a:pt x="892641" y="775068"/>
                  </a:lnTo>
                  <a:lnTo>
                    <a:pt x="891570" y="775723"/>
                  </a:lnTo>
                  <a:lnTo>
                    <a:pt x="890498" y="776380"/>
                  </a:lnTo>
                  <a:lnTo>
                    <a:pt x="889426" y="777039"/>
                  </a:lnTo>
                  <a:lnTo>
                    <a:pt x="888355" y="777700"/>
                  </a:lnTo>
                  <a:lnTo>
                    <a:pt x="887283" y="778363"/>
                  </a:lnTo>
                  <a:lnTo>
                    <a:pt x="886212" y="779027"/>
                  </a:lnTo>
                  <a:lnTo>
                    <a:pt x="885140" y="779694"/>
                  </a:lnTo>
                  <a:lnTo>
                    <a:pt x="884069" y="780363"/>
                  </a:lnTo>
                  <a:lnTo>
                    <a:pt x="882997" y="781033"/>
                  </a:lnTo>
                  <a:lnTo>
                    <a:pt x="881925" y="781706"/>
                  </a:lnTo>
                  <a:lnTo>
                    <a:pt x="880854" y="782380"/>
                  </a:lnTo>
                  <a:lnTo>
                    <a:pt x="879782" y="783057"/>
                  </a:lnTo>
                  <a:lnTo>
                    <a:pt x="878711" y="783735"/>
                  </a:lnTo>
                  <a:lnTo>
                    <a:pt x="877639" y="784416"/>
                  </a:lnTo>
                  <a:lnTo>
                    <a:pt x="876567" y="785099"/>
                  </a:lnTo>
                  <a:lnTo>
                    <a:pt x="875496" y="785783"/>
                  </a:lnTo>
                  <a:lnTo>
                    <a:pt x="874424" y="786470"/>
                  </a:lnTo>
                  <a:lnTo>
                    <a:pt x="873353" y="787158"/>
                  </a:lnTo>
                  <a:lnTo>
                    <a:pt x="872281" y="787849"/>
                  </a:lnTo>
                  <a:lnTo>
                    <a:pt x="871209" y="788542"/>
                  </a:lnTo>
                  <a:lnTo>
                    <a:pt x="870138" y="789237"/>
                  </a:lnTo>
                  <a:lnTo>
                    <a:pt x="869066" y="789934"/>
                  </a:lnTo>
                  <a:lnTo>
                    <a:pt x="867995" y="790632"/>
                  </a:lnTo>
                  <a:lnTo>
                    <a:pt x="866923" y="791333"/>
                  </a:lnTo>
                  <a:lnTo>
                    <a:pt x="865851" y="792037"/>
                  </a:lnTo>
                  <a:lnTo>
                    <a:pt x="864780" y="792742"/>
                  </a:lnTo>
                  <a:lnTo>
                    <a:pt x="863708" y="793449"/>
                  </a:lnTo>
                  <a:lnTo>
                    <a:pt x="862637" y="794158"/>
                  </a:lnTo>
                  <a:lnTo>
                    <a:pt x="861565" y="794870"/>
                  </a:lnTo>
                  <a:lnTo>
                    <a:pt x="860493" y="795583"/>
                  </a:lnTo>
                  <a:lnTo>
                    <a:pt x="859422" y="796299"/>
                  </a:lnTo>
                  <a:lnTo>
                    <a:pt x="858350" y="797016"/>
                  </a:lnTo>
                  <a:lnTo>
                    <a:pt x="857279" y="797736"/>
                  </a:lnTo>
                  <a:lnTo>
                    <a:pt x="856207" y="798458"/>
                  </a:lnTo>
                  <a:lnTo>
                    <a:pt x="855135" y="799182"/>
                  </a:lnTo>
                  <a:lnTo>
                    <a:pt x="854064" y="799908"/>
                  </a:lnTo>
                  <a:lnTo>
                    <a:pt x="852992" y="800637"/>
                  </a:lnTo>
                  <a:lnTo>
                    <a:pt x="851921" y="801367"/>
                  </a:lnTo>
                  <a:lnTo>
                    <a:pt x="850849" y="802099"/>
                  </a:lnTo>
                  <a:lnTo>
                    <a:pt x="849777" y="802834"/>
                  </a:lnTo>
                  <a:lnTo>
                    <a:pt x="848706" y="803571"/>
                  </a:lnTo>
                  <a:lnTo>
                    <a:pt x="847634" y="804309"/>
                  </a:lnTo>
                  <a:lnTo>
                    <a:pt x="846563" y="805050"/>
                  </a:lnTo>
                  <a:lnTo>
                    <a:pt x="845491" y="805793"/>
                  </a:lnTo>
                  <a:lnTo>
                    <a:pt x="844419" y="806538"/>
                  </a:lnTo>
                  <a:lnTo>
                    <a:pt x="843348" y="807285"/>
                  </a:lnTo>
                  <a:lnTo>
                    <a:pt x="842276" y="808035"/>
                  </a:lnTo>
                  <a:lnTo>
                    <a:pt x="841205" y="808786"/>
                  </a:lnTo>
                  <a:lnTo>
                    <a:pt x="840133" y="809540"/>
                  </a:lnTo>
                  <a:lnTo>
                    <a:pt x="839061" y="810295"/>
                  </a:lnTo>
                  <a:lnTo>
                    <a:pt x="837990" y="811053"/>
                  </a:lnTo>
                  <a:lnTo>
                    <a:pt x="836918" y="811813"/>
                  </a:lnTo>
                  <a:lnTo>
                    <a:pt x="835847" y="812575"/>
                  </a:lnTo>
                  <a:lnTo>
                    <a:pt x="834775" y="813338"/>
                  </a:lnTo>
                  <a:lnTo>
                    <a:pt x="833703" y="814105"/>
                  </a:lnTo>
                  <a:lnTo>
                    <a:pt x="832632" y="814873"/>
                  </a:lnTo>
                  <a:lnTo>
                    <a:pt x="831560" y="815643"/>
                  </a:lnTo>
                  <a:lnTo>
                    <a:pt x="830489" y="816415"/>
                  </a:lnTo>
                  <a:lnTo>
                    <a:pt x="829417" y="817189"/>
                  </a:lnTo>
                  <a:lnTo>
                    <a:pt x="828345" y="817966"/>
                  </a:lnTo>
                  <a:lnTo>
                    <a:pt x="827274" y="818744"/>
                  </a:lnTo>
                  <a:lnTo>
                    <a:pt x="826202" y="819525"/>
                  </a:lnTo>
                  <a:lnTo>
                    <a:pt x="825131" y="820307"/>
                  </a:lnTo>
                  <a:lnTo>
                    <a:pt x="824059" y="821092"/>
                  </a:lnTo>
                  <a:lnTo>
                    <a:pt x="822987" y="821878"/>
                  </a:lnTo>
                  <a:lnTo>
                    <a:pt x="821916" y="822667"/>
                  </a:lnTo>
                  <a:lnTo>
                    <a:pt x="820844" y="823458"/>
                  </a:lnTo>
                  <a:lnTo>
                    <a:pt x="819773" y="824250"/>
                  </a:lnTo>
                  <a:lnTo>
                    <a:pt x="818701" y="825045"/>
                  </a:lnTo>
                  <a:lnTo>
                    <a:pt x="817629" y="825841"/>
                  </a:lnTo>
                  <a:lnTo>
                    <a:pt x="816558" y="826640"/>
                  </a:lnTo>
                  <a:lnTo>
                    <a:pt x="815486" y="827441"/>
                  </a:lnTo>
                  <a:lnTo>
                    <a:pt x="814415" y="828243"/>
                  </a:lnTo>
                  <a:lnTo>
                    <a:pt x="813343" y="829048"/>
                  </a:lnTo>
                  <a:lnTo>
                    <a:pt x="812271" y="829854"/>
                  </a:lnTo>
                  <a:lnTo>
                    <a:pt x="811200" y="830663"/>
                  </a:lnTo>
                  <a:lnTo>
                    <a:pt x="810128" y="831473"/>
                  </a:lnTo>
                  <a:lnTo>
                    <a:pt x="809057" y="832285"/>
                  </a:lnTo>
                  <a:lnTo>
                    <a:pt x="807985" y="833099"/>
                  </a:lnTo>
                  <a:lnTo>
                    <a:pt x="806913" y="833915"/>
                  </a:lnTo>
                  <a:lnTo>
                    <a:pt x="805842" y="834733"/>
                  </a:lnTo>
                  <a:lnTo>
                    <a:pt x="804770" y="835553"/>
                  </a:lnTo>
                  <a:lnTo>
                    <a:pt x="803699" y="836375"/>
                  </a:lnTo>
                  <a:lnTo>
                    <a:pt x="802627" y="837199"/>
                  </a:lnTo>
                  <a:lnTo>
                    <a:pt x="801555" y="838024"/>
                  </a:lnTo>
                  <a:lnTo>
                    <a:pt x="800484" y="838851"/>
                  </a:lnTo>
                  <a:lnTo>
                    <a:pt x="799412" y="839681"/>
                  </a:lnTo>
                  <a:lnTo>
                    <a:pt x="798341" y="840511"/>
                  </a:lnTo>
                  <a:lnTo>
                    <a:pt x="797269" y="841344"/>
                  </a:lnTo>
                  <a:lnTo>
                    <a:pt x="796197" y="842179"/>
                  </a:lnTo>
                  <a:lnTo>
                    <a:pt x="795126" y="843015"/>
                  </a:lnTo>
                  <a:lnTo>
                    <a:pt x="794054" y="843853"/>
                  </a:lnTo>
                  <a:lnTo>
                    <a:pt x="792983" y="844693"/>
                  </a:lnTo>
                  <a:lnTo>
                    <a:pt x="791911" y="845535"/>
                  </a:lnTo>
                  <a:lnTo>
                    <a:pt x="790839" y="846378"/>
                  </a:lnTo>
                  <a:lnTo>
                    <a:pt x="789768" y="847223"/>
                  </a:lnTo>
                  <a:lnTo>
                    <a:pt x="788696" y="848070"/>
                  </a:lnTo>
                  <a:lnTo>
                    <a:pt x="787625" y="848918"/>
                  </a:lnTo>
                  <a:lnTo>
                    <a:pt x="786553" y="849768"/>
                  </a:lnTo>
                  <a:lnTo>
                    <a:pt x="785481" y="850620"/>
                  </a:lnTo>
                  <a:lnTo>
                    <a:pt x="784410" y="851473"/>
                  </a:lnTo>
                  <a:lnTo>
                    <a:pt x="783338" y="852328"/>
                  </a:lnTo>
                  <a:lnTo>
                    <a:pt x="782267" y="853185"/>
                  </a:lnTo>
                  <a:lnTo>
                    <a:pt x="781195" y="854043"/>
                  </a:lnTo>
                  <a:lnTo>
                    <a:pt x="780123" y="854903"/>
                  </a:lnTo>
                  <a:lnTo>
                    <a:pt x="779052" y="855765"/>
                  </a:lnTo>
                  <a:lnTo>
                    <a:pt x="777980" y="856628"/>
                  </a:lnTo>
                  <a:lnTo>
                    <a:pt x="776909" y="857492"/>
                  </a:lnTo>
                  <a:lnTo>
                    <a:pt x="775837" y="858358"/>
                  </a:lnTo>
                  <a:lnTo>
                    <a:pt x="774765" y="859226"/>
                  </a:lnTo>
                  <a:lnTo>
                    <a:pt x="773694" y="860095"/>
                  </a:lnTo>
                  <a:lnTo>
                    <a:pt x="772622" y="860966"/>
                  </a:lnTo>
                  <a:lnTo>
                    <a:pt x="771551" y="861838"/>
                  </a:lnTo>
                  <a:lnTo>
                    <a:pt x="770479" y="862711"/>
                  </a:lnTo>
                  <a:lnTo>
                    <a:pt x="769407" y="863586"/>
                  </a:lnTo>
                  <a:lnTo>
                    <a:pt x="768336" y="864462"/>
                  </a:lnTo>
                  <a:lnTo>
                    <a:pt x="767264" y="865340"/>
                  </a:lnTo>
                  <a:lnTo>
                    <a:pt x="766193" y="866219"/>
                  </a:lnTo>
                  <a:lnTo>
                    <a:pt x="765121" y="867100"/>
                  </a:lnTo>
                  <a:lnTo>
                    <a:pt x="764049" y="867982"/>
                  </a:lnTo>
                  <a:lnTo>
                    <a:pt x="762978" y="868865"/>
                  </a:lnTo>
                  <a:lnTo>
                    <a:pt x="761906" y="869749"/>
                  </a:lnTo>
                  <a:lnTo>
                    <a:pt x="760835" y="870635"/>
                  </a:lnTo>
                  <a:lnTo>
                    <a:pt x="759763" y="871522"/>
                  </a:lnTo>
                  <a:lnTo>
                    <a:pt x="758691" y="872411"/>
                  </a:lnTo>
                  <a:lnTo>
                    <a:pt x="757620" y="873300"/>
                  </a:lnTo>
                  <a:lnTo>
                    <a:pt x="756548" y="874191"/>
                  </a:lnTo>
                  <a:lnTo>
                    <a:pt x="755477" y="875083"/>
                  </a:lnTo>
                  <a:lnTo>
                    <a:pt x="754405" y="875977"/>
                  </a:lnTo>
                  <a:lnTo>
                    <a:pt x="753333" y="876871"/>
                  </a:lnTo>
                  <a:lnTo>
                    <a:pt x="752262" y="877767"/>
                  </a:lnTo>
                  <a:lnTo>
                    <a:pt x="751190" y="878663"/>
                  </a:lnTo>
                  <a:lnTo>
                    <a:pt x="750119" y="879561"/>
                  </a:lnTo>
                  <a:lnTo>
                    <a:pt x="749047" y="880460"/>
                  </a:lnTo>
                  <a:lnTo>
                    <a:pt x="747975" y="881360"/>
                  </a:lnTo>
                  <a:lnTo>
                    <a:pt x="746904" y="882262"/>
                  </a:lnTo>
                  <a:lnTo>
                    <a:pt x="745832" y="883164"/>
                  </a:lnTo>
                  <a:lnTo>
                    <a:pt x="744761" y="884067"/>
                  </a:lnTo>
                  <a:lnTo>
                    <a:pt x="743689" y="884971"/>
                  </a:lnTo>
                  <a:lnTo>
                    <a:pt x="742617" y="885877"/>
                  </a:lnTo>
                  <a:lnTo>
                    <a:pt x="741546" y="886783"/>
                  </a:lnTo>
                  <a:lnTo>
                    <a:pt x="740474" y="887690"/>
                  </a:lnTo>
                  <a:lnTo>
                    <a:pt x="739403" y="888598"/>
                  </a:lnTo>
                  <a:lnTo>
                    <a:pt x="738331" y="889507"/>
                  </a:lnTo>
                  <a:lnTo>
                    <a:pt x="737259" y="890417"/>
                  </a:lnTo>
                  <a:lnTo>
                    <a:pt x="736188" y="891328"/>
                  </a:lnTo>
                  <a:lnTo>
                    <a:pt x="735116" y="892240"/>
                  </a:lnTo>
                  <a:lnTo>
                    <a:pt x="734045" y="893153"/>
                  </a:lnTo>
                  <a:lnTo>
                    <a:pt x="732973" y="894066"/>
                  </a:lnTo>
                  <a:lnTo>
                    <a:pt x="731901" y="894980"/>
                  </a:lnTo>
                  <a:lnTo>
                    <a:pt x="730830" y="895896"/>
                  </a:lnTo>
                  <a:lnTo>
                    <a:pt x="729758" y="896811"/>
                  </a:lnTo>
                  <a:lnTo>
                    <a:pt x="728687" y="897728"/>
                  </a:lnTo>
                  <a:lnTo>
                    <a:pt x="727615" y="898645"/>
                  </a:lnTo>
                  <a:lnTo>
                    <a:pt x="726543" y="899563"/>
                  </a:lnTo>
                  <a:lnTo>
                    <a:pt x="725472" y="900482"/>
                  </a:lnTo>
                  <a:lnTo>
                    <a:pt x="724400" y="901402"/>
                  </a:lnTo>
                  <a:lnTo>
                    <a:pt x="723329" y="902322"/>
                  </a:lnTo>
                  <a:lnTo>
                    <a:pt x="722257" y="903243"/>
                  </a:lnTo>
                  <a:lnTo>
                    <a:pt x="721185" y="904164"/>
                  </a:lnTo>
                  <a:lnTo>
                    <a:pt x="720114" y="905086"/>
                  </a:lnTo>
                  <a:lnTo>
                    <a:pt x="719042" y="906009"/>
                  </a:lnTo>
                  <a:lnTo>
                    <a:pt x="717971" y="906932"/>
                  </a:lnTo>
                  <a:lnTo>
                    <a:pt x="716899" y="907855"/>
                  </a:lnTo>
                  <a:lnTo>
                    <a:pt x="715827" y="908780"/>
                  </a:lnTo>
                  <a:lnTo>
                    <a:pt x="714756" y="909704"/>
                  </a:lnTo>
                  <a:lnTo>
                    <a:pt x="713684" y="910630"/>
                  </a:lnTo>
                  <a:lnTo>
                    <a:pt x="712613" y="911555"/>
                  </a:lnTo>
                  <a:lnTo>
                    <a:pt x="711541" y="912482"/>
                  </a:lnTo>
                  <a:lnTo>
                    <a:pt x="710469" y="913408"/>
                  </a:lnTo>
                  <a:lnTo>
                    <a:pt x="709398" y="914335"/>
                  </a:lnTo>
                  <a:lnTo>
                    <a:pt x="708326" y="915263"/>
                  </a:lnTo>
                  <a:lnTo>
                    <a:pt x="707255" y="916191"/>
                  </a:lnTo>
                  <a:lnTo>
                    <a:pt x="706183" y="917119"/>
                  </a:lnTo>
                  <a:lnTo>
                    <a:pt x="705112" y="918048"/>
                  </a:lnTo>
                  <a:lnTo>
                    <a:pt x="704040" y="918976"/>
                  </a:lnTo>
                  <a:lnTo>
                    <a:pt x="702968" y="919906"/>
                  </a:lnTo>
                  <a:lnTo>
                    <a:pt x="701897" y="920835"/>
                  </a:lnTo>
                  <a:lnTo>
                    <a:pt x="700825" y="921765"/>
                  </a:lnTo>
                  <a:lnTo>
                    <a:pt x="699754" y="922695"/>
                  </a:lnTo>
                  <a:lnTo>
                    <a:pt x="698682" y="923625"/>
                  </a:lnTo>
                  <a:lnTo>
                    <a:pt x="697610" y="924556"/>
                  </a:lnTo>
                  <a:lnTo>
                    <a:pt x="696539" y="925486"/>
                  </a:lnTo>
                  <a:lnTo>
                    <a:pt x="695467" y="926417"/>
                  </a:lnTo>
                  <a:lnTo>
                    <a:pt x="694396" y="927348"/>
                  </a:lnTo>
                  <a:lnTo>
                    <a:pt x="693324" y="928280"/>
                  </a:lnTo>
                  <a:lnTo>
                    <a:pt x="692252" y="929211"/>
                  </a:lnTo>
                  <a:lnTo>
                    <a:pt x="691181" y="930142"/>
                  </a:lnTo>
                  <a:lnTo>
                    <a:pt x="690109" y="931074"/>
                  </a:lnTo>
                  <a:lnTo>
                    <a:pt x="689038" y="932005"/>
                  </a:lnTo>
                  <a:lnTo>
                    <a:pt x="687966" y="932937"/>
                  </a:lnTo>
                  <a:lnTo>
                    <a:pt x="686894" y="933869"/>
                  </a:lnTo>
                  <a:lnTo>
                    <a:pt x="685823" y="934801"/>
                  </a:lnTo>
                  <a:lnTo>
                    <a:pt x="684751" y="935732"/>
                  </a:lnTo>
                  <a:lnTo>
                    <a:pt x="683680" y="936664"/>
                  </a:lnTo>
                  <a:lnTo>
                    <a:pt x="682608" y="937596"/>
                  </a:lnTo>
                  <a:lnTo>
                    <a:pt x="681536" y="938527"/>
                  </a:lnTo>
                  <a:lnTo>
                    <a:pt x="680465" y="939459"/>
                  </a:lnTo>
                  <a:lnTo>
                    <a:pt x="679393" y="940390"/>
                  </a:lnTo>
                  <a:lnTo>
                    <a:pt x="678322" y="941322"/>
                  </a:lnTo>
                  <a:lnTo>
                    <a:pt x="677250" y="942253"/>
                  </a:lnTo>
                  <a:lnTo>
                    <a:pt x="676178" y="943184"/>
                  </a:lnTo>
                  <a:lnTo>
                    <a:pt x="675107" y="944115"/>
                  </a:lnTo>
                  <a:lnTo>
                    <a:pt x="674035" y="945046"/>
                  </a:lnTo>
                  <a:lnTo>
                    <a:pt x="672964" y="945977"/>
                  </a:lnTo>
                  <a:lnTo>
                    <a:pt x="671892" y="946907"/>
                  </a:lnTo>
                  <a:lnTo>
                    <a:pt x="670820" y="947837"/>
                  </a:lnTo>
                  <a:lnTo>
                    <a:pt x="669749" y="948767"/>
                  </a:lnTo>
                  <a:lnTo>
                    <a:pt x="668677" y="949697"/>
                  </a:lnTo>
                  <a:lnTo>
                    <a:pt x="667606" y="950627"/>
                  </a:lnTo>
                  <a:lnTo>
                    <a:pt x="666534" y="951556"/>
                  </a:lnTo>
                  <a:lnTo>
                    <a:pt x="665462" y="952485"/>
                  </a:lnTo>
                  <a:lnTo>
                    <a:pt x="664391" y="953413"/>
                  </a:lnTo>
                  <a:lnTo>
                    <a:pt x="663319" y="954342"/>
                  </a:lnTo>
                  <a:lnTo>
                    <a:pt x="662248" y="955270"/>
                  </a:lnTo>
                  <a:lnTo>
                    <a:pt x="661176" y="956197"/>
                  </a:lnTo>
                  <a:lnTo>
                    <a:pt x="660104" y="957124"/>
                  </a:lnTo>
                  <a:lnTo>
                    <a:pt x="659033" y="958051"/>
                  </a:lnTo>
                  <a:lnTo>
                    <a:pt x="657961" y="958977"/>
                  </a:lnTo>
                  <a:lnTo>
                    <a:pt x="656890" y="959903"/>
                  </a:lnTo>
                  <a:lnTo>
                    <a:pt x="655818" y="960829"/>
                  </a:lnTo>
                  <a:lnTo>
                    <a:pt x="654746" y="961754"/>
                  </a:lnTo>
                  <a:lnTo>
                    <a:pt x="653675" y="962679"/>
                  </a:lnTo>
                  <a:lnTo>
                    <a:pt x="652603" y="963603"/>
                  </a:lnTo>
                  <a:lnTo>
                    <a:pt x="651532" y="964526"/>
                  </a:lnTo>
                  <a:lnTo>
                    <a:pt x="650460" y="965449"/>
                  </a:lnTo>
                  <a:lnTo>
                    <a:pt x="649388" y="966372"/>
                  </a:lnTo>
                  <a:lnTo>
                    <a:pt x="648317" y="967294"/>
                  </a:lnTo>
                  <a:lnTo>
                    <a:pt x="647245" y="968215"/>
                  </a:lnTo>
                  <a:lnTo>
                    <a:pt x="646174" y="969136"/>
                  </a:lnTo>
                  <a:lnTo>
                    <a:pt x="645102" y="970056"/>
                  </a:lnTo>
                  <a:lnTo>
                    <a:pt x="644030" y="970976"/>
                  </a:lnTo>
                  <a:lnTo>
                    <a:pt x="642959" y="971895"/>
                  </a:lnTo>
                  <a:lnTo>
                    <a:pt x="641887" y="972814"/>
                  </a:lnTo>
                  <a:lnTo>
                    <a:pt x="640816" y="973731"/>
                  </a:lnTo>
                  <a:lnTo>
                    <a:pt x="639744" y="974649"/>
                  </a:lnTo>
                  <a:lnTo>
                    <a:pt x="638672" y="975565"/>
                  </a:lnTo>
                  <a:lnTo>
                    <a:pt x="637601" y="976481"/>
                  </a:lnTo>
                  <a:lnTo>
                    <a:pt x="636529" y="977396"/>
                  </a:lnTo>
                  <a:lnTo>
                    <a:pt x="635458" y="978310"/>
                  </a:lnTo>
                  <a:lnTo>
                    <a:pt x="634386" y="979224"/>
                  </a:lnTo>
                  <a:lnTo>
                    <a:pt x="633314" y="980137"/>
                  </a:lnTo>
                  <a:lnTo>
                    <a:pt x="632243" y="981049"/>
                  </a:lnTo>
                  <a:lnTo>
                    <a:pt x="631171" y="981960"/>
                  </a:lnTo>
                  <a:lnTo>
                    <a:pt x="630100" y="982871"/>
                  </a:lnTo>
                  <a:lnTo>
                    <a:pt x="629028" y="983780"/>
                  </a:lnTo>
                  <a:lnTo>
                    <a:pt x="627956" y="984689"/>
                  </a:lnTo>
                  <a:lnTo>
                    <a:pt x="626885" y="985598"/>
                  </a:lnTo>
                  <a:lnTo>
                    <a:pt x="625813" y="986505"/>
                  </a:lnTo>
                  <a:lnTo>
                    <a:pt x="624742" y="987411"/>
                  </a:lnTo>
                  <a:lnTo>
                    <a:pt x="623670" y="988317"/>
                  </a:lnTo>
                  <a:lnTo>
                    <a:pt x="622598" y="989222"/>
                  </a:lnTo>
                  <a:lnTo>
                    <a:pt x="621527" y="990126"/>
                  </a:lnTo>
                  <a:lnTo>
                    <a:pt x="620455" y="991029"/>
                  </a:lnTo>
                  <a:lnTo>
                    <a:pt x="619384" y="991931"/>
                  </a:lnTo>
                  <a:lnTo>
                    <a:pt x="618312" y="992832"/>
                  </a:lnTo>
                  <a:lnTo>
                    <a:pt x="617240" y="993732"/>
                  </a:lnTo>
                  <a:lnTo>
                    <a:pt x="616169" y="994631"/>
                  </a:lnTo>
                  <a:lnTo>
                    <a:pt x="615097" y="995530"/>
                  </a:lnTo>
                  <a:lnTo>
                    <a:pt x="614026" y="996427"/>
                  </a:lnTo>
                  <a:lnTo>
                    <a:pt x="612954" y="997323"/>
                  </a:lnTo>
                  <a:lnTo>
                    <a:pt x="611882" y="998219"/>
                  </a:lnTo>
                  <a:lnTo>
                    <a:pt x="610811" y="999113"/>
                  </a:lnTo>
                  <a:lnTo>
                    <a:pt x="609739" y="1000007"/>
                  </a:lnTo>
                  <a:lnTo>
                    <a:pt x="608668" y="1000899"/>
                  </a:lnTo>
                  <a:lnTo>
                    <a:pt x="607596" y="1001790"/>
                  </a:lnTo>
                  <a:lnTo>
                    <a:pt x="606524" y="1002681"/>
                  </a:lnTo>
                  <a:lnTo>
                    <a:pt x="605453" y="1003570"/>
                  </a:lnTo>
                  <a:lnTo>
                    <a:pt x="604381" y="1004458"/>
                  </a:lnTo>
                  <a:lnTo>
                    <a:pt x="603310" y="1005345"/>
                  </a:lnTo>
                  <a:lnTo>
                    <a:pt x="602238" y="1006231"/>
                  </a:lnTo>
                  <a:lnTo>
                    <a:pt x="601166" y="1007116"/>
                  </a:lnTo>
                  <a:lnTo>
                    <a:pt x="600095" y="1008000"/>
                  </a:lnTo>
                  <a:lnTo>
                    <a:pt x="599023" y="1008882"/>
                  </a:lnTo>
                  <a:lnTo>
                    <a:pt x="597952" y="1009764"/>
                  </a:lnTo>
                  <a:lnTo>
                    <a:pt x="596880" y="1010644"/>
                  </a:lnTo>
                  <a:lnTo>
                    <a:pt x="595808" y="1011524"/>
                  </a:lnTo>
                  <a:lnTo>
                    <a:pt x="594737" y="1012402"/>
                  </a:lnTo>
                  <a:lnTo>
                    <a:pt x="593665" y="1013279"/>
                  </a:lnTo>
                  <a:lnTo>
                    <a:pt x="592594" y="1014154"/>
                  </a:lnTo>
                  <a:lnTo>
                    <a:pt x="591522" y="1015029"/>
                  </a:lnTo>
                  <a:lnTo>
                    <a:pt x="590450" y="1015902"/>
                  </a:lnTo>
                  <a:lnTo>
                    <a:pt x="589379" y="1016775"/>
                  </a:lnTo>
                  <a:lnTo>
                    <a:pt x="588307" y="1017646"/>
                  </a:lnTo>
                  <a:lnTo>
                    <a:pt x="587236" y="1018515"/>
                  </a:lnTo>
                  <a:lnTo>
                    <a:pt x="586164" y="1019384"/>
                  </a:lnTo>
                  <a:lnTo>
                    <a:pt x="585092" y="1020251"/>
                  </a:lnTo>
                  <a:lnTo>
                    <a:pt x="584021" y="1021117"/>
                  </a:lnTo>
                  <a:lnTo>
                    <a:pt x="582949" y="1021982"/>
                  </a:lnTo>
                  <a:lnTo>
                    <a:pt x="581878" y="1022846"/>
                  </a:lnTo>
                  <a:lnTo>
                    <a:pt x="580806" y="1023708"/>
                  </a:lnTo>
                  <a:lnTo>
                    <a:pt x="579734" y="1024569"/>
                  </a:lnTo>
                  <a:lnTo>
                    <a:pt x="578663" y="1025428"/>
                  </a:lnTo>
                  <a:lnTo>
                    <a:pt x="577591" y="1026287"/>
                  </a:lnTo>
                  <a:lnTo>
                    <a:pt x="576520" y="1027144"/>
                  </a:lnTo>
                  <a:lnTo>
                    <a:pt x="575448" y="1028000"/>
                  </a:lnTo>
                  <a:lnTo>
                    <a:pt x="574376" y="1028854"/>
                  </a:lnTo>
                  <a:lnTo>
                    <a:pt x="573305" y="1029707"/>
                  </a:lnTo>
                  <a:lnTo>
                    <a:pt x="572233" y="1030559"/>
                  </a:lnTo>
                  <a:lnTo>
                    <a:pt x="571162" y="1031409"/>
                  </a:lnTo>
                  <a:lnTo>
                    <a:pt x="570090" y="1032258"/>
                  </a:lnTo>
                  <a:lnTo>
                    <a:pt x="569018" y="1033106"/>
                  </a:lnTo>
                  <a:lnTo>
                    <a:pt x="567947" y="1033952"/>
                  </a:lnTo>
                  <a:lnTo>
                    <a:pt x="566875" y="1034797"/>
                  </a:lnTo>
                  <a:lnTo>
                    <a:pt x="565804" y="1035641"/>
                  </a:lnTo>
                  <a:lnTo>
                    <a:pt x="564732" y="1036483"/>
                  </a:lnTo>
                  <a:lnTo>
                    <a:pt x="563660" y="1037324"/>
                  </a:lnTo>
                  <a:lnTo>
                    <a:pt x="562589" y="1038163"/>
                  </a:lnTo>
                  <a:lnTo>
                    <a:pt x="561517" y="1039001"/>
                  </a:lnTo>
                  <a:lnTo>
                    <a:pt x="560446" y="1039838"/>
                  </a:lnTo>
                  <a:lnTo>
                    <a:pt x="559374" y="1040673"/>
                  </a:lnTo>
                  <a:lnTo>
                    <a:pt x="558302" y="1041507"/>
                  </a:lnTo>
                  <a:lnTo>
                    <a:pt x="557231" y="1042339"/>
                  </a:lnTo>
                  <a:lnTo>
                    <a:pt x="556159" y="1043170"/>
                  </a:lnTo>
                  <a:lnTo>
                    <a:pt x="555088" y="1043999"/>
                  </a:lnTo>
                  <a:lnTo>
                    <a:pt x="554016" y="1044827"/>
                  </a:lnTo>
                  <a:lnTo>
                    <a:pt x="552944" y="1045653"/>
                  </a:lnTo>
                  <a:lnTo>
                    <a:pt x="551873" y="1046478"/>
                  </a:lnTo>
                  <a:lnTo>
                    <a:pt x="550801" y="1047302"/>
                  </a:lnTo>
                  <a:lnTo>
                    <a:pt x="549730" y="1048124"/>
                  </a:lnTo>
                  <a:lnTo>
                    <a:pt x="548658" y="1048944"/>
                  </a:lnTo>
                  <a:lnTo>
                    <a:pt x="547586" y="1049764"/>
                  </a:lnTo>
                  <a:lnTo>
                    <a:pt x="546515" y="1050581"/>
                  </a:lnTo>
                  <a:lnTo>
                    <a:pt x="545443" y="1051397"/>
                  </a:lnTo>
                  <a:lnTo>
                    <a:pt x="544372" y="1052212"/>
                  </a:lnTo>
                  <a:lnTo>
                    <a:pt x="543300" y="1053025"/>
                  </a:lnTo>
                  <a:lnTo>
                    <a:pt x="542228" y="1053836"/>
                  </a:lnTo>
                  <a:lnTo>
                    <a:pt x="541157" y="1054646"/>
                  </a:lnTo>
                  <a:lnTo>
                    <a:pt x="540085" y="1055455"/>
                  </a:lnTo>
                  <a:lnTo>
                    <a:pt x="539014" y="1056262"/>
                  </a:lnTo>
                  <a:lnTo>
                    <a:pt x="537942" y="1057067"/>
                  </a:lnTo>
                  <a:lnTo>
                    <a:pt x="536870" y="1057871"/>
                  </a:lnTo>
                  <a:lnTo>
                    <a:pt x="535799" y="1058673"/>
                  </a:lnTo>
                  <a:lnTo>
                    <a:pt x="534727" y="1059474"/>
                  </a:lnTo>
                  <a:lnTo>
                    <a:pt x="533656" y="1060273"/>
                  </a:lnTo>
                  <a:lnTo>
                    <a:pt x="532584" y="1061071"/>
                  </a:lnTo>
                  <a:lnTo>
                    <a:pt x="531513" y="1061867"/>
                  </a:lnTo>
                  <a:lnTo>
                    <a:pt x="530441" y="1062661"/>
                  </a:lnTo>
                  <a:lnTo>
                    <a:pt x="529369" y="1063454"/>
                  </a:lnTo>
                  <a:lnTo>
                    <a:pt x="528298" y="1064245"/>
                  </a:lnTo>
                  <a:lnTo>
                    <a:pt x="527226" y="1065035"/>
                  </a:lnTo>
                  <a:lnTo>
                    <a:pt x="526155" y="1065823"/>
                  </a:lnTo>
                  <a:lnTo>
                    <a:pt x="525083" y="1066610"/>
                  </a:lnTo>
                  <a:lnTo>
                    <a:pt x="524011" y="1067395"/>
                  </a:lnTo>
                  <a:lnTo>
                    <a:pt x="522940" y="1068178"/>
                  </a:lnTo>
                  <a:lnTo>
                    <a:pt x="521868" y="1068960"/>
                  </a:lnTo>
                  <a:lnTo>
                    <a:pt x="520797" y="1069740"/>
                  </a:lnTo>
                  <a:lnTo>
                    <a:pt x="519725" y="1070518"/>
                  </a:lnTo>
                  <a:lnTo>
                    <a:pt x="518653" y="1071295"/>
                  </a:lnTo>
                  <a:lnTo>
                    <a:pt x="517582" y="1072071"/>
                  </a:lnTo>
                  <a:lnTo>
                    <a:pt x="516510" y="1072844"/>
                  </a:lnTo>
                  <a:lnTo>
                    <a:pt x="515439" y="1073616"/>
                  </a:lnTo>
                  <a:lnTo>
                    <a:pt x="514367" y="1074387"/>
                  </a:lnTo>
                  <a:lnTo>
                    <a:pt x="513295" y="1075156"/>
                  </a:lnTo>
                  <a:lnTo>
                    <a:pt x="512224" y="1075923"/>
                  </a:lnTo>
                  <a:lnTo>
                    <a:pt x="511152" y="1076688"/>
                  </a:lnTo>
                  <a:lnTo>
                    <a:pt x="510081" y="1077452"/>
                  </a:lnTo>
                  <a:lnTo>
                    <a:pt x="509009" y="1078214"/>
                  </a:lnTo>
                  <a:lnTo>
                    <a:pt x="507937" y="1078975"/>
                  </a:lnTo>
                  <a:lnTo>
                    <a:pt x="506866" y="1079734"/>
                  </a:lnTo>
                  <a:lnTo>
                    <a:pt x="505794" y="1080491"/>
                  </a:lnTo>
                  <a:lnTo>
                    <a:pt x="504723" y="1081247"/>
                  </a:lnTo>
                  <a:lnTo>
                    <a:pt x="503651" y="1082001"/>
                  </a:lnTo>
                  <a:lnTo>
                    <a:pt x="502579" y="1082753"/>
                  </a:lnTo>
                  <a:lnTo>
                    <a:pt x="501508" y="1083504"/>
                  </a:lnTo>
                  <a:lnTo>
                    <a:pt x="500436" y="1084252"/>
                  </a:lnTo>
                  <a:lnTo>
                    <a:pt x="499365" y="1085000"/>
                  </a:lnTo>
                  <a:lnTo>
                    <a:pt x="498293" y="1085745"/>
                  </a:lnTo>
                  <a:lnTo>
                    <a:pt x="497221" y="1086489"/>
                  </a:lnTo>
                  <a:lnTo>
                    <a:pt x="496150" y="1087232"/>
                  </a:lnTo>
                  <a:lnTo>
                    <a:pt x="495078" y="1087972"/>
                  </a:lnTo>
                  <a:lnTo>
                    <a:pt x="494007" y="1088711"/>
                  </a:lnTo>
                  <a:lnTo>
                    <a:pt x="492935" y="1089448"/>
                  </a:lnTo>
                  <a:lnTo>
                    <a:pt x="491863" y="1090184"/>
                  </a:lnTo>
                  <a:lnTo>
                    <a:pt x="490792" y="1090918"/>
                  </a:lnTo>
                  <a:lnTo>
                    <a:pt x="489720" y="1091650"/>
                  </a:lnTo>
                  <a:lnTo>
                    <a:pt x="488649" y="1092380"/>
                  </a:lnTo>
                  <a:lnTo>
                    <a:pt x="487577" y="1093109"/>
                  </a:lnTo>
                  <a:lnTo>
                    <a:pt x="486505" y="1093836"/>
                  </a:lnTo>
                  <a:lnTo>
                    <a:pt x="485434" y="1094562"/>
                  </a:lnTo>
                  <a:lnTo>
                    <a:pt x="484362" y="1095285"/>
                  </a:lnTo>
                  <a:lnTo>
                    <a:pt x="483291" y="1096007"/>
                  </a:lnTo>
                  <a:lnTo>
                    <a:pt x="482219" y="1096728"/>
                  </a:lnTo>
                  <a:lnTo>
                    <a:pt x="481147" y="1097446"/>
                  </a:lnTo>
                  <a:lnTo>
                    <a:pt x="480076" y="1098163"/>
                  </a:lnTo>
                  <a:lnTo>
                    <a:pt x="479004" y="1098878"/>
                  </a:lnTo>
                  <a:lnTo>
                    <a:pt x="477933" y="1099592"/>
                  </a:lnTo>
                  <a:lnTo>
                    <a:pt x="476861" y="1100304"/>
                  </a:lnTo>
                  <a:lnTo>
                    <a:pt x="475789" y="1101014"/>
                  </a:lnTo>
                  <a:lnTo>
                    <a:pt x="474718" y="1101722"/>
                  </a:lnTo>
                  <a:lnTo>
                    <a:pt x="473646" y="1102429"/>
                  </a:lnTo>
                  <a:lnTo>
                    <a:pt x="472575" y="1103134"/>
                  </a:lnTo>
                  <a:lnTo>
                    <a:pt x="471503" y="1103837"/>
                  </a:lnTo>
                  <a:lnTo>
                    <a:pt x="470431" y="1104539"/>
                  </a:lnTo>
                  <a:lnTo>
                    <a:pt x="469360" y="1105238"/>
                  </a:lnTo>
                  <a:lnTo>
                    <a:pt x="468288" y="1105937"/>
                  </a:lnTo>
                  <a:lnTo>
                    <a:pt x="467217" y="1106633"/>
                  </a:lnTo>
                  <a:lnTo>
                    <a:pt x="466145" y="1107328"/>
                  </a:lnTo>
                  <a:lnTo>
                    <a:pt x="465073" y="1108021"/>
                  </a:lnTo>
                  <a:lnTo>
                    <a:pt x="464002" y="1108712"/>
                  </a:lnTo>
                  <a:lnTo>
                    <a:pt x="462930" y="1109401"/>
                  </a:lnTo>
                  <a:lnTo>
                    <a:pt x="461859" y="1110089"/>
                  </a:lnTo>
                  <a:lnTo>
                    <a:pt x="460787" y="1110775"/>
                  </a:lnTo>
                  <a:lnTo>
                    <a:pt x="459715" y="1111460"/>
                  </a:lnTo>
                  <a:lnTo>
                    <a:pt x="458644" y="1112142"/>
                  </a:lnTo>
                  <a:lnTo>
                    <a:pt x="457572" y="1112823"/>
                  </a:lnTo>
                  <a:lnTo>
                    <a:pt x="456501" y="1113503"/>
                  </a:lnTo>
                  <a:lnTo>
                    <a:pt x="455429" y="1114180"/>
                  </a:lnTo>
                  <a:lnTo>
                    <a:pt x="454357" y="1114856"/>
                  </a:lnTo>
                  <a:lnTo>
                    <a:pt x="453286" y="1115530"/>
                  </a:lnTo>
                  <a:lnTo>
                    <a:pt x="452214" y="1116202"/>
                  </a:lnTo>
                  <a:lnTo>
                    <a:pt x="451143" y="1116873"/>
                  </a:lnTo>
                  <a:lnTo>
                    <a:pt x="450071" y="1117542"/>
                  </a:lnTo>
                  <a:lnTo>
                    <a:pt x="448999" y="1118209"/>
                  </a:lnTo>
                  <a:lnTo>
                    <a:pt x="447928" y="1118875"/>
                  </a:lnTo>
                  <a:lnTo>
                    <a:pt x="446856" y="1119538"/>
                  </a:lnTo>
                  <a:lnTo>
                    <a:pt x="445785" y="1120200"/>
                  </a:lnTo>
                  <a:lnTo>
                    <a:pt x="444713" y="1120861"/>
                  </a:lnTo>
                  <a:lnTo>
                    <a:pt x="443641" y="1121519"/>
                  </a:lnTo>
                  <a:lnTo>
                    <a:pt x="442570" y="1122176"/>
                  </a:lnTo>
                  <a:lnTo>
                    <a:pt x="441498" y="1122831"/>
                  </a:lnTo>
                  <a:lnTo>
                    <a:pt x="440427" y="1123485"/>
                  </a:lnTo>
                  <a:lnTo>
                    <a:pt x="439355" y="1124136"/>
                  </a:lnTo>
                  <a:lnTo>
                    <a:pt x="438283" y="1124786"/>
                  </a:lnTo>
                  <a:lnTo>
                    <a:pt x="437212" y="1125435"/>
                  </a:lnTo>
                  <a:lnTo>
                    <a:pt x="436140" y="1126081"/>
                  </a:lnTo>
                  <a:lnTo>
                    <a:pt x="435069" y="1126726"/>
                  </a:lnTo>
                  <a:lnTo>
                    <a:pt x="433997" y="1127369"/>
                  </a:lnTo>
                  <a:lnTo>
                    <a:pt x="432925" y="1128011"/>
                  </a:lnTo>
                  <a:lnTo>
                    <a:pt x="431854" y="1128651"/>
                  </a:lnTo>
                  <a:lnTo>
                    <a:pt x="430782" y="1129289"/>
                  </a:lnTo>
                  <a:lnTo>
                    <a:pt x="429711" y="1129925"/>
                  </a:lnTo>
                  <a:lnTo>
                    <a:pt x="428639" y="1130560"/>
                  </a:lnTo>
                  <a:lnTo>
                    <a:pt x="427567" y="1131192"/>
                  </a:lnTo>
                  <a:lnTo>
                    <a:pt x="426496" y="1131824"/>
                  </a:lnTo>
                  <a:lnTo>
                    <a:pt x="425424" y="1132453"/>
                  </a:lnTo>
                  <a:lnTo>
                    <a:pt x="424353" y="1133081"/>
                  </a:lnTo>
                  <a:lnTo>
                    <a:pt x="423281" y="1133707"/>
                  </a:lnTo>
                  <a:lnTo>
                    <a:pt x="422209" y="1134331"/>
                  </a:lnTo>
                  <a:lnTo>
                    <a:pt x="421138" y="1134954"/>
                  </a:lnTo>
                  <a:lnTo>
                    <a:pt x="420066" y="1135575"/>
                  </a:lnTo>
                  <a:lnTo>
                    <a:pt x="418995" y="1136194"/>
                  </a:lnTo>
                  <a:lnTo>
                    <a:pt x="417923" y="1136812"/>
                  </a:lnTo>
                  <a:lnTo>
                    <a:pt x="416851" y="1137428"/>
                  </a:lnTo>
                  <a:lnTo>
                    <a:pt x="415780" y="1138042"/>
                  </a:lnTo>
                  <a:lnTo>
                    <a:pt x="414708" y="1138654"/>
                  </a:lnTo>
                  <a:lnTo>
                    <a:pt x="413637" y="1139265"/>
                  </a:lnTo>
                  <a:lnTo>
                    <a:pt x="412565" y="1139874"/>
                  </a:lnTo>
                  <a:lnTo>
                    <a:pt x="411493" y="1140481"/>
                  </a:lnTo>
                  <a:lnTo>
                    <a:pt x="410422" y="1141087"/>
                  </a:lnTo>
                  <a:lnTo>
                    <a:pt x="409350" y="1141691"/>
                  </a:lnTo>
                  <a:lnTo>
                    <a:pt x="408279" y="1142293"/>
                  </a:lnTo>
                  <a:lnTo>
                    <a:pt x="407207" y="1142894"/>
                  </a:lnTo>
                  <a:lnTo>
                    <a:pt x="406135" y="1143493"/>
                  </a:lnTo>
                  <a:lnTo>
                    <a:pt x="405064" y="1144090"/>
                  </a:lnTo>
                  <a:lnTo>
                    <a:pt x="403992" y="1144686"/>
                  </a:lnTo>
                  <a:lnTo>
                    <a:pt x="402921" y="1145280"/>
                  </a:lnTo>
                  <a:lnTo>
                    <a:pt x="401849" y="1145872"/>
                  </a:lnTo>
                  <a:lnTo>
                    <a:pt x="400777" y="1146463"/>
                  </a:lnTo>
                  <a:lnTo>
                    <a:pt x="399706" y="1147051"/>
                  </a:lnTo>
                  <a:lnTo>
                    <a:pt x="398634" y="1147639"/>
                  </a:lnTo>
                  <a:lnTo>
                    <a:pt x="397563" y="1148224"/>
                  </a:lnTo>
                  <a:lnTo>
                    <a:pt x="396491" y="1148808"/>
                  </a:lnTo>
                  <a:lnTo>
                    <a:pt x="395419" y="1149390"/>
                  </a:lnTo>
                  <a:lnTo>
                    <a:pt x="394348" y="1149971"/>
                  </a:lnTo>
                  <a:lnTo>
                    <a:pt x="393276" y="1150550"/>
                  </a:lnTo>
                  <a:lnTo>
                    <a:pt x="392205" y="1151127"/>
                  </a:lnTo>
                  <a:lnTo>
                    <a:pt x="391133" y="1151703"/>
                  </a:lnTo>
                  <a:lnTo>
                    <a:pt x="390061" y="1152277"/>
                  </a:lnTo>
                  <a:lnTo>
                    <a:pt x="388990" y="1152849"/>
                  </a:lnTo>
                  <a:lnTo>
                    <a:pt x="387918" y="1153420"/>
                  </a:lnTo>
                  <a:lnTo>
                    <a:pt x="386847" y="1153989"/>
                  </a:lnTo>
                  <a:lnTo>
                    <a:pt x="385775" y="1154556"/>
                  </a:lnTo>
                  <a:lnTo>
                    <a:pt x="384703" y="1155122"/>
                  </a:lnTo>
                  <a:lnTo>
                    <a:pt x="383632" y="1155686"/>
                  </a:lnTo>
                  <a:lnTo>
                    <a:pt x="382560" y="1156249"/>
                  </a:lnTo>
                  <a:lnTo>
                    <a:pt x="381489" y="1156810"/>
                  </a:lnTo>
                  <a:lnTo>
                    <a:pt x="380417" y="1157369"/>
                  </a:lnTo>
                  <a:lnTo>
                    <a:pt x="379345" y="1157927"/>
                  </a:lnTo>
                  <a:lnTo>
                    <a:pt x="378274" y="1158483"/>
                  </a:lnTo>
                  <a:lnTo>
                    <a:pt x="377202" y="1159038"/>
                  </a:lnTo>
                  <a:lnTo>
                    <a:pt x="376131" y="1159590"/>
                  </a:lnTo>
                  <a:lnTo>
                    <a:pt x="375059" y="1160142"/>
                  </a:lnTo>
                  <a:lnTo>
                    <a:pt x="373987" y="1160692"/>
                  </a:lnTo>
                  <a:lnTo>
                    <a:pt x="372916" y="1161240"/>
                  </a:lnTo>
                  <a:lnTo>
                    <a:pt x="371844" y="1161786"/>
                  </a:lnTo>
                  <a:lnTo>
                    <a:pt x="370773" y="1162331"/>
                  </a:lnTo>
                  <a:lnTo>
                    <a:pt x="369701" y="1162875"/>
                  </a:lnTo>
                  <a:lnTo>
                    <a:pt x="368629" y="1163416"/>
                  </a:lnTo>
                  <a:lnTo>
                    <a:pt x="367558" y="1163957"/>
                  </a:lnTo>
                  <a:lnTo>
                    <a:pt x="366486" y="1164495"/>
                  </a:lnTo>
                  <a:lnTo>
                    <a:pt x="365415" y="1165033"/>
                  </a:lnTo>
                  <a:lnTo>
                    <a:pt x="364343" y="1165568"/>
                  </a:lnTo>
                  <a:lnTo>
                    <a:pt x="363271" y="1166102"/>
                  </a:lnTo>
                  <a:lnTo>
                    <a:pt x="362200" y="1166634"/>
                  </a:lnTo>
                  <a:lnTo>
                    <a:pt x="361128" y="1167165"/>
                  </a:lnTo>
                  <a:lnTo>
                    <a:pt x="360057" y="1167695"/>
                  </a:lnTo>
                  <a:lnTo>
                    <a:pt x="358985" y="1168223"/>
                  </a:lnTo>
                  <a:lnTo>
                    <a:pt x="357913" y="1168749"/>
                  </a:lnTo>
                  <a:lnTo>
                    <a:pt x="356842" y="1169273"/>
                  </a:lnTo>
                  <a:lnTo>
                    <a:pt x="355770" y="1169797"/>
                  </a:lnTo>
                  <a:lnTo>
                    <a:pt x="354699" y="1170318"/>
                  </a:lnTo>
                  <a:lnTo>
                    <a:pt x="353627" y="1170838"/>
                  </a:lnTo>
                  <a:lnTo>
                    <a:pt x="352556" y="1171357"/>
                  </a:lnTo>
                  <a:lnTo>
                    <a:pt x="351484" y="1171874"/>
                  </a:lnTo>
                  <a:lnTo>
                    <a:pt x="350412" y="1172390"/>
                  </a:lnTo>
                  <a:lnTo>
                    <a:pt x="349341" y="1172904"/>
                  </a:lnTo>
                  <a:lnTo>
                    <a:pt x="348269" y="1173416"/>
                  </a:lnTo>
                  <a:lnTo>
                    <a:pt x="347198" y="1173927"/>
                  </a:lnTo>
                  <a:lnTo>
                    <a:pt x="346126" y="1174437"/>
                  </a:lnTo>
                  <a:lnTo>
                    <a:pt x="345054" y="1174945"/>
                  </a:lnTo>
                  <a:lnTo>
                    <a:pt x="343983" y="1175451"/>
                  </a:lnTo>
                  <a:lnTo>
                    <a:pt x="342911" y="1175956"/>
                  </a:lnTo>
                  <a:lnTo>
                    <a:pt x="341840" y="1176460"/>
                  </a:lnTo>
                  <a:lnTo>
                    <a:pt x="340768" y="1176962"/>
                  </a:lnTo>
                  <a:lnTo>
                    <a:pt x="339696" y="1177462"/>
                  </a:lnTo>
                  <a:lnTo>
                    <a:pt x="338625" y="1177962"/>
                  </a:lnTo>
                  <a:lnTo>
                    <a:pt x="337553" y="1178459"/>
                  </a:lnTo>
                  <a:lnTo>
                    <a:pt x="336482" y="1178955"/>
                  </a:lnTo>
                  <a:lnTo>
                    <a:pt x="335410" y="1179450"/>
                  </a:lnTo>
                  <a:lnTo>
                    <a:pt x="334338" y="1179943"/>
                  </a:lnTo>
                  <a:lnTo>
                    <a:pt x="333267" y="1180435"/>
                  </a:lnTo>
                  <a:lnTo>
                    <a:pt x="332195" y="1180925"/>
                  </a:lnTo>
                  <a:lnTo>
                    <a:pt x="331124" y="1181414"/>
                  </a:lnTo>
                  <a:lnTo>
                    <a:pt x="330052" y="1181901"/>
                  </a:lnTo>
                  <a:lnTo>
                    <a:pt x="328980" y="1182387"/>
                  </a:lnTo>
                  <a:lnTo>
                    <a:pt x="327909" y="1182872"/>
                  </a:lnTo>
                  <a:lnTo>
                    <a:pt x="326837" y="1183355"/>
                  </a:lnTo>
                  <a:lnTo>
                    <a:pt x="325766" y="1183836"/>
                  </a:lnTo>
                  <a:lnTo>
                    <a:pt x="324694" y="1184317"/>
                  </a:lnTo>
                  <a:lnTo>
                    <a:pt x="323622" y="1184795"/>
                  </a:lnTo>
                  <a:lnTo>
                    <a:pt x="322551" y="1185273"/>
                  </a:lnTo>
                  <a:lnTo>
                    <a:pt x="321479" y="1185748"/>
                  </a:lnTo>
                  <a:lnTo>
                    <a:pt x="320408" y="1186223"/>
                  </a:lnTo>
                  <a:lnTo>
                    <a:pt x="319336" y="1186696"/>
                  </a:lnTo>
                  <a:lnTo>
                    <a:pt x="318264" y="1187168"/>
                  </a:lnTo>
                  <a:lnTo>
                    <a:pt x="317193" y="1187638"/>
                  </a:lnTo>
                  <a:lnTo>
                    <a:pt x="316121" y="1188107"/>
                  </a:lnTo>
                  <a:lnTo>
                    <a:pt x="315050" y="1188574"/>
                  </a:lnTo>
                  <a:lnTo>
                    <a:pt x="313978" y="1189040"/>
                  </a:lnTo>
                  <a:lnTo>
                    <a:pt x="312906" y="1189505"/>
                  </a:lnTo>
                  <a:lnTo>
                    <a:pt x="311835" y="1189968"/>
                  </a:lnTo>
                  <a:lnTo>
                    <a:pt x="310763" y="1190430"/>
                  </a:lnTo>
                  <a:lnTo>
                    <a:pt x="309692" y="1190890"/>
                  </a:lnTo>
                  <a:lnTo>
                    <a:pt x="308620" y="1191349"/>
                  </a:lnTo>
                  <a:lnTo>
                    <a:pt x="307548" y="1191807"/>
                  </a:lnTo>
                  <a:lnTo>
                    <a:pt x="306477" y="1192263"/>
                  </a:lnTo>
                  <a:lnTo>
                    <a:pt x="305405" y="1192718"/>
                  </a:lnTo>
                  <a:lnTo>
                    <a:pt x="304334" y="1193172"/>
                  </a:lnTo>
                  <a:lnTo>
                    <a:pt x="303262" y="1193624"/>
                  </a:lnTo>
                  <a:lnTo>
                    <a:pt x="302190" y="1194075"/>
                  </a:lnTo>
                  <a:lnTo>
                    <a:pt x="301119" y="1194524"/>
                  </a:lnTo>
                  <a:lnTo>
                    <a:pt x="300047" y="1194972"/>
                  </a:lnTo>
                  <a:lnTo>
                    <a:pt x="298976" y="1195419"/>
                  </a:lnTo>
                  <a:lnTo>
                    <a:pt x="297904" y="1195865"/>
                  </a:lnTo>
                  <a:lnTo>
                    <a:pt x="296832" y="1196309"/>
                  </a:lnTo>
                  <a:lnTo>
                    <a:pt x="295761" y="1196751"/>
                  </a:lnTo>
                  <a:lnTo>
                    <a:pt x="294689" y="1197193"/>
                  </a:lnTo>
                  <a:lnTo>
                    <a:pt x="293618" y="1197633"/>
                  </a:lnTo>
                  <a:lnTo>
                    <a:pt x="292546" y="1198072"/>
                  </a:lnTo>
                  <a:lnTo>
                    <a:pt x="291474" y="1198509"/>
                  </a:lnTo>
                  <a:lnTo>
                    <a:pt x="290403" y="1198945"/>
                  </a:lnTo>
                  <a:lnTo>
                    <a:pt x="289331" y="1199380"/>
                  </a:lnTo>
                  <a:lnTo>
                    <a:pt x="288260" y="1199813"/>
                  </a:lnTo>
                  <a:lnTo>
                    <a:pt x="287188" y="1200245"/>
                  </a:lnTo>
                  <a:lnTo>
                    <a:pt x="286116" y="1200676"/>
                  </a:lnTo>
                  <a:lnTo>
                    <a:pt x="285045" y="1201106"/>
                  </a:lnTo>
                  <a:lnTo>
                    <a:pt x="283973" y="1201534"/>
                  </a:lnTo>
                  <a:lnTo>
                    <a:pt x="282902" y="1201961"/>
                  </a:lnTo>
                  <a:lnTo>
                    <a:pt x="281830" y="1202386"/>
                  </a:lnTo>
                  <a:lnTo>
                    <a:pt x="280758" y="1202811"/>
                  </a:lnTo>
                  <a:lnTo>
                    <a:pt x="279687" y="1203234"/>
                  </a:lnTo>
                  <a:lnTo>
                    <a:pt x="278615" y="1203656"/>
                  </a:lnTo>
                  <a:lnTo>
                    <a:pt x="277544" y="1204076"/>
                  </a:lnTo>
                  <a:lnTo>
                    <a:pt x="276472" y="1204495"/>
                  </a:lnTo>
                  <a:lnTo>
                    <a:pt x="275400" y="1204913"/>
                  </a:lnTo>
                  <a:lnTo>
                    <a:pt x="274329" y="1205330"/>
                  </a:lnTo>
                  <a:lnTo>
                    <a:pt x="273257" y="1205745"/>
                  </a:lnTo>
                  <a:lnTo>
                    <a:pt x="272186" y="1206159"/>
                  </a:lnTo>
                  <a:lnTo>
                    <a:pt x="271114" y="1206572"/>
                  </a:lnTo>
                  <a:lnTo>
                    <a:pt x="270042" y="1206984"/>
                  </a:lnTo>
                  <a:lnTo>
                    <a:pt x="268971" y="1207394"/>
                  </a:lnTo>
                  <a:lnTo>
                    <a:pt x="267899" y="1207803"/>
                  </a:lnTo>
                  <a:lnTo>
                    <a:pt x="266828" y="1208211"/>
                  </a:lnTo>
                  <a:lnTo>
                    <a:pt x="265756" y="1208617"/>
                  </a:lnTo>
                  <a:lnTo>
                    <a:pt x="264684" y="1209023"/>
                  </a:lnTo>
                  <a:lnTo>
                    <a:pt x="263613" y="1209427"/>
                  </a:lnTo>
                  <a:lnTo>
                    <a:pt x="262541" y="1209830"/>
                  </a:lnTo>
                  <a:lnTo>
                    <a:pt x="261470" y="1210231"/>
                  </a:lnTo>
                  <a:lnTo>
                    <a:pt x="260398" y="1210632"/>
                  </a:lnTo>
                  <a:lnTo>
                    <a:pt x="259326" y="1211031"/>
                  </a:lnTo>
                  <a:lnTo>
                    <a:pt x="258255" y="1211429"/>
                  </a:lnTo>
                  <a:lnTo>
                    <a:pt x="257183" y="1211826"/>
                  </a:lnTo>
                  <a:lnTo>
                    <a:pt x="256112" y="1212221"/>
                  </a:lnTo>
                  <a:lnTo>
                    <a:pt x="255040" y="1212615"/>
                  </a:lnTo>
                  <a:lnTo>
                    <a:pt x="253968" y="1213009"/>
                  </a:lnTo>
                  <a:lnTo>
                    <a:pt x="252897" y="1213400"/>
                  </a:lnTo>
                  <a:lnTo>
                    <a:pt x="251825" y="1213791"/>
                  </a:lnTo>
                  <a:lnTo>
                    <a:pt x="250754" y="1214181"/>
                  </a:lnTo>
                  <a:lnTo>
                    <a:pt x="249682" y="1214569"/>
                  </a:lnTo>
                  <a:lnTo>
                    <a:pt x="248610" y="1214956"/>
                  </a:lnTo>
                  <a:lnTo>
                    <a:pt x="247539" y="1215342"/>
                  </a:lnTo>
                  <a:lnTo>
                    <a:pt x="246467" y="1215727"/>
                  </a:lnTo>
                  <a:lnTo>
                    <a:pt x="245396" y="1216110"/>
                  </a:lnTo>
                  <a:lnTo>
                    <a:pt x="244324" y="1216492"/>
                  </a:lnTo>
                  <a:lnTo>
                    <a:pt x="243252" y="1216874"/>
                  </a:lnTo>
                  <a:lnTo>
                    <a:pt x="242181" y="1217254"/>
                  </a:lnTo>
                  <a:lnTo>
                    <a:pt x="241109" y="1217632"/>
                  </a:lnTo>
                  <a:lnTo>
                    <a:pt x="240038" y="1218010"/>
                  </a:lnTo>
                  <a:lnTo>
                    <a:pt x="238966" y="1218387"/>
                  </a:lnTo>
                  <a:lnTo>
                    <a:pt x="237894" y="1218762"/>
                  </a:lnTo>
                  <a:lnTo>
                    <a:pt x="236823" y="1219136"/>
                  </a:lnTo>
                  <a:lnTo>
                    <a:pt x="235751" y="1219509"/>
                  </a:lnTo>
                  <a:lnTo>
                    <a:pt x="234680" y="1219881"/>
                  </a:lnTo>
                  <a:lnTo>
                    <a:pt x="233608" y="1220252"/>
                  </a:lnTo>
                  <a:lnTo>
                    <a:pt x="232536" y="1220621"/>
                  </a:lnTo>
                  <a:lnTo>
                    <a:pt x="231465" y="1220990"/>
                  </a:lnTo>
                  <a:lnTo>
                    <a:pt x="230393" y="1221357"/>
                  </a:lnTo>
                  <a:lnTo>
                    <a:pt x="229322" y="1221723"/>
                  </a:lnTo>
                  <a:lnTo>
                    <a:pt x="228250" y="1222088"/>
                  </a:lnTo>
                  <a:lnTo>
                    <a:pt x="227178" y="1222452"/>
                  </a:lnTo>
                  <a:lnTo>
                    <a:pt x="226107" y="1222815"/>
                  </a:lnTo>
                  <a:lnTo>
                    <a:pt x="225035" y="1223177"/>
                  </a:lnTo>
                  <a:lnTo>
                    <a:pt x="223964" y="1223537"/>
                  </a:lnTo>
                  <a:lnTo>
                    <a:pt x="222892" y="1223896"/>
                  </a:lnTo>
                  <a:lnTo>
                    <a:pt x="221820" y="1224255"/>
                  </a:lnTo>
                  <a:lnTo>
                    <a:pt x="220749" y="1224612"/>
                  </a:lnTo>
                  <a:lnTo>
                    <a:pt x="219677" y="1224968"/>
                  </a:lnTo>
                  <a:lnTo>
                    <a:pt x="218606" y="1225323"/>
                  </a:lnTo>
                  <a:lnTo>
                    <a:pt x="217534" y="1225677"/>
                  </a:lnTo>
                  <a:lnTo>
                    <a:pt x="216462" y="1226030"/>
                  </a:lnTo>
                  <a:lnTo>
                    <a:pt x="215391" y="1226381"/>
                  </a:lnTo>
                  <a:lnTo>
                    <a:pt x="214319" y="1226732"/>
                  </a:lnTo>
                  <a:lnTo>
                    <a:pt x="213248" y="1227081"/>
                  </a:lnTo>
                  <a:lnTo>
                    <a:pt x="212176" y="1227430"/>
                  </a:lnTo>
                  <a:lnTo>
                    <a:pt x="211104" y="1227777"/>
                  </a:lnTo>
                  <a:lnTo>
                    <a:pt x="210033" y="1228124"/>
                  </a:lnTo>
                  <a:lnTo>
                    <a:pt x="208961" y="1228469"/>
                  </a:lnTo>
                  <a:lnTo>
                    <a:pt x="207890" y="1228813"/>
                  </a:lnTo>
                  <a:lnTo>
                    <a:pt x="206818" y="1229156"/>
                  </a:lnTo>
                  <a:lnTo>
                    <a:pt x="205746" y="1229498"/>
                  </a:lnTo>
                  <a:lnTo>
                    <a:pt x="204675" y="1229839"/>
                  </a:lnTo>
                  <a:lnTo>
                    <a:pt x="203603" y="1230179"/>
                  </a:lnTo>
                  <a:lnTo>
                    <a:pt x="202532" y="1230517"/>
                  </a:lnTo>
                  <a:lnTo>
                    <a:pt x="201460" y="1230855"/>
                  </a:lnTo>
                  <a:lnTo>
                    <a:pt x="200388" y="1231192"/>
                  </a:lnTo>
                  <a:lnTo>
                    <a:pt x="199317" y="1231527"/>
                  </a:lnTo>
                  <a:lnTo>
                    <a:pt x="198245" y="1231862"/>
                  </a:lnTo>
                  <a:lnTo>
                    <a:pt x="197174" y="1232196"/>
                  </a:lnTo>
                  <a:lnTo>
                    <a:pt x="196102" y="1232528"/>
                  </a:lnTo>
                  <a:lnTo>
                    <a:pt x="195030" y="1232860"/>
                  </a:lnTo>
                  <a:lnTo>
                    <a:pt x="193959" y="1233190"/>
                  </a:lnTo>
                  <a:lnTo>
                    <a:pt x="192887" y="1233519"/>
                  </a:lnTo>
                  <a:lnTo>
                    <a:pt x="191816" y="1233848"/>
                  </a:lnTo>
                  <a:lnTo>
                    <a:pt x="190744" y="1234175"/>
                  </a:lnTo>
                  <a:lnTo>
                    <a:pt x="189672" y="1234501"/>
                  </a:lnTo>
                  <a:lnTo>
                    <a:pt x="188601" y="1234827"/>
                  </a:lnTo>
                  <a:lnTo>
                    <a:pt x="187529" y="1235151"/>
                  </a:lnTo>
                  <a:lnTo>
                    <a:pt x="186458" y="1235474"/>
                  </a:lnTo>
                  <a:lnTo>
                    <a:pt x="185386" y="1235797"/>
                  </a:lnTo>
                  <a:lnTo>
                    <a:pt x="184314" y="1236118"/>
                  </a:lnTo>
                  <a:lnTo>
                    <a:pt x="183243" y="1236438"/>
                  </a:lnTo>
                  <a:lnTo>
                    <a:pt x="182171" y="1236757"/>
                  </a:lnTo>
                  <a:lnTo>
                    <a:pt x="181100" y="1237076"/>
                  </a:lnTo>
                  <a:lnTo>
                    <a:pt x="180028" y="1237393"/>
                  </a:lnTo>
                  <a:lnTo>
                    <a:pt x="178956" y="1237709"/>
                  </a:lnTo>
                  <a:lnTo>
                    <a:pt x="177885" y="1238024"/>
                  </a:lnTo>
                  <a:lnTo>
                    <a:pt x="176813" y="1238339"/>
                  </a:lnTo>
                  <a:lnTo>
                    <a:pt x="175742" y="1238652"/>
                  </a:lnTo>
                  <a:lnTo>
                    <a:pt x="174670" y="1238964"/>
                  </a:lnTo>
                  <a:lnTo>
                    <a:pt x="173599" y="1239276"/>
                  </a:lnTo>
                  <a:lnTo>
                    <a:pt x="172527" y="1239586"/>
                  </a:lnTo>
                  <a:lnTo>
                    <a:pt x="171455" y="1239895"/>
                  </a:lnTo>
                  <a:lnTo>
                    <a:pt x="170384" y="1240204"/>
                  </a:lnTo>
                  <a:lnTo>
                    <a:pt x="169312" y="1240511"/>
                  </a:lnTo>
                  <a:lnTo>
                    <a:pt x="168241" y="1240818"/>
                  </a:lnTo>
                  <a:lnTo>
                    <a:pt x="167169" y="1241123"/>
                  </a:lnTo>
                  <a:lnTo>
                    <a:pt x="166097" y="1241428"/>
                  </a:lnTo>
                  <a:lnTo>
                    <a:pt x="165026" y="1241732"/>
                  </a:lnTo>
                  <a:lnTo>
                    <a:pt x="163954" y="1242034"/>
                  </a:lnTo>
                  <a:lnTo>
                    <a:pt x="162883" y="1242336"/>
                  </a:lnTo>
                  <a:lnTo>
                    <a:pt x="161811" y="1242637"/>
                  </a:lnTo>
                  <a:lnTo>
                    <a:pt x="160739" y="1242936"/>
                  </a:lnTo>
                  <a:lnTo>
                    <a:pt x="159668" y="1243235"/>
                  </a:lnTo>
                  <a:lnTo>
                    <a:pt x="158596" y="1243533"/>
                  </a:lnTo>
                  <a:lnTo>
                    <a:pt x="157525" y="1243830"/>
                  </a:lnTo>
                  <a:lnTo>
                    <a:pt x="156453" y="1244126"/>
                  </a:lnTo>
                  <a:lnTo>
                    <a:pt x="155381" y="1244422"/>
                  </a:lnTo>
                  <a:lnTo>
                    <a:pt x="154310" y="1244716"/>
                  </a:lnTo>
                  <a:lnTo>
                    <a:pt x="153238" y="1245009"/>
                  </a:lnTo>
                  <a:lnTo>
                    <a:pt x="152167" y="1245301"/>
                  </a:lnTo>
                  <a:lnTo>
                    <a:pt x="151095" y="1245593"/>
                  </a:lnTo>
                  <a:lnTo>
                    <a:pt x="150023" y="1245883"/>
                  </a:lnTo>
                  <a:lnTo>
                    <a:pt x="148952" y="1246173"/>
                  </a:lnTo>
                  <a:lnTo>
                    <a:pt x="147880" y="1246462"/>
                  </a:lnTo>
                  <a:lnTo>
                    <a:pt x="146809" y="1246749"/>
                  </a:lnTo>
                  <a:lnTo>
                    <a:pt x="145737" y="1247036"/>
                  </a:lnTo>
                  <a:lnTo>
                    <a:pt x="144665" y="1247322"/>
                  </a:lnTo>
                  <a:lnTo>
                    <a:pt x="143594" y="1247607"/>
                  </a:lnTo>
                  <a:lnTo>
                    <a:pt x="142522" y="1247891"/>
                  </a:lnTo>
                  <a:lnTo>
                    <a:pt x="141451" y="1248175"/>
                  </a:lnTo>
                  <a:lnTo>
                    <a:pt x="140379" y="1248457"/>
                  </a:lnTo>
                  <a:lnTo>
                    <a:pt x="139307" y="1248739"/>
                  </a:lnTo>
                  <a:lnTo>
                    <a:pt x="138236" y="1249019"/>
                  </a:lnTo>
                  <a:lnTo>
                    <a:pt x="137164" y="1249299"/>
                  </a:lnTo>
                  <a:lnTo>
                    <a:pt x="136093" y="1249578"/>
                  </a:lnTo>
                  <a:lnTo>
                    <a:pt x="135021" y="1249856"/>
                  </a:lnTo>
                  <a:lnTo>
                    <a:pt x="133949" y="1250133"/>
                  </a:lnTo>
                  <a:lnTo>
                    <a:pt x="132878" y="1250409"/>
                  </a:lnTo>
                  <a:lnTo>
                    <a:pt x="131806" y="1250684"/>
                  </a:lnTo>
                  <a:lnTo>
                    <a:pt x="130735" y="1250959"/>
                  </a:lnTo>
                  <a:lnTo>
                    <a:pt x="129663" y="1251232"/>
                  </a:lnTo>
                  <a:lnTo>
                    <a:pt x="128591" y="1251505"/>
                  </a:lnTo>
                  <a:lnTo>
                    <a:pt x="127520" y="1251777"/>
                  </a:lnTo>
                  <a:lnTo>
                    <a:pt x="126448" y="1252048"/>
                  </a:lnTo>
                  <a:lnTo>
                    <a:pt x="125377" y="1252318"/>
                  </a:lnTo>
                  <a:lnTo>
                    <a:pt x="124305" y="1252587"/>
                  </a:lnTo>
                  <a:lnTo>
                    <a:pt x="123233" y="1252856"/>
                  </a:lnTo>
                  <a:lnTo>
                    <a:pt x="122162" y="1253123"/>
                  </a:lnTo>
                  <a:lnTo>
                    <a:pt x="121090" y="1253390"/>
                  </a:lnTo>
                  <a:lnTo>
                    <a:pt x="120019" y="1253656"/>
                  </a:lnTo>
                  <a:lnTo>
                    <a:pt x="118947" y="1253921"/>
                  </a:lnTo>
                  <a:lnTo>
                    <a:pt x="117875" y="1254185"/>
                  </a:lnTo>
                  <a:lnTo>
                    <a:pt x="116804" y="1254449"/>
                  </a:lnTo>
                  <a:lnTo>
                    <a:pt x="115732" y="1254711"/>
                  </a:lnTo>
                  <a:lnTo>
                    <a:pt x="114661" y="1254973"/>
                  </a:lnTo>
                  <a:lnTo>
                    <a:pt x="113589" y="1255234"/>
                  </a:lnTo>
                  <a:lnTo>
                    <a:pt x="112517" y="1255494"/>
                  </a:lnTo>
                  <a:lnTo>
                    <a:pt x="111446" y="1255753"/>
                  </a:lnTo>
                  <a:lnTo>
                    <a:pt x="110374" y="1256012"/>
                  </a:lnTo>
                  <a:lnTo>
                    <a:pt x="109303" y="1256269"/>
                  </a:lnTo>
                  <a:lnTo>
                    <a:pt x="108231" y="1256526"/>
                  </a:lnTo>
                  <a:lnTo>
                    <a:pt x="107159" y="1256782"/>
                  </a:lnTo>
                  <a:lnTo>
                    <a:pt x="106088" y="1257037"/>
                  </a:lnTo>
                  <a:lnTo>
                    <a:pt x="105016" y="1257291"/>
                  </a:lnTo>
                  <a:lnTo>
                    <a:pt x="103945" y="1257545"/>
                  </a:lnTo>
                  <a:lnTo>
                    <a:pt x="102873" y="1257798"/>
                  </a:lnTo>
                  <a:lnTo>
                    <a:pt x="101801" y="1258050"/>
                  </a:lnTo>
                  <a:lnTo>
                    <a:pt x="100730" y="1258301"/>
                  </a:lnTo>
                  <a:lnTo>
                    <a:pt x="99658" y="1258551"/>
                  </a:lnTo>
                  <a:lnTo>
                    <a:pt x="98587" y="1258801"/>
                  </a:lnTo>
                  <a:lnTo>
                    <a:pt x="97515" y="1259049"/>
                  </a:lnTo>
                  <a:lnTo>
                    <a:pt x="96443" y="1259297"/>
                  </a:lnTo>
                  <a:lnTo>
                    <a:pt x="95372" y="1259545"/>
                  </a:lnTo>
                  <a:lnTo>
                    <a:pt x="94300" y="1259791"/>
                  </a:lnTo>
                  <a:lnTo>
                    <a:pt x="93229" y="1260037"/>
                  </a:lnTo>
                  <a:lnTo>
                    <a:pt x="92157" y="1260281"/>
                  </a:lnTo>
                  <a:lnTo>
                    <a:pt x="91085" y="1260525"/>
                  </a:lnTo>
                  <a:lnTo>
                    <a:pt x="90014" y="1260769"/>
                  </a:lnTo>
                  <a:lnTo>
                    <a:pt x="88942" y="1261011"/>
                  </a:lnTo>
                  <a:lnTo>
                    <a:pt x="87871" y="1261253"/>
                  </a:lnTo>
                  <a:lnTo>
                    <a:pt x="86799" y="1261494"/>
                  </a:lnTo>
                  <a:lnTo>
                    <a:pt x="85727" y="1261734"/>
                  </a:lnTo>
                  <a:lnTo>
                    <a:pt x="84656" y="1261973"/>
                  </a:lnTo>
                  <a:lnTo>
                    <a:pt x="83584" y="1262212"/>
                  </a:lnTo>
                  <a:lnTo>
                    <a:pt x="82513" y="1262450"/>
                  </a:lnTo>
                  <a:lnTo>
                    <a:pt x="81441" y="1262687"/>
                  </a:lnTo>
                  <a:lnTo>
                    <a:pt x="80369" y="1262924"/>
                  </a:lnTo>
                  <a:lnTo>
                    <a:pt x="79298" y="1263159"/>
                  </a:lnTo>
                  <a:lnTo>
                    <a:pt x="78226" y="1263394"/>
                  </a:lnTo>
                  <a:lnTo>
                    <a:pt x="77155" y="1263628"/>
                  </a:lnTo>
                  <a:lnTo>
                    <a:pt x="76083" y="1263862"/>
                  </a:lnTo>
                  <a:lnTo>
                    <a:pt x="75011" y="1264094"/>
                  </a:lnTo>
                  <a:lnTo>
                    <a:pt x="73940" y="1264326"/>
                  </a:lnTo>
                  <a:lnTo>
                    <a:pt x="72868" y="1264557"/>
                  </a:lnTo>
                  <a:lnTo>
                    <a:pt x="71797" y="1264788"/>
                  </a:lnTo>
                  <a:lnTo>
                    <a:pt x="70725" y="1265017"/>
                  </a:lnTo>
                  <a:lnTo>
                    <a:pt x="69653" y="1265246"/>
                  </a:lnTo>
                  <a:lnTo>
                    <a:pt x="68582" y="1265475"/>
                  </a:lnTo>
                  <a:lnTo>
                    <a:pt x="67510" y="1265702"/>
                  </a:lnTo>
                  <a:lnTo>
                    <a:pt x="66439" y="1265929"/>
                  </a:lnTo>
                  <a:lnTo>
                    <a:pt x="65367" y="1266155"/>
                  </a:lnTo>
                  <a:lnTo>
                    <a:pt x="64295" y="1266380"/>
                  </a:lnTo>
                  <a:lnTo>
                    <a:pt x="63224" y="1266605"/>
                  </a:lnTo>
                  <a:lnTo>
                    <a:pt x="62152" y="1266829"/>
                  </a:lnTo>
                  <a:lnTo>
                    <a:pt x="61081" y="1267052"/>
                  </a:lnTo>
                  <a:lnTo>
                    <a:pt x="60009" y="1267274"/>
                  </a:lnTo>
                  <a:lnTo>
                    <a:pt x="58937" y="1267496"/>
                  </a:lnTo>
                  <a:lnTo>
                    <a:pt x="57866" y="1267717"/>
                  </a:lnTo>
                  <a:lnTo>
                    <a:pt x="56794" y="1267938"/>
                  </a:lnTo>
                  <a:lnTo>
                    <a:pt x="55723" y="1268157"/>
                  </a:lnTo>
                  <a:lnTo>
                    <a:pt x="54651" y="1268376"/>
                  </a:lnTo>
                  <a:lnTo>
                    <a:pt x="53579" y="1268594"/>
                  </a:lnTo>
                  <a:lnTo>
                    <a:pt x="52508" y="1268812"/>
                  </a:lnTo>
                  <a:lnTo>
                    <a:pt x="51436" y="1269029"/>
                  </a:lnTo>
                  <a:lnTo>
                    <a:pt x="50365" y="1269245"/>
                  </a:lnTo>
                  <a:lnTo>
                    <a:pt x="49293" y="1269460"/>
                  </a:lnTo>
                  <a:lnTo>
                    <a:pt x="48221" y="1269675"/>
                  </a:lnTo>
                  <a:lnTo>
                    <a:pt x="47150" y="1269889"/>
                  </a:lnTo>
                  <a:lnTo>
                    <a:pt x="46078" y="1270103"/>
                  </a:lnTo>
                  <a:lnTo>
                    <a:pt x="45007" y="1270315"/>
                  </a:lnTo>
                  <a:lnTo>
                    <a:pt x="43935" y="1270527"/>
                  </a:lnTo>
                  <a:lnTo>
                    <a:pt x="42863" y="1270739"/>
                  </a:lnTo>
                  <a:lnTo>
                    <a:pt x="41792" y="1270950"/>
                  </a:lnTo>
                  <a:lnTo>
                    <a:pt x="40720" y="1271160"/>
                  </a:lnTo>
                  <a:lnTo>
                    <a:pt x="39649" y="1271369"/>
                  </a:lnTo>
                  <a:lnTo>
                    <a:pt x="38577" y="1271578"/>
                  </a:lnTo>
                  <a:lnTo>
                    <a:pt x="37505" y="1271786"/>
                  </a:lnTo>
                  <a:lnTo>
                    <a:pt x="36434" y="1271993"/>
                  </a:lnTo>
                  <a:lnTo>
                    <a:pt x="35362" y="1272200"/>
                  </a:lnTo>
                  <a:lnTo>
                    <a:pt x="34291" y="1272406"/>
                  </a:lnTo>
                  <a:lnTo>
                    <a:pt x="33219" y="1272611"/>
                  </a:lnTo>
                  <a:lnTo>
                    <a:pt x="32147" y="1272816"/>
                  </a:lnTo>
                  <a:lnTo>
                    <a:pt x="31076" y="1273020"/>
                  </a:lnTo>
                  <a:lnTo>
                    <a:pt x="30004" y="1273223"/>
                  </a:lnTo>
                  <a:lnTo>
                    <a:pt x="28933" y="1273426"/>
                  </a:lnTo>
                  <a:lnTo>
                    <a:pt x="27861" y="1273628"/>
                  </a:lnTo>
                  <a:lnTo>
                    <a:pt x="26789" y="1273829"/>
                  </a:lnTo>
                  <a:lnTo>
                    <a:pt x="25718" y="1274030"/>
                  </a:lnTo>
                  <a:lnTo>
                    <a:pt x="24646" y="1274230"/>
                  </a:lnTo>
                  <a:lnTo>
                    <a:pt x="23575" y="1274430"/>
                  </a:lnTo>
                  <a:lnTo>
                    <a:pt x="22503" y="1274629"/>
                  </a:lnTo>
                  <a:lnTo>
                    <a:pt x="21431" y="1274827"/>
                  </a:lnTo>
                  <a:lnTo>
                    <a:pt x="20360" y="1275024"/>
                  </a:lnTo>
                  <a:lnTo>
                    <a:pt x="19288" y="1275221"/>
                  </a:lnTo>
                  <a:lnTo>
                    <a:pt x="18217" y="1275418"/>
                  </a:lnTo>
                  <a:lnTo>
                    <a:pt x="17145" y="1275613"/>
                  </a:lnTo>
                  <a:lnTo>
                    <a:pt x="16073" y="1275809"/>
                  </a:lnTo>
                  <a:lnTo>
                    <a:pt x="15002" y="1276003"/>
                  </a:lnTo>
                  <a:lnTo>
                    <a:pt x="13930" y="1276197"/>
                  </a:lnTo>
                  <a:lnTo>
                    <a:pt x="12859" y="1276390"/>
                  </a:lnTo>
                  <a:lnTo>
                    <a:pt x="11787" y="1276583"/>
                  </a:lnTo>
                  <a:lnTo>
                    <a:pt x="10715" y="1276775"/>
                  </a:lnTo>
                  <a:lnTo>
                    <a:pt x="9644" y="1276966"/>
                  </a:lnTo>
                  <a:lnTo>
                    <a:pt x="8572" y="1277157"/>
                  </a:lnTo>
                  <a:lnTo>
                    <a:pt x="7501" y="1277347"/>
                  </a:lnTo>
                  <a:lnTo>
                    <a:pt x="6429" y="1277536"/>
                  </a:lnTo>
                  <a:lnTo>
                    <a:pt x="5357" y="1277725"/>
                  </a:lnTo>
                  <a:lnTo>
                    <a:pt x="4286" y="1277914"/>
                  </a:lnTo>
                  <a:lnTo>
                    <a:pt x="3214" y="1278101"/>
                  </a:lnTo>
                  <a:lnTo>
                    <a:pt x="2143" y="1278288"/>
                  </a:lnTo>
                  <a:lnTo>
                    <a:pt x="1071" y="1278475"/>
                  </a:lnTo>
                  <a:lnTo>
                    <a:pt x="0" y="1278661"/>
                  </a:lnTo>
                  <a:lnTo>
                    <a:pt x="0" y="127866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5034264" y="1328462"/>
              <a:ext cx="3856684" cy="1224225"/>
            </a:xfrm>
            <a:custGeom>
              <a:avLst/>
              <a:gdLst/>
              <a:ahLst/>
              <a:cxnLst/>
              <a:rect l="0" t="0" r="0" b="0"/>
              <a:pathLst>
                <a:path w="3856684" h="1224225">
                  <a:moveTo>
                    <a:pt x="0" y="1224225"/>
                  </a:moveTo>
                  <a:lnTo>
                    <a:pt x="1071" y="1223861"/>
                  </a:lnTo>
                  <a:lnTo>
                    <a:pt x="2143" y="1223497"/>
                  </a:lnTo>
                  <a:lnTo>
                    <a:pt x="3214" y="1223133"/>
                  </a:lnTo>
                  <a:lnTo>
                    <a:pt x="4286" y="1222768"/>
                  </a:lnTo>
                  <a:lnTo>
                    <a:pt x="5357" y="1222403"/>
                  </a:lnTo>
                  <a:lnTo>
                    <a:pt x="6429" y="1222038"/>
                  </a:lnTo>
                  <a:lnTo>
                    <a:pt x="7501" y="1221672"/>
                  </a:lnTo>
                  <a:lnTo>
                    <a:pt x="8572" y="1221306"/>
                  </a:lnTo>
                  <a:lnTo>
                    <a:pt x="9644" y="1220939"/>
                  </a:lnTo>
                  <a:lnTo>
                    <a:pt x="10715" y="1220573"/>
                  </a:lnTo>
                  <a:lnTo>
                    <a:pt x="11787" y="1220205"/>
                  </a:lnTo>
                  <a:lnTo>
                    <a:pt x="12859" y="1219838"/>
                  </a:lnTo>
                  <a:lnTo>
                    <a:pt x="13930" y="1219470"/>
                  </a:lnTo>
                  <a:lnTo>
                    <a:pt x="15002" y="1219102"/>
                  </a:lnTo>
                  <a:lnTo>
                    <a:pt x="16073" y="1218733"/>
                  </a:lnTo>
                  <a:lnTo>
                    <a:pt x="17145" y="1218364"/>
                  </a:lnTo>
                  <a:lnTo>
                    <a:pt x="18217" y="1217995"/>
                  </a:lnTo>
                  <a:lnTo>
                    <a:pt x="19288" y="1217625"/>
                  </a:lnTo>
                  <a:lnTo>
                    <a:pt x="20360" y="1217255"/>
                  </a:lnTo>
                  <a:lnTo>
                    <a:pt x="21431" y="1216885"/>
                  </a:lnTo>
                  <a:lnTo>
                    <a:pt x="22503" y="1216514"/>
                  </a:lnTo>
                  <a:lnTo>
                    <a:pt x="23575" y="1216143"/>
                  </a:lnTo>
                  <a:lnTo>
                    <a:pt x="24646" y="1215771"/>
                  </a:lnTo>
                  <a:lnTo>
                    <a:pt x="25718" y="1215399"/>
                  </a:lnTo>
                  <a:lnTo>
                    <a:pt x="26789" y="1215027"/>
                  </a:lnTo>
                  <a:lnTo>
                    <a:pt x="27861" y="1214655"/>
                  </a:lnTo>
                  <a:lnTo>
                    <a:pt x="28933" y="1214282"/>
                  </a:lnTo>
                  <a:lnTo>
                    <a:pt x="30004" y="1213908"/>
                  </a:lnTo>
                  <a:lnTo>
                    <a:pt x="31076" y="1213535"/>
                  </a:lnTo>
                  <a:lnTo>
                    <a:pt x="32147" y="1213161"/>
                  </a:lnTo>
                  <a:lnTo>
                    <a:pt x="33219" y="1212786"/>
                  </a:lnTo>
                  <a:lnTo>
                    <a:pt x="34291" y="1212411"/>
                  </a:lnTo>
                  <a:lnTo>
                    <a:pt x="35362" y="1212036"/>
                  </a:lnTo>
                  <a:lnTo>
                    <a:pt x="36434" y="1211661"/>
                  </a:lnTo>
                  <a:lnTo>
                    <a:pt x="37505" y="1211285"/>
                  </a:lnTo>
                  <a:lnTo>
                    <a:pt x="38577" y="1210908"/>
                  </a:lnTo>
                  <a:lnTo>
                    <a:pt x="39649" y="1210532"/>
                  </a:lnTo>
                  <a:lnTo>
                    <a:pt x="40720" y="1210155"/>
                  </a:lnTo>
                  <a:lnTo>
                    <a:pt x="41792" y="1209777"/>
                  </a:lnTo>
                  <a:lnTo>
                    <a:pt x="42863" y="1209400"/>
                  </a:lnTo>
                  <a:lnTo>
                    <a:pt x="43935" y="1209022"/>
                  </a:lnTo>
                  <a:lnTo>
                    <a:pt x="45007" y="1208643"/>
                  </a:lnTo>
                  <a:lnTo>
                    <a:pt x="46078" y="1208264"/>
                  </a:lnTo>
                  <a:lnTo>
                    <a:pt x="47150" y="1207885"/>
                  </a:lnTo>
                  <a:lnTo>
                    <a:pt x="48221" y="1207506"/>
                  </a:lnTo>
                  <a:lnTo>
                    <a:pt x="49293" y="1207126"/>
                  </a:lnTo>
                  <a:lnTo>
                    <a:pt x="50365" y="1206745"/>
                  </a:lnTo>
                  <a:lnTo>
                    <a:pt x="51436" y="1206365"/>
                  </a:lnTo>
                  <a:lnTo>
                    <a:pt x="52508" y="1205984"/>
                  </a:lnTo>
                  <a:lnTo>
                    <a:pt x="53579" y="1205602"/>
                  </a:lnTo>
                  <a:lnTo>
                    <a:pt x="54651" y="1205220"/>
                  </a:lnTo>
                  <a:lnTo>
                    <a:pt x="55723" y="1204838"/>
                  </a:lnTo>
                  <a:lnTo>
                    <a:pt x="56794" y="1204455"/>
                  </a:lnTo>
                  <a:lnTo>
                    <a:pt x="57866" y="1204073"/>
                  </a:lnTo>
                  <a:lnTo>
                    <a:pt x="58937" y="1203689"/>
                  </a:lnTo>
                  <a:lnTo>
                    <a:pt x="60009" y="1203306"/>
                  </a:lnTo>
                  <a:lnTo>
                    <a:pt x="61081" y="1202921"/>
                  </a:lnTo>
                  <a:lnTo>
                    <a:pt x="62152" y="1202537"/>
                  </a:lnTo>
                  <a:lnTo>
                    <a:pt x="63224" y="1202152"/>
                  </a:lnTo>
                  <a:lnTo>
                    <a:pt x="64295" y="1201767"/>
                  </a:lnTo>
                  <a:lnTo>
                    <a:pt x="65367" y="1201381"/>
                  </a:lnTo>
                  <a:lnTo>
                    <a:pt x="66439" y="1200996"/>
                  </a:lnTo>
                  <a:lnTo>
                    <a:pt x="67510" y="1200609"/>
                  </a:lnTo>
                  <a:lnTo>
                    <a:pt x="68582" y="1200222"/>
                  </a:lnTo>
                  <a:lnTo>
                    <a:pt x="69653" y="1199835"/>
                  </a:lnTo>
                  <a:lnTo>
                    <a:pt x="70725" y="1199448"/>
                  </a:lnTo>
                  <a:lnTo>
                    <a:pt x="71797" y="1199060"/>
                  </a:lnTo>
                  <a:lnTo>
                    <a:pt x="72868" y="1198672"/>
                  </a:lnTo>
                  <a:lnTo>
                    <a:pt x="73940" y="1198283"/>
                  </a:lnTo>
                  <a:lnTo>
                    <a:pt x="75011" y="1197894"/>
                  </a:lnTo>
                  <a:lnTo>
                    <a:pt x="76083" y="1197505"/>
                  </a:lnTo>
                  <a:lnTo>
                    <a:pt x="77155" y="1197115"/>
                  </a:lnTo>
                  <a:lnTo>
                    <a:pt x="78226" y="1196725"/>
                  </a:lnTo>
                  <a:lnTo>
                    <a:pt x="79298" y="1196335"/>
                  </a:lnTo>
                  <a:lnTo>
                    <a:pt x="80369" y="1195944"/>
                  </a:lnTo>
                  <a:lnTo>
                    <a:pt x="81441" y="1195552"/>
                  </a:lnTo>
                  <a:lnTo>
                    <a:pt x="82513" y="1195161"/>
                  </a:lnTo>
                  <a:lnTo>
                    <a:pt x="83584" y="1194769"/>
                  </a:lnTo>
                  <a:lnTo>
                    <a:pt x="84656" y="1194376"/>
                  </a:lnTo>
                  <a:lnTo>
                    <a:pt x="85727" y="1193984"/>
                  </a:lnTo>
                  <a:lnTo>
                    <a:pt x="86799" y="1193590"/>
                  </a:lnTo>
                  <a:lnTo>
                    <a:pt x="87871" y="1193197"/>
                  </a:lnTo>
                  <a:lnTo>
                    <a:pt x="88942" y="1192803"/>
                  </a:lnTo>
                  <a:lnTo>
                    <a:pt x="90014" y="1192408"/>
                  </a:lnTo>
                  <a:lnTo>
                    <a:pt x="91085" y="1192014"/>
                  </a:lnTo>
                  <a:lnTo>
                    <a:pt x="92157" y="1191619"/>
                  </a:lnTo>
                  <a:lnTo>
                    <a:pt x="93229" y="1191223"/>
                  </a:lnTo>
                  <a:lnTo>
                    <a:pt x="94300" y="1190827"/>
                  </a:lnTo>
                  <a:lnTo>
                    <a:pt x="95372" y="1190431"/>
                  </a:lnTo>
                  <a:lnTo>
                    <a:pt x="96443" y="1190034"/>
                  </a:lnTo>
                  <a:lnTo>
                    <a:pt x="97515" y="1189637"/>
                  </a:lnTo>
                  <a:lnTo>
                    <a:pt x="98587" y="1189240"/>
                  </a:lnTo>
                  <a:lnTo>
                    <a:pt x="99658" y="1188842"/>
                  </a:lnTo>
                  <a:lnTo>
                    <a:pt x="100730" y="1188444"/>
                  </a:lnTo>
                  <a:lnTo>
                    <a:pt x="101801" y="1188045"/>
                  </a:lnTo>
                  <a:lnTo>
                    <a:pt x="102873" y="1187646"/>
                  </a:lnTo>
                  <a:lnTo>
                    <a:pt x="103945" y="1187247"/>
                  </a:lnTo>
                  <a:lnTo>
                    <a:pt x="105016" y="1186847"/>
                  </a:lnTo>
                  <a:lnTo>
                    <a:pt x="106088" y="1186447"/>
                  </a:lnTo>
                  <a:lnTo>
                    <a:pt x="107159" y="1186046"/>
                  </a:lnTo>
                  <a:lnTo>
                    <a:pt x="108231" y="1185645"/>
                  </a:lnTo>
                  <a:lnTo>
                    <a:pt x="109303" y="1185244"/>
                  </a:lnTo>
                  <a:lnTo>
                    <a:pt x="110374" y="1184842"/>
                  </a:lnTo>
                  <a:lnTo>
                    <a:pt x="111446" y="1184440"/>
                  </a:lnTo>
                  <a:lnTo>
                    <a:pt x="112517" y="1184038"/>
                  </a:lnTo>
                  <a:lnTo>
                    <a:pt x="113589" y="1183635"/>
                  </a:lnTo>
                  <a:lnTo>
                    <a:pt x="114661" y="1183231"/>
                  </a:lnTo>
                  <a:lnTo>
                    <a:pt x="115732" y="1182828"/>
                  </a:lnTo>
                  <a:lnTo>
                    <a:pt x="116804" y="1182423"/>
                  </a:lnTo>
                  <a:lnTo>
                    <a:pt x="117875" y="1182019"/>
                  </a:lnTo>
                  <a:lnTo>
                    <a:pt x="118947" y="1181614"/>
                  </a:lnTo>
                  <a:lnTo>
                    <a:pt x="120019" y="1181209"/>
                  </a:lnTo>
                  <a:lnTo>
                    <a:pt x="121090" y="1180803"/>
                  </a:lnTo>
                  <a:lnTo>
                    <a:pt x="122162" y="1180397"/>
                  </a:lnTo>
                  <a:lnTo>
                    <a:pt x="123233" y="1179991"/>
                  </a:lnTo>
                  <a:lnTo>
                    <a:pt x="124305" y="1179584"/>
                  </a:lnTo>
                  <a:lnTo>
                    <a:pt x="125377" y="1179176"/>
                  </a:lnTo>
                  <a:lnTo>
                    <a:pt x="126448" y="1178769"/>
                  </a:lnTo>
                  <a:lnTo>
                    <a:pt x="127520" y="1178361"/>
                  </a:lnTo>
                  <a:lnTo>
                    <a:pt x="128591" y="1177952"/>
                  </a:lnTo>
                  <a:lnTo>
                    <a:pt x="129663" y="1177543"/>
                  </a:lnTo>
                  <a:lnTo>
                    <a:pt x="130735" y="1177134"/>
                  </a:lnTo>
                  <a:lnTo>
                    <a:pt x="131806" y="1176724"/>
                  </a:lnTo>
                  <a:lnTo>
                    <a:pt x="132878" y="1176314"/>
                  </a:lnTo>
                  <a:lnTo>
                    <a:pt x="133949" y="1175904"/>
                  </a:lnTo>
                  <a:lnTo>
                    <a:pt x="135021" y="1175493"/>
                  </a:lnTo>
                  <a:lnTo>
                    <a:pt x="136093" y="1175082"/>
                  </a:lnTo>
                  <a:lnTo>
                    <a:pt x="137164" y="1174670"/>
                  </a:lnTo>
                  <a:lnTo>
                    <a:pt x="138236" y="1174258"/>
                  </a:lnTo>
                  <a:lnTo>
                    <a:pt x="139307" y="1173845"/>
                  </a:lnTo>
                  <a:lnTo>
                    <a:pt x="140379" y="1173432"/>
                  </a:lnTo>
                  <a:lnTo>
                    <a:pt x="141451" y="1173019"/>
                  </a:lnTo>
                  <a:lnTo>
                    <a:pt x="142522" y="1172605"/>
                  </a:lnTo>
                  <a:lnTo>
                    <a:pt x="143594" y="1172191"/>
                  </a:lnTo>
                  <a:lnTo>
                    <a:pt x="144665" y="1171777"/>
                  </a:lnTo>
                  <a:lnTo>
                    <a:pt x="145737" y="1171362"/>
                  </a:lnTo>
                  <a:lnTo>
                    <a:pt x="146809" y="1170947"/>
                  </a:lnTo>
                  <a:lnTo>
                    <a:pt x="147880" y="1170531"/>
                  </a:lnTo>
                  <a:lnTo>
                    <a:pt x="148952" y="1170115"/>
                  </a:lnTo>
                  <a:lnTo>
                    <a:pt x="150023" y="1169698"/>
                  </a:lnTo>
                  <a:lnTo>
                    <a:pt x="151095" y="1169281"/>
                  </a:lnTo>
                  <a:lnTo>
                    <a:pt x="152167" y="1168864"/>
                  </a:lnTo>
                  <a:lnTo>
                    <a:pt x="153238" y="1168446"/>
                  </a:lnTo>
                  <a:lnTo>
                    <a:pt x="154310" y="1168028"/>
                  </a:lnTo>
                  <a:lnTo>
                    <a:pt x="155381" y="1167609"/>
                  </a:lnTo>
                  <a:lnTo>
                    <a:pt x="156453" y="1167190"/>
                  </a:lnTo>
                  <a:lnTo>
                    <a:pt x="157525" y="1166771"/>
                  </a:lnTo>
                  <a:lnTo>
                    <a:pt x="158596" y="1166351"/>
                  </a:lnTo>
                  <a:lnTo>
                    <a:pt x="159668" y="1165931"/>
                  </a:lnTo>
                  <a:lnTo>
                    <a:pt x="160739" y="1165510"/>
                  </a:lnTo>
                  <a:lnTo>
                    <a:pt x="161811" y="1165089"/>
                  </a:lnTo>
                  <a:lnTo>
                    <a:pt x="162883" y="1164668"/>
                  </a:lnTo>
                  <a:lnTo>
                    <a:pt x="163954" y="1164246"/>
                  </a:lnTo>
                  <a:lnTo>
                    <a:pt x="165026" y="1163824"/>
                  </a:lnTo>
                  <a:lnTo>
                    <a:pt x="166097" y="1163401"/>
                  </a:lnTo>
                  <a:lnTo>
                    <a:pt x="167169" y="1162978"/>
                  </a:lnTo>
                  <a:lnTo>
                    <a:pt x="168241" y="1162554"/>
                  </a:lnTo>
                  <a:lnTo>
                    <a:pt x="169312" y="1162130"/>
                  </a:lnTo>
                  <a:lnTo>
                    <a:pt x="170384" y="1161706"/>
                  </a:lnTo>
                  <a:lnTo>
                    <a:pt x="171455" y="1161281"/>
                  </a:lnTo>
                  <a:lnTo>
                    <a:pt x="172527" y="1160856"/>
                  </a:lnTo>
                  <a:lnTo>
                    <a:pt x="173599" y="1160430"/>
                  </a:lnTo>
                  <a:lnTo>
                    <a:pt x="174670" y="1160004"/>
                  </a:lnTo>
                  <a:lnTo>
                    <a:pt x="175742" y="1159578"/>
                  </a:lnTo>
                  <a:lnTo>
                    <a:pt x="176813" y="1159151"/>
                  </a:lnTo>
                  <a:lnTo>
                    <a:pt x="177885" y="1158724"/>
                  </a:lnTo>
                  <a:lnTo>
                    <a:pt x="178956" y="1158296"/>
                  </a:lnTo>
                  <a:lnTo>
                    <a:pt x="180028" y="1157868"/>
                  </a:lnTo>
                  <a:lnTo>
                    <a:pt x="181100" y="1157439"/>
                  </a:lnTo>
                  <a:lnTo>
                    <a:pt x="182171" y="1157010"/>
                  </a:lnTo>
                  <a:lnTo>
                    <a:pt x="183243" y="1156581"/>
                  </a:lnTo>
                  <a:lnTo>
                    <a:pt x="184314" y="1156151"/>
                  </a:lnTo>
                  <a:lnTo>
                    <a:pt x="185386" y="1155721"/>
                  </a:lnTo>
                  <a:lnTo>
                    <a:pt x="186458" y="1155291"/>
                  </a:lnTo>
                  <a:lnTo>
                    <a:pt x="187529" y="1154859"/>
                  </a:lnTo>
                  <a:lnTo>
                    <a:pt x="188601" y="1154428"/>
                  </a:lnTo>
                  <a:lnTo>
                    <a:pt x="189672" y="1153996"/>
                  </a:lnTo>
                  <a:lnTo>
                    <a:pt x="190744" y="1153564"/>
                  </a:lnTo>
                  <a:lnTo>
                    <a:pt x="191816" y="1153131"/>
                  </a:lnTo>
                  <a:lnTo>
                    <a:pt x="192887" y="1152698"/>
                  </a:lnTo>
                  <a:lnTo>
                    <a:pt x="193959" y="1152264"/>
                  </a:lnTo>
                  <a:lnTo>
                    <a:pt x="195030" y="1151830"/>
                  </a:lnTo>
                  <a:lnTo>
                    <a:pt x="196102" y="1151396"/>
                  </a:lnTo>
                  <a:lnTo>
                    <a:pt x="197174" y="1150961"/>
                  </a:lnTo>
                  <a:lnTo>
                    <a:pt x="198245" y="1150526"/>
                  </a:lnTo>
                  <a:lnTo>
                    <a:pt x="199317" y="1150090"/>
                  </a:lnTo>
                  <a:lnTo>
                    <a:pt x="200388" y="1149654"/>
                  </a:lnTo>
                  <a:lnTo>
                    <a:pt x="201460" y="1149217"/>
                  </a:lnTo>
                  <a:lnTo>
                    <a:pt x="202532" y="1148780"/>
                  </a:lnTo>
                  <a:lnTo>
                    <a:pt x="203603" y="1148343"/>
                  </a:lnTo>
                  <a:lnTo>
                    <a:pt x="204675" y="1147905"/>
                  </a:lnTo>
                  <a:lnTo>
                    <a:pt x="205746" y="1147467"/>
                  </a:lnTo>
                  <a:lnTo>
                    <a:pt x="206818" y="1147028"/>
                  </a:lnTo>
                  <a:lnTo>
                    <a:pt x="207890" y="1146589"/>
                  </a:lnTo>
                  <a:lnTo>
                    <a:pt x="208961" y="1146149"/>
                  </a:lnTo>
                  <a:lnTo>
                    <a:pt x="210033" y="1145709"/>
                  </a:lnTo>
                  <a:lnTo>
                    <a:pt x="211104" y="1145269"/>
                  </a:lnTo>
                  <a:lnTo>
                    <a:pt x="212176" y="1144828"/>
                  </a:lnTo>
                  <a:lnTo>
                    <a:pt x="213248" y="1144387"/>
                  </a:lnTo>
                  <a:lnTo>
                    <a:pt x="214319" y="1143945"/>
                  </a:lnTo>
                  <a:lnTo>
                    <a:pt x="215391" y="1143503"/>
                  </a:lnTo>
                  <a:lnTo>
                    <a:pt x="216462" y="1143060"/>
                  </a:lnTo>
                  <a:lnTo>
                    <a:pt x="217534" y="1142617"/>
                  </a:lnTo>
                  <a:lnTo>
                    <a:pt x="218606" y="1142174"/>
                  </a:lnTo>
                  <a:lnTo>
                    <a:pt x="219677" y="1141730"/>
                  </a:lnTo>
                  <a:lnTo>
                    <a:pt x="220749" y="1141286"/>
                  </a:lnTo>
                  <a:lnTo>
                    <a:pt x="221820" y="1140841"/>
                  </a:lnTo>
                  <a:lnTo>
                    <a:pt x="222892" y="1140396"/>
                  </a:lnTo>
                  <a:lnTo>
                    <a:pt x="223964" y="1139950"/>
                  </a:lnTo>
                  <a:lnTo>
                    <a:pt x="225035" y="1139504"/>
                  </a:lnTo>
                  <a:lnTo>
                    <a:pt x="226107" y="1139057"/>
                  </a:lnTo>
                  <a:lnTo>
                    <a:pt x="227178" y="1138610"/>
                  </a:lnTo>
                  <a:lnTo>
                    <a:pt x="228250" y="1138163"/>
                  </a:lnTo>
                  <a:lnTo>
                    <a:pt x="229322" y="1137715"/>
                  </a:lnTo>
                  <a:lnTo>
                    <a:pt x="230393" y="1137267"/>
                  </a:lnTo>
                  <a:lnTo>
                    <a:pt x="231465" y="1136818"/>
                  </a:lnTo>
                  <a:lnTo>
                    <a:pt x="232536" y="1136369"/>
                  </a:lnTo>
                  <a:lnTo>
                    <a:pt x="233608" y="1135920"/>
                  </a:lnTo>
                  <a:lnTo>
                    <a:pt x="234680" y="1135470"/>
                  </a:lnTo>
                  <a:lnTo>
                    <a:pt x="235751" y="1135019"/>
                  </a:lnTo>
                  <a:lnTo>
                    <a:pt x="236823" y="1134568"/>
                  </a:lnTo>
                  <a:lnTo>
                    <a:pt x="237894" y="1134117"/>
                  </a:lnTo>
                  <a:lnTo>
                    <a:pt x="238966" y="1133665"/>
                  </a:lnTo>
                  <a:lnTo>
                    <a:pt x="240038" y="1133213"/>
                  </a:lnTo>
                  <a:lnTo>
                    <a:pt x="241109" y="1132760"/>
                  </a:lnTo>
                  <a:lnTo>
                    <a:pt x="242181" y="1132307"/>
                  </a:lnTo>
                  <a:lnTo>
                    <a:pt x="243252" y="1131854"/>
                  </a:lnTo>
                  <a:lnTo>
                    <a:pt x="244324" y="1131400"/>
                  </a:lnTo>
                  <a:lnTo>
                    <a:pt x="245396" y="1130945"/>
                  </a:lnTo>
                  <a:lnTo>
                    <a:pt x="246467" y="1130490"/>
                  </a:lnTo>
                  <a:lnTo>
                    <a:pt x="247539" y="1130035"/>
                  </a:lnTo>
                  <a:lnTo>
                    <a:pt x="248610" y="1129579"/>
                  </a:lnTo>
                  <a:lnTo>
                    <a:pt x="249682" y="1129123"/>
                  </a:lnTo>
                  <a:lnTo>
                    <a:pt x="250754" y="1128666"/>
                  </a:lnTo>
                  <a:lnTo>
                    <a:pt x="251825" y="1128209"/>
                  </a:lnTo>
                  <a:lnTo>
                    <a:pt x="252897" y="1127752"/>
                  </a:lnTo>
                  <a:lnTo>
                    <a:pt x="253968" y="1127294"/>
                  </a:lnTo>
                  <a:lnTo>
                    <a:pt x="255040" y="1126835"/>
                  </a:lnTo>
                  <a:lnTo>
                    <a:pt x="256112" y="1126376"/>
                  </a:lnTo>
                  <a:lnTo>
                    <a:pt x="257183" y="1125917"/>
                  </a:lnTo>
                  <a:lnTo>
                    <a:pt x="258255" y="1125457"/>
                  </a:lnTo>
                  <a:lnTo>
                    <a:pt x="259326" y="1124997"/>
                  </a:lnTo>
                  <a:lnTo>
                    <a:pt x="260398" y="1124536"/>
                  </a:lnTo>
                  <a:lnTo>
                    <a:pt x="261470" y="1124075"/>
                  </a:lnTo>
                  <a:lnTo>
                    <a:pt x="262541" y="1123614"/>
                  </a:lnTo>
                  <a:lnTo>
                    <a:pt x="263613" y="1123152"/>
                  </a:lnTo>
                  <a:lnTo>
                    <a:pt x="264684" y="1122689"/>
                  </a:lnTo>
                  <a:lnTo>
                    <a:pt x="265756" y="1122226"/>
                  </a:lnTo>
                  <a:lnTo>
                    <a:pt x="266828" y="1121763"/>
                  </a:lnTo>
                  <a:lnTo>
                    <a:pt x="267899" y="1121299"/>
                  </a:lnTo>
                  <a:lnTo>
                    <a:pt x="268971" y="1120835"/>
                  </a:lnTo>
                  <a:lnTo>
                    <a:pt x="270042" y="1120370"/>
                  </a:lnTo>
                  <a:lnTo>
                    <a:pt x="271114" y="1119905"/>
                  </a:lnTo>
                  <a:lnTo>
                    <a:pt x="272186" y="1119439"/>
                  </a:lnTo>
                  <a:lnTo>
                    <a:pt x="273257" y="1118973"/>
                  </a:lnTo>
                  <a:lnTo>
                    <a:pt x="274329" y="1118506"/>
                  </a:lnTo>
                  <a:lnTo>
                    <a:pt x="275400" y="1118039"/>
                  </a:lnTo>
                  <a:lnTo>
                    <a:pt x="276472" y="1117572"/>
                  </a:lnTo>
                  <a:lnTo>
                    <a:pt x="277544" y="1117104"/>
                  </a:lnTo>
                  <a:lnTo>
                    <a:pt x="278615" y="1116635"/>
                  </a:lnTo>
                  <a:lnTo>
                    <a:pt x="279687" y="1116166"/>
                  </a:lnTo>
                  <a:lnTo>
                    <a:pt x="280758" y="1115697"/>
                  </a:lnTo>
                  <a:lnTo>
                    <a:pt x="281830" y="1115227"/>
                  </a:lnTo>
                  <a:lnTo>
                    <a:pt x="282902" y="1114757"/>
                  </a:lnTo>
                  <a:lnTo>
                    <a:pt x="283973" y="1114286"/>
                  </a:lnTo>
                  <a:lnTo>
                    <a:pt x="285045" y="1113815"/>
                  </a:lnTo>
                  <a:lnTo>
                    <a:pt x="286116" y="1113343"/>
                  </a:lnTo>
                  <a:lnTo>
                    <a:pt x="287188" y="1112871"/>
                  </a:lnTo>
                  <a:lnTo>
                    <a:pt x="288260" y="1112399"/>
                  </a:lnTo>
                  <a:lnTo>
                    <a:pt x="289331" y="1111926"/>
                  </a:lnTo>
                  <a:lnTo>
                    <a:pt x="290403" y="1111452"/>
                  </a:lnTo>
                  <a:lnTo>
                    <a:pt x="291474" y="1110978"/>
                  </a:lnTo>
                  <a:lnTo>
                    <a:pt x="292546" y="1110504"/>
                  </a:lnTo>
                  <a:lnTo>
                    <a:pt x="293618" y="1110029"/>
                  </a:lnTo>
                  <a:lnTo>
                    <a:pt x="294689" y="1109554"/>
                  </a:lnTo>
                  <a:lnTo>
                    <a:pt x="295761" y="1109078"/>
                  </a:lnTo>
                  <a:lnTo>
                    <a:pt x="296832" y="1108602"/>
                  </a:lnTo>
                  <a:lnTo>
                    <a:pt x="297904" y="1108125"/>
                  </a:lnTo>
                  <a:lnTo>
                    <a:pt x="298976" y="1107648"/>
                  </a:lnTo>
                  <a:lnTo>
                    <a:pt x="300047" y="1107170"/>
                  </a:lnTo>
                  <a:lnTo>
                    <a:pt x="301119" y="1106692"/>
                  </a:lnTo>
                  <a:lnTo>
                    <a:pt x="302190" y="1106213"/>
                  </a:lnTo>
                  <a:lnTo>
                    <a:pt x="303262" y="1105734"/>
                  </a:lnTo>
                  <a:lnTo>
                    <a:pt x="304334" y="1105255"/>
                  </a:lnTo>
                  <a:lnTo>
                    <a:pt x="305405" y="1104775"/>
                  </a:lnTo>
                  <a:lnTo>
                    <a:pt x="306477" y="1104294"/>
                  </a:lnTo>
                  <a:lnTo>
                    <a:pt x="307548" y="1103813"/>
                  </a:lnTo>
                  <a:lnTo>
                    <a:pt x="308620" y="1103332"/>
                  </a:lnTo>
                  <a:lnTo>
                    <a:pt x="309692" y="1102850"/>
                  </a:lnTo>
                  <a:lnTo>
                    <a:pt x="310763" y="1102367"/>
                  </a:lnTo>
                  <a:lnTo>
                    <a:pt x="311835" y="1101885"/>
                  </a:lnTo>
                  <a:lnTo>
                    <a:pt x="312906" y="1101401"/>
                  </a:lnTo>
                  <a:lnTo>
                    <a:pt x="313978" y="1100917"/>
                  </a:lnTo>
                  <a:lnTo>
                    <a:pt x="315050" y="1100433"/>
                  </a:lnTo>
                  <a:lnTo>
                    <a:pt x="316121" y="1099948"/>
                  </a:lnTo>
                  <a:lnTo>
                    <a:pt x="317193" y="1099463"/>
                  </a:lnTo>
                  <a:lnTo>
                    <a:pt x="318264" y="1098978"/>
                  </a:lnTo>
                  <a:lnTo>
                    <a:pt x="319336" y="1098491"/>
                  </a:lnTo>
                  <a:lnTo>
                    <a:pt x="320408" y="1098005"/>
                  </a:lnTo>
                  <a:lnTo>
                    <a:pt x="321479" y="1097518"/>
                  </a:lnTo>
                  <a:lnTo>
                    <a:pt x="322551" y="1097030"/>
                  </a:lnTo>
                  <a:lnTo>
                    <a:pt x="323622" y="1096542"/>
                  </a:lnTo>
                  <a:lnTo>
                    <a:pt x="324694" y="1096053"/>
                  </a:lnTo>
                  <a:lnTo>
                    <a:pt x="325766" y="1095564"/>
                  </a:lnTo>
                  <a:lnTo>
                    <a:pt x="326837" y="1095075"/>
                  </a:lnTo>
                  <a:lnTo>
                    <a:pt x="327909" y="1094585"/>
                  </a:lnTo>
                  <a:lnTo>
                    <a:pt x="328980" y="1094095"/>
                  </a:lnTo>
                  <a:lnTo>
                    <a:pt x="330052" y="1093604"/>
                  </a:lnTo>
                  <a:lnTo>
                    <a:pt x="331124" y="1093112"/>
                  </a:lnTo>
                  <a:lnTo>
                    <a:pt x="332195" y="1092620"/>
                  </a:lnTo>
                  <a:lnTo>
                    <a:pt x="333267" y="1092128"/>
                  </a:lnTo>
                  <a:lnTo>
                    <a:pt x="334338" y="1091635"/>
                  </a:lnTo>
                  <a:lnTo>
                    <a:pt x="335410" y="1091142"/>
                  </a:lnTo>
                  <a:lnTo>
                    <a:pt x="336482" y="1090648"/>
                  </a:lnTo>
                  <a:lnTo>
                    <a:pt x="337553" y="1090154"/>
                  </a:lnTo>
                  <a:lnTo>
                    <a:pt x="338625" y="1089659"/>
                  </a:lnTo>
                  <a:lnTo>
                    <a:pt x="339696" y="1089163"/>
                  </a:lnTo>
                  <a:lnTo>
                    <a:pt x="340768" y="1088668"/>
                  </a:lnTo>
                  <a:lnTo>
                    <a:pt x="341840" y="1088171"/>
                  </a:lnTo>
                  <a:lnTo>
                    <a:pt x="342911" y="1087675"/>
                  </a:lnTo>
                  <a:lnTo>
                    <a:pt x="343983" y="1087178"/>
                  </a:lnTo>
                  <a:lnTo>
                    <a:pt x="345054" y="1086680"/>
                  </a:lnTo>
                  <a:lnTo>
                    <a:pt x="346126" y="1086182"/>
                  </a:lnTo>
                  <a:lnTo>
                    <a:pt x="347198" y="1085683"/>
                  </a:lnTo>
                  <a:lnTo>
                    <a:pt x="348269" y="1085184"/>
                  </a:lnTo>
                  <a:lnTo>
                    <a:pt x="349341" y="1084684"/>
                  </a:lnTo>
                  <a:lnTo>
                    <a:pt x="350412" y="1084184"/>
                  </a:lnTo>
                  <a:lnTo>
                    <a:pt x="351484" y="1083683"/>
                  </a:lnTo>
                  <a:lnTo>
                    <a:pt x="352556" y="1083182"/>
                  </a:lnTo>
                  <a:lnTo>
                    <a:pt x="353627" y="1082681"/>
                  </a:lnTo>
                  <a:lnTo>
                    <a:pt x="354699" y="1082178"/>
                  </a:lnTo>
                  <a:lnTo>
                    <a:pt x="355770" y="1081676"/>
                  </a:lnTo>
                  <a:lnTo>
                    <a:pt x="356842" y="1081173"/>
                  </a:lnTo>
                  <a:lnTo>
                    <a:pt x="357913" y="1080669"/>
                  </a:lnTo>
                  <a:lnTo>
                    <a:pt x="358985" y="1080165"/>
                  </a:lnTo>
                  <a:lnTo>
                    <a:pt x="360057" y="1079661"/>
                  </a:lnTo>
                  <a:lnTo>
                    <a:pt x="361128" y="1079156"/>
                  </a:lnTo>
                  <a:lnTo>
                    <a:pt x="362200" y="1078650"/>
                  </a:lnTo>
                  <a:lnTo>
                    <a:pt x="363271" y="1078144"/>
                  </a:lnTo>
                  <a:lnTo>
                    <a:pt x="364343" y="1077637"/>
                  </a:lnTo>
                  <a:lnTo>
                    <a:pt x="365415" y="1077130"/>
                  </a:lnTo>
                  <a:lnTo>
                    <a:pt x="366486" y="1076623"/>
                  </a:lnTo>
                  <a:lnTo>
                    <a:pt x="367558" y="1076115"/>
                  </a:lnTo>
                  <a:lnTo>
                    <a:pt x="368629" y="1075606"/>
                  </a:lnTo>
                  <a:lnTo>
                    <a:pt x="369701" y="1075097"/>
                  </a:lnTo>
                  <a:lnTo>
                    <a:pt x="370773" y="1074588"/>
                  </a:lnTo>
                  <a:lnTo>
                    <a:pt x="371844" y="1074078"/>
                  </a:lnTo>
                  <a:lnTo>
                    <a:pt x="372916" y="1073567"/>
                  </a:lnTo>
                  <a:lnTo>
                    <a:pt x="373987" y="1073056"/>
                  </a:lnTo>
                  <a:lnTo>
                    <a:pt x="375059" y="1072545"/>
                  </a:lnTo>
                  <a:lnTo>
                    <a:pt x="376131" y="1072033"/>
                  </a:lnTo>
                  <a:lnTo>
                    <a:pt x="377202" y="1071520"/>
                  </a:lnTo>
                  <a:lnTo>
                    <a:pt x="378274" y="1071007"/>
                  </a:lnTo>
                  <a:lnTo>
                    <a:pt x="379345" y="1070493"/>
                  </a:lnTo>
                  <a:lnTo>
                    <a:pt x="380417" y="1069979"/>
                  </a:lnTo>
                  <a:lnTo>
                    <a:pt x="381489" y="1069465"/>
                  </a:lnTo>
                  <a:lnTo>
                    <a:pt x="382560" y="1068950"/>
                  </a:lnTo>
                  <a:lnTo>
                    <a:pt x="383632" y="1068434"/>
                  </a:lnTo>
                  <a:lnTo>
                    <a:pt x="384703" y="1067918"/>
                  </a:lnTo>
                  <a:lnTo>
                    <a:pt x="385775" y="1067402"/>
                  </a:lnTo>
                  <a:lnTo>
                    <a:pt x="386847" y="1066885"/>
                  </a:lnTo>
                  <a:lnTo>
                    <a:pt x="387918" y="1066367"/>
                  </a:lnTo>
                  <a:lnTo>
                    <a:pt x="388990" y="1065849"/>
                  </a:lnTo>
                  <a:lnTo>
                    <a:pt x="390061" y="1065330"/>
                  </a:lnTo>
                  <a:lnTo>
                    <a:pt x="391133" y="1064811"/>
                  </a:lnTo>
                  <a:lnTo>
                    <a:pt x="392205" y="1064292"/>
                  </a:lnTo>
                  <a:lnTo>
                    <a:pt x="393276" y="1063772"/>
                  </a:lnTo>
                  <a:lnTo>
                    <a:pt x="394348" y="1063251"/>
                  </a:lnTo>
                  <a:lnTo>
                    <a:pt x="395419" y="1062730"/>
                  </a:lnTo>
                  <a:lnTo>
                    <a:pt x="396491" y="1062208"/>
                  </a:lnTo>
                  <a:lnTo>
                    <a:pt x="397563" y="1061686"/>
                  </a:lnTo>
                  <a:lnTo>
                    <a:pt x="398634" y="1061163"/>
                  </a:lnTo>
                  <a:lnTo>
                    <a:pt x="399706" y="1060640"/>
                  </a:lnTo>
                  <a:lnTo>
                    <a:pt x="400777" y="1060117"/>
                  </a:lnTo>
                  <a:lnTo>
                    <a:pt x="401849" y="1059592"/>
                  </a:lnTo>
                  <a:lnTo>
                    <a:pt x="402921" y="1059068"/>
                  </a:lnTo>
                  <a:lnTo>
                    <a:pt x="403992" y="1058543"/>
                  </a:lnTo>
                  <a:lnTo>
                    <a:pt x="405064" y="1058017"/>
                  </a:lnTo>
                  <a:lnTo>
                    <a:pt x="406135" y="1057491"/>
                  </a:lnTo>
                  <a:lnTo>
                    <a:pt x="407207" y="1056964"/>
                  </a:lnTo>
                  <a:lnTo>
                    <a:pt x="408279" y="1056437"/>
                  </a:lnTo>
                  <a:lnTo>
                    <a:pt x="409350" y="1055909"/>
                  </a:lnTo>
                  <a:lnTo>
                    <a:pt x="410422" y="1055380"/>
                  </a:lnTo>
                  <a:lnTo>
                    <a:pt x="411493" y="1054852"/>
                  </a:lnTo>
                  <a:lnTo>
                    <a:pt x="412565" y="1054322"/>
                  </a:lnTo>
                  <a:lnTo>
                    <a:pt x="413637" y="1053793"/>
                  </a:lnTo>
                  <a:lnTo>
                    <a:pt x="414708" y="1053262"/>
                  </a:lnTo>
                  <a:lnTo>
                    <a:pt x="415780" y="1052731"/>
                  </a:lnTo>
                  <a:lnTo>
                    <a:pt x="416851" y="1052200"/>
                  </a:lnTo>
                  <a:lnTo>
                    <a:pt x="417923" y="1051668"/>
                  </a:lnTo>
                  <a:lnTo>
                    <a:pt x="418995" y="1051136"/>
                  </a:lnTo>
                  <a:lnTo>
                    <a:pt x="420066" y="1050603"/>
                  </a:lnTo>
                  <a:lnTo>
                    <a:pt x="421138" y="1050069"/>
                  </a:lnTo>
                  <a:lnTo>
                    <a:pt x="422209" y="1049535"/>
                  </a:lnTo>
                  <a:lnTo>
                    <a:pt x="423281" y="1049001"/>
                  </a:lnTo>
                  <a:lnTo>
                    <a:pt x="424353" y="1048466"/>
                  </a:lnTo>
                  <a:lnTo>
                    <a:pt x="425424" y="1047930"/>
                  </a:lnTo>
                  <a:lnTo>
                    <a:pt x="426496" y="1047394"/>
                  </a:lnTo>
                  <a:lnTo>
                    <a:pt x="427567" y="1046858"/>
                  </a:lnTo>
                  <a:lnTo>
                    <a:pt x="428639" y="1046321"/>
                  </a:lnTo>
                  <a:lnTo>
                    <a:pt x="429711" y="1045783"/>
                  </a:lnTo>
                  <a:lnTo>
                    <a:pt x="430782" y="1045245"/>
                  </a:lnTo>
                  <a:lnTo>
                    <a:pt x="431854" y="1044707"/>
                  </a:lnTo>
                  <a:lnTo>
                    <a:pt x="432925" y="1044167"/>
                  </a:lnTo>
                  <a:lnTo>
                    <a:pt x="433997" y="1043628"/>
                  </a:lnTo>
                  <a:lnTo>
                    <a:pt x="435069" y="1043088"/>
                  </a:lnTo>
                  <a:lnTo>
                    <a:pt x="436140" y="1042547"/>
                  </a:lnTo>
                  <a:lnTo>
                    <a:pt x="437212" y="1042006"/>
                  </a:lnTo>
                  <a:lnTo>
                    <a:pt x="438283" y="1041464"/>
                  </a:lnTo>
                  <a:lnTo>
                    <a:pt x="439355" y="1040922"/>
                  </a:lnTo>
                  <a:lnTo>
                    <a:pt x="440427" y="1040379"/>
                  </a:lnTo>
                  <a:lnTo>
                    <a:pt x="441498" y="1039836"/>
                  </a:lnTo>
                  <a:lnTo>
                    <a:pt x="442570" y="1039292"/>
                  </a:lnTo>
                  <a:lnTo>
                    <a:pt x="443641" y="1038748"/>
                  </a:lnTo>
                  <a:lnTo>
                    <a:pt x="444713" y="1038204"/>
                  </a:lnTo>
                  <a:lnTo>
                    <a:pt x="445785" y="1037658"/>
                  </a:lnTo>
                  <a:lnTo>
                    <a:pt x="446856" y="1037112"/>
                  </a:lnTo>
                  <a:lnTo>
                    <a:pt x="447928" y="1036566"/>
                  </a:lnTo>
                  <a:lnTo>
                    <a:pt x="448999" y="1036019"/>
                  </a:lnTo>
                  <a:lnTo>
                    <a:pt x="450071" y="1035472"/>
                  </a:lnTo>
                  <a:lnTo>
                    <a:pt x="451143" y="1034924"/>
                  </a:lnTo>
                  <a:lnTo>
                    <a:pt x="452214" y="1034376"/>
                  </a:lnTo>
                  <a:lnTo>
                    <a:pt x="453286" y="1033827"/>
                  </a:lnTo>
                  <a:lnTo>
                    <a:pt x="454357" y="1033278"/>
                  </a:lnTo>
                  <a:lnTo>
                    <a:pt x="455429" y="1032728"/>
                  </a:lnTo>
                  <a:lnTo>
                    <a:pt x="456501" y="1032177"/>
                  </a:lnTo>
                  <a:lnTo>
                    <a:pt x="457572" y="1031627"/>
                  </a:lnTo>
                  <a:lnTo>
                    <a:pt x="458644" y="1031075"/>
                  </a:lnTo>
                  <a:lnTo>
                    <a:pt x="459715" y="1030523"/>
                  </a:lnTo>
                  <a:lnTo>
                    <a:pt x="460787" y="1029971"/>
                  </a:lnTo>
                  <a:lnTo>
                    <a:pt x="461859" y="1029418"/>
                  </a:lnTo>
                  <a:lnTo>
                    <a:pt x="462930" y="1028864"/>
                  </a:lnTo>
                  <a:lnTo>
                    <a:pt x="464002" y="1028310"/>
                  </a:lnTo>
                  <a:lnTo>
                    <a:pt x="465073" y="1027756"/>
                  </a:lnTo>
                  <a:lnTo>
                    <a:pt x="466145" y="1027201"/>
                  </a:lnTo>
                  <a:lnTo>
                    <a:pt x="467217" y="1026645"/>
                  </a:lnTo>
                  <a:lnTo>
                    <a:pt x="468288" y="1026089"/>
                  </a:lnTo>
                  <a:lnTo>
                    <a:pt x="469360" y="1025533"/>
                  </a:lnTo>
                  <a:lnTo>
                    <a:pt x="470431" y="1024976"/>
                  </a:lnTo>
                  <a:lnTo>
                    <a:pt x="471503" y="1024418"/>
                  </a:lnTo>
                  <a:lnTo>
                    <a:pt x="472575" y="1023860"/>
                  </a:lnTo>
                  <a:lnTo>
                    <a:pt x="473646" y="1023301"/>
                  </a:lnTo>
                  <a:lnTo>
                    <a:pt x="474718" y="1022742"/>
                  </a:lnTo>
                  <a:lnTo>
                    <a:pt x="475789" y="1022183"/>
                  </a:lnTo>
                  <a:lnTo>
                    <a:pt x="476861" y="1021623"/>
                  </a:lnTo>
                  <a:lnTo>
                    <a:pt x="477933" y="1021062"/>
                  </a:lnTo>
                  <a:lnTo>
                    <a:pt x="479004" y="1020501"/>
                  </a:lnTo>
                  <a:lnTo>
                    <a:pt x="480076" y="1019939"/>
                  </a:lnTo>
                  <a:lnTo>
                    <a:pt x="481147" y="1019377"/>
                  </a:lnTo>
                  <a:lnTo>
                    <a:pt x="482219" y="1018814"/>
                  </a:lnTo>
                  <a:lnTo>
                    <a:pt x="483291" y="1018251"/>
                  </a:lnTo>
                  <a:lnTo>
                    <a:pt x="484362" y="1017687"/>
                  </a:lnTo>
                  <a:lnTo>
                    <a:pt x="485434" y="1017123"/>
                  </a:lnTo>
                  <a:lnTo>
                    <a:pt x="486505" y="1016558"/>
                  </a:lnTo>
                  <a:lnTo>
                    <a:pt x="487577" y="1015993"/>
                  </a:lnTo>
                  <a:lnTo>
                    <a:pt x="488649" y="1015427"/>
                  </a:lnTo>
                  <a:lnTo>
                    <a:pt x="489720" y="1014861"/>
                  </a:lnTo>
                  <a:lnTo>
                    <a:pt x="490792" y="1014294"/>
                  </a:lnTo>
                  <a:lnTo>
                    <a:pt x="491863" y="1013727"/>
                  </a:lnTo>
                  <a:lnTo>
                    <a:pt x="492935" y="1013159"/>
                  </a:lnTo>
                  <a:lnTo>
                    <a:pt x="494007" y="1012591"/>
                  </a:lnTo>
                  <a:lnTo>
                    <a:pt x="495078" y="1012022"/>
                  </a:lnTo>
                  <a:lnTo>
                    <a:pt x="496150" y="1011453"/>
                  </a:lnTo>
                  <a:lnTo>
                    <a:pt x="497221" y="1010883"/>
                  </a:lnTo>
                  <a:lnTo>
                    <a:pt x="498293" y="1010313"/>
                  </a:lnTo>
                  <a:lnTo>
                    <a:pt x="499365" y="1009742"/>
                  </a:lnTo>
                  <a:lnTo>
                    <a:pt x="500436" y="1009171"/>
                  </a:lnTo>
                  <a:lnTo>
                    <a:pt x="501508" y="1008599"/>
                  </a:lnTo>
                  <a:lnTo>
                    <a:pt x="502579" y="1008026"/>
                  </a:lnTo>
                  <a:lnTo>
                    <a:pt x="503651" y="1007454"/>
                  </a:lnTo>
                  <a:lnTo>
                    <a:pt x="504723" y="1006880"/>
                  </a:lnTo>
                  <a:lnTo>
                    <a:pt x="505794" y="1006306"/>
                  </a:lnTo>
                  <a:lnTo>
                    <a:pt x="506866" y="1005732"/>
                  </a:lnTo>
                  <a:lnTo>
                    <a:pt x="507937" y="1005157"/>
                  </a:lnTo>
                  <a:lnTo>
                    <a:pt x="509009" y="1004581"/>
                  </a:lnTo>
                  <a:lnTo>
                    <a:pt x="510081" y="1004006"/>
                  </a:lnTo>
                  <a:lnTo>
                    <a:pt x="511152" y="1003429"/>
                  </a:lnTo>
                  <a:lnTo>
                    <a:pt x="512224" y="1002852"/>
                  </a:lnTo>
                  <a:lnTo>
                    <a:pt x="513295" y="1002275"/>
                  </a:lnTo>
                  <a:lnTo>
                    <a:pt x="514367" y="1001697"/>
                  </a:lnTo>
                  <a:lnTo>
                    <a:pt x="515439" y="1001118"/>
                  </a:lnTo>
                  <a:lnTo>
                    <a:pt x="516510" y="1000539"/>
                  </a:lnTo>
                  <a:lnTo>
                    <a:pt x="517582" y="999960"/>
                  </a:lnTo>
                  <a:lnTo>
                    <a:pt x="518653" y="999380"/>
                  </a:lnTo>
                  <a:lnTo>
                    <a:pt x="519725" y="998799"/>
                  </a:lnTo>
                  <a:lnTo>
                    <a:pt x="520797" y="998218"/>
                  </a:lnTo>
                  <a:lnTo>
                    <a:pt x="521868" y="997637"/>
                  </a:lnTo>
                  <a:lnTo>
                    <a:pt x="522940" y="997055"/>
                  </a:lnTo>
                  <a:lnTo>
                    <a:pt x="524011" y="996472"/>
                  </a:lnTo>
                  <a:lnTo>
                    <a:pt x="525083" y="995889"/>
                  </a:lnTo>
                  <a:lnTo>
                    <a:pt x="526155" y="995306"/>
                  </a:lnTo>
                  <a:lnTo>
                    <a:pt x="527226" y="994722"/>
                  </a:lnTo>
                  <a:lnTo>
                    <a:pt x="528298" y="994137"/>
                  </a:lnTo>
                  <a:lnTo>
                    <a:pt x="529369" y="993552"/>
                  </a:lnTo>
                  <a:lnTo>
                    <a:pt x="530441" y="992967"/>
                  </a:lnTo>
                  <a:lnTo>
                    <a:pt x="531513" y="992381"/>
                  </a:lnTo>
                  <a:lnTo>
                    <a:pt x="532584" y="991794"/>
                  </a:lnTo>
                  <a:lnTo>
                    <a:pt x="533656" y="991207"/>
                  </a:lnTo>
                  <a:lnTo>
                    <a:pt x="534727" y="990619"/>
                  </a:lnTo>
                  <a:lnTo>
                    <a:pt x="535799" y="990031"/>
                  </a:lnTo>
                  <a:lnTo>
                    <a:pt x="536870" y="989443"/>
                  </a:lnTo>
                  <a:lnTo>
                    <a:pt x="537942" y="988854"/>
                  </a:lnTo>
                  <a:lnTo>
                    <a:pt x="539014" y="988264"/>
                  </a:lnTo>
                  <a:lnTo>
                    <a:pt x="540085" y="987674"/>
                  </a:lnTo>
                  <a:lnTo>
                    <a:pt x="541157" y="987083"/>
                  </a:lnTo>
                  <a:lnTo>
                    <a:pt x="542228" y="986492"/>
                  </a:lnTo>
                  <a:lnTo>
                    <a:pt x="543300" y="985901"/>
                  </a:lnTo>
                  <a:lnTo>
                    <a:pt x="544372" y="985309"/>
                  </a:lnTo>
                  <a:lnTo>
                    <a:pt x="545443" y="984716"/>
                  </a:lnTo>
                  <a:lnTo>
                    <a:pt x="546515" y="984123"/>
                  </a:lnTo>
                  <a:lnTo>
                    <a:pt x="547586" y="983529"/>
                  </a:lnTo>
                  <a:lnTo>
                    <a:pt x="548658" y="982935"/>
                  </a:lnTo>
                  <a:lnTo>
                    <a:pt x="549730" y="982341"/>
                  </a:lnTo>
                  <a:lnTo>
                    <a:pt x="550801" y="981746"/>
                  </a:lnTo>
                  <a:lnTo>
                    <a:pt x="551873" y="981150"/>
                  </a:lnTo>
                  <a:lnTo>
                    <a:pt x="552944" y="980554"/>
                  </a:lnTo>
                  <a:lnTo>
                    <a:pt x="554016" y="979957"/>
                  </a:lnTo>
                  <a:lnTo>
                    <a:pt x="555088" y="979360"/>
                  </a:lnTo>
                  <a:lnTo>
                    <a:pt x="556159" y="978763"/>
                  </a:lnTo>
                  <a:lnTo>
                    <a:pt x="557231" y="978164"/>
                  </a:lnTo>
                  <a:lnTo>
                    <a:pt x="558302" y="977566"/>
                  </a:lnTo>
                  <a:lnTo>
                    <a:pt x="559374" y="976967"/>
                  </a:lnTo>
                  <a:lnTo>
                    <a:pt x="560446" y="976367"/>
                  </a:lnTo>
                  <a:lnTo>
                    <a:pt x="561517" y="975767"/>
                  </a:lnTo>
                  <a:lnTo>
                    <a:pt x="562589" y="975166"/>
                  </a:lnTo>
                  <a:lnTo>
                    <a:pt x="563660" y="974565"/>
                  </a:lnTo>
                  <a:lnTo>
                    <a:pt x="564732" y="973964"/>
                  </a:lnTo>
                  <a:lnTo>
                    <a:pt x="565804" y="973362"/>
                  </a:lnTo>
                  <a:lnTo>
                    <a:pt x="566875" y="972759"/>
                  </a:lnTo>
                  <a:lnTo>
                    <a:pt x="567947" y="972156"/>
                  </a:lnTo>
                  <a:lnTo>
                    <a:pt x="569018" y="971552"/>
                  </a:lnTo>
                  <a:lnTo>
                    <a:pt x="570090" y="970948"/>
                  </a:lnTo>
                  <a:lnTo>
                    <a:pt x="571162" y="970344"/>
                  </a:lnTo>
                  <a:lnTo>
                    <a:pt x="572233" y="969739"/>
                  </a:lnTo>
                  <a:lnTo>
                    <a:pt x="573305" y="969133"/>
                  </a:lnTo>
                  <a:lnTo>
                    <a:pt x="574376" y="968527"/>
                  </a:lnTo>
                  <a:lnTo>
                    <a:pt x="575448" y="967920"/>
                  </a:lnTo>
                  <a:lnTo>
                    <a:pt x="576520" y="967313"/>
                  </a:lnTo>
                  <a:lnTo>
                    <a:pt x="577591" y="966706"/>
                  </a:lnTo>
                  <a:lnTo>
                    <a:pt x="578663" y="966098"/>
                  </a:lnTo>
                  <a:lnTo>
                    <a:pt x="579734" y="965489"/>
                  </a:lnTo>
                  <a:lnTo>
                    <a:pt x="580806" y="964880"/>
                  </a:lnTo>
                  <a:lnTo>
                    <a:pt x="581878" y="964271"/>
                  </a:lnTo>
                  <a:lnTo>
                    <a:pt x="582949" y="963661"/>
                  </a:lnTo>
                  <a:lnTo>
                    <a:pt x="584021" y="963050"/>
                  </a:lnTo>
                  <a:lnTo>
                    <a:pt x="585092" y="962439"/>
                  </a:lnTo>
                  <a:lnTo>
                    <a:pt x="586164" y="961828"/>
                  </a:lnTo>
                  <a:lnTo>
                    <a:pt x="587236" y="961216"/>
                  </a:lnTo>
                  <a:lnTo>
                    <a:pt x="588307" y="960603"/>
                  </a:lnTo>
                  <a:lnTo>
                    <a:pt x="589379" y="959990"/>
                  </a:lnTo>
                  <a:lnTo>
                    <a:pt x="590450" y="959377"/>
                  </a:lnTo>
                  <a:lnTo>
                    <a:pt x="591522" y="958763"/>
                  </a:lnTo>
                  <a:lnTo>
                    <a:pt x="592594" y="958148"/>
                  </a:lnTo>
                  <a:lnTo>
                    <a:pt x="593665" y="957534"/>
                  </a:lnTo>
                  <a:lnTo>
                    <a:pt x="594737" y="956918"/>
                  </a:lnTo>
                  <a:lnTo>
                    <a:pt x="595808" y="956302"/>
                  </a:lnTo>
                  <a:lnTo>
                    <a:pt x="596880" y="955686"/>
                  </a:lnTo>
                  <a:lnTo>
                    <a:pt x="597952" y="955069"/>
                  </a:lnTo>
                  <a:lnTo>
                    <a:pt x="599023" y="954451"/>
                  </a:lnTo>
                  <a:lnTo>
                    <a:pt x="600095" y="953834"/>
                  </a:lnTo>
                  <a:lnTo>
                    <a:pt x="601166" y="953215"/>
                  </a:lnTo>
                  <a:lnTo>
                    <a:pt x="602238" y="952596"/>
                  </a:lnTo>
                  <a:lnTo>
                    <a:pt x="603310" y="951977"/>
                  </a:lnTo>
                  <a:lnTo>
                    <a:pt x="604381" y="951357"/>
                  </a:lnTo>
                  <a:lnTo>
                    <a:pt x="605453" y="950737"/>
                  </a:lnTo>
                  <a:lnTo>
                    <a:pt x="606524" y="950116"/>
                  </a:lnTo>
                  <a:lnTo>
                    <a:pt x="607596" y="949495"/>
                  </a:lnTo>
                  <a:lnTo>
                    <a:pt x="608668" y="948873"/>
                  </a:lnTo>
                  <a:lnTo>
                    <a:pt x="609739" y="948251"/>
                  </a:lnTo>
                  <a:lnTo>
                    <a:pt x="610811" y="947628"/>
                  </a:lnTo>
                  <a:lnTo>
                    <a:pt x="611882" y="947005"/>
                  </a:lnTo>
                  <a:lnTo>
                    <a:pt x="612954" y="946381"/>
                  </a:lnTo>
                  <a:lnTo>
                    <a:pt x="614026" y="945757"/>
                  </a:lnTo>
                  <a:lnTo>
                    <a:pt x="615097" y="945132"/>
                  </a:lnTo>
                  <a:lnTo>
                    <a:pt x="616169" y="944507"/>
                  </a:lnTo>
                  <a:lnTo>
                    <a:pt x="617240" y="943882"/>
                  </a:lnTo>
                  <a:lnTo>
                    <a:pt x="618312" y="943255"/>
                  </a:lnTo>
                  <a:lnTo>
                    <a:pt x="619384" y="942629"/>
                  </a:lnTo>
                  <a:lnTo>
                    <a:pt x="620455" y="942002"/>
                  </a:lnTo>
                  <a:lnTo>
                    <a:pt x="621527" y="941374"/>
                  </a:lnTo>
                  <a:lnTo>
                    <a:pt x="622598" y="940746"/>
                  </a:lnTo>
                  <a:lnTo>
                    <a:pt x="623670" y="940118"/>
                  </a:lnTo>
                  <a:lnTo>
                    <a:pt x="624742" y="939489"/>
                  </a:lnTo>
                  <a:lnTo>
                    <a:pt x="625813" y="938859"/>
                  </a:lnTo>
                  <a:lnTo>
                    <a:pt x="626885" y="938229"/>
                  </a:lnTo>
                  <a:lnTo>
                    <a:pt x="627956" y="937599"/>
                  </a:lnTo>
                  <a:lnTo>
                    <a:pt x="629028" y="936968"/>
                  </a:lnTo>
                  <a:lnTo>
                    <a:pt x="630100" y="936336"/>
                  </a:lnTo>
                  <a:lnTo>
                    <a:pt x="631171" y="935704"/>
                  </a:lnTo>
                  <a:lnTo>
                    <a:pt x="632243" y="935072"/>
                  </a:lnTo>
                  <a:lnTo>
                    <a:pt x="633314" y="934439"/>
                  </a:lnTo>
                  <a:lnTo>
                    <a:pt x="634386" y="933806"/>
                  </a:lnTo>
                  <a:lnTo>
                    <a:pt x="635458" y="933172"/>
                  </a:lnTo>
                  <a:lnTo>
                    <a:pt x="636529" y="932538"/>
                  </a:lnTo>
                  <a:lnTo>
                    <a:pt x="637601" y="931903"/>
                  </a:lnTo>
                  <a:lnTo>
                    <a:pt x="638672" y="931268"/>
                  </a:lnTo>
                  <a:lnTo>
                    <a:pt x="639744" y="930632"/>
                  </a:lnTo>
                  <a:lnTo>
                    <a:pt x="640816" y="929996"/>
                  </a:lnTo>
                  <a:lnTo>
                    <a:pt x="641887" y="929359"/>
                  </a:lnTo>
                  <a:lnTo>
                    <a:pt x="642959" y="928722"/>
                  </a:lnTo>
                  <a:lnTo>
                    <a:pt x="644030" y="928085"/>
                  </a:lnTo>
                  <a:lnTo>
                    <a:pt x="645102" y="927447"/>
                  </a:lnTo>
                  <a:lnTo>
                    <a:pt x="646174" y="926808"/>
                  </a:lnTo>
                  <a:lnTo>
                    <a:pt x="647245" y="926169"/>
                  </a:lnTo>
                  <a:lnTo>
                    <a:pt x="648317" y="925529"/>
                  </a:lnTo>
                  <a:lnTo>
                    <a:pt x="649388" y="924890"/>
                  </a:lnTo>
                  <a:lnTo>
                    <a:pt x="650460" y="924249"/>
                  </a:lnTo>
                  <a:lnTo>
                    <a:pt x="651532" y="923608"/>
                  </a:lnTo>
                  <a:lnTo>
                    <a:pt x="652603" y="922967"/>
                  </a:lnTo>
                  <a:lnTo>
                    <a:pt x="653675" y="922325"/>
                  </a:lnTo>
                  <a:lnTo>
                    <a:pt x="654746" y="921683"/>
                  </a:lnTo>
                  <a:lnTo>
                    <a:pt x="655818" y="921040"/>
                  </a:lnTo>
                  <a:lnTo>
                    <a:pt x="656890" y="920397"/>
                  </a:lnTo>
                  <a:lnTo>
                    <a:pt x="657961" y="919753"/>
                  </a:lnTo>
                  <a:lnTo>
                    <a:pt x="659033" y="919109"/>
                  </a:lnTo>
                  <a:lnTo>
                    <a:pt x="660104" y="918464"/>
                  </a:lnTo>
                  <a:lnTo>
                    <a:pt x="661176" y="917819"/>
                  </a:lnTo>
                  <a:lnTo>
                    <a:pt x="662248" y="917173"/>
                  </a:lnTo>
                  <a:lnTo>
                    <a:pt x="663319" y="916527"/>
                  </a:lnTo>
                  <a:lnTo>
                    <a:pt x="664391" y="915881"/>
                  </a:lnTo>
                  <a:lnTo>
                    <a:pt x="665462" y="915234"/>
                  </a:lnTo>
                  <a:lnTo>
                    <a:pt x="666534" y="914586"/>
                  </a:lnTo>
                  <a:lnTo>
                    <a:pt x="667606" y="913939"/>
                  </a:lnTo>
                  <a:lnTo>
                    <a:pt x="668677" y="913290"/>
                  </a:lnTo>
                  <a:lnTo>
                    <a:pt x="669749" y="912641"/>
                  </a:lnTo>
                  <a:lnTo>
                    <a:pt x="670820" y="911992"/>
                  </a:lnTo>
                  <a:lnTo>
                    <a:pt x="671892" y="911342"/>
                  </a:lnTo>
                  <a:lnTo>
                    <a:pt x="672964" y="910692"/>
                  </a:lnTo>
                  <a:lnTo>
                    <a:pt x="674035" y="910041"/>
                  </a:lnTo>
                  <a:lnTo>
                    <a:pt x="675107" y="909390"/>
                  </a:lnTo>
                  <a:lnTo>
                    <a:pt x="676178" y="908739"/>
                  </a:lnTo>
                  <a:lnTo>
                    <a:pt x="677250" y="908087"/>
                  </a:lnTo>
                  <a:lnTo>
                    <a:pt x="678322" y="907434"/>
                  </a:lnTo>
                  <a:lnTo>
                    <a:pt x="679393" y="906781"/>
                  </a:lnTo>
                  <a:lnTo>
                    <a:pt x="680465" y="906128"/>
                  </a:lnTo>
                  <a:lnTo>
                    <a:pt x="681536" y="905474"/>
                  </a:lnTo>
                  <a:lnTo>
                    <a:pt x="682608" y="904819"/>
                  </a:lnTo>
                  <a:lnTo>
                    <a:pt x="683680" y="904165"/>
                  </a:lnTo>
                  <a:lnTo>
                    <a:pt x="684751" y="903509"/>
                  </a:lnTo>
                  <a:lnTo>
                    <a:pt x="685823" y="902854"/>
                  </a:lnTo>
                  <a:lnTo>
                    <a:pt x="686894" y="902197"/>
                  </a:lnTo>
                  <a:lnTo>
                    <a:pt x="687966" y="901541"/>
                  </a:lnTo>
                  <a:lnTo>
                    <a:pt x="689038" y="900884"/>
                  </a:lnTo>
                  <a:lnTo>
                    <a:pt x="690109" y="900226"/>
                  </a:lnTo>
                  <a:lnTo>
                    <a:pt x="691181" y="899568"/>
                  </a:lnTo>
                  <a:lnTo>
                    <a:pt x="692252" y="898910"/>
                  </a:lnTo>
                  <a:lnTo>
                    <a:pt x="693324" y="898251"/>
                  </a:lnTo>
                  <a:lnTo>
                    <a:pt x="694396" y="897592"/>
                  </a:lnTo>
                  <a:lnTo>
                    <a:pt x="695467" y="896932"/>
                  </a:lnTo>
                  <a:lnTo>
                    <a:pt x="696539" y="896272"/>
                  </a:lnTo>
                  <a:lnTo>
                    <a:pt x="697610" y="895611"/>
                  </a:lnTo>
                  <a:lnTo>
                    <a:pt x="698682" y="894950"/>
                  </a:lnTo>
                  <a:lnTo>
                    <a:pt x="699754" y="894288"/>
                  </a:lnTo>
                  <a:lnTo>
                    <a:pt x="700825" y="893626"/>
                  </a:lnTo>
                  <a:lnTo>
                    <a:pt x="701897" y="892964"/>
                  </a:lnTo>
                  <a:lnTo>
                    <a:pt x="702968" y="892301"/>
                  </a:lnTo>
                  <a:lnTo>
                    <a:pt x="704040" y="891637"/>
                  </a:lnTo>
                  <a:lnTo>
                    <a:pt x="705112" y="890974"/>
                  </a:lnTo>
                  <a:lnTo>
                    <a:pt x="706183" y="890309"/>
                  </a:lnTo>
                  <a:lnTo>
                    <a:pt x="707255" y="889645"/>
                  </a:lnTo>
                  <a:lnTo>
                    <a:pt x="708326" y="888979"/>
                  </a:lnTo>
                  <a:lnTo>
                    <a:pt x="709398" y="888314"/>
                  </a:lnTo>
                  <a:lnTo>
                    <a:pt x="710469" y="887648"/>
                  </a:lnTo>
                  <a:lnTo>
                    <a:pt x="711541" y="886981"/>
                  </a:lnTo>
                  <a:lnTo>
                    <a:pt x="712613" y="886314"/>
                  </a:lnTo>
                  <a:lnTo>
                    <a:pt x="713684" y="885647"/>
                  </a:lnTo>
                  <a:lnTo>
                    <a:pt x="714756" y="884979"/>
                  </a:lnTo>
                  <a:lnTo>
                    <a:pt x="715827" y="884311"/>
                  </a:lnTo>
                  <a:lnTo>
                    <a:pt x="716899" y="883642"/>
                  </a:lnTo>
                  <a:lnTo>
                    <a:pt x="717971" y="882973"/>
                  </a:lnTo>
                  <a:lnTo>
                    <a:pt x="719042" y="882304"/>
                  </a:lnTo>
                  <a:lnTo>
                    <a:pt x="720114" y="881634"/>
                  </a:lnTo>
                  <a:lnTo>
                    <a:pt x="721185" y="880963"/>
                  </a:lnTo>
                  <a:lnTo>
                    <a:pt x="722257" y="880292"/>
                  </a:lnTo>
                  <a:lnTo>
                    <a:pt x="723329" y="879621"/>
                  </a:lnTo>
                  <a:lnTo>
                    <a:pt x="724400" y="878949"/>
                  </a:lnTo>
                  <a:lnTo>
                    <a:pt x="725472" y="878277"/>
                  </a:lnTo>
                  <a:lnTo>
                    <a:pt x="726543" y="877604"/>
                  </a:lnTo>
                  <a:lnTo>
                    <a:pt x="727615" y="876931"/>
                  </a:lnTo>
                  <a:lnTo>
                    <a:pt x="728687" y="876258"/>
                  </a:lnTo>
                  <a:lnTo>
                    <a:pt x="729758" y="875584"/>
                  </a:lnTo>
                  <a:lnTo>
                    <a:pt x="730830" y="874910"/>
                  </a:lnTo>
                  <a:lnTo>
                    <a:pt x="731901" y="874235"/>
                  </a:lnTo>
                  <a:lnTo>
                    <a:pt x="732973" y="873560"/>
                  </a:lnTo>
                  <a:lnTo>
                    <a:pt x="734045" y="872884"/>
                  </a:lnTo>
                  <a:lnTo>
                    <a:pt x="735116" y="872208"/>
                  </a:lnTo>
                  <a:lnTo>
                    <a:pt x="736188" y="871531"/>
                  </a:lnTo>
                  <a:lnTo>
                    <a:pt x="737259" y="870854"/>
                  </a:lnTo>
                  <a:lnTo>
                    <a:pt x="738331" y="870177"/>
                  </a:lnTo>
                  <a:lnTo>
                    <a:pt x="739403" y="869499"/>
                  </a:lnTo>
                  <a:lnTo>
                    <a:pt x="740474" y="868821"/>
                  </a:lnTo>
                  <a:lnTo>
                    <a:pt x="741546" y="868142"/>
                  </a:lnTo>
                  <a:lnTo>
                    <a:pt x="742617" y="867463"/>
                  </a:lnTo>
                  <a:lnTo>
                    <a:pt x="743689" y="866784"/>
                  </a:lnTo>
                  <a:lnTo>
                    <a:pt x="744761" y="866104"/>
                  </a:lnTo>
                  <a:lnTo>
                    <a:pt x="745832" y="865424"/>
                  </a:lnTo>
                  <a:lnTo>
                    <a:pt x="746904" y="864743"/>
                  </a:lnTo>
                  <a:lnTo>
                    <a:pt x="747975" y="864062"/>
                  </a:lnTo>
                  <a:lnTo>
                    <a:pt x="749047" y="863380"/>
                  </a:lnTo>
                  <a:lnTo>
                    <a:pt x="750119" y="862698"/>
                  </a:lnTo>
                  <a:lnTo>
                    <a:pt x="751190" y="862016"/>
                  </a:lnTo>
                  <a:lnTo>
                    <a:pt x="752262" y="861333"/>
                  </a:lnTo>
                  <a:lnTo>
                    <a:pt x="753333" y="860650"/>
                  </a:lnTo>
                  <a:lnTo>
                    <a:pt x="754405" y="859966"/>
                  </a:lnTo>
                  <a:lnTo>
                    <a:pt x="755477" y="859282"/>
                  </a:lnTo>
                  <a:lnTo>
                    <a:pt x="756548" y="858597"/>
                  </a:lnTo>
                  <a:lnTo>
                    <a:pt x="757620" y="857913"/>
                  </a:lnTo>
                  <a:lnTo>
                    <a:pt x="758691" y="857227"/>
                  </a:lnTo>
                  <a:lnTo>
                    <a:pt x="759763" y="856541"/>
                  </a:lnTo>
                  <a:lnTo>
                    <a:pt x="760835" y="855855"/>
                  </a:lnTo>
                  <a:lnTo>
                    <a:pt x="761906" y="855169"/>
                  </a:lnTo>
                  <a:lnTo>
                    <a:pt x="762978" y="854482"/>
                  </a:lnTo>
                  <a:lnTo>
                    <a:pt x="764049" y="853794"/>
                  </a:lnTo>
                  <a:lnTo>
                    <a:pt x="765121" y="853107"/>
                  </a:lnTo>
                  <a:lnTo>
                    <a:pt x="766193" y="852418"/>
                  </a:lnTo>
                  <a:lnTo>
                    <a:pt x="767264" y="851730"/>
                  </a:lnTo>
                  <a:lnTo>
                    <a:pt x="768336" y="851041"/>
                  </a:lnTo>
                  <a:lnTo>
                    <a:pt x="769407" y="850351"/>
                  </a:lnTo>
                  <a:lnTo>
                    <a:pt x="770479" y="849661"/>
                  </a:lnTo>
                  <a:lnTo>
                    <a:pt x="771551" y="848971"/>
                  </a:lnTo>
                  <a:lnTo>
                    <a:pt x="772622" y="848280"/>
                  </a:lnTo>
                  <a:lnTo>
                    <a:pt x="773694" y="847589"/>
                  </a:lnTo>
                  <a:lnTo>
                    <a:pt x="774765" y="846898"/>
                  </a:lnTo>
                  <a:lnTo>
                    <a:pt x="775837" y="846206"/>
                  </a:lnTo>
                  <a:lnTo>
                    <a:pt x="776909" y="845514"/>
                  </a:lnTo>
                  <a:lnTo>
                    <a:pt x="777980" y="844821"/>
                  </a:lnTo>
                  <a:lnTo>
                    <a:pt x="779052" y="844128"/>
                  </a:lnTo>
                  <a:lnTo>
                    <a:pt x="780123" y="843435"/>
                  </a:lnTo>
                  <a:lnTo>
                    <a:pt x="781195" y="842741"/>
                  </a:lnTo>
                  <a:lnTo>
                    <a:pt x="782267" y="842046"/>
                  </a:lnTo>
                  <a:lnTo>
                    <a:pt x="783338" y="841352"/>
                  </a:lnTo>
                  <a:lnTo>
                    <a:pt x="784410" y="840657"/>
                  </a:lnTo>
                  <a:lnTo>
                    <a:pt x="785481" y="839961"/>
                  </a:lnTo>
                  <a:lnTo>
                    <a:pt x="786553" y="839265"/>
                  </a:lnTo>
                  <a:lnTo>
                    <a:pt x="787625" y="838569"/>
                  </a:lnTo>
                  <a:lnTo>
                    <a:pt x="788696" y="837872"/>
                  </a:lnTo>
                  <a:lnTo>
                    <a:pt x="789768" y="837175"/>
                  </a:lnTo>
                  <a:lnTo>
                    <a:pt x="790839" y="836478"/>
                  </a:lnTo>
                  <a:lnTo>
                    <a:pt x="791911" y="835780"/>
                  </a:lnTo>
                  <a:lnTo>
                    <a:pt x="792983" y="835082"/>
                  </a:lnTo>
                  <a:lnTo>
                    <a:pt x="794054" y="834383"/>
                  </a:lnTo>
                  <a:lnTo>
                    <a:pt x="795126" y="833684"/>
                  </a:lnTo>
                  <a:lnTo>
                    <a:pt x="796197" y="832985"/>
                  </a:lnTo>
                  <a:lnTo>
                    <a:pt x="797269" y="832285"/>
                  </a:lnTo>
                  <a:lnTo>
                    <a:pt x="798341" y="831585"/>
                  </a:lnTo>
                  <a:lnTo>
                    <a:pt x="799412" y="830885"/>
                  </a:lnTo>
                  <a:lnTo>
                    <a:pt x="800484" y="830184"/>
                  </a:lnTo>
                  <a:lnTo>
                    <a:pt x="801555" y="829482"/>
                  </a:lnTo>
                  <a:lnTo>
                    <a:pt x="802627" y="828781"/>
                  </a:lnTo>
                  <a:lnTo>
                    <a:pt x="803699" y="828079"/>
                  </a:lnTo>
                  <a:lnTo>
                    <a:pt x="804770" y="827376"/>
                  </a:lnTo>
                  <a:lnTo>
                    <a:pt x="805842" y="826673"/>
                  </a:lnTo>
                  <a:lnTo>
                    <a:pt x="806913" y="825970"/>
                  </a:lnTo>
                  <a:lnTo>
                    <a:pt x="807985" y="825267"/>
                  </a:lnTo>
                  <a:lnTo>
                    <a:pt x="809057" y="824563"/>
                  </a:lnTo>
                  <a:lnTo>
                    <a:pt x="810128" y="823858"/>
                  </a:lnTo>
                  <a:lnTo>
                    <a:pt x="811200" y="823153"/>
                  </a:lnTo>
                  <a:lnTo>
                    <a:pt x="812271" y="822448"/>
                  </a:lnTo>
                  <a:lnTo>
                    <a:pt x="813343" y="821743"/>
                  </a:lnTo>
                  <a:lnTo>
                    <a:pt x="814415" y="821037"/>
                  </a:lnTo>
                  <a:lnTo>
                    <a:pt x="815486" y="820331"/>
                  </a:lnTo>
                  <a:lnTo>
                    <a:pt x="816558" y="819624"/>
                  </a:lnTo>
                  <a:lnTo>
                    <a:pt x="817629" y="818917"/>
                  </a:lnTo>
                  <a:lnTo>
                    <a:pt x="818701" y="818210"/>
                  </a:lnTo>
                  <a:lnTo>
                    <a:pt x="819773" y="817502"/>
                  </a:lnTo>
                  <a:lnTo>
                    <a:pt x="820844" y="816794"/>
                  </a:lnTo>
                  <a:lnTo>
                    <a:pt x="821916" y="816086"/>
                  </a:lnTo>
                  <a:lnTo>
                    <a:pt x="822987" y="815377"/>
                  </a:lnTo>
                  <a:lnTo>
                    <a:pt x="824059" y="814668"/>
                  </a:lnTo>
                  <a:lnTo>
                    <a:pt x="825131" y="813958"/>
                  </a:lnTo>
                  <a:lnTo>
                    <a:pt x="826202" y="813248"/>
                  </a:lnTo>
                  <a:lnTo>
                    <a:pt x="827274" y="812538"/>
                  </a:lnTo>
                  <a:lnTo>
                    <a:pt x="828345" y="811827"/>
                  </a:lnTo>
                  <a:lnTo>
                    <a:pt x="829417" y="811116"/>
                  </a:lnTo>
                  <a:lnTo>
                    <a:pt x="830489" y="810405"/>
                  </a:lnTo>
                  <a:lnTo>
                    <a:pt x="831560" y="809693"/>
                  </a:lnTo>
                  <a:lnTo>
                    <a:pt x="832632" y="808981"/>
                  </a:lnTo>
                  <a:lnTo>
                    <a:pt x="833703" y="808269"/>
                  </a:lnTo>
                  <a:lnTo>
                    <a:pt x="834775" y="807556"/>
                  </a:lnTo>
                  <a:lnTo>
                    <a:pt x="835847" y="806843"/>
                  </a:lnTo>
                  <a:lnTo>
                    <a:pt x="836918" y="806129"/>
                  </a:lnTo>
                  <a:lnTo>
                    <a:pt x="837990" y="805416"/>
                  </a:lnTo>
                  <a:lnTo>
                    <a:pt x="839061" y="804701"/>
                  </a:lnTo>
                  <a:lnTo>
                    <a:pt x="840133" y="803987"/>
                  </a:lnTo>
                  <a:lnTo>
                    <a:pt x="841205" y="803272"/>
                  </a:lnTo>
                  <a:lnTo>
                    <a:pt x="842276" y="802557"/>
                  </a:lnTo>
                  <a:lnTo>
                    <a:pt x="843348" y="801841"/>
                  </a:lnTo>
                  <a:lnTo>
                    <a:pt x="844419" y="801125"/>
                  </a:lnTo>
                  <a:lnTo>
                    <a:pt x="845491" y="800409"/>
                  </a:lnTo>
                  <a:lnTo>
                    <a:pt x="846563" y="799692"/>
                  </a:lnTo>
                  <a:lnTo>
                    <a:pt x="847634" y="798975"/>
                  </a:lnTo>
                  <a:lnTo>
                    <a:pt x="848706" y="798258"/>
                  </a:lnTo>
                  <a:lnTo>
                    <a:pt x="849777" y="797540"/>
                  </a:lnTo>
                  <a:lnTo>
                    <a:pt x="850849" y="796822"/>
                  </a:lnTo>
                  <a:lnTo>
                    <a:pt x="851921" y="796104"/>
                  </a:lnTo>
                  <a:lnTo>
                    <a:pt x="852992" y="795385"/>
                  </a:lnTo>
                  <a:lnTo>
                    <a:pt x="854064" y="794666"/>
                  </a:lnTo>
                  <a:lnTo>
                    <a:pt x="855135" y="793947"/>
                  </a:lnTo>
                  <a:lnTo>
                    <a:pt x="856207" y="793227"/>
                  </a:lnTo>
                  <a:lnTo>
                    <a:pt x="857279" y="792507"/>
                  </a:lnTo>
                  <a:lnTo>
                    <a:pt x="858350" y="791786"/>
                  </a:lnTo>
                  <a:lnTo>
                    <a:pt x="859422" y="791066"/>
                  </a:lnTo>
                  <a:lnTo>
                    <a:pt x="860493" y="790345"/>
                  </a:lnTo>
                  <a:lnTo>
                    <a:pt x="861565" y="789623"/>
                  </a:lnTo>
                  <a:lnTo>
                    <a:pt x="862637" y="788902"/>
                  </a:lnTo>
                  <a:lnTo>
                    <a:pt x="863708" y="788179"/>
                  </a:lnTo>
                  <a:lnTo>
                    <a:pt x="864780" y="787457"/>
                  </a:lnTo>
                  <a:lnTo>
                    <a:pt x="865851" y="786734"/>
                  </a:lnTo>
                  <a:lnTo>
                    <a:pt x="866923" y="786011"/>
                  </a:lnTo>
                  <a:lnTo>
                    <a:pt x="867995" y="785288"/>
                  </a:lnTo>
                  <a:lnTo>
                    <a:pt x="869066" y="784564"/>
                  </a:lnTo>
                  <a:lnTo>
                    <a:pt x="870138" y="783840"/>
                  </a:lnTo>
                  <a:lnTo>
                    <a:pt x="871209" y="783116"/>
                  </a:lnTo>
                  <a:lnTo>
                    <a:pt x="872281" y="782391"/>
                  </a:lnTo>
                  <a:lnTo>
                    <a:pt x="873353" y="781666"/>
                  </a:lnTo>
                  <a:lnTo>
                    <a:pt x="874424" y="780941"/>
                  </a:lnTo>
                  <a:lnTo>
                    <a:pt x="875496" y="780215"/>
                  </a:lnTo>
                  <a:lnTo>
                    <a:pt x="876567" y="779489"/>
                  </a:lnTo>
                  <a:lnTo>
                    <a:pt x="877639" y="778763"/>
                  </a:lnTo>
                  <a:lnTo>
                    <a:pt x="878711" y="778036"/>
                  </a:lnTo>
                  <a:lnTo>
                    <a:pt x="879782" y="777309"/>
                  </a:lnTo>
                  <a:lnTo>
                    <a:pt x="880854" y="776582"/>
                  </a:lnTo>
                  <a:lnTo>
                    <a:pt x="881925" y="775855"/>
                  </a:lnTo>
                  <a:lnTo>
                    <a:pt x="882997" y="775127"/>
                  </a:lnTo>
                  <a:lnTo>
                    <a:pt x="884069" y="774399"/>
                  </a:lnTo>
                  <a:lnTo>
                    <a:pt x="885140" y="773670"/>
                  </a:lnTo>
                  <a:lnTo>
                    <a:pt x="886212" y="772941"/>
                  </a:lnTo>
                  <a:lnTo>
                    <a:pt x="887283" y="772212"/>
                  </a:lnTo>
                  <a:lnTo>
                    <a:pt x="888355" y="771483"/>
                  </a:lnTo>
                  <a:lnTo>
                    <a:pt x="889426" y="770753"/>
                  </a:lnTo>
                  <a:lnTo>
                    <a:pt x="890498" y="770023"/>
                  </a:lnTo>
                  <a:lnTo>
                    <a:pt x="891570" y="769293"/>
                  </a:lnTo>
                  <a:lnTo>
                    <a:pt x="892641" y="768562"/>
                  </a:lnTo>
                  <a:lnTo>
                    <a:pt x="893713" y="767831"/>
                  </a:lnTo>
                  <a:lnTo>
                    <a:pt x="894784" y="767100"/>
                  </a:lnTo>
                  <a:lnTo>
                    <a:pt x="895856" y="766369"/>
                  </a:lnTo>
                  <a:lnTo>
                    <a:pt x="896928" y="765637"/>
                  </a:lnTo>
                  <a:lnTo>
                    <a:pt x="897999" y="764905"/>
                  </a:lnTo>
                  <a:lnTo>
                    <a:pt x="899071" y="764172"/>
                  </a:lnTo>
                  <a:lnTo>
                    <a:pt x="900142" y="763440"/>
                  </a:lnTo>
                  <a:lnTo>
                    <a:pt x="901214" y="762707"/>
                  </a:lnTo>
                  <a:lnTo>
                    <a:pt x="902286" y="761973"/>
                  </a:lnTo>
                  <a:lnTo>
                    <a:pt x="903357" y="761240"/>
                  </a:lnTo>
                  <a:lnTo>
                    <a:pt x="904429" y="760506"/>
                  </a:lnTo>
                  <a:lnTo>
                    <a:pt x="905500" y="759772"/>
                  </a:lnTo>
                  <a:lnTo>
                    <a:pt x="906572" y="759037"/>
                  </a:lnTo>
                  <a:lnTo>
                    <a:pt x="907644" y="758302"/>
                  </a:lnTo>
                  <a:lnTo>
                    <a:pt x="908715" y="757567"/>
                  </a:lnTo>
                  <a:lnTo>
                    <a:pt x="909787" y="756832"/>
                  </a:lnTo>
                  <a:lnTo>
                    <a:pt x="910858" y="756097"/>
                  </a:lnTo>
                  <a:lnTo>
                    <a:pt x="911930" y="755361"/>
                  </a:lnTo>
                  <a:lnTo>
                    <a:pt x="913002" y="754624"/>
                  </a:lnTo>
                  <a:lnTo>
                    <a:pt x="914073" y="753888"/>
                  </a:lnTo>
                  <a:lnTo>
                    <a:pt x="915145" y="753151"/>
                  </a:lnTo>
                  <a:lnTo>
                    <a:pt x="916216" y="752414"/>
                  </a:lnTo>
                  <a:lnTo>
                    <a:pt x="917288" y="751677"/>
                  </a:lnTo>
                  <a:lnTo>
                    <a:pt x="918360" y="750939"/>
                  </a:lnTo>
                  <a:lnTo>
                    <a:pt x="919431" y="750202"/>
                  </a:lnTo>
                  <a:lnTo>
                    <a:pt x="920503" y="749464"/>
                  </a:lnTo>
                  <a:lnTo>
                    <a:pt x="921574" y="748725"/>
                  </a:lnTo>
                  <a:lnTo>
                    <a:pt x="922646" y="747987"/>
                  </a:lnTo>
                  <a:lnTo>
                    <a:pt x="923718" y="747248"/>
                  </a:lnTo>
                  <a:lnTo>
                    <a:pt x="924789" y="746508"/>
                  </a:lnTo>
                  <a:lnTo>
                    <a:pt x="925861" y="745769"/>
                  </a:lnTo>
                  <a:lnTo>
                    <a:pt x="926932" y="745029"/>
                  </a:lnTo>
                  <a:lnTo>
                    <a:pt x="928004" y="744289"/>
                  </a:lnTo>
                  <a:lnTo>
                    <a:pt x="929076" y="743549"/>
                  </a:lnTo>
                  <a:lnTo>
                    <a:pt x="930147" y="742809"/>
                  </a:lnTo>
                  <a:lnTo>
                    <a:pt x="931219" y="742068"/>
                  </a:lnTo>
                  <a:lnTo>
                    <a:pt x="932290" y="741327"/>
                  </a:lnTo>
                  <a:lnTo>
                    <a:pt x="933362" y="740586"/>
                  </a:lnTo>
                  <a:lnTo>
                    <a:pt x="934434" y="739844"/>
                  </a:lnTo>
                  <a:lnTo>
                    <a:pt x="935505" y="739102"/>
                  </a:lnTo>
                  <a:lnTo>
                    <a:pt x="936577" y="738360"/>
                  </a:lnTo>
                  <a:lnTo>
                    <a:pt x="937648" y="737618"/>
                  </a:lnTo>
                  <a:lnTo>
                    <a:pt x="938720" y="736875"/>
                  </a:lnTo>
                  <a:lnTo>
                    <a:pt x="939792" y="736132"/>
                  </a:lnTo>
                  <a:lnTo>
                    <a:pt x="940863" y="735389"/>
                  </a:lnTo>
                  <a:lnTo>
                    <a:pt x="941935" y="734646"/>
                  </a:lnTo>
                  <a:lnTo>
                    <a:pt x="943006" y="733902"/>
                  </a:lnTo>
                  <a:lnTo>
                    <a:pt x="944078" y="733159"/>
                  </a:lnTo>
                  <a:lnTo>
                    <a:pt x="945150" y="732415"/>
                  </a:lnTo>
                  <a:lnTo>
                    <a:pt x="946221" y="731670"/>
                  </a:lnTo>
                  <a:lnTo>
                    <a:pt x="947293" y="730926"/>
                  </a:lnTo>
                  <a:lnTo>
                    <a:pt x="948364" y="730181"/>
                  </a:lnTo>
                  <a:lnTo>
                    <a:pt x="949436" y="729436"/>
                  </a:lnTo>
                  <a:lnTo>
                    <a:pt x="950508" y="728691"/>
                  </a:lnTo>
                  <a:lnTo>
                    <a:pt x="951579" y="727945"/>
                  </a:lnTo>
                  <a:lnTo>
                    <a:pt x="952651" y="727199"/>
                  </a:lnTo>
                  <a:lnTo>
                    <a:pt x="953722" y="726454"/>
                  </a:lnTo>
                  <a:lnTo>
                    <a:pt x="954794" y="725707"/>
                  </a:lnTo>
                  <a:lnTo>
                    <a:pt x="955866" y="724961"/>
                  </a:lnTo>
                  <a:lnTo>
                    <a:pt x="956937" y="724214"/>
                  </a:lnTo>
                  <a:lnTo>
                    <a:pt x="958009" y="723467"/>
                  </a:lnTo>
                  <a:lnTo>
                    <a:pt x="959080" y="722720"/>
                  </a:lnTo>
                  <a:lnTo>
                    <a:pt x="960152" y="721973"/>
                  </a:lnTo>
                  <a:lnTo>
                    <a:pt x="961224" y="721225"/>
                  </a:lnTo>
                  <a:lnTo>
                    <a:pt x="962295" y="720477"/>
                  </a:lnTo>
                  <a:lnTo>
                    <a:pt x="963367" y="719729"/>
                  </a:lnTo>
                  <a:lnTo>
                    <a:pt x="964438" y="718981"/>
                  </a:lnTo>
                  <a:lnTo>
                    <a:pt x="965510" y="718233"/>
                  </a:lnTo>
                  <a:lnTo>
                    <a:pt x="966582" y="717484"/>
                  </a:lnTo>
                  <a:lnTo>
                    <a:pt x="967653" y="716735"/>
                  </a:lnTo>
                  <a:lnTo>
                    <a:pt x="968725" y="715986"/>
                  </a:lnTo>
                  <a:lnTo>
                    <a:pt x="969796" y="715237"/>
                  </a:lnTo>
                  <a:lnTo>
                    <a:pt x="970868" y="714487"/>
                  </a:lnTo>
                  <a:lnTo>
                    <a:pt x="971940" y="713737"/>
                  </a:lnTo>
                  <a:lnTo>
                    <a:pt x="973011" y="712987"/>
                  </a:lnTo>
                  <a:lnTo>
                    <a:pt x="974083" y="712237"/>
                  </a:lnTo>
                  <a:lnTo>
                    <a:pt x="975154" y="711487"/>
                  </a:lnTo>
                  <a:lnTo>
                    <a:pt x="976226" y="710736"/>
                  </a:lnTo>
                  <a:lnTo>
                    <a:pt x="977298" y="709985"/>
                  </a:lnTo>
                  <a:lnTo>
                    <a:pt x="978369" y="709234"/>
                  </a:lnTo>
                  <a:lnTo>
                    <a:pt x="979441" y="708483"/>
                  </a:lnTo>
                  <a:lnTo>
                    <a:pt x="980512" y="707732"/>
                  </a:lnTo>
                  <a:lnTo>
                    <a:pt x="981584" y="706980"/>
                  </a:lnTo>
                  <a:lnTo>
                    <a:pt x="982656" y="706228"/>
                  </a:lnTo>
                  <a:lnTo>
                    <a:pt x="983727" y="705476"/>
                  </a:lnTo>
                  <a:lnTo>
                    <a:pt x="984799" y="704724"/>
                  </a:lnTo>
                  <a:lnTo>
                    <a:pt x="985870" y="703972"/>
                  </a:lnTo>
                  <a:lnTo>
                    <a:pt x="986942" y="703219"/>
                  </a:lnTo>
                  <a:lnTo>
                    <a:pt x="988014" y="702466"/>
                  </a:lnTo>
                  <a:lnTo>
                    <a:pt x="989085" y="701713"/>
                  </a:lnTo>
                  <a:lnTo>
                    <a:pt x="990157" y="700960"/>
                  </a:lnTo>
                  <a:lnTo>
                    <a:pt x="991228" y="700207"/>
                  </a:lnTo>
                  <a:lnTo>
                    <a:pt x="992300" y="699453"/>
                  </a:lnTo>
                  <a:lnTo>
                    <a:pt x="993372" y="698699"/>
                  </a:lnTo>
                  <a:lnTo>
                    <a:pt x="994443" y="697945"/>
                  </a:lnTo>
                  <a:lnTo>
                    <a:pt x="995515" y="697191"/>
                  </a:lnTo>
                  <a:lnTo>
                    <a:pt x="996586" y="696437"/>
                  </a:lnTo>
                  <a:lnTo>
                    <a:pt x="997658" y="695683"/>
                  </a:lnTo>
                  <a:lnTo>
                    <a:pt x="998730" y="694928"/>
                  </a:lnTo>
                  <a:lnTo>
                    <a:pt x="999801" y="694173"/>
                  </a:lnTo>
                  <a:lnTo>
                    <a:pt x="1000873" y="693418"/>
                  </a:lnTo>
                  <a:lnTo>
                    <a:pt x="1001944" y="692663"/>
                  </a:lnTo>
                  <a:lnTo>
                    <a:pt x="1003016" y="691908"/>
                  </a:lnTo>
                  <a:lnTo>
                    <a:pt x="1004088" y="691152"/>
                  </a:lnTo>
                  <a:lnTo>
                    <a:pt x="1005159" y="690397"/>
                  </a:lnTo>
                  <a:lnTo>
                    <a:pt x="1006231" y="689641"/>
                  </a:lnTo>
                  <a:lnTo>
                    <a:pt x="1007302" y="688885"/>
                  </a:lnTo>
                  <a:lnTo>
                    <a:pt x="1008374" y="688128"/>
                  </a:lnTo>
                  <a:lnTo>
                    <a:pt x="1009446" y="687372"/>
                  </a:lnTo>
                  <a:lnTo>
                    <a:pt x="1010517" y="686616"/>
                  </a:lnTo>
                  <a:lnTo>
                    <a:pt x="1011589" y="685859"/>
                  </a:lnTo>
                  <a:lnTo>
                    <a:pt x="1012660" y="685102"/>
                  </a:lnTo>
                  <a:lnTo>
                    <a:pt x="1013732" y="684345"/>
                  </a:lnTo>
                  <a:lnTo>
                    <a:pt x="1014804" y="683588"/>
                  </a:lnTo>
                  <a:lnTo>
                    <a:pt x="1015875" y="682831"/>
                  </a:lnTo>
                  <a:lnTo>
                    <a:pt x="1016947" y="682073"/>
                  </a:lnTo>
                  <a:lnTo>
                    <a:pt x="1018018" y="681316"/>
                  </a:lnTo>
                  <a:lnTo>
                    <a:pt x="1019090" y="680558"/>
                  </a:lnTo>
                  <a:lnTo>
                    <a:pt x="1020162" y="679800"/>
                  </a:lnTo>
                  <a:lnTo>
                    <a:pt x="1021233" y="679042"/>
                  </a:lnTo>
                  <a:lnTo>
                    <a:pt x="1022305" y="678284"/>
                  </a:lnTo>
                  <a:lnTo>
                    <a:pt x="1023376" y="677526"/>
                  </a:lnTo>
                  <a:lnTo>
                    <a:pt x="1024448" y="676767"/>
                  </a:lnTo>
                  <a:lnTo>
                    <a:pt x="1025520" y="676008"/>
                  </a:lnTo>
                  <a:lnTo>
                    <a:pt x="1026591" y="675250"/>
                  </a:lnTo>
                  <a:lnTo>
                    <a:pt x="1027663" y="674491"/>
                  </a:lnTo>
                  <a:lnTo>
                    <a:pt x="1028734" y="673732"/>
                  </a:lnTo>
                  <a:lnTo>
                    <a:pt x="1029806" y="672973"/>
                  </a:lnTo>
                  <a:lnTo>
                    <a:pt x="1030878" y="672213"/>
                  </a:lnTo>
                  <a:lnTo>
                    <a:pt x="1031949" y="671454"/>
                  </a:lnTo>
                  <a:lnTo>
                    <a:pt x="1033021" y="670694"/>
                  </a:lnTo>
                  <a:lnTo>
                    <a:pt x="1034092" y="669935"/>
                  </a:lnTo>
                  <a:lnTo>
                    <a:pt x="1035164" y="669175"/>
                  </a:lnTo>
                  <a:lnTo>
                    <a:pt x="1036236" y="668415"/>
                  </a:lnTo>
                  <a:lnTo>
                    <a:pt x="1037307" y="667655"/>
                  </a:lnTo>
                  <a:lnTo>
                    <a:pt x="1038379" y="666895"/>
                  </a:lnTo>
                  <a:lnTo>
                    <a:pt x="1039450" y="666134"/>
                  </a:lnTo>
                  <a:lnTo>
                    <a:pt x="1040522" y="665374"/>
                  </a:lnTo>
                  <a:lnTo>
                    <a:pt x="1041594" y="664613"/>
                  </a:lnTo>
                  <a:lnTo>
                    <a:pt x="1042665" y="663853"/>
                  </a:lnTo>
                  <a:lnTo>
                    <a:pt x="1043737" y="663092"/>
                  </a:lnTo>
                  <a:lnTo>
                    <a:pt x="1044808" y="662331"/>
                  </a:lnTo>
                  <a:lnTo>
                    <a:pt x="1045880" y="661570"/>
                  </a:lnTo>
                  <a:lnTo>
                    <a:pt x="1046952" y="660809"/>
                  </a:lnTo>
                  <a:lnTo>
                    <a:pt x="1048023" y="660048"/>
                  </a:lnTo>
                  <a:lnTo>
                    <a:pt x="1049095" y="659286"/>
                  </a:lnTo>
                  <a:lnTo>
                    <a:pt x="1050166" y="658525"/>
                  </a:lnTo>
                  <a:lnTo>
                    <a:pt x="1051238" y="657763"/>
                  </a:lnTo>
                  <a:lnTo>
                    <a:pt x="1052310" y="657002"/>
                  </a:lnTo>
                  <a:lnTo>
                    <a:pt x="1053381" y="656240"/>
                  </a:lnTo>
                  <a:lnTo>
                    <a:pt x="1054453" y="655478"/>
                  </a:lnTo>
                  <a:lnTo>
                    <a:pt x="1055524" y="654716"/>
                  </a:lnTo>
                  <a:lnTo>
                    <a:pt x="1056596" y="653954"/>
                  </a:lnTo>
                  <a:lnTo>
                    <a:pt x="1057668" y="653192"/>
                  </a:lnTo>
                  <a:lnTo>
                    <a:pt x="1058739" y="652430"/>
                  </a:lnTo>
                  <a:lnTo>
                    <a:pt x="1059811" y="651668"/>
                  </a:lnTo>
                  <a:lnTo>
                    <a:pt x="1060882" y="650905"/>
                  </a:lnTo>
                  <a:lnTo>
                    <a:pt x="1061954" y="650143"/>
                  </a:lnTo>
                  <a:lnTo>
                    <a:pt x="1063026" y="649380"/>
                  </a:lnTo>
                  <a:lnTo>
                    <a:pt x="1064097" y="648617"/>
                  </a:lnTo>
                  <a:lnTo>
                    <a:pt x="1065169" y="647855"/>
                  </a:lnTo>
                  <a:lnTo>
                    <a:pt x="1066240" y="647092"/>
                  </a:lnTo>
                  <a:lnTo>
                    <a:pt x="1067312" y="646329"/>
                  </a:lnTo>
                  <a:lnTo>
                    <a:pt x="1068383" y="645566"/>
                  </a:lnTo>
                  <a:lnTo>
                    <a:pt x="1069455" y="644803"/>
                  </a:lnTo>
                  <a:lnTo>
                    <a:pt x="1070527" y="644040"/>
                  </a:lnTo>
                  <a:lnTo>
                    <a:pt x="1071598" y="643277"/>
                  </a:lnTo>
                  <a:lnTo>
                    <a:pt x="1072670" y="642513"/>
                  </a:lnTo>
                  <a:lnTo>
                    <a:pt x="1073741" y="641750"/>
                  </a:lnTo>
                  <a:lnTo>
                    <a:pt x="1074813" y="640987"/>
                  </a:lnTo>
                  <a:lnTo>
                    <a:pt x="1075885" y="640223"/>
                  </a:lnTo>
                  <a:lnTo>
                    <a:pt x="1076956" y="639460"/>
                  </a:lnTo>
                  <a:lnTo>
                    <a:pt x="1078028" y="638696"/>
                  </a:lnTo>
                  <a:lnTo>
                    <a:pt x="1079099" y="637932"/>
                  </a:lnTo>
                  <a:lnTo>
                    <a:pt x="1080171" y="637169"/>
                  </a:lnTo>
                  <a:lnTo>
                    <a:pt x="1081243" y="636405"/>
                  </a:lnTo>
                  <a:lnTo>
                    <a:pt x="1082314" y="635641"/>
                  </a:lnTo>
                  <a:lnTo>
                    <a:pt x="1083386" y="634877"/>
                  </a:lnTo>
                  <a:lnTo>
                    <a:pt x="1084457" y="634113"/>
                  </a:lnTo>
                  <a:lnTo>
                    <a:pt x="1085529" y="633349"/>
                  </a:lnTo>
                  <a:lnTo>
                    <a:pt x="1086601" y="632585"/>
                  </a:lnTo>
                  <a:lnTo>
                    <a:pt x="1087672" y="631821"/>
                  </a:lnTo>
                  <a:lnTo>
                    <a:pt x="1088744" y="631057"/>
                  </a:lnTo>
                  <a:lnTo>
                    <a:pt x="1089815" y="630293"/>
                  </a:lnTo>
                  <a:lnTo>
                    <a:pt x="1090887" y="629529"/>
                  </a:lnTo>
                  <a:lnTo>
                    <a:pt x="1091959" y="628764"/>
                  </a:lnTo>
                  <a:lnTo>
                    <a:pt x="1093030" y="628000"/>
                  </a:lnTo>
                  <a:lnTo>
                    <a:pt x="1094102" y="627236"/>
                  </a:lnTo>
                  <a:lnTo>
                    <a:pt x="1095173" y="626472"/>
                  </a:lnTo>
                  <a:lnTo>
                    <a:pt x="1096245" y="625707"/>
                  </a:lnTo>
                  <a:lnTo>
                    <a:pt x="1097317" y="624943"/>
                  </a:lnTo>
                  <a:lnTo>
                    <a:pt x="1098388" y="624178"/>
                  </a:lnTo>
                  <a:lnTo>
                    <a:pt x="1099460" y="623414"/>
                  </a:lnTo>
                  <a:lnTo>
                    <a:pt x="1100531" y="622649"/>
                  </a:lnTo>
                  <a:lnTo>
                    <a:pt x="1101603" y="621885"/>
                  </a:lnTo>
                  <a:lnTo>
                    <a:pt x="1102675" y="621120"/>
                  </a:lnTo>
                  <a:lnTo>
                    <a:pt x="1103746" y="620356"/>
                  </a:lnTo>
                  <a:lnTo>
                    <a:pt x="1104818" y="619591"/>
                  </a:lnTo>
                  <a:lnTo>
                    <a:pt x="1105889" y="618826"/>
                  </a:lnTo>
                  <a:lnTo>
                    <a:pt x="1106961" y="618062"/>
                  </a:lnTo>
                  <a:lnTo>
                    <a:pt x="1108033" y="617297"/>
                  </a:lnTo>
                  <a:lnTo>
                    <a:pt x="1109104" y="616533"/>
                  </a:lnTo>
                  <a:lnTo>
                    <a:pt x="1110176" y="615768"/>
                  </a:lnTo>
                  <a:lnTo>
                    <a:pt x="1111247" y="615003"/>
                  </a:lnTo>
                  <a:lnTo>
                    <a:pt x="1112319" y="614239"/>
                  </a:lnTo>
                  <a:lnTo>
                    <a:pt x="1113391" y="613474"/>
                  </a:lnTo>
                  <a:lnTo>
                    <a:pt x="1114462" y="612709"/>
                  </a:lnTo>
                  <a:lnTo>
                    <a:pt x="1115534" y="611945"/>
                  </a:lnTo>
                  <a:lnTo>
                    <a:pt x="1116605" y="611180"/>
                  </a:lnTo>
                  <a:lnTo>
                    <a:pt x="1117677" y="610415"/>
                  </a:lnTo>
                  <a:lnTo>
                    <a:pt x="1118749" y="609651"/>
                  </a:lnTo>
                  <a:lnTo>
                    <a:pt x="1119820" y="608886"/>
                  </a:lnTo>
                  <a:lnTo>
                    <a:pt x="1120892" y="608121"/>
                  </a:lnTo>
                  <a:lnTo>
                    <a:pt x="1121963" y="607357"/>
                  </a:lnTo>
                  <a:lnTo>
                    <a:pt x="1123035" y="606592"/>
                  </a:lnTo>
                  <a:lnTo>
                    <a:pt x="1124107" y="605827"/>
                  </a:lnTo>
                  <a:lnTo>
                    <a:pt x="1125178" y="605063"/>
                  </a:lnTo>
                  <a:lnTo>
                    <a:pt x="1126250" y="604298"/>
                  </a:lnTo>
                  <a:lnTo>
                    <a:pt x="1127321" y="603534"/>
                  </a:lnTo>
                  <a:lnTo>
                    <a:pt x="1128393" y="602769"/>
                  </a:lnTo>
                  <a:lnTo>
                    <a:pt x="1129465" y="602005"/>
                  </a:lnTo>
                  <a:lnTo>
                    <a:pt x="1130536" y="601240"/>
                  </a:lnTo>
                  <a:lnTo>
                    <a:pt x="1131608" y="600476"/>
                  </a:lnTo>
                  <a:lnTo>
                    <a:pt x="1132679" y="599711"/>
                  </a:lnTo>
                  <a:lnTo>
                    <a:pt x="1133751" y="598947"/>
                  </a:lnTo>
                  <a:lnTo>
                    <a:pt x="1134823" y="598182"/>
                  </a:lnTo>
                  <a:lnTo>
                    <a:pt x="1135894" y="597418"/>
                  </a:lnTo>
                  <a:lnTo>
                    <a:pt x="1136966" y="596654"/>
                  </a:lnTo>
                  <a:lnTo>
                    <a:pt x="1138037" y="595889"/>
                  </a:lnTo>
                  <a:lnTo>
                    <a:pt x="1139109" y="595125"/>
                  </a:lnTo>
                  <a:lnTo>
                    <a:pt x="1140181" y="594361"/>
                  </a:lnTo>
                  <a:lnTo>
                    <a:pt x="1141252" y="593597"/>
                  </a:lnTo>
                  <a:lnTo>
                    <a:pt x="1142324" y="592833"/>
                  </a:lnTo>
                  <a:lnTo>
                    <a:pt x="1143395" y="592069"/>
                  </a:lnTo>
                  <a:lnTo>
                    <a:pt x="1144467" y="591305"/>
                  </a:lnTo>
                  <a:lnTo>
                    <a:pt x="1145539" y="590541"/>
                  </a:lnTo>
                  <a:lnTo>
                    <a:pt x="1146610" y="589777"/>
                  </a:lnTo>
                  <a:lnTo>
                    <a:pt x="1147682" y="589013"/>
                  </a:lnTo>
                  <a:lnTo>
                    <a:pt x="1148753" y="588249"/>
                  </a:lnTo>
                  <a:lnTo>
                    <a:pt x="1149825" y="587486"/>
                  </a:lnTo>
                  <a:lnTo>
                    <a:pt x="1150897" y="586722"/>
                  </a:lnTo>
                  <a:lnTo>
                    <a:pt x="1151968" y="585958"/>
                  </a:lnTo>
                  <a:lnTo>
                    <a:pt x="1153040" y="585195"/>
                  </a:lnTo>
                  <a:lnTo>
                    <a:pt x="1154111" y="584431"/>
                  </a:lnTo>
                  <a:lnTo>
                    <a:pt x="1155183" y="583668"/>
                  </a:lnTo>
                  <a:lnTo>
                    <a:pt x="1156255" y="582905"/>
                  </a:lnTo>
                  <a:lnTo>
                    <a:pt x="1157326" y="582141"/>
                  </a:lnTo>
                  <a:lnTo>
                    <a:pt x="1158398" y="581378"/>
                  </a:lnTo>
                  <a:lnTo>
                    <a:pt x="1159469" y="580615"/>
                  </a:lnTo>
                  <a:lnTo>
                    <a:pt x="1160541" y="579852"/>
                  </a:lnTo>
                  <a:lnTo>
                    <a:pt x="1161613" y="579089"/>
                  </a:lnTo>
                  <a:lnTo>
                    <a:pt x="1162684" y="578326"/>
                  </a:lnTo>
                  <a:lnTo>
                    <a:pt x="1163756" y="577563"/>
                  </a:lnTo>
                  <a:lnTo>
                    <a:pt x="1164827" y="576800"/>
                  </a:lnTo>
                  <a:lnTo>
                    <a:pt x="1165899" y="576038"/>
                  </a:lnTo>
                  <a:lnTo>
                    <a:pt x="1166971" y="575275"/>
                  </a:lnTo>
                  <a:lnTo>
                    <a:pt x="1168042" y="574513"/>
                  </a:lnTo>
                  <a:lnTo>
                    <a:pt x="1169114" y="573750"/>
                  </a:lnTo>
                  <a:lnTo>
                    <a:pt x="1170185" y="572988"/>
                  </a:lnTo>
                  <a:lnTo>
                    <a:pt x="1171257" y="572226"/>
                  </a:lnTo>
                  <a:lnTo>
                    <a:pt x="1172329" y="571463"/>
                  </a:lnTo>
                  <a:lnTo>
                    <a:pt x="1173400" y="570701"/>
                  </a:lnTo>
                  <a:lnTo>
                    <a:pt x="1174472" y="569939"/>
                  </a:lnTo>
                  <a:lnTo>
                    <a:pt x="1175543" y="569177"/>
                  </a:lnTo>
                  <a:lnTo>
                    <a:pt x="1176615" y="568415"/>
                  </a:lnTo>
                  <a:lnTo>
                    <a:pt x="1177687" y="567654"/>
                  </a:lnTo>
                  <a:lnTo>
                    <a:pt x="1178758" y="566892"/>
                  </a:lnTo>
                  <a:lnTo>
                    <a:pt x="1179830" y="566131"/>
                  </a:lnTo>
                  <a:lnTo>
                    <a:pt x="1180901" y="565369"/>
                  </a:lnTo>
                  <a:lnTo>
                    <a:pt x="1181973" y="564608"/>
                  </a:lnTo>
                  <a:lnTo>
                    <a:pt x="1183045" y="563847"/>
                  </a:lnTo>
                  <a:lnTo>
                    <a:pt x="1184116" y="563085"/>
                  </a:lnTo>
                  <a:lnTo>
                    <a:pt x="1185188" y="562324"/>
                  </a:lnTo>
                  <a:lnTo>
                    <a:pt x="1186259" y="561563"/>
                  </a:lnTo>
                  <a:lnTo>
                    <a:pt x="1187331" y="560803"/>
                  </a:lnTo>
                  <a:lnTo>
                    <a:pt x="1188403" y="560042"/>
                  </a:lnTo>
                  <a:lnTo>
                    <a:pt x="1189474" y="559281"/>
                  </a:lnTo>
                  <a:lnTo>
                    <a:pt x="1190546" y="558521"/>
                  </a:lnTo>
                  <a:lnTo>
                    <a:pt x="1191617" y="557760"/>
                  </a:lnTo>
                  <a:lnTo>
                    <a:pt x="1192689" y="557000"/>
                  </a:lnTo>
                  <a:lnTo>
                    <a:pt x="1193761" y="556240"/>
                  </a:lnTo>
                  <a:lnTo>
                    <a:pt x="1194832" y="555480"/>
                  </a:lnTo>
                  <a:lnTo>
                    <a:pt x="1195904" y="554720"/>
                  </a:lnTo>
                  <a:lnTo>
                    <a:pt x="1196975" y="553960"/>
                  </a:lnTo>
                  <a:lnTo>
                    <a:pt x="1198047" y="553201"/>
                  </a:lnTo>
                  <a:lnTo>
                    <a:pt x="1199119" y="552441"/>
                  </a:lnTo>
                  <a:lnTo>
                    <a:pt x="1200190" y="551682"/>
                  </a:lnTo>
                  <a:lnTo>
                    <a:pt x="1201262" y="550922"/>
                  </a:lnTo>
                  <a:lnTo>
                    <a:pt x="1202333" y="550163"/>
                  </a:lnTo>
                  <a:lnTo>
                    <a:pt x="1203405" y="549404"/>
                  </a:lnTo>
                  <a:lnTo>
                    <a:pt x="1204477" y="548645"/>
                  </a:lnTo>
                  <a:lnTo>
                    <a:pt x="1205548" y="547886"/>
                  </a:lnTo>
                  <a:lnTo>
                    <a:pt x="1206620" y="547128"/>
                  </a:lnTo>
                  <a:lnTo>
                    <a:pt x="1207691" y="546369"/>
                  </a:lnTo>
                  <a:lnTo>
                    <a:pt x="1208763" y="545611"/>
                  </a:lnTo>
                  <a:lnTo>
                    <a:pt x="1209835" y="544853"/>
                  </a:lnTo>
                  <a:lnTo>
                    <a:pt x="1210906" y="544094"/>
                  </a:lnTo>
                  <a:lnTo>
                    <a:pt x="1211978" y="543336"/>
                  </a:lnTo>
                  <a:lnTo>
                    <a:pt x="1213049" y="542579"/>
                  </a:lnTo>
                  <a:lnTo>
                    <a:pt x="1214121" y="541821"/>
                  </a:lnTo>
                  <a:lnTo>
                    <a:pt x="1215193" y="541063"/>
                  </a:lnTo>
                  <a:lnTo>
                    <a:pt x="1216264" y="540306"/>
                  </a:lnTo>
                  <a:lnTo>
                    <a:pt x="1217336" y="539549"/>
                  </a:lnTo>
                  <a:lnTo>
                    <a:pt x="1218407" y="538792"/>
                  </a:lnTo>
                  <a:lnTo>
                    <a:pt x="1219479" y="538035"/>
                  </a:lnTo>
                  <a:lnTo>
                    <a:pt x="1220551" y="537278"/>
                  </a:lnTo>
                  <a:lnTo>
                    <a:pt x="1221622" y="536521"/>
                  </a:lnTo>
                  <a:lnTo>
                    <a:pt x="1222694" y="535765"/>
                  </a:lnTo>
                  <a:lnTo>
                    <a:pt x="1223765" y="535009"/>
                  </a:lnTo>
                  <a:lnTo>
                    <a:pt x="1224837" y="534252"/>
                  </a:lnTo>
                  <a:lnTo>
                    <a:pt x="1225909" y="533496"/>
                  </a:lnTo>
                  <a:lnTo>
                    <a:pt x="1226980" y="532741"/>
                  </a:lnTo>
                  <a:lnTo>
                    <a:pt x="1228052" y="531985"/>
                  </a:lnTo>
                  <a:lnTo>
                    <a:pt x="1229123" y="531229"/>
                  </a:lnTo>
                  <a:lnTo>
                    <a:pt x="1230195" y="530474"/>
                  </a:lnTo>
                  <a:lnTo>
                    <a:pt x="1231267" y="529719"/>
                  </a:lnTo>
                  <a:lnTo>
                    <a:pt x="1232338" y="528964"/>
                  </a:lnTo>
                  <a:lnTo>
                    <a:pt x="1233410" y="528209"/>
                  </a:lnTo>
                  <a:lnTo>
                    <a:pt x="1234481" y="527454"/>
                  </a:lnTo>
                  <a:lnTo>
                    <a:pt x="1235553" y="526700"/>
                  </a:lnTo>
                  <a:lnTo>
                    <a:pt x="1236625" y="525945"/>
                  </a:lnTo>
                  <a:lnTo>
                    <a:pt x="1237696" y="525191"/>
                  </a:lnTo>
                  <a:lnTo>
                    <a:pt x="1238768" y="524437"/>
                  </a:lnTo>
                  <a:lnTo>
                    <a:pt x="1239839" y="523684"/>
                  </a:lnTo>
                  <a:lnTo>
                    <a:pt x="1240911" y="522930"/>
                  </a:lnTo>
                  <a:lnTo>
                    <a:pt x="1241983" y="522177"/>
                  </a:lnTo>
                  <a:lnTo>
                    <a:pt x="1243054" y="521423"/>
                  </a:lnTo>
                  <a:lnTo>
                    <a:pt x="1244126" y="520670"/>
                  </a:lnTo>
                  <a:lnTo>
                    <a:pt x="1245197" y="519917"/>
                  </a:lnTo>
                  <a:lnTo>
                    <a:pt x="1246269" y="519165"/>
                  </a:lnTo>
                  <a:lnTo>
                    <a:pt x="1247340" y="518412"/>
                  </a:lnTo>
                  <a:lnTo>
                    <a:pt x="1248412" y="517660"/>
                  </a:lnTo>
                  <a:lnTo>
                    <a:pt x="1249484" y="516908"/>
                  </a:lnTo>
                  <a:lnTo>
                    <a:pt x="1250555" y="516156"/>
                  </a:lnTo>
                  <a:lnTo>
                    <a:pt x="1251627" y="515404"/>
                  </a:lnTo>
                  <a:lnTo>
                    <a:pt x="1252698" y="514653"/>
                  </a:lnTo>
                  <a:lnTo>
                    <a:pt x="1253770" y="513901"/>
                  </a:lnTo>
                  <a:lnTo>
                    <a:pt x="1254842" y="513150"/>
                  </a:lnTo>
                  <a:lnTo>
                    <a:pt x="1255913" y="512399"/>
                  </a:lnTo>
                  <a:lnTo>
                    <a:pt x="1256985" y="511649"/>
                  </a:lnTo>
                  <a:lnTo>
                    <a:pt x="1258056" y="510898"/>
                  </a:lnTo>
                  <a:lnTo>
                    <a:pt x="1259128" y="510148"/>
                  </a:lnTo>
                  <a:lnTo>
                    <a:pt x="1260200" y="509398"/>
                  </a:lnTo>
                  <a:lnTo>
                    <a:pt x="1261271" y="508648"/>
                  </a:lnTo>
                  <a:lnTo>
                    <a:pt x="1262343" y="507898"/>
                  </a:lnTo>
                  <a:lnTo>
                    <a:pt x="1263414" y="507149"/>
                  </a:lnTo>
                  <a:lnTo>
                    <a:pt x="1264486" y="506399"/>
                  </a:lnTo>
                  <a:lnTo>
                    <a:pt x="1265558" y="505650"/>
                  </a:lnTo>
                  <a:lnTo>
                    <a:pt x="1266629" y="504901"/>
                  </a:lnTo>
                  <a:lnTo>
                    <a:pt x="1267701" y="504153"/>
                  </a:lnTo>
                  <a:lnTo>
                    <a:pt x="1268772" y="503405"/>
                  </a:lnTo>
                  <a:lnTo>
                    <a:pt x="1269844" y="502656"/>
                  </a:lnTo>
                  <a:lnTo>
                    <a:pt x="1270916" y="501908"/>
                  </a:lnTo>
                  <a:lnTo>
                    <a:pt x="1271987" y="501161"/>
                  </a:lnTo>
                  <a:lnTo>
                    <a:pt x="1273059" y="500413"/>
                  </a:lnTo>
                  <a:lnTo>
                    <a:pt x="1274130" y="499666"/>
                  </a:lnTo>
                  <a:lnTo>
                    <a:pt x="1275202" y="498919"/>
                  </a:lnTo>
                  <a:lnTo>
                    <a:pt x="1276274" y="498172"/>
                  </a:lnTo>
                  <a:lnTo>
                    <a:pt x="1277345" y="497426"/>
                  </a:lnTo>
                  <a:lnTo>
                    <a:pt x="1278417" y="496679"/>
                  </a:lnTo>
                  <a:lnTo>
                    <a:pt x="1279488" y="495933"/>
                  </a:lnTo>
                  <a:lnTo>
                    <a:pt x="1280560" y="495187"/>
                  </a:lnTo>
                  <a:lnTo>
                    <a:pt x="1281632" y="494442"/>
                  </a:lnTo>
                  <a:lnTo>
                    <a:pt x="1282703" y="493696"/>
                  </a:lnTo>
                  <a:lnTo>
                    <a:pt x="1283775" y="492951"/>
                  </a:lnTo>
                  <a:lnTo>
                    <a:pt x="1284846" y="492206"/>
                  </a:lnTo>
                  <a:lnTo>
                    <a:pt x="1285918" y="491462"/>
                  </a:lnTo>
                  <a:lnTo>
                    <a:pt x="1286990" y="490717"/>
                  </a:lnTo>
                  <a:lnTo>
                    <a:pt x="1288061" y="489973"/>
                  </a:lnTo>
                  <a:lnTo>
                    <a:pt x="1289133" y="489229"/>
                  </a:lnTo>
                  <a:lnTo>
                    <a:pt x="1290204" y="488486"/>
                  </a:lnTo>
                  <a:lnTo>
                    <a:pt x="1291276" y="487742"/>
                  </a:lnTo>
                  <a:lnTo>
                    <a:pt x="1292348" y="486999"/>
                  </a:lnTo>
                  <a:lnTo>
                    <a:pt x="1293419" y="486256"/>
                  </a:lnTo>
                  <a:lnTo>
                    <a:pt x="1294491" y="485514"/>
                  </a:lnTo>
                  <a:lnTo>
                    <a:pt x="1295562" y="484772"/>
                  </a:lnTo>
                  <a:lnTo>
                    <a:pt x="1296634" y="484029"/>
                  </a:lnTo>
                  <a:lnTo>
                    <a:pt x="1297706" y="483288"/>
                  </a:lnTo>
                  <a:lnTo>
                    <a:pt x="1298777" y="482546"/>
                  </a:lnTo>
                  <a:lnTo>
                    <a:pt x="1299849" y="481805"/>
                  </a:lnTo>
                  <a:lnTo>
                    <a:pt x="1300920" y="481064"/>
                  </a:lnTo>
                  <a:lnTo>
                    <a:pt x="1301992" y="480323"/>
                  </a:lnTo>
                  <a:lnTo>
                    <a:pt x="1303064" y="479583"/>
                  </a:lnTo>
                  <a:lnTo>
                    <a:pt x="1304135" y="478842"/>
                  </a:lnTo>
                  <a:lnTo>
                    <a:pt x="1305207" y="478102"/>
                  </a:lnTo>
                  <a:lnTo>
                    <a:pt x="1306278" y="477363"/>
                  </a:lnTo>
                  <a:lnTo>
                    <a:pt x="1307350" y="476623"/>
                  </a:lnTo>
                  <a:lnTo>
                    <a:pt x="1308422" y="475884"/>
                  </a:lnTo>
                  <a:lnTo>
                    <a:pt x="1309493" y="475145"/>
                  </a:lnTo>
                  <a:lnTo>
                    <a:pt x="1310565" y="474407"/>
                  </a:lnTo>
                  <a:lnTo>
                    <a:pt x="1311636" y="473669"/>
                  </a:lnTo>
                  <a:lnTo>
                    <a:pt x="1312708" y="472931"/>
                  </a:lnTo>
                  <a:lnTo>
                    <a:pt x="1313780" y="472193"/>
                  </a:lnTo>
                  <a:lnTo>
                    <a:pt x="1314851" y="471456"/>
                  </a:lnTo>
                  <a:lnTo>
                    <a:pt x="1315923" y="470719"/>
                  </a:lnTo>
                  <a:lnTo>
                    <a:pt x="1316994" y="469982"/>
                  </a:lnTo>
                  <a:lnTo>
                    <a:pt x="1318066" y="469245"/>
                  </a:lnTo>
                  <a:lnTo>
                    <a:pt x="1319138" y="468509"/>
                  </a:lnTo>
                  <a:lnTo>
                    <a:pt x="1320209" y="467773"/>
                  </a:lnTo>
                  <a:lnTo>
                    <a:pt x="1321281" y="467037"/>
                  </a:lnTo>
                  <a:lnTo>
                    <a:pt x="1322352" y="466302"/>
                  </a:lnTo>
                  <a:lnTo>
                    <a:pt x="1323424" y="465567"/>
                  </a:lnTo>
                  <a:lnTo>
                    <a:pt x="1324496" y="464832"/>
                  </a:lnTo>
                  <a:lnTo>
                    <a:pt x="1325567" y="464098"/>
                  </a:lnTo>
                  <a:lnTo>
                    <a:pt x="1326639" y="463364"/>
                  </a:lnTo>
                  <a:lnTo>
                    <a:pt x="1327710" y="462630"/>
                  </a:lnTo>
                  <a:lnTo>
                    <a:pt x="1328782" y="461897"/>
                  </a:lnTo>
                  <a:lnTo>
                    <a:pt x="1329854" y="461163"/>
                  </a:lnTo>
                  <a:lnTo>
                    <a:pt x="1330925" y="460431"/>
                  </a:lnTo>
                  <a:lnTo>
                    <a:pt x="1331997" y="459698"/>
                  </a:lnTo>
                  <a:lnTo>
                    <a:pt x="1333068" y="458966"/>
                  </a:lnTo>
                  <a:lnTo>
                    <a:pt x="1334140" y="458234"/>
                  </a:lnTo>
                  <a:lnTo>
                    <a:pt x="1335212" y="457502"/>
                  </a:lnTo>
                  <a:lnTo>
                    <a:pt x="1336283" y="456771"/>
                  </a:lnTo>
                  <a:lnTo>
                    <a:pt x="1337355" y="456040"/>
                  </a:lnTo>
                  <a:lnTo>
                    <a:pt x="1338426" y="455310"/>
                  </a:lnTo>
                  <a:lnTo>
                    <a:pt x="1339498" y="454579"/>
                  </a:lnTo>
                  <a:lnTo>
                    <a:pt x="1340570" y="453849"/>
                  </a:lnTo>
                  <a:lnTo>
                    <a:pt x="1341641" y="453120"/>
                  </a:lnTo>
                  <a:lnTo>
                    <a:pt x="1342713" y="452390"/>
                  </a:lnTo>
                  <a:lnTo>
                    <a:pt x="1343784" y="451661"/>
                  </a:lnTo>
                  <a:lnTo>
                    <a:pt x="1344856" y="450933"/>
                  </a:lnTo>
                  <a:lnTo>
                    <a:pt x="1345928" y="450204"/>
                  </a:lnTo>
                  <a:lnTo>
                    <a:pt x="1346999" y="449476"/>
                  </a:lnTo>
                  <a:lnTo>
                    <a:pt x="1348071" y="448749"/>
                  </a:lnTo>
                  <a:lnTo>
                    <a:pt x="1349142" y="448022"/>
                  </a:lnTo>
                  <a:lnTo>
                    <a:pt x="1350214" y="447295"/>
                  </a:lnTo>
                  <a:lnTo>
                    <a:pt x="1351286" y="446568"/>
                  </a:lnTo>
                  <a:lnTo>
                    <a:pt x="1352357" y="445842"/>
                  </a:lnTo>
                  <a:lnTo>
                    <a:pt x="1353429" y="445116"/>
                  </a:lnTo>
                  <a:lnTo>
                    <a:pt x="1354500" y="444390"/>
                  </a:lnTo>
                  <a:lnTo>
                    <a:pt x="1355572" y="443665"/>
                  </a:lnTo>
                  <a:lnTo>
                    <a:pt x="1356644" y="442940"/>
                  </a:lnTo>
                  <a:lnTo>
                    <a:pt x="1357715" y="442216"/>
                  </a:lnTo>
                  <a:lnTo>
                    <a:pt x="1358787" y="441492"/>
                  </a:lnTo>
                  <a:lnTo>
                    <a:pt x="1359858" y="440768"/>
                  </a:lnTo>
                  <a:lnTo>
                    <a:pt x="1360930" y="440044"/>
                  </a:lnTo>
                  <a:lnTo>
                    <a:pt x="1362002" y="439321"/>
                  </a:lnTo>
                  <a:lnTo>
                    <a:pt x="1363073" y="438599"/>
                  </a:lnTo>
                  <a:lnTo>
                    <a:pt x="1364145" y="437876"/>
                  </a:lnTo>
                  <a:lnTo>
                    <a:pt x="1365216" y="437154"/>
                  </a:lnTo>
                  <a:lnTo>
                    <a:pt x="1366288" y="436433"/>
                  </a:lnTo>
                  <a:lnTo>
                    <a:pt x="1367360" y="435712"/>
                  </a:lnTo>
                  <a:lnTo>
                    <a:pt x="1368431" y="434991"/>
                  </a:lnTo>
                  <a:lnTo>
                    <a:pt x="1369503" y="434270"/>
                  </a:lnTo>
                  <a:lnTo>
                    <a:pt x="1370574" y="433550"/>
                  </a:lnTo>
                  <a:lnTo>
                    <a:pt x="1371646" y="432830"/>
                  </a:lnTo>
                  <a:lnTo>
                    <a:pt x="1372718" y="432111"/>
                  </a:lnTo>
                  <a:lnTo>
                    <a:pt x="1373789" y="431392"/>
                  </a:lnTo>
                  <a:lnTo>
                    <a:pt x="1374861" y="430674"/>
                  </a:lnTo>
                  <a:lnTo>
                    <a:pt x="1375932" y="429955"/>
                  </a:lnTo>
                  <a:lnTo>
                    <a:pt x="1377004" y="429238"/>
                  </a:lnTo>
                  <a:lnTo>
                    <a:pt x="1378076" y="428520"/>
                  </a:lnTo>
                  <a:lnTo>
                    <a:pt x="1379147" y="427803"/>
                  </a:lnTo>
                  <a:lnTo>
                    <a:pt x="1380219" y="427086"/>
                  </a:lnTo>
                  <a:lnTo>
                    <a:pt x="1381290" y="426370"/>
                  </a:lnTo>
                  <a:lnTo>
                    <a:pt x="1382362" y="425654"/>
                  </a:lnTo>
                  <a:lnTo>
                    <a:pt x="1383434" y="424939"/>
                  </a:lnTo>
                  <a:lnTo>
                    <a:pt x="1384505" y="424224"/>
                  </a:lnTo>
                  <a:lnTo>
                    <a:pt x="1385577" y="423509"/>
                  </a:lnTo>
                  <a:lnTo>
                    <a:pt x="1386648" y="422795"/>
                  </a:lnTo>
                  <a:lnTo>
                    <a:pt x="1387720" y="422081"/>
                  </a:lnTo>
                  <a:lnTo>
                    <a:pt x="1388792" y="421367"/>
                  </a:lnTo>
                  <a:lnTo>
                    <a:pt x="1389863" y="420654"/>
                  </a:lnTo>
                  <a:lnTo>
                    <a:pt x="1390935" y="419942"/>
                  </a:lnTo>
                  <a:lnTo>
                    <a:pt x="1392006" y="419229"/>
                  </a:lnTo>
                  <a:lnTo>
                    <a:pt x="1393078" y="418517"/>
                  </a:lnTo>
                  <a:lnTo>
                    <a:pt x="1394150" y="417806"/>
                  </a:lnTo>
                  <a:lnTo>
                    <a:pt x="1395221" y="417095"/>
                  </a:lnTo>
                  <a:lnTo>
                    <a:pt x="1396293" y="416384"/>
                  </a:lnTo>
                  <a:lnTo>
                    <a:pt x="1397364" y="415674"/>
                  </a:lnTo>
                  <a:lnTo>
                    <a:pt x="1398436" y="414964"/>
                  </a:lnTo>
                  <a:lnTo>
                    <a:pt x="1399508" y="414255"/>
                  </a:lnTo>
                  <a:lnTo>
                    <a:pt x="1400579" y="413546"/>
                  </a:lnTo>
                  <a:lnTo>
                    <a:pt x="1401651" y="412838"/>
                  </a:lnTo>
                  <a:lnTo>
                    <a:pt x="1402722" y="412130"/>
                  </a:lnTo>
                  <a:lnTo>
                    <a:pt x="1403794" y="411422"/>
                  </a:lnTo>
                  <a:lnTo>
                    <a:pt x="1404866" y="410715"/>
                  </a:lnTo>
                  <a:lnTo>
                    <a:pt x="1405937" y="410008"/>
                  </a:lnTo>
                  <a:lnTo>
                    <a:pt x="1407009" y="409302"/>
                  </a:lnTo>
                  <a:lnTo>
                    <a:pt x="1408080" y="408596"/>
                  </a:lnTo>
                  <a:lnTo>
                    <a:pt x="1409152" y="407890"/>
                  </a:lnTo>
                  <a:lnTo>
                    <a:pt x="1410224" y="407185"/>
                  </a:lnTo>
                  <a:lnTo>
                    <a:pt x="1411295" y="406480"/>
                  </a:lnTo>
                  <a:lnTo>
                    <a:pt x="1412367" y="405776"/>
                  </a:lnTo>
                  <a:lnTo>
                    <a:pt x="1413438" y="405073"/>
                  </a:lnTo>
                  <a:lnTo>
                    <a:pt x="1414510" y="404369"/>
                  </a:lnTo>
                  <a:lnTo>
                    <a:pt x="1415582" y="403666"/>
                  </a:lnTo>
                  <a:lnTo>
                    <a:pt x="1416653" y="402964"/>
                  </a:lnTo>
                  <a:lnTo>
                    <a:pt x="1417725" y="402262"/>
                  </a:lnTo>
                  <a:lnTo>
                    <a:pt x="1418796" y="401561"/>
                  </a:lnTo>
                  <a:lnTo>
                    <a:pt x="1419868" y="400859"/>
                  </a:lnTo>
                  <a:lnTo>
                    <a:pt x="1420939" y="400159"/>
                  </a:lnTo>
                  <a:lnTo>
                    <a:pt x="1422011" y="399459"/>
                  </a:lnTo>
                  <a:lnTo>
                    <a:pt x="1423083" y="398759"/>
                  </a:lnTo>
                  <a:lnTo>
                    <a:pt x="1424154" y="398060"/>
                  </a:lnTo>
                  <a:lnTo>
                    <a:pt x="1425226" y="397361"/>
                  </a:lnTo>
                  <a:lnTo>
                    <a:pt x="1426297" y="396663"/>
                  </a:lnTo>
                  <a:lnTo>
                    <a:pt x="1427369" y="395965"/>
                  </a:lnTo>
                  <a:lnTo>
                    <a:pt x="1428441" y="395268"/>
                  </a:lnTo>
                  <a:lnTo>
                    <a:pt x="1429512" y="394571"/>
                  </a:lnTo>
                  <a:lnTo>
                    <a:pt x="1430584" y="393874"/>
                  </a:lnTo>
                  <a:lnTo>
                    <a:pt x="1431655" y="393178"/>
                  </a:lnTo>
                  <a:lnTo>
                    <a:pt x="1432727" y="392483"/>
                  </a:lnTo>
                  <a:lnTo>
                    <a:pt x="1433799" y="391788"/>
                  </a:lnTo>
                  <a:lnTo>
                    <a:pt x="1434870" y="391093"/>
                  </a:lnTo>
                  <a:lnTo>
                    <a:pt x="1435942" y="390399"/>
                  </a:lnTo>
                  <a:lnTo>
                    <a:pt x="1437013" y="389706"/>
                  </a:lnTo>
                  <a:lnTo>
                    <a:pt x="1438085" y="389013"/>
                  </a:lnTo>
                  <a:lnTo>
                    <a:pt x="1439157" y="388320"/>
                  </a:lnTo>
                  <a:lnTo>
                    <a:pt x="1440228" y="387628"/>
                  </a:lnTo>
                  <a:lnTo>
                    <a:pt x="1441300" y="386936"/>
                  </a:lnTo>
                  <a:lnTo>
                    <a:pt x="1442371" y="386245"/>
                  </a:lnTo>
                  <a:lnTo>
                    <a:pt x="1443443" y="385555"/>
                  </a:lnTo>
                  <a:lnTo>
                    <a:pt x="1444515" y="384864"/>
                  </a:lnTo>
                  <a:lnTo>
                    <a:pt x="1445586" y="384175"/>
                  </a:lnTo>
                  <a:lnTo>
                    <a:pt x="1446658" y="383486"/>
                  </a:lnTo>
                  <a:lnTo>
                    <a:pt x="1447729" y="382797"/>
                  </a:lnTo>
                  <a:lnTo>
                    <a:pt x="1448801" y="382109"/>
                  </a:lnTo>
                  <a:lnTo>
                    <a:pt x="1449873" y="381421"/>
                  </a:lnTo>
                  <a:lnTo>
                    <a:pt x="1450944" y="380734"/>
                  </a:lnTo>
                  <a:lnTo>
                    <a:pt x="1452016" y="380047"/>
                  </a:lnTo>
                  <a:lnTo>
                    <a:pt x="1453087" y="379361"/>
                  </a:lnTo>
                  <a:lnTo>
                    <a:pt x="1454159" y="378675"/>
                  </a:lnTo>
                  <a:lnTo>
                    <a:pt x="1455231" y="377990"/>
                  </a:lnTo>
                  <a:lnTo>
                    <a:pt x="1456302" y="377306"/>
                  </a:lnTo>
                  <a:lnTo>
                    <a:pt x="1457374" y="376621"/>
                  </a:lnTo>
                  <a:lnTo>
                    <a:pt x="1458445" y="375938"/>
                  </a:lnTo>
                  <a:lnTo>
                    <a:pt x="1459517" y="375255"/>
                  </a:lnTo>
                  <a:lnTo>
                    <a:pt x="1460589" y="374572"/>
                  </a:lnTo>
                  <a:lnTo>
                    <a:pt x="1461660" y="373890"/>
                  </a:lnTo>
                  <a:lnTo>
                    <a:pt x="1462732" y="373209"/>
                  </a:lnTo>
                  <a:lnTo>
                    <a:pt x="1463803" y="372528"/>
                  </a:lnTo>
                  <a:lnTo>
                    <a:pt x="1464875" y="371847"/>
                  </a:lnTo>
                  <a:lnTo>
                    <a:pt x="1465947" y="371167"/>
                  </a:lnTo>
                  <a:lnTo>
                    <a:pt x="1467018" y="370488"/>
                  </a:lnTo>
                  <a:lnTo>
                    <a:pt x="1468090" y="369809"/>
                  </a:lnTo>
                  <a:lnTo>
                    <a:pt x="1469161" y="369131"/>
                  </a:lnTo>
                  <a:lnTo>
                    <a:pt x="1470233" y="368453"/>
                  </a:lnTo>
                  <a:lnTo>
                    <a:pt x="1471305" y="367776"/>
                  </a:lnTo>
                  <a:lnTo>
                    <a:pt x="1472376" y="367099"/>
                  </a:lnTo>
                  <a:lnTo>
                    <a:pt x="1473448" y="366423"/>
                  </a:lnTo>
                  <a:lnTo>
                    <a:pt x="1474519" y="365747"/>
                  </a:lnTo>
                  <a:lnTo>
                    <a:pt x="1475591" y="365072"/>
                  </a:lnTo>
                  <a:lnTo>
                    <a:pt x="1476663" y="364397"/>
                  </a:lnTo>
                  <a:lnTo>
                    <a:pt x="1477734" y="363723"/>
                  </a:lnTo>
                  <a:lnTo>
                    <a:pt x="1478806" y="363050"/>
                  </a:lnTo>
                  <a:lnTo>
                    <a:pt x="1479877" y="362377"/>
                  </a:lnTo>
                  <a:lnTo>
                    <a:pt x="1480949" y="361704"/>
                  </a:lnTo>
                  <a:lnTo>
                    <a:pt x="1482021" y="361033"/>
                  </a:lnTo>
                  <a:lnTo>
                    <a:pt x="1483092" y="360361"/>
                  </a:lnTo>
                  <a:lnTo>
                    <a:pt x="1484164" y="359691"/>
                  </a:lnTo>
                  <a:lnTo>
                    <a:pt x="1485235" y="359020"/>
                  </a:lnTo>
                  <a:lnTo>
                    <a:pt x="1486307" y="358351"/>
                  </a:lnTo>
                  <a:lnTo>
                    <a:pt x="1487379" y="357682"/>
                  </a:lnTo>
                  <a:lnTo>
                    <a:pt x="1488450" y="357013"/>
                  </a:lnTo>
                  <a:lnTo>
                    <a:pt x="1489522" y="356345"/>
                  </a:lnTo>
                  <a:lnTo>
                    <a:pt x="1490593" y="355678"/>
                  </a:lnTo>
                  <a:lnTo>
                    <a:pt x="1491665" y="355011"/>
                  </a:lnTo>
                  <a:lnTo>
                    <a:pt x="1492737" y="354345"/>
                  </a:lnTo>
                  <a:lnTo>
                    <a:pt x="1493808" y="353679"/>
                  </a:lnTo>
                  <a:lnTo>
                    <a:pt x="1494880" y="353014"/>
                  </a:lnTo>
                  <a:lnTo>
                    <a:pt x="1495951" y="352350"/>
                  </a:lnTo>
                  <a:lnTo>
                    <a:pt x="1497023" y="351686"/>
                  </a:lnTo>
                  <a:lnTo>
                    <a:pt x="1498095" y="351023"/>
                  </a:lnTo>
                  <a:lnTo>
                    <a:pt x="1499166" y="350360"/>
                  </a:lnTo>
                  <a:lnTo>
                    <a:pt x="1500238" y="349698"/>
                  </a:lnTo>
                  <a:lnTo>
                    <a:pt x="1501309" y="349036"/>
                  </a:lnTo>
                  <a:lnTo>
                    <a:pt x="1502381" y="348375"/>
                  </a:lnTo>
                  <a:lnTo>
                    <a:pt x="1503453" y="347715"/>
                  </a:lnTo>
                  <a:lnTo>
                    <a:pt x="1504524" y="347055"/>
                  </a:lnTo>
                  <a:lnTo>
                    <a:pt x="1505596" y="346396"/>
                  </a:lnTo>
                  <a:lnTo>
                    <a:pt x="1506667" y="345737"/>
                  </a:lnTo>
                  <a:lnTo>
                    <a:pt x="1507739" y="345079"/>
                  </a:lnTo>
                  <a:lnTo>
                    <a:pt x="1508811" y="344422"/>
                  </a:lnTo>
                  <a:lnTo>
                    <a:pt x="1509882" y="343765"/>
                  </a:lnTo>
                  <a:lnTo>
                    <a:pt x="1510954" y="343109"/>
                  </a:lnTo>
                  <a:lnTo>
                    <a:pt x="1512025" y="342453"/>
                  </a:lnTo>
                  <a:lnTo>
                    <a:pt x="1513097" y="341798"/>
                  </a:lnTo>
                  <a:lnTo>
                    <a:pt x="1514169" y="341144"/>
                  </a:lnTo>
                  <a:lnTo>
                    <a:pt x="1515240" y="340490"/>
                  </a:lnTo>
                  <a:lnTo>
                    <a:pt x="1516312" y="339837"/>
                  </a:lnTo>
                  <a:lnTo>
                    <a:pt x="1517383" y="339184"/>
                  </a:lnTo>
                  <a:lnTo>
                    <a:pt x="1518455" y="338532"/>
                  </a:lnTo>
                  <a:lnTo>
                    <a:pt x="1519527" y="337881"/>
                  </a:lnTo>
                  <a:lnTo>
                    <a:pt x="1520598" y="337230"/>
                  </a:lnTo>
                  <a:lnTo>
                    <a:pt x="1521670" y="336580"/>
                  </a:lnTo>
                  <a:lnTo>
                    <a:pt x="1522741" y="335931"/>
                  </a:lnTo>
                  <a:lnTo>
                    <a:pt x="1523813" y="335282"/>
                  </a:lnTo>
                  <a:lnTo>
                    <a:pt x="1524885" y="334633"/>
                  </a:lnTo>
                  <a:lnTo>
                    <a:pt x="1525956" y="333986"/>
                  </a:lnTo>
                  <a:lnTo>
                    <a:pt x="1527028" y="333339"/>
                  </a:lnTo>
                  <a:lnTo>
                    <a:pt x="1528099" y="332693"/>
                  </a:lnTo>
                  <a:lnTo>
                    <a:pt x="1529171" y="332047"/>
                  </a:lnTo>
                  <a:lnTo>
                    <a:pt x="1530243" y="331402"/>
                  </a:lnTo>
                  <a:lnTo>
                    <a:pt x="1531314" y="330757"/>
                  </a:lnTo>
                  <a:lnTo>
                    <a:pt x="1532386" y="330113"/>
                  </a:lnTo>
                  <a:lnTo>
                    <a:pt x="1533457" y="329470"/>
                  </a:lnTo>
                  <a:lnTo>
                    <a:pt x="1534529" y="328828"/>
                  </a:lnTo>
                  <a:lnTo>
                    <a:pt x="1535601" y="328186"/>
                  </a:lnTo>
                  <a:lnTo>
                    <a:pt x="1536672" y="327544"/>
                  </a:lnTo>
                  <a:lnTo>
                    <a:pt x="1537744" y="326904"/>
                  </a:lnTo>
                  <a:lnTo>
                    <a:pt x="1538815" y="326264"/>
                  </a:lnTo>
                  <a:lnTo>
                    <a:pt x="1539887" y="325625"/>
                  </a:lnTo>
                  <a:lnTo>
                    <a:pt x="1540959" y="324986"/>
                  </a:lnTo>
                  <a:lnTo>
                    <a:pt x="1542030" y="324348"/>
                  </a:lnTo>
                  <a:lnTo>
                    <a:pt x="1543102" y="323710"/>
                  </a:lnTo>
                  <a:lnTo>
                    <a:pt x="1544173" y="323074"/>
                  </a:lnTo>
                  <a:lnTo>
                    <a:pt x="1545245" y="322438"/>
                  </a:lnTo>
                  <a:lnTo>
                    <a:pt x="1546317" y="321802"/>
                  </a:lnTo>
                  <a:lnTo>
                    <a:pt x="1547388" y="321168"/>
                  </a:lnTo>
                  <a:lnTo>
                    <a:pt x="1548460" y="320533"/>
                  </a:lnTo>
                  <a:lnTo>
                    <a:pt x="1549531" y="319900"/>
                  </a:lnTo>
                  <a:lnTo>
                    <a:pt x="1550603" y="319267"/>
                  </a:lnTo>
                  <a:lnTo>
                    <a:pt x="1551675" y="318635"/>
                  </a:lnTo>
                  <a:lnTo>
                    <a:pt x="1552746" y="318004"/>
                  </a:lnTo>
                  <a:lnTo>
                    <a:pt x="1553818" y="317373"/>
                  </a:lnTo>
                  <a:lnTo>
                    <a:pt x="1554889" y="316743"/>
                  </a:lnTo>
                  <a:lnTo>
                    <a:pt x="1555961" y="316114"/>
                  </a:lnTo>
                  <a:lnTo>
                    <a:pt x="1557033" y="315485"/>
                  </a:lnTo>
                  <a:lnTo>
                    <a:pt x="1558104" y="314857"/>
                  </a:lnTo>
                  <a:lnTo>
                    <a:pt x="1559176" y="314230"/>
                  </a:lnTo>
                  <a:lnTo>
                    <a:pt x="1560247" y="313603"/>
                  </a:lnTo>
                  <a:lnTo>
                    <a:pt x="1561319" y="312977"/>
                  </a:lnTo>
                  <a:lnTo>
                    <a:pt x="1562391" y="312352"/>
                  </a:lnTo>
                  <a:lnTo>
                    <a:pt x="1563462" y="311727"/>
                  </a:lnTo>
                  <a:lnTo>
                    <a:pt x="1564534" y="311103"/>
                  </a:lnTo>
                  <a:lnTo>
                    <a:pt x="1565605" y="310480"/>
                  </a:lnTo>
                  <a:lnTo>
                    <a:pt x="1566677" y="309857"/>
                  </a:lnTo>
                  <a:lnTo>
                    <a:pt x="1567749" y="309236"/>
                  </a:lnTo>
                  <a:lnTo>
                    <a:pt x="1568820" y="308614"/>
                  </a:lnTo>
                  <a:lnTo>
                    <a:pt x="1569892" y="307994"/>
                  </a:lnTo>
                  <a:lnTo>
                    <a:pt x="1570963" y="307374"/>
                  </a:lnTo>
                  <a:lnTo>
                    <a:pt x="1572035" y="306755"/>
                  </a:lnTo>
                  <a:lnTo>
                    <a:pt x="1573107" y="306137"/>
                  </a:lnTo>
                  <a:lnTo>
                    <a:pt x="1574178" y="305519"/>
                  </a:lnTo>
                  <a:lnTo>
                    <a:pt x="1575250" y="304902"/>
                  </a:lnTo>
                  <a:lnTo>
                    <a:pt x="1576321" y="304286"/>
                  </a:lnTo>
                  <a:lnTo>
                    <a:pt x="1577393" y="303671"/>
                  </a:lnTo>
                  <a:lnTo>
                    <a:pt x="1578465" y="303056"/>
                  </a:lnTo>
                  <a:lnTo>
                    <a:pt x="1579536" y="302442"/>
                  </a:lnTo>
                  <a:lnTo>
                    <a:pt x="1580608" y="301828"/>
                  </a:lnTo>
                  <a:lnTo>
                    <a:pt x="1581679" y="301216"/>
                  </a:lnTo>
                  <a:lnTo>
                    <a:pt x="1582751" y="300604"/>
                  </a:lnTo>
                  <a:lnTo>
                    <a:pt x="1583823" y="299993"/>
                  </a:lnTo>
                  <a:lnTo>
                    <a:pt x="1584894" y="299382"/>
                  </a:lnTo>
                  <a:lnTo>
                    <a:pt x="1585966" y="298772"/>
                  </a:lnTo>
                  <a:lnTo>
                    <a:pt x="1587037" y="298163"/>
                  </a:lnTo>
                  <a:lnTo>
                    <a:pt x="1588109" y="297555"/>
                  </a:lnTo>
                  <a:lnTo>
                    <a:pt x="1589181" y="296947"/>
                  </a:lnTo>
                  <a:lnTo>
                    <a:pt x="1590252" y="296341"/>
                  </a:lnTo>
                  <a:lnTo>
                    <a:pt x="1591324" y="295734"/>
                  </a:lnTo>
                  <a:lnTo>
                    <a:pt x="1592395" y="295129"/>
                  </a:lnTo>
                  <a:lnTo>
                    <a:pt x="1593467" y="294524"/>
                  </a:lnTo>
                  <a:lnTo>
                    <a:pt x="1594539" y="293920"/>
                  </a:lnTo>
                  <a:lnTo>
                    <a:pt x="1595610" y="293317"/>
                  </a:lnTo>
                  <a:lnTo>
                    <a:pt x="1596682" y="292715"/>
                  </a:lnTo>
                  <a:lnTo>
                    <a:pt x="1597753" y="292113"/>
                  </a:lnTo>
                  <a:lnTo>
                    <a:pt x="1598825" y="291512"/>
                  </a:lnTo>
                  <a:lnTo>
                    <a:pt x="1599896" y="290912"/>
                  </a:lnTo>
                  <a:lnTo>
                    <a:pt x="1600968" y="290313"/>
                  </a:lnTo>
                  <a:lnTo>
                    <a:pt x="1602040" y="289714"/>
                  </a:lnTo>
                  <a:lnTo>
                    <a:pt x="1603111" y="289116"/>
                  </a:lnTo>
                  <a:lnTo>
                    <a:pt x="1604183" y="288519"/>
                  </a:lnTo>
                  <a:lnTo>
                    <a:pt x="1605254" y="287923"/>
                  </a:lnTo>
                  <a:lnTo>
                    <a:pt x="1606326" y="287327"/>
                  </a:lnTo>
                  <a:lnTo>
                    <a:pt x="1607398" y="286732"/>
                  </a:lnTo>
                  <a:lnTo>
                    <a:pt x="1608469" y="286138"/>
                  </a:lnTo>
                  <a:lnTo>
                    <a:pt x="1609541" y="285544"/>
                  </a:lnTo>
                  <a:lnTo>
                    <a:pt x="1610612" y="284952"/>
                  </a:lnTo>
                  <a:lnTo>
                    <a:pt x="1611684" y="284360"/>
                  </a:lnTo>
                  <a:lnTo>
                    <a:pt x="1612756" y="283769"/>
                  </a:lnTo>
                  <a:lnTo>
                    <a:pt x="1613827" y="283179"/>
                  </a:lnTo>
                  <a:lnTo>
                    <a:pt x="1614899" y="282589"/>
                  </a:lnTo>
                  <a:lnTo>
                    <a:pt x="1615970" y="282000"/>
                  </a:lnTo>
                  <a:lnTo>
                    <a:pt x="1617042" y="281412"/>
                  </a:lnTo>
                  <a:lnTo>
                    <a:pt x="1618114" y="280825"/>
                  </a:lnTo>
                  <a:lnTo>
                    <a:pt x="1619185" y="280239"/>
                  </a:lnTo>
                  <a:lnTo>
                    <a:pt x="1620257" y="279653"/>
                  </a:lnTo>
                  <a:lnTo>
                    <a:pt x="1621328" y="279068"/>
                  </a:lnTo>
                  <a:lnTo>
                    <a:pt x="1622400" y="278484"/>
                  </a:lnTo>
                  <a:lnTo>
                    <a:pt x="1623472" y="277901"/>
                  </a:lnTo>
                  <a:lnTo>
                    <a:pt x="1624543" y="277318"/>
                  </a:lnTo>
                  <a:lnTo>
                    <a:pt x="1625615" y="276737"/>
                  </a:lnTo>
                  <a:lnTo>
                    <a:pt x="1626686" y="276156"/>
                  </a:lnTo>
                  <a:lnTo>
                    <a:pt x="1627758" y="275576"/>
                  </a:lnTo>
                  <a:lnTo>
                    <a:pt x="1628830" y="274996"/>
                  </a:lnTo>
                  <a:lnTo>
                    <a:pt x="1629901" y="274418"/>
                  </a:lnTo>
                  <a:lnTo>
                    <a:pt x="1630973" y="273840"/>
                  </a:lnTo>
                  <a:lnTo>
                    <a:pt x="1632044" y="273263"/>
                  </a:lnTo>
                  <a:lnTo>
                    <a:pt x="1633116" y="272687"/>
                  </a:lnTo>
                  <a:lnTo>
                    <a:pt x="1634188" y="272112"/>
                  </a:lnTo>
                  <a:lnTo>
                    <a:pt x="1635259" y="271537"/>
                  </a:lnTo>
                  <a:lnTo>
                    <a:pt x="1636331" y="270964"/>
                  </a:lnTo>
                  <a:lnTo>
                    <a:pt x="1637402" y="270391"/>
                  </a:lnTo>
                  <a:lnTo>
                    <a:pt x="1638474" y="269819"/>
                  </a:lnTo>
                  <a:lnTo>
                    <a:pt x="1639546" y="269247"/>
                  </a:lnTo>
                  <a:lnTo>
                    <a:pt x="1640617" y="268677"/>
                  </a:lnTo>
                  <a:lnTo>
                    <a:pt x="1641689" y="268107"/>
                  </a:lnTo>
                  <a:lnTo>
                    <a:pt x="1642760" y="267538"/>
                  </a:lnTo>
                  <a:lnTo>
                    <a:pt x="1643832" y="266970"/>
                  </a:lnTo>
                  <a:lnTo>
                    <a:pt x="1644904" y="266403"/>
                  </a:lnTo>
                  <a:lnTo>
                    <a:pt x="1645975" y="265837"/>
                  </a:lnTo>
                  <a:lnTo>
                    <a:pt x="1647047" y="265271"/>
                  </a:lnTo>
                  <a:lnTo>
                    <a:pt x="1648118" y="264707"/>
                  </a:lnTo>
                  <a:lnTo>
                    <a:pt x="1649190" y="264143"/>
                  </a:lnTo>
                  <a:lnTo>
                    <a:pt x="1650262" y="263580"/>
                  </a:lnTo>
                  <a:lnTo>
                    <a:pt x="1651333" y="263017"/>
                  </a:lnTo>
                  <a:lnTo>
                    <a:pt x="1652405" y="262456"/>
                  </a:lnTo>
                  <a:lnTo>
                    <a:pt x="1653476" y="261895"/>
                  </a:lnTo>
                  <a:lnTo>
                    <a:pt x="1654548" y="261336"/>
                  </a:lnTo>
                  <a:lnTo>
                    <a:pt x="1655620" y="260777"/>
                  </a:lnTo>
                  <a:lnTo>
                    <a:pt x="1656691" y="260219"/>
                  </a:lnTo>
                  <a:lnTo>
                    <a:pt x="1657763" y="259662"/>
                  </a:lnTo>
                  <a:lnTo>
                    <a:pt x="1658834" y="259105"/>
                  </a:lnTo>
                  <a:lnTo>
                    <a:pt x="1659906" y="258550"/>
                  </a:lnTo>
                  <a:lnTo>
                    <a:pt x="1660978" y="257995"/>
                  </a:lnTo>
                  <a:lnTo>
                    <a:pt x="1662049" y="257441"/>
                  </a:lnTo>
                  <a:lnTo>
                    <a:pt x="1663121" y="256888"/>
                  </a:lnTo>
                  <a:lnTo>
                    <a:pt x="1664192" y="256336"/>
                  </a:lnTo>
                  <a:lnTo>
                    <a:pt x="1665264" y="255785"/>
                  </a:lnTo>
                  <a:lnTo>
                    <a:pt x="1666336" y="255234"/>
                  </a:lnTo>
                  <a:lnTo>
                    <a:pt x="1667407" y="254685"/>
                  </a:lnTo>
                  <a:lnTo>
                    <a:pt x="1668479" y="254136"/>
                  </a:lnTo>
                  <a:lnTo>
                    <a:pt x="1669550" y="253588"/>
                  </a:lnTo>
                  <a:lnTo>
                    <a:pt x="1670622" y="253041"/>
                  </a:lnTo>
                  <a:lnTo>
                    <a:pt x="1671694" y="252495"/>
                  </a:lnTo>
                  <a:lnTo>
                    <a:pt x="1672765" y="251949"/>
                  </a:lnTo>
                  <a:lnTo>
                    <a:pt x="1673837" y="251405"/>
                  </a:lnTo>
                  <a:lnTo>
                    <a:pt x="1674908" y="250861"/>
                  </a:lnTo>
                  <a:lnTo>
                    <a:pt x="1675980" y="250318"/>
                  </a:lnTo>
                  <a:lnTo>
                    <a:pt x="1677052" y="249776"/>
                  </a:lnTo>
                  <a:lnTo>
                    <a:pt x="1678123" y="249235"/>
                  </a:lnTo>
                  <a:lnTo>
                    <a:pt x="1679195" y="248695"/>
                  </a:lnTo>
                  <a:lnTo>
                    <a:pt x="1680266" y="248155"/>
                  </a:lnTo>
                  <a:lnTo>
                    <a:pt x="1681338" y="247616"/>
                  </a:lnTo>
                  <a:lnTo>
                    <a:pt x="1682410" y="247079"/>
                  </a:lnTo>
                  <a:lnTo>
                    <a:pt x="1683481" y="246542"/>
                  </a:lnTo>
                  <a:lnTo>
                    <a:pt x="1684553" y="246005"/>
                  </a:lnTo>
                  <a:lnTo>
                    <a:pt x="1685624" y="245470"/>
                  </a:lnTo>
                  <a:lnTo>
                    <a:pt x="1686696" y="244936"/>
                  </a:lnTo>
                  <a:lnTo>
                    <a:pt x="1687768" y="244402"/>
                  </a:lnTo>
                  <a:lnTo>
                    <a:pt x="1688839" y="243869"/>
                  </a:lnTo>
                  <a:lnTo>
                    <a:pt x="1689911" y="243337"/>
                  </a:lnTo>
                  <a:lnTo>
                    <a:pt x="1690982" y="242806"/>
                  </a:lnTo>
                  <a:lnTo>
                    <a:pt x="1692054" y="242276"/>
                  </a:lnTo>
                  <a:lnTo>
                    <a:pt x="1693126" y="241746"/>
                  </a:lnTo>
                  <a:lnTo>
                    <a:pt x="1694197" y="241218"/>
                  </a:lnTo>
                  <a:lnTo>
                    <a:pt x="1695269" y="240690"/>
                  </a:lnTo>
                  <a:lnTo>
                    <a:pt x="1696340" y="240163"/>
                  </a:lnTo>
                  <a:lnTo>
                    <a:pt x="1697412" y="239637"/>
                  </a:lnTo>
                  <a:lnTo>
                    <a:pt x="1698484" y="239111"/>
                  </a:lnTo>
                  <a:lnTo>
                    <a:pt x="1699555" y="238587"/>
                  </a:lnTo>
                  <a:lnTo>
                    <a:pt x="1700627" y="238063"/>
                  </a:lnTo>
                  <a:lnTo>
                    <a:pt x="1701698" y="237541"/>
                  </a:lnTo>
                  <a:lnTo>
                    <a:pt x="1702770" y="237019"/>
                  </a:lnTo>
                  <a:lnTo>
                    <a:pt x="1703842" y="236498"/>
                  </a:lnTo>
                  <a:lnTo>
                    <a:pt x="1704913" y="235977"/>
                  </a:lnTo>
                  <a:lnTo>
                    <a:pt x="1705985" y="235458"/>
                  </a:lnTo>
                  <a:lnTo>
                    <a:pt x="1707056" y="234939"/>
                  </a:lnTo>
                  <a:lnTo>
                    <a:pt x="1708128" y="234421"/>
                  </a:lnTo>
                  <a:lnTo>
                    <a:pt x="1709200" y="233905"/>
                  </a:lnTo>
                  <a:lnTo>
                    <a:pt x="1710271" y="233388"/>
                  </a:lnTo>
                  <a:lnTo>
                    <a:pt x="1711343" y="232873"/>
                  </a:lnTo>
                  <a:lnTo>
                    <a:pt x="1712414" y="232359"/>
                  </a:lnTo>
                  <a:lnTo>
                    <a:pt x="1713486" y="231845"/>
                  </a:lnTo>
                  <a:lnTo>
                    <a:pt x="1714558" y="231332"/>
                  </a:lnTo>
                  <a:lnTo>
                    <a:pt x="1715629" y="230820"/>
                  </a:lnTo>
                  <a:lnTo>
                    <a:pt x="1716701" y="230309"/>
                  </a:lnTo>
                  <a:lnTo>
                    <a:pt x="1717772" y="229799"/>
                  </a:lnTo>
                  <a:lnTo>
                    <a:pt x="1718844" y="229290"/>
                  </a:lnTo>
                  <a:lnTo>
                    <a:pt x="1719916" y="228781"/>
                  </a:lnTo>
                  <a:lnTo>
                    <a:pt x="1720987" y="228273"/>
                  </a:lnTo>
                  <a:lnTo>
                    <a:pt x="1722059" y="227766"/>
                  </a:lnTo>
                  <a:lnTo>
                    <a:pt x="1723130" y="227260"/>
                  </a:lnTo>
                  <a:lnTo>
                    <a:pt x="1724202" y="226755"/>
                  </a:lnTo>
                  <a:lnTo>
                    <a:pt x="1725274" y="226250"/>
                  </a:lnTo>
                  <a:lnTo>
                    <a:pt x="1726345" y="225747"/>
                  </a:lnTo>
                  <a:lnTo>
                    <a:pt x="1727417" y="225244"/>
                  </a:lnTo>
                  <a:lnTo>
                    <a:pt x="1728488" y="224742"/>
                  </a:lnTo>
                  <a:lnTo>
                    <a:pt x="1729560" y="224241"/>
                  </a:lnTo>
                  <a:lnTo>
                    <a:pt x="1730632" y="223741"/>
                  </a:lnTo>
                  <a:lnTo>
                    <a:pt x="1731703" y="223241"/>
                  </a:lnTo>
                  <a:lnTo>
                    <a:pt x="1732775" y="222742"/>
                  </a:lnTo>
                  <a:lnTo>
                    <a:pt x="1733846" y="222245"/>
                  </a:lnTo>
                  <a:lnTo>
                    <a:pt x="1734918" y="221748"/>
                  </a:lnTo>
                  <a:lnTo>
                    <a:pt x="1735990" y="221251"/>
                  </a:lnTo>
                  <a:lnTo>
                    <a:pt x="1737061" y="220756"/>
                  </a:lnTo>
                  <a:lnTo>
                    <a:pt x="1738133" y="220261"/>
                  </a:lnTo>
                  <a:lnTo>
                    <a:pt x="1739204" y="219768"/>
                  </a:lnTo>
                  <a:lnTo>
                    <a:pt x="1740276" y="219275"/>
                  </a:lnTo>
                  <a:lnTo>
                    <a:pt x="1741348" y="218783"/>
                  </a:lnTo>
                  <a:lnTo>
                    <a:pt x="1742419" y="218292"/>
                  </a:lnTo>
                  <a:lnTo>
                    <a:pt x="1743491" y="217801"/>
                  </a:lnTo>
                  <a:lnTo>
                    <a:pt x="1744562" y="217312"/>
                  </a:lnTo>
                  <a:lnTo>
                    <a:pt x="1745634" y="216823"/>
                  </a:lnTo>
                  <a:lnTo>
                    <a:pt x="1746706" y="216335"/>
                  </a:lnTo>
                  <a:lnTo>
                    <a:pt x="1747777" y="215848"/>
                  </a:lnTo>
                  <a:lnTo>
                    <a:pt x="1748849" y="215361"/>
                  </a:lnTo>
                  <a:lnTo>
                    <a:pt x="1749920" y="214876"/>
                  </a:lnTo>
                  <a:lnTo>
                    <a:pt x="1750992" y="214391"/>
                  </a:lnTo>
                  <a:lnTo>
                    <a:pt x="1752064" y="213907"/>
                  </a:lnTo>
                  <a:lnTo>
                    <a:pt x="1753135" y="213424"/>
                  </a:lnTo>
                  <a:lnTo>
                    <a:pt x="1754207" y="212942"/>
                  </a:lnTo>
                  <a:lnTo>
                    <a:pt x="1755278" y="212461"/>
                  </a:lnTo>
                  <a:lnTo>
                    <a:pt x="1756350" y="211980"/>
                  </a:lnTo>
                  <a:lnTo>
                    <a:pt x="1757422" y="211501"/>
                  </a:lnTo>
                  <a:lnTo>
                    <a:pt x="1758493" y="211022"/>
                  </a:lnTo>
                  <a:lnTo>
                    <a:pt x="1759565" y="210543"/>
                  </a:lnTo>
                  <a:lnTo>
                    <a:pt x="1760636" y="210066"/>
                  </a:lnTo>
                  <a:lnTo>
                    <a:pt x="1761708" y="209590"/>
                  </a:lnTo>
                  <a:lnTo>
                    <a:pt x="1762780" y="209114"/>
                  </a:lnTo>
                  <a:lnTo>
                    <a:pt x="1763851" y="208639"/>
                  </a:lnTo>
                  <a:lnTo>
                    <a:pt x="1764923" y="208165"/>
                  </a:lnTo>
                  <a:lnTo>
                    <a:pt x="1765994" y="207692"/>
                  </a:lnTo>
                  <a:lnTo>
                    <a:pt x="1767066" y="207220"/>
                  </a:lnTo>
                  <a:lnTo>
                    <a:pt x="1768138" y="206748"/>
                  </a:lnTo>
                  <a:lnTo>
                    <a:pt x="1769209" y="206277"/>
                  </a:lnTo>
                  <a:lnTo>
                    <a:pt x="1770281" y="205807"/>
                  </a:lnTo>
                  <a:lnTo>
                    <a:pt x="1771352" y="205338"/>
                  </a:lnTo>
                  <a:lnTo>
                    <a:pt x="1772424" y="204870"/>
                  </a:lnTo>
                  <a:lnTo>
                    <a:pt x="1773496" y="204402"/>
                  </a:lnTo>
                  <a:lnTo>
                    <a:pt x="1774567" y="203936"/>
                  </a:lnTo>
                  <a:lnTo>
                    <a:pt x="1775639" y="203470"/>
                  </a:lnTo>
                  <a:lnTo>
                    <a:pt x="1776710" y="203005"/>
                  </a:lnTo>
                  <a:lnTo>
                    <a:pt x="1777782" y="202540"/>
                  </a:lnTo>
                  <a:lnTo>
                    <a:pt x="1778853" y="202077"/>
                  </a:lnTo>
                  <a:lnTo>
                    <a:pt x="1779925" y="201614"/>
                  </a:lnTo>
                  <a:lnTo>
                    <a:pt x="1780997" y="201152"/>
                  </a:lnTo>
                  <a:lnTo>
                    <a:pt x="1782068" y="200691"/>
                  </a:lnTo>
                  <a:lnTo>
                    <a:pt x="1783140" y="200231"/>
                  </a:lnTo>
                  <a:lnTo>
                    <a:pt x="1784211" y="199772"/>
                  </a:lnTo>
                  <a:lnTo>
                    <a:pt x="1785283" y="199313"/>
                  </a:lnTo>
                  <a:lnTo>
                    <a:pt x="1786355" y="198855"/>
                  </a:lnTo>
                  <a:lnTo>
                    <a:pt x="1787426" y="198398"/>
                  </a:lnTo>
                  <a:lnTo>
                    <a:pt x="1788498" y="197942"/>
                  </a:lnTo>
                  <a:lnTo>
                    <a:pt x="1789569" y="197486"/>
                  </a:lnTo>
                  <a:lnTo>
                    <a:pt x="1790641" y="197032"/>
                  </a:lnTo>
                  <a:lnTo>
                    <a:pt x="1791713" y="196578"/>
                  </a:lnTo>
                  <a:lnTo>
                    <a:pt x="1792784" y="196125"/>
                  </a:lnTo>
                  <a:lnTo>
                    <a:pt x="1793856" y="195673"/>
                  </a:lnTo>
                  <a:lnTo>
                    <a:pt x="1794927" y="195221"/>
                  </a:lnTo>
                  <a:lnTo>
                    <a:pt x="1795999" y="194771"/>
                  </a:lnTo>
                  <a:lnTo>
                    <a:pt x="1797071" y="194321"/>
                  </a:lnTo>
                  <a:lnTo>
                    <a:pt x="1798142" y="193872"/>
                  </a:lnTo>
                  <a:lnTo>
                    <a:pt x="1799214" y="193424"/>
                  </a:lnTo>
                  <a:lnTo>
                    <a:pt x="1800285" y="192976"/>
                  </a:lnTo>
                  <a:lnTo>
                    <a:pt x="1801357" y="192530"/>
                  </a:lnTo>
                  <a:lnTo>
                    <a:pt x="1802429" y="192084"/>
                  </a:lnTo>
                  <a:lnTo>
                    <a:pt x="1803500" y="191639"/>
                  </a:lnTo>
                  <a:lnTo>
                    <a:pt x="1804572" y="191195"/>
                  </a:lnTo>
                  <a:lnTo>
                    <a:pt x="1805643" y="190751"/>
                  </a:lnTo>
                  <a:lnTo>
                    <a:pt x="1806715" y="190309"/>
                  </a:lnTo>
                  <a:lnTo>
                    <a:pt x="1807787" y="189867"/>
                  </a:lnTo>
                  <a:lnTo>
                    <a:pt x="1808858" y="189426"/>
                  </a:lnTo>
                  <a:lnTo>
                    <a:pt x="1809930" y="188986"/>
                  </a:lnTo>
                  <a:lnTo>
                    <a:pt x="1811001" y="188546"/>
                  </a:lnTo>
                  <a:lnTo>
                    <a:pt x="1812073" y="188108"/>
                  </a:lnTo>
                  <a:lnTo>
                    <a:pt x="1813145" y="187670"/>
                  </a:lnTo>
                  <a:lnTo>
                    <a:pt x="1814216" y="187233"/>
                  </a:lnTo>
                  <a:lnTo>
                    <a:pt x="1815288" y="186796"/>
                  </a:lnTo>
                  <a:lnTo>
                    <a:pt x="1816359" y="186361"/>
                  </a:lnTo>
                  <a:lnTo>
                    <a:pt x="1817431" y="185926"/>
                  </a:lnTo>
                  <a:lnTo>
                    <a:pt x="1818503" y="185492"/>
                  </a:lnTo>
                  <a:lnTo>
                    <a:pt x="1819574" y="185059"/>
                  </a:lnTo>
                  <a:lnTo>
                    <a:pt x="1820646" y="184627"/>
                  </a:lnTo>
                  <a:lnTo>
                    <a:pt x="1821717" y="184195"/>
                  </a:lnTo>
                  <a:lnTo>
                    <a:pt x="1822789" y="183765"/>
                  </a:lnTo>
                  <a:lnTo>
                    <a:pt x="1823861" y="183335"/>
                  </a:lnTo>
                  <a:lnTo>
                    <a:pt x="1824932" y="182905"/>
                  </a:lnTo>
                  <a:lnTo>
                    <a:pt x="1826004" y="182477"/>
                  </a:lnTo>
                  <a:lnTo>
                    <a:pt x="1827075" y="182049"/>
                  </a:lnTo>
                  <a:lnTo>
                    <a:pt x="1828147" y="181623"/>
                  </a:lnTo>
                  <a:lnTo>
                    <a:pt x="1829219" y="181197"/>
                  </a:lnTo>
                  <a:lnTo>
                    <a:pt x="1830290" y="180771"/>
                  </a:lnTo>
                  <a:lnTo>
                    <a:pt x="1831362" y="180347"/>
                  </a:lnTo>
                  <a:lnTo>
                    <a:pt x="1832433" y="179923"/>
                  </a:lnTo>
                  <a:lnTo>
                    <a:pt x="1833505" y="179500"/>
                  </a:lnTo>
                  <a:lnTo>
                    <a:pt x="1834577" y="179078"/>
                  </a:lnTo>
                  <a:lnTo>
                    <a:pt x="1835648" y="178657"/>
                  </a:lnTo>
                  <a:lnTo>
                    <a:pt x="1836720" y="178236"/>
                  </a:lnTo>
                  <a:lnTo>
                    <a:pt x="1837791" y="177816"/>
                  </a:lnTo>
                  <a:lnTo>
                    <a:pt x="1838863" y="177397"/>
                  </a:lnTo>
                  <a:lnTo>
                    <a:pt x="1839935" y="176979"/>
                  </a:lnTo>
                  <a:lnTo>
                    <a:pt x="1841006" y="176561"/>
                  </a:lnTo>
                  <a:lnTo>
                    <a:pt x="1842078" y="176145"/>
                  </a:lnTo>
                  <a:lnTo>
                    <a:pt x="1843149" y="175729"/>
                  </a:lnTo>
                  <a:lnTo>
                    <a:pt x="1844221" y="175314"/>
                  </a:lnTo>
                  <a:lnTo>
                    <a:pt x="1845293" y="174899"/>
                  </a:lnTo>
                  <a:lnTo>
                    <a:pt x="1846364" y="174486"/>
                  </a:lnTo>
                  <a:lnTo>
                    <a:pt x="1847436" y="174073"/>
                  </a:lnTo>
                  <a:lnTo>
                    <a:pt x="1848507" y="173661"/>
                  </a:lnTo>
                  <a:lnTo>
                    <a:pt x="1849579" y="173249"/>
                  </a:lnTo>
                  <a:lnTo>
                    <a:pt x="1850651" y="172839"/>
                  </a:lnTo>
                  <a:lnTo>
                    <a:pt x="1851722" y="172429"/>
                  </a:lnTo>
                  <a:lnTo>
                    <a:pt x="1852794" y="172020"/>
                  </a:lnTo>
                  <a:lnTo>
                    <a:pt x="1853865" y="171612"/>
                  </a:lnTo>
                  <a:lnTo>
                    <a:pt x="1854937" y="171204"/>
                  </a:lnTo>
                  <a:lnTo>
                    <a:pt x="1856009" y="170798"/>
                  </a:lnTo>
                  <a:lnTo>
                    <a:pt x="1857080" y="170392"/>
                  </a:lnTo>
                  <a:lnTo>
                    <a:pt x="1858152" y="169987"/>
                  </a:lnTo>
                  <a:lnTo>
                    <a:pt x="1859223" y="169582"/>
                  </a:lnTo>
                  <a:lnTo>
                    <a:pt x="1860295" y="169178"/>
                  </a:lnTo>
                  <a:lnTo>
                    <a:pt x="1861367" y="168776"/>
                  </a:lnTo>
                  <a:lnTo>
                    <a:pt x="1862438" y="168373"/>
                  </a:lnTo>
                  <a:lnTo>
                    <a:pt x="1863510" y="167972"/>
                  </a:lnTo>
                  <a:lnTo>
                    <a:pt x="1864581" y="167572"/>
                  </a:lnTo>
                  <a:lnTo>
                    <a:pt x="1865653" y="167172"/>
                  </a:lnTo>
                  <a:lnTo>
                    <a:pt x="1866725" y="166773"/>
                  </a:lnTo>
                  <a:lnTo>
                    <a:pt x="1867796" y="166374"/>
                  </a:lnTo>
                  <a:lnTo>
                    <a:pt x="1868868" y="165977"/>
                  </a:lnTo>
                  <a:lnTo>
                    <a:pt x="1869939" y="165580"/>
                  </a:lnTo>
                  <a:lnTo>
                    <a:pt x="1871011" y="165184"/>
                  </a:lnTo>
                  <a:lnTo>
                    <a:pt x="1872083" y="164789"/>
                  </a:lnTo>
                  <a:lnTo>
                    <a:pt x="1873154" y="164394"/>
                  </a:lnTo>
                  <a:lnTo>
                    <a:pt x="1874226" y="164000"/>
                  </a:lnTo>
                  <a:lnTo>
                    <a:pt x="1875297" y="163607"/>
                  </a:lnTo>
                  <a:lnTo>
                    <a:pt x="1876369" y="163215"/>
                  </a:lnTo>
                  <a:lnTo>
                    <a:pt x="1877441" y="162823"/>
                  </a:lnTo>
                  <a:lnTo>
                    <a:pt x="1878512" y="162433"/>
                  </a:lnTo>
                  <a:lnTo>
                    <a:pt x="1879584" y="162043"/>
                  </a:lnTo>
                  <a:lnTo>
                    <a:pt x="1880655" y="161653"/>
                  </a:lnTo>
                  <a:lnTo>
                    <a:pt x="1881727" y="161265"/>
                  </a:lnTo>
                  <a:lnTo>
                    <a:pt x="1882799" y="160877"/>
                  </a:lnTo>
                  <a:lnTo>
                    <a:pt x="1883870" y="160490"/>
                  </a:lnTo>
                  <a:lnTo>
                    <a:pt x="1884942" y="160104"/>
                  </a:lnTo>
                  <a:lnTo>
                    <a:pt x="1886013" y="159718"/>
                  </a:lnTo>
                  <a:lnTo>
                    <a:pt x="1887085" y="159333"/>
                  </a:lnTo>
                  <a:lnTo>
                    <a:pt x="1888157" y="158949"/>
                  </a:lnTo>
                  <a:lnTo>
                    <a:pt x="1889228" y="158566"/>
                  </a:lnTo>
                  <a:lnTo>
                    <a:pt x="1890300" y="158183"/>
                  </a:lnTo>
                  <a:lnTo>
                    <a:pt x="1891371" y="157801"/>
                  </a:lnTo>
                  <a:lnTo>
                    <a:pt x="1892443" y="157420"/>
                  </a:lnTo>
                  <a:lnTo>
                    <a:pt x="1893515" y="157040"/>
                  </a:lnTo>
                  <a:lnTo>
                    <a:pt x="1894586" y="156660"/>
                  </a:lnTo>
                  <a:lnTo>
                    <a:pt x="1895658" y="156281"/>
                  </a:lnTo>
                  <a:lnTo>
                    <a:pt x="1896729" y="155903"/>
                  </a:lnTo>
                  <a:lnTo>
                    <a:pt x="1897801" y="155526"/>
                  </a:lnTo>
                  <a:lnTo>
                    <a:pt x="1898873" y="155149"/>
                  </a:lnTo>
                  <a:lnTo>
                    <a:pt x="1899944" y="154773"/>
                  </a:lnTo>
                  <a:lnTo>
                    <a:pt x="1901016" y="154398"/>
                  </a:lnTo>
                  <a:lnTo>
                    <a:pt x="1902087" y="154024"/>
                  </a:lnTo>
                  <a:lnTo>
                    <a:pt x="1903159" y="153650"/>
                  </a:lnTo>
                  <a:lnTo>
                    <a:pt x="1904231" y="153277"/>
                  </a:lnTo>
                  <a:lnTo>
                    <a:pt x="1905302" y="152904"/>
                  </a:lnTo>
                  <a:lnTo>
                    <a:pt x="1906374" y="152533"/>
                  </a:lnTo>
                  <a:lnTo>
                    <a:pt x="1907445" y="152162"/>
                  </a:lnTo>
                  <a:lnTo>
                    <a:pt x="1908517" y="151792"/>
                  </a:lnTo>
                  <a:lnTo>
                    <a:pt x="1909589" y="151423"/>
                  </a:lnTo>
                  <a:lnTo>
                    <a:pt x="1910660" y="151054"/>
                  </a:lnTo>
                  <a:lnTo>
                    <a:pt x="1911732" y="150686"/>
                  </a:lnTo>
                  <a:lnTo>
                    <a:pt x="1912803" y="150319"/>
                  </a:lnTo>
                  <a:lnTo>
                    <a:pt x="1913875" y="149952"/>
                  </a:lnTo>
                  <a:lnTo>
                    <a:pt x="1914947" y="149587"/>
                  </a:lnTo>
                  <a:lnTo>
                    <a:pt x="1916018" y="149222"/>
                  </a:lnTo>
                  <a:lnTo>
                    <a:pt x="1917090" y="148857"/>
                  </a:lnTo>
                  <a:lnTo>
                    <a:pt x="1918161" y="148494"/>
                  </a:lnTo>
                  <a:lnTo>
                    <a:pt x="1919233" y="148131"/>
                  </a:lnTo>
                  <a:lnTo>
                    <a:pt x="1920305" y="147769"/>
                  </a:lnTo>
                  <a:lnTo>
                    <a:pt x="1921376" y="147407"/>
                  </a:lnTo>
                  <a:lnTo>
                    <a:pt x="1922448" y="147047"/>
                  </a:lnTo>
                  <a:lnTo>
                    <a:pt x="1923519" y="146687"/>
                  </a:lnTo>
                  <a:lnTo>
                    <a:pt x="1924591" y="146327"/>
                  </a:lnTo>
                  <a:lnTo>
                    <a:pt x="1925663" y="145969"/>
                  </a:lnTo>
                  <a:lnTo>
                    <a:pt x="1926734" y="145611"/>
                  </a:lnTo>
                  <a:lnTo>
                    <a:pt x="1927806" y="145254"/>
                  </a:lnTo>
                  <a:lnTo>
                    <a:pt x="1928877" y="144897"/>
                  </a:lnTo>
                  <a:lnTo>
                    <a:pt x="1929949" y="144542"/>
                  </a:lnTo>
                  <a:lnTo>
                    <a:pt x="1931021" y="144187"/>
                  </a:lnTo>
                  <a:lnTo>
                    <a:pt x="1932092" y="143832"/>
                  </a:lnTo>
                  <a:lnTo>
                    <a:pt x="1933164" y="143479"/>
                  </a:lnTo>
                  <a:lnTo>
                    <a:pt x="1934235" y="143126"/>
                  </a:lnTo>
                  <a:lnTo>
                    <a:pt x="1935307" y="142774"/>
                  </a:lnTo>
                  <a:lnTo>
                    <a:pt x="1936379" y="142422"/>
                  </a:lnTo>
                  <a:lnTo>
                    <a:pt x="1937450" y="142071"/>
                  </a:lnTo>
                  <a:lnTo>
                    <a:pt x="1938522" y="141721"/>
                  </a:lnTo>
                  <a:lnTo>
                    <a:pt x="1939593" y="141372"/>
                  </a:lnTo>
                  <a:lnTo>
                    <a:pt x="1940665" y="141023"/>
                  </a:lnTo>
                  <a:lnTo>
                    <a:pt x="1941737" y="140675"/>
                  </a:lnTo>
                  <a:lnTo>
                    <a:pt x="1942808" y="140328"/>
                  </a:lnTo>
                  <a:lnTo>
                    <a:pt x="1943880" y="139981"/>
                  </a:lnTo>
                  <a:lnTo>
                    <a:pt x="1944951" y="139636"/>
                  </a:lnTo>
                  <a:lnTo>
                    <a:pt x="1946023" y="139290"/>
                  </a:lnTo>
                  <a:lnTo>
                    <a:pt x="1947095" y="138946"/>
                  </a:lnTo>
                  <a:lnTo>
                    <a:pt x="1948166" y="138602"/>
                  </a:lnTo>
                  <a:lnTo>
                    <a:pt x="1949238" y="138259"/>
                  </a:lnTo>
                  <a:lnTo>
                    <a:pt x="1950309" y="137917"/>
                  </a:lnTo>
                  <a:lnTo>
                    <a:pt x="1951381" y="137575"/>
                  </a:lnTo>
                  <a:lnTo>
                    <a:pt x="1952453" y="137234"/>
                  </a:lnTo>
                  <a:lnTo>
                    <a:pt x="1953524" y="136894"/>
                  </a:lnTo>
                  <a:lnTo>
                    <a:pt x="1954596" y="136554"/>
                  </a:lnTo>
                  <a:lnTo>
                    <a:pt x="1955667" y="136215"/>
                  </a:lnTo>
                  <a:lnTo>
                    <a:pt x="1956739" y="135877"/>
                  </a:lnTo>
                  <a:lnTo>
                    <a:pt x="1957810" y="135539"/>
                  </a:lnTo>
                  <a:lnTo>
                    <a:pt x="1958882" y="135202"/>
                  </a:lnTo>
                  <a:lnTo>
                    <a:pt x="1959954" y="134866"/>
                  </a:lnTo>
                  <a:lnTo>
                    <a:pt x="1961025" y="134531"/>
                  </a:lnTo>
                  <a:lnTo>
                    <a:pt x="1962097" y="134196"/>
                  </a:lnTo>
                  <a:lnTo>
                    <a:pt x="1963168" y="133862"/>
                  </a:lnTo>
                  <a:lnTo>
                    <a:pt x="1964240" y="133528"/>
                  </a:lnTo>
                  <a:lnTo>
                    <a:pt x="1965312" y="133195"/>
                  </a:lnTo>
                  <a:lnTo>
                    <a:pt x="1966383" y="132863"/>
                  </a:lnTo>
                  <a:lnTo>
                    <a:pt x="1967455" y="132532"/>
                  </a:lnTo>
                  <a:lnTo>
                    <a:pt x="1968526" y="132201"/>
                  </a:lnTo>
                  <a:lnTo>
                    <a:pt x="1969598" y="131871"/>
                  </a:lnTo>
                  <a:lnTo>
                    <a:pt x="1970670" y="131542"/>
                  </a:lnTo>
                  <a:lnTo>
                    <a:pt x="1971741" y="131213"/>
                  </a:lnTo>
                  <a:lnTo>
                    <a:pt x="1972813" y="130885"/>
                  </a:lnTo>
                  <a:lnTo>
                    <a:pt x="1973884" y="130557"/>
                  </a:lnTo>
                  <a:lnTo>
                    <a:pt x="1974956" y="130231"/>
                  </a:lnTo>
                  <a:lnTo>
                    <a:pt x="1976028" y="129905"/>
                  </a:lnTo>
                  <a:lnTo>
                    <a:pt x="1977099" y="129579"/>
                  </a:lnTo>
                  <a:lnTo>
                    <a:pt x="1978171" y="129255"/>
                  </a:lnTo>
                  <a:lnTo>
                    <a:pt x="1979242" y="128930"/>
                  </a:lnTo>
                  <a:lnTo>
                    <a:pt x="1980314" y="128607"/>
                  </a:lnTo>
                  <a:lnTo>
                    <a:pt x="1981386" y="128284"/>
                  </a:lnTo>
                  <a:lnTo>
                    <a:pt x="1982457" y="127962"/>
                  </a:lnTo>
                  <a:lnTo>
                    <a:pt x="1983529" y="127641"/>
                  </a:lnTo>
                  <a:lnTo>
                    <a:pt x="1984600" y="127320"/>
                  </a:lnTo>
                  <a:lnTo>
                    <a:pt x="1985672" y="127000"/>
                  </a:lnTo>
                  <a:lnTo>
                    <a:pt x="1986744" y="126681"/>
                  </a:lnTo>
                  <a:lnTo>
                    <a:pt x="1987815" y="126362"/>
                  </a:lnTo>
                  <a:lnTo>
                    <a:pt x="1988887" y="126044"/>
                  </a:lnTo>
                  <a:lnTo>
                    <a:pt x="1989958" y="125727"/>
                  </a:lnTo>
                  <a:lnTo>
                    <a:pt x="1991030" y="125410"/>
                  </a:lnTo>
                  <a:lnTo>
                    <a:pt x="1992102" y="125094"/>
                  </a:lnTo>
                  <a:lnTo>
                    <a:pt x="1993173" y="124778"/>
                  </a:lnTo>
                  <a:lnTo>
                    <a:pt x="1994245" y="124463"/>
                  </a:lnTo>
                  <a:lnTo>
                    <a:pt x="1995316" y="124149"/>
                  </a:lnTo>
                  <a:lnTo>
                    <a:pt x="1996388" y="123836"/>
                  </a:lnTo>
                  <a:lnTo>
                    <a:pt x="1997460" y="123523"/>
                  </a:lnTo>
                  <a:lnTo>
                    <a:pt x="1998531" y="123211"/>
                  </a:lnTo>
                  <a:lnTo>
                    <a:pt x="1999603" y="122899"/>
                  </a:lnTo>
                  <a:lnTo>
                    <a:pt x="2000674" y="122588"/>
                  </a:lnTo>
                  <a:lnTo>
                    <a:pt x="2001746" y="122278"/>
                  </a:lnTo>
                  <a:lnTo>
                    <a:pt x="2002818" y="121968"/>
                  </a:lnTo>
                  <a:lnTo>
                    <a:pt x="2003889" y="121659"/>
                  </a:lnTo>
                  <a:lnTo>
                    <a:pt x="2004961" y="121351"/>
                  </a:lnTo>
                  <a:lnTo>
                    <a:pt x="2006032" y="121043"/>
                  </a:lnTo>
                  <a:lnTo>
                    <a:pt x="2007104" y="120736"/>
                  </a:lnTo>
                  <a:lnTo>
                    <a:pt x="2008176" y="120430"/>
                  </a:lnTo>
                  <a:lnTo>
                    <a:pt x="2009247" y="120124"/>
                  </a:lnTo>
                  <a:lnTo>
                    <a:pt x="2010319" y="119819"/>
                  </a:lnTo>
                  <a:lnTo>
                    <a:pt x="2011390" y="119514"/>
                  </a:lnTo>
                  <a:lnTo>
                    <a:pt x="2012462" y="119210"/>
                  </a:lnTo>
                  <a:lnTo>
                    <a:pt x="2013534" y="118907"/>
                  </a:lnTo>
                  <a:lnTo>
                    <a:pt x="2014605" y="118605"/>
                  </a:lnTo>
                  <a:lnTo>
                    <a:pt x="2015677" y="118303"/>
                  </a:lnTo>
                  <a:lnTo>
                    <a:pt x="2016748" y="118001"/>
                  </a:lnTo>
                  <a:lnTo>
                    <a:pt x="2017820" y="117701"/>
                  </a:lnTo>
                  <a:lnTo>
                    <a:pt x="2018892" y="117401"/>
                  </a:lnTo>
                  <a:lnTo>
                    <a:pt x="2019963" y="117101"/>
                  </a:lnTo>
                  <a:lnTo>
                    <a:pt x="2021035" y="116802"/>
                  </a:lnTo>
                  <a:lnTo>
                    <a:pt x="2022106" y="116504"/>
                  </a:lnTo>
                  <a:lnTo>
                    <a:pt x="2023178" y="116206"/>
                  </a:lnTo>
                  <a:lnTo>
                    <a:pt x="2024250" y="115909"/>
                  </a:lnTo>
                  <a:lnTo>
                    <a:pt x="2025321" y="115613"/>
                  </a:lnTo>
                  <a:lnTo>
                    <a:pt x="2026393" y="115317"/>
                  </a:lnTo>
                  <a:lnTo>
                    <a:pt x="2027464" y="115022"/>
                  </a:lnTo>
                  <a:lnTo>
                    <a:pt x="2028536" y="114728"/>
                  </a:lnTo>
                  <a:lnTo>
                    <a:pt x="2029608" y="114434"/>
                  </a:lnTo>
                  <a:lnTo>
                    <a:pt x="2030679" y="114141"/>
                  </a:lnTo>
                  <a:lnTo>
                    <a:pt x="2031751" y="113848"/>
                  </a:lnTo>
                  <a:lnTo>
                    <a:pt x="2032822" y="113556"/>
                  </a:lnTo>
                  <a:lnTo>
                    <a:pt x="2033894" y="113265"/>
                  </a:lnTo>
                  <a:lnTo>
                    <a:pt x="2034966" y="112974"/>
                  </a:lnTo>
                  <a:lnTo>
                    <a:pt x="2036037" y="112684"/>
                  </a:lnTo>
                  <a:lnTo>
                    <a:pt x="2037109" y="112394"/>
                  </a:lnTo>
                  <a:lnTo>
                    <a:pt x="2038180" y="112105"/>
                  </a:lnTo>
                  <a:lnTo>
                    <a:pt x="2039252" y="111817"/>
                  </a:lnTo>
                  <a:lnTo>
                    <a:pt x="2040324" y="111529"/>
                  </a:lnTo>
                  <a:lnTo>
                    <a:pt x="2041395" y="111242"/>
                  </a:lnTo>
                  <a:lnTo>
                    <a:pt x="2042467" y="110955"/>
                  </a:lnTo>
                  <a:lnTo>
                    <a:pt x="2043538" y="110670"/>
                  </a:lnTo>
                  <a:lnTo>
                    <a:pt x="2044610" y="110384"/>
                  </a:lnTo>
                  <a:lnTo>
                    <a:pt x="2045682" y="110099"/>
                  </a:lnTo>
                  <a:lnTo>
                    <a:pt x="2046753" y="109815"/>
                  </a:lnTo>
                  <a:lnTo>
                    <a:pt x="2047825" y="109532"/>
                  </a:lnTo>
                  <a:lnTo>
                    <a:pt x="2048896" y="109249"/>
                  </a:lnTo>
                  <a:lnTo>
                    <a:pt x="2049968" y="108967"/>
                  </a:lnTo>
                  <a:lnTo>
                    <a:pt x="2051040" y="108685"/>
                  </a:lnTo>
                  <a:lnTo>
                    <a:pt x="2052111" y="108404"/>
                  </a:lnTo>
                  <a:lnTo>
                    <a:pt x="2053183" y="108123"/>
                  </a:lnTo>
                  <a:lnTo>
                    <a:pt x="2054254" y="107843"/>
                  </a:lnTo>
                  <a:lnTo>
                    <a:pt x="2055326" y="107564"/>
                  </a:lnTo>
                  <a:lnTo>
                    <a:pt x="2056398" y="107285"/>
                  </a:lnTo>
                  <a:lnTo>
                    <a:pt x="2057469" y="107007"/>
                  </a:lnTo>
                  <a:lnTo>
                    <a:pt x="2058541" y="106729"/>
                  </a:lnTo>
                  <a:lnTo>
                    <a:pt x="2059612" y="106452"/>
                  </a:lnTo>
                  <a:lnTo>
                    <a:pt x="2060684" y="106176"/>
                  </a:lnTo>
                  <a:lnTo>
                    <a:pt x="2061756" y="105900"/>
                  </a:lnTo>
                  <a:lnTo>
                    <a:pt x="2062827" y="105625"/>
                  </a:lnTo>
                  <a:lnTo>
                    <a:pt x="2063899" y="105350"/>
                  </a:lnTo>
                  <a:lnTo>
                    <a:pt x="2064970" y="105076"/>
                  </a:lnTo>
                  <a:lnTo>
                    <a:pt x="2066042" y="104802"/>
                  </a:lnTo>
                  <a:lnTo>
                    <a:pt x="2067114" y="104529"/>
                  </a:lnTo>
                  <a:lnTo>
                    <a:pt x="2068185" y="104257"/>
                  </a:lnTo>
                  <a:lnTo>
                    <a:pt x="2069257" y="103985"/>
                  </a:lnTo>
                  <a:lnTo>
                    <a:pt x="2070328" y="103714"/>
                  </a:lnTo>
                  <a:lnTo>
                    <a:pt x="2071400" y="103443"/>
                  </a:lnTo>
                  <a:lnTo>
                    <a:pt x="2072472" y="103173"/>
                  </a:lnTo>
                  <a:lnTo>
                    <a:pt x="2073543" y="102904"/>
                  </a:lnTo>
                  <a:lnTo>
                    <a:pt x="2074615" y="102635"/>
                  </a:lnTo>
                  <a:lnTo>
                    <a:pt x="2075686" y="102367"/>
                  </a:lnTo>
                  <a:lnTo>
                    <a:pt x="2076758" y="102099"/>
                  </a:lnTo>
                  <a:lnTo>
                    <a:pt x="2077830" y="101831"/>
                  </a:lnTo>
                  <a:lnTo>
                    <a:pt x="2078901" y="101565"/>
                  </a:lnTo>
                  <a:lnTo>
                    <a:pt x="2079973" y="101299"/>
                  </a:lnTo>
                  <a:lnTo>
                    <a:pt x="2081044" y="101033"/>
                  </a:lnTo>
                  <a:lnTo>
                    <a:pt x="2082116" y="100768"/>
                  </a:lnTo>
                  <a:lnTo>
                    <a:pt x="2083188" y="100504"/>
                  </a:lnTo>
                  <a:lnTo>
                    <a:pt x="2084259" y="100240"/>
                  </a:lnTo>
                  <a:lnTo>
                    <a:pt x="2085331" y="99977"/>
                  </a:lnTo>
                  <a:lnTo>
                    <a:pt x="2086402" y="99714"/>
                  </a:lnTo>
                  <a:lnTo>
                    <a:pt x="2087474" y="99452"/>
                  </a:lnTo>
                  <a:lnTo>
                    <a:pt x="2088546" y="99190"/>
                  </a:lnTo>
                  <a:lnTo>
                    <a:pt x="2089617" y="98929"/>
                  </a:lnTo>
                  <a:lnTo>
                    <a:pt x="2090689" y="98668"/>
                  </a:lnTo>
                  <a:lnTo>
                    <a:pt x="2091760" y="98409"/>
                  </a:lnTo>
                  <a:lnTo>
                    <a:pt x="2092832" y="98149"/>
                  </a:lnTo>
                  <a:lnTo>
                    <a:pt x="2093904" y="97890"/>
                  </a:lnTo>
                  <a:lnTo>
                    <a:pt x="2094975" y="97632"/>
                  </a:lnTo>
                  <a:lnTo>
                    <a:pt x="2096047" y="97374"/>
                  </a:lnTo>
                  <a:lnTo>
                    <a:pt x="2097118" y="97117"/>
                  </a:lnTo>
                  <a:lnTo>
                    <a:pt x="2098190" y="96860"/>
                  </a:lnTo>
                  <a:lnTo>
                    <a:pt x="2099262" y="96604"/>
                  </a:lnTo>
                  <a:lnTo>
                    <a:pt x="2100333" y="96348"/>
                  </a:lnTo>
                  <a:lnTo>
                    <a:pt x="2101405" y="96093"/>
                  </a:lnTo>
                  <a:lnTo>
                    <a:pt x="2102476" y="95839"/>
                  </a:lnTo>
                  <a:lnTo>
                    <a:pt x="2103548" y="95585"/>
                  </a:lnTo>
                  <a:lnTo>
                    <a:pt x="2104620" y="95331"/>
                  </a:lnTo>
                  <a:lnTo>
                    <a:pt x="2105691" y="95078"/>
                  </a:lnTo>
                  <a:lnTo>
                    <a:pt x="2106763" y="94826"/>
                  </a:lnTo>
                  <a:lnTo>
                    <a:pt x="2107834" y="94574"/>
                  </a:lnTo>
                  <a:lnTo>
                    <a:pt x="2108906" y="94323"/>
                  </a:lnTo>
                  <a:lnTo>
                    <a:pt x="2109978" y="94072"/>
                  </a:lnTo>
                  <a:lnTo>
                    <a:pt x="2111049" y="93822"/>
                  </a:lnTo>
                  <a:lnTo>
                    <a:pt x="2112121" y="93572"/>
                  </a:lnTo>
                  <a:lnTo>
                    <a:pt x="2113192" y="93323"/>
                  </a:lnTo>
                  <a:lnTo>
                    <a:pt x="2114264" y="93074"/>
                  </a:lnTo>
                  <a:lnTo>
                    <a:pt x="2115336" y="92826"/>
                  </a:lnTo>
                  <a:lnTo>
                    <a:pt x="2116407" y="92578"/>
                  </a:lnTo>
                  <a:lnTo>
                    <a:pt x="2117479" y="92331"/>
                  </a:lnTo>
                  <a:lnTo>
                    <a:pt x="2118550" y="92085"/>
                  </a:lnTo>
                  <a:lnTo>
                    <a:pt x="2119622" y="91839"/>
                  </a:lnTo>
                  <a:lnTo>
                    <a:pt x="2120694" y="91593"/>
                  </a:lnTo>
                  <a:lnTo>
                    <a:pt x="2121765" y="91348"/>
                  </a:lnTo>
                  <a:lnTo>
                    <a:pt x="2122837" y="91104"/>
                  </a:lnTo>
                  <a:lnTo>
                    <a:pt x="2123908" y="90860"/>
                  </a:lnTo>
                  <a:lnTo>
                    <a:pt x="2124980" y="90616"/>
                  </a:lnTo>
                  <a:lnTo>
                    <a:pt x="2126052" y="90373"/>
                  </a:lnTo>
                  <a:lnTo>
                    <a:pt x="2127123" y="90131"/>
                  </a:lnTo>
                  <a:lnTo>
                    <a:pt x="2128195" y="89889"/>
                  </a:lnTo>
                  <a:lnTo>
                    <a:pt x="2129266" y="89647"/>
                  </a:lnTo>
                  <a:lnTo>
                    <a:pt x="2130338" y="89406"/>
                  </a:lnTo>
                  <a:lnTo>
                    <a:pt x="2131409" y="89166"/>
                  </a:lnTo>
                  <a:lnTo>
                    <a:pt x="2132481" y="88926"/>
                  </a:lnTo>
                  <a:lnTo>
                    <a:pt x="2133553" y="88686"/>
                  </a:lnTo>
                  <a:lnTo>
                    <a:pt x="2134624" y="88447"/>
                  </a:lnTo>
                  <a:lnTo>
                    <a:pt x="2135696" y="88209"/>
                  </a:lnTo>
                  <a:lnTo>
                    <a:pt x="2136767" y="87971"/>
                  </a:lnTo>
                  <a:lnTo>
                    <a:pt x="2137839" y="87734"/>
                  </a:lnTo>
                  <a:lnTo>
                    <a:pt x="2138911" y="87497"/>
                  </a:lnTo>
                  <a:lnTo>
                    <a:pt x="2139982" y="87260"/>
                  </a:lnTo>
                  <a:lnTo>
                    <a:pt x="2141054" y="87024"/>
                  </a:lnTo>
                  <a:lnTo>
                    <a:pt x="2142125" y="86789"/>
                  </a:lnTo>
                  <a:lnTo>
                    <a:pt x="2143197" y="86554"/>
                  </a:lnTo>
                  <a:lnTo>
                    <a:pt x="2144269" y="86319"/>
                  </a:lnTo>
                  <a:lnTo>
                    <a:pt x="2145340" y="86085"/>
                  </a:lnTo>
                  <a:lnTo>
                    <a:pt x="2146412" y="85852"/>
                  </a:lnTo>
                  <a:lnTo>
                    <a:pt x="2147483" y="85619"/>
                  </a:lnTo>
                  <a:lnTo>
                    <a:pt x="2148555" y="85386"/>
                  </a:lnTo>
                  <a:lnTo>
                    <a:pt x="2149627" y="85154"/>
                  </a:lnTo>
                  <a:lnTo>
                    <a:pt x="2150698" y="84923"/>
                  </a:lnTo>
                  <a:lnTo>
                    <a:pt x="2151770" y="84692"/>
                  </a:lnTo>
                  <a:lnTo>
                    <a:pt x="2152841" y="84461"/>
                  </a:lnTo>
                  <a:lnTo>
                    <a:pt x="2153913" y="84231"/>
                  </a:lnTo>
                  <a:lnTo>
                    <a:pt x="2154985" y="84001"/>
                  </a:lnTo>
                  <a:lnTo>
                    <a:pt x="2156056" y="83772"/>
                  </a:lnTo>
                  <a:lnTo>
                    <a:pt x="2157128" y="83543"/>
                  </a:lnTo>
                  <a:lnTo>
                    <a:pt x="2158199" y="83315"/>
                  </a:lnTo>
                  <a:lnTo>
                    <a:pt x="2159271" y="83087"/>
                  </a:lnTo>
                  <a:lnTo>
                    <a:pt x="2160343" y="82860"/>
                  </a:lnTo>
                  <a:lnTo>
                    <a:pt x="2161414" y="82633"/>
                  </a:lnTo>
                  <a:lnTo>
                    <a:pt x="2162486" y="82407"/>
                  </a:lnTo>
                  <a:lnTo>
                    <a:pt x="2163557" y="82181"/>
                  </a:lnTo>
                  <a:lnTo>
                    <a:pt x="2164629" y="81956"/>
                  </a:lnTo>
                  <a:lnTo>
                    <a:pt x="2165701" y="81731"/>
                  </a:lnTo>
                  <a:lnTo>
                    <a:pt x="2166772" y="81506"/>
                  </a:lnTo>
                  <a:lnTo>
                    <a:pt x="2167844" y="81282"/>
                  </a:lnTo>
                  <a:lnTo>
                    <a:pt x="2168915" y="81059"/>
                  </a:lnTo>
                  <a:lnTo>
                    <a:pt x="2169987" y="80836"/>
                  </a:lnTo>
                  <a:lnTo>
                    <a:pt x="2171059" y="80613"/>
                  </a:lnTo>
                  <a:lnTo>
                    <a:pt x="2172130" y="80391"/>
                  </a:lnTo>
                  <a:lnTo>
                    <a:pt x="2173202" y="80169"/>
                  </a:lnTo>
                  <a:lnTo>
                    <a:pt x="2174273" y="79948"/>
                  </a:lnTo>
                  <a:lnTo>
                    <a:pt x="2175345" y="79727"/>
                  </a:lnTo>
                  <a:lnTo>
                    <a:pt x="2176417" y="79507"/>
                  </a:lnTo>
                  <a:lnTo>
                    <a:pt x="2177488" y="79287"/>
                  </a:lnTo>
                  <a:lnTo>
                    <a:pt x="2178560" y="79067"/>
                  </a:lnTo>
                  <a:lnTo>
                    <a:pt x="2179631" y="78848"/>
                  </a:lnTo>
                  <a:lnTo>
                    <a:pt x="2180703" y="78630"/>
                  </a:lnTo>
                  <a:lnTo>
                    <a:pt x="2181775" y="78412"/>
                  </a:lnTo>
                  <a:lnTo>
                    <a:pt x="2182846" y="78194"/>
                  </a:lnTo>
                  <a:lnTo>
                    <a:pt x="2183918" y="77977"/>
                  </a:lnTo>
                  <a:lnTo>
                    <a:pt x="2184989" y="77760"/>
                  </a:lnTo>
                  <a:lnTo>
                    <a:pt x="2186061" y="77543"/>
                  </a:lnTo>
                  <a:lnTo>
                    <a:pt x="2187133" y="77327"/>
                  </a:lnTo>
                  <a:lnTo>
                    <a:pt x="2188204" y="77112"/>
                  </a:lnTo>
                  <a:lnTo>
                    <a:pt x="2189276" y="76897"/>
                  </a:lnTo>
                  <a:lnTo>
                    <a:pt x="2190347" y="76682"/>
                  </a:lnTo>
                  <a:lnTo>
                    <a:pt x="2191419" y="76468"/>
                  </a:lnTo>
                  <a:lnTo>
                    <a:pt x="2192491" y="76254"/>
                  </a:lnTo>
                  <a:lnTo>
                    <a:pt x="2193562" y="76041"/>
                  </a:lnTo>
                  <a:lnTo>
                    <a:pt x="2194634" y="75828"/>
                  </a:lnTo>
                  <a:lnTo>
                    <a:pt x="2195705" y="75616"/>
                  </a:lnTo>
                  <a:lnTo>
                    <a:pt x="2196777" y="75404"/>
                  </a:lnTo>
                  <a:lnTo>
                    <a:pt x="2197849" y="75192"/>
                  </a:lnTo>
                  <a:lnTo>
                    <a:pt x="2198920" y="74981"/>
                  </a:lnTo>
                  <a:lnTo>
                    <a:pt x="2199992" y="74770"/>
                  </a:lnTo>
                  <a:lnTo>
                    <a:pt x="2201063" y="74560"/>
                  </a:lnTo>
                  <a:lnTo>
                    <a:pt x="2202135" y="74350"/>
                  </a:lnTo>
                  <a:lnTo>
                    <a:pt x="2203207" y="74141"/>
                  </a:lnTo>
                  <a:lnTo>
                    <a:pt x="2204278" y="73932"/>
                  </a:lnTo>
                  <a:lnTo>
                    <a:pt x="2205350" y="73723"/>
                  </a:lnTo>
                  <a:lnTo>
                    <a:pt x="2206421" y="73515"/>
                  </a:lnTo>
                  <a:lnTo>
                    <a:pt x="2207493" y="73307"/>
                  </a:lnTo>
                  <a:lnTo>
                    <a:pt x="2208565" y="73100"/>
                  </a:lnTo>
                  <a:lnTo>
                    <a:pt x="2209636" y="72893"/>
                  </a:lnTo>
                  <a:lnTo>
                    <a:pt x="2210708" y="72687"/>
                  </a:lnTo>
                  <a:lnTo>
                    <a:pt x="2211779" y="72481"/>
                  </a:lnTo>
                  <a:lnTo>
                    <a:pt x="2212851" y="72275"/>
                  </a:lnTo>
                  <a:lnTo>
                    <a:pt x="2213923" y="72070"/>
                  </a:lnTo>
                  <a:lnTo>
                    <a:pt x="2214994" y="71866"/>
                  </a:lnTo>
                  <a:lnTo>
                    <a:pt x="2216066" y="71661"/>
                  </a:lnTo>
                  <a:lnTo>
                    <a:pt x="2217137" y="71457"/>
                  </a:lnTo>
                  <a:lnTo>
                    <a:pt x="2218209" y="71254"/>
                  </a:lnTo>
                  <a:lnTo>
                    <a:pt x="2219281" y="71051"/>
                  </a:lnTo>
                  <a:lnTo>
                    <a:pt x="2220352" y="70849"/>
                  </a:lnTo>
                  <a:lnTo>
                    <a:pt x="2221424" y="70646"/>
                  </a:lnTo>
                  <a:lnTo>
                    <a:pt x="2222495" y="70445"/>
                  </a:lnTo>
                  <a:lnTo>
                    <a:pt x="2223567" y="70243"/>
                  </a:lnTo>
                  <a:lnTo>
                    <a:pt x="2224639" y="70043"/>
                  </a:lnTo>
                  <a:lnTo>
                    <a:pt x="2225710" y="69842"/>
                  </a:lnTo>
                  <a:lnTo>
                    <a:pt x="2226782" y="69642"/>
                  </a:lnTo>
                  <a:lnTo>
                    <a:pt x="2227853" y="69443"/>
                  </a:lnTo>
                  <a:lnTo>
                    <a:pt x="2228925" y="69243"/>
                  </a:lnTo>
                  <a:lnTo>
                    <a:pt x="2229997" y="69045"/>
                  </a:lnTo>
                  <a:lnTo>
                    <a:pt x="2231068" y="68846"/>
                  </a:lnTo>
                  <a:lnTo>
                    <a:pt x="2232140" y="68648"/>
                  </a:lnTo>
                  <a:lnTo>
                    <a:pt x="2233211" y="68451"/>
                  </a:lnTo>
                  <a:lnTo>
                    <a:pt x="2234283" y="68254"/>
                  </a:lnTo>
                  <a:lnTo>
                    <a:pt x="2235355" y="68057"/>
                  </a:lnTo>
                  <a:lnTo>
                    <a:pt x="2236426" y="67861"/>
                  </a:lnTo>
                  <a:lnTo>
                    <a:pt x="2237498" y="67665"/>
                  </a:lnTo>
                  <a:lnTo>
                    <a:pt x="2238569" y="67470"/>
                  </a:lnTo>
                  <a:lnTo>
                    <a:pt x="2239641" y="67275"/>
                  </a:lnTo>
                  <a:lnTo>
                    <a:pt x="2240713" y="67081"/>
                  </a:lnTo>
                  <a:lnTo>
                    <a:pt x="2241784" y="66886"/>
                  </a:lnTo>
                  <a:lnTo>
                    <a:pt x="2242856" y="66693"/>
                  </a:lnTo>
                  <a:lnTo>
                    <a:pt x="2243927" y="66499"/>
                  </a:lnTo>
                  <a:lnTo>
                    <a:pt x="2244999" y="66307"/>
                  </a:lnTo>
                  <a:lnTo>
                    <a:pt x="2246071" y="66114"/>
                  </a:lnTo>
                  <a:lnTo>
                    <a:pt x="2247142" y="65922"/>
                  </a:lnTo>
                  <a:lnTo>
                    <a:pt x="2248214" y="65731"/>
                  </a:lnTo>
                  <a:lnTo>
                    <a:pt x="2249285" y="65539"/>
                  </a:lnTo>
                  <a:lnTo>
                    <a:pt x="2250357" y="65349"/>
                  </a:lnTo>
                  <a:lnTo>
                    <a:pt x="2251429" y="65158"/>
                  </a:lnTo>
                  <a:lnTo>
                    <a:pt x="2252500" y="64968"/>
                  </a:lnTo>
                  <a:lnTo>
                    <a:pt x="2253572" y="64779"/>
                  </a:lnTo>
                  <a:lnTo>
                    <a:pt x="2254643" y="64590"/>
                  </a:lnTo>
                  <a:lnTo>
                    <a:pt x="2255715" y="64401"/>
                  </a:lnTo>
                  <a:lnTo>
                    <a:pt x="2256787" y="64213"/>
                  </a:lnTo>
                  <a:lnTo>
                    <a:pt x="2257858" y="64025"/>
                  </a:lnTo>
                  <a:lnTo>
                    <a:pt x="2258930" y="63837"/>
                  </a:lnTo>
                  <a:lnTo>
                    <a:pt x="2260001" y="63650"/>
                  </a:lnTo>
                  <a:lnTo>
                    <a:pt x="2261073" y="63464"/>
                  </a:lnTo>
                  <a:lnTo>
                    <a:pt x="2262145" y="63278"/>
                  </a:lnTo>
                  <a:lnTo>
                    <a:pt x="2263216" y="63092"/>
                  </a:lnTo>
                  <a:lnTo>
                    <a:pt x="2264288" y="62906"/>
                  </a:lnTo>
                  <a:lnTo>
                    <a:pt x="2265359" y="62721"/>
                  </a:lnTo>
                  <a:lnTo>
                    <a:pt x="2266431" y="62537"/>
                  </a:lnTo>
                  <a:lnTo>
                    <a:pt x="2267503" y="62353"/>
                  </a:lnTo>
                  <a:lnTo>
                    <a:pt x="2268574" y="62169"/>
                  </a:lnTo>
                  <a:lnTo>
                    <a:pt x="2269646" y="61986"/>
                  </a:lnTo>
                  <a:lnTo>
                    <a:pt x="2270717" y="61803"/>
                  </a:lnTo>
                  <a:lnTo>
                    <a:pt x="2271789" y="61620"/>
                  </a:lnTo>
                  <a:lnTo>
                    <a:pt x="2272861" y="61438"/>
                  </a:lnTo>
                  <a:lnTo>
                    <a:pt x="2273932" y="61256"/>
                  </a:lnTo>
                  <a:lnTo>
                    <a:pt x="2275004" y="61075"/>
                  </a:lnTo>
                  <a:lnTo>
                    <a:pt x="2276075" y="60894"/>
                  </a:lnTo>
                  <a:lnTo>
                    <a:pt x="2277147" y="60714"/>
                  </a:lnTo>
                  <a:lnTo>
                    <a:pt x="2278219" y="60534"/>
                  </a:lnTo>
                  <a:lnTo>
                    <a:pt x="2279290" y="60354"/>
                  </a:lnTo>
                  <a:lnTo>
                    <a:pt x="2280362" y="60175"/>
                  </a:lnTo>
                  <a:lnTo>
                    <a:pt x="2281433" y="59996"/>
                  </a:lnTo>
                  <a:lnTo>
                    <a:pt x="2282505" y="59817"/>
                  </a:lnTo>
                  <a:lnTo>
                    <a:pt x="2283577" y="59639"/>
                  </a:lnTo>
                  <a:lnTo>
                    <a:pt x="2284648" y="59462"/>
                  </a:lnTo>
                  <a:lnTo>
                    <a:pt x="2285720" y="59284"/>
                  </a:lnTo>
                  <a:lnTo>
                    <a:pt x="2286791" y="59108"/>
                  </a:lnTo>
                  <a:lnTo>
                    <a:pt x="2287863" y="58931"/>
                  </a:lnTo>
                  <a:lnTo>
                    <a:pt x="2288935" y="58755"/>
                  </a:lnTo>
                  <a:lnTo>
                    <a:pt x="2290006" y="58579"/>
                  </a:lnTo>
                  <a:lnTo>
                    <a:pt x="2291078" y="58404"/>
                  </a:lnTo>
                  <a:lnTo>
                    <a:pt x="2292149" y="58229"/>
                  </a:lnTo>
                  <a:lnTo>
                    <a:pt x="2293221" y="58055"/>
                  </a:lnTo>
                  <a:lnTo>
                    <a:pt x="2294293" y="57881"/>
                  </a:lnTo>
                  <a:lnTo>
                    <a:pt x="2295364" y="57707"/>
                  </a:lnTo>
                  <a:lnTo>
                    <a:pt x="2296436" y="57534"/>
                  </a:lnTo>
                  <a:lnTo>
                    <a:pt x="2297507" y="57361"/>
                  </a:lnTo>
                  <a:lnTo>
                    <a:pt x="2298579" y="57189"/>
                  </a:lnTo>
                  <a:lnTo>
                    <a:pt x="2299651" y="57017"/>
                  </a:lnTo>
                  <a:lnTo>
                    <a:pt x="2300722" y="56845"/>
                  </a:lnTo>
                  <a:lnTo>
                    <a:pt x="2301794" y="56674"/>
                  </a:lnTo>
                  <a:lnTo>
                    <a:pt x="2302865" y="56503"/>
                  </a:lnTo>
                  <a:lnTo>
                    <a:pt x="2303937" y="56333"/>
                  </a:lnTo>
                  <a:lnTo>
                    <a:pt x="2305009" y="56163"/>
                  </a:lnTo>
                  <a:lnTo>
                    <a:pt x="2306080" y="55993"/>
                  </a:lnTo>
                  <a:lnTo>
                    <a:pt x="2307152" y="55824"/>
                  </a:lnTo>
                  <a:lnTo>
                    <a:pt x="2308223" y="55655"/>
                  </a:lnTo>
                  <a:lnTo>
                    <a:pt x="2309295" y="55486"/>
                  </a:lnTo>
                  <a:lnTo>
                    <a:pt x="2310366" y="55318"/>
                  </a:lnTo>
                  <a:lnTo>
                    <a:pt x="2311438" y="55151"/>
                  </a:lnTo>
                  <a:lnTo>
                    <a:pt x="2312510" y="54983"/>
                  </a:lnTo>
                  <a:lnTo>
                    <a:pt x="2313581" y="54816"/>
                  </a:lnTo>
                  <a:lnTo>
                    <a:pt x="2314653" y="54650"/>
                  </a:lnTo>
                  <a:lnTo>
                    <a:pt x="2315724" y="54484"/>
                  </a:lnTo>
                  <a:lnTo>
                    <a:pt x="2316796" y="54318"/>
                  </a:lnTo>
                  <a:lnTo>
                    <a:pt x="2317868" y="54153"/>
                  </a:lnTo>
                  <a:lnTo>
                    <a:pt x="2318939" y="53988"/>
                  </a:lnTo>
                  <a:lnTo>
                    <a:pt x="2320011" y="53823"/>
                  </a:lnTo>
                  <a:lnTo>
                    <a:pt x="2321082" y="53659"/>
                  </a:lnTo>
                  <a:lnTo>
                    <a:pt x="2322154" y="53495"/>
                  </a:lnTo>
                  <a:lnTo>
                    <a:pt x="2323226" y="53332"/>
                  </a:lnTo>
                  <a:lnTo>
                    <a:pt x="2324297" y="53169"/>
                  </a:lnTo>
                  <a:lnTo>
                    <a:pt x="2325369" y="53006"/>
                  </a:lnTo>
                  <a:lnTo>
                    <a:pt x="2326440" y="52844"/>
                  </a:lnTo>
                  <a:lnTo>
                    <a:pt x="2327512" y="52682"/>
                  </a:lnTo>
                  <a:lnTo>
                    <a:pt x="2328584" y="52521"/>
                  </a:lnTo>
                  <a:lnTo>
                    <a:pt x="2329655" y="52360"/>
                  </a:lnTo>
                  <a:lnTo>
                    <a:pt x="2330727" y="52199"/>
                  </a:lnTo>
                  <a:lnTo>
                    <a:pt x="2331798" y="52039"/>
                  </a:lnTo>
                  <a:lnTo>
                    <a:pt x="2332870" y="51879"/>
                  </a:lnTo>
                  <a:lnTo>
                    <a:pt x="2333942" y="51720"/>
                  </a:lnTo>
                  <a:lnTo>
                    <a:pt x="2335013" y="51561"/>
                  </a:lnTo>
                  <a:lnTo>
                    <a:pt x="2336085" y="51402"/>
                  </a:lnTo>
                  <a:lnTo>
                    <a:pt x="2337156" y="51243"/>
                  </a:lnTo>
                  <a:lnTo>
                    <a:pt x="2338228" y="51086"/>
                  </a:lnTo>
                  <a:lnTo>
                    <a:pt x="2339300" y="50928"/>
                  </a:lnTo>
                  <a:lnTo>
                    <a:pt x="2340371" y="50771"/>
                  </a:lnTo>
                  <a:lnTo>
                    <a:pt x="2341443" y="50614"/>
                  </a:lnTo>
                  <a:lnTo>
                    <a:pt x="2342514" y="50458"/>
                  </a:lnTo>
                  <a:lnTo>
                    <a:pt x="2343586" y="50301"/>
                  </a:lnTo>
                  <a:lnTo>
                    <a:pt x="2344658" y="50146"/>
                  </a:lnTo>
                  <a:lnTo>
                    <a:pt x="2345729" y="49991"/>
                  </a:lnTo>
                  <a:lnTo>
                    <a:pt x="2346801" y="49836"/>
                  </a:lnTo>
                  <a:lnTo>
                    <a:pt x="2347872" y="49681"/>
                  </a:lnTo>
                  <a:lnTo>
                    <a:pt x="2348944" y="49527"/>
                  </a:lnTo>
                  <a:lnTo>
                    <a:pt x="2350016" y="49373"/>
                  </a:lnTo>
                  <a:lnTo>
                    <a:pt x="2351087" y="49220"/>
                  </a:lnTo>
                  <a:lnTo>
                    <a:pt x="2352159" y="49067"/>
                  </a:lnTo>
                  <a:lnTo>
                    <a:pt x="2353230" y="48914"/>
                  </a:lnTo>
                  <a:lnTo>
                    <a:pt x="2354302" y="48762"/>
                  </a:lnTo>
                  <a:lnTo>
                    <a:pt x="2355374" y="48610"/>
                  </a:lnTo>
                  <a:lnTo>
                    <a:pt x="2356445" y="48459"/>
                  </a:lnTo>
                  <a:lnTo>
                    <a:pt x="2357517" y="48307"/>
                  </a:lnTo>
                  <a:lnTo>
                    <a:pt x="2358588" y="48157"/>
                  </a:lnTo>
                  <a:lnTo>
                    <a:pt x="2359660" y="48006"/>
                  </a:lnTo>
                  <a:lnTo>
                    <a:pt x="2360732" y="47856"/>
                  </a:lnTo>
                  <a:lnTo>
                    <a:pt x="2361803" y="47707"/>
                  </a:lnTo>
                  <a:lnTo>
                    <a:pt x="2362875" y="47557"/>
                  </a:lnTo>
                  <a:lnTo>
                    <a:pt x="2363946" y="47409"/>
                  </a:lnTo>
                  <a:lnTo>
                    <a:pt x="2365018" y="47260"/>
                  </a:lnTo>
                  <a:lnTo>
                    <a:pt x="2366090" y="47112"/>
                  </a:lnTo>
                  <a:lnTo>
                    <a:pt x="2367161" y="46964"/>
                  </a:lnTo>
                  <a:lnTo>
                    <a:pt x="2368233" y="46817"/>
                  </a:lnTo>
                  <a:lnTo>
                    <a:pt x="2369304" y="46670"/>
                  </a:lnTo>
                  <a:lnTo>
                    <a:pt x="2370376" y="46523"/>
                  </a:lnTo>
                  <a:lnTo>
                    <a:pt x="2371448" y="46377"/>
                  </a:lnTo>
                  <a:lnTo>
                    <a:pt x="2372519" y="46231"/>
                  </a:lnTo>
                  <a:lnTo>
                    <a:pt x="2373591" y="46085"/>
                  </a:lnTo>
                  <a:lnTo>
                    <a:pt x="2374662" y="45940"/>
                  </a:lnTo>
                  <a:lnTo>
                    <a:pt x="2375734" y="45795"/>
                  </a:lnTo>
                  <a:lnTo>
                    <a:pt x="2376806" y="45651"/>
                  </a:lnTo>
                  <a:lnTo>
                    <a:pt x="2377877" y="45507"/>
                  </a:lnTo>
                  <a:lnTo>
                    <a:pt x="2378949" y="45363"/>
                  </a:lnTo>
                  <a:lnTo>
                    <a:pt x="2380020" y="45220"/>
                  </a:lnTo>
                  <a:lnTo>
                    <a:pt x="2381092" y="45077"/>
                  </a:lnTo>
                  <a:lnTo>
                    <a:pt x="2382164" y="44934"/>
                  </a:lnTo>
                  <a:lnTo>
                    <a:pt x="2383235" y="44792"/>
                  </a:lnTo>
                  <a:lnTo>
                    <a:pt x="2384307" y="44650"/>
                  </a:lnTo>
                  <a:lnTo>
                    <a:pt x="2385378" y="44509"/>
                  </a:lnTo>
                  <a:lnTo>
                    <a:pt x="2386450" y="44368"/>
                  </a:lnTo>
                  <a:lnTo>
                    <a:pt x="2387522" y="44227"/>
                  </a:lnTo>
                  <a:lnTo>
                    <a:pt x="2388593" y="44086"/>
                  </a:lnTo>
                  <a:lnTo>
                    <a:pt x="2389665" y="43946"/>
                  </a:lnTo>
                  <a:lnTo>
                    <a:pt x="2390736" y="43807"/>
                  </a:lnTo>
                  <a:lnTo>
                    <a:pt x="2391808" y="43667"/>
                  </a:lnTo>
                  <a:lnTo>
                    <a:pt x="2392880" y="43528"/>
                  </a:lnTo>
                  <a:lnTo>
                    <a:pt x="2393951" y="43390"/>
                  </a:lnTo>
                  <a:lnTo>
                    <a:pt x="2395023" y="43252"/>
                  </a:lnTo>
                  <a:lnTo>
                    <a:pt x="2396094" y="43114"/>
                  </a:lnTo>
                  <a:lnTo>
                    <a:pt x="2397166" y="42976"/>
                  </a:lnTo>
                  <a:lnTo>
                    <a:pt x="2398238" y="42839"/>
                  </a:lnTo>
                  <a:lnTo>
                    <a:pt x="2399309" y="42702"/>
                  </a:lnTo>
                  <a:lnTo>
                    <a:pt x="2400381" y="42566"/>
                  </a:lnTo>
                  <a:lnTo>
                    <a:pt x="2401452" y="42430"/>
                  </a:lnTo>
                  <a:lnTo>
                    <a:pt x="2402524" y="42294"/>
                  </a:lnTo>
                  <a:lnTo>
                    <a:pt x="2403596" y="42159"/>
                  </a:lnTo>
                  <a:lnTo>
                    <a:pt x="2404667" y="42024"/>
                  </a:lnTo>
                  <a:lnTo>
                    <a:pt x="2405739" y="41889"/>
                  </a:lnTo>
                  <a:lnTo>
                    <a:pt x="2406810" y="41755"/>
                  </a:lnTo>
                  <a:lnTo>
                    <a:pt x="2407882" y="41621"/>
                  </a:lnTo>
                  <a:lnTo>
                    <a:pt x="2408954" y="41487"/>
                  </a:lnTo>
                  <a:lnTo>
                    <a:pt x="2410025" y="41354"/>
                  </a:lnTo>
                  <a:lnTo>
                    <a:pt x="2411097" y="41221"/>
                  </a:lnTo>
                  <a:lnTo>
                    <a:pt x="2412168" y="41089"/>
                  </a:lnTo>
                  <a:lnTo>
                    <a:pt x="2413240" y="40956"/>
                  </a:lnTo>
                  <a:lnTo>
                    <a:pt x="2414312" y="40825"/>
                  </a:lnTo>
                  <a:lnTo>
                    <a:pt x="2415383" y="40693"/>
                  </a:lnTo>
                  <a:lnTo>
                    <a:pt x="2416455" y="40562"/>
                  </a:lnTo>
                  <a:lnTo>
                    <a:pt x="2417526" y="40431"/>
                  </a:lnTo>
                  <a:lnTo>
                    <a:pt x="2418598" y="40301"/>
                  </a:lnTo>
                  <a:lnTo>
                    <a:pt x="2419670" y="40171"/>
                  </a:lnTo>
                  <a:lnTo>
                    <a:pt x="2420741" y="40041"/>
                  </a:lnTo>
                  <a:lnTo>
                    <a:pt x="2421813" y="39912"/>
                  </a:lnTo>
                  <a:lnTo>
                    <a:pt x="2422884" y="39783"/>
                  </a:lnTo>
                  <a:lnTo>
                    <a:pt x="2423956" y="39654"/>
                  </a:lnTo>
                  <a:lnTo>
                    <a:pt x="2425028" y="39526"/>
                  </a:lnTo>
                  <a:lnTo>
                    <a:pt x="2426099" y="39398"/>
                  </a:lnTo>
                  <a:lnTo>
                    <a:pt x="2427171" y="39270"/>
                  </a:lnTo>
                  <a:lnTo>
                    <a:pt x="2428242" y="39143"/>
                  </a:lnTo>
                  <a:lnTo>
                    <a:pt x="2429314" y="39016"/>
                  </a:lnTo>
                  <a:lnTo>
                    <a:pt x="2430386" y="38890"/>
                  </a:lnTo>
                  <a:lnTo>
                    <a:pt x="2431457" y="38763"/>
                  </a:lnTo>
                  <a:lnTo>
                    <a:pt x="2432529" y="38637"/>
                  </a:lnTo>
                  <a:lnTo>
                    <a:pt x="2433600" y="38512"/>
                  </a:lnTo>
                  <a:lnTo>
                    <a:pt x="2434672" y="38387"/>
                  </a:lnTo>
                  <a:lnTo>
                    <a:pt x="2435744" y="38262"/>
                  </a:lnTo>
                  <a:lnTo>
                    <a:pt x="2436815" y="38137"/>
                  </a:lnTo>
                  <a:lnTo>
                    <a:pt x="2437887" y="38013"/>
                  </a:lnTo>
                  <a:lnTo>
                    <a:pt x="2438958" y="37889"/>
                  </a:lnTo>
                  <a:lnTo>
                    <a:pt x="2440030" y="37766"/>
                  </a:lnTo>
                  <a:lnTo>
                    <a:pt x="2441102" y="37643"/>
                  </a:lnTo>
                  <a:lnTo>
                    <a:pt x="2442173" y="37520"/>
                  </a:lnTo>
                  <a:lnTo>
                    <a:pt x="2443245" y="37397"/>
                  </a:lnTo>
                  <a:lnTo>
                    <a:pt x="2444316" y="37275"/>
                  </a:lnTo>
                  <a:lnTo>
                    <a:pt x="2445388" y="37154"/>
                  </a:lnTo>
                  <a:lnTo>
                    <a:pt x="2446460" y="37032"/>
                  </a:lnTo>
                  <a:lnTo>
                    <a:pt x="2447531" y="36911"/>
                  </a:lnTo>
                  <a:lnTo>
                    <a:pt x="2448603" y="36790"/>
                  </a:lnTo>
                  <a:lnTo>
                    <a:pt x="2449674" y="36670"/>
                  </a:lnTo>
                  <a:lnTo>
                    <a:pt x="2450746" y="36550"/>
                  </a:lnTo>
                  <a:lnTo>
                    <a:pt x="2451818" y="36430"/>
                  </a:lnTo>
                  <a:lnTo>
                    <a:pt x="2452889" y="36311"/>
                  </a:lnTo>
                  <a:lnTo>
                    <a:pt x="2453961" y="36192"/>
                  </a:lnTo>
                  <a:lnTo>
                    <a:pt x="2455032" y="36073"/>
                  </a:lnTo>
                  <a:lnTo>
                    <a:pt x="2456104" y="35954"/>
                  </a:lnTo>
                  <a:lnTo>
                    <a:pt x="2457176" y="35836"/>
                  </a:lnTo>
                  <a:lnTo>
                    <a:pt x="2458247" y="35719"/>
                  </a:lnTo>
                  <a:lnTo>
                    <a:pt x="2459319" y="35601"/>
                  </a:lnTo>
                  <a:lnTo>
                    <a:pt x="2460390" y="35484"/>
                  </a:lnTo>
                  <a:lnTo>
                    <a:pt x="2461462" y="35367"/>
                  </a:lnTo>
                  <a:lnTo>
                    <a:pt x="2462534" y="35251"/>
                  </a:lnTo>
                  <a:lnTo>
                    <a:pt x="2463605" y="35135"/>
                  </a:lnTo>
                  <a:lnTo>
                    <a:pt x="2464677" y="35019"/>
                  </a:lnTo>
                  <a:lnTo>
                    <a:pt x="2465748" y="34904"/>
                  </a:lnTo>
                  <a:lnTo>
                    <a:pt x="2466820" y="34789"/>
                  </a:lnTo>
                  <a:lnTo>
                    <a:pt x="2467892" y="34674"/>
                  </a:lnTo>
                  <a:lnTo>
                    <a:pt x="2468963" y="34560"/>
                  </a:lnTo>
                  <a:lnTo>
                    <a:pt x="2470035" y="34445"/>
                  </a:lnTo>
                  <a:lnTo>
                    <a:pt x="2471106" y="34332"/>
                  </a:lnTo>
                  <a:lnTo>
                    <a:pt x="2472178" y="34218"/>
                  </a:lnTo>
                  <a:lnTo>
                    <a:pt x="2473250" y="34105"/>
                  </a:lnTo>
                  <a:lnTo>
                    <a:pt x="2474321" y="33992"/>
                  </a:lnTo>
                  <a:lnTo>
                    <a:pt x="2475393" y="33880"/>
                  </a:lnTo>
                  <a:lnTo>
                    <a:pt x="2476464" y="33768"/>
                  </a:lnTo>
                  <a:lnTo>
                    <a:pt x="2477536" y="33656"/>
                  </a:lnTo>
                  <a:lnTo>
                    <a:pt x="2478608" y="33544"/>
                  </a:lnTo>
                  <a:lnTo>
                    <a:pt x="2479679" y="33433"/>
                  </a:lnTo>
                  <a:lnTo>
                    <a:pt x="2480751" y="33323"/>
                  </a:lnTo>
                  <a:lnTo>
                    <a:pt x="2481822" y="33212"/>
                  </a:lnTo>
                  <a:lnTo>
                    <a:pt x="2482894" y="33102"/>
                  </a:lnTo>
                  <a:lnTo>
                    <a:pt x="2483966" y="32992"/>
                  </a:lnTo>
                  <a:lnTo>
                    <a:pt x="2485037" y="32882"/>
                  </a:lnTo>
                  <a:lnTo>
                    <a:pt x="2486109" y="32773"/>
                  </a:lnTo>
                  <a:lnTo>
                    <a:pt x="2487180" y="32664"/>
                  </a:lnTo>
                  <a:lnTo>
                    <a:pt x="2488252" y="32556"/>
                  </a:lnTo>
                  <a:lnTo>
                    <a:pt x="2489323" y="32447"/>
                  </a:lnTo>
                  <a:lnTo>
                    <a:pt x="2490395" y="32340"/>
                  </a:lnTo>
                  <a:lnTo>
                    <a:pt x="2491467" y="32232"/>
                  </a:lnTo>
                  <a:lnTo>
                    <a:pt x="2492538" y="32125"/>
                  </a:lnTo>
                  <a:lnTo>
                    <a:pt x="2493610" y="32018"/>
                  </a:lnTo>
                  <a:lnTo>
                    <a:pt x="2494681" y="31911"/>
                  </a:lnTo>
                  <a:lnTo>
                    <a:pt x="2495753" y="31805"/>
                  </a:lnTo>
                  <a:lnTo>
                    <a:pt x="2496825" y="31699"/>
                  </a:lnTo>
                  <a:lnTo>
                    <a:pt x="2497896" y="31593"/>
                  </a:lnTo>
                  <a:lnTo>
                    <a:pt x="2498968" y="31488"/>
                  </a:lnTo>
                  <a:lnTo>
                    <a:pt x="2500039" y="31383"/>
                  </a:lnTo>
                  <a:lnTo>
                    <a:pt x="2501111" y="31278"/>
                  </a:lnTo>
                  <a:lnTo>
                    <a:pt x="2502183" y="31173"/>
                  </a:lnTo>
                  <a:lnTo>
                    <a:pt x="2503254" y="31069"/>
                  </a:lnTo>
                  <a:lnTo>
                    <a:pt x="2504326" y="30965"/>
                  </a:lnTo>
                  <a:lnTo>
                    <a:pt x="2505397" y="30862"/>
                  </a:lnTo>
                  <a:lnTo>
                    <a:pt x="2506469" y="30759"/>
                  </a:lnTo>
                  <a:lnTo>
                    <a:pt x="2507541" y="30656"/>
                  </a:lnTo>
                  <a:lnTo>
                    <a:pt x="2508612" y="30553"/>
                  </a:lnTo>
                  <a:lnTo>
                    <a:pt x="2509684" y="30451"/>
                  </a:lnTo>
                  <a:lnTo>
                    <a:pt x="2510755" y="30349"/>
                  </a:lnTo>
                  <a:lnTo>
                    <a:pt x="2511827" y="30247"/>
                  </a:lnTo>
                  <a:lnTo>
                    <a:pt x="2512899" y="30146"/>
                  </a:lnTo>
                  <a:lnTo>
                    <a:pt x="2513970" y="30045"/>
                  </a:lnTo>
                  <a:lnTo>
                    <a:pt x="2515042" y="29944"/>
                  </a:lnTo>
                  <a:lnTo>
                    <a:pt x="2516113" y="29844"/>
                  </a:lnTo>
                  <a:lnTo>
                    <a:pt x="2517185" y="29744"/>
                  </a:lnTo>
                  <a:lnTo>
                    <a:pt x="2518257" y="29644"/>
                  </a:lnTo>
                  <a:lnTo>
                    <a:pt x="2519328" y="29545"/>
                  </a:lnTo>
                  <a:lnTo>
                    <a:pt x="2520400" y="29445"/>
                  </a:lnTo>
                  <a:lnTo>
                    <a:pt x="2521471" y="29347"/>
                  </a:lnTo>
                  <a:lnTo>
                    <a:pt x="2522543" y="29248"/>
                  </a:lnTo>
                  <a:lnTo>
                    <a:pt x="2523615" y="29150"/>
                  </a:lnTo>
                  <a:lnTo>
                    <a:pt x="2524686" y="29052"/>
                  </a:lnTo>
                  <a:lnTo>
                    <a:pt x="2525758" y="28954"/>
                  </a:lnTo>
                  <a:lnTo>
                    <a:pt x="2526829" y="28857"/>
                  </a:lnTo>
                  <a:lnTo>
                    <a:pt x="2527901" y="28760"/>
                  </a:lnTo>
                  <a:lnTo>
                    <a:pt x="2528973" y="28663"/>
                  </a:lnTo>
                  <a:lnTo>
                    <a:pt x="2530044" y="28567"/>
                  </a:lnTo>
                  <a:lnTo>
                    <a:pt x="2531116" y="28471"/>
                  </a:lnTo>
                  <a:lnTo>
                    <a:pt x="2532187" y="28375"/>
                  </a:lnTo>
                  <a:lnTo>
                    <a:pt x="2533259" y="28279"/>
                  </a:lnTo>
                  <a:lnTo>
                    <a:pt x="2534331" y="28184"/>
                  </a:lnTo>
                  <a:lnTo>
                    <a:pt x="2535402" y="28089"/>
                  </a:lnTo>
                  <a:lnTo>
                    <a:pt x="2536474" y="27994"/>
                  </a:lnTo>
                  <a:lnTo>
                    <a:pt x="2537545" y="27900"/>
                  </a:lnTo>
                  <a:lnTo>
                    <a:pt x="2538617" y="27806"/>
                  </a:lnTo>
                  <a:lnTo>
                    <a:pt x="2539689" y="27712"/>
                  </a:lnTo>
                  <a:lnTo>
                    <a:pt x="2540760" y="27619"/>
                  </a:lnTo>
                  <a:lnTo>
                    <a:pt x="2541832" y="27526"/>
                  </a:lnTo>
                  <a:lnTo>
                    <a:pt x="2542903" y="27433"/>
                  </a:lnTo>
                  <a:lnTo>
                    <a:pt x="2543975" y="27340"/>
                  </a:lnTo>
                  <a:lnTo>
                    <a:pt x="2545047" y="27248"/>
                  </a:lnTo>
                  <a:lnTo>
                    <a:pt x="2546118" y="27156"/>
                  </a:lnTo>
                  <a:lnTo>
                    <a:pt x="2547190" y="27064"/>
                  </a:lnTo>
                  <a:lnTo>
                    <a:pt x="2548261" y="26973"/>
                  </a:lnTo>
                  <a:lnTo>
                    <a:pt x="2549333" y="26882"/>
                  </a:lnTo>
                  <a:lnTo>
                    <a:pt x="2550405" y="26791"/>
                  </a:lnTo>
                  <a:lnTo>
                    <a:pt x="2551476" y="26701"/>
                  </a:lnTo>
                  <a:lnTo>
                    <a:pt x="2552548" y="26610"/>
                  </a:lnTo>
                  <a:lnTo>
                    <a:pt x="2553619" y="26521"/>
                  </a:lnTo>
                  <a:lnTo>
                    <a:pt x="2554691" y="26431"/>
                  </a:lnTo>
                  <a:lnTo>
                    <a:pt x="2555763" y="26342"/>
                  </a:lnTo>
                  <a:lnTo>
                    <a:pt x="2556834" y="26253"/>
                  </a:lnTo>
                  <a:lnTo>
                    <a:pt x="2557906" y="26164"/>
                  </a:lnTo>
                  <a:lnTo>
                    <a:pt x="2558977" y="26075"/>
                  </a:lnTo>
                  <a:lnTo>
                    <a:pt x="2560049" y="25987"/>
                  </a:lnTo>
                  <a:lnTo>
                    <a:pt x="2561121" y="25899"/>
                  </a:lnTo>
                  <a:lnTo>
                    <a:pt x="2562192" y="25812"/>
                  </a:lnTo>
                  <a:lnTo>
                    <a:pt x="2563264" y="25724"/>
                  </a:lnTo>
                  <a:lnTo>
                    <a:pt x="2564335" y="25637"/>
                  </a:lnTo>
                  <a:lnTo>
                    <a:pt x="2565407" y="25551"/>
                  </a:lnTo>
                  <a:lnTo>
                    <a:pt x="2566479" y="25464"/>
                  </a:lnTo>
                  <a:lnTo>
                    <a:pt x="2567550" y="25378"/>
                  </a:lnTo>
                  <a:lnTo>
                    <a:pt x="2568622" y="25292"/>
                  </a:lnTo>
                  <a:lnTo>
                    <a:pt x="2569693" y="25206"/>
                  </a:lnTo>
                  <a:lnTo>
                    <a:pt x="2570765" y="25121"/>
                  </a:lnTo>
                  <a:lnTo>
                    <a:pt x="2571837" y="25036"/>
                  </a:lnTo>
                  <a:lnTo>
                    <a:pt x="2572908" y="24951"/>
                  </a:lnTo>
                  <a:lnTo>
                    <a:pt x="2573980" y="24867"/>
                  </a:lnTo>
                  <a:lnTo>
                    <a:pt x="2575051" y="24783"/>
                  </a:lnTo>
                  <a:lnTo>
                    <a:pt x="2576123" y="24699"/>
                  </a:lnTo>
                  <a:lnTo>
                    <a:pt x="2577195" y="24615"/>
                  </a:lnTo>
                  <a:lnTo>
                    <a:pt x="2578266" y="24532"/>
                  </a:lnTo>
                  <a:lnTo>
                    <a:pt x="2579338" y="24449"/>
                  </a:lnTo>
                  <a:lnTo>
                    <a:pt x="2580409" y="24366"/>
                  </a:lnTo>
                  <a:lnTo>
                    <a:pt x="2581481" y="24283"/>
                  </a:lnTo>
                  <a:lnTo>
                    <a:pt x="2582553" y="24201"/>
                  </a:lnTo>
                  <a:lnTo>
                    <a:pt x="2583624" y="24119"/>
                  </a:lnTo>
                  <a:lnTo>
                    <a:pt x="2584696" y="24038"/>
                  </a:lnTo>
                  <a:lnTo>
                    <a:pt x="2585767" y="23956"/>
                  </a:lnTo>
                  <a:lnTo>
                    <a:pt x="2586839" y="23875"/>
                  </a:lnTo>
                  <a:lnTo>
                    <a:pt x="2587911" y="23794"/>
                  </a:lnTo>
                  <a:lnTo>
                    <a:pt x="2588982" y="23714"/>
                  </a:lnTo>
                  <a:lnTo>
                    <a:pt x="2590054" y="23633"/>
                  </a:lnTo>
                  <a:lnTo>
                    <a:pt x="2591125" y="23553"/>
                  </a:lnTo>
                  <a:lnTo>
                    <a:pt x="2592197" y="23473"/>
                  </a:lnTo>
                  <a:lnTo>
                    <a:pt x="2593269" y="23394"/>
                  </a:lnTo>
                  <a:lnTo>
                    <a:pt x="2594340" y="23315"/>
                  </a:lnTo>
                  <a:lnTo>
                    <a:pt x="2595412" y="23236"/>
                  </a:lnTo>
                  <a:lnTo>
                    <a:pt x="2596483" y="23157"/>
                  </a:lnTo>
                  <a:lnTo>
                    <a:pt x="2597555" y="23079"/>
                  </a:lnTo>
                  <a:lnTo>
                    <a:pt x="2598627" y="23001"/>
                  </a:lnTo>
                  <a:lnTo>
                    <a:pt x="2599698" y="22923"/>
                  </a:lnTo>
                  <a:lnTo>
                    <a:pt x="2600770" y="22845"/>
                  </a:lnTo>
                  <a:lnTo>
                    <a:pt x="2601841" y="22768"/>
                  </a:lnTo>
                  <a:lnTo>
                    <a:pt x="2602913" y="22691"/>
                  </a:lnTo>
                  <a:lnTo>
                    <a:pt x="2603985" y="22614"/>
                  </a:lnTo>
                  <a:lnTo>
                    <a:pt x="2605056" y="22537"/>
                  </a:lnTo>
                  <a:lnTo>
                    <a:pt x="2606128" y="22461"/>
                  </a:lnTo>
                  <a:lnTo>
                    <a:pt x="2607199" y="22385"/>
                  </a:lnTo>
                  <a:lnTo>
                    <a:pt x="2608271" y="22309"/>
                  </a:lnTo>
                  <a:lnTo>
                    <a:pt x="2609343" y="22234"/>
                  </a:lnTo>
                  <a:lnTo>
                    <a:pt x="2610414" y="22159"/>
                  </a:lnTo>
                  <a:lnTo>
                    <a:pt x="2611486" y="22084"/>
                  </a:lnTo>
                  <a:lnTo>
                    <a:pt x="2612557" y="22009"/>
                  </a:lnTo>
                  <a:lnTo>
                    <a:pt x="2613629" y="21935"/>
                  </a:lnTo>
                  <a:lnTo>
                    <a:pt x="2614701" y="21861"/>
                  </a:lnTo>
                  <a:lnTo>
                    <a:pt x="2615772" y="21787"/>
                  </a:lnTo>
                  <a:lnTo>
                    <a:pt x="2616844" y="21713"/>
                  </a:lnTo>
                  <a:lnTo>
                    <a:pt x="2617915" y="21640"/>
                  </a:lnTo>
                  <a:lnTo>
                    <a:pt x="2618987" y="21567"/>
                  </a:lnTo>
                  <a:lnTo>
                    <a:pt x="2620059" y="21494"/>
                  </a:lnTo>
                  <a:lnTo>
                    <a:pt x="2621130" y="21421"/>
                  </a:lnTo>
                  <a:lnTo>
                    <a:pt x="2622202" y="21349"/>
                  </a:lnTo>
                  <a:lnTo>
                    <a:pt x="2623273" y="21277"/>
                  </a:lnTo>
                  <a:lnTo>
                    <a:pt x="2624345" y="21205"/>
                  </a:lnTo>
                  <a:lnTo>
                    <a:pt x="2625417" y="21134"/>
                  </a:lnTo>
                  <a:lnTo>
                    <a:pt x="2626488" y="21062"/>
                  </a:lnTo>
                  <a:lnTo>
                    <a:pt x="2627560" y="20991"/>
                  </a:lnTo>
                  <a:lnTo>
                    <a:pt x="2628631" y="20920"/>
                  </a:lnTo>
                  <a:lnTo>
                    <a:pt x="2629703" y="20850"/>
                  </a:lnTo>
                  <a:lnTo>
                    <a:pt x="2630775" y="20780"/>
                  </a:lnTo>
                  <a:lnTo>
                    <a:pt x="2631846" y="20710"/>
                  </a:lnTo>
                  <a:lnTo>
                    <a:pt x="2632918" y="20640"/>
                  </a:lnTo>
                  <a:lnTo>
                    <a:pt x="2633989" y="20570"/>
                  </a:lnTo>
                  <a:lnTo>
                    <a:pt x="2635061" y="20501"/>
                  </a:lnTo>
                  <a:lnTo>
                    <a:pt x="2636133" y="20432"/>
                  </a:lnTo>
                  <a:lnTo>
                    <a:pt x="2637204" y="20363"/>
                  </a:lnTo>
                  <a:lnTo>
                    <a:pt x="2638276" y="20295"/>
                  </a:lnTo>
                  <a:lnTo>
                    <a:pt x="2639347" y="20227"/>
                  </a:lnTo>
                  <a:lnTo>
                    <a:pt x="2640419" y="20159"/>
                  </a:lnTo>
                  <a:lnTo>
                    <a:pt x="2641491" y="20091"/>
                  </a:lnTo>
                  <a:lnTo>
                    <a:pt x="2642562" y="20023"/>
                  </a:lnTo>
                  <a:lnTo>
                    <a:pt x="2643634" y="19956"/>
                  </a:lnTo>
                  <a:lnTo>
                    <a:pt x="2644705" y="19889"/>
                  </a:lnTo>
                  <a:lnTo>
                    <a:pt x="2645777" y="19822"/>
                  </a:lnTo>
                  <a:lnTo>
                    <a:pt x="2646849" y="19756"/>
                  </a:lnTo>
                  <a:lnTo>
                    <a:pt x="2647920" y="19690"/>
                  </a:lnTo>
                  <a:lnTo>
                    <a:pt x="2648992" y="19624"/>
                  </a:lnTo>
                  <a:lnTo>
                    <a:pt x="2650063" y="19558"/>
                  </a:lnTo>
                  <a:lnTo>
                    <a:pt x="2651135" y="19492"/>
                  </a:lnTo>
                  <a:lnTo>
                    <a:pt x="2652207" y="19427"/>
                  </a:lnTo>
                  <a:lnTo>
                    <a:pt x="2653278" y="19362"/>
                  </a:lnTo>
                  <a:lnTo>
                    <a:pt x="2654350" y="19297"/>
                  </a:lnTo>
                  <a:lnTo>
                    <a:pt x="2655421" y="19233"/>
                  </a:lnTo>
                  <a:lnTo>
                    <a:pt x="2656493" y="19168"/>
                  </a:lnTo>
                  <a:lnTo>
                    <a:pt x="2657565" y="19104"/>
                  </a:lnTo>
                  <a:lnTo>
                    <a:pt x="2658636" y="19040"/>
                  </a:lnTo>
                  <a:lnTo>
                    <a:pt x="2659708" y="18977"/>
                  </a:lnTo>
                  <a:lnTo>
                    <a:pt x="2660779" y="18914"/>
                  </a:lnTo>
                  <a:lnTo>
                    <a:pt x="2661851" y="18850"/>
                  </a:lnTo>
                  <a:lnTo>
                    <a:pt x="2662922" y="18788"/>
                  </a:lnTo>
                  <a:lnTo>
                    <a:pt x="2663994" y="18725"/>
                  </a:lnTo>
                  <a:lnTo>
                    <a:pt x="2665066" y="18663"/>
                  </a:lnTo>
                  <a:lnTo>
                    <a:pt x="2666137" y="18600"/>
                  </a:lnTo>
                  <a:lnTo>
                    <a:pt x="2667209" y="18538"/>
                  </a:lnTo>
                  <a:lnTo>
                    <a:pt x="2668280" y="18477"/>
                  </a:lnTo>
                  <a:lnTo>
                    <a:pt x="2669352" y="18415"/>
                  </a:lnTo>
                  <a:lnTo>
                    <a:pt x="2670424" y="18354"/>
                  </a:lnTo>
                  <a:lnTo>
                    <a:pt x="2671495" y="18293"/>
                  </a:lnTo>
                  <a:lnTo>
                    <a:pt x="2672567" y="18232"/>
                  </a:lnTo>
                  <a:lnTo>
                    <a:pt x="2673638" y="18172"/>
                  </a:lnTo>
                  <a:lnTo>
                    <a:pt x="2674710" y="18112"/>
                  </a:lnTo>
                  <a:lnTo>
                    <a:pt x="2675782" y="18052"/>
                  </a:lnTo>
                  <a:lnTo>
                    <a:pt x="2676853" y="17992"/>
                  </a:lnTo>
                  <a:lnTo>
                    <a:pt x="2677925" y="17932"/>
                  </a:lnTo>
                  <a:lnTo>
                    <a:pt x="2678996" y="17873"/>
                  </a:lnTo>
                  <a:lnTo>
                    <a:pt x="2680068" y="17814"/>
                  </a:lnTo>
                  <a:lnTo>
                    <a:pt x="2681140" y="17755"/>
                  </a:lnTo>
                  <a:lnTo>
                    <a:pt x="2682211" y="17696"/>
                  </a:lnTo>
                  <a:lnTo>
                    <a:pt x="2683283" y="17638"/>
                  </a:lnTo>
                  <a:lnTo>
                    <a:pt x="2684354" y="17580"/>
                  </a:lnTo>
                  <a:lnTo>
                    <a:pt x="2685426" y="17522"/>
                  </a:lnTo>
                  <a:lnTo>
                    <a:pt x="2686498" y="17464"/>
                  </a:lnTo>
                  <a:lnTo>
                    <a:pt x="2687569" y="17406"/>
                  </a:lnTo>
                  <a:lnTo>
                    <a:pt x="2688641" y="17349"/>
                  </a:lnTo>
                  <a:lnTo>
                    <a:pt x="2689712" y="17292"/>
                  </a:lnTo>
                  <a:lnTo>
                    <a:pt x="2690784" y="17235"/>
                  </a:lnTo>
                  <a:lnTo>
                    <a:pt x="2691856" y="17179"/>
                  </a:lnTo>
                  <a:lnTo>
                    <a:pt x="2692927" y="17122"/>
                  </a:lnTo>
                  <a:lnTo>
                    <a:pt x="2693999" y="17066"/>
                  </a:lnTo>
                  <a:lnTo>
                    <a:pt x="2695070" y="17010"/>
                  </a:lnTo>
                  <a:lnTo>
                    <a:pt x="2696142" y="16955"/>
                  </a:lnTo>
                  <a:lnTo>
                    <a:pt x="2697214" y="16899"/>
                  </a:lnTo>
                  <a:lnTo>
                    <a:pt x="2698285" y="16844"/>
                  </a:lnTo>
                  <a:lnTo>
                    <a:pt x="2699357" y="16789"/>
                  </a:lnTo>
                  <a:lnTo>
                    <a:pt x="2700428" y="16734"/>
                  </a:lnTo>
                  <a:lnTo>
                    <a:pt x="2701500" y="16679"/>
                  </a:lnTo>
                  <a:lnTo>
                    <a:pt x="2702572" y="16625"/>
                  </a:lnTo>
                  <a:lnTo>
                    <a:pt x="2703643" y="16571"/>
                  </a:lnTo>
                  <a:lnTo>
                    <a:pt x="2704715" y="16517"/>
                  </a:lnTo>
                  <a:lnTo>
                    <a:pt x="2705786" y="16463"/>
                  </a:lnTo>
                  <a:lnTo>
                    <a:pt x="2706858" y="16410"/>
                  </a:lnTo>
                  <a:lnTo>
                    <a:pt x="2707930" y="16356"/>
                  </a:lnTo>
                  <a:lnTo>
                    <a:pt x="2709001" y="16303"/>
                  </a:lnTo>
                  <a:lnTo>
                    <a:pt x="2710073" y="16250"/>
                  </a:lnTo>
                  <a:lnTo>
                    <a:pt x="2711144" y="16198"/>
                  </a:lnTo>
                  <a:lnTo>
                    <a:pt x="2712216" y="16145"/>
                  </a:lnTo>
                  <a:lnTo>
                    <a:pt x="2713288" y="16093"/>
                  </a:lnTo>
                  <a:lnTo>
                    <a:pt x="2714359" y="16041"/>
                  </a:lnTo>
                  <a:lnTo>
                    <a:pt x="2715431" y="15989"/>
                  </a:lnTo>
                  <a:lnTo>
                    <a:pt x="2716502" y="15938"/>
                  </a:lnTo>
                  <a:lnTo>
                    <a:pt x="2717574" y="15886"/>
                  </a:lnTo>
                  <a:lnTo>
                    <a:pt x="2718646" y="15835"/>
                  </a:lnTo>
                  <a:lnTo>
                    <a:pt x="2719717" y="15784"/>
                  </a:lnTo>
                  <a:lnTo>
                    <a:pt x="2720789" y="15734"/>
                  </a:lnTo>
                  <a:lnTo>
                    <a:pt x="2721860" y="15683"/>
                  </a:lnTo>
                  <a:lnTo>
                    <a:pt x="2722932" y="15633"/>
                  </a:lnTo>
                  <a:lnTo>
                    <a:pt x="2724004" y="15583"/>
                  </a:lnTo>
                  <a:lnTo>
                    <a:pt x="2725075" y="15533"/>
                  </a:lnTo>
                  <a:lnTo>
                    <a:pt x="2726147" y="15483"/>
                  </a:lnTo>
                  <a:lnTo>
                    <a:pt x="2727218" y="15434"/>
                  </a:lnTo>
                  <a:lnTo>
                    <a:pt x="2728290" y="15384"/>
                  </a:lnTo>
                  <a:lnTo>
                    <a:pt x="2729362" y="15335"/>
                  </a:lnTo>
                  <a:lnTo>
                    <a:pt x="2730433" y="15287"/>
                  </a:lnTo>
                  <a:lnTo>
                    <a:pt x="2731505" y="15238"/>
                  </a:lnTo>
                  <a:lnTo>
                    <a:pt x="2732576" y="15189"/>
                  </a:lnTo>
                  <a:lnTo>
                    <a:pt x="2733648" y="15141"/>
                  </a:lnTo>
                  <a:lnTo>
                    <a:pt x="2734720" y="15093"/>
                  </a:lnTo>
                  <a:lnTo>
                    <a:pt x="2735791" y="15045"/>
                  </a:lnTo>
                  <a:lnTo>
                    <a:pt x="2736863" y="14998"/>
                  </a:lnTo>
                  <a:lnTo>
                    <a:pt x="2737934" y="14950"/>
                  </a:lnTo>
                  <a:lnTo>
                    <a:pt x="2739006" y="14903"/>
                  </a:lnTo>
                  <a:lnTo>
                    <a:pt x="2740078" y="14856"/>
                  </a:lnTo>
                  <a:lnTo>
                    <a:pt x="2741149" y="14809"/>
                  </a:lnTo>
                  <a:lnTo>
                    <a:pt x="2742221" y="14763"/>
                  </a:lnTo>
                  <a:lnTo>
                    <a:pt x="2743292" y="14716"/>
                  </a:lnTo>
                  <a:lnTo>
                    <a:pt x="2744364" y="14670"/>
                  </a:lnTo>
                  <a:lnTo>
                    <a:pt x="2745436" y="14624"/>
                  </a:lnTo>
                  <a:lnTo>
                    <a:pt x="2746507" y="14578"/>
                  </a:lnTo>
                  <a:lnTo>
                    <a:pt x="2747579" y="14533"/>
                  </a:lnTo>
                  <a:lnTo>
                    <a:pt x="2748650" y="14487"/>
                  </a:lnTo>
                  <a:lnTo>
                    <a:pt x="2749722" y="14442"/>
                  </a:lnTo>
                  <a:lnTo>
                    <a:pt x="2750794" y="14397"/>
                  </a:lnTo>
                  <a:lnTo>
                    <a:pt x="2751865" y="14352"/>
                  </a:lnTo>
                  <a:lnTo>
                    <a:pt x="2752937" y="14307"/>
                  </a:lnTo>
                  <a:lnTo>
                    <a:pt x="2754008" y="14263"/>
                  </a:lnTo>
                  <a:lnTo>
                    <a:pt x="2755080" y="14219"/>
                  </a:lnTo>
                  <a:lnTo>
                    <a:pt x="2756152" y="14175"/>
                  </a:lnTo>
                  <a:lnTo>
                    <a:pt x="2757223" y="14131"/>
                  </a:lnTo>
                  <a:lnTo>
                    <a:pt x="2758295" y="14087"/>
                  </a:lnTo>
                  <a:lnTo>
                    <a:pt x="2759366" y="14044"/>
                  </a:lnTo>
                  <a:lnTo>
                    <a:pt x="2760438" y="14000"/>
                  </a:lnTo>
                  <a:lnTo>
                    <a:pt x="2761510" y="13957"/>
                  </a:lnTo>
                  <a:lnTo>
                    <a:pt x="2762581" y="13914"/>
                  </a:lnTo>
                  <a:lnTo>
                    <a:pt x="2763653" y="13872"/>
                  </a:lnTo>
                  <a:lnTo>
                    <a:pt x="2764724" y="13829"/>
                  </a:lnTo>
                  <a:lnTo>
                    <a:pt x="2765796" y="13787"/>
                  </a:lnTo>
                  <a:lnTo>
                    <a:pt x="2766868" y="13744"/>
                  </a:lnTo>
                  <a:lnTo>
                    <a:pt x="2767939" y="13702"/>
                  </a:lnTo>
                  <a:lnTo>
                    <a:pt x="2769011" y="13661"/>
                  </a:lnTo>
                  <a:lnTo>
                    <a:pt x="2770082" y="13619"/>
                  </a:lnTo>
                  <a:lnTo>
                    <a:pt x="2771154" y="13578"/>
                  </a:lnTo>
                  <a:lnTo>
                    <a:pt x="2772226" y="13536"/>
                  </a:lnTo>
                  <a:lnTo>
                    <a:pt x="2773297" y="13495"/>
                  </a:lnTo>
                  <a:lnTo>
                    <a:pt x="2774369" y="13455"/>
                  </a:lnTo>
                  <a:lnTo>
                    <a:pt x="2775440" y="13414"/>
                  </a:lnTo>
                  <a:lnTo>
                    <a:pt x="2776512" y="13373"/>
                  </a:lnTo>
                  <a:lnTo>
                    <a:pt x="2777584" y="13333"/>
                  </a:lnTo>
                  <a:lnTo>
                    <a:pt x="2778655" y="13293"/>
                  </a:lnTo>
                  <a:lnTo>
                    <a:pt x="2779727" y="13253"/>
                  </a:lnTo>
                  <a:lnTo>
                    <a:pt x="2780798" y="13213"/>
                  </a:lnTo>
                  <a:lnTo>
                    <a:pt x="2781870" y="13174"/>
                  </a:lnTo>
                  <a:lnTo>
                    <a:pt x="2782942" y="13134"/>
                  </a:lnTo>
                  <a:lnTo>
                    <a:pt x="2784013" y="13095"/>
                  </a:lnTo>
                  <a:lnTo>
                    <a:pt x="2785085" y="13056"/>
                  </a:lnTo>
                  <a:lnTo>
                    <a:pt x="2786156" y="13017"/>
                  </a:lnTo>
                  <a:lnTo>
                    <a:pt x="2787228" y="12978"/>
                  </a:lnTo>
                  <a:lnTo>
                    <a:pt x="2788300" y="12940"/>
                  </a:lnTo>
                  <a:lnTo>
                    <a:pt x="2789371" y="12902"/>
                  </a:lnTo>
                  <a:lnTo>
                    <a:pt x="2790443" y="12863"/>
                  </a:lnTo>
                  <a:lnTo>
                    <a:pt x="2791514" y="12825"/>
                  </a:lnTo>
                  <a:lnTo>
                    <a:pt x="2792586" y="12788"/>
                  </a:lnTo>
                  <a:lnTo>
                    <a:pt x="2793658" y="12750"/>
                  </a:lnTo>
                  <a:lnTo>
                    <a:pt x="2794729" y="12713"/>
                  </a:lnTo>
                  <a:lnTo>
                    <a:pt x="2795801" y="12675"/>
                  </a:lnTo>
                  <a:lnTo>
                    <a:pt x="2796872" y="12638"/>
                  </a:lnTo>
                  <a:lnTo>
                    <a:pt x="2797944" y="12601"/>
                  </a:lnTo>
                  <a:lnTo>
                    <a:pt x="2799016" y="12564"/>
                  </a:lnTo>
                  <a:lnTo>
                    <a:pt x="2800087" y="12528"/>
                  </a:lnTo>
                  <a:lnTo>
                    <a:pt x="2801159" y="12491"/>
                  </a:lnTo>
                  <a:lnTo>
                    <a:pt x="2802230" y="12455"/>
                  </a:lnTo>
                  <a:lnTo>
                    <a:pt x="2803302" y="12419"/>
                  </a:lnTo>
                  <a:lnTo>
                    <a:pt x="2804374" y="12383"/>
                  </a:lnTo>
                  <a:lnTo>
                    <a:pt x="2805445" y="12347"/>
                  </a:lnTo>
                  <a:lnTo>
                    <a:pt x="2806517" y="12312"/>
                  </a:lnTo>
                  <a:lnTo>
                    <a:pt x="2807588" y="12276"/>
                  </a:lnTo>
                  <a:lnTo>
                    <a:pt x="2808660" y="12241"/>
                  </a:lnTo>
                  <a:lnTo>
                    <a:pt x="2809732" y="12206"/>
                  </a:lnTo>
                  <a:lnTo>
                    <a:pt x="2810803" y="12171"/>
                  </a:lnTo>
                  <a:lnTo>
                    <a:pt x="2811875" y="12136"/>
                  </a:lnTo>
                  <a:lnTo>
                    <a:pt x="2812946" y="12102"/>
                  </a:lnTo>
                  <a:lnTo>
                    <a:pt x="2814018" y="12067"/>
                  </a:lnTo>
                  <a:lnTo>
                    <a:pt x="2815090" y="12033"/>
                  </a:lnTo>
                  <a:lnTo>
                    <a:pt x="2816161" y="11999"/>
                  </a:lnTo>
                  <a:lnTo>
                    <a:pt x="2817233" y="11965"/>
                  </a:lnTo>
                  <a:lnTo>
                    <a:pt x="2818304" y="11931"/>
                  </a:lnTo>
                  <a:lnTo>
                    <a:pt x="2819376" y="11898"/>
                  </a:lnTo>
                  <a:lnTo>
                    <a:pt x="2820448" y="11864"/>
                  </a:lnTo>
                  <a:lnTo>
                    <a:pt x="2821519" y="11831"/>
                  </a:lnTo>
                  <a:lnTo>
                    <a:pt x="2822591" y="11798"/>
                  </a:lnTo>
                  <a:lnTo>
                    <a:pt x="2823662" y="11765"/>
                  </a:lnTo>
                  <a:lnTo>
                    <a:pt x="2824734" y="11732"/>
                  </a:lnTo>
                  <a:lnTo>
                    <a:pt x="2825806" y="11699"/>
                  </a:lnTo>
                  <a:lnTo>
                    <a:pt x="2826877" y="11667"/>
                  </a:lnTo>
                  <a:lnTo>
                    <a:pt x="2827949" y="11634"/>
                  </a:lnTo>
                  <a:lnTo>
                    <a:pt x="2829020" y="11602"/>
                  </a:lnTo>
                  <a:lnTo>
                    <a:pt x="2830092" y="11570"/>
                  </a:lnTo>
                  <a:lnTo>
                    <a:pt x="2831164" y="11538"/>
                  </a:lnTo>
                  <a:lnTo>
                    <a:pt x="2832235" y="11507"/>
                  </a:lnTo>
                  <a:lnTo>
                    <a:pt x="2833307" y="11475"/>
                  </a:lnTo>
                  <a:lnTo>
                    <a:pt x="2834378" y="11444"/>
                  </a:lnTo>
                  <a:lnTo>
                    <a:pt x="2835450" y="11412"/>
                  </a:lnTo>
                  <a:lnTo>
                    <a:pt x="2836522" y="11381"/>
                  </a:lnTo>
                  <a:lnTo>
                    <a:pt x="2837593" y="11350"/>
                  </a:lnTo>
                  <a:lnTo>
                    <a:pt x="2838665" y="11320"/>
                  </a:lnTo>
                  <a:lnTo>
                    <a:pt x="2839736" y="11289"/>
                  </a:lnTo>
                  <a:lnTo>
                    <a:pt x="2840808" y="11258"/>
                  </a:lnTo>
                  <a:lnTo>
                    <a:pt x="2841879" y="11228"/>
                  </a:lnTo>
                  <a:lnTo>
                    <a:pt x="2842951" y="11198"/>
                  </a:lnTo>
                  <a:lnTo>
                    <a:pt x="2844023" y="11168"/>
                  </a:lnTo>
                  <a:lnTo>
                    <a:pt x="2845094" y="11138"/>
                  </a:lnTo>
                  <a:lnTo>
                    <a:pt x="2846166" y="11108"/>
                  </a:lnTo>
                  <a:lnTo>
                    <a:pt x="2847237" y="11079"/>
                  </a:lnTo>
                  <a:lnTo>
                    <a:pt x="2848309" y="11049"/>
                  </a:lnTo>
                  <a:lnTo>
                    <a:pt x="2849381" y="11020"/>
                  </a:lnTo>
                  <a:lnTo>
                    <a:pt x="2850452" y="10991"/>
                  </a:lnTo>
                  <a:lnTo>
                    <a:pt x="2851524" y="10962"/>
                  </a:lnTo>
                  <a:lnTo>
                    <a:pt x="2852595" y="10933"/>
                  </a:lnTo>
                  <a:lnTo>
                    <a:pt x="2853667" y="10904"/>
                  </a:lnTo>
                  <a:lnTo>
                    <a:pt x="2854739" y="10876"/>
                  </a:lnTo>
                  <a:lnTo>
                    <a:pt x="2855810" y="10847"/>
                  </a:lnTo>
                  <a:lnTo>
                    <a:pt x="2856882" y="10819"/>
                  </a:lnTo>
                  <a:lnTo>
                    <a:pt x="2857953" y="10791"/>
                  </a:lnTo>
                  <a:lnTo>
                    <a:pt x="2859025" y="10763"/>
                  </a:lnTo>
                  <a:lnTo>
                    <a:pt x="2860097" y="10735"/>
                  </a:lnTo>
                  <a:lnTo>
                    <a:pt x="2861168" y="10707"/>
                  </a:lnTo>
                  <a:lnTo>
                    <a:pt x="2862240" y="10679"/>
                  </a:lnTo>
                  <a:lnTo>
                    <a:pt x="2863311" y="10652"/>
                  </a:lnTo>
                  <a:lnTo>
                    <a:pt x="2864383" y="10625"/>
                  </a:lnTo>
                  <a:lnTo>
                    <a:pt x="2865455" y="10597"/>
                  </a:lnTo>
                  <a:lnTo>
                    <a:pt x="2866526" y="10570"/>
                  </a:lnTo>
                  <a:lnTo>
                    <a:pt x="2867598" y="10543"/>
                  </a:lnTo>
                  <a:lnTo>
                    <a:pt x="2868669" y="10517"/>
                  </a:lnTo>
                  <a:lnTo>
                    <a:pt x="2869741" y="10490"/>
                  </a:lnTo>
                  <a:lnTo>
                    <a:pt x="2870813" y="10464"/>
                  </a:lnTo>
                  <a:lnTo>
                    <a:pt x="2871884" y="10437"/>
                  </a:lnTo>
                  <a:lnTo>
                    <a:pt x="2872956" y="10411"/>
                  </a:lnTo>
                  <a:lnTo>
                    <a:pt x="2874027" y="10385"/>
                  </a:lnTo>
                  <a:lnTo>
                    <a:pt x="2875099" y="10359"/>
                  </a:lnTo>
                  <a:lnTo>
                    <a:pt x="2876171" y="10333"/>
                  </a:lnTo>
                  <a:lnTo>
                    <a:pt x="2877242" y="10307"/>
                  </a:lnTo>
                  <a:lnTo>
                    <a:pt x="2878314" y="10282"/>
                  </a:lnTo>
                  <a:lnTo>
                    <a:pt x="2879385" y="10256"/>
                  </a:lnTo>
                  <a:lnTo>
                    <a:pt x="2880457" y="10231"/>
                  </a:lnTo>
                  <a:lnTo>
                    <a:pt x="2881529" y="10206"/>
                  </a:lnTo>
                  <a:lnTo>
                    <a:pt x="2882600" y="10181"/>
                  </a:lnTo>
                  <a:lnTo>
                    <a:pt x="2883672" y="10156"/>
                  </a:lnTo>
                  <a:lnTo>
                    <a:pt x="2884743" y="10131"/>
                  </a:lnTo>
                  <a:lnTo>
                    <a:pt x="2885815" y="10107"/>
                  </a:lnTo>
                  <a:lnTo>
                    <a:pt x="2886887" y="10082"/>
                  </a:lnTo>
                  <a:lnTo>
                    <a:pt x="2887958" y="10058"/>
                  </a:lnTo>
                  <a:lnTo>
                    <a:pt x="2889030" y="10033"/>
                  </a:lnTo>
                  <a:lnTo>
                    <a:pt x="2890101" y="10009"/>
                  </a:lnTo>
                  <a:lnTo>
                    <a:pt x="2891173" y="9985"/>
                  </a:lnTo>
                  <a:lnTo>
                    <a:pt x="2892245" y="9961"/>
                  </a:lnTo>
                  <a:lnTo>
                    <a:pt x="2893316" y="9937"/>
                  </a:lnTo>
                  <a:lnTo>
                    <a:pt x="2894388" y="9914"/>
                  </a:lnTo>
                  <a:lnTo>
                    <a:pt x="2895459" y="9890"/>
                  </a:lnTo>
                  <a:lnTo>
                    <a:pt x="2896531" y="9867"/>
                  </a:lnTo>
                  <a:lnTo>
                    <a:pt x="2897603" y="9844"/>
                  </a:lnTo>
                  <a:lnTo>
                    <a:pt x="2898674" y="9820"/>
                  </a:lnTo>
                  <a:lnTo>
                    <a:pt x="2899746" y="9797"/>
                  </a:lnTo>
                  <a:lnTo>
                    <a:pt x="2900817" y="9774"/>
                  </a:lnTo>
                  <a:lnTo>
                    <a:pt x="2901889" y="9752"/>
                  </a:lnTo>
                  <a:lnTo>
                    <a:pt x="2902961" y="9729"/>
                  </a:lnTo>
                  <a:lnTo>
                    <a:pt x="2904032" y="9706"/>
                  </a:lnTo>
                  <a:lnTo>
                    <a:pt x="2905104" y="9684"/>
                  </a:lnTo>
                  <a:lnTo>
                    <a:pt x="2906175" y="9662"/>
                  </a:lnTo>
                  <a:lnTo>
                    <a:pt x="2907247" y="9639"/>
                  </a:lnTo>
                  <a:lnTo>
                    <a:pt x="2908319" y="9617"/>
                  </a:lnTo>
                  <a:lnTo>
                    <a:pt x="2909390" y="9595"/>
                  </a:lnTo>
                  <a:lnTo>
                    <a:pt x="2910462" y="9573"/>
                  </a:lnTo>
                  <a:lnTo>
                    <a:pt x="2911533" y="9552"/>
                  </a:lnTo>
                  <a:lnTo>
                    <a:pt x="2912605" y="9530"/>
                  </a:lnTo>
                  <a:lnTo>
                    <a:pt x="2913677" y="9508"/>
                  </a:lnTo>
                  <a:lnTo>
                    <a:pt x="2914748" y="9487"/>
                  </a:lnTo>
                  <a:lnTo>
                    <a:pt x="2915820" y="9466"/>
                  </a:lnTo>
                  <a:lnTo>
                    <a:pt x="2916891" y="9445"/>
                  </a:lnTo>
                  <a:lnTo>
                    <a:pt x="2917963" y="9423"/>
                  </a:lnTo>
                  <a:lnTo>
                    <a:pt x="2919035" y="9402"/>
                  </a:lnTo>
                  <a:lnTo>
                    <a:pt x="2920106" y="9382"/>
                  </a:lnTo>
                  <a:lnTo>
                    <a:pt x="2921178" y="9361"/>
                  </a:lnTo>
                  <a:lnTo>
                    <a:pt x="2922249" y="9340"/>
                  </a:lnTo>
                  <a:lnTo>
                    <a:pt x="2923321" y="9320"/>
                  </a:lnTo>
                  <a:lnTo>
                    <a:pt x="2924393" y="9299"/>
                  </a:lnTo>
                  <a:lnTo>
                    <a:pt x="2925464" y="9279"/>
                  </a:lnTo>
                  <a:lnTo>
                    <a:pt x="2926536" y="9259"/>
                  </a:lnTo>
                  <a:lnTo>
                    <a:pt x="2927607" y="9239"/>
                  </a:lnTo>
                  <a:lnTo>
                    <a:pt x="2928679" y="9219"/>
                  </a:lnTo>
                  <a:lnTo>
                    <a:pt x="2929751" y="9199"/>
                  </a:lnTo>
                  <a:lnTo>
                    <a:pt x="2930822" y="9179"/>
                  </a:lnTo>
                  <a:lnTo>
                    <a:pt x="2931894" y="9159"/>
                  </a:lnTo>
                  <a:lnTo>
                    <a:pt x="2932965" y="9140"/>
                  </a:lnTo>
                  <a:lnTo>
                    <a:pt x="2934037" y="9120"/>
                  </a:lnTo>
                  <a:lnTo>
                    <a:pt x="2935109" y="9101"/>
                  </a:lnTo>
                  <a:lnTo>
                    <a:pt x="2936180" y="9082"/>
                  </a:lnTo>
                  <a:lnTo>
                    <a:pt x="2937252" y="9062"/>
                  </a:lnTo>
                  <a:lnTo>
                    <a:pt x="2938323" y="9043"/>
                  </a:lnTo>
                  <a:lnTo>
                    <a:pt x="2939395" y="9024"/>
                  </a:lnTo>
                  <a:lnTo>
                    <a:pt x="2940467" y="9005"/>
                  </a:lnTo>
                  <a:lnTo>
                    <a:pt x="2941538" y="8987"/>
                  </a:lnTo>
                  <a:lnTo>
                    <a:pt x="2942610" y="8968"/>
                  </a:lnTo>
                  <a:lnTo>
                    <a:pt x="2943681" y="8949"/>
                  </a:lnTo>
                  <a:lnTo>
                    <a:pt x="2944753" y="8931"/>
                  </a:lnTo>
                  <a:lnTo>
                    <a:pt x="2945825" y="8913"/>
                  </a:lnTo>
                  <a:lnTo>
                    <a:pt x="2946896" y="8894"/>
                  </a:lnTo>
                  <a:lnTo>
                    <a:pt x="2947968" y="8876"/>
                  </a:lnTo>
                  <a:lnTo>
                    <a:pt x="2949039" y="8858"/>
                  </a:lnTo>
                  <a:lnTo>
                    <a:pt x="2950111" y="8840"/>
                  </a:lnTo>
                  <a:lnTo>
                    <a:pt x="2951183" y="8822"/>
                  </a:lnTo>
                  <a:lnTo>
                    <a:pt x="2952254" y="8804"/>
                  </a:lnTo>
                  <a:lnTo>
                    <a:pt x="2953326" y="8787"/>
                  </a:lnTo>
                  <a:lnTo>
                    <a:pt x="2954397" y="8769"/>
                  </a:lnTo>
                  <a:lnTo>
                    <a:pt x="2955469" y="8751"/>
                  </a:lnTo>
                  <a:lnTo>
                    <a:pt x="2956541" y="8734"/>
                  </a:lnTo>
                  <a:lnTo>
                    <a:pt x="2957612" y="8717"/>
                  </a:lnTo>
                  <a:lnTo>
                    <a:pt x="2958684" y="8699"/>
                  </a:lnTo>
                  <a:lnTo>
                    <a:pt x="2959755" y="8682"/>
                  </a:lnTo>
                  <a:lnTo>
                    <a:pt x="2960827" y="8665"/>
                  </a:lnTo>
                  <a:lnTo>
                    <a:pt x="2961899" y="8648"/>
                  </a:lnTo>
                  <a:lnTo>
                    <a:pt x="2962970" y="8631"/>
                  </a:lnTo>
                  <a:lnTo>
                    <a:pt x="2964042" y="8614"/>
                  </a:lnTo>
                  <a:lnTo>
                    <a:pt x="2965113" y="8598"/>
                  </a:lnTo>
                  <a:lnTo>
                    <a:pt x="2966185" y="8581"/>
                  </a:lnTo>
                  <a:lnTo>
                    <a:pt x="2967257" y="8565"/>
                  </a:lnTo>
                  <a:lnTo>
                    <a:pt x="2968328" y="8548"/>
                  </a:lnTo>
                  <a:lnTo>
                    <a:pt x="2969400" y="8532"/>
                  </a:lnTo>
                  <a:lnTo>
                    <a:pt x="2970471" y="8515"/>
                  </a:lnTo>
                  <a:lnTo>
                    <a:pt x="2971543" y="8499"/>
                  </a:lnTo>
                  <a:lnTo>
                    <a:pt x="2972615" y="8483"/>
                  </a:lnTo>
                  <a:lnTo>
                    <a:pt x="2973686" y="8467"/>
                  </a:lnTo>
                  <a:lnTo>
                    <a:pt x="2974758" y="8451"/>
                  </a:lnTo>
                  <a:lnTo>
                    <a:pt x="2975829" y="8435"/>
                  </a:lnTo>
                  <a:lnTo>
                    <a:pt x="2976901" y="8419"/>
                  </a:lnTo>
                  <a:lnTo>
                    <a:pt x="2977973" y="8404"/>
                  </a:lnTo>
                  <a:lnTo>
                    <a:pt x="2979044" y="8388"/>
                  </a:lnTo>
                  <a:lnTo>
                    <a:pt x="2980116" y="8372"/>
                  </a:lnTo>
                  <a:lnTo>
                    <a:pt x="2981187" y="8357"/>
                  </a:lnTo>
                  <a:lnTo>
                    <a:pt x="2982259" y="8341"/>
                  </a:lnTo>
                  <a:lnTo>
                    <a:pt x="2983331" y="8326"/>
                  </a:lnTo>
                  <a:lnTo>
                    <a:pt x="2984402" y="8311"/>
                  </a:lnTo>
                  <a:lnTo>
                    <a:pt x="2985474" y="8296"/>
                  </a:lnTo>
                  <a:lnTo>
                    <a:pt x="2986545" y="8281"/>
                  </a:lnTo>
                  <a:lnTo>
                    <a:pt x="2987617" y="8266"/>
                  </a:lnTo>
                  <a:lnTo>
                    <a:pt x="2988689" y="8251"/>
                  </a:lnTo>
                  <a:lnTo>
                    <a:pt x="2989760" y="8236"/>
                  </a:lnTo>
                  <a:lnTo>
                    <a:pt x="2990832" y="8221"/>
                  </a:lnTo>
                  <a:lnTo>
                    <a:pt x="2991903" y="8206"/>
                  </a:lnTo>
                  <a:lnTo>
                    <a:pt x="2992975" y="8192"/>
                  </a:lnTo>
                  <a:lnTo>
                    <a:pt x="2994047" y="8177"/>
                  </a:lnTo>
                  <a:lnTo>
                    <a:pt x="2995118" y="8163"/>
                  </a:lnTo>
                  <a:lnTo>
                    <a:pt x="2996190" y="8148"/>
                  </a:lnTo>
                  <a:lnTo>
                    <a:pt x="2997261" y="8134"/>
                  </a:lnTo>
                  <a:lnTo>
                    <a:pt x="2998333" y="8119"/>
                  </a:lnTo>
                  <a:lnTo>
                    <a:pt x="2999405" y="8105"/>
                  </a:lnTo>
                  <a:lnTo>
                    <a:pt x="3000476" y="8091"/>
                  </a:lnTo>
                  <a:lnTo>
                    <a:pt x="3001548" y="8077"/>
                  </a:lnTo>
                  <a:lnTo>
                    <a:pt x="3002619" y="8063"/>
                  </a:lnTo>
                  <a:lnTo>
                    <a:pt x="3003691" y="8049"/>
                  </a:lnTo>
                  <a:lnTo>
                    <a:pt x="3004763" y="8035"/>
                  </a:lnTo>
                  <a:lnTo>
                    <a:pt x="3005834" y="8021"/>
                  </a:lnTo>
                  <a:lnTo>
                    <a:pt x="3006906" y="8007"/>
                  </a:lnTo>
                  <a:lnTo>
                    <a:pt x="3007977" y="7994"/>
                  </a:lnTo>
                  <a:lnTo>
                    <a:pt x="3009049" y="7980"/>
                  </a:lnTo>
                  <a:lnTo>
                    <a:pt x="3010121" y="7967"/>
                  </a:lnTo>
                  <a:lnTo>
                    <a:pt x="3011192" y="7953"/>
                  </a:lnTo>
                  <a:lnTo>
                    <a:pt x="3012264" y="7940"/>
                  </a:lnTo>
                  <a:lnTo>
                    <a:pt x="3013335" y="7926"/>
                  </a:lnTo>
                  <a:lnTo>
                    <a:pt x="3014407" y="7913"/>
                  </a:lnTo>
                  <a:lnTo>
                    <a:pt x="3015479" y="7900"/>
                  </a:lnTo>
                  <a:lnTo>
                    <a:pt x="3016550" y="7887"/>
                  </a:lnTo>
                  <a:lnTo>
                    <a:pt x="3017622" y="7873"/>
                  </a:lnTo>
                  <a:lnTo>
                    <a:pt x="3018693" y="7860"/>
                  </a:lnTo>
                  <a:lnTo>
                    <a:pt x="3019765" y="7847"/>
                  </a:lnTo>
                  <a:lnTo>
                    <a:pt x="3020836" y="7834"/>
                  </a:lnTo>
                  <a:lnTo>
                    <a:pt x="3021908" y="7821"/>
                  </a:lnTo>
                  <a:lnTo>
                    <a:pt x="3022980" y="7809"/>
                  </a:lnTo>
                  <a:lnTo>
                    <a:pt x="3024051" y="7796"/>
                  </a:lnTo>
                  <a:lnTo>
                    <a:pt x="3025123" y="7783"/>
                  </a:lnTo>
                  <a:lnTo>
                    <a:pt x="3026194" y="7770"/>
                  </a:lnTo>
                  <a:lnTo>
                    <a:pt x="3027266" y="7758"/>
                  </a:lnTo>
                  <a:lnTo>
                    <a:pt x="3028338" y="7745"/>
                  </a:lnTo>
                  <a:lnTo>
                    <a:pt x="3029409" y="7733"/>
                  </a:lnTo>
                  <a:lnTo>
                    <a:pt x="3030481" y="7720"/>
                  </a:lnTo>
                  <a:lnTo>
                    <a:pt x="3031552" y="7708"/>
                  </a:lnTo>
                  <a:lnTo>
                    <a:pt x="3032624" y="7696"/>
                  </a:lnTo>
                  <a:lnTo>
                    <a:pt x="3033696" y="7683"/>
                  </a:lnTo>
                  <a:lnTo>
                    <a:pt x="3034767" y="7671"/>
                  </a:lnTo>
                  <a:lnTo>
                    <a:pt x="3035839" y="7659"/>
                  </a:lnTo>
                  <a:lnTo>
                    <a:pt x="3036910" y="7647"/>
                  </a:lnTo>
                  <a:lnTo>
                    <a:pt x="3037982" y="7635"/>
                  </a:lnTo>
                  <a:lnTo>
                    <a:pt x="3039054" y="7623"/>
                  </a:lnTo>
                  <a:lnTo>
                    <a:pt x="3040125" y="7611"/>
                  </a:lnTo>
                  <a:lnTo>
                    <a:pt x="3041197" y="7599"/>
                  </a:lnTo>
                  <a:lnTo>
                    <a:pt x="3042268" y="7587"/>
                  </a:lnTo>
                  <a:lnTo>
                    <a:pt x="3043340" y="7575"/>
                  </a:lnTo>
                  <a:lnTo>
                    <a:pt x="3044412" y="7563"/>
                  </a:lnTo>
                  <a:lnTo>
                    <a:pt x="3045483" y="7551"/>
                  </a:lnTo>
                  <a:lnTo>
                    <a:pt x="3046555" y="7540"/>
                  </a:lnTo>
                  <a:lnTo>
                    <a:pt x="3047626" y="7528"/>
                  </a:lnTo>
                  <a:lnTo>
                    <a:pt x="3048698" y="7516"/>
                  </a:lnTo>
                  <a:lnTo>
                    <a:pt x="3049770" y="7505"/>
                  </a:lnTo>
                  <a:lnTo>
                    <a:pt x="3050841" y="7493"/>
                  </a:lnTo>
                  <a:lnTo>
                    <a:pt x="3051913" y="7482"/>
                  </a:lnTo>
                  <a:lnTo>
                    <a:pt x="3052984" y="7470"/>
                  </a:lnTo>
                  <a:lnTo>
                    <a:pt x="3054056" y="7459"/>
                  </a:lnTo>
                  <a:lnTo>
                    <a:pt x="3055128" y="7447"/>
                  </a:lnTo>
                  <a:lnTo>
                    <a:pt x="3056199" y="7436"/>
                  </a:lnTo>
                  <a:lnTo>
                    <a:pt x="3057271" y="7425"/>
                  </a:lnTo>
                  <a:lnTo>
                    <a:pt x="3058342" y="7413"/>
                  </a:lnTo>
                  <a:lnTo>
                    <a:pt x="3059414" y="7402"/>
                  </a:lnTo>
                  <a:lnTo>
                    <a:pt x="3060486" y="7391"/>
                  </a:lnTo>
                  <a:lnTo>
                    <a:pt x="3061557" y="7380"/>
                  </a:lnTo>
                  <a:lnTo>
                    <a:pt x="3062629" y="7369"/>
                  </a:lnTo>
                  <a:lnTo>
                    <a:pt x="3063700" y="7358"/>
                  </a:lnTo>
                  <a:lnTo>
                    <a:pt x="3064772" y="7347"/>
                  </a:lnTo>
                  <a:lnTo>
                    <a:pt x="3065844" y="7336"/>
                  </a:lnTo>
                  <a:lnTo>
                    <a:pt x="3066915" y="7325"/>
                  </a:lnTo>
                  <a:lnTo>
                    <a:pt x="3067987" y="7314"/>
                  </a:lnTo>
                  <a:lnTo>
                    <a:pt x="3069058" y="7303"/>
                  </a:lnTo>
                  <a:lnTo>
                    <a:pt x="3070130" y="7292"/>
                  </a:lnTo>
                  <a:lnTo>
                    <a:pt x="3071202" y="7281"/>
                  </a:lnTo>
                  <a:lnTo>
                    <a:pt x="3072273" y="7270"/>
                  </a:lnTo>
                  <a:lnTo>
                    <a:pt x="3073345" y="7260"/>
                  </a:lnTo>
                  <a:lnTo>
                    <a:pt x="3074416" y="7249"/>
                  </a:lnTo>
                  <a:lnTo>
                    <a:pt x="3075488" y="7238"/>
                  </a:lnTo>
                  <a:lnTo>
                    <a:pt x="3076560" y="7228"/>
                  </a:lnTo>
                  <a:lnTo>
                    <a:pt x="3077631" y="7217"/>
                  </a:lnTo>
                  <a:lnTo>
                    <a:pt x="3078703" y="7206"/>
                  </a:lnTo>
                  <a:lnTo>
                    <a:pt x="3079774" y="7196"/>
                  </a:lnTo>
                  <a:lnTo>
                    <a:pt x="3080846" y="7185"/>
                  </a:lnTo>
                  <a:lnTo>
                    <a:pt x="3081918" y="7175"/>
                  </a:lnTo>
                  <a:lnTo>
                    <a:pt x="3082989" y="7164"/>
                  </a:lnTo>
                  <a:lnTo>
                    <a:pt x="3084061" y="7154"/>
                  </a:lnTo>
                  <a:lnTo>
                    <a:pt x="3085132" y="7143"/>
                  </a:lnTo>
                  <a:lnTo>
                    <a:pt x="3086204" y="7133"/>
                  </a:lnTo>
                  <a:lnTo>
                    <a:pt x="3087276" y="7122"/>
                  </a:lnTo>
                  <a:lnTo>
                    <a:pt x="3088347" y="7112"/>
                  </a:lnTo>
                  <a:lnTo>
                    <a:pt x="3089419" y="7102"/>
                  </a:lnTo>
                  <a:lnTo>
                    <a:pt x="3090490" y="7091"/>
                  </a:lnTo>
                  <a:lnTo>
                    <a:pt x="3091562" y="7081"/>
                  </a:lnTo>
                  <a:lnTo>
                    <a:pt x="3092634" y="7071"/>
                  </a:lnTo>
                  <a:lnTo>
                    <a:pt x="3093705" y="7060"/>
                  </a:lnTo>
                  <a:lnTo>
                    <a:pt x="3094777" y="7050"/>
                  </a:lnTo>
                  <a:lnTo>
                    <a:pt x="3095848" y="7040"/>
                  </a:lnTo>
                  <a:lnTo>
                    <a:pt x="3096920" y="7030"/>
                  </a:lnTo>
                  <a:lnTo>
                    <a:pt x="3097992" y="7019"/>
                  </a:lnTo>
                  <a:lnTo>
                    <a:pt x="3099063" y="7009"/>
                  </a:lnTo>
                  <a:lnTo>
                    <a:pt x="3100135" y="6999"/>
                  </a:lnTo>
                  <a:lnTo>
                    <a:pt x="3101206" y="6989"/>
                  </a:lnTo>
                  <a:lnTo>
                    <a:pt x="3102278" y="6979"/>
                  </a:lnTo>
                  <a:lnTo>
                    <a:pt x="3103350" y="6969"/>
                  </a:lnTo>
                  <a:lnTo>
                    <a:pt x="3104421" y="6959"/>
                  </a:lnTo>
                  <a:lnTo>
                    <a:pt x="3105493" y="6949"/>
                  </a:lnTo>
                  <a:lnTo>
                    <a:pt x="3106564" y="6938"/>
                  </a:lnTo>
                  <a:lnTo>
                    <a:pt x="3107636" y="6928"/>
                  </a:lnTo>
                  <a:lnTo>
                    <a:pt x="3108708" y="6918"/>
                  </a:lnTo>
                  <a:lnTo>
                    <a:pt x="3109779" y="6908"/>
                  </a:lnTo>
                  <a:lnTo>
                    <a:pt x="3110851" y="6898"/>
                  </a:lnTo>
                  <a:lnTo>
                    <a:pt x="3111922" y="6888"/>
                  </a:lnTo>
                  <a:lnTo>
                    <a:pt x="3112994" y="6878"/>
                  </a:lnTo>
                  <a:lnTo>
                    <a:pt x="3114066" y="6868"/>
                  </a:lnTo>
                  <a:lnTo>
                    <a:pt x="3115137" y="6858"/>
                  </a:lnTo>
                  <a:lnTo>
                    <a:pt x="3116209" y="6848"/>
                  </a:lnTo>
                  <a:lnTo>
                    <a:pt x="3117280" y="6838"/>
                  </a:lnTo>
                  <a:lnTo>
                    <a:pt x="3118352" y="6829"/>
                  </a:lnTo>
                  <a:lnTo>
                    <a:pt x="3119424" y="6819"/>
                  </a:lnTo>
                  <a:lnTo>
                    <a:pt x="3120495" y="6809"/>
                  </a:lnTo>
                  <a:lnTo>
                    <a:pt x="3121567" y="6799"/>
                  </a:lnTo>
                  <a:lnTo>
                    <a:pt x="3122638" y="6789"/>
                  </a:lnTo>
                  <a:lnTo>
                    <a:pt x="3123710" y="6779"/>
                  </a:lnTo>
                  <a:lnTo>
                    <a:pt x="3124782" y="6769"/>
                  </a:lnTo>
                  <a:lnTo>
                    <a:pt x="3125853" y="6759"/>
                  </a:lnTo>
                  <a:lnTo>
                    <a:pt x="3126925" y="6749"/>
                  </a:lnTo>
                  <a:lnTo>
                    <a:pt x="3127996" y="6739"/>
                  </a:lnTo>
                  <a:lnTo>
                    <a:pt x="3129068" y="6729"/>
                  </a:lnTo>
                  <a:lnTo>
                    <a:pt x="3130140" y="6720"/>
                  </a:lnTo>
                  <a:lnTo>
                    <a:pt x="3131211" y="6710"/>
                  </a:lnTo>
                  <a:lnTo>
                    <a:pt x="3132283" y="6700"/>
                  </a:lnTo>
                  <a:lnTo>
                    <a:pt x="3133354" y="6690"/>
                  </a:lnTo>
                  <a:lnTo>
                    <a:pt x="3134426" y="6680"/>
                  </a:lnTo>
                  <a:lnTo>
                    <a:pt x="3135498" y="6670"/>
                  </a:lnTo>
                  <a:lnTo>
                    <a:pt x="3136569" y="6660"/>
                  </a:lnTo>
                  <a:lnTo>
                    <a:pt x="3137641" y="6650"/>
                  </a:lnTo>
                  <a:lnTo>
                    <a:pt x="3138712" y="6640"/>
                  </a:lnTo>
                  <a:lnTo>
                    <a:pt x="3139784" y="6630"/>
                  </a:lnTo>
                  <a:lnTo>
                    <a:pt x="3140856" y="6621"/>
                  </a:lnTo>
                  <a:lnTo>
                    <a:pt x="3141927" y="6611"/>
                  </a:lnTo>
                  <a:lnTo>
                    <a:pt x="3142999" y="6601"/>
                  </a:lnTo>
                  <a:lnTo>
                    <a:pt x="3144070" y="6591"/>
                  </a:lnTo>
                  <a:lnTo>
                    <a:pt x="3145142" y="6581"/>
                  </a:lnTo>
                  <a:lnTo>
                    <a:pt x="3146214" y="6571"/>
                  </a:lnTo>
                  <a:lnTo>
                    <a:pt x="3147285" y="6561"/>
                  </a:lnTo>
                  <a:lnTo>
                    <a:pt x="3148357" y="6551"/>
                  </a:lnTo>
                  <a:lnTo>
                    <a:pt x="3149428" y="6541"/>
                  </a:lnTo>
                  <a:lnTo>
                    <a:pt x="3150500" y="6532"/>
                  </a:lnTo>
                  <a:lnTo>
                    <a:pt x="3151572" y="6522"/>
                  </a:lnTo>
                  <a:lnTo>
                    <a:pt x="3152643" y="6512"/>
                  </a:lnTo>
                  <a:lnTo>
                    <a:pt x="3153715" y="6502"/>
                  </a:lnTo>
                  <a:lnTo>
                    <a:pt x="3154786" y="6492"/>
                  </a:lnTo>
                  <a:lnTo>
                    <a:pt x="3155858" y="6482"/>
                  </a:lnTo>
                  <a:lnTo>
                    <a:pt x="3156930" y="6472"/>
                  </a:lnTo>
                  <a:lnTo>
                    <a:pt x="3158001" y="6462"/>
                  </a:lnTo>
                  <a:lnTo>
                    <a:pt x="3159073" y="6452"/>
                  </a:lnTo>
                  <a:lnTo>
                    <a:pt x="3160144" y="6443"/>
                  </a:lnTo>
                  <a:lnTo>
                    <a:pt x="3161216" y="6433"/>
                  </a:lnTo>
                  <a:lnTo>
                    <a:pt x="3162288" y="6423"/>
                  </a:lnTo>
                  <a:lnTo>
                    <a:pt x="3163359" y="6413"/>
                  </a:lnTo>
                  <a:lnTo>
                    <a:pt x="3164431" y="6403"/>
                  </a:lnTo>
                  <a:lnTo>
                    <a:pt x="3165502" y="6393"/>
                  </a:lnTo>
                  <a:lnTo>
                    <a:pt x="3166574" y="6383"/>
                  </a:lnTo>
                  <a:lnTo>
                    <a:pt x="3167646" y="6373"/>
                  </a:lnTo>
                  <a:lnTo>
                    <a:pt x="3168717" y="6363"/>
                  </a:lnTo>
                  <a:lnTo>
                    <a:pt x="3169789" y="6354"/>
                  </a:lnTo>
                  <a:lnTo>
                    <a:pt x="3170860" y="6344"/>
                  </a:lnTo>
                  <a:lnTo>
                    <a:pt x="3171932" y="6334"/>
                  </a:lnTo>
                  <a:lnTo>
                    <a:pt x="3173004" y="6324"/>
                  </a:lnTo>
                  <a:lnTo>
                    <a:pt x="3174075" y="6314"/>
                  </a:lnTo>
                  <a:lnTo>
                    <a:pt x="3175147" y="6304"/>
                  </a:lnTo>
                  <a:lnTo>
                    <a:pt x="3176218" y="6294"/>
                  </a:lnTo>
                  <a:lnTo>
                    <a:pt x="3177290" y="6284"/>
                  </a:lnTo>
                  <a:lnTo>
                    <a:pt x="3178362" y="6274"/>
                  </a:lnTo>
                  <a:lnTo>
                    <a:pt x="3179433" y="6264"/>
                  </a:lnTo>
                  <a:lnTo>
                    <a:pt x="3180505" y="6255"/>
                  </a:lnTo>
                  <a:lnTo>
                    <a:pt x="3181576" y="6245"/>
                  </a:lnTo>
                  <a:lnTo>
                    <a:pt x="3182648" y="6235"/>
                  </a:lnTo>
                  <a:lnTo>
                    <a:pt x="3183720" y="6225"/>
                  </a:lnTo>
                  <a:lnTo>
                    <a:pt x="3184791" y="6215"/>
                  </a:lnTo>
                  <a:lnTo>
                    <a:pt x="3185863" y="6205"/>
                  </a:lnTo>
                  <a:lnTo>
                    <a:pt x="3186934" y="6195"/>
                  </a:lnTo>
                  <a:lnTo>
                    <a:pt x="3188006" y="6185"/>
                  </a:lnTo>
                  <a:lnTo>
                    <a:pt x="3189078" y="6175"/>
                  </a:lnTo>
                  <a:lnTo>
                    <a:pt x="3190149" y="6166"/>
                  </a:lnTo>
                  <a:lnTo>
                    <a:pt x="3191221" y="6156"/>
                  </a:lnTo>
                  <a:lnTo>
                    <a:pt x="3192292" y="6146"/>
                  </a:lnTo>
                  <a:lnTo>
                    <a:pt x="3193364" y="6136"/>
                  </a:lnTo>
                  <a:lnTo>
                    <a:pt x="3194436" y="6126"/>
                  </a:lnTo>
                  <a:lnTo>
                    <a:pt x="3195507" y="6116"/>
                  </a:lnTo>
                  <a:lnTo>
                    <a:pt x="3196579" y="6106"/>
                  </a:lnTo>
                  <a:lnTo>
                    <a:pt x="3197650" y="6096"/>
                  </a:lnTo>
                  <a:lnTo>
                    <a:pt x="3198722" y="6086"/>
                  </a:lnTo>
                  <a:lnTo>
                    <a:pt x="3199793" y="6076"/>
                  </a:lnTo>
                  <a:lnTo>
                    <a:pt x="3200865" y="6067"/>
                  </a:lnTo>
                  <a:lnTo>
                    <a:pt x="3201937" y="6057"/>
                  </a:lnTo>
                  <a:lnTo>
                    <a:pt x="3203008" y="6047"/>
                  </a:lnTo>
                  <a:lnTo>
                    <a:pt x="3204080" y="6037"/>
                  </a:lnTo>
                  <a:lnTo>
                    <a:pt x="3205151" y="6027"/>
                  </a:lnTo>
                  <a:lnTo>
                    <a:pt x="3206223" y="6017"/>
                  </a:lnTo>
                  <a:lnTo>
                    <a:pt x="3207295" y="6007"/>
                  </a:lnTo>
                  <a:lnTo>
                    <a:pt x="3208366" y="5997"/>
                  </a:lnTo>
                  <a:lnTo>
                    <a:pt x="3209438" y="5987"/>
                  </a:lnTo>
                  <a:lnTo>
                    <a:pt x="3210509" y="5978"/>
                  </a:lnTo>
                  <a:lnTo>
                    <a:pt x="3211581" y="5968"/>
                  </a:lnTo>
                  <a:lnTo>
                    <a:pt x="3212653" y="5958"/>
                  </a:lnTo>
                  <a:lnTo>
                    <a:pt x="3213724" y="5948"/>
                  </a:lnTo>
                  <a:lnTo>
                    <a:pt x="3214796" y="5938"/>
                  </a:lnTo>
                  <a:lnTo>
                    <a:pt x="3215867" y="5928"/>
                  </a:lnTo>
                  <a:lnTo>
                    <a:pt x="3216939" y="5918"/>
                  </a:lnTo>
                  <a:lnTo>
                    <a:pt x="3218011" y="5908"/>
                  </a:lnTo>
                  <a:lnTo>
                    <a:pt x="3219082" y="5898"/>
                  </a:lnTo>
                  <a:lnTo>
                    <a:pt x="3220154" y="5888"/>
                  </a:lnTo>
                  <a:lnTo>
                    <a:pt x="3221225" y="5879"/>
                  </a:lnTo>
                  <a:lnTo>
                    <a:pt x="3222297" y="5869"/>
                  </a:lnTo>
                  <a:lnTo>
                    <a:pt x="3223369" y="5859"/>
                  </a:lnTo>
                  <a:lnTo>
                    <a:pt x="3224440" y="5849"/>
                  </a:lnTo>
                  <a:lnTo>
                    <a:pt x="3225512" y="5839"/>
                  </a:lnTo>
                  <a:lnTo>
                    <a:pt x="3226583" y="5829"/>
                  </a:lnTo>
                  <a:lnTo>
                    <a:pt x="3227655" y="5819"/>
                  </a:lnTo>
                  <a:lnTo>
                    <a:pt x="3228727" y="5809"/>
                  </a:lnTo>
                  <a:lnTo>
                    <a:pt x="3229798" y="5799"/>
                  </a:lnTo>
                  <a:lnTo>
                    <a:pt x="3230870" y="5790"/>
                  </a:lnTo>
                  <a:lnTo>
                    <a:pt x="3231941" y="5780"/>
                  </a:lnTo>
                  <a:lnTo>
                    <a:pt x="3233013" y="5770"/>
                  </a:lnTo>
                  <a:lnTo>
                    <a:pt x="3234085" y="5760"/>
                  </a:lnTo>
                  <a:lnTo>
                    <a:pt x="3235156" y="5750"/>
                  </a:lnTo>
                  <a:lnTo>
                    <a:pt x="3236228" y="5740"/>
                  </a:lnTo>
                  <a:lnTo>
                    <a:pt x="3237299" y="5730"/>
                  </a:lnTo>
                  <a:lnTo>
                    <a:pt x="3238371" y="5720"/>
                  </a:lnTo>
                  <a:lnTo>
                    <a:pt x="3239443" y="5710"/>
                  </a:lnTo>
                  <a:lnTo>
                    <a:pt x="3240514" y="5700"/>
                  </a:lnTo>
                  <a:lnTo>
                    <a:pt x="3241586" y="5691"/>
                  </a:lnTo>
                  <a:lnTo>
                    <a:pt x="3242657" y="5681"/>
                  </a:lnTo>
                  <a:lnTo>
                    <a:pt x="3243729" y="5671"/>
                  </a:lnTo>
                  <a:lnTo>
                    <a:pt x="3244801" y="5661"/>
                  </a:lnTo>
                  <a:lnTo>
                    <a:pt x="3245872" y="5651"/>
                  </a:lnTo>
                  <a:lnTo>
                    <a:pt x="3246944" y="5641"/>
                  </a:lnTo>
                  <a:lnTo>
                    <a:pt x="3248015" y="5631"/>
                  </a:lnTo>
                  <a:lnTo>
                    <a:pt x="3249087" y="5621"/>
                  </a:lnTo>
                  <a:lnTo>
                    <a:pt x="3250159" y="5611"/>
                  </a:lnTo>
                  <a:lnTo>
                    <a:pt x="3251230" y="5601"/>
                  </a:lnTo>
                  <a:lnTo>
                    <a:pt x="3252302" y="5592"/>
                  </a:lnTo>
                  <a:lnTo>
                    <a:pt x="3253373" y="5582"/>
                  </a:lnTo>
                  <a:lnTo>
                    <a:pt x="3254445" y="5572"/>
                  </a:lnTo>
                  <a:lnTo>
                    <a:pt x="3255517" y="5562"/>
                  </a:lnTo>
                  <a:lnTo>
                    <a:pt x="3256588" y="5552"/>
                  </a:lnTo>
                  <a:lnTo>
                    <a:pt x="3257660" y="5542"/>
                  </a:lnTo>
                  <a:lnTo>
                    <a:pt x="3258731" y="5532"/>
                  </a:lnTo>
                  <a:lnTo>
                    <a:pt x="3259803" y="5522"/>
                  </a:lnTo>
                  <a:lnTo>
                    <a:pt x="3260875" y="5512"/>
                  </a:lnTo>
                  <a:lnTo>
                    <a:pt x="3261946" y="5502"/>
                  </a:lnTo>
                  <a:lnTo>
                    <a:pt x="3263018" y="5493"/>
                  </a:lnTo>
                  <a:lnTo>
                    <a:pt x="3264089" y="5483"/>
                  </a:lnTo>
                  <a:lnTo>
                    <a:pt x="3265161" y="5473"/>
                  </a:lnTo>
                  <a:lnTo>
                    <a:pt x="3266233" y="5463"/>
                  </a:lnTo>
                  <a:lnTo>
                    <a:pt x="3267304" y="5453"/>
                  </a:lnTo>
                  <a:lnTo>
                    <a:pt x="3268376" y="5443"/>
                  </a:lnTo>
                  <a:lnTo>
                    <a:pt x="3269447" y="5433"/>
                  </a:lnTo>
                  <a:lnTo>
                    <a:pt x="3270519" y="5423"/>
                  </a:lnTo>
                  <a:lnTo>
                    <a:pt x="3271591" y="5413"/>
                  </a:lnTo>
                  <a:lnTo>
                    <a:pt x="3272662" y="5404"/>
                  </a:lnTo>
                  <a:lnTo>
                    <a:pt x="3273734" y="5394"/>
                  </a:lnTo>
                  <a:lnTo>
                    <a:pt x="3274805" y="5384"/>
                  </a:lnTo>
                  <a:lnTo>
                    <a:pt x="3275877" y="5374"/>
                  </a:lnTo>
                  <a:lnTo>
                    <a:pt x="3276949" y="5364"/>
                  </a:lnTo>
                  <a:lnTo>
                    <a:pt x="3278020" y="5354"/>
                  </a:lnTo>
                  <a:lnTo>
                    <a:pt x="3279092" y="5344"/>
                  </a:lnTo>
                  <a:lnTo>
                    <a:pt x="3280163" y="5334"/>
                  </a:lnTo>
                  <a:lnTo>
                    <a:pt x="3281235" y="5324"/>
                  </a:lnTo>
                  <a:lnTo>
                    <a:pt x="3282307" y="5314"/>
                  </a:lnTo>
                  <a:lnTo>
                    <a:pt x="3283378" y="5305"/>
                  </a:lnTo>
                  <a:lnTo>
                    <a:pt x="3284450" y="5295"/>
                  </a:lnTo>
                  <a:lnTo>
                    <a:pt x="3285521" y="5285"/>
                  </a:lnTo>
                  <a:lnTo>
                    <a:pt x="3286593" y="5275"/>
                  </a:lnTo>
                  <a:lnTo>
                    <a:pt x="3287665" y="5265"/>
                  </a:lnTo>
                  <a:lnTo>
                    <a:pt x="3288736" y="5255"/>
                  </a:lnTo>
                  <a:lnTo>
                    <a:pt x="3289808" y="5245"/>
                  </a:lnTo>
                  <a:lnTo>
                    <a:pt x="3290879" y="5235"/>
                  </a:lnTo>
                  <a:lnTo>
                    <a:pt x="3291951" y="5225"/>
                  </a:lnTo>
                  <a:lnTo>
                    <a:pt x="3293023" y="5215"/>
                  </a:lnTo>
                  <a:lnTo>
                    <a:pt x="3294094" y="5206"/>
                  </a:lnTo>
                  <a:lnTo>
                    <a:pt x="3295166" y="5196"/>
                  </a:lnTo>
                  <a:lnTo>
                    <a:pt x="3296237" y="5186"/>
                  </a:lnTo>
                  <a:lnTo>
                    <a:pt x="3297309" y="5176"/>
                  </a:lnTo>
                  <a:lnTo>
                    <a:pt x="3298381" y="5166"/>
                  </a:lnTo>
                  <a:lnTo>
                    <a:pt x="3299452" y="5156"/>
                  </a:lnTo>
                  <a:lnTo>
                    <a:pt x="3300524" y="5146"/>
                  </a:lnTo>
                  <a:lnTo>
                    <a:pt x="3301595" y="5136"/>
                  </a:lnTo>
                  <a:lnTo>
                    <a:pt x="3302667" y="5126"/>
                  </a:lnTo>
                  <a:lnTo>
                    <a:pt x="3303739" y="5116"/>
                  </a:lnTo>
                  <a:lnTo>
                    <a:pt x="3304810" y="5107"/>
                  </a:lnTo>
                  <a:lnTo>
                    <a:pt x="3305882" y="5097"/>
                  </a:lnTo>
                  <a:lnTo>
                    <a:pt x="3306953" y="5087"/>
                  </a:lnTo>
                  <a:lnTo>
                    <a:pt x="3308025" y="5077"/>
                  </a:lnTo>
                  <a:lnTo>
                    <a:pt x="3309097" y="5067"/>
                  </a:lnTo>
                  <a:lnTo>
                    <a:pt x="3310168" y="5057"/>
                  </a:lnTo>
                  <a:lnTo>
                    <a:pt x="3311240" y="5047"/>
                  </a:lnTo>
                  <a:lnTo>
                    <a:pt x="3312311" y="5037"/>
                  </a:lnTo>
                  <a:lnTo>
                    <a:pt x="3313383" y="5027"/>
                  </a:lnTo>
                  <a:lnTo>
                    <a:pt x="3314455" y="5017"/>
                  </a:lnTo>
                  <a:lnTo>
                    <a:pt x="3315526" y="5008"/>
                  </a:lnTo>
                  <a:lnTo>
                    <a:pt x="3316598" y="4998"/>
                  </a:lnTo>
                  <a:lnTo>
                    <a:pt x="3317669" y="4988"/>
                  </a:lnTo>
                  <a:lnTo>
                    <a:pt x="3318741" y="4978"/>
                  </a:lnTo>
                  <a:lnTo>
                    <a:pt x="3319813" y="4968"/>
                  </a:lnTo>
                  <a:lnTo>
                    <a:pt x="3320884" y="4958"/>
                  </a:lnTo>
                  <a:lnTo>
                    <a:pt x="3321956" y="4948"/>
                  </a:lnTo>
                  <a:lnTo>
                    <a:pt x="3323027" y="4938"/>
                  </a:lnTo>
                  <a:lnTo>
                    <a:pt x="3324099" y="4928"/>
                  </a:lnTo>
                  <a:lnTo>
                    <a:pt x="3325171" y="4918"/>
                  </a:lnTo>
                  <a:lnTo>
                    <a:pt x="3326242" y="4908"/>
                  </a:lnTo>
                  <a:lnTo>
                    <a:pt x="3327314" y="4899"/>
                  </a:lnTo>
                  <a:lnTo>
                    <a:pt x="3328385" y="4889"/>
                  </a:lnTo>
                  <a:lnTo>
                    <a:pt x="3329457" y="4879"/>
                  </a:lnTo>
                  <a:lnTo>
                    <a:pt x="3330529" y="4869"/>
                  </a:lnTo>
                  <a:lnTo>
                    <a:pt x="3331600" y="4859"/>
                  </a:lnTo>
                  <a:lnTo>
                    <a:pt x="3332672" y="4849"/>
                  </a:lnTo>
                  <a:lnTo>
                    <a:pt x="3333743" y="4839"/>
                  </a:lnTo>
                  <a:lnTo>
                    <a:pt x="3334815" y="4829"/>
                  </a:lnTo>
                  <a:lnTo>
                    <a:pt x="3335887" y="4819"/>
                  </a:lnTo>
                  <a:lnTo>
                    <a:pt x="3336958" y="4809"/>
                  </a:lnTo>
                  <a:lnTo>
                    <a:pt x="3338030" y="4800"/>
                  </a:lnTo>
                  <a:lnTo>
                    <a:pt x="3339101" y="4790"/>
                  </a:lnTo>
                  <a:lnTo>
                    <a:pt x="3340173" y="4780"/>
                  </a:lnTo>
                  <a:lnTo>
                    <a:pt x="3341245" y="4770"/>
                  </a:lnTo>
                  <a:lnTo>
                    <a:pt x="3342316" y="4760"/>
                  </a:lnTo>
                  <a:lnTo>
                    <a:pt x="3343388" y="4750"/>
                  </a:lnTo>
                  <a:lnTo>
                    <a:pt x="3344459" y="4740"/>
                  </a:lnTo>
                  <a:lnTo>
                    <a:pt x="3345531" y="4730"/>
                  </a:lnTo>
                  <a:lnTo>
                    <a:pt x="3346603" y="4720"/>
                  </a:lnTo>
                  <a:lnTo>
                    <a:pt x="3347674" y="4710"/>
                  </a:lnTo>
                  <a:lnTo>
                    <a:pt x="3348746" y="4701"/>
                  </a:lnTo>
                  <a:lnTo>
                    <a:pt x="3349817" y="4691"/>
                  </a:lnTo>
                  <a:lnTo>
                    <a:pt x="3350889" y="4681"/>
                  </a:lnTo>
                  <a:lnTo>
                    <a:pt x="3351961" y="4671"/>
                  </a:lnTo>
                  <a:lnTo>
                    <a:pt x="3353032" y="4661"/>
                  </a:lnTo>
                  <a:lnTo>
                    <a:pt x="3354104" y="4651"/>
                  </a:lnTo>
                  <a:lnTo>
                    <a:pt x="3355175" y="4641"/>
                  </a:lnTo>
                  <a:lnTo>
                    <a:pt x="3356247" y="4631"/>
                  </a:lnTo>
                  <a:lnTo>
                    <a:pt x="3357319" y="4621"/>
                  </a:lnTo>
                  <a:lnTo>
                    <a:pt x="3358390" y="4611"/>
                  </a:lnTo>
                  <a:lnTo>
                    <a:pt x="3359462" y="4601"/>
                  </a:lnTo>
                  <a:lnTo>
                    <a:pt x="3360533" y="4592"/>
                  </a:lnTo>
                  <a:lnTo>
                    <a:pt x="3361605" y="4582"/>
                  </a:lnTo>
                  <a:lnTo>
                    <a:pt x="3362677" y="4572"/>
                  </a:lnTo>
                  <a:lnTo>
                    <a:pt x="3363748" y="4562"/>
                  </a:lnTo>
                  <a:lnTo>
                    <a:pt x="3364820" y="4552"/>
                  </a:lnTo>
                  <a:lnTo>
                    <a:pt x="3365891" y="4542"/>
                  </a:lnTo>
                  <a:lnTo>
                    <a:pt x="3366963" y="4532"/>
                  </a:lnTo>
                  <a:lnTo>
                    <a:pt x="3368035" y="4522"/>
                  </a:lnTo>
                  <a:lnTo>
                    <a:pt x="3369106" y="4512"/>
                  </a:lnTo>
                  <a:lnTo>
                    <a:pt x="3370178" y="4502"/>
                  </a:lnTo>
                  <a:lnTo>
                    <a:pt x="3371249" y="4493"/>
                  </a:lnTo>
                  <a:lnTo>
                    <a:pt x="3372321" y="4483"/>
                  </a:lnTo>
                  <a:lnTo>
                    <a:pt x="3373392" y="4473"/>
                  </a:lnTo>
                  <a:lnTo>
                    <a:pt x="3374464" y="4463"/>
                  </a:lnTo>
                  <a:lnTo>
                    <a:pt x="3375536" y="4453"/>
                  </a:lnTo>
                  <a:lnTo>
                    <a:pt x="3376607" y="4443"/>
                  </a:lnTo>
                  <a:lnTo>
                    <a:pt x="3377679" y="4433"/>
                  </a:lnTo>
                  <a:lnTo>
                    <a:pt x="3378750" y="4423"/>
                  </a:lnTo>
                  <a:lnTo>
                    <a:pt x="3379822" y="4413"/>
                  </a:lnTo>
                  <a:lnTo>
                    <a:pt x="3380894" y="4403"/>
                  </a:lnTo>
                  <a:lnTo>
                    <a:pt x="3381965" y="4394"/>
                  </a:lnTo>
                  <a:lnTo>
                    <a:pt x="3383037" y="4384"/>
                  </a:lnTo>
                  <a:lnTo>
                    <a:pt x="3384108" y="4374"/>
                  </a:lnTo>
                  <a:lnTo>
                    <a:pt x="3385180" y="4364"/>
                  </a:lnTo>
                  <a:lnTo>
                    <a:pt x="3386252" y="4354"/>
                  </a:lnTo>
                  <a:lnTo>
                    <a:pt x="3387323" y="4344"/>
                  </a:lnTo>
                  <a:lnTo>
                    <a:pt x="3388395" y="4334"/>
                  </a:lnTo>
                  <a:lnTo>
                    <a:pt x="3389466" y="4324"/>
                  </a:lnTo>
                  <a:lnTo>
                    <a:pt x="3390538" y="4314"/>
                  </a:lnTo>
                  <a:lnTo>
                    <a:pt x="3391610" y="4304"/>
                  </a:lnTo>
                  <a:lnTo>
                    <a:pt x="3392681" y="4294"/>
                  </a:lnTo>
                  <a:lnTo>
                    <a:pt x="3393753" y="4285"/>
                  </a:lnTo>
                  <a:lnTo>
                    <a:pt x="3394824" y="4275"/>
                  </a:lnTo>
                  <a:lnTo>
                    <a:pt x="3395896" y="4265"/>
                  </a:lnTo>
                  <a:lnTo>
                    <a:pt x="3396968" y="4255"/>
                  </a:lnTo>
                  <a:lnTo>
                    <a:pt x="3398039" y="4245"/>
                  </a:lnTo>
                  <a:lnTo>
                    <a:pt x="3399111" y="4235"/>
                  </a:lnTo>
                  <a:lnTo>
                    <a:pt x="3400182" y="4225"/>
                  </a:lnTo>
                  <a:lnTo>
                    <a:pt x="3401254" y="4215"/>
                  </a:lnTo>
                  <a:lnTo>
                    <a:pt x="3402326" y="4205"/>
                  </a:lnTo>
                  <a:lnTo>
                    <a:pt x="3403397" y="4195"/>
                  </a:lnTo>
                  <a:lnTo>
                    <a:pt x="3404469" y="4185"/>
                  </a:lnTo>
                  <a:lnTo>
                    <a:pt x="3405540" y="4176"/>
                  </a:lnTo>
                  <a:lnTo>
                    <a:pt x="3406612" y="4166"/>
                  </a:lnTo>
                  <a:lnTo>
                    <a:pt x="3407684" y="4156"/>
                  </a:lnTo>
                  <a:lnTo>
                    <a:pt x="3408755" y="4146"/>
                  </a:lnTo>
                  <a:lnTo>
                    <a:pt x="3409827" y="4136"/>
                  </a:lnTo>
                  <a:lnTo>
                    <a:pt x="3410898" y="4126"/>
                  </a:lnTo>
                  <a:lnTo>
                    <a:pt x="3411970" y="4116"/>
                  </a:lnTo>
                  <a:lnTo>
                    <a:pt x="3413042" y="4106"/>
                  </a:lnTo>
                  <a:lnTo>
                    <a:pt x="3414113" y="4096"/>
                  </a:lnTo>
                  <a:lnTo>
                    <a:pt x="3415185" y="4086"/>
                  </a:lnTo>
                  <a:lnTo>
                    <a:pt x="3416256" y="4077"/>
                  </a:lnTo>
                  <a:lnTo>
                    <a:pt x="3417328" y="4067"/>
                  </a:lnTo>
                  <a:lnTo>
                    <a:pt x="3418400" y="4057"/>
                  </a:lnTo>
                  <a:lnTo>
                    <a:pt x="3419471" y="4047"/>
                  </a:lnTo>
                  <a:lnTo>
                    <a:pt x="3420543" y="4037"/>
                  </a:lnTo>
                  <a:lnTo>
                    <a:pt x="3421614" y="4027"/>
                  </a:lnTo>
                  <a:lnTo>
                    <a:pt x="3422686" y="4017"/>
                  </a:lnTo>
                  <a:lnTo>
                    <a:pt x="3423758" y="4007"/>
                  </a:lnTo>
                  <a:lnTo>
                    <a:pt x="3424829" y="3997"/>
                  </a:lnTo>
                  <a:lnTo>
                    <a:pt x="3425901" y="3987"/>
                  </a:lnTo>
                  <a:lnTo>
                    <a:pt x="3426972" y="3977"/>
                  </a:lnTo>
                  <a:lnTo>
                    <a:pt x="3428044" y="3968"/>
                  </a:lnTo>
                  <a:lnTo>
                    <a:pt x="3429116" y="3958"/>
                  </a:lnTo>
                  <a:lnTo>
                    <a:pt x="3430187" y="3948"/>
                  </a:lnTo>
                  <a:lnTo>
                    <a:pt x="3431259" y="3938"/>
                  </a:lnTo>
                  <a:lnTo>
                    <a:pt x="3432330" y="3928"/>
                  </a:lnTo>
                  <a:lnTo>
                    <a:pt x="3433402" y="3918"/>
                  </a:lnTo>
                  <a:lnTo>
                    <a:pt x="3434474" y="3908"/>
                  </a:lnTo>
                  <a:lnTo>
                    <a:pt x="3435545" y="3898"/>
                  </a:lnTo>
                  <a:lnTo>
                    <a:pt x="3436617" y="3888"/>
                  </a:lnTo>
                  <a:lnTo>
                    <a:pt x="3437688" y="3878"/>
                  </a:lnTo>
                  <a:lnTo>
                    <a:pt x="3438760" y="3868"/>
                  </a:lnTo>
                  <a:lnTo>
                    <a:pt x="3439832" y="3859"/>
                  </a:lnTo>
                  <a:lnTo>
                    <a:pt x="3440903" y="3849"/>
                  </a:lnTo>
                  <a:lnTo>
                    <a:pt x="3441975" y="3839"/>
                  </a:lnTo>
                  <a:lnTo>
                    <a:pt x="3443046" y="3829"/>
                  </a:lnTo>
                  <a:lnTo>
                    <a:pt x="3444118" y="3819"/>
                  </a:lnTo>
                  <a:lnTo>
                    <a:pt x="3445190" y="3809"/>
                  </a:lnTo>
                  <a:lnTo>
                    <a:pt x="3446261" y="3799"/>
                  </a:lnTo>
                  <a:lnTo>
                    <a:pt x="3447333" y="3789"/>
                  </a:lnTo>
                  <a:lnTo>
                    <a:pt x="3448404" y="3779"/>
                  </a:lnTo>
                  <a:lnTo>
                    <a:pt x="3449476" y="3769"/>
                  </a:lnTo>
                  <a:lnTo>
                    <a:pt x="3450548" y="3759"/>
                  </a:lnTo>
                  <a:lnTo>
                    <a:pt x="3451619" y="3750"/>
                  </a:lnTo>
                  <a:lnTo>
                    <a:pt x="3452691" y="3740"/>
                  </a:lnTo>
                  <a:lnTo>
                    <a:pt x="3453762" y="3730"/>
                  </a:lnTo>
                  <a:lnTo>
                    <a:pt x="3454834" y="3720"/>
                  </a:lnTo>
                  <a:lnTo>
                    <a:pt x="3455906" y="3710"/>
                  </a:lnTo>
                  <a:lnTo>
                    <a:pt x="3456977" y="3700"/>
                  </a:lnTo>
                  <a:lnTo>
                    <a:pt x="3458049" y="3690"/>
                  </a:lnTo>
                  <a:lnTo>
                    <a:pt x="3459120" y="3680"/>
                  </a:lnTo>
                  <a:lnTo>
                    <a:pt x="3460192" y="3670"/>
                  </a:lnTo>
                  <a:lnTo>
                    <a:pt x="3461264" y="3660"/>
                  </a:lnTo>
                  <a:lnTo>
                    <a:pt x="3462335" y="3650"/>
                  </a:lnTo>
                  <a:lnTo>
                    <a:pt x="3463407" y="3641"/>
                  </a:lnTo>
                  <a:lnTo>
                    <a:pt x="3464478" y="3631"/>
                  </a:lnTo>
                  <a:lnTo>
                    <a:pt x="3465550" y="3621"/>
                  </a:lnTo>
                  <a:lnTo>
                    <a:pt x="3466622" y="3611"/>
                  </a:lnTo>
                  <a:lnTo>
                    <a:pt x="3467693" y="3601"/>
                  </a:lnTo>
                  <a:lnTo>
                    <a:pt x="3468765" y="3591"/>
                  </a:lnTo>
                  <a:lnTo>
                    <a:pt x="3469836" y="3581"/>
                  </a:lnTo>
                  <a:lnTo>
                    <a:pt x="3470908" y="3571"/>
                  </a:lnTo>
                  <a:lnTo>
                    <a:pt x="3471980" y="3561"/>
                  </a:lnTo>
                  <a:lnTo>
                    <a:pt x="3473051" y="3551"/>
                  </a:lnTo>
                  <a:lnTo>
                    <a:pt x="3474123" y="3541"/>
                  </a:lnTo>
                  <a:lnTo>
                    <a:pt x="3475194" y="3532"/>
                  </a:lnTo>
                  <a:lnTo>
                    <a:pt x="3476266" y="3522"/>
                  </a:lnTo>
                  <a:lnTo>
                    <a:pt x="3477338" y="3512"/>
                  </a:lnTo>
                  <a:lnTo>
                    <a:pt x="3478409" y="3502"/>
                  </a:lnTo>
                  <a:lnTo>
                    <a:pt x="3479481" y="3492"/>
                  </a:lnTo>
                  <a:lnTo>
                    <a:pt x="3480552" y="3482"/>
                  </a:lnTo>
                  <a:lnTo>
                    <a:pt x="3481624" y="3472"/>
                  </a:lnTo>
                  <a:lnTo>
                    <a:pt x="3482696" y="3462"/>
                  </a:lnTo>
                  <a:lnTo>
                    <a:pt x="3483767" y="3452"/>
                  </a:lnTo>
                  <a:lnTo>
                    <a:pt x="3484839" y="3442"/>
                  </a:lnTo>
                  <a:lnTo>
                    <a:pt x="3485910" y="3432"/>
                  </a:lnTo>
                  <a:lnTo>
                    <a:pt x="3486982" y="3423"/>
                  </a:lnTo>
                  <a:lnTo>
                    <a:pt x="3488054" y="3413"/>
                  </a:lnTo>
                  <a:lnTo>
                    <a:pt x="3489125" y="3403"/>
                  </a:lnTo>
                  <a:lnTo>
                    <a:pt x="3490197" y="3393"/>
                  </a:lnTo>
                  <a:lnTo>
                    <a:pt x="3491268" y="3383"/>
                  </a:lnTo>
                  <a:lnTo>
                    <a:pt x="3492340" y="3373"/>
                  </a:lnTo>
                  <a:lnTo>
                    <a:pt x="3493412" y="3363"/>
                  </a:lnTo>
                  <a:lnTo>
                    <a:pt x="3494483" y="3353"/>
                  </a:lnTo>
                  <a:lnTo>
                    <a:pt x="3495555" y="3343"/>
                  </a:lnTo>
                  <a:lnTo>
                    <a:pt x="3496626" y="3333"/>
                  </a:lnTo>
                  <a:lnTo>
                    <a:pt x="3497698" y="3323"/>
                  </a:lnTo>
                  <a:lnTo>
                    <a:pt x="3498770" y="3313"/>
                  </a:lnTo>
                  <a:lnTo>
                    <a:pt x="3499841" y="3304"/>
                  </a:lnTo>
                  <a:lnTo>
                    <a:pt x="3500913" y="3294"/>
                  </a:lnTo>
                  <a:lnTo>
                    <a:pt x="3501984" y="3284"/>
                  </a:lnTo>
                  <a:lnTo>
                    <a:pt x="3503056" y="3274"/>
                  </a:lnTo>
                  <a:lnTo>
                    <a:pt x="3504128" y="3264"/>
                  </a:lnTo>
                  <a:lnTo>
                    <a:pt x="3505199" y="3254"/>
                  </a:lnTo>
                  <a:lnTo>
                    <a:pt x="3506271" y="3244"/>
                  </a:lnTo>
                  <a:lnTo>
                    <a:pt x="3507342" y="3234"/>
                  </a:lnTo>
                  <a:lnTo>
                    <a:pt x="3508414" y="3224"/>
                  </a:lnTo>
                  <a:lnTo>
                    <a:pt x="3509486" y="3214"/>
                  </a:lnTo>
                  <a:lnTo>
                    <a:pt x="3510557" y="3204"/>
                  </a:lnTo>
                  <a:lnTo>
                    <a:pt x="3511629" y="3195"/>
                  </a:lnTo>
                  <a:lnTo>
                    <a:pt x="3512700" y="3185"/>
                  </a:lnTo>
                  <a:lnTo>
                    <a:pt x="3513772" y="3175"/>
                  </a:lnTo>
                  <a:lnTo>
                    <a:pt x="3514844" y="3165"/>
                  </a:lnTo>
                  <a:lnTo>
                    <a:pt x="3515915" y="3155"/>
                  </a:lnTo>
                  <a:lnTo>
                    <a:pt x="3516987" y="3145"/>
                  </a:lnTo>
                  <a:lnTo>
                    <a:pt x="3518058" y="3135"/>
                  </a:lnTo>
                  <a:lnTo>
                    <a:pt x="3519130" y="3125"/>
                  </a:lnTo>
                  <a:lnTo>
                    <a:pt x="3520202" y="3115"/>
                  </a:lnTo>
                  <a:lnTo>
                    <a:pt x="3521273" y="3105"/>
                  </a:lnTo>
                  <a:lnTo>
                    <a:pt x="3522345" y="3095"/>
                  </a:lnTo>
                  <a:lnTo>
                    <a:pt x="3523416" y="3085"/>
                  </a:lnTo>
                  <a:lnTo>
                    <a:pt x="3524488" y="3076"/>
                  </a:lnTo>
                  <a:lnTo>
                    <a:pt x="3525560" y="3066"/>
                  </a:lnTo>
                  <a:lnTo>
                    <a:pt x="3526631" y="3056"/>
                  </a:lnTo>
                  <a:lnTo>
                    <a:pt x="3527703" y="3046"/>
                  </a:lnTo>
                  <a:lnTo>
                    <a:pt x="3528774" y="3036"/>
                  </a:lnTo>
                  <a:lnTo>
                    <a:pt x="3529846" y="3026"/>
                  </a:lnTo>
                  <a:lnTo>
                    <a:pt x="3530918" y="3016"/>
                  </a:lnTo>
                  <a:lnTo>
                    <a:pt x="3531989" y="3006"/>
                  </a:lnTo>
                  <a:lnTo>
                    <a:pt x="3533061" y="2996"/>
                  </a:lnTo>
                  <a:lnTo>
                    <a:pt x="3534132" y="2986"/>
                  </a:lnTo>
                  <a:lnTo>
                    <a:pt x="3535204" y="2976"/>
                  </a:lnTo>
                  <a:lnTo>
                    <a:pt x="3536276" y="2967"/>
                  </a:lnTo>
                  <a:lnTo>
                    <a:pt x="3537347" y="2957"/>
                  </a:lnTo>
                  <a:lnTo>
                    <a:pt x="3538419" y="2947"/>
                  </a:lnTo>
                  <a:lnTo>
                    <a:pt x="3539490" y="2937"/>
                  </a:lnTo>
                  <a:lnTo>
                    <a:pt x="3540562" y="2927"/>
                  </a:lnTo>
                  <a:lnTo>
                    <a:pt x="3541634" y="2917"/>
                  </a:lnTo>
                  <a:lnTo>
                    <a:pt x="3542705" y="2907"/>
                  </a:lnTo>
                  <a:lnTo>
                    <a:pt x="3543777" y="2897"/>
                  </a:lnTo>
                  <a:lnTo>
                    <a:pt x="3544848" y="2887"/>
                  </a:lnTo>
                  <a:lnTo>
                    <a:pt x="3545920" y="2877"/>
                  </a:lnTo>
                  <a:lnTo>
                    <a:pt x="3546992" y="2867"/>
                  </a:lnTo>
                  <a:lnTo>
                    <a:pt x="3548063" y="2857"/>
                  </a:lnTo>
                  <a:lnTo>
                    <a:pt x="3549135" y="2848"/>
                  </a:lnTo>
                  <a:lnTo>
                    <a:pt x="3550206" y="2838"/>
                  </a:lnTo>
                  <a:lnTo>
                    <a:pt x="3551278" y="2828"/>
                  </a:lnTo>
                  <a:lnTo>
                    <a:pt x="3552349" y="2818"/>
                  </a:lnTo>
                  <a:lnTo>
                    <a:pt x="3553421" y="2808"/>
                  </a:lnTo>
                  <a:lnTo>
                    <a:pt x="3554493" y="2798"/>
                  </a:lnTo>
                  <a:lnTo>
                    <a:pt x="3555564" y="2788"/>
                  </a:lnTo>
                  <a:lnTo>
                    <a:pt x="3556636" y="2778"/>
                  </a:lnTo>
                  <a:lnTo>
                    <a:pt x="3557707" y="2768"/>
                  </a:lnTo>
                  <a:lnTo>
                    <a:pt x="3558779" y="2758"/>
                  </a:lnTo>
                  <a:lnTo>
                    <a:pt x="3559851" y="2748"/>
                  </a:lnTo>
                  <a:lnTo>
                    <a:pt x="3560922" y="2738"/>
                  </a:lnTo>
                  <a:lnTo>
                    <a:pt x="3561994" y="2729"/>
                  </a:lnTo>
                  <a:lnTo>
                    <a:pt x="3563065" y="2719"/>
                  </a:lnTo>
                  <a:lnTo>
                    <a:pt x="3564137" y="2709"/>
                  </a:lnTo>
                  <a:lnTo>
                    <a:pt x="3565209" y="2699"/>
                  </a:lnTo>
                  <a:lnTo>
                    <a:pt x="3566280" y="2689"/>
                  </a:lnTo>
                  <a:lnTo>
                    <a:pt x="3567352" y="2679"/>
                  </a:lnTo>
                  <a:lnTo>
                    <a:pt x="3568423" y="2669"/>
                  </a:lnTo>
                  <a:lnTo>
                    <a:pt x="3569495" y="2659"/>
                  </a:lnTo>
                  <a:lnTo>
                    <a:pt x="3570567" y="2649"/>
                  </a:lnTo>
                  <a:lnTo>
                    <a:pt x="3571638" y="2639"/>
                  </a:lnTo>
                  <a:lnTo>
                    <a:pt x="3572710" y="2629"/>
                  </a:lnTo>
                  <a:lnTo>
                    <a:pt x="3573781" y="2620"/>
                  </a:lnTo>
                  <a:lnTo>
                    <a:pt x="3574853" y="2610"/>
                  </a:lnTo>
                  <a:lnTo>
                    <a:pt x="3575925" y="2600"/>
                  </a:lnTo>
                  <a:lnTo>
                    <a:pt x="3576996" y="2590"/>
                  </a:lnTo>
                  <a:lnTo>
                    <a:pt x="3578068" y="2580"/>
                  </a:lnTo>
                  <a:lnTo>
                    <a:pt x="3579139" y="2570"/>
                  </a:lnTo>
                  <a:lnTo>
                    <a:pt x="3580211" y="2560"/>
                  </a:lnTo>
                  <a:lnTo>
                    <a:pt x="3581283" y="2550"/>
                  </a:lnTo>
                  <a:lnTo>
                    <a:pt x="3582354" y="2540"/>
                  </a:lnTo>
                  <a:lnTo>
                    <a:pt x="3583426" y="2530"/>
                  </a:lnTo>
                  <a:lnTo>
                    <a:pt x="3584497" y="2520"/>
                  </a:lnTo>
                  <a:lnTo>
                    <a:pt x="3585569" y="2510"/>
                  </a:lnTo>
                  <a:lnTo>
                    <a:pt x="3586641" y="2501"/>
                  </a:lnTo>
                  <a:lnTo>
                    <a:pt x="3587712" y="2491"/>
                  </a:lnTo>
                  <a:lnTo>
                    <a:pt x="3588784" y="2481"/>
                  </a:lnTo>
                  <a:lnTo>
                    <a:pt x="3589855" y="2471"/>
                  </a:lnTo>
                  <a:lnTo>
                    <a:pt x="3590927" y="2461"/>
                  </a:lnTo>
                  <a:lnTo>
                    <a:pt x="3591999" y="2451"/>
                  </a:lnTo>
                  <a:lnTo>
                    <a:pt x="3593070" y="2441"/>
                  </a:lnTo>
                  <a:lnTo>
                    <a:pt x="3594142" y="2431"/>
                  </a:lnTo>
                  <a:lnTo>
                    <a:pt x="3595213" y="2421"/>
                  </a:lnTo>
                  <a:lnTo>
                    <a:pt x="3596285" y="2411"/>
                  </a:lnTo>
                  <a:lnTo>
                    <a:pt x="3597357" y="2401"/>
                  </a:lnTo>
                  <a:lnTo>
                    <a:pt x="3598428" y="2391"/>
                  </a:lnTo>
                  <a:lnTo>
                    <a:pt x="3599500" y="2382"/>
                  </a:lnTo>
                  <a:lnTo>
                    <a:pt x="3600571" y="2372"/>
                  </a:lnTo>
                  <a:lnTo>
                    <a:pt x="3601643" y="2362"/>
                  </a:lnTo>
                  <a:lnTo>
                    <a:pt x="3602715" y="2352"/>
                  </a:lnTo>
                  <a:lnTo>
                    <a:pt x="3603786" y="2342"/>
                  </a:lnTo>
                  <a:lnTo>
                    <a:pt x="3604858" y="2332"/>
                  </a:lnTo>
                  <a:lnTo>
                    <a:pt x="3605929" y="2322"/>
                  </a:lnTo>
                  <a:lnTo>
                    <a:pt x="3607001" y="2312"/>
                  </a:lnTo>
                  <a:lnTo>
                    <a:pt x="3608073" y="2302"/>
                  </a:lnTo>
                  <a:lnTo>
                    <a:pt x="3609144" y="2292"/>
                  </a:lnTo>
                  <a:lnTo>
                    <a:pt x="3610216" y="2282"/>
                  </a:lnTo>
                  <a:lnTo>
                    <a:pt x="3611287" y="2272"/>
                  </a:lnTo>
                  <a:lnTo>
                    <a:pt x="3612359" y="2262"/>
                  </a:lnTo>
                  <a:lnTo>
                    <a:pt x="3613431" y="2253"/>
                  </a:lnTo>
                  <a:lnTo>
                    <a:pt x="3614502" y="2243"/>
                  </a:lnTo>
                  <a:lnTo>
                    <a:pt x="3615574" y="2233"/>
                  </a:lnTo>
                  <a:lnTo>
                    <a:pt x="3616645" y="2223"/>
                  </a:lnTo>
                  <a:lnTo>
                    <a:pt x="3617717" y="2213"/>
                  </a:lnTo>
                  <a:lnTo>
                    <a:pt x="3618789" y="2203"/>
                  </a:lnTo>
                  <a:lnTo>
                    <a:pt x="3619860" y="2193"/>
                  </a:lnTo>
                  <a:lnTo>
                    <a:pt x="3620932" y="2183"/>
                  </a:lnTo>
                  <a:lnTo>
                    <a:pt x="3622003" y="2173"/>
                  </a:lnTo>
                  <a:lnTo>
                    <a:pt x="3623075" y="2163"/>
                  </a:lnTo>
                  <a:lnTo>
                    <a:pt x="3624147" y="2153"/>
                  </a:lnTo>
                  <a:lnTo>
                    <a:pt x="3625218" y="2143"/>
                  </a:lnTo>
                  <a:lnTo>
                    <a:pt x="3626290" y="2134"/>
                  </a:lnTo>
                  <a:lnTo>
                    <a:pt x="3627361" y="2124"/>
                  </a:lnTo>
                  <a:lnTo>
                    <a:pt x="3628433" y="2114"/>
                  </a:lnTo>
                  <a:lnTo>
                    <a:pt x="3629505" y="2104"/>
                  </a:lnTo>
                  <a:lnTo>
                    <a:pt x="3630576" y="2094"/>
                  </a:lnTo>
                  <a:lnTo>
                    <a:pt x="3631648" y="2084"/>
                  </a:lnTo>
                  <a:lnTo>
                    <a:pt x="3632719" y="2074"/>
                  </a:lnTo>
                  <a:lnTo>
                    <a:pt x="3633791" y="2064"/>
                  </a:lnTo>
                  <a:lnTo>
                    <a:pt x="3634863" y="2054"/>
                  </a:lnTo>
                  <a:lnTo>
                    <a:pt x="3635934" y="2044"/>
                  </a:lnTo>
                  <a:lnTo>
                    <a:pt x="3637006" y="2034"/>
                  </a:lnTo>
                  <a:lnTo>
                    <a:pt x="3638077" y="2024"/>
                  </a:lnTo>
                  <a:lnTo>
                    <a:pt x="3639149" y="2015"/>
                  </a:lnTo>
                  <a:lnTo>
                    <a:pt x="3640221" y="2005"/>
                  </a:lnTo>
                  <a:lnTo>
                    <a:pt x="3641292" y="1995"/>
                  </a:lnTo>
                  <a:lnTo>
                    <a:pt x="3642364" y="1985"/>
                  </a:lnTo>
                  <a:lnTo>
                    <a:pt x="3643435" y="1975"/>
                  </a:lnTo>
                  <a:lnTo>
                    <a:pt x="3644507" y="1965"/>
                  </a:lnTo>
                  <a:lnTo>
                    <a:pt x="3645579" y="1955"/>
                  </a:lnTo>
                  <a:lnTo>
                    <a:pt x="3646650" y="1945"/>
                  </a:lnTo>
                  <a:lnTo>
                    <a:pt x="3647722" y="1935"/>
                  </a:lnTo>
                  <a:lnTo>
                    <a:pt x="3648793" y="1925"/>
                  </a:lnTo>
                  <a:lnTo>
                    <a:pt x="3649865" y="1915"/>
                  </a:lnTo>
                  <a:lnTo>
                    <a:pt x="3650937" y="1905"/>
                  </a:lnTo>
                  <a:lnTo>
                    <a:pt x="3652008" y="1895"/>
                  </a:lnTo>
                  <a:lnTo>
                    <a:pt x="3653080" y="1886"/>
                  </a:lnTo>
                  <a:lnTo>
                    <a:pt x="3654151" y="1876"/>
                  </a:lnTo>
                  <a:lnTo>
                    <a:pt x="3655223" y="1866"/>
                  </a:lnTo>
                  <a:lnTo>
                    <a:pt x="3656295" y="1856"/>
                  </a:lnTo>
                  <a:lnTo>
                    <a:pt x="3657366" y="1846"/>
                  </a:lnTo>
                  <a:lnTo>
                    <a:pt x="3658438" y="1836"/>
                  </a:lnTo>
                  <a:lnTo>
                    <a:pt x="3659509" y="1826"/>
                  </a:lnTo>
                  <a:lnTo>
                    <a:pt x="3660581" y="1816"/>
                  </a:lnTo>
                  <a:lnTo>
                    <a:pt x="3661653" y="1806"/>
                  </a:lnTo>
                  <a:lnTo>
                    <a:pt x="3662724" y="1796"/>
                  </a:lnTo>
                  <a:lnTo>
                    <a:pt x="3663796" y="1786"/>
                  </a:lnTo>
                  <a:lnTo>
                    <a:pt x="3664867" y="1776"/>
                  </a:lnTo>
                  <a:lnTo>
                    <a:pt x="3665939" y="1766"/>
                  </a:lnTo>
                  <a:lnTo>
                    <a:pt x="3667011" y="1757"/>
                  </a:lnTo>
                  <a:lnTo>
                    <a:pt x="3668082" y="1747"/>
                  </a:lnTo>
                  <a:lnTo>
                    <a:pt x="3669154" y="1737"/>
                  </a:lnTo>
                  <a:lnTo>
                    <a:pt x="3670225" y="1727"/>
                  </a:lnTo>
                  <a:lnTo>
                    <a:pt x="3671297" y="1717"/>
                  </a:lnTo>
                  <a:lnTo>
                    <a:pt x="3672369" y="1707"/>
                  </a:lnTo>
                  <a:lnTo>
                    <a:pt x="3673440" y="1697"/>
                  </a:lnTo>
                  <a:lnTo>
                    <a:pt x="3674512" y="1687"/>
                  </a:lnTo>
                  <a:lnTo>
                    <a:pt x="3675583" y="1677"/>
                  </a:lnTo>
                  <a:lnTo>
                    <a:pt x="3676655" y="1667"/>
                  </a:lnTo>
                  <a:lnTo>
                    <a:pt x="3677727" y="1657"/>
                  </a:lnTo>
                  <a:lnTo>
                    <a:pt x="3678798" y="1647"/>
                  </a:lnTo>
                  <a:lnTo>
                    <a:pt x="3679870" y="1638"/>
                  </a:lnTo>
                  <a:lnTo>
                    <a:pt x="3680941" y="1628"/>
                  </a:lnTo>
                  <a:lnTo>
                    <a:pt x="3682013" y="1618"/>
                  </a:lnTo>
                  <a:lnTo>
                    <a:pt x="3683085" y="1608"/>
                  </a:lnTo>
                  <a:lnTo>
                    <a:pt x="3684156" y="1598"/>
                  </a:lnTo>
                  <a:lnTo>
                    <a:pt x="3685228" y="1588"/>
                  </a:lnTo>
                  <a:lnTo>
                    <a:pt x="3686299" y="1578"/>
                  </a:lnTo>
                  <a:lnTo>
                    <a:pt x="3687371" y="1568"/>
                  </a:lnTo>
                  <a:lnTo>
                    <a:pt x="3688443" y="1558"/>
                  </a:lnTo>
                  <a:lnTo>
                    <a:pt x="3689514" y="1548"/>
                  </a:lnTo>
                  <a:lnTo>
                    <a:pt x="3690586" y="1538"/>
                  </a:lnTo>
                  <a:lnTo>
                    <a:pt x="3691657" y="1528"/>
                  </a:lnTo>
                  <a:lnTo>
                    <a:pt x="3692729" y="1518"/>
                  </a:lnTo>
                  <a:lnTo>
                    <a:pt x="3693801" y="1509"/>
                  </a:lnTo>
                  <a:lnTo>
                    <a:pt x="3694872" y="1499"/>
                  </a:lnTo>
                  <a:lnTo>
                    <a:pt x="3695944" y="1489"/>
                  </a:lnTo>
                  <a:lnTo>
                    <a:pt x="3697015" y="1479"/>
                  </a:lnTo>
                  <a:lnTo>
                    <a:pt x="3698087" y="1469"/>
                  </a:lnTo>
                  <a:lnTo>
                    <a:pt x="3699159" y="1459"/>
                  </a:lnTo>
                  <a:lnTo>
                    <a:pt x="3700230" y="1449"/>
                  </a:lnTo>
                  <a:lnTo>
                    <a:pt x="3701302" y="1439"/>
                  </a:lnTo>
                  <a:lnTo>
                    <a:pt x="3702373" y="1429"/>
                  </a:lnTo>
                  <a:lnTo>
                    <a:pt x="3703445" y="1419"/>
                  </a:lnTo>
                  <a:lnTo>
                    <a:pt x="3704517" y="1409"/>
                  </a:lnTo>
                  <a:lnTo>
                    <a:pt x="3705588" y="1399"/>
                  </a:lnTo>
                  <a:lnTo>
                    <a:pt x="3706660" y="1389"/>
                  </a:lnTo>
                  <a:lnTo>
                    <a:pt x="3707731" y="1380"/>
                  </a:lnTo>
                  <a:lnTo>
                    <a:pt x="3708803" y="1370"/>
                  </a:lnTo>
                  <a:lnTo>
                    <a:pt x="3709875" y="1360"/>
                  </a:lnTo>
                  <a:lnTo>
                    <a:pt x="3710946" y="1350"/>
                  </a:lnTo>
                  <a:lnTo>
                    <a:pt x="3712018" y="1340"/>
                  </a:lnTo>
                  <a:lnTo>
                    <a:pt x="3713089" y="1330"/>
                  </a:lnTo>
                  <a:lnTo>
                    <a:pt x="3714161" y="1320"/>
                  </a:lnTo>
                  <a:lnTo>
                    <a:pt x="3715233" y="1310"/>
                  </a:lnTo>
                  <a:lnTo>
                    <a:pt x="3716304" y="1300"/>
                  </a:lnTo>
                  <a:lnTo>
                    <a:pt x="3717376" y="1290"/>
                  </a:lnTo>
                  <a:lnTo>
                    <a:pt x="3718447" y="1280"/>
                  </a:lnTo>
                  <a:lnTo>
                    <a:pt x="3719519" y="1270"/>
                  </a:lnTo>
                  <a:lnTo>
                    <a:pt x="3720591" y="1260"/>
                  </a:lnTo>
                  <a:lnTo>
                    <a:pt x="3721662" y="1250"/>
                  </a:lnTo>
                  <a:lnTo>
                    <a:pt x="3722734" y="1241"/>
                  </a:lnTo>
                  <a:lnTo>
                    <a:pt x="3723805" y="1231"/>
                  </a:lnTo>
                  <a:lnTo>
                    <a:pt x="3724877" y="1221"/>
                  </a:lnTo>
                  <a:lnTo>
                    <a:pt x="3725949" y="1211"/>
                  </a:lnTo>
                  <a:lnTo>
                    <a:pt x="3727020" y="1201"/>
                  </a:lnTo>
                  <a:lnTo>
                    <a:pt x="3728092" y="1191"/>
                  </a:lnTo>
                  <a:lnTo>
                    <a:pt x="3729163" y="1181"/>
                  </a:lnTo>
                  <a:lnTo>
                    <a:pt x="3730235" y="1171"/>
                  </a:lnTo>
                  <a:lnTo>
                    <a:pt x="3731306" y="1161"/>
                  </a:lnTo>
                  <a:lnTo>
                    <a:pt x="3732378" y="1151"/>
                  </a:lnTo>
                  <a:lnTo>
                    <a:pt x="3733450" y="1141"/>
                  </a:lnTo>
                  <a:lnTo>
                    <a:pt x="3734521" y="1131"/>
                  </a:lnTo>
                  <a:lnTo>
                    <a:pt x="3735593" y="1121"/>
                  </a:lnTo>
                  <a:lnTo>
                    <a:pt x="3736664" y="1112"/>
                  </a:lnTo>
                  <a:lnTo>
                    <a:pt x="3737736" y="1102"/>
                  </a:lnTo>
                  <a:lnTo>
                    <a:pt x="3738808" y="1092"/>
                  </a:lnTo>
                  <a:lnTo>
                    <a:pt x="3739879" y="1082"/>
                  </a:lnTo>
                  <a:lnTo>
                    <a:pt x="3740951" y="1072"/>
                  </a:lnTo>
                  <a:lnTo>
                    <a:pt x="3742022" y="1062"/>
                  </a:lnTo>
                  <a:lnTo>
                    <a:pt x="3743094" y="1052"/>
                  </a:lnTo>
                  <a:lnTo>
                    <a:pt x="3744166" y="1042"/>
                  </a:lnTo>
                  <a:lnTo>
                    <a:pt x="3745237" y="1032"/>
                  </a:lnTo>
                  <a:lnTo>
                    <a:pt x="3746309" y="1022"/>
                  </a:lnTo>
                  <a:lnTo>
                    <a:pt x="3747380" y="1012"/>
                  </a:lnTo>
                  <a:lnTo>
                    <a:pt x="3748452" y="1002"/>
                  </a:lnTo>
                  <a:lnTo>
                    <a:pt x="3749524" y="992"/>
                  </a:lnTo>
                  <a:lnTo>
                    <a:pt x="3750595" y="983"/>
                  </a:lnTo>
                  <a:lnTo>
                    <a:pt x="3751667" y="973"/>
                  </a:lnTo>
                  <a:lnTo>
                    <a:pt x="3752738" y="963"/>
                  </a:lnTo>
                  <a:lnTo>
                    <a:pt x="3753810" y="953"/>
                  </a:lnTo>
                  <a:lnTo>
                    <a:pt x="3754882" y="943"/>
                  </a:lnTo>
                  <a:lnTo>
                    <a:pt x="3755953" y="933"/>
                  </a:lnTo>
                  <a:lnTo>
                    <a:pt x="3757025" y="923"/>
                  </a:lnTo>
                  <a:lnTo>
                    <a:pt x="3758096" y="913"/>
                  </a:lnTo>
                  <a:lnTo>
                    <a:pt x="3759168" y="903"/>
                  </a:lnTo>
                  <a:lnTo>
                    <a:pt x="3760240" y="893"/>
                  </a:lnTo>
                  <a:lnTo>
                    <a:pt x="3761311" y="883"/>
                  </a:lnTo>
                  <a:lnTo>
                    <a:pt x="3762383" y="873"/>
                  </a:lnTo>
                  <a:lnTo>
                    <a:pt x="3763454" y="863"/>
                  </a:lnTo>
                  <a:lnTo>
                    <a:pt x="3764526" y="853"/>
                  </a:lnTo>
                  <a:lnTo>
                    <a:pt x="3765598" y="844"/>
                  </a:lnTo>
                  <a:lnTo>
                    <a:pt x="3766669" y="834"/>
                  </a:lnTo>
                  <a:lnTo>
                    <a:pt x="3767741" y="824"/>
                  </a:lnTo>
                  <a:lnTo>
                    <a:pt x="3768812" y="814"/>
                  </a:lnTo>
                  <a:lnTo>
                    <a:pt x="3769884" y="804"/>
                  </a:lnTo>
                  <a:lnTo>
                    <a:pt x="3770956" y="794"/>
                  </a:lnTo>
                  <a:lnTo>
                    <a:pt x="3772027" y="784"/>
                  </a:lnTo>
                  <a:lnTo>
                    <a:pt x="3773099" y="774"/>
                  </a:lnTo>
                  <a:lnTo>
                    <a:pt x="3774170" y="764"/>
                  </a:lnTo>
                  <a:lnTo>
                    <a:pt x="3775242" y="754"/>
                  </a:lnTo>
                  <a:lnTo>
                    <a:pt x="3776314" y="744"/>
                  </a:lnTo>
                  <a:lnTo>
                    <a:pt x="3777385" y="734"/>
                  </a:lnTo>
                  <a:lnTo>
                    <a:pt x="3778457" y="724"/>
                  </a:lnTo>
                  <a:lnTo>
                    <a:pt x="3779528" y="714"/>
                  </a:lnTo>
                  <a:lnTo>
                    <a:pt x="3780600" y="705"/>
                  </a:lnTo>
                  <a:lnTo>
                    <a:pt x="3781672" y="695"/>
                  </a:lnTo>
                  <a:lnTo>
                    <a:pt x="3782743" y="685"/>
                  </a:lnTo>
                  <a:lnTo>
                    <a:pt x="3783815" y="675"/>
                  </a:lnTo>
                  <a:lnTo>
                    <a:pt x="3784886" y="665"/>
                  </a:lnTo>
                  <a:lnTo>
                    <a:pt x="3785958" y="655"/>
                  </a:lnTo>
                  <a:lnTo>
                    <a:pt x="3787030" y="645"/>
                  </a:lnTo>
                  <a:lnTo>
                    <a:pt x="3788101" y="635"/>
                  </a:lnTo>
                  <a:lnTo>
                    <a:pt x="3789173" y="625"/>
                  </a:lnTo>
                  <a:lnTo>
                    <a:pt x="3790244" y="615"/>
                  </a:lnTo>
                  <a:lnTo>
                    <a:pt x="3791316" y="605"/>
                  </a:lnTo>
                  <a:lnTo>
                    <a:pt x="3792388" y="595"/>
                  </a:lnTo>
                  <a:lnTo>
                    <a:pt x="3793459" y="585"/>
                  </a:lnTo>
                  <a:lnTo>
                    <a:pt x="3794531" y="575"/>
                  </a:lnTo>
                  <a:lnTo>
                    <a:pt x="3795602" y="566"/>
                  </a:lnTo>
                  <a:lnTo>
                    <a:pt x="3796674" y="556"/>
                  </a:lnTo>
                  <a:lnTo>
                    <a:pt x="3797746" y="546"/>
                  </a:lnTo>
                  <a:lnTo>
                    <a:pt x="3798817" y="536"/>
                  </a:lnTo>
                  <a:lnTo>
                    <a:pt x="3799889" y="526"/>
                  </a:lnTo>
                  <a:lnTo>
                    <a:pt x="3800960" y="516"/>
                  </a:lnTo>
                  <a:lnTo>
                    <a:pt x="3802032" y="506"/>
                  </a:lnTo>
                  <a:lnTo>
                    <a:pt x="3803104" y="496"/>
                  </a:lnTo>
                  <a:lnTo>
                    <a:pt x="3804175" y="486"/>
                  </a:lnTo>
                  <a:lnTo>
                    <a:pt x="3805247" y="476"/>
                  </a:lnTo>
                  <a:lnTo>
                    <a:pt x="3806318" y="466"/>
                  </a:lnTo>
                  <a:lnTo>
                    <a:pt x="3807390" y="456"/>
                  </a:lnTo>
                  <a:lnTo>
                    <a:pt x="3808462" y="446"/>
                  </a:lnTo>
                  <a:lnTo>
                    <a:pt x="3809533" y="436"/>
                  </a:lnTo>
                  <a:lnTo>
                    <a:pt x="3810605" y="427"/>
                  </a:lnTo>
                  <a:lnTo>
                    <a:pt x="3811676" y="417"/>
                  </a:lnTo>
                  <a:lnTo>
                    <a:pt x="3812748" y="407"/>
                  </a:lnTo>
                  <a:lnTo>
                    <a:pt x="3813820" y="397"/>
                  </a:lnTo>
                  <a:lnTo>
                    <a:pt x="3814891" y="387"/>
                  </a:lnTo>
                  <a:lnTo>
                    <a:pt x="3815963" y="377"/>
                  </a:lnTo>
                  <a:lnTo>
                    <a:pt x="3817034" y="367"/>
                  </a:lnTo>
                  <a:lnTo>
                    <a:pt x="3818106" y="357"/>
                  </a:lnTo>
                  <a:lnTo>
                    <a:pt x="3819178" y="347"/>
                  </a:lnTo>
                  <a:lnTo>
                    <a:pt x="3820249" y="337"/>
                  </a:lnTo>
                  <a:lnTo>
                    <a:pt x="3821321" y="327"/>
                  </a:lnTo>
                  <a:lnTo>
                    <a:pt x="3822392" y="317"/>
                  </a:lnTo>
                  <a:lnTo>
                    <a:pt x="3823464" y="307"/>
                  </a:lnTo>
                  <a:lnTo>
                    <a:pt x="3824536" y="297"/>
                  </a:lnTo>
                  <a:lnTo>
                    <a:pt x="3825607" y="288"/>
                  </a:lnTo>
                  <a:lnTo>
                    <a:pt x="3826679" y="278"/>
                  </a:lnTo>
                  <a:lnTo>
                    <a:pt x="3827750" y="268"/>
                  </a:lnTo>
                  <a:lnTo>
                    <a:pt x="3828822" y="258"/>
                  </a:lnTo>
                  <a:lnTo>
                    <a:pt x="3829894" y="248"/>
                  </a:lnTo>
                  <a:lnTo>
                    <a:pt x="3830965" y="238"/>
                  </a:lnTo>
                  <a:lnTo>
                    <a:pt x="3832037" y="228"/>
                  </a:lnTo>
                  <a:lnTo>
                    <a:pt x="3833108" y="218"/>
                  </a:lnTo>
                  <a:lnTo>
                    <a:pt x="3834180" y="208"/>
                  </a:lnTo>
                  <a:lnTo>
                    <a:pt x="3835252" y="198"/>
                  </a:lnTo>
                  <a:lnTo>
                    <a:pt x="3836323" y="188"/>
                  </a:lnTo>
                  <a:lnTo>
                    <a:pt x="3837395" y="178"/>
                  </a:lnTo>
                  <a:lnTo>
                    <a:pt x="3838466" y="168"/>
                  </a:lnTo>
                  <a:lnTo>
                    <a:pt x="3839538" y="158"/>
                  </a:lnTo>
                  <a:lnTo>
                    <a:pt x="3840610" y="148"/>
                  </a:lnTo>
                  <a:lnTo>
                    <a:pt x="3841681" y="139"/>
                  </a:lnTo>
                  <a:lnTo>
                    <a:pt x="3842753" y="129"/>
                  </a:lnTo>
                  <a:lnTo>
                    <a:pt x="3843824" y="119"/>
                  </a:lnTo>
                  <a:lnTo>
                    <a:pt x="3844896" y="109"/>
                  </a:lnTo>
                  <a:lnTo>
                    <a:pt x="3845968" y="99"/>
                  </a:lnTo>
                  <a:lnTo>
                    <a:pt x="3847039" y="89"/>
                  </a:lnTo>
                  <a:lnTo>
                    <a:pt x="3848111" y="79"/>
                  </a:lnTo>
                  <a:lnTo>
                    <a:pt x="3849182" y="69"/>
                  </a:lnTo>
                  <a:lnTo>
                    <a:pt x="3850254" y="59"/>
                  </a:lnTo>
                  <a:lnTo>
                    <a:pt x="3851326" y="49"/>
                  </a:lnTo>
                  <a:lnTo>
                    <a:pt x="3852397" y="39"/>
                  </a:lnTo>
                  <a:lnTo>
                    <a:pt x="3853469" y="29"/>
                  </a:lnTo>
                  <a:lnTo>
                    <a:pt x="3854540" y="19"/>
                  </a:lnTo>
                  <a:lnTo>
                    <a:pt x="3855612" y="9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tx72"/>
            <p:cNvSpPr/>
            <p:nvPr/>
          </p:nvSpPr>
          <p:spPr>
            <a:xfrm>
              <a:off x="5227099" y="386610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0.020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227099" y="646782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0.124</a:t>
              </a:r>
            </a:p>
          </p:txBody>
        </p:sp>
        <p:sp>
          <p:nvSpPr>
            <p:cNvPr id="74" name="rc74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tx75"/>
            <p:cNvSpPr/>
            <p:nvPr/>
          </p:nvSpPr>
          <p:spPr>
            <a:xfrm>
              <a:off x="4793966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793966" y="220939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793966" y="154159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793966" y="87380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793966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80" name="pl80"/>
            <p:cNvSpPr/>
            <p:nvPr/>
          </p:nvSpPr>
          <p:spPr>
            <a:xfrm>
              <a:off x="4999470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l81"/>
            <p:cNvSpPr/>
            <p:nvPr/>
          </p:nvSpPr>
          <p:spPr>
            <a:xfrm>
              <a:off x="4999470" y="225644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l82"/>
            <p:cNvSpPr/>
            <p:nvPr/>
          </p:nvSpPr>
          <p:spPr>
            <a:xfrm>
              <a:off x="4999470" y="15886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l83"/>
            <p:cNvSpPr/>
            <p:nvPr/>
          </p:nvSpPr>
          <p:spPr>
            <a:xfrm>
              <a:off x="4999470" y="9208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l84"/>
            <p:cNvSpPr/>
            <p:nvPr/>
          </p:nvSpPr>
          <p:spPr>
            <a:xfrm>
              <a:off x="4999470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l85"/>
            <p:cNvSpPr/>
            <p:nvPr/>
          </p:nvSpPr>
          <p:spPr>
            <a:xfrm>
              <a:off x="5999061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l86"/>
            <p:cNvSpPr/>
            <p:nvPr/>
          </p:nvSpPr>
          <p:spPr>
            <a:xfrm>
              <a:off x="714576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8292467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tx88"/>
            <p:cNvSpPr/>
            <p:nvPr/>
          </p:nvSpPr>
          <p:spPr>
            <a:xfrm>
              <a:off x="5910227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0.6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056930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203633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6573849" y="3239309"/>
              <a:ext cx="77751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-ABSI</a:t>
              </a:r>
            </a:p>
          </p:txBody>
        </p:sp>
        <p:sp>
          <p:nvSpPr>
            <p:cNvPr id="92" name="rc92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684231" y="589281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94"/>
            <p:cNvSpPr/>
            <p:nvPr/>
          </p:nvSpPr>
          <p:spPr>
            <a:xfrm>
              <a:off x="684231" y="522501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684231" y="455722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l96"/>
            <p:cNvSpPr/>
            <p:nvPr/>
          </p:nvSpPr>
          <p:spPr>
            <a:xfrm>
              <a:off x="684231" y="388942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l97"/>
            <p:cNvSpPr/>
            <p:nvPr/>
          </p:nvSpPr>
          <p:spPr>
            <a:xfrm>
              <a:off x="958584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98"/>
            <p:cNvSpPr/>
            <p:nvPr/>
          </p:nvSpPr>
          <p:spPr>
            <a:xfrm>
              <a:off x="198066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99"/>
            <p:cNvSpPr/>
            <p:nvPr/>
          </p:nvSpPr>
          <p:spPr>
            <a:xfrm>
              <a:off x="300274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100"/>
            <p:cNvSpPr/>
            <p:nvPr/>
          </p:nvSpPr>
          <p:spPr>
            <a:xfrm>
              <a:off x="402483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684231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102"/>
            <p:cNvSpPr/>
            <p:nvPr/>
          </p:nvSpPr>
          <p:spPr>
            <a:xfrm>
              <a:off x="684231" y="55589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103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104"/>
            <p:cNvSpPr/>
            <p:nvPr/>
          </p:nvSpPr>
          <p:spPr>
            <a:xfrm>
              <a:off x="684231" y="422332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684231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469625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249170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351379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109"/>
            <p:cNvSpPr/>
            <p:nvPr/>
          </p:nvSpPr>
          <p:spPr>
            <a:xfrm>
              <a:off x="453587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684231" y="4028520"/>
              <a:ext cx="3856684" cy="1871901"/>
            </a:xfrm>
            <a:custGeom>
              <a:avLst/>
              <a:gdLst/>
              <a:ahLst/>
              <a:cxnLst/>
              <a:rect l="0" t="0" r="0" b="0"/>
              <a:pathLst>
                <a:path w="3856684" h="1871901">
                  <a:moveTo>
                    <a:pt x="0" y="606052"/>
                  </a:moveTo>
                  <a:lnTo>
                    <a:pt x="1071" y="606448"/>
                  </a:lnTo>
                  <a:lnTo>
                    <a:pt x="2143" y="606845"/>
                  </a:lnTo>
                  <a:lnTo>
                    <a:pt x="3214" y="607240"/>
                  </a:lnTo>
                  <a:lnTo>
                    <a:pt x="4286" y="607636"/>
                  </a:lnTo>
                  <a:lnTo>
                    <a:pt x="5357" y="608031"/>
                  </a:lnTo>
                  <a:lnTo>
                    <a:pt x="6429" y="608425"/>
                  </a:lnTo>
                  <a:lnTo>
                    <a:pt x="7501" y="608819"/>
                  </a:lnTo>
                  <a:lnTo>
                    <a:pt x="8572" y="609212"/>
                  </a:lnTo>
                  <a:lnTo>
                    <a:pt x="9644" y="609605"/>
                  </a:lnTo>
                  <a:lnTo>
                    <a:pt x="10715" y="609997"/>
                  </a:lnTo>
                  <a:lnTo>
                    <a:pt x="11787" y="610389"/>
                  </a:lnTo>
                  <a:lnTo>
                    <a:pt x="12859" y="610780"/>
                  </a:lnTo>
                  <a:lnTo>
                    <a:pt x="13930" y="611171"/>
                  </a:lnTo>
                  <a:lnTo>
                    <a:pt x="15002" y="611561"/>
                  </a:lnTo>
                  <a:lnTo>
                    <a:pt x="16073" y="611951"/>
                  </a:lnTo>
                  <a:lnTo>
                    <a:pt x="17145" y="612340"/>
                  </a:lnTo>
                  <a:lnTo>
                    <a:pt x="18217" y="612729"/>
                  </a:lnTo>
                  <a:lnTo>
                    <a:pt x="19288" y="613117"/>
                  </a:lnTo>
                  <a:lnTo>
                    <a:pt x="20360" y="613505"/>
                  </a:lnTo>
                  <a:lnTo>
                    <a:pt x="21431" y="613892"/>
                  </a:lnTo>
                  <a:lnTo>
                    <a:pt x="22503" y="614278"/>
                  </a:lnTo>
                  <a:lnTo>
                    <a:pt x="23575" y="614665"/>
                  </a:lnTo>
                  <a:lnTo>
                    <a:pt x="24646" y="615050"/>
                  </a:lnTo>
                  <a:lnTo>
                    <a:pt x="25718" y="615435"/>
                  </a:lnTo>
                  <a:lnTo>
                    <a:pt x="26789" y="615820"/>
                  </a:lnTo>
                  <a:lnTo>
                    <a:pt x="27861" y="616204"/>
                  </a:lnTo>
                  <a:lnTo>
                    <a:pt x="28933" y="616587"/>
                  </a:lnTo>
                  <a:lnTo>
                    <a:pt x="30004" y="616970"/>
                  </a:lnTo>
                  <a:lnTo>
                    <a:pt x="31076" y="617353"/>
                  </a:lnTo>
                  <a:lnTo>
                    <a:pt x="32147" y="617735"/>
                  </a:lnTo>
                  <a:lnTo>
                    <a:pt x="33219" y="618116"/>
                  </a:lnTo>
                  <a:lnTo>
                    <a:pt x="34291" y="618497"/>
                  </a:lnTo>
                  <a:lnTo>
                    <a:pt x="35362" y="618878"/>
                  </a:lnTo>
                  <a:lnTo>
                    <a:pt x="36434" y="619258"/>
                  </a:lnTo>
                  <a:lnTo>
                    <a:pt x="37505" y="619637"/>
                  </a:lnTo>
                  <a:lnTo>
                    <a:pt x="38577" y="620016"/>
                  </a:lnTo>
                  <a:lnTo>
                    <a:pt x="39649" y="620394"/>
                  </a:lnTo>
                  <a:lnTo>
                    <a:pt x="40720" y="620772"/>
                  </a:lnTo>
                  <a:lnTo>
                    <a:pt x="41792" y="621149"/>
                  </a:lnTo>
                  <a:lnTo>
                    <a:pt x="42863" y="621525"/>
                  </a:lnTo>
                  <a:lnTo>
                    <a:pt x="43935" y="621901"/>
                  </a:lnTo>
                  <a:lnTo>
                    <a:pt x="45007" y="622277"/>
                  </a:lnTo>
                  <a:lnTo>
                    <a:pt x="46078" y="622652"/>
                  </a:lnTo>
                  <a:lnTo>
                    <a:pt x="47150" y="623026"/>
                  </a:lnTo>
                  <a:lnTo>
                    <a:pt x="48221" y="623400"/>
                  </a:lnTo>
                  <a:lnTo>
                    <a:pt x="49293" y="623774"/>
                  </a:lnTo>
                  <a:lnTo>
                    <a:pt x="50365" y="624147"/>
                  </a:lnTo>
                  <a:lnTo>
                    <a:pt x="51436" y="624519"/>
                  </a:lnTo>
                  <a:lnTo>
                    <a:pt x="52508" y="624891"/>
                  </a:lnTo>
                  <a:lnTo>
                    <a:pt x="53579" y="625262"/>
                  </a:lnTo>
                  <a:lnTo>
                    <a:pt x="54651" y="625632"/>
                  </a:lnTo>
                  <a:lnTo>
                    <a:pt x="55723" y="626002"/>
                  </a:lnTo>
                  <a:lnTo>
                    <a:pt x="56794" y="626372"/>
                  </a:lnTo>
                  <a:lnTo>
                    <a:pt x="57866" y="626741"/>
                  </a:lnTo>
                  <a:lnTo>
                    <a:pt x="58937" y="627109"/>
                  </a:lnTo>
                  <a:lnTo>
                    <a:pt x="60009" y="627477"/>
                  </a:lnTo>
                  <a:lnTo>
                    <a:pt x="61081" y="627844"/>
                  </a:lnTo>
                  <a:lnTo>
                    <a:pt x="62152" y="628211"/>
                  </a:lnTo>
                  <a:lnTo>
                    <a:pt x="63224" y="628577"/>
                  </a:lnTo>
                  <a:lnTo>
                    <a:pt x="64295" y="628942"/>
                  </a:lnTo>
                  <a:lnTo>
                    <a:pt x="65367" y="629307"/>
                  </a:lnTo>
                  <a:lnTo>
                    <a:pt x="66439" y="629672"/>
                  </a:lnTo>
                  <a:lnTo>
                    <a:pt x="67510" y="630036"/>
                  </a:lnTo>
                  <a:lnTo>
                    <a:pt x="68582" y="630399"/>
                  </a:lnTo>
                  <a:lnTo>
                    <a:pt x="69653" y="630762"/>
                  </a:lnTo>
                  <a:lnTo>
                    <a:pt x="70725" y="631124"/>
                  </a:lnTo>
                  <a:lnTo>
                    <a:pt x="71797" y="631485"/>
                  </a:lnTo>
                  <a:lnTo>
                    <a:pt x="72868" y="631846"/>
                  </a:lnTo>
                  <a:lnTo>
                    <a:pt x="73940" y="632207"/>
                  </a:lnTo>
                  <a:lnTo>
                    <a:pt x="75011" y="632566"/>
                  </a:lnTo>
                  <a:lnTo>
                    <a:pt x="76083" y="632925"/>
                  </a:lnTo>
                  <a:lnTo>
                    <a:pt x="77155" y="633284"/>
                  </a:lnTo>
                  <a:lnTo>
                    <a:pt x="78226" y="633642"/>
                  </a:lnTo>
                  <a:lnTo>
                    <a:pt x="79298" y="634000"/>
                  </a:lnTo>
                  <a:lnTo>
                    <a:pt x="80369" y="634356"/>
                  </a:lnTo>
                  <a:lnTo>
                    <a:pt x="81441" y="634713"/>
                  </a:lnTo>
                  <a:lnTo>
                    <a:pt x="82513" y="635068"/>
                  </a:lnTo>
                  <a:lnTo>
                    <a:pt x="83584" y="635423"/>
                  </a:lnTo>
                  <a:lnTo>
                    <a:pt x="84656" y="635778"/>
                  </a:lnTo>
                  <a:lnTo>
                    <a:pt x="85727" y="636132"/>
                  </a:lnTo>
                  <a:lnTo>
                    <a:pt x="86799" y="636485"/>
                  </a:lnTo>
                  <a:lnTo>
                    <a:pt x="87871" y="636837"/>
                  </a:lnTo>
                  <a:lnTo>
                    <a:pt x="88942" y="637189"/>
                  </a:lnTo>
                  <a:lnTo>
                    <a:pt x="90014" y="637541"/>
                  </a:lnTo>
                  <a:lnTo>
                    <a:pt x="91085" y="637892"/>
                  </a:lnTo>
                  <a:lnTo>
                    <a:pt x="92157" y="638242"/>
                  </a:lnTo>
                  <a:lnTo>
                    <a:pt x="93229" y="638592"/>
                  </a:lnTo>
                  <a:lnTo>
                    <a:pt x="94300" y="638941"/>
                  </a:lnTo>
                  <a:lnTo>
                    <a:pt x="95372" y="639289"/>
                  </a:lnTo>
                  <a:lnTo>
                    <a:pt x="96443" y="639637"/>
                  </a:lnTo>
                  <a:lnTo>
                    <a:pt x="97515" y="639984"/>
                  </a:lnTo>
                  <a:lnTo>
                    <a:pt x="98587" y="640330"/>
                  </a:lnTo>
                  <a:lnTo>
                    <a:pt x="99658" y="640676"/>
                  </a:lnTo>
                  <a:lnTo>
                    <a:pt x="100730" y="641022"/>
                  </a:lnTo>
                  <a:lnTo>
                    <a:pt x="101801" y="641366"/>
                  </a:lnTo>
                  <a:lnTo>
                    <a:pt x="102873" y="641710"/>
                  </a:lnTo>
                  <a:lnTo>
                    <a:pt x="103945" y="642054"/>
                  </a:lnTo>
                  <a:lnTo>
                    <a:pt x="105016" y="642396"/>
                  </a:lnTo>
                  <a:lnTo>
                    <a:pt x="106088" y="642739"/>
                  </a:lnTo>
                  <a:lnTo>
                    <a:pt x="107159" y="643080"/>
                  </a:lnTo>
                  <a:lnTo>
                    <a:pt x="108231" y="643421"/>
                  </a:lnTo>
                  <a:lnTo>
                    <a:pt x="109303" y="643761"/>
                  </a:lnTo>
                  <a:lnTo>
                    <a:pt x="110374" y="644101"/>
                  </a:lnTo>
                  <a:lnTo>
                    <a:pt x="111446" y="644440"/>
                  </a:lnTo>
                  <a:lnTo>
                    <a:pt x="112517" y="644778"/>
                  </a:lnTo>
                  <a:lnTo>
                    <a:pt x="113589" y="645116"/>
                  </a:lnTo>
                  <a:lnTo>
                    <a:pt x="114661" y="645453"/>
                  </a:lnTo>
                  <a:lnTo>
                    <a:pt x="115732" y="645789"/>
                  </a:lnTo>
                  <a:lnTo>
                    <a:pt x="116804" y="646125"/>
                  </a:lnTo>
                  <a:lnTo>
                    <a:pt x="117875" y="646460"/>
                  </a:lnTo>
                  <a:lnTo>
                    <a:pt x="118947" y="646794"/>
                  </a:lnTo>
                  <a:lnTo>
                    <a:pt x="120019" y="647128"/>
                  </a:lnTo>
                  <a:lnTo>
                    <a:pt x="121090" y="647461"/>
                  </a:lnTo>
                  <a:lnTo>
                    <a:pt x="122162" y="647793"/>
                  </a:lnTo>
                  <a:lnTo>
                    <a:pt x="123233" y="648125"/>
                  </a:lnTo>
                  <a:lnTo>
                    <a:pt x="124305" y="648456"/>
                  </a:lnTo>
                  <a:lnTo>
                    <a:pt x="125377" y="648787"/>
                  </a:lnTo>
                  <a:lnTo>
                    <a:pt x="126448" y="649116"/>
                  </a:lnTo>
                  <a:lnTo>
                    <a:pt x="127520" y="649445"/>
                  </a:lnTo>
                  <a:lnTo>
                    <a:pt x="128591" y="649774"/>
                  </a:lnTo>
                  <a:lnTo>
                    <a:pt x="129663" y="650101"/>
                  </a:lnTo>
                  <a:lnTo>
                    <a:pt x="130735" y="650429"/>
                  </a:lnTo>
                  <a:lnTo>
                    <a:pt x="131806" y="650755"/>
                  </a:lnTo>
                  <a:lnTo>
                    <a:pt x="132878" y="651081"/>
                  </a:lnTo>
                  <a:lnTo>
                    <a:pt x="133949" y="651406"/>
                  </a:lnTo>
                  <a:lnTo>
                    <a:pt x="135021" y="651730"/>
                  </a:lnTo>
                  <a:lnTo>
                    <a:pt x="136093" y="652054"/>
                  </a:lnTo>
                  <a:lnTo>
                    <a:pt x="137164" y="652376"/>
                  </a:lnTo>
                  <a:lnTo>
                    <a:pt x="138236" y="652699"/>
                  </a:lnTo>
                  <a:lnTo>
                    <a:pt x="139307" y="653020"/>
                  </a:lnTo>
                  <a:lnTo>
                    <a:pt x="140379" y="653341"/>
                  </a:lnTo>
                  <a:lnTo>
                    <a:pt x="141451" y="653661"/>
                  </a:lnTo>
                  <a:lnTo>
                    <a:pt x="142522" y="653981"/>
                  </a:lnTo>
                  <a:lnTo>
                    <a:pt x="143594" y="654300"/>
                  </a:lnTo>
                  <a:lnTo>
                    <a:pt x="144665" y="654618"/>
                  </a:lnTo>
                  <a:lnTo>
                    <a:pt x="145737" y="654935"/>
                  </a:lnTo>
                  <a:lnTo>
                    <a:pt x="146809" y="655252"/>
                  </a:lnTo>
                  <a:lnTo>
                    <a:pt x="147880" y="655567"/>
                  </a:lnTo>
                  <a:lnTo>
                    <a:pt x="148952" y="655883"/>
                  </a:lnTo>
                  <a:lnTo>
                    <a:pt x="150023" y="656197"/>
                  </a:lnTo>
                  <a:lnTo>
                    <a:pt x="151095" y="656511"/>
                  </a:lnTo>
                  <a:lnTo>
                    <a:pt x="152167" y="656824"/>
                  </a:lnTo>
                  <a:lnTo>
                    <a:pt x="153238" y="657136"/>
                  </a:lnTo>
                  <a:lnTo>
                    <a:pt x="154310" y="657448"/>
                  </a:lnTo>
                  <a:lnTo>
                    <a:pt x="155381" y="657759"/>
                  </a:lnTo>
                  <a:lnTo>
                    <a:pt x="156453" y="658069"/>
                  </a:lnTo>
                  <a:lnTo>
                    <a:pt x="157525" y="658378"/>
                  </a:lnTo>
                  <a:lnTo>
                    <a:pt x="158596" y="658687"/>
                  </a:lnTo>
                  <a:lnTo>
                    <a:pt x="159668" y="658995"/>
                  </a:lnTo>
                  <a:lnTo>
                    <a:pt x="160739" y="659302"/>
                  </a:lnTo>
                  <a:lnTo>
                    <a:pt x="161811" y="659609"/>
                  </a:lnTo>
                  <a:lnTo>
                    <a:pt x="162883" y="659914"/>
                  </a:lnTo>
                  <a:lnTo>
                    <a:pt x="163954" y="660219"/>
                  </a:lnTo>
                  <a:lnTo>
                    <a:pt x="165026" y="660523"/>
                  </a:lnTo>
                  <a:lnTo>
                    <a:pt x="166097" y="660827"/>
                  </a:lnTo>
                  <a:lnTo>
                    <a:pt x="167169" y="661130"/>
                  </a:lnTo>
                  <a:lnTo>
                    <a:pt x="168241" y="661432"/>
                  </a:lnTo>
                  <a:lnTo>
                    <a:pt x="169312" y="661733"/>
                  </a:lnTo>
                  <a:lnTo>
                    <a:pt x="170384" y="662033"/>
                  </a:lnTo>
                  <a:lnTo>
                    <a:pt x="171455" y="662333"/>
                  </a:lnTo>
                  <a:lnTo>
                    <a:pt x="172527" y="662632"/>
                  </a:lnTo>
                  <a:lnTo>
                    <a:pt x="173599" y="662930"/>
                  </a:lnTo>
                  <a:lnTo>
                    <a:pt x="174670" y="663227"/>
                  </a:lnTo>
                  <a:lnTo>
                    <a:pt x="175742" y="663524"/>
                  </a:lnTo>
                  <a:lnTo>
                    <a:pt x="176813" y="663820"/>
                  </a:lnTo>
                  <a:lnTo>
                    <a:pt x="177885" y="664115"/>
                  </a:lnTo>
                  <a:lnTo>
                    <a:pt x="178956" y="664409"/>
                  </a:lnTo>
                  <a:lnTo>
                    <a:pt x="180028" y="664702"/>
                  </a:lnTo>
                  <a:lnTo>
                    <a:pt x="181100" y="664995"/>
                  </a:lnTo>
                  <a:lnTo>
                    <a:pt x="182171" y="665287"/>
                  </a:lnTo>
                  <a:lnTo>
                    <a:pt x="183243" y="665578"/>
                  </a:lnTo>
                  <a:lnTo>
                    <a:pt x="184314" y="665868"/>
                  </a:lnTo>
                  <a:lnTo>
                    <a:pt x="185386" y="666158"/>
                  </a:lnTo>
                  <a:lnTo>
                    <a:pt x="186458" y="666446"/>
                  </a:lnTo>
                  <a:lnTo>
                    <a:pt x="187529" y="666734"/>
                  </a:lnTo>
                  <a:lnTo>
                    <a:pt x="188601" y="667021"/>
                  </a:lnTo>
                  <a:lnTo>
                    <a:pt x="189672" y="667308"/>
                  </a:lnTo>
                  <a:lnTo>
                    <a:pt x="190744" y="667593"/>
                  </a:lnTo>
                  <a:lnTo>
                    <a:pt x="191816" y="667878"/>
                  </a:lnTo>
                  <a:lnTo>
                    <a:pt x="192887" y="668162"/>
                  </a:lnTo>
                  <a:lnTo>
                    <a:pt x="193959" y="668445"/>
                  </a:lnTo>
                  <a:lnTo>
                    <a:pt x="195030" y="668727"/>
                  </a:lnTo>
                  <a:lnTo>
                    <a:pt x="196102" y="669008"/>
                  </a:lnTo>
                  <a:lnTo>
                    <a:pt x="197174" y="669289"/>
                  </a:lnTo>
                  <a:lnTo>
                    <a:pt x="198245" y="669568"/>
                  </a:lnTo>
                  <a:lnTo>
                    <a:pt x="199317" y="669847"/>
                  </a:lnTo>
                  <a:lnTo>
                    <a:pt x="200388" y="670125"/>
                  </a:lnTo>
                  <a:lnTo>
                    <a:pt x="201460" y="670402"/>
                  </a:lnTo>
                  <a:lnTo>
                    <a:pt x="202532" y="670679"/>
                  </a:lnTo>
                  <a:lnTo>
                    <a:pt x="203603" y="670954"/>
                  </a:lnTo>
                  <a:lnTo>
                    <a:pt x="204675" y="671229"/>
                  </a:lnTo>
                  <a:lnTo>
                    <a:pt x="205746" y="671502"/>
                  </a:lnTo>
                  <a:lnTo>
                    <a:pt x="206818" y="671775"/>
                  </a:lnTo>
                  <a:lnTo>
                    <a:pt x="207890" y="672047"/>
                  </a:lnTo>
                  <a:lnTo>
                    <a:pt x="208961" y="672319"/>
                  </a:lnTo>
                  <a:lnTo>
                    <a:pt x="210033" y="672589"/>
                  </a:lnTo>
                  <a:lnTo>
                    <a:pt x="211104" y="672858"/>
                  </a:lnTo>
                  <a:lnTo>
                    <a:pt x="212176" y="673127"/>
                  </a:lnTo>
                  <a:lnTo>
                    <a:pt x="213248" y="673395"/>
                  </a:lnTo>
                  <a:lnTo>
                    <a:pt x="214319" y="673661"/>
                  </a:lnTo>
                  <a:lnTo>
                    <a:pt x="215391" y="673927"/>
                  </a:lnTo>
                  <a:lnTo>
                    <a:pt x="216462" y="674192"/>
                  </a:lnTo>
                  <a:lnTo>
                    <a:pt x="217534" y="674457"/>
                  </a:lnTo>
                  <a:lnTo>
                    <a:pt x="218606" y="674720"/>
                  </a:lnTo>
                  <a:lnTo>
                    <a:pt x="219677" y="674982"/>
                  </a:lnTo>
                  <a:lnTo>
                    <a:pt x="220749" y="675244"/>
                  </a:lnTo>
                  <a:lnTo>
                    <a:pt x="221820" y="675504"/>
                  </a:lnTo>
                  <a:lnTo>
                    <a:pt x="222892" y="675764"/>
                  </a:lnTo>
                  <a:lnTo>
                    <a:pt x="223964" y="676023"/>
                  </a:lnTo>
                  <a:lnTo>
                    <a:pt x="225035" y="676281"/>
                  </a:lnTo>
                  <a:lnTo>
                    <a:pt x="226107" y="676538"/>
                  </a:lnTo>
                  <a:lnTo>
                    <a:pt x="227178" y="676794"/>
                  </a:lnTo>
                  <a:lnTo>
                    <a:pt x="228250" y="677049"/>
                  </a:lnTo>
                  <a:lnTo>
                    <a:pt x="229322" y="677303"/>
                  </a:lnTo>
                  <a:lnTo>
                    <a:pt x="230393" y="677556"/>
                  </a:lnTo>
                  <a:lnTo>
                    <a:pt x="231465" y="677809"/>
                  </a:lnTo>
                  <a:lnTo>
                    <a:pt x="232536" y="678060"/>
                  </a:lnTo>
                  <a:lnTo>
                    <a:pt x="233608" y="678310"/>
                  </a:lnTo>
                  <a:lnTo>
                    <a:pt x="234680" y="678560"/>
                  </a:lnTo>
                  <a:lnTo>
                    <a:pt x="235751" y="678809"/>
                  </a:lnTo>
                  <a:lnTo>
                    <a:pt x="236823" y="679056"/>
                  </a:lnTo>
                  <a:lnTo>
                    <a:pt x="237894" y="679303"/>
                  </a:lnTo>
                  <a:lnTo>
                    <a:pt x="238966" y="679549"/>
                  </a:lnTo>
                  <a:lnTo>
                    <a:pt x="240038" y="679793"/>
                  </a:lnTo>
                  <a:lnTo>
                    <a:pt x="241109" y="680037"/>
                  </a:lnTo>
                  <a:lnTo>
                    <a:pt x="242181" y="680280"/>
                  </a:lnTo>
                  <a:lnTo>
                    <a:pt x="243252" y="680522"/>
                  </a:lnTo>
                  <a:lnTo>
                    <a:pt x="244324" y="680763"/>
                  </a:lnTo>
                  <a:lnTo>
                    <a:pt x="245396" y="681003"/>
                  </a:lnTo>
                  <a:lnTo>
                    <a:pt x="246467" y="681241"/>
                  </a:lnTo>
                  <a:lnTo>
                    <a:pt x="247539" y="681479"/>
                  </a:lnTo>
                  <a:lnTo>
                    <a:pt x="248610" y="681716"/>
                  </a:lnTo>
                  <a:lnTo>
                    <a:pt x="249682" y="681952"/>
                  </a:lnTo>
                  <a:lnTo>
                    <a:pt x="250754" y="682187"/>
                  </a:lnTo>
                  <a:lnTo>
                    <a:pt x="251825" y="682421"/>
                  </a:lnTo>
                  <a:lnTo>
                    <a:pt x="252897" y="682654"/>
                  </a:lnTo>
                  <a:lnTo>
                    <a:pt x="253968" y="682886"/>
                  </a:lnTo>
                  <a:lnTo>
                    <a:pt x="255040" y="683117"/>
                  </a:lnTo>
                  <a:lnTo>
                    <a:pt x="256112" y="683347"/>
                  </a:lnTo>
                  <a:lnTo>
                    <a:pt x="257183" y="683576"/>
                  </a:lnTo>
                  <a:lnTo>
                    <a:pt x="258255" y="683804"/>
                  </a:lnTo>
                  <a:lnTo>
                    <a:pt x="259326" y="684030"/>
                  </a:lnTo>
                  <a:lnTo>
                    <a:pt x="260398" y="684256"/>
                  </a:lnTo>
                  <a:lnTo>
                    <a:pt x="261470" y="684481"/>
                  </a:lnTo>
                  <a:lnTo>
                    <a:pt x="262541" y="684705"/>
                  </a:lnTo>
                  <a:lnTo>
                    <a:pt x="263613" y="684927"/>
                  </a:lnTo>
                  <a:lnTo>
                    <a:pt x="264684" y="685149"/>
                  </a:lnTo>
                  <a:lnTo>
                    <a:pt x="265756" y="685370"/>
                  </a:lnTo>
                  <a:lnTo>
                    <a:pt x="266828" y="685589"/>
                  </a:lnTo>
                  <a:lnTo>
                    <a:pt x="267899" y="685808"/>
                  </a:lnTo>
                  <a:lnTo>
                    <a:pt x="268971" y="686025"/>
                  </a:lnTo>
                  <a:lnTo>
                    <a:pt x="270042" y="686241"/>
                  </a:lnTo>
                  <a:lnTo>
                    <a:pt x="271114" y="686457"/>
                  </a:lnTo>
                  <a:lnTo>
                    <a:pt x="272186" y="686671"/>
                  </a:lnTo>
                  <a:lnTo>
                    <a:pt x="273257" y="686884"/>
                  </a:lnTo>
                  <a:lnTo>
                    <a:pt x="274329" y="687096"/>
                  </a:lnTo>
                  <a:lnTo>
                    <a:pt x="275400" y="687307"/>
                  </a:lnTo>
                  <a:lnTo>
                    <a:pt x="276472" y="687517"/>
                  </a:lnTo>
                  <a:lnTo>
                    <a:pt x="277544" y="687725"/>
                  </a:lnTo>
                  <a:lnTo>
                    <a:pt x="278615" y="687933"/>
                  </a:lnTo>
                  <a:lnTo>
                    <a:pt x="279687" y="688139"/>
                  </a:lnTo>
                  <a:lnTo>
                    <a:pt x="280758" y="688345"/>
                  </a:lnTo>
                  <a:lnTo>
                    <a:pt x="281830" y="688549"/>
                  </a:lnTo>
                  <a:lnTo>
                    <a:pt x="282902" y="688752"/>
                  </a:lnTo>
                  <a:lnTo>
                    <a:pt x="283973" y="688954"/>
                  </a:lnTo>
                  <a:lnTo>
                    <a:pt x="285045" y="689155"/>
                  </a:lnTo>
                  <a:lnTo>
                    <a:pt x="286116" y="689355"/>
                  </a:lnTo>
                  <a:lnTo>
                    <a:pt x="287188" y="689553"/>
                  </a:lnTo>
                  <a:lnTo>
                    <a:pt x="288260" y="689751"/>
                  </a:lnTo>
                  <a:lnTo>
                    <a:pt x="289331" y="689947"/>
                  </a:lnTo>
                  <a:lnTo>
                    <a:pt x="290403" y="690142"/>
                  </a:lnTo>
                  <a:lnTo>
                    <a:pt x="291474" y="690336"/>
                  </a:lnTo>
                  <a:lnTo>
                    <a:pt x="292546" y="690529"/>
                  </a:lnTo>
                  <a:lnTo>
                    <a:pt x="293618" y="690721"/>
                  </a:lnTo>
                  <a:lnTo>
                    <a:pt x="294689" y="690911"/>
                  </a:lnTo>
                  <a:lnTo>
                    <a:pt x="295761" y="691101"/>
                  </a:lnTo>
                  <a:lnTo>
                    <a:pt x="296832" y="691289"/>
                  </a:lnTo>
                  <a:lnTo>
                    <a:pt x="297904" y="691476"/>
                  </a:lnTo>
                  <a:lnTo>
                    <a:pt x="298976" y="691661"/>
                  </a:lnTo>
                  <a:lnTo>
                    <a:pt x="300047" y="691846"/>
                  </a:lnTo>
                  <a:lnTo>
                    <a:pt x="301119" y="692029"/>
                  </a:lnTo>
                  <a:lnTo>
                    <a:pt x="302190" y="692211"/>
                  </a:lnTo>
                  <a:lnTo>
                    <a:pt x="303262" y="692392"/>
                  </a:lnTo>
                  <a:lnTo>
                    <a:pt x="304334" y="692572"/>
                  </a:lnTo>
                  <a:lnTo>
                    <a:pt x="305405" y="692751"/>
                  </a:lnTo>
                  <a:lnTo>
                    <a:pt x="306477" y="692928"/>
                  </a:lnTo>
                  <a:lnTo>
                    <a:pt x="307548" y="693104"/>
                  </a:lnTo>
                  <a:lnTo>
                    <a:pt x="308620" y="693279"/>
                  </a:lnTo>
                  <a:lnTo>
                    <a:pt x="309692" y="693452"/>
                  </a:lnTo>
                  <a:lnTo>
                    <a:pt x="310763" y="693624"/>
                  </a:lnTo>
                  <a:lnTo>
                    <a:pt x="311835" y="693795"/>
                  </a:lnTo>
                  <a:lnTo>
                    <a:pt x="312906" y="693965"/>
                  </a:lnTo>
                  <a:lnTo>
                    <a:pt x="313978" y="694134"/>
                  </a:lnTo>
                  <a:lnTo>
                    <a:pt x="315050" y="694301"/>
                  </a:lnTo>
                  <a:lnTo>
                    <a:pt x="316121" y="694467"/>
                  </a:lnTo>
                  <a:lnTo>
                    <a:pt x="317193" y="694631"/>
                  </a:lnTo>
                  <a:lnTo>
                    <a:pt x="318264" y="694795"/>
                  </a:lnTo>
                  <a:lnTo>
                    <a:pt x="319336" y="694957"/>
                  </a:lnTo>
                  <a:lnTo>
                    <a:pt x="320408" y="695118"/>
                  </a:lnTo>
                  <a:lnTo>
                    <a:pt x="321479" y="695277"/>
                  </a:lnTo>
                  <a:lnTo>
                    <a:pt x="322551" y="695435"/>
                  </a:lnTo>
                  <a:lnTo>
                    <a:pt x="323622" y="695592"/>
                  </a:lnTo>
                  <a:lnTo>
                    <a:pt x="324694" y="695748"/>
                  </a:lnTo>
                  <a:lnTo>
                    <a:pt x="325766" y="695902"/>
                  </a:lnTo>
                  <a:lnTo>
                    <a:pt x="326837" y="696055"/>
                  </a:lnTo>
                  <a:lnTo>
                    <a:pt x="327909" y="696206"/>
                  </a:lnTo>
                  <a:lnTo>
                    <a:pt x="328980" y="696357"/>
                  </a:lnTo>
                  <a:lnTo>
                    <a:pt x="330052" y="696505"/>
                  </a:lnTo>
                  <a:lnTo>
                    <a:pt x="331124" y="696653"/>
                  </a:lnTo>
                  <a:lnTo>
                    <a:pt x="332195" y="696799"/>
                  </a:lnTo>
                  <a:lnTo>
                    <a:pt x="333267" y="696944"/>
                  </a:lnTo>
                  <a:lnTo>
                    <a:pt x="334338" y="697087"/>
                  </a:lnTo>
                  <a:lnTo>
                    <a:pt x="335410" y="697229"/>
                  </a:lnTo>
                  <a:lnTo>
                    <a:pt x="336482" y="697370"/>
                  </a:lnTo>
                  <a:lnTo>
                    <a:pt x="337553" y="697509"/>
                  </a:lnTo>
                  <a:lnTo>
                    <a:pt x="338625" y="697647"/>
                  </a:lnTo>
                  <a:lnTo>
                    <a:pt x="339696" y="697783"/>
                  </a:lnTo>
                  <a:lnTo>
                    <a:pt x="340768" y="697918"/>
                  </a:lnTo>
                  <a:lnTo>
                    <a:pt x="341840" y="698052"/>
                  </a:lnTo>
                  <a:lnTo>
                    <a:pt x="342911" y="698184"/>
                  </a:lnTo>
                  <a:lnTo>
                    <a:pt x="343983" y="698315"/>
                  </a:lnTo>
                  <a:lnTo>
                    <a:pt x="345054" y="698444"/>
                  </a:lnTo>
                  <a:lnTo>
                    <a:pt x="346126" y="698572"/>
                  </a:lnTo>
                  <a:lnTo>
                    <a:pt x="347198" y="698698"/>
                  </a:lnTo>
                  <a:lnTo>
                    <a:pt x="348269" y="698823"/>
                  </a:lnTo>
                  <a:lnTo>
                    <a:pt x="349341" y="698947"/>
                  </a:lnTo>
                  <a:lnTo>
                    <a:pt x="350412" y="699069"/>
                  </a:lnTo>
                  <a:lnTo>
                    <a:pt x="351484" y="699189"/>
                  </a:lnTo>
                  <a:lnTo>
                    <a:pt x="352556" y="699308"/>
                  </a:lnTo>
                  <a:lnTo>
                    <a:pt x="353627" y="699426"/>
                  </a:lnTo>
                  <a:lnTo>
                    <a:pt x="354699" y="699542"/>
                  </a:lnTo>
                  <a:lnTo>
                    <a:pt x="355770" y="699657"/>
                  </a:lnTo>
                  <a:lnTo>
                    <a:pt x="356842" y="699770"/>
                  </a:lnTo>
                  <a:lnTo>
                    <a:pt x="357913" y="699881"/>
                  </a:lnTo>
                  <a:lnTo>
                    <a:pt x="358985" y="699991"/>
                  </a:lnTo>
                  <a:lnTo>
                    <a:pt x="360057" y="700100"/>
                  </a:lnTo>
                  <a:lnTo>
                    <a:pt x="361128" y="700207"/>
                  </a:lnTo>
                  <a:lnTo>
                    <a:pt x="362200" y="700312"/>
                  </a:lnTo>
                  <a:lnTo>
                    <a:pt x="363271" y="700416"/>
                  </a:lnTo>
                  <a:lnTo>
                    <a:pt x="364343" y="700519"/>
                  </a:lnTo>
                  <a:lnTo>
                    <a:pt x="365415" y="700619"/>
                  </a:lnTo>
                  <a:lnTo>
                    <a:pt x="366486" y="700719"/>
                  </a:lnTo>
                  <a:lnTo>
                    <a:pt x="367558" y="700816"/>
                  </a:lnTo>
                  <a:lnTo>
                    <a:pt x="368629" y="700912"/>
                  </a:lnTo>
                  <a:lnTo>
                    <a:pt x="369701" y="701007"/>
                  </a:lnTo>
                  <a:lnTo>
                    <a:pt x="370773" y="701100"/>
                  </a:lnTo>
                  <a:lnTo>
                    <a:pt x="371844" y="701191"/>
                  </a:lnTo>
                  <a:lnTo>
                    <a:pt x="372916" y="701281"/>
                  </a:lnTo>
                  <a:lnTo>
                    <a:pt x="373987" y="701369"/>
                  </a:lnTo>
                  <a:lnTo>
                    <a:pt x="375059" y="701455"/>
                  </a:lnTo>
                  <a:lnTo>
                    <a:pt x="376131" y="701540"/>
                  </a:lnTo>
                  <a:lnTo>
                    <a:pt x="377202" y="701623"/>
                  </a:lnTo>
                  <a:lnTo>
                    <a:pt x="378274" y="701704"/>
                  </a:lnTo>
                  <a:lnTo>
                    <a:pt x="379345" y="701784"/>
                  </a:lnTo>
                  <a:lnTo>
                    <a:pt x="380417" y="701862"/>
                  </a:lnTo>
                  <a:lnTo>
                    <a:pt x="381489" y="701939"/>
                  </a:lnTo>
                  <a:lnTo>
                    <a:pt x="382560" y="702014"/>
                  </a:lnTo>
                  <a:lnTo>
                    <a:pt x="383632" y="702087"/>
                  </a:lnTo>
                  <a:lnTo>
                    <a:pt x="384703" y="702158"/>
                  </a:lnTo>
                  <a:lnTo>
                    <a:pt x="385775" y="702228"/>
                  </a:lnTo>
                  <a:lnTo>
                    <a:pt x="386847" y="702296"/>
                  </a:lnTo>
                  <a:lnTo>
                    <a:pt x="387918" y="702362"/>
                  </a:lnTo>
                  <a:lnTo>
                    <a:pt x="388990" y="702427"/>
                  </a:lnTo>
                  <a:lnTo>
                    <a:pt x="390061" y="702490"/>
                  </a:lnTo>
                  <a:lnTo>
                    <a:pt x="391133" y="702551"/>
                  </a:lnTo>
                  <a:lnTo>
                    <a:pt x="392205" y="702610"/>
                  </a:lnTo>
                  <a:lnTo>
                    <a:pt x="393276" y="702668"/>
                  </a:lnTo>
                  <a:lnTo>
                    <a:pt x="394348" y="702724"/>
                  </a:lnTo>
                  <a:lnTo>
                    <a:pt x="395419" y="702778"/>
                  </a:lnTo>
                  <a:lnTo>
                    <a:pt x="396491" y="702830"/>
                  </a:lnTo>
                  <a:lnTo>
                    <a:pt x="397563" y="702880"/>
                  </a:lnTo>
                  <a:lnTo>
                    <a:pt x="398634" y="702929"/>
                  </a:lnTo>
                  <a:lnTo>
                    <a:pt x="399706" y="702976"/>
                  </a:lnTo>
                  <a:lnTo>
                    <a:pt x="400777" y="703021"/>
                  </a:lnTo>
                  <a:lnTo>
                    <a:pt x="401849" y="703064"/>
                  </a:lnTo>
                  <a:lnTo>
                    <a:pt x="402921" y="703105"/>
                  </a:lnTo>
                  <a:lnTo>
                    <a:pt x="403992" y="703145"/>
                  </a:lnTo>
                  <a:lnTo>
                    <a:pt x="405064" y="703183"/>
                  </a:lnTo>
                  <a:lnTo>
                    <a:pt x="406135" y="703218"/>
                  </a:lnTo>
                  <a:lnTo>
                    <a:pt x="407207" y="703252"/>
                  </a:lnTo>
                  <a:lnTo>
                    <a:pt x="408279" y="703284"/>
                  </a:lnTo>
                  <a:lnTo>
                    <a:pt x="409350" y="703315"/>
                  </a:lnTo>
                  <a:lnTo>
                    <a:pt x="410422" y="703343"/>
                  </a:lnTo>
                  <a:lnTo>
                    <a:pt x="411493" y="703370"/>
                  </a:lnTo>
                  <a:lnTo>
                    <a:pt x="412565" y="703394"/>
                  </a:lnTo>
                  <a:lnTo>
                    <a:pt x="413637" y="703417"/>
                  </a:lnTo>
                  <a:lnTo>
                    <a:pt x="414708" y="703438"/>
                  </a:lnTo>
                  <a:lnTo>
                    <a:pt x="415780" y="703456"/>
                  </a:lnTo>
                  <a:lnTo>
                    <a:pt x="416851" y="703473"/>
                  </a:lnTo>
                  <a:lnTo>
                    <a:pt x="417923" y="703488"/>
                  </a:lnTo>
                  <a:lnTo>
                    <a:pt x="418995" y="703501"/>
                  </a:lnTo>
                  <a:lnTo>
                    <a:pt x="420066" y="703512"/>
                  </a:lnTo>
                  <a:lnTo>
                    <a:pt x="421138" y="703522"/>
                  </a:lnTo>
                  <a:lnTo>
                    <a:pt x="422209" y="703529"/>
                  </a:lnTo>
                  <a:lnTo>
                    <a:pt x="423281" y="703534"/>
                  </a:lnTo>
                  <a:lnTo>
                    <a:pt x="424353" y="703537"/>
                  </a:lnTo>
                  <a:lnTo>
                    <a:pt x="425424" y="703539"/>
                  </a:lnTo>
                  <a:lnTo>
                    <a:pt x="426496" y="703538"/>
                  </a:lnTo>
                  <a:lnTo>
                    <a:pt x="427567" y="703535"/>
                  </a:lnTo>
                  <a:lnTo>
                    <a:pt x="428639" y="703530"/>
                  </a:lnTo>
                  <a:lnTo>
                    <a:pt x="429711" y="703524"/>
                  </a:lnTo>
                  <a:lnTo>
                    <a:pt x="430782" y="703515"/>
                  </a:lnTo>
                  <a:lnTo>
                    <a:pt x="431854" y="703504"/>
                  </a:lnTo>
                  <a:lnTo>
                    <a:pt x="432925" y="703491"/>
                  </a:lnTo>
                  <a:lnTo>
                    <a:pt x="433997" y="703476"/>
                  </a:lnTo>
                  <a:lnTo>
                    <a:pt x="435069" y="703460"/>
                  </a:lnTo>
                  <a:lnTo>
                    <a:pt x="436140" y="703441"/>
                  </a:lnTo>
                  <a:lnTo>
                    <a:pt x="437212" y="703420"/>
                  </a:lnTo>
                  <a:lnTo>
                    <a:pt x="438283" y="703397"/>
                  </a:lnTo>
                  <a:lnTo>
                    <a:pt x="439355" y="703372"/>
                  </a:lnTo>
                  <a:lnTo>
                    <a:pt x="440427" y="703344"/>
                  </a:lnTo>
                  <a:lnTo>
                    <a:pt x="441498" y="703315"/>
                  </a:lnTo>
                  <a:lnTo>
                    <a:pt x="442570" y="703284"/>
                  </a:lnTo>
                  <a:lnTo>
                    <a:pt x="443641" y="703250"/>
                  </a:lnTo>
                  <a:lnTo>
                    <a:pt x="444713" y="703215"/>
                  </a:lnTo>
                  <a:lnTo>
                    <a:pt x="445785" y="703177"/>
                  </a:lnTo>
                  <a:lnTo>
                    <a:pt x="446856" y="703137"/>
                  </a:lnTo>
                  <a:lnTo>
                    <a:pt x="447928" y="703095"/>
                  </a:lnTo>
                  <a:lnTo>
                    <a:pt x="448999" y="703051"/>
                  </a:lnTo>
                  <a:lnTo>
                    <a:pt x="450071" y="703005"/>
                  </a:lnTo>
                  <a:lnTo>
                    <a:pt x="451143" y="702956"/>
                  </a:lnTo>
                  <a:lnTo>
                    <a:pt x="452214" y="702906"/>
                  </a:lnTo>
                  <a:lnTo>
                    <a:pt x="453286" y="702853"/>
                  </a:lnTo>
                  <a:lnTo>
                    <a:pt x="454357" y="702798"/>
                  </a:lnTo>
                  <a:lnTo>
                    <a:pt x="455429" y="702741"/>
                  </a:lnTo>
                  <a:lnTo>
                    <a:pt x="456501" y="702682"/>
                  </a:lnTo>
                  <a:lnTo>
                    <a:pt x="457572" y="702621"/>
                  </a:lnTo>
                  <a:lnTo>
                    <a:pt x="458644" y="702557"/>
                  </a:lnTo>
                  <a:lnTo>
                    <a:pt x="459715" y="702491"/>
                  </a:lnTo>
                  <a:lnTo>
                    <a:pt x="460787" y="702423"/>
                  </a:lnTo>
                  <a:lnTo>
                    <a:pt x="461859" y="702353"/>
                  </a:lnTo>
                  <a:lnTo>
                    <a:pt x="462930" y="702281"/>
                  </a:lnTo>
                  <a:lnTo>
                    <a:pt x="464002" y="702206"/>
                  </a:lnTo>
                  <a:lnTo>
                    <a:pt x="465073" y="702129"/>
                  </a:lnTo>
                  <a:lnTo>
                    <a:pt x="466145" y="702050"/>
                  </a:lnTo>
                  <a:lnTo>
                    <a:pt x="467217" y="701968"/>
                  </a:lnTo>
                  <a:lnTo>
                    <a:pt x="468288" y="701885"/>
                  </a:lnTo>
                  <a:lnTo>
                    <a:pt x="469360" y="701799"/>
                  </a:lnTo>
                  <a:lnTo>
                    <a:pt x="470431" y="701711"/>
                  </a:lnTo>
                  <a:lnTo>
                    <a:pt x="471503" y="701620"/>
                  </a:lnTo>
                  <a:lnTo>
                    <a:pt x="472575" y="701528"/>
                  </a:lnTo>
                  <a:lnTo>
                    <a:pt x="473646" y="701433"/>
                  </a:lnTo>
                  <a:lnTo>
                    <a:pt x="474718" y="701335"/>
                  </a:lnTo>
                  <a:lnTo>
                    <a:pt x="475789" y="701236"/>
                  </a:lnTo>
                  <a:lnTo>
                    <a:pt x="476861" y="701134"/>
                  </a:lnTo>
                  <a:lnTo>
                    <a:pt x="477933" y="701029"/>
                  </a:lnTo>
                  <a:lnTo>
                    <a:pt x="479004" y="700923"/>
                  </a:lnTo>
                  <a:lnTo>
                    <a:pt x="480076" y="700814"/>
                  </a:lnTo>
                  <a:lnTo>
                    <a:pt x="481147" y="700703"/>
                  </a:lnTo>
                  <a:lnTo>
                    <a:pt x="482219" y="700589"/>
                  </a:lnTo>
                  <a:lnTo>
                    <a:pt x="483291" y="700473"/>
                  </a:lnTo>
                  <a:lnTo>
                    <a:pt x="484362" y="700355"/>
                  </a:lnTo>
                  <a:lnTo>
                    <a:pt x="485434" y="700235"/>
                  </a:lnTo>
                  <a:lnTo>
                    <a:pt x="486505" y="700112"/>
                  </a:lnTo>
                  <a:lnTo>
                    <a:pt x="487577" y="699986"/>
                  </a:lnTo>
                  <a:lnTo>
                    <a:pt x="488649" y="699859"/>
                  </a:lnTo>
                  <a:lnTo>
                    <a:pt x="489720" y="699729"/>
                  </a:lnTo>
                  <a:lnTo>
                    <a:pt x="490792" y="699596"/>
                  </a:lnTo>
                  <a:lnTo>
                    <a:pt x="491863" y="699461"/>
                  </a:lnTo>
                  <a:lnTo>
                    <a:pt x="492935" y="699324"/>
                  </a:lnTo>
                  <a:lnTo>
                    <a:pt x="494007" y="699184"/>
                  </a:lnTo>
                  <a:lnTo>
                    <a:pt x="495078" y="699042"/>
                  </a:lnTo>
                  <a:lnTo>
                    <a:pt x="496150" y="698898"/>
                  </a:lnTo>
                  <a:lnTo>
                    <a:pt x="497221" y="698751"/>
                  </a:lnTo>
                  <a:lnTo>
                    <a:pt x="498293" y="698602"/>
                  </a:lnTo>
                  <a:lnTo>
                    <a:pt x="499365" y="698450"/>
                  </a:lnTo>
                  <a:lnTo>
                    <a:pt x="500436" y="698296"/>
                  </a:lnTo>
                  <a:lnTo>
                    <a:pt x="501508" y="698139"/>
                  </a:lnTo>
                  <a:lnTo>
                    <a:pt x="502579" y="697980"/>
                  </a:lnTo>
                  <a:lnTo>
                    <a:pt x="503651" y="697819"/>
                  </a:lnTo>
                  <a:lnTo>
                    <a:pt x="504723" y="697655"/>
                  </a:lnTo>
                  <a:lnTo>
                    <a:pt x="505794" y="697488"/>
                  </a:lnTo>
                  <a:lnTo>
                    <a:pt x="506866" y="697319"/>
                  </a:lnTo>
                  <a:lnTo>
                    <a:pt x="507937" y="697148"/>
                  </a:lnTo>
                  <a:lnTo>
                    <a:pt x="509009" y="696974"/>
                  </a:lnTo>
                  <a:lnTo>
                    <a:pt x="510081" y="696798"/>
                  </a:lnTo>
                  <a:lnTo>
                    <a:pt x="511152" y="696619"/>
                  </a:lnTo>
                  <a:lnTo>
                    <a:pt x="512224" y="696438"/>
                  </a:lnTo>
                  <a:lnTo>
                    <a:pt x="513295" y="696254"/>
                  </a:lnTo>
                  <a:lnTo>
                    <a:pt x="514367" y="696067"/>
                  </a:lnTo>
                  <a:lnTo>
                    <a:pt x="515439" y="695879"/>
                  </a:lnTo>
                  <a:lnTo>
                    <a:pt x="516510" y="695687"/>
                  </a:lnTo>
                  <a:lnTo>
                    <a:pt x="517582" y="695493"/>
                  </a:lnTo>
                  <a:lnTo>
                    <a:pt x="518653" y="695297"/>
                  </a:lnTo>
                  <a:lnTo>
                    <a:pt x="519725" y="695098"/>
                  </a:lnTo>
                  <a:lnTo>
                    <a:pt x="520797" y="694897"/>
                  </a:lnTo>
                  <a:lnTo>
                    <a:pt x="521868" y="694693"/>
                  </a:lnTo>
                  <a:lnTo>
                    <a:pt x="522940" y="694486"/>
                  </a:lnTo>
                  <a:lnTo>
                    <a:pt x="524011" y="694277"/>
                  </a:lnTo>
                  <a:lnTo>
                    <a:pt x="525083" y="694066"/>
                  </a:lnTo>
                  <a:lnTo>
                    <a:pt x="526155" y="693851"/>
                  </a:lnTo>
                  <a:lnTo>
                    <a:pt x="527226" y="693635"/>
                  </a:lnTo>
                  <a:lnTo>
                    <a:pt x="528298" y="693415"/>
                  </a:lnTo>
                  <a:lnTo>
                    <a:pt x="529369" y="693193"/>
                  </a:lnTo>
                  <a:lnTo>
                    <a:pt x="530441" y="692969"/>
                  </a:lnTo>
                  <a:lnTo>
                    <a:pt x="531513" y="692742"/>
                  </a:lnTo>
                  <a:lnTo>
                    <a:pt x="532584" y="692512"/>
                  </a:lnTo>
                  <a:lnTo>
                    <a:pt x="533656" y="692280"/>
                  </a:lnTo>
                  <a:lnTo>
                    <a:pt x="534727" y="692046"/>
                  </a:lnTo>
                  <a:lnTo>
                    <a:pt x="535799" y="691808"/>
                  </a:lnTo>
                  <a:lnTo>
                    <a:pt x="536870" y="691568"/>
                  </a:lnTo>
                  <a:lnTo>
                    <a:pt x="537942" y="691326"/>
                  </a:lnTo>
                  <a:lnTo>
                    <a:pt x="539014" y="691081"/>
                  </a:lnTo>
                  <a:lnTo>
                    <a:pt x="540085" y="690833"/>
                  </a:lnTo>
                  <a:lnTo>
                    <a:pt x="541157" y="690582"/>
                  </a:lnTo>
                  <a:lnTo>
                    <a:pt x="542228" y="690329"/>
                  </a:lnTo>
                  <a:lnTo>
                    <a:pt x="543300" y="690074"/>
                  </a:lnTo>
                  <a:lnTo>
                    <a:pt x="544372" y="689816"/>
                  </a:lnTo>
                  <a:lnTo>
                    <a:pt x="545443" y="689555"/>
                  </a:lnTo>
                  <a:lnTo>
                    <a:pt x="546515" y="689291"/>
                  </a:lnTo>
                  <a:lnTo>
                    <a:pt x="547586" y="689025"/>
                  </a:lnTo>
                  <a:lnTo>
                    <a:pt x="548658" y="688757"/>
                  </a:lnTo>
                  <a:lnTo>
                    <a:pt x="549730" y="688485"/>
                  </a:lnTo>
                  <a:lnTo>
                    <a:pt x="550801" y="688211"/>
                  </a:lnTo>
                  <a:lnTo>
                    <a:pt x="551873" y="687935"/>
                  </a:lnTo>
                  <a:lnTo>
                    <a:pt x="552944" y="687655"/>
                  </a:lnTo>
                  <a:lnTo>
                    <a:pt x="554016" y="687374"/>
                  </a:lnTo>
                  <a:lnTo>
                    <a:pt x="555088" y="687089"/>
                  </a:lnTo>
                  <a:lnTo>
                    <a:pt x="556159" y="686802"/>
                  </a:lnTo>
                  <a:lnTo>
                    <a:pt x="557231" y="686512"/>
                  </a:lnTo>
                  <a:lnTo>
                    <a:pt x="558302" y="686219"/>
                  </a:lnTo>
                  <a:lnTo>
                    <a:pt x="559374" y="685924"/>
                  </a:lnTo>
                  <a:lnTo>
                    <a:pt x="560446" y="685626"/>
                  </a:lnTo>
                  <a:lnTo>
                    <a:pt x="561517" y="685326"/>
                  </a:lnTo>
                  <a:lnTo>
                    <a:pt x="562589" y="685023"/>
                  </a:lnTo>
                  <a:lnTo>
                    <a:pt x="563660" y="684717"/>
                  </a:lnTo>
                  <a:lnTo>
                    <a:pt x="564732" y="684409"/>
                  </a:lnTo>
                  <a:lnTo>
                    <a:pt x="565804" y="684097"/>
                  </a:lnTo>
                  <a:lnTo>
                    <a:pt x="566875" y="683784"/>
                  </a:lnTo>
                  <a:lnTo>
                    <a:pt x="567947" y="683467"/>
                  </a:lnTo>
                  <a:lnTo>
                    <a:pt x="569018" y="683148"/>
                  </a:lnTo>
                  <a:lnTo>
                    <a:pt x="570090" y="682826"/>
                  </a:lnTo>
                  <a:lnTo>
                    <a:pt x="571162" y="682502"/>
                  </a:lnTo>
                  <a:lnTo>
                    <a:pt x="572233" y="682174"/>
                  </a:lnTo>
                  <a:lnTo>
                    <a:pt x="573305" y="681845"/>
                  </a:lnTo>
                  <a:lnTo>
                    <a:pt x="574376" y="681512"/>
                  </a:lnTo>
                  <a:lnTo>
                    <a:pt x="575448" y="681177"/>
                  </a:lnTo>
                  <a:lnTo>
                    <a:pt x="576520" y="680839"/>
                  </a:lnTo>
                  <a:lnTo>
                    <a:pt x="577591" y="680498"/>
                  </a:lnTo>
                  <a:lnTo>
                    <a:pt x="578663" y="680155"/>
                  </a:lnTo>
                  <a:lnTo>
                    <a:pt x="579734" y="679809"/>
                  </a:lnTo>
                  <a:lnTo>
                    <a:pt x="580806" y="679461"/>
                  </a:lnTo>
                  <a:lnTo>
                    <a:pt x="581878" y="679109"/>
                  </a:lnTo>
                  <a:lnTo>
                    <a:pt x="582949" y="678755"/>
                  </a:lnTo>
                  <a:lnTo>
                    <a:pt x="584021" y="678399"/>
                  </a:lnTo>
                  <a:lnTo>
                    <a:pt x="585092" y="678039"/>
                  </a:lnTo>
                  <a:lnTo>
                    <a:pt x="586164" y="677677"/>
                  </a:lnTo>
                  <a:lnTo>
                    <a:pt x="587236" y="677313"/>
                  </a:lnTo>
                  <a:lnTo>
                    <a:pt x="588307" y="676945"/>
                  </a:lnTo>
                  <a:lnTo>
                    <a:pt x="589379" y="676575"/>
                  </a:lnTo>
                  <a:lnTo>
                    <a:pt x="590450" y="676203"/>
                  </a:lnTo>
                  <a:lnTo>
                    <a:pt x="591522" y="675827"/>
                  </a:lnTo>
                  <a:lnTo>
                    <a:pt x="592594" y="675449"/>
                  </a:lnTo>
                  <a:lnTo>
                    <a:pt x="593665" y="675068"/>
                  </a:lnTo>
                  <a:lnTo>
                    <a:pt x="594737" y="674685"/>
                  </a:lnTo>
                  <a:lnTo>
                    <a:pt x="595808" y="674299"/>
                  </a:lnTo>
                  <a:lnTo>
                    <a:pt x="596880" y="673910"/>
                  </a:lnTo>
                  <a:lnTo>
                    <a:pt x="597952" y="673518"/>
                  </a:lnTo>
                  <a:lnTo>
                    <a:pt x="599023" y="673124"/>
                  </a:lnTo>
                  <a:lnTo>
                    <a:pt x="600095" y="672728"/>
                  </a:lnTo>
                  <a:lnTo>
                    <a:pt x="601166" y="672328"/>
                  </a:lnTo>
                  <a:lnTo>
                    <a:pt x="602238" y="671926"/>
                  </a:lnTo>
                  <a:lnTo>
                    <a:pt x="603310" y="671521"/>
                  </a:lnTo>
                  <a:lnTo>
                    <a:pt x="604381" y="671114"/>
                  </a:lnTo>
                  <a:lnTo>
                    <a:pt x="605453" y="670704"/>
                  </a:lnTo>
                  <a:lnTo>
                    <a:pt x="606524" y="670291"/>
                  </a:lnTo>
                  <a:lnTo>
                    <a:pt x="607596" y="669875"/>
                  </a:lnTo>
                  <a:lnTo>
                    <a:pt x="608668" y="669457"/>
                  </a:lnTo>
                  <a:lnTo>
                    <a:pt x="609739" y="669036"/>
                  </a:lnTo>
                  <a:lnTo>
                    <a:pt x="610811" y="668613"/>
                  </a:lnTo>
                  <a:lnTo>
                    <a:pt x="611882" y="668187"/>
                  </a:lnTo>
                  <a:lnTo>
                    <a:pt x="612954" y="667758"/>
                  </a:lnTo>
                  <a:lnTo>
                    <a:pt x="614026" y="667327"/>
                  </a:lnTo>
                  <a:lnTo>
                    <a:pt x="615097" y="666893"/>
                  </a:lnTo>
                  <a:lnTo>
                    <a:pt x="616169" y="666457"/>
                  </a:lnTo>
                  <a:lnTo>
                    <a:pt x="617240" y="666017"/>
                  </a:lnTo>
                  <a:lnTo>
                    <a:pt x="618312" y="665575"/>
                  </a:lnTo>
                  <a:lnTo>
                    <a:pt x="619384" y="665131"/>
                  </a:lnTo>
                  <a:lnTo>
                    <a:pt x="620455" y="664684"/>
                  </a:lnTo>
                  <a:lnTo>
                    <a:pt x="621527" y="664234"/>
                  </a:lnTo>
                  <a:lnTo>
                    <a:pt x="622598" y="663782"/>
                  </a:lnTo>
                  <a:lnTo>
                    <a:pt x="623670" y="663327"/>
                  </a:lnTo>
                  <a:lnTo>
                    <a:pt x="624742" y="662870"/>
                  </a:lnTo>
                  <a:lnTo>
                    <a:pt x="625813" y="662409"/>
                  </a:lnTo>
                  <a:lnTo>
                    <a:pt x="626885" y="661947"/>
                  </a:lnTo>
                  <a:lnTo>
                    <a:pt x="627956" y="661481"/>
                  </a:lnTo>
                  <a:lnTo>
                    <a:pt x="629028" y="661014"/>
                  </a:lnTo>
                  <a:lnTo>
                    <a:pt x="630100" y="660543"/>
                  </a:lnTo>
                  <a:lnTo>
                    <a:pt x="631171" y="660070"/>
                  </a:lnTo>
                  <a:lnTo>
                    <a:pt x="632243" y="659594"/>
                  </a:lnTo>
                  <a:lnTo>
                    <a:pt x="633314" y="659116"/>
                  </a:lnTo>
                  <a:lnTo>
                    <a:pt x="634386" y="658636"/>
                  </a:lnTo>
                  <a:lnTo>
                    <a:pt x="635458" y="658152"/>
                  </a:lnTo>
                  <a:lnTo>
                    <a:pt x="636529" y="657667"/>
                  </a:lnTo>
                  <a:lnTo>
                    <a:pt x="637601" y="657178"/>
                  </a:lnTo>
                  <a:lnTo>
                    <a:pt x="638672" y="656687"/>
                  </a:lnTo>
                  <a:lnTo>
                    <a:pt x="639744" y="656194"/>
                  </a:lnTo>
                  <a:lnTo>
                    <a:pt x="640816" y="655698"/>
                  </a:lnTo>
                  <a:lnTo>
                    <a:pt x="641887" y="655200"/>
                  </a:lnTo>
                  <a:lnTo>
                    <a:pt x="642959" y="654699"/>
                  </a:lnTo>
                  <a:lnTo>
                    <a:pt x="644030" y="654195"/>
                  </a:lnTo>
                  <a:lnTo>
                    <a:pt x="645102" y="653689"/>
                  </a:lnTo>
                  <a:lnTo>
                    <a:pt x="646174" y="653181"/>
                  </a:lnTo>
                  <a:lnTo>
                    <a:pt x="647245" y="652670"/>
                  </a:lnTo>
                  <a:lnTo>
                    <a:pt x="648317" y="652156"/>
                  </a:lnTo>
                  <a:lnTo>
                    <a:pt x="649388" y="651641"/>
                  </a:lnTo>
                  <a:lnTo>
                    <a:pt x="650460" y="651122"/>
                  </a:lnTo>
                  <a:lnTo>
                    <a:pt x="651532" y="650601"/>
                  </a:lnTo>
                  <a:lnTo>
                    <a:pt x="652603" y="650078"/>
                  </a:lnTo>
                  <a:lnTo>
                    <a:pt x="653675" y="649553"/>
                  </a:lnTo>
                  <a:lnTo>
                    <a:pt x="654746" y="649024"/>
                  </a:lnTo>
                  <a:lnTo>
                    <a:pt x="655818" y="648494"/>
                  </a:lnTo>
                  <a:lnTo>
                    <a:pt x="656890" y="647961"/>
                  </a:lnTo>
                  <a:lnTo>
                    <a:pt x="657961" y="647426"/>
                  </a:lnTo>
                  <a:lnTo>
                    <a:pt x="659033" y="646888"/>
                  </a:lnTo>
                  <a:lnTo>
                    <a:pt x="660104" y="646348"/>
                  </a:lnTo>
                  <a:lnTo>
                    <a:pt x="661176" y="645805"/>
                  </a:lnTo>
                  <a:lnTo>
                    <a:pt x="662248" y="645261"/>
                  </a:lnTo>
                  <a:lnTo>
                    <a:pt x="663319" y="644713"/>
                  </a:lnTo>
                  <a:lnTo>
                    <a:pt x="664391" y="644164"/>
                  </a:lnTo>
                  <a:lnTo>
                    <a:pt x="665462" y="643612"/>
                  </a:lnTo>
                  <a:lnTo>
                    <a:pt x="666534" y="643058"/>
                  </a:lnTo>
                  <a:lnTo>
                    <a:pt x="667606" y="642501"/>
                  </a:lnTo>
                  <a:lnTo>
                    <a:pt x="668677" y="641942"/>
                  </a:lnTo>
                  <a:lnTo>
                    <a:pt x="669749" y="641381"/>
                  </a:lnTo>
                  <a:lnTo>
                    <a:pt x="670820" y="640818"/>
                  </a:lnTo>
                  <a:lnTo>
                    <a:pt x="671892" y="640252"/>
                  </a:lnTo>
                  <a:lnTo>
                    <a:pt x="672964" y="639684"/>
                  </a:lnTo>
                  <a:lnTo>
                    <a:pt x="674035" y="639114"/>
                  </a:lnTo>
                  <a:lnTo>
                    <a:pt x="675107" y="638541"/>
                  </a:lnTo>
                  <a:lnTo>
                    <a:pt x="676178" y="637966"/>
                  </a:lnTo>
                  <a:lnTo>
                    <a:pt x="677250" y="637390"/>
                  </a:lnTo>
                  <a:lnTo>
                    <a:pt x="678322" y="636810"/>
                  </a:lnTo>
                  <a:lnTo>
                    <a:pt x="679393" y="636229"/>
                  </a:lnTo>
                  <a:lnTo>
                    <a:pt x="680465" y="635645"/>
                  </a:lnTo>
                  <a:lnTo>
                    <a:pt x="681536" y="635060"/>
                  </a:lnTo>
                  <a:lnTo>
                    <a:pt x="682608" y="634472"/>
                  </a:lnTo>
                  <a:lnTo>
                    <a:pt x="683680" y="633882"/>
                  </a:lnTo>
                  <a:lnTo>
                    <a:pt x="684751" y="633289"/>
                  </a:lnTo>
                  <a:lnTo>
                    <a:pt x="685823" y="632695"/>
                  </a:lnTo>
                  <a:lnTo>
                    <a:pt x="686894" y="632098"/>
                  </a:lnTo>
                  <a:lnTo>
                    <a:pt x="687966" y="631500"/>
                  </a:lnTo>
                  <a:lnTo>
                    <a:pt x="689038" y="630899"/>
                  </a:lnTo>
                  <a:lnTo>
                    <a:pt x="690109" y="630296"/>
                  </a:lnTo>
                  <a:lnTo>
                    <a:pt x="691181" y="629692"/>
                  </a:lnTo>
                  <a:lnTo>
                    <a:pt x="692252" y="629085"/>
                  </a:lnTo>
                  <a:lnTo>
                    <a:pt x="693324" y="628476"/>
                  </a:lnTo>
                  <a:lnTo>
                    <a:pt x="694396" y="627865"/>
                  </a:lnTo>
                  <a:lnTo>
                    <a:pt x="695467" y="627252"/>
                  </a:lnTo>
                  <a:lnTo>
                    <a:pt x="696539" y="626637"/>
                  </a:lnTo>
                  <a:lnTo>
                    <a:pt x="697610" y="626020"/>
                  </a:lnTo>
                  <a:lnTo>
                    <a:pt x="698682" y="625401"/>
                  </a:lnTo>
                  <a:lnTo>
                    <a:pt x="699754" y="624780"/>
                  </a:lnTo>
                  <a:lnTo>
                    <a:pt x="700825" y="624157"/>
                  </a:lnTo>
                  <a:lnTo>
                    <a:pt x="701897" y="623532"/>
                  </a:lnTo>
                  <a:lnTo>
                    <a:pt x="702968" y="622905"/>
                  </a:lnTo>
                  <a:lnTo>
                    <a:pt x="704040" y="622277"/>
                  </a:lnTo>
                  <a:lnTo>
                    <a:pt x="705112" y="621646"/>
                  </a:lnTo>
                  <a:lnTo>
                    <a:pt x="706183" y="621014"/>
                  </a:lnTo>
                  <a:lnTo>
                    <a:pt x="707255" y="620380"/>
                  </a:lnTo>
                  <a:lnTo>
                    <a:pt x="708326" y="619743"/>
                  </a:lnTo>
                  <a:lnTo>
                    <a:pt x="709398" y="619105"/>
                  </a:lnTo>
                  <a:lnTo>
                    <a:pt x="710469" y="618466"/>
                  </a:lnTo>
                  <a:lnTo>
                    <a:pt x="711541" y="617824"/>
                  </a:lnTo>
                  <a:lnTo>
                    <a:pt x="712613" y="617181"/>
                  </a:lnTo>
                  <a:lnTo>
                    <a:pt x="713684" y="616536"/>
                  </a:lnTo>
                  <a:lnTo>
                    <a:pt x="714756" y="615889"/>
                  </a:lnTo>
                  <a:lnTo>
                    <a:pt x="715827" y="615240"/>
                  </a:lnTo>
                  <a:lnTo>
                    <a:pt x="716899" y="614590"/>
                  </a:lnTo>
                  <a:lnTo>
                    <a:pt x="717971" y="613938"/>
                  </a:lnTo>
                  <a:lnTo>
                    <a:pt x="719042" y="613284"/>
                  </a:lnTo>
                  <a:lnTo>
                    <a:pt x="720114" y="612629"/>
                  </a:lnTo>
                  <a:lnTo>
                    <a:pt x="721185" y="611972"/>
                  </a:lnTo>
                  <a:lnTo>
                    <a:pt x="722257" y="611313"/>
                  </a:lnTo>
                  <a:lnTo>
                    <a:pt x="723329" y="610653"/>
                  </a:lnTo>
                  <a:lnTo>
                    <a:pt x="724400" y="609991"/>
                  </a:lnTo>
                  <a:lnTo>
                    <a:pt x="725472" y="609327"/>
                  </a:lnTo>
                  <a:lnTo>
                    <a:pt x="726543" y="608662"/>
                  </a:lnTo>
                  <a:lnTo>
                    <a:pt x="727615" y="607996"/>
                  </a:lnTo>
                  <a:lnTo>
                    <a:pt x="728687" y="607328"/>
                  </a:lnTo>
                  <a:lnTo>
                    <a:pt x="729758" y="606658"/>
                  </a:lnTo>
                  <a:lnTo>
                    <a:pt x="730830" y="605987"/>
                  </a:lnTo>
                  <a:lnTo>
                    <a:pt x="731901" y="605314"/>
                  </a:lnTo>
                  <a:lnTo>
                    <a:pt x="732973" y="604640"/>
                  </a:lnTo>
                  <a:lnTo>
                    <a:pt x="734045" y="603965"/>
                  </a:lnTo>
                  <a:lnTo>
                    <a:pt x="735116" y="603288"/>
                  </a:lnTo>
                  <a:lnTo>
                    <a:pt x="736188" y="602609"/>
                  </a:lnTo>
                  <a:lnTo>
                    <a:pt x="737259" y="601930"/>
                  </a:lnTo>
                  <a:lnTo>
                    <a:pt x="738331" y="601249"/>
                  </a:lnTo>
                  <a:lnTo>
                    <a:pt x="739403" y="600566"/>
                  </a:lnTo>
                  <a:lnTo>
                    <a:pt x="740474" y="599882"/>
                  </a:lnTo>
                  <a:lnTo>
                    <a:pt x="741546" y="599197"/>
                  </a:lnTo>
                  <a:lnTo>
                    <a:pt x="742617" y="598511"/>
                  </a:lnTo>
                  <a:lnTo>
                    <a:pt x="743689" y="597823"/>
                  </a:lnTo>
                  <a:lnTo>
                    <a:pt x="744761" y="597135"/>
                  </a:lnTo>
                  <a:lnTo>
                    <a:pt x="745832" y="596444"/>
                  </a:lnTo>
                  <a:lnTo>
                    <a:pt x="746904" y="595753"/>
                  </a:lnTo>
                  <a:lnTo>
                    <a:pt x="747975" y="595061"/>
                  </a:lnTo>
                  <a:lnTo>
                    <a:pt x="749047" y="594367"/>
                  </a:lnTo>
                  <a:lnTo>
                    <a:pt x="750119" y="593672"/>
                  </a:lnTo>
                  <a:lnTo>
                    <a:pt x="751190" y="592976"/>
                  </a:lnTo>
                  <a:lnTo>
                    <a:pt x="752262" y="592279"/>
                  </a:lnTo>
                  <a:lnTo>
                    <a:pt x="753333" y="591581"/>
                  </a:lnTo>
                  <a:lnTo>
                    <a:pt x="754405" y="590882"/>
                  </a:lnTo>
                  <a:lnTo>
                    <a:pt x="755477" y="590181"/>
                  </a:lnTo>
                  <a:lnTo>
                    <a:pt x="756548" y="589480"/>
                  </a:lnTo>
                  <a:lnTo>
                    <a:pt x="757620" y="588778"/>
                  </a:lnTo>
                  <a:lnTo>
                    <a:pt x="758691" y="588074"/>
                  </a:lnTo>
                  <a:lnTo>
                    <a:pt x="759763" y="587370"/>
                  </a:lnTo>
                  <a:lnTo>
                    <a:pt x="760835" y="586665"/>
                  </a:lnTo>
                  <a:lnTo>
                    <a:pt x="761906" y="585959"/>
                  </a:lnTo>
                  <a:lnTo>
                    <a:pt x="762978" y="585252"/>
                  </a:lnTo>
                  <a:lnTo>
                    <a:pt x="764049" y="584544"/>
                  </a:lnTo>
                  <a:lnTo>
                    <a:pt x="765121" y="583835"/>
                  </a:lnTo>
                  <a:lnTo>
                    <a:pt x="766193" y="583126"/>
                  </a:lnTo>
                  <a:lnTo>
                    <a:pt x="767264" y="582415"/>
                  </a:lnTo>
                  <a:lnTo>
                    <a:pt x="768336" y="581704"/>
                  </a:lnTo>
                  <a:lnTo>
                    <a:pt x="769407" y="580992"/>
                  </a:lnTo>
                  <a:lnTo>
                    <a:pt x="770479" y="580279"/>
                  </a:lnTo>
                  <a:lnTo>
                    <a:pt x="771551" y="579566"/>
                  </a:lnTo>
                  <a:lnTo>
                    <a:pt x="772622" y="578852"/>
                  </a:lnTo>
                  <a:lnTo>
                    <a:pt x="773694" y="578137"/>
                  </a:lnTo>
                  <a:lnTo>
                    <a:pt x="774765" y="577422"/>
                  </a:lnTo>
                  <a:lnTo>
                    <a:pt x="775837" y="576706"/>
                  </a:lnTo>
                  <a:lnTo>
                    <a:pt x="776909" y="575989"/>
                  </a:lnTo>
                  <a:lnTo>
                    <a:pt x="777980" y="575272"/>
                  </a:lnTo>
                  <a:lnTo>
                    <a:pt x="779052" y="574554"/>
                  </a:lnTo>
                  <a:lnTo>
                    <a:pt x="780123" y="573836"/>
                  </a:lnTo>
                  <a:lnTo>
                    <a:pt x="781195" y="573117"/>
                  </a:lnTo>
                  <a:lnTo>
                    <a:pt x="782267" y="572398"/>
                  </a:lnTo>
                  <a:lnTo>
                    <a:pt x="783338" y="571678"/>
                  </a:lnTo>
                  <a:lnTo>
                    <a:pt x="784410" y="570958"/>
                  </a:lnTo>
                  <a:lnTo>
                    <a:pt x="785481" y="570237"/>
                  </a:lnTo>
                  <a:lnTo>
                    <a:pt x="786553" y="569516"/>
                  </a:lnTo>
                  <a:lnTo>
                    <a:pt x="787625" y="568794"/>
                  </a:lnTo>
                  <a:lnTo>
                    <a:pt x="788696" y="568073"/>
                  </a:lnTo>
                  <a:lnTo>
                    <a:pt x="789768" y="567351"/>
                  </a:lnTo>
                  <a:lnTo>
                    <a:pt x="790839" y="566628"/>
                  </a:lnTo>
                  <a:lnTo>
                    <a:pt x="791911" y="565906"/>
                  </a:lnTo>
                  <a:lnTo>
                    <a:pt x="792983" y="565183"/>
                  </a:lnTo>
                  <a:lnTo>
                    <a:pt x="794054" y="564460"/>
                  </a:lnTo>
                  <a:lnTo>
                    <a:pt x="795126" y="563736"/>
                  </a:lnTo>
                  <a:lnTo>
                    <a:pt x="796197" y="563013"/>
                  </a:lnTo>
                  <a:lnTo>
                    <a:pt x="797269" y="562289"/>
                  </a:lnTo>
                  <a:lnTo>
                    <a:pt x="798341" y="561565"/>
                  </a:lnTo>
                  <a:lnTo>
                    <a:pt x="799412" y="560841"/>
                  </a:lnTo>
                  <a:lnTo>
                    <a:pt x="800484" y="560118"/>
                  </a:lnTo>
                  <a:lnTo>
                    <a:pt x="801555" y="559394"/>
                  </a:lnTo>
                  <a:lnTo>
                    <a:pt x="802627" y="558670"/>
                  </a:lnTo>
                  <a:lnTo>
                    <a:pt x="803699" y="557946"/>
                  </a:lnTo>
                  <a:lnTo>
                    <a:pt x="804770" y="557222"/>
                  </a:lnTo>
                  <a:lnTo>
                    <a:pt x="805842" y="556498"/>
                  </a:lnTo>
                  <a:lnTo>
                    <a:pt x="806913" y="555774"/>
                  </a:lnTo>
                  <a:lnTo>
                    <a:pt x="807985" y="555050"/>
                  </a:lnTo>
                  <a:lnTo>
                    <a:pt x="809057" y="554327"/>
                  </a:lnTo>
                  <a:lnTo>
                    <a:pt x="810128" y="553603"/>
                  </a:lnTo>
                  <a:lnTo>
                    <a:pt x="811200" y="552880"/>
                  </a:lnTo>
                  <a:lnTo>
                    <a:pt x="812271" y="552157"/>
                  </a:lnTo>
                  <a:lnTo>
                    <a:pt x="813343" y="551434"/>
                  </a:lnTo>
                  <a:lnTo>
                    <a:pt x="814415" y="550712"/>
                  </a:lnTo>
                  <a:lnTo>
                    <a:pt x="815486" y="549989"/>
                  </a:lnTo>
                  <a:lnTo>
                    <a:pt x="816558" y="549267"/>
                  </a:lnTo>
                  <a:lnTo>
                    <a:pt x="817629" y="548546"/>
                  </a:lnTo>
                  <a:lnTo>
                    <a:pt x="818701" y="547825"/>
                  </a:lnTo>
                  <a:lnTo>
                    <a:pt x="819773" y="547104"/>
                  </a:lnTo>
                  <a:lnTo>
                    <a:pt x="820844" y="546383"/>
                  </a:lnTo>
                  <a:lnTo>
                    <a:pt x="821916" y="545663"/>
                  </a:lnTo>
                  <a:lnTo>
                    <a:pt x="822987" y="544944"/>
                  </a:lnTo>
                  <a:lnTo>
                    <a:pt x="824059" y="544225"/>
                  </a:lnTo>
                  <a:lnTo>
                    <a:pt x="825131" y="543506"/>
                  </a:lnTo>
                  <a:lnTo>
                    <a:pt x="826202" y="542788"/>
                  </a:lnTo>
                  <a:lnTo>
                    <a:pt x="827274" y="542071"/>
                  </a:lnTo>
                  <a:lnTo>
                    <a:pt x="828345" y="541354"/>
                  </a:lnTo>
                  <a:lnTo>
                    <a:pt x="829417" y="540638"/>
                  </a:lnTo>
                  <a:lnTo>
                    <a:pt x="830489" y="539923"/>
                  </a:lnTo>
                  <a:lnTo>
                    <a:pt x="831560" y="539208"/>
                  </a:lnTo>
                  <a:lnTo>
                    <a:pt x="832632" y="538494"/>
                  </a:lnTo>
                  <a:lnTo>
                    <a:pt x="833703" y="537781"/>
                  </a:lnTo>
                  <a:lnTo>
                    <a:pt x="834775" y="537069"/>
                  </a:lnTo>
                  <a:lnTo>
                    <a:pt x="835847" y="536357"/>
                  </a:lnTo>
                  <a:lnTo>
                    <a:pt x="836918" y="535646"/>
                  </a:lnTo>
                  <a:lnTo>
                    <a:pt x="837990" y="534936"/>
                  </a:lnTo>
                  <a:lnTo>
                    <a:pt x="839061" y="534227"/>
                  </a:lnTo>
                  <a:lnTo>
                    <a:pt x="840133" y="533519"/>
                  </a:lnTo>
                  <a:lnTo>
                    <a:pt x="841205" y="532811"/>
                  </a:lnTo>
                  <a:lnTo>
                    <a:pt x="842276" y="532105"/>
                  </a:lnTo>
                  <a:lnTo>
                    <a:pt x="843348" y="531400"/>
                  </a:lnTo>
                  <a:lnTo>
                    <a:pt x="844419" y="530696"/>
                  </a:lnTo>
                  <a:lnTo>
                    <a:pt x="845491" y="529992"/>
                  </a:lnTo>
                  <a:lnTo>
                    <a:pt x="846563" y="529290"/>
                  </a:lnTo>
                  <a:lnTo>
                    <a:pt x="847634" y="528589"/>
                  </a:lnTo>
                  <a:lnTo>
                    <a:pt x="848706" y="527889"/>
                  </a:lnTo>
                  <a:lnTo>
                    <a:pt x="849777" y="527191"/>
                  </a:lnTo>
                  <a:lnTo>
                    <a:pt x="850849" y="526493"/>
                  </a:lnTo>
                  <a:lnTo>
                    <a:pt x="851921" y="525797"/>
                  </a:lnTo>
                  <a:lnTo>
                    <a:pt x="852992" y="525102"/>
                  </a:lnTo>
                  <a:lnTo>
                    <a:pt x="854064" y="524408"/>
                  </a:lnTo>
                  <a:lnTo>
                    <a:pt x="855135" y="523715"/>
                  </a:lnTo>
                  <a:lnTo>
                    <a:pt x="856207" y="523024"/>
                  </a:lnTo>
                  <a:lnTo>
                    <a:pt x="857279" y="522334"/>
                  </a:lnTo>
                  <a:lnTo>
                    <a:pt x="858350" y="521646"/>
                  </a:lnTo>
                  <a:lnTo>
                    <a:pt x="859422" y="520959"/>
                  </a:lnTo>
                  <a:lnTo>
                    <a:pt x="860493" y="520273"/>
                  </a:lnTo>
                  <a:lnTo>
                    <a:pt x="861565" y="519589"/>
                  </a:lnTo>
                  <a:lnTo>
                    <a:pt x="862637" y="518907"/>
                  </a:lnTo>
                  <a:lnTo>
                    <a:pt x="863708" y="518226"/>
                  </a:lnTo>
                  <a:lnTo>
                    <a:pt x="864780" y="517546"/>
                  </a:lnTo>
                  <a:lnTo>
                    <a:pt x="865851" y="516868"/>
                  </a:lnTo>
                  <a:lnTo>
                    <a:pt x="866923" y="516192"/>
                  </a:lnTo>
                  <a:lnTo>
                    <a:pt x="867995" y="515517"/>
                  </a:lnTo>
                  <a:lnTo>
                    <a:pt x="869066" y="514844"/>
                  </a:lnTo>
                  <a:lnTo>
                    <a:pt x="870138" y="514173"/>
                  </a:lnTo>
                  <a:lnTo>
                    <a:pt x="871209" y="513504"/>
                  </a:lnTo>
                  <a:lnTo>
                    <a:pt x="872281" y="512836"/>
                  </a:lnTo>
                  <a:lnTo>
                    <a:pt x="873353" y="512170"/>
                  </a:lnTo>
                  <a:lnTo>
                    <a:pt x="874424" y="511506"/>
                  </a:lnTo>
                  <a:lnTo>
                    <a:pt x="875496" y="510843"/>
                  </a:lnTo>
                  <a:lnTo>
                    <a:pt x="876567" y="510183"/>
                  </a:lnTo>
                  <a:lnTo>
                    <a:pt x="877639" y="509525"/>
                  </a:lnTo>
                  <a:lnTo>
                    <a:pt x="878711" y="508868"/>
                  </a:lnTo>
                  <a:lnTo>
                    <a:pt x="879782" y="508213"/>
                  </a:lnTo>
                  <a:lnTo>
                    <a:pt x="880854" y="507561"/>
                  </a:lnTo>
                  <a:lnTo>
                    <a:pt x="881925" y="506910"/>
                  </a:lnTo>
                  <a:lnTo>
                    <a:pt x="882997" y="506262"/>
                  </a:lnTo>
                  <a:lnTo>
                    <a:pt x="884069" y="505615"/>
                  </a:lnTo>
                  <a:lnTo>
                    <a:pt x="885140" y="504971"/>
                  </a:lnTo>
                  <a:lnTo>
                    <a:pt x="886212" y="504329"/>
                  </a:lnTo>
                  <a:lnTo>
                    <a:pt x="887283" y="503689"/>
                  </a:lnTo>
                  <a:lnTo>
                    <a:pt x="888355" y="503051"/>
                  </a:lnTo>
                  <a:lnTo>
                    <a:pt x="889426" y="502415"/>
                  </a:lnTo>
                  <a:lnTo>
                    <a:pt x="890498" y="501782"/>
                  </a:lnTo>
                  <a:lnTo>
                    <a:pt x="891570" y="501151"/>
                  </a:lnTo>
                  <a:lnTo>
                    <a:pt x="892641" y="500522"/>
                  </a:lnTo>
                  <a:lnTo>
                    <a:pt x="893713" y="499896"/>
                  </a:lnTo>
                  <a:lnTo>
                    <a:pt x="894784" y="499272"/>
                  </a:lnTo>
                  <a:lnTo>
                    <a:pt x="895856" y="498650"/>
                  </a:lnTo>
                  <a:lnTo>
                    <a:pt x="896928" y="498031"/>
                  </a:lnTo>
                  <a:lnTo>
                    <a:pt x="897999" y="497414"/>
                  </a:lnTo>
                  <a:lnTo>
                    <a:pt x="899071" y="496800"/>
                  </a:lnTo>
                  <a:lnTo>
                    <a:pt x="900142" y="496188"/>
                  </a:lnTo>
                  <a:lnTo>
                    <a:pt x="901214" y="495579"/>
                  </a:lnTo>
                  <a:lnTo>
                    <a:pt x="902286" y="494972"/>
                  </a:lnTo>
                  <a:lnTo>
                    <a:pt x="903357" y="494368"/>
                  </a:lnTo>
                  <a:lnTo>
                    <a:pt x="904429" y="493767"/>
                  </a:lnTo>
                  <a:lnTo>
                    <a:pt x="905500" y="493168"/>
                  </a:lnTo>
                  <a:lnTo>
                    <a:pt x="906572" y="492572"/>
                  </a:lnTo>
                  <a:lnTo>
                    <a:pt x="907644" y="491979"/>
                  </a:lnTo>
                  <a:lnTo>
                    <a:pt x="908715" y="491388"/>
                  </a:lnTo>
                  <a:lnTo>
                    <a:pt x="909787" y="490800"/>
                  </a:lnTo>
                  <a:lnTo>
                    <a:pt x="910858" y="490216"/>
                  </a:lnTo>
                  <a:lnTo>
                    <a:pt x="911930" y="489633"/>
                  </a:lnTo>
                  <a:lnTo>
                    <a:pt x="913002" y="489054"/>
                  </a:lnTo>
                  <a:lnTo>
                    <a:pt x="914073" y="488478"/>
                  </a:lnTo>
                  <a:lnTo>
                    <a:pt x="915145" y="487904"/>
                  </a:lnTo>
                  <a:lnTo>
                    <a:pt x="916216" y="487334"/>
                  </a:lnTo>
                  <a:lnTo>
                    <a:pt x="917288" y="486766"/>
                  </a:lnTo>
                  <a:lnTo>
                    <a:pt x="918360" y="486202"/>
                  </a:lnTo>
                  <a:lnTo>
                    <a:pt x="919431" y="485641"/>
                  </a:lnTo>
                  <a:lnTo>
                    <a:pt x="920503" y="485082"/>
                  </a:lnTo>
                  <a:lnTo>
                    <a:pt x="921574" y="484527"/>
                  </a:lnTo>
                  <a:lnTo>
                    <a:pt x="922646" y="483975"/>
                  </a:lnTo>
                  <a:lnTo>
                    <a:pt x="923718" y="483426"/>
                  </a:lnTo>
                  <a:lnTo>
                    <a:pt x="924789" y="482880"/>
                  </a:lnTo>
                  <a:lnTo>
                    <a:pt x="925861" y="482337"/>
                  </a:lnTo>
                  <a:lnTo>
                    <a:pt x="926932" y="481798"/>
                  </a:lnTo>
                  <a:lnTo>
                    <a:pt x="928004" y="481262"/>
                  </a:lnTo>
                  <a:lnTo>
                    <a:pt x="929076" y="480729"/>
                  </a:lnTo>
                  <a:lnTo>
                    <a:pt x="930147" y="480200"/>
                  </a:lnTo>
                  <a:lnTo>
                    <a:pt x="931219" y="479674"/>
                  </a:lnTo>
                  <a:lnTo>
                    <a:pt x="932290" y="479151"/>
                  </a:lnTo>
                  <a:lnTo>
                    <a:pt x="933362" y="478632"/>
                  </a:lnTo>
                  <a:lnTo>
                    <a:pt x="934434" y="478116"/>
                  </a:lnTo>
                  <a:lnTo>
                    <a:pt x="935505" y="477604"/>
                  </a:lnTo>
                  <a:lnTo>
                    <a:pt x="936577" y="477095"/>
                  </a:lnTo>
                  <a:lnTo>
                    <a:pt x="937648" y="476590"/>
                  </a:lnTo>
                  <a:lnTo>
                    <a:pt x="938720" y="476088"/>
                  </a:lnTo>
                  <a:lnTo>
                    <a:pt x="939792" y="475590"/>
                  </a:lnTo>
                  <a:lnTo>
                    <a:pt x="940863" y="475095"/>
                  </a:lnTo>
                  <a:lnTo>
                    <a:pt x="941935" y="474605"/>
                  </a:lnTo>
                  <a:lnTo>
                    <a:pt x="943006" y="474117"/>
                  </a:lnTo>
                  <a:lnTo>
                    <a:pt x="944078" y="473634"/>
                  </a:lnTo>
                  <a:lnTo>
                    <a:pt x="945150" y="473154"/>
                  </a:lnTo>
                  <a:lnTo>
                    <a:pt x="946221" y="472678"/>
                  </a:lnTo>
                  <a:lnTo>
                    <a:pt x="947293" y="472206"/>
                  </a:lnTo>
                  <a:lnTo>
                    <a:pt x="948364" y="471738"/>
                  </a:lnTo>
                  <a:lnTo>
                    <a:pt x="949436" y="471273"/>
                  </a:lnTo>
                  <a:lnTo>
                    <a:pt x="950508" y="470812"/>
                  </a:lnTo>
                  <a:lnTo>
                    <a:pt x="951579" y="470356"/>
                  </a:lnTo>
                  <a:lnTo>
                    <a:pt x="952651" y="469903"/>
                  </a:lnTo>
                  <a:lnTo>
                    <a:pt x="953722" y="469454"/>
                  </a:lnTo>
                  <a:lnTo>
                    <a:pt x="954794" y="469009"/>
                  </a:lnTo>
                  <a:lnTo>
                    <a:pt x="955866" y="468568"/>
                  </a:lnTo>
                  <a:lnTo>
                    <a:pt x="956937" y="468131"/>
                  </a:lnTo>
                  <a:lnTo>
                    <a:pt x="958009" y="467699"/>
                  </a:lnTo>
                  <a:lnTo>
                    <a:pt x="959080" y="467270"/>
                  </a:lnTo>
                  <a:lnTo>
                    <a:pt x="960152" y="466846"/>
                  </a:lnTo>
                  <a:lnTo>
                    <a:pt x="961224" y="466425"/>
                  </a:lnTo>
                  <a:lnTo>
                    <a:pt x="962295" y="466009"/>
                  </a:lnTo>
                  <a:lnTo>
                    <a:pt x="963367" y="465597"/>
                  </a:lnTo>
                  <a:lnTo>
                    <a:pt x="964438" y="465189"/>
                  </a:lnTo>
                  <a:lnTo>
                    <a:pt x="965510" y="464786"/>
                  </a:lnTo>
                  <a:lnTo>
                    <a:pt x="966582" y="464387"/>
                  </a:lnTo>
                  <a:lnTo>
                    <a:pt x="967653" y="463992"/>
                  </a:lnTo>
                  <a:lnTo>
                    <a:pt x="968725" y="463601"/>
                  </a:lnTo>
                  <a:lnTo>
                    <a:pt x="969796" y="463215"/>
                  </a:lnTo>
                  <a:lnTo>
                    <a:pt x="970868" y="462834"/>
                  </a:lnTo>
                  <a:lnTo>
                    <a:pt x="971940" y="462456"/>
                  </a:lnTo>
                  <a:lnTo>
                    <a:pt x="973011" y="462083"/>
                  </a:lnTo>
                  <a:lnTo>
                    <a:pt x="974083" y="461715"/>
                  </a:lnTo>
                  <a:lnTo>
                    <a:pt x="975154" y="461351"/>
                  </a:lnTo>
                  <a:lnTo>
                    <a:pt x="976226" y="460992"/>
                  </a:lnTo>
                  <a:lnTo>
                    <a:pt x="977298" y="460637"/>
                  </a:lnTo>
                  <a:lnTo>
                    <a:pt x="978369" y="460287"/>
                  </a:lnTo>
                  <a:lnTo>
                    <a:pt x="979441" y="459942"/>
                  </a:lnTo>
                  <a:lnTo>
                    <a:pt x="980512" y="459601"/>
                  </a:lnTo>
                  <a:lnTo>
                    <a:pt x="981584" y="459265"/>
                  </a:lnTo>
                  <a:lnTo>
                    <a:pt x="982656" y="458933"/>
                  </a:lnTo>
                  <a:lnTo>
                    <a:pt x="983727" y="458606"/>
                  </a:lnTo>
                  <a:lnTo>
                    <a:pt x="984799" y="458284"/>
                  </a:lnTo>
                  <a:lnTo>
                    <a:pt x="985870" y="457967"/>
                  </a:lnTo>
                  <a:lnTo>
                    <a:pt x="986942" y="457655"/>
                  </a:lnTo>
                  <a:lnTo>
                    <a:pt x="988014" y="457347"/>
                  </a:lnTo>
                  <a:lnTo>
                    <a:pt x="989085" y="457045"/>
                  </a:lnTo>
                  <a:lnTo>
                    <a:pt x="990157" y="456747"/>
                  </a:lnTo>
                  <a:lnTo>
                    <a:pt x="991228" y="456454"/>
                  </a:lnTo>
                  <a:lnTo>
                    <a:pt x="992300" y="456166"/>
                  </a:lnTo>
                  <a:lnTo>
                    <a:pt x="993372" y="455883"/>
                  </a:lnTo>
                  <a:lnTo>
                    <a:pt x="994443" y="455605"/>
                  </a:lnTo>
                  <a:lnTo>
                    <a:pt x="995515" y="455332"/>
                  </a:lnTo>
                  <a:lnTo>
                    <a:pt x="996586" y="455064"/>
                  </a:lnTo>
                  <a:lnTo>
                    <a:pt x="997658" y="454801"/>
                  </a:lnTo>
                  <a:lnTo>
                    <a:pt x="998730" y="454544"/>
                  </a:lnTo>
                  <a:lnTo>
                    <a:pt x="999801" y="454291"/>
                  </a:lnTo>
                  <a:lnTo>
                    <a:pt x="1000873" y="454043"/>
                  </a:lnTo>
                  <a:lnTo>
                    <a:pt x="1001944" y="453801"/>
                  </a:lnTo>
                  <a:lnTo>
                    <a:pt x="1003016" y="453564"/>
                  </a:lnTo>
                  <a:lnTo>
                    <a:pt x="1004088" y="453332"/>
                  </a:lnTo>
                  <a:lnTo>
                    <a:pt x="1005159" y="453105"/>
                  </a:lnTo>
                  <a:lnTo>
                    <a:pt x="1006231" y="452884"/>
                  </a:lnTo>
                  <a:lnTo>
                    <a:pt x="1007302" y="452668"/>
                  </a:lnTo>
                  <a:lnTo>
                    <a:pt x="1008374" y="452457"/>
                  </a:lnTo>
                  <a:lnTo>
                    <a:pt x="1009446" y="452252"/>
                  </a:lnTo>
                  <a:lnTo>
                    <a:pt x="1010517" y="452052"/>
                  </a:lnTo>
                  <a:lnTo>
                    <a:pt x="1011589" y="451857"/>
                  </a:lnTo>
                  <a:lnTo>
                    <a:pt x="1012660" y="451668"/>
                  </a:lnTo>
                  <a:lnTo>
                    <a:pt x="1013732" y="451484"/>
                  </a:lnTo>
                  <a:lnTo>
                    <a:pt x="1014804" y="451306"/>
                  </a:lnTo>
                  <a:lnTo>
                    <a:pt x="1015875" y="451133"/>
                  </a:lnTo>
                  <a:lnTo>
                    <a:pt x="1016947" y="450966"/>
                  </a:lnTo>
                  <a:lnTo>
                    <a:pt x="1018018" y="450804"/>
                  </a:lnTo>
                  <a:lnTo>
                    <a:pt x="1019090" y="450648"/>
                  </a:lnTo>
                  <a:lnTo>
                    <a:pt x="1020162" y="450498"/>
                  </a:lnTo>
                  <a:lnTo>
                    <a:pt x="1021233" y="450353"/>
                  </a:lnTo>
                  <a:lnTo>
                    <a:pt x="1022305" y="450214"/>
                  </a:lnTo>
                  <a:lnTo>
                    <a:pt x="1023376" y="450080"/>
                  </a:lnTo>
                  <a:lnTo>
                    <a:pt x="1024448" y="449952"/>
                  </a:lnTo>
                  <a:lnTo>
                    <a:pt x="1025520" y="449830"/>
                  </a:lnTo>
                  <a:lnTo>
                    <a:pt x="1026591" y="449714"/>
                  </a:lnTo>
                  <a:lnTo>
                    <a:pt x="1027663" y="449603"/>
                  </a:lnTo>
                  <a:lnTo>
                    <a:pt x="1028734" y="449498"/>
                  </a:lnTo>
                  <a:lnTo>
                    <a:pt x="1029806" y="449399"/>
                  </a:lnTo>
                  <a:lnTo>
                    <a:pt x="1030878" y="449306"/>
                  </a:lnTo>
                  <a:lnTo>
                    <a:pt x="1031949" y="449218"/>
                  </a:lnTo>
                  <a:lnTo>
                    <a:pt x="1033021" y="449137"/>
                  </a:lnTo>
                  <a:lnTo>
                    <a:pt x="1034092" y="449061"/>
                  </a:lnTo>
                  <a:lnTo>
                    <a:pt x="1035164" y="448991"/>
                  </a:lnTo>
                  <a:lnTo>
                    <a:pt x="1036236" y="448928"/>
                  </a:lnTo>
                  <a:lnTo>
                    <a:pt x="1037307" y="448870"/>
                  </a:lnTo>
                  <a:lnTo>
                    <a:pt x="1038379" y="448818"/>
                  </a:lnTo>
                  <a:lnTo>
                    <a:pt x="1039450" y="448772"/>
                  </a:lnTo>
                  <a:lnTo>
                    <a:pt x="1040522" y="448733"/>
                  </a:lnTo>
                  <a:lnTo>
                    <a:pt x="1041594" y="448699"/>
                  </a:lnTo>
                  <a:lnTo>
                    <a:pt x="1042665" y="448671"/>
                  </a:lnTo>
                  <a:lnTo>
                    <a:pt x="1043737" y="448650"/>
                  </a:lnTo>
                  <a:lnTo>
                    <a:pt x="1044808" y="448635"/>
                  </a:lnTo>
                  <a:lnTo>
                    <a:pt x="1045880" y="448625"/>
                  </a:lnTo>
                  <a:lnTo>
                    <a:pt x="1046952" y="448622"/>
                  </a:lnTo>
                  <a:lnTo>
                    <a:pt x="1048023" y="448625"/>
                  </a:lnTo>
                  <a:lnTo>
                    <a:pt x="1049095" y="448635"/>
                  </a:lnTo>
                  <a:lnTo>
                    <a:pt x="1050166" y="448650"/>
                  </a:lnTo>
                  <a:lnTo>
                    <a:pt x="1051238" y="448672"/>
                  </a:lnTo>
                  <a:lnTo>
                    <a:pt x="1052310" y="448701"/>
                  </a:lnTo>
                  <a:lnTo>
                    <a:pt x="1053381" y="448735"/>
                  </a:lnTo>
                  <a:lnTo>
                    <a:pt x="1054453" y="448776"/>
                  </a:lnTo>
                  <a:lnTo>
                    <a:pt x="1055524" y="448823"/>
                  </a:lnTo>
                  <a:lnTo>
                    <a:pt x="1056596" y="448876"/>
                  </a:lnTo>
                  <a:lnTo>
                    <a:pt x="1057668" y="448936"/>
                  </a:lnTo>
                  <a:lnTo>
                    <a:pt x="1058739" y="449002"/>
                  </a:lnTo>
                  <a:lnTo>
                    <a:pt x="1059811" y="449075"/>
                  </a:lnTo>
                  <a:lnTo>
                    <a:pt x="1060882" y="449154"/>
                  </a:lnTo>
                  <a:lnTo>
                    <a:pt x="1061954" y="449240"/>
                  </a:lnTo>
                  <a:lnTo>
                    <a:pt x="1063026" y="449332"/>
                  </a:lnTo>
                  <a:lnTo>
                    <a:pt x="1064097" y="449430"/>
                  </a:lnTo>
                  <a:lnTo>
                    <a:pt x="1065169" y="449536"/>
                  </a:lnTo>
                  <a:lnTo>
                    <a:pt x="1066240" y="449647"/>
                  </a:lnTo>
                  <a:lnTo>
                    <a:pt x="1067312" y="449765"/>
                  </a:lnTo>
                  <a:lnTo>
                    <a:pt x="1068383" y="449890"/>
                  </a:lnTo>
                  <a:lnTo>
                    <a:pt x="1069455" y="450022"/>
                  </a:lnTo>
                  <a:lnTo>
                    <a:pt x="1070527" y="450160"/>
                  </a:lnTo>
                  <a:lnTo>
                    <a:pt x="1071598" y="450304"/>
                  </a:lnTo>
                  <a:lnTo>
                    <a:pt x="1072670" y="450456"/>
                  </a:lnTo>
                  <a:lnTo>
                    <a:pt x="1073741" y="450614"/>
                  </a:lnTo>
                  <a:lnTo>
                    <a:pt x="1074813" y="450778"/>
                  </a:lnTo>
                  <a:lnTo>
                    <a:pt x="1075885" y="450950"/>
                  </a:lnTo>
                  <a:lnTo>
                    <a:pt x="1076956" y="451128"/>
                  </a:lnTo>
                  <a:lnTo>
                    <a:pt x="1078028" y="451313"/>
                  </a:lnTo>
                  <a:lnTo>
                    <a:pt x="1079099" y="451504"/>
                  </a:lnTo>
                  <a:lnTo>
                    <a:pt x="1080171" y="451703"/>
                  </a:lnTo>
                  <a:lnTo>
                    <a:pt x="1081243" y="451908"/>
                  </a:lnTo>
                  <a:lnTo>
                    <a:pt x="1082314" y="452120"/>
                  </a:lnTo>
                  <a:lnTo>
                    <a:pt x="1083386" y="452339"/>
                  </a:lnTo>
                  <a:lnTo>
                    <a:pt x="1084457" y="452565"/>
                  </a:lnTo>
                  <a:lnTo>
                    <a:pt x="1085529" y="452798"/>
                  </a:lnTo>
                  <a:lnTo>
                    <a:pt x="1086601" y="453037"/>
                  </a:lnTo>
                  <a:lnTo>
                    <a:pt x="1087672" y="453284"/>
                  </a:lnTo>
                  <a:lnTo>
                    <a:pt x="1088744" y="453537"/>
                  </a:lnTo>
                  <a:lnTo>
                    <a:pt x="1089815" y="453797"/>
                  </a:lnTo>
                  <a:lnTo>
                    <a:pt x="1090887" y="454065"/>
                  </a:lnTo>
                  <a:lnTo>
                    <a:pt x="1091959" y="454339"/>
                  </a:lnTo>
                  <a:lnTo>
                    <a:pt x="1093030" y="454620"/>
                  </a:lnTo>
                  <a:lnTo>
                    <a:pt x="1094102" y="454909"/>
                  </a:lnTo>
                  <a:lnTo>
                    <a:pt x="1095173" y="455204"/>
                  </a:lnTo>
                  <a:lnTo>
                    <a:pt x="1096245" y="455506"/>
                  </a:lnTo>
                  <a:lnTo>
                    <a:pt x="1097317" y="455816"/>
                  </a:lnTo>
                  <a:lnTo>
                    <a:pt x="1098388" y="456132"/>
                  </a:lnTo>
                  <a:lnTo>
                    <a:pt x="1099460" y="456456"/>
                  </a:lnTo>
                  <a:lnTo>
                    <a:pt x="1100531" y="456787"/>
                  </a:lnTo>
                  <a:lnTo>
                    <a:pt x="1101603" y="457125"/>
                  </a:lnTo>
                  <a:lnTo>
                    <a:pt x="1102675" y="457470"/>
                  </a:lnTo>
                  <a:lnTo>
                    <a:pt x="1103746" y="457822"/>
                  </a:lnTo>
                  <a:lnTo>
                    <a:pt x="1104818" y="458181"/>
                  </a:lnTo>
                  <a:lnTo>
                    <a:pt x="1105889" y="458548"/>
                  </a:lnTo>
                  <a:lnTo>
                    <a:pt x="1106961" y="458921"/>
                  </a:lnTo>
                  <a:lnTo>
                    <a:pt x="1108033" y="459302"/>
                  </a:lnTo>
                  <a:lnTo>
                    <a:pt x="1109104" y="459691"/>
                  </a:lnTo>
                  <a:lnTo>
                    <a:pt x="1110176" y="460086"/>
                  </a:lnTo>
                  <a:lnTo>
                    <a:pt x="1111247" y="460489"/>
                  </a:lnTo>
                  <a:lnTo>
                    <a:pt x="1112319" y="460899"/>
                  </a:lnTo>
                  <a:lnTo>
                    <a:pt x="1113391" y="461316"/>
                  </a:lnTo>
                  <a:lnTo>
                    <a:pt x="1114462" y="461740"/>
                  </a:lnTo>
                  <a:lnTo>
                    <a:pt x="1115534" y="462172"/>
                  </a:lnTo>
                  <a:lnTo>
                    <a:pt x="1116605" y="462611"/>
                  </a:lnTo>
                  <a:lnTo>
                    <a:pt x="1117677" y="463058"/>
                  </a:lnTo>
                  <a:lnTo>
                    <a:pt x="1118749" y="463512"/>
                  </a:lnTo>
                  <a:lnTo>
                    <a:pt x="1119820" y="463973"/>
                  </a:lnTo>
                  <a:lnTo>
                    <a:pt x="1120892" y="464442"/>
                  </a:lnTo>
                  <a:lnTo>
                    <a:pt x="1121963" y="464918"/>
                  </a:lnTo>
                  <a:lnTo>
                    <a:pt x="1123035" y="465401"/>
                  </a:lnTo>
                  <a:lnTo>
                    <a:pt x="1124107" y="465892"/>
                  </a:lnTo>
                  <a:lnTo>
                    <a:pt x="1125178" y="466390"/>
                  </a:lnTo>
                  <a:lnTo>
                    <a:pt x="1126250" y="466896"/>
                  </a:lnTo>
                  <a:lnTo>
                    <a:pt x="1127321" y="467409"/>
                  </a:lnTo>
                  <a:lnTo>
                    <a:pt x="1128393" y="467930"/>
                  </a:lnTo>
                  <a:lnTo>
                    <a:pt x="1129465" y="468458"/>
                  </a:lnTo>
                  <a:lnTo>
                    <a:pt x="1130536" y="468993"/>
                  </a:lnTo>
                  <a:lnTo>
                    <a:pt x="1131608" y="469536"/>
                  </a:lnTo>
                  <a:lnTo>
                    <a:pt x="1132679" y="470086"/>
                  </a:lnTo>
                  <a:lnTo>
                    <a:pt x="1133751" y="470643"/>
                  </a:lnTo>
                  <a:lnTo>
                    <a:pt x="1134823" y="471207"/>
                  </a:lnTo>
                  <a:lnTo>
                    <a:pt x="1135894" y="471779"/>
                  </a:lnTo>
                  <a:lnTo>
                    <a:pt x="1136966" y="472357"/>
                  </a:lnTo>
                  <a:lnTo>
                    <a:pt x="1138037" y="472943"/>
                  </a:lnTo>
                  <a:lnTo>
                    <a:pt x="1139109" y="473536"/>
                  </a:lnTo>
                  <a:lnTo>
                    <a:pt x="1140181" y="474135"/>
                  </a:lnTo>
                  <a:lnTo>
                    <a:pt x="1141252" y="474742"/>
                  </a:lnTo>
                  <a:lnTo>
                    <a:pt x="1142324" y="475355"/>
                  </a:lnTo>
                  <a:lnTo>
                    <a:pt x="1143395" y="475976"/>
                  </a:lnTo>
                  <a:lnTo>
                    <a:pt x="1144467" y="476603"/>
                  </a:lnTo>
                  <a:lnTo>
                    <a:pt x="1145539" y="477237"/>
                  </a:lnTo>
                  <a:lnTo>
                    <a:pt x="1146610" y="477878"/>
                  </a:lnTo>
                  <a:lnTo>
                    <a:pt x="1147682" y="478525"/>
                  </a:lnTo>
                  <a:lnTo>
                    <a:pt x="1148753" y="479179"/>
                  </a:lnTo>
                  <a:lnTo>
                    <a:pt x="1149825" y="479840"/>
                  </a:lnTo>
                  <a:lnTo>
                    <a:pt x="1150897" y="480507"/>
                  </a:lnTo>
                  <a:lnTo>
                    <a:pt x="1151968" y="481181"/>
                  </a:lnTo>
                  <a:lnTo>
                    <a:pt x="1153040" y="481861"/>
                  </a:lnTo>
                  <a:lnTo>
                    <a:pt x="1154111" y="482548"/>
                  </a:lnTo>
                  <a:lnTo>
                    <a:pt x="1155183" y="483241"/>
                  </a:lnTo>
                  <a:lnTo>
                    <a:pt x="1156255" y="483941"/>
                  </a:lnTo>
                  <a:lnTo>
                    <a:pt x="1157326" y="484647"/>
                  </a:lnTo>
                  <a:lnTo>
                    <a:pt x="1158398" y="485359"/>
                  </a:lnTo>
                  <a:lnTo>
                    <a:pt x="1159469" y="486077"/>
                  </a:lnTo>
                  <a:lnTo>
                    <a:pt x="1160541" y="486802"/>
                  </a:lnTo>
                  <a:lnTo>
                    <a:pt x="1161613" y="487532"/>
                  </a:lnTo>
                  <a:lnTo>
                    <a:pt x="1162684" y="488269"/>
                  </a:lnTo>
                  <a:lnTo>
                    <a:pt x="1163756" y="489012"/>
                  </a:lnTo>
                  <a:lnTo>
                    <a:pt x="1164827" y="489761"/>
                  </a:lnTo>
                  <a:lnTo>
                    <a:pt x="1165899" y="490516"/>
                  </a:lnTo>
                  <a:lnTo>
                    <a:pt x="1166971" y="491276"/>
                  </a:lnTo>
                  <a:lnTo>
                    <a:pt x="1168042" y="492043"/>
                  </a:lnTo>
                  <a:lnTo>
                    <a:pt x="1169114" y="492816"/>
                  </a:lnTo>
                  <a:lnTo>
                    <a:pt x="1170185" y="493594"/>
                  </a:lnTo>
                  <a:lnTo>
                    <a:pt x="1171257" y="494378"/>
                  </a:lnTo>
                  <a:lnTo>
                    <a:pt x="1172329" y="495168"/>
                  </a:lnTo>
                  <a:lnTo>
                    <a:pt x="1173400" y="495963"/>
                  </a:lnTo>
                  <a:lnTo>
                    <a:pt x="1174472" y="496764"/>
                  </a:lnTo>
                  <a:lnTo>
                    <a:pt x="1175543" y="497571"/>
                  </a:lnTo>
                  <a:lnTo>
                    <a:pt x="1176615" y="498383"/>
                  </a:lnTo>
                  <a:lnTo>
                    <a:pt x="1177687" y="499201"/>
                  </a:lnTo>
                  <a:lnTo>
                    <a:pt x="1178758" y="500024"/>
                  </a:lnTo>
                  <a:lnTo>
                    <a:pt x="1179830" y="500853"/>
                  </a:lnTo>
                  <a:lnTo>
                    <a:pt x="1180901" y="501687"/>
                  </a:lnTo>
                  <a:lnTo>
                    <a:pt x="1181973" y="502526"/>
                  </a:lnTo>
                  <a:lnTo>
                    <a:pt x="1183045" y="503371"/>
                  </a:lnTo>
                  <a:lnTo>
                    <a:pt x="1184116" y="504221"/>
                  </a:lnTo>
                  <a:lnTo>
                    <a:pt x="1185188" y="505076"/>
                  </a:lnTo>
                  <a:lnTo>
                    <a:pt x="1186259" y="505936"/>
                  </a:lnTo>
                  <a:lnTo>
                    <a:pt x="1187331" y="506801"/>
                  </a:lnTo>
                  <a:lnTo>
                    <a:pt x="1188403" y="507672"/>
                  </a:lnTo>
                  <a:lnTo>
                    <a:pt x="1189474" y="508547"/>
                  </a:lnTo>
                  <a:lnTo>
                    <a:pt x="1190546" y="509427"/>
                  </a:lnTo>
                  <a:lnTo>
                    <a:pt x="1191617" y="510313"/>
                  </a:lnTo>
                  <a:lnTo>
                    <a:pt x="1192689" y="511203"/>
                  </a:lnTo>
                  <a:lnTo>
                    <a:pt x="1193761" y="512098"/>
                  </a:lnTo>
                  <a:lnTo>
                    <a:pt x="1194832" y="512998"/>
                  </a:lnTo>
                  <a:lnTo>
                    <a:pt x="1195904" y="513903"/>
                  </a:lnTo>
                  <a:lnTo>
                    <a:pt x="1196975" y="514812"/>
                  </a:lnTo>
                  <a:lnTo>
                    <a:pt x="1198047" y="515726"/>
                  </a:lnTo>
                  <a:lnTo>
                    <a:pt x="1199119" y="516645"/>
                  </a:lnTo>
                  <a:lnTo>
                    <a:pt x="1200190" y="517568"/>
                  </a:lnTo>
                  <a:lnTo>
                    <a:pt x="1201262" y="518496"/>
                  </a:lnTo>
                  <a:lnTo>
                    <a:pt x="1202333" y="519428"/>
                  </a:lnTo>
                  <a:lnTo>
                    <a:pt x="1203405" y="520365"/>
                  </a:lnTo>
                  <a:lnTo>
                    <a:pt x="1204477" y="521306"/>
                  </a:lnTo>
                  <a:lnTo>
                    <a:pt x="1205548" y="522251"/>
                  </a:lnTo>
                  <a:lnTo>
                    <a:pt x="1206620" y="523201"/>
                  </a:lnTo>
                  <a:lnTo>
                    <a:pt x="1207691" y="524155"/>
                  </a:lnTo>
                  <a:lnTo>
                    <a:pt x="1208763" y="525114"/>
                  </a:lnTo>
                  <a:lnTo>
                    <a:pt x="1209835" y="526076"/>
                  </a:lnTo>
                  <a:lnTo>
                    <a:pt x="1210906" y="527043"/>
                  </a:lnTo>
                  <a:lnTo>
                    <a:pt x="1211978" y="528014"/>
                  </a:lnTo>
                  <a:lnTo>
                    <a:pt x="1213049" y="528989"/>
                  </a:lnTo>
                  <a:lnTo>
                    <a:pt x="1214121" y="529968"/>
                  </a:lnTo>
                  <a:lnTo>
                    <a:pt x="1215193" y="530951"/>
                  </a:lnTo>
                  <a:lnTo>
                    <a:pt x="1216264" y="531938"/>
                  </a:lnTo>
                  <a:lnTo>
                    <a:pt x="1217336" y="532928"/>
                  </a:lnTo>
                  <a:lnTo>
                    <a:pt x="1218407" y="533923"/>
                  </a:lnTo>
                  <a:lnTo>
                    <a:pt x="1219479" y="534921"/>
                  </a:lnTo>
                  <a:lnTo>
                    <a:pt x="1220551" y="535923"/>
                  </a:lnTo>
                  <a:lnTo>
                    <a:pt x="1221622" y="536929"/>
                  </a:lnTo>
                  <a:lnTo>
                    <a:pt x="1222694" y="537939"/>
                  </a:lnTo>
                  <a:lnTo>
                    <a:pt x="1223765" y="538952"/>
                  </a:lnTo>
                  <a:lnTo>
                    <a:pt x="1224837" y="539969"/>
                  </a:lnTo>
                  <a:lnTo>
                    <a:pt x="1225909" y="540989"/>
                  </a:lnTo>
                  <a:lnTo>
                    <a:pt x="1226980" y="542013"/>
                  </a:lnTo>
                  <a:lnTo>
                    <a:pt x="1228052" y="543040"/>
                  </a:lnTo>
                  <a:lnTo>
                    <a:pt x="1229123" y="544071"/>
                  </a:lnTo>
                  <a:lnTo>
                    <a:pt x="1230195" y="545105"/>
                  </a:lnTo>
                  <a:lnTo>
                    <a:pt x="1231267" y="546142"/>
                  </a:lnTo>
                  <a:lnTo>
                    <a:pt x="1232338" y="547183"/>
                  </a:lnTo>
                  <a:lnTo>
                    <a:pt x="1233410" y="548227"/>
                  </a:lnTo>
                  <a:lnTo>
                    <a:pt x="1234481" y="549274"/>
                  </a:lnTo>
                  <a:lnTo>
                    <a:pt x="1235553" y="550324"/>
                  </a:lnTo>
                  <a:lnTo>
                    <a:pt x="1236625" y="551378"/>
                  </a:lnTo>
                  <a:lnTo>
                    <a:pt x="1237696" y="552434"/>
                  </a:lnTo>
                  <a:lnTo>
                    <a:pt x="1238768" y="553494"/>
                  </a:lnTo>
                  <a:lnTo>
                    <a:pt x="1239839" y="554556"/>
                  </a:lnTo>
                  <a:lnTo>
                    <a:pt x="1240911" y="555622"/>
                  </a:lnTo>
                  <a:lnTo>
                    <a:pt x="1241983" y="556690"/>
                  </a:lnTo>
                  <a:lnTo>
                    <a:pt x="1243054" y="557761"/>
                  </a:lnTo>
                  <a:lnTo>
                    <a:pt x="1244126" y="558836"/>
                  </a:lnTo>
                  <a:lnTo>
                    <a:pt x="1245197" y="559912"/>
                  </a:lnTo>
                  <a:lnTo>
                    <a:pt x="1246269" y="560992"/>
                  </a:lnTo>
                  <a:lnTo>
                    <a:pt x="1247340" y="562074"/>
                  </a:lnTo>
                  <a:lnTo>
                    <a:pt x="1248412" y="563159"/>
                  </a:lnTo>
                  <a:lnTo>
                    <a:pt x="1249484" y="564247"/>
                  </a:lnTo>
                  <a:lnTo>
                    <a:pt x="1250555" y="565337"/>
                  </a:lnTo>
                  <a:lnTo>
                    <a:pt x="1251627" y="566430"/>
                  </a:lnTo>
                  <a:lnTo>
                    <a:pt x="1252698" y="567525"/>
                  </a:lnTo>
                  <a:lnTo>
                    <a:pt x="1253770" y="568622"/>
                  </a:lnTo>
                  <a:lnTo>
                    <a:pt x="1254842" y="569722"/>
                  </a:lnTo>
                  <a:lnTo>
                    <a:pt x="1255913" y="570825"/>
                  </a:lnTo>
                  <a:lnTo>
                    <a:pt x="1256985" y="571929"/>
                  </a:lnTo>
                  <a:lnTo>
                    <a:pt x="1258056" y="573036"/>
                  </a:lnTo>
                  <a:lnTo>
                    <a:pt x="1259128" y="574145"/>
                  </a:lnTo>
                  <a:lnTo>
                    <a:pt x="1260200" y="575257"/>
                  </a:lnTo>
                  <a:lnTo>
                    <a:pt x="1261271" y="576370"/>
                  </a:lnTo>
                  <a:lnTo>
                    <a:pt x="1262343" y="577486"/>
                  </a:lnTo>
                  <a:lnTo>
                    <a:pt x="1263414" y="578604"/>
                  </a:lnTo>
                  <a:lnTo>
                    <a:pt x="1264486" y="579723"/>
                  </a:lnTo>
                  <a:lnTo>
                    <a:pt x="1265558" y="580845"/>
                  </a:lnTo>
                  <a:lnTo>
                    <a:pt x="1266629" y="581969"/>
                  </a:lnTo>
                  <a:lnTo>
                    <a:pt x="1267701" y="583095"/>
                  </a:lnTo>
                  <a:lnTo>
                    <a:pt x="1268772" y="584222"/>
                  </a:lnTo>
                  <a:lnTo>
                    <a:pt x="1269844" y="585351"/>
                  </a:lnTo>
                  <a:lnTo>
                    <a:pt x="1270916" y="586483"/>
                  </a:lnTo>
                  <a:lnTo>
                    <a:pt x="1271987" y="587615"/>
                  </a:lnTo>
                  <a:lnTo>
                    <a:pt x="1273059" y="588750"/>
                  </a:lnTo>
                  <a:lnTo>
                    <a:pt x="1274130" y="589886"/>
                  </a:lnTo>
                  <a:lnTo>
                    <a:pt x="1275202" y="591024"/>
                  </a:lnTo>
                  <a:lnTo>
                    <a:pt x="1276274" y="592164"/>
                  </a:lnTo>
                  <a:lnTo>
                    <a:pt x="1277345" y="593305"/>
                  </a:lnTo>
                  <a:lnTo>
                    <a:pt x="1278417" y="594447"/>
                  </a:lnTo>
                  <a:lnTo>
                    <a:pt x="1279488" y="595591"/>
                  </a:lnTo>
                  <a:lnTo>
                    <a:pt x="1280560" y="596736"/>
                  </a:lnTo>
                  <a:lnTo>
                    <a:pt x="1281632" y="597883"/>
                  </a:lnTo>
                  <a:lnTo>
                    <a:pt x="1282703" y="599031"/>
                  </a:lnTo>
                  <a:lnTo>
                    <a:pt x="1283775" y="600181"/>
                  </a:lnTo>
                  <a:lnTo>
                    <a:pt x="1284846" y="601332"/>
                  </a:lnTo>
                  <a:lnTo>
                    <a:pt x="1285918" y="602484"/>
                  </a:lnTo>
                  <a:lnTo>
                    <a:pt x="1286990" y="603637"/>
                  </a:lnTo>
                  <a:lnTo>
                    <a:pt x="1288061" y="604791"/>
                  </a:lnTo>
                  <a:lnTo>
                    <a:pt x="1289133" y="605947"/>
                  </a:lnTo>
                  <a:lnTo>
                    <a:pt x="1290204" y="607103"/>
                  </a:lnTo>
                  <a:lnTo>
                    <a:pt x="1291276" y="608261"/>
                  </a:lnTo>
                  <a:lnTo>
                    <a:pt x="1292348" y="609419"/>
                  </a:lnTo>
                  <a:lnTo>
                    <a:pt x="1293419" y="610579"/>
                  </a:lnTo>
                  <a:lnTo>
                    <a:pt x="1294491" y="611739"/>
                  </a:lnTo>
                  <a:lnTo>
                    <a:pt x="1295562" y="612901"/>
                  </a:lnTo>
                  <a:lnTo>
                    <a:pt x="1296634" y="614063"/>
                  </a:lnTo>
                  <a:lnTo>
                    <a:pt x="1297706" y="615226"/>
                  </a:lnTo>
                  <a:lnTo>
                    <a:pt x="1298777" y="616389"/>
                  </a:lnTo>
                  <a:lnTo>
                    <a:pt x="1299849" y="617554"/>
                  </a:lnTo>
                  <a:lnTo>
                    <a:pt x="1300920" y="618719"/>
                  </a:lnTo>
                  <a:lnTo>
                    <a:pt x="1301992" y="619885"/>
                  </a:lnTo>
                  <a:lnTo>
                    <a:pt x="1303064" y="621051"/>
                  </a:lnTo>
                  <a:lnTo>
                    <a:pt x="1304135" y="622218"/>
                  </a:lnTo>
                  <a:lnTo>
                    <a:pt x="1305207" y="623386"/>
                  </a:lnTo>
                  <a:lnTo>
                    <a:pt x="1306278" y="624554"/>
                  </a:lnTo>
                  <a:lnTo>
                    <a:pt x="1307350" y="625723"/>
                  </a:lnTo>
                  <a:lnTo>
                    <a:pt x="1308422" y="626892"/>
                  </a:lnTo>
                  <a:lnTo>
                    <a:pt x="1309493" y="628061"/>
                  </a:lnTo>
                  <a:lnTo>
                    <a:pt x="1310565" y="629231"/>
                  </a:lnTo>
                  <a:lnTo>
                    <a:pt x="1311636" y="630401"/>
                  </a:lnTo>
                  <a:lnTo>
                    <a:pt x="1312708" y="631571"/>
                  </a:lnTo>
                  <a:lnTo>
                    <a:pt x="1313780" y="632742"/>
                  </a:lnTo>
                  <a:lnTo>
                    <a:pt x="1314851" y="633913"/>
                  </a:lnTo>
                  <a:lnTo>
                    <a:pt x="1315923" y="635084"/>
                  </a:lnTo>
                  <a:lnTo>
                    <a:pt x="1316994" y="636255"/>
                  </a:lnTo>
                  <a:lnTo>
                    <a:pt x="1318066" y="637426"/>
                  </a:lnTo>
                  <a:lnTo>
                    <a:pt x="1319138" y="638597"/>
                  </a:lnTo>
                  <a:lnTo>
                    <a:pt x="1320209" y="639768"/>
                  </a:lnTo>
                  <a:lnTo>
                    <a:pt x="1321281" y="640940"/>
                  </a:lnTo>
                  <a:lnTo>
                    <a:pt x="1322352" y="642111"/>
                  </a:lnTo>
                  <a:lnTo>
                    <a:pt x="1323424" y="643282"/>
                  </a:lnTo>
                  <a:lnTo>
                    <a:pt x="1324496" y="644453"/>
                  </a:lnTo>
                  <a:lnTo>
                    <a:pt x="1325567" y="645624"/>
                  </a:lnTo>
                  <a:lnTo>
                    <a:pt x="1326639" y="646795"/>
                  </a:lnTo>
                  <a:lnTo>
                    <a:pt x="1327710" y="647965"/>
                  </a:lnTo>
                  <a:lnTo>
                    <a:pt x="1328782" y="649136"/>
                  </a:lnTo>
                  <a:lnTo>
                    <a:pt x="1329854" y="650306"/>
                  </a:lnTo>
                  <a:lnTo>
                    <a:pt x="1330925" y="651475"/>
                  </a:lnTo>
                  <a:lnTo>
                    <a:pt x="1331997" y="652645"/>
                  </a:lnTo>
                  <a:lnTo>
                    <a:pt x="1333068" y="653813"/>
                  </a:lnTo>
                  <a:lnTo>
                    <a:pt x="1334140" y="654982"/>
                  </a:lnTo>
                  <a:lnTo>
                    <a:pt x="1335212" y="656150"/>
                  </a:lnTo>
                  <a:lnTo>
                    <a:pt x="1336283" y="657317"/>
                  </a:lnTo>
                  <a:lnTo>
                    <a:pt x="1337355" y="658484"/>
                  </a:lnTo>
                  <a:lnTo>
                    <a:pt x="1338426" y="659651"/>
                  </a:lnTo>
                  <a:lnTo>
                    <a:pt x="1339498" y="660817"/>
                  </a:lnTo>
                  <a:lnTo>
                    <a:pt x="1340570" y="661982"/>
                  </a:lnTo>
                  <a:lnTo>
                    <a:pt x="1341641" y="663146"/>
                  </a:lnTo>
                  <a:lnTo>
                    <a:pt x="1342713" y="664310"/>
                  </a:lnTo>
                  <a:lnTo>
                    <a:pt x="1343784" y="665473"/>
                  </a:lnTo>
                  <a:lnTo>
                    <a:pt x="1344856" y="666635"/>
                  </a:lnTo>
                  <a:lnTo>
                    <a:pt x="1345928" y="667797"/>
                  </a:lnTo>
                  <a:lnTo>
                    <a:pt x="1346999" y="668957"/>
                  </a:lnTo>
                  <a:lnTo>
                    <a:pt x="1348071" y="670117"/>
                  </a:lnTo>
                  <a:lnTo>
                    <a:pt x="1349142" y="671276"/>
                  </a:lnTo>
                  <a:lnTo>
                    <a:pt x="1350214" y="672434"/>
                  </a:lnTo>
                  <a:lnTo>
                    <a:pt x="1351286" y="673591"/>
                  </a:lnTo>
                  <a:lnTo>
                    <a:pt x="1352357" y="674747"/>
                  </a:lnTo>
                  <a:lnTo>
                    <a:pt x="1353429" y="675902"/>
                  </a:lnTo>
                  <a:lnTo>
                    <a:pt x="1354500" y="677056"/>
                  </a:lnTo>
                  <a:lnTo>
                    <a:pt x="1355572" y="678208"/>
                  </a:lnTo>
                  <a:lnTo>
                    <a:pt x="1356644" y="679360"/>
                  </a:lnTo>
                  <a:lnTo>
                    <a:pt x="1357715" y="680510"/>
                  </a:lnTo>
                  <a:lnTo>
                    <a:pt x="1358787" y="681660"/>
                  </a:lnTo>
                  <a:lnTo>
                    <a:pt x="1359858" y="682808"/>
                  </a:lnTo>
                  <a:lnTo>
                    <a:pt x="1360930" y="683954"/>
                  </a:lnTo>
                  <a:lnTo>
                    <a:pt x="1362002" y="685100"/>
                  </a:lnTo>
                  <a:lnTo>
                    <a:pt x="1363073" y="686244"/>
                  </a:lnTo>
                  <a:lnTo>
                    <a:pt x="1364145" y="687387"/>
                  </a:lnTo>
                  <a:lnTo>
                    <a:pt x="1365216" y="688528"/>
                  </a:lnTo>
                  <a:lnTo>
                    <a:pt x="1366288" y="689668"/>
                  </a:lnTo>
                  <a:lnTo>
                    <a:pt x="1367360" y="690807"/>
                  </a:lnTo>
                  <a:lnTo>
                    <a:pt x="1368431" y="691944"/>
                  </a:lnTo>
                  <a:lnTo>
                    <a:pt x="1369503" y="693079"/>
                  </a:lnTo>
                  <a:lnTo>
                    <a:pt x="1370574" y="694213"/>
                  </a:lnTo>
                  <a:lnTo>
                    <a:pt x="1371646" y="695345"/>
                  </a:lnTo>
                  <a:lnTo>
                    <a:pt x="1372718" y="696476"/>
                  </a:lnTo>
                  <a:lnTo>
                    <a:pt x="1373789" y="697605"/>
                  </a:lnTo>
                  <a:lnTo>
                    <a:pt x="1374861" y="698733"/>
                  </a:lnTo>
                  <a:lnTo>
                    <a:pt x="1375932" y="699858"/>
                  </a:lnTo>
                  <a:lnTo>
                    <a:pt x="1377004" y="700983"/>
                  </a:lnTo>
                  <a:lnTo>
                    <a:pt x="1378076" y="702105"/>
                  </a:lnTo>
                  <a:lnTo>
                    <a:pt x="1379147" y="703225"/>
                  </a:lnTo>
                  <a:lnTo>
                    <a:pt x="1380219" y="704344"/>
                  </a:lnTo>
                  <a:lnTo>
                    <a:pt x="1381290" y="705461"/>
                  </a:lnTo>
                  <a:lnTo>
                    <a:pt x="1382362" y="706576"/>
                  </a:lnTo>
                  <a:lnTo>
                    <a:pt x="1383434" y="707689"/>
                  </a:lnTo>
                  <a:lnTo>
                    <a:pt x="1384505" y="708800"/>
                  </a:lnTo>
                  <a:lnTo>
                    <a:pt x="1385577" y="709909"/>
                  </a:lnTo>
                  <a:lnTo>
                    <a:pt x="1386648" y="711016"/>
                  </a:lnTo>
                  <a:lnTo>
                    <a:pt x="1387720" y="712121"/>
                  </a:lnTo>
                  <a:lnTo>
                    <a:pt x="1388792" y="713224"/>
                  </a:lnTo>
                  <a:lnTo>
                    <a:pt x="1389863" y="714325"/>
                  </a:lnTo>
                  <a:lnTo>
                    <a:pt x="1390935" y="715424"/>
                  </a:lnTo>
                  <a:lnTo>
                    <a:pt x="1392006" y="716521"/>
                  </a:lnTo>
                  <a:lnTo>
                    <a:pt x="1393078" y="717615"/>
                  </a:lnTo>
                  <a:lnTo>
                    <a:pt x="1394150" y="718707"/>
                  </a:lnTo>
                  <a:lnTo>
                    <a:pt x="1395221" y="719797"/>
                  </a:lnTo>
                  <a:lnTo>
                    <a:pt x="1396293" y="720885"/>
                  </a:lnTo>
                  <a:lnTo>
                    <a:pt x="1397364" y="721971"/>
                  </a:lnTo>
                  <a:lnTo>
                    <a:pt x="1398436" y="723054"/>
                  </a:lnTo>
                  <a:lnTo>
                    <a:pt x="1399508" y="724135"/>
                  </a:lnTo>
                  <a:lnTo>
                    <a:pt x="1400579" y="725213"/>
                  </a:lnTo>
                  <a:lnTo>
                    <a:pt x="1401651" y="726289"/>
                  </a:lnTo>
                  <a:lnTo>
                    <a:pt x="1402722" y="727363"/>
                  </a:lnTo>
                  <a:lnTo>
                    <a:pt x="1403794" y="728434"/>
                  </a:lnTo>
                  <a:lnTo>
                    <a:pt x="1404866" y="729503"/>
                  </a:lnTo>
                  <a:lnTo>
                    <a:pt x="1405937" y="730569"/>
                  </a:lnTo>
                  <a:lnTo>
                    <a:pt x="1407009" y="731633"/>
                  </a:lnTo>
                  <a:lnTo>
                    <a:pt x="1408080" y="732694"/>
                  </a:lnTo>
                  <a:lnTo>
                    <a:pt x="1409152" y="733752"/>
                  </a:lnTo>
                  <a:lnTo>
                    <a:pt x="1410224" y="734808"/>
                  </a:lnTo>
                  <a:lnTo>
                    <a:pt x="1411295" y="735862"/>
                  </a:lnTo>
                  <a:lnTo>
                    <a:pt x="1412367" y="736912"/>
                  </a:lnTo>
                  <a:lnTo>
                    <a:pt x="1413438" y="737960"/>
                  </a:lnTo>
                  <a:lnTo>
                    <a:pt x="1414510" y="739005"/>
                  </a:lnTo>
                  <a:lnTo>
                    <a:pt x="1415582" y="740048"/>
                  </a:lnTo>
                  <a:lnTo>
                    <a:pt x="1416653" y="741087"/>
                  </a:lnTo>
                  <a:lnTo>
                    <a:pt x="1417725" y="742124"/>
                  </a:lnTo>
                  <a:lnTo>
                    <a:pt x="1418796" y="743158"/>
                  </a:lnTo>
                  <a:lnTo>
                    <a:pt x="1419868" y="744189"/>
                  </a:lnTo>
                  <a:lnTo>
                    <a:pt x="1420939" y="745217"/>
                  </a:lnTo>
                  <a:lnTo>
                    <a:pt x="1422011" y="746242"/>
                  </a:lnTo>
                  <a:lnTo>
                    <a:pt x="1423083" y="747265"/>
                  </a:lnTo>
                  <a:lnTo>
                    <a:pt x="1424154" y="748284"/>
                  </a:lnTo>
                  <a:lnTo>
                    <a:pt x="1425226" y="749301"/>
                  </a:lnTo>
                  <a:lnTo>
                    <a:pt x="1426297" y="750314"/>
                  </a:lnTo>
                  <a:lnTo>
                    <a:pt x="1427369" y="751324"/>
                  </a:lnTo>
                  <a:lnTo>
                    <a:pt x="1428441" y="752332"/>
                  </a:lnTo>
                  <a:lnTo>
                    <a:pt x="1429512" y="753336"/>
                  </a:lnTo>
                  <a:lnTo>
                    <a:pt x="1430584" y="754337"/>
                  </a:lnTo>
                  <a:lnTo>
                    <a:pt x="1431655" y="755335"/>
                  </a:lnTo>
                  <a:lnTo>
                    <a:pt x="1432727" y="756330"/>
                  </a:lnTo>
                  <a:lnTo>
                    <a:pt x="1433799" y="757321"/>
                  </a:lnTo>
                  <a:lnTo>
                    <a:pt x="1434870" y="758310"/>
                  </a:lnTo>
                  <a:lnTo>
                    <a:pt x="1435942" y="759295"/>
                  </a:lnTo>
                  <a:lnTo>
                    <a:pt x="1437013" y="760277"/>
                  </a:lnTo>
                  <a:lnTo>
                    <a:pt x="1438085" y="761255"/>
                  </a:lnTo>
                  <a:lnTo>
                    <a:pt x="1439157" y="762230"/>
                  </a:lnTo>
                  <a:lnTo>
                    <a:pt x="1440228" y="763202"/>
                  </a:lnTo>
                  <a:lnTo>
                    <a:pt x="1441300" y="764171"/>
                  </a:lnTo>
                  <a:lnTo>
                    <a:pt x="1442371" y="765136"/>
                  </a:lnTo>
                  <a:lnTo>
                    <a:pt x="1443443" y="766098"/>
                  </a:lnTo>
                  <a:lnTo>
                    <a:pt x="1444515" y="767056"/>
                  </a:lnTo>
                  <a:lnTo>
                    <a:pt x="1445586" y="768011"/>
                  </a:lnTo>
                  <a:lnTo>
                    <a:pt x="1446658" y="768962"/>
                  </a:lnTo>
                  <a:lnTo>
                    <a:pt x="1447729" y="769910"/>
                  </a:lnTo>
                  <a:lnTo>
                    <a:pt x="1448801" y="770854"/>
                  </a:lnTo>
                  <a:lnTo>
                    <a:pt x="1449873" y="771795"/>
                  </a:lnTo>
                  <a:lnTo>
                    <a:pt x="1450944" y="772732"/>
                  </a:lnTo>
                  <a:lnTo>
                    <a:pt x="1452016" y="773666"/>
                  </a:lnTo>
                  <a:lnTo>
                    <a:pt x="1453087" y="774596"/>
                  </a:lnTo>
                  <a:lnTo>
                    <a:pt x="1454159" y="775522"/>
                  </a:lnTo>
                  <a:lnTo>
                    <a:pt x="1455231" y="776445"/>
                  </a:lnTo>
                  <a:lnTo>
                    <a:pt x="1456302" y="777364"/>
                  </a:lnTo>
                  <a:lnTo>
                    <a:pt x="1457374" y="778279"/>
                  </a:lnTo>
                  <a:lnTo>
                    <a:pt x="1458445" y="779190"/>
                  </a:lnTo>
                  <a:lnTo>
                    <a:pt x="1459517" y="780098"/>
                  </a:lnTo>
                  <a:lnTo>
                    <a:pt x="1460589" y="781002"/>
                  </a:lnTo>
                  <a:lnTo>
                    <a:pt x="1461660" y="781902"/>
                  </a:lnTo>
                  <a:lnTo>
                    <a:pt x="1462732" y="782799"/>
                  </a:lnTo>
                  <a:lnTo>
                    <a:pt x="1463803" y="783691"/>
                  </a:lnTo>
                  <a:lnTo>
                    <a:pt x="1464875" y="784580"/>
                  </a:lnTo>
                  <a:lnTo>
                    <a:pt x="1465947" y="785464"/>
                  </a:lnTo>
                  <a:lnTo>
                    <a:pt x="1467018" y="786345"/>
                  </a:lnTo>
                  <a:lnTo>
                    <a:pt x="1468090" y="787222"/>
                  </a:lnTo>
                  <a:lnTo>
                    <a:pt x="1469161" y="788095"/>
                  </a:lnTo>
                  <a:lnTo>
                    <a:pt x="1470233" y="788964"/>
                  </a:lnTo>
                  <a:lnTo>
                    <a:pt x="1471305" y="789829"/>
                  </a:lnTo>
                  <a:lnTo>
                    <a:pt x="1472376" y="790690"/>
                  </a:lnTo>
                  <a:lnTo>
                    <a:pt x="1473448" y="791547"/>
                  </a:lnTo>
                  <a:lnTo>
                    <a:pt x="1474519" y="792399"/>
                  </a:lnTo>
                  <a:lnTo>
                    <a:pt x="1475591" y="793248"/>
                  </a:lnTo>
                  <a:lnTo>
                    <a:pt x="1476663" y="794093"/>
                  </a:lnTo>
                  <a:lnTo>
                    <a:pt x="1477734" y="794933"/>
                  </a:lnTo>
                  <a:lnTo>
                    <a:pt x="1478806" y="795769"/>
                  </a:lnTo>
                  <a:lnTo>
                    <a:pt x="1479877" y="796601"/>
                  </a:lnTo>
                  <a:lnTo>
                    <a:pt x="1480949" y="797429"/>
                  </a:lnTo>
                  <a:lnTo>
                    <a:pt x="1482021" y="798253"/>
                  </a:lnTo>
                  <a:lnTo>
                    <a:pt x="1483092" y="799073"/>
                  </a:lnTo>
                  <a:lnTo>
                    <a:pt x="1484164" y="799888"/>
                  </a:lnTo>
                  <a:lnTo>
                    <a:pt x="1485235" y="800699"/>
                  </a:lnTo>
                  <a:lnTo>
                    <a:pt x="1486307" y="801506"/>
                  </a:lnTo>
                  <a:lnTo>
                    <a:pt x="1487379" y="802308"/>
                  </a:lnTo>
                  <a:lnTo>
                    <a:pt x="1488450" y="803106"/>
                  </a:lnTo>
                  <a:lnTo>
                    <a:pt x="1489522" y="803900"/>
                  </a:lnTo>
                  <a:lnTo>
                    <a:pt x="1490593" y="804689"/>
                  </a:lnTo>
                  <a:lnTo>
                    <a:pt x="1491665" y="805474"/>
                  </a:lnTo>
                  <a:lnTo>
                    <a:pt x="1492737" y="806255"/>
                  </a:lnTo>
                  <a:lnTo>
                    <a:pt x="1493808" y="807031"/>
                  </a:lnTo>
                  <a:lnTo>
                    <a:pt x="1494880" y="807802"/>
                  </a:lnTo>
                  <a:lnTo>
                    <a:pt x="1495951" y="808570"/>
                  </a:lnTo>
                  <a:lnTo>
                    <a:pt x="1497023" y="809332"/>
                  </a:lnTo>
                  <a:lnTo>
                    <a:pt x="1498095" y="810090"/>
                  </a:lnTo>
                  <a:lnTo>
                    <a:pt x="1499166" y="810844"/>
                  </a:lnTo>
                  <a:lnTo>
                    <a:pt x="1500238" y="811593"/>
                  </a:lnTo>
                  <a:lnTo>
                    <a:pt x="1501309" y="812338"/>
                  </a:lnTo>
                  <a:lnTo>
                    <a:pt x="1502381" y="813078"/>
                  </a:lnTo>
                  <a:lnTo>
                    <a:pt x="1503453" y="813813"/>
                  </a:lnTo>
                  <a:lnTo>
                    <a:pt x="1504524" y="814544"/>
                  </a:lnTo>
                  <a:lnTo>
                    <a:pt x="1505596" y="815270"/>
                  </a:lnTo>
                  <a:lnTo>
                    <a:pt x="1506667" y="815992"/>
                  </a:lnTo>
                  <a:lnTo>
                    <a:pt x="1507739" y="816708"/>
                  </a:lnTo>
                  <a:lnTo>
                    <a:pt x="1508811" y="817421"/>
                  </a:lnTo>
                  <a:lnTo>
                    <a:pt x="1509882" y="818128"/>
                  </a:lnTo>
                  <a:lnTo>
                    <a:pt x="1510954" y="818831"/>
                  </a:lnTo>
                  <a:lnTo>
                    <a:pt x="1512025" y="819529"/>
                  </a:lnTo>
                  <a:lnTo>
                    <a:pt x="1513097" y="820222"/>
                  </a:lnTo>
                  <a:lnTo>
                    <a:pt x="1514169" y="820910"/>
                  </a:lnTo>
                  <a:lnTo>
                    <a:pt x="1515240" y="821594"/>
                  </a:lnTo>
                  <a:lnTo>
                    <a:pt x="1516312" y="822273"/>
                  </a:lnTo>
                  <a:lnTo>
                    <a:pt x="1517383" y="822947"/>
                  </a:lnTo>
                  <a:lnTo>
                    <a:pt x="1518455" y="823616"/>
                  </a:lnTo>
                  <a:lnTo>
                    <a:pt x="1519527" y="824280"/>
                  </a:lnTo>
                  <a:lnTo>
                    <a:pt x="1520598" y="824940"/>
                  </a:lnTo>
                  <a:lnTo>
                    <a:pt x="1521670" y="825595"/>
                  </a:lnTo>
                  <a:lnTo>
                    <a:pt x="1522741" y="826244"/>
                  </a:lnTo>
                  <a:lnTo>
                    <a:pt x="1523813" y="826889"/>
                  </a:lnTo>
                  <a:lnTo>
                    <a:pt x="1524885" y="827529"/>
                  </a:lnTo>
                  <a:lnTo>
                    <a:pt x="1525956" y="828164"/>
                  </a:lnTo>
                  <a:lnTo>
                    <a:pt x="1527028" y="828794"/>
                  </a:lnTo>
                  <a:lnTo>
                    <a:pt x="1528099" y="829418"/>
                  </a:lnTo>
                  <a:lnTo>
                    <a:pt x="1529171" y="830038"/>
                  </a:lnTo>
                  <a:lnTo>
                    <a:pt x="1530243" y="830653"/>
                  </a:lnTo>
                  <a:lnTo>
                    <a:pt x="1531314" y="831263"/>
                  </a:lnTo>
                  <a:lnTo>
                    <a:pt x="1532386" y="831868"/>
                  </a:lnTo>
                  <a:lnTo>
                    <a:pt x="1533457" y="832468"/>
                  </a:lnTo>
                  <a:lnTo>
                    <a:pt x="1534529" y="833062"/>
                  </a:lnTo>
                  <a:lnTo>
                    <a:pt x="1535601" y="833652"/>
                  </a:lnTo>
                  <a:lnTo>
                    <a:pt x="1536672" y="834237"/>
                  </a:lnTo>
                  <a:lnTo>
                    <a:pt x="1537744" y="834816"/>
                  </a:lnTo>
                  <a:lnTo>
                    <a:pt x="1538815" y="835390"/>
                  </a:lnTo>
                  <a:lnTo>
                    <a:pt x="1539887" y="835959"/>
                  </a:lnTo>
                  <a:lnTo>
                    <a:pt x="1540959" y="836523"/>
                  </a:lnTo>
                  <a:lnTo>
                    <a:pt x="1542030" y="837082"/>
                  </a:lnTo>
                  <a:lnTo>
                    <a:pt x="1543102" y="837636"/>
                  </a:lnTo>
                  <a:lnTo>
                    <a:pt x="1544173" y="838184"/>
                  </a:lnTo>
                  <a:lnTo>
                    <a:pt x="1545245" y="838727"/>
                  </a:lnTo>
                  <a:lnTo>
                    <a:pt x="1546317" y="839265"/>
                  </a:lnTo>
                  <a:lnTo>
                    <a:pt x="1547388" y="839798"/>
                  </a:lnTo>
                  <a:lnTo>
                    <a:pt x="1548460" y="840326"/>
                  </a:lnTo>
                  <a:lnTo>
                    <a:pt x="1549531" y="840848"/>
                  </a:lnTo>
                  <a:lnTo>
                    <a:pt x="1550603" y="841365"/>
                  </a:lnTo>
                  <a:lnTo>
                    <a:pt x="1551675" y="841877"/>
                  </a:lnTo>
                  <a:lnTo>
                    <a:pt x="1552746" y="842383"/>
                  </a:lnTo>
                  <a:lnTo>
                    <a:pt x="1553818" y="842884"/>
                  </a:lnTo>
                  <a:lnTo>
                    <a:pt x="1554889" y="843380"/>
                  </a:lnTo>
                  <a:lnTo>
                    <a:pt x="1555961" y="843870"/>
                  </a:lnTo>
                  <a:lnTo>
                    <a:pt x="1557033" y="844356"/>
                  </a:lnTo>
                  <a:lnTo>
                    <a:pt x="1558104" y="844835"/>
                  </a:lnTo>
                  <a:lnTo>
                    <a:pt x="1559176" y="845310"/>
                  </a:lnTo>
                  <a:lnTo>
                    <a:pt x="1560247" y="845779"/>
                  </a:lnTo>
                  <a:lnTo>
                    <a:pt x="1561319" y="846242"/>
                  </a:lnTo>
                  <a:lnTo>
                    <a:pt x="1562391" y="846701"/>
                  </a:lnTo>
                  <a:lnTo>
                    <a:pt x="1563462" y="847154"/>
                  </a:lnTo>
                  <a:lnTo>
                    <a:pt x="1564534" y="847601"/>
                  </a:lnTo>
                  <a:lnTo>
                    <a:pt x="1565605" y="848043"/>
                  </a:lnTo>
                  <a:lnTo>
                    <a:pt x="1566677" y="848480"/>
                  </a:lnTo>
                  <a:lnTo>
                    <a:pt x="1567749" y="848911"/>
                  </a:lnTo>
                  <a:lnTo>
                    <a:pt x="1568820" y="849337"/>
                  </a:lnTo>
                  <a:lnTo>
                    <a:pt x="1569892" y="849757"/>
                  </a:lnTo>
                  <a:lnTo>
                    <a:pt x="1570963" y="850172"/>
                  </a:lnTo>
                  <a:lnTo>
                    <a:pt x="1572035" y="850581"/>
                  </a:lnTo>
                  <a:lnTo>
                    <a:pt x="1573107" y="850985"/>
                  </a:lnTo>
                  <a:lnTo>
                    <a:pt x="1574178" y="851384"/>
                  </a:lnTo>
                  <a:lnTo>
                    <a:pt x="1575250" y="851777"/>
                  </a:lnTo>
                  <a:lnTo>
                    <a:pt x="1576321" y="852164"/>
                  </a:lnTo>
                  <a:lnTo>
                    <a:pt x="1577393" y="852546"/>
                  </a:lnTo>
                  <a:lnTo>
                    <a:pt x="1578465" y="852923"/>
                  </a:lnTo>
                  <a:lnTo>
                    <a:pt x="1579536" y="853294"/>
                  </a:lnTo>
                  <a:lnTo>
                    <a:pt x="1580608" y="853659"/>
                  </a:lnTo>
                  <a:lnTo>
                    <a:pt x="1581679" y="854019"/>
                  </a:lnTo>
                  <a:lnTo>
                    <a:pt x="1582751" y="854373"/>
                  </a:lnTo>
                  <a:lnTo>
                    <a:pt x="1583823" y="854722"/>
                  </a:lnTo>
                  <a:lnTo>
                    <a:pt x="1584894" y="855066"/>
                  </a:lnTo>
                  <a:lnTo>
                    <a:pt x="1585966" y="855403"/>
                  </a:lnTo>
                  <a:lnTo>
                    <a:pt x="1587037" y="855736"/>
                  </a:lnTo>
                  <a:lnTo>
                    <a:pt x="1588109" y="856062"/>
                  </a:lnTo>
                  <a:lnTo>
                    <a:pt x="1589181" y="856384"/>
                  </a:lnTo>
                  <a:lnTo>
                    <a:pt x="1590252" y="856699"/>
                  </a:lnTo>
                  <a:lnTo>
                    <a:pt x="1591324" y="857009"/>
                  </a:lnTo>
                  <a:lnTo>
                    <a:pt x="1592395" y="857314"/>
                  </a:lnTo>
                  <a:lnTo>
                    <a:pt x="1593467" y="857613"/>
                  </a:lnTo>
                  <a:lnTo>
                    <a:pt x="1594539" y="857906"/>
                  </a:lnTo>
                  <a:lnTo>
                    <a:pt x="1595610" y="858194"/>
                  </a:lnTo>
                  <a:lnTo>
                    <a:pt x="1596682" y="858476"/>
                  </a:lnTo>
                  <a:lnTo>
                    <a:pt x="1597753" y="858753"/>
                  </a:lnTo>
                  <a:lnTo>
                    <a:pt x="1598825" y="859024"/>
                  </a:lnTo>
                  <a:lnTo>
                    <a:pt x="1599896" y="859290"/>
                  </a:lnTo>
                  <a:lnTo>
                    <a:pt x="1600968" y="859550"/>
                  </a:lnTo>
                  <a:lnTo>
                    <a:pt x="1602040" y="859804"/>
                  </a:lnTo>
                  <a:lnTo>
                    <a:pt x="1603111" y="860053"/>
                  </a:lnTo>
                  <a:lnTo>
                    <a:pt x="1604183" y="860296"/>
                  </a:lnTo>
                  <a:lnTo>
                    <a:pt x="1605254" y="860534"/>
                  </a:lnTo>
                  <a:lnTo>
                    <a:pt x="1606326" y="860766"/>
                  </a:lnTo>
                  <a:lnTo>
                    <a:pt x="1607398" y="860993"/>
                  </a:lnTo>
                  <a:lnTo>
                    <a:pt x="1608469" y="861214"/>
                  </a:lnTo>
                  <a:lnTo>
                    <a:pt x="1609541" y="861430"/>
                  </a:lnTo>
                  <a:lnTo>
                    <a:pt x="1610612" y="861640"/>
                  </a:lnTo>
                  <a:lnTo>
                    <a:pt x="1611684" y="861845"/>
                  </a:lnTo>
                  <a:lnTo>
                    <a:pt x="1612756" y="862044"/>
                  </a:lnTo>
                  <a:lnTo>
                    <a:pt x="1613827" y="862237"/>
                  </a:lnTo>
                  <a:lnTo>
                    <a:pt x="1614899" y="862425"/>
                  </a:lnTo>
                  <a:lnTo>
                    <a:pt x="1615970" y="862555"/>
                  </a:lnTo>
                  <a:lnTo>
                    <a:pt x="1617042" y="861744"/>
                  </a:lnTo>
                  <a:lnTo>
                    <a:pt x="1618114" y="860933"/>
                  </a:lnTo>
                  <a:lnTo>
                    <a:pt x="1619185" y="860120"/>
                  </a:lnTo>
                  <a:lnTo>
                    <a:pt x="1620257" y="859306"/>
                  </a:lnTo>
                  <a:lnTo>
                    <a:pt x="1621328" y="858490"/>
                  </a:lnTo>
                  <a:lnTo>
                    <a:pt x="1622400" y="857674"/>
                  </a:lnTo>
                  <a:lnTo>
                    <a:pt x="1623472" y="856856"/>
                  </a:lnTo>
                  <a:lnTo>
                    <a:pt x="1624543" y="856037"/>
                  </a:lnTo>
                  <a:lnTo>
                    <a:pt x="1625615" y="855216"/>
                  </a:lnTo>
                  <a:lnTo>
                    <a:pt x="1626686" y="854394"/>
                  </a:lnTo>
                  <a:lnTo>
                    <a:pt x="1627758" y="853570"/>
                  </a:lnTo>
                  <a:lnTo>
                    <a:pt x="1628830" y="852745"/>
                  </a:lnTo>
                  <a:lnTo>
                    <a:pt x="1629901" y="851919"/>
                  </a:lnTo>
                  <a:lnTo>
                    <a:pt x="1630973" y="851091"/>
                  </a:lnTo>
                  <a:lnTo>
                    <a:pt x="1632044" y="850261"/>
                  </a:lnTo>
                  <a:lnTo>
                    <a:pt x="1633116" y="849430"/>
                  </a:lnTo>
                  <a:lnTo>
                    <a:pt x="1634188" y="848598"/>
                  </a:lnTo>
                  <a:lnTo>
                    <a:pt x="1635259" y="847763"/>
                  </a:lnTo>
                  <a:lnTo>
                    <a:pt x="1636331" y="846927"/>
                  </a:lnTo>
                  <a:lnTo>
                    <a:pt x="1637402" y="846090"/>
                  </a:lnTo>
                  <a:lnTo>
                    <a:pt x="1638474" y="845251"/>
                  </a:lnTo>
                  <a:lnTo>
                    <a:pt x="1639546" y="844410"/>
                  </a:lnTo>
                  <a:lnTo>
                    <a:pt x="1640617" y="843567"/>
                  </a:lnTo>
                  <a:lnTo>
                    <a:pt x="1641689" y="842723"/>
                  </a:lnTo>
                  <a:lnTo>
                    <a:pt x="1642760" y="841876"/>
                  </a:lnTo>
                  <a:lnTo>
                    <a:pt x="1643832" y="841028"/>
                  </a:lnTo>
                  <a:lnTo>
                    <a:pt x="1644904" y="840178"/>
                  </a:lnTo>
                  <a:lnTo>
                    <a:pt x="1645975" y="839327"/>
                  </a:lnTo>
                  <a:lnTo>
                    <a:pt x="1647047" y="838473"/>
                  </a:lnTo>
                  <a:lnTo>
                    <a:pt x="1648118" y="837617"/>
                  </a:lnTo>
                  <a:lnTo>
                    <a:pt x="1649190" y="836760"/>
                  </a:lnTo>
                  <a:lnTo>
                    <a:pt x="1650262" y="835900"/>
                  </a:lnTo>
                  <a:lnTo>
                    <a:pt x="1651333" y="835039"/>
                  </a:lnTo>
                  <a:lnTo>
                    <a:pt x="1652405" y="834175"/>
                  </a:lnTo>
                  <a:lnTo>
                    <a:pt x="1653476" y="833309"/>
                  </a:lnTo>
                  <a:lnTo>
                    <a:pt x="1654548" y="832442"/>
                  </a:lnTo>
                  <a:lnTo>
                    <a:pt x="1655620" y="831572"/>
                  </a:lnTo>
                  <a:lnTo>
                    <a:pt x="1656691" y="830700"/>
                  </a:lnTo>
                  <a:lnTo>
                    <a:pt x="1657763" y="829826"/>
                  </a:lnTo>
                  <a:lnTo>
                    <a:pt x="1658834" y="828949"/>
                  </a:lnTo>
                  <a:lnTo>
                    <a:pt x="1659906" y="828071"/>
                  </a:lnTo>
                  <a:lnTo>
                    <a:pt x="1660978" y="827190"/>
                  </a:lnTo>
                  <a:lnTo>
                    <a:pt x="1662049" y="826307"/>
                  </a:lnTo>
                  <a:lnTo>
                    <a:pt x="1663121" y="825421"/>
                  </a:lnTo>
                  <a:lnTo>
                    <a:pt x="1664192" y="824534"/>
                  </a:lnTo>
                  <a:lnTo>
                    <a:pt x="1665264" y="823644"/>
                  </a:lnTo>
                  <a:lnTo>
                    <a:pt x="1666336" y="822751"/>
                  </a:lnTo>
                  <a:lnTo>
                    <a:pt x="1667407" y="821857"/>
                  </a:lnTo>
                  <a:lnTo>
                    <a:pt x="1668479" y="820959"/>
                  </a:lnTo>
                  <a:lnTo>
                    <a:pt x="1669550" y="820060"/>
                  </a:lnTo>
                  <a:lnTo>
                    <a:pt x="1670622" y="819158"/>
                  </a:lnTo>
                  <a:lnTo>
                    <a:pt x="1671694" y="818253"/>
                  </a:lnTo>
                  <a:lnTo>
                    <a:pt x="1672765" y="817346"/>
                  </a:lnTo>
                  <a:lnTo>
                    <a:pt x="1673837" y="816436"/>
                  </a:lnTo>
                  <a:lnTo>
                    <a:pt x="1674908" y="815524"/>
                  </a:lnTo>
                  <a:lnTo>
                    <a:pt x="1675980" y="814609"/>
                  </a:lnTo>
                  <a:lnTo>
                    <a:pt x="1677052" y="813691"/>
                  </a:lnTo>
                  <a:lnTo>
                    <a:pt x="1678123" y="812771"/>
                  </a:lnTo>
                  <a:lnTo>
                    <a:pt x="1679195" y="811848"/>
                  </a:lnTo>
                  <a:lnTo>
                    <a:pt x="1680266" y="810922"/>
                  </a:lnTo>
                  <a:lnTo>
                    <a:pt x="1681338" y="809994"/>
                  </a:lnTo>
                  <a:lnTo>
                    <a:pt x="1682410" y="809063"/>
                  </a:lnTo>
                  <a:lnTo>
                    <a:pt x="1683481" y="808129"/>
                  </a:lnTo>
                  <a:lnTo>
                    <a:pt x="1684553" y="807193"/>
                  </a:lnTo>
                  <a:lnTo>
                    <a:pt x="1685624" y="806253"/>
                  </a:lnTo>
                  <a:lnTo>
                    <a:pt x="1686696" y="805311"/>
                  </a:lnTo>
                  <a:lnTo>
                    <a:pt x="1687768" y="804366"/>
                  </a:lnTo>
                  <a:lnTo>
                    <a:pt x="1688839" y="803417"/>
                  </a:lnTo>
                  <a:lnTo>
                    <a:pt x="1689911" y="802466"/>
                  </a:lnTo>
                  <a:lnTo>
                    <a:pt x="1690982" y="801512"/>
                  </a:lnTo>
                  <a:lnTo>
                    <a:pt x="1692054" y="800556"/>
                  </a:lnTo>
                  <a:lnTo>
                    <a:pt x="1693126" y="799596"/>
                  </a:lnTo>
                  <a:lnTo>
                    <a:pt x="1694197" y="798633"/>
                  </a:lnTo>
                  <a:lnTo>
                    <a:pt x="1695269" y="797667"/>
                  </a:lnTo>
                  <a:lnTo>
                    <a:pt x="1696340" y="796698"/>
                  </a:lnTo>
                  <a:lnTo>
                    <a:pt x="1697412" y="795725"/>
                  </a:lnTo>
                  <a:lnTo>
                    <a:pt x="1698484" y="794750"/>
                  </a:lnTo>
                  <a:lnTo>
                    <a:pt x="1699555" y="793772"/>
                  </a:lnTo>
                  <a:lnTo>
                    <a:pt x="1700627" y="792790"/>
                  </a:lnTo>
                  <a:lnTo>
                    <a:pt x="1701698" y="791806"/>
                  </a:lnTo>
                  <a:lnTo>
                    <a:pt x="1702770" y="790818"/>
                  </a:lnTo>
                  <a:lnTo>
                    <a:pt x="1703842" y="789827"/>
                  </a:lnTo>
                  <a:lnTo>
                    <a:pt x="1704913" y="788832"/>
                  </a:lnTo>
                  <a:lnTo>
                    <a:pt x="1705985" y="787835"/>
                  </a:lnTo>
                  <a:lnTo>
                    <a:pt x="1707056" y="786834"/>
                  </a:lnTo>
                  <a:lnTo>
                    <a:pt x="1708128" y="785830"/>
                  </a:lnTo>
                  <a:lnTo>
                    <a:pt x="1709200" y="784822"/>
                  </a:lnTo>
                  <a:lnTo>
                    <a:pt x="1710271" y="783811"/>
                  </a:lnTo>
                  <a:lnTo>
                    <a:pt x="1711343" y="782797"/>
                  </a:lnTo>
                  <a:lnTo>
                    <a:pt x="1712414" y="781780"/>
                  </a:lnTo>
                  <a:lnTo>
                    <a:pt x="1713486" y="780759"/>
                  </a:lnTo>
                  <a:lnTo>
                    <a:pt x="1714558" y="779734"/>
                  </a:lnTo>
                  <a:lnTo>
                    <a:pt x="1715629" y="778707"/>
                  </a:lnTo>
                  <a:lnTo>
                    <a:pt x="1716701" y="777675"/>
                  </a:lnTo>
                  <a:lnTo>
                    <a:pt x="1717772" y="776641"/>
                  </a:lnTo>
                  <a:lnTo>
                    <a:pt x="1718844" y="775603"/>
                  </a:lnTo>
                  <a:lnTo>
                    <a:pt x="1719916" y="774561"/>
                  </a:lnTo>
                  <a:lnTo>
                    <a:pt x="1720987" y="773516"/>
                  </a:lnTo>
                  <a:lnTo>
                    <a:pt x="1722059" y="772467"/>
                  </a:lnTo>
                  <a:lnTo>
                    <a:pt x="1723130" y="771415"/>
                  </a:lnTo>
                  <a:lnTo>
                    <a:pt x="1724202" y="770359"/>
                  </a:lnTo>
                  <a:lnTo>
                    <a:pt x="1725274" y="769299"/>
                  </a:lnTo>
                  <a:lnTo>
                    <a:pt x="1726345" y="768236"/>
                  </a:lnTo>
                  <a:lnTo>
                    <a:pt x="1727417" y="767169"/>
                  </a:lnTo>
                  <a:lnTo>
                    <a:pt x="1728488" y="766099"/>
                  </a:lnTo>
                  <a:lnTo>
                    <a:pt x="1729560" y="765025"/>
                  </a:lnTo>
                  <a:lnTo>
                    <a:pt x="1730632" y="763947"/>
                  </a:lnTo>
                  <a:lnTo>
                    <a:pt x="1731703" y="762866"/>
                  </a:lnTo>
                  <a:lnTo>
                    <a:pt x="1732775" y="761781"/>
                  </a:lnTo>
                  <a:lnTo>
                    <a:pt x="1733846" y="760692"/>
                  </a:lnTo>
                  <a:lnTo>
                    <a:pt x="1734918" y="759600"/>
                  </a:lnTo>
                  <a:lnTo>
                    <a:pt x="1735990" y="758503"/>
                  </a:lnTo>
                  <a:lnTo>
                    <a:pt x="1737061" y="757403"/>
                  </a:lnTo>
                  <a:lnTo>
                    <a:pt x="1738133" y="756300"/>
                  </a:lnTo>
                  <a:lnTo>
                    <a:pt x="1739204" y="755192"/>
                  </a:lnTo>
                  <a:lnTo>
                    <a:pt x="1740276" y="754081"/>
                  </a:lnTo>
                  <a:lnTo>
                    <a:pt x="1741348" y="752965"/>
                  </a:lnTo>
                  <a:lnTo>
                    <a:pt x="1742419" y="751847"/>
                  </a:lnTo>
                  <a:lnTo>
                    <a:pt x="1743491" y="750724"/>
                  </a:lnTo>
                  <a:lnTo>
                    <a:pt x="1744562" y="749597"/>
                  </a:lnTo>
                  <a:lnTo>
                    <a:pt x="1745634" y="748467"/>
                  </a:lnTo>
                  <a:lnTo>
                    <a:pt x="1746706" y="747332"/>
                  </a:lnTo>
                  <a:lnTo>
                    <a:pt x="1747777" y="746194"/>
                  </a:lnTo>
                  <a:lnTo>
                    <a:pt x="1748849" y="745052"/>
                  </a:lnTo>
                  <a:lnTo>
                    <a:pt x="1749920" y="743906"/>
                  </a:lnTo>
                  <a:lnTo>
                    <a:pt x="1750992" y="742756"/>
                  </a:lnTo>
                  <a:lnTo>
                    <a:pt x="1752064" y="741602"/>
                  </a:lnTo>
                  <a:lnTo>
                    <a:pt x="1753135" y="740444"/>
                  </a:lnTo>
                  <a:lnTo>
                    <a:pt x="1754207" y="739283"/>
                  </a:lnTo>
                  <a:lnTo>
                    <a:pt x="1755278" y="738117"/>
                  </a:lnTo>
                  <a:lnTo>
                    <a:pt x="1756350" y="736947"/>
                  </a:lnTo>
                  <a:lnTo>
                    <a:pt x="1757422" y="735774"/>
                  </a:lnTo>
                  <a:lnTo>
                    <a:pt x="1758493" y="734596"/>
                  </a:lnTo>
                  <a:lnTo>
                    <a:pt x="1759565" y="733415"/>
                  </a:lnTo>
                  <a:lnTo>
                    <a:pt x="1760636" y="732229"/>
                  </a:lnTo>
                  <a:lnTo>
                    <a:pt x="1761708" y="731040"/>
                  </a:lnTo>
                  <a:lnTo>
                    <a:pt x="1762780" y="729846"/>
                  </a:lnTo>
                  <a:lnTo>
                    <a:pt x="1763851" y="728649"/>
                  </a:lnTo>
                  <a:lnTo>
                    <a:pt x="1764923" y="727447"/>
                  </a:lnTo>
                  <a:lnTo>
                    <a:pt x="1765994" y="726242"/>
                  </a:lnTo>
                  <a:lnTo>
                    <a:pt x="1767066" y="725032"/>
                  </a:lnTo>
                  <a:lnTo>
                    <a:pt x="1768138" y="723819"/>
                  </a:lnTo>
                  <a:lnTo>
                    <a:pt x="1769209" y="722601"/>
                  </a:lnTo>
                  <a:lnTo>
                    <a:pt x="1770281" y="721380"/>
                  </a:lnTo>
                  <a:lnTo>
                    <a:pt x="1771352" y="720154"/>
                  </a:lnTo>
                  <a:lnTo>
                    <a:pt x="1772424" y="718924"/>
                  </a:lnTo>
                  <a:lnTo>
                    <a:pt x="1773496" y="717691"/>
                  </a:lnTo>
                  <a:lnTo>
                    <a:pt x="1774567" y="716453"/>
                  </a:lnTo>
                  <a:lnTo>
                    <a:pt x="1775639" y="715211"/>
                  </a:lnTo>
                  <a:lnTo>
                    <a:pt x="1776710" y="713965"/>
                  </a:lnTo>
                  <a:lnTo>
                    <a:pt x="1777782" y="712715"/>
                  </a:lnTo>
                  <a:lnTo>
                    <a:pt x="1778853" y="711461"/>
                  </a:lnTo>
                  <a:lnTo>
                    <a:pt x="1779925" y="710203"/>
                  </a:lnTo>
                  <a:lnTo>
                    <a:pt x="1780997" y="708941"/>
                  </a:lnTo>
                  <a:lnTo>
                    <a:pt x="1782068" y="707675"/>
                  </a:lnTo>
                  <a:lnTo>
                    <a:pt x="1783140" y="706404"/>
                  </a:lnTo>
                  <a:lnTo>
                    <a:pt x="1784211" y="705130"/>
                  </a:lnTo>
                  <a:lnTo>
                    <a:pt x="1785283" y="703852"/>
                  </a:lnTo>
                  <a:lnTo>
                    <a:pt x="1786355" y="702569"/>
                  </a:lnTo>
                  <a:lnTo>
                    <a:pt x="1787426" y="701283"/>
                  </a:lnTo>
                  <a:lnTo>
                    <a:pt x="1788498" y="699992"/>
                  </a:lnTo>
                  <a:lnTo>
                    <a:pt x="1789569" y="698697"/>
                  </a:lnTo>
                  <a:lnTo>
                    <a:pt x="1790641" y="697398"/>
                  </a:lnTo>
                  <a:lnTo>
                    <a:pt x="1791713" y="696096"/>
                  </a:lnTo>
                  <a:lnTo>
                    <a:pt x="1792784" y="694789"/>
                  </a:lnTo>
                  <a:lnTo>
                    <a:pt x="1793856" y="693478"/>
                  </a:lnTo>
                  <a:lnTo>
                    <a:pt x="1794927" y="692163"/>
                  </a:lnTo>
                  <a:lnTo>
                    <a:pt x="1795999" y="690844"/>
                  </a:lnTo>
                  <a:lnTo>
                    <a:pt x="1797071" y="689520"/>
                  </a:lnTo>
                  <a:lnTo>
                    <a:pt x="1798142" y="688193"/>
                  </a:lnTo>
                  <a:lnTo>
                    <a:pt x="1799214" y="686862"/>
                  </a:lnTo>
                  <a:lnTo>
                    <a:pt x="1800285" y="685526"/>
                  </a:lnTo>
                  <a:lnTo>
                    <a:pt x="1801357" y="684187"/>
                  </a:lnTo>
                  <a:lnTo>
                    <a:pt x="1802429" y="682844"/>
                  </a:lnTo>
                  <a:lnTo>
                    <a:pt x="1803500" y="681496"/>
                  </a:lnTo>
                  <a:lnTo>
                    <a:pt x="1804572" y="680145"/>
                  </a:lnTo>
                  <a:lnTo>
                    <a:pt x="1805643" y="678789"/>
                  </a:lnTo>
                  <a:lnTo>
                    <a:pt x="1806715" y="677429"/>
                  </a:lnTo>
                  <a:lnTo>
                    <a:pt x="1807787" y="676066"/>
                  </a:lnTo>
                  <a:lnTo>
                    <a:pt x="1808858" y="674698"/>
                  </a:lnTo>
                  <a:lnTo>
                    <a:pt x="1809930" y="673327"/>
                  </a:lnTo>
                  <a:lnTo>
                    <a:pt x="1811001" y="671951"/>
                  </a:lnTo>
                  <a:lnTo>
                    <a:pt x="1812073" y="670571"/>
                  </a:lnTo>
                  <a:lnTo>
                    <a:pt x="1813145" y="669187"/>
                  </a:lnTo>
                  <a:lnTo>
                    <a:pt x="1814216" y="667800"/>
                  </a:lnTo>
                  <a:lnTo>
                    <a:pt x="1815288" y="666408"/>
                  </a:lnTo>
                  <a:lnTo>
                    <a:pt x="1816359" y="665013"/>
                  </a:lnTo>
                  <a:lnTo>
                    <a:pt x="1817431" y="663613"/>
                  </a:lnTo>
                  <a:lnTo>
                    <a:pt x="1818503" y="662209"/>
                  </a:lnTo>
                  <a:lnTo>
                    <a:pt x="1819574" y="660802"/>
                  </a:lnTo>
                  <a:lnTo>
                    <a:pt x="1820646" y="659390"/>
                  </a:lnTo>
                  <a:lnTo>
                    <a:pt x="1821717" y="657975"/>
                  </a:lnTo>
                  <a:lnTo>
                    <a:pt x="1822789" y="656555"/>
                  </a:lnTo>
                  <a:lnTo>
                    <a:pt x="1823861" y="655132"/>
                  </a:lnTo>
                  <a:lnTo>
                    <a:pt x="1824932" y="653705"/>
                  </a:lnTo>
                  <a:lnTo>
                    <a:pt x="1826004" y="652274"/>
                  </a:lnTo>
                  <a:lnTo>
                    <a:pt x="1827075" y="650839"/>
                  </a:lnTo>
                  <a:lnTo>
                    <a:pt x="1828147" y="649400"/>
                  </a:lnTo>
                  <a:lnTo>
                    <a:pt x="1829219" y="647957"/>
                  </a:lnTo>
                  <a:lnTo>
                    <a:pt x="1830290" y="646510"/>
                  </a:lnTo>
                  <a:lnTo>
                    <a:pt x="1831362" y="645060"/>
                  </a:lnTo>
                  <a:lnTo>
                    <a:pt x="1832433" y="643606"/>
                  </a:lnTo>
                  <a:lnTo>
                    <a:pt x="1833505" y="642147"/>
                  </a:lnTo>
                  <a:lnTo>
                    <a:pt x="1834577" y="640685"/>
                  </a:lnTo>
                  <a:lnTo>
                    <a:pt x="1835648" y="639219"/>
                  </a:lnTo>
                  <a:lnTo>
                    <a:pt x="1836720" y="637750"/>
                  </a:lnTo>
                  <a:lnTo>
                    <a:pt x="1837791" y="636276"/>
                  </a:lnTo>
                  <a:lnTo>
                    <a:pt x="1838863" y="634799"/>
                  </a:lnTo>
                  <a:lnTo>
                    <a:pt x="1839935" y="633318"/>
                  </a:lnTo>
                  <a:lnTo>
                    <a:pt x="1841006" y="631833"/>
                  </a:lnTo>
                  <a:lnTo>
                    <a:pt x="1842078" y="630345"/>
                  </a:lnTo>
                  <a:lnTo>
                    <a:pt x="1843149" y="628852"/>
                  </a:lnTo>
                  <a:lnTo>
                    <a:pt x="1844221" y="627356"/>
                  </a:lnTo>
                  <a:lnTo>
                    <a:pt x="1845293" y="625857"/>
                  </a:lnTo>
                  <a:lnTo>
                    <a:pt x="1846364" y="624353"/>
                  </a:lnTo>
                  <a:lnTo>
                    <a:pt x="1847436" y="622846"/>
                  </a:lnTo>
                  <a:lnTo>
                    <a:pt x="1848507" y="621335"/>
                  </a:lnTo>
                  <a:lnTo>
                    <a:pt x="1849579" y="619821"/>
                  </a:lnTo>
                  <a:lnTo>
                    <a:pt x="1850651" y="618303"/>
                  </a:lnTo>
                  <a:lnTo>
                    <a:pt x="1851722" y="616781"/>
                  </a:lnTo>
                  <a:lnTo>
                    <a:pt x="1852794" y="615255"/>
                  </a:lnTo>
                  <a:lnTo>
                    <a:pt x="1853865" y="613727"/>
                  </a:lnTo>
                  <a:lnTo>
                    <a:pt x="1854937" y="612194"/>
                  </a:lnTo>
                  <a:lnTo>
                    <a:pt x="1856009" y="610658"/>
                  </a:lnTo>
                  <a:lnTo>
                    <a:pt x="1857080" y="609118"/>
                  </a:lnTo>
                  <a:lnTo>
                    <a:pt x="1858152" y="607575"/>
                  </a:lnTo>
                  <a:lnTo>
                    <a:pt x="1859223" y="606028"/>
                  </a:lnTo>
                  <a:lnTo>
                    <a:pt x="1860295" y="604478"/>
                  </a:lnTo>
                  <a:lnTo>
                    <a:pt x="1861367" y="602924"/>
                  </a:lnTo>
                  <a:lnTo>
                    <a:pt x="1862438" y="601367"/>
                  </a:lnTo>
                  <a:lnTo>
                    <a:pt x="1863510" y="599806"/>
                  </a:lnTo>
                  <a:lnTo>
                    <a:pt x="1864581" y="598242"/>
                  </a:lnTo>
                  <a:lnTo>
                    <a:pt x="1865653" y="596674"/>
                  </a:lnTo>
                  <a:lnTo>
                    <a:pt x="1866725" y="595103"/>
                  </a:lnTo>
                  <a:lnTo>
                    <a:pt x="1867796" y="593529"/>
                  </a:lnTo>
                  <a:lnTo>
                    <a:pt x="1868868" y="591951"/>
                  </a:lnTo>
                  <a:lnTo>
                    <a:pt x="1869939" y="590370"/>
                  </a:lnTo>
                  <a:lnTo>
                    <a:pt x="1871011" y="588785"/>
                  </a:lnTo>
                  <a:lnTo>
                    <a:pt x="1872083" y="587198"/>
                  </a:lnTo>
                  <a:lnTo>
                    <a:pt x="1873154" y="585606"/>
                  </a:lnTo>
                  <a:lnTo>
                    <a:pt x="1874226" y="584012"/>
                  </a:lnTo>
                  <a:lnTo>
                    <a:pt x="1875297" y="582414"/>
                  </a:lnTo>
                  <a:lnTo>
                    <a:pt x="1876369" y="580813"/>
                  </a:lnTo>
                  <a:lnTo>
                    <a:pt x="1877441" y="579209"/>
                  </a:lnTo>
                  <a:lnTo>
                    <a:pt x="1878512" y="577602"/>
                  </a:lnTo>
                  <a:lnTo>
                    <a:pt x="1879584" y="575991"/>
                  </a:lnTo>
                  <a:lnTo>
                    <a:pt x="1880655" y="574377"/>
                  </a:lnTo>
                  <a:lnTo>
                    <a:pt x="1881727" y="572760"/>
                  </a:lnTo>
                  <a:lnTo>
                    <a:pt x="1882799" y="571140"/>
                  </a:lnTo>
                  <a:lnTo>
                    <a:pt x="1883870" y="569517"/>
                  </a:lnTo>
                  <a:lnTo>
                    <a:pt x="1884942" y="567890"/>
                  </a:lnTo>
                  <a:lnTo>
                    <a:pt x="1886013" y="566261"/>
                  </a:lnTo>
                  <a:lnTo>
                    <a:pt x="1887085" y="564628"/>
                  </a:lnTo>
                  <a:lnTo>
                    <a:pt x="1888157" y="562993"/>
                  </a:lnTo>
                  <a:lnTo>
                    <a:pt x="1889228" y="561354"/>
                  </a:lnTo>
                  <a:lnTo>
                    <a:pt x="1890300" y="559713"/>
                  </a:lnTo>
                  <a:lnTo>
                    <a:pt x="1891371" y="558068"/>
                  </a:lnTo>
                  <a:lnTo>
                    <a:pt x="1892443" y="556421"/>
                  </a:lnTo>
                  <a:lnTo>
                    <a:pt x="1893515" y="554770"/>
                  </a:lnTo>
                  <a:lnTo>
                    <a:pt x="1894586" y="553117"/>
                  </a:lnTo>
                  <a:lnTo>
                    <a:pt x="1895658" y="551461"/>
                  </a:lnTo>
                  <a:lnTo>
                    <a:pt x="1896729" y="549802"/>
                  </a:lnTo>
                  <a:lnTo>
                    <a:pt x="1897801" y="548140"/>
                  </a:lnTo>
                  <a:lnTo>
                    <a:pt x="1898873" y="546475"/>
                  </a:lnTo>
                  <a:lnTo>
                    <a:pt x="1899944" y="544807"/>
                  </a:lnTo>
                  <a:lnTo>
                    <a:pt x="1901016" y="543137"/>
                  </a:lnTo>
                  <a:lnTo>
                    <a:pt x="1902087" y="541464"/>
                  </a:lnTo>
                  <a:lnTo>
                    <a:pt x="1903159" y="539788"/>
                  </a:lnTo>
                  <a:lnTo>
                    <a:pt x="1904231" y="538109"/>
                  </a:lnTo>
                  <a:lnTo>
                    <a:pt x="1905302" y="536428"/>
                  </a:lnTo>
                  <a:lnTo>
                    <a:pt x="1906374" y="534744"/>
                  </a:lnTo>
                  <a:lnTo>
                    <a:pt x="1907445" y="533057"/>
                  </a:lnTo>
                  <a:lnTo>
                    <a:pt x="1908517" y="531368"/>
                  </a:lnTo>
                  <a:lnTo>
                    <a:pt x="1909589" y="529676"/>
                  </a:lnTo>
                  <a:lnTo>
                    <a:pt x="1910660" y="527982"/>
                  </a:lnTo>
                  <a:lnTo>
                    <a:pt x="1911732" y="526285"/>
                  </a:lnTo>
                  <a:lnTo>
                    <a:pt x="1912803" y="524585"/>
                  </a:lnTo>
                  <a:lnTo>
                    <a:pt x="1913875" y="522883"/>
                  </a:lnTo>
                  <a:lnTo>
                    <a:pt x="1914947" y="521179"/>
                  </a:lnTo>
                  <a:lnTo>
                    <a:pt x="1916018" y="519472"/>
                  </a:lnTo>
                  <a:lnTo>
                    <a:pt x="1917090" y="517763"/>
                  </a:lnTo>
                  <a:lnTo>
                    <a:pt x="1918161" y="516051"/>
                  </a:lnTo>
                  <a:lnTo>
                    <a:pt x="1919233" y="514337"/>
                  </a:lnTo>
                  <a:lnTo>
                    <a:pt x="1920305" y="512621"/>
                  </a:lnTo>
                  <a:lnTo>
                    <a:pt x="1921376" y="510902"/>
                  </a:lnTo>
                  <a:lnTo>
                    <a:pt x="1922448" y="509181"/>
                  </a:lnTo>
                  <a:lnTo>
                    <a:pt x="1923519" y="507458"/>
                  </a:lnTo>
                  <a:lnTo>
                    <a:pt x="1924591" y="505732"/>
                  </a:lnTo>
                  <a:lnTo>
                    <a:pt x="1925663" y="504004"/>
                  </a:lnTo>
                  <a:lnTo>
                    <a:pt x="1926734" y="502274"/>
                  </a:lnTo>
                  <a:lnTo>
                    <a:pt x="1927806" y="500542"/>
                  </a:lnTo>
                  <a:lnTo>
                    <a:pt x="1928877" y="498808"/>
                  </a:lnTo>
                  <a:lnTo>
                    <a:pt x="1929949" y="497072"/>
                  </a:lnTo>
                  <a:lnTo>
                    <a:pt x="1931021" y="495333"/>
                  </a:lnTo>
                  <a:lnTo>
                    <a:pt x="1932092" y="493593"/>
                  </a:lnTo>
                  <a:lnTo>
                    <a:pt x="1933164" y="491850"/>
                  </a:lnTo>
                  <a:lnTo>
                    <a:pt x="1934235" y="490106"/>
                  </a:lnTo>
                  <a:lnTo>
                    <a:pt x="1935307" y="488359"/>
                  </a:lnTo>
                  <a:lnTo>
                    <a:pt x="1936379" y="486611"/>
                  </a:lnTo>
                  <a:lnTo>
                    <a:pt x="1937450" y="484860"/>
                  </a:lnTo>
                  <a:lnTo>
                    <a:pt x="1938522" y="483108"/>
                  </a:lnTo>
                  <a:lnTo>
                    <a:pt x="1939593" y="481354"/>
                  </a:lnTo>
                  <a:lnTo>
                    <a:pt x="1940665" y="479598"/>
                  </a:lnTo>
                  <a:lnTo>
                    <a:pt x="1941737" y="477841"/>
                  </a:lnTo>
                  <a:lnTo>
                    <a:pt x="1942808" y="476081"/>
                  </a:lnTo>
                  <a:lnTo>
                    <a:pt x="1943880" y="474320"/>
                  </a:lnTo>
                  <a:lnTo>
                    <a:pt x="1944951" y="472557"/>
                  </a:lnTo>
                  <a:lnTo>
                    <a:pt x="1946023" y="470792"/>
                  </a:lnTo>
                  <a:lnTo>
                    <a:pt x="1947095" y="469026"/>
                  </a:lnTo>
                  <a:lnTo>
                    <a:pt x="1948166" y="467258"/>
                  </a:lnTo>
                  <a:lnTo>
                    <a:pt x="1949238" y="465489"/>
                  </a:lnTo>
                  <a:lnTo>
                    <a:pt x="1950309" y="463718"/>
                  </a:lnTo>
                  <a:lnTo>
                    <a:pt x="1951381" y="461945"/>
                  </a:lnTo>
                  <a:lnTo>
                    <a:pt x="1952453" y="460171"/>
                  </a:lnTo>
                  <a:lnTo>
                    <a:pt x="1953524" y="458396"/>
                  </a:lnTo>
                  <a:lnTo>
                    <a:pt x="1954596" y="456619"/>
                  </a:lnTo>
                  <a:lnTo>
                    <a:pt x="1955667" y="454840"/>
                  </a:lnTo>
                  <a:lnTo>
                    <a:pt x="1956739" y="453061"/>
                  </a:lnTo>
                  <a:lnTo>
                    <a:pt x="1957810" y="451280"/>
                  </a:lnTo>
                  <a:lnTo>
                    <a:pt x="1958882" y="449497"/>
                  </a:lnTo>
                  <a:lnTo>
                    <a:pt x="1959954" y="447714"/>
                  </a:lnTo>
                  <a:lnTo>
                    <a:pt x="1961025" y="445929"/>
                  </a:lnTo>
                  <a:lnTo>
                    <a:pt x="1962097" y="444143"/>
                  </a:lnTo>
                  <a:lnTo>
                    <a:pt x="1963168" y="442355"/>
                  </a:lnTo>
                  <a:lnTo>
                    <a:pt x="1964240" y="440567"/>
                  </a:lnTo>
                  <a:lnTo>
                    <a:pt x="1965312" y="438777"/>
                  </a:lnTo>
                  <a:lnTo>
                    <a:pt x="1966383" y="436987"/>
                  </a:lnTo>
                  <a:lnTo>
                    <a:pt x="1967455" y="435195"/>
                  </a:lnTo>
                  <a:lnTo>
                    <a:pt x="1968526" y="433402"/>
                  </a:lnTo>
                  <a:lnTo>
                    <a:pt x="1969598" y="431609"/>
                  </a:lnTo>
                  <a:lnTo>
                    <a:pt x="1970670" y="429814"/>
                  </a:lnTo>
                  <a:lnTo>
                    <a:pt x="1971741" y="428018"/>
                  </a:lnTo>
                  <a:lnTo>
                    <a:pt x="1972813" y="426222"/>
                  </a:lnTo>
                  <a:lnTo>
                    <a:pt x="1973884" y="424425"/>
                  </a:lnTo>
                  <a:lnTo>
                    <a:pt x="1974956" y="422626"/>
                  </a:lnTo>
                  <a:lnTo>
                    <a:pt x="1976028" y="420828"/>
                  </a:lnTo>
                  <a:lnTo>
                    <a:pt x="1977099" y="419028"/>
                  </a:lnTo>
                  <a:lnTo>
                    <a:pt x="1978171" y="417228"/>
                  </a:lnTo>
                  <a:lnTo>
                    <a:pt x="1979242" y="415427"/>
                  </a:lnTo>
                  <a:lnTo>
                    <a:pt x="1980314" y="413625"/>
                  </a:lnTo>
                  <a:lnTo>
                    <a:pt x="1981386" y="411823"/>
                  </a:lnTo>
                  <a:lnTo>
                    <a:pt x="1982457" y="410020"/>
                  </a:lnTo>
                  <a:lnTo>
                    <a:pt x="1983529" y="408216"/>
                  </a:lnTo>
                  <a:lnTo>
                    <a:pt x="1984600" y="406412"/>
                  </a:lnTo>
                  <a:lnTo>
                    <a:pt x="1985672" y="404608"/>
                  </a:lnTo>
                  <a:lnTo>
                    <a:pt x="1986744" y="402803"/>
                  </a:lnTo>
                  <a:lnTo>
                    <a:pt x="1987815" y="400998"/>
                  </a:lnTo>
                  <a:lnTo>
                    <a:pt x="1988887" y="399193"/>
                  </a:lnTo>
                  <a:lnTo>
                    <a:pt x="1989958" y="397387"/>
                  </a:lnTo>
                  <a:lnTo>
                    <a:pt x="1991030" y="395581"/>
                  </a:lnTo>
                  <a:lnTo>
                    <a:pt x="1992102" y="393774"/>
                  </a:lnTo>
                  <a:lnTo>
                    <a:pt x="1993173" y="391968"/>
                  </a:lnTo>
                  <a:lnTo>
                    <a:pt x="1994245" y="390161"/>
                  </a:lnTo>
                  <a:lnTo>
                    <a:pt x="1995316" y="388354"/>
                  </a:lnTo>
                  <a:lnTo>
                    <a:pt x="1996388" y="386547"/>
                  </a:lnTo>
                  <a:lnTo>
                    <a:pt x="1997460" y="384740"/>
                  </a:lnTo>
                  <a:lnTo>
                    <a:pt x="1998531" y="382933"/>
                  </a:lnTo>
                  <a:lnTo>
                    <a:pt x="1999603" y="381126"/>
                  </a:lnTo>
                  <a:lnTo>
                    <a:pt x="2000674" y="379318"/>
                  </a:lnTo>
                  <a:lnTo>
                    <a:pt x="2001746" y="377511"/>
                  </a:lnTo>
                  <a:lnTo>
                    <a:pt x="2002818" y="375705"/>
                  </a:lnTo>
                  <a:lnTo>
                    <a:pt x="2003889" y="373898"/>
                  </a:lnTo>
                  <a:lnTo>
                    <a:pt x="2004961" y="372092"/>
                  </a:lnTo>
                  <a:lnTo>
                    <a:pt x="2006032" y="370285"/>
                  </a:lnTo>
                  <a:lnTo>
                    <a:pt x="2007104" y="368479"/>
                  </a:lnTo>
                  <a:lnTo>
                    <a:pt x="2008176" y="366674"/>
                  </a:lnTo>
                  <a:lnTo>
                    <a:pt x="2009247" y="364868"/>
                  </a:lnTo>
                  <a:lnTo>
                    <a:pt x="2010319" y="363064"/>
                  </a:lnTo>
                  <a:lnTo>
                    <a:pt x="2011390" y="361259"/>
                  </a:lnTo>
                  <a:lnTo>
                    <a:pt x="2012462" y="359455"/>
                  </a:lnTo>
                  <a:lnTo>
                    <a:pt x="2013534" y="357652"/>
                  </a:lnTo>
                  <a:lnTo>
                    <a:pt x="2014605" y="355849"/>
                  </a:lnTo>
                  <a:lnTo>
                    <a:pt x="2015677" y="354047"/>
                  </a:lnTo>
                  <a:lnTo>
                    <a:pt x="2016748" y="352245"/>
                  </a:lnTo>
                  <a:lnTo>
                    <a:pt x="2017820" y="350444"/>
                  </a:lnTo>
                  <a:lnTo>
                    <a:pt x="2018892" y="348644"/>
                  </a:lnTo>
                  <a:lnTo>
                    <a:pt x="2019963" y="346844"/>
                  </a:lnTo>
                  <a:lnTo>
                    <a:pt x="2021035" y="345045"/>
                  </a:lnTo>
                  <a:lnTo>
                    <a:pt x="2022106" y="343248"/>
                  </a:lnTo>
                  <a:lnTo>
                    <a:pt x="2023178" y="341451"/>
                  </a:lnTo>
                  <a:lnTo>
                    <a:pt x="2024250" y="339655"/>
                  </a:lnTo>
                  <a:lnTo>
                    <a:pt x="2025321" y="337859"/>
                  </a:lnTo>
                  <a:lnTo>
                    <a:pt x="2026393" y="336065"/>
                  </a:lnTo>
                  <a:lnTo>
                    <a:pt x="2027464" y="334272"/>
                  </a:lnTo>
                  <a:lnTo>
                    <a:pt x="2028536" y="332480"/>
                  </a:lnTo>
                  <a:lnTo>
                    <a:pt x="2029608" y="330690"/>
                  </a:lnTo>
                  <a:lnTo>
                    <a:pt x="2030679" y="328900"/>
                  </a:lnTo>
                  <a:lnTo>
                    <a:pt x="2031751" y="327112"/>
                  </a:lnTo>
                  <a:lnTo>
                    <a:pt x="2032822" y="325324"/>
                  </a:lnTo>
                  <a:lnTo>
                    <a:pt x="2033894" y="323538"/>
                  </a:lnTo>
                  <a:lnTo>
                    <a:pt x="2034966" y="321754"/>
                  </a:lnTo>
                  <a:lnTo>
                    <a:pt x="2036037" y="319971"/>
                  </a:lnTo>
                  <a:lnTo>
                    <a:pt x="2037109" y="318189"/>
                  </a:lnTo>
                  <a:lnTo>
                    <a:pt x="2038180" y="316409"/>
                  </a:lnTo>
                  <a:lnTo>
                    <a:pt x="2039252" y="314630"/>
                  </a:lnTo>
                  <a:lnTo>
                    <a:pt x="2040324" y="312853"/>
                  </a:lnTo>
                  <a:lnTo>
                    <a:pt x="2041395" y="311077"/>
                  </a:lnTo>
                  <a:lnTo>
                    <a:pt x="2042467" y="309303"/>
                  </a:lnTo>
                  <a:lnTo>
                    <a:pt x="2043538" y="307531"/>
                  </a:lnTo>
                  <a:lnTo>
                    <a:pt x="2044610" y="305761"/>
                  </a:lnTo>
                  <a:lnTo>
                    <a:pt x="2045682" y="303992"/>
                  </a:lnTo>
                  <a:lnTo>
                    <a:pt x="2046753" y="302225"/>
                  </a:lnTo>
                  <a:lnTo>
                    <a:pt x="2047825" y="300460"/>
                  </a:lnTo>
                  <a:lnTo>
                    <a:pt x="2048896" y="298697"/>
                  </a:lnTo>
                  <a:lnTo>
                    <a:pt x="2049968" y="296936"/>
                  </a:lnTo>
                  <a:lnTo>
                    <a:pt x="2051040" y="295176"/>
                  </a:lnTo>
                  <a:lnTo>
                    <a:pt x="2052111" y="293419"/>
                  </a:lnTo>
                  <a:lnTo>
                    <a:pt x="2053183" y="291664"/>
                  </a:lnTo>
                  <a:lnTo>
                    <a:pt x="2054254" y="289911"/>
                  </a:lnTo>
                  <a:lnTo>
                    <a:pt x="2055326" y="288160"/>
                  </a:lnTo>
                  <a:lnTo>
                    <a:pt x="2056398" y="286412"/>
                  </a:lnTo>
                  <a:lnTo>
                    <a:pt x="2057469" y="284666"/>
                  </a:lnTo>
                  <a:lnTo>
                    <a:pt x="2058541" y="282922"/>
                  </a:lnTo>
                  <a:lnTo>
                    <a:pt x="2059612" y="281180"/>
                  </a:lnTo>
                  <a:lnTo>
                    <a:pt x="2060684" y="279441"/>
                  </a:lnTo>
                  <a:lnTo>
                    <a:pt x="2061756" y="277704"/>
                  </a:lnTo>
                  <a:lnTo>
                    <a:pt x="2062827" y="275970"/>
                  </a:lnTo>
                  <a:lnTo>
                    <a:pt x="2063899" y="274238"/>
                  </a:lnTo>
                  <a:lnTo>
                    <a:pt x="2064970" y="272509"/>
                  </a:lnTo>
                  <a:lnTo>
                    <a:pt x="2066042" y="270783"/>
                  </a:lnTo>
                  <a:lnTo>
                    <a:pt x="2067114" y="269059"/>
                  </a:lnTo>
                  <a:lnTo>
                    <a:pt x="2068185" y="267338"/>
                  </a:lnTo>
                  <a:lnTo>
                    <a:pt x="2069257" y="265620"/>
                  </a:lnTo>
                  <a:lnTo>
                    <a:pt x="2070328" y="263905"/>
                  </a:lnTo>
                  <a:lnTo>
                    <a:pt x="2071400" y="262192"/>
                  </a:lnTo>
                  <a:lnTo>
                    <a:pt x="2072472" y="260482"/>
                  </a:lnTo>
                  <a:lnTo>
                    <a:pt x="2073543" y="258776"/>
                  </a:lnTo>
                  <a:lnTo>
                    <a:pt x="2074615" y="257072"/>
                  </a:lnTo>
                  <a:lnTo>
                    <a:pt x="2075686" y="255372"/>
                  </a:lnTo>
                  <a:lnTo>
                    <a:pt x="2076758" y="253674"/>
                  </a:lnTo>
                  <a:lnTo>
                    <a:pt x="2077830" y="251980"/>
                  </a:lnTo>
                  <a:lnTo>
                    <a:pt x="2078901" y="250289"/>
                  </a:lnTo>
                  <a:lnTo>
                    <a:pt x="2079973" y="248601"/>
                  </a:lnTo>
                  <a:lnTo>
                    <a:pt x="2081044" y="246916"/>
                  </a:lnTo>
                  <a:lnTo>
                    <a:pt x="2082116" y="245235"/>
                  </a:lnTo>
                  <a:lnTo>
                    <a:pt x="2083188" y="243557"/>
                  </a:lnTo>
                  <a:lnTo>
                    <a:pt x="2084259" y="241883"/>
                  </a:lnTo>
                  <a:lnTo>
                    <a:pt x="2085331" y="240212"/>
                  </a:lnTo>
                  <a:lnTo>
                    <a:pt x="2086402" y="238545"/>
                  </a:lnTo>
                  <a:lnTo>
                    <a:pt x="2087474" y="236881"/>
                  </a:lnTo>
                  <a:lnTo>
                    <a:pt x="2088546" y="235221"/>
                  </a:lnTo>
                  <a:lnTo>
                    <a:pt x="2089617" y="233565"/>
                  </a:lnTo>
                  <a:lnTo>
                    <a:pt x="2090689" y="231912"/>
                  </a:lnTo>
                  <a:lnTo>
                    <a:pt x="2091760" y="230263"/>
                  </a:lnTo>
                  <a:lnTo>
                    <a:pt x="2092832" y="228618"/>
                  </a:lnTo>
                  <a:lnTo>
                    <a:pt x="2093904" y="226977"/>
                  </a:lnTo>
                  <a:lnTo>
                    <a:pt x="2094975" y="225340"/>
                  </a:lnTo>
                  <a:lnTo>
                    <a:pt x="2096047" y="223707"/>
                  </a:lnTo>
                  <a:lnTo>
                    <a:pt x="2097118" y="222078"/>
                  </a:lnTo>
                  <a:lnTo>
                    <a:pt x="2098190" y="220453"/>
                  </a:lnTo>
                  <a:lnTo>
                    <a:pt x="2099262" y="218832"/>
                  </a:lnTo>
                  <a:lnTo>
                    <a:pt x="2100333" y="217215"/>
                  </a:lnTo>
                  <a:lnTo>
                    <a:pt x="2101405" y="215603"/>
                  </a:lnTo>
                  <a:lnTo>
                    <a:pt x="2102476" y="213995"/>
                  </a:lnTo>
                  <a:lnTo>
                    <a:pt x="2103548" y="212391"/>
                  </a:lnTo>
                  <a:lnTo>
                    <a:pt x="2104620" y="210791"/>
                  </a:lnTo>
                  <a:lnTo>
                    <a:pt x="2105691" y="209196"/>
                  </a:lnTo>
                  <a:lnTo>
                    <a:pt x="2106763" y="207606"/>
                  </a:lnTo>
                  <a:lnTo>
                    <a:pt x="2107834" y="206020"/>
                  </a:lnTo>
                  <a:lnTo>
                    <a:pt x="2108906" y="204439"/>
                  </a:lnTo>
                  <a:lnTo>
                    <a:pt x="2109978" y="202862"/>
                  </a:lnTo>
                  <a:lnTo>
                    <a:pt x="2111049" y="201290"/>
                  </a:lnTo>
                  <a:lnTo>
                    <a:pt x="2112121" y="199723"/>
                  </a:lnTo>
                  <a:lnTo>
                    <a:pt x="2113192" y="198160"/>
                  </a:lnTo>
                  <a:lnTo>
                    <a:pt x="2114264" y="196603"/>
                  </a:lnTo>
                  <a:lnTo>
                    <a:pt x="2115336" y="195050"/>
                  </a:lnTo>
                  <a:lnTo>
                    <a:pt x="2116407" y="193502"/>
                  </a:lnTo>
                  <a:lnTo>
                    <a:pt x="2117479" y="191959"/>
                  </a:lnTo>
                  <a:lnTo>
                    <a:pt x="2118550" y="190422"/>
                  </a:lnTo>
                  <a:lnTo>
                    <a:pt x="2119622" y="188889"/>
                  </a:lnTo>
                  <a:lnTo>
                    <a:pt x="2120694" y="187361"/>
                  </a:lnTo>
                  <a:lnTo>
                    <a:pt x="2121765" y="185839"/>
                  </a:lnTo>
                  <a:lnTo>
                    <a:pt x="2122837" y="184322"/>
                  </a:lnTo>
                  <a:lnTo>
                    <a:pt x="2123908" y="182811"/>
                  </a:lnTo>
                  <a:lnTo>
                    <a:pt x="2124980" y="181304"/>
                  </a:lnTo>
                  <a:lnTo>
                    <a:pt x="2126052" y="179803"/>
                  </a:lnTo>
                  <a:lnTo>
                    <a:pt x="2127123" y="178308"/>
                  </a:lnTo>
                  <a:lnTo>
                    <a:pt x="2128195" y="176818"/>
                  </a:lnTo>
                  <a:lnTo>
                    <a:pt x="2129266" y="175334"/>
                  </a:lnTo>
                  <a:lnTo>
                    <a:pt x="2130338" y="173855"/>
                  </a:lnTo>
                  <a:lnTo>
                    <a:pt x="2131409" y="172382"/>
                  </a:lnTo>
                  <a:lnTo>
                    <a:pt x="2132481" y="170915"/>
                  </a:lnTo>
                  <a:lnTo>
                    <a:pt x="2133553" y="169453"/>
                  </a:lnTo>
                  <a:lnTo>
                    <a:pt x="2134624" y="167998"/>
                  </a:lnTo>
                  <a:lnTo>
                    <a:pt x="2135696" y="166548"/>
                  </a:lnTo>
                  <a:lnTo>
                    <a:pt x="2136767" y="165104"/>
                  </a:lnTo>
                  <a:lnTo>
                    <a:pt x="2137839" y="163666"/>
                  </a:lnTo>
                  <a:lnTo>
                    <a:pt x="2138911" y="162234"/>
                  </a:lnTo>
                  <a:lnTo>
                    <a:pt x="2139982" y="160809"/>
                  </a:lnTo>
                  <a:lnTo>
                    <a:pt x="2141054" y="159389"/>
                  </a:lnTo>
                  <a:lnTo>
                    <a:pt x="2142125" y="157976"/>
                  </a:lnTo>
                  <a:lnTo>
                    <a:pt x="2143197" y="156569"/>
                  </a:lnTo>
                  <a:lnTo>
                    <a:pt x="2144269" y="155168"/>
                  </a:lnTo>
                  <a:lnTo>
                    <a:pt x="2145340" y="153773"/>
                  </a:lnTo>
                  <a:lnTo>
                    <a:pt x="2146412" y="152384"/>
                  </a:lnTo>
                  <a:lnTo>
                    <a:pt x="2147483" y="151001"/>
                  </a:lnTo>
                  <a:lnTo>
                    <a:pt x="2148555" y="149625"/>
                  </a:lnTo>
                  <a:lnTo>
                    <a:pt x="2149627" y="148255"/>
                  </a:lnTo>
                  <a:lnTo>
                    <a:pt x="2150698" y="146891"/>
                  </a:lnTo>
                  <a:lnTo>
                    <a:pt x="2151770" y="145533"/>
                  </a:lnTo>
                  <a:lnTo>
                    <a:pt x="2152841" y="144182"/>
                  </a:lnTo>
                  <a:lnTo>
                    <a:pt x="2153913" y="142837"/>
                  </a:lnTo>
                  <a:lnTo>
                    <a:pt x="2154985" y="141498"/>
                  </a:lnTo>
                  <a:lnTo>
                    <a:pt x="2156056" y="140165"/>
                  </a:lnTo>
                  <a:lnTo>
                    <a:pt x="2157128" y="138839"/>
                  </a:lnTo>
                  <a:lnTo>
                    <a:pt x="2158199" y="137518"/>
                  </a:lnTo>
                  <a:lnTo>
                    <a:pt x="2159271" y="136204"/>
                  </a:lnTo>
                  <a:lnTo>
                    <a:pt x="2160343" y="134897"/>
                  </a:lnTo>
                  <a:lnTo>
                    <a:pt x="2161414" y="133595"/>
                  </a:lnTo>
                  <a:lnTo>
                    <a:pt x="2162486" y="132300"/>
                  </a:lnTo>
                  <a:lnTo>
                    <a:pt x="2163557" y="131011"/>
                  </a:lnTo>
                  <a:lnTo>
                    <a:pt x="2164629" y="129728"/>
                  </a:lnTo>
                  <a:lnTo>
                    <a:pt x="2165701" y="128452"/>
                  </a:lnTo>
                  <a:lnTo>
                    <a:pt x="2166772" y="127182"/>
                  </a:lnTo>
                  <a:lnTo>
                    <a:pt x="2167844" y="125918"/>
                  </a:lnTo>
                  <a:lnTo>
                    <a:pt x="2168915" y="124661"/>
                  </a:lnTo>
                  <a:lnTo>
                    <a:pt x="2169987" y="123410"/>
                  </a:lnTo>
                  <a:lnTo>
                    <a:pt x="2171059" y="122165"/>
                  </a:lnTo>
                  <a:lnTo>
                    <a:pt x="2172130" y="120926"/>
                  </a:lnTo>
                  <a:lnTo>
                    <a:pt x="2173202" y="119694"/>
                  </a:lnTo>
                  <a:lnTo>
                    <a:pt x="2174273" y="118468"/>
                  </a:lnTo>
                  <a:lnTo>
                    <a:pt x="2175345" y="117249"/>
                  </a:lnTo>
                  <a:lnTo>
                    <a:pt x="2176417" y="116036"/>
                  </a:lnTo>
                  <a:lnTo>
                    <a:pt x="2177488" y="114829"/>
                  </a:lnTo>
                  <a:lnTo>
                    <a:pt x="2178560" y="113628"/>
                  </a:lnTo>
                  <a:lnTo>
                    <a:pt x="2179631" y="112434"/>
                  </a:lnTo>
                  <a:lnTo>
                    <a:pt x="2180703" y="111246"/>
                  </a:lnTo>
                  <a:lnTo>
                    <a:pt x="2181775" y="110065"/>
                  </a:lnTo>
                  <a:lnTo>
                    <a:pt x="2182846" y="108890"/>
                  </a:lnTo>
                  <a:lnTo>
                    <a:pt x="2183918" y="107721"/>
                  </a:lnTo>
                  <a:lnTo>
                    <a:pt x="2184989" y="106559"/>
                  </a:lnTo>
                  <a:lnTo>
                    <a:pt x="2186061" y="105403"/>
                  </a:lnTo>
                  <a:lnTo>
                    <a:pt x="2187133" y="104253"/>
                  </a:lnTo>
                  <a:lnTo>
                    <a:pt x="2188204" y="103110"/>
                  </a:lnTo>
                  <a:lnTo>
                    <a:pt x="2189276" y="101973"/>
                  </a:lnTo>
                  <a:lnTo>
                    <a:pt x="2190347" y="100843"/>
                  </a:lnTo>
                  <a:lnTo>
                    <a:pt x="2191419" y="99718"/>
                  </a:lnTo>
                  <a:lnTo>
                    <a:pt x="2192491" y="98601"/>
                  </a:lnTo>
                  <a:lnTo>
                    <a:pt x="2193562" y="97489"/>
                  </a:lnTo>
                  <a:lnTo>
                    <a:pt x="2194634" y="96384"/>
                  </a:lnTo>
                  <a:lnTo>
                    <a:pt x="2195705" y="95286"/>
                  </a:lnTo>
                  <a:lnTo>
                    <a:pt x="2196777" y="94194"/>
                  </a:lnTo>
                  <a:lnTo>
                    <a:pt x="2197849" y="93108"/>
                  </a:lnTo>
                  <a:lnTo>
                    <a:pt x="2198920" y="92029"/>
                  </a:lnTo>
                  <a:lnTo>
                    <a:pt x="2199992" y="90956"/>
                  </a:lnTo>
                  <a:lnTo>
                    <a:pt x="2201063" y="89889"/>
                  </a:lnTo>
                  <a:lnTo>
                    <a:pt x="2202135" y="88829"/>
                  </a:lnTo>
                  <a:lnTo>
                    <a:pt x="2203207" y="87775"/>
                  </a:lnTo>
                  <a:lnTo>
                    <a:pt x="2204278" y="86728"/>
                  </a:lnTo>
                  <a:lnTo>
                    <a:pt x="2205350" y="85687"/>
                  </a:lnTo>
                  <a:lnTo>
                    <a:pt x="2206421" y="84652"/>
                  </a:lnTo>
                  <a:lnTo>
                    <a:pt x="2207493" y="83624"/>
                  </a:lnTo>
                  <a:lnTo>
                    <a:pt x="2208565" y="82602"/>
                  </a:lnTo>
                  <a:lnTo>
                    <a:pt x="2209636" y="81587"/>
                  </a:lnTo>
                  <a:lnTo>
                    <a:pt x="2210708" y="80578"/>
                  </a:lnTo>
                  <a:lnTo>
                    <a:pt x="2211779" y="79575"/>
                  </a:lnTo>
                  <a:lnTo>
                    <a:pt x="2212851" y="78579"/>
                  </a:lnTo>
                  <a:lnTo>
                    <a:pt x="2213923" y="77590"/>
                  </a:lnTo>
                  <a:lnTo>
                    <a:pt x="2214994" y="76606"/>
                  </a:lnTo>
                  <a:lnTo>
                    <a:pt x="2216066" y="75630"/>
                  </a:lnTo>
                  <a:lnTo>
                    <a:pt x="2217137" y="74659"/>
                  </a:lnTo>
                  <a:lnTo>
                    <a:pt x="2218209" y="73695"/>
                  </a:lnTo>
                  <a:lnTo>
                    <a:pt x="2219281" y="72738"/>
                  </a:lnTo>
                  <a:lnTo>
                    <a:pt x="2220352" y="71786"/>
                  </a:lnTo>
                  <a:lnTo>
                    <a:pt x="2221424" y="70842"/>
                  </a:lnTo>
                  <a:lnTo>
                    <a:pt x="2222495" y="69903"/>
                  </a:lnTo>
                  <a:lnTo>
                    <a:pt x="2223567" y="68971"/>
                  </a:lnTo>
                  <a:lnTo>
                    <a:pt x="2224639" y="68046"/>
                  </a:lnTo>
                  <a:lnTo>
                    <a:pt x="2225710" y="67127"/>
                  </a:lnTo>
                  <a:lnTo>
                    <a:pt x="2226782" y="66214"/>
                  </a:lnTo>
                  <a:lnTo>
                    <a:pt x="2227853" y="65308"/>
                  </a:lnTo>
                  <a:lnTo>
                    <a:pt x="2228925" y="64408"/>
                  </a:lnTo>
                  <a:lnTo>
                    <a:pt x="2229997" y="63515"/>
                  </a:lnTo>
                  <a:lnTo>
                    <a:pt x="2231068" y="62628"/>
                  </a:lnTo>
                  <a:lnTo>
                    <a:pt x="2232140" y="61747"/>
                  </a:lnTo>
                  <a:lnTo>
                    <a:pt x="2233211" y="60873"/>
                  </a:lnTo>
                  <a:lnTo>
                    <a:pt x="2234283" y="60005"/>
                  </a:lnTo>
                  <a:lnTo>
                    <a:pt x="2235355" y="59144"/>
                  </a:lnTo>
                  <a:lnTo>
                    <a:pt x="2236426" y="58289"/>
                  </a:lnTo>
                  <a:lnTo>
                    <a:pt x="2237498" y="57440"/>
                  </a:lnTo>
                  <a:lnTo>
                    <a:pt x="2238569" y="56598"/>
                  </a:lnTo>
                  <a:lnTo>
                    <a:pt x="2239641" y="55762"/>
                  </a:lnTo>
                  <a:lnTo>
                    <a:pt x="2240713" y="54933"/>
                  </a:lnTo>
                  <a:lnTo>
                    <a:pt x="2241784" y="54110"/>
                  </a:lnTo>
                  <a:lnTo>
                    <a:pt x="2242856" y="53293"/>
                  </a:lnTo>
                  <a:lnTo>
                    <a:pt x="2243927" y="52483"/>
                  </a:lnTo>
                  <a:lnTo>
                    <a:pt x="2244999" y="51680"/>
                  </a:lnTo>
                  <a:lnTo>
                    <a:pt x="2246071" y="50882"/>
                  </a:lnTo>
                  <a:lnTo>
                    <a:pt x="2247142" y="50091"/>
                  </a:lnTo>
                  <a:lnTo>
                    <a:pt x="2248214" y="49307"/>
                  </a:lnTo>
                  <a:lnTo>
                    <a:pt x="2249285" y="48529"/>
                  </a:lnTo>
                  <a:lnTo>
                    <a:pt x="2250357" y="47757"/>
                  </a:lnTo>
                  <a:lnTo>
                    <a:pt x="2251429" y="46991"/>
                  </a:lnTo>
                  <a:lnTo>
                    <a:pt x="2252500" y="46232"/>
                  </a:lnTo>
                  <a:lnTo>
                    <a:pt x="2253572" y="45480"/>
                  </a:lnTo>
                  <a:lnTo>
                    <a:pt x="2254643" y="44733"/>
                  </a:lnTo>
                  <a:lnTo>
                    <a:pt x="2255715" y="43994"/>
                  </a:lnTo>
                  <a:lnTo>
                    <a:pt x="2256787" y="43260"/>
                  </a:lnTo>
                  <a:lnTo>
                    <a:pt x="2257858" y="42533"/>
                  </a:lnTo>
                  <a:lnTo>
                    <a:pt x="2258930" y="41812"/>
                  </a:lnTo>
                  <a:lnTo>
                    <a:pt x="2260001" y="41098"/>
                  </a:lnTo>
                  <a:lnTo>
                    <a:pt x="2261073" y="40390"/>
                  </a:lnTo>
                  <a:lnTo>
                    <a:pt x="2262145" y="39688"/>
                  </a:lnTo>
                  <a:lnTo>
                    <a:pt x="2263216" y="38993"/>
                  </a:lnTo>
                  <a:lnTo>
                    <a:pt x="2264288" y="38303"/>
                  </a:lnTo>
                  <a:lnTo>
                    <a:pt x="2265359" y="37621"/>
                  </a:lnTo>
                  <a:lnTo>
                    <a:pt x="2266431" y="36945"/>
                  </a:lnTo>
                  <a:lnTo>
                    <a:pt x="2267503" y="36275"/>
                  </a:lnTo>
                  <a:lnTo>
                    <a:pt x="2268574" y="35611"/>
                  </a:lnTo>
                  <a:lnTo>
                    <a:pt x="2269646" y="34954"/>
                  </a:lnTo>
                  <a:lnTo>
                    <a:pt x="2270717" y="34303"/>
                  </a:lnTo>
                  <a:lnTo>
                    <a:pt x="2271789" y="33658"/>
                  </a:lnTo>
                  <a:lnTo>
                    <a:pt x="2272861" y="33020"/>
                  </a:lnTo>
                  <a:lnTo>
                    <a:pt x="2273932" y="32388"/>
                  </a:lnTo>
                  <a:lnTo>
                    <a:pt x="2275004" y="31762"/>
                  </a:lnTo>
                  <a:lnTo>
                    <a:pt x="2276075" y="31142"/>
                  </a:lnTo>
                  <a:lnTo>
                    <a:pt x="2277147" y="30529"/>
                  </a:lnTo>
                  <a:lnTo>
                    <a:pt x="2278219" y="29923"/>
                  </a:lnTo>
                  <a:lnTo>
                    <a:pt x="2279290" y="29322"/>
                  </a:lnTo>
                  <a:lnTo>
                    <a:pt x="2280362" y="28728"/>
                  </a:lnTo>
                  <a:lnTo>
                    <a:pt x="2281433" y="28140"/>
                  </a:lnTo>
                  <a:lnTo>
                    <a:pt x="2282505" y="27558"/>
                  </a:lnTo>
                  <a:lnTo>
                    <a:pt x="2283577" y="26983"/>
                  </a:lnTo>
                  <a:lnTo>
                    <a:pt x="2284648" y="26414"/>
                  </a:lnTo>
                  <a:lnTo>
                    <a:pt x="2285720" y="25851"/>
                  </a:lnTo>
                  <a:lnTo>
                    <a:pt x="2286791" y="25294"/>
                  </a:lnTo>
                  <a:lnTo>
                    <a:pt x="2287863" y="24744"/>
                  </a:lnTo>
                  <a:lnTo>
                    <a:pt x="2288935" y="24200"/>
                  </a:lnTo>
                  <a:lnTo>
                    <a:pt x="2290006" y="23662"/>
                  </a:lnTo>
                  <a:lnTo>
                    <a:pt x="2291078" y="23131"/>
                  </a:lnTo>
                  <a:lnTo>
                    <a:pt x="2292149" y="22605"/>
                  </a:lnTo>
                  <a:lnTo>
                    <a:pt x="2293221" y="22086"/>
                  </a:lnTo>
                  <a:lnTo>
                    <a:pt x="2294293" y="21573"/>
                  </a:lnTo>
                  <a:lnTo>
                    <a:pt x="2295364" y="21067"/>
                  </a:lnTo>
                  <a:lnTo>
                    <a:pt x="2296436" y="20566"/>
                  </a:lnTo>
                  <a:lnTo>
                    <a:pt x="2297507" y="20072"/>
                  </a:lnTo>
                  <a:lnTo>
                    <a:pt x="2298579" y="19584"/>
                  </a:lnTo>
                  <a:lnTo>
                    <a:pt x="2299651" y="19102"/>
                  </a:lnTo>
                  <a:lnTo>
                    <a:pt x="2300722" y="18627"/>
                  </a:lnTo>
                  <a:lnTo>
                    <a:pt x="2301794" y="18157"/>
                  </a:lnTo>
                  <a:lnTo>
                    <a:pt x="2302865" y="17694"/>
                  </a:lnTo>
                  <a:lnTo>
                    <a:pt x="2303937" y="17237"/>
                  </a:lnTo>
                  <a:lnTo>
                    <a:pt x="2305009" y="16786"/>
                  </a:lnTo>
                  <a:lnTo>
                    <a:pt x="2306080" y="16341"/>
                  </a:lnTo>
                  <a:lnTo>
                    <a:pt x="2307152" y="15902"/>
                  </a:lnTo>
                  <a:lnTo>
                    <a:pt x="2308223" y="15470"/>
                  </a:lnTo>
                  <a:lnTo>
                    <a:pt x="2309295" y="15044"/>
                  </a:lnTo>
                  <a:lnTo>
                    <a:pt x="2310366" y="14624"/>
                  </a:lnTo>
                  <a:lnTo>
                    <a:pt x="2311438" y="14209"/>
                  </a:lnTo>
                  <a:lnTo>
                    <a:pt x="2312510" y="13802"/>
                  </a:lnTo>
                  <a:lnTo>
                    <a:pt x="2313581" y="13400"/>
                  </a:lnTo>
                  <a:lnTo>
                    <a:pt x="2314653" y="13004"/>
                  </a:lnTo>
                  <a:lnTo>
                    <a:pt x="2315724" y="12614"/>
                  </a:lnTo>
                  <a:lnTo>
                    <a:pt x="2316796" y="12231"/>
                  </a:lnTo>
                  <a:lnTo>
                    <a:pt x="2317868" y="11854"/>
                  </a:lnTo>
                  <a:lnTo>
                    <a:pt x="2318939" y="11482"/>
                  </a:lnTo>
                  <a:lnTo>
                    <a:pt x="2320011" y="11117"/>
                  </a:lnTo>
                  <a:lnTo>
                    <a:pt x="2321082" y="10758"/>
                  </a:lnTo>
                  <a:lnTo>
                    <a:pt x="2322154" y="10405"/>
                  </a:lnTo>
                  <a:lnTo>
                    <a:pt x="2323226" y="10058"/>
                  </a:lnTo>
                  <a:lnTo>
                    <a:pt x="2324297" y="9717"/>
                  </a:lnTo>
                  <a:lnTo>
                    <a:pt x="2325369" y="9382"/>
                  </a:lnTo>
                  <a:lnTo>
                    <a:pt x="2326440" y="9053"/>
                  </a:lnTo>
                  <a:lnTo>
                    <a:pt x="2327512" y="8730"/>
                  </a:lnTo>
                  <a:lnTo>
                    <a:pt x="2328584" y="8413"/>
                  </a:lnTo>
                  <a:lnTo>
                    <a:pt x="2329655" y="8102"/>
                  </a:lnTo>
                  <a:lnTo>
                    <a:pt x="2330727" y="7797"/>
                  </a:lnTo>
                  <a:lnTo>
                    <a:pt x="2331798" y="7498"/>
                  </a:lnTo>
                  <a:lnTo>
                    <a:pt x="2332870" y="7205"/>
                  </a:lnTo>
                  <a:lnTo>
                    <a:pt x="2333942" y="6918"/>
                  </a:lnTo>
                  <a:lnTo>
                    <a:pt x="2335013" y="6637"/>
                  </a:lnTo>
                  <a:lnTo>
                    <a:pt x="2336085" y="6362"/>
                  </a:lnTo>
                  <a:lnTo>
                    <a:pt x="2337156" y="6093"/>
                  </a:lnTo>
                  <a:lnTo>
                    <a:pt x="2338228" y="5830"/>
                  </a:lnTo>
                  <a:lnTo>
                    <a:pt x="2339300" y="5573"/>
                  </a:lnTo>
                  <a:lnTo>
                    <a:pt x="2340371" y="5322"/>
                  </a:lnTo>
                  <a:lnTo>
                    <a:pt x="2341443" y="5076"/>
                  </a:lnTo>
                  <a:lnTo>
                    <a:pt x="2342514" y="4837"/>
                  </a:lnTo>
                  <a:lnTo>
                    <a:pt x="2343586" y="4603"/>
                  </a:lnTo>
                  <a:lnTo>
                    <a:pt x="2344658" y="4376"/>
                  </a:lnTo>
                  <a:lnTo>
                    <a:pt x="2345729" y="4154"/>
                  </a:lnTo>
                  <a:lnTo>
                    <a:pt x="2346801" y="3938"/>
                  </a:lnTo>
                  <a:lnTo>
                    <a:pt x="2347872" y="3728"/>
                  </a:lnTo>
                  <a:lnTo>
                    <a:pt x="2348944" y="3524"/>
                  </a:lnTo>
                  <a:lnTo>
                    <a:pt x="2350016" y="3326"/>
                  </a:lnTo>
                  <a:lnTo>
                    <a:pt x="2351087" y="3133"/>
                  </a:lnTo>
                  <a:lnTo>
                    <a:pt x="2352159" y="2947"/>
                  </a:lnTo>
                  <a:lnTo>
                    <a:pt x="2353230" y="2766"/>
                  </a:lnTo>
                  <a:lnTo>
                    <a:pt x="2354302" y="2591"/>
                  </a:lnTo>
                  <a:lnTo>
                    <a:pt x="2355374" y="2422"/>
                  </a:lnTo>
                  <a:lnTo>
                    <a:pt x="2356445" y="2258"/>
                  </a:lnTo>
                  <a:lnTo>
                    <a:pt x="2357517" y="2101"/>
                  </a:lnTo>
                  <a:lnTo>
                    <a:pt x="2358588" y="1949"/>
                  </a:lnTo>
                  <a:lnTo>
                    <a:pt x="2359660" y="1803"/>
                  </a:lnTo>
                  <a:lnTo>
                    <a:pt x="2360732" y="1663"/>
                  </a:lnTo>
                  <a:lnTo>
                    <a:pt x="2361803" y="1528"/>
                  </a:lnTo>
                  <a:lnTo>
                    <a:pt x="2362875" y="1399"/>
                  </a:lnTo>
                  <a:lnTo>
                    <a:pt x="2363946" y="1276"/>
                  </a:lnTo>
                  <a:lnTo>
                    <a:pt x="2365018" y="1159"/>
                  </a:lnTo>
                  <a:lnTo>
                    <a:pt x="2366090" y="1048"/>
                  </a:lnTo>
                  <a:lnTo>
                    <a:pt x="2367161" y="942"/>
                  </a:lnTo>
                  <a:lnTo>
                    <a:pt x="2368233" y="841"/>
                  </a:lnTo>
                  <a:lnTo>
                    <a:pt x="2369304" y="747"/>
                  </a:lnTo>
                  <a:lnTo>
                    <a:pt x="2370376" y="658"/>
                  </a:lnTo>
                  <a:lnTo>
                    <a:pt x="2371448" y="575"/>
                  </a:lnTo>
                  <a:lnTo>
                    <a:pt x="2372519" y="497"/>
                  </a:lnTo>
                  <a:lnTo>
                    <a:pt x="2373591" y="426"/>
                  </a:lnTo>
                  <a:lnTo>
                    <a:pt x="2374662" y="359"/>
                  </a:lnTo>
                  <a:lnTo>
                    <a:pt x="2375734" y="299"/>
                  </a:lnTo>
                  <a:lnTo>
                    <a:pt x="2376806" y="244"/>
                  </a:lnTo>
                  <a:lnTo>
                    <a:pt x="2377877" y="194"/>
                  </a:lnTo>
                  <a:lnTo>
                    <a:pt x="2378949" y="150"/>
                  </a:lnTo>
                  <a:lnTo>
                    <a:pt x="2380020" y="112"/>
                  </a:lnTo>
                  <a:lnTo>
                    <a:pt x="2381092" y="80"/>
                  </a:lnTo>
                  <a:lnTo>
                    <a:pt x="2382164" y="52"/>
                  </a:lnTo>
                  <a:lnTo>
                    <a:pt x="2383235" y="31"/>
                  </a:lnTo>
                  <a:lnTo>
                    <a:pt x="2384307" y="15"/>
                  </a:lnTo>
                  <a:lnTo>
                    <a:pt x="2385378" y="4"/>
                  </a:lnTo>
                  <a:lnTo>
                    <a:pt x="2386450" y="0"/>
                  </a:lnTo>
                  <a:lnTo>
                    <a:pt x="2387522" y="0"/>
                  </a:lnTo>
                  <a:lnTo>
                    <a:pt x="2388593" y="6"/>
                  </a:lnTo>
                  <a:lnTo>
                    <a:pt x="2389665" y="18"/>
                  </a:lnTo>
                  <a:lnTo>
                    <a:pt x="2390736" y="35"/>
                  </a:lnTo>
                  <a:lnTo>
                    <a:pt x="2391808" y="57"/>
                  </a:lnTo>
                  <a:lnTo>
                    <a:pt x="2392880" y="85"/>
                  </a:lnTo>
                  <a:lnTo>
                    <a:pt x="2393951" y="119"/>
                  </a:lnTo>
                  <a:lnTo>
                    <a:pt x="2395023" y="157"/>
                  </a:lnTo>
                  <a:lnTo>
                    <a:pt x="2396094" y="202"/>
                  </a:lnTo>
                  <a:lnTo>
                    <a:pt x="2397166" y="251"/>
                  </a:lnTo>
                  <a:lnTo>
                    <a:pt x="2398238" y="306"/>
                  </a:lnTo>
                  <a:lnTo>
                    <a:pt x="2399309" y="367"/>
                  </a:lnTo>
                  <a:lnTo>
                    <a:pt x="2400381" y="433"/>
                  </a:lnTo>
                  <a:lnTo>
                    <a:pt x="2401452" y="504"/>
                  </a:lnTo>
                  <a:lnTo>
                    <a:pt x="2402524" y="580"/>
                  </a:lnTo>
                  <a:lnTo>
                    <a:pt x="2403596" y="662"/>
                  </a:lnTo>
                  <a:lnTo>
                    <a:pt x="2404667" y="749"/>
                  </a:lnTo>
                  <a:lnTo>
                    <a:pt x="2405739" y="842"/>
                  </a:lnTo>
                  <a:lnTo>
                    <a:pt x="2406810" y="940"/>
                  </a:lnTo>
                  <a:lnTo>
                    <a:pt x="2407882" y="1043"/>
                  </a:lnTo>
                  <a:lnTo>
                    <a:pt x="2408954" y="1151"/>
                  </a:lnTo>
                  <a:lnTo>
                    <a:pt x="2410025" y="1265"/>
                  </a:lnTo>
                  <a:lnTo>
                    <a:pt x="2411097" y="1384"/>
                  </a:lnTo>
                  <a:lnTo>
                    <a:pt x="2412168" y="1508"/>
                  </a:lnTo>
                  <a:lnTo>
                    <a:pt x="2413240" y="1638"/>
                  </a:lnTo>
                  <a:lnTo>
                    <a:pt x="2414312" y="1772"/>
                  </a:lnTo>
                  <a:lnTo>
                    <a:pt x="2415383" y="1912"/>
                  </a:lnTo>
                  <a:lnTo>
                    <a:pt x="2416455" y="2058"/>
                  </a:lnTo>
                  <a:lnTo>
                    <a:pt x="2417526" y="2208"/>
                  </a:lnTo>
                  <a:lnTo>
                    <a:pt x="2418598" y="2363"/>
                  </a:lnTo>
                  <a:lnTo>
                    <a:pt x="2419670" y="2524"/>
                  </a:lnTo>
                  <a:lnTo>
                    <a:pt x="2420741" y="2690"/>
                  </a:lnTo>
                  <a:lnTo>
                    <a:pt x="2421813" y="2861"/>
                  </a:lnTo>
                  <a:lnTo>
                    <a:pt x="2422884" y="3037"/>
                  </a:lnTo>
                  <a:lnTo>
                    <a:pt x="2423956" y="3218"/>
                  </a:lnTo>
                  <a:lnTo>
                    <a:pt x="2425028" y="3404"/>
                  </a:lnTo>
                  <a:lnTo>
                    <a:pt x="2426099" y="3596"/>
                  </a:lnTo>
                  <a:lnTo>
                    <a:pt x="2427171" y="3792"/>
                  </a:lnTo>
                  <a:lnTo>
                    <a:pt x="2428242" y="3994"/>
                  </a:lnTo>
                  <a:lnTo>
                    <a:pt x="2429314" y="4201"/>
                  </a:lnTo>
                  <a:lnTo>
                    <a:pt x="2430386" y="4412"/>
                  </a:lnTo>
                  <a:lnTo>
                    <a:pt x="2431457" y="4629"/>
                  </a:lnTo>
                  <a:lnTo>
                    <a:pt x="2432529" y="4851"/>
                  </a:lnTo>
                  <a:lnTo>
                    <a:pt x="2433600" y="5077"/>
                  </a:lnTo>
                  <a:lnTo>
                    <a:pt x="2434672" y="5309"/>
                  </a:lnTo>
                  <a:lnTo>
                    <a:pt x="2435744" y="5546"/>
                  </a:lnTo>
                  <a:lnTo>
                    <a:pt x="2436815" y="5788"/>
                  </a:lnTo>
                  <a:lnTo>
                    <a:pt x="2437887" y="6034"/>
                  </a:lnTo>
                  <a:lnTo>
                    <a:pt x="2438958" y="6286"/>
                  </a:lnTo>
                  <a:lnTo>
                    <a:pt x="2440030" y="6542"/>
                  </a:lnTo>
                  <a:lnTo>
                    <a:pt x="2441102" y="6804"/>
                  </a:lnTo>
                  <a:lnTo>
                    <a:pt x="2442173" y="7070"/>
                  </a:lnTo>
                  <a:lnTo>
                    <a:pt x="2443245" y="7342"/>
                  </a:lnTo>
                  <a:lnTo>
                    <a:pt x="2444316" y="7618"/>
                  </a:lnTo>
                  <a:lnTo>
                    <a:pt x="2445388" y="7899"/>
                  </a:lnTo>
                  <a:lnTo>
                    <a:pt x="2446460" y="8185"/>
                  </a:lnTo>
                  <a:lnTo>
                    <a:pt x="2447531" y="8475"/>
                  </a:lnTo>
                  <a:lnTo>
                    <a:pt x="2448603" y="8771"/>
                  </a:lnTo>
                  <a:lnTo>
                    <a:pt x="2449674" y="9071"/>
                  </a:lnTo>
                  <a:lnTo>
                    <a:pt x="2450746" y="9377"/>
                  </a:lnTo>
                  <a:lnTo>
                    <a:pt x="2451818" y="9687"/>
                  </a:lnTo>
                  <a:lnTo>
                    <a:pt x="2452889" y="10001"/>
                  </a:lnTo>
                  <a:lnTo>
                    <a:pt x="2453961" y="10321"/>
                  </a:lnTo>
                  <a:lnTo>
                    <a:pt x="2455032" y="10645"/>
                  </a:lnTo>
                  <a:lnTo>
                    <a:pt x="2456104" y="10974"/>
                  </a:lnTo>
                  <a:lnTo>
                    <a:pt x="2457176" y="11308"/>
                  </a:lnTo>
                  <a:lnTo>
                    <a:pt x="2458247" y="11646"/>
                  </a:lnTo>
                  <a:lnTo>
                    <a:pt x="2459319" y="11990"/>
                  </a:lnTo>
                  <a:lnTo>
                    <a:pt x="2460390" y="12337"/>
                  </a:lnTo>
                  <a:lnTo>
                    <a:pt x="2461462" y="12690"/>
                  </a:lnTo>
                  <a:lnTo>
                    <a:pt x="2462534" y="13047"/>
                  </a:lnTo>
                  <a:lnTo>
                    <a:pt x="2463605" y="13409"/>
                  </a:lnTo>
                  <a:lnTo>
                    <a:pt x="2464677" y="13775"/>
                  </a:lnTo>
                  <a:lnTo>
                    <a:pt x="2465748" y="14147"/>
                  </a:lnTo>
                  <a:lnTo>
                    <a:pt x="2466820" y="14522"/>
                  </a:lnTo>
                  <a:lnTo>
                    <a:pt x="2467892" y="14903"/>
                  </a:lnTo>
                  <a:lnTo>
                    <a:pt x="2468963" y="15287"/>
                  </a:lnTo>
                  <a:lnTo>
                    <a:pt x="2470035" y="15677"/>
                  </a:lnTo>
                  <a:lnTo>
                    <a:pt x="2471106" y="16071"/>
                  </a:lnTo>
                  <a:lnTo>
                    <a:pt x="2472178" y="16469"/>
                  </a:lnTo>
                  <a:lnTo>
                    <a:pt x="2473250" y="16872"/>
                  </a:lnTo>
                  <a:lnTo>
                    <a:pt x="2474321" y="17280"/>
                  </a:lnTo>
                  <a:lnTo>
                    <a:pt x="2475393" y="17692"/>
                  </a:lnTo>
                  <a:lnTo>
                    <a:pt x="2476464" y="18109"/>
                  </a:lnTo>
                  <a:lnTo>
                    <a:pt x="2477536" y="18530"/>
                  </a:lnTo>
                  <a:lnTo>
                    <a:pt x="2478608" y="18955"/>
                  </a:lnTo>
                  <a:lnTo>
                    <a:pt x="2479679" y="19385"/>
                  </a:lnTo>
                  <a:lnTo>
                    <a:pt x="2480751" y="19819"/>
                  </a:lnTo>
                  <a:lnTo>
                    <a:pt x="2481822" y="20258"/>
                  </a:lnTo>
                  <a:lnTo>
                    <a:pt x="2482894" y="20701"/>
                  </a:lnTo>
                  <a:lnTo>
                    <a:pt x="2483966" y="21149"/>
                  </a:lnTo>
                  <a:lnTo>
                    <a:pt x="2485037" y="21601"/>
                  </a:lnTo>
                  <a:lnTo>
                    <a:pt x="2486109" y="22057"/>
                  </a:lnTo>
                  <a:lnTo>
                    <a:pt x="2487180" y="22518"/>
                  </a:lnTo>
                  <a:lnTo>
                    <a:pt x="2488252" y="22983"/>
                  </a:lnTo>
                  <a:lnTo>
                    <a:pt x="2489323" y="23452"/>
                  </a:lnTo>
                  <a:lnTo>
                    <a:pt x="2490395" y="23926"/>
                  </a:lnTo>
                  <a:lnTo>
                    <a:pt x="2491467" y="24404"/>
                  </a:lnTo>
                  <a:lnTo>
                    <a:pt x="2492538" y="24886"/>
                  </a:lnTo>
                  <a:lnTo>
                    <a:pt x="2493610" y="25372"/>
                  </a:lnTo>
                  <a:lnTo>
                    <a:pt x="2494681" y="25863"/>
                  </a:lnTo>
                  <a:lnTo>
                    <a:pt x="2495753" y="26358"/>
                  </a:lnTo>
                  <a:lnTo>
                    <a:pt x="2496825" y="26857"/>
                  </a:lnTo>
                  <a:lnTo>
                    <a:pt x="2497896" y="27361"/>
                  </a:lnTo>
                  <a:lnTo>
                    <a:pt x="2498968" y="27868"/>
                  </a:lnTo>
                  <a:lnTo>
                    <a:pt x="2500039" y="28380"/>
                  </a:lnTo>
                  <a:lnTo>
                    <a:pt x="2501111" y="28896"/>
                  </a:lnTo>
                  <a:lnTo>
                    <a:pt x="2502183" y="29416"/>
                  </a:lnTo>
                  <a:lnTo>
                    <a:pt x="2503254" y="29940"/>
                  </a:lnTo>
                  <a:lnTo>
                    <a:pt x="2504326" y="30469"/>
                  </a:lnTo>
                  <a:lnTo>
                    <a:pt x="2505397" y="31001"/>
                  </a:lnTo>
                  <a:lnTo>
                    <a:pt x="2506469" y="31537"/>
                  </a:lnTo>
                  <a:lnTo>
                    <a:pt x="2507541" y="32078"/>
                  </a:lnTo>
                  <a:lnTo>
                    <a:pt x="2508612" y="32623"/>
                  </a:lnTo>
                  <a:lnTo>
                    <a:pt x="2509684" y="33172"/>
                  </a:lnTo>
                  <a:lnTo>
                    <a:pt x="2510755" y="33724"/>
                  </a:lnTo>
                  <a:lnTo>
                    <a:pt x="2511827" y="34281"/>
                  </a:lnTo>
                  <a:lnTo>
                    <a:pt x="2512899" y="34842"/>
                  </a:lnTo>
                  <a:lnTo>
                    <a:pt x="2513970" y="35407"/>
                  </a:lnTo>
                  <a:lnTo>
                    <a:pt x="2515042" y="35975"/>
                  </a:lnTo>
                  <a:lnTo>
                    <a:pt x="2516113" y="36548"/>
                  </a:lnTo>
                  <a:lnTo>
                    <a:pt x="2517185" y="37125"/>
                  </a:lnTo>
                  <a:lnTo>
                    <a:pt x="2518257" y="37705"/>
                  </a:lnTo>
                  <a:lnTo>
                    <a:pt x="2519328" y="38290"/>
                  </a:lnTo>
                  <a:lnTo>
                    <a:pt x="2520400" y="38878"/>
                  </a:lnTo>
                  <a:lnTo>
                    <a:pt x="2521471" y="39471"/>
                  </a:lnTo>
                  <a:lnTo>
                    <a:pt x="2522543" y="40067"/>
                  </a:lnTo>
                  <a:lnTo>
                    <a:pt x="2523615" y="40667"/>
                  </a:lnTo>
                  <a:lnTo>
                    <a:pt x="2524686" y="41271"/>
                  </a:lnTo>
                  <a:lnTo>
                    <a:pt x="2525758" y="41879"/>
                  </a:lnTo>
                  <a:lnTo>
                    <a:pt x="2526829" y="42490"/>
                  </a:lnTo>
                  <a:lnTo>
                    <a:pt x="2527901" y="43106"/>
                  </a:lnTo>
                  <a:lnTo>
                    <a:pt x="2528973" y="43725"/>
                  </a:lnTo>
                  <a:lnTo>
                    <a:pt x="2530044" y="44348"/>
                  </a:lnTo>
                  <a:lnTo>
                    <a:pt x="2531116" y="44975"/>
                  </a:lnTo>
                  <a:lnTo>
                    <a:pt x="2532187" y="45605"/>
                  </a:lnTo>
                  <a:lnTo>
                    <a:pt x="2533259" y="46240"/>
                  </a:lnTo>
                  <a:lnTo>
                    <a:pt x="2534331" y="46877"/>
                  </a:lnTo>
                  <a:lnTo>
                    <a:pt x="2535402" y="47519"/>
                  </a:lnTo>
                  <a:lnTo>
                    <a:pt x="2536474" y="48164"/>
                  </a:lnTo>
                  <a:lnTo>
                    <a:pt x="2537545" y="48813"/>
                  </a:lnTo>
                  <a:lnTo>
                    <a:pt x="2538617" y="49466"/>
                  </a:lnTo>
                  <a:lnTo>
                    <a:pt x="2539689" y="50122"/>
                  </a:lnTo>
                  <a:lnTo>
                    <a:pt x="2540760" y="50782"/>
                  </a:lnTo>
                  <a:lnTo>
                    <a:pt x="2541832" y="51446"/>
                  </a:lnTo>
                  <a:lnTo>
                    <a:pt x="2542903" y="52113"/>
                  </a:lnTo>
                  <a:lnTo>
                    <a:pt x="2543975" y="52784"/>
                  </a:lnTo>
                  <a:lnTo>
                    <a:pt x="2545047" y="53458"/>
                  </a:lnTo>
                  <a:lnTo>
                    <a:pt x="2546118" y="54136"/>
                  </a:lnTo>
                  <a:lnTo>
                    <a:pt x="2547190" y="54818"/>
                  </a:lnTo>
                  <a:lnTo>
                    <a:pt x="2548261" y="55503"/>
                  </a:lnTo>
                  <a:lnTo>
                    <a:pt x="2549333" y="56191"/>
                  </a:lnTo>
                  <a:lnTo>
                    <a:pt x="2550405" y="56883"/>
                  </a:lnTo>
                  <a:lnTo>
                    <a:pt x="2551476" y="57578"/>
                  </a:lnTo>
                  <a:lnTo>
                    <a:pt x="2552548" y="58277"/>
                  </a:lnTo>
                  <a:lnTo>
                    <a:pt x="2553619" y="58980"/>
                  </a:lnTo>
                  <a:lnTo>
                    <a:pt x="2554691" y="59686"/>
                  </a:lnTo>
                  <a:lnTo>
                    <a:pt x="2555763" y="60395"/>
                  </a:lnTo>
                  <a:lnTo>
                    <a:pt x="2556834" y="61107"/>
                  </a:lnTo>
                  <a:lnTo>
                    <a:pt x="2557906" y="61824"/>
                  </a:lnTo>
                  <a:lnTo>
                    <a:pt x="2558977" y="62543"/>
                  </a:lnTo>
                  <a:lnTo>
                    <a:pt x="2560049" y="63266"/>
                  </a:lnTo>
                  <a:lnTo>
                    <a:pt x="2561121" y="63992"/>
                  </a:lnTo>
                  <a:lnTo>
                    <a:pt x="2562192" y="64721"/>
                  </a:lnTo>
                  <a:lnTo>
                    <a:pt x="2563264" y="65454"/>
                  </a:lnTo>
                  <a:lnTo>
                    <a:pt x="2564335" y="66190"/>
                  </a:lnTo>
                  <a:lnTo>
                    <a:pt x="2565407" y="66930"/>
                  </a:lnTo>
                  <a:lnTo>
                    <a:pt x="2566479" y="67673"/>
                  </a:lnTo>
                  <a:lnTo>
                    <a:pt x="2567550" y="68418"/>
                  </a:lnTo>
                  <a:lnTo>
                    <a:pt x="2568622" y="69168"/>
                  </a:lnTo>
                  <a:lnTo>
                    <a:pt x="2569693" y="69920"/>
                  </a:lnTo>
                  <a:lnTo>
                    <a:pt x="2570765" y="70676"/>
                  </a:lnTo>
                  <a:lnTo>
                    <a:pt x="2571837" y="71435"/>
                  </a:lnTo>
                  <a:lnTo>
                    <a:pt x="2572908" y="72197"/>
                  </a:lnTo>
                  <a:lnTo>
                    <a:pt x="2573980" y="72962"/>
                  </a:lnTo>
                  <a:lnTo>
                    <a:pt x="2575051" y="73730"/>
                  </a:lnTo>
                  <a:lnTo>
                    <a:pt x="2576123" y="74502"/>
                  </a:lnTo>
                  <a:lnTo>
                    <a:pt x="2577195" y="75277"/>
                  </a:lnTo>
                  <a:lnTo>
                    <a:pt x="2578266" y="76054"/>
                  </a:lnTo>
                  <a:lnTo>
                    <a:pt x="2579338" y="76835"/>
                  </a:lnTo>
                  <a:lnTo>
                    <a:pt x="2580409" y="77619"/>
                  </a:lnTo>
                  <a:lnTo>
                    <a:pt x="2581481" y="78406"/>
                  </a:lnTo>
                  <a:lnTo>
                    <a:pt x="2582553" y="79196"/>
                  </a:lnTo>
                  <a:lnTo>
                    <a:pt x="2583624" y="79989"/>
                  </a:lnTo>
                  <a:lnTo>
                    <a:pt x="2584696" y="80786"/>
                  </a:lnTo>
                  <a:lnTo>
                    <a:pt x="2585767" y="81585"/>
                  </a:lnTo>
                  <a:lnTo>
                    <a:pt x="2586839" y="82387"/>
                  </a:lnTo>
                  <a:lnTo>
                    <a:pt x="2587911" y="83192"/>
                  </a:lnTo>
                  <a:lnTo>
                    <a:pt x="2588982" y="84000"/>
                  </a:lnTo>
                  <a:lnTo>
                    <a:pt x="2590054" y="84811"/>
                  </a:lnTo>
                  <a:lnTo>
                    <a:pt x="2591125" y="85625"/>
                  </a:lnTo>
                  <a:lnTo>
                    <a:pt x="2592197" y="86442"/>
                  </a:lnTo>
                  <a:lnTo>
                    <a:pt x="2593269" y="87262"/>
                  </a:lnTo>
                  <a:lnTo>
                    <a:pt x="2594340" y="88085"/>
                  </a:lnTo>
                  <a:lnTo>
                    <a:pt x="2595412" y="88910"/>
                  </a:lnTo>
                  <a:lnTo>
                    <a:pt x="2596483" y="89739"/>
                  </a:lnTo>
                  <a:lnTo>
                    <a:pt x="2597555" y="90570"/>
                  </a:lnTo>
                  <a:lnTo>
                    <a:pt x="2598627" y="91404"/>
                  </a:lnTo>
                  <a:lnTo>
                    <a:pt x="2599698" y="92241"/>
                  </a:lnTo>
                  <a:lnTo>
                    <a:pt x="2600770" y="93081"/>
                  </a:lnTo>
                  <a:lnTo>
                    <a:pt x="2601841" y="93924"/>
                  </a:lnTo>
                  <a:lnTo>
                    <a:pt x="2602913" y="94769"/>
                  </a:lnTo>
                  <a:lnTo>
                    <a:pt x="2603985" y="95617"/>
                  </a:lnTo>
                  <a:lnTo>
                    <a:pt x="2605056" y="96468"/>
                  </a:lnTo>
                  <a:lnTo>
                    <a:pt x="2606128" y="97322"/>
                  </a:lnTo>
                  <a:lnTo>
                    <a:pt x="2607199" y="98178"/>
                  </a:lnTo>
                  <a:lnTo>
                    <a:pt x="2608271" y="99037"/>
                  </a:lnTo>
                  <a:lnTo>
                    <a:pt x="2609343" y="99899"/>
                  </a:lnTo>
                  <a:lnTo>
                    <a:pt x="2610414" y="100763"/>
                  </a:lnTo>
                  <a:lnTo>
                    <a:pt x="2611486" y="101630"/>
                  </a:lnTo>
                  <a:lnTo>
                    <a:pt x="2612557" y="102500"/>
                  </a:lnTo>
                  <a:lnTo>
                    <a:pt x="2613629" y="103372"/>
                  </a:lnTo>
                  <a:lnTo>
                    <a:pt x="2614701" y="104247"/>
                  </a:lnTo>
                  <a:lnTo>
                    <a:pt x="2615772" y="105125"/>
                  </a:lnTo>
                  <a:lnTo>
                    <a:pt x="2616844" y="106005"/>
                  </a:lnTo>
                  <a:lnTo>
                    <a:pt x="2617915" y="106887"/>
                  </a:lnTo>
                  <a:lnTo>
                    <a:pt x="2618987" y="107773"/>
                  </a:lnTo>
                  <a:lnTo>
                    <a:pt x="2620059" y="108660"/>
                  </a:lnTo>
                  <a:lnTo>
                    <a:pt x="2621130" y="109551"/>
                  </a:lnTo>
                  <a:lnTo>
                    <a:pt x="2622202" y="110443"/>
                  </a:lnTo>
                  <a:lnTo>
                    <a:pt x="2623273" y="111339"/>
                  </a:lnTo>
                  <a:lnTo>
                    <a:pt x="2624345" y="112236"/>
                  </a:lnTo>
                  <a:lnTo>
                    <a:pt x="2625417" y="113137"/>
                  </a:lnTo>
                  <a:lnTo>
                    <a:pt x="2626488" y="114039"/>
                  </a:lnTo>
                  <a:lnTo>
                    <a:pt x="2627560" y="114944"/>
                  </a:lnTo>
                  <a:lnTo>
                    <a:pt x="2628631" y="115852"/>
                  </a:lnTo>
                  <a:lnTo>
                    <a:pt x="2629703" y="116762"/>
                  </a:lnTo>
                  <a:lnTo>
                    <a:pt x="2630775" y="117674"/>
                  </a:lnTo>
                  <a:lnTo>
                    <a:pt x="2631846" y="118589"/>
                  </a:lnTo>
                  <a:lnTo>
                    <a:pt x="2632918" y="119506"/>
                  </a:lnTo>
                  <a:lnTo>
                    <a:pt x="2633989" y="120426"/>
                  </a:lnTo>
                  <a:lnTo>
                    <a:pt x="2635061" y="121347"/>
                  </a:lnTo>
                  <a:lnTo>
                    <a:pt x="2636133" y="122272"/>
                  </a:lnTo>
                  <a:lnTo>
                    <a:pt x="2637204" y="123198"/>
                  </a:lnTo>
                  <a:lnTo>
                    <a:pt x="2638276" y="124127"/>
                  </a:lnTo>
                  <a:lnTo>
                    <a:pt x="2639347" y="125058"/>
                  </a:lnTo>
                  <a:lnTo>
                    <a:pt x="2640419" y="125991"/>
                  </a:lnTo>
                  <a:lnTo>
                    <a:pt x="2641491" y="126926"/>
                  </a:lnTo>
                  <a:lnTo>
                    <a:pt x="2642562" y="127864"/>
                  </a:lnTo>
                  <a:lnTo>
                    <a:pt x="2643634" y="128804"/>
                  </a:lnTo>
                  <a:lnTo>
                    <a:pt x="2644705" y="129746"/>
                  </a:lnTo>
                  <a:lnTo>
                    <a:pt x="2645777" y="130691"/>
                  </a:lnTo>
                  <a:lnTo>
                    <a:pt x="2646849" y="131637"/>
                  </a:lnTo>
                  <a:lnTo>
                    <a:pt x="2647920" y="132586"/>
                  </a:lnTo>
                  <a:lnTo>
                    <a:pt x="2648992" y="133537"/>
                  </a:lnTo>
                  <a:lnTo>
                    <a:pt x="2650063" y="134490"/>
                  </a:lnTo>
                  <a:lnTo>
                    <a:pt x="2651135" y="135445"/>
                  </a:lnTo>
                  <a:lnTo>
                    <a:pt x="2652207" y="136402"/>
                  </a:lnTo>
                  <a:lnTo>
                    <a:pt x="2653278" y="137361"/>
                  </a:lnTo>
                  <a:lnTo>
                    <a:pt x="2654350" y="138323"/>
                  </a:lnTo>
                  <a:lnTo>
                    <a:pt x="2655421" y="139286"/>
                  </a:lnTo>
                  <a:lnTo>
                    <a:pt x="2656493" y="140252"/>
                  </a:lnTo>
                  <a:lnTo>
                    <a:pt x="2657565" y="141219"/>
                  </a:lnTo>
                  <a:lnTo>
                    <a:pt x="2658636" y="142189"/>
                  </a:lnTo>
                  <a:lnTo>
                    <a:pt x="2659708" y="143160"/>
                  </a:lnTo>
                  <a:lnTo>
                    <a:pt x="2660779" y="144134"/>
                  </a:lnTo>
                  <a:lnTo>
                    <a:pt x="2661851" y="145109"/>
                  </a:lnTo>
                  <a:lnTo>
                    <a:pt x="2662922" y="146087"/>
                  </a:lnTo>
                  <a:lnTo>
                    <a:pt x="2663994" y="147066"/>
                  </a:lnTo>
                  <a:lnTo>
                    <a:pt x="2665066" y="148047"/>
                  </a:lnTo>
                  <a:lnTo>
                    <a:pt x="2666137" y="149031"/>
                  </a:lnTo>
                  <a:lnTo>
                    <a:pt x="2667209" y="150016"/>
                  </a:lnTo>
                  <a:lnTo>
                    <a:pt x="2668280" y="151003"/>
                  </a:lnTo>
                  <a:lnTo>
                    <a:pt x="2669352" y="151992"/>
                  </a:lnTo>
                  <a:lnTo>
                    <a:pt x="2670424" y="152983"/>
                  </a:lnTo>
                  <a:lnTo>
                    <a:pt x="2671495" y="153975"/>
                  </a:lnTo>
                  <a:lnTo>
                    <a:pt x="2672567" y="154970"/>
                  </a:lnTo>
                  <a:lnTo>
                    <a:pt x="2673638" y="155966"/>
                  </a:lnTo>
                  <a:lnTo>
                    <a:pt x="2674710" y="156964"/>
                  </a:lnTo>
                  <a:lnTo>
                    <a:pt x="2675782" y="157964"/>
                  </a:lnTo>
                  <a:lnTo>
                    <a:pt x="2676853" y="158966"/>
                  </a:lnTo>
                  <a:lnTo>
                    <a:pt x="2677925" y="159970"/>
                  </a:lnTo>
                  <a:lnTo>
                    <a:pt x="2678996" y="160975"/>
                  </a:lnTo>
                  <a:lnTo>
                    <a:pt x="2680068" y="161982"/>
                  </a:lnTo>
                  <a:lnTo>
                    <a:pt x="2681140" y="162990"/>
                  </a:lnTo>
                  <a:lnTo>
                    <a:pt x="2682211" y="164001"/>
                  </a:lnTo>
                  <a:lnTo>
                    <a:pt x="2683283" y="165013"/>
                  </a:lnTo>
                  <a:lnTo>
                    <a:pt x="2684354" y="166027"/>
                  </a:lnTo>
                  <a:lnTo>
                    <a:pt x="2685426" y="167042"/>
                  </a:lnTo>
                  <a:lnTo>
                    <a:pt x="2686498" y="168059"/>
                  </a:lnTo>
                  <a:lnTo>
                    <a:pt x="2687569" y="169078"/>
                  </a:lnTo>
                  <a:lnTo>
                    <a:pt x="2688641" y="170098"/>
                  </a:lnTo>
                  <a:lnTo>
                    <a:pt x="2689712" y="171120"/>
                  </a:lnTo>
                  <a:lnTo>
                    <a:pt x="2690784" y="172144"/>
                  </a:lnTo>
                  <a:lnTo>
                    <a:pt x="2691856" y="173169"/>
                  </a:lnTo>
                  <a:lnTo>
                    <a:pt x="2692927" y="174196"/>
                  </a:lnTo>
                  <a:lnTo>
                    <a:pt x="2693999" y="175224"/>
                  </a:lnTo>
                  <a:lnTo>
                    <a:pt x="2695070" y="176254"/>
                  </a:lnTo>
                  <a:lnTo>
                    <a:pt x="2696142" y="177286"/>
                  </a:lnTo>
                  <a:lnTo>
                    <a:pt x="2697214" y="178318"/>
                  </a:lnTo>
                  <a:lnTo>
                    <a:pt x="2698285" y="179353"/>
                  </a:lnTo>
                  <a:lnTo>
                    <a:pt x="2699357" y="180389"/>
                  </a:lnTo>
                  <a:lnTo>
                    <a:pt x="2700428" y="181426"/>
                  </a:lnTo>
                  <a:lnTo>
                    <a:pt x="2701500" y="182465"/>
                  </a:lnTo>
                  <a:lnTo>
                    <a:pt x="2702572" y="183505"/>
                  </a:lnTo>
                  <a:lnTo>
                    <a:pt x="2703643" y="184547"/>
                  </a:lnTo>
                  <a:lnTo>
                    <a:pt x="2704715" y="185590"/>
                  </a:lnTo>
                  <a:lnTo>
                    <a:pt x="2705786" y="186635"/>
                  </a:lnTo>
                  <a:lnTo>
                    <a:pt x="2706858" y="187681"/>
                  </a:lnTo>
                  <a:lnTo>
                    <a:pt x="2707930" y="188728"/>
                  </a:lnTo>
                  <a:lnTo>
                    <a:pt x="2709001" y="189777"/>
                  </a:lnTo>
                  <a:lnTo>
                    <a:pt x="2710073" y="190827"/>
                  </a:lnTo>
                  <a:lnTo>
                    <a:pt x="2711144" y="191878"/>
                  </a:lnTo>
                  <a:lnTo>
                    <a:pt x="2712216" y="192931"/>
                  </a:lnTo>
                  <a:lnTo>
                    <a:pt x="2713288" y="193985"/>
                  </a:lnTo>
                  <a:lnTo>
                    <a:pt x="2714359" y="195041"/>
                  </a:lnTo>
                  <a:lnTo>
                    <a:pt x="2715431" y="196097"/>
                  </a:lnTo>
                  <a:lnTo>
                    <a:pt x="2716502" y="197155"/>
                  </a:lnTo>
                  <a:lnTo>
                    <a:pt x="2717574" y="198215"/>
                  </a:lnTo>
                  <a:lnTo>
                    <a:pt x="2718646" y="199275"/>
                  </a:lnTo>
                  <a:lnTo>
                    <a:pt x="2719717" y="200337"/>
                  </a:lnTo>
                  <a:lnTo>
                    <a:pt x="2720789" y="201400"/>
                  </a:lnTo>
                  <a:lnTo>
                    <a:pt x="2721860" y="202464"/>
                  </a:lnTo>
                  <a:lnTo>
                    <a:pt x="2722932" y="203529"/>
                  </a:lnTo>
                  <a:lnTo>
                    <a:pt x="2724004" y="204596"/>
                  </a:lnTo>
                  <a:lnTo>
                    <a:pt x="2725075" y="205663"/>
                  </a:lnTo>
                  <a:lnTo>
                    <a:pt x="2726147" y="206732"/>
                  </a:lnTo>
                  <a:lnTo>
                    <a:pt x="2727218" y="207802"/>
                  </a:lnTo>
                  <a:lnTo>
                    <a:pt x="2728290" y="208873"/>
                  </a:lnTo>
                  <a:lnTo>
                    <a:pt x="2729362" y="209946"/>
                  </a:lnTo>
                  <a:lnTo>
                    <a:pt x="2730433" y="211019"/>
                  </a:lnTo>
                  <a:lnTo>
                    <a:pt x="2731505" y="212094"/>
                  </a:lnTo>
                  <a:lnTo>
                    <a:pt x="2732576" y="213169"/>
                  </a:lnTo>
                  <a:lnTo>
                    <a:pt x="2733648" y="214246"/>
                  </a:lnTo>
                  <a:lnTo>
                    <a:pt x="2734720" y="215324"/>
                  </a:lnTo>
                  <a:lnTo>
                    <a:pt x="2735791" y="216402"/>
                  </a:lnTo>
                  <a:lnTo>
                    <a:pt x="2736863" y="217482"/>
                  </a:lnTo>
                  <a:lnTo>
                    <a:pt x="2737934" y="218563"/>
                  </a:lnTo>
                  <a:lnTo>
                    <a:pt x="2739006" y="219645"/>
                  </a:lnTo>
                  <a:lnTo>
                    <a:pt x="2740078" y="220728"/>
                  </a:lnTo>
                  <a:lnTo>
                    <a:pt x="2741149" y="221811"/>
                  </a:lnTo>
                  <a:lnTo>
                    <a:pt x="2742221" y="222896"/>
                  </a:lnTo>
                  <a:lnTo>
                    <a:pt x="2743292" y="223982"/>
                  </a:lnTo>
                  <a:lnTo>
                    <a:pt x="2744364" y="225068"/>
                  </a:lnTo>
                  <a:lnTo>
                    <a:pt x="2745436" y="226156"/>
                  </a:lnTo>
                  <a:lnTo>
                    <a:pt x="2746507" y="227244"/>
                  </a:lnTo>
                  <a:lnTo>
                    <a:pt x="2747579" y="228334"/>
                  </a:lnTo>
                  <a:lnTo>
                    <a:pt x="2748650" y="229424"/>
                  </a:lnTo>
                  <a:lnTo>
                    <a:pt x="2749722" y="230515"/>
                  </a:lnTo>
                  <a:lnTo>
                    <a:pt x="2750794" y="231607"/>
                  </a:lnTo>
                  <a:lnTo>
                    <a:pt x="2751865" y="232700"/>
                  </a:lnTo>
                  <a:lnTo>
                    <a:pt x="2752937" y="233794"/>
                  </a:lnTo>
                  <a:lnTo>
                    <a:pt x="2754008" y="234889"/>
                  </a:lnTo>
                  <a:lnTo>
                    <a:pt x="2755080" y="235984"/>
                  </a:lnTo>
                  <a:lnTo>
                    <a:pt x="2756152" y="237080"/>
                  </a:lnTo>
                  <a:lnTo>
                    <a:pt x="2757223" y="238177"/>
                  </a:lnTo>
                  <a:lnTo>
                    <a:pt x="2758295" y="239275"/>
                  </a:lnTo>
                  <a:lnTo>
                    <a:pt x="2759366" y="240374"/>
                  </a:lnTo>
                  <a:lnTo>
                    <a:pt x="2760438" y="241473"/>
                  </a:lnTo>
                  <a:lnTo>
                    <a:pt x="2761510" y="242573"/>
                  </a:lnTo>
                  <a:lnTo>
                    <a:pt x="2762581" y="243674"/>
                  </a:lnTo>
                  <a:lnTo>
                    <a:pt x="2763653" y="244776"/>
                  </a:lnTo>
                  <a:lnTo>
                    <a:pt x="2764724" y="245878"/>
                  </a:lnTo>
                  <a:lnTo>
                    <a:pt x="2765796" y="246981"/>
                  </a:lnTo>
                  <a:lnTo>
                    <a:pt x="2766868" y="248084"/>
                  </a:lnTo>
                  <a:lnTo>
                    <a:pt x="2767939" y="249189"/>
                  </a:lnTo>
                  <a:lnTo>
                    <a:pt x="2769011" y="250294"/>
                  </a:lnTo>
                  <a:lnTo>
                    <a:pt x="2770082" y="251399"/>
                  </a:lnTo>
                  <a:lnTo>
                    <a:pt x="2771154" y="252506"/>
                  </a:lnTo>
                  <a:lnTo>
                    <a:pt x="2772226" y="253613"/>
                  </a:lnTo>
                  <a:lnTo>
                    <a:pt x="2773297" y="254720"/>
                  </a:lnTo>
                  <a:lnTo>
                    <a:pt x="2774369" y="255828"/>
                  </a:lnTo>
                  <a:lnTo>
                    <a:pt x="2775440" y="256937"/>
                  </a:lnTo>
                  <a:lnTo>
                    <a:pt x="2776512" y="258046"/>
                  </a:lnTo>
                  <a:lnTo>
                    <a:pt x="2777584" y="259156"/>
                  </a:lnTo>
                  <a:lnTo>
                    <a:pt x="2778655" y="260267"/>
                  </a:lnTo>
                  <a:lnTo>
                    <a:pt x="2779727" y="261378"/>
                  </a:lnTo>
                  <a:lnTo>
                    <a:pt x="2780798" y="262489"/>
                  </a:lnTo>
                  <a:lnTo>
                    <a:pt x="2781870" y="263601"/>
                  </a:lnTo>
                  <a:lnTo>
                    <a:pt x="2782942" y="264714"/>
                  </a:lnTo>
                  <a:lnTo>
                    <a:pt x="2784013" y="265827"/>
                  </a:lnTo>
                  <a:lnTo>
                    <a:pt x="2785085" y="266940"/>
                  </a:lnTo>
                  <a:lnTo>
                    <a:pt x="2786156" y="268054"/>
                  </a:lnTo>
                  <a:lnTo>
                    <a:pt x="2787228" y="269169"/>
                  </a:lnTo>
                  <a:lnTo>
                    <a:pt x="2788300" y="270284"/>
                  </a:lnTo>
                  <a:lnTo>
                    <a:pt x="2789371" y="271399"/>
                  </a:lnTo>
                  <a:lnTo>
                    <a:pt x="2790443" y="272515"/>
                  </a:lnTo>
                  <a:lnTo>
                    <a:pt x="2791514" y="273631"/>
                  </a:lnTo>
                  <a:lnTo>
                    <a:pt x="2792586" y="274748"/>
                  </a:lnTo>
                  <a:lnTo>
                    <a:pt x="2793658" y="275865"/>
                  </a:lnTo>
                  <a:lnTo>
                    <a:pt x="2794729" y="276982"/>
                  </a:lnTo>
                  <a:lnTo>
                    <a:pt x="2795801" y="278100"/>
                  </a:lnTo>
                  <a:lnTo>
                    <a:pt x="2796872" y="279218"/>
                  </a:lnTo>
                  <a:lnTo>
                    <a:pt x="2797944" y="280337"/>
                  </a:lnTo>
                  <a:lnTo>
                    <a:pt x="2799016" y="281456"/>
                  </a:lnTo>
                  <a:lnTo>
                    <a:pt x="2800087" y="282575"/>
                  </a:lnTo>
                  <a:lnTo>
                    <a:pt x="2801159" y="283694"/>
                  </a:lnTo>
                  <a:lnTo>
                    <a:pt x="2802230" y="284814"/>
                  </a:lnTo>
                  <a:lnTo>
                    <a:pt x="2803302" y="285934"/>
                  </a:lnTo>
                  <a:lnTo>
                    <a:pt x="2804374" y="287055"/>
                  </a:lnTo>
                  <a:lnTo>
                    <a:pt x="2805445" y="288176"/>
                  </a:lnTo>
                  <a:lnTo>
                    <a:pt x="2806517" y="289297"/>
                  </a:lnTo>
                  <a:lnTo>
                    <a:pt x="2807588" y="290418"/>
                  </a:lnTo>
                  <a:lnTo>
                    <a:pt x="2808660" y="291539"/>
                  </a:lnTo>
                  <a:lnTo>
                    <a:pt x="2809732" y="292661"/>
                  </a:lnTo>
                  <a:lnTo>
                    <a:pt x="2810803" y="293783"/>
                  </a:lnTo>
                  <a:lnTo>
                    <a:pt x="2811875" y="294905"/>
                  </a:lnTo>
                  <a:lnTo>
                    <a:pt x="2812946" y="296028"/>
                  </a:lnTo>
                  <a:lnTo>
                    <a:pt x="2814018" y="297150"/>
                  </a:lnTo>
                  <a:lnTo>
                    <a:pt x="2815090" y="298273"/>
                  </a:lnTo>
                  <a:lnTo>
                    <a:pt x="2816161" y="299396"/>
                  </a:lnTo>
                  <a:lnTo>
                    <a:pt x="2817233" y="300519"/>
                  </a:lnTo>
                  <a:lnTo>
                    <a:pt x="2818304" y="301642"/>
                  </a:lnTo>
                  <a:lnTo>
                    <a:pt x="2819376" y="302766"/>
                  </a:lnTo>
                  <a:lnTo>
                    <a:pt x="2820448" y="303889"/>
                  </a:lnTo>
                  <a:lnTo>
                    <a:pt x="2821519" y="305013"/>
                  </a:lnTo>
                  <a:lnTo>
                    <a:pt x="2822591" y="306136"/>
                  </a:lnTo>
                  <a:lnTo>
                    <a:pt x="2823662" y="307260"/>
                  </a:lnTo>
                  <a:lnTo>
                    <a:pt x="2824734" y="308384"/>
                  </a:lnTo>
                  <a:lnTo>
                    <a:pt x="2825806" y="309508"/>
                  </a:lnTo>
                  <a:lnTo>
                    <a:pt x="2826877" y="310632"/>
                  </a:lnTo>
                  <a:lnTo>
                    <a:pt x="2827949" y="311756"/>
                  </a:lnTo>
                  <a:lnTo>
                    <a:pt x="2829020" y="312881"/>
                  </a:lnTo>
                  <a:lnTo>
                    <a:pt x="2830092" y="314005"/>
                  </a:lnTo>
                  <a:lnTo>
                    <a:pt x="2831164" y="315129"/>
                  </a:lnTo>
                  <a:lnTo>
                    <a:pt x="2832235" y="316253"/>
                  </a:lnTo>
                  <a:lnTo>
                    <a:pt x="2833307" y="317378"/>
                  </a:lnTo>
                  <a:lnTo>
                    <a:pt x="2834378" y="318502"/>
                  </a:lnTo>
                  <a:lnTo>
                    <a:pt x="2835450" y="319626"/>
                  </a:lnTo>
                  <a:lnTo>
                    <a:pt x="2836522" y="320751"/>
                  </a:lnTo>
                  <a:lnTo>
                    <a:pt x="2837593" y="321875"/>
                  </a:lnTo>
                  <a:lnTo>
                    <a:pt x="2838665" y="322999"/>
                  </a:lnTo>
                  <a:lnTo>
                    <a:pt x="2839736" y="324123"/>
                  </a:lnTo>
                  <a:lnTo>
                    <a:pt x="2840808" y="325247"/>
                  </a:lnTo>
                  <a:lnTo>
                    <a:pt x="2841879" y="326371"/>
                  </a:lnTo>
                  <a:lnTo>
                    <a:pt x="2842951" y="327495"/>
                  </a:lnTo>
                  <a:lnTo>
                    <a:pt x="2844023" y="328619"/>
                  </a:lnTo>
                  <a:lnTo>
                    <a:pt x="2845094" y="329743"/>
                  </a:lnTo>
                  <a:lnTo>
                    <a:pt x="2846166" y="330866"/>
                  </a:lnTo>
                  <a:lnTo>
                    <a:pt x="2847237" y="331990"/>
                  </a:lnTo>
                  <a:lnTo>
                    <a:pt x="2848309" y="333113"/>
                  </a:lnTo>
                  <a:lnTo>
                    <a:pt x="2849381" y="334237"/>
                  </a:lnTo>
                  <a:lnTo>
                    <a:pt x="2850452" y="335360"/>
                  </a:lnTo>
                  <a:lnTo>
                    <a:pt x="2851524" y="336483"/>
                  </a:lnTo>
                  <a:lnTo>
                    <a:pt x="2852595" y="337605"/>
                  </a:lnTo>
                  <a:lnTo>
                    <a:pt x="2853667" y="338728"/>
                  </a:lnTo>
                  <a:lnTo>
                    <a:pt x="2854739" y="339850"/>
                  </a:lnTo>
                  <a:lnTo>
                    <a:pt x="2855810" y="340973"/>
                  </a:lnTo>
                  <a:lnTo>
                    <a:pt x="2856882" y="342095"/>
                  </a:lnTo>
                  <a:lnTo>
                    <a:pt x="2857953" y="343217"/>
                  </a:lnTo>
                  <a:lnTo>
                    <a:pt x="2859025" y="344338"/>
                  </a:lnTo>
                  <a:lnTo>
                    <a:pt x="2860097" y="345460"/>
                  </a:lnTo>
                  <a:lnTo>
                    <a:pt x="2861168" y="346581"/>
                  </a:lnTo>
                  <a:lnTo>
                    <a:pt x="2862240" y="347702"/>
                  </a:lnTo>
                  <a:lnTo>
                    <a:pt x="2863311" y="348822"/>
                  </a:lnTo>
                  <a:lnTo>
                    <a:pt x="2864383" y="349943"/>
                  </a:lnTo>
                  <a:lnTo>
                    <a:pt x="2865455" y="351063"/>
                  </a:lnTo>
                  <a:lnTo>
                    <a:pt x="2866526" y="352183"/>
                  </a:lnTo>
                  <a:lnTo>
                    <a:pt x="2867598" y="353302"/>
                  </a:lnTo>
                  <a:lnTo>
                    <a:pt x="2868669" y="354422"/>
                  </a:lnTo>
                  <a:lnTo>
                    <a:pt x="2869741" y="355540"/>
                  </a:lnTo>
                  <a:lnTo>
                    <a:pt x="2870813" y="356659"/>
                  </a:lnTo>
                  <a:lnTo>
                    <a:pt x="2871884" y="357777"/>
                  </a:lnTo>
                  <a:lnTo>
                    <a:pt x="2872956" y="358895"/>
                  </a:lnTo>
                  <a:lnTo>
                    <a:pt x="2874027" y="360013"/>
                  </a:lnTo>
                  <a:lnTo>
                    <a:pt x="2875099" y="361130"/>
                  </a:lnTo>
                  <a:lnTo>
                    <a:pt x="2876171" y="362247"/>
                  </a:lnTo>
                  <a:lnTo>
                    <a:pt x="2877242" y="363364"/>
                  </a:lnTo>
                  <a:lnTo>
                    <a:pt x="2878314" y="364480"/>
                  </a:lnTo>
                  <a:lnTo>
                    <a:pt x="2879385" y="365596"/>
                  </a:lnTo>
                  <a:lnTo>
                    <a:pt x="2880457" y="366711"/>
                  </a:lnTo>
                  <a:lnTo>
                    <a:pt x="2881529" y="367826"/>
                  </a:lnTo>
                  <a:lnTo>
                    <a:pt x="2882600" y="368941"/>
                  </a:lnTo>
                  <a:lnTo>
                    <a:pt x="2883672" y="370055"/>
                  </a:lnTo>
                  <a:lnTo>
                    <a:pt x="2884743" y="371169"/>
                  </a:lnTo>
                  <a:lnTo>
                    <a:pt x="2885815" y="372282"/>
                  </a:lnTo>
                  <a:lnTo>
                    <a:pt x="2886887" y="373395"/>
                  </a:lnTo>
                  <a:lnTo>
                    <a:pt x="2887958" y="374507"/>
                  </a:lnTo>
                  <a:lnTo>
                    <a:pt x="2889030" y="375619"/>
                  </a:lnTo>
                  <a:lnTo>
                    <a:pt x="2890101" y="376730"/>
                  </a:lnTo>
                  <a:lnTo>
                    <a:pt x="2891173" y="377841"/>
                  </a:lnTo>
                  <a:lnTo>
                    <a:pt x="2892245" y="378952"/>
                  </a:lnTo>
                  <a:lnTo>
                    <a:pt x="2893316" y="380062"/>
                  </a:lnTo>
                  <a:lnTo>
                    <a:pt x="2894388" y="381172"/>
                  </a:lnTo>
                  <a:lnTo>
                    <a:pt x="2895459" y="382281"/>
                  </a:lnTo>
                  <a:lnTo>
                    <a:pt x="2896531" y="383389"/>
                  </a:lnTo>
                  <a:lnTo>
                    <a:pt x="2897603" y="384497"/>
                  </a:lnTo>
                  <a:lnTo>
                    <a:pt x="2898674" y="385605"/>
                  </a:lnTo>
                  <a:lnTo>
                    <a:pt x="2899746" y="386711"/>
                  </a:lnTo>
                  <a:lnTo>
                    <a:pt x="2900817" y="387818"/>
                  </a:lnTo>
                  <a:lnTo>
                    <a:pt x="2901889" y="388924"/>
                  </a:lnTo>
                  <a:lnTo>
                    <a:pt x="2902961" y="390029"/>
                  </a:lnTo>
                  <a:lnTo>
                    <a:pt x="2904032" y="391134"/>
                  </a:lnTo>
                  <a:lnTo>
                    <a:pt x="2905104" y="392238"/>
                  </a:lnTo>
                  <a:lnTo>
                    <a:pt x="2906175" y="393341"/>
                  </a:lnTo>
                  <a:lnTo>
                    <a:pt x="2907247" y="394444"/>
                  </a:lnTo>
                  <a:lnTo>
                    <a:pt x="2908319" y="395546"/>
                  </a:lnTo>
                  <a:lnTo>
                    <a:pt x="2909390" y="396648"/>
                  </a:lnTo>
                  <a:lnTo>
                    <a:pt x="2910462" y="397749"/>
                  </a:lnTo>
                  <a:lnTo>
                    <a:pt x="2911533" y="398850"/>
                  </a:lnTo>
                  <a:lnTo>
                    <a:pt x="2912605" y="399950"/>
                  </a:lnTo>
                  <a:lnTo>
                    <a:pt x="2913677" y="401049"/>
                  </a:lnTo>
                  <a:lnTo>
                    <a:pt x="2914748" y="402147"/>
                  </a:lnTo>
                  <a:lnTo>
                    <a:pt x="2915820" y="403245"/>
                  </a:lnTo>
                  <a:lnTo>
                    <a:pt x="2916891" y="404343"/>
                  </a:lnTo>
                  <a:lnTo>
                    <a:pt x="2917963" y="405439"/>
                  </a:lnTo>
                  <a:lnTo>
                    <a:pt x="2919035" y="406535"/>
                  </a:lnTo>
                  <a:lnTo>
                    <a:pt x="2920106" y="407630"/>
                  </a:lnTo>
                  <a:lnTo>
                    <a:pt x="2921178" y="408725"/>
                  </a:lnTo>
                  <a:lnTo>
                    <a:pt x="2922249" y="409819"/>
                  </a:lnTo>
                  <a:lnTo>
                    <a:pt x="2923321" y="410912"/>
                  </a:lnTo>
                  <a:lnTo>
                    <a:pt x="2924393" y="412004"/>
                  </a:lnTo>
                  <a:lnTo>
                    <a:pt x="2925464" y="413096"/>
                  </a:lnTo>
                  <a:lnTo>
                    <a:pt x="2926536" y="414187"/>
                  </a:lnTo>
                  <a:lnTo>
                    <a:pt x="2927607" y="415278"/>
                  </a:lnTo>
                  <a:lnTo>
                    <a:pt x="2928679" y="416367"/>
                  </a:lnTo>
                  <a:lnTo>
                    <a:pt x="2929751" y="417456"/>
                  </a:lnTo>
                  <a:lnTo>
                    <a:pt x="2930822" y="418544"/>
                  </a:lnTo>
                  <a:lnTo>
                    <a:pt x="2931894" y="419631"/>
                  </a:lnTo>
                  <a:lnTo>
                    <a:pt x="2932965" y="420718"/>
                  </a:lnTo>
                  <a:lnTo>
                    <a:pt x="2934037" y="421804"/>
                  </a:lnTo>
                  <a:lnTo>
                    <a:pt x="2935109" y="422889"/>
                  </a:lnTo>
                  <a:lnTo>
                    <a:pt x="2936180" y="423973"/>
                  </a:lnTo>
                  <a:lnTo>
                    <a:pt x="2937252" y="425056"/>
                  </a:lnTo>
                  <a:lnTo>
                    <a:pt x="2938323" y="426139"/>
                  </a:lnTo>
                  <a:lnTo>
                    <a:pt x="2939395" y="427221"/>
                  </a:lnTo>
                  <a:lnTo>
                    <a:pt x="2940467" y="428302"/>
                  </a:lnTo>
                  <a:lnTo>
                    <a:pt x="2941538" y="429382"/>
                  </a:lnTo>
                  <a:lnTo>
                    <a:pt x="2942610" y="430462"/>
                  </a:lnTo>
                  <a:lnTo>
                    <a:pt x="2943681" y="431540"/>
                  </a:lnTo>
                  <a:lnTo>
                    <a:pt x="2944753" y="432618"/>
                  </a:lnTo>
                  <a:lnTo>
                    <a:pt x="2945825" y="433695"/>
                  </a:lnTo>
                  <a:lnTo>
                    <a:pt x="2946896" y="434771"/>
                  </a:lnTo>
                  <a:lnTo>
                    <a:pt x="2947968" y="435846"/>
                  </a:lnTo>
                  <a:lnTo>
                    <a:pt x="2949039" y="436921"/>
                  </a:lnTo>
                  <a:lnTo>
                    <a:pt x="2950111" y="437994"/>
                  </a:lnTo>
                  <a:lnTo>
                    <a:pt x="2951183" y="439067"/>
                  </a:lnTo>
                  <a:lnTo>
                    <a:pt x="2952254" y="440139"/>
                  </a:lnTo>
                  <a:lnTo>
                    <a:pt x="2953326" y="441210"/>
                  </a:lnTo>
                  <a:lnTo>
                    <a:pt x="2954397" y="442280"/>
                  </a:lnTo>
                  <a:lnTo>
                    <a:pt x="2955469" y="443349"/>
                  </a:lnTo>
                  <a:lnTo>
                    <a:pt x="2956541" y="444417"/>
                  </a:lnTo>
                  <a:lnTo>
                    <a:pt x="2957612" y="445484"/>
                  </a:lnTo>
                  <a:lnTo>
                    <a:pt x="2958684" y="446551"/>
                  </a:lnTo>
                  <a:lnTo>
                    <a:pt x="2959755" y="447616"/>
                  </a:lnTo>
                  <a:lnTo>
                    <a:pt x="2960827" y="448681"/>
                  </a:lnTo>
                  <a:lnTo>
                    <a:pt x="2961899" y="449744"/>
                  </a:lnTo>
                  <a:lnTo>
                    <a:pt x="2962970" y="450807"/>
                  </a:lnTo>
                  <a:lnTo>
                    <a:pt x="2964042" y="451869"/>
                  </a:lnTo>
                  <a:lnTo>
                    <a:pt x="2965113" y="452929"/>
                  </a:lnTo>
                  <a:lnTo>
                    <a:pt x="2966185" y="453989"/>
                  </a:lnTo>
                  <a:lnTo>
                    <a:pt x="2967257" y="455048"/>
                  </a:lnTo>
                  <a:lnTo>
                    <a:pt x="2968328" y="456106"/>
                  </a:lnTo>
                  <a:lnTo>
                    <a:pt x="2969400" y="457163"/>
                  </a:lnTo>
                  <a:lnTo>
                    <a:pt x="2970471" y="458219"/>
                  </a:lnTo>
                  <a:lnTo>
                    <a:pt x="2971543" y="459274"/>
                  </a:lnTo>
                  <a:lnTo>
                    <a:pt x="2972615" y="460328"/>
                  </a:lnTo>
                  <a:lnTo>
                    <a:pt x="2973686" y="461381"/>
                  </a:lnTo>
                  <a:lnTo>
                    <a:pt x="2974758" y="462433"/>
                  </a:lnTo>
                  <a:lnTo>
                    <a:pt x="2975829" y="463485"/>
                  </a:lnTo>
                  <a:lnTo>
                    <a:pt x="2976901" y="464535"/>
                  </a:lnTo>
                  <a:lnTo>
                    <a:pt x="2977973" y="465584"/>
                  </a:lnTo>
                  <a:lnTo>
                    <a:pt x="2979044" y="466632"/>
                  </a:lnTo>
                  <a:lnTo>
                    <a:pt x="2980116" y="467679"/>
                  </a:lnTo>
                  <a:lnTo>
                    <a:pt x="2981187" y="468725"/>
                  </a:lnTo>
                  <a:lnTo>
                    <a:pt x="2982259" y="469770"/>
                  </a:lnTo>
                  <a:lnTo>
                    <a:pt x="2983331" y="470814"/>
                  </a:lnTo>
                  <a:lnTo>
                    <a:pt x="2984402" y="471857"/>
                  </a:lnTo>
                  <a:lnTo>
                    <a:pt x="2985474" y="472898"/>
                  </a:lnTo>
                  <a:lnTo>
                    <a:pt x="2986545" y="473939"/>
                  </a:lnTo>
                  <a:lnTo>
                    <a:pt x="2987617" y="474979"/>
                  </a:lnTo>
                  <a:lnTo>
                    <a:pt x="2988689" y="476018"/>
                  </a:lnTo>
                  <a:lnTo>
                    <a:pt x="2989760" y="477055"/>
                  </a:lnTo>
                  <a:lnTo>
                    <a:pt x="2990832" y="478092"/>
                  </a:lnTo>
                  <a:lnTo>
                    <a:pt x="2991903" y="479127"/>
                  </a:lnTo>
                  <a:lnTo>
                    <a:pt x="2992975" y="480162"/>
                  </a:lnTo>
                  <a:lnTo>
                    <a:pt x="2994047" y="481195"/>
                  </a:lnTo>
                  <a:lnTo>
                    <a:pt x="2995118" y="482227"/>
                  </a:lnTo>
                  <a:lnTo>
                    <a:pt x="2996190" y="483258"/>
                  </a:lnTo>
                  <a:lnTo>
                    <a:pt x="2997261" y="484288"/>
                  </a:lnTo>
                  <a:lnTo>
                    <a:pt x="2998333" y="485317"/>
                  </a:lnTo>
                  <a:lnTo>
                    <a:pt x="2999405" y="486345"/>
                  </a:lnTo>
                  <a:lnTo>
                    <a:pt x="3000476" y="487372"/>
                  </a:lnTo>
                  <a:lnTo>
                    <a:pt x="3001548" y="488398"/>
                  </a:lnTo>
                  <a:lnTo>
                    <a:pt x="3002619" y="489422"/>
                  </a:lnTo>
                  <a:lnTo>
                    <a:pt x="3003691" y="490446"/>
                  </a:lnTo>
                  <a:lnTo>
                    <a:pt x="3004763" y="491468"/>
                  </a:lnTo>
                  <a:lnTo>
                    <a:pt x="3005834" y="492489"/>
                  </a:lnTo>
                  <a:lnTo>
                    <a:pt x="3006906" y="493509"/>
                  </a:lnTo>
                  <a:lnTo>
                    <a:pt x="3007977" y="494528"/>
                  </a:lnTo>
                  <a:lnTo>
                    <a:pt x="3009049" y="495545"/>
                  </a:lnTo>
                  <a:lnTo>
                    <a:pt x="3010121" y="496562"/>
                  </a:lnTo>
                  <a:lnTo>
                    <a:pt x="3011192" y="497577"/>
                  </a:lnTo>
                  <a:lnTo>
                    <a:pt x="3012264" y="498592"/>
                  </a:lnTo>
                  <a:lnTo>
                    <a:pt x="3013335" y="499605"/>
                  </a:lnTo>
                  <a:lnTo>
                    <a:pt x="3014407" y="500617"/>
                  </a:lnTo>
                  <a:lnTo>
                    <a:pt x="3015479" y="501627"/>
                  </a:lnTo>
                  <a:lnTo>
                    <a:pt x="3016550" y="502637"/>
                  </a:lnTo>
                  <a:lnTo>
                    <a:pt x="3017622" y="503645"/>
                  </a:lnTo>
                  <a:lnTo>
                    <a:pt x="3018693" y="504652"/>
                  </a:lnTo>
                  <a:lnTo>
                    <a:pt x="3019765" y="505658"/>
                  </a:lnTo>
                  <a:lnTo>
                    <a:pt x="3020836" y="506663"/>
                  </a:lnTo>
                  <a:lnTo>
                    <a:pt x="3021908" y="507667"/>
                  </a:lnTo>
                  <a:lnTo>
                    <a:pt x="3022980" y="508669"/>
                  </a:lnTo>
                  <a:lnTo>
                    <a:pt x="3024051" y="509671"/>
                  </a:lnTo>
                  <a:lnTo>
                    <a:pt x="3025123" y="510671"/>
                  </a:lnTo>
                  <a:lnTo>
                    <a:pt x="3026194" y="511669"/>
                  </a:lnTo>
                  <a:lnTo>
                    <a:pt x="3027266" y="512667"/>
                  </a:lnTo>
                  <a:lnTo>
                    <a:pt x="3028338" y="513663"/>
                  </a:lnTo>
                  <a:lnTo>
                    <a:pt x="3029409" y="514659"/>
                  </a:lnTo>
                  <a:lnTo>
                    <a:pt x="3030481" y="515653"/>
                  </a:lnTo>
                  <a:lnTo>
                    <a:pt x="3031552" y="516645"/>
                  </a:lnTo>
                  <a:lnTo>
                    <a:pt x="3032624" y="517637"/>
                  </a:lnTo>
                  <a:lnTo>
                    <a:pt x="3033696" y="518627"/>
                  </a:lnTo>
                  <a:lnTo>
                    <a:pt x="3034767" y="519616"/>
                  </a:lnTo>
                  <a:lnTo>
                    <a:pt x="3035839" y="520604"/>
                  </a:lnTo>
                  <a:lnTo>
                    <a:pt x="3036910" y="521590"/>
                  </a:lnTo>
                  <a:lnTo>
                    <a:pt x="3037982" y="522576"/>
                  </a:lnTo>
                  <a:lnTo>
                    <a:pt x="3039054" y="523560"/>
                  </a:lnTo>
                  <a:lnTo>
                    <a:pt x="3040125" y="524542"/>
                  </a:lnTo>
                  <a:lnTo>
                    <a:pt x="3041197" y="525524"/>
                  </a:lnTo>
                  <a:lnTo>
                    <a:pt x="3042268" y="526504"/>
                  </a:lnTo>
                  <a:lnTo>
                    <a:pt x="3043340" y="527483"/>
                  </a:lnTo>
                  <a:lnTo>
                    <a:pt x="3044412" y="528461"/>
                  </a:lnTo>
                  <a:lnTo>
                    <a:pt x="3045483" y="529437"/>
                  </a:lnTo>
                  <a:lnTo>
                    <a:pt x="3046555" y="530413"/>
                  </a:lnTo>
                  <a:lnTo>
                    <a:pt x="3047626" y="531386"/>
                  </a:lnTo>
                  <a:lnTo>
                    <a:pt x="3048698" y="532359"/>
                  </a:lnTo>
                  <a:lnTo>
                    <a:pt x="3049770" y="533330"/>
                  </a:lnTo>
                  <a:lnTo>
                    <a:pt x="3050841" y="534300"/>
                  </a:lnTo>
                  <a:lnTo>
                    <a:pt x="3051913" y="535269"/>
                  </a:lnTo>
                  <a:lnTo>
                    <a:pt x="3052984" y="536237"/>
                  </a:lnTo>
                  <a:lnTo>
                    <a:pt x="3054056" y="537203"/>
                  </a:lnTo>
                  <a:lnTo>
                    <a:pt x="3055128" y="538168"/>
                  </a:lnTo>
                  <a:lnTo>
                    <a:pt x="3056199" y="539131"/>
                  </a:lnTo>
                  <a:lnTo>
                    <a:pt x="3057271" y="540094"/>
                  </a:lnTo>
                  <a:lnTo>
                    <a:pt x="3058342" y="541055"/>
                  </a:lnTo>
                  <a:lnTo>
                    <a:pt x="3059414" y="542014"/>
                  </a:lnTo>
                  <a:lnTo>
                    <a:pt x="3060486" y="542973"/>
                  </a:lnTo>
                  <a:lnTo>
                    <a:pt x="3061557" y="543930"/>
                  </a:lnTo>
                  <a:lnTo>
                    <a:pt x="3062629" y="544885"/>
                  </a:lnTo>
                  <a:lnTo>
                    <a:pt x="3063700" y="545840"/>
                  </a:lnTo>
                  <a:lnTo>
                    <a:pt x="3064772" y="546793"/>
                  </a:lnTo>
                  <a:lnTo>
                    <a:pt x="3065844" y="547744"/>
                  </a:lnTo>
                  <a:lnTo>
                    <a:pt x="3066915" y="548695"/>
                  </a:lnTo>
                  <a:lnTo>
                    <a:pt x="3067987" y="549644"/>
                  </a:lnTo>
                  <a:lnTo>
                    <a:pt x="3069058" y="550592"/>
                  </a:lnTo>
                  <a:lnTo>
                    <a:pt x="3070130" y="551538"/>
                  </a:lnTo>
                  <a:lnTo>
                    <a:pt x="3071202" y="552483"/>
                  </a:lnTo>
                  <a:lnTo>
                    <a:pt x="3072273" y="553427"/>
                  </a:lnTo>
                  <a:lnTo>
                    <a:pt x="3073345" y="554369"/>
                  </a:lnTo>
                  <a:lnTo>
                    <a:pt x="3074416" y="555310"/>
                  </a:lnTo>
                  <a:lnTo>
                    <a:pt x="3075488" y="556250"/>
                  </a:lnTo>
                  <a:lnTo>
                    <a:pt x="3076560" y="557188"/>
                  </a:lnTo>
                  <a:lnTo>
                    <a:pt x="3077631" y="558125"/>
                  </a:lnTo>
                  <a:lnTo>
                    <a:pt x="3078703" y="559061"/>
                  </a:lnTo>
                  <a:lnTo>
                    <a:pt x="3079774" y="559995"/>
                  </a:lnTo>
                  <a:lnTo>
                    <a:pt x="3080846" y="560928"/>
                  </a:lnTo>
                  <a:lnTo>
                    <a:pt x="3081918" y="561859"/>
                  </a:lnTo>
                  <a:lnTo>
                    <a:pt x="3082989" y="562789"/>
                  </a:lnTo>
                  <a:lnTo>
                    <a:pt x="3084061" y="563718"/>
                  </a:lnTo>
                  <a:lnTo>
                    <a:pt x="3085132" y="564645"/>
                  </a:lnTo>
                  <a:lnTo>
                    <a:pt x="3086204" y="565571"/>
                  </a:lnTo>
                  <a:lnTo>
                    <a:pt x="3087276" y="566496"/>
                  </a:lnTo>
                  <a:lnTo>
                    <a:pt x="3088347" y="567419"/>
                  </a:lnTo>
                  <a:lnTo>
                    <a:pt x="3089419" y="568341"/>
                  </a:lnTo>
                  <a:lnTo>
                    <a:pt x="3090490" y="569262"/>
                  </a:lnTo>
                  <a:lnTo>
                    <a:pt x="3091562" y="570181"/>
                  </a:lnTo>
                  <a:lnTo>
                    <a:pt x="3092634" y="571099"/>
                  </a:lnTo>
                  <a:lnTo>
                    <a:pt x="3093705" y="572015"/>
                  </a:lnTo>
                  <a:lnTo>
                    <a:pt x="3094777" y="572930"/>
                  </a:lnTo>
                  <a:lnTo>
                    <a:pt x="3095848" y="573844"/>
                  </a:lnTo>
                  <a:lnTo>
                    <a:pt x="3096920" y="574756"/>
                  </a:lnTo>
                  <a:lnTo>
                    <a:pt x="3097992" y="575666"/>
                  </a:lnTo>
                  <a:lnTo>
                    <a:pt x="3099063" y="576576"/>
                  </a:lnTo>
                  <a:lnTo>
                    <a:pt x="3100135" y="577484"/>
                  </a:lnTo>
                  <a:lnTo>
                    <a:pt x="3101206" y="578390"/>
                  </a:lnTo>
                  <a:lnTo>
                    <a:pt x="3102278" y="579296"/>
                  </a:lnTo>
                  <a:lnTo>
                    <a:pt x="3103350" y="580199"/>
                  </a:lnTo>
                  <a:lnTo>
                    <a:pt x="3104421" y="581102"/>
                  </a:lnTo>
                  <a:lnTo>
                    <a:pt x="3105493" y="582003"/>
                  </a:lnTo>
                  <a:lnTo>
                    <a:pt x="3106564" y="582902"/>
                  </a:lnTo>
                  <a:lnTo>
                    <a:pt x="3107636" y="583801"/>
                  </a:lnTo>
                  <a:lnTo>
                    <a:pt x="3108708" y="584697"/>
                  </a:lnTo>
                  <a:lnTo>
                    <a:pt x="3109779" y="585593"/>
                  </a:lnTo>
                  <a:lnTo>
                    <a:pt x="3110851" y="586487"/>
                  </a:lnTo>
                  <a:lnTo>
                    <a:pt x="3111922" y="587380"/>
                  </a:lnTo>
                  <a:lnTo>
                    <a:pt x="3112994" y="588271"/>
                  </a:lnTo>
                  <a:lnTo>
                    <a:pt x="3114066" y="589161"/>
                  </a:lnTo>
                  <a:lnTo>
                    <a:pt x="3115137" y="590050"/>
                  </a:lnTo>
                  <a:lnTo>
                    <a:pt x="3116209" y="590937"/>
                  </a:lnTo>
                  <a:lnTo>
                    <a:pt x="3117280" y="591823"/>
                  </a:lnTo>
                  <a:lnTo>
                    <a:pt x="3118352" y="592708"/>
                  </a:lnTo>
                  <a:lnTo>
                    <a:pt x="3119424" y="593591"/>
                  </a:lnTo>
                  <a:lnTo>
                    <a:pt x="3120495" y="594473"/>
                  </a:lnTo>
                  <a:lnTo>
                    <a:pt x="3121567" y="595353"/>
                  </a:lnTo>
                  <a:lnTo>
                    <a:pt x="3122638" y="596232"/>
                  </a:lnTo>
                  <a:lnTo>
                    <a:pt x="3123710" y="597110"/>
                  </a:lnTo>
                  <a:lnTo>
                    <a:pt x="3124782" y="597987"/>
                  </a:lnTo>
                  <a:lnTo>
                    <a:pt x="3125853" y="598862"/>
                  </a:lnTo>
                  <a:lnTo>
                    <a:pt x="3126925" y="599736"/>
                  </a:lnTo>
                  <a:lnTo>
                    <a:pt x="3127996" y="600608"/>
                  </a:lnTo>
                  <a:lnTo>
                    <a:pt x="3129068" y="601480"/>
                  </a:lnTo>
                  <a:lnTo>
                    <a:pt x="3130140" y="602349"/>
                  </a:lnTo>
                  <a:lnTo>
                    <a:pt x="3131211" y="603218"/>
                  </a:lnTo>
                  <a:lnTo>
                    <a:pt x="3132283" y="604085"/>
                  </a:lnTo>
                  <a:lnTo>
                    <a:pt x="3133354" y="604951"/>
                  </a:lnTo>
                  <a:lnTo>
                    <a:pt x="3134426" y="605816"/>
                  </a:lnTo>
                  <a:lnTo>
                    <a:pt x="3135498" y="606679"/>
                  </a:lnTo>
                  <a:lnTo>
                    <a:pt x="3136569" y="607541"/>
                  </a:lnTo>
                  <a:lnTo>
                    <a:pt x="3137641" y="608402"/>
                  </a:lnTo>
                  <a:lnTo>
                    <a:pt x="3138712" y="609261"/>
                  </a:lnTo>
                  <a:lnTo>
                    <a:pt x="3139784" y="610119"/>
                  </a:lnTo>
                  <a:lnTo>
                    <a:pt x="3140856" y="610976"/>
                  </a:lnTo>
                  <a:lnTo>
                    <a:pt x="3141927" y="611832"/>
                  </a:lnTo>
                  <a:lnTo>
                    <a:pt x="3142999" y="612686"/>
                  </a:lnTo>
                  <a:lnTo>
                    <a:pt x="3144070" y="613539"/>
                  </a:lnTo>
                  <a:lnTo>
                    <a:pt x="3145142" y="614391"/>
                  </a:lnTo>
                  <a:lnTo>
                    <a:pt x="3146214" y="615241"/>
                  </a:lnTo>
                  <a:lnTo>
                    <a:pt x="3147285" y="616090"/>
                  </a:lnTo>
                  <a:lnTo>
                    <a:pt x="3148357" y="616938"/>
                  </a:lnTo>
                  <a:lnTo>
                    <a:pt x="3149428" y="617784"/>
                  </a:lnTo>
                  <a:lnTo>
                    <a:pt x="3150500" y="618630"/>
                  </a:lnTo>
                  <a:lnTo>
                    <a:pt x="3151572" y="619474"/>
                  </a:lnTo>
                  <a:lnTo>
                    <a:pt x="3152643" y="620317"/>
                  </a:lnTo>
                  <a:lnTo>
                    <a:pt x="3153715" y="621158"/>
                  </a:lnTo>
                  <a:lnTo>
                    <a:pt x="3154786" y="621998"/>
                  </a:lnTo>
                  <a:lnTo>
                    <a:pt x="3155858" y="622837"/>
                  </a:lnTo>
                  <a:lnTo>
                    <a:pt x="3156930" y="623675"/>
                  </a:lnTo>
                  <a:lnTo>
                    <a:pt x="3158001" y="624511"/>
                  </a:lnTo>
                  <a:lnTo>
                    <a:pt x="3159073" y="625347"/>
                  </a:lnTo>
                  <a:lnTo>
                    <a:pt x="3160144" y="626181"/>
                  </a:lnTo>
                  <a:lnTo>
                    <a:pt x="3161216" y="627013"/>
                  </a:lnTo>
                  <a:lnTo>
                    <a:pt x="3162288" y="627845"/>
                  </a:lnTo>
                  <a:lnTo>
                    <a:pt x="3163359" y="628675"/>
                  </a:lnTo>
                  <a:lnTo>
                    <a:pt x="3164431" y="629504"/>
                  </a:lnTo>
                  <a:lnTo>
                    <a:pt x="3165502" y="630332"/>
                  </a:lnTo>
                  <a:lnTo>
                    <a:pt x="3166574" y="631159"/>
                  </a:lnTo>
                  <a:lnTo>
                    <a:pt x="3167646" y="631984"/>
                  </a:lnTo>
                  <a:lnTo>
                    <a:pt x="3168717" y="632808"/>
                  </a:lnTo>
                  <a:lnTo>
                    <a:pt x="3169789" y="633631"/>
                  </a:lnTo>
                  <a:lnTo>
                    <a:pt x="3170860" y="634453"/>
                  </a:lnTo>
                  <a:lnTo>
                    <a:pt x="3171932" y="635273"/>
                  </a:lnTo>
                  <a:lnTo>
                    <a:pt x="3173004" y="636092"/>
                  </a:lnTo>
                  <a:lnTo>
                    <a:pt x="3174075" y="636910"/>
                  </a:lnTo>
                  <a:lnTo>
                    <a:pt x="3175147" y="637727"/>
                  </a:lnTo>
                  <a:lnTo>
                    <a:pt x="3176218" y="638543"/>
                  </a:lnTo>
                  <a:lnTo>
                    <a:pt x="3177290" y="639357"/>
                  </a:lnTo>
                  <a:lnTo>
                    <a:pt x="3178362" y="640171"/>
                  </a:lnTo>
                  <a:lnTo>
                    <a:pt x="3179433" y="640983"/>
                  </a:lnTo>
                  <a:lnTo>
                    <a:pt x="3180505" y="641793"/>
                  </a:lnTo>
                  <a:lnTo>
                    <a:pt x="3181576" y="642603"/>
                  </a:lnTo>
                  <a:lnTo>
                    <a:pt x="3182648" y="643412"/>
                  </a:lnTo>
                  <a:lnTo>
                    <a:pt x="3183720" y="644219"/>
                  </a:lnTo>
                  <a:lnTo>
                    <a:pt x="3184791" y="645025"/>
                  </a:lnTo>
                  <a:lnTo>
                    <a:pt x="3185863" y="645830"/>
                  </a:lnTo>
                  <a:lnTo>
                    <a:pt x="3186934" y="646634"/>
                  </a:lnTo>
                  <a:lnTo>
                    <a:pt x="3188006" y="647436"/>
                  </a:lnTo>
                  <a:lnTo>
                    <a:pt x="3189078" y="648238"/>
                  </a:lnTo>
                  <a:lnTo>
                    <a:pt x="3190149" y="649038"/>
                  </a:lnTo>
                  <a:lnTo>
                    <a:pt x="3191221" y="649837"/>
                  </a:lnTo>
                  <a:lnTo>
                    <a:pt x="3192292" y="650635"/>
                  </a:lnTo>
                  <a:lnTo>
                    <a:pt x="3193364" y="651431"/>
                  </a:lnTo>
                  <a:lnTo>
                    <a:pt x="3194436" y="652227"/>
                  </a:lnTo>
                  <a:lnTo>
                    <a:pt x="3195507" y="653021"/>
                  </a:lnTo>
                  <a:lnTo>
                    <a:pt x="3196579" y="653815"/>
                  </a:lnTo>
                  <a:lnTo>
                    <a:pt x="3197650" y="654607"/>
                  </a:lnTo>
                  <a:lnTo>
                    <a:pt x="3198722" y="655398"/>
                  </a:lnTo>
                  <a:lnTo>
                    <a:pt x="3199793" y="656187"/>
                  </a:lnTo>
                  <a:lnTo>
                    <a:pt x="3200865" y="656976"/>
                  </a:lnTo>
                  <a:lnTo>
                    <a:pt x="3201937" y="657764"/>
                  </a:lnTo>
                  <a:lnTo>
                    <a:pt x="3203008" y="658550"/>
                  </a:lnTo>
                  <a:lnTo>
                    <a:pt x="3204080" y="659335"/>
                  </a:lnTo>
                  <a:lnTo>
                    <a:pt x="3205151" y="660119"/>
                  </a:lnTo>
                  <a:lnTo>
                    <a:pt x="3206223" y="660902"/>
                  </a:lnTo>
                  <a:lnTo>
                    <a:pt x="3207295" y="661684"/>
                  </a:lnTo>
                  <a:lnTo>
                    <a:pt x="3208366" y="662465"/>
                  </a:lnTo>
                  <a:lnTo>
                    <a:pt x="3209438" y="663244"/>
                  </a:lnTo>
                  <a:lnTo>
                    <a:pt x="3210509" y="664023"/>
                  </a:lnTo>
                  <a:lnTo>
                    <a:pt x="3211581" y="664800"/>
                  </a:lnTo>
                  <a:lnTo>
                    <a:pt x="3212653" y="665576"/>
                  </a:lnTo>
                  <a:lnTo>
                    <a:pt x="3213724" y="666352"/>
                  </a:lnTo>
                  <a:lnTo>
                    <a:pt x="3214796" y="667126"/>
                  </a:lnTo>
                  <a:lnTo>
                    <a:pt x="3215867" y="667898"/>
                  </a:lnTo>
                  <a:lnTo>
                    <a:pt x="3216939" y="668670"/>
                  </a:lnTo>
                  <a:lnTo>
                    <a:pt x="3218011" y="669441"/>
                  </a:lnTo>
                  <a:lnTo>
                    <a:pt x="3219082" y="670210"/>
                  </a:lnTo>
                  <a:lnTo>
                    <a:pt x="3220154" y="670979"/>
                  </a:lnTo>
                  <a:lnTo>
                    <a:pt x="3221225" y="671746"/>
                  </a:lnTo>
                  <a:lnTo>
                    <a:pt x="3222297" y="672513"/>
                  </a:lnTo>
                  <a:lnTo>
                    <a:pt x="3223369" y="673278"/>
                  </a:lnTo>
                  <a:lnTo>
                    <a:pt x="3224440" y="674042"/>
                  </a:lnTo>
                  <a:lnTo>
                    <a:pt x="3225512" y="674805"/>
                  </a:lnTo>
                  <a:lnTo>
                    <a:pt x="3226583" y="675567"/>
                  </a:lnTo>
                  <a:lnTo>
                    <a:pt x="3227655" y="676328"/>
                  </a:lnTo>
                  <a:lnTo>
                    <a:pt x="3228727" y="677087"/>
                  </a:lnTo>
                  <a:lnTo>
                    <a:pt x="3229798" y="677846"/>
                  </a:lnTo>
                  <a:lnTo>
                    <a:pt x="3230870" y="678604"/>
                  </a:lnTo>
                  <a:lnTo>
                    <a:pt x="3231941" y="679360"/>
                  </a:lnTo>
                  <a:lnTo>
                    <a:pt x="3233013" y="680116"/>
                  </a:lnTo>
                  <a:lnTo>
                    <a:pt x="3234085" y="680870"/>
                  </a:lnTo>
                  <a:lnTo>
                    <a:pt x="3235156" y="681624"/>
                  </a:lnTo>
                  <a:lnTo>
                    <a:pt x="3236228" y="682376"/>
                  </a:lnTo>
                  <a:lnTo>
                    <a:pt x="3237299" y="683127"/>
                  </a:lnTo>
                  <a:lnTo>
                    <a:pt x="3238371" y="683877"/>
                  </a:lnTo>
                  <a:lnTo>
                    <a:pt x="3239443" y="684626"/>
                  </a:lnTo>
                  <a:lnTo>
                    <a:pt x="3240514" y="685374"/>
                  </a:lnTo>
                  <a:lnTo>
                    <a:pt x="3241586" y="686121"/>
                  </a:lnTo>
                  <a:lnTo>
                    <a:pt x="3242657" y="686867"/>
                  </a:lnTo>
                  <a:lnTo>
                    <a:pt x="3243729" y="687612"/>
                  </a:lnTo>
                  <a:lnTo>
                    <a:pt x="3244801" y="688356"/>
                  </a:lnTo>
                  <a:lnTo>
                    <a:pt x="3245872" y="689099"/>
                  </a:lnTo>
                  <a:lnTo>
                    <a:pt x="3246944" y="689841"/>
                  </a:lnTo>
                  <a:lnTo>
                    <a:pt x="3248015" y="690581"/>
                  </a:lnTo>
                  <a:lnTo>
                    <a:pt x="3249087" y="691321"/>
                  </a:lnTo>
                  <a:lnTo>
                    <a:pt x="3250159" y="692060"/>
                  </a:lnTo>
                  <a:lnTo>
                    <a:pt x="3251230" y="692798"/>
                  </a:lnTo>
                  <a:lnTo>
                    <a:pt x="3252302" y="693534"/>
                  </a:lnTo>
                  <a:lnTo>
                    <a:pt x="3253373" y="694270"/>
                  </a:lnTo>
                  <a:lnTo>
                    <a:pt x="3254445" y="695004"/>
                  </a:lnTo>
                  <a:lnTo>
                    <a:pt x="3255517" y="695738"/>
                  </a:lnTo>
                  <a:lnTo>
                    <a:pt x="3256588" y="696470"/>
                  </a:lnTo>
                  <a:lnTo>
                    <a:pt x="3257660" y="697202"/>
                  </a:lnTo>
                  <a:lnTo>
                    <a:pt x="3258731" y="697932"/>
                  </a:lnTo>
                  <a:lnTo>
                    <a:pt x="3259803" y="698662"/>
                  </a:lnTo>
                  <a:lnTo>
                    <a:pt x="3260875" y="699390"/>
                  </a:lnTo>
                  <a:lnTo>
                    <a:pt x="3261946" y="700118"/>
                  </a:lnTo>
                  <a:lnTo>
                    <a:pt x="3263018" y="700844"/>
                  </a:lnTo>
                  <a:lnTo>
                    <a:pt x="3264089" y="701570"/>
                  </a:lnTo>
                  <a:lnTo>
                    <a:pt x="3265161" y="702294"/>
                  </a:lnTo>
                  <a:lnTo>
                    <a:pt x="3266233" y="703018"/>
                  </a:lnTo>
                  <a:lnTo>
                    <a:pt x="3267304" y="703740"/>
                  </a:lnTo>
                  <a:lnTo>
                    <a:pt x="3268376" y="704462"/>
                  </a:lnTo>
                  <a:lnTo>
                    <a:pt x="3269447" y="705182"/>
                  </a:lnTo>
                  <a:lnTo>
                    <a:pt x="3270519" y="705902"/>
                  </a:lnTo>
                  <a:lnTo>
                    <a:pt x="3271591" y="706620"/>
                  </a:lnTo>
                  <a:lnTo>
                    <a:pt x="3272662" y="707338"/>
                  </a:lnTo>
                  <a:lnTo>
                    <a:pt x="3273734" y="708055"/>
                  </a:lnTo>
                  <a:lnTo>
                    <a:pt x="3274805" y="708770"/>
                  </a:lnTo>
                  <a:lnTo>
                    <a:pt x="3275877" y="709485"/>
                  </a:lnTo>
                  <a:lnTo>
                    <a:pt x="3276949" y="710198"/>
                  </a:lnTo>
                  <a:lnTo>
                    <a:pt x="3278020" y="710911"/>
                  </a:lnTo>
                  <a:lnTo>
                    <a:pt x="3279092" y="711623"/>
                  </a:lnTo>
                  <a:lnTo>
                    <a:pt x="3280163" y="712334"/>
                  </a:lnTo>
                  <a:lnTo>
                    <a:pt x="3281235" y="713043"/>
                  </a:lnTo>
                  <a:lnTo>
                    <a:pt x="3282307" y="713752"/>
                  </a:lnTo>
                  <a:lnTo>
                    <a:pt x="3283378" y="714460"/>
                  </a:lnTo>
                  <a:lnTo>
                    <a:pt x="3284450" y="715167"/>
                  </a:lnTo>
                  <a:lnTo>
                    <a:pt x="3285521" y="715873"/>
                  </a:lnTo>
                  <a:lnTo>
                    <a:pt x="3286593" y="716578"/>
                  </a:lnTo>
                  <a:lnTo>
                    <a:pt x="3287665" y="717282"/>
                  </a:lnTo>
                  <a:lnTo>
                    <a:pt x="3288736" y="717985"/>
                  </a:lnTo>
                  <a:lnTo>
                    <a:pt x="3289808" y="718687"/>
                  </a:lnTo>
                  <a:lnTo>
                    <a:pt x="3290879" y="719388"/>
                  </a:lnTo>
                  <a:lnTo>
                    <a:pt x="3291951" y="720088"/>
                  </a:lnTo>
                  <a:lnTo>
                    <a:pt x="3293023" y="720788"/>
                  </a:lnTo>
                  <a:lnTo>
                    <a:pt x="3294094" y="721486"/>
                  </a:lnTo>
                  <a:lnTo>
                    <a:pt x="3295166" y="722183"/>
                  </a:lnTo>
                  <a:lnTo>
                    <a:pt x="3296237" y="722880"/>
                  </a:lnTo>
                  <a:lnTo>
                    <a:pt x="3297309" y="723576"/>
                  </a:lnTo>
                  <a:lnTo>
                    <a:pt x="3298381" y="724270"/>
                  </a:lnTo>
                  <a:lnTo>
                    <a:pt x="3299452" y="724964"/>
                  </a:lnTo>
                  <a:lnTo>
                    <a:pt x="3300524" y="725657"/>
                  </a:lnTo>
                  <a:lnTo>
                    <a:pt x="3301595" y="726348"/>
                  </a:lnTo>
                  <a:lnTo>
                    <a:pt x="3302667" y="727039"/>
                  </a:lnTo>
                  <a:lnTo>
                    <a:pt x="3303739" y="727729"/>
                  </a:lnTo>
                  <a:lnTo>
                    <a:pt x="3304810" y="728418"/>
                  </a:lnTo>
                  <a:lnTo>
                    <a:pt x="3305882" y="729107"/>
                  </a:lnTo>
                  <a:lnTo>
                    <a:pt x="3306953" y="729794"/>
                  </a:lnTo>
                  <a:lnTo>
                    <a:pt x="3308025" y="730480"/>
                  </a:lnTo>
                  <a:lnTo>
                    <a:pt x="3309097" y="731166"/>
                  </a:lnTo>
                  <a:lnTo>
                    <a:pt x="3310168" y="731850"/>
                  </a:lnTo>
                  <a:lnTo>
                    <a:pt x="3311240" y="732534"/>
                  </a:lnTo>
                  <a:lnTo>
                    <a:pt x="3312311" y="733217"/>
                  </a:lnTo>
                  <a:lnTo>
                    <a:pt x="3313383" y="733898"/>
                  </a:lnTo>
                  <a:lnTo>
                    <a:pt x="3314455" y="734579"/>
                  </a:lnTo>
                  <a:lnTo>
                    <a:pt x="3315526" y="735259"/>
                  </a:lnTo>
                  <a:lnTo>
                    <a:pt x="3316598" y="735938"/>
                  </a:lnTo>
                  <a:lnTo>
                    <a:pt x="3317669" y="736617"/>
                  </a:lnTo>
                  <a:lnTo>
                    <a:pt x="3318741" y="737294"/>
                  </a:lnTo>
                  <a:lnTo>
                    <a:pt x="3319813" y="737971"/>
                  </a:lnTo>
                  <a:lnTo>
                    <a:pt x="3320884" y="738646"/>
                  </a:lnTo>
                  <a:lnTo>
                    <a:pt x="3321956" y="739321"/>
                  </a:lnTo>
                  <a:lnTo>
                    <a:pt x="3323027" y="739995"/>
                  </a:lnTo>
                  <a:lnTo>
                    <a:pt x="3324099" y="740668"/>
                  </a:lnTo>
                  <a:lnTo>
                    <a:pt x="3325171" y="741340"/>
                  </a:lnTo>
                  <a:lnTo>
                    <a:pt x="3326242" y="742011"/>
                  </a:lnTo>
                  <a:lnTo>
                    <a:pt x="3327314" y="742681"/>
                  </a:lnTo>
                  <a:lnTo>
                    <a:pt x="3328385" y="743351"/>
                  </a:lnTo>
                  <a:lnTo>
                    <a:pt x="3329457" y="744019"/>
                  </a:lnTo>
                  <a:lnTo>
                    <a:pt x="3330529" y="744687"/>
                  </a:lnTo>
                  <a:lnTo>
                    <a:pt x="3331600" y="745354"/>
                  </a:lnTo>
                  <a:lnTo>
                    <a:pt x="3332672" y="746020"/>
                  </a:lnTo>
                  <a:lnTo>
                    <a:pt x="3333743" y="746685"/>
                  </a:lnTo>
                  <a:lnTo>
                    <a:pt x="3334815" y="747349"/>
                  </a:lnTo>
                  <a:lnTo>
                    <a:pt x="3335887" y="748012"/>
                  </a:lnTo>
                  <a:lnTo>
                    <a:pt x="3336958" y="748675"/>
                  </a:lnTo>
                  <a:lnTo>
                    <a:pt x="3338030" y="749337"/>
                  </a:lnTo>
                  <a:lnTo>
                    <a:pt x="3339101" y="749997"/>
                  </a:lnTo>
                  <a:lnTo>
                    <a:pt x="3340173" y="750657"/>
                  </a:lnTo>
                  <a:lnTo>
                    <a:pt x="3341245" y="751316"/>
                  </a:lnTo>
                  <a:lnTo>
                    <a:pt x="3342316" y="751975"/>
                  </a:lnTo>
                  <a:lnTo>
                    <a:pt x="3343388" y="752632"/>
                  </a:lnTo>
                  <a:lnTo>
                    <a:pt x="3344459" y="753289"/>
                  </a:lnTo>
                  <a:lnTo>
                    <a:pt x="3345531" y="753945"/>
                  </a:lnTo>
                  <a:lnTo>
                    <a:pt x="3346603" y="754599"/>
                  </a:lnTo>
                  <a:lnTo>
                    <a:pt x="3347674" y="755254"/>
                  </a:lnTo>
                  <a:lnTo>
                    <a:pt x="3348746" y="755907"/>
                  </a:lnTo>
                  <a:lnTo>
                    <a:pt x="3349817" y="756559"/>
                  </a:lnTo>
                  <a:lnTo>
                    <a:pt x="3350889" y="757211"/>
                  </a:lnTo>
                  <a:lnTo>
                    <a:pt x="3351961" y="757862"/>
                  </a:lnTo>
                  <a:lnTo>
                    <a:pt x="3353032" y="758512"/>
                  </a:lnTo>
                  <a:lnTo>
                    <a:pt x="3354104" y="759161"/>
                  </a:lnTo>
                  <a:lnTo>
                    <a:pt x="3355175" y="759809"/>
                  </a:lnTo>
                  <a:lnTo>
                    <a:pt x="3356247" y="760456"/>
                  </a:lnTo>
                  <a:lnTo>
                    <a:pt x="3357319" y="761103"/>
                  </a:lnTo>
                  <a:lnTo>
                    <a:pt x="3358390" y="761749"/>
                  </a:lnTo>
                  <a:lnTo>
                    <a:pt x="3359462" y="762394"/>
                  </a:lnTo>
                  <a:lnTo>
                    <a:pt x="3360533" y="763038"/>
                  </a:lnTo>
                  <a:lnTo>
                    <a:pt x="3361605" y="763682"/>
                  </a:lnTo>
                  <a:lnTo>
                    <a:pt x="3362677" y="764324"/>
                  </a:lnTo>
                  <a:lnTo>
                    <a:pt x="3363748" y="764966"/>
                  </a:lnTo>
                  <a:lnTo>
                    <a:pt x="3364820" y="765607"/>
                  </a:lnTo>
                  <a:lnTo>
                    <a:pt x="3365891" y="766247"/>
                  </a:lnTo>
                  <a:lnTo>
                    <a:pt x="3366963" y="766886"/>
                  </a:lnTo>
                  <a:lnTo>
                    <a:pt x="3368035" y="767525"/>
                  </a:lnTo>
                  <a:lnTo>
                    <a:pt x="3369106" y="768163"/>
                  </a:lnTo>
                  <a:lnTo>
                    <a:pt x="3370178" y="768800"/>
                  </a:lnTo>
                  <a:lnTo>
                    <a:pt x="3371249" y="769436"/>
                  </a:lnTo>
                  <a:lnTo>
                    <a:pt x="3372321" y="770071"/>
                  </a:lnTo>
                  <a:lnTo>
                    <a:pt x="3373392" y="770706"/>
                  </a:lnTo>
                  <a:lnTo>
                    <a:pt x="3374464" y="771340"/>
                  </a:lnTo>
                  <a:lnTo>
                    <a:pt x="3375536" y="771973"/>
                  </a:lnTo>
                  <a:lnTo>
                    <a:pt x="3376607" y="772605"/>
                  </a:lnTo>
                  <a:lnTo>
                    <a:pt x="3377679" y="773236"/>
                  </a:lnTo>
                  <a:lnTo>
                    <a:pt x="3378750" y="773867"/>
                  </a:lnTo>
                  <a:lnTo>
                    <a:pt x="3379822" y="774497"/>
                  </a:lnTo>
                  <a:lnTo>
                    <a:pt x="3380894" y="775126"/>
                  </a:lnTo>
                  <a:lnTo>
                    <a:pt x="3381965" y="775754"/>
                  </a:lnTo>
                  <a:lnTo>
                    <a:pt x="3383037" y="776382"/>
                  </a:lnTo>
                  <a:lnTo>
                    <a:pt x="3384108" y="777009"/>
                  </a:lnTo>
                  <a:lnTo>
                    <a:pt x="3385180" y="777635"/>
                  </a:lnTo>
                  <a:lnTo>
                    <a:pt x="3386252" y="778260"/>
                  </a:lnTo>
                  <a:lnTo>
                    <a:pt x="3387323" y="778885"/>
                  </a:lnTo>
                  <a:lnTo>
                    <a:pt x="3388395" y="779508"/>
                  </a:lnTo>
                  <a:lnTo>
                    <a:pt x="3389466" y="780131"/>
                  </a:lnTo>
                  <a:lnTo>
                    <a:pt x="3390538" y="780753"/>
                  </a:lnTo>
                  <a:lnTo>
                    <a:pt x="3391610" y="781375"/>
                  </a:lnTo>
                  <a:lnTo>
                    <a:pt x="3392681" y="781996"/>
                  </a:lnTo>
                  <a:lnTo>
                    <a:pt x="3393753" y="782615"/>
                  </a:lnTo>
                  <a:lnTo>
                    <a:pt x="3394824" y="783235"/>
                  </a:lnTo>
                  <a:lnTo>
                    <a:pt x="3395896" y="783853"/>
                  </a:lnTo>
                  <a:lnTo>
                    <a:pt x="3396968" y="784471"/>
                  </a:lnTo>
                  <a:lnTo>
                    <a:pt x="3398039" y="785088"/>
                  </a:lnTo>
                  <a:lnTo>
                    <a:pt x="3399111" y="785704"/>
                  </a:lnTo>
                  <a:lnTo>
                    <a:pt x="3400182" y="786319"/>
                  </a:lnTo>
                  <a:lnTo>
                    <a:pt x="3401254" y="786934"/>
                  </a:lnTo>
                  <a:lnTo>
                    <a:pt x="3402326" y="787548"/>
                  </a:lnTo>
                  <a:lnTo>
                    <a:pt x="3403397" y="788161"/>
                  </a:lnTo>
                  <a:lnTo>
                    <a:pt x="3404469" y="788773"/>
                  </a:lnTo>
                  <a:lnTo>
                    <a:pt x="3405540" y="789385"/>
                  </a:lnTo>
                  <a:lnTo>
                    <a:pt x="3406612" y="789996"/>
                  </a:lnTo>
                  <a:lnTo>
                    <a:pt x="3407684" y="790606"/>
                  </a:lnTo>
                  <a:lnTo>
                    <a:pt x="3408755" y="791216"/>
                  </a:lnTo>
                  <a:lnTo>
                    <a:pt x="3409827" y="791825"/>
                  </a:lnTo>
                  <a:lnTo>
                    <a:pt x="3410898" y="792433"/>
                  </a:lnTo>
                  <a:lnTo>
                    <a:pt x="3411970" y="793040"/>
                  </a:lnTo>
                  <a:lnTo>
                    <a:pt x="3413042" y="793647"/>
                  </a:lnTo>
                  <a:lnTo>
                    <a:pt x="3414113" y="794253"/>
                  </a:lnTo>
                  <a:lnTo>
                    <a:pt x="3415185" y="794858"/>
                  </a:lnTo>
                  <a:lnTo>
                    <a:pt x="3416256" y="795462"/>
                  </a:lnTo>
                  <a:lnTo>
                    <a:pt x="3417328" y="796066"/>
                  </a:lnTo>
                  <a:lnTo>
                    <a:pt x="3418400" y="796669"/>
                  </a:lnTo>
                  <a:lnTo>
                    <a:pt x="3419471" y="797271"/>
                  </a:lnTo>
                  <a:lnTo>
                    <a:pt x="3420543" y="797873"/>
                  </a:lnTo>
                  <a:lnTo>
                    <a:pt x="3421614" y="798474"/>
                  </a:lnTo>
                  <a:lnTo>
                    <a:pt x="3422686" y="799074"/>
                  </a:lnTo>
                  <a:lnTo>
                    <a:pt x="3423758" y="799673"/>
                  </a:lnTo>
                  <a:lnTo>
                    <a:pt x="3424829" y="800272"/>
                  </a:lnTo>
                  <a:lnTo>
                    <a:pt x="3425901" y="800870"/>
                  </a:lnTo>
                  <a:lnTo>
                    <a:pt x="3426972" y="801467"/>
                  </a:lnTo>
                  <a:lnTo>
                    <a:pt x="3428044" y="802064"/>
                  </a:lnTo>
                  <a:lnTo>
                    <a:pt x="3429116" y="802660"/>
                  </a:lnTo>
                  <a:lnTo>
                    <a:pt x="3430187" y="803255"/>
                  </a:lnTo>
                  <a:lnTo>
                    <a:pt x="3431259" y="803850"/>
                  </a:lnTo>
                  <a:lnTo>
                    <a:pt x="3432330" y="804444"/>
                  </a:lnTo>
                  <a:lnTo>
                    <a:pt x="3433402" y="805037"/>
                  </a:lnTo>
                  <a:lnTo>
                    <a:pt x="3434474" y="805629"/>
                  </a:lnTo>
                  <a:lnTo>
                    <a:pt x="3435545" y="806221"/>
                  </a:lnTo>
                  <a:lnTo>
                    <a:pt x="3436617" y="806812"/>
                  </a:lnTo>
                  <a:lnTo>
                    <a:pt x="3437688" y="807402"/>
                  </a:lnTo>
                  <a:lnTo>
                    <a:pt x="3438760" y="807992"/>
                  </a:lnTo>
                  <a:lnTo>
                    <a:pt x="3439832" y="808581"/>
                  </a:lnTo>
                  <a:lnTo>
                    <a:pt x="3440903" y="809169"/>
                  </a:lnTo>
                  <a:lnTo>
                    <a:pt x="3441975" y="809757"/>
                  </a:lnTo>
                  <a:lnTo>
                    <a:pt x="3443046" y="810344"/>
                  </a:lnTo>
                  <a:lnTo>
                    <a:pt x="3444118" y="810930"/>
                  </a:lnTo>
                  <a:lnTo>
                    <a:pt x="3445190" y="811516"/>
                  </a:lnTo>
                  <a:lnTo>
                    <a:pt x="3446261" y="812101"/>
                  </a:lnTo>
                  <a:lnTo>
                    <a:pt x="3447333" y="812685"/>
                  </a:lnTo>
                  <a:lnTo>
                    <a:pt x="3448404" y="813269"/>
                  </a:lnTo>
                  <a:lnTo>
                    <a:pt x="3449476" y="813852"/>
                  </a:lnTo>
                  <a:lnTo>
                    <a:pt x="3450548" y="814434"/>
                  </a:lnTo>
                  <a:lnTo>
                    <a:pt x="3451619" y="815015"/>
                  </a:lnTo>
                  <a:lnTo>
                    <a:pt x="3452691" y="815596"/>
                  </a:lnTo>
                  <a:lnTo>
                    <a:pt x="3453762" y="816177"/>
                  </a:lnTo>
                  <a:lnTo>
                    <a:pt x="3454834" y="816756"/>
                  </a:lnTo>
                  <a:lnTo>
                    <a:pt x="3455906" y="817335"/>
                  </a:lnTo>
                  <a:lnTo>
                    <a:pt x="3456977" y="817913"/>
                  </a:lnTo>
                  <a:lnTo>
                    <a:pt x="3458049" y="818491"/>
                  </a:lnTo>
                  <a:lnTo>
                    <a:pt x="3459120" y="819068"/>
                  </a:lnTo>
                  <a:lnTo>
                    <a:pt x="3460192" y="819644"/>
                  </a:lnTo>
                  <a:lnTo>
                    <a:pt x="3461264" y="820220"/>
                  </a:lnTo>
                  <a:lnTo>
                    <a:pt x="3462335" y="820795"/>
                  </a:lnTo>
                  <a:lnTo>
                    <a:pt x="3463407" y="821369"/>
                  </a:lnTo>
                  <a:lnTo>
                    <a:pt x="3464478" y="821943"/>
                  </a:lnTo>
                  <a:lnTo>
                    <a:pt x="3465550" y="822516"/>
                  </a:lnTo>
                  <a:lnTo>
                    <a:pt x="3466622" y="823088"/>
                  </a:lnTo>
                  <a:lnTo>
                    <a:pt x="3467693" y="823660"/>
                  </a:lnTo>
                  <a:lnTo>
                    <a:pt x="3468765" y="824231"/>
                  </a:lnTo>
                  <a:lnTo>
                    <a:pt x="3469836" y="824802"/>
                  </a:lnTo>
                  <a:lnTo>
                    <a:pt x="3470908" y="825371"/>
                  </a:lnTo>
                  <a:lnTo>
                    <a:pt x="3471980" y="825941"/>
                  </a:lnTo>
                  <a:lnTo>
                    <a:pt x="3473051" y="826509"/>
                  </a:lnTo>
                  <a:lnTo>
                    <a:pt x="3474123" y="827077"/>
                  </a:lnTo>
                  <a:lnTo>
                    <a:pt x="3475194" y="827644"/>
                  </a:lnTo>
                  <a:lnTo>
                    <a:pt x="3476266" y="828211"/>
                  </a:lnTo>
                  <a:lnTo>
                    <a:pt x="3477338" y="828777"/>
                  </a:lnTo>
                  <a:lnTo>
                    <a:pt x="3478409" y="829342"/>
                  </a:lnTo>
                  <a:lnTo>
                    <a:pt x="3479481" y="829907"/>
                  </a:lnTo>
                  <a:lnTo>
                    <a:pt x="3480552" y="830471"/>
                  </a:lnTo>
                  <a:lnTo>
                    <a:pt x="3481624" y="831035"/>
                  </a:lnTo>
                  <a:lnTo>
                    <a:pt x="3482696" y="831598"/>
                  </a:lnTo>
                  <a:lnTo>
                    <a:pt x="3483767" y="832160"/>
                  </a:lnTo>
                  <a:lnTo>
                    <a:pt x="3484839" y="832722"/>
                  </a:lnTo>
                  <a:lnTo>
                    <a:pt x="3485910" y="833283"/>
                  </a:lnTo>
                  <a:lnTo>
                    <a:pt x="3486982" y="833843"/>
                  </a:lnTo>
                  <a:lnTo>
                    <a:pt x="3488054" y="834403"/>
                  </a:lnTo>
                  <a:lnTo>
                    <a:pt x="3489125" y="834962"/>
                  </a:lnTo>
                  <a:lnTo>
                    <a:pt x="3490197" y="835521"/>
                  </a:lnTo>
                  <a:lnTo>
                    <a:pt x="3491268" y="836079"/>
                  </a:lnTo>
                  <a:lnTo>
                    <a:pt x="3492340" y="836636"/>
                  </a:lnTo>
                  <a:lnTo>
                    <a:pt x="3493412" y="837193"/>
                  </a:lnTo>
                  <a:lnTo>
                    <a:pt x="3494483" y="837749"/>
                  </a:lnTo>
                  <a:lnTo>
                    <a:pt x="3495555" y="838304"/>
                  </a:lnTo>
                  <a:lnTo>
                    <a:pt x="3496626" y="838859"/>
                  </a:lnTo>
                  <a:lnTo>
                    <a:pt x="3497698" y="839413"/>
                  </a:lnTo>
                  <a:lnTo>
                    <a:pt x="3498770" y="839967"/>
                  </a:lnTo>
                  <a:lnTo>
                    <a:pt x="3499841" y="840520"/>
                  </a:lnTo>
                  <a:lnTo>
                    <a:pt x="3500913" y="841073"/>
                  </a:lnTo>
                  <a:lnTo>
                    <a:pt x="3501984" y="841624"/>
                  </a:lnTo>
                  <a:lnTo>
                    <a:pt x="3503056" y="842176"/>
                  </a:lnTo>
                  <a:lnTo>
                    <a:pt x="3504128" y="842726"/>
                  </a:lnTo>
                  <a:lnTo>
                    <a:pt x="3505199" y="843277"/>
                  </a:lnTo>
                  <a:lnTo>
                    <a:pt x="3506271" y="843826"/>
                  </a:lnTo>
                  <a:lnTo>
                    <a:pt x="3507342" y="844375"/>
                  </a:lnTo>
                  <a:lnTo>
                    <a:pt x="3508414" y="844923"/>
                  </a:lnTo>
                  <a:lnTo>
                    <a:pt x="3509486" y="845471"/>
                  </a:lnTo>
                  <a:lnTo>
                    <a:pt x="3510557" y="846018"/>
                  </a:lnTo>
                  <a:lnTo>
                    <a:pt x="3511629" y="846565"/>
                  </a:lnTo>
                  <a:lnTo>
                    <a:pt x="3512700" y="847111"/>
                  </a:lnTo>
                  <a:lnTo>
                    <a:pt x="3513772" y="847656"/>
                  </a:lnTo>
                  <a:lnTo>
                    <a:pt x="3514844" y="848201"/>
                  </a:lnTo>
                  <a:lnTo>
                    <a:pt x="3515915" y="848745"/>
                  </a:lnTo>
                  <a:lnTo>
                    <a:pt x="3516987" y="849289"/>
                  </a:lnTo>
                  <a:lnTo>
                    <a:pt x="3518058" y="849832"/>
                  </a:lnTo>
                  <a:lnTo>
                    <a:pt x="3519130" y="850374"/>
                  </a:lnTo>
                  <a:lnTo>
                    <a:pt x="3520202" y="850916"/>
                  </a:lnTo>
                  <a:lnTo>
                    <a:pt x="3521273" y="851457"/>
                  </a:lnTo>
                  <a:lnTo>
                    <a:pt x="3522345" y="851998"/>
                  </a:lnTo>
                  <a:lnTo>
                    <a:pt x="3523416" y="852538"/>
                  </a:lnTo>
                  <a:lnTo>
                    <a:pt x="3524488" y="853078"/>
                  </a:lnTo>
                  <a:lnTo>
                    <a:pt x="3525560" y="853617"/>
                  </a:lnTo>
                  <a:lnTo>
                    <a:pt x="3526631" y="854155"/>
                  </a:lnTo>
                  <a:lnTo>
                    <a:pt x="3527703" y="854693"/>
                  </a:lnTo>
                  <a:lnTo>
                    <a:pt x="3528774" y="855231"/>
                  </a:lnTo>
                  <a:lnTo>
                    <a:pt x="3529846" y="855767"/>
                  </a:lnTo>
                  <a:lnTo>
                    <a:pt x="3530918" y="856304"/>
                  </a:lnTo>
                  <a:lnTo>
                    <a:pt x="3531989" y="856839"/>
                  </a:lnTo>
                  <a:lnTo>
                    <a:pt x="3533061" y="857374"/>
                  </a:lnTo>
                  <a:lnTo>
                    <a:pt x="3534132" y="857909"/>
                  </a:lnTo>
                  <a:lnTo>
                    <a:pt x="3535204" y="858443"/>
                  </a:lnTo>
                  <a:lnTo>
                    <a:pt x="3536276" y="858976"/>
                  </a:lnTo>
                  <a:lnTo>
                    <a:pt x="3537347" y="859509"/>
                  </a:lnTo>
                  <a:lnTo>
                    <a:pt x="3538419" y="860041"/>
                  </a:lnTo>
                  <a:lnTo>
                    <a:pt x="3539490" y="860573"/>
                  </a:lnTo>
                  <a:lnTo>
                    <a:pt x="3540562" y="861104"/>
                  </a:lnTo>
                  <a:lnTo>
                    <a:pt x="3541634" y="861635"/>
                  </a:lnTo>
                  <a:lnTo>
                    <a:pt x="3542705" y="862165"/>
                  </a:lnTo>
                  <a:lnTo>
                    <a:pt x="3543777" y="862695"/>
                  </a:lnTo>
                  <a:lnTo>
                    <a:pt x="3544848" y="863224"/>
                  </a:lnTo>
                  <a:lnTo>
                    <a:pt x="3545920" y="863752"/>
                  </a:lnTo>
                  <a:lnTo>
                    <a:pt x="3546992" y="864280"/>
                  </a:lnTo>
                  <a:lnTo>
                    <a:pt x="3548063" y="864807"/>
                  </a:lnTo>
                  <a:lnTo>
                    <a:pt x="3549135" y="865334"/>
                  </a:lnTo>
                  <a:lnTo>
                    <a:pt x="3550206" y="865860"/>
                  </a:lnTo>
                  <a:lnTo>
                    <a:pt x="3551278" y="866386"/>
                  </a:lnTo>
                  <a:lnTo>
                    <a:pt x="3552349" y="866911"/>
                  </a:lnTo>
                  <a:lnTo>
                    <a:pt x="3553421" y="867436"/>
                  </a:lnTo>
                  <a:lnTo>
                    <a:pt x="3554493" y="867960"/>
                  </a:lnTo>
                  <a:lnTo>
                    <a:pt x="3555564" y="868484"/>
                  </a:lnTo>
                  <a:lnTo>
                    <a:pt x="3556636" y="869007"/>
                  </a:lnTo>
                  <a:lnTo>
                    <a:pt x="3557707" y="869529"/>
                  </a:lnTo>
                  <a:lnTo>
                    <a:pt x="3558779" y="870051"/>
                  </a:lnTo>
                  <a:lnTo>
                    <a:pt x="3559851" y="870573"/>
                  </a:lnTo>
                  <a:lnTo>
                    <a:pt x="3560922" y="871093"/>
                  </a:lnTo>
                  <a:lnTo>
                    <a:pt x="3561994" y="871614"/>
                  </a:lnTo>
                  <a:lnTo>
                    <a:pt x="3563065" y="872134"/>
                  </a:lnTo>
                  <a:lnTo>
                    <a:pt x="3564137" y="872653"/>
                  </a:lnTo>
                  <a:lnTo>
                    <a:pt x="3565209" y="873172"/>
                  </a:lnTo>
                  <a:lnTo>
                    <a:pt x="3566280" y="873690"/>
                  </a:lnTo>
                  <a:lnTo>
                    <a:pt x="3567352" y="874208"/>
                  </a:lnTo>
                  <a:lnTo>
                    <a:pt x="3568423" y="874725"/>
                  </a:lnTo>
                  <a:lnTo>
                    <a:pt x="3569495" y="875242"/>
                  </a:lnTo>
                  <a:lnTo>
                    <a:pt x="3570567" y="875758"/>
                  </a:lnTo>
                  <a:lnTo>
                    <a:pt x="3571638" y="876274"/>
                  </a:lnTo>
                  <a:lnTo>
                    <a:pt x="3572710" y="876789"/>
                  </a:lnTo>
                  <a:lnTo>
                    <a:pt x="3573781" y="877304"/>
                  </a:lnTo>
                  <a:lnTo>
                    <a:pt x="3574853" y="877818"/>
                  </a:lnTo>
                  <a:lnTo>
                    <a:pt x="3575925" y="878331"/>
                  </a:lnTo>
                  <a:lnTo>
                    <a:pt x="3576996" y="878844"/>
                  </a:lnTo>
                  <a:lnTo>
                    <a:pt x="3578068" y="879357"/>
                  </a:lnTo>
                  <a:lnTo>
                    <a:pt x="3579139" y="879869"/>
                  </a:lnTo>
                  <a:lnTo>
                    <a:pt x="3580211" y="880381"/>
                  </a:lnTo>
                  <a:lnTo>
                    <a:pt x="3581283" y="880892"/>
                  </a:lnTo>
                  <a:lnTo>
                    <a:pt x="3582354" y="881402"/>
                  </a:lnTo>
                  <a:lnTo>
                    <a:pt x="3583426" y="881912"/>
                  </a:lnTo>
                  <a:lnTo>
                    <a:pt x="3584497" y="882422"/>
                  </a:lnTo>
                  <a:lnTo>
                    <a:pt x="3585569" y="882931"/>
                  </a:lnTo>
                  <a:lnTo>
                    <a:pt x="3586641" y="883439"/>
                  </a:lnTo>
                  <a:lnTo>
                    <a:pt x="3587712" y="883948"/>
                  </a:lnTo>
                  <a:lnTo>
                    <a:pt x="3588784" y="884455"/>
                  </a:lnTo>
                  <a:lnTo>
                    <a:pt x="3589855" y="884962"/>
                  </a:lnTo>
                  <a:lnTo>
                    <a:pt x="3590927" y="885469"/>
                  </a:lnTo>
                  <a:lnTo>
                    <a:pt x="3591999" y="885975"/>
                  </a:lnTo>
                  <a:lnTo>
                    <a:pt x="3593070" y="886480"/>
                  </a:lnTo>
                  <a:lnTo>
                    <a:pt x="3594142" y="886985"/>
                  </a:lnTo>
                  <a:lnTo>
                    <a:pt x="3595213" y="887490"/>
                  </a:lnTo>
                  <a:lnTo>
                    <a:pt x="3596285" y="887994"/>
                  </a:lnTo>
                  <a:lnTo>
                    <a:pt x="3597357" y="888498"/>
                  </a:lnTo>
                  <a:lnTo>
                    <a:pt x="3598428" y="889001"/>
                  </a:lnTo>
                  <a:lnTo>
                    <a:pt x="3599500" y="889503"/>
                  </a:lnTo>
                  <a:lnTo>
                    <a:pt x="3600571" y="890005"/>
                  </a:lnTo>
                  <a:lnTo>
                    <a:pt x="3601643" y="890507"/>
                  </a:lnTo>
                  <a:lnTo>
                    <a:pt x="3602715" y="891008"/>
                  </a:lnTo>
                  <a:lnTo>
                    <a:pt x="3603786" y="891509"/>
                  </a:lnTo>
                  <a:lnTo>
                    <a:pt x="3604858" y="892009"/>
                  </a:lnTo>
                  <a:lnTo>
                    <a:pt x="3605929" y="892509"/>
                  </a:lnTo>
                  <a:lnTo>
                    <a:pt x="3607001" y="893008"/>
                  </a:lnTo>
                  <a:lnTo>
                    <a:pt x="3608073" y="893507"/>
                  </a:lnTo>
                  <a:lnTo>
                    <a:pt x="3609144" y="894005"/>
                  </a:lnTo>
                  <a:lnTo>
                    <a:pt x="3610216" y="894503"/>
                  </a:lnTo>
                  <a:lnTo>
                    <a:pt x="3611287" y="895000"/>
                  </a:lnTo>
                  <a:lnTo>
                    <a:pt x="3612359" y="895497"/>
                  </a:lnTo>
                  <a:lnTo>
                    <a:pt x="3613431" y="895993"/>
                  </a:lnTo>
                  <a:lnTo>
                    <a:pt x="3614502" y="896489"/>
                  </a:lnTo>
                  <a:lnTo>
                    <a:pt x="3615574" y="896984"/>
                  </a:lnTo>
                  <a:lnTo>
                    <a:pt x="3616645" y="897479"/>
                  </a:lnTo>
                  <a:lnTo>
                    <a:pt x="3617717" y="897974"/>
                  </a:lnTo>
                  <a:lnTo>
                    <a:pt x="3618789" y="898468"/>
                  </a:lnTo>
                  <a:lnTo>
                    <a:pt x="3619860" y="898961"/>
                  </a:lnTo>
                  <a:lnTo>
                    <a:pt x="3620932" y="899454"/>
                  </a:lnTo>
                  <a:lnTo>
                    <a:pt x="3622003" y="899947"/>
                  </a:lnTo>
                  <a:lnTo>
                    <a:pt x="3623075" y="900439"/>
                  </a:lnTo>
                  <a:lnTo>
                    <a:pt x="3624147" y="900930"/>
                  </a:lnTo>
                  <a:lnTo>
                    <a:pt x="3625218" y="901422"/>
                  </a:lnTo>
                  <a:lnTo>
                    <a:pt x="3626290" y="901912"/>
                  </a:lnTo>
                  <a:lnTo>
                    <a:pt x="3627361" y="902403"/>
                  </a:lnTo>
                  <a:lnTo>
                    <a:pt x="3628433" y="902892"/>
                  </a:lnTo>
                  <a:lnTo>
                    <a:pt x="3629505" y="903382"/>
                  </a:lnTo>
                  <a:lnTo>
                    <a:pt x="3630576" y="903870"/>
                  </a:lnTo>
                  <a:lnTo>
                    <a:pt x="3631648" y="904359"/>
                  </a:lnTo>
                  <a:lnTo>
                    <a:pt x="3632719" y="904847"/>
                  </a:lnTo>
                  <a:lnTo>
                    <a:pt x="3633791" y="905334"/>
                  </a:lnTo>
                  <a:lnTo>
                    <a:pt x="3634863" y="905821"/>
                  </a:lnTo>
                  <a:lnTo>
                    <a:pt x="3635934" y="906308"/>
                  </a:lnTo>
                  <a:lnTo>
                    <a:pt x="3637006" y="906794"/>
                  </a:lnTo>
                  <a:lnTo>
                    <a:pt x="3638077" y="907280"/>
                  </a:lnTo>
                  <a:lnTo>
                    <a:pt x="3639149" y="907765"/>
                  </a:lnTo>
                  <a:lnTo>
                    <a:pt x="3640221" y="908250"/>
                  </a:lnTo>
                  <a:lnTo>
                    <a:pt x="3641292" y="908734"/>
                  </a:lnTo>
                  <a:lnTo>
                    <a:pt x="3642364" y="909218"/>
                  </a:lnTo>
                  <a:lnTo>
                    <a:pt x="3643435" y="909701"/>
                  </a:lnTo>
                  <a:lnTo>
                    <a:pt x="3644507" y="910184"/>
                  </a:lnTo>
                  <a:lnTo>
                    <a:pt x="3645579" y="910667"/>
                  </a:lnTo>
                  <a:lnTo>
                    <a:pt x="3646650" y="911149"/>
                  </a:lnTo>
                  <a:lnTo>
                    <a:pt x="3647722" y="911631"/>
                  </a:lnTo>
                  <a:lnTo>
                    <a:pt x="3648793" y="912112"/>
                  </a:lnTo>
                  <a:lnTo>
                    <a:pt x="3649865" y="912592"/>
                  </a:lnTo>
                  <a:lnTo>
                    <a:pt x="3650937" y="913073"/>
                  </a:lnTo>
                  <a:lnTo>
                    <a:pt x="3652008" y="913553"/>
                  </a:lnTo>
                  <a:lnTo>
                    <a:pt x="3653080" y="914032"/>
                  </a:lnTo>
                  <a:lnTo>
                    <a:pt x="3654151" y="914511"/>
                  </a:lnTo>
                  <a:lnTo>
                    <a:pt x="3655223" y="914990"/>
                  </a:lnTo>
                  <a:lnTo>
                    <a:pt x="3656295" y="915468"/>
                  </a:lnTo>
                  <a:lnTo>
                    <a:pt x="3657366" y="915945"/>
                  </a:lnTo>
                  <a:lnTo>
                    <a:pt x="3658438" y="916423"/>
                  </a:lnTo>
                  <a:lnTo>
                    <a:pt x="3659509" y="916899"/>
                  </a:lnTo>
                  <a:lnTo>
                    <a:pt x="3660581" y="917376"/>
                  </a:lnTo>
                  <a:lnTo>
                    <a:pt x="3661653" y="917852"/>
                  </a:lnTo>
                  <a:lnTo>
                    <a:pt x="3662724" y="918327"/>
                  </a:lnTo>
                  <a:lnTo>
                    <a:pt x="3663796" y="918802"/>
                  </a:lnTo>
                  <a:lnTo>
                    <a:pt x="3664867" y="919277"/>
                  </a:lnTo>
                  <a:lnTo>
                    <a:pt x="3665939" y="919751"/>
                  </a:lnTo>
                  <a:lnTo>
                    <a:pt x="3667011" y="920225"/>
                  </a:lnTo>
                  <a:lnTo>
                    <a:pt x="3668082" y="920698"/>
                  </a:lnTo>
                  <a:lnTo>
                    <a:pt x="3669154" y="921171"/>
                  </a:lnTo>
                  <a:lnTo>
                    <a:pt x="3670225" y="921644"/>
                  </a:lnTo>
                  <a:lnTo>
                    <a:pt x="3671297" y="922116"/>
                  </a:lnTo>
                  <a:lnTo>
                    <a:pt x="3672369" y="922588"/>
                  </a:lnTo>
                  <a:lnTo>
                    <a:pt x="3673440" y="923059"/>
                  </a:lnTo>
                  <a:lnTo>
                    <a:pt x="3674512" y="923530"/>
                  </a:lnTo>
                  <a:lnTo>
                    <a:pt x="3675583" y="924000"/>
                  </a:lnTo>
                  <a:lnTo>
                    <a:pt x="3676655" y="924470"/>
                  </a:lnTo>
                  <a:lnTo>
                    <a:pt x="3677727" y="924940"/>
                  </a:lnTo>
                  <a:lnTo>
                    <a:pt x="3678798" y="925409"/>
                  </a:lnTo>
                  <a:lnTo>
                    <a:pt x="3679870" y="925878"/>
                  </a:lnTo>
                  <a:lnTo>
                    <a:pt x="3680941" y="926346"/>
                  </a:lnTo>
                  <a:lnTo>
                    <a:pt x="3682013" y="926814"/>
                  </a:lnTo>
                  <a:lnTo>
                    <a:pt x="3683085" y="927281"/>
                  </a:lnTo>
                  <a:lnTo>
                    <a:pt x="3684156" y="927748"/>
                  </a:lnTo>
                  <a:lnTo>
                    <a:pt x="3685228" y="928215"/>
                  </a:lnTo>
                  <a:lnTo>
                    <a:pt x="3686299" y="928681"/>
                  </a:lnTo>
                  <a:lnTo>
                    <a:pt x="3687371" y="929147"/>
                  </a:lnTo>
                  <a:lnTo>
                    <a:pt x="3688443" y="929612"/>
                  </a:lnTo>
                  <a:lnTo>
                    <a:pt x="3689514" y="930077"/>
                  </a:lnTo>
                  <a:lnTo>
                    <a:pt x="3690586" y="930542"/>
                  </a:lnTo>
                  <a:lnTo>
                    <a:pt x="3691657" y="931006"/>
                  </a:lnTo>
                  <a:lnTo>
                    <a:pt x="3692729" y="931470"/>
                  </a:lnTo>
                  <a:lnTo>
                    <a:pt x="3693801" y="931933"/>
                  </a:lnTo>
                  <a:lnTo>
                    <a:pt x="3694872" y="932396"/>
                  </a:lnTo>
                  <a:lnTo>
                    <a:pt x="3695944" y="932859"/>
                  </a:lnTo>
                  <a:lnTo>
                    <a:pt x="3697015" y="933321"/>
                  </a:lnTo>
                  <a:lnTo>
                    <a:pt x="3698087" y="933783"/>
                  </a:lnTo>
                  <a:lnTo>
                    <a:pt x="3699159" y="934244"/>
                  </a:lnTo>
                  <a:lnTo>
                    <a:pt x="3700230" y="934705"/>
                  </a:lnTo>
                  <a:lnTo>
                    <a:pt x="3701302" y="935166"/>
                  </a:lnTo>
                  <a:lnTo>
                    <a:pt x="3702373" y="935626"/>
                  </a:lnTo>
                  <a:lnTo>
                    <a:pt x="3703445" y="936086"/>
                  </a:lnTo>
                  <a:lnTo>
                    <a:pt x="3704517" y="936545"/>
                  </a:lnTo>
                  <a:lnTo>
                    <a:pt x="3705588" y="937004"/>
                  </a:lnTo>
                  <a:lnTo>
                    <a:pt x="3706660" y="937463"/>
                  </a:lnTo>
                  <a:lnTo>
                    <a:pt x="3707731" y="937921"/>
                  </a:lnTo>
                  <a:lnTo>
                    <a:pt x="3708803" y="938379"/>
                  </a:lnTo>
                  <a:lnTo>
                    <a:pt x="3709875" y="938836"/>
                  </a:lnTo>
                  <a:lnTo>
                    <a:pt x="3710946" y="939293"/>
                  </a:lnTo>
                  <a:lnTo>
                    <a:pt x="3712018" y="939750"/>
                  </a:lnTo>
                  <a:lnTo>
                    <a:pt x="3713089" y="940206"/>
                  </a:lnTo>
                  <a:lnTo>
                    <a:pt x="3714161" y="940662"/>
                  </a:lnTo>
                  <a:lnTo>
                    <a:pt x="3715233" y="941117"/>
                  </a:lnTo>
                  <a:lnTo>
                    <a:pt x="3716304" y="941572"/>
                  </a:lnTo>
                  <a:lnTo>
                    <a:pt x="3717376" y="942027"/>
                  </a:lnTo>
                  <a:lnTo>
                    <a:pt x="3718447" y="942481"/>
                  </a:lnTo>
                  <a:lnTo>
                    <a:pt x="3719519" y="942935"/>
                  </a:lnTo>
                  <a:lnTo>
                    <a:pt x="3720591" y="943388"/>
                  </a:lnTo>
                  <a:lnTo>
                    <a:pt x="3721662" y="943842"/>
                  </a:lnTo>
                  <a:lnTo>
                    <a:pt x="3722734" y="944294"/>
                  </a:lnTo>
                  <a:lnTo>
                    <a:pt x="3723805" y="944747"/>
                  </a:lnTo>
                  <a:lnTo>
                    <a:pt x="3724877" y="945199"/>
                  </a:lnTo>
                  <a:lnTo>
                    <a:pt x="3725949" y="945650"/>
                  </a:lnTo>
                  <a:lnTo>
                    <a:pt x="3727020" y="946101"/>
                  </a:lnTo>
                  <a:lnTo>
                    <a:pt x="3728092" y="946552"/>
                  </a:lnTo>
                  <a:lnTo>
                    <a:pt x="3729163" y="947003"/>
                  </a:lnTo>
                  <a:lnTo>
                    <a:pt x="3730235" y="947453"/>
                  </a:lnTo>
                  <a:lnTo>
                    <a:pt x="3731306" y="947902"/>
                  </a:lnTo>
                  <a:lnTo>
                    <a:pt x="3732378" y="948352"/>
                  </a:lnTo>
                  <a:lnTo>
                    <a:pt x="3733450" y="948801"/>
                  </a:lnTo>
                  <a:lnTo>
                    <a:pt x="3734521" y="949249"/>
                  </a:lnTo>
                  <a:lnTo>
                    <a:pt x="3735593" y="949697"/>
                  </a:lnTo>
                  <a:lnTo>
                    <a:pt x="3736664" y="950145"/>
                  </a:lnTo>
                  <a:lnTo>
                    <a:pt x="3737736" y="950592"/>
                  </a:lnTo>
                  <a:lnTo>
                    <a:pt x="3738808" y="951040"/>
                  </a:lnTo>
                  <a:lnTo>
                    <a:pt x="3739879" y="951486"/>
                  </a:lnTo>
                  <a:lnTo>
                    <a:pt x="3740951" y="951933"/>
                  </a:lnTo>
                  <a:lnTo>
                    <a:pt x="3742022" y="952378"/>
                  </a:lnTo>
                  <a:lnTo>
                    <a:pt x="3743094" y="952824"/>
                  </a:lnTo>
                  <a:lnTo>
                    <a:pt x="3744166" y="953269"/>
                  </a:lnTo>
                  <a:lnTo>
                    <a:pt x="3745237" y="953714"/>
                  </a:lnTo>
                  <a:lnTo>
                    <a:pt x="3746309" y="954159"/>
                  </a:lnTo>
                  <a:lnTo>
                    <a:pt x="3747380" y="954603"/>
                  </a:lnTo>
                  <a:lnTo>
                    <a:pt x="3748452" y="955046"/>
                  </a:lnTo>
                  <a:lnTo>
                    <a:pt x="3749524" y="955490"/>
                  </a:lnTo>
                  <a:lnTo>
                    <a:pt x="3750595" y="955933"/>
                  </a:lnTo>
                  <a:lnTo>
                    <a:pt x="3751667" y="956375"/>
                  </a:lnTo>
                  <a:lnTo>
                    <a:pt x="3752738" y="956818"/>
                  </a:lnTo>
                  <a:lnTo>
                    <a:pt x="3753810" y="957260"/>
                  </a:lnTo>
                  <a:lnTo>
                    <a:pt x="3754882" y="957701"/>
                  </a:lnTo>
                  <a:lnTo>
                    <a:pt x="3755953" y="958142"/>
                  </a:lnTo>
                  <a:lnTo>
                    <a:pt x="3757025" y="958583"/>
                  </a:lnTo>
                  <a:lnTo>
                    <a:pt x="3758096" y="959024"/>
                  </a:lnTo>
                  <a:lnTo>
                    <a:pt x="3759168" y="959464"/>
                  </a:lnTo>
                  <a:lnTo>
                    <a:pt x="3760240" y="959903"/>
                  </a:lnTo>
                  <a:lnTo>
                    <a:pt x="3761311" y="960343"/>
                  </a:lnTo>
                  <a:lnTo>
                    <a:pt x="3762383" y="960782"/>
                  </a:lnTo>
                  <a:lnTo>
                    <a:pt x="3763454" y="961220"/>
                  </a:lnTo>
                  <a:lnTo>
                    <a:pt x="3764526" y="961659"/>
                  </a:lnTo>
                  <a:lnTo>
                    <a:pt x="3765598" y="962097"/>
                  </a:lnTo>
                  <a:lnTo>
                    <a:pt x="3766669" y="962534"/>
                  </a:lnTo>
                  <a:lnTo>
                    <a:pt x="3767741" y="962972"/>
                  </a:lnTo>
                  <a:lnTo>
                    <a:pt x="3768812" y="963409"/>
                  </a:lnTo>
                  <a:lnTo>
                    <a:pt x="3769884" y="963845"/>
                  </a:lnTo>
                  <a:lnTo>
                    <a:pt x="3770956" y="964281"/>
                  </a:lnTo>
                  <a:lnTo>
                    <a:pt x="3772027" y="964717"/>
                  </a:lnTo>
                  <a:lnTo>
                    <a:pt x="3773099" y="965153"/>
                  </a:lnTo>
                  <a:lnTo>
                    <a:pt x="3774170" y="965588"/>
                  </a:lnTo>
                  <a:lnTo>
                    <a:pt x="3775242" y="966023"/>
                  </a:lnTo>
                  <a:lnTo>
                    <a:pt x="3776314" y="966457"/>
                  </a:lnTo>
                  <a:lnTo>
                    <a:pt x="3777385" y="966891"/>
                  </a:lnTo>
                  <a:lnTo>
                    <a:pt x="3778457" y="967325"/>
                  </a:lnTo>
                  <a:lnTo>
                    <a:pt x="3779528" y="967758"/>
                  </a:lnTo>
                  <a:lnTo>
                    <a:pt x="3780600" y="968191"/>
                  </a:lnTo>
                  <a:lnTo>
                    <a:pt x="3781672" y="968624"/>
                  </a:lnTo>
                  <a:lnTo>
                    <a:pt x="3782743" y="969056"/>
                  </a:lnTo>
                  <a:lnTo>
                    <a:pt x="3783815" y="969489"/>
                  </a:lnTo>
                  <a:lnTo>
                    <a:pt x="3784886" y="969920"/>
                  </a:lnTo>
                  <a:lnTo>
                    <a:pt x="3785958" y="970352"/>
                  </a:lnTo>
                  <a:lnTo>
                    <a:pt x="3787030" y="970783"/>
                  </a:lnTo>
                  <a:lnTo>
                    <a:pt x="3788101" y="971213"/>
                  </a:lnTo>
                  <a:lnTo>
                    <a:pt x="3789173" y="971644"/>
                  </a:lnTo>
                  <a:lnTo>
                    <a:pt x="3790244" y="972074"/>
                  </a:lnTo>
                  <a:lnTo>
                    <a:pt x="3791316" y="972503"/>
                  </a:lnTo>
                  <a:lnTo>
                    <a:pt x="3792388" y="972932"/>
                  </a:lnTo>
                  <a:lnTo>
                    <a:pt x="3793459" y="973361"/>
                  </a:lnTo>
                  <a:lnTo>
                    <a:pt x="3794531" y="973790"/>
                  </a:lnTo>
                  <a:lnTo>
                    <a:pt x="3795602" y="974218"/>
                  </a:lnTo>
                  <a:lnTo>
                    <a:pt x="3796674" y="974646"/>
                  </a:lnTo>
                  <a:lnTo>
                    <a:pt x="3797746" y="975074"/>
                  </a:lnTo>
                  <a:lnTo>
                    <a:pt x="3798817" y="975501"/>
                  </a:lnTo>
                  <a:lnTo>
                    <a:pt x="3799889" y="975928"/>
                  </a:lnTo>
                  <a:lnTo>
                    <a:pt x="3800960" y="976355"/>
                  </a:lnTo>
                  <a:lnTo>
                    <a:pt x="3802032" y="976781"/>
                  </a:lnTo>
                  <a:lnTo>
                    <a:pt x="3803104" y="977207"/>
                  </a:lnTo>
                  <a:lnTo>
                    <a:pt x="3804175" y="977633"/>
                  </a:lnTo>
                  <a:lnTo>
                    <a:pt x="3805247" y="978058"/>
                  </a:lnTo>
                  <a:lnTo>
                    <a:pt x="3806318" y="978483"/>
                  </a:lnTo>
                  <a:lnTo>
                    <a:pt x="3807390" y="978908"/>
                  </a:lnTo>
                  <a:lnTo>
                    <a:pt x="3808462" y="979332"/>
                  </a:lnTo>
                  <a:lnTo>
                    <a:pt x="3809533" y="979756"/>
                  </a:lnTo>
                  <a:lnTo>
                    <a:pt x="3810605" y="980180"/>
                  </a:lnTo>
                  <a:lnTo>
                    <a:pt x="3811676" y="980603"/>
                  </a:lnTo>
                  <a:lnTo>
                    <a:pt x="3812748" y="981026"/>
                  </a:lnTo>
                  <a:lnTo>
                    <a:pt x="3813820" y="981449"/>
                  </a:lnTo>
                  <a:lnTo>
                    <a:pt x="3814891" y="981871"/>
                  </a:lnTo>
                  <a:lnTo>
                    <a:pt x="3815963" y="982293"/>
                  </a:lnTo>
                  <a:lnTo>
                    <a:pt x="3817034" y="982715"/>
                  </a:lnTo>
                  <a:lnTo>
                    <a:pt x="3818106" y="983136"/>
                  </a:lnTo>
                  <a:lnTo>
                    <a:pt x="3819178" y="983557"/>
                  </a:lnTo>
                  <a:lnTo>
                    <a:pt x="3820249" y="983978"/>
                  </a:lnTo>
                  <a:lnTo>
                    <a:pt x="3821321" y="984398"/>
                  </a:lnTo>
                  <a:lnTo>
                    <a:pt x="3822392" y="984819"/>
                  </a:lnTo>
                  <a:lnTo>
                    <a:pt x="3823464" y="985238"/>
                  </a:lnTo>
                  <a:lnTo>
                    <a:pt x="3824536" y="985658"/>
                  </a:lnTo>
                  <a:lnTo>
                    <a:pt x="3825607" y="986077"/>
                  </a:lnTo>
                  <a:lnTo>
                    <a:pt x="3826679" y="986496"/>
                  </a:lnTo>
                  <a:lnTo>
                    <a:pt x="3827750" y="986914"/>
                  </a:lnTo>
                  <a:lnTo>
                    <a:pt x="3828822" y="987332"/>
                  </a:lnTo>
                  <a:lnTo>
                    <a:pt x="3829894" y="987750"/>
                  </a:lnTo>
                  <a:lnTo>
                    <a:pt x="3830965" y="988168"/>
                  </a:lnTo>
                  <a:lnTo>
                    <a:pt x="3832037" y="988585"/>
                  </a:lnTo>
                  <a:lnTo>
                    <a:pt x="3833108" y="989002"/>
                  </a:lnTo>
                  <a:lnTo>
                    <a:pt x="3834180" y="989419"/>
                  </a:lnTo>
                  <a:lnTo>
                    <a:pt x="3835252" y="989835"/>
                  </a:lnTo>
                  <a:lnTo>
                    <a:pt x="3836323" y="990251"/>
                  </a:lnTo>
                  <a:lnTo>
                    <a:pt x="3837395" y="990667"/>
                  </a:lnTo>
                  <a:lnTo>
                    <a:pt x="3838466" y="991082"/>
                  </a:lnTo>
                  <a:lnTo>
                    <a:pt x="3839538" y="991497"/>
                  </a:lnTo>
                  <a:lnTo>
                    <a:pt x="3840610" y="991912"/>
                  </a:lnTo>
                  <a:lnTo>
                    <a:pt x="3841681" y="992326"/>
                  </a:lnTo>
                  <a:lnTo>
                    <a:pt x="3842753" y="992740"/>
                  </a:lnTo>
                  <a:lnTo>
                    <a:pt x="3843824" y="993154"/>
                  </a:lnTo>
                  <a:lnTo>
                    <a:pt x="3844896" y="993568"/>
                  </a:lnTo>
                  <a:lnTo>
                    <a:pt x="3845968" y="993981"/>
                  </a:lnTo>
                  <a:lnTo>
                    <a:pt x="3847039" y="994394"/>
                  </a:lnTo>
                  <a:lnTo>
                    <a:pt x="3848111" y="994806"/>
                  </a:lnTo>
                  <a:lnTo>
                    <a:pt x="3849182" y="995219"/>
                  </a:lnTo>
                  <a:lnTo>
                    <a:pt x="3850254" y="995631"/>
                  </a:lnTo>
                  <a:lnTo>
                    <a:pt x="3851326" y="996042"/>
                  </a:lnTo>
                  <a:lnTo>
                    <a:pt x="3852397" y="996454"/>
                  </a:lnTo>
                  <a:lnTo>
                    <a:pt x="3853469" y="996865"/>
                  </a:lnTo>
                  <a:lnTo>
                    <a:pt x="3854540" y="997275"/>
                  </a:lnTo>
                  <a:lnTo>
                    <a:pt x="3855612" y="997686"/>
                  </a:lnTo>
                  <a:lnTo>
                    <a:pt x="3856684" y="998096"/>
                  </a:lnTo>
                  <a:lnTo>
                    <a:pt x="3856684" y="1753485"/>
                  </a:lnTo>
                  <a:lnTo>
                    <a:pt x="3855612" y="1753024"/>
                  </a:lnTo>
                  <a:lnTo>
                    <a:pt x="3854540" y="1752563"/>
                  </a:lnTo>
                  <a:lnTo>
                    <a:pt x="3853469" y="1752101"/>
                  </a:lnTo>
                  <a:lnTo>
                    <a:pt x="3852397" y="1751639"/>
                  </a:lnTo>
                  <a:lnTo>
                    <a:pt x="3851326" y="1751176"/>
                  </a:lnTo>
                  <a:lnTo>
                    <a:pt x="3850254" y="1750713"/>
                  </a:lnTo>
                  <a:lnTo>
                    <a:pt x="3849182" y="1750249"/>
                  </a:lnTo>
                  <a:lnTo>
                    <a:pt x="3848111" y="1749786"/>
                  </a:lnTo>
                  <a:lnTo>
                    <a:pt x="3847039" y="1749321"/>
                  </a:lnTo>
                  <a:lnTo>
                    <a:pt x="3845968" y="1748856"/>
                  </a:lnTo>
                  <a:lnTo>
                    <a:pt x="3844896" y="1748391"/>
                  </a:lnTo>
                  <a:lnTo>
                    <a:pt x="3843824" y="1747925"/>
                  </a:lnTo>
                  <a:lnTo>
                    <a:pt x="3842753" y="1747459"/>
                  </a:lnTo>
                  <a:lnTo>
                    <a:pt x="3841681" y="1746993"/>
                  </a:lnTo>
                  <a:lnTo>
                    <a:pt x="3840610" y="1746526"/>
                  </a:lnTo>
                  <a:lnTo>
                    <a:pt x="3839538" y="1746059"/>
                  </a:lnTo>
                  <a:lnTo>
                    <a:pt x="3838466" y="1745591"/>
                  </a:lnTo>
                  <a:lnTo>
                    <a:pt x="3837395" y="1745123"/>
                  </a:lnTo>
                  <a:lnTo>
                    <a:pt x="3836323" y="1744654"/>
                  </a:lnTo>
                  <a:lnTo>
                    <a:pt x="3835252" y="1744185"/>
                  </a:lnTo>
                  <a:lnTo>
                    <a:pt x="3834180" y="1743716"/>
                  </a:lnTo>
                  <a:lnTo>
                    <a:pt x="3833108" y="1743246"/>
                  </a:lnTo>
                  <a:lnTo>
                    <a:pt x="3832037" y="1742776"/>
                  </a:lnTo>
                  <a:lnTo>
                    <a:pt x="3830965" y="1742305"/>
                  </a:lnTo>
                  <a:lnTo>
                    <a:pt x="3829894" y="1741834"/>
                  </a:lnTo>
                  <a:lnTo>
                    <a:pt x="3828822" y="1741362"/>
                  </a:lnTo>
                  <a:lnTo>
                    <a:pt x="3827750" y="1740890"/>
                  </a:lnTo>
                  <a:lnTo>
                    <a:pt x="3826679" y="1740418"/>
                  </a:lnTo>
                  <a:lnTo>
                    <a:pt x="3825607" y="1739945"/>
                  </a:lnTo>
                  <a:lnTo>
                    <a:pt x="3824536" y="1739472"/>
                  </a:lnTo>
                  <a:lnTo>
                    <a:pt x="3823464" y="1738998"/>
                  </a:lnTo>
                  <a:lnTo>
                    <a:pt x="3822392" y="1738524"/>
                  </a:lnTo>
                  <a:lnTo>
                    <a:pt x="3821321" y="1738050"/>
                  </a:lnTo>
                  <a:lnTo>
                    <a:pt x="3820249" y="1737575"/>
                  </a:lnTo>
                  <a:lnTo>
                    <a:pt x="3819178" y="1737100"/>
                  </a:lnTo>
                  <a:lnTo>
                    <a:pt x="3818106" y="1736624"/>
                  </a:lnTo>
                  <a:lnTo>
                    <a:pt x="3817034" y="1736148"/>
                  </a:lnTo>
                  <a:lnTo>
                    <a:pt x="3815963" y="1735671"/>
                  </a:lnTo>
                  <a:lnTo>
                    <a:pt x="3814891" y="1735194"/>
                  </a:lnTo>
                  <a:lnTo>
                    <a:pt x="3813820" y="1734717"/>
                  </a:lnTo>
                  <a:lnTo>
                    <a:pt x="3812748" y="1734239"/>
                  </a:lnTo>
                  <a:lnTo>
                    <a:pt x="3811676" y="1733760"/>
                  </a:lnTo>
                  <a:lnTo>
                    <a:pt x="3810605" y="1733282"/>
                  </a:lnTo>
                  <a:lnTo>
                    <a:pt x="3809533" y="1732802"/>
                  </a:lnTo>
                  <a:lnTo>
                    <a:pt x="3808462" y="1732323"/>
                  </a:lnTo>
                  <a:lnTo>
                    <a:pt x="3807390" y="1731843"/>
                  </a:lnTo>
                  <a:lnTo>
                    <a:pt x="3806318" y="1731362"/>
                  </a:lnTo>
                  <a:lnTo>
                    <a:pt x="3805247" y="1730882"/>
                  </a:lnTo>
                  <a:lnTo>
                    <a:pt x="3804175" y="1730400"/>
                  </a:lnTo>
                  <a:lnTo>
                    <a:pt x="3803104" y="1729919"/>
                  </a:lnTo>
                  <a:lnTo>
                    <a:pt x="3802032" y="1729436"/>
                  </a:lnTo>
                  <a:lnTo>
                    <a:pt x="3800960" y="1728954"/>
                  </a:lnTo>
                  <a:lnTo>
                    <a:pt x="3799889" y="1728471"/>
                  </a:lnTo>
                  <a:lnTo>
                    <a:pt x="3798817" y="1727987"/>
                  </a:lnTo>
                  <a:lnTo>
                    <a:pt x="3797746" y="1727504"/>
                  </a:lnTo>
                  <a:lnTo>
                    <a:pt x="3796674" y="1727019"/>
                  </a:lnTo>
                  <a:lnTo>
                    <a:pt x="3795602" y="1726535"/>
                  </a:lnTo>
                  <a:lnTo>
                    <a:pt x="3794531" y="1726050"/>
                  </a:lnTo>
                  <a:lnTo>
                    <a:pt x="3793459" y="1725564"/>
                  </a:lnTo>
                  <a:lnTo>
                    <a:pt x="3792388" y="1725078"/>
                  </a:lnTo>
                  <a:lnTo>
                    <a:pt x="3791316" y="1724592"/>
                  </a:lnTo>
                  <a:lnTo>
                    <a:pt x="3790244" y="1724105"/>
                  </a:lnTo>
                  <a:lnTo>
                    <a:pt x="3789173" y="1723618"/>
                  </a:lnTo>
                  <a:lnTo>
                    <a:pt x="3788101" y="1723130"/>
                  </a:lnTo>
                  <a:lnTo>
                    <a:pt x="3787030" y="1722642"/>
                  </a:lnTo>
                  <a:lnTo>
                    <a:pt x="3785958" y="1722153"/>
                  </a:lnTo>
                  <a:lnTo>
                    <a:pt x="3784886" y="1721664"/>
                  </a:lnTo>
                  <a:lnTo>
                    <a:pt x="3783815" y="1721175"/>
                  </a:lnTo>
                  <a:lnTo>
                    <a:pt x="3782743" y="1720685"/>
                  </a:lnTo>
                  <a:lnTo>
                    <a:pt x="3781672" y="1720195"/>
                  </a:lnTo>
                  <a:lnTo>
                    <a:pt x="3780600" y="1719704"/>
                  </a:lnTo>
                  <a:lnTo>
                    <a:pt x="3779528" y="1719213"/>
                  </a:lnTo>
                  <a:lnTo>
                    <a:pt x="3778457" y="1718721"/>
                  </a:lnTo>
                  <a:lnTo>
                    <a:pt x="3777385" y="1718229"/>
                  </a:lnTo>
                  <a:lnTo>
                    <a:pt x="3776314" y="1717737"/>
                  </a:lnTo>
                  <a:lnTo>
                    <a:pt x="3775242" y="1717244"/>
                  </a:lnTo>
                  <a:lnTo>
                    <a:pt x="3774170" y="1716751"/>
                  </a:lnTo>
                  <a:lnTo>
                    <a:pt x="3773099" y="1716257"/>
                  </a:lnTo>
                  <a:lnTo>
                    <a:pt x="3772027" y="1715763"/>
                  </a:lnTo>
                  <a:lnTo>
                    <a:pt x="3770956" y="1715269"/>
                  </a:lnTo>
                  <a:lnTo>
                    <a:pt x="3769884" y="1714774"/>
                  </a:lnTo>
                  <a:lnTo>
                    <a:pt x="3768812" y="1714278"/>
                  </a:lnTo>
                  <a:lnTo>
                    <a:pt x="3767741" y="1713782"/>
                  </a:lnTo>
                  <a:lnTo>
                    <a:pt x="3766669" y="1713286"/>
                  </a:lnTo>
                  <a:lnTo>
                    <a:pt x="3765598" y="1712789"/>
                  </a:lnTo>
                  <a:lnTo>
                    <a:pt x="3764526" y="1712292"/>
                  </a:lnTo>
                  <a:lnTo>
                    <a:pt x="3763454" y="1711795"/>
                  </a:lnTo>
                  <a:lnTo>
                    <a:pt x="3762383" y="1711297"/>
                  </a:lnTo>
                  <a:lnTo>
                    <a:pt x="3761311" y="1710798"/>
                  </a:lnTo>
                  <a:lnTo>
                    <a:pt x="3760240" y="1710299"/>
                  </a:lnTo>
                  <a:lnTo>
                    <a:pt x="3759168" y="1709800"/>
                  </a:lnTo>
                  <a:lnTo>
                    <a:pt x="3758096" y="1709300"/>
                  </a:lnTo>
                  <a:lnTo>
                    <a:pt x="3757025" y="1708800"/>
                  </a:lnTo>
                  <a:lnTo>
                    <a:pt x="3755953" y="1708300"/>
                  </a:lnTo>
                  <a:lnTo>
                    <a:pt x="3754882" y="1707799"/>
                  </a:lnTo>
                  <a:lnTo>
                    <a:pt x="3753810" y="1707297"/>
                  </a:lnTo>
                  <a:lnTo>
                    <a:pt x="3752738" y="1706795"/>
                  </a:lnTo>
                  <a:lnTo>
                    <a:pt x="3751667" y="1706293"/>
                  </a:lnTo>
                  <a:lnTo>
                    <a:pt x="3750595" y="1705790"/>
                  </a:lnTo>
                  <a:lnTo>
                    <a:pt x="3749524" y="1705287"/>
                  </a:lnTo>
                  <a:lnTo>
                    <a:pt x="3748452" y="1704784"/>
                  </a:lnTo>
                  <a:lnTo>
                    <a:pt x="3747380" y="1704280"/>
                  </a:lnTo>
                  <a:lnTo>
                    <a:pt x="3746309" y="1703775"/>
                  </a:lnTo>
                  <a:lnTo>
                    <a:pt x="3745237" y="1703270"/>
                  </a:lnTo>
                  <a:lnTo>
                    <a:pt x="3744166" y="1702765"/>
                  </a:lnTo>
                  <a:lnTo>
                    <a:pt x="3743094" y="1702259"/>
                  </a:lnTo>
                  <a:lnTo>
                    <a:pt x="3742022" y="1701753"/>
                  </a:lnTo>
                  <a:lnTo>
                    <a:pt x="3740951" y="1701246"/>
                  </a:lnTo>
                  <a:lnTo>
                    <a:pt x="3739879" y="1700739"/>
                  </a:lnTo>
                  <a:lnTo>
                    <a:pt x="3738808" y="1700232"/>
                  </a:lnTo>
                  <a:lnTo>
                    <a:pt x="3737736" y="1699724"/>
                  </a:lnTo>
                  <a:lnTo>
                    <a:pt x="3736664" y="1699215"/>
                  </a:lnTo>
                  <a:lnTo>
                    <a:pt x="3735593" y="1698707"/>
                  </a:lnTo>
                  <a:lnTo>
                    <a:pt x="3734521" y="1698197"/>
                  </a:lnTo>
                  <a:lnTo>
                    <a:pt x="3733450" y="1697688"/>
                  </a:lnTo>
                  <a:lnTo>
                    <a:pt x="3732378" y="1697178"/>
                  </a:lnTo>
                  <a:lnTo>
                    <a:pt x="3731306" y="1696667"/>
                  </a:lnTo>
                  <a:lnTo>
                    <a:pt x="3730235" y="1696156"/>
                  </a:lnTo>
                  <a:lnTo>
                    <a:pt x="3729163" y="1695645"/>
                  </a:lnTo>
                  <a:lnTo>
                    <a:pt x="3728092" y="1695133"/>
                  </a:lnTo>
                  <a:lnTo>
                    <a:pt x="3727020" y="1694621"/>
                  </a:lnTo>
                  <a:lnTo>
                    <a:pt x="3725949" y="1694108"/>
                  </a:lnTo>
                  <a:lnTo>
                    <a:pt x="3724877" y="1693595"/>
                  </a:lnTo>
                  <a:lnTo>
                    <a:pt x="3723805" y="1693081"/>
                  </a:lnTo>
                  <a:lnTo>
                    <a:pt x="3722734" y="1692567"/>
                  </a:lnTo>
                  <a:lnTo>
                    <a:pt x="3721662" y="1692053"/>
                  </a:lnTo>
                  <a:lnTo>
                    <a:pt x="3720591" y="1691538"/>
                  </a:lnTo>
                  <a:lnTo>
                    <a:pt x="3719519" y="1691023"/>
                  </a:lnTo>
                  <a:lnTo>
                    <a:pt x="3718447" y="1690507"/>
                  </a:lnTo>
                  <a:lnTo>
                    <a:pt x="3717376" y="1689991"/>
                  </a:lnTo>
                  <a:lnTo>
                    <a:pt x="3716304" y="1689474"/>
                  </a:lnTo>
                  <a:lnTo>
                    <a:pt x="3715233" y="1688957"/>
                  </a:lnTo>
                  <a:lnTo>
                    <a:pt x="3714161" y="1688440"/>
                  </a:lnTo>
                  <a:lnTo>
                    <a:pt x="3713089" y="1687922"/>
                  </a:lnTo>
                  <a:lnTo>
                    <a:pt x="3712018" y="1687404"/>
                  </a:lnTo>
                  <a:lnTo>
                    <a:pt x="3710946" y="1686885"/>
                  </a:lnTo>
                  <a:lnTo>
                    <a:pt x="3709875" y="1686366"/>
                  </a:lnTo>
                  <a:lnTo>
                    <a:pt x="3708803" y="1685846"/>
                  </a:lnTo>
                  <a:lnTo>
                    <a:pt x="3707731" y="1685326"/>
                  </a:lnTo>
                  <a:lnTo>
                    <a:pt x="3706660" y="1684805"/>
                  </a:lnTo>
                  <a:lnTo>
                    <a:pt x="3705588" y="1684284"/>
                  </a:lnTo>
                  <a:lnTo>
                    <a:pt x="3704517" y="1683763"/>
                  </a:lnTo>
                  <a:lnTo>
                    <a:pt x="3703445" y="1683241"/>
                  </a:lnTo>
                  <a:lnTo>
                    <a:pt x="3702373" y="1682719"/>
                  </a:lnTo>
                  <a:lnTo>
                    <a:pt x="3701302" y="1682196"/>
                  </a:lnTo>
                  <a:lnTo>
                    <a:pt x="3700230" y="1681673"/>
                  </a:lnTo>
                  <a:lnTo>
                    <a:pt x="3699159" y="1681150"/>
                  </a:lnTo>
                  <a:lnTo>
                    <a:pt x="3698087" y="1680626"/>
                  </a:lnTo>
                  <a:lnTo>
                    <a:pt x="3697015" y="1680101"/>
                  </a:lnTo>
                  <a:lnTo>
                    <a:pt x="3695944" y="1679576"/>
                  </a:lnTo>
                  <a:lnTo>
                    <a:pt x="3694872" y="1679051"/>
                  </a:lnTo>
                  <a:lnTo>
                    <a:pt x="3693801" y="1678525"/>
                  </a:lnTo>
                  <a:lnTo>
                    <a:pt x="3692729" y="1677999"/>
                  </a:lnTo>
                  <a:lnTo>
                    <a:pt x="3691657" y="1677473"/>
                  </a:lnTo>
                  <a:lnTo>
                    <a:pt x="3690586" y="1676945"/>
                  </a:lnTo>
                  <a:lnTo>
                    <a:pt x="3689514" y="1676418"/>
                  </a:lnTo>
                  <a:lnTo>
                    <a:pt x="3688443" y="1675890"/>
                  </a:lnTo>
                  <a:lnTo>
                    <a:pt x="3687371" y="1675362"/>
                  </a:lnTo>
                  <a:lnTo>
                    <a:pt x="3686299" y="1674833"/>
                  </a:lnTo>
                  <a:lnTo>
                    <a:pt x="3685228" y="1674304"/>
                  </a:lnTo>
                  <a:lnTo>
                    <a:pt x="3684156" y="1673774"/>
                  </a:lnTo>
                  <a:lnTo>
                    <a:pt x="3683085" y="1673244"/>
                  </a:lnTo>
                  <a:lnTo>
                    <a:pt x="3682013" y="1672713"/>
                  </a:lnTo>
                  <a:lnTo>
                    <a:pt x="3680941" y="1672182"/>
                  </a:lnTo>
                  <a:lnTo>
                    <a:pt x="3679870" y="1671651"/>
                  </a:lnTo>
                  <a:lnTo>
                    <a:pt x="3678798" y="1671119"/>
                  </a:lnTo>
                  <a:lnTo>
                    <a:pt x="3677727" y="1670587"/>
                  </a:lnTo>
                  <a:lnTo>
                    <a:pt x="3676655" y="1670054"/>
                  </a:lnTo>
                  <a:lnTo>
                    <a:pt x="3675583" y="1669521"/>
                  </a:lnTo>
                  <a:lnTo>
                    <a:pt x="3674512" y="1668988"/>
                  </a:lnTo>
                  <a:lnTo>
                    <a:pt x="3673440" y="1668454"/>
                  </a:lnTo>
                  <a:lnTo>
                    <a:pt x="3672369" y="1667919"/>
                  </a:lnTo>
                  <a:lnTo>
                    <a:pt x="3671297" y="1667384"/>
                  </a:lnTo>
                  <a:lnTo>
                    <a:pt x="3670225" y="1666849"/>
                  </a:lnTo>
                  <a:lnTo>
                    <a:pt x="3669154" y="1666313"/>
                  </a:lnTo>
                  <a:lnTo>
                    <a:pt x="3668082" y="1665777"/>
                  </a:lnTo>
                  <a:lnTo>
                    <a:pt x="3667011" y="1665240"/>
                  </a:lnTo>
                  <a:lnTo>
                    <a:pt x="3665939" y="1664703"/>
                  </a:lnTo>
                  <a:lnTo>
                    <a:pt x="3664867" y="1664166"/>
                  </a:lnTo>
                  <a:lnTo>
                    <a:pt x="3663796" y="1663628"/>
                  </a:lnTo>
                  <a:lnTo>
                    <a:pt x="3662724" y="1663089"/>
                  </a:lnTo>
                  <a:lnTo>
                    <a:pt x="3661653" y="1662551"/>
                  </a:lnTo>
                  <a:lnTo>
                    <a:pt x="3660581" y="1662011"/>
                  </a:lnTo>
                  <a:lnTo>
                    <a:pt x="3659509" y="1661472"/>
                  </a:lnTo>
                  <a:lnTo>
                    <a:pt x="3658438" y="1660932"/>
                  </a:lnTo>
                  <a:lnTo>
                    <a:pt x="3657366" y="1660391"/>
                  </a:lnTo>
                  <a:lnTo>
                    <a:pt x="3656295" y="1659850"/>
                  </a:lnTo>
                  <a:lnTo>
                    <a:pt x="3655223" y="1659309"/>
                  </a:lnTo>
                  <a:lnTo>
                    <a:pt x="3654151" y="1658767"/>
                  </a:lnTo>
                  <a:lnTo>
                    <a:pt x="3653080" y="1658224"/>
                  </a:lnTo>
                  <a:lnTo>
                    <a:pt x="3652008" y="1657682"/>
                  </a:lnTo>
                  <a:lnTo>
                    <a:pt x="3650937" y="1657139"/>
                  </a:lnTo>
                  <a:lnTo>
                    <a:pt x="3649865" y="1656595"/>
                  </a:lnTo>
                  <a:lnTo>
                    <a:pt x="3648793" y="1656051"/>
                  </a:lnTo>
                  <a:lnTo>
                    <a:pt x="3647722" y="1655506"/>
                  </a:lnTo>
                  <a:lnTo>
                    <a:pt x="3646650" y="1654962"/>
                  </a:lnTo>
                  <a:lnTo>
                    <a:pt x="3645579" y="1654416"/>
                  </a:lnTo>
                  <a:lnTo>
                    <a:pt x="3644507" y="1653870"/>
                  </a:lnTo>
                  <a:lnTo>
                    <a:pt x="3643435" y="1653324"/>
                  </a:lnTo>
                  <a:lnTo>
                    <a:pt x="3642364" y="1652778"/>
                  </a:lnTo>
                  <a:lnTo>
                    <a:pt x="3641292" y="1652230"/>
                  </a:lnTo>
                  <a:lnTo>
                    <a:pt x="3640221" y="1651683"/>
                  </a:lnTo>
                  <a:lnTo>
                    <a:pt x="3639149" y="1651135"/>
                  </a:lnTo>
                  <a:lnTo>
                    <a:pt x="3638077" y="1650587"/>
                  </a:lnTo>
                  <a:lnTo>
                    <a:pt x="3637006" y="1650038"/>
                  </a:lnTo>
                  <a:lnTo>
                    <a:pt x="3635934" y="1649488"/>
                  </a:lnTo>
                  <a:lnTo>
                    <a:pt x="3634863" y="1648939"/>
                  </a:lnTo>
                  <a:lnTo>
                    <a:pt x="3633791" y="1648389"/>
                  </a:lnTo>
                  <a:lnTo>
                    <a:pt x="3632719" y="1647838"/>
                  </a:lnTo>
                  <a:lnTo>
                    <a:pt x="3631648" y="1647287"/>
                  </a:lnTo>
                  <a:lnTo>
                    <a:pt x="3630576" y="1646736"/>
                  </a:lnTo>
                  <a:lnTo>
                    <a:pt x="3629505" y="1646184"/>
                  </a:lnTo>
                  <a:lnTo>
                    <a:pt x="3628433" y="1645631"/>
                  </a:lnTo>
                  <a:lnTo>
                    <a:pt x="3627361" y="1645079"/>
                  </a:lnTo>
                  <a:lnTo>
                    <a:pt x="3626290" y="1644526"/>
                  </a:lnTo>
                  <a:lnTo>
                    <a:pt x="3625218" y="1643972"/>
                  </a:lnTo>
                  <a:lnTo>
                    <a:pt x="3624147" y="1643418"/>
                  </a:lnTo>
                  <a:lnTo>
                    <a:pt x="3623075" y="1642863"/>
                  </a:lnTo>
                  <a:lnTo>
                    <a:pt x="3622003" y="1642308"/>
                  </a:lnTo>
                  <a:lnTo>
                    <a:pt x="3620932" y="1641753"/>
                  </a:lnTo>
                  <a:lnTo>
                    <a:pt x="3619860" y="1641197"/>
                  </a:lnTo>
                  <a:lnTo>
                    <a:pt x="3618789" y="1640641"/>
                  </a:lnTo>
                  <a:lnTo>
                    <a:pt x="3617717" y="1640084"/>
                  </a:lnTo>
                  <a:lnTo>
                    <a:pt x="3616645" y="1639527"/>
                  </a:lnTo>
                  <a:lnTo>
                    <a:pt x="3615574" y="1638970"/>
                  </a:lnTo>
                  <a:lnTo>
                    <a:pt x="3614502" y="1638412"/>
                  </a:lnTo>
                  <a:lnTo>
                    <a:pt x="3613431" y="1637853"/>
                  </a:lnTo>
                  <a:lnTo>
                    <a:pt x="3612359" y="1637295"/>
                  </a:lnTo>
                  <a:lnTo>
                    <a:pt x="3611287" y="1636735"/>
                  </a:lnTo>
                  <a:lnTo>
                    <a:pt x="3610216" y="1636176"/>
                  </a:lnTo>
                  <a:lnTo>
                    <a:pt x="3609144" y="1635616"/>
                  </a:lnTo>
                  <a:lnTo>
                    <a:pt x="3608073" y="1635055"/>
                  </a:lnTo>
                  <a:lnTo>
                    <a:pt x="3607001" y="1634494"/>
                  </a:lnTo>
                  <a:lnTo>
                    <a:pt x="3605929" y="1633933"/>
                  </a:lnTo>
                  <a:lnTo>
                    <a:pt x="3604858" y="1633371"/>
                  </a:lnTo>
                  <a:lnTo>
                    <a:pt x="3603786" y="1632808"/>
                  </a:lnTo>
                  <a:lnTo>
                    <a:pt x="3602715" y="1632246"/>
                  </a:lnTo>
                  <a:lnTo>
                    <a:pt x="3601643" y="1631683"/>
                  </a:lnTo>
                  <a:lnTo>
                    <a:pt x="3600571" y="1631119"/>
                  </a:lnTo>
                  <a:lnTo>
                    <a:pt x="3599500" y="1630555"/>
                  </a:lnTo>
                  <a:lnTo>
                    <a:pt x="3598428" y="1629990"/>
                  </a:lnTo>
                  <a:lnTo>
                    <a:pt x="3597357" y="1629426"/>
                  </a:lnTo>
                  <a:lnTo>
                    <a:pt x="3596285" y="1628860"/>
                  </a:lnTo>
                  <a:lnTo>
                    <a:pt x="3595213" y="1628295"/>
                  </a:lnTo>
                  <a:lnTo>
                    <a:pt x="3594142" y="1627728"/>
                  </a:lnTo>
                  <a:lnTo>
                    <a:pt x="3593070" y="1627162"/>
                  </a:lnTo>
                  <a:lnTo>
                    <a:pt x="3591999" y="1626595"/>
                  </a:lnTo>
                  <a:lnTo>
                    <a:pt x="3590927" y="1626027"/>
                  </a:lnTo>
                  <a:lnTo>
                    <a:pt x="3589855" y="1625459"/>
                  </a:lnTo>
                  <a:lnTo>
                    <a:pt x="3588784" y="1624891"/>
                  </a:lnTo>
                  <a:lnTo>
                    <a:pt x="3587712" y="1624322"/>
                  </a:lnTo>
                  <a:lnTo>
                    <a:pt x="3586641" y="1623753"/>
                  </a:lnTo>
                  <a:lnTo>
                    <a:pt x="3585569" y="1623183"/>
                  </a:lnTo>
                  <a:lnTo>
                    <a:pt x="3584497" y="1622613"/>
                  </a:lnTo>
                  <a:lnTo>
                    <a:pt x="3583426" y="1622043"/>
                  </a:lnTo>
                  <a:lnTo>
                    <a:pt x="3582354" y="1621472"/>
                  </a:lnTo>
                  <a:lnTo>
                    <a:pt x="3581283" y="1620900"/>
                  </a:lnTo>
                  <a:lnTo>
                    <a:pt x="3580211" y="1620329"/>
                  </a:lnTo>
                  <a:lnTo>
                    <a:pt x="3579139" y="1619756"/>
                  </a:lnTo>
                  <a:lnTo>
                    <a:pt x="3578068" y="1619184"/>
                  </a:lnTo>
                  <a:lnTo>
                    <a:pt x="3576996" y="1618611"/>
                  </a:lnTo>
                  <a:lnTo>
                    <a:pt x="3575925" y="1618037"/>
                  </a:lnTo>
                  <a:lnTo>
                    <a:pt x="3574853" y="1617463"/>
                  </a:lnTo>
                  <a:lnTo>
                    <a:pt x="3573781" y="1616889"/>
                  </a:lnTo>
                  <a:lnTo>
                    <a:pt x="3572710" y="1616314"/>
                  </a:lnTo>
                  <a:lnTo>
                    <a:pt x="3571638" y="1615739"/>
                  </a:lnTo>
                  <a:lnTo>
                    <a:pt x="3570567" y="1615163"/>
                  </a:lnTo>
                  <a:lnTo>
                    <a:pt x="3569495" y="1614587"/>
                  </a:lnTo>
                  <a:lnTo>
                    <a:pt x="3568423" y="1614010"/>
                  </a:lnTo>
                  <a:lnTo>
                    <a:pt x="3567352" y="1613434"/>
                  </a:lnTo>
                  <a:lnTo>
                    <a:pt x="3566280" y="1612856"/>
                  </a:lnTo>
                  <a:lnTo>
                    <a:pt x="3565209" y="1612278"/>
                  </a:lnTo>
                  <a:lnTo>
                    <a:pt x="3564137" y="1611700"/>
                  </a:lnTo>
                  <a:lnTo>
                    <a:pt x="3563065" y="1611121"/>
                  </a:lnTo>
                  <a:lnTo>
                    <a:pt x="3561994" y="1610542"/>
                  </a:lnTo>
                  <a:lnTo>
                    <a:pt x="3560922" y="1609963"/>
                  </a:lnTo>
                  <a:lnTo>
                    <a:pt x="3559851" y="1609383"/>
                  </a:lnTo>
                  <a:lnTo>
                    <a:pt x="3558779" y="1608802"/>
                  </a:lnTo>
                  <a:lnTo>
                    <a:pt x="3557707" y="1608222"/>
                  </a:lnTo>
                  <a:lnTo>
                    <a:pt x="3556636" y="1607640"/>
                  </a:lnTo>
                  <a:lnTo>
                    <a:pt x="3555564" y="1607059"/>
                  </a:lnTo>
                  <a:lnTo>
                    <a:pt x="3554493" y="1606477"/>
                  </a:lnTo>
                  <a:lnTo>
                    <a:pt x="3553421" y="1605894"/>
                  </a:lnTo>
                  <a:lnTo>
                    <a:pt x="3552349" y="1605311"/>
                  </a:lnTo>
                  <a:lnTo>
                    <a:pt x="3551278" y="1604728"/>
                  </a:lnTo>
                  <a:lnTo>
                    <a:pt x="3550206" y="1604144"/>
                  </a:lnTo>
                  <a:lnTo>
                    <a:pt x="3549135" y="1603560"/>
                  </a:lnTo>
                  <a:lnTo>
                    <a:pt x="3548063" y="1602975"/>
                  </a:lnTo>
                  <a:lnTo>
                    <a:pt x="3546992" y="1602390"/>
                  </a:lnTo>
                  <a:lnTo>
                    <a:pt x="3545920" y="1601805"/>
                  </a:lnTo>
                  <a:lnTo>
                    <a:pt x="3544848" y="1601219"/>
                  </a:lnTo>
                  <a:lnTo>
                    <a:pt x="3543777" y="1600632"/>
                  </a:lnTo>
                  <a:lnTo>
                    <a:pt x="3542705" y="1600046"/>
                  </a:lnTo>
                  <a:lnTo>
                    <a:pt x="3541634" y="1599458"/>
                  </a:lnTo>
                  <a:lnTo>
                    <a:pt x="3540562" y="1598871"/>
                  </a:lnTo>
                  <a:lnTo>
                    <a:pt x="3539490" y="1598283"/>
                  </a:lnTo>
                  <a:lnTo>
                    <a:pt x="3538419" y="1597694"/>
                  </a:lnTo>
                  <a:lnTo>
                    <a:pt x="3537347" y="1597105"/>
                  </a:lnTo>
                  <a:lnTo>
                    <a:pt x="3536276" y="1596516"/>
                  </a:lnTo>
                  <a:lnTo>
                    <a:pt x="3535204" y="1595926"/>
                  </a:lnTo>
                  <a:lnTo>
                    <a:pt x="3534132" y="1595336"/>
                  </a:lnTo>
                  <a:lnTo>
                    <a:pt x="3533061" y="1594746"/>
                  </a:lnTo>
                  <a:lnTo>
                    <a:pt x="3531989" y="1594155"/>
                  </a:lnTo>
                  <a:lnTo>
                    <a:pt x="3530918" y="1593563"/>
                  </a:lnTo>
                  <a:lnTo>
                    <a:pt x="3529846" y="1592971"/>
                  </a:lnTo>
                  <a:lnTo>
                    <a:pt x="3528774" y="1592379"/>
                  </a:lnTo>
                  <a:lnTo>
                    <a:pt x="3527703" y="1591786"/>
                  </a:lnTo>
                  <a:lnTo>
                    <a:pt x="3526631" y="1591193"/>
                  </a:lnTo>
                  <a:lnTo>
                    <a:pt x="3525560" y="1590600"/>
                  </a:lnTo>
                  <a:lnTo>
                    <a:pt x="3524488" y="1590006"/>
                  </a:lnTo>
                  <a:lnTo>
                    <a:pt x="3523416" y="1589412"/>
                  </a:lnTo>
                  <a:lnTo>
                    <a:pt x="3522345" y="1588817"/>
                  </a:lnTo>
                  <a:lnTo>
                    <a:pt x="3521273" y="1588222"/>
                  </a:lnTo>
                  <a:lnTo>
                    <a:pt x="3520202" y="1587626"/>
                  </a:lnTo>
                  <a:lnTo>
                    <a:pt x="3519130" y="1587030"/>
                  </a:lnTo>
                  <a:lnTo>
                    <a:pt x="3518058" y="1586433"/>
                  </a:lnTo>
                  <a:lnTo>
                    <a:pt x="3516987" y="1585837"/>
                  </a:lnTo>
                  <a:lnTo>
                    <a:pt x="3515915" y="1585239"/>
                  </a:lnTo>
                  <a:lnTo>
                    <a:pt x="3514844" y="1584641"/>
                  </a:lnTo>
                  <a:lnTo>
                    <a:pt x="3513772" y="1584043"/>
                  </a:lnTo>
                  <a:lnTo>
                    <a:pt x="3512700" y="1583445"/>
                  </a:lnTo>
                  <a:lnTo>
                    <a:pt x="3511629" y="1582846"/>
                  </a:lnTo>
                  <a:lnTo>
                    <a:pt x="3510557" y="1582246"/>
                  </a:lnTo>
                  <a:lnTo>
                    <a:pt x="3509486" y="1581647"/>
                  </a:lnTo>
                  <a:lnTo>
                    <a:pt x="3508414" y="1581046"/>
                  </a:lnTo>
                  <a:lnTo>
                    <a:pt x="3507342" y="1580446"/>
                  </a:lnTo>
                  <a:lnTo>
                    <a:pt x="3506271" y="1579845"/>
                  </a:lnTo>
                  <a:lnTo>
                    <a:pt x="3505199" y="1579243"/>
                  </a:lnTo>
                  <a:lnTo>
                    <a:pt x="3504128" y="1578641"/>
                  </a:lnTo>
                  <a:lnTo>
                    <a:pt x="3503056" y="1578039"/>
                  </a:lnTo>
                  <a:lnTo>
                    <a:pt x="3501984" y="1577436"/>
                  </a:lnTo>
                  <a:lnTo>
                    <a:pt x="3500913" y="1576833"/>
                  </a:lnTo>
                  <a:lnTo>
                    <a:pt x="3499841" y="1576230"/>
                  </a:lnTo>
                  <a:lnTo>
                    <a:pt x="3498770" y="1575626"/>
                  </a:lnTo>
                  <a:lnTo>
                    <a:pt x="3497698" y="1575021"/>
                  </a:lnTo>
                  <a:lnTo>
                    <a:pt x="3496626" y="1574416"/>
                  </a:lnTo>
                  <a:lnTo>
                    <a:pt x="3495555" y="1573811"/>
                  </a:lnTo>
                  <a:lnTo>
                    <a:pt x="3494483" y="1573206"/>
                  </a:lnTo>
                  <a:lnTo>
                    <a:pt x="3493412" y="1572600"/>
                  </a:lnTo>
                  <a:lnTo>
                    <a:pt x="3492340" y="1571993"/>
                  </a:lnTo>
                  <a:lnTo>
                    <a:pt x="3491268" y="1571386"/>
                  </a:lnTo>
                  <a:lnTo>
                    <a:pt x="3490197" y="1570779"/>
                  </a:lnTo>
                  <a:lnTo>
                    <a:pt x="3489125" y="1570171"/>
                  </a:lnTo>
                  <a:lnTo>
                    <a:pt x="3488054" y="1569563"/>
                  </a:lnTo>
                  <a:lnTo>
                    <a:pt x="3486982" y="1568955"/>
                  </a:lnTo>
                  <a:lnTo>
                    <a:pt x="3485910" y="1568346"/>
                  </a:lnTo>
                  <a:lnTo>
                    <a:pt x="3484839" y="1567737"/>
                  </a:lnTo>
                  <a:lnTo>
                    <a:pt x="3483767" y="1567127"/>
                  </a:lnTo>
                  <a:lnTo>
                    <a:pt x="3482696" y="1566517"/>
                  </a:lnTo>
                  <a:lnTo>
                    <a:pt x="3481624" y="1565906"/>
                  </a:lnTo>
                  <a:lnTo>
                    <a:pt x="3480552" y="1565295"/>
                  </a:lnTo>
                  <a:lnTo>
                    <a:pt x="3479481" y="1564684"/>
                  </a:lnTo>
                  <a:lnTo>
                    <a:pt x="3478409" y="1564072"/>
                  </a:lnTo>
                  <a:lnTo>
                    <a:pt x="3477338" y="1563460"/>
                  </a:lnTo>
                  <a:lnTo>
                    <a:pt x="3476266" y="1562847"/>
                  </a:lnTo>
                  <a:lnTo>
                    <a:pt x="3475194" y="1562234"/>
                  </a:lnTo>
                  <a:lnTo>
                    <a:pt x="3474123" y="1561621"/>
                  </a:lnTo>
                  <a:lnTo>
                    <a:pt x="3473051" y="1561007"/>
                  </a:lnTo>
                  <a:lnTo>
                    <a:pt x="3471980" y="1560393"/>
                  </a:lnTo>
                  <a:lnTo>
                    <a:pt x="3470908" y="1559778"/>
                  </a:lnTo>
                  <a:lnTo>
                    <a:pt x="3469836" y="1559163"/>
                  </a:lnTo>
                  <a:lnTo>
                    <a:pt x="3468765" y="1558548"/>
                  </a:lnTo>
                  <a:lnTo>
                    <a:pt x="3467693" y="1557932"/>
                  </a:lnTo>
                  <a:lnTo>
                    <a:pt x="3466622" y="1557316"/>
                  </a:lnTo>
                  <a:lnTo>
                    <a:pt x="3465550" y="1556699"/>
                  </a:lnTo>
                  <a:lnTo>
                    <a:pt x="3464478" y="1556082"/>
                  </a:lnTo>
                  <a:lnTo>
                    <a:pt x="3463407" y="1555465"/>
                  </a:lnTo>
                  <a:lnTo>
                    <a:pt x="3462335" y="1554847"/>
                  </a:lnTo>
                  <a:lnTo>
                    <a:pt x="3461264" y="1554229"/>
                  </a:lnTo>
                  <a:lnTo>
                    <a:pt x="3460192" y="1553610"/>
                  </a:lnTo>
                  <a:lnTo>
                    <a:pt x="3459120" y="1552991"/>
                  </a:lnTo>
                  <a:lnTo>
                    <a:pt x="3458049" y="1552371"/>
                  </a:lnTo>
                  <a:lnTo>
                    <a:pt x="3456977" y="1551752"/>
                  </a:lnTo>
                  <a:lnTo>
                    <a:pt x="3455906" y="1551131"/>
                  </a:lnTo>
                  <a:lnTo>
                    <a:pt x="3454834" y="1550511"/>
                  </a:lnTo>
                  <a:lnTo>
                    <a:pt x="3453762" y="1549890"/>
                  </a:lnTo>
                  <a:lnTo>
                    <a:pt x="3452691" y="1549268"/>
                  </a:lnTo>
                  <a:lnTo>
                    <a:pt x="3451619" y="1548646"/>
                  </a:lnTo>
                  <a:lnTo>
                    <a:pt x="3450548" y="1548024"/>
                  </a:lnTo>
                  <a:lnTo>
                    <a:pt x="3449476" y="1547402"/>
                  </a:lnTo>
                  <a:lnTo>
                    <a:pt x="3448404" y="1546779"/>
                  </a:lnTo>
                  <a:lnTo>
                    <a:pt x="3447333" y="1546155"/>
                  </a:lnTo>
                  <a:lnTo>
                    <a:pt x="3446261" y="1545531"/>
                  </a:lnTo>
                  <a:lnTo>
                    <a:pt x="3445190" y="1544907"/>
                  </a:lnTo>
                  <a:lnTo>
                    <a:pt x="3444118" y="1544282"/>
                  </a:lnTo>
                  <a:lnTo>
                    <a:pt x="3443046" y="1543657"/>
                  </a:lnTo>
                  <a:lnTo>
                    <a:pt x="3441975" y="1543032"/>
                  </a:lnTo>
                  <a:lnTo>
                    <a:pt x="3440903" y="1542406"/>
                  </a:lnTo>
                  <a:lnTo>
                    <a:pt x="3439832" y="1541780"/>
                  </a:lnTo>
                  <a:lnTo>
                    <a:pt x="3438760" y="1541153"/>
                  </a:lnTo>
                  <a:lnTo>
                    <a:pt x="3437688" y="1540526"/>
                  </a:lnTo>
                  <a:lnTo>
                    <a:pt x="3436617" y="1539899"/>
                  </a:lnTo>
                  <a:lnTo>
                    <a:pt x="3435545" y="1539271"/>
                  </a:lnTo>
                  <a:lnTo>
                    <a:pt x="3434474" y="1538643"/>
                  </a:lnTo>
                  <a:lnTo>
                    <a:pt x="3433402" y="1538015"/>
                  </a:lnTo>
                  <a:lnTo>
                    <a:pt x="3432330" y="1537386"/>
                  </a:lnTo>
                  <a:lnTo>
                    <a:pt x="3431259" y="1536756"/>
                  </a:lnTo>
                  <a:lnTo>
                    <a:pt x="3430187" y="1536127"/>
                  </a:lnTo>
                  <a:lnTo>
                    <a:pt x="3429116" y="1535497"/>
                  </a:lnTo>
                  <a:lnTo>
                    <a:pt x="3428044" y="1534866"/>
                  </a:lnTo>
                  <a:lnTo>
                    <a:pt x="3426972" y="1534235"/>
                  </a:lnTo>
                  <a:lnTo>
                    <a:pt x="3425901" y="1533604"/>
                  </a:lnTo>
                  <a:lnTo>
                    <a:pt x="3424829" y="1532972"/>
                  </a:lnTo>
                  <a:lnTo>
                    <a:pt x="3423758" y="1532340"/>
                  </a:lnTo>
                  <a:lnTo>
                    <a:pt x="3422686" y="1531708"/>
                  </a:lnTo>
                  <a:lnTo>
                    <a:pt x="3421614" y="1531075"/>
                  </a:lnTo>
                  <a:lnTo>
                    <a:pt x="3420543" y="1530442"/>
                  </a:lnTo>
                  <a:lnTo>
                    <a:pt x="3419471" y="1529808"/>
                  </a:lnTo>
                  <a:lnTo>
                    <a:pt x="3418400" y="1529174"/>
                  </a:lnTo>
                  <a:lnTo>
                    <a:pt x="3417328" y="1528540"/>
                  </a:lnTo>
                  <a:lnTo>
                    <a:pt x="3416256" y="1527905"/>
                  </a:lnTo>
                  <a:lnTo>
                    <a:pt x="3415185" y="1527270"/>
                  </a:lnTo>
                  <a:lnTo>
                    <a:pt x="3414113" y="1526635"/>
                  </a:lnTo>
                  <a:lnTo>
                    <a:pt x="3413042" y="1525999"/>
                  </a:lnTo>
                  <a:lnTo>
                    <a:pt x="3411970" y="1525362"/>
                  </a:lnTo>
                  <a:lnTo>
                    <a:pt x="3410898" y="1524726"/>
                  </a:lnTo>
                  <a:lnTo>
                    <a:pt x="3409827" y="1524089"/>
                  </a:lnTo>
                  <a:lnTo>
                    <a:pt x="3408755" y="1523451"/>
                  </a:lnTo>
                  <a:lnTo>
                    <a:pt x="3407684" y="1522814"/>
                  </a:lnTo>
                  <a:lnTo>
                    <a:pt x="3406612" y="1522175"/>
                  </a:lnTo>
                  <a:lnTo>
                    <a:pt x="3405540" y="1521537"/>
                  </a:lnTo>
                  <a:lnTo>
                    <a:pt x="3404469" y="1520898"/>
                  </a:lnTo>
                  <a:lnTo>
                    <a:pt x="3403397" y="1520259"/>
                  </a:lnTo>
                  <a:lnTo>
                    <a:pt x="3402326" y="1519619"/>
                  </a:lnTo>
                  <a:lnTo>
                    <a:pt x="3401254" y="1518979"/>
                  </a:lnTo>
                  <a:lnTo>
                    <a:pt x="3400182" y="1518339"/>
                  </a:lnTo>
                  <a:lnTo>
                    <a:pt x="3399111" y="1517698"/>
                  </a:lnTo>
                  <a:lnTo>
                    <a:pt x="3398039" y="1517057"/>
                  </a:lnTo>
                  <a:lnTo>
                    <a:pt x="3396968" y="1516415"/>
                  </a:lnTo>
                  <a:lnTo>
                    <a:pt x="3395896" y="1515773"/>
                  </a:lnTo>
                  <a:lnTo>
                    <a:pt x="3394824" y="1515131"/>
                  </a:lnTo>
                  <a:lnTo>
                    <a:pt x="3393753" y="1514488"/>
                  </a:lnTo>
                  <a:lnTo>
                    <a:pt x="3392681" y="1513845"/>
                  </a:lnTo>
                  <a:lnTo>
                    <a:pt x="3391610" y="1513202"/>
                  </a:lnTo>
                  <a:lnTo>
                    <a:pt x="3390538" y="1512558"/>
                  </a:lnTo>
                  <a:lnTo>
                    <a:pt x="3389466" y="1511914"/>
                  </a:lnTo>
                  <a:lnTo>
                    <a:pt x="3388395" y="1511270"/>
                  </a:lnTo>
                  <a:lnTo>
                    <a:pt x="3387323" y="1510625"/>
                  </a:lnTo>
                  <a:lnTo>
                    <a:pt x="3386252" y="1509979"/>
                  </a:lnTo>
                  <a:lnTo>
                    <a:pt x="3385180" y="1509334"/>
                  </a:lnTo>
                  <a:lnTo>
                    <a:pt x="3384108" y="1508688"/>
                  </a:lnTo>
                  <a:lnTo>
                    <a:pt x="3383037" y="1508042"/>
                  </a:lnTo>
                  <a:lnTo>
                    <a:pt x="3381965" y="1507395"/>
                  </a:lnTo>
                  <a:lnTo>
                    <a:pt x="3380894" y="1506748"/>
                  </a:lnTo>
                  <a:lnTo>
                    <a:pt x="3379822" y="1506100"/>
                  </a:lnTo>
                  <a:lnTo>
                    <a:pt x="3378750" y="1505453"/>
                  </a:lnTo>
                  <a:lnTo>
                    <a:pt x="3377679" y="1504804"/>
                  </a:lnTo>
                  <a:lnTo>
                    <a:pt x="3376607" y="1504156"/>
                  </a:lnTo>
                  <a:lnTo>
                    <a:pt x="3375536" y="1503507"/>
                  </a:lnTo>
                  <a:lnTo>
                    <a:pt x="3374464" y="1502858"/>
                  </a:lnTo>
                  <a:lnTo>
                    <a:pt x="3373392" y="1502208"/>
                  </a:lnTo>
                  <a:lnTo>
                    <a:pt x="3372321" y="1501558"/>
                  </a:lnTo>
                  <a:lnTo>
                    <a:pt x="3371249" y="1500908"/>
                  </a:lnTo>
                  <a:lnTo>
                    <a:pt x="3370178" y="1500257"/>
                  </a:lnTo>
                  <a:lnTo>
                    <a:pt x="3369106" y="1499606"/>
                  </a:lnTo>
                  <a:lnTo>
                    <a:pt x="3368035" y="1498955"/>
                  </a:lnTo>
                  <a:lnTo>
                    <a:pt x="3366963" y="1498303"/>
                  </a:lnTo>
                  <a:lnTo>
                    <a:pt x="3365891" y="1497651"/>
                  </a:lnTo>
                  <a:lnTo>
                    <a:pt x="3364820" y="1496999"/>
                  </a:lnTo>
                  <a:lnTo>
                    <a:pt x="3363748" y="1496346"/>
                  </a:lnTo>
                  <a:lnTo>
                    <a:pt x="3362677" y="1495693"/>
                  </a:lnTo>
                  <a:lnTo>
                    <a:pt x="3361605" y="1495039"/>
                  </a:lnTo>
                  <a:lnTo>
                    <a:pt x="3360533" y="1494385"/>
                  </a:lnTo>
                  <a:lnTo>
                    <a:pt x="3359462" y="1493731"/>
                  </a:lnTo>
                  <a:lnTo>
                    <a:pt x="3358390" y="1493077"/>
                  </a:lnTo>
                  <a:lnTo>
                    <a:pt x="3357319" y="1492422"/>
                  </a:lnTo>
                  <a:lnTo>
                    <a:pt x="3356247" y="1491766"/>
                  </a:lnTo>
                  <a:lnTo>
                    <a:pt x="3355175" y="1491111"/>
                  </a:lnTo>
                  <a:lnTo>
                    <a:pt x="3354104" y="1490455"/>
                  </a:lnTo>
                  <a:lnTo>
                    <a:pt x="3353032" y="1489798"/>
                  </a:lnTo>
                  <a:lnTo>
                    <a:pt x="3351961" y="1489142"/>
                  </a:lnTo>
                  <a:lnTo>
                    <a:pt x="3350889" y="1488485"/>
                  </a:lnTo>
                  <a:lnTo>
                    <a:pt x="3349817" y="1487827"/>
                  </a:lnTo>
                  <a:lnTo>
                    <a:pt x="3348746" y="1487170"/>
                  </a:lnTo>
                  <a:lnTo>
                    <a:pt x="3347674" y="1486512"/>
                  </a:lnTo>
                  <a:lnTo>
                    <a:pt x="3346603" y="1485853"/>
                  </a:lnTo>
                  <a:lnTo>
                    <a:pt x="3345531" y="1485195"/>
                  </a:lnTo>
                  <a:lnTo>
                    <a:pt x="3344459" y="1484536"/>
                  </a:lnTo>
                  <a:lnTo>
                    <a:pt x="3343388" y="1483876"/>
                  </a:lnTo>
                  <a:lnTo>
                    <a:pt x="3342316" y="1483216"/>
                  </a:lnTo>
                  <a:lnTo>
                    <a:pt x="3341245" y="1482556"/>
                  </a:lnTo>
                  <a:lnTo>
                    <a:pt x="3340173" y="1481896"/>
                  </a:lnTo>
                  <a:lnTo>
                    <a:pt x="3339101" y="1481235"/>
                  </a:lnTo>
                  <a:lnTo>
                    <a:pt x="3338030" y="1480574"/>
                  </a:lnTo>
                  <a:lnTo>
                    <a:pt x="3336958" y="1479913"/>
                  </a:lnTo>
                  <a:lnTo>
                    <a:pt x="3335887" y="1479251"/>
                  </a:lnTo>
                  <a:lnTo>
                    <a:pt x="3334815" y="1478589"/>
                  </a:lnTo>
                  <a:lnTo>
                    <a:pt x="3333743" y="1477926"/>
                  </a:lnTo>
                  <a:lnTo>
                    <a:pt x="3332672" y="1477263"/>
                  </a:lnTo>
                  <a:lnTo>
                    <a:pt x="3331600" y="1476600"/>
                  </a:lnTo>
                  <a:lnTo>
                    <a:pt x="3330529" y="1475937"/>
                  </a:lnTo>
                  <a:lnTo>
                    <a:pt x="3329457" y="1475273"/>
                  </a:lnTo>
                  <a:lnTo>
                    <a:pt x="3328385" y="1474609"/>
                  </a:lnTo>
                  <a:lnTo>
                    <a:pt x="3327314" y="1473944"/>
                  </a:lnTo>
                  <a:lnTo>
                    <a:pt x="3326242" y="1473280"/>
                  </a:lnTo>
                  <a:lnTo>
                    <a:pt x="3325171" y="1472615"/>
                  </a:lnTo>
                  <a:lnTo>
                    <a:pt x="3324099" y="1471949"/>
                  </a:lnTo>
                  <a:lnTo>
                    <a:pt x="3323027" y="1471283"/>
                  </a:lnTo>
                  <a:lnTo>
                    <a:pt x="3321956" y="1470617"/>
                  </a:lnTo>
                  <a:lnTo>
                    <a:pt x="3320884" y="1469951"/>
                  </a:lnTo>
                  <a:lnTo>
                    <a:pt x="3319813" y="1469284"/>
                  </a:lnTo>
                  <a:lnTo>
                    <a:pt x="3318741" y="1468617"/>
                  </a:lnTo>
                  <a:lnTo>
                    <a:pt x="3317669" y="1467950"/>
                  </a:lnTo>
                  <a:lnTo>
                    <a:pt x="3316598" y="1467282"/>
                  </a:lnTo>
                  <a:lnTo>
                    <a:pt x="3315526" y="1466614"/>
                  </a:lnTo>
                  <a:lnTo>
                    <a:pt x="3314455" y="1465946"/>
                  </a:lnTo>
                  <a:lnTo>
                    <a:pt x="3313383" y="1465277"/>
                  </a:lnTo>
                  <a:lnTo>
                    <a:pt x="3312311" y="1464608"/>
                  </a:lnTo>
                  <a:lnTo>
                    <a:pt x="3311240" y="1463939"/>
                  </a:lnTo>
                  <a:lnTo>
                    <a:pt x="3310168" y="1463269"/>
                  </a:lnTo>
                  <a:lnTo>
                    <a:pt x="3309097" y="1462599"/>
                  </a:lnTo>
                  <a:lnTo>
                    <a:pt x="3308025" y="1461929"/>
                  </a:lnTo>
                  <a:lnTo>
                    <a:pt x="3306953" y="1461258"/>
                  </a:lnTo>
                  <a:lnTo>
                    <a:pt x="3305882" y="1460587"/>
                  </a:lnTo>
                  <a:lnTo>
                    <a:pt x="3304810" y="1459916"/>
                  </a:lnTo>
                  <a:lnTo>
                    <a:pt x="3303739" y="1459245"/>
                  </a:lnTo>
                  <a:lnTo>
                    <a:pt x="3302667" y="1458573"/>
                  </a:lnTo>
                  <a:lnTo>
                    <a:pt x="3301595" y="1457901"/>
                  </a:lnTo>
                  <a:lnTo>
                    <a:pt x="3300524" y="1457228"/>
                  </a:lnTo>
                  <a:lnTo>
                    <a:pt x="3299452" y="1456556"/>
                  </a:lnTo>
                  <a:lnTo>
                    <a:pt x="3298381" y="1455883"/>
                  </a:lnTo>
                  <a:lnTo>
                    <a:pt x="3297309" y="1455209"/>
                  </a:lnTo>
                  <a:lnTo>
                    <a:pt x="3296237" y="1454535"/>
                  </a:lnTo>
                  <a:lnTo>
                    <a:pt x="3295166" y="1453861"/>
                  </a:lnTo>
                  <a:lnTo>
                    <a:pt x="3294094" y="1453187"/>
                  </a:lnTo>
                  <a:lnTo>
                    <a:pt x="3293023" y="1452513"/>
                  </a:lnTo>
                  <a:lnTo>
                    <a:pt x="3291951" y="1451838"/>
                  </a:lnTo>
                  <a:lnTo>
                    <a:pt x="3290879" y="1451162"/>
                  </a:lnTo>
                  <a:lnTo>
                    <a:pt x="3289808" y="1450487"/>
                  </a:lnTo>
                  <a:lnTo>
                    <a:pt x="3288736" y="1449811"/>
                  </a:lnTo>
                  <a:lnTo>
                    <a:pt x="3287665" y="1449135"/>
                  </a:lnTo>
                  <a:lnTo>
                    <a:pt x="3286593" y="1448459"/>
                  </a:lnTo>
                  <a:lnTo>
                    <a:pt x="3285521" y="1447782"/>
                  </a:lnTo>
                  <a:lnTo>
                    <a:pt x="3284450" y="1447105"/>
                  </a:lnTo>
                  <a:lnTo>
                    <a:pt x="3283378" y="1446428"/>
                  </a:lnTo>
                  <a:lnTo>
                    <a:pt x="3282307" y="1445750"/>
                  </a:lnTo>
                  <a:lnTo>
                    <a:pt x="3281235" y="1445072"/>
                  </a:lnTo>
                  <a:lnTo>
                    <a:pt x="3280163" y="1444394"/>
                  </a:lnTo>
                  <a:lnTo>
                    <a:pt x="3279092" y="1443716"/>
                  </a:lnTo>
                  <a:lnTo>
                    <a:pt x="3278020" y="1443037"/>
                  </a:lnTo>
                  <a:lnTo>
                    <a:pt x="3276949" y="1442358"/>
                  </a:lnTo>
                  <a:lnTo>
                    <a:pt x="3275877" y="1441678"/>
                  </a:lnTo>
                  <a:lnTo>
                    <a:pt x="3274805" y="1440999"/>
                  </a:lnTo>
                  <a:lnTo>
                    <a:pt x="3273734" y="1440319"/>
                  </a:lnTo>
                  <a:lnTo>
                    <a:pt x="3272662" y="1439639"/>
                  </a:lnTo>
                  <a:lnTo>
                    <a:pt x="3271591" y="1438958"/>
                  </a:lnTo>
                  <a:lnTo>
                    <a:pt x="3270519" y="1438277"/>
                  </a:lnTo>
                  <a:lnTo>
                    <a:pt x="3269447" y="1437596"/>
                  </a:lnTo>
                  <a:lnTo>
                    <a:pt x="3268376" y="1436915"/>
                  </a:lnTo>
                  <a:lnTo>
                    <a:pt x="3267304" y="1436233"/>
                  </a:lnTo>
                  <a:lnTo>
                    <a:pt x="3266233" y="1435551"/>
                  </a:lnTo>
                  <a:lnTo>
                    <a:pt x="3265161" y="1434869"/>
                  </a:lnTo>
                  <a:lnTo>
                    <a:pt x="3264089" y="1434187"/>
                  </a:lnTo>
                  <a:lnTo>
                    <a:pt x="3263018" y="1433504"/>
                  </a:lnTo>
                  <a:lnTo>
                    <a:pt x="3261946" y="1432821"/>
                  </a:lnTo>
                  <a:lnTo>
                    <a:pt x="3260875" y="1432138"/>
                  </a:lnTo>
                  <a:lnTo>
                    <a:pt x="3259803" y="1431454"/>
                  </a:lnTo>
                  <a:lnTo>
                    <a:pt x="3258731" y="1430770"/>
                  </a:lnTo>
                  <a:lnTo>
                    <a:pt x="3257660" y="1430086"/>
                  </a:lnTo>
                  <a:lnTo>
                    <a:pt x="3256588" y="1429402"/>
                  </a:lnTo>
                  <a:lnTo>
                    <a:pt x="3255517" y="1428717"/>
                  </a:lnTo>
                  <a:lnTo>
                    <a:pt x="3254445" y="1428032"/>
                  </a:lnTo>
                  <a:lnTo>
                    <a:pt x="3253373" y="1427347"/>
                  </a:lnTo>
                  <a:lnTo>
                    <a:pt x="3252302" y="1426661"/>
                  </a:lnTo>
                  <a:lnTo>
                    <a:pt x="3251230" y="1425976"/>
                  </a:lnTo>
                  <a:lnTo>
                    <a:pt x="3250159" y="1425289"/>
                  </a:lnTo>
                  <a:lnTo>
                    <a:pt x="3249087" y="1424603"/>
                  </a:lnTo>
                  <a:lnTo>
                    <a:pt x="3248015" y="1423917"/>
                  </a:lnTo>
                  <a:lnTo>
                    <a:pt x="3246944" y="1423230"/>
                  </a:lnTo>
                  <a:lnTo>
                    <a:pt x="3245872" y="1422543"/>
                  </a:lnTo>
                  <a:lnTo>
                    <a:pt x="3244801" y="1421855"/>
                  </a:lnTo>
                  <a:lnTo>
                    <a:pt x="3243729" y="1421168"/>
                  </a:lnTo>
                  <a:lnTo>
                    <a:pt x="3242657" y="1420480"/>
                  </a:lnTo>
                  <a:lnTo>
                    <a:pt x="3241586" y="1419792"/>
                  </a:lnTo>
                  <a:lnTo>
                    <a:pt x="3240514" y="1419103"/>
                  </a:lnTo>
                  <a:lnTo>
                    <a:pt x="3239443" y="1418415"/>
                  </a:lnTo>
                  <a:lnTo>
                    <a:pt x="3238371" y="1417726"/>
                  </a:lnTo>
                  <a:lnTo>
                    <a:pt x="3237299" y="1417037"/>
                  </a:lnTo>
                  <a:lnTo>
                    <a:pt x="3236228" y="1416347"/>
                  </a:lnTo>
                  <a:lnTo>
                    <a:pt x="3235156" y="1415658"/>
                  </a:lnTo>
                  <a:lnTo>
                    <a:pt x="3234085" y="1414968"/>
                  </a:lnTo>
                  <a:lnTo>
                    <a:pt x="3233013" y="1414277"/>
                  </a:lnTo>
                  <a:lnTo>
                    <a:pt x="3231941" y="1413587"/>
                  </a:lnTo>
                  <a:lnTo>
                    <a:pt x="3230870" y="1412896"/>
                  </a:lnTo>
                  <a:lnTo>
                    <a:pt x="3229798" y="1412205"/>
                  </a:lnTo>
                  <a:lnTo>
                    <a:pt x="3228727" y="1411514"/>
                  </a:lnTo>
                  <a:lnTo>
                    <a:pt x="3227655" y="1410823"/>
                  </a:lnTo>
                  <a:lnTo>
                    <a:pt x="3226583" y="1410131"/>
                  </a:lnTo>
                  <a:lnTo>
                    <a:pt x="3225512" y="1409439"/>
                  </a:lnTo>
                  <a:lnTo>
                    <a:pt x="3224440" y="1408747"/>
                  </a:lnTo>
                  <a:lnTo>
                    <a:pt x="3223369" y="1408055"/>
                  </a:lnTo>
                  <a:lnTo>
                    <a:pt x="3222297" y="1407362"/>
                  </a:lnTo>
                  <a:lnTo>
                    <a:pt x="3221225" y="1406669"/>
                  </a:lnTo>
                  <a:lnTo>
                    <a:pt x="3220154" y="1405976"/>
                  </a:lnTo>
                  <a:lnTo>
                    <a:pt x="3219082" y="1405283"/>
                  </a:lnTo>
                  <a:lnTo>
                    <a:pt x="3218011" y="1404589"/>
                  </a:lnTo>
                  <a:lnTo>
                    <a:pt x="3216939" y="1403895"/>
                  </a:lnTo>
                  <a:lnTo>
                    <a:pt x="3215867" y="1403201"/>
                  </a:lnTo>
                  <a:lnTo>
                    <a:pt x="3214796" y="1402507"/>
                  </a:lnTo>
                  <a:lnTo>
                    <a:pt x="3213724" y="1401812"/>
                  </a:lnTo>
                  <a:lnTo>
                    <a:pt x="3212653" y="1401118"/>
                  </a:lnTo>
                  <a:lnTo>
                    <a:pt x="3211581" y="1400423"/>
                  </a:lnTo>
                  <a:lnTo>
                    <a:pt x="3210509" y="1399728"/>
                  </a:lnTo>
                  <a:lnTo>
                    <a:pt x="3209438" y="1399032"/>
                  </a:lnTo>
                  <a:lnTo>
                    <a:pt x="3208366" y="1398336"/>
                  </a:lnTo>
                  <a:lnTo>
                    <a:pt x="3207295" y="1397640"/>
                  </a:lnTo>
                  <a:lnTo>
                    <a:pt x="3206223" y="1396944"/>
                  </a:lnTo>
                  <a:lnTo>
                    <a:pt x="3205151" y="1396248"/>
                  </a:lnTo>
                  <a:lnTo>
                    <a:pt x="3204080" y="1395551"/>
                  </a:lnTo>
                  <a:lnTo>
                    <a:pt x="3203008" y="1394855"/>
                  </a:lnTo>
                  <a:lnTo>
                    <a:pt x="3201937" y="1394158"/>
                  </a:lnTo>
                  <a:lnTo>
                    <a:pt x="3200865" y="1393460"/>
                  </a:lnTo>
                  <a:lnTo>
                    <a:pt x="3199793" y="1392763"/>
                  </a:lnTo>
                  <a:lnTo>
                    <a:pt x="3198722" y="1392065"/>
                  </a:lnTo>
                  <a:lnTo>
                    <a:pt x="3197650" y="1391367"/>
                  </a:lnTo>
                  <a:lnTo>
                    <a:pt x="3196579" y="1390669"/>
                  </a:lnTo>
                  <a:lnTo>
                    <a:pt x="3195507" y="1389971"/>
                  </a:lnTo>
                  <a:lnTo>
                    <a:pt x="3194436" y="1389273"/>
                  </a:lnTo>
                  <a:lnTo>
                    <a:pt x="3193364" y="1388574"/>
                  </a:lnTo>
                  <a:lnTo>
                    <a:pt x="3192292" y="1387875"/>
                  </a:lnTo>
                  <a:lnTo>
                    <a:pt x="3191221" y="1387176"/>
                  </a:lnTo>
                  <a:lnTo>
                    <a:pt x="3190149" y="1386476"/>
                  </a:lnTo>
                  <a:lnTo>
                    <a:pt x="3189078" y="1385777"/>
                  </a:lnTo>
                  <a:lnTo>
                    <a:pt x="3188006" y="1385077"/>
                  </a:lnTo>
                  <a:lnTo>
                    <a:pt x="3186934" y="1384377"/>
                  </a:lnTo>
                  <a:lnTo>
                    <a:pt x="3185863" y="1383677"/>
                  </a:lnTo>
                  <a:lnTo>
                    <a:pt x="3184791" y="1382976"/>
                  </a:lnTo>
                  <a:lnTo>
                    <a:pt x="3183720" y="1382276"/>
                  </a:lnTo>
                  <a:lnTo>
                    <a:pt x="3182648" y="1381575"/>
                  </a:lnTo>
                  <a:lnTo>
                    <a:pt x="3181576" y="1380874"/>
                  </a:lnTo>
                  <a:lnTo>
                    <a:pt x="3180505" y="1380173"/>
                  </a:lnTo>
                  <a:lnTo>
                    <a:pt x="3179433" y="1379472"/>
                  </a:lnTo>
                  <a:lnTo>
                    <a:pt x="3178362" y="1378770"/>
                  </a:lnTo>
                  <a:lnTo>
                    <a:pt x="3177290" y="1378068"/>
                  </a:lnTo>
                  <a:lnTo>
                    <a:pt x="3176218" y="1377366"/>
                  </a:lnTo>
                  <a:lnTo>
                    <a:pt x="3175147" y="1376664"/>
                  </a:lnTo>
                  <a:lnTo>
                    <a:pt x="3174075" y="1375962"/>
                  </a:lnTo>
                  <a:lnTo>
                    <a:pt x="3173004" y="1375259"/>
                  </a:lnTo>
                  <a:lnTo>
                    <a:pt x="3171932" y="1374556"/>
                  </a:lnTo>
                  <a:lnTo>
                    <a:pt x="3170860" y="1373854"/>
                  </a:lnTo>
                  <a:lnTo>
                    <a:pt x="3169789" y="1373150"/>
                  </a:lnTo>
                  <a:lnTo>
                    <a:pt x="3168717" y="1372447"/>
                  </a:lnTo>
                  <a:lnTo>
                    <a:pt x="3167646" y="1371744"/>
                  </a:lnTo>
                  <a:lnTo>
                    <a:pt x="3166574" y="1371040"/>
                  </a:lnTo>
                  <a:lnTo>
                    <a:pt x="3165502" y="1370336"/>
                  </a:lnTo>
                  <a:lnTo>
                    <a:pt x="3164431" y="1369632"/>
                  </a:lnTo>
                  <a:lnTo>
                    <a:pt x="3163359" y="1368928"/>
                  </a:lnTo>
                  <a:lnTo>
                    <a:pt x="3162288" y="1368224"/>
                  </a:lnTo>
                  <a:lnTo>
                    <a:pt x="3161216" y="1367519"/>
                  </a:lnTo>
                  <a:lnTo>
                    <a:pt x="3160144" y="1366814"/>
                  </a:lnTo>
                  <a:lnTo>
                    <a:pt x="3159073" y="1366110"/>
                  </a:lnTo>
                  <a:lnTo>
                    <a:pt x="3158001" y="1365404"/>
                  </a:lnTo>
                  <a:lnTo>
                    <a:pt x="3156930" y="1364699"/>
                  </a:lnTo>
                  <a:lnTo>
                    <a:pt x="3155858" y="1363994"/>
                  </a:lnTo>
                  <a:lnTo>
                    <a:pt x="3154786" y="1363288"/>
                  </a:lnTo>
                  <a:lnTo>
                    <a:pt x="3153715" y="1362582"/>
                  </a:lnTo>
                  <a:lnTo>
                    <a:pt x="3152643" y="1361877"/>
                  </a:lnTo>
                  <a:lnTo>
                    <a:pt x="3151572" y="1361171"/>
                  </a:lnTo>
                  <a:lnTo>
                    <a:pt x="3150500" y="1360464"/>
                  </a:lnTo>
                  <a:lnTo>
                    <a:pt x="3149428" y="1359758"/>
                  </a:lnTo>
                  <a:lnTo>
                    <a:pt x="3148357" y="1359051"/>
                  </a:lnTo>
                  <a:lnTo>
                    <a:pt x="3147285" y="1358345"/>
                  </a:lnTo>
                  <a:lnTo>
                    <a:pt x="3146214" y="1357638"/>
                  </a:lnTo>
                  <a:lnTo>
                    <a:pt x="3145142" y="1356931"/>
                  </a:lnTo>
                  <a:lnTo>
                    <a:pt x="3144070" y="1356223"/>
                  </a:lnTo>
                  <a:lnTo>
                    <a:pt x="3142999" y="1355516"/>
                  </a:lnTo>
                  <a:lnTo>
                    <a:pt x="3141927" y="1354809"/>
                  </a:lnTo>
                  <a:lnTo>
                    <a:pt x="3140856" y="1354101"/>
                  </a:lnTo>
                  <a:lnTo>
                    <a:pt x="3139784" y="1353393"/>
                  </a:lnTo>
                  <a:lnTo>
                    <a:pt x="3138712" y="1352685"/>
                  </a:lnTo>
                  <a:lnTo>
                    <a:pt x="3137641" y="1351977"/>
                  </a:lnTo>
                  <a:lnTo>
                    <a:pt x="3136569" y="1351269"/>
                  </a:lnTo>
                  <a:lnTo>
                    <a:pt x="3135498" y="1350560"/>
                  </a:lnTo>
                  <a:lnTo>
                    <a:pt x="3134426" y="1349852"/>
                  </a:lnTo>
                  <a:lnTo>
                    <a:pt x="3133354" y="1349143"/>
                  </a:lnTo>
                  <a:lnTo>
                    <a:pt x="3132283" y="1348434"/>
                  </a:lnTo>
                  <a:lnTo>
                    <a:pt x="3131211" y="1347725"/>
                  </a:lnTo>
                  <a:lnTo>
                    <a:pt x="3130140" y="1347016"/>
                  </a:lnTo>
                  <a:lnTo>
                    <a:pt x="3129068" y="1346307"/>
                  </a:lnTo>
                  <a:lnTo>
                    <a:pt x="3127996" y="1345597"/>
                  </a:lnTo>
                  <a:lnTo>
                    <a:pt x="3126925" y="1344888"/>
                  </a:lnTo>
                  <a:lnTo>
                    <a:pt x="3125853" y="1344178"/>
                  </a:lnTo>
                  <a:lnTo>
                    <a:pt x="3124782" y="1343468"/>
                  </a:lnTo>
                  <a:lnTo>
                    <a:pt x="3123710" y="1342758"/>
                  </a:lnTo>
                  <a:lnTo>
                    <a:pt x="3122638" y="1342048"/>
                  </a:lnTo>
                  <a:lnTo>
                    <a:pt x="3121567" y="1341338"/>
                  </a:lnTo>
                  <a:lnTo>
                    <a:pt x="3120495" y="1340628"/>
                  </a:lnTo>
                  <a:lnTo>
                    <a:pt x="3119424" y="1339917"/>
                  </a:lnTo>
                  <a:lnTo>
                    <a:pt x="3118352" y="1339207"/>
                  </a:lnTo>
                  <a:lnTo>
                    <a:pt x="3117280" y="1338496"/>
                  </a:lnTo>
                  <a:lnTo>
                    <a:pt x="3116209" y="1337785"/>
                  </a:lnTo>
                  <a:lnTo>
                    <a:pt x="3115137" y="1337074"/>
                  </a:lnTo>
                  <a:lnTo>
                    <a:pt x="3114066" y="1336363"/>
                  </a:lnTo>
                  <a:lnTo>
                    <a:pt x="3112994" y="1335652"/>
                  </a:lnTo>
                  <a:lnTo>
                    <a:pt x="3111922" y="1334940"/>
                  </a:lnTo>
                  <a:lnTo>
                    <a:pt x="3110851" y="1334229"/>
                  </a:lnTo>
                  <a:lnTo>
                    <a:pt x="3109779" y="1333517"/>
                  </a:lnTo>
                  <a:lnTo>
                    <a:pt x="3108708" y="1332806"/>
                  </a:lnTo>
                  <a:lnTo>
                    <a:pt x="3107636" y="1332094"/>
                  </a:lnTo>
                  <a:lnTo>
                    <a:pt x="3106564" y="1331382"/>
                  </a:lnTo>
                  <a:lnTo>
                    <a:pt x="3105493" y="1330670"/>
                  </a:lnTo>
                  <a:lnTo>
                    <a:pt x="3104421" y="1329958"/>
                  </a:lnTo>
                  <a:lnTo>
                    <a:pt x="3103350" y="1329246"/>
                  </a:lnTo>
                  <a:lnTo>
                    <a:pt x="3102278" y="1328533"/>
                  </a:lnTo>
                  <a:lnTo>
                    <a:pt x="3101206" y="1327821"/>
                  </a:lnTo>
                  <a:lnTo>
                    <a:pt x="3100135" y="1327108"/>
                  </a:lnTo>
                  <a:lnTo>
                    <a:pt x="3099063" y="1326395"/>
                  </a:lnTo>
                  <a:lnTo>
                    <a:pt x="3097992" y="1325683"/>
                  </a:lnTo>
                  <a:lnTo>
                    <a:pt x="3096920" y="1324970"/>
                  </a:lnTo>
                  <a:lnTo>
                    <a:pt x="3095848" y="1324257"/>
                  </a:lnTo>
                  <a:lnTo>
                    <a:pt x="3094777" y="1323544"/>
                  </a:lnTo>
                  <a:lnTo>
                    <a:pt x="3093705" y="1322831"/>
                  </a:lnTo>
                  <a:lnTo>
                    <a:pt x="3092634" y="1322117"/>
                  </a:lnTo>
                  <a:lnTo>
                    <a:pt x="3091562" y="1321404"/>
                  </a:lnTo>
                  <a:lnTo>
                    <a:pt x="3090490" y="1320691"/>
                  </a:lnTo>
                  <a:lnTo>
                    <a:pt x="3089419" y="1319977"/>
                  </a:lnTo>
                  <a:lnTo>
                    <a:pt x="3088347" y="1319264"/>
                  </a:lnTo>
                  <a:lnTo>
                    <a:pt x="3087276" y="1318550"/>
                  </a:lnTo>
                  <a:lnTo>
                    <a:pt x="3086204" y="1317836"/>
                  </a:lnTo>
                  <a:lnTo>
                    <a:pt x="3085132" y="1317123"/>
                  </a:lnTo>
                  <a:lnTo>
                    <a:pt x="3084061" y="1316409"/>
                  </a:lnTo>
                  <a:lnTo>
                    <a:pt x="3082989" y="1315695"/>
                  </a:lnTo>
                  <a:lnTo>
                    <a:pt x="3081918" y="1314981"/>
                  </a:lnTo>
                  <a:lnTo>
                    <a:pt x="3080846" y="1314267"/>
                  </a:lnTo>
                  <a:lnTo>
                    <a:pt x="3079774" y="1313553"/>
                  </a:lnTo>
                  <a:lnTo>
                    <a:pt x="3078703" y="1312839"/>
                  </a:lnTo>
                  <a:lnTo>
                    <a:pt x="3077631" y="1312124"/>
                  </a:lnTo>
                  <a:lnTo>
                    <a:pt x="3076560" y="1311410"/>
                  </a:lnTo>
                  <a:lnTo>
                    <a:pt x="3075488" y="1310696"/>
                  </a:lnTo>
                  <a:lnTo>
                    <a:pt x="3074416" y="1309982"/>
                  </a:lnTo>
                  <a:lnTo>
                    <a:pt x="3073345" y="1309267"/>
                  </a:lnTo>
                  <a:lnTo>
                    <a:pt x="3072273" y="1308553"/>
                  </a:lnTo>
                  <a:lnTo>
                    <a:pt x="3071202" y="1307839"/>
                  </a:lnTo>
                  <a:lnTo>
                    <a:pt x="3070130" y="1307124"/>
                  </a:lnTo>
                  <a:lnTo>
                    <a:pt x="3069058" y="1306410"/>
                  </a:lnTo>
                  <a:lnTo>
                    <a:pt x="3067987" y="1305695"/>
                  </a:lnTo>
                  <a:lnTo>
                    <a:pt x="3066915" y="1304981"/>
                  </a:lnTo>
                  <a:lnTo>
                    <a:pt x="3065844" y="1304266"/>
                  </a:lnTo>
                  <a:lnTo>
                    <a:pt x="3064772" y="1303552"/>
                  </a:lnTo>
                  <a:lnTo>
                    <a:pt x="3063700" y="1302837"/>
                  </a:lnTo>
                  <a:lnTo>
                    <a:pt x="3062629" y="1302123"/>
                  </a:lnTo>
                  <a:lnTo>
                    <a:pt x="3061557" y="1301408"/>
                  </a:lnTo>
                  <a:lnTo>
                    <a:pt x="3060486" y="1300694"/>
                  </a:lnTo>
                  <a:lnTo>
                    <a:pt x="3059414" y="1299979"/>
                  </a:lnTo>
                  <a:lnTo>
                    <a:pt x="3058342" y="1299265"/>
                  </a:lnTo>
                  <a:lnTo>
                    <a:pt x="3057271" y="1298550"/>
                  </a:lnTo>
                  <a:lnTo>
                    <a:pt x="3056199" y="1297836"/>
                  </a:lnTo>
                  <a:lnTo>
                    <a:pt x="3055128" y="1297121"/>
                  </a:lnTo>
                  <a:lnTo>
                    <a:pt x="3054056" y="1296407"/>
                  </a:lnTo>
                  <a:lnTo>
                    <a:pt x="3052984" y="1295692"/>
                  </a:lnTo>
                  <a:lnTo>
                    <a:pt x="3051913" y="1294978"/>
                  </a:lnTo>
                  <a:lnTo>
                    <a:pt x="3050841" y="1294263"/>
                  </a:lnTo>
                  <a:lnTo>
                    <a:pt x="3049770" y="1293549"/>
                  </a:lnTo>
                  <a:lnTo>
                    <a:pt x="3048698" y="1292835"/>
                  </a:lnTo>
                  <a:lnTo>
                    <a:pt x="3047626" y="1292120"/>
                  </a:lnTo>
                  <a:lnTo>
                    <a:pt x="3046555" y="1291406"/>
                  </a:lnTo>
                  <a:lnTo>
                    <a:pt x="3045483" y="1290692"/>
                  </a:lnTo>
                  <a:lnTo>
                    <a:pt x="3044412" y="1289977"/>
                  </a:lnTo>
                  <a:lnTo>
                    <a:pt x="3043340" y="1289263"/>
                  </a:lnTo>
                  <a:lnTo>
                    <a:pt x="3042268" y="1288549"/>
                  </a:lnTo>
                  <a:lnTo>
                    <a:pt x="3041197" y="1287835"/>
                  </a:lnTo>
                  <a:lnTo>
                    <a:pt x="3040125" y="1287121"/>
                  </a:lnTo>
                  <a:lnTo>
                    <a:pt x="3039054" y="1286407"/>
                  </a:lnTo>
                  <a:lnTo>
                    <a:pt x="3037982" y="1285693"/>
                  </a:lnTo>
                  <a:lnTo>
                    <a:pt x="3036910" y="1284979"/>
                  </a:lnTo>
                  <a:lnTo>
                    <a:pt x="3035839" y="1284265"/>
                  </a:lnTo>
                  <a:lnTo>
                    <a:pt x="3034767" y="1283552"/>
                  </a:lnTo>
                  <a:lnTo>
                    <a:pt x="3033696" y="1282838"/>
                  </a:lnTo>
                  <a:lnTo>
                    <a:pt x="3032624" y="1282124"/>
                  </a:lnTo>
                  <a:lnTo>
                    <a:pt x="3031552" y="1281411"/>
                  </a:lnTo>
                  <a:lnTo>
                    <a:pt x="3030481" y="1280697"/>
                  </a:lnTo>
                  <a:lnTo>
                    <a:pt x="3029409" y="1279984"/>
                  </a:lnTo>
                  <a:lnTo>
                    <a:pt x="3028338" y="1279271"/>
                  </a:lnTo>
                  <a:lnTo>
                    <a:pt x="3027266" y="1278558"/>
                  </a:lnTo>
                  <a:lnTo>
                    <a:pt x="3026194" y="1277844"/>
                  </a:lnTo>
                  <a:lnTo>
                    <a:pt x="3025123" y="1277131"/>
                  </a:lnTo>
                  <a:lnTo>
                    <a:pt x="3024051" y="1276418"/>
                  </a:lnTo>
                  <a:lnTo>
                    <a:pt x="3022980" y="1275706"/>
                  </a:lnTo>
                  <a:lnTo>
                    <a:pt x="3021908" y="1274993"/>
                  </a:lnTo>
                  <a:lnTo>
                    <a:pt x="3020836" y="1274280"/>
                  </a:lnTo>
                  <a:lnTo>
                    <a:pt x="3019765" y="1273568"/>
                  </a:lnTo>
                  <a:lnTo>
                    <a:pt x="3018693" y="1272855"/>
                  </a:lnTo>
                  <a:lnTo>
                    <a:pt x="3017622" y="1272143"/>
                  </a:lnTo>
                  <a:lnTo>
                    <a:pt x="3016550" y="1271431"/>
                  </a:lnTo>
                  <a:lnTo>
                    <a:pt x="3015479" y="1270718"/>
                  </a:lnTo>
                  <a:lnTo>
                    <a:pt x="3014407" y="1270006"/>
                  </a:lnTo>
                  <a:lnTo>
                    <a:pt x="3013335" y="1269294"/>
                  </a:lnTo>
                  <a:lnTo>
                    <a:pt x="3012264" y="1268583"/>
                  </a:lnTo>
                  <a:lnTo>
                    <a:pt x="3011192" y="1267871"/>
                  </a:lnTo>
                  <a:lnTo>
                    <a:pt x="3010121" y="1267160"/>
                  </a:lnTo>
                  <a:lnTo>
                    <a:pt x="3009049" y="1266448"/>
                  </a:lnTo>
                  <a:lnTo>
                    <a:pt x="3007977" y="1265737"/>
                  </a:lnTo>
                  <a:lnTo>
                    <a:pt x="3006906" y="1265026"/>
                  </a:lnTo>
                  <a:lnTo>
                    <a:pt x="3005834" y="1264315"/>
                  </a:lnTo>
                  <a:lnTo>
                    <a:pt x="3004763" y="1263604"/>
                  </a:lnTo>
                  <a:lnTo>
                    <a:pt x="3003691" y="1262893"/>
                  </a:lnTo>
                  <a:lnTo>
                    <a:pt x="3002619" y="1262183"/>
                  </a:lnTo>
                  <a:lnTo>
                    <a:pt x="3001548" y="1261472"/>
                  </a:lnTo>
                  <a:lnTo>
                    <a:pt x="3000476" y="1260762"/>
                  </a:lnTo>
                  <a:lnTo>
                    <a:pt x="2999405" y="1260052"/>
                  </a:lnTo>
                  <a:lnTo>
                    <a:pt x="2998333" y="1259342"/>
                  </a:lnTo>
                  <a:lnTo>
                    <a:pt x="2997261" y="1258632"/>
                  </a:lnTo>
                  <a:lnTo>
                    <a:pt x="2996190" y="1257922"/>
                  </a:lnTo>
                  <a:lnTo>
                    <a:pt x="2995118" y="1257213"/>
                  </a:lnTo>
                  <a:lnTo>
                    <a:pt x="2994047" y="1256503"/>
                  </a:lnTo>
                  <a:lnTo>
                    <a:pt x="2992975" y="1255794"/>
                  </a:lnTo>
                  <a:lnTo>
                    <a:pt x="2991903" y="1255085"/>
                  </a:lnTo>
                  <a:lnTo>
                    <a:pt x="2990832" y="1254376"/>
                  </a:lnTo>
                  <a:lnTo>
                    <a:pt x="2989760" y="1253668"/>
                  </a:lnTo>
                  <a:lnTo>
                    <a:pt x="2988689" y="1252959"/>
                  </a:lnTo>
                  <a:lnTo>
                    <a:pt x="2987617" y="1252251"/>
                  </a:lnTo>
                  <a:lnTo>
                    <a:pt x="2986545" y="1251543"/>
                  </a:lnTo>
                  <a:lnTo>
                    <a:pt x="2985474" y="1250835"/>
                  </a:lnTo>
                  <a:lnTo>
                    <a:pt x="2984402" y="1250127"/>
                  </a:lnTo>
                  <a:lnTo>
                    <a:pt x="2983331" y="1249420"/>
                  </a:lnTo>
                  <a:lnTo>
                    <a:pt x="2982259" y="1248712"/>
                  </a:lnTo>
                  <a:lnTo>
                    <a:pt x="2981187" y="1248005"/>
                  </a:lnTo>
                  <a:lnTo>
                    <a:pt x="2980116" y="1247298"/>
                  </a:lnTo>
                  <a:lnTo>
                    <a:pt x="2979044" y="1246591"/>
                  </a:lnTo>
                  <a:lnTo>
                    <a:pt x="2977973" y="1245885"/>
                  </a:lnTo>
                  <a:lnTo>
                    <a:pt x="2976901" y="1245178"/>
                  </a:lnTo>
                  <a:lnTo>
                    <a:pt x="2975829" y="1244472"/>
                  </a:lnTo>
                  <a:lnTo>
                    <a:pt x="2974758" y="1243766"/>
                  </a:lnTo>
                  <a:lnTo>
                    <a:pt x="2973686" y="1243060"/>
                  </a:lnTo>
                  <a:lnTo>
                    <a:pt x="2972615" y="1242355"/>
                  </a:lnTo>
                  <a:lnTo>
                    <a:pt x="2971543" y="1241650"/>
                  </a:lnTo>
                  <a:lnTo>
                    <a:pt x="2970471" y="1240944"/>
                  </a:lnTo>
                  <a:lnTo>
                    <a:pt x="2969400" y="1240240"/>
                  </a:lnTo>
                  <a:lnTo>
                    <a:pt x="2968328" y="1239535"/>
                  </a:lnTo>
                  <a:lnTo>
                    <a:pt x="2967257" y="1238830"/>
                  </a:lnTo>
                  <a:lnTo>
                    <a:pt x="2966185" y="1238126"/>
                  </a:lnTo>
                  <a:lnTo>
                    <a:pt x="2965113" y="1237422"/>
                  </a:lnTo>
                  <a:lnTo>
                    <a:pt x="2964042" y="1236718"/>
                  </a:lnTo>
                  <a:lnTo>
                    <a:pt x="2962970" y="1236015"/>
                  </a:lnTo>
                  <a:lnTo>
                    <a:pt x="2961899" y="1235312"/>
                  </a:lnTo>
                  <a:lnTo>
                    <a:pt x="2960827" y="1234609"/>
                  </a:lnTo>
                  <a:lnTo>
                    <a:pt x="2959755" y="1233906"/>
                  </a:lnTo>
                  <a:lnTo>
                    <a:pt x="2958684" y="1233203"/>
                  </a:lnTo>
                  <a:lnTo>
                    <a:pt x="2957612" y="1232501"/>
                  </a:lnTo>
                  <a:lnTo>
                    <a:pt x="2956541" y="1231799"/>
                  </a:lnTo>
                  <a:lnTo>
                    <a:pt x="2955469" y="1231097"/>
                  </a:lnTo>
                  <a:lnTo>
                    <a:pt x="2954397" y="1230395"/>
                  </a:lnTo>
                  <a:lnTo>
                    <a:pt x="2953326" y="1229694"/>
                  </a:lnTo>
                  <a:lnTo>
                    <a:pt x="2952254" y="1228993"/>
                  </a:lnTo>
                  <a:lnTo>
                    <a:pt x="2951183" y="1228292"/>
                  </a:lnTo>
                  <a:lnTo>
                    <a:pt x="2950111" y="1227591"/>
                  </a:lnTo>
                  <a:lnTo>
                    <a:pt x="2949039" y="1226891"/>
                  </a:lnTo>
                  <a:lnTo>
                    <a:pt x="2947968" y="1226191"/>
                  </a:lnTo>
                  <a:lnTo>
                    <a:pt x="2946896" y="1225491"/>
                  </a:lnTo>
                  <a:lnTo>
                    <a:pt x="2945825" y="1224792"/>
                  </a:lnTo>
                  <a:lnTo>
                    <a:pt x="2944753" y="1224093"/>
                  </a:lnTo>
                  <a:lnTo>
                    <a:pt x="2943681" y="1223394"/>
                  </a:lnTo>
                  <a:lnTo>
                    <a:pt x="2942610" y="1222695"/>
                  </a:lnTo>
                  <a:lnTo>
                    <a:pt x="2941538" y="1221996"/>
                  </a:lnTo>
                  <a:lnTo>
                    <a:pt x="2940467" y="1221298"/>
                  </a:lnTo>
                  <a:lnTo>
                    <a:pt x="2939395" y="1220600"/>
                  </a:lnTo>
                  <a:lnTo>
                    <a:pt x="2938323" y="1219903"/>
                  </a:lnTo>
                  <a:lnTo>
                    <a:pt x="2937252" y="1219206"/>
                  </a:lnTo>
                  <a:lnTo>
                    <a:pt x="2936180" y="1218509"/>
                  </a:lnTo>
                  <a:lnTo>
                    <a:pt x="2935109" y="1217812"/>
                  </a:lnTo>
                  <a:lnTo>
                    <a:pt x="2934037" y="1217116"/>
                  </a:lnTo>
                  <a:lnTo>
                    <a:pt x="2932965" y="1216419"/>
                  </a:lnTo>
                  <a:lnTo>
                    <a:pt x="2931894" y="1215724"/>
                  </a:lnTo>
                  <a:lnTo>
                    <a:pt x="2930822" y="1215028"/>
                  </a:lnTo>
                  <a:lnTo>
                    <a:pt x="2929751" y="1214333"/>
                  </a:lnTo>
                  <a:lnTo>
                    <a:pt x="2928679" y="1213638"/>
                  </a:lnTo>
                  <a:lnTo>
                    <a:pt x="2927607" y="1212943"/>
                  </a:lnTo>
                  <a:lnTo>
                    <a:pt x="2926536" y="1212249"/>
                  </a:lnTo>
                  <a:lnTo>
                    <a:pt x="2925464" y="1211555"/>
                  </a:lnTo>
                  <a:lnTo>
                    <a:pt x="2924393" y="1210861"/>
                  </a:lnTo>
                  <a:lnTo>
                    <a:pt x="2923321" y="1210168"/>
                  </a:lnTo>
                  <a:lnTo>
                    <a:pt x="2922249" y="1209475"/>
                  </a:lnTo>
                  <a:lnTo>
                    <a:pt x="2921178" y="1208782"/>
                  </a:lnTo>
                  <a:lnTo>
                    <a:pt x="2920106" y="1208090"/>
                  </a:lnTo>
                  <a:lnTo>
                    <a:pt x="2919035" y="1207398"/>
                  </a:lnTo>
                  <a:lnTo>
                    <a:pt x="2917963" y="1206706"/>
                  </a:lnTo>
                  <a:lnTo>
                    <a:pt x="2916891" y="1206014"/>
                  </a:lnTo>
                  <a:lnTo>
                    <a:pt x="2915820" y="1205323"/>
                  </a:lnTo>
                  <a:lnTo>
                    <a:pt x="2914748" y="1204632"/>
                  </a:lnTo>
                  <a:lnTo>
                    <a:pt x="2913677" y="1203942"/>
                  </a:lnTo>
                  <a:lnTo>
                    <a:pt x="2912605" y="1203252"/>
                  </a:lnTo>
                  <a:lnTo>
                    <a:pt x="2911533" y="1202562"/>
                  </a:lnTo>
                  <a:lnTo>
                    <a:pt x="2910462" y="1201873"/>
                  </a:lnTo>
                  <a:lnTo>
                    <a:pt x="2909390" y="1201183"/>
                  </a:lnTo>
                  <a:lnTo>
                    <a:pt x="2908319" y="1200495"/>
                  </a:lnTo>
                  <a:lnTo>
                    <a:pt x="2907247" y="1199806"/>
                  </a:lnTo>
                  <a:lnTo>
                    <a:pt x="2906175" y="1199118"/>
                  </a:lnTo>
                  <a:lnTo>
                    <a:pt x="2905104" y="1198430"/>
                  </a:lnTo>
                  <a:lnTo>
                    <a:pt x="2904032" y="1197743"/>
                  </a:lnTo>
                  <a:lnTo>
                    <a:pt x="2902961" y="1197056"/>
                  </a:lnTo>
                  <a:lnTo>
                    <a:pt x="2901889" y="1196369"/>
                  </a:lnTo>
                  <a:lnTo>
                    <a:pt x="2900817" y="1195683"/>
                  </a:lnTo>
                  <a:lnTo>
                    <a:pt x="2899746" y="1194997"/>
                  </a:lnTo>
                  <a:lnTo>
                    <a:pt x="2898674" y="1194311"/>
                  </a:lnTo>
                  <a:lnTo>
                    <a:pt x="2897603" y="1193626"/>
                  </a:lnTo>
                  <a:lnTo>
                    <a:pt x="2896531" y="1192941"/>
                  </a:lnTo>
                  <a:lnTo>
                    <a:pt x="2895459" y="1192256"/>
                  </a:lnTo>
                  <a:lnTo>
                    <a:pt x="2894388" y="1191572"/>
                  </a:lnTo>
                  <a:lnTo>
                    <a:pt x="2893316" y="1190888"/>
                  </a:lnTo>
                  <a:lnTo>
                    <a:pt x="2892245" y="1190205"/>
                  </a:lnTo>
                  <a:lnTo>
                    <a:pt x="2891173" y="1189522"/>
                  </a:lnTo>
                  <a:lnTo>
                    <a:pt x="2890101" y="1188839"/>
                  </a:lnTo>
                  <a:lnTo>
                    <a:pt x="2889030" y="1188157"/>
                  </a:lnTo>
                  <a:lnTo>
                    <a:pt x="2887958" y="1187475"/>
                  </a:lnTo>
                  <a:lnTo>
                    <a:pt x="2886887" y="1186793"/>
                  </a:lnTo>
                  <a:lnTo>
                    <a:pt x="2885815" y="1186112"/>
                  </a:lnTo>
                  <a:lnTo>
                    <a:pt x="2884743" y="1185431"/>
                  </a:lnTo>
                  <a:lnTo>
                    <a:pt x="2883672" y="1184750"/>
                  </a:lnTo>
                  <a:lnTo>
                    <a:pt x="2882600" y="1184070"/>
                  </a:lnTo>
                  <a:lnTo>
                    <a:pt x="2881529" y="1183391"/>
                  </a:lnTo>
                  <a:lnTo>
                    <a:pt x="2880457" y="1182711"/>
                  </a:lnTo>
                  <a:lnTo>
                    <a:pt x="2879385" y="1182032"/>
                  </a:lnTo>
                  <a:lnTo>
                    <a:pt x="2878314" y="1181354"/>
                  </a:lnTo>
                  <a:lnTo>
                    <a:pt x="2877242" y="1180676"/>
                  </a:lnTo>
                  <a:lnTo>
                    <a:pt x="2876171" y="1179998"/>
                  </a:lnTo>
                  <a:lnTo>
                    <a:pt x="2875099" y="1179321"/>
                  </a:lnTo>
                  <a:lnTo>
                    <a:pt x="2874027" y="1178644"/>
                  </a:lnTo>
                  <a:lnTo>
                    <a:pt x="2872956" y="1177967"/>
                  </a:lnTo>
                  <a:lnTo>
                    <a:pt x="2871884" y="1177291"/>
                  </a:lnTo>
                  <a:lnTo>
                    <a:pt x="2870813" y="1176615"/>
                  </a:lnTo>
                  <a:lnTo>
                    <a:pt x="2869741" y="1175940"/>
                  </a:lnTo>
                  <a:lnTo>
                    <a:pt x="2868669" y="1175265"/>
                  </a:lnTo>
                  <a:lnTo>
                    <a:pt x="2867598" y="1174590"/>
                  </a:lnTo>
                  <a:lnTo>
                    <a:pt x="2866526" y="1173916"/>
                  </a:lnTo>
                  <a:lnTo>
                    <a:pt x="2865455" y="1173242"/>
                  </a:lnTo>
                  <a:lnTo>
                    <a:pt x="2864383" y="1172569"/>
                  </a:lnTo>
                  <a:lnTo>
                    <a:pt x="2863311" y="1171896"/>
                  </a:lnTo>
                  <a:lnTo>
                    <a:pt x="2862240" y="1171224"/>
                  </a:lnTo>
                  <a:lnTo>
                    <a:pt x="2861168" y="1170552"/>
                  </a:lnTo>
                  <a:lnTo>
                    <a:pt x="2860097" y="1169880"/>
                  </a:lnTo>
                  <a:lnTo>
                    <a:pt x="2859025" y="1169209"/>
                  </a:lnTo>
                  <a:lnTo>
                    <a:pt x="2857953" y="1168538"/>
                  </a:lnTo>
                  <a:lnTo>
                    <a:pt x="2856882" y="1167868"/>
                  </a:lnTo>
                  <a:lnTo>
                    <a:pt x="2855810" y="1167198"/>
                  </a:lnTo>
                  <a:lnTo>
                    <a:pt x="2854739" y="1166528"/>
                  </a:lnTo>
                  <a:lnTo>
                    <a:pt x="2853667" y="1165859"/>
                  </a:lnTo>
                  <a:lnTo>
                    <a:pt x="2852595" y="1165190"/>
                  </a:lnTo>
                  <a:lnTo>
                    <a:pt x="2851524" y="1164522"/>
                  </a:lnTo>
                  <a:lnTo>
                    <a:pt x="2850452" y="1163854"/>
                  </a:lnTo>
                  <a:lnTo>
                    <a:pt x="2849381" y="1163187"/>
                  </a:lnTo>
                  <a:lnTo>
                    <a:pt x="2848309" y="1162520"/>
                  </a:lnTo>
                  <a:lnTo>
                    <a:pt x="2847237" y="1161853"/>
                  </a:lnTo>
                  <a:lnTo>
                    <a:pt x="2846166" y="1161187"/>
                  </a:lnTo>
                  <a:lnTo>
                    <a:pt x="2845094" y="1160521"/>
                  </a:lnTo>
                  <a:lnTo>
                    <a:pt x="2844023" y="1159856"/>
                  </a:lnTo>
                  <a:lnTo>
                    <a:pt x="2842951" y="1159191"/>
                  </a:lnTo>
                  <a:lnTo>
                    <a:pt x="2841879" y="1158527"/>
                  </a:lnTo>
                  <a:lnTo>
                    <a:pt x="2840808" y="1157863"/>
                  </a:lnTo>
                  <a:lnTo>
                    <a:pt x="2839736" y="1157200"/>
                  </a:lnTo>
                  <a:lnTo>
                    <a:pt x="2838665" y="1156537"/>
                  </a:lnTo>
                  <a:lnTo>
                    <a:pt x="2837593" y="1155874"/>
                  </a:lnTo>
                  <a:lnTo>
                    <a:pt x="2836522" y="1155212"/>
                  </a:lnTo>
                  <a:lnTo>
                    <a:pt x="2835450" y="1154550"/>
                  </a:lnTo>
                  <a:lnTo>
                    <a:pt x="2834378" y="1153889"/>
                  </a:lnTo>
                  <a:lnTo>
                    <a:pt x="2833307" y="1153229"/>
                  </a:lnTo>
                  <a:lnTo>
                    <a:pt x="2832235" y="1152568"/>
                  </a:lnTo>
                  <a:lnTo>
                    <a:pt x="2831164" y="1151908"/>
                  </a:lnTo>
                  <a:lnTo>
                    <a:pt x="2830092" y="1151249"/>
                  </a:lnTo>
                  <a:lnTo>
                    <a:pt x="2829020" y="1150590"/>
                  </a:lnTo>
                  <a:lnTo>
                    <a:pt x="2827949" y="1149932"/>
                  </a:lnTo>
                  <a:lnTo>
                    <a:pt x="2826877" y="1149274"/>
                  </a:lnTo>
                  <a:lnTo>
                    <a:pt x="2825806" y="1148616"/>
                  </a:lnTo>
                  <a:lnTo>
                    <a:pt x="2824734" y="1147959"/>
                  </a:lnTo>
                  <a:lnTo>
                    <a:pt x="2823662" y="1147303"/>
                  </a:lnTo>
                  <a:lnTo>
                    <a:pt x="2822591" y="1146646"/>
                  </a:lnTo>
                  <a:lnTo>
                    <a:pt x="2821519" y="1145991"/>
                  </a:lnTo>
                  <a:lnTo>
                    <a:pt x="2820448" y="1145336"/>
                  </a:lnTo>
                  <a:lnTo>
                    <a:pt x="2819376" y="1144681"/>
                  </a:lnTo>
                  <a:lnTo>
                    <a:pt x="2818304" y="1144027"/>
                  </a:lnTo>
                  <a:lnTo>
                    <a:pt x="2817233" y="1143373"/>
                  </a:lnTo>
                  <a:lnTo>
                    <a:pt x="2816161" y="1142719"/>
                  </a:lnTo>
                  <a:lnTo>
                    <a:pt x="2815090" y="1142067"/>
                  </a:lnTo>
                  <a:lnTo>
                    <a:pt x="2814018" y="1141414"/>
                  </a:lnTo>
                  <a:lnTo>
                    <a:pt x="2812946" y="1140762"/>
                  </a:lnTo>
                  <a:lnTo>
                    <a:pt x="2811875" y="1140111"/>
                  </a:lnTo>
                  <a:lnTo>
                    <a:pt x="2810803" y="1139460"/>
                  </a:lnTo>
                  <a:lnTo>
                    <a:pt x="2809732" y="1138810"/>
                  </a:lnTo>
                  <a:lnTo>
                    <a:pt x="2808660" y="1138160"/>
                  </a:lnTo>
                  <a:lnTo>
                    <a:pt x="2807588" y="1137510"/>
                  </a:lnTo>
                  <a:lnTo>
                    <a:pt x="2806517" y="1136861"/>
                  </a:lnTo>
                  <a:lnTo>
                    <a:pt x="2805445" y="1136213"/>
                  </a:lnTo>
                  <a:lnTo>
                    <a:pt x="2804374" y="1135565"/>
                  </a:lnTo>
                  <a:lnTo>
                    <a:pt x="2803302" y="1134917"/>
                  </a:lnTo>
                  <a:lnTo>
                    <a:pt x="2802230" y="1134270"/>
                  </a:lnTo>
                  <a:lnTo>
                    <a:pt x="2801159" y="1133624"/>
                  </a:lnTo>
                  <a:lnTo>
                    <a:pt x="2800087" y="1132978"/>
                  </a:lnTo>
                  <a:lnTo>
                    <a:pt x="2799016" y="1132332"/>
                  </a:lnTo>
                  <a:lnTo>
                    <a:pt x="2797944" y="1131687"/>
                  </a:lnTo>
                  <a:lnTo>
                    <a:pt x="2796872" y="1131043"/>
                  </a:lnTo>
                  <a:lnTo>
                    <a:pt x="2795801" y="1130399"/>
                  </a:lnTo>
                  <a:lnTo>
                    <a:pt x="2794729" y="1129755"/>
                  </a:lnTo>
                  <a:lnTo>
                    <a:pt x="2793658" y="1129112"/>
                  </a:lnTo>
                  <a:lnTo>
                    <a:pt x="2792586" y="1128469"/>
                  </a:lnTo>
                  <a:lnTo>
                    <a:pt x="2791514" y="1127827"/>
                  </a:lnTo>
                  <a:lnTo>
                    <a:pt x="2790443" y="1127186"/>
                  </a:lnTo>
                  <a:lnTo>
                    <a:pt x="2789371" y="1126545"/>
                  </a:lnTo>
                  <a:lnTo>
                    <a:pt x="2788300" y="1125904"/>
                  </a:lnTo>
                  <a:lnTo>
                    <a:pt x="2787228" y="1125264"/>
                  </a:lnTo>
                  <a:lnTo>
                    <a:pt x="2786156" y="1124625"/>
                  </a:lnTo>
                  <a:lnTo>
                    <a:pt x="2785085" y="1123986"/>
                  </a:lnTo>
                  <a:lnTo>
                    <a:pt x="2784013" y="1123347"/>
                  </a:lnTo>
                  <a:lnTo>
                    <a:pt x="2782942" y="1122709"/>
                  </a:lnTo>
                  <a:lnTo>
                    <a:pt x="2781870" y="1122072"/>
                  </a:lnTo>
                  <a:lnTo>
                    <a:pt x="2780798" y="1121435"/>
                  </a:lnTo>
                  <a:lnTo>
                    <a:pt x="2779727" y="1120798"/>
                  </a:lnTo>
                  <a:lnTo>
                    <a:pt x="2778655" y="1120162"/>
                  </a:lnTo>
                  <a:lnTo>
                    <a:pt x="2777584" y="1119527"/>
                  </a:lnTo>
                  <a:lnTo>
                    <a:pt x="2776512" y="1118892"/>
                  </a:lnTo>
                  <a:lnTo>
                    <a:pt x="2775440" y="1118258"/>
                  </a:lnTo>
                  <a:lnTo>
                    <a:pt x="2774369" y="1117624"/>
                  </a:lnTo>
                  <a:lnTo>
                    <a:pt x="2773297" y="1116990"/>
                  </a:lnTo>
                  <a:lnTo>
                    <a:pt x="2772226" y="1116358"/>
                  </a:lnTo>
                  <a:lnTo>
                    <a:pt x="2771154" y="1115725"/>
                  </a:lnTo>
                  <a:lnTo>
                    <a:pt x="2770082" y="1115093"/>
                  </a:lnTo>
                  <a:lnTo>
                    <a:pt x="2769011" y="1114462"/>
                  </a:lnTo>
                  <a:lnTo>
                    <a:pt x="2767939" y="1113831"/>
                  </a:lnTo>
                  <a:lnTo>
                    <a:pt x="2766868" y="1113201"/>
                  </a:lnTo>
                  <a:lnTo>
                    <a:pt x="2765796" y="1112572"/>
                  </a:lnTo>
                  <a:lnTo>
                    <a:pt x="2764724" y="1111942"/>
                  </a:lnTo>
                  <a:lnTo>
                    <a:pt x="2763653" y="1111314"/>
                  </a:lnTo>
                  <a:lnTo>
                    <a:pt x="2762581" y="1110686"/>
                  </a:lnTo>
                  <a:lnTo>
                    <a:pt x="2761510" y="1110058"/>
                  </a:lnTo>
                  <a:lnTo>
                    <a:pt x="2760438" y="1109431"/>
                  </a:lnTo>
                  <a:lnTo>
                    <a:pt x="2759366" y="1108805"/>
                  </a:lnTo>
                  <a:lnTo>
                    <a:pt x="2758295" y="1108179"/>
                  </a:lnTo>
                  <a:lnTo>
                    <a:pt x="2757223" y="1107553"/>
                  </a:lnTo>
                  <a:lnTo>
                    <a:pt x="2756152" y="1106928"/>
                  </a:lnTo>
                  <a:lnTo>
                    <a:pt x="2755080" y="1106304"/>
                  </a:lnTo>
                  <a:lnTo>
                    <a:pt x="2754008" y="1105680"/>
                  </a:lnTo>
                  <a:lnTo>
                    <a:pt x="2752937" y="1105057"/>
                  </a:lnTo>
                  <a:lnTo>
                    <a:pt x="2751865" y="1104434"/>
                  </a:lnTo>
                  <a:lnTo>
                    <a:pt x="2750794" y="1103812"/>
                  </a:lnTo>
                  <a:lnTo>
                    <a:pt x="2749722" y="1103190"/>
                  </a:lnTo>
                  <a:lnTo>
                    <a:pt x="2748650" y="1102569"/>
                  </a:lnTo>
                  <a:lnTo>
                    <a:pt x="2747579" y="1101948"/>
                  </a:lnTo>
                  <a:lnTo>
                    <a:pt x="2746507" y="1101328"/>
                  </a:lnTo>
                  <a:lnTo>
                    <a:pt x="2745436" y="1100709"/>
                  </a:lnTo>
                  <a:lnTo>
                    <a:pt x="2744364" y="1100090"/>
                  </a:lnTo>
                  <a:lnTo>
                    <a:pt x="2743292" y="1099472"/>
                  </a:lnTo>
                  <a:lnTo>
                    <a:pt x="2742221" y="1098854"/>
                  </a:lnTo>
                  <a:lnTo>
                    <a:pt x="2741149" y="1098236"/>
                  </a:lnTo>
                  <a:lnTo>
                    <a:pt x="2740078" y="1097620"/>
                  </a:lnTo>
                  <a:lnTo>
                    <a:pt x="2739006" y="1097003"/>
                  </a:lnTo>
                  <a:lnTo>
                    <a:pt x="2737934" y="1096388"/>
                  </a:lnTo>
                  <a:lnTo>
                    <a:pt x="2736863" y="1095773"/>
                  </a:lnTo>
                  <a:lnTo>
                    <a:pt x="2735791" y="1095158"/>
                  </a:lnTo>
                  <a:lnTo>
                    <a:pt x="2734720" y="1094544"/>
                  </a:lnTo>
                  <a:lnTo>
                    <a:pt x="2733648" y="1093931"/>
                  </a:lnTo>
                  <a:lnTo>
                    <a:pt x="2732576" y="1093318"/>
                  </a:lnTo>
                  <a:lnTo>
                    <a:pt x="2731505" y="1092705"/>
                  </a:lnTo>
                  <a:lnTo>
                    <a:pt x="2730433" y="1092094"/>
                  </a:lnTo>
                  <a:lnTo>
                    <a:pt x="2729362" y="1091482"/>
                  </a:lnTo>
                  <a:lnTo>
                    <a:pt x="2728290" y="1090872"/>
                  </a:lnTo>
                  <a:lnTo>
                    <a:pt x="2727218" y="1090262"/>
                  </a:lnTo>
                  <a:lnTo>
                    <a:pt x="2726147" y="1089652"/>
                  </a:lnTo>
                  <a:lnTo>
                    <a:pt x="2725075" y="1089043"/>
                  </a:lnTo>
                  <a:lnTo>
                    <a:pt x="2724004" y="1088435"/>
                  </a:lnTo>
                  <a:lnTo>
                    <a:pt x="2722932" y="1087827"/>
                  </a:lnTo>
                  <a:lnTo>
                    <a:pt x="2721860" y="1087219"/>
                  </a:lnTo>
                  <a:lnTo>
                    <a:pt x="2720789" y="1086613"/>
                  </a:lnTo>
                  <a:lnTo>
                    <a:pt x="2719717" y="1086007"/>
                  </a:lnTo>
                  <a:lnTo>
                    <a:pt x="2718646" y="1085401"/>
                  </a:lnTo>
                  <a:lnTo>
                    <a:pt x="2717574" y="1084796"/>
                  </a:lnTo>
                  <a:lnTo>
                    <a:pt x="2716502" y="1084191"/>
                  </a:lnTo>
                  <a:lnTo>
                    <a:pt x="2715431" y="1083587"/>
                  </a:lnTo>
                  <a:lnTo>
                    <a:pt x="2714359" y="1082984"/>
                  </a:lnTo>
                  <a:lnTo>
                    <a:pt x="2713288" y="1082381"/>
                  </a:lnTo>
                  <a:lnTo>
                    <a:pt x="2712216" y="1081779"/>
                  </a:lnTo>
                  <a:lnTo>
                    <a:pt x="2711144" y="1081178"/>
                  </a:lnTo>
                  <a:lnTo>
                    <a:pt x="2710073" y="1080576"/>
                  </a:lnTo>
                  <a:lnTo>
                    <a:pt x="2709001" y="1079976"/>
                  </a:lnTo>
                  <a:lnTo>
                    <a:pt x="2707930" y="1079376"/>
                  </a:lnTo>
                  <a:lnTo>
                    <a:pt x="2706858" y="1078777"/>
                  </a:lnTo>
                  <a:lnTo>
                    <a:pt x="2705786" y="1078178"/>
                  </a:lnTo>
                  <a:lnTo>
                    <a:pt x="2704715" y="1077580"/>
                  </a:lnTo>
                  <a:lnTo>
                    <a:pt x="2703643" y="1076982"/>
                  </a:lnTo>
                  <a:lnTo>
                    <a:pt x="2702572" y="1076385"/>
                  </a:lnTo>
                  <a:lnTo>
                    <a:pt x="2701500" y="1075789"/>
                  </a:lnTo>
                  <a:lnTo>
                    <a:pt x="2700428" y="1075193"/>
                  </a:lnTo>
                  <a:lnTo>
                    <a:pt x="2699357" y="1074597"/>
                  </a:lnTo>
                  <a:lnTo>
                    <a:pt x="2698285" y="1074003"/>
                  </a:lnTo>
                  <a:lnTo>
                    <a:pt x="2697214" y="1073408"/>
                  </a:lnTo>
                  <a:lnTo>
                    <a:pt x="2696142" y="1072815"/>
                  </a:lnTo>
                  <a:lnTo>
                    <a:pt x="2695070" y="1072222"/>
                  </a:lnTo>
                  <a:lnTo>
                    <a:pt x="2693999" y="1071629"/>
                  </a:lnTo>
                  <a:lnTo>
                    <a:pt x="2692927" y="1071038"/>
                  </a:lnTo>
                  <a:lnTo>
                    <a:pt x="2691856" y="1070446"/>
                  </a:lnTo>
                  <a:lnTo>
                    <a:pt x="2690784" y="1069856"/>
                  </a:lnTo>
                  <a:lnTo>
                    <a:pt x="2689712" y="1069266"/>
                  </a:lnTo>
                  <a:lnTo>
                    <a:pt x="2688641" y="1068676"/>
                  </a:lnTo>
                  <a:lnTo>
                    <a:pt x="2687569" y="1068087"/>
                  </a:lnTo>
                  <a:lnTo>
                    <a:pt x="2686498" y="1067499"/>
                  </a:lnTo>
                  <a:lnTo>
                    <a:pt x="2685426" y="1066911"/>
                  </a:lnTo>
                  <a:lnTo>
                    <a:pt x="2684354" y="1066324"/>
                  </a:lnTo>
                  <a:lnTo>
                    <a:pt x="2683283" y="1065737"/>
                  </a:lnTo>
                  <a:lnTo>
                    <a:pt x="2682211" y="1065151"/>
                  </a:lnTo>
                  <a:lnTo>
                    <a:pt x="2681140" y="1064566"/>
                  </a:lnTo>
                  <a:lnTo>
                    <a:pt x="2680068" y="1063981"/>
                  </a:lnTo>
                  <a:lnTo>
                    <a:pt x="2678996" y="1063397"/>
                  </a:lnTo>
                  <a:lnTo>
                    <a:pt x="2677925" y="1062813"/>
                  </a:lnTo>
                  <a:lnTo>
                    <a:pt x="2676853" y="1062230"/>
                  </a:lnTo>
                  <a:lnTo>
                    <a:pt x="2675782" y="1061648"/>
                  </a:lnTo>
                  <a:lnTo>
                    <a:pt x="2674710" y="1061066"/>
                  </a:lnTo>
                  <a:lnTo>
                    <a:pt x="2673638" y="1060485"/>
                  </a:lnTo>
                  <a:lnTo>
                    <a:pt x="2672567" y="1059904"/>
                  </a:lnTo>
                  <a:lnTo>
                    <a:pt x="2671495" y="1059324"/>
                  </a:lnTo>
                  <a:lnTo>
                    <a:pt x="2670424" y="1058745"/>
                  </a:lnTo>
                  <a:lnTo>
                    <a:pt x="2669352" y="1058166"/>
                  </a:lnTo>
                  <a:lnTo>
                    <a:pt x="2668280" y="1057588"/>
                  </a:lnTo>
                  <a:lnTo>
                    <a:pt x="2667209" y="1057010"/>
                  </a:lnTo>
                  <a:lnTo>
                    <a:pt x="2666137" y="1056433"/>
                  </a:lnTo>
                  <a:lnTo>
                    <a:pt x="2665066" y="1055857"/>
                  </a:lnTo>
                  <a:lnTo>
                    <a:pt x="2663994" y="1055281"/>
                  </a:lnTo>
                  <a:lnTo>
                    <a:pt x="2662922" y="1054705"/>
                  </a:lnTo>
                  <a:lnTo>
                    <a:pt x="2661851" y="1054131"/>
                  </a:lnTo>
                  <a:lnTo>
                    <a:pt x="2660779" y="1053557"/>
                  </a:lnTo>
                  <a:lnTo>
                    <a:pt x="2659708" y="1052983"/>
                  </a:lnTo>
                  <a:lnTo>
                    <a:pt x="2658636" y="1052410"/>
                  </a:lnTo>
                  <a:lnTo>
                    <a:pt x="2657565" y="1051838"/>
                  </a:lnTo>
                  <a:lnTo>
                    <a:pt x="2656493" y="1051267"/>
                  </a:lnTo>
                  <a:lnTo>
                    <a:pt x="2655421" y="1050695"/>
                  </a:lnTo>
                  <a:lnTo>
                    <a:pt x="2654350" y="1050125"/>
                  </a:lnTo>
                  <a:lnTo>
                    <a:pt x="2653278" y="1049555"/>
                  </a:lnTo>
                  <a:lnTo>
                    <a:pt x="2652207" y="1048986"/>
                  </a:lnTo>
                  <a:lnTo>
                    <a:pt x="2651135" y="1048417"/>
                  </a:lnTo>
                  <a:lnTo>
                    <a:pt x="2650063" y="1047849"/>
                  </a:lnTo>
                  <a:lnTo>
                    <a:pt x="2648992" y="1047282"/>
                  </a:lnTo>
                  <a:lnTo>
                    <a:pt x="2647920" y="1046715"/>
                  </a:lnTo>
                  <a:lnTo>
                    <a:pt x="2646849" y="1046149"/>
                  </a:lnTo>
                  <a:lnTo>
                    <a:pt x="2645777" y="1045583"/>
                  </a:lnTo>
                  <a:lnTo>
                    <a:pt x="2644705" y="1045018"/>
                  </a:lnTo>
                  <a:lnTo>
                    <a:pt x="2643634" y="1044454"/>
                  </a:lnTo>
                  <a:lnTo>
                    <a:pt x="2642562" y="1043890"/>
                  </a:lnTo>
                  <a:lnTo>
                    <a:pt x="2641491" y="1043327"/>
                  </a:lnTo>
                  <a:lnTo>
                    <a:pt x="2640419" y="1042765"/>
                  </a:lnTo>
                  <a:lnTo>
                    <a:pt x="2639347" y="1042203"/>
                  </a:lnTo>
                  <a:lnTo>
                    <a:pt x="2638276" y="1041642"/>
                  </a:lnTo>
                  <a:lnTo>
                    <a:pt x="2637204" y="1041081"/>
                  </a:lnTo>
                  <a:lnTo>
                    <a:pt x="2636133" y="1040521"/>
                  </a:lnTo>
                  <a:lnTo>
                    <a:pt x="2635061" y="1039961"/>
                  </a:lnTo>
                  <a:lnTo>
                    <a:pt x="2633989" y="1039403"/>
                  </a:lnTo>
                  <a:lnTo>
                    <a:pt x="2632918" y="1038844"/>
                  </a:lnTo>
                  <a:lnTo>
                    <a:pt x="2631846" y="1038287"/>
                  </a:lnTo>
                  <a:lnTo>
                    <a:pt x="2630775" y="1037730"/>
                  </a:lnTo>
                  <a:lnTo>
                    <a:pt x="2629703" y="1037173"/>
                  </a:lnTo>
                  <a:lnTo>
                    <a:pt x="2628631" y="1036618"/>
                  </a:lnTo>
                  <a:lnTo>
                    <a:pt x="2627560" y="1036063"/>
                  </a:lnTo>
                  <a:lnTo>
                    <a:pt x="2626488" y="1035508"/>
                  </a:lnTo>
                  <a:lnTo>
                    <a:pt x="2625417" y="1034954"/>
                  </a:lnTo>
                  <a:lnTo>
                    <a:pt x="2624345" y="1034401"/>
                  </a:lnTo>
                  <a:lnTo>
                    <a:pt x="2623273" y="1033848"/>
                  </a:lnTo>
                  <a:lnTo>
                    <a:pt x="2622202" y="1033296"/>
                  </a:lnTo>
                  <a:lnTo>
                    <a:pt x="2621130" y="1032745"/>
                  </a:lnTo>
                  <a:lnTo>
                    <a:pt x="2620059" y="1032194"/>
                  </a:lnTo>
                  <a:lnTo>
                    <a:pt x="2618987" y="1031644"/>
                  </a:lnTo>
                  <a:lnTo>
                    <a:pt x="2617915" y="1031095"/>
                  </a:lnTo>
                  <a:lnTo>
                    <a:pt x="2616844" y="1030546"/>
                  </a:lnTo>
                  <a:lnTo>
                    <a:pt x="2615772" y="1029997"/>
                  </a:lnTo>
                  <a:lnTo>
                    <a:pt x="2614701" y="1029450"/>
                  </a:lnTo>
                  <a:lnTo>
                    <a:pt x="2613629" y="1028903"/>
                  </a:lnTo>
                  <a:lnTo>
                    <a:pt x="2612557" y="1028356"/>
                  </a:lnTo>
                  <a:lnTo>
                    <a:pt x="2611486" y="1027811"/>
                  </a:lnTo>
                  <a:lnTo>
                    <a:pt x="2610414" y="1027265"/>
                  </a:lnTo>
                  <a:lnTo>
                    <a:pt x="2609343" y="1026721"/>
                  </a:lnTo>
                  <a:lnTo>
                    <a:pt x="2608271" y="1026177"/>
                  </a:lnTo>
                  <a:lnTo>
                    <a:pt x="2607199" y="1025634"/>
                  </a:lnTo>
                  <a:lnTo>
                    <a:pt x="2606128" y="1025091"/>
                  </a:lnTo>
                  <a:lnTo>
                    <a:pt x="2605056" y="1024549"/>
                  </a:lnTo>
                  <a:lnTo>
                    <a:pt x="2603985" y="1024008"/>
                  </a:lnTo>
                  <a:lnTo>
                    <a:pt x="2602913" y="1023467"/>
                  </a:lnTo>
                  <a:lnTo>
                    <a:pt x="2601841" y="1022927"/>
                  </a:lnTo>
                  <a:lnTo>
                    <a:pt x="2600770" y="1022388"/>
                  </a:lnTo>
                  <a:lnTo>
                    <a:pt x="2599698" y="1021849"/>
                  </a:lnTo>
                  <a:lnTo>
                    <a:pt x="2598627" y="1021311"/>
                  </a:lnTo>
                  <a:lnTo>
                    <a:pt x="2597555" y="1020773"/>
                  </a:lnTo>
                  <a:lnTo>
                    <a:pt x="2596483" y="1020236"/>
                  </a:lnTo>
                  <a:lnTo>
                    <a:pt x="2595412" y="1019700"/>
                  </a:lnTo>
                  <a:lnTo>
                    <a:pt x="2594340" y="1019164"/>
                  </a:lnTo>
                  <a:lnTo>
                    <a:pt x="2593269" y="1018629"/>
                  </a:lnTo>
                  <a:lnTo>
                    <a:pt x="2592197" y="1018095"/>
                  </a:lnTo>
                  <a:lnTo>
                    <a:pt x="2591125" y="1017561"/>
                  </a:lnTo>
                  <a:lnTo>
                    <a:pt x="2590054" y="1017028"/>
                  </a:lnTo>
                  <a:lnTo>
                    <a:pt x="2588982" y="1016496"/>
                  </a:lnTo>
                  <a:lnTo>
                    <a:pt x="2587911" y="1015964"/>
                  </a:lnTo>
                  <a:lnTo>
                    <a:pt x="2586839" y="1015433"/>
                  </a:lnTo>
                  <a:lnTo>
                    <a:pt x="2585767" y="1014902"/>
                  </a:lnTo>
                  <a:lnTo>
                    <a:pt x="2584696" y="1014372"/>
                  </a:lnTo>
                  <a:lnTo>
                    <a:pt x="2583624" y="1013843"/>
                  </a:lnTo>
                  <a:lnTo>
                    <a:pt x="2582553" y="1013314"/>
                  </a:lnTo>
                  <a:lnTo>
                    <a:pt x="2581481" y="1012786"/>
                  </a:lnTo>
                  <a:lnTo>
                    <a:pt x="2580409" y="1012259"/>
                  </a:lnTo>
                  <a:lnTo>
                    <a:pt x="2579338" y="1011732"/>
                  </a:lnTo>
                  <a:lnTo>
                    <a:pt x="2578266" y="1011206"/>
                  </a:lnTo>
                  <a:lnTo>
                    <a:pt x="2577195" y="1010681"/>
                  </a:lnTo>
                  <a:lnTo>
                    <a:pt x="2576123" y="1010156"/>
                  </a:lnTo>
                  <a:lnTo>
                    <a:pt x="2575051" y="1009632"/>
                  </a:lnTo>
                  <a:lnTo>
                    <a:pt x="2573980" y="1009108"/>
                  </a:lnTo>
                  <a:lnTo>
                    <a:pt x="2572908" y="1008586"/>
                  </a:lnTo>
                  <a:lnTo>
                    <a:pt x="2571837" y="1008063"/>
                  </a:lnTo>
                  <a:lnTo>
                    <a:pt x="2570765" y="1007542"/>
                  </a:lnTo>
                  <a:lnTo>
                    <a:pt x="2569693" y="1007021"/>
                  </a:lnTo>
                  <a:lnTo>
                    <a:pt x="2568622" y="1006501"/>
                  </a:lnTo>
                  <a:lnTo>
                    <a:pt x="2567550" y="1005981"/>
                  </a:lnTo>
                  <a:lnTo>
                    <a:pt x="2566479" y="1005462"/>
                  </a:lnTo>
                  <a:lnTo>
                    <a:pt x="2565407" y="1004944"/>
                  </a:lnTo>
                  <a:lnTo>
                    <a:pt x="2564335" y="1004426"/>
                  </a:lnTo>
                  <a:lnTo>
                    <a:pt x="2563264" y="1003909"/>
                  </a:lnTo>
                  <a:lnTo>
                    <a:pt x="2562192" y="1003393"/>
                  </a:lnTo>
                  <a:lnTo>
                    <a:pt x="2561121" y="1002877"/>
                  </a:lnTo>
                  <a:lnTo>
                    <a:pt x="2560049" y="1002362"/>
                  </a:lnTo>
                  <a:lnTo>
                    <a:pt x="2558977" y="1001848"/>
                  </a:lnTo>
                  <a:lnTo>
                    <a:pt x="2557906" y="1001334"/>
                  </a:lnTo>
                  <a:lnTo>
                    <a:pt x="2556834" y="1000821"/>
                  </a:lnTo>
                  <a:lnTo>
                    <a:pt x="2555763" y="1000309"/>
                  </a:lnTo>
                  <a:lnTo>
                    <a:pt x="2554691" y="999797"/>
                  </a:lnTo>
                  <a:lnTo>
                    <a:pt x="2553619" y="999286"/>
                  </a:lnTo>
                  <a:lnTo>
                    <a:pt x="2552548" y="998776"/>
                  </a:lnTo>
                  <a:lnTo>
                    <a:pt x="2551476" y="998266"/>
                  </a:lnTo>
                  <a:lnTo>
                    <a:pt x="2550405" y="997757"/>
                  </a:lnTo>
                  <a:lnTo>
                    <a:pt x="2549333" y="997248"/>
                  </a:lnTo>
                  <a:lnTo>
                    <a:pt x="2548261" y="996740"/>
                  </a:lnTo>
                  <a:lnTo>
                    <a:pt x="2547190" y="996233"/>
                  </a:lnTo>
                  <a:lnTo>
                    <a:pt x="2546118" y="995727"/>
                  </a:lnTo>
                  <a:lnTo>
                    <a:pt x="2545047" y="995221"/>
                  </a:lnTo>
                  <a:lnTo>
                    <a:pt x="2543975" y="994716"/>
                  </a:lnTo>
                  <a:lnTo>
                    <a:pt x="2542903" y="994211"/>
                  </a:lnTo>
                  <a:lnTo>
                    <a:pt x="2541832" y="993707"/>
                  </a:lnTo>
                  <a:lnTo>
                    <a:pt x="2540760" y="993204"/>
                  </a:lnTo>
                  <a:lnTo>
                    <a:pt x="2539689" y="992702"/>
                  </a:lnTo>
                  <a:lnTo>
                    <a:pt x="2538617" y="992200"/>
                  </a:lnTo>
                  <a:lnTo>
                    <a:pt x="2537545" y="991699"/>
                  </a:lnTo>
                  <a:lnTo>
                    <a:pt x="2536474" y="991198"/>
                  </a:lnTo>
                  <a:lnTo>
                    <a:pt x="2535402" y="990698"/>
                  </a:lnTo>
                  <a:lnTo>
                    <a:pt x="2534331" y="990199"/>
                  </a:lnTo>
                  <a:lnTo>
                    <a:pt x="2533259" y="989700"/>
                  </a:lnTo>
                  <a:lnTo>
                    <a:pt x="2532187" y="989202"/>
                  </a:lnTo>
                  <a:lnTo>
                    <a:pt x="2531116" y="988705"/>
                  </a:lnTo>
                  <a:lnTo>
                    <a:pt x="2530044" y="988209"/>
                  </a:lnTo>
                  <a:lnTo>
                    <a:pt x="2528973" y="987713"/>
                  </a:lnTo>
                  <a:lnTo>
                    <a:pt x="2527901" y="987218"/>
                  </a:lnTo>
                  <a:lnTo>
                    <a:pt x="2526829" y="986723"/>
                  </a:lnTo>
                  <a:lnTo>
                    <a:pt x="2525758" y="986229"/>
                  </a:lnTo>
                  <a:lnTo>
                    <a:pt x="2524686" y="985736"/>
                  </a:lnTo>
                  <a:lnTo>
                    <a:pt x="2523615" y="985243"/>
                  </a:lnTo>
                  <a:lnTo>
                    <a:pt x="2522543" y="984752"/>
                  </a:lnTo>
                  <a:lnTo>
                    <a:pt x="2521471" y="984260"/>
                  </a:lnTo>
                  <a:lnTo>
                    <a:pt x="2520400" y="983770"/>
                  </a:lnTo>
                  <a:lnTo>
                    <a:pt x="2519328" y="983280"/>
                  </a:lnTo>
                  <a:lnTo>
                    <a:pt x="2518257" y="982791"/>
                  </a:lnTo>
                  <a:lnTo>
                    <a:pt x="2517185" y="982302"/>
                  </a:lnTo>
                  <a:lnTo>
                    <a:pt x="2516113" y="981814"/>
                  </a:lnTo>
                  <a:lnTo>
                    <a:pt x="2515042" y="981327"/>
                  </a:lnTo>
                  <a:lnTo>
                    <a:pt x="2513970" y="980841"/>
                  </a:lnTo>
                  <a:lnTo>
                    <a:pt x="2512899" y="980355"/>
                  </a:lnTo>
                  <a:lnTo>
                    <a:pt x="2511827" y="979870"/>
                  </a:lnTo>
                  <a:lnTo>
                    <a:pt x="2510755" y="979385"/>
                  </a:lnTo>
                  <a:lnTo>
                    <a:pt x="2509684" y="978902"/>
                  </a:lnTo>
                  <a:lnTo>
                    <a:pt x="2508612" y="978418"/>
                  </a:lnTo>
                  <a:lnTo>
                    <a:pt x="2507541" y="977936"/>
                  </a:lnTo>
                  <a:lnTo>
                    <a:pt x="2506469" y="977454"/>
                  </a:lnTo>
                  <a:lnTo>
                    <a:pt x="2505397" y="976973"/>
                  </a:lnTo>
                  <a:lnTo>
                    <a:pt x="2504326" y="976493"/>
                  </a:lnTo>
                  <a:lnTo>
                    <a:pt x="2503254" y="976013"/>
                  </a:lnTo>
                  <a:lnTo>
                    <a:pt x="2502183" y="975534"/>
                  </a:lnTo>
                  <a:lnTo>
                    <a:pt x="2501111" y="975056"/>
                  </a:lnTo>
                  <a:lnTo>
                    <a:pt x="2500039" y="974578"/>
                  </a:lnTo>
                  <a:lnTo>
                    <a:pt x="2498968" y="974101"/>
                  </a:lnTo>
                  <a:lnTo>
                    <a:pt x="2497896" y="973625"/>
                  </a:lnTo>
                  <a:lnTo>
                    <a:pt x="2496825" y="973149"/>
                  </a:lnTo>
                  <a:lnTo>
                    <a:pt x="2495753" y="972674"/>
                  </a:lnTo>
                  <a:lnTo>
                    <a:pt x="2494681" y="972200"/>
                  </a:lnTo>
                  <a:lnTo>
                    <a:pt x="2493610" y="971726"/>
                  </a:lnTo>
                  <a:lnTo>
                    <a:pt x="2492538" y="971253"/>
                  </a:lnTo>
                  <a:lnTo>
                    <a:pt x="2491467" y="970781"/>
                  </a:lnTo>
                  <a:lnTo>
                    <a:pt x="2490395" y="970310"/>
                  </a:lnTo>
                  <a:lnTo>
                    <a:pt x="2489323" y="969839"/>
                  </a:lnTo>
                  <a:lnTo>
                    <a:pt x="2488252" y="969369"/>
                  </a:lnTo>
                  <a:lnTo>
                    <a:pt x="2487180" y="968899"/>
                  </a:lnTo>
                  <a:lnTo>
                    <a:pt x="2486109" y="968431"/>
                  </a:lnTo>
                  <a:lnTo>
                    <a:pt x="2485037" y="967962"/>
                  </a:lnTo>
                  <a:lnTo>
                    <a:pt x="2483966" y="967495"/>
                  </a:lnTo>
                  <a:lnTo>
                    <a:pt x="2482894" y="967028"/>
                  </a:lnTo>
                  <a:lnTo>
                    <a:pt x="2481822" y="966562"/>
                  </a:lnTo>
                  <a:lnTo>
                    <a:pt x="2480751" y="966097"/>
                  </a:lnTo>
                  <a:lnTo>
                    <a:pt x="2479679" y="965632"/>
                  </a:lnTo>
                  <a:lnTo>
                    <a:pt x="2478608" y="965168"/>
                  </a:lnTo>
                  <a:lnTo>
                    <a:pt x="2477536" y="964705"/>
                  </a:lnTo>
                  <a:lnTo>
                    <a:pt x="2476464" y="964243"/>
                  </a:lnTo>
                  <a:lnTo>
                    <a:pt x="2475393" y="963781"/>
                  </a:lnTo>
                  <a:lnTo>
                    <a:pt x="2474321" y="963320"/>
                  </a:lnTo>
                  <a:lnTo>
                    <a:pt x="2473250" y="962859"/>
                  </a:lnTo>
                  <a:lnTo>
                    <a:pt x="2472178" y="962399"/>
                  </a:lnTo>
                  <a:lnTo>
                    <a:pt x="2471106" y="961940"/>
                  </a:lnTo>
                  <a:lnTo>
                    <a:pt x="2470035" y="961482"/>
                  </a:lnTo>
                  <a:lnTo>
                    <a:pt x="2468963" y="961024"/>
                  </a:lnTo>
                  <a:lnTo>
                    <a:pt x="2467892" y="960567"/>
                  </a:lnTo>
                  <a:lnTo>
                    <a:pt x="2466820" y="960111"/>
                  </a:lnTo>
                  <a:lnTo>
                    <a:pt x="2465748" y="959656"/>
                  </a:lnTo>
                  <a:lnTo>
                    <a:pt x="2464677" y="959201"/>
                  </a:lnTo>
                  <a:lnTo>
                    <a:pt x="2463605" y="958746"/>
                  </a:lnTo>
                  <a:lnTo>
                    <a:pt x="2462534" y="958293"/>
                  </a:lnTo>
                  <a:lnTo>
                    <a:pt x="2461462" y="957840"/>
                  </a:lnTo>
                  <a:lnTo>
                    <a:pt x="2460390" y="957388"/>
                  </a:lnTo>
                  <a:lnTo>
                    <a:pt x="2459319" y="956937"/>
                  </a:lnTo>
                  <a:lnTo>
                    <a:pt x="2458247" y="956486"/>
                  </a:lnTo>
                  <a:lnTo>
                    <a:pt x="2457176" y="956036"/>
                  </a:lnTo>
                  <a:lnTo>
                    <a:pt x="2456104" y="955587"/>
                  </a:lnTo>
                  <a:lnTo>
                    <a:pt x="2455032" y="955138"/>
                  </a:lnTo>
                  <a:lnTo>
                    <a:pt x="2453961" y="954690"/>
                  </a:lnTo>
                  <a:lnTo>
                    <a:pt x="2452889" y="954243"/>
                  </a:lnTo>
                  <a:lnTo>
                    <a:pt x="2451818" y="953797"/>
                  </a:lnTo>
                  <a:lnTo>
                    <a:pt x="2450746" y="953351"/>
                  </a:lnTo>
                  <a:lnTo>
                    <a:pt x="2449674" y="952906"/>
                  </a:lnTo>
                  <a:lnTo>
                    <a:pt x="2448603" y="952462"/>
                  </a:lnTo>
                  <a:lnTo>
                    <a:pt x="2447531" y="952018"/>
                  </a:lnTo>
                  <a:lnTo>
                    <a:pt x="2446460" y="951575"/>
                  </a:lnTo>
                  <a:lnTo>
                    <a:pt x="2445388" y="951133"/>
                  </a:lnTo>
                  <a:lnTo>
                    <a:pt x="2444316" y="950692"/>
                  </a:lnTo>
                  <a:lnTo>
                    <a:pt x="2443245" y="950251"/>
                  </a:lnTo>
                  <a:lnTo>
                    <a:pt x="2442173" y="949811"/>
                  </a:lnTo>
                  <a:lnTo>
                    <a:pt x="2441102" y="949371"/>
                  </a:lnTo>
                  <a:lnTo>
                    <a:pt x="2440030" y="948933"/>
                  </a:lnTo>
                  <a:lnTo>
                    <a:pt x="2438958" y="948495"/>
                  </a:lnTo>
                  <a:lnTo>
                    <a:pt x="2437887" y="948058"/>
                  </a:lnTo>
                  <a:lnTo>
                    <a:pt x="2436815" y="947621"/>
                  </a:lnTo>
                  <a:lnTo>
                    <a:pt x="2435744" y="947185"/>
                  </a:lnTo>
                  <a:lnTo>
                    <a:pt x="2434672" y="946750"/>
                  </a:lnTo>
                  <a:lnTo>
                    <a:pt x="2433600" y="946316"/>
                  </a:lnTo>
                  <a:lnTo>
                    <a:pt x="2432529" y="945882"/>
                  </a:lnTo>
                  <a:lnTo>
                    <a:pt x="2431457" y="945450"/>
                  </a:lnTo>
                  <a:lnTo>
                    <a:pt x="2430386" y="945017"/>
                  </a:lnTo>
                  <a:lnTo>
                    <a:pt x="2429314" y="944586"/>
                  </a:lnTo>
                  <a:lnTo>
                    <a:pt x="2428242" y="944155"/>
                  </a:lnTo>
                  <a:lnTo>
                    <a:pt x="2427171" y="943725"/>
                  </a:lnTo>
                  <a:lnTo>
                    <a:pt x="2426099" y="943296"/>
                  </a:lnTo>
                  <a:lnTo>
                    <a:pt x="2425028" y="942867"/>
                  </a:lnTo>
                  <a:lnTo>
                    <a:pt x="2423956" y="942439"/>
                  </a:lnTo>
                  <a:lnTo>
                    <a:pt x="2422884" y="942012"/>
                  </a:lnTo>
                  <a:lnTo>
                    <a:pt x="2421813" y="941586"/>
                  </a:lnTo>
                  <a:lnTo>
                    <a:pt x="2420741" y="941160"/>
                  </a:lnTo>
                  <a:lnTo>
                    <a:pt x="2419670" y="940735"/>
                  </a:lnTo>
                  <a:lnTo>
                    <a:pt x="2418598" y="940311"/>
                  </a:lnTo>
                  <a:lnTo>
                    <a:pt x="2417526" y="939887"/>
                  </a:lnTo>
                  <a:lnTo>
                    <a:pt x="2416455" y="939465"/>
                  </a:lnTo>
                  <a:lnTo>
                    <a:pt x="2415383" y="939043"/>
                  </a:lnTo>
                  <a:lnTo>
                    <a:pt x="2414312" y="938621"/>
                  </a:lnTo>
                  <a:lnTo>
                    <a:pt x="2413240" y="938201"/>
                  </a:lnTo>
                  <a:lnTo>
                    <a:pt x="2412168" y="937781"/>
                  </a:lnTo>
                  <a:lnTo>
                    <a:pt x="2411097" y="937362"/>
                  </a:lnTo>
                  <a:lnTo>
                    <a:pt x="2410025" y="936943"/>
                  </a:lnTo>
                  <a:lnTo>
                    <a:pt x="2408954" y="936526"/>
                  </a:lnTo>
                  <a:lnTo>
                    <a:pt x="2407882" y="936109"/>
                  </a:lnTo>
                  <a:lnTo>
                    <a:pt x="2406810" y="935692"/>
                  </a:lnTo>
                  <a:lnTo>
                    <a:pt x="2405739" y="935277"/>
                  </a:lnTo>
                  <a:lnTo>
                    <a:pt x="2404667" y="934862"/>
                  </a:lnTo>
                  <a:lnTo>
                    <a:pt x="2403596" y="934448"/>
                  </a:lnTo>
                  <a:lnTo>
                    <a:pt x="2402524" y="934035"/>
                  </a:lnTo>
                  <a:lnTo>
                    <a:pt x="2401452" y="933622"/>
                  </a:lnTo>
                  <a:lnTo>
                    <a:pt x="2400381" y="933211"/>
                  </a:lnTo>
                  <a:lnTo>
                    <a:pt x="2399309" y="932800"/>
                  </a:lnTo>
                  <a:lnTo>
                    <a:pt x="2398238" y="932389"/>
                  </a:lnTo>
                  <a:lnTo>
                    <a:pt x="2397166" y="931980"/>
                  </a:lnTo>
                  <a:lnTo>
                    <a:pt x="2396094" y="931571"/>
                  </a:lnTo>
                  <a:lnTo>
                    <a:pt x="2395023" y="931163"/>
                  </a:lnTo>
                  <a:lnTo>
                    <a:pt x="2393951" y="930755"/>
                  </a:lnTo>
                  <a:lnTo>
                    <a:pt x="2392880" y="930349"/>
                  </a:lnTo>
                  <a:lnTo>
                    <a:pt x="2391808" y="929943"/>
                  </a:lnTo>
                  <a:lnTo>
                    <a:pt x="2390736" y="929538"/>
                  </a:lnTo>
                  <a:lnTo>
                    <a:pt x="2389665" y="929133"/>
                  </a:lnTo>
                  <a:lnTo>
                    <a:pt x="2388593" y="928730"/>
                  </a:lnTo>
                  <a:lnTo>
                    <a:pt x="2387522" y="928327"/>
                  </a:lnTo>
                  <a:lnTo>
                    <a:pt x="2386450" y="927925"/>
                  </a:lnTo>
                  <a:lnTo>
                    <a:pt x="2385378" y="927523"/>
                  </a:lnTo>
                  <a:lnTo>
                    <a:pt x="2384307" y="927123"/>
                  </a:lnTo>
                  <a:lnTo>
                    <a:pt x="2383235" y="926723"/>
                  </a:lnTo>
                  <a:lnTo>
                    <a:pt x="2382164" y="926324"/>
                  </a:lnTo>
                  <a:lnTo>
                    <a:pt x="2381092" y="925925"/>
                  </a:lnTo>
                  <a:lnTo>
                    <a:pt x="2380020" y="925528"/>
                  </a:lnTo>
                  <a:lnTo>
                    <a:pt x="2378949" y="925131"/>
                  </a:lnTo>
                  <a:lnTo>
                    <a:pt x="2377877" y="924734"/>
                  </a:lnTo>
                  <a:lnTo>
                    <a:pt x="2376806" y="924339"/>
                  </a:lnTo>
                  <a:lnTo>
                    <a:pt x="2375734" y="923944"/>
                  </a:lnTo>
                  <a:lnTo>
                    <a:pt x="2374662" y="923550"/>
                  </a:lnTo>
                  <a:lnTo>
                    <a:pt x="2373591" y="923157"/>
                  </a:lnTo>
                  <a:lnTo>
                    <a:pt x="2372519" y="922765"/>
                  </a:lnTo>
                  <a:lnTo>
                    <a:pt x="2371448" y="922373"/>
                  </a:lnTo>
                  <a:lnTo>
                    <a:pt x="2370376" y="921982"/>
                  </a:lnTo>
                  <a:lnTo>
                    <a:pt x="2369304" y="921592"/>
                  </a:lnTo>
                  <a:lnTo>
                    <a:pt x="2368233" y="921203"/>
                  </a:lnTo>
                  <a:lnTo>
                    <a:pt x="2367161" y="920814"/>
                  </a:lnTo>
                  <a:lnTo>
                    <a:pt x="2366090" y="920427"/>
                  </a:lnTo>
                  <a:lnTo>
                    <a:pt x="2365018" y="920039"/>
                  </a:lnTo>
                  <a:lnTo>
                    <a:pt x="2363946" y="919653"/>
                  </a:lnTo>
                  <a:lnTo>
                    <a:pt x="2362875" y="919268"/>
                  </a:lnTo>
                  <a:lnTo>
                    <a:pt x="2361803" y="918883"/>
                  </a:lnTo>
                  <a:lnTo>
                    <a:pt x="2360732" y="918499"/>
                  </a:lnTo>
                  <a:lnTo>
                    <a:pt x="2359660" y="918115"/>
                  </a:lnTo>
                  <a:lnTo>
                    <a:pt x="2358588" y="917733"/>
                  </a:lnTo>
                  <a:lnTo>
                    <a:pt x="2357517" y="917351"/>
                  </a:lnTo>
                  <a:lnTo>
                    <a:pt x="2356445" y="916970"/>
                  </a:lnTo>
                  <a:lnTo>
                    <a:pt x="2355374" y="916590"/>
                  </a:lnTo>
                  <a:lnTo>
                    <a:pt x="2354302" y="916211"/>
                  </a:lnTo>
                  <a:lnTo>
                    <a:pt x="2353230" y="915832"/>
                  </a:lnTo>
                  <a:lnTo>
                    <a:pt x="2352159" y="915454"/>
                  </a:lnTo>
                  <a:lnTo>
                    <a:pt x="2351087" y="915077"/>
                  </a:lnTo>
                  <a:lnTo>
                    <a:pt x="2350016" y="914701"/>
                  </a:lnTo>
                  <a:lnTo>
                    <a:pt x="2348944" y="914325"/>
                  </a:lnTo>
                  <a:lnTo>
                    <a:pt x="2347872" y="913950"/>
                  </a:lnTo>
                  <a:lnTo>
                    <a:pt x="2346801" y="913576"/>
                  </a:lnTo>
                  <a:lnTo>
                    <a:pt x="2345729" y="913203"/>
                  </a:lnTo>
                  <a:lnTo>
                    <a:pt x="2344658" y="912830"/>
                  </a:lnTo>
                  <a:lnTo>
                    <a:pt x="2343586" y="912459"/>
                  </a:lnTo>
                  <a:lnTo>
                    <a:pt x="2342514" y="912088"/>
                  </a:lnTo>
                  <a:lnTo>
                    <a:pt x="2341443" y="911718"/>
                  </a:lnTo>
                  <a:lnTo>
                    <a:pt x="2340371" y="911348"/>
                  </a:lnTo>
                  <a:lnTo>
                    <a:pt x="2339300" y="910980"/>
                  </a:lnTo>
                  <a:lnTo>
                    <a:pt x="2338228" y="910612"/>
                  </a:lnTo>
                  <a:lnTo>
                    <a:pt x="2337156" y="910245"/>
                  </a:lnTo>
                  <a:lnTo>
                    <a:pt x="2336085" y="909879"/>
                  </a:lnTo>
                  <a:lnTo>
                    <a:pt x="2335013" y="909513"/>
                  </a:lnTo>
                  <a:lnTo>
                    <a:pt x="2333942" y="909148"/>
                  </a:lnTo>
                  <a:lnTo>
                    <a:pt x="2332870" y="908785"/>
                  </a:lnTo>
                  <a:lnTo>
                    <a:pt x="2331798" y="908421"/>
                  </a:lnTo>
                  <a:lnTo>
                    <a:pt x="2330727" y="908059"/>
                  </a:lnTo>
                  <a:lnTo>
                    <a:pt x="2329655" y="907698"/>
                  </a:lnTo>
                  <a:lnTo>
                    <a:pt x="2328584" y="907337"/>
                  </a:lnTo>
                  <a:lnTo>
                    <a:pt x="2327512" y="906977"/>
                  </a:lnTo>
                  <a:lnTo>
                    <a:pt x="2326440" y="906618"/>
                  </a:lnTo>
                  <a:lnTo>
                    <a:pt x="2325369" y="906259"/>
                  </a:lnTo>
                  <a:lnTo>
                    <a:pt x="2324297" y="905902"/>
                  </a:lnTo>
                  <a:lnTo>
                    <a:pt x="2323226" y="905545"/>
                  </a:lnTo>
                  <a:lnTo>
                    <a:pt x="2322154" y="905189"/>
                  </a:lnTo>
                  <a:lnTo>
                    <a:pt x="2321082" y="904834"/>
                  </a:lnTo>
                  <a:lnTo>
                    <a:pt x="2320011" y="904479"/>
                  </a:lnTo>
                  <a:lnTo>
                    <a:pt x="2318939" y="904126"/>
                  </a:lnTo>
                  <a:lnTo>
                    <a:pt x="2317868" y="903773"/>
                  </a:lnTo>
                  <a:lnTo>
                    <a:pt x="2316796" y="903421"/>
                  </a:lnTo>
                  <a:lnTo>
                    <a:pt x="2315724" y="903070"/>
                  </a:lnTo>
                  <a:lnTo>
                    <a:pt x="2314653" y="902719"/>
                  </a:lnTo>
                  <a:lnTo>
                    <a:pt x="2313581" y="902370"/>
                  </a:lnTo>
                  <a:lnTo>
                    <a:pt x="2312510" y="902021"/>
                  </a:lnTo>
                  <a:lnTo>
                    <a:pt x="2311438" y="901673"/>
                  </a:lnTo>
                  <a:lnTo>
                    <a:pt x="2310366" y="901325"/>
                  </a:lnTo>
                  <a:lnTo>
                    <a:pt x="2309295" y="900979"/>
                  </a:lnTo>
                  <a:lnTo>
                    <a:pt x="2308223" y="900633"/>
                  </a:lnTo>
                  <a:lnTo>
                    <a:pt x="2307152" y="900289"/>
                  </a:lnTo>
                  <a:lnTo>
                    <a:pt x="2306080" y="899945"/>
                  </a:lnTo>
                  <a:lnTo>
                    <a:pt x="2305009" y="899601"/>
                  </a:lnTo>
                  <a:lnTo>
                    <a:pt x="2303937" y="899259"/>
                  </a:lnTo>
                  <a:lnTo>
                    <a:pt x="2302865" y="898917"/>
                  </a:lnTo>
                  <a:lnTo>
                    <a:pt x="2301794" y="898577"/>
                  </a:lnTo>
                  <a:lnTo>
                    <a:pt x="2300722" y="898237"/>
                  </a:lnTo>
                  <a:lnTo>
                    <a:pt x="2299651" y="897898"/>
                  </a:lnTo>
                  <a:lnTo>
                    <a:pt x="2298579" y="897559"/>
                  </a:lnTo>
                  <a:lnTo>
                    <a:pt x="2297507" y="897222"/>
                  </a:lnTo>
                  <a:lnTo>
                    <a:pt x="2296436" y="896885"/>
                  </a:lnTo>
                  <a:lnTo>
                    <a:pt x="2295364" y="896549"/>
                  </a:lnTo>
                  <a:lnTo>
                    <a:pt x="2294293" y="896214"/>
                  </a:lnTo>
                  <a:lnTo>
                    <a:pt x="2293221" y="895880"/>
                  </a:lnTo>
                  <a:lnTo>
                    <a:pt x="2292149" y="895546"/>
                  </a:lnTo>
                  <a:lnTo>
                    <a:pt x="2291078" y="895214"/>
                  </a:lnTo>
                  <a:lnTo>
                    <a:pt x="2290006" y="894882"/>
                  </a:lnTo>
                  <a:lnTo>
                    <a:pt x="2288935" y="894551"/>
                  </a:lnTo>
                  <a:lnTo>
                    <a:pt x="2287863" y="894221"/>
                  </a:lnTo>
                  <a:lnTo>
                    <a:pt x="2286791" y="893892"/>
                  </a:lnTo>
                  <a:lnTo>
                    <a:pt x="2285720" y="893563"/>
                  </a:lnTo>
                  <a:lnTo>
                    <a:pt x="2284648" y="893235"/>
                  </a:lnTo>
                  <a:lnTo>
                    <a:pt x="2283577" y="892909"/>
                  </a:lnTo>
                  <a:lnTo>
                    <a:pt x="2282505" y="892583"/>
                  </a:lnTo>
                  <a:lnTo>
                    <a:pt x="2281433" y="892257"/>
                  </a:lnTo>
                  <a:lnTo>
                    <a:pt x="2280362" y="891933"/>
                  </a:lnTo>
                  <a:lnTo>
                    <a:pt x="2279290" y="891609"/>
                  </a:lnTo>
                  <a:lnTo>
                    <a:pt x="2278219" y="891287"/>
                  </a:lnTo>
                  <a:lnTo>
                    <a:pt x="2277147" y="890965"/>
                  </a:lnTo>
                  <a:lnTo>
                    <a:pt x="2276075" y="890644"/>
                  </a:lnTo>
                  <a:lnTo>
                    <a:pt x="2275004" y="890324"/>
                  </a:lnTo>
                  <a:lnTo>
                    <a:pt x="2273932" y="890004"/>
                  </a:lnTo>
                  <a:lnTo>
                    <a:pt x="2272861" y="889686"/>
                  </a:lnTo>
                  <a:lnTo>
                    <a:pt x="2271789" y="889368"/>
                  </a:lnTo>
                  <a:lnTo>
                    <a:pt x="2270717" y="889051"/>
                  </a:lnTo>
                  <a:lnTo>
                    <a:pt x="2269646" y="888735"/>
                  </a:lnTo>
                  <a:lnTo>
                    <a:pt x="2268574" y="888420"/>
                  </a:lnTo>
                  <a:lnTo>
                    <a:pt x="2267503" y="888106"/>
                  </a:lnTo>
                  <a:lnTo>
                    <a:pt x="2266431" y="887792"/>
                  </a:lnTo>
                  <a:lnTo>
                    <a:pt x="2265359" y="887480"/>
                  </a:lnTo>
                  <a:lnTo>
                    <a:pt x="2264288" y="887168"/>
                  </a:lnTo>
                  <a:lnTo>
                    <a:pt x="2263216" y="886857"/>
                  </a:lnTo>
                  <a:lnTo>
                    <a:pt x="2262145" y="886547"/>
                  </a:lnTo>
                  <a:lnTo>
                    <a:pt x="2261073" y="886238"/>
                  </a:lnTo>
                  <a:lnTo>
                    <a:pt x="2260001" y="885929"/>
                  </a:lnTo>
                  <a:lnTo>
                    <a:pt x="2258930" y="885622"/>
                  </a:lnTo>
                  <a:lnTo>
                    <a:pt x="2257858" y="885315"/>
                  </a:lnTo>
                  <a:lnTo>
                    <a:pt x="2256787" y="885009"/>
                  </a:lnTo>
                  <a:lnTo>
                    <a:pt x="2255715" y="884704"/>
                  </a:lnTo>
                  <a:lnTo>
                    <a:pt x="2254643" y="884400"/>
                  </a:lnTo>
                  <a:lnTo>
                    <a:pt x="2253572" y="884097"/>
                  </a:lnTo>
                  <a:lnTo>
                    <a:pt x="2252500" y="883794"/>
                  </a:lnTo>
                  <a:lnTo>
                    <a:pt x="2251429" y="883493"/>
                  </a:lnTo>
                  <a:lnTo>
                    <a:pt x="2250357" y="883192"/>
                  </a:lnTo>
                  <a:lnTo>
                    <a:pt x="2249285" y="882892"/>
                  </a:lnTo>
                  <a:lnTo>
                    <a:pt x="2248214" y="882593"/>
                  </a:lnTo>
                  <a:lnTo>
                    <a:pt x="2247142" y="882295"/>
                  </a:lnTo>
                  <a:lnTo>
                    <a:pt x="2246071" y="881998"/>
                  </a:lnTo>
                  <a:lnTo>
                    <a:pt x="2244999" y="881702"/>
                  </a:lnTo>
                  <a:lnTo>
                    <a:pt x="2243927" y="881406"/>
                  </a:lnTo>
                  <a:lnTo>
                    <a:pt x="2242856" y="881112"/>
                  </a:lnTo>
                  <a:lnTo>
                    <a:pt x="2241784" y="880818"/>
                  </a:lnTo>
                  <a:lnTo>
                    <a:pt x="2240713" y="880525"/>
                  </a:lnTo>
                  <a:lnTo>
                    <a:pt x="2239641" y="880233"/>
                  </a:lnTo>
                  <a:lnTo>
                    <a:pt x="2238569" y="879942"/>
                  </a:lnTo>
                  <a:lnTo>
                    <a:pt x="2237498" y="879652"/>
                  </a:lnTo>
                  <a:lnTo>
                    <a:pt x="2236426" y="879362"/>
                  </a:lnTo>
                  <a:lnTo>
                    <a:pt x="2235355" y="879074"/>
                  </a:lnTo>
                  <a:lnTo>
                    <a:pt x="2234283" y="878786"/>
                  </a:lnTo>
                  <a:lnTo>
                    <a:pt x="2233211" y="878499"/>
                  </a:lnTo>
                  <a:lnTo>
                    <a:pt x="2232140" y="878214"/>
                  </a:lnTo>
                  <a:lnTo>
                    <a:pt x="2231068" y="877929"/>
                  </a:lnTo>
                  <a:lnTo>
                    <a:pt x="2229997" y="877644"/>
                  </a:lnTo>
                  <a:lnTo>
                    <a:pt x="2228925" y="877361"/>
                  </a:lnTo>
                  <a:lnTo>
                    <a:pt x="2227853" y="877079"/>
                  </a:lnTo>
                  <a:lnTo>
                    <a:pt x="2226782" y="876797"/>
                  </a:lnTo>
                  <a:lnTo>
                    <a:pt x="2225710" y="876517"/>
                  </a:lnTo>
                  <a:lnTo>
                    <a:pt x="2224639" y="876237"/>
                  </a:lnTo>
                  <a:lnTo>
                    <a:pt x="2223567" y="875958"/>
                  </a:lnTo>
                  <a:lnTo>
                    <a:pt x="2222495" y="875681"/>
                  </a:lnTo>
                  <a:lnTo>
                    <a:pt x="2221424" y="875404"/>
                  </a:lnTo>
                  <a:lnTo>
                    <a:pt x="2220352" y="875128"/>
                  </a:lnTo>
                  <a:lnTo>
                    <a:pt x="2219281" y="874852"/>
                  </a:lnTo>
                  <a:lnTo>
                    <a:pt x="2218209" y="874578"/>
                  </a:lnTo>
                  <a:lnTo>
                    <a:pt x="2217137" y="874305"/>
                  </a:lnTo>
                  <a:lnTo>
                    <a:pt x="2216066" y="874032"/>
                  </a:lnTo>
                  <a:lnTo>
                    <a:pt x="2214994" y="873761"/>
                  </a:lnTo>
                  <a:lnTo>
                    <a:pt x="2213923" y="873490"/>
                  </a:lnTo>
                  <a:lnTo>
                    <a:pt x="2212851" y="873220"/>
                  </a:lnTo>
                  <a:lnTo>
                    <a:pt x="2211779" y="872951"/>
                  </a:lnTo>
                  <a:lnTo>
                    <a:pt x="2210708" y="872683"/>
                  </a:lnTo>
                  <a:lnTo>
                    <a:pt x="2209636" y="872416"/>
                  </a:lnTo>
                  <a:lnTo>
                    <a:pt x="2208565" y="872150"/>
                  </a:lnTo>
                  <a:lnTo>
                    <a:pt x="2207493" y="871885"/>
                  </a:lnTo>
                  <a:lnTo>
                    <a:pt x="2206421" y="871621"/>
                  </a:lnTo>
                  <a:lnTo>
                    <a:pt x="2205350" y="871357"/>
                  </a:lnTo>
                  <a:lnTo>
                    <a:pt x="2204278" y="871095"/>
                  </a:lnTo>
                  <a:lnTo>
                    <a:pt x="2203207" y="870833"/>
                  </a:lnTo>
                  <a:lnTo>
                    <a:pt x="2202135" y="870573"/>
                  </a:lnTo>
                  <a:lnTo>
                    <a:pt x="2201063" y="870313"/>
                  </a:lnTo>
                  <a:lnTo>
                    <a:pt x="2199992" y="870054"/>
                  </a:lnTo>
                  <a:lnTo>
                    <a:pt x="2198920" y="869796"/>
                  </a:lnTo>
                  <a:lnTo>
                    <a:pt x="2197849" y="869539"/>
                  </a:lnTo>
                  <a:lnTo>
                    <a:pt x="2196777" y="869283"/>
                  </a:lnTo>
                  <a:lnTo>
                    <a:pt x="2195705" y="869028"/>
                  </a:lnTo>
                  <a:lnTo>
                    <a:pt x="2194634" y="868774"/>
                  </a:lnTo>
                  <a:lnTo>
                    <a:pt x="2193562" y="868521"/>
                  </a:lnTo>
                  <a:lnTo>
                    <a:pt x="2192491" y="868269"/>
                  </a:lnTo>
                  <a:lnTo>
                    <a:pt x="2191419" y="868017"/>
                  </a:lnTo>
                  <a:lnTo>
                    <a:pt x="2190347" y="867767"/>
                  </a:lnTo>
                  <a:lnTo>
                    <a:pt x="2189276" y="867517"/>
                  </a:lnTo>
                  <a:lnTo>
                    <a:pt x="2188204" y="867269"/>
                  </a:lnTo>
                  <a:lnTo>
                    <a:pt x="2187133" y="867021"/>
                  </a:lnTo>
                  <a:lnTo>
                    <a:pt x="2186061" y="866775"/>
                  </a:lnTo>
                  <a:lnTo>
                    <a:pt x="2184989" y="866529"/>
                  </a:lnTo>
                  <a:lnTo>
                    <a:pt x="2183918" y="866284"/>
                  </a:lnTo>
                  <a:lnTo>
                    <a:pt x="2182846" y="866041"/>
                  </a:lnTo>
                  <a:lnTo>
                    <a:pt x="2181775" y="865798"/>
                  </a:lnTo>
                  <a:lnTo>
                    <a:pt x="2180703" y="865556"/>
                  </a:lnTo>
                  <a:lnTo>
                    <a:pt x="2179631" y="865315"/>
                  </a:lnTo>
                  <a:lnTo>
                    <a:pt x="2178560" y="865075"/>
                  </a:lnTo>
                  <a:lnTo>
                    <a:pt x="2177488" y="864836"/>
                  </a:lnTo>
                  <a:lnTo>
                    <a:pt x="2176417" y="864598"/>
                  </a:lnTo>
                  <a:lnTo>
                    <a:pt x="2175345" y="864361"/>
                  </a:lnTo>
                  <a:lnTo>
                    <a:pt x="2174273" y="864125"/>
                  </a:lnTo>
                  <a:lnTo>
                    <a:pt x="2173202" y="863889"/>
                  </a:lnTo>
                  <a:lnTo>
                    <a:pt x="2172130" y="863655"/>
                  </a:lnTo>
                  <a:lnTo>
                    <a:pt x="2171059" y="863422"/>
                  </a:lnTo>
                  <a:lnTo>
                    <a:pt x="2169987" y="863190"/>
                  </a:lnTo>
                  <a:lnTo>
                    <a:pt x="2168915" y="862958"/>
                  </a:lnTo>
                  <a:lnTo>
                    <a:pt x="2167844" y="862728"/>
                  </a:lnTo>
                  <a:lnTo>
                    <a:pt x="2166772" y="862499"/>
                  </a:lnTo>
                  <a:lnTo>
                    <a:pt x="2165701" y="862270"/>
                  </a:lnTo>
                  <a:lnTo>
                    <a:pt x="2164629" y="862043"/>
                  </a:lnTo>
                  <a:lnTo>
                    <a:pt x="2163557" y="861817"/>
                  </a:lnTo>
                  <a:lnTo>
                    <a:pt x="2162486" y="861591"/>
                  </a:lnTo>
                  <a:lnTo>
                    <a:pt x="2161414" y="861367"/>
                  </a:lnTo>
                  <a:lnTo>
                    <a:pt x="2160343" y="861143"/>
                  </a:lnTo>
                  <a:lnTo>
                    <a:pt x="2159271" y="860921"/>
                  </a:lnTo>
                  <a:lnTo>
                    <a:pt x="2158199" y="860700"/>
                  </a:lnTo>
                  <a:lnTo>
                    <a:pt x="2157128" y="860479"/>
                  </a:lnTo>
                  <a:lnTo>
                    <a:pt x="2156056" y="860260"/>
                  </a:lnTo>
                  <a:lnTo>
                    <a:pt x="2154985" y="860041"/>
                  </a:lnTo>
                  <a:lnTo>
                    <a:pt x="2153913" y="859824"/>
                  </a:lnTo>
                  <a:lnTo>
                    <a:pt x="2152841" y="859607"/>
                  </a:lnTo>
                  <a:lnTo>
                    <a:pt x="2151770" y="859392"/>
                  </a:lnTo>
                  <a:lnTo>
                    <a:pt x="2150698" y="859177"/>
                  </a:lnTo>
                  <a:lnTo>
                    <a:pt x="2149627" y="858964"/>
                  </a:lnTo>
                  <a:lnTo>
                    <a:pt x="2148555" y="858752"/>
                  </a:lnTo>
                  <a:lnTo>
                    <a:pt x="2147483" y="858540"/>
                  </a:lnTo>
                  <a:lnTo>
                    <a:pt x="2146412" y="858330"/>
                  </a:lnTo>
                  <a:lnTo>
                    <a:pt x="2145340" y="858121"/>
                  </a:lnTo>
                  <a:lnTo>
                    <a:pt x="2144269" y="857912"/>
                  </a:lnTo>
                  <a:lnTo>
                    <a:pt x="2143197" y="857705"/>
                  </a:lnTo>
                  <a:lnTo>
                    <a:pt x="2142125" y="857499"/>
                  </a:lnTo>
                  <a:lnTo>
                    <a:pt x="2141054" y="857293"/>
                  </a:lnTo>
                  <a:lnTo>
                    <a:pt x="2139982" y="857089"/>
                  </a:lnTo>
                  <a:lnTo>
                    <a:pt x="2138911" y="856886"/>
                  </a:lnTo>
                  <a:lnTo>
                    <a:pt x="2137839" y="856684"/>
                  </a:lnTo>
                  <a:lnTo>
                    <a:pt x="2136767" y="856483"/>
                  </a:lnTo>
                  <a:lnTo>
                    <a:pt x="2135696" y="856282"/>
                  </a:lnTo>
                  <a:lnTo>
                    <a:pt x="2134624" y="856083"/>
                  </a:lnTo>
                  <a:lnTo>
                    <a:pt x="2133553" y="855885"/>
                  </a:lnTo>
                  <a:lnTo>
                    <a:pt x="2132481" y="855688"/>
                  </a:lnTo>
                  <a:lnTo>
                    <a:pt x="2131409" y="855493"/>
                  </a:lnTo>
                  <a:lnTo>
                    <a:pt x="2130338" y="855298"/>
                  </a:lnTo>
                  <a:lnTo>
                    <a:pt x="2129266" y="855104"/>
                  </a:lnTo>
                  <a:lnTo>
                    <a:pt x="2128195" y="854911"/>
                  </a:lnTo>
                  <a:lnTo>
                    <a:pt x="2127123" y="854719"/>
                  </a:lnTo>
                  <a:lnTo>
                    <a:pt x="2126052" y="854529"/>
                  </a:lnTo>
                  <a:lnTo>
                    <a:pt x="2124980" y="854339"/>
                  </a:lnTo>
                  <a:lnTo>
                    <a:pt x="2123908" y="854150"/>
                  </a:lnTo>
                  <a:lnTo>
                    <a:pt x="2122837" y="853963"/>
                  </a:lnTo>
                  <a:lnTo>
                    <a:pt x="2121765" y="853776"/>
                  </a:lnTo>
                  <a:lnTo>
                    <a:pt x="2120694" y="853591"/>
                  </a:lnTo>
                  <a:lnTo>
                    <a:pt x="2119622" y="853407"/>
                  </a:lnTo>
                  <a:lnTo>
                    <a:pt x="2118550" y="853223"/>
                  </a:lnTo>
                  <a:lnTo>
                    <a:pt x="2117479" y="853041"/>
                  </a:lnTo>
                  <a:lnTo>
                    <a:pt x="2116407" y="852860"/>
                  </a:lnTo>
                  <a:lnTo>
                    <a:pt x="2115336" y="852680"/>
                  </a:lnTo>
                  <a:lnTo>
                    <a:pt x="2114264" y="852501"/>
                  </a:lnTo>
                  <a:lnTo>
                    <a:pt x="2113192" y="852323"/>
                  </a:lnTo>
                  <a:lnTo>
                    <a:pt x="2112121" y="852146"/>
                  </a:lnTo>
                  <a:lnTo>
                    <a:pt x="2111049" y="851970"/>
                  </a:lnTo>
                  <a:lnTo>
                    <a:pt x="2109978" y="851795"/>
                  </a:lnTo>
                  <a:lnTo>
                    <a:pt x="2108906" y="851622"/>
                  </a:lnTo>
                  <a:lnTo>
                    <a:pt x="2107834" y="851449"/>
                  </a:lnTo>
                  <a:lnTo>
                    <a:pt x="2106763" y="851277"/>
                  </a:lnTo>
                  <a:lnTo>
                    <a:pt x="2105691" y="851107"/>
                  </a:lnTo>
                  <a:lnTo>
                    <a:pt x="2104620" y="850938"/>
                  </a:lnTo>
                  <a:lnTo>
                    <a:pt x="2103548" y="850769"/>
                  </a:lnTo>
                  <a:lnTo>
                    <a:pt x="2102476" y="850602"/>
                  </a:lnTo>
                  <a:lnTo>
                    <a:pt x="2101405" y="850436"/>
                  </a:lnTo>
                  <a:lnTo>
                    <a:pt x="2100333" y="850271"/>
                  </a:lnTo>
                  <a:lnTo>
                    <a:pt x="2099262" y="850107"/>
                  </a:lnTo>
                  <a:lnTo>
                    <a:pt x="2098190" y="849944"/>
                  </a:lnTo>
                  <a:lnTo>
                    <a:pt x="2097118" y="849782"/>
                  </a:lnTo>
                  <a:lnTo>
                    <a:pt x="2096047" y="849622"/>
                  </a:lnTo>
                  <a:lnTo>
                    <a:pt x="2094975" y="849462"/>
                  </a:lnTo>
                  <a:lnTo>
                    <a:pt x="2093904" y="849304"/>
                  </a:lnTo>
                  <a:lnTo>
                    <a:pt x="2092832" y="849146"/>
                  </a:lnTo>
                  <a:lnTo>
                    <a:pt x="2091760" y="848990"/>
                  </a:lnTo>
                  <a:lnTo>
                    <a:pt x="2090689" y="848835"/>
                  </a:lnTo>
                  <a:lnTo>
                    <a:pt x="2089617" y="848681"/>
                  </a:lnTo>
                  <a:lnTo>
                    <a:pt x="2088546" y="848528"/>
                  </a:lnTo>
                  <a:lnTo>
                    <a:pt x="2087474" y="848376"/>
                  </a:lnTo>
                  <a:lnTo>
                    <a:pt x="2086402" y="848225"/>
                  </a:lnTo>
                  <a:lnTo>
                    <a:pt x="2085331" y="848075"/>
                  </a:lnTo>
                  <a:lnTo>
                    <a:pt x="2084259" y="847927"/>
                  </a:lnTo>
                  <a:lnTo>
                    <a:pt x="2083188" y="847779"/>
                  </a:lnTo>
                  <a:lnTo>
                    <a:pt x="2082116" y="847633"/>
                  </a:lnTo>
                  <a:lnTo>
                    <a:pt x="2081044" y="847488"/>
                  </a:lnTo>
                  <a:lnTo>
                    <a:pt x="2079973" y="847344"/>
                  </a:lnTo>
                  <a:lnTo>
                    <a:pt x="2078901" y="847201"/>
                  </a:lnTo>
                  <a:lnTo>
                    <a:pt x="2077830" y="847059"/>
                  </a:lnTo>
                  <a:lnTo>
                    <a:pt x="2076758" y="846918"/>
                  </a:lnTo>
                  <a:lnTo>
                    <a:pt x="2075686" y="846778"/>
                  </a:lnTo>
                  <a:lnTo>
                    <a:pt x="2074615" y="846640"/>
                  </a:lnTo>
                  <a:lnTo>
                    <a:pt x="2073543" y="846502"/>
                  </a:lnTo>
                  <a:lnTo>
                    <a:pt x="2072472" y="846366"/>
                  </a:lnTo>
                  <a:lnTo>
                    <a:pt x="2071400" y="846231"/>
                  </a:lnTo>
                  <a:lnTo>
                    <a:pt x="2070328" y="846097"/>
                  </a:lnTo>
                  <a:lnTo>
                    <a:pt x="2069257" y="845964"/>
                  </a:lnTo>
                  <a:lnTo>
                    <a:pt x="2068185" y="845832"/>
                  </a:lnTo>
                  <a:lnTo>
                    <a:pt x="2067114" y="845702"/>
                  </a:lnTo>
                  <a:lnTo>
                    <a:pt x="2066042" y="845572"/>
                  </a:lnTo>
                  <a:lnTo>
                    <a:pt x="2064970" y="845444"/>
                  </a:lnTo>
                  <a:lnTo>
                    <a:pt x="2063899" y="845317"/>
                  </a:lnTo>
                  <a:lnTo>
                    <a:pt x="2062827" y="845191"/>
                  </a:lnTo>
                  <a:lnTo>
                    <a:pt x="2061756" y="845066"/>
                  </a:lnTo>
                  <a:lnTo>
                    <a:pt x="2060684" y="844942"/>
                  </a:lnTo>
                  <a:lnTo>
                    <a:pt x="2059612" y="844819"/>
                  </a:lnTo>
                  <a:lnTo>
                    <a:pt x="2058541" y="844698"/>
                  </a:lnTo>
                  <a:lnTo>
                    <a:pt x="2057469" y="844578"/>
                  </a:lnTo>
                  <a:lnTo>
                    <a:pt x="2056398" y="844458"/>
                  </a:lnTo>
                  <a:lnTo>
                    <a:pt x="2055326" y="844340"/>
                  </a:lnTo>
                  <a:lnTo>
                    <a:pt x="2054254" y="844224"/>
                  </a:lnTo>
                  <a:lnTo>
                    <a:pt x="2053183" y="844108"/>
                  </a:lnTo>
                  <a:lnTo>
                    <a:pt x="2052111" y="843993"/>
                  </a:lnTo>
                  <a:lnTo>
                    <a:pt x="2051040" y="843880"/>
                  </a:lnTo>
                  <a:lnTo>
                    <a:pt x="2049968" y="843767"/>
                  </a:lnTo>
                  <a:lnTo>
                    <a:pt x="2048896" y="843656"/>
                  </a:lnTo>
                  <a:lnTo>
                    <a:pt x="2047825" y="843546"/>
                  </a:lnTo>
                  <a:lnTo>
                    <a:pt x="2046753" y="843438"/>
                  </a:lnTo>
                  <a:lnTo>
                    <a:pt x="2045682" y="843330"/>
                  </a:lnTo>
                  <a:lnTo>
                    <a:pt x="2044610" y="843224"/>
                  </a:lnTo>
                  <a:lnTo>
                    <a:pt x="2043538" y="843118"/>
                  </a:lnTo>
                  <a:lnTo>
                    <a:pt x="2042467" y="843014"/>
                  </a:lnTo>
                  <a:lnTo>
                    <a:pt x="2041395" y="842911"/>
                  </a:lnTo>
                  <a:lnTo>
                    <a:pt x="2040324" y="842809"/>
                  </a:lnTo>
                  <a:lnTo>
                    <a:pt x="2039252" y="842709"/>
                  </a:lnTo>
                  <a:lnTo>
                    <a:pt x="2038180" y="842609"/>
                  </a:lnTo>
                  <a:lnTo>
                    <a:pt x="2037109" y="842511"/>
                  </a:lnTo>
                  <a:lnTo>
                    <a:pt x="2036037" y="842414"/>
                  </a:lnTo>
                  <a:lnTo>
                    <a:pt x="2034966" y="842318"/>
                  </a:lnTo>
                  <a:lnTo>
                    <a:pt x="2033894" y="842223"/>
                  </a:lnTo>
                  <a:lnTo>
                    <a:pt x="2032822" y="842130"/>
                  </a:lnTo>
                  <a:lnTo>
                    <a:pt x="2031751" y="842037"/>
                  </a:lnTo>
                  <a:lnTo>
                    <a:pt x="2030679" y="841946"/>
                  </a:lnTo>
                  <a:lnTo>
                    <a:pt x="2029608" y="841856"/>
                  </a:lnTo>
                  <a:lnTo>
                    <a:pt x="2028536" y="841767"/>
                  </a:lnTo>
                  <a:lnTo>
                    <a:pt x="2027464" y="841679"/>
                  </a:lnTo>
                  <a:lnTo>
                    <a:pt x="2026393" y="841593"/>
                  </a:lnTo>
                  <a:lnTo>
                    <a:pt x="2025321" y="841508"/>
                  </a:lnTo>
                  <a:lnTo>
                    <a:pt x="2024250" y="841424"/>
                  </a:lnTo>
                  <a:lnTo>
                    <a:pt x="2023178" y="841341"/>
                  </a:lnTo>
                  <a:lnTo>
                    <a:pt x="2022106" y="841259"/>
                  </a:lnTo>
                  <a:lnTo>
                    <a:pt x="2021035" y="841179"/>
                  </a:lnTo>
                  <a:lnTo>
                    <a:pt x="2019963" y="841099"/>
                  </a:lnTo>
                  <a:lnTo>
                    <a:pt x="2018892" y="841021"/>
                  </a:lnTo>
                  <a:lnTo>
                    <a:pt x="2017820" y="840944"/>
                  </a:lnTo>
                  <a:lnTo>
                    <a:pt x="2016748" y="840868"/>
                  </a:lnTo>
                  <a:lnTo>
                    <a:pt x="2015677" y="840794"/>
                  </a:lnTo>
                  <a:lnTo>
                    <a:pt x="2014605" y="840721"/>
                  </a:lnTo>
                  <a:lnTo>
                    <a:pt x="2013534" y="840649"/>
                  </a:lnTo>
                  <a:lnTo>
                    <a:pt x="2012462" y="840578"/>
                  </a:lnTo>
                  <a:lnTo>
                    <a:pt x="2011390" y="840508"/>
                  </a:lnTo>
                  <a:lnTo>
                    <a:pt x="2010319" y="840439"/>
                  </a:lnTo>
                  <a:lnTo>
                    <a:pt x="2009247" y="840372"/>
                  </a:lnTo>
                  <a:lnTo>
                    <a:pt x="2008176" y="840306"/>
                  </a:lnTo>
                  <a:lnTo>
                    <a:pt x="2007104" y="840241"/>
                  </a:lnTo>
                  <a:lnTo>
                    <a:pt x="2006032" y="840177"/>
                  </a:lnTo>
                  <a:lnTo>
                    <a:pt x="2004961" y="840115"/>
                  </a:lnTo>
                  <a:lnTo>
                    <a:pt x="2003889" y="840054"/>
                  </a:lnTo>
                  <a:lnTo>
                    <a:pt x="2002818" y="839994"/>
                  </a:lnTo>
                  <a:lnTo>
                    <a:pt x="2001746" y="839935"/>
                  </a:lnTo>
                  <a:lnTo>
                    <a:pt x="2000674" y="839877"/>
                  </a:lnTo>
                  <a:lnTo>
                    <a:pt x="1999603" y="839821"/>
                  </a:lnTo>
                  <a:lnTo>
                    <a:pt x="1998531" y="839766"/>
                  </a:lnTo>
                  <a:lnTo>
                    <a:pt x="1997460" y="839712"/>
                  </a:lnTo>
                  <a:lnTo>
                    <a:pt x="1996388" y="839659"/>
                  </a:lnTo>
                  <a:lnTo>
                    <a:pt x="1995316" y="839607"/>
                  </a:lnTo>
                  <a:lnTo>
                    <a:pt x="1994245" y="839557"/>
                  </a:lnTo>
                  <a:lnTo>
                    <a:pt x="1993173" y="839508"/>
                  </a:lnTo>
                  <a:lnTo>
                    <a:pt x="1992102" y="839460"/>
                  </a:lnTo>
                  <a:lnTo>
                    <a:pt x="1991030" y="839414"/>
                  </a:lnTo>
                  <a:lnTo>
                    <a:pt x="1989958" y="839368"/>
                  </a:lnTo>
                  <a:lnTo>
                    <a:pt x="1988887" y="839324"/>
                  </a:lnTo>
                  <a:lnTo>
                    <a:pt x="1987815" y="839281"/>
                  </a:lnTo>
                  <a:lnTo>
                    <a:pt x="1986744" y="839239"/>
                  </a:lnTo>
                  <a:lnTo>
                    <a:pt x="1985672" y="839199"/>
                  </a:lnTo>
                  <a:lnTo>
                    <a:pt x="1984600" y="839160"/>
                  </a:lnTo>
                  <a:lnTo>
                    <a:pt x="1983529" y="839122"/>
                  </a:lnTo>
                  <a:lnTo>
                    <a:pt x="1982457" y="839085"/>
                  </a:lnTo>
                  <a:lnTo>
                    <a:pt x="1981386" y="839049"/>
                  </a:lnTo>
                  <a:lnTo>
                    <a:pt x="1980314" y="839015"/>
                  </a:lnTo>
                  <a:lnTo>
                    <a:pt x="1979242" y="838982"/>
                  </a:lnTo>
                  <a:lnTo>
                    <a:pt x="1978171" y="838950"/>
                  </a:lnTo>
                  <a:lnTo>
                    <a:pt x="1977099" y="838919"/>
                  </a:lnTo>
                  <a:lnTo>
                    <a:pt x="1976028" y="838890"/>
                  </a:lnTo>
                  <a:lnTo>
                    <a:pt x="1974956" y="838862"/>
                  </a:lnTo>
                  <a:lnTo>
                    <a:pt x="1973884" y="838835"/>
                  </a:lnTo>
                  <a:lnTo>
                    <a:pt x="1972813" y="838809"/>
                  </a:lnTo>
                  <a:lnTo>
                    <a:pt x="1971741" y="838785"/>
                  </a:lnTo>
                  <a:lnTo>
                    <a:pt x="1970670" y="838761"/>
                  </a:lnTo>
                  <a:lnTo>
                    <a:pt x="1969598" y="838739"/>
                  </a:lnTo>
                  <a:lnTo>
                    <a:pt x="1968526" y="838719"/>
                  </a:lnTo>
                  <a:lnTo>
                    <a:pt x="1967455" y="838699"/>
                  </a:lnTo>
                  <a:lnTo>
                    <a:pt x="1966383" y="838681"/>
                  </a:lnTo>
                  <a:lnTo>
                    <a:pt x="1965312" y="838664"/>
                  </a:lnTo>
                  <a:lnTo>
                    <a:pt x="1964240" y="838648"/>
                  </a:lnTo>
                  <a:lnTo>
                    <a:pt x="1963168" y="838634"/>
                  </a:lnTo>
                  <a:lnTo>
                    <a:pt x="1962097" y="838620"/>
                  </a:lnTo>
                  <a:lnTo>
                    <a:pt x="1961025" y="838608"/>
                  </a:lnTo>
                  <a:lnTo>
                    <a:pt x="1959954" y="838597"/>
                  </a:lnTo>
                  <a:lnTo>
                    <a:pt x="1958882" y="838588"/>
                  </a:lnTo>
                  <a:lnTo>
                    <a:pt x="1957810" y="838579"/>
                  </a:lnTo>
                  <a:lnTo>
                    <a:pt x="1956739" y="838572"/>
                  </a:lnTo>
                  <a:lnTo>
                    <a:pt x="1955667" y="838567"/>
                  </a:lnTo>
                  <a:lnTo>
                    <a:pt x="1954596" y="838562"/>
                  </a:lnTo>
                  <a:lnTo>
                    <a:pt x="1953524" y="838559"/>
                  </a:lnTo>
                  <a:lnTo>
                    <a:pt x="1952453" y="838556"/>
                  </a:lnTo>
                  <a:lnTo>
                    <a:pt x="1951381" y="838556"/>
                  </a:lnTo>
                  <a:lnTo>
                    <a:pt x="1950309" y="838556"/>
                  </a:lnTo>
                  <a:lnTo>
                    <a:pt x="1949238" y="838558"/>
                  </a:lnTo>
                  <a:lnTo>
                    <a:pt x="1948166" y="838560"/>
                  </a:lnTo>
                  <a:lnTo>
                    <a:pt x="1947095" y="838564"/>
                  </a:lnTo>
                  <a:lnTo>
                    <a:pt x="1946023" y="838570"/>
                  </a:lnTo>
                  <a:lnTo>
                    <a:pt x="1944951" y="838576"/>
                  </a:lnTo>
                  <a:lnTo>
                    <a:pt x="1943880" y="838584"/>
                  </a:lnTo>
                  <a:lnTo>
                    <a:pt x="1942808" y="838593"/>
                  </a:lnTo>
                  <a:lnTo>
                    <a:pt x="1941737" y="838604"/>
                  </a:lnTo>
                  <a:lnTo>
                    <a:pt x="1940665" y="838615"/>
                  </a:lnTo>
                  <a:lnTo>
                    <a:pt x="1939593" y="838628"/>
                  </a:lnTo>
                  <a:lnTo>
                    <a:pt x="1938522" y="838642"/>
                  </a:lnTo>
                  <a:lnTo>
                    <a:pt x="1937450" y="838657"/>
                  </a:lnTo>
                  <a:lnTo>
                    <a:pt x="1936379" y="838674"/>
                  </a:lnTo>
                  <a:lnTo>
                    <a:pt x="1935307" y="838692"/>
                  </a:lnTo>
                  <a:lnTo>
                    <a:pt x="1934235" y="838711"/>
                  </a:lnTo>
                  <a:lnTo>
                    <a:pt x="1933164" y="838731"/>
                  </a:lnTo>
                  <a:lnTo>
                    <a:pt x="1932092" y="838752"/>
                  </a:lnTo>
                  <a:lnTo>
                    <a:pt x="1931021" y="838775"/>
                  </a:lnTo>
                  <a:lnTo>
                    <a:pt x="1929949" y="838799"/>
                  </a:lnTo>
                  <a:lnTo>
                    <a:pt x="1928877" y="838824"/>
                  </a:lnTo>
                  <a:lnTo>
                    <a:pt x="1927806" y="838851"/>
                  </a:lnTo>
                  <a:lnTo>
                    <a:pt x="1926734" y="838878"/>
                  </a:lnTo>
                  <a:lnTo>
                    <a:pt x="1925663" y="838907"/>
                  </a:lnTo>
                  <a:lnTo>
                    <a:pt x="1924591" y="838937"/>
                  </a:lnTo>
                  <a:lnTo>
                    <a:pt x="1923519" y="838969"/>
                  </a:lnTo>
                  <a:lnTo>
                    <a:pt x="1922448" y="839001"/>
                  </a:lnTo>
                  <a:lnTo>
                    <a:pt x="1921376" y="839035"/>
                  </a:lnTo>
                  <a:lnTo>
                    <a:pt x="1920305" y="839070"/>
                  </a:lnTo>
                  <a:lnTo>
                    <a:pt x="1919233" y="839106"/>
                  </a:lnTo>
                  <a:lnTo>
                    <a:pt x="1918161" y="839144"/>
                  </a:lnTo>
                  <a:lnTo>
                    <a:pt x="1917090" y="839183"/>
                  </a:lnTo>
                  <a:lnTo>
                    <a:pt x="1916018" y="839223"/>
                  </a:lnTo>
                  <a:lnTo>
                    <a:pt x="1914947" y="839264"/>
                  </a:lnTo>
                  <a:lnTo>
                    <a:pt x="1913875" y="839306"/>
                  </a:lnTo>
                  <a:lnTo>
                    <a:pt x="1912803" y="839350"/>
                  </a:lnTo>
                  <a:lnTo>
                    <a:pt x="1911732" y="839395"/>
                  </a:lnTo>
                  <a:lnTo>
                    <a:pt x="1910660" y="839441"/>
                  </a:lnTo>
                  <a:lnTo>
                    <a:pt x="1909589" y="839488"/>
                  </a:lnTo>
                  <a:lnTo>
                    <a:pt x="1908517" y="839537"/>
                  </a:lnTo>
                  <a:lnTo>
                    <a:pt x="1907445" y="839586"/>
                  </a:lnTo>
                  <a:lnTo>
                    <a:pt x="1906374" y="839637"/>
                  </a:lnTo>
                  <a:lnTo>
                    <a:pt x="1905302" y="839690"/>
                  </a:lnTo>
                  <a:lnTo>
                    <a:pt x="1904231" y="839743"/>
                  </a:lnTo>
                  <a:lnTo>
                    <a:pt x="1903159" y="839797"/>
                  </a:lnTo>
                  <a:lnTo>
                    <a:pt x="1902087" y="839853"/>
                  </a:lnTo>
                  <a:lnTo>
                    <a:pt x="1901016" y="839910"/>
                  </a:lnTo>
                  <a:lnTo>
                    <a:pt x="1899944" y="839968"/>
                  </a:lnTo>
                  <a:lnTo>
                    <a:pt x="1898873" y="840028"/>
                  </a:lnTo>
                  <a:lnTo>
                    <a:pt x="1897801" y="840088"/>
                  </a:lnTo>
                  <a:lnTo>
                    <a:pt x="1896729" y="840150"/>
                  </a:lnTo>
                  <a:lnTo>
                    <a:pt x="1895658" y="840213"/>
                  </a:lnTo>
                  <a:lnTo>
                    <a:pt x="1894586" y="840277"/>
                  </a:lnTo>
                  <a:lnTo>
                    <a:pt x="1893515" y="840343"/>
                  </a:lnTo>
                  <a:lnTo>
                    <a:pt x="1892443" y="840409"/>
                  </a:lnTo>
                  <a:lnTo>
                    <a:pt x="1891371" y="840477"/>
                  </a:lnTo>
                  <a:lnTo>
                    <a:pt x="1890300" y="840546"/>
                  </a:lnTo>
                  <a:lnTo>
                    <a:pt x="1889228" y="840616"/>
                  </a:lnTo>
                  <a:lnTo>
                    <a:pt x="1888157" y="840687"/>
                  </a:lnTo>
                  <a:lnTo>
                    <a:pt x="1887085" y="840759"/>
                  </a:lnTo>
                  <a:lnTo>
                    <a:pt x="1886013" y="840833"/>
                  </a:lnTo>
                  <a:lnTo>
                    <a:pt x="1884942" y="840908"/>
                  </a:lnTo>
                  <a:lnTo>
                    <a:pt x="1883870" y="840984"/>
                  </a:lnTo>
                  <a:lnTo>
                    <a:pt x="1882799" y="841061"/>
                  </a:lnTo>
                  <a:lnTo>
                    <a:pt x="1881727" y="841139"/>
                  </a:lnTo>
                  <a:lnTo>
                    <a:pt x="1880655" y="841218"/>
                  </a:lnTo>
                  <a:lnTo>
                    <a:pt x="1879584" y="841299"/>
                  </a:lnTo>
                  <a:lnTo>
                    <a:pt x="1878512" y="841380"/>
                  </a:lnTo>
                  <a:lnTo>
                    <a:pt x="1877441" y="841463"/>
                  </a:lnTo>
                  <a:lnTo>
                    <a:pt x="1876369" y="841547"/>
                  </a:lnTo>
                  <a:lnTo>
                    <a:pt x="1875297" y="841632"/>
                  </a:lnTo>
                  <a:lnTo>
                    <a:pt x="1874226" y="841719"/>
                  </a:lnTo>
                  <a:lnTo>
                    <a:pt x="1873154" y="841806"/>
                  </a:lnTo>
                  <a:lnTo>
                    <a:pt x="1872083" y="841894"/>
                  </a:lnTo>
                  <a:lnTo>
                    <a:pt x="1871011" y="841984"/>
                  </a:lnTo>
                  <a:lnTo>
                    <a:pt x="1869939" y="842075"/>
                  </a:lnTo>
                  <a:lnTo>
                    <a:pt x="1868868" y="842166"/>
                  </a:lnTo>
                  <a:lnTo>
                    <a:pt x="1867796" y="842259"/>
                  </a:lnTo>
                  <a:lnTo>
                    <a:pt x="1866725" y="842353"/>
                  </a:lnTo>
                  <a:lnTo>
                    <a:pt x="1865653" y="842448"/>
                  </a:lnTo>
                  <a:lnTo>
                    <a:pt x="1864581" y="842545"/>
                  </a:lnTo>
                  <a:lnTo>
                    <a:pt x="1863510" y="842642"/>
                  </a:lnTo>
                  <a:lnTo>
                    <a:pt x="1862438" y="842740"/>
                  </a:lnTo>
                  <a:lnTo>
                    <a:pt x="1861367" y="842840"/>
                  </a:lnTo>
                  <a:lnTo>
                    <a:pt x="1860295" y="842940"/>
                  </a:lnTo>
                  <a:lnTo>
                    <a:pt x="1859223" y="843042"/>
                  </a:lnTo>
                  <a:lnTo>
                    <a:pt x="1858152" y="843145"/>
                  </a:lnTo>
                  <a:lnTo>
                    <a:pt x="1857080" y="843248"/>
                  </a:lnTo>
                  <a:lnTo>
                    <a:pt x="1856009" y="843353"/>
                  </a:lnTo>
                  <a:lnTo>
                    <a:pt x="1854937" y="843459"/>
                  </a:lnTo>
                  <a:lnTo>
                    <a:pt x="1853865" y="843566"/>
                  </a:lnTo>
                  <a:lnTo>
                    <a:pt x="1852794" y="843674"/>
                  </a:lnTo>
                  <a:lnTo>
                    <a:pt x="1851722" y="843783"/>
                  </a:lnTo>
                  <a:lnTo>
                    <a:pt x="1850651" y="843893"/>
                  </a:lnTo>
                  <a:lnTo>
                    <a:pt x="1849579" y="844003"/>
                  </a:lnTo>
                  <a:lnTo>
                    <a:pt x="1848507" y="844115"/>
                  </a:lnTo>
                  <a:lnTo>
                    <a:pt x="1847436" y="844228"/>
                  </a:lnTo>
                  <a:lnTo>
                    <a:pt x="1846364" y="844342"/>
                  </a:lnTo>
                  <a:lnTo>
                    <a:pt x="1845293" y="844457"/>
                  </a:lnTo>
                  <a:lnTo>
                    <a:pt x="1844221" y="844573"/>
                  </a:lnTo>
                  <a:lnTo>
                    <a:pt x="1843149" y="844690"/>
                  </a:lnTo>
                  <a:lnTo>
                    <a:pt x="1842078" y="844808"/>
                  </a:lnTo>
                  <a:lnTo>
                    <a:pt x="1841006" y="844927"/>
                  </a:lnTo>
                  <a:lnTo>
                    <a:pt x="1839935" y="845047"/>
                  </a:lnTo>
                  <a:lnTo>
                    <a:pt x="1838863" y="845167"/>
                  </a:lnTo>
                  <a:lnTo>
                    <a:pt x="1837791" y="845289"/>
                  </a:lnTo>
                  <a:lnTo>
                    <a:pt x="1836720" y="845412"/>
                  </a:lnTo>
                  <a:lnTo>
                    <a:pt x="1835648" y="845535"/>
                  </a:lnTo>
                  <a:lnTo>
                    <a:pt x="1834577" y="845660"/>
                  </a:lnTo>
                  <a:lnTo>
                    <a:pt x="1833505" y="845785"/>
                  </a:lnTo>
                  <a:lnTo>
                    <a:pt x="1832433" y="845911"/>
                  </a:lnTo>
                  <a:lnTo>
                    <a:pt x="1831362" y="846038"/>
                  </a:lnTo>
                  <a:lnTo>
                    <a:pt x="1830290" y="846167"/>
                  </a:lnTo>
                  <a:lnTo>
                    <a:pt x="1829219" y="846295"/>
                  </a:lnTo>
                  <a:lnTo>
                    <a:pt x="1828147" y="846425"/>
                  </a:lnTo>
                  <a:lnTo>
                    <a:pt x="1827075" y="846556"/>
                  </a:lnTo>
                  <a:lnTo>
                    <a:pt x="1826004" y="846687"/>
                  </a:lnTo>
                  <a:lnTo>
                    <a:pt x="1824932" y="846820"/>
                  </a:lnTo>
                  <a:lnTo>
                    <a:pt x="1823861" y="846953"/>
                  </a:lnTo>
                  <a:lnTo>
                    <a:pt x="1822789" y="847087"/>
                  </a:lnTo>
                  <a:lnTo>
                    <a:pt x="1821717" y="847221"/>
                  </a:lnTo>
                  <a:lnTo>
                    <a:pt x="1820646" y="847357"/>
                  </a:lnTo>
                  <a:lnTo>
                    <a:pt x="1819574" y="847493"/>
                  </a:lnTo>
                  <a:lnTo>
                    <a:pt x="1818503" y="847630"/>
                  </a:lnTo>
                  <a:lnTo>
                    <a:pt x="1817431" y="847768"/>
                  </a:lnTo>
                  <a:lnTo>
                    <a:pt x="1816359" y="847907"/>
                  </a:lnTo>
                  <a:lnTo>
                    <a:pt x="1815288" y="848046"/>
                  </a:lnTo>
                  <a:lnTo>
                    <a:pt x="1814216" y="848186"/>
                  </a:lnTo>
                  <a:lnTo>
                    <a:pt x="1813145" y="848327"/>
                  </a:lnTo>
                  <a:lnTo>
                    <a:pt x="1812073" y="848469"/>
                  </a:lnTo>
                  <a:lnTo>
                    <a:pt x="1811001" y="848611"/>
                  </a:lnTo>
                  <a:lnTo>
                    <a:pt x="1809930" y="848754"/>
                  </a:lnTo>
                  <a:lnTo>
                    <a:pt x="1808858" y="848897"/>
                  </a:lnTo>
                  <a:lnTo>
                    <a:pt x="1807787" y="849042"/>
                  </a:lnTo>
                  <a:lnTo>
                    <a:pt x="1806715" y="849186"/>
                  </a:lnTo>
                  <a:lnTo>
                    <a:pt x="1805643" y="849332"/>
                  </a:lnTo>
                  <a:lnTo>
                    <a:pt x="1804572" y="849478"/>
                  </a:lnTo>
                  <a:lnTo>
                    <a:pt x="1803500" y="849625"/>
                  </a:lnTo>
                  <a:lnTo>
                    <a:pt x="1802429" y="849772"/>
                  </a:lnTo>
                  <a:lnTo>
                    <a:pt x="1801357" y="849920"/>
                  </a:lnTo>
                  <a:lnTo>
                    <a:pt x="1800285" y="850069"/>
                  </a:lnTo>
                  <a:lnTo>
                    <a:pt x="1799214" y="850218"/>
                  </a:lnTo>
                  <a:lnTo>
                    <a:pt x="1798142" y="850367"/>
                  </a:lnTo>
                  <a:lnTo>
                    <a:pt x="1797071" y="850517"/>
                  </a:lnTo>
                  <a:lnTo>
                    <a:pt x="1795999" y="850668"/>
                  </a:lnTo>
                  <a:lnTo>
                    <a:pt x="1794927" y="850819"/>
                  </a:lnTo>
                  <a:lnTo>
                    <a:pt x="1793856" y="850971"/>
                  </a:lnTo>
                  <a:lnTo>
                    <a:pt x="1792784" y="851123"/>
                  </a:lnTo>
                  <a:lnTo>
                    <a:pt x="1791713" y="851275"/>
                  </a:lnTo>
                  <a:lnTo>
                    <a:pt x="1790641" y="851428"/>
                  </a:lnTo>
                  <a:lnTo>
                    <a:pt x="1789569" y="851581"/>
                  </a:lnTo>
                  <a:lnTo>
                    <a:pt x="1788498" y="851735"/>
                  </a:lnTo>
                  <a:lnTo>
                    <a:pt x="1787426" y="851889"/>
                  </a:lnTo>
                  <a:lnTo>
                    <a:pt x="1786355" y="852044"/>
                  </a:lnTo>
                  <a:lnTo>
                    <a:pt x="1785283" y="852199"/>
                  </a:lnTo>
                  <a:lnTo>
                    <a:pt x="1784211" y="852354"/>
                  </a:lnTo>
                  <a:lnTo>
                    <a:pt x="1783140" y="852510"/>
                  </a:lnTo>
                  <a:lnTo>
                    <a:pt x="1782068" y="852665"/>
                  </a:lnTo>
                  <a:lnTo>
                    <a:pt x="1780997" y="852821"/>
                  </a:lnTo>
                  <a:lnTo>
                    <a:pt x="1779925" y="852978"/>
                  </a:lnTo>
                  <a:lnTo>
                    <a:pt x="1778853" y="853134"/>
                  </a:lnTo>
                  <a:lnTo>
                    <a:pt x="1777782" y="853291"/>
                  </a:lnTo>
                  <a:lnTo>
                    <a:pt x="1776710" y="853448"/>
                  </a:lnTo>
                  <a:lnTo>
                    <a:pt x="1775639" y="853606"/>
                  </a:lnTo>
                  <a:lnTo>
                    <a:pt x="1774567" y="853763"/>
                  </a:lnTo>
                  <a:lnTo>
                    <a:pt x="1773496" y="853921"/>
                  </a:lnTo>
                  <a:lnTo>
                    <a:pt x="1772424" y="854078"/>
                  </a:lnTo>
                  <a:lnTo>
                    <a:pt x="1771352" y="854236"/>
                  </a:lnTo>
                  <a:lnTo>
                    <a:pt x="1770281" y="854394"/>
                  </a:lnTo>
                  <a:lnTo>
                    <a:pt x="1769209" y="854552"/>
                  </a:lnTo>
                  <a:lnTo>
                    <a:pt x="1768138" y="854710"/>
                  </a:lnTo>
                  <a:lnTo>
                    <a:pt x="1767066" y="854868"/>
                  </a:lnTo>
                  <a:lnTo>
                    <a:pt x="1765994" y="855026"/>
                  </a:lnTo>
                  <a:lnTo>
                    <a:pt x="1764923" y="855184"/>
                  </a:lnTo>
                  <a:lnTo>
                    <a:pt x="1763851" y="855342"/>
                  </a:lnTo>
                  <a:lnTo>
                    <a:pt x="1762780" y="855500"/>
                  </a:lnTo>
                  <a:lnTo>
                    <a:pt x="1761708" y="855658"/>
                  </a:lnTo>
                  <a:lnTo>
                    <a:pt x="1760636" y="855816"/>
                  </a:lnTo>
                  <a:lnTo>
                    <a:pt x="1759565" y="855973"/>
                  </a:lnTo>
                  <a:lnTo>
                    <a:pt x="1758493" y="856131"/>
                  </a:lnTo>
                  <a:lnTo>
                    <a:pt x="1757422" y="856288"/>
                  </a:lnTo>
                  <a:lnTo>
                    <a:pt x="1756350" y="856445"/>
                  </a:lnTo>
                  <a:lnTo>
                    <a:pt x="1755278" y="856602"/>
                  </a:lnTo>
                  <a:lnTo>
                    <a:pt x="1754207" y="856758"/>
                  </a:lnTo>
                  <a:lnTo>
                    <a:pt x="1753135" y="856915"/>
                  </a:lnTo>
                  <a:lnTo>
                    <a:pt x="1752064" y="857071"/>
                  </a:lnTo>
                  <a:lnTo>
                    <a:pt x="1750992" y="857227"/>
                  </a:lnTo>
                  <a:lnTo>
                    <a:pt x="1749920" y="857382"/>
                  </a:lnTo>
                  <a:lnTo>
                    <a:pt x="1748849" y="857537"/>
                  </a:lnTo>
                  <a:lnTo>
                    <a:pt x="1747777" y="857691"/>
                  </a:lnTo>
                  <a:lnTo>
                    <a:pt x="1746706" y="857846"/>
                  </a:lnTo>
                  <a:lnTo>
                    <a:pt x="1745634" y="857999"/>
                  </a:lnTo>
                  <a:lnTo>
                    <a:pt x="1744562" y="858153"/>
                  </a:lnTo>
                  <a:lnTo>
                    <a:pt x="1743491" y="858305"/>
                  </a:lnTo>
                  <a:lnTo>
                    <a:pt x="1742419" y="858457"/>
                  </a:lnTo>
                  <a:lnTo>
                    <a:pt x="1741348" y="858609"/>
                  </a:lnTo>
                  <a:lnTo>
                    <a:pt x="1740276" y="858760"/>
                  </a:lnTo>
                  <a:lnTo>
                    <a:pt x="1739204" y="858910"/>
                  </a:lnTo>
                  <a:lnTo>
                    <a:pt x="1738133" y="859060"/>
                  </a:lnTo>
                  <a:lnTo>
                    <a:pt x="1737061" y="859209"/>
                  </a:lnTo>
                  <a:lnTo>
                    <a:pt x="1735990" y="859358"/>
                  </a:lnTo>
                  <a:lnTo>
                    <a:pt x="1734918" y="859505"/>
                  </a:lnTo>
                  <a:lnTo>
                    <a:pt x="1733846" y="859652"/>
                  </a:lnTo>
                  <a:lnTo>
                    <a:pt x="1732775" y="859798"/>
                  </a:lnTo>
                  <a:lnTo>
                    <a:pt x="1731703" y="859943"/>
                  </a:lnTo>
                  <a:lnTo>
                    <a:pt x="1730632" y="860088"/>
                  </a:lnTo>
                  <a:lnTo>
                    <a:pt x="1729560" y="860231"/>
                  </a:lnTo>
                  <a:lnTo>
                    <a:pt x="1728488" y="860374"/>
                  </a:lnTo>
                  <a:lnTo>
                    <a:pt x="1727417" y="860515"/>
                  </a:lnTo>
                  <a:lnTo>
                    <a:pt x="1726345" y="860656"/>
                  </a:lnTo>
                  <a:lnTo>
                    <a:pt x="1725274" y="860796"/>
                  </a:lnTo>
                  <a:lnTo>
                    <a:pt x="1724202" y="860934"/>
                  </a:lnTo>
                  <a:lnTo>
                    <a:pt x="1723130" y="861072"/>
                  </a:lnTo>
                  <a:lnTo>
                    <a:pt x="1722059" y="861208"/>
                  </a:lnTo>
                  <a:lnTo>
                    <a:pt x="1720987" y="861343"/>
                  </a:lnTo>
                  <a:lnTo>
                    <a:pt x="1719916" y="861477"/>
                  </a:lnTo>
                  <a:lnTo>
                    <a:pt x="1718844" y="861610"/>
                  </a:lnTo>
                  <a:lnTo>
                    <a:pt x="1717772" y="861741"/>
                  </a:lnTo>
                  <a:lnTo>
                    <a:pt x="1716701" y="861872"/>
                  </a:lnTo>
                  <a:lnTo>
                    <a:pt x="1715629" y="862001"/>
                  </a:lnTo>
                  <a:lnTo>
                    <a:pt x="1714558" y="862128"/>
                  </a:lnTo>
                  <a:lnTo>
                    <a:pt x="1713486" y="862254"/>
                  </a:lnTo>
                  <a:lnTo>
                    <a:pt x="1712414" y="862379"/>
                  </a:lnTo>
                  <a:lnTo>
                    <a:pt x="1711343" y="862502"/>
                  </a:lnTo>
                  <a:lnTo>
                    <a:pt x="1710271" y="862624"/>
                  </a:lnTo>
                  <a:lnTo>
                    <a:pt x="1709200" y="862744"/>
                  </a:lnTo>
                  <a:lnTo>
                    <a:pt x="1708128" y="862863"/>
                  </a:lnTo>
                  <a:lnTo>
                    <a:pt x="1707056" y="862980"/>
                  </a:lnTo>
                  <a:lnTo>
                    <a:pt x="1705985" y="863095"/>
                  </a:lnTo>
                  <a:lnTo>
                    <a:pt x="1704913" y="863209"/>
                  </a:lnTo>
                  <a:lnTo>
                    <a:pt x="1703842" y="863321"/>
                  </a:lnTo>
                  <a:lnTo>
                    <a:pt x="1702770" y="863431"/>
                  </a:lnTo>
                  <a:lnTo>
                    <a:pt x="1701698" y="863540"/>
                  </a:lnTo>
                  <a:lnTo>
                    <a:pt x="1700627" y="863646"/>
                  </a:lnTo>
                  <a:lnTo>
                    <a:pt x="1699555" y="863751"/>
                  </a:lnTo>
                  <a:lnTo>
                    <a:pt x="1698484" y="863854"/>
                  </a:lnTo>
                  <a:lnTo>
                    <a:pt x="1697412" y="863955"/>
                  </a:lnTo>
                  <a:lnTo>
                    <a:pt x="1696340" y="864054"/>
                  </a:lnTo>
                  <a:lnTo>
                    <a:pt x="1695269" y="864150"/>
                  </a:lnTo>
                  <a:lnTo>
                    <a:pt x="1694197" y="864245"/>
                  </a:lnTo>
                  <a:lnTo>
                    <a:pt x="1693126" y="864338"/>
                  </a:lnTo>
                  <a:lnTo>
                    <a:pt x="1692054" y="864428"/>
                  </a:lnTo>
                  <a:lnTo>
                    <a:pt x="1690982" y="864517"/>
                  </a:lnTo>
                  <a:lnTo>
                    <a:pt x="1689911" y="864603"/>
                  </a:lnTo>
                  <a:lnTo>
                    <a:pt x="1688839" y="864686"/>
                  </a:lnTo>
                  <a:lnTo>
                    <a:pt x="1687768" y="864768"/>
                  </a:lnTo>
                  <a:lnTo>
                    <a:pt x="1686696" y="864847"/>
                  </a:lnTo>
                  <a:lnTo>
                    <a:pt x="1685624" y="864924"/>
                  </a:lnTo>
                  <a:lnTo>
                    <a:pt x="1684553" y="864998"/>
                  </a:lnTo>
                  <a:lnTo>
                    <a:pt x="1683481" y="865070"/>
                  </a:lnTo>
                  <a:lnTo>
                    <a:pt x="1682410" y="865139"/>
                  </a:lnTo>
                  <a:lnTo>
                    <a:pt x="1681338" y="865205"/>
                  </a:lnTo>
                  <a:lnTo>
                    <a:pt x="1680266" y="865269"/>
                  </a:lnTo>
                  <a:lnTo>
                    <a:pt x="1679195" y="865331"/>
                  </a:lnTo>
                  <a:lnTo>
                    <a:pt x="1678123" y="865389"/>
                  </a:lnTo>
                  <a:lnTo>
                    <a:pt x="1677052" y="865445"/>
                  </a:lnTo>
                  <a:lnTo>
                    <a:pt x="1675980" y="865498"/>
                  </a:lnTo>
                  <a:lnTo>
                    <a:pt x="1674908" y="865549"/>
                  </a:lnTo>
                  <a:lnTo>
                    <a:pt x="1673837" y="865596"/>
                  </a:lnTo>
                  <a:lnTo>
                    <a:pt x="1672765" y="865641"/>
                  </a:lnTo>
                  <a:lnTo>
                    <a:pt x="1671694" y="865682"/>
                  </a:lnTo>
                  <a:lnTo>
                    <a:pt x="1670622" y="865721"/>
                  </a:lnTo>
                  <a:lnTo>
                    <a:pt x="1669550" y="865756"/>
                  </a:lnTo>
                  <a:lnTo>
                    <a:pt x="1668479" y="865789"/>
                  </a:lnTo>
                  <a:lnTo>
                    <a:pt x="1667407" y="865818"/>
                  </a:lnTo>
                  <a:lnTo>
                    <a:pt x="1666336" y="865844"/>
                  </a:lnTo>
                  <a:lnTo>
                    <a:pt x="1665264" y="865867"/>
                  </a:lnTo>
                  <a:lnTo>
                    <a:pt x="1664192" y="865886"/>
                  </a:lnTo>
                  <a:lnTo>
                    <a:pt x="1663121" y="865902"/>
                  </a:lnTo>
                  <a:lnTo>
                    <a:pt x="1662049" y="865915"/>
                  </a:lnTo>
                  <a:lnTo>
                    <a:pt x="1660978" y="865925"/>
                  </a:lnTo>
                  <a:lnTo>
                    <a:pt x="1659906" y="865931"/>
                  </a:lnTo>
                  <a:lnTo>
                    <a:pt x="1658834" y="865933"/>
                  </a:lnTo>
                  <a:lnTo>
                    <a:pt x="1657763" y="865932"/>
                  </a:lnTo>
                  <a:lnTo>
                    <a:pt x="1656691" y="865927"/>
                  </a:lnTo>
                  <a:lnTo>
                    <a:pt x="1655620" y="865919"/>
                  </a:lnTo>
                  <a:lnTo>
                    <a:pt x="1654548" y="865907"/>
                  </a:lnTo>
                  <a:lnTo>
                    <a:pt x="1653476" y="865891"/>
                  </a:lnTo>
                  <a:lnTo>
                    <a:pt x="1652405" y="865871"/>
                  </a:lnTo>
                  <a:lnTo>
                    <a:pt x="1651333" y="865848"/>
                  </a:lnTo>
                  <a:lnTo>
                    <a:pt x="1650262" y="865821"/>
                  </a:lnTo>
                  <a:lnTo>
                    <a:pt x="1649190" y="865789"/>
                  </a:lnTo>
                  <a:lnTo>
                    <a:pt x="1648118" y="865754"/>
                  </a:lnTo>
                  <a:lnTo>
                    <a:pt x="1647047" y="865715"/>
                  </a:lnTo>
                  <a:lnTo>
                    <a:pt x="1645975" y="865672"/>
                  </a:lnTo>
                  <a:lnTo>
                    <a:pt x="1644904" y="865624"/>
                  </a:lnTo>
                  <a:lnTo>
                    <a:pt x="1643832" y="865572"/>
                  </a:lnTo>
                  <a:lnTo>
                    <a:pt x="1642760" y="865517"/>
                  </a:lnTo>
                  <a:lnTo>
                    <a:pt x="1641689" y="865456"/>
                  </a:lnTo>
                  <a:lnTo>
                    <a:pt x="1640617" y="865392"/>
                  </a:lnTo>
                  <a:lnTo>
                    <a:pt x="1639546" y="865323"/>
                  </a:lnTo>
                  <a:lnTo>
                    <a:pt x="1638474" y="865250"/>
                  </a:lnTo>
                  <a:lnTo>
                    <a:pt x="1637402" y="865172"/>
                  </a:lnTo>
                  <a:lnTo>
                    <a:pt x="1636331" y="865090"/>
                  </a:lnTo>
                  <a:lnTo>
                    <a:pt x="1635259" y="865004"/>
                  </a:lnTo>
                  <a:lnTo>
                    <a:pt x="1634188" y="864912"/>
                  </a:lnTo>
                  <a:lnTo>
                    <a:pt x="1633116" y="864816"/>
                  </a:lnTo>
                  <a:lnTo>
                    <a:pt x="1632044" y="864716"/>
                  </a:lnTo>
                  <a:lnTo>
                    <a:pt x="1630973" y="864610"/>
                  </a:lnTo>
                  <a:lnTo>
                    <a:pt x="1629901" y="864500"/>
                  </a:lnTo>
                  <a:lnTo>
                    <a:pt x="1628830" y="864385"/>
                  </a:lnTo>
                  <a:lnTo>
                    <a:pt x="1627758" y="864265"/>
                  </a:lnTo>
                  <a:lnTo>
                    <a:pt x="1626686" y="864140"/>
                  </a:lnTo>
                  <a:lnTo>
                    <a:pt x="1625615" y="864010"/>
                  </a:lnTo>
                  <a:lnTo>
                    <a:pt x="1624543" y="863875"/>
                  </a:lnTo>
                  <a:lnTo>
                    <a:pt x="1623472" y="863735"/>
                  </a:lnTo>
                  <a:lnTo>
                    <a:pt x="1622400" y="863590"/>
                  </a:lnTo>
                  <a:lnTo>
                    <a:pt x="1621328" y="863439"/>
                  </a:lnTo>
                  <a:lnTo>
                    <a:pt x="1620257" y="863284"/>
                  </a:lnTo>
                  <a:lnTo>
                    <a:pt x="1619185" y="863123"/>
                  </a:lnTo>
                  <a:lnTo>
                    <a:pt x="1618114" y="862957"/>
                  </a:lnTo>
                  <a:lnTo>
                    <a:pt x="1617042" y="862785"/>
                  </a:lnTo>
                  <a:lnTo>
                    <a:pt x="1615970" y="862608"/>
                  </a:lnTo>
                  <a:lnTo>
                    <a:pt x="1614899" y="863364"/>
                  </a:lnTo>
                  <a:lnTo>
                    <a:pt x="1613827" y="864172"/>
                  </a:lnTo>
                  <a:lnTo>
                    <a:pt x="1612756" y="864979"/>
                  </a:lnTo>
                  <a:lnTo>
                    <a:pt x="1611684" y="865785"/>
                  </a:lnTo>
                  <a:lnTo>
                    <a:pt x="1610612" y="866589"/>
                  </a:lnTo>
                  <a:lnTo>
                    <a:pt x="1609541" y="867393"/>
                  </a:lnTo>
                  <a:lnTo>
                    <a:pt x="1608469" y="868196"/>
                  </a:lnTo>
                  <a:lnTo>
                    <a:pt x="1607398" y="868998"/>
                  </a:lnTo>
                  <a:lnTo>
                    <a:pt x="1606326" y="869798"/>
                  </a:lnTo>
                  <a:lnTo>
                    <a:pt x="1605254" y="870598"/>
                  </a:lnTo>
                  <a:lnTo>
                    <a:pt x="1604183" y="871397"/>
                  </a:lnTo>
                  <a:lnTo>
                    <a:pt x="1603111" y="872195"/>
                  </a:lnTo>
                  <a:lnTo>
                    <a:pt x="1602040" y="872993"/>
                  </a:lnTo>
                  <a:lnTo>
                    <a:pt x="1600968" y="873789"/>
                  </a:lnTo>
                  <a:lnTo>
                    <a:pt x="1599896" y="874585"/>
                  </a:lnTo>
                  <a:lnTo>
                    <a:pt x="1598825" y="875380"/>
                  </a:lnTo>
                  <a:lnTo>
                    <a:pt x="1597753" y="876174"/>
                  </a:lnTo>
                  <a:lnTo>
                    <a:pt x="1596682" y="876967"/>
                  </a:lnTo>
                  <a:lnTo>
                    <a:pt x="1595610" y="877760"/>
                  </a:lnTo>
                  <a:lnTo>
                    <a:pt x="1594539" y="878552"/>
                  </a:lnTo>
                  <a:lnTo>
                    <a:pt x="1593467" y="879343"/>
                  </a:lnTo>
                  <a:lnTo>
                    <a:pt x="1592395" y="880133"/>
                  </a:lnTo>
                  <a:lnTo>
                    <a:pt x="1591324" y="880923"/>
                  </a:lnTo>
                  <a:lnTo>
                    <a:pt x="1590252" y="881713"/>
                  </a:lnTo>
                  <a:lnTo>
                    <a:pt x="1589181" y="882502"/>
                  </a:lnTo>
                  <a:lnTo>
                    <a:pt x="1588109" y="883290"/>
                  </a:lnTo>
                  <a:lnTo>
                    <a:pt x="1587037" y="884077"/>
                  </a:lnTo>
                  <a:lnTo>
                    <a:pt x="1585966" y="884864"/>
                  </a:lnTo>
                  <a:lnTo>
                    <a:pt x="1584894" y="885651"/>
                  </a:lnTo>
                  <a:lnTo>
                    <a:pt x="1583823" y="886437"/>
                  </a:lnTo>
                  <a:lnTo>
                    <a:pt x="1582751" y="887223"/>
                  </a:lnTo>
                  <a:lnTo>
                    <a:pt x="1581679" y="888008"/>
                  </a:lnTo>
                  <a:lnTo>
                    <a:pt x="1580608" y="888792"/>
                  </a:lnTo>
                  <a:lnTo>
                    <a:pt x="1579536" y="889576"/>
                  </a:lnTo>
                  <a:lnTo>
                    <a:pt x="1578465" y="890360"/>
                  </a:lnTo>
                  <a:lnTo>
                    <a:pt x="1577393" y="891143"/>
                  </a:lnTo>
                  <a:lnTo>
                    <a:pt x="1576321" y="891926"/>
                  </a:lnTo>
                  <a:lnTo>
                    <a:pt x="1575250" y="892708"/>
                  </a:lnTo>
                  <a:lnTo>
                    <a:pt x="1574178" y="893491"/>
                  </a:lnTo>
                  <a:lnTo>
                    <a:pt x="1573107" y="894272"/>
                  </a:lnTo>
                  <a:lnTo>
                    <a:pt x="1572035" y="895054"/>
                  </a:lnTo>
                  <a:lnTo>
                    <a:pt x="1570963" y="895835"/>
                  </a:lnTo>
                  <a:lnTo>
                    <a:pt x="1569892" y="896615"/>
                  </a:lnTo>
                  <a:lnTo>
                    <a:pt x="1568820" y="897395"/>
                  </a:lnTo>
                  <a:lnTo>
                    <a:pt x="1567749" y="898175"/>
                  </a:lnTo>
                  <a:lnTo>
                    <a:pt x="1566677" y="898955"/>
                  </a:lnTo>
                  <a:lnTo>
                    <a:pt x="1565605" y="899735"/>
                  </a:lnTo>
                  <a:lnTo>
                    <a:pt x="1564534" y="900514"/>
                  </a:lnTo>
                  <a:lnTo>
                    <a:pt x="1563462" y="901292"/>
                  </a:lnTo>
                  <a:lnTo>
                    <a:pt x="1562391" y="902071"/>
                  </a:lnTo>
                  <a:lnTo>
                    <a:pt x="1561319" y="902849"/>
                  </a:lnTo>
                  <a:lnTo>
                    <a:pt x="1560247" y="903627"/>
                  </a:lnTo>
                  <a:lnTo>
                    <a:pt x="1559176" y="904405"/>
                  </a:lnTo>
                  <a:lnTo>
                    <a:pt x="1558104" y="905183"/>
                  </a:lnTo>
                  <a:lnTo>
                    <a:pt x="1557033" y="905960"/>
                  </a:lnTo>
                  <a:lnTo>
                    <a:pt x="1555961" y="906737"/>
                  </a:lnTo>
                  <a:lnTo>
                    <a:pt x="1554889" y="907514"/>
                  </a:lnTo>
                  <a:lnTo>
                    <a:pt x="1553818" y="908291"/>
                  </a:lnTo>
                  <a:lnTo>
                    <a:pt x="1552746" y="909067"/>
                  </a:lnTo>
                  <a:lnTo>
                    <a:pt x="1551675" y="909844"/>
                  </a:lnTo>
                  <a:lnTo>
                    <a:pt x="1550603" y="910620"/>
                  </a:lnTo>
                  <a:lnTo>
                    <a:pt x="1549531" y="911396"/>
                  </a:lnTo>
                  <a:lnTo>
                    <a:pt x="1548460" y="912172"/>
                  </a:lnTo>
                  <a:lnTo>
                    <a:pt x="1547388" y="912947"/>
                  </a:lnTo>
                  <a:lnTo>
                    <a:pt x="1546317" y="913723"/>
                  </a:lnTo>
                  <a:lnTo>
                    <a:pt x="1545245" y="914498"/>
                  </a:lnTo>
                  <a:lnTo>
                    <a:pt x="1544173" y="915273"/>
                  </a:lnTo>
                  <a:lnTo>
                    <a:pt x="1543102" y="916048"/>
                  </a:lnTo>
                  <a:lnTo>
                    <a:pt x="1542030" y="916823"/>
                  </a:lnTo>
                  <a:lnTo>
                    <a:pt x="1540959" y="917598"/>
                  </a:lnTo>
                  <a:lnTo>
                    <a:pt x="1539887" y="918373"/>
                  </a:lnTo>
                  <a:lnTo>
                    <a:pt x="1538815" y="919147"/>
                  </a:lnTo>
                  <a:lnTo>
                    <a:pt x="1537744" y="919921"/>
                  </a:lnTo>
                  <a:lnTo>
                    <a:pt x="1536672" y="920696"/>
                  </a:lnTo>
                  <a:lnTo>
                    <a:pt x="1535601" y="921470"/>
                  </a:lnTo>
                  <a:lnTo>
                    <a:pt x="1534529" y="922244"/>
                  </a:lnTo>
                  <a:lnTo>
                    <a:pt x="1533457" y="923018"/>
                  </a:lnTo>
                  <a:lnTo>
                    <a:pt x="1532386" y="923791"/>
                  </a:lnTo>
                  <a:lnTo>
                    <a:pt x="1531314" y="924565"/>
                  </a:lnTo>
                  <a:lnTo>
                    <a:pt x="1530243" y="925339"/>
                  </a:lnTo>
                  <a:lnTo>
                    <a:pt x="1529171" y="926112"/>
                  </a:lnTo>
                  <a:lnTo>
                    <a:pt x="1528099" y="926886"/>
                  </a:lnTo>
                  <a:lnTo>
                    <a:pt x="1527028" y="927659"/>
                  </a:lnTo>
                  <a:lnTo>
                    <a:pt x="1525956" y="928432"/>
                  </a:lnTo>
                  <a:lnTo>
                    <a:pt x="1524885" y="929205"/>
                  </a:lnTo>
                  <a:lnTo>
                    <a:pt x="1523813" y="929978"/>
                  </a:lnTo>
                  <a:lnTo>
                    <a:pt x="1522741" y="930751"/>
                  </a:lnTo>
                  <a:lnTo>
                    <a:pt x="1521670" y="931524"/>
                  </a:lnTo>
                  <a:lnTo>
                    <a:pt x="1520598" y="932297"/>
                  </a:lnTo>
                  <a:lnTo>
                    <a:pt x="1519527" y="933069"/>
                  </a:lnTo>
                  <a:lnTo>
                    <a:pt x="1518455" y="933842"/>
                  </a:lnTo>
                  <a:lnTo>
                    <a:pt x="1517383" y="934614"/>
                  </a:lnTo>
                  <a:lnTo>
                    <a:pt x="1516312" y="935387"/>
                  </a:lnTo>
                  <a:lnTo>
                    <a:pt x="1515240" y="936159"/>
                  </a:lnTo>
                  <a:lnTo>
                    <a:pt x="1514169" y="936931"/>
                  </a:lnTo>
                  <a:lnTo>
                    <a:pt x="1513097" y="937704"/>
                  </a:lnTo>
                  <a:lnTo>
                    <a:pt x="1512025" y="938476"/>
                  </a:lnTo>
                  <a:lnTo>
                    <a:pt x="1510954" y="939248"/>
                  </a:lnTo>
                  <a:lnTo>
                    <a:pt x="1509882" y="940020"/>
                  </a:lnTo>
                  <a:lnTo>
                    <a:pt x="1508811" y="940792"/>
                  </a:lnTo>
                  <a:lnTo>
                    <a:pt x="1507739" y="941563"/>
                  </a:lnTo>
                  <a:lnTo>
                    <a:pt x="1506667" y="942335"/>
                  </a:lnTo>
                  <a:lnTo>
                    <a:pt x="1505596" y="943107"/>
                  </a:lnTo>
                  <a:lnTo>
                    <a:pt x="1504524" y="943878"/>
                  </a:lnTo>
                  <a:lnTo>
                    <a:pt x="1503453" y="944650"/>
                  </a:lnTo>
                  <a:lnTo>
                    <a:pt x="1502381" y="945421"/>
                  </a:lnTo>
                  <a:lnTo>
                    <a:pt x="1501309" y="946192"/>
                  </a:lnTo>
                  <a:lnTo>
                    <a:pt x="1500238" y="946964"/>
                  </a:lnTo>
                  <a:lnTo>
                    <a:pt x="1499166" y="947735"/>
                  </a:lnTo>
                  <a:lnTo>
                    <a:pt x="1498095" y="948506"/>
                  </a:lnTo>
                  <a:lnTo>
                    <a:pt x="1497023" y="949277"/>
                  </a:lnTo>
                  <a:lnTo>
                    <a:pt x="1495951" y="950047"/>
                  </a:lnTo>
                  <a:lnTo>
                    <a:pt x="1494880" y="950818"/>
                  </a:lnTo>
                  <a:lnTo>
                    <a:pt x="1493808" y="951589"/>
                  </a:lnTo>
                  <a:lnTo>
                    <a:pt x="1492737" y="952359"/>
                  </a:lnTo>
                  <a:lnTo>
                    <a:pt x="1491665" y="953130"/>
                  </a:lnTo>
                  <a:lnTo>
                    <a:pt x="1490593" y="953900"/>
                  </a:lnTo>
                  <a:lnTo>
                    <a:pt x="1489522" y="954671"/>
                  </a:lnTo>
                  <a:lnTo>
                    <a:pt x="1488450" y="955441"/>
                  </a:lnTo>
                  <a:lnTo>
                    <a:pt x="1487379" y="956211"/>
                  </a:lnTo>
                  <a:lnTo>
                    <a:pt x="1486307" y="956981"/>
                  </a:lnTo>
                  <a:lnTo>
                    <a:pt x="1485235" y="957751"/>
                  </a:lnTo>
                  <a:lnTo>
                    <a:pt x="1484164" y="958520"/>
                  </a:lnTo>
                  <a:lnTo>
                    <a:pt x="1483092" y="959290"/>
                  </a:lnTo>
                  <a:lnTo>
                    <a:pt x="1482021" y="960060"/>
                  </a:lnTo>
                  <a:lnTo>
                    <a:pt x="1480949" y="960829"/>
                  </a:lnTo>
                  <a:lnTo>
                    <a:pt x="1479877" y="961598"/>
                  </a:lnTo>
                  <a:lnTo>
                    <a:pt x="1478806" y="962367"/>
                  </a:lnTo>
                  <a:lnTo>
                    <a:pt x="1477734" y="963137"/>
                  </a:lnTo>
                  <a:lnTo>
                    <a:pt x="1476663" y="963905"/>
                  </a:lnTo>
                  <a:lnTo>
                    <a:pt x="1475591" y="964674"/>
                  </a:lnTo>
                  <a:lnTo>
                    <a:pt x="1474519" y="965443"/>
                  </a:lnTo>
                  <a:lnTo>
                    <a:pt x="1473448" y="966211"/>
                  </a:lnTo>
                  <a:lnTo>
                    <a:pt x="1472376" y="966980"/>
                  </a:lnTo>
                  <a:lnTo>
                    <a:pt x="1471305" y="967748"/>
                  </a:lnTo>
                  <a:lnTo>
                    <a:pt x="1470233" y="968516"/>
                  </a:lnTo>
                  <a:lnTo>
                    <a:pt x="1469161" y="969284"/>
                  </a:lnTo>
                  <a:lnTo>
                    <a:pt x="1468090" y="970052"/>
                  </a:lnTo>
                  <a:lnTo>
                    <a:pt x="1467018" y="970820"/>
                  </a:lnTo>
                  <a:lnTo>
                    <a:pt x="1465947" y="971587"/>
                  </a:lnTo>
                  <a:lnTo>
                    <a:pt x="1464875" y="972355"/>
                  </a:lnTo>
                  <a:lnTo>
                    <a:pt x="1463803" y="973122"/>
                  </a:lnTo>
                  <a:lnTo>
                    <a:pt x="1462732" y="973889"/>
                  </a:lnTo>
                  <a:lnTo>
                    <a:pt x="1461660" y="974656"/>
                  </a:lnTo>
                  <a:lnTo>
                    <a:pt x="1460589" y="975422"/>
                  </a:lnTo>
                  <a:lnTo>
                    <a:pt x="1459517" y="976189"/>
                  </a:lnTo>
                  <a:lnTo>
                    <a:pt x="1458445" y="976955"/>
                  </a:lnTo>
                  <a:lnTo>
                    <a:pt x="1457374" y="977721"/>
                  </a:lnTo>
                  <a:lnTo>
                    <a:pt x="1456302" y="978487"/>
                  </a:lnTo>
                  <a:lnTo>
                    <a:pt x="1455231" y="979253"/>
                  </a:lnTo>
                  <a:lnTo>
                    <a:pt x="1454159" y="980019"/>
                  </a:lnTo>
                  <a:lnTo>
                    <a:pt x="1453087" y="980784"/>
                  </a:lnTo>
                  <a:lnTo>
                    <a:pt x="1452016" y="981549"/>
                  </a:lnTo>
                  <a:lnTo>
                    <a:pt x="1450944" y="982314"/>
                  </a:lnTo>
                  <a:lnTo>
                    <a:pt x="1449873" y="983079"/>
                  </a:lnTo>
                  <a:lnTo>
                    <a:pt x="1448801" y="983844"/>
                  </a:lnTo>
                  <a:lnTo>
                    <a:pt x="1447729" y="984608"/>
                  </a:lnTo>
                  <a:lnTo>
                    <a:pt x="1446658" y="985372"/>
                  </a:lnTo>
                  <a:lnTo>
                    <a:pt x="1445586" y="986136"/>
                  </a:lnTo>
                  <a:lnTo>
                    <a:pt x="1444515" y="986900"/>
                  </a:lnTo>
                  <a:lnTo>
                    <a:pt x="1443443" y="987663"/>
                  </a:lnTo>
                  <a:lnTo>
                    <a:pt x="1442371" y="988427"/>
                  </a:lnTo>
                  <a:lnTo>
                    <a:pt x="1441300" y="989190"/>
                  </a:lnTo>
                  <a:lnTo>
                    <a:pt x="1440228" y="989952"/>
                  </a:lnTo>
                  <a:lnTo>
                    <a:pt x="1439157" y="990715"/>
                  </a:lnTo>
                  <a:lnTo>
                    <a:pt x="1438085" y="991477"/>
                  </a:lnTo>
                  <a:lnTo>
                    <a:pt x="1437013" y="992239"/>
                  </a:lnTo>
                  <a:lnTo>
                    <a:pt x="1435942" y="993001"/>
                  </a:lnTo>
                  <a:lnTo>
                    <a:pt x="1434870" y="993763"/>
                  </a:lnTo>
                  <a:lnTo>
                    <a:pt x="1433799" y="994524"/>
                  </a:lnTo>
                  <a:lnTo>
                    <a:pt x="1432727" y="995285"/>
                  </a:lnTo>
                  <a:lnTo>
                    <a:pt x="1431655" y="996045"/>
                  </a:lnTo>
                  <a:lnTo>
                    <a:pt x="1430584" y="996806"/>
                  </a:lnTo>
                  <a:lnTo>
                    <a:pt x="1429512" y="997566"/>
                  </a:lnTo>
                  <a:lnTo>
                    <a:pt x="1428441" y="998326"/>
                  </a:lnTo>
                  <a:lnTo>
                    <a:pt x="1427369" y="999085"/>
                  </a:lnTo>
                  <a:lnTo>
                    <a:pt x="1426297" y="999845"/>
                  </a:lnTo>
                  <a:lnTo>
                    <a:pt x="1425226" y="1000604"/>
                  </a:lnTo>
                  <a:lnTo>
                    <a:pt x="1424154" y="1001362"/>
                  </a:lnTo>
                  <a:lnTo>
                    <a:pt x="1423083" y="1002121"/>
                  </a:lnTo>
                  <a:lnTo>
                    <a:pt x="1422011" y="1002879"/>
                  </a:lnTo>
                  <a:lnTo>
                    <a:pt x="1420939" y="1003636"/>
                  </a:lnTo>
                  <a:lnTo>
                    <a:pt x="1419868" y="1004394"/>
                  </a:lnTo>
                  <a:lnTo>
                    <a:pt x="1418796" y="1005151"/>
                  </a:lnTo>
                  <a:lnTo>
                    <a:pt x="1417725" y="1005908"/>
                  </a:lnTo>
                  <a:lnTo>
                    <a:pt x="1416653" y="1006664"/>
                  </a:lnTo>
                  <a:lnTo>
                    <a:pt x="1415582" y="1007420"/>
                  </a:lnTo>
                  <a:lnTo>
                    <a:pt x="1414510" y="1008176"/>
                  </a:lnTo>
                  <a:lnTo>
                    <a:pt x="1413438" y="1008931"/>
                  </a:lnTo>
                  <a:lnTo>
                    <a:pt x="1412367" y="1009686"/>
                  </a:lnTo>
                  <a:lnTo>
                    <a:pt x="1411295" y="1010441"/>
                  </a:lnTo>
                  <a:lnTo>
                    <a:pt x="1410224" y="1011195"/>
                  </a:lnTo>
                  <a:lnTo>
                    <a:pt x="1409152" y="1011949"/>
                  </a:lnTo>
                  <a:lnTo>
                    <a:pt x="1408080" y="1012703"/>
                  </a:lnTo>
                  <a:lnTo>
                    <a:pt x="1407009" y="1013456"/>
                  </a:lnTo>
                  <a:lnTo>
                    <a:pt x="1405937" y="1014209"/>
                  </a:lnTo>
                  <a:lnTo>
                    <a:pt x="1404866" y="1014961"/>
                  </a:lnTo>
                  <a:lnTo>
                    <a:pt x="1403794" y="1015713"/>
                  </a:lnTo>
                  <a:lnTo>
                    <a:pt x="1402722" y="1016465"/>
                  </a:lnTo>
                  <a:lnTo>
                    <a:pt x="1401651" y="1017216"/>
                  </a:lnTo>
                  <a:lnTo>
                    <a:pt x="1400579" y="1017967"/>
                  </a:lnTo>
                  <a:lnTo>
                    <a:pt x="1399508" y="1018718"/>
                  </a:lnTo>
                  <a:lnTo>
                    <a:pt x="1398436" y="1019468"/>
                  </a:lnTo>
                  <a:lnTo>
                    <a:pt x="1397364" y="1020217"/>
                  </a:lnTo>
                  <a:lnTo>
                    <a:pt x="1396293" y="1020967"/>
                  </a:lnTo>
                  <a:lnTo>
                    <a:pt x="1395221" y="1021715"/>
                  </a:lnTo>
                  <a:lnTo>
                    <a:pt x="1394150" y="1022464"/>
                  </a:lnTo>
                  <a:lnTo>
                    <a:pt x="1393078" y="1023212"/>
                  </a:lnTo>
                  <a:lnTo>
                    <a:pt x="1392006" y="1023959"/>
                  </a:lnTo>
                  <a:lnTo>
                    <a:pt x="1390935" y="1024706"/>
                  </a:lnTo>
                  <a:lnTo>
                    <a:pt x="1389863" y="1025453"/>
                  </a:lnTo>
                  <a:lnTo>
                    <a:pt x="1388792" y="1026199"/>
                  </a:lnTo>
                  <a:lnTo>
                    <a:pt x="1387720" y="1026945"/>
                  </a:lnTo>
                  <a:lnTo>
                    <a:pt x="1386648" y="1027690"/>
                  </a:lnTo>
                  <a:lnTo>
                    <a:pt x="1385577" y="1028435"/>
                  </a:lnTo>
                  <a:lnTo>
                    <a:pt x="1384505" y="1029179"/>
                  </a:lnTo>
                  <a:lnTo>
                    <a:pt x="1383434" y="1029923"/>
                  </a:lnTo>
                  <a:lnTo>
                    <a:pt x="1382362" y="1030666"/>
                  </a:lnTo>
                  <a:lnTo>
                    <a:pt x="1381290" y="1031409"/>
                  </a:lnTo>
                  <a:lnTo>
                    <a:pt x="1380219" y="1032152"/>
                  </a:lnTo>
                  <a:lnTo>
                    <a:pt x="1379147" y="1032893"/>
                  </a:lnTo>
                  <a:lnTo>
                    <a:pt x="1378076" y="1033635"/>
                  </a:lnTo>
                  <a:lnTo>
                    <a:pt x="1377004" y="1034376"/>
                  </a:lnTo>
                  <a:lnTo>
                    <a:pt x="1375932" y="1035116"/>
                  </a:lnTo>
                  <a:lnTo>
                    <a:pt x="1374861" y="1035856"/>
                  </a:lnTo>
                  <a:lnTo>
                    <a:pt x="1373789" y="1036595"/>
                  </a:lnTo>
                  <a:lnTo>
                    <a:pt x="1372718" y="1037334"/>
                  </a:lnTo>
                  <a:lnTo>
                    <a:pt x="1371646" y="1038073"/>
                  </a:lnTo>
                  <a:lnTo>
                    <a:pt x="1370574" y="1038811"/>
                  </a:lnTo>
                  <a:lnTo>
                    <a:pt x="1369503" y="1039548"/>
                  </a:lnTo>
                  <a:lnTo>
                    <a:pt x="1368431" y="1040285"/>
                  </a:lnTo>
                  <a:lnTo>
                    <a:pt x="1367360" y="1041021"/>
                  </a:lnTo>
                  <a:lnTo>
                    <a:pt x="1366288" y="1041756"/>
                  </a:lnTo>
                  <a:lnTo>
                    <a:pt x="1365216" y="1042491"/>
                  </a:lnTo>
                  <a:lnTo>
                    <a:pt x="1364145" y="1043226"/>
                  </a:lnTo>
                  <a:lnTo>
                    <a:pt x="1363073" y="1043960"/>
                  </a:lnTo>
                  <a:lnTo>
                    <a:pt x="1362002" y="1044693"/>
                  </a:lnTo>
                  <a:lnTo>
                    <a:pt x="1360930" y="1045426"/>
                  </a:lnTo>
                  <a:lnTo>
                    <a:pt x="1359858" y="1046159"/>
                  </a:lnTo>
                  <a:lnTo>
                    <a:pt x="1358787" y="1046890"/>
                  </a:lnTo>
                  <a:lnTo>
                    <a:pt x="1357715" y="1047621"/>
                  </a:lnTo>
                  <a:lnTo>
                    <a:pt x="1356644" y="1048352"/>
                  </a:lnTo>
                  <a:lnTo>
                    <a:pt x="1355572" y="1049082"/>
                  </a:lnTo>
                  <a:lnTo>
                    <a:pt x="1354500" y="1049811"/>
                  </a:lnTo>
                  <a:lnTo>
                    <a:pt x="1353429" y="1050540"/>
                  </a:lnTo>
                  <a:lnTo>
                    <a:pt x="1352357" y="1051268"/>
                  </a:lnTo>
                  <a:lnTo>
                    <a:pt x="1351286" y="1051996"/>
                  </a:lnTo>
                  <a:lnTo>
                    <a:pt x="1350214" y="1052723"/>
                  </a:lnTo>
                  <a:lnTo>
                    <a:pt x="1349142" y="1053449"/>
                  </a:lnTo>
                  <a:lnTo>
                    <a:pt x="1348071" y="1054175"/>
                  </a:lnTo>
                  <a:lnTo>
                    <a:pt x="1346999" y="1054900"/>
                  </a:lnTo>
                  <a:lnTo>
                    <a:pt x="1345928" y="1055624"/>
                  </a:lnTo>
                  <a:lnTo>
                    <a:pt x="1344856" y="1056348"/>
                  </a:lnTo>
                  <a:lnTo>
                    <a:pt x="1343784" y="1057071"/>
                  </a:lnTo>
                  <a:lnTo>
                    <a:pt x="1342713" y="1057793"/>
                  </a:lnTo>
                  <a:lnTo>
                    <a:pt x="1341641" y="1058515"/>
                  </a:lnTo>
                  <a:lnTo>
                    <a:pt x="1340570" y="1059237"/>
                  </a:lnTo>
                  <a:lnTo>
                    <a:pt x="1339498" y="1059957"/>
                  </a:lnTo>
                  <a:lnTo>
                    <a:pt x="1338426" y="1060677"/>
                  </a:lnTo>
                  <a:lnTo>
                    <a:pt x="1337355" y="1061396"/>
                  </a:lnTo>
                  <a:lnTo>
                    <a:pt x="1336283" y="1062115"/>
                  </a:lnTo>
                  <a:lnTo>
                    <a:pt x="1335212" y="1062833"/>
                  </a:lnTo>
                  <a:lnTo>
                    <a:pt x="1334140" y="1063550"/>
                  </a:lnTo>
                  <a:lnTo>
                    <a:pt x="1333068" y="1064266"/>
                  </a:lnTo>
                  <a:lnTo>
                    <a:pt x="1331997" y="1064982"/>
                  </a:lnTo>
                  <a:lnTo>
                    <a:pt x="1330925" y="1065697"/>
                  </a:lnTo>
                  <a:lnTo>
                    <a:pt x="1329854" y="1066412"/>
                  </a:lnTo>
                  <a:lnTo>
                    <a:pt x="1328782" y="1067125"/>
                  </a:lnTo>
                  <a:lnTo>
                    <a:pt x="1327710" y="1067838"/>
                  </a:lnTo>
                  <a:lnTo>
                    <a:pt x="1326639" y="1068551"/>
                  </a:lnTo>
                  <a:lnTo>
                    <a:pt x="1325567" y="1069262"/>
                  </a:lnTo>
                  <a:lnTo>
                    <a:pt x="1324496" y="1069973"/>
                  </a:lnTo>
                  <a:lnTo>
                    <a:pt x="1323424" y="1070683"/>
                  </a:lnTo>
                  <a:lnTo>
                    <a:pt x="1322352" y="1071393"/>
                  </a:lnTo>
                  <a:lnTo>
                    <a:pt x="1321281" y="1072102"/>
                  </a:lnTo>
                  <a:lnTo>
                    <a:pt x="1320209" y="1072810"/>
                  </a:lnTo>
                  <a:lnTo>
                    <a:pt x="1319138" y="1073517"/>
                  </a:lnTo>
                  <a:lnTo>
                    <a:pt x="1318066" y="1074223"/>
                  </a:lnTo>
                  <a:lnTo>
                    <a:pt x="1316994" y="1074929"/>
                  </a:lnTo>
                  <a:lnTo>
                    <a:pt x="1315923" y="1075634"/>
                  </a:lnTo>
                  <a:lnTo>
                    <a:pt x="1314851" y="1076338"/>
                  </a:lnTo>
                  <a:lnTo>
                    <a:pt x="1313780" y="1077042"/>
                  </a:lnTo>
                  <a:lnTo>
                    <a:pt x="1312708" y="1077745"/>
                  </a:lnTo>
                  <a:lnTo>
                    <a:pt x="1311636" y="1078446"/>
                  </a:lnTo>
                  <a:lnTo>
                    <a:pt x="1310565" y="1079148"/>
                  </a:lnTo>
                  <a:lnTo>
                    <a:pt x="1309493" y="1079848"/>
                  </a:lnTo>
                  <a:lnTo>
                    <a:pt x="1308422" y="1080548"/>
                  </a:lnTo>
                  <a:lnTo>
                    <a:pt x="1307350" y="1081247"/>
                  </a:lnTo>
                  <a:lnTo>
                    <a:pt x="1306278" y="1081945"/>
                  </a:lnTo>
                  <a:lnTo>
                    <a:pt x="1305207" y="1082642"/>
                  </a:lnTo>
                  <a:lnTo>
                    <a:pt x="1304135" y="1083338"/>
                  </a:lnTo>
                  <a:lnTo>
                    <a:pt x="1303064" y="1084034"/>
                  </a:lnTo>
                  <a:lnTo>
                    <a:pt x="1301992" y="1084729"/>
                  </a:lnTo>
                  <a:lnTo>
                    <a:pt x="1300920" y="1085423"/>
                  </a:lnTo>
                  <a:lnTo>
                    <a:pt x="1299849" y="1086116"/>
                  </a:lnTo>
                  <a:lnTo>
                    <a:pt x="1298777" y="1086809"/>
                  </a:lnTo>
                  <a:lnTo>
                    <a:pt x="1297706" y="1087500"/>
                  </a:lnTo>
                  <a:lnTo>
                    <a:pt x="1296634" y="1088191"/>
                  </a:lnTo>
                  <a:lnTo>
                    <a:pt x="1295562" y="1088881"/>
                  </a:lnTo>
                  <a:lnTo>
                    <a:pt x="1294491" y="1089570"/>
                  </a:lnTo>
                  <a:lnTo>
                    <a:pt x="1293419" y="1090259"/>
                  </a:lnTo>
                  <a:lnTo>
                    <a:pt x="1292348" y="1090946"/>
                  </a:lnTo>
                  <a:lnTo>
                    <a:pt x="1291276" y="1091633"/>
                  </a:lnTo>
                  <a:lnTo>
                    <a:pt x="1290204" y="1092319"/>
                  </a:lnTo>
                  <a:lnTo>
                    <a:pt x="1289133" y="1093003"/>
                  </a:lnTo>
                  <a:lnTo>
                    <a:pt x="1288061" y="1093688"/>
                  </a:lnTo>
                  <a:lnTo>
                    <a:pt x="1286990" y="1094371"/>
                  </a:lnTo>
                  <a:lnTo>
                    <a:pt x="1285918" y="1095053"/>
                  </a:lnTo>
                  <a:lnTo>
                    <a:pt x="1284846" y="1095735"/>
                  </a:lnTo>
                  <a:lnTo>
                    <a:pt x="1283775" y="1096415"/>
                  </a:lnTo>
                  <a:lnTo>
                    <a:pt x="1282703" y="1097095"/>
                  </a:lnTo>
                  <a:lnTo>
                    <a:pt x="1281632" y="1097774"/>
                  </a:lnTo>
                  <a:lnTo>
                    <a:pt x="1280560" y="1098452"/>
                  </a:lnTo>
                  <a:lnTo>
                    <a:pt x="1279488" y="1099129"/>
                  </a:lnTo>
                  <a:lnTo>
                    <a:pt x="1278417" y="1099805"/>
                  </a:lnTo>
                  <a:lnTo>
                    <a:pt x="1277345" y="1100481"/>
                  </a:lnTo>
                  <a:lnTo>
                    <a:pt x="1276274" y="1101155"/>
                  </a:lnTo>
                  <a:lnTo>
                    <a:pt x="1275202" y="1101829"/>
                  </a:lnTo>
                  <a:lnTo>
                    <a:pt x="1274130" y="1102502"/>
                  </a:lnTo>
                  <a:lnTo>
                    <a:pt x="1273059" y="1103173"/>
                  </a:lnTo>
                  <a:lnTo>
                    <a:pt x="1271987" y="1103844"/>
                  </a:lnTo>
                  <a:lnTo>
                    <a:pt x="1270916" y="1104514"/>
                  </a:lnTo>
                  <a:lnTo>
                    <a:pt x="1269844" y="1105183"/>
                  </a:lnTo>
                  <a:lnTo>
                    <a:pt x="1268772" y="1105851"/>
                  </a:lnTo>
                  <a:lnTo>
                    <a:pt x="1267701" y="1106518"/>
                  </a:lnTo>
                  <a:lnTo>
                    <a:pt x="1266629" y="1107185"/>
                  </a:lnTo>
                  <a:lnTo>
                    <a:pt x="1265558" y="1107850"/>
                  </a:lnTo>
                  <a:lnTo>
                    <a:pt x="1264486" y="1108515"/>
                  </a:lnTo>
                  <a:lnTo>
                    <a:pt x="1263414" y="1109178"/>
                  </a:lnTo>
                  <a:lnTo>
                    <a:pt x="1262343" y="1109841"/>
                  </a:lnTo>
                  <a:lnTo>
                    <a:pt x="1261271" y="1110502"/>
                  </a:lnTo>
                  <a:lnTo>
                    <a:pt x="1260200" y="1111163"/>
                  </a:lnTo>
                  <a:lnTo>
                    <a:pt x="1259128" y="1111823"/>
                  </a:lnTo>
                  <a:lnTo>
                    <a:pt x="1258056" y="1112481"/>
                  </a:lnTo>
                  <a:lnTo>
                    <a:pt x="1256985" y="1113139"/>
                  </a:lnTo>
                  <a:lnTo>
                    <a:pt x="1255913" y="1113796"/>
                  </a:lnTo>
                  <a:lnTo>
                    <a:pt x="1254842" y="1114452"/>
                  </a:lnTo>
                  <a:lnTo>
                    <a:pt x="1253770" y="1115107"/>
                  </a:lnTo>
                  <a:lnTo>
                    <a:pt x="1252698" y="1115761"/>
                  </a:lnTo>
                  <a:lnTo>
                    <a:pt x="1251627" y="1116414"/>
                  </a:lnTo>
                  <a:lnTo>
                    <a:pt x="1250555" y="1117066"/>
                  </a:lnTo>
                  <a:lnTo>
                    <a:pt x="1249484" y="1117717"/>
                  </a:lnTo>
                  <a:lnTo>
                    <a:pt x="1248412" y="1118367"/>
                  </a:lnTo>
                  <a:lnTo>
                    <a:pt x="1247340" y="1119016"/>
                  </a:lnTo>
                  <a:lnTo>
                    <a:pt x="1246269" y="1119664"/>
                  </a:lnTo>
                  <a:lnTo>
                    <a:pt x="1245197" y="1120311"/>
                  </a:lnTo>
                  <a:lnTo>
                    <a:pt x="1244126" y="1120957"/>
                  </a:lnTo>
                  <a:lnTo>
                    <a:pt x="1243054" y="1121603"/>
                  </a:lnTo>
                  <a:lnTo>
                    <a:pt x="1241983" y="1122247"/>
                  </a:lnTo>
                  <a:lnTo>
                    <a:pt x="1240911" y="1122890"/>
                  </a:lnTo>
                  <a:lnTo>
                    <a:pt x="1239839" y="1123532"/>
                  </a:lnTo>
                  <a:lnTo>
                    <a:pt x="1238768" y="1124173"/>
                  </a:lnTo>
                  <a:lnTo>
                    <a:pt x="1237696" y="1124813"/>
                  </a:lnTo>
                  <a:lnTo>
                    <a:pt x="1236625" y="1125452"/>
                  </a:lnTo>
                  <a:lnTo>
                    <a:pt x="1235553" y="1126090"/>
                  </a:lnTo>
                  <a:lnTo>
                    <a:pt x="1234481" y="1126728"/>
                  </a:lnTo>
                  <a:lnTo>
                    <a:pt x="1233410" y="1127364"/>
                  </a:lnTo>
                  <a:lnTo>
                    <a:pt x="1232338" y="1127999"/>
                  </a:lnTo>
                  <a:lnTo>
                    <a:pt x="1231267" y="1128633"/>
                  </a:lnTo>
                  <a:lnTo>
                    <a:pt x="1230195" y="1129266"/>
                  </a:lnTo>
                  <a:lnTo>
                    <a:pt x="1229123" y="1129898"/>
                  </a:lnTo>
                  <a:lnTo>
                    <a:pt x="1228052" y="1130528"/>
                  </a:lnTo>
                  <a:lnTo>
                    <a:pt x="1226980" y="1131158"/>
                  </a:lnTo>
                  <a:lnTo>
                    <a:pt x="1225909" y="1131787"/>
                  </a:lnTo>
                  <a:lnTo>
                    <a:pt x="1224837" y="1132415"/>
                  </a:lnTo>
                  <a:lnTo>
                    <a:pt x="1223765" y="1133042"/>
                  </a:lnTo>
                  <a:lnTo>
                    <a:pt x="1222694" y="1133667"/>
                  </a:lnTo>
                  <a:lnTo>
                    <a:pt x="1221622" y="1134292"/>
                  </a:lnTo>
                  <a:lnTo>
                    <a:pt x="1220551" y="1134916"/>
                  </a:lnTo>
                  <a:lnTo>
                    <a:pt x="1219479" y="1135538"/>
                  </a:lnTo>
                  <a:lnTo>
                    <a:pt x="1218407" y="1136160"/>
                  </a:lnTo>
                  <a:lnTo>
                    <a:pt x="1217336" y="1136780"/>
                  </a:lnTo>
                  <a:lnTo>
                    <a:pt x="1216264" y="1137400"/>
                  </a:lnTo>
                  <a:lnTo>
                    <a:pt x="1215193" y="1138018"/>
                  </a:lnTo>
                  <a:lnTo>
                    <a:pt x="1214121" y="1138635"/>
                  </a:lnTo>
                  <a:lnTo>
                    <a:pt x="1213049" y="1139251"/>
                  </a:lnTo>
                  <a:lnTo>
                    <a:pt x="1211978" y="1139866"/>
                  </a:lnTo>
                  <a:lnTo>
                    <a:pt x="1210906" y="1140480"/>
                  </a:lnTo>
                  <a:lnTo>
                    <a:pt x="1209835" y="1141093"/>
                  </a:lnTo>
                  <a:lnTo>
                    <a:pt x="1208763" y="1141705"/>
                  </a:lnTo>
                  <a:lnTo>
                    <a:pt x="1207691" y="1142316"/>
                  </a:lnTo>
                  <a:lnTo>
                    <a:pt x="1206620" y="1142926"/>
                  </a:lnTo>
                  <a:lnTo>
                    <a:pt x="1205548" y="1143534"/>
                  </a:lnTo>
                  <a:lnTo>
                    <a:pt x="1204477" y="1144142"/>
                  </a:lnTo>
                  <a:lnTo>
                    <a:pt x="1203405" y="1144748"/>
                  </a:lnTo>
                  <a:lnTo>
                    <a:pt x="1202333" y="1145354"/>
                  </a:lnTo>
                  <a:lnTo>
                    <a:pt x="1201262" y="1145958"/>
                  </a:lnTo>
                  <a:lnTo>
                    <a:pt x="1200190" y="1146561"/>
                  </a:lnTo>
                  <a:lnTo>
                    <a:pt x="1199119" y="1147163"/>
                  </a:lnTo>
                  <a:lnTo>
                    <a:pt x="1198047" y="1147764"/>
                  </a:lnTo>
                  <a:lnTo>
                    <a:pt x="1196975" y="1148364"/>
                  </a:lnTo>
                  <a:lnTo>
                    <a:pt x="1195904" y="1148963"/>
                  </a:lnTo>
                  <a:lnTo>
                    <a:pt x="1194832" y="1149561"/>
                  </a:lnTo>
                  <a:lnTo>
                    <a:pt x="1193761" y="1150157"/>
                  </a:lnTo>
                  <a:lnTo>
                    <a:pt x="1192689" y="1150753"/>
                  </a:lnTo>
                  <a:lnTo>
                    <a:pt x="1191617" y="1151347"/>
                  </a:lnTo>
                  <a:lnTo>
                    <a:pt x="1190546" y="1151940"/>
                  </a:lnTo>
                  <a:lnTo>
                    <a:pt x="1189474" y="1152532"/>
                  </a:lnTo>
                  <a:lnTo>
                    <a:pt x="1188403" y="1153123"/>
                  </a:lnTo>
                  <a:lnTo>
                    <a:pt x="1187331" y="1153713"/>
                  </a:lnTo>
                  <a:lnTo>
                    <a:pt x="1186259" y="1154302"/>
                  </a:lnTo>
                  <a:lnTo>
                    <a:pt x="1185188" y="1154890"/>
                  </a:lnTo>
                  <a:lnTo>
                    <a:pt x="1184116" y="1155476"/>
                  </a:lnTo>
                  <a:lnTo>
                    <a:pt x="1183045" y="1156061"/>
                  </a:lnTo>
                  <a:lnTo>
                    <a:pt x="1181973" y="1156646"/>
                  </a:lnTo>
                  <a:lnTo>
                    <a:pt x="1180901" y="1157229"/>
                  </a:lnTo>
                  <a:lnTo>
                    <a:pt x="1179830" y="1157811"/>
                  </a:lnTo>
                  <a:lnTo>
                    <a:pt x="1178758" y="1158392"/>
                  </a:lnTo>
                  <a:lnTo>
                    <a:pt x="1177687" y="1158971"/>
                  </a:lnTo>
                  <a:lnTo>
                    <a:pt x="1176615" y="1159550"/>
                  </a:lnTo>
                  <a:lnTo>
                    <a:pt x="1175543" y="1160128"/>
                  </a:lnTo>
                  <a:lnTo>
                    <a:pt x="1174472" y="1160704"/>
                  </a:lnTo>
                  <a:lnTo>
                    <a:pt x="1173400" y="1161279"/>
                  </a:lnTo>
                  <a:lnTo>
                    <a:pt x="1172329" y="1161853"/>
                  </a:lnTo>
                  <a:lnTo>
                    <a:pt x="1171257" y="1162426"/>
                  </a:lnTo>
                  <a:lnTo>
                    <a:pt x="1170185" y="1162998"/>
                  </a:lnTo>
                  <a:lnTo>
                    <a:pt x="1169114" y="1163568"/>
                  </a:lnTo>
                  <a:lnTo>
                    <a:pt x="1168042" y="1164138"/>
                  </a:lnTo>
                  <a:lnTo>
                    <a:pt x="1166971" y="1164706"/>
                  </a:lnTo>
                  <a:lnTo>
                    <a:pt x="1165899" y="1165273"/>
                  </a:lnTo>
                  <a:lnTo>
                    <a:pt x="1164827" y="1165839"/>
                  </a:lnTo>
                  <a:lnTo>
                    <a:pt x="1163756" y="1166404"/>
                  </a:lnTo>
                  <a:lnTo>
                    <a:pt x="1162684" y="1166968"/>
                  </a:lnTo>
                  <a:lnTo>
                    <a:pt x="1161613" y="1167531"/>
                  </a:lnTo>
                  <a:lnTo>
                    <a:pt x="1160541" y="1168092"/>
                  </a:lnTo>
                  <a:lnTo>
                    <a:pt x="1159469" y="1168652"/>
                  </a:lnTo>
                  <a:lnTo>
                    <a:pt x="1158398" y="1169212"/>
                  </a:lnTo>
                  <a:lnTo>
                    <a:pt x="1157326" y="1169770"/>
                  </a:lnTo>
                  <a:lnTo>
                    <a:pt x="1156255" y="1170326"/>
                  </a:lnTo>
                  <a:lnTo>
                    <a:pt x="1155183" y="1170882"/>
                  </a:lnTo>
                  <a:lnTo>
                    <a:pt x="1154111" y="1171436"/>
                  </a:lnTo>
                  <a:lnTo>
                    <a:pt x="1153040" y="1171990"/>
                  </a:lnTo>
                  <a:lnTo>
                    <a:pt x="1151968" y="1172542"/>
                  </a:lnTo>
                  <a:lnTo>
                    <a:pt x="1150897" y="1173093"/>
                  </a:lnTo>
                  <a:lnTo>
                    <a:pt x="1149825" y="1173643"/>
                  </a:lnTo>
                  <a:lnTo>
                    <a:pt x="1148753" y="1174192"/>
                  </a:lnTo>
                  <a:lnTo>
                    <a:pt x="1147682" y="1174739"/>
                  </a:lnTo>
                  <a:lnTo>
                    <a:pt x="1146610" y="1175286"/>
                  </a:lnTo>
                  <a:lnTo>
                    <a:pt x="1145539" y="1175831"/>
                  </a:lnTo>
                  <a:lnTo>
                    <a:pt x="1144467" y="1176375"/>
                  </a:lnTo>
                  <a:lnTo>
                    <a:pt x="1143395" y="1176918"/>
                  </a:lnTo>
                  <a:lnTo>
                    <a:pt x="1142324" y="1177459"/>
                  </a:lnTo>
                  <a:lnTo>
                    <a:pt x="1141252" y="1178000"/>
                  </a:lnTo>
                  <a:lnTo>
                    <a:pt x="1140181" y="1178539"/>
                  </a:lnTo>
                  <a:lnTo>
                    <a:pt x="1139109" y="1179078"/>
                  </a:lnTo>
                  <a:lnTo>
                    <a:pt x="1138037" y="1179615"/>
                  </a:lnTo>
                  <a:lnTo>
                    <a:pt x="1136966" y="1180151"/>
                  </a:lnTo>
                  <a:lnTo>
                    <a:pt x="1135894" y="1180685"/>
                  </a:lnTo>
                  <a:lnTo>
                    <a:pt x="1134823" y="1181219"/>
                  </a:lnTo>
                  <a:lnTo>
                    <a:pt x="1133751" y="1181751"/>
                  </a:lnTo>
                  <a:lnTo>
                    <a:pt x="1132679" y="1182282"/>
                  </a:lnTo>
                  <a:lnTo>
                    <a:pt x="1131608" y="1182813"/>
                  </a:lnTo>
                  <a:lnTo>
                    <a:pt x="1130536" y="1183341"/>
                  </a:lnTo>
                  <a:lnTo>
                    <a:pt x="1129465" y="1183869"/>
                  </a:lnTo>
                  <a:lnTo>
                    <a:pt x="1128393" y="1184396"/>
                  </a:lnTo>
                  <a:lnTo>
                    <a:pt x="1127321" y="1184921"/>
                  </a:lnTo>
                  <a:lnTo>
                    <a:pt x="1126250" y="1185445"/>
                  </a:lnTo>
                  <a:lnTo>
                    <a:pt x="1125178" y="1185968"/>
                  </a:lnTo>
                  <a:lnTo>
                    <a:pt x="1124107" y="1186490"/>
                  </a:lnTo>
                  <a:lnTo>
                    <a:pt x="1123035" y="1187011"/>
                  </a:lnTo>
                  <a:lnTo>
                    <a:pt x="1121963" y="1187531"/>
                  </a:lnTo>
                  <a:lnTo>
                    <a:pt x="1120892" y="1188049"/>
                  </a:lnTo>
                  <a:lnTo>
                    <a:pt x="1119820" y="1188567"/>
                  </a:lnTo>
                  <a:lnTo>
                    <a:pt x="1118749" y="1189083"/>
                  </a:lnTo>
                  <a:lnTo>
                    <a:pt x="1117677" y="1189598"/>
                  </a:lnTo>
                  <a:lnTo>
                    <a:pt x="1116605" y="1190112"/>
                  </a:lnTo>
                  <a:lnTo>
                    <a:pt x="1115534" y="1190625"/>
                  </a:lnTo>
                  <a:lnTo>
                    <a:pt x="1114462" y="1191137"/>
                  </a:lnTo>
                  <a:lnTo>
                    <a:pt x="1113391" y="1191648"/>
                  </a:lnTo>
                  <a:lnTo>
                    <a:pt x="1112319" y="1192157"/>
                  </a:lnTo>
                  <a:lnTo>
                    <a:pt x="1111247" y="1192666"/>
                  </a:lnTo>
                  <a:lnTo>
                    <a:pt x="1110176" y="1193173"/>
                  </a:lnTo>
                  <a:lnTo>
                    <a:pt x="1109104" y="1193680"/>
                  </a:lnTo>
                  <a:lnTo>
                    <a:pt x="1108033" y="1194185"/>
                  </a:lnTo>
                  <a:lnTo>
                    <a:pt x="1106961" y="1194690"/>
                  </a:lnTo>
                  <a:lnTo>
                    <a:pt x="1105889" y="1195193"/>
                  </a:lnTo>
                  <a:lnTo>
                    <a:pt x="1104818" y="1195695"/>
                  </a:lnTo>
                  <a:lnTo>
                    <a:pt x="1103746" y="1196197"/>
                  </a:lnTo>
                  <a:lnTo>
                    <a:pt x="1102675" y="1196697"/>
                  </a:lnTo>
                  <a:lnTo>
                    <a:pt x="1101603" y="1197196"/>
                  </a:lnTo>
                  <a:lnTo>
                    <a:pt x="1100531" y="1197695"/>
                  </a:lnTo>
                  <a:lnTo>
                    <a:pt x="1099460" y="1198192"/>
                  </a:lnTo>
                  <a:lnTo>
                    <a:pt x="1098388" y="1198688"/>
                  </a:lnTo>
                  <a:lnTo>
                    <a:pt x="1097317" y="1199184"/>
                  </a:lnTo>
                  <a:lnTo>
                    <a:pt x="1096245" y="1199678"/>
                  </a:lnTo>
                  <a:lnTo>
                    <a:pt x="1095173" y="1200172"/>
                  </a:lnTo>
                  <a:lnTo>
                    <a:pt x="1094102" y="1200664"/>
                  </a:lnTo>
                  <a:lnTo>
                    <a:pt x="1093030" y="1201156"/>
                  </a:lnTo>
                  <a:lnTo>
                    <a:pt x="1091959" y="1201646"/>
                  </a:lnTo>
                  <a:lnTo>
                    <a:pt x="1090887" y="1202136"/>
                  </a:lnTo>
                  <a:lnTo>
                    <a:pt x="1089815" y="1202625"/>
                  </a:lnTo>
                  <a:lnTo>
                    <a:pt x="1088744" y="1203112"/>
                  </a:lnTo>
                  <a:lnTo>
                    <a:pt x="1087672" y="1203599"/>
                  </a:lnTo>
                  <a:lnTo>
                    <a:pt x="1086601" y="1204085"/>
                  </a:lnTo>
                  <a:lnTo>
                    <a:pt x="1085529" y="1204570"/>
                  </a:lnTo>
                  <a:lnTo>
                    <a:pt x="1084457" y="1205055"/>
                  </a:lnTo>
                  <a:lnTo>
                    <a:pt x="1083386" y="1205538"/>
                  </a:lnTo>
                  <a:lnTo>
                    <a:pt x="1082314" y="1206021"/>
                  </a:lnTo>
                  <a:lnTo>
                    <a:pt x="1081243" y="1206502"/>
                  </a:lnTo>
                  <a:lnTo>
                    <a:pt x="1080171" y="1206983"/>
                  </a:lnTo>
                  <a:lnTo>
                    <a:pt x="1079099" y="1207463"/>
                  </a:lnTo>
                  <a:lnTo>
                    <a:pt x="1078028" y="1207942"/>
                  </a:lnTo>
                  <a:lnTo>
                    <a:pt x="1076956" y="1208420"/>
                  </a:lnTo>
                  <a:lnTo>
                    <a:pt x="1075885" y="1208898"/>
                  </a:lnTo>
                  <a:lnTo>
                    <a:pt x="1074813" y="1209374"/>
                  </a:lnTo>
                  <a:lnTo>
                    <a:pt x="1073741" y="1209850"/>
                  </a:lnTo>
                  <a:lnTo>
                    <a:pt x="1072670" y="1210325"/>
                  </a:lnTo>
                  <a:lnTo>
                    <a:pt x="1071598" y="1210799"/>
                  </a:lnTo>
                  <a:lnTo>
                    <a:pt x="1070527" y="1211272"/>
                  </a:lnTo>
                  <a:lnTo>
                    <a:pt x="1069455" y="1211745"/>
                  </a:lnTo>
                  <a:lnTo>
                    <a:pt x="1068383" y="1212217"/>
                  </a:lnTo>
                  <a:lnTo>
                    <a:pt x="1067312" y="1212688"/>
                  </a:lnTo>
                  <a:lnTo>
                    <a:pt x="1066240" y="1213158"/>
                  </a:lnTo>
                  <a:lnTo>
                    <a:pt x="1065169" y="1213628"/>
                  </a:lnTo>
                  <a:lnTo>
                    <a:pt x="1064097" y="1214096"/>
                  </a:lnTo>
                  <a:lnTo>
                    <a:pt x="1063026" y="1214565"/>
                  </a:lnTo>
                  <a:lnTo>
                    <a:pt x="1061954" y="1215032"/>
                  </a:lnTo>
                  <a:lnTo>
                    <a:pt x="1060882" y="1215498"/>
                  </a:lnTo>
                  <a:lnTo>
                    <a:pt x="1059811" y="1215964"/>
                  </a:lnTo>
                  <a:lnTo>
                    <a:pt x="1058739" y="1216430"/>
                  </a:lnTo>
                  <a:lnTo>
                    <a:pt x="1057668" y="1216894"/>
                  </a:lnTo>
                  <a:lnTo>
                    <a:pt x="1056596" y="1217358"/>
                  </a:lnTo>
                  <a:lnTo>
                    <a:pt x="1055524" y="1217821"/>
                  </a:lnTo>
                  <a:lnTo>
                    <a:pt x="1054453" y="1218283"/>
                  </a:lnTo>
                  <a:lnTo>
                    <a:pt x="1053381" y="1218745"/>
                  </a:lnTo>
                  <a:lnTo>
                    <a:pt x="1052310" y="1219206"/>
                  </a:lnTo>
                  <a:lnTo>
                    <a:pt x="1051238" y="1219667"/>
                  </a:lnTo>
                  <a:lnTo>
                    <a:pt x="1050166" y="1220126"/>
                  </a:lnTo>
                  <a:lnTo>
                    <a:pt x="1049095" y="1220586"/>
                  </a:lnTo>
                  <a:lnTo>
                    <a:pt x="1048023" y="1221044"/>
                  </a:lnTo>
                  <a:lnTo>
                    <a:pt x="1046952" y="1221502"/>
                  </a:lnTo>
                  <a:lnTo>
                    <a:pt x="1045880" y="1221959"/>
                  </a:lnTo>
                  <a:lnTo>
                    <a:pt x="1044808" y="1222416"/>
                  </a:lnTo>
                  <a:lnTo>
                    <a:pt x="1043737" y="1222872"/>
                  </a:lnTo>
                  <a:lnTo>
                    <a:pt x="1042665" y="1223327"/>
                  </a:lnTo>
                  <a:lnTo>
                    <a:pt x="1041594" y="1223782"/>
                  </a:lnTo>
                  <a:lnTo>
                    <a:pt x="1040522" y="1224237"/>
                  </a:lnTo>
                  <a:lnTo>
                    <a:pt x="1039450" y="1224690"/>
                  </a:lnTo>
                  <a:lnTo>
                    <a:pt x="1038379" y="1225144"/>
                  </a:lnTo>
                  <a:lnTo>
                    <a:pt x="1037307" y="1225596"/>
                  </a:lnTo>
                  <a:lnTo>
                    <a:pt x="1036236" y="1226048"/>
                  </a:lnTo>
                  <a:lnTo>
                    <a:pt x="1035164" y="1226500"/>
                  </a:lnTo>
                  <a:lnTo>
                    <a:pt x="1034092" y="1226951"/>
                  </a:lnTo>
                  <a:lnTo>
                    <a:pt x="1033021" y="1227401"/>
                  </a:lnTo>
                  <a:lnTo>
                    <a:pt x="1031949" y="1227851"/>
                  </a:lnTo>
                  <a:lnTo>
                    <a:pt x="1030878" y="1228301"/>
                  </a:lnTo>
                  <a:lnTo>
                    <a:pt x="1029806" y="1228750"/>
                  </a:lnTo>
                  <a:lnTo>
                    <a:pt x="1028734" y="1229198"/>
                  </a:lnTo>
                  <a:lnTo>
                    <a:pt x="1027663" y="1229646"/>
                  </a:lnTo>
                  <a:lnTo>
                    <a:pt x="1026591" y="1230094"/>
                  </a:lnTo>
                  <a:lnTo>
                    <a:pt x="1025520" y="1230541"/>
                  </a:lnTo>
                  <a:lnTo>
                    <a:pt x="1024448" y="1230987"/>
                  </a:lnTo>
                  <a:lnTo>
                    <a:pt x="1023376" y="1231434"/>
                  </a:lnTo>
                  <a:lnTo>
                    <a:pt x="1022305" y="1231879"/>
                  </a:lnTo>
                  <a:lnTo>
                    <a:pt x="1021233" y="1232325"/>
                  </a:lnTo>
                  <a:lnTo>
                    <a:pt x="1020162" y="1232769"/>
                  </a:lnTo>
                  <a:lnTo>
                    <a:pt x="1019090" y="1233214"/>
                  </a:lnTo>
                  <a:lnTo>
                    <a:pt x="1018018" y="1233658"/>
                  </a:lnTo>
                  <a:lnTo>
                    <a:pt x="1016947" y="1234101"/>
                  </a:lnTo>
                  <a:lnTo>
                    <a:pt x="1015875" y="1234544"/>
                  </a:lnTo>
                  <a:lnTo>
                    <a:pt x="1014804" y="1234987"/>
                  </a:lnTo>
                  <a:lnTo>
                    <a:pt x="1013732" y="1235430"/>
                  </a:lnTo>
                  <a:lnTo>
                    <a:pt x="1012660" y="1235872"/>
                  </a:lnTo>
                  <a:lnTo>
                    <a:pt x="1011589" y="1236313"/>
                  </a:lnTo>
                  <a:lnTo>
                    <a:pt x="1010517" y="1236755"/>
                  </a:lnTo>
                  <a:lnTo>
                    <a:pt x="1009446" y="1237196"/>
                  </a:lnTo>
                  <a:lnTo>
                    <a:pt x="1008374" y="1237636"/>
                  </a:lnTo>
                  <a:lnTo>
                    <a:pt x="1007302" y="1238077"/>
                  </a:lnTo>
                  <a:lnTo>
                    <a:pt x="1006231" y="1238517"/>
                  </a:lnTo>
                  <a:lnTo>
                    <a:pt x="1005159" y="1238956"/>
                  </a:lnTo>
                  <a:lnTo>
                    <a:pt x="1004088" y="1239396"/>
                  </a:lnTo>
                  <a:lnTo>
                    <a:pt x="1003016" y="1239835"/>
                  </a:lnTo>
                  <a:lnTo>
                    <a:pt x="1001944" y="1240273"/>
                  </a:lnTo>
                  <a:lnTo>
                    <a:pt x="1000873" y="1240712"/>
                  </a:lnTo>
                  <a:lnTo>
                    <a:pt x="999801" y="1241150"/>
                  </a:lnTo>
                  <a:lnTo>
                    <a:pt x="998730" y="1241588"/>
                  </a:lnTo>
                  <a:lnTo>
                    <a:pt x="997658" y="1242026"/>
                  </a:lnTo>
                  <a:lnTo>
                    <a:pt x="996586" y="1242463"/>
                  </a:lnTo>
                  <a:lnTo>
                    <a:pt x="995515" y="1242900"/>
                  </a:lnTo>
                  <a:lnTo>
                    <a:pt x="994443" y="1243337"/>
                  </a:lnTo>
                  <a:lnTo>
                    <a:pt x="993372" y="1243774"/>
                  </a:lnTo>
                  <a:lnTo>
                    <a:pt x="992300" y="1244210"/>
                  </a:lnTo>
                  <a:lnTo>
                    <a:pt x="991228" y="1244646"/>
                  </a:lnTo>
                  <a:lnTo>
                    <a:pt x="990157" y="1245082"/>
                  </a:lnTo>
                  <a:lnTo>
                    <a:pt x="989085" y="1245518"/>
                  </a:lnTo>
                  <a:lnTo>
                    <a:pt x="988014" y="1245954"/>
                  </a:lnTo>
                  <a:lnTo>
                    <a:pt x="986942" y="1246389"/>
                  </a:lnTo>
                  <a:lnTo>
                    <a:pt x="985870" y="1246825"/>
                  </a:lnTo>
                  <a:lnTo>
                    <a:pt x="984799" y="1247260"/>
                  </a:lnTo>
                  <a:lnTo>
                    <a:pt x="983727" y="1247695"/>
                  </a:lnTo>
                  <a:lnTo>
                    <a:pt x="982656" y="1248130"/>
                  </a:lnTo>
                  <a:lnTo>
                    <a:pt x="981584" y="1248564"/>
                  </a:lnTo>
                  <a:lnTo>
                    <a:pt x="980512" y="1248999"/>
                  </a:lnTo>
                  <a:lnTo>
                    <a:pt x="979441" y="1249433"/>
                  </a:lnTo>
                  <a:lnTo>
                    <a:pt x="978369" y="1249868"/>
                  </a:lnTo>
                  <a:lnTo>
                    <a:pt x="977298" y="1250302"/>
                  </a:lnTo>
                  <a:lnTo>
                    <a:pt x="976226" y="1250736"/>
                  </a:lnTo>
                  <a:lnTo>
                    <a:pt x="975154" y="1251170"/>
                  </a:lnTo>
                  <a:lnTo>
                    <a:pt x="974083" y="1251604"/>
                  </a:lnTo>
                  <a:lnTo>
                    <a:pt x="973011" y="1252038"/>
                  </a:lnTo>
                  <a:lnTo>
                    <a:pt x="971940" y="1252472"/>
                  </a:lnTo>
                  <a:lnTo>
                    <a:pt x="970868" y="1252906"/>
                  </a:lnTo>
                  <a:lnTo>
                    <a:pt x="969796" y="1253339"/>
                  </a:lnTo>
                  <a:lnTo>
                    <a:pt x="968725" y="1253773"/>
                  </a:lnTo>
                  <a:lnTo>
                    <a:pt x="967653" y="1254207"/>
                  </a:lnTo>
                  <a:lnTo>
                    <a:pt x="966582" y="1254640"/>
                  </a:lnTo>
                  <a:lnTo>
                    <a:pt x="965510" y="1255074"/>
                  </a:lnTo>
                  <a:lnTo>
                    <a:pt x="964438" y="1255507"/>
                  </a:lnTo>
                  <a:lnTo>
                    <a:pt x="963367" y="1255941"/>
                  </a:lnTo>
                  <a:lnTo>
                    <a:pt x="962295" y="1256375"/>
                  </a:lnTo>
                  <a:lnTo>
                    <a:pt x="961224" y="1256808"/>
                  </a:lnTo>
                  <a:lnTo>
                    <a:pt x="960152" y="1257242"/>
                  </a:lnTo>
                  <a:lnTo>
                    <a:pt x="959080" y="1257676"/>
                  </a:lnTo>
                  <a:lnTo>
                    <a:pt x="958009" y="1258109"/>
                  </a:lnTo>
                  <a:lnTo>
                    <a:pt x="956937" y="1258543"/>
                  </a:lnTo>
                  <a:lnTo>
                    <a:pt x="955866" y="1258977"/>
                  </a:lnTo>
                  <a:lnTo>
                    <a:pt x="954794" y="1259411"/>
                  </a:lnTo>
                  <a:lnTo>
                    <a:pt x="953722" y="1259845"/>
                  </a:lnTo>
                  <a:lnTo>
                    <a:pt x="952651" y="1260279"/>
                  </a:lnTo>
                  <a:lnTo>
                    <a:pt x="951579" y="1260713"/>
                  </a:lnTo>
                  <a:lnTo>
                    <a:pt x="950508" y="1261147"/>
                  </a:lnTo>
                  <a:lnTo>
                    <a:pt x="949436" y="1261582"/>
                  </a:lnTo>
                  <a:lnTo>
                    <a:pt x="948364" y="1262016"/>
                  </a:lnTo>
                  <a:lnTo>
                    <a:pt x="947293" y="1262451"/>
                  </a:lnTo>
                  <a:lnTo>
                    <a:pt x="946221" y="1262885"/>
                  </a:lnTo>
                  <a:lnTo>
                    <a:pt x="945150" y="1263320"/>
                  </a:lnTo>
                  <a:lnTo>
                    <a:pt x="944078" y="1263755"/>
                  </a:lnTo>
                  <a:lnTo>
                    <a:pt x="943006" y="1264191"/>
                  </a:lnTo>
                  <a:lnTo>
                    <a:pt x="941935" y="1264626"/>
                  </a:lnTo>
                  <a:lnTo>
                    <a:pt x="940863" y="1265061"/>
                  </a:lnTo>
                  <a:lnTo>
                    <a:pt x="939792" y="1265497"/>
                  </a:lnTo>
                  <a:lnTo>
                    <a:pt x="938720" y="1265933"/>
                  </a:lnTo>
                  <a:lnTo>
                    <a:pt x="937648" y="1266369"/>
                  </a:lnTo>
                  <a:lnTo>
                    <a:pt x="936577" y="1266806"/>
                  </a:lnTo>
                  <a:lnTo>
                    <a:pt x="935505" y="1267242"/>
                  </a:lnTo>
                  <a:lnTo>
                    <a:pt x="934434" y="1267679"/>
                  </a:lnTo>
                  <a:lnTo>
                    <a:pt x="933362" y="1268116"/>
                  </a:lnTo>
                  <a:lnTo>
                    <a:pt x="932290" y="1268553"/>
                  </a:lnTo>
                  <a:lnTo>
                    <a:pt x="931219" y="1268991"/>
                  </a:lnTo>
                  <a:lnTo>
                    <a:pt x="930147" y="1269428"/>
                  </a:lnTo>
                  <a:lnTo>
                    <a:pt x="929076" y="1269867"/>
                  </a:lnTo>
                  <a:lnTo>
                    <a:pt x="928004" y="1270305"/>
                  </a:lnTo>
                  <a:lnTo>
                    <a:pt x="926932" y="1270743"/>
                  </a:lnTo>
                  <a:lnTo>
                    <a:pt x="925861" y="1271182"/>
                  </a:lnTo>
                  <a:lnTo>
                    <a:pt x="924789" y="1271622"/>
                  </a:lnTo>
                  <a:lnTo>
                    <a:pt x="923718" y="1272061"/>
                  </a:lnTo>
                  <a:lnTo>
                    <a:pt x="922646" y="1272501"/>
                  </a:lnTo>
                  <a:lnTo>
                    <a:pt x="921574" y="1272941"/>
                  </a:lnTo>
                  <a:lnTo>
                    <a:pt x="920503" y="1273382"/>
                  </a:lnTo>
                  <a:lnTo>
                    <a:pt x="919431" y="1273823"/>
                  </a:lnTo>
                  <a:lnTo>
                    <a:pt x="918360" y="1274264"/>
                  </a:lnTo>
                  <a:lnTo>
                    <a:pt x="917288" y="1274705"/>
                  </a:lnTo>
                  <a:lnTo>
                    <a:pt x="916216" y="1275147"/>
                  </a:lnTo>
                  <a:lnTo>
                    <a:pt x="915145" y="1275590"/>
                  </a:lnTo>
                  <a:lnTo>
                    <a:pt x="914073" y="1276032"/>
                  </a:lnTo>
                  <a:lnTo>
                    <a:pt x="913002" y="1276476"/>
                  </a:lnTo>
                  <a:lnTo>
                    <a:pt x="911930" y="1276919"/>
                  </a:lnTo>
                  <a:lnTo>
                    <a:pt x="910858" y="1277363"/>
                  </a:lnTo>
                  <a:lnTo>
                    <a:pt x="909787" y="1277807"/>
                  </a:lnTo>
                  <a:lnTo>
                    <a:pt x="908715" y="1278252"/>
                  </a:lnTo>
                  <a:lnTo>
                    <a:pt x="907644" y="1278697"/>
                  </a:lnTo>
                  <a:lnTo>
                    <a:pt x="906572" y="1279143"/>
                  </a:lnTo>
                  <a:lnTo>
                    <a:pt x="905500" y="1279589"/>
                  </a:lnTo>
                  <a:lnTo>
                    <a:pt x="904429" y="1280036"/>
                  </a:lnTo>
                  <a:lnTo>
                    <a:pt x="903357" y="1280483"/>
                  </a:lnTo>
                  <a:lnTo>
                    <a:pt x="902286" y="1280930"/>
                  </a:lnTo>
                  <a:lnTo>
                    <a:pt x="901214" y="1281379"/>
                  </a:lnTo>
                  <a:lnTo>
                    <a:pt x="900142" y="1281827"/>
                  </a:lnTo>
                  <a:lnTo>
                    <a:pt x="899071" y="1282276"/>
                  </a:lnTo>
                  <a:lnTo>
                    <a:pt x="897999" y="1282726"/>
                  </a:lnTo>
                  <a:lnTo>
                    <a:pt x="896928" y="1283176"/>
                  </a:lnTo>
                  <a:lnTo>
                    <a:pt x="895856" y="1283626"/>
                  </a:lnTo>
                  <a:lnTo>
                    <a:pt x="894784" y="1284078"/>
                  </a:lnTo>
                  <a:lnTo>
                    <a:pt x="893713" y="1284529"/>
                  </a:lnTo>
                  <a:lnTo>
                    <a:pt x="892641" y="1284982"/>
                  </a:lnTo>
                  <a:lnTo>
                    <a:pt x="891570" y="1285434"/>
                  </a:lnTo>
                  <a:lnTo>
                    <a:pt x="890498" y="1285888"/>
                  </a:lnTo>
                  <a:lnTo>
                    <a:pt x="889426" y="1286342"/>
                  </a:lnTo>
                  <a:lnTo>
                    <a:pt x="888355" y="1286796"/>
                  </a:lnTo>
                  <a:lnTo>
                    <a:pt x="887283" y="1287252"/>
                  </a:lnTo>
                  <a:lnTo>
                    <a:pt x="886212" y="1287707"/>
                  </a:lnTo>
                  <a:lnTo>
                    <a:pt x="885140" y="1288164"/>
                  </a:lnTo>
                  <a:lnTo>
                    <a:pt x="884069" y="1288621"/>
                  </a:lnTo>
                  <a:lnTo>
                    <a:pt x="882997" y="1289079"/>
                  </a:lnTo>
                  <a:lnTo>
                    <a:pt x="881925" y="1289537"/>
                  </a:lnTo>
                  <a:lnTo>
                    <a:pt x="880854" y="1289996"/>
                  </a:lnTo>
                  <a:lnTo>
                    <a:pt x="879782" y="1290456"/>
                  </a:lnTo>
                  <a:lnTo>
                    <a:pt x="878711" y="1290916"/>
                  </a:lnTo>
                  <a:lnTo>
                    <a:pt x="877639" y="1291377"/>
                  </a:lnTo>
                  <a:lnTo>
                    <a:pt x="876567" y="1291838"/>
                  </a:lnTo>
                  <a:lnTo>
                    <a:pt x="875496" y="1292301"/>
                  </a:lnTo>
                  <a:lnTo>
                    <a:pt x="874424" y="1292764"/>
                  </a:lnTo>
                  <a:lnTo>
                    <a:pt x="873353" y="1293228"/>
                  </a:lnTo>
                  <a:lnTo>
                    <a:pt x="872281" y="1293692"/>
                  </a:lnTo>
                  <a:lnTo>
                    <a:pt x="871209" y="1294157"/>
                  </a:lnTo>
                  <a:lnTo>
                    <a:pt x="870138" y="1294623"/>
                  </a:lnTo>
                  <a:lnTo>
                    <a:pt x="869066" y="1295090"/>
                  </a:lnTo>
                  <a:lnTo>
                    <a:pt x="867995" y="1295557"/>
                  </a:lnTo>
                  <a:lnTo>
                    <a:pt x="866923" y="1296025"/>
                  </a:lnTo>
                  <a:lnTo>
                    <a:pt x="865851" y="1296494"/>
                  </a:lnTo>
                  <a:lnTo>
                    <a:pt x="864780" y="1296964"/>
                  </a:lnTo>
                  <a:lnTo>
                    <a:pt x="863708" y="1297435"/>
                  </a:lnTo>
                  <a:lnTo>
                    <a:pt x="862637" y="1297906"/>
                  </a:lnTo>
                  <a:lnTo>
                    <a:pt x="861565" y="1298378"/>
                  </a:lnTo>
                  <a:lnTo>
                    <a:pt x="860493" y="1298851"/>
                  </a:lnTo>
                  <a:lnTo>
                    <a:pt x="859422" y="1299325"/>
                  </a:lnTo>
                  <a:lnTo>
                    <a:pt x="858350" y="1299799"/>
                  </a:lnTo>
                  <a:lnTo>
                    <a:pt x="857279" y="1300274"/>
                  </a:lnTo>
                  <a:lnTo>
                    <a:pt x="856207" y="1300751"/>
                  </a:lnTo>
                  <a:lnTo>
                    <a:pt x="855135" y="1301228"/>
                  </a:lnTo>
                  <a:lnTo>
                    <a:pt x="854064" y="1301705"/>
                  </a:lnTo>
                  <a:lnTo>
                    <a:pt x="852992" y="1302184"/>
                  </a:lnTo>
                  <a:lnTo>
                    <a:pt x="851921" y="1302664"/>
                  </a:lnTo>
                  <a:lnTo>
                    <a:pt x="850849" y="1303144"/>
                  </a:lnTo>
                  <a:lnTo>
                    <a:pt x="849777" y="1303626"/>
                  </a:lnTo>
                  <a:lnTo>
                    <a:pt x="848706" y="1304108"/>
                  </a:lnTo>
                  <a:lnTo>
                    <a:pt x="847634" y="1304591"/>
                  </a:lnTo>
                  <a:lnTo>
                    <a:pt x="846563" y="1305075"/>
                  </a:lnTo>
                  <a:lnTo>
                    <a:pt x="845491" y="1305560"/>
                  </a:lnTo>
                  <a:lnTo>
                    <a:pt x="844419" y="1306046"/>
                  </a:lnTo>
                  <a:lnTo>
                    <a:pt x="843348" y="1306533"/>
                  </a:lnTo>
                  <a:lnTo>
                    <a:pt x="842276" y="1307021"/>
                  </a:lnTo>
                  <a:lnTo>
                    <a:pt x="841205" y="1307510"/>
                  </a:lnTo>
                  <a:lnTo>
                    <a:pt x="840133" y="1307999"/>
                  </a:lnTo>
                  <a:lnTo>
                    <a:pt x="839061" y="1308490"/>
                  </a:lnTo>
                  <a:lnTo>
                    <a:pt x="837990" y="1308981"/>
                  </a:lnTo>
                  <a:lnTo>
                    <a:pt x="836918" y="1309474"/>
                  </a:lnTo>
                  <a:lnTo>
                    <a:pt x="835847" y="1309968"/>
                  </a:lnTo>
                  <a:lnTo>
                    <a:pt x="834775" y="1310462"/>
                  </a:lnTo>
                  <a:lnTo>
                    <a:pt x="833703" y="1310958"/>
                  </a:lnTo>
                  <a:lnTo>
                    <a:pt x="832632" y="1311454"/>
                  </a:lnTo>
                  <a:lnTo>
                    <a:pt x="831560" y="1311952"/>
                  </a:lnTo>
                  <a:lnTo>
                    <a:pt x="830489" y="1312451"/>
                  </a:lnTo>
                  <a:lnTo>
                    <a:pt x="829417" y="1312950"/>
                  </a:lnTo>
                  <a:lnTo>
                    <a:pt x="828345" y="1313451"/>
                  </a:lnTo>
                  <a:lnTo>
                    <a:pt x="827274" y="1313953"/>
                  </a:lnTo>
                  <a:lnTo>
                    <a:pt x="826202" y="1314455"/>
                  </a:lnTo>
                  <a:lnTo>
                    <a:pt x="825131" y="1314959"/>
                  </a:lnTo>
                  <a:lnTo>
                    <a:pt x="824059" y="1315464"/>
                  </a:lnTo>
                  <a:lnTo>
                    <a:pt x="822987" y="1315970"/>
                  </a:lnTo>
                  <a:lnTo>
                    <a:pt x="821916" y="1316477"/>
                  </a:lnTo>
                  <a:lnTo>
                    <a:pt x="820844" y="1316985"/>
                  </a:lnTo>
                  <a:lnTo>
                    <a:pt x="819773" y="1317495"/>
                  </a:lnTo>
                  <a:lnTo>
                    <a:pt x="818701" y="1318005"/>
                  </a:lnTo>
                  <a:lnTo>
                    <a:pt x="817629" y="1318516"/>
                  </a:lnTo>
                  <a:lnTo>
                    <a:pt x="816558" y="1319029"/>
                  </a:lnTo>
                  <a:lnTo>
                    <a:pt x="815486" y="1319543"/>
                  </a:lnTo>
                  <a:lnTo>
                    <a:pt x="814415" y="1320057"/>
                  </a:lnTo>
                  <a:lnTo>
                    <a:pt x="813343" y="1320573"/>
                  </a:lnTo>
                  <a:lnTo>
                    <a:pt x="812271" y="1321091"/>
                  </a:lnTo>
                  <a:lnTo>
                    <a:pt x="811200" y="1321609"/>
                  </a:lnTo>
                  <a:lnTo>
                    <a:pt x="810128" y="1322128"/>
                  </a:lnTo>
                  <a:lnTo>
                    <a:pt x="809057" y="1322649"/>
                  </a:lnTo>
                  <a:lnTo>
                    <a:pt x="807985" y="1323170"/>
                  </a:lnTo>
                  <a:lnTo>
                    <a:pt x="806913" y="1323693"/>
                  </a:lnTo>
                  <a:lnTo>
                    <a:pt x="805842" y="1324217"/>
                  </a:lnTo>
                  <a:lnTo>
                    <a:pt x="804770" y="1324743"/>
                  </a:lnTo>
                  <a:lnTo>
                    <a:pt x="803699" y="1325269"/>
                  </a:lnTo>
                  <a:lnTo>
                    <a:pt x="802627" y="1325797"/>
                  </a:lnTo>
                  <a:lnTo>
                    <a:pt x="801555" y="1326326"/>
                  </a:lnTo>
                  <a:lnTo>
                    <a:pt x="800484" y="1326856"/>
                  </a:lnTo>
                  <a:lnTo>
                    <a:pt x="799412" y="1327387"/>
                  </a:lnTo>
                  <a:lnTo>
                    <a:pt x="798341" y="1327920"/>
                  </a:lnTo>
                  <a:lnTo>
                    <a:pt x="797269" y="1328453"/>
                  </a:lnTo>
                  <a:lnTo>
                    <a:pt x="796197" y="1328988"/>
                  </a:lnTo>
                  <a:lnTo>
                    <a:pt x="795126" y="1329525"/>
                  </a:lnTo>
                  <a:lnTo>
                    <a:pt x="794054" y="1330062"/>
                  </a:lnTo>
                  <a:lnTo>
                    <a:pt x="792983" y="1330601"/>
                  </a:lnTo>
                  <a:lnTo>
                    <a:pt x="791911" y="1331141"/>
                  </a:lnTo>
                  <a:lnTo>
                    <a:pt x="790839" y="1331682"/>
                  </a:lnTo>
                  <a:lnTo>
                    <a:pt x="789768" y="1332225"/>
                  </a:lnTo>
                  <a:lnTo>
                    <a:pt x="788696" y="1332769"/>
                  </a:lnTo>
                  <a:lnTo>
                    <a:pt x="787625" y="1333314"/>
                  </a:lnTo>
                  <a:lnTo>
                    <a:pt x="786553" y="1333860"/>
                  </a:lnTo>
                  <a:lnTo>
                    <a:pt x="785481" y="1334408"/>
                  </a:lnTo>
                  <a:lnTo>
                    <a:pt x="784410" y="1334957"/>
                  </a:lnTo>
                  <a:lnTo>
                    <a:pt x="783338" y="1335507"/>
                  </a:lnTo>
                  <a:lnTo>
                    <a:pt x="782267" y="1336059"/>
                  </a:lnTo>
                  <a:lnTo>
                    <a:pt x="781195" y="1336612"/>
                  </a:lnTo>
                  <a:lnTo>
                    <a:pt x="780123" y="1337166"/>
                  </a:lnTo>
                  <a:lnTo>
                    <a:pt x="779052" y="1337722"/>
                  </a:lnTo>
                  <a:lnTo>
                    <a:pt x="777980" y="1338278"/>
                  </a:lnTo>
                  <a:lnTo>
                    <a:pt x="776909" y="1338837"/>
                  </a:lnTo>
                  <a:lnTo>
                    <a:pt x="775837" y="1339396"/>
                  </a:lnTo>
                  <a:lnTo>
                    <a:pt x="774765" y="1339957"/>
                  </a:lnTo>
                  <a:lnTo>
                    <a:pt x="773694" y="1340520"/>
                  </a:lnTo>
                  <a:lnTo>
                    <a:pt x="772622" y="1341083"/>
                  </a:lnTo>
                  <a:lnTo>
                    <a:pt x="771551" y="1341648"/>
                  </a:lnTo>
                  <a:lnTo>
                    <a:pt x="770479" y="1342215"/>
                  </a:lnTo>
                  <a:lnTo>
                    <a:pt x="769407" y="1342783"/>
                  </a:lnTo>
                  <a:lnTo>
                    <a:pt x="768336" y="1343352"/>
                  </a:lnTo>
                  <a:lnTo>
                    <a:pt x="767264" y="1343922"/>
                  </a:lnTo>
                  <a:lnTo>
                    <a:pt x="766193" y="1344494"/>
                  </a:lnTo>
                  <a:lnTo>
                    <a:pt x="765121" y="1345067"/>
                  </a:lnTo>
                  <a:lnTo>
                    <a:pt x="764049" y="1345642"/>
                  </a:lnTo>
                  <a:lnTo>
                    <a:pt x="762978" y="1346218"/>
                  </a:lnTo>
                  <a:lnTo>
                    <a:pt x="761906" y="1346796"/>
                  </a:lnTo>
                  <a:lnTo>
                    <a:pt x="760835" y="1347375"/>
                  </a:lnTo>
                  <a:lnTo>
                    <a:pt x="759763" y="1347955"/>
                  </a:lnTo>
                  <a:lnTo>
                    <a:pt x="758691" y="1348537"/>
                  </a:lnTo>
                  <a:lnTo>
                    <a:pt x="757620" y="1349120"/>
                  </a:lnTo>
                  <a:lnTo>
                    <a:pt x="756548" y="1349705"/>
                  </a:lnTo>
                  <a:lnTo>
                    <a:pt x="755477" y="1350291"/>
                  </a:lnTo>
                  <a:lnTo>
                    <a:pt x="754405" y="1350878"/>
                  </a:lnTo>
                  <a:lnTo>
                    <a:pt x="753333" y="1351467"/>
                  </a:lnTo>
                  <a:lnTo>
                    <a:pt x="752262" y="1352057"/>
                  </a:lnTo>
                  <a:lnTo>
                    <a:pt x="751190" y="1352649"/>
                  </a:lnTo>
                  <a:lnTo>
                    <a:pt x="750119" y="1353242"/>
                  </a:lnTo>
                  <a:lnTo>
                    <a:pt x="749047" y="1353837"/>
                  </a:lnTo>
                  <a:lnTo>
                    <a:pt x="747975" y="1354433"/>
                  </a:lnTo>
                  <a:lnTo>
                    <a:pt x="746904" y="1355031"/>
                  </a:lnTo>
                  <a:lnTo>
                    <a:pt x="745832" y="1355630"/>
                  </a:lnTo>
                  <a:lnTo>
                    <a:pt x="744761" y="1356230"/>
                  </a:lnTo>
                  <a:lnTo>
                    <a:pt x="743689" y="1356832"/>
                  </a:lnTo>
                  <a:lnTo>
                    <a:pt x="742617" y="1357436"/>
                  </a:lnTo>
                  <a:lnTo>
                    <a:pt x="741546" y="1358041"/>
                  </a:lnTo>
                  <a:lnTo>
                    <a:pt x="740474" y="1358647"/>
                  </a:lnTo>
                  <a:lnTo>
                    <a:pt x="739403" y="1359255"/>
                  </a:lnTo>
                  <a:lnTo>
                    <a:pt x="738331" y="1359864"/>
                  </a:lnTo>
                  <a:lnTo>
                    <a:pt x="737259" y="1360475"/>
                  </a:lnTo>
                  <a:lnTo>
                    <a:pt x="736188" y="1361087"/>
                  </a:lnTo>
                  <a:lnTo>
                    <a:pt x="735116" y="1361701"/>
                  </a:lnTo>
                  <a:lnTo>
                    <a:pt x="734045" y="1362317"/>
                  </a:lnTo>
                  <a:lnTo>
                    <a:pt x="732973" y="1362933"/>
                  </a:lnTo>
                  <a:lnTo>
                    <a:pt x="731901" y="1363552"/>
                  </a:lnTo>
                  <a:lnTo>
                    <a:pt x="730830" y="1364171"/>
                  </a:lnTo>
                  <a:lnTo>
                    <a:pt x="729758" y="1364793"/>
                  </a:lnTo>
                  <a:lnTo>
                    <a:pt x="728687" y="1365416"/>
                  </a:lnTo>
                  <a:lnTo>
                    <a:pt x="727615" y="1366040"/>
                  </a:lnTo>
                  <a:lnTo>
                    <a:pt x="726543" y="1366666"/>
                  </a:lnTo>
                  <a:lnTo>
                    <a:pt x="725472" y="1367293"/>
                  </a:lnTo>
                  <a:lnTo>
                    <a:pt x="724400" y="1367922"/>
                  </a:lnTo>
                  <a:lnTo>
                    <a:pt x="723329" y="1368552"/>
                  </a:lnTo>
                  <a:lnTo>
                    <a:pt x="722257" y="1369184"/>
                  </a:lnTo>
                  <a:lnTo>
                    <a:pt x="721185" y="1369817"/>
                  </a:lnTo>
                  <a:lnTo>
                    <a:pt x="720114" y="1370452"/>
                  </a:lnTo>
                  <a:lnTo>
                    <a:pt x="719042" y="1371088"/>
                  </a:lnTo>
                  <a:lnTo>
                    <a:pt x="717971" y="1371726"/>
                  </a:lnTo>
                  <a:lnTo>
                    <a:pt x="716899" y="1372366"/>
                  </a:lnTo>
                  <a:lnTo>
                    <a:pt x="715827" y="1373007"/>
                  </a:lnTo>
                  <a:lnTo>
                    <a:pt x="714756" y="1373649"/>
                  </a:lnTo>
                  <a:lnTo>
                    <a:pt x="713684" y="1374293"/>
                  </a:lnTo>
                  <a:lnTo>
                    <a:pt x="712613" y="1374939"/>
                  </a:lnTo>
                  <a:lnTo>
                    <a:pt x="711541" y="1375586"/>
                  </a:lnTo>
                  <a:lnTo>
                    <a:pt x="710469" y="1376234"/>
                  </a:lnTo>
                  <a:lnTo>
                    <a:pt x="709398" y="1376884"/>
                  </a:lnTo>
                  <a:lnTo>
                    <a:pt x="708326" y="1377536"/>
                  </a:lnTo>
                  <a:lnTo>
                    <a:pt x="707255" y="1378189"/>
                  </a:lnTo>
                  <a:lnTo>
                    <a:pt x="706183" y="1378843"/>
                  </a:lnTo>
                  <a:lnTo>
                    <a:pt x="705112" y="1379500"/>
                  </a:lnTo>
                  <a:lnTo>
                    <a:pt x="704040" y="1380157"/>
                  </a:lnTo>
                  <a:lnTo>
                    <a:pt x="702968" y="1380817"/>
                  </a:lnTo>
                  <a:lnTo>
                    <a:pt x="701897" y="1381477"/>
                  </a:lnTo>
                  <a:lnTo>
                    <a:pt x="700825" y="1382139"/>
                  </a:lnTo>
                  <a:lnTo>
                    <a:pt x="699754" y="1382803"/>
                  </a:lnTo>
                  <a:lnTo>
                    <a:pt x="698682" y="1383469"/>
                  </a:lnTo>
                  <a:lnTo>
                    <a:pt x="697610" y="1384135"/>
                  </a:lnTo>
                  <a:lnTo>
                    <a:pt x="696539" y="1384804"/>
                  </a:lnTo>
                  <a:lnTo>
                    <a:pt x="695467" y="1385474"/>
                  </a:lnTo>
                  <a:lnTo>
                    <a:pt x="694396" y="1386145"/>
                  </a:lnTo>
                  <a:lnTo>
                    <a:pt x="693324" y="1386818"/>
                  </a:lnTo>
                  <a:lnTo>
                    <a:pt x="692252" y="1387492"/>
                  </a:lnTo>
                  <a:lnTo>
                    <a:pt x="691181" y="1388168"/>
                  </a:lnTo>
                  <a:lnTo>
                    <a:pt x="690109" y="1388846"/>
                  </a:lnTo>
                  <a:lnTo>
                    <a:pt x="689038" y="1389525"/>
                  </a:lnTo>
                  <a:lnTo>
                    <a:pt x="687966" y="1390205"/>
                  </a:lnTo>
                  <a:lnTo>
                    <a:pt x="686894" y="1390887"/>
                  </a:lnTo>
                  <a:lnTo>
                    <a:pt x="685823" y="1391571"/>
                  </a:lnTo>
                  <a:lnTo>
                    <a:pt x="684751" y="1392256"/>
                  </a:lnTo>
                  <a:lnTo>
                    <a:pt x="683680" y="1392942"/>
                  </a:lnTo>
                  <a:lnTo>
                    <a:pt x="682608" y="1393630"/>
                  </a:lnTo>
                  <a:lnTo>
                    <a:pt x="681536" y="1394320"/>
                  </a:lnTo>
                  <a:lnTo>
                    <a:pt x="680465" y="1395011"/>
                  </a:lnTo>
                  <a:lnTo>
                    <a:pt x="679393" y="1395704"/>
                  </a:lnTo>
                  <a:lnTo>
                    <a:pt x="678322" y="1396398"/>
                  </a:lnTo>
                  <a:lnTo>
                    <a:pt x="677250" y="1397093"/>
                  </a:lnTo>
                  <a:lnTo>
                    <a:pt x="676178" y="1397790"/>
                  </a:lnTo>
                  <a:lnTo>
                    <a:pt x="675107" y="1398489"/>
                  </a:lnTo>
                  <a:lnTo>
                    <a:pt x="674035" y="1399189"/>
                  </a:lnTo>
                  <a:lnTo>
                    <a:pt x="672964" y="1399890"/>
                  </a:lnTo>
                  <a:lnTo>
                    <a:pt x="671892" y="1400593"/>
                  </a:lnTo>
                  <a:lnTo>
                    <a:pt x="670820" y="1401298"/>
                  </a:lnTo>
                  <a:lnTo>
                    <a:pt x="669749" y="1402004"/>
                  </a:lnTo>
                  <a:lnTo>
                    <a:pt x="668677" y="1402711"/>
                  </a:lnTo>
                  <a:lnTo>
                    <a:pt x="667606" y="1403420"/>
                  </a:lnTo>
                  <a:lnTo>
                    <a:pt x="666534" y="1404131"/>
                  </a:lnTo>
                  <a:lnTo>
                    <a:pt x="665462" y="1404843"/>
                  </a:lnTo>
                  <a:lnTo>
                    <a:pt x="664391" y="1405556"/>
                  </a:lnTo>
                  <a:lnTo>
                    <a:pt x="663319" y="1406271"/>
                  </a:lnTo>
                  <a:lnTo>
                    <a:pt x="662248" y="1406987"/>
                  </a:lnTo>
                  <a:lnTo>
                    <a:pt x="661176" y="1407705"/>
                  </a:lnTo>
                  <a:lnTo>
                    <a:pt x="660104" y="1408424"/>
                  </a:lnTo>
                  <a:lnTo>
                    <a:pt x="659033" y="1409145"/>
                  </a:lnTo>
                  <a:lnTo>
                    <a:pt x="657961" y="1409867"/>
                  </a:lnTo>
                  <a:lnTo>
                    <a:pt x="656890" y="1410591"/>
                  </a:lnTo>
                  <a:lnTo>
                    <a:pt x="655818" y="1411316"/>
                  </a:lnTo>
                  <a:lnTo>
                    <a:pt x="654746" y="1412042"/>
                  </a:lnTo>
                  <a:lnTo>
                    <a:pt x="653675" y="1412770"/>
                  </a:lnTo>
                  <a:lnTo>
                    <a:pt x="652603" y="1413499"/>
                  </a:lnTo>
                  <a:lnTo>
                    <a:pt x="651532" y="1414230"/>
                  </a:lnTo>
                  <a:lnTo>
                    <a:pt x="650460" y="1414962"/>
                  </a:lnTo>
                  <a:lnTo>
                    <a:pt x="649388" y="1415696"/>
                  </a:lnTo>
                  <a:lnTo>
                    <a:pt x="648317" y="1416431"/>
                  </a:lnTo>
                  <a:lnTo>
                    <a:pt x="647245" y="1417167"/>
                  </a:lnTo>
                  <a:lnTo>
                    <a:pt x="646174" y="1417905"/>
                  </a:lnTo>
                  <a:lnTo>
                    <a:pt x="645102" y="1418644"/>
                  </a:lnTo>
                  <a:lnTo>
                    <a:pt x="644030" y="1419385"/>
                  </a:lnTo>
                  <a:lnTo>
                    <a:pt x="642959" y="1420127"/>
                  </a:lnTo>
                  <a:lnTo>
                    <a:pt x="641887" y="1420870"/>
                  </a:lnTo>
                  <a:lnTo>
                    <a:pt x="640816" y="1421615"/>
                  </a:lnTo>
                  <a:lnTo>
                    <a:pt x="639744" y="1422361"/>
                  </a:lnTo>
                  <a:lnTo>
                    <a:pt x="638672" y="1423108"/>
                  </a:lnTo>
                  <a:lnTo>
                    <a:pt x="637601" y="1423857"/>
                  </a:lnTo>
                  <a:lnTo>
                    <a:pt x="636529" y="1424607"/>
                  </a:lnTo>
                  <a:lnTo>
                    <a:pt x="635458" y="1425359"/>
                  </a:lnTo>
                  <a:lnTo>
                    <a:pt x="634386" y="1426112"/>
                  </a:lnTo>
                  <a:lnTo>
                    <a:pt x="633314" y="1426866"/>
                  </a:lnTo>
                  <a:lnTo>
                    <a:pt x="632243" y="1427622"/>
                  </a:lnTo>
                  <a:lnTo>
                    <a:pt x="631171" y="1428379"/>
                  </a:lnTo>
                  <a:lnTo>
                    <a:pt x="630100" y="1429137"/>
                  </a:lnTo>
                  <a:lnTo>
                    <a:pt x="629028" y="1429896"/>
                  </a:lnTo>
                  <a:lnTo>
                    <a:pt x="627956" y="1430657"/>
                  </a:lnTo>
                  <a:lnTo>
                    <a:pt x="626885" y="1431419"/>
                  </a:lnTo>
                  <a:lnTo>
                    <a:pt x="625813" y="1432183"/>
                  </a:lnTo>
                  <a:lnTo>
                    <a:pt x="624742" y="1432948"/>
                  </a:lnTo>
                  <a:lnTo>
                    <a:pt x="623670" y="1433714"/>
                  </a:lnTo>
                  <a:lnTo>
                    <a:pt x="622598" y="1434481"/>
                  </a:lnTo>
                  <a:lnTo>
                    <a:pt x="621527" y="1435250"/>
                  </a:lnTo>
                  <a:lnTo>
                    <a:pt x="620455" y="1436020"/>
                  </a:lnTo>
                  <a:lnTo>
                    <a:pt x="619384" y="1436791"/>
                  </a:lnTo>
                  <a:lnTo>
                    <a:pt x="618312" y="1437564"/>
                  </a:lnTo>
                  <a:lnTo>
                    <a:pt x="617240" y="1438337"/>
                  </a:lnTo>
                  <a:lnTo>
                    <a:pt x="616169" y="1439112"/>
                  </a:lnTo>
                  <a:lnTo>
                    <a:pt x="615097" y="1439889"/>
                  </a:lnTo>
                  <a:lnTo>
                    <a:pt x="614026" y="1440666"/>
                  </a:lnTo>
                  <a:lnTo>
                    <a:pt x="612954" y="1441445"/>
                  </a:lnTo>
                  <a:lnTo>
                    <a:pt x="611882" y="1442225"/>
                  </a:lnTo>
                  <a:lnTo>
                    <a:pt x="610811" y="1443006"/>
                  </a:lnTo>
                  <a:lnTo>
                    <a:pt x="609739" y="1443788"/>
                  </a:lnTo>
                  <a:lnTo>
                    <a:pt x="608668" y="1444572"/>
                  </a:lnTo>
                  <a:lnTo>
                    <a:pt x="607596" y="1445356"/>
                  </a:lnTo>
                  <a:lnTo>
                    <a:pt x="606524" y="1446142"/>
                  </a:lnTo>
                  <a:lnTo>
                    <a:pt x="605453" y="1446930"/>
                  </a:lnTo>
                  <a:lnTo>
                    <a:pt x="604381" y="1447718"/>
                  </a:lnTo>
                  <a:lnTo>
                    <a:pt x="603310" y="1448507"/>
                  </a:lnTo>
                  <a:lnTo>
                    <a:pt x="602238" y="1449298"/>
                  </a:lnTo>
                  <a:lnTo>
                    <a:pt x="601166" y="1450090"/>
                  </a:lnTo>
                  <a:lnTo>
                    <a:pt x="600095" y="1450883"/>
                  </a:lnTo>
                  <a:lnTo>
                    <a:pt x="599023" y="1451677"/>
                  </a:lnTo>
                  <a:lnTo>
                    <a:pt x="597952" y="1452472"/>
                  </a:lnTo>
                  <a:lnTo>
                    <a:pt x="596880" y="1453268"/>
                  </a:lnTo>
                  <a:lnTo>
                    <a:pt x="595808" y="1454066"/>
                  </a:lnTo>
                  <a:lnTo>
                    <a:pt x="594737" y="1454864"/>
                  </a:lnTo>
                  <a:lnTo>
                    <a:pt x="593665" y="1455664"/>
                  </a:lnTo>
                  <a:lnTo>
                    <a:pt x="592594" y="1456464"/>
                  </a:lnTo>
                  <a:lnTo>
                    <a:pt x="591522" y="1457266"/>
                  </a:lnTo>
                  <a:lnTo>
                    <a:pt x="590450" y="1458069"/>
                  </a:lnTo>
                  <a:lnTo>
                    <a:pt x="589379" y="1458873"/>
                  </a:lnTo>
                  <a:lnTo>
                    <a:pt x="588307" y="1459678"/>
                  </a:lnTo>
                  <a:lnTo>
                    <a:pt x="587236" y="1460484"/>
                  </a:lnTo>
                  <a:lnTo>
                    <a:pt x="586164" y="1461291"/>
                  </a:lnTo>
                  <a:lnTo>
                    <a:pt x="585092" y="1462099"/>
                  </a:lnTo>
                  <a:lnTo>
                    <a:pt x="584021" y="1462909"/>
                  </a:lnTo>
                  <a:lnTo>
                    <a:pt x="582949" y="1463719"/>
                  </a:lnTo>
                  <a:lnTo>
                    <a:pt x="581878" y="1464530"/>
                  </a:lnTo>
                  <a:lnTo>
                    <a:pt x="580806" y="1465342"/>
                  </a:lnTo>
                  <a:lnTo>
                    <a:pt x="579734" y="1466155"/>
                  </a:lnTo>
                  <a:lnTo>
                    <a:pt x="578663" y="1466970"/>
                  </a:lnTo>
                  <a:lnTo>
                    <a:pt x="577591" y="1467785"/>
                  </a:lnTo>
                  <a:lnTo>
                    <a:pt x="576520" y="1468601"/>
                  </a:lnTo>
                  <a:lnTo>
                    <a:pt x="575448" y="1469418"/>
                  </a:lnTo>
                  <a:lnTo>
                    <a:pt x="574376" y="1470236"/>
                  </a:lnTo>
                  <a:lnTo>
                    <a:pt x="573305" y="1471055"/>
                  </a:lnTo>
                  <a:lnTo>
                    <a:pt x="572233" y="1471875"/>
                  </a:lnTo>
                  <a:lnTo>
                    <a:pt x="571162" y="1472696"/>
                  </a:lnTo>
                  <a:lnTo>
                    <a:pt x="570090" y="1473518"/>
                  </a:lnTo>
                  <a:lnTo>
                    <a:pt x="569018" y="1474340"/>
                  </a:lnTo>
                  <a:lnTo>
                    <a:pt x="567947" y="1475164"/>
                  </a:lnTo>
                  <a:lnTo>
                    <a:pt x="566875" y="1475988"/>
                  </a:lnTo>
                  <a:lnTo>
                    <a:pt x="565804" y="1476814"/>
                  </a:lnTo>
                  <a:lnTo>
                    <a:pt x="564732" y="1477640"/>
                  </a:lnTo>
                  <a:lnTo>
                    <a:pt x="563660" y="1478467"/>
                  </a:lnTo>
                  <a:lnTo>
                    <a:pt x="562589" y="1479295"/>
                  </a:lnTo>
                  <a:lnTo>
                    <a:pt x="561517" y="1480124"/>
                  </a:lnTo>
                  <a:lnTo>
                    <a:pt x="560446" y="1480954"/>
                  </a:lnTo>
                  <a:lnTo>
                    <a:pt x="559374" y="1481784"/>
                  </a:lnTo>
                  <a:lnTo>
                    <a:pt x="558302" y="1482615"/>
                  </a:lnTo>
                  <a:lnTo>
                    <a:pt x="557231" y="1483448"/>
                  </a:lnTo>
                  <a:lnTo>
                    <a:pt x="556159" y="1484281"/>
                  </a:lnTo>
                  <a:lnTo>
                    <a:pt x="555088" y="1485114"/>
                  </a:lnTo>
                  <a:lnTo>
                    <a:pt x="554016" y="1485949"/>
                  </a:lnTo>
                  <a:lnTo>
                    <a:pt x="552944" y="1486784"/>
                  </a:lnTo>
                  <a:lnTo>
                    <a:pt x="551873" y="1487620"/>
                  </a:lnTo>
                  <a:lnTo>
                    <a:pt x="550801" y="1488457"/>
                  </a:lnTo>
                  <a:lnTo>
                    <a:pt x="549730" y="1489294"/>
                  </a:lnTo>
                  <a:lnTo>
                    <a:pt x="548658" y="1490133"/>
                  </a:lnTo>
                  <a:lnTo>
                    <a:pt x="547586" y="1490972"/>
                  </a:lnTo>
                  <a:lnTo>
                    <a:pt x="546515" y="1491812"/>
                  </a:lnTo>
                  <a:lnTo>
                    <a:pt x="545443" y="1492652"/>
                  </a:lnTo>
                  <a:lnTo>
                    <a:pt x="544372" y="1493493"/>
                  </a:lnTo>
                  <a:lnTo>
                    <a:pt x="543300" y="1494335"/>
                  </a:lnTo>
                  <a:lnTo>
                    <a:pt x="542228" y="1495178"/>
                  </a:lnTo>
                  <a:lnTo>
                    <a:pt x="541157" y="1496021"/>
                  </a:lnTo>
                  <a:lnTo>
                    <a:pt x="540085" y="1496865"/>
                  </a:lnTo>
                  <a:lnTo>
                    <a:pt x="539014" y="1497709"/>
                  </a:lnTo>
                  <a:lnTo>
                    <a:pt x="537942" y="1498554"/>
                  </a:lnTo>
                  <a:lnTo>
                    <a:pt x="536870" y="1499400"/>
                  </a:lnTo>
                  <a:lnTo>
                    <a:pt x="535799" y="1500247"/>
                  </a:lnTo>
                  <a:lnTo>
                    <a:pt x="534727" y="1501094"/>
                  </a:lnTo>
                  <a:lnTo>
                    <a:pt x="533656" y="1501941"/>
                  </a:lnTo>
                  <a:lnTo>
                    <a:pt x="532584" y="1502790"/>
                  </a:lnTo>
                  <a:lnTo>
                    <a:pt x="531513" y="1503638"/>
                  </a:lnTo>
                  <a:lnTo>
                    <a:pt x="530441" y="1504488"/>
                  </a:lnTo>
                  <a:lnTo>
                    <a:pt x="529369" y="1505338"/>
                  </a:lnTo>
                  <a:lnTo>
                    <a:pt x="528298" y="1506188"/>
                  </a:lnTo>
                  <a:lnTo>
                    <a:pt x="527226" y="1507040"/>
                  </a:lnTo>
                  <a:lnTo>
                    <a:pt x="526155" y="1507891"/>
                  </a:lnTo>
                  <a:lnTo>
                    <a:pt x="525083" y="1508743"/>
                  </a:lnTo>
                  <a:lnTo>
                    <a:pt x="524011" y="1509596"/>
                  </a:lnTo>
                  <a:lnTo>
                    <a:pt x="522940" y="1510449"/>
                  </a:lnTo>
                  <a:lnTo>
                    <a:pt x="521868" y="1511303"/>
                  </a:lnTo>
                  <a:lnTo>
                    <a:pt x="520797" y="1512157"/>
                  </a:lnTo>
                  <a:lnTo>
                    <a:pt x="519725" y="1513012"/>
                  </a:lnTo>
                  <a:lnTo>
                    <a:pt x="518653" y="1513867"/>
                  </a:lnTo>
                  <a:lnTo>
                    <a:pt x="517582" y="1514723"/>
                  </a:lnTo>
                  <a:lnTo>
                    <a:pt x="516510" y="1515579"/>
                  </a:lnTo>
                  <a:lnTo>
                    <a:pt x="515439" y="1516435"/>
                  </a:lnTo>
                  <a:lnTo>
                    <a:pt x="514367" y="1517292"/>
                  </a:lnTo>
                  <a:lnTo>
                    <a:pt x="513295" y="1518150"/>
                  </a:lnTo>
                  <a:lnTo>
                    <a:pt x="512224" y="1519007"/>
                  </a:lnTo>
                  <a:lnTo>
                    <a:pt x="511152" y="1519866"/>
                  </a:lnTo>
                  <a:lnTo>
                    <a:pt x="510081" y="1520724"/>
                  </a:lnTo>
                  <a:lnTo>
                    <a:pt x="509009" y="1521583"/>
                  </a:lnTo>
                  <a:lnTo>
                    <a:pt x="507937" y="1522443"/>
                  </a:lnTo>
                  <a:lnTo>
                    <a:pt x="506866" y="1523302"/>
                  </a:lnTo>
                  <a:lnTo>
                    <a:pt x="505794" y="1524162"/>
                  </a:lnTo>
                  <a:lnTo>
                    <a:pt x="504723" y="1525023"/>
                  </a:lnTo>
                  <a:lnTo>
                    <a:pt x="503651" y="1525884"/>
                  </a:lnTo>
                  <a:lnTo>
                    <a:pt x="502579" y="1526745"/>
                  </a:lnTo>
                  <a:lnTo>
                    <a:pt x="501508" y="1527606"/>
                  </a:lnTo>
                  <a:lnTo>
                    <a:pt x="500436" y="1528468"/>
                  </a:lnTo>
                  <a:lnTo>
                    <a:pt x="499365" y="1529330"/>
                  </a:lnTo>
                  <a:lnTo>
                    <a:pt x="498293" y="1530192"/>
                  </a:lnTo>
                  <a:lnTo>
                    <a:pt x="497221" y="1531055"/>
                  </a:lnTo>
                  <a:lnTo>
                    <a:pt x="496150" y="1531918"/>
                  </a:lnTo>
                  <a:lnTo>
                    <a:pt x="495078" y="1532781"/>
                  </a:lnTo>
                  <a:lnTo>
                    <a:pt x="494007" y="1533644"/>
                  </a:lnTo>
                  <a:lnTo>
                    <a:pt x="492935" y="1534508"/>
                  </a:lnTo>
                  <a:lnTo>
                    <a:pt x="491863" y="1535372"/>
                  </a:lnTo>
                  <a:lnTo>
                    <a:pt x="490792" y="1536236"/>
                  </a:lnTo>
                  <a:lnTo>
                    <a:pt x="489720" y="1537100"/>
                  </a:lnTo>
                  <a:lnTo>
                    <a:pt x="488649" y="1537965"/>
                  </a:lnTo>
                  <a:lnTo>
                    <a:pt x="487577" y="1538830"/>
                  </a:lnTo>
                  <a:lnTo>
                    <a:pt x="486505" y="1539694"/>
                  </a:lnTo>
                  <a:lnTo>
                    <a:pt x="485434" y="1540560"/>
                  </a:lnTo>
                  <a:lnTo>
                    <a:pt x="484362" y="1541425"/>
                  </a:lnTo>
                  <a:lnTo>
                    <a:pt x="483291" y="1542290"/>
                  </a:lnTo>
                  <a:lnTo>
                    <a:pt x="482219" y="1543156"/>
                  </a:lnTo>
                  <a:lnTo>
                    <a:pt x="481147" y="1544021"/>
                  </a:lnTo>
                  <a:lnTo>
                    <a:pt x="480076" y="1544887"/>
                  </a:lnTo>
                  <a:lnTo>
                    <a:pt x="479004" y="1545753"/>
                  </a:lnTo>
                  <a:lnTo>
                    <a:pt x="477933" y="1546619"/>
                  </a:lnTo>
                  <a:lnTo>
                    <a:pt x="476861" y="1547485"/>
                  </a:lnTo>
                  <a:lnTo>
                    <a:pt x="475789" y="1548352"/>
                  </a:lnTo>
                  <a:lnTo>
                    <a:pt x="474718" y="1549218"/>
                  </a:lnTo>
                  <a:lnTo>
                    <a:pt x="473646" y="1550084"/>
                  </a:lnTo>
                  <a:lnTo>
                    <a:pt x="472575" y="1550951"/>
                  </a:lnTo>
                  <a:lnTo>
                    <a:pt x="471503" y="1551817"/>
                  </a:lnTo>
                  <a:lnTo>
                    <a:pt x="470431" y="1552684"/>
                  </a:lnTo>
                  <a:lnTo>
                    <a:pt x="469360" y="1553550"/>
                  </a:lnTo>
                  <a:lnTo>
                    <a:pt x="468288" y="1554417"/>
                  </a:lnTo>
                  <a:lnTo>
                    <a:pt x="467217" y="1555284"/>
                  </a:lnTo>
                  <a:lnTo>
                    <a:pt x="466145" y="1556150"/>
                  </a:lnTo>
                  <a:lnTo>
                    <a:pt x="465073" y="1557017"/>
                  </a:lnTo>
                  <a:lnTo>
                    <a:pt x="464002" y="1557884"/>
                  </a:lnTo>
                  <a:lnTo>
                    <a:pt x="462930" y="1558750"/>
                  </a:lnTo>
                  <a:lnTo>
                    <a:pt x="461859" y="1559617"/>
                  </a:lnTo>
                  <a:lnTo>
                    <a:pt x="460787" y="1560483"/>
                  </a:lnTo>
                  <a:lnTo>
                    <a:pt x="459715" y="1561350"/>
                  </a:lnTo>
                  <a:lnTo>
                    <a:pt x="458644" y="1562216"/>
                  </a:lnTo>
                  <a:lnTo>
                    <a:pt x="457572" y="1563083"/>
                  </a:lnTo>
                  <a:lnTo>
                    <a:pt x="456501" y="1563949"/>
                  </a:lnTo>
                  <a:lnTo>
                    <a:pt x="455429" y="1564815"/>
                  </a:lnTo>
                  <a:lnTo>
                    <a:pt x="454357" y="1565682"/>
                  </a:lnTo>
                  <a:lnTo>
                    <a:pt x="453286" y="1566548"/>
                  </a:lnTo>
                  <a:lnTo>
                    <a:pt x="452214" y="1567414"/>
                  </a:lnTo>
                  <a:lnTo>
                    <a:pt x="451143" y="1568279"/>
                  </a:lnTo>
                  <a:lnTo>
                    <a:pt x="450071" y="1569145"/>
                  </a:lnTo>
                  <a:lnTo>
                    <a:pt x="448999" y="1570011"/>
                  </a:lnTo>
                  <a:lnTo>
                    <a:pt x="447928" y="1570876"/>
                  </a:lnTo>
                  <a:lnTo>
                    <a:pt x="446856" y="1571741"/>
                  </a:lnTo>
                  <a:lnTo>
                    <a:pt x="445785" y="1572607"/>
                  </a:lnTo>
                  <a:lnTo>
                    <a:pt x="444713" y="1573471"/>
                  </a:lnTo>
                  <a:lnTo>
                    <a:pt x="443641" y="1574336"/>
                  </a:lnTo>
                  <a:lnTo>
                    <a:pt x="442570" y="1575201"/>
                  </a:lnTo>
                  <a:lnTo>
                    <a:pt x="441498" y="1576065"/>
                  </a:lnTo>
                  <a:lnTo>
                    <a:pt x="440427" y="1576929"/>
                  </a:lnTo>
                  <a:lnTo>
                    <a:pt x="439355" y="1577793"/>
                  </a:lnTo>
                  <a:lnTo>
                    <a:pt x="438283" y="1578657"/>
                  </a:lnTo>
                  <a:lnTo>
                    <a:pt x="437212" y="1579521"/>
                  </a:lnTo>
                  <a:lnTo>
                    <a:pt x="436140" y="1580384"/>
                  </a:lnTo>
                  <a:lnTo>
                    <a:pt x="435069" y="1581247"/>
                  </a:lnTo>
                  <a:lnTo>
                    <a:pt x="433997" y="1582110"/>
                  </a:lnTo>
                  <a:lnTo>
                    <a:pt x="432925" y="1582972"/>
                  </a:lnTo>
                  <a:lnTo>
                    <a:pt x="431854" y="1583835"/>
                  </a:lnTo>
                  <a:lnTo>
                    <a:pt x="430782" y="1584696"/>
                  </a:lnTo>
                  <a:lnTo>
                    <a:pt x="429711" y="1585558"/>
                  </a:lnTo>
                  <a:lnTo>
                    <a:pt x="428639" y="1586420"/>
                  </a:lnTo>
                  <a:lnTo>
                    <a:pt x="427567" y="1587281"/>
                  </a:lnTo>
                  <a:lnTo>
                    <a:pt x="426496" y="1588141"/>
                  </a:lnTo>
                  <a:lnTo>
                    <a:pt x="425424" y="1589002"/>
                  </a:lnTo>
                  <a:lnTo>
                    <a:pt x="424353" y="1589862"/>
                  </a:lnTo>
                  <a:lnTo>
                    <a:pt x="423281" y="1590722"/>
                  </a:lnTo>
                  <a:lnTo>
                    <a:pt x="422209" y="1591581"/>
                  </a:lnTo>
                  <a:lnTo>
                    <a:pt x="421138" y="1592440"/>
                  </a:lnTo>
                  <a:lnTo>
                    <a:pt x="420066" y="1593299"/>
                  </a:lnTo>
                  <a:lnTo>
                    <a:pt x="418995" y="1594157"/>
                  </a:lnTo>
                  <a:lnTo>
                    <a:pt x="417923" y="1595015"/>
                  </a:lnTo>
                  <a:lnTo>
                    <a:pt x="416851" y="1595873"/>
                  </a:lnTo>
                  <a:lnTo>
                    <a:pt x="415780" y="1596730"/>
                  </a:lnTo>
                  <a:lnTo>
                    <a:pt x="414708" y="1597587"/>
                  </a:lnTo>
                  <a:lnTo>
                    <a:pt x="413637" y="1598443"/>
                  </a:lnTo>
                  <a:lnTo>
                    <a:pt x="412565" y="1599299"/>
                  </a:lnTo>
                  <a:lnTo>
                    <a:pt x="411493" y="1600155"/>
                  </a:lnTo>
                  <a:lnTo>
                    <a:pt x="410422" y="1601010"/>
                  </a:lnTo>
                  <a:lnTo>
                    <a:pt x="409350" y="1601865"/>
                  </a:lnTo>
                  <a:lnTo>
                    <a:pt x="408279" y="1602719"/>
                  </a:lnTo>
                  <a:lnTo>
                    <a:pt x="407207" y="1603573"/>
                  </a:lnTo>
                  <a:lnTo>
                    <a:pt x="406135" y="1604426"/>
                  </a:lnTo>
                  <a:lnTo>
                    <a:pt x="405064" y="1605279"/>
                  </a:lnTo>
                  <a:lnTo>
                    <a:pt x="403992" y="1606131"/>
                  </a:lnTo>
                  <a:lnTo>
                    <a:pt x="402921" y="1606983"/>
                  </a:lnTo>
                  <a:lnTo>
                    <a:pt x="401849" y="1607835"/>
                  </a:lnTo>
                  <a:lnTo>
                    <a:pt x="400777" y="1608686"/>
                  </a:lnTo>
                  <a:lnTo>
                    <a:pt x="399706" y="1609536"/>
                  </a:lnTo>
                  <a:lnTo>
                    <a:pt x="398634" y="1610386"/>
                  </a:lnTo>
                  <a:lnTo>
                    <a:pt x="397563" y="1611235"/>
                  </a:lnTo>
                  <a:lnTo>
                    <a:pt x="396491" y="1612084"/>
                  </a:lnTo>
                  <a:lnTo>
                    <a:pt x="395419" y="1612933"/>
                  </a:lnTo>
                  <a:lnTo>
                    <a:pt x="394348" y="1613780"/>
                  </a:lnTo>
                  <a:lnTo>
                    <a:pt x="393276" y="1614628"/>
                  </a:lnTo>
                  <a:lnTo>
                    <a:pt x="392205" y="1615474"/>
                  </a:lnTo>
                  <a:lnTo>
                    <a:pt x="391133" y="1616321"/>
                  </a:lnTo>
                  <a:lnTo>
                    <a:pt x="390061" y="1617166"/>
                  </a:lnTo>
                  <a:lnTo>
                    <a:pt x="388990" y="1618011"/>
                  </a:lnTo>
                  <a:lnTo>
                    <a:pt x="387918" y="1618856"/>
                  </a:lnTo>
                  <a:lnTo>
                    <a:pt x="386847" y="1619700"/>
                  </a:lnTo>
                  <a:lnTo>
                    <a:pt x="385775" y="1620543"/>
                  </a:lnTo>
                  <a:lnTo>
                    <a:pt x="384703" y="1621386"/>
                  </a:lnTo>
                  <a:lnTo>
                    <a:pt x="383632" y="1622228"/>
                  </a:lnTo>
                  <a:lnTo>
                    <a:pt x="382560" y="1623070"/>
                  </a:lnTo>
                  <a:lnTo>
                    <a:pt x="381489" y="1623911"/>
                  </a:lnTo>
                  <a:lnTo>
                    <a:pt x="380417" y="1624751"/>
                  </a:lnTo>
                  <a:lnTo>
                    <a:pt x="379345" y="1625591"/>
                  </a:lnTo>
                  <a:lnTo>
                    <a:pt x="378274" y="1626431"/>
                  </a:lnTo>
                  <a:lnTo>
                    <a:pt x="377202" y="1627269"/>
                  </a:lnTo>
                  <a:lnTo>
                    <a:pt x="376131" y="1628108"/>
                  </a:lnTo>
                  <a:lnTo>
                    <a:pt x="375059" y="1628945"/>
                  </a:lnTo>
                  <a:lnTo>
                    <a:pt x="373987" y="1629782"/>
                  </a:lnTo>
                  <a:lnTo>
                    <a:pt x="372916" y="1630618"/>
                  </a:lnTo>
                  <a:lnTo>
                    <a:pt x="371844" y="1631454"/>
                  </a:lnTo>
                  <a:lnTo>
                    <a:pt x="370773" y="1632289"/>
                  </a:lnTo>
                  <a:lnTo>
                    <a:pt x="369701" y="1633123"/>
                  </a:lnTo>
                  <a:lnTo>
                    <a:pt x="368629" y="1633957"/>
                  </a:lnTo>
                  <a:lnTo>
                    <a:pt x="367558" y="1634790"/>
                  </a:lnTo>
                  <a:lnTo>
                    <a:pt x="366486" y="1635623"/>
                  </a:lnTo>
                  <a:lnTo>
                    <a:pt x="365415" y="1636455"/>
                  </a:lnTo>
                  <a:lnTo>
                    <a:pt x="364343" y="1637286"/>
                  </a:lnTo>
                  <a:lnTo>
                    <a:pt x="363271" y="1638116"/>
                  </a:lnTo>
                  <a:lnTo>
                    <a:pt x="362200" y="1638946"/>
                  </a:lnTo>
                  <a:lnTo>
                    <a:pt x="361128" y="1639776"/>
                  </a:lnTo>
                  <a:lnTo>
                    <a:pt x="360057" y="1640604"/>
                  </a:lnTo>
                  <a:lnTo>
                    <a:pt x="358985" y="1641432"/>
                  </a:lnTo>
                  <a:lnTo>
                    <a:pt x="357913" y="1642259"/>
                  </a:lnTo>
                  <a:lnTo>
                    <a:pt x="356842" y="1643086"/>
                  </a:lnTo>
                  <a:lnTo>
                    <a:pt x="355770" y="1643912"/>
                  </a:lnTo>
                  <a:lnTo>
                    <a:pt x="354699" y="1644737"/>
                  </a:lnTo>
                  <a:lnTo>
                    <a:pt x="353627" y="1645562"/>
                  </a:lnTo>
                  <a:lnTo>
                    <a:pt x="352556" y="1646386"/>
                  </a:lnTo>
                  <a:lnTo>
                    <a:pt x="351484" y="1647209"/>
                  </a:lnTo>
                  <a:lnTo>
                    <a:pt x="350412" y="1648031"/>
                  </a:lnTo>
                  <a:lnTo>
                    <a:pt x="349341" y="1648853"/>
                  </a:lnTo>
                  <a:lnTo>
                    <a:pt x="348269" y="1649674"/>
                  </a:lnTo>
                  <a:lnTo>
                    <a:pt x="347198" y="1650495"/>
                  </a:lnTo>
                  <a:lnTo>
                    <a:pt x="346126" y="1651314"/>
                  </a:lnTo>
                  <a:lnTo>
                    <a:pt x="345054" y="1652134"/>
                  </a:lnTo>
                  <a:lnTo>
                    <a:pt x="343983" y="1652952"/>
                  </a:lnTo>
                  <a:lnTo>
                    <a:pt x="342911" y="1653769"/>
                  </a:lnTo>
                  <a:lnTo>
                    <a:pt x="341840" y="1654586"/>
                  </a:lnTo>
                  <a:lnTo>
                    <a:pt x="340768" y="1655403"/>
                  </a:lnTo>
                  <a:lnTo>
                    <a:pt x="339696" y="1656218"/>
                  </a:lnTo>
                  <a:lnTo>
                    <a:pt x="338625" y="1657033"/>
                  </a:lnTo>
                  <a:lnTo>
                    <a:pt x="337553" y="1657847"/>
                  </a:lnTo>
                  <a:lnTo>
                    <a:pt x="336482" y="1658660"/>
                  </a:lnTo>
                  <a:lnTo>
                    <a:pt x="335410" y="1659473"/>
                  </a:lnTo>
                  <a:lnTo>
                    <a:pt x="334338" y="1660285"/>
                  </a:lnTo>
                  <a:lnTo>
                    <a:pt x="333267" y="1661096"/>
                  </a:lnTo>
                  <a:lnTo>
                    <a:pt x="332195" y="1661906"/>
                  </a:lnTo>
                  <a:lnTo>
                    <a:pt x="331124" y="1662716"/>
                  </a:lnTo>
                  <a:lnTo>
                    <a:pt x="330052" y="1663525"/>
                  </a:lnTo>
                  <a:lnTo>
                    <a:pt x="328980" y="1664333"/>
                  </a:lnTo>
                  <a:lnTo>
                    <a:pt x="327909" y="1665140"/>
                  </a:lnTo>
                  <a:lnTo>
                    <a:pt x="326837" y="1665947"/>
                  </a:lnTo>
                  <a:lnTo>
                    <a:pt x="325766" y="1666753"/>
                  </a:lnTo>
                  <a:lnTo>
                    <a:pt x="324694" y="1667558"/>
                  </a:lnTo>
                  <a:lnTo>
                    <a:pt x="323622" y="1668362"/>
                  </a:lnTo>
                  <a:lnTo>
                    <a:pt x="322551" y="1669166"/>
                  </a:lnTo>
                  <a:lnTo>
                    <a:pt x="321479" y="1669969"/>
                  </a:lnTo>
                  <a:lnTo>
                    <a:pt x="320408" y="1670771"/>
                  </a:lnTo>
                  <a:lnTo>
                    <a:pt x="319336" y="1671572"/>
                  </a:lnTo>
                  <a:lnTo>
                    <a:pt x="318264" y="1672373"/>
                  </a:lnTo>
                  <a:lnTo>
                    <a:pt x="317193" y="1673172"/>
                  </a:lnTo>
                  <a:lnTo>
                    <a:pt x="316121" y="1673971"/>
                  </a:lnTo>
                  <a:lnTo>
                    <a:pt x="315050" y="1674770"/>
                  </a:lnTo>
                  <a:lnTo>
                    <a:pt x="313978" y="1675567"/>
                  </a:lnTo>
                  <a:lnTo>
                    <a:pt x="312906" y="1676364"/>
                  </a:lnTo>
                  <a:lnTo>
                    <a:pt x="311835" y="1677160"/>
                  </a:lnTo>
                  <a:lnTo>
                    <a:pt x="310763" y="1677955"/>
                  </a:lnTo>
                  <a:lnTo>
                    <a:pt x="309692" y="1678749"/>
                  </a:lnTo>
                  <a:lnTo>
                    <a:pt x="308620" y="1679543"/>
                  </a:lnTo>
                  <a:lnTo>
                    <a:pt x="307548" y="1680335"/>
                  </a:lnTo>
                  <a:lnTo>
                    <a:pt x="306477" y="1681127"/>
                  </a:lnTo>
                  <a:lnTo>
                    <a:pt x="305405" y="1681918"/>
                  </a:lnTo>
                  <a:lnTo>
                    <a:pt x="304334" y="1682709"/>
                  </a:lnTo>
                  <a:lnTo>
                    <a:pt x="303262" y="1683498"/>
                  </a:lnTo>
                  <a:lnTo>
                    <a:pt x="302190" y="1684287"/>
                  </a:lnTo>
                  <a:lnTo>
                    <a:pt x="301119" y="1685075"/>
                  </a:lnTo>
                  <a:lnTo>
                    <a:pt x="300047" y="1685862"/>
                  </a:lnTo>
                  <a:lnTo>
                    <a:pt x="298976" y="1686649"/>
                  </a:lnTo>
                  <a:lnTo>
                    <a:pt x="297904" y="1687434"/>
                  </a:lnTo>
                  <a:lnTo>
                    <a:pt x="296832" y="1688219"/>
                  </a:lnTo>
                  <a:lnTo>
                    <a:pt x="295761" y="1689003"/>
                  </a:lnTo>
                  <a:lnTo>
                    <a:pt x="294689" y="1689786"/>
                  </a:lnTo>
                  <a:lnTo>
                    <a:pt x="293618" y="1690568"/>
                  </a:lnTo>
                  <a:lnTo>
                    <a:pt x="292546" y="1691350"/>
                  </a:lnTo>
                  <a:lnTo>
                    <a:pt x="291474" y="1692130"/>
                  </a:lnTo>
                  <a:lnTo>
                    <a:pt x="290403" y="1692910"/>
                  </a:lnTo>
                  <a:lnTo>
                    <a:pt x="289331" y="1693689"/>
                  </a:lnTo>
                  <a:lnTo>
                    <a:pt x="288260" y="1694467"/>
                  </a:lnTo>
                  <a:lnTo>
                    <a:pt x="287188" y="1695245"/>
                  </a:lnTo>
                  <a:lnTo>
                    <a:pt x="286116" y="1696021"/>
                  </a:lnTo>
                  <a:lnTo>
                    <a:pt x="285045" y="1696797"/>
                  </a:lnTo>
                  <a:lnTo>
                    <a:pt x="283973" y="1697572"/>
                  </a:lnTo>
                  <a:lnTo>
                    <a:pt x="282902" y="1698346"/>
                  </a:lnTo>
                  <a:lnTo>
                    <a:pt x="281830" y="1699119"/>
                  </a:lnTo>
                  <a:lnTo>
                    <a:pt x="280758" y="1699891"/>
                  </a:lnTo>
                  <a:lnTo>
                    <a:pt x="279687" y="1700663"/>
                  </a:lnTo>
                  <a:lnTo>
                    <a:pt x="278615" y="1701434"/>
                  </a:lnTo>
                  <a:lnTo>
                    <a:pt x="277544" y="1702203"/>
                  </a:lnTo>
                  <a:lnTo>
                    <a:pt x="276472" y="1702973"/>
                  </a:lnTo>
                  <a:lnTo>
                    <a:pt x="275400" y="1703741"/>
                  </a:lnTo>
                  <a:lnTo>
                    <a:pt x="274329" y="1704508"/>
                  </a:lnTo>
                  <a:lnTo>
                    <a:pt x="273257" y="1705275"/>
                  </a:lnTo>
                  <a:lnTo>
                    <a:pt x="272186" y="1706040"/>
                  </a:lnTo>
                  <a:lnTo>
                    <a:pt x="271114" y="1706805"/>
                  </a:lnTo>
                  <a:lnTo>
                    <a:pt x="270042" y="1707569"/>
                  </a:lnTo>
                  <a:lnTo>
                    <a:pt x="268971" y="1708332"/>
                  </a:lnTo>
                  <a:lnTo>
                    <a:pt x="267899" y="1709094"/>
                  </a:lnTo>
                  <a:lnTo>
                    <a:pt x="266828" y="1709856"/>
                  </a:lnTo>
                  <a:lnTo>
                    <a:pt x="265756" y="1710616"/>
                  </a:lnTo>
                  <a:lnTo>
                    <a:pt x="264684" y="1711376"/>
                  </a:lnTo>
                  <a:lnTo>
                    <a:pt x="263613" y="1712135"/>
                  </a:lnTo>
                  <a:lnTo>
                    <a:pt x="262541" y="1712893"/>
                  </a:lnTo>
                  <a:lnTo>
                    <a:pt x="261470" y="1713650"/>
                  </a:lnTo>
                  <a:lnTo>
                    <a:pt x="260398" y="1714406"/>
                  </a:lnTo>
                  <a:lnTo>
                    <a:pt x="259326" y="1715161"/>
                  </a:lnTo>
                  <a:lnTo>
                    <a:pt x="258255" y="1715916"/>
                  </a:lnTo>
                  <a:lnTo>
                    <a:pt x="257183" y="1716670"/>
                  </a:lnTo>
                  <a:lnTo>
                    <a:pt x="256112" y="1717423"/>
                  </a:lnTo>
                  <a:lnTo>
                    <a:pt x="255040" y="1718174"/>
                  </a:lnTo>
                  <a:lnTo>
                    <a:pt x="253968" y="1718926"/>
                  </a:lnTo>
                  <a:lnTo>
                    <a:pt x="252897" y="1719676"/>
                  </a:lnTo>
                  <a:lnTo>
                    <a:pt x="251825" y="1720425"/>
                  </a:lnTo>
                  <a:lnTo>
                    <a:pt x="250754" y="1721174"/>
                  </a:lnTo>
                  <a:lnTo>
                    <a:pt x="249682" y="1721921"/>
                  </a:lnTo>
                  <a:lnTo>
                    <a:pt x="248610" y="1722668"/>
                  </a:lnTo>
                  <a:lnTo>
                    <a:pt x="247539" y="1723414"/>
                  </a:lnTo>
                  <a:lnTo>
                    <a:pt x="246467" y="1724159"/>
                  </a:lnTo>
                  <a:lnTo>
                    <a:pt x="245396" y="1724903"/>
                  </a:lnTo>
                  <a:lnTo>
                    <a:pt x="244324" y="1725646"/>
                  </a:lnTo>
                  <a:lnTo>
                    <a:pt x="243252" y="1726389"/>
                  </a:lnTo>
                  <a:lnTo>
                    <a:pt x="242181" y="1727130"/>
                  </a:lnTo>
                  <a:lnTo>
                    <a:pt x="241109" y="1727871"/>
                  </a:lnTo>
                  <a:lnTo>
                    <a:pt x="240038" y="1728610"/>
                  </a:lnTo>
                  <a:lnTo>
                    <a:pt x="238966" y="1729349"/>
                  </a:lnTo>
                  <a:lnTo>
                    <a:pt x="237894" y="1730087"/>
                  </a:lnTo>
                  <a:lnTo>
                    <a:pt x="236823" y="1730824"/>
                  </a:lnTo>
                  <a:lnTo>
                    <a:pt x="235751" y="1731561"/>
                  </a:lnTo>
                  <a:lnTo>
                    <a:pt x="234680" y="1732296"/>
                  </a:lnTo>
                  <a:lnTo>
                    <a:pt x="233608" y="1733030"/>
                  </a:lnTo>
                  <a:lnTo>
                    <a:pt x="232536" y="1733764"/>
                  </a:lnTo>
                  <a:lnTo>
                    <a:pt x="231465" y="1734497"/>
                  </a:lnTo>
                  <a:lnTo>
                    <a:pt x="230393" y="1735229"/>
                  </a:lnTo>
                  <a:lnTo>
                    <a:pt x="229322" y="1735959"/>
                  </a:lnTo>
                  <a:lnTo>
                    <a:pt x="228250" y="1736689"/>
                  </a:lnTo>
                  <a:lnTo>
                    <a:pt x="227178" y="1737419"/>
                  </a:lnTo>
                  <a:lnTo>
                    <a:pt x="226107" y="1738147"/>
                  </a:lnTo>
                  <a:lnTo>
                    <a:pt x="225035" y="1738874"/>
                  </a:lnTo>
                  <a:lnTo>
                    <a:pt x="223964" y="1739601"/>
                  </a:lnTo>
                  <a:lnTo>
                    <a:pt x="222892" y="1740326"/>
                  </a:lnTo>
                  <a:lnTo>
                    <a:pt x="221820" y="1741051"/>
                  </a:lnTo>
                  <a:lnTo>
                    <a:pt x="220749" y="1741775"/>
                  </a:lnTo>
                  <a:lnTo>
                    <a:pt x="219677" y="1742498"/>
                  </a:lnTo>
                  <a:lnTo>
                    <a:pt x="218606" y="1743220"/>
                  </a:lnTo>
                  <a:lnTo>
                    <a:pt x="217534" y="1743941"/>
                  </a:lnTo>
                  <a:lnTo>
                    <a:pt x="216462" y="1744661"/>
                  </a:lnTo>
                  <a:lnTo>
                    <a:pt x="215391" y="1745381"/>
                  </a:lnTo>
                  <a:lnTo>
                    <a:pt x="214319" y="1746099"/>
                  </a:lnTo>
                  <a:lnTo>
                    <a:pt x="213248" y="1746817"/>
                  </a:lnTo>
                  <a:lnTo>
                    <a:pt x="212176" y="1747534"/>
                  </a:lnTo>
                  <a:lnTo>
                    <a:pt x="211104" y="1748249"/>
                  </a:lnTo>
                  <a:lnTo>
                    <a:pt x="210033" y="1748964"/>
                  </a:lnTo>
                  <a:lnTo>
                    <a:pt x="208961" y="1749678"/>
                  </a:lnTo>
                  <a:lnTo>
                    <a:pt x="207890" y="1750391"/>
                  </a:lnTo>
                  <a:lnTo>
                    <a:pt x="206818" y="1751104"/>
                  </a:lnTo>
                  <a:lnTo>
                    <a:pt x="205746" y="1751815"/>
                  </a:lnTo>
                  <a:lnTo>
                    <a:pt x="204675" y="1752525"/>
                  </a:lnTo>
                  <a:lnTo>
                    <a:pt x="203603" y="1753235"/>
                  </a:lnTo>
                  <a:lnTo>
                    <a:pt x="202532" y="1753944"/>
                  </a:lnTo>
                  <a:lnTo>
                    <a:pt x="201460" y="1754651"/>
                  </a:lnTo>
                  <a:lnTo>
                    <a:pt x="200388" y="1755358"/>
                  </a:lnTo>
                  <a:lnTo>
                    <a:pt x="199317" y="1756064"/>
                  </a:lnTo>
                  <a:lnTo>
                    <a:pt x="198245" y="1756769"/>
                  </a:lnTo>
                  <a:lnTo>
                    <a:pt x="197174" y="1757473"/>
                  </a:lnTo>
                  <a:lnTo>
                    <a:pt x="196102" y="1758177"/>
                  </a:lnTo>
                  <a:lnTo>
                    <a:pt x="195030" y="1758879"/>
                  </a:lnTo>
                  <a:lnTo>
                    <a:pt x="193959" y="1759580"/>
                  </a:lnTo>
                  <a:lnTo>
                    <a:pt x="192887" y="1760281"/>
                  </a:lnTo>
                  <a:lnTo>
                    <a:pt x="191816" y="1760981"/>
                  </a:lnTo>
                  <a:lnTo>
                    <a:pt x="190744" y="1761679"/>
                  </a:lnTo>
                  <a:lnTo>
                    <a:pt x="189672" y="1762377"/>
                  </a:lnTo>
                  <a:lnTo>
                    <a:pt x="188601" y="1763074"/>
                  </a:lnTo>
                  <a:lnTo>
                    <a:pt x="187529" y="1763770"/>
                  </a:lnTo>
                  <a:lnTo>
                    <a:pt x="186458" y="1764465"/>
                  </a:lnTo>
                  <a:lnTo>
                    <a:pt x="185386" y="1765160"/>
                  </a:lnTo>
                  <a:lnTo>
                    <a:pt x="184314" y="1765853"/>
                  </a:lnTo>
                  <a:lnTo>
                    <a:pt x="183243" y="1766545"/>
                  </a:lnTo>
                  <a:lnTo>
                    <a:pt x="182171" y="1767237"/>
                  </a:lnTo>
                  <a:lnTo>
                    <a:pt x="181100" y="1767928"/>
                  </a:lnTo>
                  <a:lnTo>
                    <a:pt x="180028" y="1768617"/>
                  </a:lnTo>
                  <a:lnTo>
                    <a:pt x="178956" y="1769306"/>
                  </a:lnTo>
                  <a:lnTo>
                    <a:pt x="177885" y="1769994"/>
                  </a:lnTo>
                  <a:lnTo>
                    <a:pt x="176813" y="1770681"/>
                  </a:lnTo>
                  <a:lnTo>
                    <a:pt x="175742" y="1771367"/>
                  </a:lnTo>
                  <a:lnTo>
                    <a:pt x="174670" y="1772053"/>
                  </a:lnTo>
                  <a:lnTo>
                    <a:pt x="173599" y="1772737"/>
                  </a:lnTo>
                  <a:lnTo>
                    <a:pt x="172527" y="1773420"/>
                  </a:lnTo>
                  <a:lnTo>
                    <a:pt x="171455" y="1774103"/>
                  </a:lnTo>
                  <a:lnTo>
                    <a:pt x="170384" y="1774785"/>
                  </a:lnTo>
                  <a:lnTo>
                    <a:pt x="169312" y="1775465"/>
                  </a:lnTo>
                  <a:lnTo>
                    <a:pt x="168241" y="1776145"/>
                  </a:lnTo>
                  <a:lnTo>
                    <a:pt x="167169" y="1776824"/>
                  </a:lnTo>
                  <a:lnTo>
                    <a:pt x="166097" y="1777502"/>
                  </a:lnTo>
                  <a:lnTo>
                    <a:pt x="165026" y="1778179"/>
                  </a:lnTo>
                  <a:lnTo>
                    <a:pt x="163954" y="1778856"/>
                  </a:lnTo>
                  <a:lnTo>
                    <a:pt x="162883" y="1779531"/>
                  </a:lnTo>
                  <a:lnTo>
                    <a:pt x="161811" y="1780205"/>
                  </a:lnTo>
                  <a:lnTo>
                    <a:pt x="160739" y="1780879"/>
                  </a:lnTo>
                  <a:lnTo>
                    <a:pt x="159668" y="1781552"/>
                  </a:lnTo>
                  <a:lnTo>
                    <a:pt x="158596" y="1782223"/>
                  </a:lnTo>
                  <a:lnTo>
                    <a:pt x="157525" y="1782894"/>
                  </a:lnTo>
                  <a:lnTo>
                    <a:pt x="156453" y="1783564"/>
                  </a:lnTo>
                  <a:lnTo>
                    <a:pt x="155381" y="1784233"/>
                  </a:lnTo>
                  <a:lnTo>
                    <a:pt x="154310" y="1784901"/>
                  </a:lnTo>
                  <a:lnTo>
                    <a:pt x="153238" y="1785568"/>
                  </a:lnTo>
                  <a:lnTo>
                    <a:pt x="152167" y="1786235"/>
                  </a:lnTo>
                  <a:lnTo>
                    <a:pt x="151095" y="1786900"/>
                  </a:lnTo>
                  <a:lnTo>
                    <a:pt x="150023" y="1787565"/>
                  </a:lnTo>
                  <a:lnTo>
                    <a:pt x="148952" y="1788228"/>
                  </a:lnTo>
                  <a:lnTo>
                    <a:pt x="147880" y="1788891"/>
                  </a:lnTo>
                  <a:lnTo>
                    <a:pt x="146809" y="1789553"/>
                  </a:lnTo>
                  <a:lnTo>
                    <a:pt x="145737" y="1790214"/>
                  </a:lnTo>
                  <a:lnTo>
                    <a:pt x="144665" y="1790874"/>
                  </a:lnTo>
                  <a:lnTo>
                    <a:pt x="143594" y="1791533"/>
                  </a:lnTo>
                  <a:lnTo>
                    <a:pt x="142522" y="1792191"/>
                  </a:lnTo>
                  <a:lnTo>
                    <a:pt x="141451" y="1792849"/>
                  </a:lnTo>
                  <a:lnTo>
                    <a:pt x="140379" y="1793505"/>
                  </a:lnTo>
                  <a:lnTo>
                    <a:pt x="139307" y="1794161"/>
                  </a:lnTo>
                  <a:lnTo>
                    <a:pt x="138236" y="1794815"/>
                  </a:lnTo>
                  <a:lnTo>
                    <a:pt x="137164" y="1795469"/>
                  </a:lnTo>
                  <a:lnTo>
                    <a:pt x="136093" y="1796122"/>
                  </a:lnTo>
                  <a:lnTo>
                    <a:pt x="135021" y="1796774"/>
                  </a:lnTo>
                  <a:lnTo>
                    <a:pt x="133949" y="1797425"/>
                  </a:lnTo>
                  <a:lnTo>
                    <a:pt x="132878" y="1798075"/>
                  </a:lnTo>
                  <a:lnTo>
                    <a:pt x="131806" y="1798724"/>
                  </a:lnTo>
                  <a:lnTo>
                    <a:pt x="130735" y="1799373"/>
                  </a:lnTo>
                  <a:lnTo>
                    <a:pt x="129663" y="1800020"/>
                  </a:lnTo>
                  <a:lnTo>
                    <a:pt x="128591" y="1800667"/>
                  </a:lnTo>
                  <a:lnTo>
                    <a:pt x="127520" y="1801312"/>
                  </a:lnTo>
                  <a:lnTo>
                    <a:pt x="126448" y="1801957"/>
                  </a:lnTo>
                  <a:lnTo>
                    <a:pt x="125377" y="1802601"/>
                  </a:lnTo>
                  <a:lnTo>
                    <a:pt x="124305" y="1803244"/>
                  </a:lnTo>
                  <a:lnTo>
                    <a:pt x="123233" y="1803886"/>
                  </a:lnTo>
                  <a:lnTo>
                    <a:pt x="122162" y="1804527"/>
                  </a:lnTo>
                  <a:lnTo>
                    <a:pt x="121090" y="1805168"/>
                  </a:lnTo>
                  <a:lnTo>
                    <a:pt x="120019" y="1805807"/>
                  </a:lnTo>
                  <a:lnTo>
                    <a:pt x="118947" y="1806446"/>
                  </a:lnTo>
                  <a:lnTo>
                    <a:pt x="117875" y="1807083"/>
                  </a:lnTo>
                  <a:lnTo>
                    <a:pt x="116804" y="1807720"/>
                  </a:lnTo>
                  <a:lnTo>
                    <a:pt x="115732" y="1808356"/>
                  </a:lnTo>
                  <a:lnTo>
                    <a:pt x="114661" y="1808991"/>
                  </a:lnTo>
                  <a:lnTo>
                    <a:pt x="113589" y="1809625"/>
                  </a:lnTo>
                  <a:lnTo>
                    <a:pt x="112517" y="1810258"/>
                  </a:lnTo>
                  <a:lnTo>
                    <a:pt x="111446" y="1810891"/>
                  </a:lnTo>
                  <a:lnTo>
                    <a:pt x="110374" y="1811522"/>
                  </a:lnTo>
                  <a:lnTo>
                    <a:pt x="109303" y="1812153"/>
                  </a:lnTo>
                  <a:lnTo>
                    <a:pt x="108231" y="1812782"/>
                  </a:lnTo>
                  <a:lnTo>
                    <a:pt x="107159" y="1813411"/>
                  </a:lnTo>
                  <a:lnTo>
                    <a:pt x="106088" y="1814039"/>
                  </a:lnTo>
                  <a:lnTo>
                    <a:pt x="105016" y="1814666"/>
                  </a:lnTo>
                  <a:lnTo>
                    <a:pt x="103945" y="1815292"/>
                  </a:lnTo>
                  <a:lnTo>
                    <a:pt x="102873" y="1815917"/>
                  </a:lnTo>
                  <a:lnTo>
                    <a:pt x="101801" y="1816541"/>
                  </a:lnTo>
                  <a:lnTo>
                    <a:pt x="100730" y="1817165"/>
                  </a:lnTo>
                  <a:lnTo>
                    <a:pt x="99658" y="1817787"/>
                  </a:lnTo>
                  <a:lnTo>
                    <a:pt x="98587" y="1818409"/>
                  </a:lnTo>
                  <a:lnTo>
                    <a:pt x="97515" y="1819030"/>
                  </a:lnTo>
                  <a:lnTo>
                    <a:pt x="96443" y="1819650"/>
                  </a:lnTo>
                  <a:lnTo>
                    <a:pt x="95372" y="1820269"/>
                  </a:lnTo>
                  <a:lnTo>
                    <a:pt x="94300" y="1820887"/>
                  </a:lnTo>
                  <a:lnTo>
                    <a:pt x="93229" y="1821504"/>
                  </a:lnTo>
                  <a:lnTo>
                    <a:pt x="92157" y="1822121"/>
                  </a:lnTo>
                  <a:lnTo>
                    <a:pt x="91085" y="1822736"/>
                  </a:lnTo>
                  <a:lnTo>
                    <a:pt x="90014" y="1823351"/>
                  </a:lnTo>
                  <a:lnTo>
                    <a:pt x="88942" y="1823964"/>
                  </a:lnTo>
                  <a:lnTo>
                    <a:pt x="87871" y="1824577"/>
                  </a:lnTo>
                  <a:lnTo>
                    <a:pt x="86799" y="1825189"/>
                  </a:lnTo>
                  <a:lnTo>
                    <a:pt x="85727" y="1825800"/>
                  </a:lnTo>
                  <a:lnTo>
                    <a:pt x="84656" y="1826411"/>
                  </a:lnTo>
                  <a:lnTo>
                    <a:pt x="83584" y="1827020"/>
                  </a:lnTo>
                  <a:lnTo>
                    <a:pt x="82513" y="1827628"/>
                  </a:lnTo>
                  <a:lnTo>
                    <a:pt x="81441" y="1828236"/>
                  </a:lnTo>
                  <a:lnTo>
                    <a:pt x="80369" y="1828843"/>
                  </a:lnTo>
                  <a:lnTo>
                    <a:pt x="79298" y="1829449"/>
                  </a:lnTo>
                  <a:lnTo>
                    <a:pt x="78226" y="1830054"/>
                  </a:lnTo>
                  <a:lnTo>
                    <a:pt x="77155" y="1830658"/>
                  </a:lnTo>
                  <a:lnTo>
                    <a:pt x="76083" y="1831261"/>
                  </a:lnTo>
                  <a:lnTo>
                    <a:pt x="75011" y="1831863"/>
                  </a:lnTo>
                  <a:lnTo>
                    <a:pt x="73940" y="1832465"/>
                  </a:lnTo>
                  <a:lnTo>
                    <a:pt x="72868" y="1833065"/>
                  </a:lnTo>
                  <a:lnTo>
                    <a:pt x="71797" y="1833665"/>
                  </a:lnTo>
                  <a:lnTo>
                    <a:pt x="70725" y="1834264"/>
                  </a:lnTo>
                  <a:lnTo>
                    <a:pt x="69653" y="1834862"/>
                  </a:lnTo>
                  <a:lnTo>
                    <a:pt x="68582" y="1835459"/>
                  </a:lnTo>
                  <a:lnTo>
                    <a:pt x="67510" y="1836055"/>
                  </a:lnTo>
                  <a:lnTo>
                    <a:pt x="66439" y="1836651"/>
                  </a:lnTo>
                  <a:lnTo>
                    <a:pt x="65367" y="1837245"/>
                  </a:lnTo>
                  <a:lnTo>
                    <a:pt x="64295" y="1837839"/>
                  </a:lnTo>
                  <a:lnTo>
                    <a:pt x="63224" y="1838432"/>
                  </a:lnTo>
                  <a:lnTo>
                    <a:pt x="62152" y="1839024"/>
                  </a:lnTo>
                  <a:lnTo>
                    <a:pt x="61081" y="1839615"/>
                  </a:lnTo>
                  <a:lnTo>
                    <a:pt x="60009" y="1840205"/>
                  </a:lnTo>
                  <a:lnTo>
                    <a:pt x="58937" y="1840794"/>
                  </a:lnTo>
                  <a:lnTo>
                    <a:pt x="57866" y="1841383"/>
                  </a:lnTo>
                  <a:lnTo>
                    <a:pt x="56794" y="1841971"/>
                  </a:lnTo>
                  <a:lnTo>
                    <a:pt x="55723" y="1842557"/>
                  </a:lnTo>
                  <a:lnTo>
                    <a:pt x="54651" y="1843143"/>
                  </a:lnTo>
                  <a:lnTo>
                    <a:pt x="53579" y="1843728"/>
                  </a:lnTo>
                  <a:lnTo>
                    <a:pt x="52508" y="1844313"/>
                  </a:lnTo>
                  <a:lnTo>
                    <a:pt x="51436" y="1844896"/>
                  </a:lnTo>
                  <a:lnTo>
                    <a:pt x="50365" y="1845478"/>
                  </a:lnTo>
                  <a:lnTo>
                    <a:pt x="49293" y="1846060"/>
                  </a:lnTo>
                  <a:lnTo>
                    <a:pt x="48221" y="1846641"/>
                  </a:lnTo>
                  <a:lnTo>
                    <a:pt x="47150" y="1847221"/>
                  </a:lnTo>
                  <a:lnTo>
                    <a:pt x="46078" y="1847800"/>
                  </a:lnTo>
                  <a:lnTo>
                    <a:pt x="45007" y="1848378"/>
                  </a:lnTo>
                  <a:lnTo>
                    <a:pt x="43935" y="1848955"/>
                  </a:lnTo>
                  <a:lnTo>
                    <a:pt x="42863" y="1849532"/>
                  </a:lnTo>
                  <a:lnTo>
                    <a:pt x="41792" y="1850107"/>
                  </a:lnTo>
                  <a:lnTo>
                    <a:pt x="40720" y="1850682"/>
                  </a:lnTo>
                  <a:lnTo>
                    <a:pt x="39649" y="1851256"/>
                  </a:lnTo>
                  <a:lnTo>
                    <a:pt x="38577" y="1851829"/>
                  </a:lnTo>
                  <a:lnTo>
                    <a:pt x="37505" y="1852401"/>
                  </a:lnTo>
                  <a:lnTo>
                    <a:pt x="36434" y="1852973"/>
                  </a:lnTo>
                  <a:lnTo>
                    <a:pt x="35362" y="1853543"/>
                  </a:lnTo>
                  <a:lnTo>
                    <a:pt x="34291" y="1854113"/>
                  </a:lnTo>
                  <a:lnTo>
                    <a:pt x="33219" y="1854682"/>
                  </a:lnTo>
                  <a:lnTo>
                    <a:pt x="32147" y="1855250"/>
                  </a:lnTo>
                  <a:lnTo>
                    <a:pt x="31076" y="1855817"/>
                  </a:lnTo>
                  <a:lnTo>
                    <a:pt x="30004" y="1856383"/>
                  </a:lnTo>
                  <a:lnTo>
                    <a:pt x="28933" y="1856949"/>
                  </a:lnTo>
                  <a:lnTo>
                    <a:pt x="27861" y="1857513"/>
                  </a:lnTo>
                  <a:lnTo>
                    <a:pt x="26789" y="1858077"/>
                  </a:lnTo>
                  <a:lnTo>
                    <a:pt x="25718" y="1858640"/>
                  </a:lnTo>
                  <a:lnTo>
                    <a:pt x="24646" y="1859202"/>
                  </a:lnTo>
                  <a:lnTo>
                    <a:pt x="23575" y="1859764"/>
                  </a:lnTo>
                  <a:lnTo>
                    <a:pt x="22503" y="1860324"/>
                  </a:lnTo>
                  <a:lnTo>
                    <a:pt x="21431" y="1860884"/>
                  </a:lnTo>
                  <a:lnTo>
                    <a:pt x="20360" y="1861442"/>
                  </a:lnTo>
                  <a:lnTo>
                    <a:pt x="19288" y="1862000"/>
                  </a:lnTo>
                  <a:lnTo>
                    <a:pt x="18217" y="1862557"/>
                  </a:lnTo>
                  <a:lnTo>
                    <a:pt x="17145" y="1863114"/>
                  </a:lnTo>
                  <a:lnTo>
                    <a:pt x="16073" y="1863669"/>
                  </a:lnTo>
                  <a:lnTo>
                    <a:pt x="15002" y="1864224"/>
                  </a:lnTo>
                  <a:lnTo>
                    <a:pt x="13930" y="1864777"/>
                  </a:lnTo>
                  <a:lnTo>
                    <a:pt x="12859" y="1865330"/>
                  </a:lnTo>
                  <a:lnTo>
                    <a:pt x="11787" y="1865882"/>
                  </a:lnTo>
                  <a:lnTo>
                    <a:pt x="10715" y="1866434"/>
                  </a:lnTo>
                  <a:lnTo>
                    <a:pt x="9644" y="1866984"/>
                  </a:lnTo>
                  <a:lnTo>
                    <a:pt x="8572" y="1867534"/>
                  </a:lnTo>
                  <a:lnTo>
                    <a:pt x="7501" y="1868082"/>
                  </a:lnTo>
                  <a:lnTo>
                    <a:pt x="6429" y="1868630"/>
                  </a:lnTo>
                  <a:lnTo>
                    <a:pt x="5357" y="1869177"/>
                  </a:lnTo>
                  <a:lnTo>
                    <a:pt x="4286" y="1869724"/>
                  </a:lnTo>
                  <a:lnTo>
                    <a:pt x="3214" y="1870269"/>
                  </a:lnTo>
                  <a:lnTo>
                    <a:pt x="2143" y="1870814"/>
                  </a:lnTo>
                  <a:lnTo>
                    <a:pt x="1071" y="1871358"/>
                  </a:lnTo>
                  <a:lnTo>
                    <a:pt x="0" y="1871901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684231" y="4028520"/>
              <a:ext cx="3856684" cy="998096"/>
            </a:xfrm>
            <a:custGeom>
              <a:avLst/>
              <a:gdLst/>
              <a:ahLst/>
              <a:cxnLst/>
              <a:rect l="0" t="0" r="0" b="0"/>
              <a:pathLst>
                <a:path w="3856684" h="998096">
                  <a:moveTo>
                    <a:pt x="0" y="606052"/>
                  </a:moveTo>
                  <a:lnTo>
                    <a:pt x="1071" y="606448"/>
                  </a:lnTo>
                  <a:lnTo>
                    <a:pt x="2143" y="606845"/>
                  </a:lnTo>
                  <a:lnTo>
                    <a:pt x="3214" y="607240"/>
                  </a:lnTo>
                  <a:lnTo>
                    <a:pt x="4286" y="607636"/>
                  </a:lnTo>
                  <a:lnTo>
                    <a:pt x="5357" y="608031"/>
                  </a:lnTo>
                  <a:lnTo>
                    <a:pt x="6429" y="608425"/>
                  </a:lnTo>
                  <a:lnTo>
                    <a:pt x="7501" y="608819"/>
                  </a:lnTo>
                  <a:lnTo>
                    <a:pt x="8572" y="609212"/>
                  </a:lnTo>
                  <a:lnTo>
                    <a:pt x="9644" y="609605"/>
                  </a:lnTo>
                  <a:lnTo>
                    <a:pt x="10715" y="609997"/>
                  </a:lnTo>
                  <a:lnTo>
                    <a:pt x="11787" y="610389"/>
                  </a:lnTo>
                  <a:lnTo>
                    <a:pt x="12859" y="610780"/>
                  </a:lnTo>
                  <a:lnTo>
                    <a:pt x="13930" y="611171"/>
                  </a:lnTo>
                  <a:lnTo>
                    <a:pt x="15002" y="611561"/>
                  </a:lnTo>
                  <a:lnTo>
                    <a:pt x="16073" y="611951"/>
                  </a:lnTo>
                  <a:lnTo>
                    <a:pt x="17145" y="612340"/>
                  </a:lnTo>
                  <a:lnTo>
                    <a:pt x="18217" y="612729"/>
                  </a:lnTo>
                  <a:lnTo>
                    <a:pt x="19288" y="613117"/>
                  </a:lnTo>
                  <a:lnTo>
                    <a:pt x="20360" y="613505"/>
                  </a:lnTo>
                  <a:lnTo>
                    <a:pt x="21431" y="613892"/>
                  </a:lnTo>
                  <a:lnTo>
                    <a:pt x="22503" y="614278"/>
                  </a:lnTo>
                  <a:lnTo>
                    <a:pt x="23575" y="614665"/>
                  </a:lnTo>
                  <a:lnTo>
                    <a:pt x="24646" y="615050"/>
                  </a:lnTo>
                  <a:lnTo>
                    <a:pt x="25718" y="615435"/>
                  </a:lnTo>
                  <a:lnTo>
                    <a:pt x="26789" y="615820"/>
                  </a:lnTo>
                  <a:lnTo>
                    <a:pt x="27861" y="616204"/>
                  </a:lnTo>
                  <a:lnTo>
                    <a:pt x="28933" y="616587"/>
                  </a:lnTo>
                  <a:lnTo>
                    <a:pt x="30004" y="616970"/>
                  </a:lnTo>
                  <a:lnTo>
                    <a:pt x="31076" y="617353"/>
                  </a:lnTo>
                  <a:lnTo>
                    <a:pt x="32147" y="617735"/>
                  </a:lnTo>
                  <a:lnTo>
                    <a:pt x="33219" y="618116"/>
                  </a:lnTo>
                  <a:lnTo>
                    <a:pt x="34291" y="618497"/>
                  </a:lnTo>
                  <a:lnTo>
                    <a:pt x="35362" y="618878"/>
                  </a:lnTo>
                  <a:lnTo>
                    <a:pt x="36434" y="619258"/>
                  </a:lnTo>
                  <a:lnTo>
                    <a:pt x="37505" y="619637"/>
                  </a:lnTo>
                  <a:lnTo>
                    <a:pt x="38577" y="620016"/>
                  </a:lnTo>
                  <a:lnTo>
                    <a:pt x="39649" y="620394"/>
                  </a:lnTo>
                  <a:lnTo>
                    <a:pt x="40720" y="620772"/>
                  </a:lnTo>
                  <a:lnTo>
                    <a:pt x="41792" y="621149"/>
                  </a:lnTo>
                  <a:lnTo>
                    <a:pt x="42863" y="621525"/>
                  </a:lnTo>
                  <a:lnTo>
                    <a:pt x="43935" y="621901"/>
                  </a:lnTo>
                  <a:lnTo>
                    <a:pt x="45007" y="622277"/>
                  </a:lnTo>
                  <a:lnTo>
                    <a:pt x="46078" y="622652"/>
                  </a:lnTo>
                  <a:lnTo>
                    <a:pt x="47150" y="623026"/>
                  </a:lnTo>
                  <a:lnTo>
                    <a:pt x="48221" y="623400"/>
                  </a:lnTo>
                  <a:lnTo>
                    <a:pt x="49293" y="623774"/>
                  </a:lnTo>
                  <a:lnTo>
                    <a:pt x="50365" y="624147"/>
                  </a:lnTo>
                  <a:lnTo>
                    <a:pt x="51436" y="624519"/>
                  </a:lnTo>
                  <a:lnTo>
                    <a:pt x="52508" y="624891"/>
                  </a:lnTo>
                  <a:lnTo>
                    <a:pt x="53579" y="625262"/>
                  </a:lnTo>
                  <a:lnTo>
                    <a:pt x="54651" y="625632"/>
                  </a:lnTo>
                  <a:lnTo>
                    <a:pt x="55723" y="626002"/>
                  </a:lnTo>
                  <a:lnTo>
                    <a:pt x="56794" y="626372"/>
                  </a:lnTo>
                  <a:lnTo>
                    <a:pt x="57866" y="626741"/>
                  </a:lnTo>
                  <a:lnTo>
                    <a:pt x="58937" y="627109"/>
                  </a:lnTo>
                  <a:lnTo>
                    <a:pt x="60009" y="627477"/>
                  </a:lnTo>
                  <a:lnTo>
                    <a:pt x="61081" y="627844"/>
                  </a:lnTo>
                  <a:lnTo>
                    <a:pt x="62152" y="628211"/>
                  </a:lnTo>
                  <a:lnTo>
                    <a:pt x="63224" y="628577"/>
                  </a:lnTo>
                  <a:lnTo>
                    <a:pt x="64295" y="628942"/>
                  </a:lnTo>
                  <a:lnTo>
                    <a:pt x="65367" y="629307"/>
                  </a:lnTo>
                  <a:lnTo>
                    <a:pt x="66439" y="629672"/>
                  </a:lnTo>
                  <a:lnTo>
                    <a:pt x="67510" y="630036"/>
                  </a:lnTo>
                  <a:lnTo>
                    <a:pt x="68582" y="630399"/>
                  </a:lnTo>
                  <a:lnTo>
                    <a:pt x="69653" y="630762"/>
                  </a:lnTo>
                  <a:lnTo>
                    <a:pt x="70725" y="631124"/>
                  </a:lnTo>
                  <a:lnTo>
                    <a:pt x="71797" y="631485"/>
                  </a:lnTo>
                  <a:lnTo>
                    <a:pt x="72868" y="631846"/>
                  </a:lnTo>
                  <a:lnTo>
                    <a:pt x="73940" y="632207"/>
                  </a:lnTo>
                  <a:lnTo>
                    <a:pt x="75011" y="632566"/>
                  </a:lnTo>
                  <a:lnTo>
                    <a:pt x="76083" y="632925"/>
                  </a:lnTo>
                  <a:lnTo>
                    <a:pt x="77155" y="633284"/>
                  </a:lnTo>
                  <a:lnTo>
                    <a:pt x="78226" y="633642"/>
                  </a:lnTo>
                  <a:lnTo>
                    <a:pt x="79298" y="634000"/>
                  </a:lnTo>
                  <a:lnTo>
                    <a:pt x="80369" y="634356"/>
                  </a:lnTo>
                  <a:lnTo>
                    <a:pt x="81441" y="634713"/>
                  </a:lnTo>
                  <a:lnTo>
                    <a:pt x="82513" y="635068"/>
                  </a:lnTo>
                  <a:lnTo>
                    <a:pt x="83584" y="635423"/>
                  </a:lnTo>
                  <a:lnTo>
                    <a:pt x="84656" y="635778"/>
                  </a:lnTo>
                  <a:lnTo>
                    <a:pt x="85727" y="636132"/>
                  </a:lnTo>
                  <a:lnTo>
                    <a:pt x="86799" y="636485"/>
                  </a:lnTo>
                  <a:lnTo>
                    <a:pt x="87871" y="636837"/>
                  </a:lnTo>
                  <a:lnTo>
                    <a:pt x="88942" y="637189"/>
                  </a:lnTo>
                  <a:lnTo>
                    <a:pt x="90014" y="637541"/>
                  </a:lnTo>
                  <a:lnTo>
                    <a:pt x="91085" y="637892"/>
                  </a:lnTo>
                  <a:lnTo>
                    <a:pt x="92157" y="638242"/>
                  </a:lnTo>
                  <a:lnTo>
                    <a:pt x="93229" y="638592"/>
                  </a:lnTo>
                  <a:lnTo>
                    <a:pt x="94300" y="638941"/>
                  </a:lnTo>
                  <a:lnTo>
                    <a:pt x="95372" y="639289"/>
                  </a:lnTo>
                  <a:lnTo>
                    <a:pt x="96443" y="639637"/>
                  </a:lnTo>
                  <a:lnTo>
                    <a:pt x="97515" y="639984"/>
                  </a:lnTo>
                  <a:lnTo>
                    <a:pt x="98587" y="640330"/>
                  </a:lnTo>
                  <a:lnTo>
                    <a:pt x="99658" y="640676"/>
                  </a:lnTo>
                  <a:lnTo>
                    <a:pt x="100730" y="641022"/>
                  </a:lnTo>
                  <a:lnTo>
                    <a:pt x="101801" y="641366"/>
                  </a:lnTo>
                  <a:lnTo>
                    <a:pt x="102873" y="641710"/>
                  </a:lnTo>
                  <a:lnTo>
                    <a:pt x="103945" y="642054"/>
                  </a:lnTo>
                  <a:lnTo>
                    <a:pt x="105016" y="642396"/>
                  </a:lnTo>
                  <a:lnTo>
                    <a:pt x="106088" y="642739"/>
                  </a:lnTo>
                  <a:lnTo>
                    <a:pt x="107159" y="643080"/>
                  </a:lnTo>
                  <a:lnTo>
                    <a:pt x="108231" y="643421"/>
                  </a:lnTo>
                  <a:lnTo>
                    <a:pt x="109303" y="643761"/>
                  </a:lnTo>
                  <a:lnTo>
                    <a:pt x="110374" y="644101"/>
                  </a:lnTo>
                  <a:lnTo>
                    <a:pt x="111446" y="644440"/>
                  </a:lnTo>
                  <a:lnTo>
                    <a:pt x="112517" y="644778"/>
                  </a:lnTo>
                  <a:lnTo>
                    <a:pt x="113589" y="645116"/>
                  </a:lnTo>
                  <a:lnTo>
                    <a:pt x="114661" y="645453"/>
                  </a:lnTo>
                  <a:lnTo>
                    <a:pt x="115732" y="645789"/>
                  </a:lnTo>
                  <a:lnTo>
                    <a:pt x="116804" y="646125"/>
                  </a:lnTo>
                  <a:lnTo>
                    <a:pt x="117875" y="646460"/>
                  </a:lnTo>
                  <a:lnTo>
                    <a:pt x="118947" y="646794"/>
                  </a:lnTo>
                  <a:lnTo>
                    <a:pt x="120019" y="647128"/>
                  </a:lnTo>
                  <a:lnTo>
                    <a:pt x="121090" y="647461"/>
                  </a:lnTo>
                  <a:lnTo>
                    <a:pt x="122162" y="647793"/>
                  </a:lnTo>
                  <a:lnTo>
                    <a:pt x="123233" y="648125"/>
                  </a:lnTo>
                  <a:lnTo>
                    <a:pt x="124305" y="648456"/>
                  </a:lnTo>
                  <a:lnTo>
                    <a:pt x="125377" y="648787"/>
                  </a:lnTo>
                  <a:lnTo>
                    <a:pt x="126448" y="649116"/>
                  </a:lnTo>
                  <a:lnTo>
                    <a:pt x="127520" y="649445"/>
                  </a:lnTo>
                  <a:lnTo>
                    <a:pt x="128591" y="649774"/>
                  </a:lnTo>
                  <a:lnTo>
                    <a:pt x="129663" y="650101"/>
                  </a:lnTo>
                  <a:lnTo>
                    <a:pt x="130735" y="650429"/>
                  </a:lnTo>
                  <a:lnTo>
                    <a:pt x="131806" y="650755"/>
                  </a:lnTo>
                  <a:lnTo>
                    <a:pt x="132878" y="651081"/>
                  </a:lnTo>
                  <a:lnTo>
                    <a:pt x="133949" y="651406"/>
                  </a:lnTo>
                  <a:lnTo>
                    <a:pt x="135021" y="651730"/>
                  </a:lnTo>
                  <a:lnTo>
                    <a:pt x="136093" y="652054"/>
                  </a:lnTo>
                  <a:lnTo>
                    <a:pt x="137164" y="652376"/>
                  </a:lnTo>
                  <a:lnTo>
                    <a:pt x="138236" y="652699"/>
                  </a:lnTo>
                  <a:lnTo>
                    <a:pt x="139307" y="653020"/>
                  </a:lnTo>
                  <a:lnTo>
                    <a:pt x="140379" y="653341"/>
                  </a:lnTo>
                  <a:lnTo>
                    <a:pt x="141451" y="653661"/>
                  </a:lnTo>
                  <a:lnTo>
                    <a:pt x="142522" y="653981"/>
                  </a:lnTo>
                  <a:lnTo>
                    <a:pt x="143594" y="654300"/>
                  </a:lnTo>
                  <a:lnTo>
                    <a:pt x="144665" y="654618"/>
                  </a:lnTo>
                  <a:lnTo>
                    <a:pt x="145737" y="654935"/>
                  </a:lnTo>
                  <a:lnTo>
                    <a:pt x="146809" y="655252"/>
                  </a:lnTo>
                  <a:lnTo>
                    <a:pt x="147880" y="655567"/>
                  </a:lnTo>
                  <a:lnTo>
                    <a:pt x="148952" y="655883"/>
                  </a:lnTo>
                  <a:lnTo>
                    <a:pt x="150023" y="656197"/>
                  </a:lnTo>
                  <a:lnTo>
                    <a:pt x="151095" y="656511"/>
                  </a:lnTo>
                  <a:lnTo>
                    <a:pt x="152167" y="656824"/>
                  </a:lnTo>
                  <a:lnTo>
                    <a:pt x="153238" y="657136"/>
                  </a:lnTo>
                  <a:lnTo>
                    <a:pt x="154310" y="657448"/>
                  </a:lnTo>
                  <a:lnTo>
                    <a:pt x="155381" y="657759"/>
                  </a:lnTo>
                  <a:lnTo>
                    <a:pt x="156453" y="658069"/>
                  </a:lnTo>
                  <a:lnTo>
                    <a:pt x="157525" y="658378"/>
                  </a:lnTo>
                  <a:lnTo>
                    <a:pt x="158596" y="658687"/>
                  </a:lnTo>
                  <a:lnTo>
                    <a:pt x="159668" y="658995"/>
                  </a:lnTo>
                  <a:lnTo>
                    <a:pt x="160739" y="659302"/>
                  </a:lnTo>
                  <a:lnTo>
                    <a:pt x="161811" y="659609"/>
                  </a:lnTo>
                  <a:lnTo>
                    <a:pt x="162883" y="659914"/>
                  </a:lnTo>
                  <a:lnTo>
                    <a:pt x="163954" y="660219"/>
                  </a:lnTo>
                  <a:lnTo>
                    <a:pt x="165026" y="660523"/>
                  </a:lnTo>
                  <a:lnTo>
                    <a:pt x="166097" y="660827"/>
                  </a:lnTo>
                  <a:lnTo>
                    <a:pt x="167169" y="661130"/>
                  </a:lnTo>
                  <a:lnTo>
                    <a:pt x="168241" y="661432"/>
                  </a:lnTo>
                  <a:lnTo>
                    <a:pt x="169312" y="661733"/>
                  </a:lnTo>
                  <a:lnTo>
                    <a:pt x="170384" y="662033"/>
                  </a:lnTo>
                  <a:lnTo>
                    <a:pt x="171455" y="662333"/>
                  </a:lnTo>
                  <a:lnTo>
                    <a:pt x="172527" y="662632"/>
                  </a:lnTo>
                  <a:lnTo>
                    <a:pt x="173599" y="662930"/>
                  </a:lnTo>
                  <a:lnTo>
                    <a:pt x="174670" y="663227"/>
                  </a:lnTo>
                  <a:lnTo>
                    <a:pt x="175742" y="663524"/>
                  </a:lnTo>
                  <a:lnTo>
                    <a:pt x="176813" y="663820"/>
                  </a:lnTo>
                  <a:lnTo>
                    <a:pt x="177885" y="664115"/>
                  </a:lnTo>
                  <a:lnTo>
                    <a:pt x="178956" y="664409"/>
                  </a:lnTo>
                  <a:lnTo>
                    <a:pt x="180028" y="664702"/>
                  </a:lnTo>
                  <a:lnTo>
                    <a:pt x="181100" y="664995"/>
                  </a:lnTo>
                  <a:lnTo>
                    <a:pt x="182171" y="665287"/>
                  </a:lnTo>
                  <a:lnTo>
                    <a:pt x="183243" y="665578"/>
                  </a:lnTo>
                  <a:lnTo>
                    <a:pt x="184314" y="665868"/>
                  </a:lnTo>
                  <a:lnTo>
                    <a:pt x="185386" y="666158"/>
                  </a:lnTo>
                  <a:lnTo>
                    <a:pt x="186458" y="666446"/>
                  </a:lnTo>
                  <a:lnTo>
                    <a:pt x="187529" y="666734"/>
                  </a:lnTo>
                  <a:lnTo>
                    <a:pt x="188601" y="667021"/>
                  </a:lnTo>
                  <a:lnTo>
                    <a:pt x="189672" y="667308"/>
                  </a:lnTo>
                  <a:lnTo>
                    <a:pt x="190744" y="667593"/>
                  </a:lnTo>
                  <a:lnTo>
                    <a:pt x="191816" y="667878"/>
                  </a:lnTo>
                  <a:lnTo>
                    <a:pt x="192887" y="668162"/>
                  </a:lnTo>
                  <a:lnTo>
                    <a:pt x="193959" y="668445"/>
                  </a:lnTo>
                  <a:lnTo>
                    <a:pt x="195030" y="668727"/>
                  </a:lnTo>
                  <a:lnTo>
                    <a:pt x="196102" y="669008"/>
                  </a:lnTo>
                  <a:lnTo>
                    <a:pt x="197174" y="669289"/>
                  </a:lnTo>
                  <a:lnTo>
                    <a:pt x="198245" y="669568"/>
                  </a:lnTo>
                  <a:lnTo>
                    <a:pt x="199317" y="669847"/>
                  </a:lnTo>
                  <a:lnTo>
                    <a:pt x="200388" y="670125"/>
                  </a:lnTo>
                  <a:lnTo>
                    <a:pt x="201460" y="670402"/>
                  </a:lnTo>
                  <a:lnTo>
                    <a:pt x="202532" y="670679"/>
                  </a:lnTo>
                  <a:lnTo>
                    <a:pt x="203603" y="670954"/>
                  </a:lnTo>
                  <a:lnTo>
                    <a:pt x="204675" y="671229"/>
                  </a:lnTo>
                  <a:lnTo>
                    <a:pt x="205746" y="671502"/>
                  </a:lnTo>
                  <a:lnTo>
                    <a:pt x="206818" y="671775"/>
                  </a:lnTo>
                  <a:lnTo>
                    <a:pt x="207890" y="672047"/>
                  </a:lnTo>
                  <a:lnTo>
                    <a:pt x="208961" y="672319"/>
                  </a:lnTo>
                  <a:lnTo>
                    <a:pt x="210033" y="672589"/>
                  </a:lnTo>
                  <a:lnTo>
                    <a:pt x="211104" y="672858"/>
                  </a:lnTo>
                  <a:lnTo>
                    <a:pt x="212176" y="673127"/>
                  </a:lnTo>
                  <a:lnTo>
                    <a:pt x="213248" y="673395"/>
                  </a:lnTo>
                  <a:lnTo>
                    <a:pt x="214319" y="673661"/>
                  </a:lnTo>
                  <a:lnTo>
                    <a:pt x="215391" y="673927"/>
                  </a:lnTo>
                  <a:lnTo>
                    <a:pt x="216462" y="674192"/>
                  </a:lnTo>
                  <a:lnTo>
                    <a:pt x="217534" y="674457"/>
                  </a:lnTo>
                  <a:lnTo>
                    <a:pt x="218606" y="674720"/>
                  </a:lnTo>
                  <a:lnTo>
                    <a:pt x="219677" y="674982"/>
                  </a:lnTo>
                  <a:lnTo>
                    <a:pt x="220749" y="675244"/>
                  </a:lnTo>
                  <a:lnTo>
                    <a:pt x="221820" y="675504"/>
                  </a:lnTo>
                  <a:lnTo>
                    <a:pt x="222892" y="675764"/>
                  </a:lnTo>
                  <a:lnTo>
                    <a:pt x="223964" y="676023"/>
                  </a:lnTo>
                  <a:lnTo>
                    <a:pt x="225035" y="676281"/>
                  </a:lnTo>
                  <a:lnTo>
                    <a:pt x="226107" y="676538"/>
                  </a:lnTo>
                  <a:lnTo>
                    <a:pt x="227178" y="676794"/>
                  </a:lnTo>
                  <a:lnTo>
                    <a:pt x="228250" y="677049"/>
                  </a:lnTo>
                  <a:lnTo>
                    <a:pt x="229322" y="677303"/>
                  </a:lnTo>
                  <a:lnTo>
                    <a:pt x="230393" y="677556"/>
                  </a:lnTo>
                  <a:lnTo>
                    <a:pt x="231465" y="677809"/>
                  </a:lnTo>
                  <a:lnTo>
                    <a:pt x="232536" y="678060"/>
                  </a:lnTo>
                  <a:lnTo>
                    <a:pt x="233608" y="678310"/>
                  </a:lnTo>
                  <a:lnTo>
                    <a:pt x="234680" y="678560"/>
                  </a:lnTo>
                  <a:lnTo>
                    <a:pt x="235751" y="678809"/>
                  </a:lnTo>
                  <a:lnTo>
                    <a:pt x="236823" y="679056"/>
                  </a:lnTo>
                  <a:lnTo>
                    <a:pt x="237894" y="679303"/>
                  </a:lnTo>
                  <a:lnTo>
                    <a:pt x="238966" y="679549"/>
                  </a:lnTo>
                  <a:lnTo>
                    <a:pt x="240038" y="679793"/>
                  </a:lnTo>
                  <a:lnTo>
                    <a:pt x="241109" y="680037"/>
                  </a:lnTo>
                  <a:lnTo>
                    <a:pt x="242181" y="680280"/>
                  </a:lnTo>
                  <a:lnTo>
                    <a:pt x="243252" y="680522"/>
                  </a:lnTo>
                  <a:lnTo>
                    <a:pt x="244324" y="680763"/>
                  </a:lnTo>
                  <a:lnTo>
                    <a:pt x="245396" y="681003"/>
                  </a:lnTo>
                  <a:lnTo>
                    <a:pt x="246467" y="681241"/>
                  </a:lnTo>
                  <a:lnTo>
                    <a:pt x="247539" y="681479"/>
                  </a:lnTo>
                  <a:lnTo>
                    <a:pt x="248610" y="681716"/>
                  </a:lnTo>
                  <a:lnTo>
                    <a:pt x="249682" y="681952"/>
                  </a:lnTo>
                  <a:lnTo>
                    <a:pt x="250754" y="682187"/>
                  </a:lnTo>
                  <a:lnTo>
                    <a:pt x="251825" y="682421"/>
                  </a:lnTo>
                  <a:lnTo>
                    <a:pt x="252897" y="682654"/>
                  </a:lnTo>
                  <a:lnTo>
                    <a:pt x="253968" y="682886"/>
                  </a:lnTo>
                  <a:lnTo>
                    <a:pt x="255040" y="683117"/>
                  </a:lnTo>
                  <a:lnTo>
                    <a:pt x="256112" y="683347"/>
                  </a:lnTo>
                  <a:lnTo>
                    <a:pt x="257183" y="683576"/>
                  </a:lnTo>
                  <a:lnTo>
                    <a:pt x="258255" y="683804"/>
                  </a:lnTo>
                  <a:lnTo>
                    <a:pt x="259326" y="684030"/>
                  </a:lnTo>
                  <a:lnTo>
                    <a:pt x="260398" y="684256"/>
                  </a:lnTo>
                  <a:lnTo>
                    <a:pt x="261470" y="684481"/>
                  </a:lnTo>
                  <a:lnTo>
                    <a:pt x="262541" y="684705"/>
                  </a:lnTo>
                  <a:lnTo>
                    <a:pt x="263613" y="684927"/>
                  </a:lnTo>
                  <a:lnTo>
                    <a:pt x="264684" y="685149"/>
                  </a:lnTo>
                  <a:lnTo>
                    <a:pt x="265756" y="685370"/>
                  </a:lnTo>
                  <a:lnTo>
                    <a:pt x="266828" y="685589"/>
                  </a:lnTo>
                  <a:lnTo>
                    <a:pt x="267899" y="685808"/>
                  </a:lnTo>
                  <a:lnTo>
                    <a:pt x="268971" y="686025"/>
                  </a:lnTo>
                  <a:lnTo>
                    <a:pt x="270042" y="686241"/>
                  </a:lnTo>
                  <a:lnTo>
                    <a:pt x="271114" y="686457"/>
                  </a:lnTo>
                  <a:lnTo>
                    <a:pt x="272186" y="686671"/>
                  </a:lnTo>
                  <a:lnTo>
                    <a:pt x="273257" y="686884"/>
                  </a:lnTo>
                  <a:lnTo>
                    <a:pt x="274329" y="687096"/>
                  </a:lnTo>
                  <a:lnTo>
                    <a:pt x="275400" y="687307"/>
                  </a:lnTo>
                  <a:lnTo>
                    <a:pt x="276472" y="687517"/>
                  </a:lnTo>
                  <a:lnTo>
                    <a:pt x="277544" y="687725"/>
                  </a:lnTo>
                  <a:lnTo>
                    <a:pt x="278615" y="687933"/>
                  </a:lnTo>
                  <a:lnTo>
                    <a:pt x="279687" y="688139"/>
                  </a:lnTo>
                  <a:lnTo>
                    <a:pt x="280758" y="688345"/>
                  </a:lnTo>
                  <a:lnTo>
                    <a:pt x="281830" y="688549"/>
                  </a:lnTo>
                  <a:lnTo>
                    <a:pt x="282902" y="688752"/>
                  </a:lnTo>
                  <a:lnTo>
                    <a:pt x="283973" y="688954"/>
                  </a:lnTo>
                  <a:lnTo>
                    <a:pt x="285045" y="689155"/>
                  </a:lnTo>
                  <a:lnTo>
                    <a:pt x="286116" y="689355"/>
                  </a:lnTo>
                  <a:lnTo>
                    <a:pt x="287188" y="689553"/>
                  </a:lnTo>
                  <a:lnTo>
                    <a:pt x="288260" y="689751"/>
                  </a:lnTo>
                  <a:lnTo>
                    <a:pt x="289331" y="689947"/>
                  </a:lnTo>
                  <a:lnTo>
                    <a:pt x="290403" y="690142"/>
                  </a:lnTo>
                  <a:lnTo>
                    <a:pt x="291474" y="690336"/>
                  </a:lnTo>
                  <a:lnTo>
                    <a:pt x="292546" y="690529"/>
                  </a:lnTo>
                  <a:lnTo>
                    <a:pt x="293618" y="690721"/>
                  </a:lnTo>
                  <a:lnTo>
                    <a:pt x="294689" y="690911"/>
                  </a:lnTo>
                  <a:lnTo>
                    <a:pt x="295761" y="691101"/>
                  </a:lnTo>
                  <a:lnTo>
                    <a:pt x="296832" y="691289"/>
                  </a:lnTo>
                  <a:lnTo>
                    <a:pt x="297904" y="691476"/>
                  </a:lnTo>
                  <a:lnTo>
                    <a:pt x="298976" y="691661"/>
                  </a:lnTo>
                  <a:lnTo>
                    <a:pt x="300047" y="691846"/>
                  </a:lnTo>
                  <a:lnTo>
                    <a:pt x="301119" y="692029"/>
                  </a:lnTo>
                  <a:lnTo>
                    <a:pt x="302190" y="692211"/>
                  </a:lnTo>
                  <a:lnTo>
                    <a:pt x="303262" y="692392"/>
                  </a:lnTo>
                  <a:lnTo>
                    <a:pt x="304334" y="692572"/>
                  </a:lnTo>
                  <a:lnTo>
                    <a:pt x="305405" y="692751"/>
                  </a:lnTo>
                  <a:lnTo>
                    <a:pt x="306477" y="692928"/>
                  </a:lnTo>
                  <a:lnTo>
                    <a:pt x="307548" y="693104"/>
                  </a:lnTo>
                  <a:lnTo>
                    <a:pt x="308620" y="693279"/>
                  </a:lnTo>
                  <a:lnTo>
                    <a:pt x="309692" y="693452"/>
                  </a:lnTo>
                  <a:lnTo>
                    <a:pt x="310763" y="693624"/>
                  </a:lnTo>
                  <a:lnTo>
                    <a:pt x="311835" y="693795"/>
                  </a:lnTo>
                  <a:lnTo>
                    <a:pt x="312906" y="693965"/>
                  </a:lnTo>
                  <a:lnTo>
                    <a:pt x="313978" y="694134"/>
                  </a:lnTo>
                  <a:lnTo>
                    <a:pt x="315050" y="694301"/>
                  </a:lnTo>
                  <a:lnTo>
                    <a:pt x="316121" y="694467"/>
                  </a:lnTo>
                  <a:lnTo>
                    <a:pt x="317193" y="694631"/>
                  </a:lnTo>
                  <a:lnTo>
                    <a:pt x="318264" y="694795"/>
                  </a:lnTo>
                  <a:lnTo>
                    <a:pt x="319336" y="694957"/>
                  </a:lnTo>
                  <a:lnTo>
                    <a:pt x="320408" y="695118"/>
                  </a:lnTo>
                  <a:lnTo>
                    <a:pt x="321479" y="695277"/>
                  </a:lnTo>
                  <a:lnTo>
                    <a:pt x="322551" y="695435"/>
                  </a:lnTo>
                  <a:lnTo>
                    <a:pt x="323622" y="695592"/>
                  </a:lnTo>
                  <a:lnTo>
                    <a:pt x="324694" y="695748"/>
                  </a:lnTo>
                  <a:lnTo>
                    <a:pt x="325766" y="695902"/>
                  </a:lnTo>
                  <a:lnTo>
                    <a:pt x="326837" y="696055"/>
                  </a:lnTo>
                  <a:lnTo>
                    <a:pt x="327909" y="696206"/>
                  </a:lnTo>
                  <a:lnTo>
                    <a:pt x="328980" y="696357"/>
                  </a:lnTo>
                  <a:lnTo>
                    <a:pt x="330052" y="696505"/>
                  </a:lnTo>
                  <a:lnTo>
                    <a:pt x="331124" y="696653"/>
                  </a:lnTo>
                  <a:lnTo>
                    <a:pt x="332195" y="696799"/>
                  </a:lnTo>
                  <a:lnTo>
                    <a:pt x="333267" y="696944"/>
                  </a:lnTo>
                  <a:lnTo>
                    <a:pt x="334338" y="697087"/>
                  </a:lnTo>
                  <a:lnTo>
                    <a:pt x="335410" y="697229"/>
                  </a:lnTo>
                  <a:lnTo>
                    <a:pt x="336482" y="697370"/>
                  </a:lnTo>
                  <a:lnTo>
                    <a:pt x="337553" y="697509"/>
                  </a:lnTo>
                  <a:lnTo>
                    <a:pt x="338625" y="697647"/>
                  </a:lnTo>
                  <a:lnTo>
                    <a:pt x="339696" y="697783"/>
                  </a:lnTo>
                  <a:lnTo>
                    <a:pt x="340768" y="697918"/>
                  </a:lnTo>
                  <a:lnTo>
                    <a:pt x="341840" y="698052"/>
                  </a:lnTo>
                  <a:lnTo>
                    <a:pt x="342911" y="698184"/>
                  </a:lnTo>
                  <a:lnTo>
                    <a:pt x="343983" y="698315"/>
                  </a:lnTo>
                  <a:lnTo>
                    <a:pt x="345054" y="698444"/>
                  </a:lnTo>
                  <a:lnTo>
                    <a:pt x="346126" y="698572"/>
                  </a:lnTo>
                  <a:lnTo>
                    <a:pt x="347198" y="698698"/>
                  </a:lnTo>
                  <a:lnTo>
                    <a:pt x="348269" y="698823"/>
                  </a:lnTo>
                  <a:lnTo>
                    <a:pt x="349341" y="698947"/>
                  </a:lnTo>
                  <a:lnTo>
                    <a:pt x="350412" y="699069"/>
                  </a:lnTo>
                  <a:lnTo>
                    <a:pt x="351484" y="699189"/>
                  </a:lnTo>
                  <a:lnTo>
                    <a:pt x="352556" y="699308"/>
                  </a:lnTo>
                  <a:lnTo>
                    <a:pt x="353627" y="699426"/>
                  </a:lnTo>
                  <a:lnTo>
                    <a:pt x="354699" y="699542"/>
                  </a:lnTo>
                  <a:lnTo>
                    <a:pt x="355770" y="699657"/>
                  </a:lnTo>
                  <a:lnTo>
                    <a:pt x="356842" y="699770"/>
                  </a:lnTo>
                  <a:lnTo>
                    <a:pt x="357913" y="699881"/>
                  </a:lnTo>
                  <a:lnTo>
                    <a:pt x="358985" y="699991"/>
                  </a:lnTo>
                  <a:lnTo>
                    <a:pt x="360057" y="700100"/>
                  </a:lnTo>
                  <a:lnTo>
                    <a:pt x="361128" y="700207"/>
                  </a:lnTo>
                  <a:lnTo>
                    <a:pt x="362200" y="700312"/>
                  </a:lnTo>
                  <a:lnTo>
                    <a:pt x="363271" y="700416"/>
                  </a:lnTo>
                  <a:lnTo>
                    <a:pt x="364343" y="700519"/>
                  </a:lnTo>
                  <a:lnTo>
                    <a:pt x="365415" y="700619"/>
                  </a:lnTo>
                  <a:lnTo>
                    <a:pt x="366486" y="700719"/>
                  </a:lnTo>
                  <a:lnTo>
                    <a:pt x="367558" y="700816"/>
                  </a:lnTo>
                  <a:lnTo>
                    <a:pt x="368629" y="700912"/>
                  </a:lnTo>
                  <a:lnTo>
                    <a:pt x="369701" y="701007"/>
                  </a:lnTo>
                  <a:lnTo>
                    <a:pt x="370773" y="701100"/>
                  </a:lnTo>
                  <a:lnTo>
                    <a:pt x="371844" y="701191"/>
                  </a:lnTo>
                  <a:lnTo>
                    <a:pt x="372916" y="701281"/>
                  </a:lnTo>
                  <a:lnTo>
                    <a:pt x="373987" y="701369"/>
                  </a:lnTo>
                  <a:lnTo>
                    <a:pt x="375059" y="701455"/>
                  </a:lnTo>
                  <a:lnTo>
                    <a:pt x="376131" y="701540"/>
                  </a:lnTo>
                  <a:lnTo>
                    <a:pt x="377202" y="701623"/>
                  </a:lnTo>
                  <a:lnTo>
                    <a:pt x="378274" y="701704"/>
                  </a:lnTo>
                  <a:lnTo>
                    <a:pt x="379345" y="701784"/>
                  </a:lnTo>
                  <a:lnTo>
                    <a:pt x="380417" y="701862"/>
                  </a:lnTo>
                  <a:lnTo>
                    <a:pt x="381489" y="701939"/>
                  </a:lnTo>
                  <a:lnTo>
                    <a:pt x="382560" y="702014"/>
                  </a:lnTo>
                  <a:lnTo>
                    <a:pt x="383632" y="702087"/>
                  </a:lnTo>
                  <a:lnTo>
                    <a:pt x="384703" y="702158"/>
                  </a:lnTo>
                  <a:lnTo>
                    <a:pt x="385775" y="702228"/>
                  </a:lnTo>
                  <a:lnTo>
                    <a:pt x="386847" y="702296"/>
                  </a:lnTo>
                  <a:lnTo>
                    <a:pt x="387918" y="702362"/>
                  </a:lnTo>
                  <a:lnTo>
                    <a:pt x="388990" y="702427"/>
                  </a:lnTo>
                  <a:lnTo>
                    <a:pt x="390061" y="702490"/>
                  </a:lnTo>
                  <a:lnTo>
                    <a:pt x="391133" y="702551"/>
                  </a:lnTo>
                  <a:lnTo>
                    <a:pt x="392205" y="702610"/>
                  </a:lnTo>
                  <a:lnTo>
                    <a:pt x="393276" y="702668"/>
                  </a:lnTo>
                  <a:lnTo>
                    <a:pt x="394348" y="702724"/>
                  </a:lnTo>
                  <a:lnTo>
                    <a:pt x="395419" y="702778"/>
                  </a:lnTo>
                  <a:lnTo>
                    <a:pt x="396491" y="702830"/>
                  </a:lnTo>
                  <a:lnTo>
                    <a:pt x="397563" y="702880"/>
                  </a:lnTo>
                  <a:lnTo>
                    <a:pt x="398634" y="702929"/>
                  </a:lnTo>
                  <a:lnTo>
                    <a:pt x="399706" y="702976"/>
                  </a:lnTo>
                  <a:lnTo>
                    <a:pt x="400777" y="703021"/>
                  </a:lnTo>
                  <a:lnTo>
                    <a:pt x="401849" y="703064"/>
                  </a:lnTo>
                  <a:lnTo>
                    <a:pt x="402921" y="703105"/>
                  </a:lnTo>
                  <a:lnTo>
                    <a:pt x="403992" y="703145"/>
                  </a:lnTo>
                  <a:lnTo>
                    <a:pt x="405064" y="703183"/>
                  </a:lnTo>
                  <a:lnTo>
                    <a:pt x="406135" y="703218"/>
                  </a:lnTo>
                  <a:lnTo>
                    <a:pt x="407207" y="703252"/>
                  </a:lnTo>
                  <a:lnTo>
                    <a:pt x="408279" y="703284"/>
                  </a:lnTo>
                  <a:lnTo>
                    <a:pt x="409350" y="703315"/>
                  </a:lnTo>
                  <a:lnTo>
                    <a:pt x="410422" y="703343"/>
                  </a:lnTo>
                  <a:lnTo>
                    <a:pt x="411493" y="703370"/>
                  </a:lnTo>
                  <a:lnTo>
                    <a:pt x="412565" y="703394"/>
                  </a:lnTo>
                  <a:lnTo>
                    <a:pt x="413637" y="703417"/>
                  </a:lnTo>
                  <a:lnTo>
                    <a:pt x="414708" y="703438"/>
                  </a:lnTo>
                  <a:lnTo>
                    <a:pt x="415780" y="703456"/>
                  </a:lnTo>
                  <a:lnTo>
                    <a:pt x="416851" y="703473"/>
                  </a:lnTo>
                  <a:lnTo>
                    <a:pt x="417923" y="703488"/>
                  </a:lnTo>
                  <a:lnTo>
                    <a:pt x="418995" y="703501"/>
                  </a:lnTo>
                  <a:lnTo>
                    <a:pt x="420066" y="703512"/>
                  </a:lnTo>
                  <a:lnTo>
                    <a:pt x="421138" y="703522"/>
                  </a:lnTo>
                  <a:lnTo>
                    <a:pt x="422209" y="703529"/>
                  </a:lnTo>
                  <a:lnTo>
                    <a:pt x="423281" y="703534"/>
                  </a:lnTo>
                  <a:lnTo>
                    <a:pt x="424353" y="703537"/>
                  </a:lnTo>
                  <a:lnTo>
                    <a:pt x="425424" y="703539"/>
                  </a:lnTo>
                  <a:lnTo>
                    <a:pt x="426496" y="703538"/>
                  </a:lnTo>
                  <a:lnTo>
                    <a:pt x="427567" y="703535"/>
                  </a:lnTo>
                  <a:lnTo>
                    <a:pt x="428639" y="703530"/>
                  </a:lnTo>
                  <a:lnTo>
                    <a:pt x="429711" y="703524"/>
                  </a:lnTo>
                  <a:lnTo>
                    <a:pt x="430782" y="703515"/>
                  </a:lnTo>
                  <a:lnTo>
                    <a:pt x="431854" y="703504"/>
                  </a:lnTo>
                  <a:lnTo>
                    <a:pt x="432925" y="703491"/>
                  </a:lnTo>
                  <a:lnTo>
                    <a:pt x="433997" y="703476"/>
                  </a:lnTo>
                  <a:lnTo>
                    <a:pt x="435069" y="703460"/>
                  </a:lnTo>
                  <a:lnTo>
                    <a:pt x="436140" y="703441"/>
                  </a:lnTo>
                  <a:lnTo>
                    <a:pt x="437212" y="703420"/>
                  </a:lnTo>
                  <a:lnTo>
                    <a:pt x="438283" y="703397"/>
                  </a:lnTo>
                  <a:lnTo>
                    <a:pt x="439355" y="703372"/>
                  </a:lnTo>
                  <a:lnTo>
                    <a:pt x="440427" y="703344"/>
                  </a:lnTo>
                  <a:lnTo>
                    <a:pt x="441498" y="703315"/>
                  </a:lnTo>
                  <a:lnTo>
                    <a:pt x="442570" y="703284"/>
                  </a:lnTo>
                  <a:lnTo>
                    <a:pt x="443641" y="703250"/>
                  </a:lnTo>
                  <a:lnTo>
                    <a:pt x="444713" y="703215"/>
                  </a:lnTo>
                  <a:lnTo>
                    <a:pt x="445785" y="703177"/>
                  </a:lnTo>
                  <a:lnTo>
                    <a:pt x="446856" y="703137"/>
                  </a:lnTo>
                  <a:lnTo>
                    <a:pt x="447928" y="703095"/>
                  </a:lnTo>
                  <a:lnTo>
                    <a:pt x="448999" y="703051"/>
                  </a:lnTo>
                  <a:lnTo>
                    <a:pt x="450071" y="703005"/>
                  </a:lnTo>
                  <a:lnTo>
                    <a:pt x="451143" y="702956"/>
                  </a:lnTo>
                  <a:lnTo>
                    <a:pt x="452214" y="702906"/>
                  </a:lnTo>
                  <a:lnTo>
                    <a:pt x="453286" y="702853"/>
                  </a:lnTo>
                  <a:lnTo>
                    <a:pt x="454357" y="702798"/>
                  </a:lnTo>
                  <a:lnTo>
                    <a:pt x="455429" y="702741"/>
                  </a:lnTo>
                  <a:lnTo>
                    <a:pt x="456501" y="702682"/>
                  </a:lnTo>
                  <a:lnTo>
                    <a:pt x="457572" y="702621"/>
                  </a:lnTo>
                  <a:lnTo>
                    <a:pt x="458644" y="702557"/>
                  </a:lnTo>
                  <a:lnTo>
                    <a:pt x="459715" y="702491"/>
                  </a:lnTo>
                  <a:lnTo>
                    <a:pt x="460787" y="702423"/>
                  </a:lnTo>
                  <a:lnTo>
                    <a:pt x="461859" y="702353"/>
                  </a:lnTo>
                  <a:lnTo>
                    <a:pt x="462930" y="702281"/>
                  </a:lnTo>
                  <a:lnTo>
                    <a:pt x="464002" y="702206"/>
                  </a:lnTo>
                  <a:lnTo>
                    <a:pt x="465073" y="702129"/>
                  </a:lnTo>
                  <a:lnTo>
                    <a:pt x="466145" y="702050"/>
                  </a:lnTo>
                  <a:lnTo>
                    <a:pt x="467217" y="701968"/>
                  </a:lnTo>
                  <a:lnTo>
                    <a:pt x="468288" y="701885"/>
                  </a:lnTo>
                  <a:lnTo>
                    <a:pt x="469360" y="701799"/>
                  </a:lnTo>
                  <a:lnTo>
                    <a:pt x="470431" y="701711"/>
                  </a:lnTo>
                  <a:lnTo>
                    <a:pt x="471503" y="701620"/>
                  </a:lnTo>
                  <a:lnTo>
                    <a:pt x="472575" y="701528"/>
                  </a:lnTo>
                  <a:lnTo>
                    <a:pt x="473646" y="701433"/>
                  </a:lnTo>
                  <a:lnTo>
                    <a:pt x="474718" y="701335"/>
                  </a:lnTo>
                  <a:lnTo>
                    <a:pt x="475789" y="701236"/>
                  </a:lnTo>
                  <a:lnTo>
                    <a:pt x="476861" y="701134"/>
                  </a:lnTo>
                  <a:lnTo>
                    <a:pt x="477933" y="701029"/>
                  </a:lnTo>
                  <a:lnTo>
                    <a:pt x="479004" y="700923"/>
                  </a:lnTo>
                  <a:lnTo>
                    <a:pt x="480076" y="700814"/>
                  </a:lnTo>
                  <a:lnTo>
                    <a:pt x="481147" y="700703"/>
                  </a:lnTo>
                  <a:lnTo>
                    <a:pt x="482219" y="700589"/>
                  </a:lnTo>
                  <a:lnTo>
                    <a:pt x="483291" y="700473"/>
                  </a:lnTo>
                  <a:lnTo>
                    <a:pt x="484362" y="700355"/>
                  </a:lnTo>
                  <a:lnTo>
                    <a:pt x="485434" y="700235"/>
                  </a:lnTo>
                  <a:lnTo>
                    <a:pt x="486505" y="700112"/>
                  </a:lnTo>
                  <a:lnTo>
                    <a:pt x="487577" y="699986"/>
                  </a:lnTo>
                  <a:lnTo>
                    <a:pt x="488649" y="699859"/>
                  </a:lnTo>
                  <a:lnTo>
                    <a:pt x="489720" y="699729"/>
                  </a:lnTo>
                  <a:lnTo>
                    <a:pt x="490792" y="699596"/>
                  </a:lnTo>
                  <a:lnTo>
                    <a:pt x="491863" y="699461"/>
                  </a:lnTo>
                  <a:lnTo>
                    <a:pt x="492935" y="699324"/>
                  </a:lnTo>
                  <a:lnTo>
                    <a:pt x="494007" y="699184"/>
                  </a:lnTo>
                  <a:lnTo>
                    <a:pt x="495078" y="699042"/>
                  </a:lnTo>
                  <a:lnTo>
                    <a:pt x="496150" y="698898"/>
                  </a:lnTo>
                  <a:lnTo>
                    <a:pt x="497221" y="698751"/>
                  </a:lnTo>
                  <a:lnTo>
                    <a:pt x="498293" y="698602"/>
                  </a:lnTo>
                  <a:lnTo>
                    <a:pt x="499365" y="698450"/>
                  </a:lnTo>
                  <a:lnTo>
                    <a:pt x="500436" y="698296"/>
                  </a:lnTo>
                  <a:lnTo>
                    <a:pt x="501508" y="698139"/>
                  </a:lnTo>
                  <a:lnTo>
                    <a:pt x="502579" y="697980"/>
                  </a:lnTo>
                  <a:lnTo>
                    <a:pt x="503651" y="697819"/>
                  </a:lnTo>
                  <a:lnTo>
                    <a:pt x="504723" y="697655"/>
                  </a:lnTo>
                  <a:lnTo>
                    <a:pt x="505794" y="697488"/>
                  </a:lnTo>
                  <a:lnTo>
                    <a:pt x="506866" y="697319"/>
                  </a:lnTo>
                  <a:lnTo>
                    <a:pt x="507937" y="697148"/>
                  </a:lnTo>
                  <a:lnTo>
                    <a:pt x="509009" y="696974"/>
                  </a:lnTo>
                  <a:lnTo>
                    <a:pt x="510081" y="696798"/>
                  </a:lnTo>
                  <a:lnTo>
                    <a:pt x="511152" y="696619"/>
                  </a:lnTo>
                  <a:lnTo>
                    <a:pt x="512224" y="696438"/>
                  </a:lnTo>
                  <a:lnTo>
                    <a:pt x="513295" y="696254"/>
                  </a:lnTo>
                  <a:lnTo>
                    <a:pt x="514367" y="696067"/>
                  </a:lnTo>
                  <a:lnTo>
                    <a:pt x="515439" y="695879"/>
                  </a:lnTo>
                  <a:lnTo>
                    <a:pt x="516510" y="695687"/>
                  </a:lnTo>
                  <a:lnTo>
                    <a:pt x="517582" y="695493"/>
                  </a:lnTo>
                  <a:lnTo>
                    <a:pt x="518653" y="695297"/>
                  </a:lnTo>
                  <a:lnTo>
                    <a:pt x="519725" y="695098"/>
                  </a:lnTo>
                  <a:lnTo>
                    <a:pt x="520797" y="694897"/>
                  </a:lnTo>
                  <a:lnTo>
                    <a:pt x="521868" y="694693"/>
                  </a:lnTo>
                  <a:lnTo>
                    <a:pt x="522940" y="694486"/>
                  </a:lnTo>
                  <a:lnTo>
                    <a:pt x="524011" y="694277"/>
                  </a:lnTo>
                  <a:lnTo>
                    <a:pt x="525083" y="694066"/>
                  </a:lnTo>
                  <a:lnTo>
                    <a:pt x="526155" y="693851"/>
                  </a:lnTo>
                  <a:lnTo>
                    <a:pt x="527226" y="693635"/>
                  </a:lnTo>
                  <a:lnTo>
                    <a:pt x="528298" y="693415"/>
                  </a:lnTo>
                  <a:lnTo>
                    <a:pt x="529369" y="693193"/>
                  </a:lnTo>
                  <a:lnTo>
                    <a:pt x="530441" y="692969"/>
                  </a:lnTo>
                  <a:lnTo>
                    <a:pt x="531513" y="692742"/>
                  </a:lnTo>
                  <a:lnTo>
                    <a:pt x="532584" y="692512"/>
                  </a:lnTo>
                  <a:lnTo>
                    <a:pt x="533656" y="692280"/>
                  </a:lnTo>
                  <a:lnTo>
                    <a:pt x="534727" y="692046"/>
                  </a:lnTo>
                  <a:lnTo>
                    <a:pt x="535799" y="691808"/>
                  </a:lnTo>
                  <a:lnTo>
                    <a:pt x="536870" y="691568"/>
                  </a:lnTo>
                  <a:lnTo>
                    <a:pt x="537942" y="691326"/>
                  </a:lnTo>
                  <a:lnTo>
                    <a:pt x="539014" y="691081"/>
                  </a:lnTo>
                  <a:lnTo>
                    <a:pt x="540085" y="690833"/>
                  </a:lnTo>
                  <a:lnTo>
                    <a:pt x="541157" y="690582"/>
                  </a:lnTo>
                  <a:lnTo>
                    <a:pt x="542228" y="690329"/>
                  </a:lnTo>
                  <a:lnTo>
                    <a:pt x="543300" y="690074"/>
                  </a:lnTo>
                  <a:lnTo>
                    <a:pt x="544372" y="689816"/>
                  </a:lnTo>
                  <a:lnTo>
                    <a:pt x="545443" y="689555"/>
                  </a:lnTo>
                  <a:lnTo>
                    <a:pt x="546515" y="689291"/>
                  </a:lnTo>
                  <a:lnTo>
                    <a:pt x="547586" y="689025"/>
                  </a:lnTo>
                  <a:lnTo>
                    <a:pt x="548658" y="688757"/>
                  </a:lnTo>
                  <a:lnTo>
                    <a:pt x="549730" y="688485"/>
                  </a:lnTo>
                  <a:lnTo>
                    <a:pt x="550801" y="688211"/>
                  </a:lnTo>
                  <a:lnTo>
                    <a:pt x="551873" y="687935"/>
                  </a:lnTo>
                  <a:lnTo>
                    <a:pt x="552944" y="687655"/>
                  </a:lnTo>
                  <a:lnTo>
                    <a:pt x="554016" y="687374"/>
                  </a:lnTo>
                  <a:lnTo>
                    <a:pt x="555088" y="687089"/>
                  </a:lnTo>
                  <a:lnTo>
                    <a:pt x="556159" y="686802"/>
                  </a:lnTo>
                  <a:lnTo>
                    <a:pt x="557231" y="686512"/>
                  </a:lnTo>
                  <a:lnTo>
                    <a:pt x="558302" y="686219"/>
                  </a:lnTo>
                  <a:lnTo>
                    <a:pt x="559374" y="685924"/>
                  </a:lnTo>
                  <a:lnTo>
                    <a:pt x="560446" y="685626"/>
                  </a:lnTo>
                  <a:lnTo>
                    <a:pt x="561517" y="685326"/>
                  </a:lnTo>
                  <a:lnTo>
                    <a:pt x="562589" y="685023"/>
                  </a:lnTo>
                  <a:lnTo>
                    <a:pt x="563660" y="684717"/>
                  </a:lnTo>
                  <a:lnTo>
                    <a:pt x="564732" y="684409"/>
                  </a:lnTo>
                  <a:lnTo>
                    <a:pt x="565804" y="684097"/>
                  </a:lnTo>
                  <a:lnTo>
                    <a:pt x="566875" y="683784"/>
                  </a:lnTo>
                  <a:lnTo>
                    <a:pt x="567947" y="683467"/>
                  </a:lnTo>
                  <a:lnTo>
                    <a:pt x="569018" y="683148"/>
                  </a:lnTo>
                  <a:lnTo>
                    <a:pt x="570090" y="682826"/>
                  </a:lnTo>
                  <a:lnTo>
                    <a:pt x="571162" y="682502"/>
                  </a:lnTo>
                  <a:lnTo>
                    <a:pt x="572233" y="682174"/>
                  </a:lnTo>
                  <a:lnTo>
                    <a:pt x="573305" y="681845"/>
                  </a:lnTo>
                  <a:lnTo>
                    <a:pt x="574376" y="681512"/>
                  </a:lnTo>
                  <a:lnTo>
                    <a:pt x="575448" y="681177"/>
                  </a:lnTo>
                  <a:lnTo>
                    <a:pt x="576520" y="680839"/>
                  </a:lnTo>
                  <a:lnTo>
                    <a:pt x="577591" y="680498"/>
                  </a:lnTo>
                  <a:lnTo>
                    <a:pt x="578663" y="680155"/>
                  </a:lnTo>
                  <a:lnTo>
                    <a:pt x="579734" y="679809"/>
                  </a:lnTo>
                  <a:lnTo>
                    <a:pt x="580806" y="679461"/>
                  </a:lnTo>
                  <a:lnTo>
                    <a:pt x="581878" y="679109"/>
                  </a:lnTo>
                  <a:lnTo>
                    <a:pt x="582949" y="678755"/>
                  </a:lnTo>
                  <a:lnTo>
                    <a:pt x="584021" y="678399"/>
                  </a:lnTo>
                  <a:lnTo>
                    <a:pt x="585092" y="678039"/>
                  </a:lnTo>
                  <a:lnTo>
                    <a:pt x="586164" y="677677"/>
                  </a:lnTo>
                  <a:lnTo>
                    <a:pt x="587236" y="677313"/>
                  </a:lnTo>
                  <a:lnTo>
                    <a:pt x="588307" y="676945"/>
                  </a:lnTo>
                  <a:lnTo>
                    <a:pt x="589379" y="676575"/>
                  </a:lnTo>
                  <a:lnTo>
                    <a:pt x="590450" y="676203"/>
                  </a:lnTo>
                  <a:lnTo>
                    <a:pt x="591522" y="675827"/>
                  </a:lnTo>
                  <a:lnTo>
                    <a:pt x="592594" y="675449"/>
                  </a:lnTo>
                  <a:lnTo>
                    <a:pt x="593665" y="675068"/>
                  </a:lnTo>
                  <a:lnTo>
                    <a:pt x="594737" y="674685"/>
                  </a:lnTo>
                  <a:lnTo>
                    <a:pt x="595808" y="674299"/>
                  </a:lnTo>
                  <a:lnTo>
                    <a:pt x="596880" y="673910"/>
                  </a:lnTo>
                  <a:lnTo>
                    <a:pt x="597952" y="673518"/>
                  </a:lnTo>
                  <a:lnTo>
                    <a:pt x="599023" y="673124"/>
                  </a:lnTo>
                  <a:lnTo>
                    <a:pt x="600095" y="672728"/>
                  </a:lnTo>
                  <a:lnTo>
                    <a:pt x="601166" y="672328"/>
                  </a:lnTo>
                  <a:lnTo>
                    <a:pt x="602238" y="671926"/>
                  </a:lnTo>
                  <a:lnTo>
                    <a:pt x="603310" y="671521"/>
                  </a:lnTo>
                  <a:lnTo>
                    <a:pt x="604381" y="671114"/>
                  </a:lnTo>
                  <a:lnTo>
                    <a:pt x="605453" y="670704"/>
                  </a:lnTo>
                  <a:lnTo>
                    <a:pt x="606524" y="670291"/>
                  </a:lnTo>
                  <a:lnTo>
                    <a:pt x="607596" y="669875"/>
                  </a:lnTo>
                  <a:lnTo>
                    <a:pt x="608668" y="669457"/>
                  </a:lnTo>
                  <a:lnTo>
                    <a:pt x="609739" y="669036"/>
                  </a:lnTo>
                  <a:lnTo>
                    <a:pt x="610811" y="668613"/>
                  </a:lnTo>
                  <a:lnTo>
                    <a:pt x="611882" y="668187"/>
                  </a:lnTo>
                  <a:lnTo>
                    <a:pt x="612954" y="667758"/>
                  </a:lnTo>
                  <a:lnTo>
                    <a:pt x="614026" y="667327"/>
                  </a:lnTo>
                  <a:lnTo>
                    <a:pt x="615097" y="666893"/>
                  </a:lnTo>
                  <a:lnTo>
                    <a:pt x="616169" y="666457"/>
                  </a:lnTo>
                  <a:lnTo>
                    <a:pt x="617240" y="666017"/>
                  </a:lnTo>
                  <a:lnTo>
                    <a:pt x="618312" y="665575"/>
                  </a:lnTo>
                  <a:lnTo>
                    <a:pt x="619384" y="665131"/>
                  </a:lnTo>
                  <a:lnTo>
                    <a:pt x="620455" y="664684"/>
                  </a:lnTo>
                  <a:lnTo>
                    <a:pt x="621527" y="664234"/>
                  </a:lnTo>
                  <a:lnTo>
                    <a:pt x="622598" y="663782"/>
                  </a:lnTo>
                  <a:lnTo>
                    <a:pt x="623670" y="663327"/>
                  </a:lnTo>
                  <a:lnTo>
                    <a:pt x="624742" y="662870"/>
                  </a:lnTo>
                  <a:lnTo>
                    <a:pt x="625813" y="662409"/>
                  </a:lnTo>
                  <a:lnTo>
                    <a:pt x="626885" y="661947"/>
                  </a:lnTo>
                  <a:lnTo>
                    <a:pt x="627956" y="661481"/>
                  </a:lnTo>
                  <a:lnTo>
                    <a:pt x="629028" y="661014"/>
                  </a:lnTo>
                  <a:lnTo>
                    <a:pt x="630100" y="660543"/>
                  </a:lnTo>
                  <a:lnTo>
                    <a:pt x="631171" y="660070"/>
                  </a:lnTo>
                  <a:lnTo>
                    <a:pt x="632243" y="659594"/>
                  </a:lnTo>
                  <a:lnTo>
                    <a:pt x="633314" y="659116"/>
                  </a:lnTo>
                  <a:lnTo>
                    <a:pt x="634386" y="658636"/>
                  </a:lnTo>
                  <a:lnTo>
                    <a:pt x="635458" y="658152"/>
                  </a:lnTo>
                  <a:lnTo>
                    <a:pt x="636529" y="657667"/>
                  </a:lnTo>
                  <a:lnTo>
                    <a:pt x="637601" y="657178"/>
                  </a:lnTo>
                  <a:lnTo>
                    <a:pt x="638672" y="656687"/>
                  </a:lnTo>
                  <a:lnTo>
                    <a:pt x="639744" y="656194"/>
                  </a:lnTo>
                  <a:lnTo>
                    <a:pt x="640816" y="655698"/>
                  </a:lnTo>
                  <a:lnTo>
                    <a:pt x="641887" y="655200"/>
                  </a:lnTo>
                  <a:lnTo>
                    <a:pt x="642959" y="654699"/>
                  </a:lnTo>
                  <a:lnTo>
                    <a:pt x="644030" y="654195"/>
                  </a:lnTo>
                  <a:lnTo>
                    <a:pt x="645102" y="653689"/>
                  </a:lnTo>
                  <a:lnTo>
                    <a:pt x="646174" y="653181"/>
                  </a:lnTo>
                  <a:lnTo>
                    <a:pt x="647245" y="652670"/>
                  </a:lnTo>
                  <a:lnTo>
                    <a:pt x="648317" y="652156"/>
                  </a:lnTo>
                  <a:lnTo>
                    <a:pt x="649388" y="651641"/>
                  </a:lnTo>
                  <a:lnTo>
                    <a:pt x="650460" y="651122"/>
                  </a:lnTo>
                  <a:lnTo>
                    <a:pt x="651532" y="650601"/>
                  </a:lnTo>
                  <a:lnTo>
                    <a:pt x="652603" y="650078"/>
                  </a:lnTo>
                  <a:lnTo>
                    <a:pt x="653675" y="649553"/>
                  </a:lnTo>
                  <a:lnTo>
                    <a:pt x="654746" y="649024"/>
                  </a:lnTo>
                  <a:lnTo>
                    <a:pt x="655818" y="648494"/>
                  </a:lnTo>
                  <a:lnTo>
                    <a:pt x="656890" y="647961"/>
                  </a:lnTo>
                  <a:lnTo>
                    <a:pt x="657961" y="647426"/>
                  </a:lnTo>
                  <a:lnTo>
                    <a:pt x="659033" y="646888"/>
                  </a:lnTo>
                  <a:lnTo>
                    <a:pt x="660104" y="646348"/>
                  </a:lnTo>
                  <a:lnTo>
                    <a:pt x="661176" y="645805"/>
                  </a:lnTo>
                  <a:lnTo>
                    <a:pt x="662248" y="645261"/>
                  </a:lnTo>
                  <a:lnTo>
                    <a:pt x="663319" y="644713"/>
                  </a:lnTo>
                  <a:lnTo>
                    <a:pt x="664391" y="644164"/>
                  </a:lnTo>
                  <a:lnTo>
                    <a:pt x="665462" y="643612"/>
                  </a:lnTo>
                  <a:lnTo>
                    <a:pt x="666534" y="643058"/>
                  </a:lnTo>
                  <a:lnTo>
                    <a:pt x="667606" y="642501"/>
                  </a:lnTo>
                  <a:lnTo>
                    <a:pt x="668677" y="641942"/>
                  </a:lnTo>
                  <a:lnTo>
                    <a:pt x="669749" y="641381"/>
                  </a:lnTo>
                  <a:lnTo>
                    <a:pt x="670820" y="640818"/>
                  </a:lnTo>
                  <a:lnTo>
                    <a:pt x="671892" y="640252"/>
                  </a:lnTo>
                  <a:lnTo>
                    <a:pt x="672964" y="639684"/>
                  </a:lnTo>
                  <a:lnTo>
                    <a:pt x="674035" y="639114"/>
                  </a:lnTo>
                  <a:lnTo>
                    <a:pt x="675107" y="638541"/>
                  </a:lnTo>
                  <a:lnTo>
                    <a:pt x="676178" y="637966"/>
                  </a:lnTo>
                  <a:lnTo>
                    <a:pt x="677250" y="637390"/>
                  </a:lnTo>
                  <a:lnTo>
                    <a:pt x="678322" y="636810"/>
                  </a:lnTo>
                  <a:lnTo>
                    <a:pt x="679393" y="636229"/>
                  </a:lnTo>
                  <a:lnTo>
                    <a:pt x="680465" y="635645"/>
                  </a:lnTo>
                  <a:lnTo>
                    <a:pt x="681536" y="635060"/>
                  </a:lnTo>
                  <a:lnTo>
                    <a:pt x="682608" y="634472"/>
                  </a:lnTo>
                  <a:lnTo>
                    <a:pt x="683680" y="633882"/>
                  </a:lnTo>
                  <a:lnTo>
                    <a:pt x="684751" y="633289"/>
                  </a:lnTo>
                  <a:lnTo>
                    <a:pt x="685823" y="632695"/>
                  </a:lnTo>
                  <a:lnTo>
                    <a:pt x="686894" y="632098"/>
                  </a:lnTo>
                  <a:lnTo>
                    <a:pt x="687966" y="631500"/>
                  </a:lnTo>
                  <a:lnTo>
                    <a:pt x="689038" y="630899"/>
                  </a:lnTo>
                  <a:lnTo>
                    <a:pt x="690109" y="630296"/>
                  </a:lnTo>
                  <a:lnTo>
                    <a:pt x="691181" y="629692"/>
                  </a:lnTo>
                  <a:lnTo>
                    <a:pt x="692252" y="629085"/>
                  </a:lnTo>
                  <a:lnTo>
                    <a:pt x="693324" y="628476"/>
                  </a:lnTo>
                  <a:lnTo>
                    <a:pt x="694396" y="627865"/>
                  </a:lnTo>
                  <a:lnTo>
                    <a:pt x="695467" y="627252"/>
                  </a:lnTo>
                  <a:lnTo>
                    <a:pt x="696539" y="626637"/>
                  </a:lnTo>
                  <a:lnTo>
                    <a:pt x="697610" y="626020"/>
                  </a:lnTo>
                  <a:lnTo>
                    <a:pt x="698682" y="625401"/>
                  </a:lnTo>
                  <a:lnTo>
                    <a:pt x="699754" y="624780"/>
                  </a:lnTo>
                  <a:lnTo>
                    <a:pt x="700825" y="624157"/>
                  </a:lnTo>
                  <a:lnTo>
                    <a:pt x="701897" y="623532"/>
                  </a:lnTo>
                  <a:lnTo>
                    <a:pt x="702968" y="622905"/>
                  </a:lnTo>
                  <a:lnTo>
                    <a:pt x="704040" y="622277"/>
                  </a:lnTo>
                  <a:lnTo>
                    <a:pt x="705112" y="621646"/>
                  </a:lnTo>
                  <a:lnTo>
                    <a:pt x="706183" y="621014"/>
                  </a:lnTo>
                  <a:lnTo>
                    <a:pt x="707255" y="620380"/>
                  </a:lnTo>
                  <a:lnTo>
                    <a:pt x="708326" y="619743"/>
                  </a:lnTo>
                  <a:lnTo>
                    <a:pt x="709398" y="619105"/>
                  </a:lnTo>
                  <a:lnTo>
                    <a:pt x="710469" y="618466"/>
                  </a:lnTo>
                  <a:lnTo>
                    <a:pt x="711541" y="617824"/>
                  </a:lnTo>
                  <a:lnTo>
                    <a:pt x="712613" y="617181"/>
                  </a:lnTo>
                  <a:lnTo>
                    <a:pt x="713684" y="616536"/>
                  </a:lnTo>
                  <a:lnTo>
                    <a:pt x="714756" y="615889"/>
                  </a:lnTo>
                  <a:lnTo>
                    <a:pt x="715827" y="615240"/>
                  </a:lnTo>
                  <a:lnTo>
                    <a:pt x="716899" y="614590"/>
                  </a:lnTo>
                  <a:lnTo>
                    <a:pt x="717971" y="613938"/>
                  </a:lnTo>
                  <a:lnTo>
                    <a:pt x="719042" y="613284"/>
                  </a:lnTo>
                  <a:lnTo>
                    <a:pt x="720114" y="612629"/>
                  </a:lnTo>
                  <a:lnTo>
                    <a:pt x="721185" y="611972"/>
                  </a:lnTo>
                  <a:lnTo>
                    <a:pt x="722257" y="611313"/>
                  </a:lnTo>
                  <a:lnTo>
                    <a:pt x="723329" y="610653"/>
                  </a:lnTo>
                  <a:lnTo>
                    <a:pt x="724400" y="609991"/>
                  </a:lnTo>
                  <a:lnTo>
                    <a:pt x="725472" y="609327"/>
                  </a:lnTo>
                  <a:lnTo>
                    <a:pt x="726543" y="608662"/>
                  </a:lnTo>
                  <a:lnTo>
                    <a:pt x="727615" y="607996"/>
                  </a:lnTo>
                  <a:lnTo>
                    <a:pt x="728687" y="607328"/>
                  </a:lnTo>
                  <a:lnTo>
                    <a:pt x="729758" y="606658"/>
                  </a:lnTo>
                  <a:lnTo>
                    <a:pt x="730830" y="605987"/>
                  </a:lnTo>
                  <a:lnTo>
                    <a:pt x="731901" y="605314"/>
                  </a:lnTo>
                  <a:lnTo>
                    <a:pt x="732973" y="604640"/>
                  </a:lnTo>
                  <a:lnTo>
                    <a:pt x="734045" y="603965"/>
                  </a:lnTo>
                  <a:lnTo>
                    <a:pt x="735116" y="603288"/>
                  </a:lnTo>
                  <a:lnTo>
                    <a:pt x="736188" y="602609"/>
                  </a:lnTo>
                  <a:lnTo>
                    <a:pt x="737259" y="601930"/>
                  </a:lnTo>
                  <a:lnTo>
                    <a:pt x="738331" y="601249"/>
                  </a:lnTo>
                  <a:lnTo>
                    <a:pt x="739403" y="600566"/>
                  </a:lnTo>
                  <a:lnTo>
                    <a:pt x="740474" y="599882"/>
                  </a:lnTo>
                  <a:lnTo>
                    <a:pt x="741546" y="599197"/>
                  </a:lnTo>
                  <a:lnTo>
                    <a:pt x="742617" y="598511"/>
                  </a:lnTo>
                  <a:lnTo>
                    <a:pt x="743689" y="597823"/>
                  </a:lnTo>
                  <a:lnTo>
                    <a:pt x="744761" y="597135"/>
                  </a:lnTo>
                  <a:lnTo>
                    <a:pt x="745832" y="596444"/>
                  </a:lnTo>
                  <a:lnTo>
                    <a:pt x="746904" y="595753"/>
                  </a:lnTo>
                  <a:lnTo>
                    <a:pt x="747975" y="595061"/>
                  </a:lnTo>
                  <a:lnTo>
                    <a:pt x="749047" y="594367"/>
                  </a:lnTo>
                  <a:lnTo>
                    <a:pt x="750119" y="593672"/>
                  </a:lnTo>
                  <a:lnTo>
                    <a:pt x="751190" y="592976"/>
                  </a:lnTo>
                  <a:lnTo>
                    <a:pt x="752262" y="592279"/>
                  </a:lnTo>
                  <a:lnTo>
                    <a:pt x="753333" y="591581"/>
                  </a:lnTo>
                  <a:lnTo>
                    <a:pt x="754405" y="590882"/>
                  </a:lnTo>
                  <a:lnTo>
                    <a:pt x="755477" y="590181"/>
                  </a:lnTo>
                  <a:lnTo>
                    <a:pt x="756548" y="589480"/>
                  </a:lnTo>
                  <a:lnTo>
                    <a:pt x="757620" y="588778"/>
                  </a:lnTo>
                  <a:lnTo>
                    <a:pt x="758691" y="588074"/>
                  </a:lnTo>
                  <a:lnTo>
                    <a:pt x="759763" y="587370"/>
                  </a:lnTo>
                  <a:lnTo>
                    <a:pt x="760835" y="586665"/>
                  </a:lnTo>
                  <a:lnTo>
                    <a:pt x="761906" y="585959"/>
                  </a:lnTo>
                  <a:lnTo>
                    <a:pt x="762978" y="585252"/>
                  </a:lnTo>
                  <a:lnTo>
                    <a:pt x="764049" y="584544"/>
                  </a:lnTo>
                  <a:lnTo>
                    <a:pt x="765121" y="583835"/>
                  </a:lnTo>
                  <a:lnTo>
                    <a:pt x="766193" y="583126"/>
                  </a:lnTo>
                  <a:lnTo>
                    <a:pt x="767264" y="582415"/>
                  </a:lnTo>
                  <a:lnTo>
                    <a:pt x="768336" y="581704"/>
                  </a:lnTo>
                  <a:lnTo>
                    <a:pt x="769407" y="580992"/>
                  </a:lnTo>
                  <a:lnTo>
                    <a:pt x="770479" y="580279"/>
                  </a:lnTo>
                  <a:lnTo>
                    <a:pt x="771551" y="579566"/>
                  </a:lnTo>
                  <a:lnTo>
                    <a:pt x="772622" y="578852"/>
                  </a:lnTo>
                  <a:lnTo>
                    <a:pt x="773694" y="578137"/>
                  </a:lnTo>
                  <a:lnTo>
                    <a:pt x="774765" y="577422"/>
                  </a:lnTo>
                  <a:lnTo>
                    <a:pt x="775837" y="576706"/>
                  </a:lnTo>
                  <a:lnTo>
                    <a:pt x="776909" y="575989"/>
                  </a:lnTo>
                  <a:lnTo>
                    <a:pt x="777980" y="575272"/>
                  </a:lnTo>
                  <a:lnTo>
                    <a:pt x="779052" y="574554"/>
                  </a:lnTo>
                  <a:lnTo>
                    <a:pt x="780123" y="573836"/>
                  </a:lnTo>
                  <a:lnTo>
                    <a:pt x="781195" y="573117"/>
                  </a:lnTo>
                  <a:lnTo>
                    <a:pt x="782267" y="572398"/>
                  </a:lnTo>
                  <a:lnTo>
                    <a:pt x="783338" y="571678"/>
                  </a:lnTo>
                  <a:lnTo>
                    <a:pt x="784410" y="570958"/>
                  </a:lnTo>
                  <a:lnTo>
                    <a:pt x="785481" y="570237"/>
                  </a:lnTo>
                  <a:lnTo>
                    <a:pt x="786553" y="569516"/>
                  </a:lnTo>
                  <a:lnTo>
                    <a:pt x="787625" y="568794"/>
                  </a:lnTo>
                  <a:lnTo>
                    <a:pt x="788696" y="568073"/>
                  </a:lnTo>
                  <a:lnTo>
                    <a:pt x="789768" y="567351"/>
                  </a:lnTo>
                  <a:lnTo>
                    <a:pt x="790839" y="566628"/>
                  </a:lnTo>
                  <a:lnTo>
                    <a:pt x="791911" y="565906"/>
                  </a:lnTo>
                  <a:lnTo>
                    <a:pt x="792983" y="565183"/>
                  </a:lnTo>
                  <a:lnTo>
                    <a:pt x="794054" y="564460"/>
                  </a:lnTo>
                  <a:lnTo>
                    <a:pt x="795126" y="563736"/>
                  </a:lnTo>
                  <a:lnTo>
                    <a:pt x="796197" y="563013"/>
                  </a:lnTo>
                  <a:lnTo>
                    <a:pt x="797269" y="562289"/>
                  </a:lnTo>
                  <a:lnTo>
                    <a:pt x="798341" y="561565"/>
                  </a:lnTo>
                  <a:lnTo>
                    <a:pt x="799412" y="560841"/>
                  </a:lnTo>
                  <a:lnTo>
                    <a:pt x="800484" y="560118"/>
                  </a:lnTo>
                  <a:lnTo>
                    <a:pt x="801555" y="559394"/>
                  </a:lnTo>
                  <a:lnTo>
                    <a:pt x="802627" y="558670"/>
                  </a:lnTo>
                  <a:lnTo>
                    <a:pt x="803699" y="557946"/>
                  </a:lnTo>
                  <a:lnTo>
                    <a:pt x="804770" y="557222"/>
                  </a:lnTo>
                  <a:lnTo>
                    <a:pt x="805842" y="556498"/>
                  </a:lnTo>
                  <a:lnTo>
                    <a:pt x="806913" y="555774"/>
                  </a:lnTo>
                  <a:lnTo>
                    <a:pt x="807985" y="555050"/>
                  </a:lnTo>
                  <a:lnTo>
                    <a:pt x="809057" y="554327"/>
                  </a:lnTo>
                  <a:lnTo>
                    <a:pt x="810128" y="553603"/>
                  </a:lnTo>
                  <a:lnTo>
                    <a:pt x="811200" y="552880"/>
                  </a:lnTo>
                  <a:lnTo>
                    <a:pt x="812271" y="552157"/>
                  </a:lnTo>
                  <a:lnTo>
                    <a:pt x="813343" y="551434"/>
                  </a:lnTo>
                  <a:lnTo>
                    <a:pt x="814415" y="550712"/>
                  </a:lnTo>
                  <a:lnTo>
                    <a:pt x="815486" y="549989"/>
                  </a:lnTo>
                  <a:lnTo>
                    <a:pt x="816558" y="549267"/>
                  </a:lnTo>
                  <a:lnTo>
                    <a:pt x="817629" y="548546"/>
                  </a:lnTo>
                  <a:lnTo>
                    <a:pt x="818701" y="547825"/>
                  </a:lnTo>
                  <a:lnTo>
                    <a:pt x="819773" y="547104"/>
                  </a:lnTo>
                  <a:lnTo>
                    <a:pt x="820844" y="546383"/>
                  </a:lnTo>
                  <a:lnTo>
                    <a:pt x="821916" y="545663"/>
                  </a:lnTo>
                  <a:lnTo>
                    <a:pt x="822987" y="544944"/>
                  </a:lnTo>
                  <a:lnTo>
                    <a:pt x="824059" y="544225"/>
                  </a:lnTo>
                  <a:lnTo>
                    <a:pt x="825131" y="543506"/>
                  </a:lnTo>
                  <a:lnTo>
                    <a:pt x="826202" y="542788"/>
                  </a:lnTo>
                  <a:lnTo>
                    <a:pt x="827274" y="542071"/>
                  </a:lnTo>
                  <a:lnTo>
                    <a:pt x="828345" y="541354"/>
                  </a:lnTo>
                  <a:lnTo>
                    <a:pt x="829417" y="540638"/>
                  </a:lnTo>
                  <a:lnTo>
                    <a:pt x="830489" y="539923"/>
                  </a:lnTo>
                  <a:lnTo>
                    <a:pt x="831560" y="539208"/>
                  </a:lnTo>
                  <a:lnTo>
                    <a:pt x="832632" y="538494"/>
                  </a:lnTo>
                  <a:lnTo>
                    <a:pt x="833703" y="537781"/>
                  </a:lnTo>
                  <a:lnTo>
                    <a:pt x="834775" y="537069"/>
                  </a:lnTo>
                  <a:lnTo>
                    <a:pt x="835847" y="536357"/>
                  </a:lnTo>
                  <a:lnTo>
                    <a:pt x="836918" y="535646"/>
                  </a:lnTo>
                  <a:lnTo>
                    <a:pt x="837990" y="534936"/>
                  </a:lnTo>
                  <a:lnTo>
                    <a:pt x="839061" y="534227"/>
                  </a:lnTo>
                  <a:lnTo>
                    <a:pt x="840133" y="533519"/>
                  </a:lnTo>
                  <a:lnTo>
                    <a:pt x="841205" y="532811"/>
                  </a:lnTo>
                  <a:lnTo>
                    <a:pt x="842276" y="532105"/>
                  </a:lnTo>
                  <a:lnTo>
                    <a:pt x="843348" y="531400"/>
                  </a:lnTo>
                  <a:lnTo>
                    <a:pt x="844419" y="530696"/>
                  </a:lnTo>
                  <a:lnTo>
                    <a:pt x="845491" y="529992"/>
                  </a:lnTo>
                  <a:lnTo>
                    <a:pt x="846563" y="529290"/>
                  </a:lnTo>
                  <a:lnTo>
                    <a:pt x="847634" y="528589"/>
                  </a:lnTo>
                  <a:lnTo>
                    <a:pt x="848706" y="527889"/>
                  </a:lnTo>
                  <a:lnTo>
                    <a:pt x="849777" y="527191"/>
                  </a:lnTo>
                  <a:lnTo>
                    <a:pt x="850849" y="526493"/>
                  </a:lnTo>
                  <a:lnTo>
                    <a:pt x="851921" y="525797"/>
                  </a:lnTo>
                  <a:lnTo>
                    <a:pt x="852992" y="525102"/>
                  </a:lnTo>
                  <a:lnTo>
                    <a:pt x="854064" y="524408"/>
                  </a:lnTo>
                  <a:lnTo>
                    <a:pt x="855135" y="523715"/>
                  </a:lnTo>
                  <a:lnTo>
                    <a:pt x="856207" y="523024"/>
                  </a:lnTo>
                  <a:lnTo>
                    <a:pt x="857279" y="522334"/>
                  </a:lnTo>
                  <a:lnTo>
                    <a:pt x="858350" y="521646"/>
                  </a:lnTo>
                  <a:lnTo>
                    <a:pt x="859422" y="520959"/>
                  </a:lnTo>
                  <a:lnTo>
                    <a:pt x="860493" y="520273"/>
                  </a:lnTo>
                  <a:lnTo>
                    <a:pt x="861565" y="519589"/>
                  </a:lnTo>
                  <a:lnTo>
                    <a:pt x="862637" y="518907"/>
                  </a:lnTo>
                  <a:lnTo>
                    <a:pt x="863708" y="518226"/>
                  </a:lnTo>
                  <a:lnTo>
                    <a:pt x="864780" y="517546"/>
                  </a:lnTo>
                  <a:lnTo>
                    <a:pt x="865851" y="516868"/>
                  </a:lnTo>
                  <a:lnTo>
                    <a:pt x="866923" y="516192"/>
                  </a:lnTo>
                  <a:lnTo>
                    <a:pt x="867995" y="515517"/>
                  </a:lnTo>
                  <a:lnTo>
                    <a:pt x="869066" y="514844"/>
                  </a:lnTo>
                  <a:lnTo>
                    <a:pt x="870138" y="514173"/>
                  </a:lnTo>
                  <a:lnTo>
                    <a:pt x="871209" y="513504"/>
                  </a:lnTo>
                  <a:lnTo>
                    <a:pt x="872281" y="512836"/>
                  </a:lnTo>
                  <a:lnTo>
                    <a:pt x="873353" y="512170"/>
                  </a:lnTo>
                  <a:lnTo>
                    <a:pt x="874424" y="511506"/>
                  </a:lnTo>
                  <a:lnTo>
                    <a:pt x="875496" y="510843"/>
                  </a:lnTo>
                  <a:lnTo>
                    <a:pt x="876567" y="510183"/>
                  </a:lnTo>
                  <a:lnTo>
                    <a:pt x="877639" y="509525"/>
                  </a:lnTo>
                  <a:lnTo>
                    <a:pt x="878711" y="508868"/>
                  </a:lnTo>
                  <a:lnTo>
                    <a:pt x="879782" y="508213"/>
                  </a:lnTo>
                  <a:lnTo>
                    <a:pt x="880854" y="507561"/>
                  </a:lnTo>
                  <a:lnTo>
                    <a:pt x="881925" y="506910"/>
                  </a:lnTo>
                  <a:lnTo>
                    <a:pt x="882997" y="506262"/>
                  </a:lnTo>
                  <a:lnTo>
                    <a:pt x="884069" y="505615"/>
                  </a:lnTo>
                  <a:lnTo>
                    <a:pt x="885140" y="504971"/>
                  </a:lnTo>
                  <a:lnTo>
                    <a:pt x="886212" y="504329"/>
                  </a:lnTo>
                  <a:lnTo>
                    <a:pt x="887283" y="503689"/>
                  </a:lnTo>
                  <a:lnTo>
                    <a:pt x="888355" y="503051"/>
                  </a:lnTo>
                  <a:lnTo>
                    <a:pt x="889426" y="502415"/>
                  </a:lnTo>
                  <a:lnTo>
                    <a:pt x="890498" y="501782"/>
                  </a:lnTo>
                  <a:lnTo>
                    <a:pt x="891570" y="501151"/>
                  </a:lnTo>
                  <a:lnTo>
                    <a:pt x="892641" y="500522"/>
                  </a:lnTo>
                  <a:lnTo>
                    <a:pt x="893713" y="499896"/>
                  </a:lnTo>
                  <a:lnTo>
                    <a:pt x="894784" y="499272"/>
                  </a:lnTo>
                  <a:lnTo>
                    <a:pt x="895856" y="498650"/>
                  </a:lnTo>
                  <a:lnTo>
                    <a:pt x="896928" y="498031"/>
                  </a:lnTo>
                  <a:lnTo>
                    <a:pt x="897999" y="497414"/>
                  </a:lnTo>
                  <a:lnTo>
                    <a:pt x="899071" y="496800"/>
                  </a:lnTo>
                  <a:lnTo>
                    <a:pt x="900142" y="496188"/>
                  </a:lnTo>
                  <a:lnTo>
                    <a:pt x="901214" y="495579"/>
                  </a:lnTo>
                  <a:lnTo>
                    <a:pt x="902286" y="494972"/>
                  </a:lnTo>
                  <a:lnTo>
                    <a:pt x="903357" y="494368"/>
                  </a:lnTo>
                  <a:lnTo>
                    <a:pt x="904429" y="493767"/>
                  </a:lnTo>
                  <a:lnTo>
                    <a:pt x="905500" y="493168"/>
                  </a:lnTo>
                  <a:lnTo>
                    <a:pt x="906572" y="492572"/>
                  </a:lnTo>
                  <a:lnTo>
                    <a:pt x="907644" y="491979"/>
                  </a:lnTo>
                  <a:lnTo>
                    <a:pt x="908715" y="491388"/>
                  </a:lnTo>
                  <a:lnTo>
                    <a:pt x="909787" y="490800"/>
                  </a:lnTo>
                  <a:lnTo>
                    <a:pt x="910858" y="490216"/>
                  </a:lnTo>
                  <a:lnTo>
                    <a:pt x="911930" y="489633"/>
                  </a:lnTo>
                  <a:lnTo>
                    <a:pt x="913002" y="489054"/>
                  </a:lnTo>
                  <a:lnTo>
                    <a:pt x="914073" y="488478"/>
                  </a:lnTo>
                  <a:lnTo>
                    <a:pt x="915145" y="487904"/>
                  </a:lnTo>
                  <a:lnTo>
                    <a:pt x="916216" y="487334"/>
                  </a:lnTo>
                  <a:lnTo>
                    <a:pt x="917288" y="486766"/>
                  </a:lnTo>
                  <a:lnTo>
                    <a:pt x="918360" y="486202"/>
                  </a:lnTo>
                  <a:lnTo>
                    <a:pt x="919431" y="485641"/>
                  </a:lnTo>
                  <a:lnTo>
                    <a:pt x="920503" y="485082"/>
                  </a:lnTo>
                  <a:lnTo>
                    <a:pt x="921574" y="484527"/>
                  </a:lnTo>
                  <a:lnTo>
                    <a:pt x="922646" y="483975"/>
                  </a:lnTo>
                  <a:lnTo>
                    <a:pt x="923718" y="483426"/>
                  </a:lnTo>
                  <a:lnTo>
                    <a:pt x="924789" y="482880"/>
                  </a:lnTo>
                  <a:lnTo>
                    <a:pt x="925861" y="482337"/>
                  </a:lnTo>
                  <a:lnTo>
                    <a:pt x="926932" y="481798"/>
                  </a:lnTo>
                  <a:lnTo>
                    <a:pt x="928004" y="481262"/>
                  </a:lnTo>
                  <a:lnTo>
                    <a:pt x="929076" y="480729"/>
                  </a:lnTo>
                  <a:lnTo>
                    <a:pt x="930147" y="480200"/>
                  </a:lnTo>
                  <a:lnTo>
                    <a:pt x="931219" y="479674"/>
                  </a:lnTo>
                  <a:lnTo>
                    <a:pt x="932290" y="479151"/>
                  </a:lnTo>
                  <a:lnTo>
                    <a:pt x="933362" y="478632"/>
                  </a:lnTo>
                  <a:lnTo>
                    <a:pt x="934434" y="478116"/>
                  </a:lnTo>
                  <a:lnTo>
                    <a:pt x="935505" y="477604"/>
                  </a:lnTo>
                  <a:lnTo>
                    <a:pt x="936577" y="477095"/>
                  </a:lnTo>
                  <a:lnTo>
                    <a:pt x="937648" y="476590"/>
                  </a:lnTo>
                  <a:lnTo>
                    <a:pt x="938720" y="476088"/>
                  </a:lnTo>
                  <a:lnTo>
                    <a:pt x="939792" y="475590"/>
                  </a:lnTo>
                  <a:lnTo>
                    <a:pt x="940863" y="475095"/>
                  </a:lnTo>
                  <a:lnTo>
                    <a:pt x="941935" y="474605"/>
                  </a:lnTo>
                  <a:lnTo>
                    <a:pt x="943006" y="474117"/>
                  </a:lnTo>
                  <a:lnTo>
                    <a:pt x="944078" y="473634"/>
                  </a:lnTo>
                  <a:lnTo>
                    <a:pt x="945150" y="473154"/>
                  </a:lnTo>
                  <a:lnTo>
                    <a:pt x="946221" y="472678"/>
                  </a:lnTo>
                  <a:lnTo>
                    <a:pt x="947293" y="472206"/>
                  </a:lnTo>
                  <a:lnTo>
                    <a:pt x="948364" y="471738"/>
                  </a:lnTo>
                  <a:lnTo>
                    <a:pt x="949436" y="471273"/>
                  </a:lnTo>
                  <a:lnTo>
                    <a:pt x="950508" y="470812"/>
                  </a:lnTo>
                  <a:lnTo>
                    <a:pt x="951579" y="470356"/>
                  </a:lnTo>
                  <a:lnTo>
                    <a:pt x="952651" y="469903"/>
                  </a:lnTo>
                  <a:lnTo>
                    <a:pt x="953722" y="469454"/>
                  </a:lnTo>
                  <a:lnTo>
                    <a:pt x="954794" y="469009"/>
                  </a:lnTo>
                  <a:lnTo>
                    <a:pt x="955866" y="468568"/>
                  </a:lnTo>
                  <a:lnTo>
                    <a:pt x="956937" y="468131"/>
                  </a:lnTo>
                  <a:lnTo>
                    <a:pt x="958009" y="467699"/>
                  </a:lnTo>
                  <a:lnTo>
                    <a:pt x="959080" y="467270"/>
                  </a:lnTo>
                  <a:lnTo>
                    <a:pt x="960152" y="466846"/>
                  </a:lnTo>
                  <a:lnTo>
                    <a:pt x="961224" y="466425"/>
                  </a:lnTo>
                  <a:lnTo>
                    <a:pt x="962295" y="466009"/>
                  </a:lnTo>
                  <a:lnTo>
                    <a:pt x="963367" y="465597"/>
                  </a:lnTo>
                  <a:lnTo>
                    <a:pt x="964438" y="465189"/>
                  </a:lnTo>
                  <a:lnTo>
                    <a:pt x="965510" y="464786"/>
                  </a:lnTo>
                  <a:lnTo>
                    <a:pt x="966582" y="464387"/>
                  </a:lnTo>
                  <a:lnTo>
                    <a:pt x="967653" y="463992"/>
                  </a:lnTo>
                  <a:lnTo>
                    <a:pt x="968725" y="463601"/>
                  </a:lnTo>
                  <a:lnTo>
                    <a:pt x="969796" y="463215"/>
                  </a:lnTo>
                  <a:lnTo>
                    <a:pt x="970868" y="462834"/>
                  </a:lnTo>
                  <a:lnTo>
                    <a:pt x="971940" y="462456"/>
                  </a:lnTo>
                  <a:lnTo>
                    <a:pt x="973011" y="462083"/>
                  </a:lnTo>
                  <a:lnTo>
                    <a:pt x="974083" y="461715"/>
                  </a:lnTo>
                  <a:lnTo>
                    <a:pt x="975154" y="461351"/>
                  </a:lnTo>
                  <a:lnTo>
                    <a:pt x="976226" y="460992"/>
                  </a:lnTo>
                  <a:lnTo>
                    <a:pt x="977298" y="460637"/>
                  </a:lnTo>
                  <a:lnTo>
                    <a:pt x="978369" y="460287"/>
                  </a:lnTo>
                  <a:lnTo>
                    <a:pt x="979441" y="459942"/>
                  </a:lnTo>
                  <a:lnTo>
                    <a:pt x="980512" y="459601"/>
                  </a:lnTo>
                  <a:lnTo>
                    <a:pt x="981584" y="459265"/>
                  </a:lnTo>
                  <a:lnTo>
                    <a:pt x="982656" y="458933"/>
                  </a:lnTo>
                  <a:lnTo>
                    <a:pt x="983727" y="458606"/>
                  </a:lnTo>
                  <a:lnTo>
                    <a:pt x="984799" y="458284"/>
                  </a:lnTo>
                  <a:lnTo>
                    <a:pt x="985870" y="457967"/>
                  </a:lnTo>
                  <a:lnTo>
                    <a:pt x="986942" y="457655"/>
                  </a:lnTo>
                  <a:lnTo>
                    <a:pt x="988014" y="457347"/>
                  </a:lnTo>
                  <a:lnTo>
                    <a:pt x="989085" y="457045"/>
                  </a:lnTo>
                  <a:lnTo>
                    <a:pt x="990157" y="456747"/>
                  </a:lnTo>
                  <a:lnTo>
                    <a:pt x="991228" y="456454"/>
                  </a:lnTo>
                  <a:lnTo>
                    <a:pt x="992300" y="456166"/>
                  </a:lnTo>
                  <a:lnTo>
                    <a:pt x="993372" y="455883"/>
                  </a:lnTo>
                  <a:lnTo>
                    <a:pt x="994443" y="455605"/>
                  </a:lnTo>
                  <a:lnTo>
                    <a:pt x="995515" y="455332"/>
                  </a:lnTo>
                  <a:lnTo>
                    <a:pt x="996586" y="455064"/>
                  </a:lnTo>
                  <a:lnTo>
                    <a:pt x="997658" y="454801"/>
                  </a:lnTo>
                  <a:lnTo>
                    <a:pt x="998730" y="454544"/>
                  </a:lnTo>
                  <a:lnTo>
                    <a:pt x="999801" y="454291"/>
                  </a:lnTo>
                  <a:lnTo>
                    <a:pt x="1000873" y="454043"/>
                  </a:lnTo>
                  <a:lnTo>
                    <a:pt x="1001944" y="453801"/>
                  </a:lnTo>
                  <a:lnTo>
                    <a:pt x="1003016" y="453564"/>
                  </a:lnTo>
                  <a:lnTo>
                    <a:pt x="1004088" y="453332"/>
                  </a:lnTo>
                  <a:lnTo>
                    <a:pt x="1005159" y="453105"/>
                  </a:lnTo>
                  <a:lnTo>
                    <a:pt x="1006231" y="452884"/>
                  </a:lnTo>
                  <a:lnTo>
                    <a:pt x="1007302" y="452668"/>
                  </a:lnTo>
                  <a:lnTo>
                    <a:pt x="1008374" y="452457"/>
                  </a:lnTo>
                  <a:lnTo>
                    <a:pt x="1009446" y="452252"/>
                  </a:lnTo>
                  <a:lnTo>
                    <a:pt x="1010517" y="452052"/>
                  </a:lnTo>
                  <a:lnTo>
                    <a:pt x="1011589" y="451857"/>
                  </a:lnTo>
                  <a:lnTo>
                    <a:pt x="1012660" y="451668"/>
                  </a:lnTo>
                  <a:lnTo>
                    <a:pt x="1013732" y="451484"/>
                  </a:lnTo>
                  <a:lnTo>
                    <a:pt x="1014804" y="451306"/>
                  </a:lnTo>
                  <a:lnTo>
                    <a:pt x="1015875" y="451133"/>
                  </a:lnTo>
                  <a:lnTo>
                    <a:pt x="1016947" y="450966"/>
                  </a:lnTo>
                  <a:lnTo>
                    <a:pt x="1018018" y="450804"/>
                  </a:lnTo>
                  <a:lnTo>
                    <a:pt x="1019090" y="450648"/>
                  </a:lnTo>
                  <a:lnTo>
                    <a:pt x="1020162" y="450498"/>
                  </a:lnTo>
                  <a:lnTo>
                    <a:pt x="1021233" y="450353"/>
                  </a:lnTo>
                  <a:lnTo>
                    <a:pt x="1022305" y="450214"/>
                  </a:lnTo>
                  <a:lnTo>
                    <a:pt x="1023376" y="450080"/>
                  </a:lnTo>
                  <a:lnTo>
                    <a:pt x="1024448" y="449952"/>
                  </a:lnTo>
                  <a:lnTo>
                    <a:pt x="1025520" y="449830"/>
                  </a:lnTo>
                  <a:lnTo>
                    <a:pt x="1026591" y="449714"/>
                  </a:lnTo>
                  <a:lnTo>
                    <a:pt x="1027663" y="449603"/>
                  </a:lnTo>
                  <a:lnTo>
                    <a:pt x="1028734" y="449498"/>
                  </a:lnTo>
                  <a:lnTo>
                    <a:pt x="1029806" y="449399"/>
                  </a:lnTo>
                  <a:lnTo>
                    <a:pt x="1030878" y="449306"/>
                  </a:lnTo>
                  <a:lnTo>
                    <a:pt x="1031949" y="449218"/>
                  </a:lnTo>
                  <a:lnTo>
                    <a:pt x="1033021" y="449137"/>
                  </a:lnTo>
                  <a:lnTo>
                    <a:pt x="1034092" y="449061"/>
                  </a:lnTo>
                  <a:lnTo>
                    <a:pt x="1035164" y="448991"/>
                  </a:lnTo>
                  <a:lnTo>
                    <a:pt x="1036236" y="448928"/>
                  </a:lnTo>
                  <a:lnTo>
                    <a:pt x="1037307" y="448870"/>
                  </a:lnTo>
                  <a:lnTo>
                    <a:pt x="1038379" y="448818"/>
                  </a:lnTo>
                  <a:lnTo>
                    <a:pt x="1039450" y="448772"/>
                  </a:lnTo>
                  <a:lnTo>
                    <a:pt x="1040522" y="448733"/>
                  </a:lnTo>
                  <a:lnTo>
                    <a:pt x="1041594" y="448699"/>
                  </a:lnTo>
                  <a:lnTo>
                    <a:pt x="1042665" y="448671"/>
                  </a:lnTo>
                  <a:lnTo>
                    <a:pt x="1043737" y="448650"/>
                  </a:lnTo>
                  <a:lnTo>
                    <a:pt x="1044808" y="448635"/>
                  </a:lnTo>
                  <a:lnTo>
                    <a:pt x="1045880" y="448625"/>
                  </a:lnTo>
                  <a:lnTo>
                    <a:pt x="1046952" y="448622"/>
                  </a:lnTo>
                  <a:lnTo>
                    <a:pt x="1048023" y="448625"/>
                  </a:lnTo>
                  <a:lnTo>
                    <a:pt x="1049095" y="448635"/>
                  </a:lnTo>
                  <a:lnTo>
                    <a:pt x="1050166" y="448650"/>
                  </a:lnTo>
                  <a:lnTo>
                    <a:pt x="1051238" y="448672"/>
                  </a:lnTo>
                  <a:lnTo>
                    <a:pt x="1052310" y="448701"/>
                  </a:lnTo>
                  <a:lnTo>
                    <a:pt x="1053381" y="448735"/>
                  </a:lnTo>
                  <a:lnTo>
                    <a:pt x="1054453" y="448776"/>
                  </a:lnTo>
                  <a:lnTo>
                    <a:pt x="1055524" y="448823"/>
                  </a:lnTo>
                  <a:lnTo>
                    <a:pt x="1056596" y="448876"/>
                  </a:lnTo>
                  <a:lnTo>
                    <a:pt x="1057668" y="448936"/>
                  </a:lnTo>
                  <a:lnTo>
                    <a:pt x="1058739" y="449002"/>
                  </a:lnTo>
                  <a:lnTo>
                    <a:pt x="1059811" y="449075"/>
                  </a:lnTo>
                  <a:lnTo>
                    <a:pt x="1060882" y="449154"/>
                  </a:lnTo>
                  <a:lnTo>
                    <a:pt x="1061954" y="449240"/>
                  </a:lnTo>
                  <a:lnTo>
                    <a:pt x="1063026" y="449332"/>
                  </a:lnTo>
                  <a:lnTo>
                    <a:pt x="1064097" y="449430"/>
                  </a:lnTo>
                  <a:lnTo>
                    <a:pt x="1065169" y="449536"/>
                  </a:lnTo>
                  <a:lnTo>
                    <a:pt x="1066240" y="449647"/>
                  </a:lnTo>
                  <a:lnTo>
                    <a:pt x="1067312" y="449765"/>
                  </a:lnTo>
                  <a:lnTo>
                    <a:pt x="1068383" y="449890"/>
                  </a:lnTo>
                  <a:lnTo>
                    <a:pt x="1069455" y="450022"/>
                  </a:lnTo>
                  <a:lnTo>
                    <a:pt x="1070527" y="450160"/>
                  </a:lnTo>
                  <a:lnTo>
                    <a:pt x="1071598" y="450304"/>
                  </a:lnTo>
                  <a:lnTo>
                    <a:pt x="1072670" y="450456"/>
                  </a:lnTo>
                  <a:lnTo>
                    <a:pt x="1073741" y="450614"/>
                  </a:lnTo>
                  <a:lnTo>
                    <a:pt x="1074813" y="450778"/>
                  </a:lnTo>
                  <a:lnTo>
                    <a:pt x="1075885" y="450950"/>
                  </a:lnTo>
                  <a:lnTo>
                    <a:pt x="1076956" y="451128"/>
                  </a:lnTo>
                  <a:lnTo>
                    <a:pt x="1078028" y="451313"/>
                  </a:lnTo>
                  <a:lnTo>
                    <a:pt x="1079099" y="451504"/>
                  </a:lnTo>
                  <a:lnTo>
                    <a:pt x="1080171" y="451703"/>
                  </a:lnTo>
                  <a:lnTo>
                    <a:pt x="1081243" y="451908"/>
                  </a:lnTo>
                  <a:lnTo>
                    <a:pt x="1082314" y="452120"/>
                  </a:lnTo>
                  <a:lnTo>
                    <a:pt x="1083386" y="452339"/>
                  </a:lnTo>
                  <a:lnTo>
                    <a:pt x="1084457" y="452565"/>
                  </a:lnTo>
                  <a:lnTo>
                    <a:pt x="1085529" y="452798"/>
                  </a:lnTo>
                  <a:lnTo>
                    <a:pt x="1086601" y="453037"/>
                  </a:lnTo>
                  <a:lnTo>
                    <a:pt x="1087672" y="453284"/>
                  </a:lnTo>
                  <a:lnTo>
                    <a:pt x="1088744" y="453537"/>
                  </a:lnTo>
                  <a:lnTo>
                    <a:pt x="1089815" y="453797"/>
                  </a:lnTo>
                  <a:lnTo>
                    <a:pt x="1090887" y="454065"/>
                  </a:lnTo>
                  <a:lnTo>
                    <a:pt x="1091959" y="454339"/>
                  </a:lnTo>
                  <a:lnTo>
                    <a:pt x="1093030" y="454620"/>
                  </a:lnTo>
                  <a:lnTo>
                    <a:pt x="1094102" y="454909"/>
                  </a:lnTo>
                  <a:lnTo>
                    <a:pt x="1095173" y="455204"/>
                  </a:lnTo>
                  <a:lnTo>
                    <a:pt x="1096245" y="455506"/>
                  </a:lnTo>
                  <a:lnTo>
                    <a:pt x="1097317" y="455816"/>
                  </a:lnTo>
                  <a:lnTo>
                    <a:pt x="1098388" y="456132"/>
                  </a:lnTo>
                  <a:lnTo>
                    <a:pt x="1099460" y="456456"/>
                  </a:lnTo>
                  <a:lnTo>
                    <a:pt x="1100531" y="456787"/>
                  </a:lnTo>
                  <a:lnTo>
                    <a:pt x="1101603" y="457125"/>
                  </a:lnTo>
                  <a:lnTo>
                    <a:pt x="1102675" y="457470"/>
                  </a:lnTo>
                  <a:lnTo>
                    <a:pt x="1103746" y="457822"/>
                  </a:lnTo>
                  <a:lnTo>
                    <a:pt x="1104818" y="458181"/>
                  </a:lnTo>
                  <a:lnTo>
                    <a:pt x="1105889" y="458548"/>
                  </a:lnTo>
                  <a:lnTo>
                    <a:pt x="1106961" y="458921"/>
                  </a:lnTo>
                  <a:lnTo>
                    <a:pt x="1108033" y="459302"/>
                  </a:lnTo>
                  <a:lnTo>
                    <a:pt x="1109104" y="459691"/>
                  </a:lnTo>
                  <a:lnTo>
                    <a:pt x="1110176" y="460086"/>
                  </a:lnTo>
                  <a:lnTo>
                    <a:pt x="1111247" y="460489"/>
                  </a:lnTo>
                  <a:lnTo>
                    <a:pt x="1112319" y="460899"/>
                  </a:lnTo>
                  <a:lnTo>
                    <a:pt x="1113391" y="461316"/>
                  </a:lnTo>
                  <a:lnTo>
                    <a:pt x="1114462" y="461740"/>
                  </a:lnTo>
                  <a:lnTo>
                    <a:pt x="1115534" y="462172"/>
                  </a:lnTo>
                  <a:lnTo>
                    <a:pt x="1116605" y="462611"/>
                  </a:lnTo>
                  <a:lnTo>
                    <a:pt x="1117677" y="463058"/>
                  </a:lnTo>
                  <a:lnTo>
                    <a:pt x="1118749" y="463512"/>
                  </a:lnTo>
                  <a:lnTo>
                    <a:pt x="1119820" y="463973"/>
                  </a:lnTo>
                  <a:lnTo>
                    <a:pt x="1120892" y="464442"/>
                  </a:lnTo>
                  <a:lnTo>
                    <a:pt x="1121963" y="464918"/>
                  </a:lnTo>
                  <a:lnTo>
                    <a:pt x="1123035" y="465401"/>
                  </a:lnTo>
                  <a:lnTo>
                    <a:pt x="1124107" y="465892"/>
                  </a:lnTo>
                  <a:lnTo>
                    <a:pt x="1125178" y="466390"/>
                  </a:lnTo>
                  <a:lnTo>
                    <a:pt x="1126250" y="466896"/>
                  </a:lnTo>
                  <a:lnTo>
                    <a:pt x="1127321" y="467409"/>
                  </a:lnTo>
                  <a:lnTo>
                    <a:pt x="1128393" y="467930"/>
                  </a:lnTo>
                  <a:lnTo>
                    <a:pt x="1129465" y="468458"/>
                  </a:lnTo>
                  <a:lnTo>
                    <a:pt x="1130536" y="468993"/>
                  </a:lnTo>
                  <a:lnTo>
                    <a:pt x="1131608" y="469536"/>
                  </a:lnTo>
                  <a:lnTo>
                    <a:pt x="1132679" y="470086"/>
                  </a:lnTo>
                  <a:lnTo>
                    <a:pt x="1133751" y="470643"/>
                  </a:lnTo>
                  <a:lnTo>
                    <a:pt x="1134823" y="471207"/>
                  </a:lnTo>
                  <a:lnTo>
                    <a:pt x="1135894" y="471779"/>
                  </a:lnTo>
                  <a:lnTo>
                    <a:pt x="1136966" y="472357"/>
                  </a:lnTo>
                  <a:lnTo>
                    <a:pt x="1138037" y="472943"/>
                  </a:lnTo>
                  <a:lnTo>
                    <a:pt x="1139109" y="473536"/>
                  </a:lnTo>
                  <a:lnTo>
                    <a:pt x="1140181" y="474135"/>
                  </a:lnTo>
                  <a:lnTo>
                    <a:pt x="1141252" y="474742"/>
                  </a:lnTo>
                  <a:lnTo>
                    <a:pt x="1142324" y="475355"/>
                  </a:lnTo>
                  <a:lnTo>
                    <a:pt x="1143395" y="475976"/>
                  </a:lnTo>
                  <a:lnTo>
                    <a:pt x="1144467" y="476603"/>
                  </a:lnTo>
                  <a:lnTo>
                    <a:pt x="1145539" y="477237"/>
                  </a:lnTo>
                  <a:lnTo>
                    <a:pt x="1146610" y="477878"/>
                  </a:lnTo>
                  <a:lnTo>
                    <a:pt x="1147682" y="478525"/>
                  </a:lnTo>
                  <a:lnTo>
                    <a:pt x="1148753" y="479179"/>
                  </a:lnTo>
                  <a:lnTo>
                    <a:pt x="1149825" y="479840"/>
                  </a:lnTo>
                  <a:lnTo>
                    <a:pt x="1150897" y="480507"/>
                  </a:lnTo>
                  <a:lnTo>
                    <a:pt x="1151968" y="481181"/>
                  </a:lnTo>
                  <a:lnTo>
                    <a:pt x="1153040" y="481861"/>
                  </a:lnTo>
                  <a:lnTo>
                    <a:pt x="1154111" y="482548"/>
                  </a:lnTo>
                  <a:lnTo>
                    <a:pt x="1155183" y="483241"/>
                  </a:lnTo>
                  <a:lnTo>
                    <a:pt x="1156255" y="483941"/>
                  </a:lnTo>
                  <a:lnTo>
                    <a:pt x="1157326" y="484647"/>
                  </a:lnTo>
                  <a:lnTo>
                    <a:pt x="1158398" y="485359"/>
                  </a:lnTo>
                  <a:lnTo>
                    <a:pt x="1159469" y="486077"/>
                  </a:lnTo>
                  <a:lnTo>
                    <a:pt x="1160541" y="486802"/>
                  </a:lnTo>
                  <a:lnTo>
                    <a:pt x="1161613" y="487532"/>
                  </a:lnTo>
                  <a:lnTo>
                    <a:pt x="1162684" y="488269"/>
                  </a:lnTo>
                  <a:lnTo>
                    <a:pt x="1163756" y="489012"/>
                  </a:lnTo>
                  <a:lnTo>
                    <a:pt x="1164827" y="489761"/>
                  </a:lnTo>
                  <a:lnTo>
                    <a:pt x="1165899" y="490516"/>
                  </a:lnTo>
                  <a:lnTo>
                    <a:pt x="1166971" y="491276"/>
                  </a:lnTo>
                  <a:lnTo>
                    <a:pt x="1168042" y="492043"/>
                  </a:lnTo>
                  <a:lnTo>
                    <a:pt x="1169114" y="492816"/>
                  </a:lnTo>
                  <a:lnTo>
                    <a:pt x="1170185" y="493594"/>
                  </a:lnTo>
                  <a:lnTo>
                    <a:pt x="1171257" y="494378"/>
                  </a:lnTo>
                  <a:lnTo>
                    <a:pt x="1172329" y="495168"/>
                  </a:lnTo>
                  <a:lnTo>
                    <a:pt x="1173400" y="495963"/>
                  </a:lnTo>
                  <a:lnTo>
                    <a:pt x="1174472" y="496764"/>
                  </a:lnTo>
                  <a:lnTo>
                    <a:pt x="1175543" y="497571"/>
                  </a:lnTo>
                  <a:lnTo>
                    <a:pt x="1176615" y="498383"/>
                  </a:lnTo>
                  <a:lnTo>
                    <a:pt x="1177687" y="499201"/>
                  </a:lnTo>
                  <a:lnTo>
                    <a:pt x="1178758" y="500024"/>
                  </a:lnTo>
                  <a:lnTo>
                    <a:pt x="1179830" y="500853"/>
                  </a:lnTo>
                  <a:lnTo>
                    <a:pt x="1180901" y="501687"/>
                  </a:lnTo>
                  <a:lnTo>
                    <a:pt x="1181973" y="502526"/>
                  </a:lnTo>
                  <a:lnTo>
                    <a:pt x="1183045" y="503371"/>
                  </a:lnTo>
                  <a:lnTo>
                    <a:pt x="1184116" y="504221"/>
                  </a:lnTo>
                  <a:lnTo>
                    <a:pt x="1185188" y="505076"/>
                  </a:lnTo>
                  <a:lnTo>
                    <a:pt x="1186259" y="505936"/>
                  </a:lnTo>
                  <a:lnTo>
                    <a:pt x="1187331" y="506801"/>
                  </a:lnTo>
                  <a:lnTo>
                    <a:pt x="1188403" y="507672"/>
                  </a:lnTo>
                  <a:lnTo>
                    <a:pt x="1189474" y="508547"/>
                  </a:lnTo>
                  <a:lnTo>
                    <a:pt x="1190546" y="509427"/>
                  </a:lnTo>
                  <a:lnTo>
                    <a:pt x="1191617" y="510313"/>
                  </a:lnTo>
                  <a:lnTo>
                    <a:pt x="1192689" y="511203"/>
                  </a:lnTo>
                  <a:lnTo>
                    <a:pt x="1193761" y="512098"/>
                  </a:lnTo>
                  <a:lnTo>
                    <a:pt x="1194832" y="512998"/>
                  </a:lnTo>
                  <a:lnTo>
                    <a:pt x="1195904" y="513903"/>
                  </a:lnTo>
                  <a:lnTo>
                    <a:pt x="1196975" y="514812"/>
                  </a:lnTo>
                  <a:lnTo>
                    <a:pt x="1198047" y="515726"/>
                  </a:lnTo>
                  <a:lnTo>
                    <a:pt x="1199119" y="516645"/>
                  </a:lnTo>
                  <a:lnTo>
                    <a:pt x="1200190" y="517568"/>
                  </a:lnTo>
                  <a:lnTo>
                    <a:pt x="1201262" y="518496"/>
                  </a:lnTo>
                  <a:lnTo>
                    <a:pt x="1202333" y="519428"/>
                  </a:lnTo>
                  <a:lnTo>
                    <a:pt x="1203405" y="520365"/>
                  </a:lnTo>
                  <a:lnTo>
                    <a:pt x="1204477" y="521306"/>
                  </a:lnTo>
                  <a:lnTo>
                    <a:pt x="1205548" y="522251"/>
                  </a:lnTo>
                  <a:lnTo>
                    <a:pt x="1206620" y="523201"/>
                  </a:lnTo>
                  <a:lnTo>
                    <a:pt x="1207691" y="524155"/>
                  </a:lnTo>
                  <a:lnTo>
                    <a:pt x="1208763" y="525114"/>
                  </a:lnTo>
                  <a:lnTo>
                    <a:pt x="1209835" y="526076"/>
                  </a:lnTo>
                  <a:lnTo>
                    <a:pt x="1210906" y="527043"/>
                  </a:lnTo>
                  <a:lnTo>
                    <a:pt x="1211978" y="528014"/>
                  </a:lnTo>
                  <a:lnTo>
                    <a:pt x="1213049" y="528989"/>
                  </a:lnTo>
                  <a:lnTo>
                    <a:pt x="1214121" y="529968"/>
                  </a:lnTo>
                  <a:lnTo>
                    <a:pt x="1215193" y="530951"/>
                  </a:lnTo>
                  <a:lnTo>
                    <a:pt x="1216264" y="531938"/>
                  </a:lnTo>
                  <a:lnTo>
                    <a:pt x="1217336" y="532928"/>
                  </a:lnTo>
                  <a:lnTo>
                    <a:pt x="1218407" y="533923"/>
                  </a:lnTo>
                  <a:lnTo>
                    <a:pt x="1219479" y="534921"/>
                  </a:lnTo>
                  <a:lnTo>
                    <a:pt x="1220551" y="535923"/>
                  </a:lnTo>
                  <a:lnTo>
                    <a:pt x="1221622" y="536929"/>
                  </a:lnTo>
                  <a:lnTo>
                    <a:pt x="1222694" y="537939"/>
                  </a:lnTo>
                  <a:lnTo>
                    <a:pt x="1223765" y="538952"/>
                  </a:lnTo>
                  <a:lnTo>
                    <a:pt x="1224837" y="539969"/>
                  </a:lnTo>
                  <a:lnTo>
                    <a:pt x="1225909" y="540989"/>
                  </a:lnTo>
                  <a:lnTo>
                    <a:pt x="1226980" y="542013"/>
                  </a:lnTo>
                  <a:lnTo>
                    <a:pt x="1228052" y="543040"/>
                  </a:lnTo>
                  <a:lnTo>
                    <a:pt x="1229123" y="544071"/>
                  </a:lnTo>
                  <a:lnTo>
                    <a:pt x="1230195" y="545105"/>
                  </a:lnTo>
                  <a:lnTo>
                    <a:pt x="1231267" y="546142"/>
                  </a:lnTo>
                  <a:lnTo>
                    <a:pt x="1232338" y="547183"/>
                  </a:lnTo>
                  <a:lnTo>
                    <a:pt x="1233410" y="548227"/>
                  </a:lnTo>
                  <a:lnTo>
                    <a:pt x="1234481" y="549274"/>
                  </a:lnTo>
                  <a:lnTo>
                    <a:pt x="1235553" y="550324"/>
                  </a:lnTo>
                  <a:lnTo>
                    <a:pt x="1236625" y="551378"/>
                  </a:lnTo>
                  <a:lnTo>
                    <a:pt x="1237696" y="552434"/>
                  </a:lnTo>
                  <a:lnTo>
                    <a:pt x="1238768" y="553494"/>
                  </a:lnTo>
                  <a:lnTo>
                    <a:pt x="1239839" y="554556"/>
                  </a:lnTo>
                  <a:lnTo>
                    <a:pt x="1240911" y="555622"/>
                  </a:lnTo>
                  <a:lnTo>
                    <a:pt x="1241983" y="556690"/>
                  </a:lnTo>
                  <a:lnTo>
                    <a:pt x="1243054" y="557761"/>
                  </a:lnTo>
                  <a:lnTo>
                    <a:pt x="1244126" y="558836"/>
                  </a:lnTo>
                  <a:lnTo>
                    <a:pt x="1245197" y="559912"/>
                  </a:lnTo>
                  <a:lnTo>
                    <a:pt x="1246269" y="560992"/>
                  </a:lnTo>
                  <a:lnTo>
                    <a:pt x="1247340" y="562074"/>
                  </a:lnTo>
                  <a:lnTo>
                    <a:pt x="1248412" y="563159"/>
                  </a:lnTo>
                  <a:lnTo>
                    <a:pt x="1249484" y="564247"/>
                  </a:lnTo>
                  <a:lnTo>
                    <a:pt x="1250555" y="565337"/>
                  </a:lnTo>
                  <a:lnTo>
                    <a:pt x="1251627" y="566430"/>
                  </a:lnTo>
                  <a:lnTo>
                    <a:pt x="1252698" y="567525"/>
                  </a:lnTo>
                  <a:lnTo>
                    <a:pt x="1253770" y="568622"/>
                  </a:lnTo>
                  <a:lnTo>
                    <a:pt x="1254842" y="569722"/>
                  </a:lnTo>
                  <a:lnTo>
                    <a:pt x="1255913" y="570825"/>
                  </a:lnTo>
                  <a:lnTo>
                    <a:pt x="1256985" y="571929"/>
                  </a:lnTo>
                  <a:lnTo>
                    <a:pt x="1258056" y="573036"/>
                  </a:lnTo>
                  <a:lnTo>
                    <a:pt x="1259128" y="574145"/>
                  </a:lnTo>
                  <a:lnTo>
                    <a:pt x="1260200" y="575257"/>
                  </a:lnTo>
                  <a:lnTo>
                    <a:pt x="1261271" y="576370"/>
                  </a:lnTo>
                  <a:lnTo>
                    <a:pt x="1262343" y="577486"/>
                  </a:lnTo>
                  <a:lnTo>
                    <a:pt x="1263414" y="578604"/>
                  </a:lnTo>
                  <a:lnTo>
                    <a:pt x="1264486" y="579723"/>
                  </a:lnTo>
                  <a:lnTo>
                    <a:pt x="1265558" y="580845"/>
                  </a:lnTo>
                  <a:lnTo>
                    <a:pt x="1266629" y="581969"/>
                  </a:lnTo>
                  <a:lnTo>
                    <a:pt x="1267701" y="583095"/>
                  </a:lnTo>
                  <a:lnTo>
                    <a:pt x="1268772" y="584222"/>
                  </a:lnTo>
                  <a:lnTo>
                    <a:pt x="1269844" y="585351"/>
                  </a:lnTo>
                  <a:lnTo>
                    <a:pt x="1270916" y="586483"/>
                  </a:lnTo>
                  <a:lnTo>
                    <a:pt x="1271987" y="587615"/>
                  </a:lnTo>
                  <a:lnTo>
                    <a:pt x="1273059" y="588750"/>
                  </a:lnTo>
                  <a:lnTo>
                    <a:pt x="1274130" y="589886"/>
                  </a:lnTo>
                  <a:lnTo>
                    <a:pt x="1275202" y="591024"/>
                  </a:lnTo>
                  <a:lnTo>
                    <a:pt x="1276274" y="592164"/>
                  </a:lnTo>
                  <a:lnTo>
                    <a:pt x="1277345" y="593305"/>
                  </a:lnTo>
                  <a:lnTo>
                    <a:pt x="1278417" y="594447"/>
                  </a:lnTo>
                  <a:lnTo>
                    <a:pt x="1279488" y="595591"/>
                  </a:lnTo>
                  <a:lnTo>
                    <a:pt x="1280560" y="596736"/>
                  </a:lnTo>
                  <a:lnTo>
                    <a:pt x="1281632" y="597883"/>
                  </a:lnTo>
                  <a:lnTo>
                    <a:pt x="1282703" y="599031"/>
                  </a:lnTo>
                  <a:lnTo>
                    <a:pt x="1283775" y="600181"/>
                  </a:lnTo>
                  <a:lnTo>
                    <a:pt x="1284846" y="601332"/>
                  </a:lnTo>
                  <a:lnTo>
                    <a:pt x="1285918" y="602484"/>
                  </a:lnTo>
                  <a:lnTo>
                    <a:pt x="1286990" y="603637"/>
                  </a:lnTo>
                  <a:lnTo>
                    <a:pt x="1288061" y="604791"/>
                  </a:lnTo>
                  <a:lnTo>
                    <a:pt x="1289133" y="605947"/>
                  </a:lnTo>
                  <a:lnTo>
                    <a:pt x="1290204" y="607103"/>
                  </a:lnTo>
                  <a:lnTo>
                    <a:pt x="1291276" y="608261"/>
                  </a:lnTo>
                  <a:lnTo>
                    <a:pt x="1292348" y="609419"/>
                  </a:lnTo>
                  <a:lnTo>
                    <a:pt x="1293419" y="610579"/>
                  </a:lnTo>
                  <a:lnTo>
                    <a:pt x="1294491" y="611739"/>
                  </a:lnTo>
                  <a:lnTo>
                    <a:pt x="1295562" y="612901"/>
                  </a:lnTo>
                  <a:lnTo>
                    <a:pt x="1296634" y="614063"/>
                  </a:lnTo>
                  <a:lnTo>
                    <a:pt x="1297706" y="615226"/>
                  </a:lnTo>
                  <a:lnTo>
                    <a:pt x="1298777" y="616389"/>
                  </a:lnTo>
                  <a:lnTo>
                    <a:pt x="1299849" y="617554"/>
                  </a:lnTo>
                  <a:lnTo>
                    <a:pt x="1300920" y="618719"/>
                  </a:lnTo>
                  <a:lnTo>
                    <a:pt x="1301992" y="619885"/>
                  </a:lnTo>
                  <a:lnTo>
                    <a:pt x="1303064" y="621051"/>
                  </a:lnTo>
                  <a:lnTo>
                    <a:pt x="1304135" y="622218"/>
                  </a:lnTo>
                  <a:lnTo>
                    <a:pt x="1305207" y="623386"/>
                  </a:lnTo>
                  <a:lnTo>
                    <a:pt x="1306278" y="624554"/>
                  </a:lnTo>
                  <a:lnTo>
                    <a:pt x="1307350" y="625723"/>
                  </a:lnTo>
                  <a:lnTo>
                    <a:pt x="1308422" y="626892"/>
                  </a:lnTo>
                  <a:lnTo>
                    <a:pt x="1309493" y="628061"/>
                  </a:lnTo>
                  <a:lnTo>
                    <a:pt x="1310565" y="629231"/>
                  </a:lnTo>
                  <a:lnTo>
                    <a:pt x="1311636" y="630401"/>
                  </a:lnTo>
                  <a:lnTo>
                    <a:pt x="1312708" y="631571"/>
                  </a:lnTo>
                  <a:lnTo>
                    <a:pt x="1313780" y="632742"/>
                  </a:lnTo>
                  <a:lnTo>
                    <a:pt x="1314851" y="633913"/>
                  </a:lnTo>
                  <a:lnTo>
                    <a:pt x="1315923" y="635084"/>
                  </a:lnTo>
                  <a:lnTo>
                    <a:pt x="1316994" y="636255"/>
                  </a:lnTo>
                  <a:lnTo>
                    <a:pt x="1318066" y="637426"/>
                  </a:lnTo>
                  <a:lnTo>
                    <a:pt x="1319138" y="638597"/>
                  </a:lnTo>
                  <a:lnTo>
                    <a:pt x="1320209" y="639768"/>
                  </a:lnTo>
                  <a:lnTo>
                    <a:pt x="1321281" y="640940"/>
                  </a:lnTo>
                  <a:lnTo>
                    <a:pt x="1322352" y="642111"/>
                  </a:lnTo>
                  <a:lnTo>
                    <a:pt x="1323424" y="643282"/>
                  </a:lnTo>
                  <a:lnTo>
                    <a:pt x="1324496" y="644453"/>
                  </a:lnTo>
                  <a:lnTo>
                    <a:pt x="1325567" y="645624"/>
                  </a:lnTo>
                  <a:lnTo>
                    <a:pt x="1326639" y="646795"/>
                  </a:lnTo>
                  <a:lnTo>
                    <a:pt x="1327710" y="647965"/>
                  </a:lnTo>
                  <a:lnTo>
                    <a:pt x="1328782" y="649136"/>
                  </a:lnTo>
                  <a:lnTo>
                    <a:pt x="1329854" y="650306"/>
                  </a:lnTo>
                  <a:lnTo>
                    <a:pt x="1330925" y="651475"/>
                  </a:lnTo>
                  <a:lnTo>
                    <a:pt x="1331997" y="652645"/>
                  </a:lnTo>
                  <a:lnTo>
                    <a:pt x="1333068" y="653813"/>
                  </a:lnTo>
                  <a:lnTo>
                    <a:pt x="1334140" y="654982"/>
                  </a:lnTo>
                  <a:lnTo>
                    <a:pt x="1335212" y="656150"/>
                  </a:lnTo>
                  <a:lnTo>
                    <a:pt x="1336283" y="657317"/>
                  </a:lnTo>
                  <a:lnTo>
                    <a:pt x="1337355" y="658484"/>
                  </a:lnTo>
                  <a:lnTo>
                    <a:pt x="1338426" y="659651"/>
                  </a:lnTo>
                  <a:lnTo>
                    <a:pt x="1339498" y="660817"/>
                  </a:lnTo>
                  <a:lnTo>
                    <a:pt x="1340570" y="661982"/>
                  </a:lnTo>
                  <a:lnTo>
                    <a:pt x="1341641" y="663146"/>
                  </a:lnTo>
                  <a:lnTo>
                    <a:pt x="1342713" y="664310"/>
                  </a:lnTo>
                  <a:lnTo>
                    <a:pt x="1343784" y="665473"/>
                  </a:lnTo>
                  <a:lnTo>
                    <a:pt x="1344856" y="666635"/>
                  </a:lnTo>
                  <a:lnTo>
                    <a:pt x="1345928" y="667797"/>
                  </a:lnTo>
                  <a:lnTo>
                    <a:pt x="1346999" y="668957"/>
                  </a:lnTo>
                  <a:lnTo>
                    <a:pt x="1348071" y="670117"/>
                  </a:lnTo>
                  <a:lnTo>
                    <a:pt x="1349142" y="671276"/>
                  </a:lnTo>
                  <a:lnTo>
                    <a:pt x="1350214" y="672434"/>
                  </a:lnTo>
                  <a:lnTo>
                    <a:pt x="1351286" y="673591"/>
                  </a:lnTo>
                  <a:lnTo>
                    <a:pt x="1352357" y="674747"/>
                  </a:lnTo>
                  <a:lnTo>
                    <a:pt x="1353429" y="675902"/>
                  </a:lnTo>
                  <a:lnTo>
                    <a:pt x="1354500" y="677056"/>
                  </a:lnTo>
                  <a:lnTo>
                    <a:pt x="1355572" y="678208"/>
                  </a:lnTo>
                  <a:lnTo>
                    <a:pt x="1356644" y="679360"/>
                  </a:lnTo>
                  <a:lnTo>
                    <a:pt x="1357715" y="680510"/>
                  </a:lnTo>
                  <a:lnTo>
                    <a:pt x="1358787" y="681660"/>
                  </a:lnTo>
                  <a:lnTo>
                    <a:pt x="1359858" y="682808"/>
                  </a:lnTo>
                  <a:lnTo>
                    <a:pt x="1360930" y="683954"/>
                  </a:lnTo>
                  <a:lnTo>
                    <a:pt x="1362002" y="685100"/>
                  </a:lnTo>
                  <a:lnTo>
                    <a:pt x="1363073" y="686244"/>
                  </a:lnTo>
                  <a:lnTo>
                    <a:pt x="1364145" y="687387"/>
                  </a:lnTo>
                  <a:lnTo>
                    <a:pt x="1365216" y="688528"/>
                  </a:lnTo>
                  <a:lnTo>
                    <a:pt x="1366288" y="689668"/>
                  </a:lnTo>
                  <a:lnTo>
                    <a:pt x="1367360" y="690807"/>
                  </a:lnTo>
                  <a:lnTo>
                    <a:pt x="1368431" y="691944"/>
                  </a:lnTo>
                  <a:lnTo>
                    <a:pt x="1369503" y="693079"/>
                  </a:lnTo>
                  <a:lnTo>
                    <a:pt x="1370574" y="694213"/>
                  </a:lnTo>
                  <a:lnTo>
                    <a:pt x="1371646" y="695345"/>
                  </a:lnTo>
                  <a:lnTo>
                    <a:pt x="1372718" y="696476"/>
                  </a:lnTo>
                  <a:lnTo>
                    <a:pt x="1373789" y="697605"/>
                  </a:lnTo>
                  <a:lnTo>
                    <a:pt x="1374861" y="698733"/>
                  </a:lnTo>
                  <a:lnTo>
                    <a:pt x="1375932" y="699858"/>
                  </a:lnTo>
                  <a:lnTo>
                    <a:pt x="1377004" y="700983"/>
                  </a:lnTo>
                  <a:lnTo>
                    <a:pt x="1378076" y="702105"/>
                  </a:lnTo>
                  <a:lnTo>
                    <a:pt x="1379147" y="703225"/>
                  </a:lnTo>
                  <a:lnTo>
                    <a:pt x="1380219" y="704344"/>
                  </a:lnTo>
                  <a:lnTo>
                    <a:pt x="1381290" y="705461"/>
                  </a:lnTo>
                  <a:lnTo>
                    <a:pt x="1382362" y="706576"/>
                  </a:lnTo>
                  <a:lnTo>
                    <a:pt x="1383434" y="707689"/>
                  </a:lnTo>
                  <a:lnTo>
                    <a:pt x="1384505" y="708800"/>
                  </a:lnTo>
                  <a:lnTo>
                    <a:pt x="1385577" y="709909"/>
                  </a:lnTo>
                  <a:lnTo>
                    <a:pt x="1386648" y="711016"/>
                  </a:lnTo>
                  <a:lnTo>
                    <a:pt x="1387720" y="712121"/>
                  </a:lnTo>
                  <a:lnTo>
                    <a:pt x="1388792" y="713224"/>
                  </a:lnTo>
                  <a:lnTo>
                    <a:pt x="1389863" y="714325"/>
                  </a:lnTo>
                  <a:lnTo>
                    <a:pt x="1390935" y="715424"/>
                  </a:lnTo>
                  <a:lnTo>
                    <a:pt x="1392006" y="716521"/>
                  </a:lnTo>
                  <a:lnTo>
                    <a:pt x="1393078" y="717615"/>
                  </a:lnTo>
                  <a:lnTo>
                    <a:pt x="1394150" y="718707"/>
                  </a:lnTo>
                  <a:lnTo>
                    <a:pt x="1395221" y="719797"/>
                  </a:lnTo>
                  <a:lnTo>
                    <a:pt x="1396293" y="720885"/>
                  </a:lnTo>
                  <a:lnTo>
                    <a:pt x="1397364" y="721971"/>
                  </a:lnTo>
                  <a:lnTo>
                    <a:pt x="1398436" y="723054"/>
                  </a:lnTo>
                  <a:lnTo>
                    <a:pt x="1399508" y="724135"/>
                  </a:lnTo>
                  <a:lnTo>
                    <a:pt x="1400579" y="725213"/>
                  </a:lnTo>
                  <a:lnTo>
                    <a:pt x="1401651" y="726289"/>
                  </a:lnTo>
                  <a:lnTo>
                    <a:pt x="1402722" y="727363"/>
                  </a:lnTo>
                  <a:lnTo>
                    <a:pt x="1403794" y="728434"/>
                  </a:lnTo>
                  <a:lnTo>
                    <a:pt x="1404866" y="729503"/>
                  </a:lnTo>
                  <a:lnTo>
                    <a:pt x="1405937" y="730569"/>
                  </a:lnTo>
                  <a:lnTo>
                    <a:pt x="1407009" y="731633"/>
                  </a:lnTo>
                  <a:lnTo>
                    <a:pt x="1408080" y="732694"/>
                  </a:lnTo>
                  <a:lnTo>
                    <a:pt x="1409152" y="733752"/>
                  </a:lnTo>
                  <a:lnTo>
                    <a:pt x="1410224" y="734808"/>
                  </a:lnTo>
                  <a:lnTo>
                    <a:pt x="1411295" y="735862"/>
                  </a:lnTo>
                  <a:lnTo>
                    <a:pt x="1412367" y="736912"/>
                  </a:lnTo>
                  <a:lnTo>
                    <a:pt x="1413438" y="737960"/>
                  </a:lnTo>
                  <a:lnTo>
                    <a:pt x="1414510" y="739005"/>
                  </a:lnTo>
                  <a:lnTo>
                    <a:pt x="1415582" y="740048"/>
                  </a:lnTo>
                  <a:lnTo>
                    <a:pt x="1416653" y="741087"/>
                  </a:lnTo>
                  <a:lnTo>
                    <a:pt x="1417725" y="742124"/>
                  </a:lnTo>
                  <a:lnTo>
                    <a:pt x="1418796" y="743158"/>
                  </a:lnTo>
                  <a:lnTo>
                    <a:pt x="1419868" y="744189"/>
                  </a:lnTo>
                  <a:lnTo>
                    <a:pt x="1420939" y="745217"/>
                  </a:lnTo>
                  <a:lnTo>
                    <a:pt x="1422011" y="746242"/>
                  </a:lnTo>
                  <a:lnTo>
                    <a:pt x="1423083" y="747265"/>
                  </a:lnTo>
                  <a:lnTo>
                    <a:pt x="1424154" y="748284"/>
                  </a:lnTo>
                  <a:lnTo>
                    <a:pt x="1425226" y="749301"/>
                  </a:lnTo>
                  <a:lnTo>
                    <a:pt x="1426297" y="750314"/>
                  </a:lnTo>
                  <a:lnTo>
                    <a:pt x="1427369" y="751324"/>
                  </a:lnTo>
                  <a:lnTo>
                    <a:pt x="1428441" y="752332"/>
                  </a:lnTo>
                  <a:lnTo>
                    <a:pt x="1429512" y="753336"/>
                  </a:lnTo>
                  <a:lnTo>
                    <a:pt x="1430584" y="754337"/>
                  </a:lnTo>
                  <a:lnTo>
                    <a:pt x="1431655" y="755335"/>
                  </a:lnTo>
                  <a:lnTo>
                    <a:pt x="1432727" y="756330"/>
                  </a:lnTo>
                  <a:lnTo>
                    <a:pt x="1433799" y="757321"/>
                  </a:lnTo>
                  <a:lnTo>
                    <a:pt x="1434870" y="758310"/>
                  </a:lnTo>
                  <a:lnTo>
                    <a:pt x="1435942" y="759295"/>
                  </a:lnTo>
                  <a:lnTo>
                    <a:pt x="1437013" y="760277"/>
                  </a:lnTo>
                  <a:lnTo>
                    <a:pt x="1438085" y="761255"/>
                  </a:lnTo>
                  <a:lnTo>
                    <a:pt x="1439157" y="762230"/>
                  </a:lnTo>
                  <a:lnTo>
                    <a:pt x="1440228" y="763202"/>
                  </a:lnTo>
                  <a:lnTo>
                    <a:pt x="1441300" y="764171"/>
                  </a:lnTo>
                  <a:lnTo>
                    <a:pt x="1442371" y="765136"/>
                  </a:lnTo>
                  <a:lnTo>
                    <a:pt x="1443443" y="766098"/>
                  </a:lnTo>
                  <a:lnTo>
                    <a:pt x="1444515" y="767056"/>
                  </a:lnTo>
                  <a:lnTo>
                    <a:pt x="1445586" y="768011"/>
                  </a:lnTo>
                  <a:lnTo>
                    <a:pt x="1446658" y="768962"/>
                  </a:lnTo>
                  <a:lnTo>
                    <a:pt x="1447729" y="769910"/>
                  </a:lnTo>
                  <a:lnTo>
                    <a:pt x="1448801" y="770854"/>
                  </a:lnTo>
                  <a:lnTo>
                    <a:pt x="1449873" y="771795"/>
                  </a:lnTo>
                  <a:lnTo>
                    <a:pt x="1450944" y="772732"/>
                  </a:lnTo>
                  <a:lnTo>
                    <a:pt x="1452016" y="773666"/>
                  </a:lnTo>
                  <a:lnTo>
                    <a:pt x="1453087" y="774596"/>
                  </a:lnTo>
                  <a:lnTo>
                    <a:pt x="1454159" y="775522"/>
                  </a:lnTo>
                  <a:lnTo>
                    <a:pt x="1455231" y="776445"/>
                  </a:lnTo>
                  <a:lnTo>
                    <a:pt x="1456302" y="777364"/>
                  </a:lnTo>
                  <a:lnTo>
                    <a:pt x="1457374" y="778279"/>
                  </a:lnTo>
                  <a:lnTo>
                    <a:pt x="1458445" y="779190"/>
                  </a:lnTo>
                  <a:lnTo>
                    <a:pt x="1459517" y="780098"/>
                  </a:lnTo>
                  <a:lnTo>
                    <a:pt x="1460589" y="781002"/>
                  </a:lnTo>
                  <a:lnTo>
                    <a:pt x="1461660" y="781902"/>
                  </a:lnTo>
                  <a:lnTo>
                    <a:pt x="1462732" y="782799"/>
                  </a:lnTo>
                  <a:lnTo>
                    <a:pt x="1463803" y="783691"/>
                  </a:lnTo>
                  <a:lnTo>
                    <a:pt x="1464875" y="784580"/>
                  </a:lnTo>
                  <a:lnTo>
                    <a:pt x="1465947" y="785464"/>
                  </a:lnTo>
                  <a:lnTo>
                    <a:pt x="1467018" y="786345"/>
                  </a:lnTo>
                  <a:lnTo>
                    <a:pt x="1468090" y="787222"/>
                  </a:lnTo>
                  <a:lnTo>
                    <a:pt x="1469161" y="788095"/>
                  </a:lnTo>
                  <a:lnTo>
                    <a:pt x="1470233" y="788964"/>
                  </a:lnTo>
                  <a:lnTo>
                    <a:pt x="1471305" y="789829"/>
                  </a:lnTo>
                  <a:lnTo>
                    <a:pt x="1472376" y="790690"/>
                  </a:lnTo>
                  <a:lnTo>
                    <a:pt x="1473448" y="791547"/>
                  </a:lnTo>
                  <a:lnTo>
                    <a:pt x="1474519" y="792399"/>
                  </a:lnTo>
                  <a:lnTo>
                    <a:pt x="1475591" y="793248"/>
                  </a:lnTo>
                  <a:lnTo>
                    <a:pt x="1476663" y="794093"/>
                  </a:lnTo>
                  <a:lnTo>
                    <a:pt x="1477734" y="794933"/>
                  </a:lnTo>
                  <a:lnTo>
                    <a:pt x="1478806" y="795769"/>
                  </a:lnTo>
                  <a:lnTo>
                    <a:pt x="1479877" y="796601"/>
                  </a:lnTo>
                  <a:lnTo>
                    <a:pt x="1480949" y="797429"/>
                  </a:lnTo>
                  <a:lnTo>
                    <a:pt x="1482021" y="798253"/>
                  </a:lnTo>
                  <a:lnTo>
                    <a:pt x="1483092" y="799073"/>
                  </a:lnTo>
                  <a:lnTo>
                    <a:pt x="1484164" y="799888"/>
                  </a:lnTo>
                  <a:lnTo>
                    <a:pt x="1485235" y="800699"/>
                  </a:lnTo>
                  <a:lnTo>
                    <a:pt x="1486307" y="801506"/>
                  </a:lnTo>
                  <a:lnTo>
                    <a:pt x="1487379" y="802308"/>
                  </a:lnTo>
                  <a:lnTo>
                    <a:pt x="1488450" y="803106"/>
                  </a:lnTo>
                  <a:lnTo>
                    <a:pt x="1489522" y="803900"/>
                  </a:lnTo>
                  <a:lnTo>
                    <a:pt x="1490593" y="804689"/>
                  </a:lnTo>
                  <a:lnTo>
                    <a:pt x="1491665" y="805474"/>
                  </a:lnTo>
                  <a:lnTo>
                    <a:pt x="1492737" y="806255"/>
                  </a:lnTo>
                  <a:lnTo>
                    <a:pt x="1493808" y="807031"/>
                  </a:lnTo>
                  <a:lnTo>
                    <a:pt x="1494880" y="807802"/>
                  </a:lnTo>
                  <a:lnTo>
                    <a:pt x="1495951" y="808570"/>
                  </a:lnTo>
                  <a:lnTo>
                    <a:pt x="1497023" y="809332"/>
                  </a:lnTo>
                  <a:lnTo>
                    <a:pt x="1498095" y="810090"/>
                  </a:lnTo>
                  <a:lnTo>
                    <a:pt x="1499166" y="810844"/>
                  </a:lnTo>
                  <a:lnTo>
                    <a:pt x="1500238" y="811593"/>
                  </a:lnTo>
                  <a:lnTo>
                    <a:pt x="1501309" y="812338"/>
                  </a:lnTo>
                  <a:lnTo>
                    <a:pt x="1502381" y="813078"/>
                  </a:lnTo>
                  <a:lnTo>
                    <a:pt x="1503453" y="813813"/>
                  </a:lnTo>
                  <a:lnTo>
                    <a:pt x="1504524" y="814544"/>
                  </a:lnTo>
                  <a:lnTo>
                    <a:pt x="1505596" y="815270"/>
                  </a:lnTo>
                  <a:lnTo>
                    <a:pt x="1506667" y="815992"/>
                  </a:lnTo>
                  <a:lnTo>
                    <a:pt x="1507739" y="816708"/>
                  </a:lnTo>
                  <a:lnTo>
                    <a:pt x="1508811" y="817421"/>
                  </a:lnTo>
                  <a:lnTo>
                    <a:pt x="1509882" y="818128"/>
                  </a:lnTo>
                  <a:lnTo>
                    <a:pt x="1510954" y="818831"/>
                  </a:lnTo>
                  <a:lnTo>
                    <a:pt x="1512025" y="819529"/>
                  </a:lnTo>
                  <a:lnTo>
                    <a:pt x="1513097" y="820222"/>
                  </a:lnTo>
                  <a:lnTo>
                    <a:pt x="1514169" y="820910"/>
                  </a:lnTo>
                  <a:lnTo>
                    <a:pt x="1515240" y="821594"/>
                  </a:lnTo>
                  <a:lnTo>
                    <a:pt x="1516312" y="822273"/>
                  </a:lnTo>
                  <a:lnTo>
                    <a:pt x="1517383" y="822947"/>
                  </a:lnTo>
                  <a:lnTo>
                    <a:pt x="1518455" y="823616"/>
                  </a:lnTo>
                  <a:lnTo>
                    <a:pt x="1519527" y="824280"/>
                  </a:lnTo>
                  <a:lnTo>
                    <a:pt x="1520598" y="824940"/>
                  </a:lnTo>
                  <a:lnTo>
                    <a:pt x="1521670" y="825595"/>
                  </a:lnTo>
                  <a:lnTo>
                    <a:pt x="1522741" y="826244"/>
                  </a:lnTo>
                  <a:lnTo>
                    <a:pt x="1523813" y="826889"/>
                  </a:lnTo>
                  <a:lnTo>
                    <a:pt x="1524885" y="827529"/>
                  </a:lnTo>
                  <a:lnTo>
                    <a:pt x="1525956" y="828164"/>
                  </a:lnTo>
                  <a:lnTo>
                    <a:pt x="1527028" y="828794"/>
                  </a:lnTo>
                  <a:lnTo>
                    <a:pt x="1528099" y="829418"/>
                  </a:lnTo>
                  <a:lnTo>
                    <a:pt x="1529171" y="830038"/>
                  </a:lnTo>
                  <a:lnTo>
                    <a:pt x="1530243" y="830653"/>
                  </a:lnTo>
                  <a:lnTo>
                    <a:pt x="1531314" y="831263"/>
                  </a:lnTo>
                  <a:lnTo>
                    <a:pt x="1532386" y="831868"/>
                  </a:lnTo>
                  <a:lnTo>
                    <a:pt x="1533457" y="832468"/>
                  </a:lnTo>
                  <a:lnTo>
                    <a:pt x="1534529" y="833062"/>
                  </a:lnTo>
                  <a:lnTo>
                    <a:pt x="1535601" y="833652"/>
                  </a:lnTo>
                  <a:lnTo>
                    <a:pt x="1536672" y="834237"/>
                  </a:lnTo>
                  <a:lnTo>
                    <a:pt x="1537744" y="834816"/>
                  </a:lnTo>
                  <a:lnTo>
                    <a:pt x="1538815" y="835390"/>
                  </a:lnTo>
                  <a:lnTo>
                    <a:pt x="1539887" y="835959"/>
                  </a:lnTo>
                  <a:lnTo>
                    <a:pt x="1540959" y="836523"/>
                  </a:lnTo>
                  <a:lnTo>
                    <a:pt x="1542030" y="837082"/>
                  </a:lnTo>
                  <a:lnTo>
                    <a:pt x="1543102" y="837636"/>
                  </a:lnTo>
                  <a:lnTo>
                    <a:pt x="1544173" y="838184"/>
                  </a:lnTo>
                  <a:lnTo>
                    <a:pt x="1545245" y="838727"/>
                  </a:lnTo>
                  <a:lnTo>
                    <a:pt x="1546317" y="839265"/>
                  </a:lnTo>
                  <a:lnTo>
                    <a:pt x="1547388" y="839798"/>
                  </a:lnTo>
                  <a:lnTo>
                    <a:pt x="1548460" y="840326"/>
                  </a:lnTo>
                  <a:lnTo>
                    <a:pt x="1549531" y="840848"/>
                  </a:lnTo>
                  <a:lnTo>
                    <a:pt x="1550603" y="841365"/>
                  </a:lnTo>
                  <a:lnTo>
                    <a:pt x="1551675" y="841877"/>
                  </a:lnTo>
                  <a:lnTo>
                    <a:pt x="1552746" y="842383"/>
                  </a:lnTo>
                  <a:lnTo>
                    <a:pt x="1553818" y="842884"/>
                  </a:lnTo>
                  <a:lnTo>
                    <a:pt x="1554889" y="843380"/>
                  </a:lnTo>
                  <a:lnTo>
                    <a:pt x="1555961" y="843870"/>
                  </a:lnTo>
                  <a:lnTo>
                    <a:pt x="1557033" y="844356"/>
                  </a:lnTo>
                  <a:lnTo>
                    <a:pt x="1558104" y="844835"/>
                  </a:lnTo>
                  <a:lnTo>
                    <a:pt x="1559176" y="845310"/>
                  </a:lnTo>
                  <a:lnTo>
                    <a:pt x="1560247" y="845779"/>
                  </a:lnTo>
                  <a:lnTo>
                    <a:pt x="1561319" y="846242"/>
                  </a:lnTo>
                  <a:lnTo>
                    <a:pt x="1562391" y="846701"/>
                  </a:lnTo>
                  <a:lnTo>
                    <a:pt x="1563462" y="847154"/>
                  </a:lnTo>
                  <a:lnTo>
                    <a:pt x="1564534" y="847601"/>
                  </a:lnTo>
                  <a:lnTo>
                    <a:pt x="1565605" y="848043"/>
                  </a:lnTo>
                  <a:lnTo>
                    <a:pt x="1566677" y="848480"/>
                  </a:lnTo>
                  <a:lnTo>
                    <a:pt x="1567749" y="848911"/>
                  </a:lnTo>
                  <a:lnTo>
                    <a:pt x="1568820" y="849337"/>
                  </a:lnTo>
                  <a:lnTo>
                    <a:pt x="1569892" y="849757"/>
                  </a:lnTo>
                  <a:lnTo>
                    <a:pt x="1570963" y="850172"/>
                  </a:lnTo>
                  <a:lnTo>
                    <a:pt x="1572035" y="850581"/>
                  </a:lnTo>
                  <a:lnTo>
                    <a:pt x="1573107" y="850985"/>
                  </a:lnTo>
                  <a:lnTo>
                    <a:pt x="1574178" y="851384"/>
                  </a:lnTo>
                  <a:lnTo>
                    <a:pt x="1575250" y="851777"/>
                  </a:lnTo>
                  <a:lnTo>
                    <a:pt x="1576321" y="852164"/>
                  </a:lnTo>
                  <a:lnTo>
                    <a:pt x="1577393" y="852546"/>
                  </a:lnTo>
                  <a:lnTo>
                    <a:pt x="1578465" y="852923"/>
                  </a:lnTo>
                  <a:lnTo>
                    <a:pt x="1579536" y="853294"/>
                  </a:lnTo>
                  <a:lnTo>
                    <a:pt x="1580608" y="853659"/>
                  </a:lnTo>
                  <a:lnTo>
                    <a:pt x="1581679" y="854019"/>
                  </a:lnTo>
                  <a:lnTo>
                    <a:pt x="1582751" y="854373"/>
                  </a:lnTo>
                  <a:lnTo>
                    <a:pt x="1583823" y="854722"/>
                  </a:lnTo>
                  <a:lnTo>
                    <a:pt x="1584894" y="855066"/>
                  </a:lnTo>
                  <a:lnTo>
                    <a:pt x="1585966" y="855403"/>
                  </a:lnTo>
                  <a:lnTo>
                    <a:pt x="1587037" y="855736"/>
                  </a:lnTo>
                  <a:lnTo>
                    <a:pt x="1588109" y="856062"/>
                  </a:lnTo>
                  <a:lnTo>
                    <a:pt x="1589181" y="856384"/>
                  </a:lnTo>
                  <a:lnTo>
                    <a:pt x="1590252" y="856699"/>
                  </a:lnTo>
                  <a:lnTo>
                    <a:pt x="1591324" y="857009"/>
                  </a:lnTo>
                  <a:lnTo>
                    <a:pt x="1592395" y="857314"/>
                  </a:lnTo>
                  <a:lnTo>
                    <a:pt x="1593467" y="857613"/>
                  </a:lnTo>
                  <a:lnTo>
                    <a:pt x="1594539" y="857906"/>
                  </a:lnTo>
                  <a:lnTo>
                    <a:pt x="1595610" y="858194"/>
                  </a:lnTo>
                  <a:lnTo>
                    <a:pt x="1596682" y="858476"/>
                  </a:lnTo>
                  <a:lnTo>
                    <a:pt x="1597753" y="858753"/>
                  </a:lnTo>
                  <a:lnTo>
                    <a:pt x="1598825" y="859024"/>
                  </a:lnTo>
                  <a:lnTo>
                    <a:pt x="1599896" y="859290"/>
                  </a:lnTo>
                  <a:lnTo>
                    <a:pt x="1600968" y="859550"/>
                  </a:lnTo>
                  <a:lnTo>
                    <a:pt x="1602040" y="859804"/>
                  </a:lnTo>
                  <a:lnTo>
                    <a:pt x="1603111" y="860053"/>
                  </a:lnTo>
                  <a:lnTo>
                    <a:pt x="1604183" y="860296"/>
                  </a:lnTo>
                  <a:lnTo>
                    <a:pt x="1605254" y="860534"/>
                  </a:lnTo>
                  <a:lnTo>
                    <a:pt x="1606326" y="860766"/>
                  </a:lnTo>
                  <a:lnTo>
                    <a:pt x="1607398" y="860993"/>
                  </a:lnTo>
                  <a:lnTo>
                    <a:pt x="1608469" y="861214"/>
                  </a:lnTo>
                  <a:lnTo>
                    <a:pt x="1609541" y="861430"/>
                  </a:lnTo>
                  <a:lnTo>
                    <a:pt x="1610612" y="861640"/>
                  </a:lnTo>
                  <a:lnTo>
                    <a:pt x="1611684" y="861845"/>
                  </a:lnTo>
                  <a:lnTo>
                    <a:pt x="1612756" y="862044"/>
                  </a:lnTo>
                  <a:lnTo>
                    <a:pt x="1613827" y="862237"/>
                  </a:lnTo>
                  <a:lnTo>
                    <a:pt x="1614899" y="862425"/>
                  </a:lnTo>
                  <a:lnTo>
                    <a:pt x="1615970" y="862555"/>
                  </a:lnTo>
                  <a:lnTo>
                    <a:pt x="1617042" y="861744"/>
                  </a:lnTo>
                  <a:lnTo>
                    <a:pt x="1618114" y="860933"/>
                  </a:lnTo>
                  <a:lnTo>
                    <a:pt x="1619185" y="860120"/>
                  </a:lnTo>
                  <a:lnTo>
                    <a:pt x="1620257" y="859306"/>
                  </a:lnTo>
                  <a:lnTo>
                    <a:pt x="1621328" y="858490"/>
                  </a:lnTo>
                  <a:lnTo>
                    <a:pt x="1622400" y="857674"/>
                  </a:lnTo>
                  <a:lnTo>
                    <a:pt x="1623472" y="856856"/>
                  </a:lnTo>
                  <a:lnTo>
                    <a:pt x="1624543" y="856037"/>
                  </a:lnTo>
                  <a:lnTo>
                    <a:pt x="1625615" y="855216"/>
                  </a:lnTo>
                  <a:lnTo>
                    <a:pt x="1626686" y="854394"/>
                  </a:lnTo>
                  <a:lnTo>
                    <a:pt x="1627758" y="853570"/>
                  </a:lnTo>
                  <a:lnTo>
                    <a:pt x="1628830" y="852745"/>
                  </a:lnTo>
                  <a:lnTo>
                    <a:pt x="1629901" y="851919"/>
                  </a:lnTo>
                  <a:lnTo>
                    <a:pt x="1630973" y="851091"/>
                  </a:lnTo>
                  <a:lnTo>
                    <a:pt x="1632044" y="850261"/>
                  </a:lnTo>
                  <a:lnTo>
                    <a:pt x="1633116" y="849430"/>
                  </a:lnTo>
                  <a:lnTo>
                    <a:pt x="1634188" y="848598"/>
                  </a:lnTo>
                  <a:lnTo>
                    <a:pt x="1635259" y="847763"/>
                  </a:lnTo>
                  <a:lnTo>
                    <a:pt x="1636331" y="846927"/>
                  </a:lnTo>
                  <a:lnTo>
                    <a:pt x="1637402" y="846090"/>
                  </a:lnTo>
                  <a:lnTo>
                    <a:pt x="1638474" y="845251"/>
                  </a:lnTo>
                  <a:lnTo>
                    <a:pt x="1639546" y="844410"/>
                  </a:lnTo>
                  <a:lnTo>
                    <a:pt x="1640617" y="843567"/>
                  </a:lnTo>
                  <a:lnTo>
                    <a:pt x="1641689" y="842723"/>
                  </a:lnTo>
                  <a:lnTo>
                    <a:pt x="1642760" y="841876"/>
                  </a:lnTo>
                  <a:lnTo>
                    <a:pt x="1643832" y="841028"/>
                  </a:lnTo>
                  <a:lnTo>
                    <a:pt x="1644904" y="840178"/>
                  </a:lnTo>
                  <a:lnTo>
                    <a:pt x="1645975" y="839327"/>
                  </a:lnTo>
                  <a:lnTo>
                    <a:pt x="1647047" y="838473"/>
                  </a:lnTo>
                  <a:lnTo>
                    <a:pt x="1648118" y="837617"/>
                  </a:lnTo>
                  <a:lnTo>
                    <a:pt x="1649190" y="836760"/>
                  </a:lnTo>
                  <a:lnTo>
                    <a:pt x="1650262" y="835900"/>
                  </a:lnTo>
                  <a:lnTo>
                    <a:pt x="1651333" y="835039"/>
                  </a:lnTo>
                  <a:lnTo>
                    <a:pt x="1652405" y="834175"/>
                  </a:lnTo>
                  <a:lnTo>
                    <a:pt x="1653476" y="833309"/>
                  </a:lnTo>
                  <a:lnTo>
                    <a:pt x="1654548" y="832442"/>
                  </a:lnTo>
                  <a:lnTo>
                    <a:pt x="1655620" y="831572"/>
                  </a:lnTo>
                  <a:lnTo>
                    <a:pt x="1656691" y="830700"/>
                  </a:lnTo>
                  <a:lnTo>
                    <a:pt x="1657763" y="829826"/>
                  </a:lnTo>
                  <a:lnTo>
                    <a:pt x="1658834" y="828949"/>
                  </a:lnTo>
                  <a:lnTo>
                    <a:pt x="1659906" y="828071"/>
                  </a:lnTo>
                  <a:lnTo>
                    <a:pt x="1660978" y="827190"/>
                  </a:lnTo>
                  <a:lnTo>
                    <a:pt x="1662049" y="826307"/>
                  </a:lnTo>
                  <a:lnTo>
                    <a:pt x="1663121" y="825421"/>
                  </a:lnTo>
                  <a:lnTo>
                    <a:pt x="1664192" y="824534"/>
                  </a:lnTo>
                  <a:lnTo>
                    <a:pt x="1665264" y="823644"/>
                  </a:lnTo>
                  <a:lnTo>
                    <a:pt x="1666336" y="822751"/>
                  </a:lnTo>
                  <a:lnTo>
                    <a:pt x="1667407" y="821857"/>
                  </a:lnTo>
                  <a:lnTo>
                    <a:pt x="1668479" y="820959"/>
                  </a:lnTo>
                  <a:lnTo>
                    <a:pt x="1669550" y="820060"/>
                  </a:lnTo>
                  <a:lnTo>
                    <a:pt x="1670622" y="819158"/>
                  </a:lnTo>
                  <a:lnTo>
                    <a:pt x="1671694" y="818253"/>
                  </a:lnTo>
                  <a:lnTo>
                    <a:pt x="1672765" y="817346"/>
                  </a:lnTo>
                  <a:lnTo>
                    <a:pt x="1673837" y="816436"/>
                  </a:lnTo>
                  <a:lnTo>
                    <a:pt x="1674908" y="815524"/>
                  </a:lnTo>
                  <a:lnTo>
                    <a:pt x="1675980" y="814609"/>
                  </a:lnTo>
                  <a:lnTo>
                    <a:pt x="1677052" y="813691"/>
                  </a:lnTo>
                  <a:lnTo>
                    <a:pt x="1678123" y="812771"/>
                  </a:lnTo>
                  <a:lnTo>
                    <a:pt x="1679195" y="811848"/>
                  </a:lnTo>
                  <a:lnTo>
                    <a:pt x="1680266" y="810922"/>
                  </a:lnTo>
                  <a:lnTo>
                    <a:pt x="1681338" y="809994"/>
                  </a:lnTo>
                  <a:lnTo>
                    <a:pt x="1682410" y="809063"/>
                  </a:lnTo>
                  <a:lnTo>
                    <a:pt x="1683481" y="808129"/>
                  </a:lnTo>
                  <a:lnTo>
                    <a:pt x="1684553" y="807193"/>
                  </a:lnTo>
                  <a:lnTo>
                    <a:pt x="1685624" y="806253"/>
                  </a:lnTo>
                  <a:lnTo>
                    <a:pt x="1686696" y="805311"/>
                  </a:lnTo>
                  <a:lnTo>
                    <a:pt x="1687768" y="804366"/>
                  </a:lnTo>
                  <a:lnTo>
                    <a:pt x="1688839" y="803417"/>
                  </a:lnTo>
                  <a:lnTo>
                    <a:pt x="1689911" y="802466"/>
                  </a:lnTo>
                  <a:lnTo>
                    <a:pt x="1690982" y="801512"/>
                  </a:lnTo>
                  <a:lnTo>
                    <a:pt x="1692054" y="800556"/>
                  </a:lnTo>
                  <a:lnTo>
                    <a:pt x="1693126" y="799596"/>
                  </a:lnTo>
                  <a:lnTo>
                    <a:pt x="1694197" y="798633"/>
                  </a:lnTo>
                  <a:lnTo>
                    <a:pt x="1695269" y="797667"/>
                  </a:lnTo>
                  <a:lnTo>
                    <a:pt x="1696340" y="796698"/>
                  </a:lnTo>
                  <a:lnTo>
                    <a:pt x="1697412" y="795725"/>
                  </a:lnTo>
                  <a:lnTo>
                    <a:pt x="1698484" y="794750"/>
                  </a:lnTo>
                  <a:lnTo>
                    <a:pt x="1699555" y="793772"/>
                  </a:lnTo>
                  <a:lnTo>
                    <a:pt x="1700627" y="792790"/>
                  </a:lnTo>
                  <a:lnTo>
                    <a:pt x="1701698" y="791806"/>
                  </a:lnTo>
                  <a:lnTo>
                    <a:pt x="1702770" y="790818"/>
                  </a:lnTo>
                  <a:lnTo>
                    <a:pt x="1703842" y="789827"/>
                  </a:lnTo>
                  <a:lnTo>
                    <a:pt x="1704913" y="788832"/>
                  </a:lnTo>
                  <a:lnTo>
                    <a:pt x="1705985" y="787835"/>
                  </a:lnTo>
                  <a:lnTo>
                    <a:pt x="1707056" y="786834"/>
                  </a:lnTo>
                  <a:lnTo>
                    <a:pt x="1708128" y="785830"/>
                  </a:lnTo>
                  <a:lnTo>
                    <a:pt x="1709200" y="784822"/>
                  </a:lnTo>
                  <a:lnTo>
                    <a:pt x="1710271" y="783811"/>
                  </a:lnTo>
                  <a:lnTo>
                    <a:pt x="1711343" y="782797"/>
                  </a:lnTo>
                  <a:lnTo>
                    <a:pt x="1712414" y="781780"/>
                  </a:lnTo>
                  <a:lnTo>
                    <a:pt x="1713486" y="780759"/>
                  </a:lnTo>
                  <a:lnTo>
                    <a:pt x="1714558" y="779734"/>
                  </a:lnTo>
                  <a:lnTo>
                    <a:pt x="1715629" y="778707"/>
                  </a:lnTo>
                  <a:lnTo>
                    <a:pt x="1716701" y="777675"/>
                  </a:lnTo>
                  <a:lnTo>
                    <a:pt x="1717772" y="776641"/>
                  </a:lnTo>
                  <a:lnTo>
                    <a:pt x="1718844" y="775603"/>
                  </a:lnTo>
                  <a:lnTo>
                    <a:pt x="1719916" y="774561"/>
                  </a:lnTo>
                  <a:lnTo>
                    <a:pt x="1720987" y="773516"/>
                  </a:lnTo>
                  <a:lnTo>
                    <a:pt x="1722059" y="772467"/>
                  </a:lnTo>
                  <a:lnTo>
                    <a:pt x="1723130" y="771415"/>
                  </a:lnTo>
                  <a:lnTo>
                    <a:pt x="1724202" y="770359"/>
                  </a:lnTo>
                  <a:lnTo>
                    <a:pt x="1725274" y="769299"/>
                  </a:lnTo>
                  <a:lnTo>
                    <a:pt x="1726345" y="768236"/>
                  </a:lnTo>
                  <a:lnTo>
                    <a:pt x="1727417" y="767169"/>
                  </a:lnTo>
                  <a:lnTo>
                    <a:pt x="1728488" y="766099"/>
                  </a:lnTo>
                  <a:lnTo>
                    <a:pt x="1729560" y="765025"/>
                  </a:lnTo>
                  <a:lnTo>
                    <a:pt x="1730632" y="763947"/>
                  </a:lnTo>
                  <a:lnTo>
                    <a:pt x="1731703" y="762866"/>
                  </a:lnTo>
                  <a:lnTo>
                    <a:pt x="1732775" y="761781"/>
                  </a:lnTo>
                  <a:lnTo>
                    <a:pt x="1733846" y="760692"/>
                  </a:lnTo>
                  <a:lnTo>
                    <a:pt x="1734918" y="759600"/>
                  </a:lnTo>
                  <a:lnTo>
                    <a:pt x="1735990" y="758503"/>
                  </a:lnTo>
                  <a:lnTo>
                    <a:pt x="1737061" y="757403"/>
                  </a:lnTo>
                  <a:lnTo>
                    <a:pt x="1738133" y="756300"/>
                  </a:lnTo>
                  <a:lnTo>
                    <a:pt x="1739204" y="755192"/>
                  </a:lnTo>
                  <a:lnTo>
                    <a:pt x="1740276" y="754081"/>
                  </a:lnTo>
                  <a:lnTo>
                    <a:pt x="1741348" y="752965"/>
                  </a:lnTo>
                  <a:lnTo>
                    <a:pt x="1742419" y="751847"/>
                  </a:lnTo>
                  <a:lnTo>
                    <a:pt x="1743491" y="750724"/>
                  </a:lnTo>
                  <a:lnTo>
                    <a:pt x="1744562" y="749597"/>
                  </a:lnTo>
                  <a:lnTo>
                    <a:pt x="1745634" y="748467"/>
                  </a:lnTo>
                  <a:lnTo>
                    <a:pt x="1746706" y="747332"/>
                  </a:lnTo>
                  <a:lnTo>
                    <a:pt x="1747777" y="746194"/>
                  </a:lnTo>
                  <a:lnTo>
                    <a:pt x="1748849" y="745052"/>
                  </a:lnTo>
                  <a:lnTo>
                    <a:pt x="1749920" y="743906"/>
                  </a:lnTo>
                  <a:lnTo>
                    <a:pt x="1750992" y="742756"/>
                  </a:lnTo>
                  <a:lnTo>
                    <a:pt x="1752064" y="741602"/>
                  </a:lnTo>
                  <a:lnTo>
                    <a:pt x="1753135" y="740444"/>
                  </a:lnTo>
                  <a:lnTo>
                    <a:pt x="1754207" y="739283"/>
                  </a:lnTo>
                  <a:lnTo>
                    <a:pt x="1755278" y="738117"/>
                  </a:lnTo>
                  <a:lnTo>
                    <a:pt x="1756350" y="736947"/>
                  </a:lnTo>
                  <a:lnTo>
                    <a:pt x="1757422" y="735774"/>
                  </a:lnTo>
                  <a:lnTo>
                    <a:pt x="1758493" y="734596"/>
                  </a:lnTo>
                  <a:lnTo>
                    <a:pt x="1759565" y="733415"/>
                  </a:lnTo>
                  <a:lnTo>
                    <a:pt x="1760636" y="732229"/>
                  </a:lnTo>
                  <a:lnTo>
                    <a:pt x="1761708" y="731040"/>
                  </a:lnTo>
                  <a:lnTo>
                    <a:pt x="1762780" y="729846"/>
                  </a:lnTo>
                  <a:lnTo>
                    <a:pt x="1763851" y="728649"/>
                  </a:lnTo>
                  <a:lnTo>
                    <a:pt x="1764923" y="727447"/>
                  </a:lnTo>
                  <a:lnTo>
                    <a:pt x="1765994" y="726242"/>
                  </a:lnTo>
                  <a:lnTo>
                    <a:pt x="1767066" y="725032"/>
                  </a:lnTo>
                  <a:lnTo>
                    <a:pt x="1768138" y="723819"/>
                  </a:lnTo>
                  <a:lnTo>
                    <a:pt x="1769209" y="722601"/>
                  </a:lnTo>
                  <a:lnTo>
                    <a:pt x="1770281" y="721380"/>
                  </a:lnTo>
                  <a:lnTo>
                    <a:pt x="1771352" y="720154"/>
                  </a:lnTo>
                  <a:lnTo>
                    <a:pt x="1772424" y="718924"/>
                  </a:lnTo>
                  <a:lnTo>
                    <a:pt x="1773496" y="717691"/>
                  </a:lnTo>
                  <a:lnTo>
                    <a:pt x="1774567" y="716453"/>
                  </a:lnTo>
                  <a:lnTo>
                    <a:pt x="1775639" y="715211"/>
                  </a:lnTo>
                  <a:lnTo>
                    <a:pt x="1776710" y="713965"/>
                  </a:lnTo>
                  <a:lnTo>
                    <a:pt x="1777782" y="712715"/>
                  </a:lnTo>
                  <a:lnTo>
                    <a:pt x="1778853" y="711461"/>
                  </a:lnTo>
                  <a:lnTo>
                    <a:pt x="1779925" y="710203"/>
                  </a:lnTo>
                  <a:lnTo>
                    <a:pt x="1780997" y="708941"/>
                  </a:lnTo>
                  <a:lnTo>
                    <a:pt x="1782068" y="707675"/>
                  </a:lnTo>
                  <a:lnTo>
                    <a:pt x="1783140" y="706404"/>
                  </a:lnTo>
                  <a:lnTo>
                    <a:pt x="1784211" y="705130"/>
                  </a:lnTo>
                  <a:lnTo>
                    <a:pt x="1785283" y="703852"/>
                  </a:lnTo>
                  <a:lnTo>
                    <a:pt x="1786355" y="702569"/>
                  </a:lnTo>
                  <a:lnTo>
                    <a:pt x="1787426" y="701283"/>
                  </a:lnTo>
                  <a:lnTo>
                    <a:pt x="1788498" y="699992"/>
                  </a:lnTo>
                  <a:lnTo>
                    <a:pt x="1789569" y="698697"/>
                  </a:lnTo>
                  <a:lnTo>
                    <a:pt x="1790641" y="697398"/>
                  </a:lnTo>
                  <a:lnTo>
                    <a:pt x="1791713" y="696096"/>
                  </a:lnTo>
                  <a:lnTo>
                    <a:pt x="1792784" y="694789"/>
                  </a:lnTo>
                  <a:lnTo>
                    <a:pt x="1793856" y="693478"/>
                  </a:lnTo>
                  <a:lnTo>
                    <a:pt x="1794927" y="692163"/>
                  </a:lnTo>
                  <a:lnTo>
                    <a:pt x="1795999" y="690844"/>
                  </a:lnTo>
                  <a:lnTo>
                    <a:pt x="1797071" y="689520"/>
                  </a:lnTo>
                  <a:lnTo>
                    <a:pt x="1798142" y="688193"/>
                  </a:lnTo>
                  <a:lnTo>
                    <a:pt x="1799214" y="686862"/>
                  </a:lnTo>
                  <a:lnTo>
                    <a:pt x="1800285" y="685526"/>
                  </a:lnTo>
                  <a:lnTo>
                    <a:pt x="1801357" y="684187"/>
                  </a:lnTo>
                  <a:lnTo>
                    <a:pt x="1802429" y="682844"/>
                  </a:lnTo>
                  <a:lnTo>
                    <a:pt x="1803500" y="681496"/>
                  </a:lnTo>
                  <a:lnTo>
                    <a:pt x="1804572" y="680145"/>
                  </a:lnTo>
                  <a:lnTo>
                    <a:pt x="1805643" y="678789"/>
                  </a:lnTo>
                  <a:lnTo>
                    <a:pt x="1806715" y="677429"/>
                  </a:lnTo>
                  <a:lnTo>
                    <a:pt x="1807787" y="676066"/>
                  </a:lnTo>
                  <a:lnTo>
                    <a:pt x="1808858" y="674698"/>
                  </a:lnTo>
                  <a:lnTo>
                    <a:pt x="1809930" y="673327"/>
                  </a:lnTo>
                  <a:lnTo>
                    <a:pt x="1811001" y="671951"/>
                  </a:lnTo>
                  <a:lnTo>
                    <a:pt x="1812073" y="670571"/>
                  </a:lnTo>
                  <a:lnTo>
                    <a:pt x="1813145" y="669187"/>
                  </a:lnTo>
                  <a:lnTo>
                    <a:pt x="1814216" y="667800"/>
                  </a:lnTo>
                  <a:lnTo>
                    <a:pt x="1815288" y="666408"/>
                  </a:lnTo>
                  <a:lnTo>
                    <a:pt x="1816359" y="665013"/>
                  </a:lnTo>
                  <a:lnTo>
                    <a:pt x="1817431" y="663613"/>
                  </a:lnTo>
                  <a:lnTo>
                    <a:pt x="1818503" y="662209"/>
                  </a:lnTo>
                  <a:lnTo>
                    <a:pt x="1819574" y="660802"/>
                  </a:lnTo>
                  <a:lnTo>
                    <a:pt x="1820646" y="659390"/>
                  </a:lnTo>
                  <a:lnTo>
                    <a:pt x="1821717" y="657975"/>
                  </a:lnTo>
                  <a:lnTo>
                    <a:pt x="1822789" y="656555"/>
                  </a:lnTo>
                  <a:lnTo>
                    <a:pt x="1823861" y="655132"/>
                  </a:lnTo>
                  <a:lnTo>
                    <a:pt x="1824932" y="653705"/>
                  </a:lnTo>
                  <a:lnTo>
                    <a:pt x="1826004" y="652274"/>
                  </a:lnTo>
                  <a:lnTo>
                    <a:pt x="1827075" y="650839"/>
                  </a:lnTo>
                  <a:lnTo>
                    <a:pt x="1828147" y="649400"/>
                  </a:lnTo>
                  <a:lnTo>
                    <a:pt x="1829219" y="647957"/>
                  </a:lnTo>
                  <a:lnTo>
                    <a:pt x="1830290" y="646510"/>
                  </a:lnTo>
                  <a:lnTo>
                    <a:pt x="1831362" y="645060"/>
                  </a:lnTo>
                  <a:lnTo>
                    <a:pt x="1832433" y="643606"/>
                  </a:lnTo>
                  <a:lnTo>
                    <a:pt x="1833505" y="642147"/>
                  </a:lnTo>
                  <a:lnTo>
                    <a:pt x="1834577" y="640685"/>
                  </a:lnTo>
                  <a:lnTo>
                    <a:pt x="1835648" y="639219"/>
                  </a:lnTo>
                  <a:lnTo>
                    <a:pt x="1836720" y="637750"/>
                  </a:lnTo>
                  <a:lnTo>
                    <a:pt x="1837791" y="636276"/>
                  </a:lnTo>
                  <a:lnTo>
                    <a:pt x="1838863" y="634799"/>
                  </a:lnTo>
                  <a:lnTo>
                    <a:pt x="1839935" y="633318"/>
                  </a:lnTo>
                  <a:lnTo>
                    <a:pt x="1841006" y="631833"/>
                  </a:lnTo>
                  <a:lnTo>
                    <a:pt x="1842078" y="630345"/>
                  </a:lnTo>
                  <a:lnTo>
                    <a:pt x="1843149" y="628852"/>
                  </a:lnTo>
                  <a:lnTo>
                    <a:pt x="1844221" y="627356"/>
                  </a:lnTo>
                  <a:lnTo>
                    <a:pt x="1845293" y="625857"/>
                  </a:lnTo>
                  <a:lnTo>
                    <a:pt x="1846364" y="624353"/>
                  </a:lnTo>
                  <a:lnTo>
                    <a:pt x="1847436" y="622846"/>
                  </a:lnTo>
                  <a:lnTo>
                    <a:pt x="1848507" y="621335"/>
                  </a:lnTo>
                  <a:lnTo>
                    <a:pt x="1849579" y="619821"/>
                  </a:lnTo>
                  <a:lnTo>
                    <a:pt x="1850651" y="618303"/>
                  </a:lnTo>
                  <a:lnTo>
                    <a:pt x="1851722" y="616781"/>
                  </a:lnTo>
                  <a:lnTo>
                    <a:pt x="1852794" y="615255"/>
                  </a:lnTo>
                  <a:lnTo>
                    <a:pt x="1853865" y="613727"/>
                  </a:lnTo>
                  <a:lnTo>
                    <a:pt x="1854937" y="612194"/>
                  </a:lnTo>
                  <a:lnTo>
                    <a:pt x="1856009" y="610658"/>
                  </a:lnTo>
                  <a:lnTo>
                    <a:pt x="1857080" y="609118"/>
                  </a:lnTo>
                  <a:lnTo>
                    <a:pt x="1858152" y="607575"/>
                  </a:lnTo>
                  <a:lnTo>
                    <a:pt x="1859223" y="606028"/>
                  </a:lnTo>
                  <a:lnTo>
                    <a:pt x="1860295" y="604478"/>
                  </a:lnTo>
                  <a:lnTo>
                    <a:pt x="1861367" y="602924"/>
                  </a:lnTo>
                  <a:lnTo>
                    <a:pt x="1862438" y="601367"/>
                  </a:lnTo>
                  <a:lnTo>
                    <a:pt x="1863510" y="599806"/>
                  </a:lnTo>
                  <a:lnTo>
                    <a:pt x="1864581" y="598242"/>
                  </a:lnTo>
                  <a:lnTo>
                    <a:pt x="1865653" y="596674"/>
                  </a:lnTo>
                  <a:lnTo>
                    <a:pt x="1866725" y="595103"/>
                  </a:lnTo>
                  <a:lnTo>
                    <a:pt x="1867796" y="593529"/>
                  </a:lnTo>
                  <a:lnTo>
                    <a:pt x="1868868" y="591951"/>
                  </a:lnTo>
                  <a:lnTo>
                    <a:pt x="1869939" y="590370"/>
                  </a:lnTo>
                  <a:lnTo>
                    <a:pt x="1871011" y="588785"/>
                  </a:lnTo>
                  <a:lnTo>
                    <a:pt x="1872083" y="587198"/>
                  </a:lnTo>
                  <a:lnTo>
                    <a:pt x="1873154" y="585606"/>
                  </a:lnTo>
                  <a:lnTo>
                    <a:pt x="1874226" y="584012"/>
                  </a:lnTo>
                  <a:lnTo>
                    <a:pt x="1875297" y="582414"/>
                  </a:lnTo>
                  <a:lnTo>
                    <a:pt x="1876369" y="580813"/>
                  </a:lnTo>
                  <a:lnTo>
                    <a:pt x="1877441" y="579209"/>
                  </a:lnTo>
                  <a:lnTo>
                    <a:pt x="1878512" y="577602"/>
                  </a:lnTo>
                  <a:lnTo>
                    <a:pt x="1879584" y="575991"/>
                  </a:lnTo>
                  <a:lnTo>
                    <a:pt x="1880655" y="574377"/>
                  </a:lnTo>
                  <a:lnTo>
                    <a:pt x="1881727" y="572760"/>
                  </a:lnTo>
                  <a:lnTo>
                    <a:pt x="1882799" y="571140"/>
                  </a:lnTo>
                  <a:lnTo>
                    <a:pt x="1883870" y="569517"/>
                  </a:lnTo>
                  <a:lnTo>
                    <a:pt x="1884942" y="567890"/>
                  </a:lnTo>
                  <a:lnTo>
                    <a:pt x="1886013" y="566261"/>
                  </a:lnTo>
                  <a:lnTo>
                    <a:pt x="1887085" y="564628"/>
                  </a:lnTo>
                  <a:lnTo>
                    <a:pt x="1888157" y="562993"/>
                  </a:lnTo>
                  <a:lnTo>
                    <a:pt x="1889228" y="561354"/>
                  </a:lnTo>
                  <a:lnTo>
                    <a:pt x="1890300" y="559713"/>
                  </a:lnTo>
                  <a:lnTo>
                    <a:pt x="1891371" y="558068"/>
                  </a:lnTo>
                  <a:lnTo>
                    <a:pt x="1892443" y="556421"/>
                  </a:lnTo>
                  <a:lnTo>
                    <a:pt x="1893515" y="554770"/>
                  </a:lnTo>
                  <a:lnTo>
                    <a:pt x="1894586" y="553117"/>
                  </a:lnTo>
                  <a:lnTo>
                    <a:pt x="1895658" y="551461"/>
                  </a:lnTo>
                  <a:lnTo>
                    <a:pt x="1896729" y="549802"/>
                  </a:lnTo>
                  <a:lnTo>
                    <a:pt x="1897801" y="548140"/>
                  </a:lnTo>
                  <a:lnTo>
                    <a:pt x="1898873" y="546475"/>
                  </a:lnTo>
                  <a:lnTo>
                    <a:pt x="1899944" y="544807"/>
                  </a:lnTo>
                  <a:lnTo>
                    <a:pt x="1901016" y="543137"/>
                  </a:lnTo>
                  <a:lnTo>
                    <a:pt x="1902087" y="541464"/>
                  </a:lnTo>
                  <a:lnTo>
                    <a:pt x="1903159" y="539788"/>
                  </a:lnTo>
                  <a:lnTo>
                    <a:pt x="1904231" y="538109"/>
                  </a:lnTo>
                  <a:lnTo>
                    <a:pt x="1905302" y="536428"/>
                  </a:lnTo>
                  <a:lnTo>
                    <a:pt x="1906374" y="534744"/>
                  </a:lnTo>
                  <a:lnTo>
                    <a:pt x="1907445" y="533057"/>
                  </a:lnTo>
                  <a:lnTo>
                    <a:pt x="1908517" y="531368"/>
                  </a:lnTo>
                  <a:lnTo>
                    <a:pt x="1909589" y="529676"/>
                  </a:lnTo>
                  <a:lnTo>
                    <a:pt x="1910660" y="527982"/>
                  </a:lnTo>
                  <a:lnTo>
                    <a:pt x="1911732" y="526285"/>
                  </a:lnTo>
                  <a:lnTo>
                    <a:pt x="1912803" y="524585"/>
                  </a:lnTo>
                  <a:lnTo>
                    <a:pt x="1913875" y="522883"/>
                  </a:lnTo>
                  <a:lnTo>
                    <a:pt x="1914947" y="521179"/>
                  </a:lnTo>
                  <a:lnTo>
                    <a:pt x="1916018" y="519472"/>
                  </a:lnTo>
                  <a:lnTo>
                    <a:pt x="1917090" y="517763"/>
                  </a:lnTo>
                  <a:lnTo>
                    <a:pt x="1918161" y="516051"/>
                  </a:lnTo>
                  <a:lnTo>
                    <a:pt x="1919233" y="514337"/>
                  </a:lnTo>
                  <a:lnTo>
                    <a:pt x="1920305" y="512621"/>
                  </a:lnTo>
                  <a:lnTo>
                    <a:pt x="1921376" y="510902"/>
                  </a:lnTo>
                  <a:lnTo>
                    <a:pt x="1922448" y="509181"/>
                  </a:lnTo>
                  <a:lnTo>
                    <a:pt x="1923519" y="507458"/>
                  </a:lnTo>
                  <a:lnTo>
                    <a:pt x="1924591" y="505732"/>
                  </a:lnTo>
                  <a:lnTo>
                    <a:pt x="1925663" y="504004"/>
                  </a:lnTo>
                  <a:lnTo>
                    <a:pt x="1926734" y="502274"/>
                  </a:lnTo>
                  <a:lnTo>
                    <a:pt x="1927806" y="500542"/>
                  </a:lnTo>
                  <a:lnTo>
                    <a:pt x="1928877" y="498808"/>
                  </a:lnTo>
                  <a:lnTo>
                    <a:pt x="1929949" y="497072"/>
                  </a:lnTo>
                  <a:lnTo>
                    <a:pt x="1931021" y="495333"/>
                  </a:lnTo>
                  <a:lnTo>
                    <a:pt x="1932092" y="493593"/>
                  </a:lnTo>
                  <a:lnTo>
                    <a:pt x="1933164" y="491850"/>
                  </a:lnTo>
                  <a:lnTo>
                    <a:pt x="1934235" y="490106"/>
                  </a:lnTo>
                  <a:lnTo>
                    <a:pt x="1935307" y="488359"/>
                  </a:lnTo>
                  <a:lnTo>
                    <a:pt x="1936379" y="486611"/>
                  </a:lnTo>
                  <a:lnTo>
                    <a:pt x="1937450" y="484860"/>
                  </a:lnTo>
                  <a:lnTo>
                    <a:pt x="1938522" y="483108"/>
                  </a:lnTo>
                  <a:lnTo>
                    <a:pt x="1939593" y="481354"/>
                  </a:lnTo>
                  <a:lnTo>
                    <a:pt x="1940665" y="479598"/>
                  </a:lnTo>
                  <a:lnTo>
                    <a:pt x="1941737" y="477841"/>
                  </a:lnTo>
                  <a:lnTo>
                    <a:pt x="1942808" y="476081"/>
                  </a:lnTo>
                  <a:lnTo>
                    <a:pt x="1943880" y="474320"/>
                  </a:lnTo>
                  <a:lnTo>
                    <a:pt x="1944951" y="472557"/>
                  </a:lnTo>
                  <a:lnTo>
                    <a:pt x="1946023" y="470792"/>
                  </a:lnTo>
                  <a:lnTo>
                    <a:pt x="1947095" y="469026"/>
                  </a:lnTo>
                  <a:lnTo>
                    <a:pt x="1948166" y="467258"/>
                  </a:lnTo>
                  <a:lnTo>
                    <a:pt x="1949238" y="465489"/>
                  </a:lnTo>
                  <a:lnTo>
                    <a:pt x="1950309" y="463718"/>
                  </a:lnTo>
                  <a:lnTo>
                    <a:pt x="1951381" y="461945"/>
                  </a:lnTo>
                  <a:lnTo>
                    <a:pt x="1952453" y="460171"/>
                  </a:lnTo>
                  <a:lnTo>
                    <a:pt x="1953524" y="458396"/>
                  </a:lnTo>
                  <a:lnTo>
                    <a:pt x="1954596" y="456619"/>
                  </a:lnTo>
                  <a:lnTo>
                    <a:pt x="1955667" y="454840"/>
                  </a:lnTo>
                  <a:lnTo>
                    <a:pt x="1956739" y="453061"/>
                  </a:lnTo>
                  <a:lnTo>
                    <a:pt x="1957810" y="451280"/>
                  </a:lnTo>
                  <a:lnTo>
                    <a:pt x="1958882" y="449497"/>
                  </a:lnTo>
                  <a:lnTo>
                    <a:pt x="1959954" y="447714"/>
                  </a:lnTo>
                  <a:lnTo>
                    <a:pt x="1961025" y="445929"/>
                  </a:lnTo>
                  <a:lnTo>
                    <a:pt x="1962097" y="444143"/>
                  </a:lnTo>
                  <a:lnTo>
                    <a:pt x="1963168" y="442355"/>
                  </a:lnTo>
                  <a:lnTo>
                    <a:pt x="1964240" y="440567"/>
                  </a:lnTo>
                  <a:lnTo>
                    <a:pt x="1965312" y="438777"/>
                  </a:lnTo>
                  <a:lnTo>
                    <a:pt x="1966383" y="436987"/>
                  </a:lnTo>
                  <a:lnTo>
                    <a:pt x="1967455" y="435195"/>
                  </a:lnTo>
                  <a:lnTo>
                    <a:pt x="1968526" y="433402"/>
                  </a:lnTo>
                  <a:lnTo>
                    <a:pt x="1969598" y="431609"/>
                  </a:lnTo>
                  <a:lnTo>
                    <a:pt x="1970670" y="429814"/>
                  </a:lnTo>
                  <a:lnTo>
                    <a:pt x="1971741" y="428018"/>
                  </a:lnTo>
                  <a:lnTo>
                    <a:pt x="1972813" y="426222"/>
                  </a:lnTo>
                  <a:lnTo>
                    <a:pt x="1973884" y="424425"/>
                  </a:lnTo>
                  <a:lnTo>
                    <a:pt x="1974956" y="422626"/>
                  </a:lnTo>
                  <a:lnTo>
                    <a:pt x="1976028" y="420828"/>
                  </a:lnTo>
                  <a:lnTo>
                    <a:pt x="1977099" y="419028"/>
                  </a:lnTo>
                  <a:lnTo>
                    <a:pt x="1978171" y="417228"/>
                  </a:lnTo>
                  <a:lnTo>
                    <a:pt x="1979242" y="415427"/>
                  </a:lnTo>
                  <a:lnTo>
                    <a:pt x="1980314" y="413625"/>
                  </a:lnTo>
                  <a:lnTo>
                    <a:pt x="1981386" y="411823"/>
                  </a:lnTo>
                  <a:lnTo>
                    <a:pt x="1982457" y="410020"/>
                  </a:lnTo>
                  <a:lnTo>
                    <a:pt x="1983529" y="408216"/>
                  </a:lnTo>
                  <a:lnTo>
                    <a:pt x="1984600" y="406412"/>
                  </a:lnTo>
                  <a:lnTo>
                    <a:pt x="1985672" y="404608"/>
                  </a:lnTo>
                  <a:lnTo>
                    <a:pt x="1986744" y="402803"/>
                  </a:lnTo>
                  <a:lnTo>
                    <a:pt x="1987815" y="400998"/>
                  </a:lnTo>
                  <a:lnTo>
                    <a:pt x="1988887" y="399193"/>
                  </a:lnTo>
                  <a:lnTo>
                    <a:pt x="1989958" y="397387"/>
                  </a:lnTo>
                  <a:lnTo>
                    <a:pt x="1991030" y="395581"/>
                  </a:lnTo>
                  <a:lnTo>
                    <a:pt x="1992102" y="393774"/>
                  </a:lnTo>
                  <a:lnTo>
                    <a:pt x="1993173" y="391968"/>
                  </a:lnTo>
                  <a:lnTo>
                    <a:pt x="1994245" y="390161"/>
                  </a:lnTo>
                  <a:lnTo>
                    <a:pt x="1995316" y="388354"/>
                  </a:lnTo>
                  <a:lnTo>
                    <a:pt x="1996388" y="386547"/>
                  </a:lnTo>
                  <a:lnTo>
                    <a:pt x="1997460" y="384740"/>
                  </a:lnTo>
                  <a:lnTo>
                    <a:pt x="1998531" y="382933"/>
                  </a:lnTo>
                  <a:lnTo>
                    <a:pt x="1999603" y="381126"/>
                  </a:lnTo>
                  <a:lnTo>
                    <a:pt x="2000674" y="379318"/>
                  </a:lnTo>
                  <a:lnTo>
                    <a:pt x="2001746" y="377511"/>
                  </a:lnTo>
                  <a:lnTo>
                    <a:pt x="2002818" y="375705"/>
                  </a:lnTo>
                  <a:lnTo>
                    <a:pt x="2003889" y="373898"/>
                  </a:lnTo>
                  <a:lnTo>
                    <a:pt x="2004961" y="372092"/>
                  </a:lnTo>
                  <a:lnTo>
                    <a:pt x="2006032" y="370285"/>
                  </a:lnTo>
                  <a:lnTo>
                    <a:pt x="2007104" y="368479"/>
                  </a:lnTo>
                  <a:lnTo>
                    <a:pt x="2008176" y="366674"/>
                  </a:lnTo>
                  <a:lnTo>
                    <a:pt x="2009247" y="364868"/>
                  </a:lnTo>
                  <a:lnTo>
                    <a:pt x="2010319" y="363064"/>
                  </a:lnTo>
                  <a:lnTo>
                    <a:pt x="2011390" y="361259"/>
                  </a:lnTo>
                  <a:lnTo>
                    <a:pt x="2012462" y="359455"/>
                  </a:lnTo>
                  <a:lnTo>
                    <a:pt x="2013534" y="357652"/>
                  </a:lnTo>
                  <a:lnTo>
                    <a:pt x="2014605" y="355849"/>
                  </a:lnTo>
                  <a:lnTo>
                    <a:pt x="2015677" y="354047"/>
                  </a:lnTo>
                  <a:lnTo>
                    <a:pt x="2016748" y="352245"/>
                  </a:lnTo>
                  <a:lnTo>
                    <a:pt x="2017820" y="350444"/>
                  </a:lnTo>
                  <a:lnTo>
                    <a:pt x="2018892" y="348644"/>
                  </a:lnTo>
                  <a:lnTo>
                    <a:pt x="2019963" y="346844"/>
                  </a:lnTo>
                  <a:lnTo>
                    <a:pt x="2021035" y="345045"/>
                  </a:lnTo>
                  <a:lnTo>
                    <a:pt x="2022106" y="343248"/>
                  </a:lnTo>
                  <a:lnTo>
                    <a:pt x="2023178" y="341451"/>
                  </a:lnTo>
                  <a:lnTo>
                    <a:pt x="2024250" y="339655"/>
                  </a:lnTo>
                  <a:lnTo>
                    <a:pt x="2025321" y="337859"/>
                  </a:lnTo>
                  <a:lnTo>
                    <a:pt x="2026393" y="336065"/>
                  </a:lnTo>
                  <a:lnTo>
                    <a:pt x="2027464" y="334272"/>
                  </a:lnTo>
                  <a:lnTo>
                    <a:pt x="2028536" y="332480"/>
                  </a:lnTo>
                  <a:lnTo>
                    <a:pt x="2029608" y="330690"/>
                  </a:lnTo>
                  <a:lnTo>
                    <a:pt x="2030679" y="328900"/>
                  </a:lnTo>
                  <a:lnTo>
                    <a:pt x="2031751" y="327112"/>
                  </a:lnTo>
                  <a:lnTo>
                    <a:pt x="2032822" y="325324"/>
                  </a:lnTo>
                  <a:lnTo>
                    <a:pt x="2033894" y="323538"/>
                  </a:lnTo>
                  <a:lnTo>
                    <a:pt x="2034966" y="321754"/>
                  </a:lnTo>
                  <a:lnTo>
                    <a:pt x="2036037" y="319971"/>
                  </a:lnTo>
                  <a:lnTo>
                    <a:pt x="2037109" y="318189"/>
                  </a:lnTo>
                  <a:lnTo>
                    <a:pt x="2038180" y="316409"/>
                  </a:lnTo>
                  <a:lnTo>
                    <a:pt x="2039252" y="314630"/>
                  </a:lnTo>
                  <a:lnTo>
                    <a:pt x="2040324" y="312853"/>
                  </a:lnTo>
                  <a:lnTo>
                    <a:pt x="2041395" y="311077"/>
                  </a:lnTo>
                  <a:lnTo>
                    <a:pt x="2042467" y="309303"/>
                  </a:lnTo>
                  <a:lnTo>
                    <a:pt x="2043538" y="307531"/>
                  </a:lnTo>
                  <a:lnTo>
                    <a:pt x="2044610" y="305761"/>
                  </a:lnTo>
                  <a:lnTo>
                    <a:pt x="2045682" y="303992"/>
                  </a:lnTo>
                  <a:lnTo>
                    <a:pt x="2046753" y="302225"/>
                  </a:lnTo>
                  <a:lnTo>
                    <a:pt x="2047825" y="300460"/>
                  </a:lnTo>
                  <a:lnTo>
                    <a:pt x="2048896" y="298697"/>
                  </a:lnTo>
                  <a:lnTo>
                    <a:pt x="2049968" y="296936"/>
                  </a:lnTo>
                  <a:lnTo>
                    <a:pt x="2051040" y="295176"/>
                  </a:lnTo>
                  <a:lnTo>
                    <a:pt x="2052111" y="293419"/>
                  </a:lnTo>
                  <a:lnTo>
                    <a:pt x="2053183" y="291664"/>
                  </a:lnTo>
                  <a:lnTo>
                    <a:pt x="2054254" y="289911"/>
                  </a:lnTo>
                  <a:lnTo>
                    <a:pt x="2055326" y="288160"/>
                  </a:lnTo>
                  <a:lnTo>
                    <a:pt x="2056398" y="286412"/>
                  </a:lnTo>
                  <a:lnTo>
                    <a:pt x="2057469" y="284666"/>
                  </a:lnTo>
                  <a:lnTo>
                    <a:pt x="2058541" y="282922"/>
                  </a:lnTo>
                  <a:lnTo>
                    <a:pt x="2059612" y="281180"/>
                  </a:lnTo>
                  <a:lnTo>
                    <a:pt x="2060684" y="279441"/>
                  </a:lnTo>
                  <a:lnTo>
                    <a:pt x="2061756" y="277704"/>
                  </a:lnTo>
                  <a:lnTo>
                    <a:pt x="2062827" y="275970"/>
                  </a:lnTo>
                  <a:lnTo>
                    <a:pt x="2063899" y="274238"/>
                  </a:lnTo>
                  <a:lnTo>
                    <a:pt x="2064970" y="272509"/>
                  </a:lnTo>
                  <a:lnTo>
                    <a:pt x="2066042" y="270783"/>
                  </a:lnTo>
                  <a:lnTo>
                    <a:pt x="2067114" y="269059"/>
                  </a:lnTo>
                  <a:lnTo>
                    <a:pt x="2068185" y="267338"/>
                  </a:lnTo>
                  <a:lnTo>
                    <a:pt x="2069257" y="265620"/>
                  </a:lnTo>
                  <a:lnTo>
                    <a:pt x="2070328" y="263905"/>
                  </a:lnTo>
                  <a:lnTo>
                    <a:pt x="2071400" y="262192"/>
                  </a:lnTo>
                  <a:lnTo>
                    <a:pt x="2072472" y="260482"/>
                  </a:lnTo>
                  <a:lnTo>
                    <a:pt x="2073543" y="258776"/>
                  </a:lnTo>
                  <a:lnTo>
                    <a:pt x="2074615" y="257072"/>
                  </a:lnTo>
                  <a:lnTo>
                    <a:pt x="2075686" y="255372"/>
                  </a:lnTo>
                  <a:lnTo>
                    <a:pt x="2076758" y="253674"/>
                  </a:lnTo>
                  <a:lnTo>
                    <a:pt x="2077830" y="251980"/>
                  </a:lnTo>
                  <a:lnTo>
                    <a:pt x="2078901" y="250289"/>
                  </a:lnTo>
                  <a:lnTo>
                    <a:pt x="2079973" y="248601"/>
                  </a:lnTo>
                  <a:lnTo>
                    <a:pt x="2081044" y="246916"/>
                  </a:lnTo>
                  <a:lnTo>
                    <a:pt x="2082116" y="245235"/>
                  </a:lnTo>
                  <a:lnTo>
                    <a:pt x="2083188" y="243557"/>
                  </a:lnTo>
                  <a:lnTo>
                    <a:pt x="2084259" y="241883"/>
                  </a:lnTo>
                  <a:lnTo>
                    <a:pt x="2085331" y="240212"/>
                  </a:lnTo>
                  <a:lnTo>
                    <a:pt x="2086402" y="238545"/>
                  </a:lnTo>
                  <a:lnTo>
                    <a:pt x="2087474" y="236881"/>
                  </a:lnTo>
                  <a:lnTo>
                    <a:pt x="2088546" y="235221"/>
                  </a:lnTo>
                  <a:lnTo>
                    <a:pt x="2089617" y="233565"/>
                  </a:lnTo>
                  <a:lnTo>
                    <a:pt x="2090689" y="231912"/>
                  </a:lnTo>
                  <a:lnTo>
                    <a:pt x="2091760" y="230263"/>
                  </a:lnTo>
                  <a:lnTo>
                    <a:pt x="2092832" y="228618"/>
                  </a:lnTo>
                  <a:lnTo>
                    <a:pt x="2093904" y="226977"/>
                  </a:lnTo>
                  <a:lnTo>
                    <a:pt x="2094975" y="225340"/>
                  </a:lnTo>
                  <a:lnTo>
                    <a:pt x="2096047" y="223707"/>
                  </a:lnTo>
                  <a:lnTo>
                    <a:pt x="2097118" y="222078"/>
                  </a:lnTo>
                  <a:lnTo>
                    <a:pt x="2098190" y="220453"/>
                  </a:lnTo>
                  <a:lnTo>
                    <a:pt x="2099262" y="218832"/>
                  </a:lnTo>
                  <a:lnTo>
                    <a:pt x="2100333" y="217215"/>
                  </a:lnTo>
                  <a:lnTo>
                    <a:pt x="2101405" y="215603"/>
                  </a:lnTo>
                  <a:lnTo>
                    <a:pt x="2102476" y="213995"/>
                  </a:lnTo>
                  <a:lnTo>
                    <a:pt x="2103548" y="212391"/>
                  </a:lnTo>
                  <a:lnTo>
                    <a:pt x="2104620" y="210791"/>
                  </a:lnTo>
                  <a:lnTo>
                    <a:pt x="2105691" y="209196"/>
                  </a:lnTo>
                  <a:lnTo>
                    <a:pt x="2106763" y="207606"/>
                  </a:lnTo>
                  <a:lnTo>
                    <a:pt x="2107834" y="206020"/>
                  </a:lnTo>
                  <a:lnTo>
                    <a:pt x="2108906" y="204439"/>
                  </a:lnTo>
                  <a:lnTo>
                    <a:pt x="2109978" y="202862"/>
                  </a:lnTo>
                  <a:lnTo>
                    <a:pt x="2111049" y="201290"/>
                  </a:lnTo>
                  <a:lnTo>
                    <a:pt x="2112121" y="199723"/>
                  </a:lnTo>
                  <a:lnTo>
                    <a:pt x="2113192" y="198160"/>
                  </a:lnTo>
                  <a:lnTo>
                    <a:pt x="2114264" y="196603"/>
                  </a:lnTo>
                  <a:lnTo>
                    <a:pt x="2115336" y="195050"/>
                  </a:lnTo>
                  <a:lnTo>
                    <a:pt x="2116407" y="193502"/>
                  </a:lnTo>
                  <a:lnTo>
                    <a:pt x="2117479" y="191959"/>
                  </a:lnTo>
                  <a:lnTo>
                    <a:pt x="2118550" y="190422"/>
                  </a:lnTo>
                  <a:lnTo>
                    <a:pt x="2119622" y="188889"/>
                  </a:lnTo>
                  <a:lnTo>
                    <a:pt x="2120694" y="187361"/>
                  </a:lnTo>
                  <a:lnTo>
                    <a:pt x="2121765" y="185839"/>
                  </a:lnTo>
                  <a:lnTo>
                    <a:pt x="2122837" y="184322"/>
                  </a:lnTo>
                  <a:lnTo>
                    <a:pt x="2123908" y="182811"/>
                  </a:lnTo>
                  <a:lnTo>
                    <a:pt x="2124980" y="181304"/>
                  </a:lnTo>
                  <a:lnTo>
                    <a:pt x="2126052" y="179803"/>
                  </a:lnTo>
                  <a:lnTo>
                    <a:pt x="2127123" y="178308"/>
                  </a:lnTo>
                  <a:lnTo>
                    <a:pt x="2128195" y="176818"/>
                  </a:lnTo>
                  <a:lnTo>
                    <a:pt x="2129266" y="175334"/>
                  </a:lnTo>
                  <a:lnTo>
                    <a:pt x="2130338" y="173855"/>
                  </a:lnTo>
                  <a:lnTo>
                    <a:pt x="2131409" y="172382"/>
                  </a:lnTo>
                  <a:lnTo>
                    <a:pt x="2132481" y="170915"/>
                  </a:lnTo>
                  <a:lnTo>
                    <a:pt x="2133553" y="169453"/>
                  </a:lnTo>
                  <a:lnTo>
                    <a:pt x="2134624" y="167998"/>
                  </a:lnTo>
                  <a:lnTo>
                    <a:pt x="2135696" y="166548"/>
                  </a:lnTo>
                  <a:lnTo>
                    <a:pt x="2136767" y="165104"/>
                  </a:lnTo>
                  <a:lnTo>
                    <a:pt x="2137839" y="163666"/>
                  </a:lnTo>
                  <a:lnTo>
                    <a:pt x="2138911" y="162234"/>
                  </a:lnTo>
                  <a:lnTo>
                    <a:pt x="2139982" y="160809"/>
                  </a:lnTo>
                  <a:lnTo>
                    <a:pt x="2141054" y="159389"/>
                  </a:lnTo>
                  <a:lnTo>
                    <a:pt x="2142125" y="157976"/>
                  </a:lnTo>
                  <a:lnTo>
                    <a:pt x="2143197" y="156569"/>
                  </a:lnTo>
                  <a:lnTo>
                    <a:pt x="2144269" y="155168"/>
                  </a:lnTo>
                  <a:lnTo>
                    <a:pt x="2145340" y="153773"/>
                  </a:lnTo>
                  <a:lnTo>
                    <a:pt x="2146412" y="152384"/>
                  </a:lnTo>
                  <a:lnTo>
                    <a:pt x="2147483" y="151001"/>
                  </a:lnTo>
                  <a:lnTo>
                    <a:pt x="2148555" y="149625"/>
                  </a:lnTo>
                  <a:lnTo>
                    <a:pt x="2149627" y="148255"/>
                  </a:lnTo>
                  <a:lnTo>
                    <a:pt x="2150698" y="146891"/>
                  </a:lnTo>
                  <a:lnTo>
                    <a:pt x="2151770" y="145533"/>
                  </a:lnTo>
                  <a:lnTo>
                    <a:pt x="2152841" y="144182"/>
                  </a:lnTo>
                  <a:lnTo>
                    <a:pt x="2153913" y="142837"/>
                  </a:lnTo>
                  <a:lnTo>
                    <a:pt x="2154985" y="141498"/>
                  </a:lnTo>
                  <a:lnTo>
                    <a:pt x="2156056" y="140165"/>
                  </a:lnTo>
                  <a:lnTo>
                    <a:pt x="2157128" y="138839"/>
                  </a:lnTo>
                  <a:lnTo>
                    <a:pt x="2158199" y="137518"/>
                  </a:lnTo>
                  <a:lnTo>
                    <a:pt x="2159271" y="136204"/>
                  </a:lnTo>
                  <a:lnTo>
                    <a:pt x="2160343" y="134897"/>
                  </a:lnTo>
                  <a:lnTo>
                    <a:pt x="2161414" y="133595"/>
                  </a:lnTo>
                  <a:lnTo>
                    <a:pt x="2162486" y="132300"/>
                  </a:lnTo>
                  <a:lnTo>
                    <a:pt x="2163557" y="131011"/>
                  </a:lnTo>
                  <a:lnTo>
                    <a:pt x="2164629" y="129728"/>
                  </a:lnTo>
                  <a:lnTo>
                    <a:pt x="2165701" y="128452"/>
                  </a:lnTo>
                  <a:lnTo>
                    <a:pt x="2166772" y="127182"/>
                  </a:lnTo>
                  <a:lnTo>
                    <a:pt x="2167844" y="125918"/>
                  </a:lnTo>
                  <a:lnTo>
                    <a:pt x="2168915" y="124661"/>
                  </a:lnTo>
                  <a:lnTo>
                    <a:pt x="2169987" y="123410"/>
                  </a:lnTo>
                  <a:lnTo>
                    <a:pt x="2171059" y="122165"/>
                  </a:lnTo>
                  <a:lnTo>
                    <a:pt x="2172130" y="120926"/>
                  </a:lnTo>
                  <a:lnTo>
                    <a:pt x="2173202" y="119694"/>
                  </a:lnTo>
                  <a:lnTo>
                    <a:pt x="2174273" y="118468"/>
                  </a:lnTo>
                  <a:lnTo>
                    <a:pt x="2175345" y="117249"/>
                  </a:lnTo>
                  <a:lnTo>
                    <a:pt x="2176417" y="116036"/>
                  </a:lnTo>
                  <a:lnTo>
                    <a:pt x="2177488" y="114829"/>
                  </a:lnTo>
                  <a:lnTo>
                    <a:pt x="2178560" y="113628"/>
                  </a:lnTo>
                  <a:lnTo>
                    <a:pt x="2179631" y="112434"/>
                  </a:lnTo>
                  <a:lnTo>
                    <a:pt x="2180703" y="111246"/>
                  </a:lnTo>
                  <a:lnTo>
                    <a:pt x="2181775" y="110065"/>
                  </a:lnTo>
                  <a:lnTo>
                    <a:pt x="2182846" y="108890"/>
                  </a:lnTo>
                  <a:lnTo>
                    <a:pt x="2183918" y="107721"/>
                  </a:lnTo>
                  <a:lnTo>
                    <a:pt x="2184989" y="106559"/>
                  </a:lnTo>
                  <a:lnTo>
                    <a:pt x="2186061" y="105403"/>
                  </a:lnTo>
                  <a:lnTo>
                    <a:pt x="2187133" y="104253"/>
                  </a:lnTo>
                  <a:lnTo>
                    <a:pt x="2188204" y="103110"/>
                  </a:lnTo>
                  <a:lnTo>
                    <a:pt x="2189276" y="101973"/>
                  </a:lnTo>
                  <a:lnTo>
                    <a:pt x="2190347" y="100843"/>
                  </a:lnTo>
                  <a:lnTo>
                    <a:pt x="2191419" y="99718"/>
                  </a:lnTo>
                  <a:lnTo>
                    <a:pt x="2192491" y="98601"/>
                  </a:lnTo>
                  <a:lnTo>
                    <a:pt x="2193562" y="97489"/>
                  </a:lnTo>
                  <a:lnTo>
                    <a:pt x="2194634" y="96384"/>
                  </a:lnTo>
                  <a:lnTo>
                    <a:pt x="2195705" y="95286"/>
                  </a:lnTo>
                  <a:lnTo>
                    <a:pt x="2196777" y="94194"/>
                  </a:lnTo>
                  <a:lnTo>
                    <a:pt x="2197849" y="93108"/>
                  </a:lnTo>
                  <a:lnTo>
                    <a:pt x="2198920" y="92029"/>
                  </a:lnTo>
                  <a:lnTo>
                    <a:pt x="2199992" y="90956"/>
                  </a:lnTo>
                  <a:lnTo>
                    <a:pt x="2201063" y="89889"/>
                  </a:lnTo>
                  <a:lnTo>
                    <a:pt x="2202135" y="88829"/>
                  </a:lnTo>
                  <a:lnTo>
                    <a:pt x="2203207" y="87775"/>
                  </a:lnTo>
                  <a:lnTo>
                    <a:pt x="2204278" y="86728"/>
                  </a:lnTo>
                  <a:lnTo>
                    <a:pt x="2205350" y="85687"/>
                  </a:lnTo>
                  <a:lnTo>
                    <a:pt x="2206421" y="84652"/>
                  </a:lnTo>
                  <a:lnTo>
                    <a:pt x="2207493" y="83624"/>
                  </a:lnTo>
                  <a:lnTo>
                    <a:pt x="2208565" y="82602"/>
                  </a:lnTo>
                  <a:lnTo>
                    <a:pt x="2209636" y="81587"/>
                  </a:lnTo>
                  <a:lnTo>
                    <a:pt x="2210708" y="80578"/>
                  </a:lnTo>
                  <a:lnTo>
                    <a:pt x="2211779" y="79575"/>
                  </a:lnTo>
                  <a:lnTo>
                    <a:pt x="2212851" y="78579"/>
                  </a:lnTo>
                  <a:lnTo>
                    <a:pt x="2213923" y="77590"/>
                  </a:lnTo>
                  <a:lnTo>
                    <a:pt x="2214994" y="76606"/>
                  </a:lnTo>
                  <a:lnTo>
                    <a:pt x="2216066" y="75630"/>
                  </a:lnTo>
                  <a:lnTo>
                    <a:pt x="2217137" y="74659"/>
                  </a:lnTo>
                  <a:lnTo>
                    <a:pt x="2218209" y="73695"/>
                  </a:lnTo>
                  <a:lnTo>
                    <a:pt x="2219281" y="72738"/>
                  </a:lnTo>
                  <a:lnTo>
                    <a:pt x="2220352" y="71786"/>
                  </a:lnTo>
                  <a:lnTo>
                    <a:pt x="2221424" y="70842"/>
                  </a:lnTo>
                  <a:lnTo>
                    <a:pt x="2222495" y="69903"/>
                  </a:lnTo>
                  <a:lnTo>
                    <a:pt x="2223567" y="68971"/>
                  </a:lnTo>
                  <a:lnTo>
                    <a:pt x="2224639" y="68046"/>
                  </a:lnTo>
                  <a:lnTo>
                    <a:pt x="2225710" y="67127"/>
                  </a:lnTo>
                  <a:lnTo>
                    <a:pt x="2226782" y="66214"/>
                  </a:lnTo>
                  <a:lnTo>
                    <a:pt x="2227853" y="65308"/>
                  </a:lnTo>
                  <a:lnTo>
                    <a:pt x="2228925" y="64408"/>
                  </a:lnTo>
                  <a:lnTo>
                    <a:pt x="2229997" y="63515"/>
                  </a:lnTo>
                  <a:lnTo>
                    <a:pt x="2231068" y="62628"/>
                  </a:lnTo>
                  <a:lnTo>
                    <a:pt x="2232140" y="61747"/>
                  </a:lnTo>
                  <a:lnTo>
                    <a:pt x="2233211" y="60873"/>
                  </a:lnTo>
                  <a:lnTo>
                    <a:pt x="2234283" y="60005"/>
                  </a:lnTo>
                  <a:lnTo>
                    <a:pt x="2235355" y="59144"/>
                  </a:lnTo>
                  <a:lnTo>
                    <a:pt x="2236426" y="58289"/>
                  </a:lnTo>
                  <a:lnTo>
                    <a:pt x="2237498" y="57440"/>
                  </a:lnTo>
                  <a:lnTo>
                    <a:pt x="2238569" y="56598"/>
                  </a:lnTo>
                  <a:lnTo>
                    <a:pt x="2239641" y="55762"/>
                  </a:lnTo>
                  <a:lnTo>
                    <a:pt x="2240713" y="54933"/>
                  </a:lnTo>
                  <a:lnTo>
                    <a:pt x="2241784" y="54110"/>
                  </a:lnTo>
                  <a:lnTo>
                    <a:pt x="2242856" y="53293"/>
                  </a:lnTo>
                  <a:lnTo>
                    <a:pt x="2243927" y="52483"/>
                  </a:lnTo>
                  <a:lnTo>
                    <a:pt x="2244999" y="51680"/>
                  </a:lnTo>
                  <a:lnTo>
                    <a:pt x="2246071" y="50882"/>
                  </a:lnTo>
                  <a:lnTo>
                    <a:pt x="2247142" y="50091"/>
                  </a:lnTo>
                  <a:lnTo>
                    <a:pt x="2248214" y="49307"/>
                  </a:lnTo>
                  <a:lnTo>
                    <a:pt x="2249285" y="48529"/>
                  </a:lnTo>
                  <a:lnTo>
                    <a:pt x="2250357" y="47757"/>
                  </a:lnTo>
                  <a:lnTo>
                    <a:pt x="2251429" y="46991"/>
                  </a:lnTo>
                  <a:lnTo>
                    <a:pt x="2252500" y="46232"/>
                  </a:lnTo>
                  <a:lnTo>
                    <a:pt x="2253572" y="45480"/>
                  </a:lnTo>
                  <a:lnTo>
                    <a:pt x="2254643" y="44733"/>
                  </a:lnTo>
                  <a:lnTo>
                    <a:pt x="2255715" y="43994"/>
                  </a:lnTo>
                  <a:lnTo>
                    <a:pt x="2256787" y="43260"/>
                  </a:lnTo>
                  <a:lnTo>
                    <a:pt x="2257858" y="42533"/>
                  </a:lnTo>
                  <a:lnTo>
                    <a:pt x="2258930" y="41812"/>
                  </a:lnTo>
                  <a:lnTo>
                    <a:pt x="2260001" y="41098"/>
                  </a:lnTo>
                  <a:lnTo>
                    <a:pt x="2261073" y="40390"/>
                  </a:lnTo>
                  <a:lnTo>
                    <a:pt x="2262145" y="39688"/>
                  </a:lnTo>
                  <a:lnTo>
                    <a:pt x="2263216" y="38993"/>
                  </a:lnTo>
                  <a:lnTo>
                    <a:pt x="2264288" y="38303"/>
                  </a:lnTo>
                  <a:lnTo>
                    <a:pt x="2265359" y="37621"/>
                  </a:lnTo>
                  <a:lnTo>
                    <a:pt x="2266431" y="36945"/>
                  </a:lnTo>
                  <a:lnTo>
                    <a:pt x="2267503" y="36275"/>
                  </a:lnTo>
                  <a:lnTo>
                    <a:pt x="2268574" y="35611"/>
                  </a:lnTo>
                  <a:lnTo>
                    <a:pt x="2269646" y="34954"/>
                  </a:lnTo>
                  <a:lnTo>
                    <a:pt x="2270717" y="34303"/>
                  </a:lnTo>
                  <a:lnTo>
                    <a:pt x="2271789" y="33658"/>
                  </a:lnTo>
                  <a:lnTo>
                    <a:pt x="2272861" y="33020"/>
                  </a:lnTo>
                  <a:lnTo>
                    <a:pt x="2273932" y="32388"/>
                  </a:lnTo>
                  <a:lnTo>
                    <a:pt x="2275004" y="31762"/>
                  </a:lnTo>
                  <a:lnTo>
                    <a:pt x="2276075" y="31142"/>
                  </a:lnTo>
                  <a:lnTo>
                    <a:pt x="2277147" y="30529"/>
                  </a:lnTo>
                  <a:lnTo>
                    <a:pt x="2278219" y="29923"/>
                  </a:lnTo>
                  <a:lnTo>
                    <a:pt x="2279290" y="29322"/>
                  </a:lnTo>
                  <a:lnTo>
                    <a:pt x="2280362" y="28728"/>
                  </a:lnTo>
                  <a:lnTo>
                    <a:pt x="2281433" y="28140"/>
                  </a:lnTo>
                  <a:lnTo>
                    <a:pt x="2282505" y="27558"/>
                  </a:lnTo>
                  <a:lnTo>
                    <a:pt x="2283577" y="26983"/>
                  </a:lnTo>
                  <a:lnTo>
                    <a:pt x="2284648" y="26414"/>
                  </a:lnTo>
                  <a:lnTo>
                    <a:pt x="2285720" y="25851"/>
                  </a:lnTo>
                  <a:lnTo>
                    <a:pt x="2286791" y="25294"/>
                  </a:lnTo>
                  <a:lnTo>
                    <a:pt x="2287863" y="24744"/>
                  </a:lnTo>
                  <a:lnTo>
                    <a:pt x="2288935" y="24200"/>
                  </a:lnTo>
                  <a:lnTo>
                    <a:pt x="2290006" y="23662"/>
                  </a:lnTo>
                  <a:lnTo>
                    <a:pt x="2291078" y="23131"/>
                  </a:lnTo>
                  <a:lnTo>
                    <a:pt x="2292149" y="22605"/>
                  </a:lnTo>
                  <a:lnTo>
                    <a:pt x="2293221" y="22086"/>
                  </a:lnTo>
                  <a:lnTo>
                    <a:pt x="2294293" y="21573"/>
                  </a:lnTo>
                  <a:lnTo>
                    <a:pt x="2295364" y="21067"/>
                  </a:lnTo>
                  <a:lnTo>
                    <a:pt x="2296436" y="20566"/>
                  </a:lnTo>
                  <a:lnTo>
                    <a:pt x="2297507" y="20072"/>
                  </a:lnTo>
                  <a:lnTo>
                    <a:pt x="2298579" y="19584"/>
                  </a:lnTo>
                  <a:lnTo>
                    <a:pt x="2299651" y="19102"/>
                  </a:lnTo>
                  <a:lnTo>
                    <a:pt x="2300722" y="18627"/>
                  </a:lnTo>
                  <a:lnTo>
                    <a:pt x="2301794" y="18157"/>
                  </a:lnTo>
                  <a:lnTo>
                    <a:pt x="2302865" y="17694"/>
                  </a:lnTo>
                  <a:lnTo>
                    <a:pt x="2303937" y="17237"/>
                  </a:lnTo>
                  <a:lnTo>
                    <a:pt x="2305009" y="16786"/>
                  </a:lnTo>
                  <a:lnTo>
                    <a:pt x="2306080" y="16341"/>
                  </a:lnTo>
                  <a:lnTo>
                    <a:pt x="2307152" y="15902"/>
                  </a:lnTo>
                  <a:lnTo>
                    <a:pt x="2308223" y="15470"/>
                  </a:lnTo>
                  <a:lnTo>
                    <a:pt x="2309295" y="15044"/>
                  </a:lnTo>
                  <a:lnTo>
                    <a:pt x="2310366" y="14624"/>
                  </a:lnTo>
                  <a:lnTo>
                    <a:pt x="2311438" y="14209"/>
                  </a:lnTo>
                  <a:lnTo>
                    <a:pt x="2312510" y="13802"/>
                  </a:lnTo>
                  <a:lnTo>
                    <a:pt x="2313581" y="13400"/>
                  </a:lnTo>
                  <a:lnTo>
                    <a:pt x="2314653" y="13004"/>
                  </a:lnTo>
                  <a:lnTo>
                    <a:pt x="2315724" y="12614"/>
                  </a:lnTo>
                  <a:lnTo>
                    <a:pt x="2316796" y="12231"/>
                  </a:lnTo>
                  <a:lnTo>
                    <a:pt x="2317868" y="11854"/>
                  </a:lnTo>
                  <a:lnTo>
                    <a:pt x="2318939" y="11482"/>
                  </a:lnTo>
                  <a:lnTo>
                    <a:pt x="2320011" y="11117"/>
                  </a:lnTo>
                  <a:lnTo>
                    <a:pt x="2321082" y="10758"/>
                  </a:lnTo>
                  <a:lnTo>
                    <a:pt x="2322154" y="10405"/>
                  </a:lnTo>
                  <a:lnTo>
                    <a:pt x="2323226" y="10058"/>
                  </a:lnTo>
                  <a:lnTo>
                    <a:pt x="2324297" y="9717"/>
                  </a:lnTo>
                  <a:lnTo>
                    <a:pt x="2325369" y="9382"/>
                  </a:lnTo>
                  <a:lnTo>
                    <a:pt x="2326440" y="9053"/>
                  </a:lnTo>
                  <a:lnTo>
                    <a:pt x="2327512" y="8730"/>
                  </a:lnTo>
                  <a:lnTo>
                    <a:pt x="2328584" y="8413"/>
                  </a:lnTo>
                  <a:lnTo>
                    <a:pt x="2329655" y="8102"/>
                  </a:lnTo>
                  <a:lnTo>
                    <a:pt x="2330727" y="7797"/>
                  </a:lnTo>
                  <a:lnTo>
                    <a:pt x="2331798" y="7498"/>
                  </a:lnTo>
                  <a:lnTo>
                    <a:pt x="2332870" y="7205"/>
                  </a:lnTo>
                  <a:lnTo>
                    <a:pt x="2333942" y="6918"/>
                  </a:lnTo>
                  <a:lnTo>
                    <a:pt x="2335013" y="6637"/>
                  </a:lnTo>
                  <a:lnTo>
                    <a:pt x="2336085" y="6362"/>
                  </a:lnTo>
                  <a:lnTo>
                    <a:pt x="2337156" y="6093"/>
                  </a:lnTo>
                  <a:lnTo>
                    <a:pt x="2338228" y="5830"/>
                  </a:lnTo>
                  <a:lnTo>
                    <a:pt x="2339300" y="5573"/>
                  </a:lnTo>
                  <a:lnTo>
                    <a:pt x="2340371" y="5322"/>
                  </a:lnTo>
                  <a:lnTo>
                    <a:pt x="2341443" y="5076"/>
                  </a:lnTo>
                  <a:lnTo>
                    <a:pt x="2342514" y="4837"/>
                  </a:lnTo>
                  <a:lnTo>
                    <a:pt x="2343586" y="4603"/>
                  </a:lnTo>
                  <a:lnTo>
                    <a:pt x="2344658" y="4376"/>
                  </a:lnTo>
                  <a:lnTo>
                    <a:pt x="2345729" y="4154"/>
                  </a:lnTo>
                  <a:lnTo>
                    <a:pt x="2346801" y="3938"/>
                  </a:lnTo>
                  <a:lnTo>
                    <a:pt x="2347872" y="3728"/>
                  </a:lnTo>
                  <a:lnTo>
                    <a:pt x="2348944" y="3524"/>
                  </a:lnTo>
                  <a:lnTo>
                    <a:pt x="2350016" y="3326"/>
                  </a:lnTo>
                  <a:lnTo>
                    <a:pt x="2351087" y="3133"/>
                  </a:lnTo>
                  <a:lnTo>
                    <a:pt x="2352159" y="2947"/>
                  </a:lnTo>
                  <a:lnTo>
                    <a:pt x="2353230" y="2766"/>
                  </a:lnTo>
                  <a:lnTo>
                    <a:pt x="2354302" y="2591"/>
                  </a:lnTo>
                  <a:lnTo>
                    <a:pt x="2355374" y="2422"/>
                  </a:lnTo>
                  <a:lnTo>
                    <a:pt x="2356445" y="2258"/>
                  </a:lnTo>
                  <a:lnTo>
                    <a:pt x="2357517" y="2101"/>
                  </a:lnTo>
                  <a:lnTo>
                    <a:pt x="2358588" y="1949"/>
                  </a:lnTo>
                  <a:lnTo>
                    <a:pt x="2359660" y="1803"/>
                  </a:lnTo>
                  <a:lnTo>
                    <a:pt x="2360732" y="1663"/>
                  </a:lnTo>
                  <a:lnTo>
                    <a:pt x="2361803" y="1528"/>
                  </a:lnTo>
                  <a:lnTo>
                    <a:pt x="2362875" y="1399"/>
                  </a:lnTo>
                  <a:lnTo>
                    <a:pt x="2363946" y="1276"/>
                  </a:lnTo>
                  <a:lnTo>
                    <a:pt x="2365018" y="1159"/>
                  </a:lnTo>
                  <a:lnTo>
                    <a:pt x="2366090" y="1048"/>
                  </a:lnTo>
                  <a:lnTo>
                    <a:pt x="2367161" y="942"/>
                  </a:lnTo>
                  <a:lnTo>
                    <a:pt x="2368233" y="841"/>
                  </a:lnTo>
                  <a:lnTo>
                    <a:pt x="2369304" y="747"/>
                  </a:lnTo>
                  <a:lnTo>
                    <a:pt x="2370376" y="658"/>
                  </a:lnTo>
                  <a:lnTo>
                    <a:pt x="2371448" y="575"/>
                  </a:lnTo>
                  <a:lnTo>
                    <a:pt x="2372519" y="497"/>
                  </a:lnTo>
                  <a:lnTo>
                    <a:pt x="2373591" y="426"/>
                  </a:lnTo>
                  <a:lnTo>
                    <a:pt x="2374662" y="359"/>
                  </a:lnTo>
                  <a:lnTo>
                    <a:pt x="2375734" y="299"/>
                  </a:lnTo>
                  <a:lnTo>
                    <a:pt x="2376806" y="244"/>
                  </a:lnTo>
                  <a:lnTo>
                    <a:pt x="2377877" y="194"/>
                  </a:lnTo>
                  <a:lnTo>
                    <a:pt x="2378949" y="150"/>
                  </a:lnTo>
                  <a:lnTo>
                    <a:pt x="2380020" y="112"/>
                  </a:lnTo>
                  <a:lnTo>
                    <a:pt x="2381092" y="80"/>
                  </a:lnTo>
                  <a:lnTo>
                    <a:pt x="2382164" y="52"/>
                  </a:lnTo>
                  <a:lnTo>
                    <a:pt x="2383235" y="31"/>
                  </a:lnTo>
                  <a:lnTo>
                    <a:pt x="2384307" y="15"/>
                  </a:lnTo>
                  <a:lnTo>
                    <a:pt x="2385378" y="4"/>
                  </a:lnTo>
                  <a:lnTo>
                    <a:pt x="2386450" y="0"/>
                  </a:lnTo>
                  <a:lnTo>
                    <a:pt x="2387522" y="0"/>
                  </a:lnTo>
                  <a:lnTo>
                    <a:pt x="2388593" y="6"/>
                  </a:lnTo>
                  <a:lnTo>
                    <a:pt x="2389665" y="18"/>
                  </a:lnTo>
                  <a:lnTo>
                    <a:pt x="2390736" y="35"/>
                  </a:lnTo>
                  <a:lnTo>
                    <a:pt x="2391808" y="57"/>
                  </a:lnTo>
                  <a:lnTo>
                    <a:pt x="2392880" y="85"/>
                  </a:lnTo>
                  <a:lnTo>
                    <a:pt x="2393951" y="119"/>
                  </a:lnTo>
                  <a:lnTo>
                    <a:pt x="2395023" y="157"/>
                  </a:lnTo>
                  <a:lnTo>
                    <a:pt x="2396094" y="202"/>
                  </a:lnTo>
                  <a:lnTo>
                    <a:pt x="2397166" y="251"/>
                  </a:lnTo>
                  <a:lnTo>
                    <a:pt x="2398238" y="306"/>
                  </a:lnTo>
                  <a:lnTo>
                    <a:pt x="2399309" y="367"/>
                  </a:lnTo>
                  <a:lnTo>
                    <a:pt x="2400381" y="433"/>
                  </a:lnTo>
                  <a:lnTo>
                    <a:pt x="2401452" y="504"/>
                  </a:lnTo>
                  <a:lnTo>
                    <a:pt x="2402524" y="580"/>
                  </a:lnTo>
                  <a:lnTo>
                    <a:pt x="2403596" y="662"/>
                  </a:lnTo>
                  <a:lnTo>
                    <a:pt x="2404667" y="749"/>
                  </a:lnTo>
                  <a:lnTo>
                    <a:pt x="2405739" y="842"/>
                  </a:lnTo>
                  <a:lnTo>
                    <a:pt x="2406810" y="940"/>
                  </a:lnTo>
                  <a:lnTo>
                    <a:pt x="2407882" y="1043"/>
                  </a:lnTo>
                  <a:lnTo>
                    <a:pt x="2408954" y="1151"/>
                  </a:lnTo>
                  <a:lnTo>
                    <a:pt x="2410025" y="1265"/>
                  </a:lnTo>
                  <a:lnTo>
                    <a:pt x="2411097" y="1384"/>
                  </a:lnTo>
                  <a:lnTo>
                    <a:pt x="2412168" y="1508"/>
                  </a:lnTo>
                  <a:lnTo>
                    <a:pt x="2413240" y="1638"/>
                  </a:lnTo>
                  <a:lnTo>
                    <a:pt x="2414312" y="1772"/>
                  </a:lnTo>
                  <a:lnTo>
                    <a:pt x="2415383" y="1912"/>
                  </a:lnTo>
                  <a:lnTo>
                    <a:pt x="2416455" y="2058"/>
                  </a:lnTo>
                  <a:lnTo>
                    <a:pt x="2417526" y="2208"/>
                  </a:lnTo>
                  <a:lnTo>
                    <a:pt x="2418598" y="2363"/>
                  </a:lnTo>
                  <a:lnTo>
                    <a:pt x="2419670" y="2524"/>
                  </a:lnTo>
                  <a:lnTo>
                    <a:pt x="2420741" y="2690"/>
                  </a:lnTo>
                  <a:lnTo>
                    <a:pt x="2421813" y="2861"/>
                  </a:lnTo>
                  <a:lnTo>
                    <a:pt x="2422884" y="3037"/>
                  </a:lnTo>
                  <a:lnTo>
                    <a:pt x="2423956" y="3218"/>
                  </a:lnTo>
                  <a:lnTo>
                    <a:pt x="2425028" y="3404"/>
                  </a:lnTo>
                  <a:lnTo>
                    <a:pt x="2426099" y="3596"/>
                  </a:lnTo>
                  <a:lnTo>
                    <a:pt x="2427171" y="3792"/>
                  </a:lnTo>
                  <a:lnTo>
                    <a:pt x="2428242" y="3994"/>
                  </a:lnTo>
                  <a:lnTo>
                    <a:pt x="2429314" y="4201"/>
                  </a:lnTo>
                  <a:lnTo>
                    <a:pt x="2430386" y="4412"/>
                  </a:lnTo>
                  <a:lnTo>
                    <a:pt x="2431457" y="4629"/>
                  </a:lnTo>
                  <a:lnTo>
                    <a:pt x="2432529" y="4851"/>
                  </a:lnTo>
                  <a:lnTo>
                    <a:pt x="2433600" y="5077"/>
                  </a:lnTo>
                  <a:lnTo>
                    <a:pt x="2434672" y="5309"/>
                  </a:lnTo>
                  <a:lnTo>
                    <a:pt x="2435744" y="5546"/>
                  </a:lnTo>
                  <a:lnTo>
                    <a:pt x="2436815" y="5788"/>
                  </a:lnTo>
                  <a:lnTo>
                    <a:pt x="2437887" y="6034"/>
                  </a:lnTo>
                  <a:lnTo>
                    <a:pt x="2438958" y="6286"/>
                  </a:lnTo>
                  <a:lnTo>
                    <a:pt x="2440030" y="6542"/>
                  </a:lnTo>
                  <a:lnTo>
                    <a:pt x="2441102" y="6804"/>
                  </a:lnTo>
                  <a:lnTo>
                    <a:pt x="2442173" y="7070"/>
                  </a:lnTo>
                  <a:lnTo>
                    <a:pt x="2443245" y="7342"/>
                  </a:lnTo>
                  <a:lnTo>
                    <a:pt x="2444316" y="7618"/>
                  </a:lnTo>
                  <a:lnTo>
                    <a:pt x="2445388" y="7899"/>
                  </a:lnTo>
                  <a:lnTo>
                    <a:pt x="2446460" y="8185"/>
                  </a:lnTo>
                  <a:lnTo>
                    <a:pt x="2447531" y="8475"/>
                  </a:lnTo>
                  <a:lnTo>
                    <a:pt x="2448603" y="8771"/>
                  </a:lnTo>
                  <a:lnTo>
                    <a:pt x="2449674" y="9071"/>
                  </a:lnTo>
                  <a:lnTo>
                    <a:pt x="2450746" y="9377"/>
                  </a:lnTo>
                  <a:lnTo>
                    <a:pt x="2451818" y="9687"/>
                  </a:lnTo>
                  <a:lnTo>
                    <a:pt x="2452889" y="10001"/>
                  </a:lnTo>
                  <a:lnTo>
                    <a:pt x="2453961" y="10321"/>
                  </a:lnTo>
                  <a:lnTo>
                    <a:pt x="2455032" y="10645"/>
                  </a:lnTo>
                  <a:lnTo>
                    <a:pt x="2456104" y="10974"/>
                  </a:lnTo>
                  <a:lnTo>
                    <a:pt x="2457176" y="11308"/>
                  </a:lnTo>
                  <a:lnTo>
                    <a:pt x="2458247" y="11646"/>
                  </a:lnTo>
                  <a:lnTo>
                    <a:pt x="2459319" y="11990"/>
                  </a:lnTo>
                  <a:lnTo>
                    <a:pt x="2460390" y="12337"/>
                  </a:lnTo>
                  <a:lnTo>
                    <a:pt x="2461462" y="12690"/>
                  </a:lnTo>
                  <a:lnTo>
                    <a:pt x="2462534" y="13047"/>
                  </a:lnTo>
                  <a:lnTo>
                    <a:pt x="2463605" y="13409"/>
                  </a:lnTo>
                  <a:lnTo>
                    <a:pt x="2464677" y="13775"/>
                  </a:lnTo>
                  <a:lnTo>
                    <a:pt x="2465748" y="14147"/>
                  </a:lnTo>
                  <a:lnTo>
                    <a:pt x="2466820" y="14522"/>
                  </a:lnTo>
                  <a:lnTo>
                    <a:pt x="2467892" y="14903"/>
                  </a:lnTo>
                  <a:lnTo>
                    <a:pt x="2468963" y="15287"/>
                  </a:lnTo>
                  <a:lnTo>
                    <a:pt x="2470035" y="15677"/>
                  </a:lnTo>
                  <a:lnTo>
                    <a:pt x="2471106" y="16071"/>
                  </a:lnTo>
                  <a:lnTo>
                    <a:pt x="2472178" y="16469"/>
                  </a:lnTo>
                  <a:lnTo>
                    <a:pt x="2473250" y="16872"/>
                  </a:lnTo>
                  <a:lnTo>
                    <a:pt x="2474321" y="17280"/>
                  </a:lnTo>
                  <a:lnTo>
                    <a:pt x="2475393" y="17692"/>
                  </a:lnTo>
                  <a:lnTo>
                    <a:pt x="2476464" y="18109"/>
                  </a:lnTo>
                  <a:lnTo>
                    <a:pt x="2477536" y="18530"/>
                  </a:lnTo>
                  <a:lnTo>
                    <a:pt x="2478608" y="18955"/>
                  </a:lnTo>
                  <a:lnTo>
                    <a:pt x="2479679" y="19385"/>
                  </a:lnTo>
                  <a:lnTo>
                    <a:pt x="2480751" y="19819"/>
                  </a:lnTo>
                  <a:lnTo>
                    <a:pt x="2481822" y="20258"/>
                  </a:lnTo>
                  <a:lnTo>
                    <a:pt x="2482894" y="20701"/>
                  </a:lnTo>
                  <a:lnTo>
                    <a:pt x="2483966" y="21149"/>
                  </a:lnTo>
                  <a:lnTo>
                    <a:pt x="2485037" y="21601"/>
                  </a:lnTo>
                  <a:lnTo>
                    <a:pt x="2486109" y="22057"/>
                  </a:lnTo>
                  <a:lnTo>
                    <a:pt x="2487180" y="22518"/>
                  </a:lnTo>
                  <a:lnTo>
                    <a:pt x="2488252" y="22983"/>
                  </a:lnTo>
                  <a:lnTo>
                    <a:pt x="2489323" y="23452"/>
                  </a:lnTo>
                  <a:lnTo>
                    <a:pt x="2490395" y="23926"/>
                  </a:lnTo>
                  <a:lnTo>
                    <a:pt x="2491467" y="24404"/>
                  </a:lnTo>
                  <a:lnTo>
                    <a:pt x="2492538" y="24886"/>
                  </a:lnTo>
                  <a:lnTo>
                    <a:pt x="2493610" y="25372"/>
                  </a:lnTo>
                  <a:lnTo>
                    <a:pt x="2494681" y="25863"/>
                  </a:lnTo>
                  <a:lnTo>
                    <a:pt x="2495753" y="26358"/>
                  </a:lnTo>
                  <a:lnTo>
                    <a:pt x="2496825" y="26857"/>
                  </a:lnTo>
                  <a:lnTo>
                    <a:pt x="2497896" y="27361"/>
                  </a:lnTo>
                  <a:lnTo>
                    <a:pt x="2498968" y="27868"/>
                  </a:lnTo>
                  <a:lnTo>
                    <a:pt x="2500039" y="28380"/>
                  </a:lnTo>
                  <a:lnTo>
                    <a:pt x="2501111" y="28896"/>
                  </a:lnTo>
                  <a:lnTo>
                    <a:pt x="2502183" y="29416"/>
                  </a:lnTo>
                  <a:lnTo>
                    <a:pt x="2503254" y="29940"/>
                  </a:lnTo>
                  <a:lnTo>
                    <a:pt x="2504326" y="30469"/>
                  </a:lnTo>
                  <a:lnTo>
                    <a:pt x="2505397" y="31001"/>
                  </a:lnTo>
                  <a:lnTo>
                    <a:pt x="2506469" y="31537"/>
                  </a:lnTo>
                  <a:lnTo>
                    <a:pt x="2507541" y="32078"/>
                  </a:lnTo>
                  <a:lnTo>
                    <a:pt x="2508612" y="32623"/>
                  </a:lnTo>
                  <a:lnTo>
                    <a:pt x="2509684" y="33172"/>
                  </a:lnTo>
                  <a:lnTo>
                    <a:pt x="2510755" y="33724"/>
                  </a:lnTo>
                  <a:lnTo>
                    <a:pt x="2511827" y="34281"/>
                  </a:lnTo>
                  <a:lnTo>
                    <a:pt x="2512899" y="34842"/>
                  </a:lnTo>
                  <a:lnTo>
                    <a:pt x="2513970" y="35407"/>
                  </a:lnTo>
                  <a:lnTo>
                    <a:pt x="2515042" y="35975"/>
                  </a:lnTo>
                  <a:lnTo>
                    <a:pt x="2516113" y="36548"/>
                  </a:lnTo>
                  <a:lnTo>
                    <a:pt x="2517185" y="37125"/>
                  </a:lnTo>
                  <a:lnTo>
                    <a:pt x="2518257" y="37705"/>
                  </a:lnTo>
                  <a:lnTo>
                    <a:pt x="2519328" y="38290"/>
                  </a:lnTo>
                  <a:lnTo>
                    <a:pt x="2520400" y="38878"/>
                  </a:lnTo>
                  <a:lnTo>
                    <a:pt x="2521471" y="39471"/>
                  </a:lnTo>
                  <a:lnTo>
                    <a:pt x="2522543" y="40067"/>
                  </a:lnTo>
                  <a:lnTo>
                    <a:pt x="2523615" y="40667"/>
                  </a:lnTo>
                  <a:lnTo>
                    <a:pt x="2524686" y="41271"/>
                  </a:lnTo>
                  <a:lnTo>
                    <a:pt x="2525758" y="41879"/>
                  </a:lnTo>
                  <a:lnTo>
                    <a:pt x="2526829" y="42490"/>
                  </a:lnTo>
                  <a:lnTo>
                    <a:pt x="2527901" y="43106"/>
                  </a:lnTo>
                  <a:lnTo>
                    <a:pt x="2528973" y="43725"/>
                  </a:lnTo>
                  <a:lnTo>
                    <a:pt x="2530044" y="44348"/>
                  </a:lnTo>
                  <a:lnTo>
                    <a:pt x="2531116" y="44975"/>
                  </a:lnTo>
                  <a:lnTo>
                    <a:pt x="2532187" y="45605"/>
                  </a:lnTo>
                  <a:lnTo>
                    <a:pt x="2533259" y="46240"/>
                  </a:lnTo>
                  <a:lnTo>
                    <a:pt x="2534331" y="46877"/>
                  </a:lnTo>
                  <a:lnTo>
                    <a:pt x="2535402" y="47519"/>
                  </a:lnTo>
                  <a:lnTo>
                    <a:pt x="2536474" y="48164"/>
                  </a:lnTo>
                  <a:lnTo>
                    <a:pt x="2537545" y="48813"/>
                  </a:lnTo>
                  <a:lnTo>
                    <a:pt x="2538617" y="49466"/>
                  </a:lnTo>
                  <a:lnTo>
                    <a:pt x="2539689" y="50122"/>
                  </a:lnTo>
                  <a:lnTo>
                    <a:pt x="2540760" y="50782"/>
                  </a:lnTo>
                  <a:lnTo>
                    <a:pt x="2541832" y="51446"/>
                  </a:lnTo>
                  <a:lnTo>
                    <a:pt x="2542903" y="52113"/>
                  </a:lnTo>
                  <a:lnTo>
                    <a:pt x="2543975" y="52784"/>
                  </a:lnTo>
                  <a:lnTo>
                    <a:pt x="2545047" y="53458"/>
                  </a:lnTo>
                  <a:lnTo>
                    <a:pt x="2546118" y="54136"/>
                  </a:lnTo>
                  <a:lnTo>
                    <a:pt x="2547190" y="54818"/>
                  </a:lnTo>
                  <a:lnTo>
                    <a:pt x="2548261" y="55503"/>
                  </a:lnTo>
                  <a:lnTo>
                    <a:pt x="2549333" y="56191"/>
                  </a:lnTo>
                  <a:lnTo>
                    <a:pt x="2550405" y="56883"/>
                  </a:lnTo>
                  <a:lnTo>
                    <a:pt x="2551476" y="57578"/>
                  </a:lnTo>
                  <a:lnTo>
                    <a:pt x="2552548" y="58277"/>
                  </a:lnTo>
                  <a:lnTo>
                    <a:pt x="2553619" y="58980"/>
                  </a:lnTo>
                  <a:lnTo>
                    <a:pt x="2554691" y="59686"/>
                  </a:lnTo>
                  <a:lnTo>
                    <a:pt x="2555763" y="60395"/>
                  </a:lnTo>
                  <a:lnTo>
                    <a:pt x="2556834" y="61107"/>
                  </a:lnTo>
                  <a:lnTo>
                    <a:pt x="2557906" y="61824"/>
                  </a:lnTo>
                  <a:lnTo>
                    <a:pt x="2558977" y="62543"/>
                  </a:lnTo>
                  <a:lnTo>
                    <a:pt x="2560049" y="63266"/>
                  </a:lnTo>
                  <a:lnTo>
                    <a:pt x="2561121" y="63992"/>
                  </a:lnTo>
                  <a:lnTo>
                    <a:pt x="2562192" y="64721"/>
                  </a:lnTo>
                  <a:lnTo>
                    <a:pt x="2563264" y="65454"/>
                  </a:lnTo>
                  <a:lnTo>
                    <a:pt x="2564335" y="66190"/>
                  </a:lnTo>
                  <a:lnTo>
                    <a:pt x="2565407" y="66930"/>
                  </a:lnTo>
                  <a:lnTo>
                    <a:pt x="2566479" y="67673"/>
                  </a:lnTo>
                  <a:lnTo>
                    <a:pt x="2567550" y="68418"/>
                  </a:lnTo>
                  <a:lnTo>
                    <a:pt x="2568622" y="69168"/>
                  </a:lnTo>
                  <a:lnTo>
                    <a:pt x="2569693" y="69920"/>
                  </a:lnTo>
                  <a:lnTo>
                    <a:pt x="2570765" y="70676"/>
                  </a:lnTo>
                  <a:lnTo>
                    <a:pt x="2571837" y="71435"/>
                  </a:lnTo>
                  <a:lnTo>
                    <a:pt x="2572908" y="72197"/>
                  </a:lnTo>
                  <a:lnTo>
                    <a:pt x="2573980" y="72962"/>
                  </a:lnTo>
                  <a:lnTo>
                    <a:pt x="2575051" y="73730"/>
                  </a:lnTo>
                  <a:lnTo>
                    <a:pt x="2576123" y="74502"/>
                  </a:lnTo>
                  <a:lnTo>
                    <a:pt x="2577195" y="75277"/>
                  </a:lnTo>
                  <a:lnTo>
                    <a:pt x="2578266" y="76054"/>
                  </a:lnTo>
                  <a:lnTo>
                    <a:pt x="2579338" y="76835"/>
                  </a:lnTo>
                  <a:lnTo>
                    <a:pt x="2580409" y="77619"/>
                  </a:lnTo>
                  <a:lnTo>
                    <a:pt x="2581481" y="78406"/>
                  </a:lnTo>
                  <a:lnTo>
                    <a:pt x="2582553" y="79196"/>
                  </a:lnTo>
                  <a:lnTo>
                    <a:pt x="2583624" y="79989"/>
                  </a:lnTo>
                  <a:lnTo>
                    <a:pt x="2584696" y="80786"/>
                  </a:lnTo>
                  <a:lnTo>
                    <a:pt x="2585767" y="81585"/>
                  </a:lnTo>
                  <a:lnTo>
                    <a:pt x="2586839" y="82387"/>
                  </a:lnTo>
                  <a:lnTo>
                    <a:pt x="2587911" y="83192"/>
                  </a:lnTo>
                  <a:lnTo>
                    <a:pt x="2588982" y="84000"/>
                  </a:lnTo>
                  <a:lnTo>
                    <a:pt x="2590054" y="84811"/>
                  </a:lnTo>
                  <a:lnTo>
                    <a:pt x="2591125" y="85625"/>
                  </a:lnTo>
                  <a:lnTo>
                    <a:pt x="2592197" y="86442"/>
                  </a:lnTo>
                  <a:lnTo>
                    <a:pt x="2593269" y="87262"/>
                  </a:lnTo>
                  <a:lnTo>
                    <a:pt x="2594340" y="88085"/>
                  </a:lnTo>
                  <a:lnTo>
                    <a:pt x="2595412" y="88910"/>
                  </a:lnTo>
                  <a:lnTo>
                    <a:pt x="2596483" y="89739"/>
                  </a:lnTo>
                  <a:lnTo>
                    <a:pt x="2597555" y="90570"/>
                  </a:lnTo>
                  <a:lnTo>
                    <a:pt x="2598627" y="91404"/>
                  </a:lnTo>
                  <a:lnTo>
                    <a:pt x="2599698" y="92241"/>
                  </a:lnTo>
                  <a:lnTo>
                    <a:pt x="2600770" y="93081"/>
                  </a:lnTo>
                  <a:lnTo>
                    <a:pt x="2601841" y="93924"/>
                  </a:lnTo>
                  <a:lnTo>
                    <a:pt x="2602913" y="94769"/>
                  </a:lnTo>
                  <a:lnTo>
                    <a:pt x="2603985" y="95617"/>
                  </a:lnTo>
                  <a:lnTo>
                    <a:pt x="2605056" y="96468"/>
                  </a:lnTo>
                  <a:lnTo>
                    <a:pt x="2606128" y="97322"/>
                  </a:lnTo>
                  <a:lnTo>
                    <a:pt x="2607199" y="98178"/>
                  </a:lnTo>
                  <a:lnTo>
                    <a:pt x="2608271" y="99037"/>
                  </a:lnTo>
                  <a:lnTo>
                    <a:pt x="2609343" y="99899"/>
                  </a:lnTo>
                  <a:lnTo>
                    <a:pt x="2610414" y="100763"/>
                  </a:lnTo>
                  <a:lnTo>
                    <a:pt x="2611486" y="101630"/>
                  </a:lnTo>
                  <a:lnTo>
                    <a:pt x="2612557" y="102500"/>
                  </a:lnTo>
                  <a:lnTo>
                    <a:pt x="2613629" y="103372"/>
                  </a:lnTo>
                  <a:lnTo>
                    <a:pt x="2614701" y="104247"/>
                  </a:lnTo>
                  <a:lnTo>
                    <a:pt x="2615772" y="105125"/>
                  </a:lnTo>
                  <a:lnTo>
                    <a:pt x="2616844" y="106005"/>
                  </a:lnTo>
                  <a:lnTo>
                    <a:pt x="2617915" y="106887"/>
                  </a:lnTo>
                  <a:lnTo>
                    <a:pt x="2618987" y="107773"/>
                  </a:lnTo>
                  <a:lnTo>
                    <a:pt x="2620059" y="108660"/>
                  </a:lnTo>
                  <a:lnTo>
                    <a:pt x="2621130" y="109551"/>
                  </a:lnTo>
                  <a:lnTo>
                    <a:pt x="2622202" y="110443"/>
                  </a:lnTo>
                  <a:lnTo>
                    <a:pt x="2623273" y="111339"/>
                  </a:lnTo>
                  <a:lnTo>
                    <a:pt x="2624345" y="112236"/>
                  </a:lnTo>
                  <a:lnTo>
                    <a:pt x="2625417" y="113137"/>
                  </a:lnTo>
                  <a:lnTo>
                    <a:pt x="2626488" y="114039"/>
                  </a:lnTo>
                  <a:lnTo>
                    <a:pt x="2627560" y="114944"/>
                  </a:lnTo>
                  <a:lnTo>
                    <a:pt x="2628631" y="115852"/>
                  </a:lnTo>
                  <a:lnTo>
                    <a:pt x="2629703" y="116762"/>
                  </a:lnTo>
                  <a:lnTo>
                    <a:pt x="2630775" y="117674"/>
                  </a:lnTo>
                  <a:lnTo>
                    <a:pt x="2631846" y="118589"/>
                  </a:lnTo>
                  <a:lnTo>
                    <a:pt x="2632918" y="119506"/>
                  </a:lnTo>
                  <a:lnTo>
                    <a:pt x="2633989" y="120426"/>
                  </a:lnTo>
                  <a:lnTo>
                    <a:pt x="2635061" y="121347"/>
                  </a:lnTo>
                  <a:lnTo>
                    <a:pt x="2636133" y="122272"/>
                  </a:lnTo>
                  <a:lnTo>
                    <a:pt x="2637204" y="123198"/>
                  </a:lnTo>
                  <a:lnTo>
                    <a:pt x="2638276" y="124127"/>
                  </a:lnTo>
                  <a:lnTo>
                    <a:pt x="2639347" y="125058"/>
                  </a:lnTo>
                  <a:lnTo>
                    <a:pt x="2640419" y="125991"/>
                  </a:lnTo>
                  <a:lnTo>
                    <a:pt x="2641491" y="126926"/>
                  </a:lnTo>
                  <a:lnTo>
                    <a:pt x="2642562" y="127864"/>
                  </a:lnTo>
                  <a:lnTo>
                    <a:pt x="2643634" y="128804"/>
                  </a:lnTo>
                  <a:lnTo>
                    <a:pt x="2644705" y="129746"/>
                  </a:lnTo>
                  <a:lnTo>
                    <a:pt x="2645777" y="130691"/>
                  </a:lnTo>
                  <a:lnTo>
                    <a:pt x="2646849" y="131637"/>
                  </a:lnTo>
                  <a:lnTo>
                    <a:pt x="2647920" y="132586"/>
                  </a:lnTo>
                  <a:lnTo>
                    <a:pt x="2648992" y="133537"/>
                  </a:lnTo>
                  <a:lnTo>
                    <a:pt x="2650063" y="134490"/>
                  </a:lnTo>
                  <a:lnTo>
                    <a:pt x="2651135" y="135445"/>
                  </a:lnTo>
                  <a:lnTo>
                    <a:pt x="2652207" y="136402"/>
                  </a:lnTo>
                  <a:lnTo>
                    <a:pt x="2653278" y="137361"/>
                  </a:lnTo>
                  <a:lnTo>
                    <a:pt x="2654350" y="138323"/>
                  </a:lnTo>
                  <a:lnTo>
                    <a:pt x="2655421" y="139286"/>
                  </a:lnTo>
                  <a:lnTo>
                    <a:pt x="2656493" y="140252"/>
                  </a:lnTo>
                  <a:lnTo>
                    <a:pt x="2657565" y="141219"/>
                  </a:lnTo>
                  <a:lnTo>
                    <a:pt x="2658636" y="142189"/>
                  </a:lnTo>
                  <a:lnTo>
                    <a:pt x="2659708" y="143160"/>
                  </a:lnTo>
                  <a:lnTo>
                    <a:pt x="2660779" y="144134"/>
                  </a:lnTo>
                  <a:lnTo>
                    <a:pt x="2661851" y="145109"/>
                  </a:lnTo>
                  <a:lnTo>
                    <a:pt x="2662922" y="146087"/>
                  </a:lnTo>
                  <a:lnTo>
                    <a:pt x="2663994" y="147066"/>
                  </a:lnTo>
                  <a:lnTo>
                    <a:pt x="2665066" y="148047"/>
                  </a:lnTo>
                  <a:lnTo>
                    <a:pt x="2666137" y="149031"/>
                  </a:lnTo>
                  <a:lnTo>
                    <a:pt x="2667209" y="150016"/>
                  </a:lnTo>
                  <a:lnTo>
                    <a:pt x="2668280" y="151003"/>
                  </a:lnTo>
                  <a:lnTo>
                    <a:pt x="2669352" y="151992"/>
                  </a:lnTo>
                  <a:lnTo>
                    <a:pt x="2670424" y="152983"/>
                  </a:lnTo>
                  <a:lnTo>
                    <a:pt x="2671495" y="153975"/>
                  </a:lnTo>
                  <a:lnTo>
                    <a:pt x="2672567" y="154970"/>
                  </a:lnTo>
                  <a:lnTo>
                    <a:pt x="2673638" y="155966"/>
                  </a:lnTo>
                  <a:lnTo>
                    <a:pt x="2674710" y="156964"/>
                  </a:lnTo>
                  <a:lnTo>
                    <a:pt x="2675782" y="157964"/>
                  </a:lnTo>
                  <a:lnTo>
                    <a:pt x="2676853" y="158966"/>
                  </a:lnTo>
                  <a:lnTo>
                    <a:pt x="2677925" y="159970"/>
                  </a:lnTo>
                  <a:lnTo>
                    <a:pt x="2678996" y="160975"/>
                  </a:lnTo>
                  <a:lnTo>
                    <a:pt x="2680068" y="161982"/>
                  </a:lnTo>
                  <a:lnTo>
                    <a:pt x="2681140" y="162990"/>
                  </a:lnTo>
                  <a:lnTo>
                    <a:pt x="2682211" y="164001"/>
                  </a:lnTo>
                  <a:lnTo>
                    <a:pt x="2683283" y="165013"/>
                  </a:lnTo>
                  <a:lnTo>
                    <a:pt x="2684354" y="166027"/>
                  </a:lnTo>
                  <a:lnTo>
                    <a:pt x="2685426" y="167042"/>
                  </a:lnTo>
                  <a:lnTo>
                    <a:pt x="2686498" y="168059"/>
                  </a:lnTo>
                  <a:lnTo>
                    <a:pt x="2687569" y="169078"/>
                  </a:lnTo>
                  <a:lnTo>
                    <a:pt x="2688641" y="170098"/>
                  </a:lnTo>
                  <a:lnTo>
                    <a:pt x="2689712" y="171120"/>
                  </a:lnTo>
                  <a:lnTo>
                    <a:pt x="2690784" y="172144"/>
                  </a:lnTo>
                  <a:lnTo>
                    <a:pt x="2691856" y="173169"/>
                  </a:lnTo>
                  <a:lnTo>
                    <a:pt x="2692927" y="174196"/>
                  </a:lnTo>
                  <a:lnTo>
                    <a:pt x="2693999" y="175224"/>
                  </a:lnTo>
                  <a:lnTo>
                    <a:pt x="2695070" y="176254"/>
                  </a:lnTo>
                  <a:lnTo>
                    <a:pt x="2696142" y="177286"/>
                  </a:lnTo>
                  <a:lnTo>
                    <a:pt x="2697214" y="178318"/>
                  </a:lnTo>
                  <a:lnTo>
                    <a:pt x="2698285" y="179353"/>
                  </a:lnTo>
                  <a:lnTo>
                    <a:pt x="2699357" y="180389"/>
                  </a:lnTo>
                  <a:lnTo>
                    <a:pt x="2700428" y="181426"/>
                  </a:lnTo>
                  <a:lnTo>
                    <a:pt x="2701500" y="182465"/>
                  </a:lnTo>
                  <a:lnTo>
                    <a:pt x="2702572" y="183505"/>
                  </a:lnTo>
                  <a:lnTo>
                    <a:pt x="2703643" y="184547"/>
                  </a:lnTo>
                  <a:lnTo>
                    <a:pt x="2704715" y="185590"/>
                  </a:lnTo>
                  <a:lnTo>
                    <a:pt x="2705786" y="186635"/>
                  </a:lnTo>
                  <a:lnTo>
                    <a:pt x="2706858" y="187681"/>
                  </a:lnTo>
                  <a:lnTo>
                    <a:pt x="2707930" y="188728"/>
                  </a:lnTo>
                  <a:lnTo>
                    <a:pt x="2709001" y="189777"/>
                  </a:lnTo>
                  <a:lnTo>
                    <a:pt x="2710073" y="190827"/>
                  </a:lnTo>
                  <a:lnTo>
                    <a:pt x="2711144" y="191878"/>
                  </a:lnTo>
                  <a:lnTo>
                    <a:pt x="2712216" y="192931"/>
                  </a:lnTo>
                  <a:lnTo>
                    <a:pt x="2713288" y="193985"/>
                  </a:lnTo>
                  <a:lnTo>
                    <a:pt x="2714359" y="195041"/>
                  </a:lnTo>
                  <a:lnTo>
                    <a:pt x="2715431" y="196097"/>
                  </a:lnTo>
                  <a:lnTo>
                    <a:pt x="2716502" y="197155"/>
                  </a:lnTo>
                  <a:lnTo>
                    <a:pt x="2717574" y="198215"/>
                  </a:lnTo>
                  <a:lnTo>
                    <a:pt x="2718646" y="199275"/>
                  </a:lnTo>
                  <a:lnTo>
                    <a:pt x="2719717" y="200337"/>
                  </a:lnTo>
                  <a:lnTo>
                    <a:pt x="2720789" y="201400"/>
                  </a:lnTo>
                  <a:lnTo>
                    <a:pt x="2721860" y="202464"/>
                  </a:lnTo>
                  <a:lnTo>
                    <a:pt x="2722932" y="203529"/>
                  </a:lnTo>
                  <a:lnTo>
                    <a:pt x="2724004" y="204596"/>
                  </a:lnTo>
                  <a:lnTo>
                    <a:pt x="2725075" y="205663"/>
                  </a:lnTo>
                  <a:lnTo>
                    <a:pt x="2726147" y="206732"/>
                  </a:lnTo>
                  <a:lnTo>
                    <a:pt x="2727218" y="207802"/>
                  </a:lnTo>
                  <a:lnTo>
                    <a:pt x="2728290" y="208873"/>
                  </a:lnTo>
                  <a:lnTo>
                    <a:pt x="2729362" y="209946"/>
                  </a:lnTo>
                  <a:lnTo>
                    <a:pt x="2730433" y="211019"/>
                  </a:lnTo>
                  <a:lnTo>
                    <a:pt x="2731505" y="212094"/>
                  </a:lnTo>
                  <a:lnTo>
                    <a:pt x="2732576" y="213169"/>
                  </a:lnTo>
                  <a:lnTo>
                    <a:pt x="2733648" y="214246"/>
                  </a:lnTo>
                  <a:lnTo>
                    <a:pt x="2734720" y="215324"/>
                  </a:lnTo>
                  <a:lnTo>
                    <a:pt x="2735791" y="216402"/>
                  </a:lnTo>
                  <a:lnTo>
                    <a:pt x="2736863" y="217482"/>
                  </a:lnTo>
                  <a:lnTo>
                    <a:pt x="2737934" y="218563"/>
                  </a:lnTo>
                  <a:lnTo>
                    <a:pt x="2739006" y="219645"/>
                  </a:lnTo>
                  <a:lnTo>
                    <a:pt x="2740078" y="220728"/>
                  </a:lnTo>
                  <a:lnTo>
                    <a:pt x="2741149" y="221811"/>
                  </a:lnTo>
                  <a:lnTo>
                    <a:pt x="2742221" y="222896"/>
                  </a:lnTo>
                  <a:lnTo>
                    <a:pt x="2743292" y="223982"/>
                  </a:lnTo>
                  <a:lnTo>
                    <a:pt x="2744364" y="225068"/>
                  </a:lnTo>
                  <a:lnTo>
                    <a:pt x="2745436" y="226156"/>
                  </a:lnTo>
                  <a:lnTo>
                    <a:pt x="2746507" y="227244"/>
                  </a:lnTo>
                  <a:lnTo>
                    <a:pt x="2747579" y="228334"/>
                  </a:lnTo>
                  <a:lnTo>
                    <a:pt x="2748650" y="229424"/>
                  </a:lnTo>
                  <a:lnTo>
                    <a:pt x="2749722" y="230515"/>
                  </a:lnTo>
                  <a:lnTo>
                    <a:pt x="2750794" y="231607"/>
                  </a:lnTo>
                  <a:lnTo>
                    <a:pt x="2751865" y="232700"/>
                  </a:lnTo>
                  <a:lnTo>
                    <a:pt x="2752937" y="233794"/>
                  </a:lnTo>
                  <a:lnTo>
                    <a:pt x="2754008" y="234889"/>
                  </a:lnTo>
                  <a:lnTo>
                    <a:pt x="2755080" y="235984"/>
                  </a:lnTo>
                  <a:lnTo>
                    <a:pt x="2756152" y="237080"/>
                  </a:lnTo>
                  <a:lnTo>
                    <a:pt x="2757223" y="238177"/>
                  </a:lnTo>
                  <a:lnTo>
                    <a:pt x="2758295" y="239275"/>
                  </a:lnTo>
                  <a:lnTo>
                    <a:pt x="2759366" y="240374"/>
                  </a:lnTo>
                  <a:lnTo>
                    <a:pt x="2760438" y="241473"/>
                  </a:lnTo>
                  <a:lnTo>
                    <a:pt x="2761510" y="242573"/>
                  </a:lnTo>
                  <a:lnTo>
                    <a:pt x="2762581" y="243674"/>
                  </a:lnTo>
                  <a:lnTo>
                    <a:pt x="2763653" y="244776"/>
                  </a:lnTo>
                  <a:lnTo>
                    <a:pt x="2764724" y="245878"/>
                  </a:lnTo>
                  <a:lnTo>
                    <a:pt x="2765796" y="246981"/>
                  </a:lnTo>
                  <a:lnTo>
                    <a:pt x="2766868" y="248084"/>
                  </a:lnTo>
                  <a:lnTo>
                    <a:pt x="2767939" y="249189"/>
                  </a:lnTo>
                  <a:lnTo>
                    <a:pt x="2769011" y="250294"/>
                  </a:lnTo>
                  <a:lnTo>
                    <a:pt x="2770082" y="251399"/>
                  </a:lnTo>
                  <a:lnTo>
                    <a:pt x="2771154" y="252506"/>
                  </a:lnTo>
                  <a:lnTo>
                    <a:pt x="2772226" y="253613"/>
                  </a:lnTo>
                  <a:lnTo>
                    <a:pt x="2773297" y="254720"/>
                  </a:lnTo>
                  <a:lnTo>
                    <a:pt x="2774369" y="255828"/>
                  </a:lnTo>
                  <a:lnTo>
                    <a:pt x="2775440" y="256937"/>
                  </a:lnTo>
                  <a:lnTo>
                    <a:pt x="2776512" y="258046"/>
                  </a:lnTo>
                  <a:lnTo>
                    <a:pt x="2777584" y="259156"/>
                  </a:lnTo>
                  <a:lnTo>
                    <a:pt x="2778655" y="260267"/>
                  </a:lnTo>
                  <a:lnTo>
                    <a:pt x="2779727" y="261378"/>
                  </a:lnTo>
                  <a:lnTo>
                    <a:pt x="2780798" y="262489"/>
                  </a:lnTo>
                  <a:lnTo>
                    <a:pt x="2781870" y="263601"/>
                  </a:lnTo>
                  <a:lnTo>
                    <a:pt x="2782942" y="264714"/>
                  </a:lnTo>
                  <a:lnTo>
                    <a:pt x="2784013" y="265827"/>
                  </a:lnTo>
                  <a:lnTo>
                    <a:pt x="2785085" y="266940"/>
                  </a:lnTo>
                  <a:lnTo>
                    <a:pt x="2786156" y="268054"/>
                  </a:lnTo>
                  <a:lnTo>
                    <a:pt x="2787228" y="269169"/>
                  </a:lnTo>
                  <a:lnTo>
                    <a:pt x="2788300" y="270284"/>
                  </a:lnTo>
                  <a:lnTo>
                    <a:pt x="2789371" y="271399"/>
                  </a:lnTo>
                  <a:lnTo>
                    <a:pt x="2790443" y="272515"/>
                  </a:lnTo>
                  <a:lnTo>
                    <a:pt x="2791514" y="273631"/>
                  </a:lnTo>
                  <a:lnTo>
                    <a:pt x="2792586" y="274748"/>
                  </a:lnTo>
                  <a:lnTo>
                    <a:pt x="2793658" y="275865"/>
                  </a:lnTo>
                  <a:lnTo>
                    <a:pt x="2794729" y="276982"/>
                  </a:lnTo>
                  <a:lnTo>
                    <a:pt x="2795801" y="278100"/>
                  </a:lnTo>
                  <a:lnTo>
                    <a:pt x="2796872" y="279218"/>
                  </a:lnTo>
                  <a:lnTo>
                    <a:pt x="2797944" y="280337"/>
                  </a:lnTo>
                  <a:lnTo>
                    <a:pt x="2799016" y="281456"/>
                  </a:lnTo>
                  <a:lnTo>
                    <a:pt x="2800087" y="282575"/>
                  </a:lnTo>
                  <a:lnTo>
                    <a:pt x="2801159" y="283694"/>
                  </a:lnTo>
                  <a:lnTo>
                    <a:pt x="2802230" y="284814"/>
                  </a:lnTo>
                  <a:lnTo>
                    <a:pt x="2803302" y="285934"/>
                  </a:lnTo>
                  <a:lnTo>
                    <a:pt x="2804374" y="287055"/>
                  </a:lnTo>
                  <a:lnTo>
                    <a:pt x="2805445" y="288176"/>
                  </a:lnTo>
                  <a:lnTo>
                    <a:pt x="2806517" y="289297"/>
                  </a:lnTo>
                  <a:lnTo>
                    <a:pt x="2807588" y="290418"/>
                  </a:lnTo>
                  <a:lnTo>
                    <a:pt x="2808660" y="291539"/>
                  </a:lnTo>
                  <a:lnTo>
                    <a:pt x="2809732" y="292661"/>
                  </a:lnTo>
                  <a:lnTo>
                    <a:pt x="2810803" y="293783"/>
                  </a:lnTo>
                  <a:lnTo>
                    <a:pt x="2811875" y="294905"/>
                  </a:lnTo>
                  <a:lnTo>
                    <a:pt x="2812946" y="296028"/>
                  </a:lnTo>
                  <a:lnTo>
                    <a:pt x="2814018" y="297150"/>
                  </a:lnTo>
                  <a:lnTo>
                    <a:pt x="2815090" y="298273"/>
                  </a:lnTo>
                  <a:lnTo>
                    <a:pt x="2816161" y="299396"/>
                  </a:lnTo>
                  <a:lnTo>
                    <a:pt x="2817233" y="300519"/>
                  </a:lnTo>
                  <a:lnTo>
                    <a:pt x="2818304" y="301642"/>
                  </a:lnTo>
                  <a:lnTo>
                    <a:pt x="2819376" y="302766"/>
                  </a:lnTo>
                  <a:lnTo>
                    <a:pt x="2820448" y="303889"/>
                  </a:lnTo>
                  <a:lnTo>
                    <a:pt x="2821519" y="305013"/>
                  </a:lnTo>
                  <a:lnTo>
                    <a:pt x="2822591" y="306136"/>
                  </a:lnTo>
                  <a:lnTo>
                    <a:pt x="2823662" y="307260"/>
                  </a:lnTo>
                  <a:lnTo>
                    <a:pt x="2824734" y="308384"/>
                  </a:lnTo>
                  <a:lnTo>
                    <a:pt x="2825806" y="309508"/>
                  </a:lnTo>
                  <a:lnTo>
                    <a:pt x="2826877" y="310632"/>
                  </a:lnTo>
                  <a:lnTo>
                    <a:pt x="2827949" y="311756"/>
                  </a:lnTo>
                  <a:lnTo>
                    <a:pt x="2829020" y="312881"/>
                  </a:lnTo>
                  <a:lnTo>
                    <a:pt x="2830092" y="314005"/>
                  </a:lnTo>
                  <a:lnTo>
                    <a:pt x="2831164" y="315129"/>
                  </a:lnTo>
                  <a:lnTo>
                    <a:pt x="2832235" y="316253"/>
                  </a:lnTo>
                  <a:lnTo>
                    <a:pt x="2833307" y="317378"/>
                  </a:lnTo>
                  <a:lnTo>
                    <a:pt x="2834378" y="318502"/>
                  </a:lnTo>
                  <a:lnTo>
                    <a:pt x="2835450" y="319626"/>
                  </a:lnTo>
                  <a:lnTo>
                    <a:pt x="2836522" y="320751"/>
                  </a:lnTo>
                  <a:lnTo>
                    <a:pt x="2837593" y="321875"/>
                  </a:lnTo>
                  <a:lnTo>
                    <a:pt x="2838665" y="322999"/>
                  </a:lnTo>
                  <a:lnTo>
                    <a:pt x="2839736" y="324123"/>
                  </a:lnTo>
                  <a:lnTo>
                    <a:pt x="2840808" y="325247"/>
                  </a:lnTo>
                  <a:lnTo>
                    <a:pt x="2841879" y="326371"/>
                  </a:lnTo>
                  <a:lnTo>
                    <a:pt x="2842951" y="327495"/>
                  </a:lnTo>
                  <a:lnTo>
                    <a:pt x="2844023" y="328619"/>
                  </a:lnTo>
                  <a:lnTo>
                    <a:pt x="2845094" y="329743"/>
                  </a:lnTo>
                  <a:lnTo>
                    <a:pt x="2846166" y="330866"/>
                  </a:lnTo>
                  <a:lnTo>
                    <a:pt x="2847237" y="331990"/>
                  </a:lnTo>
                  <a:lnTo>
                    <a:pt x="2848309" y="333113"/>
                  </a:lnTo>
                  <a:lnTo>
                    <a:pt x="2849381" y="334237"/>
                  </a:lnTo>
                  <a:lnTo>
                    <a:pt x="2850452" y="335360"/>
                  </a:lnTo>
                  <a:lnTo>
                    <a:pt x="2851524" y="336483"/>
                  </a:lnTo>
                  <a:lnTo>
                    <a:pt x="2852595" y="337605"/>
                  </a:lnTo>
                  <a:lnTo>
                    <a:pt x="2853667" y="338728"/>
                  </a:lnTo>
                  <a:lnTo>
                    <a:pt x="2854739" y="339850"/>
                  </a:lnTo>
                  <a:lnTo>
                    <a:pt x="2855810" y="340973"/>
                  </a:lnTo>
                  <a:lnTo>
                    <a:pt x="2856882" y="342095"/>
                  </a:lnTo>
                  <a:lnTo>
                    <a:pt x="2857953" y="343217"/>
                  </a:lnTo>
                  <a:lnTo>
                    <a:pt x="2859025" y="344338"/>
                  </a:lnTo>
                  <a:lnTo>
                    <a:pt x="2860097" y="345460"/>
                  </a:lnTo>
                  <a:lnTo>
                    <a:pt x="2861168" y="346581"/>
                  </a:lnTo>
                  <a:lnTo>
                    <a:pt x="2862240" y="347702"/>
                  </a:lnTo>
                  <a:lnTo>
                    <a:pt x="2863311" y="348822"/>
                  </a:lnTo>
                  <a:lnTo>
                    <a:pt x="2864383" y="349943"/>
                  </a:lnTo>
                  <a:lnTo>
                    <a:pt x="2865455" y="351063"/>
                  </a:lnTo>
                  <a:lnTo>
                    <a:pt x="2866526" y="352183"/>
                  </a:lnTo>
                  <a:lnTo>
                    <a:pt x="2867598" y="353302"/>
                  </a:lnTo>
                  <a:lnTo>
                    <a:pt x="2868669" y="354422"/>
                  </a:lnTo>
                  <a:lnTo>
                    <a:pt x="2869741" y="355540"/>
                  </a:lnTo>
                  <a:lnTo>
                    <a:pt x="2870813" y="356659"/>
                  </a:lnTo>
                  <a:lnTo>
                    <a:pt x="2871884" y="357777"/>
                  </a:lnTo>
                  <a:lnTo>
                    <a:pt x="2872956" y="358895"/>
                  </a:lnTo>
                  <a:lnTo>
                    <a:pt x="2874027" y="360013"/>
                  </a:lnTo>
                  <a:lnTo>
                    <a:pt x="2875099" y="361130"/>
                  </a:lnTo>
                  <a:lnTo>
                    <a:pt x="2876171" y="362247"/>
                  </a:lnTo>
                  <a:lnTo>
                    <a:pt x="2877242" y="363364"/>
                  </a:lnTo>
                  <a:lnTo>
                    <a:pt x="2878314" y="364480"/>
                  </a:lnTo>
                  <a:lnTo>
                    <a:pt x="2879385" y="365596"/>
                  </a:lnTo>
                  <a:lnTo>
                    <a:pt x="2880457" y="366711"/>
                  </a:lnTo>
                  <a:lnTo>
                    <a:pt x="2881529" y="367826"/>
                  </a:lnTo>
                  <a:lnTo>
                    <a:pt x="2882600" y="368941"/>
                  </a:lnTo>
                  <a:lnTo>
                    <a:pt x="2883672" y="370055"/>
                  </a:lnTo>
                  <a:lnTo>
                    <a:pt x="2884743" y="371169"/>
                  </a:lnTo>
                  <a:lnTo>
                    <a:pt x="2885815" y="372282"/>
                  </a:lnTo>
                  <a:lnTo>
                    <a:pt x="2886887" y="373395"/>
                  </a:lnTo>
                  <a:lnTo>
                    <a:pt x="2887958" y="374507"/>
                  </a:lnTo>
                  <a:lnTo>
                    <a:pt x="2889030" y="375619"/>
                  </a:lnTo>
                  <a:lnTo>
                    <a:pt x="2890101" y="376730"/>
                  </a:lnTo>
                  <a:lnTo>
                    <a:pt x="2891173" y="377841"/>
                  </a:lnTo>
                  <a:lnTo>
                    <a:pt x="2892245" y="378952"/>
                  </a:lnTo>
                  <a:lnTo>
                    <a:pt x="2893316" y="380062"/>
                  </a:lnTo>
                  <a:lnTo>
                    <a:pt x="2894388" y="381172"/>
                  </a:lnTo>
                  <a:lnTo>
                    <a:pt x="2895459" y="382281"/>
                  </a:lnTo>
                  <a:lnTo>
                    <a:pt x="2896531" y="383389"/>
                  </a:lnTo>
                  <a:lnTo>
                    <a:pt x="2897603" y="384497"/>
                  </a:lnTo>
                  <a:lnTo>
                    <a:pt x="2898674" y="385605"/>
                  </a:lnTo>
                  <a:lnTo>
                    <a:pt x="2899746" y="386711"/>
                  </a:lnTo>
                  <a:lnTo>
                    <a:pt x="2900817" y="387818"/>
                  </a:lnTo>
                  <a:lnTo>
                    <a:pt x="2901889" y="388924"/>
                  </a:lnTo>
                  <a:lnTo>
                    <a:pt x="2902961" y="390029"/>
                  </a:lnTo>
                  <a:lnTo>
                    <a:pt x="2904032" y="391134"/>
                  </a:lnTo>
                  <a:lnTo>
                    <a:pt x="2905104" y="392238"/>
                  </a:lnTo>
                  <a:lnTo>
                    <a:pt x="2906175" y="393341"/>
                  </a:lnTo>
                  <a:lnTo>
                    <a:pt x="2907247" y="394444"/>
                  </a:lnTo>
                  <a:lnTo>
                    <a:pt x="2908319" y="395546"/>
                  </a:lnTo>
                  <a:lnTo>
                    <a:pt x="2909390" y="396648"/>
                  </a:lnTo>
                  <a:lnTo>
                    <a:pt x="2910462" y="397749"/>
                  </a:lnTo>
                  <a:lnTo>
                    <a:pt x="2911533" y="398850"/>
                  </a:lnTo>
                  <a:lnTo>
                    <a:pt x="2912605" y="399950"/>
                  </a:lnTo>
                  <a:lnTo>
                    <a:pt x="2913677" y="401049"/>
                  </a:lnTo>
                  <a:lnTo>
                    <a:pt x="2914748" y="402147"/>
                  </a:lnTo>
                  <a:lnTo>
                    <a:pt x="2915820" y="403245"/>
                  </a:lnTo>
                  <a:lnTo>
                    <a:pt x="2916891" y="404343"/>
                  </a:lnTo>
                  <a:lnTo>
                    <a:pt x="2917963" y="405439"/>
                  </a:lnTo>
                  <a:lnTo>
                    <a:pt x="2919035" y="406535"/>
                  </a:lnTo>
                  <a:lnTo>
                    <a:pt x="2920106" y="407630"/>
                  </a:lnTo>
                  <a:lnTo>
                    <a:pt x="2921178" y="408725"/>
                  </a:lnTo>
                  <a:lnTo>
                    <a:pt x="2922249" y="409819"/>
                  </a:lnTo>
                  <a:lnTo>
                    <a:pt x="2923321" y="410912"/>
                  </a:lnTo>
                  <a:lnTo>
                    <a:pt x="2924393" y="412004"/>
                  </a:lnTo>
                  <a:lnTo>
                    <a:pt x="2925464" y="413096"/>
                  </a:lnTo>
                  <a:lnTo>
                    <a:pt x="2926536" y="414187"/>
                  </a:lnTo>
                  <a:lnTo>
                    <a:pt x="2927607" y="415278"/>
                  </a:lnTo>
                  <a:lnTo>
                    <a:pt x="2928679" y="416367"/>
                  </a:lnTo>
                  <a:lnTo>
                    <a:pt x="2929751" y="417456"/>
                  </a:lnTo>
                  <a:lnTo>
                    <a:pt x="2930822" y="418544"/>
                  </a:lnTo>
                  <a:lnTo>
                    <a:pt x="2931894" y="419631"/>
                  </a:lnTo>
                  <a:lnTo>
                    <a:pt x="2932965" y="420718"/>
                  </a:lnTo>
                  <a:lnTo>
                    <a:pt x="2934037" y="421804"/>
                  </a:lnTo>
                  <a:lnTo>
                    <a:pt x="2935109" y="422889"/>
                  </a:lnTo>
                  <a:lnTo>
                    <a:pt x="2936180" y="423973"/>
                  </a:lnTo>
                  <a:lnTo>
                    <a:pt x="2937252" y="425056"/>
                  </a:lnTo>
                  <a:lnTo>
                    <a:pt x="2938323" y="426139"/>
                  </a:lnTo>
                  <a:lnTo>
                    <a:pt x="2939395" y="427221"/>
                  </a:lnTo>
                  <a:lnTo>
                    <a:pt x="2940467" y="428302"/>
                  </a:lnTo>
                  <a:lnTo>
                    <a:pt x="2941538" y="429382"/>
                  </a:lnTo>
                  <a:lnTo>
                    <a:pt x="2942610" y="430462"/>
                  </a:lnTo>
                  <a:lnTo>
                    <a:pt x="2943681" y="431540"/>
                  </a:lnTo>
                  <a:lnTo>
                    <a:pt x="2944753" y="432618"/>
                  </a:lnTo>
                  <a:lnTo>
                    <a:pt x="2945825" y="433695"/>
                  </a:lnTo>
                  <a:lnTo>
                    <a:pt x="2946896" y="434771"/>
                  </a:lnTo>
                  <a:lnTo>
                    <a:pt x="2947968" y="435846"/>
                  </a:lnTo>
                  <a:lnTo>
                    <a:pt x="2949039" y="436921"/>
                  </a:lnTo>
                  <a:lnTo>
                    <a:pt x="2950111" y="437994"/>
                  </a:lnTo>
                  <a:lnTo>
                    <a:pt x="2951183" y="439067"/>
                  </a:lnTo>
                  <a:lnTo>
                    <a:pt x="2952254" y="440139"/>
                  </a:lnTo>
                  <a:lnTo>
                    <a:pt x="2953326" y="441210"/>
                  </a:lnTo>
                  <a:lnTo>
                    <a:pt x="2954397" y="442280"/>
                  </a:lnTo>
                  <a:lnTo>
                    <a:pt x="2955469" y="443349"/>
                  </a:lnTo>
                  <a:lnTo>
                    <a:pt x="2956541" y="444417"/>
                  </a:lnTo>
                  <a:lnTo>
                    <a:pt x="2957612" y="445484"/>
                  </a:lnTo>
                  <a:lnTo>
                    <a:pt x="2958684" y="446551"/>
                  </a:lnTo>
                  <a:lnTo>
                    <a:pt x="2959755" y="447616"/>
                  </a:lnTo>
                  <a:lnTo>
                    <a:pt x="2960827" y="448681"/>
                  </a:lnTo>
                  <a:lnTo>
                    <a:pt x="2961899" y="449744"/>
                  </a:lnTo>
                  <a:lnTo>
                    <a:pt x="2962970" y="450807"/>
                  </a:lnTo>
                  <a:lnTo>
                    <a:pt x="2964042" y="451869"/>
                  </a:lnTo>
                  <a:lnTo>
                    <a:pt x="2965113" y="452929"/>
                  </a:lnTo>
                  <a:lnTo>
                    <a:pt x="2966185" y="453989"/>
                  </a:lnTo>
                  <a:lnTo>
                    <a:pt x="2967257" y="455048"/>
                  </a:lnTo>
                  <a:lnTo>
                    <a:pt x="2968328" y="456106"/>
                  </a:lnTo>
                  <a:lnTo>
                    <a:pt x="2969400" y="457163"/>
                  </a:lnTo>
                  <a:lnTo>
                    <a:pt x="2970471" y="458219"/>
                  </a:lnTo>
                  <a:lnTo>
                    <a:pt x="2971543" y="459274"/>
                  </a:lnTo>
                  <a:lnTo>
                    <a:pt x="2972615" y="460328"/>
                  </a:lnTo>
                  <a:lnTo>
                    <a:pt x="2973686" y="461381"/>
                  </a:lnTo>
                  <a:lnTo>
                    <a:pt x="2974758" y="462433"/>
                  </a:lnTo>
                  <a:lnTo>
                    <a:pt x="2975829" y="463485"/>
                  </a:lnTo>
                  <a:lnTo>
                    <a:pt x="2976901" y="464535"/>
                  </a:lnTo>
                  <a:lnTo>
                    <a:pt x="2977973" y="465584"/>
                  </a:lnTo>
                  <a:lnTo>
                    <a:pt x="2979044" y="466632"/>
                  </a:lnTo>
                  <a:lnTo>
                    <a:pt x="2980116" y="467679"/>
                  </a:lnTo>
                  <a:lnTo>
                    <a:pt x="2981187" y="468725"/>
                  </a:lnTo>
                  <a:lnTo>
                    <a:pt x="2982259" y="469770"/>
                  </a:lnTo>
                  <a:lnTo>
                    <a:pt x="2983331" y="470814"/>
                  </a:lnTo>
                  <a:lnTo>
                    <a:pt x="2984402" y="471857"/>
                  </a:lnTo>
                  <a:lnTo>
                    <a:pt x="2985474" y="472898"/>
                  </a:lnTo>
                  <a:lnTo>
                    <a:pt x="2986545" y="473939"/>
                  </a:lnTo>
                  <a:lnTo>
                    <a:pt x="2987617" y="474979"/>
                  </a:lnTo>
                  <a:lnTo>
                    <a:pt x="2988689" y="476018"/>
                  </a:lnTo>
                  <a:lnTo>
                    <a:pt x="2989760" y="477055"/>
                  </a:lnTo>
                  <a:lnTo>
                    <a:pt x="2990832" y="478092"/>
                  </a:lnTo>
                  <a:lnTo>
                    <a:pt x="2991903" y="479127"/>
                  </a:lnTo>
                  <a:lnTo>
                    <a:pt x="2992975" y="480162"/>
                  </a:lnTo>
                  <a:lnTo>
                    <a:pt x="2994047" y="481195"/>
                  </a:lnTo>
                  <a:lnTo>
                    <a:pt x="2995118" y="482227"/>
                  </a:lnTo>
                  <a:lnTo>
                    <a:pt x="2996190" y="483258"/>
                  </a:lnTo>
                  <a:lnTo>
                    <a:pt x="2997261" y="484288"/>
                  </a:lnTo>
                  <a:lnTo>
                    <a:pt x="2998333" y="485317"/>
                  </a:lnTo>
                  <a:lnTo>
                    <a:pt x="2999405" y="486345"/>
                  </a:lnTo>
                  <a:lnTo>
                    <a:pt x="3000476" y="487372"/>
                  </a:lnTo>
                  <a:lnTo>
                    <a:pt x="3001548" y="488398"/>
                  </a:lnTo>
                  <a:lnTo>
                    <a:pt x="3002619" y="489422"/>
                  </a:lnTo>
                  <a:lnTo>
                    <a:pt x="3003691" y="490446"/>
                  </a:lnTo>
                  <a:lnTo>
                    <a:pt x="3004763" y="491468"/>
                  </a:lnTo>
                  <a:lnTo>
                    <a:pt x="3005834" y="492489"/>
                  </a:lnTo>
                  <a:lnTo>
                    <a:pt x="3006906" y="493509"/>
                  </a:lnTo>
                  <a:lnTo>
                    <a:pt x="3007977" y="494528"/>
                  </a:lnTo>
                  <a:lnTo>
                    <a:pt x="3009049" y="495545"/>
                  </a:lnTo>
                  <a:lnTo>
                    <a:pt x="3010121" y="496562"/>
                  </a:lnTo>
                  <a:lnTo>
                    <a:pt x="3011192" y="497577"/>
                  </a:lnTo>
                  <a:lnTo>
                    <a:pt x="3012264" y="498592"/>
                  </a:lnTo>
                  <a:lnTo>
                    <a:pt x="3013335" y="499605"/>
                  </a:lnTo>
                  <a:lnTo>
                    <a:pt x="3014407" y="500617"/>
                  </a:lnTo>
                  <a:lnTo>
                    <a:pt x="3015479" y="501627"/>
                  </a:lnTo>
                  <a:lnTo>
                    <a:pt x="3016550" y="502637"/>
                  </a:lnTo>
                  <a:lnTo>
                    <a:pt x="3017622" y="503645"/>
                  </a:lnTo>
                  <a:lnTo>
                    <a:pt x="3018693" y="504652"/>
                  </a:lnTo>
                  <a:lnTo>
                    <a:pt x="3019765" y="505658"/>
                  </a:lnTo>
                  <a:lnTo>
                    <a:pt x="3020836" y="506663"/>
                  </a:lnTo>
                  <a:lnTo>
                    <a:pt x="3021908" y="507667"/>
                  </a:lnTo>
                  <a:lnTo>
                    <a:pt x="3022980" y="508669"/>
                  </a:lnTo>
                  <a:lnTo>
                    <a:pt x="3024051" y="509671"/>
                  </a:lnTo>
                  <a:lnTo>
                    <a:pt x="3025123" y="510671"/>
                  </a:lnTo>
                  <a:lnTo>
                    <a:pt x="3026194" y="511669"/>
                  </a:lnTo>
                  <a:lnTo>
                    <a:pt x="3027266" y="512667"/>
                  </a:lnTo>
                  <a:lnTo>
                    <a:pt x="3028338" y="513663"/>
                  </a:lnTo>
                  <a:lnTo>
                    <a:pt x="3029409" y="514659"/>
                  </a:lnTo>
                  <a:lnTo>
                    <a:pt x="3030481" y="515653"/>
                  </a:lnTo>
                  <a:lnTo>
                    <a:pt x="3031552" y="516645"/>
                  </a:lnTo>
                  <a:lnTo>
                    <a:pt x="3032624" y="517637"/>
                  </a:lnTo>
                  <a:lnTo>
                    <a:pt x="3033696" y="518627"/>
                  </a:lnTo>
                  <a:lnTo>
                    <a:pt x="3034767" y="519616"/>
                  </a:lnTo>
                  <a:lnTo>
                    <a:pt x="3035839" y="520604"/>
                  </a:lnTo>
                  <a:lnTo>
                    <a:pt x="3036910" y="521590"/>
                  </a:lnTo>
                  <a:lnTo>
                    <a:pt x="3037982" y="522576"/>
                  </a:lnTo>
                  <a:lnTo>
                    <a:pt x="3039054" y="523560"/>
                  </a:lnTo>
                  <a:lnTo>
                    <a:pt x="3040125" y="524542"/>
                  </a:lnTo>
                  <a:lnTo>
                    <a:pt x="3041197" y="525524"/>
                  </a:lnTo>
                  <a:lnTo>
                    <a:pt x="3042268" y="526504"/>
                  </a:lnTo>
                  <a:lnTo>
                    <a:pt x="3043340" y="527483"/>
                  </a:lnTo>
                  <a:lnTo>
                    <a:pt x="3044412" y="528461"/>
                  </a:lnTo>
                  <a:lnTo>
                    <a:pt x="3045483" y="529437"/>
                  </a:lnTo>
                  <a:lnTo>
                    <a:pt x="3046555" y="530413"/>
                  </a:lnTo>
                  <a:lnTo>
                    <a:pt x="3047626" y="531386"/>
                  </a:lnTo>
                  <a:lnTo>
                    <a:pt x="3048698" y="532359"/>
                  </a:lnTo>
                  <a:lnTo>
                    <a:pt x="3049770" y="533330"/>
                  </a:lnTo>
                  <a:lnTo>
                    <a:pt x="3050841" y="534300"/>
                  </a:lnTo>
                  <a:lnTo>
                    <a:pt x="3051913" y="535269"/>
                  </a:lnTo>
                  <a:lnTo>
                    <a:pt x="3052984" y="536237"/>
                  </a:lnTo>
                  <a:lnTo>
                    <a:pt x="3054056" y="537203"/>
                  </a:lnTo>
                  <a:lnTo>
                    <a:pt x="3055128" y="538168"/>
                  </a:lnTo>
                  <a:lnTo>
                    <a:pt x="3056199" y="539131"/>
                  </a:lnTo>
                  <a:lnTo>
                    <a:pt x="3057271" y="540094"/>
                  </a:lnTo>
                  <a:lnTo>
                    <a:pt x="3058342" y="541055"/>
                  </a:lnTo>
                  <a:lnTo>
                    <a:pt x="3059414" y="542014"/>
                  </a:lnTo>
                  <a:lnTo>
                    <a:pt x="3060486" y="542973"/>
                  </a:lnTo>
                  <a:lnTo>
                    <a:pt x="3061557" y="543930"/>
                  </a:lnTo>
                  <a:lnTo>
                    <a:pt x="3062629" y="544885"/>
                  </a:lnTo>
                  <a:lnTo>
                    <a:pt x="3063700" y="545840"/>
                  </a:lnTo>
                  <a:lnTo>
                    <a:pt x="3064772" y="546793"/>
                  </a:lnTo>
                  <a:lnTo>
                    <a:pt x="3065844" y="547744"/>
                  </a:lnTo>
                  <a:lnTo>
                    <a:pt x="3066915" y="548695"/>
                  </a:lnTo>
                  <a:lnTo>
                    <a:pt x="3067987" y="549644"/>
                  </a:lnTo>
                  <a:lnTo>
                    <a:pt x="3069058" y="550592"/>
                  </a:lnTo>
                  <a:lnTo>
                    <a:pt x="3070130" y="551538"/>
                  </a:lnTo>
                  <a:lnTo>
                    <a:pt x="3071202" y="552483"/>
                  </a:lnTo>
                  <a:lnTo>
                    <a:pt x="3072273" y="553427"/>
                  </a:lnTo>
                  <a:lnTo>
                    <a:pt x="3073345" y="554369"/>
                  </a:lnTo>
                  <a:lnTo>
                    <a:pt x="3074416" y="555310"/>
                  </a:lnTo>
                  <a:lnTo>
                    <a:pt x="3075488" y="556250"/>
                  </a:lnTo>
                  <a:lnTo>
                    <a:pt x="3076560" y="557188"/>
                  </a:lnTo>
                  <a:lnTo>
                    <a:pt x="3077631" y="558125"/>
                  </a:lnTo>
                  <a:lnTo>
                    <a:pt x="3078703" y="559061"/>
                  </a:lnTo>
                  <a:lnTo>
                    <a:pt x="3079774" y="559995"/>
                  </a:lnTo>
                  <a:lnTo>
                    <a:pt x="3080846" y="560928"/>
                  </a:lnTo>
                  <a:lnTo>
                    <a:pt x="3081918" y="561859"/>
                  </a:lnTo>
                  <a:lnTo>
                    <a:pt x="3082989" y="562789"/>
                  </a:lnTo>
                  <a:lnTo>
                    <a:pt x="3084061" y="563718"/>
                  </a:lnTo>
                  <a:lnTo>
                    <a:pt x="3085132" y="564645"/>
                  </a:lnTo>
                  <a:lnTo>
                    <a:pt x="3086204" y="565571"/>
                  </a:lnTo>
                  <a:lnTo>
                    <a:pt x="3087276" y="566496"/>
                  </a:lnTo>
                  <a:lnTo>
                    <a:pt x="3088347" y="567419"/>
                  </a:lnTo>
                  <a:lnTo>
                    <a:pt x="3089419" y="568341"/>
                  </a:lnTo>
                  <a:lnTo>
                    <a:pt x="3090490" y="569262"/>
                  </a:lnTo>
                  <a:lnTo>
                    <a:pt x="3091562" y="570181"/>
                  </a:lnTo>
                  <a:lnTo>
                    <a:pt x="3092634" y="571099"/>
                  </a:lnTo>
                  <a:lnTo>
                    <a:pt x="3093705" y="572015"/>
                  </a:lnTo>
                  <a:lnTo>
                    <a:pt x="3094777" y="572930"/>
                  </a:lnTo>
                  <a:lnTo>
                    <a:pt x="3095848" y="573844"/>
                  </a:lnTo>
                  <a:lnTo>
                    <a:pt x="3096920" y="574756"/>
                  </a:lnTo>
                  <a:lnTo>
                    <a:pt x="3097992" y="575666"/>
                  </a:lnTo>
                  <a:lnTo>
                    <a:pt x="3099063" y="576576"/>
                  </a:lnTo>
                  <a:lnTo>
                    <a:pt x="3100135" y="577484"/>
                  </a:lnTo>
                  <a:lnTo>
                    <a:pt x="3101206" y="578390"/>
                  </a:lnTo>
                  <a:lnTo>
                    <a:pt x="3102278" y="579296"/>
                  </a:lnTo>
                  <a:lnTo>
                    <a:pt x="3103350" y="580199"/>
                  </a:lnTo>
                  <a:lnTo>
                    <a:pt x="3104421" y="581102"/>
                  </a:lnTo>
                  <a:lnTo>
                    <a:pt x="3105493" y="582003"/>
                  </a:lnTo>
                  <a:lnTo>
                    <a:pt x="3106564" y="582902"/>
                  </a:lnTo>
                  <a:lnTo>
                    <a:pt x="3107636" y="583801"/>
                  </a:lnTo>
                  <a:lnTo>
                    <a:pt x="3108708" y="584697"/>
                  </a:lnTo>
                  <a:lnTo>
                    <a:pt x="3109779" y="585593"/>
                  </a:lnTo>
                  <a:lnTo>
                    <a:pt x="3110851" y="586487"/>
                  </a:lnTo>
                  <a:lnTo>
                    <a:pt x="3111922" y="587380"/>
                  </a:lnTo>
                  <a:lnTo>
                    <a:pt x="3112994" y="588271"/>
                  </a:lnTo>
                  <a:lnTo>
                    <a:pt x="3114066" y="589161"/>
                  </a:lnTo>
                  <a:lnTo>
                    <a:pt x="3115137" y="590050"/>
                  </a:lnTo>
                  <a:lnTo>
                    <a:pt x="3116209" y="590937"/>
                  </a:lnTo>
                  <a:lnTo>
                    <a:pt x="3117280" y="591823"/>
                  </a:lnTo>
                  <a:lnTo>
                    <a:pt x="3118352" y="592708"/>
                  </a:lnTo>
                  <a:lnTo>
                    <a:pt x="3119424" y="593591"/>
                  </a:lnTo>
                  <a:lnTo>
                    <a:pt x="3120495" y="594473"/>
                  </a:lnTo>
                  <a:lnTo>
                    <a:pt x="3121567" y="595353"/>
                  </a:lnTo>
                  <a:lnTo>
                    <a:pt x="3122638" y="596232"/>
                  </a:lnTo>
                  <a:lnTo>
                    <a:pt x="3123710" y="597110"/>
                  </a:lnTo>
                  <a:lnTo>
                    <a:pt x="3124782" y="597987"/>
                  </a:lnTo>
                  <a:lnTo>
                    <a:pt x="3125853" y="598862"/>
                  </a:lnTo>
                  <a:lnTo>
                    <a:pt x="3126925" y="599736"/>
                  </a:lnTo>
                  <a:lnTo>
                    <a:pt x="3127996" y="600608"/>
                  </a:lnTo>
                  <a:lnTo>
                    <a:pt x="3129068" y="601480"/>
                  </a:lnTo>
                  <a:lnTo>
                    <a:pt x="3130140" y="602349"/>
                  </a:lnTo>
                  <a:lnTo>
                    <a:pt x="3131211" y="603218"/>
                  </a:lnTo>
                  <a:lnTo>
                    <a:pt x="3132283" y="604085"/>
                  </a:lnTo>
                  <a:lnTo>
                    <a:pt x="3133354" y="604951"/>
                  </a:lnTo>
                  <a:lnTo>
                    <a:pt x="3134426" y="605816"/>
                  </a:lnTo>
                  <a:lnTo>
                    <a:pt x="3135498" y="606679"/>
                  </a:lnTo>
                  <a:lnTo>
                    <a:pt x="3136569" y="607541"/>
                  </a:lnTo>
                  <a:lnTo>
                    <a:pt x="3137641" y="608402"/>
                  </a:lnTo>
                  <a:lnTo>
                    <a:pt x="3138712" y="609261"/>
                  </a:lnTo>
                  <a:lnTo>
                    <a:pt x="3139784" y="610119"/>
                  </a:lnTo>
                  <a:lnTo>
                    <a:pt x="3140856" y="610976"/>
                  </a:lnTo>
                  <a:lnTo>
                    <a:pt x="3141927" y="611832"/>
                  </a:lnTo>
                  <a:lnTo>
                    <a:pt x="3142999" y="612686"/>
                  </a:lnTo>
                  <a:lnTo>
                    <a:pt x="3144070" y="613539"/>
                  </a:lnTo>
                  <a:lnTo>
                    <a:pt x="3145142" y="614391"/>
                  </a:lnTo>
                  <a:lnTo>
                    <a:pt x="3146214" y="615241"/>
                  </a:lnTo>
                  <a:lnTo>
                    <a:pt x="3147285" y="616090"/>
                  </a:lnTo>
                  <a:lnTo>
                    <a:pt x="3148357" y="616938"/>
                  </a:lnTo>
                  <a:lnTo>
                    <a:pt x="3149428" y="617784"/>
                  </a:lnTo>
                  <a:lnTo>
                    <a:pt x="3150500" y="618630"/>
                  </a:lnTo>
                  <a:lnTo>
                    <a:pt x="3151572" y="619474"/>
                  </a:lnTo>
                  <a:lnTo>
                    <a:pt x="3152643" y="620317"/>
                  </a:lnTo>
                  <a:lnTo>
                    <a:pt x="3153715" y="621158"/>
                  </a:lnTo>
                  <a:lnTo>
                    <a:pt x="3154786" y="621998"/>
                  </a:lnTo>
                  <a:lnTo>
                    <a:pt x="3155858" y="622837"/>
                  </a:lnTo>
                  <a:lnTo>
                    <a:pt x="3156930" y="623675"/>
                  </a:lnTo>
                  <a:lnTo>
                    <a:pt x="3158001" y="624511"/>
                  </a:lnTo>
                  <a:lnTo>
                    <a:pt x="3159073" y="625347"/>
                  </a:lnTo>
                  <a:lnTo>
                    <a:pt x="3160144" y="626181"/>
                  </a:lnTo>
                  <a:lnTo>
                    <a:pt x="3161216" y="627013"/>
                  </a:lnTo>
                  <a:lnTo>
                    <a:pt x="3162288" y="627845"/>
                  </a:lnTo>
                  <a:lnTo>
                    <a:pt x="3163359" y="628675"/>
                  </a:lnTo>
                  <a:lnTo>
                    <a:pt x="3164431" y="629504"/>
                  </a:lnTo>
                  <a:lnTo>
                    <a:pt x="3165502" y="630332"/>
                  </a:lnTo>
                  <a:lnTo>
                    <a:pt x="3166574" y="631159"/>
                  </a:lnTo>
                  <a:lnTo>
                    <a:pt x="3167646" y="631984"/>
                  </a:lnTo>
                  <a:lnTo>
                    <a:pt x="3168717" y="632808"/>
                  </a:lnTo>
                  <a:lnTo>
                    <a:pt x="3169789" y="633631"/>
                  </a:lnTo>
                  <a:lnTo>
                    <a:pt x="3170860" y="634453"/>
                  </a:lnTo>
                  <a:lnTo>
                    <a:pt x="3171932" y="635273"/>
                  </a:lnTo>
                  <a:lnTo>
                    <a:pt x="3173004" y="636092"/>
                  </a:lnTo>
                  <a:lnTo>
                    <a:pt x="3174075" y="636910"/>
                  </a:lnTo>
                  <a:lnTo>
                    <a:pt x="3175147" y="637727"/>
                  </a:lnTo>
                  <a:lnTo>
                    <a:pt x="3176218" y="638543"/>
                  </a:lnTo>
                  <a:lnTo>
                    <a:pt x="3177290" y="639357"/>
                  </a:lnTo>
                  <a:lnTo>
                    <a:pt x="3178362" y="640171"/>
                  </a:lnTo>
                  <a:lnTo>
                    <a:pt x="3179433" y="640983"/>
                  </a:lnTo>
                  <a:lnTo>
                    <a:pt x="3180505" y="641793"/>
                  </a:lnTo>
                  <a:lnTo>
                    <a:pt x="3181576" y="642603"/>
                  </a:lnTo>
                  <a:lnTo>
                    <a:pt x="3182648" y="643412"/>
                  </a:lnTo>
                  <a:lnTo>
                    <a:pt x="3183720" y="644219"/>
                  </a:lnTo>
                  <a:lnTo>
                    <a:pt x="3184791" y="645025"/>
                  </a:lnTo>
                  <a:lnTo>
                    <a:pt x="3185863" y="645830"/>
                  </a:lnTo>
                  <a:lnTo>
                    <a:pt x="3186934" y="646634"/>
                  </a:lnTo>
                  <a:lnTo>
                    <a:pt x="3188006" y="647436"/>
                  </a:lnTo>
                  <a:lnTo>
                    <a:pt x="3189078" y="648238"/>
                  </a:lnTo>
                  <a:lnTo>
                    <a:pt x="3190149" y="649038"/>
                  </a:lnTo>
                  <a:lnTo>
                    <a:pt x="3191221" y="649837"/>
                  </a:lnTo>
                  <a:lnTo>
                    <a:pt x="3192292" y="650635"/>
                  </a:lnTo>
                  <a:lnTo>
                    <a:pt x="3193364" y="651431"/>
                  </a:lnTo>
                  <a:lnTo>
                    <a:pt x="3194436" y="652227"/>
                  </a:lnTo>
                  <a:lnTo>
                    <a:pt x="3195507" y="653021"/>
                  </a:lnTo>
                  <a:lnTo>
                    <a:pt x="3196579" y="653815"/>
                  </a:lnTo>
                  <a:lnTo>
                    <a:pt x="3197650" y="654607"/>
                  </a:lnTo>
                  <a:lnTo>
                    <a:pt x="3198722" y="655398"/>
                  </a:lnTo>
                  <a:lnTo>
                    <a:pt x="3199793" y="656187"/>
                  </a:lnTo>
                  <a:lnTo>
                    <a:pt x="3200865" y="656976"/>
                  </a:lnTo>
                  <a:lnTo>
                    <a:pt x="3201937" y="657764"/>
                  </a:lnTo>
                  <a:lnTo>
                    <a:pt x="3203008" y="658550"/>
                  </a:lnTo>
                  <a:lnTo>
                    <a:pt x="3204080" y="659335"/>
                  </a:lnTo>
                  <a:lnTo>
                    <a:pt x="3205151" y="660119"/>
                  </a:lnTo>
                  <a:lnTo>
                    <a:pt x="3206223" y="660902"/>
                  </a:lnTo>
                  <a:lnTo>
                    <a:pt x="3207295" y="661684"/>
                  </a:lnTo>
                  <a:lnTo>
                    <a:pt x="3208366" y="662465"/>
                  </a:lnTo>
                  <a:lnTo>
                    <a:pt x="3209438" y="663244"/>
                  </a:lnTo>
                  <a:lnTo>
                    <a:pt x="3210509" y="664023"/>
                  </a:lnTo>
                  <a:lnTo>
                    <a:pt x="3211581" y="664800"/>
                  </a:lnTo>
                  <a:lnTo>
                    <a:pt x="3212653" y="665576"/>
                  </a:lnTo>
                  <a:lnTo>
                    <a:pt x="3213724" y="666352"/>
                  </a:lnTo>
                  <a:lnTo>
                    <a:pt x="3214796" y="667126"/>
                  </a:lnTo>
                  <a:lnTo>
                    <a:pt x="3215867" y="667898"/>
                  </a:lnTo>
                  <a:lnTo>
                    <a:pt x="3216939" y="668670"/>
                  </a:lnTo>
                  <a:lnTo>
                    <a:pt x="3218011" y="669441"/>
                  </a:lnTo>
                  <a:lnTo>
                    <a:pt x="3219082" y="670210"/>
                  </a:lnTo>
                  <a:lnTo>
                    <a:pt x="3220154" y="670979"/>
                  </a:lnTo>
                  <a:lnTo>
                    <a:pt x="3221225" y="671746"/>
                  </a:lnTo>
                  <a:lnTo>
                    <a:pt x="3222297" y="672513"/>
                  </a:lnTo>
                  <a:lnTo>
                    <a:pt x="3223369" y="673278"/>
                  </a:lnTo>
                  <a:lnTo>
                    <a:pt x="3224440" y="674042"/>
                  </a:lnTo>
                  <a:lnTo>
                    <a:pt x="3225512" y="674805"/>
                  </a:lnTo>
                  <a:lnTo>
                    <a:pt x="3226583" y="675567"/>
                  </a:lnTo>
                  <a:lnTo>
                    <a:pt x="3227655" y="676328"/>
                  </a:lnTo>
                  <a:lnTo>
                    <a:pt x="3228727" y="677087"/>
                  </a:lnTo>
                  <a:lnTo>
                    <a:pt x="3229798" y="677846"/>
                  </a:lnTo>
                  <a:lnTo>
                    <a:pt x="3230870" y="678604"/>
                  </a:lnTo>
                  <a:lnTo>
                    <a:pt x="3231941" y="679360"/>
                  </a:lnTo>
                  <a:lnTo>
                    <a:pt x="3233013" y="680116"/>
                  </a:lnTo>
                  <a:lnTo>
                    <a:pt x="3234085" y="680870"/>
                  </a:lnTo>
                  <a:lnTo>
                    <a:pt x="3235156" y="681624"/>
                  </a:lnTo>
                  <a:lnTo>
                    <a:pt x="3236228" y="682376"/>
                  </a:lnTo>
                  <a:lnTo>
                    <a:pt x="3237299" y="683127"/>
                  </a:lnTo>
                  <a:lnTo>
                    <a:pt x="3238371" y="683877"/>
                  </a:lnTo>
                  <a:lnTo>
                    <a:pt x="3239443" y="684626"/>
                  </a:lnTo>
                  <a:lnTo>
                    <a:pt x="3240514" y="685374"/>
                  </a:lnTo>
                  <a:lnTo>
                    <a:pt x="3241586" y="686121"/>
                  </a:lnTo>
                  <a:lnTo>
                    <a:pt x="3242657" y="686867"/>
                  </a:lnTo>
                  <a:lnTo>
                    <a:pt x="3243729" y="687612"/>
                  </a:lnTo>
                  <a:lnTo>
                    <a:pt x="3244801" y="688356"/>
                  </a:lnTo>
                  <a:lnTo>
                    <a:pt x="3245872" y="689099"/>
                  </a:lnTo>
                  <a:lnTo>
                    <a:pt x="3246944" y="689841"/>
                  </a:lnTo>
                  <a:lnTo>
                    <a:pt x="3248015" y="690581"/>
                  </a:lnTo>
                  <a:lnTo>
                    <a:pt x="3249087" y="691321"/>
                  </a:lnTo>
                  <a:lnTo>
                    <a:pt x="3250159" y="692060"/>
                  </a:lnTo>
                  <a:lnTo>
                    <a:pt x="3251230" y="692798"/>
                  </a:lnTo>
                  <a:lnTo>
                    <a:pt x="3252302" y="693534"/>
                  </a:lnTo>
                  <a:lnTo>
                    <a:pt x="3253373" y="694270"/>
                  </a:lnTo>
                  <a:lnTo>
                    <a:pt x="3254445" y="695004"/>
                  </a:lnTo>
                  <a:lnTo>
                    <a:pt x="3255517" y="695738"/>
                  </a:lnTo>
                  <a:lnTo>
                    <a:pt x="3256588" y="696470"/>
                  </a:lnTo>
                  <a:lnTo>
                    <a:pt x="3257660" y="697202"/>
                  </a:lnTo>
                  <a:lnTo>
                    <a:pt x="3258731" y="697932"/>
                  </a:lnTo>
                  <a:lnTo>
                    <a:pt x="3259803" y="698662"/>
                  </a:lnTo>
                  <a:lnTo>
                    <a:pt x="3260875" y="699390"/>
                  </a:lnTo>
                  <a:lnTo>
                    <a:pt x="3261946" y="700118"/>
                  </a:lnTo>
                  <a:lnTo>
                    <a:pt x="3263018" y="700844"/>
                  </a:lnTo>
                  <a:lnTo>
                    <a:pt x="3264089" y="701570"/>
                  </a:lnTo>
                  <a:lnTo>
                    <a:pt x="3265161" y="702294"/>
                  </a:lnTo>
                  <a:lnTo>
                    <a:pt x="3266233" y="703018"/>
                  </a:lnTo>
                  <a:lnTo>
                    <a:pt x="3267304" y="703740"/>
                  </a:lnTo>
                  <a:lnTo>
                    <a:pt x="3268376" y="704462"/>
                  </a:lnTo>
                  <a:lnTo>
                    <a:pt x="3269447" y="705182"/>
                  </a:lnTo>
                  <a:lnTo>
                    <a:pt x="3270519" y="705902"/>
                  </a:lnTo>
                  <a:lnTo>
                    <a:pt x="3271591" y="706620"/>
                  </a:lnTo>
                  <a:lnTo>
                    <a:pt x="3272662" y="707338"/>
                  </a:lnTo>
                  <a:lnTo>
                    <a:pt x="3273734" y="708055"/>
                  </a:lnTo>
                  <a:lnTo>
                    <a:pt x="3274805" y="708770"/>
                  </a:lnTo>
                  <a:lnTo>
                    <a:pt x="3275877" y="709485"/>
                  </a:lnTo>
                  <a:lnTo>
                    <a:pt x="3276949" y="710198"/>
                  </a:lnTo>
                  <a:lnTo>
                    <a:pt x="3278020" y="710911"/>
                  </a:lnTo>
                  <a:lnTo>
                    <a:pt x="3279092" y="711623"/>
                  </a:lnTo>
                  <a:lnTo>
                    <a:pt x="3280163" y="712334"/>
                  </a:lnTo>
                  <a:lnTo>
                    <a:pt x="3281235" y="713043"/>
                  </a:lnTo>
                  <a:lnTo>
                    <a:pt x="3282307" y="713752"/>
                  </a:lnTo>
                  <a:lnTo>
                    <a:pt x="3283378" y="714460"/>
                  </a:lnTo>
                  <a:lnTo>
                    <a:pt x="3284450" y="715167"/>
                  </a:lnTo>
                  <a:lnTo>
                    <a:pt x="3285521" y="715873"/>
                  </a:lnTo>
                  <a:lnTo>
                    <a:pt x="3286593" y="716578"/>
                  </a:lnTo>
                  <a:lnTo>
                    <a:pt x="3287665" y="717282"/>
                  </a:lnTo>
                  <a:lnTo>
                    <a:pt x="3288736" y="717985"/>
                  </a:lnTo>
                  <a:lnTo>
                    <a:pt x="3289808" y="718687"/>
                  </a:lnTo>
                  <a:lnTo>
                    <a:pt x="3290879" y="719388"/>
                  </a:lnTo>
                  <a:lnTo>
                    <a:pt x="3291951" y="720088"/>
                  </a:lnTo>
                  <a:lnTo>
                    <a:pt x="3293023" y="720788"/>
                  </a:lnTo>
                  <a:lnTo>
                    <a:pt x="3294094" y="721486"/>
                  </a:lnTo>
                  <a:lnTo>
                    <a:pt x="3295166" y="722183"/>
                  </a:lnTo>
                  <a:lnTo>
                    <a:pt x="3296237" y="722880"/>
                  </a:lnTo>
                  <a:lnTo>
                    <a:pt x="3297309" y="723576"/>
                  </a:lnTo>
                  <a:lnTo>
                    <a:pt x="3298381" y="724270"/>
                  </a:lnTo>
                  <a:lnTo>
                    <a:pt x="3299452" y="724964"/>
                  </a:lnTo>
                  <a:lnTo>
                    <a:pt x="3300524" y="725657"/>
                  </a:lnTo>
                  <a:lnTo>
                    <a:pt x="3301595" y="726348"/>
                  </a:lnTo>
                  <a:lnTo>
                    <a:pt x="3302667" y="727039"/>
                  </a:lnTo>
                  <a:lnTo>
                    <a:pt x="3303739" y="727729"/>
                  </a:lnTo>
                  <a:lnTo>
                    <a:pt x="3304810" y="728418"/>
                  </a:lnTo>
                  <a:lnTo>
                    <a:pt x="3305882" y="729107"/>
                  </a:lnTo>
                  <a:lnTo>
                    <a:pt x="3306953" y="729794"/>
                  </a:lnTo>
                  <a:lnTo>
                    <a:pt x="3308025" y="730480"/>
                  </a:lnTo>
                  <a:lnTo>
                    <a:pt x="3309097" y="731166"/>
                  </a:lnTo>
                  <a:lnTo>
                    <a:pt x="3310168" y="731850"/>
                  </a:lnTo>
                  <a:lnTo>
                    <a:pt x="3311240" y="732534"/>
                  </a:lnTo>
                  <a:lnTo>
                    <a:pt x="3312311" y="733217"/>
                  </a:lnTo>
                  <a:lnTo>
                    <a:pt x="3313383" y="733898"/>
                  </a:lnTo>
                  <a:lnTo>
                    <a:pt x="3314455" y="734579"/>
                  </a:lnTo>
                  <a:lnTo>
                    <a:pt x="3315526" y="735259"/>
                  </a:lnTo>
                  <a:lnTo>
                    <a:pt x="3316598" y="735938"/>
                  </a:lnTo>
                  <a:lnTo>
                    <a:pt x="3317669" y="736617"/>
                  </a:lnTo>
                  <a:lnTo>
                    <a:pt x="3318741" y="737294"/>
                  </a:lnTo>
                  <a:lnTo>
                    <a:pt x="3319813" y="737971"/>
                  </a:lnTo>
                  <a:lnTo>
                    <a:pt x="3320884" y="738646"/>
                  </a:lnTo>
                  <a:lnTo>
                    <a:pt x="3321956" y="739321"/>
                  </a:lnTo>
                  <a:lnTo>
                    <a:pt x="3323027" y="739995"/>
                  </a:lnTo>
                  <a:lnTo>
                    <a:pt x="3324099" y="740668"/>
                  </a:lnTo>
                  <a:lnTo>
                    <a:pt x="3325171" y="741340"/>
                  </a:lnTo>
                  <a:lnTo>
                    <a:pt x="3326242" y="742011"/>
                  </a:lnTo>
                  <a:lnTo>
                    <a:pt x="3327314" y="742681"/>
                  </a:lnTo>
                  <a:lnTo>
                    <a:pt x="3328385" y="743351"/>
                  </a:lnTo>
                  <a:lnTo>
                    <a:pt x="3329457" y="744019"/>
                  </a:lnTo>
                  <a:lnTo>
                    <a:pt x="3330529" y="744687"/>
                  </a:lnTo>
                  <a:lnTo>
                    <a:pt x="3331600" y="745354"/>
                  </a:lnTo>
                  <a:lnTo>
                    <a:pt x="3332672" y="746020"/>
                  </a:lnTo>
                  <a:lnTo>
                    <a:pt x="3333743" y="746685"/>
                  </a:lnTo>
                  <a:lnTo>
                    <a:pt x="3334815" y="747349"/>
                  </a:lnTo>
                  <a:lnTo>
                    <a:pt x="3335887" y="748012"/>
                  </a:lnTo>
                  <a:lnTo>
                    <a:pt x="3336958" y="748675"/>
                  </a:lnTo>
                  <a:lnTo>
                    <a:pt x="3338030" y="749337"/>
                  </a:lnTo>
                  <a:lnTo>
                    <a:pt x="3339101" y="749997"/>
                  </a:lnTo>
                  <a:lnTo>
                    <a:pt x="3340173" y="750657"/>
                  </a:lnTo>
                  <a:lnTo>
                    <a:pt x="3341245" y="751316"/>
                  </a:lnTo>
                  <a:lnTo>
                    <a:pt x="3342316" y="751975"/>
                  </a:lnTo>
                  <a:lnTo>
                    <a:pt x="3343388" y="752632"/>
                  </a:lnTo>
                  <a:lnTo>
                    <a:pt x="3344459" y="753289"/>
                  </a:lnTo>
                  <a:lnTo>
                    <a:pt x="3345531" y="753945"/>
                  </a:lnTo>
                  <a:lnTo>
                    <a:pt x="3346603" y="754599"/>
                  </a:lnTo>
                  <a:lnTo>
                    <a:pt x="3347674" y="755254"/>
                  </a:lnTo>
                  <a:lnTo>
                    <a:pt x="3348746" y="755907"/>
                  </a:lnTo>
                  <a:lnTo>
                    <a:pt x="3349817" y="756559"/>
                  </a:lnTo>
                  <a:lnTo>
                    <a:pt x="3350889" y="757211"/>
                  </a:lnTo>
                  <a:lnTo>
                    <a:pt x="3351961" y="757862"/>
                  </a:lnTo>
                  <a:lnTo>
                    <a:pt x="3353032" y="758512"/>
                  </a:lnTo>
                  <a:lnTo>
                    <a:pt x="3354104" y="759161"/>
                  </a:lnTo>
                  <a:lnTo>
                    <a:pt x="3355175" y="759809"/>
                  </a:lnTo>
                  <a:lnTo>
                    <a:pt x="3356247" y="760456"/>
                  </a:lnTo>
                  <a:lnTo>
                    <a:pt x="3357319" y="761103"/>
                  </a:lnTo>
                  <a:lnTo>
                    <a:pt x="3358390" y="761749"/>
                  </a:lnTo>
                  <a:lnTo>
                    <a:pt x="3359462" y="762394"/>
                  </a:lnTo>
                  <a:lnTo>
                    <a:pt x="3360533" y="763038"/>
                  </a:lnTo>
                  <a:lnTo>
                    <a:pt x="3361605" y="763682"/>
                  </a:lnTo>
                  <a:lnTo>
                    <a:pt x="3362677" y="764324"/>
                  </a:lnTo>
                  <a:lnTo>
                    <a:pt x="3363748" y="764966"/>
                  </a:lnTo>
                  <a:lnTo>
                    <a:pt x="3364820" y="765607"/>
                  </a:lnTo>
                  <a:lnTo>
                    <a:pt x="3365891" y="766247"/>
                  </a:lnTo>
                  <a:lnTo>
                    <a:pt x="3366963" y="766886"/>
                  </a:lnTo>
                  <a:lnTo>
                    <a:pt x="3368035" y="767525"/>
                  </a:lnTo>
                  <a:lnTo>
                    <a:pt x="3369106" y="768163"/>
                  </a:lnTo>
                  <a:lnTo>
                    <a:pt x="3370178" y="768800"/>
                  </a:lnTo>
                  <a:lnTo>
                    <a:pt x="3371249" y="769436"/>
                  </a:lnTo>
                  <a:lnTo>
                    <a:pt x="3372321" y="770071"/>
                  </a:lnTo>
                  <a:lnTo>
                    <a:pt x="3373392" y="770706"/>
                  </a:lnTo>
                  <a:lnTo>
                    <a:pt x="3374464" y="771340"/>
                  </a:lnTo>
                  <a:lnTo>
                    <a:pt x="3375536" y="771973"/>
                  </a:lnTo>
                  <a:lnTo>
                    <a:pt x="3376607" y="772605"/>
                  </a:lnTo>
                  <a:lnTo>
                    <a:pt x="3377679" y="773236"/>
                  </a:lnTo>
                  <a:lnTo>
                    <a:pt x="3378750" y="773867"/>
                  </a:lnTo>
                  <a:lnTo>
                    <a:pt x="3379822" y="774497"/>
                  </a:lnTo>
                  <a:lnTo>
                    <a:pt x="3380894" y="775126"/>
                  </a:lnTo>
                  <a:lnTo>
                    <a:pt x="3381965" y="775754"/>
                  </a:lnTo>
                  <a:lnTo>
                    <a:pt x="3383037" y="776382"/>
                  </a:lnTo>
                  <a:lnTo>
                    <a:pt x="3384108" y="777009"/>
                  </a:lnTo>
                  <a:lnTo>
                    <a:pt x="3385180" y="777635"/>
                  </a:lnTo>
                  <a:lnTo>
                    <a:pt x="3386252" y="778260"/>
                  </a:lnTo>
                  <a:lnTo>
                    <a:pt x="3387323" y="778885"/>
                  </a:lnTo>
                  <a:lnTo>
                    <a:pt x="3388395" y="779508"/>
                  </a:lnTo>
                  <a:lnTo>
                    <a:pt x="3389466" y="780131"/>
                  </a:lnTo>
                  <a:lnTo>
                    <a:pt x="3390538" y="780753"/>
                  </a:lnTo>
                  <a:lnTo>
                    <a:pt x="3391610" y="781375"/>
                  </a:lnTo>
                  <a:lnTo>
                    <a:pt x="3392681" y="781996"/>
                  </a:lnTo>
                  <a:lnTo>
                    <a:pt x="3393753" y="782615"/>
                  </a:lnTo>
                  <a:lnTo>
                    <a:pt x="3394824" y="783235"/>
                  </a:lnTo>
                  <a:lnTo>
                    <a:pt x="3395896" y="783853"/>
                  </a:lnTo>
                  <a:lnTo>
                    <a:pt x="3396968" y="784471"/>
                  </a:lnTo>
                  <a:lnTo>
                    <a:pt x="3398039" y="785088"/>
                  </a:lnTo>
                  <a:lnTo>
                    <a:pt x="3399111" y="785704"/>
                  </a:lnTo>
                  <a:lnTo>
                    <a:pt x="3400182" y="786319"/>
                  </a:lnTo>
                  <a:lnTo>
                    <a:pt x="3401254" y="786934"/>
                  </a:lnTo>
                  <a:lnTo>
                    <a:pt x="3402326" y="787548"/>
                  </a:lnTo>
                  <a:lnTo>
                    <a:pt x="3403397" y="788161"/>
                  </a:lnTo>
                  <a:lnTo>
                    <a:pt x="3404469" y="788773"/>
                  </a:lnTo>
                  <a:lnTo>
                    <a:pt x="3405540" y="789385"/>
                  </a:lnTo>
                  <a:lnTo>
                    <a:pt x="3406612" y="789996"/>
                  </a:lnTo>
                  <a:lnTo>
                    <a:pt x="3407684" y="790606"/>
                  </a:lnTo>
                  <a:lnTo>
                    <a:pt x="3408755" y="791216"/>
                  </a:lnTo>
                  <a:lnTo>
                    <a:pt x="3409827" y="791825"/>
                  </a:lnTo>
                  <a:lnTo>
                    <a:pt x="3410898" y="792433"/>
                  </a:lnTo>
                  <a:lnTo>
                    <a:pt x="3411970" y="793040"/>
                  </a:lnTo>
                  <a:lnTo>
                    <a:pt x="3413042" y="793647"/>
                  </a:lnTo>
                  <a:lnTo>
                    <a:pt x="3414113" y="794253"/>
                  </a:lnTo>
                  <a:lnTo>
                    <a:pt x="3415185" y="794858"/>
                  </a:lnTo>
                  <a:lnTo>
                    <a:pt x="3416256" y="795462"/>
                  </a:lnTo>
                  <a:lnTo>
                    <a:pt x="3417328" y="796066"/>
                  </a:lnTo>
                  <a:lnTo>
                    <a:pt x="3418400" y="796669"/>
                  </a:lnTo>
                  <a:lnTo>
                    <a:pt x="3419471" y="797271"/>
                  </a:lnTo>
                  <a:lnTo>
                    <a:pt x="3420543" y="797873"/>
                  </a:lnTo>
                  <a:lnTo>
                    <a:pt x="3421614" y="798474"/>
                  </a:lnTo>
                  <a:lnTo>
                    <a:pt x="3422686" y="799074"/>
                  </a:lnTo>
                  <a:lnTo>
                    <a:pt x="3423758" y="799673"/>
                  </a:lnTo>
                  <a:lnTo>
                    <a:pt x="3424829" y="800272"/>
                  </a:lnTo>
                  <a:lnTo>
                    <a:pt x="3425901" y="800870"/>
                  </a:lnTo>
                  <a:lnTo>
                    <a:pt x="3426972" y="801467"/>
                  </a:lnTo>
                  <a:lnTo>
                    <a:pt x="3428044" y="802064"/>
                  </a:lnTo>
                  <a:lnTo>
                    <a:pt x="3429116" y="802660"/>
                  </a:lnTo>
                  <a:lnTo>
                    <a:pt x="3430187" y="803255"/>
                  </a:lnTo>
                  <a:lnTo>
                    <a:pt x="3431259" y="803850"/>
                  </a:lnTo>
                  <a:lnTo>
                    <a:pt x="3432330" y="804444"/>
                  </a:lnTo>
                  <a:lnTo>
                    <a:pt x="3433402" y="805037"/>
                  </a:lnTo>
                  <a:lnTo>
                    <a:pt x="3434474" y="805629"/>
                  </a:lnTo>
                  <a:lnTo>
                    <a:pt x="3435545" y="806221"/>
                  </a:lnTo>
                  <a:lnTo>
                    <a:pt x="3436617" y="806812"/>
                  </a:lnTo>
                  <a:lnTo>
                    <a:pt x="3437688" y="807402"/>
                  </a:lnTo>
                  <a:lnTo>
                    <a:pt x="3438760" y="807992"/>
                  </a:lnTo>
                  <a:lnTo>
                    <a:pt x="3439832" y="808581"/>
                  </a:lnTo>
                  <a:lnTo>
                    <a:pt x="3440903" y="809169"/>
                  </a:lnTo>
                  <a:lnTo>
                    <a:pt x="3441975" y="809757"/>
                  </a:lnTo>
                  <a:lnTo>
                    <a:pt x="3443046" y="810344"/>
                  </a:lnTo>
                  <a:lnTo>
                    <a:pt x="3444118" y="810930"/>
                  </a:lnTo>
                  <a:lnTo>
                    <a:pt x="3445190" y="811516"/>
                  </a:lnTo>
                  <a:lnTo>
                    <a:pt x="3446261" y="812101"/>
                  </a:lnTo>
                  <a:lnTo>
                    <a:pt x="3447333" y="812685"/>
                  </a:lnTo>
                  <a:lnTo>
                    <a:pt x="3448404" y="813269"/>
                  </a:lnTo>
                  <a:lnTo>
                    <a:pt x="3449476" y="813852"/>
                  </a:lnTo>
                  <a:lnTo>
                    <a:pt x="3450548" y="814434"/>
                  </a:lnTo>
                  <a:lnTo>
                    <a:pt x="3451619" y="815015"/>
                  </a:lnTo>
                  <a:lnTo>
                    <a:pt x="3452691" y="815596"/>
                  </a:lnTo>
                  <a:lnTo>
                    <a:pt x="3453762" y="816177"/>
                  </a:lnTo>
                  <a:lnTo>
                    <a:pt x="3454834" y="816756"/>
                  </a:lnTo>
                  <a:lnTo>
                    <a:pt x="3455906" y="817335"/>
                  </a:lnTo>
                  <a:lnTo>
                    <a:pt x="3456977" y="817913"/>
                  </a:lnTo>
                  <a:lnTo>
                    <a:pt x="3458049" y="818491"/>
                  </a:lnTo>
                  <a:lnTo>
                    <a:pt x="3459120" y="819068"/>
                  </a:lnTo>
                  <a:lnTo>
                    <a:pt x="3460192" y="819644"/>
                  </a:lnTo>
                  <a:lnTo>
                    <a:pt x="3461264" y="820220"/>
                  </a:lnTo>
                  <a:lnTo>
                    <a:pt x="3462335" y="820795"/>
                  </a:lnTo>
                  <a:lnTo>
                    <a:pt x="3463407" y="821369"/>
                  </a:lnTo>
                  <a:lnTo>
                    <a:pt x="3464478" y="821943"/>
                  </a:lnTo>
                  <a:lnTo>
                    <a:pt x="3465550" y="822516"/>
                  </a:lnTo>
                  <a:lnTo>
                    <a:pt x="3466622" y="823088"/>
                  </a:lnTo>
                  <a:lnTo>
                    <a:pt x="3467693" y="823660"/>
                  </a:lnTo>
                  <a:lnTo>
                    <a:pt x="3468765" y="824231"/>
                  </a:lnTo>
                  <a:lnTo>
                    <a:pt x="3469836" y="824802"/>
                  </a:lnTo>
                  <a:lnTo>
                    <a:pt x="3470908" y="825371"/>
                  </a:lnTo>
                  <a:lnTo>
                    <a:pt x="3471980" y="825941"/>
                  </a:lnTo>
                  <a:lnTo>
                    <a:pt x="3473051" y="826509"/>
                  </a:lnTo>
                  <a:lnTo>
                    <a:pt x="3474123" y="827077"/>
                  </a:lnTo>
                  <a:lnTo>
                    <a:pt x="3475194" y="827644"/>
                  </a:lnTo>
                  <a:lnTo>
                    <a:pt x="3476266" y="828211"/>
                  </a:lnTo>
                  <a:lnTo>
                    <a:pt x="3477338" y="828777"/>
                  </a:lnTo>
                  <a:lnTo>
                    <a:pt x="3478409" y="829342"/>
                  </a:lnTo>
                  <a:lnTo>
                    <a:pt x="3479481" y="829907"/>
                  </a:lnTo>
                  <a:lnTo>
                    <a:pt x="3480552" y="830471"/>
                  </a:lnTo>
                  <a:lnTo>
                    <a:pt x="3481624" y="831035"/>
                  </a:lnTo>
                  <a:lnTo>
                    <a:pt x="3482696" y="831598"/>
                  </a:lnTo>
                  <a:lnTo>
                    <a:pt x="3483767" y="832160"/>
                  </a:lnTo>
                  <a:lnTo>
                    <a:pt x="3484839" y="832722"/>
                  </a:lnTo>
                  <a:lnTo>
                    <a:pt x="3485910" y="833283"/>
                  </a:lnTo>
                  <a:lnTo>
                    <a:pt x="3486982" y="833843"/>
                  </a:lnTo>
                  <a:lnTo>
                    <a:pt x="3488054" y="834403"/>
                  </a:lnTo>
                  <a:lnTo>
                    <a:pt x="3489125" y="834962"/>
                  </a:lnTo>
                  <a:lnTo>
                    <a:pt x="3490197" y="835521"/>
                  </a:lnTo>
                  <a:lnTo>
                    <a:pt x="3491268" y="836079"/>
                  </a:lnTo>
                  <a:lnTo>
                    <a:pt x="3492340" y="836636"/>
                  </a:lnTo>
                  <a:lnTo>
                    <a:pt x="3493412" y="837193"/>
                  </a:lnTo>
                  <a:lnTo>
                    <a:pt x="3494483" y="837749"/>
                  </a:lnTo>
                  <a:lnTo>
                    <a:pt x="3495555" y="838304"/>
                  </a:lnTo>
                  <a:lnTo>
                    <a:pt x="3496626" y="838859"/>
                  </a:lnTo>
                  <a:lnTo>
                    <a:pt x="3497698" y="839413"/>
                  </a:lnTo>
                  <a:lnTo>
                    <a:pt x="3498770" y="839967"/>
                  </a:lnTo>
                  <a:lnTo>
                    <a:pt x="3499841" y="840520"/>
                  </a:lnTo>
                  <a:lnTo>
                    <a:pt x="3500913" y="841073"/>
                  </a:lnTo>
                  <a:lnTo>
                    <a:pt x="3501984" y="841624"/>
                  </a:lnTo>
                  <a:lnTo>
                    <a:pt x="3503056" y="842176"/>
                  </a:lnTo>
                  <a:lnTo>
                    <a:pt x="3504128" y="842726"/>
                  </a:lnTo>
                  <a:lnTo>
                    <a:pt x="3505199" y="843277"/>
                  </a:lnTo>
                  <a:lnTo>
                    <a:pt x="3506271" y="843826"/>
                  </a:lnTo>
                  <a:lnTo>
                    <a:pt x="3507342" y="844375"/>
                  </a:lnTo>
                  <a:lnTo>
                    <a:pt x="3508414" y="844923"/>
                  </a:lnTo>
                  <a:lnTo>
                    <a:pt x="3509486" y="845471"/>
                  </a:lnTo>
                  <a:lnTo>
                    <a:pt x="3510557" y="846018"/>
                  </a:lnTo>
                  <a:lnTo>
                    <a:pt x="3511629" y="846565"/>
                  </a:lnTo>
                  <a:lnTo>
                    <a:pt x="3512700" y="847111"/>
                  </a:lnTo>
                  <a:lnTo>
                    <a:pt x="3513772" y="847656"/>
                  </a:lnTo>
                  <a:lnTo>
                    <a:pt x="3514844" y="848201"/>
                  </a:lnTo>
                  <a:lnTo>
                    <a:pt x="3515915" y="848745"/>
                  </a:lnTo>
                  <a:lnTo>
                    <a:pt x="3516987" y="849289"/>
                  </a:lnTo>
                  <a:lnTo>
                    <a:pt x="3518058" y="849832"/>
                  </a:lnTo>
                  <a:lnTo>
                    <a:pt x="3519130" y="850374"/>
                  </a:lnTo>
                  <a:lnTo>
                    <a:pt x="3520202" y="850916"/>
                  </a:lnTo>
                  <a:lnTo>
                    <a:pt x="3521273" y="851457"/>
                  </a:lnTo>
                  <a:lnTo>
                    <a:pt x="3522345" y="851998"/>
                  </a:lnTo>
                  <a:lnTo>
                    <a:pt x="3523416" y="852538"/>
                  </a:lnTo>
                  <a:lnTo>
                    <a:pt x="3524488" y="853078"/>
                  </a:lnTo>
                  <a:lnTo>
                    <a:pt x="3525560" y="853617"/>
                  </a:lnTo>
                  <a:lnTo>
                    <a:pt x="3526631" y="854155"/>
                  </a:lnTo>
                  <a:lnTo>
                    <a:pt x="3527703" y="854693"/>
                  </a:lnTo>
                  <a:lnTo>
                    <a:pt x="3528774" y="855231"/>
                  </a:lnTo>
                  <a:lnTo>
                    <a:pt x="3529846" y="855767"/>
                  </a:lnTo>
                  <a:lnTo>
                    <a:pt x="3530918" y="856304"/>
                  </a:lnTo>
                  <a:lnTo>
                    <a:pt x="3531989" y="856839"/>
                  </a:lnTo>
                  <a:lnTo>
                    <a:pt x="3533061" y="857374"/>
                  </a:lnTo>
                  <a:lnTo>
                    <a:pt x="3534132" y="857909"/>
                  </a:lnTo>
                  <a:lnTo>
                    <a:pt x="3535204" y="858443"/>
                  </a:lnTo>
                  <a:lnTo>
                    <a:pt x="3536276" y="858976"/>
                  </a:lnTo>
                  <a:lnTo>
                    <a:pt x="3537347" y="859509"/>
                  </a:lnTo>
                  <a:lnTo>
                    <a:pt x="3538419" y="860041"/>
                  </a:lnTo>
                  <a:lnTo>
                    <a:pt x="3539490" y="860573"/>
                  </a:lnTo>
                  <a:lnTo>
                    <a:pt x="3540562" y="861104"/>
                  </a:lnTo>
                  <a:lnTo>
                    <a:pt x="3541634" y="861635"/>
                  </a:lnTo>
                  <a:lnTo>
                    <a:pt x="3542705" y="862165"/>
                  </a:lnTo>
                  <a:lnTo>
                    <a:pt x="3543777" y="862695"/>
                  </a:lnTo>
                  <a:lnTo>
                    <a:pt x="3544848" y="863224"/>
                  </a:lnTo>
                  <a:lnTo>
                    <a:pt x="3545920" y="863752"/>
                  </a:lnTo>
                  <a:lnTo>
                    <a:pt x="3546992" y="864280"/>
                  </a:lnTo>
                  <a:lnTo>
                    <a:pt x="3548063" y="864807"/>
                  </a:lnTo>
                  <a:lnTo>
                    <a:pt x="3549135" y="865334"/>
                  </a:lnTo>
                  <a:lnTo>
                    <a:pt x="3550206" y="865860"/>
                  </a:lnTo>
                  <a:lnTo>
                    <a:pt x="3551278" y="866386"/>
                  </a:lnTo>
                  <a:lnTo>
                    <a:pt x="3552349" y="866911"/>
                  </a:lnTo>
                  <a:lnTo>
                    <a:pt x="3553421" y="867436"/>
                  </a:lnTo>
                  <a:lnTo>
                    <a:pt x="3554493" y="867960"/>
                  </a:lnTo>
                  <a:lnTo>
                    <a:pt x="3555564" y="868484"/>
                  </a:lnTo>
                  <a:lnTo>
                    <a:pt x="3556636" y="869007"/>
                  </a:lnTo>
                  <a:lnTo>
                    <a:pt x="3557707" y="869529"/>
                  </a:lnTo>
                  <a:lnTo>
                    <a:pt x="3558779" y="870051"/>
                  </a:lnTo>
                  <a:lnTo>
                    <a:pt x="3559851" y="870573"/>
                  </a:lnTo>
                  <a:lnTo>
                    <a:pt x="3560922" y="871093"/>
                  </a:lnTo>
                  <a:lnTo>
                    <a:pt x="3561994" y="871614"/>
                  </a:lnTo>
                  <a:lnTo>
                    <a:pt x="3563065" y="872134"/>
                  </a:lnTo>
                  <a:lnTo>
                    <a:pt x="3564137" y="872653"/>
                  </a:lnTo>
                  <a:lnTo>
                    <a:pt x="3565209" y="873172"/>
                  </a:lnTo>
                  <a:lnTo>
                    <a:pt x="3566280" y="873690"/>
                  </a:lnTo>
                  <a:lnTo>
                    <a:pt x="3567352" y="874208"/>
                  </a:lnTo>
                  <a:lnTo>
                    <a:pt x="3568423" y="874725"/>
                  </a:lnTo>
                  <a:lnTo>
                    <a:pt x="3569495" y="875242"/>
                  </a:lnTo>
                  <a:lnTo>
                    <a:pt x="3570567" y="875758"/>
                  </a:lnTo>
                  <a:lnTo>
                    <a:pt x="3571638" y="876274"/>
                  </a:lnTo>
                  <a:lnTo>
                    <a:pt x="3572710" y="876789"/>
                  </a:lnTo>
                  <a:lnTo>
                    <a:pt x="3573781" y="877304"/>
                  </a:lnTo>
                  <a:lnTo>
                    <a:pt x="3574853" y="877818"/>
                  </a:lnTo>
                  <a:lnTo>
                    <a:pt x="3575925" y="878331"/>
                  </a:lnTo>
                  <a:lnTo>
                    <a:pt x="3576996" y="878844"/>
                  </a:lnTo>
                  <a:lnTo>
                    <a:pt x="3578068" y="879357"/>
                  </a:lnTo>
                  <a:lnTo>
                    <a:pt x="3579139" y="879869"/>
                  </a:lnTo>
                  <a:lnTo>
                    <a:pt x="3580211" y="880381"/>
                  </a:lnTo>
                  <a:lnTo>
                    <a:pt x="3581283" y="880892"/>
                  </a:lnTo>
                  <a:lnTo>
                    <a:pt x="3582354" y="881402"/>
                  </a:lnTo>
                  <a:lnTo>
                    <a:pt x="3583426" y="881912"/>
                  </a:lnTo>
                  <a:lnTo>
                    <a:pt x="3584497" y="882422"/>
                  </a:lnTo>
                  <a:lnTo>
                    <a:pt x="3585569" y="882931"/>
                  </a:lnTo>
                  <a:lnTo>
                    <a:pt x="3586641" y="883439"/>
                  </a:lnTo>
                  <a:lnTo>
                    <a:pt x="3587712" y="883948"/>
                  </a:lnTo>
                  <a:lnTo>
                    <a:pt x="3588784" y="884455"/>
                  </a:lnTo>
                  <a:lnTo>
                    <a:pt x="3589855" y="884962"/>
                  </a:lnTo>
                  <a:lnTo>
                    <a:pt x="3590927" y="885469"/>
                  </a:lnTo>
                  <a:lnTo>
                    <a:pt x="3591999" y="885975"/>
                  </a:lnTo>
                  <a:lnTo>
                    <a:pt x="3593070" y="886480"/>
                  </a:lnTo>
                  <a:lnTo>
                    <a:pt x="3594142" y="886985"/>
                  </a:lnTo>
                  <a:lnTo>
                    <a:pt x="3595213" y="887490"/>
                  </a:lnTo>
                  <a:lnTo>
                    <a:pt x="3596285" y="887994"/>
                  </a:lnTo>
                  <a:lnTo>
                    <a:pt x="3597357" y="888498"/>
                  </a:lnTo>
                  <a:lnTo>
                    <a:pt x="3598428" y="889001"/>
                  </a:lnTo>
                  <a:lnTo>
                    <a:pt x="3599500" y="889503"/>
                  </a:lnTo>
                  <a:lnTo>
                    <a:pt x="3600571" y="890005"/>
                  </a:lnTo>
                  <a:lnTo>
                    <a:pt x="3601643" y="890507"/>
                  </a:lnTo>
                  <a:lnTo>
                    <a:pt x="3602715" y="891008"/>
                  </a:lnTo>
                  <a:lnTo>
                    <a:pt x="3603786" y="891509"/>
                  </a:lnTo>
                  <a:lnTo>
                    <a:pt x="3604858" y="892009"/>
                  </a:lnTo>
                  <a:lnTo>
                    <a:pt x="3605929" y="892509"/>
                  </a:lnTo>
                  <a:lnTo>
                    <a:pt x="3607001" y="893008"/>
                  </a:lnTo>
                  <a:lnTo>
                    <a:pt x="3608073" y="893507"/>
                  </a:lnTo>
                  <a:lnTo>
                    <a:pt x="3609144" y="894005"/>
                  </a:lnTo>
                  <a:lnTo>
                    <a:pt x="3610216" y="894503"/>
                  </a:lnTo>
                  <a:lnTo>
                    <a:pt x="3611287" y="895000"/>
                  </a:lnTo>
                  <a:lnTo>
                    <a:pt x="3612359" y="895497"/>
                  </a:lnTo>
                  <a:lnTo>
                    <a:pt x="3613431" y="895993"/>
                  </a:lnTo>
                  <a:lnTo>
                    <a:pt x="3614502" y="896489"/>
                  </a:lnTo>
                  <a:lnTo>
                    <a:pt x="3615574" y="896984"/>
                  </a:lnTo>
                  <a:lnTo>
                    <a:pt x="3616645" y="897479"/>
                  </a:lnTo>
                  <a:lnTo>
                    <a:pt x="3617717" y="897974"/>
                  </a:lnTo>
                  <a:lnTo>
                    <a:pt x="3618789" y="898468"/>
                  </a:lnTo>
                  <a:lnTo>
                    <a:pt x="3619860" y="898961"/>
                  </a:lnTo>
                  <a:lnTo>
                    <a:pt x="3620932" y="899454"/>
                  </a:lnTo>
                  <a:lnTo>
                    <a:pt x="3622003" y="899947"/>
                  </a:lnTo>
                  <a:lnTo>
                    <a:pt x="3623075" y="900439"/>
                  </a:lnTo>
                  <a:lnTo>
                    <a:pt x="3624147" y="900930"/>
                  </a:lnTo>
                  <a:lnTo>
                    <a:pt x="3625218" y="901422"/>
                  </a:lnTo>
                  <a:lnTo>
                    <a:pt x="3626290" y="901912"/>
                  </a:lnTo>
                  <a:lnTo>
                    <a:pt x="3627361" y="902403"/>
                  </a:lnTo>
                  <a:lnTo>
                    <a:pt x="3628433" y="902892"/>
                  </a:lnTo>
                  <a:lnTo>
                    <a:pt x="3629505" y="903382"/>
                  </a:lnTo>
                  <a:lnTo>
                    <a:pt x="3630576" y="903870"/>
                  </a:lnTo>
                  <a:lnTo>
                    <a:pt x="3631648" y="904359"/>
                  </a:lnTo>
                  <a:lnTo>
                    <a:pt x="3632719" y="904847"/>
                  </a:lnTo>
                  <a:lnTo>
                    <a:pt x="3633791" y="905334"/>
                  </a:lnTo>
                  <a:lnTo>
                    <a:pt x="3634863" y="905821"/>
                  </a:lnTo>
                  <a:lnTo>
                    <a:pt x="3635934" y="906308"/>
                  </a:lnTo>
                  <a:lnTo>
                    <a:pt x="3637006" y="906794"/>
                  </a:lnTo>
                  <a:lnTo>
                    <a:pt x="3638077" y="907280"/>
                  </a:lnTo>
                  <a:lnTo>
                    <a:pt x="3639149" y="907765"/>
                  </a:lnTo>
                  <a:lnTo>
                    <a:pt x="3640221" y="908250"/>
                  </a:lnTo>
                  <a:lnTo>
                    <a:pt x="3641292" y="908734"/>
                  </a:lnTo>
                  <a:lnTo>
                    <a:pt x="3642364" y="909218"/>
                  </a:lnTo>
                  <a:lnTo>
                    <a:pt x="3643435" y="909701"/>
                  </a:lnTo>
                  <a:lnTo>
                    <a:pt x="3644507" y="910184"/>
                  </a:lnTo>
                  <a:lnTo>
                    <a:pt x="3645579" y="910667"/>
                  </a:lnTo>
                  <a:lnTo>
                    <a:pt x="3646650" y="911149"/>
                  </a:lnTo>
                  <a:lnTo>
                    <a:pt x="3647722" y="911631"/>
                  </a:lnTo>
                  <a:lnTo>
                    <a:pt x="3648793" y="912112"/>
                  </a:lnTo>
                  <a:lnTo>
                    <a:pt x="3649865" y="912592"/>
                  </a:lnTo>
                  <a:lnTo>
                    <a:pt x="3650937" y="913073"/>
                  </a:lnTo>
                  <a:lnTo>
                    <a:pt x="3652008" y="913553"/>
                  </a:lnTo>
                  <a:lnTo>
                    <a:pt x="3653080" y="914032"/>
                  </a:lnTo>
                  <a:lnTo>
                    <a:pt x="3654151" y="914511"/>
                  </a:lnTo>
                  <a:lnTo>
                    <a:pt x="3655223" y="914990"/>
                  </a:lnTo>
                  <a:lnTo>
                    <a:pt x="3656295" y="915468"/>
                  </a:lnTo>
                  <a:lnTo>
                    <a:pt x="3657366" y="915945"/>
                  </a:lnTo>
                  <a:lnTo>
                    <a:pt x="3658438" y="916423"/>
                  </a:lnTo>
                  <a:lnTo>
                    <a:pt x="3659509" y="916899"/>
                  </a:lnTo>
                  <a:lnTo>
                    <a:pt x="3660581" y="917376"/>
                  </a:lnTo>
                  <a:lnTo>
                    <a:pt x="3661653" y="917852"/>
                  </a:lnTo>
                  <a:lnTo>
                    <a:pt x="3662724" y="918327"/>
                  </a:lnTo>
                  <a:lnTo>
                    <a:pt x="3663796" y="918802"/>
                  </a:lnTo>
                  <a:lnTo>
                    <a:pt x="3664867" y="919277"/>
                  </a:lnTo>
                  <a:lnTo>
                    <a:pt x="3665939" y="919751"/>
                  </a:lnTo>
                  <a:lnTo>
                    <a:pt x="3667011" y="920225"/>
                  </a:lnTo>
                  <a:lnTo>
                    <a:pt x="3668082" y="920698"/>
                  </a:lnTo>
                  <a:lnTo>
                    <a:pt x="3669154" y="921171"/>
                  </a:lnTo>
                  <a:lnTo>
                    <a:pt x="3670225" y="921644"/>
                  </a:lnTo>
                  <a:lnTo>
                    <a:pt x="3671297" y="922116"/>
                  </a:lnTo>
                  <a:lnTo>
                    <a:pt x="3672369" y="922588"/>
                  </a:lnTo>
                  <a:lnTo>
                    <a:pt x="3673440" y="923059"/>
                  </a:lnTo>
                  <a:lnTo>
                    <a:pt x="3674512" y="923530"/>
                  </a:lnTo>
                  <a:lnTo>
                    <a:pt x="3675583" y="924000"/>
                  </a:lnTo>
                  <a:lnTo>
                    <a:pt x="3676655" y="924470"/>
                  </a:lnTo>
                  <a:lnTo>
                    <a:pt x="3677727" y="924940"/>
                  </a:lnTo>
                  <a:lnTo>
                    <a:pt x="3678798" y="925409"/>
                  </a:lnTo>
                  <a:lnTo>
                    <a:pt x="3679870" y="925878"/>
                  </a:lnTo>
                  <a:lnTo>
                    <a:pt x="3680941" y="926346"/>
                  </a:lnTo>
                  <a:lnTo>
                    <a:pt x="3682013" y="926814"/>
                  </a:lnTo>
                  <a:lnTo>
                    <a:pt x="3683085" y="927281"/>
                  </a:lnTo>
                  <a:lnTo>
                    <a:pt x="3684156" y="927748"/>
                  </a:lnTo>
                  <a:lnTo>
                    <a:pt x="3685228" y="928215"/>
                  </a:lnTo>
                  <a:lnTo>
                    <a:pt x="3686299" y="928681"/>
                  </a:lnTo>
                  <a:lnTo>
                    <a:pt x="3687371" y="929147"/>
                  </a:lnTo>
                  <a:lnTo>
                    <a:pt x="3688443" y="929612"/>
                  </a:lnTo>
                  <a:lnTo>
                    <a:pt x="3689514" y="930077"/>
                  </a:lnTo>
                  <a:lnTo>
                    <a:pt x="3690586" y="930542"/>
                  </a:lnTo>
                  <a:lnTo>
                    <a:pt x="3691657" y="931006"/>
                  </a:lnTo>
                  <a:lnTo>
                    <a:pt x="3692729" y="931470"/>
                  </a:lnTo>
                  <a:lnTo>
                    <a:pt x="3693801" y="931933"/>
                  </a:lnTo>
                  <a:lnTo>
                    <a:pt x="3694872" y="932396"/>
                  </a:lnTo>
                  <a:lnTo>
                    <a:pt x="3695944" y="932859"/>
                  </a:lnTo>
                  <a:lnTo>
                    <a:pt x="3697015" y="933321"/>
                  </a:lnTo>
                  <a:lnTo>
                    <a:pt x="3698087" y="933783"/>
                  </a:lnTo>
                  <a:lnTo>
                    <a:pt x="3699159" y="934244"/>
                  </a:lnTo>
                  <a:lnTo>
                    <a:pt x="3700230" y="934705"/>
                  </a:lnTo>
                  <a:lnTo>
                    <a:pt x="3701302" y="935166"/>
                  </a:lnTo>
                  <a:lnTo>
                    <a:pt x="3702373" y="935626"/>
                  </a:lnTo>
                  <a:lnTo>
                    <a:pt x="3703445" y="936086"/>
                  </a:lnTo>
                  <a:lnTo>
                    <a:pt x="3704517" y="936545"/>
                  </a:lnTo>
                  <a:lnTo>
                    <a:pt x="3705588" y="937004"/>
                  </a:lnTo>
                  <a:lnTo>
                    <a:pt x="3706660" y="937463"/>
                  </a:lnTo>
                  <a:lnTo>
                    <a:pt x="3707731" y="937921"/>
                  </a:lnTo>
                  <a:lnTo>
                    <a:pt x="3708803" y="938379"/>
                  </a:lnTo>
                  <a:lnTo>
                    <a:pt x="3709875" y="938836"/>
                  </a:lnTo>
                  <a:lnTo>
                    <a:pt x="3710946" y="939293"/>
                  </a:lnTo>
                  <a:lnTo>
                    <a:pt x="3712018" y="939750"/>
                  </a:lnTo>
                  <a:lnTo>
                    <a:pt x="3713089" y="940206"/>
                  </a:lnTo>
                  <a:lnTo>
                    <a:pt x="3714161" y="940662"/>
                  </a:lnTo>
                  <a:lnTo>
                    <a:pt x="3715233" y="941117"/>
                  </a:lnTo>
                  <a:lnTo>
                    <a:pt x="3716304" y="941572"/>
                  </a:lnTo>
                  <a:lnTo>
                    <a:pt x="3717376" y="942027"/>
                  </a:lnTo>
                  <a:lnTo>
                    <a:pt x="3718447" y="942481"/>
                  </a:lnTo>
                  <a:lnTo>
                    <a:pt x="3719519" y="942935"/>
                  </a:lnTo>
                  <a:lnTo>
                    <a:pt x="3720591" y="943388"/>
                  </a:lnTo>
                  <a:lnTo>
                    <a:pt x="3721662" y="943842"/>
                  </a:lnTo>
                  <a:lnTo>
                    <a:pt x="3722734" y="944294"/>
                  </a:lnTo>
                  <a:lnTo>
                    <a:pt x="3723805" y="944747"/>
                  </a:lnTo>
                  <a:lnTo>
                    <a:pt x="3724877" y="945199"/>
                  </a:lnTo>
                  <a:lnTo>
                    <a:pt x="3725949" y="945650"/>
                  </a:lnTo>
                  <a:lnTo>
                    <a:pt x="3727020" y="946101"/>
                  </a:lnTo>
                  <a:lnTo>
                    <a:pt x="3728092" y="946552"/>
                  </a:lnTo>
                  <a:lnTo>
                    <a:pt x="3729163" y="947003"/>
                  </a:lnTo>
                  <a:lnTo>
                    <a:pt x="3730235" y="947453"/>
                  </a:lnTo>
                  <a:lnTo>
                    <a:pt x="3731306" y="947902"/>
                  </a:lnTo>
                  <a:lnTo>
                    <a:pt x="3732378" y="948352"/>
                  </a:lnTo>
                  <a:lnTo>
                    <a:pt x="3733450" y="948801"/>
                  </a:lnTo>
                  <a:lnTo>
                    <a:pt x="3734521" y="949249"/>
                  </a:lnTo>
                  <a:lnTo>
                    <a:pt x="3735593" y="949697"/>
                  </a:lnTo>
                  <a:lnTo>
                    <a:pt x="3736664" y="950145"/>
                  </a:lnTo>
                  <a:lnTo>
                    <a:pt x="3737736" y="950592"/>
                  </a:lnTo>
                  <a:lnTo>
                    <a:pt x="3738808" y="951040"/>
                  </a:lnTo>
                  <a:lnTo>
                    <a:pt x="3739879" y="951486"/>
                  </a:lnTo>
                  <a:lnTo>
                    <a:pt x="3740951" y="951933"/>
                  </a:lnTo>
                  <a:lnTo>
                    <a:pt x="3742022" y="952378"/>
                  </a:lnTo>
                  <a:lnTo>
                    <a:pt x="3743094" y="952824"/>
                  </a:lnTo>
                  <a:lnTo>
                    <a:pt x="3744166" y="953269"/>
                  </a:lnTo>
                  <a:lnTo>
                    <a:pt x="3745237" y="953714"/>
                  </a:lnTo>
                  <a:lnTo>
                    <a:pt x="3746309" y="954159"/>
                  </a:lnTo>
                  <a:lnTo>
                    <a:pt x="3747380" y="954603"/>
                  </a:lnTo>
                  <a:lnTo>
                    <a:pt x="3748452" y="955046"/>
                  </a:lnTo>
                  <a:lnTo>
                    <a:pt x="3749524" y="955490"/>
                  </a:lnTo>
                  <a:lnTo>
                    <a:pt x="3750595" y="955933"/>
                  </a:lnTo>
                  <a:lnTo>
                    <a:pt x="3751667" y="956375"/>
                  </a:lnTo>
                  <a:lnTo>
                    <a:pt x="3752738" y="956818"/>
                  </a:lnTo>
                  <a:lnTo>
                    <a:pt x="3753810" y="957260"/>
                  </a:lnTo>
                  <a:lnTo>
                    <a:pt x="3754882" y="957701"/>
                  </a:lnTo>
                  <a:lnTo>
                    <a:pt x="3755953" y="958142"/>
                  </a:lnTo>
                  <a:lnTo>
                    <a:pt x="3757025" y="958583"/>
                  </a:lnTo>
                  <a:lnTo>
                    <a:pt x="3758096" y="959024"/>
                  </a:lnTo>
                  <a:lnTo>
                    <a:pt x="3759168" y="959464"/>
                  </a:lnTo>
                  <a:lnTo>
                    <a:pt x="3760240" y="959903"/>
                  </a:lnTo>
                  <a:lnTo>
                    <a:pt x="3761311" y="960343"/>
                  </a:lnTo>
                  <a:lnTo>
                    <a:pt x="3762383" y="960782"/>
                  </a:lnTo>
                  <a:lnTo>
                    <a:pt x="3763454" y="961220"/>
                  </a:lnTo>
                  <a:lnTo>
                    <a:pt x="3764526" y="961659"/>
                  </a:lnTo>
                  <a:lnTo>
                    <a:pt x="3765598" y="962097"/>
                  </a:lnTo>
                  <a:lnTo>
                    <a:pt x="3766669" y="962534"/>
                  </a:lnTo>
                  <a:lnTo>
                    <a:pt x="3767741" y="962972"/>
                  </a:lnTo>
                  <a:lnTo>
                    <a:pt x="3768812" y="963409"/>
                  </a:lnTo>
                  <a:lnTo>
                    <a:pt x="3769884" y="963845"/>
                  </a:lnTo>
                  <a:lnTo>
                    <a:pt x="3770956" y="964281"/>
                  </a:lnTo>
                  <a:lnTo>
                    <a:pt x="3772027" y="964717"/>
                  </a:lnTo>
                  <a:lnTo>
                    <a:pt x="3773099" y="965153"/>
                  </a:lnTo>
                  <a:lnTo>
                    <a:pt x="3774170" y="965588"/>
                  </a:lnTo>
                  <a:lnTo>
                    <a:pt x="3775242" y="966023"/>
                  </a:lnTo>
                  <a:lnTo>
                    <a:pt x="3776314" y="966457"/>
                  </a:lnTo>
                  <a:lnTo>
                    <a:pt x="3777385" y="966891"/>
                  </a:lnTo>
                  <a:lnTo>
                    <a:pt x="3778457" y="967325"/>
                  </a:lnTo>
                  <a:lnTo>
                    <a:pt x="3779528" y="967758"/>
                  </a:lnTo>
                  <a:lnTo>
                    <a:pt x="3780600" y="968191"/>
                  </a:lnTo>
                  <a:lnTo>
                    <a:pt x="3781672" y="968624"/>
                  </a:lnTo>
                  <a:lnTo>
                    <a:pt x="3782743" y="969056"/>
                  </a:lnTo>
                  <a:lnTo>
                    <a:pt x="3783815" y="969489"/>
                  </a:lnTo>
                  <a:lnTo>
                    <a:pt x="3784886" y="969920"/>
                  </a:lnTo>
                  <a:lnTo>
                    <a:pt x="3785958" y="970352"/>
                  </a:lnTo>
                  <a:lnTo>
                    <a:pt x="3787030" y="970783"/>
                  </a:lnTo>
                  <a:lnTo>
                    <a:pt x="3788101" y="971213"/>
                  </a:lnTo>
                  <a:lnTo>
                    <a:pt x="3789173" y="971644"/>
                  </a:lnTo>
                  <a:lnTo>
                    <a:pt x="3790244" y="972074"/>
                  </a:lnTo>
                  <a:lnTo>
                    <a:pt x="3791316" y="972503"/>
                  </a:lnTo>
                  <a:lnTo>
                    <a:pt x="3792388" y="972932"/>
                  </a:lnTo>
                  <a:lnTo>
                    <a:pt x="3793459" y="973361"/>
                  </a:lnTo>
                  <a:lnTo>
                    <a:pt x="3794531" y="973790"/>
                  </a:lnTo>
                  <a:lnTo>
                    <a:pt x="3795602" y="974218"/>
                  </a:lnTo>
                  <a:lnTo>
                    <a:pt x="3796674" y="974646"/>
                  </a:lnTo>
                  <a:lnTo>
                    <a:pt x="3797746" y="975074"/>
                  </a:lnTo>
                  <a:lnTo>
                    <a:pt x="3798817" y="975501"/>
                  </a:lnTo>
                  <a:lnTo>
                    <a:pt x="3799889" y="975928"/>
                  </a:lnTo>
                  <a:lnTo>
                    <a:pt x="3800960" y="976355"/>
                  </a:lnTo>
                  <a:lnTo>
                    <a:pt x="3802032" y="976781"/>
                  </a:lnTo>
                  <a:lnTo>
                    <a:pt x="3803104" y="977207"/>
                  </a:lnTo>
                  <a:lnTo>
                    <a:pt x="3804175" y="977633"/>
                  </a:lnTo>
                  <a:lnTo>
                    <a:pt x="3805247" y="978058"/>
                  </a:lnTo>
                  <a:lnTo>
                    <a:pt x="3806318" y="978483"/>
                  </a:lnTo>
                  <a:lnTo>
                    <a:pt x="3807390" y="978908"/>
                  </a:lnTo>
                  <a:lnTo>
                    <a:pt x="3808462" y="979332"/>
                  </a:lnTo>
                  <a:lnTo>
                    <a:pt x="3809533" y="979756"/>
                  </a:lnTo>
                  <a:lnTo>
                    <a:pt x="3810605" y="980180"/>
                  </a:lnTo>
                  <a:lnTo>
                    <a:pt x="3811676" y="980603"/>
                  </a:lnTo>
                  <a:lnTo>
                    <a:pt x="3812748" y="981026"/>
                  </a:lnTo>
                  <a:lnTo>
                    <a:pt x="3813820" y="981449"/>
                  </a:lnTo>
                  <a:lnTo>
                    <a:pt x="3814891" y="981871"/>
                  </a:lnTo>
                  <a:lnTo>
                    <a:pt x="3815963" y="982293"/>
                  </a:lnTo>
                  <a:lnTo>
                    <a:pt x="3817034" y="982715"/>
                  </a:lnTo>
                  <a:lnTo>
                    <a:pt x="3818106" y="983136"/>
                  </a:lnTo>
                  <a:lnTo>
                    <a:pt x="3819178" y="983557"/>
                  </a:lnTo>
                  <a:lnTo>
                    <a:pt x="3820249" y="983978"/>
                  </a:lnTo>
                  <a:lnTo>
                    <a:pt x="3821321" y="984398"/>
                  </a:lnTo>
                  <a:lnTo>
                    <a:pt x="3822392" y="984819"/>
                  </a:lnTo>
                  <a:lnTo>
                    <a:pt x="3823464" y="985238"/>
                  </a:lnTo>
                  <a:lnTo>
                    <a:pt x="3824536" y="985658"/>
                  </a:lnTo>
                  <a:lnTo>
                    <a:pt x="3825607" y="986077"/>
                  </a:lnTo>
                  <a:lnTo>
                    <a:pt x="3826679" y="986496"/>
                  </a:lnTo>
                  <a:lnTo>
                    <a:pt x="3827750" y="986914"/>
                  </a:lnTo>
                  <a:lnTo>
                    <a:pt x="3828822" y="987332"/>
                  </a:lnTo>
                  <a:lnTo>
                    <a:pt x="3829894" y="987750"/>
                  </a:lnTo>
                  <a:lnTo>
                    <a:pt x="3830965" y="988168"/>
                  </a:lnTo>
                  <a:lnTo>
                    <a:pt x="3832037" y="988585"/>
                  </a:lnTo>
                  <a:lnTo>
                    <a:pt x="3833108" y="989002"/>
                  </a:lnTo>
                  <a:lnTo>
                    <a:pt x="3834180" y="989419"/>
                  </a:lnTo>
                  <a:lnTo>
                    <a:pt x="3835252" y="989835"/>
                  </a:lnTo>
                  <a:lnTo>
                    <a:pt x="3836323" y="990251"/>
                  </a:lnTo>
                  <a:lnTo>
                    <a:pt x="3837395" y="990667"/>
                  </a:lnTo>
                  <a:lnTo>
                    <a:pt x="3838466" y="991082"/>
                  </a:lnTo>
                  <a:lnTo>
                    <a:pt x="3839538" y="991497"/>
                  </a:lnTo>
                  <a:lnTo>
                    <a:pt x="3840610" y="991912"/>
                  </a:lnTo>
                  <a:lnTo>
                    <a:pt x="3841681" y="992326"/>
                  </a:lnTo>
                  <a:lnTo>
                    <a:pt x="3842753" y="992740"/>
                  </a:lnTo>
                  <a:lnTo>
                    <a:pt x="3843824" y="993154"/>
                  </a:lnTo>
                  <a:lnTo>
                    <a:pt x="3844896" y="993568"/>
                  </a:lnTo>
                  <a:lnTo>
                    <a:pt x="3845968" y="993981"/>
                  </a:lnTo>
                  <a:lnTo>
                    <a:pt x="3847039" y="994394"/>
                  </a:lnTo>
                  <a:lnTo>
                    <a:pt x="3848111" y="994806"/>
                  </a:lnTo>
                  <a:lnTo>
                    <a:pt x="3849182" y="995219"/>
                  </a:lnTo>
                  <a:lnTo>
                    <a:pt x="3850254" y="995631"/>
                  </a:lnTo>
                  <a:lnTo>
                    <a:pt x="3851326" y="996042"/>
                  </a:lnTo>
                  <a:lnTo>
                    <a:pt x="3852397" y="996454"/>
                  </a:lnTo>
                  <a:lnTo>
                    <a:pt x="3853469" y="996865"/>
                  </a:lnTo>
                  <a:lnTo>
                    <a:pt x="3854540" y="997275"/>
                  </a:lnTo>
                  <a:lnTo>
                    <a:pt x="3855612" y="997686"/>
                  </a:lnTo>
                  <a:lnTo>
                    <a:pt x="3856684" y="998096"/>
                  </a:lnTo>
                  <a:lnTo>
                    <a:pt x="3856684" y="99809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684231" y="4867076"/>
              <a:ext cx="3856684" cy="1033344"/>
            </a:xfrm>
            <a:custGeom>
              <a:avLst/>
              <a:gdLst/>
              <a:ahLst/>
              <a:cxnLst/>
              <a:rect l="0" t="0" r="0" b="0"/>
              <a:pathLst>
                <a:path w="3856684" h="1033344">
                  <a:moveTo>
                    <a:pt x="3856684" y="914929"/>
                  </a:moveTo>
                  <a:lnTo>
                    <a:pt x="3855612" y="914468"/>
                  </a:lnTo>
                  <a:lnTo>
                    <a:pt x="3854540" y="914007"/>
                  </a:lnTo>
                  <a:lnTo>
                    <a:pt x="3853469" y="913545"/>
                  </a:lnTo>
                  <a:lnTo>
                    <a:pt x="3852397" y="913083"/>
                  </a:lnTo>
                  <a:lnTo>
                    <a:pt x="3851326" y="912620"/>
                  </a:lnTo>
                  <a:lnTo>
                    <a:pt x="3850254" y="912157"/>
                  </a:lnTo>
                  <a:lnTo>
                    <a:pt x="3849182" y="911693"/>
                  </a:lnTo>
                  <a:lnTo>
                    <a:pt x="3848111" y="911229"/>
                  </a:lnTo>
                  <a:lnTo>
                    <a:pt x="3847039" y="910765"/>
                  </a:lnTo>
                  <a:lnTo>
                    <a:pt x="3845968" y="910300"/>
                  </a:lnTo>
                  <a:lnTo>
                    <a:pt x="3844896" y="909835"/>
                  </a:lnTo>
                  <a:lnTo>
                    <a:pt x="3843824" y="909369"/>
                  </a:lnTo>
                  <a:lnTo>
                    <a:pt x="3842753" y="908903"/>
                  </a:lnTo>
                  <a:lnTo>
                    <a:pt x="3841681" y="908437"/>
                  </a:lnTo>
                  <a:lnTo>
                    <a:pt x="3840610" y="907970"/>
                  </a:lnTo>
                  <a:lnTo>
                    <a:pt x="3839538" y="907503"/>
                  </a:lnTo>
                  <a:lnTo>
                    <a:pt x="3838466" y="907035"/>
                  </a:lnTo>
                  <a:lnTo>
                    <a:pt x="3837395" y="906567"/>
                  </a:lnTo>
                  <a:lnTo>
                    <a:pt x="3836323" y="906098"/>
                  </a:lnTo>
                  <a:lnTo>
                    <a:pt x="3835252" y="905629"/>
                  </a:lnTo>
                  <a:lnTo>
                    <a:pt x="3834180" y="905160"/>
                  </a:lnTo>
                  <a:lnTo>
                    <a:pt x="3833108" y="904690"/>
                  </a:lnTo>
                  <a:lnTo>
                    <a:pt x="3832037" y="904220"/>
                  </a:lnTo>
                  <a:lnTo>
                    <a:pt x="3830965" y="903749"/>
                  </a:lnTo>
                  <a:lnTo>
                    <a:pt x="3829894" y="903278"/>
                  </a:lnTo>
                  <a:lnTo>
                    <a:pt x="3828822" y="902806"/>
                  </a:lnTo>
                  <a:lnTo>
                    <a:pt x="3827750" y="902334"/>
                  </a:lnTo>
                  <a:lnTo>
                    <a:pt x="3826679" y="901862"/>
                  </a:lnTo>
                  <a:lnTo>
                    <a:pt x="3825607" y="901389"/>
                  </a:lnTo>
                  <a:lnTo>
                    <a:pt x="3824536" y="900916"/>
                  </a:lnTo>
                  <a:lnTo>
                    <a:pt x="3823464" y="900442"/>
                  </a:lnTo>
                  <a:lnTo>
                    <a:pt x="3822392" y="899968"/>
                  </a:lnTo>
                  <a:lnTo>
                    <a:pt x="3821321" y="899494"/>
                  </a:lnTo>
                  <a:lnTo>
                    <a:pt x="3820249" y="899019"/>
                  </a:lnTo>
                  <a:lnTo>
                    <a:pt x="3819178" y="898543"/>
                  </a:lnTo>
                  <a:lnTo>
                    <a:pt x="3818106" y="898068"/>
                  </a:lnTo>
                  <a:lnTo>
                    <a:pt x="3817034" y="897592"/>
                  </a:lnTo>
                  <a:lnTo>
                    <a:pt x="3815963" y="897115"/>
                  </a:lnTo>
                  <a:lnTo>
                    <a:pt x="3814891" y="896638"/>
                  </a:lnTo>
                  <a:lnTo>
                    <a:pt x="3813820" y="896160"/>
                  </a:lnTo>
                  <a:lnTo>
                    <a:pt x="3812748" y="895683"/>
                  </a:lnTo>
                  <a:lnTo>
                    <a:pt x="3811676" y="895204"/>
                  </a:lnTo>
                  <a:lnTo>
                    <a:pt x="3810605" y="894726"/>
                  </a:lnTo>
                  <a:lnTo>
                    <a:pt x="3809533" y="894246"/>
                  </a:lnTo>
                  <a:lnTo>
                    <a:pt x="3808462" y="893767"/>
                  </a:lnTo>
                  <a:lnTo>
                    <a:pt x="3807390" y="893287"/>
                  </a:lnTo>
                  <a:lnTo>
                    <a:pt x="3806318" y="892806"/>
                  </a:lnTo>
                  <a:lnTo>
                    <a:pt x="3805247" y="892325"/>
                  </a:lnTo>
                  <a:lnTo>
                    <a:pt x="3804175" y="891844"/>
                  </a:lnTo>
                  <a:lnTo>
                    <a:pt x="3803104" y="891362"/>
                  </a:lnTo>
                  <a:lnTo>
                    <a:pt x="3802032" y="890880"/>
                  </a:lnTo>
                  <a:lnTo>
                    <a:pt x="3800960" y="890398"/>
                  </a:lnTo>
                  <a:lnTo>
                    <a:pt x="3799889" y="889915"/>
                  </a:lnTo>
                  <a:lnTo>
                    <a:pt x="3798817" y="889431"/>
                  </a:lnTo>
                  <a:lnTo>
                    <a:pt x="3797746" y="888948"/>
                  </a:lnTo>
                  <a:lnTo>
                    <a:pt x="3796674" y="888463"/>
                  </a:lnTo>
                  <a:lnTo>
                    <a:pt x="3795602" y="887979"/>
                  </a:lnTo>
                  <a:lnTo>
                    <a:pt x="3794531" y="887493"/>
                  </a:lnTo>
                  <a:lnTo>
                    <a:pt x="3793459" y="887008"/>
                  </a:lnTo>
                  <a:lnTo>
                    <a:pt x="3792388" y="886522"/>
                  </a:lnTo>
                  <a:lnTo>
                    <a:pt x="3791316" y="886036"/>
                  </a:lnTo>
                  <a:lnTo>
                    <a:pt x="3790244" y="885549"/>
                  </a:lnTo>
                  <a:lnTo>
                    <a:pt x="3789173" y="885061"/>
                  </a:lnTo>
                  <a:lnTo>
                    <a:pt x="3788101" y="884574"/>
                  </a:lnTo>
                  <a:lnTo>
                    <a:pt x="3787030" y="884086"/>
                  </a:lnTo>
                  <a:lnTo>
                    <a:pt x="3785958" y="883597"/>
                  </a:lnTo>
                  <a:lnTo>
                    <a:pt x="3784886" y="883108"/>
                  </a:lnTo>
                  <a:lnTo>
                    <a:pt x="3783815" y="882619"/>
                  </a:lnTo>
                  <a:lnTo>
                    <a:pt x="3782743" y="882129"/>
                  </a:lnTo>
                  <a:lnTo>
                    <a:pt x="3781672" y="881639"/>
                  </a:lnTo>
                  <a:lnTo>
                    <a:pt x="3780600" y="881148"/>
                  </a:lnTo>
                  <a:lnTo>
                    <a:pt x="3779528" y="880657"/>
                  </a:lnTo>
                  <a:lnTo>
                    <a:pt x="3778457" y="880165"/>
                  </a:lnTo>
                  <a:lnTo>
                    <a:pt x="3777385" y="879673"/>
                  </a:lnTo>
                  <a:lnTo>
                    <a:pt x="3776314" y="879181"/>
                  </a:lnTo>
                  <a:lnTo>
                    <a:pt x="3775242" y="878688"/>
                  </a:lnTo>
                  <a:lnTo>
                    <a:pt x="3774170" y="878195"/>
                  </a:lnTo>
                  <a:lnTo>
                    <a:pt x="3773099" y="877701"/>
                  </a:lnTo>
                  <a:lnTo>
                    <a:pt x="3772027" y="877207"/>
                  </a:lnTo>
                  <a:lnTo>
                    <a:pt x="3770956" y="876713"/>
                  </a:lnTo>
                  <a:lnTo>
                    <a:pt x="3769884" y="876218"/>
                  </a:lnTo>
                  <a:lnTo>
                    <a:pt x="3768812" y="875722"/>
                  </a:lnTo>
                  <a:lnTo>
                    <a:pt x="3767741" y="875226"/>
                  </a:lnTo>
                  <a:lnTo>
                    <a:pt x="3766669" y="874730"/>
                  </a:lnTo>
                  <a:lnTo>
                    <a:pt x="3765598" y="874233"/>
                  </a:lnTo>
                  <a:lnTo>
                    <a:pt x="3764526" y="873736"/>
                  </a:lnTo>
                  <a:lnTo>
                    <a:pt x="3763454" y="873239"/>
                  </a:lnTo>
                  <a:lnTo>
                    <a:pt x="3762383" y="872741"/>
                  </a:lnTo>
                  <a:lnTo>
                    <a:pt x="3761311" y="872242"/>
                  </a:lnTo>
                  <a:lnTo>
                    <a:pt x="3760240" y="871743"/>
                  </a:lnTo>
                  <a:lnTo>
                    <a:pt x="3759168" y="871244"/>
                  </a:lnTo>
                  <a:lnTo>
                    <a:pt x="3758096" y="870744"/>
                  </a:lnTo>
                  <a:lnTo>
                    <a:pt x="3757025" y="870244"/>
                  </a:lnTo>
                  <a:lnTo>
                    <a:pt x="3755953" y="869744"/>
                  </a:lnTo>
                  <a:lnTo>
                    <a:pt x="3754882" y="869243"/>
                  </a:lnTo>
                  <a:lnTo>
                    <a:pt x="3753810" y="868741"/>
                  </a:lnTo>
                  <a:lnTo>
                    <a:pt x="3752738" y="868239"/>
                  </a:lnTo>
                  <a:lnTo>
                    <a:pt x="3751667" y="867737"/>
                  </a:lnTo>
                  <a:lnTo>
                    <a:pt x="3750595" y="867234"/>
                  </a:lnTo>
                  <a:lnTo>
                    <a:pt x="3749524" y="866731"/>
                  </a:lnTo>
                  <a:lnTo>
                    <a:pt x="3748452" y="866228"/>
                  </a:lnTo>
                  <a:lnTo>
                    <a:pt x="3747380" y="865724"/>
                  </a:lnTo>
                  <a:lnTo>
                    <a:pt x="3746309" y="865219"/>
                  </a:lnTo>
                  <a:lnTo>
                    <a:pt x="3745237" y="864714"/>
                  </a:lnTo>
                  <a:lnTo>
                    <a:pt x="3744166" y="864209"/>
                  </a:lnTo>
                  <a:lnTo>
                    <a:pt x="3743094" y="863703"/>
                  </a:lnTo>
                  <a:lnTo>
                    <a:pt x="3742022" y="863197"/>
                  </a:lnTo>
                  <a:lnTo>
                    <a:pt x="3740951" y="862690"/>
                  </a:lnTo>
                  <a:lnTo>
                    <a:pt x="3739879" y="862183"/>
                  </a:lnTo>
                  <a:lnTo>
                    <a:pt x="3738808" y="861676"/>
                  </a:lnTo>
                  <a:lnTo>
                    <a:pt x="3737736" y="861168"/>
                  </a:lnTo>
                  <a:lnTo>
                    <a:pt x="3736664" y="860659"/>
                  </a:lnTo>
                  <a:lnTo>
                    <a:pt x="3735593" y="860151"/>
                  </a:lnTo>
                  <a:lnTo>
                    <a:pt x="3734521" y="859641"/>
                  </a:lnTo>
                  <a:lnTo>
                    <a:pt x="3733450" y="859132"/>
                  </a:lnTo>
                  <a:lnTo>
                    <a:pt x="3732378" y="858622"/>
                  </a:lnTo>
                  <a:lnTo>
                    <a:pt x="3731306" y="858111"/>
                  </a:lnTo>
                  <a:lnTo>
                    <a:pt x="3730235" y="857600"/>
                  </a:lnTo>
                  <a:lnTo>
                    <a:pt x="3729163" y="857089"/>
                  </a:lnTo>
                  <a:lnTo>
                    <a:pt x="3728092" y="856577"/>
                  </a:lnTo>
                  <a:lnTo>
                    <a:pt x="3727020" y="856065"/>
                  </a:lnTo>
                  <a:lnTo>
                    <a:pt x="3725949" y="855552"/>
                  </a:lnTo>
                  <a:lnTo>
                    <a:pt x="3724877" y="855039"/>
                  </a:lnTo>
                  <a:lnTo>
                    <a:pt x="3723805" y="854525"/>
                  </a:lnTo>
                  <a:lnTo>
                    <a:pt x="3722734" y="854011"/>
                  </a:lnTo>
                  <a:lnTo>
                    <a:pt x="3721662" y="853497"/>
                  </a:lnTo>
                  <a:lnTo>
                    <a:pt x="3720591" y="852982"/>
                  </a:lnTo>
                  <a:lnTo>
                    <a:pt x="3719519" y="852467"/>
                  </a:lnTo>
                  <a:lnTo>
                    <a:pt x="3718447" y="851951"/>
                  </a:lnTo>
                  <a:lnTo>
                    <a:pt x="3717376" y="851435"/>
                  </a:lnTo>
                  <a:lnTo>
                    <a:pt x="3716304" y="850918"/>
                  </a:lnTo>
                  <a:lnTo>
                    <a:pt x="3715233" y="850401"/>
                  </a:lnTo>
                  <a:lnTo>
                    <a:pt x="3714161" y="849884"/>
                  </a:lnTo>
                  <a:lnTo>
                    <a:pt x="3713089" y="849366"/>
                  </a:lnTo>
                  <a:lnTo>
                    <a:pt x="3712018" y="848848"/>
                  </a:lnTo>
                  <a:lnTo>
                    <a:pt x="3710946" y="848329"/>
                  </a:lnTo>
                  <a:lnTo>
                    <a:pt x="3709875" y="847810"/>
                  </a:lnTo>
                  <a:lnTo>
                    <a:pt x="3708803" y="847290"/>
                  </a:lnTo>
                  <a:lnTo>
                    <a:pt x="3707731" y="846770"/>
                  </a:lnTo>
                  <a:lnTo>
                    <a:pt x="3706660" y="846249"/>
                  </a:lnTo>
                  <a:lnTo>
                    <a:pt x="3705588" y="845728"/>
                  </a:lnTo>
                  <a:lnTo>
                    <a:pt x="3704517" y="845207"/>
                  </a:lnTo>
                  <a:lnTo>
                    <a:pt x="3703445" y="844685"/>
                  </a:lnTo>
                  <a:lnTo>
                    <a:pt x="3702373" y="844163"/>
                  </a:lnTo>
                  <a:lnTo>
                    <a:pt x="3701302" y="843640"/>
                  </a:lnTo>
                  <a:lnTo>
                    <a:pt x="3700230" y="843117"/>
                  </a:lnTo>
                  <a:lnTo>
                    <a:pt x="3699159" y="842594"/>
                  </a:lnTo>
                  <a:lnTo>
                    <a:pt x="3698087" y="842070"/>
                  </a:lnTo>
                  <a:lnTo>
                    <a:pt x="3697015" y="841545"/>
                  </a:lnTo>
                  <a:lnTo>
                    <a:pt x="3695944" y="841020"/>
                  </a:lnTo>
                  <a:lnTo>
                    <a:pt x="3694872" y="840495"/>
                  </a:lnTo>
                  <a:lnTo>
                    <a:pt x="3693801" y="839969"/>
                  </a:lnTo>
                  <a:lnTo>
                    <a:pt x="3692729" y="839443"/>
                  </a:lnTo>
                  <a:lnTo>
                    <a:pt x="3691657" y="838916"/>
                  </a:lnTo>
                  <a:lnTo>
                    <a:pt x="3690586" y="838389"/>
                  </a:lnTo>
                  <a:lnTo>
                    <a:pt x="3689514" y="837862"/>
                  </a:lnTo>
                  <a:lnTo>
                    <a:pt x="3688443" y="837334"/>
                  </a:lnTo>
                  <a:lnTo>
                    <a:pt x="3687371" y="836806"/>
                  </a:lnTo>
                  <a:lnTo>
                    <a:pt x="3686299" y="836277"/>
                  </a:lnTo>
                  <a:lnTo>
                    <a:pt x="3685228" y="835748"/>
                  </a:lnTo>
                  <a:lnTo>
                    <a:pt x="3684156" y="835218"/>
                  </a:lnTo>
                  <a:lnTo>
                    <a:pt x="3683085" y="834688"/>
                  </a:lnTo>
                  <a:lnTo>
                    <a:pt x="3682013" y="834157"/>
                  </a:lnTo>
                  <a:lnTo>
                    <a:pt x="3680941" y="833626"/>
                  </a:lnTo>
                  <a:lnTo>
                    <a:pt x="3679870" y="833095"/>
                  </a:lnTo>
                  <a:lnTo>
                    <a:pt x="3678798" y="832563"/>
                  </a:lnTo>
                  <a:lnTo>
                    <a:pt x="3677727" y="832031"/>
                  </a:lnTo>
                  <a:lnTo>
                    <a:pt x="3676655" y="831498"/>
                  </a:lnTo>
                  <a:lnTo>
                    <a:pt x="3675583" y="830965"/>
                  </a:lnTo>
                  <a:lnTo>
                    <a:pt x="3674512" y="830431"/>
                  </a:lnTo>
                  <a:lnTo>
                    <a:pt x="3673440" y="829897"/>
                  </a:lnTo>
                  <a:lnTo>
                    <a:pt x="3672369" y="829363"/>
                  </a:lnTo>
                  <a:lnTo>
                    <a:pt x="3671297" y="828828"/>
                  </a:lnTo>
                  <a:lnTo>
                    <a:pt x="3670225" y="828293"/>
                  </a:lnTo>
                  <a:lnTo>
                    <a:pt x="3669154" y="827757"/>
                  </a:lnTo>
                  <a:lnTo>
                    <a:pt x="3668082" y="827221"/>
                  </a:lnTo>
                  <a:lnTo>
                    <a:pt x="3667011" y="826684"/>
                  </a:lnTo>
                  <a:lnTo>
                    <a:pt x="3665939" y="826147"/>
                  </a:lnTo>
                  <a:lnTo>
                    <a:pt x="3664867" y="825610"/>
                  </a:lnTo>
                  <a:lnTo>
                    <a:pt x="3663796" y="825072"/>
                  </a:lnTo>
                  <a:lnTo>
                    <a:pt x="3662724" y="824533"/>
                  </a:lnTo>
                  <a:lnTo>
                    <a:pt x="3661653" y="823995"/>
                  </a:lnTo>
                  <a:lnTo>
                    <a:pt x="3660581" y="823455"/>
                  </a:lnTo>
                  <a:lnTo>
                    <a:pt x="3659509" y="822916"/>
                  </a:lnTo>
                  <a:lnTo>
                    <a:pt x="3658438" y="822376"/>
                  </a:lnTo>
                  <a:lnTo>
                    <a:pt x="3657366" y="821835"/>
                  </a:lnTo>
                  <a:lnTo>
                    <a:pt x="3656295" y="821294"/>
                  </a:lnTo>
                  <a:lnTo>
                    <a:pt x="3655223" y="820753"/>
                  </a:lnTo>
                  <a:lnTo>
                    <a:pt x="3654151" y="820211"/>
                  </a:lnTo>
                  <a:lnTo>
                    <a:pt x="3653080" y="819668"/>
                  </a:lnTo>
                  <a:lnTo>
                    <a:pt x="3652008" y="819126"/>
                  </a:lnTo>
                  <a:lnTo>
                    <a:pt x="3650937" y="818583"/>
                  </a:lnTo>
                  <a:lnTo>
                    <a:pt x="3649865" y="818039"/>
                  </a:lnTo>
                  <a:lnTo>
                    <a:pt x="3648793" y="817495"/>
                  </a:lnTo>
                  <a:lnTo>
                    <a:pt x="3647722" y="816950"/>
                  </a:lnTo>
                  <a:lnTo>
                    <a:pt x="3646650" y="816405"/>
                  </a:lnTo>
                  <a:lnTo>
                    <a:pt x="3645579" y="815860"/>
                  </a:lnTo>
                  <a:lnTo>
                    <a:pt x="3644507" y="815314"/>
                  </a:lnTo>
                  <a:lnTo>
                    <a:pt x="3643435" y="814768"/>
                  </a:lnTo>
                  <a:lnTo>
                    <a:pt x="3642364" y="814221"/>
                  </a:lnTo>
                  <a:lnTo>
                    <a:pt x="3641292" y="813674"/>
                  </a:lnTo>
                  <a:lnTo>
                    <a:pt x="3640221" y="813127"/>
                  </a:lnTo>
                  <a:lnTo>
                    <a:pt x="3639149" y="812579"/>
                  </a:lnTo>
                  <a:lnTo>
                    <a:pt x="3638077" y="812031"/>
                  </a:lnTo>
                  <a:lnTo>
                    <a:pt x="3637006" y="811482"/>
                  </a:lnTo>
                  <a:lnTo>
                    <a:pt x="3635934" y="810932"/>
                  </a:lnTo>
                  <a:lnTo>
                    <a:pt x="3634863" y="810383"/>
                  </a:lnTo>
                  <a:lnTo>
                    <a:pt x="3633791" y="809833"/>
                  </a:lnTo>
                  <a:lnTo>
                    <a:pt x="3632719" y="809282"/>
                  </a:lnTo>
                  <a:lnTo>
                    <a:pt x="3631648" y="808731"/>
                  </a:lnTo>
                  <a:lnTo>
                    <a:pt x="3630576" y="808180"/>
                  </a:lnTo>
                  <a:lnTo>
                    <a:pt x="3629505" y="807628"/>
                  </a:lnTo>
                  <a:lnTo>
                    <a:pt x="3628433" y="807075"/>
                  </a:lnTo>
                  <a:lnTo>
                    <a:pt x="3627361" y="806523"/>
                  </a:lnTo>
                  <a:lnTo>
                    <a:pt x="3626290" y="805969"/>
                  </a:lnTo>
                  <a:lnTo>
                    <a:pt x="3625218" y="805416"/>
                  </a:lnTo>
                  <a:lnTo>
                    <a:pt x="3624147" y="804862"/>
                  </a:lnTo>
                  <a:lnTo>
                    <a:pt x="3623075" y="804307"/>
                  </a:lnTo>
                  <a:lnTo>
                    <a:pt x="3622003" y="803752"/>
                  </a:lnTo>
                  <a:lnTo>
                    <a:pt x="3620932" y="803197"/>
                  </a:lnTo>
                  <a:lnTo>
                    <a:pt x="3619860" y="802641"/>
                  </a:lnTo>
                  <a:lnTo>
                    <a:pt x="3618789" y="802085"/>
                  </a:lnTo>
                  <a:lnTo>
                    <a:pt x="3617717" y="801528"/>
                  </a:lnTo>
                  <a:lnTo>
                    <a:pt x="3616645" y="800971"/>
                  </a:lnTo>
                  <a:lnTo>
                    <a:pt x="3615574" y="800414"/>
                  </a:lnTo>
                  <a:lnTo>
                    <a:pt x="3614502" y="799856"/>
                  </a:lnTo>
                  <a:lnTo>
                    <a:pt x="3613431" y="799297"/>
                  </a:lnTo>
                  <a:lnTo>
                    <a:pt x="3612359" y="798739"/>
                  </a:lnTo>
                  <a:lnTo>
                    <a:pt x="3611287" y="798179"/>
                  </a:lnTo>
                  <a:lnTo>
                    <a:pt x="3610216" y="797620"/>
                  </a:lnTo>
                  <a:lnTo>
                    <a:pt x="3609144" y="797060"/>
                  </a:lnTo>
                  <a:lnTo>
                    <a:pt x="3608073" y="796499"/>
                  </a:lnTo>
                  <a:lnTo>
                    <a:pt x="3607001" y="795938"/>
                  </a:lnTo>
                  <a:lnTo>
                    <a:pt x="3605929" y="795377"/>
                  </a:lnTo>
                  <a:lnTo>
                    <a:pt x="3604858" y="794815"/>
                  </a:lnTo>
                  <a:lnTo>
                    <a:pt x="3603786" y="794252"/>
                  </a:lnTo>
                  <a:lnTo>
                    <a:pt x="3602715" y="793690"/>
                  </a:lnTo>
                  <a:lnTo>
                    <a:pt x="3601643" y="793126"/>
                  </a:lnTo>
                  <a:lnTo>
                    <a:pt x="3600571" y="792563"/>
                  </a:lnTo>
                  <a:lnTo>
                    <a:pt x="3599500" y="791999"/>
                  </a:lnTo>
                  <a:lnTo>
                    <a:pt x="3598428" y="791434"/>
                  </a:lnTo>
                  <a:lnTo>
                    <a:pt x="3597357" y="790870"/>
                  </a:lnTo>
                  <a:lnTo>
                    <a:pt x="3596285" y="790304"/>
                  </a:lnTo>
                  <a:lnTo>
                    <a:pt x="3595213" y="789738"/>
                  </a:lnTo>
                  <a:lnTo>
                    <a:pt x="3594142" y="789172"/>
                  </a:lnTo>
                  <a:lnTo>
                    <a:pt x="3593070" y="788606"/>
                  </a:lnTo>
                  <a:lnTo>
                    <a:pt x="3591999" y="788039"/>
                  </a:lnTo>
                  <a:lnTo>
                    <a:pt x="3590927" y="787471"/>
                  </a:lnTo>
                  <a:lnTo>
                    <a:pt x="3589855" y="786903"/>
                  </a:lnTo>
                  <a:lnTo>
                    <a:pt x="3588784" y="786335"/>
                  </a:lnTo>
                  <a:lnTo>
                    <a:pt x="3587712" y="785766"/>
                  </a:lnTo>
                  <a:lnTo>
                    <a:pt x="3586641" y="785197"/>
                  </a:lnTo>
                  <a:lnTo>
                    <a:pt x="3585569" y="784627"/>
                  </a:lnTo>
                  <a:lnTo>
                    <a:pt x="3584497" y="784057"/>
                  </a:lnTo>
                  <a:lnTo>
                    <a:pt x="3583426" y="783487"/>
                  </a:lnTo>
                  <a:lnTo>
                    <a:pt x="3582354" y="782916"/>
                  </a:lnTo>
                  <a:lnTo>
                    <a:pt x="3581283" y="782344"/>
                  </a:lnTo>
                  <a:lnTo>
                    <a:pt x="3580211" y="781773"/>
                  </a:lnTo>
                  <a:lnTo>
                    <a:pt x="3579139" y="781200"/>
                  </a:lnTo>
                  <a:lnTo>
                    <a:pt x="3578068" y="780628"/>
                  </a:lnTo>
                  <a:lnTo>
                    <a:pt x="3576996" y="780055"/>
                  </a:lnTo>
                  <a:lnTo>
                    <a:pt x="3575925" y="779481"/>
                  </a:lnTo>
                  <a:lnTo>
                    <a:pt x="3574853" y="778907"/>
                  </a:lnTo>
                  <a:lnTo>
                    <a:pt x="3573781" y="778333"/>
                  </a:lnTo>
                  <a:lnTo>
                    <a:pt x="3572710" y="777758"/>
                  </a:lnTo>
                  <a:lnTo>
                    <a:pt x="3571638" y="777183"/>
                  </a:lnTo>
                  <a:lnTo>
                    <a:pt x="3570567" y="776607"/>
                  </a:lnTo>
                  <a:lnTo>
                    <a:pt x="3569495" y="776031"/>
                  </a:lnTo>
                  <a:lnTo>
                    <a:pt x="3568423" y="775454"/>
                  </a:lnTo>
                  <a:lnTo>
                    <a:pt x="3567352" y="774877"/>
                  </a:lnTo>
                  <a:lnTo>
                    <a:pt x="3566280" y="774300"/>
                  </a:lnTo>
                  <a:lnTo>
                    <a:pt x="3565209" y="773722"/>
                  </a:lnTo>
                  <a:lnTo>
                    <a:pt x="3564137" y="773144"/>
                  </a:lnTo>
                  <a:lnTo>
                    <a:pt x="3563065" y="772565"/>
                  </a:lnTo>
                  <a:lnTo>
                    <a:pt x="3561994" y="771986"/>
                  </a:lnTo>
                  <a:lnTo>
                    <a:pt x="3560922" y="771407"/>
                  </a:lnTo>
                  <a:lnTo>
                    <a:pt x="3559851" y="770827"/>
                  </a:lnTo>
                  <a:lnTo>
                    <a:pt x="3558779" y="770246"/>
                  </a:lnTo>
                  <a:lnTo>
                    <a:pt x="3557707" y="769666"/>
                  </a:lnTo>
                  <a:lnTo>
                    <a:pt x="3556636" y="769084"/>
                  </a:lnTo>
                  <a:lnTo>
                    <a:pt x="3555564" y="768503"/>
                  </a:lnTo>
                  <a:lnTo>
                    <a:pt x="3554493" y="767921"/>
                  </a:lnTo>
                  <a:lnTo>
                    <a:pt x="3553421" y="767338"/>
                  </a:lnTo>
                  <a:lnTo>
                    <a:pt x="3552349" y="766755"/>
                  </a:lnTo>
                  <a:lnTo>
                    <a:pt x="3551278" y="766172"/>
                  </a:lnTo>
                  <a:lnTo>
                    <a:pt x="3550206" y="765588"/>
                  </a:lnTo>
                  <a:lnTo>
                    <a:pt x="3549135" y="765004"/>
                  </a:lnTo>
                  <a:lnTo>
                    <a:pt x="3548063" y="764419"/>
                  </a:lnTo>
                  <a:lnTo>
                    <a:pt x="3546992" y="763834"/>
                  </a:lnTo>
                  <a:lnTo>
                    <a:pt x="3545920" y="763249"/>
                  </a:lnTo>
                  <a:lnTo>
                    <a:pt x="3544848" y="762663"/>
                  </a:lnTo>
                  <a:lnTo>
                    <a:pt x="3543777" y="762076"/>
                  </a:lnTo>
                  <a:lnTo>
                    <a:pt x="3542705" y="761490"/>
                  </a:lnTo>
                  <a:lnTo>
                    <a:pt x="3541634" y="760902"/>
                  </a:lnTo>
                  <a:lnTo>
                    <a:pt x="3540562" y="760315"/>
                  </a:lnTo>
                  <a:lnTo>
                    <a:pt x="3539490" y="759727"/>
                  </a:lnTo>
                  <a:lnTo>
                    <a:pt x="3538419" y="759138"/>
                  </a:lnTo>
                  <a:lnTo>
                    <a:pt x="3537347" y="758549"/>
                  </a:lnTo>
                  <a:lnTo>
                    <a:pt x="3536276" y="757960"/>
                  </a:lnTo>
                  <a:lnTo>
                    <a:pt x="3535204" y="757370"/>
                  </a:lnTo>
                  <a:lnTo>
                    <a:pt x="3534132" y="756780"/>
                  </a:lnTo>
                  <a:lnTo>
                    <a:pt x="3533061" y="756190"/>
                  </a:lnTo>
                  <a:lnTo>
                    <a:pt x="3531989" y="755599"/>
                  </a:lnTo>
                  <a:lnTo>
                    <a:pt x="3530918" y="755007"/>
                  </a:lnTo>
                  <a:lnTo>
                    <a:pt x="3529846" y="754415"/>
                  </a:lnTo>
                  <a:lnTo>
                    <a:pt x="3528774" y="753823"/>
                  </a:lnTo>
                  <a:lnTo>
                    <a:pt x="3527703" y="753230"/>
                  </a:lnTo>
                  <a:lnTo>
                    <a:pt x="3526631" y="752637"/>
                  </a:lnTo>
                  <a:lnTo>
                    <a:pt x="3525560" y="752044"/>
                  </a:lnTo>
                  <a:lnTo>
                    <a:pt x="3524488" y="751450"/>
                  </a:lnTo>
                  <a:lnTo>
                    <a:pt x="3523416" y="750855"/>
                  </a:lnTo>
                  <a:lnTo>
                    <a:pt x="3522345" y="750261"/>
                  </a:lnTo>
                  <a:lnTo>
                    <a:pt x="3521273" y="749665"/>
                  </a:lnTo>
                  <a:lnTo>
                    <a:pt x="3520202" y="749070"/>
                  </a:lnTo>
                  <a:lnTo>
                    <a:pt x="3519130" y="748474"/>
                  </a:lnTo>
                  <a:lnTo>
                    <a:pt x="3518058" y="747877"/>
                  </a:lnTo>
                  <a:lnTo>
                    <a:pt x="3516987" y="747280"/>
                  </a:lnTo>
                  <a:lnTo>
                    <a:pt x="3515915" y="746683"/>
                  </a:lnTo>
                  <a:lnTo>
                    <a:pt x="3514844" y="746085"/>
                  </a:lnTo>
                  <a:lnTo>
                    <a:pt x="3513772" y="745487"/>
                  </a:lnTo>
                  <a:lnTo>
                    <a:pt x="3512700" y="744889"/>
                  </a:lnTo>
                  <a:lnTo>
                    <a:pt x="3511629" y="744290"/>
                  </a:lnTo>
                  <a:lnTo>
                    <a:pt x="3510557" y="743690"/>
                  </a:lnTo>
                  <a:lnTo>
                    <a:pt x="3509486" y="743091"/>
                  </a:lnTo>
                  <a:lnTo>
                    <a:pt x="3508414" y="742490"/>
                  </a:lnTo>
                  <a:lnTo>
                    <a:pt x="3507342" y="741890"/>
                  </a:lnTo>
                  <a:lnTo>
                    <a:pt x="3506271" y="741289"/>
                  </a:lnTo>
                  <a:lnTo>
                    <a:pt x="3505199" y="740687"/>
                  </a:lnTo>
                  <a:lnTo>
                    <a:pt x="3504128" y="740085"/>
                  </a:lnTo>
                  <a:lnTo>
                    <a:pt x="3503056" y="739483"/>
                  </a:lnTo>
                  <a:lnTo>
                    <a:pt x="3501984" y="738880"/>
                  </a:lnTo>
                  <a:lnTo>
                    <a:pt x="3500913" y="738277"/>
                  </a:lnTo>
                  <a:lnTo>
                    <a:pt x="3499841" y="737674"/>
                  </a:lnTo>
                  <a:lnTo>
                    <a:pt x="3498770" y="737070"/>
                  </a:lnTo>
                  <a:lnTo>
                    <a:pt x="3497698" y="736465"/>
                  </a:lnTo>
                  <a:lnTo>
                    <a:pt x="3496626" y="735860"/>
                  </a:lnTo>
                  <a:lnTo>
                    <a:pt x="3495555" y="735255"/>
                  </a:lnTo>
                  <a:lnTo>
                    <a:pt x="3494483" y="734650"/>
                  </a:lnTo>
                  <a:lnTo>
                    <a:pt x="3493412" y="734044"/>
                  </a:lnTo>
                  <a:lnTo>
                    <a:pt x="3492340" y="733437"/>
                  </a:lnTo>
                  <a:lnTo>
                    <a:pt x="3491268" y="732830"/>
                  </a:lnTo>
                  <a:lnTo>
                    <a:pt x="3490197" y="732223"/>
                  </a:lnTo>
                  <a:lnTo>
                    <a:pt x="3489125" y="731615"/>
                  </a:lnTo>
                  <a:lnTo>
                    <a:pt x="3488054" y="731007"/>
                  </a:lnTo>
                  <a:lnTo>
                    <a:pt x="3486982" y="730399"/>
                  </a:lnTo>
                  <a:lnTo>
                    <a:pt x="3485910" y="729790"/>
                  </a:lnTo>
                  <a:lnTo>
                    <a:pt x="3484839" y="729181"/>
                  </a:lnTo>
                  <a:lnTo>
                    <a:pt x="3483767" y="728571"/>
                  </a:lnTo>
                  <a:lnTo>
                    <a:pt x="3482696" y="727961"/>
                  </a:lnTo>
                  <a:lnTo>
                    <a:pt x="3481624" y="727350"/>
                  </a:lnTo>
                  <a:lnTo>
                    <a:pt x="3480552" y="726739"/>
                  </a:lnTo>
                  <a:lnTo>
                    <a:pt x="3479481" y="726128"/>
                  </a:lnTo>
                  <a:lnTo>
                    <a:pt x="3478409" y="725516"/>
                  </a:lnTo>
                  <a:lnTo>
                    <a:pt x="3477338" y="724904"/>
                  </a:lnTo>
                  <a:lnTo>
                    <a:pt x="3476266" y="724291"/>
                  </a:lnTo>
                  <a:lnTo>
                    <a:pt x="3475194" y="723678"/>
                  </a:lnTo>
                  <a:lnTo>
                    <a:pt x="3474123" y="723065"/>
                  </a:lnTo>
                  <a:lnTo>
                    <a:pt x="3473051" y="722451"/>
                  </a:lnTo>
                  <a:lnTo>
                    <a:pt x="3471980" y="721837"/>
                  </a:lnTo>
                  <a:lnTo>
                    <a:pt x="3470908" y="721222"/>
                  </a:lnTo>
                  <a:lnTo>
                    <a:pt x="3469836" y="720607"/>
                  </a:lnTo>
                  <a:lnTo>
                    <a:pt x="3468765" y="719992"/>
                  </a:lnTo>
                  <a:lnTo>
                    <a:pt x="3467693" y="719376"/>
                  </a:lnTo>
                  <a:lnTo>
                    <a:pt x="3466622" y="718760"/>
                  </a:lnTo>
                  <a:lnTo>
                    <a:pt x="3465550" y="718143"/>
                  </a:lnTo>
                  <a:lnTo>
                    <a:pt x="3464478" y="717526"/>
                  </a:lnTo>
                  <a:lnTo>
                    <a:pt x="3463407" y="716909"/>
                  </a:lnTo>
                  <a:lnTo>
                    <a:pt x="3462335" y="716291"/>
                  </a:lnTo>
                  <a:lnTo>
                    <a:pt x="3461264" y="715673"/>
                  </a:lnTo>
                  <a:lnTo>
                    <a:pt x="3460192" y="715054"/>
                  </a:lnTo>
                  <a:lnTo>
                    <a:pt x="3459120" y="714435"/>
                  </a:lnTo>
                  <a:lnTo>
                    <a:pt x="3458049" y="713815"/>
                  </a:lnTo>
                  <a:lnTo>
                    <a:pt x="3456977" y="713196"/>
                  </a:lnTo>
                  <a:lnTo>
                    <a:pt x="3455906" y="712575"/>
                  </a:lnTo>
                  <a:lnTo>
                    <a:pt x="3454834" y="711955"/>
                  </a:lnTo>
                  <a:lnTo>
                    <a:pt x="3453762" y="711334"/>
                  </a:lnTo>
                  <a:lnTo>
                    <a:pt x="3452691" y="710712"/>
                  </a:lnTo>
                  <a:lnTo>
                    <a:pt x="3451619" y="710090"/>
                  </a:lnTo>
                  <a:lnTo>
                    <a:pt x="3450548" y="709468"/>
                  </a:lnTo>
                  <a:lnTo>
                    <a:pt x="3449476" y="708845"/>
                  </a:lnTo>
                  <a:lnTo>
                    <a:pt x="3448404" y="708222"/>
                  </a:lnTo>
                  <a:lnTo>
                    <a:pt x="3447333" y="707599"/>
                  </a:lnTo>
                  <a:lnTo>
                    <a:pt x="3446261" y="706975"/>
                  </a:lnTo>
                  <a:lnTo>
                    <a:pt x="3445190" y="706351"/>
                  </a:lnTo>
                  <a:lnTo>
                    <a:pt x="3444118" y="705726"/>
                  </a:lnTo>
                  <a:lnTo>
                    <a:pt x="3443046" y="705101"/>
                  </a:lnTo>
                  <a:lnTo>
                    <a:pt x="3441975" y="704476"/>
                  </a:lnTo>
                  <a:lnTo>
                    <a:pt x="3440903" y="703850"/>
                  </a:lnTo>
                  <a:lnTo>
                    <a:pt x="3439832" y="703224"/>
                  </a:lnTo>
                  <a:lnTo>
                    <a:pt x="3438760" y="702597"/>
                  </a:lnTo>
                  <a:lnTo>
                    <a:pt x="3437688" y="701970"/>
                  </a:lnTo>
                  <a:lnTo>
                    <a:pt x="3436617" y="701343"/>
                  </a:lnTo>
                  <a:lnTo>
                    <a:pt x="3435545" y="700715"/>
                  </a:lnTo>
                  <a:lnTo>
                    <a:pt x="3434474" y="700087"/>
                  </a:lnTo>
                  <a:lnTo>
                    <a:pt x="3433402" y="699459"/>
                  </a:lnTo>
                  <a:lnTo>
                    <a:pt x="3432330" y="698830"/>
                  </a:lnTo>
                  <a:lnTo>
                    <a:pt x="3431259" y="698200"/>
                  </a:lnTo>
                  <a:lnTo>
                    <a:pt x="3430187" y="697571"/>
                  </a:lnTo>
                  <a:lnTo>
                    <a:pt x="3429116" y="696940"/>
                  </a:lnTo>
                  <a:lnTo>
                    <a:pt x="3428044" y="696310"/>
                  </a:lnTo>
                  <a:lnTo>
                    <a:pt x="3426972" y="695679"/>
                  </a:lnTo>
                  <a:lnTo>
                    <a:pt x="3425901" y="695048"/>
                  </a:lnTo>
                  <a:lnTo>
                    <a:pt x="3424829" y="694416"/>
                  </a:lnTo>
                  <a:lnTo>
                    <a:pt x="3423758" y="693784"/>
                  </a:lnTo>
                  <a:lnTo>
                    <a:pt x="3422686" y="693152"/>
                  </a:lnTo>
                  <a:lnTo>
                    <a:pt x="3421614" y="692519"/>
                  </a:lnTo>
                  <a:lnTo>
                    <a:pt x="3420543" y="691886"/>
                  </a:lnTo>
                  <a:lnTo>
                    <a:pt x="3419471" y="691252"/>
                  </a:lnTo>
                  <a:lnTo>
                    <a:pt x="3418400" y="690618"/>
                  </a:lnTo>
                  <a:lnTo>
                    <a:pt x="3417328" y="689984"/>
                  </a:lnTo>
                  <a:lnTo>
                    <a:pt x="3416256" y="689349"/>
                  </a:lnTo>
                  <a:lnTo>
                    <a:pt x="3415185" y="688714"/>
                  </a:lnTo>
                  <a:lnTo>
                    <a:pt x="3414113" y="688079"/>
                  </a:lnTo>
                  <a:lnTo>
                    <a:pt x="3413042" y="687443"/>
                  </a:lnTo>
                  <a:lnTo>
                    <a:pt x="3411970" y="686806"/>
                  </a:lnTo>
                  <a:lnTo>
                    <a:pt x="3410898" y="686170"/>
                  </a:lnTo>
                  <a:lnTo>
                    <a:pt x="3409827" y="685533"/>
                  </a:lnTo>
                  <a:lnTo>
                    <a:pt x="3408755" y="684895"/>
                  </a:lnTo>
                  <a:lnTo>
                    <a:pt x="3407684" y="684258"/>
                  </a:lnTo>
                  <a:lnTo>
                    <a:pt x="3406612" y="683619"/>
                  </a:lnTo>
                  <a:lnTo>
                    <a:pt x="3405540" y="682981"/>
                  </a:lnTo>
                  <a:lnTo>
                    <a:pt x="3404469" y="682342"/>
                  </a:lnTo>
                  <a:lnTo>
                    <a:pt x="3403397" y="681703"/>
                  </a:lnTo>
                  <a:lnTo>
                    <a:pt x="3402326" y="681063"/>
                  </a:lnTo>
                  <a:lnTo>
                    <a:pt x="3401254" y="680423"/>
                  </a:lnTo>
                  <a:lnTo>
                    <a:pt x="3400182" y="679783"/>
                  </a:lnTo>
                  <a:lnTo>
                    <a:pt x="3399111" y="679142"/>
                  </a:lnTo>
                  <a:lnTo>
                    <a:pt x="3398039" y="678501"/>
                  </a:lnTo>
                  <a:lnTo>
                    <a:pt x="3396968" y="677859"/>
                  </a:lnTo>
                  <a:lnTo>
                    <a:pt x="3395896" y="677217"/>
                  </a:lnTo>
                  <a:lnTo>
                    <a:pt x="3394824" y="676575"/>
                  </a:lnTo>
                  <a:lnTo>
                    <a:pt x="3393753" y="675932"/>
                  </a:lnTo>
                  <a:lnTo>
                    <a:pt x="3392681" y="675289"/>
                  </a:lnTo>
                  <a:lnTo>
                    <a:pt x="3391610" y="674646"/>
                  </a:lnTo>
                  <a:lnTo>
                    <a:pt x="3390538" y="674002"/>
                  </a:lnTo>
                  <a:lnTo>
                    <a:pt x="3389466" y="673358"/>
                  </a:lnTo>
                  <a:lnTo>
                    <a:pt x="3388395" y="672714"/>
                  </a:lnTo>
                  <a:lnTo>
                    <a:pt x="3387323" y="672069"/>
                  </a:lnTo>
                  <a:lnTo>
                    <a:pt x="3386252" y="671423"/>
                  </a:lnTo>
                  <a:lnTo>
                    <a:pt x="3385180" y="670778"/>
                  </a:lnTo>
                  <a:lnTo>
                    <a:pt x="3384108" y="670132"/>
                  </a:lnTo>
                  <a:lnTo>
                    <a:pt x="3383037" y="669486"/>
                  </a:lnTo>
                  <a:lnTo>
                    <a:pt x="3381965" y="668839"/>
                  </a:lnTo>
                  <a:lnTo>
                    <a:pt x="3380894" y="668192"/>
                  </a:lnTo>
                  <a:lnTo>
                    <a:pt x="3379822" y="667544"/>
                  </a:lnTo>
                  <a:lnTo>
                    <a:pt x="3378750" y="666897"/>
                  </a:lnTo>
                  <a:lnTo>
                    <a:pt x="3377679" y="666248"/>
                  </a:lnTo>
                  <a:lnTo>
                    <a:pt x="3376607" y="665600"/>
                  </a:lnTo>
                  <a:lnTo>
                    <a:pt x="3375536" y="664951"/>
                  </a:lnTo>
                  <a:lnTo>
                    <a:pt x="3374464" y="664302"/>
                  </a:lnTo>
                  <a:lnTo>
                    <a:pt x="3373392" y="663652"/>
                  </a:lnTo>
                  <a:lnTo>
                    <a:pt x="3372321" y="663002"/>
                  </a:lnTo>
                  <a:lnTo>
                    <a:pt x="3371249" y="662352"/>
                  </a:lnTo>
                  <a:lnTo>
                    <a:pt x="3370178" y="661701"/>
                  </a:lnTo>
                  <a:lnTo>
                    <a:pt x="3369106" y="661050"/>
                  </a:lnTo>
                  <a:lnTo>
                    <a:pt x="3368035" y="660399"/>
                  </a:lnTo>
                  <a:lnTo>
                    <a:pt x="3366963" y="659747"/>
                  </a:lnTo>
                  <a:lnTo>
                    <a:pt x="3365891" y="659095"/>
                  </a:lnTo>
                  <a:lnTo>
                    <a:pt x="3364820" y="658443"/>
                  </a:lnTo>
                  <a:lnTo>
                    <a:pt x="3363748" y="657790"/>
                  </a:lnTo>
                  <a:lnTo>
                    <a:pt x="3362677" y="657137"/>
                  </a:lnTo>
                  <a:lnTo>
                    <a:pt x="3361605" y="656483"/>
                  </a:lnTo>
                  <a:lnTo>
                    <a:pt x="3360533" y="655829"/>
                  </a:lnTo>
                  <a:lnTo>
                    <a:pt x="3359462" y="655175"/>
                  </a:lnTo>
                  <a:lnTo>
                    <a:pt x="3358390" y="654520"/>
                  </a:lnTo>
                  <a:lnTo>
                    <a:pt x="3357319" y="653866"/>
                  </a:lnTo>
                  <a:lnTo>
                    <a:pt x="3356247" y="653210"/>
                  </a:lnTo>
                  <a:lnTo>
                    <a:pt x="3355175" y="652555"/>
                  </a:lnTo>
                  <a:lnTo>
                    <a:pt x="3354104" y="651899"/>
                  </a:lnTo>
                  <a:lnTo>
                    <a:pt x="3353032" y="651242"/>
                  </a:lnTo>
                  <a:lnTo>
                    <a:pt x="3351961" y="650586"/>
                  </a:lnTo>
                  <a:lnTo>
                    <a:pt x="3350889" y="649929"/>
                  </a:lnTo>
                  <a:lnTo>
                    <a:pt x="3349817" y="649271"/>
                  </a:lnTo>
                  <a:lnTo>
                    <a:pt x="3348746" y="648614"/>
                  </a:lnTo>
                  <a:lnTo>
                    <a:pt x="3347674" y="647956"/>
                  </a:lnTo>
                  <a:lnTo>
                    <a:pt x="3346603" y="647297"/>
                  </a:lnTo>
                  <a:lnTo>
                    <a:pt x="3345531" y="646639"/>
                  </a:lnTo>
                  <a:lnTo>
                    <a:pt x="3344459" y="645979"/>
                  </a:lnTo>
                  <a:lnTo>
                    <a:pt x="3343388" y="645320"/>
                  </a:lnTo>
                  <a:lnTo>
                    <a:pt x="3342316" y="644660"/>
                  </a:lnTo>
                  <a:lnTo>
                    <a:pt x="3341245" y="644000"/>
                  </a:lnTo>
                  <a:lnTo>
                    <a:pt x="3340173" y="643340"/>
                  </a:lnTo>
                  <a:lnTo>
                    <a:pt x="3339101" y="642679"/>
                  </a:lnTo>
                  <a:lnTo>
                    <a:pt x="3338030" y="642018"/>
                  </a:lnTo>
                  <a:lnTo>
                    <a:pt x="3336958" y="641356"/>
                  </a:lnTo>
                  <a:lnTo>
                    <a:pt x="3335887" y="640695"/>
                  </a:lnTo>
                  <a:lnTo>
                    <a:pt x="3334815" y="640033"/>
                  </a:lnTo>
                  <a:lnTo>
                    <a:pt x="3333743" y="639370"/>
                  </a:lnTo>
                  <a:lnTo>
                    <a:pt x="3332672" y="638707"/>
                  </a:lnTo>
                  <a:lnTo>
                    <a:pt x="3331600" y="638044"/>
                  </a:lnTo>
                  <a:lnTo>
                    <a:pt x="3330529" y="637381"/>
                  </a:lnTo>
                  <a:lnTo>
                    <a:pt x="3329457" y="636717"/>
                  </a:lnTo>
                  <a:lnTo>
                    <a:pt x="3328385" y="636053"/>
                  </a:lnTo>
                  <a:lnTo>
                    <a:pt x="3327314" y="635388"/>
                  </a:lnTo>
                  <a:lnTo>
                    <a:pt x="3326242" y="634724"/>
                  </a:lnTo>
                  <a:lnTo>
                    <a:pt x="3325171" y="634059"/>
                  </a:lnTo>
                  <a:lnTo>
                    <a:pt x="3324099" y="633393"/>
                  </a:lnTo>
                  <a:lnTo>
                    <a:pt x="3323027" y="632727"/>
                  </a:lnTo>
                  <a:lnTo>
                    <a:pt x="3321956" y="632061"/>
                  </a:lnTo>
                  <a:lnTo>
                    <a:pt x="3320884" y="631395"/>
                  </a:lnTo>
                  <a:lnTo>
                    <a:pt x="3319813" y="630728"/>
                  </a:lnTo>
                  <a:lnTo>
                    <a:pt x="3318741" y="630061"/>
                  </a:lnTo>
                  <a:lnTo>
                    <a:pt x="3317669" y="629394"/>
                  </a:lnTo>
                  <a:lnTo>
                    <a:pt x="3316598" y="628726"/>
                  </a:lnTo>
                  <a:lnTo>
                    <a:pt x="3315526" y="628058"/>
                  </a:lnTo>
                  <a:lnTo>
                    <a:pt x="3314455" y="627390"/>
                  </a:lnTo>
                  <a:lnTo>
                    <a:pt x="3313383" y="626721"/>
                  </a:lnTo>
                  <a:lnTo>
                    <a:pt x="3312311" y="626052"/>
                  </a:lnTo>
                  <a:lnTo>
                    <a:pt x="3311240" y="625383"/>
                  </a:lnTo>
                  <a:lnTo>
                    <a:pt x="3310168" y="624713"/>
                  </a:lnTo>
                  <a:lnTo>
                    <a:pt x="3309097" y="624043"/>
                  </a:lnTo>
                  <a:lnTo>
                    <a:pt x="3308025" y="623373"/>
                  </a:lnTo>
                  <a:lnTo>
                    <a:pt x="3306953" y="622702"/>
                  </a:lnTo>
                  <a:lnTo>
                    <a:pt x="3305882" y="622031"/>
                  </a:lnTo>
                  <a:lnTo>
                    <a:pt x="3304810" y="621360"/>
                  </a:lnTo>
                  <a:lnTo>
                    <a:pt x="3303739" y="620689"/>
                  </a:lnTo>
                  <a:lnTo>
                    <a:pt x="3302667" y="620017"/>
                  </a:lnTo>
                  <a:lnTo>
                    <a:pt x="3301595" y="619345"/>
                  </a:lnTo>
                  <a:lnTo>
                    <a:pt x="3300524" y="618672"/>
                  </a:lnTo>
                  <a:lnTo>
                    <a:pt x="3299452" y="618000"/>
                  </a:lnTo>
                  <a:lnTo>
                    <a:pt x="3298381" y="617326"/>
                  </a:lnTo>
                  <a:lnTo>
                    <a:pt x="3297309" y="616653"/>
                  </a:lnTo>
                  <a:lnTo>
                    <a:pt x="3296237" y="615979"/>
                  </a:lnTo>
                  <a:lnTo>
                    <a:pt x="3295166" y="615305"/>
                  </a:lnTo>
                  <a:lnTo>
                    <a:pt x="3294094" y="614631"/>
                  </a:lnTo>
                  <a:lnTo>
                    <a:pt x="3293023" y="613957"/>
                  </a:lnTo>
                  <a:lnTo>
                    <a:pt x="3291951" y="613282"/>
                  </a:lnTo>
                  <a:lnTo>
                    <a:pt x="3290879" y="612606"/>
                  </a:lnTo>
                  <a:lnTo>
                    <a:pt x="3289808" y="611931"/>
                  </a:lnTo>
                  <a:lnTo>
                    <a:pt x="3288736" y="611255"/>
                  </a:lnTo>
                  <a:lnTo>
                    <a:pt x="3287665" y="610579"/>
                  </a:lnTo>
                  <a:lnTo>
                    <a:pt x="3286593" y="609903"/>
                  </a:lnTo>
                  <a:lnTo>
                    <a:pt x="3285521" y="609226"/>
                  </a:lnTo>
                  <a:lnTo>
                    <a:pt x="3284450" y="608549"/>
                  </a:lnTo>
                  <a:lnTo>
                    <a:pt x="3283378" y="607872"/>
                  </a:lnTo>
                  <a:lnTo>
                    <a:pt x="3282307" y="607194"/>
                  </a:lnTo>
                  <a:lnTo>
                    <a:pt x="3281235" y="606516"/>
                  </a:lnTo>
                  <a:lnTo>
                    <a:pt x="3280163" y="605838"/>
                  </a:lnTo>
                  <a:lnTo>
                    <a:pt x="3279092" y="605160"/>
                  </a:lnTo>
                  <a:lnTo>
                    <a:pt x="3278020" y="604481"/>
                  </a:lnTo>
                  <a:lnTo>
                    <a:pt x="3276949" y="603802"/>
                  </a:lnTo>
                  <a:lnTo>
                    <a:pt x="3275877" y="603122"/>
                  </a:lnTo>
                  <a:lnTo>
                    <a:pt x="3274805" y="602443"/>
                  </a:lnTo>
                  <a:lnTo>
                    <a:pt x="3273734" y="601763"/>
                  </a:lnTo>
                  <a:lnTo>
                    <a:pt x="3272662" y="601083"/>
                  </a:lnTo>
                  <a:lnTo>
                    <a:pt x="3271591" y="600402"/>
                  </a:lnTo>
                  <a:lnTo>
                    <a:pt x="3270519" y="599721"/>
                  </a:lnTo>
                  <a:lnTo>
                    <a:pt x="3269447" y="599040"/>
                  </a:lnTo>
                  <a:lnTo>
                    <a:pt x="3268376" y="598359"/>
                  </a:lnTo>
                  <a:lnTo>
                    <a:pt x="3267304" y="597677"/>
                  </a:lnTo>
                  <a:lnTo>
                    <a:pt x="3266233" y="596995"/>
                  </a:lnTo>
                  <a:lnTo>
                    <a:pt x="3265161" y="596313"/>
                  </a:lnTo>
                  <a:lnTo>
                    <a:pt x="3264089" y="595631"/>
                  </a:lnTo>
                  <a:lnTo>
                    <a:pt x="3263018" y="594948"/>
                  </a:lnTo>
                  <a:lnTo>
                    <a:pt x="3261946" y="594265"/>
                  </a:lnTo>
                  <a:lnTo>
                    <a:pt x="3260875" y="593582"/>
                  </a:lnTo>
                  <a:lnTo>
                    <a:pt x="3259803" y="592898"/>
                  </a:lnTo>
                  <a:lnTo>
                    <a:pt x="3258731" y="592214"/>
                  </a:lnTo>
                  <a:lnTo>
                    <a:pt x="3257660" y="591530"/>
                  </a:lnTo>
                  <a:lnTo>
                    <a:pt x="3256588" y="590846"/>
                  </a:lnTo>
                  <a:lnTo>
                    <a:pt x="3255517" y="590161"/>
                  </a:lnTo>
                  <a:lnTo>
                    <a:pt x="3254445" y="589476"/>
                  </a:lnTo>
                  <a:lnTo>
                    <a:pt x="3253373" y="588791"/>
                  </a:lnTo>
                  <a:lnTo>
                    <a:pt x="3252302" y="588105"/>
                  </a:lnTo>
                  <a:lnTo>
                    <a:pt x="3251230" y="587419"/>
                  </a:lnTo>
                  <a:lnTo>
                    <a:pt x="3250159" y="586733"/>
                  </a:lnTo>
                  <a:lnTo>
                    <a:pt x="3249087" y="586047"/>
                  </a:lnTo>
                  <a:lnTo>
                    <a:pt x="3248015" y="585361"/>
                  </a:lnTo>
                  <a:lnTo>
                    <a:pt x="3246944" y="584674"/>
                  </a:lnTo>
                  <a:lnTo>
                    <a:pt x="3245872" y="583987"/>
                  </a:lnTo>
                  <a:lnTo>
                    <a:pt x="3244801" y="583299"/>
                  </a:lnTo>
                  <a:lnTo>
                    <a:pt x="3243729" y="582612"/>
                  </a:lnTo>
                  <a:lnTo>
                    <a:pt x="3242657" y="581924"/>
                  </a:lnTo>
                  <a:lnTo>
                    <a:pt x="3241586" y="581236"/>
                  </a:lnTo>
                  <a:lnTo>
                    <a:pt x="3240514" y="580547"/>
                  </a:lnTo>
                  <a:lnTo>
                    <a:pt x="3239443" y="579859"/>
                  </a:lnTo>
                  <a:lnTo>
                    <a:pt x="3238371" y="579170"/>
                  </a:lnTo>
                  <a:lnTo>
                    <a:pt x="3237299" y="578481"/>
                  </a:lnTo>
                  <a:lnTo>
                    <a:pt x="3236228" y="577791"/>
                  </a:lnTo>
                  <a:lnTo>
                    <a:pt x="3235156" y="577101"/>
                  </a:lnTo>
                  <a:lnTo>
                    <a:pt x="3234085" y="576412"/>
                  </a:lnTo>
                  <a:lnTo>
                    <a:pt x="3233013" y="575721"/>
                  </a:lnTo>
                  <a:lnTo>
                    <a:pt x="3231941" y="575031"/>
                  </a:lnTo>
                  <a:lnTo>
                    <a:pt x="3230870" y="574340"/>
                  </a:lnTo>
                  <a:lnTo>
                    <a:pt x="3229798" y="573649"/>
                  </a:lnTo>
                  <a:lnTo>
                    <a:pt x="3228727" y="572958"/>
                  </a:lnTo>
                  <a:lnTo>
                    <a:pt x="3227655" y="572267"/>
                  </a:lnTo>
                  <a:lnTo>
                    <a:pt x="3226583" y="571575"/>
                  </a:lnTo>
                  <a:lnTo>
                    <a:pt x="3225512" y="570883"/>
                  </a:lnTo>
                  <a:lnTo>
                    <a:pt x="3224440" y="570191"/>
                  </a:lnTo>
                  <a:lnTo>
                    <a:pt x="3223369" y="569499"/>
                  </a:lnTo>
                  <a:lnTo>
                    <a:pt x="3222297" y="568806"/>
                  </a:lnTo>
                  <a:lnTo>
                    <a:pt x="3221225" y="568113"/>
                  </a:lnTo>
                  <a:lnTo>
                    <a:pt x="3220154" y="567420"/>
                  </a:lnTo>
                  <a:lnTo>
                    <a:pt x="3219082" y="566727"/>
                  </a:lnTo>
                  <a:lnTo>
                    <a:pt x="3218011" y="566033"/>
                  </a:lnTo>
                  <a:lnTo>
                    <a:pt x="3216939" y="565339"/>
                  </a:lnTo>
                  <a:lnTo>
                    <a:pt x="3215867" y="564645"/>
                  </a:lnTo>
                  <a:lnTo>
                    <a:pt x="3214796" y="563951"/>
                  </a:lnTo>
                  <a:lnTo>
                    <a:pt x="3213724" y="563256"/>
                  </a:lnTo>
                  <a:lnTo>
                    <a:pt x="3212653" y="562562"/>
                  </a:lnTo>
                  <a:lnTo>
                    <a:pt x="3211581" y="561867"/>
                  </a:lnTo>
                  <a:lnTo>
                    <a:pt x="3210509" y="561171"/>
                  </a:lnTo>
                  <a:lnTo>
                    <a:pt x="3209438" y="560476"/>
                  </a:lnTo>
                  <a:lnTo>
                    <a:pt x="3208366" y="559780"/>
                  </a:lnTo>
                  <a:lnTo>
                    <a:pt x="3207295" y="559084"/>
                  </a:lnTo>
                  <a:lnTo>
                    <a:pt x="3206223" y="558388"/>
                  </a:lnTo>
                  <a:lnTo>
                    <a:pt x="3205151" y="557692"/>
                  </a:lnTo>
                  <a:lnTo>
                    <a:pt x="3204080" y="556995"/>
                  </a:lnTo>
                  <a:lnTo>
                    <a:pt x="3203008" y="556299"/>
                  </a:lnTo>
                  <a:lnTo>
                    <a:pt x="3201937" y="555602"/>
                  </a:lnTo>
                  <a:lnTo>
                    <a:pt x="3200865" y="554904"/>
                  </a:lnTo>
                  <a:lnTo>
                    <a:pt x="3199793" y="554207"/>
                  </a:lnTo>
                  <a:lnTo>
                    <a:pt x="3198722" y="553509"/>
                  </a:lnTo>
                  <a:lnTo>
                    <a:pt x="3197650" y="552811"/>
                  </a:lnTo>
                  <a:lnTo>
                    <a:pt x="3196579" y="552113"/>
                  </a:lnTo>
                  <a:lnTo>
                    <a:pt x="3195507" y="551415"/>
                  </a:lnTo>
                  <a:lnTo>
                    <a:pt x="3194436" y="550716"/>
                  </a:lnTo>
                  <a:lnTo>
                    <a:pt x="3193364" y="550018"/>
                  </a:lnTo>
                  <a:lnTo>
                    <a:pt x="3192292" y="549319"/>
                  </a:lnTo>
                  <a:lnTo>
                    <a:pt x="3191221" y="548620"/>
                  </a:lnTo>
                  <a:lnTo>
                    <a:pt x="3190149" y="547920"/>
                  </a:lnTo>
                  <a:lnTo>
                    <a:pt x="3189078" y="547221"/>
                  </a:lnTo>
                  <a:lnTo>
                    <a:pt x="3188006" y="546521"/>
                  </a:lnTo>
                  <a:lnTo>
                    <a:pt x="3186934" y="545821"/>
                  </a:lnTo>
                  <a:lnTo>
                    <a:pt x="3185863" y="545121"/>
                  </a:lnTo>
                  <a:lnTo>
                    <a:pt x="3184791" y="544420"/>
                  </a:lnTo>
                  <a:lnTo>
                    <a:pt x="3183720" y="543720"/>
                  </a:lnTo>
                  <a:lnTo>
                    <a:pt x="3182648" y="543019"/>
                  </a:lnTo>
                  <a:lnTo>
                    <a:pt x="3181576" y="542318"/>
                  </a:lnTo>
                  <a:lnTo>
                    <a:pt x="3180505" y="541617"/>
                  </a:lnTo>
                  <a:lnTo>
                    <a:pt x="3179433" y="540915"/>
                  </a:lnTo>
                  <a:lnTo>
                    <a:pt x="3178362" y="540214"/>
                  </a:lnTo>
                  <a:lnTo>
                    <a:pt x="3177290" y="539512"/>
                  </a:lnTo>
                  <a:lnTo>
                    <a:pt x="3176218" y="538810"/>
                  </a:lnTo>
                  <a:lnTo>
                    <a:pt x="3175147" y="538108"/>
                  </a:lnTo>
                  <a:lnTo>
                    <a:pt x="3174075" y="537406"/>
                  </a:lnTo>
                  <a:lnTo>
                    <a:pt x="3173004" y="536703"/>
                  </a:lnTo>
                  <a:lnTo>
                    <a:pt x="3171932" y="536000"/>
                  </a:lnTo>
                  <a:lnTo>
                    <a:pt x="3170860" y="535297"/>
                  </a:lnTo>
                  <a:lnTo>
                    <a:pt x="3169789" y="534594"/>
                  </a:lnTo>
                  <a:lnTo>
                    <a:pt x="3168717" y="533891"/>
                  </a:lnTo>
                  <a:lnTo>
                    <a:pt x="3167646" y="533188"/>
                  </a:lnTo>
                  <a:lnTo>
                    <a:pt x="3166574" y="532484"/>
                  </a:lnTo>
                  <a:lnTo>
                    <a:pt x="3165502" y="531780"/>
                  </a:lnTo>
                  <a:lnTo>
                    <a:pt x="3164431" y="531076"/>
                  </a:lnTo>
                  <a:lnTo>
                    <a:pt x="3163359" y="530372"/>
                  </a:lnTo>
                  <a:lnTo>
                    <a:pt x="3162288" y="529668"/>
                  </a:lnTo>
                  <a:lnTo>
                    <a:pt x="3161216" y="528963"/>
                  </a:lnTo>
                  <a:lnTo>
                    <a:pt x="3160144" y="528258"/>
                  </a:lnTo>
                  <a:lnTo>
                    <a:pt x="3159073" y="527553"/>
                  </a:lnTo>
                  <a:lnTo>
                    <a:pt x="3158001" y="526848"/>
                  </a:lnTo>
                  <a:lnTo>
                    <a:pt x="3156930" y="526143"/>
                  </a:lnTo>
                  <a:lnTo>
                    <a:pt x="3155858" y="525438"/>
                  </a:lnTo>
                  <a:lnTo>
                    <a:pt x="3154786" y="524732"/>
                  </a:lnTo>
                  <a:lnTo>
                    <a:pt x="3153715" y="524026"/>
                  </a:lnTo>
                  <a:lnTo>
                    <a:pt x="3152643" y="523321"/>
                  </a:lnTo>
                  <a:lnTo>
                    <a:pt x="3151572" y="522614"/>
                  </a:lnTo>
                  <a:lnTo>
                    <a:pt x="3150500" y="521908"/>
                  </a:lnTo>
                  <a:lnTo>
                    <a:pt x="3149428" y="521202"/>
                  </a:lnTo>
                  <a:lnTo>
                    <a:pt x="3148357" y="520495"/>
                  </a:lnTo>
                  <a:lnTo>
                    <a:pt x="3147285" y="519788"/>
                  </a:lnTo>
                  <a:lnTo>
                    <a:pt x="3146214" y="519082"/>
                  </a:lnTo>
                  <a:lnTo>
                    <a:pt x="3145142" y="518375"/>
                  </a:lnTo>
                  <a:lnTo>
                    <a:pt x="3144070" y="517667"/>
                  </a:lnTo>
                  <a:lnTo>
                    <a:pt x="3142999" y="516960"/>
                  </a:lnTo>
                  <a:lnTo>
                    <a:pt x="3141927" y="516252"/>
                  </a:lnTo>
                  <a:lnTo>
                    <a:pt x="3140856" y="515545"/>
                  </a:lnTo>
                  <a:lnTo>
                    <a:pt x="3139784" y="514837"/>
                  </a:lnTo>
                  <a:lnTo>
                    <a:pt x="3138712" y="514129"/>
                  </a:lnTo>
                  <a:lnTo>
                    <a:pt x="3137641" y="513421"/>
                  </a:lnTo>
                  <a:lnTo>
                    <a:pt x="3136569" y="512713"/>
                  </a:lnTo>
                  <a:lnTo>
                    <a:pt x="3135498" y="512004"/>
                  </a:lnTo>
                  <a:lnTo>
                    <a:pt x="3134426" y="511296"/>
                  </a:lnTo>
                  <a:lnTo>
                    <a:pt x="3133354" y="510587"/>
                  </a:lnTo>
                  <a:lnTo>
                    <a:pt x="3132283" y="509878"/>
                  </a:lnTo>
                  <a:lnTo>
                    <a:pt x="3131211" y="509169"/>
                  </a:lnTo>
                  <a:lnTo>
                    <a:pt x="3130140" y="508460"/>
                  </a:lnTo>
                  <a:lnTo>
                    <a:pt x="3129068" y="507751"/>
                  </a:lnTo>
                  <a:lnTo>
                    <a:pt x="3127996" y="507041"/>
                  </a:lnTo>
                  <a:lnTo>
                    <a:pt x="3126925" y="506332"/>
                  </a:lnTo>
                  <a:lnTo>
                    <a:pt x="3125853" y="505622"/>
                  </a:lnTo>
                  <a:lnTo>
                    <a:pt x="3124782" y="504912"/>
                  </a:lnTo>
                  <a:lnTo>
                    <a:pt x="3123710" y="504202"/>
                  </a:lnTo>
                  <a:lnTo>
                    <a:pt x="3122638" y="503492"/>
                  </a:lnTo>
                  <a:lnTo>
                    <a:pt x="3121567" y="502782"/>
                  </a:lnTo>
                  <a:lnTo>
                    <a:pt x="3120495" y="502072"/>
                  </a:lnTo>
                  <a:lnTo>
                    <a:pt x="3119424" y="501361"/>
                  </a:lnTo>
                  <a:lnTo>
                    <a:pt x="3118352" y="500651"/>
                  </a:lnTo>
                  <a:lnTo>
                    <a:pt x="3117280" y="499940"/>
                  </a:lnTo>
                  <a:lnTo>
                    <a:pt x="3116209" y="499229"/>
                  </a:lnTo>
                  <a:lnTo>
                    <a:pt x="3115137" y="498518"/>
                  </a:lnTo>
                  <a:lnTo>
                    <a:pt x="3114066" y="497807"/>
                  </a:lnTo>
                  <a:lnTo>
                    <a:pt x="3112994" y="497096"/>
                  </a:lnTo>
                  <a:lnTo>
                    <a:pt x="3111922" y="496384"/>
                  </a:lnTo>
                  <a:lnTo>
                    <a:pt x="3110851" y="495673"/>
                  </a:lnTo>
                  <a:lnTo>
                    <a:pt x="3109779" y="494961"/>
                  </a:lnTo>
                  <a:lnTo>
                    <a:pt x="3108708" y="494250"/>
                  </a:lnTo>
                  <a:lnTo>
                    <a:pt x="3107636" y="493538"/>
                  </a:lnTo>
                  <a:lnTo>
                    <a:pt x="3106564" y="492826"/>
                  </a:lnTo>
                  <a:lnTo>
                    <a:pt x="3105493" y="492114"/>
                  </a:lnTo>
                  <a:lnTo>
                    <a:pt x="3104421" y="491402"/>
                  </a:lnTo>
                  <a:lnTo>
                    <a:pt x="3103350" y="490689"/>
                  </a:lnTo>
                  <a:lnTo>
                    <a:pt x="3102278" y="489977"/>
                  </a:lnTo>
                  <a:lnTo>
                    <a:pt x="3101206" y="489265"/>
                  </a:lnTo>
                  <a:lnTo>
                    <a:pt x="3100135" y="488552"/>
                  </a:lnTo>
                  <a:lnTo>
                    <a:pt x="3099063" y="487839"/>
                  </a:lnTo>
                  <a:lnTo>
                    <a:pt x="3097992" y="487127"/>
                  </a:lnTo>
                  <a:lnTo>
                    <a:pt x="3096920" y="486414"/>
                  </a:lnTo>
                  <a:lnTo>
                    <a:pt x="3095848" y="485701"/>
                  </a:lnTo>
                  <a:lnTo>
                    <a:pt x="3094777" y="484988"/>
                  </a:lnTo>
                  <a:lnTo>
                    <a:pt x="3093705" y="484275"/>
                  </a:lnTo>
                  <a:lnTo>
                    <a:pt x="3092634" y="483561"/>
                  </a:lnTo>
                  <a:lnTo>
                    <a:pt x="3091562" y="482848"/>
                  </a:lnTo>
                  <a:lnTo>
                    <a:pt x="3090490" y="482135"/>
                  </a:lnTo>
                  <a:lnTo>
                    <a:pt x="3089419" y="481421"/>
                  </a:lnTo>
                  <a:lnTo>
                    <a:pt x="3088347" y="480708"/>
                  </a:lnTo>
                  <a:lnTo>
                    <a:pt x="3087276" y="479994"/>
                  </a:lnTo>
                  <a:lnTo>
                    <a:pt x="3086204" y="479280"/>
                  </a:lnTo>
                  <a:lnTo>
                    <a:pt x="3085132" y="478566"/>
                  </a:lnTo>
                  <a:lnTo>
                    <a:pt x="3084061" y="477853"/>
                  </a:lnTo>
                  <a:lnTo>
                    <a:pt x="3082989" y="477139"/>
                  </a:lnTo>
                  <a:lnTo>
                    <a:pt x="3081918" y="476425"/>
                  </a:lnTo>
                  <a:lnTo>
                    <a:pt x="3080846" y="475711"/>
                  </a:lnTo>
                  <a:lnTo>
                    <a:pt x="3079774" y="474997"/>
                  </a:lnTo>
                  <a:lnTo>
                    <a:pt x="3078703" y="474283"/>
                  </a:lnTo>
                  <a:lnTo>
                    <a:pt x="3077631" y="473568"/>
                  </a:lnTo>
                  <a:lnTo>
                    <a:pt x="3076560" y="472854"/>
                  </a:lnTo>
                  <a:lnTo>
                    <a:pt x="3075488" y="472140"/>
                  </a:lnTo>
                  <a:lnTo>
                    <a:pt x="3074416" y="471426"/>
                  </a:lnTo>
                  <a:lnTo>
                    <a:pt x="3073345" y="470711"/>
                  </a:lnTo>
                  <a:lnTo>
                    <a:pt x="3072273" y="469997"/>
                  </a:lnTo>
                  <a:lnTo>
                    <a:pt x="3071202" y="469283"/>
                  </a:lnTo>
                  <a:lnTo>
                    <a:pt x="3070130" y="468568"/>
                  </a:lnTo>
                  <a:lnTo>
                    <a:pt x="3069058" y="467854"/>
                  </a:lnTo>
                  <a:lnTo>
                    <a:pt x="3067987" y="467139"/>
                  </a:lnTo>
                  <a:lnTo>
                    <a:pt x="3066915" y="466425"/>
                  </a:lnTo>
                  <a:lnTo>
                    <a:pt x="3065844" y="465710"/>
                  </a:lnTo>
                  <a:lnTo>
                    <a:pt x="3064772" y="464996"/>
                  </a:lnTo>
                  <a:lnTo>
                    <a:pt x="3063700" y="464281"/>
                  </a:lnTo>
                  <a:lnTo>
                    <a:pt x="3062629" y="463567"/>
                  </a:lnTo>
                  <a:lnTo>
                    <a:pt x="3061557" y="462852"/>
                  </a:lnTo>
                  <a:lnTo>
                    <a:pt x="3060486" y="462138"/>
                  </a:lnTo>
                  <a:lnTo>
                    <a:pt x="3059414" y="461423"/>
                  </a:lnTo>
                  <a:lnTo>
                    <a:pt x="3058342" y="460709"/>
                  </a:lnTo>
                  <a:lnTo>
                    <a:pt x="3057271" y="459994"/>
                  </a:lnTo>
                  <a:lnTo>
                    <a:pt x="3056199" y="459280"/>
                  </a:lnTo>
                  <a:lnTo>
                    <a:pt x="3055128" y="458565"/>
                  </a:lnTo>
                  <a:lnTo>
                    <a:pt x="3054056" y="457851"/>
                  </a:lnTo>
                  <a:lnTo>
                    <a:pt x="3052984" y="457136"/>
                  </a:lnTo>
                  <a:lnTo>
                    <a:pt x="3051913" y="456422"/>
                  </a:lnTo>
                  <a:lnTo>
                    <a:pt x="3050841" y="455707"/>
                  </a:lnTo>
                  <a:lnTo>
                    <a:pt x="3049770" y="454993"/>
                  </a:lnTo>
                  <a:lnTo>
                    <a:pt x="3048698" y="454279"/>
                  </a:lnTo>
                  <a:lnTo>
                    <a:pt x="3047626" y="453564"/>
                  </a:lnTo>
                  <a:lnTo>
                    <a:pt x="3046555" y="452850"/>
                  </a:lnTo>
                  <a:lnTo>
                    <a:pt x="3045483" y="452136"/>
                  </a:lnTo>
                  <a:lnTo>
                    <a:pt x="3044412" y="451421"/>
                  </a:lnTo>
                  <a:lnTo>
                    <a:pt x="3043340" y="450707"/>
                  </a:lnTo>
                  <a:lnTo>
                    <a:pt x="3042268" y="449993"/>
                  </a:lnTo>
                  <a:lnTo>
                    <a:pt x="3041197" y="449279"/>
                  </a:lnTo>
                  <a:lnTo>
                    <a:pt x="3040125" y="448565"/>
                  </a:lnTo>
                  <a:lnTo>
                    <a:pt x="3039054" y="447851"/>
                  </a:lnTo>
                  <a:lnTo>
                    <a:pt x="3037982" y="447137"/>
                  </a:lnTo>
                  <a:lnTo>
                    <a:pt x="3036910" y="446423"/>
                  </a:lnTo>
                  <a:lnTo>
                    <a:pt x="3035839" y="445709"/>
                  </a:lnTo>
                  <a:lnTo>
                    <a:pt x="3034767" y="444996"/>
                  </a:lnTo>
                  <a:lnTo>
                    <a:pt x="3033696" y="444282"/>
                  </a:lnTo>
                  <a:lnTo>
                    <a:pt x="3032624" y="443568"/>
                  </a:lnTo>
                  <a:lnTo>
                    <a:pt x="3031552" y="442855"/>
                  </a:lnTo>
                  <a:lnTo>
                    <a:pt x="3030481" y="442141"/>
                  </a:lnTo>
                  <a:lnTo>
                    <a:pt x="3029409" y="441428"/>
                  </a:lnTo>
                  <a:lnTo>
                    <a:pt x="3028338" y="440715"/>
                  </a:lnTo>
                  <a:lnTo>
                    <a:pt x="3027266" y="440001"/>
                  </a:lnTo>
                  <a:lnTo>
                    <a:pt x="3026194" y="439288"/>
                  </a:lnTo>
                  <a:lnTo>
                    <a:pt x="3025123" y="438575"/>
                  </a:lnTo>
                  <a:lnTo>
                    <a:pt x="3024051" y="437862"/>
                  </a:lnTo>
                  <a:lnTo>
                    <a:pt x="3022980" y="437149"/>
                  </a:lnTo>
                  <a:lnTo>
                    <a:pt x="3021908" y="436437"/>
                  </a:lnTo>
                  <a:lnTo>
                    <a:pt x="3020836" y="435724"/>
                  </a:lnTo>
                  <a:lnTo>
                    <a:pt x="3019765" y="435011"/>
                  </a:lnTo>
                  <a:lnTo>
                    <a:pt x="3018693" y="434299"/>
                  </a:lnTo>
                  <a:lnTo>
                    <a:pt x="3017622" y="433587"/>
                  </a:lnTo>
                  <a:lnTo>
                    <a:pt x="3016550" y="432874"/>
                  </a:lnTo>
                  <a:lnTo>
                    <a:pt x="3015479" y="432162"/>
                  </a:lnTo>
                  <a:lnTo>
                    <a:pt x="3014407" y="431450"/>
                  </a:lnTo>
                  <a:lnTo>
                    <a:pt x="3013335" y="430738"/>
                  </a:lnTo>
                  <a:lnTo>
                    <a:pt x="3012264" y="430027"/>
                  </a:lnTo>
                  <a:lnTo>
                    <a:pt x="3011192" y="429315"/>
                  </a:lnTo>
                  <a:lnTo>
                    <a:pt x="3010121" y="428603"/>
                  </a:lnTo>
                  <a:lnTo>
                    <a:pt x="3009049" y="427892"/>
                  </a:lnTo>
                  <a:lnTo>
                    <a:pt x="3007977" y="427181"/>
                  </a:lnTo>
                  <a:lnTo>
                    <a:pt x="3006906" y="426470"/>
                  </a:lnTo>
                  <a:lnTo>
                    <a:pt x="3005834" y="425759"/>
                  </a:lnTo>
                  <a:lnTo>
                    <a:pt x="3004763" y="425048"/>
                  </a:lnTo>
                  <a:lnTo>
                    <a:pt x="3003691" y="424337"/>
                  </a:lnTo>
                  <a:lnTo>
                    <a:pt x="3002619" y="423627"/>
                  </a:lnTo>
                  <a:lnTo>
                    <a:pt x="3001548" y="422916"/>
                  </a:lnTo>
                  <a:lnTo>
                    <a:pt x="3000476" y="422206"/>
                  </a:lnTo>
                  <a:lnTo>
                    <a:pt x="2999405" y="421496"/>
                  </a:lnTo>
                  <a:lnTo>
                    <a:pt x="2998333" y="420786"/>
                  </a:lnTo>
                  <a:lnTo>
                    <a:pt x="2997261" y="420076"/>
                  </a:lnTo>
                  <a:lnTo>
                    <a:pt x="2996190" y="419366"/>
                  </a:lnTo>
                  <a:lnTo>
                    <a:pt x="2995118" y="418657"/>
                  </a:lnTo>
                  <a:lnTo>
                    <a:pt x="2994047" y="417947"/>
                  </a:lnTo>
                  <a:lnTo>
                    <a:pt x="2992975" y="417238"/>
                  </a:lnTo>
                  <a:lnTo>
                    <a:pt x="2991903" y="416529"/>
                  </a:lnTo>
                  <a:lnTo>
                    <a:pt x="2990832" y="415820"/>
                  </a:lnTo>
                  <a:lnTo>
                    <a:pt x="2989760" y="415112"/>
                  </a:lnTo>
                  <a:lnTo>
                    <a:pt x="2988689" y="414403"/>
                  </a:lnTo>
                  <a:lnTo>
                    <a:pt x="2987617" y="413695"/>
                  </a:lnTo>
                  <a:lnTo>
                    <a:pt x="2986545" y="412987"/>
                  </a:lnTo>
                  <a:lnTo>
                    <a:pt x="2985474" y="412279"/>
                  </a:lnTo>
                  <a:lnTo>
                    <a:pt x="2984402" y="411571"/>
                  </a:lnTo>
                  <a:lnTo>
                    <a:pt x="2983331" y="410864"/>
                  </a:lnTo>
                  <a:lnTo>
                    <a:pt x="2982259" y="410156"/>
                  </a:lnTo>
                  <a:lnTo>
                    <a:pt x="2981187" y="409449"/>
                  </a:lnTo>
                  <a:lnTo>
                    <a:pt x="2980116" y="408742"/>
                  </a:lnTo>
                  <a:lnTo>
                    <a:pt x="2979044" y="408035"/>
                  </a:lnTo>
                  <a:lnTo>
                    <a:pt x="2977973" y="407329"/>
                  </a:lnTo>
                  <a:lnTo>
                    <a:pt x="2976901" y="406622"/>
                  </a:lnTo>
                  <a:lnTo>
                    <a:pt x="2975829" y="405916"/>
                  </a:lnTo>
                  <a:lnTo>
                    <a:pt x="2974758" y="405210"/>
                  </a:lnTo>
                  <a:lnTo>
                    <a:pt x="2973686" y="404504"/>
                  </a:lnTo>
                  <a:lnTo>
                    <a:pt x="2972615" y="403799"/>
                  </a:lnTo>
                  <a:lnTo>
                    <a:pt x="2971543" y="403094"/>
                  </a:lnTo>
                  <a:lnTo>
                    <a:pt x="2970471" y="402388"/>
                  </a:lnTo>
                  <a:lnTo>
                    <a:pt x="2969400" y="401683"/>
                  </a:lnTo>
                  <a:lnTo>
                    <a:pt x="2968328" y="400979"/>
                  </a:lnTo>
                  <a:lnTo>
                    <a:pt x="2967257" y="400274"/>
                  </a:lnTo>
                  <a:lnTo>
                    <a:pt x="2966185" y="399570"/>
                  </a:lnTo>
                  <a:lnTo>
                    <a:pt x="2965113" y="398866"/>
                  </a:lnTo>
                  <a:lnTo>
                    <a:pt x="2964042" y="398162"/>
                  </a:lnTo>
                  <a:lnTo>
                    <a:pt x="2962970" y="397459"/>
                  </a:lnTo>
                  <a:lnTo>
                    <a:pt x="2961899" y="396755"/>
                  </a:lnTo>
                  <a:lnTo>
                    <a:pt x="2960827" y="396052"/>
                  </a:lnTo>
                  <a:lnTo>
                    <a:pt x="2959755" y="395350"/>
                  </a:lnTo>
                  <a:lnTo>
                    <a:pt x="2958684" y="394647"/>
                  </a:lnTo>
                  <a:lnTo>
                    <a:pt x="2957612" y="393945"/>
                  </a:lnTo>
                  <a:lnTo>
                    <a:pt x="2956541" y="393243"/>
                  </a:lnTo>
                  <a:lnTo>
                    <a:pt x="2955469" y="392541"/>
                  </a:lnTo>
                  <a:lnTo>
                    <a:pt x="2954397" y="391839"/>
                  </a:lnTo>
                  <a:lnTo>
                    <a:pt x="2953326" y="391138"/>
                  </a:lnTo>
                  <a:lnTo>
                    <a:pt x="2952254" y="390437"/>
                  </a:lnTo>
                  <a:lnTo>
                    <a:pt x="2951183" y="389736"/>
                  </a:lnTo>
                  <a:lnTo>
                    <a:pt x="2950111" y="389035"/>
                  </a:lnTo>
                  <a:lnTo>
                    <a:pt x="2949039" y="388335"/>
                  </a:lnTo>
                  <a:lnTo>
                    <a:pt x="2947968" y="387635"/>
                  </a:lnTo>
                  <a:lnTo>
                    <a:pt x="2946896" y="386935"/>
                  </a:lnTo>
                  <a:lnTo>
                    <a:pt x="2945825" y="386236"/>
                  </a:lnTo>
                  <a:lnTo>
                    <a:pt x="2944753" y="385536"/>
                  </a:lnTo>
                  <a:lnTo>
                    <a:pt x="2943681" y="384838"/>
                  </a:lnTo>
                  <a:lnTo>
                    <a:pt x="2942610" y="384139"/>
                  </a:lnTo>
                  <a:lnTo>
                    <a:pt x="2941538" y="383440"/>
                  </a:lnTo>
                  <a:lnTo>
                    <a:pt x="2940467" y="382742"/>
                  </a:lnTo>
                  <a:lnTo>
                    <a:pt x="2939395" y="382044"/>
                  </a:lnTo>
                  <a:lnTo>
                    <a:pt x="2938323" y="381347"/>
                  </a:lnTo>
                  <a:lnTo>
                    <a:pt x="2937252" y="380650"/>
                  </a:lnTo>
                  <a:lnTo>
                    <a:pt x="2936180" y="379953"/>
                  </a:lnTo>
                  <a:lnTo>
                    <a:pt x="2935109" y="379256"/>
                  </a:lnTo>
                  <a:lnTo>
                    <a:pt x="2934037" y="378559"/>
                  </a:lnTo>
                  <a:lnTo>
                    <a:pt x="2932965" y="377863"/>
                  </a:lnTo>
                  <a:lnTo>
                    <a:pt x="2931894" y="377168"/>
                  </a:lnTo>
                  <a:lnTo>
                    <a:pt x="2930822" y="376472"/>
                  </a:lnTo>
                  <a:lnTo>
                    <a:pt x="2929751" y="375777"/>
                  </a:lnTo>
                  <a:lnTo>
                    <a:pt x="2928679" y="375082"/>
                  </a:lnTo>
                  <a:lnTo>
                    <a:pt x="2927607" y="374387"/>
                  </a:lnTo>
                  <a:lnTo>
                    <a:pt x="2926536" y="373693"/>
                  </a:lnTo>
                  <a:lnTo>
                    <a:pt x="2925464" y="372999"/>
                  </a:lnTo>
                  <a:lnTo>
                    <a:pt x="2924393" y="372305"/>
                  </a:lnTo>
                  <a:lnTo>
                    <a:pt x="2923321" y="371612"/>
                  </a:lnTo>
                  <a:lnTo>
                    <a:pt x="2922249" y="370919"/>
                  </a:lnTo>
                  <a:lnTo>
                    <a:pt x="2921178" y="370226"/>
                  </a:lnTo>
                  <a:lnTo>
                    <a:pt x="2920106" y="369534"/>
                  </a:lnTo>
                  <a:lnTo>
                    <a:pt x="2919035" y="368842"/>
                  </a:lnTo>
                  <a:lnTo>
                    <a:pt x="2917963" y="368150"/>
                  </a:lnTo>
                  <a:lnTo>
                    <a:pt x="2916891" y="367458"/>
                  </a:lnTo>
                  <a:lnTo>
                    <a:pt x="2915820" y="366767"/>
                  </a:lnTo>
                  <a:lnTo>
                    <a:pt x="2914748" y="366076"/>
                  </a:lnTo>
                  <a:lnTo>
                    <a:pt x="2913677" y="365386"/>
                  </a:lnTo>
                  <a:lnTo>
                    <a:pt x="2912605" y="364696"/>
                  </a:lnTo>
                  <a:lnTo>
                    <a:pt x="2911533" y="364006"/>
                  </a:lnTo>
                  <a:lnTo>
                    <a:pt x="2910462" y="363316"/>
                  </a:lnTo>
                  <a:lnTo>
                    <a:pt x="2909390" y="362627"/>
                  </a:lnTo>
                  <a:lnTo>
                    <a:pt x="2908319" y="361939"/>
                  </a:lnTo>
                  <a:lnTo>
                    <a:pt x="2907247" y="361250"/>
                  </a:lnTo>
                  <a:lnTo>
                    <a:pt x="2906175" y="360562"/>
                  </a:lnTo>
                  <a:lnTo>
                    <a:pt x="2905104" y="359874"/>
                  </a:lnTo>
                  <a:lnTo>
                    <a:pt x="2904032" y="359187"/>
                  </a:lnTo>
                  <a:lnTo>
                    <a:pt x="2902961" y="358500"/>
                  </a:lnTo>
                  <a:lnTo>
                    <a:pt x="2901889" y="357813"/>
                  </a:lnTo>
                  <a:lnTo>
                    <a:pt x="2900817" y="357127"/>
                  </a:lnTo>
                  <a:lnTo>
                    <a:pt x="2899746" y="356441"/>
                  </a:lnTo>
                  <a:lnTo>
                    <a:pt x="2898674" y="355755"/>
                  </a:lnTo>
                  <a:lnTo>
                    <a:pt x="2897603" y="355070"/>
                  </a:lnTo>
                  <a:lnTo>
                    <a:pt x="2896531" y="354385"/>
                  </a:lnTo>
                  <a:lnTo>
                    <a:pt x="2895459" y="353700"/>
                  </a:lnTo>
                  <a:lnTo>
                    <a:pt x="2894388" y="353016"/>
                  </a:lnTo>
                  <a:lnTo>
                    <a:pt x="2893316" y="352332"/>
                  </a:lnTo>
                  <a:lnTo>
                    <a:pt x="2892245" y="351649"/>
                  </a:lnTo>
                  <a:lnTo>
                    <a:pt x="2891173" y="350966"/>
                  </a:lnTo>
                  <a:lnTo>
                    <a:pt x="2890101" y="350283"/>
                  </a:lnTo>
                  <a:lnTo>
                    <a:pt x="2889030" y="349601"/>
                  </a:lnTo>
                  <a:lnTo>
                    <a:pt x="2887958" y="348919"/>
                  </a:lnTo>
                  <a:lnTo>
                    <a:pt x="2886887" y="348237"/>
                  </a:lnTo>
                  <a:lnTo>
                    <a:pt x="2885815" y="347556"/>
                  </a:lnTo>
                  <a:lnTo>
                    <a:pt x="2884743" y="346875"/>
                  </a:lnTo>
                  <a:lnTo>
                    <a:pt x="2883672" y="346194"/>
                  </a:lnTo>
                  <a:lnTo>
                    <a:pt x="2882600" y="345514"/>
                  </a:lnTo>
                  <a:lnTo>
                    <a:pt x="2881529" y="344835"/>
                  </a:lnTo>
                  <a:lnTo>
                    <a:pt x="2880457" y="344155"/>
                  </a:lnTo>
                  <a:lnTo>
                    <a:pt x="2879385" y="343476"/>
                  </a:lnTo>
                  <a:lnTo>
                    <a:pt x="2878314" y="342798"/>
                  </a:lnTo>
                  <a:lnTo>
                    <a:pt x="2877242" y="342120"/>
                  </a:lnTo>
                  <a:lnTo>
                    <a:pt x="2876171" y="341442"/>
                  </a:lnTo>
                  <a:lnTo>
                    <a:pt x="2875099" y="340765"/>
                  </a:lnTo>
                  <a:lnTo>
                    <a:pt x="2874027" y="340088"/>
                  </a:lnTo>
                  <a:lnTo>
                    <a:pt x="2872956" y="339411"/>
                  </a:lnTo>
                  <a:lnTo>
                    <a:pt x="2871884" y="338735"/>
                  </a:lnTo>
                  <a:lnTo>
                    <a:pt x="2870813" y="338059"/>
                  </a:lnTo>
                  <a:lnTo>
                    <a:pt x="2869741" y="337384"/>
                  </a:lnTo>
                  <a:lnTo>
                    <a:pt x="2868669" y="336709"/>
                  </a:lnTo>
                  <a:lnTo>
                    <a:pt x="2867598" y="336034"/>
                  </a:lnTo>
                  <a:lnTo>
                    <a:pt x="2866526" y="335360"/>
                  </a:lnTo>
                  <a:lnTo>
                    <a:pt x="2865455" y="334686"/>
                  </a:lnTo>
                  <a:lnTo>
                    <a:pt x="2864383" y="334013"/>
                  </a:lnTo>
                  <a:lnTo>
                    <a:pt x="2863311" y="333340"/>
                  </a:lnTo>
                  <a:lnTo>
                    <a:pt x="2862240" y="332668"/>
                  </a:lnTo>
                  <a:lnTo>
                    <a:pt x="2861168" y="331996"/>
                  </a:lnTo>
                  <a:lnTo>
                    <a:pt x="2860097" y="331324"/>
                  </a:lnTo>
                  <a:lnTo>
                    <a:pt x="2859025" y="330653"/>
                  </a:lnTo>
                  <a:lnTo>
                    <a:pt x="2857953" y="329982"/>
                  </a:lnTo>
                  <a:lnTo>
                    <a:pt x="2856882" y="329311"/>
                  </a:lnTo>
                  <a:lnTo>
                    <a:pt x="2855810" y="328641"/>
                  </a:lnTo>
                  <a:lnTo>
                    <a:pt x="2854739" y="327972"/>
                  </a:lnTo>
                  <a:lnTo>
                    <a:pt x="2853667" y="327303"/>
                  </a:lnTo>
                  <a:lnTo>
                    <a:pt x="2852595" y="326634"/>
                  </a:lnTo>
                  <a:lnTo>
                    <a:pt x="2851524" y="325966"/>
                  </a:lnTo>
                  <a:lnTo>
                    <a:pt x="2850452" y="325298"/>
                  </a:lnTo>
                  <a:lnTo>
                    <a:pt x="2849381" y="324631"/>
                  </a:lnTo>
                  <a:lnTo>
                    <a:pt x="2848309" y="323964"/>
                  </a:lnTo>
                  <a:lnTo>
                    <a:pt x="2847237" y="323297"/>
                  </a:lnTo>
                  <a:lnTo>
                    <a:pt x="2846166" y="322631"/>
                  </a:lnTo>
                  <a:lnTo>
                    <a:pt x="2845094" y="321965"/>
                  </a:lnTo>
                  <a:lnTo>
                    <a:pt x="2844023" y="321300"/>
                  </a:lnTo>
                  <a:lnTo>
                    <a:pt x="2842951" y="320635"/>
                  </a:lnTo>
                  <a:lnTo>
                    <a:pt x="2841879" y="319971"/>
                  </a:lnTo>
                  <a:lnTo>
                    <a:pt x="2840808" y="319307"/>
                  </a:lnTo>
                  <a:lnTo>
                    <a:pt x="2839736" y="318644"/>
                  </a:lnTo>
                  <a:lnTo>
                    <a:pt x="2838665" y="317981"/>
                  </a:lnTo>
                  <a:lnTo>
                    <a:pt x="2837593" y="317318"/>
                  </a:lnTo>
                  <a:lnTo>
                    <a:pt x="2836522" y="316656"/>
                  </a:lnTo>
                  <a:lnTo>
                    <a:pt x="2835450" y="315994"/>
                  </a:lnTo>
                  <a:lnTo>
                    <a:pt x="2834378" y="315333"/>
                  </a:lnTo>
                  <a:lnTo>
                    <a:pt x="2833307" y="314672"/>
                  </a:lnTo>
                  <a:lnTo>
                    <a:pt x="2832235" y="314012"/>
                  </a:lnTo>
                  <a:lnTo>
                    <a:pt x="2831164" y="313352"/>
                  </a:lnTo>
                  <a:lnTo>
                    <a:pt x="2830092" y="312693"/>
                  </a:lnTo>
                  <a:lnTo>
                    <a:pt x="2829020" y="312034"/>
                  </a:lnTo>
                  <a:lnTo>
                    <a:pt x="2827949" y="311376"/>
                  </a:lnTo>
                  <a:lnTo>
                    <a:pt x="2826877" y="310718"/>
                  </a:lnTo>
                  <a:lnTo>
                    <a:pt x="2825806" y="310060"/>
                  </a:lnTo>
                  <a:lnTo>
                    <a:pt x="2824734" y="309403"/>
                  </a:lnTo>
                  <a:lnTo>
                    <a:pt x="2823662" y="308746"/>
                  </a:lnTo>
                  <a:lnTo>
                    <a:pt x="2822591" y="308090"/>
                  </a:lnTo>
                  <a:lnTo>
                    <a:pt x="2821519" y="307435"/>
                  </a:lnTo>
                  <a:lnTo>
                    <a:pt x="2820448" y="306779"/>
                  </a:lnTo>
                  <a:lnTo>
                    <a:pt x="2819376" y="306125"/>
                  </a:lnTo>
                  <a:lnTo>
                    <a:pt x="2818304" y="305471"/>
                  </a:lnTo>
                  <a:lnTo>
                    <a:pt x="2817233" y="304817"/>
                  </a:lnTo>
                  <a:lnTo>
                    <a:pt x="2816161" y="304163"/>
                  </a:lnTo>
                  <a:lnTo>
                    <a:pt x="2815090" y="303511"/>
                  </a:lnTo>
                  <a:lnTo>
                    <a:pt x="2814018" y="302858"/>
                  </a:lnTo>
                  <a:lnTo>
                    <a:pt x="2812946" y="302206"/>
                  </a:lnTo>
                  <a:lnTo>
                    <a:pt x="2811875" y="301555"/>
                  </a:lnTo>
                  <a:lnTo>
                    <a:pt x="2810803" y="300904"/>
                  </a:lnTo>
                  <a:lnTo>
                    <a:pt x="2809732" y="300254"/>
                  </a:lnTo>
                  <a:lnTo>
                    <a:pt x="2808660" y="299604"/>
                  </a:lnTo>
                  <a:lnTo>
                    <a:pt x="2807588" y="298954"/>
                  </a:lnTo>
                  <a:lnTo>
                    <a:pt x="2806517" y="298305"/>
                  </a:lnTo>
                  <a:lnTo>
                    <a:pt x="2805445" y="297657"/>
                  </a:lnTo>
                  <a:lnTo>
                    <a:pt x="2804374" y="297009"/>
                  </a:lnTo>
                  <a:lnTo>
                    <a:pt x="2803302" y="296361"/>
                  </a:lnTo>
                  <a:lnTo>
                    <a:pt x="2802230" y="295714"/>
                  </a:lnTo>
                  <a:lnTo>
                    <a:pt x="2801159" y="295068"/>
                  </a:lnTo>
                  <a:lnTo>
                    <a:pt x="2800087" y="294422"/>
                  </a:lnTo>
                  <a:lnTo>
                    <a:pt x="2799016" y="293776"/>
                  </a:lnTo>
                  <a:lnTo>
                    <a:pt x="2797944" y="293131"/>
                  </a:lnTo>
                  <a:lnTo>
                    <a:pt x="2796872" y="292487"/>
                  </a:lnTo>
                  <a:lnTo>
                    <a:pt x="2795801" y="291843"/>
                  </a:lnTo>
                  <a:lnTo>
                    <a:pt x="2794729" y="291199"/>
                  </a:lnTo>
                  <a:lnTo>
                    <a:pt x="2793658" y="290556"/>
                  </a:lnTo>
                  <a:lnTo>
                    <a:pt x="2792586" y="289913"/>
                  </a:lnTo>
                  <a:lnTo>
                    <a:pt x="2791514" y="289271"/>
                  </a:lnTo>
                  <a:lnTo>
                    <a:pt x="2790443" y="288630"/>
                  </a:lnTo>
                  <a:lnTo>
                    <a:pt x="2789371" y="287989"/>
                  </a:lnTo>
                  <a:lnTo>
                    <a:pt x="2788300" y="287348"/>
                  </a:lnTo>
                  <a:lnTo>
                    <a:pt x="2787228" y="286708"/>
                  </a:lnTo>
                  <a:lnTo>
                    <a:pt x="2786156" y="286069"/>
                  </a:lnTo>
                  <a:lnTo>
                    <a:pt x="2785085" y="285430"/>
                  </a:lnTo>
                  <a:lnTo>
                    <a:pt x="2784013" y="284791"/>
                  </a:lnTo>
                  <a:lnTo>
                    <a:pt x="2782942" y="284153"/>
                  </a:lnTo>
                  <a:lnTo>
                    <a:pt x="2781870" y="283516"/>
                  </a:lnTo>
                  <a:lnTo>
                    <a:pt x="2780798" y="282879"/>
                  </a:lnTo>
                  <a:lnTo>
                    <a:pt x="2779727" y="282242"/>
                  </a:lnTo>
                  <a:lnTo>
                    <a:pt x="2778655" y="281606"/>
                  </a:lnTo>
                  <a:lnTo>
                    <a:pt x="2777584" y="280971"/>
                  </a:lnTo>
                  <a:lnTo>
                    <a:pt x="2776512" y="280336"/>
                  </a:lnTo>
                  <a:lnTo>
                    <a:pt x="2775440" y="279702"/>
                  </a:lnTo>
                  <a:lnTo>
                    <a:pt x="2774369" y="279068"/>
                  </a:lnTo>
                  <a:lnTo>
                    <a:pt x="2773297" y="278434"/>
                  </a:lnTo>
                  <a:lnTo>
                    <a:pt x="2772226" y="277802"/>
                  </a:lnTo>
                  <a:lnTo>
                    <a:pt x="2771154" y="277169"/>
                  </a:lnTo>
                  <a:lnTo>
                    <a:pt x="2770082" y="276537"/>
                  </a:lnTo>
                  <a:lnTo>
                    <a:pt x="2769011" y="275906"/>
                  </a:lnTo>
                  <a:lnTo>
                    <a:pt x="2767939" y="275275"/>
                  </a:lnTo>
                  <a:lnTo>
                    <a:pt x="2766868" y="274645"/>
                  </a:lnTo>
                  <a:lnTo>
                    <a:pt x="2765796" y="274016"/>
                  </a:lnTo>
                  <a:lnTo>
                    <a:pt x="2764724" y="273386"/>
                  </a:lnTo>
                  <a:lnTo>
                    <a:pt x="2763653" y="272758"/>
                  </a:lnTo>
                  <a:lnTo>
                    <a:pt x="2762581" y="272130"/>
                  </a:lnTo>
                  <a:lnTo>
                    <a:pt x="2761510" y="271502"/>
                  </a:lnTo>
                  <a:lnTo>
                    <a:pt x="2760438" y="270875"/>
                  </a:lnTo>
                  <a:lnTo>
                    <a:pt x="2759366" y="270249"/>
                  </a:lnTo>
                  <a:lnTo>
                    <a:pt x="2758295" y="269623"/>
                  </a:lnTo>
                  <a:lnTo>
                    <a:pt x="2757223" y="268997"/>
                  </a:lnTo>
                  <a:lnTo>
                    <a:pt x="2756152" y="268372"/>
                  </a:lnTo>
                  <a:lnTo>
                    <a:pt x="2755080" y="267748"/>
                  </a:lnTo>
                  <a:lnTo>
                    <a:pt x="2754008" y="267124"/>
                  </a:lnTo>
                  <a:lnTo>
                    <a:pt x="2752937" y="266501"/>
                  </a:lnTo>
                  <a:lnTo>
                    <a:pt x="2751865" y="265878"/>
                  </a:lnTo>
                  <a:lnTo>
                    <a:pt x="2750794" y="265256"/>
                  </a:lnTo>
                  <a:lnTo>
                    <a:pt x="2749722" y="264634"/>
                  </a:lnTo>
                  <a:lnTo>
                    <a:pt x="2748650" y="264013"/>
                  </a:lnTo>
                  <a:lnTo>
                    <a:pt x="2747579" y="263392"/>
                  </a:lnTo>
                  <a:lnTo>
                    <a:pt x="2746507" y="262772"/>
                  </a:lnTo>
                  <a:lnTo>
                    <a:pt x="2745436" y="262153"/>
                  </a:lnTo>
                  <a:lnTo>
                    <a:pt x="2744364" y="261534"/>
                  </a:lnTo>
                  <a:lnTo>
                    <a:pt x="2743292" y="260916"/>
                  </a:lnTo>
                  <a:lnTo>
                    <a:pt x="2742221" y="260298"/>
                  </a:lnTo>
                  <a:lnTo>
                    <a:pt x="2741149" y="259680"/>
                  </a:lnTo>
                  <a:lnTo>
                    <a:pt x="2740078" y="259064"/>
                  </a:lnTo>
                  <a:lnTo>
                    <a:pt x="2739006" y="258447"/>
                  </a:lnTo>
                  <a:lnTo>
                    <a:pt x="2737934" y="257832"/>
                  </a:lnTo>
                  <a:lnTo>
                    <a:pt x="2736863" y="257217"/>
                  </a:lnTo>
                  <a:lnTo>
                    <a:pt x="2735791" y="256602"/>
                  </a:lnTo>
                  <a:lnTo>
                    <a:pt x="2734720" y="255988"/>
                  </a:lnTo>
                  <a:lnTo>
                    <a:pt x="2733648" y="255375"/>
                  </a:lnTo>
                  <a:lnTo>
                    <a:pt x="2732576" y="254762"/>
                  </a:lnTo>
                  <a:lnTo>
                    <a:pt x="2731505" y="254149"/>
                  </a:lnTo>
                  <a:lnTo>
                    <a:pt x="2730433" y="253538"/>
                  </a:lnTo>
                  <a:lnTo>
                    <a:pt x="2729362" y="252926"/>
                  </a:lnTo>
                  <a:lnTo>
                    <a:pt x="2728290" y="252316"/>
                  </a:lnTo>
                  <a:lnTo>
                    <a:pt x="2727218" y="251706"/>
                  </a:lnTo>
                  <a:lnTo>
                    <a:pt x="2726147" y="251096"/>
                  </a:lnTo>
                  <a:lnTo>
                    <a:pt x="2725075" y="250487"/>
                  </a:lnTo>
                  <a:lnTo>
                    <a:pt x="2724004" y="249879"/>
                  </a:lnTo>
                  <a:lnTo>
                    <a:pt x="2722932" y="249271"/>
                  </a:lnTo>
                  <a:lnTo>
                    <a:pt x="2721860" y="248663"/>
                  </a:lnTo>
                  <a:lnTo>
                    <a:pt x="2720789" y="248057"/>
                  </a:lnTo>
                  <a:lnTo>
                    <a:pt x="2719717" y="247450"/>
                  </a:lnTo>
                  <a:lnTo>
                    <a:pt x="2718646" y="246845"/>
                  </a:lnTo>
                  <a:lnTo>
                    <a:pt x="2717574" y="246240"/>
                  </a:lnTo>
                  <a:lnTo>
                    <a:pt x="2716502" y="245635"/>
                  </a:lnTo>
                  <a:lnTo>
                    <a:pt x="2715431" y="245031"/>
                  </a:lnTo>
                  <a:lnTo>
                    <a:pt x="2714359" y="244428"/>
                  </a:lnTo>
                  <a:lnTo>
                    <a:pt x="2713288" y="243825"/>
                  </a:lnTo>
                  <a:lnTo>
                    <a:pt x="2712216" y="243223"/>
                  </a:lnTo>
                  <a:lnTo>
                    <a:pt x="2711144" y="242621"/>
                  </a:lnTo>
                  <a:lnTo>
                    <a:pt x="2710073" y="242020"/>
                  </a:lnTo>
                  <a:lnTo>
                    <a:pt x="2709001" y="241420"/>
                  </a:lnTo>
                  <a:lnTo>
                    <a:pt x="2707930" y="240820"/>
                  </a:lnTo>
                  <a:lnTo>
                    <a:pt x="2706858" y="240221"/>
                  </a:lnTo>
                  <a:lnTo>
                    <a:pt x="2705786" y="239622"/>
                  </a:lnTo>
                  <a:lnTo>
                    <a:pt x="2704715" y="239024"/>
                  </a:lnTo>
                  <a:lnTo>
                    <a:pt x="2703643" y="238426"/>
                  </a:lnTo>
                  <a:lnTo>
                    <a:pt x="2702572" y="237829"/>
                  </a:lnTo>
                  <a:lnTo>
                    <a:pt x="2701500" y="237232"/>
                  </a:lnTo>
                  <a:lnTo>
                    <a:pt x="2700428" y="236637"/>
                  </a:lnTo>
                  <a:lnTo>
                    <a:pt x="2699357" y="236041"/>
                  </a:lnTo>
                  <a:lnTo>
                    <a:pt x="2698285" y="235447"/>
                  </a:lnTo>
                  <a:lnTo>
                    <a:pt x="2697214" y="234852"/>
                  </a:lnTo>
                  <a:lnTo>
                    <a:pt x="2696142" y="234259"/>
                  </a:lnTo>
                  <a:lnTo>
                    <a:pt x="2695070" y="233666"/>
                  </a:lnTo>
                  <a:lnTo>
                    <a:pt x="2693999" y="233073"/>
                  </a:lnTo>
                  <a:lnTo>
                    <a:pt x="2692927" y="232482"/>
                  </a:lnTo>
                  <a:lnTo>
                    <a:pt x="2691856" y="231890"/>
                  </a:lnTo>
                  <a:lnTo>
                    <a:pt x="2690784" y="231300"/>
                  </a:lnTo>
                  <a:lnTo>
                    <a:pt x="2689712" y="230710"/>
                  </a:lnTo>
                  <a:lnTo>
                    <a:pt x="2688641" y="230120"/>
                  </a:lnTo>
                  <a:lnTo>
                    <a:pt x="2687569" y="229531"/>
                  </a:lnTo>
                  <a:lnTo>
                    <a:pt x="2686498" y="228943"/>
                  </a:lnTo>
                  <a:lnTo>
                    <a:pt x="2685426" y="228355"/>
                  </a:lnTo>
                  <a:lnTo>
                    <a:pt x="2684354" y="227768"/>
                  </a:lnTo>
                  <a:lnTo>
                    <a:pt x="2683283" y="227181"/>
                  </a:lnTo>
                  <a:lnTo>
                    <a:pt x="2682211" y="226595"/>
                  </a:lnTo>
                  <a:lnTo>
                    <a:pt x="2681140" y="226010"/>
                  </a:lnTo>
                  <a:lnTo>
                    <a:pt x="2680068" y="225425"/>
                  </a:lnTo>
                  <a:lnTo>
                    <a:pt x="2678996" y="224841"/>
                  </a:lnTo>
                  <a:lnTo>
                    <a:pt x="2677925" y="224257"/>
                  </a:lnTo>
                  <a:lnTo>
                    <a:pt x="2676853" y="223674"/>
                  </a:lnTo>
                  <a:lnTo>
                    <a:pt x="2675782" y="223092"/>
                  </a:lnTo>
                  <a:lnTo>
                    <a:pt x="2674710" y="222510"/>
                  </a:lnTo>
                  <a:lnTo>
                    <a:pt x="2673638" y="221929"/>
                  </a:lnTo>
                  <a:lnTo>
                    <a:pt x="2672567" y="221348"/>
                  </a:lnTo>
                  <a:lnTo>
                    <a:pt x="2671495" y="220768"/>
                  </a:lnTo>
                  <a:lnTo>
                    <a:pt x="2670424" y="220189"/>
                  </a:lnTo>
                  <a:lnTo>
                    <a:pt x="2669352" y="219610"/>
                  </a:lnTo>
                  <a:lnTo>
                    <a:pt x="2668280" y="219032"/>
                  </a:lnTo>
                  <a:lnTo>
                    <a:pt x="2667209" y="218454"/>
                  </a:lnTo>
                  <a:lnTo>
                    <a:pt x="2666137" y="217877"/>
                  </a:lnTo>
                  <a:lnTo>
                    <a:pt x="2665066" y="217300"/>
                  </a:lnTo>
                  <a:lnTo>
                    <a:pt x="2663994" y="216725"/>
                  </a:lnTo>
                  <a:lnTo>
                    <a:pt x="2662922" y="216149"/>
                  </a:lnTo>
                  <a:lnTo>
                    <a:pt x="2661851" y="215575"/>
                  </a:lnTo>
                  <a:lnTo>
                    <a:pt x="2660779" y="215001"/>
                  </a:lnTo>
                  <a:lnTo>
                    <a:pt x="2659708" y="214427"/>
                  </a:lnTo>
                  <a:lnTo>
                    <a:pt x="2658636" y="213854"/>
                  </a:lnTo>
                  <a:lnTo>
                    <a:pt x="2657565" y="213282"/>
                  </a:lnTo>
                  <a:lnTo>
                    <a:pt x="2656493" y="212710"/>
                  </a:lnTo>
                  <a:lnTo>
                    <a:pt x="2655421" y="212139"/>
                  </a:lnTo>
                  <a:lnTo>
                    <a:pt x="2654350" y="211569"/>
                  </a:lnTo>
                  <a:lnTo>
                    <a:pt x="2653278" y="210999"/>
                  </a:lnTo>
                  <a:lnTo>
                    <a:pt x="2652207" y="210430"/>
                  </a:lnTo>
                  <a:lnTo>
                    <a:pt x="2651135" y="209861"/>
                  </a:lnTo>
                  <a:lnTo>
                    <a:pt x="2650063" y="209293"/>
                  </a:lnTo>
                  <a:lnTo>
                    <a:pt x="2648992" y="208726"/>
                  </a:lnTo>
                  <a:lnTo>
                    <a:pt x="2647920" y="208159"/>
                  </a:lnTo>
                  <a:lnTo>
                    <a:pt x="2646849" y="207593"/>
                  </a:lnTo>
                  <a:lnTo>
                    <a:pt x="2645777" y="207027"/>
                  </a:lnTo>
                  <a:lnTo>
                    <a:pt x="2644705" y="206462"/>
                  </a:lnTo>
                  <a:lnTo>
                    <a:pt x="2643634" y="205898"/>
                  </a:lnTo>
                  <a:lnTo>
                    <a:pt x="2642562" y="205334"/>
                  </a:lnTo>
                  <a:lnTo>
                    <a:pt x="2641491" y="204771"/>
                  </a:lnTo>
                  <a:lnTo>
                    <a:pt x="2640419" y="204209"/>
                  </a:lnTo>
                  <a:lnTo>
                    <a:pt x="2639347" y="203647"/>
                  </a:lnTo>
                  <a:lnTo>
                    <a:pt x="2638276" y="203085"/>
                  </a:lnTo>
                  <a:lnTo>
                    <a:pt x="2637204" y="202525"/>
                  </a:lnTo>
                  <a:lnTo>
                    <a:pt x="2636133" y="201965"/>
                  </a:lnTo>
                  <a:lnTo>
                    <a:pt x="2635061" y="201405"/>
                  </a:lnTo>
                  <a:lnTo>
                    <a:pt x="2633989" y="200846"/>
                  </a:lnTo>
                  <a:lnTo>
                    <a:pt x="2632918" y="200288"/>
                  </a:lnTo>
                  <a:lnTo>
                    <a:pt x="2631846" y="199731"/>
                  </a:lnTo>
                  <a:lnTo>
                    <a:pt x="2630775" y="199174"/>
                  </a:lnTo>
                  <a:lnTo>
                    <a:pt x="2629703" y="198617"/>
                  </a:lnTo>
                  <a:lnTo>
                    <a:pt x="2628631" y="198062"/>
                  </a:lnTo>
                  <a:lnTo>
                    <a:pt x="2627560" y="197507"/>
                  </a:lnTo>
                  <a:lnTo>
                    <a:pt x="2626488" y="196952"/>
                  </a:lnTo>
                  <a:lnTo>
                    <a:pt x="2625417" y="196398"/>
                  </a:lnTo>
                  <a:lnTo>
                    <a:pt x="2624345" y="195845"/>
                  </a:lnTo>
                  <a:lnTo>
                    <a:pt x="2623273" y="195292"/>
                  </a:lnTo>
                  <a:lnTo>
                    <a:pt x="2622202" y="194740"/>
                  </a:lnTo>
                  <a:lnTo>
                    <a:pt x="2621130" y="194189"/>
                  </a:lnTo>
                  <a:lnTo>
                    <a:pt x="2620059" y="193638"/>
                  </a:lnTo>
                  <a:lnTo>
                    <a:pt x="2618987" y="193088"/>
                  </a:lnTo>
                  <a:lnTo>
                    <a:pt x="2617915" y="192538"/>
                  </a:lnTo>
                  <a:lnTo>
                    <a:pt x="2616844" y="191990"/>
                  </a:lnTo>
                  <a:lnTo>
                    <a:pt x="2615772" y="191441"/>
                  </a:lnTo>
                  <a:lnTo>
                    <a:pt x="2614701" y="190894"/>
                  </a:lnTo>
                  <a:lnTo>
                    <a:pt x="2613629" y="190347"/>
                  </a:lnTo>
                  <a:lnTo>
                    <a:pt x="2612557" y="189800"/>
                  </a:lnTo>
                  <a:lnTo>
                    <a:pt x="2611486" y="189254"/>
                  </a:lnTo>
                  <a:lnTo>
                    <a:pt x="2610414" y="188709"/>
                  </a:lnTo>
                  <a:lnTo>
                    <a:pt x="2609343" y="188165"/>
                  </a:lnTo>
                  <a:lnTo>
                    <a:pt x="2608271" y="187621"/>
                  </a:lnTo>
                  <a:lnTo>
                    <a:pt x="2607199" y="187078"/>
                  </a:lnTo>
                  <a:lnTo>
                    <a:pt x="2606128" y="186535"/>
                  </a:lnTo>
                  <a:lnTo>
                    <a:pt x="2605056" y="185993"/>
                  </a:lnTo>
                  <a:lnTo>
                    <a:pt x="2603985" y="185452"/>
                  </a:lnTo>
                  <a:lnTo>
                    <a:pt x="2602913" y="184911"/>
                  </a:lnTo>
                  <a:lnTo>
                    <a:pt x="2601841" y="184371"/>
                  </a:lnTo>
                  <a:lnTo>
                    <a:pt x="2600770" y="183832"/>
                  </a:lnTo>
                  <a:lnTo>
                    <a:pt x="2599698" y="183293"/>
                  </a:lnTo>
                  <a:lnTo>
                    <a:pt x="2598627" y="182755"/>
                  </a:lnTo>
                  <a:lnTo>
                    <a:pt x="2597555" y="182217"/>
                  </a:lnTo>
                  <a:lnTo>
                    <a:pt x="2596483" y="181680"/>
                  </a:lnTo>
                  <a:lnTo>
                    <a:pt x="2595412" y="181144"/>
                  </a:lnTo>
                  <a:lnTo>
                    <a:pt x="2594340" y="180608"/>
                  </a:lnTo>
                  <a:lnTo>
                    <a:pt x="2593269" y="180073"/>
                  </a:lnTo>
                  <a:lnTo>
                    <a:pt x="2592197" y="179539"/>
                  </a:lnTo>
                  <a:lnTo>
                    <a:pt x="2591125" y="179005"/>
                  </a:lnTo>
                  <a:lnTo>
                    <a:pt x="2590054" y="178472"/>
                  </a:lnTo>
                  <a:lnTo>
                    <a:pt x="2588982" y="177939"/>
                  </a:lnTo>
                  <a:lnTo>
                    <a:pt x="2587911" y="177408"/>
                  </a:lnTo>
                  <a:lnTo>
                    <a:pt x="2586839" y="176876"/>
                  </a:lnTo>
                  <a:lnTo>
                    <a:pt x="2585767" y="176346"/>
                  </a:lnTo>
                  <a:lnTo>
                    <a:pt x="2584696" y="175816"/>
                  </a:lnTo>
                  <a:lnTo>
                    <a:pt x="2583624" y="175287"/>
                  </a:lnTo>
                  <a:lnTo>
                    <a:pt x="2582553" y="174758"/>
                  </a:lnTo>
                  <a:lnTo>
                    <a:pt x="2581481" y="174230"/>
                  </a:lnTo>
                  <a:lnTo>
                    <a:pt x="2580409" y="173703"/>
                  </a:lnTo>
                  <a:lnTo>
                    <a:pt x="2579338" y="173176"/>
                  </a:lnTo>
                  <a:lnTo>
                    <a:pt x="2578266" y="172650"/>
                  </a:lnTo>
                  <a:lnTo>
                    <a:pt x="2577195" y="172125"/>
                  </a:lnTo>
                  <a:lnTo>
                    <a:pt x="2576123" y="171600"/>
                  </a:lnTo>
                  <a:lnTo>
                    <a:pt x="2575051" y="171076"/>
                  </a:lnTo>
                  <a:lnTo>
                    <a:pt x="2573980" y="170552"/>
                  </a:lnTo>
                  <a:lnTo>
                    <a:pt x="2572908" y="170030"/>
                  </a:lnTo>
                  <a:lnTo>
                    <a:pt x="2571837" y="169507"/>
                  </a:lnTo>
                  <a:lnTo>
                    <a:pt x="2570765" y="168986"/>
                  </a:lnTo>
                  <a:lnTo>
                    <a:pt x="2569693" y="168465"/>
                  </a:lnTo>
                  <a:lnTo>
                    <a:pt x="2568622" y="167945"/>
                  </a:lnTo>
                  <a:lnTo>
                    <a:pt x="2567550" y="167425"/>
                  </a:lnTo>
                  <a:lnTo>
                    <a:pt x="2566479" y="166906"/>
                  </a:lnTo>
                  <a:lnTo>
                    <a:pt x="2565407" y="166388"/>
                  </a:lnTo>
                  <a:lnTo>
                    <a:pt x="2564335" y="165870"/>
                  </a:lnTo>
                  <a:lnTo>
                    <a:pt x="2563264" y="165353"/>
                  </a:lnTo>
                  <a:lnTo>
                    <a:pt x="2562192" y="164837"/>
                  </a:lnTo>
                  <a:lnTo>
                    <a:pt x="2561121" y="164321"/>
                  </a:lnTo>
                  <a:lnTo>
                    <a:pt x="2560049" y="163806"/>
                  </a:lnTo>
                  <a:lnTo>
                    <a:pt x="2558977" y="163292"/>
                  </a:lnTo>
                  <a:lnTo>
                    <a:pt x="2557906" y="162778"/>
                  </a:lnTo>
                  <a:lnTo>
                    <a:pt x="2556834" y="162265"/>
                  </a:lnTo>
                  <a:lnTo>
                    <a:pt x="2555763" y="161753"/>
                  </a:lnTo>
                  <a:lnTo>
                    <a:pt x="2554691" y="161241"/>
                  </a:lnTo>
                  <a:lnTo>
                    <a:pt x="2553619" y="160730"/>
                  </a:lnTo>
                  <a:lnTo>
                    <a:pt x="2552548" y="160219"/>
                  </a:lnTo>
                  <a:lnTo>
                    <a:pt x="2551476" y="159710"/>
                  </a:lnTo>
                  <a:lnTo>
                    <a:pt x="2550405" y="159201"/>
                  </a:lnTo>
                  <a:lnTo>
                    <a:pt x="2549333" y="158692"/>
                  </a:lnTo>
                  <a:lnTo>
                    <a:pt x="2548261" y="158184"/>
                  </a:lnTo>
                  <a:lnTo>
                    <a:pt x="2547190" y="157677"/>
                  </a:lnTo>
                  <a:lnTo>
                    <a:pt x="2546118" y="157171"/>
                  </a:lnTo>
                  <a:lnTo>
                    <a:pt x="2545047" y="156665"/>
                  </a:lnTo>
                  <a:lnTo>
                    <a:pt x="2543975" y="156160"/>
                  </a:lnTo>
                  <a:lnTo>
                    <a:pt x="2542903" y="155655"/>
                  </a:lnTo>
                  <a:lnTo>
                    <a:pt x="2541832" y="155151"/>
                  </a:lnTo>
                  <a:lnTo>
                    <a:pt x="2540760" y="154648"/>
                  </a:lnTo>
                  <a:lnTo>
                    <a:pt x="2539689" y="154146"/>
                  </a:lnTo>
                  <a:lnTo>
                    <a:pt x="2538617" y="153644"/>
                  </a:lnTo>
                  <a:lnTo>
                    <a:pt x="2537545" y="153142"/>
                  </a:lnTo>
                  <a:lnTo>
                    <a:pt x="2536474" y="152642"/>
                  </a:lnTo>
                  <a:lnTo>
                    <a:pt x="2535402" y="152142"/>
                  </a:lnTo>
                  <a:lnTo>
                    <a:pt x="2534331" y="151643"/>
                  </a:lnTo>
                  <a:lnTo>
                    <a:pt x="2533259" y="151144"/>
                  </a:lnTo>
                  <a:lnTo>
                    <a:pt x="2532187" y="150646"/>
                  </a:lnTo>
                  <a:lnTo>
                    <a:pt x="2531116" y="150149"/>
                  </a:lnTo>
                  <a:lnTo>
                    <a:pt x="2530044" y="149653"/>
                  </a:lnTo>
                  <a:lnTo>
                    <a:pt x="2528973" y="149157"/>
                  </a:lnTo>
                  <a:lnTo>
                    <a:pt x="2527901" y="148662"/>
                  </a:lnTo>
                  <a:lnTo>
                    <a:pt x="2526829" y="148167"/>
                  </a:lnTo>
                  <a:lnTo>
                    <a:pt x="2525758" y="147673"/>
                  </a:lnTo>
                  <a:lnTo>
                    <a:pt x="2524686" y="147180"/>
                  </a:lnTo>
                  <a:lnTo>
                    <a:pt x="2523615" y="146687"/>
                  </a:lnTo>
                  <a:lnTo>
                    <a:pt x="2522543" y="146195"/>
                  </a:lnTo>
                  <a:lnTo>
                    <a:pt x="2521471" y="145704"/>
                  </a:lnTo>
                  <a:lnTo>
                    <a:pt x="2520400" y="145214"/>
                  </a:lnTo>
                  <a:lnTo>
                    <a:pt x="2519328" y="144724"/>
                  </a:lnTo>
                  <a:lnTo>
                    <a:pt x="2518257" y="144235"/>
                  </a:lnTo>
                  <a:lnTo>
                    <a:pt x="2517185" y="143746"/>
                  </a:lnTo>
                  <a:lnTo>
                    <a:pt x="2516113" y="143258"/>
                  </a:lnTo>
                  <a:lnTo>
                    <a:pt x="2515042" y="142771"/>
                  </a:lnTo>
                  <a:lnTo>
                    <a:pt x="2513970" y="142285"/>
                  </a:lnTo>
                  <a:lnTo>
                    <a:pt x="2512899" y="141799"/>
                  </a:lnTo>
                  <a:lnTo>
                    <a:pt x="2511827" y="141314"/>
                  </a:lnTo>
                  <a:lnTo>
                    <a:pt x="2510755" y="140829"/>
                  </a:lnTo>
                  <a:lnTo>
                    <a:pt x="2509684" y="140346"/>
                  </a:lnTo>
                  <a:lnTo>
                    <a:pt x="2508612" y="139862"/>
                  </a:lnTo>
                  <a:lnTo>
                    <a:pt x="2507541" y="139380"/>
                  </a:lnTo>
                  <a:lnTo>
                    <a:pt x="2506469" y="138898"/>
                  </a:lnTo>
                  <a:lnTo>
                    <a:pt x="2505397" y="138417"/>
                  </a:lnTo>
                  <a:lnTo>
                    <a:pt x="2504326" y="137937"/>
                  </a:lnTo>
                  <a:lnTo>
                    <a:pt x="2503254" y="137457"/>
                  </a:lnTo>
                  <a:lnTo>
                    <a:pt x="2502183" y="136978"/>
                  </a:lnTo>
                  <a:lnTo>
                    <a:pt x="2501111" y="136500"/>
                  </a:lnTo>
                  <a:lnTo>
                    <a:pt x="2500039" y="136022"/>
                  </a:lnTo>
                  <a:lnTo>
                    <a:pt x="2498968" y="135545"/>
                  </a:lnTo>
                  <a:lnTo>
                    <a:pt x="2497896" y="135069"/>
                  </a:lnTo>
                  <a:lnTo>
                    <a:pt x="2496825" y="134593"/>
                  </a:lnTo>
                  <a:lnTo>
                    <a:pt x="2495753" y="134118"/>
                  </a:lnTo>
                  <a:lnTo>
                    <a:pt x="2494681" y="133644"/>
                  </a:lnTo>
                  <a:lnTo>
                    <a:pt x="2493610" y="133170"/>
                  </a:lnTo>
                  <a:lnTo>
                    <a:pt x="2492538" y="132697"/>
                  </a:lnTo>
                  <a:lnTo>
                    <a:pt x="2491467" y="132225"/>
                  </a:lnTo>
                  <a:lnTo>
                    <a:pt x="2490395" y="131754"/>
                  </a:lnTo>
                  <a:lnTo>
                    <a:pt x="2489323" y="131283"/>
                  </a:lnTo>
                  <a:lnTo>
                    <a:pt x="2488252" y="130813"/>
                  </a:lnTo>
                  <a:lnTo>
                    <a:pt x="2487180" y="130343"/>
                  </a:lnTo>
                  <a:lnTo>
                    <a:pt x="2486109" y="129874"/>
                  </a:lnTo>
                  <a:lnTo>
                    <a:pt x="2485037" y="129406"/>
                  </a:lnTo>
                  <a:lnTo>
                    <a:pt x="2483966" y="128939"/>
                  </a:lnTo>
                  <a:lnTo>
                    <a:pt x="2482894" y="128472"/>
                  </a:lnTo>
                  <a:lnTo>
                    <a:pt x="2481822" y="128006"/>
                  </a:lnTo>
                  <a:lnTo>
                    <a:pt x="2480751" y="127541"/>
                  </a:lnTo>
                  <a:lnTo>
                    <a:pt x="2479679" y="127076"/>
                  </a:lnTo>
                  <a:lnTo>
                    <a:pt x="2478608" y="126612"/>
                  </a:lnTo>
                  <a:lnTo>
                    <a:pt x="2477536" y="126149"/>
                  </a:lnTo>
                  <a:lnTo>
                    <a:pt x="2476464" y="125687"/>
                  </a:lnTo>
                  <a:lnTo>
                    <a:pt x="2475393" y="125225"/>
                  </a:lnTo>
                  <a:lnTo>
                    <a:pt x="2474321" y="124764"/>
                  </a:lnTo>
                  <a:lnTo>
                    <a:pt x="2473250" y="124303"/>
                  </a:lnTo>
                  <a:lnTo>
                    <a:pt x="2472178" y="123843"/>
                  </a:lnTo>
                  <a:lnTo>
                    <a:pt x="2471106" y="123384"/>
                  </a:lnTo>
                  <a:lnTo>
                    <a:pt x="2470035" y="122926"/>
                  </a:lnTo>
                  <a:lnTo>
                    <a:pt x="2468963" y="122468"/>
                  </a:lnTo>
                  <a:lnTo>
                    <a:pt x="2467892" y="122011"/>
                  </a:lnTo>
                  <a:lnTo>
                    <a:pt x="2466820" y="121555"/>
                  </a:lnTo>
                  <a:lnTo>
                    <a:pt x="2465748" y="121099"/>
                  </a:lnTo>
                  <a:lnTo>
                    <a:pt x="2464677" y="120645"/>
                  </a:lnTo>
                  <a:lnTo>
                    <a:pt x="2463605" y="120190"/>
                  </a:lnTo>
                  <a:lnTo>
                    <a:pt x="2462534" y="119737"/>
                  </a:lnTo>
                  <a:lnTo>
                    <a:pt x="2461462" y="119284"/>
                  </a:lnTo>
                  <a:lnTo>
                    <a:pt x="2460390" y="118832"/>
                  </a:lnTo>
                  <a:lnTo>
                    <a:pt x="2459319" y="118381"/>
                  </a:lnTo>
                  <a:lnTo>
                    <a:pt x="2458247" y="117930"/>
                  </a:lnTo>
                  <a:lnTo>
                    <a:pt x="2457176" y="117480"/>
                  </a:lnTo>
                  <a:lnTo>
                    <a:pt x="2456104" y="117031"/>
                  </a:lnTo>
                  <a:lnTo>
                    <a:pt x="2455032" y="116582"/>
                  </a:lnTo>
                  <a:lnTo>
                    <a:pt x="2453961" y="116134"/>
                  </a:lnTo>
                  <a:lnTo>
                    <a:pt x="2452889" y="115687"/>
                  </a:lnTo>
                  <a:lnTo>
                    <a:pt x="2451818" y="115241"/>
                  </a:lnTo>
                  <a:lnTo>
                    <a:pt x="2450746" y="114795"/>
                  </a:lnTo>
                  <a:lnTo>
                    <a:pt x="2449674" y="114350"/>
                  </a:lnTo>
                  <a:lnTo>
                    <a:pt x="2448603" y="113906"/>
                  </a:lnTo>
                  <a:lnTo>
                    <a:pt x="2447531" y="113462"/>
                  </a:lnTo>
                  <a:lnTo>
                    <a:pt x="2446460" y="113019"/>
                  </a:lnTo>
                  <a:lnTo>
                    <a:pt x="2445388" y="112577"/>
                  </a:lnTo>
                  <a:lnTo>
                    <a:pt x="2444316" y="112136"/>
                  </a:lnTo>
                  <a:lnTo>
                    <a:pt x="2443245" y="111695"/>
                  </a:lnTo>
                  <a:lnTo>
                    <a:pt x="2442173" y="111255"/>
                  </a:lnTo>
                  <a:lnTo>
                    <a:pt x="2441102" y="110815"/>
                  </a:lnTo>
                  <a:lnTo>
                    <a:pt x="2440030" y="110377"/>
                  </a:lnTo>
                  <a:lnTo>
                    <a:pt x="2438958" y="109939"/>
                  </a:lnTo>
                  <a:lnTo>
                    <a:pt x="2437887" y="109502"/>
                  </a:lnTo>
                  <a:lnTo>
                    <a:pt x="2436815" y="109065"/>
                  </a:lnTo>
                  <a:lnTo>
                    <a:pt x="2435744" y="108629"/>
                  </a:lnTo>
                  <a:lnTo>
                    <a:pt x="2434672" y="108194"/>
                  </a:lnTo>
                  <a:lnTo>
                    <a:pt x="2433600" y="107760"/>
                  </a:lnTo>
                  <a:lnTo>
                    <a:pt x="2432529" y="107326"/>
                  </a:lnTo>
                  <a:lnTo>
                    <a:pt x="2431457" y="106893"/>
                  </a:lnTo>
                  <a:lnTo>
                    <a:pt x="2430386" y="106461"/>
                  </a:lnTo>
                  <a:lnTo>
                    <a:pt x="2429314" y="106030"/>
                  </a:lnTo>
                  <a:lnTo>
                    <a:pt x="2428242" y="105599"/>
                  </a:lnTo>
                  <a:lnTo>
                    <a:pt x="2427171" y="105169"/>
                  </a:lnTo>
                  <a:lnTo>
                    <a:pt x="2426099" y="104740"/>
                  </a:lnTo>
                  <a:lnTo>
                    <a:pt x="2425028" y="104311"/>
                  </a:lnTo>
                  <a:lnTo>
                    <a:pt x="2423956" y="103883"/>
                  </a:lnTo>
                  <a:lnTo>
                    <a:pt x="2422884" y="103456"/>
                  </a:lnTo>
                  <a:lnTo>
                    <a:pt x="2421813" y="103030"/>
                  </a:lnTo>
                  <a:lnTo>
                    <a:pt x="2420741" y="102604"/>
                  </a:lnTo>
                  <a:lnTo>
                    <a:pt x="2419670" y="102179"/>
                  </a:lnTo>
                  <a:lnTo>
                    <a:pt x="2418598" y="101755"/>
                  </a:lnTo>
                  <a:lnTo>
                    <a:pt x="2417526" y="101331"/>
                  </a:lnTo>
                  <a:lnTo>
                    <a:pt x="2416455" y="100909"/>
                  </a:lnTo>
                  <a:lnTo>
                    <a:pt x="2415383" y="100487"/>
                  </a:lnTo>
                  <a:lnTo>
                    <a:pt x="2414312" y="100065"/>
                  </a:lnTo>
                  <a:lnTo>
                    <a:pt x="2413240" y="99645"/>
                  </a:lnTo>
                  <a:lnTo>
                    <a:pt x="2412168" y="99225"/>
                  </a:lnTo>
                  <a:lnTo>
                    <a:pt x="2411097" y="98806"/>
                  </a:lnTo>
                  <a:lnTo>
                    <a:pt x="2410025" y="98387"/>
                  </a:lnTo>
                  <a:lnTo>
                    <a:pt x="2408954" y="97970"/>
                  </a:lnTo>
                  <a:lnTo>
                    <a:pt x="2407882" y="97553"/>
                  </a:lnTo>
                  <a:lnTo>
                    <a:pt x="2406810" y="97136"/>
                  </a:lnTo>
                  <a:lnTo>
                    <a:pt x="2405739" y="96721"/>
                  </a:lnTo>
                  <a:lnTo>
                    <a:pt x="2404667" y="96306"/>
                  </a:lnTo>
                  <a:lnTo>
                    <a:pt x="2403596" y="95892"/>
                  </a:lnTo>
                  <a:lnTo>
                    <a:pt x="2402524" y="95479"/>
                  </a:lnTo>
                  <a:lnTo>
                    <a:pt x="2401452" y="95066"/>
                  </a:lnTo>
                  <a:lnTo>
                    <a:pt x="2400381" y="94655"/>
                  </a:lnTo>
                  <a:lnTo>
                    <a:pt x="2399309" y="94244"/>
                  </a:lnTo>
                  <a:lnTo>
                    <a:pt x="2398238" y="93833"/>
                  </a:lnTo>
                  <a:lnTo>
                    <a:pt x="2397166" y="93424"/>
                  </a:lnTo>
                  <a:lnTo>
                    <a:pt x="2396094" y="93015"/>
                  </a:lnTo>
                  <a:lnTo>
                    <a:pt x="2395023" y="92607"/>
                  </a:lnTo>
                  <a:lnTo>
                    <a:pt x="2393951" y="92199"/>
                  </a:lnTo>
                  <a:lnTo>
                    <a:pt x="2392880" y="91793"/>
                  </a:lnTo>
                  <a:lnTo>
                    <a:pt x="2391808" y="91387"/>
                  </a:lnTo>
                  <a:lnTo>
                    <a:pt x="2390736" y="90982"/>
                  </a:lnTo>
                  <a:lnTo>
                    <a:pt x="2389665" y="90577"/>
                  </a:lnTo>
                  <a:lnTo>
                    <a:pt x="2388593" y="90174"/>
                  </a:lnTo>
                  <a:lnTo>
                    <a:pt x="2387522" y="89771"/>
                  </a:lnTo>
                  <a:lnTo>
                    <a:pt x="2386450" y="89369"/>
                  </a:lnTo>
                  <a:lnTo>
                    <a:pt x="2385378" y="88967"/>
                  </a:lnTo>
                  <a:lnTo>
                    <a:pt x="2384307" y="88567"/>
                  </a:lnTo>
                  <a:lnTo>
                    <a:pt x="2383235" y="88167"/>
                  </a:lnTo>
                  <a:lnTo>
                    <a:pt x="2382164" y="87768"/>
                  </a:lnTo>
                  <a:lnTo>
                    <a:pt x="2381092" y="87369"/>
                  </a:lnTo>
                  <a:lnTo>
                    <a:pt x="2380020" y="86971"/>
                  </a:lnTo>
                  <a:lnTo>
                    <a:pt x="2378949" y="86575"/>
                  </a:lnTo>
                  <a:lnTo>
                    <a:pt x="2377877" y="86178"/>
                  </a:lnTo>
                  <a:lnTo>
                    <a:pt x="2376806" y="85783"/>
                  </a:lnTo>
                  <a:lnTo>
                    <a:pt x="2375734" y="85388"/>
                  </a:lnTo>
                  <a:lnTo>
                    <a:pt x="2374662" y="84994"/>
                  </a:lnTo>
                  <a:lnTo>
                    <a:pt x="2373591" y="84601"/>
                  </a:lnTo>
                  <a:lnTo>
                    <a:pt x="2372519" y="84209"/>
                  </a:lnTo>
                  <a:lnTo>
                    <a:pt x="2371448" y="83817"/>
                  </a:lnTo>
                  <a:lnTo>
                    <a:pt x="2370376" y="83426"/>
                  </a:lnTo>
                  <a:lnTo>
                    <a:pt x="2369304" y="83036"/>
                  </a:lnTo>
                  <a:lnTo>
                    <a:pt x="2368233" y="82647"/>
                  </a:lnTo>
                  <a:lnTo>
                    <a:pt x="2367161" y="82258"/>
                  </a:lnTo>
                  <a:lnTo>
                    <a:pt x="2366090" y="81870"/>
                  </a:lnTo>
                  <a:lnTo>
                    <a:pt x="2365018" y="81483"/>
                  </a:lnTo>
                  <a:lnTo>
                    <a:pt x="2363946" y="81097"/>
                  </a:lnTo>
                  <a:lnTo>
                    <a:pt x="2362875" y="80711"/>
                  </a:lnTo>
                  <a:lnTo>
                    <a:pt x="2361803" y="80327"/>
                  </a:lnTo>
                  <a:lnTo>
                    <a:pt x="2360732" y="79943"/>
                  </a:lnTo>
                  <a:lnTo>
                    <a:pt x="2359660" y="79559"/>
                  </a:lnTo>
                  <a:lnTo>
                    <a:pt x="2358588" y="79177"/>
                  </a:lnTo>
                  <a:lnTo>
                    <a:pt x="2357517" y="78795"/>
                  </a:lnTo>
                  <a:lnTo>
                    <a:pt x="2356445" y="78414"/>
                  </a:lnTo>
                  <a:lnTo>
                    <a:pt x="2355374" y="78034"/>
                  </a:lnTo>
                  <a:lnTo>
                    <a:pt x="2354302" y="77655"/>
                  </a:lnTo>
                  <a:lnTo>
                    <a:pt x="2353230" y="77276"/>
                  </a:lnTo>
                  <a:lnTo>
                    <a:pt x="2352159" y="76898"/>
                  </a:lnTo>
                  <a:lnTo>
                    <a:pt x="2351087" y="76521"/>
                  </a:lnTo>
                  <a:lnTo>
                    <a:pt x="2350016" y="76145"/>
                  </a:lnTo>
                  <a:lnTo>
                    <a:pt x="2348944" y="75769"/>
                  </a:lnTo>
                  <a:lnTo>
                    <a:pt x="2347872" y="75394"/>
                  </a:lnTo>
                  <a:lnTo>
                    <a:pt x="2346801" y="75020"/>
                  </a:lnTo>
                  <a:lnTo>
                    <a:pt x="2345729" y="74647"/>
                  </a:lnTo>
                  <a:lnTo>
                    <a:pt x="2344658" y="74274"/>
                  </a:lnTo>
                  <a:lnTo>
                    <a:pt x="2343586" y="73903"/>
                  </a:lnTo>
                  <a:lnTo>
                    <a:pt x="2342514" y="73532"/>
                  </a:lnTo>
                  <a:lnTo>
                    <a:pt x="2341443" y="73162"/>
                  </a:lnTo>
                  <a:lnTo>
                    <a:pt x="2340371" y="72792"/>
                  </a:lnTo>
                  <a:lnTo>
                    <a:pt x="2339300" y="72424"/>
                  </a:lnTo>
                  <a:lnTo>
                    <a:pt x="2338228" y="72056"/>
                  </a:lnTo>
                  <a:lnTo>
                    <a:pt x="2337156" y="71689"/>
                  </a:lnTo>
                  <a:lnTo>
                    <a:pt x="2336085" y="71323"/>
                  </a:lnTo>
                  <a:lnTo>
                    <a:pt x="2335013" y="70957"/>
                  </a:lnTo>
                  <a:lnTo>
                    <a:pt x="2333942" y="70592"/>
                  </a:lnTo>
                  <a:lnTo>
                    <a:pt x="2332870" y="70228"/>
                  </a:lnTo>
                  <a:lnTo>
                    <a:pt x="2331798" y="69865"/>
                  </a:lnTo>
                  <a:lnTo>
                    <a:pt x="2330727" y="69503"/>
                  </a:lnTo>
                  <a:lnTo>
                    <a:pt x="2329655" y="69142"/>
                  </a:lnTo>
                  <a:lnTo>
                    <a:pt x="2328584" y="68781"/>
                  </a:lnTo>
                  <a:lnTo>
                    <a:pt x="2327512" y="68421"/>
                  </a:lnTo>
                  <a:lnTo>
                    <a:pt x="2326440" y="68062"/>
                  </a:lnTo>
                  <a:lnTo>
                    <a:pt x="2325369" y="67703"/>
                  </a:lnTo>
                  <a:lnTo>
                    <a:pt x="2324297" y="67346"/>
                  </a:lnTo>
                  <a:lnTo>
                    <a:pt x="2323226" y="66989"/>
                  </a:lnTo>
                  <a:lnTo>
                    <a:pt x="2322154" y="66633"/>
                  </a:lnTo>
                  <a:lnTo>
                    <a:pt x="2321082" y="66278"/>
                  </a:lnTo>
                  <a:lnTo>
                    <a:pt x="2320011" y="65923"/>
                  </a:lnTo>
                  <a:lnTo>
                    <a:pt x="2318939" y="65570"/>
                  </a:lnTo>
                  <a:lnTo>
                    <a:pt x="2317868" y="65217"/>
                  </a:lnTo>
                  <a:lnTo>
                    <a:pt x="2316796" y="64865"/>
                  </a:lnTo>
                  <a:lnTo>
                    <a:pt x="2315724" y="64514"/>
                  </a:lnTo>
                  <a:lnTo>
                    <a:pt x="2314653" y="64163"/>
                  </a:lnTo>
                  <a:lnTo>
                    <a:pt x="2313581" y="63813"/>
                  </a:lnTo>
                  <a:lnTo>
                    <a:pt x="2312510" y="63465"/>
                  </a:lnTo>
                  <a:lnTo>
                    <a:pt x="2311438" y="63117"/>
                  </a:lnTo>
                  <a:lnTo>
                    <a:pt x="2310366" y="62769"/>
                  </a:lnTo>
                  <a:lnTo>
                    <a:pt x="2309295" y="62423"/>
                  </a:lnTo>
                  <a:lnTo>
                    <a:pt x="2308223" y="62077"/>
                  </a:lnTo>
                  <a:lnTo>
                    <a:pt x="2307152" y="61733"/>
                  </a:lnTo>
                  <a:lnTo>
                    <a:pt x="2306080" y="61389"/>
                  </a:lnTo>
                  <a:lnTo>
                    <a:pt x="2305009" y="61045"/>
                  </a:lnTo>
                  <a:lnTo>
                    <a:pt x="2303937" y="60703"/>
                  </a:lnTo>
                  <a:lnTo>
                    <a:pt x="2302865" y="60361"/>
                  </a:lnTo>
                  <a:lnTo>
                    <a:pt x="2301794" y="60021"/>
                  </a:lnTo>
                  <a:lnTo>
                    <a:pt x="2300722" y="59681"/>
                  </a:lnTo>
                  <a:lnTo>
                    <a:pt x="2299651" y="59342"/>
                  </a:lnTo>
                  <a:lnTo>
                    <a:pt x="2298579" y="59003"/>
                  </a:lnTo>
                  <a:lnTo>
                    <a:pt x="2297507" y="58666"/>
                  </a:lnTo>
                  <a:lnTo>
                    <a:pt x="2296436" y="58329"/>
                  </a:lnTo>
                  <a:lnTo>
                    <a:pt x="2295364" y="57993"/>
                  </a:lnTo>
                  <a:lnTo>
                    <a:pt x="2294293" y="57658"/>
                  </a:lnTo>
                  <a:lnTo>
                    <a:pt x="2293221" y="57324"/>
                  </a:lnTo>
                  <a:lnTo>
                    <a:pt x="2292149" y="56990"/>
                  </a:lnTo>
                  <a:lnTo>
                    <a:pt x="2291078" y="56658"/>
                  </a:lnTo>
                  <a:lnTo>
                    <a:pt x="2290006" y="56326"/>
                  </a:lnTo>
                  <a:lnTo>
                    <a:pt x="2288935" y="55995"/>
                  </a:lnTo>
                  <a:lnTo>
                    <a:pt x="2287863" y="55665"/>
                  </a:lnTo>
                  <a:lnTo>
                    <a:pt x="2286791" y="55335"/>
                  </a:lnTo>
                  <a:lnTo>
                    <a:pt x="2285720" y="55007"/>
                  </a:lnTo>
                  <a:lnTo>
                    <a:pt x="2284648" y="54679"/>
                  </a:lnTo>
                  <a:lnTo>
                    <a:pt x="2283577" y="54352"/>
                  </a:lnTo>
                  <a:lnTo>
                    <a:pt x="2282505" y="54026"/>
                  </a:lnTo>
                  <a:lnTo>
                    <a:pt x="2281433" y="53701"/>
                  </a:lnTo>
                  <a:lnTo>
                    <a:pt x="2280362" y="53377"/>
                  </a:lnTo>
                  <a:lnTo>
                    <a:pt x="2279290" y="53053"/>
                  </a:lnTo>
                  <a:lnTo>
                    <a:pt x="2278219" y="52731"/>
                  </a:lnTo>
                  <a:lnTo>
                    <a:pt x="2277147" y="52409"/>
                  </a:lnTo>
                  <a:lnTo>
                    <a:pt x="2276075" y="52088"/>
                  </a:lnTo>
                  <a:lnTo>
                    <a:pt x="2275004" y="51768"/>
                  </a:lnTo>
                  <a:lnTo>
                    <a:pt x="2273932" y="51448"/>
                  </a:lnTo>
                  <a:lnTo>
                    <a:pt x="2272861" y="51130"/>
                  </a:lnTo>
                  <a:lnTo>
                    <a:pt x="2271789" y="50812"/>
                  </a:lnTo>
                  <a:lnTo>
                    <a:pt x="2270717" y="50495"/>
                  </a:lnTo>
                  <a:lnTo>
                    <a:pt x="2269646" y="50179"/>
                  </a:lnTo>
                  <a:lnTo>
                    <a:pt x="2268574" y="49864"/>
                  </a:lnTo>
                  <a:lnTo>
                    <a:pt x="2267503" y="49550"/>
                  </a:lnTo>
                  <a:lnTo>
                    <a:pt x="2266431" y="49236"/>
                  </a:lnTo>
                  <a:lnTo>
                    <a:pt x="2265359" y="48924"/>
                  </a:lnTo>
                  <a:lnTo>
                    <a:pt x="2264288" y="48612"/>
                  </a:lnTo>
                  <a:lnTo>
                    <a:pt x="2263216" y="48301"/>
                  </a:lnTo>
                  <a:lnTo>
                    <a:pt x="2262145" y="47991"/>
                  </a:lnTo>
                  <a:lnTo>
                    <a:pt x="2261073" y="47682"/>
                  </a:lnTo>
                  <a:lnTo>
                    <a:pt x="2260001" y="47373"/>
                  </a:lnTo>
                  <a:lnTo>
                    <a:pt x="2258930" y="47066"/>
                  </a:lnTo>
                  <a:lnTo>
                    <a:pt x="2257858" y="46759"/>
                  </a:lnTo>
                  <a:lnTo>
                    <a:pt x="2256787" y="46453"/>
                  </a:lnTo>
                  <a:lnTo>
                    <a:pt x="2255715" y="46148"/>
                  </a:lnTo>
                  <a:lnTo>
                    <a:pt x="2254643" y="45844"/>
                  </a:lnTo>
                  <a:lnTo>
                    <a:pt x="2253572" y="45541"/>
                  </a:lnTo>
                  <a:lnTo>
                    <a:pt x="2252500" y="45238"/>
                  </a:lnTo>
                  <a:lnTo>
                    <a:pt x="2251429" y="44937"/>
                  </a:lnTo>
                  <a:lnTo>
                    <a:pt x="2250357" y="44636"/>
                  </a:lnTo>
                  <a:lnTo>
                    <a:pt x="2249285" y="44336"/>
                  </a:lnTo>
                  <a:lnTo>
                    <a:pt x="2248214" y="44037"/>
                  </a:lnTo>
                  <a:lnTo>
                    <a:pt x="2247142" y="43739"/>
                  </a:lnTo>
                  <a:lnTo>
                    <a:pt x="2246071" y="43442"/>
                  </a:lnTo>
                  <a:lnTo>
                    <a:pt x="2244999" y="43146"/>
                  </a:lnTo>
                  <a:lnTo>
                    <a:pt x="2243927" y="42850"/>
                  </a:lnTo>
                  <a:lnTo>
                    <a:pt x="2242856" y="42556"/>
                  </a:lnTo>
                  <a:lnTo>
                    <a:pt x="2241784" y="42262"/>
                  </a:lnTo>
                  <a:lnTo>
                    <a:pt x="2240713" y="41969"/>
                  </a:lnTo>
                  <a:lnTo>
                    <a:pt x="2239641" y="41677"/>
                  </a:lnTo>
                  <a:lnTo>
                    <a:pt x="2238569" y="41386"/>
                  </a:lnTo>
                  <a:lnTo>
                    <a:pt x="2237498" y="41096"/>
                  </a:lnTo>
                  <a:lnTo>
                    <a:pt x="2236426" y="40806"/>
                  </a:lnTo>
                  <a:lnTo>
                    <a:pt x="2235355" y="40518"/>
                  </a:lnTo>
                  <a:lnTo>
                    <a:pt x="2234283" y="40230"/>
                  </a:lnTo>
                  <a:lnTo>
                    <a:pt x="2233211" y="39943"/>
                  </a:lnTo>
                  <a:lnTo>
                    <a:pt x="2232140" y="39657"/>
                  </a:lnTo>
                  <a:lnTo>
                    <a:pt x="2231068" y="39372"/>
                  </a:lnTo>
                  <a:lnTo>
                    <a:pt x="2229997" y="39088"/>
                  </a:lnTo>
                  <a:lnTo>
                    <a:pt x="2228925" y="38805"/>
                  </a:lnTo>
                  <a:lnTo>
                    <a:pt x="2227853" y="38523"/>
                  </a:lnTo>
                  <a:lnTo>
                    <a:pt x="2226782" y="38241"/>
                  </a:lnTo>
                  <a:lnTo>
                    <a:pt x="2225710" y="37961"/>
                  </a:lnTo>
                  <a:lnTo>
                    <a:pt x="2224639" y="37681"/>
                  </a:lnTo>
                  <a:lnTo>
                    <a:pt x="2223567" y="37402"/>
                  </a:lnTo>
                  <a:lnTo>
                    <a:pt x="2222495" y="37125"/>
                  </a:lnTo>
                  <a:lnTo>
                    <a:pt x="2221424" y="36848"/>
                  </a:lnTo>
                  <a:lnTo>
                    <a:pt x="2220352" y="36571"/>
                  </a:lnTo>
                  <a:lnTo>
                    <a:pt x="2219281" y="36296"/>
                  </a:lnTo>
                  <a:lnTo>
                    <a:pt x="2218209" y="36022"/>
                  </a:lnTo>
                  <a:lnTo>
                    <a:pt x="2217137" y="35749"/>
                  </a:lnTo>
                  <a:lnTo>
                    <a:pt x="2216066" y="35476"/>
                  </a:lnTo>
                  <a:lnTo>
                    <a:pt x="2214994" y="35205"/>
                  </a:lnTo>
                  <a:lnTo>
                    <a:pt x="2213923" y="34934"/>
                  </a:lnTo>
                  <a:lnTo>
                    <a:pt x="2212851" y="34664"/>
                  </a:lnTo>
                  <a:lnTo>
                    <a:pt x="2211779" y="34395"/>
                  </a:lnTo>
                  <a:lnTo>
                    <a:pt x="2210708" y="34127"/>
                  </a:lnTo>
                  <a:lnTo>
                    <a:pt x="2209636" y="33860"/>
                  </a:lnTo>
                  <a:lnTo>
                    <a:pt x="2208565" y="33594"/>
                  </a:lnTo>
                  <a:lnTo>
                    <a:pt x="2207493" y="33329"/>
                  </a:lnTo>
                  <a:lnTo>
                    <a:pt x="2206421" y="33065"/>
                  </a:lnTo>
                  <a:lnTo>
                    <a:pt x="2205350" y="32801"/>
                  </a:lnTo>
                  <a:lnTo>
                    <a:pt x="2204278" y="32539"/>
                  </a:lnTo>
                  <a:lnTo>
                    <a:pt x="2203207" y="32277"/>
                  </a:lnTo>
                  <a:lnTo>
                    <a:pt x="2202135" y="32017"/>
                  </a:lnTo>
                  <a:lnTo>
                    <a:pt x="2201063" y="31757"/>
                  </a:lnTo>
                  <a:lnTo>
                    <a:pt x="2199992" y="31498"/>
                  </a:lnTo>
                  <a:lnTo>
                    <a:pt x="2198920" y="31240"/>
                  </a:lnTo>
                  <a:lnTo>
                    <a:pt x="2197849" y="30983"/>
                  </a:lnTo>
                  <a:lnTo>
                    <a:pt x="2196777" y="30727"/>
                  </a:lnTo>
                  <a:lnTo>
                    <a:pt x="2195705" y="30472"/>
                  </a:lnTo>
                  <a:lnTo>
                    <a:pt x="2194634" y="30218"/>
                  </a:lnTo>
                  <a:lnTo>
                    <a:pt x="2193562" y="29965"/>
                  </a:lnTo>
                  <a:lnTo>
                    <a:pt x="2192491" y="29713"/>
                  </a:lnTo>
                  <a:lnTo>
                    <a:pt x="2191419" y="29461"/>
                  </a:lnTo>
                  <a:lnTo>
                    <a:pt x="2190347" y="29211"/>
                  </a:lnTo>
                  <a:lnTo>
                    <a:pt x="2189276" y="28961"/>
                  </a:lnTo>
                  <a:lnTo>
                    <a:pt x="2188204" y="28713"/>
                  </a:lnTo>
                  <a:lnTo>
                    <a:pt x="2187133" y="28465"/>
                  </a:lnTo>
                  <a:lnTo>
                    <a:pt x="2186061" y="28219"/>
                  </a:lnTo>
                  <a:lnTo>
                    <a:pt x="2184989" y="27973"/>
                  </a:lnTo>
                  <a:lnTo>
                    <a:pt x="2183918" y="27728"/>
                  </a:lnTo>
                  <a:lnTo>
                    <a:pt x="2182846" y="27484"/>
                  </a:lnTo>
                  <a:lnTo>
                    <a:pt x="2181775" y="27242"/>
                  </a:lnTo>
                  <a:lnTo>
                    <a:pt x="2180703" y="27000"/>
                  </a:lnTo>
                  <a:lnTo>
                    <a:pt x="2179631" y="26759"/>
                  </a:lnTo>
                  <a:lnTo>
                    <a:pt x="2178560" y="26519"/>
                  </a:lnTo>
                  <a:lnTo>
                    <a:pt x="2177488" y="26280"/>
                  </a:lnTo>
                  <a:lnTo>
                    <a:pt x="2176417" y="26042"/>
                  </a:lnTo>
                  <a:lnTo>
                    <a:pt x="2175345" y="25805"/>
                  </a:lnTo>
                  <a:lnTo>
                    <a:pt x="2174273" y="25569"/>
                  </a:lnTo>
                  <a:lnTo>
                    <a:pt x="2173202" y="25333"/>
                  </a:lnTo>
                  <a:lnTo>
                    <a:pt x="2172130" y="25099"/>
                  </a:lnTo>
                  <a:lnTo>
                    <a:pt x="2171059" y="24866"/>
                  </a:lnTo>
                  <a:lnTo>
                    <a:pt x="2169987" y="24634"/>
                  </a:lnTo>
                  <a:lnTo>
                    <a:pt x="2168915" y="24402"/>
                  </a:lnTo>
                  <a:lnTo>
                    <a:pt x="2167844" y="24172"/>
                  </a:lnTo>
                  <a:lnTo>
                    <a:pt x="2166772" y="23943"/>
                  </a:lnTo>
                  <a:lnTo>
                    <a:pt x="2165701" y="23714"/>
                  </a:lnTo>
                  <a:lnTo>
                    <a:pt x="2164629" y="23487"/>
                  </a:lnTo>
                  <a:lnTo>
                    <a:pt x="2163557" y="23261"/>
                  </a:lnTo>
                  <a:lnTo>
                    <a:pt x="2162486" y="23035"/>
                  </a:lnTo>
                  <a:lnTo>
                    <a:pt x="2161414" y="22811"/>
                  </a:lnTo>
                  <a:lnTo>
                    <a:pt x="2160343" y="22587"/>
                  </a:lnTo>
                  <a:lnTo>
                    <a:pt x="2159271" y="22365"/>
                  </a:lnTo>
                  <a:lnTo>
                    <a:pt x="2158199" y="22144"/>
                  </a:lnTo>
                  <a:lnTo>
                    <a:pt x="2157128" y="21923"/>
                  </a:lnTo>
                  <a:lnTo>
                    <a:pt x="2156056" y="21704"/>
                  </a:lnTo>
                  <a:lnTo>
                    <a:pt x="2154985" y="21485"/>
                  </a:lnTo>
                  <a:lnTo>
                    <a:pt x="2153913" y="21268"/>
                  </a:lnTo>
                  <a:lnTo>
                    <a:pt x="2152841" y="21051"/>
                  </a:lnTo>
                  <a:lnTo>
                    <a:pt x="2151770" y="20836"/>
                  </a:lnTo>
                  <a:lnTo>
                    <a:pt x="2150698" y="20621"/>
                  </a:lnTo>
                  <a:lnTo>
                    <a:pt x="2149627" y="20408"/>
                  </a:lnTo>
                  <a:lnTo>
                    <a:pt x="2148555" y="20196"/>
                  </a:lnTo>
                  <a:lnTo>
                    <a:pt x="2147483" y="19984"/>
                  </a:lnTo>
                  <a:lnTo>
                    <a:pt x="2146412" y="19774"/>
                  </a:lnTo>
                  <a:lnTo>
                    <a:pt x="2145340" y="19564"/>
                  </a:lnTo>
                  <a:lnTo>
                    <a:pt x="2144269" y="19356"/>
                  </a:lnTo>
                  <a:lnTo>
                    <a:pt x="2143197" y="19149"/>
                  </a:lnTo>
                  <a:lnTo>
                    <a:pt x="2142125" y="18942"/>
                  </a:lnTo>
                  <a:lnTo>
                    <a:pt x="2141054" y="18737"/>
                  </a:lnTo>
                  <a:lnTo>
                    <a:pt x="2139982" y="18533"/>
                  </a:lnTo>
                  <a:lnTo>
                    <a:pt x="2138911" y="18330"/>
                  </a:lnTo>
                  <a:lnTo>
                    <a:pt x="2137839" y="18128"/>
                  </a:lnTo>
                  <a:lnTo>
                    <a:pt x="2136767" y="17927"/>
                  </a:lnTo>
                  <a:lnTo>
                    <a:pt x="2135696" y="17726"/>
                  </a:lnTo>
                  <a:lnTo>
                    <a:pt x="2134624" y="17527"/>
                  </a:lnTo>
                  <a:lnTo>
                    <a:pt x="2133553" y="17329"/>
                  </a:lnTo>
                  <a:lnTo>
                    <a:pt x="2132481" y="17132"/>
                  </a:lnTo>
                  <a:lnTo>
                    <a:pt x="2131409" y="16936"/>
                  </a:lnTo>
                  <a:lnTo>
                    <a:pt x="2130338" y="16742"/>
                  </a:lnTo>
                  <a:lnTo>
                    <a:pt x="2129266" y="16548"/>
                  </a:lnTo>
                  <a:lnTo>
                    <a:pt x="2128195" y="16355"/>
                  </a:lnTo>
                  <a:lnTo>
                    <a:pt x="2127123" y="16163"/>
                  </a:lnTo>
                  <a:lnTo>
                    <a:pt x="2126052" y="15973"/>
                  </a:lnTo>
                  <a:lnTo>
                    <a:pt x="2124980" y="15783"/>
                  </a:lnTo>
                  <a:lnTo>
                    <a:pt x="2123908" y="15594"/>
                  </a:lnTo>
                  <a:lnTo>
                    <a:pt x="2122837" y="15407"/>
                  </a:lnTo>
                  <a:lnTo>
                    <a:pt x="2121765" y="15220"/>
                  </a:lnTo>
                  <a:lnTo>
                    <a:pt x="2120694" y="15035"/>
                  </a:lnTo>
                  <a:lnTo>
                    <a:pt x="2119622" y="14851"/>
                  </a:lnTo>
                  <a:lnTo>
                    <a:pt x="2118550" y="14667"/>
                  </a:lnTo>
                  <a:lnTo>
                    <a:pt x="2117479" y="14485"/>
                  </a:lnTo>
                  <a:lnTo>
                    <a:pt x="2116407" y="14304"/>
                  </a:lnTo>
                  <a:lnTo>
                    <a:pt x="2115336" y="14124"/>
                  </a:lnTo>
                  <a:lnTo>
                    <a:pt x="2114264" y="13945"/>
                  </a:lnTo>
                  <a:lnTo>
                    <a:pt x="2113192" y="13767"/>
                  </a:lnTo>
                  <a:lnTo>
                    <a:pt x="2112121" y="13590"/>
                  </a:lnTo>
                  <a:lnTo>
                    <a:pt x="2111049" y="13414"/>
                  </a:lnTo>
                  <a:lnTo>
                    <a:pt x="2109978" y="13239"/>
                  </a:lnTo>
                  <a:lnTo>
                    <a:pt x="2108906" y="13066"/>
                  </a:lnTo>
                  <a:lnTo>
                    <a:pt x="2107834" y="12893"/>
                  </a:lnTo>
                  <a:lnTo>
                    <a:pt x="2106763" y="12721"/>
                  </a:lnTo>
                  <a:lnTo>
                    <a:pt x="2105691" y="12551"/>
                  </a:lnTo>
                  <a:lnTo>
                    <a:pt x="2104620" y="12382"/>
                  </a:lnTo>
                  <a:lnTo>
                    <a:pt x="2103548" y="12213"/>
                  </a:lnTo>
                  <a:lnTo>
                    <a:pt x="2102476" y="12046"/>
                  </a:lnTo>
                  <a:lnTo>
                    <a:pt x="2101405" y="11880"/>
                  </a:lnTo>
                  <a:lnTo>
                    <a:pt x="2100333" y="11715"/>
                  </a:lnTo>
                  <a:lnTo>
                    <a:pt x="2099262" y="11551"/>
                  </a:lnTo>
                  <a:lnTo>
                    <a:pt x="2098190" y="11388"/>
                  </a:lnTo>
                  <a:lnTo>
                    <a:pt x="2097118" y="11226"/>
                  </a:lnTo>
                  <a:lnTo>
                    <a:pt x="2096047" y="11066"/>
                  </a:lnTo>
                  <a:lnTo>
                    <a:pt x="2094975" y="10906"/>
                  </a:lnTo>
                  <a:lnTo>
                    <a:pt x="2093904" y="10748"/>
                  </a:lnTo>
                  <a:lnTo>
                    <a:pt x="2092832" y="10590"/>
                  </a:lnTo>
                  <a:lnTo>
                    <a:pt x="2091760" y="10434"/>
                  </a:lnTo>
                  <a:lnTo>
                    <a:pt x="2090689" y="10279"/>
                  </a:lnTo>
                  <a:lnTo>
                    <a:pt x="2089617" y="10125"/>
                  </a:lnTo>
                  <a:lnTo>
                    <a:pt x="2088546" y="9972"/>
                  </a:lnTo>
                  <a:lnTo>
                    <a:pt x="2087474" y="9820"/>
                  </a:lnTo>
                  <a:lnTo>
                    <a:pt x="2086402" y="9669"/>
                  </a:lnTo>
                  <a:lnTo>
                    <a:pt x="2085331" y="9519"/>
                  </a:lnTo>
                  <a:lnTo>
                    <a:pt x="2084259" y="9371"/>
                  </a:lnTo>
                  <a:lnTo>
                    <a:pt x="2083188" y="9223"/>
                  </a:lnTo>
                  <a:lnTo>
                    <a:pt x="2082116" y="9077"/>
                  </a:lnTo>
                  <a:lnTo>
                    <a:pt x="2081044" y="8932"/>
                  </a:lnTo>
                  <a:lnTo>
                    <a:pt x="2079973" y="8788"/>
                  </a:lnTo>
                  <a:lnTo>
                    <a:pt x="2078901" y="8645"/>
                  </a:lnTo>
                  <a:lnTo>
                    <a:pt x="2077830" y="8503"/>
                  </a:lnTo>
                  <a:lnTo>
                    <a:pt x="2076758" y="8362"/>
                  </a:lnTo>
                  <a:lnTo>
                    <a:pt x="2075686" y="8222"/>
                  </a:lnTo>
                  <a:lnTo>
                    <a:pt x="2074615" y="8084"/>
                  </a:lnTo>
                  <a:lnTo>
                    <a:pt x="2073543" y="7946"/>
                  </a:lnTo>
                  <a:lnTo>
                    <a:pt x="2072472" y="7810"/>
                  </a:lnTo>
                  <a:lnTo>
                    <a:pt x="2071400" y="7675"/>
                  </a:lnTo>
                  <a:lnTo>
                    <a:pt x="2070328" y="7541"/>
                  </a:lnTo>
                  <a:lnTo>
                    <a:pt x="2069257" y="7408"/>
                  </a:lnTo>
                  <a:lnTo>
                    <a:pt x="2068185" y="7276"/>
                  </a:lnTo>
                  <a:lnTo>
                    <a:pt x="2067114" y="7146"/>
                  </a:lnTo>
                  <a:lnTo>
                    <a:pt x="2066042" y="7016"/>
                  </a:lnTo>
                  <a:lnTo>
                    <a:pt x="2064970" y="6888"/>
                  </a:lnTo>
                  <a:lnTo>
                    <a:pt x="2063899" y="6761"/>
                  </a:lnTo>
                  <a:lnTo>
                    <a:pt x="2062827" y="6635"/>
                  </a:lnTo>
                  <a:lnTo>
                    <a:pt x="2061756" y="6510"/>
                  </a:lnTo>
                  <a:lnTo>
                    <a:pt x="2060684" y="6386"/>
                  </a:lnTo>
                  <a:lnTo>
                    <a:pt x="2059612" y="6263"/>
                  </a:lnTo>
                  <a:lnTo>
                    <a:pt x="2058541" y="6142"/>
                  </a:lnTo>
                  <a:lnTo>
                    <a:pt x="2057469" y="6022"/>
                  </a:lnTo>
                  <a:lnTo>
                    <a:pt x="2056398" y="5902"/>
                  </a:lnTo>
                  <a:lnTo>
                    <a:pt x="2055326" y="5784"/>
                  </a:lnTo>
                  <a:lnTo>
                    <a:pt x="2054254" y="5667"/>
                  </a:lnTo>
                  <a:lnTo>
                    <a:pt x="2053183" y="5552"/>
                  </a:lnTo>
                  <a:lnTo>
                    <a:pt x="2052111" y="5437"/>
                  </a:lnTo>
                  <a:lnTo>
                    <a:pt x="2051040" y="5324"/>
                  </a:lnTo>
                  <a:lnTo>
                    <a:pt x="2049968" y="5211"/>
                  </a:lnTo>
                  <a:lnTo>
                    <a:pt x="2048896" y="5100"/>
                  </a:lnTo>
                  <a:lnTo>
                    <a:pt x="2047825" y="4990"/>
                  </a:lnTo>
                  <a:lnTo>
                    <a:pt x="2046753" y="4882"/>
                  </a:lnTo>
                  <a:lnTo>
                    <a:pt x="2045682" y="4774"/>
                  </a:lnTo>
                  <a:lnTo>
                    <a:pt x="2044610" y="4667"/>
                  </a:lnTo>
                  <a:lnTo>
                    <a:pt x="2043538" y="4562"/>
                  </a:lnTo>
                  <a:lnTo>
                    <a:pt x="2042467" y="4458"/>
                  </a:lnTo>
                  <a:lnTo>
                    <a:pt x="2041395" y="4355"/>
                  </a:lnTo>
                  <a:lnTo>
                    <a:pt x="2040324" y="4253"/>
                  </a:lnTo>
                  <a:lnTo>
                    <a:pt x="2039252" y="4153"/>
                  </a:lnTo>
                  <a:lnTo>
                    <a:pt x="2038180" y="4053"/>
                  </a:lnTo>
                  <a:lnTo>
                    <a:pt x="2037109" y="3955"/>
                  </a:lnTo>
                  <a:lnTo>
                    <a:pt x="2036037" y="3858"/>
                  </a:lnTo>
                  <a:lnTo>
                    <a:pt x="2034966" y="3762"/>
                  </a:lnTo>
                  <a:lnTo>
                    <a:pt x="2033894" y="3667"/>
                  </a:lnTo>
                  <a:lnTo>
                    <a:pt x="2032822" y="3574"/>
                  </a:lnTo>
                  <a:lnTo>
                    <a:pt x="2031751" y="3481"/>
                  </a:lnTo>
                  <a:lnTo>
                    <a:pt x="2030679" y="3390"/>
                  </a:lnTo>
                  <a:lnTo>
                    <a:pt x="2029608" y="3300"/>
                  </a:lnTo>
                  <a:lnTo>
                    <a:pt x="2028536" y="3211"/>
                  </a:lnTo>
                  <a:lnTo>
                    <a:pt x="2027464" y="3123"/>
                  </a:lnTo>
                  <a:lnTo>
                    <a:pt x="2026393" y="3037"/>
                  </a:lnTo>
                  <a:lnTo>
                    <a:pt x="2025321" y="2952"/>
                  </a:lnTo>
                  <a:lnTo>
                    <a:pt x="2024250" y="2868"/>
                  </a:lnTo>
                  <a:lnTo>
                    <a:pt x="2023178" y="2785"/>
                  </a:lnTo>
                  <a:lnTo>
                    <a:pt x="2022106" y="2703"/>
                  </a:lnTo>
                  <a:lnTo>
                    <a:pt x="2021035" y="2622"/>
                  </a:lnTo>
                  <a:lnTo>
                    <a:pt x="2019963" y="2543"/>
                  </a:lnTo>
                  <a:lnTo>
                    <a:pt x="2018892" y="2465"/>
                  </a:lnTo>
                  <a:lnTo>
                    <a:pt x="2017820" y="2388"/>
                  </a:lnTo>
                  <a:lnTo>
                    <a:pt x="2016748" y="2312"/>
                  </a:lnTo>
                  <a:lnTo>
                    <a:pt x="2015677" y="2238"/>
                  </a:lnTo>
                  <a:lnTo>
                    <a:pt x="2014605" y="2165"/>
                  </a:lnTo>
                  <a:lnTo>
                    <a:pt x="2013534" y="2092"/>
                  </a:lnTo>
                  <a:lnTo>
                    <a:pt x="2012462" y="2022"/>
                  </a:lnTo>
                  <a:lnTo>
                    <a:pt x="2011390" y="1952"/>
                  </a:lnTo>
                  <a:lnTo>
                    <a:pt x="2010319" y="1883"/>
                  </a:lnTo>
                  <a:lnTo>
                    <a:pt x="2009247" y="1816"/>
                  </a:lnTo>
                  <a:lnTo>
                    <a:pt x="2008176" y="1750"/>
                  </a:lnTo>
                  <a:lnTo>
                    <a:pt x="2007104" y="1685"/>
                  </a:lnTo>
                  <a:lnTo>
                    <a:pt x="2006032" y="1621"/>
                  </a:lnTo>
                  <a:lnTo>
                    <a:pt x="2004961" y="1559"/>
                  </a:lnTo>
                  <a:lnTo>
                    <a:pt x="2003889" y="1498"/>
                  </a:lnTo>
                  <a:lnTo>
                    <a:pt x="2002818" y="1438"/>
                  </a:lnTo>
                  <a:lnTo>
                    <a:pt x="2001746" y="1379"/>
                  </a:lnTo>
                  <a:lnTo>
                    <a:pt x="2000674" y="1321"/>
                  </a:lnTo>
                  <a:lnTo>
                    <a:pt x="1999603" y="1265"/>
                  </a:lnTo>
                  <a:lnTo>
                    <a:pt x="1998531" y="1210"/>
                  </a:lnTo>
                  <a:lnTo>
                    <a:pt x="1997460" y="1156"/>
                  </a:lnTo>
                  <a:lnTo>
                    <a:pt x="1996388" y="1103"/>
                  </a:lnTo>
                  <a:lnTo>
                    <a:pt x="1995316" y="1051"/>
                  </a:lnTo>
                  <a:lnTo>
                    <a:pt x="1994245" y="1001"/>
                  </a:lnTo>
                  <a:lnTo>
                    <a:pt x="1993173" y="952"/>
                  </a:lnTo>
                  <a:lnTo>
                    <a:pt x="1992102" y="904"/>
                  </a:lnTo>
                  <a:lnTo>
                    <a:pt x="1991030" y="858"/>
                  </a:lnTo>
                  <a:lnTo>
                    <a:pt x="1989958" y="812"/>
                  </a:lnTo>
                  <a:lnTo>
                    <a:pt x="1988887" y="768"/>
                  </a:lnTo>
                  <a:lnTo>
                    <a:pt x="1987815" y="725"/>
                  </a:lnTo>
                  <a:lnTo>
                    <a:pt x="1986744" y="683"/>
                  </a:lnTo>
                  <a:lnTo>
                    <a:pt x="1985672" y="643"/>
                  </a:lnTo>
                  <a:lnTo>
                    <a:pt x="1984600" y="604"/>
                  </a:lnTo>
                  <a:lnTo>
                    <a:pt x="1983529" y="566"/>
                  </a:lnTo>
                  <a:lnTo>
                    <a:pt x="1982457" y="529"/>
                  </a:lnTo>
                  <a:lnTo>
                    <a:pt x="1981386" y="493"/>
                  </a:lnTo>
                  <a:lnTo>
                    <a:pt x="1980314" y="459"/>
                  </a:lnTo>
                  <a:lnTo>
                    <a:pt x="1979242" y="426"/>
                  </a:lnTo>
                  <a:lnTo>
                    <a:pt x="1978171" y="394"/>
                  </a:lnTo>
                  <a:lnTo>
                    <a:pt x="1977099" y="363"/>
                  </a:lnTo>
                  <a:lnTo>
                    <a:pt x="1976028" y="334"/>
                  </a:lnTo>
                  <a:lnTo>
                    <a:pt x="1974956" y="306"/>
                  </a:lnTo>
                  <a:lnTo>
                    <a:pt x="1973884" y="279"/>
                  </a:lnTo>
                  <a:lnTo>
                    <a:pt x="1972813" y="253"/>
                  </a:lnTo>
                  <a:lnTo>
                    <a:pt x="1971741" y="229"/>
                  </a:lnTo>
                  <a:lnTo>
                    <a:pt x="1970670" y="205"/>
                  </a:lnTo>
                  <a:lnTo>
                    <a:pt x="1969598" y="183"/>
                  </a:lnTo>
                  <a:lnTo>
                    <a:pt x="1968526" y="163"/>
                  </a:lnTo>
                  <a:lnTo>
                    <a:pt x="1967455" y="143"/>
                  </a:lnTo>
                  <a:lnTo>
                    <a:pt x="1966383" y="125"/>
                  </a:lnTo>
                  <a:lnTo>
                    <a:pt x="1965312" y="108"/>
                  </a:lnTo>
                  <a:lnTo>
                    <a:pt x="1964240" y="92"/>
                  </a:lnTo>
                  <a:lnTo>
                    <a:pt x="1963168" y="77"/>
                  </a:lnTo>
                  <a:lnTo>
                    <a:pt x="1962097" y="64"/>
                  </a:lnTo>
                  <a:lnTo>
                    <a:pt x="1961025" y="52"/>
                  </a:lnTo>
                  <a:lnTo>
                    <a:pt x="1959954" y="41"/>
                  </a:lnTo>
                  <a:lnTo>
                    <a:pt x="1958882" y="32"/>
                  </a:lnTo>
                  <a:lnTo>
                    <a:pt x="1957810" y="23"/>
                  </a:lnTo>
                  <a:lnTo>
                    <a:pt x="1956739" y="16"/>
                  </a:lnTo>
                  <a:lnTo>
                    <a:pt x="1955667" y="10"/>
                  </a:lnTo>
                  <a:lnTo>
                    <a:pt x="1954596" y="6"/>
                  </a:lnTo>
                  <a:lnTo>
                    <a:pt x="1953524" y="2"/>
                  </a:lnTo>
                  <a:lnTo>
                    <a:pt x="1952453" y="0"/>
                  </a:lnTo>
                  <a:lnTo>
                    <a:pt x="1951381" y="0"/>
                  </a:lnTo>
                  <a:lnTo>
                    <a:pt x="1950309" y="0"/>
                  </a:lnTo>
                  <a:lnTo>
                    <a:pt x="1949238" y="1"/>
                  </a:lnTo>
                  <a:lnTo>
                    <a:pt x="1948166" y="4"/>
                  </a:lnTo>
                  <a:lnTo>
                    <a:pt x="1947095" y="8"/>
                  </a:lnTo>
                  <a:lnTo>
                    <a:pt x="1946023" y="14"/>
                  </a:lnTo>
                  <a:lnTo>
                    <a:pt x="1944951" y="20"/>
                  </a:lnTo>
                  <a:lnTo>
                    <a:pt x="1943880" y="28"/>
                  </a:lnTo>
                  <a:lnTo>
                    <a:pt x="1942808" y="37"/>
                  </a:lnTo>
                  <a:lnTo>
                    <a:pt x="1941737" y="48"/>
                  </a:lnTo>
                  <a:lnTo>
                    <a:pt x="1940665" y="59"/>
                  </a:lnTo>
                  <a:lnTo>
                    <a:pt x="1939593" y="72"/>
                  </a:lnTo>
                  <a:lnTo>
                    <a:pt x="1938522" y="86"/>
                  </a:lnTo>
                  <a:lnTo>
                    <a:pt x="1937450" y="101"/>
                  </a:lnTo>
                  <a:lnTo>
                    <a:pt x="1936379" y="118"/>
                  </a:lnTo>
                  <a:lnTo>
                    <a:pt x="1935307" y="136"/>
                  </a:lnTo>
                  <a:lnTo>
                    <a:pt x="1934235" y="155"/>
                  </a:lnTo>
                  <a:lnTo>
                    <a:pt x="1933164" y="175"/>
                  </a:lnTo>
                  <a:lnTo>
                    <a:pt x="1932092" y="196"/>
                  </a:lnTo>
                  <a:lnTo>
                    <a:pt x="1931021" y="219"/>
                  </a:lnTo>
                  <a:lnTo>
                    <a:pt x="1929949" y="243"/>
                  </a:lnTo>
                  <a:lnTo>
                    <a:pt x="1928877" y="268"/>
                  </a:lnTo>
                  <a:lnTo>
                    <a:pt x="1927806" y="295"/>
                  </a:lnTo>
                  <a:lnTo>
                    <a:pt x="1926734" y="322"/>
                  </a:lnTo>
                  <a:lnTo>
                    <a:pt x="1925663" y="351"/>
                  </a:lnTo>
                  <a:lnTo>
                    <a:pt x="1924591" y="381"/>
                  </a:lnTo>
                  <a:lnTo>
                    <a:pt x="1923519" y="413"/>
                  </a:lnTo>
                  <a:lnTo>
                    <a:pt x="1922448" y="445"/>
                  </a:lnTo>
                  <a:lnTo>
                    <a:pt x="1921376" y="479"/>
                  </a:lnTo>
                  <a:lnTo>
                    <a:pt x="1920305" y="514"/>
                  </a:lnTo>
                  <a:lnTo>
                    <a:pt x="1919233" y="550"/>
                  </a:lnTo>
                  <a:lnTo>
                    <a:pt x="1918161" y="588"/>
                  </a:lnTo>
                  <a:lnTo>
                    <a:pt x="1917090" y="627"/>
                  </a:lnTo>
                  <a:lnTo>
                    <a:pt x="1916018" y="667"/>
                  </a:lnTo>
                  <a:lnTo>
                    <a:pt x="1914947" y="708"/>
                  </a:lnTo>
                  <a:lnTo>
                    <a:pt x="1913875" y="750"/>
                  </a:lnTo>
                  <a:lnTo>
                    <a:pt x="1912803" y="794"/>
                  </a:lnTo>
                  <a:lnTo>
                    <a:pt x="1911732" y="839"/>
                  </a:lnTo>
                  <a:lnTo>
                    <a:pt x="1910660" y="885"/>
                  </a:lnTo>
                  <a:lnTo>
                    <a:pt x="1909589" y="932"/>
                  </a:lnTo>
                  <a:lnTo>
                    <a:pt x="1908517" y="981"/>
                  </a:lnTo>
                  <a:lnTo>
                    <a:pt x="1907445" y="1030"/>
                  </a:lnTo>
                  <a:lnTo>
                    <a:pt x="1906374" y="1081"/>
                  </a:lnTo>
                  <a:lnTo>
                    <a:pt x="1905302" y="1133"/>
                  </a:lnTo>
                  <a:lnTo>
                    <a:pt x="1904231" y="1187"/>
                  </a:lnTo>
                  <a:lnTo>
                    <a:pt x="1903159" y="1241"/>
                  </a:lnTo>
                  <a:lnTo>
                    <a:pt x="1902087" y="1297"/>
                  </a:lnTo>
                  <a:lnTo>
                    <a:pt x="1901016" y="1354"/>
                  </a:lnTo>
                  <a:lnTo>
                    <a:pt x="1899944" y="1412"/>
                  </a:lnTo>
                  <a:lnTo>
                    <a:pt x="1898873" y="1472"/>
                  </a:lnTo>
                  <a:lnTo>
                    <a:pt x="1897801" y="1532"/>
                  </a:lnTo>
                  <a:lnTo>
                    <a:pt x="1896729" y="1594"/>
                  </a:lnTo>
                  <a:lnTo>
                    <a:pt x="1895658" y="1657"/>
                  </a:lnTo>
                  <a:lnTo>
                    <a:pt x="1894586" y="1721"/>
                  </a:lnTo>
                  <a:lnTo>
                    <a:pt x="1893515" y="1786"/>
                  </a:lnTo>
                  <a:lnTo>
                    <a:pt x="1892443" y="1853"/>
                  </a:lnTo>
                  <a:lnTo>
                    <a:pt x="1891371" y="1921"/>
                  </a:lnTo>
                  <a:lnTo>
                    <a:pt x="1890300" y="1990"/>
                  </a:lnTo>
                  <a:lnTo>
                    <a:pt x="1889228" y="2060"/>
                  </a:lnTo>
                  <a:lnTo>
                    <a:pt x="1888157" y="2131"/>
                  </a:lnTo>
                  <a:lnTo>
                    <a:pt x="1887085" y="2203"/>
                  </a:lnTo>
                  <a:lnTo>
                    <a:pt x="1886013" y="2277"/>
                  </a:lnTo>
                  <a:lnTo>
                    <a:pt x="1884942" y="2352"/>
                  </a:lnTo>
                  <a:lnTo>
                    <a:pt x="1883870" y="2428"/>
                  </a:lnTo>
                  <a:lnTo>
                    <a:pt x="1882799" y="2505"/>
                  </a:lnTo>
                  <a:lnTo>
                    <a:pt x="1881727" y="2583"/>
                  </a:lnTo>
                  <a:lnTo>
                    <a:pt x="1880655" y="2662"/>
                  </a:lnTo>
                  <a:lnTo>
                    <a:pt x="1879584" y="2743"/>
                  </a:lnTo>
                  <a:lnTo>
                    <a:pt x="1878512" y="2824"/>
                  </a:lnTo>
                  <a:lnTo>
                    <a:pt x="1877441" y="2907"/>
                  </a:lnTo>
                  <a:lnTo>
                    <a:pt x="1876369" y="2991"/>
                  </a:lnTo>
                  <a:lnTo>
                    <a:pt x="1875297" y="3076"/>
                  </a:lnTo>
                  <a:lnTo>
                    <a:pt x="1874226" y="3162"/>
                  </a:lnTo>
                  <a:lnTo>
                    <a:pt x="1873154" y="3250"/>
                  </a:lnTo>
                  <a:lnTo>
                    <a:pt x="1872083" y="3338"/>
                  </a:lnTo>
                  <a:lnTo>
                    <a:pt x="1871011" y="3428"/>
                  </a:lnTo>
                  <a:lnTo>
                    <a:pt x="1869939" y="3519"/>
                  </a:lnTo>
                  <a:lnTo>
                    <a:pt x="1868868" y="3610"/>
                  </a:lnTo>
                  <a:lnTo>
                    <a:pt x="1867796" y="3703"/>
                  </a:lnTo>
                  <a:lnTo>
                    <a:pt x="1866725" y="3797"/>
                  </a:lnTo>
                  <a:lnTo>
                    <a:pt x="1865653" y="3892"/>
                  </a:lnTo>
                  <a:lnTo>
                    <a:pt x="1864581" y="3989"/>
                  </a:lnTo>
                  <a:lnTo>
                    <a:pt x="1863510" y="4086"/>
                  </a:lnTo>
                  <a:lnTo>
                    <a:pt x="1862438" y="4184"/>
                  </a:lnTo>
                  <a:lnTo>
                    <a:pt x="1861367" y="4284"/>
                  </a:lnTo>
                  <a:lnTo>
                    <a:pt x="1860295" y="4384"/>
                  </a:lnTo>
                  <a:lnTo>
                    <a:pt x="1859223" y="4486"/>
                  </a:lnTo>
                  <a:lnTo>
                    <a:pt x="1858152" y="4589"/>
                  </a:lnTo>
                  <a:lnTo>
                    <a:pt x="1857080" y="4692"/>
                  </a:lnTo>
                  <a:lnTo>
                    <a:pt x="1856009" y="4797"/>
                  </a:lnTo>
                  <a:lnTo>
                    <a:pt x="1854937" y="4903"/>
                  </a:lnTo>
                  <a:lnTo>
                    <a:pt x="1853865" y="5010"/>
                  </a:lnTo>
                  <a:lnTo>
                    <a:pt x="1852794" y="5118"/>
                  </a:lnTo>
                  <a:lnTo>
                    <a:pt x="1851722" y="5227"/>
                  </a:lnTo>
                  <a:lnTo>
                    <a:pt x="1850651" y="5336"/>
                  </a:lnTo>
                  <a:lnTo>
                    <a:pt x="1849579" y="5447"/>
                  </a:lnTo>
                  <a:lnTo>
                    <a:pt x="1848507" y="5559"/>
                  </a:lnTo>
                  <a:lnTo>
                    <a:pt x="1847436" y="5672"/>
                  </a:lnTo>
                  <a:lnTo>
                    <a:pt x="1846364" y="5786"/>
                  </a:lnTo>
                  <a:lnTo>
                    <a:pt x="1845293" y="5901"/>
                  </a:lnTo>
                  <a:lnTo>
                    <a:pt x="1844221" y="6017"/>
                  </a:lnTo>
                  <a:lnTo>
                    <a:pt x="1843149" y="6134"/>
                  </a:lnTo>
                  <a:lnTo>
                    <a:pt x="1842078" y="6252"/>
                  </a:lnTo>
                  <a:lnTo>
                    <a:pt x="1841006" y="6371"/>
                  </a:lnTo>
                  <a:lnTo>
                    <a:pt x="1839935" y="6491"/>
                  </a:lnTo>
                  <a:lnTo>
                    <a:pt x="1838863" y="6611"/>
                  </a:lnTo>
                  <a:lnTo>
                    <a:pt x="1837791" y="6733"/>
                  </a:lnTo>
                  <a:lnTo>
                    <a:pt x="1836720" y="6856"/>
                  </a:lnTo>
                  <a:lnTo>
                    <a:pt x="1835648" y="6979"/>
                  </a:lnTo>
                  <a:lnTo>
                    <a:pt x="1834577" y="7104"/>
                  </a:lnTo>
                  <a:lnTo>
                    <a:pt x="1833505" y="7229"/>
                  </a:lnTo>
                  <a:lnTo>
                    <a:pt x="1832433" y="7355"/>
                  </a:lnTo>
                  <a:lnTo>
                    <a:pt x="1831362" y="7482"/>
                  </a:lnTo>
                  <a:lnTo>
                    <a:pt x="1830290" y="7610"/>
                  </a:lnTo>
                  <a:lnTo>
                    <a:pt x="1829219" y="7739"/>
                  </a:lnTo>
                  <a:lnTo>
                    <a:pt x="1828147" y="7869"/>
                  </a:lnTo>
                  <a:lnTo>
                    <a:pt x="1827075" y="8000"/>
                  </a:lnTo>
                  <a:lnTo>
                    <a:pt x="1826004" y="8131"/>
                  </a:lnTo>
                  <a:lnTo>
                    <a:pt x="1824932" y="8263"/>
                  </a:lnTo>
                  <a:lnTo>
                    <a:pt x="1823861" y="8397"/>
                  </a:lnTo>
                  <a:lnTo>
                    <a:pt x="1822789" y="8531"/>
                  </a:lnTo>
                  <a:lnTo>
                    <a:pt x="1821717" y="8665"/>
                  </a:lnTo>
                  <a:lnTo>
                    <a:pt x="1820646" y="8801"/>
                  </a:lnTo>
                  <a:lnTo>
                    <a:pt x="1819574" y="8937"/>
                  </a:lnTo>
                  <a:lnTo>
                    <a:pt x="1818503" y="9074"/>
                  </a:lnTo>
                  <a:lnTo>
                    <a:pt x="1817431" y="9212"/>
                  </a:lnTo>
                  <a:lnTo>
                    <a:pt x="1816359" y="9351"/>
                  </a:lnTo>
                  <a:lnTo>
                    <a:pt x="1815288" y="9490"/>
                  </a:lnTo>
                  <a:lnTo>
                    <a:pt x="1814216" y="9630"/>
                  </a:lnTo>
                  <a:lnTo>
                    <a:pt x="1813145" y="9771"/>
                  </a:lnTo>
                  <a:lnTo>
                    <a:pt x="1812073" y="9913"/>
                  </a:lnTo>
                  <a:lnTo>
                    <a:pt x="1811001" y="10055"/>
                  </a:lnTo>
                  <a:lnTo>
                    <a:pt x="1809930" y="10198"/>
                  </a:lnTo>
                  <a:lnTo>
                    <a:pt x="1808858" y="10341"/>
                  </a:lnTo>
                  <a:lnTo>
                    <a:pt x="1807787" y="10485"/>
                  </a:lnTo>
                  <a:lnTo>
                    <a:pt x="1806715" y="10630"/>
                  </a:lnTo>
                  <a:lnTo>
                    <a:pt x="1805643" y="10776"/>
                  </a:lnTo>
                  <a:lnTo>
                    <a:pt x="1804572" y="10922"/>
                  </a:lnTo>
                  <a:lnTo>
                    <a:pt x="1803500" y="11069"/>
                  </a:lnTo>
                  <a:lnTo>
                    <a:pt x="1802429" y="11216"/>
                  </a:lnTo>
                  <a:lnTo>
                    <a:pt x="1801357" y="11364"/>
                  </a:lnTo>
                  <a:lnTo>
                    <a:pt x="1800285" y="11512"/>
                  </a:lnTo>
                  <a:lnTo>
                    <a:pt x="1799214" y="11662"/>
                  </a:lnTo>
                  <a:lnTo>
                    <a:pt x="1798142" y="11811"/>
                  </a:lnTo>
                  <a:lnTo>
                    <a:pt x="1797071" y="11961"/>
                  </a:lnTo>
                  <a:lnTo>
                    <a:pt x="1795999" y="12112"/>
                  </a:lnTo>
                  <a:lnTo>
                    <a:pt x="1794927" y="12263"/>
                  </a:lnTo>
                  <a:lnTo>
                    <a:pt x="1793856" y="12415"/>
                  </a:lnTo>
                  <a:lnTo>
                    <a:pt x="1792784" y="12567"/>
                  </a:lnTo>
                  <a:lnTo>
                    <a:pt x="1791713" y="12719"/>
                  </a:lnTo>
                  <a:lnTo>
                    <a:pt x="1790641" y="12872"/>
                  </a:lnTo>
                  <a:lnTo>
                    <a:pt x="1789569" y="13025"/>
                  </a:lnTo>
                  <a:lnTo>
                    <a:pt x="1788498" y="13179"/>
                  </a:lnTo>
                  <a:lnTo>
                    <a:pt x="1787426" y="13333"/>
                  </a:lnTo>
                  <a:lnTo>
                    <a:pt x="1786355" y="13488"/>
                  </a:lnTo>
                  <a:lnTo>
                    <a:pt x="1785283" y="13643"/>
                  </a:lnTo>
                  <a:lnTo>
                    <a:pt x="1784211" y="13798"/>
                  </a:lnTo>
                  <a:lnTo>
                    <a:pt x="1783140" y="13953"/>
                  </a:lnTo>
                  <a:lnTo>
                    <a:pt x="1782068" y="14109"/>
                  </a:lnTo>
                  <a:lnTo>
                    <a:pt x="1780997" y="14265"/>
                  </a:lnTo>
                  <a:lnTo>
                    <a:pt x="1779925" y="14422"/>
                  </a:lnTo>
                  <a:lnTo>
                    <a:pt x="1778853" y="14578"/>
                  </a:lnTo>
                  <a:lnTo>
                    <a:pt x="1777782" y="14735"/>
                  </a:lnTo>
                  <a:lnTo>
                    <a:pt x="1776710" y="14892"/>
                  </a:lnTo>
                  <a:lnTo>
                    <a:pt x="1775639" y="15050"/>
                  </a:lnTo>
                  <a:lnTo>
                    <a:pt x="1774567" y="15207"/>
                  </a:lnTo>
                  <a:lnTo>
                    <a:pt x="1773496" y="15365"/>
                  </a:lnTo>
                  <a:lnTo>
                    <a:pt x="1772424" y="15522"/>
                  </a:lnTo>
                  <a:lnTo>
                    <a:pt x="1771352" y="15680"/>
                  </a:lnTo>
                  <a:lnTo>
                    <a:pt x="1770281" y="15838"/>
                  </a:lnTo>
                  <a:lnTo>
                    <a:pt x="1769209" y="15996"/>
                  </a:lnTo>
                  <a:lnTo>
                    <a:pt x="1768138" y="16154"/>
                  </a:lnTo>
                  <a:lnTo>
                    <a:pt x="1767066" y="16312"/>
                  </a:lnTo>
                  <a:lnTo>
                    <a:pt x="1765994" y="16470"/>
                  </a:lnTo>
                  <a:lnTo>
                    <a:pt x="1764923" y="16628"/>
                  </a:lnTo>
                  <a:lnTo>
                    <a:pt x="1763851" y="16786"/>
                  </a:lnTo>
                  <a:lnTo>
                    <a:pt x="1762780" y="16944"/>
                  </a:lnTo>
                  <a:lnTo>
                    <a:pt x="1761708" y="17102"/>
                  </a:lnTo>
                  <a:lnTo>
                    <a:pt x="1760636" y="17259"/>
                  </a:lnTo>
                  <a:lnTo>
                    <a:pt x="1759565" y="17417"/>
                  </a:lnTo>
                  <a:lnTo>
                    <a:pt x="1758493" y="17575"/>
                  </a:lnTo>
                  <a:lnTo>
                    <a:pt x="1757422" y="17732"/>
                  </a:lnTo>
                  <a:lnTo>
                    <a:pt x="1756350" y="17889"/>
                  </a:lnTo>
                  <a:lnTo>
                    <a:pt x="1755278" y="18046"/>
                  </a:lnTo>
                  <a:lnTo>
                    <a:pt x="1754207" y="18202"/>
                  </a:lnTo>
                  <a:lnTo>
                    <a:pt x="1753135" y="18359"/>
                  </a:lnTo>
                  <a:lnTo>
                    <a:pt x="1752064" y="18515"/>
                  </a:lnTo>
                  <a:lnTo>
                    <a:pt x="1750992" y="18670"/>
                  </a:lnTo>
                  <a:lnTo>
                    <a:pt x="1749920" y="18826"/>
                  </a:lnTo>
                  <a:lnTo>
                    <a:pt x="1748849" y="18981"/>
                  </a:lnTo>
                  <a:lnTo>
                    <a:pt x="1747777" y="19135"/>
                  </a:lnTo>
                  <a:lnTo>
                    <a:pt x="1746706" y="19290"/>
                  </a:lnTo>
                  <a:lnTo>
                    <a:pt x="1745634" y="19443"/>
                  </a:lnTo>
                  <a:lnTo>
                    <a:pt x="1744562" y="19597"/>
                  </a:lnTo>
                  <a:lnTo>
                    <a:pt x="1743491" y="19749"/>
                  </a:lnTo>
                  <a:lnTo>
                    <a:pt x="1742419" y="19901"/>
                  </a:lnTo>
                  <a:lnTo>
                    <a:pt x="1741348" y="20053"/>
                  </a:lnTo>
                  <a:lnTo>
                    <a:pt x="1740276" y="20204"/>
                  </a:lnTo>
                  <a:lnTo>
                    <a:pt x="1739204" y="20354"/>
                  </a:lnTo>
                  <a:lnTo>
                    <a:pt x="1738133" y="20504"/>
                  </a:lnTo>
                  <a:lnTo>
                    <a:pt x="1737061" y="20653"/>
                  </a:lnTo>
                  <a:lnTo>
                    <a:pt x="1735990" y="20802"/>
                  </a:lnTo>
                  <a:lnTo>
                    <a:pt x="1734918" y="20949"/>
                  </a:lnTo>
                  <a:lnTo>
                    <a:pt x="1733846" y="21096"/>
                  </a:lnTo>
                  <a:lnTo>
                    <a:pt x="1732775" y="21242"/>
                  </a:lnTo>
                  <a:lnTo>
                    <a:pt x="1731703" y="21387"/>
                  </a:lnTo>
                  <a:lnTo>
                    <a:pt x="1730632" y="21532"/>
                  </a:lnTo>
                  <a:lnTo>
                    <a:pt x="1729560" y="21675"/>
                  </a:lnTo>
                  <a:lnTo>
                    <a:pt x="1728488" y="21818"/>
                  </a:lnTo>
                  <a:lnTo>
                    <a:pt x="1727417" y="21959"/>
                  </a:lnTo>
                  <a:lnTo>
                    <a:pt x="1726345" y="22100"/>
                  </a:lnTo>
                  <a:lnTo>
                    <a:pt x="1725274" y="22240"/>
                  </a:lnTo>
                  <a:lnTo>
                    <a:pt x="1724202" y="22378"/>
                  </a:lnTo>
                  <a:lnTo>
                    <a:pt x="1723130" y="22515"/>
                  </a:lnTo>
                  <a:lnTo>
                    <a:pt x="1722059" y="22652"/>
                  </a:lnTo>
                  <a:lnTo>
                    <a:pt x="1720987" y="22787"/>
                  </a:lnTo>
                  <a:lnTo>
                    <a:pt x="1719916" y="22921"/>
                  </a:lnTo>
                  <a:lnTo>
                    <a:pt x="1718844" y="23054"/>
                  </a:lnTo>
                  <a:lnTo>
                    <a:pt x="1717772" y="23185"/>
                  </a:lnTo>
                  <a:lnTo>
                    <a:pt x="1716701" y="23316"/>
                  </a:lnTo>
                  <a:lnTo>
                    <a:pt x="1715629" y="23444"/>
                  </a:lnTo>
                  <a:lnTo>
                    <a:pt x="1714558" y="23572"/>
                  </a:lnTo>
                  <a:lnTo>
                    <a:pt x="1713486" y="23698"/>
                  </a:lnTo>
                  <a:lnTo>
                    <a:pt x="1712414" y="23823"/>
                  </a:lnTo>
                  <a:lnTo>
                    <a:pt x="1711343" y="23946"/>
                  </a:lnTo>
                  <a:lnTo>
                    <a:pt x="1710271" y="24068"/>
                  </a:lnTo>
                  <a:lnTo>
                    <a:pt x="1709200" y="24188"/>
                  </a:lnTo>
                  <a:lnTo>
                    <a:pt x="1708128" y="24307"/>
                  </a:lnTo>
                  <a:lnTo>
                    <a:pt x="1707056" y="24424"/>
                  </a:lnTo>
                  <a:lnTo>
                    <a:pt x="1705985" y="24539"/>
                  </a:lnTo>
                  <a:lnTo>
                    <a:pt x="1704913" y="24653"/>
                  </a:lnTo>
                  <a:lnTo>
                    <a:pt x="1703842" y="24765"/>
                  </a:lnTo>
                  <a:lnTo>
                    <a:pt x="1702770" y="24875"/>
                  </a:lnTo>
                  <a:lnTo>
                    <a:pt x="1701698" y="24984"/>
                  </a:lnTo>
                  <a:lnTo>
                    <a:pt x="1700627" y="25090"/>
                  </a:lnTo>
                  <a:lnTo>
                    <a:pt x="1699555" y="25195"/>
                  </a:lnTo>
                  <a:lnTo>
                    <a:pt x="1698484" y="25298"/>
                  </a:lnTo>
                  <a:lnTo>
                    <a:pt x="1697412" y="25399"/>
                  </a:lnTo>
                  <a:lnTo>
                    <a:pt x="1696340" y="25498"/>
                  </a:lnTo>
                  <a:lnTo>
                    <a:pt x="1695269" y="25594"/>
                  </a:lnTo>
                  <a:lnTo>
                    <a:pt x="1694197" y="25689"/>
                  </a:lnTo>
                  <a:lnTo>
                    <a:pt x="1693126" y="25782"/>
                  </a:lnTo>
                  <a:lnTo>
                    <a:pt x="1692054" y="25872"/>
                  </a:lnTo>
                  <a:lnTo>
                    <a:pt x="1690982" y="25960"/>
                  </a:lnTo>
                  <a:lnTo>
                    <a:pt x="1689911" y="26047"/>
                  </a:lnTo>
                  <a:lnTo>
                    <a:pt x="1688839" y="26130"/>
                  </a:lnTo>
                  <a:lnTo>
                    <a:pt x="1687768" y="26212"/>
                  </a:lnTo>
                  <a:lnTo>
                    <a:pt x="1686696" y="26291"/>
                  </a:lnTo>
                  <a:lnTo>
                    <a:pt x="1685624" y="26367"/>
                  </a:lnTo>
                  <a:lnTo>
                    <a:pt x="1684553" y="26442"/>
                  </a:lnTo>
                  <a:lnTo>
                    <a:pt x="1683481" y="26513"/>
                  </a:lnTo>
                  <a:lnTo>
                    <a:pt x="1682410" y="26583"/>
                  </a:lnTo>
                  <a:lnTo>
                    <a:pt x="1681338" y="26649"/>
                  </a:lnTo>
                  <a:lnTo>
                    <a:pt x="1680266" y="26713"/>
                  </a:lnTo>
                  <a:lnTo>
                    <a:pt x="1679195" y="26775"/>
                  </a:lnTo>
                  <a:lnTo>
                    <a:pt x="1678123" y="26833"/>
                  </a:lnTo>
                  <a:lnTo>
                    <a:pt x="1677052" y="26889"/>
                  </a:lnTo>
                  <a:lnTo>
                    <a:pt x="1675980" y="26942"/>
                  </a:lnTo>
                  <a:lnTo>
                    <a:pt x="1674908" y="26993"/>
                  </a:lnTo>
                  <a:lnTo>
                    <a:pt x="1673837" y="27040"/>
                  </a:lnTo>
                  <a:lnTo>
                    <a:pt x="1672765" y="27085"/>
                  </a:lnTo>
                  <a:lnTo>
                    <a:pt x="1671694" y="27126"/>
                  </a:lnTo>
                  <a:lnTo>
                    <a:pt x="1670622" y="27165"/>
                  </a:lnTo>
                  <a:lnTo>
                    <a:pt x="1669550" y="27200"/>
                  </a:lnTo>
                  <a:lnTo>
                    <a:pt x="1668479" y="27233"/>
                  </a:lnTo>
                  <a:lnTo>
                    <a:pt x="1667407" y="27262"/>
                  </a:lnTo>
                  <a:lnTo>
                    <a:pt x="1666336" y="27288"/>
                  </a:lnTo>
                  <a:lnTo>
                    <a:pt x="1665264" y="27311"/>
                  </a:lnTo>
                  <a:lnTo>
                    <a:pt x="1664192" y="27330"/>
                  </a:lnTo>
                  <a:lnTo>
                    <a:pt x="1663121" y="27346"/>
                  </a:lnTo>
                  <a:lnTo>
                    <a:pt x="1662049" y="27359"/>
                  </a:lnTo>
                  <a:lnTo>
                    <a:pt x="1660978" y="27369"/>
                  </a:lnTo>
                  <a:lnTo>
                    <a:pt x="1659906" y="27375"/>
                  </a:lnTo>
                  <a:lnTo>
                    <a:pt x="1658834" y="27377"/>
                  </a:lnTo>
                  <a:lnTo>
                    <a:pt x="1657763" y="27376"/>
                  </a:lnTo>
                  <a:lnTo>
                    <a:pt x="1656691" y="27371"/>
                  </a:lnTo>
                  <a:lnTo>
                    <a:pt x="1655620" y="27363"/>
                  </a:lnTo>
                  <a:lnTo>
                    <a:pt x="1654548" y="27351"/>
                  </a:lnTo>
                  <a:lnTo>
                    <a:pt x="1653476" y="27335"/>
                  </a:lnTo>
                  <a:lnTo>
                    <a:pt x="1652405" y="27315"/>
                  </a:lnTo>
                  <a:lnTo>
                    <a:pt x="1651333" y="27292"/>
                  </a:lnTo>
                  <a:lnTo>
                    <a:pt x="1650262" y="27265"/>
                  </a:lnTo>
                  <a:lnTo>
                    <a:pt x="1649190" y="27233"/>
                  </a:lnTo>
                  <a:lnTo>
                    <a:pt x="1648118" y="27198"/>
                  </a:lnTo>
                  <a:lnTo>
                    <a:pt x="1647047" y="27159"/>
                  </a:lnTo>
                  <a:lnTo>
                    <a:pt x="1645975" y="27115"/>
                  </a:lnTo>
                  <a:lnTo>
                    <a:pt x="1644904" y="27068"/>
                  </a:lnTo>
                  <a:lnTo>
                    <a:pt x="1643832" y="27016"/>
                  </a:lnTo>
                  <a:lnTo>
                    <a:pt x="1642760" y="26961"/>
                  </a:lnTo>
                  <a:lnTo>
                    <a:pt x="1641689" y="26900"/>
                  </a:lnTo>
                  <a:lnTo>
                    <a:pt x="1640617" y="26836"/>
                  </a:lnTo>
                  <a:lnTo>
                    <a:pt x="1639546" y="26767"/>
                  </a:lnTo>
                  <a:lnTo>
                    <a:pt x="1638474" y="26694"/>
                  </a:lnTo>
                  <a:lnTo>
                    <a:pt x="1637402" y="26616"/>
                  </a:lnTo>
                  <a:lnTo>
                    <a:pt x="1636331" y="26534"/>
                  </a:lnTo>
                  <a:lnTo>
                    <a:pt x="1635259" y="26447"/>
                  </a:lnTo>
                  <a:lnTo>
                    <a:pt x="1634188" y="26356"/>
                  </a:lnTo>
                  <a:lnTo>
                    <a:pt x="1633116" y="26260"/>
                  </a:lnTo>
                  <a:lnTo>
                    <a:pt x="1632044" y="26159"/>
                  </a:lnTo>
                  <a:lnTo>
                    <a:pt x="1630973" y="26054"/>
                  </a:lnTo>
                  <a:lnTo>
                    <a:pt x="1629901" y="25944"/>
                  </a:lnTo>
                  <a:lnTo>
                    <a:pt x="1628830" y="25829"/>
                  </a:lnTo>
                  <a:lnTo>
                    <a:pt x="1627758" y="25709"/>
                  </a:lnTo>
                  <a:lnTo>
                    <a:pt x="1626686" y="25584"/>
                  </a:lnTo>
                  <a:lnTo>
                    <a:pt x="1625615" y="25454"/>
                  </a:lnTo>
                  <a:lnTo>
                    <a:pt x="1624543" y="25319"/>
                  </a:lnTo>
                  <a:lnTo>
                    <a:pt x="1623472" y="25179"/>
                  </a:lnTo>
                  <a:lnTo>
                    <a:pt x="1622400" y="25034"/>
                  </a:lnTo>
                  <a:lnTo>
                    <a:pt x="1621328" y="24883"/>
                  </a:lnTo>
                  <a:lnTo>
                    <a:pt x="1620257" y="24728"/>
                  </a:lnTo>
                  <a:lnTo>
                    <a:pt x="1619185" y="24567"/>
                  </a:lnTo>
                  <a:lnTo>
                    <a:pt x="1618114" y="24401"/>
                  </a:lnTo>
                  <a:lnTo>
                    <a:pt x="1617042" y="24229"/>
                  </a:lnTo>
                  <a:lnTo>
                    <a:pt x="1615970" y="24052"/>
                  </a:lnTo>
                  <a:lnTo>
                    <a:pt x="1614899" y="24808"/>
                  </a:lnTo>
                  <a:lnTo>
                    <a:pt x="1613827" y="25616"/>
                  </a:lnTo>
                  <a:lnTo>
                    <a:pt x="1612756" y="26423"/>
                  </a:lnTo>
                  <a:lnTo>
                    <a:pt x="1611684" y="27228"/>
                  </a:lnTo>
                  <a:lnTo>
                    <a:pt x="1610612" y="28033"/>
                  </a:lnTo>
                  <a:lnTo>
                    <a:pt x="1609541" y="28837"/>
                  </a:lnTo>
                  <a:lnTo>
                    <a:pt x="1608469" y="29640"/>
                  </a:lnTo>
                  <a:lnTo>
                    <a:pt x="1607398" y="30441"/>
                  </a:lnTo>
                  <a:lnTo>
                    <a:pt x="1606326" y="31242"/>
                  </a:lnTo>
                  <a:lnTo>
                    <a:pt x="1605254" y="32042"/>
                  </a:lnTo>
                  <a:lnTo>
                    <a:pt x="1604183" y="32841"/>
                  </a:lnTo>
                  <a:lnTo>
                    <a:pt x="1603111" y="33639"/>
                  </a:lnTo>
                  <a:lnTo>
                    <a:pt x="1602040" y="34437"/>
                  </a:lnTo>
                  <a:lnTo>
                    <a:pt x="1600968" y="35233"/>
                  </a:lnTo>
                  <a:lnTo>
                    <a:pt x="1599896" y="36029"/>
                  </a:lnTo>
                  <a:lnTo>
                    <a:pt x="1598825" y="36823"/>
                  </a:lnTo>
                  <a:lnTo>
                    <a:pt x="1597753" y="37618"/>
                  </a:lnTo>
                  <a:lnTo>
                    <a:pt x="1596682" y="38411"/>
                  </a:lnTo>
                  <a:lnTo>
                    <a:pt x="1595610" y="39204"/>
                  </a:lnTo>
                  <a:lnTo>
                    <a:pt x="1594539" y="39996"/>
                  </a:lnTo>
                  <a:lnTo>
                    <a:pt x="1593467" y="40787"/>
                  </a:lnTo>
                  <a:lnTo>
                    <a:pt x="1592395" y="41577"/>
                  </a:lnTo>
                  <a:lnTo>
                    <a:pt x="1591324" y="42367"/>
                  </a:lnTo>
                  <a:lnTo>
                    <a:pt x="1590252" y="43157"/>
                  </a:lnTo>
                  <a:lnTo>
                    <a:pt x="1589181" y="43945"/>
                  </a:lnTo>
                  <a:lnTo>
                    <a:pt x="1588109" y="44734"/>
                  </a:lnTo>
                  <a:lnTo>
                    <a:pt x="1587037" y="45521"/>
                  </a:lnTo>
                  <a:lnTo>
                    <a:pt x="1585966" y="46308"/>
                  </a:lnTo>
                  <a:lnTo>
                    <a:pt x="1584894" y="47095"/>
                  </a:lnTo>
                  <a:lnTo>
                    <a:pt x="1583823" y="47881"/>
                  </a:lnTo>
                  <a:lnTo>
                    <a:pt x="1582751" y="48666"/>
                  </a:lnTo>
                  <a:lnTo>
                    <a:pt x="1581679" y="49451"/>
                  </a:lnTo>
                  <a:lnTo>
                    <a:pt x="1580608" y="50236"/>
                  </a:lnTo>
                  <a:lnTo>
                    <a:pt x="1579536" y="51020"/>
                  </a:lnTo>
                  <a:lnTo>
                    <a:pt x="1578465" y="51804"/>
                  </a:lnTo>
                  <a:lnTo>
                    <a:pt x="1577393" y="52587"/>
                  </a:lnTo>
                  <a:lnTo>
                    <a:pt x="1576321" y="53370"/>
                  </a:lnTo>
                  <a:lnTo>
                    <a:pt x="1575250" y="54152"/>
                  </a:lnTo>
                  <a:lnTo>
                    <a:pt x="1574178" y="54934"/>
                  </a:lnTo>
                  <a:lnTo>
                    <a:pt x="1573107" y="55716"/>
                  </a:lnTo>
                  <a:lnTo>
                    <a:pt x="1572035" y="56497"/>
                  </a:lnTo>
                  <a:lnTo>
                    <a:pt x="1570963" y="57278"/>
                  </a:lnTo>
                  <a:lnTo>
                    <a:pt x="1569892" y="58059"/>
                  </a:lnTo>
                  <a:lnTo>
                    <a:pt x="1568820" y="58839"/>
                  </a:lnTo>
                  <a:lnTo>
                    <a:pt x="1567749" y="59619"/>
                  </a:lnTo>
                  <a:lnTo>
                    <a:pt x="1566677" y="60399"/>
                  </a:lnTo>
                  <a:lnTo>
                    <a:pt x="1565605" y="61178"/>
                  </a:lnTo>
                  <a:lnTo>
                    <a:pt x="1564534" y="61958"/>
                  </a:lnTo>
                  <a:lnTo>
                    <a:pt x="1563462" y="62736"/>
                  </a:lnTo>
                  <a:lnTo>
                    <a:pt x="1562391" y="63515"/>
                  </a:lnTo>
                  <a:lnTo>
                    <a:pt x="1561319" y="64293"/>
                  </a:lnTo>
                  <a:lnTo>
                    <a:pt x="1560247" y="65071"/>
                  </a:lnTo>
                  <a:lnTo>
                    <a:pt x="1559176" y="65849"/>
                  </a:lnTo>
                  <a:lnTo>
                    <a:pt x="1558104" y="66627"/>
                  </a:lnTo>
                  <a:lnTo>
                    <a:pt x="1557033" y="67404"/>
                  </a:lnTo>
                  <a:lnTo>
                    <a:pt x="1555961" y="68181"/>
                  </a:lnTo>
                  <a:lnTo>
                    <a:pt x="1554889" y="68958"/>
                  </a:lnTo>
                  <a:lnTo>
                    <a:pt x="1553818" y="69735"/>
                  </a:lnTo>
                  <a:lnTo>
                    <a:pt x="1552746" y="70511"/>
                  </a:lnTo>
                  <a:lnTo>
                    <a:pt x="1551675" y="71288"/>
                  </a:lnTo>
                  <a:lnTo>
                    <a:pt x="1550603" y="72064"/>
                  </a:lnTo>
                  <a:lnTo>
                    <a:pt x="1549531" y="72840"/>
                  </a:lnTo>
                  <a:lnTo>
                    <a:pt x="1548460" y="73616"/>
                  </a:lnTo>
                  <a:lnTo>
                    <a:pt x="1547388" y="74391"/>
                  </a:lnTo>
                  <a:lnTo>
                    <a:pt x="1546317" y="75167"/>
                  </a:lnTo>
                  <a:lnTo>
                    <a:pt x="1545245" y="75942"/>
                  </a:lnTo>
                  <a:lnTo>
                    <a:pt x="1544173" y="76717"/>
                  </a:lnTo>
                  <a:lnTo>
                    <a:pt x="1543102" y="77492"/>
                  </a:lnTo>
                  <a:lnTo>
                    <a:pt x="1542030" y="78267"/>
                  </a:lnTo>
                  <a:lnTo>
                    <a:pt x="1540959" y="79042"/>
                  </a:lnTo>
                  <a:lnTo>
                    <a:pt x="1539887" y="79816"/>
                  </a:lnTo>
                  <a:lnTo>
                    <a:pt x="1538815" y="80591"/>
                  </a:lnTo>
                  <a:lnTo>
                    <a:pt x="1537744" y="81365"/>
                  </a:lnTo>
                  <a:lnTo>
                    <a:pt x="1536672" y="82140"/>
                  </a:lnTo>
                  <a:lnTo>
                    <a:pt x="1535601" y="82914"/>
                  </a:lnTo>
                  <a:lnTo>
                    <a:pt x="1534529" y="83688"/>
                  </a:lnTo>
                  <a:lnTo>
                    <a:pt x="1533457" y="84462"/>
                  </a:lnTo>
                  <a:lnTo>
                    <a:pt x="1532386" y="85235"/>
                  </a:lnTo>
                  <a:lnTo>
                    <a:pt x="1531314" y="86009"/>
                  </a:lnTo>
                  <a:lnTo>
                    <a:pt x="1530243" y="86783"/>
                  </a:lnTo>
                  <a:lnTo>
                    <a:pt x="1529171" y="87556"/>
                  </a:lnTo>
                  <a:lnTo>
                    <a:pt x="1528099" y="88329"/>
                  </a:lnTo>
                  <a:lnTo>
                    <a:pt x="1527028" y="89103"/>
                  </a:lnTo>
                  <a:lnTo>
                    <a:pt x="1525956" y="89876"/>
                  </a:lnTo>
                  <a:lnTo>
                    <a:pt x="1524885" y="90649"/>
                  </a:lnTo>
                  <a:lnTo>
                    <a:pt x="1523813" y="91422"/>
                  </a:lnTo>
                  <a:lnTo>
                    <a:pt x="1522741" y="92195"/>
                  </a:lnTo>
                  <a:lnTo>
                    <a:pt x="1521670" y="92968"/>
                  </a:lnTo>
                  <a:lnTo>
                    <a:pt x="1520598" y="93741"/>
                  </a:lnTo>
                  <a:lnTo>
                    <a:pt x="1519527" y="94513"/>
                  </a:lnTo>
                  <a:lnTo>
                    <a:pt x="1518455" y="95286"/>
                  </a:lnTo>
                  <a:lnTo>
                    <a:pt x="1517383" y="96058"/>
                  </a:lnTo>
                  <a:lnTo>
                    <a:pt x="1516312" y="96831"/>
                  </a:lnTo>
                  <a:lnTo>
                    <a:pt x="1515240" y="97603"/>
                  </a:lnTo>
                  <a:lnTo>
                    <a:pt x="1514169" y="98375"/>
                  </a:lnTo>
                  <a:lnTo>
                    <a:pt x="1513097" y="99148"/>
                  </a:lnTo>
                  <a:lnTo>
                    <a:pt x="1512025" y="99920"/>
                  </a:lnTo>
                  <a:lnTo>
                    <a:pt x="1510954" y="100692"/>
                  </a:lnTo>
                  <a:lnTo>
                    <a:pt x="1509882" y="101464"/>
                  </a:lnTo>
                  <a:lnTo>
                    <a:pt x="1508811" y="102236"/>
                  </a:lnTo>
                  <a:lnTo>
                    <a:pt x="1507739" y="103007"/>
                  </a:lnTo>
                  <a:lnTo>
                    <a:pt x="1506667" y="103779"/>
                  </a:lnTo>
                  <a:lnTo>
                    <a:pt x="1505596" y="104551"/>
                  </a:lnTo>
                  <a:lnTo>
                    <a:pt x="1504524" y="105322"/>
                  </a:lnTo>
                  <a:lnTo>
                    <a:pt x="1503453" y="106094"/>
                  </a:lnTo>
                  <a:lnTo>
                    <a:pt x="1502381" y="106865"/>
                  </a:lnTo>
                  <a:lnTo>
                    <a:pt x="1501309" y="107636"/>
                  </a:lnTo>
                  <a:lnTo>
                    <a:pt x="1500238" y="108407"/>
                  </a:lnTo>
                  <a:lnTo>
                    <a:pt x="1499166" y="109179"/>
                  </a:lnTo>
                  <a:lnTo>
                    <a:pt x="1498095" y="109950"/>
                  </a:lnTo>
                  <a:lnTo>
                    <a:pt x="1497023" y="110721"/>
                  </a:lnTo>
                  <a:lnTo>
                    <a:pt x="1495951" y="111491"/>
                  </a:lnTo>
                  <a:lnTo>
                    <a:pt x="1494880" y="112262"/>
                  </a:lnTo>
                  <a:lnTo>
                    <a:pt x="1493808" y="113033"/>
                  </a:lnTo>
                  <a:lnTo>
                    <a:pt x="1492737" y="113803"/>
                  </a:lnTo>
                  <a:lnTo>
                    <a:pt x="1491665" y="114574"/>
                  </a:lnTo>
                  <a:lnTo>
                    <a:pt x="1490593" y="115344"/>
                  </a:lnTo>
                  <a:lnTo>
                    <a:pt x="1489522" y="116114"/>
                  </a:lnTo>
                  <a:lnTo>
                    <a:pt x="1488450" y="116885"/>
                  </a:lnTo>
                  <a:lnTo>
                    <a:pt x="1487379" y="117655"/>
                  </a:lnTo>
                  <a:lnTo>
                    <a:pt x="1486307" y="118425"/>
                  </a:lnTo>
                  <a:lnTo>
                    <a:pt x="1485235" y="119195"/>
                  </a:lnTo>
                  <a:lnTo>
                    <a:pt x="1484164" y="119964"/>
                  </a:lnTo>
                  <a:lnTo>
                    <a:pt x="1483092" y="120734"/>
                  </a:lnTo>
                  <a:lnTo>
                    <a:pt x="1482021" y="121504"/>
                  </a:lnTo>
                  <a:lnTo>
                    <a:pt x="1480949" y="122273"/>
                  </a:lnTo>
                  <a:lnTo>
                    <a:pt x="1479877" y="123042"/>
                  </a:lnTo>
                  <a:lnTo>
                    <a:pt x="1478806" y="123811"/>
                  </a:lnTo>
                  <a:lnTo>
                    <a:pt x="1477734" y="124580"/>
                  </a:lnTo>
                  <a:lnTo>
                    <a:pt x="1476663" y="125349"/>
                  </a:lnTo>
                  <a:lnTo>
                    <a:pt x="1475591" y="126118"/>
                  </a:lnTo>
                  <a:lnTo>
                    <a:pt x="1474519" y="126887"/>
                  </a:lnTo>
                  <a:lnTo>
                    <a:pt x="1473448" y="127655"/>
                  </a:lnTo>
                  <a:lnTo>
                    <a:pt x="1472376" y="128424"/>
                  </a:lnTo>
                  <a:lnTo>
                    <a:pt x="1471305" y="129192"/>
                  </a:lnTo>
                  <a:lnTo>
                    <a:pt x="1470233" y="129960"/>
                  </a:lnTo>
                  <a:lnTo>
                    <a:pt x="1469161" y="130728"/>
                  </a:lnTo>
                  <a:lnTo>
                    <a:pt x="1468090" y="131496"/>
                  </a:lnTo>
                  <a:lnTo>
                    <a:pt x="1467018" y="132264"/>
                  </a:lnTo>
                  <a:lnTo>
                    <a:pt x="1465947" y="133031"/>
                  </a:lnTo>
                  <a:lnTo>
                    <a:pt x="1464875" y="133799"/>
                  </a:lnTo>
                  <a:lnTo>
                    <a:pt x="1463803" y="134566"/>
                  </a:lnTo>
                  <a:lnTo>
                    <a:pt x="1462732" y="135333"/>
                  </a:lnTo>
                  <a:lnTo>
                    <a:pt x="1461660" y="136100"/>
                  </a:lnTo>
                  <a:lnTo>
                    <a:pt x="1460589" y="136866"/>
                  </a:lnTo>
                  <a:lnTo>
                    <a:pt x="1459517" y="137633"/>
                  </a:lnTo>
                  <a:lnTo>
                    <a:pt x="1458445" y="138399"/>
                  </a:lnTo>
                  <a:lnTo>
                    <a:pt x="1457374" y="139165"/>
                  </a:lnTo>
                  <a:lnTo>
                    <a:pt x="1456302" y="139931"/>
                  </a:lnTo>
                  <a:lnTo>
                    <a:pt x="1455231" y="140697"/>
                  </a:lnTo>
                  <a:lnTo>
                    <a:pt x="1454159" y="141463"/>
                  </a:lnTo>
                  <a:lnTo>
                    <a:pt x="1453087" y="142228"/>
                  </a:lnTo>
                  <a:lnTo>
                    <a:pt x="1452016" y="142993"/>
                  </a:lnTo>
                  <a:lnTo>
                    <a:pt x="1450944" y="143758"/>
                  </a:lnTo>
                  <a:lnTo>
                    <a:pt x="1449873" y="144523"/>
                  </a:lnTo>
                  <a:lnTo>
                    <a:pt x="1448801" y="145288"/>
                  </a:lnTo>
                  <a:lnTo>
                    <a:pt x="1447729" y="146052"/>
                  </a:lnTo>
                  <a:lnTo>
                    <a:pt x="1446658" y="146816"/>
                  </a:lnTo>
                  <a:lnTo>
                    <a:pt x="1445586" y="147580"/>
                  </a:lnTo>
                  <a:lnTo>
                    <a:pt x="1444515" y="148344"/>
                  </a:lnTo>
                  <a:lnTo>
                    <a:pt x="1443443" y="149107"/>
                  </a:lnTo>
                  <a:lnTo>
                    <a:pt x="1442371" y="149871"/>
                  </a:lnTo>
                  <a:lnTo>
                    <a:pt x="1441300" y="150634"/>
                  </a:lnTo>
                  <a:lnTo>
                    <a:pt x="1440228" y="151396"/>
                  </a:lnTo>
                  <a:lnTo>
                    <a:pt x="1439157" y="152159"/>
                  </a:lnTo>
                  <a:lnTo>
                    <a:pt x="1438085" y="152921"/>
                  </a:lnTo>
                  <a:lnTo>
                    <a:pt x="1437013" y="153683"/>
                  </a:lnTo>
                  <a:lnTo>
                    <a:pt x="1435942" y="154445"/>
                  </a:lnTo>
                  <a:lnTo>
                    <a:pt x="1434870" y="155206"/>
                  </a:lnTo>
                  <a:lnTo>
                    <a:pt x="1433799" y="155968"/>
                  </a:lnTo>
                  <a:lnTo>
                    <a:pt x="1432727" y="156729"/>
                  </a:lnTo>
                  <a:lnTo>
                    <a:pt x="1431655" y="157489"/>
                  </a:lnTo>
                  <a:lnTo>
                    <a:pt x="1430584" y="158250"/>
                  </a:lnTo>
                  <a:lnTo>
                    <a:pt x="1429512" y="159010"/>
                  </a:lnTo>
                  <a:lnTo>
                    <a:pt x="1428441" y="159770"/>
                  </a:lnTo>
                  <a:lnTo>
                    <a:pt x="1427369" y="160529"/>
                  </a:lnTo>
                  <a:lnTo>
                    <a:pt x="1426297" y="161289"/>
                  </a:lnTo>
                  <a:lnTo>
                    <a:pt x="1425226" y="162048"/>
                  </a:lnTo>
                  <a:lnTo>
                    <a:pt x="1424154" y="162806"/>
                  </a:lnTo>
                  <a:lnTo>
                    <a:pt x="1423083" y="163565"/>
                  </a:lnTo>
                  <a:lnTo>
                    <a:pt x="1422011" y="164323"/>
                  </a:lnTo>
                  <a:lnTo>
                    <a:pt x="1420939" y="165080"/>
                  </a:lnTo>
                  <a:lnTo>
                    <a:pt x="1419868" y="165838"/>
                  </a:lnTo>
                  <a:lnTo>
                    <a:pt x="1418796" y="166595"/>
                  </a:lnTo>
                  <a:lnTo>
                    <a:pt x="1417725" y="167352"/>
                  </a:lnTo>
                  <a:lnTo>
                    <a:pt x="1416653" y="168108"/>
                  </a:lnTo>
                  <a:lnTo>
                    <a:pt x="1415582" y="168864"/>
                  </a:lnTo>
                  <a:lnTo>
                    <a:pt x="1414510" y="169620"/>
                  </a:lnTo>
                  <a:lnTo>
                    <a:pt x="1413438" y="170375"/>
                  </a:lnTo>
                  <a:lnTo>
                    <a:pt x="1412367" y="171130"/>
                  </a:lnTo>
                  <a:lnTo>
                    <a:pt x="1411295" y="171885"/>
                  </a:lnTo>
                  <a:lnTo>
                    <a:pt x="1410224" y="172639"/>
                  </a:lnTo>
                  <a:lnTo>
                    <a:pt x="1409152" y="173393"/>
                  </a:lnTo>
                  <a:lnTo>
                    <a:pt x="1408080" y="174147"/>
                  </a:lnTo>
                  <a:lnTo>
                    <a:pt x="1407009" y="174900"/>
                  </a:lnTo>
                  <a:lnTo>
                    <a:pt x="1405937" y="175653"/>
                  </a:lnTo>
                  <a:lnTo>
                    <a:pt x="1404866" y="176405"/>
                  </a:lnTo>
                  <a:lnTo>
                    <a:pt x="1403794" y="177157"/>
                  </a:lnTo>
                  <a:lnTo>
                    <a:pt x="1402722" y="177909"/>
                  </a:lnTo>
                  <a:lnTo>
                    <a:pt x="1401651" y="178660"/>
                  </a:lnTo>
                  <a:lnTo>
                    <a:pt x="1400579" y="179411"/>
                  </a:lnTo>
                  <a:lnTo>
                    <a:pt x="1399508" y="180162"/>
                  </a:lnTo>
                  <a:lnTo>
                    <a:pt x="1398436" y="180912"/>
                  </a:lnTo>
                  <a:lnTo>
                    <a:pt x="1397364" y="181661"/>
                  </a:lnTo>
                  <a:lnTo>
                    <a:pt x="1396293" y="182410"/>
                  </a:lnTo>
                  <a:lnTo>
                    <a:pt x="1395221" y="183159"/>
                  </a:lnTo>
                  <a:lnTo>
                    <a:pt x="1394150" y="183908"/>
                  </a:lnTo>
                  <a:lnTo>
                    <a:pt x="1393078" y="184656"/>
                  </a:lnTo>
                  <a:lnTo>
                    <a:pt x="1392006" y="185403"/>
                  </a:lnTo>
                  <a:lnTo>
                    <a:pt x="1390935" y="186150"/>
                  </a:lnTo>
                  <a:lnTo>
                    <a:pt x="1389863" y="186897"/>
                  </a:lnTo>
                  <a:lnTo>
                    <a:pt x="1388792" y="187643"/>
                  </a:lnTo>
                  <a:lnTo>
                    <a:pt x="1387720" y="188389"/>
                  </a:lnTo>
                  <a:lnTo>
                    <a:pt x="1386648" y="189134"/>
                  </a:lnTo>
                  <a:lnTo>
                    <a:pt x="1385577" y="189879"/>
                  </a:lnTo>
                  <a:lnTo>
                    <a:pt x="1384505" y="190623"/>
                  </a:lnTo>
                  <a:lnTo>
                    <a:pt x="1383434" y="191367"/>
                  </a:lnTo>
                  <a:lnTo>
                    <a:pt x="1382362" y="192110"/>
                  </a:lnTo>
                  <a:lnTo>
                    <a:pt x="1381290" y="192853"/>
                  </a:lnTo>
                  <a:lnTo>
                    <a:pt x="1380219" y="193596"/>
                  </a:lnTo>
                  <a:lnTo>
                    <a:pt x="1379147" y="194337"/>
                  </a:lnTo>
                  <a:lnTo>
                    <a:pt x="1378076" y="195079"/>
                  </a:lnTo>
                  <a:lnTo>
                    <a:pt x="1377004" y="195820"/>
                  </a:lnTo>
                  <a:lnTo>
                    <a:pt x="1375932" y="196560"/>
                  </a:lnTo>
                  <a:lnTo>
                    <a:pt x="1374861" y="197300"/>
                  </a:lnTo>
                  <a:lnTo>
                    <a:pt x="1373789" y="198039"/>
                  </a:lnTo>
                  <a:lnTo>
                    <a:pt x="1372718" y="198778"/>
                  </a:lnTo>
                  <a:lnTo>
                    <a:pt x="1371646" y="199517"/>
                  </a:lnTo>
                  <a:lnTo>
                    <a:pt x="1370574" y="200254"/>
                  </a:lnTo>
                  <a:lnTo>
                    <a:pt x="1369503" y="200992"/>
                  </a:lnTo>
                  <a:lnTo>
                    <a:pt x="1368431" y="201728"/>
                  </a:lnTo>
                  <a:lnTo>
                    <a:pt x="1367360" y="202465"/>
                  </a:lnTo>
                  <a:lnTo>
                    <a:pt x="1366288" y="203200"/>
                  </a:lnTo>
                  <a:lnTo>
                    <a:pt x="1365216" y="203935"/>
                  </a:lnTo>
                  <a:lnTo>
                    <a:pt x="1364145" y="204670"/>
                  </a:lnTo>
                  <a:lnTo>
                    <a:pt x="1363073" y="205404"/>
                  </a:lnTo>
                  <a:lnTo>
                    <a:pt x="1362002" y="206137"/>
                  </a:lnTo>
                  <a:lnTo>
                    <a:pt x="1360930" y="206870"/>
                  </a:lnTo>
                  <a:lnTo>
                    <a:pt x="1359858" y="207603"/>
                  </a:lnTo>
                  <a:lnTo>
                    <a:pt x="1358787" y="208334"/>
                  </a:lnTo>
                  <a:lnTo>
                    <a:pt x="1357715" y="209065"/>
                  </a:lnTo>
                  <a:lnTo>
                    <a:pt x="1356644" y="209796"/>
                  </a:lnTo>
                  <a:lnTo>
                    <a:pt x="1355572" y="210526"/>
                  </a:lnTo>
                  <a:lnTo>
                    <a:pt x="1354500" y="211255"/>
                  </a:lnTo>
                  <a:lnTo>
                    <a:pt x="1353429" y="211984"/>
                  </a:lnTo>
                  <a:lnTo>
                    <a:pt x="1352357" y="212712"/>
                  </a:lnTo>
                  <a:lnTo>
                    <a:pt x="1351286" y="213440"/>
                  </a:lnTo>
                  <a:lnTo>
                    <a:pt x="1350214" y="214166"/>
                  </a:lnTo>
                  <a:lnTo>
                    <a:pt x="1349142" y="214893"/>
                  </a:lnTo>
                  <a:lnTo>
                    <a:pt x="1348071" y="215618"/>
                  </a:lnTo>
                  <a:lnTo>
                    <a:pt x="1346999" y="216344"/>
                  </a:lnTo>
                  <a:lnTo>
                    <a:pt x="1345928" y="217068"/>
                  </a:lnTo>
                  <a:lnTo>
                    <a:pt x="1344856" y="217792"/>
                  </a:lnTo>
                  <a:lnTo>
                    <a:pt x="1343784" y="218515"/>
                  </a:lnTo>
                  <a:lnTo>
                    <a:pt x="1342713" y="219237"/>
                  </a:lnTo>
                  <a:lnTo>
                    <a:pt x="1341641" y="219959"/>
                  </a:lnTo>
                  <a:lnTo>
                    <a:pt x="1340570" y="220680"/>
                  </a:lnTo>
                  <a:lnTo>
                    <a:pt x="1339498" y="221401"/>
                  </a:lnTo>
                  <a:lnTo>
                    <a:pt x="1338426" y="222121"/>
                  </a:lnTo>
                  <a:lnTo>
                    <a:pt x="1337355" y="222840"/>
                  </a:lnTo>
                  <a:lnTo>
                    <a:pt x="1336283" y="223559"/>
                  </a:lnTo>
                  <a:lnTo>
                    <a:pt x="1335212" y="224277"/>
                  </a:lnTo>
                  <a:lnTo>
                    <a:pt x="1334140" y="224994"/>
                  </a:lnTo>
                  <a:lnTo>
                    <a:pt x="1333068" y="225710"/>
                  </a:lnTo>
                  <a:lnTo>
                    <a:pt x="1331997" y="226426"/>
                  </a:lnTo>
                  <a:lnTo>
                    <a:pt x="1330925" y="227141"/>
                  </a:lnTo>
                  <a:lnTo>
                    <a:pt x="1329854" y="227856"/>
                  </a:lnTo>
                  <a:lnTo>
                    <a:pt x="1328782" y="228569"/>
                  </a:lnTo>
                  <a:lnTo>
                    <a:pt x="1327710" y="229282"/>
                  </a:lnTo>
                  <a:lnTo>
                    <a:pt x="1326639" y="229995"/>
                  </a:lnTo>
                  <a:lnTo>
                    <a:pt x="1325567" y="230706"/>
                  </a:lnTo>
                  <a:lnTo>
                    <a:pt x="1324496" y="231417"/>
                  </a:lnTo>
                  <a:lnTo>
                    <a:pt x="1323424" y="232127"/>
                  </a:lnTo>
                  <a:lnTo>
                    <a:pt x="1322352" y="232837"/>
                  </a:lnTo>
                  <a:lnTo>
                    <a:pt x="1321281" y="233546"/>
                  </a:lnTo>
                  <a:lnTo>
                    <a:pt x="1320209" y="234253"/>
                  </a:lnTo>
                  <a:lnTo>
                    <a:pt x="1319138" y="234961"/>
                  </a:lnTo>
                  <a:lnTo>
                    <a:pt x="1318066" y="235667"/>
                  </a:lnTo>
                  <a:lnTo>
                    <a:pt x="1316994" y="236373"/>
                  </a:lnTo>
                  <a:lnTo>
                    <a:pt x="1315923" y="237078"/>
                  </a:lnTo>
                  <a:lnTo>
                    <a:pt x="1314851" y="237782"/>
                  </a:lnTo>
                  <a:lnTo>
                    <a:pt x="1313780" y="238486"/>
                  </a:lnTo>
                  <a:lnTo>
                    <a:pt x="1312708" y="239188"/>
                  </a:lnTo>
                  <a:lnTo>
                    <a:pt x="1311636" y="239890"/>
                  </a:lnTo>
                  <a:lnTo>
                    <a:pt x="1310565" y="240592"/>
                  </a:lnTo>
                  <a:lnTo>
                    <a:pt x="1309493" y="241292"/>
                  </a:lnTo>
                  <a:lnTo>
                    <a:pt x="1308422" y="241992"/>
                  </a:lnTo>
                  <a:lnTo>
                    <a:pt x="1307350" y="242690"/>
                  </a:lnTo>
                  <a:lnTo>
                    <a:pt x="1306278" y="243389"/>
                  </a:lnTo>
                  <a:lnTo>
                    <a:pt x="1305207" y="244086"/>
                  </a:lnTo>
                  <a:lnTo>
                    <a:pt x="1304135" y="244782"/>
                  </a:lnTo>
                  <a:lnTo>
                    <a:pt x="1303064" y="245478"/>
                  </a:lnTo>
                  <a:lnTo>
                    <a:pt x="1301992" y="246173"/>
                  </a:lnTo>
                  <a:lnTo>
                    <a:pt x="1300920" y="246867"/>
                  </a:lnTo>
                  <a:lnTo>
                    <a:pt x="1299849" y="247560"/>
                  </a:lnTo>
                  <a:lnTo>
                    <a:pt x="1298777" y="248253"/>
                  </a:lnTo>
                  <a:lnTo>
                    <a:pt x="1297706" y="248944"/>
                  </a:lnTo>
                  <a:lnTo>
                    <a:pt x="1296634" y="249635"/>
                  </a:lnTo>
                  <a:lnTo>
                    <a:pt x="1295562" y="250325"/>
                  </a:lnTo>
                  <a:lnTo>
                    <a:pt x="1294491" y="251014"/>
                  </a:lnTo>
                  <a:lnTo>
                    <a:pt x="1293419" y="251703"/>
                  </a:lnTo>
                  <a:lnTo>
                    <a:pt x="1292348" y="252390"/>
                  </a:lnTo>
                  <a:lnTo>
                    <a:pt x="1291276" y="253077"/>
                  </a:lnTo>
                  <a:lnTo>
                    <a:pt x="1290204" y="253762"/>
                  </a:lnTo>
                  <a:lnTo>
                    <a:pt x="1289133" y="254447"/>
                  </a:lnTo>
                  <a:lnTo>
                    <a:pt x="1288061" y="255131"/>
                  </a:lnTo>
                  <a:lnTo>
                    <a:pt x="1286990" y="255815"/>
                  </a:lnTo>
                  <a:lnTo>
                    <a:pt x="1285918" y="256497"/>
                  </a:lnTo>
                  <a:lnTo>
                    <a:pt x="1284846" y="257179"/>
                  </a:lnTo>
                  <a:lnTo>
                    <a:pt x="1283775" y="257859"/>
                  </a:lnTo>
                  <a:lnTo>
                    <a:pt x="1282703" y="258539"/>
                  </a:lnTo>
                  <a:lnTo>
                    <a:pt x="1281632" y="259218"/>
                  </a:lnTo>
                  <a:lnTo>
                    <a:pt x="1280560" y="259896"/>
                  </a:lnTo>
                  <a:lnTo>
                    <a:pt x="1279488" y="260573"/>
                  </a:lnTo>
                  <a:lnTo>
                    <a:pt x="1278417" y="261249"/>
                  </a:lnTo>
                  <a:lnTo>
                    <a:pt x="1277345" y="261925"/>
                  </a:lnTo>
                  <a:lnTo>
                    <a:pt x="1276274" y="262599"/>
                  </a:lnTo>
                  <a:lnTo>
                    <a:pt x="1275202" y="263273"/>
                  </a:lnTo>
                  <a:lnTo>
                    <a:pt x="1274130" y="263945"/>
                  </a:lnTo>
                  <a:lnTo>
                    <a:pt x="1273059" y="264617"/>
                  </a:lnTo>
                  <a:lnTo>
                    <a:pt x="1271987" y="265288"/>
                  </a:lnTo>
                  <a:lnTo>
                    <a:pt x="1270916" y="265958"/>
                  </a:lnTo>
                  <a:lnTo>
                    <a:pt x="1269844" y="266627"/>
                  </a:lnTo>
                  <a:lnTo>
                    <a:pt x="1268772" y="267295"/>
                  </a:lnTo>
                  <a:lnTo>
                    <a:pt x="1267701" y="267962"/>
                  </a:lnTo>
                  <a:lnTo>
                    <a:pt x="1266629" y="268629"/>
                  </a:lnTo>
                  <a:lnTo>
                    <a:pt x="1265558" y="269294"/>
                  </a:lnTo>
                  <a:lnTo>
                    <a:pt x="1264486" y="269958"/>
                  </a:lnTo>
                  <a:lnTo>
                    <a:pt x="1263414" y="270622"/>
                  </a:lnTo>
                  <a:lnTo>
                    <a:pt x="1262343" y="271285"/>
                  </a:lnTo>
                  <a:lnTo>
                    <a:pt x="1261271" y="271946"/>
                  </a:lnTo>
                  <a:lnTo>
                    <a:pt x="1260200" y="272607"/>
                  </a:lnTo>
                  <a:lnTo>
                    <a:pt x="1259128" y="273267"/>
                  </a:lnTo>
                  <a:lnTo>
                    <a:pt x="1258056" y="273925"/>
                  </a:lnTo>
                  <a:lnTo>
                    <a:pt x="1256985" y="274583"/>
                  </a:lnTo>
                  <a:lnTo>
                    <a:pt x="1255913" y="275240"/>
                  </a:lnTo>
                  <a:lnTo>
                    <a:pt x="1254842" y="275896"/>
                  </a:lnTo>
                  <a:lnTo>
                    <a:pt x="1253770" y="276551"/>
                  </a:lnTo>
                  <a:lnTo>
                    <a:pt x="1252698" y="277205"/>
                  </a:lnTo>
                  <a:lnTo>
                    <a:pt x="1251627" y="277858"/>
                  </a:lnTo>
                  <a:lnTo>
                    <a:pt x="1250555" y="278510"/>
                  </a:lnTo>
                  <a:lnTo>
                    <a:pt x="1249484" y="279161"/>
                  </a:lnTo>
                  <a:lnTo>
                    <a:pt x="1248412" y="279811"/>
                  </a:lnTo>
                  <a:lnTo>
                    <a:pt x="1247340" y="280460"/>
                  </a:lnTo>
                  <a:lnTo>
                    <a:pt x="1246269" y="281108"/>
                  </a:lnTo>
                  <a:lnTo>
                    <a:pt x="1245197" y="281755"/>
                  </a:lnTo>
                  <a:lnTo>
                    <a:pt x="1244126" y="282401"/>
                  </a:lnTo>
                  <a:lnTo>
                    <a:pt x="1243054" y="283047"/>
                  </a:lnTo>
                  <a:lnTo>
                    <a:pt x="1241983" y="283691"/>
                  </a:lnTo>
                  <a:lnTo>
                    <a:pt x="1240911" y="284334"/>
                  </a:lnTo>
                  <a:lnTo>
                    <a:pt x="1239839" y="284976"/>
                  </a:lnTo>
                  <a:lnTo>
                    <a:pt x="1238768" y="285617"/>
                  </a:lnTo>
                  <a:lnTo>
                    <a:pt x="1237696" y="286257"/>
                  </a:lnTo>
                  <a:lnTo>
                    <a:pt x="1236625" y="286896"/>
                  </a:lnTo>
                  <a:lnTo>
                    <a:pt x="1235553" y="287534"/>
                  </a:lnTo>
                  <a:lnTo>
                    <a:pt x="1234481" y="288171"/>
                  </a:lnTo>
                  <a:lnTo>
                    <a:pt x="1233410" y="288808"/>
                  </a:lnTo>
                  <a:lnTo>
                    <a:pt x="1232338" y="289443"/>
                  </a:lnTo>
                  <a:lnTo>
                    <a:pt x="1231267" y="290077"/>
                  </a:lnTo>
                  <a:lnTo>
                    <a:pt x="1230195" y="290710"/>
                  </a:lnTo>
                  <a:lnTo>
                    <a:pt x="1229123" y="291341"/>
                  </a:lnTo>
                  <a:lnTo>
                    <a:pt x="1228052" y="291972"/>
                  </a:lnTo>
                  <a:lnTo>
                    <a:pt x="1226980" y="292602"/>
                  </a:lnTo>
                  <a:lnTo>
                    <a:pt x="1225909" y="293231"/>
                  </a:lnTo>
                  <a:lnTo>
                    <a:pt x="1224837" y="293859"/>
                  </a:lnTo>
                  <a:lnTo>
                    <a:pt x="1223765" y="294486"/>
                  </a:lnTo>
                  <a:lnTo>
                    <a:pt x="1222694" y="295111"/>
                  </a:lnTo>
                  <a:lnTo>
                    <a:pt x="1221622" y="295736"/>
                  </a:lnTo>
                  <a:lnTo>
                    <a:pt x="1220551" y="296360"/>
                  </a:lnTo>
                  <a:lnTo>
                    <a:pt x="1219479" y="296982"/>
                  </a:lnTo>
                  <a:lnTo>
                    <a:pt x="1218407" y="297604"/>
                  </a:lnTo>
                  <a:lnTo>
                    <a:pt x="1217336" y="298224"/>
                  </a:lnTo>
                  <a:lnTo>
                    <a:pt x="1216264" y="298844"/>
                  </a:lnTo>
                  <a:lnTo>
                    <a:pt x="1215193" y="299462"/>
                  </a:lnTo>
                  <a:lnTo>
                    <a:pt x="1214121" y="300079"/>
                  </a:lnTo>
                  <a:lnTo>
                    <a:pt x="1213049" y="300695"/>
                  </a:lnTo>
                  <a:lnTo>
                    <a:pt x="1211978" y="301310"/>
                  </a:lnTo>
                  <a:lnTo>
                    <a:pt x="1210906" y="301924"/>
                  </a:lnTo>
                  <a:lnTo>
                    <a:pt x="1209835" y="302537"/>
                  </a:lnTo>
                  <a:lnTo>
                    <a:pt x="1208763" y="303149"/>
                  </a:lnTo>
                  <a:lnTo>
                    <a:pt x="1207691" y="303760"/>
                  </a:lnTo>
                  <a:lnTo>
                    <a:pt x="1206620" y="304370"/>
                  </a:lnTo>
                  <a:lnTo>
                    <a:pt x="1205548" y="304978"/>
                  </a:lnTo>
                  <a:lnTo>
                    <a:pt x="1204477" y="305586"/>
                  </a:lnTo>
                  <a:lnTo>
                    <a:pt x="1203405" y="306192"/>
                  </a:lnTo>
                  <a:lnTo>
                    <a:pt x="1202333" y="306798"/>
                  </a:lnTo>
                  <a:lnTo>
                    <a:pt x="1201262" y="307402"/>
                  </a:lnTo>
                  <a:lnTo>
                    <a:pt x="1200190" y="308005"/>
                  </a:lnTo>
                  <a:lnTo>
                    <a:pt x="1199119" y="308607"/>
                  </a:lnTo>
                  <a:lnTo>
                    <a:pt x="1198047" y="309208"/>
                  </a:lnTo>
                  <a:lnTo>
                    <a:pt x="1196975" y="309808"/>
                  </a:lnTo>
                  <a:lnTo>
                    <a:pt x="1195904" y="310407"/>
                  </a:lnTo>
                  <a:lnTo>
                    <a:pt x="1194832" y="311005"/>
                  </a:lnTo>
                  <a:lnTo>
                    <a:pt x="1193761" y="311601"/>
                  </a:lnTo>
                  <a:lnTo>
                    <a:pt x="1192689" y="312197"/>
                  </a:lnTo>
                  <a:lnTo>
                    <a:pt x="1191617" y="312791"/>
                  </a:lnTo>
                  <a:lnTo>
                    <a:pt x="1190546" y="313384"/>
                  </a:lnTo>
                  <a:lnTo>
                    <a:pt x="1189474" y="313976"/>
                  </a:lnTo>
                  <a:lnTo>
                    <a:pt x="1188403" y="314567"/>
                  </a:lnTo>
                  <a:lnTo>
                    <a:pt x="1187331" y="315157"/>
                  </a:lnTo>
                  <a:lnTo>
                    <a:pt x="1186259" y="315746"/>
                  </a:lnTo>
                  <a:lnTo>
                    <a:pt x="1185188" y="316333"/>
                  </a:lnTo>
                  <a:lnTo>
                    <a:pt x="1184116" y="316920"/>
                  </a:lnTo>
                  <a:lnTo>
                    <a:pt x="1183045" y="317505"/>
                  </a:lnTo>
                  <a:lnTo>
                    <a:pt x="1181973" y="318090"/>
                  </a:lnTo>
                  <a:lnTo>
                    <a:pt x="1180901" y="318673"/>
                  </a:lnTo>
                  <a:lnTo>
                    <a:pt x="1179830" y="319255"/>
                  </a:lnTo>
                  <a:lnTo>
                    <a:pt x="1178758" y="319836"/>
                  </a:lnTo>
                  <a:lnTo>
                    <a:pt x="1177687" y="320415"/>
                  </a:lnTo>
                  <a:lnTo>
                    <a:pt x="1176615" y="320994"/>
                  </a:lnTo>
                  <a:lnTo>
                    <a:pt x="1175543" y="321571"/>
                  </a:lnTo>
                  <a:lnTo>
                    <a:pt x="1174472" y="322148"/>
                  </a:lnTo>
                  <a:lnTo>
                    <a:pt x="1173400" y="322723"/>
                  </a:lnTo>
                  <a:lnTo>
                    <a:pt x="1172329" y="323297"/>
                  </a:lnTo>
                  <a:lnTo>
                    <a:pt x="1171257" y="323870"/>
                  </a:lnTo>
                  <a:lnTo>
                    <a:pt x="1170185" y="324442"/>
                  </a:lnTo>
                  <a:lnTo>
                    <a:pt x="1169114" y="325012"/>
                  </a:lnTo>
                  <a:lnTo>
                    <a:pt x="1168042" y="325582"/>
                  </a:lnTo>
                  <a:lnTo>
                    <a:pt x="1166971" y="326150"/>
                  </a:lnTo>
                  <a:lnTo>
                    <a:pt x="1165899" y="326717"/>
                  </a:lnTo>
                  <a:lnTo>
                    <a:pt x="1164827" y="327283"/>
                  </a:lnTo>
                  <a:lnTo>
                    <a:pt x="1163756" y="327848"/>
                  </a:lnTo>
                  <a:lnTo>
                    <a:pt x="1162684" y="328412"/>
                  </a:lnTo>
                  <a:lnTo>
                    <a:pt x="1161613" y="328975"/>
                  </a:lnTo>
                  <a:lnTo>
                    <a:pt x="1160541" y="329536"/>
                  </a:lnTo>
                  <a:lnTo>
                    <a:pt x="1159469" y="330096"/>
                  </a:lnTo>
                  <a:lnTo>
                    <a:pt x="1158398" y="330655"/>
                  </a:lnTo>
                  <a:lnTo>
                    <a:pt x="1157326" y="331213"/>
                  </a:lnTo>
                  <a:lnTo>
                    <a:pt x="1156255" y="331770"/>
                  </a:lnTo>
                  <a:lnTo>
                    <a:pt x="1155183" y="332326"/>
                  </a:lnTo>
                  <a:lnTo>
                    <a:pt x="1154111" y="332880"/>
                  </a:lnTo>
                  <a:lnTo>
                    <a:pt x="1153040" y="333434"/>
                  </a:lnTo>
                  <a:lnTo>
                    <a:pt x="1151968" y="333986"/>
                  </a:lnTo>
                  <a:lnTo>
                    <a:pt x="1150897" y="334537"/>
                  </a:lnTo>
                  <a:lnTo>
                    <a:pt x="1149825" y="335087"/>
                  </a:lnTo>
                  <a:lnTo>
                    <a:pt x="1148753" y="335636"/>
                  </a:lnTo>
                  <a:lnTo>
                    <a:pt x="1147682" y="336183"/>
                  </a:lnTo>
                  <a:lnTo>
                    <a:pt x="1146610" y="336729"/>
                  </a:lnTo>
                  <a:lnTo>
                    <a:pt x="1145539" y="337275"/>
                  </a:lnTo>
                  <a:lnTo>
                    <a:pt x="1144467" y="337819"/>
                  </a:lnTo>
                  <a:lnTo>
                    <a:pt x="1143395" y="338362"/>
                  </a:lnTo>
                  <a:lnTo>
                    <a:pt x="1142324" y="338903"/>
                  </a:lnTo>
                  <a:lnTo>
                    <a:pt x="1141252" y="339444"/>
                  </a:lnTo>
                  <a:lnTo>
                    <a:pt x="1140181" y="339983"/>
                  </a:lnTo>
                  <a:lnTo>
                    <a:pt x="1139109" y="340521"/>
                  </a:lnTo>
                  <a:lnTo>
                    <a:pt x="1138037" y="341059"/>
                  </a:lnTo>
                  <a:lnTo>
                    <a:pt x="1136966" y="341594"/>
                  </a:lnTo>
                  <a:lnTo>
                    <a:pt x="1135894" y="342129"/>
                  </a:lnTo>
                  <a:lnTo>
                    <a:pt x="1134823" y="342663"/>
                  </a:lnTo>
                  <a:lnTo>
                    <a:pt x="1133751" y="343195"/>
                  </a:lnTo>
                  <a:lnTo>
                    <a:pt x="1132679" y="343726"/>
                  </a:lnTo>
                  <a:lnTo>
                    <a:pt x="1131608" y="344256"/>
                  </a:lnTo>
                  <a:lnTo>
                    <a:pt x="1130536" y="344785"/>
                  </a:lnTo>
                  <a:lnTo>
                    <a:pt x="1129465" y="345313"/>
                  </a:lnTo>
                  <a:lnTo>
                    <a:pt x="1128393" y="345840"/>
                  </a:lnTo>
                  <a:lnTo>
                    <a:pt x="1127321" y="346365"/>
                  </a:lnTo>
                  <a:lnTo>
                    <a:pt x="1126250" y="346889"/>
                  </a:lnTo>
                  <a:lnTo>
                    <a:pt x="1125178" y="347412"/>
                  </a:lnTo>
                  <a:lnTo>
                    <a:pt x="1124107" y="347934"/>
                  </a:lnTo>
                  <a:lnTo>
                    <a:pt x="1123035" y="348455"/>
                  </a:lnTo>
                  <a:lnTo>
                    <a:pt x="1121963" y="348975"/>
                  </a:lnTo>
                  <a:lnTo>
                    <a:pt x="1120892" y="349493"/>
                  </a:lnTo>
                  <a:lnTo>
                    <a:pt x="1119820" y="350011"/>
                  </a:lnTo>
                  <a:lnTo>
                    <a:pt x="1118749" y="350527"/>
                  </a:lnTo>
                  <a:lnTo>
                    <a:pt x="1117677" y="351042"/>
                  </a:lnTo>
                  <a:lnTo>
                    <a:pt x="1116605" y="351556"/>
                  </a:lnTo>
                  <a:lnTo>
                    <a:pt x="1115534" y="352069"/>
                  </a:lnTo>
                  <a:lnTo>
                    <a:pt x="1114462" y="352581"/>
                  </a:lnTo>
                  <a:lnTo>
                    <a:pt x="1113391" y="353091"/>
                  </a:lnTo>
                  <a:lnTo>
                    <a:pt x="1112319" y="353601"/>
                  </a:lnTo>
                  <a:lnTo>
                    <a:pt x="1111247" y="354110"/>
                  </a:lnTo>
                  <a:lnTo>
                    <a:pt x="1110176" y="354617"/>
                  </a:lnTo>
                  <a:lnTo>
                    <a:pt x="1109104" y="355124"/>
                  </a:lnTo>
                  <a:lnTo>
                    <a:pt x="1108033" y="355629"/>
                  </a:lnTo>
                  <a:lnTo>
                    <a:pt x="1106961" y="356134"/>
                  </a:lnTo>
                  <a:lnTo>
                    <a:pt x="1105889" y="356637"/>
                  </a:lnTo>
                  <a:lnTo>
                    <a:pt x="1104818" y="357139"/>
                  </a:lnTo>
                  <a:lnTo>
                    <a:pt x="1103746" y="357641"/>
                  </a:lnTo>
                  <a:lnTo>
                    <a:pt x="1102675" y="358141"/>
                  </a:lnTo>
                  <a:lnTo>
                    <a:pt x="1101603" y="358640"/>
                  </a:lnTo>
                  <a:lnTo>
                    <a:pt x="1100531" y="359139"/>
                  </a:lnTo>
                  <a:lnTo>
                    <a:pt x="1099460" y="359636"/>
                  </a:lnTo>
                  <a:lnTo>
                    <a:pt x="1098388" y="360132"/>
                  </a:lnTo>
                  <a:lnTo>
                    <a:pt x="1097317" y="360628"/>
                  </a:lnTo>
                  <a:lnTo>
                    <a:pt x="1096245" y="361122"/>
                  </a:lnTo>
                  <a:lnTo>
                    <a:pt x="1095173" y="361615"/>
                  </a:lnTo>
                  <a:lnTo>
                    <a:pt x="1094102" y="362108"/>
                  </a:lnTo>
                  <a:lnTo>
                    <a:pt x="1093030" y="362600"/>
                  </a:lnTo>
                  <a:lnTo>
                    <a:pt x="1091959" y="363090"/>
                  </a:lnTo>
                  <a:lnTo>
                    <a:pt x="1090887" y="363580"/>
                  </a:lnTo>
                  <a:lnTo>
                    <a:pt x="1089815" y="364069"/>
                  </a:lnTo>
                  <a:lnTo>
                    <a:pt x="1088744" y="364556"/>
                  </a:lnTo>
                  <a:lnTo>
                    <a:pt x="1087672" y="365043"/>
                  </a:lnTo>
                  <a:lnTo>
                    <a:pt x="1086601" y="365529"/>
                  </a:lnTo>
                  <a:lnTo>
                    <a:pt x="1085529" y="366014"/>
                  </a:lnTo>
                  <a:lnTo>
                    <a:pt x="1084457" y="366499"/>
                  </a:lnTo>
                  <a:lnTo>
                    <a:pt x="1083386" y="366982"/>
                  </a:lnTo>
                  <a:lnTo>
                    <a:pt x="1082314" y="367464"/>
                  </a:lnTo>
                  <a:lnTo>
                    <a:pt x="1081243" y="367946"/>
                  </a:lnTo>
                  <a:lnTo>
                    <a:pt x="1080171" y="368427"/>
                  </a:lnTo>
                  <a:lnTo>
                    <a:pt x="1079099" y="368907"/>
                  </a:lnTo>
                  <a:lnTo>
                    <a:pt x="1078028" y="369386"/>
                  </a:lnTo>
                  <a:lnTo>
                    <a:pt x="1076956" y="369864"/>
                  </a:lnTo>
                  <a:lnTo>
                    <a:pt x="1075885" y="370341"/>
                  </a:lnTo>
                  <a:lnTo>
                    <a:pt x="1074813" y="370818"/>
                  </a:lnTo>
                  <a:lnTo>
                    <a:pt x="1073741" y="371294"/>
                  </a:lnTo>
                  <a:lnTo>
                    <a:pt x="1072670" y="371769"/>
                  </a:lnTo>
                  <a:lnTo>
                    <a:pt x="1071598" y="372243"/>
                  </a:lnTo>
                  <a:lnTo>
                    <a:pt x="1070527" y="372716"/>
                  </a:lnTo>
                  <a:lnTo>
                    <a:pt x="1069455" y="373189"/>
                  </a:lnTo>
                  <a:lnTo>
                    <a:pt x="1068383" y="373661"/>
                  </a:lnTo>
                  <a:lnTo>
                    <a:pt x="1067312" y="374132"/>
                  </a:lnTo>
                  <a:lnTo>
                    <a:pt x="1066240" y="374602"/>
                  </a:lnTo>
                  <a:lnTo>
                    <a:pt x="1065169" y="375072"/>
                  </a:lnTo>
                  <a:lnTo>
                    <a:pt x="1064097" y="375540"/>
                  </a:lnTo>
                  <a:lnTo>
                    <a:pt x="1063026" y="376008"/>
                  </a:lnTo>
                  <a:lnTo>
                    <a:pt x="1061954" y="376476"/>
                  </a:lnTo>
                  <a:lnTo>
                    <a:pt x="1060882" y="376942"/>
                  </a:lnTo>
                  <a:lnTo>
                    <a:pt x="1059811" y="377408"/>
                  </a:lnTo>
                  <a:lnTo>
                    <a:pt x="1058739" y="377873"/>
                  </a:lnTo>
                  <a:lnTo>
                    <a:pt x="1057668" y="378338"/>
                  </a:lnTo>
                  <a:lnTo>
                    <a:pt x="1056596" y="378802"/>
                  </a:lnTo>
                  <a:lnTo>
                    <a:pt x="1055524" y="379265"/>
                  </a:lnTo>
                  <a:lnTo>
                    <a:pt x="1054453" y="379727"/>
                  </a:lnTo>
                  <a:lnTo>
                    <a:pt x="1053381" y="380189"/>
                  </a:lnTo>
                  <a:lnTo>
                    <a:pt x="1052310" y="380650"/>
                  </a:lnTo>
                  <a:lnTo>
                    <a:pt x="1051238" y="381111"/>
                  </a:lnTo>
                  <a:lnTo>
                    <a:pt x="1050166" y="381570"/>
                  </a:lnTo>
                  <a:lnTo>
                    <a:pt x="1049095" y="382029"/>
                  </a:lnTo>
                  <a:lnTo>
                    <a:pt x="1048023" y="382488"/>
                  </a:lnTo>
                  <a:lnTo>
                    <a:pt x="1046952" y="382946"/>
                  </a:lnTo>
                  <a:lnTo>
                    <a:pt x="1045880" y="383403"/>
                  </a:lnTo>
                  <a:lnTo>
                    <a:pt x="1044808" y="383860"/>
                  </a:lnTo>
                  <a:lnTo>
                    <a:pt x="1043737" y="384316"/>
                  </a:lnTo>
                  <a:lnTo>
                    <a:pt x="1042665" y="384771"/>
                  </a:lnTo>
                  <a:lnTo>
                    <a:pt x="1041594" y="385226"/>
                  </a:lnTo>
                  <a:lnTo>
                    <a:pt x="1040522" y="385681"/>
                  </a:lnTo>
                  <a:lnTo>
                    <a:pt x="1039450" y="386134"/>
                  </a:lnTo>
                  <a:lnTo>
                    <a:pt x="1038379" y="386588"/>
                  </a:lnTo>
                  <a:lnTo>
                    <a:pt x="1037307" y="387040"/>
                  </a:lnTo>
                  <a:lnTo>
                    <a:pt x="1036236" y="387492"/>
                  </a:lnTo>
                  <a:lnTo>
                    <a:pt x="1035164" y="387944"/>
                  </a:lnTo>
                  <a:lnTo>
                    <a:pt x="1034092" y="388395"/>
                  </a:lnTo>
                  <a:lnTo>
                    <a:pt x="1033021" y="388845"/>
                  </a:lnTo>
                  <a:lnTo>
                    <a:pt x="1031949" y="389295"/>
                  </a:lnTo>
                  <a:lnTo>
                    <a:pt x="1030878" y="389745"/>
                  </a:lnTo>
                  <a:lnTo>
                    <a:pt x="1029806" y="390194"/>
                  </a:lnTo>
                  <a:lnTo>
                    <a:pt x="1028734" y="390642"/>
                  </a:lnTo>
                  <a:lnTo>
                    <a:pt x="1027663" y="391090"/>
                  </a:lnTo>
                  <a:lnTo>
                    <a:pt x="1026591" y="391538"/>
                  </a:lnTo>
                  <a:lnTo>
                    <a:pt x="1025520" y="391985"/>
                  </a:lnTo>
                  <a:lnTo>
                    <a:pt x="1024448" y="392431"/>
                  </a:lnTo>
                  <a:lnTo>
                    <a:pt x="1023376" y="392877"/>
                  </a:lnTo>
                  <a:lnTo>
                    <a:pt x="1022305" y="393323"/>
                  </a:lnTo>
                  <a:lnTo>
                    <a:pt x="1021233" y="393768"/>
                  </a:lnTo>
                  <a:lnTo>
                    <a:pt x="1020162" y="394213"/>
                  </a:lnTo>
                  <a:lnTo>
                    <a:pt x="1019090" y="394658"/>
                  </a:lnTo>
                  <a:lnTo>
                    <a:pt x="1018018" y="395102"/>
                  </a:lnTo>
                  <a:lnTo>
                    <a:pt x="1016947" y="395545"/>
                  </a:lnTo>
                  <a:lnTo>
                    <a:pt x="1015875" y="395988"/>
                  </a:lnTo>
                  <a:lnTo>
                    <a:pt x="1014804" y="396431"/>
                  </a:lnTo>
                  <a:lnTo>
                    <a:pt x="1013732" y="396874"/>
                  </a:lnTo>
                  <a:lnTo>
                    <a:pt x="1012660" y="397316"/>
                  </a:lnTo>
                  <a:lnTo>
                    <a:pt x="1011589" y="397757"/>
                  </a:lnTo>
                  <a:lnTo>
                    <a:pt x="1010517" y="398199"/>
                  </a:lnTo>
                  <a:lnTo>
                    <a:pt x="1009446" y="398640"/>
                  </a:lnTo>
                  <a:lnTo>
                    <a:pt x="1008374" y="399080"/>
                  </a:lnTo>
                  <a:lnTo>
                    <a:pt x="1007302" y="399521"/>
                  </a:lnTo>
                  <a:lnTo>
                    <a:pt x="1006231" y="399961"/>
                  </a:lnTo>
                  <a:lnTo>
                    <a:pt x="1005159" y="400400"/>
                  </a:lnTo>
                  <a:lnTo>
                    <a:pt x="1004088" y="400840"/>
                  </a:lnTo>
                  <a:lnTo>
                    <a:pt x="1003016" y="401279"/>
                  </a:lnTo>
                  <a:lnTo>
                    <a:pt x="1001944" y="401717"/>
                  </a:lnTo>
                  <a:lnTo>
                    <a:pt x="1000873" y="402156"/>
                  </a:lnTo>
                  <a:lnTo>
                    <a:pt x="999801" y="402594"/>
                  </a:lnTo>
                  <a:lnTo>
                    <a:pt x="998730" y="403032"/>
                  </a:lnTo>
                  <a:lnTo>
                    <a:pt x="997658" y="403469"/>
                  </a:lnTo>
                  <a:lnTo>
                    <a:pt x="996586" y="403907"/>
                  </a:lnTo>
                  <a:lnTo>
                    <a:pt x="995515" y="404344"/>
                  </a:lnTo>
                  <a:lnTo>
                    <a:pt x="994443" y="404781"/>
                  </a:lnTo>
                  <a:lnTo>
                    <a:pt x="993372" y="405218"/>
                  </a:lnTo>
                  <a:lnTo>
                    <a:pt x="992300" y="405654"/>
                  </a:lnTo>
                  <a:lnTo>
                    <a:pt x="991228" y="406090"/>
                  </a:lnTo>
                  <a:lnTo>
                    <a:pt x="990157" y="406526"/>
                  </a:lnTo>
                  <a:lnTo>
                    <a:pt x="989085" y="406962"/>
                  </a:lnTo>
                  <a:lnTo>
                    <a:pt x="988014" y="407398"/>
                  </a:lnTo>
                  <a:lnTo>
                    <a:pt x="986942" y="407833"/>
                  </a:lnTo>
                  <a:lnTo>
                    <a:pt x="985870" y="408269"/>
                  </a:lnTo>
                  <a:lnTo>
                    <a:pt x="984799" y="408704"/>
                  </a:lnTo>
                  <a:lnTo>
                    <a:pt x="983727" y="409139"/>
                  </a:lnTo>
                  <a:lnTo>
                    <a:pt x="982656" y="409574"/>
                  </a:lnTo>
                  <a:lnTo>
                    <a:pt x="981584" y="410008"/>
                  </a:lnTo>
                  <a:lnTo>
                    <a:pt x="980512" y="410443"/>
                  </a:lnTo>
                  <a:lnTo>
                    <a:pt x="979441" y="410877"/>
                  </a:lnTo>
                  <a:lnTo>
                    <a:pt x="978369" y="411312"/>
                  </a:lnTo>
                  <a:lnTo>
                    <a:pt x="977298" y="411746"/>
                  </a:lnTo>
                  <a:lnTo>
                    <a:pt x="976226" y="412180"/>
                  </a:lnTo>
                  <a:lnTo>
                    <a:pt x="975154" y="412614"/>
                  </a:lnTo>
                  <a:lnTo>
                    <a:pt x="974083" y="413048"/>
                  </a:lnTo>
                  <a:lnTo>
                    <a:pt x="973011" y="413482"/>
                  </a:lnTo>
                  <a:lnTo>
                    <a:pt x="971940" y="413916"/>
                  </a:lnTo>
                  <a:lnTo>
                    <a:pt x="970868" y="414350"/>
                  </a:lnTo>
                  <a:lnTo>
                    <a:pt x="969796" y="414783"/>
                  </a:lnTo>
                  <a:lnTo>
                    <a:pt x="968725" y="415217"/>
                  </a:lnTo>
                  <a:lnTo>
                    <a:pt x="967653" y="415651"/>
                  </a:lnTo>
                  <a:lnTo>
                    <a:pt x="966582" y="416084"/>
                  </a:lnTo>
                  <a:lnTo>
                    <a:pt x="965510" y="416518"/>
                  </a:lnTo>
                  <a:lnTo>
                    <a:pt x="964438" y="416951"/>
                  </a:lnTo>
                  <a:lnTo>
                    <a:pt x="963367" y="417385"/>
                  </a:lnTo>
                  <a:lnTo>
                    <a:pt x="962295" y="417819"/>
                  </a:lnTo>
                  <a:lnTo>
                    <a:pt x="961224" y="418252"/>
                  </a:lnTo>
                  <a:lnTo>
                    <a:pt x="960152" y="418686"/>
                  </a:lnTo>
                  <a:lnTo>
                    <a:pt x="959080" y="419119"/>
                  </a:lnTo>
                  <a:lnTo>
                    <a:pt x="958009" y="419553"/>
                  </a:lnTo>
                  <a:lnTo>
                    <a:pt x="956937" y="419987"/>
                  </a:lnTo>
                  <a:lnTo>
                    <a:pt x="955866" y="420421"/>
                  </a:lnTo>
                  <a:lnTo>
                    <a:pt x="954794" y="420855"/>
                  </a:lnTo>
                  <a:lnTo>
                    <a:pt x="953722" y="421289"/>
                  </a:lnTo>
                  <a:lnTo>
                    <a:pt x="952651" y="421723"/>
                  </a:lnTo>
                  <a:lnTo>
                    <a:pt x="951579" y="422157"/>
                  </a:lnTo>
                  <a:lnTo>
                    <a:pt x="950508" y="422591"/>
                  </a:lnTo>
                  <a:lnTo>
                    <a:pt x="949436" y="423025"/>
                  </a:lnTo>
                  <a:lnTo>
                    <a:pt x="948364" y="423460"/>
                  </a:lnTo>
                  <a:lnTo>
                    <a:pt x="947293" y="423895"/>
                  </a:lnTo>
                  <a:lnTo>
                    <a:pt x="946221" y="424329"/>
                  </a:lnTo>
                  <a:lnTo>
                    <a:pt x="945150" y="424764"/>
                  </a:lnTo>
                  <a:lnTo>
                    <a:pt x="944078" y="425199"/>
                  </a:lnTo>
                  <a:lnTo>
                    <a:pt x="943006" y="425634"/>
                  </a:lnTo>
                  <a:lnTo>
                    <a:pt x="941935" y="426070"/>
                  </a:lnTo>
                  <a:lnTo>
                    <a:pt x="940863" y="426505"/>
                  </a:lnTo>
                  <a:lnTo>
                    <a:pt x="939792" y="426941"/>
                  </a:lnTo>
                  <a:lnTo>
                    <a:pt x="938720" y="427377"/>
                  </a:lnTo>
                  <a:lnTo>
                    <a:pt x="937648" y="427813"/>
                  </a:lnTo>
                  <a:lnTo>
                    <a:pt x="936577" y="428249"/>
                  </a:lnTo>
                  <a:lnTo>
                    <a:pt x="935505" y="428686"/>
                  </a:lnTo>
                  <a:lnTo>
                    <a:pt x="934434" y="429123"/>
                  </a:lnTo>
                  <a:lnTo>
                    <a:pt x="933362" y="429560"/>
                  </a:lnTo>
                  <a:lnTo>
                    <a:pt x="932290" y="429997"/>
                  </a:lnTo>
                  <a:lnTo>
                    <a:pt x="931219" y="430435"/>
                  </a:lnTo>
                  <a:lnTo>
                    <a:pt x="930147" y="430872"/>
                  </a:lnTo>
                  <a:lnTo>
                    <a:pt x="929076" y="431310"/>
                  </a:lnTo>
                  <a:lnTo>
                    <a:pt x="928004" y="431749"/>
                  </a:lnTo>
                  <a:lnTo>
                    <a:pt x="926932" y="432187"/>
                  </a:lnTo>
                  <a:lnTo>
                    <a:pt x="925861" y="432626"/>
                  </a:lnTo>
                  <a:lnTo>
                    <a:pt x="924789" y="433066"/>
                  </a:lnTo>
                  <a:lnTo>
                    <a:pt x="923718" y="433505"/>
                  </a:lnTo>
                  <a:lnTo>
                    <a:pt x="922646" y="433945"/>
                  </a:lnTo>
                  <a:lnTo>
                    <a:pt x="921574" y="434385"/>
                  </a:lnTo>
                  <a:lnTo>
                    <a:pt x="920503" y="434826"/>
                  </a:lnTo>
                  <a:lnTo>
                    <a:pt x="919431" y="435266"/>
                  </a:lnTo>
                  <a:lnTo>
                    <a:pt x="918360" y="435708"/>
                  </a:lnTo>
                  <a:lnTo>
                    <a:pt x="917288" y="436149"/>
                  </a:lnTo>
                  <a:lnTo>
                    <a:pt x="916216" y="436591"/>
                  </a:lnTo>
                  <a:lnTo>
                    <a:pt x="915145" y="437034"/>
                  </a:lnTo>
                  <a:lnTo>
                    <a:pt x="914073" y="437476"/>
                  </a:lnTo>
                  <a:lnTo>
                    <a:pt x="913002" y="437919"/>
                  </a:lnTo>
                  <a:lnTo>
                    <a:pt x="911930" y="438363"/>
                  </a:lnTo>
                  <a:lnTo>
                    <a:pt x="910858" y="438807"/>
                  </a:lnTo>
                  <a:lnTo>
                    <a:pt x="909787" y="439251"/>
                  </a:lnTo>
                  <a:lnTo>
                    <a:pt x="908715" y="439696"/>
                  </a:lnTo>
                  <a:lnTo>
                    <a:pt x="907644" y="440141"/>
                  </a:lnTo>
                  <a:lnTo>
                    <a:pt x="906572" y="440587"/>
                  </a:lnTo>
                  <a:lnTo>
                    <a:pt x="905500" y="441033"/>
                  </a:lnTo>
                  <a:lnTo>
                    <a:pt x="904429" y="441480"/>
                  </a:lnTo>
                  <a:lnTo>
                    <a:pt x="903357" y="441927"/>
                  </a:lnTo>
                  <a:lnTo>
                    <a:pt x="902286" y="442374"/>
                  </a:lnTo>
                  <a:lnTo>
                    <a:pt x="901214" y="442822"/>
                  </a:lnTo>
                  <a:lnTo>
                    <a:pt x="900142" y="443271"/>
                  </a:lnTo>
                  <a:lnTo>
                    <a:pt x="899071" y="443720"/>
                  </a:lnTo>
                  <a:lnTo>
                    <a:pt x="897999" y="444170"/>
                  </a:lnTo>
                  <a:lnTo>
                    <a:pt x="896928" y="444620"/>
                  </a:lnTo>
                  <a:lnTo>
                    <a:pt x="895856" y="445070"/>
                  </a:lnTo>
                  <a:lnTo>
                    <a:pt x="894784" y="445522"/>
                  </a:lnTo>
                  <a:lnTo>
                    <a:pt x="893713" y="445973"/>
                  </a:lnTo>
                  <a:lnTo>
                    <a:pt x="892641" y="446426"/>
                  </a:lnTo>
                  <a:lnTo>
                    <a:pt x="891570" y="446878"/>
                  </a:lnTo>
                  <a:lnTo>
                    <a:pt x="890498" y="447332"/>
                  </a:lnTo>
                  <a:lnTo>
                    <a:pt x="889426" y="447786"/>
                  </a:lnTo>
                  <a:lnTo>
                    <a:pt x="888355" y="448240"/>
                  </a:lnTo>
                  <a:lnTo>
                    <a:pt x="887283" y="448696"/>
                  </a:lnTo>
                  <a:lnTo>
                    <a:pt x="886212" y="449151"/>
                  </a:lnTo>
                  <a:lnTo>
                    <a:pt x="885140" y="449608"/>
                  </a:lnTo>
                  <a:lnTo>
                    <a:pt x="884069" y="450065"/>
                  </a:lnTo>
                  <a:lnTo>
                    <a:pt x="882997" y="450523"/>
                  </a:lnTo>
                  <a:lnTo>
                    <a:pt x="881925" y="450981"/>
                  </a:lnTo>
                  <a:lnTo>
                    <a:pt x="880854" y="451440"/>
                  </a:lnTo>
                  <a:lnTo>
                    <a:pt x="879782" y="451899"/>
                  </a:lnTo>
                  <a:lnTo>
                    <a:pt x="878711" y="452360"/>
                  </a:lnTo>
                  <a:lnTo>
                    <a:pt x="877639" y="452821"/>
                  </a:lnTo>
                  <a:lnTo>
                    <a:pt x="876567" y="453282"/>
                  </a:lnTo>
                  <a:lnTo>
                    <a:pt x="875496" y="453745"/>
                  </a:lnTo>
                  <a:lnTo>
                    <a:pt x="874424" y="454208"/>
                  </a:lnTo>
                  <a:lnTo>
                    <a:pt x="873353" y="454672"/>
                  </a:lnTo>
                  <a:lnTo>
                    <a:pt x="872281" y="455136"/>
                  </a:lnTo>
                  <a:lnTo>
                    <a:pt x="871209" y="455601"/>
                  </a:lnTo>
                  <a:lnTo>
                    <a:pt x="870138" y="456067"/>
                  </a:lnTo>
                  <a:lnTo>
                    <a:pt x="869066" y="456534"/>
                  </a:lnTo>
                  <a:lnTo>
                    <a:pt x="867995" y="457001"/>
                  </a:lnTo>
                  <a:lnTo>
                    <a:pt x="866923" y="457469"/>
                  </a:lnTo>
                  <a:lnTo>
                    <a:pt x="865851" y="457938"/>
                  </a:lnTo>
                  <a:lnTo>
                    <a:pt x="864780" y="458408"/>
                  </a:lnTo>
                  <a:lnTo>
                    <a:pt x="863708" y="458879"/>
                  </a:lnTo>
                  <a:lnTo>
                    <a:pt x="862637" y="459350"/>
                  </a:lnTo>
                  <a:lnTo>
                    <a:pt x="861565" y="459822"/>
                  </a:lnTo>
                  <a:lnTo>
                    <a:pt x="860493" y="460295"/>
                  </a:lnTo>
                  <a:lnTo>
                    <a:pt x="859422" y="460768"/>
                  </a:lnTo>
                  <a:lnTo>
                    <a:pt x="858350" y="461243"/>
                  </a:lnTo>
                  <a:lnTo>
                    <a:pt x="857279" y="461718"/>
                  </a:lnTo>
                  <a:lnTo>
                    <a:pt x="856207" y="462195"/>
                  </a:lnTo>
                  <a:lnTo>
                    <a:pt x="855135" y="462672"/>
                  </a:lnTo>
                  <a:lnTo>
                    <a:pt x="854064" y="463149"/>
                  </a:lnTo>
                  <a:lnTo>
                    <a:pt x="852992" y="463628"/>
                  </a:lnTo>
                  <a:lnTo>
                    <a:pt x="851921" y="464108"/>
                  </a:lnTo>
                  <a:lnTo>
                    <a:pt x="850849" y="464588"/>
                  </a:lnTo>
                  <a:lnTo>
                    <a:pt x="849777" y="465070"/>
                  </a:lnTo>
                  <a:lnTo>
                    <a:pt x="848706" y="465552"/>
                  </a:lnTo>
                  <a:lnTo>
                    <a:pt x="847634" y="466035"/>
                  </a:lnTo>
                  <a:lnTo>
                    <a:pt x="846563" y="466519"/>
                  </a:lnTo>
                  <a:lnTo>
                    <a:pt x="845491" y="467004"/>
                  </a:lnTo>
                  <a:lnTo>
                    <a:pt x="844419" y="467490"/>
                  </a:lnTo>
                  <a:lnTo>
                    <a:pt x="843348" y="467977"/>
                  </a:lnTo>
                  <a:lnTo>
                    <a:pt x="842276" y="468465"/>
                  </a:lnTo>
                  <a:lnTo>
                    <a:pt x="841205" y="468953"/>
                  </a:lnTo>
                  <a:lnTo>
                    <a:pt x="840133" y="469443"/>
                  </a:lnTo>
                  <a:lnTo>
                    <a:pt x="839061" y="469934"/>
                  </a:lnTo>
                  <a:lnTo>
                    <a:pt x="837990" y="470425"/>
                  </a:lnTo>
                  <a:lnTo>
                    <a:pt x="836918" y="470918"/>
                  </a:lnTo>
                  <a:lnTo>
                    <a:pt x="835847" y="471412"/>
                  </a:lnTo>
                  <a:lnTo>
                    <a:pt x="834775" y="471906"/>
                  </a:lnTo>
                  <a:lnTo>
                    <a:pt x="833703" y="472402"/>
                  </a:lnTo>
                  <a:lnTo>
                    <a:pt x="832632" y="472898"/>
                  </a:lnTo>
                  <a:lnTo>
                    <a:pt x="831560" y="473396"/>
                  </a:lnTo>
                  <a:lnTo>
                    <a:pt x="830489" y="473895"/>
                  </a:lnTo>
                  <a:lnTo>
                    <a:pt x="829417" y="474394"/>
                  </a:lnTo>
                  <a:lnTo>
                    <a:pt x="828345" y="474895"/>
                  </a:lnTo>
                  <a:lnTo>
                    <a:pt x="827274" y="475397"/>
                  </a:lnTo>
                  <a:lnTo>
                    <a:pt x="826202" y="475899"/>
                  </a:lnTo>
                  <a:lnTo>
                    <a:pt x="825131" y="476403"/>
                  </a:lnTo>
                  <a:lnTo>
                    <a:pt x="824059" y="476908"/>
                  </a:lnTo>
                  <a:lnTo>
                    <a:pt x="822987" y="477414"/>
                  </a:lnTo>
                  <a:lnTo>
                    <a:pt x="821916" y="477921"/>
                  </a:lnTo>
                  <a:lnTo>
                    <a:pt x="820844" y="478429"/>
                  </a:lnTo>
                  <a:lnTo>
                    <a:pt x="819773" y="478939"/>
                  </a:lnTo>
                  <a:lnTo>
                    <a:pt x="818701" y="479449"/>
                  </a:lnTo>
                  <a:lnTo>
                    <a:pt x="817629" y="479960"/>
                  </a:lnTo>
                  <a:lnTo>
                    <a:pt x="816558" y="480473"/>
                  </a:lnTo>
                  <a:lnTo>
                    <a:pt x="815486" y="480987"/>
                  </a:lnTo>
                  <a:lnTo>
                    <a:pt x="814415" y="481501"/>
                  </a:lnTo>
                  <a:lnTo>
                    <a:pt x="813343" y="482017"/>
                  </a:lnTo>
                  <a:lnTo>
                    <a:pt x="812271" y="482534"/>
                  </a:lnTo>
                  <a:lnTo>
                    <a:pt x="811200" y="483053"/>
                  </a:lnTo>
                  <a:lnTo>
                    <a:pt x="810128" y="483572"/>
                  </a:lnTo>
                  <a:lnTo>
                    <a:pt x="809057" y="484093"/>
                  </a:lnTo>
                  <a:lnTo>
                    <a:pt x="807985" y="484614"/>
                  </a:lnTo>
                  <a:lnTo>
                    <a:pt x="806913" y="485137"/>
                  </a:lnTo>
                  <a:lnTo>
                    <a:pt x="805842" y="485661"/>
                  </a:lnTo>
                  <a:lnTo>
                    <a:pt x="804770" y="486187"/>
                  </a:lnTo>
                  <a:lnTo>
                    <a:pt x="803699" y="486713"/>
                  </a:lnTo>
                  <a:lnTo>
                    <a:pt x="802627" y="487241"/>
                  </a:lnTo>
                  <a:lnTo>
                    <a:pt x="801555" y="487770"/>
                  </a:lnTo>
                  <a:lnTo>
                    <a:pt x="800484" y="488300"/>
                  </a:lnTo>
                  <a:lnTo>
                    <a:pt x="799412" y="488831"/>
                  </a:lnTo>
                  <a:lnTo>
                    <a:pt x="798341" y="489364"/>
                  </a:lnTo>
                  <a:lnTo>
                    <a:pt x="797269" y="489897"/>
                  </a:lnTo>
                  <a:lnTo>
                    <a:pt x="796197" y="490432"/>
                  </a:lnTo>
                  <a:lnTo>
                    <a:pt x="795126" y="490969"/>
                  </a:lnTo>
                  <a:lnTo>
                    <a:pt x="794054" y="491506"/>
                  </a:lnTo>
                  <a:lnTo>
                    <a:pt x="792983" y="492045"/>
                  </a:lnTo>
                  <a:lnTo>
                    <a:pt x="791911" y="492585"/>
                  </a:lnTo>
                  <a:lnTo>
                    <a:pt x="790839" y="493126"/>
                  </a:lnTo>
                  <a:lnTo>
                    <a:pt x="789768" y="493669"/>
                  </a:lnTo>
                  <a:lnTo>
                    <a:pt x="788696" y="494212"/>
                  </a:lnTo>
                  <a:lnTo>
                    <a:pt x="787625" y="494758"/>
                  </a:lnTo>
                  <a:lnTo>
                    <a:pt x="786553" y="495304"/>
                  </a:lnTo>
                  <a:lnTo>
                    <a:pt x="785481" y="495852"/>
                  </a:lnTo>
                  <a:lnTo>
                    <a:pt x="784410" y="496401"/>
                  </a:lnTo>
                  <a:lnTo>
                    <a:pt x="783338" y="496951"/>
                  </a:lnTo>
                  <a:lnTo>
                    <a:pt x="782267" y="497503"/>
                  </a:lnTo>
                  <a:lnTo>
                    <a:pt x="781195" y="498056"/>
                  </a:lnTo>
                  <a:lnTo>
                    <a:pt x="780123" y="498610"/>
                  </a:lnTo>
                  <a:lnTo>
                    <a:pt x="779052" y="499165"/>
                  </a:lnTo>
                  <a:lnTo>
                    <a:pt x="777980" y="499722"/>
                  </a:lnTo>
                  <a:lnTo>
                    <a:pt x="776909" y="500281"/>
                  </a:lnTo>
                  <a:lnTo>
                    <a:pt x="775837" y="500840"/>
                  </a:lnTo>
                  <a:lnTo>
                    <a:pt x="774765" y="501401"/>
                  </a:lnTo>
                  <a:lnTo>
                    <a:pt x="773694" y="501964"/>
                  </a:lnTo>
                  <a:lnTo>
                    <a:pt x="772622" y="502527"/>
                  </a:lnTo>
                  <a:lnTo>
                    <a:pt x="771551" y="503092"/>
                  </a:lnTo>
                  <a:lnTo>
                    <a:pt x="770479" y="503659"/>
                  </a:lnTo>
                  <a:lnTo>
                    <a:pt x="769407" y="504226"/>
                  </a:lnTo>
                  <a:lnTo>
                    <a:pt x="768336" y="504796"/>
                  </a:lnTo>
                  <a:lnTo>
                    <a:pt x="767264" y="505366"/>
                  </a:lnTo>
                  <a:lnTo>
                    <a:pt x="766193" y="505938"/>
                  </a:lnTo>
                  <a:lnTo>
                    <a:pt x="765121" y="506511"/>
                  </a:lnTo>
                  <a:lnTo>
                    <a:pt x="764049" y="507086"/>
                  </a:lnTo>
                  <a:lnTo>
                    <a:pt x="762978" y="507662"/>
                  </a:lnTo>
                  <a:lnTo>
                    <a:pt x="761906" y="508240"/>
                  </a:lnTo>
                  <a:lnTo>
                    <a:pt x="760835" y="508819"/>
                  </a:lnTo>
                  <a:lnTo>
                    <a:pt x="759763" y="509399"/>
                  </a:lnTo>
                  <a:lnTo>
                    <a:pt x="758691" y="509981"/>
                  </a:lnTo>
                  <a:lnTo>
                    <a:pt x="757620" y="510564"/>
                  </a:lnTo>
                  <a:lnTo>
                    <a:pt x="756548" y="511149"/>
                  </a:lnTo>
                  <a:lnTo>
                    <a:pt x="755477" y="511735"/>
                  </a:lnTo>
                  <a:lnTo>
                    <a:pt x="754405" y="512322"/>
                  </a:lnTo>
                  <a:lnTo>
                    <a:pt x="753333" y="512911"/>
                  </a:lnTo>
                  <a:lnTo>
                    <a:pt x="752262" y="513501"/>
                  </a:lnTo>
                  <a:lnTo>
                    <a:pt x="751190" y="514093"/>
                  </a:lnTo>
                  <a:lnTo>
                    <a:pt x="750119" y="514686"/>
                  </a:lnTo>
                  <a:lnTo>
                    <a:pt x="749047" y="515281"/>
                  </a:lnTo>
                  <a:lnTo>
                    <a:pt x="747975" y="515877"/>
                  </a:lnTo>
                  <a:lnTo>
                    <a:pt x="746904" y="516475"/>
                  </a:lnTo>
                  <a:lnTo>
                    <a:pt x="745832" y="517074"/>
                  </a:lnTo>
                  <a:lnTo>
                    <a:pt x="744761" y="517674"/>
                  </a:lnTo>
                  <a:lnTo>
                    <a:pt x="743689" y="518276"/>
                  </a:lnTo>
                  <a:lnTo>
                    <a:pt x="742617" y="518880"/>
                  </a:lnTo>
                  <a:lnTo>
                    <a:pt x="741546" y="519485"/>
                  </a:lnTo>
                  <a:lnTo>
                    <a:pt x="740474" y="520091"/>
                  </a:lnTo>
                  <a:lnTo>
                    <a:pt x="739403" y="520699"/>
                  </a:lnTo>
                  <a:lnTo>
                    <a:pt x="738331" y="521308"/>
                  </a:lnTo>
                  <a:lnTo>
                    <a:pt x="737259" y="521919"/>
                  </a:lnTo>
                  <a:lnTo>
                    <a:pt x="736188" y="522531"/>
                  </a:lnTo>
                  <a:lnTo>
                    <a:pt x="735116" y="523145"/>
                  </a:lnTo>
                  <a:lnTo>
                    <a:pt x="734045" y="523761"/>
                  </a:lnTo>
                  <a:lnTo>
                    <a:pt x="732973" y="524377"/>
                  </a:lnTo>
                  <a:lnTo>
                    <a:pt x="731901" y="524996"/>
                  </a:lnTo>
                  <a:lnTo>
                    <a:pt x="730830" y="525615"/>
                  </a:lnTo>
                  <a:lnTo>
                    <a:pt x="729758" y="526237"/>
                  </a:lnTo>
                  <a:lnTo>
                    <a:pt x="728687" y="526859"/>
                  </a:lnTo>
                  <a:lnTo>
                    <a:pt x="727615" y="527484"/>
                  </a:lnTo>
                  <a:lnTo>
                    <a:pt x="726543" y="528110"/>
                  </a:lnTo>
                  <a:lnTo>
                    <a:pt x="725472" y="528737"/>
                  </a:lnTo>
                  <a:lnTo>
                    <a:pt x="724400" y="529366"/>
                  </a:lnTo>
                  <a:lnTo>
                    <a:pt x="723329" y="529996"/>
                  </a:lnTo>
                  <a:lnTo>
                    <a:pt x="722257" y="530628"/>
                  </a:lnTo>
                  <a:lnTo>
                    <a:pt x="721185" y="531261"/>
                  </a:lnTo>
                  <a:lnTo>
                    <a:pt x="720114" y="531896"/>
                  </a:lnTo>
                  <a:lnTo>
                    <a:pt x="719042" y="532532"/>
                  </a:lnTo>
                  <a:lnTo>
                    <a:pt x="717971" y="533170"/>
                  </a:lnTo>
                  <a:lnTo>
                    <a:pt x="716899" y="533810"/>
                  </a:lnTo>
                  <a:lnTo>
                    <a:pt x="715827" y="534451"/>
                  </a:lnTo>
                  <a:lnTo>
                    <a:pt x="714756" y="535093"/>
                  </a:lnTo>
                  <a:lnTo>
                    <a:pt x="713684" y="535737"/>
                  </a:lnTo>
                  <a:lnTo>
                    <a:pt x="712613" y="536383"/>
                  </a:lnTo>
                  <a:lnTo>
                    <a:pt x="711541" y="537030"/>
                  </a:lnTo>
                  <a:lnTo>
                    <a:pt x="710469" y="537678"/>
                  </a:lnTo>
                  <a:lnTo>
                    <a:pt x="709398" y="538328"/>
                  </a:lnTo>
                  <a:lnTo>
                    <a:pt x="708326" y="538980"/>
                  </a:lnTo>
                  <a:lnTo>
                    <a:pt x="707255" y="539633"/>
                  </a:lnTo>
                  <a:lnTo>
                    <a:pt x="706183" y="540287"/>
                  </a:lnTo>
                  <a:lnTo>
                    <a:pt x="705112" y="540944"/>
                  </a:lnTo>
                  <a:lnTo>
                    <a:pt x="704040" y="541601"/>
                  </a:lnTo>
                  <a:lnTo>
                    <a:pt x="702968" y="542260"/>
                  </a:lnTo>
                  <a:lnTo>
                    <a:pt x="701897" y="542921"/>
                  </a:lnTo>
                  <a:lnTo>
                    <a:pt x="700825" y="543583"/>
                  </a:lnTo>
                  <a:lnTo>
                    <a:pt x="699754" y="544247"/>
                  </a:lnTo>
                  <a:lnTo>
                    <a:pt x="698682" y="544912"/>
                  </a:lnTo>
                  <a:lnTo>
                    <a:pt x="697610" y="545579"/>
                  </a:lnTo>
                  <a:lnTo>
                    <a:pt x="696539" y="546248"/>
                  </a:lnTo>
                  <a:lnTo>
                    <a:pt x="695467" y="546918"/>
                  </a:lnTo>
                  <a:lnTo>
                    <a:pt x="694396" y="547589"/>
                  </a:lnTo>
                  <a:lnTo>
                    <a:pt x="693324" y="548262"/>
                  </a:lnTo>
                  <a:lnTo>
                    <a:pt x="692252" y="548936"/>
                  </a:lnTo>
                  <a:lnTo>
                    <a:pt x="691181" y="549612"/>
                  </a:lnTo>
                  <a:lnTo>
                    <a:pt x="690109" y="550290"/>
                  </a:lnTo>
                  <a:lnTo>
                    <a:pt x="689038" y="550969"/>
                  </a:lnTo>
                  <a:lnTo>
                    <a:pt x="687966" y="551649"/>
                  </a:lnTo>
                  <a:lnTo>
                    <a:pt x="686894" y="552331"/>
                  </a:lnTo>
                  <a:lnTo>
                    <a:pt x="685823" y="553015"/>
                  </a:lnTo>
                  <a:lnTo>
                    <a:pt x="684751" y="553700"/>
                  </a:lnTo>
                  <a:lnTo>
                    <a:pt x="683680" y="554386"/>
                  </a:lnTo>
                  <a:lnTo>
                    <a:pt x="682608" y="555074"/>
                  </a:lnTo>
                  <a:lnTo>
                    <a:pt x="681536" y="555764"/>
                  </a:lnTo>
                  <a:lnTo>
                    <a:pt x="680465" y="556455"/>
                  </a:lnTo>
                  <a:lnTo>
                    <a:pt x="679393" y="557147"/>
                  </a:lnTo>
                  <a:lnTo>
                    <a:pt x="678322" y="557842"/>
                  </a:lnTo>
                  <a:lnTo>
                    <a:pt x="677250" y="558537"/>
                  </a:lnTo>
                  <a:lnTo>
                    <a:pt x="676178" y="559234"/>
                  </a:lnTo>
                  <a:lnTo>
                    <a:pt x="675107" y="559933"/>
                  </a:lnTo>
                  <a:lnTo>
                    <a:pt x="674035" y="560633"/>
                  </a:lnTo>
                  <a:lnTo>
                    <a:pt x="672964" y="561334"/>
                  </a:lnTo>
                  <a:lnTo>
                    <a:pt x="671892" y="562037"/>
                  </a:lnTo>
                  <a:lnTo>
                    <a:pt x="670820" y="562742"/>
                  </a:lnTo>
                  <a:lnTo>
                    <a:pt x="669749" y="563448"/>
                  </a:lnTo>
                  <a:lnTo>
                    <a:pt x="668677" y="564155"/>
                  </a:lnTo>
                  <a:lnTo>
                    <a:pt x="667606" y="564864"/>
                  </a:lnTo>
                  <a:lnTo>
                    <a:pt x="666534" y="565575"/>
                  </a:lnTo>
                  <a:lnTo>
                    <a:pt x="665462" y="566287"/>
                  </a:lnTo>
                  <a:lnTo>
                    <a:pt x="664391" y="567000"/>
                  </a:lnTo>
                  <a:lnTo>
                    <a:pt x="663319" y="567715"/>
                  </a:lnTo>
                  <a:lnTo>
                    <a:pt x="662248" y="568431"/>
                  </a:lnTo>
                  <a:lnTo>
                    <a:pt x="661176" y="569149"/>
                  </a:lnTo>
                  <a:lnTo>
                    <a:pt x="660104" y="569868"/>
                  </a:lnTo>
                  <a:lnTo>
                    <a:pt x="659033" y="570589"/>
                  </a:lnTo>
                  <a:lnTo>
                    <a:pt x="657961" y="571311"/>
                  </a:lnTo>
                  <a:lnTo>
                    <a:pt x="656890" y="572035"/>
                  </a:lnTo>
                  <a:lnTo>
                    <a:pt x="655818" y="572760"/>
                  </a:lnTo>
                  <a:lnTo>
                    <a:pt x="654746" y="573486"/>
                  </a:lnTo>
                  <a:lnTo>
                    <a:pt x="653675" y="574214"/>
                  </a:lnTo>
                  <a:lnTo>
                    <a:pt x="652603" y="574943"/>
                  </a:lnTo>
                  <a:lnTo>
                    <a:pt x="651532" y="575674"/>
                  </a:lnTo>
                  <a:lnTo>
                    <a:pt x="650460" y="576406"/>
                  </a:lnTo>
                  <a:lnTo>
                    <a:pt x="649388" y="577140"/>
                  </a:lnTo>
                  <a:lnTo>
                    <a:pt x="648317" y="577875"/>
                  </a:lnTo>
                  <a:lnTo>
                    <a:pt x="647245" y="578611"/>
                  </a:lnTo>
                  <a:lnTo>
                    <a:pt x="646174" y="579349"/>
                  </a:lnTo>
                  <a:lnTo>
                    <a:pt x="645102" y="580088"/>
                  </a:lnTo>
                  <a:lnTo>
                    <a:pt x="644030" y="580828"/>
                  </a:lnTo>
                  <a:lnTo>
                    <a:pt x="642959" y="581570"/>
                  </a:lnTo>
                  <a:lnTo>
                    <a:pt x="641887" y="582314"/>
                  </a:lnTo>
                  <a:lnTo>
                    <a:pt x="640816" y="583059"/>
                  </a:lnTo>
                  <a:lnTo>
                    <a:pt x="639744" y="583805"/>
                  </a:lnTo>
                  <a:lnTo>
                    <a:pt x="638672" y="584552"/>
                  </a:lnTo>
                  <a:lnTo>
                    <a:pt x="637601" y="585301"/>
                  </a:lnTo>
                  <a:lnTo>
                    <a:pt x="636529" y="586051"/>
                  </a:lnTo>
                  <a:lnTo>
                    <a:pt x="635458" y="586803"/>
                  </a:lnTo>
                  <a:lnTo>
                    <a:pt x="634386" y="587556"/>
                  </a:lnTo>
                  <a:lnTo>
                    <a:pt x="633314" y="588310"/>
                  </a:lnTo>
                  <a:lnTo>
                    <a:pt x="632243" y="589066"/>
                  </a:lnTo>
                  <a:lnTo>
                    <a:pt x="631171" y="589822"/>
                  </a:lnTo>
                  <a:lnTo>
                    <a:pt x="630100" y="590581"/>
                  </a:lnTo>
                  <a:lnTo>
                    <a:pt x="629028" y="591340"/>
                  </a:lnTo>
                  <a:lnTo>
                    <a:pt x="627956" y="592101"/>
                  </a:lnTo>
                  <a:lnTo>
                    <a:pt x="626885" y="592863"/>
                  </a:lnTo>
                  <a:lnTo>
                    <a:pt x="625813" y="593627"/>
                  </a:lnTo>
                  <a:lnTo>
                    <a:pt x="624742" y="594392"/>
                  </a:lnTo>
                  <a:lnTo>
                    <a:pt x="623670" y="595158"/>
                  </a:lnTo>
                  <a:lnTo>
                    <a:pt x="622598" y="595925"/>
                  </a:lnTo>
                  <a:lnTo>
                    <a:pt x="621527" y="596694"/>
                  </a:lnTo>
                  <a:lnTo>
                    <a:pt x="620455" y="597464"/>
                  </a:lnTo>
                  <a:lnTo>
                    <a:pt x="619384" y="598235"/>
                  </a:lnTo>
                  <a:lnTo>
                    <a:pt x="618312" y="599008"/>
                  </a:lnTo>
                  <a:lnTo>
                    <a:pt x="617240" y="599781"/>
                  </a:lnTo>
                  <a:lnTo>
                    <a:pt x="616169" y="600556"/>
                  </a:lnTo>
                  <a:lnTo>
                    <a:pt x="615097" y="601333"/>
                  </a:lnTo>
                  <a:lnTo>
                    <a:pt x="614026" y="602110"/>
                  </a:lnTo>
                  <a:lnTo>
                    <a:pt x="612954" y="602889"/>
                  </a:lnTo>
                  <a:lnTo>
                    <a:pt x="611882" y="603669"/>
                  </a:lnTo>
                  <a:lnTo>
                    <a:pt x="610811" y="604450"/>
                  </a:lnTo>
                  <a:lnTo>
                    <a:pt x="609739" y="605232"/>
                  </a:lnTo>
                  <a:lnTo>
                    <a:pt x="608668" y="606016"/>
                  </a:lnTo>
                  <a:lnTo>
                    <a:pt x="607596" y="606800"/>
                  </a:lnTo>
                  <a:lnTo>
                    <a:pt x="606524" y="607586"/>
                  </a:lnTo>
                  <a:lnTo>
                    <a:pt x="605453" y="608373"/>
                  </a:lnTo>
                  <a:lnTo>
                    <a:pt x="604381" y="609162"/>
                  </a:lnTo>
                  <a:lnTo>
                    <a:pt x="603310" y="609951"/>
                  </a:lnTo>
                  <a:lnTo>
                    <a:pt x="602238" y="610742"/>
                  </a:lnTo>
                  <a:lnTo>
                    <a:pt x="601166" y="611534"/>
                  </a:lnTo>
                  <a:lnTo>
                    <a:pt x="600095" y="612326"/>
                  </a:lnTo>
                  <a:lnTo>
                    <a:pt x="599023" y="613121"/>
                  </a:lnTo>
                  <a:lnTo>
                    <a:pt x="597952" y="613916"/>
                  </a:lnTo>
                  <a:lnTo>
                    <a:pt x="596880" y="614712"/>
                  </a:lnTo>
                  <a:lnTo>
                    <a:pt x="595808" y="615509"/>
                  </a:lnTo>
                  <a:lnTo>
                    <a:pt x="594737" y="616308"/>
                  </a:lnTo>
                  <a:lnTo>
                    <a:pt x="593665" y="617108"/>
                  </a:lnTo>
                  <a:lnTo>
                    <a:pt x="592594" y="617908"/>
                  </a:lnTo>
                  <a:lnTo>
                    <a:pt x="591522" y="618710"/>
                  </a:lnTo>
                  <a:lnTo>
                    <a:pt x="590450" y="619513"/>
                  </a:lnTo>
                  <a:lnTo>
                    <a:pt x="589379" y="620317"/>
                  </a:lnTo>
                  <a:lnTo>
                    <a:pt x="588307" y="621122"/>
                  </a:lnTo>
                  <a:lnTo>
                    <a:pt x="587236" y="621928"/>
                  </a:lnTo>
                  <a:lnTo>
                    <a:pt x="586164" y="622735"/>
                  </a:lnTo>
                  <a:lnTo>
                    <a:pt x="585092" y="623543"/>
                  </a:lnTo>
                  <a:lnTo>
                    <a:pt x="584021" y="624352"/>
                  </a:lnTo>
                  <a:lnTo>
                    <a:pt x="582949" y="625163"/>
                  </a:lnTo>
                  <a:lnTo>
                    <a:pt x="581878" y="625974"/>
                  </a:lnTo>
                  <a:lnTo>
                    <a:pt x="580806" y="626786"/>
                  </a:lnTo>
                  <a:lnTo>
                    <a:pt x="579734" y="627599"/>
                  </a:lnTo>
                  <a:lnTo>
                    <a:pt x="578663" y="628413"/>
                  </a:lnTo>
                  <a:lnTo>
                    <a:pt x="577591" y="629229"/>
                  </a:lnTo>
                  <a:lnTo>
                    <a:pt x="576520" y="630045"/>
                  </a:lnTo>
                  <a:lnTo>
                    <a:pt x="575448" y="630862"/>
                  </a:lnTo>
                  <a:lnTo>
                    <a:pt x="574376" y="631680"/>
                  </a:lnTo>
                  <a:lnTo>
                    <a:pt x="573305" y="632499"/>
                  </a:lnTo>
                  <a:lnTo>
                    <a:pt x="572233" y="633319"/>
                  </a:lnTo>
                  <a:lnTo>
                    <a:pt x="571162" y="634140"/>
                  </a:lnTo>
                  <a:lnTo>
                    <a:pt x="570090" y="634962"/>
                  </a:lnTo>
                  <a:lnTo>
                    <a:pt x="569018" y="635784"/>
                  </a:lnTo>
                  <a:lnTo>
                    <a:pt x="567947" y="636608"/>
                  </a:lnTo>
                  <a:lnTo>
                    <a:pt x="566875" y="637432"/>
                  </a:lnTo>
                  <a:lnTo>
                    <a:pt x="565804" y="638258"/>
                  </a:lnTo>
                  <a:lnTo>
                    <a:pt x="564732" y="639084"/>
                  </a:lnTo>
                  <a:lnTo>
                    <a:pt x="563660" y="639911"/>
                  </a:lnTo>
                  <a:lnTo>
                    <a:pt x="562589" y="640739"/>
                  </a:lnTo>
                  <a:lnTo>
                    <a:pt x="561517" y="641568"/>
                  </a:lnTo>
                  <a:lnTo>
                    <a:pt x="560446" y="642398"/>
                  </a:lnTo>
                  <a:lnTo>
                    <a:pt x="559374" y="643228"/>
                  </a:lnTo>
                  <a:lnTo>
                    <a:pt x="558302" y="644059"/>
                  </a:lnTo>
                  <a:lnTo>
                    <a:pt x="557231" y="644892"/>
                  </a:lnTo>
                  <a:lnTo>
                    <a:pt x="556159" y="645724"/>
                  </a:lnTo>
                  <a:lnTo>
                    <a:pt x="555088" y="646558"/>
                  </a:lnTo>
                  <a:lnTo>
                    <a:pt x="554016" y="647393"/>
                  </a:lnTo>
                  <a:lnTo>
                    <a:pt x="552944" y="648228"/>
                  </a:lnTo>
                  <a:lnTo>
                    <a:pt x="551873" y="649064"/>
                  </a:lnTo>
                  <a:lnTo>
                    <a:pt x="550801" y="649901"/>
                  </a:lnTo>
                  <a:lnTo>
                    <a:pt x="549730" y="650738"/>
                  </a:lnTo>
                  <a:lnTo>
                    <a:pt x="548658" y="651577"/>
                  </a:lnTo>
                  <a:lnTo>
                    <a:pt x="547586" y="652416"/>
                  </a:lnTo>
                  <a:lnTo>
                    <a:pt x="546515" y="653255"/>
                  </a:lnTo>
                  <a:lnTo>
                    <a:pt x="545443" y="654096"/>
                  </a:lnTo>
                  <a:lnTo>
                    <a:pt x="544372" y="654937"/>
                  </a:lnTo>
                  <a:lnTo>
                    <a:pt x="543300" y="655779"/>
                  </a:lnTo>
                  <a:lnTo>
                    <a:pt x="542228" y="656621"/>
                  </a:lnTo>
                  <a:lnTo>
                    <a:pt x="541157" y="657465"/>
                  </a:lnTo>
                  <a:lnTo>
                    <a:pt x="540085" y="658309"/>
                  </a:lnTo>
                  <a:lnTo>
                    <a:pt x="539014" y="659153"/>
                  </a:lnTo>
                  <a:lnTo>
                    <a:pt x="537942" y="659998"/>
                  </a:lnTo>
                  <a:lnTo>
                    <a:pt x="536870" y="660844"/>
                  </a:lnTo>
                  <a:lnTo>
                    <a:pt x="535799" y="661691"/>
                  </a:lnTo>
                  <a:lnTo>
                    <a:pt x="534727" y="662538"/>
                  </a:lnTo>
                  <a:lnTo>
                    <a:pt x="533656" y="663385"/>
                  </a:lnTo>
                  <a:lnTo>
                    <a:pt x="532584" y="664233"/>
                  </a:lnTo>
                  <a:lnTo>
                    <a:pt x="531513" y="665082"/>
                  </a:lnTo>
                  <a:lnTo>
                    <a:pt x="530441" y="665932"/>
                  </a:lnTo>
                  <a:lnTo>
                    <a:pt x="529369" y="666782"/>
                  </a:lnTo>
                  <a:lnTo>
                    <a:pt x="528298" y="667632"/>
                  </a:lnTo>
                  <a:lnTo>
                    <a:pt x="527226" y="668483"/>
                  </a:lnTo>
                  <a:lnTo>
                    <a:pt x="526155" y="669335"/>
                  </a:lnTo>
                  <a:lnTo>
                    <a:pt x="525083" y="670187"/>
                  </a:lnTo>
                  <a:lnTo>
                    <a:pt x="524011" y="671040"/>
                  </a:lnTo>
                  <a:lnTo>
                    <a:pt x="522940" y="671893"/>
                  </a:lnTo>
                  <a:lnTo>
                    <a:pt x="521868" y="672747"/>
                  </a:lnTo>
                  <a:lnTo>
                    <a:pt x="520797" y="673601"/>
                  </a:lnTo>
                  <a:lnTo>
                    <a:pt x="519725" y="674456"/>
                  </a:lnTo>
                  <a:lnTo>
                    <a:pt x="518653" y="675311"/>
                  </a:lnTo>
                  <a:lnTo>
                    <a:pt x="517582" y="676167"/>
                  </a:lnTo>
                  <a:lnTo>
                    <a:pt x="516510" y="677023"/>
                  </a:lnTo>
                  <a:lnTo>
                    <a:pt x="515439" y="677879"/>
                  </a:lnTo>
                  <a:lnTo>
                    <a:pt x="514367" y="678736"/>
                  </a:lnTo>
                  <a:lnTo>
                    <a:pt x="513295" y="679594"/>
                  </a:lnTo>
                  <a:lnTo>
                    <a:pt x="512224" y="680451"/>
                  </a:lnTo>
                  <a:lnTo>
                    <a:pt x="511152" y="681310"/>
                  </a:lnTo>
                  <a:lnTo>
                    <a:pt x="510081" y="682168"/>
                  </a:lnTo>
                  <a:lnTo>
                    <a:pt x="509009" y="683027"/>
                  </a:lnTo>
                  <a:lnTo>
                    <a:pt x="507937" y="683887"/>
                  </a:lnTo>
                  <a:lnTo>
                    <a:pt x="506866" y="684746"/>
                  </a:lnTo>
                  <a:lnTo>
                    <a:pt x="505794" y="685606"/>
                  </a:lnTo>
                  <a:lnTo>
                    <a:pt x="504723" y="686467"/>
                  </a:lnTo>
                  <a:lnTo>
                    <a:pt x="503651" y="687328"/>
                  </a:lnTo>
                  <a:lnTo>
                    <a:pt x="502579" y="688189"/>
                  </a:lnTo>
                  <a:lnTo>
                    <a:pt x="501508" y="689050"/>
                  </a:lnTo>
                  <a:lnTo>
                    <a:pt x="500436" y="689912"/>
                  </a:lnTo>
                  <a:lnTo>
                    <a:pt x="499365" y="690774"/>
                  </a:lnTo>
                  <a:lnTo>
                    <a:pt x="498293" y="691636"/>
                  </a:lnTo>
                  <a:lnTo>
                    <a:pt x="497221" y="692499"/>
                  </a:lnTo>
                  <a:lnTo>
                    <a:pt x="496150" y="693362"/>
                  </a:lnTo>
                  <a:lnTo>
                    <a:pt x="495078" y="694225"/>
                  </a:lnTo>
                  <a:lnTo>
                    <a:pt x="494007" y="695088"/>
                  </a:lnTo>
                  <a:lnTo>
                    <a:pt x="492935" y="695952"/>
                  </a:lnTo>
                  <a:lnTo>
                    <a:pt x="491863" y="696816"/>
                  </a:lnTo>
                  <a:lnTo>
                    <a:pt x="490792" y="697680"/>
                  </a:lnTo>
                  <a:lnTo>
                    <a:pt x="489720" y="698544"/>
                  </a:lnTo>
                  <a:lnTo>
                    <a:pt x="488649" y="699409"/>
                  </a:lnTo>
                  <a:lnTo>
                    <a:pt x="487577" y="700273"/>
                  </a:lnTo>
                  <a:lnTo>
                    <a:pt x="486505" y="701138"/>
                  </a:lnTo>
                  <a:lnTo>
                    <a:pt x="485434" y="702003"/>
                  </a:lnTo>
                  <a:lnTo>
                    <a:pt x="484362" y="702869"/>
                  </a:lnTo>
                  <a:lnTo>
                    <a:pt x="483291" y="703734"/>
                  </a:lnTo>
                  <a:lnTo>
                    <a:pt x="482219" y="704600"/>
                  </a:lnTo>
                  <a:lnTo>
                    <a:pt x="481147" y="705465"/>
                  </a:lnTo>
                  <a:lnTo>
                    <a:pt x="480076" y="706331"/>
                  </a:lnTo>
                  <a:lnTo>
                    <a:pt x="479004" y="707197"/>
                  </a:lnTo>
                  <a:lnTo>
                    <a:pt x="477933" y="708063"/>
                  </a:lnTo>
                  <a:lnTo>
                    <a:pt x="476861" y="708929"/>
                  </a:lnTo>
                  <a:lnTo>
                    <a:pt x="475789" y="709796"/>
                  </a:lnTo>
                  <a:lnTo>
                    <a:pt x="474718" y="710662"/>
                  </a:lnTo>
                  <a:lnTo>
                    <a:pt x="473646" y="711528"/>
                  </a:lnTo>
                  <a:lnTo>
                    <a:pt x="472575" y="712395"/>
                  </a:lnTo>
                  <a:lnTo>
                    <a:pt x="471503" y="713261"/>
                  </a:lnTo>
                  <a:lnTo>
                    <a:pt x="470431" y="714128"/>
                  </a:lnTo>
                  <a:lnTo>
                    <a:pt x="469360" y="714994"/>
                  </a:lnTo>
                  <a:lnTo>
                    <a:pt x="468288" y="715861"/>
                  </a:lnTo>
                  <a:lnTo>
                    <a:pt x="467217" y="716728"/>
                  </a:lnTo>
                  <a:lnTo>
                    <a:pt x="466145" y="717594"/>
                  </a:lnTo>
                  <a:lnTo>
                    <a:pt x="465073" y="718461"/>
                  </a:lnTo>
                  <a:lnTo>
                    <a:pt x="464002" y="719328"/>
                  </a:lnTo>
                  <a:lnTo>
                    <a:pt x="462930" y="720194"/>
                  </a:lnTo>
                  <a:lnTo>
                    <a:pt x="461859" y="721061"/>
                  </a:lnTo>
                  <a:lnTo>
                    <a:pt x="460787" y="721927"/>
                  </a:lnTo>
                  <a:lnTo>
                    <a:pt x="459715" y="722794"/>
                  </a:lnTo>
                  <a:lnTo>
                    <a:pt x="458644" y="723660"/>
                  </a:lnTo>
                  <a:lnTo>
                    <a:pt x="457572" y="724527"/>
                  </a:lnTo>
                  <a:lnTo>
                    <a:pt x="456501" y="725393"/>
                  </a:lnTo>
                  <a:lnTo>
                    <a:pt x="455429" y="726259"/>
                  </a:lnTo>
                  <a:lnTo>
                    <a:pt x="454357" y="727126"/>
                  </a:lnTo>
                  <a:lnTo>
                    <a:pt x="453286" y="727992"/>
                  </a:lnTo>
                  <a:lnTo>
                    <a:pt x="452214" y="728858"/>
                  </a:lnTo>
                  <a:lnTo>
                    <a:pt x="451143" y="729723"/>
                  </a:lnTo>
                  <a:lnTo>
                    <a:pt x="450071" y="730589"/>
                  </a:lnTo>
                  <a:lnTo>
                    <a:pt x="448999" y="731455"/>
                  </a:lnTo>
                  <a:lnTo>
                    <a:pt x="447928" y="732320"/>
                  </a:lnTo>
                  <a:lnTo>
                    <a:pt x="446856" y="733185"/>
                  </a:lnTo>
                  <a:lnTo>
                    <a:pt x="445785" y="734050"/>
                  </a:lnTo>
                  <a:lnTo>
                    <a:pt x="444713" y="734915"/>
                  </a:lnTo>
                  <a:lnTo>
                    <a:pt x="443641" y="735780"/>
                  </a:lnTo>
                  <a:lnTo>
                    <a:pt x="442570" y="736645"/>
                  </a:lnTo>
                  <a:lnTo>
                    <a:pt x="441498" y="737509"/>
                  </a:lnTo>
                  <a:lnTo>
                    <a:pt x="440427" y="738373"/>
                  </a:lnTo>
                  <a:lnTo>
                    <a:pt x="439355" y="739237"/>
                  </a:lnTo>
                  <a:lnTo>
                    <a:pt x="438283" y="740101"/>
                  </a:lnTo>
                  <a:lnTo>
                    <a:pt x="437212" y="740965"/>
                  </a:lnTo>
                  <a:lnTo>
                    <a:pt x="436140" y="741828"/>
                  </a:lnTo>
                  <a:lnTo>
                    <a:pt x="435069" y="742691"/>
                  </a:lnTo>
                  <a:lnTo>
                    <a:pt x="433997" y="743554"/>
                  </a:lnTo>
                  <a:lnTo>
                    <a:pt x="432925" y="744416"/>
                  </a:lnTo>
                  <a:lnTo>
                    <a:pt x="431854" y="745278"/>
                  </a:lnTo>
                  <a:lnTo>
                    <a:pt x="430782" y="746140"/>
                  </a:lnTo>
                  <a:lnTo>
                    <a:pt x="429711" y="747002"/>
                  </a:lnTo>
                  <a:lnTo>
                    <a:pt x="428639" y="747863"/>
                  </a:lnTo>
                  <a:lnTo>
                    <a:pt x="427567" y="748725"/>
                  </a:lnTo>
                  <a:lnTo>
                    <a:pt x="426496" y="749585"/>
                  </a:lnTo>
                  <a:lnTo>
                    <a:pt x="425424" y="750446"/>
                  </a:lnTo>
                  <a:lnTo>
                    <a:pt x="424353" y="751306"/>
                  </a:lnTo>
                  <a:lnTo>
                    <a:pt x="423281" y="752166"/>
                  </a:lnTo>
                  <a:lnTo>
                    <a:pt x="422209" y="753025"/>
                  </a:lnTo>
                  <a:lnTo>
                    <a:pt x="421138" y="753884"/>
                  </a:lnTo>
                  <a:lnTo>
                    <a:pt x="420066" y="754743"/>
                  </a:lnTo>
                  <a:lnTo>
                    <a:pt x="418995" y="755601"/>
                  </a:lnTo>
                  <a:lnTo>
                    <a:pt x="417923" y="756459"/>
                  </a:lnTo>
                  <a:lnTo>
                    <a:pt x="416851" y="757317"/>
                  </a:lnTo>
                  <a:lnTo>
                    <a:pt x="415780" y="758174"/>
                  </a:lnTo>
                  <a:lnTo>
                    <a:pt x="414708" y="759031"/>
                  </a:lnTo>
                  <a:lnTo>
                    <a:pt x="413637" y="759887"/>
                  </a:lnTo>
                  <a:lnTo>
                    <a:pt x="412565" y="760743"/>
                  </a:lnTo>
                  <a:lnTo>
                    <a:pt x="411493" y="761599"/>
                  </a:lnTo>
                  <a:lnTo>
                    <a:pt x="410422" y="762454"/>
                  </a:lnTo>
                  <a:lnTo>
                    <a:pt x="409350" y="763309"/>
                  </a:lnTo>
                  <a:lnTo>
                    <a:pt x="408279" y="764163"/>
                  </a:lnTo>
                  <a:lnTo>
                    <a:pt x="407207" y="765017"/>
                  </a:lnTo>
                  <a:lnTo>
                    <a:pt x="406135" y="765870"/>
                  </a:lnTo>
                  <a:lnTo>
                    <a:pt x="405064" y="766723"/>
                  </a:lnTo>
                  <a:lnTo>
                    <a:pt x="403992" y="767575"/>
                  </a:lnTo>
                  <a:lnTo>
                    <a:pt x="402921" y="768427"/>
                  </a:lnTo>
                  <a:lnTo>
                    <a:pt x="401849" y="769279"/>
                  </a:lnTo>
                  <a:lnTo>
                    <a:pt x="400777" y="770130"/>
                  </a:lnTo>
                  <a:lnTo>
                    <a:pt x="399706" y="770980"/>
                  </a:lnTo>
                  <a:lnTo>
                    <a:pt x="398634" y="771830"/>
                  </a:lnTo>
                  <a:lnTo>
                    <a:pt x="397563" y="772679"/>
                  </a:lnTo>
                  <a:lnTo>
                    <a:pt x="396491" y="773528"/>
                  </a:lnTo>
                  <a:lnTo>
                    <a:pt x="395419" y="774377"/>
                  </a:lnTo>
                  <a:lnTo>
                    <a:pt x="394348" y="775224"/>
                  </a:lnTo>
                  <a:lnTo>
                    <a:pt x="393276" y="776072"/>
                  </a:lnTo>
                  <a:lnTo>
                    <a:pt x="392205" y="776918"/>
                  </a:lnTo>
                  <a:lnTo>
                    <a:pt x="391133" y="777765"/>
                  </a:lnTo>
                  <a:lnTo>
                    <a:pt x="390061" y="778610"/>
                  </a:lnTo>
                  <a:lnTo>
                    <a:pt x="388990" y="779455"/>
                  </a:lnTo>
                  <a:lnTo>
                    <a:pt x="387918" y="780300"/>
                  </a:lnTo>
                  <a:lnTo>
                    <a:pt x="386847" y="781144"/>
                  </a:lnTo>
                  <a:lnTo>
                    <a:pt x="385775" y="781987"/>
                  </a:lnTo>
                  <a:lnTo>
                    <a:pt x="384703" y="782830"/>
                  </a:lnTo>
                  <a:lnTo>
                    <a:pt x="383632" y="783672"/>
                  </a:lnTo>
                  <a:lnTo>
                    <a:pt x="382560" y="784514"/>
                  </a:lnTo>
                  <a:lnTo>
                    <a:pt x="381489" y="785355"/>
                  </a:lnTo>
                  <a:lnTo>
                    <a:pt x="380417" y="786195"/>
                  </a:lnTo>
                  <a:lnTo>
                    <a:pt x="379345" y="787035"/>
                  </a:lnTo>
                  <a:lnTo>
                    <a:pt x="378274" y="787875"/>
                  </a:lnTo>
                  <a:lnTo>
                    <a:pt x="377202" y="788713"/>
                  </a:lnTo>
                  <a:lnTo>
                    <a:pt x="376131" y="789551"/>
                  </a:lnTo>
                  <a:lnTo>
                    <a:pt x="375059" y="790389"/>
                  </a:lnTo>
                  <a:lnTo>
                    <a:pt x="373987" y="791226"/>
                  </a:lnTo>
                  <a:lnTo>
                    <a:pt x="372916" y="792062"/>
                  </a:lnTo>
                  <a:lnTo>
                    <a:pt x="371844" y="792898"/>
                  </a:lnTo>
                  <a:lnTo>
                    <a:pt x="370773" y="793733"/>
                  </a:lnTo>
                  <a:lnTo>
                    <a:pt x="369701" y="794567"/>
                  </a:lnTo>
                  <a:lnTo>
                    <a:pt x="368629" y="795401"/>
                  </a:lnTo>
                  <a:lnTo>
                    <a:pt x="367558" y="796234"/>
                  </a:lnTo>
                  <a:lnTo>
                    <a:pt x="366486" y="797067"/>
                  </a:lnTo>
                  <a:lnTo>
                    <a:pt x="365415" y="797898"/>
                  </a:lnTo>
                  <a:lnTo>
                    <a:pt x="364343" y="798730"/>
                  </a:lnTo>
                  <a:lnTo>
                    <a:pt x="363271" y="799560"/>
                  </a:lnTo>
                  <a:lnTo>
                    <a:pt x="362200" y="800390"/>
                  </a:lnTo>
                  <a:lnTo>
                    <a:pt x="361128" y="801219"/>
                  </a:lnTo>
                  <a:lnTo>
                    <a:pt x="360057" y="802048"/>
                  </a:lnTo>
                  <a:lnTo>
                    <a:pt x="358985" y="802876"/>
                  </a:lnTo>
                  <a:lnTo>
                    <a:pt x="357913" y="803703"/>
                  </a:lnTo>
                  <a:lnTo>
                    <a:pt x="356842" y="804530"/>
                  </a:lnTo>
                  <a:lnTo>
                    <a:pt x="355770" y="805356"/>
                  </a:lnTo>
                  <a:lnTo>
                    <a:pt x="354699" y="806181"/>
                  </a:lnTo>
                  <a:lnTo>
                    <a:pt x="353627" y="807006"/>
                  </a:lnTo>
                  <a:lnTo>
                    <a:pt x="352556" y="807830"/>
                  </a:lnTo>
                  <a:lnTo>
                    <a:pt x="351484" y="808653"/>
                  </a:lnTo>
                  <a:lnTo>
                    <a:pt x="350412" y="809475"/>
                  </a:lnTo>
                  <a:lnTo>
                    <a:pt x="349341" y="810297"/>
                  </a:lnTo>
                  <a:lnTo>
                    <a:pt x="348269" y="811118"/>
                  </a:lnTo>
                  <a:lnTo>
                    <a:pt x="347198" y="811939"/>
                  </a:lnTo>
                  <a:lnTo>
                    <a:pt x="346126" y="812758"/>
                  </a:lnTo>
                  <a:lnTo>
                    <a:pt x="345054" y="813577"/>
                  </a:lnTo>
                  <a:lnTo>
                    <a:pt x="343983" y="814396"/>
                  </a:lnTo>
                  <a:lnTo>
                    <a:pt x="342911" y="815213"/>
                  </a:lnTo>
                  <a:lnTo>
                    <a:pt x="341840" y="816030"/>
                  </a:lnTo>
                  <a:lnTo>
                    <a:pt x="340768" y="816846"/>
                  </a:lnTo>
                  <a:lnTo>
                    <a:pt x="339696" y="817662"/>
                  </a:lnTo>
                  <a:lnTo>
                    <a:pt x="338625" y="818477"/>
                  </a:lnTo>
                  <a:lnTo>
                    <a:pt x="337553" y="819291"/>
                  </a:lnTo>
                  <a:lnTo>
                    <a:pt x="336482" y="820104"/>
                  </a:lnTo>
                  <a:lnTo>
                    <a:pt x="335410" y="820917"/>
                  </a:lnTo>
                  <a:lnTo>
                    <a:pt x="334338" y="821728"/>
                  </a:lnTo>
                  <a:lnTo>
                    <a:pt x="333267" y="822540"/>
                  </a:lnTo>
                  <a:lnTo>
                    <a:pt x="332195" y="823350"/>
                  </a:lnTo>
                  <a:lnTo>
                    <a:pt x="331124" y="824160"/>
                  </a:lnTo>
                  <a:lnTo>
                    <a:pt x="330052" y="824968"/>
                  </a:lnTo>
                  <a:lnTo>
                    <a:pt x="328980" y="825777"/>
                  </a:lnTo>
                  <a:lnTo>
                    <a:pt x="327909" y="826584"/>
                  </a:lnTo>
                  <a:lnTo>
                    <a:pt x="326837" y="827391"/>
                  </a:lnTo>
                  <a:lnTo>
                    <a:pt x="325766" y="828197"/>
                  </a:lnTo>
                  <a:lnTo>
                    <a:pt x="324694" y="829002"/>
                  </a:lnTo>
                  <a:lnTo>
                    <a:pt x="323622" y="829806"/>
                  </a:lnTo>
                  <a:lnTo>
                    <a:pt x="322551" y="830610"/>
                  </a:lnTo>
                  <a:lnTo>
                    <a:pt x="321479" y="831413"/>
                  </a:lnTo>
                  <a:lnTo>
                    <a:pt x="320408" y="832215"/>
                  </a:lnTo>
                  <a:lnTo>
                    <a:pt x="319336" y="833016"/>
                  </a:lnTo>
                  <a:lnTo>
                    <a:pt x="318264" y="833816"/>
                  </a:lnTo>
                  <a:lnTo>
                    <a:pt x="317193" y="834616"/>
                  </a:lnTo>
                  <a:lnTo>
                    <a:pt x="316121" y="835415"/>
                  </a:lnTo>
                  <a:lnTo>
                    <a:pt x="315050" y="836214"/>
                  </a:lnTo>
                  <a:lnTo>
                    <a:pt x="313978" y="837011"/>
                  </a:lnTo>
                  <a:lnTo>
                    <a:pt x="312906" y="837808"/>
                  </a:lnTo>
                  <a:lnTo>
                    <a:pt x="311835" y="838604"/>
                  </a:lnTo>
                  <a:lnTo>
                    <a:pt x="310763" y="839399"/>
                  </a:lnTo>
                  <a:lnTo>
                    <a:pt x="309692" y="840193"/>
                  </a:lnTo>
                  <a:lnTo>
                    <a:pt x="308620" y="840987"/>
                  </a:lnTo>
                  <a:lnTo>
                    <a:pt x="307548" y="841779"/>
                  </a:lnTo>
                  <a:lnTo>
                    <a:pt x="306477" y="842571"/>
                  </a:lnTo>
                  <a:lnTo>
                    <a:pt x="305405" y="843362"/>
                  </a:lnTo>
                  <a:lnTo>
                    <a:pt x="304334" y="844153"/>
                  </a:lnTo>
                  <a:lnTo>
                    <a:pt x="303262" y="844942"/>
                  </a:lnTo>
                  <a:lnTo>
                    <a:pt x="302190" y="845731"/>
                  </a:lnTo>
                  <a:lnTo>
                    <a:pt x="301119" y="846519"/>
                  </a:lnTo>
                  <a:lnTo>
                    <a:pt x="300047" y="847306"/>
                  </a:lnTo>
                  <a:lnTo>
                    <a:pt x="298976" y="848092"/>
                  </a:lnTo>
                  <a:lnTo>
                    <a:pt x="297904" y="848878"/>
                  </a:lnTo>
                  <a:lnTo>
                    <a:pt x="296832" y="849663"/>
                  </a:lnTo>
                  <a:lnTo>
                    <a:pt x="295761" y="850447"/>
                  </a:lnTo>
                  <a:lnTo>
                    <a:pt x="294689" y="851230"/>
                  </a:lnTo>
                  <a:lnTo>
                    <a:pt x="293618" y="852012"/>
                  </a:lnTo>
                  <a:lnTo>
                    <a:pt x="292546" y="852794"/>
                  </a:lnTo>
                  <a:lnTo>
                    <a:pt x="291474" y="853574"/>
                  </a:lnTo>
                  <a:lnTo>
                    <a:pt x="290403" y="854354"/>
                  </a:lnTo>
                  <a:lnTo>
                    <a:pt x="289331" y="855133"/>
                  </a:lnTo>
                  <a:lnTo>
                    <a:pt x="288260" y="855911"/>
                  </a:lnTo>
                  <a:lnTo>
                    <a:pt x="287188" y="856689"/>
                  </a:lnTo>
                  <a:lnTo>
                    <a:pt x="286116" y="857465"/>
                  </a:lnTo>
                  <a:lnTo>
                    <a:pt x="285045" y="858241"/>
                  </a:lnTo>
                  <a:lnTo>
                    <a:pt x="283973" y="859016"/>
                  </a:lnTo>
                  <a:lnTo>
                    <a:pt x="282902" y="859790"/>
                  </a:lnTo>
                  <a:lnTo>
                    <a:pt x="281830" y="860563"/>
                  </a:lnTo>
                  <a:lnTo>
                    <a:pt x="280758" y="861335"/>
                  </a:lnTo>
                  <a:lnTo>
                    <a:pt x="279687" y="862107"/>
                  </a:lnTo>
                  <a:lnTo>
                    <a:pt x="278615" y="862878"/>
                  </a:lnTo>
                  <a:lnTo>
                    <a:pt x="277544" y="863647"/>
                  </a:lnTo>
                  <a:lnTo>
                    <a:pt x="276472" y="864416"/>
                  </a:lnTo>
                  <a:lnTo>
                    <a:pt x="275400" y="865185"/>
                  </a:lnTo>
                  <a:lnTo>
                    <a:pt x="274329" y="865952"/>
                  </a:lnTo>
                  <a:lnTo>
                    <a:pt x="273257" y="866718"/>
                  </a:lnTo>
                  <a:lnTo>
                    <a:pt x="272186" y="867484"/>
                  </a:lnTo>
                  <a:lnTo>
                    <a:pt x="271114" y="868249"/>
                  </a:lnTo>
                  <a:lnTo>
                    <a:pt x="270042" y="869013"/>
                  </a:lnTo>
                  <a:lnTo>
                    <a:pt x="268971" y="869776"/>
                  </a:lnTo>
                  <a:lnTo>
                    <a:pt x="267899" y="870538"/>
                  </a:lnTo>
                  <a:lnTo>
                    <a:pt x="266828" y="871300"/>
                  </a:lnTo>
                  <a:lnTo>
                    <a:pt x="265756" y="872060"/>
                  </a:lnTo>
                  <a:lnTo>
                    <a:pt x="264684" y="872820"/>
                  </a:lnTo>
                  <a:lnTo>
                    <a:pt x="263613" y="873579"/>
                  </a:lnTo>
                  <a:lnTo>
                    <a:pt x="262541" y="874337"/>
                  </a:lnTo>
                  <a:lnTo>
                    <a:pt x="261470" y="875094"/>
                  </a:lnTo>
                  <a:lnTo>
                    <a:pt x="260398" y="875850"/>
                  </a:lnTo>
                  <a:lnTo>
                    <a:pt x="259326" y="876605"/>
                  </a:lnTo>
                  <a:lnTo>
                    <a:pt x="258255" y="877360"/>
                  </a:lnTo>
                  <a:lnTo>
                    <a:pt x="257183" y="878114"/>
                  </a:lnTo>
                  <a:lnTo>
                    <a:pt x="256112" y="878866"/>
                  </a:lnTo>
                  <a:lnTo>
                    <a:pt x="255040" y="879618"/>
                  </a:lnTo>
                  <a:lnTo>
                    <a:pt x="253968" y="880369"/>
                  </a:lnTo>
                  <a:lnTo>
                    <a:pt x="252897" y="881120"/>
                  </a:lnTo>
                  <a:lnTo>
                    <a:pt x="251825" y="881869"/>
                  </a:lnTo>
                  <a:lnTo>
                    <a:pt x="250754" y="882618"/>
                  </a:lnTo>
                  <a:lnTo>
                    <a:pt x="249682" y="883365"/>
                  </a:lnTo>
                  <a:lnTo>
                    <a:pt x="248610" y="884112"/>
                  </a:lnTo>
                  <a:lnTo>
                    <a:pt x="247539" y="884858"/>
                  </a:lnTo>
                  <a:lnTo>
                    <a:pt x="246467" y="885603"/>
                  </a:lnTo>
                  <a:lnTo>
                    <a:pt x="245396" y="886347"/>
                  </a:lnTo>
                  <a:lnTo>
                    <a:pt x="244324" y="887090"/>
                  </a:lnTo>
                  <a:lnTo>
                    <a:pt x="243252" y="887832"/>
                  </a:lnTo>
                  <a:lnTo>
                    <a:pt x="242181" y="888574"/>
                  </a:lnTo>
                  <a:lnTo>
                    <a:pt x="241109" y="889315"/>
                  </a:lnTo>
                  <a:lnTo>
                    <a:pt x="240038" y="890054"/>
                  </a:lnTo>
                  <a:lnTo>
                    <a:pt x="238966" y="890793"/>
                  </a:lnTo>
                  <a:lnTo>
                    <a:pt x="237894" y="891531"/>
                  </a:lnTo>
                  <a:lnTo>
                    <a:pt x="236823" y="892268"/>
                  </a:lnTo>
                  <a:lnTo>
                    <a:pt x="235751" y="893005"/>
                  </a:lnTo>
                  <a:lnTo>
                    <a:pt x="234680" y="893740"/>
                  </a:lnTo>
                  <a:lnTo>
                    <a:pt x="233608" y="894474"/>
                  </a:lnTo>
                  <a:lnTo>
                    <a:pt x="232536" y="895208"/>
                  </a:lnTo>
                  <a:lnTo>
                    <a:pt x="231465" y="895941"/>
                  </a:lnTo>
                  <a:lnTo>
                    <a:pt x="230393" y="896672"/>
                  </a:lnTo>
                  <a:lnTo>
                    <a:pt x="229322" y="897403"/>
                  </a:lnTo>
                  <a:lnTo>
                    <a:pt x="228250" y="898133"/>
                  </a:lnTo>
                  <a:lnTo>
                    <a:pt x="227178" y="898863"/>
                  </a:lnTo>
                  <a:lnTo>
                    <a:pt x="226107" y="899591"/>
                  </a:lnTo>
                  <a:lnTo>
                    <a:pt x="225035" y="900318"/>
                  </a:lnTo>
                  <a:lnTo>
                    <a:pt x="223964" y="901045"/>
                  </a:lnTo>
                  <a:lnTo>
                    <a:pt x="222892" y="901770"/>
                  </a:lnTo>
                  <a:lnTo>
                    <a:pt x="221820" y="902495"/>
                  </a:lnTo>
                  <a:lnTo>
                    <a:pt x="220749" y="903219"/>
                  </a:lnTo>
                  <a:lnTo>
                    <a:pt x="219677" y="903942"/>
                  </a:lnTo>
                  <a:lnTo>
                    <a:pt x="218606" y="904664"/>
                  </a:lnTo>
                  <a:lnTo>
                    <a:pt x="217534" y="905385"/>
                  </a:lnTo>
                  <a:lnTo>
                    <a:pt x="216462" y="906105"/>
                  </a:lnTo>
                  <a:lnTo>
                    <a:pt x="215391" y="906825"/>
                  </a:lnTo>
                  <a:lnTo>
                    <a:pt x="214319" y="907543"/>
                  </a:lnTo>
                  <a:lnTo>
                    <a:pt x="213248" y="908261"/>
                  </a:lnTo>
                  <a:lnTo>
                    <a:pt x="212176" y="908977"/>
                  </a:lnTo>
                  <a:lnTo>
                    <a:pt x="211104" y="909693"/>
                  </a:lnTo>
                  <a:lnTo>
                    <a:pt x="210033" y="910408"/>
                  </a:lnTo>
                  <a:lnTo>
                    <a:pt x="208961" y="911122"/>
                  </a:lnTo>
                  <a:lnTo>
                    <a:pt x="207890" y="911835"/>
                  </a:lnTo>
                  <a:lnTo>
                    <a:pt x="206818" y="912548"/>
                  </a:lnTo>
                  <a:lnTo>
                    <a:pt x="205746" y="913259"/>
                  </a:lnTo>
                  <a:lnTo>
                    <a:pt x="204675" y="913969"/>
                  </a:lnTo>
                  <a:lnTo>
                    <a:pt x="203603" y="914679"/>
                  </a:lnTo>
                  <a:lnTo>
                    <a:pt x="202532" y="915387"/>
                  </a:lnTo>
                  <a:lnTo>
                    <a:pt x="201460" y="916095"/>
                  </a:lnTo>
                  <a:lnTo>
                    <a:pt x="200388" y="916802"/>
                  </a:lnTo>
                  <a:lnTo>
                    <a:pt x="199317" y="917508"/>
                  </a:lnTo>
                  <a:lnTo>
                    <a:pt x="198245" y="918213"/>
                  </a:lnTo>
                  <a:lnTo>
                    <a:pt x="197174" y="918917"/>
                  </a:lnTo>
                  <a:lnTo>
                    <a:pt x="196102" y="919620"/>
                  </a:lnTo>
                  <a:lnTo>
                    <a:pt x="195030" y="920323"/>
                  </a:lnTo>
                  <a:lnTo>
                    <a:pt x="193959" y="921024"/>
                  </a:lnTo>
                  <a:lnTo>
                    <a:pt x="192887" y="921725"/>
                  </a:lnTo>
                  <a:lnTo>
                    <a:pt x="191816" y="922424"/>
                  </a:lnTo>
                  <a:lnTo>
                    <a:pt x="190744" y="923123"/>
                  </a:lnTo>
                  <a:lnTo>
                    <a:pt x="189672" y="923821"/>
                  </a:lnTo>
                  <a:lnTo>
                    <a:pt x="188601" y="924518"/>
                  </a:lnTo>
                  <a:lnTo>
                    <a:pt x="187529" y="925214"/>
                  </a:lnTo>
                  <a:lnTo>
                    <a:pt x="186458" y="925909"/>
                  </a:lnTo>
                  <a:lnTo>
                    <a:pt x="185386" y="926604"/>
                  </a:lnTo>
                  <a:lnTo>
                    <a:pt x="184314" y="927297"/>
                  </a:lnTo>
                  <a:lnTo>
                    <a:pt x="183243" y="927989"/>
                  </a:lnTo>
                  <a:lnTo>
                    <a:pt x="182171" y="928681"/>
                  </a:lnTo>
                  <a:lnTo>
                    <a:pt x="181100" y="929372"/>
                  </a:lnTo>
                  <a:lnTo>
                    <a:pt x="180028" y="930061"/>
                  </a:lnTo>
                  <a:lnTo>
                    <a:pt x="178956" y="930750"/>
                  </a:lnTo>
                  <a:lnTo>
                    <a:pt x="177885" y="931438"/>
                  </a:lnTo>
                  <a:lnTo>
                    <a:pt x="176813" y="932125"/>
                  </a:lnTo>
                  <a:lnTo>
                    <a:pt x="175742" y="932811"/>
                  </a:lnTo>
                  <a:lnTo>
                    <a:pt x="174670" y="933497"/>
                  </a:lnTo>
                  <a:lnTo>
                    <a:pt x="173599" y="934181"/>
                  </a:lnTo>
                  <a:lnTo>
                    <a:pt x="172527" y="934864"/>
                  </a:lnTo>
                  <a:lnTo>
                    <a:pt x="171455" y="935547"/>
                  </a:lnTo>
                  <a:lnTo>
                    <a:pt x="170384" y="936229"/>
                  </a:lnTo>
                  <a:lnTo>
                    <a:pt x="169312" y="936909"/>
                  </a:lnTo>
                  <a:lnTo>
                    <a:pt x="168241" y="937589"/>
                  </a:lnTo>
                  <a:lnTo>
                    <a:pt x="167169" y="938268"/>
                  </a:lnTo>
                  <a:lnTo>
                    <a:pt x="166097" y="938946"/>
                  </a:lnTo>
                  <a:lnTo>
                    <a:pt x="165026" y="939623"/>
                  </a:lnTo>
                  <a:lnTo>
                    <a:pt x="163954" y="940300"/>
                  </a:lnTo>
                  <a:lnTo>
                    <a:pt x="162883" y="940975"/>
                  </a:lnTo>
                  <a:lnTo>
                    <a:pt x="161811" y="941649"/>
                  </a:lnTo>
                  <a:lnTo>
                    <a:pt x="160739" y="942323"/>
                  </a:lnTo>
                  <a:lnTo>
                    <a:pt x="159668" y="942995"/>
                  </a:lnTo>
                  <a:lnTo>
                    <a:pt x="158596" y="943667"/>
                  </a:lnTo>
                  <a:lnTo>
                    <a:pt x="157525" y="944338"/>
                  </a:lnTo>
                  <a:lnTo>
                    <a:pt x="156453" y="945008"/>
                  </a:lnTo>
                  <a:lnTo>
                    <a:pt x="155381" y="945677"/>
                  </a:lnTo>
                  <a:lnTo>
                    <a:pt x="154310" y="946345"/>
                  </a:lnTo>
                  <a:lnTo>
                    <a:pt x="153238" y="947012"/>
                  </a:lnTo>
                  <a:lnTo>
                    <a:pt x="152167" y="947679"/>
                  </a:lnTo>
                  <a:lnTo>
                    <a:pt x="151095" y="948344"/>
                  </a:lnTo>
                  <a:lnTo>
                    <a:pt x="150023" y="949009"/>
                  </a:lnTo>
                  <a:lnTo>
                    <a:pt x="148952" y="949672"/>
                  </a:lnTo>
                  <a:lnTo>
                    <a:pt x="147880" y="950335"/>
                  </a:lnTo>
                  <a:lnTo>
                    <a:pt x="146809" y="950997"/>
                  </a:lnTo>
                  <a:lnTo>
                    <a:pt x="145737" y="951658"/>
                  </a:lnTo>
                  <a:lnTo>
                    <a:pt x="144665" y="952318"/>
                  </a:lnTo>
                  <a:lnTo>
                    <a:pt x="143594" y="952977"/>
                  </a:lnTo>
                  <a:lnTo>
                    <a:pt x="142522" y="953635"/>
                  </a:lnTo>
                  <a:lnTo>
                    <a:pt x="141451" y="954293"/>
                  </a:lnTo>
                  <a:lnTo>
                    <a:pt x="140379" y="954949"/>
                  </a:lnTo>
                  <a:lnTo>
                    <a:pt x="139307" y="955605"/>
                  </a:lnTo>
                  <a:lnTo>
                    <a:pt x="138236" y="956259"/>
                  </a:lnTo>
                  <a:lnTo>
                    <a:pt x="137164" y="956913"/>
                  </a:lnTo>
                  <a:lnTo>
                    <a:pt x="136093" y="957566"/>
                  </a:lnTo>
                  <a:lnTo>
                    <a:pt x="135021" y="958218"/>
                  </a:lnTo>
                  <a:lnTo>
                    <a:pt x="133949" y="958869"/>
                  </a:lnTo>
                  <a:lnTo>
                    <a:pt x="132878" y="959519"/>
                  </a:lnTo>
                  <a:lnTo>
                    <a:pt x="131806" y="960168"/>
                  </a:lnTo>
                  <a:lnTo>
                    <a:pt x="130735" y="960817"/>
                  </a:lnTo>
                  <a:lnTo>
                    <a:pt x="129663" y="961464"/>
                  </a:lnTo>
                  <a:lnTo>
                    <a:pt x="128591" y="962111"/>
                  </a:lnTo>
                  <a:lnTo>
                    <a:pt x="127520" y="962756"/>
                  </a:lnTo>
                  <a:lnTo>
                    <a:pt x="126448" y="963401"/>
                  </a:lnTo>
                  <a:lnTo>
                    <a:pt x="125377" y="964045"/>
                  </a:lnTo>
                  <a:lnTo>
                    <a:pt x="124305" y="964688"/>
                  </a:lnTo>
                  <a:lnTo>
                    <a:pt x="123233" y="965330"/>
                  </a:lnTo>
                  <a:lnTo>
                    <a:pt x="122162" y="965971"/>
                  </a:lnTo>
                  <a:lnTo>
                    <a:pt x="121090" y="966612"/>
                  </a:lnTo>
                  <a:lnTo>
                    <a:pt x="120019" y="967251"/>
                  </a:lnTo>
                  <a:lnTo>
                    <a:pt x="118947" y="967890"/>
                  </a:lnTo>
                  <a:lnTo>
                    <a:pt x="117875" y="968527"/>
                  </a:lnTo>
                  <a:lnTo>
                    <a:pt x="116804" y="969164"/>
                  </a:lnTo>
                  <a:lnTo>
                    <a:pt x="115732" y="969800"/>
                  </a:lnTo>
                  <a:lnTo>
                    <a:pt x="114661" y="970435"/>
                  </a:lnTo>
                  <a:lnTo>
                    <a:pt x="113589" y="971069"/>
                  </a:lnTo>
                  <a:lnTo>
                    <a:pt x="112517" y="971702"/>
                  </a:lnTo>
                  <a:lnTo>
                    <a:pt x="111446" y="972335"/>
                  </a:lnTo>
                  <a:lnTo>
                    <a:pt x="110374" y="972966"/>
                  </a:lnTo>
                  <a:lnTo>
                    <a:pt x="109303" y="973596"/>
                  </a:lnTo>
                  <a:lnTo>
                    <a:pt x="108231" y="974226"/>
                  </a:lnTo>
                  <a:lnTo>
                    <a:pt x="107159" y="974855"/>
                  </a:lnTo>
                  <a:lnTo>
                    <a:pt x="106088" y="975483"/>
                  </a:lnTo>
                  <a:lnTo>
                    <a:pt x="105016" y="976110"/>
                  </a:lnTo>
                  <a:lnTo>
                    <a:pt x="103945" y="976736"/>
                  </a:lnTo>
                  <a:lnTo>
                    <a:pt x="102873" y="977361"/>
                  </a:lnTo>
                  <a:lnTo>
                    <a:pt x="101801" y="977985"/>
                  </a:lnTo>
                  <a:lnTo>
                    <a:pt x="100730" y="978609"/>
                  </a:lnTo>
                  <a:lnTo>
                    <a:pt x="99658" y="979231"/>
                  </a:lnTo>
                  <a:lnTo>
                    <a:pt x="98587" y="979853"/>
                  </a:lnTo>
                  <a:lnTo>
                    <a:pt x="97515" y="980474"/>
                  </a:lnTo>
                  <a:lnTo>
                    <a:pt x="96443" y="981094"/>
                  </a:lnTo>
                  <a:lnTo>
                    <a:pt x="95372" y="981713"/>
                  </a:lnTo>
                  <a:lnTo>
                    <a:pt x="94300" y="982331"/>
                  </a:lnTo>
                  <a:lnTo>
                    <a:pt x="93229" y="982948"/>
                  </a:lnTo>
                  <a:lnTo>
                    <a:pt x="92157" y="983565"/>
                  </a:lnTo>
                  <a:lnTo>
                    <a:pt x="91085" y="984180"/>
                  </a:lnTo>
                  <a:lnTo>
                    <a:pt x="90014" y="984795"/>
                  </a:lnTo>
                  <a:lnTo>
                    <a:pt x="88942" y="985408"/>
                  </a:lnTo>
                  <a:lnTo>
                    <a:pt x="87871" y="986021"/>
                  </a:lnTo>
                  <a:lnTo>
                    <a:pt x="86799" y="986633"/>
                  </a:lnTo>
                  <a:lnTo>
                    <a:pt x="85727" y="987244"/>
                  </a:lnTo>
                  <a:lnTo>
                    <a:pt x="84656" y="987855"/>
                  </a:lnTo>
                  <a:lnTo>
                    <a:pt x="83584" y="988464"/>
                  </a:lnTo>
                  <a:lnTo>
                    <a:pt x="82513" y="989072"/>
                  </a:lnTo>
                  <a:lnTo>
                    <a:pt x="81441" y="989680"/>
                  </a:lnTo>
                  <a:lnTo>
                    <a:pt x="80369" y="990287"/>
                  </a:lnTo>
                  <a:lnTo>
                    <a:pt x="79298" y="990893"/>
                  </a:lnTo>
                  <a:lnTo>
                    <a:pt x="78226" y="991498"/>
                  </a:lnTo>
                  <a:lnTo>
                    <a:pt x="77155" y="992102"/>
                  </a:lnTo>
                  <a:lnTo>
                    <a:pt x="76083" y="992705"/>
                  </a:lnTo>
                  <a:lnTo>
                    <a:pt x="75011" y="993307"/>
                  </a:lnTo>
                  <a:lnTo>
                    <a:pt x="73940" y="993909"/>
                  </a:lnTo>
                  <a:lnTo>
                    <a:pt x="72868" y="994509"/>
                  </a:lnTo>
                  <a:lnTo>
                    <a:pt x="71797" y="995109"/>
                  </a:lnTo>
                  <a:lnTo>
                    <a:pt x="70725" y="995708"/>
                  </a:lnTo>
                  <a:lnTo>
                    <a:pt x="69653" y="996306"/>
                  </a:lnTo>
                  <a:lnTo>
                    <a:pt x="68582" y="996903"/>
                  </a:lnTo>
                  <a:lnTo>
                    <a:pt x="67510" y="997499"/>
                  </a:lnTo>
                  <a:lnTo>
                    <a:pt x="66439" y="998095"/>
                  </a:lnTo>
                  <a:lnTo>
                    <a:pt x="65367" y="998689"/>
                  </a:lnTo>
                  <a:lnTo>
                    <a:pt x="64295" y="999283"/>
                  </a:lnTo>
                  <a:lnTo>
                    <a:pt x="63224" y="999876"/>
                  </a:lnTo>
                  <a:lnTo>
                    <a:pt x="62152" y="1000468"/>
                  </a:lnTo>
                  <a:lnTo>
                    <a:pt x="61081" y="1001059"/>
                  </a:lnTo>
                  <a:lnTo>
                    <a:pt x="60009" y="1001649"/>
                  </a:lnTo>
                  <a:lnTo>
                    <a:pt x="58937" y="1002238"/>
                  </a:lnTo>
                  <a:lnTo>
                    <a:pt x="57866" y="1002827"/>
                  </a:lnTo>
                  <a:lnTo>
                    <a:pt x="56794" y="1003415"/>
                  </a:lnTo>
                  <a:lnTo>
                    <a:pt x="55723" y="1004001"/>
                  </a:lnTo>
                  <a:lnTo>
                    <a:pt x="54651" y="1004587"/>
                  </a:lnTo>
                  <a:lnTo>
                    <a:pt x="53579" y="1005172"/>
                  </a:lnTo>
                  <a:lnTo>
                    <a:pt x="52508" y="1005756"/>
                  </a:lnTo>
                  <a:lnTo>
                    <a:pt x="51436" y="1006340"/>
                  </a:lnTo>
                  <a:lnTo>
                    <a:pt x="50365" y="1006922"/>
                  </a:lnTo>
                  <a:lnTo>
                    <a:pt x="49293" y="1007504"/>
                  </a:lnTo>
                  <a:lnTo>
                    <a:pt x="48221" y="1008085"/>
                  </a:lnTo>
                  <a:lnTo>
                    <a:pt x="47150" y="1008665"/>
                  </a:lnTo>
                  <a:lnTo>
                    <a:pt x="46078" y="1009244"/>
                  </a:lnTo>
                  <a:lnTo>
                    <a:pt x="45007" y="1009822"/>
                  </a:lnTo>
                  <a:lnTo>
                    <a:pt x="43935" y="1010399"/>
                  </a:lnTo>
                  <a:lnTo>
                    <a:pt x="42863" y="1010976"/>
                  </a:lnTo>
                  <a:lnTo>
                    <a:pt x="41792" y="1011551"/>
                  </a:lnTo>
                  <a:lnTo>
                    <a:pt x="40720" y="1012126"/>
                  </a:lnTo>
                  <a:lnTo>
                    <a:pt x="39649" y="1012700"/>
                  </a:lnTo>
                  <a:lnTo>
                    <a:pt x="38577" y="1013273"/>
                  </a:lnTo>
                  <a:lnTo>
                    <a:pt x="37505" y="1013845"/>
                  </a:lnTo>
                  <a:lnTo>
                    <a:pt x="36434" y="1014417"/>
                  </a:lnTo>
                  <a:lnTo>
                    <a:pt x="35362" y="1014987"/>
                  </a:lnTo>
                  <a:lnTo>
                    <a:pt x="34291" y="1015557"/>
                  </a:lnTo>
                  <a:lnTo>
                    <a:pt x="33219" y="1016126"/>
                  </a:lnTo>
                  <a:lnTo>
                    <a:pt x="32147" y="1016694"/>
                  </a:lnTo>
                  <a:lnTo>
                    <a:pt x="31076" y="1017261"/>
                  </a:lnTo>
                  <a:lnTo>
                    <a:pt x="30004" y="1017827"/>
                  </a:lnTo>
                  <a:lnTo>
                    <a:pt x="28933" y="1018393"/>
                  </a:lnTo>
                  <a:lnTo>
                    <a:pt x="27861" y="1018957"/>
                  </a:lnTo>
                  <a:lnTo>
                    <a:pt x="26789" y="1019521"/>
                  </a:lnTo>
                  <a:lnTo>
                    <a:pt x="25718" y="1020084"/>
                  </a:lnTo>
                  <a:lnTo>
                    <a:pt x="24646" y="1020646"/>
                  </a:lnTo>
                  <a:lnTo>
                    <a:pt x="23575" y="1021207"/>
                  </a:lnTo>
                  <a:lnTo>
                    <a:pt x="22503" y="1021768"/>
                  </a:lnTo>
                  <a:lnTo>
                    <a:pt x="21431" y="1022327"/>
                  </a:lnTo>
                  <a:lnTo>
                    <a:pt x="20360" y="1022886"/>
                  </a:lnTo>
                  <a:lnTo>
                    <a:pt x="19288" y="1023444"/>
                  </a:lnTo>
                  <a:lnTo>
                    <a:pt x="18217" y="1024001"/>
                  </a:lnTo>
                  <a:lnTo>
                    <a:pt x="17145" y="1024557"/>
                  </a:lnTo>
                  <a:lnTo>
                    <a:pt x="16073" y="1025113"/>
                  </a:lnTo>
                  <a:lnTo>
                    <a:pt x="15002" y="1025667"/>
                  </a:lnTo>
                  <a:lnTo>
                    <a:pt x="13930" y="1026221"/>
                  </a:lnTo>
                  <a:lnTo>
                    <a:pt x="12859" y="1026774"/>
                  </a:lnTo>
                  <a:lnTo>
                    <a:pt x="11787" y="1027326"/>
                  </a:lnTo>
                  <a:lnTo>
                    <a:pt x="10715" y="1027877"/>
                  </a:lnTo>
                  <a:lnTo>
                    <a:pt x="9644" y="1028428"/>
                  </a:lnTo>
                  <a:lnTo>
                    <a:pt x="8572" y="1028977"/>
                  </a:lnTo>
                  <a:lnTo>
                    <a:pt x="7501" y="1029526"/>
                  </a:lnTo>
                  <a:lnTo>
                    <a:pt x="6429" y="1030074"/>
                  </a:lnTo>
                  <a:lnTo>
                    <a:pt x="5357" y="1030621"/>
                  </a:lnTo>
                  <a:lnTo>
                    <a:pt x="4286" y="1031168"/>
                  </a:lnTo>
                  <a:lnTo>
                    <a:pt x="3214" y="1031713"/>
                  </a:lnTo>
                  <a:lnTo>
                    <a:pt x="2143" y="1032258"/>
                  </a:lnTo>
                  <a:lnTo>
                    <a:pt x="1071" y="1032801"/>
                  </a:lnTo>
                  <a:lnTo>
                    <a:pt x="0" y="1033344"/>
                  </a:lnTo>
                  <a:lnTo>
                    <a:pt x="0" y="103334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684231" y="4543230"/>
              <a:ext cx="3856684" cy="962717"/>
            </a:xfrm>
            <a:custGeom>
              <a:avLst/>
              <a:gdLst/>
              <a:ahLst/>
              <a:cxnLst/>
              <a:rect l="0" t="0" r="0" b="0"/>
              <a:pathLst>
                <a:path w="3856684" h="962717">
                  <a:moveTo>
                    <a:pt x="0" y="962717"/>
                  </a:moveTo>
                  <a:lnTo>
                    <a:pt x="1071" y="962208"/>
                  </a:lnTo>
                  <a:lnTo>
                    <a:pt x="2143" y="961698"/>
                  </a:lnTo>
                  <a:lnTo>
                    <a:pt x="3214" y="961188"/>
                  </a:lnTo>
                  <a:lnTo>
                    <a:pt x="4286" y="960677"/>
                  </a:lnTo>
                  <a:lnTo>
                    <a:pt x="5357" y="960166"/>
                  </a:lnTo>
                  <a:lnTo>
                    <a:pt x="6429" y="959654"/>
                  </a:lnTo>
                  <a:lnTo>
                    <a:pt x="7501" y="959143"/>
                  </a:lnTo>
                  <a:lnTo>
                    <a:pt x="8572" y="958631"/>
                  </a:lnTo>
                  <a:lnTo>
                    <a:pt x="9644" y="958118"/>
                  </a:lnTo>
                  <a:lnTo>
                    <a:pt x="10715" y="957605"/>
                  </a:lnTo>
                  <a:lnTo>
                    <a:pt x="11787" y="957092"/>
                  </a:lnTo>
                  <a:lnTo>
                    <a:pt x="12859" y="956579"/>
                  </a:lnTo>
                  <a:lnTo>
                    <a:pt x="13930" y="956065"/>
                  </a:lnTo>
                  <a:lnTo>
                    <a:pt x="15002" y="955550"/>
                  </a:lnTo>
                  <a:lnTo>
                    <a:pt x="16073" y="955036"/>
                  </a:lnTo>
                  <a:lnTo>
                    <a:pt x="17145" y="954521"/>
                  </a:lnTo>
                  <a:lnTo>
                    <a:pt x="18217" y="954005"/>
                  </a:lnTo>
                  <a:lnTo>
                    <a:pt x="19288" y="953489"/>
                  </a:lnTo>
                  <a:lnTo>
                    <a:pt x="20360" y="952973"/>
                  </a:lnTo>
                  <a:lnTo>
                    <a:pt x="21431" y="952457"/>
                  </a:lnTo>
                  <a:lnTo>
                    <a:pt x="22503" y="951940"/>
                  </a:lnTo>
                  <a:lnTo>
                    <a:pt x="23575" y="951423"/>
                  </a:lnTo>
                  <a:lnTo>
                    <a:pt x="24646" y="950905"/>
                  </a:lnTo>
                  <a:lnTo>
                    <a:pt x="25718" y="950387"/>
                  </a:lnTo>
                  <a:lnTo>
                    <a:pt x="26789" y="949869"/>
                  </a:lnTo>
                  <a:lnTo>
                    <a:pt x="27861" y="949350"/>
                  </a:lnTo>
                  <a:lnTo>
                    <a:pt x="28933" y="948831"/>
                  </a:lnTo>
                  <a:lnTo>
                    <a:pt x="30004" y="948312"/>
                  </a:lnTo>
                  <a:lnTo>
                    <a:pt x="31076" y="947792"/>
                  </a:lnTo>
                  <a:lnTo>
                    <a:pt x="32147" y="947272"/>
                  </a:lnTo>
                  <a:lnTo>
                    <a:pt x="33219" y="946752"/>
                  </a:lnTo>
                  <a:lnTo>
                    <a:pt x="34291" y="946231"/>
                  </a:lnTo>
                  <a:lnTo>
                    <a:pt x="35362" y="945709"/>
                  </a:lnTo>
                  <a:lnTo>
                    <a:pt x="36434" y="945188"/>
                  </a:lnTo>
                  <a:lnTo>
                    <a:pt x="37505" y="944666"/>
                  </a:lnTo>
                  <a:lnTo>
                    <a:pt x="38577" y="944143"/>
                  </a:lnTo>
                  <a:lnTo>
                    <a:pt x="39649" y="943621"/>
                  </a:lnTo>
                  <a:lnTo>
                    <a:pt x="40720" y="943098"/>
                  </a:lnTo>
                  <a:lnTo>
                    <a:pt x="41792" y="942574"/>
                  </a:lnTo>
                  <a:lnTo>
                    <a:pt x="42863" y="942050"/>
                  </a:lnTo>
                  <a:lnTo>
                    <a:pt x="43935" y="941526"/>
                  </a:lnTo>
                  <a:lnTo>
                    <a:pt x="45007" y="941002"/>
                  </a:lnTo>
                  <a:lnTo>
                    <a:pt x="46078" y="940477"/>
                  </a:lnTo>
                  <a:lnTo>
                    <a:pt x="47150" y="939951"/>
                  </a:lnTo>
                  <a:lnTo>
                    <a:pt x="48221" y="939426"/>
                  </a:lnTo>
                  <a:lnTo>
                    <a:pt x="49293" y="938900"/>
                  </a:lnTo>
                  <a:lnTo>
                    <a:pt x="50365" y="938373"/>
                  </a:lnTo>
                  <a:lnTo>
                    <a:pt x="51436" y="937846"/>
                  </a:lnTo>
                  <a:lnTo>
                    <a:pt x="52508" y="937319"/>
                  </a:lnTo>
                  <a:lnTo>
                    <a:pt x="53579" y="936792"/>
                  </a:lnTo>
                  <a:lnTo>
                    <a:pt x="54651" y="936264"/>
                  </a:lnTo>
                  <a:lnTo>
                    <a:pt x="55723" y="935735"/>
                  </a:lnTo>
                  <a:lnTo>
                    <a:pt x="56794" y="935207"/>
                  </a:lnTo>
                  <a:lnTo>
                    <a:pt x="57866" y="934678"/>
                  </a:lnTo>
                  <a:lnTo>
                    <a:pt x="58937" y="934148"/>
                  </a:lnTo>
                  <a:lnTo>
                    <a:pt x="60009" y="933619"/>
                  </a:lnTo>
                  <a:lnTo>
                    <a:pt x="61081" y="933088"/>
                  </a:lnTo>
                  <a:lnTo>
                    <a:pt x="62152" y="932558"/>
                  </a:lnTo>
                  <a:lnTo>
                    <a:pt x="63224" y="932027"/>
                  </a:lnTo>
                  <a:lnTo>
                    <a:pt x="64295" y="931496"/>
                  </a:lnTo>
                  <a:lnTo>
                    <a:pt x="65367" y="930964"/>
                  </a:lnTo>
                  <a:lnTo>
                    <a:pt x="66439" y="930432"/>
                  </a:lnTo>
                  <a:lnTo>
                    <a:pt x="67510" y="929900"/>
                  </a:lnTo>
                  <a:lnTo>
                    <a:pt x="68582" y="929367"/>
                  </a:lnTo>
                  <a:lnTo>
                    <a:pt x="69653" y="928834"/>
                  </a:lnTo>
                  <a:lnTo>
                    <a:pt x="70725" y="928300"/>
                  </a:lnTo>
                  <a:lnTo>
                    <a:pt x="71797" y="927766"/>
                  </a:lnTo>
                  <a:lnTo>
                    <a:pt x="72868" y="927232"/>
                  </a:lnTo>
                  <a:lnTo>
                    <a:pt x="73940" y="926697"/>
                  </a:lnTo>
                  <a:lnTo>
                    <a:pt x="75011" y="926162"/>
                  </a:lnTo>
                  <a:lnTo>
                    <a:pt x="76083" y="925627"/>
                  </a:lnTo>
                  <a:lnTo>
                    <a:pt x="77155" y="925091"/>
                  </a:lnTo>
                  <a:lnTo>
                    <a:pt x="78226" y="924555"/>
                  </a:lnTo>
                  <a:lnTo>
                    <a:pt x="79298" y="924018"/>
                  </a:lnTo>
                  <a:lnTo>
                    <a:pt x="80369" y="923481"/>
                  </a:lnTo>
                  <a:lnTo>
                    <a:pt x="81441" y="922944"/>
                  </a:lnTo>
                  <a:lnTo>
                    <a:pt x="82513" y="922406"/>
                  </a:lnTo>
                  <a:lnTo>
                    <a:pt x="83584" y="921868"/>
                  </a:lnTo>
                  <a:lnTo>
                    <a:pt x="84656" y="921330"/>
                  </a:lnTo>
                  <a:lnTo>
                    <a:pt x="85727" y="920791"/>
                  </a:lnTo>
                  <a:lnTo>
                    <a:pt x="86799" y="920251"/>
                  </a:lnTo>
                  <a:lnTo>
                    <a:pt x="87871" y="919712"/>
                  </a:lnTo>
                  <a:lnTo>
                    <a:pt x="88942" y="919172"/>
                  </a:lnTo>
                  <a:lnTo>
                    <a:pt x="90014" y="918631"/>
                  </a:lnTo>
                  <a:lnTo>
                    <a:pt x="91085" y="918091"/>
                  </a:lnTo>
                  <a:lnTo>
                    <a:pt x="92157" y="917550"/>
                  </a:lnTo>
                  <a:lnTo>
                    <a:pt x="93229" y="917008"/>
                  </a:lnTo>
                  <a:lnTo>
                    <a:pt x="94300" y="916466"/>
                  </a:lnTo>
                  <a:lnTo>
                    <a:pt x="95372" y="915924"/>
                  </a:lnTo>
                  <a:lnTo>
                    <a:pt x="96443" y="915381"/>
                  </a:lnTo>
                  <a:lnTo>
                    <a:pt x="97515" y="914838"/>
                  </a:lnTo>
                  <a:lnTo>
                    <a:pt x="98587" y="914295"/>
                  </a:lnTo>
                  <a:lnTo>
                    <a:pt x="99658" y="913751"/>
                  </a:lnTo>
                  <a:lnTo>
                    <a:pt x="100730" y="913207"/>
                  </a:lnTo>
                  <a:lnTo>
                    <a:pt x="101801" y="912662"/>
                  </a:lnTo>
                  <a:lnTo>
                    <a:pt x="102873" y="912117"/>
                  </a:lnTo>
                  <a:lnTo>
                    <a:pt x="103945" y="911572"/>
                  </a:lnTo>
                  <a:lnTo>
                    <a:pt x="105016" y="911026"/>
                  </a:lnTo>
                  <a:lnTo>
                    <a:pt x="106088" y="910480"/>
                  </a:lnTo>
                  <a:lnTo>
                    <a:pt x="107159" y="909933"/>
                  </a:lnTo>
                  <a:lnTo>
                    <a:pt x="108231" y="909386"/>
                  </a:lnTo>
                  <a:lnTo>
                    <a:pt x="109303" y="908839"/>
                  </a:lnTo>
                  <a:lnTo>
                    <a:pt x="110374" y="908291"/>
                  </a:lnTo>
                  <a:lnTo>
                    <a:pt x="111446" y="907743"/>
                  </a:lnTo>
                  <a:lnTo>
                    <a:pt x="112517" y="907195"/>
                  </a:lnTo>
                  <a:lnTo>
                    <a:pt x="113589" y="906646"/>
                  </a:lnTo>
                  <a:lnTo>
                    <a:pt x="114661" y="906097"/>
                  </a:lnTo>
                  <a:lnTo>
                    <a:pt x="115732" y="905547"/>
                  </a:lnTo>
                  <a:lnTo>
                    <a:pt x="116804" y="904997"/>
                  </a:lnTo>
                  <a:lnTo>
                    <a:pt x="117875" y="904447"/>
                  </a:lnTo>
                  <a:lnTo>
                    <a:pt x="118947" y="903896"/>
                  </a:lnTo>
                  <a:lnTo>
                    <a:pt x="120019" y="903345"/>
                  </a:lnTo>
                  <a:lnTo>
                    <a:pt x="121090" y="902793"/>
                  </a:lnTo>
                  <a:lnTo>
                    <a:pt x="122162" y="902241"/>
                  </a:lnTo>
                  <a:lnTo>
                    <a:pt x="123233" y="901689"/>
                  </a:lnTo>
                  <a:lnTo>
                    <a:pt x="124305" y="901136"/>
                  </a:lnTo>
                  <a:lnTo>
                    <a:pt x="125377" y="900583"/>
                  </a:lnTo>
                  <a:lnTo>
                    <a:pt x="126448" y="900030"/>
                  </a:lnTo>
                  <a:lnTo>
                    <a:pt x="127520" y="899476"/>
                  </a:lnTo>
                  <a:lnTo>
                    <a:pt x="128591" y="898921"/>
                  </a:lnTo>
                  <a:lnTo>
                    <a:pt x="129663" y="898367"/>
                  </a:lnTo>
                  <a:lnTo>
                    <a:pt x="130735" y="897812"/>
                  </a:lnTo>
                  <a:lnTo>
                    <a:pt x="131806" y="897256"/>
                  </a:lnTo>
                  <a:lnTo>
                    <a:pt x="132878" y="896700"/>
                  </a:lnTo>
                  <a:lnTo>
                    <a:pt x="133949" y="896144"/>
                  </a:lnTo>
                  <a:lnTo>
                    <a:pt x="135021" y="895587"/>
                  </a:lnTo>
                  <a:lnTo>
                    <a:pt x="136093" y="895030"/>
                  </a:lnTo>
                  <a:lnTo>
                    <a:pt x="137164" y="894473"/>
                  </a:lnTo>
                  <a:lnTo>
                    <a:pt x="138236" y="893915"/>
                  </a:lnTo>
                  <a:lnTo>
                    <a:pt x="139307" y="893357"/>
                  </a:lnTo>
                  <a:lnTo>
                    <a:pt x="140379" y="892798"/>
                  </a:lnTo>
                  <a:lnTo>
                    <a:pt x="141451" y="892239"/>
                  </a:lnTo>
                  <a:lnTo>
                    <a:pt x="142522" y="891680"/>
                  </a:lnTo>
                  <a:lnTo>
                    <a:pt x="143594" y="891120"/>
                  </a:lnTo>
                  <a:lnTo>
                    <a:pt x="144665" y="890560"/>
                  </a:lnTo>
                  <a:lnTo>
                    <a:pt x="145737" y="889999"/>
                  </a:lnTo>
                  <a:lnTo>
                    <a:pt x="146809" y="889438"/>
                  </a:lnTo>
                  <a:lnTo>
                    <a:pt x="147880" y="888877"/>
                  </a:lnTo>
                  <a:lnTo>
                    <a:pt x="148952" y="888315"/>
                  </a:lnTo>
                  <a:lnTo>
                    <a:pt x="150023" y="887753"/>
                  </a:lnTo>
                  <a:lnTo>
                    <a:pt x="151095" y="887190"/>
                  </a:lnTo>
                  <a:lnTo>
                    <a:pt x="152167" y="886627"/>
                  </a:lnTo>
                  <a:lnTo>
                    <a:pt x="153238" y="886064"/>
                  </a:lnTo>
                  <a:lnTo>
                    <a:pt x="154310" y="885500"/>
                  </a:lnTo>
                  <a:lnTo>
                    <a:pt x="155381" y="884936"/>
                  </a:lnTo>
                  <a:lnTo>
                    <a:pt x="156453" y="884371"/>
                  </a:lnTo>
                  <a:lnTo>
                    <a:pt x="157525" y="883806"/>
                  </a:lnTo>
                  <a:lnTo>
                    <a:pt x="158596" y="883241"/>
                  </a:lnTo>
                  <a:lnTo>
                    <a:pt x="159668" y="882675"/>
                  </a:lnTo>
                  <a:lnTo>
                    <a:pt x="160739" y="882109"/>
                  </a:lnTo>
                  <a:lnTo>
                    <a:pt x="161811" y="881542"/>
                  </a:lnTo>
                  <a:lnTo>
                    <a:pt x="162883" y="880975"/>
                  </a:lnTo>
                  <a:lnTo>
                    <a:pt x="163954" y="880408"/>
                  </a:lnTo>
                  <a:lnTo>
                    <a:pt x="165026" y="879840"/>
                  </a:lnTo>
                  <a:lnTo>
                    <a:pt x="166097" y="879272"/>
                  </a:lnTo>
                  <a:lnTo>
                    <a:pt x="167169" y="878703"/>
                  </a:lnTo>
                  <a:lnTo>
                    <a:pt x="168241" y="878135"/>
                  </a:lnTo>
                  <a:lnTo>
                    <a:pt x="169312" y="877565"/>
                  </a:lnTo>
                  <a:lnTo>
                    <a:pt x="170384" y="876995"/>
                  </a:lnTo>
                  <a:lnTo>
                    <a:pt x="171455" y="876425"/>
                  </a:lnTo>
                  <a:lnTo>
                    <a:pt x="172527" y="875855"/>
                  </a:lnTo>
                  <a:lnTo>
                    <a:pt x="173599" y="875284"/>
                  </a:lnTo>
                  <a:lnTo>
                    <a:pt x="174670" y="874712"/>
                  </a:lnTo>
                  <a:lnTo>
                    <a:pt x="175742" y="874140"/>
                  </a:lnTo>
                  <a:lnTo>
                    <a:pt x="176813" y="873568"/>
                  </a:lnTo>
                  <a:lnTo>
                    <a:pt x="177885" y="872995"/>
                  </a:lnTo>
                  <a:lnTo>
                    <a:pt x="178956" y="872422"/>
                  </a:lnTo>
                  <a:lnTo>
                    <a:pt x="180028" y="871849"/>
                  </a:lnTo>
                  <a:lnTo>
                    <a:pt x="181100" y="871275"/>
                  </a:lnTo>
                  <a:lnTo>
                    <a:pt x="182171" y="870701"/>
                  </a:lnTo>
                  <a:lnTo>
                    <a:pt x="183243" y="870126"/>
                  </a:lnTo>
                  <a:lnTo>
                    <a:pt x="184314" y="869551"/>
                  </a:lnTo>
                  <a:lnTo>
                    <a:pt x="185386" y="868976"/>
                  </a:lnTo>
                  <a:lnTo>
                    <a:pt x="186458" y="868400"/>
                  </a:lnTo>
                  <a:lnTo>
                    <a:pt x="187529" y="867824"/>
                  </a:lnTo>
                  <a:lnTo>
                    <a:pt x="188601" y="867247"/>
                  </a:lnTo>
                  <a:lnTo>
                    <a:pt x="189672" y="866670"/>
                  </a:lnTo>
                  <a:lnTo>
                    <a:pt x="190744" y="866092"/>
                  </a:lnTo>
                  <a:lnTo>
                    <a:pt x="191816" y="865515"/>
                  </a:lnTo>
                  <a:lnTo>
                    <a:pt x="192887" y="864936"/>
                  </a:lnTo>
                  <a:lnTo>
                    <a:pt x="193959" y="864357"/>
                  </a:lnTo>
                  <a:lnTo>
                    <a:pt x="195030" y="863778"/>
                  </a:lnTo>
                  <a:lnTo>
                    <a:pt x="196102" y="863199"/>
                  </a:lnTo>
                  <a:lnTo>
                    <a:pt x="197174" y="862619"/>
                  </a:lnTo>
                  <a:lnTo>
                    <a:pt x="198245" y="862039"/>
                  </a:lnTo>
                  <a:lnTo>
                    <a:pt x="199317" y="861458"/>
                  </a:lnTo>
                  <a:lnTo>
                    <a:pt x="200388" y="860877"/>
                  </a:lnTo>
                  <a:lnTo>
                    <a:pt x="201460" y="860295"/>
                  </a:lnTo>
                  <a:lnTo>
                    <a:pt x="202532" y="859713"/>
                  </a:lnTo>
                  <a:lnTo>
                    <a:pt x="203603" y="859131"/>
                  </a:lnTo>
                  <a:lnTo>
                    <a:pt x="204675" y="858548"/>
                  </a:lnTo>
                  <a:lnTo>
                    <a:pt x="205746" y="857965"/>
                  </a:lnTo>
                  <a:lnTo>
                    <a:pt x="206818" y="857381"/>
                  </a:lnTo>
                  <a:lnTo>
                    <a:pt x="207890" y="856797"/>
                  </a:lnTo>
                  <a:lnTo>
                    <a:pt x="208961" y="856212"/>
                  </a:lnTo>
                  <a:lnTo>
                    <a:pt x="210033" y="855627"/>
                  </a:lnTo>
                  <a:lnTo>
                    <a:pt x="211104" y="855042"/>
                  </a:lnTo>
                  <a:lnTo>
                    <a:pt x="212176" y="854456"/>
                  </a:lnTo>
                  <a:lnTo>
                    <a:pt x="213248" y="853870"/>
                  </a:lnTo>
                  <a:lnTo>
                    <a:pt x="214319" y="853284"/>
                  </a:lnTo>
                  <a:lnTo>
                    <a:pt x="215391" y="852697"/>
                  </a:lnTo>
                  <a:lnTo>
                    <a:pt x="216462" y="852109"/>
                  </a:lnTo>
                  <a:lnTo>
                    <a:pt x="217534" y="851522"/>
                  </a:lnTo>
                  <a:lnTo>
                    <a:pt x="218606" y="850933"/>
                  </a:lnTo>
                  <a:lnTo>
                    <a:pt x="219677" y="850345"/>
                  </a:lnTo>
                  <a:lnTo>
                    <a:pt x="220749" y="849756"/>
                  </a:lnTo>
                  <a:lnTo>
                    <a:pt x="221820" y="849166"/>
                  </a:lnTo>
                  <a:lnTo>
                    <a:pt x="222892" y="848576"/>
                  </a:lnTo>
                  <a:lnTo>
                    <a:pt x="223964" y="847986"/>
                  </a:lnTo>
                  <a:lnTo>
                    <a:pt x="225035" y="847395"/>
                  </a:lnTo>
                  <a:lnTo>
                    <a:pt x="226107" y="846804"/>
                  </a:lnTo>
                  <a:lnTo>
                    <a:pt x="227178" y="846213"/>
                  </a:lnTo>
                  <a:lnTo>
                    <a:pt x="228250" y="845621"/>
                  </a:lnTo>
                  <a:lnTo>
                    <a:pt x="229322" y="845028"/>
                  </a:lnTo>
                  <a:lnTo>
                    <a:pt x="230393" y="844436"/>
                  </a:lnTo>
                  <a:lnTo>
                    <a:pt x="231465" y="843842"/>
                  </a:lnTo>
                  <a:lnTo>
                    <a:pt x="232536" y="843249"/>
                  </a:lnTo>
                  <a:lnTo>
                    <a:pt x="233608" y="842655"/>
                  </a:lnTo>
                  <a:lnTo>
                    <a:pt x="234680" y="842060"/>
                  </a:lnTo>
                  <a:lnTo>
                    <a:pt x="235751" y="841465"/>
                  </a:lnTo>
                  <a:lnTo>
                    <a:pt x="236823" y="840870"/>
                  </a:lnTo>
                  <a:lnTo>
                    <a:pt x="237894" y="840274"/>
                  </a:lnTo>
                  <a:lnTo>
                    <a:pt x="238966" y="839678"/>
                  </a:lnTo>
                  <a:lnTo>
                    <a:pt x="240038" y="839082"/>
                  </a:lnTo>
                  <a:lnTo>
                    <a:pt x="241109" y="838485"/>
                  </a:lnTo>
                  <a:lnTo>
                    <a:pt x="242181" y="837887"/>
                  </a:lnTo>
                  <a:lnTo>
                    <a:pt x="243252" y="837289"/>
                  </a:lnTo>
                  <a:lnTo>
                    <a:pt x="244324" y="836691"/>
                  </a:lnTo>
                  <a:lnTo>
                    <a:pt x="245396" y="836092"/>
                  </a:lnTo>
                  <a:lnTo>
                    <a:pt x="246467" y="835493"/>
                  </a:lnTo>
                  <a:lnTo>
                    <a:pt x="247539" y="834894"/>
                  </a:lnTo>
                  <a:lnTo>
                    <a:pt x="248610" y="834294"/>
                  </a:lnTo>
                  <a:lnTo>
                    <a:pt x="249682" y="833693"/>
                  </a:lnTo>
                  <a:lnTo>
                    <a:pt x="250754" y="833093"/>
                  </a:lnTo>
                  <a:lnTo>
                    <a:pt x="251825" y="832491"/>
                  </a:lnTo>
                  <a:lnTo>
                    <a:pt x="252897" y="831890"/>
                  </a:lnTo>
                  <a:lnTo>
                    <a:pt x="253968" y="831288"/>
                  </a:lnTo>
                  <a:lnTo>
                    <a:pt x="255040" y="830685"/>
                  </a:lnTo>
                  <a:lnTo>
                    <a:pt x="256112" y="830082"/>
                  </a:lnTo>
                  <a:lnTo>
                    <a:pt x="257183" y="829479"/>
                  </a:lnTo>
                  <a:lnTo>
                    <a:pt x="258255" y="828875"/>
                  </a:lnTo>
                  <a:lnTo>
                    <a:pt x="259326" y="828271"/>
                  </a:lnTo>
                  <a:lnTo>
                    <a:pt x="260398" y="827666"/>
                  </a:lnTo>
                  <a:lnTo>
                    <a:pt x="261470" y="827061"/>
                  </a:lnTo>
                  <a:lnTo>
                    <a:pt x="262541" y="826456"/>
                  </a:lnTo>
                  <a:lnTo>
                    <a:pt x="263613" y="825850"/>
                  </a:lnTo>
                  <a:lnTo>
                    <a:pt x="264684" y="825243"/>
                  </a:lnTo>
                  <a:lnTo>
                    <a:pt x="265756" y="824637"/>
                  </a:lnTo>
                  <a:lnTo>
                    <a:pt x="266828" y="824029"/>
                  </a:lnTo>
                  <a:lnTo>
                    <a:pt x="267899" y="823422"/>
                  </a:lnTo>
                  <a:lnTo>
                    <a:pt x="268971" y="822814"/>
                  </a:lnTo>
                  <a:lnTo>
                    <a:pt x="270042" y="822205"/>
                  </a:lnTo>
                  <a:lnTo>
                    <a:pt x="271114" y="821596"/>
                  </a:lnTo>
                  <a:lnTo>
                    <a:pt x="272186" y="820987"/>
                  </a:lnTo>
                  <a:lnTo>
                    <a:pt x="273257" y="820377"/>
                  </a:lnTo>
                  <a:lnTo>
                    <a:pt x="274329" y="819767"/>
                  </a:lnTo>
                  <a:lnTo>
                    <a:pt x="275400" y="819156"/>
                  </a:lnTo>
                  <a:lnTo>
                    <a:pt x="276472" y="818545"/>
                  </a:lnTo>
                  <a:lnTo>
                    <a:pt x="277544" y="817934"/>
                  </a:lnTo>
                  <a:lnTo>
                    <a:pt x="278615" y="817322"/>
                  </a:lnTo>
                  <a:lnTo>
                    <a:pt x="279687" y="816709"/>
                  </a:lnTo>
                  <a:lnTo>
                    <a:pt x="280758" y="816096"/>
                  </a:lnTo>
                  <a:lnTo>
                    <a:pt x="281830" y="815483"/>
                  </a:lnTo>
                  <a:lnTo>
                    <a:pt x="282902" y="814869"/>
                  </a:lnTo>
                  <a:lnTo>
                    <a:pt x="283973" y="814255"/>
                  </a:lnTo>
                  <a:lnTo>
                    <a:pt x="285045" y="813641"/>
                  </a:lnTo>
                  <a:lnTo>
                    <a:pt x="286116" y="813026"/>
                  </a:lnTo>
                  <a:lnTo>
                    <a:pt x="287188" y="812410"/>
                  </a:lnTo>
                  <a:lnTo>
                    <a:pt x="288260" y="811795"/>
                  </a:lnTo>
                  <a:lnTo>
                    <a:pt x="289331" y="811178"/>
                  </a:lnTo>
                  <a:lnTo>
                    <a:pt x="290403" y="810562"/>
                  </a:lnTo>
                  <a:lnTo>
                    <a:pt x="291474" y="809944"/>
                  </a:lnTo>
                  <a:lnTo>
                    <a:pt x="292546" y="809327"/>
                  </a:lnTo>
                  <a:lnTo>
                    <a:pt x="293618" y="808709"/>
                  </a:lnTo>
                  <a:lnTo>
                    <a:pt x="294689" y="808090"/>
                  </a:lnTo>
                  <a:lnTo>
                    <a:pt x="295761" y="807471"/>
                  </a:lnTo>
                  <a:lnTo>
                    <a:pt x="296832" y="806852"/>
                  </a:lnTo>
                  <a:lnTo>
                    <a:pt x="297904" y="806232"/>
                  </a:lnTo>
                  <a:lnTo>
                    <a:pt x="298976" y="805612"/>
                  </a:lnTo>
                  <a:lnTo>
                    <a:pt x="300047" y="804991"/>
                  </a:lnTo>
                  <a:lnTo>
                    <a:pt x="301119" y="804370"/>
                  </a:lnTo>
                  <a:lnTo>
                    <a:pt x="302190" y="803749"/>
                  </a:lnTo>
                  <a:lnTo>
                    <a:pt x="303262" y="803127"/>
                  </a:lnTo>
                  <a:lnTo>
                    <a:pt x="304334" y="802504"/>
                  </a:lnTo>
                  <a:lnTo>
                    <a:pt x="305405" y="801881"/>
                  </a:lnTo>
                  <a:lnTo>
                    <a:pt x="306477" y="801258"/>
                  </a:lnTo>
                  <a:lnTo>
                    <a:pt x="307548" y="800634"/>
                  </a:lnTo>
                  <a:lnTo>
                    <a:pt x="308620" y="800010"/>
                  </a:lnTo>
                  <a:lnTo>
                    <a:pt x="309692" y="799386"/>
                  </a:lnTo>
                  <a:lnTo>
                    <a:pt x="310763" y="798761"/>
                  </a:lnTo>
                  <a:lnTo>
                    <a:pt x="311835" y="798135"/>
                  </a:lnTo>
                  <a:lnTo>
                    <a:pt x="312906" y="797509"/>
                  </a:lnTo>
                  <a:lnTo>
                    <a:pt x="313978" y="796883"/>
                  </a:lnTo>
                  <a:lnTo>
                    <a:pt x="315050" y="796256"/>
                  </a:lnTo>
                  <a:lnTo>
                    <a:pt x="316121" y="795629"/>
                  </a:lnTo>
                  <a:lnTo>
                    <a:pt x="317193" y="795001"/>
                  </a:lnTo>
                  <a:lnTo>
                    <a:pt x="318264" y="794373"/>
                  </a:lnTo>
                  <a:lnTo>
                    <a:pt x="319336" y="793744"/>
                  </a:lnTo>
                  <a:lnTo>
                    <a:pt x="320408" y="793115"/>
                  </a:lnTo>
                  <a:lnTo>
                    <a:pt x="321479" y="792486"/>
                  </a:lnTo>
                  <a:lnTo>
                    <a:pt x="322551" y="791856"/>
                  </a:lnTo>
                  <a:lnTo>
                    <a:pt x="323622" y="791225"/>
                  </a:lnTo>
                  <a:lnTo>
                    <a:pt x="324694" y="790594"/>
                  </a:lnTo>
                  <a:lnTo>
                    <a:pt x="325766" y="789963"/>
                  </a:lnTo>
                  <a:lnTo>
                    <a:pt x="326837" y="789331"/>
                  </a:lnTo>
                  <a:lnTo>
                    <a:pt x="327909" y="788699"/>
                  </a:lnTo>
                  <a:lnTo>
                    <a:pt x="328980" y="788067"/>
                  </a:lnTo>
                  <a:lnTo>
                    <a:pt x="330052" y="787433"/>
                  </a:lnTo>
                  <a:lnTo>
                    <a:pt x="331124" y="786800"/>
                  </a:lnTo>
                  <a:lnTo>
                    <a:pt x="332195" y="786166"/>
                  </a:lnTo>
                  <a:lnTo>
                    <a:pt x="333267" y="785532"/>
                  </a:lnTo>
                  <a:lnTo>
                    <a:pt x="334338" y="784897"/>
                  </a:lnTo>
                  <a:lnTo>
                    <a:pt x="335410" y="784261"/>
                  </a:lnTo>
                  <a:lnTo>
                    <a:pt x="336482" y="783626"/>
                  </a:lnTo>
                  <a:lnTo>
                    <a:pt x="337553" y="782989"/>
                  </a:lnTo>
                  <a:lnTo>
                    <a:pt x="338625" y="782353"/>
                  </a:lnTo>
                  <a:lnTo>
                    <a:pt x="339696" y="781716"/>
                  </a:lnTo>
                  <a:lnTo>
                    <a:pt x="340768" y="781078"/>
                  </a:lnTo>
                  <a:lnTo>
                    <a:pt x="341840" y="780440"/>
                  </a:lnTo>
                  <a:lnTo>
                    <a:pt x="342911" y="779802"/>
                  </a:lnTo>
                  <a:lnTo>
                    <a:pt x="343983" y="779163"/>
                  </a:lnTo>
                  <a:lnTo>
                    <a:pt x="345054" y="778523"/>
                  </a:lnTo>
                  <a:lnTo>
                    <a:pt x="346126" y="777884"/>
                  </a:lnTo>
                  <a:lnTo>
                    <a:pt x="347198" y="777243"/>
                  </a:lnTo>
                  <a:lnTo>
                    <a:pt x="348269" y="776603"/>
                  </a:lnTo>
                  <a:lnTo>
                    <a:pt x="349341" y="775961"/>
                  </a:lnTo>
                  <a:lnTo>
                    <a:pt x="350412" y="775320"/>
                  </a:lnTo>
                  <a:lnTo>
                    <a:pt x="351484" y="774678"/>
                  </a:lnTo>
                  <a:lnTo>
                    <a:pt x="352556" y="774035"/>
                  </a:lnTo>
                  <a:lnTo>
                    <a:pt x="353627" y="773392"/>
                  </a:lnTo>
                  <a:lnTo>
                    <a:pt x="354699" y="772749"/>
                  </a:lnTo>
                  <a:lnTo>
                    <a:pt x="355770" y="772105"/>
                  </a:lnTo>
                  <a:lnTo>
                    <a:pt x="356842" y="771461"/>
                  </a:lnTo>
                  <a:lnTo>
                    <a:pt x="357913" y="770816"/>
                  </a:lnTo>
                  <a:lnTo>
                    <a:pt x="358985" y="770170"/>
                  </a:lnTo>
                  <a:lnTo>
                    <a:pt x="360057" y="769525"/>
                  </a:lnTo>
                  <a:lnTo>
                    <a:pt x="361128" y="768879"/>
                  </a:lnTo>
                  <a:lnTo>
                    <a:pt x="362200" y="768232"/>
                  </a:lnTo>
                  <a:lnTo>
                    <a:pt x="363271" y="767585"/>
                  </a:lnTo>
                  <a:lnTo>
                    <a:pt x="364343" y="766937"/>
                  </a:lnTo>
                  <a:lnTo>
                    <a:pt x="365415" y="766289"/>
                  </a:lnTo>
                  <a:lnTo>
                    <a:pt x="366486" y="765641"/>
                  </a:lnTo>
                  <a:lnTo>
                    <a:pt x="367558" y="764992"/>
                  </a:lnTo>
                  <a:lnTo>
                    <a:pt x="368629" y="764342"/>
                  </a:lnTo>
                  <a:lnTo>
                    <a:pt x="369701" y="763693"/>
                  </a:lnTo>
                  <a:lnTo>
                    <a:pt x="370773" y="763042"/>
                  </a:lnTo>
                  <a:lnTo>
                    <a:pt x="371844" y="762392"/>
                  </a:lnTo>
                  <a:lnTo>
                    <a:pt x="372916" y="761740"/>
                  </a:lnTo>
                  <a:lnTo>
                    <a:pt x="373987" y="761089"/>
                  </a:lnTo>
                  <a:lnTo>
                    <a:pt x="375059" y="760437"/>
                  </a:lnTo>
                  <a:lnTo>
                    <a:pt x="376131" y="759784"/>
                  </a:lnTo>
                  <a:lnTo>
                    <a:pt x="377202" y="759131"/>
                  </a:lnTo>
                  <a:lnTo>
                    <a:pt x="378274" y="758477"/>
                  </a:lnTo>
                  <a:lnTo>
                    <a:pt x="379345" y="757823"/>
                  </a:lnTo>
                  <a:lnTo>
                    <a:pt x="380417" y="757169"/>
                  </a:lnTo>
                  <a:lnTo>
                    <a:pt x="381489" y="756514"/>
                  </a:lnTo>
                  <a:lnTo>
                    <a:pt x="382560" y="755859"/>
                  </a:lnTo>
                  <a:lnTo>
                    <a:pt x="383632" y="755203"/>
                  </a:lnTo>
                  <a:lnTo>
                    <a:pt x="384703" y="754546"/>
                  </a:lnTo>
                  <a:lnTo>
                    <a:pt x="385775" y="753890"/>
                  </a:lnTo>
                  <a:lnTo>
                    <a:pt x="386847" y="753233"/>
                  </a:lnTo>
                  <a:lnTo>
                    <a:pt x="387918" y="752575"/>
                  </a:lnTo>
                  <a:lnTo>
                    <a:pt x="388990" y="751917"/>
                  </a:lnTo>
                  <a:lnTo>
                    <a:pt x="390061" y="751258"/>
                  </a:lnTo>
                  <a:lnTo>
                    <a:pt x="391133" y="750599"/>
                  </a:lnTo>
                  <a:lnTo>
                    <a:pt x="392205" y="749939"/>
                  </a:lnTo>
                  <a:lnTo>
                    <a:pt x="393276" y="749279"/>
                  </a:lnTo>
                  <a:lnTo>
                    <a:pt x="394348" y="748619"/>
                  </a:lnTo>
                  <a:lnTo>
                    <a:pt x="395419" y="747958"/>
                  </a:lnTo>
                  <a:lnTo>
                    <a:pt x="396491" y="747296"/>
                  </a:lnTo>
                  <a:lnTo>
                    <a:pt x="397563" y="746635"/>
                  </a:lnTo>
                  <a:lnTo>
                    <a:pt x="398634" y="745972"/>
                  </a:lnTo>
                  <a:lnTo>
                    <a:pt x="399706" y="745309"/>
                  </a:lnTo>
                  <a:lnTo>
                    <a:pt x="400777" y="744646"/>
                  </a:lnTo>
                  <a:lnTo>
                    <a:pt x="401849" y="743982"/>
                  </a:lnTo>
                  <a:lnTo>
                    <a:pt x="402921" y="743318"/>
                  </a:lnTo>
                  <a:lnTo>
                    <a:pt x="403992" y="742653"/>
                  </a:lnTo>
                  <a:lnTo>
                    <a:pt x="405064" y="741988"/>
                  </a:lnTo>
                  <a:lnTo>
                    <a:pt x="406135" y="741323"/>
                  </a:lnTo>
                  <a:lnTo>
                    <a:pt x="407207" y="740657"/>
                  </a:lnTo>
                  <a:lnTo>
                    <a:pt x="408279" y="739990"/>
                  </a:lnTo>
                  <a:lnTo>
                    <a:pt x="409350" y="739323"/>
                  </a:lnTo>
                  <a:lnTo>
                    <a:pt x="410422" y="738656"/>
                  </a:lnTo>
                  <a:lnTo>
                    <a:pt x="411493" y="737988"/>
                  </a:lnTo>
                  <a:lnTo>
                    <a:pt x="412565" y="737320"/>
                  </a:lnTo>
                  <a:lnTo>
                    <a:pt x="413637" y="736651"/>
                  </a:lnTo>
                  <a:lnTo>
                    <a:pt x="414708" y="735982"/>
                  </a:lnTo>
                  <a:lnTo>
                    <a:pt x="415780" y="735312"/>
                  </a:lnTo>
                  <a:lnTo>
                    <a:pt x="416851" y="734642"/>
                  </a:lnTo>
                  <a:lnTo>
                    <a:pt x="417923" y="733971"/>
                  </a:lnTo>
                  <a:lnTo>
                    <a:pt x="418995" y="733301"/>
                  </a:lnTo>
                  <a:lnTo>
                    <a:pt x="420066" y="732629"/>
                  </a:lnTo>
                  <a:lnTo>
                    <a:pt x="421138" y="731957"/>
                  </a:lnTo>
                  <a:lnTo>
                    <a:pt x="422209" y="731285"/>
                  </a:lnTo>
                  <a:lnTo>
                    <a:pt x="423281" y="730613"/>
                  </a:lnTo>
                  <a:lnTo>
                    <a:pt x="424353" y="729939"/>
                  </a:lnTo>
                  <a:lnTo>
                    <a:pt x="425424" y="729266"/>
                  </a:lnTo>
                  <a:lnTo>
                    <a:pt x="426496" y="728592"/>
                  </a:lnTo>
                  <a:lnTo>
                    <a:pt x="427567" y="727918"/>
                  </a:lnTo>
                  <a:lnTo>
                    <a:pt x="428639" y="727243"/>
                  </a:lnTo>
                  <a:lnTo>
                    <a:pt x="429711" y="726568"/>
                  </a:lnTo>
                  <a:lnTo>
                    <a:pt x="430782" y="725892"/>
                  </a:lnTo>
                  <a:lnTo>
                    <a:pt x="431854" y="725217"/>
                  </a:lnTo>
                  <a:lnTo>
                    <a:pt x="432925" y="724540"/>
                  </a:lnTo>
                  <a:lnTo>
                    <a:pt x="433997" y="723863"/>
                  </a:lnTo>
                  <a:lnTo>
                    <a:pt x="435069" y="723186"/>
                  </a:lnTo>
                  <a:lnTo>
                    <a:pt x="436140" y="722509"/>
                  </a:lnTo>
                  <a:lnTo>
                    <a:pt x="437212" y="721831"/>
                  </a:lnTo>
                  <a:lnTo>
                    <a:pt x="438283" y="721153"/>
                  </a:lnTo>
                  <a:lnTo>
                    <a:pt x="439355" y="720474"/>
                  </a:lnTo>
                  <a:lnTo>
                    <a:pt x="440427" y="719795"/>
                  </a:lnTo>
                  <a:lnTo>
                    <a:pt x="441498" y="719115"/>
                  </a:lnTo>
                  <a:lnTo>
                    <a:pt x="442570" y="718436"/>
                  </a:lnTo>
                  <a:lnTo>
                    <a:pt x="443641" y="717755"/>
                  </a:lnTo>
                  <a:lnTo>
                    <a:pt x="444713" y="717075"/>
                  </a:lnTo>
                  <a:lnTo>
                    <a:pt x="445785" y="716394"/>
                  </a:lnTo>
                  <a:lnTo>
                    <a:pt x="446856" y="715712"/>
                  </a:lnTo>
                  <a:lnTo>
                    <a:pt x="447928" y="715031"/>
                  </a:lnTo>
                  <a:lnTo>
                    <a:pt x="448999" y="714349"/>
                  </a:lnTo>
                  <a:lnTo>
                    <a:pt x="450071" y="713666"/>
                  </a:lnTo>
                  <a:lnTo>
                    <a:pt x="451143" y="712983"/>
                  </a:lnTo>
                  <a:lnTo>
                    <a:pt x="452214" y="712300"/>
                  </a:lnTo>
                  <a:lnTo>
                    <a:pt x="453286" y="711617"/>
                  </a:lnTo>
                  <a:lnTo>
                    <a:pt x="454357" y="710933"/>
                  </a:lnTo>
                  <a:lnTo>
                    <a:pt x="455429" y="710249"/>
                  </a:lnTo>
                  <a:lnTo>
                    <a:pt x="456501" y="709564"/>
                  </a:lnTo>
                  <a:lnTo>
                    <a:pt x="457572" y="708879"/>
                  </a:lnTo>
                  <a:lnTo>
                    <a:pt x="458644" y="708194"/>
                  </a:lnTo>
                  <a:lnTo>
                    <a:pt x="459715" y="707508"/>
                  </a:lnTo>
                  <a:lnTo>
                    <a:pt x="460787" y="706822"/>
                  </a:lnTo>
                  <a:lnTo>
                    <a:pt x="461859" y="706136"/>
                  </a:lnTo>
                  <a:lnTo>
                    <a:pt x="462930" y="705449"/>
                  </a:lnTo>
                  <a:lnTo>
                    <a:pt x="464002" y="704762"/>
                  </a:lnTo>
                  <a:lnTo>
                    <a:pt x="465073" y="704075"/>
                  </a:lnTo>
                  <a:lnTo>
                    <a:pt x="466145" y="703387"/>
                  </a:lnTo>
                  <a:lnTo>
                    <a:pt x="467217" y="702699"/>
                  </a:lnTo>
                  <a:lnTo>
                    <a:pt x="468288" y="702011"/>
                  </a:lnTo>
                  <a:lnTo>
                    <a:pt x="469360" y="701323"/>
                  </a:lnTo>
                  <a:lnTo>
                    <a:pt x="470431" y="700634"/>
                  </a:lnTo>
                  <a:lnTo>
                    <a:pt x="471503" y="699944"/>
                  </a:lnTo>
                  <a:lnTo>
                    <a:pt x="472575" y="699255"/>
                  </a:lnTo>
                  <a:lnTo>
                    <a:pt x="473646" y="698565"/>
                  </a:lnTo>
                  <a:lnTo>
                    <a:pt x="474718" y="697875"/>
                  </a:lnTo>
                  <a:lnTo>
                    <a:pt x="475789" y="697185"/>
                  </a:lnTo>
                  <a:lnTo>
                    <a:pt x="476861" y="696494"/>
                  </a:lnTo>
                  <a:lnTo>
                    <a:pt x="477933" y="695803"/>
                  </a:lnTo>
                  <a:lnTo>
                    <a:pt x="479004" y="695111"/>
                  </a:lnTo>
                  <a:lnTo>
                    <a:pt x="480076" y="694420"/>
                  </a:lnTo>
                  <a:lnTo>
                    <a:pt x="481147" y="693728"/>
                  </a:lnTo>
                  <a:lnTo>
                    <a:pt x="482219" y="693036"/>
                  </a:lnTo>
                  <a:lnTo>
                    <a:pt x="483291" y="692343"/>
                  </a:lnTo>
                  <a:lnTo>
                    <a:pt x="484362" y="691650"/>
                  </a:lnTo>
                  <a:lnTo>
                    <a:pt x="485434" y="690957"/>
                  </a:lnTo>
                  <a:lnTo>
                    <a:pt x="486505" y="690264"/>
                  </a:lnTo>
                  <a:lnTo>
                    <a:pt x="487577" y="689570"/>
                  </a:lnTo>
                  <a:lnTo>
                    <a:pt x="488649" y="688876"/>
                  </a:lnTo>
                  <a:lnTo>
                    <a:pt x="489720" y="688182"/>
                  </a:lnTo>
                  <a:lnTo>
                    <a:pt x="490792" y="687488"/>
                  </a:lnTo>
                  <a:lnTo>
                    <a:pt x="491863" y="686793"/>
                  </a:lnTo>
                  <a:lnTo>
                    <a:pt x="492935" y="686098"/>
                  </a:lnTo>
                  <a:lnTo>
                    <a:pt x="494007" y="685403"/>
                  </a:lnTo>
                  <a:lnTo>
                    <a:pt x="495078" y="684707"/>
                  </a:lnTo>
                  <a:lnTo>
                    <a:pt x="496150" y="684012"/>
                  </a:lnTo>
                  <a:lnTo>
                    <a:pt x="497221" y="683316"/>
                  </a:lnTo>
                  <a:lnTo>
                    <a:pt x="498293" y="682619"/>
                  </a:lnTo>
                  <a:lnTo>
                    <a:pt x="499365" y="681923"/>
                  </a:lnTo>
                  <a:lnTo>
                    <a:pt x="500436" y="681226"/>
                  </a:lnTo>
                  <a:lnTo>
                    <a:pt x="501508" y="680529"/>
                  </a:lnTo>
                  <a:lnTo>
                    <a:pt x="502579" y="679832"/>
                  </a:lnTo>
                  <a:lnTo>
                    <a:pt x="503651" y="679135"/>
                  </a:lnTo>
                  <a:lnTo>
                    <a:pt x="504723" y="678437"/>
                  </a:lnTo>
                  <a:lnTo>
                    <a:pt x="505794" y="677739"/>
                  </a:lnTo>
                  <a:lnTo>
                    <a:pt x="506866" y="677041"/>
                  </a:lnTo>
                  <a:lnTo>
                    <a:pt x="507937" y="676343"/>
                  </a:lnTo>
                  <a:lnTo>
                    <a:pt x="509009" y="675644"/>
                  </a:lnTo>
                  <a:lnTo>
                    <a:pt x="510081" y="674945"/>
                  </a:lnTo>
                  <a:lnTo>
                    <a:pt x="511152" y="674246"/>
                  </a:lnTo>
                  <a:lnTo>
                    <a:pt x="512224" y="673547"/>
                  </a:lnTo>
                  <a:lnTo>
                    <a:pt x="513295" y="672848"/>
                  </a:lnTo>
                  <a:lnTo>
                    <a:pt x="514367" y="672148"/>
                  </a:lnTo>
                  <a:lnTo>
                    <a:pt x="515439" y="671448"/>
                  </a:lnTo>
                  <a:lnTo>
                    <a:pt x="516510" y="670748"/>
                  </a:lnTo>
                  <a:lnTo>
                    <a:pt x="517582" y="670048"/>
                  </a:lnTo>
                  <a:lnTo>
                    <a:pt x="518653" y="669348"/>
                  </a:lnTo>
                  <a:lnTo>
                    <a:pt x="519725" y="668647"/>
                  </a:lnTo>
                  <a:lnTo>
                    <a:pt x="520797" y="667946"/>
                  </a:lnTo>
                  <a:lnTo>
                    <a:pt x="521868" y="667245"/>
                  </a:lnTo>
                  <a:lnTo>
                    <a:pt x="522940" y="666544"/>
                  </a:lnTo>
                  <a:lnTo>
                    <a:pt x="524011" y="665843"/>
                  </a:lnTo>
                  <a:lnTo>
                    <a:pt x="525083" y="665141"/>
                  </a:lnTo>
                  <a:lnTo>
                    <a:pt x="526155" y="664439"/>
                  </a:lnTo>
                  <a:lnTo>
                    <a:pt x="527226" y="663738"/>
                  </a:lnTo>
                  <a:lnTo>
                    <a:pt x="528298" y="663036"/>
                  </a:lnTo>
                  <a:lnTo>
                    <a:pt x="529369" y="662333"/>
                  </a:lnTo>
                  <a:lnTo>
                    <a:pt x="530441" y="661631"/>
                  </a:lnTo>
                  <a:lnTo>
                    <a:pt x="531513" y="660928"/>
                  </a:lnTo>
                  <a:lnTo>
                    <a:pt x="532584" y="660226"/>
                  </a:lnTo>
                  <a:lnTo>
                    <a:pt x="533656" y="659523"/>
                  </a:lnTo>
                  <a:lnTo>
                    <a:pt x="534727" y="658820"/>
                  </a:lnTo>
                  <a:lnTo>
                    <a:pt x="535799" y="658117"/>
                  </a:lnTo>
                  <a:lnTo>
                    <a:pt x="536870" y="657414"/>
                  </a:lnTo>
                  <a:lnTo>
                    <a:pt x="537942" y="656710"/>
                  </a:lnTo>
                  <a:lnTo>
                    <a:pt x="539014" y="656007"/>
                  </a:lnTo>
                  <a:lnTo>
                    <a:pt x="540085" y="655303"/>
                  </a:lnTo>
                  <a:lnTo>
                    <a:pt x="541157" y="654599"/>
                  </a:lnTo>
                  <a:lnTo>
                    <a:pt x="542228" y="653895"/>
                  </a:lnTo>
                  <a:lnTo>
                    <a:pt x="543300" y="653191"/>
                  </a:lnTo>
                  <a:lnTo>
                    <a:pt x="544372" y="652487"/>
                  </a:lnTo>
                  <a:lnTo>
                    <a:pt x="545443" y="651783"/>
                  </a:lnTo>
                  <a:lnTo>
                    <a:pt x="546515" y="651078"/>
                  </a:lnTo>
                  <a:lnTo>
                    <a:pt x="547586" y="650374"/>
                  </a:lnTo>
                  <a:lnTo>
                    <a:pt x="548658" y="649669"/>
                  </a:lnTo>
                  <a:lnTo>
                    <a:pt x="549730" y="648964"/>
                  </a:lnTo>
                  <a:lnTo>
                    <a:pt x="550801" y="648259"/>
                  </a:lnTo>
                  <a:lnTo>
                    <a:pt x="551873" y="647554"/>
                  </a:lnTo>
                  <a:lnTo>
                    <a:pt x="552944" y="646849"/>
                  </a:lnTo>
                  <a:lnTo>
                    <a:pt x="554016" y="646144"/>
                  </a:lnTo>
                  <a:lnTo>
                    <a:pt x="555088" y="645439"/>
                  </a:lnTo>
                  <a:lnTo>
                    <a:pt x="556159" y="644733"/>
                  </a:lnTo>
                  <a:lnTo>
                    <a:pt x="557231" y="644028"/>
                  </a:lnTo>
                  <a:lnTo>
                    <a:pt x="558302" y="643322"/>
                  </a:lnTo>
                  <a:lnTo>
                    <a:pt x="559374" y="642617"/>
                  </a:lnTo>
                  <a:lnTo>
                    <a:pt x="560446" y="641911"/>
                  </a:lnTo>
                  <a:lnTo>
                    <a:pt x="561517" y="641205"/>
                  </a:lnTo>
                  <a:lnTo>
                    <a:pt x="562589" y="640499"/>
                  </a:lnTo>
                  <a:lnTo>
                    <a:pt x="563660" y="639794"/>
                  </a:lnTo>
                  <a:lnTo>
                    <a:pt x="564732" y="639088"/>
                  </a:lnTo>
                  <a:lnTo>
                    <a:pt x="565804" y="638382"/>
                  </a:lnTo>
                  <a:lnTo>
                    <a:pt x="566875" y="637676"/>
                  </a:lnTo>
                  <a:lnTo>
                    <a:pt x="567947" y="636969"/>
                  </a:lnTo>
                  <a:lnTo>
                    <a:pt x="569018" y="636263"/>
                  </a:lnTo>
                  <a:lnTo>
                    <a:pt x="570090" y="635557"/>
                  </a:lnTo>
                  <a:lnTo>
                    <a:pt x="571162" y="634851"/>
                  </a:lnTo>
                  <a:lnTo>
                    <a:pt x="572233" y="634144"/>
                  </a:lnTo>
                  <a:lnTo>
                    <a:pt x="573305" y="633438"/>
                  </a:lnTo>
                  <a:lnTo>
                    <a:pt x="574376" y="632732"/>
                  </a:lnTo>
                  <a:lnTo>
                    <a:pt x="575448" y="632025"/>
                  </a:lnTo>
                  <a:lnTo>
                    <a:pt x="576520" y="631319"/>
                  </a:lnTo>
                  <a:lnTo>
                    <a:pt x="577591" y="630612"/>
                  </a:lnTo>
                  <a:lnTo>
                    <a:pt x="578663" y="629906"/>
                  </a:lnTo>
                  <a:lnTo>
                    <a:pt x="579734" y="629199"/>
                  </a:lnTo>
                  <a:lnTo>
                    <a:pt x="580806" y="628493"/>
                  </a:lnTo>
                  <a:lnTo>
                    <a:pt x="581878" y="627786"/>
                  </a:lnTo>
                  <a:lnTo>
                    <a:pt x="582949" y="627080"/>
                  </a:lnTo>
                  <a:lnTo>
                    <a:pt x="584021" y="626373"/>
                  </a:lnTo>
                  <a:lnTo>
                    <a:pt x="585092" y="625667"/>
                  </a:lnTo>
                  <a:lnTo>
                    <a:pt x="586164" y="624960"/>
                  </a:lnTo>
                  <a:lnTo>
                    <a:pt x="587236" y="624254"/>
                  </a:lnTo>
                  <a:lnTo>
                    <a:pt x="588307" y="623547"/>
                  </a:lnTo>
                  <a:lnTo>
                    <a:pt x="589379" y="622841"/>
                  </a:lnTo>
                  <a:lnTo>
                    <a:pt x="590450" y="622134"/>
                  </a:lnTo>
                  <a:lnTo>
                    <a:pt x="591522" y="621428"/>
                  </a:lnTo>
                  <a:lnTo>
                    <a:pt x="592594" y="620721"/>
                  </a:lnTo>
                  <a:lnTo>
                    <a:pt x="593665" y="620015"/>
                  </a:lnTo>
                  <a:lnTo>
                    <a:pt x="594737" y="619308"/>
                  </a:lnTo>
                  <a:lnTo>
                    <a:pt x="595808" y="618602"/>
                  </a:lnTo>
                  <a:lnTo>
                    <a:pt x="596880" y="617896"/>
                  </a:lnTo>
                  <a:lnTo>
                    <a:pt x="597952" y="617189"/>
                  </a:lnTo>
                  <a:lnTo>
                    <a:pt x="599023" y="616483"/>
                  </a:lnTo>
                  <a:lnTo>
                    <a:pt x="600095" y="615777"/>
                  </a:lnTo>
                  <a:lnTo>
                    <a:pt x="601166" y="615071"/>
                  </a:lnTo>
                  <a:lnTo>
                    <a:pt x="602238" y="614365"/>
                  </a:lnTo>
                  <a:lnTo>
                    <a:pt x="603310" y="613659"/>
                  </a:lnTo>
                  <a:lnTo>
                    <a:pt x="604381" y="612953"/>
                  </a:lnTo>
                  <a:lnTo>
                    <a:pt x="605453" y="612247"/>
                  </a:lnTo>
                  <a:lnTo>
                    <a:pt x="606524" y="611541"/>
                  </a:lnTo>
                  <a:lnTo>
                    <a:pt x="607596" y="610835"/>
                  </a:lnTo>
                  <a:lnTo>
                    <a:pt x="608668" y="610130"/>
                  </a:lnTo>
                  <a:lnTo>
                    <a:pt x="609739" y="609424"/>
                  </a:lnTo>
                  <a:lnTo>
                    <a:pt x="610811" y="608718"/>
                  </a:lnTo>
                  <a:lnTo>
                    <a:pt x="611882" y="608013"/>
                  </a:lnTo>
                  <a:lnTo>
                    <a:pt x="612954" y="607308"/>
                  </a:lnTo>
                  <a:lnTo>
                    <a:pt x="614026" y="606602"/>
                  </a:lnTo>
                  <a:lnTo>
                    <a:pt x="615097" y="605897"/>
                  </a:lnTo>
                  <a:lnTo>
                    <a:pt x="616169" y="605192"/>
                  </a:lnTo>
                  <a:lnTo>
                    <a:pt x="617240" y="604487"/>
                  </a:lnTo>
                  <a:lnTo>
                    <a:pt x="618312" y="603782"/>
                  </a:lnTo>
                  <a:lnTo>
                    <a:pt x="619384" y="603077"/>
                  </a:lnTo>
                  <a:lnTo>
                    <a:pt x="620455" y="602373"/>
                  </a:lnTo>
                  <a:lnTo>
                    <a:pt x="621527" y="601668"/>
                  </a:lnTo>
                  <a:lnTo>
                    <a:pt x="622598" y="600964"/>
                  </a:lnTo>
                  <a:lnTo>
                    <a:pt x="623670" y="600260"/>
                  </a:lnTo>
                  <a:lnTo>
                    <a:pt x="624742" y="599556"/>
                  </a:lnTo>
                  <a:lnTo>
                    <a:pt x="625813" y="598851"/>
                  </a:lnTo>
                  <a:lnTo>
                    <a:pt x="626885" y="598148"/>
                  </a:lnTo>
                  <a:lnTo>
                    <a:pt x="627956" y="597444"/>
                  </a:lnTo>
                  <a:lnTo>
                    <a:pt x="629028" y="596740"/>
                  </a:lnTo>
                  <a:lnTo>
                    <a:pt x="630100" y="596037"/>
                  </a:lnTo>
                  <a:lnTo>
                    <a:pt x="631171" y="595334"/>
                  </a:lnTo>
                  <a:lnTo>
                    <a:pt x="632243" y="594630"/>
                  </a:lnTo>
                  <a:lnTo>
                    <a:pt x="633314" y="593927"/>
                  </a:lnTo>
                  <a:lnTo>
                    <a:pt x="634386" y="593225"/>
                  </a:lnTo>
                  <a:lnTo>
                    <a:pt x="635458" y="592522"/>
                  </a:lnTo>
                  <a:lnTo>
                    <a:pt x="636529" y="591819"/>
                  </a:lnTo>
                  <a:lnTo>
                    <a:pt x="637601" y="591117"/>
                  </a:lnTo>
                  <a:lnTo>
                    <a:pt x="638672" y="590415"/>
                  </a:lnTo>
                  <a:lnTo>
                    <a:pt x="639744" y="589713"/>
                  </a:lnTo>
                  <a:lnTo>
                    <a:pt x="640816" y="589011"/>
                  </a:lnTo>
                  <a:lnTo>
                    <a:pt x="641887" y="588310"/>
                  </a:lnTo>
                  <a:lnTo>
                    <a:pt x="642959" y="587608"/>
                  </a:lnTo>
                  <a:lnTo>
                    <a:pt x="644030" y="586907"/>
                  </a:lnTo>
                  <a:lnTo>
                    <a:pt x="645102" y="586206"/>
                  </a:lnTo>
                  <a:lnTo>
                    <a:pt x="646174" y="585505"/>
                  </a:lnTo>
                  <a:lnTo>
                    <a:pt x="647245" y="584805"/>
                  </a:lnTo>
                  <a:lnTo>
                    <a:pt x="648317" y="584104"/>
                  </a:lnTo>
                  <a:lnTo>
                    <a:pt x="649388" y="583404"/>
                  </a:lnTo>
                  <a:lnTo>
                    <a:pt x="650460" y="582704"/>
                  </a:lnTo>
                  <a:lnTo>
                    <a:pt x="651532" y="582005"/>
                  </a:lnTo>
                  <a:lnTo>
                    <a:pt x="652603" y="581305"/>
                  </a:lnTo>
                  <a:lnTo>
                    <a:pt x="653675" y="580606"/>
                  </a:lnTo>
                  <a:lnTo>
                    <a:pt x="654746" y="579907"/>
                  </a:lnTo>
                  <a:lnTo>
                    <a:pt x="655818" y="579208"/>
                  </a:lnTo>
                  <a:lnTo>
                    <a:pt x="656890" y="578510"/>
                  </a:lnTo>
                  <a:lnTo>
                    <a:pt x="657961" y="577811"/>
                  </a:lnTo>
                  <a:lnTo>
                    <a:pt x="659033" y="577113"/>
                  </a:lnTo>
                  <a:lnTo>
                    <a:pt x="660104" y="576415"/>
                  </a:lnTo>
                  <a:lnTo>
                    <a:pt x="661176" y="575718"/>
                  </a:lnTo>
                  <a:lnTo>
                    <a:pt x="662248" y="575021"/>
                  </a:lnTo>
                  <a:lnTo>
                    <a:pt x="663319" y="574324"/>
                  </a:lnTo>
                  <a:lnTo>
                    <a:pt x="664391" y="573627"/>
                  </a:lnTo>
                  <a:lnTo>
                    <a:pt x="665462" y="572930"/>
                  </a:lnTo>
                  <a:lnTo>
                    <a:pt x="666534" y="572234"/>
                  </a:lnTo>
                  <a:lnTo>
                    <a:pt x="667606" y="571538"/>
                  </a:lnTo>
                  <a:lnTo>
                    <a:pt x="668677" y="570843"/>
                  </a:lnTo>
                  <a:lnTo>
                    <a:pt x="669749" y="570147"/>
                  </a:lnTo>
                  <a:lnTo>
                    <a:pt x="670820" y="569452"/>
                  </a:lnTo>
                  <a:lnTo>
                    <a:pt x="671892" y="568758"/>
                  </a:lnTo>
                  <a:lnTo>
                    <a:pt x="672964" y="568063"/>
                  </a:lnTo>
                  <a:lnTo>
                    <a:pt x="674035" y="567369"/>
                  </a:lnTo>
                  <a:lnTo>
                    <a:pt x="675107" y="566675"/>
                  </a:lnTo>
                  <a:lnTo>
                    <a:pt x="676178" y="565982"/>
                  </a:lnTo>
                  <a:lnTo>
                    <a:pt x="677250" y="565288"/>
                  </a:lnTo>
                  <a:lnTo>
                    <a:pt x="678322" y="564595"/>
                  </a:lnTo>
                  <a:lnTo>
                    <a:pt x="679393" y="563903"/>
                  </a:lnTo>
                  <a:lnTo>
                    <a:pt x="680465" y="563211"/>
                  </a:lnTo>
                  <a:lnTo>
                    <a:pt x="681536" y="562519"/>
                  </a:lnTo>
                  <a:lnTo>
                    <a:pt x="682608" y="561827"/>
                  </a:lnTo>
                  <a:lnTo>
                    <a:pt x="683680" y="561136"/>
                  </a:lnTo>
                  <a:lnTo>
                    <a:pt x="684751" y="560445"/>
                  </a:lnTo>
                  <a:lnTo>
                    <a:pt x="685823" y="559755"/>
                  </a:lnTo>
                  <a:lnTo>
                    <a:pt x="686894" y="559064"/>
                  </a:lnTo>
                  <a:lnTo>
                    <a:pt x="687966" y="558375"/>
                  </a:lnTo>
                  <a:lnTo>
                    <a:pt x="689038" y="557685"/>
                  </a:lnTo>
                  <a:lnTo>
                    <a:pt x="690109" y="556996"/>
                  </a:lnTo>
                  <a:lnTo>
                    <a:pt x="691181" y="556307"/>
                  </a:lnTo>
                  <a:lnTo>
                    <a:pt x="692252" y="555619"/>
                  </a:lnTo>
                  <a:lnTo>
                    <a:pt x="693324" y="554931"/>
                  </a:lnTo>
                  <a:lnTo>
                    <a:pt x="694396" y="554243"/>
                  </a:lnTo>
                  <a:lnTo>
                    <a:pt x="695467" y="553556"/>
                  </a:lnTo>
                  <a:lnTo>
                    <a:pt x="696539" y="552869"/>
                  </a:lnTo>
                  <a:lnTo>
                    <a:pt x="697610" y="552183"/>
                  </a:lnTo>
                  <a:lnTo>
                    <a:pt x="698682" y="551497"/>
                  </a:lnTo>
                  <a:lnTo>
                    <a:pt x="699754" y="550811"/>
                  </a:lnTo>
                  <a:lnTo>
                    <a:pt x="700825" y="550126"/>
                  </a:lnTo>
                  <a:lnTo>
                    <a:pt x="701897" y="549441"/>
                  </a:lnTo>
                  <a:lnTo>
                    <a:pt x="702968" y="548757"/>
                  </a:lnTo>
                  <a:lnTo>
                    <a:pt x="704040" y="548073"/>
                  </a:lnTo>
                  <a:lnTo>
                    <a:pt x="705112" y="547390"/>
                  </a:lnTo>
                  <a:lnTo>
                    <a:pt x="706183" y="546706"/>
                  </a:lnTo>
                  <a:lnTo>
                    <a:pt x="707255" y="546024"/>
                  </a:lnTo>
                  <a:lnTo>
                    <a:pt x="708326" y="545342"/>
                  </a:lnTo>
                  <a:lnTo>
                    <a:pt x="709398" y="544660"/>
                  </a:lnTo>
                  <a:lnTo>
                    <a:pt x="710469" y="543978"/>
                  </a:lnTo>
                  <a:lnTo>
                    <a:pt x="711541" y="543297"/>
                  </a:lnTo>
                  <a:lnTo>
                    <a:pt x="712613" y="542617"/>
                  </a:lnTo>
                  <a:lnTo>
                    <a:pt x="713684" y="541937"/>
                  </a:lnTo>
                  <a:lnTo>
                    <a:pt x="714756" y="541258"/>
                  </a:lnTo>
                  <a:lnTo>
                    <a:pt x="715827" y="540578"/>
                  </a:lnTo>
                  <a:lnTo>
                    <a:pt x="716899" y="539900"/>
                  </a:lnTo>
                  <a:lnTo>
                    <a:pt x="717971" y="539222"/>
                  </a:lnTo>
                  <a:lnTo>
                    <a:pt x="719042" y="538544"/>
                  </a:lnTo>
                  <a:lnTo>
                    <a:pt x="720114" y="537867"/>
                  </a:lnTo>
                  <a:lnTo>
                    <a:pt x="721185" y="537190"/>
                  </a:lnTo>
                  <a:lnTo>
                    <a:pt x="722257" y="536514"/>
                  </a:lnTo>
                  <a:lnTo>
                    <a:pt x="723329" y="535838"/>
                  </a:lnTo>
                  <a:lnTo>
                    <a:pt x="724400" y="535163"/>
                  </a:lnTo>
                  <a:lnTo>
                    <a:pt x="725472" y="534488"/>
                  </a:lnTo>
                  <a:lnTo>
                    <a:pt x="726543" y="533814"/>
                  </a:lnTo>
                  <a:lnTo>
                    <a:pt x="727615" y="533141"/>
                  </a:lnTo>
                  <a:lnTo>
                    <a:pt x="728687" y="532468"/>
                  </a:lnTo>
                  <a:lnTo>
                    <a:pt x="729758" y="531795"/>
                  </a:lnTo>
                  <a:lnTo>
                    <a:pt x="730830" y="531123"/>
                  </a:lnTo>
                  <a:lnTo>
                    <a:pt x="731901" y="530451"/>
                  </a:lnTo>
                  <a:lnTo>
                    <a:pt x="732973" y="529780"/>
                  </a:lnTo>
                  <a:lnTo>
                    <a:pt x="734045" y="529110"/>
                  </a:lnTo>
                  <a:lnTo>
                    <a:pt x="735116" y="528440"/>
                  </a:lnTo>
                  <a:lnTo>
                    <a:pt x="736188" y="527770"/>
                  </a:lnTo>
                  <a:lnTo>
                    <a:pt x="737259" y="527102"/>
                  </a:lnTo>
                  <a:lnTo>
                    <a:pt x="738331" y="526433"/>
                  </a:lnTo>
                  <a:lnTo>
                    <a:pt x="739403" y="525766"/>
                  </a:lnTo>
                  <a:lnTo>
                    <a:pt x="740474" y="525098"/>
                  </a:lnTo>
                  <a:lnTo>
                    <a:pt x="741546" y="524432"/>
                  </a:lnTo>
                  <a:lnTo>
                    <a:pt x="742617" y="523766"/>
                  </a:lnTo>
                  <a:lnTo>
                    <a:pt x="743689" y="523100"/>
                  </a:lnTo>
                  <a:lnTo>
                    <a:pt x="744761" y="522435"/>
                  </a:lnTo>
                  <a:lnTo>
                    <a:pt x="745832" y="521771"/>
                  </a:lnTo>
                  <a:lnTo>
                    <a:pt x="746904" y="521108"/>
                  </a:lnTo>
                  <a:lnTo>
                    <a:pt x="747975" y="520444"/>
                  </a:lnTo>
                  <a:lnTo>
                    <a:pt x="749047" y="519782"/>
                  </a:lnTo>
                  <a:lnTo>
                    <a:pt x="750119" y="519120"/>
                  </a:lnTo>
                  <a:lnTo>
                    <a:pt x="751190" y="518459"/>
                  </a:lnTo>
                  <a:lnTo>
                    <a:pt x="752262" y="517798"/>
                  </a:lnTo>
                  <a:lnTo>
                    <a:pt x="753333" y="517138"/>
                  </a:lnTo>
                  <a:lnTo>
                    <a:pt x="754405" y="516479"/>
                  </a:lnTo>
                  <a:lnTo>
                    <a:pt x="755477" y="515820"/>
                  </a:lnTo>
                  <a:lnTo>
                    <a:pt x="756548" y="515162"/>
                  </a:lnTo>
                  <a:lnTo>
                    <a:pt x="757620" y="514504"/>
                  </a:lnTo>
                  <a:lnTo>
                    <a:pt x="758691" y="513848"/>
                  </a:lnTo>
                  <a:lnTo>
                    <a:pt x="759763" y="513191"/>
                  </a:lnTo>
                  <a:lnTo>
                    <a:pt x="760835" y="512536"/>
                  </a:lnTo>
                  <a:lnTo>
                    <a:pt x="761906" y="511881"/>
                  </a:lnTo>
                  <a:lnTo>
                    <a:pt x="762978" y="511227"/>
                  </a:lnTo>
                  <a:lnTo>
                    <a:pt x="764049" y="510573"/>
                  </a:lnTo>
                  <a:lnTo>
                    <a:pt x="765121" y="509920"/>
                  </a:lnTo>
                  <a:lnTo>
                    <a:pt x="766193" y="509268"/>
                  </a:lnTo>
                  <a:lnTo>
                    <a:pt x="767264" y="508616"/>
                  </a:lnTo>
                  <a:lnTo>
                    <a:pt x="768336" y="507965"/>
                  </a:lnTo>
                  <a:lnTo>
                    <a:pt x="769407" y="507315"/>
                  </a:lnTo>
                  <a:lnTo>
                    <a:pt x="770479" y="506666"/>
                  </a:lnTo>
                  <a:lnTo>
                    <a:pt x="771551" y="506017"/>
                  </a:lnTo>
                  <a:lnTo>
                    <a:pt x="772622" y="505369"/>
                  </a:lnTo>
                  <a:lnTo>
                    <a:pt x="773694" y="504722"/>
                  </a:lnTo>
                  <a:lnTo>
                    <a:pt x="774765" y="504075"/>
                  </a:lnTo>
                  <a:lnTo>
                    <a:pt x="775837" y="503429"/>
                  </a:lnTo>
                  <a:lnTo>
                    <a:pt x="776909" y="502784"/>
                  </a:lnTo>
                  <a:lnTo>
                    <a:pt x="777980" y="502139"/>
                  </a:lnTo>
                  <a:lnTo>
                    <a:pt x="779052" y="501495"/>
                  </a:lnTo>
                  <a:lnTo>
                    <a:pt x="780123" y="500852"/>
                  </a:lnTo>
                  <a:lnTo>
                    <a:pt x="781195" y="500210"/>
                  </a:lnTo>
                  <a:lnTo>
                    <a:pt x="782267" y="499568"/>
                  </a:lnTo>
                  <a:lnTo>
                    <a:pt x="783338" y="498928"/>
                  </a:lnTo>
                  <a:lnTo>
                    <a:pt x="784410" y="498287"/>
                  </a:lnTo>
                  <a:lnTo>
                    <a:pt x="785481" y="497648"/>
                  </a:lnTo>
                  <a:lnTo>
                    <a:pt x="786553" y="497010"/>
                  </a:lnTo>
                  <a:lnTo>
                    <a:pt x="787625" y="496372"/>
                  </a:lnTo>
                  <a:lnTo>
                    <a:pt x="788696" y="495735"/>
                  </a:lnTo>
                  <a:lnTo>
                    <a:pt x="789768" y="495098"/>
                  </a:lnTo>
                  <a:lnTo>
                    <a:pt x="790839" y="494463"/>
                  </a:lnTo>
                  <a:lnTo>
                    <a:pt x="791911" y="493828"/>
                  </a:lnTo>
                  <a:lnTo>
                    <a:pt x="792983" y="493194"/>
                  </a:lnTo>
                  <a:lnTo>
                    <a:pt x="794054" y="492561"/>
                  </a:lnTo>
                  <a:lnTo>
                    <a:pt x="795126" y="491929"/>
                  </a:lnTo>
                  <a:lnTo>
                    <a:pt x="796197" y="491298"/>
                  </a:lnTo>
                  <a:lnTo>
                    <a:pt x="797269" y="490667"/>
                  </a:lnTo>
                  <a:lnTo>
                    <a:pt x="798341" y="490037"/>
                  </a:lnTo>
                  <a:lnTo>
                    <a:pt x="799412" y="489408"/>
                  </a:lnTo>
                  <a:lnTo>
                    <a:pt x="800484" y="488780"/>
                  </a:lnTo>
                  <a:lnTo>
                    <a:pt x="801555" y="488152"/>
                  </a:lnTo>
                  <a:lnTo>
                    <a:pt x="802627" y="487526"/>
                  </a:lnTo>
                  <a:lnTo>
                    <a:pt x="803699" y="486900"/>
                  </a:lnTo>
                  <a:lnTo>
                    <a:pt x="804770" y="486275"/>
                  </a:lnTo>
                  <a:lnTo>
                    <a:pt x="805842" y="485651"/>
                  </a:lnTo>
                  <a:lnTo>
                    <a:pt x="806913" y="485028"/>
                  </a:lnTo>
                  <a:lnTo>
                    <a:pt x="807985" y="484405"/>
                  </a:lnTo>
                  <a:lnTo>
                    <a:pt x="809057" y="483784"/>
                  </a:lnTo>
                  <a:lnTo>
                    <a:pt x="810128" y="483163"/>
                  </a:lnTo>
                  <a:lnTo>
                    <a:pt x="811200" y="482544"/>
                  </a:lnTo>
                  <a:lnTo>
                    <a:pt x="812271" y="481925"/>
                  </a:lnTo>
                  <a:lnTo>
                    <a:pt x="813343" y="481307"/>
                  </a:lnTo>
                  <a:lnTo>
                    <a:pt x="814415" y="480690"/>
                  </a:lnTo>
                  <a:lnTo>
                    <a:pt x="815486" y="480073"/>
                  </a:lnTo>
                  <a:lnTo>
                    <a:pt x="816558" y="479458"/>
                  </a:lnTo>
                  <a:lnTo>
                    <a:pt x="817629" y="478844"/>
                  </a:lnTo>
                  <a:lnTo>
                    <a:pt x="818701" y="478230"/>
                  </a:lnTo>
                  <a:lnTo>
                    <a:pt x="819773" y="477618"/>
                  </a:lnTo>
                  <a:lnTo>
                    <a:pt x="820844" y="477006"/>
                  </a:lnTo>
                  <a:lnTo>
                    <a:pt x="821916" y="476395"/>
                  </a:lnTo>
                  <a:lnTo>
                    <a:pt x="822987" y="475785"/>
                  </a:lnTo>
                  <a:lnTo>
                    <a:pt x="824059" y="475176"/>
                  </a:lnTo>
                  <a:lnTo>
                    <a:pt x="825131" y="474568"/>
                  </a:lnTo>
                  <a:lnTo>
                    <a:pt x="826202" y="473961"/>
                  </a:lnTo>
                  <a:lnTo>
                    <a:pt x="827274" y="473355"/>
                  </a:lnTo>
                  <a:lnTo>
                    <a:pt x="828345" y="472750"/>
                  </a:lnTo>
                  <a:lnTo>
                    <a:pt x="829417" y="472146"/>
                  </a:lnTo>
                  <a:lnTo>
                    <a:pt x="830489" y="471542"/>
                  </a:lnTo>
                  <a:lnTo>
                    <a:pt x="831560" y="470940"/>
                  </a:lnTo>
                  <a:lnTo>
                    <a:pt x="832632" y="470339"/>
                  </a:lnTo>
                  <a:lnTo>
                    <a:pt x="833703" y="469738"/>
                  </a:lnTo>
                  <a:lnTo>
                    <a:pt x="834775" y="469139"/>
                  </a:lnTo>
                  <a:lnTo>
                    <a:pt x="835847" y="468541"/>
                  </a:lnTo>
                  <a:lnTo>
                    <a:pt x="836918" y="467943"/>
                  </a:lnTo>
                  <a:lnTo>
                    <a:pt x="837990" y="467347"/>
                  </a:lnTo>
                  <a:lnTo>
                    <a:pt x="839061" y="466751"/>
                  </a:lnTo>
                  <a:lnTo>
                    <a:pt x="840133" y="466157"/>
                  </a:lnTo>
                  <a:lnTo>
                    <a:pt x="841205" y="465564"/>
                  </a:lnTo>
                  <a:lnTo>
                    <a:pt x="842276" y="464971"/>
                  </a:lnTo>
                  <a:lnTo>
                    <a:pt x="843348" y="464380"/>
                  </a:lnTo>
                  <a:lnTo>
                    <a:pt x="844419" y="463789"/>
                  </a:lnTo>
                  <a:lnTo>
                    <a:pt x="845491" y="463200"/>
                  </a:lnTo>
                  <a:lnTo>
                    <a:pt x="846563" y="462612"/>
                  </a:lnTo>
                  <a:lnTo>
                    <a:pt x="847634" y="462024"/>
                  </a:lnTo>
                  <a:lnTo>
                    <a:pt x="848706" y="461438"/>
                  </a:lnTo>
                  <a:lnTo>
                    <a:pt x="849777" y="460853"/>
                  </a:lnTo>
                  <a:lnTo>
                    <a:pt x="850849" y="460269"/>
                  </a:lnTo>
                  <a:lnTo>
                    <a:pt x="851921" y="459686"/>
                  </a:lnTo>
                  <a:lnTo>
                    <a:pt x="852992" y="459104"/>
                  </a:lnTo>
                  <a:lnTo>
                    <a:pt x="854064" y="458523"/>
                  </a:lnTo>
                  <a:lnTo>
                    <a:pt x="855135" y="457943"/>
                  </a:lnTo>
                  <a:lnTo>
                    <a:pt x="856207" y="457364"/>
                  </a:lnTo>
                  <a:lnTo>
                    <a:pt x="857279" y="456786"/>
                  </a:lnTo>
                  <a:lnTo>
                    <a:pt x="858350" y="456210"/>
                  </a:lnTo>
                  <a:lnTo>
                    <a:pt x="859422" y="455634"/>
                  </a:lnTo>
                  <a:lnTo>
                    <a:pt x="860493" y="455060"/>
                  </a:lnTo>
                  <a:lnTo>
                    <a:pt x="861565" y="454486"/>
                  </a:lnTo>
                  <a:lnTo>
                    <a:pt x="862637" y="453914"/>
                  </a:lnTo>
                  <a:lnTo>
                    <a:pt x="863708" y="453343"/>
                  </a:lnTo>
                  <a:lnTo>
                    <a:pt x="864780" y="452773"/>
                  </a:lnTo>
                  <a:lnTo>
                    <a:pt x="865851" y="452204"/>
                  </a:lnTo>
                  <a:lnTo>
                    <a:pt x="866923" y="451636"/>
                  </a:lnTo>
                  <a:lnTo>
                    <a:pt x="867995" y="451069"/>
                  </a:lnTo>
                  <a:lnTo>
                    <a:pt x="869066" y="450504"/>
                  </a:lnTo>
                  <a:lnTo>
                    <a:pt x="870138" y="449940"/>
                  </a:lnTo>
                  <a:lnTo>
                    <a:pt x="871209" y="449376"/>
                  </a:lnTo>
                  <a:lnTo>
                    <a:pt x="872281" y="448814"/>
                  </a:lnTo>
                  <a:lnTo>
                    <a:pt x="873353" y="448253"/>
                  </a:lnTo>
                  <a:lnTo>
                    <a:pt x="874424" y="447694"/>
                  </a:lnTo>
                  <a:lnTo>
                    <a:pt x="875496" y="447135"/>
                  </a:lnTo>
                  <a:lnTo>
                    <a:pt x="876567" y="446577"/>
                  </a:lnTo>
                  <a:lnTo>
                    <a:pt x="877639" y="446021"/>
                  </a:lnTo>
                  <a:lnTo>
                    <a:pt x="878711" y="445466"/>
                  </a:lnTo>
                  <a:lnTo>
                    <a:pt x="879782" y="444912"/>
                  </a:lnTo>
                  <a:lnTo>
                    <a:pt x="880854" y="444359"/>
                  </a:lnTo>
                  <a:lnTo>
                    <a:pt x="881925" y="443808"/>
                  </a:lnTo>
                  <a:lnTo>
                    <a:pt x="882997" y="443258"/>
                  </a:lnTo>
                  <a:lnTo>
                    <a:pt x="884069" y="442709"/>
                  </a:lnTo>
                  <a:lnTo>
                    <a:pt x="885140" y="442161"/>
                  </a:lnTo>
                  <a:lnTo>
                    <a:pt x="886212" y="441614"/>
                  </a:lnTo>
                  <a:lnTo>
                    <a:pt x="887283" y="441068"/>
                  </a:lnTo>
                  <a:lnTo>
                    <a:pt x="888355" y="440524"/>
                  </a:lnTo>
                  <a:lnTo>
                    <a:pt x="889426" y="439981"/>
                  </a:lnTo>
                  <a:lnTo>
                    <a:pt x="890498" y="439439"/>
                  </a:lnTo>
                  <a:lnTo>
                    <a:pt x="891570" y="438899"/>
                  </a:lnTo>
                  <a:lnTo>
                    <a:pt x="892641" y="438360"/>
                  </a:lnTo>
                  <a:lnTo>
                    <a:pt x="893713" y="437822"/>
                  </a:lnTo>
                  <a:lnTo>
                    <a:pt x="894784" y="437285"/>
                  </a:lnTo>
                  <a:lnTo>
                    <a:pt x="895856" y="436749"/>
                  </a:lnTo>
                  <a:lnTo>
                    <a:pt x="896928" y="436215"/>
                  </a:lnTo>
                  <a:lnTo>
                    <a:pt x="897999" y="435682"/>
                  </a:lnTo>
                  <a:lnTo>
                    <a:pt x="899071" y="435150"/>
                  </a:lnTo>
                  <a:lnTo>
                    <a:pt x="900142" y="434620"/>
                  </a:lnTo>
                  <a:lnTo>
                    <a:pt x="901214" y="434091"/>
                  </a:lnTo>
                  <a:lnTo>
                    <a:pt x="902286" y="433563"/>
                  </a:lnTo>
                  <a:lnTo>
                    <a:pt x="903357" y="433036"/>
                  </a:lnTo>
                  <a:lnTo>
                    <a:pt x="904429" y="432511"/>
                  </a:lnTo>
                  <a:lnTo>
                    <a:pt x="905500" y="431987"/>
                  </a:lnTo>
                  <a:lnTo>
                    <a:pt x="906572" y="431464"/>
                  </a:lnTo>
                  <a:lnTo>
                    <a:pt x="907644" y="430943"/>
                  </a:lnTo>
                  <a:lnTo>
                    <a:pt x="908715" y="430423"/>
                  </a:lnTo>
                  <a:lnTo>
                    <a:pt x="909787" y="429904"/>
                  </a:lnTo>
                  <a:lnTo>
                    <a:pt x="910858" y="429387"/>
                  </a:lnTo>
                  <a:lnTo>
                    <a:pt x="911930" y="428871"/>
                  </a:lnTo>
                  <a:lnTo>
                    <a:pt x="913002" y="428356"/>
                  </a:lnTo>
                  <a:lnTo>
                    <a:pt x="914073" y="427843"/>
                  </a:lnTo>
                  <a:lnTo>
                    <a:pt x="915145" y="427331"/>
                  </a:lnTo>
                  <a:lnTo>
                    <a:pt x="916216" y="426820"/>
                  </a:lnTo>
                  <a:lnTo>
                    <a:pt x="917288" y="426311"/>
                  </a:lnTo>
                  <a:lnTo>
                    <a:pt x="918360" y="425803"/>
                  </a:lnTo>
                  <a:lnTo>
                    <a:pt x="919431" y="425297"/>
                  </a:lnTo>
                  <a:lnTo>
                    <a:pt x="920503" y="424792"/>
                  </a:lnTo>
                  <a:lnTo>
                    <a:pt x="921574" y="424288"/>
                  </a:lnTo>
                  <a:lnTo>
                    <a:pt x="922646" y="423785"/>
                  </a:lnTo>
                  <a:lnTo>
                    <a:pt x="923718" y="423284"/>
                  </a:lnTo>
                  <a:lnTo>
                    <a:pt x="924789" y="422785"/>
                  </a:lnTo>
                  <a:lnTo>
                    <a:pt x="925861" y="422287"/>
                  </a:lnTo>
                  <a:lnTo>
                    <a:pt x="926932" y="421790"/>
                  </a:lnTo>
                  <a:lnTo>
                    <a:pt x="928004" y="421295"/>
                  </a:lnTo>
                  <a:lnTo>
                    <a:pt x="929076" y="420801"/>
                  </a:lnTo>
                  <a:lnTo>
                    <a:pt x="930147" y="420308"/>
                  </a:lnTo>
                  <a:lnTo>
                    <a:pt x="931219" y="419817"/>
                  </a:lnTo>
                  <a:lnTo>
                    <a:pt x="932290" y="419327"/>
                  </a:lnTo>
                  <a:lnTo>
                    <a:pt x="933362" y="418839"/>
                  </a:lnTo>
                  <a:lnTo>
                    <a:pt x="934434" y="418352"/>
                  </a:lnTo>
                  <a:lnTo>
                    <a:pt x="935505" y="417867"/>
                  </a:lnTo>
                  <a:lnTo>
                    <a:pt x="936577" y="417383"/>
                  </a:lnTo>
                  <a:lnTo>
                    <a:pt x="937648" y="416901"/>
                  </a:lnTo>
                  <a:lnTo>
                    <a:pt x="938720" y="416420"/>
                  </a:lnTo>
                  <a:lnTo>
                    <a:pt x="939792" y="415940"/>
                  </a:lnTo>
                  <a:lnTo>
                    <a:pt x="940863" y="415462"/>
                  </a:lnTo>
                  <a:lnTo>
                    <a:pt x="941935" y="414986"/>
                  </a:lnTo>
                  <a:lnTo>
                    <a:pt x="943006" y="414511"/>
                  </a:lnTo>
                  <a:lnTo>
                    <a:pt x="944078" y="414037"/>
                  </a:lnTo>
                  <a:lnTo>
                    <a:pt x="945150" y="413565"/>
                  </a:lnTo>
                  <a:lnTo>
                    <a:pt x="946221" y="413094"/>
                  </a:lnTo>
                  <a:lnTo>
                    <a:pt x="947293" y="412625"/>
                  </a:lnTo>
                  <a:lnTo>
                    <a:pt x="948364" y="412158"/>
                  </a:lnTo>
                  <a:lnTo>
                    <a:pt x="949436" y="411692"/>
                  </a:lnTo>
                  <a:lnTo>
                    <a:pt x="950508" y="411227"/>
                  </a:lnTo>
                  <a:lnTo>
                    <a:pt x="951579" y="410764"/>
                  </a:lnTo>
                  <a:lnTo>
                    <a:pt x="952651" y="410303"/>
                  </a:lnTo>
                  <a:lnTo>
                    <a:pt x="953722" y="409843"/>
                  </a:lnTo>
                  <a:lnTo>
                    <a:pt x="954794" y="409384"/>
                  </a:lnTo>
                  <a:lnTo>
                    <a:pt x="955866" y="408928"/>
                  </a:lnTo>
                  <a:lnTo>
                    <a:pt x="956937" y="408472"/>
                  </a:lnTo>
                  <a:lnTo>
                    <a:pt x="958009" y="408019"/>
                  </a:lnTo>
                  <a:lnTo>
                    <a:pt x="959080" y="407566"/>
                  </a:lnTo>
                  <a:lnTo>
                    <a:pt x="960152" y="407116"/>
                  </a:lnTo>
                  <a:lnTo>
                    <a:pt x="961224" y="406667"/>
                  </a:lnTo>
                  <a:lnTo>
                    <a:pt x="962295" y="406219"/>
                  </a:lnTo>
                  <a:lnTo>
                    <a:pt x="963367" y="405773"/>
                  </a:lnTo>
                  <a:lnTo>
                    <a:pt x="964438" y="405329"/>
                  </a:lnTo>
                  <a:lnTo>
                    <a:pt x="965510" y="404886"/>
                  </a:lnTo>
                  <a:lnTo>
                    <a:pt x="966582" y="404445"/>
                  </a:lnTo>
                  <a:lnTo>
                    <a:pt x="967653" y="404006"/>
                  </a:lnTo>
                  <a:lnTo>
                    <a:pt x="968725" y="403568"/>
                  </a:lnTo>
                  <a:lnTo>
                    <a:pt x="969796" y="403131"/>
                  </a:lnTo>
                  <a:lnTo>
                    <a:pt x="970868" y="402697"/>
                  </a:lnTo>
                  <a:lnTo>
                    <a:pt x="971940" y="402264"/>
                  </a:lnTo>
                  <a:lnTo>
                    <a:pt x="973011" y="401832"/>
                  </a:lnTo>
                  <a:lnTo>
                    <a:pt x="974083" y="401402"/>
                  </a:lnTo>
                  <a:lnTo>
                    <a:pt x="975154" y="400974"/>
                  </a:lnTo>
                  <a:lnTo>
                    <a:pt x="976226" y="400548"/>
                  </a:lnTo>
                  <a:lnTo>
                    <a:pt x="977298" y="400123"/>
                  </a:lnTo>
                  <a:lnTo>
                    <a:pt x="978369" y="399700"/>
                  </a:lnTo>
                  <a:lnTo>
                    <a:pt x="979441" y="399278"/>
                  </a:lnTo>
                  <a:lnTo>
                    <a:pt x="980512" y="398858"/>
                  </a:lnTo>
                  <a:lnTo>
                    <a:pt x="981584" y="398440"/>
                  </a:lnTo>
                  <a:lnTo>
                    <a:pt x="982656" y="398023"/>
                  </a:lnTo>
                  <a:lnTo>
                    <a:pt x="983727" y="397608"/>
                  </a:lnTo>
                  <a:lnTo>
                    <a:pt x="984799" y="397195"/>
                  </a:lnTo>
                  <a:lnTo>
                    <a:pt x="985870" y="396784"/>
                  </a:lnTo>
                  <a:lnTo>
                    <a:pt x="986942" y="396374"/>
                  </a:lnTo>
                  <a:lnTo>
                    <a:pt x="988014" y="395966"/>
                  </a:lnTo>
                  <a:lnTo>
                    <a:pt x="989085" y="395559"/>
                  </a:lnTo>
                  <a:lnTo>
                    <a:pt x="990157" y="395154"/>
                  </a:lnTo>
                  <a:lnTo>
                    <a:pt x="991228" y="394751"/>
                  </a:lnTo>
                  <a:lnTo>
                    <a:pt x="992300" y="394350"/>
                  </a:lnTo>
                  <a:lnTo>
                    <a:pt x="993372" y="393950"/>
                  </a:lnTo>
                  <a:lnTo>
                    <a:pt x="994443" y="393553"/>
                  </a:lnTo>
                  <a:lnTo>
                    <a:pt x="995515" y="393156"/>
                  </a:lnTo>
                  <a:lnTo>
                    <a:pt x="996586" y="392762"/>
                  </a:lnTo>
                  <a:lnTo>
                    <a:pt x="997658" y="392369"/>
                  </a:lnTo>
                  <a:lnTo>
                    <a:pt x="998730" y="391979"/>
                  </a:lnTo>
                  <a:lnTo>
                    <a:pt x="999801" y="391589"/>
                  </a:lnTo>
                  <a:lnTo>
                    <a:pt x="1000873" y="391202"/>
                  </a:lnTo>
                  <a:lnTo>
                    <a:pt x="1001944" y="390816"/>
                  </a:lnTo>
                  <a:lnTo>
                    <a:pt x="1003016" y="390432"/>
                  </a:lnTo>
                  <a:lnTo>
                    <a:pt x="1004088" y="390050"/>
                  </a:lnTo>
                  <a:lnTo>
                    <a:pt x="1005159" y="389670"/>
                  </a:lnTo>
                  <a:lnTo>
                    <a:pt x="1006231" y="389291"/>
                  </a:lnTo>
                  <a:lnTo>
                    <a:pt x="1007302" y="388915"/>
                  </a:lnTo>
                  <a:lnTo>
                    <a:pt x="1008374" y="388540"/>
                  </a:lnTo>
                  <a:lnTo>
                    <a:pt x="1009446" y="388167"/>
                  </a:lnTo>
                  <a:lnTo>
                    <a:pt x="1010517" y="387795"/>
                  </a:lnTo>
                  <a:lnTo>
                    <a:pt x="1011589" y="387426"/>
                  </a:lnTo>
                  <a:lnTo>
                    <a:pt x="1012660" y="387058"/>
                  </a:lnTo>
                  <a:lnTo>
                    <a:pt x="1013732" y="386692"/>
                  </a:lnTo>
                  <a:lnTo>
                    <a:pt x="1014804" y="386328"/>
                  </a:lnTo>
                  <a:lnTo>
                    <a:pt x="1015875" y="385966"/>
                  </a:lnTo>
                  <a:lnTo>
                    <a:pt x="1016947" y="385605"/>
                  </a:lnTo>
                  <a:lnTo>
                    <a:pt x="1018018" y="385247"/>
                  </a:lnTo>
                  <a:lnTo>
                    <a:pt x="1019090" y="384890"/>
                  </a:lnTo>
                  <a:lnTo>
                    <a:pt x="1020162" y="384535"/>
                  </a:lnTo>
                  <a:lnTo>
                    <a:pt x="1021233" y="384182"/>
                  </a:lnTo>
                  <a:lnTo>
                    <a:pt x="1022305" y="383831"/>
                  </a:lnTo>
                  <a:lnTo>
                    <a:pt x="1023376" y="383481"/>
                  </a:lnTo>
                  <a:lnTo>
                    <a:pt x="1024448" y="383134"/>
                  </a:lnTo>
                  <a:lnTo>
                    <a:pt x="1025520" y="382788"/>
                  </a:lnTo>
                  <a:lnTo>
                    <a:pt x="1026591" y="382444"/>
                  </a:lnTo>
                  <a:lnTo>
                    <a:pt x="1027663" y="382102"/>
                  </a:lnTo>
                  <a:lnTo>
                    <a:pt x="1028734" y="381763"/>
                  </a:lnTo>
                  <a:lnTo>
                    <a:pt x="1029806" y="381424"/>
                  </a:lnTo>
                  <a:lnTo>
                    <a:pt x="1030878" y="381088"/>
                  </a:lnTo>
                  <a:lnTo>
                    <a:pt x="1031949" y="380754"/>
                  </a:lnTo>
                  <a:lnTo>
                    <a:pt x="1033021" y="380422"/>
                  </a:lnTo>
                  <a:lnTo>
                    <a:pt x="1034092" y="380091"/>
                  </a:lnTo>
                  <a:lnTo>
                    <a:pt x="1035164" y="379763"/>
                  </a:lnTo>
                  <a:lnTo>
                    <a:pt x="1036236" y="379436"/>
                  </a:lnTo>
                  <a:lnTo>
                    <a:pt x="1037307" y="379111"/>
                  </a:lnTo>
                  <a:lnTo>
                    <a:pt x="1038379" y="378788"/>
                  </a:lnTo>
                  <a:lnTo>
                    <a:pt x="1039450" y="378468"/>
                  </a:lnTo>
                  <a:lnTo>
                    <a:pt x="1040522" y="378149"/>
                  </a:lnTo>
                  <a:lnTo>
                    <a:pt x="1041594" y="377832"/>
                  </a:lnTo>
                  <a:lnTo>
                    <a:pt x="1042665" y="377517"/>
                  </a:lnTo>
                  <a:lnTo>
                    <a:pt x="1043737" y="377204"/>
                  </a:lnTo>
                  <a:lnTo>
                    <a:pt x="1044808" y="376892"/>
                  </a:lnTo>
                  <a:lnTo>
                    <a:pt x="1045880" y="376583"/>
                  </a:lnTo>
                  <a:lnTo>
                    <a:pt x="1046952" y="376276"/>
                  </a:lnTo>
                  <a:lnTo>
                    <a:pt x="1048023" y="375971"/>
                  </a:lnTo>
                  <a:lnTo>
                    <a:pt x="1049095" y="375668"/>
                  </a:lnTo>
                  <a:lnTo>
                    <a:pt x="1050166" y="375366"/>
                  </a:lnTo>
                  <a:lnTo>
                    <a:pt x="1051238" y="375067"/>
                  </a:lnTo>
                  <a:lnTo>
                    <a:pt x="1052310" y="374770"/>
                  </a:lnTo>
                  <a:lnTo>
                    <a:pt x="1053381" y="374475"/>
                  </a:lnTo>
                  <a:lnTo>
                    <a:pt x="1054453" y="374181"/>
                  </a:lnTo>
                  <a:lnTo>
                    <a:pt x="1055524" y="373890"/>
                  </a:lnTo>
                  <a:lnTo>
                    <a:pt x="1056596" y="373601"/>
                  </a:lnTo>
                  <a:lnTo>
                    <a:pt x="1057668" y="373314"/>
                  </a:lnTo>
                  <a:lnTo>
                    <a:pt x="1058739" y="373028"/>
                  </a:lnTo>
                  <a:lnTo>
                    <a:pt x="1059811" y="372745"/>
                  </a:lnTo>
                  <a:lnTo>
                    <a:pt x="1060882" y="372464"/>
                  </a:lnTo>
                  <a:lnTo>
                    <a:pt x="1061954" y="372185"/>
                  </a:lnTo>
                  <a:lnTo>
                    <a:pt x="1063026" y="371908"/>
                  </a:lnTo>
                  <a:lnTo>
                    <a:pt x="1064097" y="371633"/>
                  </a:lnTo>
                  <a:lnTo>
                    <a:pt x="1065169" y="371360"/>
                  </a:lnTo>
                  <a:lnTo>
                    <a:pt x="1066240" y="371089"/>
                  </a:lnTo>
                  <a:lnTo>
                    <a:pt x="1067312" y="370820"/>
                  </a:lnTo>
                  <a:lnTo>
                    <a:pt x="1068383" y="370553"/>
                  </a:lnTo>
                  <a:lnTo>
                    <a:pt x="1069455" y="370288"/>
                  </a:lnTo>
                  <a:lnTo>
                    <a:pt x="1070527" y="370026"/>
                  </a:lnTo>
                  <a:lnTo>
                    <a:pt x="1071598" y="369765"/>
                  </a:lnTo>
                  <a:lnTo>
                    <a:pt x="1072670" y="369507"/>
                  </a:lnTo>
                  <a:lnTo>
                    <a:pt x="1073741" y="369250"/>
                  </a:lnTo>
                  <a:lnTo>
                    <a:pt x="1074813" y="368996"/>
                  </a:lnTo>
                  <a:lnTo>
                    <a:pt x="1075885" y="368744"/>
                  </a:lnTo>
                  <a:lnTo>
                    <a:pt x="1076956" y="368493"/>
                  </a:lnTo>
                  <a:lnTo>
                    <a:pt x="1078028" y="368245"/>
                  </a:lnTo>
                  <a:lnTo>
                    <a:pt x="1079099" y="367999"/>
                  </a:lnTo>
                  <a:lnTo>
                    <a:pt x="1080171" y="367756"/>
                  </a:lnTo>
                  <a:lnTo>
                    <a:pt x="1081243" y="367514"/>
                  </a:lnTo>
                  <a:lnTo>
                    <a:pt x="1082314" y="367274"/>
                  </a:lnTo>
                  <a:lnTo>
                    <a:pt x="1083386" y="367037"/>
                  </a:lnTo>
                  <a:lnTo>
                    <a:pt x="1084457" y="366802"/>
                  </a:lnTo>
                  <a:lnTo>
                    <a:pt x="1085529" y="366568"/>
                  </a:lnTo>
                  <a:lnTo>
                    <a:pt x="1086601" y="366337"/>
                  </a:lnTo>
                  <a:lnTo>
                    <a:pt x="1087672" y="366108"/>
                  </a:lnTo>
                  <a:lnTo>
                    <a:pt x="1088744" y="365882"/>
                  </a:lnTo>
                  <a:lnTo>
                    <a:pt x="1089815" y="365657"/>
                  </a:lnTo>
                  <a:lnTo>
                    <a:pt x="1090887" y="365435"/>
                  </a:lnTo>
                  <a:lnTo>
                    <a:pt x="1091959" y="365214"/>
                  </a:lnTo>
                  <a:lnTo>
                    <a:pt x="1093030" y="364996"/>
                  </a:lnTo>
                  <a:lnTo>
                    <a:pt x="1094102" y="364780"/>
                  </a:lnTo>
                  <a:lnTo>
                    <a:pt x="1095173" y="364567"/>
                  </a:lnTo>
                  <a:lnTo>
                    <a:pt x="1096245" y="364355"/>
                  </a:lnTo>
                  <a:lnTo>
                    <a:pt x="1097317" y="364146"/>
                  </a:lnTo>
                  <a:lnTo>
                    <a:pt x="1098388" y="363939"/>
                  </a:lnTo>
                  <a:lnTo>
                    <a:pt x="1099460" y="363734"/>
                  </a:lnTo>
                  <a:lnTo>
                    <a:pt x="1100531" y="363531"/>
                  </a:lnTo>
                  <a:lnTo>
                    <a:pt x="1101603" y="363330"/>
                  </a:lnTo>
                  <a:lnTo>
                    <a:pt x="1102675" y="363132"/>
                  </a:lnTo>
                  <a:lnTo>
                    <a:pt x="1103746" y="362936"/>
                  </a:lnTo>
                  <a:lnTo>
                    <a:pt x="1104818" y="362742"/>
                  </a:lnTo>
                  <a:lnTo>
                    <a:pt x="1105889" y="362550"/>
                  </a:lnTo>
                  <a:lnTo>
                    <a:pt x="1106961" y="362361"/>
                  </a:lnTo>
                  <a:lnTo>
                    <a:pt x="1108033" y="362173"/>
                  </a:lnTo>
                  <a:lnTo>
                    <a:pt x="1109104" y="361988"/>
                  </a:lnTo>
                  <a:lnTo>
                    <a:pt x="1110176" y="361805"/>
                  </a:lnTo>
                  <a:lnTo>
                    <a:pt x="1111247" y="361625"/>
                  </a:lnTo>
                  <a:lnTo>
                    <a:pt x="1112319" y="361447"/>
                  </a:lnTo>
                  <a:lnTo>
                    <a:pt x="1113391" y="361271"/>
                  </a:lnTo>
                  <a:lnTo>
                    <a:pt x="1114462" y="361097"/>
                  </a:lnTo>
                  <a:lnTo>
                    <a:pt x="1115534" y="360925"/>
                  </a:lnTo>
                  <a:lnTo>
                    <a:pt x="1116605" y="360756"/>
                  </a:lnTo>
                  <a:lnTo>
                    <a:pt x="1117677" y="360589"/>
                  </a:lnTo>
                  <a:lnTo>
                    <a:pt x="1118749" y="360424"/>
                  </a:lnTo>
                  <a:lnTo>
                    <a:pt x="1119820" y="360262"/>
                  </a:lnTo>
                  <a:lnTo>
                    <a:pt x="1120892" y="360102"/>
                  </a:lnTo>
                  <a:lnTo>
                    <a:pt x="1121963" y="359944"/>
                  </a:lnTo>
                  <a:lnTo>
                    <a:pt x="1123035" y="359788"/>
                  </a:lnTo>
                  <a:lnTo>
                    <a:pt x="1124107" y="359635"/>
                  </a:lnTo>
                  <a:lnTo>
                    <a:pt x="1125178" y="359484"/>
                  </a:lnTo>
                  <a:lnTo>
                    <a:pt x="1126250" y="359335"/>
                  </a:lnTo>
                  <a:lnTo>
                    <a:pt x="1127321" y="359189"/>
                  </a:lnTo>
                  <a:lnTo>
                    <a:pt x="1128393" y="359045"/>
                  </a:lnTo>
                  <a:lnTo>
                    <a:pt x="1129465" y="358903"/>
                  </a:lnTo>
                  <a:lnTo>
                    <a:pt x="1130536" y="358764"/>
                  </a:lnTo>
                  <a:lnTo>
                    <a:pt x="1131608" y="358626"/>
                  </a:lnTo>
                  <a:lnTo>
                    <a:pt x="1132679" y="358491"/>
                  </a:lnTo>
                  <a:lnTo>
                    <a:pt x="1133751" y="358359"/>
                  </a:lnTo>
                  <a:lnTo>
                    <a:pt x="1134823" y="358228"/>
                  </a:lnTo>
                  <a:lnTo>
                    <a:pt x="1135894" y="358100"/>
                  </a:lnTo>
                  <a:lnTo>
                    <a:pt x="1136966" y="357974"/>
                  </a:lnTo>
                  <a:lnTo>
                    <a:pt x="1138037" y="357850"/>
                  </a:lnTo>
                  <a:lnTo>
                    <a:pt x="1139109" y="357729"/>
                  </a:lnTo>
                  <a:lnTo>
                    <a:pt x="1140181" y="357609"/>
                  </a:lnTo>
                  <a:lnTo>
                    <a:pt x="1141252" y="357492"/>
                  </a:lnTo>
                  <a:lnTo>
                    <a:pt x="1142324" y="357377"/>
                  </a:lnTo>
                  <a:lnTo>
                    <a:pt x="1143395" y="357264"/>
                  </a:lnTo>
                  <a:lnTo>
                    <a:pt x="1144467" y="357153"/>
                  </a:lnTo>
                  <a:lnTo>
                    <a:pt x="1145539" y="357044"/>
                  </a:lnTo>
                  <a:lnTo>
                    <a:pt x="1146610" y="356937"/>
                  </a:lnTo>
                  <a:lnTo>
                    <a:pt x="1147682" y="356833"/>
                  </a:lnTo>
                  <a:lnTo>
                    <a:pt x="1148753" y="356730"/>
                  </a:lnTo>
                  <a:lnTo>
                    <a:pt x="1149825" y="356630"/>
                  </a:lnTo>
                  <a:lnTo>
                    <a:pt x="1150897" y="356532"/>
                  </a:lnTo>
                  <a:lnTo>
                    <a:pt x="1151968" y="356436"/>
                  </a:lnTo>
                  <a:lnTo>
                    <a:pt x="1153040" y="356341"/>
                  </a:lnTo>
                  <a:lnTo>
                    <a:pt x="1154111" y="356249"/>
                  </a:lnTo>
                  <a:lnTo>
                    <a:pt x="1155183" y="356159"/>
                  </a:lnTo>
                  <a:lnTo>
                    <a:pt x="1156255" y="356071"/>
                  </a:lnTo>
                  <a:lnTo>
                    <a:pt x="1157326" y="355985"/>
                  </a:lnTo>
                  <a:lnTo>
                    <a:pt x="1158398" y="355901"/>
                  </a:lnTo>
                  <a:lnTo>
                    <a:pt x="1159469" y="355819"/>
                  </a:lnTo>
                  <a:lnTo>
                    <a:pt x="1160541" y="355738"/>
                  </a:lnTo>
                  <a:lnTo>
                    <a:pt x="1161613" y="355660"/>
                  </a:lnTo>
                  <a:lnTo>
                    <a:pt x="1162684" y="355584"/>
                  </a:lnTo>
                  <a:lnTo>
                    <a:pt x="1163756" y="355510"/>
                  </a:lnTo>
                  <a:lnTo>
                    <a:pt x="1164827" y="355437"/>
                  </a:lnTo>
                  <a:lnTo>
                    <a:pt x="1165899" y="355367"/>
                  </a:lnTo>
                  <a:lnTo>
                    <a:pt x="1166971" y="355298"/>
                  </a:lnTo>
                  <a:lnTo>
                    <a:pt x="1168042" y="355231"/>
                  </a:lnTo>
                  <a:lnTo>
                    <a:pt x="1169114" y="355166"/>
                  </a:lnTo>
                  <a:lnTo>
                    <a:pt x="1170185" y="355103"/>
                  </a:lnTo>
                  <a:lnTo>
                    <a:pt x="1171257" y="355042"/>
                  </a:lnTo>
                  <a:lnTo>
                    <a:pt x="1172329" y="354983"/>
                  </a:lnTo>
                  <a:lnTo>
                    <a:pt x="1173400" y="354925"/>
                  </a:lnTo>
                  <a:lnTo>
                    <a:pt x="1174472" y="354870"/>
                  </a:lnTo>
                  <a:lnTo>
                    <a:pt x="1175543" y="354816"/>
                  </a:lnTo>
                  <a:lnTo>
                    <a:pt x="1176615" y="354764"/>
                  </a:lnTo>
                  <a:lnTo>
                    <a:pt x="1177687" y="354713"/>
                  </a:lnTo>
                  <a:lnTo>
                    <a:pt x="1178758" y="354665"/>
                  </a:lnTo>
                  <a:lnTo>
                    <a:pt x="1179830" y="354618"/>
                  </a:lnTo>
                  <a:lnTo>
                    <a:pt x="1180901" y="354573"/>
                  </a:lnTo>
                  <a:lnTo>
                    <a:pt x="1181973" y="354530"/>
                  </a:lnTo>
                  <a:lnTo>
                    <a:pt x="1183045" y="354488"/>
                  </a:lnTo>
                  <a:lnTo>
                    <a:pt x="1184116" y="354448"/>
                  </a:lnTo>
                  <a:lnTo>
                    <a:pt x="1185188" y="354410"/>
                  </a:lnTo>
                  <a:lnTo>
                    <a:pt x="1186259" y="354374"/>
                  </a:lnTo>
                  <a:lnTo>
                    <a:pt x="1187331" y="354339"/>
                  </a:lnTo>
                  <a:lnTo>
                    <a:pt x="1188403" y="354306"/>
                  </a:lnTo>
                  <a:lnTo>
                    <a:pt x="1189474" y="354274"/>
                  </a:lnTo>
                  <a:lnTo>
                    <a:pt x="1190546" y="354244"/>
                  </a:lnTo>
                  <a:lnTo>
                    <a:pt x="1191617" y="354216"/>
                  </a:lnTo>
                  <a:lnTo>
                    <a:pt x="1192689" y="354189"/>
                  </a:lnTo>
                  <a:lnTo>
                    <a:pt x="1193761" y="354164"/>
                  </a:lnTo>
                  <a:lnTo>
                    <a:pt x="1194832" y="354141"/>
                  </a:lnTo>
                  <a:lnTo>
                    <a:pt x="1195904" y="354119"/>
                  </a:lnTo>
                  <a:lnTo>
                    <a:pt x="1196975" y="354099"/>
                  </a:lnTo>
                  <a:lnTo>
                    <a:pt x="1198047" y="354080"/>
                  </a:lnTo>
                  <a:lnTo>
                    <a:pt x="1199119" y="354063"/>
                  </a:lnTo>
                  <a:lnTo>
                    <a:pt x="1200190" y="354048"/>
                  </a:lnTo>
                  <a:lnTo>
                    <a:pt x="1201262" y="354033"/>
                  </a:lnTo>
                  <a:lnTo>
                    <a:pt x="1202333" y="354021"/>
                  </a:lnTo>
                  <a:lnTo>
                    <a:pt x="1203405" y="354010"/>
                  </a:lnTo>
                  <a:lnTo>
                    <a:pt x="1204477" y="354000"/>
                  </a:lnTo>
                  <a:lnTo>
                    <a:pt x="1205548" y="353992"/>
                  </a:lnTo>
                  <a:lnTo>
                    <a:pt x="1206620" y="353985"/>
                  </a:lnTo>
                  <a:lnTo>
                    <a:pt x="1207691" y="353980"/>
                  </a:lnTo>
                  <a:lnTo>
                    <a:pt x="1208763" y="353976"/>
                  </a:lnTo>
                  <a:lnTo>
                    <a:pt x="1209835" y="353974"/>
                  </a:lnTo>
                  <a:lnTo>
                    <a:pt x="1210906" y="353973"/>
                  </a:lnTo>
                  <a:lnTo>
                    <a:pt x="1211978" y="353974"/>
                  </a:lnTo>
                  <a:lnTo>
                    <a:pt x="1213049" y="353976"/>
                  </a:lnTo>
                  <a:lnTo>
                    <a:pt x="1214121" y="353979"/>
                  </a:lnTo>
                  <a:lnTo>
                    <a:pt x="1215193" y="353984"/>
                  </a:lnTo>
                  <a:lnTo>
                    <a:pt x="1216264" y="353990"/>
                  </a:lnTo>
                  <a:lnTo>
                    <a:pt x="1217336" y="353997"/>
                  </a:lnTo>
                  <a:lnTo>
                    <a:pt x="1218407" y="354006"/>
                  </a:lnTo>
                  <a:lnTo>
                    <a:pt x="1219479" y="354016"/>
                  </a:lnTo>
                  <a:lnTo>
                    <a:pt x="1220551" y="354027"/>
                  </a:lnTo>
                  <a:lnTo>
                    <a:pt x="1221622" y="354040"/>
                  </a:lnTo>
                  <a:lnTo>
                    <a:pt x="1222694" y="354053"/>
                  </a:lnTo>
                  <a:lnTo>
                    <a:pt x="1223765" y="354069"/>
                  </a:lnTo>
                  <a:lnTo>
                    <a:pt x="1224837" y="354085"/>
                  </a:lnTo>
                  <a:lnTo>
                    <a:pt x="1225909" y="354103"/>
                  </a:lnTo>
                  <a:lnTo>
                    <a:pt x="1226980" y="354122"/>
                  </a:lnTo>
                  <a:lnTo>
                    <a:pt x="1228052" y="354142"/>
                  </a:lnTo>
                  <a:lnTo>
                    <a:pt x="1229123" y="354163"/>
                  </a:lnTo>
                  <a:lnTo>
                    <a:pt x="1230195" y="354186"/>
                  </a:lnTo>
                  <a:lnTo>
                    <a:pt x="1231267" y="354210"/>
                  </a:lnTo>
                  <a:lnTo>
                    <a:pt x="1232338" y="354234"/>
                  </a:lnTo>
                  <a:lnTo>
                    <a:pt x="1233410" y="354261"/>
                  </a:lnTo>
                  <a:lnTo>
                    <a:pt x="1234481" y="354288"/>
                  </a:lnTo>
                  <a:lnTo>
                    <a:pt x="1235553" y="354316"/>
                  </a:lnTo>
                  <a:lnTo>
                    <a:pt x="1236625" y="354346"/>
                  </a:lnTo>
                  <a:lnTo>
                    <a:pt x="1237696" y="354377"/>
                  </a:lnTo>
                  <a:lnTo>
                    <a:pt x="1238768" y="354408"/>
                  </a:lnTo>
                  <a:lnTo>
                    <a:pt x="1239839" y="354441"/>
                  </a:lnTo>
                  <a:lnTo>
                    <a:pt x="1240911" y="354475"/>
                  </a:lnTo>
                  <a:lnTo>
                    <a:pt x="1241983" y="354510"/>
                  </a:lnTo>
                  <a:lnTo>
                    <a:pt x="1243054" y="354546"/>
                  </a:lnTo>
                  <a:lnTo>
                    <a:pt x="1244126" y="354583"/>
                  </a:lnTo>
                  <a:lnTo>
                    <a:pt x="1245197" y="354622"/>
                  </a:lnTo>
                  <a:lnTo>
                    <a:pt x="1246269" y="354661"/>
                  </a:lnTo>
                  <a:lnTo>
                    <a:pt x="1247340" y="354701"/>
                  </a:lnTo>
                  <a:lnTo>
                    <a:pt x="1248412" y="354742"/>
                  </a:lnTo>
                  <a:lnTo>
                    <a:pt x="1249484" y="354784"/>
                  </a:lnTo>
                  <a:lnTo>
                    <a:pt x="1250555" y="354828"/>
                  </a:lnTo>
                  <a:lnTo>
                    <a:pt x="1251627" y="354872"/>
                  </a:lnTo>
                  <a:lnTo>
                    <a:pt x="1252698" y="354917"/>
                  </a:lnTo>
                  <a:lnTo>
                    <a:pt x="1253770" y="354963"/>
                  </a:lnTo>
                  <a:lnTo>
                    <a:pt x="1254842" y="355010"/>
                  </a:lnTo>
                  <a:lnTo>
                    <a:pt x="1255913" y="355058"/>
                  </a:lnTo>
                  <a:lnTo>
                    <a:pt x="1256985" y="355107"/>
                  </a:lnTo>
                  <a:lnTo>
                    <a:pt x="1258056" y="355156"/>
                  </a:lnTo>
                  <a:lnTo>
                    <a:pt x="1259128" y="355207"/>
                  </a:lnTo>
                  <a:lnTo>
                    <a:pt x="1260200" y="355258"/>
                  </a:lnTo>
                  <a:lnTo>
                    <a:pt x="1261271" y="355311"/>
                  </a:lnTo>
                  <a:lnTo>
                    <a:pt x="1262343" y="355364"/>
                  </a:lnTo>
                  <a:lnTo>
                    <a:pt x="1263414" y="355418"/>
                  </a:lnTo>
                  <a:lnTo>
                    <a:pt x="1264486" y="355473"/>
                  </a:lnTo>
                  <a:lnTo>
                    <a:pt x="1265558" y="355528"/>
                  </a:lnTo>
                  <a:lnTo>
                    <a:pt x="1266629" y="355585"/>
                  </a:lnTo>
                  <a:lnTo>
                    <a:pt x="1267701" y="355642"/>
                  </a:lnTo>
                  <a:lnTo>
                    <a:pt x="1268772" y="355700"/>
                  </a:lnTo>
                  <a:lnTo>
                    <a:pt x="1269844" y="355759"/>
                  </a:lnTo>
                  <a:lnTo>
                    <a:pt x="1270916" y="355818"/>
                  </a:lnTo>
                  <a:lnTo>
                    <a:pt x="1271987" y="355878"/>
                  </a:lnTo>
                  <a:lnTo>
                    <a:pt x="1273059" y="355939"/>
                  </a:lnTo>
                  <a:lnTo>
                    <a:pt x="1274130" y="356001"/>
                  </a:lnTo>
                  <a:lnTo>
                    <a:pt x="1275202" y="356064"/>
                  </a:lnTo>
                  <a:lnTo>
                    <a:pt x="1276274" y="356127"/>
                  </a:lnTo>
                  <a:lnTo>
                    <a:pt x="1277345" y="356190"/>
                  </a:lnTo>
                  <a:lnTo>
                    <a:pt x="1278417" y="356255"/>
                  </a:lnTo>
                  <a:lnTo>
                    <a:pt x="1279488" y="356320"/>
                  </a:lnTo>
                  <a:lnTo>
                    <a:pt x="1280560" y="356386"/>
                  </a:lnTo>
                  <a:lnTo>
                    <a:pt x="1281632" y="356452"/>
                  </a:lnTo>
                  <a:lnTo>
                    <a:pt x="1282703" y="356519"/>
                  </a:lnTo>
                  <a:lnTo>
                    <a:pt x="1283775" y="356587"/>
                  </a:lnTo>
                  <a:lnTo>
                    <a:pt x="1284846" y="356655"/>
                  </a:lnTo>
                  <a:lnTo>
                    <a:pt x="1285918" y="356724"/>
                  </a:lnTo>
                  <a:lnTo>
                    <a:pt x="1286990" y="356793"/>
                  </a:lnTo>
                  <a:lnTo>
                    <a:pt x="1288061" y="356863"/>
                  </a:lnTo>
                  <a:lnTo>
                    <a:pt x="1289133" y="356933"/>
                  </a:lnTo>
                  <a:lnTo>
                    <a:pt x="1290204" y="357004"/>
                  </a:lnTo>
                  <a:lnTo>
                    <a:pt x="1291276" y="357076"/>
                  </a:lnTo>
                  <a:lnTo>
                    <a:pt x="1292348" y="357148"/>
                  </a:lnTo>
                  <a:lnTo>
                    <a:pt x="1293419" y="357220"/>
                  </a:lnTo>
                  <a:lnTo>
                    <a:pt x="1294491" y="357293"/>
                  </a:lnTo>
                  <a:lnTo>
                    <a:pt x="1295562" y="357367"/>
                  </a:lnTo>
                  <a:lnTo>
                    <a:pt x="1296634" y="357441"/>
                  </a:lnTo>
                  <a:lnTo>
                    <a:pt x="1297706" y="357515"/>
                  </a:lnTo>
                  <a:lnTo>
                    <a:pt x="1298777" y="357590"/>
                  </a:lnTo>
                  <a:lnTo>
                    <a:pt x="1299849" y="357666"/>
                  </a:lnTo>
                  <a:lnTo>
                    <a:pt x="1300920" y="357741"/>
                  </a:lnTo>
                  <a:lnTo>
                    <a:pt x="1301992" y="357817"/>
                  </a:lnTo>
                  <a:lnTo>
                    <a:pt x="1303064" y="357894"/>
                  </a:lnTo>
                  <a:lnTo>
                    <a:pt x="1304135" y="357971"/>
                  </a:lnTo>
                  <a:lnTo>
                    <a:pt x="1305207" y="358048"/>
                  </a:lnTo>
                  <a:lnTo>
                    <a:pt x="1306278" y="358126"/>
                  </a:lnTo>
                  <a:lnTo>
                    <a:pt x="1307350" y="358204"/>
                  </a:lnTo>
                  <a:lnTo>
                    <a:pt x="1308422" y="358282"/>
                  </a:lnTo>
                  <a:lnTo>
                    <a:pt x="1309493" y="358361"/>
                  </a:lnTo>
                  <a:lnTo>
                    <a:pt x="1310565" y="358440"/>
                  </a:lnTo>
                  <a:lnTo>
                    <a:pt x="1311636" y="358519"/>
                  </a:lnTo>
                  <a:lnTo>
                    <a:pt x="1312708" y="358598"/>
                  </a:lnTo>
                  <a:lnTo>
                    <a:pt x="1313780" y="358678"/>
                  </a:lnTo>
                  <a:lnTo>
                    <a:pt x="1314851" y="358758"/>
                  </a:lnTo>
                  <a:lnTo>
                    <a:pt x="1315923" y="358839"/>
                  </a:lnTo>
                  <a:lnTo>
                    <a:pt x="1316994" y="358919"/>
                  </a:lnTo>
                  <a:lnTo>
                    <a:pt x="1318066" y="359000"/>
                  </a:lnTo>
                  <a:lnTo>
                    <a:pt x="1319138" y="359081"/>
                  </a:lnTo>
                  <a:lnTo>
                    <a:pt x="1320209" y="359162"/>
                  </a:lnTo>
                  <a:lnTo>
                    <a:pt x="1321281" y="359244"/>
                  </a:lnTo>
                  <a:lnTo>
                    <a:pt x="1322352" y="359325"/>
                  </a:lnTo>
                  <a:lnTo>
                    <a:pt x="1323424" y="359407"/>
                  </a:lnTo>
                  <a:lnTo>
                    <a:pt x="1324496" y="359489"/>
                  </a:lnTo>
                  <a:lnTo>
                    <a:pt x="1325567" y="359571"/>
                  </a:lnTo>
                  <a:lnTo>
                    <a:pt x="1326639" y="359653"/>
                  </a:lnTo>
                  <a:lnTo>
                    <a:pt x="1327710" y="359736"/>
                  </a:lnTo>
                  <a:lnTo>
                    <a:pt x="1328782" y="359818"/>
                  </a:lnTo>
                  <a:lnTo>
                    <a:pt x="1329854" y="359901"/>
                  </a:lnTo>
                  <a:lnTo>
                    <a:pt x="1330925" y="359983"/>
                  </a:lnTo>
                  <a:lnTo>
                    <a:pt x="1331997" y="360066"/>
                  </a:lnTo>
                  <a:lnTo>
                    <a:pt x="1333068" y="360149"/>
                  </a:lnTo>
                  <a:lnTo>
                    <a:pt x="1334140" y="360232"/>
                  </a:lnTo>
                  <a:lnTo>
                    <a:pt x="1335212" y="360315"/>
                  </a:lnTo>
                  <a:lnTo>
                    <a:pt x="1336283" y="360397"/>
                  </a:lnTo>
                  <a:lnTo>
                    <a:pt x="1337355" y="360480"/>
                  </a:lnTo>
                  <a:lnTo>
                    <a:pt x="1338426" y="360563"/>
                  </a:lnTo>
                  <a:lnTo>
                    <a:pt x="1339498" y="360646"/>
                  </a:lnTo>
                  <a:lnTo>
                    <a:pt x="1340570" y="360729"/>
                  </a:lnTo>
                  <a:lnTo>
                    <a:pt x="1341641" y="360812"/>
                  </a:lnTo>
                  <a:lnTo>
                    <a:pt x="1342713" y="360895"/>
                  </a:lnTo>
                  <a:lnTo>
                    <a:pt x="1343784" y="360978"/>
                  </a:lnTo>
                  <a:lnTo>
                    <a:pt x="1344856" y="361060"/>
                  </a:lnTo>
                  <a:lnTo>
                    <a:pt x="1345928" y="361143"/>
                  </a:lnTo>
                  <a:lnTo>
                    <a:pt x="1346999" y="361225"/>
                  </a:lnTo>
                  <a:lnTo>
                    <a:pt x="1348071" y="361308"/>
                  </a:lnTo>
                  <a:lnTo>
                    <a:pt x="1349142" y="361390"/>
                  </a:lnTo>
                  <a:lnTo>
                    <a:pt x="1350214" y="361472"/>
                  </a:lnTo>
                  <a:lnTo>
                    <a:pt x="1351286" y="361554"/>
                  </a:lnTo>
                  <a:lnTo>
                    <a:pt x="1352357" y="361636"/>
                  </a:lnTo>
                  <a:lnTo>
                    <a:pt x="1353429" y="361718"/>
                  </a:lnTo>
                  <a:lnTo>
                    <a:pt x="1354500" y="361800"/>
                  </a:lnTo>
                  <a:lnTo>
                    <a:pt x="1355572" y="361881"/>
                  </a:lnTo>
                  <a:lnTo>
                    <a:pt x="1356644" y="361962"/>
                  </a:lnTo>
                  <a:lnTo>
                    <a:pt x="1357715" y="362043"/>
                  </a:lnTo>
                  <a:lnTo>
                    <a:pt x="1358787" y="362124"/>
                  </a:lnTo>
                  <a:lnTo>
                    <a:pt x="1359858" y="362205"/>
                  </a:lnTo>
                  <a:lnTo>
                    <a:pt x="1360930" y="362285"/>
                  </a:lnTo>
                  <a:lnTo>
                    <a:pt x="1362002" y="362365"/>
                  </a:lnTo>
                  <a:lnTo>
                    <a:pt x="1363073" y="362445"/>
                  </a:lnTo>
                  <a:lnTo>
                    <a:pt x="1364145" y="362524"/>
                  </a:lnTo>
                  <a:lnTo>
                    <a:pt x="1365216" y="362604"/>
                  </a:lnTo>
                  <a:lnTo>
                    <a:pt x="1366288" y="362683"/>
                  </a:lnTo>
                  <a:lnTo>
                    <a:pt x="1367360" y="362761"/>
                  </a:lnTo>
                  <a:lnTo>
                    <a:pt x="1368431" y="362840"/>
                  </a:lnTo>
                  <a:lnTo>
                    <a:pt x="1369503" y="362918"/>
                  </a:lnTo>
                  <a:lnTo>
                    <a:pt x="1370574" y="362995"/>
                  </a:lnTo>
                  <a:lnTo>
                    <a:pt x="1371646" y="363072"/>
                  </a:lnTo>
                  <a:lnTo>
                    <a:pt x="1372718" y="363149"/>
                  </a:lnTo>
                  <a:lnTo>
                    <a:pt x="1373789" y="363226"/>
                  </a:lnTo>
                  <a:lnTo>
                    <a:pt x="1374861" y="363302"/>
                  </a:lnTo>
                  <a:lnTo>
                    <a:pt x="1375932" y="363378"/>
                  </a:lnTo>
                  <a:lnTo>
                    <a:pt x="1377004" y="363453"/>
                  </a:lnTo>
                  <a:lnTo>
                    <a:pt x="1378076" y="363528"/>
                  </a:lnTo>
                  <a:lnTo>
                    <a:pt x="1379147" y="363602"/>
                  </a:lnTo>
                  <a:lnTo>
                    <a:pt x="1380219" y="363676"/>
                  </a:lnTo>
                  <a:lnTo>
                    <a:pt x="1381290" y="363750"/>
                  </a:lnTo>
                  <a:lnTo>
                    <a:pt x="1382362" y="363823"/>
                  </a:lnTo>
                  <a:lnTo>
                    <a:pt x="1383434" y="363895"/>
                  </a:lnTo>
                  <a:lnTo>
                    <a:pt x="1384505" y="363967"/>
                  </a:lnTo>
                  <a:lnTo>
                    <a:pt x="1385577" y="364039"/>
                  </a:lnTo>
                  <a:lnTo>
                    <a:pt x="1386648" y="364110"/>
                  </a:lnTo>
                  <a:lnTo>
                    <a:pt x="1387720" y="364180"/>
                  </a:lnTo>
                  <a:lnTo>
                    <a:pt x="1388792" y="364250"/>
                  </a:lnTo>
                  <a:lnTo>
                    <a:pt x="1389863" y="364320"/>
                  </a:lnTo>
                  <a:lnTo>
                    <a:pt x="1390935" y="364389"/>
                  </a:lnTo>
                  <a:lnTo>
                    <a:pt x="1392006" y="364457"/>
                  </a:lnTo>
                  <a:lnTo>
                    <a:pt x="1393078" y="364524"/>
                  </a:lnTo>
                  <a:lnTo>
                    <a:pt x="1394150" y="364592"/>
                  </a:lnTo>
                  <a:lnTo>
                    <a:pt x="1395221" y="364658"/>
                  </a:lnTo>
                  <a:lnTo>
                    <a:pt x="1396293" y="364724"/>
                  </a:lnTo>
                  <a:lnTo>
                    <a:pt x="1397364" y="364789"/>
                  </a:lnTo>
                  <a:lnTo>
                    <a:pt x="1398436" y="364853"/>
                  </a:lnTo>
                  <a:lnTo>
                    <a:pt x="1399508" y="364917"/>
                  </a:lnTo>
                  <a:lnTo>
                    <a:pt x="1400579" y="364981"/>
                  </a:lnTo>
                  <a:lnTo>
                    <a:pt x="1401651" y="365043"/>
                  </a:lnTo>
                  <a:lnTo>
                    <a:pt x="1402722" y="365105"/>
                  </a:lnTo>
                  <a:lnTo>
                    <a:pt x="1403794" y="365166"/>
                  </a:lnTo>
                  <a:lnTo>
                    <a:pt x="1404866" y="365226"/>
                  </a:lnTo>
                  <a:lnTo>
                    <a:pt x="1405937" y="365286"/>
                  </a:lnTo>
                  <a:lnTo>
                    <a:pt x="1407009" y="365345"/>
                  </a:lnTo>
                  <a:lnTo>
                    <a:pt x="1408080" y="365403"/>
                  </a:lnTo>
                  <a:lnTo>
                    <a:pt x="1409152" y="365460"/>
                  </a:lnTo>
                  <a:lnTo>
                    <a:pt x="1410224" y="365517"/>
                  </a:lnTo>
                  <a:lnTo>
                    <a:pt x="1411295" y="365573"/>
                  </a:lnTo>
                  <a:lnTo>
                    <a:pt x="1412367" y="365628"/>
                  </a:lnTo>
                  <a:lnTo>
                    <a:pt x="1413438" y="365682"/>
                  </a:lnTo>
                  <a:lnTo>
                    <a:pt x="1414510" y="365735"/>
                  </a:lnTo>
                  <a:lnTo>
                    <a:pt x="1415582" y="365788"/>
                  </a:lnTo>
                  <a:lnTo>
                    <a:pt x="1416653" y="365840"/>
                  </a:lnTo>
                  <a:lnTo>
                    <a:pt x="1417725" y="365891"/>
                  </a:lnTo>
                  <a:lnTo>
                    <a:pt x="1418796" y="365940"/>
                  </a:lnTo>
                  <a:lnTo>
                    <a:pt x="1419868" y="365990"/>
                  </a:lnTo>
                  <a:lnTo>
                    <a:pt x="1420939" y="366038"/>
                  </a:lnTo>
                  <a:lnTo>
                    <a:pt x="1422011" y="366085"/>
                  </a:lnTo>
                  <a:lnTo>
                    <a:pt x="1423083" y="366131"/>
                  </a:lnTo>
                  <a:lnTo>
                    <a:pt x="1424154" y="366177"/>
                  </a:lnTo>
                  <a:lnTo>
                    <a:pt x="1425226" y="366221"/>
                  </a:lnTo>
                  <a:lnTo>
                    <a:pt x="1426297" y="366265"/>
                  </a:lnTo>
                  <a:lnTo>
                    <a:pt x="1427369" y="366308"/>
                  </a:lnTo>
                  <a:lnTo>
                    <a:pt x="1428441" y="366349"/>
                  </a:lnTo>
                  <a:lnTo>
                    <a:pt x="1429512" y="366390"/>
                  </a:lnTo>
                  <a:lnTo>
                    <a:pt x="1430584" y="366429"/>
                  </a:lnTo>
                  <a:lnTo>
                    <a:pt x="1431655" y="366468"/>
                  </a:lnTo>
                  <a:lnTo>
                    <a:pt x="1432727" y="366506"/>
                  </a:lnTo>
                  <a:lnTo>
                    <a:pt x="1433799" y="366542"/>
                  </a:lnTo>
                  <a:lnTo>
                    <a:pt x="1434870" y="366578"/>
                  </a:lnTo>
                  <a:lnTo>
                    <a:pt x="1435942" y="366612"/>
                  </a:lnTo>
                  <a:lnTo>
                    <a:pt x="1437013" y="366646"/>
                  </a:lnTo>
                  <a:lnTo>
                    <a:pt x="1438085" y="366678"/>
                  </a:lnTo>
                  <a:lnTo>
                    <a:pt x="1439157" y="366709"/>
                  </a:lnTo>
                  <a:lnTo>
                    <a:pt x="1440228" y="366739"/>
                  </a:lnTo>
                  <a:lnTo>
                    <a:pt x="1441300" y="366768"/>
                  </a:lnTo>
                  <a:lnTo>
                    <a:pt x="1442371" y="366796"/>
                  </a:lnTo>
                  <a:lnTo>
                    <a:pt x="1443443" y="366823"/>
                  </a:lnTo>
                  <a:lnTo>
                    <a:pt x="1444515" y="366848"/>
                  </a:lnTo>
                  <a:lnTo>
                    <a:pt x="1445586" y="366873"/>
                  </a:lnTo>
                  <a:lnTo>
                    <a:pt x="1446658" y="366896"/>
                  </a:lnTo>
                  <a:lnTo>
                    <a:pt x="1447729" y="366918"/>
                  </a:lnTo>
                  <a:lnTo>
                    <a:pt x="1448801" y="366939"/>
                  </a:lnTo>
                  <a:lnTo>
                    <a:pt x="1449873" y="366959"/>
                  </a:lnTo>
                  <a:lnTo>
                    <a:pt x="1450944" y="366977"/>
                  </a:lnTo>
                  <a:lnTo>
                    <a:pt x="1452016" y="366995"/>
                  </a:lnTo>
                  <a:lnTo>
                    <a:pt x="1453087" y="367011"/>
                  </a:lnTo>
                  <a:lnTo>
                    <a:pt x="1454159" y="367025"/>
                  </a:lnTo>
                  <a:lnTo>
                    <a:pt x="1455231" y="367039"/>
                  </a:lnTo>
                  <a:lnTo>
                    <a:pt x="1456302" y="367051"/>
                  </a:lnTo>
                  <a:lnTo>
                    <a:pt x="1457374" y="367062"/>
                  </a:lnTo>
                  <a:lnTo>
                    <a:pt x="1458445" y="367071"/>
                  </a:lnTo>
                  <a:lnTo>
                    <a:pt x="1459517" y="367080"/>
                  </a:lnTo>
                  <a:lnTo>
                    <a:pt x="1460589" y="367087"/>
                  </a:lnTo>
                  <a:lnTo>
                    <a:pt x="1461660" y="367092"/>
                  </a:lnTo>
                  <a:lnTo>
                    <a:pt x="1462732" y="367097"/>
                  </a:lnTo>
                  <a:lnTo>
                    <a:pt x="1463803" y="367099"/>
                  </a:lnTo>
                  <a:lnTo>
                    <a:pt x="1464875" y="367101"/>
                  </a:lnTo>
                  <a:lnTo>
                    <a:pt x="1465947" y="367101"/>
                  </a:lnTo>
                  <a:lnTo>
                    <a:pt x="1467018" y="367100"/>
                  </a:lnTo>
                  <a:lnTo>
                    <a:pt x="1468090" y="367097"/>
                  </a:lnTo>
                  <a:lnTo>
                    <a:pt x="1469161" y="367093"/>
                  </a:lnTo>
                  <a:lnTo>
                    <a:pt x="1470233" y="367088"/>
                  </a:lnTo>
                  <a:lnTo>
                    <a:pt x="1471305" y="367081"/>
                  </a:lnTo>
                  <a:lnTo>
                    <a:pt x="1472376" y="367072"/>
                  </a:lnTo>
                  <a:lnTo>
                    <a:pt x="1473448" y="367063"/>
                  </a:lnTo>
                  <a:lnTo>
                    <a:pt x="1474519" y="367051"/>
                  </a:lnTo>
                  <a:lnTo>
                    <a:pt x="1475591" y="367039"/>
                  </a:lnTo>
                  <a:lnTo>
                    <a:pt x="1476663" y="367024"/>
                  </a:lnTo>
                  <a:lnTo>
                    <a:pt x="1477734" y="367008"/>
                  </a:lnTo>
                  <a:lnTo>
                    <a:pt x="1478806" y="366991"/>
                  </a:lnTo>
                  <a:lnTo>
                    <a:pt x="1479877" y="366972"/>
                  </a:lnTo>
                  <a:lnTo>
                    <a:pt x="1480949" y="366952"/>
                  </a:lnTo>
                  <a:lnTo>
                    <a:pt x="1482021" y="366930"/>
                  </a:lnTo>
                  <a:lnTo>
                    <a:pt x="1483092" y="366906"/>
                  </a:lnTo>
                  <a:lnTo>
                    <a:pt x="1484164" y="366881"/>
                  </a:lnTo>
                  <a:lnTo>
                    <a:pt x="1485235" y="366854"/>
                  </a:lnTo>
                  <a:lnTo>
                    <a:pt x="1486307" y="366826"/>
                  </a:lnTo>
                  <a:lnTo>
                    <a:pt x="1487379" y="366796"/>
                  </a:lnTo>
                  <a:lnTo>
                    <a:pt x="1488450" y="366765"/>
                  </a:lnTo>
                  <a:lnTo>
                    <a:pt x="1489522" y="366731"/>
                  </a:lnTo>
                  <a:lnTo>
                    <a:pt x="1490593" y="366696"/>
                  </a:lnTo>
                  <a:lnTo>
                    <a:pt x="1491665" y="366660"/>
                  </a:lnTo>
                  <a:lnTo>
                    <a:pt x="1492737" y="366622"/>
                  </a:lnTo>
                  <a:lnTo>
                    <a:pt x="1493808" y="366582"/>
                  </a:lnTo>
                  <a:lnTo>
                    <a:pt x="1494880" y="366540"/>
                  </a:lnTo>
                  <a:lnTo>
                    <a:pt x="1495951" y="366497"/>
                  </a:lnTo>
                  <a:lnTo>
                    <a:pt x="1497023" y="366452"/>
                  </a:lnTo>
                  <a:lnTo>
                    <a:pt x="1498095" y="366405"/>
                  </a:lnTo>
                  <a:lnTo>
                    <a:pt x="1499166" y="366357"/>
                  </a:lnTo>
                  <a:lnTo>
                    <a:pt x="1500238" y="366306"/>
                  </a:lnTo>
                  <a:lnTo>
                    <a:pt x="1501309" y="366254"/>
                  </a:lnTo>
                  <a:lnTo>
                    <a:pt x="1502381" y="366200"/>
                  </a:lnTo>
                  <a:lnTo>
                    <a:pt x="1503453" y="366145"/>
                  </a:lnTo>
                  <a:lnTo>
                    <a:pt x="1504524" y="366087"/>
                  </a:lnTo>
                  <a:lnTo>
                    <a:pt x="1505596" y="366028"/>
                  </a:lnTo>
                  <a:lnTo>
                    <a:pt x="1506667" y="365967"/>
                  </a:lnTo>
                  <a:lnTo>
                    <a:pt x="1507739" y="365904"/>
                  </a:lnTo>
                  <a:lnTo>
                    <a:pt x="1508811" y="365839"/>
                  </a:lnTo>
                  <a:lnTo>
                    <a:pt x="1509882" y="365773"/>
                  </a:lnTo>
                  <a:lnTo>
                    <a:pt x="1510954" y="365704"/>
                  </a:lnTo>
                  <a:lnTo>
                    <a:pt x="1512025" y="365634"/>
                  </a:lnTo>
                  <a:lnTo>
                    <a:pt x="1513097" y="365561"/>
                  </a:lnTo>
                  <a:lnTo>
                    <a:pt x="1514169" y="365487"/>
                  </a:lnTo>
                  <a:lnTo>
                    <a:pt x="1515240" y="365411"/>
                  </a:lnTo>
                  <a:lnTo>
                    <a:pt x="1516312" y="365333"/>
                  </a:lnTo>
                  <a:lnTo>
                    <a:pt x="1517383" y="365253"/>
                  </a:lnTo>
                  <a:lnTo>
                    <a:pt x="1518455" y="365171"/>
                  </a:lnTo>
                  <a:lnTo>
                    <a:pt x="1519527" y="365087"/>
                  </a:lnTo>
                  <a:lnTo>
                    <a:pt x="1520598" y="365001"/>
                  </a:lnTo>
                  <a:lnTo>
                    <a:pt x="1521670" y="364913"/>
                  </a:lnTo>
                  <a:lnTo>
                    <a:pt x="1522741" y="364823"/>
                  </a:lnTo>
                  <a:lnTo>
                    <a:pt x="1523813" y="364730"/>
                  </a:lnTo>
                  <a:lnTo>
                    <a:pt x="1524885" y="364636"/>
                  </a:lnTo>
                  <a:lnTo>
                    <a:pt x="1525956" y="364540"/>
                  </a:lnTo>
                  <a:lnTo>
                    <a:pt x="1527028" y="364442"/>
                  </a:lnTo>
                  <a:lnTo>
                    <a:pt x="1528099" y="364342"/>
                  </a:lnTo>
                  <a:lnTo>
                    <a:pt x="1529171" y="364240"/>
                  </a:lnTo>
                  <a:lnTo>
                    <a:pt x="1530243" y="364135"/>
                  </a:lnTo>
                  <a:lnTo>
                    <a:pt x="1531314" y="364029"/>
                  </a:lnTo>
                  <a:lnTo>
                    <a:pt x="1532386" y="363920"/>
                  </a:lnTo>
                  <a:lnTo>
                    <a:pt x="1533457" y="363809"/>
                  </a:lnTo>
                  <a:lnTo>
                    <a:pt x="1534529" y="363696"/>
                  </a:lnTo>
                  <a:lnTo>
                    <a:pt x="1535601" y="363581"/>
                  </a:lnTo>
                  <a:lnTo>
                    <a:pt x="1536672" y="363464"/>
                  </a:lnTo>
                  <a:lnTo>
                    <a:pt x="1537744" y="363344"/>
                  </a:lnTo>
                  <a:lnTo>
                    <a:pt x="1538815" y="363223"/>
                  </a:lnTo>
                  <a:lnTo>
                    <a:pt x="1539887" y="363099"/>
                  </a:lnTo>
                  <a:lnTo>
                    <a:pt x="1540959" y="362973"/>
                  </a:lnTo>
                  <a:lnTo>
                    <a:pt x="1542030" y="362844"/>
                  </a:lnTo>
                  <a:lnTo>
                    <a:pt x="1543102" y="362714"/>
                  </a:lnTo>
                  <a:lnTo>
                    <a:pt x="1544173" y="362581"/>
                  </a:lnTo>
                  <a:lnTo>
                    <a:pt x="1545245" y="362446"/>
                  </a:lnTo>
                  <a:lnTo>
                    <a:pt x="1546317" y="362308"/>
                  </a:lnTo>
                  <a:lnTo>
                    <a:pt x="1547388" y="362169"/>
                  </a:lnTo>
                  <a:lnTo>
                    <a:pt x="1548460" y="362027"/>
                  </a:lnTo>
                  <a:lnTo>
                    <a:pt x="1549531" y="361883"/>
                  </a:lnTo>
                  <a:lnTo>
                    <a:pt x="1550603" y="361736"/>
                  </a:lnTo>
                  <a:lnTo>
                    <a:pt x="1551675" y="361587"/>
                  </a:lnTo>
                  <a:lnTo>
                    <a:pt x="1552746" y="361436"/>
                  </a:lnTo>
                  <a:lnTo>
                    <a:pt x="1553818" y="361282"/>
                  </a:lnTo>
                  <a:lnTo>
                    <a:pt x="1554889" y="361126"/>
                  </a:lnTo>
                  <a:lnTo>
                    <a:pt x="1555961" y="360967"/>
                  </a:lnTo>
                  <a:lnTo>
                    <a:pt x="1557033" y="360806"/>
                  </a:lnTo>
                  <a:lnTo>
                    <a:pt x="1558104" y="360643"/>
                  </a:lnTo>
                  <a:lnTo>
                    <a:pt x="1559176" y="360477"/>
                  </a:lnTo>
                  <a:lnTo>
                    <a:pt x="1560247" y="360309"/>
                  </a:lnTo>
                  <a:lnTo>
                    <a:pt x="1561319" y="360139"/>
                  </a:lnTo>
                  <a:lnTo>
                    <a:pt x="1562391" y="359965"/>
                  </a:lnTo>
                  <a:lnTo>
                    <a:pt x="1563462" y="359790"/>
                  </a:lnTo>
                  <a:lnTo>
                    <a:pt x="1564534" y="359612"/>
                  </a:lnTo>
                  <a:lnTo>
                    <a:pt x="1565605" y="359431"/>
                  </a:lnTo>
                  <a:lnTo>
                    <a:pt x="1566677" y="359248"/>
                  </a:lnTo>
                  <a:lnTo>
                    <a:pt x="1567749" y="359062"/>
                  </a:lnTo>
                  <a:lnTo>
                    <a:pt x="1568820" y="358874"/>
                  </a:lnTo>
                  <a:lnTo>
                    <a:pt x="1569892" y="358683"/>
                  </a:lnTo>
                  <a:lnTo>
                    <a:pt x="1570963" y="358490"/>
                  </a:lnTo>
                  <a:lnTo>
                    <a:pt x="1572035" y="358294"/>
                  </a:lnTo>
                  <a:lnTo>
                    <a:pt x="1573107" y="358096"/>
                  </a:lnTo>
                  <a:lnTo>
                    <a:pt x="1574178" y="357894"/>
                  </a:lnTo>
                  <a:lnTo>
                    <a:pt x="1575250" y="357691"/>
                  </a:lnTo>
                  <a:lnTo>
                    <a:pt x="1576321" y="357484"/>
                  </a:lnTo>
                  <a:lnTo>
                    <a:pt x="1577393" y="357275"/>
                  </a:lnTo>
                  <a:lnTo>
                    <a:pt x="1578465" y="357063"/>
                  </a:lnTo>
                  <a:lnTo>
                    <a:pt x="1579536" y="356849"/>
                  </a:lnTo>
                  <a:lnTo>
                    <a:pt x="1580608" y="356632"/>
                  </a:lnTo>
                  <a:lnTo>
                    <a:pt x="1581679" y="356412"/>
                  </a:lnTo>
                  <a:lnTo>
                    <a:pt x="1582751" y="356190"/>
                  </a:lnTo>
                  <a:lnTo>
                    <a:pt x="1583823" y="355964"/>
                  </a:lnTo>
                  <a:lnTo>
                    <a:pt x="1584894" y="355736"/>
                  </a:lnTo>
                  <a:lnTo>
                    <a:pt x="1585966" y="355506"/>
                  </a:lnTo>
                  <a:lnTo>
                    <a:pt x="1587037" y="355272"/>
                  </a:lnTo>
                  <a:lnTo>
                    <a:pt x="1588109" y="355036"/>
                  </a:lnTo>
                  <a:lnTo>
                    <a:pt x="1589181" y="354797"/>
                  </a:lnTo>
                  <a:lnTo>
                    <a:pt x="1590252" y="354555"/>
                  </a:lnTo>
                  <a:lnTo>
                    <a:pt x="1591324" y="354310"/>
                  </a:lnTo>
                  <a:lnTo>
                    <a:pt x="1592395" y="354063"/>
                  </a:lnTo>
                  <a:lnTo>
                    <a:pt x="1593467" y="353812"/>
                  </a:lnTo>
                  <a:lnTo>
                    <a:pt x="1594539" y="353559"/>
                  </a:lnTo>
                  <a:lnTo>
                    <a:pt x="1595610" y="353303"/>
                  </a:lnTo>
                  <a:lnTo>
                    <a:pt x="1596682" y="353044"/>
                  </a:lnTo>
                  <a:lnTo>
                    <a:pt x="1597753" y="352782"/>
                  </a:lnTo>
                  <a:lnTo>
                    <a:pt x="1598825" y="352517"/>
                  </a:lnTo>
                  <a:lnTo>
                    <a:pt x="1599896" y="352249"/>
                  </a:lnTo>
                  <a:lnTo>
                    <a:pt x="1600968" y="351978"/>
                  </a:lnTo>
                  <a:lnTo>
                    <a:pt x="1602040" y="351705"/>
                  </a:lnTo>
                  <a:lnTo>
                    <a:pt x="1603111" y="351428"/>
                  </a:lnTo>
                  <a:lnTo>
                    <a:pt x="1604183" y="351148"/>
                  </a:lnTo>
                  <a:lnTo>
                    <a:pt x="1605254" y="350866"/>
                  </a:lnTo>
                  <a:lnTo>
                    <a:pt x="1606326" y="350580"/>
                  </a:lnTo>
                  <a:lnTo>
                    <a:pt x="1607398" y="350291"/>
                  </a:lnTo>
                  <a:lnTo>
                    <a:pt x="1608469" y="350000"/>
                  </a:lnTo>
                  <a:lnTo>
                    <a:pt x="1609541" y="349705"/>
                  </a:lnTo>
                  <a:lnTo>
                    <a:pt x="1610612" y="349407"/>
                  </a:lnTo>
                  <a:lnTo>
                    <a:pt x="1611684" y="349106"/>
                  </a:lnTo>
                  <a:lnTo>
                    <a:pt x="1612756" y="348802"/>
                  </a:lnTo>
                  <a:lnTo>
                    <a:pt x="1613827" y="348495"/>
                  </a:lnTo>
                  <a:lnTo>
                    <a:pt x="1614899" y="348185"/>
                  </a:lnTo>
                  <a:lnTo>
                    <a:pt x="1615970" y="347871"/>
                  </a:lnTo>
                  <a:lnTo>
                    <a:pt x="1617042" y="347555"/>
                  </a:lnTo>
                  <a:lnTo>
                    <a:pt x="1618114" y="347235"/>
                  </a:lnTo>
                  <a:lnTo>
                    <a:pt x="1619185" y="346912"/>
                  </a:lnTo>
                  <a:lnTo>
                    <a:pt x="1620257" y="346586"/>
                  </a:lnTo>
                  <a:lnTo>
                    <a:pt x="1621328" y="346257"/>
                  </a:lnTo>
                  <a:lnTo>
                    <a:pt x="1622400" y="345925"/>
                  </a:lnTo>
                  <a:lnTo>
                    <a:pt x="1623472" y="345590"/>
                  </a:lnTo>
                  <a:lnTo>
                    <a:pt x="1624543" y="345252"/>
                  </a:lnTo>
                  <a:lnTo>
                    <a:pt x="1625615" y="344910"/>
                  </a:lnTo>
                  <a:lnTo>
                    <a:pt x="1626686" y="344566"/>
                  </a:lnTo>
                  <a:lnTo>
                    <a:pt x="1627758" y="344218"/>
                  </a:lnTo>
                  <a:lnTo>
                    <a:pt x="1628830" y="343868"/>
                  </a:lnTo>
                  <a:lnTo>
                    <a:pt x="1629901" y="343514"/>
                  </a:lnTo>
                  <a:lnTo>
                    <a:pt x="1630973" y="343157"/>
                  </a:lnTo>
                  <a:lnTo>
                    <a:pt x="1632044" y="342798"/>
                  </a:lnTo>
                  <a:lnTo>
                    <a:pt x="1633116" y="342435"/>
                  </a:lnTo>
                  <a:lnTo>
                    <a:pt x="1634188" y="342070"/>
                  </a:lnTo>
                  <a:lnTo>
                    <a:pt x="1635259" y="341701"/>
                  </a:lnTo>
                  <a:lnTo>
                    <a:pt x="1636331" y="341330"/>
                  </a:lnTo>
                  <a:lnTo>
                    <a:pt x="1637402" y="340955"/>
                  </a:lnTo>
                  <a:lnTo>
                    <a:pt x="1638474" y="340578"/>
                  </a:lnTo>
                  <a:lnTo>
                    <a:pt x="1639546" y="340197"/>
                  </a:lnTo>
                  <a:lnTo>
                    <a:pt x="1640617" y="339814"/>
                  </a:lnTo>
                  <a:lnTo>
                    <a:pt x="1641689" y="339428"/>
                  </a:lnTo>
                  <a:lnTo>
                    <a:pt x="1642760" y="339038"/>
                  </a:lnTo>
                  <a:lnTo>
                    <a:pt x="1643832" y="338646"/>
                  </a:lnTo>
                  <a:lnTo>
                    <a:pt x="1644904" y="338251"/>
                  </a:lnTo>
                  <a:lnTo>
                    <a:pt x="1645975" y="337853"/>
                  </a:lnTo>
                  <a:lnTo>
                    <a:pt x="1647047" y="337453"/>
                  </a:lnTo>
                  <a:lnTo>
                    <a:pt x="1648118" y="337049"/>
                  </a:lnTo>
                  <a:lnTo>
                    <a:pt x="1649190" y="336643"/>
                  </a:lnTo>
                  <a:lnTo>
                    <a:pt x="1650262" y="336233"/>
                  </a:lnTo>
                  <a:lnTo>
                    <a:pt x="1651333" y="335821"/>
                  </a:lnTo>
                  <a:lnTo>
                    <a:pt x="1652405" y="335406"/>
                  </a:lnTo>
                  <a:lnTo>
                    <a:pt x="1653476" y="334988"/>
                  </a:lnTo>
                  <a:lnTo>
                    <a:pt x="1654548" y="334568"/>
                  </a:lnTo>
                  <a:lnTo>
                    <a:pt x="1655620" y="334145"/>
                  </a:lnTo>
                  <a:lnTo>
                    <a:pt x="1656691" y="333718"/>
                  </a:lnTo>
                  <a:lnTo>
                    <a:pt x="1657763" y="333289"/>
                  </a:lnTo>
                  <a:lnTo>
                    <a:pt x="1658834" y="332858"/>
                  </a:lnTo>
                  <a:lnTo>
                    <a:pt x="1659906" y="332423"/>
                  </a:lnTo>
                  <a:lnTo>
                    <a:pt x="1660978" y="331986"/>
                  </a:lnTo>
                  <a:lnTo>
                    <a:pt x="1662049" y="331546"/>
                  </a:lnTo>
                  <a:lnTo>
                    <a:pt x="1663121" y="331103"/>
                  </a:lnTo>
                  <a:lnTo>
                    <a:pt x="1664192" y="330658"/>
                  </a:lnTo>
                  <a:lnTo>
                    <a:pt x="1665264" y="330210"/>
                  </a:lnTo>
                  <a:lnTo>
                    <a:pt x="1666336" y="329759"/>
                  </a:lnTo>
                  <a:lnTo>
                    <a:pt x="1667407" y="329306"/>
                  </a:lnTo>
                  <a:lnTo>
                    <a:pt x="1668479" y="328849"/>
                  </a:lnTo>
                  <a:lnTo>
                    <a:pt x="1669550" y="328391"/>
                  </a:lnTo>
                  <a:lnTo>
                    <a:pt x="1670622" y="327929"/>
                  </a:lnTo>
                  <a:lnTo>
                    <a:pt x="1671694" y="327465"/>
                  </a:lnTo>
                  <a:lnTo>
                    <a:pt x="1672765" y="326998"/>
                  </a:lnTo>
                  <a:lnTo>
                    <a:pt x="1673837" y="326529"/>
                  </a:lnTo>
                  <a:lnTo>
                    <a:pt x="1674908" y="326057"/>
                  </a:lnTo>
                  <a:lnTo>
                    <a:pt x="1675980" y="325582"/>
                  </a:lnTo>
                  <a:lnTo>
                    <a:pt x="1677052" y="325105"/>
                  </a:lnTo>
                  <a:lnTo>
                    <a:pt x="1678123" y="324625"/>
                  </a:lnTo>
                  <a:lnTo>
                    <a:pt x="1679195" y="324142"/>
                  </a:lnTo>
                  <a:lnTo>
                    <a:pt x="1680266" y="323657"/>
                  </a:lnTo>
                  <a:lnTo>
                    <a:pt x="1681338" y="323170"/>
                  </a:lnTo>
                  <a:lnTo>
                    <a:pt x="1682410" y="322680"/>
                  </a:lnTo>
                  <a:lnTo>
                    <a:pt x="1683481" y="322187"/>
                  </a:lnTo>
                  <a:lnTo>
                    <a:pt x="1684553" y="321692"/>
                  </a:lnTo>
                  <a:lnTo>
                    <a:pt x="1685624" y="321194"/>
                  </a:lnTo>
                  <a:lnTo>
                    <a:pt x="1686696" y="320694"/>
                  </a:lnTo>
                  <a:lnTo>
                    <a:pt x="1687768" y="320191"/>
                  </a:lnTo>
                  <a:lnTo>
                    <a:pt x="1688839" y="319686"/>
                  </a:lnTo>
                  <a:lnTo>
                    <a:pt x="1689911" y="319178"/>
                  </a:lnTo>
                  <a:lnTo>
                    <a:pt x="1690982" y="318668"/>
                  </a:lnTo>
                  <a:lnTo>
                    <a:pt x="1692054" y="318155"/>
                  </a:lnTo>
                  <a:lnTo>
                    <a:pt x="1693126" y="317640"/>
                  </a:lnTo>
                  <a:lnTo>
                    <a:pt x="1694197" y="317123"/>
                  </a:lnTo>
                  <a:lnTo>
                    <a:pt x="1695269" y="316603"/>
                  </a:lnTo>
                  <a:lnTo>
                    <a:pt x="1696340" y="316080"/>
                  </a:lnTo>
                  <a:lnTo>
                    <a:pt x="1697412" y="315555"/>
                  </a:lnTo>
                  <a:lnTo>
                    <a:pt x="1698484" y="315028"/>
                  </a:lnTo>
                  <a:lnTo>
                    <a:pt x="1699555" y="314499"/>
                  </a:lnTo>
                  <a:lnTo>
                    <a:pt x="1700627" y="313966"/>
                  </a:lnTo>
                  <a:lnTo>
                    <a:pt x="1701698" y="313432"/>
                  </a:lnTo>
                  <a:lnTo>
                    <a:pt x="1702770" y="312895"/>
                  </a:lnTo>
                  <a:lnTo>
                    <a:pt x="1703842" y="312356"/>
                  </a:lnTo>
                  <a:lnTo>
                    <a:pt x="1704913" y="311815"/>
                  </a:lnTo>
                  <a:lnTo>
                    <a:pt x="1705985" y="311271"/>
                  </a:lnTo>
                  <a:lnTo>
                    <a:pt x="1707056" y="310725"/>
                  </a:lnTo>
                  <a:lnTo>
                    <a:pt x="1708128" y="310176"/>
                  </a:lnTo>
                  <a:lnTo>
                    <a:pt x="1709200" y="309626"/>
                  </a:lnTo>
                  <a:lnTo>
                    <a:pt x="1710271" y="309073"/>
                  </a:lnTo>
                  <a:lnTo>
                    <a:pt x="1711343" y="308517"/>
                  </a:lnTo>
                  <a:lnTo>
                    <a:pt x="1712414" y="307960"/>
                  </a:lnTo>
                  <a:lnTo>
                    <a:pt x="1713486" y="307400"/>
                  </a:lnTo>
                  <a:lnTo>
                    <a:pt x="1714558" y="306838"/>
                  </a:lnTo>
                  <a:lnTo>
                    <a:pt x="1715629" y="306273"/>
                  </a:lnTo>
                  <a:lnTo>
                    <a:pt x="1716701" y="305707"/>
                  </a:lnTo>
                  <a:lnTo>
                    <a:pt x="1717772" y="305138"/>
                  </a:lnTo>
                  <a:lnTo>
                    <a:pt x="1718844" y="304567"/>
                  </a:lnTo>
                  <a:lnTo>
                    <a:pt x="1719916" y="303993"/>
                  </a:lnTo>
                  <a:lnTo>
                    <a:pt x="1720987" y="303418"/>
                  </a:lnTo>
                  <a:lnTo>
                    <a:pt x="1722059" y="302840"/>
                  </a:lnTo>
                  <a:lnTo>
                    <a:pt x="1723130" y="302260"/>
                  </a:lnTo>
                  <a:lnTo>
                    <a:pt x="1724202" y="301678"/>
                  </a:lnTo>
                  <a:lnTo>
                    <a:pt x="1725274" y="301094"/>
                  </a:lnTo>
                  <a:lnTo>
                    <a:pt x="1726345" y="300508"/>
                  </a:lnTo>
                  <a:lnTo>
                    <a:pt x="1727417" y="299919"/>
                  </a:lnTo>
                  <a:lnTo>
                    <a:pt x="1728488" y="299329"/>
                  </a:lnTo>
                  <a:lnTo>
                    <a:pt x="1729560" y="298736"/>
                  </a:lnTo>
                  <a:lnTo>
                    <a:pt x="1730632" y="298141"/>
                  </a:lnTo>
                  <a:lnTo>
                    <a:pt x="1731703" y="297544"/>
                  </a:lnTo>
                  <a:lnTo>
                    <a:pt x="1732775" y="296945"/>
                  </a:lnTo>
                  <a:lnTo>
                    <a:pt x="1733846" y="296344"/>
                  </a:lnTo>
                  <a:lnTo>
                    <a:pt x="1734918" y="295741"/>
                  </a:lnTo>
                  <a:lnTo>
                    <a:pt x="1735990" y="295136"/>
                  </a:lnTo>
                  <a:lnTo>
                    <a:pt x="1737061" y="294529"/>
                  </a:lnTo>
                  <a:lnTo>
                    <a:pt x="1738133" y="293919"/>
                  </a:lnTo>
                  <a:lnTo>
                    <a:pt x="1739204" y="293308"/>
                  </a:lnTo>
                  <a:lnTo>
                    <a:pt x="1740276" y="292695"/>
                  </a:lnTo>
                  <a:lnTo>
                    <a:pt x="1741348" y="292080"/>
                  </a:lnTo>
                  <a:lnTo>
                    <a:pt x="1742419" y="291462"/>
                  </a:lnTo>
                  <a:lnTo>
                    <a:pt x="1743491" y="290843"/>
                  </a:lnTo>
                  <a:lnTo>
                    <a:pt x="1744562" y="290222"/>
                  </a:lnTo>
                  <a:lnTo>
                    <a:pt x="1745634" y="289598"/>
                  </a:lnTo>
                  <a:lnTo>
                    <a:pt x="1746706" y="288973"/>
                  </a:lnTo>
                  <a:lnTo>
                    <a:pt x="1747777" y="288346"/>
                  </a:lnTo>
                  <a:lnTo>
                    <a:pt x="1748849" y="287717"/>
                  </a:lnTo>
                  <a:lnTo>
                    <a:pt x="1749920" y="287086"/>
                  </a:lnTo>
                  <a:lnTo>
                    <a:pt x="1750992" y="286453"/>
                  </a:lnTo>
                  <a:lnTo>
                    <a:pt x="1752064" y="285818"/>
                  </a:lnTo>
                  <a:lnTo>
                    <a:pt x="1753135" y="285182"/>
                  </a:lnTo>
                  <a:lnTo>
                    <a:pt x="1754207" y="284543"/>
                  </a:lnTo>
                  <a:lnTo>
                    <a:pt x="1755278" y="283903"/>
                  </a:lnTo>
                  <a:lnTo>
                    <a:pt x="1756350" y="283260"/>
                  </a:lnTo>
                  <a:lnTo>
                    <a:pt x="1757422" y="282616"/>
                  </a:lnTo>
                  <a:lnTo>
                    <a:pt x="1758493" y="281970"/>
                  </a:lnTo>
                  <a:lnTo>
                    <a:pt x="1759565" y="281322"/>
                  </a:lnTo>
                  <a:lnTo>
                    <a:pt x="1760636" y="280673"/>
                  </a:lnTo>
                  <a:lnTo>
                    <a:pt x="1761708" y="280021"/>
                  </a:lnTo>
                  <a:lnTo>
                    <a:pt x="1762780" y="279368"/>
                  </a:lnTo>
                  <a:lnTo>
                    <a:pt x="1763851" y="278713"/>
                  </a:lnTo>
                  <a:lnTo>
                    <a:pt x="1764923" y="278056"/>
                  </a:lnTo>
                  <a:lnTo>
                    <a:pt x="1765994" y="277398"/>
                  </a:lnTo>
                  <a:lnTo>
                    <a:pt x="1767066" y="276737"/>
                  </a:lnTo>
                  <a:lnTo>
                    <a:pt x="1768138" y="276075"/>
                  </a:lnTo>
                  <a:lnTo>
                    <a:pt x="1769209" y="275411"/>
                  </a:lnTo>
                  <a:lnTo>
                    <a:pt x="1770281" y="274746"/>
                  </a:lnTo>
                  <a:lnTo>
                    <a:pt x="1771352" y="274079"/>
                  </a:lnTo>
                  <a:lnTo>
                    <a:pt x="1772424" y="273410"/>
                  </a:lnTo>
                  <a:lnTo>
                    <a:pt x="1773496" y="272739"/>
                  </a:lnTo>
                  <a:lnTo>
                    <a:pt x="1774567" y="272067"/>
                  </a:lnTo>
                  <a:lnTo>
                    <a:pt x="1775639" y="271393"/>
                  </a:lnTo>
                  <a:lnTo>
                    <a:pt x="1776710" y="270717"/>
                  </a:lnTo>
                  <a:lnTo>
                    <a:pt x="1777782" y="270040"/>
                  </a:lnTo>
                  <a:lnTo>
                    <a:pt x="1778853" y="269361"/>
                  </a:lnTo>
                  <a:lnTo>
                    <a:pt x="1779925" y="268680"/>
                  </a:lnTo>
                  <a:lnTo>
                    <a:pt x="1780997" y="267998"/>
                  </a:lnTo>
                  <a:lnTo>
                    <a:pt x="1782068" y="267314"/>
                  </a:lnTo>
                  <a:lnTo>
                    <a:pt x="1783140" y="266629"/>
                  </a:lnTo>
                  <a:lnTo>
                    <a:pt x="1784211" y="265942"/>
                  </a:lnTo>
                  <a:lnTo>
                    <a:pt x="1785283" y="265254"/>
                  </a:lnTo>
                  <a:lnTo>
                    <a:pt x="1786355" y="264563"/>
                  </a:lnTo>
                  <a:lnTo>
                    <a:pt x="1787426" y="263872"/>
                  </a:lnTo>
                  <a:lnTo>
                    <a:pt x="1788498" y="263179"/>
                  </a:lnTo>
                  <a:lnTo>
                    <a:pt x="1789569" y="262484"/>
                  </a:lnTo>
                  <a:lnTo>
                    <a:pt x="1790641" y="261788"/>
                  </a:lnTo>
                  <a:lnTo>
                    <a:pt x="1791713" y="261090"/>
                  </a:lnTo>
                  <a:lnTo>
                    <a:pt x="1792784" y="260391"/>
                  </a:lnTo>
                  <a:lnTo>
                    <a:pt x="1793856" y="259690"/>
                  </a:lnTo>
                  <a:lnTo>
                    <a:pt x="1794927" y="258988"/>
                  </a:lnTo>
                  <a:lnTo>
                    <a:pt x="1795999" y="258284"/>
                  </a:lnTo>
                  <a:lnTo>
                    <a:pt x="1797071" y="257579"/>
                  </a:lnTo>
                  <a:lnTo>
                    <a:pt x="1798142" y="256873"/>
                  </a:lnTo>
                  <a:lnTo>
                    <a:pt x="1799214" y="256165"/>
                  </a:lnTo>
                  <a:lnTo>
                    <a:pt x="1800285" y="255455"/>
                  </a:lnTo>
                  <a:lnTo>
                    <a:pt x="1801357" y="254745"/>
                  </a:lnTo>
                  <a:lnTo>
                    <a:pt x="1802429" y="254032"/>
                  </a:lnTo>
                  <a:lnTo>
                    <a:pt x="1803500" y="253319"/>
                  </a:lnTo>
                  <a:lnTo>
                    <a:pt x="1804572" y="252604"/>
                  </a:lnTo>
                  <a:lnTo>
                    <a:pt x="1805643" y="251888"/>
                  </a:lnTo>
                  <a:lnTo>
                    <a:pt x="1806715" y="251170"/>
                  </a:lnTo>
                  <a:lnTo>
                    <a:pt x="1807787" y="250451"/>
                  </a:lnTo>
                  <a:lnTo>
                    <a:pt x="1808858" y="249731"/>
                  </a:lnTo>
                  <a:lnTo>
                    <a:pt x="1809930" y="249009"/>
                  </a:lnTo>
                  <a:lnTo>
                    <a:pt x="1811001" y="248286"/>
                  </a:lnTo>
                  <a:lnTo>
                    <a:pt x="1812073" y="247562"/>
                  </a:lnTo>
                  <a:lnTo>
                    <a:pt x="1813145" y="246837"/>
                  </a:lnTo>
                  <a:lnTo>
                    <a:pt x="1814216" y="246110"/>
                  </a:lnTo>
                  <a:lnTo>
                    <a:pt x="1815288" y="245382"/>
                  </a:lnTo>
                  <a:lnTo>
                    <a:pt x="1816359" y="244653"/>
                  </a:lnTo>
                  <a:lnTo>
                    <a:pt x="1817431" y="243922"/>
                  </a:lnTo>
                  <a:lnTo>
                    <a:pt x="1818503" y="243191"/>
                  </a:lnTo>
                  <a:lnTo>
                    <a:pt x="1819574" y="242458"/>
                  </a:lnTo>
                  <a:lnTo>
                    <a:pt x="1820646" y="241724"/>
                  </a:lnTo>
                  <a:lnTo>
                    <a:pt x="1821717" y="240988"/>
                  </a:lnTo>
                  <a:lnTo>
                    <a:pt x="1822789" y="240252"/>
                  </a:lnTo>
                  <a:lnTo>
                    <a:pt x="1823861" y="239514"/>
                  </a:lnTo>
                  <a:lnTo>
                    <a:pt x="1824932" y="238775"/>
                  </a:lnTo>
                  <a:lnTo>
                    <a:pt x="1826004" y="238035"/>
                  </a:lnTo>
                  <a:lnTo>
                    <a:pt x="1827075" y="237294"/>
                  </a:lnTo>
                  <a:lnTo>
                    <a:pt x="1828147" y="236552"/>
                  </a:lnTo>
                  <a:lnTo>
                    <a:pt x="1829219" y="235809"/>
                  </a:lnTo>
                  <a:lnTo>
                    <a:pt x="1830290" y="235065"/>
                  </a:lnTo>
                  <a:lnTo>
                    <a:pt x="1831362" y="234319"/>
                  </a:lnTo>
                  <a:lnTo>
                    <a:pt x="1832433" y="233573"/>
                  </a:lnTo>
                  <a:lnTo>
                    <a:pt x="1833505" y="232825"/>
                  </a:lnTo>
                  <a:lnTo>
                    <a:pt x="1834577" y="232076"/>
                  </a:lnTo>
                  <a:lnTo>
                    <a:pt x="1835648" y="231327"/>
                  </a:lnTo>
                  <a:lnTo>
                    <a:pt x="1836720" y="230576"/>
                  </a:lnTo>
                  <a:lnTo>
                    <a:pt x="1837791" y="229824"/>
                  </a:lnTo>
                  <a:lnTo>
                    <a:pt x="1838863" y="229072"/>
                  </a:lnTo>
                  <a:lnTo>
                    <a:pt x="1839935" y="228318"/>
                  </a:lnTo>
                  <a:lnTo>
                    <a:pt x="1841006" y="227563"/>
                  </a:lnTo>
                  <a:lnTo>
                    <a:pt x="1842078" y="226808"/>
                  </a:lnTo>
                  <a:lnTo>
                    <a:pt x="1843149" y="226051"/>
                  </a:lnTo>
                  <a:lnTo>
                    <a:pt x="1844221" y="225294"/>
                  </a:lnTo>
                  <a:lnTo>
                    <a:pt x="1845293" y="224535"/>
                  </a:lnTo>
                  <a:lnTo>
                    <a:pt x="1846364" y="223776"/>
                  </a:lnTo>
                  <a:lnTo>
                    <a:pt x="1847436" y="223016"/>
                  </a:lnTo>
                  <a:lnTo>
                    <a:pt x="1848507" y="222255"/>
                  </a:lnTo>
                  <a:lnTo>
                    <a:pt x="1849579" y="221493"/>
                  </a:lnTo>
                  <a:lnTo>
                    <a:pt x="1850651" y="220730"/>
                  </a:lnTo>
                  <a:lnTo>
                    <a:pt x="1851722" y="219966"/>
                  </a:lnTo>
                  <a:lnTo>
                    <a:pt x="1852794" y="219202"/>
                  </a:lnTo>
                  <a:lnTo>
                    <a:pt x="1853865" y="218436"/>
                  </a:lnTo>
                  <a:lnTo>
                    <a:pt x="1854937" y="217670"/>
                  </a:lnTo>
                  <a:lnTo>
                    <a:pt x="1856009" y="216903"/>
                  </a:lnTo>
                  <a:lnTo>
                    <a:pt x="1857080" y="216136"/>
                  </a:lnTo>
                  <a:lnTo>
                    <a:pt x="1858152" y="215367"/>
                  </a:lnTo>
                  <a:lnTo>
                    <a:pt x="1859223" y="214598"/>
                  </a:lnTo>
                  <a:lnTo>
                    <a:pt x="1860295" y="213828"/>
                  </a:lnTo>
                  <a:lnTo>
                    <a:pt x="1861367" y="213057"/>
                  </a:lnTo>
                  <a:lnTo>
                    <a:pt x="1862438" y="212285"/>
                  </a:lnTo>
                  <a:lnTo>
                    <a:pt x="1863510" y="211513"/>
                  </a:lnTo>
                  <a:lnTo>
                    <a:pt x="1864581" y="210740"/>
                  </a:lnTo>
                  <a:lnTo>
                    <a:pt x="1865653" y="209967"/>
                  </a:lnTo>
                  <a:lnTo>
                    <a:pt x="1866725" y="209192"/>
                  </a:lnTo>
                  <a:lnTo>
                    <a:pt x="1867796" y="208418"/>
                  </a:lnTo>
                  <a:lnTo>
                    <a:pt x="1868868" y="207642"/>
                  </a:lnTo>
                  <a:lnTo>
                    <a:pt x="1869939" y="206866"/>
                  </a:lnTo>
                  <a:lnTo>
                    <a:pt x="1871011" y="206089"/>
                  </a:lnTo>
                  <a:lnTo>
                    <a:pt x="1872083" y="205311"/>
                  </a:lnTo>
                  <a:lnTo>
                    <a:pt x="1873154" y="204533"/>
                  </a:lnTo>
                  <a:lnTo>
                    <a:pt x="1874226" y="203755"/>
                  </a:lnTo>
                  <a:lnTo>
                    <a:pt x="1875297" y="202976"/>
                  </a:lnTo>
                  <a:lnTo>
                    <a:pt x="1876369" y="202196"/>
                  </a:lnTo>
                  <a:lnTo>
                    <a:pt x="1877441" y="201416"/>
                  </a:lnTo>
                  <a:lnTo>
                    <a:pt x="1878512" y="200635"/>
                  </a:lnTo>
                  <a:lnTo>
                    <a:pt x="1879584" y="199853"/>
                  </a:lnTo>
                  <a:lnTo>
                    <a:pt x="1880655" y="199072"/>
                  </a:lnTo>
                  <a:lnTo>
                    <a:pt x="1881727" y="198289"/>
                  </a:lnTo>
                  <a:lnTo>
                    <a:pt x="1882799" y="197506"/>
                  </a:lnTo>
                  <a:lnTo>
                    <a:pt x="1883870" y="196723"/>
                  </a:lnTo>
                  <a:lnTo>
                    <a:pt x="1884942" y="195939"/>
                  </a:lnTo>
                  <a:lnTo>
                    <a:pt x="1886013" y="195155"/>
                  </a:lnTo>
                  <a:lnTo>
                    <a:pt x="1887085" y="194371"/>
                  </a:lnTo>
                  <a:lnTo>
                    <a:pt x="1888157" y="193586"/>
                  </a:lnTo>
                  <a:lnTo>
                    <a:pt x="1889228" y="192800"/>
                  </a:lnTo>
                  <a:lnTo>
                    <a:pt x="1890300" y="192014"/>
                  </a:lnTo>
                  <a:lnTo>
                    <a:pt x="1891371" y="191228"/>
                  </a:lnTo>
                  <a:lnTo>
                    <a:pt x="1892443" y="190442"/>
                  </a:lnTo>
                  <a:lnTo>
                    <a:pt x="1893515" y="189655"/>
                  </a:lnTo>
                  <a:lnTo>
                    <a:pt x="1894586" y="188868"/>
                  </a:lnTo>
                  <a:lnTo>
                    <a:pt x="1895658" y="188080"/>
                  </a:lnTo>
                  <a:lnTo>
                    <a:pt x="1896729" y="187292"/>
                  </a:lnTo>
                  <a:lnTo>
                    <a:pt x="1897801" y="186504"/>
                  </a:lnTo>
                  <a:lnTo>
                    <a:pt x="1898873" y="185716"/>
                  </a:lnTo>
                  <a:lnTo>
                    <a:pt x="1899944" y="184927"/>
                  </a:lnTo>
                  <a:lnTo>
                    <a:pt x="1901016" y="184138"/>
                  </a:lnTo>
                  <a:lnTo>
                    <a:pt x="1902087" y="183349"/>
                  </a:lnTo>
                  <a:lnTo>
                    <a:pt x="1903159" y="182560"/>
                  </a:lnTo>
                  <a:lnTo>
                    <a:pt x="1904231" y="181770"/>
                  </a:lnTo>
                  <a:lnTo>
                    <a:pt x="1905302" y="180980"/>
                  </a:lnTo>
                  <a:lnTo>
                    <a:pt x="1906374" y="180191"/>
                  </a:lnTo>
                  <a:lnTo>
                    <a:pt x="1907445" y="179400"/>
                  </a:lnTo>
                  <a:lnTo>
                    <a:pt x="1908517" y="178610"/>
                  </a:lnTo>
                  <a:lnTo>
                    <a:pt x="1909589" y="177820"/>
                  </a:lnTo>
                  <a:lnTo>
                    <a:pt x="1910660" y="177029"/>
                  </a:lnTo>
                  <a:lnTo>
                    <a:pt x="1911732" y="176239"/>
                  </a:lnTo>
                  <a:lnTo>
                    <a:pt x="1912803" y="175448"/>
                  </a:lnTo>
                  <a:lnTo>
                    <a:pt x="1913875" y="174657"/>
                  </a:lnTo>
                  <a:lnTo>
                    <a:pt x="1914947" y="173866"/>
                  </a:lnTo>
                  <a:lnTo>
                    <a:pt x="1916018" y="173075"/>
                  </a:lnTo>
                  <a:lnTo>
                    <a:pt x="1917090" y="172284"/>
                  </a:lnTo>
                  <a:lnTo>
                    <a:pt x="1918161" y="171493"/>
                  </a:lnTo>
                  <a:lnTo>
                    <a:pt x="1919233" y="170702"/>
                  </a:lnTo>
                  <a:lnTo>
                    <a:pt x="1920305" y="169911"/>
                  </a:lnTo>
                  <a:lnTo>
                    <a:pt x="1921376" y="169120"/>
                  </a:lnTo>
                  <a:lnTo>
                    <a:pt x="1922448" y="168329"/>
                  </a:lnTo>
                  <a:lnTo>
                    <a:pt x="1923519" y="167538"/>
                  </a:lnTo>
                  <a:lnTo>
                    <a:pt x="1924591" y="166747"/>
                  </a:lnTo>
                  <a:lnTo>
                    <a:pt x="1925663" y="165956"/>
                  </a:lnTo>
                  <a:lnTo>
                    <a:pt x="1926734" y="165166"/>
                  </a:lnTo>
                  <a:lnTo>
                    <a:pt x="1927806" y="164375"/>
                  </a:lnTo>
                  <a:lnTo>
                    <a:pt x="1928877" y="163585"/>
                  </a:lnTo>
                  <a:lnTo>
                    <a:pt x="1929949" y="162794"/>
                  </a:lnTo>
                  <a:lnTo>
                    <a:pt x="1931021" y="162004"/>
                  </a:lnTo>
                  <a:lnTo>
                    <a:pt x="1932092" y="161214"/>
                  </a:lnTo>
                  <a:lnTo>
                    <a:pt x="1933164" y="160424"/>
                  </a:lnTo>
                  <a:lnTo>
                    <a:pt x="1934235" y="159634"/>
                  </a:lnTo>
                  <a:lnTo>
                    <a:pt x="1935307" y="158845"/>
                  </a:lnTo>
                  <a:lnTo>
                    <a:pt x="1936379" y="158056"/>
                  </a:lnTo>
                  <a:lnTo>
                    <a:pt x="1937450" y="157266"/>
                  </a:lnTo>
                  <a:lnTo>
                    <a:pt x="1938522" y="156478"/>
                  </a:lnTo>
                  <a:lnTo>
                    <a:pt x="1939593" y="155689"/>
                  </a:lnTo>
                  <a:lnTo>
                    <a:pt x="1940665" y="154901"/>
                  </a:lnTo>
                  <a:lnTo>
                    <a:pt x="1941737" y="154113"/>
                  </a:lnTo>
                  <a:lnTo>
                    <a:pt x="1942808" y="153325"/>
                  </a:lnTo>
                  <a:lnTo>
                    <a:pt x="1943880" y="152538"/>
                  </a:lnTo>
                  <a:lnTo>
                    <a:pt x="1944951" y="151751"/>
                  </a:lnTo>
                  <a:lnTo>
                    <a:pt x="1946023" y="150964"/>
                  </a:lnTo>
                  <a:lnTo>
                    <a:pt x="1947095" y="150178"/>
                  </a:lnTo>
                  <a:lnTo>
                    <a:pt x="1948166" y="149392"/>
                  </a:lnTo>
                  <a:lnTo>
                    <a:pt x="1949238" y="148606"/>
                  </a:lnTo>
                  <a:lnTo>
                    <a:pt x="1950309" y="147821"/>
                  </a:lnTo>
                  <a:lnTo>
                    <a:pt x="1951381" y="147037"/>
                  </a:lnTo>
                  <a:lnTo>
                    <a:pt x="1952453" y="146252"/>
                  </a:lnTo>
                  <a:lnTo>
                    <a:pt x="1953524" y="145469"/>
                  </a:lnTo>
                  <a:lnTo>
                    <a:pt x="1954596" y="144685"/>
                  </a:lnTo>
                  <a:lnTo>
                    <a:pt x="1955667" y="143902"/>
                  </a:lnTo>
                  <a:lnTo>
                    <a:pt x="1956739" y="143120"/>
                  </a:lnTo>
                  <a:lnTo>
                    <a:pt x="1957810" y="142338"/>
                  </a:lnTo>
                  <a:lnTo>
                    <a:pt x="1958882" y="141557"/>
                  </a:lnTo>
                  <a:lnTo>
                    <a:pt x="1959954" y="140776"/>
                  </a:lnTo>
                  <a:lnTo>
                    <a:pt x="1961025" y="139996"/>
                  </a:lnTo>
                  <a:lnTo>
                    <a:pt x="1962097" y="139216"/>
                  </a:lnTo>
                  <a:lnTo>
                    <a:pt x="1963168" y="138437"/>
                  </a:lnTo>
                  <a:lnTo>
                    <a:pt x="1964240" y="137659"/>
                  </a:lnTo>
                  <a:lnTo>
                    <a:pt x="1965312" y="136881"/>
                  </a:lnTo>
                  <a:lnTo>
                    <a:pt x="1966383" y="136104"/>
                  </a:lnTo>
                  <a:lnTo>
                    <a:pt x="1967455" y="135328"/>
                  </a:lnTo>
                  <a:lnTo>
                    <a:pt x="1968526" y="134552"/>
                  </a:lnTo>
                  <a:lnTo>
                    <a:pt x="1969598" y="133777"/>
                  </a:lnTo>
                  <a:lnTo>
                    <a:pt x="1970670" y="133002"/>
                  </a:lnTo>
                  <a:lnTo>
                    <a:pt x="1971741" y="132229"/>
                  </a:lnTo>
                  <a:lnTo>
                    <a:pt x="1972813" y="131456"/>
                  </a:lnTo>
                  <a:lnTo>
                    <a:pt x="1973884" y="130683"/>
                  </a:lnTo>
                  <a:lnTo>
                    <a:pt x="1974956" y="129912"/>
                  </a:lnTo>
                  <a:lnTo>
                    <a:pt x="1976028" y="129141"/>
                  </a:lnTo>
                  <a:lnTo>
                    <a:pt x="1977099" y="128371"/>
                  </a:lnTo>
                  <a:lnTo>
                    <a:pt x="1978171" y="127602"/>
                  </a:lnTo>
                  <a:lnTo>
                    <a:pt x="1979242" y="126834"/>
                  </a:lnTo>
                  <a:lnTo>
                    <a:pt x="1980314" y="126067"/>
                  </a:lnTo>
                  <a:lnTo>
                    <a:pt x="1981386" y="125300"/>
                  </a:lnTo>
                  <a:lnTo>
                    <a:pt x="1982457" y="124534"/>
                  </a:lnTo>
                  <a:lnTo>
                    <a:pt x="1983529" y="123770"/>
                  </a:lnTo>
                  <a:lnTo>
                    <a:pt x="1984600" y="123006"/>
                  </a:lnTo>
                  <a:lnTo>
                    <a:pt x="1985672" y="122243"/>
                  </a:lnTo>
                  <a:lnTo>
                    <a:pt x="1986744" y="121481"/>
                  </a:lnTo>
                  <a:lnTo>
                    <a:pt x="1987815" y="120720"/>
                  </a:lnTo>
                  <a:lnTo>
                    <a:pt x="1988887" y="119959"/>
                  </a:lnTo>
                  <a:lnTo>
                    <a:pt x="1989958" y="119200"/>
                  </a:lnTo>
                  <a:lnTo>
                    <a:pt x="1991030" y="118442"/>
                  </a:lnTo>
                  <a:lnTo>
                    <a:pt x="1992102" y="117685"/>
                  </a:lnTo>
                  <a:lnTo>
                    <a:pt x="1993173" y="116929"/>
                  </a:lnTo>
                  <a:lnTo>
                    <a:pt x="1994245" y="116174"/>
                  </a:lnTo>
                  <a:lnTo>
                    <a:pt x="1995316" y="115420"/>
                  </a:lnTo>
                  <a:lnTo>
                    <a:pt x="1996388" y="114667"/>
                  </a:lnTo>
                  <a:lnTo>
                    <a:pt x="1997460" y="113915"/>
                  </a:lnTo>
                  <a:lnTo>
                    <a:pt x="1998531" y="113165"/>
                  </a:lnTo>
                  <a:lnTo>
                    <a:pt x="1999603" y="112415"/>
                  </a:lnTo>
                  <a:lnTo>
                    <a:pt x="2000674" y="111667"/>
                  </a:lnTo>
                  <a:lnTo>
                    <a:pt x="2001746" y="110920"/>
                  </a:lnTo>
                  <a:lnTo>
                    <a:pt x="2002818" y="110174"/>
                  </a:lnTo>
                  <a:lnTo>
                    <a:pt x="2003889" y="109429"/>
                  </a:lnTo>
                  <a:lnTo>
                    <a:pt x="2004961" y="108685"/>
                  </a:lnTo>
                  <a:lnTo>
                    <a:pt x="2006032" y="107943"/>
                  </a:lnTo>
                  <a:lnTo>
                    <a:pt x="2007104" y="107202"/>
                  </a:lnTo>
                  <a:lnTo>
                    <a:pt x="2008176" y="106462"/>
                  </a:lnTo>
                  <a:lnTo>
                    <a:pt x="2009247" y="105723"/>
                  </a:lnTo>
                  <a:lnTo>
                    <a:pt x="2010319" y="104986"/>
                  </a:lnTo>
                  <a:lnTo>
                    <a:pt x="2011390" y="104250"/>
                  </a:lnTo>
                  <a:lnTo>
                    <a:pt x="2012462" y="103515"/>
                  </a:lnTo>
                  <a:lnTo>
                    <a:pt x="2013534" y="102782"/>
                  </a:lnTo>
                  <a:lnTo>
                    <a:pt x="2014605" y="102050"/>
                  </a:lnTo>
                  <a:lnTo>
                    <a:pt x="2015677" y="101319"/>
                  </a:lnTo>
                  <a:lnTo>
                    <a:pt x="2016748" y="100590"/>
                  </a:lnTo>
                  <a:lnTo>
                    <a:pt x="2017820" y="99862"/>
                  </a:lnTo>
                  <a:lnTo>
                    <a:pt x="2018892" y="99136"/>
                  </a:lnTo>
                  <a:lnTo>
                    <a:pt x="2019963" y="98411"/>
                  </a:lnTo>
                  <a:lnTo>
                    <a:pt x="2021035" y="97687"/>
                  </a:lnTo>
                  <a:lnTo>
                    <a:pt x="2022106" y="96965"/>
                  </a:lnTo>
                  <a:lnTo>
                    <a:pt x="2023178" y="96245"/>
                  </a:lnTo>
                  <a:lnTo>
                    <a:pt x="2024250" y="95526"/>
                  </a:lnTo>
                  <a:lnTo>
                    <a:pt x="2025321" y="94808"/>
                  </a:lnTo>
                  <a:lnTo>
                    <a:pt x="2026393" y="94092"/>
                  </a:lnTo>
                  <a:lnTo>
                    <a:pt x="2027464" y="93378"/>
                  </a:lnTo>
                  <a:lnTo>
                    <a:pt x="2028536" y="92665"/>
                  </a:lnTo>
                  <a:lnTo>
                    <a:pt x="2029608" y="91954"/>
                  </a:lnTo>
                  <a:lnTo>
                    <a:pt x="2030679" y="91245"/>
                  </a:lnTo>
                  <a:lnTo>
                    <a:pt x="2031751" y="90537"/>
                  </a:lnTo>
                  <a:lnTo>
                    <a:pt x="2032822" y="89830"/>
                  </a:lnTo>
                  <a:lnTo>
                    <a:pt x="2033894" y="89126"/>
                  </a:lnTo>
                  <a:lnTo>
                    <a:pt x="2034966" y="88423"/>
                  </a:lnTo>
                  <a:lnTo>
                    <a:pt x="2036037" y="87722"/>
                  </a:lnTo>
                  <a:lnTo>
                    <a:pt x="2037109" y="87022"/>
                  </a:lnTo>
                  <a:lnTo>
                    <a:pt x="2038180" y="86324"/>
                  </a:lnTo>
                  <a:lnTo>
                    <a:pt x="2039252" y="85628"/>
                  </a:lnTo>
                  <a:lnTo>
                    <a:pt x="2040324" y="84934"/>
                  </a:lnTo>
                  <a:lnTo>
                    <a:pt x="2041395" y="84241"/>
                  </a:lnTo>
                  <a:lnTo>
                    <a:pt x="2042467" y="83551"/>
                  </a:lnTo>
                  <a:lnTo>
                    <a:pt x="2043538" y="82862"/>
                  </a:lnTo>
                  <a:lnTo>
                    <a:pt x="2044610" y="82175"/>
                  </a:lnTo>
                  <a:lnTo>
                    <a:pt x="2045682" y="81490"/>
                  </a:lnTo>
                  <a:lnTo>
                    <a:pt x="2046753" y="80806"/>
                  </a:lnTo>
                  <a:lnTo>
                    <a:pt x="2047825" y="80125"/>
                  </a:lnTo>
                  <a:lnTo>
                    <a:pt x="2048896" y="79445"/>
                  </a:lnTo>
                  <a:lnTo>
                    <a:pt x="2049968" y="78768"/>
                  </a:lnTo>
                  <a:lnTo>
                    <a:pt x="2051040" y="78092"/>
                  </a:lnTo>
                  <a:lnTo>
                    <a:pt x="2052111" y="77418"/>
                  </a:lnTo>
                  <a:lnTo>
                    <a:pt x="2053183" y="76746"/>
                  </a:lnTo>
                  <a:lnTo>
                    <a:pt x="2054254" y="76077"/>
                  </a:lnTo>
                  <a:lnTo>
                    <a:pt x="2055326" y="75409"/>
                  </a:lnTo>
                  <a:lnTo>
                    <a:pt x="2056398" y="74743"/>
                  </a:lnTo>
                  <a:lnTo>
                    <a:pt x="2057469" y="74079"/>
                  </a:lnTo>
                  <a:lnTo>
                    <a:pt x="2058541" y="73418"/>
                  </a:lnTo>
                  <a:lnTo>
                    <a:pt x="2059612" y="72758"/>
                  </a:lnTo>
                  <a:lnTo>
                    <a:pt x="2060684" y="72101"/>
                  </a:lnTo>
                  <a:lnTo>
                    <a:pt x="2061756" y="71445"/>
                  </a:lnTo>
                  <a:lnTo>
                    <a:pt x="2062827" y="70792"/>
                  </a:lnTo>
                  <a:lnTo>
                    <a:pt x="2063899" y="70141"/>
                  </a:lnTo>
                  <a:lnTo>
                    <a:pt x="2064970" y="69492"/>
                  </a:lnTo>
                  <a:lnTo>
                    <a:pt x="2066042" y="68845"/>
                  </a:lnTo>
                  <a:lnTo>
                    <a:pt x="2067114" y="68201"/>
                  </a:lnTo>
                  <a:lnTo>
                    <a:pt x="2068185" y="67559"/>
                  </a:lnTo>
                  <a:lnTo>
                    <a:pt x="2069257" y="66918"/>
                  </a:lnTo>
                  <a:lnTo>
                    <a:pt x="2070328" y="66281"/>
                  </a:lnTo>
                  <a:lnTo>
                    <a:pt x="2071400" y="65645"/>
                  </a:lnTo>
                  <a:lnTo>
                    <a:pt x="2072472" y="65012"/>
                  </a:lnTo>
                  <a:lnTo>
                    <a:pt x="2073543" y="64381"/>
                  </a:lnTo>
                  <a:lnTo>
                    <a:pt x="2074615" y="63752"/>
                  </a:lnTo>
                  <a:lnTo>
                    <a:pt x="2075686" y="63126"/>
                  </a:lnTo>
                  <a:lnTo>
                    <a:pt x="2076758" y="62502"/>
                  </a:lnTo>
                  <a:lnTo>
                    <a:pt x="2077830" y="61880"/>
                  </a:lnTo>
                  <a:lnTo>
                    <a:pt x="2078901" y="61261"/>
                  </a:lnTo>
                  <a:lnTo>
                    <a:pt x="2079973" y="60644"/>
                  </a:lnTo>
                  <a:lnTo>
                    <a:pt x="2081044" y="60030"/>
                  </a:lnTo>
                  <a:lnTo>
                    <a:pt x="2082116" y="59418"/>
                  </a:lnTo>
                  <a:lnTo>
                    <a:pt x="2083188" y="58809"/>
                  </a:lnTo>
                  <a:lnTo>
                    <a:pt x="2084259" y="58202"/>
                  </a:lnTo>
                  <a:lnTo>
                    <a:pt x="2085331" y="57597"/>
                  </a:lnTo>
                  <a:lnTo>
                    <a:pt x="2086402" y="56995"/>
                  </a:lnTo>
                  <a:lnTo>
                    <a:pt x="2087474" y="56396"/>
                  </a:lnTo>
                  <a:lnTo>
                    <a:pt x="2088546" y="55799"/>
                  </a:lnTo>
                  <a:lnTo>
                    <a:pt x="2089617" y="55205"/>
                  </a:lnTo>
                  <a:lnTo>
                    <a:pt x="2090689" y="54613"/>
                  </a:lnTo>
                  <a:lnTo>
                    <a:pt x="2091760" y="54024"/>
                  </a:lnTo>
                  <a:lnTo>
                    <a:pt x="2092832" y="53438"/>
                  </a:lnTo>
                  <a:lnTo>
                    <a:pt x="2093904" y="52854"/>
                  </a:lnTo>
                  <a:lnTo>
                    <a:pt x="2094975" y="52273"/>
                  </a:lnTo>
                  <a:lnTo>
                    <a:pt x="2096047" y="51694"/>
                  </a:lnTo>
                  <a:lnTo>
                    <a:pt x="2097118" y="51118"/>
                  </a:lnTo>
                  <a:lnTo>
                    <a:pt x="2098190" y="50545"/>
                  </a:lnTo>
                  <a:lnTo>
                    <a:pt x="2099262" y="49975"/>
                  </a:lnTo>
                  <a:lnTo>
                    <a:pt x="2100333" y="49407"/>
                  </a:lnTo>
                  <a:lnTo>
                    <a:pt x="2101405" y="48842"/>
                  </a:lnTo>
                  <a:lnTo>
                    <a:pt x="2102476" y="48280"/>
                  </a:lnTo>
                  <a:lnTo>
                    <a:pt x="2103548" y="47721"/>
                  </a:lnTo>
                  <a:lnTo>
                    <a:pt x="2104620" y="47165"/>
                  </a:lnTo>
                  <a:lnTo>
                    <a:pt x="2105691" y="46611"/>
                  </a:lnTo>
                  <a:lnTo>
                    <a:pt x="2106763" y="46060"/>
                  </a:lnTo>
                  <a:lnTo>
                    <a:pt x="2107834" y="45513"/>
                  </a:lnTo>
                  <a:lnTo>
                    <a:pt x="2108906" y="44968"/>
                  </a:lnTo>
                  <a:lnTo>
                    <a:pt x="2109978" y="44426"/>
                  </a:lnTo>
                  <a:lnTo>
                    <a:pt x="2111049" y="43886"/>
                  </a:lnTo>
                  <a:lnTo>
                    <a:pt x="2112121" y="43350"/>
                  </a:lnTo>
                  <a:lnTo>
                    <a:pt x="2113192" y="42817"/>
                  </a:lnTo>
                  <a:lnTo>
                    <a:pt x="2114264" y="42287"/>
                  </a:lnTo>
                  <a:lnTo>
                    <a:pt x="2115336" y="41760"/>
                  </a:lnTo>
                  <a:lnTo>
                    <a:pt x="2116407" y="41235"/>
                  </a:lnTo>
                  <a:lnTo>
                    <a:pt x="2117479" y="40714"/>
                  </a:lnTo>
                  <a:lnTo>
                    <a:pt x="2118550" y="40196"/>
                  </a:lnTo>
                  <a:lnTo>
                    <a:pt x="2119622" y="39681"/>
                  </a:lnTo>
                  <a:lnTo>
                    <a:pt x="2120694" y="39169"/>
                  </a:lnTo>
                  <a:lnTo>
                    <a:pt x="2121765" y="38660"/>
                  </a:lnTo>
                  <a:lnTo>
                    <a:pt x="2122837" y="38155"/>
                  </a:lnTo>
                  <a:lnTo>
                    <a:pt x="2123908" y="37652"/>
                  </a:lnTo>
                  <a:lnTo>
                    <a:pt x="2124980" y="37153"/>
                  </a:lnTo>
                  <a:lnTo>
                    <a:pt x="2126052" y="36656"/>
                  </a:lnTo>
                  <a:lnTo>
                    <a:pt x="2127123" y="36163"/>
                  </a:lnTo>
                  <a:lnTo>
                    <a:pt x="2128195" y="35673"/>
                  </a:lnTo>
                  <a:lnTo>
                    <a:pt x="2129266" y="35187"/>
                  </a:lnTo>
                  <a:lnTo>
                    <a:pt x="2130338" y="34703"/>
                  </a:lnTo>
                  <a:lnTo>
                    <a:pt x="2131409" y="34223"/>
                  </a:lnTo>
                  <a:lnTo>
                    <a:pt x="2132481" y="33747"/>
                  </a:lnTo>
                  <a:lnTo>
                    <a:pt x="2133553" y="33273"/>
                  </a:lnTo>
                  <a:lnTo>
                    <a:pt x="2134624" y="32803"/>
                  </a:lnTo>
                  <a:lnTo>
                    <a:pt x="2135696" y="32336"/>
                  </a:lnTo>
                  <a:lnTo>
                    <a:pt x="2136767" y="31873"/>
                  </a:lnTo>
                  <a:lnTo>
                    <a:pt x="2137839" y="31413"/>
                  </a:lnTo>
                  <a:lnTo>
                    <a:pt x="2138911" y="30956"/>
                  </a:lnTo>
                  <a:lnTo>
                    <a:pt x="2139982" y="30503"/>
                  </a:lnTo>
                  <a:lnTo>
                    <a:pt x="2141054" y="30053"/>
                  </a:lnTo>
                  <a:lnTo>
                    <a:pt x="2142125" y="29606"/>
                  </a:lnTo>
                  <a:lnTo>
                    <a:pt x="2143197" y="29163"/>
                  </a:lnTo>
                  <a:lnTo>
                    <a:pt x="2144269" y="28724"/>
                  </a:lnTo>
                  <a:lnTo>
                    <a:pt x="2145340" y="28288"/>
                  </a:lnTo>
                  <a:lnTo>
                    <a:pt x="2146412" y="27855"/>
                  </a:lnTo>
                  <a:lnTo>
                    <a:pt x="2147483" y="27426"/>
                  </a:lnTo>
                  <a:lnTo>
                    <a:pt x="2148555" y="27000"/>
                  </a:lnTo>
                  <a:lnTo>
                    <a:pt x="2149627" y="26577"/>
                  </a:lnTo>
                  <a:lnTo>
                    <a:pt x="2150698" y="26158"/>
                  </a:lnTo>
                  <a:lnTo>
                    <a:pt x="2151770" y="25743"/>
                  </a:lnTo>
                  <a:lnTo>
                    <a:pt x="2152841" y="25331"/>
                  </a:lnTo>
                  <a:lnTo>
                    <a:pt x="2153913" y="24922"/>
                  </a:lnTo>
                  <a:lnTo>
                    <a:pt x="2154985" y="24516"/>
                  </a:lnTo>
                  <a:lnTo>
                    <a:pt x="2156056" y="24114"/>
                  </a:lnTo>
                  <a:lnTo>
                    <a:pt x="2157128" y="23716"/>
                  </a:lnTo>
                  <a:lnTo>
                    <a:pt x="2158199" y="23321"/>
                  </a:lnTo>
                  <a:lnTo>
                    <a:pt x="2159271" y="22929"/>
                  </a:lnTo>
                  <a:lnTo>
                    <a:pt x="2160343" y="22541"/>
                  </a:lnTo>
                  <a:lnTo>
                    <a:pt x="2161414" y="22156"/>
                  </a:lnTo>
                  <a:lnTo>
                    <a:pt x="2162486" y="21774"/>
                  </a:lnTo>
                  <a:lnTo>
                    <a:pt x="2163557" y="21396"/>
                  </a:lnTo>
                  <a:lnTo>
                    <a:pt x="2164629" y="21021"/>
                  </a:lnTo>
                  <a:lnTo>
                    <a:pt x="2165701" y="20650"/>
                  </a:lnTo>
                  <a:lnTo>
                    <a:pt x="2166772" y="20282"/>
                  </a:lnTo>
                  <a:lnTo>
                    <a:pt x="2167844" y="19918"/>
                  </a:lnTo>
                  <a:lnTo>
                    <a:pt x="2168915" y="19556"/>
                  </a:lnTo>
                  <a:lnTo>
                    <a:pt x="2169987" y="19199"/>
                  </a:lnTo>
                  <a:lnTo>
                    <a:pt x="2171059" y="18844"/>
                  </a:lnTo>
                  <a:lnTo>
                    <a:pt x="2172130" y="18493"/>
                  </a:lnTo>
                  <a:lnTo>
                    <a:pt x="2173202" y="18146"/>
                  </a:lnTo>
                  <a:lnTo>
                    <a:pt x="2174273" y="17802"/>
                  </a:lnTo>
                  <a:lnTo>
                    <a:pt x="2175345" y="17461"/>
                  </a:lnTo>
                  <a:lnTo>
                    <a:pt x="2176417" y="17123"/>
                  </a:lnTo>
                  <a:lnTo>
                    <a:pt x="2177488" y="16789"/>
                  </a:lnTo>
                  <a:lnTo>
                    <a:pt x="2178560" y="16458"/>
                  </a:lnTo>
                  <a:lnTo>
                    <a:pt x="2179631" y="16131"/>
                  </a:lnTo>
                  <a:lnTo>
                    <a:pt x="2180703" y="15807"/>
                  </a:lnTo>
                  <a:lnTo>
                    <a:pt x="2181775" y="15487"/>
                  </a:lnTo>
                  <a:lnTo>
                    <a:pt x="2182846" y="15169"/>
                  </a:lnTo>
                  <a:lnTo>
                    <a:pt x="2183918" y="14856"/>
                  </a:lnTo>
                  <a:lnTo>
                    <a:pt x="2184989" y="14545"/>
                  </a:lnTo>
                  <a:lnTo>
                    <a:pt x="2186061" y="14238"/>
                  </a:lnTo>
                  <a:lnTo>
                    <a:pt x="2187133" y="13934"/>
                  </a:lnTo>
                  <a:lnTo>
                    <a:pt x="2188204" y="13634"/>
                  </a:lnTo>
                  <a:lnTo>
                    <a:pt x="2189276" y="13337"/>
                  </a:lnTo>
                  <a:lnTo>
                    <a:pt x="2190347" y="13043"/>
                  </a:lnTo>
                  <a:lnTo>
                    <a:pt x="2191419" y="12753"/>
                  </a:lnTo>
                  <a:lnTo>
                    <a:pt x="2192491" y="12466"/>
                  </a:lnTo>
                  <a:lnTo>
                    <a:pt x="2193562" y="12182"/>
                  </a:lnTo>
                  <a:lnTo>
                    <a:pt x="2194634" y="11902"/>
                  </a:lnTo>
                  <a:lnTo>
                    <a:pt x="2195705" y="11625"/>
                  </a:lnTo>
                  <a:lnTo>
                    <a:pt x="2196777" y="11351"/>
                  </a:lnTo>
                  <a:lnTo>
                    <a:pt x="2197849" y="11081"/>
                  </a:lnTo>
                  <a:lnTo>
                    <a:pt x="2198920" y="10814"/>
                  </a:lnTo>
                  <a:lnTo>
                    <a:pt x="2199992" y="10550"/>
                  </a:lnTo>
                  <a:lnTo>
                    <a:pt x="2201063" y="10290"/>
                  </a:lnTo>
                  <a:lnTo>
                    <a:pt x="2202135" y="10033"/>
                  </a:lnTo>
                  <a:lnTo>
                    <a:pt x="2203207" y="9779"/>
                  </a:lnTo>
                  <a:lnTo>
                    <a:pt x="2204278" y="9529"/>
                  </a:lnTo>
                  <a:lnTo>
                    <a:pt x="2205350" y="9282"/>
                  </a:lnTo>
                  <a:lnTo>
                    <a:pt x="2206421" y="9038"/>
                  </a:lnTo>
                  <a:lnTo>
                    <a:pt x="2207493" y="8798"/>
                  </a:lnTo>
                  <a:lnTo>
                    <a:pt x="2208565" y="8561"/>
                  </a:lnTo>
                  <a:lnTo>
                    <a:pt x="2209636" y="8327"/>
                  </a:lnTo>
                  <a:lnTo>
                    <a:pt x="2210708" y="8097"/>
                  </a:lnTo>
                  <a:lnTo>
                    <a:pt x="2211779" y="7870"/>
                  </a:lnTo>
                  <a:lnTo>
                    <a:pt x="2212851" y="7646"/>
                  </a:lnTo>
                  <a:lnTo>
                    <a:pt x="2213923" y="7425"/>
                  </a:lnTo>
                  <a:lnTo>
                    <a:pt x="2214994" y="7208"/>
                  </a:lnTo>
                  <a:lnTo>
                    <a:pt x="2216066" y="6994"/>
                  </a:lnTo>
                  <a:lnTo>
                    <a:pt x="2217137" y="6783"/>
                  </a:lnTo>
                  <a:lnTo>
                    <a:pt x="2218209" y="6576"/>
                  </a:lnTo>
                  <a:lnTo>
                    <a:pt x="2219281" y="6372"/>
                  </a:lnTo>
                  <a:lnTo>
                    <a:pt x="2220352" y="6171"/>
                  </a:lnTo>
                  <a:lnTo>
                    <a:pt x="2221424" y="5974"/>
                  </a:lnTo>
                  <a:lnTo>
                    <a:pt x="2222495" y="5779"/>
                  </a:lnTo>
                  <a:lnTo>
                    <a:pt x="2223567" y="5588"/>
                  </a:lnTo>
                  <a:lnTo>
                    <a:pt x="2224639" y="5401"/>
                  </a:lnTo>
                  <a:lnTo>
                    <a:pt x="2225710" y="5216"/>
                  </a:lnTo>
                  <a:lnTo>
                    <a:pt x="2226782" y="5035"/>
                  </a:lnTo>
                  <a:lnTo>
                    <a:pt x="2227853" y="4857"/>
                  </a:lnTo>
                  <a:lnTo>
                    <a:pt x="2228925" y="4683"/>
                  </a:lnTo>
                  <a:lnTo>
                    <a:pt x="2229997" y="4511"/>
                  </a:lnTo>
                  <a:lnTo>
                    <a:pt x="2231068" y="4343"/>
                  </a:lnTo>
                  <a:lnTo>
                    <a:pt x="2232140" y="4178"/>
                  </a:lnTo>
                  <a:lnTo>
                    <a:pt x="2233211" y="4016"/>
                  </a:lnTo>
                  <a:lnTo>
                    <a:pt x="2234283" y="3858"/>
                  </a:lnTo>
                  <a:lnTo>
                    <a:pt x="2235355" y="3703"/>
                  </a:lnTo>
                  <a:lnTo>
                    <a:pt x="2236426" y="3551"/>
                  </a:lnTo>
                  <a:lnTo>
                    <a:pt x="2237498" y="3402"/>
                  </a:lnTo>
                  <a:lnTo>
                    <a:pt x="2238569" y="3257"/>
                  </a:lnTo>
                  <a:lnTo>
                    <a:pt x="2239641" y="3115"/>
                  </a:lnTo>
                  <a:lnTo>
                    <a:pt x="2240713" y="2976"/>
                  </a:lnTo>
                  <a:lnTo>
                    <a:pt x="2241784" y="2840"/>
                  </a:lnTo>
                  <a:lnTo>
                    <a:pt x="2242856" y="2707"/>
                  </a:lnTo>
                  <a:lnTo>
                    <a:pt x="2243927" y="2578"/>
                  </a:lnTo>
                  <a:lnTo>
                    <a:pt x="2244999" y="2452"/>
                  </a:lnTo>
                  <a:lnTo>
                    <a:pt x="2246071" y="2329"/>
                  </a:lnTo>
                  <a:lnTo>
                    <a:pt x="2247142" y="2209"/>
                  </a:lnTo>
                  <a:lnTo>
                    <a:pt x="2248214" y="2093"/>
                  </a:lnTo>
                  <a:lnTo>
                    <a:pt x="2249285" y="1979"/>
                  </a:lnTo>
                  <a:lnTo>
                    <a:pt x="2250357" y="1869"/>
                  </a:lnTo>
                  <a:lnTo>
                    <a:pt x="2251429" y="1762"/>
                  </a:lnTo>
                  <a:lnTo>
                    <a:pt x="2252500" y="1658"/>
                  </a:lnTo>
                  <a:lnTo>
                    <a:pt x="2253572" y="1558"/>
                  </a:lnTo>
                  <a:lnTo>
                    <a:pt x="2254643" y="1460"/>
                  </a:lnTo>
                  <a:lnTo>
                    <a:pt x="2255715" y="1366"/>
                  </a:lnTo>
                  <a:lnTo>
                    <a:pt x="2256787" y="1275"/>
                  </a:lnTo>
                  <a:lnTo>
                    <a:pt x="2257858" y="1187"/>
                  </a:lnTo>
                  <a:lnTo>
                    <a:pt x="2258930" y="1103"/>
                  </a:lnTo>
                  <a:lnTo>
                    <a:pt x="2260001" y="1021"/>
                  </a:lnTo>
                  <a:lnTo>
                    <a:pt x="2261073" y="943"/>
                  </a:lnTo>
                  <a:lnTo>
                    <a:pt x="2262145" y="868"/>
                  </a:lnTo>
                  <a:lnTo>
                    <a:pt x="2263216" y="795"/>
                  </a:lnTo>
                  <a:lnTo>
                    <a:pt x="2264288" y="727"/>
                  </a:lnTo>
                  <a:lnTo>
                    <a:pt x="2265359" y="661"/>
                  </a:lnTo>
                  <a:lnTo>
                    <a:pt x="2266431" y="598"/>
                  </a:lnTo>
                  <a:lnTo>
                    <a:pt x="2267503" y="539"/>
                  </a:lnTo>
                  <a:lnTo>
                    <a:pt x="2268574" y="482"/>
                  </a:lnTo>
                  <a:lnTo>
                    <a:pt x="2269646" y="429"/>
                  </a:lnTo>
                  <a:lnTo>
                    <a:pt x="2270717" y="379"/>
                  </a:lnTo>
                  <a:lnTo>
                    <a:pt x="2271789" y="332"/>
                  </a:lnTo>
                  <a:lnTo>
                    <a:pt x="2272861" y="288"/>
                  </a:lnTo>
                  <a:lnTo>
                    <a:pt x="2273932" y="247"/>
                  </a:lnTo>
                  <a:lnTo>
                    <a:pt x="2275004" y="210"/>
                  </a:lnTo>
                  <a:lnTo>
                    <a:pt x="2276075" y="175"/>
                  </a:lnTo>
                  <a:lnTo>
                    <a:pt x="2277147" y="144"/>
                  </a:lnTo>
                  <a:lnTo>
                    <a:pt x="2278219" y="116"/>
                  </a:lnTo>
                  <a:lnTo>
                    <a:pt x="2279290" y="90"/>
                  </a:lnTo>
                  <a:lnTo>
                    <a:pt x="2280362" y="68"/>
                  </a:lnTo>
                  <a:lnTo>
                    <a:pt x="2281433" y="49"/>
                  </a:lnTo>
                  <a:lnTo>
                    <a:pt x="2282505" y="33"/>
                  </a:lnTo>
                  <a:lnTo>
                    <a:pt x="2283577" y="20"/>
                  </a:lnTo>
                  <a:lnTo>
                    <a:pt x="2284648" y="10"/>
                  </a:lnTo>
                  <a:lnTo>
                    <a:pt x="2285720" y="4"/>
                  </a:lnTo>
                  <a:lnTo>
                    <a:pt x="2286791" y="0"/>
                  </a:lnTo>
                  <a:lnTo>
                    <a:pt x="2287863" y="0"/>
                  </a:lnTo>
                  <a:lnTo>
                    <a:pt x="2288935" y="2"/>
                  </a:lnTo>
                  <a:lnTo>
                    <a:pt x="2290006" y="7"/>
                  </a:lnTo>
                  <a:lnTo>
                    <a:pt x="2291078" y="16"/>
                  </a:lnTo>
                  <a:lnTo>
                    <a:pt x="2292149" y="28"/>
                  </a:lnTo>
                  <a:lnTo>
                    <a:pt x="2293221" y="42"/>
                  </a:lnTo>
                  <a:lnTo>
                    <a:pt x="2294293" y="60"/>
                  </a:lnTo>
                  <a:lnTo>
                    <a:pt x="2295364" y="81"/>
                  </a:lnTo>
                  <a:lnTo>
                    <a:pt x="2296436" y="105"/>
                  </a:lnTo>
                  <a:lnTo>
                    <a:pt x="2297507" y="131"/>
                  </a:lnTo>
                  <a:lnTo>
                    <a:pt x="2298579" y="161"/>
                  </a:lnTo>
                  <a:lnTo>
                    <a:pt x="2299651" y="194"/>
                  </a:lnTo>
                  <a:lnTo>
                    <a:pt x="2300722" y="230"/>
                  </a:lnTo>
                  <a:lnTo>
                    <a:pt x="2301794" y="269"/>
                  </a:lnTo>
                  <a:lnTo>
                    <a:pt x="2302865" y="311"/>
                  </a:lnTo>
                  <a:lnTo>
                    <a:pt x="2303937" y="356"/>
                  </a:lnTo>
                  <a:lnTo>
                    <a:pt x="2305009" y="403"/>
                  </a:lnTo>
                  <a:lnTo>
                    <a:pt x="2306080" y="454"/>
                  </a:lnTo>
                  <a:lnTo>
                    <a:pt x="2307152" y="508"/>
                  </a:lnTo>
                  <a:lnTo>
                    <a:pt x="2308223" y="565"/>
                  </a:lnTo>
                  <a:lnTo>
                    <a:pt x="2309295" y="625"/>
                  </a:lnTo>
                  <a:lnTo>
                    <a:pt x="2310366" y="688"/>
                  </a:lnTo>
                  <a:lnTo>
                    <a:pt x="2311438" y="753"/>
                  </a:lnTo>
                  <a:lnTo>
                    <a:pt x="2312510" y="822"/>
                  </a:lnTo>
                  <a:lnTo>
                    <a:pt x="2313581" y="894"/>
                  </a:lnTo>
                  <a:lnTo>
                    <a:pt x="2314653" y="968"/>
                  </a:lnTo>
                  <a:lnTo>
                    <a:pt x="2315724" y="1046"/>
                  </a:lnTo>
                  <a:lnTo>
                    <a:pt x="2316796" y="1127"/>
                  </a:lnTo>
                  <a:lnTo>
                    <a:pt x="2317868" y="1210"/>
                  </a:lnTo>
                  <a:lnTo>
                    <a:pt x="2318939" y="1297"/>
                  </a:lnTo>
                  <a:lnTo>
                    <a:pt x="2320011" y="1386"/>
                  </a:lnTo>
                  <a:lnTo>
                    <a:pt x="2321082" y="1478"/>
                  </a:lnTo>
                  <a:lnTo>
                    <a:pt x="2322154" y="1574"/>
                  </a:lnTo>
                  <a:lnTo>
                    <a:pt x="2323226" y="1672"/>
                  </a:lnTo>
                  <a:lnTo>
                    <a:pt x="2324297" y="1773"/>
                  </a:lnTo>
                  <a:lnTo>
                    <a:pt x="2325369" y="1877"/>
                  </a:lnTo>
                  <a:lnTo>
                    <a:pt x="2326440" y="1984"/>
                  </a:lnTo>
                  <a:lnTo>
                    <a:pt x="2327512" y="2094"/>
                  </a:lnTo>
                  <a:lnTo>
                    <a:pt x="2328584" y="2206"/>
                  </a:lnTo>
                  <a:lnTo>
                    <a:pt x="2329655" y="2322"/>
                  </a:lnTo>
                  <a:lnTo>
                    <a:pt x="2330727" y="2440"/>
                  </a:lnTo>
                  <a:lnTo>
                    <a:pt x="2331798" y="2562"/>
                  </a:lnTo>
                  <a:lnTo>
                    <a:pt x="2332870" y="2686"/>
                  </a:lnTo>
                  <a:lnTo>
                    <a:pt x="2333942" y="2813"/>
                  </a:lnTo>
                  <a:lnTo>
                    <a:pt x="2335013" y="2943"/>
                  </a:lnTo>
                  <a:lnTo>
                    <a:pt x="2336085" y="3076"/>
                  </a:lnTo>
                  <a:lnTo>
                    <a:pt x="2337156" y="3212"/>
                  </a:lnTo>
                  <a:lnTo>
                    <a:pt x="2338228" y="3351"/>
                  </a:lnTo>
                  <a:lnTo>
                    <a:pt x="2339300" y="3492"/>
                  </a:lnTo>
                  <a:lnTo>
                    <a:pt x="2340371" y="3636"/>
                  </a:lnTo>
                  <a:lnTo>
                    <a:pt x="2341443" y="3783"/>
                  </a:lnTo>
                  <a:lnTo>
                    <a:pt x="2342514" y="3933"/>
                  </a:lnTo>
                  <a:lnTo>
                    <a:pt x="2343586" y="4086"/>
                  </a:lnTo>
                  <a:lnTo>
                    <a:pt x="2344658" y="4242"/>
                  </a:lnTo>
                  <a:lnTo>
                    <a:pt x="2345729" y="4400"/>
                  </a:lnTo>
                  <a:lnTo>
                    <a:pt x="2346801" y="4562"/>
                  </a:lnTo>
                  <a:lnTo>
                    <a:pt x="2347872" y="4726"/>
                  </a:lnTo>
                  <a:lnTo>
                    <a:pt x="2348944" y="4893"/>
                  </a:lnTo>
                  <a:lnTo>
                    <a:pt x="2350016" y="5062"/>
                  </a:lnTo>
                  <a:lnTo>
                    <a:pt x="2351087" y="5235"/>
                  </a:lnTo>
                  <a:lnTo>
                    <a:pt x="2352159" y="5410"/>
                  </a:lnTo>
                  <a:lnTo>
                    <a:pt x="2353230" y="5588"/>
                  </a:lnTo>
                  <a:lnTo>
                    <a:pt x="2354302" y="5769"/>
                  </a:lnTo>
                  <a:lnTo>
                    <a:pt x="2355374" y="5953"/>
                  </a:lnTo>
                  <a:lnTo>
                    <a:pt x="2356445" y="6139"/>
                  </a:lnTo>
                  <a:lnTo>
                    <a:pt x="2357517" y="6329"/>
                  </a:lnTo>
                  <a:lnTo>
                    <a:pt x="2358588" y="6521"/>
                  </a:lnTo>
                  <a:lnTo>
                    <a:pt x="2359660" y="6715"/>
                  </a:lnTo>
                  <a:lnTo>
                    <a:pt x="2360732" y="6913"/>
                  </a:lnTo>
                  <a:lnTo>
                    <a:pt x="2361803" y="7113"/>
                  </a:lnTo>
                  <a:lnTo>
                    <a:pt x="2362875" y="7316"/>
                  </a:lnTo>
                  <a:lnTo>
                    <a:pt x="2363946" y="7522"/>
                  </a:lnTo>
                  <a:lnTo>
                    <a:pt x="2365018" y="7730"/>
                  </a:lnTo>
                  <a:lnTo>
                    <a:pt x="2366090" y="7942"/>
                  </a:lnTo>
                  <a:lnTo>
                    <a:pt x="2367161" y="8156"/>
                  </a:lnTo>
                  <a:lnTo>
                    <a:pt x="2368233" y="8372"/>
                  </a:lnTo>
                  <a:lnTo>
                    <a:pt x="2369304" y="8592"/>
                  </a:lnTo>
                  <a:lnTo>
                    <a:pt x="2370376" y="8814"/>
                  </a:lnTo>
                  <a:lnTo>
                    <a:pt x="2371448" y="9039"/>
                  </a:lnTo>
                  <a:lnTo>
                    <a:pt x="2372519" y="9266"/>
                  </a:lnTo>
                  <a:lnTo>
                    <a:pt x="2373591" y="9496"/>
                  </a:lnTo>
                  <a:lnTo>
                    <a:pt x="2374662" y="9729"/>
                  </a:lnTo>
                  <a:lnTo>
                    <a:pt x="2375734" y="9965"/>
                  </a:lnTo>
                  <a:lnTo>
                    <a:pt x="2376806" y="10203"/>
                  </a:lnTo>
                  <a:lnTo>
                    <a:pt x="2377877" y="10444"/>
                  </a:lnTo>
                  <a:lnTo>
                    <a:pt x="2378949" y="10687"/>
                  </a:lnTo>
                  <a:lnTo>
                    <a:pt x="2380020" y="10934"/>
                  </a:lnTo>
                  <a:lnTo>
                    <a:pt x="2381092" y="11183"/>
                  </a:lnTo>
                  <a:lnTo>
                    <a:pt x="2382164" y="11434"/>
                  </a:lnTo>
                  <a:lnTo>
                    <a:pt x="2383235" y="11688"/>
                  </a:lnTo>
                  <a:lnTo>
                    <a:pt x="2384307" y="11945"/>
                  </a:lnTo>
                  <a:lnTo>
                    <a:pt x="2385378" y="12205"/>
                  </a:lnTo>
                  <a:lnTo>
                    <a:pt x="2386450" y="12467"/>
                  </a:lnTo>
                  <a:lnTo>
                    <a:pt x="2387522" y="12731"/>
                  </a:lnTo>
                  <a:lnTo>
                    <a:pt x="2388593" y="12999"/>
                  </a:lnTo>
                  <a:lnTo>
                    <a:pt x="2389665" y="13269"/>
                  </a:lnTo>
                  <a:lnTo>
                    <a:pt x="2390736" y="13541"/>
                  </a:lnTo>
                  <a:lnTo>
                    <a:pt x="2391808" y="13817"/>
                  </a:lnTo>
                  <a:lnTo>
                    <a:pt x="2392880" y="14094"/>
                  </a:lnTo>
                  <a:lnTo>
                    <a:pt x="2393951" y="14375"/>
                  </a:lnTo>
                  <a:lnTo>
                    <a:pt x="2395023" y="14658"/>
                  </a:lnTo>
                  <a:lnTo>
                    <a:pt x="2396094" y="14943"/>
                  </a:lnTo>
                  <a:lnTo>
                    <a:pt x="2397166" y="15232"/>
                  </a:lnTo>
                  <a:lnTo>
                    <a:pt x="2398238" y="15522"/>
                  </a:lnTo>
                  <a:lnTo>
                    <a:pt x="2399309" y="15816"/>
                  </a:lnTo>
                  <a:lnTo>
                    <a:pt x="2400381" y="16111"/>
                  </a:lnTo>
                  <a:lnTo>
                    <a:pt x="2401452" y="16410"/>
                  </a:lnTo>
                  <a:lnTo>
                    <a:pt x="2402524" y="16711"/>
                  </a:lnTo>
                  <a:lnTo>
                    <a:pt x="2403596" y="17014"/>
                  </a:lnTo>
                  <a:lnTo>
                    <a:pt x="2404667" y="17320"/>
                  </a:lnTo>
                  <a:lnTo>
                    <a:pt x="2405739" y="17629"/>
                  </a:lnTo>
                  <a:lnTo>
                    <a:pt x="2406810" y="17940"/>
                  </a:lnTo>
                  <a:lnTo>
                    <a:pt x="2407882" y="18254"/>
                  </a:lnTo>
                  <a:lnTo>
                    <a:pt x="2408954" y="18570"/>
                  </a:lnTo>
                  <a:lnTo>
                    <a:pt x="2410025" y="18889"/>
                  </a:lnTo>
                  <a:lnTo>
                    <a:pt x="2411097" y="19210"/>
                  </a:lnTo>
                  <a:lnTo>
                    <a:pt x="2412168" y="19533"/>
                  </a:lnTo>
                  <a:lnTo>
                    <a:pt x="2413240" y="19860"/>
                  </a:lnTo>
                  <a:lnTo>
                    <a:pt x="2414312" y="20188"/>
                  </a:lnTo>
                  <a:lnTo>
                    <a:pt x="2415383" y="20520"/>
                  </a:lnTo>
                  <a:lnTo>
                    <a:pt x="2416455" y="20853"/>
                  </a:lnTo>
                  <a:lnTo>
                    <a:pt x="2417526" y="21189"/>
                  </a:lnTo>
                  <a:lnTo>
                    <a:pt x="2418598" y="21528"/>
                  </a:lnTo>
                  <a:lnTo>
                    <a:pt x="2419670" y="21869"/>
                  </a:lnTo>
                  <a:lnTo>
                    <a:pt x="2420741" y="22213"/>
                  </a:lnTo>
                  <a:lnTo>
                    <a:pt x="2421813" y="22559"/>
                  </a:lnTo>
                  <a:lnTo>
                    <a:pt x="2422884" y="22907"/>
                  </a:lnTo>
                  <a:lnTo>
                    <a:pt x="2423956" y="23258"/>
                  </a:lnTo>
                  <a:lnTo>
                    <a:pt x="2425028" y="23611"/>
                  </a:lnTo>
                  <a:lnTo>
                    <a:pt x="2426099" y="23967"/>
                  </a:lnTo>
                  <a:lnTo>
                    <a:pt x="2427171" y="24325"/>
                  </a:lnTo>
                  <a:lnTo>
                    <a:pt x="2428242" y="24686"/>
                  </a:lnTo>
                  <a:lnTo>
                    <a:pt x="2429314" y="25049"/>
                  </a:lnTo>
                  <a:lnTo>
                    <a:pt x="2430386" y="25414"/>
                  </a:lnTo>
                  <a:lnTo>
                    <a:pt x="2431457" y="25782"/>
                  </a:lnTo>
                  <a:lnTo>
                    <a:pt x="2432529" y="26152"/>
                  </a:lnTo>
                  <a:lnTo>
                    <a:pt x="2433600" y="26525"/>
                  </a:lnTo>
                  <a:lnTo>
                    <a:pt x="2434672" y="26900"/>
                  </a:lnTo>
                  <a:lnTo>
                    <a:pt x="2435744" y="27277"/>
                  </a:lnTo>
                  <a:lnTo>
                    <a:pt x="2436815" y="27657"/>
                  </a:lnTo>
                  <a:lnTo>
                    <a:pt x="2437887" y="28039"/>
                  </a:lnTo>
                  <a:lnTo>
                    <a:pt x="2438958" y="28423"/>
                  </a:lnTo>
                  <a:lnTo>
                    <a:pt x="2440030" y="28810"/>
                  </a:lnTo>
                  <a:lnTo>
                    <a:pt x="2441102" y="29200"/>
                  </a:lnTo>
                  <a:lnTo>
                    <a:pt x="2442173" y="29591"/>
                  </a:lnTo>
                  <a:lnTo>
                    <a:pt x="2443245" y="29985"/>
                  </a:lnTo>
                  <a:lnTo>
                    <a:pt x="2444316" y="30381"/>
                  </a:lnTo>
                  <a:lnTo>
                    <a:pt x="2445388" y="30780"/>
                  </a:lnTo>
                  <a:lnTo>
                    <a:pt x="2446460" y="31181"/>
                  </a:lnTo>
                  <a:lnTo>
                    <a:pt x="2447531" y="31584"/>
                  </a:lnTo>
                  <a:lnTo>
                    <a:pt x="2448603" y="31989"/>
                  </a:lnTo>
                  <a:lnTo>
                    <a:pt x="2449674" y="32397"/>
                  </a:lnTo>
                  <a:lnTo>
                    <a:pt x="2450746" y="32807"/>
                  </a:lnTo>
                  <a:lnTo>
                    <a:pt x="2451818" y="33220"/>
                  </a:lnTo>
                  <a:lnTo>
                    <a:pt x="2452889" y="33634"/>
                  </a:lnTo>
                  <a:lnTo>
                    <a:pt x="2453961" y="34051"/>
                  </a:lnTo>
                  <a:lnTo>
                    <a:pt x="2455032" y="34471"/>
                  </a:lnTo>
                  <a:lnTo>
                    <a:pt x="2456104" y="34892"/>
                  </a:lnTo>
                  <a:lnTo>
                    <a:pt x="2457176" y="35316"/>
                  </a:lnTo>
                  <a:lnTo>
                    <a:pt x="2458247" y="35742"/>
                  </a:lnTo>
                  <a:lnTo>
                    <a:pt x="2459319" y="36170"/>
                  </a:lnTo>
                  <a:lnTo>
                    <a:pt x="2460390" y="36601"/>
                  </a:lnTo>
                  <a:lnTo>
                    <a:pt x="2461462" y="37034"/>
                  </a:lnTo>
                  <a:lnTo>
                    <a:pt x="2462534" y="37469"/>
                  </a:lnTo>
                  <a:lnTo>
                    <a:pt x="2463605" y="37906"/>
                  </a:lnTo>
                  <a:lnTo>
                    <a:pt x="2464677" y="38346"/>
                  </a:lnTo>
                  <a:lnTo>
                    <a:pt x="2465748" y="38787"/>
                  </a:lnTo>
                  <a:lnTo>
                    <a:pt x="2466820" y="39231"/>
                  </a:lnTo>
                  <a:lnTo>
                    <a:pt x="2467892" y="39678"/>
                  </a:lnTo>
                  <a:lnTo>
                    <a:pt x="2468963" y="40126"/>
                  </a:lnTo>
                  <a:lnTo>
                    <a:pt x="2470035" y="40577"/>
                  </a:lnTo>
                  <a:lnTo>
                    <a:pt x="2471106" y="41029"/>
                  </a:lnTo>
                  <a:lnTo>
                    <a:pt x="2472178" y="41484"/>
                  </a:lnTo>
                  <a:lnTo>
                    <a:pt x="2473250" y="41941"/>
                  </a:lnTo>
                  <a:lnTo>
                    <a:pt x="2474321" y="42401"/>
                  </a:lnTo>
                  <a:lnTo>
                    <a:pt x="2475393" y="42862"/>
                  </a:lnTo>
                  <a:lnTo>
                    <a:pt x="2476464" y="43326"/>
                  </a:lnTo>
                  <a:lnTo>
                    <a:pt x="2477536" y="43792"/>
                  </a:lnTo>
                  <a:lnTo>
                    <a:pt x="2478608" y="44260"/>
                  </a:lnTo>
                  <a:lnTo>
                    <a:pt x="2479679" y="44730"/>
                  </a:lnTo>
                  <a:lnTo>
                    <a:pt x="2480751" y="45202"/>
                  </a:lnTo>
                  <a:lnTo>
                    <a:pt x="2481822" y="45676"/>
                  </a:lnTo>
                  <a:lnTo>
                    <a:pt x="2482894" y="46153"/>
                  </a:lnTo>
                  <a:lnTo>
                    <a:pt x="2483966" y="46631"/>
                  </a:lnTo>
                  <a:lnTo>
                    <a:pt x="2485037" y="47112"/>
                  </a:lnTo>
                  <a:lnTo>
                    <a:pt x="2486109" y="47595"/>
                  </a:lnTo>
                  <a:lnTo>
                    <a:pt x="2487180" y="48080"/>
                  </a:lnTo>
                  <a:lnTo>
                    <a:pt x="2488252" y="48567"/>
                  </a:lnTo>
                  <a:lnTo>
                    <a:pt x="2489323" y="49056"/>
                  </a:lnTo>
                  <a:lnTo>
                    <a:pt x="2490395" y="49547"/>
                  </a:lnTo>
                  <a:lnTo>
                    <a:pt x="2491467" y="50041"/>
                  </a:lnTo>
                  <a:lnTo>
                    <a:pt x="2492538" y="50536"/>
                  </a:lnTo>
                  <a:lnTo>
                    <a:pt x="2493610" y="51033"/>
                  </a:lnTo>
                  <a:lnTo>
                    <a:pt x="2494681" y="51533"/>
                  </a:lnTo>
                  <a:lnTo>
                    <a:pt x="2495753" y="52034"/>
                  </a:lnTo>
                  <a:lnTo>
                    <a:pt x="2496825" y="52538"/>
                  </a:lnTo>
                  <a:lnTo>
                    <a:pt x="2497896" y="53044"/>
                  </a:lnTo>
                  <a:lnTo>
                    <a:pt x="2498968" y="53551"/>
                  </a:lnTo>
                  <a:lnTo>
                    <a:pt x="2500039" y="54061"/>
                  </a:lnTo>
                  <a:lnTo>
                    <a:pt x="2501111" y="54573"/>
                  </a:lnTo>
                  <a:lnTo>
                    <a:pt x="2502183" y="55087"/>
                  </a:lnTo>
                  <a:lnTo>
                    <a:pt x="2503254" y="55603"/>
                  </a:lnTo>
                  <a:lnTo>
                    <a:pt x="2504326" y="56120"/>
                  </a:lnTo>
                  <a:lnTo>
                    <a:pt x="2505397" y="56640"/>
                  </a:lnTo>
                  <a:lnTo>
                    <a:pt x="2506469" y="57162"/>
                  </a:lnTo>
                  <a:lnTo>
                    <a:pt x="2507541" y="57686"/>
                  </a:lnTo>
                  <a:lnTo>
                    <a:pt x="2508612" y="58212"/>
                  </a:lnTo>
                  <a:lnTo>
                    <a:pt x="2509684" y="58739"/>
                  </a:lnTo>
                  <a:lnTo>
                    <a:pt x="2510755" y="59269"/>
                  </a:lnTo>
                  <a:lnTo>
                    <a:pt x="2511827" y="59801"/>
                  </a:lnTo>
                  <a:lnTo>
                    <a:pt x="2512899" y="60334"/>
                  </a:lnTo>
                  <a:lnTo>
                    <a:pt x="2513970" y="60870"/>
                  </a:lnTo>
                  <a:lnTo>
                    <a:pt x="2515042" y="61408"/>
                  </a:lnTo>
                  <a:lnTo>
                    <a:pt x="2516113" y="61947"/>
                  </a:lnTo>
                  <a:lnTo>
                    <a:pt x="2517185" y="62489"/>
                  </a:lnTo>
                  <a:lnTo>
                    <a:pt x="2518257" y="63032"/>
                  </a:lnTo>
                  <a:lnTo>
                    <a:pt x="2519328" y="63577"/>
                  </a:lnTo>
                  <a:lnTo>
                    <a:pt x="2520400" y="64125"/>
                  </a:lnTo>
                  <a:lnTo>
                    <a:pt x="2521471" y="64674"/>
                  </a:lnTo>
                  <a:lnTo>
                    <a:pt x="2522543" y="65225"/>
                  </a:lnTo>
                  <a:lnTo>
                    <a:pt x="2523615" y="65778"/>
                  </a:lnTo>
                  <a:lnTo>
                    <a:pt x="2524686" y="66333"/>
                  </a:lnTo>
                  <a:lnTo>
                    <a:pt x="2525758" y="66889"/>
                  </a:lnTo>
                  <a:lnTo>
                    <a:pt x="2526829" y="67448"/>
                  </a:lnTo>
                  <a:lnTo>
                    <a:pt x="2527901" y="68009"/>
                  </a:lnTo>
                  <a:lnTo>
                    <a:pt x="2528973" y="68571"/>
                  </a:lnTo>
                  <a:lnTo>
                    <a:pt x="2530044" y="69135"/>
                  </a:lnTo>
                  <a:lnTo>
                    <a:pt x="2531116" y="69701"/>
                  </a:lnTo>
                  <a:lnTo>
                    <a:pt x="2532187" y="70269"/>
                  </a:lnTo>
                  <a:lnTo>
                    <a:pt x="2533259" y="70839"/>
                  </a:lnTo>
                  <a:lnTo>
                    <a:pt x="2534331" y="71411"/>
                  </a:lnTo>
                  <a:lnTo>
                    <a:pt x="2535402" y="71984"/>
                  </a:lnTo>
                  <a:lnTo>
                    <a:pt x="2536474" y="72560"/>
                  </a:lnTo>
                  <a:lnTo>
                    <a:pt x="2537545" y="73137"/>
                  </a:lnTo>
                  <a:lnTo>
                    <a:pt x="2538617" y="73716"/>
                  </a:lnTo>
                  <a:lnTo>
                    <a:pt x="2539689" y="74297"/>
                  </a:lnTo>
                  <a:lnTo>
                    <a:pt x="2540760" y="74879"/>
                  </a:lnTo>
                  <a:lnTo>
                    <a:pt x="2541832" y="75464"/>
                  </a:lnTo>
                  <a:lnTo>
                    <a:pt x="2542903" y="76050"/>
                  </a:lnTo>
                  <a:lnTo>
                    <a:pt x="2543975" y="76638"/>
                  </a:lnTo>
                  <a:lnTo>
                    <a:pt x="2545047" y="77228"/>
                  </a:lnTo>
                  <a:lnTo>
                    <a:pt x="2546118" y="77819"/>
                  </a:lnTo>
                  <a:lnTo>
                    <a:pt x="2547190" y="78413"/>
                  </a:lnTo>
                  <a:lnTo>
                    <a:pt x="2548261" y="79008"/>
                  </a:lnTo>
                  <a:lnTo>
                    <a:pt x="2549333" y="79605"/>
                  </a:lnTo>
                  <a:lnTo>
                    <a:pt x="2550405" y="80203"/>
                  </a:lnTo>
                  <a:lnTo>
                    <a:pt x="2551476" y="80803"/>
                  </a:lnTo>
                  <a:lnTo>
                    <a:pt x="2552548" y="81406"/>
                  </a:lnTo>
                  <a:lnTo>
                    <a:pt x="2553619" y="82009"/>
                  </a:lnTo>
                  <a:lnTo>
                    <a:pt x="2554691" y="82615"/>
                  </a:lnTo>
                  <a:lnTo>
                    <a:pt x="2555763" y="83222"/>
                  </a:lnTo>
                  <a:lnTo>
                    <a:pt x="2556834" y="83831"/>
                  </a:lnTo>
                  <a:lnTo>
                    <a:pt x="2557906" y="84442"/>
                  </a:lnTo>
                  <a:lnTo>
                    <a:pt x="2558977" y="85054"/>
                  </a:lnTo>
                  <a:lnTo>
                    <a:pt x="2560049" y="85669"/>
                  </a:lnTo>
                  <a:lnTo>
                    <a:pt x="2561121" y="86284"/>
                  </a:lnTo>
                  <a:lnTo>
                    <a:pt x="2562192" y="86902"/>
                  </a:lnTo>
                  <a:lnTo>
                    <a:pt x="2563264" y="87521"/>
                  </a:lnTo>
                  <a:lnTo>
                    <a:pt x="2564335" y="88142"/>
                  </a:lnTo>
                  <a:lnTo>
                    <a:pt x="2565407" y="88764"/>
                  </a:lnTo>
                  <a:lnTo>
                    <a:pt x="2566479" y="89389"/>
                  </a:lnTo>
                  <a:lnTo>
                    <a:pt x="2567550" y="90014"/>
                  </a:lnTo>
                  <a:lnTo>
                    <a:pt x="2568622" y="90642"/>
                  </a:lnTo>
                  <a:lnTo>
                    <a:pt x="2569693" y="91271"/>
                  </a:lnTo>
                  <a:lnTo>
                    <a:pt x="2570765" y="91902"/>
                  </a:lnTo>
                  <a:lnTo>
                    <a:pt x="2571837" y="92534"/>
                  </a:lnTo>
                  <a:lnTo>
                    <a:pt x="2572908" y="93168"/>
                  </a:lnTo>
                  <a:lnTo>
                    <a:pt x="2573980" y="93804"/>
                  </a:lnTo>
                  <a:lnTo>
                    <a:pt x="2575051" y="94441"/>
                  </a:lnTo>
                  <a:lnTo>
                    <a:pt x="2576123" y="95080"/>
                  </a:lnTo>
                  <a:lnTo>
                    <a:pt x="2577195" y="95721"/>
                  </a:lnTo>
                  <a:lnTo>
                    <a:pt x="2578266" y="96363"/>
                  </a:lnTo>
                  <a:lnTo>
                    <a:pt x="2579338" y="97007"/>
                  </a:lnTo>
                  <a:lnTo>
                    <a:pt x="2580409" y="97652"/>
                  </a:lnTo>
                  <a:lnTo>
                    <a:pt x="2581481" y="98299"/>
                  </a:lnTo>
                  <a:lnTo>
                    <a:pt x="2582553" y="98947"/>
                  </a:lnTo>
                  <a:lnTo>
                    <a:pt x="2583624" y="99597"/>
                  </a:lnTo>
                  <a:lnTo>
                    <a:pt x="2584696" y="100249"/>
                  </a:lnTo>
                  <a:lnTo>
                    <a:pt x="2585767" y="100902"/>
                  </a:lnTo>
                  <a:lnTo>
                    <a:pt x="2586839" y="101556"/>
                  </a:lnTo>
                  <a:lnTo>
                    <a:pt x="2587911" y="102213"/>
                  </a:lnTo>
                  <a:lnTo>
                    <a:pt x="2588982" y="102870"/>
                  </a:lnTo>
                  <a:lnTo>
                    <a:pt x="2590054" y="103530"/>
                  </a:lnTo>
                  <a:lnTo>
                    <a:pt x="2591125" y="104191"/>
                  </a:lnTo>
                  <a:lnTo>
                    <a:pt x="2592197" y="104853"/>
                  </a:lnTo>
                  <a:lnTo>
                    <a:pt x="2593269" y="105517"/>
                  </a:lnTo>
                  <a:lnTo>
                    <a:pt x="2594340" y="106182"/>
                  </a:lnTo>
                  <a:lnTo>
                    <a:pt x="2595412" y="106849"/>
                  </a:lnTo>
                  <a:lnTo>
                    <a:pt x="2596483" y="107517"/>
                  </a:lnTo>
                  <a:lnTo>
                    <a:pt x="2597555" y="108187"/>
                  </a:lnTo>
                  <a:lnTo>
                    <a:pt x="2598627" y="108859"/>
                  </a:lnTo>
                  <a:lnTo>
                    <a:pt x="2599698" y="109531"/>
                  </a:lnTo>
                  <a:lnTo>
                    <a:pt x="2600770" y="110206"/>
                  </a:lnTo>
                  <a:lnTo>
                    <a:pt x="2601841" y="110881"/>
                  </a:lnTo>
                  <a:lnTo>
                    <a:pt x="2602913" y="111559"/>
                  </a:lnTo>
                  <a:lnTo>
                    <a:pt x="2603985" y="112237"/>
                  </a:lnTo>
                  <a:lnTo>
                    <a:pt x="2605056" y="112917"/>
                  </a:lnTo>
                  <a:lnTo>
                    <a:pt x="2606128" y="113599"/>
                  </a:lnTo>
                  <a:lnTo>
                    <a:pt x="2607199" y="114282"/>
                  </a:lnTo>
                  <a:lnTo>
                    <a:pt x="2608271" y="114966"/>
                  </a:lnTo>
                  <a:lnTo>
                    <a:pt x="2609343" y="115652"/>
                  </a:lnTo>
                  <a:lnTo>
                    <a:pt x="2610414" y="116340"/>
                  </a:lnTo>
                  <a:lnTo>
                    <a:pt x="2611486" y="117028"/>
                  </a:lnTo>
                  <a:lnTo>
                    <a:pt x="2612557" y="117718"/>
                  </a:lnTo>
                  <a:lnTo>
                    <a:pt x="2613629" y="118410"/>
                  </a:lnTo>
                  <a:lnTo>
                    <a:pt x="2614701" y="119103"/>
                  </a:lnTo>
                  <a:lnTo>
                    <a:pt x="2615772" y="119797"/>
                  </a:lnTo>
                  <a:lnTo>
                    <a:pt x="2616844" y="120493"/>
                  </a:lnTo>
                  <a:lnTo>
                    <a:pt x="2617915" y="121190"/>
                  </a:lnTo>
                  <a:lnTo>
                    <a:pt x="2618987" y="121888"/>
                  </a:lnTo>
                  <a:lnTo>
                    <a:pt x="2620059" y="122588"/>
                  </a:lnTo>
                  <a:lnTo>
                    <a:pt x="2621130" y="123289"/>
                  </a:lnTo>
                  <a:lnTo>
                    <a:pt x="2622202" y="123992"/>
                  </a:lnTo>
                  <a:lnTo>
                    <a:pt x="2623273" y="124696"/>
                  </a:lnTo>
                  <a:lnTo>
                    <a:pt x="2624345" y="125401"/>
                  </a:lnTo>
                  <a:lnTo>
                    <a:pt x="2625417" y="126108"/>
                  </a:lnTo>
                  <a:lnTo>
                    <a:pt x="2626488" y="126815"/>
                  </a:lnTo>
                  <a:lnTo>
                    <a:pt x="2627560" y="127525"/>
                  </a:lnTo>
                  <a:lnTo>
                    <a:pt x="2628631" y="128235"/>
                  </a:lnTo>
                  <a:lnTo>
                    <a:pt x="2629703" y="128947"/>
                  </a:lnTo>
                  <a:lnTo>
                    <a:pt x="2630775" y="129660"/>
                  </a:lnTo>
                  <a:lnTo>
                    <a:pt x="2631846" y="130375"/>
                  </a:lnTo>
                  <a:lnTo>
                    <a:pt x="2632918" y="131090"/>
                  </a:lnTo>
                  <a:lnTo>
                    <a:pt x="2633989" y="131807"/>
                  </a:lnTo>
                  <a:lnTo>
                    <a:pt x="2635061" y="132526"/>
                  </a:lnTo>
                  <a:lnTo>
                    <a:pt x="2636133" y="133245"/>
                  </a:lnTo>
                  <a:lnTo>
                    <a:pt x="2637204" y="133966"/>
                  </a:lnTo>
                  <a:lnTo>
                    <a:pt x="2638276" y="134689"/>
                  </a:lnTo>
                  <a:lnTo>
                    <a:pt x="2639347" y="135412"/>
                  </a:lnTo>
                  <a:lnTo>
                    <a:pt x="2640419" y="136137"/>
                  </a:lnTo>
                  <a:lnTo>
                    <a:pt x="2641491" y="136863"/>
                  </a:lnTo>
                  <a:lnTo>
                    <a:pt x="2642562" y="137590"/>
                  </a:lnTo>
                  <a:lnTo>
                    <a:pt x="2643634" y="138318"/>
                  </a:lnTo>
                  <a:lnTo>
                    <a:pt x="2644705" y="139048"/>
                  </a:lnTo>
                  <a:lnTo>
                    <a:pt x="2645777" y="139779"/>
                  </a:lnTo>
                  <a:lnTo>
                    <a:pt x="2646849" y="140511"/>
                  </a:lnTo>
                  <a:lnTo>
                    <a:pt x="2647920" y="141244"/>
                  </a:lnTo>
                  <a:lnTo>
                    <a:pt x="2648992" y="141979"/>
                  </a:lnTo>
                  <a:lnTo>
                    <a:pt x="2650063" y="142714"/>
                  </a:lnTo>
                  <a:lnTo>
                    <a:pt x="2651135" y="143451"/>
                  </a:lnTo>
                  <a:lnTo>
                    <a:pt x="2652207" y="144189"/>
                  </a:lnTo>
                  <a:lnTo>
                    <a:pt x="2653278" y="144929"/>
                  </a:lnTo>
                  <a:lnTo>
                    <a:pt x="2654350" y="145669"/>
                  </a:lnTo>
                  <a:lnTo>
                    <a:pt x="2655421" y="146411"/>
                  </a:lnTo>
                  <a:lnTo>
                    <a:pt x="2656493" y="147154"/>
                  </a:lnTo>
                  <a:lnTo>
                    <a:pt x="2657565" y="147898"/>
                  </a:lnTo>
                  <a:lnTo>
                    <a:pt x="2658636" y="148643"/>
                  </a:lnTo>
                  <a:lnTo>
                    <a:pt x="2659708" y="149389"/>
                  </a:lnTo>
                  <a:lnTo>
                    <a:pt x="2660779" y="150137"/>
                  </a:lnTo>
                  <a:lnTo>
                    <a:pt x="2661851" y="150885"/>
                  </a:lnTo>
                  <a:lnTo>
                    <a:pt x="2662922" y="151635"/>
                  </a:lnTo>
                  <a:lnTo>
                    <a:pt x="2663994" y="152386"/>
                  </a:lnTo>
                  <a:lnTo>
                    <a:pt x="2665066" y="153138"/>
                  </a:lnTo>
                  <a:lnTo>
                    <a:pt x="2666137" y="153891"/>
                  </a:lnTo>
                  <a:lnTo>
                    <a:pt x="2667209" y="154645"/>
                  </a:lnTo>
                  <a:lnTo>
                    <a:pt x="2668280" y="155401"/>
                  </a:lnTo>
                  <a:lnTo>
                    <a:pt x="2669352" y="156157"/>
                  </a:lnTo>
                  <a:lnTo>
                    <a:pt x="2670424" y="156915"/>
                  </a:lnTo>
                  <a:lnTo>
                    <a:pt x="2671495" y="157673"/>
                  </a:lnTo>
                  <a:lnTo>
                    <a:pt x="2672567" y="158433"/>
                  </a:lnTo>
                  <a:lnTo>
                    <a:pt x="2673638" y="159194"/>
                  </a:lnTo>
                  <a:lnTo>
                    <a:pt x="2674710" y="159956"/>
                  </a:lnTo>
                  <a:lnTo>
                    <a:pt x="2675782" y="160719"/>
                  </a:lnTo>
                  <a:lnTo>
                    <a:pt x="2676853" y="161483"/>
                  </a:lnTo>
                  <a:lnTo>
                    <a:pt x="2677925" y="162248"/>
                  </a:lnTo>
                  <a:lnTo>
                    <a:pt x="2678996" y="163014"/>
                  </a:lnTo>
                  <a:lnTo>
                    <a:pt x="2680068" y="163781"/>
                  </a:lnTo>
                  <a:lnTo>
                    <a:pt x="2681140" y="164549"/>
                  </a:lnTo>
                  <a:lnTo>
                    <a:pt x="2682211" y="165318"/>
                  </a:lnTo>
                  <a:lnTo>
                    <a:pt x="2683283" y="166089"/>
                  </a:lnTo>
                  <a:lnTo>
                    <a:pt x="2684354" y="166860"/>
                  </a:lnTo>
                  <a:lnTo>
                    <a:pt x="2685426" y="167632"/>
                  </a:lnTo>
                  <a:lnTo>
                    <a:pt x="2686498" y="168405"/>
                  </a:lnTo>
                  <a:lnTo>
                    <a:pt x="2687569" y="169180"/>
                  </a:lnTo>
                  <a:lnTo>
                    <a:pt x="2688641" y="169955"/>
                  </a:lnTo>
                  <a:lnTo>
                    <a:pt x="2689712" y="170731"/>
                  </a:lnTo>
                  <a:lnTo>
                    <a:pt x="2690784" y="171509"/>
                  </a:lnTo>
                  <a:lnTo>
                    <a:pt x="2691856" y="172287"/>
                  </a:lnTo>
                  <a:lnTo>
                    <a:pt x="2692927" y="173066"/>
                  </a:lnTo>
                  <a:lnTo>
                    <a:pt x="2693999" y="173846"/>
                  </a:lnTo>
                  <a:lnTo>
                    <a:pt x="2695070" y="174628"/>
                  </a:lnTo>
                  <a:lnTo>
                    <a:pt x="2696142" y="175410"/>
                  </a:lnTo>
                  <a:lnTo>
                    <a:pt x="2697214" y="176193"/>
                  </a:lnTo>
                  <a:lnTo>
                    <a:pt x="2698285" y="176977"/>
                  </a:lnTo>
                  <a:lnTo>
                    <a:pt x="2699357" y="177762"/>
                  </a:lnTo>
                  <a:lnTo>
                    <a:pt x="2700428" y="178548"/>
                  </a:lnTo>
                  <a:lnTo>
                    <a:pt x="2701500" y="179335"/>
                  </a:lnTo>
                  <a:lnTo>
                    <a:pt x="2702572" y="180123"/>
                  </a:lnTo>
                  <a:lnTo>
                    <a:pt x="2703643" y="180911"/>
                  </a:lnTo>
                  <a:lnTo>
                    <a:pt x="2704715" y="181701"/>
                  </a:lnTo>
                  <a:lnTo>
                    <a:pt x="2705786" y="182492"/>
                  </a:lnTo>
                  <a:lnTo>
                    <a:pt x="2706858" y="183283"/>
                  </a:lnTo>
                  <a:lnTo>
                    <a:pt x="2707930" y="184075"/>
                  </a:lnTo>
                  <a:lnTo>
                    <a:pt x="2709001" y="184869"/>
                  </a:lnTo>
                  <a:lnTo>
                    <a:pt x="2710073" y="185663"/>
                  </a:lnTo>
                  <a:lnTo>
                    <a:pt x="2711144" y="186458"/>
                  </a:lnTo>
                  <a:lnTo>
                    <a:pt x="2712216" y="187254"/>
                  </a:lnTo>
                  <a:lnTo>
                    <a:pt x="2713288" y="188051"/>
                  </a:lnTo>
                  <a:lnTo>
                    <a:pt x="2714359" y="188848"/>
                  </a:lnTo>
                  <a:lnTo>
                    <a:pt x="2715431" y="189647"/>
                  </a:lnTo>
                  <a:lnTo>
                    <a:pt x="2716502" y="190446"/>
                  </a:lnTo>
                  <a:lnTo>
                    <a:pt x="2717574" y="191246"/>
                  </a:lnTo>
                  <a:lnTo>
                    <a:pt x="2718646" y="192047"/>
                  </a:lnTo>
                  <a:lnTo>
                    <a:pt x="2719717" y="192849"/>
                  </a:lnTo>
                  <a:lnTo>
                    <a:pt x="2720789" y="193652"/>
                  </a:lnTo>
                  <a:lnTo>
                    <a:pt x="2721860" y="194456"/>
                  </a:lnTo>
                  <a:lnTo>
                    <a:pt x="2722932" y="195260"/>
                  </a:lnTo>
                  <a:lnTo>
                    <a:pt x="2724004" y="196065"/>
                  </a:lnTo>
                  <a:lnTo>
                    <a:pt x="2725075" y="196871"/>
                  </a:lnTo>
                  <a:lnTo>
                    <a:pt x="2726147" y="197678"/>
                  </a:lnTo>
                  <a:lnTo>
                    <a:pt x="2727218" y="198486"/>
                  </a:lnTo>
                  <a:lnTo>
                    <a:pt x="2728290" y="199294"/>
                  </a:lnTo>
                  <a:lnTo>
                    <a:pt x="2729362" y="200104"/>
                  </a:lnTo>
                  <a:lnTo>
                    <a:pt x="2730433" y="200914"/>
                  </a:lnTo>
                  <a:lnTo>
                    <a:pt x="2731505" y="201725"/>
                  </a:lnTo>
                  <a:lnTo>
                    <a:pt x="2732576" y="202536"/>
                  </a:lnTo>
                  <a:lnTo>
                    <a:pt x="2733648" y="203349"/>
                  </a:lnTo>
                  <a:lnTo>
                    <a:pt x="2734720" y="204162"/>
                  </a:lnTo>
                  <a:lnTo>
                    <a:pt x="2735791" y="204976"/>
                  </a:lnTo>
                  <a:lnTo>
                    <a:pt x="2736863" y="205790"/>
                  </a:lnTo>
                  <a:lnTo>
                    <a:pt x="2737934" y="206606"/>
                  </a:lnTo>
                  <a:lnTo>
                    <a:pt x="2739006" y="207422"/>
                  </a:lnTo>
                  <a:lnTo>
                    <a:pt x="2740078" y="208239"/>
                  </a:lnTo>
                  <a:lnTo>
                    <a:pt x="2741149" y="209056"/>
                  </a:lnTo>
                  <a:lnTo>
                    <a:pt x="2742221" y="209875"/>
                  </a:lnTo>
                  <a:lnTo>
                    <a:pt x="2743292" y="210694"/>
                  </a:lnTo>
                  <a:lnTo>
                    <a:pt x="2744364" y="211514"/>
                  </a:lnTo>
                  <a:lnTo>
                    <a:pt x="2745436" y="212334"/>
                  </a:lnTo>
                  <a:lnTo>
                    <a:pt x="2746507" y="213155"/>
                  </a:lnTo>
                  <a:lnTo>
                    <a:pt x="2747579" y="213977"/>
                  </a:lnTo>
                  <a:lnTo>
                    <a:pt x="2748650" y="214800"/>
                  </a:lnTo>
                  <a:lnTo>
                    <a:pt x="2749722" y="215623"/>
                  </a:lnTo>
                  <a:lnTo>
                    <a:pt x="2750794" y="216447"/>
                  </a:lnTo>
                  <a:lnTo>
                    <a:pt x="2751865" y="217272"/>
                  </a:lnTo>
                  <a:lnTo>
                    <a:pt x="2752937" y="218097"/>
                  </a:lnTo>
                  <a:lnTo>
                    <a:pt x="2754008" y="218923"/>
                  </a:lnTo>
                  <a:lnTo>
                    <a:pt x="2755080" y="219750"/>
                  </a:lnTo>
                  <a:lnTo>
                    <a:pt x="2756152" y="220577"/>
                  </a:lnTo>
                  <a:lnTo>
                    <a:pt x="2757223" y="221405"/>
                  </a:lnTo>
                  <a:lnTo>
                    <a:pt x="2758295" y="222234"/>
                  </a:lnTo>
                  <a:lnTo>
                    <a:pt x="2759366" y="223063"/>
                  </a:lnTo>
                  <a:lnTo>
                    <a:pt x="2760438" y="223893"/>
                  </a:lnTo>
                  <a:lnTo>
                    <a:pt x="2761510" y="224724"/>
                  </a:lnTo>
                  <a:lnTo>
                    <a:pt x="2762581" y="225555"/>
                  </a:lnTo>
                  <a:lnTo>
                    <a:pt x="2763653" y="226387"/>
                  </a:lnTo>
                  <a:lnTo>
                    <a:pt x="2764724" y="227220"/>
                  </a:lnTo>
                  <a:lnTo>
                    <a:pt x="2765796" y="228053"/>
                  </a:lnTo>
                  <a:lnTo>
                    <a:pt x="2766868" y="228886"/>
                  </a:lnTo>
                  <a:lnTo>
                    <a:pt x="2767939" y="229721"/>
                  </a:lnTo>
                  <a:lnTo>
                    <a:pt x="2769011" y="230556"/>
                  </a:lnTo>
                  <a:lnTo>
                    <a:pt x="2770082" y="231391"/>
                  </a:lnTo>
                  <a:lnTo>
                    <a:pt x="2771154" y="232227"/>
                  </a:lnTo>
                  <a:lnTo>
                    <a:pt x="2772226" y="233064"/>
                  </a:lnTo>
                  <a:lnTo>
                    <a:pt x="2773297" y="233901"/>
                  </a:lnTo>
                  <a:lnTo>
                    <a:pt x="2774369" y="234739"/>
                  </a:lnTo>
                  <a:lnTo>
                    <a:pt x="2775440" y="235577"/>
                  </a:lnTo>
                  <a:lnTo>
                    <a:pt x="2776512" y="236416"/>
                  </a:lnTo>
                  <a:lnTo>
                    <a:pt x="2777584" y="237256"/>
                  </a:lnTo>
                  <a:lnTo>
                    <a:pt x="2778655" y="238096"/>
                  </a:lnTo>
                  <a:lnTo>
                    <a:pt x="2779727" y="238936"/>
                  </a:lnTo>
                  <a:lnTo>
                    <a:pt x="2780798" y="239778"/>
                  </a:lnTo>
                  <a:lnTo>
                    <a:pt x="2781870" y="240619"/>
                  </a:lnTo>
                  <a:lnTo>
                    <a:pt x="2782942" y="241462"/>
                  </a:lnTo>
                  <a:lnTo>
                    <a:pt x="2784013" y="242304"/>
                  </a:lnTo>
                  <a:lnTo>
                    <a:pt x="2785085" y="243148"/>
                  </a:lnTo>
                  <a:lnTo>
                    <a:pt x="2786156" y="243992"/>
                  </a:lnTo>
                  <a:lnTo>
                    <a:pt x="2787228" y="244836"/>
                  </a:lnTo>
                  <a:lnTo>
                    <a:pt x="2788300" y="245681"/>
                  </a:lnTo>
                  <a:lnTo>
                    <a:pt x="2789371" y="246526"/>
                  </a:lnTo>
                  <a:lnTo>
                    <a:pt x="2790443" y="247372"/>
                  </a:lnTo>
                  <a:lnTo>
                    <a:pt x="2791514" y="248218"/>
                  </a:lnTo>
                  <a:lnTo>
                    <a:pt x="2792586" y="249065"/>
                  </a:lnTo>
                  <a:lnTo>
                    <a:pt x="2793658" y="249912"/>
                  </a:lnTo>
                  <a:lnTo>
                    <a:pt x="2794729" y="250760"/>
                  </a:lnTo>
                  <a:lnTo>
                    <a:pt x="2795801" y="251609"/>
                  </a:lnTo>
                  <a:lnTo>
                    <a:pt x="2796872" y="252457"/>
                  </a:lnTo>
                  <a:lnTo>
                    <a:pt x="2797944" y="253307"/>
                  </a:lnTo>
                  <a:lnTo>
                    <a:pt x="2799016" y="254156"/>
                  </a:lnTo>
                  <a:lnTo>
                    <a:pt x="2800087" y="255006"/>
                  </a:lnTo>
                  <a:lnTo>
                    <a:pt x="2801159" y="255857"/>
                  </a:lnTo>
                  <a:lnTo>
                    <a:pt x="2802230" y="256708"/>
                  </a:lnTo>
                  <a:lnTo>
                    <a:pt x="2803302" y="257560"/>
                  </a:lnTo>
                  <a:lnTo>
                    <a:pt x="2804374" y="258411"/>
                  </a:lnTo>
                  <a:lnTo>
                    <a:pt x="2805445" y="259264"/>
                  </a:lnTo>
                  <a:lnTo>
                    <a:pt x="2806517" y="260117"/>
                  </a:lnTo>
                  <a:lnTo>
                    <a:pt x="2807588" y="260970"/>
                  </a:lnTo>
                  <a:lnTo>
                    <a:pt x="2808660" y="261823"/>
                  </a:lnTo>
                  <a:lnTo>
                    <a:pt x="2809732" y="262677"/>
                  </a:lnTo>
                  <a:lnTo>
                    <a:pt x="2810803" y="263532"/>
                  </a:lnTo>
                  <a:lnTo>
                    <a:pt x="2811875" y="264387"/>
                  </a:lnTo>
                  <a:lnTo>
                    <a:pt x="2812946" y="265242"/>
                  </a:lnTo>
                  <a:lnTo>
                    <a:pt x="2814018" y="266098"/>
                  </a:lnTo>
                  <a:lnTo>
                    <a:pt x="2815090" y="266954"/>
                  </a:lnTo>
                  <a:lnTo>
                    <a:pt x="2816161" y="267810"/>
                  </a:lnTo>
                  <a:lnTo>
                    <a:pt x="2817233" y="268667"/>
                  </a:lnTo>
                  <a:lnTo>
                    <a:pt x="2818304" y="269524"/>
                  </a:lnTo>
                  <a:lnTo>
                    <a:pt x="2819376" y="270382"/>
                  </a:lnTo>
                  <a:lnTo>
                    <a:pt x="2820448" y="271239"/>
                  </a:lnTo>
                  <a:lnTo>
                    <a:pt x="2821519" y="272098"/>
                  </a:lnTo>
                  <a:lnTo>
                    <a:pt x="2822591" y="272956"/>
                  </a:lnTo>
                  <a:lnTo>
                    <a:pt x="2823662" y="273815"/>
                  </a:lnTo>
                  <a:lnTo>
                    <a:pt x="2824734" y="274675"/>
                  </a:lnTo>
                  <a:lnTo>
                    <a:pt x="2825806" y="275534"/>
                  </a:lnTo>
                  <a:lnTo>
                    <a:pt x="2826877" y="276394"/>
                  </a:lnTo>
                  <a:lnTo>
                    <a:pt x="2827949" y="277255"/>
                  </a:lnTo>
                  <a:lnTo>
                    <a:pt x="2829020" y="278115"/>
                  </a:lnTo>
                  <a:lnTo>
                    <a:pt x="2830092" y="278976"/>
                  </a:lnTo>
                  <a:lnTo>
                    <a:pt x="2831164" y="279838"/>
                  </a:lnTo>
                  <a:lnTo>
                    <a:pt x="2832235" y="280699"/>
                  </a:lnTo>
                  <a:lnTo>
                    <a:pt x="2833307" y="281561"/>
                  </a:lnTo>
                  <a:lnTo>
                    <a:pt x="2834378" y="282423"/>
                  </a:lnTo>
                  <a:lnTo>
                    <a:pt x="2835450" y="283286"/>
                  </a:lnTo>
                  <a:lnTo>
                    <a:pt x="2836522" y="284149"/>
                  </a:lnTo>
                  <a:lnTo>
                    <a:pt x="2837593" y="285012"/>
                  </a:lnTo>
                  <a:lnTo>
                    <a:pt x="2838665" y="285875"/>
                  </a:lnTo>
                  <a:lnTo>
                    <a:pt x="2839736" y="286739"/>
                  </a:lnTo>
                  <a:lnTo>
                    <a:pt x="2840808" y="287603"/>
                  </a:lnTo>
                  <a:lnTo>
                    <a:pt x="2841879" y="288467"/>
                  </a:lnTo>
                  <a:lnTo>
                    <a:pt x="2842951" y="289332"/>
                  </a:lnTo>
                  <a:lnTo>
                    <a:pt x="2844023" y="290196"/>
                  </a:lnTo>
                  <a:lnTo>
                    <a:pt x="2845094" y="291061"/>
                  </a:lnTo>
                  <a:lnTo>
                    <a:pt x="2846166" y="291927"/>
                  </a:lnTo>
                  <a:lnTo>
                    <a:pt x="2847237" y="292792"/>
                  </a:lnTo>
                  <a:lnTo>
                    <a:pt x="2848309" y="293658"/>
                  </a:lnTo>
                  <a:lnTo>
                    <a:pt x="2849381" y="294524"/>
                  </a:lnTo>
                  <a:lnTo>
                    <a:pt x="2850452" y="295390"/>
                  </a:lnTo>
                  <a:lnTo>
                    <a:pt x="2851524" y="296257"/>
                  </a:lnTo>
                  <a:lnTo>
                    <a:pt x="2852595" y="297124"/>
                  </a:lnTo>
                  <a:lnTo>
                    <a:pt x="2853667" y="297991"/>
                  </a:lnTo>
                  <a:lnTo>
                    <a:pt x="2854739" y="298858"/>
                  </a:lnTo>
                  <a:lnTo>
                    <a:pt x="2855810" y="299725"/>
                  </a:lnTo>
                  <a:lnTo>
                    <a:pt x="2856882" y="300593"/>
                  </a:lnTo>
                  <a:lnTo>
                    <a:pt x="2857953" y="301461"/>
                  </a:lnTo>
                  <a:lnTo>
                    <a:pt x="2859025" y="302329"/>
                  </a:lnTo>
                  <a:lnTo>
                    <a:pt x="2860097" y="303197"/>
                  </a:lnTo>
                  <a:lnTo>
                    <a:pt x="2861168" y="304065"/>
                  </a:lnTo>
                  <a:lnTo>
                    <a:pt x="2862240" y="304934"/>
                  </a:lnTo>
                  <a:lnTo>
                    <a:pt x="2863311" y="305803"/>
                  </a:lnTo>
                  <a:lnTo>
                    <a:pt x="2864383" y="306672"/>
                  </a:lnTo>
                  <a:lnTo>
                    <a:pt x="2865455" y="307541"/>
                  </a:lnTo>
                  <a:lnTo>
                    <a:pt x="2866526" y="308410"/>
                  </a:lnTo>
                  <a:lnTo>
                    <a:pt x="2867598" y="309280"/>
                  </a:lnTo>
                  <a:lnTo>
                    <a:pt x="2868669" y="310149"/>
                  </a:lnTo>
                  <a:lnTo>
                    <a:pt x="2869741" y="311019"/>
                  </a:lnTo>
                  <a:lnTo>
                    <a:pt x="2870813" y="311889"/>
                  </a:lnTo>
                  <a:lnTo>
                    <a:pt x="2871884" y="312759"/>
                  </a:lnTo>
                  <a:lnTo>
                    <a:pt x="2872956" y="313629"/>
                  </a:lnTo>
                  <a:lnTo>
                    <a:pt x="2874027" y="314500"/>
                  </a:lnTo>
                  <a:lnTo>
                    <a:pt x="2875099" y="315370"/>
                  </a:lnTo>
                  <a:lnTo>
                    <a:pt x="2876171" y="316241"/>
                  </a:lnTo>
                  <a:lnTo>
                    <a:pt x="2877242" y="317112"/>
                  </a:lnTo>
                  <a:lnTo>
                    <a:pt x="2878314" y="317983"/>
                  </a:lnTo>
                  <a:lnTo>
                    <a:pt x="2879385" y="318854"/>
                  </a:lnTo>
                  <a:lnTo>
                    <a:pt x="2880457" y="319725"/>
                  </a:lnTo>
                  <a:lnTo>
                    <a:pt x="2881529" y="320596"/>
                  </a:lnTo>
                  <a:lnTo>
                    <a:pt x="2882600" y="321468"/>
                  </a:lnTo>
                  <a:lnTo>
                    <a:pt x="2883672" y="322339"/>
                  </a:lnTo>
                  <a:lnTo>
                    <a:pt x="2884743" y="323211"/>
                  </a:lnTo>
                  <a:lnTo>
                    <a:pt x="2885815" y="324082"/>
                  </a:lnTo>
                  <a:lnTo>
                    <a:pt x="2886887" y="324954"/>
                  </a:lnTo>
                  <a:lnTo>
                    <a:pt x="2887958" y="325826"/>
                  </a:lnTo>
                  <a:lnTo>
                    <a:pt x="2889030" y="326698"/>
                  </a:lnTo>
                  <a:lnTo>
                    <a:pt x="2890101" y="327570"/>
                  </a:lnTo>
                  <a:lnTo>
                    <a:pt x="2891173" y="328442"/>
                  </a:lnTo>
                  <a:lnTo>
                    <a:pt x="2892245" y="329314"/>
                  </a:lnTo>
                  <a:lnTo>
                    <a:pt x="2893316" y="330186"/>
                  </a:lnTo>
                  <a:lnTo>
                    <a:pt x="2894388" y="331059"/>
                  </a:lnTo>
                  <a:lnTo>
                    <a:pt x="2895459" y="331931"/>
                  </a:lnTo>
                  <a:lnTo>
                    <a:pt x="2896531" y="332803"/>
                  </a:lnTo>
                  <a:lnTo>
                    <a:pt x="2897603" y="333676"/>
                  </a:lnTo>
                  <a:lnTo>
                    <a:pt x="2898674" y="334548"/>
                  </a:lnTo>
                  <a:lnTo>
                    <a:pt x="2899746" y="335421"/>
                  </a:lnTo>
                  <a:lnTo>
                    <a:pt x="2900817" y="336293"/>
                  </a:lnTo>
                  <a:lnTo>
                    <a:pt x="2901889" y="337166"/>
                  </a:lnTo>
                  <a:lnTo>
                    <a:pt x="2902961" y="338039"/>
                  </a:lnTo>
                  <a:lnTo>
                    <a:pt x="2904032" y="338911"/>
                  </a:lnTo>
                  <a:lnTo>
                    <a:pt x="2905104" y="339784"/>
                  </a:lnTo>
                  <a:lnTo>
                    <a:pt x="2906175" y="340657"/>
                  </a:lnTo>
                  <a:lnTo>
                    <a:pt x="2907247" y="341530"/>
                  </a:lnTo>
                  <a:lnTo>
                    <a:pt x="2908319" y="342402"/>
                  </a:lnTo>
                  <a:lnTo>
                    <a:pt x="2909390" y="343275"/>
                  </a:lnTo>
                  <a:lnTo>
                    <a:pt x="2910462" y="344148"/>
                  </a:lnTo>
                  <a:lnTo>
                    <a:pt x="2911533" y="345021"/>
                  </a:lnTo>
                  <a:lnTo>
                    <a:pt x="2912605" y="345893"/>
                  </a:lnTo>
                  <a:lnTo>
                    <a:pt x="2913677" y="346766"/>
                  </a:lnTo>
                  <a:lnTo>
                    <a:pt x="2914748" y="347639"/>
                  </a:lnTo>
                  <a:lnTo>
                    <a:pt x="2915820" y="348511"/>
                  </a:lnTo>
                  <a:lnTo>
                    <a:pt x="2916891" y="349384"/>
                  </a:lnTo>
                  <a:lnTo>
                    <a:pt x="2917963" y="350257"/>
                  </a:lnTo>
                  <a:lnTo>
                    <a:pt x="2919035" y="351129"/>
                  </a:lnTo>
                  <a:lnTo>
                    <a:pt x="2920106" y="352002"/>
                  </a:lnTo>
                  <a:lnTo>
                    <a:pt x="2921178" y="352874"/>
                  </a:lnTo>
                  <a:lnTo>
                    <a:pt x="2922249" y="353747"/>
                  </a:lnTo>
                  <a:lnTo>
                    <a:pt x="2923321" y="354619"/>
                  </a:lnTo>
                  <a:lnTo>
                    <a:pt x="2924393" y="355492"/>
                  </a:lnTo>
                  <a:lnTo>
                    <a:pt x="2925464" y="356364"/>
                  </a:lnTo>
                  <a:lnTo>
                    <a:pt x="2926536" y="357237"/>
                  </a:lnTo>
                  <a:lnTo>
                    <a:pt x="2927607" y="358109"/>
                  </a:lnTo>
                  <a:lnTo>
                    <a:pt x="2928679" y="358981"/>
                  </a:lnTo>
                  <a:lnTo>
                    <a:pt x="2929751" y="359853"/>
                  </a:lnTo>
                  <a:lnTo>
                    <a:pt x="2930822" y="360725"/>
                  </a:lnTo>
                  <a:lnTo>
                    <a:pt x="2931894" y="361597"/>
                  </a:lnTo>
                  <a:lnTo>
                    <a:pt x="2932965" y="362469"/>
                  </a:lnTo>
                  <a:lnTo>
                    <a:pt x="2934037" y="363341"/>
                  </a:lnTo>
                  <a:lnTo>
                    <a:pt x="2935109" y="364213"/>
                  </a:lnTo>
                  <a:lnTo>
                    <a:pt x="2936180" y="365084"/>
                  </a:lnTo>
                  <a:lnTo>
                    <a:pt x="2937252" y="365956"/>
                  </a:lnTo>
                  <a:lnTo>
                    <a:pt x="2938323" y="366827"/>
                  </a:lnTo>
                  <a:lnTo>
                    <a:pt x="2939395" y="367698"/>
                  </a:lnTo>
                  <a:lnTo>
                    <a:pt x="2940467" y="368570"/>
                  </a:lnTo>
                  <a:lnTo>
                    <a:pt x="2941538" y="369441"/>
                  </a:lnTo>
                  <a:lnTo>
                    <a:pt x="2942610" y="370312"/>
                  </a:lnTo>
                  <a:lnTo>
                    <a:pt x="2943681" y="371183"/>
                  </a:lnTo>
                  <a:lnTo>
                    <a:pt x="2944753" y="372054"/>
                  </a:lnTo>
                  <a:lnTo>
                    <a:pt x="2945825" y="372924"/>
                  </a:lnTo>
                  <a:lnTo>
                    <a:pt x="2946896" y="373795"/>
                  </a:lnTo>
                  <a:lnTo>
                    <a:pt x="2947968" y="374665"/>
                  </a:lnTo>
                  <a:lnTo>
                    <a:pt x="2949039" y="375535"/>
                  </a:lnTo>
                  <a:lnTo>
                    <a:pt x="2950111" y="376405"/>
                  </a:lnTo>
                  <a:lnTo>
                    <a:pt x="2951183" y="377275"/>
                  </a:lnTo>
                  <a:lnTo>
                    <a:pt x="2952254" y="378145"/>
                  </a:lnTo>
                  <a:lnTo>
                    <a:pt x="2953326" y="379015"/>
                  </a:lnTo>
                  <a:lnTo>
                    <a:pt x="2954397" y="379884"/>
                  </a:lnTo>
                  <a:lnTo>
                    <a:pt x="2955469" y="380754"/>
                  </a:lnTo>
                  <a:lnTo>
                    <a:pt x="2956541" y="381623"/>
                  </a:lnTo>
                  <a:lnTo>
                    <a:pt x="2957612" y="382492"/>
                  </a:lnTo>
                  <a:lnTo>
                    <a:pt x="2958684" y="383361"/>
                  </a:lnTo>
                  <a:lnTo>
                    <a:pt x="2959755" y="384230"/>
                  </a:lnTo>
                  <a:lnTo>
                    <a:pt x="2960827" y="385098"/>
                  </a:lnTo>
                  <a:lnTo>
                    <a:pt x="2961899" y="385967"/>
                  </a:lnTo>
                  <a:lnTo>
                    <a:pt x="2962970" y="386835"/>
                  </a:lnTo>
                  <a:lnTo>
                    <a:pt x="2964042" y="387703"/>
                  </a:lnTo>
                  <a:lnTo>
                    <a:pt x="2965113" y="388571"/>
                  </a:lnTo>
                  <a:lnTo>
                    <a:pt x="2966185" y="389438"/>
                  </a:lnTo>
                  <a:lnTo>
                    <a:pt x="2967257" y="390306"/>
                  </a:lnTo>
                  <a:lnTo>
                    <a:pt x="2968328" y="391173"/>
                  </a:lnTo>
                  <a:lnTo>
                    <a:pt x="2969400" y="392040"/>
                  </a:lnTo>
                  <a:lnTo>
                    <a:pt x="2970471" y="392907"/>
                  </a:lnTo>
                  <a:lnTo>
                    <a:pt x="2971543" y="393773"/>
                  </a:lnTo>
                  <a:lnTo>
                    <a:pt x="2972615" y="394640"/>
                  </a:lnTo>
                  <a:lnTo>
                    <a:pt x="2973686" y="395506"/>
                  </a:lnTo>
                  <a:lnTo>
                    <a:pt x="2974758" y="396372"/>
                  </a:lnTo>
                  <a:lnTo>
                    <a:pt x="2975829" y="397238"/>
                  </a:lnTo>
                  <a:lnTo>
                    <a:pt x="2976901" y="398103"/>
                  </a:lnTo>
                  <a:lnTo>
                    <a:pt x="2977973" y="398968"/>
                  </a:lnTo>
                  <a:lnTo>
                    <a:pt x="2979044" y="399833"/>
                  </a:lnTo>
                  <a:lnTo>
                    <a:pt x="2980116" y="400698"/>
                  </a:lnTo>
                  <a:lnTo>
                    <a:pt x="2981187" y="401563"/>
                  </a:lnTo>
                  <a:lnTo>
                    <a:pt x="2982259" y="402427"/>
                  </a:lnTo>
                  <a:lnTo>
                    <a:pt x="2983331" y="403291"/>
                  </a:lnTo>
                  <a:lnTo>
                    <a:pt x="2984402" y="404155"/>
                  </a:lnTo>
                  <a:lnTo>
                    <a:pt x="2985474" y="405018"/>
                  </a:lnTo>
                  <a:lnTo>
                    <a:pt x="2986545" y="405882"/>
                  </a:lnTo>
                  <a:lnTo>
                    <a:pt x="2987617" y="406745"/>
                  </a:lnTo>
                  <a:lnTo>
                    <a:pt x="2988689" y="407608"/>
                  </a:lnTo>
                  <a:lnTo>
                    <a:pt x="2989760" y="408470"/>
                  </a:lnTo>
                  <a:lnTo>
                    <a:pt x="2990832" y="409332"/>
                  </a:lnTo>
                  <a:lnTo>
                    <a:pt x="2991903" y="410194"/>
                  </a:lnTo>
                  <a:lnTo>
                    <a:pt x="2992975" y="411056"/>
                  </a:lnTo>
                  <a:lnTo>
                    <a:pt x="2994047" y="411917"/>
                  </a:lnTo>
                  <a:lnTo>
                    <a:pt x="2995118" y="412779"/>
                  </a:lnTo>
                  <a:lnTo>
                    <a:pt x="2996190" y="413639"/>
                  </a:lnTo>
                  <a:lnTo>
                    <a:pt x="2997261" y="414500"/>
                  </a:lnTo>
                  <a:lnTo>
                    <a:pt x="2998333" y="415360"/>
                  </a:lnTo>
                  <a:lnTo>
                    <a:pt x="2999405" y="416220"/>
                  </a:lnTo>
                  <a:lnTo>
                    <a:pt x="3000476" y="417080"/>
                  </a:lnTo>
                  <a:lnTo>
                    <a:pt x="3001548" y="417939"/>
                  </a:lnTo>
                  <a:lnTo>
                    <a:pt x="3002619" y="418798"/>
                  </a:lnTo>
                  <a:lnTo>
                    <a:pt x="3003691" y="419657"/>
                  </a:lnTo>
                  <a:lnTo>
                    <a:pt x="3004763" y="420516"/>
                  </a:lnTo>
                  <a:lnTo>
                    <a:pt x="3005834" y="421374"/>
                  </a:lnTo>
                  <a:lnTo>
                    <a:pt x="3006906" y="422232"/>
                  </a:lnTo>
                  <a:lnTo>
                    <a:pt x="3007977" y="423089"/>
                  </a:lnTo>
                  <a:lnTo>
                    <a:pt x="3009049" y="423946"/>
                  </a:lnTo>
                  <a:lnTo>
                    <a:pt x="3010121" y="424803"/>
                  </a:lnTo>
                  <a:lnTo>
                    <a:pt x="3011192" y="425660"/>
                  </a:lnTo>
                  <a:lnTo>
                    <a:pt x="3012264" y="426516"/>
                  </a:lnTo>
                  <a:lnTo>
                    <a:pt x="3013335" y="427372"/>
                  </a:lnTo>
                  <a:lnTo>
                    <a:pt x="3014407" y="428227"/>
                  </a:lnTo>
                  <a:lnTo>
                    <a:pt x="3015479" y="429082"/>
                  </a:lnTo>
                  <a:lnTo>
                    <a:pt x="3016550" y="429937"/>
                  </a:lnTo>
                  <a:lnTo>
                    <a:pt x="3017622" y="430791"/>
                  </a:lnTo>
                  <a:lnTo>
                    <a:pt x="3018693" y="431645"/>
                  </a:lnTo>
                  <a:lnTo>
                    <a:pt x="3019765" y="432499"/>
                  </a:lnTo>
                  <a:lnTo>
                    <a:pt x="3020836" y="433353"/>
                  </a:lnTo>
                  <a:lnTo>
                    <a:pt x="3021908" y="434206"/>
                  </a:lnTo>
                  <a:lnTo>
                    <a:pt x="3022980" y="435058"/>
                  </a:lnTo>
                  <a:lnTo>
                    <a:pt x="3024051" y="435911"/>
                  </a:lnTo>
                  <a:lnTo>
                    <a:pt x="3025123" y="436762"/>
                  </a:lnTo>
                  <a:lnTo>
                    <a:pt x="3026194" y="437614"/>
                  </a:lnTo>
                  <a:lnTo>
                    <a:pt x="3027266" y="438465"/>
                  </a:lnTo>
                  <a:lnTo>
                    <a:pt x="3028338" y="439316"/>
                  </a:lnTo>
                  <a:lnTo>
                    <a:pt x="3029409" y="440166"/>
                  </a:lnTo>
                  <a:lnTo>
                    <a:pt x="3030481" y="441016"/>
                  </a:lnTo>
                  <a:lnTo>
                    <a:pt x="3031552" y="441866"/>
                  </a:lnTo>
                  <a:lnTo>
                    <a:pt x="3032624" y="442715"/>
                  </a:lnTo>
                  <a:lnTo>
                    <a:pt x="3033696" y="443564"/>
                  </a:lnTo>
                  <a:lnTo>
                    <a:pt x="3034767" y="444412"/>
                  </a:lnTo>
                  <a:lnTo>
                    <a:pt x="3035839" y="445261"/>
                  </a:lnTo>
                  <a:lnTo>
                    <a:pt x="3036910" y="446108"/>
                  </a:lnTo>
                  <a:lnTo>
                    <a:pt x="3037982" y="446955"/>
                  </a:lnTo>
                  <a:lnTo>
                    <a:pt x="3039054" y="447802"/>
                  </a:lnTo>
                  <a:lnTo>
                    <a:pt x="3040125" y="448649"/>
                  </a:lnTo>
                  <a:lnTo>
                    <a:pt x="3041197" y="449495"/>
                  </a:lnTo>
                  <a:lnTo>
                    <a:pt x="3042268" y="450340"/>
                  </a:lnTo>
                  <a:lnTo>
                    <a:pt x="3043340" y="451185"/>
                  </a:lnTo>
                  <a:lnTo>
                    <a:pt x="3044412" y="452030"/>
                  </a:lnTo>
                  <a:lnTo>
                    <a:pt x="3045483" y="452874"/>
                  </a:lnTo>
                  <a:lnTo>
                    <a:pt x="3046555" y="453718"/>
                  </a:lnTo>
                  <a:lnTo>
                    <a:pt x="3047626" y="454562"/>
                  </a:lnTo>
                  <a:lnTo>
                    <a:pt x="3048698" y="455405"/>
                  </a:lnTo>
                  <a:lnTo>
                    <a:pt x="3049770" y="456247"/>
                  </a:lnTo>
                  <a:lnTo>
                    <a:pt x="3050841" y="457089"/>
                  </a:lnTo>
                  <a:lnTo>
                    <a:pt x="3051913" y="457931"/>
                  </a:lnTo>
                  <a:lnTo>
                    <a:pt x="3052984" y="458772"/>
                  </a:lnTo>
                  <a:lnTo>
                    <a:pt x="3054056" y="459613"/>
                  </a:lnTo>
                  <a:lnTo>
                    <a:pt x="3055128" y="460453"/>
                  </a:lnTo>
                  <a:lnTo>
                    <a:pt x="3056199" y="461293"/>
                  </a:lnTo>
                  <a:lnTo>
                    <a:pt x="3057271" y="462132"/>
                  </a:lnTo>
                  <a:lnTo>
                    <a:pt x="3058342" y="462971"/>
                  </a:lnTo>
                  <a:lnTo>
                    <a:pt x="3059414" y="463810"/>
                  </a:lnTo>
                  <a:lnTo>
                    <a:pt x="3060486" y="464648"/>
                  </a:lnTo>
                  <a:lnTo>
                    <a:pt x="3061557" y="465485"/>
                  </a:lnTo>
                  <a:lnTo>
                    <a:pt x="3062629" y="466322"/>
                  </a:lnTo>
                  <a:lnTo>
                    <a:pt x="3063700" y="467159"/>
                  </a:lnTo>
                  <a:lnTo>
                    <a:pt x="3064772" y="467995"/>
                  </a:lnTo>
                  <a:lnTo>
                    <a:pt x="3065844" y="468831"/>
                  </a:lnTo>
                  <a:lnTo>
                    <a:pt x="3066915" y="469666"/>
                  </a:lnTo>
                  <a:lnTo>
                    <a:pt x="3067987" y="470501"/>
                  </a:lnTo>
                  <a:lnTo>
                    <a:pt x="3069058" y="471335"/>
                  </a:lnTo>
                  <a:lnTo>
                    <a:pt x="3070130" y="472169"/>
                  </a:lnTo>
                  <a:lnTo>
                    <a:pt x="3071202" y="473002"/>
                  </a:lnTo>
                  <a:lnTo>
                    <a:pt x="3072273" y="473834"/>
                  </a:lnTo>
                  <a:lnTo>
                    <a:pt x="3073345" y="474667"/>
                  </a:lnTo>
                  <a:lnTo>
                    <a:pt x="3074416" y="475498"/>
                  </a:lnTo>
                  <a:lnTo>
                    <a:pt x="3075488" y="476329"/>
                  </a:lnTo>
                  <a:lnTo>
                    <a:pt x="3076560" y="477160"/>
                  </a:lnTo>
                  <a:lnTo>
                    <a:pt x="3077631" y="477990"/>
                  </a:lnTo>
                  <a:lnTo>
                    <a:pt x="3078703" y="478820"/>
                  </a:lnTo>
                  <a:lnTo>
                    <a:pt x="3079774" y="479649"/>
                  </a:lnTo>
                  <a:lnTo>
                    <a:pt x="3080846" y="480478"/>
                  </a:lnTo>
                  <a:lnTo>
                    <a:pt x="3081918" y="481306"/>
                  </a:lnTo>
                  <a:lnTo>
                    <a:pt x="3082989" y="482133"/>
                  </a:lnTo>
                  <a:lnTo>
                    <a:pt x="3084061" y="482961"/>
                  </a:lnTo>
                  <a:lnTo>
                    <a:pt x="3085132" y="483787"/>
                  </a:lnTo>
                  <a:lnTo>
                    <a:pt x="3086204" y="484613"/>
                  </a:lnTo>
                  <a:lnTo>
                    <a:pt x="3087276" y="485439"/>
                  </a:lnTo>
                  <a:lnTo>
                    <a:pt x="3088347" y="486263"/>
                  </a:lnTo>
                  <a:lnTo>
                    <a:pt x="3089419" y="487088"/>
                  </a:lnTo>
                  <a:lnTo>
                    <a:pt x="3090490" y="487912"/>
                  </a:lnTo>
                  <a:lnTo>
                    <a:pt x="3091562" y="488735"/>
                  </a:lnTo>
                  <a:lnTo>
                    <a:pt x="3092634" y="489558"/>
                  </a:lnTo>
                  <a:lnTo>
                    <a:pt x="3093705" y="490380"/>
                  </a:lnTo>
                  <a:lnTo>
                    <a:pt x="3094777" y="491202"/>
                  </a:lnTo>
                  <a:lnTo>
                    <a:pt x="3095848" y="492023"/>
                  </a:lnTo>
                  <a:lnTo>
                    <a:pt x="3096920" y="492843"/>
                  </a:lnTo>
                  <a:lnTo>
                    <a:pt x="3097992" y="493663"/>
                  </a:lnTo>
                  <a:lnTo>
                    <a:pt x="3099063" y="494483"/>
                  </a:lnTo>
                  <a:lnTo>
                    <a:pt x="3100135" y="495302"/>
                  </a:lnTo>
                  <a:lnTo>
                    <a:pt x="3101206" y="496120"/>
                  </a:lnTo>
                  <a:lnTo>
                    <a:pt x="3102278" y="496938"/>
                  </a:lnTo>
                  <a:lnTo>
                    <a:pt x="3103350" y="497755"/>
                  </a:lnTo>
                  <a:lnTo>
                    <a:pt x="3104421" y="498571"/>
                  </a:lnTo>
                  <a:lnTo>
                    <a:pt x="3105493" y="499387"/>
                  </a:lnTo>
                  <a:lnTo>
                    <a:pt x="3106564" y="500203"/>
                  </a:lnTo>
                  <a:lnTo>
                    <a:pt x="3107636" y="501018"/>
                  </a:lnTo>
                  <a:lnTo>
                    <a:pt x="3108708" y="501832"/>
                  </a:lnTo>
                  <a:lnTo>
                    <a:pt x="3109779" y="502646"/>
                  </a:lnTo>
                  <a:lnTo>
                    <a:pt x="3110851" y="503459"/>
                  </a:lnTo>
                  <a:lnTo>
                    <a:pt x="3111922" y="504272"/>
                  </a:lnTo>
                  <a:lnTo>
                    <a:pt x="3112994" y="505084"/>
                  </a:lnTo>
                  <a:lnTo>
                    <a:pt x="3114066" y="505896"/>
                  </a:lnTo>
                  <a:lnTo>
                    <a:pt x="3115137" y="506707"/>
                  </a:lnTo>
                  <a:lnTo>
                    <a:pt x="3116209" y="507517"/>
                  </a:lnTo>
                  <a:lnTo>
                    <a:pt x="3117280" y="508327"/>
                  </a:lnTo>
                  <a:lnTo>
                    <a:pt x="3118352" y="509136"/>
                  </a:lnTo>
                  <a:lnTo>
                    <a:pt x="3119424" y="509945"/>
                  </a:lnTo>
                  <a:lnTo>
                    <a:pt x="3120495" y="510753"/>
                  </a:lnTo>
                  <a:lnTo>
                    <a:pt x="3121567" y="511561"/>
                  </a:lnTo>
                  <a:lnTo>
                    <a:pt x="3122638" y="512368"/>
                  </a:lnTo>
                  <a:lnTo>
                    <a:pt x="3123710" y="513175"/>
                  </a:lnTo>
                  <a:lnTo>
                    <a:pt x="3124782" y="513981"/>
                  </a:lnTo>
                  <a:lnTo>
                    <a:pt x="3125853" y="514786"/>
                  </a:lnTo>
                  <a:lnTo>
                    <a:pt x="3126925" y="515591"/>
                  </a:lnTo>
                  <a:lnTo>
                    <a:pt x="3127996" y="516395"/>
                  </a:lnTo>
                  <a:lnTo>
                    <a:pt x="3129068" y="517199"/>
                  </a:lnTo>
                  <a:lnTo>
                    <a:pt x="3130140" y="518002"/>
                  </a:lnTo>
                  <a:lnTo>
                    <a:pt x="3131211" y="518805"/>
                  </a:lnTo>
                  <a:lnTo>
                    <a:pt x="3132283" y="519607"/>
                  </a:lnTo>
                  <a:lnTo>
                    <a:pt x="3133354" y="520409"/>
                  </a:lnTo>
                  <a:lnTo>
                    <a:pt x="3134426" y="521210"/>
                  </a:lnTo>
                  <a:lnTo>
                    <a:pt x="3135498" y="522010"/>
                  </a:lnTo>
                  <a:lnTo>
                    <a:pt x="3136569" y="522810"/>
                  </a:lnTo>
                  <a:lnTo>
                    <a:pt x="3137641" y="523609"/>
                  </a:lnTo>
                  <a:lnTo>
                    <a:pt x="3138712" y="524408"/>
                  </a:lnTo>
                  <a:lnTo>
                    <a:pt x="3139784" y="525207"/>
                  </a:lnTo>
                  <a:lnTo>
                    <a:pt x="3140856" y="526004"/>
                  </a:lnTo>
                  <a:lnTo>
                    <a:pt x="3141927" y="526801"/>
                  </a:lnTo>
                  <a:lnTo>
                    <a:pt x="3142999" y="527598"/>
                  </a:lnTo>
                  <a:lnTo>
                    <a:pt x="3144070" y="528394"/>
                  </a:lnTo>
                  <a:lnTo>
                    <a:pt x="3145142" y="529190"/>
                  </a:lnTo>
                  <a:lnTo>
                    <a:pt x="3146214" y="529985"/>
                  </a:lnTo>
                  <a:lnTo>
                    <a:pt x="3147285" y="530779"/>
                  </a:lnTo>
                  <a:lnTo>
                    <a:pt x="3148357" y="531573"/>
                  </a:lnTo>
                  <a:lnTo>
                    <a:pt x="3149428" y="532366"/>
                  </a:lnTo>
                  <a:lnTo>
                    <a:pt x="3150500" y="533159"/>
                  </a:lnTo>
                  <a:lnTo>
                    <a:pt x="3151572" y="533951"/>
                  </a:lnTo>
                  <a:lnTo>
                    <a:pt x="3152643" y="534743"/>
                  </a:lnTo>
                  <a:lnTo>
                    <a:pt x="3153715" y="535534"/>
                  </a:lnTo>
                  <a:lnTo>
                    <a:pt x="3154786" y="536325"/>
                  </a:lnTo>
                  <a:lnTo>
                    <a:pt x="3155858" y="537115"/>
                  </a:lnTo>
                  <a:lnTo>
                    <a:pt x="3156930" y="537904"/>
                  </a:lnTo>
                  <a:lnTo>
                    <a:pt x="3158001" y="538693"/>
                  </a:lnTo>
                  <a:lnTo>
                    <a:pt x="3159073" y="539482"/>
                  </a:lnTo>
                  <a:lnTo>
                    <a:pt x="3160144" y="540269"/>
                  </a:lnTo>
                  <a:lnTo>
                    <a:pt x="3161216" y="541057"/>
                  </a:lnTo>
                  <a:lnTo>
                    <a:pt x="3162288" y="541844"/>
                  </a:lnTo>
                  <a:lnTo>
                    <a:pt x="3163359" y="542630"/>
                  </a:lnTo>
                  <a:lnTo>
                    <a:pt x="3164431" y="543416"/>
                  </a:lnTo>
                  <a:lnTo>
                    <a:pt x="3165502" y="544201"/>
                  </a:lnTo>
                  <a:lnTo>
                    <a:pt x="3166574" y="544985"/>
                  </a:lnTo>
                  <a:lnTo>
                    <a:pt x="3167646" y="545769"/>
                  </a:lnTo>
                  <a:lnTo>
                    <a:pt x="3168717" y="546553"/>
                  </a:lnTo>
                  <a:lnTo>
                    <a:pt x="3169789" y="547336"/>
                  </a:lnTo>
                  <a:lnTo>
                    <a:pt x="3170860" y="548118"/>
                  </a:lnTo>
                  <a:lnTo>
                    <a:pt x="3171932" y="548900"/>
                  </a:lnTo>
                  <a:lnTo>
                    <a:pt x="3173004" y="549682"/>
                  </a:lnTo>
                  <a:lnTo>
                    <a:pt x="3174075" y="550463"/>
                  </a:lnTo>
                  <a:lnTo>
                    <a:pt x="3175147" y="551243"/>
                  </a:lnTo>
                  <a:lnTo>
                    <a:pt x="3176218" y="552023"/>
                  </a:lnTo>
                  <a:lnTo>
                    <a:pt x="3177290" y="552802"/>
                  </a:lnTo>
                  <a:lnTo>
                    <a:pt x="3178362" y="553581"/>
                  </a:lnTo>
                  <a:lnTo>
                    <a:pt x="3179433" y="554359"/>
                  </a:lnTo>
                  <a:lnTo>
                    <a:pt x="3180505" y="555136"/>
                  </a:lnTo>
                  <a:lnTo>
                    <a:pt x="3181576" y="555914"/>
                  </a:lnTo>
                  <a:lnTo>
                    <a:pt x="3182648" y="556690"/>
                  </a:lnTo>
                  <a:lnTo>
                    <a:pt x="3183720" y="557466"/>
                  </a:lnTo>
                  <a:lnTo>
                    <a:pt x="3184791" y="558242"/>
                  </a:lnTo>
                  <a:lnTo>
                    <a:pt x="3185863" y="559017"/>
                  </a:lnTo>
                  <a:lnTo>
                    <a:pt x="3186934" y="559791"/>
                  </a:lnTo>
                  <a:lnTo>
                    <a:pt x="3188006" y="560565"/>
                  </a:lnTo>
                  <a:lnTo>
                    <a:pt x="3189078" y="561338"/>
                  </a:lnTo>
                  <a:lnTo>
                    <a:pt x="3190149" y="562111"/>
                  </a:lnTo>
                  <a:lnTo>
                    <a:pt x="3191221" y="562883"/>
                  </a:lnTo>
                  <a:lnTo>
                    <a:pt x="3192292" y="563655"/>
                  </a:lnTo>
                  <a:lnTo>
                    <a:pt x="3193364" y="564426"/>
                  </a:lnTo>
                  <a:lnTo>
                    <a:pt x="3194436" y="565197"/>
                  </a:lnTo>
                  <a:lnTo>
                    <a:pt x="3195507" y="565967"/>
                  </a:lnTo>
                  <a:lnTo>
                    <a:pt x="3196579" y="566737"/>
                  </a:lnTo>
                  <a:lnTo>
                    <a:pt x="3197650" y="567506"/>
                  </a:lnTo>
                  <a:lnTo>
                    <a:pt x="3198722" y="568275"/>
                  </a:lnTo>
                  <a:lnTo>
                    <a:pt x="3199793" y="569043"/>
                  </a:lnTo>
                  <a:lnTo>
                    <a:pt x="3200865" y="569810"/>
                  </a:lnTo>
                  <a:lnTo>
                    <a:pt x="3201937" y="570577"/>
                  </a:lnTo>
                  <a:lnTo>
                    <a:pt x="3203008" y="571344"/>
                  </a:lnTo>
                  <a:lnTo>
                    <a:pt x="3204080" y="572109"/>
                  </a:lnTo>
                  <a:lnTo>
                    <a:pt x="3205151" y="572875"/>
                  </a:lnTo>
                  <a:lnTo>
                    <a:pt x="3206223" y="573640"/>
                  </a:lnTo>
                  <a:lnTo>
                    <a:pt x="3207295" y="574404"/>
                  </a:lnTo>
                  <a:lnTo>
                    <a:pt x="3208366" y="575168"/>
                  </a:lnTo>
                  <a:lnTo>
                    <a:pt x="3209438" y="575931"/>
                  </a:lnTo>
                  <a:lnTo>
                    <a:pt x="3210509" y="576694"/>
                  </a:lnTo>
                  <a:lnTo>
                    <a:pt x="3211581" y="577456"/>
                  </a:lnTo>
                  <a:lnTo>
                    <a:pt x="3212653" y="578218"/>
                  </a:lnTo>
                  <a:lnTo>
                    <a:pt x="3213724" y="578979"/>
                  </a:lnTo>
                  <a:lnTo>
                    <a:pt x="3214796" y="579740"/>
                  </a:lnTo>
                  <a:lnTo>
                    <a:pt x="3215867" y="580500"/>
                  </a:lnTo>
                  <a:lnTo>
                    <a:pt x="3216939" y="581260"/>
                  </a:lnTo>
                  <a:lnTo>
                    <a:pt x="3218011" y="582019"/>
                  </a:lnTo>
                  <a:lnTo>
                    <a:pt x="3219082" y="582777"/>
                  </a:lnTo>
                  <a:lnTo>
                    <a:pt x="3220154" y="583535"/>
                  </a:lnTo>
                  <a:lnTo>
                    <a:pt x="3221225" y="584293"/>
                  </a:lnTo>
                  <a:lnTo>
                    <a:pt x="3222297" y="585050"/>
                  </a:lnTo>
                  <a:lnTo>
                    <a:pt x="3223369" y="585806"/>
                  </a:lnTo>
                  <a:lnTo>
                    <a:pt x="3224440" y="586562"/>
                  </a:lnTo>
                  <a:lnTo>
                    <a:pt x="3225512" y="587318"/>
                  </a:lnTo>
                  <a:lnTo>
                    <a:pt x="3226583" y="588073"/>
                  </a:lnTo>
                  <a:lnTo>
                    <a:pt x="3227655" y="588827"/>
                  </a:lnTo>
                  <a:lnTo>
                    <a:pt x="3228727" y="589581"/>
                  </a:lnTo>
                  <a:lnTo>
                    <a:pt x="3229798" y="590335"/>
                  </a:lnTo>
                  <a:lnTo>
                    <a:pt x="3230870" y="591087"/>
                  </a:lnTo>
                  <a:lnTo>
                    <a:pt x="3231941" y="591840"/>
                  </a:lnTo>
                  <a:lnTo>
                    <a:pt x="3233013" y="592592"/>
                  </a:lnTo>
                  <a:lnTo>
                    <a:pt x="3234085" y="593343"/>
                  </a:lnTo>
                  <a:lnTo>
                    <a:pt x="3235156" y="594094"/>
                  </a:lnTo>
                  <a:lnTo>
                    <a:pt x="3236228" y="594844"/>
                  </a:lnTo>
                  <a:lnTo>
                    <a:pt x="3237299" y="595594"/>
                  </a:lnTo>
                  <a:lnTo>
                    <a:pt x="3238371" y="596343"/>
                  </a:lnTo>
                  <a:lnTo>
                    <a:pt x="3239443" y="597092"/>
                  </a:lnTo>
                  <a:lnTo>
                    <a:pt x="3240514" y="597840"/>
                  </a:lnTo>
                  <a:lnTo>
                    <a:pt x="3241586" y="598587"/>
                  </a:lnTo>
                  <a:lnTo>
                    <a:pt x="3242657" y="599335"/>
                  </a:lnTo>
                  <a:lnTo>
                    <a:pt x="3243729" y="600081"/>
                  </a:lnTo>
                  <a:lnTo>
                    <a:pt x="3244801" y="600827"/>
                  </a:lnTo>
                  <a:lnTo>
                    <a:pt x="3245872" y="601573"/>
                  </a:lnTo>
                  <a:lnTo>
                    <a:pt x="3246944" y="602318"/>
                  </a:lnTo>
                  <a:lnTo>
                    <a:pt x="3248015" y="603063"/>
                  </a:lnTo>
                  <a:lnTo>
                    <a:pt x="3249087" y="603807"/>
                  </a:lnTo>
                  <a:lnTo>
                    <a:pt x="3250159" y="604550"/>
                  </a:lnTo>
                  <a:lnTo>
                    <a:pt x="3251230" y="605294"/>
                  </a:lnTo>
                  <a:lnTo>
                    <a:pt x="3252302" y="606036"/>
                  </a:lnTo>
                  <a:lnTo>
                    <a:pt x="3253373" y="606778"/>
                  </a:lnTo>
                  <a:lnTo>
                    <a:pt x="3254445" y="607520"/>
                  </a:lnTo>
                  <a:lnTo>
                    <a:pt x="3255517" y="608261"/>
                  </a:lnTo>
                  <a:lnTo>
                    <a:pt x="3256588" y="609001"/>
                  </a:lnTo>
                  <a:lnTo>
                    <a:pt x="3257660" y="609741"/>
                  </a:lnTo>
                  <a:lnTo>
                    <a:pt x="3258731" y="610481"/>
                  </a:lnTo>
                  <a:lnTo>
                    <a:pt x="3259803" y="611220"/>
                  </a:lnTo>
                  <a:lnTo>
                    <a:pt x="3260875" y="611958"/>
                  </a:lnTo>
                  <a:lnTo>
                    <a:pt x="3261946" y="612696"/>
                  </a:lnTo>
                  <a:lnTo>
                    <a:pt x="3263018" y="613434"/>
                  </a:lnTo>
                  <a:lnTo>
                    <a:pt x="3264089" y="614170"/>
                  </a:lnTo>
                  <a:lnTo>
                    <a:pt x="3265161" y="614907"/>
                  </a:lnTo>
                  <a:lnTo>
                    <a:pt x="3266233" y="615643"/>
                  </a:lnTo>
                  <a:lnTo>
                    <a:pt x="3267304" y="616378"/>
                  </a:lnTo>
                  <a:lnTo>
                    <a:pt x="3268376" y="617113"/>
                  </a:lnTo>
                  <a:lnTo>
                    <a:pt x="3269447" y="617848"/>
                  </a:lnTo>
                  <a:lnTo>
                    <a:pt x="3270519" y="618582"/>
                  </a:lnTo>
                  <a:lnTo>
                    <a:pt x="3271591" y="619315"/>
                  </a:lnTo>
                  <a:lnTo>
                    <a:pt x="3272662" y="620048"/>
                  </a:lnTo>
                  <a:lnTo>
                    <a:pt x="3273734" y="620780"/>
                  </a:lnTo>
                  <a:lnTo>
                    <a:pt x="3274805" y="621512"/>
                  </a:lnTo>
                  <a:lnTo>
                    <a:pt x="3275877" y="622243"/>
                  </a:lnTo>
                  <a:lnTo>
                    <a:pt x="3276949" y="622974"/>
                  </a:lnTo>
                  <a:lnTo>
                    <a:pt x="3278020" y="623705"/>
                  </a:lnTo>
                  <a:lnTo>
                    <a:pt x="3279092" y="624435"/>
                  </a:lnTo>
                  <a:lnTo>
                    <a:pt x="3280163" y="625164"/>
                  </a:lnTo>
                  <a:lnTo>
                    <a:pt x="3281235" y="625893"/>
                  </a:lnTo>
                  <a:lnTo>
                    <a:pt x="3282307" y="626621"/>
                  </a:lnTo>
                  <a:lnTo>
                    <a:pt x="3283378" y="627349"/>
                  </a:lnTo>
                  <a:lnTo>
                    <a:pt x="3284450" y="628076"/>
                  </a:lnTo>
                  <a:lnTo>
                    <a:pt x="3285521" y="628803"/>
                  </a:lnTo>
                  <a:lnTo>
                    <a:pt x="3286593" y="629530"/>
                  </a:lnTo>
                  <a:lnTo>
                    <a:pt x="3287665" y="630256"/>
                  </a:lnTo>
                  <a:lnTo>
                    <a:pt x="3288736" y="630981"/>
                  </a:lnTo>
                  <a:lnTo>
                    <a:pt x="3289808" y="631706"/>
                  </a:lnTo>
                  <a:lnTo>
                    <a:pt x="3290879" y="632430"/>
                  </a:lnTo>
                  <a:lnTo>
                    <a:pt x="3291951" y="633154"/>
                  </a:lnTo>
                  <a:lnTo>
                    <a:pt x="3293023" y="633877"/>
                  </a:lnTo>
                  <a:lnTo>
                    <a:pt x="3294094" y="634600"/>
                  </a:lnTo>
                  <a:lnTo>
                    <a:pt x="3295166" y="635323"/>
                  </a:lnTo>
                  <a:lnTo>
                    <a:pt x="3296237" y="636044"/>
                  </a:lnTo>
                  <a:lnTo>
                    <a:pt x="3297309" y="636766"/>
                  </a:lnTo>
                  <a:lnTo>
                    <a:pt x="3298381" y="637487"/>
                  </a:lnTo>
                  <a:lnTo>
                    <a:pt x="3299452" y="638207"/>
                  </a:lnTo>
                  <a:lnTo>
                    <a:pt x="3300524" y="638927"/>
                  </a:lnTo>
                  <a:lnTo>
                    <a:pt x="3301595" y="639646"/>
                  </a:lnTo>
                  <a:lnTo>
                    <a:pt x="3302667" y="640365"/>
                  </a:lnTo>
                  <a:lnTo>
                    <a:pt x="3303739" y="641084"/>
                  </a:lnTo>
                  <a:lnTo>
                    <a:pt x="3304810" y="641802"/>
                  </a:lnTo>
                  <a:lnTo>
                    <a:pt x="3305882" y="642519"/>
                  </a:lnTo>
                  <a:lnTo>
                    <a:pt x="3306953" y="643236"/>
                  </a:lnTo>
                  <a:lnTo>
                    <a:pt x="3308025" y="643952"/>
                  </a:lnTo>
                  <a:lnTo>
                    <a:pt x="3309097" y="644668"/>
                  </a:lnTo>
                  <a:lnTo>
                    <a:pt x="3310168" y="645384"/>
                  </a:lnTo>
                  <a:lnTo>
                    <a:pt x="3311240" y="646099"/>
                  </a:lnTo>
                  <a:lnTo>
                    <a:pt x="3312311" y="646813"/>
                  </a:lnTo>
                  <a:lnTo>
                    <a:pt x="3313383" y="647527"/>
                  </a:lnTo>
                  <a:lnTo>
                    <a:pt x="3314455" y="648240"/>
                  </a:lnTo>
                  <a:lnTo>
                    <a:pt x="3315526" y="648953"/>
                  </a:lnTo>
                  <a:lnTo>
                    <a:pt x="3316598" y="649666"/>
                  </a:lnTo>
                  <a:lnTo>
                    <a:pt x="3317669" y="650378"/>
                  </a:lnTo>
                  <a:lnTo>
                    <a:pt x="3318741" y="651089"/>
                  </a:lnTo>
                  <a:lnTo>
                    <a:pt x="3319813" y="651800"/>
                  </a:lnTo>
                  <a:lnTo>
                    <a:pt x="3320884" y="652511"/>
                  </a:lnTo>
                  <a:lnTo>
                    <a:pt x="3321956" y="653221"/>
                  </a:lnTo>
                  <a:lnTo>
                    <a:pt x="3323027" y="653931"/>
                  </a:lnTo>
                  <a:lnTo>
                    <a:pt x="3324099" y="654640"/>
                  </a:lnTo>
                  <a:lnTo>
                    <a:pt x="3325171" y="655348"/>
                  </a:lnTo>
                  <a:lnTo>
                    <a:pt x="3326242" y="656056"/>
                  </a:lnTo>
                  <a:lnTo>
                    <a:pt x="3327314" y="656764"/>
                  </a:lnTo>
                  <a:lnTo>
                    <a:pt x="3328385" y="657471"/>
                  </a:lnTo>
                  <a:lnTo>
                    <a:pt x="3329457" y="658178"/>
                  </a:lnTo>
                  <a:lnTo>
                    <a:pt x="3330529" y="658884"/>
                  </a:lnTo>
                  <a:lnTo>
                    <a:pt x="3331600" y="659589"/>
                  </a:lnTo>
                  <a:lnTo>
                    <a:pt x="3332672" y="660295"/>
                  </a:lnTo>
                  <a:lnTo>
                    <a:pt x="3333743" y="660999"/>
                  </a:lnTo>
                  <a:lnTo>
                    <a:pt x="3334815" y="661703"/>
                  </a:lnTo>
                  <a:lnTo>
                    <a:pt x="3335887" y="662407"/>
                  </a:lnTo>
                  <a:lnTo>
                    <a:pt x="3336958" y="663110"/>
                  </a:lnTo>
                  <a:lnTo>
                    <a:pt x="3338030" y="663813"/>
                  </a:lnTo>
                  <a:lnTo>
                    <a:pt x="3339101" y="664515"/>
                  </a:lnTo>
                  <a:lnTo>
                    <a:pt x="3340173" y="665217"/>
                  </a:lnTo>
                  <a:lnTo>
                    <a:pt x="3341245" y="665918"/>
                  </a:lnTo>
                  <a:lnTo>
                    <a:pt x="3342316" y="666619"/>
                  </a:lnTo>
                  <a:lnTo>
                    <a:pt x="3343388" y="667319"/>
                  </a:lnTo>
                  <a:lnTo>
                    <a:pt x="3344459" y="668019"/>
                  </a:lnTo>
                  <a:lnTo>
                    <a:pt x="3345531" y="668719"/>
                  </a:lnTo>
                  <a:lnTo>
                    <a:pt x="3346603" y="669418"/>
                  </a:lnTo>
                  <a:lnTo>
                    <a:pt x="3347674" y="670116"/>
                  </a:lnTo>
                  <a:lnTo>
                    <a:pt x="3348746" y="670814"/>
                  </a:lnTo>
                  <a:lnTo>
                    <a:pt x="3349817" y="671511"/>
                  </a:lnTo>
                  <a:lnTo>
                    <a:pt x="3350889" y="672208"/>
                  </a:lnTo>
                  <a:lnTo>
                    <a:pt x="3351961" y="672905"/>
                  </a:lnTo>
                  <a:lnTo>
                    <a:pt x="3353032" y="673601"/>
                  </a:lnTo>
                  <a:lnTo>
                    <a:pt x="3354104" y="674296"/>
                  </a:lnTo>
                  <a:lnTo>
                    <a:pt x="3355175" y="674991"/>
                  </a:lnTo>
                  <a:lnTo>
                    <a:pt x="3356247" y="675686"/>
                  </a:lnTo>
                  <a:lnTo>
                    <a:pt x="3357319" y="676380"/>
                  </a:lnTo>
                  <a:lnTo>
                    <a:pt x="3358390" y="677073"/>
                  </a:lnTo>
                  <a:lnTo>
                    <a:pt x="3359462" y="677767"/>
                  </a:lnTo>
                  <a:lnTo>
                    <a:pt x="3360533" y="678459"/>
                  </a:lnTo>
                  <a:lnTo>
                    <a:pt x="3361605" y="679151"/>
                  </a:lnTo>
                  <a:lnTo>
                    <a:pt x="3362677" y="679843"/>
                  </a:lnTo>
                  <a:lnTo>
                    <a:pt x="3363748" y="680534"/>
                  </a:lnTo>
                  <a:lnTo>
                    <a:pt x="3364820" y="681225"/>
                  </a:lnTo>
                  <a:lnTo>
                    <a:pt x="3365891" y="681915"/>
                  </a:lnTo>
                  <a:lnTo>
                    <a:pt x="3366963" y="682605"/>
                  </a:lnTo>
                  <a:lnTo>
                    <a:pt x="3368035" y="683294"/>
                  </a:lnTo>
                  <a:lnTo>
                    <a:pt x="3369106" y="683983"/>
                  </a:lnTo>
                  <a:lnTo>
                    <a:pt x="3370178" y="684671"/>
                  </a:lnTo>
                  <a:lnTo>
                    <a:pt x="3371249" y="685359"/>
                  </a:lnTo>
                  <a:lnTo>
                    <a:pt x="3372321" y="686047"/>
                  </a:lnTo>
                  <a:lnTo>
                    <a:pt x="3373392" y="686734"/>
                  </a:lnTo>
                  <a:lnTo>
                    <a:pt x="3374464" y="687420"/>
                  </a:lnTo>
                  <a:lnTo>
                    <a:pt x="3375536" y="688106"/>
                  </a:lnTo>
                  <a:lnTo>
                    <a:pt x="3376607" y="688792"/>
                  </a:lnTo>
                  <a:lnTo>
                    <a:pt x="3377679" y="689477"/>
                  </a:lnTo>
                  <a:lnTo>
                    <a:pt x="3378750" y="690161"/>
                  </a:lnTo>
                  <a:lnTo>
                    <a:pt x="3379822" y="690845"/>
                  </a:lnTo>
                  <a:lnTo>
                    <a:pt x="3380894" y="691529"/>
                  </a:lnTo>
                  <a:lnTo>
                    <a:pt x="3381965" y="692212"/>
                  </a:lnTo>
                  <a:lnTo>
                    <a:pt x="3383037" y="692895"/>
                  </a:lnTo>
                  <a:lnTo>
                    <a:pt x="3384108" y="693577"/>
                  </a:lnTo>
                  <a:lnTo>
                    <a:pt x="3385180" y="694259"/>
                  </a:lnTo>
                  <a:lnTo>
                    <a:pt x="3386252" y="694940"/>
                  </a:lnTo>
                  <a:lnTo>
                    <a:pt x="3387323" y="695621"/>
                  </a:lnTo>
                  <a:lnTo>
                    <a:pt x="3388395" y="696301"/>
                  </a:lnTo>
                  <a:lnTo>
                    <a:pt x="3389466" y="696981"/>
                  </a:lnTo>
                  <a:lnTo>
                    <a:pt x="3390538" y="697661"/>
                  </a:lnTo>
                  <a:lnTo>
                    <a:pt x="3391610" y="698340"/>
                  </a:lnTo>
                  <a:lnTo>
                    <a:pt x="3392681" y="699018"/>
                  </a:lnTo>
                  <a:lnTo>
                    <a:pt x="3393753" y="699696"/>
                  </a:lnTo>
                  <a:lnTo>
                    <a:pt x="3394824" y="700374"/>
                  </a:lnTo>
                  <a:lnTo>
                    <a:pt x="3395896" y="701051"/>
                  </a:lnTo>
                  <a:lnTo>
                    <a:pt x="3396968" y="701727"/>
                  </a:lnTo>
                  <a:lnTo>
                    <a:pt x="3398039" y="702403"/>
                  </a:lnTo>
                  <a:lnTo>
                    <a:pt x="3399111" y="703079"/>
                  </a:lnTo>
                  <a:lnTo>
                    <a:pt x="3400182" y="703754"/>
                  </a:lnTo>
                  <a:lnTo>
                    <a:pt x="3401254" y="704429"/>
                  </a:lnTo>
                  <a:lnTo>
                    <a:pt x="3402326" y="705103"/>
                  </a:lnTo>
                  <a:lnTo>
                    <a:pt x="3403397" y="705777"/>
                  </a:lnTo>
                  <a:lnTo>
                    <a:pt x="3404469" y="706450"/>
                  </a:lnTo>
                  <a:lnTo>
                    <a:pt x="3405540" y="707123"/>
                  </a:lnTo>
                  <a:lnTo>
                    <a:pt x="3406612" y="707796"/>
                  </a:lnTo>
                  <a:lnTo>
                    <a:pt x="3407684" y="708468"/>
                  </a:lnTo>
                  <a:lnTo>
                    <a:pt x="3408755" y="709139"/>
                  </a:lnTo>
                  <a:lnTo>
                    <a:pt x="3409827" y="709810"/>
                  </a:lnTo>
                  <a:lnTo>
                    <a:pt x="3410898" y="710481"/>
                  </a:lnTo>
                  <a:lnTo>
                    <a:pt x="3411970" y="711151"/>
                  </a:lnTo>
                  <a:lnTo>
                    <a:pt x="3413042" y="711821"/>
                  </a:lnTo>
                  <a:lnTo>
                    <a:pt x="3414113" y="712490"/>
                  </a:lnTo>
                  <a:lnTo>
                    <a:pt x="3415185" y="713158"/>
                  </a:lnTo>
                  <a:lnTo>
                    <a:pt x="3416256" y="713827"/>
                  </a:lnTo>
                  <a:lnTo>
                    <a:pt x="3417328" y="714495"/>
                  </a:lnTo>
                  <a:lnTo>
                    <a:pt x="3418400" y="715162"/>
                  </a:lnTo>
                  <a:lnTo>
                    <a:pt x="3419471" y="715829"/>
                  </a:lnTo>
                  <a:lnTo>
                    <a:pt x="3420543" y="716495"/>
                  </a:lnTo>
                  <a:lnTo>
                    <a:pt x="3421614" y="717161"/>
                  </a:lnTo>
                  <a:lnTo>
                    <a:pt x="3422686" y="717827"/>
                  </a:lnTo>
                  <a:lnTo>
                    <a:pt x="3423758" y="718492"/>
                  </a:lnTo>
                  <a:lnTo>
                    <a:pt x="3424829" y="719156"/>
                  </a:lnTo>
                  <a:lnTo>
                    <a:pt x="3425901" y="719820"/>
                  </a:lnTo>
                  <a:lnTo>
                    <a:pt x="3426972" y="720484"/>
                  </a:lnTo>
                  <a:lnTo>
                    <a:pt x="3428044" y="721147"/>
                  </a:lnTo>
                  <a:lnTo>
                    <a:pt x="3429116" y="721810"/>
                  </a:lnTo>
                  <a:lnTo>
                    <a:pt x="3430187" y="722472"/>
                  </a:lnTo>
                  <a:lnTo>
                    <a:pt x="3431259" y="723134"/>
                  </a:lnTo>
                  <a:lnTo>
                    <a:pt x="3432330" y="723796"/>
                  </a:lnTo>
                  <a:lnTo>
                    <a:pt x="3433402" y="724457"/>
                  </a:lnTo>
                  <a:lnTo>
                    <a:pt x="3434474" y="725117"/>
                  </a:lnTo>
                  <a:lnTo>
                    <a:pt x="3435545" y="725777"/>
                  </a:lnTo>
                  <a:lnTo>
                    <a:pt x="3436617" y="726437"/>
                  </a:lnTo>
                  <a:lnTo>
                    <a:pt x="3437688" y="727096"/>
                  </a:lnTo>
                  <a:lnTo>
                    <a:pt x="3438760" y="727755"/>
                  </a:lnTo>
                  <a:lnTo>
                    <a:pt x="3439832" y="728413"/>
                  </a:lnTo>
                  <a:lnTo>
                    <a:pt x="3440903" y="729070"/>
                  </a:lnTo>
                  <a:lnTo>
                    <a:pt x="3441975" y="729728"/>
                  </a:lnTo>
                  <a:lnTo>
                    <a:pt x="3443046" y="730385"/>
                  </a:lnTo>
                  <a:lnTo>
                    <a:pt x="3444118" y="731041"/>
                  </a:lnTo>
                  <a:lnTo>
                    <a:pt x="3445190" y="731697"/>
                  </a:lnTo>
                  <a:lnTo>
                    <a:pt x="3446261" y="732353"/>
                  </a:lnTo>
                  <a:lnTo>
                    <a:pt x="3447333" y="733008"/>
                  </a:lnTo>
                  <a:lnTo>
                    <a:pt x="3448404" y="733662"/>
                  </a:lnTo>
                  <a:lnTo>
                    <a:pt x="3449476" y="734316"/>
                  </a:lnTo>
                  <a:lnTo>
                    <a:pt x="3450548" y="734970"/>
                  </a:lnTo>
                  <a:lnTo>
                    <a:pt x="3451619" y="735623"/>
                  </a:lnTo>
                  <a:lnTo>
                    <a:pt x="3452691" y="736276"/>
                  </a:lnTo>
                  <a:lnTo>
                    <a:pt x="3453762" y="736928"/>
                  </a:lnTo>
                  <a:lnTo>
                    <a:pt x="3454834" y="737580"/>
                  </a:lnTo>
                  <a:lnTo>
                    <a:pt x="3455906" y="738232"/>
                  </a:lnTo>
                  <a:lnTo>
                    <a:pt x="3456977" y="738883"/>
                  </a:lnTo>
                  <a:lnTo>
                    <a:pt x="3458049" y="739533"/>
                  </a:lnTo>
                  <a:lnTo>
                    <a:pt x="3459120" y="740183"/>
                  </a:lnTo>
                  <a:lnTo>
                    <a:pt x="3460192" y="740833"/>
                  </a:lnTo>
                  <a:lnTo>
                    <a:pt x="3461264" y="741482"/>
                  </a:lnTo>
                  <a:lnTo>
                    <a:pt x="3462335" y="742131"/>
                  </a:lnTo>
                  <a:lnTo>
                    <a:pt x="3463407" y="742779"/>
                  </a:lnTo>
                  <a:lnTo>
                    <a:pt x="3464478" y="743427"/>
                  </a:lnTo>
                  <a:lnTo>
                    <a:pt x="3465550" y="744075"/>
                  </a:lnTo>
                  <a:lnTo>
                    <a:pt x="3466622" y="744722"/>
                  </a:lnTo>
                  <a:lnTo>
                    <a:pt x="3467693" y="745368"/>
                  </a:lnTo>
                  <a:lnTo>
                    <a:pt x="3468765" y="746014"/>
                  </a:lnTo>
                  <a:lnTo>
                    <a:pt x="3469836" y="746660"/>
                  </a:lnTo>
                  <a:lnTo>
                    <a:pt x="3470908" y="747305"/>
                  </a:lnTo>
                  <a:lnTo>
                    <a:pt x="3471980" y="747950"/>
                  </a:lnTo>
                  <a:lnTo>
                    <a:pt x="3473051" y="748594"/>
                  </a:lnTo>
                  <a:lnTo>
                    <a:pt x="3474123" y="749238"/>
                  </a:lnTo>
                  <a:lnTo>
                    <a:pt x="3475194" y="749881"/>
                  </a:lnTo>
                  <a:lnTo>
                    <a:pt x="3476266" y="750524"/>
                  </a:lnTo>
                  <a:lnTo>
                    <a:pt x="3477338" y="751167"/>
                  </a:lnTo>
                  <a:lnTo>
                    <a:pt x="3478409" y="751809"/>
                  </a:lnTo>
                  <a:lnTo>
                    <a:pt x="3479481" y="752451"/>
                  </a:lnTo>
                  <a:lnTo>
                    <a:pt x="3480552" y="753092"/>
                  </a:lnTo>
                  <a:lnTo>
                    <a:pt x="3481624" y="753733"/>
                  </a:lnTo>
                  <a:lnTo>
                    <a:pt x="3482696" y="754373"/>
                  </a:lnTo>
                  <a:lnTo>
                    <a:pt x="3483767" y="755013"/>
                  </a:lnTo>
                  <a:lnTo>
                    <a:pt x="3484839" y="755652"/>
                  </a:lnTo>
                  <a:lnTo>
                    <a:pt x="3485910" y="756291"/>
                  </a:lnTo>
                  <a:lnTo>
                    <a:pt x="3486982" y="756930"/>
                  </a:lnTo>
                  <a:lnTo>
                    <a:pt x="3488054" y="757568"/>
                  </a:lnTo>
                  <a:lnTo>
                    <a:pt x="3489125" y="758206"/>
                  </a:lnTo>
                  <a:lnTo>
                    <a:pt x="3490197" y="758843"/>
                  </a:lnTo>
                  <a:lnTo>
                    <a:pt x="3491268" y="759480"/>
                  </a:lnTo>
                  <a:lnTo>
                    <a:pt x="3492340" y="760116"/>
                  </a:lnTo>
                  <a:lnTo>
                    <a:pt x="3493412" y="760752"/>
                  </a:lnTo>
                  <a:lnTo>
                    <a:pt x="3494483" y="761387"/>
                  </a:lnTo>
                  <a:lnTo>
                    <a:pt x="3495555" y="762022"/>
                  </a:lnTo>
                  <a:lnTo>
                    <a:pt x="3496626" y="762657"/>
                  </a:lnTo>
                  <a:lnTo>
                    <a:pt x="3497698" y="763291"/>
                  </a:lnTo>
                  <a:lnTo>
                    <a:pt x="3498770" y="763925"/>
                  </a:lnTo>
                  <a:lnTo>
                    <a:pt x="3499841" y="764558"/>
                  </a:lnTo>
                  <a:lnTo>
                    <a:pt x="3500913" y="765191"/>
                  </a:lnTo>
                  <a:lnTo>
                    <a:pt x="3501984" y="765824"/>
                  </a:lnTo>
                  <a:lnTo>
                    <a:pt x="3503056" y="766456"/>
                  </a:lnTo>
                  <a:lnTo>
                    <a:pt x="3504128" y="767087"/>
                  </a:lnTo>
                  <a:lnTo>
                    <a:pt x="3505199" y="767718"/>
                  </a:lnTo>
                  <a:lnTo>
                    <a:pt x="3506271" y="768349"/>
                  </a:lnTo>
                  <a:lnTo>
                    <a:pt x="3507342" y="768979"/>
                  </a:lnTo>
                  <a:lnTo>
                    <a:pt x="3508414" y="769609"/>
                  </a:lnTo>
                  <a:lnTo>
                    <a:pt x="3509486" y="770238"/>
                  </a:lnTo>
                  <a:lnTo>
                    <a:pt x="3510557" y="770867"/>
                  </a:lnTo>
                  <a:lnTo>
                    <a:pt x="3511629" y="771496"/>
                  </a:lnTo>
                  <a:lnTo>
                    <a:pt x="3512700" y="772124"/>
                  </a:lnTo>
                  <a:lnTo>
                    <a:pt x="3513772" y="772752"/>
                  </a:lnTo>
                  <a:lnTo>
                    <a:pt x="3514844" y="773379"/>
                  </a:lnTo>
                  <a:lnTo>
                    <a:pt x="3515915" y="774006"/>
                  </a:lnTo>
                  <a:lnTo>
                    <a:pt x="3516987" y="774632"/>
                  </a:lnTo>
                  <a:lnTo>
                    <a:pt x="3518058" y="775258"/>
                  </a:lnTo>
                  <a:lnTo>
                    <a:pt x="3519130" y="775883"/>
                  </a:lnTo>
                  <a:lnTo>
                    <a:pt x="3520202" y="776508"/>
                  </a:lnTo>
                  <a:lnTo>
                    <a:pt x="3521273" y="777133"/>
                  </a:lnTo>
                  <a:lnTo>
                    <a:pt x="3522345" y="777757"/>
                  </a:lnTo>
                  <a:lnTo>
                    <a:pt x="3523416" y="778381"/>
                  </a:lnTo>
                  <a:lnTo>
                    <a:pt x="3524488" y="779004"/>
                  </a:lnTo>
                  <a:lnTo>
                    <a:pt x="3525560" y="779627"/>
                  </a:lnTo>
                  <a:lnTo>
                    <a:pt x="3526631" y="780250"/>
                  </a:lnTo>
                  <a:lnTo>
                    <a:pt x="3527703" y="780872"/>
                  </a:lnTo>
                  <a:lnTo>
                    <a:pt x="3528774" y="781494"/>
                  </a:lnTo>
                  <a:lnTo>
                    <a:pt x="3529846" y="782115"/>
                  </a:lnTo>
                  <a:lnTo>
                    <a:pt x="3530918" y="782736"/>
                  </a:lnTo>
                  <a:lnTo>
                    <a:pt x="3531989" y="783356"/>
                  </a:lnTo>
                  <a:lnTo>
                    <a:pt x="3533061" y="783976"/>
                  </a:lnTo>
                  <a:lnTo>
                    <a:pt x="3534132" y="784595"/>
                  </a:lnTo>
                  <a:lnTo>
                    <a:pt x="3535204" y="785214"/>
                  </a:lnTo>
                  <a:lnTo>
                    <a:pt x="3536276" y="785833"/>
                  </a:lnTo>
                  <a:lnTo>
                    <a:pt x="3537347" y="786451"/>
                  </a:lnTo>
                  <a:lnTo>
                    <a:pt x="3538419" y="787069"/>
                  </a:lnTo>
                  <a:lnTo>
                    <a:pt x="3539490" y="787686"/>
                  </a:lnTo>
                  <a:lnTo>
                    <a:pt x="3540562" y="788303"/>
                  </a:lnTo>
                  <a:lnTo>
                    <a:pt x="3541634" y="788920"/>
                  </a:lnTo>
                  <a:lnTo>
                    <a:pt x="3542705" y="789536"/>
                  </a:lnTo>
                  <a:lnTo>
                    <a:pt x="3543777" y="790152"/>
                  </a:lnTo>
                  <a:lnTo>
                    <a:pt x="3544848" y="790767"/>
                  </a:lnTo>
                  <a:lnTo>
                    <a:pt x="3545920" y="791382"/>
                  </a:lnTo>
                  <a:lnTo>
                    <a:pt x="3546992" y="791996"/>
                  </a:lnTo>
                  <a:lnTo>
                    <a:pt x="3548063" y="792610"/>
                  </a:lnTo>
                  <a:lnTo>
                    <a:pt x="3549135" y="793224"/>
                  </a:lnTo>
                  <a:lnTo>
                    <a:pt x="3550206" y="793837"/>
                  </a:lnTo>
                  <a:lnTo>
                    <a:pt x="3551278" y="794449"/>
                  </a:lnTo>
                  <a:lnTo>
                    <a:pt x="3552349" y="795062"/>
                  </a:lnTo>
                  <a:lnTo>
                    <a:pt x="3553421" y="795673"/>
                  </a:lnTo>
                  <a:lnTo>
                    <a:pt x="3554493" y="796285"/>
                  </a:lnTo>
                  <a:lnTo>
                    <a:pt x="3555564" y="796896"/>
                  </a:lnTo>
                  <a:lnTo>
                    <a:pt x="3556636" y="797507"/>
                  </a:lnTo>
                  <a:lnTo>
                    <a:pt x="3557707" y="798117"/>
                  </a:lnTo>
                  <a:lnTo>
                    <a:pt x="3558779" y="798726"/>
                  </a:lnTo>
                  <a:lnTo>
                    <a:pt x="3559851" y="799336"/>
                  </a:lnTo>
                  <a:lnTo>
                    <a:pt x="3560922" y="799945"/>
                  </a:lnTo>
                  <a:lnTo>
                    <a:pt x="3561994" y="800553"/>
                  </a:lnTo>
                  <a:lnTo>
                    <a:pt x="3563065" y="801161"/>
                  </a:lnTo>
                  <a:lnTo>
                    <a:pt x="3564137" y="801769"/>
                  </a:lnTo>
                  <a:lnTo>
                    <a:pt x="3565209" y="802376"/>
                  </a:lnTo>
                  <a:lnTo>
                    <a:pt x="3566280" y="802983"/>
                  </a:lnTo>
                  <a:lnTo>
                    <a:pt x="3567352" y="803589"/>
                  </a:lnTo>
                  <a:lnTo>
                    <a:pt x="3568423" y="804195"/>
                  </a:lnTo>
                  <a:lnTo>
                    <a:pt x="3569495" y="804801"/>
                  </a:lnTo>
                  <a:lnTo>
                    <a:pt x="3570567" y="805406"/>
                  </a:lnTo>
                  <a:lnTo>
                    <a:pt x="3571638" y="806011"/>
                  </a:lnTo>
                  <a:lnTo>
                    <a:pt x="3572710" y="806615"/>
                  </a:lnTo>
                  <a:lnTo>
                    <a:pt x="3573781" y="807219"/>
                  </a:lnTo>
                  <a:lnTo>
                    <a:pt x="3574853" y="807823"/>
                  </a:lnTo>
                  <a:lnTo>
                    <a:pt x="3575925" y="808426"/>
                  </a:lnTo>
                  <a:lnTo>
                    <a:pt x="3576996" y="809028"/>
                  </a:lnTo>
                  <a:lnTo>
                    <a:pt x="3578068" y="809631"/>
                  </a:lnTo>
                  <a:lnTo>
                    <a:pt x="3579139" y="810232"/>
                  </a:lnTo>
                  <a:lnTo>
                    <a:pt x="3580211" y="810834"/>
                  </a:lnTo>
                  <a:lnTo>
                    <a:pt x="3581283" y="811435"/>
                  </a:lnTo>
                  <a:lnTo>
                    <a:pt x="3582354" y="812035"/>
                  </a:lnTo>
                  <a:lnTo>
                    <a:pt x="3583426" y="812636"/>
                  </a:lnTo>
                  <a:lnTo>
                    <a:pt x="3584497" y="813235"/>
                  </a:lnTo>
                  <a:lnTo>
                    <a:pt x="3585569" y="813835"/>
                  </a:lnTo>
                  <a:lnTo>
                    <a:pt x="3586641" y="814434"/>
                  </a:lnTo>
                  <a:lnTo>
                    <a:pt x="3587712" y="815032"/>
                  </a:lnTo>
                  <a:lnTo>
                    <a:pt x="3588784" y="815630"/>
                  </a:lnTo>
                  <a:lnTo>
                    <a:pt x="3589855" y="816228"/>
                  </a:lnTo>
                  <a:lnTo>
                    <a:pt x="3590927" y="816825"/>
                  </a:lnTo>
                  <a:lnTo>
                    <a:pt x="3591999" y="817422"/>
                  </a:lnTo>
                  <a:lnTo>
                    <a:pt x="3593070" y="818018"/>
                  </a:lnTo>
                  <a:lnTo>
                    <a:pt x="3594142" y="818615"/>
                  </a:lnTo>
                  <a:lnTo>
                    <a:pt x="3595213" y="819210"/>
                  </a:lnTo>
                  <a:lnTo>
                    <a:pt x="3596285" y="819805"/>
                  </a:lnTo>
                  <a:lnTo>
                    <a:pt x="3597357" y="820400"/>
                  </a:lnTo>
                  <a:lnTo>
                    <a:pt x="3598428" y="820995"/>
                  </a:lnTo>
                  <a:lnTo>
                    <a:pt x="3599500" y="821589"/>
                  </a:lnTo>
                  <a:lnTo>
                    <a:pt x="3600571" y="822182"/>
                  </a:lnTo>
                  <a:lnTo>
                    <a:pt x="3601643" y="822775"/>
                  </a:lnTo>
                  <a:lnTo>
                    <a:pt x="3602715" y="823368"/>
                  </a:lnTo>
                  <a:lnTo>
                    <a:pt x="3603786" y="823961"/>
                  </a:lnTo>
                  <a:lnTo>
                    <a:pt x="3604858" y="824552"/>
                  </a:lnTo>
                  <a:lnTo>
                    <a:pt x="3605929" y="825144"/>
                  </a:lnTo>
                  <a:lnTo>
                    <a:pt x="3607001" y="825735"/>
                  </a:lnTo>
                  <a:lnTo>
                    <a:pt x="3608073" y="826326"/>
                  </a:lnTo>
                  <a:lnTo>
                    <a:pt x="3609144" y="826916"/>
                  </a:lnTo>
                  <a:lnTo>
                    <a:pt x="3610216" y="827506"/>
                  </a:lnTo>
                  <a:lnTo>
                    <a:pt x="3611287" y="828096"/>
                  </a:lnTo>
                  <a:lnTo>
                    <a:pt x="3612359" y="828685"/>
                  </a:lnTo>
                  <a:lnTo>
                    <a:pt x="3613431" y="829273"/>
                  </a:lnTo>
                  <a:lnTo>
                    <a:pt x="3614502" y="829862"/>
                  </a:lnTo>
                  <a:lnTo>
                    <a:pt x="3615574" y="830450"/>
                  </a:lnTo>
                  <a:lnTo>
                    <a:pt x="3616645" y="831037"/>
                  </a:lnTo>
                  <a:lnTo>
                    <a:pt x="3617717" y="831624"/>
                  </a:lnTo>
                  <a:lnTo>
                    <a:pt x="3618789" y="832211"/>
                  </a:lnTo>
                  <a:lnTo>
                    <a:pt x="3619860" y="832797"/>
                  </a:lnTo>
                  <a:lnTo>
                    <a:pt x="3620932" y="833383"/>
                  </a:lnTo>
                  <a:lnTo>
                    <a:pt x="3622003" y="833969"/>
                  </a:lnTo>
                  <a:lnTo>
                    <a:pt x="3623075" y="834554"/>
                  </a:lnTo>
                  <a:lnTo>
                    <a:pt x="3624147" y="835138"/>
                  </a:lnTo>
                  <a:lnTo>
                    <a:pt x="3625218" y="835723"/>
                  </a:lnTo>
                  <a:lnTo>
                    <a:pt x="3626290" y="836306"/>
                  </a:lnTo>
                  <a:lnTo>
                    <a:pt x="3627361" y="836890"/>
                  </a:lnTo>
                  <a:lnTo>
                    <a:pt x="3628433" y="837473"/>
                  </a:lnTo>
                  <a:lnTo>
                    <a:pt x="3629505" y="838056"/>
                  </a:lnTo>
                  <a:lnTo>
                    <a:pt x="3630576" y="838638"/>
                  </a:lnTo>
                  <a:lnTo>
                    <a:pt x="3631648" y="839220"/>
                  </a:lnTo>
                  <a:lnTo>
                    <a:pt x="3632719" y="839801"/>
                  </a:lnTo>
                  <a:lnTo>
                    <a:pt x="3633791" y="840382"/>
                  </a:lnTo>
                  <a:lnTo>
                    <a:pt x="3634863" y="840963"/>
                  </a:lnTo>
                  <a:lnTo>
                    <a:pt x="3635934" y="841543"/>
                  </a:lnTo>
                  <a:lnTo>
                    <a:pt x="3637006" y="842123"/>
                  </a:lnTo>
                  <a:lnTo>
                    <a:pt x="3638077" y="842702"/>
                  </a:lnTo>
                  <a:lnTo>
                    <a:pt x="3639149" y="843281"/>
                  </a:lnTo>
                  <a:lnTo>
                    <a:pt x="3640221" y="843860"/>
                  </a:lnTo>
                  <a:lnTo>
                    <a:pt x="3641292" y="844438"/>
                  </a:lnTo>
                  <a:lnTo>
                    <a:pt x="3642364" y="845016"/>
                  </a:lnTo>
                  <a:lnTo>
                    <a:pt x="3643435" y="845594"/>
                  </a:lnTo>
                  <a:lnTo>
                    <a:pt x="3644507" y="846171"/>
                  </a:lnTo>
                  <a:lnTo>
                    <a:pt x="3645579" y="846747"/>
                  </a:lnTo>
                  <a:lnTo>
                    <a:pt x="3646650" y="847324"/>
                  </a:lnTo>
                  <a:lnTo>
                    <a:pt x="3647722" y="847899"/>
                  </a:lnTo>
                  <a:lnTo>
                    <a:pt x="3648793" y="848475"/>
                  </a:lnTo>
                  <a:lnTo>
                    <a:pt x="3649865" y="849050"/>
                  </a:lnTo>
                  <a:lnTo>
                    <a:pt x="3650937" y="849625"/>
                  </a:lnTo>
                  <a:lnTo>
                    <a:pt x="3652008" y="850199"/>
                  </a:lnTo>
                  <a:lnTo>
                    <a:pt x="3653080" y="850773"/>
                  </a:lnTo>
                  <a:lnTo>
                    <a:pt x="3654151" y="851346"/>
                  </a:lnTo>
                  <a:lnTo>
                    <a:pt x="3655223" y="851919"/>
                  </a:lnTo>
                  <a:lnTo>
                    <a:pt x="3656295" y="852492"/>
                  </a:lnTo>
                  <a:lnTo>
                    <a:pt x="3657366" y="853064"/>
                  </a:lnTo>
                  <a:lnTo>
                    <a:pt x="3658438" y="853636"/>
                  </a:lnTo>
                  <a:lnTo>
                    <a:pt x="3659509" y="854208"/>
                  </a:lnTo>
                  <a:lnTo>
                    <a:pt x="3660581" y="854779"/>
                  </a:lnTo>
                  <a:lnTo>
                    <a:pt x="3661653" y="855350"/>
                  </a:lnTo>
                  <a:lnTo>
                    <a:pt x="3662724" y="855920"/>
                  </a:lnTo>
                  <a:lnTo>
                    <a:pt x="3663796" y="856490"/>
                  </a:lnTo>
                  <a:lnTo>
                    <a:pt x="3664867" y="857059"/>
                  </a:lnTo>
                  <a:lnTo>
                    <a:pt x="3665939" y="857629"/>
                  </a:lnTo>
                  <a:lnTo>
                    <a:pt x="3667011" y="858197"/>
                  </a:lnTo>
                  <a:lnTo>
                    <a:pt x="3668082" y="858766"/>
                  </a:lnTo>
                  <a:lnTo>
                    <a:pt x="3669154" y="859334"/>
                  </a:lnTo>
                  <a:lnTo>
                    <a:pt x="3670225" y="859901"/>
                  </a:lnTo>
                  <a:lnTo>
                    <a:pt x="3671297" y="860469"/>
                  </a:lnTo>
                  <a:lnTo>
                    <a:pt x="3672369" y="861035"/>
                  </a:lnTo>
                  <a:lnTo>
                    <a:pt x="3673440" y="861602"/>
                  </a:lnTo>
                  <a:lnTo>
                    <a:pt x="3674512" y="862168"/>
                  </a:lnTo>
                  <a:lnTo>
                    <a:pt x="3675583" y="862733"/>
                  </a:lnTo>
                  <a:lnTo>
                    <a:pt x="3676655" y="863299"/>
                  </a:lnTo>
                  <a:lnTo>
                    <a:pt x="3677727" y="863864"/>
                  </a:lnTo>
                  <a:lnTo>
                    <a:pt x="3678798" y="864428"/>
                  </a:lnTo>
                  <a:lnTo>
                    <a:pt x="3679870" y="864992"/>
                  </a:lnTo>
                  <a:lnTo>
                    <a:pt x="3680941" y="865556"/>
                  </a:lnTo>
                  <a:lnTo>
                    <a:pt x="3682013" y="866119"/>
                  </a:lnTo>
                  <a:lnTo>
                    <a:pt x="3683085" y="866682"/>
                  </a:lnTo>
                  <a:lnTo>
                    <a:pt x="3684156" y="867245"/>
                  </a:lnTo>
                  <a:lnTo>
                    <a:pt x="3685228" y="867807"/>
                  </a:lnTo>
                  <a:lnTo>
                    <a:pt x="3686299" y="868369"/>
                  </a:lnTo>
                  <a:lnTo>
                    <a:pt x="3687371" y="868930"/>
                  </a:lnTo>
                  <a:lnTo>
                    <a:pt x="3688443" y="869491"/>
                  </a:lnTo>
                  <a:lnTo>
                    <a:pt x="3689514" y="870051"/>
                  </a:lnTo>
                  <a:lnTo>
                    <a:pt x="3690586" y="870612"/>
                  </a:lnTo>
                  <a:lnTo>
                    <a:pt x="3691657" y="871172"/>
                  </a:lnTo>
                  <a:lnTo>
                    <a:pt x="3692729" y="871731"/>
                  </a:lnTo>
                  <a:lnTo>
                    <a:pt x="3693801" y="872290"/>
                  </a:lnTo>
                  <a:lnTo>
                    <a:pt x="3694872" y="872849"/>
                  </a:lnTo>
                  <a:lnTo>
                    <a:pt x="3695944" y="873407"/>
                  </a:lnTo>
                  <a:lnTo>
                    <a:pt x="3697015" y="873965"/>
                  </a:lnTo>
                  <a:lnTo>
                    <a:pt x="3698087" y="874522"/>
                  </a:lnTo>
                  <a:lnTo>
                    <a:pt x="3699159" y="875080"/>
                  </a:lnTo>
                  <a:lnTo>
                    <a:pt x="3700230" y="875636"/>
                  </a:lnTo>
                  <a:lnTo>
                    <a:pt x="3701302" y="876193"/>
                  </a:lnTo>
                  <a:lnTo>
                    <a:pt x="3702373" y="876749"/>
                  </a:lnTo>
                  <a:lnTo>
                    <a:pt x="3703445" y="877304"/>
                  </a:lnTo>
                  <a:lnTo>
                    <a:pt x="3704517" y="877859"/>
                  </a:lnTo>
                  <a:lnTo>
                    <a:pt x="3705588" y="878414"/>
                  </a:lnTo>
                  <a:lnTo>
                    <a:pt x="3706660" y="878969"/>
                  </a:lnTo>
                  <a:lnTo>
                    <a:pt x="3707731" y="879523"/>
                  </a:lnTo>
                  <a:lnTo>
                    <a:pt x="3708803" y="880077"/>
                  </a:lnTo>
                  <a:lnTo>
                    <a:pt x="3709875" y="880630"/>
                  </a:lnTo>
                  <a:lnTo>
                    <a:pt x="3710946" y="881183"/>
                  </a:lnTo>
                  <a:lnTo>
                    <a:pt x="3712018" y="881735"/>
                  </a:lnTo>
                  <a:lnTo>
                    <a:pt x="3713089" y="882287"/>
                  </a:lnTo>
                  <a:lnTo>
                    <a:pt x="3714161" y="882839"/>
                  </a:lnTo>
                  <a:lnTo>
                    <a:pt x="3715233" y="883391"/>
                  </a:lnTo>
                  <a:lnTo>
                    <a:pt x="3716304" y="883942"/>
                  </a:lnTo>
                  <a:lnTo>
                    <a:pt x="3717376" y="884492"/>
                  </a:lnTo>
                  <a:lnTo>
                    <a:pt x="3718447" y="885043"/>
                  </a:lnTo>
                  <a:lnTo>
                    <a:pt x="3719519" y="885592"/>
                  </a:lnTo>
                  <a:lnTo>
                    <a:pt x="3720591" y="886142"/>
                  </a:lnTo>
                  <a:lnTo>
                    <a:pt x="3721662" y="886691"/>
                  </a:lnTo>
                  <a:lnTo>
                    <a:pt x="3722734" y="887240"/>
                  </a:lnTo>
                  <a:lnTo>
                    <a:pt x="3723805" y="887788"/>
                  </a:lnTo>
                  <a:lnTo>
                    <a:pt x="3724877" y="888336"/>
                  </a:lnTo>
                  <a:lnTo>
                    <a:pt x="3725949" y="888884"/>
                  </a:lnTo>
                  <a:lnTo>
                    <a:pt x="3727020" y="889431"/>
                  </a:lnTo>
                  <a:lnTo>
                    <a:pt x="3728092" y="889978"/>
                  </a:lnTo>
                  <a:lnTo>
                    <a:pt x="3729163" y="890524"/>
                  </a:lnTo>
                  <a:lnTo>
                    <a:pt x="3730235" y="891071"/>
                  </a:lnTo>
                  <a:lnTo>
                    <a:pt x="3731306" y="891616"/>
                  </a:lnTo>
                  <a:lnTo>
                    <a:pt x="3732378" y="892162"/>
                  </a:lnTo>
                  <a:lnTo>
                    <a:pt x="3733450" y="892707"/>
                  </a:lnTo>
                  <a:lnTo>
                    <a:pt x="3734521" y="893251"/>
                  </a:lnTo>
                  <a:lnTo>
                    <a:pt x="3735593" y="893796"/>
                  </a:lnTo>
                  <a:lnTo>
                    <a:pt x="3736664" y="894339"/>
                  </a:lnTo>
                  <a:lnTo>
                    <a:pt x="3737736" y="894883"/>
                  </a:lnTo>
                  <a:lnTo>
                    <a:pt x="3738808" y="895426"/>
                  </a:lnTo>
                  <a:lnTo>
                    <a:pt x="3739879" y="895969"/>
                  </a:lnTo>
                  <a:lnTo>
                    <a:pt x="3740951" y="896511"/>
                  </a:lnTo>
                  <a:lnTo>
                    <a:pt x="3742022" y="897053"/>
                  </a:lnTo>
                  <a:lnTo>
                    <a:pt x="3743094" y="897595"/>
                  </a:lnTo>
                  <a:lnTo>
                    <a:pt x="3744166" y="898136"/>
                  </a:lnTo>
                  <a:lnTo>
                    <a:pt x="3745237" y="898677"/>
                  </a:lnTo>
                  <a:lnTo>
                    <a:pt x="3746309" y="899217"/>
                  </a:lnTo>
                  <a:lnTo>
                    <a:pt x="3747380" y="899757"/>
                  </a:lnTo>
                  <a:lnTo>
                    <a:pt x="3748452" y="900297"/>
                  </a:lnTo>
                  <a:lnTo>
                    <a:pt x="3749524" y="900837"/>
                  </a:lnTo>
                  <a:lnTo>
                    <a:pt x="3750595" y="901376"/>
                  </a:lnTo>
                  <a:lnTo>
                    <a:pt x="3751667" y="901914"/>
                  </a:lnTo>
                  <a:lnTo>
                    <a:pt x="3752738" y="902452"/>
                  </a:lnTo>
                  <a:lnTo>
                    <a:pt x="3753810" y="902990"/>
                  </a:lnTo>
                  <a:lnTo>
                    <a:pt x="3754882" y="903528"/>
                  </a:lnTo>
                  <a:lnTo>
                    <a:pt x="3755953" y="904065"/>
                  </a:lnTo>
                  <a:lnTo>
                    <a:pt x="3757025" y="904602"/>
                  </a:lnTo>
                  <a:lnTo>
                    <a:pt x="3758096" y="905138"/>
                  </a:lnTo>
                  <a:lnTo>
                    <a:pt x="3759168" y="905674"/>
                  </a:lnTo>
                  <a:lnTo>
                    <a:pt x="3760240" y="906210"/>
                  </a:lnTo>
                  <a:lnTo>
                    <a:pt x="3761311" y="906745"/>
                  </a:lnTo>
                  <a:lnTo>
                    <a:pt x="3762383" y="907280"/>
                  </a:lnTo>
                  <a:lnTo>
                    <a:pt x="3763454" y="907815"/>
                  </a:lnTo>
                  <a:lnTo>
                    <a:pt x="3764526" y="908349"/>
                  </a:lnTo>
                  <a:lnTo>
                    <a:pt x="3765598" y="908883"/>
                  </a:lnTo>
                  <a:lnTo>
                    <a:pt x="3766669" y="909416"/>
                  </a:lnTo>
                  <a:lnTo>
                    <a:pt x="3767741" y="909949"/>
                  </a:lnTo>
                  <a:lnTo>
                    <a:pt x="3768812" y="910482"/>
                  </a:lnTo>
                  <a:lnTo>
                    <a:pt x="3769884" y="911015"/>
                  </a:lnTo>
                  <a:lnTo>
                    <a:pt x="3770956" y="911547"/>
                  </a:lnTo>
                  <a:lnTo>
                    <a:pt x="3772027" y="912078"/>
                  </a:lnTo>
                  <a:lnTo>
                    <a:pt x="3773099" y="912609"/>
                  </a:lnTo>
                  <a:lnTo>
                    <a:pt x="3774170" y="913140"/>
                  </a:lnTo>
                  <a:lnTo>
                    <a:pt x="3775242" y="913671"/>
                  </a:lnTo>
                  <a:lnTo>
                    <a:pt x="3776314" y="914201"/>
                  </a:lnTo>
                  <a:lnTo>
                    <a:pt x="3777385" y="914731"/>
                  </a:lnTo>
                  <a:lnTo>
                    <a:pt x="3778457" y="915260"/>
                  </a:lnTo>
                  <a:lnTo>
                    <a:pt x="3779528" y="915789"/>
                  </a:lnTo>
                  <a:lnTo>
                    <a:pt x="3780600" y="916318"/>
                  </a:lnTo>
                  <a:lnTo>
                    <a:pt x="3781672" y="916846"/>
                  </a:lnTo>
                  <a:lnTo>
                    <a:pt x="3782743" y="917374"/>
                  </a:lnTo>
                  <a:lnTo>
                    <a:pt x="3783815" y="917902"/>
                  </a:lnTo>
                  <a:lnTo>
                    <a:pt x="3784886" y="918429"/>
                  </a:lnTo>
                  <a:lnTo>
                    <a:pt x="3785958" y="918956"/>
                  </a:lnTo>
                  <a:lnTo>
                    <a:pt x="3787030" y="919483"/>
                  </a:lnTo>
                  <a:lnTo>
                    <a:pt x="3788101" y="920009"/>
                  </a:lnTo>
                  <a:lnTo>
                    <a:pt x="3789173" y="920535"/>
                  </a:lnTo>
                  <a:lnTo>
                    <a:pt x="3790244" y="921060"/>
                  </a:lnTo>
                  <a:lnTo>
                    <a:pt x="3791316" y="921585"/>
                  </a:lnTo>
                  <a:lnTo>
                    <a:pt x="3792388" y="922110"/>
                  </a:lnTo>
                  <a:lnTo>
                    <a:pt x="3793459" y="922634"/>
                  </a:lnTo>
                  <a:lnTo>
                    <a:pt x="3794531" y="923158"/>
                  </a:lnTo>
                  <a:lnTo>
                    <a:pt x="3795602" y="923682"/>
                  </a:lnTo>
                  <a:lnTo>
                    <a:pt x="3796674" y="924205"/>
                  </a:lnTo>
                  <a:lnTo>
                    <a:pt x="3797746" y="924728"/>
                  </a:lnTo>
                  <a:lnTo>
                    <a:pt x="3798817" y="925251"/>
                  </a:lnTo>
                  <a:lnTo>
                    <a:pt x="3799889" y="925773"/>
                  </a:lnTo>
                  <a:lnTo>
                    <a:pt x="3800960" y="926295"/>
                  </a:lnTo>
                  <a:lnTo>
                    <a:pt x="3802032" y="926816"/>
                  </a:lnTo>
                  <a:lnTo>
                    <a:pt x="3803104" y="927337"/>
                  </a:lnTo>
                  <a:lnTo>
                    <a:pt x="3804175" y="927858"/>
                  </a:lnTo>
                  <a:lnTo>
                    <a:pt x="3805247" y="928379"/>
                  </a:lnTo>
                  <a:lnTo>
                    <a:pt x="3806318" y="928899"/>
                  </a:lnTo>
                  <a:lnTo>
                    <a:pt x="3807390" y="929418"/>
                  </a:lnTo>
                  <a:lnTo>
                    <a:pt x="3808462" y="929938"/>
                  </a:lnTo>
                  <a:lnTo>
                    <a:pt x="3809533" y="930457"/>
                  </a:lnTo>
                  <a:lnTo>
                    <a:pt x="3810605" y="930975"/>
                  </a:lnTo>
                  <a:lnTo>
                    <a:pt x="3811676" y="931493"/>
                  </a:lnTo>
                  <a:lnTo>
                    <a:pt x="3812748" y="932011"/>
                  </a:lnTo>
                  <a:lnTo>
                    <a:pt x="3813820" y="932529"/>
                  </a:lnTo>
                  <a:lnTo>
                    <a:pt x="3814891" y="933046"/>
                  </a:lnTo>
                  <a:lnTo>
                    <a:pt x="3815963" y="933563"/>
                  </a:lnTo>
                  <a:lnTo>
                    <a:pt x="3817034" y="934079"/>
                  </a:lnTo>
                  <a:lnTo>
                    <a:pt x="3818106" y="934595"/>
                  </a:lnTo>
                  <a:lnTo>
                    <a:pt x="3819178" y="935111"/>
                  </a:lnTo>
                  <a:lnTo>
                    <a:pt x="3820249" y="935627"/>
                  </a:lnTo>
                  <a:lnTo>
                    <a:pt x="3821321" y="936142"/>
                  </a:lnTo>
                  <a:lnTo>
                    <a:pt x="3822392" y="936656"/>
                  </a:lnTo>
                  <a:lnTo>
                    <a:pt x="3823464" y="937171"/>
                  </a:lnTo>
                  <a:lnTo>
                    <a:pt x="3824536" y="937685"/>
                  </a:lnTo>
                  <a:lnTo>
                    <a:pt x="3825607" y="938198"/>
                  </a:lnTo>
                  <a:lnTo>
                    <a:pt x="3826679" y="938712"/>
                  </a:lnTo>
                  <a:lnTo>
                    <a:pt x="3827750" y="939225"/>
                  </a:lnTo>
                  <a:lnTo>
                    <a:pt x="3828822" y="939737"/>
                  </a:lnTo>
                  <a:lnTo>
                    <a:pt x="3829894" y="940249"/>
                  </a:lnTo>
                  <a:lnTo>
                    <a:pt x="3830965" y="940761"/>
                  </a:lnTo>
                  <a:lnTo>
                    <a:pt x="3832037" y="941273"/>
                  </a:lnTo>
                  <a:lnTo>
                    <a:pt x="3833108" y="941784"/>
                  </a:lnTo>
                  <a:lnTo>
                    <a:pt x="3834180" y="942295"/>
                  </a:lnTo>
                  <a:lnTo>
                    <a:pt x="3835252" y="942805"/>
                  </a:lnTo>
                  <a:lnTo>
                    <a:pt x="3836323" y="943315"/>
                  </a:lnTo>
                  <a:lnTo>
                    <a:pt x="3837395" y="943825"/>
                  </a:lnTo>
                  <a:lnTo>
                    <a:pt x="3838466" y="944334"/>
                  </a:lnTo>
                  <a:lnTo>
                    <a:pt x="3839538" y="944843"/>
                  </a:lnTo>
                  <a:lnTo>
                    <a:pt x="3840610" y="945352"/>
                  </a:lnTo>
                  <a:lnTo>
                    <a:pt x="3841681" y="945861"/>
                  </a:lnTo>
                  <a:lnTo>
                    <a:pt x="3842753" y="946369"/>
                  </a:lnTo>
                  <a:lnTo>
                    <a:pt x="3843824" y="946876"/>
                  </a:lnTo>
                  <a:lnTo>
                    <a:pt x="3844896" y="947383"/>
                  </a:lnTo>
                  <a:lnTo>
                    <a:pt x="3845968" y="947890"/>
                  </a:lnTo>
                  <a:lnTo>
                    <a:pt x="3847039" y="948397"/>
                  </a:lnTo>
                  <a:lnTo>
                    <a:pt x="3848111" y="948903"/>
                  </a:lnTo>
                  <a:lnTo>
                    <a:pt x="3849182" y="949409"/>
                  </a:lnTo>
                  <a:lnTo>
                    <a:pt x="3850254" y="949915"/>
                  </a:lnTo>
                  <a:lnTo>
                    <a:pt x="3851326" y="950420"/>
                  </a:lnTo>
                  <a:lnTo>
                    <a:pt x="3852397" y="950925"/>
                  </a:lnTo>
                  <a:lnTo>
                    <a:pt x="3853469" y="951429"/>
                  </a:lnTo>
                  <a:lnTo>
                    <a:pt x="3854540" y="951934"/>
                  </a:lnTo>
                  <a:lnTo>
                    <a:pt x="3855612" y="952437"/>
                  </a:lnTo>
                  <a:lnTo>
                    <a:pt x="3856684" y="952941"/>
                  </a:lnTo>
                  <a:lnTo>
                    <a:pt x="3856684" y="952941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tx115"/>
            <p:cNvSpPr/>
            <p:nvPr/>
          </p:nvSpPr>
          <p:spPr>
            <a:xfrm>
              <a:off x="877065" y="3689084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0.006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77065" y="3949256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0.003</a:t>
              </a:r>
            </a:p>
          </p:txBody>
        </p:sp>
        <p:sp>
          <p:nvSpPr>
            <p:cNvPr id="117" name="rc117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tx118"/>
            <p:cNvSpPr/>
            <p:nvPr/>
          </p:nvSpPr>
          <p:spPr>
            <a:xfrm>
              <a:off x="443933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443933" y="551186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43933" y="484407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443933" y="417627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443933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23" name="pl123"/>
            <p:cNvSpPr/>
            <p:nvPr/>
          </p:nvSpPr>
          <p:spPr>
            <a:xfrm>
              <a:off x="649437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649437" y="5558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649437" y="48911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649437" y="42233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649437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469625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49170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3513790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4535872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tx132"/>
            <p:cNvSpPr/>
            <p:nvPr/>
          </p:nvSpPr>
          <p:spPr>
            <a:xfrm>
              <a:off x="1380791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402873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0.4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424956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47038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2469378" y="6551677"/>
              <a:ext cx="286390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5034264" y="595959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5034264" y="542535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140"/>
            <p:cNvSpPr/>
            <p:nvPr/>
          </p:nvSpPr>
          <p:spPr>
            <a:xfrm>
              <a:off x="5034264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l141"/>
            <p:cNvSpPr/>
            <p:nvPr/>
          </p:nvSpPr>
          <p:spPr>
            <a:xfrm>
              <a:off x="5034264" y="435688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l142"/>
            <p:cNvSpPr/>
            <p:nvPr/>
          </p:nvSpPr>
          <p:spPr>
            <a:xfrm>
              <a:off x="5034264" y="3822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l143"/>
            <p:cNvSpPr/>
            <p:nvPr/>
          </p:nvSpPr>
          <p:spPr>
            <a:xfrm>
              <a:off x="531481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l144"/>
            <p:cNvSpPr/>
            <p:nvPr/>
          </p:nvSpPr>
          <p:spPr>
            <a:xfrm>
              <a:off x="6442218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l145"/>
            <p:cNvSpPr/>
            <p:nvPr/>
          </p:nvSpPr>
          <p:spPr>
            <a:xfrm>
              <a:off x="756962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l146"/>
            <p:cNvSpPr/>
            <p:nvPr/>
          </p:nvSpPr>
          <p:spPr>
            <a:xfrm>
              <a:off x="869702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5034264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l148"/>
            <p:cNvSpPr/>
            <p:nvPr/>
          </p:nvSpPr>
          <p:spPr>
            <a:xfrm>
              <a:off x="5034264" y="569247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034264" y="5158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034264" y="462400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034264" y="408976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5034264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587851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700591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813332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034264" y="3890583"/>
              <a:ext cx="3856684" cy="2234632"/>
            </a:xfrm>
            <a:custGeom>
              <a:avLst/>
              <a:gdLst/>
              <a:ahLst/>
              <a:cxnLst/>
              <a:rect l="0" t="0" r="0" b="0"/>
              <a:pathLst>
                <a:path w="3856684" h="2234632">
                  <a:moveTo>
                    <a:pt x="0" y="1714978"/>
                  </a:moveTo>
                  <a:lnTo>
                    <a:pt x="1071" y="1714925"/>
                  </a:lnTo>
                  <a:lnTo>
                    <a:pt x="2143" y="1714871"/>
                  </a:lnTo>
                  <a:lnTo>
                    <a:pt x="3214" y="1714818"/>
                  </a:lnTo>
                  <a:lnTo>
                    <a:pt x="4286" y="1714764"/>
                  </a:lnTo>
                  <a:lnTo>
                    <a:pt x="5357" y="1714710"/>
                  </a:lnTo>
                  <a:lnTo>
                    <a:pt x="6429" y="1714655"/>
                  </a:lnTo>
                  <a:lnTo>
                    <a:pt x="7501" y="1714601"/>
                  </a:lnTo>
                  <a:lnTo>
                    <a:pt x="8572" y="1714546"/>
                  </a:lnTo>
                  <a:lnTo>
                    <a:pt x="9644" y="1714491"/>
                  </a:lnTo>
                  <a:lnTo>
                    <a:pt x="10715" y="1714436"/>
                  </a:lnTo>
                  <a:lnTo>
                    <a:pt x="11787" y="1714381"/>
                  </a:lnTo>
                  <a:lnTo>
                    <a:pt x="12859" y="1714325"/>
                  </a:lnTo>
                  <a:lnTo>
                    <a:pt x="13930" y="1714269"/>
                  </a:lnTo>
                  <a:lnTo>
                    <a:pt x="15002" y="1714213"/>
                  </a:lnTo>
                  <a:lnTo>
                    <a:pt x="16073" y="1714156"/>
                  </a:lnTo>
                  <a:lnTo>
                    <a:pt x="17145" y="1714100"/>
                  </a:lnTo>
                  <a:lnTo>
                    <a:pt x="18217" y="1714043"/>
                  </a:lnTo>
                  <a:lnTo>
                    <a:pt x="19288" y="1713986"/>
                  </a:lnTo>
                  <a:lnTo>
                    <a:pt x="20360" y="1713928"/>
                  </a:lnTo>
                  <a:lnTo>
                    <a:pt x="21431" y="1713871"/>
                  </a:lnTo>
                  <a:lnTo>
                    <a:pt x="22503" y="1713813"/>
                  </a:lnTo>
                  <a:lnTo>
                    <a:pt x="23575" y="1713755"/>
                  </a:lnTo>
                  <a:lnTo>
                    <a:pt x="24646" y="1713696"/>
                  </a:lnTo>
                  <a:lnTo>
                    <a:pt x="25718" y="1713638"/>
                  </a:lnTo>
                  <a:lnTo>
                    <a:pt x="26789" y="1713579"/>
                  </a:lnTo>
                  <a:lnTo>
                    <a:pt x="27861" y="1713520"/>
                  </a:lnTo>
                  <a:lnTo>
                    <a:pt x="28933" y="1713460"/>
                  </a:lnTo>
                  <a:lnTo>
                    <a:pt x="30004" y="1713401"/>
                  </a:lnTo>
                  <a:lnTo>
                    <a:pt x="31076" y="1713341"/>
                  </a:lnTo>
                  <a:lnTo>
                    <a:pt x="32147" y="1713281"/>
                  </a:lnTo>
                  <a:lnTo>
                    <a:pt x="33219" y="1713220"/>
                  </a:lnTo>
                  <a:lnTo>
                    <a:pt x="34291" y="1713160"/>
                  </a:lnTo>
                  <a:lnTo>
                    <a:pt x="35362" y="1713099"/>
                  </a:lnTo>
                  <a:lnTo>
                    <a:pt x="36434" y="1713037"/>
                  </a:lnTo>
                  <a:lnTo>
                    <a:pt x="37505" y="1712976"/>
                  </a:lnTo>
                  <a:lnTo>
                    <a:pt x="38577" y="1712914"/>
                  </a:lnTo>
                  <a:lnTo>
                    <a:pt x="39649" y="1712852"/>
                  </a:lnTo>
                  <a:lnTo>
                    <a:pt x="40720" y="1712790"/>
                  </a:lnTo>
                  <a:lnTo>
                    <a:pt x="41792" y="1712727"/>
                  </a:lnTo>
                  <a:lnTo>
                    <a:pt x="42863" y="1712665"/>
                  </a:lnTo>
                  <a:lnTo>
                    <a:pt x="43935" y="1712601"/>
                  </a:lnTo>
                  <a:lnTo>
                    <a:pt x="45007" y="1712538"/>
                  </a:lnTo>
                  <a:lnTo>
                    <a:pt x="46078" y="1712474"/>
                  </a:lnTo>
                  <a:lnTo>
                    <a:pt x="47150" y="1712410"/>
                  </a:lnTo>
                  <a:lnTo>
                    <a:pt x="48221" y="1712346"/>
                  </a:lnTo>
                  <a:lnTo>
                    <a:pt x="49293" y="1712282"/>
                  </a:lnTo>
                  <a:lnTo>
                    <a:pt x="50365" y="1712217"/>
                  </a:lnTo>
                  <a:lnTo>
                    <a:pt x="51436" y="1712152"/>
                  </a:lnTo>
                  <a:lnTo>
                    <a:pt x="52508" y="1712086"/>
                  </a:lnTo>
                  <a:lnTo>
                    <a:pt x="53579" y="1712021"/>
                  </a:lnTo>
                  <a:lnTo>
                    <a:pt x="54651" y="1711955"/>
                  </a:lnTo>
                  <a:lnTo>
                    <a:pt x="55723" y="1711889"/>
                  </a:lnTo>
                  <a:lnTo>
                    <a:pt x="56794" y="1711822"/>
                  </a:lnTo>
                  <a:lnTo>
                    <a:pt x="57866" y="1711755"/>
                  </a:lnTo>
                  <a:lnTo>
                    <a:pt x="58937" y="1711688"/>
                  </a:lnTo>
                  <a:lnTo>
                    <a:pt x="60009" y="1711621"/>
                  </a:lnTo>
                  <a:lnTo>
                    <a:pt x="61081" y="1711553"/>
                  </a:lnTo>
                  <a:lnTo>
                    <a:pt x="62152" y="1711485"/>
                  </a:lnTo>
                  <a:lnTo>
                    <a:pt x="63224" y="1711417"/>
                  </a:lnTo>
                  <a:lnTo>
                    <a:pt x="64295" y="1711348"/>
                  </a:lnTo>
                  <a:lnTo>
                    <a:pt x="65367" y="1711279"/>
                  </a:lnTo>
                  <a:lnTo>
                    <a:pt x="66439" y="1711210"/>
                  </a:lnTo>
                  <a:lnTo>
                    <a:pt x="67510" y="1711141"/>
                  </a:lnTo>
                  <a:lnTo>
                    <a:pt x="68582" y="1711071"/>
                  </a:lnTo>
                  <a:lnTo>
                    <a:pt x="69653" y="1711001"/>
                  </a:lnTo>
                  <a:lnTo>
                    <a:pt x="70725" y="1710930"/>
                  </a:lnTo>
                  <a:lnTo>
                    <a:pt x="71797" y="1710859"/>
                  </a:lnTo>
                  <a:lnTo>
                    <a:pt x="72868" y="1710788"/>
                  </a:lnTo>
                  <a:lnTo>
                    <a:pt x="73940" y="1710717"/>
                  </a:lnTo>
                  <a:lnTo>
                    <a:pt x="75011" y="1710645"/>
                  </a:lnTo>
                  <a:lnTo>
                    <a:pt x="76083" y="1710573"/>
                  </a:lnTo>
                  <a:lnTo>
                    <a:pt x="77155" y="1710501"/>
                  </a:lnTo>
                  <a:lnTo>
                    <a:pt x="78226" y="1710428"/>
                  </a:lnTo>
                  <a:lnTo>
                    <a:pt x="79298" y="1710355"/>
                  </a:lnTo>
                  <a:lnTo>
                    <a:pt x="80369" y="1710282"/>
                  </a:lnTo>
                  <a:lnTo>
                    <a:pt x="81441" y="1710208"/>
                  </a:lnTo>
                  <a:lnTo>
                    <a:pt x="82513" y="1710134"/>
                  </a:lnTo>
                  <a:lnTo>
                    <a:pt x="83584" y="1710060"/>
                  </a:lnTo>
                  <a:lnTo>
                    <a:pt x="84656" y="1709985"/>
                  </a:lnTo>
                  <a:lnTo>
                    <a:pt x="85727" y="1709910"/>
                  </a:lnTo>
                  <a:lnTo>
                    <a:pt x="86799" y="1709835"/>
                  </a:lnTo>
                  <a:lnTo>
                    <a:pt x="87871" y="1709759"/>
                  </a:lnTo>
                  <a:lnTo>
                    <a:pt x="88942" y="1709683"/>
                  </a:lnTo>
                  <a:lnTo>
                    <a:pt x="90014" y="1709607"/>
                  </a:lnTo>
                  <a:lnTo>
                    <a:pt x="91085" y="1709530"/>
                  </a:lnTo>
                  <a:lnTo>
                    <a:pt x="92157" y="1709453"/>
                  </a:lnTo>
                  <a:lnTo>
                    <a:pt x="93229" y="1709375"/>
                  </a:lnTo>
                  <a:lnTo>
                    <a:pt x="94300" y="1709298"/>
                  </a:lnTo>
                  <a:lnTo>
                    <a:pt x="95372" y="1709220"/>
                  </a:lnTo>
                  <a:lnTo>
                    <a:pt x="96443" y="1709141"/>
                  </a:lnTo>
                  <a:lnTo>
                    <a:pt x="97515" y="1709062"/>
                  </a:lnTo>
                  <a:lnTo>
                    <a:pt x="98587" y="1708983"/>
                  </a:lnTo>
                  <a:lnTo>
                    <a:pt x="99658" y="1708904"/>
                  </a:lnTo>
                  <a:lnTo>
                    <a:pt x="100730" y="1708824"/>
                  </a:lnTo>
                  <a:lnTo>
                    <a:pt x="101801" y="1708743"/>
                  </a:lnTo>
                  <a:lnTo>
                    <a:pt x="102873" y="1708663"/>
                  </a:lnTo>
                  <a:lnTo>
                    <a:pt x="103945" y="1708582"/>
                  </a:lnTo>
                  <a:lnTo>
                    <a:pt x="105016" y="1708500"/>
                  </a:lnTo>
                  <a:lnTo>
                    <a:pt x="106088" y="1708419"/>
                  </a:lnTo>
                  <a:lnTo>
                    <a:pt x="107159" y="1708336"/>
                  </a:lnTo>
                  <a:lnTo>
                    <a:pt x="108231" y="1708254"/>
                  </a:lnTo>
                  <a:lnTo>
                    <a:pt x="109303" y="1708171"/>
                  </a:lnTo>
                  <a:lnTo>
                    <a:pt x="110374" y="1708088"/>
                  </a:lnTo>
                  <a:lnTo>
                    <a:pt x="111446" y="1708004"/>
                  </a:lnTo>
                  <a:lnTo>
                    <a:pt x="112517" y="1707920"/>
                  </a:lnTo>
                  <a:lnTo>
                    <a:pt x="113589" y="1707836"/>
                  </a:lnTo>
                  <a:lnTo>
                    <a:pt x="114661" y="1707751"/>
                  </a:lnTo>
                  <a:lnTo>
                    <a:pt x="115732" y="1707666"/>
                  </a:lnTo>
                  <a:lnTo>
                    <a:pt x="116804" y="1707580"/>
                  </a:lnTo>
                  <a:lnTo>
                    <a:pt x="117875" y="1707494"/>
                  </a:lnTo>
                  <a:lnTo>
                    <a:pt x="118947" y="1707408"/>
                  </a:lnTo>
                  <a:lnTo>
                    <a:pt x="120019" y="1707321"/>
                  </a:lnTo>
                  <a:lnTo>
                    <a:pt x="121090" y="1707234"/>
                  </a:lnTo>
                  <a:lnTo>
                    <a:pt x="122162" y="1707146"/>
                  </a:lnTo>
                  <a:lnTo>
                    <a:pt x="123233" y="1707058"/>
                  </a:lnTo>
                  <a:lnTo>
                    <a:pt x="124305" y="1706970"/>
                  </a:lnTo>
                  <a:lnTo>
                    <a:pt x="125377" y="1706881"/>
                  </a:lnTo>
                  <a:lnTo>
                    <a:pt x="126448" y="1706792"/>
                  </a:lnTo>
                  <a:lnTo>
                    <a:pt x="127520" y="1706702"/>
                  </a:lnTo>
                  <a:lnTo>
                    <a:pt x="128591" y="1706612"/>
                  </a:lnTo>
                  <a:lnTo>
                    <a:pt x="129663" y="1706521"/>
                  </a:lnTo>
                  <a:lnTo>
                    <a:pt x="130735" y="1706431"/>
                  </a:lnTo>
                  <a:lnTo>
                    <a:pt x="131806" y="1706339"/>
                  </a:lnTo>
                  <a:lnTo>
                    <a:pt x="132878" y="1706247"/>
                  </a:lnTo>
                  <a:lnTo>
                    <a:pt x="133949" y="1706155"/>
                  </a:lnTo>
                  <a:lnTo>
                    <a:pt x="135021" y="1706063"/>
                  </a:lnTo>
                  <a:lnTo>
                    <a:pt x="136093" y="1705970"/>
                  </a:lnTo>
                  <a:lnTo>
                    <a:pt x="137164" y="1705876"/>
                  </a:lnTo>
                  <a:lnTo>
                    <a:pt x="138236" y="1705782"/>
                  </a:lnTo>
                  <a:lnTo>
                    <a:pt x="139307" y="1705688"/>
                  </a:lnTo>
                  <a:lnTo>
                    <a:pt x="140379" y="1705593"/>
                  </a:lnTo>
                  <a:lnTo>
                    <a:pt x="141451" y="1705498"/>
                  </a:lnTo>
                  <a:lnTo>
                    <a:pt x="142522" y="1705402"/>
                  </a:lnTo>
                  <a:lnTo>
                    <a:pt x="143594" y="1705306"/>
                  </a:lnTo>
                  <a:lnTo>
                    <a:pt x="144665" y="1705209"/>
                  </a:lnTo>
                  <a:lnTo>
                    <a:pt x="145737" y="1705112"/>
                  </a:lnTo>
                  <a:lnTo>
                    <a:pt x="146809" y="1705014"/>
                  </a:lnTo>
                  <a:lnTo>
                    <a:pt x="147880" y="1704916"/>
                  </a:lnTo>
                  <a:lnTo>
                    <a:pt x="148952" y="1704818"/>
                  </a:lnTo>
                  <a:lnTo>
                    <a:pt x="150023" y="1704719"/>
                  </a:lnTo>
                  <a:lnTo>
                    <a:pt x="151095" y="1704619"/>
                  </a:lnTo>
                  <a:lnTo>
                    <a:pt x="152167" y="1704519"/>
                  </a:lnTo>
                  <a:lnTo>
                    <a:pt x="153238" y="1704419"/>
                  </a:lnTo>
                  <a:lnTo>
                    <a:pt x="154310" y="1704318"/>
                  </a:lnTo>
                  <a:lnTo>
                    <a:pt x="155381" y="1704217"/>
                  </a:lnTo>
                  <a:lnTo>
                    <a:pt x="156453" y="1704115"/>
                  </a:lnTo>
                  <a:lnTo>
                    <a:pt x="157525" y="1704013"/>
                  </a:lnTo>
                  <a:lnTo>
                    <a:pt x="158596" y="1703910"/>
                  </a:lnTo>
                  <a:lnTo>
                    <a:pt x="159668" y="1703806"/>
                  </a:lnTo>
                  <a:lnTo>
                    <a:pt x="160739" y="1703703"/>
                  </a:lnTo>
                  <a:lnTo>
                    <a:pt x="161811" y="1703598"/>
                  </a:lnTo>
                  <a:lnTo>
                    <a:pt x="162883" y="1703493"/>
                  </a:lnTo>
                  <a:lnTo>
                    <a:pt x="163954" y="1703388"/>
                  </a:lnTo>
                  <a:lnTo>
                    <a:pt x="165026" y="1703282"/>
                  </a:lnTo>
                  <a:lnTo>
                    <a:pt x="166097" y="1703176"/>
                  </a:lnTo>
                  <a:lnTo>
                    <a:pt x="167169" y="1703069"/>
                  </a:lnTo>
                  <a:lnTo>
                    <a:pt x="168241" y="1702962"/>
                  </a:lnTo>
                  <a:lnTo>
                    <a:pt x="169312" y="1702854"/>
                  </a:lnTo>
                  <a:lnTo>
                    <a:pt x="170384" y="1702745"/>
                  </a:lnTo>
                  <a:lnTo>
                    <a:pt x="171455" y="1702636"/>
                  </a:lnTo>
                  <a:lnTo>
                    <a:pt x="172527" y="1702527"/>
                  </a:lnTo>
                  <a:lnTo>
                    <a:pt x="173599" y="1702417"/>
                  </a:lnTo>
                  <a:lnTo>
                    <a:pt x="174670" y="1702306"/>
                  </a:lnTo>
                  <a:lnTo>
                    <a:pt x="175742" y="1702195"/>
                  </a:lnTo>
                  <a:lnTo>
                    <a:pt x="176813" y="1702083"/>
                  </a:lnTo>
                  <a:lnTo>
                    <a:pt x="177885" y="1701971"/>
                  </a:lnTo>
                  <a:lnTo>
                    <a:pt x="178956" y="1701858"/>
                  </a:lnTo>
                  <a:lnTo>
                    <a:pt x="180028" y="1701745"/>
                  </a:lnTo>
                  <a:lnTo>
                    <a:pt x="181100" y="1701631"/>
                  </a:lnTo>
                  <a:lnTo>
                    <a:pt x="182171" y="1701517"/>
                  </a:lnTo>
                  <a:lnTo>
                    <a:pt x="183243" y="1701402"/>
                  </a:lnTo>
                  <a:lnTo>
                    <a:pt x="184314" y="1701286"/>
                  </a:lnTo>
                  <a:lnTo>
                    <a:pt x="185386" y="1701170"/>
                  </a:lnTo>
                  <a:lnTo>
                    <a:pt x="186458" y="1701053"/>
                  </a:lnTo>
                  <a:lnTo>
                    <a:pt x="187529" y="1700936"/>
                  </a:lnTo>
                  <a:lnTo>
                    <a:pt x="188601" y="1700818"/>
                  </a:lnTo>
                  <a:lnTo>
                    <a:pt x="189672" y="1700700"/>
                  </a:lnTo>
                  <a:lnTo>
                    <a:pt x="190744" y="1700581"/>
                  </a:lnTo>
                  <a:lnTo>
                    <a:pt x="191816" y="1700461"/>
                  </a:lnTo>
                  <a:lnTo>
                    <a:pt x="192887" y="1700341"/>
                  </a:lnTo>
                  <a:lnTo>
                    <a:pt x="193959" y="1700220"/>
                  </a:lnTo>
                  <a:lnTo>
                    <a:pt x="195030" y="1700098"/>
                  </a:lnTo>
                  <a:lnTo>
                    <a:pt x="196102" y="1699976"/>
                  </a:lnTo>
                  <a:lnTo>
                    <a:pt x="197174" y="1699854"/>
                  </a:lnTo>
                  <a:lnTo>
                    <a:pt x="198245" y="1699730"/>
                  </a:lnTo>
                  <a:lnTo>
                    <a:pt x="199317" y="1699606"/>
                  </a:lnTo>
                  <a:lnTo>
                    <a:pt x="200388" y="1699482"/>
                  </a:lnTo>
                  <a:lnTo>
                    <a:pt x="201460" y="1699357"/>
                  </a:lnTo>
                  <a:lnTo>
                    <a:pt x="202532" y="1699231"/>
                  </a:lnTo>
                  <a:lnTo>
                    <a:pt x="203603" y="1699105"/>
                  </a:lnTo>
                  <a:lnTo>
                    <a:pt x="204675" y="1698978"/>
                  </a:lnTo>
                  <a:lnTo>
                    <a:pt x="205746" y="1698850"/>
                  </a:lnTo>
                  <a:lnTo>
                    <a:pt x="206818" y="1698721"/>
                  </a:lnTo>
                  <a:lnTo>
                    <a:pt x="207890" y="1698592"/>
                  </a:lnTo>
                  <a:lnTo>
                    <a:pt x="208961" y="1698463"/>
                  </a:lnTo>
                  <a:lnTo>
                    <a:pt x="210033" y="1698332"/>
                  </a:lnTo>
                  <a:lnTo>
                    <a:pt x="211104" y="1698201"/>
                  </a:lnTo>
                  <a:lnTo>
                    <a:pt x="212176" y="1698070"/>
                  </a:lnTo>
                  <a:lnTo>
                    <a:pt x="213248" y="1697938"/>
                  </a:lnTo>
                  <a:lnTo>
                    <a:pt x="214319" y="1697805"/>
                  </a:lnTo>
                  <a:lnTo>
                    <a:pt x="215391" y="1697671"/>
                  </a:lnTo>
                  <a:lnTo>
                    <a:pt x="216462" y="1697536"/>
                  </a:lnTo>
                  <a:lnTo>
                    <a:pt x="217534" y="1697401"/>
                  </a:lnTo>
                  <a:lnTo>
                    <a:pt x="218606" y="1697266"/>
                  </a:lnTo>
                  <a:lnTo>
                    <a:pt x="219677" y="1697129"/>
                  </a:lnTo>
                  <a:lnTo>
                    <a:pt x="220749" y="1696992"/>
                  </a:lnTo>
                  <a:lnTo>
                    <a:pt x="221820" y="1696854"/>
                  </a:lnTo>
                  <a:lnTo>
                    <a:pt x="222892" y="1696716"/>
                  </a:lnTo>
                  <a:lnTo>
                    <a:pt x="223964" y="1696576"/>
                  </a:lnTo>
                  <a:lnTo>
                    <a:pt x="225035" y="1696436"/>
                  </a:lnTo>
                  <a:lnTo>
                    <a:pt x="226107" y="1696296"/>
                  </a:lnTo>
                  <a:lnTo>
                    <a:pt x="227178" y="1696154"/>
                  </a:lnTo>
                  <a:lnTo>
                    <a:pt x="228250" y="1696012"/>
                  </a:lnTo>
                  <a:lnTo>
                    <a:pt x="229322" y="1695869"/>
                  </a:lnTo>
                  <a:lnTo>
                    <a:pt x="230393" y="1695725"/>
                  </a:lnTo>
                  <a:lnTo>
                    <a:pt x="231465" y="1695581"/>
                  </a:lnTo>
                  <a:lnTo>
                    <a:pt x="232536" y="1695436"/>
                  </a:lnTo>
                  <a:lnTo>
                    <a:pt x="233608" y="1695290"/>
                  </a:lnTo>
                  <a:lnTo>
                    <a:pt x="234680" y="1695143"/>
                  </a:lnTo>
                  <a:lnTo>
                    <a:pt x="235751" y="1694996"/>
                  </a:lnTo>
                  <a:lnTo>
                    <a:pt x="236823" y="1694847"/>
                  </a:lnTo>
                  <a:lnTo>
                    <a:pt x="237894" y="1694698"/>
                  </a:lnTo>
                  <a:lnTo>
                    <a:pt x="238966" y="1694548"/>
                  </a:lnTo>
                  <a:lnTo>
                    <a:pt x="240038" y="1694398"/>
                  </a:lnTo>
                  <a:lnTo>
                    <a:pt x="241109" y="1694246"/>
                  </a:lnTo>
                  <a:lnTo>
                    <a:pt x="242181" y="1694094"/>
                  </a:lnTo>
                  <a:lnTo>
                    <a:pt x="243252" y="1693941"/>
                  </a:lnTo>
                  <a:lnTo>
                    <a:pt x="244324" y="1693787"/>
                  </a:lnTo>
                  <a:lnTo>
                    <a:pt x="245396" y="1693633"/>
                  </a:lnTo>
                  <a:lnTo>
                    <a:pt x="246467" y="1693477"/>
                  </a:lnTo>
                  <a:lnTo>
                    <a:pt x="247539" y="1693321"/>
                  </a:lnTo>
                  <a:lnTo>
                    <a:pt x="248610" y="1693164"/>
                  </a:lnTo>
                  <a:lnTo>
                    <a:pt x="249682" y="1693006"/>
                  </a:lnTo>
                  <a:lnTo>
                    <a:pt x="250754" y="1692847"/>
                  </a:lnTo>
                  <a:lnTo>
                    <a:pt x="251825" y="1692687"/>
                  </a:lnTo>
                  <a:lnTo>
                    <a:pt x="252897" y="1692527"/>
                  </a:lnTo>
                  <a:lnTo>
                    <a:pt x="253968" y="1692366"/>
                  </a:lnTo>
                  <a:lnTo>
                    <a:pt x="255040" y="1692203"/>
                  </a:lnTo>
                  <a:lnTo>
                    <a:pt x="256112" y="1692040"/>
                  </a:lnTo>
                  <a:lnTo>
                    <a:pt x="257183" y="1691876"/>
                  </a:lnTo>
                  <a:lnTo>
                    <a:pt x="258255" y="1691711"/>
                  </a:lnTo>
                  <a:lnTo>
                    <a:pt x="259326" y="1691546"/>
                  </a:lnTo>
                  <a:lnTo>
                    <a:pt x="260398" y="1691379"/>
                  </a:lnTo>
                  <a:lnTo>
                    <a:pt x="261470" y="1691212"/>
                  </a:lnTo>
                  <a:lnTo>
                    <a:pt x="262541" y="1691043"/>
                  </a:lnTo>
                  <a:lnTo>
                    <a:pt x="263613" y="1690874"/>
                  </a:lnTo>
                  <a:lnTo>
                    <a:pt x="264684" y="1690703"/>
                  </a:lnTo>
                  <a:lnTo>
                    <a:pt x="265756" y="1690532"/>
                  </a:lnTo>
                  <a:lnTo>
                    <a:pt x="266828" y="1690360"/>
                  </a:lnTo>
                  <a:lnTo>
                    <a:pt x="267899" y="1690187"/>
                  </a:lnTo>
                  <a:lnTo>
                    <a:pt x="268971" y="1690013"/>
                  </a:lnTo>
                  <a:lnTo>
                    <a:pt x="270042" y="1689838"/>
                  </a:lnTo>
                  <a:lnTo>
                    <a:pt x="271114" y="1689662"/>
                  </a:lnTo>
                  <a:lnTo>
                    <a:pt x="272186" y="1689485"/>
                  </a:lnTo>
                  <a:lnTo>
                    <a:pt x="273257" y="1689307"/>
                  </a:lnTo>
                  <a:lnTo>
                    <a:pt x="274329" y="1689128"/>
                  </a:lnTo>
                  <a:lnTo>
                    <a:pt x="275400" y="1688948"/>
                  </a:lnTo>
                  <a:lnTo>
                    <a:pt x="276472" y="1688768"/>
                  </a:lnTo>
                  <a:lnTo>
                    <a:pt x="277544" y="1688586"/>
                  </a:lnTo>
                  <a:lnTo>
                    <a:pt x="278615" y="1688403"/>
                  </a:lnTo>
                  <a:lnTo>
                    <a:pt x="279687" y="1688219"/>
                  </a:lnTo>
                  <a:lnTo>
                    <a:pt x="280758" y="1688034"/>
                  </a:lnTo>
                  <a:lnTo>
                    <a:pt x="281830" y="1687848"/>
                  </a:lnTo>
                  <a:lnTo>
                    <a:pt x="282902" y="1687661"/>
                  </a:lnTo>
                  <a:lnTo>
                    <a:pt x="283973" y="1687473"/>
                  </a:lnTo>
                  <a:lnTo>
                    <a:pt x="285045" y="1687284"/>
                  </a:lnTo>
                  <a:lnTo>
                    <a:pt x="286116" y="1687094"/>
                  </a:lnTo>
                  <a:lnTo>
                    <a:pt x="287188" y="1686903"/>
                  </a:lnTo>
                  <a:lnTo>
                    <a:pt x="288260" y="1686711"/>
                  </a:lnTo>
                  <a:lnTo>
                    <a:pt x="289331" y="1686518"/>
                  </a:lnTo>
                  <a:lnTo>
                    <a:pt x="290403" y="1686323"/>
                  </a:lnTo>
                  <a:lnTo>
                    <a:pt x="291474" y="1686128"/>
                  </a:lnTo>
                  <a:lnTo>
                    <a:pt x="292546" y="1685931"/>
                  </a:lnTo>
                  <a:lnTo>
                    <a:pt x="293618" y="1685733"/>
                  </a:lnTo>
                  <a:lnTo>
                    <a:pt x="294689" y="1685535"/>
                  </a:lnTo>
                  <a:lnTo>
                    <a:pt x="295761" y="1685335"/>
                  </a:lnTo>
                  <a:lnTo>
                    <a:pt x="296832" y="1685134"/>
                  </a:lnTo>
                  <a:lnTo>
                    <a:pt x="297904" y="1684931"/>
                  </a:lnTo>
                  <a:lnTo>
                    <a:pt x="298976" y="1684728"/>
                  </a:lnTo>
                  <a:lnTo>
                    <a:pt x="300047" y="1684523"/>
                  </a:lnTo>
                  <a:lnTo>
                    <a:pt x="301119" y="1684318"/>
                  </a:lnTo>
                  <a:lnTo>
                    <a:pt x="302190" y="1684111"/>
                  </a:lnTo>
                  <a:lnTo>
                    <a:pt x="303262" y="1683902"/>
                  </a:lnTo>
                  <a:lnTo>
                    <a:pt x="304334" y="1683693"/>
                  </a:lnTo>
                  <a:lnTo>
                    <a:pt x="305405" y="1683483"/>
                  </a:lnTo>
                  <a:lnTo>
                    <a:pt x="306477" y="1683271"/>
                  </a:lnTo>
                  <a:lnTo>
                    <a:pt x="307548" y="1683058"/>
                  </a:lnTo>
                  <a:lnTo>
                    <a:pt x="308620" y="1682844"/>
                  </a:lnTo>
                  <a:lnTo>
                    <a:pt x="309692" y="1682628"/>
                  </a:lnTo>
                  <a:lnTo>
                    <a:pt x="310763" y="1682411"/>
                  </a:lnTo>
                  <a:lnTo>
                    <a:pt x="311835" y="1682193"/>
                  </a:lnTo>
                  <a:lnTo>
                    <a:pt x="312906" y="1681974"/>
                  </a:lnTo>
                  <a:lnTo>
                    <a:pt x="313978" y="1681754"/>
                  </a:lnTo>
                  <a:lnTo>
                    <a:pt x="315050" y="1681532"/>
                  </a:lnTo>
                  <a:lnTo>
                    <a:pt x="316121" y="1681309"/>
                  </a:lnTo>
                  <a:lnTo>
                    <a:pt x="317193" y="1681084"/>
                  </a:lnTo>
                  <a:lnTo>
                    <a:pt x="318264" y="1680859"/>
                  </a:lnTo>
                  <a:lnTo>
                    <a:pt x="319336" y="1680632"/>
                  </a:lnTo>
                  <a:lnTo>
                    <a:pt x="320408" y="1680403"/>
                  </a:lnTo>
                  <a:lnTo>
                    <a:pt x="321479" y="1680173"/>
                  </a:lnTo>
                  <a:lnTo>
                    <a:pt x="322551" y="1679942"/>
                  </a:lnTo>
                  <a:lnTo>
                    <a:pt x="323622" y="1679710"/>
                  </a:lnTo>
                  <a:lnTo>
                    <a:pt x="324694" y="1679476"/>
                  </a:lnTo>
                  <a:lnTo>
                    <a:pt x="325766" y="1679241"/>
                  </a:lnTo>
                  <a:lnTo>
                    <a:pt x="326837" y="1679004"/>
                  </a:lnTo>
                  <a:lnTo>
                    <a:pt x="327909" y="1678766"/>
                  </a:lnTo>
                  <a:lnTo>
                    <a:pt x="328980" y="1678527"/>
                  </a:lnTo>
                  <a:lnTo>
                    <a:pt x="330052" y="1678286"/>
                  </a:lnTo>
                  <a:lnTo>
                    <a:pt x="331124" y="1678044"/>
                  </a:lnTo>
                  <a:lnTo>
                    <a:pt x="332195" y="1677800"/>
                  </a:lnTo>
                  <a:lnTo>
                    <a:pt x="333267" y="1677555"/>
                  </a:lnTo>
                  <a:lnTo>
                    <a:pt x="334338" y="1677309"/>
                  </a:lnTo>
                  <a:lnTo>
                    <a:pt x="335410" y="1677061"/>
                  </a:lnTo>
                  <a:lnTo>
                    <a:pt x="336482" y="1676811"/>
                  </a:lnTo>
                  <a:lnTo>
                    <a:pt x="337553" y="1676560"/>
                  </a:lnTo>
                  <a:lnTo>
                    <a:pt x="338625" y="1676308"/>
                  </a:lnTo>
                  <a:lnTo>
                    <a:pt x="339696" y="1676054"/>
                  </a:lnTo>
                  <a:lnTo>
                    <a:pt x="340768" y="1675798"/>
                  </a:lnTo>
                  <a:lnTo>
                    <a:pt x="341840" y="1675541"/>
                  </a:lnTo>
                  <a:lnTo>
                    <a:pt x="342911" y="1675283"/>
                  </a:lnTo>
                  <a:lnTo>
                    <a:pt x="343983" y="1675023"/>
                  </a:lnTo>
                  <a:lnTo>
                    <a:pt x="345054" y="1674761"/>
                  </a:lnTo>
                  <a:lnTo>
                    <a:pt x="346126" y="1674498"/>
                  </a:lnTo>
                  <a:lnTo>
                    <a:pt x="347198" y="1674233"/>
                  </a:lnTo>
                  <a:lnTo>
                    <a:pt x="348269" y="1673967"/>
                  </a:lnTo>
                  <a:lnTo>
                    <a:pt x="349341" y="1673699"/>
                  </a:lnTo>
                  <a:lnTo>
                    <a:pt x="350412" y="1673429"/>
                  </a:lnTo>
                  <a:lnTo>
                    <a:pt x="351484" y="1673158"/>
                  </a:lnTo>
                  <a:lnTo>
                    <a:pt x="352556" y="1672885"/>
                  </a:lnTo>
                  <a:lnTo>
                    <a:pt x="353627" y="1672611"/>
                  </a:lnTo>
                  <a:lnTo>
                    <a:pt x="354699" y="1672335"/>
                  </a:lnTo>
                  <a:lnTo>
                    <a:pt x="355770" y="1672057"/>
                  </a:lnTo>
                  <a:lnTo>
                    <a:pt x="356842" y="1671778"/>
                  </a:lnTo>
                  <a:lnTo>
                    <a:pt x="357913" y="1671497"/>
                  </a:lnTo>
                  <a:lnTo>
                    <a:pt x="358985" y="1671215"/>
                  </a:lnTo>
                  <a:lnTo>
                    <a:pt x="360057" y="1670930"/>
                  </a:lnTo>
                  <a:lnTo>
                    <a:pt x="361128" y="1670644"/>
                  </a:lnTo>
                  <a:lnTo>
                    <a:pt x="362200" y="1670356"/>
                  </a:lnTo>
                  <a:lnTo>
                    <a:pt x="363271" y="1670067"/>
                  </a:lnTo>
                  <a:lnTo>
                    <a:pt x="364343" y="1669776"/>
                  </a:lnTo>
                  <a:lnTo>
                    <a:pt x="365415" y="1669483"/>
                  </a:lnTo>
                  <a:lnTo>
                    <a:pt x="366486" y="1669188"/>
                  </a:lnTo>
                  <a:lnTo>
                    <a:pt x="367558" y="1668892"/>
                  </a:lnTo>
                  <a:lnTo>
                    <a:pt x="368629" y="1668594"/>
                  </a:lnTo>
                  <a:lnTo>
                    <a:pt x="369701" y="1668294"/>
                  </a:lnTo>
                  <a:lnTo>
                    <a:pt x="370773" y="1667992"/>
                  </a:lnTo>
                  <a:lnTo>
                    <a:pt x="371844" y="1667688"/>
                  </a:lnTo>
                  <a:lnTo>
                    <a:pt x="372916" y="1667383"/>
                  </a:lnTo>
                  <a:lnTo>
                    <a:pt x="373987" y="1667076"/>
                  </a:lnTo>
                  <a:lnTo>
                    <a:pt x="375059" y="1666767"/>
                  </a:lnTo>
                  <a:lnTo>
                    <a:pt x="376131" y="1666456"/>
                  </a:lnTo>
                  <a:lnTo>
                    <a:pt x="377202" y="1666143"/>
                  </a:lnTo>
                  <a:lnTo>
                    <a:pt x="378274" y="1665829"/>
                  </a:lnTo>
                  <a:lnTo>
                    <a:pt x="379345" y="1665512"/>
                  </a:lnTo>
                  <a:lnTo>
                    <a:pt x="380417" y="1665194"/>
                  </a:lnTo>
                  <a:lnTo>
                    <a:pt x="381489" y="1664874"/>
                  </a:lnTo>
                  <a:lnTo>
                    <a:pt x="382560" y="1664552"/>
                  </a:lnTo>
                  <a:lnTo>
                    <a:pt x="383632" y="1664228"/>
                  </a:lnTo>
                  <a:lnTo>
                    <a:pt x="384703" y="1663902"/>
                  </a:lnTo>
                  <a:lnTo>
                    <a:pt x="385775" y="1663574"/>
                  </a:lnTo>
                  <a:lnTo>
                    <a:pt x="386847" y="1663244"/>
                  </a:lnTo>
                  <a:lnTo>
                    <a:pt x="387918" y="1662912"/>
                  </a:lnTo>
                  <a:lnTo>
                    <a:pt x="388990" y="1662579"/>
                  </a:lnTo>
                  <a:lnTo>
                    <a:pt x="390061" y="1662243"/>
                  </a:lnTo>
                  <a:lnTo>
                    <a:pt x="391133" y="1661905"/>
                  </a:lnTo>
                  <a:lnTo>
                    <a:pt x="392205" y="1661566"/>
                  </a:lnTo>
                  <a:lnTo>
                    <a:pt x="393276" y="1661224"/>
                  </a:lnTo>
                  <a:lnTo>
                    <a:pt x="394348" y="1660880"/>
                  </a:lnTo>
                  <a:lnTo>
                    <a:pt x="395419" y="1660534"/>
                  </a:lnTo>
                  <a:lnTo>
                    <a:pt x="396491" y="1660187"/>
                  </a:lnTo>
                  <a:lnTo>
                    <a:pt x="397563" y="1659837"/>
                  </a:lnTo>
                  <a:lnTo>
                    <a:pt x="398634" y="1659485"/>
                  </a:lnTo>
                  <a:lnTo>
                    <a:pt x="399706" y="1659131"/>
                  </a:lnTo>
                  <a:lnTo>
                    <a:pt x="400777" y="1658775"/>
                  </a:lnTo>
                  <a:lnTo>
                    <a:pt x="401849" y="1658417"/>
                  </a:lnTo>
                  <a:lnTo>
                    <a:pt x="402921" y="1658057"/>
                  </a:lnTo>
                  <a:lnTo>
                    <a:pt x="403992" y="1657694"/>
                  </a:lnTo>
                  <a:lnTo>
                    <a:pt x="405064" y="1657330"/>
                  </a:lnTo>
                  <a:lnTo>
                    <a:pt x="406135" y="1656963"/>
                  </a:lnTo>
                  <a:lnTo>
                    <a:pt x="407207" y="1656595"/>
                  </a:lnTo>
                  <a:lnTo>
                    <a:pt x="408279" y="1656224"/>
                  </a:lnTo>
                  <a:lnTo>
                    <a:pt x="409350" y="1655851"/>
                  </a:lnTo>
                  <a:lnTo>
                    <a:pt x="410422" y="1655476"/>
                  </a:lnTo>
                  <a:lnTo>
                    <a:pt x="411493" y="1655098"/>
                  </a:lnTo>
                  <a:lnTo>
                    <a:pt x="412565" y="1654719"/>
                  </a:lnTo>
                  <a:lnTo>
                    <a:pt x="413637" y="1654337"/>
                  </a:lnTo>
                  <a:lnTo>
                    <a:pt x="414708" y="1653953"/>
                  </a:lnTo>
                  <a:lnTo>
                    <a:pt x="415780" y="1653567"/>
                  </a:lnTo>
                  <a:lnTo>
                    <a:pt x="416851" y="1653178"/>
                  </a:lnTo>
                  <a:lnTo>
                    <a:pt x="417923" y="1652787"/>
                  </a:lnTo>
                  <a:lnTo>
                    <a:pt x="418995" y="1652394"/>
                  </a:lnTo>
                  <a:lnTo>
                    <a:pt x="420066" y="1651999"/>
                  </a:lnTo>
                  <a:lnTo>
                    <a:pt x="421138" y="1651602"/>
                  </a:lnTo>
                  <a:lnTo>
                    <a:pt x="422209" y="1651202"/>
                  </a:lnTo>
                  <a:lnTo>
                    <a:pt x="423281" y="1650800"/>
                  </a:lnTo>
                  <a:lnTo>
                    <a:pt x="424353" y="1650395"/>
                  </a:lnTo>
                  <a:lnTo>
                    <a:pt x="425424" y="1649989"/>
                  </a:lnTo>
                  <a:lnTo>
                    <a:pt x="426496" y="1649580"/>
                  </a:lnTo>
                  <a:lnTo>
                    <a:pt x="427567" y="1649168"/>
                  </a:lnTo>
                  <a:lnTo>
                    <a:pt x="428639" y="1648754"/>
                  </a:lnTo>
                  <a:lnTo>
                    <a:pt x="429711" y="1648338"/>
                  </a:lnTo>
                  <a:lnTo>
                    <a:pt x="430782" y="1647920"/>
                  </a:lnTo>
                  <a:lnTo>
                    <a:pt x="431854" y="1647499"/>
                  </a:lnTo>
                  <a:lnTo>
                    <a:pt x="432925" y="1647076"/>
                  </a:lnTo>
                  <a:lnTo>
                    <a:pt x="433997" y="1646650"/>
                  </a:lnTo>
                  <a:lnTo>
                    <a:pt x="435069" y="1646222"/>
                  </a:lnTo>
                  <a:lnTo>
                    <a:pt x="436140" y="1645791"/>
                  </a:lnTo>
                  <a:lnTo>
                    <a:pt x="437212" y="1645358"/>
                  </a:lnTo>
                  <a:lnTo>
                    <a:pt x="438283" y="1644923"/>
                  </a:lnTo>
                  <a:lnTo>
                    <a:pt x="439355" y="1644485"/>
                  </a:lnTo>
                  <a:lnTo>
                    <a:pt x="440427" y="1644045"/>
                  </a:lnTo>
                  <a:lnTo>
                    <a:pt x="441498" y="1643602"/>
                  </a:lnTo>
                  <a:lnTo>
                    <a:pt x="442570" y="1643157"/>
                  </a:lnTo>
                  <a:lnTo>
                    <a:pt x="443641" y="1642709"/>
                  </a:lnTo>
                  <a:lnTo>
                    <a:pt x="444713" y="1642259"/>
                  </a:lnTo>
                  <a:lnTo>
                    <a:pt x="445785" y="1641806"/>
                  </a:lnTo>
                  <a:lnTo>
                    <a:pt x="446856" y="1641351"/>
                  </a:lnTo>
                  <a:lnTo>
                    <a:pt x="447928" y="1640893"/>
                  </a:lnTo>
                  <a:lnTo>
                    <a:pt x="448999" y="1640433"/>
                  </a:lnTo>
                  <a:lnTo>
                    <a:pt x="450071" y="1639970"/>
                  </a:lnTo>
                  <a:lnTo>
                    <a:pt x="451143" y="1639504"/>
                  </a:lnTo>
                  <a:lnTo>
                    <a:pt x="452214" y="1639036"/>
                  </a:lnTo>
                  <a:lnTo>
                    <a:pt x="453286" y="1638565"/>
                  </a:lnTo>
                  <a:lnTo>
                    <a:pt x="454357" y="1638092"/>
                  </a:lnTo>
                  <a:lnTo>
                    <a:pt x="455429" y="1637616"/>
                  </a:lnTo>
                  <a:lnTo>
                    <a:pt x="456501" y="1637138"/>
                  </a:lnTo>
                  <a:lnTo>
                    <a:pt x="457572" y="1636657"/>
                  </a:lnTo>
                  <a:lnTo>
                    <a:pt x="458644" y="1636173"/>
                  </a:lnTo>
                  <a:lnTo>
                    <a:pt x="459715" y="1635687"/>
                  </a:lnTo>
                  <a:lnTo>
                    <a:pt x="460787" y="1635198"/>
                  </a:lnTo>
                  <a:lnTo>
                    <a:pt x="461859" y="1634706"/>
                  </a:lnTo>
                  <a:lnTo>
                    <a:pt x="462930" y="1634212"/>
                  </a:lnTo>
                  <a:lnTo>
                    <a:pt x="464002" y="1633715"/>
                  </a:lnTo>
                  <a:lnTo>
                    <a:pt x="465073" y="1633215"/>
                  </a:lnTo>
                  <a:lnTo>
                    <a:pt x="466145" y="1632713"/>
                  </a:lnTo>
                  <a:lnTo>
                    <a:pt x="467217" y="1632208"/>
                  </a:lnTo>
                  <a:lnTo>
                    <a:pt x="468288" y="1631700"/>
                  </a:lnTo>
                  <a:lnTo>
                    <a:pt x="469360" y="1631190"/>
                  </a:lnTo>
                  <a:lnTo>
                    <a:pt x="470431" y="1630676"/>
                  </a:lnTo>
                  <a:lnTo>
                    <a:pt x="471503" y="1630160"/>
                  </a:lnTo>
                  <a:lnTo>
                    <a:pt x="472575" y="1629642"/>
                  </a:lnTo>
                  <a:lnTo>
                    <a:pt x="473646" y="1629120"/>
                  </a:lnTo>
                  <a:lnTo>
                    <a:pt x="474718" y="1628596"/>
                  </a:lnTo>
                  <a:lnTo>
                    <a:pt x="475789" y="1628069"/>
                  </a:lnTo>
                  <a:lnTo>
                    <a:pt x="476861" y="1627539"/>
                  </a:lnTo>
                  <a:lnTo>
                    <a:pt x="477933" y="1627007"/>
                  </a:lnTo>
                  <a:lnTo>
                    <a:pt x="479004" y="1626471"/>
                  </a:lnTo>
                  <a:lnTo>
                    <a:pt x="480076" y="1625933"/>
                  </a:lnTo>
                  <a:lnTo>
                    <a:pt x="481147" y="1625392"/>
                  </a:lnTo>
                  <a:lnTo>
                    <a:pt x="482219" y="1624848"/>
                  </a:lnTo>
                  <a:lnTo>
                    <a:pt x="483291" y="1624302"/>
                  </a:lnTo>
                  <a:lnTo>
                    <a:pt x="484362" y="1623752"/>
                  </a:lnTo>
                  <a:lnTo>
                    <a:pt x="485434" y="1623200"/>
                  </a:lnTo>
                  <a:lnTo>
                    <a:pt x="486505" y="1622645"/>
                  </a:lnTo>
                  <a:lnTo>
                    <a:pt x="487577" y="1622087"/>
                  </a:lnTo>
                  <a:lnTo>
                    <a:pt x="488649" y="1621526"/>
                  </a:lnTo>
                  <a:lnTo>
                    <a:pt x="489720" y="1620962"/>
                  </a:lnTo>
                  <a:lnTo>
                    <a:pt x="490792" y="1620396"/>
                  </a:lnTo>
                  <a:lnTo>
                    <a:pt x="491863" y="1619826"/>
                  </a:lnTo>
                  <a:lnTo>
                    <a:pt x="492935" y="1619254"/>
                  </a:lnTo>
                  <a:lnTo>
                    <a:pt x="494007" y="1618678"/>
                  </a:lnTo>
                  <a:lnTo>
                    <a:pt x="495078" y="1618100"/>
                  </a:lnTo>
                  <a:lnTo>
                    <a:pt x="496150" y="1617519"/>
                  </a:lnTo>
                  <a:lnTo>
                    <a:pt x="497221" y="1616935"/>
                  </a:lnTo>
                  <a:lnTo>
                    <a:pt x="498293" y="1616348"/>
                  </a:lnTo>
                  <a:lnTo>
                    <a:pt x="499365" y="1615758"/>
                  </a:lnTo>
                  <a:lnTo>
                    <a:pt x="500436" y="1615165"/>
                  </a:lnTo>
                  <a:lnTo>
                    <a:pt x="501508" y="1614570"/>
                  </a:lnTo>
                  <a:lnTo>
                    <a:pt x="502579" y="1613971"/>
                  </a:lnTo>
                  <a:lnTo>
                    <a:pt x="503651" y="1613369"/>
                  </a:lnTo>
                  <a:lnTo>
                    <a:pt x="504723" y="1612765"/>
                  </a:lnTo>
                  <a:lnTo>
                    <a:pt x="505794" y="1612157"/>
                  </a:lnTo>
                  <a:lnTo>
                    <a:pt x="506866" y="1611546"/>
                  </a:lnTo>
                  <a:lnTo>
                    <a:pt x="507937" y="1610933"/>
                  </a:lnTo>
                  <a:lnTo>
                    <a:pt x="509009" y="1610316"/>
                  </a:lnTo>
                  <a:lnTo>
                    <a:pt x="510081" y="1609697"/>
                  </a:lnTo>
                  <a:lnTo>
                    <a:pt x="511152" y="1609074"/>
                  </a:lnTo>
                  <a:lnTo>
                    <a:pt x="512224" y="1608449"/>
                  </a:lnTo>
                  <a:lnTo>
                    <a:pt x="513295" y="1607820"/>
                  </a:lnTo>
                  <a:lnTo>
                    <a:pt x="514367" y="1607189"/>
                  </a:lnTo>
                  <a:lnTo>
                    <a:pt x="515439" y="1606554"/>
                  </a:lnTo>
                  <a:lnTo>
                    <a:pt x="516510" y="1605916"/>
                  </a:lnTo>
                  <a:lnTo>
                    <a:pt x="517582" y="1605276"/>
                  </a:lnTo>
                  <a:lnTo>
                    <a:pt x="518653" y="1604632"/>
                  </a:lnTo>
                  <a:lnTo>
                    <a:pt x="519725" y="1603986"/>
                  </a:lnTo>
                  <a:lnTo>
                    <a:pt x="520797" y="1603336"/>
                  </a:lnTo>
                  <a:lnTo>
                    <a:pt x="521868" y="1602683"/>
                  </a:lnTo>
                  <a:lnTo>
                    <a:pt x="522940" y="1602028"/>
                  </a:lnTo>
                  <a:lnTo>
                    <a:pt x="524011" y="1601369"/>
                  </a:lnTo>
                  <a:lnTo>
                    <a:pt x="525083" y="1600707"/>
                  </a:lnTo>
                  <a:lnTo>
                    <a:pt x="526155" y="1600042"/>
                  </a:lnTo>
                  <a:lnTo>
                    <a:pt x="527226" y="1599374"/>
                  </a:lnTo>
                  <a:lnTo>
                    <a:pt x="528298" y="1598703"/>
                  </a:lnTo>
                  <a:lnTo>
                    <a:pt x="529369" y="1598029"/>
                  </a:lnTo>
                  <a:lnTo>
                    <a:pt x="530441" y="1597352"/>
                  </a:lnTo>
                  <a:lnTo>
                    <a:pt x="531513" y="1596672"/>
                  </a:lnTo>
                  <a:lnTo>
                    <a:pt x="532584" y="1595989"/>
                  </a:lnTo>
                  <a:lnTo>
                    <a:pt x="533656" y="1595302"/>
                  </a:lnTo>
                  <a:lnTo>
                    <a:pt x="534727" y="1594613"/>
                  </a:lnTo>
                  <a:lnTo>
                    <a:pt x="535799" y="1593920"/>
                  </a:lnTo>
                  <a:lnTo>
                    <a:pt x="536870" y="1593225"/>
                  </a:lnTo>
                  <a:lnTo>
                    <a:pt x="537942" y="1592526"/>
                  </a:lnTo>
                  <a:lnTo>
                    <a:pt x="539014" y="1591825"/>
                  </a:lnTo>
                  <a:lnTo>
                    <a:pt x="540085" y="1591120"/>
                  </a:lnTo>
                  <a:lnTo>
                    <a:pt x="541157" y="1590412"/>
                  </a:lnTo>
                  <a:lnTo>
                    <a:pt x="542228" y="1589701"/>
                  </a:lnTo>
                  <a:lnTo>
                    <a:pt x="543300" y="1588987"/>
                  </a:lnTo>
                  <a:lnTo>
                    <a:pt x="544372" y="1588270"/>
                  </a:lnTo>
                  <a:lnTo>
                    <a:pt x="545443" y="1587550"/>
                  </a:lnTo>
                  <a:lnTo>
                    <a:pt x="546515" y="1586827"/>
                  </a:lnTo>
                  <a:lnTo>
                    <a:pt x="547586" y="1586101"/>
                  </a:lnTo>
                  <a:lnTo>
                    <a:pt x="548658" y="1585372"/>
                  </a:lnTo>
                  <a:lnTo>
                    <a:pt x="549730" y="1584639"/>
                  </a:lnTo>
                  <a:lnTo>
                    <a:pt x="550801" y="1583904"/>
                  </a:lnTo>
                  <a:lnTo>
                    <a:pt x="551873" y="1583165"/>
                  </a:lnTo>
                  <a:lnTo>
                    <a:pt x="552944" y="1582424"/>
                  </a:lnTo>
                  <a:lnTo>
                    <a:pt x="554016" y="1581679"/>
                  </a:lnTo>
                  <a:lnTo>
                    <a:pt x="555088" y="1580931"/>
                  </a:lnTo>
                  <a:lnTo>
                    <a:pt x="556159" y="1580180"/>
                  </a:lnTo>
                  <a:lnTo>
                    <a:pt x="557231" y="1579427"/>
                  </a:lnTo>
                  <a:lnTo>
                    <a:pt x="558302" y="1578670"/>
                  </a:lnTo>
                  <a:lnTo>
                    <a:pt x="559374" y="1577910"/>
                  </a:lnTo>
                  <a:lnTo>
                    <a:pt x="560446" y="1577147"/>
                  </a:lnTo>
                  <a:lnTo>
                    <a:pt x="561517" y="1576380"/>
                  </a:lnTo>
                  <a:lnTo>
                    <a:pt x="562589" y="1575611"/>
                  </a:lnTo>
                  <a:lnTo>
                    <a:pt x="563660" y="1574839"/>
                  </a:lnTo>
                  <a:lnTo>
                    <a:pt x="564732" y="1574064"/>
                  </a:lnTo>
                  <a:lnTo>
                    <a:pt x="565804" y="1573285"/>
                  </a:lnTo>
                  <a:lnTo>
                    <a:pt x="566875" y="1572504"/>
                  </a:lnTo>
                  <a:lnTo>
                    <a:pt x="567947" y="1571720"/>
                  </a:lnTo>
                  <a:lnTo>
                    <a:pt x="569018" y="1570932"/>
                  </a:lnTo>
                  <a:lnTo>
                    <a:pt x="570090" y="1570142"/>
                  </a:lnTo>
                  <a:lnTo>
                    <a:pt x="571162" y="1569348"/>
                  </a:lnTo>
                  <a:lnTo>
                    <a:pt x="572233" y="1568552"/>
                  </a:lnTo>
                  <a:lnTo>
                    <a:pt x="573305" y="1567752"/>
                  </a:lnTo>
                  <a:lnTo>
                    <a:pt x="574376" y="1566950"/>
                  </a:lnTo>
                  <a:lnTo>
                    <a:pt x="575448" y="1566144"/>
                  </a:lnTo>
                  <a:lnTo>
                    <a:pt x="576520" y="1565336"/>
                  </a:lnTo>
                  <a:lnTo>
                    <a:pt x="577591" y="1564524"/>
                  </a:lnTo>
                  <a:lnTo>
                    <a:pt x="578663" y="1563710"/>
                  </a:lnTo>
                  <a:lnTo>
                    <a:pt x="579734" y="1562893"/>
                  </a:lnTo>
                  <a:lnTo>
                    <a:pt x="580806" y="1562072"/>
                  </a:lnTo>
                  <a:lnTo>
                    <a:pt x="581878" y="1561249"/>
                  </a:lnTo>
                  <a:lnTo>
                    <a:pt x="582949" y="1560422"/>
                  </a:lnTo>
                  <a:lnTo>
                    <a:pt x="584021" y="1559593"/>
                  </a:lnTo>
                  <a:lnTo>
                    <a:pt x="585092" y="1558761"/>
                  </a:lnTo>
                  <a:lnTo>
                    <a:pt x="586164" y="1557926"/>
                  </a:lnTo>
                  <a:lnTo>
                    <a:pt x="587236" y="1557087"/>
                  </a:lnTo>
                  <a:lnTo>
                    <a:pt x="588307" y="1556246"/>
                  </a:lnTo>
                  <a:lnTo>
                    <a:pt x="589379" y="1555402"/>
                  </a:lnTo>
                  <a:lnTo>
                    <a:pt x="590450" y="1554556"/>
                  </a:lnTo>
                  <a:lnTo>
                    <a:pt x="591522" y="1553706"/>
                  </a:lnTo>
                  <a:lnTo>
                    <a:pt x="592594" y="1552853"/>
                  </a:lnTo>
                  <a:lnTo>
                    <a:pt x="593665" y="1551998"/>
                  </a:lnTo>
                  <a:lnTo>
                    <a:pt x="594737" y="1551139"/>
                  </a:lnTo>
                  <a:lnTo>
                    <a:pt x="595808" y="1550278"/>
                  </a:lnTo>
                  <a:lnTo>
                    <a:pt x="596880" y="1549414"/>
                  </a:lnTo>
                  <a:lnTo>
                    <a:pt x="597952" y="1548547"/>
                  </a:lnTo>
                  <a:lnTo>
                    <a:pt x="599023" y="1547677"/>
                  </a:lnTo>
                  <a:lnTo>
                    <a:pt x="600095" y="1546804"/>
                  </a:lnTo>
                  <a:lnTo>
                    <a:pt x="601166" y="1545929"/>
                  </a:lnTo>
                  <a:lnTo>
                    <a:pt x="602238" y="1545050"/>
                  </a:lnTo>
                  <a:lnTo>
                    <a:pt x="603310" y="1544169"/>
                  </a:lnTo>
                  <a:lnTo>
                    <a:pt x="604381" y="1543285"/>
                  </a:lnTo>
                  <a:lnTo>
                    <a:pt x="605453" y="1542399"/>
                  </a:lnTo>
                  <a:lnTo>
                    <a:pt x="606524" y="1541509"/>
                  </a:lnTo>
                  <a:lnTo>
                    <a:pt x="607596" y="1540617"/>
                  </a:lnTo>
                  <a:lnTo>
                    <a:pt x="608668" y="1539722"/>
                  </a:lnTo>
                  <a:lnTo>
                    <a:pt x="609739" y="1538825"/>
                  </a:lnTo>
                  <a:lnTo>
                    <a:pt x="610811" y="1537924"/>
                  </a:lnTo>
                  <a:lnTo>
                    <a:pt x="611882" y="1537021"/>
                  </a:lnTo>
                  <a:lnTo>
                    <a:pt x="612954" y="1536116"/>
                  </a:lnTo>
                  <a:lnTo>
                    <a:pt x="614026" y="1535207"/>
                  </a:lnTo>
                  <a:lnTo>
                    <a:pt x="615097" y="1534296"/>
                  </a:lnTo>
                  <a:lnTo>
                    <a:pt x="616169" y="1533382"/>
                  </a:lnTo>
                  <a:lnTo>
                    <a:pt x="617240" y="1532466"/>
                  </a:lnTo>
                  <a:lnTo>
                    <a:pt x="618312" y="1531547"/>
                  </a:lnTo>
                  <a:lnTo>
                    <a:pt x="619384" y="1530625"/>
                  </a:lnTo>
                  <a:lnTo>
                    <a:pt x="620455" y="1529701"/>
                  </a:lnTo>
                  <a:lnTo>
                    <a:pt x="621527" y="1528774"/>
                  </a:lnTo>
                  <a:lnTo>
                    <a:pt x="622598" y="1527845"/>
                  </a:lnTo>
                  <a:lnTo>
                    <a:pt x="623670" y="1526913"/>
                  </a:lnTo>
                  <a:lnTo>
                    <a:pt x="624742" y="1525979"/>
                  </a:lnTo>
                  <a:lnTo>
                    <a:pt x="625813" y="1525042"/>
                  </a:lnTo>
                  <a:lnTo>
                    <a:pt x="626885" y="1524102"/>
                  </a:lnTo>
                  <a:lnTo>
                    <a:pt x="627956" y="1523160"/>
                  </a:lnTo>
                  <a:lnTo>
                    <a:pt x="629028" y="1522216"/>
                  </a:lnTo>
                  <a:lnTo>
                    <a:pt x="630100" y="1521269"/>
                  </a:lnTo>
                  <a:lnTo>
                    <a:pt x="631171" y="1520319"/>
                  </a:lnTo>
                  <a:lnTo>
                    <a:pt x="632243" y="1519367"/>
                  </a:lnTo>
                  <a:lnTo>
                    <a:pt x="633314" y="1518413"/>
                  </a:lnTo>
                  <a:lnTo>
                    <a:pt x="634386" y="1517457"/>
                  </a:lnTo>
                  <a:lnTo>
                    <a:pt x="635458" y="1516498"/>
                  </a:lnTo>
                  <a:lnTo>
                    <a:pt x="636529" y="1515536"/>
                  </a:lnTo>
                  <a:lnTo>
                    <a:pt x="637601" y="1514572"/>
                  </a:lnTo>
                  <a:lnTo>
                    <a:pt x="638672" y="1513606"/>
                  </a:lnTo>
                  <a:lnTo>
                    <a:pt x="639744" y="1512638"/>
                  </a:lnTo>
                  <a:lnTo>
                    <a:pt x="640816" y="1511667"/>
                  </a:lnTo>
                  <a:lnTo>
                    <a:pt x="641887" y="1510694"/>
                  </a:lnTo>
                  <a:lnTo>
                    <a:pt x="642959" y="1509719"/>
                  </a:lnTo>
                  <a:lnTo>
                    <a:pt x="644030" y="1508741"/>
                  </a:lnTo>
                  <a:lnTo>
                    <a:pt x="645102" y="1507762"/>
                  </a:lnTo>
                  <a:lnTo>
                    <a:pt x="646174" y="1506780"/>
                  </a:lnTo>
                  <a:lnTo>
                    <a:pt x="647245" y="1505796"/>
                  </a:lnTo>
                  <a:lnTo>
                    <a:pt x="648317" y="1504809"/>
                  </a:lnTo>
                  <a:lnTo>
                    <a:pt x="649388" y="1503821"/>
                  </a:lnTo>
                  <a:lnTo>
                    <a:pt x="650460" y="1502830"/>
                  </a:lnTo>
                  <a:lnTo>
                    <a:pt x="651532" y="1501838"/>
                  </a:lnTo>
                  <a:lnTo>
                    <a:pt x="652603" y="1500843"/>
                  </a:lnTo>
                  <a:lnTo>
                    <a:pt x="653675" y="1499846"/>
                  </a:lnTo>
                  <a:lnTo>
                    <a:pt x="654746" y="1498847"/>
                  </a:lnTo>
                  <a:lnTo>
                    <a:pt x="655818" y="1497846"/>
                  </a:lnTo>
                  <a:lnTo>
                    <a:pt x="656890" y="1496843"/>
                  </a:lnTo>
                  <a:lnTo>
                    <a:pt x="657961" y="1495838"/>
                  </a:lnTo>
                  <a:lnTo>
                    <a:pt x="659033" y="1494831"/>
                  </a:lnTo>
                  <a:lnTo>
                    <a:pt x="660104" y="1493822"/>
                  </a:lnTo>
                  <a:lnTo>
                    <a:pt x="661176" y="1492812"/>
                  </a:lnTo>
                  <a:lnTo>
                    <a:pt x="662248" y="1491799"/>
                  </a:lnTo>
                  <a:lnTo>
                    <a:pt x="663319" y="1490784"/>
                  </a:lnTo>
                  <a:lnTo>
                    <a:pt x="664391" y="1489768"/>
                  </a:lnTo>
                  <a:lnTo>
                    <a:pt x="665462" y="1488749"/>
                  </a:lnTo>
                  <a:lnTo>
                    <a:pt x="666534" y="1487729"/>
                  </a:lnTo>
                  <a:lnTo>
                    <a:pt x="667606" y="1486707"/>
                  </a:lnTo>
                  <a:lnTo>
                    <a:pt x="668677" y="1485684"/>
                  </a:lnTo>
                  <a:lnTo>
                    <a:pt x="669749" y="1484658"/>
                  </a:lnTo>
                  <a:lnTo>
                    <a:pt x="670820" y="1483631"/>
                  </a:lnTo>
                  <a:lnTo>
                    <a:pt x="671892" y="1482602"/>
                  </a:lnTo>
                  <a:lnTo>
                    <a:pt x="672964" y="1481571"/>
                  </a:lnTo>
                  <a:lnTo>
                    <a:pt x="674035" y="1480539"/>
                  </a:lnTo>
                  <a:lnTo>
                    <a:pt x="675107" y="1479505"/>
                  </a:lnTo>
                  <a:lnTo>
                    <a:pt x="676178" y="1478470"/>
                  </a:lnTo>
                  <a:lnTo>
                    <a:pt x="677250" y="1477433"/>
                  </a:lnTo>
                  <a:lnTo>
                    <a:pt x="678322" y="1476394"/>
                  </a:lnTo>
                  <a:lnTo>
                    <a:pt x="679393" y="1475354"/>
                  </a:lnTo>
                  <a:lnTo>
                    <a:pt x="680465" y="1474312"/>
                  </a:lnTo>
                  <a:lnTo>
                    <a:pt x="681536" y="1473269"/>
                  </a:lnTo>
                  <a:lnTo>
                    <a:pt x="682608" y="1472224"/>
                  </a:lnTo>
                  <a:lnTo>
                    <a:pt x="683680" y="1471178"/>
                  </a:lnTo>
                  <a:lnTo>
                    <a:pt x="684751" y="1470130"/>
                  </a:lnTo>
                  <a:lnTo>
                    <a:pt x="685823" y="1469081"/>
                  </a:lnTo>
                  <a:lnTo>
                    <a:pt x="686894" y="1468031"/>
                  </a:lnTo>
                  <a:lnTo>
                    <a:pt x="687966" y="1466979"/>
                  </a:lnTo>
                  <a:lnTo>
                    <a:pt x="689038" y="1465926"/>
                  </a:lnTo>
                  <a:lnTo>
                    <a:pt x="690109" y="1464872"/>
                  </a:lnTo>
                  <a:lnTo>
                    <a:pt x="691181" y="1463816"/>
                  </a:lnTo>
                  <a:lnTo>
                    <a:pt x="692252" y="1462759"/>
                  </a:lnTo>
                  <a:lnTo>
                    <a:pt x="693324" y="1461701"/>
                  </a:lnTo>
                  <a:lnTo>
                    <a:pt x="694396" y="1460642"/>
                  </a:lnTo>
                  <a:lnTo>
                    <a:pt x="695467" y="1459581"/>
                  </a:lnTo>
                  <a:lnTo>
                    <a:pt x="696539" y="1458520"/>
                  </a:lnTo>
                  <a:lnTo>
                    <a:pt x="697610" y="1457457"/>
                  </a:lnTo>
                  <a:lnTo>
                    <a:pt x="698682" y="1456393"/>
                  </a:lnTo>
                  <a:lnTo>
                    <a:pt x="699754" y="1455328"/>
                  </a:lnTo>
                  <a:lnTo>
                    <a:pt x="700825" y="1454262"/>
                  </a:lnTo>
                  <a:lnTo>
                    <a:pt x="701897" y="1453195"/>
                  </a:lnTo>
                  <a:lnTo>
                    <a:pt x="702968" y="1452127"/>
                  </a:lnTo>
                  <a:lnTo>
                    <a:pt x="704040" y="1451058"/>
                  </a:lnTo>
                  <a:lnTo>
                    <a:pt x="705112" y="1449988"/>
                  </a:lnTo>
                  <a:lnTo>
                    <a:pt x="706183" y="1448918"/>
                  </a:lnTo>
                  <a:lnTo>
                    <a:pt x="707255" y="1447846"/>
                  </a:lnTo>
                  <a:lnTo>
                    <a:pt x="708326" y="1446774"/>
                  </a:lnTo>
                  <a:lnTo>
                    <a:pt x="709398" y="1445700"/>
                  </a:lnTo>
                  <a:lnTo>
                    <a:pt x="710469" y="1444626"/>
                  </a:lnTo>
                  <a:lnTo>
                    <a:pt x="711541" y="1443551"/>
                  </a:lnTo>
                  <a:lnTo>
                    <a:pt x="712613" y="1442476"/>
                  </a:lnTo>
                  <a:lnTo>
                    <a:pt x="713684" y="1441399"/>
                  </a:lnTo>
                  <a:lnTo>
                    <a:pt x="714756" y="1440322"/>
                  </a:lnTo>
                  <a:lnTo>
                    <a:pt x="715827" y="1439245"/>
                  </a:lnTo>
                  <a:lnTo>
                    <a:pt x="716899" y="1438167"/>
                  </a:lnTo>
                  <a:lnTo>
                    <a:pt x="717971" y="1437088"/>
                  </a:lnTo>
                  <a:lnTo>
                    <a:pt x="719042" y="1436008"/>
                  </a:lnTo>
                  <a:lnTo>
                    <a:pt x="720114" y="1434928"/>
                  </a:lnTo>
                  <a:lnTo>
                    <a:pt x="721185" y="1433848"/>
                  </a:lnTo>
                  <a:lnTo>
                    <a:pt x="722257" y="1432767"/>
                  </a:lnTo>
                  <a:lnTo>
                    <a:pt x="723329" y="1431686"/>
                  </a:lnTo>
                  <a:lnTo>
                    <a:pt x="724400" y="1430604"/>
                  </a:lnTo>
                  <a:lnTo>
                    <a:pt x="725472" y="1429522"/>
                  </a:lnTo>
                  <a:lnTo>
                    <a:pt x="726543" y="1428439"/>
                  </a:lnTo>
                  <a:lnTo>
                    <a:pt x="727615" y="1427356"/>
                  </a:lnTo>
                  <a:lnTo>
                    <a:pt x="728687" y="1426273"/>
                  </a:lnTo>
                  <a:lnTo>
                    <a:pt x="729758" y="1425189"/>
                  </a:lnTo>
                  <a:lnTo>
                    <a:pt x="730830" y="1424106"/>
                  </a:lnTo>
                  <a:lnTo>
                    <a:pt x="731901" y="1423022"/>
                  </a:lnTo>
                  <a:lnTo>
                    <a:pt x="732973" y="1421938"/>
                  </a:lnTo>
                  <a:lnTo>
                    <a:pt x="734045" y="1420853"/>
                  </a:lnTo>
                  <a:lnTo>
                    <a:pt x="735116" y="1419769"/>
                  </a:lnTo>
                  <a:lnTo>
                    <a:pt x="736188" y="1418684"/>
                  </a:lnTo>
                  <a:lnTo>
                    <a:pt x="737259" y="1417600"/>
                  </a:lnTo>
                  <a:lnTo>
                    <a:pt x="738331" y="1416515"/>
                  </a:lnTo>
                  <a:lnTo>
                    <a:pt x="739403" y="1415431"/>
                  </a:lnTo>
                  <a:lnTo>
                    <a:pt x="740474" y="1414346"/>
                  </a:lnTo>
                  <a:lnTo>
                    <a:pt x="741546" y="1413262"/>
                  </a:lnTo>
                  <a:lnTo>
                    <a:pt x="742617" y="1412177"/>
                  </a:lnTo>
                  <a:lnTo>
                    <a:pt x="743689" y="1411093"/>
                  </a:lnTo>
                  <a:lnTo>
                    <a:pt x="744761" y="1410009"/>
                  </a:lnTo>
                  <a:lnTo>
                    <a:pt x="745832" y="1408925"/>
                  </a:lnTo>
                  <a:lnTo>
                    <a:pt x="746904" y="1407841"/>
                  </a:lnTo>
                  <a:lnTo>
                    <a:pt x="747975" y="1406758"/>
                  </a:lnTo>
                  <a:lnTo>
                    <a:pt x="749047" y="1405674"/>
                  </a:lnTo>
                  <a:lnTo>
                    <a:pt x="750119" y="1404591"/>
                  </a:lnTo>
                  <a:lnTo>
                    <a:pt x="751190" y="1403509"/>
                  </a:lnTo>
                  <a:lnTo>
                    <a:pt x="752262" y="1402427"/>
                  </a:lnTo>
                  <a:lnTo>
                    <a:pt x="753333" y="1401345"/>
                  </a:lnTo>
                  <a:lnTo>
                    <a:pt x="754405" y="1400264"/>
                  </a:lnTo>
                  <a:lnTo>
                    <a:pt x="755477" y="1399183"/>
                  </a:lnTo>
                  <a:lnTo>
                    <a:pt x="756548" y="1398102"/>
                  </a:lnTo>
                  <a:lnTo>
                    <a:pt x="757620" y="1397023"/>
                  </a:lnTo>
                  <a:lnTo>
                    <a:pt x="758691" y="1395943"/>
                  </a:lnTo>
                  <a:lnTo>
                    <a:pt x="759763" y="1394865"/>
                  </a:lnTo>
                  <a:lnTo>
                    <a:pt x="760835" y="1393787"/>
                  </a:lnTo>
                  <a:lnTo>
                    <a:pt x="761906" y="1392709"/>
                  </a:lnTo>
                  <a:lnTo>
                    <a:pt x="762978" y="1391633"/>
                  </a:lnTo>
                  <a:lnTo>
                    <a:pt x="764049" y="1390557"/>
                  </a:lnTo>
                  <a:lnTo>
                    <a:pt x="765121" y="1389481"/>
                  </a:lnTo>
                  <a:lnTo>
                    <a:pt x="766193" y="1388407"/>
                  </a:lnTo>
                  <a:lnTo>
                    <a:pt x="767264" y="1387333"/>
                  </a:lnTo>
                  <a:lnTo>
                    <a:pt x="768336" y="1386261"/>
                  </a:lnTo>
                  <a:lnTo>
                    <a:pt x="769407" y="1385189"/>
                  </a:lnTo>
                  <a:lnTo>
                    <a:pt x="770479" y="1384118"/>
                  </a:lnTo>
                  <a:lnTo>
                    <a:pt x="771551" y="1383048"/>
                  </a:lnTo>
                  <a:lnTo>
                    <a:pt x="772622" y="1381979"/>
                  </a:lnTo>
                  <a:lnTo>
                    <a:pt x="773694" y="1380911"/>
                  </a:lnTo>
                  <a:lnTo>
                    <a:pt x="774765" y="1379844"/>
                  </a:lnTo>
                  <a:lnTo>
                    <a:pt x="775837" y="1378778"/>
                  </a:lnTo>
                  <a:lnTo>
                    <a:pt x="776909" y="1377714"/>
                  </a:lnTo>
                  <a:lnTo>
                    <a:pt x="777980" y="1376650"/>
                  </a:lnTo>
                  <a:lnTo>
                    <a:pt x="779052" y="1375588"/>
                  </a:lnTo>
                  <a:lnTo>
                    <a:pt x="780123" y="1374527"/>
                  </a:lnTo>
                  <a:lnTo>
                    <a:pt x="781195" y="1373467"/>
                  </a:lnTo>
                  <a:lnTo>
                    <a:pt x="782267" y="1372408"/>
                  </a:lnTo>
                  <a:lnTo>
                    <a:pt x="783338" y="1371351"/>
                  </a:lnTo>
                  <a:lnTo>
                    <a:pt x="784410" y="1370295"/>
                  </a:lnTo>
                  <a:lnTo>
                    <a:pt x="785481" y="1369241"/>
                  </a:lnTo>
                  <a:lnTo>
                    <a:pt x="786553" y="1368187"/>
                  </a:lnTo>
                  <a:lnTo>
                    <a:pt x="787625" y="1367136"/>
                  </a:lnTo>
                  <a:lnTo>
                    <a:pt x="788696" y="1366086"/>
                  </a:lnTo>
                  <a:lnTo>
                    <a:pt x="789768" y="1365037"/>
                  </a:lnTo>
                  <a:lnTo>
                    <a:pt x="790839" y="1363990"/>
                  </a:lnTo>
                  <a:lnTo>
                    <a:pt x="791911" y="1362944"/>
                  </a:lnTo>
                  <a:lnTo>
                    <a:pt x="792983" y="1361901"/>
                  </a:lnTo>
                  <a:lnTo>
                    <a:pt x="794054" y="1360858"/>
                  </a:lnTo>
                  <a:lnTo>
                    <a:pt x="795126" y="1359818"/>
                  </a:lnTo>
                  <a:lnTo>
                    <a:pt x="796197" y="1358779"/>
                  </a:lnTo>
                  <a:lnTo>
                    <a:pt x="797269" y="1357742"/>
                  </a:lnTo>
                  <a:lnTo>
                    <a:pt x="798341" y="1356707"/>
                  </a:lnTo>
                  <a:lnTo>
                    <a:pt x="799412" y="1355673"/>
                  </a:lnTo>
                  <a:lnTo>
                    <a:pt x="800484" y="1354642"/>
                  </a:lnTo>
                  <a:lnTo>
                    <a:pt x="801555" y="1353612"/>
                  </a:lnTo>
                  <a:lnTo>
                    <a:pt x="802627" y="1352585"/>
                  </a:lnTo>
                  <a:lnTo>
                    <a:pt x="803699" y="1351559"/>
                  </a:lnTo>
                  <a:lnTo>
                    <a:pt x="804770" y="1350535"/>
                  </a:lnTo>
                  <a:lnTo>
                    <a:pt x="805842" y="1349513"/>
                  </a:lnTo>
                  <a:lnTo>
                    <a:pt x="806913" y="1348494"/>
                  </a:lnTo>
                  <a:lnTo>
                    <a:pt x="807985" y="1347476"/>
                  </a:lnTo>
                  <a:lnTo>
                    <a:pt x="809057" y="1346461"/>
                  </a:lnTo>
                  <a:lnTo>
                    <a:pt x="810128" y="1345447"/>
                  </a:lnTo>
                  <a:lnTo>
                    <a:pt x="811200" y="1344436"/>
                  </a:lnTo>
                  <a:lnTo>
                    <a:pt x="812271" y="1343428"/>
                  </a:lnTo>
                  <a:lnTo>
                    <a:pt x="813343" y="1342421"/>
                  </a:lnTo>
                  <a:lnTo>
                    <a:pt x="814415" y="1341417"/>
                  </a:lnTo>
                  <a:lnTo>
                    <a:pt x="815486" y="1340415"/>
                  </a:lnTo>
                  <a:lnTo>
                    <a:pt x="816558" y="1339415"/>
                  </a:lnTo>
                  <a:lnTo>
                    <a:pt x="817629" y="1338418"/>
                  </a:lnTo>
                  <a:lnTo>
                    <a:pt x="818701" y="1337423"/>
                  </a:lnTo>
                  <a:lnTo>
                    <a:pt x="819773" y="1336431"/>
                  </a:lnTo>
                  <a:lnTo>
                    <a:pt x="820844" y="1335442"/>
                  </a:lnTo>
                  <a:lnTo>
                    <a:pt x="821916" y="1334454"/>
                  </a:lnTo>
                  <a:lnTo>
                    <a:pt x="822987" y="1333470"/>
                  </a:lnTo>
                  <a:lnTo>
                    <a:pt x="824059" y="1332488"/>
                  </a:lnTo>
                  <a:lnTo>
                    <a:pt x="825131" y="1331509"/>
                  </a:lnTo>
                  <a:lnTo>
                    <a:pt x="826202" y="1330532"/>
                  </a:lnTo>
                  <a:lnTo>
                    <a:pt x="827274" y="1329558"/>
                  </a:lnTo>
                  <a:lnTo>
                    <a:pt x="828345" y="1328587"/>
                  </a:lnTo>
                  <a:lnTo>
                    <a:pt x="829417" y="1327619"/>
                  </a:lnTo>
                  <a:lnTo>
                    <a:pt x="830489" y="1326653"/>
                  </a:lnTo>
                  <a:lnTo>
                    <a:pt x="831560" y="1325690"/>
                  </a:lnTo>
                  <a:lnTo>
                    <a:pt x="832632" y="1324731"/>
                  </a:lnTo>
                  <a:lnTo>
                    <a:pt x="833703" y="1323774"/>
                  </a:lnTo>
                  <a:lnTo>
                    <a:pt x="834775" y="1322820"/>
                  </a:lnTo>
                  <a:lnTo>
                    <a:pt x="835847" y="1321869"/>
                  </a:lnTo>
                  <a:lnTo>
                    <a:pt x="836918" y="1320921"/>
                  </a:lnTo>
                  <a:lnTo>
                    <a:pt x="837990" y="1319976"/>
                  </a:lnTo>
                  <a:lnTo>
                    <a:pt x="839061" y="1319034"/>
                  </a:lnTo>
                  <a:lnTo>
                    <a:pt x="840133" y="1318096"/>
                  </a:lnTo>
                  <a:lnTo>
                    <a:pt x="841205" y="1317160"/>
                  </a:lnTo>
                  <a:lnTo>
                    <a:pt x="842276" y="1316228"/>
                  </a:lnTo>
                  <a:lnTo>
                    <a:pt x="843348" y="1315299"/>
                  </a:lnTo>
                  <a:lnTo>
                    <a:pt x="844419" y="1314373"/>
                  </a:lnTo>
                  <a:lnTo>
                    <a:pt x="845491" y="1313451"/>
                  </a:lnTo>
                  <a:lnTo>
                    <a:pt x="846563" y="1312532"/>
                  </a:lnTo>
                  <a:lnTo>
                    <a:pt x="847634" y="1311616"/>
                  </a:lnTo>
                  <a:lnTo>
                    <a:pt x="848706" y="1310704"/>
                  </a:lnTo>
                  <a:lnTo>
                    <a:pt x="849777" y="1309795"/>
                  </a:lnTo>
                  <a:lnTo>
                    <a:pt x="850849" y="1308890"/>
                  </a:lnTo>
                  <a:lnTo>
                    <a:pt x="851921" y="1307988"/>
                  </a:lnTo>
                  <a:lnTo>
                    <a:pt x="852992" y="1307089"/>
                  </a:lnTo>
                  <a:lnTo>
                    <a:pt x="854064" y="1306195"/>
                  </a:lnTo>
                  <a:lnTo>
                    <a:pt x="855135" y="1305303"/>
                  </a:lnTo>
                  <a:lnTo>
                    <a:pt x="856207" y="1304416"/>
                  </a:lnTo>
                  <a:lnTo>
                    <a:pt x="857279" y="1303532"/>
                  </a:lnTo>
                  <a:lnTo>
                    <a:pt x="858350" y="1302652"/>
                  </a:lnTo>
                  <a:lnTo>
                    <a:pt x="859422" y="1301776"/>
                  </a:lnTo>
                  <a:lnTo>
                    <a:pt x="860493" y="1300903"/>
                  </a:lnTo>
                  <a:lnTo>
                    <a:pt x="861565" y="1300034"/>
                  </a:lnTo>
                  <a:lnTo>
                    <a:pt x="862637" y="1299169"/>
                  </a:lnTo>
                  <a:lnTo>
                    <a:pt x="863708" y="1298308"/>
                  </a:lnTo>
                  <a:lnTo>
                    <a:pt x="864780" y="1297451"/>
                  </a:lnTo>
                  <a:lnTo>
                    <a:pt x="865851" y="1296598"/>
                  </a:lnTo>
                  <a:lnTo>
                    <a:pt x="866923" y="1295749"/>
                  </a:lnTo>
                  <a:lnTo>
                    <a:pt x="867995" y="1294903"/>
                  </a:lnTo>
                  <a:lnTo>
                    <a:pt x="869066" y="1294062"/>
                  </a:lnTo>
                  <a:lnTo>
                    <a:pt x="870138" y="1293225"/>
                  </a:lnTo>
                  <a:lnTo>
                    <a:pt x="871209" y="1292392"/>
                  </a:lnTo>
                  <a:lnTo>
                    <a:pt x="872281" y="1291564"/>
                  </a:lnTo>
                  <a:lnTo>
                    <a:pt x="873353" y="1290739"/>
                  </a:lnTo>
                  <a:lnTo>
                    <a:pt x="874424" y="1289919"/>
                  </a:lnTo>
                  <a:lnTo>
                    <a:pt x="875496" y="1289102"/>
                  </a:lnTo>
                  <a:lnTo>
                    <a:pt x="876567" y="1288291"/>
                  </a:lnTo>
                  <a:lnTo>
                    <a:pt x="877639" y="1287483"/>
                  </a:lnTo>
                  <a:lnTo>
                    <a:pt x="878711" y="1286680"/>
                  </a:lnTo>
                  <a:lnTo>
                    <a:pt x="879782" y="1285881"/>
                  </a:lnTo>
                  <a:lnTo>
                    <a:pt x="880854" y="1285087"/>
                  </a:lnTo>
                  <a:lnTo>
                    <a:pt x="881925" y="1284297"/>
                  </a:lnTo>
                  <a:lnTo>
                    <a:pt x="882997" y="1283511"/>
                  </a:lnTo>
                  <a:lnTo>
                    <a:pt x="884069" y="1282730"/>
                  </a:lnTo>
                  <a:lnTo>
                    <a:pt x="885140" y="1281954"/>
                  </a:lnTo>
                  <a:lnTo>
                    <a:pt x="886212" y="1281182"/>
                  </a:lnTo>
                  <a:lnTo>
                    <a:pt x="887283" y="1280415"/>
                  </a:lnTo>
                  <a:lnTo>
                    <a:pt x="888355" y="1279653"/>
                  </a:lnTo>
                  <a:lnTo>
                    <a:pt x="889426" y="1278895"/>
                  </a:lnTo>
                  <a:lnTo>
                    <a:pt x="890498" y="1278142"/>
                  </a:lnTo>
                  <a:lnTo>
                    <a:pt x="891570" y="1277393"/>
                  </a:lnTo>
                  <a:lnTo>
                    <a:pt x="892641" y="1276650"/>
                  </a:lnTo>
                  <a:lnTo>
                    <a:pt x="893713" y="1275911"/>
                  </a:lnTo>
                  <a:lnTo>
                    <a:pt x="894784" y="1275177"/>
                  </a:lnTo>
                  <a:lnTo>
                    <a:pt x="895856" y="1274448"/>
                  </a:lnTo>
                  <a:lnTo>
                    <a:pt x="896928" y="1273724"/>
                  </a:lnTo>
                  <a:lnTo>
                    <a:pt x="897999" y="1273005"/>
                  </a:lnTo>
                  <a:lnTo>
                    <a:pt x="899071" y="1272290"/>
                  </a:lnTo>
                  <a:lnTo>
                    <a:pt x="900142" y="1271581"/>
                  </a:lnTo>
                  <a:lnTo>
                    <a:pt x="901214" y="1270877"/>
                  </a:lnTo>
                  <a:lnTo>
                    <a:pt x="902286" y="1270178"/>
                  </a:lnTo>
                  <a:lnTo>
                    <a:pt x="903357" y="1269484"/>
                  </a:lnTo>
                  <a:lnTo>
                    <a:pt x="904429" y="1268795"/>
                  </a:lnTo>
                  <a:lnTo>
                    <a:pt x="905500" y="1268111"/>
                  </a:lnTo>
                  <a:lnTo>
                    <a:pt x="906572" y="1267432"/>
                  </a:lnTo>
                  <a:lnTo>
                    <a:pt x="907644" y="1266759"/>
                  </a:lnTo>
                  <a:lnTo>
                    <a:pt x="908715" y="1266091"/>
                  </a:lnTo>
                  <a:lnTo>
                    <a:pt x="909787" y="1265428"/>
                  </a:lnTo>
                  <a:lnTo>
                    <a:pt x="910858" y="1264771"/>
                  </a:lnTo>
                  <a:lnTo>
                    <a:pt x="911930" y="1264119"/>
                  </a:lnTo>
                  <a:lnTo>
                    <a:pt x="913002" y="1263472"/>
                  </a:lnTo>
                  <a:lnTo>
                    <a:pt x="914073" y="1262831"/>
                  </a:lnTo>
                  <a:lnTo>
                    <a:pt x="915145" y="1262194"/>
                  </a:lnTo>
                  <a:lnTo>
                    <a:pt x="916216" y="1261564"/>
                  </a:lnTo>
                  <a:lnTo>
                    <a:pt x="917288" y="1260938"/>
                  </a:lnTo>
                  <a:lnTo>
                    <a:pt x="918360" y="1260318"/>
                  </a:lnTo>
                  <a:lnTo>
                    <a:pt x="919431" y="1259704"/>
                  </a:lnTo>
                  <a:lnTo>
                    <a:pt x="920503" y="1259095"/>
                  </a:lnTo>
                  <a:lnTo>
                    <a:pt x="921574" y="1258491"/>
                  </a:lnTo>
                  <a:lnTo>
                    <a:pt x="922646" y="1257892"/>
                  </a:lnTo>
                  <a:lnTo>
                    <a:pt x="923718" y="1257299"/>
                  </a:lnTo>
                  <a:lnTo>
                    <a:pt x="924789" y="1256710"/>
                  </a:lnTo>
                  <a:lnTo>
                    <a:pt x="925861" y="1256128"/>
                  </a:lnTo>
                  <a:lnTo>
                    <a:pt x="926932" y="1255550"/>
                  </a:lnTo>
                  <a:lnTo>
                    <a:pt x="928004" y="1254978"/>
                  </a:lnTo>
                  <a:lnTo>
                    <a:pt x="929076" y="1254411"/>
                  </a:lnTo>
                  <a:lnTo>
                    <a:pt x="930147" y="1253850"/>
                  </a:lnTo>
                  <a:lnTo>
                    <a:pt x="931219" y="1253294"/>
                  </a:lnTo>
                  <a:lnTo>
                    <a:pt x="932290" y="1252743"/>
                  </a:lnTo>
                  <a:lnTo>
                    <a:pt x="933362" y="1252197"/>
                  </a:lnTo>
                  <a:lnTo>
                    <a:pt x="934434" y="1251657"/>
                  </a:lnTo>
                  <a:lnTo>
                    <a:pt x="935505" y="1251121"/>
                  </a:lnTo>
                  <a:lnTo>
                    <a:pt x="936577" y="1250591"/>
                  </a:lnTo>
                  <a:lnTo>
                    <a:pt x="937648" y="1250067"/>
                  </a:lnTo>
                  <a:lnTo>
                    <a:pt x="938720" y="1249547"/>
                  </a:lnTo>
                  <a:lnTo>
                    <a:pt x="939792" y="1249033"/>
                  </a:lnTo>
                  <a:lnTo>
                    <a:pt x="940863" y="1248524"/>
                  </a:lnTo>
                  <a:lnTo>
                    <a:pt x="941935" y="1248020"/>
                  </a:lnTo>
                  <a:lnTo>
                    <a:pt x="943006" y="1247521"/>
                  </a:lnTo>
                  <a:lnTo>
                    <a:pt x="944078" y="1247028"/>
                  </a:lnTo>
                  <a:lnTo>
                    <a:pt x="945150" y="1246540"/>
                  </a:lnTo>
                  <a:lnTo>
                    <a:pt x="946221" y="1246057"/>
                  </a:lnTo>
                  <a:lnTo>
                    <a:pt x="947293" y="1245579"/>
                  </a:lnTo>
                  <a:lnTo>
                    <a:pt x="948364" y="1245106"/>
                  </a:lnTo>
                  <a:lnTo>
                    <a:pt x="949436" y="1244638"/>
                  </a:lnTo>
                  <a:lnTo>
                    <a:pt x="950508" y="1244176"/>
                  </a:lnTo>
                  <a:lnTo>
                    <a:pt x="951579" y="1243718"/>
                  </a:lnTo>
                  <a:lnTo>
                    <a:pt x="952651" y="1243266"/>
                  </a:lnTo>
                  <a:lnTo>
                    <a:pt x="953722" y="1242819"/>
                  </a:lnTo>
                  <a:lnTo>
                    <a:pt x="954794" y="1242377"/>
                  </a:lnTo>
                  <a:lnTo>
                    <a:pt x="955866" y="1241940"/>
                  </a:lnTo>
                  <a:lnTo>
                    <a:pt x="956937" y="1241508"/>
                  </a:lnTo>
                  <a:lnTo>
                    <a:pt x="958009" y="1241081"/>
                  </a:lnTo>
                  <a:lnTo>
                    <a:pt x="959080" y="1240659"/>
                  </a:lnTo>
                  <a:lnTo>
                    <a:pt x="960152" y="1240242"/>
                  </a:lnTo>
                  <a:lnTo>
                    <a:pt x="961224" y="1239830"/>
                  </a:lnTo>
                  <a:lnTo>
                    <a:pt x="962295" y="1239424"/>
                  </a:lnTo>
                  <a:lnTo>
                    <a:pt x="963367" y="1239022"/>
                  </a:lnTo>
                  <a:lnTo>
                    <a:pt x="964438" y="1238625"/>
                  </a:lnTo>
                  <a:lnTo>
                    <a:pt x="965510" y="1238233"/>
                  </a:lnTo>
                  <a:lnTo>
                    <a:pt x="966582" y="1237846"/>
                  </a:lnTo>
                  <a:lnTo>
                    <a:pt x="967653" y="1237464"/>
                  </a:lnTo>
                  <a:lnTo>
                    <a:pt x="968725" y="1237087"/>
                  </a:lnTo>
                  <a:lnTo>
                    <a:pt x="969796" y="1236715"/>
                  </a:lnTo>
                  <a:lnTo>
                    <a:pt x="970868" y="1236348"/>
                  </a:lnTo>
                  <a:lnTo>
                    <a:pt x="971940" y="1235986"/>
                  </a:lnTo>
                  <a:lnTo>
                    <a:pt x="973011" y="1235629"/>
                  </a:lnTo>
                  <a:lnTo>
                    <a:pt x="974083" y="1235276"/>
                  </a:lnTo>
                  <a:lnTo>
                    <a:pt x="975154" y="1234928"/>
                  </a:lnTo>
                  <a:lnTo>
                    <a:pt x="976226" y="1234586"/>
                  </a:lnTo>
                  <a:lnTo>
                    <a:pt x="977298" y="1234248"/>
                  </a:lnTo>
                  <a:lnTo>
                    <a:pt x="978369" y="1233914"/>
                  </a:lnTo>
                  <a:lnTo>
                    <a:pt x="979441" y="1233586"/>
                  </a:lnTo>
                  <a:lnTo>
                    <a:pt x="980512" y="1233263"/>
                  </a:lnTo>
                  <a:lnTo>
                    <a:pt x="981584" y="1232944"/>
                  </a:lnTo>
                  <a:lnTo>
                    <a:pt x="982656" y="1232630"/>
                  </a:lnTo>
                  <a:lnTo>
                    <a:pt x="983727" y="1232320"/>
                  </a:lnTo>
                  <a:lnTo>
                    <a:pt x="984799" y="1232016"/>
                  </a:lnTo>
                  <a:lnTo>
                    <a:pt x="985870" y="1231716"/>
                  </a:lnTo>
                  <a:lnTo>
                    <a:pt x="986942" y="1231421"/>
                  </a:lnTo>
                  <a:lnTo>
                    <a:pt x="988014" y="1231130"/>
                  </a:lnTo>
                  <a:lnTo>
                    <a:pt x="989085" y="1230844"/>
                  </a:lnTo>
                  <a:lnTo>
                    <a:pt x="990157" y="1230563"/>
                  </a:lnTo>
                  <a:lnTo>
                    <a:pt x="991228" y="1230286"/>
                  </a:lnTo>
                  <a:lnTo>
                    <a:pt x="992300" y="1230014"/>
                  </a:lnTo>
                  <a:lnTo>
                    <a:pt x="993372" y="1229747"/>
                  </a:lnTo>
                  <a:lnTo>
                    <a:pt x="994443" y="1229484"/>
                  </a:lnTo>
                  <a:lnTo>
                    <a:pt x="995515" y="1229226"/>
                  </a:lnTo>
                  <a:lnTo>
                    <a:pt x="996586" y="1228972"/>
                  </a:lnTo>
                  <a:lnTo>
                    <a:pt x="997658" y="1228723"/>
                  </a:lnTo>
                  <a:lnTo>
                    <a:pt x="998730" y="1228479"/>
                  </a:lnTo>
                  <a:lnTo>
                    <a:pt x="999801" y="1228238"/>
                  </a:lnTo>
                  <a:lnTo>
                    <a:pt x="1000873" y="1228003"/>
                  </a:lnTo>
                  <a:lnTo>
                    <a:pt x="1001944" y="1227772"/>
                  </a:lnTo>
                  <a:lnTo>
                    <a:pt x="1003016" y="1227545"/>
                  </a:lnTo>
                  <a:lnTo>
                    <a:pt x="1004088" y="1227323"/>
                  </a:lnTo>
                  <a:lnTo>
                    <a:pt x="1005159" y="1227105"/>
                  </a:lnTo>
                  <a:lnTo>
                    <a:pt x="1006231" y="1226891"/>
                  </a:lnTo>
                  <a:lnTo>
                    <a:pt x="1007302" y="1226682"/>
                  </a:lnTo>
                  <a:lnTo>
                    <a:pt x="1008374" y="1226477"/>
                  </a:lnTo>
                  <a:lnTo>
                    <a:pt x="1009446" y="1226277"/>
                  </a:lnTo>
                  <a:lnTo>
                    <a:pt x="1010517" y="1226081"/>
                  </a:lnTo>
                  <a:lnTo>
                    <a:pt x="1011589" y="1225889"/>
                  </a:lnTo>
                  <a:lnTo>
                    <a:pt x="1012660" y="1225702"/>
                  </a:lnTo>
                  <a:lnTo>
                    <a:pt x="1013732" y="1225518"/>
                  </a:lnTo>
                  <a:lnTo>
                    <a:pt x="1014804" y="1225339"/>
                  </a:lnTo>
                  <a:lnTo>
                    <a:pt x="1015875" y="1225165"/>
                  </a:lnTo>
                  <a:lnTo>
                    <a:pt x="1016947" y="1224994"/>
                  </a:lnTo>
                  <a:lnTo>
                    <a:pt x="1018018" y="1224828"/>
                  </a:lnTo>
                  <a:lnTo>
                    <a:pt x="1019090" y="1224666"/>
                  </a:lnTo>
                  <a:lnTo>
                    <a:pt x="1020162" y="1224508"/>
                  </a:lnTo>
                  <a:lnTo>
                    <a:pt x="1021233" y="1224354"/>
                  </a:lnTo>
                  <a:lnTo>
                    <a:pt x="1022305" y="1224204"/>
                  </a:lnTo>
                  <a:lnTo>
                    <a:pt x="1023376" y="1224058"/>
                  </a:lnTo>
                  <a:lnTo>
                    <a:pt x="1024448" y="1223917"/>
                  </a:lnTo>
                  <a:lnTo>
                    <a:pt x="1025520" y="1223779"/>
                  </a:lnTo>
                  <a:lnTo>
                    <a:pt x="1026591" y="1223646"/>
                  </a:lnTo>
                  <a:lnTo>
                    <a:pt x="1027663" y="1223516"/>
                  </a:lnTo>
                  <a:lnTo>
                    <a:pt x="1028734" y="1223391"/>
                  </a:lnTo>
                  <a:lnTo>
                    <a:pt x="1029806" y="1223270"/>
                  </a:lnTo>
                  <a:lnTo>
                    <a:pt x="1030878" y="1223152"/>
                  </a:lnTo>
                  <a:lnTo>
                    <a:pt x="1031949" y="1223039"/>
                  </a:lnTo>
                  <a:lnTo>
                    <a:pt x="1033021" y="1222929"/>
                  </a:lnTo>
                  <a:lnTo>
                    <a:pt x="1034092" y="1222823"/>
                  </a:lnTo>
                  <a:lnTo>
                    <a:pt x="1035164" y="1222721"/>
                  </a:lnTo>
                  <a:lnTo>
                    <a:pt x="1036236" y="1222623"/>
                  </a:lnTo>
                  <a:lnTo>
                    <a:pt x="1037307" y="1222529"/>
                  </a:lnTo>
                  <a:lnTo>
                    <a:pt x="1038379" y="1222439"/>
                  </a:lnTo>
                  <a:lnTo>
                    <a:pt x="1039450" y="1222353"/>
                  </a:lnTo>
                  <a:lnTo>
                    <a:pt x="1040522" y="1222270"/>
                  </a:lnTo>
                  <a:lnTo>
                    <a:pt x="1041594" y="1222191"/>
                  </a:lnTo>
                  <a:lnTo>
                    <a:pt x="1042665" y="1222116"/>
                  </a:lnTo>
                  <a:lnTo>
                    <a:pt x="1043737" y="1222044"/>
                  </a:lnTo>
                  <a:lnTo>
                    <a:pt x="1044808" y="1221976"/>
                  </a:lnTo>
                  <a:lnTo>
                    <a:pt x="1045880" y="1221912"/>
                  </a:lnTo>
                  <a:lnTo>
                    <a:pt x="1046952" y="1221852"/>
                  </a:lnTo>
                  <a:lnTo>
                    <a:pt x="1048023" y="1221795"/>
                  </a:lnTo>
                  <a:lnTo>
                    <a:pt x="1049095" y="1221742"/>
                  </a:lnTo>
                  <a:lnTo>
                    <a:pt x="1050166" y="1221692"/>
                  </a:lnTo>
                  <a:lnTo>
                    <a:pt x="1051238" y="1221646"/>
                  </a:lnTo>
                  <a:lnTo>
                    <a:pt x="1052310" y="1221604"/>
                  </a:lnTo>
                  <a:lnTo>
                    <a:pt x="1053381" y="1221565"/>
                  </a:lnTo>
                  <a:lnTo>
                    <a:pt x="1054453" y="1221529"/>
                  </a:lnTo>
                  <a:lnTo>
                    <a:pt x="1055524" y="1221497"/>
                  </a:lnTo>
                  <a:lnTo>
                    <a:pt x="1056596" y="1221469"/>
                  </a:lnTo>
                  <a:lnTo>
                    <a:pt x="1057668" y="1221444"/>
                  </a:lnTo>
                  <a:lnTo>
                    <a:pt x="1058739" y="1221422"/>
                  </a:lnTo>
                  <a:lnTo>
                    <a:pt x="1059811" y="1221404"/>
                  </a:lnTo>
                  <a:lnTo>
                    <a:pt x="1060882" y="1221389"/>
                  </a:lnTo>
                  <a:lnTo>
                    <a:pt x="1061954" y="1221378"/>
                  </a:lnTo>
                  <a:lnTo>
                    <a:pt x="1063026" y="1221369"/>
                  </a:lnTo>
                  <a:lnTo>
                    <a:pt x="1064097" y="1221365"/>
                  </a:lnTo>
                  <a:lnTo>
                    <a:pt x="1065169" y="1221363"/>
                  </a:lnTo>
                  <a:lnTo>
                    <a:pt x="1066240" y="1221365"/>
                  </a:lnTo>
                  <a:lnTo>
                    <a:pt x="1067312" y="1221370"/>
                  </a:lnTo>
                  <a:lnTo>
                    <a:pt x="1068383" y="1221378"/>
                  </a:lnTo>
                  <a:lnTo>
                    <a:pt x="1069455" y="1221389"/>
                  </a:lnTo>
                  <a:lnTo>
                    <a:pt x="1070527" y="1221404"/>
                  </a:lnTo>
                  <a:lnTo>
                    <a:pt x="1071598" y="1221422"/>
                  </a:lnTo>
                  <a:lnTo>
                    <a:pt x="1072670" y="1221443"/>
                  </a:lnTo>
                  <a:lnTo>
                    <a:pt x="1073741" y="1221467"/>
                  </a:lnTo>
                  <a:lnTo>
                    <a:pt x="1074813" y="1221494"/>
                  </a:lnTo>
                  <a:lnTo>
                    <a:pt x="1075885" y="1221524"/>
                  </a:lnTo>
                  <a:lnTo>
                    <a:pt x="1076956" y="1221557"/>
                  </a:lnTo>
                  <a:lnTo>
                    <a:pt x="1078028" y="1221593"/>
                  </a:lnTo>
                  <a:lnTo>
                    <a:pt x="1079099" y="1221632"/>
                  </a:lnTo>
                  <a:lnTo>
                    <a:pt x="1080171" y="1221675"/>
                  </a:lnTo>
                  <a:lnTo>
                    <a:pt x="1081243" y="1221720"/>
                  </a:lnTo>
                  <a:lnTo>
                    <a:pt x="1082314" y="1221768"/>
                  </a:lnTo>
                  <a:lnTo>
                    <a:pt x="1083386" y="1221819"/>
                  </a:lnTo>
                  <a:lnTo>
                    <a:pt x="1084457" y="1221873"/>
                  </a:lnTo>
                  <a:lnTo>
                    <a:pt x="1085529" y="1221930"/>
                  </a:lnTo>
                  <a:lnTo>
                    <a:pt x="1086601" y="1221989"/>
                  </a:lnTo>
                  <a:lnTo>
                    <a:pt x="1087672" y="1222052"/>
                  </a:lnTo>
                  <a:lnTo>
                    <a:pt x="1088744" y="1222117"/>
                  </a:lnTo>
                  <a:lnTo>
                    <a:pt x="1089815" y="1222185"/>
                  </a:lnTo>
                  <a:lnTo>
                    <a:pt x="1090887" y="1222256"/>
                  </a:lnTo>
                  <a:lnTo>
                    <a:pt x="1091959" y="1222329"/>
                  </a:lnTo>
                  <a:lnTo>
                    <a:pt x="1093030" y="1222405"/>
                  </a:lnTo>
                  <a:lnTo>
                    <a:pt x="1094102" y="1222484"/>
                  </a:lnTo>
                  <a:lnTo>
                    <a:pt x="1095173" y="1222566"/>
                  </a:lnTo>
                  <a:lnTo>
                    <a:pt x="1096245" y="1222650"/>
                  </a:lnTo>
                  <a:lnTo>
                    <a:pt x="1097317" y="1222737"/>
                  </a:lnTo>
                  <a:lnTo>
                    <a:pt x="1098388" y="1222826"/>
                  </a:lnTo>
                  <a:lnTo>
                    <a:pt x="1099460" y="1222918"/>
                  </a:lnTo>
                  <a:lnTo>
                    <a:pt x="1100531" y="1223012"/>
                  </a:lnTo>
                  <a:lnTo>
                    <a:pt x="1101603" y="1223109"/>
                  </a:lnTo>
                  <a:lnTo>
                    <a:pt x="1102675" y="1223209"/>
                  </a:lnTo>
                  <a:lnTo>
                    <a:pt x="1103746" y="1223311"/>
                  </a:lnTo>
                  <a:lnTo>
                    <a:pt x="1104818" y="1223415"/>
                  </a:lnTo>
                  <a:lnTo>
                    <a:pt x="1105889" y="1223522"/>
                  </a:lnTo>
                  <a:lnTo>
                    <a:pt x="1106961" y="1223631"/>
                  </a:lnTo>
                  <a:lnTo>
                    <a:pt x="1108033" y="1223743"/>
                  </a:lnTo>
                  <a:lnTo>
                    <a:pt x="1109104" y="1223857"/>
                  </a:lnTo>
                  <a:lnTo>
                    <a:pt x="1110176" y="1223973"/>
                  </a:lnTo>
                  <a:lnTo>
                    <a:pt x="1111247" y="1224092"/>
                  </a:lnTo>
                  <a:lnTo>
                    <a:pt x="1112319" y="1224213"/>
                  </a:lnTo>
                  <a:lnTo>
                    <a:pt x="1113391" y="1224336"/>
                  </a:lnTo>
                  <a:lnTo>
                    <a:pt x="1114462" y="1224462"/>
                  </a:lnTo>
                  <a:lnTo>
                    <a:pt x="1115534" y="1224589"/>
                  </a:lnTo>
                  <a:lnTo>
                    <a:pt x="1116605" y="1224719"/>
                  </a:lnTo>
                  <a:lnTo>
                    <a:pt x="1117677" y="1224851"/>
                  </a:lnTo>
                  <a:lnTo>
                    <a:pt x="1118749" y="1224985"/>
                  </a:lnTo>
                  <a:lnTo>
                    <a:pt x="1119820" y="1225122"/>
                  </a:lnTo>
                  <a:lnTo>
                    <a:pt x="1120892" y="1225260"/>
                  </a:lnTo>
                  <a:lnTo>
                    <a:pt x="1121963" y="1225400"/>
                  </a:lnTo>
                  <a:lnTo>
                    <a:pt x="1123035" y="1225543"/>
                  </a:lnTo>
                  <a:lnTo>
                    <a:pt x="1124107" y="1225688"/>
                  </a:lnTo>
                  <a:lnTo>
                    <a:pt x="1125178" y="1225834"/>
                  </a:lnTo>
                  <a:lnTo>
                    <a:pt x="1126250" y="1225983"/>
                  </a:lnTo>
                  <a:lnTo>
                    <a:pt x="1127321" y="1226133"/>
                  </a:lnTo>
                  <a:lnTo>
                    <a:pt x="1128393" y="1226286"/>
                  </a:lnTo>
                  <a:lnTo>
                    <a:pt x="1129465" y="1226440"/>
                  </a:lnTo>
                  <a:lnTo>
                    <a:pt x="1130536" y="1226596"/>
                  </a:lnTo>
                  <a:lnTo>
                    <a:pt x="1131608" y="1226754"/>
                  </a:lnTo>
                  <a:lnTo>
                    <a:pt x="1132679" y="1226914"/>
                  </a:lnTo>
                  <a:lnTo>
                    <a:pt x="1133751" y="1227076"/>
                  </a:lnTo>
                  <a:lnTo>
                    <a:pt x="1134823" y="1227240"/>
                  </a:lnTo>
                  <a:lnTo>
                    <a:pt x="1135894" y="1227405"/>
                  </a:lnTo>
                  <a:lnTo>
                    <a:pt x="1136966" y="1227572"/>
                  </a:lnTo>
                  <a:lnTo>
                    <a:pt x="1138037" y="1227741"/>
                  </a:lnTo>
                  <a:lnTo>
                    <a:pt x="1139109" y="1227912"/>
                  </a:lnTo>
                  <a:lnTo>
                    <a:pt x="1140181" y="1228084"/>
                  </a:lnTo>
                  <a:lnTo>
                    <a:pt x="1141252" y="1228258"/>
                  </a:lnTo>
                  <a:lnTo>
                    <a:pt x="1142324" y="1228433"/>
                  </a:lnTo>
                  <a:lnTo>
                    <a:pt x="1143395" y="1228611"/>
                  </a:lnTo>
                  <a:lnTo>
                    <a:pt x="1144467" y="1228789"/>
                  </a:lnTo>
                  <a:lnTo>
                    <a:pt x="1145539" y="1228970"/>
                  </a:lnTo>
                  <a:lnTo>
                    <a:pt x="1146610" y="1229151"/>
                  </a:lnTo>
                  <a:lnTo>
                    <a:pt x="1147682" y="1229335"/>
                  </a:lnTo>
                  <a:lnTo>
                    <a:pt x="1148753" y="1229520"/>
                  </a:lnTo>
                  <a:lnTo>
                    <a:pt x="1149825" y="1229706"/>
                  </a:lnTo>
                  <a:lnTo>
                    <a:pt x="1150897" y="1229894"/>
                  </a:lnTo>
                  <a:lnTo>
                    <a:pt x="1151968" y="1230083"/>
                  </a:lnTo>
                  <a:lnTo>
                    <a:pt x="1153040" y="1230273"/>
                  </a:lnTo>
                  <a:lnTo>
                    <a:pt x="1154111" y="1230465"/>
                  </a:lnTo>
                  <a:lnTo>
                    <a:pt x="1155183" y="1230659"/>
                  </a:lnTo>
                  <a:lnTo>
                    <a:pt x="1156255" y="1230853"/>
                  </a:lnTo>
                  <a:lnTo>
                    <a:pt x="1157326" y="1231049"/>
                  </a:lnTo>
                  <a:lnTo>
                    <a:pt x="1158398" y="1231246"/>
                  </a:lnTo>
                  <a:lnTo>
                    <a:pt x="1159469" y="1231445"/>
                  </a:lnTo>
                  <a:lnTo>
                    <a:pt x="1160541" y="1231645"/>
                  </a:lnTo>
                  <a:lnTo>
                    <a:pt x="1161613" y="1231845"/>
                  </a:lnTo>
                  <a:lnTo>
                    <a:pt x="1162684" y="1232048"/>
                  </a:lnTo>
                  <a:lnTo>
                    <a:pt x="1163756" y="1232251"/>
                  </a:lnTo>
                  <a:lnTo>
                    <a:pt x="1164827" y="1232455"/>
                  </a:lnTo>
                  <a:lnTo>
                    <a:pt x="1165899" y="1232661"/>
                  </a:lnTo>
                  <a:lnTo>
                    <a:pt x="1166971" y="1232867"/>
                  </a:lnTo>
                  <a:lnTo>
                    <a:pt x="1168042" y="1233075"/>
                  </a:lnTo>
                  <a:lnTo>
                    <a:pt x="1169114" y="1233284"/>
                  </a:lnTo>
                  <a:lnTo>
                    <a:pt x="1170185" y="1233494"/>
                  </a:lnTo>
                  <a:lnTo>
                    <a:pt x="1171257" y="1233705"/>
                  </a:lnTo>
                  <a:lnTo>
                    <a:pt x="1172329" y="1233916"/>
                  </a:lnTo>
                  <a:lnTo>
                    <a:pt x="1173400" y="1234129"/>
                  </a:lnTo>
                  <a:lnTo>
                    <a:pt x="1174472" y="1234343"/>
                  </a:lnTo>
                  <a:lnTo>
                    <a:pt x="1175543" y="1234557"/>
                  </a:lnTo>
                  <a:lnTo>
                    <a:pt x="1176615" y="1234773"/>
                  </a:lnTo>
                  <a:lnTo>
                    <a:pt x="1177687" y="1234989"/>
                  </a:lnTo>
                  <a:lnTo>
                    <a:pt x="1178758" y="1235206"/>
                  </a:lnTo>
                  <a:lnTo>
                    <a:pt x="1179830" y="1235424"/>
                  </a:lnTo>
                  <a:lnTo>
                    <a:pt x="1180901" y="1235643"/>
                  </a:lnTo>
                  <a:lnTo>
                    <a:pt x="1181973" y="1235863"/>
                  </a:lnTo>
                  <a:lnTo>
                    <a:pt x="1183045" y="1236083"/>
                  </a:lnTo>
                  <a:lnTo>
                    <a:pt x="1184116" y="1236304"/>
                  </a:lnTo>
                  <a:lnTo>
                    <a:pt x="1185188" y="1236526"/>
                  </a:lnTo>
                  <a:lnTo>
                    <a:pt x="1186259" y="1236748"/>
                  </a:lnTo>
                  <a:lnTo>
                    <a:pt x="1187331" y="1236972"/>
                  </a:lnTo>
                  <a:lnTo>
                    <a:pt x="1188403" y="1237195"/>
                  </a:lnTo>
                  <a:lnTo>
                    <a:pt x="1189474" y="1237420"/>
                  </a:lnTo>
                  <a:lnTo>
                    <a:pt x="1190546" y="1237645"/>
                  </a:lnTo>
                  <a:lnTo>
                    <a:pt x="1191617" y="1237870"/>
                  </a:lnTo>
                  <a:lnTo>
                    <a:pt x="1192689" y="1238096"/>
                  </a:lnTo>
                  <a:lnTo>
                    <a:pt x="1193761" y="1238323"/>
                  </a:lnTo>
                  <a:lnTo>
                    <a:pt x="1194832" y="1238550"/>
                  </a:lnTo>
                  <a:lnTo>
                    <a:pt x="1195904" y="1238778"/>
                  </a:lnTo>
                  <a:lnTo>
                    <a:pt x="1196975" y="1239006"/>
                  </a:lnTo>
                  <a:lnTo>
                    <a:pt x="1198047" y="1239234"/>
                  </a:lnTo>
                  <a:lnTo>
                    <a:pt x="1199119" y="1239463"/>
                  </a:lnTo>
                  <a:lnTo>
                    <a:pt x="1200190" y="1239692"/>
                  </a:lnTo>
                  <a:lnTo>
                    <a:pt x="1201262" y="1239922"/>
                  </a:lnTo>
                  <a:lnTo>
                    <a:pt x="1202333" y="1240152"/>
                  </a:lnTo>
                  <a:lnTo>
                    <a:pt x="1203405" y="1240382"/>
                  </a:lnTo>
                  <a:lnTo>
                    <a:pt x="1204477" y="1240613"/>
                  </a:lnTo>
                  <a:lnTo>
                    <a:pt x="1205548" y="1240844"/>
                  </a:lnTo>
                  <a:lnTo>
                    <a:pt x="1206620" y="1241075"/>
                  </a:lnTo>
                  <a:lnTo>
                    <a:pt x="1207691" y="1241307"/>
                  </a:lnTo>
                  <a:lnTo>
                    <a:pt x="1208763" y="1241538"/>
                  </a:lnTo>
                  <a:lnTo>
                    <a:pt x="1209835" y="1241770"/>
                  </a:lnTo>
                  <a:lnTo>
                    <a:pt x="1210906" y="1242002"/>
                  </a:lnTo>
                  <a:lnTo>
                    <a:pt x="1211978" y="1242234"/>
                  </a:lnTo>
                  <a:lnTo>
                    <a:pt x="1213049" y="1242466"/>
                  </a:lnTo>
                  <a:lnTo>
                    <a:pt x="1214121" y="1242699"/>
                  </a:lnTo>
                  <a:lnTo>
                    <a:pt x="1215193" y="1242931"/>
                  </a:lnTo>
                  <a:lnTo>
                    <a:pt x="1216264" y="1243164"/>
                  </a:lnTo>
                  <a:lnTo>
                    <a:pt x="1217336" y="1243396"/>
                  </a:lnTo>
                  <a:lnTo>
                    <a:pt x="1218407" y="1243629"/>
                  </a:lnTo>
                  <a:lnTo>
                    <a:pt x="1219479" y="1243862"/>
                  </a:lnTo>
                  <a:lnTo>
                    <a:pt x="1220551" y="1244094"/>
                  </a:lnTo>
                  <a:lnTo>
                    <a:pt x="1221622" y="1244327"/>
                  </a:lnTo>
                  <a:lnTo>
                    <a:pt x="1222694" y="1244559"/>
                  </a:lnTo>
                  <a:lnTo>
                    <a:pt x="1223765" y="1244791"/>
                  </a:lnTo>
                  <a:lnTo>
                    <a:pt x="1224837" y="1245024"/>
                  </a:lnTo>
                  <a:lnTo>
                    <a:pt x="1225909" y="1245256"/>
                  </a:lnTo>
                  <a:lnTo>
                    <a:pt x="1226980" y="1245488"/>
                  </a:lnTo>
                  <a:lnTo>
                    <a:pt x="1228052" y="1245719"/>
                  </a:lnTo>
                  <a:lnTo>
                    <a:pt x="1229123" y="1245951"/>
                  </a:lnTo>
                  <a:lnTo>
                    <a:pt x="1230195" y="1246182"/>
                  </a:lnTo>
                  <a:lnTo>
                    <a:pt x="1231267" y="1246413"/>
                  </a:lnTo>
                  <a:lnTo>
                    <a:pt x="1232338" y="1246644"/>
                  </a:lnTo>
                  <a:lnTo>
                    <a:pt x="1233410" y="1246875"/>
                  </a:lnTo>
                  <a:lnTo>
                    <a:pt x="1234481" y="1247105"/>
                  </a:lnTo>
                  <a:lnTo>
                    <a:pt x="1235553" y="1247335"/>
                  </a:lnTo>
                  <a:lnTo>
                    <a:pt x="1236625" y="1247565"/>
                  </a:lnTo>
                  <a:lnTo>
                    <a:pt x="1237696" y="1247794"/>
                  </a:lnTo>
                  <a:lnTo>
                    <a:pt x="1238768" y="1248023"/>
                  </a:lnTo>
                  <a:lnTo>
                    <a:pt x="1239839" y="1248251"/>
                  </a:lnTo>
                  <a:lnTo>
                    <a:pt x="1240911" y="1248479"/>
                  </a:lnTo>
                  <a:lnTo>
                    <a:pt x="1241983" y="1248707"/>
                  </a:lnTo>
                  <a:lnTo>
                    <a:pt x="1243054" y="1248934"/>
                  </a:lnTo>
                  <a:lnTo>
                    <a:pt x="1244126" y="1249160"/>
                  </a:lnTo>
                  <a:lnTo>
                    <a:pt x="1245197" y="1249386"/>
                  </a:lnTo>
                  <a:lnTo>
                    <a:pt x="1246269" y="1249612"/>
                  </a:lnTo>
                  <a:lnTo>
                    <a:pt x="1247340" y="1249837"/>
                  </a:lnTo>
                  <a:lnTo>
                    <a:pt x="1248412" y="1250061"/>
                  </a:lnTo>
                  <a:lnTo>
                    <a:pt x="1249484" y="1250285"/>
                  </a:lnTo>
                  <a:lnTo>
                    <a:pt x="1250555" y="1250508"/>
                  </a:lnTo>
                  <a:lnTo>
                    <a:pt x="1251627" y="1250731"/>
                  </a:lnTo>
                  <a:lnTo>
                    <a:pt x="1252698" y="1250953"/>
                  </a:lnTo>
                  <a:lnTo>
                    <a:pt x="1253770" y="1251174"/>
                  </a:lnTo>
                  <a:lnTo>
                    <a:pt x="1254842" y="1251395"/>
                  </a:lnTo>
                  <a:lnTo>
                    <a:pt x="1255913" y="1251615"/>
                  </a:lnTo>
                  <a:lnTo>
                    <a:pt x="1256985" y="1251834"/>
                  </a:lnTo>
                  <a:lnTo>
                    <a:pt x="1258056" y="1252052"/>
                  </a:lnTo>
                  <a:lnTo>
                    <a:pt x="1259128" y="1252270"/>
                  </a:lnTo>
                  <a:lnTo>
                    <a:pt x="1260200" y="1252487"/>
                  </a:lnTo>
                  <a:lnTo>
                    <a:pt x="1261271" y="1252703"/>
                  </a:lnTo>
                  <a:lnTo>
                    <a:pt x="1262343" y="1252918"/>
                  </a:lnTo>
                  <a:lnTo>
                    <a:pt x="1263414" y="1253132"/>
                  </a:lnTo>
                  <a:lnTo>
                    <a:pt x="1264486" y="1253345"/>
                  </a:lnTo>
                  <a:lnTo>
                    <a:pt x="1265558" y="1253558"/>
                  </a:lnTo>
                  <a:lnTo>
                    <a:pt x="1266629" y="1253770"/>
                  </a:lnTo>
                  <a:lnTo>
                    <a:pt x="1267701" y="1253980"/>
                  </a:lnTo>
                  <a:lnTo>
                    <a:pt x="1268772" y="1254190"/>
                  </a:lnTo>
                  <a:lnTo>
                    <a:pt x="1269844" y="1254399"/>
                  </a:lnTo>
                  <a:lnTo>
                    <a:pt x="1270916" y="1254607"/>
                  </a:lnTo>
                  <a:lnTo>
                    <a:pt x="1271987" y="1254813"/>
                  </a:lnTo>
                  <a:lnTo>
                    <a:pt x="1273059" y="1255019"/>
                  </a:lnTo>
                  <a:lnTo>
                    <a:pt x="1274130" y="1255224"/>
                  </a:lnTo>
                  <a:lnTo>
                    <a:pt x="1275202" y="1255428"/>
                  </a:lnTo>
                  <a:lnTo>
                    <a:pt x="1276274" y="1255630"/>
                  </a:lnTo>
                  <a:lnTo>
                    <a:pt x="1277345" y="1255832"/>
                  </a:lnTo>
                  <a:lnTo>
                    <a:pt x="1278417" y="1256032"/>
                  </a:lnTo>
                  <a:lnTo>
                    <a:pt x="1279488" y="1256231"/>
                  </a:lnTo>
                  <a:lnTo>
                    <a:pt x="1280560" y="1256429"/>
                  </a:lnTo>
                  <a:lnTo>
                    <a:pt x="1281632" y="1256626"/>
                  </a:lnTo>
                  <a:lnTo>
                    <a:pt x="1282703" y="1256822"/>
                  </a:lnTo>
                  <a:lnTo>
                    <a:pt x="1283775" y="1257016"/>
                  </a:lnTo>
                  <a:lnTo>
                    <a:pt x="1284846" y="1257210"/>
                  </a:lnTo>
                  <a:lnTo>
                    <a:pt x="1285918" y="1257402"/>
                  </a:lnTo>
                  <a:lnTo>
                    <a:pt x="1286990" y="1257592"/>
                  </a:lnTo>
                  <a:lnTo>
                    <a:pt x="1288061" y="1257782"/>
                  </a:lnTo>
                  <a:lnTo>
                    <a:pt x="1289133" y="1257970"/>
                  </a:lnTo>
                  <a:lnTo>
                    <a:pt x="1290204" y="1258157"/>
                  </a:lnTo>
                  <a:lnTo>
                    <a:pt x="1291276" y="1258342"/>
                  </a:lnTo>
                  <a:lnTo>
                    <a:pt x="1292348" y="1258527"/>
                  </a:lnTo>
                  <a:lnTo>
                    <a:pt x="1293419" y="1258709"/>
                  </a:lnTo>
                  <a:lnTo>
                    <a:pt x="1294491" y="1258891"/>
                  </a:lnTo>
                  <a:lnTo>
                    <a:pt x="1295562" y="1259071"/>
                  </a:lnTo>
                  <a:lnTo>
                    <a:pt x="1296634" y="1259249"/>
                  </a:lnTo>
                  <a:lnTo>
                    <a:pt x="1297706" y="1259426"/>
                  </a:lnTo>
                  <a:lnTo>
                    <a:pt x="1298777" y="1259602"/>
                  </a:lnTo>
                  <a:lnTo>
                    <a:pt x="1299849" y="1259776"/>
                  </a:lnTo>
                  <a:lnTo>
                    <a:pt x="1300920" y="1259949"/>
                  </a:lnTo>
                  <a:lnTo>
                    <a:pt x="1301992" y="1260120"/>
                  </a:lnTo>
                  <a:lnTo>
                    <a:pt x="1303064" y="1260290"/>
                  </a:lnTo>
                  <a:lnTo>
                    <a:pt x="1304135" y="1260458"/>
                  </a:lnTo>
                  <a:lnTo>
                    <a:pt x="1305207" y="1260625"/>
                  </a:lnTo>
                  <a:lnTo>
                    <a:pt x="1306278" y="1260790"/>
                  </a:lnTo>
                  <a:lnTo>
                    <a:pt x="1307350" y="1260953"/>
                  </a:lnTo>
                  <a:lnTo>
                    <a:pt x="1308422" y="1261115"/>
                  </a:lnTo>
                  <a:lnTo>
                    <a:pt x="1309493" y="1261275"/>
                  </a:lnTo>
                  <a:lnTo>
                    <a:pt x="1310565" y="1261433"/>
                  </a:lnTo>
                  <a:lnTo>
                    <a:pt x="1311636" y="1261590"/>
                  </a:lnTo>
                  <a:lnTo>
                    <a:pt x="1312708" y="1261745"/>
                  </a:lnTo>
                  <a:lnTo>
                    <a:pt x="1313780" y="1261899"/>
                  </a:lnTo>
                  <a:lnTo>
                    <a:pt x="1314851" y="1262051"/>
                  </a:lnTo>
                  <a:lnTo>
                    <a:pt x="1315923" y="1262201"/>
                  </a:lnTo>
                  <a:lnTo>
                    <a:pt x="1316994" y="1262349"/>
                  </a:lnTo>
                  <a:lnTo>
                    <a:pt x="1318066" y="1262496"/>
                  </a:lnTo>
                  <a:lnTo>
                    <a:pt x="1319138" y="1262641"/>
                  </a:lnTo>
                  <a:lnTo>
                    <a:pt x="1320209" y="1262784"/>
                  </a:lnTo>
                  <a:lnTo>
                    <a:pt x="1321281" y="1262925"/>
                  </a:lnTo>
                  <a:lnTo>
                    <a:pt x="1322352" y="1263065"/>
                  </a:lnTo>
                  <a:lnTo>
                    <a:pt x="1323424" y="1263202"/>
                  </a:lnTo>
                  <a:lnTo>
                    <a:pt x="1324496" y="1263338"/>
                  </a:lnTo>
                  <a:lnTo>
                    <a:pt x="1325567" y="1263472"/>
                  </a:lnTo>
                  <a:lnTo>
                    <a:pt x="1326639" y="1263604"/>
                  </a:lnTo>
                  <a:lnTo>
                    <a:pt x="1327710" y="1263734"/>
                  </a:lnTo>
                  <a:lnTo>
                    <a:pt x="1328782" y="1263863"/>
                  </a:lnTo>
                  <a:lnTo>
                    <a:pt x="1329854" y="1263989"/>
                  </a:lnTo>
                  <a:lnTo>
                    <a:pt x="1330925" y="1264114"/>
                  </a:lnTo>
                  <a:lnTo>
                    <a:pt x="1331997" y="1264236"/>
                  </a:lnTo>
                  <a:lnTo>
                    <a:pt x="1333068" y="1264357"/>
                  </a:lnTo>
                  <a:lnTo>
                    <a:pt x="1334140" y="1264475"/>
                  </a:lnTo>
                  <a:lnTo>
                    <a:pt x="1335212" y="1264592"/>
                  </a:lnTo>
                  <a:lnTo>
                    <a:pt x="1336283" y="1264707"/>
                  </a:lnTo>
                  <a:lnTo>
                    <a:pt x="1337355" y="1264819"/>
                  </a:lnTo>
                  <a:lnTo>
                    <a:pt x="1338426" y="1264930"/>
                  </a:lnTo>
                  <a:lnTo>
                    <a:pt x="1339498" y="1265039"/>
                  </a:lnTo>
                  <a:lnTo>
                    <a:pt x="1340570" y="1265145"/>
                  </a:lnTo>
                  <a:lnTo>
                    <a:pt x="1341641" y="1265250"/>
                  </a:lnTo>
                  <a:lnTo>
                    <a:pt x="1342713" y="1265352"/>
                  </a:lnTo>
                  <a:lnTo>
                    <a:pt x="1343784" y="1265453"/>
                  </a:lnTo>
                  <a:lnTo>
                    <a:pt x="1344856" y="1265551"/>
                  </a:lnTo>
                  <a:lnTo>
                    <a:pt x="1345928" y="1265648"/>
                  </a:lnTo>
                  <a:lnTo>
                    <a:pt x="1346999" y="1265742"/>
                  </a:lnTo>
                  <a:lnTo>
                    <a:pt x="1348071" y="1265834"/>
                  </a:lnTo>
                  <a:lnTo>
                    <a:pt x="1349142" y="1265924"/>
                  </a:lnTo>
                  <a:lnTo>
                    <a:pt x="1350214" y="1266011"/>
                  </a:lnTo>
                  <a:lnTo>
                    <a:pt x="1351286" y="1266097"/>
                  </a:lnTo>
                  <a:lnTo>
                    <a:pt x="1352357" y="1266180"/>
                  </a:lnTo>
                  <a:lnTo>
                    <a:pt x="1353429" y="1266262"/>
                  </a:lnTo>
                  <a:lnTo>
                    <a:pt x="1354500" y="1266341"/>
                  </a:lnTo>
                  <a:lnTo>
                    <a:pt x="1355572" y="1266418"/>
                  </a:lnTo>
                  <a:lnTo>
                    <a:pt x="1356644" y="1266492"/>
                  </a:lnTo>
                  <a:lnTo>
                    <a:pt x="1357715" y="1266565"/>
                  </a:lnTo>
                  <a:lnTo>
                    <a:pt x="1358787" y="1266635"/>
                  </a:lnTo>
                  <a:lnTo>
                    <a:pt x="1359858" y="1266703"/>
                  </a:lnTo>
                  <a:lnTo>
                    <a:pt x="1360930" y="1266769"/>
                  </a:lnTo>
                  <a:lnTo>
                    <a:pt x="1362002" y="1266832"/>
                  </a:lnTo>
                  <a:lnTo>
                    <a:pt x="1363073" y="1266894"/>
                  </a:lnTo>
                  <a:lnTo>
                    <a:pt x="1364145" y="1266953"/>
                  </a:lnTo>
                  <a:lnTo>
                    <a:pt x="1365216" y="1267009"/>
                  </a:lnTo>
                  <a:lnTo>
                    <a:pt x="1366288" y="1267064"/>
                  </a:lnTo>
                  <a:lnTo>
                    <a:pt x="1367360" y="1267116"/>
                  </a:lnTo>
                  <a:lnTo>
                    <a:pt x="1368431" y="1267166"/>
                  </a:lnTo>
                  <a:lnTo>
                    <a:pt x="1369503" y="1267214"/>
                  </a:lnTo>
                  <a:lnTo>
                    <a:pt x="1370574" y="1267259"/>
                  </a:lnTo>
                  <a:lnTo>
                    <a:pt x="1371646" y="1267302"/>
                  </a:lnTo>
                  <a:lnTo>
                    <a:pt x="1372718" y="1267342"/>
                  </a:lnTo>
                  <a:lnTo>
                    <a:pt x="1373789" y="1267381"/>
                  </a:lnTo>
                  <a:lnTo>
                    <a:pt x="1374861" y="1267417"/>
                  </a:lnTo>
                  <a:lnTo>
                    <a:pt x="1375932" y="1267450"/>
                  </a:lnTo>
                  <a:lnTo>
                    <a:pt x="1377004" y="1267482"/>
                  </a:lnTo>
                  <a:lnTo>
                    <a:pt x="1378076" y="1267511"/>
                  </a:lnTo>
                  <a:lnTo>
                    <a:pt x="1379147" y="1267537"/>
                  </a:lnTo>
                  <a:lnTo>
                    <a:pt x="1380219" y="1267562"/>
                  </a:lnTo>
                  <a:lnTo>
                    <a:pt x="1381290" y="1267584"/>
                  </a:lnTo>
                  <a:lnTo>
                    <a:pt x="1382362" y="1267603"/>
                  </a:lnTo>
                  <a:lnTo>
                    <a:pt x="1383434" y="1267620"/>
                  </a:lnTo>
                  <a:lnTo>
                    <a:pt x="1384505" y="1267635"/>
                  </a:lnTo>
                  <a:lnTo>
                    <a:pt x="1385577" y="1267648"/>
                  </a:lnTo>
                  <a:lnTo>
                    <a:pt x="1386648" y="1267212"/>
                  </a:lnTo>
                  <a:lnTo>
                    <a:pt x="1387720" y="1266169"/>
                  </a:lnTo>
                  <a:lnTo>
                    <a:pt x="1388792" y="1265128"/>
                  </a:lnTo>
                  <a:lnTo>
                    <a:pt x="1389863" y="1264089"/>
                  </a:lnTo>
                  <a:lnTo>
                    <a:pt x="1390935" y="1263052"/>
                  </a:lnTo>
                  <a:lnTo>
                    <a:pt x="1392006" y="1262017"/>
                  </a:lnTo>
                  <a:lnTo>
                    <a:pt x="1393078" y="1260985"/>
                  </a:lnTo>
                  <a:lnTo>
                    <a:pt x="1394150" y="1259953"/>
                  </a:lnTo>
                  <a:lnTo>
                    <a:pt x="1395221" y="1258924"/>
                  </a:lnTo>
                  <a:lnTo>
                    <a:pt x="1396293" y="1257897"/>
                  </a:lnTo>
                  <a:lnTo>
                    <a:pt x="1397364" y="1256872"/>
                  </a:lnTo>
                  <a:lnTo>
                    <a:pt x="1398436" y="1255848"/>
                  </a:lnTo>
                  <a:lnTo>
                    <a:pt x="1399508" y="1254826"/>
                  </a:lnTo>
                  <a:lnTo>
                    <a:pt x="1400579" y="1253806"/>
                  </a:lnTo>
                  <a:lnTo>
                    <a:pt x="1401651" y="1252788"/>
                  </a:lnTo>
                  <a:lnTo>
                    <a:pt x="1402722" y="1251772"/>
                  </a:lnTo>
                  <a:lnTo>
                    <a:pt x="1403794" y="1250757"/>
                  </a:lnTo>
                  <a:lnTo>
                    <a:pt x="1404866" y="1249744"/>
                  </a:lnTo>
                  <a:lnTo>
                    <a:pt x="1405937" y="1248733"/>
                  </a:lnTo>
                  <a:lnTo>
                    <a:pt x="1407009" y="1247723"/>
                  </a:lnTo>
                  <a:lnTo>
                    <a:pt x="1408080" y="1246715"/>
                  </a:lnTo>
                  <a:lnTo>
                    <a:pt x="1409152" y="1245709"/>
                  </a:lnTo>
                  <a:lnTo>
                    <a:pt x="1410224" y="1244705"/>
                  </a:lnTo>
                  <a:lnTo>
                    <a:pt x="1411295" y="1243702"/>
                  </a:lnTo>
                  <a:lnTo>
                    <a:pt x="1412367" y="1242701"/>
                  </a:lnTo>
                  <a:lnTo>
                    <a:pt x="1413438" y="1241701"/>
                  </a:lnTo>
                  <a:lnTo>
                    <a:pt x="1414510" y="1240703"/>
                  </a:lnTo>
                  <a:lnTo>
                    <a:pt x="1415582" y="1239707"/>
                  </a:lnTo>
                  <a:lnTo>
                    <a:pt x="1416653" y="1238712"/>
                  </a:lnTo>
                  <a:lnTo>
                    <a:pt x="1417725" y="1237718"/>
                  </a:lnTo>
                  <a:lnTo>
                    <a:pt x="1418796" y="1236726"/>
                  </a:lnTo>
                  <a:lnTo>
                    <a:pt x="1419868" y="1235736"/>
                  </a:lnTo>
                  <a:lnTo>
                    <a:pt x="1420939" y="1234747"/>
                  </a:lnTo>
                  <a:lnTo>
                    <a:pt x="1422011" y="1233759"/>
                  </a:lnTo>
                  <a:lnTo>
                    <a:pt x="1423083" y="1232773"/>
                  </a:lnTo>
                  <a:lnTo>
                    <a:pt x="1424154" y="1231789"/>
                  </a:lnTo>
                  <a:lnTo>
                    <a:pt x="1425226" y="1230805"/>
                  </a:lnTo>
                  <a:lnTo>
                    <a:pt x="1426297" y="1229823"/>
                  </a:lnTo>
                  <a:lnTo>
                    <a:pt x="1427369" y="1228843"/>
                  </a:lnTo>
                  <a:lnTo>
                    <a:pt x="1428441" y="1227864"/>
                  </a:lnTo>
                  <a:lnTo>
                    <a:pt x="1429512" y="1226886"/>
                  </a:lnTo>
                  <a:lnTo>
                    <a:pt x="1430584" y="1225909"/>
                  </a:lnTo>
                  <a:lnTo>
                    <a:pt x="1431655" y="1224934"/>
                  </a:lnTo>
                  <a:lnTo>
                    <a:pt x="1432727" y="1223960"/>
                  </a:lnTo>
                  <a:lnTo>
                    <a:pt x="1433799" y="1222987"/>
                  </a:lnTo>
                  <a:lnTo>
                    <a:pt x="1434870" y="1222015"/>
                  </a:lnTo>
                  <a:lnTo>
                    <a:pt x="1435942" y="1221045"/>
                  </a:lnTo>
                  <a:lnTo>
                    <a:pt x="1437013" y="1220076"/>
                  </a:lnTo>
                  <a:lnTo>
                    <a:pt x="1438085" y="1219107"/>
                  </a:lnTo>
                  <a:lnTo>
                    <a:pt x="1439157" y="1218140"/>
                  </a:lnTo>
                  <a:lnTo>
                    <a:pt x="1440228" y="1217175"/>
                  </a:lnTo>
                  <a:lnTo>
                    <a:pt x="1441300" y="1216210"/>
                  </a:lnTo>
                  <a:lnTo>
                    <a:pt x="1442371" y="1215246"/>
                  </a:lnTo>
                  <a:lnTo>
                    <a:pt x="1443443" y="1214284"/>
                  </a:lnTo>
                  <a:lnTo>
                    <a:pt x="1444515" y="1213322"/>
                  </a:lnTo>
                  <a:lnTo>
                    <a:pt x="1445586" y="1212361"/>
                  </a:lnTo>
                  <a:lnTo>
                    <a:pt x="1446658" y="1211402"/>
                  </a:lnTo>
                  <a:lnTo>
                    <a:pt x="1447729" y="1210443"/>
                  </a:lnTo>
                  <a:lnTo>
                    <a:pt x="1448801" y="1209486"/>
                  </a:lnTo>
                  <a:lnTo>
                    <a:pt x="1449873" y="1208529"/>
                  </a:lnTo>
                  <a:lnTo>
                    <a:pt x="1450944" y="1207573"/>
                  </a:lnTo>
                  <a:lnTo>
                    <a:pt x="1452016" y="1206618"/>
                  </a:lnTo>
                  <a:lnTo>
                    <a:pt x="1453087" y="1205664"/>
                  </a:lnTo>
                  <a:lnTo>
                    <a:pt x="1454159" y="1204711"/>
                  </a:lnTo>
                  <a:lnTo>
                    <a:pt x="1455231" y="1203758"/>
                  </a:lnTo>
                  <a:lnTo>
                    <a:pt x="1456302" y="1202807"/>
                  </a:lnTo>
                  <a:lnTo>
                    <a:pt x="1457374" y="1201856"/>
                  </a:lnTo>
                  <a:lnTo>
                    <a:pt x="1458445" y="1200906"/>
                  </a:lnTo>
                  <a:lnTo>
                    <a:pt x="1459517" y="1199957"/>
                  </a:lnTo>
                  <a:lnTo>
                    <a:pt x="1460589" y="1199008"/>
                  </a:lnTo>
                  <a:lnTo>
                    <a:pt x="1461660" y="1198060"/>
                  </a:lnTo>
                  <a:lnTo>
                    <a:pt x="1462732" y="1197113"/>
                  </a:lnTo>
                  <a:lnTo>
                    <a:pt x="1463803" y="1196166"/>
                  </a:lnTo>
                  <a:lnTo>
                    <a:pt x="1464875" y="1195220"/>
                  </a:lnTo>
                  <a:lnTo>
                    <a:pt x="1465947" y="1194275"/>
                  </a:lnTo>
                  <a:lnTo>
                    <a:pt x="1467018" y="1193330"/>
                  </a:lnTo>
                  <a:lnTo>
                    <a:pt x="1468090" y="1192386"/>
                  </a:lnTo>
                  <a:lnTo>
                    <a:pt x="1469161" y="1191443"/>
                  </a:lnTo>
                  <a:lnTo>
                    <a:pt x="1470233" y="1190500"/>
                  </a:lnTo>
                  <a:lnTo>
                    <a:pt x="1471305" y="1189557"/>
                  </a:lnTo>
                  <a:lnTo>
                    <a:pt x="1472376" y="1188615"/>
                  </a:lnTo>
                  <a:lnTo>
                    <a:pt x="1473448" y="1187673"/>
                  </a:lnTo>
                  <a:lnTo>
                    <a:pt x="1474519" y="1186732"/>
                  </a:lnTo>
                  <a:lnTo>
                    <a:pt x="1475591" y="1185792"/>
                  </a:lnTo>
                  <a:lnTo>
                    <a:pt x="1476663" y="1184851"/>
                  </a:lnTo>
                  <a:lnTo>
                    <a:pt x="1477734" y="1183911"/>
                  </a:lnTo>
                  <a:lnTo>
                    <a:pt x="1478806" y="1182972"/>
                  </a:lnTo>
                  <a:lnTo>
                    <a:pt x="1479877" y="1182033"/>
                  </a:lnTo>
                  <a:lnTo>
                    <a:pt x="1480949" y="1181094"/>
                  </a:lnTo>
                  <a:lnTo>
                    <a:pt x="1482021" y="1180155"/>
                  </a:lnTo>
                  <a:lnTo>
                    <a:pt x="1483092" y="1179217"/>
                  </a:lnTo>
                  <a:lnTo>
                    <a:pt x="1484164" y="1178279"/>
                  </a:lnTo>
                  <a:lnTo>
                    <a:pt x="1485235" y="1177341"/>
                  </a:lnTo>
                  <a:lnTo>
                    <a:pt x="1486307" y="1176403"/>
                  </a:lnTo>
                  <a:lnTo>
                    <a:pt x="1487379" y="1175466"/>
                  </a:lnTo>
                  <a:lnTo>
                    <a:pt x="1488450" y="1174529"/>
                  </a:lnTo>
                  <a:lnTo>
                    <a:pt x="1489522" y="1173591"/>
                  </a:lnTo>
                  <a:lnTo>
                    <a:pt x="1490593" y="1172654"/>
                  </a:lnTo>
                  <a:lnTo>
                    <a:pt x="1491665" y="1171718"/>
                  </a:lnTo>
                  <a:lnTo>
                    <a:pt x="1492737" y="1170781"/>
                  </a:lnTo>
                  <a:lnTo>
                    <a:pt x="1493808" y="1169844"/>
                  </a:lnTo>
                  <a:lnTo>
                    <a:pt x="1494880" y="1168908"/>
                  </a:lnTo>
                  <a:lnTo>
                    <a:pt x="1495951" y="1167971"/>
                  </a:lnTo>
                  <a:lnTo>
                    <a:pt x="1497023" y="1167034"/>
                  </a:lnTo>
                  <a:lnTo>
                    <a:pt x="1498095" y="1166098"/>
                  </a:lnTo>
                  <a:lnTo>
                    <a:pt x="1499166" y="1165161"/>
                  </a:lnTo>
                  <a:lnTo>
                    <a:pt x="1500238" y="1164225"/>
                  </a:lnTo>
                  <a:lnTo>
                    <a:pt x="1501309" y="1163288"/>
                  </a:lnTo>
                  <a:lnTo>
                    <a:pt x="1502381" y="1162351"/>
                  </a:lnTo>
                  <a:lnTo>
                    <a:pt x="1503453" y="1161414"/>
                  </a:lnTo>
                  <a:lnTo>
                    <a:pt x="1504524" y="1160477"/>
                  </a:lnTo>
                  <a:lnTo>
                    <a:pt x="1505596" y="1159540"/>
                  </a:lnTo>
                  <a:lnTo>
                    <a:pt x="1506667" y="1158602"/>
                  </a:lnTo>
                  <a:lnTo>
                    <a:pt x="1507739" y="1157665"/>
                  </a:lnTo>
                  <a:lnTo>
                    <a:pt x="1508811" y="1156727"/>
                  </a:lnTo>
                  <a:lnTo>
                    <a:pt x="1509882" y="1155789"/>
                  </a:lnTo>
                  <a:lnTo>
                    <a:pt x="1510954" y="1154851"/>
                  </a:lnTo>
                  <a:lnTo>
                    <a:pt x="1512025" y="1153913"/>
                  </a:lnTo>
                  <a:lnTo>
                    <a:pt x="1513097" y="1152974"/>
                  </a:lnTo>
                  <a:lnTo>
                    <a:pt x="1514169" y="1152035"/>
                  </a:lnTo>
                  <a:lnTo>
                    <a:pt x="1515240" y="1151095"/>
                  </a:lnTo>
                  <a:lnTo>
                    <a:pt x="1516312" y="1150156"/>
                  </a:lnTo>
                  <a:lnTo>
                    <a:pt x="1517383" y="1149216"/>
                  </a:lnTo>
                  <a:lnTo>
                    <a:pt x="1518455" y="1148275"/>
                  </a:lnTo>
                  <a:lnTo>
                    <a:pt x="1519527" y="1147334"/>
                  </a:lnTo>
                  <a:lnTo>
                    <a:pt x="1520598" y="1146393"/>
                  </a:lnTo>
                  <a:lnTo>
                    <a:pt x="1521670" y="1145451"/>
                  </a:lnTo>
                  <a:lnTo>
                    <a:pt x="1522741" y="1144509"/>
                  </a:lnTo>
                  <a:lnTo>
                    <a:pt x="1523813" y="1143567"/>
                  </a:lnTo>
                  <a:lnTo>
                    <a:pt x="1524885" y="1142624"/>
                  </a:lnTo>
                  <a:lnTo>
                    <a:pt x="1525956" y="1141680"/>
                  </a:lnTo>
                  <a:lnTo>
                    <a:pt x="1527028" y="1140736"/>
                  </a:lnTo>
                  <a:lnTo>
                    <a:pt x="1528099" y="1139791"/>
                  </a:lnTo>
                  <a:lnTo>
                    <a:pt x="1529171" y="1138846"/>
                  </a:lnTo>
                  <a:lnTo>
                    <a:pt x="1530243" y="1137901"/>
                  </a:lnTo>
                  <a:lnTo>
                    <a:pt x="1531314" y="1136954"/>
                  </a:lnTo>
                  <a:lnTo>
                    <a:pt x="1532386" y="1136007"/>
                  </a:lnTo>
                  <a:lnTo>
                    <a:pt x="1533457" y="1135060"/>
                  </a:lnTo>
                  <a:lnTo>
                    <a:pt x="1534529" y="1134112"/>
                  </a:lnTo>
                  <a:lnTo>
                    <a:pt x="1535601" y="1133163"/>
                  </a:lnTo>
                  <a:lnTo>
                    <a:pt x="1536672" y="1132214"/>
                  </a:lnTo>
                  <a:lnTo>
                    <a:pt x="1537744" y="1131264"/>
                  </a:lnTo>
                  <a:lnTo>
                    <a:pt x="1538815" y="1130313"/>
                  </a:lnTo>
                  <a:lnTo>
                    <a:pt x="1539887" y="1129361"/>
                  </a:lnTo>
                  <a:lnTo>
                    <a:pt x="1540959" y="1128409"/>
                  </a:lnTo>
                  <a:lnTo>
                    <a:pt x="1542030" y="1127456"/>
                  </a:lnTo>
                  <a:lnTo>
                    <a:pt x="1543102" y="1126502"/>
                  </a:lnTo>
                  <a:lnTo>
                    <a:pt x="1544173" y="1125548"/>
                  </a:lnTo>
                  <a:lnTo>
                    <a:pt x="1545245" y="1124592"/>
                  </a:lnTo>
                  <a:lnTo>
                    <a:pt x="1546317" y="1123636"/>
                  </a:lnTo>
                  <a:lnTo>
                    <a:pt x="1547388" y="1122679"/>
                  </a:lnTo>
                  <a:lnTo>
                    <a:pt x="1548460" y="1121722"/>
                  </a:lnTo>
                  <a:lnTo>
                    <a:pt x="1549531" y="1120763"/>
                  </a:lnTo>
                  <a:lnTo>
                    <a:pt x="1550603" y="1119804"/>
                  </a:lnTo>
                  <a:lnTo>
                    <a:pt x="1551675" y="1118843"/>
                  </a:lnTo>
                  <a:lnTo>
                    <a:pt x="1552746" y="1117882"/>
                  </a:lnTo>
                  <a:lnTo>
                    <a:pt x="1553818" y="1116920"/>
                  </a:lnTo>
                  <a:lnTo>
                    <a:pt x="1554889" y="1115957"/>
                  </a:lnTo>
                  <a:lnTo>
                    <a:pt x="1555961" y="1114993"/>
                  </a:lnTo>
                  <a:lnTo>
                    <a:pt x="1557033" y="1114028"/>
                  </a:lnTo>
                  <a:lnTo>
                    <a:pt x="1558104" y="1113063"/>
                  </a:lnTo>
                  <a:lnTo>
                    <a:pt x="1559176" y="1112096"/>
                  </a:lnTo>
                  <a:lnTo>
                    <a:pt x="1560247" y="1111128"/>
                  </a:lnTo>
                  <a:lnTo>
                    <a:pt x="1561319" y="1110159"/>
                  </a:lnTo>
                  <a:lnTo>
                    <a:pt x="1562391" y="1109190"/>
                  </a:lnTo>
                  <a:lnTo>
                    <a:pt x="1563462" y="1108219"/>
                  </a:lnTo>
                  <a:lnTo>
                    <a:pt x="1564534" y="1107247"/>
                  </a:lnTo>
                  <a:lnTo>
                    <a:pt x="1565605" y="1106275"/>
                  </a:lnTo>
                  <a:lnTo>
                    <a:pt x="1566677" y="1105301"/>
                  </a:lnTo>
                  <a:lnTo>
                    <a:pt x="1567749" y="1104326"/>
                  </a:lnTo>
                  <a:lnTo>
                    <a:pt x="1568820" y="1103350"/>
                  </a:lnTo>
                  <a:lnTo>
                    <a:pt x="1569892" y="1102373"/>
                  </a:lnTo>
                  <a:lnTo>
                    <a:pt x="1570963" y="1101395"/>
                  </a:lnTo>
                  <a:lnTo>
                    <a:pt x="1572035" y="1100416"/>
                  </a:lnTo>
                  <a:lnTo>
                    <a:pt x="1573107" y="1099435"/>
                  </a:lnTo>
                  <a:lnTo>
                    <a:pt x="1574178" y="1098454"/>
                  </a:lnTo>
                  <a:lnTo>
                    <a:pt x="1575250" y="1097471"/>
                  </a:lnTo>
                  <a:lnTo>
                    <a:pt x="1576321" y="1096488"/>
                  </a:lnTo>
                  <a:lnTo>
                    <a:pt x="1577393" y="1095503"/>
                  </a:lnTo>
                  <a:lnTo>
                    <a:pt x="1578465" y="1094517"/>
                  </a:lnTo>
                  <a:lnTo>
                    <a:pt x="1579536" y="1093530"/>
                  </a:lnTo>
                  <a:lnTo>
                    <a:pt x="1580608" y="1092541"/>
                  </a:lnTo>
                  <a:lnTo>
                    <a:pt x="1581679" y="1091552"/>
                  </a:lnTo>
                  <a:lnTo>
                    <a:pt x="1582751" y="1090561"/>
                  </a:lnTo>
                  <a:lnTo>
                    <a:pt x="1583823" y="1089569"/>
                  </a:lnTo>
                  <a:lnTo>
                    <a:pt x="1584894" y="1088576"/>
                  </a:lnTo>
                  <a:lnTo>
                    <a:pt x="1585966" y="1087582"/>
                  </a:lnTo>
                  <a:lnTo>
                    <a:pt x="1587037" y="1086586"/>
                  </a:lnTo>
                  <a:lnTo>
                    <a:pt x="1588109" y="1085589"/>
                  </a:lnTo>
                  <a:lnTo>
                    <a:pt x="1589181" y="1084591"/>
                  </a:lnTo>
                  <a:lnTo>
                    <a:pt x="1590252" y="1083592"/>
                  </a:lnTo>
                  <a:lnTo>
                    <a:pt x="1591324" y="1082591"/>
                  </a:lnTo>
                  <a:lnTo>
                    <a:pt x="1592395" y="1081590"/>
                  </a:lnTo>
                  <a:lnTo>
                    <a:pt x="1593467" y="1080587"/>
                  </a:lnTo>
                  <a:lnTo>
                    <a:pt x="1594539" y="1079582"/>
                  </a:lnTo>
                  <a:lnTo>
                    <a:pt x="1595610" y="1078577"/>
                  </a:lnTo>
                  <a:lnTo>
                    <a:pt x="1596682" y="1077570"/>
                  </a:lnTo>
                  <a:lnTo>
                    <a:pt x="1597753" y="1076562"/>
                  </a:lnTo>
                  <a:lnTo>
                    <a:pt x="1598825" y="1075552"/>
                  </a:lnTo>
                  <a:lnTo>
                    <a:pt x="1599896" y="1074541"/>
                  </a:lnTo>
                  <a:lnTo>
                    <a:pt x="1600968" y="1073529"/>
                  </a:lnTo>
                  <a:lnTo>
                    <a:pt x="1602040" y="1072516"/>
                  </a:lnTo>
                  <a:lnTo>
                    <a:pt x="1603111" y="1071501"/>
                  </a:lnTo>
                  <a:lnTo>
                    <a:pt x="1604183" y="1070485"/>
                  </a:lnTo>
                  <a:lnTo>
                    <a:pt x="1605254" y="1069468"/>
                  </a:lnTo>
                  <a:lnTo>
                    <a:pt x="1606326" y="1068449"/>
                  </a:lnTo>
                  <a:lnTo>
                    <a:pt x="1607398" y="1067429"/>
                  </a:lnTo>
                  <a:lnTo>
                    <a:pt x="1608469" y="1066407"/>
                  </a:lnTo>
                  <a:lnTo>
                    <a:pt x="1609541" y="1065385"/>
                  </a:lnTo>
                  <a:lnTo>
                    <a:pt x="1610612" y="1064361"/>
                  </a:lnTo>
                  <a:lnTo>
                    <a:pt x="1611684" y="1063335"/>
                  </a:lnTo>
                  <a:lnTo>
                    <a:pt x="1612756" y="1062308"/>
                  </a:lnTo>
                  <a:lnTo>
                    <a:pt x="1613827" y="1061280"/>
                  </a:lnTo>
                  <a:lnTo>
                    <a:pt x="1614899" y="1060251"/>
                  </a:lnTo>
                  <a:lnTo>
                    <a:pt x="1615970" y="1059220"/>
                  </a:lnTo>
                  <a:lnTo>
                    <a:pt x="1617042" y="1058187"/>
                  </a:lnTo>
                  <a:lnTo>
                    <a:pt x="1618114" y="1057154"/>
                  </a:lnTo>
                  <a:lnTo>
                    <a:pt x="1619185" y="1056119"/>
                  </a:lnTo>
                  <a:lnTo>
                    <a:pt x="1620257" y="1055082"/>
                  </a:lnTo>
                  <a:lnTo>
                    <a:pt x="1621328" y="1054044"/>
                  </a:lnTo>
                  <a:lnTo>
                    <a:pt x="1622400" y="1053005"/>
                  </a:lnTo>
                  <a:lnTo>
                    <a:pt x="1623472" y="1051965"/>
                  </a:lnTo>
                  <a:lnTo>
                    <a:pt x="1624543" y="1050923"/>
                  </a:lnTo>
                  <a:lnTo>
                    <a:pt x="1625615" y="1049879"/>
                  </a:lnTo>
                  <a:lnTo>
                    <a:pt x="1626686" y="1048835"/>
                  </a:lnTo>
                  <a:lnTo>
                    <a:pt x="1627758" y="1047789"/>
                  </a:lnTo>
                  <a:lnTo>
                    <a:pt x="1628830" y="1046741"/>
                  </a:lnTo>
                  <a:lnTo>
                    <a:pt x="1629901" y="1045692"/>
                  </a:lnTo>
                  <a:lnTo>
                    <a:pt x="1630973" y="1044642"/>
                  </a:lnTo>
                  <a:lnTo>
                    <a:pt x="1632044" y="1043590"/>
                  </a:lnTo>
                  <a:lnTo>
                    <a:pt x="1633116" y="1042537"/>
                  </a:lnTo>
                  <a:lnTo>
                    <a:pt x="1634188" y="1041483"/>
                  </a:lnTo>
                  <a:lnTo>
                    <a:pt x="1635259" y="1040427"/>
                  </a:lnTo>
                  <a:lnTo>
                    <a:pt x="1636331" y="1039370"/>
                  </a:lnTo>
                  <a:lnTo>
                    <a:pt x="1637402" y="1038311"/>
                  </a:lnTo>
                  <a:lnTo>
                    <a:pt x="1638474" y="1037251"/>
                  </a:lnTo>
                  <a:lnTo>
                    <a:pt x="1639546" y="1036190"/>
                  </a:lnTo>
                  <a:lnTo>
                    <a:pt x="1640617" y="1035127"/>
                  </a:lnTo>
                  <a:lnTo>
                    <a:pt x="1641689" y="1034063"/>
                  </a:lnTo>
                  <a:lnTo>
                    <a:pt x="1642760" y="1032997"/>
                  </a:lnTo>
                  <a:lnTo>
                    <a:pt x="1643832" y="1031930"/>
                  </a:lnTo>
                  <a:lnTo>
                    <a:pt x="1644904" y="1030862"/>
                  </a:lnTo>
                  <a:lnTo>
                    <a:pt x="1645975" y="1029792"/>
                  </a:lnTo>
                  <a:lnTo>
                    <a:pt x="1647047" y="1028721"/>
                  </a:lnTo>
                  <a:lnTo>
                    <a:pt x="1648118" y="1027649"/>
                  </a:lnTo>
                  <a:lnTo>
                    <a:pt x="1649190" y="1026575"/>
                  </a:lnTo>
                  <a:lnTo>
                    <a:pt x="1650262" y="1025500"/>
                  </a:lnTo>
                  <a:lnTo>
                    <a:pt x="1651333" y="1024423"/>
                  </a:lnTo>
                  <a:lnTo>
                    <a:pt x="1652405" y="1023345"/>
                  </a:lnTo>
                  <a:lnTo>
                    <a:pt x="1653476" y="1022266"/>
                  </a:lnTo>
                  <a:lnTo>
                    <a:pt x="1654548" y="1021185"/>
                  </a:lnTo>
                  <a:lnTo>
                    <a:pt x="1655620" y="1020103"/>
                  </a:lnTo>
                  <a:lnTo>
                    <a:pt x="1656691" y="1019020"/>
                  </a:lnTo>
                  <a:lnTo>
                    <a:pt x="1657763" y="1017935"/>
                  </a:lnTo>
                  <a:lnTo>
                    <a:pt x="1658834" y="1016849"/>
                  </a:lnTo>
                  <a:lnTo>
                    <a:pt x="1659906" y="1015761"/>
                  </a:lnTo>
                  <a:lnTo>
                    <a:pt x="1660978" y="1014672"/>
                  </a:lnTo>
                  <a:lnTo>
                    <a:pt x="1662049" y="1013582"/>
                  </a:lnTo>
                  <a:lnTo>
                    <a:pt x="1663121" y="1012491"/>
                  </a:lnTo>
                  <a:lnTo>
                    <a:pt x="1664192" y="1011398"/>
                  </a:lnTo>
                  <a:lnTo>
                    <a:pt x="1665264" y="1010304"/>
                  </a:lnTo>
                  <a:lnTo>
                    <a:pt x="1666336" y="1009208"/>
                  </a:lnTo>
                  <a:lnTo>
                    <a:pt x="1667407" y="1008112"/>
                  </a:lnTo>
                  <a:lnTo>
                    <a:pt x="1668479" y="1007014"/>
                  </a:lnTo>
                  <a:lnTo>
                    <a:pt x="1669550" y="1005914"/>
                  </a:lnTo>
                  <a:lnTo>
                    <a:pt x="1670622" y="1004813"/>
                  </a:lnTo>
                  <a:lnTo>
                    <a:pt x="1671694" y="1003711"/>
                  </a:lnTo>
                  <a:lnTo>
                    <a:pt x="1672765" y="1002608"/>
                  </a:lnTo>
                  <a:lnTo>
                    <a:pt x="1673837" y="1001504"/>
                  </a:lnTo>
                  <a:lnTo>
                    <a:pt x="1674908" y="1000398"/>
                  </a:lnTo>
                  <a:lnTo>
                    <a:pt x="1675980" y="999291"/>
                  </a:lnTo>
                  <a:lnTo>
                    <a:pt x="1677052" y="998182"/>
                  </a:lnTo>
                  <a:lnTo>
                    <a:pt x="1678123" y="997073"/>
                  </a:lnTo>
                  <a:lnTo>
                    <a:pt x="1679195" y="995962"/>
                  </a:lnTo>
                  <a:lnTo>
                    <a:pt x="1680266" y="994850"/>
                  </a:lnTo>
                  <a:lnTo>
                    <a:pt x="1681338" y="993736"/>
                  </a:lnTo>
                  <a:lnTo>
                    <a:pt x="1682410" y="992621"/>
                  </a:lnTo>
                  <a:lnTo>
                    <a:pt x="1683481" y="991506"/>
                  </a:lnTo>
                  <a:lnTo>
                    <a:pt x="1684553" y="990388"/>
                  </a:lnTo>
                  <a:lnTo>
                    <a:pt x="1685624" y="989270"/>
                  </a:lnTo>
                  <a:lnTo>
                    <a:pt x="1686696" y="988151"/>
                  </a:lnTo>
                  <a:lnTo>
                    <a:pt x="1687768" y="987030"/>
                  </a:lnTo>
                  <a:lnTo>
                    <a:pt x="1688839" y="985908"/>
                  </a:lnTo>
                  <a:lnTo>
                    <a:pt x="1689911" y="984785"/>
                  </a:lnTo>
                  <a:lnTo>
                    <a:pt x="1690982" y="983660"/>
                  </a:lnTo>
                  <a:lnTo>
                    <a:pt x="1692054" y="982535"/>
                  </a:lnTo>
                  <a:lnTo>
                    <a:pt x="1693126" y="981408"/>
                  </a:lnTo>
                  <a:lnTo>
                    <a:pt x="1694197" y="980281"/>
                  </a:lnTo>
                  <a:lnTo>
                    <a:pt x="1695269" y="979152"/>
                  </a:lnTo>
                  <a:lnTo>
                    <a:pt x="1696340" y="978022"/>
                  </a:lnTo>
                  <a:lnTo>
                    <a:pt x="1697412" y="976890"/>
                  </a:lnTo>
                  <a:lnTo>
                    <a:pt x="1698484" y="975758"/>
                  </a:lnTo>
                  <a:lnTo>
                    <a:pt x="1699555" y="974624"/>
                  </a:lnTo>
                  <a:lnTo>
                    <a:pt x="1700627" y="973490"/>
                  </a:lnTo>
                  <a:lnTo>
                    <a:pt x="1701698" y="972354"/>
                  </a:lnTo>
                  <a:lnTo>
                    <a:pt x="1702770" y="971217"/>
                  </a:lnTo>
                  <a:lnTo>
                    <a:pt x="1703842" y="970080"/>
                  </a:lnTo>
                  <a:lnTo>
                    <a:pt x="1704913" y="968941"/>
                  </a:lnTo>
                  <a:lnTo>
                    <a:pt x="1705985" y="967801"/>
                  </a:lnTo>
                  <a:lnTo>
                    <a:pt x="1707056" y="966660"/>
                  </a:lnTo>
                  <a:lnTo>
                    <a:pt x="1708128" y="965517"/>
                  </a:lnTo>
                  <a:lnTo>
                    <a:pt x="1709200" y="964374"/>
                  </a:lnTo>
                  <a:lnTo>
                    <a:pt x="1710271" y="963230"/>
                  </a:lnTo>
                  <a:lnTo>
                    <a:pt x="1711343" y="962085"/>
                  </a:lnTo>
                  <a:lnTo>
                    <a:pt x="1712414" y="960939"/>
                  </a:lnTo>
                  <a:lnTo>
                    <a:pt x="1713486" y="959792"/>
                  </a:lnTo>
                  <a:lnTo>
                    <a:pt x="1714558" y="958643"/>
                  </a:lnTo>
                  <a:lnTo>
                    <a:pt x="1715629" y="957494"/>
                  </a:lnTo>
                  <a:lnTo>
                    <a:pt x="1716701" y="956344"/>
                  </a:lnTo>
                  <a:lnTo>
                    <a:pt x="1717772" y="955193"/>
                  </a:lnTo>
                  <a:lnTo>
                    <a:pt x="1718844" y="954041"/>
                  </a:lnTo>
                  <a:lnTo>
                    <a:pt x="1719916" y="952888"/>
                  </a:lnTo>
                  <a:lnTo>
                    <a:pt x="1720987" y="951734"/>
                  </a:lnTo>
                  <a:lnTo>
                    <a:pt x="1722059" y="950579"/>
                  </a:lnTo>
                  <a:lnTo>
                    <a:pt x="1723130" y="949424"/>
                  </a:lnTo>
                  <a:lnTo>
                    <a:pt x="1724202" y="948267"/>
                  </a:lnTo>
                  <a:lnTo>
                    <a:pt x="1725274" y="947110"/>
                  </a:lnTo>
                  <a:lnTo>
                    <a:pt x="1726345" y="945951"/>
                  </a:lnTo>
                  <a:lnTo>
                    <a:pt x="1727417" y="944792"/>
                  </a:lnTo>
                  <a:lnTo>
                    <a:pt x="1728488" y="943632"/>
                  </a:lnTo>
                  <a:lnTo>
                    <a:pt x="1729560" y="942471"/>
                  </a:lnTo>
                  <a:lnTo>
                    <a:pt x="1730632" y="941310"/>
                  </a:lnTo>
                  <a:lnTo>
                    <a:pt x="1731703" y="940147"/>
                  </a:lnTo>
                  <a:lnTo>
                    <a:pt x="1732775" y="938984"/>
                  </a:lnTo>
                  <a:lnTo>
                    <a:pt x="1733846" y="937820"/>
                  </a:lnTo>
                  <a:lnTo>
                    <a:pt x="1734918" y="936655"/>
                  </a:lnTo>
                  <a:lnTo>
                    <a:pt x="1735990" y="935489"/>
                  </a:lnTo>
                  <a:lnTo>
                    <a:pt x="1737061" y="934323"/>
                  </a:lnTo>
                  <a:lnTo>
                    <a:pt x="1738133" y="933156"/>
                  </a:lnTo>
                  <a:lnTo>
                    <a:pt x="1739204" y="931988"/>
                  </a:lnTo>
                  <a:lnTo>
                    <a:pt x="1740276" y="930819"/>
                  </a:lnTo>
                  <a:lnTo>
                    <a:pt x="1741348" y="929650"/>
                  </a:lnTo>
                  <a:lnTo>
                    <a:pt x="1742419" y="928480"/>
                  </a:lnTo>
                  <a:lnTo>
                    <a:pt x="1743491" y="927309"/>
                  </a:lnTo>
                  <a:lnTo>
                    <a:pt x="1744562" y="926138"/>
                  </a:lnTo>
                  <a:lnTo>
                    <a:pt x="1745634" y="924966"/>
                  </a:lnTo>
                  <a:lnTo>
                    <a:pt x="1746706" y="923793"/>
                  </a:lnTo>
                  <a:lnTo>
                    <a:pt x="1747777" y="922620"/>
                  </a:lnTo>
                  <a:lnTo>
                    <a:pt x="1748849" y="921446"/>
                  </a:lnTo>
                  <a:lnTo>
                    <a:pt x="1749920" y="920272"/>
                  </a:lnTo>
                  <a:lnTo>
                    <a:pt x="1750992" y="919097"/>
                  </a:lnTo>
                  <a:lnTo>
                    <a:pt x="1752064" y="917921"/>
                  </a:lnTo>
                  <a:lnTo>
                    <a:pt x="1753135" y="916745"/>
                  </a:lnTo>
                  <a:lnTo>
                    <a:pt x="1754207" y="915568"/>
                  </a:lnTo>
                  <a:lnTo>
                    <a:pt x="1755278" y="914391"/>
                  </a:lnTo>
                  <a:lnTo>
                    <a:pt x="1756350" y="913213"/>
                  </a:lnTo>
                  <a:lnTo>
                    <a:pt x="1757422" y="912035"/>
                  </a:lnTo>
                  <a:lnTo>
                    <a:pt x="1758493" y="910856"/>
                  </a:lnTo>
                  <a:lnTo>
                    <a:pt x="1759565" y="909677"/>
                  </a:lnTo>
                  <a:lnTo>
                    <a:pt x="1760636" y="908498"/>
                  </a:lnTo>
                  <a:lnTo>
                    <a:pt x="1761708" y="907317"/>
                  </a:lnTo>
                  <a:lnTo>
                    <a:pt x="1762780" y="906137"/>
                  </a:lnTo>
                  <a:lnTo>
                    <a:pt x="1763851" y="904956"/>
                  </a:lnTo>
                  <a:lnTo>
                    <a:pt x="1764923" y="903775"/>
                  </a:lnTo>
                  <a:lnTo>
                    <a:pt x="1765994" y="902593"/>
                  </a:lnTo>
                  <a:lnTo>
                    <a:pt x="1767066" y="901411"/>
                  </a:lnTo>
                  <a:lnTo>
                    <a:pt x="1768138" y="900228"/>
                  </a:lnTo>
                  <a:lnTo>
                    <a:pt x="1769209" y="899045"/>
                  </a:lnTo>
                  <a:lnTo>
                    <a:pt x="1770281" y="897862"/>
                  </a:lnTo>
                  <a:lnTo>
                    <a:pt x="1771352" y="896679"/>
                  </a:lnTo>
                  <a:lnTo>
                    <a:pt x="1772424" y="895495"/>
                  </a:lnTo>
                  <a:lnTo>
                    <a:pt x="1773496" y="894311"/>
                  </a:lnTo>
                  <a:lnTo>
                    <a:pt x="1774567" y="893127"/>
                  </a:lnTo>
                  <a:lnTo>
                    <a:pt x="1775639" y="891942"/>
                  </a:lnTo>
                  <a:lnTo>
                    <a:pt x="1776710" y="890757"/>
                  </a:lnTo>
                  <a:lnTo>
                    <a:pt x="1777782" y="889572"/>
                  </a:lnTo>
                  <a:lnTo>
                    <a:pt x="1778853" y="888387"/>
                  </a:lnTo>
                  <a:lnTo>
                    <a:pt x="1779925" y="887201"/>
                  </a:lnTo>
                  <a:lnTo>
                    <a:pt x="1780997" y="886016"/>
                  </a:lnTo>
                  <a:lnTo>
                    <a:pt x="1782068" y="884830"/>
                  </a:lnTo>
                  <a:lnTo>
                    <a:pt x="1783140" y="883644"/>
                  </a:lnTo>
                  <a:lnTo>
                    <a:pt x="1784211" y="882458"/>
                  </a:lnTo>
                  <a:lnTo>
                    <a:pt x="1785283" y="881272"/>
                  </a:lnTo>
                  <a:lnTo>
                    <a:pt x="1786355" y="880086"/>
                  </a:lnTo>
                  <a:lnTo>
                    <a:pt x="1787426" y="878899"/>
                  </a:lnTo>
                  <a:lnTo>
                    <a:pt x="1788498" y="877713"/>
                  </a:lnTo>
                  <a:lnTo>
                    <a:pt x="1789569" y="876526"/>
                  </a:lnTo>
                  <a:lnTo>
                    <a:pt x="1790641" y="875340"/>
                  </a:lnTo>
                  <a:lnTo>
                    <a:pt x="1791713" y="874153"/>
                  </a:lnTo>
                  <a:lnTo>
                    <a:pt x="1792784" y="872967"/>
                  </a:lnTo>
                  <a:lnTo>
                    <a:pt x="1793856" y="871780"/>
                  </a:lnTo>
                  <a:lnTo>
                    <a:pt x="1794927" y="870594"/>
                  </a:lnTo>
                  <a:lnTo>
                    <a:pt x="1795999" y="869408"/>
                  </a:lnTo>
                  <a:lnTo>
                    <a:pt x="1797071" y="868221"/>
                  </a:lnTo>
                  <a:lnTo>
                    <a:pt x="1798142" y="867035"/>
                  </a:lnTo>
                  <a:lnTo>
                    <a:pt x="1799214" y="865849"/>
                  </a:lnTo>
                  <a:lnTo>
                    <a:pt x="1800285" y="864663"/>
                  </a:lnTo>
                  <a:lnTo>
                    <a:pt x="1801357" y="863477"/>
                  </a:lnTo>
                  <a:lnTo>
                    <a:pt x="1802429" y="862291"/>
                  </a:lnTo>
                  <a:lnTo>
                    <a:pt x="1803500" y="861106"/>
                  </a:lnTo>
                  <a:lnTo>
                    <a:pt x="1804572" y="859921"/>
                  </a:lnTo>
                  <a:lnTo>
                    <a:pt x="1805643" y="858735"/>
                  </a:lnTo>
                  <a:lnTo>
                    <a:pt x="1806715" y="857550"/>
                  </a:lnTo>
                  <a:lnTo>
                    <a:pt x="1807787" y="856366"/>
                  </a:lnTo>
                  <a:lnTo>
                    <a:pt x="1808858" y="855181"/>
                  </a:lnTo>
                  <a:lnTo>
                    <a:pt x="1809930" y="853997"/>
                  </a:lnTo>
                  <a:lnTo>
                    <a:pt x="1811001" y="852813"/>
                  </a:lnTo>
                  <a:lnTo>
                    <a:pt x="1812073" y="851630"/>
                  </a:lnTo>
                  <a:lnTo>
                    <a:pt x="1813145" y="850447"/>
                  </a:lnTo>
                  <a:lnTo>
                    <a:pt x="1814216" y="849264"/>
                  </a:lnTo>
                  <a:lnTo>
                    <a:pt x="1815288" y="848081"/>
                  </a:lnTo>
                  <a:lnTo>
                    <a:pt x="1816359" y="846899"/>
                  </a:lnTo>
                  <a:lnTo>
                    <a:pt x="1817431" y="845718"/>
                  </a:lnTo>
                  <a:lnTo>
                    <a:pt x="1818503" y="844536"/>
                  </a:lnTo>
                  <a:lnTo>
                    <a:pt x="1819574" y="843356"/>
                  </a:lnTo>
                  <a:lnTo>
                    <a:pt x="1820646" y="842175"/>
                  </a:lnTo>
                  <a:lnTo>
                    <a:pt x="1821717" y="840995"/>
                  </a:lnTo>
                  <a:lnTo>
                    <a:pt x="1822789" y="839816"/>
                  </a:lnTo>
                  <a:lnTo>
                    <a:pt x="1823861" y="838637"/>
                  </a:lnTo>
                  <a:lnTo>
                    <a:pt x="1824932" y="837459"/>
                  </a:lnTo>
                  <a:lnTo>
                    <a:pt x="1826004" y="836281"/>
                  </a:lnTo>
                  <a:lnTo>
                    <a:pt x="1827075" y="835104"/>
                  </a:lnTo>
                  <a:lnTo>
                    <a:pt x="1828147" y="833927"/>
                  </a:lnTo>
                  <a:lnTo>
                    <a:pt x="1829219" y="832751"/>
                  </a:lnTo>
                  <a:lnTo>
                    <a:pt x="1830290" y="831576"/>
                  </a:lnTo>
                  <a:lnTo>
                    <a:pt x="1831362" y="830401"/>
                  </a:lnTo>
                  <a:lnTo>
                    <a:pt x="1832433" y="829227"/>
                  </a:lnTo>
                  <a:lnTo>
                    <a:pt x="1833505" y="828054"/>
                  </a:lnTo>
                  <a:lnTo>
                    <a:pt x="1834577" y="826881"/>
                  </a:lnTo>
                  <a:lnTo>
                    <a:pt x="1835648" y="825709"/>
                  </a:lnTo>
                  <a:lnTo>
                    <a:pt x="1836720" y="824538"/>
                  </a:lnTo>
                  <a:lnTo>
                    <a:pt x="1837791" y="823367"/>
                  </a:lnTo>
                  <a:lnTo>
                    <a:pt x="1838863" y="822198"/>
                  </a:lnTo>
                  <a:lnTo>
                    <a:pt x="1839935" y="821029"/>
                  </a:lnTo>
                  <a:lnTo>
                    <a:pt x="1841006" y="819861"/>
                  </a:lnTo>
                  <a:lnTo>
                    <a:pt x="1842078" y="818694"/>
                  </a:lnTo>
                  <a:lnTo>
                    <a:pt x="1843149" y="817527"/>
                  </a:lnTo>
                  <a:lnTo>
                    <a:pt x="1844221" y="816362"/>
                  </a:lnTo>
                  <a:lnTo>
                    <a:pt x="1845293" y="815197"/>
                  </a:lnTo>
                  <a:lnTo>
                    <a:pt x="1846364" y="814034"/>
                  </a:lnTo>
                  <a:lnTo>
                    <a:pt x="1847436" y="812871"/>
                  </a:lnTo>
                  <a:lnTo>
                    <a:pt x="1848507" y="811709"/>
                  </a:lnTo>
                  <a:lnTo>
                    <a:pt x="1849579" y="810548"/>
                  </a:lnTo>
                  <a:lnTo>
                    <a:pt x="1850651" y="809389"/>
                  </a:lnTo>
                  <a:lnTo>
                    <a:pt x="1851722" y="808230"/>
                  </a:lnTo>
                  <a:lnTo>
                    <a:pt x="1852794" y="807072"/>
                  </a:lnTo>
                  <a:lnTo>
                    <a:pt x="1853865" y="805916"/>
                  </a:lnTo>
                  <a:lnTo>
                    <a:pt x="1854937" y="804760"/>
                  </a:lnTo>
                  <a:lnTo>
                    <a:pt x="1856009" y="803606"/>
                  </a:lnTo>
                  <a:lnTo>
                    <a:pt x="1857080" y="802452"/>
                  </a:lnTo>
                  <a:lnTo>
                    <a:pt x="1858152" y="801300"/>
                  </a:lnTo>
                  <a:lnTo>
                    <a:pt x="1859223" y="800149"/>
                  </a:lnTo>
                  <a:lnTo>
                    <a:pt x="1860295" y="798999"/>
                  </a:lnTo>
                  <a:lnTo>
                    <a:pt x="1861367" y="797850"/>
                  </a:lnTo>
                  <a:lnTo>
                    <a:pt x="1862438" y="796703"/>
                  </a:lnTo>
                  <a:lnTo>
                    <a:pt x="1863510" y="795557"/>
                  </a:lnTo>
                  <a:lnTo>
                    <a:pt x="1864581" y="794412"/>
                  </a:lnTo>
                  <a:lnTo>
                    <a:pt x="1865653" y="793268"/>
                  </a:lnTo>
                  <a:lnTo>
                    <a:pt x="1866725" y="792126"/>
                  </a:lnTo>
                  <a:lnTo>
                    <a:pt x="1867796" y="790985"/>
                  </a:lnTo>
                  <a:lnTo>
                    <a:pt x="1868868" y="789845"/>
                  </a:lnTo>
                  <a:lnTo>
                    <a:pt x="1869939" y="788707"/>
                  </a:lnTo>
                  <a:lnTo>
                    <a:pt x="1871011" y="787570"/>
                  </a:lnTo>
                  <a:lnTo>
                    <a:pt x="1872083" y="786435"/>
                  </a:lnTo>
                  <a:lnTo>
                    <a:pt x="1873154" y="785301"/>
                  </a:lnTo>
                  <a:lnTo>
                    <a:pt x="1874226" y="784168"/>
                  </a:lnTo>
                  <a:lnTo>
                    <a:pt x="1875297" y="783037"/>
                  </a:lnTo>
                  <a:lnTo>
                    <a:pt x="1876369" y="781908"/>
                  </a:lnTo>
                  <a:lnTo>
                    <a:pt x="1877441" y="780780"/>
                  </a:lnTo>
                  <a:lnTo>
                    <a:pt x="1878512" y="779653"/>
                  </a:lnTo>
                  <a:lnTo>
                    <a:pt x="1879584" y="778528"/>
                  </a:lnTo>
                  <a:lnTo>
                    <a:pt x="1880655" y="777405"/>
                  </a:lnTo>
                  <a:lnTo>
                    <a:pt x="1881727" y="776283"/>
                  </a:lnTo>
                  <a:lnTo>
                    <a:pt x="1882799" y="775163"/>
                  </a:lnTo>
                  <a:lnTo>
                    <a:pt x="1883870" y="774044"/>
                  </a:lnTo>
                  <a:lnTo>
                    <a:pt x="1884942" y="772928"/>
                  </a:lnTo>
                  <a:lnTo>
                    <a:pt x="1886013" y="771812"/>
                  </a:lnTo>
                  <a:lnTo>
                    <a:pt x="1887085" y="770699"/>
                  </a:lnTo>
                  <a:lnTo>
                    <a:pt x="1888157" y="769587"/>
                  </a:lnTo>
                  <a:lnTo>
                    <a:pt x="1889228" y="768477"/>
                  </a:lnTo>
                  <a:lnTo>
                    <a:pt x="1890300" y="767369"/>
                  </a:lnTo>
                  <a:lnTo>
                    <a:pt x="1891371" y="766263"/>
                  </a:lnTo>
                  <a:lnTo>
                    <a:pt x="1892443" y="765158"/>
                  </a:lnTo>
                  <a:lnTo>
                    <a:pt x="1893515" y="764056"/>
                  </a:lnTo>
                  <a:lnTo>
                    <a:pt x="1894586" y="762955"/>
                  </a:lnTo>
                  <a:lnTo>
                    <a:pt x="1895658" y="761856"/>
                  </a:lnTo>
                  <a:lnTo>
                    <a:pt x="1896729" y="760759"/>
                  </a:lnTo>
                  <a:lnTo>
                    <a:pt x="1897801" y="759664"/>
                  </a:lnTo>
                  <a:lnTo>
                    <a:pt x="1898873" y="758571"/>
                  </a:lnTo>
                  <a:lnTo>
                    <a:pt x="1899944" y="757480"/>
                  </a:lnTo>
                  <a:lnTo>
                    <a:pt x="1901016" y="756391"/>
                  </a:lnTo>
                  <a:lnTo>
                    <a:pt x="1902087" y="755304"/>
                  </a:lnTo>
                  <a:lnTo>
                    <a:pt x="1903159" y="754219"/>
                  </a:lnTo>
                  <a:lnTo>
                    <a:pt x="1904231" y="753136"/>
                  </a:lnTo>
                  <a:lnTo>
                    <a:pt x="1905302" y="752055"/>
                  </a:lnTo>
                  <a:lnTo>
                    <a:pt x="1906374" y="750976"/>
                  </a:lnTo>
                  <a:lnTo>
                    <a:pt x="1907445" y="749899"/>
                  </a:lnTo>
                  <a:lnTo>
                    <a:pt x="1908517" y="748825"/>
                  </a:lnTo>
                  <a:lnTo>
                    <a:pt x="1909589" y="747753"/>
                  </a:lnTo>
                  <a:lnTo>
                    <a:pt x="1910660" y="746682"/>
                  </a:lnTo>
                  <a:lnTo>
                    <a:pt x="1911732" y="745615"/>
                  </a:lnTo>
                  <a:lnTo>
                    <a:pt x="1912803" y="744549"/>
                  </a:lnTo>
                  <a:lnTo>
                    <a:pt x="1913875" y="743486"/>
                  </a:lnTo>
                  <a:lnTo>
                    <a:pt x="1914947" y="742425"/>
                  </a:lnTo>
                  <a:lnTo>
                    <a:pt x="1916018" y="741366"/>
                  </a:lnTo>
                  <a:lnTo>
                    <a:pt x="1917090" y="740309"/>
                  </a:lnTo>
                  <a:lnTo>
                    <a:pt x="1918161" y="739255"/>
                  </a:lnTo>
                  <a:lnTo>
                    <a:pt x="1919233" y="738204"/>
                  </a:lnTo>
                  <a:lnTo>
                    <a:pt x="1920305" y="737154"/>
                  </a:lnTo>
                  <a:lnTo>
                    <a:pt x="1921376" y="736107"/>
                  </a:lnTo>
                  <a:lnTo>
                    <a:pt x="1922448" y="735062"/>
                  </a:lnTo>
                  <a:lnTo>
                    <a:pt x="1923519" y="734020"/>
                  </a:lnTo>
                  <a:lnTo>
                    <a:pt x="1924591" y="732980"/>
                  </a:lnTo>
                  <a:lnTo>
                    <a:pt x="1925663" y="731942"/>
                  </a:lnTo>
                  <a:lnTo>
                    <a:pt x="1926734" y="730907"/>
                  </a:lnTo>
                  <a:lnTo>
                    <a:pt x="1927806" y="729873"/>
                  </a:lnTo>
                  <a:lnTo>
                    <a:pt x="1928877" y="728843"/>
                  </a:lnTo>
                  <a:lnTo>
                    <a:pt x="1929949" y="727815"/>
                  </a:lnTo>
                  <a:lnTo>
                    <a:pt x="1931021" y="726789"/>
                  </a:lnTo>
                  <a:lnTo>
                    <a:pt x="1932092" y="725765"/>
                  </a:lnTo>
                  <a:lnTo>
                    <a:pt x="1933164" y="724744"/>
                  </a:lnTo>
                  <a:lnTo>
                    <a:pt x="1934235" y="723725"/>
                  </a:lnTo>
                  <a:lnTo>
                    <a:pt x="1935307" y="722709"/>
                  </a:lnTo>
                  <a:lnTo>
                    <a:pt x="1936379" y="721695"/>
                  </a:lnTo>
                  <a:lnTo>
                    <a:pt x="1937450" y="720683"/>
                  </a:lnTo>
                  <a:lnTo>
                    <a:pt x="1938522" y="719674"/>
                  </a:lnTo>
                  <a:lnTo>
                    <a:pt x="1939593" y="718667"/>
                  </a:lnTo>
                  <a:lnTo>
                    <a:pt x="1940665" y="717663"/>
                  </a:lnTo>
                  <a:lnTo>
                    <a:pt x="1941737" y="716661"/>
                  </a:lnTo>
                  <a:lnTo>
                    <a:pt x="1942808" y="715661"/>
                  </a:lnTo>
                  <a:lnTo>
                    <a:pt x="1943880" y="714664"/>
                  </a:lnTo>
                  <a:lnTo>
                    <a:pt x="1944951" y="713669"/>
                  </a:lnTo>
                  <a:lnTo>
                    <a:pt x="1946023" y="712677"/>
                  </a:lnTo>
                  <a:lnTo>
                    <a:pt x="1947095" y="711687"/>
                  </a:lnTo>
                  <a:lnTo>
                    <a:pt x="1948166" y="710700"/>
                  </a:lnTo>
                  <a:lnTo>
                    <a:pt x="1949238" y="709715"/>
                  </a:lnTo>
                  <a:lnTo>
                    <a:pt x="1950309" y="708732"/>
                  </a:lnTo>
                  <a:lnTo>
                    <a:pt x="1951381" y="707752"/>
                  </a:lnTo>
                  <a:lnTo>
                    <a:pt x="1952453" y="706774"/>
                  </a:lnTo>
                  <a:lnTo>
                    <a:pt x="1953524" y="705799"/>
                  </a:lnTo>
                  <a:lnTo>
                    <a:pt x="1954596" y="704826"/>
                  </a:lnTo>
                  <a:lnTo>
                    <a:pt x="1955667" y="703856"/>
                  </a:lnTo>
                  <a:lnTo>
                    <a:pt x="1956739" y="702888"/>
                  </a:lnTo>
                  <a:lnTo>
                    <a:pt x="1957810" y="701923"/>
                  </a:lnTo>
                  <a:lnTo>
                    <a:pt x="1958882" y="700960"/>
                  </a:lnTo>
                  <a:lnTo>
                    <a:pt x="1959954" y="699999"/>
                  </a:lnTo>
                  <a:lnTo>
                    <a:pt x="1961025" y="699041"/>
                  </a:lnTo>
                  <a:lnTo>
                    <a:pt x="1962097" y="698086"/>
                  </a:lnTo>
                  <a:lnTo>
                    <a:pt x="1963168" y="697133"/>
                  </a:lnTo>
                  <a:lnTo>
                    <a:pt x="1964240" y="696182"/>
                  </a:lnTo>
                  <a:lnTo>
                    <a:pt x="1965312" y="695234"/>
                  </a:lnTo>
                  <a:lnTo>
                    <a:pt x="1966383" y="694288"/>
                  </a:lnTo>
                  <a:lnTo>
                    <a:pt x="1967455" y="693345"/>
                  </a:lnTo>
                  <a:lnTo>
                    <a:pt x="1968526" y="692405"/>
                  </a:lnTo>
                  <a:lnTo>
                    <a:pt x="1969598" y="691467"/>
                  </a:lnTo>
                  <a:lnTo>
                    <a:pt x="1970670" y="690531"/>
                  </a:lnTo>
                  <a:lnTo>
                    <a:pt x="1971741" y="689598"/>
                  </a:lnTo>
                  <a:lnTo>
                    <a:pt x="1972813" y="688667"/>
                  </a:lnTo>
                  <a:lnTo>
                    <a:pt x="1973884" y="687739"/>
                  </a:lnTo>
                  <a:lnTo>
                    <a:pt x="1974956" y="686813"/>
                  </a:lnTo>
                  <a:lnTo>
                    <a:pt x="1976028" y="685890"/>
                  </a:lnTo>
                  <a:lnTo>
                    <a:pt x="1977099" y="684970"/>
                  </a:lnTo>
                  <a:lnTo>
                    <a:pt x="1978171" y="684051"/>
                  </a:lnTo>
                  <a:lnTo>
                    <a:pt x="1979242" y="683136"/>
                  </a:lnTo>
                  <a:lnTo>
                    <a:pt x="1980314" y="682223"/>
                  </a:lnTo>
                  <a:lnTo>
                    <a:pt x="1981386" y="681312"/>
                  </a:lnTo>
                  <a:lnTo>
                    <a:pt x="1982457" y="680404"/>
                  </a:lnTo>
                  <a:lnTo>
                    <a:pt x="1983529" y="679499"/>
                  </a:lnTo>
                  <a:lnTo>
                    <a:pt x="1984600" y="678596"/>
                  </a:lnTo>
                  <a:lnTo>
                    <a:pt x="1985672" y="677695"/>
                  </a:lnTo>
                  <a:lnTo>
                    <a:pt x="1986744" y="676797"/>
                  </a:lnTo>
                  <a:lnTo>
                    <a:pt x="1987815" y="675902"/>
                  </a:lnTo>
                  <a:lnTo>
                    <a:pt x="1988887" y="675009"/>
                  </a:lnTo>
                  <a:lnTo>
                    <a:pt x="1989958" y="674118"/>
                  </a:lnTo>
                  <a:lnTo>
                    <a:pt x="1991030" y="673231"/>
                  </a:lnTo>
                  <a:lnTo>
                    <a:pt x="1992102" y="672345"/>
                  </a:lnTo>
                  <a:lnTo>
                    <a:pt x="1993173" y="671463"/>
                  </a:lnTo>
                  <a:lnTo>
                    <a:pt x="1994245" y="670582"/>
                  </a:lnTo>
                  <a:lnTo>
                    <a:pt x="1995316" y="669705"/>
                  </a:lnTo>
                  <a:lnTo>
                    <a:pt x="1996388" y="668830"/>
                  </a:lnTo>
                  <a:lnTo>
                    <a:pt x="1997460" y="667957"/>
                  </a:lnTo>
                  <a:lnTo>
                    <a:pt x="1998531" y="667087"/>
                  </a:lnTo>
                  <a:lnTo>
                    <a:pt x="1999603" y="666219"/>
                  </a:lnTo>
                  <a:lnTo>
                    <a:pt x="2000674" y="665354"/>
                  </a:lnTo>
                  <a:lnTo>
                    <a:pt x="2001746" y="664492"/>
                  </a:lnTo>
                  <a:lnTo>
                    <a:pt x="2002818" y="663632"/>
                  </a:lnTo>
                  <a:lnTo>
                    <a:pt x="2003889" y="662775"/>
                  </a:lnTo>
                  <a:lnTo>
                    <a:pt x="2004961" y="661920"/>
                  </a:lnTo>
                  <a:lnTo>
                    <a:pt x="2006032" y="661068"/>
                  </a:lnTo>
                  <a:lnTo>
                    <a:pt x="2007104" y="660218"/>
                  </a:lnTo>
                  <a:lnTo>
                    <a:pt x="2008176" y="659371"/>
                  </a:lnTo>
                  <a:lnTo>
                    <a:pt x="2009247" y="658527"/>
                  </a:lnTo>
                  <a:lnTo>
                    <a:pt x="2010319" y="657685"/>
                  </a:lnTo>
                  <a:lnTo>
                    <a:pt x="2011390" y="656845"/>
                  </a:lnTo>
                  <a:lnTo>
                    <a:pt x="2012462" y="656009"/>
                  </a:lnTo>
                  <a:lnTo>
                    <a:pt x="2013534" y="655174"/>
                  </a:lnTo>
                  <a:lnTo>
                    <a:pt x="2014605" y="654343"/>
                  </a:lnTo>
                  <a:lnTo>
                    <a:pt x="2015677" y="653513"/>
                  </a:lnTo>
                  <a:lnTo>
                    <a:pt x="2016748" y="652687"/>
                  </a:lnTo>
                  <a:lnTo>
                    <a:pt x="2017820" y="651863"/>
                  </a:lnTo>
                  <a:lnTo>
                    <a:pt x="2018892" y="651041"/>
                  </a:lnTo>
                  <a:lnTo>
                    <a:pt x="2019963" y="650223"/>
                  </a:lnTo>
                  <a:lnTo>
                    <a:pt x="2021035" y="649406"/>
                  </a:lnTo>
                  <a:lnTo>
                    <a:pt x="2022106" y="648593"/>
                  </a:lnTo>
                  <a:lnTo>
                    <a:pt x="2023178" y="647781"/>
                  </a:lnTo>
                  <a:lnTo>
                    <a:pt x="2024250" y="646973"/>
                  </a:lnTo>
                  <a:lnTo>
                    <a:pt x="2025321" y="646167"/>
                  </a:lnTo>
                  <a:lnTo>
                    <a:pt x="2026393" y="645363"/>
                  </a:lnTo>
                  <a:lnTo>
                    <a:pt x="2027464" y="644563"/>
                  </a:lnTo>
                  <a:lnTo>
                    <a:pt x="2028536" y="643764"/>
                  </a:lnTo>
                  <a:lnTo>
                    <a:pt x="2029608" y="642969"/>
                  </a:lnTo>
                  <a:lnTo>
                    <a:pt x="2030679" y="642175"/>
                  </a:lnTo>
                  <a:lnTo>
                    <a:pt x="2031751" y="641385"/>
                  </a:lnTo>
                  <a:lnTo>
                    <a:pt x="2032822" y="640597"/>
                  </a:lnTo>
                  <a:lnTo>
                    <a:pt x="2033894" y="639811"/>
                  </a:lnTo>
                  <a:lnTo>
                    <a:pt x="2034966" y="639029"/>
                  </a:lnTo>
                  <a:lnTo>
                    <a:pt x="2036037" y="638248"/>
                  </a:lnTo>
                  <a:lnTo>
                    <a:pt x="2037109" y="637471"/>
                  </a:lnTo>
                  <a:lnTo>
                    <a:pt x="2038180" y="636696"/>
                  </a:lnTo>
                  <a:lnTo>
                    <a:pt x="2039252" y="635923"/>
                  </a:lnTo>
                  <a:lnTo>
                    <a:pt x="2040324" y="635153"/>
                  </a:lnTo>
                  <a:lnTo>
                    <a:pt x="2041395" y="634386"/>
                  </a:lnTo>
                  <a:lnTo>
                    <a:pt x="2042467" y="633621"/>
                  </a:lnTo>
                  <a:lnTo>
                    <a:pt x="2043538" y="632859"/>
                  </a:lnTo>
                  <a:lnTo>
                    <a:pt x="2044610" y="632099"/>
                  </a:lnTo>
                  <a:lnTo>
                    <a:pt x="2045682" y="631342"/>
                  </a:lnTo>
                  <a:lnTo>
                    <a:pt x="2046753" y="630588"/>
                  </a:lnTo>
                  <a:lnTo>
                    <a:pt x="2047825" y="629836"/>
                  </a:lnTo>
                  <a:lnTo>
                    <a:pt x="2048896" y="629086"/>
                  </a:lnTo>
                  <a:lnTo>
                    <a:pt x="2049968" y="628340"/>
                  </a:lnTo>
                  <a:lnTo>
                    <a:pt x="2051040" y="627595"/>
                  </a:lnTo>
                  <a:lnTo>
                    <a:pt x="2052111" y="626854"/>
                  </a:lnTo>
                  <a:lnTo>
                    <a:pt x="2053183" y="626115"/>
                  </a:lnTo>
                  <a:lnTo>
                    <a:pt x="2054254" y="625378"/>
                  </a:lnTo>
                  <a:lnTo>
                    <a:pt x="2055326" y="624645"/>
                  </a:lnTo>
                  <a:lnTo>
                    <a:pt x="2056398" y="623913"/>
                  </a:lnTo>
                  <a:lnTo>
                    <a:pt x="2057469" y="623185"/>
                  </a:lnTo>
                  <a:lnTo>
                    <a:pt x="2058541" y="622459"/>
                  </a:lnTo>
                  <a:lnTo>
                    <a:pt x="2059612" y="621735"/>
                  </a:lnTo>
                  <a:lnTo>
                    <a:pt x="2060684" y="621014"/>
                  </a:lnTo>
                  <a:lnTo>
                    <a:pt x="2061756" y="620296"/>
                  </a:lnTo>
                  <a:lnTo>
                    <a:pt x="2062827" y="619580"/>
                  </a:lnTo>
                  <a:lnTo>
                    <a:pt x="2063899" y="618867"/>
                  </a:lnTo>
                  <a:lnTo>
                    <a:pt x="2064970" y="618156"/>
                  </a:lnTo>
                  <a:lnTo>
                    <a:pt x="2066042" y="617448"/>
                  </a:lnTo>
                  <a:lnTo>
                    <a:pt x="2067114" y="616742"/>
                  </a:lnTo>
                  <a:lnTo>
                    <a:pt x="2068185" y="616039"/>
                  </a:lnTo>
                  <a:lnTo>
                    <a:pt x="2069257" y="615339"/>
                  </a:lnTo>
                  <a:lnTo>
                    <a:pt x="2070328" y="614641"/>
                  </a:lnTo>
                  <a:lnTo>
                    <a:pt x="2071400" y="613946"/>
                  </a:lnTo>
                  <a:lnTo>
                    <a:pt x="2072472" y="613253"/>
                  </a:lnTo>
                  <a:lnTo>
                    <a:pt x="2073543" y="612563"/>
                  </a:lnTo>
                  <a:lnTo>
                    <a:pt x="2074615" y="611876"/>
                  </a:lnTo>
                  <a:lnTo>
                    <a:pt x="2075686" y="611191"/>
                  </a:lnTo>
                  <a:lnTo>
                    <a:pt x="2076758" y="610508"/>
                  </a:lnTo>
                  <a:lnTo>
                    <a:pt x="2077830" y="609829"/>
                  </a:lnTo>
                  <a:lnTo>
                    <a:pt x="2078901" y="609151"/>
                  </a:lnTo>
                  <a:lnTo>
                    <a:pt x="2079973" y="608477"/>
                  </a:lnTo>
                  <a:lnTo>
                    <a:pt x="2081044" y="607805"/>
                  </a:lnTo>
                  <a:lnTo>
                    <a:pt x="2082116" y="607135"/>
                  </a:lnTo>
                  <a:lnTo>
                    <a:pt x="2083188" y="606468"/>
                  </a:lnTo>
                  <a:lnTo>
                    <a:pt x="2084259" y="605804"/>
                  </a:lnTo>
                  <a:lnTo>
                    <a:pt x="2085331" y="605142"/>
                  </a:lnTo>
                  <a:lnTo>
                    <a:pt x="2086402" y="604483"/>
                  </a:lnTo>
                  <a:lnTo>
                    <a:pt x="2087474" y="603826"/>
                  </a:lnTo>
                  <a:lnTo>
                    <a:pt x="2088546" y="603172"/>
                  </a:lnTo>
                  <a:lnTo>
                    <a:pt x="2089617" y="602520"/>
                  </a:lnTo>
                  <a:lnTo>
                    <a:pt x="2090689" y="601871"/>
                  </a:lnTo>
                  <a:lnTo>
                    <a:pt x="2091760" y="601224"/>
                  </a:lnTo>
                  <a:lnTo>
                    <a:pt x="2092832" y="600580"/>
                  </a:lnTo>
                  <a:lnTo>
                    <a:pt x="2093904" y="599939"/>
                  </a:lnTo>
                  <a:lnTo>
                    <a:pt x="2094975" y="599300"/>
                  </a:lnTo>
                  <a:lnTo>
                    <a:pt x="2096047" y="598664"/>
                  </a:lnTo>
                  <a:lnTo>
                    <a:pt x="2097118" y="598030"/>
                  </a:lnTo>
                  <a:lnTo>
                    <a:pt x="2098190" y="597399"/>
                  </a:lnTo>
                  <a:lnTo>
                    <a:pt x="2099262" y="596770"/>
                  </a:lnTo>
                  <a:lnTo>
                    <a:pt x="2100333" y="596144"/>
                  </a:lnTo>
                  <a:lnTo>
                    <a:pt x="2101405" y="595520"/>
                  </a:lnTo>
                  <a:lnTo>
                    <a:pt x="2102476" y="594899"/>
                  </a:lnTo>
                  <a:lnTo>
                    <a:pt x="2103548" y="594281"/>
                  </a:lnTo>
                  <a:lnTo>
                    <a:pt x="2104620" y="593665"/>
                  </a:lnTo>
                  <a:lnTo>
                    <a:pt x="2105691" y="593051"/>
                  </a:lnTo>
                  <a:lnTo>
                    <a:pt x="2106763" y="592441"/>
                  </a:lnTo>
                  <a:lnTo>
                    <a:pt x="2107834" y="591832"/>
                  </a:lnTo>
                  <a:lnTo>
                    <a:pt x="2108906" y="591226"/>
                  </a:lnTo>
                  <a:lnTo>
                    <a:pt x="2109978" y="590623"/>
                  </a:lnTo>
                  <a:lnTo>
                    <a:pt x="2111049" y="590022"/>
                  </a:lnTo>
                  <a:lnTo>
                    <a:pt x="2112121" y="589424"/>
                  </a:lnTo>
                  <a:lnTo>
                    <a:pt x="2113192" y="588828"/>
                  </a:lnTo>
                  <a:lnTo>
                    <a:pt x="2114264" y="588235"/>
                  </a:lnTo>
                  <a:lnTo>
                    <a:pt x="2115336" y="587644"/>
                  </a:lnTo>
                  <a:lnTo>
                    <a:pt x="2116407" y="587056"/>
                  </a:lnTo>
                  <a:lnTo>
                    <a:pt x="2117479" y="586470"/>
                  </a:lnTo>
                  <a:lnTo>
                    <a:pt x="2118550" y="585887"/>
                  </a:lnTo>
                  <a:lnTo>
                    <a:pt x="2119622" y="585307"/>
                  </a:lnTo>
                  <a:lnTo>
                    <a:pt x="2120694" y="584729"/>
                  </a:lnTo>
                  <a:lnTo>
                    <a:pt x="2121765" y="584153"/>
                  </a:lnTo>
                  <a:lnTo>
                    <a:pt x="2122837" y="583580"/>
                  </a:lnTo>
                  <a:lnTo>
                    <a:pt x="2123908" y="583009"/>
                  </a:lnTo>
                  <a:lnTo>
                    <a:pt x="2124980" y="582441"/>
                  </a:lnTo>
                  <a:lnTo>
                    <a:pt x="2126052" y="581876"/>
                  </a:lnTo>
                  <a:lnTo>
                    <a:pt x="2127123" y="581313"/>
                  </a:lnTo>
                  <a:lnTo>
                    <a:pt x="2128195" y="580752"/>
                  </a:lnTo>
                  <a:lnTo>
                    <a:pt x="2129266" y="580194"/>
                  </a:lnTo>
                  <a:lnTo>
                    <a:pt x="2130338" y="579638"/>
                  </a:lnTo>
                  <a:lnTo>
                    <a:pt x="2131409" y="579085"/>
                  </a:lnTo>
                  <a:lnTo>
                    <a:pt x="2132481" y="578535"/>
                  </a:lnTo>
                  <a:lnTo>
                    <a:pt x="2133553" y="577986"/>
                  </a:lnTo>
                  <a:lnTo>
                    <a:pt x="2134624" y="577441"/>
                  </a:lnTo>
                  <a:lnTo>
                    <a:pt x="2135696" y="576898"/>
                  </a:lnTo>
                  <a:lnTo>
                    <a:pt x="2136767" y="576357"/>
                  </a:lnTo>
                  <a:lnTo>
                    <a:pt x="2137839" y="575819"/>
                  </a:lnTo>
                  <a:lnTo>
                    <a:pt x="2138911" y="575283"/>
                  </a:lnTo>
                  <a:lnTo>
                    <a:pt x="2139982" y="574750"/>
                  </a:lnTo>
                  <a:lnTo>
                    <a:pt x="2141054" y="574219"/>
                  </a:lnTo>
                  <a:lnTo>
                    <a:pt x="2142125" y="573691"/>
                  </a:lnTo>
                  <a:lnTo>
                    <a:pt x="2143197" y="573165"/>
                  </a:lnTo>
                  <a:lnTo>
                    <a:pt x="2144269" y="572642"/>
                  </a:lnTo>
                  <a:lnTo>
                    <a:pt x="2145340" y="572121"/>
                  </a:lnTo>
                  <a:lnTo>
                    <a:pt x="2146412" y="571602"/>
                  </a:lnTo>
                  <a:lnTo>
                    <a:pt x="2147483" y="571086"/>
                  </a:lnTo>
                  <a:lnTo>
                    <a:pt x="2148555" y="570573"/>
                  </a:lnTo>
                  <a:lnTo>
                    <a:pt x="2149627" y="570062"/>
                  </a:lnTo>
                  <a:lnTo>
                    <a:pt x="2150698" y="569553"/>
                  </a:lnTo>
                  <a:lnTo>
                    <a:pt x="2151770" y="569047"/>
                  </a:lnTo>
                  <a:lnTo>
                    <a:pt x="2152841" y="568543"/>
                  </a:lnTo>
                  <a:lnTo>
                    <a:pt x="2153913" y="568042"/>
                  </a:lnTo>
                  <a:lnTo>
                    <a:pt x="2154985" y="567543"/>
                  </a:lnTo>
                  <a:lnTo>
                    <a:pt x="2156056" y="567046"/>
                  </a:lnTo>
                  <a:lnTo>
                    <a:pt x="2157128" y="566552"/>
                  </a:lnTo>
                  <a:lnTo>
                    <a:pt x="2158199" y="566061"/>
                  </a:lnTo>
                  <a:lnTo>
                    <a:pt x="2159271" y="565572"/>
                  </a:lnTo>
                  <a:lnTo>
                    <a:pt x="2160343" y="565085"/>
                  </a:lnTo>
                  <a:lnTo>
                    <a:pt x="2161414" y="564601"/>
                  </a:lnTo>
                  <a:lnTo>
                    <a:pt x="2162486" y="564119"/>
                  </a:lnTo>
                  <a:lnTo>
                    <a:pt x="2163557" y="563639"/>
                  </a:lnTo>
                  <a:lnTo>
                    <a:pt x="2164629" y="563162"/>
                  </a:lnTo>
                  <a:lnTo>
                    <a:pt x="2165701" y="562688"/>
                  </a:lnTo>
                  <a:lnTo>
                    <a:pt x="2166772" y="562215"/>
                  </a:lnTo>
                  <a:lnTo>
                    <a:pt x="2167844" y="561746"/>
                  </a:lnTo>
                  <a:lnTo>
                    <a:pt x="2168915" y="561278"/>
                  </a:lnTo>
                  <a:lnTo>
                    <a:pt x="2169987" y="560813"/>
                  </a:lnTo>
                  <a:lnTo>
                    <a:pt x="2171059" y="560350"/>
                  </a:lnTo>
                  <a:lnTo>
                    <a:pt x="2172130" y="559890"/>
                  </a:lnTo>
                  <a:lnTo>
                    <a:pt x="2173202" y="559432"/>
                  </a:lnTo>
                  <a:lnTo>
                    <a:pt x="2174273" y="558977"/>
                  </a:lnTo>
                  <a:lnTo>
                    <a:pt x="2175345" y="558524"/>
                  </a:lnTo>
                  <a:lnTo>
                    <a:pt x="2176417" y="558073"/>
                  </a:lnTo>
                  <a:lnTo>
                    <a:pt x="2177488" y="557625"/>
                  </a:lnTo>
                  <a:lnTo>
                    <a:pt x="2178560" y="557179"/>
                  </a:lnTo>
                  <a:lnTo>
                    <a:pt x="2179631" y="556735"/>
                  </a:lnTo>
                  <a:lnTo>
                    <a:pt x="2180703" y="556294"/>
                  </a:lnTo>
                  <a:lnTo>
                    <a:pt x="2181775" y="555855"/>
                  </a:lnTo>
                  <a:lnTo>
                    <a:pt x="2182846" y="555419"/>
                  </a:lnTo>
                  <a:lnTo>
                    <a:pt x="2183918" y="554985"/>
                  </a:lnTo>
                  <a:lnTo>
                    <a:pt x="2184989" y="554553"/>
                  </a:lnTo>
                  <a:lnTo>
                    <a:pt x="2186061" y="554124"/>
                  </a:lnTo>
                  <a:lnTo>
                    <a:pt x="2187133" y="553696"/>
                  </a:lnTo>
                  <a:lnTo>
                    <a:pt x="2188204" y="553272"/>
                  </a:lnTo>
                  <a:lnTo>
                    <a:pt x="2189276" y="552849"/>
                  </a:lnTo>
                  <a:lnTo>
                    <a:pt x="2190347" y="552429"/>
                  </a:lnTo>
                  <a:lnTo>
                    <a:pt x="2191419" y="552012"/>
                  </a:lnTo>
                  <a:lnTo>
                    <a:pt x="2192491" y="551596"/>
                  </a:lnTo>
                  <a:lnTo>
                    <a:pt x="2193562" y="551183"/>
                  </a:lnTo>
                  <a:lnTo>
                    <a:pt x="2194634" y="550773"/>
                  </a:lnTo>
                  <a:lnTo>
                    <a:pt x="2195705" y="550364"/>
                  </a:lnTo>
                  <a:lnTo>
                    <a:pt x="2196777" y="549958"/>
                  </a:lnTo>
                  <a:lnTo>
                    <a:pt x="2197849" y="549554"/>
                  </a:lnTo>
                  <a:lnTo>
                    <a:pt x="2198920" y="549153"/>
                  </a:lnTo>
                  <a:lnTo>
                    <a:pt x="2199992" y="548754"/>
                  </a:lnTo>
                  <a:lnTo>
                    <a:pt x="2201063" y="548357"/>
                  </a:lnTo>
                  <a:lnTo>
                    <a:pt x="2202135" y="547962"/>
                  </a:lnTo>
                  <a:lnTo>
                    <a:pt x="2203207" y="547570"/>
                  </a:lnTo>
                  <a:lnTo>
                    <a:pt x="2204278" y="547180"/>
                  </a:lnTo>
                  <a:lnTo>
                    <a:pt x="2205350" y="546792"/>
                  </a:lnTo>
                  <a:lnTo>
                    <a:pt x="2206421" y="546407"/>
                  </a:lnTo>
                  <a:lnTo>
                    <a:pt x="2207493" y="546024"/>
                  </a:lnTo>
                  <a:lnTo>
                    <a:pt x="2208565" y="545643"/>
                  </a:lnTo>
                  <a:lnTo>
                    <a:pt x="2209636" y="545265"/>
                  </a:lnTo>
                  <a:lnTo>
                    <a:pt x="2210708" y="544888"/>
                  </a:lnTo>
                  <a:lnTo>
                    <a:pt x="2211779" y="544514"/>
                  </a:lnTo>
                  <a:lnTo>
                    <a:pt x="2212851" y="544143"/>
                  </a:lnTo>
                  <a:lnTo>
                    <a:pt x="2213923" y="543773"/>
                  </a:lnTo>
                  <a:lnTo>
                    <a:pt x="2214994" y="543406"/>
                  </a:lnTo>
                  <a:lnTo>
                    <a:pt x="2216066" y="543041"/>
                  </a:lnTo>
                  <a:lnTo>
                    <a:pt x="2217137" y="542678"/>
                  </a:lnTo>
                  <a:lnTo>
                    <a:pt x="2218209" y="542318"/>
                  </a:lnTo>
                  <a:lnTo>
                    <a:pt x="2219281" y="541959"/>
                  </a:lnTo>
                  <a:lnTo>
                    <a:pt x="2220352" y="541603"/>
                  </a:lnTo>
                  <a:lnTo>
                    <a:pt x="2221424" y="541249"/>
                  </a:lnTo>
                  <a:lnTo>
                    <a:pt x="2222495" y="540898"/>
                  </a:lnTo>
                  <a:lnTo>
                    <a:pt x="2223567" y="540549"/>
                  </a:lnTo>
                  <a:lnTo>
                    <a:pt x="2224639" y="540201"/>
                  </a:lnTo>
                  <a:lnTo>
                    <a:pt x="2225710" y="539857"/>
                  </a:lnTo>
                  <a:lnTo>
                    <a:pt x="2226782" y="539514"/>
                  </a:lnTo>
                  <a:lnTo>
                    <a:pt x="2227853" y="539173"/>
                  </a:lnTo>
                  <a:lnTo>
                    <a:pt x="2228925" y="538835"/>
                  </a:lnTo>
                  <a:lnTo>
                    <a:pt x="2229997" y="538499"/>
                  </a:lnTo>
                  <a:lnTo>
                    <a:pt x="2231068" y="538165"/>
                  </a:lnTo>
                  <a:lnTo>
                    <a:pt x="2232140" y="537833"/>
                  </a:lnTo>
                  <a:lnTo>
                    <a:pt x="2233211" y="537504"/>
                  </a:lnTo>
                  <a:lnTo>
                    <a:pt x="2234283" y="537176"/>
                  </a:lnTo>
                  <a:lnTo>
                    <a:pt x="2235355" y="536851"/>
                  </a:lnTo>
                  <a:lnTo>
                    <a:pt x="2236426" y="536528"/>
                  </a:lnTo>
                  <a:lnTo>
                    <a:pt x="2237498" y="536207"/>
                  </a:lnTo>
                  <a:lnTo>
                    <a:pt x="2238569" y="535889"/>
                  </a:lnTo>
                  <a:lnTo>
                    <a:pt x="2239641" y="535572"/>
                  </a:lnTo>
                  <a:lnTo>
                    <a:pt x="2240713" y="535258"/>
                  </a:lnTo>
                  <a:lnTo>
                    <a:pt x="2241784" y="534946"/>
                  </a:lnTo>
                  <a:lnTo>
                    <a:pt x="2242856" y="534636"/>
                  </a:lnTo>
                  <a:lnTo>
                    <a:pt x="2243927" y="534328"/>
                  </a:lnTo>
                  <a:lnTo>
                    <a:pt x="2244999" y="534022"/>
                  </a:lnTo>
                  <a:lnTo>
                    <a:pt x="2246071" y="533718"/>
                  </a:lnTo>
                  <a:lnTo>
                    <a:pt x="2247142" y="533417"/>
                  </a:lnTo>
                  <a:lnTo>
                    <a:pt x="2248214" y="533118"/>
                  </a:lnTo>
                  <a:lnTo>
                    <a:pt x="2249285" y="532820"/>
                  </a:lnTo>
                  <a:lnTo>
                    <a:pt x="2250357" y="532525"/>
                  </a:lnTo>
                  <a:lnTo>
                    <a:pt x="2251429" y="532232"/>
                  </a:lnTo>
                  <a:lnTo>
                    <a:pt x="2252500" y="531941"/>
                  </a:lnTo>
                  <a:lnTo>
                    <a:pt x="2253572" y="531652"/>
                  </a:lnTo>
                  <a:lnTo>
                    <a:pt x="2254643" y="531366"/>
                  </a:lnTo>
                  <a:lnTo>
                    <a:pt x="2255715" y="531081"/>
                  </a:lnTo>
                  <a:lnTo>
                    <a:pt x="2256787" y="530798"/>
                  </a:lnTo>
                  <a:lnTo>
                    <a:pt x="2257858" y="530518"/>
                  </a:lnTo>
                  <a:lnTo>
                    <a:pt x="2258930" y="530240"/>
                  </a:lnTo>
                  <a:lnTo>
                    <a:pt x="2260001" y="529963"/>
                  </a:lnTo>
                  <a:lnTo>
                    <a:pt x="2261073" y="529689"/>
                  </a:lnTo>
                  <a:lnTo>
                    <a:pt x="2262145" y="529417"/>
                  </a:lnTo>
                  <a:lnTo>
                    <a:pt x="2263216" y="529147"/>
                  </a:lnTo>
                  <a:lnTo>
                    <a:pt x="2264288" y="528879"/>
                  </a:lnTo>
                  <a:lnTo>
                    <a:pt x="2265359" y="528613"/>
                  </a:lnTo>
                  <a:lnTo>
                    <a:pt x="2266431" y="528349"/>
                  </a:lnTo>
                  <a:lnTo>
                    <a:pt x="2267503" y="528087"/>
                  </a:lnTo>
                  <a:lnTo>
                    <a:pt x="2268574" y="527827"/>
                  </a:lnTo>
                  <a:lnTo>
                    <a:pt x="2269646" y="527569"/>
                  </a:lnTo>
                  <a:lnTo>
                    <a:pt x="2270717" y="527313"/>
                  </a:lnTo>
                  <a:lnTo>
                    <a:pt x="2271789" y="527059"/>
                  </a:lnTo>
                  <a:lnTo>
                    <a:pt x="2272861" y="526808"/>
                  </a:lnTo>
                  <a:lnTo>
                    <a:pt x="2273932" y="526558"/>
                  </a:lnTo>
                  <a:lnTo>
                    <a:pt x="2275004" y="526310"/>
                  </a:lnTo>
                  <a:lnTo>
                    <a:pt x="2276075" y="526064"/>
                  </a:lnTo>
                  <a:lnTo>
                    <a:pt x="2277147" y="525821"/>
                  </a:lnTo>
                  <a:lnTo>
                    <a:pt x="2278219" y="525579"/>
                  </a:lnTo>
                  <a:lnTo>
                    <a:pt x="2279290" y="525339"/>
                  </a:lnTo>
                  <a:lnTo>
                    <a:pt x="2280362" y="525101"/>
                  </a:lnTo>
                  <a:lnTo>
                    <a:pt x="2281433" y="524865"/>
                  </a:lnTo>
                  <a:lnTo>
                    <a:pt x="2282505" y="524632"/>
                  </a:lnTo>
                  <a:lnTo>
                    <a:pt x="2283577" y="524400"/>
                  </a:lnTo>
                  <a:lnTo>
                    <a:pt x="2284648" y="524170"/>
                  </a:lnTo>
                  <a:lnTo>
                    <a:pt x="2285720" y="523942"/>
                  </a:lnTo>
                  <a:lnTo>
                    <a:pt x="2286791" y="523716"/>
                  </a:lnTo>
                  <a:lnTo>
                    <a:pt x="2287863" y="523492"/>
                  </a:lnTo>
                  <a:lnTo>
                    <a:pt x="2288935" y="523270"/>
                  </a:lnTo>
                  <a:lnTo>
                    <a:pt x="2290006" y="523050"/>
                  </a:lnTo>
                  <a:lnTo>
                    <a:pt x="2291078" y="522831"/>
                  </a:lnTo>
                  <a:lnTo>
                    <a:pt x="2292149" y="522615"/>
                  </a:lnTo>
                  <a:lnTo>
                    <a:pt x="2293221" y="522401"/>
                  </a:lnTo>
                  <a:lnTo>
                    <a:pt x="2294293" y="522188"/>
                  </a:lnTo>
                  <a:lnTo>
                    <a:pt x="2295364" y="521978"/>
                  </a:lnTo>
                  <a:lnTo>
                    <a:pt x="2296436" y="521769"/>
                  </a:lnTo>
                  <a:lnTo>
                    <a:pt x="2297507" y="521562"/>
                  </a:lnTo>
                  <a:lnTo>
                    <a:pt x="2298579" y="521357"/>
                  </a:lnTo>
                  <a:lnTo>
                    <a:pt x="2299651" y="521154"/>
                  </a:lnTo>
                  <a:lnTo>
                    <a:pt x="2300722" y="520953"/>
                  </a:lnTo>
                  <a:lnTo>
                    <a:pt x="2301794" y="520754"/>
                  </a:lnTo>
                  <a:lnTo>
                    <a:pt x="2302865" y="520557"/>
                  </a:lnTo>
                  <a:lnTo>
                    <a:pt x="2303937" y="520361"/>
                  </a:lnTo>
                  <a:lnTo>
                    <a:pt x="2305009" y="520168"/>
                  </a:lnTo>
                  <a:lnTo>
                    <a:pt x="2306080" y="519976"/>
                  </a:lnTo>
                  <a:lnTo>
                    <a:pt x="2307152" y="519786"/>
                  </a:lnTo>
                  <a:lnTo>
                    <a:pt x="2308223" y="519598"/>
                  </a:lnTo>
                  <a:lnTo>
                    <a:pt x="2309295" y="519412"/>
                  </a:lnTo>
                  <a:lnTo>
                    <a:pt x="2310366" y="519227"/>
                  </a:lnTo>
                  <a:lnTo>
                    <a:pt x="2311438" y="519045"/>
                  </a:lnTo>
                  <a:lnTo>
                    <a:pt x="2312510" y="518864"/>
                  </a:lnTo>
                  <a:lnTo>
                    <a:pt x="2313581" y="518685"/>
                  </a:lnTo>
                  <a:lnTo>
                    <a:pt x="2314653" y="518508"/>
                  </a:lnTo>
                  <a:lnTo>
                    <a:pt x="2315724" y="518333"/>
                  </a:lnTo>
                  <a:lnTo>
                    <a:pt x="2316796" y="518159"/>
                  </a:lnTo>
                  <a:lnTo>
                    <a:pt x="2317868" y="517988"/>
                  </a:lnTo>
                  <a:lnTo>
                    <a:pt x="2318939" y="517818"/>
                  </a:lnTo>
                  <a:lnTo>
                    <a:pt x="2320011" y="517650"/>
                  </a:lnTo>
                  <a:lnTo>
                    <a:pt x="2321082" y="517483"/>
                  </a:lnTo>
                  <a:lnTo>
                    <a:pt x="2322154" y="517319"/>
                  </a:lnTo>
                  <a:lnTo>
                    <a:pt x="2323226" y="517156"/>
                  </a:lnTo>
                  <a:lnTo>
                    <a:pt x="2324297" y="516995"/>
                  </a:lnTo>
                  <a:lnTo>
                    <a:pt x="2325369" y="516836"/>
                  </a:lnTo>
                  <a:lnTo>
                    <a:pt x="2326440" y="516678"/>
                  </a:lnTo>
                  <a:lnTo>
                    <a:pt x="2327512" y="516523"/>
                  </a:lnTo>
                  <a:lnTo>
                    <a:pt x="2328584" y="516369"/>
                  </a:lnTo>
                  <a:lnTo>
                    <a:pt x="2329655" y="516216"/>
                  </a:lnTo>
                  <a:lnTo>
                    <a:pt x="2330727" y="516066"/>
                  </a:lnTo>
                  <a:lnTo>
                    <a:pt x="2331798" y="515917"/>
                  </a:lnTo>
                  <a:lnTo>
                    <a:pt x="2332870" y="515770"/>
                  </a:lnTo>
                  <a:lnTo>
                    <a:pt x="2333942" y="515625"/>
                  </a:lnTo>
                  <a:lnTo>
                    <a:pt x="2335013" y="515481"/>
                  </a:lnTo>
                  <a:lnTo>
                    <a:pt x="2336085" y="515339"/>
                  </a:lnTo>
                  <a:lnTo>
                    <a:pt x="2337156" y="515199"/>
                  </a:lnTo>
                  <a:lnTo>
                    <a:pt x="2338228" y="515060"/>
                  </a:lnTo>
                  <a:lnTo>
                    <a:pt x="2339300" y="514923"/>
                  </a:lnTo>
                  <a:lnTo>
                    <a:pt x="2340371" y="514788"/>
                  </a:lnTo>
                  <a:lnTo>
                    <a:pt x="2341443" y="514655"/>
                  </a:lnTo>
                  <a:lnTo>
                    <a:pt x="2342514" y="514523"/>
                  </a:lnTo>
                  <a:lnTo>
                    <a:pt x="2343586" y="514393"/>
                  </a:lnTo>
                  <a:lnTo>
                    <a:pt x="2344658" y="514264"/>
                  </a:lnTo>
                  <a:lnTo>
                    <a:pt x="2345729" y="514137"/>
                  </a:lnTo>
                  <a:lnTo>
                    <a:pt x="2346801" y="514012"/>
                  </a:lnTo>
                  <a:lnTo>
                    <a:pt x="2347872" y="513888"/>
                  </a:lnTo>
                  <a:lnTo>
                    <a:pt x="2348944" y="513766"/>
                  </a:lnTo>
                  <a:lnTo>
                    <a:pt x="2350016" y="513646"/>
                  </a:lnTo>
                  <a:lnTo>
                    <a:pt x="2351087" y="513527"/>
                  </a:lnTo>
                  <a:lnTo>
                    <a:pt x="2352159" y="513410"/>
                  </a:lnTo>
                  <a:lnTo>
                    <a:pt x="2353230" y="513295"/>
                  </a:lnTo>
                  <a:lnTo>
                    <a:pt x="2354302" y="513181"/>
                  </a:lnTo>
                  <a:lnTo>
                    <a:pt x="2355374" y="513068"/>
                  </a:lnTo>
                  <a:lnTo>
                    <a:pt x="2356445" y="512958"/>
                  </a:lnTo>
                  <a:lnTo>
                    <a:pt x="2357517" y="512849"/>
                  </a:lnTo>
                  <a:lnTo>
                    <a:pt x="2358588" y="512741"/>
                  </a:lnTo>
                  <a:lnTo>
                    <a:pt x="2359660" y="512635"/>
                  </a:lnTo>
                  <a:lnTo>
                    <a:pt x="2360732" y="512531"/>
                  </a:lnTo>
                  <a:lnTo>
                    <a:pt x="2361803" y="512428"/>
                  </a:lnTo>
                  <a:lnTo>
                    <a:pt x="2362875" y="512326"/>
                  </a:lnTo>
                  <a:lnTo>
                    <a:pt x="2363946" y="512227"/>
                  </a:lnTo>
                  <a:lnTo>
                    <a:pt x="2365018" y="512128"/>
                  </a:lnTo>
                  <a:lnTo>
                    <a:pt x="2366090" y="512032"/>
                  </a:lnTo>
                  <a:lnTo>
                    <a:pt x="2367161" y="511937"/>
                  </a:lnTo>
                  <a:lnTo>
                    <a:pt x="2368233" y="511843"/>
                  </a:lnTo>
                  <a:lnTo>
                    <a:pt x="2369304" y="511751"/>
                  </a:lnTo>
                  <a:lnTo>
                    <a:pt x="2370376" y="511660"/>
                  </a:lnTo>
                  <a:lnTo>
                    <a:pt x="2371448" y="511571"/>
                  </a:lnTo>
                  <a:lnTo>
                    <a:pt x="2372519" y="511484"/>
                  </a:lnTo>
                  <a:lnTo>
                    <a:pt x="2373591" y="511397"/>
                  </a:lnTo>
                  <a:lnTo>
                    <a:pt x="2374662" y="511313"/>
                  </a:lnTo>
                  <a:lnTo>
                    <a:pt x="2375734" y="511230"/>
                  </a:lnTo>
                  <a:lnTo>
                    <a:pt x="2376806" y="511148"/>
                  </a:lnTo>
                  <a:lnTo>
                    <a:pt x="2377877" y="511068"/>
                  </a:lnTo>
                  <a:lnTo>
                    <a:pt x="2378949" y="510989"/>
                  </a:lnTo>
                  <a:lnTo>
                    <a:pt x="2380020" y="510912"/>
                  </a:lnTo>
                  <a:lnTo>
                    <a:pt x="2381092" y="510836"/>
                  </a:lnTo>
                  <a:lnTo>
                    <a:pt x="2382164" y="510762"/>
                  </a:lnTo>
                  <a:lnTo>
                    <a:pt x="2383235" y="510689"/>
                  </a:lnTo>
                  <a:lnTo>
                    <a:pt x="2384307" y="510617"/>
                  </a:lnTo>
                  <a:lnTo>
                    <a:pt x="2385378" y="510547"/>
                  </a:lnTo>
                  <a:lnTo>
                    <a:pt x="2386450" y="510478"/>
                  </a:lnTo>
                  <a:lnTo>
                    <a:pt x="2387522" y="510411"/>
                  </a:lnTo>
                  <a:lnTo>
                    <a:pt x="2388593" y="510345"/>
                  </a:lnTo>
                  <a:lnTo>
                    <a:pt x="2389665" y="510281"/>
                  </a:lnTo>
                  <a:lnTo>
                    <a:pt x="2390736" y="510218"/>
                  </a:lnTo>
                  <a:lnTo>
                    <a:pt x="2391808" y="510156"/>
                  </a:lnTo>
                  <a:lnTo>
                    <a:pt x="2392880" y="510096"/>
                  </a:lnTo>
                  <a:lnTo>
                    <a:pt x="2393951" y="510037"/>
                  </a:lnTo>
                  <a:lnTo>
                    <a:pt x="2395023" y="509979"/>
                  </a:lnTo>
                  <a:lnTo>
                    <a:pt x="2396094" y="509923"/>
                  </a:lnTo>
                  <a:lnTo>
                    <a:pt x="2397166" y="509868"/>
                  </a:lnTo>
                  <a:lnTo>
                    <a:pt x="2398238" y="509815"/>
                  </a:lnTo>
                  <a:lnTo>
                    <a:pt x="2399309" y="509762"/>
                  </a:lnTo>
                  <a:lnTo>
                    <a:pt x="2400381" y="509712"/>
                  </a:lnTo>
                  <a:lnTo>
                    <a:pt x="2401452" y="509662"/>
                  </a:lnTo>
                  <a:lnTo>
                    <a:pt x="2402524" y="509614"/>
                  </a:lnTo>
                  <a:lnTo>
                    <a:pt x="2403596" y="509567"/>
                  </a:lnTo>
                  <a:lnTo>
                    <a:pt x="2404667" y="509522"/>
                  </a:lnTo>
                  <a:lnTo>
                    <a:pt x="2405739" y="509477"/>
                  </a:lnTo>
                  <a:lnTo>
                    <a:pt x="2406810" y="509434"/>
                  </a:lnTo>
                  <a:lnTo>
                    <a:pt x="2407882" y="509393"/>
                  </a:lnTo>
                  <a:lnTo>
                    <a:pt x="2408954" y="509352"/>
                  </a:lnTo>
                  <a:lnTo>
                    <a:pt x="2410025" y="509313"/>
                  </a:lnTo>
                  <a:lnTo>
                    <a:pt x="2411097" y="509275"/>
                  </a:lnTo>
                  <a:lnTo>
                    <a:pt x="2412168" y="509239"/>
                  </a:lnTo>
                  <a:lnTo>
                    <a:pt x="2413240" y="509203"/>
                  </a:lnTo>
                  <a:lnTo>
                    <a:pt x="2414312" y="509169"/>
                  </a:lnTo>
                  <a:lnTo>
                    <a:pt x="2415383" y="509136"/>
                  </a:lnTo>
                  <a:lnTo>
                    <a:pt x="2416455" y="509105"/>
                  </a:lnTo>
                  <a:lnTo>
                    <a:pt x="2417526" y="509074"/>
                  </a:lnTo>
                  <a:lnTo>
                    <a:pt x="2418598" y="509045"/>
                  </a:lnTo>
                  <a:lnTo>
                    <a:pt x="2419670" y="509017"/>
                  </a:lnTo>
                  <a:lnTo>
                    <a:pt x="2420741" y="508991"/>
                  </a:lnTo>
                  <a:lnTo>
                    <a:pt x="2421813" y="508965"/>
                  </a:lnTo>
                  <a:lnTo>
                    <a:pt x="2422884" y="508941"/>
                  </a:lnTo>
                  <a:lnTo>
                    <a:pt x="2423956" y="508918"/>
                  </a:lnTo>
                  <a:lnTo>
                    <a:pt x="2425028" y="508896"/>
                  </a:lnTo>
                  <a:lnTo>
                    <a:pt x="2426099" y="508875"/>
                  </a:lnTo>
                  <a:lnTo>
                    <a:pt x="2427171" y="508855"/>
                  </a:lnTo>
                  <a:lnTo>
                    <a:pt x="2428242" y="508837"/>
                  </a:lnTo>
                  <a:lnTo>
                    <a:pt x="2429314" y="508820"/>
                  </a:lnTo>
                  <a:lnTo>
                    <a:pt x="2430386" y="508803"/>
                  </a:lnTo>
                  <a:lnTo>
                    <a:pt x="2431457" y="508788"/>
                  </a:lnTo>
                  <a:lnTo>
                    <a:pt x="2432529" y="508775"/>
                  </a:lnTo>
                  <a:lnTo>
                    <a:pt x="2433600" y="508762"/>
                  </a:lnTo>
                  <a:lnTo>
                    <a:pt x="2434672" y="508750"/>
                  </a:lnTo>
                  <a:lnTo>
                    <a:pt x="2435744" y="508740"/>
                  </a:lnTo>
                  <a:lnTo>
                    <a:pt x="2436815" y="508730"/>
                  </a:lnTo>
                  <a:lnTo>
                    <a:pt x="2437887" y="508722"/>
                  </a:lnTo>
                  <a:lnTo>
                    <a:pt x="2438958" y="508715"/>
                  </a:lnTo>
                  <a:lnTo>
                    <a:pt x="2440030" y="508709"/>
                  </a:lnTo>
                  <a:lnTo>
                    <a:pt x="2441102" y="508704"/>
                  </a:lnTo>
                  <a:lnTo>
                    <a:pt x="2442173" y="508700"/>
                  </a:lnTo>
                  <a:lnTo>
                    <a:pt x="2443245" y="508697"/>
                  </a:lnTo>
                  <a:lnTo>
                    <a:pt x="2444316" y="508695"/>
                  </a:lnTo>
                  <a:lnTo>
                    <a:pt x="2445388" y="508694"/>
                  </a:lnTo>
                  <a:lnTo>
                    <a:pt x="2446460" y="508695"/>
                  </a:lnTo>
                  <a:lnTo>
                    <a:pt x="2447531" y="508696"/>
                  </a:lnTo>
                  <a:lnTo>
                    <a:pt x="2448603" y="508698"/>
                  </a:lnTo>
                  <a:lnTo>
                    <a:pt x="2449674" y="508702"/>
                  </a:lnTo>
                  <a:lnTo>
                    <a:pt x="2450746" y="508706"/>
                  </a:lnTo>
                  <a:lnTo>
                    <a:pt x="2451818" y="508712"/>
                  </a:lnTo>
                  <a:lnTo>
                    <a:pt x="2452889" y="508718"/>
                  </a:lnTo>
                  <a:lnTo>
                    <a:pt x="2453961" y="508725"/>
                  </a:lnTo>
                  <a:lnTo>
                    <a:pt x="2455032" y="508734"/>
                  </a:lnTo>
                  <a:lnTo>
                    <a:pt x="2456104" y="508743"/>
                  </a:lnTo>
                  <a:lnTo>
                    <a:pt x="2457176" y="508754"/>
                  </a:lnTo>
                  <a:lnTo>
                    <a:pt x="2458247" y="508765"/>
                  </a:lnTo>
                  <a:lnTo>
                    <a:pt x="2459319" y="508777"/>
                  </a:lnTo>
                  <a:lnTo>
                    <a:pt x="2460390" y="508791"/>
                  </a:lnTo>
                  <a:lnTo>
                    <a:pt x="2461462" y="508805"/>
                  </a:lnTo>
                  <a:lnTo>
                    <a:pt x="2462534" y="508820"/>
                  </a:lnTo>
                  <a:lnTo>
                    <a:pt x="2463605" y="508836"/>
                  </a:lnTo>
                  <a:lnTo>
                    <a:pt x="2464677" y="508853"/>
                  </a:lnTo>
                  <a:lnTo>
                    <a:pt x="2465748" y="508871"/>
                  </a:lnTo>
                  <a:lnTo>
                    <a:pt x="2466820" y="508890"/>
                  </a:lnTo>
                  <a:lnTo>
                    <a:pt x="2467892" y="508910"/>
                  </a:lnTo>
                  <a:lnTo>
                    <a:pt x="2468963" y="508931"/>
                  </a:lnTo>
                  <a:lnTo>
                    <a:pt x="2470035" y="508952"/>
                  </a:lnTo>
                  <a:lnTo>
                    <a:pt x="2471106" y="508975"/>
                  </a:lnTo>
                  <a:lnTo>
                    <a:pt x="2472178" y="508998"/>
                  </a:lnTo>
                  <a:lnTo>
                    <a:pt x="2473250" y="509022"/>
                  </a:lnTo>
                  <a:lnTo>
                    <a:pt x="2474321" y="509047"/>
                  </a:lnTo>
                  <a:lnTo>
                    <a:pt x="2475393" y="509073"/>
                  </a:lnTo>
                  <a:lnTo>
                    <a:pt x="2476464" y="509100"/>
                  </a:lnTo>
                  <a:lnTo>
                    <a:pt x="2477536" y="509128"/>
                  </a:lnTo>
                  <a:lnTo>
                    <a:pt x="2478608" y="509156"/>
                  </a:lnTo>
                  <a:lnTo>
                    <a:pt x="2479679" y="509186"/>
                  </a:lnTo>
                  <a:lnTo>
                    <a:pt x="2480751" y="509216"/>
                  </a:lnTo>
                  <a:lnTo>
                    <a:pt x="2481822" y="509247"/>
                  </a:lnTo>
                  <a:lnTo>
                    <a:pt x="2482894" y="509279"/>
                  </a:lnTo>
                  <a:lnTo>
                    <a:pt x="2483966" y="509311"/>
                  </a:lnTo>
                  <a:lnTo>
                    <a:pt x="2485037" y="509345"/>
                  </a:lnTo>
                  <a:lnTo>
                    <a:pt x="2486109" y="509379"/>
                  </a:lnTo>
                  <a:lnTo>
                    <a:pt x="2487180" y="509414"/>
                  </a:lnTo>
                  <a:lnTo>
                    <a:pt x="2488252" y="509450"/>
                  </a:lnTo>
                  <a:lnTo>
                    <a:pt x="2489323" y="509486"/>
                  </a:lnTo>
                  <a:lnTo>
                    <a:pt x="2490395" y="509524"/>
                  </a:lnTo>
                  <a:lnTo>
                    <a:pt x="2491467" y="509562"/>
                  </a:lnTo>
                  <a:lnTo>
                    <a:pt x="2492538" y="509601"/>
                  </a:lnTo>
                  <a:lnTo>
                    <a:pt x="2493610" y="509640"/>
                  </a:lnTo>
                  <a:lnTo>
                    <a:pt x="2494681" y="509680"/>
                  </a:lnTo>
                  <a:lnTo>
                    <a:pt x="2495753" y="509721"/>
                  </a:lnTo>
                  <a:lnTo>
                    <a:pt x="2496825" y="509763"/>
                  </a:lnTo>
                  <a:lnTo>
                    <a:pt x="2497896" y="509806"/>
                  </a:lnTo>
                  <a:lnTo>
                    <a:pt x="2498968" y="509849"/>
                  </a:lnTo>
                  <a:lnTo>
                    <a:pt x="2500039" y="509893"/>
                  </a:lnTo>
                  <a:lnTo>
                    <a:pt x="2501111" y="509937"/>
                  </a:lnTo>
                  <a:lnTo>
                    <a:pt x="2502183" y="509982"/>
                  </a:lnTo>
                  <a:lnTo>
                    <a:pt x="2503254" y="510028"/>
                  </a:lnTo>
                  <a:lnTo>
                    <a:pt x="2504326" y="510075"/>
                  </a:lnTo>
                  <a:lnTo>
                    <a:pt x="2505397" y="510122"/>
                  </a:lnTo>
                  <a:lnTo>
                    <a:pt x="2506469" y="510170"/>
                  </a:lnTo>
                  <a:lnTo>
                    <a:pt x="2507541" y="510219"/>
                  </a:lnTo>
                  <a:lnTo>
                    <a:pt x="2508612" y="510268"/>
                  </a:lnTo>
                  <a:lnTo>
                    <a:pt x="2509684" y="510318"/>
                  </a:lnTo>
                  <a:lnTo>
                    <a:pt x="2510755" y="510368"/>
                  </a:lnTo>
                  <a:lnTo>
                    <a:pt x="2511827" y="510419"/>
                  </a:lnTo>
                  <a:lnTo>
                    <a:pt x="2512899" y="510471"/>
                  </a:lnTo>
                  <a:lnTo>
                    <a:pt x="2513970" y="510523"/>
                  </a:lnTo>
                  <a:lnTo>
                    <a:pt x="2515042" y="510576"/>
                  </a:lnTo>
                  <a:lnTo>
                    <a:pt x="2516113" y="510630"/>
                  </a:lnTo>
                  <a:lnTo>
                    <a:pt x="2517185" y="510684"/>
                  </a:lnTo>
                  <a:lnTo>
                    <a:pt x="2518257" y="510738"/>
                  </a:lnTo>
                  <a:lnTo>
                    <a:pt x="2519328" y="510794"/>
                  </a:lnTo>
                  <a:lnTo>
                    <a:pt x="2520400" y="510849"/>
                  </a:lnTo>
                  <a:lnTo>
                    <a:pt x="2521471" y="510906"/>
                  </a:lnTo>
                  <a:lnTo>
                    <a:pt x="2522543" y="510963"/>
                  </a:lnTo>
                  <a:lnTo>
                    <a:pt x="2523615" y="511020"/>
                  </a:lnTo>
                  <a:lnTo>
                    <a:pt x="2524686" y="511078"/>
                  </a:lnTo>
                  <a:lnTo>
                    <a:pt x="2525758" y="511137"/>
                  </a:lnTo>
                  <a:lnTo>
                    <a:pt x="2526829" y="511196"/>
                  </a:lnTo>
                  <a:lnTo>
                    <a:pt x="2527901" y="511255"/>
                  </a:lnTo>
                  <a:lnTo>
                    <a:pt x="2528973" y="511315"/>
                  </a:lnTo>
                  <a:lnTo>
                    <a:pt x="2530044" y="511376"/>
                  </a:lnTo>
                  <a:lnTo>
                    <a:pt x="2531116" y="511437"/>
                  </a:lnTo>
                  <a:lnTo>
                    <a:pt x="2532187" y="511499"/>
                  </a:lnTo>
                  <a:lnTo>
                    <a:pt x="2533259" y="511561"/>
                  </a:lnTo>
                  <a:lnTo>
                    <a:pt x="2534331" y="511623"/>
                  </a:lnTo>
                  <a:lnTo>
                    <a:pt x="2535402" y="511686"/>
                  </a:lnTo>
                  <a:lnTo>
                    <a:pt x="2536474" y="511750"/>
                  </a:lnTo>
                  <a:lnTo>
                    <a:pt x="2537545" y="511814"/>
                  </a:lnTo>
                  <a:lnTo>
                    <a:pt x="2538617" y="511878"/>
                  </a:lnTo>
                  <a:lnTo>
                    <a:pt x="2539689" y="511943"/>
                  </a:lnTo>
                  <a:lnTo>
                    <a:pt x="2540760" y="512008"/>
                  </a:lnTo>
                  <a:lnTo>
                    <a:pt x="2541832" y="512073"/>
                  </a:lnTo>
                  <a:lnTo>
                    <a:pt x="2542903" y="512140"/>
                  </a:lnTo>
                  <a:lnTo>
                    <a:pt x="2543975" y="512206"/>
                  </a:lnTo>
                  <a:lnTo>
                    <a:pt x="2545047" y="512273"/>
                  </a:lnTo>
                  <a:lnTo>
                    <a:pt x="2546118" y="512340"/>
                  </a:lnTo>
                  <a:lnTo>
                    <a:pt x="2547190" y="512408"/>
                  </a:lnTo>
                  <a:lnTo>
                    <a:pt x="2548261" y="512476"/>
                  </a:lnTo>
                  <a:lnTo>
                    <a:pt x="2549333" y="512544"/>
                  </a:lnTo>
                  <a:lnTo>
                    <a:pt x="2550405" y="512613"/>
                  </a:lnTo>
                  <a:lnTo>
                    <a:pt x="2551476" y="512682"/>
                  </a:lnTo>
                  <a:lnTo>
                    <a:pt x="2552548" y="512751"/>
                  </a:lnTo>
                  <a:lnTo>
                    <a:pt x="2553619" y="512821"/>
                  </a:lnTo>
                  <a:lnTo>
                    <a:pt x="2554691" y="512891"/>
                  </a:lnTo>
                  <a:lnTo>
                    <a:pt x="2555763" y="512962"/>
                  </a:lnTo>
                  <a:lnTo>
                    <a:pt x="2556834" y="513033"/>
                  </a:lnTo>
                  <a:lnTo>
                    <a:pt x="2557906" y="513104"/>
                  </a:lnTo>
                  <a:lnTo>
                    <a:pt x="2558977" y="513175"/>
                  </a:lnTo>
                  <a:lnTo>
                    <a:pt x="2560049" y="513247"/>
                  </a:lnTo>
                  <a:lnTo>
                    <a:pt x="2561121" y="513319"/>
                  </a:lnTo>
                  <a:lnTo>
                    <a:pt x="2562192" y="513391"/>
                  </a:lnTo>
                  <a:lnTo>
                    <a:pt x="2563264" y="513464"/>
                  </a:lnTo>
                  <a:lnTo>
                    <a:pt x="2564335" y="513537"/>
                  </a:lnTo>
                  <a:lnTo>
                    <a:pt x="2565407" y="513610"/>
                  </a:lnTo>
                  <a:lnTo>
                    <a:pt x="2566479" y="513683"/>
                  </a:lnTo>
                  <a:lnTo>
                    <a:pt x="2567550" y="513757"/>
                  </a:lnTo>
                  <a:lnTo>
                    <a:pt x="2568622" y="513831"/>
                  </a:lnTo>
                  <a:lnTo>
                    <a:pt x="2569693" y="513905"/>
                  </a:lnTo>
                  <a:lnTo>
                    <a:pt x="2570765" y="513979"/>
                  </a:lnTo>
                  <a:lnTo>
                    <a:pt x="2571837" y="514054"/>
                  </a:lnTo>
                  <a:lnTo>
                    <a:pt x="2572908" y="514129"/>
                  </a:lnTo>
                  <a:lnTo>
                    <a:pt x="2573980" y="514204"/>
                  </a:lnTo>
                  <a:lnTo>
                    <a:pt x="2575051" y="514279"/>
                  </a:lnTo>
                  <a:lnTo>
                    <a:pt x="2576123" y="514354"/>
                  </a:lnTo>
                  <a:lnTo>
                    <a:pt x="2577195" y="514430"/>
                  </a:lnTo>
                  <a:lnTo>
                    <a:pt x="2578266" y="514506"/>
                  </a:lnTo>
                  <a:lnTo>
                    <a:pt x="2579338" y="514582"/>
                  </a:lnTo>
                  <a:lnTo>
                    <a:pt x="2580409" y="514658"/>
                  </a:lnTo>
                  <a:lnTo>
                    <a:pt x="2581481" y="514734"/>
                  </a:lnTo>
                  <a:lnTo>
                    <a:pt x="2582553" y="514811"/>
                  </a:lnTo>
                  <a:lnTo>
                    <a:pt x="2583624" y="514887"/>
                  </a:lnTo>
                  <a:lnTo>
                    <a:pt x="2584696" y="514964"/>
                  </a:lnTo>
                  <a:lnTo>
                    <a:pt x="2585767" y="515041"/>
                  </a:lnTo>
                  <a:lnTo>
                    <a:pt x="2586839" y="515118"/>
                  </a:lnTo>
                  <a:lnTo>
                    <a:pt x="2587911" y="515195"/>
                  </a:lnTo>
                  <a:lnTo>
                    <a:pt x="2588982" y="515272"/>
                  </a:lnTo>
                  <a:lnTo>
                    <a:pt x="2590054" y="515350"/>
                  </a:lnTo>
                  <a:lnTo>
                    <a:pt x="2591125" y="515427"/>
                  </a:lnTo>
                  <a:lnTo>
                    <a:pt x="2592197" y="515505"/>
                  </a:lnTo>
                  <a:lnTo>
                    <a:pt x="2593269" y="515582"/>
                  </a:lnTo>
                  <a:lnTo>
                    <a:pt x="2594340" y="515660"/>
                  </a:lnTo>
                  <a:lnTo>
                    <a:pt x="2595412" y="515738"/>
                  </a:lnTo>
                  <a:lnTo>
                    <a:pt x="2596483" y="515815"/>
                  </a:lnTo>
                  <a:lnTo>
                    <a:pt x="2597555" y="515893"/>
                  </a:lnTo>
                  <a:lnTo>
                    <a:pt x="2598627" y="515971"/>
                  </a:lnTo>
                  <a:lnTo>
                    <a:pt x="2599698" y="516049"/>
                  </a:lnTo>
                  <a:lnTo>
                    <a:pt x="2600770" y="516127"/>
                  </a:lnTo>
                  <a:lnTo>
                    <a:pt x="2601841" y="516205"/>
                  </a:lnTo>
                  <a:lnTo>
                    <a:pt x="2602913" y="516283"/>
                  </a:lnTo>
                  <a:lnTo>
                    <a:pt x="2603985" y="516361"/>
                  </a:lnTo>
                  <a:lnTo>
                    <a:pt x="2605056" y="516439"/>
                  </a:lnTo>
                  <a:lnTo>
                    <a:pt x="2606128" y="516518"/>
                  </a:lnTo>
                  <a:lnTo>
                    <a:pt x="2607199" y="516596"/>
                  </a:lnTo>
                  <a:lnTo>
                    <a:pt x="2608271" y="516674"/>
                  </a:lnTo>
                  <a:lnTo>
                    <a:pt x="2609343" y="516752"/>
                  </a:lnTo>
                  <a:lnTo>
                    <a:pt x="2610414" y="516830"/>
                  </a:lnTo>
                  <a:lnTo>
                    <a:pt x="2611486" y="516908"/>
                  </a:lnTo>
                  <a:lnTo>
                    <a:pt x="2612557" y="516986"/>
                  </a:lnTo>
                  <a:lnTo>
                    <a:pt x="2613629" y="517064"/>
                  </a:lnTo>
                  <a:lnTo>
                    <a:pt x="2614701" y="517141"/>
                  </a:lnTo>
                  <a:lnTo>
                    <a:pt x="2615772" y="517219"/>
                  </a:lnTo>
                  <a:lnTo>
                    <a:pt x="2616844" y="517297"/>
                  </a:lnTo>
                  <a:lnTo>
                    <a:pt x="2617915" y="517375"/>
                  </a:lnTo>
                  <a:lnTo>
                    <a:pt x="2618987" y="517452"/>
                  </a:lnTo>
                  <a:lnTo>
                    <a:pt x="2620059" y="517530"/>
                  </a:lnTo>
                  <a:lnTo>
                    <a:pt x="2621130" y="517607"/>
                  </a:lnTo>
                  <a:lnTo>
                    <a:pt x="2622202" y="517684"/>
                  </a:lnTo>
                  <a:lnTo>
                    <a:pt x="2623273" y="517762"/>
                  </a:lnTo>
                  <a:lnTo>
                    <a:pt x="2624345" y="517839"/>
                  </a:lnTo>
                  <a:lnTo>
                    <a:pt x="2625417" y="517916"/>
                  </a:lnTo>
                  <a:lnTo>
                    <a:pt x="2626488" y="517992"/>
                  </a:lnTo>
                  <a:lnTo>
                    <a:pt x="2627560" y="518069"/>
                  </a:lnTo>
                  <a:lnTo>
                    <a:pt x="2628631" y="518146"/>
                  </a:lnTo>
                  <a:lnTo>
                    <a:pt x="2629703" y="518222"/>
                  </a:lnTo>
                  <a:lnTo>
                    <a:pt x="2630775" y="518298"/>
                  </a:lnTo>
                  <a:lnTo>
                    <a:pt x="2631846" y="518374"/>
                  </a:lnTo>
                  <a:lnTo>
                    <a:pt x="2632918" y="518450"/>
                  </a:lnTo>
                  <a:lnTo>
                    <a:pt x="2633989" y="518526"/>
                  </a:lnTo>
                  <a:lnTo>
                    <a:pt x="2635061" y="518601"/>
                  </a:lnTo>
                  <a:lnTo>
                    <a:pt x="2636133" y="518677"/>
                  </a:lnTo>
                  <a:lnTo>
                    <a:pt x="2637204" y="518752"/>
                  </a:lnTo>
                  <a:lnTo>
                    <a:pt x="2638276" y="518827"/>
                  </a:lnTo>
                  <a:lnTo>
                    <a:pt x="2639347" y="518902"/>
                  </a:lnTo>
                  <a:lnTo>
                    <a:pt x="2640419" y="518976"/>
                  </a:lnTo>
                  <a:lnTo>
                    <a:pt x="2641491" y="519051"/>
                  </a:lnTo>
                  <a:lnTo>
                    <a:pt x="2642562" y="519125"/>
                  </a:lnTo>
                  <a:lnTo>
                    <a:pt x="2643634" y="519199"/>
                  </a:lnTo>
                  <a:lnTo>
                    <a:pt x="2644705" y="519272"/>
                  </a:lnTo>
                  <a:lnTo>
                    <a:pt x="2645777" y="519346"/>
                  </a:lnTo>
                  <a:lnTo>
                    <a:pt x="2646849" y="519419"/>
                  </a:lnTo>
                  <a:lnTo>
                    <a:pt x="2647920" y="519492"/>
                  </a:lnTo>
                  <a:lnTo>
                    <a:pt x="2648992" y="519564"/>
                  </a:lnTo>
                  <a:lnTo>
                    <a:pt x="2650063" y="519636"/>
                  </a:lnTo>
                  <a:lnTo>
                    <a:pt x="2651135" y="519708"/>
                  </a:lnTo>
                  <a:lnTo>
                    <a:pt x="2652207" y="519780"/>
                  </a:lnTo>
                  <a:lnTo>
                    <a:pt x="2653278" y="519852"/>
                  </a:lnTo>
                  <a:lnTo>
                    <a:pt x="2654350" y="519923"/>
                  </a:lnTo>
                  <a:lnTo>
                    <a:pt x="2655421" y="519994"/>
                  </a:lnTo>
                  <a:lnTo>
                    <a:pt x="2656493" y="520064"/>
                  </a:lnTo>
                  <a:lnTo>
                    <a:pt x="2657565" y="520134"/>
                  </a:lnTo>
                  <a:lnTo>
                    <a:pt x="2658636" y="520204"/>
                  </a:lnTo>
                  <a:lnTo>
                    <a:pt x="2659708" y="520274"/>
                  </a:lnTo>
                  <a:lnTo>
                    <a:pt x="2660779" y="520343"/>
                  </a:lnTo>
                  <a:lnTo>
                    <a:pt x="2661851" y="520412"/>
                  </a:lnTo>
                  <a:lnTo>
                    <a:pt x="2662922" y="520481"/>
                  </a:lnTo>
                  <a:lnTo>
                    <a:pt x="2663994" y="520549"/>
                  </a:lnTo>
                  <a:lnTo>
                    <a:pt x="2665066" y="520617"/>
                  </a:lnTo>
                  <a:lnTo>
                    <a:pt x="2666137" y="520684"/>
                  </a:lnTo>
                  <a:lnTo>
                    <a:pt x="2667209" y="520751"/>
                  </a:lnTo>
                  <a:lnTo>
                    <a:pt x="2668280" y="520818"/>
                  </a:lnTo>
                  <a:lnTo>
                    <a:pt x="2669352" y="520884"/>
                  </a:lnTo>
                  <a:lnTo>
                    <a:pt x="2670424" y="520950"/>
                  </a:lnTo>
                  <a:lnTo>
                    <a:pt x="2671495" y="521015"/>
                  </a:lnTo>
                  <a:lnTo>
                    <a:pt x="2672567" y="521081"/>
                  </a:lnTo>
                  <a:lnTo>
                    <a:pt x="2673638" y="521145"/>
                  </a:lnTo>
                  <a:lnTo>
                    <a:pt x="2674710" y="521209"/>
                  </a:lnTo>
                  <a:lnTo>
                    <a:pt x="2675782" y="521273"/>
                  </a:lnTo>
                  <a:lnTo>
                    <a:pt x="2676853" y="521337"/>
                  </a:lnTo>
                  <a:lnTo>
                    <a:pt x="2677925" y="521400"/>
                  </a:lnTo>
                  <a:lnTo>
                    <a:pt x="2678996" y="521462"/>
                  </a:lnTo>
                  <a:lnTo>
                    <a:pt x="2680068" y="521524"/>
                  </a:lnTo>
                  <a:lnTo>
                    <a:pt x="2681140" y="521586"/>
                  </a:lnTo>
                  <a:lnTo>
                    <a:pt x="2682211" y="521647"/>
                  </a:lnTo>
                  <a:lnTo>
                    <a:pt x="2683283" y="521708"/>
                  </a:lnTo>
                  <a:lnTo>
                    <a:pt x="2684354" y="521768"/>
                  </a:lnTo>
                  <a:lnTo>
                    <a:pt x="2685426" y="521828"/>
                  </a:lnTo>
                  <a:lnTo>
                    <a:pt x="2686498" y="521887"/>
                  </a:lnTo>
                  <a:lnTo>
                    <a:pt x="2687569" y="521946"/>
                  </a:lnTo>
                  <a:lnTo>
                    <a:pt x="2688641" y="522004"/>
                  </a:lnTo>
                  <a:lnTo>
                    <a:pt x="2689712" y="522062"/>
                  </a:lnTo>
                  <a:lnTo>
                    <a:pt x="2690784" y="522119"/>
                  </a:lnTo>
                  <a:lnTo>
                    <a:pt x="2691856" y="522175"/>
                  </a:lnTo>
                  <a:lnTo>
                    <a:pt x="2692927" y="522232"/>
                  </a:lnTo>
                  <a:lnTo>
                    <a:pt x="2693999" y="522287"/>
                  </a:lnTo>
                  <a:lnTo>
                    <a:pt x="2695070" y="522342"/>
                  </a:lnTo>
                  <a:lnTo>
                    <a:pt x="2696142" y="522397"/>
                  </a:lnTo>
                  <a:lnTo>
                    <a:pt x="2697214" y="522451"/>
                  </a:lnTo>
                  <a:lnTo>
                    <a:pt x="2698285" y="522505"/>
                  </a:lnTo>
                  <a:lnTo>
                    <a:pt x="2699357" y="522557"/>
                  </a:lnTo>
                  <a:lnTo>
                    <a:pt x="2700428" y="522610"/>
                  </a:lnTo>
                  <a:lnTo>
                    <a:pt x="2701500" y="522662"/>
                  </a:lnTo>
                  <a:lnTo>
                    <a:pt x="2702572" y="522713"/>
                  </a:lnTo>
                  <a:lnTo>
                    <a:pt x="2703643" y="522763"/>
                  </a:lnTo>
                  <a:lnTo>
                    <a:pt x="2704715" y="522813"/>
                  </a:lnTo>
                  <a:lnTo>
                    <a:pt x="2705786" y="522863"/>
                  </a:lnTo>
                  <a:lnTo>
                    <a:pt x="2706858" y="522912"/>
                  </a:lnTo>
                  <a:lnTo>
                    <a:pt x="2707930" y="522960"/>
                  </a:lnTo>
                  <a:lnTo>
                    <a:pt x="2709001" y="523008"/>
                  </a:lnTo>
                  <a:lnTo>
                    <a:pt x="2710073" y="523055"/>
                  </a:lnTo>
                  <a:lnTo>
                    <a:pt x="2711144" y="523101"/>
                  </a:lnTo>
                  <a:lnTo>
                    <a:pt x="2712216" y="523147"/>
                  </a:lnTo>
                  <a:lnTo>
                    <a:pt x="2713288" y="523192"/>
                  </a:lnTo>
                  <a:lnTo>
                    <a:pt x="2714359" y="523236"/>
                  </a:lnTo>
                  <a:lnTo>
                    <a:pt x="2715431" y="523280"/>
                  </a:lnTo>
                  <a:lnTo>
                    <a:pt x="2716502" y="523323"/>
                  </a:lnTo>
                  <a:lnTo>
                    <a:pt x="2717574" y="523366"/>
                  </a:lnTo>
                  <a:lnTo>
                    <a:pt x="2718646" y="523408"/>
                  </a:lnTo>
                  <a:lnTo>
                    <a:pt x="2719717" y="523449"/>
                  </a:lnTo>
                  <a:lnTo>
                    <a:pt x="2720789" y="523490"/>
                  </a:lnTo>
                  <a:lnTo>
                    <a:pt x="2721860" y="523529"/>
                  </a:lnTo>
                  <a:lnTo>
                    <a:pt x="2722932" y="523569"/>
                  </a:lnTo>
                  <a:lnTo>
                    <a:pt x="2724004" y="523607"/>
                  </a:lnTo>
                  <a:lnTo>
                    <a:pt x="2725075" y="523645"/>
                  </a:lnTo>
                  <a:lnTo>
                    <a:pt x="2726147" y="523682"/>
                  </a:lnTo>
                  <a:lnTo>
                    <a:pt x="2727218" y="523718"/>
                  </a:lnTo>
                  <a:lnTo>
                    <a:pt x="2728290" y="523754"/>
                  </a:lnTo>
                  <a:lnTo>
                    <a:pt x="2729362" y="523789"/>
                  </a:lnTo>
                  <a:lnTo>
                    <a:pt x="2730433" y="523823"/>
                  </a:lnTo>
                  <a:lnTo>
                    <a:pt x="2731505" y="523857"/>
                  </a:lnTo>
                  <a:lnTo>
                    <a:pt x="2732576" y="523890"/>
                  </a:lnTo>
                  <a:lnTo>
                    <a:pt x="2733648" y="523922"/>
                  </a:lnTo>
                  <a:lnTo>
                    <a:pt x="2734720" y="523953"/>
                  </a:lnTo>
                  <a:lnTo>
                    <a:pt x="2735791" y="523983"/>
                  </a:lnTo>
                  <a:lnTo>
                    <a:pt x="2736863" y="524013"/>
                  </a:lnTo>
                  <a:lnTo>
                    <a:pt x="2737934" y="524042"/>
                  </a:lnTo>
                  <a:lnTo>
                    <a:pt x="2739006" y="524071"/>
                  </a:lnTo>
                  <a:lnTo>
                    <a:pt x="2740078" y="524098"/>
                  </a:lnTo>
                  <a:lnTo>
                    <a:pt x="2741149" y="524125"/>
                  </a:lnTo>
                  <a:lnTo>
                    <a:pt x="2742221" y="524151"/>
                  </a:lnTo>
                  <a:lnTo>
                    <a:pt x="2743292" y="524176"/>
                  </a:lnTo>
                  <a:lnTo>
                    <a:pt x="2744364" y="524200"/>
                  </a:lnTo>
                  <a:lnTo>
                    <a:pt x="2745436" y="524224"/>
                  </a:lnTo>
                  <a:lnTo>
                    <a:pt x="2746507" y="524247"/>
                  </a:lnTo>
                  <a:lnTo>
                    <a:pt x="2747579" y="524269"/>
                  </a:lnTo>
                  <a:lnTo>
                    <a:pt x="2748650" y="524290"/>
                  </a:lnTo>
                  <a:lnTo>
                    <a:pt x="2749722" y="524310"/>
                  </a:lnTo>
                  <a:lnTo>
                    <a:pt x="2750794" y="524330"/>
                  </a:lnTo>
                  <a:lnTo>
                    <a:pt x="2751865" y="524349"/>
                  </a:lnTo>
                  <a:lnTo>
                    <a:pt x="2752937" y="524367"/>
                  </a:lnTo>
                  <a:lnTo>
                    <a:pt x="2754008" y="524384"/>
                  </a:lnTo>
                  <a:lnTo>
                    <a:pt x="2755080" y="524400"/>
                  </a:lnTo>
                  <a:lnTo>
                    <a:pt x="2756152" y="524415"/>
                  </a:lnTo>
                  <a:lnTo>
                    <a:pt x="2757223" y="524430"/>
                  </a:lnTo>
                  <a:lnTo>
                    <a:pt x="2758295" y="524443"/>
                  </a:lnTo>
                  <a:lnTo>
                    <a:pt x="2759366" y="524456"/>
                  </a:lnTo>
                  <a:lnTo>
                    <a:pt x="2760438" y="524468"/>
                  </a:lnTo>
                  <a:lnTo>
                    <a:pt x="2761510" y="524479"/>
                  </a:lnTo>
                  <a:lnTo>
                    <a:pt x="2762581" y="524490"/>
                  </a:lnTo>
                  <a:lnTo>
                    <a:pt x="2763653" y="524499"/>
                  </a:lnTo>
                  <a:lnTo>
                    <a:pt x="2764724" y="524507"/>
                  </a:lnTo>
                  <a:lnTo>
                    <a:pt x="2765796" y="524515"/>
                  </a:lnTo>
                  <a:lnTo>
                    <a:pt x="2766868" y="524522"/>
                  </a:lnTo>
                  <a:lnTo>
                    <a:pt x="2767939" y="524528"/>
                  </a:lnTo>
                  <a:lnTo>
                    <a:pt x="2769011" y="524532"/>
                  </a:lnTo>
                  <a:lnTo>
                    <a:pt x="2770082" y="524536"/>
                  </a:lnTo>
                  <a:lnTo>
                    <a:pt x="2771154" y="524540"/>
                  </a:lnTo>
                  <a:lnTo>
                    <a:pt x="2772226" y="524542"/>
                  </a:lnTo>
                  <a:lnTo>
                    <a:pt x="2773297" y="524543"/>
                  </a:lnTo>
                  <a:lnTo>
                    <a:pt x="2774369" y="524543"/>
                  </a:lnTo>
                  <a:lnTo>
                    <a:pt x="2775440" y="524543"/>
                  </a:lnTo>
                  <a:lnTo>
                    <a:pt x="2776512" y="524541"/>
                  </a:lnTo>
                  <a:lnTo>
                    <a:pt x="2777584" y="524539"/>
                  </a:lnTo>
                  <a:lnTo>
                    <a:pt x="2778655" y="524535"/>
                  </a:lnTo>
                  <a:lnTo>
                    <a:pt x="2779727" y="524531"/>
                  </a:lnTo>
                  <a:lnTo>
                    <a:pt x="2780798" y="524526"/>
                  </a:lnTo>
                  <a:lnTo>
                    <a:pt x="2781870" y="524520"/>
                  </a:lnTo>
                  <a:lnTo>
                    <a:pt x="2782942" y="524512"/>
                  </a:lnTo>
                  <a:lnTo>
                    <a:pt x="2784013" y="524504"/>
                  </a:lnTo>
                  <a:lnTo>
                    <a:pt x="2785085" y="524495"/>
                  </a:lnTo>
                  <a:lnTo>
                    <a:pt x="2786156" y="524485"/>
                  </a:lnTo>
                  <a:lnTo>
                    <a:pt x="2787228" y="524474"/>
                  </a:lnTo>
                  <a:lnTo>
                    <a:pt x="2788300" y="524462"/>
                  </a:lnTo>
                  <a:lnTo>
                    <a:pt x="2789371" y="524449"/>
                  </a:lnTo>
                  <a:lnTo>
                    <a:pt x="2790443" y="524435"/>
                  </a:lnTo>
                  <a:lnTo>
                    <a:pt x="2791514" y="524420"/>
                  </a:lnTo>
                  <a:lnTo>
                    <a:pt x="2792586" y="524404"/>
                  </a:lnTo>
                  <a:lnTo>
                    <a:pt x="2793658" y="524387"/>
                  </a:lnTo>
                  <a:lnTo>
                    <a:pt x="2794729" y="524369"/>
                  </a:lnTo>
                  <a:lnTo>
                    <a:pt x="2795801" y="524350"/>
                  </a:lnTo>
                  <a:lnTo>
                    <a:pt x="2796872" y="524330"/>
                  </a:lnTo>
                  <a:lnTo>
                    <a:pt x="2797944" y="524309"/>
                  </a:lnTo>
                  <a:lnTo>
                    <a:pt x="2799016" y="524287"/>
                  </a:lnTo>
                  <a:lnTo>
                    <a:pt x="2800087" y="524264"/>
                  </a:lnTo>
                  <a:lnTo>
                    <a:pt x="2801159" y="524240"/>
                  </a:lnTo>
                  <a:lnTo>
                    <a:pt x="2802230" y="524215"/>
                  </a:lnTo>
                  <a:lnTo>
                    <a:pt x="2803302" y="524188"/>
                  </a:lnTo>
                  <a:lnTo>
                    <a:pt x="2804374" y="524161"/>
                  </a:lnTo>
                  <a:lnTo>
                    <a:pt x="2805445" y="524133"/>
                  </a:lnTo>
                  <a:lnTo>
                    <a:pt x="2806517" y="524104"/>
                  </a:lnTo>
                  <a:lnTo>
                    <a:pt x="2807588" y="524073"/>
                  </a:lnTo>
                  <a:lnTo>
                    <a:pt x="2808660" y="524042"/>
                  </a:lnTo>
                  <a:lnTo>
                    <a:pt x="2809732" y="524010"/>
                  </a:lnTo>
                  <a:lnTo>
                    <a:pt x="2810803" y="523976"/>
                  </a:lnTo>
                  <a:lnTo>
                    <a:pt x="2811875" y="523942"/>
                  </a:lnTo>
                  <a:lnTo>
                    <a:pt x="2812946" y="523906"/>
                  </a:lnTo>
                  <a:lnTo>
                    <a:pt x="2814018" y="523869"/>
                  </a:lnTo>
                  <a:lnTo>
                    <a:pt x="2815090" y="523832"/>
                  </a:lnTo>
                  <a:lnTo>
                    <a:pt x="2816161" y="523793"/>
                  </a:lnTo>
                  <a:lnTo>
                    <a:pt x="2817233" y="523753"/>
                  </a:lnTo>
                  <a:lnTo>
                    <a:pt x="2818304" y="523712"/>
                  </a:lnTo>
                  <a:lnTo>
                    <a:pt x="2819376" y="523670"/>
                  </a:lnTo>
                  <a:lnTo>
                    <a:pt x="2820448" y="523627"/>
                  </a:lnTo>
                  <a:lnTo>
                    <a:pt x="2821519" y="523582"/>
                  </a:lnTo>
                  <a:lnTo>
                    <a:pt x="2822591" y="523537"/>
                  </a:lnTo>
                  <a:lnTo>
                    <a:pt x="2823662" y="523490"/>
                  </a:lnTo>
                  <a:lnTo>
                    <a:pt x="2824734" y="523443"/>
                  </a:lnTo>
                  <a:lnTo>
                    <a:pt x="2825806" y="523394"/>
                  </a:lnTo>
                  <a:lnTo>
                    <a:pt x="2826877" y="523344"/>
                  </a:lnTo>
                  <a:lnTo>
                    <a:pt x="2827949" y="523294"/>
                  </a:lnTo>
                  <a:lnTo>
                    <a:pt x="2829020" y="523242"/>
                  </a:lnTo>
                  <a:lnTo>
                    <a:pt x="2830092" y="523188"/>
                  </a:lnTo>
                  <a:lnTo>
                    <a:pt x="2831164" y="523134"/>
                  </a:lnTo>
                  <a:lnTo>
                    <a:pt x="2832235" y="523079"/>
                  </a:lnTo>
                  <a:lnTo>
                    <a:pt x="2833307" y="523022"/>
                  </a:lnTo>
                  <a:lnTo>
                    <a:pt x="2834378" y="522965"/>
                  </a:lnTo>
                  <a:lnTo>
                    <a:pt x="2835450" y="522906"/>
                  </a:lnTo>
                  <a:lnTo>
                    <a:pt x="2836522" y="522846"/>
                  </a:lnTo>
                  <a:lnTo>
                    <a:pt x="2837593" y="522785"/>
                  </a:lnTo>
                  <a:lnTo>
                    <a:pt x="2838665" y="522723"/>
                  </a:lnTo>
                  <a:lnTo>
                    <a:pt x="2839736" y="522659"/>
                  </a:lnTo>
                  <a:lnTo>
                    <a:pt x="2840808" y="522595"/>
                  </a:lnTo>
                  <a:lnTo>
                    <a:pt x="2841879" y="522529"/>
                  </a:lnTo>
                  <a:lnTo>
                    <a:pt x="2842951" y="522462"/>
                  </a:lnTo>
                  <a:lnTo>
                    <a:pt x="2844023" y="522394"/>
                  </a:lnTo>
                  <a:lnTo>
                    <a:pt x="2845094" y="522325"/>
                  </a:lnTo>
                  <a:lnTo>
                    <a:pt x="2846166" y="522255"/>
                  </a:lnTo>
                  <a:lnTo>
                    <a:pt x="2847237" y="522183"/>
                  </a:lnTo>
                  <a:lnTo>
                    <a:pt x="2848309" y="522111"/>
                  </a:lnTo>
                  <a:lnTo>
                    <a:pt x="2849381" y="522037"/>
                  </a:lnTo>
                  <a:lnTo>
                    <a:pt x="2850452" y="521962"/>
                  </a:lnTo>
                  <a:lnTo>
                    <a:pt x="2851524" y="521886"/>
                  </a:lnTo>
                  <a:lnTo>
                    <a:pt x="2852595" y="521808"/>
                  </a:lnTo>
                  <a:lnTo>
                    <a:pt x="2853667" y="521730"/>
                  </a:lnTo>
                  <a:lnTo>
                    <a:pt x="2854739" y="521650"/>
                  </a:lnTo>
                  <a:lnTo>
                    <a:pt x="2855810" y="521569"/>
                  </a:lnTo>
                  <a:lnTo>
                    <a:pt x="2856882" y="521487"/>
                  </a:lnTo>
                  <a:lnTo>
                    <a:pt x="2857953" y="521404"/>
                  </a:lnTo>
                  <a:lnTo>
                    <a:pt x="2859025" y="521319"/>
                  </a:lnTo>
                  <a:lnTo>
                    <a:pt x="2860097" y="521234"/>
                  </a:lnTo>
                  <a:lnTo>
                    <a:pt x="2861168" y="521147"/>
                  </a:lnTo>
                  <a:lnTo>
                    <a:pt x="2862240" y="521059"/>
                  </a:lnTo>
                  <a:lnTo>
                    <a:pt x="2863311" y="520969"/>
                  </a:lnTo>
                  <a:lnTo>
                    <a:pt x="2864383" y="520879"/>
                  </a:lnTo>
                  <a:lnTo>
                    <a:pt x="2865455" y="520787"/>
                  </a:lnTo>
                  <a:lnTo>
                    <a:pt x="2866526" y="520694"/>
                  </a:lnTo>
                  <a:lnTo>
                    <a:pt x="2867598" y="520600"/>
                  </a:lnTo>
                  <a:lnTo>
                    <a:pt x="2868669" y="520505"/>
                  </a:lnTo>
                  <a:lnTo>
                    <a:pt x="2869741" y="520408"/>
                  </a:lnTo>
                  <a:lnTo>
                    <a:pt x="2870813" y="520310"/>
                  </a:lnTo>
                  <a:lnTo>
                    <a:pt x="2871884" y="520211"/>
                  </a:lnTo>
                  <a:lnTo>
                    <a:pt x="2872956" y="520111"/>
                  </a:lnTo>
                  <a:lnTo>
                    <a:pt x="2874027" y="520009"/>
                  </a:lnTo>
                  <a:lnTo>
                    <a:pt x="2875099" y="519907"/>
                  </a:lnTo>
                  <a:lnTo>
                    <a:pt x="2876171" y="519803"/>
                  </a:lnTo>
                  <a:lnTo>
                    <a:pt x="2877242" y="519697"/>
                  </a:lnTo>
                  <a:lnTo>
                    <a:pt x="2878314" y="519591"/>
                  </a:lnTo>
                  <a:lnTo>
                    <a:pt x="2879385" y="519483"/>
                  </a:lnTo>
                  <a:lnTo>
                    <a:pt x="2880457" y="519374"/>
                  </a:lnTo>
                  <a:lnTo>
                    <a:pt x="2881529" y="519264"/>
                  </a:lnTo>
                  <a:lnTo>
                    <a:pt x="2882600" y="519153"/>
                  </a:lnTo>
                  <a:lnTo>
                    <a:pt x="2883672" y="519040"/>
                  </a:lnTo>
                  <a:lnTo>
                    <a:pt x="2884743" y="518926"/>
                  </a:lnTo>
                  <a:lnTo>
                    <a:pt x="2885815" y="518811"/>
                  </a:lnTo>
                  <a:lnTo>
                    <a:pt x="2886887" y="518695"/>
                  </a:lnTo>
                  <a:lnTo>
                    <a:pt x="2887958" y="518577"/>
                  </a:lnTo>
                  <a:lnTo>
                    <a:pt x="2889030" y="518458"/>
                  </a:lnTo>
                  <a:lnTo>
                    <a:pt x="2890101" y="518338"/>
                  </a:lnTo>
                  <a:lnTo>
                    <a:pt x="2891173" y="518217"/>
                  </a:lnTo>
                  <a:lnTo>
                    <a:pt x="2892245" y="518094"/>
                  </a:lnTo>
                  <a:lnTo>
                    <a:pt x="2893316" y="517970"/>
                  </a:lnTo>
                  <a:lnTo>
                    <a:pt x="2894388" y="517845"/>
                  </a:lnTo>
                  <a:lnTo>
                    <a:pt x="2895459" y="517718"/>
                  </a:lnTo>
                  <a:lnTo>
                    <a:pt x="2896531" y="517591"/>
                  </a:lnTo>
                  <a:lnTo>
                    <a:pt x="2897603" y="517462"/>
                  </a:lnTo>
                  <a:lnTo>
                    <a:pt x="2898674" y="517331"/>
                  </a:lnTo>
                  <a:lnTo>
                    <a:pt x="2899746" y="517200"/>
                  </a:lnTo>
                  <a:lnTo>
                    <a:pt x="2900817" y="517067"/>
                  </a:lnTo>
                  <a:lnTo>
                    <a:pt x="2901889" y="516933"/>
                  </a:lnTo>
                  <a:lnTo>
                    <a:pt x="2902961" y="516798"/>
                  </a:lnTo>
                  <a:lnTo>
                    <a:pt x="2904032" y="516661"/>
                  </a:lnTo>
                  <a:lnTo>
                    <a:pt x="2905104" y="516523"/>
                  </a:lnTo>
                  <a:lnTo>
                    <a:pt x="2906175" y="516384"/>
                  </a:lnTo>
                  <a:lnTo>
                    <a:pt x="2907247" y="516243"/>
                  </a:lnTo>
                  <a:lnTo>
                    <a:pt x="2908319" y="516102"/>
                  </a:lnTo>
                  <a:lnTo>
                    <a:pt x="2909390" y="515958"/>
                  </a:lnTo>
                  <a:lnTo>
                    <a:pt x="2910462" y="515814"/>
                  </a:lnTo>
                  <a:lnTo>
                    <a:pt x="2911533" y="515668"/>
                  </a:lnTo>
                  <a:lnTo>
                    <a:pt x="2912605" y="515522"/>
                  </a:lnTo>
                  <a:lnTo>
                    <a:pt x="2913677" y="515373"/>
                  </a:lnTo>
                  <a:lnTo>
                    <a:pt x="2914748" y="515224"/>
                  </a:lnTo>
                  <a:lnTo>
                    <a:pt x="2915820" y="515073"/>
                  </a:lnTo>
                  <a:lnTo>
                    <a:pt x="2916891" y="514921"/>
                  </a:lnTo>
                  <a:lnTo>
                    <a:pt x="2917963" y="514768"/>
                  </a:lnTo>
                  <a:lnTo>
                    <a:pt x="2919035" y="514613"/>
                  </a:lnTo>
                  <a:lnTo>
                    <a:pt x="2920106" y="514457"/>
                  </a:lnTo>
                  <a:lnTo>
                    <a:pt x="2921178" y="514300"/>
                  </a:lnTo>
                  <a:lnTo>
                    <a:pt x="2922249" y="514141"/>
                  </a:lnTo>
                  <a:lnTo>
                    <a:pt x="2923321" y="513981"/>
                  </a:lnTo>
                  <a:lnTo>
                    <a:pt x="2924393" y="513820"/>
                  </a:lnTo>
                  <a:lnTo>
                    <a:pt x="2925464" y="513658"/>
                  </a:lnTo>
                  <a:lnTo>
                    <a:pt x="2926536" y="513494"/>
                  </a:lnTo>
                  <a:lnTo>
                    <a:pt x="2927607" y="513329"/>
                  </a:lnTo>
                  <a:lnTo>
                    <a:pt x="2928679" y="513162"/>
                  </a:lnTo>
                  <a:lnTo>
                    <a:pt x="2929751" y="512995"/>
                  </a:lnTo>
                  <a:lnTo>
                    <a:pt x="2930822" y="512826"/>
                  </a:lnTo>
                  <a:lnTo>
                    <a:pt x="2931894" y="512655"/>
                  </a:lnTo>
                  <a:lnTo>
                    <a:pt x="2932965" y="512484"/>
                  </a:lnTo>
                  <a:lnTo>
                    <a:pt x="2934037" y="512311"/>
                  </a:lnTo>
                  <a:lnTo>
                    <a:pt x="2935109" y="512137"/>
                  </a:lnTo>
                  <a:lnTo>
                    <a:pt x="2936180" y="511961"/>
                  </a:lnTo>
                  <a:lnTo>
                    <a:pt x="2937252" y="511784"/>
                  </a:lnTo>
                  <a:lnTo>
                    <a:pt x="2938323" y="511606"/>
                  </a:lnTo>
                  <a:lnTo>
                    <a:pt x="2939395" y="511427"/>
                  </a:lnTo>
                  <a:lnTo>
                    <a:pt x="2940467" y="511246"/>
                  </a:lnTo>
                  <a:lnTo>
                    <a:pt x="2941538" y="511064"/>
                  </a:lnTo>
                  <a:lnTo>
                    <a:pt x="2942610" y="510880"/>
                  </a:lnTo>
                  <a:lnTo>
                    <a:pt x="2943681" y="510696"/>
                  </a:lnTo>
                  <a:lnTo>
                    <a:pt x="2944753" y="510510"/>
                  </a:lnTo>
                  <a:lnTo>
                    <a:pt x="2945825" y="510322"/>
                  </a:lnTo>
                  <a:lnTo>
                    <a:pt x="2946896" y="510134"/>
                  </a:lnTo>
                  <a:lnTo>
                    <a:pt x="2947968" y="509944"/>
                  </a:lnTo>
                  <a:lnTo>
                    <a:pt x="2949039" y="509752"/>
                  </a:lnTo>
                  <a:lnTo>
                    <a:pt x="2950111" y="509560"/>
                  </a:lnTo>
                  <a:lnTo>
                    <a:pt x="2951183" y="509366"/>
                  </a:lnTo>
                  <a:lnTo>
                    <a:pt x="2952254" y="509171"/>
                  </a:lnTo>
                  <a:lnTo>
                    <a:pt x="2953326" y="508974"/>
                  </a:lnTo>
                  <a:lnTo>
                    <a:pt x="2954397" y="508776"/>
                  </a:lnTo>
                  <a:lnTo>
                    <a:pt x="2955469" y="508577"/>
                  </a:lnTo>
                  <a:lnTo>
                    <a:pt x="2956541" y="508376"/>
                  </a:lnTo>
                  <a:lnTo>
                    <a:pt x="2957612" y="508175"/>
                  </a:lnTo>
                  <a:lnTo>
                    <a:pt x="2958684" y="507971"/>
                  </a:lnTo>
                  <a:lnTo>
                    <a:pt x="2959755" y="507767"/>
                  </a:lnTo>
                  <a:lnTo>
                    <a:pt x="2960827" y="507561"/>
                  </a:lnTo>
                  <a:lnTo>
                    <a:pt x="2961899" y="507354"/>
                  </a:lnTo>
                  <a:lnTo>
                    <a:pt x="2962970" y="507146"/>
                  </a:lnTo>
                  <a:lnTo>
                    <a:pt x="2964042" y="506936"/>
                  </a:lnTo>
                  <a:lnTo>
                    <a:pt x="2965113" y="506725"/>
                  </a:lnTo>
                  <a:lnTo>
                    <a:pt x="2966185" y="506512"/>
                  </a:lnTo>
                  <a:lnTo>
                    <a:pt x="2967257" y="506299"/>
                  </a:lnTo>
                  <a:lnTo>
                    <a:pt x="2968328" y="506084"/>
                  </a:lnTo>
                  <a:lnTo>
                    <a:pt x="2969400" y="505867"/>
                  </a:lnTo>
                  <a:lnTo>
                    <a:pt x="2970471" y="505649"/>
                  </a:lnTo>
                  <a:lnTo>
                    <a:pt x="2971543" y="505430"/>
                  </a:lnTo>
                  <a:lnTo>
                    <a:pt x="2972615" y="505210"/>
                  </a:lnTo>
                  <a:lnTo>
                    <a:pt x="2973686" y="504989"/>
                  </a:lnTo>
                  <a:lnTo>
                    <a:pt x="2974758" y="504766"/>
                  </a:lnTo>
                  <a:lnTo>
                    <a:pt x="2975829" y="504541"/>
                  </a:lnTo>
                  <a:lnTo>
                    <a:pt x="2976901" y="504316"/>
                  </a:lnTo>
                  <a:lnTo>
                    <a:pt x="2977973" y="504089"/>
                  </a:lnTo>
                  <a:lnTo>
                    <a:pt x="2979044" y="503861"/>
                  </a:lnTo>
                  <a:lnTo>
                    <a:pt x="2980116" y="503631"/>
                  </a:lnTo>
                  <a:lnTo>
                    <a:pt x="2981187" y="503400"/>
                  </a:lnTo>
                  <a:lnTo>
                    <a:pt x="2982259" y="503168"/>
                  </a:lnTo>
                  <a:lnTo>
                    <a:pt x="2983331" y="502934"/>
                  </a:lnTo>
                  <a:lnTo>
                    <a:pt x="2984402" y="502700"/>
                  </a:lnTo>
                  <a:lnTo>
                    <a:pt x="2985474" y="502463"/>
                  </a:lnTo>
                  <a:lnTo>
                    <a:pt x="2986545" y="502226"/>
                  </a:lnTo>
                  <a:lnTo>
                    <a:pt x="2987617" y="501987"/>
                  </a:lnTo>
                  <a:lnTo>
                    <a:pt x="2988689" y="501747"/>
                  </a:lnTo>
                  <a:lnTo>
                    <a:pt x="2989760" y="501506"/>
                  </a:lnTo>
                  <a:lnTo>
                    <a:pt x="2990832" y="501263"/>
                  </a:lnTo>
                  <a:lnTo>
                    <a:pt x="2991903" y="501019"/>
                  </a:lnTo>
                  <a:lnTo>
                    <a:pt x="2992975" y="500773"/>
                  </a:lnTo>
                  <a:lnTo>
                    <a:pt x="2994047" y="500527"/>
                  </a:lnTo>
                  <a:lnTo>
                    <a:pt x="2995118" y="500279"/>
                  </a:lnTo>
                  <a:lnTo>
                    <a:pt x="2996190" y="500029"/>
                  </a:lnTo>
                  <a:lnTo>
                    <a:pt x="2997261" y="499779"/>
                  </a:lnTo>
                  <a:lnTo>
                    <a:pt x="2998333" y="499527"/>
                  </a:lnTo>
                  <a:lnTo>
                    <a:pt x="2999405" y="499273"/>
                  </a:lnTo>
                  <a:lnTo>
                    <a:pt x="3000476" y="499019"/>
                  </a:lnTo>
                  <a:lnTo>
                    <a:pt x="3001548" y="498763"/>
                  </a:lnTo>
                  <a:lnTo>
                    <a:pt x="3002619" y="498506"/>
                  </a:lnTo>
                  <a:lnTo>
                    <a:pt x="3003691" y="498247"/>
                  </a:lnTo>
                  <a:lnTo>
                    <a:pt x="3004763" y="497987"/>
                  </a:lnTo>
                  <a:lnTo>
                    <a:pt x="3005834" y="497726"/>
                  </a:lnTo>
                  <a:lnTo>
                    <a:pt x="3006906" y="497464"/>
                  </a:lnTo>
                  <a:lnTo>
                    <a:pt x="3007977" y="497200"/>
                  </a:lnTo>
                  <a:lnTo>
                    <a:pt x="3009049" y="496935"/>
                  </a:lnTo>
                  <a:lnTo>
                    <a:pt x="3010121" y="496669"/>
                  </a:lnTo>
                  <a:lnTo>
                    <a:pt x="3011192" y="496401"/>
                  </a:lnTo>
                  <a:lnTo>
                    <a:pt x="3012264" y="496132"/>
                  </a:lnTo>
                  <a:lnTo>
                    <a:pt x="3013335" y="495862"/>
                  </a:lnTo>
                  <a:lnTo>
                    <a:pt x="3014407" y="495590"/>
                  </a:lnTo>
                  <a:lnTo>
                    <a:pt x="3015479" y="495317"/>
                  </a:lnTo>
                  <a:lnTo>
                    <a:pt x="3016550" y="495043"/>
                  </a:lnTo>
                  <a:lnTo>
                    <a:pt x="3017622" y="494768"/>
                  </a:lnTo>
                  <a:lnTo>
                    <a:pt x="3018693" y="494491"/>
                  </a:lnTo>
                  <a:lnTo>
                    <a:pt x="3019765" y="494213"/>
                  </a:lnTo>
                  <a:lnTo>
                    <a:pt x="3020836" y="493933"/>
                  </a:lnTo>
                  <a:lnTo>
                    <a:pt x="3021908" y="493653"/>
                  </a:lnTo>
                  <a:lnTo>
                    <a:pt x="3022980" y="493371"/>
                  </a:lnTo>
                  <a:lnTo>
                    <a:pt x="3024051" y="493088"/>
                  </a:lnTo>
                  <a:lnTo>
                    <a:pt x="3025123" y="492803"/>
                  </a:lnTo>
                  <a:lnTo>
                    <a:pt x="3026194" y="492517"/>
                  </a:lnTo>
                  <a:lnTo>
                    <a:pt x="3027266" y="492230"/>
                  </a:lnTo>
                  <a:lnTo>
                    <a:pt x="3028338" y="491942"/>
                  </a:lnTo>
                  <a:lnTo>
                    <a:pt x="3029409" y="491652"/>
                  </a:lnTo>
                  <a:lnTo>
                    <a:pt x="3030481" y="491362"/>
                  </a:lnTo>
                  <a:lnTo>
                    <a:pt x="3031552" y="491069"/>
                  </a:lnTo>
                  <a:lnTo>
                    <a:pt x="3032624" y="490776"/>
                  </a:lnTo>
                  <a:lnTo>
                    <a:pt x="3033696" y="490481"/>
                  </a:lnTo>
                  <a:lnTo>
                    <a:pt x="3034767" y="490185"/>
                  </a:lnTo>
                  <a:lnTo>
                    <a:pt x="3035839" y="489888"/>
                  </a:lnTo>
                  <a:lnTo>
                    <a:pt x="3036910" y="489590"/>
                  </a:lnTo>
                  <a:lnTo>
                    <a:pt x="3037982" y="489290"/>
                  </a:lnTo>
                  <a:lnTo>
                    <a:pt x="3039054" y="488989"/>
                  </a:lnTo>
                  <a:lnTo>
                    <a:pt x="3040125" y="488687"/>
                  </a:lnTo>
                  <a:lnTo>
                    <a:pt x="3041197" y="488383"/>
                  </a:lnTo>
                  <a:lnTo>
                    <a:pt x="3042268" y="488079"/>
                  </a:lnTo>
                  <a:lnTo>
                    <a:pt x="3043340" y="487773"/>
                  </a:lnTo>
                  <a:lnTo>
                    <a:pt x="3044412" y="487466"/>
                  </a:lnTo>
                  <a:lnTo>
                    <a:pt x="3045483" y="487157"/>
                  </a:lnTo>
                  <a:lnTo>
                    <a:pt x="3046555" y="486847"/>
                  </a:lnTo>
                  <a:lnTo>
                    <a:pt x="3047626" y="486537"/>
                  </a:lnTo>
                  <a:lnTo>
                    <a:pt x="3048698" y="486224"/>
                  </a:lnTo>
                  <a:lnTo>
                    <a:pt x="3049770" y="485911"/>
                  </a:lnTo>
                  <a:lnTo>
                    <a:pt x="3050841" y="485596"/>
                  </a:lnTo>
                  <a:lnTo>
                    <a:pt x="3051913" y="485280"/>
                  </a:lnTo>
                  <a:lnTo>
                    <a:pt x="3052984" y="484963"/>
                  </a:lnTo>
                  <a:lnTo>
                    <a:pt x="3054056" y="484645"/>
                  </a:lnTo>
                  <a:lnTo>
                    <a:pt x="3055128" y="484325"/>
                  </a:lnTo>
                  <a:lnTo>
                    <a:pt x="3056199" y="484005"/>
                  </a:lnTo>
                  <a:lnTo>
                    <a:pt x="3057271" y="483683"/>
                  </a:lnTo>
                  <a:lnTo>
                    <a:pt x="3058342" y="483360"/>
                  </a:lnTo>
                  <a:lnTo>
                    <a:pt x="3059414" y="483035"/>
                  </a:lnTo>
                  <a:lnTo>
                    <a:pt x="3060486" y="482709"/>
                  </a:lnTo>
                  <a:lnTo>
                    <a:pt x="3061557" y="482383"/>
                  </a:lnTo>
                  <a:lnTo>
                    <a:pt x="3062629" y="482055"/>
                  </a:lnTo>
                  <a:lnTo>
                    <a:pt x="3063700" y="481725"/>
                  </a:lnTo>
                  <a:lnTo>
                    <a:pt x="3064772" y="481395"/>
                  </a:lnTo>
                  <a:lnTo>
                    <a:pt x="3065844" y="481063"/>
                  </a:lnTo>
                  <a:lnTo>
                    <a:pt x="3066915" y="480730"/>
                  </a:lnTo>
                  <a:lnTo>
                    <a:pt x="3067987" y="480396"/>
                  </a:lnTo>
                  <a:lnTo>
                    <a:pt x="3069058" y="480061"/>
                  </a:lnTo>
                  <a:lnTo>
                    <a:pt x="3070130" y="479724"/>
                  </a:lnTo>
                  <a:lnTo>
                    <a:pt x="3071202" y="479387"/>
                  </a:lnTo>
                  <a:lnTo>
                    <a:pt x="3072273" y="479048"/>
                  </a:lnTo>
                  <a:lnTo>
                    <a:pt x="3073345" y="478708"/>
                  </a:lnTo>
                  <a:lnTo>
                    <a:pt x="3074416" y="478366"/>
                  </a:lnTo>
                  <a:lnTo>
                    <a:pt x="3075488" y="478024"/>
                  </a:lnTo>
                  <a:lnTo>
                    <a:pt x="3076560" y="477680"/>
                  </a:lnTo>
                  <a:lnTo>
                    <a:pt x="3077631" y="477335"/>
                  </a:lnTo>
                  <a:lnTo>
                    <a:pt x="3078703" y="476989"/>
                  </a:lnTo>
                  <a:lnTo>
                    <a:pt x="3079774" y="476642"/>
                  </a:lnTo>
                  <a:lnTo>
                    <a:pt x="3080846" y="476294"/>
                  </a:lnTo>
                  <a:lnTo>
                    <a:pt x="3081918" y="475944"/>
                  </a:lnTo>
                  <a:lnTo>
                    <a:pt x="3082989" y="475594"/>
                  </a:lnTo>
                  <a:lnTo>
                    <a:pt x="3084061" y="475242"/>
                  </a:lnTo>
                  <a:lnTo>
                    <a:pt x="3085132" y="474889"/>
                  </a:lnTo>
                  <a:lnTo>
                    <a:pt x="3086204" y="474534"/>
                  </a:lnTo>
                  <a:lnTo>
                    <a:pt x="3087276" y="474179"/>
                  </a:lnTo>
                  <a:lnTo>
                    <a:pt x="3088347" y="473822"/>
                  </a:lnTo>
                  <a:lnTo>
                    <a:pt x="3089419" y="473465"/>
                  </a:lnTo>
                  <a:lnTo>
                    <a:pt x="3090490" y="473106"/>
                  </a:lnTo>
                  <a:lnTo>
                    <a:pt x="3091562" y="472746"/>
                  </a:lnTo>
                  <a:lnTo>
                    <a:pt x="3092634" y="472385"/>
                  </a:lnTo>
                  <a:lnTo>
                    <a:pt x="3093705" y="472022"/>
                  </a:lnTo>
                  <a:lnTo>
                    <a:pt x="3094777" y="471659"/>
                  </a:lnTo>
                  <a:lnTo>
                    <a:pt x="3095848" y="471294"/>
                  </a:lnTo>
                  <a:lnTo>
                    <a:pt x="3096920" y="470928"/>
                  </a:lnTo>
                  <a:lnTo>
                    <a:pt x="3097992" y="470561"/>
                  </a:lnTo>
                  <a:lnTo>
                    <a:pt x="3099063" y="470193"/>
                  </a:lnTo>
                  <a:lnTo>
                    <a:pt x="3100135" y="469824"/>
                  </a:lnTo>
                  <a:lnTo>
                    <a:pt x="3101206" y="469454"/>
                  </a:lnTo>
                  <a:lnTo>
                    <a:pt x="3102278" y="469082"/>
                  </a:lnTo>
                  <a:lnTo>
                    <a:pt x="3103350" y="468709"/>
                  </a:lnTo>
                  <a:lnTo>
                    <a:pt x="3104421" y="468335"/>
                  </a:lnTo>
                  <a:lnTo>
                    <a:pt x="3105493" y="467961"/>
                  </a:lnTo>
                  <a:lnTo>
                    <a:pt x="3106564" y="467584"/>
                  </a:lnTo>
                  <a:lnTo>
                    <a:pt x="3107636" y="467207"/>
                  </a:lnTo>
                  <a:lnTo>
                    <a:pt x="3108708" y="466829"/>
                  </a:lnTo>
                  <a:lnTo>
                    <a:pt x="3109779" y="466449"/>
                  </a:lnTo>
                  <a:lnTo>
                    <a:pt x="3110851" y="466069"/>
                  </a:lnTo>
                  <a:lnTo>
                    <a:pt x="3111922" y="465687"/>
                  </a:lnTo>
                  <a:lnTo>
                    <a:pt x="3112994" y="465304"/>
                  </a:lnTo>
                  <a:lnTo>
                    <a:pt x="3114066" y="464920"/>
                  </a:lnTo>
                  <a:lnTo>
                    <a:pt x="3115137" y="464535"/>
                  </a:lnTo>
                  <a:lnTo>
                    <a:pt x="3116209" y="464149"/>
                  </a:lnTo>
                  <a:lnTo>
                    <a:pt x="3117280" y="463762"/>
                  </a:lnTo>
                  <a:lnTo>
                    <a:pt x="3118352" y="463373"/>
                  </a:lnTo>
                  <a:lnTo>
                    <a:pt x="3119424" y="462984"/>
                  </a:lnTo>
                  <a:lnTo>
                    <a:pt x="3120495" y="462593"/>
                  </a:lnTo>
                  <a:lnTo>
                    <a:pt x="3121567" y="462201"/>
                  </a:lnTo>
                  <a:lnTo>
                    <a:pt x="3122638" y="461809"/>
                  </a:lnTo>
                  <a:lnTo>
                    <a:pt x="3123710" y="461415"/>
                  </a:lnTo>
                  <a:lnTo>
                    <a:pt x="3124782" y="461020"/>
                  </a:lnTo>
                  <a:lnTo>
                    <a:pt x="3125853" y="460623"/>
                  </a:lnTo>
                  <a:lnTo>
                    <a:pt x="3126925" y="460226"/>
                  </a:lnTo>
                  <a:lnTo>
                    <a:pt x="3127996" y="459828"/>
                  </a:lnTo>
                  <a:lnTo>
                    <a:pt x="3129068" y="459428"/>
                  </a:lnTo>
                  <a:lnTo>
                    <a:pt x="3130140" y="459028"/>
                  </a:lnTo>
                  <a:lnTo>
                    <a:pt x="3131211" y="458626"/>
                  </a:lnTo>
                  <a:lnTo>
                    <a:pt x="3132283" y="458224"/>
                  </a:lnTo>
                  <a:lnTo>
                    <a:pt x="3133354" y="457820"/>
                  </a:lnTo>
                  <a:lnTo>
                    <a:pt x="3134426" y="457415"/>
                  </a:lnTo>
                  <a:lnTo>
                    <a:pt x="3135498" y="457009"/>
                  </a:lnTo>
                  <a:lnTo>
                    <a:pt x="3136569" y="456602"/>
                  </a:lnTo>
                  <a:lnTo>
                    <a:pt x="3137641" y="456194"/>
                  </a:lnTo>
                  <a:lnTo>
                    <a:pt x="3138712" y="455785"/>
                  </a:lnTo>
                  <a:lnTo>
                    <a:pt x="3139784" y="455374"/>
                  </a:lnTo>
                  <a:lnTo>
                    <a:pt x="3140856" y="454963"/>
                  </a:lnTo>
                  <a:lnTo>
                    <a:pt x="3141927" y="454550"/>
                  </a:lnTo>
                  <a:lnTo>
                    <a:pt x="3142999" y="454137"/>
                  </a:lnTo>
                  <a:lnTo>
                    <a:pt x="3144070" y="453722"/>
                  </a:lnTo>
                  <a:lnTo>
                    <a:pt x="3145142" y="453307"/>
                  </a:lnTo>
                  <a:lnTo>
                    <a:pt x="3146214" y="452890"/>
                  </a:lnTo>
                  <a:lnTo>
                    <a:pt x="3147285" y="452472"/>
                  </a:lnTo>
                  <a:lnTo>
                    <a:pt x="3148357" y="452054"/>
                  </a:lnTo>
                  <a:lnTo>
                    <a:pt x="3149428" y="451634"/>
                  </a:lnTo>
                  <a:lnTo>
                    <a:pt x="3150500" y="451213"/>
                  </a:lnTo>
                  <a:lnTo>
                    <a:pt x="3151572" y="450791"/>
                  </a:lnTo>
                  <a:lnTo>
                    <a:pt x="3152643" y="450368"/>
                  </a:lnTo>
                  <a:lnTo>
                    <a:pt x="3153715" y="449944"/>
                  </a:lnTo>
                  <a:lnTo>
                    <a:pt x="3154786" y="449518"/>
                  </a:lnTo>
                  <a:lnTo>
                    <a:pt x="3155858" y="449092"/>
                  </a:lnTo>
                  <a:lnTo>
                    <a:pt x="3156930" y="448665"/>
                  </a:lnTo>
                  <a:lnTo>
                    <a:pt x="3158001" y="448237"/>
                  </a:lnTo>
                  <a:lnTo>
                    <a:pt x="3159073" y="447807"/>
                  </a:lnTo>
                  <a:lnTo>
                    <a:pt x="3160144" y="447377"/>
                  </a:lnTo>
                  <a:lnTo>
                    <a:pt x="3161216" y="446945"/>
                  </a:lnTo>
                  <a:lnTo>
                    <a:pt x="3162288" y="446513"/>
                  </a:lnTo>
                  <a:lnTo>
                    <a:pt x="3163359" y="446079"/>
                  </a:lnTo>
                  <a:lnTo>
                    <a:pt x="3164431" y="445645"/>
                  </a:lnTo>
                  <a:lnTo>
                    <a:pt x="3165502" y="445209"/>
                  </a:lnTo>
                  <a:lnTo>
                    <a:pt x="3166574" y="444773"/>
                  </a:lnTo>
                  <a:lnTo>
                    <a:pt x="3167646" y="444335"/>
                  </a:lnTo>
                  <a:lnTo>
                    <a:pt x="3168717" y="443896"/>
                  </a:lnTo>
                  <a:lnTo>
                    <a:pt x="3169789" y="443457"/>
                  </a:lnTo>
                  <a:lnTo>
                    <a:pt x="3170860" y="443016"/>
                  </a:lnTo>
                  <a:lnTo>
                    <a:pt x="3171932" y="442574"/>
                  </a:lnTo>
                  <a:lnTo>
                    <a:pt x="3173004" y="442131"/>
                  </a:lnTo>
                  <a:lnTo>
                    <a:pt x="3174075" y="441688"/>
                  </a:lnTo>
                  <a:lnTo>
                    <a:pt x="3175147" y="441243"/>
                  </a:lnTo>
                  <a:lnTo>
                    <a:pt x="3176218" y="440797"/>
                  </a:lnTo>
                  <a:lnTo>
                    <a:pt x="3177290" y="440350"/>
                  </a:lnTo>
                  <a:lnTo>
                    <a:pt x="3178362" y="439902"/>
                  </a:lnTo>
                  <a:lnTo>
                    <a:pt x="3179433" y="439453"/>
                  </a:lnTo>
                  <a:lnTo>
                    <a:pt x="3180505" y="439003"/>
                  </a:lnTo>
                  <a:lnTo>
                    <a:pt x="3181576" y="438553"/>
                  </a:lnTo>
                  <a:lnTo>
                    <a:pt x="3182648" y="438101"/>
                  </a:lnTo>
                  <a:lnTo>
                    <a:pt x="3183720" y="437648"/>
                  </a:lnTo>
                  <a:lnTo>
                    <a:pt x="3184791" y="437194"/>
                  </a:lnTo>
                  <a:lnTo>
                    <a:pt x="3185863" y="436739"/>
                  </a:lnTo>
                  <a:lnTo>
                    <a:pt x="3186934" y="436283"/>
                  </a:lnTo>
                  <a:lnTo>
                    <a:pt x="3188006" y="435826"/>
                  </a:lnTo>
                  <a:lnTo>
                    <a:pt x="3189078" y="435368"/>
                  </a:lnTo>
                  <a:lnTo>
                    <a:pt x="3190149" y="434909"/>
                  </a:lnTo>
                  <a:lnTo>
                    <a:pt x="3191221" y="434449"/>
                  </a:lnTo>
                  <a:lnTo>
                    <a:pt x="3192292" y="433989"/>
                  </a:lnTo>
                  <a:lnTo>
                    <a:pt x="3193364" y="433527"/>
                  </a:lnTo>
                  <a:lnTo>
                    <a:pt x="3194436" y="433064"/>
                  </a:lnTo>
                  <a:lnTo>
                    <a:pt x="3195507" y="432600"/>
                  </a:lnTo>
                  <a:lnTo>
                    <a:pt x="3196579" y="432135"/>
                  </a:lnTo>
                  <a:lnTo>
                    <a:pt x="3197650" y="431669"/>
                  </a:lnTo>
                  <a:lnTo>
                    <a:pt x="3198722" y="431202"/>
                  </a:lnTo>
                  <a:lnTo>
                    <a:pt x="3199793" y="430735"/>
                  </a:lnTo>
                  <a:lnTo>
                    <a:pt x="3200865" y="430266"/>
                  </a:lnTo>
                  <a:lnTo>
                    <a:pt x="3201937" y="429796"/>
                  </a:lnTo>
                  <a:lnTo>
                    <a:pt x="3203008" y="429325"/>
                  </a:lnTo>
                  <a:lnTo>
                    <a:pt x="3204080" y="428854"/>
                  </a:lnTo>
                  <a:lnTo>
                    <a:pt x="3205151" y="428381"/>
                  </a:lnTo>
                  <a:lnTo>
                    <a:pt x="3206223" y="427907"/>
                  </a:lnTo>
                  <a:lnTo>
                    <a:pt x="3207295" y="427433"/>
                  </a:lnTo>
                  <a:lnTo>
                    <a:pt x="3208366" y="426957"/>
                  </a:lnTo>
                  <a:lnTo>
                    <a:pt x="3209438" y="426480"/>
                  </a:lnTo>
                  <a:lnTo>
                    <a:pt x="3210509" y="426003"/>
                  </a:lnTo>
                  <a:lnTo>
                    <a:pt x="3211581" y="425524"/>
                  </a:lnTo>
                  <a:lnTo>
                    <a:pt x="3212653" y="425045"/>
                  </a:lnTo>
                  <a:lnTo>
                    <a:pt x="3213724" y="424565"/>
                  </a:lnTo>
                  <a:lnTo>
                    <a:pt x="3214796" y="424083"/>
                  </a:lnTo>
                  <a:lnTo>
                    <a:pt x="3215867" y="423601"/>
                  </a:lnTo>
                  <a:lnTo>
                    <a:pt x="3216939" y="423118"/>
                  </a:lnTo>
                  <a:lnTo>
                    <a:pt x="3218011" y="422633"/>
                  </a:lnTo>
                  <a:lnTo>
                    <a:pt x="3219082" y="422148"/>
                  </a:lnTo>
                  <a:lnTo>
                    <a:pt x="3220154" y="421662"/>
                  </a:lnTo>
                  <a:lnTo>
                    <a:pt x="3221225" y="421175"/>
                  </a:lnTo>
                  <a:lnTo>
                    <a:pt x="3222297" y="420687"/>
                  </a:lnTo>
                  <a:lnTo>
                    <a:pt x="3223369" y="420198"/>
                  </a:lnTo>
                  <a:lnTo>
                    <a:pt x="3224440" y="419708"/>
                  </a:lnTo>
                  <a:lnTo>
                    <a:pt x="3225512" y="419217"/>
                  </a:lnTo>
                  <a:lnTo>
                    <a:pt x="3226583" y="418725"/>
                  </a:lnTo>
                  <a:lnTo>
                    <a:pt x="3227655" y="418232"/>
                  </a:lnTo>
                  <a:lnTo>
                    <a:pt x="3228727" y="417739"/>
                  </a:lnTo>
                  <a:lnTo>
                    <a:pt x="3229798" y="417244"/>
                  </a:lnTo>
                  <a:lnTo>
                    <a:pt x="3230870" y="416748"/>
                  </a:lnTo>
                  <a:lnTo>
                    <a:pt x="3231941" y="416252"/>
                  </a:lnTo>
                  <a:lnTo>
                    <a:pt x="3233013" y="415754"/>
                  </a:lnTo>
                  <a:lnTo>
                    <a:pt x="3234085" y="415256"/>
                  </a:lnTo>
                  <a:lnTo>
                    <a:pt x="3235156" y="414757"/>
                  </a:lnTo>
                  <a:lnTo>
                    <a:pt x="3236228" y="414256"/>
                  </a:lnTo>
                  <a:lnTo>
                    <a:pt x="3237299" y="413755"/>
                  </a:lnTo>
                  <a:lnTo>
                    <a:pt x="3238371" y="413253"/>
                  </a:lnTo>
                  <a:lnTo>
                    <a:pt x="3239443" y="412750"/>
                  </a:lnTo>
                  <a:lnTo>
                    <a:pt x="3240514" y="412246"/>
                  </a:lnTo>
                  <a:lnTo>
                    <a:pt x="3241586" y="411741"/>
                  </a:lnTo>
                  <a:lnTo>
                    <a:pt x="3242657" y="411235"/>
                  </a:lnTo>
                  <a:lnTo>
                    <a:pt x="3243729" y="410728"/>
                  </a:lnTo>
                  <a:lnTo>
                    <a:pt x="3244801" y="410221"/>
                  </a:lnTo>
                  <a:lnTo>
                    <a:pt x="3245872" y="409712"/>
                  </a:lnTo>
                  <a:lnTo>
                    <a:pt x="3246944" y="409203"/>
                  </a:lnTo>
                  <a:lnTo>
                    <a:pt x="3248015" y="408692"/>
                  </a:lnTo>
                  <a:lnTo>
                    <a:pt x="3249087" y="408181"/>
                  </a:lnTo>
                  <a:lnTo>
                    <a:pt x="3250159" y="407669"/>
                  </a:lnTo>
                  <a:lnTo>
                    <a:pt x="3251230" y="407156"/>
                  </a:lnTo>
                  <a:lnTo>
                    <a:pt x="3252302" y="406642"/>
                  </a:lnTo>
                  <a:lnTo>
                    <a:pt x="3253373" y="406127"/>
                  </a:lnTo>
                  <a:lnTo>
                    <a:pt x="3254445" y="405611"/>
                  </a:lnTo>
                  <a:lnTo>
                    <a:pt x="3255517" y="405094"/>
                  </a:lnTo>
                  <a:lnTo>
                    <a:pt x="3256588" y="404576"/>
                  </a:lnTo>
                  <a:lnTo>
                    <a:pt x="3257660" y="404058"/>
                  </a:lnTo>
                  <a:lnTo>
                    <a:pt x="3258731" y="403538"/>
                  </a:lnTo>
                  <a:lnTo>
                    <a:pt x="3259803" y="403018"/>
                  </a:lnTo>
                  <a:lnTo>
                    <a:pt x="3260875" y="402497"/>
                  </a:lnTo>
                  <a:lnTo>
                    <a:pt x="3261946" y="401975"/>
                  </a:lnTo>
                  <a:lnTo>
                    <a:pt x="3263018" y="401452"/>
                  </a:lnTo>
                  <a:lnTo>
                    <a:pt x="3264089" y="400928"/>
                  </a:lnTo>
                  <a:lnTo>
                    <a:pt x="3265161" y="400403"/>
                  </a:lnTo>
                  <a:lnTo>
                    <a:pt x="3266233" y="399877"/>
                  </a:lnTo>
                  <a:lnTo>
                    <a:pt x="3267304" y="399350"/>
                  </a:lnTo>
                  <a:lnTo>
                    <a:pt x="3268376" y="398823"/>
                  </a:lnTo>
                  <a:lnTo>
                    <a:pt x="3269447" y="398294"/>
                  </a:lnTo>
                  <a:lnTo>
                    <a:pt x="3270519" y="397765"/>
                  </a:lnTo>
                  <a:lnTo>
                    <a:pt x="3271591" y="397235"/>
                  </a:lnTo>
                  <a:lnTo>
                    <a:pt x="3272662" y="396704"/>
                  </a:lnTo>
                  <a:lnTo>
                    <a:pt x="3273734" y="396172"/>
                  </a:lnTo>
                  <a:lnTo>
                    <a:pt x="3274805" y="395639"/>
                  </a:lnTo>
                  <a:lnTo>
                    <a:pt x="3275877" y="395106"/>
                  </a:lnTo>
                  <a:lnTo>
                    <a:pt x="3276949" y="394571"/>
                  </a:lnTo>
                  <a:lnTo>
                    <a:pt x="3278020" y="394036"/>
                  </a:lnTo>
                  <a:lnTo>
                    <a:pt x="3279092" y="393499"/>
                  </a:lnTo>
                  <a:lnTo>
                    <a:pt x="3280163" y="392962"/>
                  </a:lnTo>
                  <a:lnTo>
                    <a:pt x="3281235" y="392424"/>
                  </a:lnTo>
                  <a:lnTo>
                    <a:pt x="3282307" y="391885"/>
                  </a:lnTo>
                  <a:lnTo>
                    <a:pt x="3283378" y="391345"/>
                  </a:lnTo>
                  <a:lnTo>
                    <a:pt x="3284450" y="390805"/>
                  </a:lnTo>
                  <a:lnTo>
                    <a:pt x="3285521" y="390263"/>
                  </a:lnTo>
                  <a:lnTo>
                    <a:pt x="3286593" y="389721"/>
                  </a:lnTo>
                  <a:lnTo>
                    <a:pt x="3287665" y="389177"/>
                  </a:lnTo>
                  <a:lnTo>
                    <a:pt x="3288736" y="388633"/>
                  </a:lnTo>
                  <a:lnTo>
                    <a:pt x="3289808" y="388088"/>
                  </a:lnTo>
                  <a:lnTo>
                    <a:pt x="3290879" y="387542"/>
                  </a:lnTo>
                  <a:lnTo>
                    <a:pt x="3291951" y="386996"/>
                  </a:lnTo>
                  <a:lnTo>
                    <a:pt x="3293023" y="386448"/>
                  </a:lnTo>
                  <a:lnTo>
                    <a:pt x="3294094" y="385900"/>
                  </a:lnTo>
                  <a:lnTo>
                    <a:pt x="3295166" y="385350"/>
                  </a:lnTo>
                  <a:lnTo>
                    <a:pt x="3296237" y="384800"/>
                  </a:lnTo>
                  <a:lnTo>
                    <a:pt x="3297309" y="384249"/>
                  </a:lnTo>
                  <a:lnTo>
                    <a:pt x="3298381" y="383697"/>
                  </a:lnTo>
                  <a:lnTo>
                    <a:pt x="3299452" y="383145"/>
                  </a:lnTo>
                  <a:lnTo>
                    <a:pt x="3300524" y="382591"/>
                  </a:lnTo>
                  <a:lnTo>
                    <a:pt x="3301595" y="382037"/>
                  </a:lnTo>
                  <a:lnTo>
                    <a:pt x="3302667" y="381481"/>
                  </a:lnTo>
                  <a:lnTo>
                    <a:pt x="3303739" y="380925"/>
                  </a:lnTo>
                  <a:lnTo>
                    <a:pt x="3304810" y="380368"/>
                  </a:lnTo>
                  <a:lnTo>
                    <a:pt x="3305882" y="379811"/>
                  </a:lnTo>
                  <a:lnTo>
                    <a:pt x="3306953" y="379252"/>
                  </a:lnTo>
                  <a:lnTo>
                    <a:pt x="3308025" y="378692"/>
                  </a:lnTo>
                  <a:lnTo>
                    <a:pt x="3309097" y="378132"/>
                  </a:lnTo>
                  <a:lnTo>
                    <a:pt x="3310168" y="377571"/>
                  </a:lnTo>
                  <a:lnTo>
                    <a:pt x="3311240" y="377009"/>
                  </a:lnTo>
                  <a:lnTo>
                    <a:pt x="3312311" y="376446"/>
                  </a:lnTo>
                  <a:lnTo>
                    <a:pt x="3313383" y="375883"/>
                  </a:lnTo>
                  <a:lnTo>
                    <a:pt x="3314455" y="375318"/>
                  </a:lnTo>
                  <a:lnTo>
                    <a:pt x="3315526" y="374753"/>
                  </a:lnTo>
                  <a:lnTo>
                    <a:pt x="3316598" y="374187"/>
                  </a:lnTo>
                  <a:lnTo>
                    <a:pt x="3317669" y="373620"/>
                  </a:lnTo>
                  <a:lnTo>
                    <a:pt x="3318741" y="373052"/>
                  </a:lnTo>
                  <a:lnTo>
                    <a:pt x="3319813" y="372483"/>
                  </a:lnTo>
                  <a:lnTo>
                    <a:pt x="3320884" y="371914"/>
                  </a:lnTo>
                  <a:lnTo>
                    <a:pt x="3321956" y="371343"/>
                  </a:lnTo>
                  <a:lnTo>
                    <a:pt x="3323027" y="370772"/>
                  </a:lnTo>
                  <a:lnTo>
                    <a:pt x="3324099" y="370200"/>
                  </a:lnTo>
                  <a:lnTo>
                    <a:pt x="3325171" y="369628"/>
                  </a:lnTo>
                  <a:lnTo>
                    <a:pt x="3326242" y="369054"/>
                  </a:lnTo>
                  <a:lnTo>
                    <a:pt x="3327314" y="368480"/>
                  </a:lnTo>
                  <a:lnTo>
                    <a:pt x="3328385" y="367904"/>
                  </a:lnTo>
                  <a:lnTo>
                    <a:pt x="3329457" y="367328"/>
                  </a:lnTo>
                  <a:lnTo>
                    <a:pt x="3330529" y="366751"/>
                  </a:lnTo>
                  <a:lnTo>
                    <a:pt x="3331600" y="366174"/>
                  </a:lnTo>
                  <a:lnTo>
                    <a:pt x="3332672" y="365595"/>
                  </a:lnTo>
                  <a:lnTo>
                    <a:pt x="3333743" y="365016"/>
                  </a:lnTo>
                  <a:lnTo>
                    <a:pt x="3334815" y="364436"/>
                  </a:lnTo>
                  <a:lnTo>
                    <a:pt x="3335887" y="363855"/>
                  </a:lnTo>
                  <a:lnTo>
                    <a:pt x="3336958" y="363273"/>
                  </a:lnTo>
                  <a:lnTo>
                    <a:pt x="3338030" y="362691"/>
                  </a:lnTo>
                  <a:lnTo>
                    <a:pt x="3339101" y="362107"/>
                  </a:lnTo>
                  <a:lnTo>
                    <a:pt x="3340173" y="361523"/>
                  </a:lnTo>
                  <a:lnTo>
                    <a:pt x="3341245" y="360938"/>
                  </a:lnTo>
                  <a:lnTo>
                    <a:pt x="3342316" y="360352"/>
                  </a:lnTo>
                  <a:lnTo>
                    <a:pt x="3343388" y="359766"/>
                  </a:lnTo>
                  <a:lnTo>
                    <a:pt x="3344459" y="359178"/>
                  </a:lnTo>
                  <a:lnTo>
                    <a:pt x="3345531" y="358590"/>
                  </a:lnTo>
                  <a:lnTo>
                    <a:pt x="3346603" y="358001"/>
                  </a:lnTo>
                  <a:lnTo>
                    <a:pt x="3347674" y="357411"/>
                  </a:lnTo>
                  <a:lnTo>
                    <a:pt x="3348746" y="356821"/>
                  </a:lnTo>
                  <a:lnTo>
                    <a:pt x="3349817" y="356230"/>
                  </a:lnTo>
                  <a:lnTo>
                    <a:pt x="3350889" y="355637"/>
                  </a:lnTo>
                  <a:lnTo>
                    <a:pt x="3351961" y="355044"/>
                  </a:lnTo>
                  <a:lnTo>
                    <a:pt x="3353032" y="354451"/>
                  </a:lnTo>
                  <a:lnTo>
                    <a:pt x="3354104" y="353856"/>
                  </a:lnTo>
                  <a:lnTo>
                    <a:pt x="3355175" y="353261"/>
                  </a:lnTo>
                  <a:lnTo>
                    <a:pt x="3356247" y="352665"/>
                  </a:lnTo>
                  <a:lnTo>
                    <a:pt x="3357319" y="352068"/>
                  </a:lnTo>
                  <a:lnTo>
                    <a:pt x="3358390" y="351470"/>
                  </a:lnTo>
                  <a:lnTo>
                    <a:pt x="3359462" y="350871"/>
                  </a:lnTo>
                  <a:lnTo>
                    <a:pt x="3360533" y="350272"/>
                  </a:lnTo>
                  <a:lnTo>
                    <a:pt x="3361605" y="349672"/>
                  </a:lnTo>
                  <a:lnTo>
                    <a:pt x="3362677" y="349071"/>
                  </a:lnTo>
                  <a:lnTo>
                    <a:pt x="3363748" y="348470"/>
                  </a:lnTo>
                  <a:lnTo>
                    <a:pt x="3364820" y="347867"/>
                  </a:lnTo>
                  <a:lnTo>
                    <a:pt x="3365891" y="347264"/>
                  </a:lnTo>
                  <a:lnTo>
                    <a:pt x="3366963" y="346660"/>
                  </a:lnTo>
                  <a:lnTo>
                    <a:pt x="3368035" y="346055"/>
                  </a:lnTo>
                  <a:lnTo>
                    <a:pt x="3369106" y="345450"/>
                  </a:lnTo>
                  <a:lnTo>
                    <a:pt x="3370178" y="344843"/>
                  </a:lnTo>
                  <a:lnTo>
                    <a:pt x="3371249" y="344236"/>
                  </a:lnTo>
                  <a:lnTo>
                    <a:pt x="3372321" y="343628"/>
                  </a:lnTo>
                  <a:lnTo>
                    <a:pt x="3373392" y="343020"/>
                  </a:lnTo>
                  <a:lnTo>
                    <a:pt x="3374464" y="342410"/>
                  </a:lnTo>
                  <a:lnTo>
                    <a:pt x="3375536" y="341800"/>
                  </a:lnTo>
                  <a:lnTo>
                    <a:pt x="3376607" y="341189"/>
                  </a:lnTo>
                  <a:lnTo>
                    <a:pt x="3377679" y="340577"/>
                  </a:lnTo>
                  <a:lnTo>
                    <a:pt x="3378750" y="339965"/>
                  </a:lnTo>
                  <a:lnTo>
                    <a:pt x="3379822" y="339351"/>
                  </a:lnTo>
                  <a:lnTo>
                    <a:pt x="3380894" y="338737"/>
                  </a:lnTo>
                  <a:lnTo>
                    <a:pt x="3381965" y="338123"/>
                  </a:lnTo>
                  <a:lnTo>
                    <a:pt x="3383037" y="337507"/>
                  </a:lnTo>
                  <a:lnTo>
                    <a:pt x="3384108" y="336891"/>
                  </a:lnTo>
                  <a:lnTo>
                    <a:pt x="3385180" y="336274"/>
                  </a:lnTo>
                  <a:lnTo>
                    <a:pt x="3386252" y="335656"/>
                  </a:lnTo>
                  <a:lnTo>
                    <a:pt x="3387323" y="335037"/>
                  </a:lnTo>
                  <a:lnTo>
                    <a:pt x="3388395" y="334418"/>
                  </a:lnTo>
                  <a:lnTo>
                    <a:pt x="3389466" y="333797"/>
                  </a:lnTo>
                  <a:lnTo>
                    <a:pt x="3390538" y="333177"/>
                  </a:lnTo>
                  <a:lnTo>
                    <a:pt x="3391610" y="332555"/>
                  </a:lnTo>
                  <a:lnTo>
                    <a:pt x="3392681" y="331932"/>
                  </a:lnTo>
                  <a:lnTo>
                    <a:pt x="3393753" y="331309"/>
                  </a:lnTo>
                  <a:lnTo>
                    <a:pt x="3394824" y="330685"/>
                  </a:lnTo>
                  <a:lnTo>
                    <a:pt x="3395896" y="330061"/>
                  </a:lnTo>
                  <a:lnTo>
                    <a:pt x="3396968" y="329435"/>
                  </a:lnTo>
                  <a:lnTo>
                    <a:pt x="3398039" y="328809"/>
                  </a:lnTo>
                  <a:lnTo>
                    <a:pt x="3399111" y="328182"/>
                  </a:lnTo>
                  <a:lnTo>
                    <a:pt x="3400182" y="327554"/>
                  </a:lnTo>
                  <a:lnTo>
                    <a:pt x="3401254" y="326926"/>
                  </a:lnTo>
                  <a:lnTo>
                    <a:pt x="3402326" y="326297"/>
                  </a:lnTo>
                  <a:lnTo>
                    <a:pt x="3403397" y="325667"/>
                  </a:lnTo>
                  <a:lnTo>
                    <a:pt x="3404469" y="325036"/>
                  </a:lnTo>
                  <a:lnTo>
                    <a:pt x="3405540" y="324404"/>
                  </a:lnTo>
                  <a:lnTo>
                    <a:pt x="3406612" y="323772"/>
                  </a:lnTo>
                  <a:lnTo>
                    <a:pt x="3407684" y="323139"/>
                  </a:lnTo>
                  <a:lnTo>
                    <a:pt x="3408755" y="322506"/>
                  </a:lnTo>
                  <a:lnTo>
                    <a:pt x="3409827" y="321871"/>
                  </a:lnTo>
                  <a:lnTo>
                    <a:pt x="3410898" y="321236"/>
                  </a:lnTo>
                  <a:lnTo>
                    <a:pt x="3411970" y="320600"/>
                  </a:lnTo>
                  <a:lnTo>
                    <a:pt x="3413042" y="319963"/>
                  </a:lnTo>
                  <a:lnTo>
                    <a:pt x="3414113" y="319326"/>
                  </a:lnTo>
                  <a:lnTo>
                    <a:pt x="3415185" y="318688"/>
                  </a:lnTo>
                  <a:lnTo>
                    <a:pt x="3416256" y="318049"/>
                  </a:lnTo>
                  <a:lnTo>
                    <a:pt x="3417328" y="317409"/>
                  </a:lnTo>
                  <a:lnTo>
                    <a:pt x="3418400" y="316769"/>
                  </a:lnTo>
                  <a:lnTo>
                    <a:pt x="3419471" y="316128"/>
                  </a:lnTo>
                  <a:lnTo>
                    <a:pt x="3420543" y="315486"/>
                  </a:lnTo>
                  <a:lnTo>
                    <a:pt x="3421614" y="314844"/>
                  </a:lnTo>
                  <a:lnTo>
                    <a:pt x="3422686" y="314200"/>
                  </a:lnTo>
                  <a:lnTo>
                    <a:pt x="3423758" y="313556"/>
                  </a:lnTo>
                  <a:lnTo>
                    <a:pt x="3424829" y="312912"/>
                  </a:lnTo>
                  <a:lnTo>
                    <a:pt x="3425901" y="312266"/>
                  </a:lnTo>
                  <a:lnTo>
                    <a:pt x="3426972" y="311620"/>
                  </a:lnTo>
                  <a:lnTo>
                    <a:pt x="3428044" y="310973"/>
                  </a:lnTo>
                  <a:lnTo>
                    <a:pt x="3429116" y="310325"/>
                  </a:lnTo>
                  <a:lnTo>
                    <a:pt x="3430187" y="309677"/>
                  </a:lnTo>
                  <a:lnTo>
                    <a:pt x="3431259" y="309028"/>
                  </a:lnTo>
                  <a:lnTo>
                    <a:pt x="3432330" y="308378"/>
                  </a:lnTo>
                  <a:lnTo>
                    <a:pt x="3433402" y="307727"/>
                  </a:lnTo>
                  <a:lnTo>
                    <a:pt x="3434474" y="307076"/>
                  </a:lnTo>
                  <a:lnTo>
                    <a:pt x="3435545" y="306424"/>
                  </a:lnTo>
                  <a:lnTo>
                    <a:pt x="3436617" y="305771"/>
                  </a:lnTo>
                  <a:lnTo>
                    <a:pt x="3437688" y="305118"/>
                  </a:lnTo>
                  <a:lnTo>
                    <a:pt x="3438760" y="304464"/>
                  </a:lnTo>
                  <a:lnTo>
                    <a:pt x="3439832" y="303809"/>
                  </a:lnTo>
                  <a:lnTo>
                    <a:pt x="3440903" y="303153"/>
                  </a:lnTo>
                  <a:lnTo>
                    <a:pt x="3441975" y="302497"/>
                  </a:lnTo>
                  <a:lnTo>
                    <a:pt x="3443046" y="301840"/>
                  </a:lnTo>
                  <a:lnTo>
                    <a:pt x="3444118" y="301182"/>
                  </a:lnTo>
                  <a:lnTo>
                    <a:pt x="3445190" y="300524"/>
                  </a:lnTo>
                  <a:lnTo>
                    <a:pt x="3446261" y="299864"/>
                  </a:lnTo>
                  <a:lnTo>
                    <a:pt x="3447333" y="299204"/>
                  </a:lnTo>
                  <a:lnTo>
                    <a:pt x="3448404" y="298544"/>
                  </a:lnTo>
                  <a:lnTo>
                    <a:pt x="3449476" y="297882"/>
                  </a:lnTo>
                  <a:lnTo>
                    <a:pt x="3450548" y="297220"/>
                  </a:lnTo>
                  <a:lnTo>
                    <a:pt x="3451619" y="296558"/>
                  </a:lnTo>
                  <a:lnTo>
                    <a:pt x="3452691" y="295894"/>
                  </a:lnTo>
                  <a:lnTo>
                    <a:pt x="3453762" y="295230"/>
                  </a:lnTo>
                  <a:lnTo>
                    <a:pt x="3454834" y="294565"/>
                  </a:lnTo>
                  <a:lnTo>
                    <a:pt x="3455906" y="293899"/>
                  </a:lnTo>
                  <a:lnTo>
                    <a:pt x="3456977" y="293233"/>
                  </a:lnTo>
                  <a:lnTo>
                    <a:pt x="3458049" y="292566"/>
                  </a:lnTo>
                  <a:lnTo>
                    <a:pt x="3459120" y="291898"/>
                  </a:lnTo>
                  <a:lnTo>
                    <a:pt x="3460192" y="291230"/>
                  </a:lnTo>
                  <a:lnTo>
                    <a:pt x="3461264" y="290561"/>
                  </a:lnTo>
                  <a:lnTo>
                    <a:pt x="3462335" y="289891"/>
                  </a:lnTo>
                  <a:lnTo>
                    <a:pt x="3463407" y="289220"/>
                  </a:lnTo>
                  <a:lnTo>
                    <a:pt x="3464478" y="288549"/>
                  </a:lnTo>
                  <a:lnTo>
                    <a:pt x="3465550" y="287877"/>
                  </a:lnTo>
                  <a:lnTo>
                    <a:pt x="3466622" y="287205"/>
                  </a:lnTo>
                  <a:lnTo>
                    <a:pt x="3467693" y="286531"/>
                  </a:lnTo>
                  <a:lnTo>
                    <a:pt x="3468765" y="285857"/>
                  </a:lnTo>
                  <a:lnTo>
                    <a:pt x="3469836" y="285183"/>
                  </a:lnTo>
                  <a:lnTo>
                    <a:pt x="3470908" y="284507"/>
                  </a:lnTo>
                  <a:lnTo>
                    <a:pt x="3471980" y="283831"/>
                  </a:lnTo>
                  <a:lnTo>
                    <a:pt x="3473051" y="283154"/>
                  </a:lnTo>
                  <a:lnTo>
                    <a:pt x="3474123" y="282477"/>
                  </a:lnTo>
                  <a:lnTo>
                    <a:pt x="3475194" y="281798"/>
                  </a:lnTo>
                  <a:lnTo>
                    <a:pt x="3476266" y="281119"/>
                  </a:lnTo>
                  <a:lnTo>
                    <a:pt x="3477338" y="280440"/>
                  </a:lnTo>
                  <a:lnTo>
                    <a:pt x="3478409" y="279760"/>
                  </a:lnTo>
                  <a:lnTo>
                    <a:pt x="3479481" y="279079"/>
                  </a:lnTo>
                  <a:lnTo>
                    <a:pt x="3480552" y="278397"/>
                  </a:lnTo>
                  <a:lnTo>
                    <a:pt x="3481624" y="277714"/>
                  </a:lnTo>
                  <a:lnTo>
                    <a:pt x="3482696" y="277031"/>
                  </a:lnTo>
                  <a:lnTo>
                    <a:pt x="3483767" y="276348"/>
                  </a:lnTo>
                  <a:lnTo>
                    <a:pt x="3484839" y="275663"/>
                  </a:lnTo>
                  <a:lnTo>
                    <a:pt x="3485910" y="274978"/>
                  </a:lnTo>
                  <a:lnTo>
                    <a:pt x="3486982" y="274292"/>
                  </a:lnTo>
                  <a:lnTo>
                    <a:pt x="3488054" y="273606"/>
                  </a:lnTo>
                  <a:lnTo>
                    <a:pt x="3489125" y="272918"/>
                  </a:lnTo>
                  <a:lnTo>
                    <a:pt x="3490197" y="272231"/>
                  </a:lnTo>
                  <a:lnTo>
                    <a:pt x="3491268" y="271542"/>
                  </a:lnTo>
                  <a:lnTo>
                    <a:pt x="3492340" y="270853"/>
                  </a:lnTo>
                  <a:lnTo>
                    <a:pt x="3493412" y="270163"/>
                  </a:lnTo>
                  <a:lnTo>
                    <a:pt x="3494483" y="269472"/>
                  </a:lnTo>
                  <a:lnTo>
                    <a:pt x="3495555" y="268781"/>
                  </a:lnTo>
                  <a:lnTo>
                    <a:pt x="3496626" y="268089"/>
                  </a:lnTo>
                  <a:lnTo>
                    <a:pt x="3497698" y="267396"/>
                  </a:lnTo>
                  <a:lnTo>
                    <a:pt x="3498770" y="266703"/>
                  </a:lnTo>
                  <a:lnTo>
                    <a:pt x="3499841" y="266009"/>
                  </a:lnTo>
                  <a:lnTo>
                    <a:pt x="3500913" y="265314"/>
                  </a:lnTo>
                  <a:lnTo>
                    <a:pt x="3501984" y="264619"/>
                  </a:lnTo>
                  <a:lnTo>
                    <a:pt x="3503056" y="263923"/>
                  </a:lnTo>
                  <a:lnTo>
                    <a:pt x="3504128" y="263226"/>
                  </a:lnTo>
                  <a:lnTo>
                    <a:pt x="3505199" y="262529"/>
                  </a:lnTo>
                  <a:lnTo>
                    <a:pt x="3506271" y="261830"/>
                  </a:lnTo>
                  <a:lnTo>
                    <a:pt x="3507342" y="261132"/>
                  </a:lnTo>
                  <a:lnTo>
                    <a:pt x="3508414" y="260432"/>
                  </a:lnTo>
                  <a:lnTo>
                    <a:pt x="3509486" y="259732"/>
                  </a:lnTo>
                  <a:lnTo>
                    <a:pt x="3510557" y="259031"/>
                  </a:lnTo>
                  <a:lnTo>
                    <a:pt x="3511629" y="258330"/>
                  </a:lnTo>
                  <a:lnTo>
                    <a:pt x="3512700" y="257628"/>
                  </a:lnTo>
                  <a:lnTo>
                    <a:pt x="3513772" y="256925"/>
                  </a:lnTo>
                  <a:lnTo>
                    <a:pt x="3514844" y="256221"/>
                  </a:lnTo>
                  <a:lnTo>
                    <a:pt x="3515915" y="255517"/>
                  </a:lnTo>
                  <a:lnTo>
                    <a:pt x="3516987" y="254812"/>
                  </a:lnTo>
                  <a:lnTo>
                    <a:pt x="3518058" y="254107"/>
                  </a:lnTo>
                  <a:lnTo>
                    <a:pt x="3519130" y="253401"/>
                  </a:lnTo>
                  <a:lnTo>
                    <a:pt x="3520202" y="252694"/>
                  </a:lnTo>
                  <a:lnTo>
                    <a:pt x="3521273" y="251987"/>
                  </a:lnTo>
                  <a:lnTo>
                    <a:pt x="3522345" y="251278"/>
                  </a:lnTo>
                  <a:lnTo>
                    <a:pt x="3523416" y="250570"/>
                  </a:lnTo>
                  <a:lnTo>
                    <a:pt x="3524488" y="249860"/>
                  </a:lnTo>
                  <a:lnTo>
                    <a:pt x="3525560" y="249150"/>
                  </a:lnTo>
                  <a:lnTo>
                    <a:pt x="3526631" y="248439"/>
                  </a:lnTo>
                  <a:lnTo>
                    <a:pt x="3527703" y="247728"/>
                  </a:lnTo>
                  <a:lnTo>
                    <a:pt x="3528774" y="247015"/>
                  </a:lnTo>
                  <a:lnTo>
                    <a:pt x="3529846" y="246303"/>
                  </a:lnTo>
                  <a:lnTo>
                    <a:pt x="3530918" y="245589"/>
                  </a:lnTo>
                  <a:lnTo>
                    <a:pt x="3531989" y="244875"/>
                  </a:lnTo>
                  <a:lnTo>
                    <a:pt x="3533061" y="244160"/>
                  </a:lnTo>
                  <a:lnTo>
                    <a:pt x="3534132" y="243445"/>
                  </a:lnTo>
                  <a:lnTo>
                    <a:pt x="3535204" y="242729"/>
                  </a:lnTo>
                  <a:lnTo>
                    <a:pt x="3536276" y="242012"/>
                  </a:lnTo>
                  <a:lnTo>
                    <a:pt x="3537347" y="241294"/>
                  </a:lnTo>
                  <a:lnTo>
                    <a:pt x="3538419" y="240576"/>
                  </a:lnTo>
                  <a:lnTo>
                    <a:pt x="3539490" y="239858"/>
                  </a:lnTo>
                  <a:lnTo>
                    <a:pt x="3540562" y="239138"/>
                  </a:lnTo>
                  <a:lnTo>
                    <a:pt x="3541634" y="238418"/>
                  </a:lnTo>
                  <a:lnTo>
                    <a:pt x="3542705" y="237697"/>
                  </a:lnTo>
                  <a:lnTo>
                    <a:pt x="3543777" y="236976"/>
                  </a:lnTo>
                  <a:lnTo>
                    <a:pt x="3544848" y="236254"/>
                  </a:lnTo>
                  <a:lnTo>
                    <a:pt x="3545920" y="235531"/>
                  </a:lnTo>
                  <a:lnTo>
                    <a:pt x="3546992" y="234808"/>
                  </a:lnTo>
                  <a:lnTo>
                    <a:pt x="3548063" y="234084"/>
                  </a:lnTo>
                  <a:lnTo>
                    <a:pt x="3549135" y="233359"/>
                  </a:lnTo>
                  <a:lnTo>
                    <a:pt x="3550206" y="232634"/>
                  </a:lnTo>
                  <a:lnTo>
                    <a:pt x="3551278" y="231908"/>
                  </a:lnTo>
                  <a:lnTo>
                    <a:pt x="3552349" y="231181"/>
                  </a:lnTo>
                  <a:lnTo>
                    <a:pt x="3553421" y="230454"/>
                  </a:lnTo>
                  <a:lnTo>
                    <a:pt x="3554493" y="229726"/>
                  </a:lnTo>
                  <a:lnTo>
                    <a:pt x="3555564" y="228998"/>
                  </a:lnTo>
                  <a:lnTo>
                    <a:pt x="3556636" y="228269"/>
                  </a:lnTo>
                  <a:lnTo>
                    <a:pt x="3557707" y="227539"/>
                  </a:lnTo>
                  <a:lnTo>
                    <a:pt x="3558779" y="226808"/>
                  </a:lnTo>
                  <a:lnTo>
                    <a:pt x="3559851" y="226077"/>
                  </a:lnTo>
                  <a:lnTo>
                    <a:pt x="3560922" y="225345"/>
                  </a:lnTo>
                  <a:lnTo>
                    <a:pt x="3561994" y="224613"/>
                  </a:lnTo>
                  <a:lnTo>
                    <a:pt x="3563065" y="223880"/>
                  </a:lnTo>
                  <a:lnTo>
                    <a:pt x="3564137" y="223146"/>
                  </a:lnTo>
                  <a:lnTo>
                    <a:pt x="3565209" y="222412"/>
                  </a:lnTo>
                  <a:lnTo>
                    <a:pt x="3566280" y="221677"/>
                  </a:lnTo>
                  <a:lnTo>
                    <a:pt x="3567352" y="220941"/>
                  </a:lnTo>
                  <a:lnTo>
                    <a:pt x="3568423" y="220205"/>
                  </a:lnTo>
                  <a:lnTo>
                    <a:pt x="3569495" y="219468"/>
                  </a:lnTo>
                  <a:lnTo>
                    <a:pt x="3570567" y="218730"/>
                  </a:lnTo>
                  <a:lnTo>
                    <a:pt x="3571638" y="217992"/>
                  </a:lnTo>
                  <a:lnTo>
                    <a:pt x="3572710" y="217253"/>
                  </a:lnTo>
                  <a:lnTo>
                    <a:pt x="3573781" y="216514"/>
                  </a:lnTo>
                  <a:lnTo>
                    <a:pt x="3574853" y="215773"/>
                  </a:lnTo>
                  <a:lnTo>
                    <a:pt x="3575925" y="215033"/>
                  </a:lnTo>
                  <a:lnTo>
                    <a:pt x="3576996" y="214291"/>
                  </a:lnTo>
                  <a:lnTo>
                    <a:pt x="3578068" y="213549"/>
                  </a:lnTo>
                  <a:lnTo>
                    <a:pt x="3579139" y="212806"/>
                  </a:lnTo>
                  <a:lnTo>
                    <a:pt x="3580211" y="212063"/>
                  </a:lnTo>
                  <a:lnTo>
                    <a:pt x="3581283" y="211319"/>
                  </a:lnTo>
                  <a:lnTo>
                    <a:pt x="3582354" y="210574"/>
                  </a:lnTo>
                  <a:lnTo>
                    <a:pt x="3583426" y="209829"/>
                  </a:lnTo>
                  <a:lnTo>
                    <a:pt x="3584497" y="209083"/>
                  </a:lnTo>
                  <a:lnTo>
                    <a:pt x="3585569" y="208337"/>
                  </a:lnTo>
                  <a:lnTo>
                    <a:pt x="3586641" y="207589"/>
                  </a:lnTo>
                  <a:lnTo>
                    <a:pt x="3587712" y="206842"/>
                  </a:lnTo>
                  <a:lnTo>
                    <a:pt x="3588784" y="206093"/>
                  </a:lnTo>
                  <a:lnTo>
                    <a:pt x="3589855" y="205344"/>
                  </a:lnTo>
                  <a:lnTo>
                    <a:pt x="3590927" y="204594"/>
                  </a:lnTo>
                  <a:lnTo>
                    <a:pt x="3591999" y="203844"/>
                  </a:lnTo>
                  <a:lnTo>
                    <a:pt x="3593070" y="203093"/>
                  </a:lnTo>
                  <a:lnTo>
                    <a:pt x="3594142" y="202342"/>
                  </a:lnTo>
                  <a:lnTo>
                    <a:pt x="3595213" y="201589"/>
                  </a:lnTo>
                  <a:lnTo>
                    <a:pt x="3596285" y="200836"/>
                  </a:lnTo>
                  <a:lnTo>
                    <a:pt x="3597357" y="200083"/>
                  </a:lnTo>
                  <a:lnTo>
                    <a:pt x="3598428" y="199329"/>
                  </a:lnTo>
                  <a:lnTo>
                    <a:pt x="3599500" y="198574"/>
                  </a:lnTo>
                  <a:lnTo>
                    <a:pt x="3600571" y="197819"/>
                  </a:lnTo>
                  <a:lnTo>
                    <a:pt x="3601643" y="197063"/>
                  </a:lnTo>
                  <a:lnTo>
                    <a:pt x="3602715" y="196306"/>
                  </a:lnTo>
                  <a:lnTo>
                    <a:pt x="3603786" y="195549"/>
                  </a:lnTo>
                  <a:lnTo>
                    <a:pt x="3604858" y="194791"/>
                  </a:lnTo>
                  <a:lnTo>
                    <a:pt x="3605929" y="194032"/>
                  </a:lnTo>
                  <a:lnTo>
                    <a:pt x="3607001" y="193273"/>
                  </a:lnTo>
                  <a:lnTo>
                    <a:pt x="3608073" y="192513"/>
                  </a:lnTo>
                  <a:lnTo>
                    <a:pt x="3609144" y="191753"/>
                  </a:lnTo>
                  <a:lnTo>
                    <a:pt x="3610216" y="190992"/>
                  </a:lnTo>
                  <a:lnTo>
                    <a:pt x="3611287" y="190230"/>
                  </a:lnTo>
                  <a:lnTo>
                    <a:pt x="3612359" y="189468"/>
                  </a:lnTo>
                  <a:lnTo>
                    <a:pt x="3613431" y="188705"/>
                  </a:lnTo>
                  <a:lnTo>
                    <a:pt x="3614502" y="187941"/>
                  </a:lnTo>
                  <a:lnTo>
                    <a:pt x="3615574" y="187177"/>
                  </a:lnTo>
                  <a:lnTo>
                    <a:pt x="3616645" y="186412"/>
                  </a:lnTo>
                  <a:lnTo>
                    <a:pt x="3617717" y="185647"/>
                  </a:lnTo>
                  <a:lnTo>
                    <a:pt x="3618789" y="184881"/>
                  </a:lnTo>
                  <a:lnTo>
                    <a:pt x="3619860" y="184114"/>
                  </a:lnTo>
                  <a:lnTo>
                    <a:pt x="3620932" y="183347"/>
                  </a:lnTo>
                  <a:lnTo>
                    <a:pt x="3622003" y="182579"/>
                  </a:lnTo>
                  <a:lnTo>
                    <a:pt x="3623075" y="181811"/>
                  </a:lnTo>
                  <a:lnTo>
                    <a:pt x="3624147" y="181042"/>
                  </a:lnTo>
                  <a:lnTo>
                    <a:pt x="3625218" y="180272"/>
                  </a:lnTo>
                  <a:lnTo>
                    <a:pt x="3626290" y="179501"/>
                  </a:lnTo>
                  <a:lnTo>
                    <a:pt x="3627361" y="178730"/>
                  </a:lnTo>
                  <a:lnTo>
                    <a:pt x="3628433" y="177959"/>
                  </a:lnTo>
                  <a:lnTo>
                    <a:pt x="3629505" y="177187"/>
                  </a:lnTo>
                  <a:lnTo>
                    <a:pt x="3630576" y="176414"/>
                  </a:lnTo>
                  <a:lnTo>
                    <a:pt x="3631648" y="175640"/>
                  </a:lnTo>
                  <a:lnTo>
                    <a:pt x="3632719" y="174866"/>
                  </a:lnTo>
                  <a:lnTo>
                    <a:pt x="3633791" y="174092"/>
                  </a:lnTo>
                  <a:lnTo>
                    <a:pt x="3634863" y="173316"/>
                  </a:lnTo>
                  <a:lnTo>
                    <a:pt x="3635934" y="172540"/>
                  </a:lnTo>
                  <a:lnTo>
                    <a:pt x="3637006" y="171764"/>
                  </a:lnTo>
                  <a:lnTo>
                    <a:pt x="3638077" y="170987"/>
                  </a:lnTo>
                  <a:lnTo>
                    <a:pt x="3639149" y="170209"/>
                  </a:lnTo>
                  <a:lnTo>
                    <a:pt x="3640221" y="169430"/>
                  </a:lnTo>
                  <a:lnTo>
                    <a:pt x="3641292" y="168651"/>
                  </a:lnTo>
                  <a:lnTo>
                    <a:pt x="3642364" y="167872"/>
                  </a:lnTo>
                  <a:lnTo>
                    <a:pt x="3643435" y="167091"/>
                  </a:lnTo>
                  <a:lnTo>
                    <a:pt x="3644507" y="166311"/>
                  </a:lnTo>
                  <a:lnTo>
                    <a:pt x="3645579" y="165529"/>
                  </a:lnTo>
                  <a:lnTo>
                    <a:pt x="3646650" y="164747"/>
                  </a:lnTo>
                  <a:lnTo>
                    <a:pt x="3647722" y="163964"/>
                  </a:lnTo>
                  <a:lnTo>
                    <a:pt x="3648793" y="163181"/>
                  </a:lnTo>
                  <a:lnTo>
                    <a:pt x="3649865" y="162397"/>
                  </a:lnTo>
                  <a:lnTo>
                    <a:pt x="3650937" y="161613"/>
                  </a:lnTo>
                  <a:lnTo>
                    <a:pt x="3652008" y="160828"/>
                  </a:lnTo>
                  <a:lnTo>
                    <a:pt x="3653080" y="160042"/>
                  </a:lnTo>
                  <a:lnTo>
                    <a:pt x="3654151" y="159255"/>
                  </a:lnTo>
                  <a:lnTo>
                    <a:pt x="3655223" y="158468"/>
                  </a:lnTo>
                  <a:lnTo>
                    <a:pt x="3656295" y="157681"/>
                  </a:lnTo>
                  <a:lnTo>
                    <a:pt x="3657366" y="156893"/>
                  </a:lnTo>
                  <a:lnTo>
                    <a:pt x="3658438" y="156104"/>
                  </a:lnTo>
                  <a:lnTo>
                    <a:pt x="3659509" y="155315"/>
                  </a:lnTo>
                  <a:lnTo>
                    <a:pt x="3660581" y="154525"/>
                  </a:lnTo>
                  <a:lnTo>
                    <a:pt x="3661653" y="153734"/>
                  </a:lnTo>
                  <a:lnTo>
                    <a:pt x="3662724" y="152943"/>
                  </a:lnTo>
                  <a:lnTo>
                    <a:pt x="3663796" y="152151"/>
                  </a:lnTo>
                  <a:lnTo>
                    <a:pt x="3664867" y="151358"/>
                  </a:lnTo>
                  <a:lnTo>
                    <a:pt x="3665939" y="150565"/>
                  </a:lnTo>
                  <a:lnTo>
                    <a:pt x="3667011" y="149772"/>
                  </a:lnTo>
                  <a:lnTo>
                    <a:pt x="3668082" y="148977"/>
                  </a:lnTo>
                  <a:lnTo>
                    <a:pt x="3669154" y="148183"/>
                  </a:lnTo>
                  <a:lnTo>
                    <a:pt x="3670225" y="147387"/>
                  </a:lnTo>
                  <a:lnTo>
                    <a:pt x="3671297" y="146591"/>
                  </a:lnTo>
                  <a:lnTo>
                    <a:pt x="3672369" y="145794"/>
                  </a:lnTo>
                  <a:lnTo>
                    <a:pt x="3673440" y="144997"/>
                  </a:lnTo>
                  <a:lnTo>
                    <a:pt x="3674512" y="144199"/>
                  </a:lnTo>
                  <a:lnTo>
                    <a:pt x="3675583" y="143401"/>
                  </a:lnTo>
                  <a:lnTo>
                    <a:pt x="3676655" y="142602"/>
                  </a:lnTo>
                  <a:lnTo>
                    <a:pt x="3677727" y="141802"/>
                  </a:lnTo>
                  <a:lnTo>
                    <a:pt x="3678798" y="141002"/>
                  </a:lnTo>
                  <a:lnTo>
                    <a:pt x="3679870" y="140201"/>
                  </a:lnTo>
                  <a:lnTo>
                    <a:pt x="3680941" y="139399"/>
                  </a:lnTo>
                  <a:lnTo>
                    <a:pt x="3682013" y="138597"/>
                  </a:lnTo>
                  <a:lnTo>
                    <a:pt x="3683085" y="137795"/>
                  </a:lnTo>
                  <a:lnTo>
                    <a:pt x="3684156" y="136991"/>
                  </a:lnTo>
                  <a:lnTo>
                    <a:pt x="3685228" y="136187"/>
                  </a:lnTo>
                  <a:lnTo>
                    <a:pt x="3686299" y="135383"/>
                  </a:lnTo>
                  <a:lnTo>
                    <a:pt x="3687371" y="134578"/>
                  </a:lnTo>
                  <a:lnTo>
                    <a:pt x="3688443" y="133772"/>
                  </a:lnTo>
                  <a:lnTo>
                    <a:pt x="3689514" y="132966"/>
                  </a:lnTo>
                  <a:lnTo>
                    <a:pt x="3690586" y="132159"/>
                  </a:lnTo>
                  <a:lnTo>
                    <a:pt x="3691657" y="131351"/>
                  </a:lnTo>
                  <a:lnTo>
                    <a:pt x="3692729" y="130543"/>
                  </a:lnTo>
                  <a:lnTo>
                    <a:pt x="3693801" y="129735"/>
                  </a:lnTo>
                  <a:lnTo>
                    <a:pt x="3694872" y="128925"/>
                  </a:lnTo>
                  <a:lnTo>
                    <a:pt x="3695944" y="128115"/>
                  </a:lnTo>
                  <a:lnTo>
                    <a:pt x="3697015" y="127305"/>
                  </a:lnTo>
                  <a:lnTo>
                    <a:pt x="3698087" y="126494"/>
                  </a:lnTo>
                  <a:lnTo>
                    <a:pt x="3699159" y="125682"/>
                  </a:lnTo>
                  <a:lnTo>
                    <a:pt x="3700230" y="124870"/>
                  </a:lnTo>
                  <a:lnTo>
                    <a:pt x="3701302" y="124057"/>
                  </a:lnTo>
                  <a:lnTo>
                    <a:pt x="3702373" y="123243"/>
                  </a:lnTo>
                  <a:lnTo>
                    <a:pt x="3703445" y="122429"/>
                  </a:lnTo>
                  <a:lnTo>
                    <a:pt x="3704517" y="121615"/>
                  </a:lnTo>
                  <a:lnTo>
                    <a:pt x="3705588" y="120799"/>
                  </a:lnTo>
                  <a:lnTo>
                    <a:pt x="3706660" y="119984"/>
                  </a:lnTo>
                  <a:lnTo>
                    <a:pt x="3707731" y="119167"/>
                  </a:lnTo>
                  <a:lnTo>
                    <a:pt x="3708803" y="118350"/>
                  </a:lnTo>
                  <a:lnTo>
                    <a:pt x="3709875" y="117533"/>
                  </a:lnTo>
                  <a:lnTo>
                    <a:pt x="3710946" y="116714"/>
                  </a:lnTo>
                  <a:lnTo>
                    <a:pt x="3712018" y="115895"/>
                  </a:lnTo>
                  <a:lnTo>
                    <a:pt x="3713089" y="115076"/>
                  </a:lnTo>
                  <a:lnTo>
                    <a:pt x="3714161" y="114256"/>
                  </a:lnTo>
                  <a:lnTo>
                    <a:pt x="3715233" y="113435"/>
                  </a:lnTo>
                  <a:lnTo>
                    <a:pt x="3716304" y="112614"/>
                  </a:lnTo>
                  <a:lnTo>
                    <a:pt x="3717376" y="111792"/>
                  </a:lnTo>
                  <a:lnTo>
                    <a:pt x="3718447" y="110970"/>
                  </a:lnTo>
                  <a:lnTo>
                    <a:pt x="3719519" y="110147"/>
                  </a:lnTo>
                  <a:lnTo>
                    <a:pt x="3720591" y="109324"/>
                  </a:lnTo>
                  <a:lnTo>
                    <a:pt x="3721662" y="108499"/>
                  </a:lnTo>
                  <a:lnTo>
                    <a:pt x="3722734" y="107675"/>
                  </a:lnTo>
                  <a:lnTo>
                    <a:pt x="3723805" y="106849"/>
                  </a:lnTo>
                  <a:lnTo>
                    <a:pt x="3724877" y="106023"/>
                  </a:lnTo>
                  <a:lnTo>
                    <a:pt x="3725949" y="105197"/>
                  </a:lnTo>
                  <a:lnTo>
                    <a:pt x="3727020" y="104370"/>
                  </a:lnTo>
                  <a:lnTo>
                    <a:pt x="3728092" y="103542"/>
                  </a:lnTo>
                  <a:lnTo>
                    <a:pt x="3729163" y="102714"/>
                  </a:lnTo>
                  <a:lnTo>
                    <a:pt x="3730235" y="101885"/>
                  </a:lnTo>
                  <a:lnTo>
                    <a:pt x="3731306" y="101055"/>
                  </a:lnTo>
                  <a:lnTo>
                    <a:pt x="3732378" y="100225"/>
                  </a:lnTo>
                  <a:lnTo>
                    <a:pt x="3733450" y="99395"/>
                  </a:lnTo>
                  <a:lnTo>
                    <a:pt x="3734521" y="98564"/>
                  </a:lnTo>
                  <a:lnTo>
                    <a:pt x="3735593" y="97732"/>
                  </a:lnTo>
                  <a:lnTo>
                    <a:pt x="3736664" y="96899"/>
                  </a:lnTo>
                  <a:lnTo>
                    <a:pt x="3737736" y="96066"/>
                  </a:lnTo>
                  <a:lnTo>
                    <a:pt x="3738808" y="95233"/>
                  </a:lnTo>
                  <a:lnTo>
                    <a:pt x="3739879" y="94399"/>
                  </a:lnTo>
                  <a:lnTo>
                    <a:pt x="3740951" y="93564"/>
                  </a:lnTo>
                  <a:lnTo>
                    <a:pt x="3742022" y="92729"/>
                  </a:lnTo>
                  <a:lnTo>
                    <a:pt x="3743094" y="91893"/>
                  </a:lnTo>
                  <a:lnTo>
                    <a:pt x="3744166" y="91056"/>
                  </a:lnTo>
                  <a:lnTo>
                    <a:pt x="3745237" y="90219"/>
                  </a:lnTo>
                  <a:lnTo>
                    <a:pt x="3746309" y="89381"/>
                  </a:lnTo>
                  <a:lnTo>
                    <a:pt x="3747380" y="88543"/>
                  </a:lnTo>
                  <a:lnTo>
                    <a:pt x="3748452" y="87704"/>
                  </a:lnTo>
                  <a:lnTo>
                    <a:pt x="3749524" y="86865"/>
                  </a:lnTo>
                  <a:lnTo>
                    <a:pt x="3750595" y="86025"/>
                  </a:lnTo>
                  <a:lnTo>
                    <a:pt x="3751667" y="85184"/>
                  </a:lnTo>
                  <a:lnTo>
                    <a:pt x="3752738" y="84343"/>
                  </a:lnTo>
                  <a:lnTo>
                    <a:pt x="3753810" y="83501"/>
                  </a:lnTo>
                  <a:lnTo>
                    <a:pt x="3754882" y="82659"/>
                  </a:lnTo>
                  <a:lnTo>
                    <a:pt x="3755953" y="81816"/>
                  </a:lnTo>
                  <a:lnTo>
                    <a:pt x="3757025" y="80972"/>
                  </a:lnTo>
                  <a:lnTo>
                    <a:pt x="3758096" y="80128"/>
                  </a:lnTo>
                  <a:lnTo>
                    <a:pt x="3759168" y="79284"/>
                  </a:lnTo>
                  <a:lnTo>
                    <a:pt x="3760240" y="78438"/>
                  </a:lnTo>
                  <a:lnTo>
                    <a:pt x="3761311" y="77592"/>
                  </a:lnTo>
                  <a:lnTo>
                    <a:pt x="3762383" y="76746"/>
                  </a:lnTo>
                  <a:lnTo>
                    <a:pt x="3763454" y="75899"/>
                  </a:lnTo>
                  <a:lnTo>
                    <a:pt x="3764526" y="75051"/>
                  </a:lnTo>
                  <a:lnTo>
                    <a:pt x="3765598" y="74203"/>
                  </a:lnTo>
                  <a:lnTo>
                    <a:pt x="3766669" y="73354"/>
                  </a:lnTo>
                  <a:lnTo>
                    <a:pt x="3767741" y="72505"/>
                  </a:lnTo>
                  <a:lnTo>
                    <a:pt x="3768812" y="71655"/>
                  </a:lnTo>
                  <a:lnTo>
                    <a:pt x="3769884" y="70805"/>
                  </a:lnTo>
                  <a:lnTo>
                    <a:pt x="3770956" y="69954"/>
                  </a:lnTo>
                  <a:lnTo>
                    <a:pt x="3772027" y="69102"/>
                  </a:lnTo>
                  <a:lnTo>
                    <a:pt x="3773099" y="68250"/>
                  </a:lnTo>
                  <a:lnTo>
                    <a:pt x="3774170" y="67397"/>
                  </a:lnTo>
                  <a:lnTo>
                    <a:pt x="3775242" y="66543"/>
                  </a:lnTo>
                  <a:lnTo>
                    <a:pt x="3776314" y="65689"/>
                  </a:lnTo>
                  <a:lnTo>
                    <a:pt x="3777385" y="64835"/>
                  </a:lnTo>
                  <a:lnTo>
                    <a:pt x="3778457" y="63980"/>
                  </a:lnTo>
                  <a:lnTo>
                    <a:pt x="3779528" y="63124"/>
                  </a:lnTo>
                  <a:lnTo>
                    <a:pt x="3780600" y="62268"/>
                  </a:lnTo>
                  <a:lnTo>
                    <a:pt x="3781672" y="61411"/>
                  </a:lnTo>
                  <a:lnTo>
                    <a:pt x="3782743" y="60553"/>
                  </a:lnTo>
                  <a:lnTo>
                    <a:pt x="3783815" y="59695"/>
                  </a:lnTo>
                  <a:lnTo>
                    <a:pt x="3784886" y="58837"/>
                  </a:lnTo>
                  <a:lnTo>
                    <a:pt x="3785958" y="57977"/>
                  </a:lnTo>
                  <a:lnTo>
                    <a:pt x="3787030" y="57118"/>
                  </a:lnTo>
                  <a:lnTo>
                    <a:pt x="3788101" y="56257"/>
                  </a:lnTo>
                  <a:lnTo>
                    <a:pt x="3789173" y="55396"/>
                  </a:lnTo>
                  <a:lnTo>
                    <a:pt x="3790244" y="54535"/>
                  </a:lnTo>
                  <a:lnTo>
                    <a:pt x="3791316" y="53673"/>
                  </a:lnTo>
                  <a:lnTo>
                    <a:pt x="3792388" y="52810"/>
                  </a:lnTo>
                  <a:lnTo>
                    <a:pt x="3793459" y="51947"/>
                  </a:lnTo>
                  <a:lnTo>
                    <a:pt x="3794531" y="51083"/>
                  </a:lnTo>
                  <a:lnTo>
                    <a:pt x="3795602" y="50219"/>
                  </a:lnTo>
                  <a:lnTo>
                    <a:pt x="3796674" y="49354"/>
                  </a:lnTo>
                  <a:lnTo>
                    <a:pt x="3797746" y="48488"/>
                  </a:lnTo>
                  <a:lnTo>
                    <a:pt x="3798817" y="47622"/>
                  </a:lnTo>
                  <a:lnTo>
                    <a:pt x="3799889" y="46755"/>
                  </a:lnTo>
                  <a:lnTo>
                    <a:pt x="3800960" y="45888"/>
                  </a:lnTo>
                  <a:lnTo>
                    <a:pt x="3802032" y="45020"/>
                  </a:lnTo>
                  <a:lnTo>
                    <a:pt x="3803104" y="44152"/>
                  </a:lnTo>
                  <a:lnTo>
                    <a:pt x="3804175" y="43283"/>
                  </a:lnTo>
                  <a:lnTo>
                    <a:pt x="3805247" y="42413"/>
                  </a:lnTo>
                  <a:lnTo>
                    <a:pt x="3806318" y="41543"/>
                  </a:lnTo>
                  <a:lnTo>
                    <a:pt x="3807390" y="40672"/>
                  </a:lnTo>
                  <a:lnTo>
                    <a:pt x="3808462" y="39801"/>
                  </a:lnTo>
                  <a:lnTo>
                    <a:pt x="3809533" y="38929"/>
                  </a:lnTo>
                  <a:lnTo>
                    <a:pt x="3810605" y="38056"/>
                  </a:lnTo>
                  <a:lnTo>
                    <a:pt x="3811676" y="37183"/>
                  </a:lnTo>
                  <a:lnTo>
                    <a:pt x="3812748" y="36310"/>
                  </a:lnTo>
                  <a:lnTo>
                    <a:pt x="3813820" y="35436"/>
                  </a:lnTo>
                  <a:lnTo>
                    <a:pt x="3814891" y="34561"/>
                  </a:lnTo>
                  <a:lnTo>
                    <a:pt x="3815963" y="33686"/>
                  </a:lnTo>
                  <a:lnTo>
                    <a:pt x="3817034" y="32810"/>
                  </a:lnTo>
                  <a:lnTo>
                    <a:pt x="3818106" y="31933"/>
                  </a:lnTo>
                  <a:lnTo>
                    <a:pt x="3819178" y="31056"/>
                  </a:lnTo>
                  <a:lnTo>
                    <a:pt x="3820249" y="30179"/>
                  </a:lnTo>
                  <a:lnTo>
                    <a:pt x="3821321" y="29300"/>
                  </a:lnTo>
                  <a:lnTo>
                    <a:pt x="3822392" y="28422"/>
                  </a:lnTo>
                  <a:lnTo>
                    <a:pt x="3823464" y="27542"/>
                  </a:lnTo>
                  <a:lnTo>
                    <a:pt x="3824536" y="26662"/>
                  </a:lnTo>
                  <a:lnTo>
                    <a:pt x="3825607" y="25782"/>
                  </a:lnTo>
                  <a:lnTo>
                    <a:pt x="3826679" y="24901"/>
                  </a:lnTo>
                  <a:lnTo>
                    <a:pt x="3827750" y="24019"/>
                  </a:lnTo>
                  <a:lnTo>
                    <a:pt x="3828822" y="23137"/>
                  </a:lnTo>
                  <a:lnTo>
                    <a:pt x="3829894" y="22254"/>
                  </a:lnTo>
                  <a:lnTo>
                    <a:pt x="3830965" y="21371"/>
                  </a:lnTo>
                  <a:lnTo>
                    <a:pt x="3832037" y="20487"/>
                  </a:lnTo>
                  <a:lnTo>
                    <a:pt x="3833108" y="19602"/>
                  </a:lnTo>
                  <a:lnTo>
                    <a:pt x="3834180" y="18717"/>
                  </a:lnTo>
                  <a:lnTo>
                    <a:pt x="3835252" y="17832"/>
                  </a:lnTo>
                  <a:lnTo>
                    <a:pt x="3836323" y="16946"/>
                  </a:lnTo>
                  <a:lnTo>
                    <a:pt x="3837395" y="16059"/>
                  </a:lnTo>
                  <a:lnTo>
                    <a:pt x="3838466" y="15171"/>
                  </a:lnTo>
                  <a:lnTo>
                    <a:pt x="3839538" y="14284"/>
                  </a:lnTo>
                  <a:lnTo>
                    <a:pt x="3840610" y="13395"/>
                  </a:lnTo>
                  <a:lnTo>
                    <a:pt x="3841681" y="12506"/>
                  </a:lnTo>
                  <a:lnTo>
                    <a:pt x="3842753" y="11616"/>
                  </a:lnTo>
                  <a:lnTo>
                    <a:pt x="3843824" y="10726"/>
                  </a:lnTo>
                  <a:lnTo>
                    <a:pt x="3844896" y="9835"/>
                  </a:lnTo>
                  <a:lnTo>
                    <a:pt x="3845968" y="8944"/>
                  </a:lnTo>
                  <a:lnTo>
                    <a:pt x="3847039" y="8052"/>
                  </a:lnTo>
                  <a:lnTo>
                    <a:pt x="3848111" y="7160"/>
                  </a:lnTo>
                  <a:lnTo>
                    <a:pt x="3849182" y="6267"/>
                  </a:lnTo>
                  <a:lnTo>
                    <a:pt x="3850254" y="5373"/>
                  </a:lnTo>
                  <a:lnTo>
                    <a:pt x="3851326" y="4479"/>
                  </a:lnTo>
                  <a:lnTo>
                    <a:pt x="3852397" y="3584"/>
                  </a:lnTo>
                  <a:lnTo>
                    <a:pt x="3853469" y="2689"/>
                  </a:lnTo>
                  <a:lnTo>
                    <a:pt x="3854540" y="1793"/>
                  </a:lnTo>
                  <a:lnTo>
                    <a:pt x="3855612" y="897"/>
                  </a:lnTo>
                  <a:lnTo>
                    <a:pt x="3856684" y="0"/>
                  </a:lnTo>
                  <a:lnTo>
                    <a:pt x="3856684" y="1631693"/>
                  </a:lnTo>
                  <a:lnTo>
                    <a:pt x="3855612" y="1631334"/>
                  </a:lnTo>
                  <a:lnTo>
                    <a:pt x="3854540" y="1630974"/>
                  </a:lnTo>
                  <a:lnTo>
                    <a:pt x="3853469" y="1630614"/>
                  </a:lnTo>
                  <a:lnTo>
                    <a:pt x="3852397" y="1630254"/>
                  </a:lnTo>
                  <a:lnTo>
                    <a:pt x="3851326" y="1629894"/>
                  </a:lnTo>
                  <a:lnTo>
                    <a:pt x="3850254" y="1629534"/>
                  </a:lnTo>
                  <a:lnTo>
                    <a:pt x="3849182" y="1629174"/>
                  </a:lnTo>
                  <a:lnTo>
                    <a:pt x="3848111" y="1628814"/>
                  </a:lnTo>
                  <a:lnTo>
                    <a:pt x="3847039" y="1628453"/>
                  </a:lnTo>
                  <a:lnTo>
                    <a:pt x="3845968" y="1628092"/>
                  </a:lnTo>
                  <a:lnTo>
                    <a:pt x="3844896" y="1627732"/>
                  </a:lnTo>
                  <a:lnTo>
                    <a:pt x="3843824" y="1627371"/>
                  </a:lnTo>
                  <a:lnTo>
                    <a:pt x="3842753" y="1627010"/>
                  </a:lnTo>
                  <a:lnTo>
                    <a:pt x="3841681" y="1626649"/>
                  </a:lnTo>
                  <a:lnTo>
                    <a:pt x="3840610" y="1626288"/>
                  </a:lnTo>
                  <a:lnTo>
                    <a:pt x="3839538" y="1625926"/>
                  </a:lnTo>
                  <a:lnTo>
                    <a:pt x="3838466" y="1625565"/>
                  </a:lnTo>
                  <a:lnTo>
                    <a:pt x="3837395" y="1625204"/>
                  </a:lnTo>
                  <a:lnTo>
                    <a:pt x="3836323" y="1624842"/>
                  </a:lnTo>
                  <a:lnTo>
                    <a:pt x="3835252" y="1624480"/>
                  </a:lnTo>
                  <a:lnTo>
                    <a:pt x="3834180" y="1624118"/>
                  </a:lnTo>
                  <a:lnTo>
                    <a:pt x="3833108" y="1623756"/>
                  </a:lnTo>
                  <a:lnTo>
                    <a:pt x="3832037" y="1623394"/>
                  </a:lnTo>
                  <a:lnTo>
                    <a:pt x="3830965" y="1623032"/>
                  </a:lnTo>
                  <a:lnTo>
                    <a:pt x="3829894" y="1622670"/>
                  </a:lnTo>
                  <a:lnTo>
                    <a:pt x="3828822" y="1622307"/>
                  </a:lnTo>
                  <a:lnTo>
                    <a:pt x="3827750" y="1621945"/>
                  </a:lnTo>
                  <a:lnTo>
                    <a:pt x="3826679" y="1621582"/>
                  </a:lnTo>
                  <a:lnTo>
                    <a:pt x="3825607" y="1621219"/>
                  </a:lnTo>
                  <a:lnTo>
                    <a:pt x="3824536" y="1620857"/>
                  </a:lnTo>
                  <a:lnTo>
                    <a:pt x="3823464" y="1620494"/>
                  </a:lnTo>
                  <a:lnTo>
                    <a:pt x="3822392" y="1620131"/>
                  </a:lnTo>
                  <a:lnTo>
                    <a:pt x="3821321" y="1619767"/>
                  </a:lnTo>
                  <a:lnTo>
                    <a:pt x="3820249" y="1619404"/>
                  </a:lnTo>
                  <a:lnTo>
                    <a:pt x="3819178" y="1619041"/>
                  </a:lnTo>
                  <a:lnTo>
                    <a:pt x="3818106" y="1618677"/>
                  </a:lnTo>
                  <a:lnTo>
                    <a:pt x="3817034" y="1618314"/>
                  </a:lnTo>
                  <a:lnTo>
                    <a:pt x="3815963" y="1617950"/>
                  </a:lnTo>
                  <a:lnTo>
                    <a:pt x="3814891" y="1617586"/>
                  </a:lnTo>
                  <a:lnTo>
                    <a:pt x="3813820" y="1617222"/>
                  </a:lnTo>
                  <a:lnTo>
                    <a:pt x="3812748" y="1616858"/>
                  </a:lnTo>
                  <a:lnTo>
                    <a:pt x="3811676" y="1616494"/>
                  </a:lnTo>
                  <a:lnTo>
                    <a:pt x="3810605" y="1616129"/>
                  </a:lnTo>
                  <a:lnTo>
                    <a:pt x="3809533" y="1615765"/>
                  </a:lnTo>
                  <a:lnTo>
                    <a:pt x="3808462" y="1615401"/>
                  </a:lnTo>
                  <a:lnTo>
                    <a:pt x="3807390" y="1615036"/>
                  </a:lnTo>
                  <a:lnTo>
                    <a:pt x="3806318" y="1614671"/>
                  </a:lnTo>
                  <a:lnTo>
                    <a:pt x="3805247" y="1614306"/>
                  </a:lnTo>
                  <a:lnTo>
                    <a:pt x="3804175" y="1613942"/>
                  </a:lnTo>
                  <a:lnTo>
                    <a:pt x="3803104" y="1613576"/>
                  </a:lnTo>
                  <a:lnTo>
                    <a:pt x="3802032" y="1613211"/>
                  </a:lnTo>
                  <a:lnTo>
                    <a:pt x="3800960" y="1612846"/>
                  </a:lnTo>
                  <a:lnTo>
                    <a:pt x="3799889" y="1612481"/>
                  </a:lnTo>
                  <a:lnTo>
                    <a:pt x="3798817" y="1612115"/>
                  </a:lnTo>
                  <a:lnTo>
                    <a:pt x="3797746" y="1611750"/>
                  </a:lnTo>
                  <a:lnTo>
                    <a:pt x="3796674" y="1611384"/>
                  </a:lnTo>
                  <a:lnTo>
                    <a:pt x="3795602" y="1611018"/>
                  </a:lnTo>
                  <a:lnTo>
                    <a:pt x="3794531" y="1610652"/>
                  </a:lnTo>
                  <a:lnTo>
                    <a:pt x="3793459" y="1610286"/>
                  </a:lnTo>
                  <a:lnTo>
                    <a:pt x="3792388" y="1609920"/>
                  </a:lnTo>
                  <a:lnTo>
                    <a:pt x="3791316" y="1609554"/>
                  </a:lnTo>
                  <a:lnTo>
                    <a:pt x="3790244" y="1609188"/>
                  </a:lnTo>
                  <a:lnTo>
                    <a:pt x="3789173" y="1608821"/>
                  </a:lnTo>
                  <a:lnTo>
                    <a:pt x="3788101" y="1608455"/>
                  </a:lnTo>
                  <a:lnTo>
                    <a:pt x="3787030" y="1608088"/>
                  </a:lnTo>
                  <a:lnTo>
                    <a:pt x="3785958" y="1607721"/>
                  </a:lnTo>
                  <a:lnTo>
                    <a:pt x="3784886" y="1607355"/>
                  </a:lnTo>
                  <a:lnTo>
                    <a:pt x="3783815" y="1606988"/>
                  </a:lnTo>
                  <a:lnTo>
                    <a:pt x="3782743" y="1606621"/>
                  </a:lnTo>
                  <a:lnTo>
                    <a:pt x="3781672" y="1606254"/>
                  </a:lnTo>
                  <a:lnTo>
                    <a:pt x="3780600" y="1605886"/>
                  </a:lnTo>
                  <a:lnTo>
                    <a:pt x="3779528" y="1605519"/>
                  </a:lnTo>
                  <a:lnTo>
                    <a:pt x="3778457" y="1605152"/>
                  </a:lnTo>
                  <a:lnTo>
                    <a:pt x="3777385" y="1604784"/>
                  </a:lnTo>
                  <a:lnTo>
                    <a:pt x="3776314" y="1604416"/>
                  </a:lnTo>
                  <a:lnTo>
                    <a:pt x="3775242" y="1604049"/>
                  </a:lnTo>
                  <a:lnTo>
                    <a:pt x="3774170" y="1603681"/>
                  </a:lnTo>
                  <a:lnTo>
                    <a:pt x="3773099" y="1603313"/>
                  </a:lnTo>
                  <a:lnTo>
                    <a:pt x="3772027" y="1602945"/>
                  </a:lnTo>
                  <a:lnTo>
                    <a:pt x="3770956" y="1602577"/>
                  </a:lnTo>
                  <a:lnTo>
                    <a:pt x="3769884" y="1602208"/>
                  </a:lnTo>
                  <a:lnTo>
                    <a:pt x="3768812" y="1601840"/>
                  </a:lnTo>
                  <a:lnTo>
                    <a:pt x="3767741" y="1601472"/>
                  </a:lnTo>
                  <a:lnTo>
                    <a:pt x="3766669" y="1601103"/>
                  </a:lnTo>
                  <a:lnTo>
                    <a:pt x="3765598" y="1600734"/>
                  </a:lnTo>
                  <a:lnTo>
                    <a:pt x="3764526" y="1600366"/>
                  </a:lnTo>
                  <a:lnTo>
                    <a:pt x="3763454" y="1599997"/>
                  </a:lnTo>
                  <a:lnTo>
                    <a:pt x="3762383" y="1599628"/>
                  </a:lnTo>
                  <a:lnTo>
                    <a:pt x="3761311" y="1599259"/>
                  </a:lnTo>
                  <a:lnTo>
                    <a:pt x="3760240" y="1598890"/>
                  </a:lnTo>
                  <a:lnTo>
                    <a:pt x="3759168" y="1598520"/>
                  </a:lnTo>
                  <a:lnTo>
                    <a:pt x="3758096" y="1598151"/>
                  </a:lnTo>
                  <a:lnTo>
                    <a:pt x="3757025" y="1597782"/>
                  </a:lnTo>
                  <a:lnTo>
                    <a:pt x="3755953" y="1597412"/>
                  </a:lnTo>
                  <a:lnTo>
                    <a:pt x="3754882" y="1597042"/>
                  </a:lnTo>
                  <a:lnTo>
                    <a:pt x="3753810" y="1596673"/>
                  </a:lnTo>
                  <a:lnTo>
                    <a:pt x="3752738" y="1596303"/>
                  </a:lnTo>
                  <a:lnTo>
                    <a:pt x="3751667" y="1595933"/>
                  </a:lnTo>
                  <a:lnTo>
                    <a:pt x="3750595" y="1595563"/>
                  </a:lnTo>
                  <a:lnTo>
                    <a:pt x="3749524" y="1595193"/>
                  </a:lnTo>
                  <a:lnTo>
                    <a:pt x="3748452" y="1594823"/>
                  </a:lnTo>
                  <a:lnTo>
                    <a:pt x="3747380" y="1594452"/>
                  </a:lnTo>
                  <a:lnTo>
                    <a:pt x="3746309" y="1594082"/>
                  </a:lnTo>
                  <a:lnTo>
                    <a:pt x="3745237" y="1593711"/>
                  </a:lnTo>
                  <a:lnTo>
                    <a:pt x="3744166" y="1593341"/>
                  </a:lnTo>
                  <a:lnTo>
                    <a:pt x="3743094" y="1592970"/>
                  </a:lnTo>
                  <a:lnTo>
                    <a:pt x="3742022" y="1592599"/>
                  </a:lnTo>
                  <a:lnTo>
                    <a:pt x="3740951" y="1592228"/>
                  </a:lnTo>
                  <a:lnTo>
                    <a:pt x="3739879" y="1591857"/>
                  </a:lnTo>
                  <a:lnTo>
                    <a:pt x="3738808" y="1591486"/>
                  </a:lnTo>
                  <a:lnTo>
                    <a:pt x="3737736" y="1591115"/>
                  </a:lnTo>
                  <a:lnTo>
                    <a:pt x="3736664" y="1590744"/>
                  </a:lnTo>
                  <a:lnTo>
                    <a:pt x="3735593" y="1590373"/>
                  </a:lnTo>
                  <a:lnTo>
                    <a:pt x="3734521" y="1590001"/>
                  </a:lnTo>
                  <a:lnTo>
                    <a:pt x="3733450" y="1589630"/>
                  </a:lnTo>
                  <a:lnTo>
                    <a:pt x="3732378" y="1589258"/>
                  </a:lnTo>
                  <a:lnTo>
                    <a:pt x="3731306" y="1588886"/>
                  </a:lnTo>
                  <a:lnTo>
                    <a:pt x="3730235" y="1588515"/>
                  </a:lnTo>
                  <a:lnTo>
                    <a:pt x="3729163" y="1588143"/>
                  </a:lnTo>
                  <a:lnTo>
                    <a:pt x="3728092" y="1587771"/>
                  </a:lnTo>
                  <a:lnTo>
                    <a:pt x="3727020" y="1587399"/>
                  </a:lnTo>
                  <a:lnTo>
                    <a:pt x="3725949" y="1587027"/>
                  </a:lnTo>
                  <a:lnTo>
                    <a:pt x="3724877" y="1586654"/>
                  </a:lnTo>
                  <a:lnTo>
                    <a:pt x="3723805" y="1586282"/>
                  </a:lnTo>
                  <a:lnTo>
                    <a:pt x="3722734" y="1585910"/>
                  </a:lnTo>
                  <a:lnTo>
                    <a:pt x="3721662" y="1585537"/>
                  </a:lnTo>
                  <a:lnTo>
                    <a:pt x="3720591" y="1585164"/>
                  </a:lnTo>
                  <a:lnTo>
                    <a:pt x="3719519" y="1584792"/>
                  </a:lnTo>
                  <a:lnTo>
                    <a:pt x="3718447" y="1584419"/>
                  </a:lnTo>
                  <a:lnTo>
                    <a:pt x="3717376" y="1584046"/>
                  </a:lnTo>
                  <a:lnTo>
                    <a:pt x="3716304" y="1583673"/>
                  </a:lnTo>
                  <a:lnTo>
                    <a:pt x="3715233" y="1583300"/>
                  </a:lnTo>
                  <a:lnTo>
                    <a:pt x="3714161" y="1582927"/>
                  </a:lnTo>
                  <a:lnTo>
                    <a:pt x="3713089" y="1582554"/>
                  </a:lnTo>
                  <a:lnTo>
                    <a:pt x="3712018" y="1582180"/>
                  </a:lnTo>
                  <a:lnTo>
                    <a:pt x="3710946" y="1581807"/>
                  </a:lnTo>
                  <a:lnTo>
                    <a:pt x="3709875" y="1581434"/>
                  </a:lnTo>
                  <a:lnTo>
                    <a:pt x="3708803" y="1581060"/>
                  </a:lnTo>
                  <a:lnTo>
                    <a:pt x="3707731" y="1580686"/>
                  </a:lnTo>
                  <a:lnTo>
                    <a:pt x="3706660" y="1580313"/>
                  </a:lnTo>
                  <a:lnTo>
                    <a:pt x="3705588" y="1579939"/>
                  </a:lnTo>
                  <a:lnTo>
                    <a:pt x="3704517" y="1579565"/>
                  </a:lnTo>
                  <a:lnTo>
                    <a:pt x="3703445" y="1579191"/>
                  </a:lnTo>
                  <a:lnTo>
                    <a:pt x="3702373" y="1578817"/>
                  </a:lnTo>
                  <a:lnTo>
                    <a:pt x="3701302" y="1578443"/>
                  </a:lnTo>
                  <a:lnTo>
                    <a:pt x="3700230" y="1578069"/>
                  </a:lnTo>
                  <a:lnTo>
                    <a:pt x="3699159" y="1577694"/>
                  </a:lnTo>
                  <a:lnTo>
                    <a:pt x="3698087" y="1577320"/>
                  </a:lnTo>
                  <a:lnTo>
                    <a:pt x="3697015" y="1576945"/>
                  </a:lnTo>
                  <a:lnTo>
                    <a:pt x="3695944" y="1576571"/>
                  </a:lnTo>
                  <a:lnTo>
                    <a:pt x="3694872" y="1576196"/>
                  </a:lnTo>
                  <a:lnTo>
                    <a:pt x="3693801" y="1575821"/>
                  </a:lnTo>
                  <a:lnTo>
                    <a:pt x="3692729" y="1575447"/>
                  </a:lnTo>
                  <a:lnTo>
                    <a:pt x="3691657" y="1575072"/>
                  </a:lnTo>
                  <a:lnTo>
                    <a:pt x="3690586" y="1574697"/>
                  </a:lnTo>
                  <a:lnTo>
                    <a:pt x="3689514" y="1574322"/>
                  </a:lnTo>
                  <a:lnTo>
                    <a:pt x="3688443" y="1573947"/>
                  </a:lnTo>
                  <a:lnTo>
                    <a:pt x="3687371" y="1573571"/>
                  </a:lnTo>
                  <a:lnTo>
                    <a:pt x="3686299" y="1573196"/>
                  </a:lnTo>
                  <a:lnTo>
                    <a:pt x="3685228" y="1572821"/>
                  </a:lnTo>
                  <a:lnTo>
                    <a:pt x="3684156" y="1572445"/>
                  </a:lnTo>
                  <a:lnTo>
                    <a:pt x="3683085" y="1572070"/>
                  </a:lnTo>
                  <a:lnTo>
                    <a:pt x="3682013" y="1571694"/>
                  </a:lnTo>
                  <a:lnTo>
                    <a:pt x="3680941" y="1571318"/>
                  </a:lnTo>
                  <a:lnTo>
                    <a:pt x="3679870" y="1570943"/>
                  </a:lnTo>
                  <a:lnTo>
                    <a:pt x="3678798" y="1570567"/>
                  </a:lnTo>
                  <a:lnTo>
                    <a:pt x="3677727" y="1570191"/>
                  </a:lnTo>
                  <a:lnTo>
                    <a:pt x="3676655" y="1569815"/>
                  </a:lnTo>
                  <a:lnTo>
                    <a:pt x="3675583" y="1569439"/>
                  </a:lnTo>
                  <a:lnTo>
                    <a:pt x="3674512" y="1569063"/>
                  </a:lnTo>
                  <a:lnTo>
                    <a:pt x="3673440" y="1568687"/>
                  </a:lnTo>
                  <a:lnTo>
                    <a:pt x="3672369" y="1568310"/>
                  </a:lnTo>
                  <a:lnTo>
                    <a:pt x="3671297" y="1567934"/>
                  </a:lnTo>
                  <a:lnTo>
                    <a:pt x="3670225" y="1567558"/>
                  </a:lnTo>
                  <a:lnTo>
                    <a:pt x="3669154" y="1567181"/>
                  </a:lnTo>
                  <a:lnTo>
                    <a:pt x="3668082" y="1566805"/>
                  </a:lnTo>
                  <a:lnTo>
                    <a:pt x="3667011" y="1566428"/>
                  </a:lnTo>
                  <a:lnTo>
                    <a:pt x="3665939" y="1566051"/>
                  </a:lnTo>
                  <a:lnTo>
                    <a:pt x="3664867" y="1565674"/>
                  </a:lnTo>
                  <a:lnTo>
                    <a:pt x="3663796" y="1565297"/>
                  </a:lnTo>
                  <a:lnTo>
                    <a:pt x="3662724" y="1564921"/>
                  </a:lnTo>
                  <a:lnTo>
                    <a:pt x="3661653" y="1564544"/>
                  </a:lnTo>
                  <a:lnTo>
                    <a:pt x="3660581" y="1564166"/>
                  </a:lnTo>
                  <a:lnTo>
                    <a:pt x="3659509" y="1563789"/>
                  </a:lnTo>
                  <a:lnTo>
                    <a:pt x="3658438" y="1563412"/>
                  </a:lnTo>
                  <a:lnTo>
                    <a:pt x="3657366" y="1563035"/>
                  </a:lnTo>
                  <a:lnTo>
                    <a:pt x="3656295" y="1562657"/>
                  </a:lnTo>
                  <a:lnTo>
                    <a:pt x="3655223" y="1562280"/>
                  </a:lnTo>
                  <a:lnTo>
                    <a:pt x="3654151" y="1561903"/>
                  </a:lnTo>
                  <a:lnTo>
                    <a:pt x="3653080" y="1561525"/>
                  </a:lnTo>
                  <a:lnTo>
                    <a:pt x="3652008" y="1561147"/>
                  </a:lnTo>
                  <a:lnTo>
                    <a:pt x="3650937" y="1560770"/>
                  </a:lnTo>
                  <a:lnTo>
                    <a:pt x="3649865" y="1560392"/>
                  </a:lnTo>
                  <a:lnTo>
                    <a:pt x="3648793" y="1560014"/>
                  </a:lnTo>
                  <a:lnTo>
                    <a:pt x="3647722" y="1559636"/>
                  </a:lnTo>
                  <a:lnTo>
                    <a:pt x="3646650" y="1559258"/>
                  </a:lnTo>
                  <a:lnTo>
                    <a:pt x="3645579" y="1558880"/>
                  </a:lnTo>
                  <a:lnTo>
                    <a:pt x="3644507" y="1558502"/>
                  </a:lnTo>
                  <a:lnTo>
                    <a:pt x="3643435" y="1558124"/>
                  </a:lnTo>
                  <a:lnTo>
                    <a:pt x="3642364" y="1557746"/>
                  </a:lnTo>
                  <a:lnTo>
                    <a:pt x="3641292" y="1557367"/>
                  </a:lnTo>
                  <a:lnTo>
                    <a:pt x="3640221" y="1556989"/>
                  </a:lnTo>
                  <a:lnTo>
                    <a:pt x="3639149" y="1556611"/>
                  </a:lnTo>
                  <a:lnTo>
                    <a:pt x="3638077" y="1556232"/>
                  </a:lnTo>
                  <a:lnTo>
                    <a:pt x="3637006" y="1555854"/>
                  </a:lnTo>
                  <a:lnTo>
                    <a:pt x="3635934" y="1555475"/>
                  </a:lnTo>
                  <a:lnTo>
                    <a:pt x="3634863" y="1555096"/>
                  </a:lnTo>
                  <a:lnTo>
                    <a:pt x="3633791" y="1554718"/>
                  </a:lnTo>
                  <a:lnTo>
                    <a:pt x="3632719" y="1554339"/>
                  </a:lnTo>
                  <a:lnTo>
                    <a:pt x="3631648" y="1553960"/>
                  </a:lnTo>
                  <a:lnTo>
                    <a:pt x="3630576" y="1553581"/>
                  </a:lnTo>
                  <a:lnTo>
                    <a:pt x="3629505" y="1553202"/>
                  </a:lnTo>
                  <a:lnTo>
                    <a:pt x="3628433" y="1552823"/>
                  </a:lnTo>
                  <a:lnTo>
                    <a:pt x="3627361" y="1552444"/>
                  </a:lnTo>
                  <a:lnTo>
                    <a:pt x="3626290" y="1552065"/>
                  </a:lnTo>
                  <a:lnTo>
                    <a:pt x="3625218" y="1551685"/>
                  </a:lnTo>
                  <a:lnTo>
                    <a:pt x="3624147" y="1551306"/>
                  </a:lnTo>
                  <a:lnTo>
                    <a:pt x="3623075" y="1550927"/>
                  </a:lnTo>
                  <a:lnTo>
                    <a:pt x="3622003" y="1550548"/>
                  </a:lnTo>
                  <a:lnTo>
                    <a:pt x="3620932" y="1550168"/>
                  </a:lnTo>
                  <a:lnTo>
                    <a:pt x="3619860" y="1549789"/>
                  </a:lnTo>
                  <a:lnTo>
                    <a:pt x="3618789" y="1549409"/>
                  </a:lnTo>
                  <a:lnTo>
                    <a:pt x="3617717" y="1549029"/>
                  </a:lnTo>
                  <a:lnTo>
                    <a:pt x="3616645" y="1548650"/>
                  </a:lnTo>
                  <a:lnTo>
                    <a:pt x="3615574" y="1548270"/>
                  </a:lnTo>
                  <a:lnTo>
                    <a:pt x="3614502" y="1547890"/>
                  </a:lnTo>
                  <a:lnTo>
                    <a:pt x="3613431" y="1547510"/>
                  </a:lnTo>
                  <a:lnTo>
                    <a:pt x="3612359" y="1547131"/>
                  </a:lnTo>
                  <a:lnTo>
                    <a:pt x="3611287" y="1546751"/>
                  </a:lnTo>
                  <a:lnTo>
                    <a:pt x="3610216" y="1546371"/>
                  </a:lnTo>
                  <a:lnTo>
                    <a:pt x="3609144" y="1545991"/>
                  </a:lnTo>
                  <a:lnTo>
                    <a:pt x="3608073" y="1545611"/>
                  </a:lnTo>
                  <a:lnTo>
                    <a:pt x="3607001" y="1545230"/>
                  </a:lnTo>
                  <a:lnTo>
                    <a:pt x="3605929" y="1544850"/>
                  </a:lnTo>
                  <a:lnTo>
                    <a:pt x="3604858" y="1544470"/>
                  </a:lnTo>
                  <a:lnTo>
                    <a:pt x="3603786" y="1544090"/>
                  </a:lnTo>
                  <a:lnTo>
                    <a:pt x="3602715" y="1543709"/>
                  </a:lnTo>
                  <a:lnTo>
                    <a:pt x="3601643" y="1543329"/>
                  </a:lnTo>
                  <a:lnTo>
                    <a:pt x="3600571" y="1542949"/>
                  </a:lnTo>
                  <a:lnTo>
                    <a:pt x="3599500" y="1542568"/>
                  </a:lnTo>
                  <a:lnTo>
                    <a:pt x="3598428" y="1542187"/>
                  </a:lnTo>
                  <a:lnTo>
                    <a:pt x="3597357" y="1541807"/>
                  </a:lnTo>
                  <a:lnTo>
                    <a:pt x="3596285" y="1541426"/>
                  </a:lnTo>
                  <a:lnTo>
                    <a:pt x="3595213" y="1541046"/>
                  </a:lnTo>
                  <a:lnTo>
                    <a:pt x="3594142" y="1540665"/>
                  </a:lnTo>
                  <a:lnTo>
                    <a:pt x="3593070" y="1540284"/>
                  </a:lnTo>
                  <a:lnTo>
                    <a:pt x="3591999" y="1539903"/>
                  </a:lnTo>
                  <a:lnTo>
                    <a:pt x="3590927" y="1539522"/>
                  </a:lnTo>
                  <a:lnTo>
                    <a:pt x="3589855" y="1539142"/>
                  </a:lnTo>
                  <a:lnTo>
                    <a:pt x="3588784" y="1538761"/>
                  </a:lnTo>
                  <a:lnTo>
                    <a:pt x="3587712" y="1538380"/>
                  </a:lnTo>
                  <a:lnTo>
                    <a:pt x="3586641" y="1537999"/>
                  </a:lnTo>
                  <a:lnTo>
                    <a:pt x="3585569" y="1537618"/>
                  </a:lnTo>
                  <a:lnTo>
                    <a:pt x="3584497" y="1537236"/>
                  </a:lnTo>
                  <a:lnTo>
                    <a:pt x="3583426" y="1536855"/>
                  </a:lnTo>
                  <a:lnTo>
                    <a:pt x="3582354" y="1536474"/>
                  </a:lnTo>
                  <a:lnTo>
                    <a:pt x="3581283" y="1536093"/>
                  </a:lnTo>
                  <a:lnTo>
                    <a:pt x="3580211" y="1535712"/>
                  </a:lnTo>
                  <a:lnTo>
                    <a:pt x="3579139" y="1535330"/>
                  </a:lnTo>
                  <a:lnTo>
                    <a:pt x="3578068" y="1534949"/>
                  </a:lnTo>
                  <a:lnTo>
                    <a:pt x="3576996" y="1534568"/>
                  </a:lnTo>
                  <a:lnTo>
                    <a:pt x="3575925" y="1534186"/>
                  </a:lnTo>
                  <a:lnTo>
                    <a:pt x="3574853" y="1533805"/>
                  </a:lnTo>
                  <a:lnTo>
                    <a:pt x="3573781" y="1533423"/>
                  </a:lnTo>
                  <a:lnTo>
                    <a:pt x="3572710" y="1533042"/>
                  </a:lnTo>
                  <a:lnTo>
                    <a:pt x="3571638" y="1532660"/>
                  </a:lnTo>
                  <a:lnTo>
                    <a:pt x="3570567" y="1532278"/>
                  </a:lnTo>
                  <a:lnTo>
                    <a:pt x="3569495" y="1531897"/>
                  </a:lnTo>
                  <a:lnTo>
                    <a:pt x="3568423" y="1531515"/>
                  </a:lnTo>
                  <a:lnTo>
                    <a:pt x="3567352" y="1531133"/>
                  </a:lnTo>
                  <a:lnTo>
                    <a:pt x="3566280" y="1530752"/>
                  </a:lnTo>
                  <a:lnTo>
                    <a:pt x="3565209" y="1530370"/>
                  </a:lnTo>
                  <a:lnTo>
                    <a:pt x="3564137" y="1529988"/>
                  </a:lnTo>
                  <a:lnTo>
                    <a:pt x="3563065" y="1529606"/>
                  </a:lnTo>
                  <a:lnTo>
                    <a:pt x="3561994" y="1529224"/>
                  </a:lnTo>
                  <a:lnTo>
                    <a:pt x="3560922" y="1528842"/>
                  </a:lnTo>
                  <a:lnTo>
                    <a:pt x="3559851" y="1528460"/>
                  </a:lnTo>
                  <a:lnTo>
                    <a:pt x="3558779" y="1528078"/>
                  </a:lnTo>
                  <a:lnTo>
                    <a:pt x="3557707" y="1527696"/>
                  </a:lnTo>
                  <a:lnTo>
                    <a:pt x="3556636" y="1527314"/>
                  </a:lnTo>
                  <a:lnTo>
                    <a:pt x="3555564" y="1526932"/>
                  </a:lnTo>
                  <a:lnTo>
                    <a:pt x="3554493" y="1526550"/>
                  </a:lnTo>
                  <a:lnTo>
                    <a:pt x="3553421" y="1526168"/>
                  </a:lnTo>
                  <a:lnTo>
                    <a:pt x="3552349" y="1525786"/>
                  </a:lnTo>
                  <a:lnTo>
                    <a:pt x="3551278" y="1525404"/>
                  </a:lnTo>
                  <a:lnTo>
                    <a:pt x="3550206" y="1525022"/>
                  </a:lnTo>
                  <a:lnTo>
                    <a:pt x="3549135" y="1524639"/>
                  </a:lnTo>
                  <a:lnTo>
                    <a:pt x="3548063" y="1524257"/>
                  </a:lnTo>
                  <a:lnTo>
                    <a:pt x="3546992" y="1523875"/>
                  </a:lnTo>
                  <a:lnTo>
                    <a:pt x="3545920" y="1523493"/>
                  </a:lnTo>
                  <a:lnTo>
                    <a:pt x="3544848" y="1523110"/>
                  </a:lnTo>
                  <a:lnTo>
                    <a:pt x="3543777" y="1522728"/>
                  </a:lnTo>
                  <a:lnTo>
                    <a:pt x="3542705" y="1522346"/>
                  </a:lnTo>
                  <a:lnTo>
                    <a:pt x="3541634" y="1521963"/>
                  </a:lnTo>
                  <a:lnTo>
                    <a:pt x="3540562" y="1521581"/>
                  </a:lnTo>
                  <a:lnTo>
                    <a:pt x="3539490" y="1521198"/>
                  </a:lnTo>
                  <a:lnTo>
                    <a:pt x="3538419" y="1520816"/>
                  </a:lnTo>
                  <a:lnTo>
                    <a:pt x="3537347" y="1520434"/>
                  </a:lnTo>
                  <a:lnTo>
                    <a:pt x="3536276" y="1520051"/>
                  </a:lnTo>
                  <a:lnTo>
                    <a:pt x="3535204" y="1519669"/>
                  </a:lnTo>
                  <a:lnTo>
                    <a:pt x="3534132" y="1519286"/>
                  </a:lnTo>
                  <a:lnTo>
                    <a:pt x="3533061" y="1518904"/>
                  </a:lnTo>
                  <a:lnTo>
                    <a:pt x="3531989" y="1518521"/>
                  </a:lnTo>
                  <a:lnTo>
                    <a:pt x="3530918" y="1518138"/>
                  </a:lnTo>
                  <a:lnTo>
                    <a:pt x="3529846" y="1517756"/>
                  </a:lnTo>
                  <a:lnTo>
                    <a:pt x="3528774" y="1517373"/>
                  </a:lnTo>
                  <a:lnTo>
                    <a:pt x="3527703" y="1516991"/>
                  </a:lnTo>
                  <a:lnTo>
                    <a:pt x="3526631" y="1516608"/>
                  </a:lnTo>
                  <a:lnTo>
                    <a:pt x="3525560" y="1516225"/>
                  </a:lnTo>
                  <a:lnTo>
                    <a:pt x="3524488" y="1515843"/>
                  </a:lnTo>
                  <a:lnTo>
                    <a:pt x="3523416" y="1515460"/>
                  </a:lnTo>
                  <a:lnTo>
                    <a:pt x="3522345" y="1515077"/>
                  </a:lnTo>
                  <a:lnTo>
                    <a:pt x="3521273" y="1514695"/>
                  </a:lnTo>
                  <a:lnTo>
                    <a:pt x="3520202" y="1514312"/>
                  </a:lnTo>
                  <a:lnTo>
                    <a:pt x="3519130" y="1513929"/>
                  </a:lnTo>
                  <a:lnTo>
                    <a:pt x="3518058" y="1513547"/>
                  </a:lnTo>
                  <a:lnTo>
                    <a:pt x="3516987" y="1513164"/>
                  </a:lnTo>
                  <a:lnTo>
                    <a:pt x="3515915" y="1512781"/>
                  </a:lnTo>
                  <a:lnTo>
                    <a:pt x="3514844" y="1512398"/>
                  </a:lnTo>
                  <a:lnTo>
                    <a:pt x="3513772" y="1512016"/>
                  </a:lnTo>
                  <a:lnTo>
                    <a:pt x="3512700" y="1511633"/>
                  </a:lnTo>
                  <a:lnTo>
                    <a:pt x="3511629" y="1511250"/>
                  </a:lnTo>
                  <a:lnTo>
                    <a:pt x="3510557" y="1510867"/>
                  </a:lnTo>
                  <a:lnTo>
                    <a:pt x="3509486" y="1510485"/>
                  </a:lnTo>
                  <a:lnTo>
                    <a:pt x="3508414" y="1510102"/>
                  </a:lnTo>
                  <a:lnTo>
                    <a:pt x="3507342" y="1509719"/>
                  </a:lnTo>
                  <a:lnTo>
                    <a:pt x="3506271" y="1509336"/>
                  </a:lnTo>
                  <a:lnTo>
                    <a:pt x="3505199" y="1508954"/>
                  </a:lnTo>
                  <a:lnTo>
                    <a:pt x="3504128" y="1508571"/>
                  </a:lnTo>
                  <a:lnTo>
                    <a:pt x="3503056" y="1508188"/>
                  </a:lnTo>
                  <a:lnTo>
                    <a:pt x="3501984" y="1507805"/>
                  </a:lnTo>
                  <a:lnTo>
                    <a:pt x="3500913" y="1507422"/>
                  </a:lnTo>
                  <a:lnTo>
                    <a:pt x="3499841" y="1507040"/>
                  </a:lnTo>
                  <a:lnTo>
                    <a:pt x="3498770" y="1506657"/>
                  </a:lnTo>
                  <a:lnTo>
                    <a:pt x="3497698" y="1506274"/>
                  </a:lnTo>
                  <a:lnTo>
                    <a:pt x="3496626" y="1505891"/>
                  </a:lnTo>
                  <a:lnTo>
                    <a:pt x="3495555" y="1505509"/>
                  </a:lnTo>
                  <a:lnTo>
                    <a:pt x="3494483" y="1505126"/>
                  </a:lnTo>
                  <a:lnTo>
                    <a:pt x="3493412" y="1504743"/>
                  </a:lnTo>
                  <a:lnTo>
                    <a:pt x="3492340" y="1504360"/>
                  </a:lnTo>
                  <a:lnTo>
                    <a:pt x="3491268" y="1503978"/>
                  </a:lnTo>
                  <a:lnTo>
                    <a:pt x="3490197" y="1503595"/>
                  </a:lnTo>
                  <a:lnTo>
                    <a:pt x="3489125" y="1503212"/>
                  </a:lnTo>
                  <a:lnTo>
                    <a:pt x="3488054" y="1502830"/>
                  </a:lnTo>
                  <a:lnTo>
                    <a:pt x="3486982" y="1502447"/>
                  </a:lnTo>
                  <a:lnTo>
                    <a:pt x="3485910" y="1502064"/>
                  </a:lnTo>
                  <a:lnTo>
                    <a:pt x="3484839" y="1501681"/>
                  </a:lnTo>
                  <a:lnTo>
                    <a:pt x="3483767" y="1501299"/>
                  </a:lnTo>
                  <a:lnTo>
                    <a:pt x="3482696" y="1500916"/>
                  </a:lnTo>
                  <a:lnTo>
                    <a:pt x="3481624" y="1500533"/>
                  </a:lnTo>
                  <a:lnTo>
                    <a:pt x="3480552" y="1500151"/>
                  </a:lnTo>
                  <a:lnTo>
                    <a:pt x="3479481" y="1499768"/>
                  </a:lnTo>
                  <a:lnTo>
                    <a:pt x="3478409" y="1499386"/>
                  </a:lnTo>
                  <a:lnTo>
                    <a:pt x="3477338" y="1499003"/>
                  </a:lnTo>
                  <a:lnTo>
                    <a:pt x="3476266" y="1498620"/>
                  </a:lnTo>
                  <a:lnTo>
                    <a:pt x="3475194" y="1498238"/>
                  </a:lnTo>
                  <a:lnTo>
                    <a:pt x="3474123" y="1497855"/>
                  </a:lnTo>
                  <a:lnTo>
                    <a:pt x="3473051" y="1497473"/>
                  </a:lnTo>
                  <a:lnTo>
                    <a:pt x="3471980" y="1497090"/>
                  </a:lnTo>
                  <a:lnTo>
                    <a:pt x="3470908" y="1496708"/>
                  </a:lnTo>
                  <a:lnTo>
                    <a:pt x="3469836" y="1496325"/>
                  </a:lnTo>
                  <a:lnTo>
                    <a:pt x="3468765" y="1495943"/>
                  </a:lnTo>
                  <a:lnTo>
                    <a:pt x="3467693" y="1495560"/>
                  </a:lnTo>
                  <a:lnTo>
                    <a:pt x="3466622" y="1495178"/>
                  </a:lnTo>
                  <a:lnTo>
                    <a:pt x="3465550" y="1494796"/>
                  </a:lnTo>
                  <a:lnTo>
                    <a:pt x="3464478" y="1494413"/>
                  </a:lnTo>
                  <a:lnTo>
                    <a:pt x="3463407" y="1494031"/>
                  </a:lnTo>
                  <a:lnTo>
                    <a:pt x="3462335" y="1493649"/>
                  </a:lnTo>
                  <a:lnTo>
                    <a:pt x="3461264" y="1493266"/>
                  </a:lnTo>
                  <a:lnTo>
                    <a:pt x="3460192" y="1492884"/>
                  </a:lnTo>
                  <a:lnTo>
                    <a:pt x="3459120" y="1492502"/>
                  </a:lnTo>
                  <a:lnTo>
                    <a:pt x="3458049" y="1492120"/>
                  </a:lnTo>
                  <a:lnTo>
                    <a:pt x="3456977" y="1491737"/>
                  </a:lnTo>
                  <a:lnTo>
                    <a:pt x="3455906" y="1491355"/>
                  </a:lnTo>
                  <a:lnTo>
                    <a:pt x="3454834" y="1490973"/>
                  </a:lnTo>
                  <a:lnTo>
                    <a:pt x="3453762" y="1490591"/>
                  </a:lnTo>
                  <a:lnTo>
                    <a:pt x="3452691" y="1490209"/>
                  </a:lnTo>
                  <a:lnTo>
                    <a:pt x="3451619" y="1489827"/>
                  </a:lnTo>
                  <a:lnTo>
                    <a:pt x="3450548" y="1489445"/>
                  </a:lnTo>
                  <a:lnTo>
                    <a:pt x="3449476" y="1489063"/>
                  </a:lnTo>
                  <a:lnTo>
                    <a:pt x="3448404" y="1488681"/>
                  </a:lnTo>
                  <a:lnTo>
                    <a:pt x="3447333" y="1488299"/>
                  </a:lnTo>
                  <a:lnTo>
                    <a:pt x="3446261" y="1487917"/>
                  </a:lnTo>
                  <a:lnTo>
                    <a:pt x="3445190" y="1487536"/>
                  </a:lnTo>
                  <a:lnTo>
                    <a:pt x="3444118" y="1487154"/>
                  </a:lnTo>
                  <a:lnTo>
                    <a:pt x="3443046" y="1486772"/>
                  </a:lnTo>
                  <a:lnTo>
                    <a:pt x="3441975" y="1486390"/>
                  </a:lnTo>
                  <a:lnTo>
                    <a:pt x="3440903" y="1486009"/>
                  </a:lnTo>
                  <a:lnTo>
                    <a:pt x="3439832" y="1485627"/>
                  </a:lnTo>
                  <a:lnTo>
                    <a:pt x="3438760" y="1485246"/>
                  </a:lnTo>
                  <a:lnTo>
                    <a:pt x="3437688" y="1484864"/>
                  </a:lnTo>
                  <a:lnTo>
                    <a:pt x="3436617" y="1484483"/>
                  </a:lnTo>
                  <a:lnTo>
                    <a:pt x="3435545" y="1484101"/>
                  </a:lnTo>
                  <a:lnTo>
                    <a:pt x="3434474" y="1483720"/>
                  </a:lnTo>
                  <a:lnTo>
                    <a:pt x="3433402" y="1483338"/>
                  </a:lnTo>
                  <a:lnTo>
                    <a:pt x="3432330" y="1482957"/>
                  </a:lnTo>
                  <a:lnTo>
                    <a:pt x="3431259" y="1482576"/>
                  </a:lnTo>
                  <a:lnTo>
                    <a:pt x="3430187" y="1482195"/>
                  </a:lnTo>
                  <a:lnTo>
                    <a:pt x="3429116" y="1481813"/>
                  </a:lnTo>
                  <a:lnTo>
                    <a:pt x="3428044" y="1481432"/>
                  </a:lnTo>
                  <a:lnTo>
                    <a:pt x="3426972" y="1481051"/>
                  </a:lnTo>
                  <a:lnTo>
                    <a:pt x="3425901" y="1480670"/>
                  </a:lnTo>
                  <a:lnTo>
                    <a:pt x="3424829" y="1480289"/>
                  </a:lnTo>
                  <a:lnTo>
                    <a:pt x="3423758" y="1479908"/>
                  </a:lnTo>
                  <a:lnTo>
                    <a:pt x="3422686" y="1479527"/>
                  </a:lnTo>
                  <a:lnTo>
                    <a:pt x="3421614" y="1479147"/>
                  </a:lnTo>
                  <a:lnTo>
                    <a:pt x="3420543" y="1478766"/>
                  </a:lnTo>
                  <a:lnTo>
                    <a:pt x="3419471" y="1478385"/>
                  </a:lnTo>
                  <a:lnTo>
                    <a:pt x="3418400" y="1478005"/>
                  </a:lnTo>
                  <a:lnTo>
                    <a:pt x="3417328" y="1477624"/>
                  </a:lnTo>
                  <a:lnTo>
                    <a:pt x="3416256" y="1477243"/>
                  </a:lnTo>
                  <a:lnTo>
                    <a:pt x="3415185" y="1476863"/>
                  </a:lnTo>
                  <a:lnTo>
                    <a:pt x="3414113" y="1476483"/>
                  </a:lnTo>
                  <a:lnTo>
                    <a:pt x="3413042" y="1476102"/>
                  </a:lnTo>
                  <a:lnTo>
                    <a:pt x="3411970" y="1475722"/>
                  </a:lnTo>
                  <a:lnTo>
                    <a:pt x="3410898" y="1475342"/>
                  </a:lnTo>
                  <a:lnTo>
                    <a:pt x="3409827" y="1474962"/>
                  </a:lnTo>
                  <a:lnTo>
                    <a:pt x="3408755" y="1474582"/>
                  </a:lnTo>
                  <a:lnTo>
                    <a:pt x="3407684" y="1474201"/>
                  </a:lnTo>
                  <a:lnTo>
                    <a:pt x="3406612" y="1473822"/>
                  </a:lnTo>
                  <a:lnTo>
                    <a:pt x="3405540" y="1473442"/>
                  </a:lnTo>
                  <a:lnTo>
                    <a:pt x="3404469" y="1473062"/>
                  </a:lnTo>
                  <a:lnTo>
                    <a:pt x="3403397" y="1472682"/>
                  </a:lnTo>
                  <a:lnTo>
                    <a:pt x="3402326" y="1472302"/>
                  </a:lnTo>
                  <a:lnTo>
                    <a:pt x="3401254" y="1471923"/>
                  </a:lnTo>
                  <a:lnTo>
                    <a:pt x="3400182" y="1471543"/>
                  </a:lnTo>
                  <a:lnTo>
                    <a:pt x="3399111" y="1471164"/>
                  </a:lnTo>
                  <a:lnTo>
                    <a:pt x="3398039" y="1470784"/>
                  </a:lnTo>
                  <a:lnTo>
                    <a:pt x="3396968" y="1470405"/>
                  </a:lnTo>
                  <a:lnTo>
                    <a:pt x="3395896" y="1470026"/>
                  </a:lnTo>
                  <a:lnTo>
                    <a:pt x="3394824" y="1469647"/>
                  </a:lnTo>
                  <a:lnTo>
                    <a:pt x="3393753" y="1469267"/>
                  </a:lnTo>
                  <a:lnTo>
                    <a:pt x="3392681" y="1468888"/>
                  </a:lnTo>
                  <a:lnTo>
                    <a:pt x="3391610" y="1468509"/>
                  </a:lnTo>
                  <a:lnTo>
                    <a:pt x="3390538" y="1468131"/>
                  </a:lnTo>
                  <a:lnTo>
                    <a:pt x="3389466" y="1467752"/>
                  </a:lnTo>
                  <a:lnTo>
                    <a:pt x="3388395" y="1467373"/>
                  </a:lnTo>
                  <a:lnTo>
                    <a:pt x="3387323" y="1466994"/>
                  </a:lnTo>
                  <a:lnTo>
                    <a:pt x="3386252" y="1466616"/>
                  </a:lnTo>
                  <a:lnTo>
                    <a:pt x="3385180" y="1466237"/>
                  </a:lnTo>
                  <a:lnTo>
                    <a:pt x="3384108" y="1465859"/>
                  </a:lnTo>
                  <a:lnTo>
                    <a:pt x="3383037" y="1465481"/>
                  </a:lnTo>
                  <a:lnTo>
                    <a:pt x="3381965" y="1465103"/>
                  </a:lnTo>
                  <a:lnTo>
                    <a:pt x="3380894" y="1464724"/>
                  </a:lnTo>
                  <a:lnTo>
                    <a:pt x="3379822" y="1464346"/>
                  </a:lnTo>
                  <a:lnTo>
                    <a:pt x="3378750" y="1463968"/>
                  </a:lnTo>
                  <a:lnTo>
                    <a:pt x="3377679" y="1463591"/>
                  </a:lnTo>
                  <a:lnTo>
                    <a:pt x="3376607" y="1463213"/>
                  </a:lnTo>
                  <a:lnTo>
                    <a:pt x="3375536" y="1462835"/>
                  </a:lnTo>
                  <a:lnTo>
                    <a:pt x="3374464" y="1462458"/>
                  </a:lnTo>
                  <a:lnTo>
                    <a:pt x="3373392" y="1462080"/>
                  </a:lnTo>
                  <a:lnTo>
                    <a:pt x="3372321" y="1461703"/>
                  </a:lnTo>
                  <a:lnTo>
                    <a:pt x="3371249" y="1461325"/>
                  </a:lnTo>
                  <a:lnTo>
                    <a:pt x="3370178" y="1460948"/>
                  </a:lnTo>
                  <a:lnTo>
                    <a:pt x="3369106" y="1460571"/>
                  </a:lnTo>
                  <a:lnTo>
                    <a:pt x="3368035" y="1460194"/>
                  </a:lnTo>
                  <a:lnTo>
                    <a:pt x="3366963" y="1459817"/>
                  </a:lnTo>
                  <a:lnTo>
                    <a:pt x="3365891" y="1459440"/>
                  </a:lnTo>
                  <a:lnTo>
                    <a:pt x="3364820" y="1459064"/>
                  </a:lnTo>
                  <a:lnTo>
                    <a:pt x="3363748" y="1458687"/>
                  </a:lnTo>
                  <a:lnTo>
                    <a:pt x="3362677" y="1458311"/>
                  </a:lnTo>
                  <a:lnTo>
                    <a:pt x="3361605" y="1457934"/>
                  </a:lnTo>
                  <a:lnTo>
                    <a:pt x="3360533" y="1457558"/>
                  </a:lnTo>
                  <a:lnTo>
                    <a:pt x="3359462" y="1457182"/>
                  </a:lnTo>
                  <a:lnTo>
                    <a:pt x="3358390" y="1456806"/>
                  </a:lnTo>
                  <a:lnTo>
                    <a:pt x="3357319" y="1456430"/>
                  </a:lnTo>
                  <a:lnTo>
                    <a:pt x="3356247" y="1456054"/>
                  </a:lnTo>
                  <a:lnTo>
                    <a:pt x="3355175" y="1455678"/>
                  </a:lnTo>
                  <a:lnTo>
                    <a:pt x="3354104" y="1455302"/>
                  </a:lnTo>
                  <a:lnTo>
                    <a:pt x="3353032" y="1454927"/>
                  </a:lnTo>
                  <a:lnTo>
                    <a:pt x="3351961" y="1454552"/>
                  </a:lnTo>
                  <a:lnTo>
                    <a:pt x="3350889" y="1454176"/>
                  </a:lnTo>
                  <a:lnTo>
                    <a:pt x="3349817" y="1453801"/>
                  </a:lnTo>
                  <a:lnTo>
                    <a:pt x="3348746" y="1453426"/>
                  </a:lnTo>
                  <a:lnTo>
                    <a:pt x="3347674" y="1453051"/>
                  </a:lnTo>
                  <a:lnTo>
                    <a:pt x="3346603" y="1452676"/>
                  </a:lnTo>
                  <a:lnTo>
                    <a:pt x="3345531" y="1452302"/>
                  </a:lnTo>
                  <a:lnTo>
                    <a:pt x="3344459" y="1451927"/>
                  </a:lnTo>
                  <a:lnTo>
                    <a:pt x="3343388" y="1451553"/>
                  </a:lnTo>
                  <a:lnTo>
                    <a:pt x="3342316" y="1451178"/>
                  </a:lnTo>
                  <a:lnTo>
                    <a:pt x="3341245" y="1450804"/>
                  </a:lnTo>
                  <a:lnTo>
                    <a:pt x="3340173" y="1450430"/>
                  </a:lnTo>
                  <a:lnTo>
                    <a:pt x="3339101" y="1450056"/>
                  </a:lnTo>
                  <a:lnTo>
                    <a:pt x="3338030" y="1449682"/>
                  </a:lnTo>
                  <a:lnTo>
                    <a:pt x="3336958" y="1449308"/>
                  </a:lnTo>
                  <a:lnTo>
                    <a:pt x="3335887" y="1448935"/>
                  </a:lnTo>
                  <a:lnTo>
                    <a:pt x="3334815" y="1448561"/>
                  </a:lnTo>
                  <a:lnTo>
                    <a:pt x="3333743" y="1448188"/>
                  </a:lnTo>
                  <a:lnTo>
                    <a:pt x="3332672" y="1447815"/>
                  </a:lnTo>
                  <a:lnTo>
                    <a:pt x="3331600" y="1447442"/>
                  </a:lnTo>
                  <a:lnTo>
                    <a:pt x="3330529" y="1447069"/>
                  </a:lnTo>
                  <a:lnTo>
                    <a:pt x="3329457" y="1446696"/>
                  </a:lnTo>
                  <a:lnTo>
                    <a:pt x="3328385" y="1446323"/>
                  </a:lnTo>
                  <a:lnTo>
                    <a:pt x="3327314" y="1445951"/>
                  </a:lnTo>
                  <a:lnTo>
                    <a:pt x="3326242" y="1445579"/>
                  </a:lnTo>
                  <a:lnTo>
                    <a:pt x="3325171" y="1445206"/>
                  </a:lnTo>
                  <a:lnTo>
                    <a:pt x="3324099" y="1444834"/>
                  </a:lnTo>
                  <a:lnTo>
                    <a:pt x="3323027" y="1444462"/>
                  </a:lnTo>
                  <a:lnTo>
                    <a:pt x="3321956" y="1444091"/>
                  </a:lnTo>
                  <a:lnTo>
                    <a:pt x="3320884" y="1443719"/>
                  </a:lnTo>
                  <a:lnTo>
                    <a:pt x="3319813" y="1443347"/>
                  </a:lnTo>
                  <a:lnTo>
                    <a:pt x="3318741" y="1442976"/>
                  </a:lnTo>
                  <a:lnTo>
                    <a:pt x="3317669" y="1442605"/>
                  </a:lnTo>
                  <a:lnTo>
                    <a:pt x="3316598" y="1442234"/>
                  </a:lnTo>
                  <a:lnTo>
                    <a:pt x="3315526" y="1441863"/>
                  </a:lnTo>
                  <a:lnTo>
                    <a:pt x="3314455" y="1441492"/>
                  </a:lnTo>
                  <a:lnTo>
                    <a:pt x="3313383" y="1441121"/>
                  </a:lnTo>
                  <a:lnTo>
                    <a:pt x="3312311" y="1440751"/>
                  </a:lnTo>
                  <a:lnTo>
                    <a:pt x="3311240" y="1440381"/>
                  </a:lnTo>
                  <a:lnTo>
                    <a:pt x="3310168" y="1440010"/>
                  </a:lnTo>
                  <a:lnTo>
                    <a:pt x="3309097" y="1439640"/>
                  </a:lnTo>
                  <a:lnTo>
                    <a:pt x="3308025" y="1439271"/>
                  </a:lnTo>
                  <a:lnTo>
                    <a:pt x="3306953" y="1438901"/>
                  </a:lnTo>
                  <a:lnTo>
                    <a:pt x="3305882" y="1438531"/>
                  </a:lnTo>
                  <a:lnTo>
                    <a:pt x="3304810" y="1438162"/>
                  </a:lnTo>
                  <a:lnTo>
                    <a:pt x="3303739" y="1437793"/>
                  </a:lnTo>
                  <a:lnTo>
                    <a:pt x="3302667" y="1437424"/>
                  </a:lnTo>
                  <a:lnTo>
                    <a:pt x="3301595" y="1437055"/>
                  </a:lnTo>
                  <a:lnTo>
                    <a:pt x="3300524" y="1436686"/>
                  </a:lnTo>
                  <a:lnTo>
                    <a:pt x="3299452" y="1436318"/>
                  </a:lnTo>
                  <a:lnTo>
                    <a:pt x="3298381" y="1435949"/>
                  </a:lnTo>
                  <a:lnTo>
                    <a:pt x="3297309" y="1435581"/>
                  </a:lnTo>
                  <a:lnTo>
                    <a:pt x="3296237" y="1435213"/>
                  </a:lnTo>
                  <a:lnTo>
                    <a:pt x="3295166" y="1434845"/>
                  </a:lnTo>
                  <a:lnTo>
                    <a:pt x="3294094" y="1434478"/>
                  </a:lnTo>
                  <a:lnTo>
                    <a:pt x="3293023" y="1434110"/>
                  </a:lnTo>
                  <a:lnTo>
                    <a:pt x="3291951" y="1433743"/>
                  </a:lnTo>
                  <a:lnTo>
                    <a:pt x="3290879" y="1433376"/>
                  </a:lnTo>
                  <a:lnTo>
                    <a:pt x="3289808" y="1433009"/>
                  </a:lnTo>
                  <a:lnTo>
                    <a:pt x="3288736" y="1432642"/>
                  </a:lnTo>
                  <a:lnTo>
                    <a:pt x="3287665" y="1432275"/>
                  </a:lnTo>
                  <a:lnTo>
                    <a:pt x="3286593" y="1431909"/>
                  </a:lnTo>
                  <a:lnTo>
                    <a:pt x="3285521" y="1431543"/>
                  </a:lnTo>
                  <a:lnTo>
                    <a:pt x="3284450" y="1431177"/>
                  </a:lnTo>
                  <a:lnTo>
                    <a:pt x="3283378" y="1430811"/>
                  </a:lnTo>
                  <a:lnTo>
                    <a:pt x="3282307" y="1430445"/>
                  </a:lnTo>
                  <a:lnTo>
                    <a:pt x="3281235" y="1430079"/>
                  </a:lnTo>
                  <a:lnTo>
                    <a:pt x="3280163" y="1429714"/>
                  </a:lnTo>
                  <a:lnTo>
                    <a:pt x="3279092" y="1429349"/>
                  </a:lnTo>
                  <a:lnTo>
                    <a:pt x="3278020" y="1428984"/>
                  </a:lnTo>
                  <a:lnTo>
                    <a:pt x="3276949" y="1428619"/>
                  </a:lnTo>
                  <a:lnTo>
                    <a:pt x="3275877" y="1428255"/>
                  </a:lnTo>
                  <a:lnTo>
                    <a:pt x="3274805" y="1427890"/>
                  </a:lnTo>
                  <a:lnTo>
                    <a:pt x="3273734" y="1427526"/>
                  </a:lnTo>
                  <a:lnTo>
                    <a:pt x="3272662" y="1427162"/>
                  </a:lnTo>
                  <a:lnTo>
                    <a:pt x="3271591" y="1426799"/>
                  </a:lnTo>
                  <a:lnTo>
                    <a:pt x="3270519" y="1426435"/>
                  </a:lnTo>
                  <a:lnTo>
                    <a:pt x="3269447" y="1426072"/>
                  </a:lnTo>
                  <a:lnTo>
                    <a:pt x="3268376" y="1425708"/>
                  </a:lnTo>
                  <a:lnTo>
                    <a:pt x="3267304" y="1425346"/>
                  </a:lnTo>
                  <a:lnTo>
                    <a:pt x="3266233" y="1424983"/>
                  </a:lnTo>
                  <a:lnTo>
                    <a:pt x="3265161" y="1424620"/>
                  </a:lnTo>
                  <a:lnTo>
                    <a:pt x="3264089" y="1424258"/>
                  </a:lnTo>
                  <a:lnTo>
                    <a:pt x="3263018" y="1423896"/>
                  </a:lnTo>
                  <a:lnTo>
                    <a:pt x="3261946" y="1423534"/>
                  </a:lnTo>
                  <a:lnTo>
                    <a:pt x="3260875" y="1423172"/>
                  </a:lnTo>
                  <a:lnTo>
                    <a:pt x="3259803" y="1422811"/>
                  </a:lnTo>
                  <a:lnTo>
                    <a:pt x="3258731" y="1422449"/>
                  </a:lnTo>
                  <a:lnTo>
                    <a:pt x="3257660" y="1422088"/>
                  </a:lnTo>
                  <a:lnTo>
                    <a:pt x="3256588" y="1421728"/>
                  </a:lnTo>
                  <a:lnTo>
                    <a:pt x="3255517" y="1421367"/>
                  </a:lnTo>
                  <a:lnTo>
                    <a:pt x="3254445" y="1421007"/>
                  </a:lnTo>
                  <a:lnTo>
                    <a:pt x="3253373" y="1420646"/>
                  </a:lnTo>
                  <a:lnTo>
                    <a:pt x="3252302" y="1420286"/>
                  </a:lnTo>
                  <a:lnTo>
                    <a:pt x="3251230" y="1419927"/>
                  </a:lnTo>
                  <a:lnTo>
                    <a:pt x="3250159" y="1419567"/>
                  </a:lnTo>
                  <a:lnTo>
                    <a:pt x="3249087" y="1419208"/>
                  </a:lnTo>
                  <a:lnTo>
                    <a:pt x="3248015" y="1418849"/>
                  </a:lnTo>
                  <a:lnTo>
                    <a:pt x="3246944" y="1418490"/>
                  </a:lnTo>
                  <a:lnTo>
                    <a:pt x="3245872" y="1418132"/>
                  </a:lnTo>
                  <a:lnTo>
                    <a:pt x="3244801" y="1417773"/>
                  </a:lnTo>
                  <a:lnTo>
                    <a:pt x="3243729" y="1417415"/>
                  </a:lnTo>
                  <a:lnTo>
                    <a:pt x="3242657" y="1417057"/>
                  </a:lnTo>
                  <a:lnTo>
                    <a:pt x="3241586" y="1416700"/>
                  </a:lnTo>
                  <a:lnTo>
                    <a:pt x="3240514" y="1416342"/>
                  </a:lnTo>
                  <a:lnTo>
                    <a:pt x="3239443" y="1415985"/>
                  </a:lnTo>
                  <a:lnTo>
                    <a:pt x="3238371" y="1415628"/>
                  </a:lnTo>
                  <a:lnTo>
                    <a:pt x="3237299" y="1415271"/>
                  </a:lnTo>
                  <a:lnTo>
                    <a:pt x="3236228" y="1414915"/>
                  </a:lnTo>
                  <a:lnTo>
                    <a:pt x="3235156" y="1414559"/>
                  </a:lnTo>
                  <a:lnTo>
                    <a:pt x="3234085" y="1414203"/>
                  </a:lnTo>
                  <a:lnTo>
                    <a:pt x="3233013" y="1413847"/>
                  </a:lnTo>
                  <a:lnTo>
                    <a:pt x="3231941" y="1413492"/>
                  </a:lnTo>
                  <a:lnTo>
                    <a:pt x="3230870" y="1413136"/>
                  </a:lnTo>
                  <a:lnTo>
                    <a:pt x="3229798" y="1412781"/>
                  </a:lnTo>
                  <a:lnTo>
                    <a:pt x="3228727" y="1412427"/>
                  </a:lnTo>
                  <a:lnTo>
                    <a:pt x="3227655" y="1412072"/>
                  </a:lnTo>
                  <a:lnTo>
                    <a:pt x="3226583" y="1411718"/>
                  </a:lnTo>
                  <a:lnTo>
                    <a:pt x="3225512" y="1411364"/>
                  </a:lnTo>
                  <a:lnTo>
                    <a:pt x="3224440" y="1411010"/>
                  </a:lnTo>
                  <a:lnTo>
                    <a:pt x="3223369" y="1410657"/>
                  </a:lnTo>
                  <a:lnTo>
                    <a:pt x="3222297" y="1410304"/>
                  </a:lnTo>
                  <a:lnTo>
                    <a:pt x="3221225" y="1409951"/>
                  </a:lnTo>
                  <a:lnTo>
                    <a:pt x="3220154" y="1409598"/>
                  </a:lnTo>
                  <a:lnTo>
                    <a:pt x="3219082" y="1409246"/>
                  </a:lnTo>
                  <a:lnTo>
                    <a:pt x="3218011" y="1408894"/>
                  </a:lnTo>
                  <a:lnTo>
                    <a:pt x="3216939" y="1408542"/>
                  </a:lnTo>
                  <a:lnTo>
                    <a:pt x="3215867" y="1408191"/>
                  </a:lnTo>
                  <a:lnTo>
                    <a:pt x="3214796" y="1407839"/>
                  </a:lnTo>
                  <a:lnTo>
                    <a:pt x="3213724" y="1407488"/>
                  </a:lnTo>
                  <a:lnTo>
                    <a:pt x="3212653" y="1407138"/>
                  </a:lnTo>
                  <a:lnTo>
                    <a:pt x="3211581" y="1406787"/>
                  </a:lnTo>
                  <a:lnTo>
                    <a:pt x="3210509" y="1406437"/>
                  </a:lnTo>
                  <a:lnTo>
                    <a:pt x="3209438" y="1406087"/>
                  </a:lnTo>
                  <a:lnTo>
                    <a:pt x="3208366" y="1405737"/>
                  </a:lnTo>
                  <a:lnTo>
                    <a:pt x="3207295" y="1405388"/>
                  </a:lnTo>
                  <a:lnTo>
                    <a:pt x="3206223" y="1405039"/>
                  </a:lnTo>
                  <a:lnTo>
                    <a:pt x="3205151" y="1404690"/>
                  </a:lnTo>
                  <a:lnTo>
                    <a:pt x="3204080" y="1404342"/>
                  </a:lnTo>
                  <a:lnTo>
                    <a:pt x="3203008" y="1403994"/>
                  </a:lnTo>
                  <a:lnTo>
                    <a:pt x="3201937" y="1403646"/>
                  </a:lnTo>
                  <a:lnTo>
                    <a:pt x="3200865" y="1403298"/>
                  </a:lnTo>
                  <a:lnTo>
                    <a:pt x="3199793" y="1402951"/>
                  </a:lnTo>
                  <a:lnTo>
                    <a:pt x="3198722" y="1402604"/>
                  </a:lnTo>
                  <a:lnTo>
                    <a:pt x="3197650" y="1402257"/>
                  </a:lnTo>
                  <a:lnTo>
                    <a:pt x="3196579" y="1401911"/>
                  </a:lnTo>
                  <a:lnTo>
                    <a:pt x="3195507" y="1401565"/>
                  </a:lnTo>
                  <a:lnTo>
                    <a:pt x="3194436" y="1401219"/>
                  </a:lnTo>
                  <a:lnTo>
                    <a:pt x="3193364" y="1400873"/>
                  </a:lnTo>
                  <a:lnTo>
                    <a:pt x="3192292" y="1400528"/>
                  </a:lnTo>
                  <a:lnTo>
                    <a:pt x="3191221" y="1400183"/>
                  </a:lnTo>
                  <a:lnTo>
                    <a:pt x="3190149" y="1399838"/>
                  </a:lnTo>
                  <a:lnTo>
                    <a:pt x="3189078" y="1399494"/>
                  </a:lnTo>
                  <a:lnTo>
                    <a:pt x="3188006" y="1399150"/>
                  </a:lnTo>
                  <a:lnTo>
                    <a:pt x="3186934" y="1398806"/>
                  </a:lnTo>
                  <a:lnTo>
                    <a:pt x="3185863" y="1398463"/>
                  </a:lnTo>
                  <a:lnTo>
                    <a:pt x="3184791" y="1398120"/>
                  </a:lnTo>
                  <a:lnTo>
                    <a:pt x="3183720" y="1397777"/>
                  </a:lnTo>
                  <a:lnTo>
                    <a:pt x="3182648" y="1397435"/>
                  </a:lnTo>
                  <a:lnTo>
                    <a:pt x="3181576" y="1397093"/>
                  </a:lnTo>
                  <a:lnTo>
                    <a:pt x="3180505" y="1396751"/>
                  </a:lnTo>
                  <a:lnTo>
                    <a:pt x="3179433" y="1396410"/>
                  </a:lnTo>
                  <a:lnTo>
                    <a:pt x="3178362" y="1396068"/>
                  </a:lnTo>
                  <a:lnTo>
                    <a:pt x="3177290" y="1395728"/>
                  </a:lnTo>
                  <a:lnTo>
                    <a:pt x="3176218" y="1395387"/>
                  </a:lnTo>
                  <a:lnTo>
                    <a:pt x="3175147" y="1395047"/>
                  </a:lnTo>
                  <a:lnTo>
                    <a:pt x="3174075" y="1394707"/>
                  </a:lnTo>
                  <a:lnTo>
                    <a:pt x="3173004" y="1394368"/>
                  </a:lnTo>
                  <a:lnTo>
                    <a:pt x="3171932" y="1394029"/>
                  </a:lnTo>
                  <a:lnTo>
                    <a:pt x="3170860" y="1393690"/>
                  </a:lnTo>
                  <a:lnTo>
                    <a:pt x="3169789" y="1393351"/>
                  </a:lnTo>
                  <a:lnTo>
                    <a:pt x="3168717" y="1393013"/>
                  </a:lnTo>
                  <a:lnTo>
                    <a:pt x="3167646" y="1392675"/>
                  </a:lnTo>
                  <a:lnTo>
                    <a:pt x="3166574" y="1392338"/>
                  </a:lnTo>
                  <a:lnTo>
                    <a:pt x="3165502" y="1392001"/>
                  </a:lnTo>
                  <a:lnTo>
                    <a:pt x="3164431" y="1391664"/>
                  </a:lnTo>
                  <a:lnTo>
                    <a:pt x="3163359" y="1391328"/>
                  </a:lnTo>
                  <a:lnTo>
                    <a:pt x="3162288" y="1390992"/>
                  </a:lnTo>
                  <a:lnTo>
                    <a:pt x="3161216" y="1390656"/>
                  </a:lnTo>
                  <a:lnTo>
                    <a:pt x="3160144" y="1390320"/>
                  </a:lnTo>
                  <a:lnTo>
                    <a:pt x="3159073" y="1389985"/>
                  </a:lnTo>
                  <a:lnTo>
                    <a:pt x="3158001" y="1389651"/>
                  </a:lnTo>
                  <a:lnTo>
                    <a:pt x="3156930" y="1389316"/>
                  </a:lnTo>
                  <a:lnTo>
                    <a:pt x="3155858" y="1388983"/>
                  </a:lnTo>
                  <a:lnTo>
                    <a:pt x="3154786" y="1388649"/>
                  </a:lnTo>
                  <a:lnTo>
                    <a:pt x="3153715" y="1388316"/>
                  </a:lnTo>
                  <a:lnTo>
                    <a:pt x="3152643" y="1387983"/>
                  </a:lnTo>
                  <a:lnTo>
                    <a:pt x="3151572" y="1387650"/>
                  </a:lnTo>
                  <a:lnTo>
                    <a:pt x="3150500" y="1387318"/>
                  </a:lnTo>
                  <a:lnTo>
                    <a:pt x="3149428" y="1386986"/>
                  </a:lnTo>
                  <a:lnTo>
                    <a:pt x="3148357" y="1386655"/>
                  </a:lnTo>
                  <a:lnTo>
                    <a:pt x="3147285" y="1386324"/>
                  </a:lnTo>
                  <a:lnTo>
                    <a:pt x="3146214" y="1385993"/>
                  </a:lnTo>
                  <a:lnTo>
                    <a:pt x="3145142" y="1385663"/>
                  </a:lnTo>
                  <a:lnTo>
                    <a:pt x="3144070" y="1385333"/>
                  </a:lnTo>
                  <a:lnTo>
                    <a:pt x="3142999" y="1385004"/>
                  </a:lnTo>
                  <a:lnTo>
                    <a:pt x="3141927" y="1384675"/>
                  </a:lnTo>
                  <a:lnTo>
                    <a:pt x="3140856" y="1384346"/>
                  </a:lnTo>
                  <a:lnTo>
                    <a:pt x="3139784" y="1384017"/>
                  </a:lnTo>
                  <a:lnTo>
                    <a:pt x="3138712" y="1383689"/>
                  </a:lnTo>
                  <a:lnTo>
                    <a:pt x="3137641" y="1383362"/>
                  </a:lnTo>
                  <a:lnTo>
                    <a:pt x="3136569" y="1383035"/>
                  </a:lnTo>
                  <a:lnTo>
                    <a:pt x="3135498" y="1382708"/>
                  </a:lnTo>
                  <a:lnTo>
                    <a:pt x="3134426" y="1382381"/>
                  </a:lnTo>
                  <a:lnTo>
                    <a:pt x="3133354" y="1382055"/>
                  </a:lnTo>
                  <a:lnTo>
                    <a:pt x="3132283" y="1381730"/>
                  </a:lnTo>
                  <a:lnTo>
                    <a:pt x="3131211" y="1381405"/>
                  </a:lnTo>
                  <a:lnTo>
                    <a:pt x="3130140" y="1381080"/>
                  </a:lnTo>
                  <a:lnTo>
                    <a:pt x="3129068" y="1380755"/>
                  </a:lnTo>
                  <a:lnTo>
                    <a:pt x="3127996" y="1380431"/>
                  </a:lnTo>
                  <a:lnTo>
                    <a:pt x="3126925" y="1380108"/>
                  </a:lnTo>
                  <a:lnTo>
                    <a:pt x="3125853" y="1379784"/>
                  </a:lnTo>
                  <a:lnTo>
                    <a:pt x="3124782" y="1379462"/>
                  </a:lnTo>
                  <a:lnTo>
                    <a:pt x="3123710" y="1379139"/>
                  </a:lnTo>
                  <a:lnTo>
                    <a:pt x="3122638" y="1378817"/>
                  </a:lnTo>
                  <a:lnTo>
                    <a:pt x="3121567" y="1378496"/>
                  </a:lnTo>
                  <a:lnTo>
                    <a:pt x="3120495" y="1378174"/>
                  </a:lnTo>
                  <a:lnTo>
                    <a:pt x="3119424" y="1377854"/>
                  </a:lnTo>
                  <a:lnTo>
                    <a:pt x="3118352" y="1377533"/>
                  </a:lnTo>
                  <a:lnTo>
                    <a:pt x="3117280" y="1377213"/>
                  </a:lnTo>
                  <a:lnTo>
                    <a:pt x="3116209" y="1376894"/>
                  </a:lnTo>
                  <a:lnTo>
                    <a:pt x="3115137" y="1376575"/>
                  </a:lnTo>
                  <a:lnTo>
                    <a:pt x="3114066" y="1376256"/>
                  </a:lnTo>
                  <a:lnTo>
                    <a:pt x="3112994" y="1375938"/>
                  </a:lnTo>
                  <a:lnTo>
                    <a:pt x="3111922" y="1375620"/>
                  </a:lnTo>
                  <a:lnTo>
                    <a:pt x="3110851" y="1375303"/>
                  </a:lnTo>
                  <a:lnTo>
                    <a:pt x="3109779" y="1374986"/>
                  </a:lnTo>
                  <a:lnTo>
                    <a:pt x="3108708" y="1374669"/>
                  </a:lnTo>
                  <a:lnTo>
                    <a:pt x="3107636" y="1374353"/>
                  </a:lnTo>
                  <a:lnTo>
                    <a:pt x="3106564" y="1374038"/>
                  </a:lnTo>
                  <a:lnTo>
                    <a:pt x="3105493" y="1373723"/>
                  </a:lnTo>
                  <a:lnTo>
                    <a:pt x="3104421" y="1373408"/>
                  </a:lnTo>
                  <a:lnTo>
                    <a:pt x="3103350" y="1373093"/>
                  </a:lnTo>
                  <a:lnTo>
                    <a:pt x="3102278" y="1372780"/>
                  </a:lnTo>
                  <a:lnTo>
                    <a:pt x="3101206" y="1372466"/>
                  </a:lnTo>
                  <a:lnTo>
                    <a:pt x="3100135" y="1372153"/>
                  </a:lnTo>
                  <a:lnTo>
                    <a:pt x="3099063" y="1371841"/>
                  </a:lnTo>
                  <a:lnTo>
                    <a:pt x="3097992" y="1371529"/>
                  </a:lnTo>
                  <a:lnTo>
                    <a:pt x="3096920" y="1371217"/>
                  </a:lnTo>
                  <a:lnTo>
                    <a:pt x="3095848" y="1370906"/>
                  </a:lnTo>
                  <a:lnTo>
                    <a:pt x="3094777" y="1370595"/>
                  </a:lnTo>
                  <a:lnTo>
                    <a:pt x="3093705" y="1370285"/>
                  </a:lnTo>
                  <a:lnTo>
                    <a:pt x="3092634" y="1369975"/>
                  </a:lnTo>
                  <a:lnTo>
                    <a:pt x="3091562" y="1369666"/>
                  </a:lnTo>
                  <a:lnTo>
                    <a:pt x="3090490" y="1369357"/>
                  </a:lnTo>
                  <a:lnTo>
                    <a:pt x="3089419" y="1369049"/>
                  </a:lnTo>
                  <a:lnTo>
                    <a:pt x="3088347" y="1368741"/>
                  </a:lnTo>
                  <a:lnTo>
                    <a:pt x="3087276" y="1368434"/>
                  </a:lnTo>
                  <a:lnTo>
                    <a:pt x="3086204" y="1368127"/>
                  </a:lnTo>
                  <a:lnTo>
                    <a:pt x="3085132" y="1367820"/>
                  </a:lnTo>
                  <a:lnTo>
                    <a:pt x="3084061" y="1367514"/>
                  </a:lnTo>
                  <a:lnTo>
                    <a:pt x="3082989" y="1367209"/>
                  </a:lnTo>
                  <a:lnTo>
                    <a:pt x="3081918" y="1366904"/>
                  </a:lnTo>
                  <a:lnTo>
                    <a:pt x="3080846" y="1366599"/>
                  </a:lnTo>
                  <a:lnTo>
                    <a:pt x="3079774" y="1366295"/>
                  </a:lnTo>
                  <a:lnTo>
                    <a:pt x="3078703" y="1365991"/>
                  </a:lnTo>
                  <a:lnTo>
                    <a:pt x="3077631" y="1365688"/>
                  </a:lnTo>
                  <a:lnTo>
                    <a:pt x="3076560" y="1365386"/>
                  </a:lnTo>
                  <a:lnTo>
                    <a:pt x="3075488" y="1365084"/>
                  </a:lnTo>
                  <a:lnTo>
                    <a:pt x="3074416" y="1364782"/>
                  </a:lnTo>
                  <a:lnTo>
                    <a:pt x="3073345" y="1364481"/>
                  </a:lnTo>
                  <a:lnTo>
                    <a:pt x="3072273" y="1364180"/>
                  </a:lnTo>
                  <a:lnTo>
                    <a:pt x="3071202" y="1363880"/>
                  </a:lnTo>
                  <a:lnTo>
                    <a:pt x="3070130" y="1363580"/>
                  </a:lnTo>
                  <a:lnTo>
                    <a:pt x="3069058" y="1363281"/>
                  </a:lnTo>
                  <a:lnTo>
                    <a:pt x="3067987" y="1362983"/>
                  </a:lnTo>
                  <a:lnTo>
                    <a:pt x="3066915" y="1362684"/>
                  </a:lnTo>
                  <a:lnTo>
                    <a:pt x="3065844" y="1362387"/>
                  </a:lnTo>
                  <a:lnTo>
                    <a:pt x="3064772" y="1362090"/>
                  </a:lnTo>
                  <a:lnTo>
                    <a:pt x="3063700" y="1361793"/>
                  </a:lnTo>
                  <a:lnTo>
                    <a:pt x="3062629" y="1361497"/>
                  </a:lnTo>
                  <a:lnTo>
                    <a:pt x="3061557" y="1361202"/>
                  </a:lnTo>
                  <a:lnTo>
                    <a:pt x="3060486" y="1360906"/>
                  </a:lnTo>
                  <a:lnTo>
                    <a:pt x="3059414" y="1360612"/>
                  </a:lnTo>
                  <a:lnTo>
                    <a:pt x="3058342" y="1360318"/>
                  </a:lnTo>
                  <a:lnTo>
                    <a:pt x="3057271" y="1360024"/>
                  </a:lnTo>
                  <a:lnTo>
                    <a:pt x="3056199" y="1359731"/>
                  </a:lnTo>
                  <a:lnTo>
                    <a:pt x="3055128" y="1359439"/>
                  </a:lnTo>
                  <a:lnTo>
                    <a:pt x="3054056" y="1359147"/>
                  </a:lnTo>
                  <a:lnTo>
                    <a:pt x="3052984" y="1358856"/>
                  </a:lnTo>
                  <a:lnTo>
                    <a:pt x="3051913" y="1358565"/>
                  </a:lnTo>
                  <a:lnTo>
                    <a:pt x="3050841" y="1358275"/>
                  </a:lnTo>
                  <a:lnTo>
                    <a:pt x="3049770" y="1357985"/>
                  </a:lnTo>
                  <a:lnTo>
                    <a:pt x="3048698" y="1357696"/>
                  </a:lnTo>
                  <a:lnTo>
                    <a:pt x="3047626" y="1357407"/>
                  </a:lnTo>
                  <a:lnTo>
                    <a:pt x="3046555" y="1357119"/>
                  </a:lnTo>
                  <a:lnTo>
                    <a:pt x="3045483" y="1356831"/>
                  </a:lnTo>
                  <a:lnTo>
                    <a:pt x="3044412" y="1356544"/>
                  </a:lnTo>
                  <a:lnTo>
                    <a:pt x="3043340" y="1356258"/>
                  </a:lnTo>
                  <a:lnTo>
                    <a:pt x="3042268" y="1355972"/>
                  </a:lnTo>
                  <a:lnTo>
                    <a:pt x="3041197" y="1355686"/>
                  </a:lnTo>
                  <a:lnTo>
                    <a:pt x="3040125" y="1355401"/>
                  </a:lnTo>
                  <a:lnTo>
                    <a:pt x="3039054" y="1355117"/>
                  </a:lnTo>
                  <a:lnTo>
                    <a:pt x="3037982" y="1354833"/>
                  </a:lnTo>
                  <a:lnTo>
                    <a:pt x="3036910" y="1354550"/>
                  </a:lnTo>
                  <a:lnTo>
                    <a:pt x="3035839" y="1354267"/>
                  </a:lnTo>
                  <a:lnTo>
                    <a:pt x="3034767" y="1353985"/>
                  </a:lnTo>
                  <a:lnTo>
                    <a:pt x="3033696" y="1353704"/>
                  </a:lnTo>
                  <a:lnTo>
                    <a:pt x="3032624" y="1353423"/>
                  </a:lnTo>
                  <a:lnTo>
                    <a:pt x="3031552" y="1353143"/>
                  </a:lnTo>
                  <a:lnTo>
                    <a:pt x="3030481" y="1352863"/>
                  </a:lnTo>
                  <a:lnTo>
                    <a:pt x="3029409" y="1352584"/>
                  </a:lnTo>
                  <a:lnTo>
                    <a:pt x="3028338" y="1352305"/>
                  </a:lnTo>
                  <a:lnTo>
                    <a:pt x="3027266" y="1352027"/>
                  </a:lnTo>
                  <a:lnTo>
                    <a:pt x="3026194" y="1351749"/>
                  </a:lnTo>
                  <a:lnTo>
                    <a:pt x="3025123" y="1351472"/>
                  </a:lnTo>
                  <a:lnTo>
                    <a:pt x="3024051" y="1351196"/>
                  </a:lnTo>
                  <a:lnTo>
                    <a:pt x="3022980" y="1350920"/>
                  </a:lnTo>
                  <a:lnTo>
                    <a:pt x="3021908" y="1350645"/>
                  </a:lnTo>
                  <a:lnTo>
                    <a:pt x="3020836" y="1350371"/>
                  </a:lnTo>
                  <a:lnTo>
                    <a:pt x="3019765" y="1350097"/>
                  </a:lnTo>
                  <a:lnTo>
                    <a:pt x="3018693" y="1349823"/>
                  </a:lnTo>
                  <a:lnTo>
                    <a:pt x="3017622" y="1349550"/>
                  </a:lnTo>
                  <a:lnTo>
                    <a:pt x="3016550" y="1349278"/>
                  </a:lnTo>
                  <a:lnTo>
                    <a:pt x="3015479" y="1349007"/>
                  </a:lnTo>
                  <a:lnTo>
                    <a:pt x="3014407" y="1348736"/>
                  </a:lnTo>
                  <a:lnTo>
                    <a:pt x="3013335" y="1348465"/>
                  </a:lnTo>
                  <a:lnTo>
                    <a:pt x="3012264" y="1348195"/>
                  </a:lnTo>
                  <a:lnTo>
                    <a:pt x="3011192" y="1347926"/>
                  </a:lnTo>
                  <a:lnTo>
                    <a:pt x="3010121" y="1347658"/>
                  </a:lnTo>
                  <a:lnTo>
                    <a:pt x="3009049" y="1347390"/>
                  </a:lnTo>
                  <a:lnTo>
                    <a:pt x="3007977" y="1347122"/>
                  </a:lnTo>
                  <a:lnTo>
                    <a:pt x="3006906" y="1346856"/>
                  </a:lnTo>
                  <a:lnTo>
                    <a:pt x="3005834" y="1346589"/>
                  </a:lnTo>
                  <a:lnTo>
                    <a:pt x="3004763" y="1346324"/>
                  </a:lnTo>
                  <a:lnTo>
                    <a:pt x="3003691" y="1346059"/>
                  </a:lnTo>
                  <a:lnTo>
                    <a:pt x="3002619" y="1345795"/>
                  </a:lnTo>
                  <a:lnTo>
                    <a:pt x="3001548" y="1345531"/>
                  </a:lnTo>
                  <a:lnTo>
                    <a:pt x="3000476" y="1345268"/>
                  </a:lnTo>
                  <a:lnTo>
                    <a:pt x="2999405" y="1345006"/>
                  </a:lnTo>
                  <a:lnTo>
                    <a:pt x="2998333" y="1344744"/>
                  </a:lnTo>
                  <a:lnTo>
                    <a:pt x="2997261" y="1344483"/>
                  </a:lnTo>
                  <a:lnTo>
                    <a:pt x="2996190" y="1344222"/>
                  </a:lnTo>
                  <a:lnTo>
                    <a:pt x="2995118" y="1343962"/>
                  </a:lnTo>
                  <a:lnTo>
                    <a:pt x="2994047" y="1343703"/>
                  </a:lnTo>
                  <a:lnTo>
                    <a:pt x="2992975" y="1343445"/>
                  </a:lnTo>
                  <a:lnTo>
                    <a:pt x="2991903" y="1343187"/>
                  </a:lnTo>
                  <a:lnTo>
                    <a:pt x="2990832" y="1342929"/>
                  </a:lnTo>
                  <a:lnTo>
                    <a:pt x="2989760" y="1342673"/>
                  </a:lnTo>
                  <a:lnTo>
                    <a:pt x="2988689" y="1342417"/>
                  </a:lnTo>
                  <a:lnTo>
                    <a:pt x="2987617" y="1342161"/>
                  </a:lnTo>
                  <a:lnTo>
                    <a:pt x="2986545" y="1341907"/>
                  </a:lnTo>
                  <a:lnTo>
                    <a:pt x="2985474" y="1341653"/>
                  </a:lnTo>
                  <a:lnTo>
                    <a:pt x="2984402" y="1341399"/>
                  </a:lnTo>
                  <a:lnTo>
                    <a:pt x="2983331" y="1341147"/>
                  </a:lnTo>
                  <a:lnTo>
                    <a:pt x="2982259" y="1340895"/>
                  </a:lnTo>
                  <a:lnTo>
                    <a:pt x="2981187" y="1340643"/>
                  </a:lnTo>
                  <a:lnTo>
                    <a:pt x="2980116" y="1340393"/>
                  </a:lnTo>
                  <a:lnTo>
                    <a:pt x="2979044" y="1340143"/>
                  </a:lnTo>
                  <a:lnTo>
                    <a:pt x="2977973" y="1339893"/>
                  </a:lnTo>
                  <a:lnTo>
                    <a:pt x="2976901" y="1339645"/>
                  </a:lnTo>
                  <a:lnTo>
                    <a:pt x="2975829" y="1339397"/>
                  </a:lnTo>
                  <a:lnTo>
                    <a:pt x="2974758" y="1339149"/>
                  </a:lnTo>
                  <a:lnTo>
                    <a:pt x="2973686" y="1338903"/>
                  </a:lnTo>
                  <a:lnTo>
                    <a:pt x="2972615" y="1338657"/>
                  </a:lnTo>
                  <a:lnTo>
                    <a:pt x="2971543" y="1338412"/>
                  </a:lnTo>
                  <a:lnTo>
                    <a:pt x="2970471" y="1338167"/>
                  </a:lnTo>
                  <a:lnTo>
                    <a:pt x="2969400" y="1337923"/>
                  </a:lnTo>
                  <a:lnTo>
                    <a:pt x="2968328" y="1337680"/>
                  </a:lnTo>
                  <a:lnTo>
                    <a:pt x="2967257" y="1337438"/>
                  </a:lnTo>
                  <a:lnTo>
                    <a:pt x="2966185" y="1337196"/>
                  </a:lnTo>
                  <a:lnTo>
                    <a:pt x="2965113" y="1336955"/>
                  </a:lnTo>
                  <a:lnTo>
                    <a:pt x="2964042" y="1336714"/>
                  </a:lnTo>
                  <a:lnTo>
                    <a:pt x="2962970" y="1336475"/>
                  </a:lnTo>
                  <a:lnTo>
                    <a:pt x="2961899" y="1336236"/>
                  </a:lnTo>
                  <a:lnTo>
                    <a:pt x="2960827" y="1335998"/>
                  </a:lnTo>
                  <a:lnTo>
                    <a:pt x="2959755" y="1335760"/>
                  </a:lnTo>
                  <a:lnTo>
                    <a:pt x="2958684" y="1335523"/>
                  </a:lnTo>
                  <a:lnTo>
                    <a:pt x="2957612" y="1335287"/>
                  </a:lnTo>
                  <a:lnTo>
                    <a:pt x="2956541" y="1335052"/>
                  </a:lnTo>
                  <a:lnTo>
                    <a:pt x="2955469" y="1334817"/>
                  </a:lnTo>
                  <a:lnTo>
                    <a:pt x="2954397" y="1334583"/>
                  </a:lnTo>
                  <a:lnTo>
                    <a:pt x="2953326" y="1334350"/>
                  </a:lnTo>
                  <a:lnTo>
                    <a:pt x="2952254" y="1334117"/>
                  </a:lnTo>
                  <a:lnTo>
                    <a:pt x="2951183" y="1333885"/>
                  </a:lnTo>
                  <a:lnTo>
                    <a:pt x="2950111" y="1333654"/>
                  </a:lnTo>
                  <a:lnTo>
                    <a:pt x="2949039" y="1333424"/>
                  </a:lnTo>
                  <a:lnTo>
                    <a:pt x="2947968" y="1333194"/>
                  </a:lnTo>
                  <a:lnTo>
                    <a:pt x="2946896" y="1332965"/>
                  </a:lnTo>
                  <a:lnTo>
                    <a:pt x="2945825" y="1332737"/>
                  </a:lnTo>
                  <a:lnTo>
                    <a:pt x="2944753" y="1332510"/>
                  </a:lnTo>
                  <a:lnTo>
                    <a:pt x="2943681" y="1332283"/>
                  </a:lnTo>
                  <a:lnTo>
                    <a:pt x="2942610" y="1332057"/>
                  </a:lnTo>
                  <a:lnTo>
                    <a:pt x="2941538" y="1331832"/>
                  </a:lnTo>
                  <a:lnTo>
                    <a:pt x="2940467" y="1331607"/>
                  </a:lnTo>
                  <a:lnTo>
                    <a:pt x="2939395" y="1331384"/>
                  </a:lnTo>
                  <a:lnTo>
                    <a:pt x="2938323" y="1331161"/>
                  </a:lnTo>
                  <a:lnTo>
                    <a:pt x="2937252" y="1330938"/>
                  </a:lnTo>
                  <a:lnTo>
                    <a:pt x="2936180" y="1330717"/>
                  </a:lnTo>
                  <a:lnTo>
                    <a:pt x="2935109" y="1330496"/>
                  </a:lnTo>
                  <a:lnTo>
                    <a:pt x="2934037" y="1330276"/>
                  </a:lnTo>
                  <a:lnTo>
                    <a:pt x="2932965" y="1330057"/>
                  </a:lnTo>
                  <a:lnTo>
                    <a:pt x="2931894" y="1329838"/>
                  </a:lnTo>
                  <a:lnTo>
                    <a:pt x="2930822" y="1329621"/>
                  </a:lnTo>
                  <a:lnTo>
                    <a:pt x="2929751" y="1329404"/>
                  </a:lnTo>
                  <a:lnTo>
                    <a:pt x="2928679" y="1329187"/>
                  </a:lnTo>
                  <a:lnTo>
                    <a:pt x="2927607" y="1328972"/>
                  </a:lnTo>
                  <a:lnTo>
                    <a:pt x="2926536" y="1328757"/>
                  </a:lnTo>
                  <a:lnTo>
                    <a:pt x="2925464" y="1328543"/>
                  </a:lnTo>
                  <a:lnTo>
                    <a:pt x="2924393" y="1328330"/>
                  </a:lnTo>
                  <a:lnTo>
                    <a:pt x="2923321" y="1328118"/>
                  </a:lnTo>
                  <a:lnTo>
                    <a:pt x="2922249" y="1327906"/>
                  </a:lnTo>
                  <a:lnTo>
                    <a:pt x="2921178" y="1327695"/>
                  </a:lnTo>
                  <a:lnTo>
                    <a:pt x="2920106" y="1327485"/>
                  </a:lnTo>
                  <a:lnTo>
                    <a:pt x="2919035" y="1327276"/>
                  </a:lnTo>
                  <a:lnTo>
                    <a:pt x="2917963" y="1327067"/>
                  </a:lnTo>
                  <a:lnTo>
                    <a:pt x="2916891" y="1326859"/>
                  </a:lnTo>
                  <a:lnTo>
                    <a:pt x="2915820" y="1326652"/>
                  </a:lnTo>
                  <a:lnTo>
                    <a:pt x="2914748" y="1326446"/>
                  </a:lnTo>
                  <a:lnTo>
                    <a:pt x="2913677" y="1326241"/>
                  </a:lnTo>
                  <a:lnTo>
                    <a:pt x="2912605" y="1326036"/>
                  </a:lnTo>
                  <a:lnTo>
                    <a:pt x="2911533" y="1325832"/>
                  </a:lnTo>
                  <a:lnTo>
                    <a:pt x="2910462" y="1325629"/>
                  </a:lnTo>
                  <a:lnTo>
                    <a:pt x="2909390" y="1325426"/>
                  </a:lnTo>
                  <a:lnTo>
                    <a:pt x="2908319" y="1325225"/>
                  </a:lnTo>
                  <a:lnTo>
                    <a:pt x="2907247" y="1325024"/>
                  </a:lnTo>
                  <a:lnTo>
                    <a:pt x="2906175" y="1324824"/>
                  </a:lnTo>
                  <a:lnTo>
                    <a:pt x="2905104" y="1324625"/>
                  </a:lnTo>
                  <a:lnTo>
                    <a:pt x="2904032" y="1324426"/>
                  </a:lnTo>
                  <a:lnTo>
                    <a:pt x="2902961" y="1324229"/>
                  </a:lnTo>
                  <a:lnTo>
                    <a:pt x="2901889" y="1324032"/>
                  </a:lnTo>
                  <a:lnTo>
                    <a:pt x="2900817" y="1323836"/>
                  </a:lnTo>
                  <a:lnTo>
                    <a:pt x="2899746" y="1323641"/>
                  </a:lnTo>
                  <a:lnTo>
                    <a:pt x="2898674" y="1323446"/>
                  </a:lnTo>
                  <a:lnTo>
                    <a:pt x="2897603" y="1323252"/>
                  </a:lnTo>
                  <a:lnTo>
                    <a:pt x="2896531" y="1323060"/>
                  </a:lnTo>
                  <a:lnTo>
                    <a:pt x="2895459" y="1322868"/>
                  </a:lnTo>
                  <a:lnTo>
                    <a:pt x="2894388" y="1322676"/>
                  </a:lnTo>
                  <a:lnTo>
                    <a:pt x="2893316" y="1322486"/>
                  </a:lnTo>
                  <a:lnTo>
                    <a:pt x="2892245" y="1322296"/>
                  </a:lnTo>
                  <a:lnTo>
                    <a:pt x="2891173" y="1322107"/>
                  </a:lnTo>
                  <a:lnTo>
                    <a:pt x="2890101" y="1321919"/>
                  </a:lnTo>
                  <a:lnTo>
                    <a:pt x="2889030" y="1321732"/>
                  </a:lnTo>
                  <a:lnTo>
                    <a:pt x="2887958" y="1321545"/>
                  </a:lnTo>
                  <a:lnTo>
                    <a:pt x="2886887" y="1321360"/>
                  </a:lnTo>
                  <a:lnTo>
                    <a:pt x="2885815" y="1321175"/>
                  </a:lnTo>
                  <a:lnTo>
                    <a:pt x="2884743" y="1320991"/>
                  </a:lnTo>
                  <a:lnTo>
                    <a:pt x="2883672" y="1320807"/>
                  </a:lnTo>
                  <a:lnTo>
                    <a:pt x="2882600" y="1320625"/>
                  </a:lnTo>
                  <a:lnTo>
                    <a:pt x="2881529" y="1320443"/>
                  </a:lnTo>
                  <a:lnTo>
                    <a:pt x="2880457" y="1320262"/>
                  </a:lnTo>
                  <a:lnTo>
                    <a:pt x="2879385" y="1320082"/>
                  </a:lnTo>
                  <a:lnTo>
                    <a:pt x="2878314" y="1319903"/>
                  </a:lnTo>
                  <a:lnTo>
                    <a:pt x="2877242" y="1319725"/>
                  </a:lnTo>
                  <a:lnTo>
                    <a:pt x="2876171" y="1319547"/>
                  </a:lnTo>
                  <a:lnTo>
                    <a:pt x="2875099" y="1319370"/>
                  </a:lnTo>
                  <a:lnTo>
                    <a:pt x="2874027" y="1319194"/>
                  </a:lnTo>
                  <a:lnTo>
                    <a:pt x="2872956" y="1319019"/>
                  </a:lnTo>
                  <a:lnTo>
                    <a:pt x="2871884" y="1318845"/>
                  </a:lnTo>
                  <a:lnTo>
                    <a:pt x="2870813" y="1318671"/>
                  </a:lnTo>
                  <a:lnTo>
                    <a:pt x="2869741" y="1318499"/>
                  </a:lnTo>
                  <a:lnTo>
                    <a:pt x="2868669" y="1318327"/>
                  </a:lnTo>
                  <a:lnTo>
                    <a:pt x="2867598" y="1318155"/>
                  </a:lnTo>
                  <a:lnTo>
                    <a:pt x="2866526" y="1317985"/>
                  </a:lnTo>
                  <a:lnTo>
                    <a:pt x="2865455" y="1317816"/>
                  </a:lnTo>
                  <a:lnTo>
                    <a:pt x="2864383" y="1317647"/>
                  </a:lnTo>
                  <a:lnTo>
                    <a:pt x="2863311" y="1317479"/>
                  </a:lnTo>
                  <a:lnTo>
                    <a:pt x="2862240" y="1317312"/>
                  </a:lnTo>
                  <a:lnTo>
                    <a:pt x="2861168" y="1317146"/>
                  </a:lnTo>
                  <a:lnTo>
                    <a:pt x="2860097" y="1316981"/>
                  </a:lnTo>
                  <a:lnTo>
                    <a:pt x="2859025" y="1316816"/>
                  </a:lnTo>
                  <a:lnTo>
                    <a:pt x="2857953" y="1316652"/>
                  </a:lnTo>
                  <a:lnTo>
                    <a:pt x="2856882" y="1316489"/>
                  </a:lnTo>
                  <a:lnTo>
                    <a:pt x="2855810" y="1316327"/>
                  </a:lnTo>
                  <a:lnTo>
                    <a:pt x="2854739" y="1316166"/>
                  </a:lnTo>
                  <a:lnTo>
                    <a:pt x="2853667" y="1316006"/>
                  </a:lnTo>
                  <a:lnTo>
                    <a:pt x="2852595" y="1315846"/>
                  </a:lnTo>
                  <a:lnTo>
                    <a:pt x="2851524" y="1315687"/>
                  </a:lnTo>
                  <a:lnTo>
                    <a:pt x="2850452" y="1315529"/>
                  </a:lnTo>
                  <a:lnTo>
                    <a:pt x="2849381" y="1315372"/>
                  </a:lnTo>
                  <a:lnTo>
                    <a:pt x="2848309" y="1315216"/>
                  </a:lnTo>
                  <a:lnTo>
                    <a:pt x="2847237" y="1315060"/>
                  </a:lnTo>
                  <a:lnTo>
                    <a:pt x="2846166" y="1314906"/>
                  </a:lnTo>
                  <a:lnTo>
                    <a:pt x="2845094" y="1314752"/>
                  </a:lnTo>
                  <a:lnTo>
                    <a:pt x="2844023" y="1314599"/>
                  </a:lnTo>
                  <a:lnTo>
                    <a:pt x="2842951" y="1314446"/>
                  </a:lnTo>
                  <a:lnTo>
                    <a:pt x="2841879" y="1314295"/>
                  </a:lnTo>
                  <a:lnTo>
                    <a:pt x="2840808" y="1314144"/>
                  </a:lnTo>
                  <a:lnTo>
                    <a:pt x="2839736" y="1313995"/>
                  </a:lnTo>
                  <a:lnTo>
                    <a:pt x="2838665" y="1313846"/>
                  </a:lnTo>
                  <a:lnTo>
                    <a:pt x="2837593" y="1313698"/>
                  </a:lnTo>
                  <a:lnTo>
                    <a:pt x="2836522" y="1313550"/>
                  </a:lnTo>
                  <a:lnTo>
                    <a:pt x="2835450" y="1313404"/>
                  </a:lnTo>
                  <a:lnTo>
                    <a:pt x="2834378" y="1313258"/>
                  </a:lnTo>
                  <a:lnTo>
                    <a:pt x="2833307" y="1313113"/>
                  </a:lnTo>
                  <a:lnTo>
                    <a:pt x="2832235" y="1312969"/>
                  </a:lnTo>
                  <a:lnTo>
                    <a:pt x="2831164" y="1312826"/>
                  </a:lnTo>
                  <a:lnTo>
                    <a:pt x="2830092" y="1312684"/>
                  </a:lnTo>
                  <a:lnTo>
                    <a:pt x="2829020" y="1312542"/>
                  </a:lnTo>
                  <a:lnTo>
                    <a:pt x="2827949" y="1312402"/>
                  </a:lnTo>
                  <a:lnTo>
                    <a:pt x="2826877" y="1312262"/>
                  </a:lnTo>
                  <a:lnTo>
                    <a:pt x="2825806" y="1312123"/>
                  </a:lnTo>
                  <a:lnTo>
                    <a:pt x="2824734" y="1311984"/>
                  </a:lnTo>
                  <a:lnTo>
                    <a:pt x="2823662" y="1311847"/>
                  </a:lnTo>
                  <a:lnTo>
                    <a:pt x="2822591" y="1311710"/>
                  </a:lnTo>
                  <a:lnTo>
                    <a:pt x="2821519" y="1311575"/>
                  </a:lnTo>
                  <a:lnTo>
                    <a:pt x="2820448" y="1311440"/>
                  </a:lnTo>
                  <a:lnTo>
                    <a:pt x="2819376" y="1311306"/>
                  </a:lnTo>
                  <a:lnTo>
                    <a:pt x="2818304" y="1311172"/>
                  </a:lnTo>
                  <a:lnTo>
                    <a:pt x="2817233" y="1311040"/>
                  </a:lnTo>
                  <a:lnTo>
                    <a:pt x="2816161" y="1310908"/>
                  </a:lnTo>
                  <a:lnTo>
                    <a:pt x="2815090" y="1310777"/>
                  </a:lnTo>
                  <a:lnTo>
                    <a:pt x="2814018" y="1310647"/>
                  </a:lnTo>
                  <a:lnTo>
                    <a:pt x="2812946" y="1310518"/>
                  </a:lnTo>
                  <a:lnTo>
                    <a:pt x="2811875" y="1310390"/>
                  </a:lnTo>
                  <a:lnTo>
                    <a:pt x="2810803" y="1310262"/>
                  </a:lnTo>
                  <a:lnTo>
                    <a:pt x="2809732" y="1310135"/>
                  </a:lnTo>
                  <a:lnTo>
                    <a:pt x="2808660" y="1310009"/>
                  </a:lnTo>
                  <a:lnTo>
                    <a:pt x="2807588" y="1309884"/>
                  </a:lnTo>
                  <a:lnTo>
                    <a:pt x="2806517" y="1309760"/>
                  </a:lnTo>
                  <a:lnTo>
                    <a:pt x="2805445" y="1309637"/>
                  </a:lnTo>
                  <a:lnTo>
                    <a:pt x="2804374" y="1309514"/>
                  </a:lnTo>
                  <a:lnTo>
                    <a:pt x="2803302" y="1309392"/>
                  </a:lnTo>
                  <a:lnTo>
                    <a:pt x="2802230" y="1309271"/>
                  </a:lnTo>
                  <a:lnTo>
                    <a:pt x="2801159" y="1309151"/>
                  </a:lnTo>
                  <a:lnTo>
                    <a:pt x="2800087" y="1309031"/>
                  </a:lnTo>
                  <a:lnTo>
                    <a:pt x="2799016" y="1308913"/>
                  </a:lnTo>
                  <a:lnTo>
                    <a:pt x="2797944" y="1308795"/>
                  </a:lnTo>
                  <a:lnTo>
                    <a:pt x="2796872" y="1308678"/>
                  </a:lnTo>
                  <a:lnTo>
                    <a:pt x="2795801" y="1308562"/>
                  </a:lnTo>
                  <a:lnTo>
                    <a:pt x="2794729" y="1308447"/>
                  </a:lnTo>
                  <a:lnTo>
                    <a:pt x="2793658" y="1308332"/>
                  </a:lnTo>
                  <a:lnTo>
                    <a:pt x="2792586" y="1308218"/>
                  </a:lnTo>
                  <a:lnTo>
                    <a:pt x="2791514" y="1308105"/>
                  </a:lnTo>
                  <a:lnTo>
                    <a:pt x="2790443" y="1307993"/>
                  </a:lnTo>
                  <a:lnTo>
                    <a:pt x="2789371" y="1307882"/>
                  </a:lnTo>
                  <a:lnTo>
                    <a:pt x="2788300" y="1307771"/>
                  </a:lnTo>
                  <a:lnTo>
                    <a:pt x="2787228" y="1307662"/>
                  </a:lnTo>
                  <a:lnTo>
                    <a:pt x="2786156" y="1307553"/>
                  </a:lnTo>
                  <a:lnTo>
                    <a:pt x="2785085" y="1307445"/>
                  </a:lnTo>
                  <a:lnTo>
                    <a:pt x="2784013" y="1307337"/>
                  </a:lnTo>
                  <a:lnTo>
                    <a:pt x="2782942" y="1307231"/>
                  </a:lnTo>
                  <a:lnTo>
                    <a:pt x="2781870" y="1307125"/>
                  </a:lnTo>
                  <a:lnTo>
                    <a:pt x="2780798" y="1307020"/>
                  </a:lnTo>
                  <a:lnTo>
                    <a:pt x="2779727" y="1306916"/>
                  </a:lnTo>
                  <a:lnTo>
                    <a:pt x="2778655" y="1306813"/>
                  </a:lnTo>
                  <a:lnTo>
                    <a:pt x="2777584" y="1306710"/>
                  </a:lnTo>
                  <a:lnTo>
                    <a:pt x="2776512" y="1306609"/>
                  </a:lnTo>
                  <a:lnTo>
                    <a:pt x="2775440" y="1306508"/>
                  </a:lnTo>
                  <a:lnTo>
                    <a:pt x="2774369" y="1306408"/>
                  </a:lnTo>
                  <a:lnTo>
                    <a:pt x="2773297" y="1306308"/>
                  </a:lnTo>
                  <a:lnTo>
                    <a:pt x="2772226" y="1306210"/>
                  </a:lnTo>
                  <a:lnTo>
                    <a:pt x="2771154" y="1306112"/>
                  </a:lnTo>
                  <a:lnTo>
                    <a:pt x="2770082" y="1306015"/>
                  </a:lnTo>
                  <a:lnTo>
                    <a:pt x="2769011" y="1305919"/>
                  </a:lnTo>
                  <a:lnTo>
                    <a:pt x="2767939" y="1305824"/>
                  </a:lnTo>
                  <a:lnTo>
                    <a:pt x="2766868" y="1305729"/>
                  </a:lnTo>
                  <a:lnTo>
                    <a:pt x="2765796" y="1305635"/>
                  </a:lnTo>
                  <a:lnTo>
                    <a:pt x="2764724" y="1305542"/>
                  </a:lnTo>
                  <a:lnTo>
                    <a:pt x="2763653" y="1305450"/>
                  </a:lnTo>
                  <a:lnTo>
                    <a:pt x="2762581" y="1305358"/>
                  </a:lnTo>
                  <a:lnTo>
                    <a:pt x="2761510" y="1305268"/>
                  </a:lnTo>
                  <a:lnTo>
                    <a:pt x="2760438" y="1305178"/>
                  </a:lnTo>
                  <a:lnTo>
                    <a:pt x="2759366" y="1305089"/>
                  </a:lnTo>
                  <a:lnTo>
                    <a:pt x="2758295" y="1305000"/>
                  </a:lnTo>
                  <a:lnTo>
                    <a:pt x="2757223" y="1304913"/>
                  </a:lnTo>
                  <a:lnTo>
                    <a:pt x="2756152" y="1304826"/>
                  </a:lnTo>
                  <a:lnTo>
                    <a:pt x="2755080" y="1304740"/>
                  </a:lnTo>
                  <a:lnTo>
                    <a:pt x="2754008" y="1304655"/>
                  </a:lnTo>
                  <a:lnTo>
                    <a:pt x="2752937" y="1304570"/>
                  </a:lnTo>
                  <a:lnTo>
                    <a:pt x="2751865" y="1304487"/>
                  </a:lnTo>
                  <a:lnTo>
                    <a:pt x="2750794" y="1304404"/>
                  </a:lnTo>
                  <a:lnTo>
                    <a:pt x="2749722" y="1304322"/>
                  </a:lnTo>
                  <a:lnTo>
                    <a:pt x="2748650" y="1304240"/>
                  </a:lnTo>
                  <a:lnTo>
                    <a:pt x="2747579" y="1304160"/>
                  </a:lnTo>
                  <a:lnTo>
                    <a:pt x="2746507" y="1304080"/>
                  </a:lnTo>
                  <a:lnTo>
                    <a:pt x="2745436" y="1304001"/>
                  </a:lnTo>
                  <a:lnTo>
                    <a:pt x="2744364" y="1303922"/>
                  </a:lnTo>
                  <a:lnTo>
                    <a:pt x="2743292" y="1303845"/>
                  </a:lnTo>
                  <a:lnTo>
                    <a:pt x="2742221" y="1303768"/>
                  </a:lnTo>
                  <a:lnTo>
                    <a:pt x="2741149" y="1303692"/>
                  </a:lnTo>
                  <a:lnTo>
                    <a:pt x="2740078" y="1303616"/>
                  </a:lnTo>
                  <a:lnTo>
                    <a:pt x="2739006" y="1303542"/>
                  </a:lnTo>
                  <a:lnTo>
                    <a:pt x="2737934" y="1303468"/>
                  </a:lnTo>
                  <a:lnTo>
                    <a:pt x="2736863" y="1303395"/>
                  </a:lnTo>
                  <a:lnTo>
                    <a:pt x="2735791" y="1303322"/>
                  </a:lnTo>
                  <a:lnTo>
                    <a:pt x="2734720" y="1303251"/>
                  </a:lnTo>
                  <a:lnTo>
                    <a:pt x="2733648" y="1303180"/>
                  </a:lnTo>
                  <a:lnTo>
                    <a:pt x="2732576" y="1303110"/>
                  </a:lnTo>
                  <a:lnTo>
                    <a:pt x="2731505" y="1303041"/>
                  </a:lnTo>
                  <a:lnTo>
                    <a:pt x="2730433" y="1302972"/>
                  </a:lnTo>
                  <a:lnTo>
                    <a:pt x="2729362" y="1302904"/>
                  </a:lnTo>
                  <a:lnTo>
                    <a:pt x="2728290" y="1302837"/>
                  </a:lnTo>
                  <a:lnTo>
                    <a:pt x="2727218" y="1302770"/>
                  </a:lnTo>
                  <a:lnTo>
                    <a:pt x="2726147" y="1302705"/>
                  </a:lnTo>
                  <a:lnTo>
                    <a:pt x="2725075" y="1302640"/>
                  </a:lnTo>
                  <a:lnTo>
                    <a:pt x="2724004" y="1302576"/>
                  </a:lnTo>
                  <a:lnTo>
                    <a:pt x="2722932" y="1302512"/>
                  </a:lnTo>
                  <a:lnTo>
                    <a:pt x="2721860" y="1302449"/>
                  </a:lnTo>
                  <a:lnTo>
                    <a:pt x="2720789" y="1302387"/>
                  </a:lnTo>
                  <a:lnTo>
                    <a:pt x="2719717" y="1302326"/>
                  </a:lnTo>
                  <a:lnTo>
                    <a:pt x="2718646" y="1302265"/>
                  </a:lnTo>
                  <a:lnTo>
                    <a:pt x="2717574" y="1302206"/>
                  </a:lnTo>
                  <a:lnTo>
                    <a:pt x="2716502" y="1302146"/>
                  </a:lnTo>
                  <a:lnTo>
                    <a:pt x="2715431" y="1302088"/>
                  </a:lnTo>
                  <a:lnTo>
                    <a:pt x="2714359" y="1302030"/>
                  </a:lnTo>
                  <a:lnTo>
                    <a:pt x="2713288" y="1301973"/>
                  </a:lnTo>
                  <a:lnTo>
                    <a:pt x="2712216" y="1301917"/>
                  </a:lnTo>
                  <a:lnTo>
                    <a:pt x="2711144" y="1301861"/>
                  </a:lnTo>
                  <a:lnTo>
                    <a:pt x="2710073" y="1301806"/>
                  </a:lnTo>
                  <a:lnTo>
                    <a:pt x="2709001" y="1301752"/>
                  </a:lnTo>
                  <a:lnTo>
                    <a:pt x="2707930" y="1301699"/>
                  </a:lnTo>
                  <a:lnTo>
                    <a:pt x="2706858" y="1301646"/>
                  </a:lnTo>
                  <a:lnTo>
                    <a:pt x="2705786" y="1301594"/>
                  </a:lnTo>
                  <a:lnTo>
                    <a:pt x="2704715" y="1301542"/>
                  </a:lnTo>
                  <a:lnTo>
                    <a:pt x="2703643" y="1301492"/>
                  </a:lnTo>
                  <a:lnTo>
                    <a:pt x="2702572" y="1301442"/>
                  </a:lnTo>
                  <a:lnTo>
                    <a:pt x="2701500" y="1301392"/>
                  </a:lnTo>
                  <a:lnTo>
                    <a:pt x="2700428" y="1301344"/>
                  </a:lnTo>
                  <a:lnTo>
                    <a:pt x="2699357" y="1301296"/>
                  </a:lnTo>
                  <a:lnTo>
                    <a:pt x="2698285" y="1301248"/>
                  </a:lnTo>
                  <a:lnTo>
                    <a:pt x="2697214" y="1301202"/>
                  </a:lnTo>
                  <a:lnTo>
                    <a:pt x="2696142" y="1301156"/>
                  </a:lnTo>
                  <a:lnTo>
                    <a:pt x="2695070" y="1301111"/>
                  </a:lnTo>
                  <a:lnTo>
                    <a:pt x="2693999" y="1301066"/>
                  </a:lnTo>
                  <a:lnTo>
                    <a:pt x="2692927" y="1301022"/>
                  </a:lnTo>
                  <a:lnTo>
                    <a:pt x="2691856" y="1300979"/>
                  </a:lnTo>
                  <a:lnTo>
                    <a:pt x="2690784" y="1300937"/>
                  </a:lnTo>
                  <a:lnTo>
                    <a:pt x="2689712" y="1300895"/>
                  </a:lnTo>
                  <a:lnTo>
                    <a:pt x="2688641" y="1300854"/>
                  </a:lnTo>
                  <a:lnTo>
                    <a:pt x="2687569" y="1300813"/>
                  </a:lnTo>
                  <a:lnTo>
                    <a:pt x="2686498" y="1300773"/>
                  </a:lnTo>
                  <a:lnTo>
                    <a:pt x="2685426" y="1300734"/>
                  </a:lnTo>
                  <a:lnTo>
                    <a:pt x="2684354" y="1300695"/>
                  </a:lnTo>
                  <a:lnTo>
                    <a:pt x="2683283" y="1300658"/>
                  </a:lnTo>
                  <a:lnTo>
                    <a:pt x="2682211" y="1300620"/>
                  </a:lnTo>
                  <a:lnTo>
                    <a:pt x="2681140" y="1300584"/>
                  </a:lnTo>
                  <a:lnTo>
                    <a:pt x="2680068" y="1300548"/>
                  </a:lnTo>
                  <a:lnTo>
                    <a:pt x="2678996" y="1300513"/>
                  </a:lnTo>
                  <a:lnTo>
                    <a:pt x="2677925" y="1300478"/>
                  </a:lnTo>
                  <a:lnTo>
                    <a:pt x="2676853" y="1300444"/>
                  </a:lnTo>
                  <a:lnTo>
                    <a:pt x="2675782" y="1300411"/>
                  </a:lnTo>
                  <a:lnTo>
                    <a:pt x="2674710" y="1300378"/>
                  </a:lnTo>
                  <a:lnTo>
                    <a:pt x="2673638" y="1300346"/>
                  </a:lnTo>
                  <a:lnTo>
                    <a:pt x="2672567" y="1300314"/>
                  </a:lnTo>
                  <a:lnTo>
                    <a:pt x="2671495" y="1300283"/>
                  </a:lnTo>
                  <a:lnTo>
                    <a:pt x="2670424" y="1300253"/>
                  </a:lnTo>
                  <a:lnTo>
                    <a:pt x="2669352" y="1300224"/>
                  </a:lnTo>
                  <a:lnTo>
                    <a:pt x="2668280" y="1300195"/>
                  </a:lnTo>
                  <a:lnTo>
                    <a:pt x="2667209" y="1300166"/>
                  </a:lnTo>
                  <a:lnTo>
                    <a:pt x="2666137" y="1300139"/>
                  </a:lnTo>
                  <a:lnTo>
                    <a:pt x="2665066" y="1300112"/>
                  </a:lnTo>
                  <a:lnTo>
                    <a:pt x="2663994" y="1300085"/>
                  </a:lnTo>
                  <a:lnTo>
                    <a:pt x="2662922" y="1300059"/>
                  </a:lnTo>
                  <a:lnTo>
                    <a:pt x="2661851" y="1300034"/>
                  </a:lnTo>
                  <a:lnTo>
                    <a:pt x="2660779" y="1300009"/>
                  </a:lnTo>
                  <a:lnTo>
                    <a:pt x="2659708" y="1299985"/>
                  </a:lnTo>
                  <a:lnTo>
                    <a:pt x="2658636" y="1299962"/>
                  </a:lnTo>
                  <a:lnTo>
                    <a:pt x="2657565" y="1299939"/>
                  </a:lnTo>
                  <a:lnTo>
                    <a:pt x="2656493" y="1299917"/>
                  </a:lnTo>
                  <a:lnTo>
                    <a:pt x="2655421" y="1299895"/>
                  </a:lnTo>
                  <a:lnTo>
                    <a:pt x="2654350" y="1299874"/>
                  </a:lnTo>
                  <a:lnTo>
                    <a:pt x="2653278" y="1299854"/>
                  </a:lnTo>
                  <a:lnTo>
                    <a:pt x="2652207" y="1299834"/>
                  </a:lnTo>
                  <a:lnTo>
                    <a:pt x="2651135" y="1299815"/>
                  </a:lnTo>
                  <a:lnTo>
                    <a:pt x="2650063" y="1299796"/>
                  </a:lnTo>
                  <a:lnTo>
                    <a:pt x="2648992" y="1299778"/>
                  </a:lnTo>
                  <a:lnTo>
                    <a:pt x="2647920" y="1299760"/>
                  </a:lnTo>
                  <a:lnTo>
                    <a:pt x="2646849" y="1299744"/>
                  </a:lnTo>
                  <a:lnTo>
                    <a:pt x="2645777" y="1299727"/>
                  </a:lnTo>
                  <a:lnTo>
                    <a:pt x="2644705" y="1299711"/>
                  </a:lnTo>
                  <a:lnTo>
                    <a:pt x="2643634" y="1299696"/>
                  </a:lnTo>
                  <a:lnTo>
                    <a:pt x="2642562" y="1299681"/>
                  </a:lnTo>
                  <a:lnTo>
                    <a:pt x="2641491" y="1299667"/>
                  </a:lnTo>
                  <a:lnTo>
                    <a:pt x="2640419" y="1299654"/>
                  </a:lnTo>
                  <a:lnTo>
                    <a:pt x="2639347" y="1299641"/>
                  </a:lnTo>
                  <a:lnTo>
                    <a:pt x="2638276" y="1299628"/>
                  </a:lnTo>
                  <a:lnTo>
                    <a:pt x="2637204" y="1299617"/>
                  </a:lnTo>
                  <a:lnTo>
                    <a:pt x="2636133" y="1299605"/>
                  </a:lnTo>
                  <a:lnTo>
                    <a:pt x="2635061" y="1299595"/>
                  </a:lnTo>
                  <a:lnTo>
                    <a:pt x="2633989" y="1299584"/>
                  </a:lnTo>
                  <a:lnTo>
                    <a:pt x="2632918" y="1299575"/>
                  </a:lnTo>
                  <a:lnTo>
                    <a:pt x="2631846" y="1299566"/>
                  </a:lnTo>
                  <a:lnTo>
                    <a:pt x="2630775" y="1299557"/>
                  </a:lnTo>
                  <a:lnTo>
                    <a:pt x="2629703" y="1299549"/>
                  </a:lnTo>
                  <a:lnTo>
                    <a:pt x="2628631" y="1299541"/>
                  </a:lnTo>
                  <a:lnTo>
                    <a:pt x="2627560" y="1299534"/>
                  </a:lnTo>
                  <a:lnTo>
                    <a:pt x="2626488" y="1299528"/>
                  </a:lnTo>
                  <a:lnTo>
                    <a:pt x="2625417" y="1299522"/>
                  </a:lnTo>
                  <a:lnTo>
                    <a:pt x="2624345" y="1299517"/>
                  </a:lnTo>
                  <a:lnTo>
                    <a:pt x="2623273" y="1299512"/>
                  </a:lnTo>
                  <a:lnTo>
                    <a:pt x="2622202" y="1299507"/>
                  </a:lnTo>
                  <a:lnTo>
                    <a:pt x="2621130" y="1299504"/>
                  </a:lnTo>
                  <a:lnTo>
                    <a:pt x="2620059" y="1299500"/>
                  </a:lnTo>
                  <a:lnTo>
                    <a:pt x="2618987" y="1299497"/>
                  </a:lnTo>
                  <a:lnTo>
                    <a:pt x="2617915" y="1299495"/>
                  </a:lnTo>
                  <a:lnTo>
                    <a:pt x="2616844" y="1299493"/>
                  </a:lnTo>
                  <a:lnTo>
                    <a:pt x="2615772" y="1299492"/>
                  </a:lnTo>
                  <a:lnTo>
                    <a:pt x="2614701" y="1299491"/>
                  </a:lnTo>
                  <a:lnTo>
                    <a:pt x="2613629" y="1299491"/>
                  </a:lnTo>
                  <a:lnTo>
                    <a:pt x="2612557" y="1299491"/>
                  </a:lnTo>
                  <a:lnTo>
                    <a:pt x="2611486" y="1299492"/>
                  </a:lnTo>
                  <a:lnTo>
                    <a:pt x="2610414" y="1299493"/>
                  </a:lnTo>
                  <a:lnTo>
                    <a:pt x="2609343" y="1299495"/>
                  </a:lnTo>
                  <a:lnTo>
                    <a:pt x="2608271" y="1299497"/>
                  </a:lnTo>
                  <a:lnTo>
                    <a:pt x="2607199" y="1299500"/>
                  </a:lnTo>
                  <a:lnTo>
                    <a:pt x="2606128" y="1299503"/>
                  </a:lnTo>
                  <a:lnTo>
                    <a:pt x="2605056" y="1299506"/>
                  </a:lnTo>
                  <a:lnTo>
                    <a:pt x="2603985" y="1299510"/>
                  </a:lnTo>
                  <a:lnTo>
                    <a:pt x="2602913" y="1299515"/>
                  </a:lnTo>
                  <a:lnTo>
                    <a:pt x="2601841" y="1299520"/>
                  </a:lnTo>
                  <a:lnTo>
                    <a:pt x="2600770" y="1299525"/>
                  </a:lnTo>
                  <a:lnTo>
                    <a:pt x="2599698" y="1299531"/>
                  </a:lnTo>
                  <a:lnTo>
                    <a:pt x="2598627" y="1299538"/>
                  </a:lnTo>
                  <a:lnTo>
                    <a:pt x="2597555" y="1299545"/>
                  </a:lnTo>
                  <a:lnTo>
                    <a:pt x="2596483" y="1299552"/>
                  </a:lnTo>
                  <a:lnTo>
                    <a:pt x="2595412" y="1299560"/>
                  </a:lnTo>
                  <a:lnTo>
                    <a:pt x="2594340" y="1299568"/>
                  </a:lnTo>
                  <a:lnTo>
                    <a:pt x="2593269" y="1299577"/>
                  </a:lnTo>
                  <a:lnTo>
                    <a:pt x="2592197" y="1299586"/>
                  </a:lnTo>
                  <a:lnTo>
                    <a:pt x="2591125" y="1299595"/>
                  </a:lnTo>
                  <a:lnTo>
                    <a:pt x="2590054" y="1299605"/>
                  </a:lnTo>
                  <a:lnTo>
                    <a:pt x="2588982" y="1299616"/>
                  </a:lnTo>
                  <a:lnTo>
                    <a:pt x="2587911" y="1299627"/>
                  </a:lnTo>
                  <a:lnTo>
                    <a:pt x="2586839" y="1299638"/>
                  </a:lnTo>
                  <a:lnTo>
                    <a:pt x="2585767" y="1299650"/>
                  </a:lnTo>
                  <a:lnTo>
                    <a:pt x="2584696" y="1299662"/>
                  </a:lnTo>
                  <a:lnTo>
                    <a:pt x="2583624" y="1299674"/>
                  </a:lnTo>
                  <a:lnTo>
                    <a:pt x="2582553" y="1299687"/>
                  </a:lnTo>
                  <a:lnTo>
                    <a:pt x="2581481" y="1299701"/>
                  </a:lnTo>
                  <a:lnTo>
                    <a:pt x="2580409" y="1299715"/>
                  </a:lnTo>
                  <a:lnTo>
                    <a:pt x="2579338" y="1299729"/>
                  </a:lnTo>
                  <a:lnTo>
                    <a:pt x="2578266" y="1299744"/>
                  </a:lnTo>
                  <a:lnTo>
                    <a:pt x="2577195" y="1299759"/>
                  </a:lnTo>
                  <a:lnTo>
                    <a:pt x="2576123" y="1299774"/>
                  </a:lnTo>
                  <a:lnTo>
                    <a:pt x="2575051" y="1299790"/>
                  </a:lnTo>
                  <a:lnTo>
                    <a:pt x="2573980" y="1299806"/>
                  </a:lnTo>
                  <a:lnTo>
                    <a:pt x="2572908" y="1299823"/>
                  </a:lnTo>
                  <a:lnTo>
                    <a:pt x="2571837" y="1299840"/>
                  </a:lnTo>
                  <a:lnTo>
                    <a:pt x="2570765" y="1299857"/>
                  </a:lnTo>
                  <a:lnTo>
                    <a:pt x="2569693" y="1299875"/>
                  </a:lnTo>
                  <a:lnTo>
                    <a:pt x="2568622" y="1299893"/>
                  </a:lnTo>
                  <a:lnTo>
                    <a:pt x="2567550" y="1299912"/>
                  </a:lnTo>
                  <a:lnTo>
                    <a:pt x="2566479" y="1299931"/>
                  </a:lnTo>
                  <a:lnTo>
                    <a:pt x="2565407" y="1299950"/>
                  </a:lnTo>
                  <a:lnTo>
                    <a:pt x="2564335" y="1299970"/>
                  </a:lnTo>
                  <a:lnTo>
                    <a:pt x="2563264" y="1299990"/>
                  </a:lnTo>
                  <a:lnTo>
                    <a:pt x="2562192" y="1300011"/>
                  </a:lnTo>
                  <a:lnTo>
                    <a:pt x="2561121" y="1300032"/>
                  </a:lnTo>
                  <a:lnTo>
                    <a:pt x="2560049" y="1300053"/>
                  </a:lnTo>
                  <a:lnTo>
                    <a:pt x="2558977" y="1300074"/>
                  </a:lnTo>
                  <a:lnTo>
                    <a:pt x="2557906" y="1300096"/>
                  </a:lnTo>
                  <a:lnTo>
                    <a:pt x="2556834" y="1300119"/>
                  </a:lnTo>
                  <a:lnTo>
                    <a:pt x="2555763" y="1300141"/>
                  </a:lnTo>
                  <a:lnTo>
                    <a:pt x="2554691" y="1300164"/>
                  </a:lnTo>
                  <a:lnTo>
                    <a:pt x="2553619" y="1300188"/>
                  </a:lnTo>
                  <a:lnTo>
                    <a:pt x="2552548" y="1300211"/>
                  </a:lnTo>
                  <a:lnTo>
                    <a:pt x="2551476" y="1300235"/>
                  </a:lnTo>
                  <a:lnTo>
                    <a:pt x="2550405" y="1300260"/>
                  </a:lnTo>
                  <a:lnTo>
                    <a:pt x="2549333" y="1300284"/>
                  </a:lnTo>
                  <a:lnTo>
                    <a:pt x="2548261" y="1300309"/>
                  </a:lnTo>
                  <a:lnTo>
                    <a:pt x="2547190" y="1300335"/>
                  </a:lnTo>
                  <a:lnTo>
                    <a:pt x="2546118" y="1300360"/>
                  </a:lnTo>
                  <a:lnTo>
                    <a:pt x="2545047" y="1300386"/>
                  </a:lnTo>
                  <a:lnTo>
                    <a:pt x="2543975" y="1300413"/>
                  </a:lnTo>
                  <a:lnTo>
                    <a:pt x="2542903" y="1300439"/>
                  </a:lnTo>
                  <a:lnTo>
                    <a:pt x="2541832" y="1300466"/>
                  </a:lnTo>
                  <a:lnTo>
                    <a:pt x="2540760" y="1300493"/>
                  </a:lnTo>
                  <a:lnTo>
                    <a:pt x="2539689" y="1300521"/>
                  </a:lnTo>
                  <a:lnTo>
                    <a:pt x="2538617" y="1300549"/>
                  </a:lnTo>
                  <a:lnTo>
                    <a:pt x="2537545" y="1300577"/>
                  </a:lnTo>
                  <a:lnTo>
                    <a:pt x="2536474" y="1300606"/>
                  </a:lnTo>
                  <a:lnTo>
                    <a:pt x="2535402" y="1300634"/>
                  </a:lnTo>
                  <a:lnTo>
                    <a:pt x="2534331" y="1300663"/>
                  </a:lnTo>
                  <a:lnTo>
                    <a:pt x="2533259" y="1300693"/>
                  </a:lnTo>
                  <a:lnTo>
                    <a:pt x="2532187" y="1300723"/>
                  </a:lnTo>
                  <a:lnTo>
                    <a:pt x="2531116" y="1300753"/>
                  </a:lnTo>
                  <a:lnTo>
                    <a:pt x="2530044" y="1300783"/>
                  </a:lnTo>
                  <a:lnTo>
                    <a:pt x="2528973" y="1300813"/>
                  </a:lnTo>
                  <a:lnTo>
                    <a:pt x="2527901" y="1300844"/>
                  </a:lnTo>
                  <a:lnTo>
                    <a:pt x="2526829" y="1300875"/>
                  </a:lnTo>
                  <a:lnTo>
                    <a:pt x="2525758" y="1300907"/>
                  </a:lnTo>
                  <a:lnTo>
                    <a:pt x="2524686" y="1300938"/>
                  </a:lnTo>
                  <a:lnTo>
                    <a:pt x="2523615" y="1300970"/>
                  </a:lnTo>
                  <a:lnTo>
                    <a:pt x="2522543" y="1301002"/>
                  </a:lnTo>
                  <a:lnTo>
                    <a:pt x="2521471" y="1301035"/>
                  </a:lnTo>
                  <a:lnTo>
                    <a:pt x="2520400" y="1301067"/>
                  </a:lnTo>
                  <a:lnTo>
                    <a:pt x="2519328" y="1301100"/>
                  </a:lnTo>
                  <a:lnTo>
                    <a:pt x="2518257" y="1301134"/>
                  </a:lnTo>
                  <a:lnTo>
                    <a:pt x="2517185" y="1301167"/>
                  </a:lnTo>
                  <a:lnTo>
                    <a:pt x="2516113" y="1301201"/>
                  </a:lnTo>
                  <a:lnTo>
                    <a:pt x="2515042" y="1301235"/>
                  </a:lnTo>
                  <a:lnTo>
                    <a:pt x="2513970" y="1301269"/>
                  </a:lnTo>
                  <a:lnTo>
                    <a:pt x="2512899" y="1301303"/>
                  </a:lnTo>
                  <a:lnTo>
                    <a:pt x="2511827" y="1301338"/>
                  </a:lnTo>
                  <a:lnTo>
                    <a:pt x="2510755" y="1301373"/>
                  </a:lnTo>
                  <a:lnTo>
                    <a:pt x="2509684" y="1301408"/>
                  </a:lnTo>
                  <a:lnTo>
                    <a:pt x="2508612" y="1301443"/>
                  </a:lnTo>
                  <a:lnTo>
                    <a:pt x="2507541" y="1301479"/>
                  </a:lnTo>
                  <a:lnTo>
                    <a:pt x="2506469" y="1301515"/>
                  </a:lnTo>
                  <a:lnTo>
                    <a:pt x="2505397" y="1301551"/>
                  </a:lnTo>
                  <a:lnTo>
                    <a:pt x="2504326" y="1301587"/>
                  </a:lnTo>
                  <a:lnTo>
                    <a:pt x="2503254" y="1301624"/>
                  </a:lnTo>
                  <a:lnTo>
                    <a:pt x="2502183" y="1301660"/>
                  </a:lnTo>
                  <a:lnTo>
                    <a:pt x="2501111" y="1301697"/>
                  </a:lnTo>
                  <a:lnTo>
                    <a:pt x="2500039" y="1301734"/>
                  </a:lnTo>
                  <a:lnTo>
                    <a:pt x="2498968" y="1301772"/>
                  </a:lnTo>
                  <a:lnTo>
                    <a:pt x="2497896" y="1301809"/>
                  </a:lnTo>
                  <a:lnTo>
                    <a:pt x="2496825" y="1301847"/>
                  </a:lnTo>
                  <a:lnTo>
                    <a:pt x="2495753" y="1301885"/>
                  </a:lnTo>
                  <a:lnTo>
                    <a:pt x="2494681" y="1301923"/>
                  </a:lnTo>
                  <a:lnTo>
                    <a:pt x="2493610" y="1301961"/>
                  </a:lnTo>
                  <a:lnTo>
                    <a:pt x="2492538" y="1302000"/>
                  </a:lnTo>
                  <a:lnTo>
                    <a:pt x="2491467" y="1302039"/>
                  </a:lnTo>
                  <a:lnTo>
                    <a:pt x="2490395" y="1302077"/>
                  </a:lnTo>
                  <a:lnTo>
                    <a:pt x="2489323" y="1302116"/>
                  </a:lnTo>
                  <a:lnTo>
                    <a:pt x="2488252" y="1302156"/>
                  </a:lnTo>
                  <a:lnTo>
                    <a:pt x="2487180" y="1302195"/>
                  </a:lnTo>
                  <a:lnTo>
                    <a:pt x="2486109" y="1302235"/>
                  </a:lnTo>
                  <a:lnTo>
                    <a:pt x="2485037" y="1302274"/>
                  </a:lnTo>
                  <a:lnTo>
                    <a:pt x="2483966" y="1302314"/>
                  </a:lnTo>
                  <a:lnTo>
                    <a:pt x="2482894" y="1302354"/>
                  </a:lnTo>
                  <a:lnTo>
                    <a:pt x="2481822" y="1302395"/>
                  </a:lnTo>
                  <a:lnTo>
                    <a:pt x="2480751" y="1302435"/>
                  </a:lnTo>
                  <a:lnTo>
                    <a:pt x="2479679" y="1302476"/>
                  </a:lnTo>
                  <a:lnTo>
                    <a:pt x="2478608" y="1302516"/>
                  </a:lnTo>
                  <a:lnTo>
                    <a:pt x="2477536" y="1302557"/>
                  </a:lnTo>
                  <a:lnTo>
                    <a:pt x="2476464" y="1302598"/>
                  </a:lnTo>
                  <a:lnTo>
                    <a:pt x="2475393" y="1302639"/>
                  </a:lnTo>
                  <a:lnTo>
                    <a:pt x="2474321" y="1302681"/>
                  </a:lnTo>
                  <a:lnTo>
                    <a:pt x="2473250" y="1302722"/>
                  </a:lnTo>
                  <a:lnTo>
                    <a:pt x="2472178" y="1302764"/>
                  </a:lnTo>
                  <a:lnTo>
                    <a:pt x="2471106" y="1302805"/>
                  </a:lnTo>
                  <a:lnTo>
                    <a:pt x="2470035" y="1302847"/>
                  </a:lnTo>
                  <a:lnTo>
                    <a:pt x="2468963" y="1302889"/>
                  </a:lnTo>
                  <a:lnTo>
                    <a:pt x="2467892" y="1302931"/>
                  </a:lnTo>
                  <a:lnTo>
                    <a:pt x="2466820" y="1302974"/>
                  </a:lnTo>
                  <a:lnTo>
                    <a:pt x="2465748" y="1303016"/>
                  </a:lnTo>
                  <a:lnTo>
                    <a:pt x="2464677" y="1303058"/>
                  </a:lnTo>
                  <a:lnTo>
                    <a:pt x="2463605" y="1303101"/>
                  </a:lnTo>
                  <a:lnTo>
                    <a:pt x="2462534" y="1303144"/>
                  </a:lnTo>
                  <a:lnTo>
                    <a:pt x="2461462" y="1303187"/>
                  </a:lnTo>
                  <a:lnTo>
                    <a:pt x="2460390" y="1303229"/>
                  </a:lnTo>
                  <a:lnTo>
                    <a:pt x="2459319" y="1303272"/>
                  </a:lnTo>
                  <a:lnTo>
                    <a:pt x="2458247" y="1303316"/>
                  </a:lnTo>
                  <a:lnTo>
                    <a:pt x="2457176" y="1303359"/>
                  </a:lnTo>
                  <a:lnTo>
                    <a:pt x="2456104" y="1303402"/>
                  </a:lnTo>
                  <a:lnTo>
                    <a:pt x="2455032" y="1303446"/>
                  </a:lnTo>
                  <a:lnTo>
                    <a:pt x="2453961" y="1303489"/>
                  </a:lnTo>
                  <a:lnTo>
                    <a:pt x="2452889" y="1303533"/>
                  </a:lnTo>
                  <a:lnTo>
                    <a:pt x="2451818" y="1303576"/>
                  </a:lnTo>
                  <a:lnTo>
                    <a:pt x="2450746" y="1303620"/>
                  </a:lnTo>
                  <a:lnTo>
                    <a:pt x="2449674" y="1303664"/>
                  </a:lnTo>
                  <a:lnTo>
                    <a:pt x="2448603" y="1303708"/>
                  </a:lnTo>
                  <a:lnTo>
                    <a:pt x="2447531" y="1303752"/>
                  </a:lnTo>
                  <a:lnTo>
                    <a:pt x="2446460" y="1303796"/>
                  </a:lnTo>
                  <a:lnTo>
                    <a:pt x="2445388" y="1303840"/>
                  </a:lnTo>
                  <a:lnTo>
                    <a:pt x="2444316" y="1303885"/>
                  </a:lnTo>
                  <a:lnTo>
                    <a:pt x="2443245" y="1303929"/>
                  </a:lnTo>
                  <a:lnTo>
                    <a:pt x="2442173" y="1303973"/>
                  </a:lnTo>
                  <a:lnTo>
                    <a:pt x="2441102" y="1304018"/>
                  </a:lnTo>
                  <a:lnTo>
                    <a:pt x="2440030" y="1304062"/>
                  </a:lnTo>
                  <a:lnTo>
                    <a:pt x="2438958" y="1304107"/>
                  </a:lnTo>
                  <a:lnTo>
                    <a:pt x="2437887" y="1304151"/>
                  </a:lnTo>
                  <a:lnTo>
                    <a:pt x="2436815" y="1304196"/>
                  </a:lnTo>
                  <a:lnTo>
                    <a:pt x="2435744" y="1304241"/>
                  </a:lnTo>
                  <a:lnTo>
                    <a:pt x="2434672" y="1304285"/>
                  </a:lnTo>
                  <a:lnTo>
                    <a:pt x="2433600" y="1304330"/>
                  </a:lnTo>
                  <a:lnTo>
                    <a:pt x="2432529" y="1304375"/>
                  </a:lnTo>
                  <a:lnTo>
                    <a:pt x="2431457" y="1304420"/>
                  </a:lnTo>
                  <a:lnTo>
                    <a:pt x="2430386" y="1304465"/>
                  </a:lnTo>
                  <a:lnTo>
                    <a:pt x="2429314" y="1304510"/>
                  </a:lnTo>
                  <a:lnTo>
                    <a:pt x="2428242" y="1304555"/>
                  </a:lnTo>
                  <a:lnTo>
                    <a:pt x="2427171" y="1304600"/>
                  </a:lnTo>
                  <a:lnTo>
                    <a:pt x="2426099" y="1304645"/>
                  </a:lnTo>
                  <a:lnTo>
                    <a:pt x="2425028" y="1304690"/>
                  </a:lnTo>
                  <a:lnTo>
                    <a:pt x="2423956" y="1304735"/>
                  </a:lnTo>
                  <a:lnTo>
                    <a:pt x="2422884" y="1304780"/>
                  </a:lnTo>
                  <a:lnTo>
                    <a:pt x="2421813" y="1304825"/>
                  </a:lnTo>
                  <a:lnTo>
                    <a:pt x="2420741" y="1304870"/>
                  </a:lnTo>
                  <a:lnTo>
                    <a:pt x="2419670" y="1304915"/>
                  </a:lnTo>
                  <a:lnTo>
                    <a:pt x="2418598" y="1304960"/>
                  </a:lnTo>
                  <a:lnTo>
                    <a:pt x="2417526" y="1305005"/>
                  </a:lnTo>
                  <a:lnTo>
                    <a:pt x="2416455" y="1305050"/>
                  </a:lnTo>
                  <a:lnTo>
                    <a:pt x="2415383" y="1305096"/>
                  </a:lnTo>
                  <a:lnTo>
                    <a:pt x="2414312" y="1305141"/>
                  </a:lnTo>
                  <a:lnTo>
                    <a:pt x="2413240" y="1305186"/>
                  </a:lnTo>
                  <a:lnTo>
                    <a:pt x="2412168" y="1305231"/>
                  </a:lnTo>
                  <a:lnTo>
                    <a:pt x="2411097" y="1305276"/>
                  </a:lnTo>
                  <a:lnTo>
                    <a:pt x="2410025" y="1305321"/>
                  </a:lnTo>
                  <a:lnTo>
                    <a:pt x="2408954" y="1305366"/>
                  </a:lnTo>
                  <a:lnTo>
                    <a:pt x="2407882" y="1305411"/>
                  </a:lnTo>
                  <a:lnTo>
                    <a:pt x="2406810" y="1305456"/>
                  </a:lnTo>
                  <a:lnTo>
                    <a:pt x="2405739" y="1305501"/>
                  </a:lnTo>
                  <a:lnTo>
                    <a:pt x="2404667" y="1305546"/>
                  </a:lnTo>
                  <a:lnTo>
                    <a:pt x="2403596" y="1305591"/>
                  </a:lnTo>
                  <a:lnTo>
                    <a:pt x="2402524" y="1305636"/>
                  </a:lnTo>
                  <a:lnTo>
                    <a:pt x="2401452" y="1305681"/>
                  </a:lnTo>
                  <a:lnTo>
                    <a:pt x="2400381" y="1305726"/>
                  </a:lnTo>
                  <a:lnTo>
                    <a:pt x="2399309" y="1305771"/>
                  </a:lnTo>
                  <a:lnTo>
                    <a:pt x="2398238" y="1305816"/>
                  </a:lnTo>
                  <a:lnTo>
                    <a:pt x="2397166" y="1305860"/>
                  </a:lnTo>
                  <a:lnTo>
                    <a:pt x="2396094" y="1305905"/>
                  </a:lnTo>
                  <a:lnTo>
                    <a:pt x="2395023" y="1305950"/>
                  </a:lnTo>
                  <a:lnTo>
                    <a:pt x="2393951" y="1305994"/>
                  </a:lnTo>
                  <a:lnTo>
                    <a:pt x="2392880" y="1306039"/>
                  </a:lnTo>
                  <a:lnTo>
                    <a:pt x="2391808" y="1306083"/>
                  </a:lnTo>
                  <a:lnTo>
                    <a:pt x="2390736" y="1306128"/>
                  </a:lnTo>
                  <a:lnTo>
                    <a:pt x="2389665" y="1306172"/>
                  </a:lnTo>
                  <a:lnTo>
                    <a:pt x="2388593" y="1306216"/>
                  </a:lnTo>
                  <a:lnTo>
                    <a:pt x="2387522" y="1306261"/>
                  </a:lnTo>
                  <a:lnTo>
                    <a:pt x="2386450" y="1306305"/>
                  </a:lnTo>
                  <a:lnTo>
                    <a:pt x="2385378" y="1306349"/>
                  </a:lnTo>
                  <a:lnTo>
                    <a:pt x="2384307" y="1306393"/>
                  </a:lnTo>
                  <a:lnTo>
                    <a:pt x="2383235" y="1306437"/>
                  </a:lnTo>
                  <a:lnTo>
                    <a:pt x="2382164" y="1306481"/>
                  </a:lnTo>
                  <a:lnTo>
                    <a:pt x="2381092" y="1306525"/>
                  </a:lnTo>
                  <a:lnTo>
                    <a:pt x="2380020" y="1306568"/>
                  </a:lnTo>
                  <a:lnTo>
                    <a:pt x="2378949" y="1306612"/>
                  </a:lnTo>
                  <a:lnTo>
                    <a:pt x="2377877" y="1306656"/>
                  </a:lnTo>
                  <a:lnTo>
                    <a:pt x="2376806" y="1306699"/>
                  </a:lnTo>
                  <a:lnTo>
                    <a:pt x="2375734" y="1306743"/>
                  </a:lnTo>
                  <a:lnTo>
                    <a:pt x="2374662" y="1306786"/>
                  </a:lnTo>
                  <a:lnTo>
                    <a:pt x="2373591" y="1306829"/>
                  </a:lnTo>
                  <a:lnTo>
                    <a:pt x="2372519" y="1306872"/>
                  </a:lnTo>
                  <a:lnTo>
                    <a:pt x="2371448" y="1306915"/>
                  </a:lnTo>
                  <a:lnTo>
                    <a:pt x="2370376" y="1306958"/>
                  </a:lnTo>
                  <a:lnTo>
                    <a:pt x="2369304" y="1307001"/>
                  </a:lnTo>
                  <a:lnTo>
                    <a:pt x="2368233" y="1307044"/>
                  </a:lnTo>
                  <a:lnTo>
                    <a:pt x="2367161" y="1307086"/>
                  </a:lnTo>
                  <a:lnTo>
                    <a:pt x="2366090" y="1307129"/>
                  </a:lnTo>
                  <a:lnTo>
                    <a:pt x="2365018" y="1307171"/>
                  </a:lnTo>
                  <a:lnTo>
                    <a:pt x="2363946" y="1307213"/>
                  </a:lnTo>
                  <a:lnTo>
                    <a:pt x="2362875" y="1307255"/>
                  </a:lnTo>
                  <a:lnTo>
                    <a:pt x="2361803" y="1307297"/>
                  </a:lnTo>
                  <a:lnTo>
                    <a:pt x="2360732" y="1307339"/>
                  </a:lnTo>
                  <a:lnTo>
                    <a:pt x="2359660" y="1307381"/>
                  </a:lnTo>
                  <a:lnTo>
                    <a:pt x="2358588" y="1307423"/>
                  </a:lnTo>
                  <a:lnTo>
                    <a:pt x="2357517" y="1307464"/>
                  </a:lnTo>
                  <a:lnTo>
                    <a:pt x="2356445" y="1307506"/>
                  </a:lnTo>
                  <a:lnTo>
                    <a:pt x="2355374" y="1307547"/>
                  </a:lnTo>
                  <a:lnTo>
                    <a:pt x="2354302" y="1307588"/>
                  </a:lnTo>
                  <a:lnTo>
                    <a:pt x="2353230" y="1307629"/>
                  </a:lnTo>
                  <a:lnTo>
                    <a:pt x="2352159" y="1307670"/>
                  </a:lnTo>
                  <a:lnTo>
                    <a:pt x="2351087" y="1307710"/>
                  </a:lnTo>
                  <a:lnTo>
                    <a:pt x="2350016" y="1307751"/>
                  </a:lnTo>
                  <a:lnTo>
                    <a:pt x="2348944" y="1307791"/>
                  </a:lnTo>
                  <a:lnTo>
                    <a:pt x="2347872" y="1307831"/>
                  </a:lnTo>
                  <a:lnTo>
                    <a:pt x="2346801" y="1307871"/>
                  </a:lnTo>
                  <a:lnTo>
                    <a:pt x="2345729" y="1307911"/>
                  </a:lnTo>
                  <a:lnTo>
                    <a:pt x="2344658" y="1307951"/>
                  </a:lnTo>
                  <a:lnTo>
                    <a:pt x="2343586" y="1307991"/>
                  </a:lnTo>
                  <a:lnTo>
                    <a:pt x="2342514" y="1308030"/>
                  </a:lnTo>
                  <a:lnTo>
                    <a:pt x="2341443" y="1308069"/>
                  </a:lnTo>
                  <a:lnTo>
                    <a:pt x="2340371" y="1308109"/>
                  </a:lnTo>
                  <a:lnTo>
                    <a:pt x="2339300" y="1308148"/>
                  </a:lnTo>
                  <a:lnTo>
                    <a:pt x="2338228" y="1308186"/>
                  </a:lnTo>
                  <a:lnTo>
                    <a:pt x="2337156" y="1308225"/>
                  </a:lnTo>
                  <a:lnTo>
                    <a:pt x="2336085" y="1308263"/>
                  </a:lnTo>
                  <a:lnTo>
                    <a:pt x="2335013" y="1308302"/>
                  </a:lnTo>
                  <a:lnTo>
                    <a:pt x="2333942" y="1308340"/>
                  </a:lnTo>
                  <a:lnTo>
                    <a:pt x="2332870" y="1308377"/>
                  </a:lnTo>
                  <a:lnTo>
                    <a:pt x="2331798" y="1308415"/>
                  </a:lnTo>
                  <a:lnTo>
                    <a:pt x="2330727" y="1308453"/>
                  </a:lnTo>
                  <a:lnTo>
                    <a:pt x="2329655" y="1308490"/>
                  </a:lnTo>
                  <a:lnTo>
                    <a:pt x="2328584" y="1308527"/>
                  </a:lnTo>
                  <a:lnTo>
                    <a:pt x="2327512" y="1308564"/>
                  </a:lnTo>
                  <a:lnTo>
                    <a:pt x="2326440" y="1308601"/>
                  </a:lnTo>
                  <a:lnTo>
                    <a:pt x="2325369" y="1308637"/>
                  </a:lnTo>
                  <a:lnTo>
                    <a:pt x="2324297" y="1308674"/>
                  </a:lnTo>
                  <a:lnTo>
                    <a:pt x="2323226" y="1308710"/>
                  </a:lnTo>
                  <a:lnTo>
                    <a:pt x="2322154" y="1308746"/>
                  </a:lnTo>
                  <a:lnTo>
                    <a:pt x="2321082" y="1308782"/>
                  </a:lnTo>
                  <a:lnTo>
                    <a:pt x="2320011" y="1308817"/>
                  </a:lnTo>
                  <a:lnTo>
                    <a:pt x="2318939" y="1308852"/>
                  </a:lnTo>
                  <a:lnTo>
                    <a:pt x="2317868" y="1308887"/>
                  </a:lnTo>
                  <a:lnTo>
                    <a:pt x="2316796" y="1308922"/>
                  </a:lnTo>
                  <a:lnTo>
                    <a:pt x="2315724" y="1308957"/>
                  </a:lnTo>
                  <a:lnTo>
                    <a:pt x="2314653" y="1308991"/>
                  </a:lnTo>
                  <a:lnTo>
                    <a:pt x="2313581" y="1309026"/>
                  </a:lnTo>
                  <a:lnTo>
                    <a:pt x="2312510" y="1309060"/>
                  </a:lnTo>
                  <a:lnTo>
                    <a:pt x="2311438" y="1309094"/>
                  </a:lnTo>
                  <a:lnTo>
                    <a:pt x="2310366" y="1309127"/>
                  </a:lnTo>
                  <a:lnTo>
                    <a:pt x="2309295" y="1309160"/>
                  </a:lnTo>
                  <a:lnTo>
                    <a:pt x="2308223" y="1309193"/>
                  </a:lnTo>
                  <a:lnTo>
                    <a:pt x="2307152" y="1309226"/>
                  </a:lnTo>
                  <a:lnTo>
                    <a:pt x="2306080" y="1309259"/>
                  </a:lnTo>
                  <a:lnTo>
                    <a:pt x="2305009" y="1309291"/>
                  </a:lnTo>
                  <a:lnTo>
                    <a:pt x="2303937" y="1309324"/>
                  </a:lnTo>
                  <a:lnTo>
                    <a:pt x="2302865" y="1309355"/>
                  </a:lnTo>
                  <a:lnTo>
                    <a:pt x="2301794" y="1309387"/>
                  </a:lnTo>
                  <a:lnTo>
                    <a:pt x="2300722" y="1309418"/>
                  </a:lnTo>
                  <a:lnTo>
                    <a:pt x="2299651" y="1309450"/>
                  </a:lnTo>
                  <a:lnTo>
                    <a:pt x="2298579" y="1309481"/>
                  </a:lnTo>
                  <a:lnTo>
                    <a:pt x="2297507" y="1309511"/>
                  </a:lnTo>
                  <a:lnTo>
                    <a:pt x="2296436" y="1309542"/>
                  </a:lnTo>
                  <a:lnTo>
                    <a:pt x="2295364" y="1309572"/>
                  </a:lnTo>
                  <a:lnTo>
                    <a:pt x="2294293" y="1309602"/>
                  </a:lnTo>
                  <a:lnTo>
                    <a:pt x="2293221" y="1309631"/>
                  </a:lnTo>
                  <a:lnTo>
                    <a:pt x="2292149" y="1309661"/>
                  </a:lnTo>
                  <a:lnTo>
                    <a:pt x="2291078" y="1309690"/>
                  </a:lnTo>
                  <a:lnTo>
                    <a:pt x="2290006" y="1309719"/>
                  </a:lnTo>
                  <a:lnTo>
                    <a:pt x="2288935" y="1309747"/>
                  </a:lnTo>
                  <a:lnTo>
                    <a:pt x="2287863" y="1309776"/>
                  </a:lnTo>
                  <a:lnTo>
                    <a:pt x="2286791" y="1309804"/>
                  </a:lnTo>
                  <a:lnTo>
                    <a:pt x="2285720" y="1309831"/>
                  </a:lnTo>
                  <a:lnTo>
                    <a:pt x="2284648" y="1309859"/>
                  </a:lnTo>
                  <a:lnTo>
                    <a:pt x="2283577" y="1309886"/>
                  </a:lnTo>
                  <a:lnTo>
                    <a:pt x="2282505" y="1309913"/>
                  </a:lnTo>
                  <a:lnTo>
                    <a:pt x="2281433" y="1309939"/>
                  </a:lnTo>
                  <a:lnTo>
                    <a:pt x="2280362" y="1309966"/>
                  </a:lnTo>
                  <a:lnTo>
                    <a:pt x="2279290" y="1309992"/>
                  </a:lnTo>
                  <a:lnTo>
                    <a:pt x="2278219" y="1310018"/>
                  </a:lnTo>
                  <a:lnTo>
                    <a:pt x="2277147" y="1310043"/>
                  </a:lnTo>
                  <a:lnTo>
                    <a:pt x="2276075" y="1310068"/>
                  </a:lnTo>
                  <a:lnTo>
                    <a:pt x="2275004" y="1310093"/>
                  </a:lnTo>
                  <a:lnTo>
                    <a:pt x="2273932" y="1310118"/>
                  </a:lnTo>
                  <a:lnTo>
                    <a:pt x="2272861" y="1310142"/>
                  </a:lnTo>
                  <a:lnTo>
                    <a:pt x="2271789" y="1310166"/>
                  </a:lnTo>
                  <a:lnTo>
                    <a:pt x="2270717" y="1310190"/>
                  </a:lnTo>
                  <a:lnTo>
                    <a:pt x="2269646" y="1310213"/>
                  </a:lnTo>
                  <a:lnTo>
                    <a:pt x="2268574" y="1310236"/>
                  </a:lnTo>
                  <a:lnTo>
                    <a:pt x="2267503" y="1310259"/>
                  </a:lnTo>
                  <a:lnTo>
                    <a:pt x="2266431" y="1310281"/>
                  </a:lnTo>
                  <a:lnTo>
                    <a:pt x="2265359" y="1310304"/>
                  </a:lnTo>
                  <a:lnTo>
                    <a:pt x="2264288" y="1310325"/>
                  </a:lnTo>
                  <a:lnTo>
                    <a:pt x="2263216" y="1310347"/>
                  </a:lnTo>
                  <a:lnTo>
                    <a:pt x="2262145" y="1310368"/>
                  </a:lnTo>
                  <a:lnTo>
                    <a:pt x="2261073" y="1310389"/>
                  </a:lnTo>
                  <a:lnTo>
                    <a:pt x="2260001" y="1310409"/>
                  </a:lnTo>
                  <a:lnTo>
                    <a:pt x="2258930" y="1310430"/>
                  </a:lnTo>
                  <a:lnTo>
                    <a:pt x="2257858" y="1310450"/>
                  </a:lnTo>
                  <a:lnTo>
                    <a:pt x="2256787" y="1310469"/>
                  </a:lnTo>
                  <a:lnTo>
                    <a:pt x="2255715" y="1310488"/>
                  </a:lnTo>
                  <a:lnTo>
                    <a:pt x="2254643" y="1310507"/>
                  </a:lnTo>
                  <a:lnTo>
                    <a:pt x="2253572" y="1310526"/>
                  </a:lnTo>
                  <a:lnTo>
                    <a:pt x="2252500" y="1310544"/>
                  </a:lnTo>
                  <a:lnTo>
                    <a:pt x="2251429" y="1310562"/>
                  </a:lnTo>
                  <a:lnTo>
                    <a:pt x="2250357" y="1310580"/>
                  </a:lnTo>
                  <a:lnTo>
                    <a:pt x="2249285" y="1310597"/>
                  </a:lnTo>
                  <a:lnTo>
                    <a:pt x="2248214" y="1310614"/>
                  </a:lnTo>
                  <a:lnTo>
                    <a:pt x="2247142" y="1310630"/>
                  </a:lnTo>
                  <a:lnTo>
                    <a:pt x="2246071" y="1310646"/>
                  </a:lnTo>
                  <a:lnTo>
                    <a:pt x="2244999" y="1310662"/>
                  </a:lnTo>
                  <a:lnTo>
                    <a:pt x="2243927" y="1310678"/>
                  </a:lnTo>
                  <a:lnTo>
                    <a:pt x="2242856" y="1310693"/>
                  </a:lnTo>
                  <a:lnTo>
                    <a:pt x="2241784" y="1310707"/>
                  </a:lnTo>
                  <a:lnTo>
                    <a:pt x="2240713" y="1310722"/>
                  </a:lnTo>
                  <a:lnTo>
                    <a:pt x="2239641" y="1310736"/>
                  </a:lnTo>
                  <a:lnTo>
                    <a:pt x="2238569" y="1310750"/>
                  </a:lnTo>
                  <a:lnTo>
                    <a:pt x="2237498" y="1310763"/>
                  </a:lnTo>
                  <a:lnTo>
                    <a:pt x="2236426" y="1310776"/>
                  </a:lnTo>
                  <a:lnTo>
                    <a:pt x="2235355" y="1310789"/>
                  </a:lnTo>
                  <a:lnTo>
                    <a:pt x="2234283" y="1310801"/>
                  </a:lnTo>
                  <a:lnTo>
                    <a:pt x="2233211" y="1310813"/>
                  </a:lnTo>
                  <a:lnTo>
                    <a:pt x="2232140" y="1310824"/>
                  </a:lnTo>
                  <a:lnTo>
                    <a:pt x="2231068" y="1310835"/>
                  </a:lnTo>
                  <a:lnTo>
                    <a:pt x="2229997" y="1310846"/>
                  </a:lnTo>
                  <a:lnTo>
                    <a:pt x="2228925" y="1310856"/>
                  </a:lnTo>
                  <a:lnTo>
                    <a:pt x="2227853" y="1310866"/>
                  </a:lnTo>
                  <a:lnTo>
                    <a:pt x="2226782" y="1310876"/>
                  </a:lnTo>
                  <a:lnTo>
                    <a:pt x="2225710" y="1310885"/>
                  </a:lnTo>
                  <a:lnTo>
                    <a:pt x="2224639" y="1310894"/>
                  </a:lnTo>
                  <a:lnTo>
                    <a:pt x="2223567" y="1310902"/>
                  </a:lnTo>
                  <a:lnTo>
                    <a:pt x="2222495" y="1310910"/>
                  </a:lnTo>
                  <a:lnTo>
                    <a:pt x="2221424" y="1310918"/>
                  </a:lnTo>
                  <a:lnTo>
                    <a:pt x="2220352" y="1310925"/>
                  </a:lnTo>
                  <a:lnTo>
                    <a:pt x="2219281" y="1310932"/>
                  </a:lnTo>
                  <a:lnTo>
                    <a:pt x="2218209" y="1310939"/>
                  </a:lnTo>
                  <a:lnTo>
                    <a:pt x="2217137" y="1310945"/>
                  </a:lnTo>
                  <a:lnTo>
                    <a:pt x="2216066" y="1310950"/>
                  </a:lnTo>
                  <a:lnTo>
                    <a:pt x="2214994" y="1310956"/>
                  </a:lnTo>
                  <a:lnTo>
                    <a:pt x="2213923" y="1310961"/>
                  </a:lnTo>
                  <a:lnTo>
                    <a:pt x="2212851" y="1310965"/>
                  </a:lnTo>
                  <a:lnTo>
                    <a:pt x="2211779" y="1310969"/>
                  </a:lnTo>
                  <a:lnTo>
                    <a:pt x="2210708" y="1310973"/>
                  </a:lnTo>
                  <a:lnTo>
                    <a:pt x="2209636" y="1310976"/>
                  </a:lnTo>
                  <a:lnTo>
                    <a:pt x="2208565" y="1310979"/>
                  </a:lnTo>
                  <a:lnTo>
                    <a:pt x="2207493" y="1310981"/>
                  </a:lnTo>
                  <a:lnTo>
                    <a:pt x="2206421" y="1310983"/>
                  </a:lnTo>
                  <a:lnTo>
                    <a:pt x="2205350" y="1310985"/>
                  </a:lnTo>
                  <a:lnTo>
                    <a:pt x="2204278" y="1310986"/>
                  </a:lnTo>
                  <a:lnTo>
                    <a:pt x="2203207" y="1310987"/>
                  </a:lnTo>
                  <a:lnTo>
                    <a:pt x="2202135" y="1310987"/>
                  </a:lnTo>
                  <a:lnTo>
                    <a:pt x="2201063" y="1310987"/>
                  </a:lnTo>
                  <a:lnTo>
                    <a:pt x="2199992" y="1310987"/>
                  </a:lnTo>
                  <a:lnTo>
                    <a:pt x="2198920" y="1310986"/>
                  </a:lnTo>
                  <a:lnTo>
                    <a:pt x="2197849" y="1310984"/>
                  </a:lnTo>
                  <a:lnTo>
                    <a:pt x="2196777" y="1310982"/>
                  </a:lnTo>
                  <a:lnTo>
                    <a:pt x="2195705" y="1310980"/>
                  </a:lnTo>
                  <a:lnTo>
                    <a:pt x="2194634" y="1310977"/>
                  </a:lnTo>
                  <a:lnTo>
                    <a:pt x="2193562" y="1310974"/>
                  </a:lnTo>
                  <a:lnTo>
                    <a:pt x="2192491" y="1310971"/>
                  </a:lnTo>
                  <a:lnTo>
                    <a:pt x="2191419" y="1310967"/>
                  </a:lnTo>
                  <a:lnTo>
                    <a:pt x="2190347" y="1310962"/>
                  </a:lnTo>
                  <a:lnTo>
                    <a:pt x="2189276" y="1310958"/>
                  </a:lnTo>
                  <a:lnTo>
                    <a:pt x="2188204" y="1310952"/>
                  </a:lnTo>
                  <a:lnTo>
                    <a:pt x="2187133" y="1310946"/>
                  </a:lnTo>
                  <a:lnTo>
                    <a:pt x="2186061" y="1310940"/>
                  </a:lnTo>
                  <a:lnTo>
                    <a:pt x="2184989" y="1310934"/>
                  </a:lnTo>
                  <a:lnTo>
                    <a:pt x="2183918" y="1310927"/>
                  </a:lnTo>
                  <a:lnTo>
                    <a:pt x="2182846" y="1310919"/>
                  </a:lnTo>
                  <a:lnTo>
                    <a:pt x="2181775" y="1310911"/>
                  </a:lnTo>
                  <a:lnTo>
                    <a:pt x="2180703" y="1310902"/>
                  </a:lnTo>
                  <a:lnTo>
                    <a:pt x="2179631" y="1310894"/>
                  </a:lnTo>
                  <a:lnTo>
                    <a:pt x="2178560" y="1310884"/>
                  </a:lnTo>
                  <a:lnTo>
                    <a:pt x="2177488" y="1310874"/>
                  </a:lnTo>
                  <a:lnTo>
                    <a:pt x="2176417" y="1310864"/>
                  </a:lnTo>
                  <a:lnTo>
                    <a:pt x="2175345" y="1310853"/>
                  </a:lnTo>
                  <a:lnTo>
                    <a:pt x="2174273" y="1310842"/>
                  </a:lnTo>
                  <a:lnTo>
                    <a:pt x="2173202" y="1310830"/>
                  </a:lnTo>
                  <a:lnTo>
                    <a:pt x="2172130" y="1310818"/>
                  </a:lnTo>
                  <a:lnTo>
                    <a:pt x="2171059" y="1310805"/>
                  </a:lnTo>
                  <a:lnTo>
                    <a:pt x="2169987" y="1310792"/>
                  </a:lnTo>
                  <a:lnTo>
                    <a:pt x="2168915" y="1310779"/>
                  </a:lnTo>
                  <a:lnTo>
                    <a:pt x="2167844" y="1310765"/>
                  </a:lnTo>
                  <a:lnTo>
                    <a:pt x="2166772" y="1310750"/>
                  </a:lnTo>
                  <a:lnTo>
                    <a:pt x="2165701" y="1310735"/>
                  </a:lnTo>
                  <a:lnTo>
                    <a:pt x="2164629" y="1310719"/>
                  </a:lnTo>
                  <a:lnTo>
                    <a:pt x="2163557" y="1310703"/>
                  </a:lnTo>
                  <a:lnTo>
                    <a:pt x="2162486" y="1310687"/>
                  </a:lnTo>
                  <a:lnTo>
                    <a:pt x="2161414" y="1310670"/>
                  </a:lnTo>
                  <a:lnTo>
                    <a:pt x="2160343" y="1310653"/>
                  </a:lnTo>
                  <a:lnTo>
                    <a:pt x="2159271" y="1310635"/>
                  </a:lnTo>
                  <a:lnTo>
                    <a:pt x="2158199" y="1310616"/>
                  </a:lnTo>
                  <a:lnTo>
                    <a:pt x="2157128" y="1310597"/>
                  </a:lnTo>
                  <a:lnTo>
                    <a:pt x="2156056" y="1310578"/>
                  </a:lnTo>
                  <a:lnTo>
                    <a:pt x="2154985" y="1310558"/>
                  </a:lnTo>
                  <a:lnTo>
                    <a:pt x="2153913" y="1310538"/>
                  </a:lnTo>
                  <a:lnTo>
                    <a:pt x="2152841" y="1310517"/>
                  </a:lnTo>
                  <a:lnTo>
                    <a:pt x="2151770" y="1310495"/>
                  </a:lnTo>
                  <a:lnTo>
                    <a:pt x="2150698" y="1310473"/>
                  </a:lnTo>
                  <a:lnTo>
                    <a:pt x="2149627" y="1310451"/>
                  </a:lnTo>
                  <a:lnTo>
                    <a:pt x="2148555" y="1310428"/>
                  </a:lnTo>
                  <a:lnTo>
                    <a:pt x="2147483" y="1310405"/>
                  </a:lnTo>
                  <a:lnTo>
                    <a:pt x="2146412" y="1310381"/>
                  </a:lnTo>
                  <a:lnTo>
                    <a:pt x="2145340" y="1310356"/>
                  </a:lnTo>
                  <a:lnTo>
                    <a:pt x="2144269" y="1310331"/>
                  </a:lnTo>
                  <a:lnTo>
                    <a:pt x="2143197" y="1310306"/>
                  </a:lnTo>
                  <a:lnTo>
                    <a:pt x="2142125" y="1310280"/>
                  </a:lnTo>
                  <a:lnTo>
                    <a:pt x="2141054" y="1310253"/>
                  </a:lnTo>
                  <a:lnTo>
                    <a:pt x="2139982" y="1310226"/>
                  </a:lnTo>
                  <a:lnTo>
                    <a:pt x="2138911" y="1310199"/>
                  </a:lnTo>
                  <a:lnTo>
                    <a:pt x="2137839" y="1310171"/>
                  </a:lnTo>
                  <a:lnTo>
                    <a:pt x="2136767" y="1310142"/>
                  </a:lnTo>
                  <a:lnTo>
                    <a:pt x="2135696" y="1310113"/>
                  </a:lnTo>
                  <a:lnTo>
                    <a:pt x="2134624" y="1310083"/>
                  </a:lnTo>
                  <a:lnTo>
                    <a:pt x="2133553" y="1310053"/>
                  </a:lnTo>
                  <a:lnTo>
                    <a:pt x="2132481" y="1310022"/>
                  </a:lnTo>
                  <a:lnTo>
                    <a:pt x="2131409" y="1309991"/>
                  </a:lnTo>
                  <a:lnTo>
                    <a:pt x="2130338" y="1309960"/>
                  </a:lnTo>
                  <a:lnTo>
                    <a:pt x="2129266" y="1309927"/>
                  </a:lnTo>
                  <a:lnTo>
                    <a:pt x="2128195" y="1309894"/>
                  </a:lnTo>
                  <a:lnTo>
                    <a:pt x="2127123" y="1309861"/>
                  </a:lnTo>
                  <a:lnTo>
                    <a:pt x="2126052" y="1309827"/>
                  </a:lnTo>
                  <a:lnTo>
                    <a:pt x="2124980" y="1309793"/>
                  </a:lnTo>
                  <a:lnTo>
                    <a:pt x="2123908" y="1309758"/>
                  </a:lnTo>
                  <a:lnTo>
                    <a:pt x="2122837" y="1309722"/>
                  </a:lnTo>
                  <a:lnTo>
                    <a:pt x="2121765" y="1309686"/>
                  </a:lnTo>
                  <a:lnTo>
                    <a:pt x="2120694" y="1309650"/>
                  </a:lnTo>
                  <a:lnTo>
                    <a:pt x="2119622" y="1309613"/>
                  </a:lnTo>
                  <a:lnTo>
                    <a:pt x="2118550" y="1309575"/>
                  </a:lnTo>
                  <a:lnTo>
                    <a:pt x="2117479" y="1309537"/>
                  </a:lnTo>
                  <a:lnTo>
                    <a:pt x="2116407" y="1309498"/>
                  </a:lnTo>
                  <a:lnTo>
                    <a:pt x="2115336" y="1309459"/>
                  </a:lnTo>
                  <a:lnTo>
                    <a:pt x="2114264" y="1309419"/>
                  </a:lnTo>
                  <a:lnTo>
                    <a:pt x="2113192" y="1309378"/>
                  </a:lnTo>
                  <a:lnTo>
                    <a:pt x="2112121" y="1309337"/>
                  </a:lnTo>
                  <a:lnTo>
                    <a:pt x="2111049" y="1309296"/>
                  </a:lnTo>
                  <a:lnTo>
                    <a:pt x="2109978" y="1309254"/>
                  </a:lnTo>
                  <a:lnTo>
                    <a:pt x="2108906" y="1309211"/>
                  </a:lnTo>
                  <a:lnTo>
                    <a:pt x="2107834" y="1309168"/>
                  </a:lnTo>
                  <a:lnTo>
                    <a:pt x="2106763" y="1309124"/>
                  </a:lnTo>
                  <a:lnTo>
                    <a:pt x="2105691" y="1309080"/>
                  </a:lnTo>
                  <a:lnTo>
                    <a:pt x="2104620" y="1309035"/>
                  </a:lnTo>
                  <a:lnTo>
                    <a:pt x="2103548" y="1308989"/>
                  </a:lnTo>
                  <a:lnTo>
                    <a:pt x="2102476" y="1308943"/>
                  </a:lnTo>
                  <a:lnTo>
                    <a:pt x="2101405" y="1308897"/>
                  </a:lnTo>
                  <a:lnTo>
                    <a:pt x="2100333" y="1308849"/>
                  </a:lnTo>
                  <a:lnTo>
                    <a:pt x="2099262" y="1308802"/>
                  </a:lnTo>
                  <a:lnTo>
                    <a:pt x="2098190" y="1308753"/>
                  </a:lnTo>
                  <a:lnTo>
                    <a:pt x="2097118" y="1308704"/>
                  </a:lnTo>
                  <a:lnTo>
                    <a:pt x="2096047" y="1308655"/>
                  </a:lnTo>
                  <a:lnTo>
                    <a:pt x="2094975" y="1308605"/>
                  </a:lnTo>
                  <a:lnTo>
                    <a:pt x="2093904" y="1308554"/>
                  </a:lnTo>
                  <a:lnTo>
                    <a:pt x="2092832" y="1308503"/>
                  </a:lnTo>
                  <a:lnTo>
                    <a:pt x="2091760" y="1308451"/>
                  </a:lnTo>
                  <a:lnTo>
                    <a:pt x="2090689" y="1308399"/>
                  </a:lnTo>
                  <a:lnTo>
                    <a:pt x="2089617" y="1308346"/>
                  </a:lnTo>
                  <a:lnTo>
                    <a:pt x="2088546" y="1308292"/>
                  </a:lnTo>
                  <a:lnTo>
                    <a:pt x="2087474" y="1308238"/>
                  </a:lnTo>
                  <a:lnTo>
                    <a:pt x="2086402" y="1308183"/>
                  </a:lnTo>
                  <a:lnTo>
                    <a:pt x="2085331" y="1308128"/>
                  </a:lnTo>
                  <a:lnTo>
                    <a:pt x="2084259" y="1308072"/>
                  </a:lnTo>
                  <a:lnTo>
                    <a:pt x="2083188" y="1308015"/>
                  </a:lnTo>
                  <a:lnTo>
                    <a:pt x="2082116" y="1307958"/>
                  </a:lnTo>
                  <a:lnTo>
                    <a:pt x="2081044" y="1307901"/>
                  </a:lnTo>
                  <a:lnTo>
                    <a:pt x="2079973" y="1307842"/>
                  </a:lnTo>
                  <a:lnTo>
                    <a:pt x="2078901" y="1307783"/>
                  </a:lnTo>
                  <a:lnTo>
                    <a:pt x="2077830" y="1307724"/>
                  </a:lnTo>
                  <a:lnTo>
                    <a:pt x="2076758" y="1307664"/>
                  </a:lnTo>
                  <a:lnTo>
                    <a:pt x="2075686" y="1307603"/>
                  </a:lnTo>
                  <a:lnTo>
                    <a:pt x="2074615" y="1307542"/>
                  </a:lnTo>
                  <a:lnTo>
                    <a:pt x="2073543" y="1307480"/>
                  </a:lnTo>
                  <a:lnTo>
                    <a:pt x="2072472" y="1307417"/>
                  </a:lnTo>
                  <a:lnTo>
                    <a:pt x="2071400" y="1307354"/>
                  </a:lnTo>
                  <a:lnTo>
                    <a:pt x="2070328" y="1307290"/>
                  </a:lnTo>
                  <a:lnTo>
                    <a:pt x="2069257" y="1307226"/>
                  </a:lnTo>
                  <a:lnTo>
                    <a:pt x="2068185" y="1307161"/>
                  </a:lnTo>
                  <a:lnTo>
                    <a:pt x="2067114" y="1307096"/>
                  </a:lnTo>
                  <a:lnTo>
                    <a:pt x="2066042" y="1307029"/>
                  </a:lnTo>
                  <a:lnTo>
                    <a:pt x="2064970" y="1306963"/>
                  </a:lnTo>
                  <a:lnTo>
                    <a:pt x="2063899" y="1306895"/>
                  </a:lnTo>
                  <a:lnTo>
                    <a:pt x="2062827" y="1306827"/>
                  </a:lnTo>
                  <a:lnTo>
                    <a:pt x="2061756" y="1306759"/>
                  </a:lnTo>
                  <a:lnTo>
                    <a:pt x="2060684" y="1306689"/>
                  </a:lnTo>
                  <a:lnTo>
                    <a:pt x="2059612" y="1306619"/>
                  </a:lnTo>
                  <a:lnTo>
                    <a:pt x="2058541" y="1306549"/>
                  </a:lnTo>
                  <a:lnTo>
                    <a:pt x="2057469" y="1306478"/>
                  </a:lnTo>
                  <a:lnTo>
                    <a:pt x="2056398" y="1306406"/>
                  </a:lnTo>
                  <a:lnTo>
                    <a:pt x="2055326" y="1306334"/>
                  </a:lnTo>
                  <a:lnTo>
                    <a:pt x="2054254" y="1306261"/>
                  </a:lnTo>
                  <a:lnTo>
                    <a:pt x="2053183" y="1306187"/>
                  </a:lnTo>
                  <a:lnTo>
                    <a:pt x="2052111" y="1306113"/>
                  </a:lnTo>
                  <a:lnTo>
                    <a:pt x="2051040" y="1306038"/>
                  </a:lnTo>
                  <a:lnTo>
                    <a:pt x="2049968" y="1305962"/>
                  </a:lnTo>
                  <a:lnTo>
                    <a:pt x="2048896" y="1305886"/>
                  </a:lnTo>
                  <a:lnTo>
                    <a:pt x="2047825" y="1305809"/>
                  </a:lnTo>
                  <a:lnTo>
                    <a:pt x="2046753" y="1305732"/>
                  </a:lnTo>
                  <a:lnTo>
                    <a:pt x="2045682" y="1305654"/>
                  </a:lnTo>
                  <a:lnTo>
                    <a:pt x="2044610" y="1305575"/>
                  </a:lnTo>
                  <a:lnTo>
                    <a:pt x="2043538" y="1305496"/>
                  </a:lnTo>
                  <a:lnTo>
                    <a:pt x="2042467" y="1305416"/>
                  </a:lnTo>
                  <a:lnTo>
                    <a:pt x="2041395" y="1305335"/>
                  </a:lnTo>
                  <a:lnTo>
                    <a:pt x="2040324" y="1305254"/>
                  </a:lnTo>
                  <a:lnTo>
                    <a:pt x="2039252" y="1305172"/>
                  </a:lnTo>
                  <a:lnTo>
                    <a:pt x="2038180" y="1305089"/>
                  </a:lnTo>
                  <a:lnTo>
                    <a:pt x="2037109" y="1305006"/>
                  </a:lnTo>
                  <a:lnTo>
                    <a:pt x="2036037" y="1304922"/>
                  </a:lnTo>
                  <a:lnTo>
                    <a:pt x="2034966" y="1304838"/>
                  </a:lnTo>
                  <a:lnTo>
                    <a:pt x="2033894" y="1304753"/>
                  </a:lnTo>
                  <a:lnTo>
                    <a:pt x="2032822" y="1304667"/>
                  </a:lnTo>
                  <a:lnTo>
                    <a:pt x="2031751" y="1304580"/>
                  </a:lnTo>
                  <a:lnTo>
                    <a:pt x="2030679" y="1304493"/>
                  </a:lnTo>
                  <a:lnTo>
                    <a:pt x="2029608" y="1304406"/>
                  </a:lnTo>
                  <a:lnTo>
                    <a:pt x="2028536" y="1304317"/>
                  </a:lnTo>
                  <a:lnTo>
                    <a:pt x="2027464" y="1304228"/>
                  </a:lnTo>
                  <a:lnTo>
                    <a:pt x="2026393" y="1304138"/>
                  </a:lnTo>
                  <a:lnTo>
                    <a:pt x="2025321" y="1304048"/>
                  </a:lnTo>
                  <a:lnTo>
                    <a:pt x="2024250" y="1303957"/>
                  </a:lnTo>
                  <a:lnTo>
                    <a:pt x="2023178" y="1303865"/>
                  </a:lnTo>
                  <a:lnTo>
                    <a:pt x="2022106" y="1303773"/>
                  </a:lnTo>
                  <a:lnTo>
                    <a:pt x="2021035" y="1303680"/>
                  </a:lnTo>
                  <a:lnTo>
                    <a:pt x="2019963" y="1303586"/>
                  </a:lnTo>
                  <a:lnTo>
                    <a:pt x="2018892" y="1303492"/>
                  </a:lnTo>
                  <a:lnTo>
                    <a:pt x="2017820" y="1303397"/>
                  </a:lnTo>
                  <a:lnTo>
                    <a:pt x="2016748" y="1303301"/>
                  </a:lnTo>
                  <a:lnTo>
                    <a:pt x="2015677" y="1303205"/>
                  </a:lnTo>
                  <a:lnTo>
                    <a:pt x="2014605" y="1303108"/>
                  </a:lnTo>
                  <a:lnTo>
                    <a:pt x="2013534" y="1303010"/>
                  </a:lnTo>
                  <a:lnTo>
                    <a:pt x="2012462" y="1302912"/>
                  </a:lnTo>
                  <a:lnTo>
                    <a:pt x="2011390" y="1302813"/>
                  </a:lnTo>
                  <a:lnTo>
                    <a:pt x="2010319" y="1302714"/>
                  </a:lnTo>
                  <a:lnTo>
                    <a:pt x="2009247" y="1302613"/>
                  </a:lnTo>
                  <a:lnTo>
                    <a:pt x="2008176" y="1302512"/>
                  </a:lnTo>
                  <a:lnTo>
                    <a:pt x="2007104" y="1302411"/>
                  </a:lnTo>
                  <a:lnTo>
                    <a:pt x="2006032" y="1302308"/>
                  </a:lnTo>
                  <a:lnTo>
                    <a:pt x="2004961" y="1302205"/>
                  </a:lnTo>
                  <a:lnTo>
                    <a:pt x="2003889" y="1302101"/>
                  </a:lnTo>
                  <a:lnTo>
                    <a:pt x="2002818" y="1301997"/>
                  </a:lnTo>
                  <a:lnTo>
                    <a:pt x="2001746" y="1301892"/>
                  </a:lnTo>
                  <a:lnTo>
                    <a:pt x="2000674" y="1301786"/>
                  </a:lnTo>
                  <a:lnTo>
                    <a:pt x="1999603" y="1301680"/>
                  </a:lnTo>
                  <a:lnTo>
                    <a:pt x="1998531" y="1301573"/>
                  </a:lnTo>
                  <a:lnTo>
                    <a:pt x="1997460" y="1301465"/>
                  </a:lnTo>
                  <a:lnTo>
                    <a:pt x="1996388" y="1301357"/>
                  </a:lnTo>
                  <a:lnTo>
                    <a:pt x="1995316" y="1301247"/>
                  </a:lnTo>
                  <a:lnTo>
                    <a:pt x="1994245" y="1301138"/>
                  </a:lnTo>
                  <a:lnTo>
                    <a:pt x="1993173" y="1301027"/>
                  </a:lnTo>
                  <a:lnTo>
                    <a:pt x="1992102" y="1300916"/>
                  </a:lnTo>
                  <a:lnTo>
                    <a:pt x="1991030" y="1300804"/>
                  </a:lnTo>
                  <a:lnTo>
                    <a:pt x="1989958" y="1300692"/>
                  </a:lnTo>
                  <a:lnTo>
                    <a:pt x="1988887" y="1300578"/>
                  </a:lnTo>
                  <a:lnTo>
                    <a:pt x="1987815" y="1300464"/>
                  </a:lnTo>
                  <a:lnTo>
                    <a:pt x="1986744" y="1300350"/>
                  </a:lnTo>
                  <a:lnTo>
                    <a:pt x="1985672" y="1300235"/>
                  </a:lnTo>
                  <a:lnTo>
                    <a:pt x="1984600" y="1300119"/>
                  </a:lnTo>
                  <a:lnTo>
                    <a:pt x="1983529" y="1300002"/>
                  </a:lnTo>
                  <a:lnTo>
                    <a:pt x="1982457" y="1299884"/>
                  </a:lnTo>
                  <a:lnTo>
                    <a:pt x="1981386" y="1299766"/>
                  </a:lnTo>
                  <a:lnTo>
                    <a:pt x="1980314" y="1299648"/>
                  </a:lnTo>
                  <a:lnTo>
                    <a:pt x="1979242" y="1299528"/>
                  </a:lnTo>
                  <a:lnTo>
                    <a:pt x="1978171" y="1299408"/>
                  </a:lnTo>
                  <a:lnTo>
                    <a:pt x="1977099" y="1299287"/>
                  </a:lnTo>
                  <a:lnTo>
                    <a:pt x="1976028" y="1299166"/>
                  </a:lnTo>
                  <a:lnTo>
                    <a:pt x="1974956" y="1299044"/>
                  </a:lnTo>
                  <a:lnTo>
                    <a:pt x="1973884" y="1298921"/>
                  </a:lnTo>
                  <a:lnTo>
                    <a:pt x="1972813" y="1298797"/>
                  </a:lnTo>
                  <a:lnTo>
                    <a:pt x="1971741" y="1298673"/>
                  </a:lnTo>
                  <a:lnTo>
                    <a:pt x="1970670" y="1298548"/>
                  </a:lnTo>
                  <a:lnTo>
                    <a:pt x="1969598" y="1298422"/>
                  </a:lnTo>
                  <a:lnTo>
                    <a:pt x="1968526" y="1298296"/>
                  </a:lnTo>
                  <a:lnTo>
                    <a:pt x="1967455" y="1298168"/>
                  </a:lnTo>
                  <a:lnTo>
                    <a:pt x="1966383" y="1298041"/>
                  </a:lnTo>
                  <a:lnTo>
                    <a:pt x="1965312" y="1297912"/>
                  </a:lnTo>
                  <a:lnTo>
                    <a:pt x="1964240" y="1297783"/>
                  </a:lnTo>
                  <a:lnTo>
                    <a:pt x="1963168" y="1297653"/>
                  </a:lnTo>
                  <a:lnTo>
                    <a:pt x="1962097" y="1297523"/>
                  </a:lnTo>
                  <a:lnTo>
                    <a:pt x="1961025" y="1297391"/>
                  </a:lnTo>
                  <a:lnTo>
                    <a:pt x="1959954" y="1297259"/>
                  </a:lnTo>
                  <a:lnTo>
                    <a:pt x="1958882" y="1297127"/>
                  </a:lnTo>
                  <a:lnTo>
                    <a:pt x="1957810" y="1296993"/>
                  </a:lnTo>
                  <a:lnTo>
                    <a:pt x="1956739" y="1296859"/>
                  </a:lnTo>
                  <a:lnTo>
                    <a:pt x="1955667" y="1296724"/>
                  </a:lnTo>
                  <a:lnTo>
                    <a:pt x="1954596" y="1296589"/>
                  </a:lnTo>
                  <a:lnTo>
                    <a:pt x="1953524" y="1296453"/>
                  </a:lnTo>
                  <a:lnTo>
                    <a:pt x="1952453" y="1296316"/>
                  </a:lnTo>
                  <a:lnTo>
                    <a:pt x="1951381" y="1296178"/>
                  </a:lnTo>
                  <a:lnTo>
                    <a:pt x="1950309" y="1296040"/>
                  </a:lnTo>
                  <a:lnTo>
                    <a:pt x="1949238" y="1295901"/>
                  </a:lnTo>
                  <a:lnTo>
                    <a:pt x="1948166" y="1295761"/>
                  </a:lnTo>
                  <a:lnTo>
                    <a:pt x="1947095" y="1295620"/>
                  </a:lnTo>
                  <a:lnTo>
                    <a:pt x="1946023" y="1295479"/>
                  </a:lnTo>
                  <a:lnTo>
                    <a:pt x="1944951" y="1295337"/>
                  </a:lnTo>
                  <a:lnTo>
                    <a:pt x="1943880" y="1295195"/>
                  </a:lnTo>
                  <a:lnTo>
                    <a:pt x="1942808" y="1295052"/>
                  </a:lnTo>
                  <a:lnTo>
                    <a:pt x="1941737" y="1294908"/>
                  </a:lnTo>
                  <a:lnTo>
                    <a:pt x="1940665" y="1294763"/>
                  </a:lnTo>
                  <a:lnTo>
                    <a:pt x="1939593" y="1294618"/>
                  </a:lnTo>
                  <a:lnTo>
                    <a:pt x="1938522" y="1294472"/>
                  </a:lnTo>
                  <a:lnTo>
                    <a:pt x="1937450" y="1294325"/>
                  </a:lnTo>
                  <a:lnTo>
                    <a:pt x="1936379" y="1294177"/>
                  </a:lnTo>
                  <a:lnTo>
                    <a:pt x="1935307" y="1294029"/>
                  </a:lnTo>
                  <a:lnTo>
                    <a:pt x="1934235" y="1293880"/>
                  </a:lnTo>
                  <a:lnTo>
                    <a:pt x="1933164" y="1293731"/>
                  </a:lnTo>
                  <a:lnTo>
                    <a:pt x="1932092" y="1293580"/>
                  </a:lnTo>
                  <a:lnTo>
                    <a:pt x="1931021" y="1293429"/>
                  </a:lnTo>
                  <a:lnTo>
                    <a:pt x="1929949" y="1293278"/>
                  </a:lnTo>
                  <a:lnTo>
                    <a:pt x="1928877" y="1293125"/>
                  </a:lnTo>
                  <a:lnTo>
                    <a:pt x="1927806" y="1292972"/>
                  </a:lnTo>
                  <a:lnTo>
                    <a:pt x="1926734" y="1292818"/>
                  </a:lnTo>
                  <a:lnTo>
                    <a:pt x="1925663" y="1292664"/>
                  </a:lnTo>
                  <a:lnTo>
                    <a:pt x="1924591" y="1292508"/>
                  </a:lnTo>
                  <a:lnTo>
                    <a:pt x="1923519" y="1292352"/>
                  </a:lnTo>
                  <a:lnTo>
                    <a:pt x="1922448" y="1292196"/>
                  </a:lnTo>
                  <a:lnTo>
                    <a:pt x="1921376" y="1292038"/>
                  </a:lnTo>
                  <a:lnTo>
                    <a:pt x="1920305" y="1291880"/>
                  </a:lnTo>
                  <a:lnTo>
                    <a:pt x="1919233" y="1291722"/>
                  </a:lnTo>
                  <a:lnTo>
                    <a:pt x="1918161" y="1291562"/>
                  </a:lnTo>
                  <a:lnTo>
                    <a:pt x="1917090" y="1291402"/>
                  </a:lnTo>
                  <a:lnTo>
                    <a:pt x="1916018" y="1291241"/>
                  </a:lnTo>
                  <a:lnTo>
                    <a:pt x="1914947" y="1291080"/>
                  </a:lnTo>
                  <a:lnTo>
                    <a:pt x="1913875" y="1290917"/>
                  </a:lnTo>
                  <a:lnTo>
                    <a:pt x="1912803" y="1290754"/>
                  </a:lnTo>
                  <a:lnTo>
                    <a:pt x="1911732" y="1290591"/>
                  </a:lnTo>
                  <a:lnTo>
                    <a:pt x="1910660" y="1290426"/>
                  </a:lnTo>
                  <a:lnTo>
                    <a:pt x="1909589" y="1290261"/>
                  </a:lnTo>
                  <a:lnTo>
                    <a:pt x="1908517" y="1290096"/>
                  </a:lnTo>
                  <a:lnTo>
                    <a:pt x="1907445" y="1289930"/>
                  </a:lnTo>
                  <a:lnTo>
                    <a:pt x="1906374" y="1289763"/>
                  </a:lnTo>
                  <a:lnTo>
                    <a:pt x="1905302" y="1289595"/>
                  </a:lnTo>
                  <a:lnTo>
                    <a:pt x="1904231" y="1289427"/>
                  </a:lnTo>
                  <a:lnTo>
                    <a:pt x="1903159" y="1289258"/>
                  </a:lnTo>
                  <a:lnTo>
                    <a:pt x="1902087" y="1289089"/>
                  </a:lnTo>
                  <a:lnTo>
                    <a:pt x="1901016" y="1288919"/>
                  </a:lnTo>
                  <a:lnTo>
                    <a:pt x="1899944" y="1288748"/>
                  </a:lnTo>
                  <a:lnTo>
                    <a:pt x="1898873" y="1288577"/>
                  </a:lnTo>
                  <a:lnTo>
                    <a:pt x="1897801" y="1288405"/>
                  </a:lnTo>
                  <a:lnTo>
                    <a:pt x="1896729" y="1288233"/>
                  </a:lnTo>
                  <a:lnTo>
                    <a:pt x="1895658" y="1288060"/>
                  </a:lnTo>
                  <a:lnTo>
                    <a:pt x="1894586" y="1287887"/>
                  </a:lnTo>
                  <a:lnTo>
                    <a:pt x="1893515" y="1287713"/>
                  </a:lnTo>
                  <a:lnTo>
                    <a:pt x="1892443" y="1287539"/>
                  </a:lnTo>
                  <a:lnTo>
                    <a:pt x="1891371" y="1287364"/>
                  </a:lnTo>
                  <a:lnTo>
                    <a:pt x="1890300" y="1287189"/>
                  </a:lnTo>
                  <a:lnTo>
                    <a:pt x="1889228" y="1287013"/>
                  </a:lnTo>
                  <a:lnTo>
                    <a:pt x="1888157" y="1286837"/>
                  </a:lnTo>
                  <a:lnTo>
                    <a:pt x="1887085" y="1286660"/>
                  </a:lnTo>
                  <a:lnTo>
                    <a:pt x="1886013" y="1286483"/>
                  </a:lnTo>
                  <a:lnTo>
                    <a:pt x="1884942" y="1286305"/>
                  </a:lnTo>
                  <a:lnTo>
                    <a:pt x="1883870" y="1286127"/>
                  </a:lnTo>
                  <a:lnTo>
                    <a:pt x="1882799" y="1285949"/>
                  </a:lnTo>
                  <a:lnTo>
                    <a:pt x="1881727" y="1285770"/>
                  </a:lnTo>
                  <a:lnTo>
                    <a:pt x="1880655" y="1285591"/>
                  </a:lnTo>
                  <a:lnTo>
                    <a:pt x="1879584" y="1285411"/>
                  </a:lnTo>
                  <a:lnTo>
                    <a:pt x="1878512" y="1285231"/>
                  </a:lnTo>
                  <a:lnTo>
                    <a:pt x="1877441" y="1285051"/>
                  </a:lnTo>
                  <a:lnTo>
                    <a:pt x="1876369" y="1284870"/>
                  </a:lnTo>
                  <a:lnTo>
                    <a:pt x="1875297" y="1284689"/>
                  </a:lnTo>
                  <a:lnTo>
                    <a:pt x="1874226" y="1284507"/>
                  </a:lnTo>
                  <a:lnTo>
                    <a:pt x="1873154" y="1284325"/>
                  </a:lnTo>
                  <a:lnTo>
                    <a:pt x="1872083" y="1284143"/>
                  </a:lnTo>
                  <a:lnTo>
                    <a:pt x="1871011" y="1283961"/>
                  </a:lnTo>
                  <a:lnTo>
                    <a:pt x="1869939" y="1283778"/>
                  </a:lnTo>
                  <a:lnTo>
                    <a:pt x="1868868" y="1283595"/>
                  </a:lnTo>
                  <a:lnTo>
                    <a:pt x="1867796" y="1283412"/>
                  </a:lnTo>
                  <a:lnTo>
                    <a:pt x="1866725" y="1283228"/>
                  </a:lnTo>
                  <a:lnTo>
                    <a:pt x="1865653" y="1283044"/>
                  </a:lnTo>
                  <a:lnTo>
                    <a:pt x="1864581" y="1282860"/>
                  </a:lnTo>
                  <a:lnTo>
                    <a:pt x="1863510" y="1282676"/>
                  </a:lnTo>
                  <a:lnTo>
                    <a:pt x="1862438" y="1282491"/>
                  </a:lnTo>
                  <a:lnTo>
                    <a:pt x="1861367" y="1282306"/>
                  </a:lnTo>
                  <a:lnTo>
                    <a:pt x="1860295" y="1282121"/>
                  </a:lnTo>
                  <a:lnTo>
                    <a:pt x="1859223" y="1281936"/>
                  </a:lnTo>
                  <a:lnTo>
                    <a:pt x="1858152" y="1281751"/>
                  </a:lnTo>
                  <a:lnTo>
                    <a:pt x="1857080" y="1281565"/>
                  </a:lnTo>
                  <a:lnTo>
                    <a:pt x="1856009" y="1281379"/>
                  </a:lnTo>
                  <a:lnTo>
                    <a:pt x="1854937" y="1281194"/>
                  </a:lnTo>
                  <a:lnTo>
                    <a:pt x="1853865" y="1281007"/>
                  </a:lnTo>
                  <a:lnTo>
                    <a:pt x="1852794" y="1280821"/>
                  </a:lnTo>
                  <a:lnTo>
                    <a:pt x="1851722" y="1280635"/>
                  </a:lnTo>
                  <a:lnTo>
                    <a:pt x="1850651" y="1280448"/>
                  </a:lnTo>
                  <a:lnTo>
                    <a:pt x="1849579" y="1280262"/>
                  </a:lnTo>
                  <a:lnTo>
                    <a:pt x="1848507" y="1280075"/>
                  </a:lnTo>
                  <a:lnTo>
                    <a:pt x="1847436" y="1279888"/>
                  </a:lnTo>
                  <a:lnTo>
                    <a:pt x="1846364" y="1279701"/>
                  </a:lnTo>
                  <a:lnTo>
                    <a:pt x="1845293" y="1279514"/>
                  </a:lnTo>
                  <a:lnTo>
                    <a:pt x="1844221" y="1279327"/>
                  </a:lnTo>
                  <a:lnTo>
                    <a:pt x="1843149" y="1279140"/>
                  </a:lnTo>
                  <a:lnTo>
                    <a:pt x="1842078" y="1278953"/>
                  </a:lnTo>
                  <a:lnTo>
                    <a:pt x="1841006" y="1278766"/>
                  </a:lnTo>
                  <a:lnTo>
                    <a:pt x="1839935" y="1278579"/>
                  </a:lnTo>
                  <a:lnTo>
                    <a:pt x="1838863" y="1278392"/>
                  </a:lnTo>
                  <a:lnTo>
                    <a:pt x="1837791" y="1278205"/>
                  </a:lnTo>
                  <a:lnTo>
                    <a:pt x="1836720" y="1278017"/>
                  </a:lnTo>
                  <a:lnTo>
                    <a:pt x="1835648" y="1277830"/>
                  </a:lnTo>
                  <a:lnTo>
                    <a:pt x="1834577" y="1277643"/>
                  </a:lnTo>
                  <a:lnTo>
                    <a:pt x="1833505" y="1277456"/>
                  </a:lnTo>
                  <a:lnTo>
                    <a:pt x="1832433" y="1277269"/>
                  </a:lnTo>
                  <a:lnTo>
                    <a:pt x="1831362" y="1277082"/>
                  </a:lnTo>
                  <a:lnTo>
                    <a:pt x="1830290" y="1276895"/>
                  </a:lnTo>
                  <a:lnTo>
                    <a:pt x="1829219" y="1276708"/>
                  </a:lnTo>
                  <a:lnTo>
                    <a:pt x="1828147" y="1276522"/>
                  </a:lnTo>
                  <a:lnTo>
                    <a:pt x="1827075" y="1276335"/>
                  </a:lnTo>
                  <a:lnTo>
                    <a:pt x="1826004" y="1276148"/>
                  </a:lnTo>
                  <a:lnTo>
                    <a:pt x="1824932" y="1275962"/>
                  </a:lnTo>
                  <a:lnTo>
                    <a:pt x="1823861" y="1275776"/>
                  </a:lnTo>
                  <a:lnTo>
                    <a:pt x="1822789" y="1275589"/>
                  </a:lnTo>
                  <a:lnTo>
                    <a:pt x="1821717" y="1275403"/>
                  </a:lnTo>
                  <a:lnTo>
                    <a:pt x="1820646" y="1275218"/>
                  </a:lnTo>
                  <a:lnTo>
                    <a:pt x="1819574" y="1275032"/>
                  </a:lnTo>
                  <a:lnTo>
                    <a:pt x="1818503" y="1274846"/>
                  </a:lnTo>
                  <a:lnTo>
                    <a:pt x="1817431" y="1274661"/>
                  </a:lnTo>
                  <a:lnTo>
                    <a:pt x="1816359" y="1274476"/>
                  </a:lnTo>
                  <a:lnTo>
                    <a:pt x="1815288" y="1274291"/>
                  </a:lnTo>
                  <a:lnTo>
                    <a:pt x="1814216" y="1274106"/>
                  </a:lnTo>
                  <a:lnTo>
                    <a:pt x="1813145" y="1273922"/>
                  </a:lnTo>
                  <a:lnTo>
                    <a:pt x="1812073" y="1273738"/>
                  </a:lnTo>
                  <a:lnTo>
                    <a:pt x="1811001" y="1273554"/>
                  </a:lnTo>
                  <a:lnTo>
                    <a:pt x="1809930" y="1273370"/>
                  </a:lnTo>
                  <a:lnTo>
                    <a:pt x="1808858" y="1273187"/>
                  </a:lnTo>
                  <a:lnTo>
                    <a:pt x="1807787" y="1273003"/>
                  </a:lnTo>
                  <a:lnTo>
                    <a:pt x="1806715" y="1272821"/>
                  </a:lnTo>
                  <a:lnTo>
                    <a:pt x="1805643" y="1272638"/>
                  </a:lnTo>
                  <a:lnTo>
                    <a:pt x="1804572" y="1272456"/>
                  </a:lnTo>
                  <a:lnTo>
                    <a:pt x="1803500" y="1272274"/>
                  </a:lnTo>
                  <a:lnTo>
                    <a:pt x="1802429" y="1272092"/>
                  </a:lnTo>
                  <a:lnTo>
                    <a:pt x="1801357" y="1271911"/>
                  </a:lnTo>
                  <a:lnTo>
                    <a:pt x="1800285" y="1271730"/>
                  </a:lnTo>
                  <a:lnTo>
                    <a:pt x="1799214" y="1271549"/>
                  </a:lnTo>
                  <a:lnTo>
                    <a:pt x="1798142" y="1271369"/>
                  </a:lnTo>
                  <a:lnTo>
                    <a:pt x="1797071" y="1271189"/>
                  </a:lnTo>
                  <a:lnTo>
                    <a:pt x="1795999" y="1271010"/>
                  </a:lnTo>
                  <a:lnTo>
                    <a:pt x="1794927" y="1270831"/>
                  </a:lnTo>
                  <a:lnTo>
                    <a:pt x="1793856" y="1270652"/>
                  </a:lnTo>
                  <a:lnTo>
                    <a:pt x="1792784" y="1270474"/>
                  </a:lnTo>
                  <a:lnTo>
                    <a:pt x="1791713" y="1270296"/>
                  </a:lnTo>
                  <a:lnTo>
                    <a:pt x="1790641" y="1270119"/>
                  </a:lnTo>
                  <a:lnTo>
                    <a:pt x="1789569" y="1269942"/>
                  </a:lnTo>
                  <a:lnTo>
                    <a:pt x="1788498" y="1269765"/>
                  </a:lnTo>
                  <a:lnTo>
                    <a:pt x="1787426" y="1269589"/>
                  </a:lnTo>
                  <a:lnTo>
                    <a:pt x="1786355" y="1269414"/>
                  </a:lnTo>
                  <a:lnTo>
                    <a:pt x="1785283" y="1269239"/>
                  </a:lnTo>
                  <a:lnTo>
                    <a:pt x="1784211" y="1269064"/>
                  </a:lnTo>
                  <a:lnTo>
                    <a:pt x="1783140" y="1268890"/>
                  </a:lnTo>
                  <a:lnTo>
                    <a:pt x="1782068" y="1268717"/>
                  </a:lnTo>
                  <a:lnTo>
                    <a:pt x="1780997" y="1268544"/>
                  </a:lnTo>
                  <a:lnTo>
                    <a:pt x="1779925" y="1268371"/>
                  </a:lnTo>
                  <a:lnTo>
                    <a:pt x="1778853" y="1268199"/>
                  </a:lnTo>
                  <a:lnTo>
                    <a:pt x="1777782" y="1268028"/>
                  </a:lnTo>
                  <a:lnTo>
                    <a:pt x="1776710" y="1267857"/>
                  </a:lnTo>
                  <a:lnTo>
                    <a:pt x="1775639" y="1267687"/>
                  </a:lnTo>
                  <a:lnTo>
                    <a:pt x="1774567" y="1267517"/>
                  </a:lnTo>
                  <a:lnTo>
                    <a:pt x="1773496" y="1267348"/>
                  </a:lnTo>
                  <a:lnTo>
                    <a:pt x="1772424" y="1267180"/>
                  </a:lnTo>
                  <a:lnTo>
                    <a:pt x="1771352" y="1267012"/>
                  </a:lnTo>
                  <a:lnTo>
                    <a:pt x="1770281" y="1266845"/>
                  </a:lnTo>
                  <a:lnTo>
                    <a:pt x="1769209" y="1266678"/>
                  </a:lnTo>
                  <a:lnTo>
                    <a:pt x="1768138" y="1266512"/>
                  </a:lnTo>
                  <a:lnTo>
                    <a:pt x="1767066" y="1266347"/>
                  </a:lnTo>
                  <a:lnTo>
                    <a:pt x="1765994" y="1266183"/>
                  </a:lnTo>
                  <a:lnTo>
                    <a:pt x="1764923" y="1266019"/>
                  </a:lnTo>
                  <a:lnTo>
                    <a:pt x="1763851" y="1265855"/>
                  </a:lnTo>
                  <a:lnTo>
                    <a:pt x="1762780" y="1265693"/>
                  </a:lnTo>
                  <a:lnTo>
                    <a:pt x="1761708" y="1265531"/>
                  </a:lnTo>
                  <a:lnTo>
                    <a:pt x="1760636" y="1265370"/>
                  </a:lnTo>
                  <a:lnTo>
                    <a:pt x="1759565" y="1265209"/>
                  </a:lnTo>
                  <a:lnTo>
                    <a:pt x="1758493" y="1265049"/>
                  </a:lnTo>
                  <a:lnTo>
                    <a:pt x="1757422" y="1264890"/>
                  </a:lnTo>
                  <a:lnTo>
                    <a:pt x="1756350" y="1264732"/>
                  </a:lnTo>
                  <a:lnTo>
                    <a:pt x="1755278" y="1264575"/>
                  </a:lnTo>
                  <a:lnTo>
                    <a:pt x="1754207" y="1264418"/>
                  </a:lnTo>
                  <a:lnTo>
                    <a:pt x="1753135" y="1264262"/>
                  </a:lnTo>
                  <a:lnTo>
                    <a:pt x="1752064" y="1264107"/>
                  </a:lnTo>
                  <a:lnTo>
                    <a:pt x="1750992" y="1263952"/>
                  </a:lnTo>
                  <a:lnTo>
                    <a:pt x="1749920" y="1263799"/>
                  </a:lnTo>
                  <a:lnTo>
                    <a:pt x="1748849" y="1263646"/>
                  </a:lnTo>
                  <a:lnTo>
                    <a:pt x="1747777" y="1263494"/>
                  </a:lnTo>
                  <a:lnTo>
                    <a:pt x="1746706" y="1263343"/>
                  </a:lnTo>
                  <a:lnTo>
                    <a:pt x="1745634" y="1263192"/>
                  </a:lnTo>
                  <a:lnTo>
                    <a:pt x="1744562" y="1263043"/>
                  </a:lnTo>
                  <a:lnTo>
                    <a:pt x="1743491" y="1262894"/>
                  </a:lnTo>
                  <a:lnTo>
                    <a:pt x="1742419" y="1262746"/>
                  </a:lnTo>
                  <a:lnTo>
                    <a:pt x="1741348" y="1262600"/>
                  </a:lnTo>
                  <a:lnTo>
                    <a:pt x="1740276" y="1262454"/>
                  </a:lnTo>
                  <a:lnTo>
                    <a:pt x="1739204" y="1262308"/>
                  </a:lnTo>
                  <a:lnTo>
                    <a:pt x="1738133" y="1262164"/>
                  </a:lnTo>
                  <a:lnTo>
                    <a:pt x="1737061" y="1262021"/>
                  </a:lnTo>
                  <a:lnTo>
                    <a:pt x="1735990" y="1261878"/>
                  </a:lnTo>
                  <a:lnTo>
                    <a:pt x="1734918" y="1261737"/>
                  </a:lnTo>
                  <a:lnTo>
                    <a:pt x="1733846" y="1261596"/>
                  </a:lnTo>
                  <a:lnTo>
                    <a:pt x="1732775" y="1261457"/>
                  </a:lnTo>
                  <a:lnTo>
                    <a:pt x="1731703" y="1261318"/>
                  </a:lnTo>
                  <a:lnTo>
                    <a:pt x="1730632" y="1261180"/>
                  </a:lnTo>
                  <a:lnTo>
                    <a:pt x="1729560" y="1261043"/>
                  </a:lnTo>
                  <a:lnTo>
                    <a:pt x="1728488" y="1260908"/>
                  </a:lnTo>
                  <a:lnTo>
                    <a:pt x="1727417" y="1260773"/>
                  </a:lnTo>
                  <a:lnTo>
                    <a:pt x="1726345" y="1260639"/>
                  </a:lnTo>
                  <a:lnTo>
                    <a:pt x="1725274" y="1260506"/>
                  </a:lnTo>
                  <a:lnTo>
                    <a:pt x="1724202" y="1260374"/>
                  </a:lnTo>
                  <a:lnTo>
                    <a:pt x="1723130" y="1260244"/>
                  </a:lnTo>
                  <a:lnTo>
                    <a:pt x="1722059" y="1260114"/>
                  </a:lnTo>
                  <a:lnTo>
                    <a:pt x="1720987" y="1259985"/>
                  </a:lnTo>
                  <a:lnTo>
                    <a:pt x="1719916" y="1259857"/>
                  </a:lnTo>
                  <a:lnTo>
                    <a:pt x="1718844" y="1259731"/>
                  </a:lnTo>
                  <a:lnTo>
                    <a:pt x="1717772" y="1259605"/>
                  </a:lnTo>
                  <a:lnTo>
                    <a:pt x="1716701" y="1259480"/>
                  </a:lnTo>
                  <a:lnTo>
                    <a:pt x="1715629" y="1259357"/>
                  </a:lnTo>
                  <a:lnTo>
                    <a:pt x="1714558" y="1259234"/>
                  </a:lnTo>
                  <a:lnTo>
                    <a:pt x="1713486" y="1259113"/>
                  </a:lnTo>
                  <a:lnTo>
                    <a:pt x="1712414" y="1258993"/>
                  </a:lnTo>
                  <a:lnTo>
                    <a:pt x="1711343" y="1258874"/>
                  </a:lnTo>
                  <a:lnTo>
                    <a:pt x="1710271" y="1258756"/>
                  </a:lnTo>
                  <a:lnTo>
                    <a:pt x="1709200" y="1258639"/>
                  </a:lnTo>
                  <a:lnTo>
                    <a:pt x="1708128" y="1258523"/>
                  </a:lnTo>
                  <a:lnTo>
                    <a:pt x="1707056" y="1258408"/>
                  </a:lnTo>
                  <a:lnTo>
                    <a:pt x="1705985" y="1258295"/>
                  </a:lnTo>
                  <a:lnTo>
                    <a:pt x="1704913" y="1258182"/>
                  </a:lnTo>
                  <a:lnTo>
                    <a:pt x="1703842" y="1258071"/>
                  </a:lnTo>
                  <a:lnTo>
                    <a:pt x="1702770" y="1257961"/>
                  </a:lnTo>
                  <a:lnTo>
                    <a:pt x="1701698" y="1257852"/>
                  </a:lnTo>
                  <a:lnTo>
                    <a:pt x="1700627" y="1257744"/>
                  </a:lnTo>
                  <a:lnTo>
                    <a:pt x="1699555" y="1257638"/>
                  </a:lnTo>
                  <a:lnTo>
                    <a:pt x="1698484" y="1257532"/>
                  </a:lnTo>
                  <a:lnTo>
                    <a:pt x="1697412" y="1257428"/>
                  </a:lnTo>
                  <a:lnTo>
                    <a:pt x="1696340" y="1257325"/>
                  </a:lnTo>
                  <a:lnTo>
                    <a:pt x="1695269" y="1257223"/>
                  </a:lnTo>
                  <a:lnTo>
                    <a:pt x="1694197" y="1257123"/>
                  </a:lnTo>
                  <a:lnTo>
                    <a:pt x="1693126" y="1257023"/>
                  </a:lnTo>
                  <a:lnTo>
                    <a:pt x="1692054" y="1256925"/>
                  </a:lnTo>
                  <a:lnTo>
                    <a:pt x="1690982" y="1256828"/>
                  </a:lnTo>
                  <a:lnTo>
                    <a:pt x="1689911" y="1256733"/>
                  </a:lnTo>
                  <a:lnTo>
                    <a:pt x="1688839" y="1256638"/>
                  </a:lnTo>
                  <a:lnTo>
                    <a:pt x="1687768" y="1256545"/>
                  </a:lnTo>
                  <a:lnTo>
                    <a:pt x="1686696" y="1256453"/>
                  </a:lnTo>
                  <a:lnTo>
                    <a:pt x="1685624" y="1256362"/>
                  </a:lnTo>
                  <a:lnTo>
                    <a:pt x="1684553" y="1256273"/>
                  </a:lnTo>
                  <a:lnTo>
                    <a:pt x="1683481" y="1256185"/>
                  </a:lnTo>
                  <a:lnTo>
                    <a:pt x="1682410" y="1256098"/>
                  </a:lnTo>
                  <a:lnTo>
                    <a:pt x="1681338" y="1256013"/>
                  </a:lnTo>
                  <a:lnTo>
                    <a:pt x="1680266" y="1255928"/>
                  </a:lnTo>
                  <a:lnTo>
                    <a:pt x="1679195" y="1255845"/>
                  </a:lnTo>
                  <a:lnTo>
                    <a:pt x="1678123" y="1255764"/>
                  </a:lnTo>
                  <a:lnTo>
                    <a:pt x="1677052" y="1255683"/>
                  </a:lnTo>
                  <a:lnTo>
                    <a:pt x="1675980" y="1255604"/>
                  </a:lnTo>
                  <a:lnTo>
                    <a:pt x="1674908" y="1255526"/>
                  </a:lnTo>
                  <a:lnTo>
                    <a:pt x="1673837" y="1255450"/>
                  </a:lnTo>
                  <a:lnTo>
                    <a:pt x="1672765" y="1255375"/>
                  </a:lnTo>
                  <a:lnTo>
                    <a:pt x="1671694" y="1255301"/>
                  </a:lnTo>
                  <a:lnTo>
                    <a:pt x="1670622" y="1255229"/>
                  </a:lnTo>
                  <a:lnTo>
                    <a:pt x="1669550" y="1255157"/>
                  </a:lnTo>
                  <a:lnTo>
                    <a:pt x="1668479" y="1255088"/>
                  </a:lnTo>
                  <a:lnTo>
                    <a:pt x="1667407" y="1255019"/>
                  </a:lnTo>
                  <a:lnTo>
                    <a:pt x="1666336" y="1254952"/>
                  </a:lnTo>
                  <a:lnTo>
                    <a:pt x="1665264" y="1254887"/>
                  </a:lnTo>
                  <a:lnTo>
                    <a:pt x="1664192" y="1254822"/>
                  </a:lnTo>
                  <a:lnTo>
                    <a:pt x="1663121" y="1254759"/>
                  </a:lnTo>
                  <a:lnTo>
                    <a:pt x="1662049" y="1254698"/>
                  </a:lnTo>
                  <a:lnTo>
                    <a:pt x="1660978" y="1254637"/>
                  </a:lnTo>
                  <a:lnTo>
                    <a:pt x="1659906" y="1254578"/>
                  </a:lnTo>
                  <a:lnTo>
                    <a:pt x="1658834" y="1254521"/>
                  </a:lnTo>
                  <a:lnTo>
                    <a:pt x="1657763" y="1254465"/>
                  </a:lnTo>
                  <a:lnTo>
                    <a:pt x="1656691" y="1254410"/>
                  </a:lnTo>
                  <a:lnTo>
                    <a:pt x="1655620" y="1254357"/>
                  </a:lnTo>
                  <a:lnTo>
                    <a:pt x="1654548" y="1254305"/>
                  </a:lnTo>
                  <a:lnTo>
                    <a:pt x="1653476" y="1254254"/>
                  </a:lnTo>
                  <a:lnTo>
                    <a:pt x="1652405" y="1254205"/>
                  </a:lnTo>
                  <a:lnTo>
                    <a:pt x="1651333" y="1254157"/>
                  </a:lnTo>
                  <a:lnTo>
                    <a:pt x="1650262" y="1254111"/>
                  </a:lnTo>
                  <a:lnTo>
                    <a:pt x="1649190" y="1254066"/>
                  </a:lnTo>
                  <a:lnTo>
                    <a:pt x="1648118" y="1254023"/>
                  </a:lnTo>
                  <a:lnTo>
                    <a:pt x="1647047" y="1253980"/>
                  </a:lnTo>
                  <a:lnTo>
                    <a:pt x="1645975" y="1253940"/>
                  </a:lnTo>
                  <a:lnTo>
                    <a:pt x="1644904" y="1253900"/>
                  </a:lnTo>
                  <a:lnTo>
                    <a:pt x="1643832" y="1253863"/>
                  </a:lnTo>
                  <a:lnTo>
                    <a:pt x="1642760" y="1253826"/>
                  </a:lnTo>
                  <a:lnTo>
                    <a:pt x="1641689" y="1253791"/>
                  </a:lnTo>
                  <a:lnTo>
                    <a:pt x="1640617" y="1253757"/>
                  </a:lnTo>
                  <a:lnTo>
                    <a:pt x="1639546" y="1253725"/>
                  </a:lnTo>
                  <a:lnTo>
                    <a:pt x="1638474" y="1253694"/>
                  </a:lnTo>
                  <a:lnTo>
                    <a:pt x="1637402" y="1253665"/>
                  </a:lnTo>
                  <a:lnTo>
                    <a:pt x="1636331" y="1253637"/>
                  </a:lnTo>
                  <a:lnTo>
                    <a:pt x="1635259" y="1253611"/>
                  </a:lnTo>
                  <a:lnTo>
                    <a:pt x="1634188" y="1253586"/>
                  </a:lnTo>
                  <a:lnTo>
                    <a:pt x="1633116" y="1253562"/>
                  </a:lnTo>
                  <a:lnTo>
                    <a:pt x="1632044" y="1253540"/>
                  </a:lnTo>
                  <a:lnTo>
                    <a:pt x="1630973" y="1253519"/>
                  </a:lnTo>
                  <a:lnTo>
                    <a:pt x="1629901" y="1253500"/>
                  </a:lnTo>
                  <a:lnTo>
                    <a:pt x="1628830" y="1253482"/>
                  </a:lnTo>
                  <a:lnTo>
                    <a:pt x="1627758" y="1253465"/>
                  </a:lnTo>
                  <a:lnTo>
                    <a:pt x="1626686" y="1253450"/>
                  </a:lnTo>
                  <a:lnTo>
                    <a:pt x="1625615" y="1253437"/>
                  </a:lnTo>
                  <a:lnTo>
                    <a:pt x="1624543" y="1253424"/>
                  </a:lnTo>
                  <a:lnTo>
                    <a:pt x="1623472" y="1253414"/>
                  </a:lnTo>
                  <a:lnTo>
                    <a:pt x="1622400" y="1253404"/>
                  </a:lnTo>
                  <a:lnTo>
                    <a:pt x="1621328" y="1253396"/>
                  </a:lnTo>
                  <a:lnTo>
                    <a:pt x="1620257" y="1253390"/>
                  </a:lnTo>
                  <a:lnTo>
                    <a:pt x="1619185" y="1253385"/>
                  </a:lnTo>
                  <a:lnTo>
                    <a:pt x="1618114" y="1253381"/>
                  </a:lnTo>
                  <a:lnTo>
                    <a:pt x="1617042" y="1253379"/>
                  </a:lnTo>
                  <a:lnTo>
                    <a:pt x="1615970" y="1253378"/>
                  </a:lnTo>
                  <a:lnTo>
                    <a:pt x="1614899" y="1253378"/>
                  </a:lnTo>
                  <a:lnTo>
                    <a:pt x="1613827" y="1253380"/>
                  </a:lnTo>
                  <a:lnTo>
                    <a:pt x="1612756" y="1253384"/>
                  </a:lnTo>
                  <a:lnTo>
                    <a:pt x="1611684" y="1253389"/>
                  </a:lnTo>
                  <a:lnTo>
                    <a:pt x="1610612" y="1253395"/>
                  </a:lnTo>
                  <a:lnTo>
                    <a:pt x="1609541" y="1253403"/>
                  </a:lnTo>
                  <a:lnTo>
                    <a:pt x="1608469" y="1253412"/>
                  </a:lnTo>
                  <a:lnTo>
                    <a:pt x="1607398" y="1253422"/>
                  </a:lnTo>
                  <a:lnTo>
                    <a:pt x="1606326" y="1253434"/>
                  </a:lnTo>
                  <a:lnTo>
                    <a:pt x="1605254" y="1253447"/>
                  </a:lnTo>
                  <a:lnTo>
                    <a:pt x="1604183" y="1253462"/>
                  </a:lnTo>
                  <a:lnTo>
                    <a:pt x="1603111" y="1253478"/>
                  </a:lnTo>
                  <a:lnTo>
                    <a:pt x="1602040" y="1253495"/>
                  </a:lnTo>
                  <a:lnTo>
                    <a:pt x="1600968" y="1253514"/>
                  </a:lnTo>
                  <a:lnTo>
                    <a:pt x="1599896" y="1253534"/>
                  </a:lnTo>
                  <a:lnTo>
                    <a:pt x="1598825" y="1253555"/>
                  </a:lnTo>
                  <a:lnTo>
                    <a:pt x="1597753" y="1253578"/>
                  </a:lnTo>
                  <a:lnTo>
                    <a:pt x="1596682" y="1253602"/>
                  </a:lnTo>
                  <a:lnTo>
                    <a:pt x="1595610" y="1253628"/>
                  </a:lnTo>
                  <a:lnTo>
                    <a:pt x="1594539" y="1253655"/>
                  </a:lnTo>
                  <a:lnTo>
                    <a:pt x="1593467" y="1253683"/>
                  </a:lnTo>
                  <a:lnTo>
                    <a:pt x="1592395" y="1253713"/>
                  </a:lnTo>
                  <a:lnTo>
                    <a:pt x="1591324" y="1253744"/>
                  </a:lnTo>
                  <a:lnTo>
                    <a:pt x="1590252" y="1253776"/>
                  </a:lnTo>
                  <a:lnTo>
                    <a:pt x="1589181" y="1253809"/>
                  </a:lnTo>
                  <a:lnTo>
                    <a:pt x="1588109" y="1253844"/>
                  </a:lnTo>
                  <a:lnTo>
                    <a:pt x="1587037" y="1253880"/>
                  </a:lnTo>
                  <a:lnTo>
                    <a:pt x="1585966" y="1253918"/>
                  </a:lnTo>
                  <a:lnTo>
                    <a:pt x="1584894" y="1253957"/>
                  </a:lnTo>
                  <a:lnTo>
                    <a:pt x="1583823" y="1253997"/>
                  </a:lnTo>
                  <a:lnTo>
                    <a:pt x="1582751" y="1254038"/>
                  </a:lnTo>
                  <a:lnTo>
                    <a:pt x="1581679" y="1254081"/>
                  </a:lnTo>
                  <a:lnTo>
                    <a:pt x="1580608" y="1254124"/>
                  </a:lnTo>
                  <a:lnTo>
                    <a:pt x="1579536" y="1254170"/>
                  </a:lnTo>
                  <a:lnTo>
                    <a:pt x="1578465" y="1254216"/>
                  </a:lnTo>
                  <a:lnTo>
                    <a:pt x="1577393" y="1254264"/>
                  </a:lnTo>
                  <a:lnTo>
                    <a:pt x="1576321" y="1254312"/>
                  </a:lnTo>
                  <a:lnTo>
                    <a:pt x="1575250" y="1254363"/>
                  </a:lnTo>
                  <a:lnTo>
                    <a:pt x="1574178" y="1254414"/>
                  </a:lnTo>
                  <a:lnTo>
                    <a:pt x="1573107" y="1254466"/>
                  </a:lnTo>
                  <a:lnTo>
                    <a:pt x="1572035" y="1254520"/>
                  </a:lnTo>
                  <a:lnTo>
                    <a:pt x="1570963" y="1254575"/>
                  </a:lnTo>
                  <a:lnTo>
                    <a:pt x="1569892" y="1254631"/>
                  </a:lnTo>
                  <a:lnTo>
                    <a:pt x="1568820" y="1254688"/>
                  </a:lnTo>
                  <a:lnTo>
                    <a:pt x="1567749" y="1254747"/>
                  </a:lnTo>
                  <a:lnTo>
                    <a:pt x="1566677" y="1254806"/>
                  </a:lnTo>
                  <a:lnTo>
                    <a:pt x="1565605" y="1254867"/>
                  </a:lnTo>
                  <a:lnTo>
                    <a:pt x="1564534" y="1254929"/>
                  </a:lnTo>
                  <a:lnTo>
                    <a:pt x="1563462" y="1254992"/>
                  </a:lnTo>
                  <a:lnTo>
                    <a:pt x="1562391" y="1255056"/>
                  </a:lnTo>
                  <a:lnTo>
                    <a:pt x="1561319" y="1255121"/>
                  </a:lnTo>
                  <a:lnTo>
                    <a:pt x="1560247" y="1255187"/>
                  </a:lnTo>
                  <a:lnTo>
                    <a:pt x="1559176" y="1255254"/>
                  </a:lnTo>
                  <a:lnTo>
                    <a:pt x="1558104" y="1255323"/>
                  </a:lnTo>
                  <a:lnTo>
                    <a:pt x="1557033" y="1255392"/>
                  </a:lnTo>
                  <a:lnTo>
                    <a:pt x="1555961" y="1255463"/>
                  </a:lnTo>
                  <a:lnTo>
                    <a:pt x="1554889" y="1255534"/>
                  </a:lnTo>
                  <a:lnTo>
                    <a:pt x="1553818" y="1255607"/>
                  </a:lnTo>
                  <a:lnTo>
                    <a:pt x="1552746" y="1255680"/>
                  </a:lnTo>
                  <a:lnTo>
                    <a:pt x="1551675" y="1255755"/>
                  </a:lnTo>
                  <a:lnTo>
                    <a:pt x="1550603" y="1255830"/>
                  </a:lnTo>
                  <a:lnTo>
                    <a:pt x="1549531" y="1255907"/>
                  </a:lnTo>
                  <a:lnTo>
                    <a:pt x="1548460" y="1255984"/>
                  </a:lnTo>
                  <a:lnTo>
                    <a:pt x="1547388" y="1256063"/>
                  </a:lnTo>
                  <a:lnTo>
                    <a:pt x="1546317" y="1256142"/>
                  </a:lnTo>
                  <a:lnTo>
                    <a:pt x="1545245" y="1256222"/>
                  </a:lnTo>
                  <a:lnTo>
                    <a:pt x="1544173" y="1256303"/>
                  </a:lnTo>
                  <a:lnTo>
                    <a:pt x="1543102" y="1256385"/>
                  </a:lnTo>
                  <a:lnTo>
                    <a:pt x="1542030" y="1256468"/>
                  </a:lnTo>
                  <a:lnTo>
                    <a:pt x="1540959" y="1256552"/>
                  </a:lnTo>
                  <a:lnTo>
                    <a:pt x="1539887" y="1256636"/>
                  </a:lnTo>
                  <a:lnTo>
                    <a:pt x="1538815" y="1256722"/>
                  </a:lnTo>
                  <a:lnTo>
                    <a:pt x="1537744" y="1256808"/>
                  </a:lnTo>
                  <a:lnTo>
                    <a:pt x="1536672" y="1256895"/>
                  </a:lnTo>
                  <a:lnTo>
                    <a:pt x="1535601" y="1256983"/>
                  </a:lnTo>
                  <a:lnTo>
                    <a:pt x="1534529" y="1257071"/>
                  </a:lnTo>
                  <a:lnTo>
                    <a:pt x="1533457" y="1257161"/>
                  </a:lnTo>
                  <a:lnTo>
                    <a:pt x="1532386" y="1257251"/>
                  </a:lnTo>
                  <a:lnTo>
                    <a:pt x="1531314" y="1257341"/>
                  </a:lnTo>
                  <a:lnTo>
                    <a:pt x="1530243" y="1257433"/>
                  </a:lnTo>
                  <a:lnTo>
                    <a:pt x="1529171" y="1257525"/>
                  </a:lnTo>
                  <a:lnTo>
                    <a:pt x="1528099" y="1257618"/>
                  </a:lnTo>
                  <a:lnTo>
                    <a:pt x="1527028" y="1257711"/>
                  </a:lnTo>
                  <a:lnTo>
                    <a:pt x="1525956" y="1257806"/>
                  </a:lnTo>
                  <a:lnTo>
                    <a:pt x="1524885" y="1257900"/>
                  </a:lnTo>
                  <a:lnTo>
                    <a:pt x="1523813" y="1257996"/>
                  </a:lnTo>
                  <a:lnTo>
                    <a:pt x="1522741" y="1258092"/>
                  </a:lnTo>
                  <a:lnTo>
                    <a:pt x="1521670" y="1258188"/>
                  </a:lnTo>
                  <a:lnTo>
                    <a:pt x="1520598" y="1258285"/>
                  </a:lnTo>
                  <a:lnTo>
                    <a:pt x="1519527" y="1258383"/>
                  </a:lnTo>
                  <a:lnTo>
                    <a:pt x="1518455" y="1258481"/>
                  </a:lnTo>
                  <a:lnTo>
                    <a:pt x="1517383" y="1258580"/>
                  </a:lnTo>
                  <a:lnTo>
                    <a:pt x="1516312" y="1258679"/>
                  </a:lnTo>
                  <a:lnTo>
                    <a:pt x="1515240" y="1258778"/>
                  </a:lnTo>
                  <a:lnTo>
                    <a:pt x="1514169" y="1258878"/>
                  </a:lnTo>
                  <a:lnTo>
                    <a:pt x="1513097" y="1258979"/>
                  </a:lnTo>
                  <a:lnTo>
                    <a:pt x="1512025" y="1259080"/>
                  </a:lnTo>
                  <a:lnTo>
                    <a:pt x="1510954" y="1259181"/>
                  </a:lnTo>
                  <a:lnTo>
                    <a:pt x="1509882" y="1259282"/>
                  </a:lnTo>
                  <a:lnTo>
                    <a:pt x="1508811" y="1259384"/>
                  </a:lnTo>
                  <a:lnTo>
                    <a:pt x="1507739" y="1259487"/>
                  </a:lnTo>
                  <a:lnTo>
                    <a:pt x="1506667" y="1259589"/>
                  </a:lnTo>
                  <a:lnTo>
                    <a:pt x="1505596" y="1259692"/>
                  </a:lnTo>
                  <a:lnTo>
                    <a:pt x="1504524" y="1259795"/>
                  </a:lnTo>
                  <a:lnTo>
                    <a:pt x="1503453" y="1259899"/>
                  </a:lnTo>
                  <a:lnTo>
                    <a:pt x="1502381" y="1260002"/>
                  </a:lnTo>
                  <a:lnTo>
                    <a:pt x="1501309" y="1260106"/>
                  </a:lnTo>
                  <a:lnTo>
                    <a:pt x="1500238" y="1260210"/>
                  </a:lnTo>
                  <a:lnTo>
                    <a:pt x="1499166" y="1260314"/>
                  </a:lnTo>
                  <a:lnTo>
                    <a:pt x="1498095" y="1260419"/>
                  </a:lnTo>
                  <a:lnTo>
                    <a:pt x="1497023" y="1260523"/>
                  </a:lnTo>
                  <a:lnTo>
                    <a:pt x="1495951" y="1260628"/>
                  </a:lnTo>
                  <a:lnTo>
                    <a:pt x="1494880" y="1260733"/>
                  </a:lnTo>
                  <a:lnTo>
                    <a:pt x="1493808" y="1260837"/>
                  </a:lnTo>
                  <a:lnTo>
                    <a:pt x="1492737" y="1260942"/>
                  </a:lnTo>
                  <a:lnTo>
                    <a:pt x="1491665" y="1261047"/>
                  </a:lnTo>
                  <a:lnTo>
                    <a:pt x="1490593" y="1261152"/>
                  </a:lnTo>
                  <a:lnTo>
                    <a:pt x="1489522" y="1261256"/>
                  </a:lnTo>
                  <a:lnTo>
                    <a:pt x="1488450" y="1261361"/>
                  </a:lnTo>
                  <a:lnTo>
                    <a:pt x="1487379" y="1261466"/>
                  </a:lnTo>
                  <a:lnTo>
                    <a:pt x="1486307" y="1261571"/>
                  </a:lnTo>
                  <a:lnTo>
                    <a:pt x="1485235" y="1261675"/>
                  </a:lnTo>
                  <a:lnTo>
                    <a:pt x="1484164" y="1261779"/>
                  </a:lnTo>
                  <a:lnTo>
                    <a:pt x="1483092" y="1261884"/>
                  </a:lnTo>
                  <a:lnTo>
                    <a:pt x="1482021" y="1261988"/>
                  </a:lnTo>
                  <a:lnTo>
                    <a:pt x="1480949" y="1262091"/>
                  </a:lnTo>
                  <a:lnTo>
                    <a:pt x="1479877" y="1262195"/>
                  </a:lnTo>
                  <a:lnTo>
                    <a:pt x="1478806" y="1262298"/>
                  </a:lnTo>
                  <a:lnTo>
                    <a:pt x="1477734" y="1262402"/>
                  </a:lnTo>
                  <a:lnTo>
                    <a:pt x="1476663" y="1262504"/>
                  </a:lnTo>
                  <a:lnTo>
                    <a:pt x="1475591" y="1262607"/>
                  </a:lnTo>
                  <a:lnTo>
                    <a:pt x="1474519" y="1262709"/>
                  </a:lnTo>
                  <a:lnTo>
                    <a:pt x="1473448" y="1262811"/>
                  </a:lnTo>
                  <a:lnTo>
                    <a:pt x="1472376" y="1262912"/>
                  </a:lnTo>
                  <a:lnTo>
                    <a:pt x="1471305" y="1263013"/>
                  </a:lnTo>
                  <a:lnTo>
                    <a:pt x="1470233" y="1263114"/>
                  </a:lnTo>
                  <a:lnTo>
                    <a:pt x="1469161" y="1263214"/>
                  </a:lnTo>
                  <a:lnTo>
                    <a:pt x="1468090" y="1263314"/>
                  </a:lnTo>
                  <a:lnTo>
                    <a:pt x="1467018" y="1263413"/>
                  </a:lnTo>
                  <a:lnTo>
                    <a:pt x="1465947" y="1263512"/>
                  </a:lnTo>
                  <a:lnTo>
                    <a:pt x="1464875" y="1263610"/>
                  </a:lnTo>
                  <a:lnTo>
                    <a:pt x="1463803" y="1263707"/>
                  </a:lnTo>
                  <a:lnTo>
                    <a:pt x="1462732" y="1263804"/>
                  </a:lnTo>
                  <a:lnTo>
                    <a:pt x="1461660" y="1263901"/>
                  </a:lnTo>
                  <a:lnTo>
                    <a:pt x="1460589" y="1263996"/>
                  </a:lnTo>
                  <a:lnTo>
                    <a:pt x="1459517" y="1264091"/>
                  </a:lnTo>
                  <a:lnTo>
                    <a:pt x="1458445" y="1264186"/>
                  </a:lnTo>
                  <a:lnTo>
                    <a:pt x="1457374" y="1264279"/>
                  </a:lnTo>
                  <a:lnTo>
                    <a:pt x="1456302" y="1264372"/>
                  </a:lnTo>
                  <a:lnTo>
                    <a:pt x="1455231" y="1264465"/>
                  </a:lnTo>
                  <a:lnTo>
                    <a:pt x="1454159" y="1264556"/>
                  </a:lnTo>
                  <a:lnTo>
                    <a:pt x="1453087" y="1264646"/>
                  </a:lnTo>
                  <a:lnTo>
                    <a:pt x="1452016" y="1264736"/>
                  </a:lnTo>
                  <a:lnTo>
                    <a:pt x="1450944" y="1264825"/>
                  </a:lnTo>
                  <a:lnTo>
                    <a:pt x="1449873" y="1264913"/>
                  </a:lnTo>
                  <a:lnTo>
                    <a:pt x="1448801" y="1265000"/>
                  </a:lnTo>
                  <a:lnTo>
                    <a:pt x="1447729" y="1265086"/>
                  </a:lnTo>
                  <a:lnTo>
                    <a:pt x="1446658" y="1265172"/>
                  </a:lnTo>
                  <a:lnTo>
                    <a:pt x="1445586" y="1265256"/>
                  </a:lnTo>
                  <a:lnTo>
                    <a:pt x="1444515" y="1265339"/>
                  </a:lnTo>
                  <a:lnTo>
                    <a:pt x="1443443" y="1265421"/>
                  </a:lnTo>
                  <a:lnTo>
                    <a:pt x="1442371" y="1265502"/>
                  </a:lnTo>
                  <a:lnTo>
                    <a:pt x="1441300" y="1265582"/>
                  </a:lnTo>
                  <a:lnTo>
                    <a:pt x="1440228" y="1265661"/>
                  </a:lnTo>
                  <a:lnTo>
                    <a:pt x="1439157" y="1265739"/>
                  </a:lnTo>
                  <a:lnTo>
                    <a:pt x="1438085" y="1265816"/>
                  </a:lnTo>
                  <a:lnTo>
                    <a:pt x="1437013" y="1265892"/>
                  </a:lnTo>
                  <a:lnTo>
                    <a:pt x="1435942" y="1265966"/>
                  </a:lnTo>
                  <a:lnTo>
                    <a:pt x="1434870" y="1266039"/>
                  </a:lnTo>
                  <a:lnTo>
                    <a:pt x="1433799" y="1266111"/>
                  </a:lnTo>
                  <a:lnTo>
                    <a:pt x="1432727" y="1266181"/>
                  </a:lnTo>
                  <a:lnTo>
                    <a:pt x="1431655" y="1266251"/>
                  </a:lnTo>
                  <a:lnTo>
                    <a:pt x="1430584" y="1266319"/>
                  </a:lnTo>
                  <a:lnTo>
                    <a:pt x="1429512" y="1266385"/>
                  </a:lnTo>
                  <a:lnTo>
                    <a:pt x="1428441" y="1266450"/>
                  </a:lnTo>
                  <a:lnTo>
                    <a:pt x="1427369" y="1266514"/>
                  </a:lnTo>
                  <a:lnTo>
                    <a:pt x="1426297" y="1266577"/>
                  </a:lnTo>
                  <a:lnTo>
                    <a:pt x="1425226" y="1266638"/>
                  </a:lnTo>
                  <a:lnTo>
                    <a:pt x="1424154" y="1266697"/>
                  </a:lnTo>
                  <a:lnTo>
                    <a:pt x="1423083" y="1266755"/>
                  </a:lnTo>
                  <a:lnTo>
                    <a:pt x="1422011" y="1266811"/>
                  </a:lnTo>
                  <a:lnTo>
                    <a:pt x="1420939" y="1266866"/>
                  </a:lnTo>
                  <a:lnTo>
                    <a:pt x="1419868" y="1266920"/>
                  </a:lnTo>
                  <a:lnTo>
                    <a:pt x="1418796" y="1266971"/>
                  </a:lnTo>
                  <a:lnTo>
                    <a:pt x="1417725" y="1267022"/>
                  </a:lnTo>
                  <a:lnTo>
                    <a:pt x="1416653" y="1267070"/>
                  </a:lnTo>
                  <a:lnTo>
                    <a:pt x="1415582" y="1267117"/>
                  </a:lnTo>
                  <a:lnTo>
                    <a:pt x="1414510" y="1267162"/>
                  </a:lnTo>
                  <a:lnTo>
                    <a:pt x="1413438" y="1267205"/>
                  </a:lnTo>
                  <a:lnTo>
                    <a:pt x="1412367" y="1267247"/>
                  </a:lnTo>
                  <a:lnTo>
                    <a:pt x="1411295" y="1267287"/>
                  </a:lnTo>
                  <a:lnTo>
                    <a:pt x="1410224" y="1267325"/>
                  </a:lnTo>
                  <a:lnTo>
                    <a:pt x="1409152" y="1267361"/>
                  </a:lnTo>
                  <a:lnTo>
                    <a:pt x="1408080" y="1267396"/>
                  </a:lnTo>
                  <a:lnTo>
                    <a:pt x="1407009" y="1267428"/>
                  </a:lnTo>
                  <a:lnTo>
                    <a:pt x="1405937" y="1267459"/>
                  </a:lnTo>
                  <a:lnTo>
                    <a:pt x="1404866" y="1267487"/>
                  </a:lnTo>
                  <a:lnTo>
                    <a:pt x="1403794" y="1267514"/>
                  </a:lnTo>
                  <a:lnTo>
                    <a:pt x="1402722" y="1267539"/>
                  </a:lnTo>
                  <a:lnTo>
                    <a:pt x="1401651" y="1267562"/>
                  </a:lnTo>
                  <a:lnTo>
                    <a:pt x="1400579" y="1267582"/>
                  </a:lnTo>
                  <a:lnTo>
                    <a:pt x="1399508" y="1267601"/>
                  </a:lnTo>
                  <a:lnTo>
                    <a:pt x="1398436" y="1267618"/>
                  </a:lnTo>
                  <a:lnTo>
                    <a:pt x="1397364" y="1267632"/>
                  </a:lnTo>
                  <a:lnTo>
                    <a:pt x="1396293" y="1267645"/>
                  </a:lnTo>
                  <a:lnTo>
                    <a:pt x="1395221" y="1267655"/>
                  </a:lnTo>
                  <a:lnTo>
                    <a:pt x="1394150" y="1267663"/>
                  </a:lnTo>
                  <a:lnTo>
                    <a:pt x="1393078" y="1267669"/>
                  </a:lnTo>
                  <a:lnTo>
                    <a:pt x="1392006" y="1267673"/>
                  </a:lnTo>
                  <a:lnTo>
                    <a:pt x="1390935" y="1267675"/>
                  </a:lnTo>
                  <a:lnTo>
                    <a:pt x="1389863" y="1267674"/>
                  </a:lnTo>
                  <a:lnTo>
                    <a:pt x="1388792" y="1267671"/>
                  </a:lnTo>
                  <a:lnTo>
                    <a:pt x="1387720" y="1267665"/>
                  </a:lnTo>
                  <a:lnTo>
                    <a:pt x="1386648" y="1267658"/>
                  </a:lnTo>
                  <a:lnTo>
                    <a:pt x="1385577" y="1268256"/>
                  </a:lnTo>
                  <a:lnTo>
                    <a:pt x="1384505" y="1269303"/>
                  </a:lnTo>
                  <a:lnTo>
                    <a:pt x="1383434" y="1270352"/>
                  </a:lnTo>
                  <a:lnTo>
                    <a:pt x="1382362" y="1271402"/>
                  </a:lnTo>
                  <a:lnTo>
                    <a:pt x="1381290" y="1272455"/>
                  </a:lnTo>
                  <a:lnTo>
                    <a:pt x="1380219" y="1273510"/>
                  </a:lnTo>
                  <a:lnTo>
                    <a:pt x="1379147" y="1274567"/>
                  </a:lnTo>
                  <a:lnTo>
                    <a:pt x="1378076" y="1275625"/>
                  </a:lnTo>
                  <a:lnTo>
                    <a:pt x="1377004" y="1276686"/>
                  </a:lnTo>
                  <a:lnTo>
                    <a:pt x="1375932" y="1277749"/>
                  </a:lnTo>
                  <a:lnTo>
                    <a:pt x="1374861" y="1278813"/>
                  </a:lnTo>
                  <a:lnTo>
                    <a:pt x="1373789" y="1279880"/>
                  </a:lnTo>
                  <a:lnTo>
                    <a:pt x="1372718" y="1280948"/>
                  </a:lnTo>
                  <a:lnTo>
                    <a:pt x="1371646" y="1282019"/>
                  </a:lnTo>
                  <a:lnTo>
                    <a:pt x="1370574" y="1283091"/>
                  </a:lnTo>
                  <a:lnTo>
                    <a:pt x="1369503" y="1284165"/>
                  </a:lnTo>
                  <a:lnTo>
                    <a:pt x="1368431" y="1285242"/>
                  </a:lnTo>
                  <a:lnTo>
                    <a:pt x="1367360" y="1286320"/>
                  </a:lnTo>
                  <a:lnTo>
                    <a:pt x="1366288" y="1287400"/>
                  </a:lnTo>
                  <a:lnTo>
                    <a:pt x="1365216" y="1288482"/>
                  </a:lnTo>
                  <a:lnTo>
                    <a:pt x="1364145" y="1289565"/>
                  </a:lnTo>
                  <a:lnTo>
                    <a:pt x="1363073" y="1290651"/>
                  </a:lnTo>
                  <a:lnTo>
                    <a:pt x="1362002" y="1291739"/>
                  </a:lnTo>
                  <a:lnTo>
                    <a:pt x="1360930" y="1292828"/>
                  </a:lnTo>
                  <a:lnTo>
                    <a:pt x="1359858" y="1293920"/>
                  </a:lnTo>
                  <a:lnTo>
                    <a:pt x="1358787" y="1295013"/>
                  </a:lnTo>
                  <a:lnTo>
                    <a:pt x="1357715" y="1296108"/>
                  </a:lnTo>
                  <a:lnTo>
                    <a:pt x="1356644" y="1297204"/>
                  </a:lnTo>
                  <a:lnTo>
                    <a:pt x="1355572" y="1298303"/>
                  </a:lnTo>
                  <a:lnTo>
                    <a:pt x="1354500" y="1299403"/>
                  </a:lnTo>
                  <a:lnTo>
                    <a:pt x="1353429" y="1300506"/>
                  </a:lnTo>
                  <a:lnTo>
                    <a:pt x="1352357" y="1301610"/>
                  </a:lnTo>
                  <a:lnTo>
                    <a:pt x="1351286" y="1302715"/>
                  </a:lnTo>
                  <a:lnTo>
                    <a:pt x="1350214" y="1303823"/>
                  </a:lnTo>
                  <a:lnTo>
                    <a:pt x="1349142" y="1304932"/>
                  </a:lnTo>
                  <a:lnTo>
                    <a:pt x="1348071" y="1306043"/>
                  </a:lnTo>
                  <a:lnTo>
                    <a:pt x="1346999" y="1307156"/>
                  </a:lnTo>
                  <a:lnTo>
                    <a:pt x="1345928" y="1308270"/>
                  </a:lnTo>
                  <a:lnTo>
                    <a:pt x="1344856" y="1309386"/>
                  </a:lnTo>
                  <a:lnTo>
                    <a:pt x="1343784" y="1310504"/>
                  </a:lnTo>
                  <a:lnTo>
                    <a:pt x="1342713" y="1311623"/>
                  </a:lnTo>
                  <a:lnTo>
                    <a:pt x="1341641" y="1312745"/>
                  </a:lnTo>
                  <a:lnTo>
                    <a:pt x="1340570" y="1313867"/>
                  </a:lnTo>
                  <a:lnTo>
                    <a:pt x="1339498" y="1314992"/>
                  </a:lnTo>
                  <a:lnTo>
                    <a:pt x="1338426" y="1316118"/>
                  </a:lnTo>
                  <a:lnTo>
                    <a:pt x="1337355" y="1317245"/>
                  </a:lnTo>
                  <a:lnTo>
                    <a:pt x="1336283" y="1318374"/>
                  </a:lnTo>
                  <a:lnTo>
                    <a:pt x="1335212" y="1319505"/>
                  </a:lnTo>
                  <a:lnTo>
                    <a:pt x="1334140" y="1320637"/>
                  </a:lnTo>
                  <a:lnTo>
                    <a:pt x="1333068" y="1321771"/>
                  </a:lnTo>
                  <a:lnTo>
                    <a:pt x="1331997" y="1322907"/>
                  </a:lnTo>
                  <a:lnTo>
                    <a:pt x="1330925" y="1324044"/>
                  </a:lnTo>
                  <a:lnTo>
                    <a:pt x="1329854" y="1325182"/>
                  </a:lnTo>
                  <a:lnTo>
                    <a:pt x="1328782" y="1326322"/>
                  </a:lnTo>
                  <a:lnTo>
                    <a:pt x="1327710" y="1327463"/>
                  </a:lnTo>
                  <a:lnTo>
                    <a:pt x="1326639" y="1328606"/>
                  </a:lnTo>
                  <a:lnTo>
                    <a:pt x="1325567" y="1329751"/>
                  </a:lnTo>
                  <a:lnTo>
                    <a:pt x="1324496" y="1330896"/>
                  </a:lnTo>
                  <a:lnTo>
                    <a:pt x="1323424" y="1332043"/>
                  </a:lnTo>
                  <a:lnTo>
                    <a:pt x="1322352" y="1333192"/>
                  </a:lnTo>
                  <a:lnTo>
                    <a:pt x="1321281" y="1334342"/>
                  </a:lnTo>
                  <a:lnTo>
                    <a:pt x="1320209" y="1335493"/>
                  </a:lnTo>
                  <a:lnTo>
                    <a:pt x="1319138" y="1336646"/>
                  </a:lnTo>
                  <a:lnTo>
                    <a:pt x="1318066" y="1337800"/>
                  </a:lnTo>
                  <a:lnTo>
                    <a:pt x="1316994" y="1338955"/>
                  </a:lnTo>
                  <a:lnTo>
                    <a:pt x="1315923" y="1340112"/>
                  </a:lnTo>
                  <a:lnTo>
                    <a:pt x="1314851" y="1341270"/>
                  </a:lnTo>
                  <a:lnTo>
                    <a:pt x="1313780" y="1342429"/>
                  </a:lnTo>
                  <a:lnTo>
                    <a:pt x="1312708" y="1343589"/>
                  </a:lnTo>
                  <a:lnTo>
                    <a:pt x="1311636" y="1344751"/>
                  </a:lnTo>
                  <a:lnTo>
                    <a:pt x="1310565" y="1345914"/>
                  </a:lnTo>
                  <a:lnTo>
                    <a:pt x="1309493" y="1347078"/>
                  </a:lnTo>
                  <a:lnTo>
                    <a:pt x="1308422" y="1348243"/>
                  </a:lnTo>
                  <a:lnTo>
                    <a:pt x="1307350" y="1349410"/>
                  </a:lnTo>
                  <a:lnTo>
                    <a:pt x="1306278" y="1350578"/>
                  </a:lnTo>
                  <a:lnTo>
                    <a:pt x="1305207" y="1351746"/>
                  </a:lnTo>
                  <a:lnTo>
                    <a:pt x="1304135" y="1352916"/>
                  </a:lnTo>
                  <a:lnTo>
                    <a:pt x="1303064" y="1354087"/>
                  </a:lnTo>
                  <a:lnTo>
                    <a:pt x="1301992" y="1355260"/>
                  </a:lnTo>
                  <a:lnTo>
                    <a:pt x="1300920" y="1356433"/>
                  </a:lnTo>
                  <a:lnTo>
                    <a:pt x="1299849" y="1357607"/>
                  </a:lnTo>
                  <a:lnTo>
                    <a:pt x="1298777" y="1358783"/>
                  </a:lnTo>
                  <a:lnTo>
                    <a:pt x="1297706" y="1359959"/>
                  </a:lnTo>
                  <a:lnTo>
                    <a:pt x="1296634" y="1361136"/>
                  </a:lnTo>
                  <a:lnTo>
                    <a:pt x="1295562" y="1362315"/>
                  </a:lnTo>
                  <a:lnTo>
                    <a:pt x="1294491" y="1363494"/>
                  </a:lnTo>
                  <a:lnTo>
                    <a:pt x="1293419" y="1364675"/>
                  </a:lnTo>
                  <a:lnTo>
                    <a:pt x="1292348" y="1365856"/>
                  </a:lnTo>
                  <a:lnTo>
                    <a:pt x="1291276" y="1367038"/>
                  </a:lnTo>
                  <a:lnTo>
                    <a:pt x="1290204" y="1368221"/>
                  </a:lnTo>
                  <a:lnTo>
                    <a:pt x="1289133" y="1369405"/>
                  </a:lnTo>
                  <a:lnTo>
                    <a:pt x="1288061" y="1370590"/>
                  </a:lnTo>
                  <a:lnTo>
                    <a:pt x="1286990" y="1371776"/>
                  </a:lnTo>
                  <a:lnTo>
                    <a:pt x="1285918" y="1372963"/>
                  </a:lnTo>
                  <a:lnTo>
                    <a:pt x="1284846" y="1374150"/>
                  </a:lnTo>
                  <a:lnTo>
                    <a:pt x="1283775" y="1375339"/>
                  </a:lnTo>
                  <a:lnTo>
                    <a:pt x="1282703" y="1376528"/>
                  </a:lnTo>
                  <a:lnTo>
                    <a:pt x="1281632" y="1377718"/>
                  </a:lnTo>
                  <a:lnTo>
                    <a:pt x="1280560" y="1378908"/>
                  </a:lnTo>
                  <a:lnTo>
                    <a:pt x="1279488" y="1380100"/>
                  </a:lnTo>
                  <a:lnTo>
                    <a:pt x="1278417" y="1381292"/>
                  </a:lnTo>
                  <a:lnTo>
                    <a:pt x="1277345" y="1382485"/>
                  </a:lnTo>
                  <a:lnTo>
                    <a:pt x="1276274" y="1383678"/>
                  </a:lnTo>
                  <a:lnTo>
                    <a:pt x="1275202" y="1384873"/>
                  </a:lnTo>
                  <a:lnTo>
                    <a:pt x="1274130" y="1386068"/>
                  </a:lnTo>
                  <a:lnTo>
                    <a:pt x="1273059" y="1387263"/>
                  </a:lnTo>
                  <a:lnTo>
                    <a:pt x="1271987" y="1388459"/>
                  </a:lnTo>
                  <a:lnTo>
                    <a:pt x="1270916" y="1389656"/>
                  </a:lnTo>
                  <a:lnTo>
                    <a:pt x="1269844" y="1390853"/>
                  </a:lnTo>
                  <a:lnTo>
                    <a:pt x="1268772" y="1392051"/>
                  </a:lnTo>
                  <a:lnTo>
                    <a:pt x="1267701" y="1393250"/>
                  </a:lnTo>
                  <a:lnTo>
                    <a:pt x="1266629" y="1394449"/>
                  </a:lnTo>
                  <a:lnTo>
                    <a:pt x="1265558" y="1395649"/>
                  </a:lnTo>
                  <a:lnTo>
                    <a:pt x="1264486" y="1396849"/>
                  </a:lnTo>
                  <a:lnTo>
                    <a:pt x="1263414" y="1398049"/>
                  </a:lnTo>
                  <a:lnTo>
                    <a:pt x="1262343" y="1399251"/>
                  </a:lnTo>
                  <a:lnTo>
                    <a:pt x="1261271" y="1400452"/>
                  </a:lnTo>
                  <a:lnTo>
                    <a:pt x="1260200" y="1401654"/>
                  </a:lnTo>
                  <a:lnTo>
                    <a:pt x="1259128" y="1402857"/>
                  </a:lnTo>
                  <a:lnTo>
                    <a:pt x="1258056" y="1404059"/>
                  </a:lnTo>
                  <a:lnTo>
                    <a:pt x="1256985" y="1405263"/>
                  </a:lnTo>
                  <a:lnTo>
                    <a:pt x="1255913" y="1406466"/>
                  </a:lnTo>
                  <a:lnTo>
                    <a:pt x="1254842" y="1407670"/>
                  </a:lnTo>
                  <a:lnTo>
                    <a:pt x="1253770" y="1408875"/>
                  </a:lnTo>
                  <a:lnTo>
                    <a:pt x="1252698" y="1410079"/>
                  </a:lnTo>
                  <a:lnTo>
                    <a:pt x="1251627" y="1411284"/>
                  </a:lnTo>
                  <a:lnTo>
                    <a:pt x="1250555" y="1412489"/>
                  </a:lnTo>
                  <a:lnTo>
                    <a:pt x="1249484" y="1413695"/>
                  </a:lnTo>
                  <a:lnTo>
                    <a:pt x="1248412" y="1414901"/>
                  </a:lnTo>
                  <a:lnTo>
                    <a:pt x="1247340" y="1416107"/>
                  </a:lnTo>
                  <a:lnTo>
                    <a:pt x="1246269" y="1417313"/>
                  </a:lnTo>
                  <a:lnTo>
                    <a:pt x="1245197" y="1418520"/>
                  </a:lnTo>
                  <a:lnTo>
                    <a:pt x="1244126" y="1419726"/>
                  </a:lnTo>
                  <a:lnTo>
                    <a:pt x="1243054" y="1420933"/>
                  </a:lnTo>
                  <a:lnTo>
                    <a:pt x="1241983" y="1422140"/>
                  </a:lnTo>
                  <a:lnTo>
                    <a:pt x="1240911" y="1423347"/>
                  </a:lnTo>
                  <a:lnTo>
                    <a:pt x="1239839" y="1424555"/>
                  </a:lnTo>
                  <a:lnTo>
                    <a:pt x="1238768" y="1425762"/>
                  </a:lnTo>
                  <a:lnTo>
                    <a:pt x="1237696" y="1426970"/>
                  </a:lnTo>
                  <a:lnTo>
                    <a:pt x="1236625" y="1428177"/>
                  </a:lnTo>
                  <a:lnTo>
                    <a:pt x="1235553" y="1429385"/>
                  </a:lnTo>
                  <a:lnTo>
                    <a:pt x="1234481" y="1430593"/>
                  </a:lnTo>
                  <a:lnTo>
                    <a:pt x="1233410" y="1431801"/>
                  </a:lnTo>
                  <a:lnTo>
                    <a:pt x="1232338" y="1433008"/>
                  </a:lnTo>
                  <a:lnTo>
                    <a:pt x="1231267" y="1434216"/>
                  </a:lnTo>
                  <a:lnTo>
                    <a:pt x="1230195" y="1435424"/>
                  </a:lnTo>
                  <a:lnTo>
                    <a:pt x="1229123" y="1436632"/>
                  </a:lnTo>
                  <a:lnTo>
                    <a:pt x="1228052" y="1437840"/>
                  </a:lnTo>
                  <a:lnTo>
                    <a:pt x="1226980" y="1439047"/>
                  </a:lnTo>
                  <a:lnTo>
                    <a:pt x="1225909" y="1440255"/>
                  </a:lnTo>
                  <a:lnTo>
                    <a:pt x="1224837" y="1441462"/>
                  </a:lnTo>
                  <a:lnTo>
                    <a:pt x="1223765" y="1442670"/>
                  </a:lnTo>
                  <a:lnTo>
                    <a:pt x="1222694" y="1443877"/>
                  </a:lnTo>
                  <a:lnTo>
                    <a:pt x="1221622" y="1445084"/>
                  </a:lnTo>
                  <a:lnTo>
                    <a:pt x="1220551" y="1446291"/>
                  </a:lnTo>
                  <a:lnTo>
                    <a:pt x="1219479" y="1447498"/>
                  </a:lnTo>
                  <a:lnTo>
                    <a:pt x="1218407" y="1448705"/>
                  </a:lnTo>
                  <a:lnTo>
                    <a:pt x="1217336" y="1449911"/>
                  </a:lnTo>
                  <a:lnTo>
                    <a:pt x="1216264" y="1451117"/>
                  </a:lnTo>
                  <a:lnTo>
                    <a:pt x="1215193" y="1452323"/>
                  </a:lnTo>
                  <a:lnTo>
                    <a:pt x="1214121" y="1453529"/>
                  </a:lnTo>
                  <a:lnTo>
                    <a:pt x="1213049" y="1454735"/>
                  </a:lnTo>
                  <a:lnTo>
                    <a:pt x="1211978" y="1455940"/>
                  </a:lnTo>
                  <a:lnTo>
                    <a:pt x="1210906" y="1457145"/>
                  </a:lnTo>
                  <a:lnTo>
                    <a:pt x="1209835" y="1458349"/>
                  </a:lnTo>
                  <a:lnTo>
                    <a:pt x="1208763" y="1459554"/>
                  </a:lnTo>
                  <a:lnTo>
                    <a:pt x="1207691" y="1460758"/>
                  </a:lnTo>
                  <a:lnTo>
                    <a:pt x="1206620" y="1461961"/>
                  </a:lnTo>
                  <a:lnTo>
                    <a:pt x="1205548" y="1463165"/>
                  </a:lnTo>
                  <a:lnTo>
                    <a:pt x="1204477" y="1464367"/>
                  </a:lnTo>
                  <a:lnTo>
                    <a:pt x="1203405" y="1465570"/>
                  </a:lnTo>
                  <a:lnTo>
                    <a:pt x="1202333" y="1466772"/>
                  </a:lnTo>
                  <a:lnTo>
                    <a:pt x="1201262" y="1467974"/>
                  </a:lnTo>
                  <a:lnTo>
                    <a:pt x="1200190" y="1469175"/>
                  </a:lnTo>
                  <a:lnTo>
                    <a:pt x="1199119" y="1470376"/>
                  </a:lnTo>
                  <a:lnTo>
                    <a:pt x="1198047" y="1471576"/>
                  </a:lnTo>
                  <a:lnTo>
                    <a:pt x="1196975" y="1472776"/>
                  </a:lnTo>
                  <a:lnTo>
                    <a:pt x="1195904" y="1473975"/>
                  </a:lnTo>
                  <a:lnTo>
                    <a:pt x="1194832" y="1475174"/>
                  </a:lnTo>
                  <a:lnTo>
                    <a:pt x="1193761" y="1476373"/>
                  </a:lnTo>
                  <a:lnTo>
                    <a:pt x="1192689" y="1477570"/>
                  </a:lnTo>
                  <a:lnTo>
                    <a:pt x="1191617" y="1478768"/>
                  </a:lnTo>
                  <a:lnTo>
                    <a:pt x="1190546" y="1479964"/>
                  </a:lnTo>
                  <a:lnTo>
                    <a:pt x="1189474" y="1481160"/>
                  </a:lnTo>
                  <a:lnTo>
                    <a:pt x="1188403" y="1482356"/>
                  </a:lnTo>
                  <a:lnTo>
                    <a:pt x="1187331" y="1483551"/>
                  </a:lnTo>
                  <a:lnTo>
                    <a:pt x="1186259" y="1484745"/>
                  </a:lnTo>
                  <a:lnTo>
                    <a:pt x="1185188" y="1485939"/>
                  </a:lnTo>
                  <a:lnTo>
                    <a:pt x="1184116" y="1487132"/>
                  </a:lnTo>
                  <a:lnTo>
                    <a:pt x="1183045" y="1488324"/>
                  </a:lnTo>
                  <a:lnTo>
                    <a:pt x="1181973" y="1489516"/>
                  </a:lnTo>
                  <a:lnTo>
                    <a:pt x="1180901" y="1490707"/>
                  </a:lnTo>
                  <a:lnTo>
                    <a:pt x="1179830" y="1491897"/>
                  </a:lnTo>
                  <a:lnTo>
                    <a:pt x="1178758" y="1493087"/>
                  </a:lnTo>
                  <a:lnTo>
                    <a:pt x="1177687" y="1494276"/>
                  </a:lnTo>
                  <a:lnTo>
                    <a:pt x="1176615" y="1495464"/>
                  </a:lnTo>
                  <a:lnTo>
                    <a:pt x="1175543" y="1496652"/>
                  </a:lnTo>
                  <a:lnTo>
                    <a:pt x="1174472" y="1497838"/>
                  </a:lnTo>
                  <a:lnTo>
                    <a:pt x="1173400" y="1499024"/>
                  </a:lnTo>
                  <a:lnTo>
                    <a:pt x="1172329" y="1500209"/>
                  </a:lnTo>
                  <a:lnTo>
                    <a:pt x="1171257" y="1501393"/>
                  </a:lnTo>
                  <a:lnTo>
                    <a:pt x="1170185" y="1502577"/>
                  </a:lnTo>
                  <a:lnTo>
                    <a:pt x="1169114" y="1503760"/>
                  </a:lnTo>
                  <a:lnTo>
                    <a:pt x="1168042" y="1504941"/>
                  </a:lnTo>
                  <a:lnTo>
                    <a:pt x="1166971" y="1506122"/>
                  </a:lnTo>
                  <a:lnTo>
                    <a:pt x="1165899" y="1507302"/>
                  </a:lnTo>
                  <a:lnTo>
                    <a:pt x="1164827" y="1508482"/>
                  </a:lnTo>
                  <a:lnTo>
                    <a:pt x="1163756" y="1509660"/>
                  </a:lnTo>
                  <a:lnTo>
                    <a:pt x="1162684" y="1510837"/>
                  </a:lnTo>
                  <a:lnTo>
                    <a:pt x="1161613" y="1512014"/>
                  </a:lnTo>
                  <a:lnTo>
                    <a:pt x="1160541" y="1513189"/>
                  </a:lnTo>
                  <a:lnTo>
                    <a:pt x="1159469" y="1514364"/>
                  </a:lnTo>
                  <a:lnTo>
                    <a:pt x="1158398" y="1515538"/>
                  </a:lnTo>
                  <a:lnTo>
                    <a:pt x="1157326" y="1516711"/>
                  </a:lnTo>
                  <a:lnTo>
                    <a:pt x="1156255" y="1517882"/>
                  </a:lnTo>
                  <a:lnTo>
                    <a:pt x="1155183" y="1519053"/>
                  </a:lnTo>
                  <a:lnTo>
                    <a:pt x="1154111" y="1520223"/>
                  </a:lnTo>
                  <a:lnTo>
                    <a:pt x="1153040" y="1521392"/>
                  </a:lnTo>
                  <a:lnTo>
                    <a:pt x="1151968" y="1522559"/>
                  </a:lnTo>
                  <a:lnTo>
                    <a:pt x="1150897" y="1523726"/>
                  </a:lnTo>
                  <a:lnTo>
                    <a:pt x="1149825" y="1524892"/>
                  </a:lnTo>
                  <a:lnTo>
                    <a:pt x="1148753" y="1526056"/>
                  </a:lnTo>
                  <a:lnTo>
                    <a:pt x="1147682" y="1527220"/>
                  </a:lnTo>
                  <a:lnTo>
                    <a:pt x="1146610" y="1528382"/>
                  </a:lnTo>
                  <a:lnTo>
                    <a:pt x="1145539" y="1529544"/>
                  </a:lnTo>
                  <a:lnTo>
                    <a:pt x="1144467" y="1530704"/>
                  </a:lnTo>
                  <a:lnTo>
                    <a:pt x="1143395" y="1531863"/>
                  </a:lnTo>
                  <a:lnTo>
                    <a:pt x="1142324" y="1533021"/>
                  </a:lnTo>
                  <a:lnTo>
                    <a:pt x="1141252" y="1534178"/>
                  </a:lnTo>
                  <a:lnTo>
                    <a:pt x="1140181" y="1535334"/>
                  </a:lnTo>
                  <a:lnTo>
                    <a:pt x="1139109" y="1536489"/>
                  </a:lnTo>
                  <a:lnTo>
                    <a:pt x="1138037" y="1537642"/>
                  </a:lnTo>
                  <a:lnTo>
                    <a:pt x="1136966" y="1538795"/>
                  </a:lnTo>
                  <a:lnTo>
                    <a:pt x="1135894" y="1539946"/>
                  </a:lnTo>
                  <a:lnTo>
                    <a:pt x="1134823" y="1541096"/>
                  </a:lnTo>
                  <a:lnTo>
                    <a:pt x="1133751" y="1542244"/>
                  </a:lnTo>
                  <a:lnTo>
                    <a:pt x="1132679" y="1543392"/>
                  </a:lnTo>
                  <a:lnTo>
                    <a:pt x="1131608" y="1544538"/>
                  </a:lnTo>
                  <a:lnTo>
                    <a:pt x="1130536" y="1545683"/>
                  </a:lnTo>
                  <a:lnTo>
                    <a:pt x="1129465" y="1546827"/>
                  </a:lnTo>
                  <a:lnTo>
                    <a:pt x="1128393" y="1547969"/>
                  </a:lnTo>
                  <a:lnTo>
                    <a:pt x="1127321" y="1549111"/>
                  </a:lnTo>
                  <a:lnTo>
                    <a:pt x="1126250" y="1550251"/>
                  </a:lnTo>
                  <a:lnTo>
                    <a:pt x="1125178" y="1551389"/>
                  </a:lnTo>
                  <a:lnTo>
                    <a:pt x="1124107" y="1552527"/>
                  </a:lnTo>
                  <a:lnTo>
                    <a:pt x="1123035" y="1553663"/>
                  </a:lnTo>
                  <a:lnTo>
                    <a:pt x="1121963" y="1554798"/>
                  </a:lnTo>
                  <a:lnTo>
                    <a:pt x="1120892" y="1555931"/>
                  </a:lnTo>
                  <a:lnTo>
                    <a:pt x="1119820" y="1557063"/>
                  </a:lnTo>
                  <a:lnTo>
                    <a:pt x="1118749" y="1558194"/>
                  </a:lnTo>
                  <a:lnTo>
                    <a:pt x="1117677" y="1559323"/>
                  </a:lnTo>
                  <a:lnTo>
                    <a:pt x="1116605" y="1560451"/>
                  </a:lnTo>
                  <a:lnTo>
                    <a:pt x="1115534" y="1561578"/>
                  </a:lnTo>
                  <a:lnTo>
                    <a:pt x="1114462" y="1562703"/>
                  </a:lnTo>
                  <a:lnTo>
                    <a:pt x="1113391" y="1563827"/>
                  </a:lnTo>
                  <a:lnTo>
                    <a:pt x="1112319" y="1564949"/>
                  </a:lnTo>
                  <a:lnTo>
                    <a:pt x="1111247" y="1566071"/>
                  </a:lnTo>
                  <a:lnTo>
                    <a:pt x="1110176" y="1567190"/>
                  </a:lnTo>
                  <a:lnTo>
                    <a:pt x="1109104" y="1568308"/>
                  </a:lnTo>
                  <a:lnTo>
                    <a:pt x="1108033" y="1569425"/>
                  </a:lnTo>
                  <a:lnTo>
                    <a:pt x="1106961" y="1570541"/>
                  </a:lnTo>
                  <a:lnTo>
                    <a:pt x="1105889" y="1571654"/>
                  </a:lnTo>
                  <a:lnTo>
                    <a:pt x="1104818" y="1572767"/>
                  </a:lnTo>
                  <a:lnTo>
                    <a:pt x="1103746" y="1573878"/>
                  </a:lnTo>
                  <a:lnTo>
                    <a:pt x="1102675" y="1574987"/>
                  </a:lnTo>
                  <a:lnTo>
                    <a:pt x="1101603" y="1576095"/>
                  </a:lnTo>
                  <a:lnTo>
                    <a:pt x="1100531" y="1577202"/>
                  </a:lnTo>
                  <a:lnTo>
                    <a:pt x="1099460" y="1578307"/>
                  </a:lnTo>
                  <a:lnTo>
                    <a:pt x="1098388" y="1579410"/>
                  </a:lnTo>
                  <a:lnTo>
                    <a:pt x="1097317" y="1580512"/>
                  </a:lnTo>
                  <a:lnTo>
                    <a:pt x="1096245" y="1581612"/>
                  </a:lnTo>
                  <a:lnTo>
                    <a:pt x="1095173" y="1582711"/>
                  </a:lnTo>
                  <a:lnTo>
                    <a:pt x="1094102" y="1583808"/>
                  </a:lnTo>
                  <a:lnTo>
                    <a:pt x="1093030" y="1584904"/>
                  </a:lnTo>
                  <a:lnTo>
                    <a:pt x="1091959" y="1585998"/>
                  </a:lnTo>
                  <a:lnTo>
                    <a:pt x="1090887" y="1587091"/>
                  </a:lnTo>
                  <a:lnTo>
                    <a:pt x="1089815" y="1588182"/>
                  </a:lnTo>
                  <a:lnTo>
                    <a:pt x="1088744" y="1589271"/>
                  </a:lnTo>
                  <a:lnTo>
                    <a:pt x="1087672" y="1590359"/>
                  </a:lnTo>
                  <a:lnTo>
                    <a:pt x="1086601" y="1591446"/>
                  </a:lnTo>
                  <a:lnTo>
                    <a:pt x="1085529" y="1592530"/>
                  </a:lnTo>
                  <a:lnTo>
                    <a:pt x="1084457" y="1593613"/>
                  </a:lnTo>
                  <a:lnTo>
                    <a:pt x="1083386" y="1594695"/>
                  </a:lnTo>
                  <a:lnTo>
                    <a:pt x="1082314" y="1595774"/>
                  </a:lnTo>
                  <a:lnTo>
                    <a:pt x="1081243" y="1596852"/>
                  </a:lnTo>
                  <a:lnTo>
                    <a:pt x="1080171" y="1597929"/>
                  </a:lnTo>
                  <a:lnTo>
                    <a:pt x="1079099" y="1599004"/>
                  </a:lnTo>
                  <a:lnTo>
                    <a:pt x="1078028" y="1600077"/>
                  </a:lnTo>
                  <a:lnTo>
                    <a:pt x="1076956" y="1601148"/>
                  </a:lnTo>
                  <a:lnTo>
                    <a:pt x="1075885" y="1602218"/>
                  </a:lnTo>
                  <a:lnTo>
                    <a:pt x="1074813" y="1603286"/>
                  </a:lnTo>
                  <a:lnTo>
                    <a:pt x="1073741" y="1604353"/>
                  </a:lnTo>
                  <a:lnTo>
                    <a:pt x="1072670" y="1605417"/>
                  </a:lnTo>
                  <a:lnTo>
                    <a:pt x="1071598" y="1606481"/>
                  </a:lnTo>
                  <a:lnTo>
                    <a:pt x="1070527" y="1607542"/>
                  </a:lnTo>
                  <a:lnTo>
                    <a:pt x="1069455" y="1608601"/>
                  </a:lnTo>
                  <a:lnTo>
                    <a:pt x="1068383" y="1609659"/>
                  </a:lnTo>
                  <a:lnTo>
                    <a:pt x="1067312" y="1610716"/>
                  </a:lnTo>
                  <a:lnTo>
                    <a:pt x="1066240" y="1611770"/>
                  </a:lnTo>
                  <a:lnTo>
                    <a:pt x="1065169" y="1612823"/>
                  </a:lnTo>
                  <a:lnTo>
                    <a:pt x="1064097" y="1613874"/>
                  </a:lnTo>
                  <a:lnTo>
                    <a:pt x="1063026" y="1614923"/>
                  </a:lnTo>
                  <a:lnTo>
                    <a:pt x="1061954" y="1615970"/>
                  </a:lnTo>
                  <a:lnTo>
                    <a:pt x="1060882" y="1617016"/>
                  </a:lnTo>
                  <a:lnTo>
                    <a:pt x="1059811" y="1618060"/>
                  </a:lnTo>
                  <a:lnTo>
                    <a:pt x="1058739" y="1619102"/>
                  </a:lnTo>
                  <a:lnTo>
                    <a:pt x="1057668" y="1620142"/>
                  </a:lnTo>
                  <a:lnTo>
                    <a:pt x="1056596" y="1621181"/>
                  </a:lnTo>
                  <a:lnTo>
                    <a:pt x="1055524" y="1622218"/>
                  </a:lnTo>
                  <a:lnTo>
                    <a:pt x="1054453" y="1623252"/>
                  </a:lnTo>
                  <a:lnTo>
                    <a:pt x="1053381" y="1624286"/>
                  </a:lnTo>
                  <a:lnTo>
                    <a:pt x="1052310" y="1625317"/>
                  </a:lnTo>
                  <a:lnTo>
                    <a:pt x="1051238" y="1626346"/>
                  </a:lnTo>
                  <a:lnTo>
                    <a:pt x="1050166" y="1627374"/>
                  </a:lnTo>
                  <a:lnTo>
                    <a:pt x="1049095" y="1628400"/>
                  </a:lnTo>
                  <a:lnTo>
                    <a:pt x="1048023" y="1629424"/>
                  </a:lnTo>
                  <a:lnTo>
                    <a:pt x="1046952" y="1630446"/>
                  </a:lnTo>
                  <a:lnTo>
                    <a:pt x="1045880" y="1631467"/>
                  </a:lnTo>
                  <a:lnTo>
                    <a:pt x="1044808" y="1632485"/>
                  </a:lnTo>
                  <a:lnTo>
                    <a:pt x="1043737" y="1633502"/>
                  </a:lnTo>
                  <a:lnTo>
                    <a:pt x="1042665" y="1634516"/>
                  </a:lnTo>
                  <a:lnTo>
                    <a:pt x="1041594" y="1635529"/>
                  </a:lnTo>
                  <a:lnTo>
                    <a:pt x="1040522" y="1636540"/>
                  </a:lnTo>
                  <a:lnTo>
                    <a:pt x="1039450" y="1637550"/>
                  </a:lnTo>
                  <a:lnTo>
                    <a:pt x="1038379" y="1638557"/>
                  </a:lnTo>
                  <a:lnTo>
                    <a:pt x="1037307" y="1639562"/>
                  </a:lnTo>
                  <a:lnTo>
                    <a:pt x="1036236" y="1640566"/>
                  </a:lnTo>
                  <a:lnTo>
                    <a:pt x="1035164" y="1641567"/>
                  </a:lnTo>
                  <a:lnTo>
                    <a:pt x="1034092" y="1642567"/>
                  </a:lnTo>
                  <a:lnTo>
                    <a:pt x="1033021" y="1643565"/>
                  </a:lnTo>
                  <a:lnTo>
                    <a:pt x="1031949" y="1644561"/>
                  </a:lnTo>
                  <a:lnTo>
                    <a:pt x="1030878" y="1645555"/>
                  </a:lnTo>
                  <a:lnTo>
                    <a:pt x="1029806" y="1646547"/>
                  </a:lnTo>
                  <a:lnTo>
                    <a:pt x="1028734" y="1647537"/>
                  </a:lnTo>
                  <a:lnTo>
                    <a:pt x="1027663" y="1648525"/>
                  </a:lnTo>
                  <a:lnTo>
                    <a:pt x="1026591" y="1649512"/>
                  </a:lnTo>
                  <a:lnTo>
                    <a:pt x="1025520" y="1650496"/>
                  </a:lnTo>
                  <a:lnTo>
                    <a:pt x="1024448" y="1651479"/>
                  </a:lnTo>
                  <a:lnTo>
                    <a:pt x="1023376" y="1652459"/>
                  </a:lnTo>
                  <a:lnTo>
                    <a:pt x="1022305" y="1653438"/>
                  </a:lnTo>
                  <a:lnTo>
                    <a:pt x="1021233" y="1654414"/>
                  </a:lnTo>
                  <a:lnTo>
                    <a:pt x="1020162" y="1655389"/>
                  </a:lnTo>
                  <a:lnTo>
                    <a:pt x="1019090" y="1656362"/>
                  </a:lnTo>
                  <a:lnTo>
                    <a:pt x="1018018" y="1657332"/>
                  </a:lnTo>
                  <a:lnTo>
                    <a:pt x="1016947" y="1658301"/>
                  </a:lnTo>
                  <a:lnTo>
                    <a:pt x="1015875" y="1659268"/>
                  </a:lnTo>
                  <a:lnTo>
                    <a:pt x="1014804" y="1660233"/>
                  </a:lnTo>
                  <a:lnTo>
                    <a:pt x="1013732" y="1661196"/>
                  </a:lnTo>
                  <a:lnTo>
                    <a:pt x="1012660" y="1662157"/>
                  </a:lnTo>
                  <a:lnTo>
                    <a:pt x="1011589" y="1663115"/>
                  </a:lnTo>
                  <a:lnTo>
                    <a:pt x="1010517" y="1664072"/>
                  </a:lnTo>
                  <a:lnTo>
                    <a:pt x="1009446" y="1665027"/>
                  </a:lnTo>
                  <a:lnTo>
                    <a:pt x="1008374" y="1665980"/>
                  </a:lnTo>
                  <a:lnTo>
                    <a:pt x="1007302" y="1666931"/>
                  </a:lnTo>
                  <a:lnTo>
                    <a:pt x="1006231" y="1667880"/>
                  </a:lnTo>
                  <a:lnTo>
                    <a:pt x="1005159" y="1668827"/>
                  </a:lnTo>
                  <a:lnTo>
                    <a:pt x="1004088" y="1669772"/>
                  </a:lnTo>
                  <a:lnTo>
                    <a:pt x="1003016" y="1670715"/>
                  </a:lnTo>
                  <a:lnTo>
                    <a:pt x="1001944" y="1671656"/>
                  </a:lnTo>
                  <a:lnTo>
                    <a:pt x="1000873" y="1672595"/>
                  </a:lnTo>
                  <a:lnTo>
                    <a:pt x="999801" y="1673532"/>
                  </a:lnTo>
                  <a:lnTo>
                    <a:pt x="998730" y="1674467"/>
                  </a:lnTo>
                  <a:lnTo>
                    <a:pt x="997658" y="1675400"/>
                  </a:lnTo>
                  <a:lnTo>
                    <a:pt x="996586" y="1676330"/>
                  </a:lnTo>
                  <a:lnTo>
                    <a:pt x="995515" y="1677259"/>
                  </a:lnTo>
                  <a:lnTo>
                    <a:pt x="994443" y="1678186"/>
                  </a:lnTo>
                  <a:lnTo>
                    <a:pt x="993372" y="1679111"/>
                  </a:lnTo>
                  <a:lnTo>
                    <a:pt x="992300" y="1680034"/>
                  </a:lnTo>
                  <a:lnTo>
                    <a:pt x="991228" y="1680954"/>
                  </a:lnTo>
                  <a:lnTo>
                    <a:pt x="990157" y="1681873"/>
                  </a:lnTo>
                  <a:lnTo>
                    <a:pt x="989085" y="1682790"/>
                  </a:lnTo>
                  <a:lnTo>
                    <a:pt x="988014" y="1683704"/>
                  </a:lnTo>
                  <a:lnTo>
                    <a:pt x="986942" y="1684617"/>
                  </a:lnTo>
                  <a:lnTo>
                    <a:pt x="985870" y="1685527"/>
                  </a:lnTo>
                  <a:lnTo>
                    <a:pt x="984799" y="1686436"/>
                  </a:lnTo>
                  <a:lnTo>
                    <a:pt x="983727" y="1687342"/>
                  </a:lnTo>
                  <a:lnTo>
                    <a:pt x="982656" y="1688247"/>
                  </a:lnTo>
                  <a:lnTo>
                    <a:pt x="981584" y="1689149"/>
                  </a:lnTo>
                  <a:lnTo>
                    <a:pt x="980512" y="1690049"/>
                  </a:lnTo>
                  <a:lnTo>
                    <a:pt x="979441" y="1690947"/>
                  </a:lnTo>
                  <a:lnTo>
                    <a:pt x="978369" y="1691843"/>
                  </a:lnTo>
                  <a:lnTo>
                    <a:pt x="977298" y="1692738"/>
                  </a:lnTo>
                  <a:lnTo>
                    <a:pt x="976226" y="1693630"/>
                  </a:lnTo>
                  <a:lnTo>
                    <a:pt x="975154" y="1694520"/>
                  </a:lnTo>
                  <a:lnTo>
                    <a:pt x="974083" y="1695407"/>
                  </a:lnTo>
                  <a:lnTo>
                    <a:pt x="973011" y="1696293"/>
                  </a:lnTo>
                  <a:lnTo>
                    <a:pt x="971940" y="1697177"/>
                  </a:lnTo>
                  <a:lnTo>
                    <a:pt x="970868" y="1698059"/>
                  </a:lnTo>
                  <a:lnTo>
                    <a:pt x="969796" y="1698938"/>
                  </a:lnTo>
                  <a:lnTo>
                    <a:pt x="968725" y="1699816"/>
                  </a:lnTo>
                  <a:lnTo>
                    <a:pt x="967653" y="1700692"/>
                  </a:lnTo>
                  <a:lnTo>
                    <a:pt x="966582" y="1701565"/>
                  </a:lnTo>
                  <a:lnTo>
                    <a:pt x="965510" y="1702436"/>
                  </a:lnTo>
                  <a:lnTo>
                    <a:pt x="964438" y="1703306"/>
                  </a:lnTo>
                  <a:lnTo>
                    <a:pt x="963367" y="1704173"/>
                  </a:lnTo>
                  <a:lnTo>
                    <a:pt x="962295" y="1705038"/>
                  </a:lnTo>
                  <a:lnTo>
                    <a:pt x="961224" y="1705901"/>
                  </a:lnTo>
                  <a:lnTo>
                    <a:pt x="960152" y="1706762"/>
                  </a:lnTo>
                  <a:lnTo>
                    <a:pt x="959080" y="1707621"/>
                  </a:lnTo>
                  <a:lnTo>
                    <a:pt x="958009" y="1708478"/>
                  </a:lnTo>
                  <a:lnTo>
                    <a:pt x="956937" y="1709333"/>
                  </a:lnTo>
                  <a:lnTo>
                    <a:pt x="955866" y="1710185"/>
                  </a:lnTo>
                  <a:lnTo>
                    <a:pt x="954794" y="1711036"/>
                  </a:lnTo>
                  <a:lnTo>
                    <a:pt x="953722" y="1711884"/>
                  </a:lnTo>
                  <a:lnTo>
                    <a:pt x="952651" y="1712731"/>
                  </a:lnTo>
                  <a:lnTo>
                    <a:pt x="951579" y="1713575"/>
                  </a:lnTo>
                  <a:lnTo>
                    <a:pt x="950508" y="1714417"/>
                  </a:lnTo>
                  <a:lnTo>
                    <a:pt x="949436" y="1715258"/>
                  </a:lnTo>
                  <a:lnTo>
                    <a:pt x="948364" y="1716096"/>
                  </a:lnTo>
                  <a:lnTo>
                    <a:pt x="947293" y="1716932"/>
                  </a:lnTo>
                  <a:lnTo>
                    <a:pt x="946221" y="1717766"/>
                  </a:lnTo>
                  <a:lnTo>
                    <a:pt x="945150" y="1718598"/>
                  </a:lnTo>
                  <a:lnTo>
                    <a:pt x="944078" y="1719427"/>
                  </a:lnTo>
                  <a:lnTo>
                    <a:pt x="943006" y="1720255"/>
                  </a:lnTo>
                  <a:lnTo>
                    <a:pt x="941935" y="1721081"/>
                  </a:lnTo>
                  <a:lnTo>
                    <a:pt x="940863" y="1721904"/>
                  </a:lnTo>
                  <a:lnTo>
                    <a:pt x="939792" y="1722726"/>
                  </a:lnTo>
                  <a:lnTo>
                    <a:pt x="938720" y="1723545"/>
                  </a:lnTo>
                  <a:lnTo>
                    <a:pt x="937648" y="1724363"/>
                  </a:lnTo>
                  <a:lnTo>
                    <a:pt x="936577" y="1725178"/>
                  </a:lnTo>
                  <a:lnTo>
                    <a:pt x="935505" y="1725991"/>
                  </a:lnTo>
                  <a:lnTo>
                    <a:pt x="934434" y="1726802"/>
                  </a:lnTo>
                  <a:lnTo>
                    <a:pt x="933362" y="1727611"/>
                  </a:lnTo>
                  <a:lnTo>
                    <a:pt x="932290" y="1728418"/>
                  </a:lnTo>
                  <a:lnTo>
                    <a:pt x="931219" y="1729223"/>
                  </a:lnTo>
                  <a:lnTo>
                    <a:pt x="930147" y="1730026"/>
                  </a:lnTo>
                  <a:lnTo>
                    <a:pt x="929076" y="1730827"/>
                  </a:lnTo>
                  <a:lnTo>
                    <a:pt x="928004" y="1731626"/>
                  </a:lnTo>
                  <a:lnTo>
                    <a:pt x="926932" y="1732422"/>
                  </a:lnTo>
                  <a:lnTo>
                    <a:pt x="925861" y="1733217"/>
                  </a:lnTo>
                  <a:lnTo>
                    <a:pt x="924789" y="1734009"/>
                  </a:lnTo>
                  <a:lnTo>
                    <a:pt x="923718" y="1734800"/>
                  </a:lnTo>
                  <a:lnTo>
                    <a:pt x="922646" y="1735588"/>
                  </a:lnTo>
                  <a:lnTo>
                    <a:pt x="921574" y="1736374"/>
                  </a:lnTo>
                  <a:lnTo>
                    <a:pt x="920503" y="1737159"/>
                  </a:lnTo>
                  <a:lnTo>
                    <a:pt x="919431" y="1737941"/>
                  </a:lnTo>
                  <a:lnTo>
                    <a:pt x="918360" y="1738721"/>
                  </a:lnTo>
                  <a:lnTo>
                    <a:pt x="917288" y="1739499"/>
                  </a:lnTo>
                  <a:lnTo>
                    <a:pt x="916216" y="1740275"/>
                  </a:lnTo>
                  <a:lnTo>
                    <a:pt x="915145" y="1741049"/>
                  </a:lnTo>
                  <a:lnTo>
                    <a:pt x="914073" y="1741821"/>
                  </a:lnTo>
                  <a:lnTo>
                    <a:pt x="913002" y="1742591"/>
                  </a:lnTo>
                  <a:lnTo>
                    <a:pt x="911930" y="1743359"/>
                  </a:lnTo>
                  <a:lnTo>
                    <a:pt x="910858" y="1744125"/>
                  </a:lnTo>
                  <a:lnTo>
                    <a:pt x="909787" y="1744888"/>
                  </a:lnTo>
                  <a:lnTo>
                    <a:pt x="908715" y="1745650"/>
                  </a:lnTo>
                  <a:lnTo>
                    <a:pt x="907644" y="1746410"/>
                  </a:lnTo>
                  <a:lnTo>
                    <a:pt x="906572" y="1747168"/>
                  </a:lnTo>
                  <a:lnTo>
                    <a:pt x="905500" y="1747923"/>
                  </a:lnTo>
                  <a:lnTo>
                    <a:pt x="904429" y="1748677"/>
                  </a:lnTo>
                  <a:lnTo>
                    <a:pt x="903357" y="1749429"/>
                  </a:lnTo>
                  <a:lnTo>
                    <a:pt x="902286" y="1750179"/>
                  </a:lnTo>
                  <a:lnTo>
                    <a:pt x="901214" y="1750927"/>
                  </a:lnTo>
                  <a:lnTo>
                    <a:pt x="900142" y="1751673"/>
                  </a:lnTo>
                  <a:lnTo>
                    <a:pt x="899071" y="1752417"/>
                  </a:lnTo>
                  <a:lnTo>
                    <a:pt x="897999" y="1753159"/>
                  </a:lnTo>
                  <a:lnTo>
                    <a:pt x="896928" y="1753900"/>
                  </a:lnTo>
                  <a:lnTo>
                    <a:pt x="895856" y="1754638"/>
                  </a:lnTo>
                  <a:lnTo>
                    <a:pt x="894784" y="1755375"/>
                  </a:lnTo>
                  <a:lnTo>
                    <a:pt x="893713" y="1756110"/>
                  </a:lnTo>
                  <a:lnTo>
                    <a:pt x="892641" y="1756843"/>
                  </a:lnTo>
                  <a:lnTo>
                    <a:pt x="891570" y="1757574"/>
                  </a:lnTo>
                  <a:lnTo>
                    <a:pt x="890498" y="1758303"/>
                  </a:lnTo>
                  <a:lnTo>
                    <a:pt x="889426" y="1759031"/>
                  </a:lnTo>
                  <a:lnTo>
                    <a:pt x="888355" y="1759757"/>
                  </a:lnTo>
                  <a:lnTo>
                    <a:pt x="887283" y="1760481"/>
                  </a:lnTo>
                  <a:lnTo>
                    <a:pt x="886212" y="1761203"/>
                  </a:lnTo>
                  <a:lnTo>
                    <a:pt x="885140" y="1761923"/>
                  </a:lnTo>
                  <a:lnTo>
                    <a:pt x="884069" y="1762642"/>
                  </a:lnTo>
                  <a:lnTo>
                    <a:pt x="882997" y="1763359"/>
                  </a:lnTo>
                  <a:lnTo>
                    <a:pt x="881925" y="1764075"/>
                  </a:lnTo>
                  <a:lnTo>
                    <a:pt x="880854" y="1764788"/>
                  </a:lnTo>
                  <a:lnTo>
                    <a:pt x="879782" y="1765501"/>
                  </a:lnTo>
                  <a:lnTo>
                    <a:pt x="878711" y="1766211"/>
                  </a:lnTo>
                  <a:lnTo>
                    <a:pt x="877639" y="1766920"/>
                  </a:lnTo>
                  <a:lnTo>
                    <a:pt x="876567" y="1767627"/>
                  </a:lnTo>
                  <a:lnTo>
                    <a:pt x="875496" y="1768332"/>
                  </a:lnTo>
                  <a:lnTo>
                    <a:pt x="874424" y="1769036"/>
                  </a:lnTo>
                  <a:lnTo>
                    <a:pt x="873353" y="1769738"/>
                  </a:lnTo>
                  <a:lnTo>
                    <a:pt x="872281" y="1770439"/>
                  </a:lnTo>
                  <a:lnTo>
                    <a:pt x="871209" y="1771138"/>
                  </a:lnTo>
                  <a:lnTo>
                    <a:pt x="870138" y="1771835"/>
                  </a:lnTo>
                  <a:lnTo>
                    <a:pt x="869066" y="1772531"/>
                  </a:lnTo>
                  <a:lnTo>
                    <a:pt x="867995" y="1773226"/>
                  </a:lnTo>
                  <a:lnTo>
                    <a:pt x="866923" y="1773919"/>
                  </a:lnTo>
                  <a:lnTo>
                    <a:pt x="865851" y="1774610"/>
                  </a:lnTo>
                  <a:lnTo>
                    <a:pt x="864780" y="1775300"/>
                  </a:lnTo>
                  <a:lnTo>
                    <a:pt x="863708" y="1775988"/>
                  </a:lnTo>
                  <a:lnTo>
                    <a:pt x="862637" y="1776675"/>
                  </a:lnTo>
                  <a:lnTo>
                    <a:pt x="861565" y="1777361"/>
                  </a:lnTo>
                  <a:lnTo>
                    <a:pt x="860493" y="1778045"/>
                  </a:lnTo>
                  <a:lnTo>
                    <a:pt x="859422" y="1778727"/>
                  </a:lnTo>
                  <a:lnTo>
                    <a:pt x="858350" y="1779409"/>
                  </a:lnTo>
                  <a:lnTo>
                    <a:pt x="857279" y="1780088"/>
                  </a:lnTo>
                  <a:lnTo>
                    <a:pt x="856207" y="1780767"/>
                  </a:lnTo>
                  <a:lnTo>
                    <a:pt x="855135" y="1781443"/>
                  </a:lnTo>
                  <a:lnTo>
                    <a:pt x="854064" y="1782119"/>
                  </a:lnTo>
                  <a:lnTo>
                    <a:pt x="852992" y="1782793"/>
                  </a:lnTo>
                  <a:lnTo>
                    <a:pt x="851921" y="1783466"/>
                  </a:lnTo>
                  <a:lnTo>
                    <a:pt x="850849" y="1784137"/>
                  </a:lnTo>
                  <a:lnTo>
                    <a:pt x="849777" y="1784808"/>
                  </a:lnTo>
                  <a:lnTo>
                    <a:pt x="848706" y="1785476"/>
                  </a:lnTo>
                  <a:lnTo>
                    <a:pt x="847634" y="1786144"/>
                  </a:lnTo>
                  <a:lnTo>
                    <a:pt x="846563" y="1786810"/>
                  </a:lnTo>
                  <a:lnTo>
                    <a:pt x="845491" y="1787475"/>
                  </a:lnTo>
                  <a:lnTo>
                    <a:pt x="844419" y="1788139"/>
                  </a:lnTo>
                  <a:lnTo>
                    <a:pt x="843348" y="1788801"/>
                  </a:lnTo>
                  <a:lnTo>
                    <a:pt x="842276" y="1789462"/>
                  </a:lnTo>
                  <a:lnTo>
                    <a:pt x="841205" y="1790122"/>
                  </a:lnTo>
                  <a:lnTo>
                    <a:pt x="840133" y="1790781"/>
                  </a:lnTo>
                  <a:lnTo>
                    <a:pt x="839061" y="1791439"/>
                  </a:lnTo>
                  <a:lnTo>
                    <a:pt x="837990" y="1792095"/>
                  </a:lnTo>
                  <a:lnTo>
                    <a:pt x="836918" y="1792750"/>
                  </a:lnTo>
                  <a:lnTo>
                    <a:pt x="835847" y="1793404"/>
                  </a:lnTo>
                  <a:lnTo>
                    <a:pt x="834775" y="1794057"/>
                  </a:lnTo>
                  <a:lnTo>
                    <a:pt x="833703" y="1794708"/>
                  </a:lnTo>
                  <a:lnTo>
                    <a:pt x="832632" y="1795359"/>
                  </a:lnTo>
                  <a:lnTo>
                    <a:pt x="831560" y="1796008"/>
                  </a:lnTo>
                  <a:lnTo>
                    <a:pt x="830489" y="1796657"/>
                  </a:lnTo>
                  <a:lnTo>
                    <a:pt x="829417" y="1797304"/>
                  </a:lnTo>
                  <a:lnTo>
                    <a:pt x="828345" y="1797950"/>
                  </a:lnTo>
                  <a:lnTo>
                    <a:pt x="827274" y="1798595"/>
                  </a:lnTo>
                  <a:lnTo>
                    <a:pt x="826202" y="1799239"/>
                  </a:lnTo>
                  <a:lnTo>
                    <a:pt x="825131" y="1799882"/>
                  </a:lnTo>
                  <a:lnTo>
                    <a:pt x="824059" y="1800523"/>
                  </a:lnTo>
                  <a:lnTo>
                    <a:pt x="822987" y="1801164"/>
                  </a:lnTo>
                  <a:lnTo>
                    <a:pt x="821916" y="1801804"/>
                  </a:lnTo>
                  <a:lnTo>
                    <a:pt x="820844" y="1802443"/>
                  </a:lnTo>
                  <a:lnTo>
                    <a:pt x="819773" y="1803080"/>
                  </a:lnTo>
                  <a:lnTo>
                    <a:pt x="818701" y="1803717"/>
                  </a:lnTo>
                  <a:lnTo>
                    <a:pt x="817629" y="1804353"/>
                  </a:lnTo>
                  <a:lnTo>
                    <a:pt x="816558" y="1804988"/>
                  </a:lnTo>
                  <a:lnTo>
                    <a:pt x="815486" y="1805622"/>
                  </a:lnTo>
                  <a:lnTo>
                    <a:pt x="814415" y="1806255"/>
                  </a:lnTo>
                  <a:lnTo>
                    <a:pt x="813343" y="1806887"/>
                  </a:lnTo>
                  <a:lnTo>
                    <a:pt x="812271" y="1807518"/>
                  </a:lnTo>
                  <a:lnTo>
                    <a:pt x="811200" y="1808148"/>
                  </a:lnTo>
                  <a:lnTo>
                    <a:pt x="810128" y="1808777"/>
                  </a:lnTo>
                  <a:lnTo>
                    <a:pt x="809057" y="1809406"/>
                  </a:lnTo>
                  <a:lnTo>
                    <a:pt x="807985" y="1810033"/>
                  </a:lnTo>
                  <a:lnTo>
                    <a:pt x="806913" y="1810660"/>
                  </a:lnTo>
                  <a:lnTo>
                    <a:pt x="805842" y="1811286"/>
                  </a:lnTo>
                  <a:lnTo>
                    <a:pt x="804770" y="1811911"/>
                  </a:lnTo>
                  <a:lnTo>
                    <a:pt x="803699" y="1812535"/>
                  </a:lnTo>
                  <a:lnTo>
                    <a:pt x="802627" y="1813159"/>
                  </a:lnTo>
                  <a:lnTo>
                    <a:pt x="801555" y="1813781"/>
                  </a:lnTo>
                  <a:lnTo>
                    <a:pt x="800484" y="1814403"/>
                  </a:lnTo>
                  <a:lnTo>
                    <a:pt x="799412" y="1815024"/>
                  </a:lnTo>
                  <a:lnTo>
                    <a:pt x="798341" y="1815644"/>
                  </a:lnTo>
                  <a:lnTo>
                    <a:pt x="797269" y="1816264"/>
                  </a:lnTo>
                  <a:lnTo>
                    <a:pt x="796197" y="1816883"/>
                  </a:lnTo>
                  <a:lnTo>
                    <a:pt x="795126" y="1817501"/>
                  </a:lnTo>
                  <a:lnTo>
                    <a:pt x="794054" y="1818118"/>
                  </a:lnTo>
                  <a:lnTo>
                    <a:pt x="792983" y="1818735"/>
                  </a:lnTo>
                  <a:lnTo>
                    <a:pt x="791911" y="1819351"/>
                  </a:lnTo>
                  <a:lnTo>
                    <a:pt x="790839" y="1819966"/>
                  </a:lnTo>
                  <a:lnTo>
                    <a:pt x="789768" y="1820581"/>
                  </a:lnTo>
                  <a:lnTo>
                    <a:pt x="788696" y="1821195"/>
                  </a:lnTo>
                  <a:lnTo>
                    <a:pt x="787625" y="1821808"/>
                  </a:lnTo>
                  <a:lnTo>
                    <a:pt x="786553" y="1822421"/>
                  </a:lnTo>
                  <a:lnTo>
                    <a:pt x="785481" y="1823033"/>
                  </a:lnTo>
                  <a:lnTo>
                    <a:pt x="784410" y="1823644"/>
                  </a:lnTo>
                  <a:lnTo>
                    <a:pt x="783338" y="1824255"/>
                  </a:lnTo>
                  <a:lnTo>
                    <a:pt x="782267" y="1824865"/>
                  </a:lnTo>
                  <a:lnTo>
                    <a:pt x="781195" y="1825475"/>
                  </a:lnTo>
                  <a:lnTo>
                    <a:pt x="780123" y="1826084"/>
                  </a:lnTo>
                  <a:lnTo>
                    <a:pt x="779052" y="1826692"/>
                  </a:lnTo>
                  <a:lnTo>
                    <a:pt x="777980" y="1827300"/>
                  </a:lnTo>
                  <a:lnTo>
                    <a:pt x="776909" y="1827908"/>
                  </a:lnTo>
                  <a:lnTo>
                    <a:pt x="775837" y="1828515"/>
                  </a:lnTo>
                  <a:lnTo>
                    <a:pt x="774765" y="1829121"/>
                  </a:lnTo>
                  <a:lnTo>
                    <a:pt x="773694" y="1829727"/>
                  </a:lnTo>
                  <a:lnTo>
                    <a:pt x="772622" y="1830332"/>
                  </a:lnTo>
                  <a:lnTo>
                    <a:pt x="771551" y="1830937"/>
                  </a:lnTo>
                  <a:lnTo>
                    <a:pt x="770479" y="1831542"/>
                  </a:lnTo>
                  <a:lnTo>
                    <a:pt x="769407" y="1832146"/>
                  </a:lnTo>
                  <a:lnTo>
                    <a:pt x="768336" y="1832749"/>
                  </a:lnTo>
                  <a:lnTo>
                    <a:pt x="767264" y="1833352"/>
                  </a:lnTo>
                  <a:lnTo>
                    <a:pt x="766193" y="1833955"/>
                  </a:lnTo>
                  <a:lnTo>
                    <a:pt x="765121" y="1834557"/>
                  </a:lnTo>
                  <a:lnTo>
                    <a:pt x="764049" y="1835159"/>
                  </a:lnTo>
                  <a:lnTo>
                    <a:pt x="762978" y="1835760"/>
                  </a:lnTo>
                  <a:lnTo>
                    <a:pt x="761906" y="1836362"/>
                  </a:lnTo>
                  <a:lnTo>
                    <a:pt x="760835" y="1836962"/>
                  </a:lnTo>
                  <a:lnTo>
                    <a:pt x="759763" y="1837563"/>
                  </a:lnTo>
                  <a:lnTo>
                    <a:pt x="758691" y="1838163"/>
                  </a:lnTo>
                  <a:lnTo>
                    <a:pt x="757620" y="1838762"/>
                  </a:lnTo>
                  <a:lnTo>
                    <a:pt x="756548" y="1839362"/>
                  </a:lnTo>
                  <a:lnTo>
                    <a:pt x="755477" y="1839961"/>
                  </a:lnTo>
                  <a:lnTo>
                    <a:pt x="754405" y="1840559"/>
                  </a:lnTo>
                  <a:lnTo>
                    <a:pt x="753333" y="1841158"/>
                  </a:lnTo>
                  <a:lnTo>
                    <a:pt x="752262" y="1841756"/>
                  </a:lnTo>
                  <a:lnTo>
                    <a:pt x="751190" y="1842354"/>
                  </a:lnTo>
                  <a:lnTo>
                    <a:pt x="750119" y="1842952"/>
                  </a:lnTo>
                  <a:lnTo>
                    <a:pt x="749047" y="1843549"/>
                  </a:lnTo>
                  <a:lnTo>
                    <a:pt x="747975" y="1844146"/>
                  </a:lnTo>
                  <a:lnTo>
                    <a:pt x="746904" y="1844743"/>
                  </a:lnTo>
                  <a:lnTo>
                    <a:pt x="745832" y="1845340"/>
                  </a:lnTo>
                  <a:lnTo>
                    <a:pt x="744761" y="1845936"/>
                  </a:lnTo>
                  <a:lnTo>
                    <a:pt x="743689" y="1846533"/>
                  </a:lnTo>
                  <a:lnTo>
                    <a:pt x="742617" y="1847129"/>
                  </a:lnTo>
                  <a:lnTo>
                    <a:pt x="741546" y="1847725"/>
                  </a:lnTo>
                  <a:lnTo>
                    <a:pt x="740474" y="1848320"/>
                  </a:lnTo>
                  <a:lnTo>
                    <a:pt x="739403" y="1848916"/>
                  </a:lnTo>
                  <a:lnTo>
                    <a:pt x="738331" y="1849511"/>
                  </a:lnTo>
                  <a:lnTo>
                    <a:pt x="737259" y="1850107"/>
                  </a:lnTo>
                  <a:lnTo>
                    <a:pt x="736188" y="1850702"/>
                  </a:lnTo>
                  <a:lnTo>
                    <a:pt x="735116" y="1851297"/>
                  </a:lnTo>
                  <a:lnTo>
                    <a:pt x="734045" y="1851892"/>
                  </a:lnTo>
                  <a:lnTo>
                    <a:pt x="732973" y="1852487"/>
                  </a:lnTo>
                  <a:lnTo>
                    <a:pt x="731901" y="1853082"/>
                  </a:lnTo>
                  <a:lnTo>
                    <a:pt x="730830" y="1853676"/>
                  </a:lnTo>
                  <a:lnTo>
                    <a:pt x="729758" y="1854271"/>
                  </a:lnTo>
                  <a:lnTo>
                    <a:pt x="728687" y="1854866"/>
                  </a:lnTo>
                  <a:lnTo>
                    <a:pt x="727615" y="1855460"/>
                  </a:lnTo>
                  <a:lnTo>
                    <a:pt x="726543" y="1856055"/>
                  </a:lnTo>
                  <a:lnTo>
                    <a:pt x="725472" y="1856649"/>
                  </a:lnTo>
                  <a:lnTo>
                    <a:pt x="724400" y="1857244"/>
                  </a:lnTo>
                  <a:lnTo>
                    <a:pt x="723329" y="1857838"/>
                  </a:lnTo>
                  <a:lnTo>
                    <a:pt x="722257" y="1858433"/>
                  </a:lnTo>
                  <a:lnTo>
                    <a:pt x="721185" y="1859028"/>
                  </a:lnTo>
                  <a:lnTo>
                    <a:pt x="720114" y="1859622"/>
                  </a:lnTo>
                  <a:lnTo>
                    <a:pt x="719042" y="1860217"/>
                  </a:lnTo>
                  <a:lnTo>
                    <a:pt x="717971" y="1860811"/>
                  </a:lnTo>
                  <a:lnTo>
                    <a:pt x="716899" y="1861406"/>
                  </a:lnTo>
                  <a:lnTo>
                    <a:pt x="715827" y="1862001"/>
                  </a:lnTo>
                  <a:lnTo>
                    <a:pt x="714756" y="1862596"/>
                  </a:lnTo>
                  <a:lnTo>
                    <a:pt x="713684" y="1863191"/>
                  </a:lnTo>
                  <a:lnTo>
                    <a:pt x="712613" y="1863786"/>
                  </a:lnTo>
                  <a:lnTo>
                    <a:pt x="711541" y="1864381"/>
                  </a:lnTo>
                  <a:lnTo>
                    <a:pt x="710469" y="1864976"/>
                  </a:lnTo>
                  <a:lnTo>
                    <a:pt x="709398" y="1865571"/>
                  </a:lnTo>
                  <a:lnTo>
                    <a:pt x="708326" y="1866167"/>
                  </a:lnTo>
                  <a:lnTo>
                    <a:pt x="707255" y="1866763"/>
                  </a:lnTo>
                  <a:lnTo>
                    <a:pt x="706183" y="1867358"/>
                  </a:lnTo>
                  <a:lnTo>
                    <a:pt x="705112" y="1867954"/>
                  </a:lnTo>
                  <a:lnTo>
                    <a:pt x="704040" y="1868550"/>
                  </a:lnTo>
                  <a:lnTo>
                    <a:pt x="702968" y="1869147"/>
                  </a:lnTo>
                  <a:lnTo>
                    <a:pt x="701897" y="1869743"/>
                  </a:lnTo>
                  <a:lnTo>
                    <a:pt x="700825" y="1870340"/>
                  </a:lnTo>
                  <a:lnTo>
                    <a:pt x="699754" y="1870937"/>
                  </a:lnTo>
                  <a:lnTo>
                    <a:pt x="698682" y="1871534"/>
                  </a:lnTo>
                  <a:lnTo>
                    <a:pt x="697610" y="1872131"/>
                  </a:lnTo>
                  <a:lnTo>
                    <a:pt x="696539" y="1872729"/>
                  </a:lnTo>
                  <a:lnTo>
                    <a:pt x="695467" y="1873327"/>
                  </a:lnTo>
                  <a:lnTo>
                    <a:pt x="694396" y="1873925"/>
                  </a:lnTo>
                  <a:lnTo>
                    <a:pt x="693324" y="1874523"/>
                  </a:lnTo>
                  <a:lnTo>
                    <a:pt x="692252" y="1875122"/>
                  </a:lnTo>
                  <a:lnTo>
                    <a:pt x="691181" y="1875721"/>
                  </a:lnTo>
                  <a:lnTo>
                    <a:pt x="690109" y="1876320"/>
                  </a:lnTo>
                  <a:lnTo>
                    <a:pt x="689038" y="1876919"/>
                  </a:lnTo>
                  <a:lnTo>
                    <a:pt x="687966" y="1877519"/>
                  </a:lnTo>
                  <a:lnTo>
                    <a:pt x="686894" y="1878119"/>
                  </a:lnTo>
                  <a:lnTo>
                    <a:pt x="685823" y="1878719"/>
                  </a:lnTo>
                  <a:lnTo>
                    <a:pt x="684751" y="1879320"/>
                  </a:lnTo>
                  <a:lnTo>
                    <a:pt x="683680" y="1879921"/>
                  </a:lnTo>
                  <a:lnTo>
                    <a:pt x="682608" y="1880522"/>
                  </a:lnTo>
                  <a:lnTo>
                    <a:pt x="681536" y="1881124"/>
                  </a:lnTo>
                  <a:lnTo>
                    <a:pt x="680465" y="1881726"/>
                  </a:lnTo>
                  <a:lnTo>
                    <a:pt x="679393" y="1882329"/>
                  </a:lnTo>
                  <a:lnTo>
                    <a:pt x="678322" y="1882931"/>
                  </a:lnTo>
                  <a:lnTo>
                    <a:pt x="677250" y="1883534"/>
                  </a:lnTo>
                  <a:lnTo>
                    <a:pt x="676178" y="1884138"/>
                  </a:lnTo>
                  <a:lnTo>
                    <a:pt x="675107" y="1884742"/>
                  </a:lnTo>
                  <a:lnTo>
                    <a:pt x="674035" y="1885346"/>
                  </a:lnTo>
                  <a:lnTo>
                    <a:pt x="672964" y="1885951"/>
                  </a:lnTo>
                  <a:lnTo>
                    <a:pt x="671892" y="1886556"/>
                  </a:lnTo>
                  <a:lnTo>
                    <a:pt x="670820" y="1887162"/>
                  </a:lnTo>
                  <a:lnTo>
                    <a:pt x="669749" y="1887768"/>
                  </a:lnTo>
                  <a:lnTo>
                    <a:pt x="668677" y="1888374"/>
                  </a:lnTo>
                  <a:lnTo>
                    <a:pt x="667606" y="1888981"/>
                  </a:lnTo>
                  <a:lnTo>
                    <a:pt x="666534" y="1889589"/>
                  </a:lnTo>
                  <a:lnTo>
                    <a:pt x="665462" y="1890196"/>
                  </a:lnTo>
                  <a:lnTo>
                    <a:pt x="664391" y="1890805"/>
                  </a:lnTo>
                  <a:lnTo>
                    <a:pt x="663319" y="1891413"/>
                  </a:lnTo>
                  <a:lnTo>
                    <a:pt x="662248" y="1892023"/>
                  </a:lnTo>
                  <a:lnTo>
                    <a:pt x="661176" y="1892632"/>
                  </a:lnTo>
                  <a:lnTo>
                    <a:pt x="660104" y="1893243"/>
                  </a:lnTo>
                  <a:lnTo>
                    <a:pt x="659033" y="1893853"/>
                  </a:lnTo>
                  <a:lnTo>
                    <a:pt x="657961" y="1894464"/>
                  </a:lnTo>
                  <a:lnTo>
                    <a:pt x="656890" y="1895076"/>
                  </a:lnTo>
                  <a:lnTo>
                    <a:pt x="655818" y="1895688"/>
                  </a:lnTo>
                  <a:lnTo>
                    <a:pt x="654746" y="1896301"/>
                  </a:lnTo>
                  <a:lnTo>
                    <a:pt x="653675" y="1896914"/>
                  </a:lnTo>
                  <a:lnTo>
                    <a:pt x="652603" y="1897528"/>
                  </a:lnTo>
                  <a:lnTo>
                    <a:pt x="651532" y="1898142"/>
                  </a:lnTo>
                  <a:lnTo>
                    <a:pt x="650460" y="1898757"/>
                  </a:lnTo>
                  <a:lnTo>
                    <a:pt x="649388" y="1899373"/>
                  </a:lnTo>
                  <a:lnTo>
                    <a:pt x="648317" y="1899989"/>
                  </a:lnTo>
                  <a:lnTo>
                    <a:pt x="647245" y="1900605"/>
                  </a:lnTo>
                  <a:lnTo>
                    <a:pt x="646174" y="1901222"/>
                  </a:lnTo>
                  <a:lnTo>
                    <a:pt x="645102" y="1901840"/>
                  </a:lnTo>
                  <a:lnTo>
                    <a:pt x="644030" y="1902458"/>
                  </a:lnTo>
                  <a:lnTo>
                    <a:pt x="642959" y="1903077"/>
                  </a:lnTo>
                  <a:lnTo>
                    <a:pt x="641887" y="1903696"/>
                  </a:lnTo>
                  <a:lnTo>
                    <a:pt x="640816" y="1904316"/>
                  </a:lnTo>
                  <a:lnTo>
                    <a:pt x="639744" y="1904937"/>
                  </a:lnTo>
                  <a:lnTo>
                    <a:pt x="638672" y="1905558"/>
                  </a:lnTo>
                  <a:lnTo>
                    <a:pt x="637601" y="1906180"/>
                  </a:lnTo>
                  <a:lnTo>
                    <a:pt x="636529" y="1906802"/>
                  </a:lnTo>
                  <a:lnTo>
                    <a:pt x="635458" y="1907425"/>
                  </a:lnTo>
                  <a:lnTo>
                    <a:pt x="634386" y="1908049"/>
                  </a:lnTo>
                  <a:lnTo>
                    <a:pt x="633314" y="1908673"/>
                  </a:lnTo>
                  <a:lnTo>
                    <a:pt x="632243" y="1909298"/>
                  </a:lnTo>
                  <a:lnTo>
                    <a:pt x="631171" y="1909923"/>
                  </a:lnTo>
                  <a:lnTo>
                    <a:pt x="630100" y="1910549"/>
                  </a:lnTo>
                  <a:lnTo>
                    <a:pt x="629028" y="1911176"/>
                  </a:lnTo>
                  <a:lnTo>
                    <a:pt x="627956" y="1911803"/>
                  </a:lnTo>
                  <a:lnTo>
                    <a:pt x="626885" y="1912431"/>
                  </a:lnTo>
                  <a:lnTo>
                    <a:pt x="625813" y="1913060"/>
                  </a:lnTo>
                  <a:lnTo>
                    <a:pt x="624742" y="1913689"/>
                  </a:lnTo>
                  <a:lnTo>
                    <a:pt x="623670" y="1914319"/>
                  </a:lnTo>
                  <a:lnTo>
                    <a:pt x="622598" y="1914949"/>
                  </a:lnTo>
                  <a:lnTo>
                    <a:pt x="621527" y="1915581"/>
                  </a:lnTo>
                  <a:lnTo>
                    <a:pt x="620455" y="1916212"/>
                  </a:lnTo>
                  <a:lnTo>
                    <a:pt x="619384" y="1916845"/>
                  </a:lnTo>
                  <a:lnTo>
                    <a:pt x="618312" y="1917478"/>
                  </a:lnTo>
                  <a:lnTo>
                    <a:pt x="617240" y="1918112"/>
                  </a:lnTo>
                  <a:lnTo>
                    <a:pt x="616169" y="1918746"/>
                  </a:lnTo>
                  <a:lnTo>
                    <a:pt x="615097" y="1919381"/>
                  </a:lnTo>
                  <a:lnTo>
                    <a:pt x="614026" y="1920017"/>
                  </a:lnTo>
                  <a:lnTo>
                    <a:pt x="612954" y="1920654"/>
                  </a:lnTo>
                  <a:lnTo>
                    <a:pt x="611882" y="1921291"/>
                  </a:lnTo>
                  <a:lnTo>
                    <a:pt x="610811" y="1921929"/>
                  </a:lnTo>
                  <a:lnTo>
                    <a:pt x="609739" y="1922567"/>
                  </a:lnTo>
                  <a:lnTo>
                    <a:pt x="608668" y="1923206"/>
                  </a:lnTo>
                  <a:lnTo>
                    <a:pt x="607596" y="1923846"/>
                  </a:lnTo>
                  <a:lnTo>
                    <a:pt x="606524" y="1924486"/>
                  </a:lnTo>
                  <a:lnTo>
                    <a:pt x="605453" y="1925128"/>
                  </a:lnTo>
                  <a:lnTo>
                    <a:pt x="604381" y="1925769"/>
                  </a:lnTo>
                  <a:lnTo>
                    <a:pt x="603310" y="1926412"/>
                  </a:lnTo>
                  <a:lnTo>
                    <a:pt x="602238" y="1927055"/>
                  </a:lnTo>
                  <a:lnTo>
                    <a:pt x="601166" y="1927699"/>
                  </a:lnTo>
                  <a:lnTo>
                    <a:pt x="600095" y="1928344"/>
                  </a:lnTo>
                  <a:lnTo>
                    <a:pt x="599023" y="1928989"/>
                  </a:lnTo>
                  <a:lnTo>
                    <a:pt x="597952" y="1929635"/>
                  </a:lnTo>
                  <a:lnTo>
                    <a:pt x="596880" y="1930281"/>
                  </a:lnTo>
                  <a:lnTo>
                    <a:pt x="595808" y="1930928"/>
                  </a:lnTo>
                  <a:lnTo>
                    <a:pt x="594737" y="1931576"/>
                  </a:lnTo>
                  <a:lnTo>
                    <a:pt x="593665" y="1932225"/>
                  </a:lnTo>
                  <a:lnTo>
                    <a:pt x="592594" y="1932874"/>
                  </a:lnTo>
                  <a:lnTo>
                    <a:pt x="591522" y="1933524"/>
                  </a:lnTo>
                  <a:lnTo>
                    <a:pt x="590450" y="1934175"/>
                  </a:lnTo>
                  <a:lnTo>
                    <a:pt x="589379" y="1934826"/>
                  </a:lnTo>
                  <a:lnTo>
                    <a:pt x="588307" y="1935478"/>
                  </a:lnTo>
                  <a:lnTo>
                    <a:pt x="587236" y="1936131"/>
                  </a:lnTo>
                  <a:lnTo>
                    <a:pt x="586164" y="1936784"/>
                  </a:lnTo>
                  <a:lnTo>
                    <a:pt x="585092" y="1937438"/>
                  </a:lnTo>
                  <a:lnTo>
                    <a:pt x="584021" y="1938093"/>
                  </a:lnTo>
                  <a:lnTo>
                    <a:pt x="582949" y="1938748"/>
                  </a:lnTo>
                  <a:lnTo>
                    <a:pt x="581878" y="1939404"/>
                  </a:lnTo>
                  <a:lnTo>
                    <a:pt x="580806" y="1940061"/>
                  </a:lnTo>
                  <a:lnTo>
                    <a:pt x="579734" y="1940718"/>
                  </a:lnTo>
                  <a:lnTo>
                    <a:pt x="578663" y="1941376"/>
                  </a:lnTo>
                  <a:lnTo>
                    <a:pt x="577591" y="1942035"/>
                  </a:lnTo>
                  <a:lnTo>
                    <a:pt x="576520" y="1942694"/>
                  </a:lnTo>
                  <a:lnTo>
                    <a:pt x="575448" y="1943354"/>
                  </a:lnTo>
                  <a:lnTo>
                    <a:pt x="574376" y="1944014"/>
                  </a:lnTo>
                  <a:lnTo>
                    <a:pt x="573305" y="1944676"/>
                  </a:lnTo>
                  <a:lnTo>
                    <a:pt x="572233" y="1945337"/>
                  </a:lnTo>
                  <a:lnTo>
                    <a:pt x="571162" y="1946000"/>
                  </a:lnTo>
                  <a:lnTo>
                    <a:pt x="570090" y="1946663"/>
                  </a:lnTo>
                  <a:lnTo>
                    <a:pt x="569018" y="1947327"/>
                  </a:lnTo>
                  <a:lnTo>
                    <a:pt x="567947" y="1947991"/>
                  </a:lnTo>
                  <a:lnTo>
                    <a:pt x="566875" y="1948656"/>
                  </a:lnTo>
                  <a:lnTo>
                    <a:pt x="565804" y="1949322"/>
                  </a:lnTo>
                  <a:lnTo>
                    <a:pt x="564732" y="1949988"/>
                  </a:lnTo>
                  <a:lnTo>
                    <a:pt x="563660" y="1950655"/>
                  </a:lnTo>
                  <a:lnTo>
                    <a:pt x="562589" y="1951322"/>
                  </a:lnTo>
                  <a:lnTo>
                    <a:pt x="561517" y="1951990"/>
                  </a:lnTo>
                  <a:lnTo>
                    <a:pt x="560446" y="1952659"/>
                  </a:lnTo>
                  <a:lnTo>
                    <a:pt x="559374" y="1953328"/>
                  </a:lnTo>
                  <a:lnTo>
                    <a:pt x="558302" y="1953998"/>
                  </a:lnTo>
                  <a:lnTo>
                    <a:pt x="557231" y="1954669"/>
                  </a:lnTo>
                  <a:lnTo>
                    <a:pt x="556159" y="1955340"/>
                  </a:lnTo>
                  <a:lnTo>
                    <a:pt x="555088" y="1956011"/>
                  </a:lnTo>
                  <a:lnTo>
                    <a:pt x="554016" y="1956684"/>
                  </a:lnTo>
                  <a:lnTo>
                    <a:pt x="552944" y="1957356"/>
                  </a:lnTo>
                  <a:lnTo>
                    <a:pt x="551873" y="1958030"/>
                  </a:lnTo>
                  <a:lnTo>
                    <a:pt x="550801" y="1958704"/>
                  </a:lnTo>
                  <a:lnTo>
                    <a:pt x="549730" y="1959378"/>
                  </a:lnTo>
                  <a:lnTo>
                    <a:pt x="548658" y="1960053"/>
                  </a:lnTo>
                  <a:lnTo>
                    <a:pt x="547586" y="1960729"/>
                  </a:lnTo>
                  <a:lnTo>
                    <a:pt x="546515" y="1961405"/>
                  </a:lnTo>
                  <a:lnTo>
                    <a:pt x="545443" y="1962082"/>
                  </a:lnTo>
                  <a:lnTo>
                    <a:pt x="544372" y="1962759"/>
                  </a:lnTo>
                  <a:lnTo>
                    <a:pt x="543300" y="1963436"/>
                  </a:lnTo>
                  <a:lnTo>
                    <a:pt x="542228" y="1964115"/>
                  </a:lnTo>
                  <a:lnTo>
                    <a:pt x="541157" y="1964793"/>
                  </a:lnTo>
                  <a:lnTo>
                    <a:pt x="540085" y="1965472"/>
                  </a:lnTo>
                  <a:lnTo>
                    <a:pt x="539014" y="1966152"/>
                  </a:lnTo>
                  <a:lnTo>
                    <a:pt x="537942" y="1966832"/>
                  </a:lnTo>
                  <a:lnTo>
                    <a:pt x="536870" y="1967513"/>
                  </a:lnTo>
                  <a:lnTo>
                    <a:pt x="535799" y="1968194"/>
                  </a:lnTo>
                  <a:lnTo>
                    <a:pt x="534727" y="1968876"/>
                  </a:lnTo>
                  <a:lnTo>
                    <a:pt x="533656" y="1969558"/>
                  </a:lnTo>
                  <a:lnTo>
                    <a:pt x="532584" y="1970241"/>
                  </a:lnTo>
                  <a:lnTo>
                    <a:pt x="531513" y="1970924"/>
                  </a:lnTo>
                  <a:lnTo>
                    <a:pt x="530441" y="1971607"/>
                  </a:lnTo>
                  <a:lnTo>
                    <a:pt x="529369" y="1972291"/>
                  </a:lnTo>
                  <a:lnTo>
                    <a:pt x="528298" y="1972975"/>
                  </a:lnTo>
                  <a:lnTo>
                    <a:pt x="527226" y="1973660"/>
                  </a:lnTo>
                  <a:lnTo>
                    <a:pt x="526155" y="1974345"/>
                  </a:lnTo>
                  <a:lnTo>
                    <a:pt x="525083" y="1975031"/>
                  </a:lnTo>
                  <a:lnTo>
                    <a:pt x="524011" y="1975717"/>
                  </a:lnTo>
                  <a:lnTo>
                    <a:pt x="522940" y="1976403"/>
                  </a:lnTo>
                  <a:lnTo>
                    <a:pt x="521868" y="1977090"/>
                  </a:lnTo>
                  <a:lnTo>
                    <a:pt x="520797" y="1977777"/>
                  </a:lnTo>
                  <a:lnTo>
                    <a:pt x="519725" y="1978465"/>
                  </a:lnTo>
                  <a:lnTo>
                    <a:pt x="518653" y="1979153"/>
                  </a:lnTo>
                  <a:lnTo>
                    <a:pt x="517582" y="1979841"/>
                  </a:lnTo>
                  <a:lnTo>
                    <a:pt x="516510" y="1980529"/>
                  </a:lnTo>
                  <a:lnTo>
                    <a:pt x="515439" y="1981218"/>
                  </a:lnTo>
                  <a:lnTo>
                    <a:pt x="514367" y="1981908"/>
                  </a:lnTo>
                  <a:lnTo>
                    <a:pt x="513295" y="1982597"/>
                  </a:lnTo>
                  <a:lnTo>
                    <a:pt x="512224" y="1983287"/>
                  </a:lnTo>
                  <a:lnTo>
                    <a:pt x="511152" y="1983977"/>
                  </a:lnTo>
                  <a:lnTo>
                    <a:pt x="510081" y="1984668"/>
                  </a:lnTo>
                  <a:lnTo>
                    <a:pt x="509009" y="1985359"/>
                  </a:lnTo>
                  <a:lnTo>
                    <a:pt x="507937" y="1986050"/>
                  </a:lnTo>
                  <a:lnTo>
                    <a:pt x="506866" y="1986741"/>
                  </a:lnTo>
                  <a:lnTo>
                    <a:pt x="505794" y="1987433"/>
                  </a:lnTo>
                  <a:lnTo>
                    <a:pt x="504723" y="1988125"/>
                  </a:lnTo>
                  <a:lnTo>
                    <a:pt x="503651" y="1988817"/>
                  </a:lnTo>
                  <a:lnTo>
                    <a:pt x="502579" y="1989509"/>
                  </a:lnTo>
                  <a:lnTo>
                    <a:pt x="501508" y="1990202"/>
                  </a:lnTo>
                  <a:lnTo>
                    <a:pt x="500436" y="1990895"/>
                  </a:lnTo>
                  <a:lnTo>
                    <a:pt x="499365" y="1991588"/>
                  </a:lnTo>
                  <a:lnTo>
                    <a:pt x="498293" y="1992281"/>
                  </a:lnTo>
                  <a:lnTo>
                    <a:pt x="497221" y="1992975"/>
                  </a:lnTo>
                  <a:lnTo>
                    <a:pt x="496150" y="1993668"/>
                  </a:lnTo>
                  <a:lnTo>
                    <a:pt x="495078" y="1994362"/>
                  </a:lnTo>
                  <a:lnTo>
                    <a:pt x="494007" y="1995056"/>
                  </a:lnTo>
                  <a:lnTo>
                    <a:pt x="492935" y="1995751"/>
                  </a:lnTo>
                  <a:lnTo>
                    <a:pt x="491863" y="1996445"/>
                  </a:lnTo>
                  <a:lnTo>
                    <a:pt x="490792" y="1997139"/>
                  </a:lnTo>
                  <a:lnTo>
                    <a:pt x="489720" y="1997834"/>
                  </a:lnTo>
                  <a:lnTo>
                    <a:pt x="488649" y="1998529"/>
                  </a:lnTo>
                  <a:lnTo>
                    <a:pt x="487577" y="1999224"/>
                  </a:lnTo>
                  <a:lnTo>
                    <a:pt x="486505" y="1999919"/>
                  </a:lnTo>
                  <a:lnTo>
                    <a:pt x="485434" y="2000614"/>
                  </a:lnTo>
                  <a:lnTo>
                    <a:pt x="484362" y="2001309"/>
                  </a:lnTo>
                  <a:lnTo>
                    <a:pt x="483291" y="2002004"/>
                  </a:lnTo>
                  <a:lnTo>
                    <a:pt x="482219" y="2002699"/>
                  </a:lnTo>
                  <a:lnTo>
                    <a:pt x="481147" y="2003395"/>
                  </a:lnTo>
                  <a:lnTo>
                    <a:pt x="480076" y="2004090"/>
                  </a:lnTo>
                  <a:lnTo>
                    <a:pt x="479004" y="2004786"/>
                  </a:lnTo>
                  <a:lnTo>
                    <a:pt x="477933" y="2005481"/>
                  </a:lnTo>
                  <a:lnTo>
                    <a:pt x="476861" y="2006177"/>
                  </a:lnTo>
                  <a:lnTo>
                    <a:pt x="475789" y="2006872"/>
                  </a:lnTo>
                  <a:lnTo>
                    <a:pt x="474718" y="2007568"/>
                  </a:lnTo>
                  <a:lnTo>
                    <a:pt x="473646" y="2008263"/>
                  </a:lnTo>
                  <a:lnTo>
                    <a:pt x="472575" y="2008959"/>
                  </a:lnTo>
                  <a:lnTo>
                    <a:pt x="471503" y="2009654"/>
                  </a:lnTo>
                  <a:lnTo>
                    <a:pt x="470431" y="2010350"/>
                  </a:lnTo>
                  <a:lnTo>
                    <a:pt x="469360" y="2011045"/>
                  </a:lnTo>
                  <a:lnTo>
                    <a:pt x="468288" y="2011741"/>
                  </a:lnTo>
                  <a:lnTo>
                    <a:pt x="467217" y="2012436"/>
                  </a:lnTo>
                  <a:lnTo>
                    <a:pt x="466145" y="2013131"/>
                  </a:lnTo>
                  <a:lnTo>
                    <a:pt x="465073" y="2013826"/>
                  </a:lnTo>
                  <a:lnTo>
                    <a:pt x="464002" y="2014521"/>
                  </a:lnTo>
                  <a:lnTo>
                    <a:pt x="462930" y="2015216"/>
                  </a:lnTo>
                  <a:lnTo>
                    <a:pt x="461859" y="2015911"/>
                  </a:lnTo>
                  <a:lnTo>
                    <a:pt x="460787" y="2016606"/>
                  </a:lnTo>
                  <a:lnTo>
                    <a:pt x="459715" y="2017301"/>
                  </a:lnTo>
                  <a:lnTo>
                    <a:pt x="458644" y="2017995"/>
                  </a:lnTo>
                  <a:lnTo>
                    <a:pt x="457572" y="2018689"/>
                  </a:lnTo>
                  <a:lnTo>
                    <a:pt x="456501" y="2019384"/>
                  </a:lnTo>
                  <a:lnTo>
                    <a:pt x="455429" y="2020078"/>
                  </a:lnTo>
                  <a:lnTo>
                    <a:pt x="454357" y="2020771"/>
                  </a:lnTo>
                  <a:lnTo>
                    <a:pt x="453286" y="2021465"/>
                  </a:lnTo>
                  <a:lnTo>
                    <a:pt x="452214" y="2022158"/>
                  </a:lnTo>
                  <a:lnTo>
                    <a:pt x="451143" y="2022852"/>
                  </a:lnTo>
                  <a:lnTo>
                    <a:pt x="450071" y="2023545"/>
                  </a:lnTo>
                  <a:lnTo>
                    <a:pt x="448999" y="2024238"/>
                  </a:lnTo>
                  <a:lnTo>
                    <a:pt x="447928" y="2024930"/>
                  </a:lnTo>
                  <a:lnTo>
                    <a:pt x="446856" y="2025622"/>
                  </a:lnTo>
                  <a:lnTo>
                    <a:pt x="445785" y="2026315"/>
                  </a:lnTo>
                  <a:lnTo>
                    <a:pt x="444713" y="2027006"/>
                  </a:lnTo>
                  <a:lnTo>
                    <a:pt x="443641" y="2027698"/>
                  </a:lnTo>
                  <a:lnTo>
                    <a:pt x="442570" y="2028389"/>
                  </a:lnTo>
                  <a:lnTo>
                    <a:pt x="441498" y="2029080"/>
                  </a:lnTo>
                  <a:lnTo>
                    <a:pt x="440427" y="2029771"/>
                  </a:lnTo>
                  <a:lnTo>
                    <a:pt x="439355" y="2030461"/>
                  </a:lnTo>
                  <a:lnTo>
                    <a:pt x="438283" y="2031151"/>
                  </a:lnTo>
                  <a:lnTo>
                    <a:pt x="437212" y="2031841"/>
                  </a:lnTo>
                  <a:lnTo>
                    <a:pt x="436140" y="2032530"/>
                  </a:lnTo>
                  <a:lnTo>
                    <a:pt x="435069" y="2033219"/>
                  </a:lnTo>
                  <a:lnTo>
                    <a:pt x="433997" y="2033908"/>
                  </a:lnTo>
                  <a:lnTo>
                    <a:pt x="432925" y="2034596"/>
                  </a:lnTo>
                  <a:lnTo>
                    <a:pt x="431854" y="2035284"/>
                  </a:lnTo>
                  <a:lnTo>
                    <a:pt x="430782" y="2035972"/>
                  </a:lnTo>
                  <a:lnTo>
                    <a:pt x="429711" y="2036659"/>
                  </a:lnTo>
                  <a:lnTo>
                    <a:pt x="428639" y="2037346"/>
                  </a:lnTo>
                  <a:lnTo>
                    <a:pt x="427567" y="2038032"/>
                  </a:lnTo>
                  <a:lnTo>
                    <a:pt x="426496" y="2038718"/>
                  </a:lnTo>
                  <a:lnTo>
                    <a:pt x="425424" y="2039404"/>
                  </a:lnTo>
                  <a:lnTo>
                    <a:pt x="424353" y="2040089"/>
                  </a:lnTo>
                  <a:lnTo>
                    <a:pt x="423281" y="2040774"/>
                  </a:lnTo>
                  <a:lnTo>
                    <a:pt x="422209" y="2041458"/>
                  </a:lnTo>
                  <a:lnTo>
                    <a:pt x="421138" y="2042141"/>
                  </a:lnTo>
                  <a:lnTo>
                    <a:pt x="420066" y="2042825"/>
                  </a:lnTo>
                  <a:lnTo>
                    <a:pt x="418995" y="2043507"/>
                  </a:lnTo>
                  <a:lnTo>
                    <a:pt x="417923" y="2044190"/>
                  </a:lnTo>
                  <a:lnTo>
                    <a:pt x="416851" y="2044872"/>
                  </a:lnTo>
                  <a:lnTo>
                    <a:pt x="415780" y="2045553"/>
                  </a:lnTo>
                  <a:lnTo>
                    <a:pt x="414708" y="2046234"/>
                  </a:lnTo>
                  <a:lnTo>
                    <a:pt x="413637" y="2046914"/>
                  </a:lnTo>
                  <a:lnTo>
                    <a:pt x="412565" y="2047594"/>
                  </a:lnTo>
                  <a:lnTo>
                    <a:pt x="411493" y="2048273"/>
                  </a:lnTo>
                  <a:lnTo>
                    <a:pt x="410422" y="2048951"/>
                  </a:lnTo>
                  <a:lnTo>
                    <a:pt x="409350" y="2049629"/>
                  </a:lnTo>
                  <a:lnTo>
                    <a:pt x="408279" y="2050307"/>
                  </a:lnTo>
                  <a:lnTo>
                    <a:pt x="407207" y="2050984"/>
                  </a:lnTo>
                  <a:lnTo>
                    <a:pt x="406135" y="2051660"/>
                  </a:lnTo>
                  <a:lnTo>
                    <a:pt x="405064" y="2052336"/>
                  </a:lnTo>
                  <a:lnTo>
                    <a:pt x="403992" y="2053011"/>
                  </a:lnTo>
                  <a:lnTo>
                    <a:pt x="402921" y="2053686"/>
                  </a:lnTo>
                  <a:lnTo>
                    <a:pt x="401849" y="2054360"/>
                  </a:lnTo>
                  <a:lnTo>
                    <a:pt x="400777" y="2055033"/>
                  </a:lnTo>
                  <a:lnTo>
                    <a:pt x="399706" y="2055706"/>
                  </a:lnTo>
                  <a:lnTo>
                    <a:pt x="398634" y="2056378"/>
                  </a:lnTo>
                  <a:lnTo>
                    <a:pt x="397563" y="2057049"/>
                  </a:lnTo>
                  <a:lnTo>
                    <a:pt x="396491" y="2057720"/>
                  </a:lnTo>
                  <a:lnTo>
                    <a:pt x="395419" y="2058390"/>
                  </a:lnTo>
                  <a:lnTo>
                    <a:pt x="394348" y="2059059"/>
                  </a:lnTo>
                  <a:lnTo>
                    <a:pt x="393276" y="2059728"/>
                  </a:lnTo>
                  <a:lnTo>
                    <a:pt x="392205" y="2060396"/>
                  </a:lnTo>
                  <a:lnTo>
                    <a:pt x="391133" y="2061063"/>
                  </a:lnTo>
                  <a:lnTo>
                    <a:pt x="390061" y="2061730"/>
                  </a:lnTo>
                  <a:lnTo>
                    <a:pt x="388990" y="2062396"/>
                  </a:lnTo>
                  <a:lnTo>
                    <a:pt x="387918" y="2063061"/>
                  </a:lnTo>
                  <a:lnTo>
                    <a:pt x="386847" y="2063726"/>
                  </a:lnTo>
                  <a:lnTo>
                    <a:pt x="385775" y="2064389"/>
                  </a:lnTo>
                  <a:lnTo>
                    <a:pt x="384703" y="2065053"/>
                  </a:lnTo>
                  <a:lnTo>
                    <a:pt x="383632" y="2065715"/>
                  </a:lnTo>
                  <a:lnTo>
                    <a:pt x="382560" y="2066376"/>
                  </a:lnTo>
                  <a:lnTo>
                    <a:pt x="381489" y="2067037"/>
                  </a:lnTo>
                  <a:lnTo>
                    <a:pt x="380417" y="2067697"/>
                  </a:lnTo>
                  <a:lnTo>
                    <a:pt x="379345" y="2068356"/>
                  </a:lnTo>
                  <a:lnTo>
                    <a:pt x="378274" y="2069015"/>
                  </a:lnTo>
                  <a:lnTo>
                    <a:pt x="377202" y="2069672"/>
                  </a:lnTo>
                  <a:lnTo>
                    <a:pt x="376131" y="2070329"/>
                  </a:lnTo>
                  <a:lnTo>
                    <a:pt x="375059" y="2070985"/>
                  </a:lnTo>
                  <a:lnTo>
                    <a:pt x="373987" y="2071641"/>
                  </a:lnTo>
                  <a:lnTo>
                    <a:pt x="372916" y="2072295"/>
                  </a:lnTo>
                  <a:lnTo>
                    <a:pt x="371844" y="2072949"/>
                  </a:lnTo>
                  <a:lnTo>
                    <a:pt x="370773" y="2073602"/>
                  </a:lnTo>
                  <a:lnTo>
                    <a:pt x="369701" y="2074253"/>
                  </a:lnTo>
                  <a:lnTo>
                    <a:pt x="368629" y="2074905"/>
                  </a:lnTo>
                  <a:lnTo>
                    <a:pt x="367558" y="2075555"/>
                  </a:lnTo>
                  <a:lnTo>
                    <a:pt x="366486" y="2076204"/>
                  </a:lnTo>
                  <a:lnTo>
                    <a:pt x="365415" y="2076853"/>
                  </a:lnTo>
                  <a:lnTo>
                    <a:pt x="364343" y="2077501"/>
                  </a:lnTo>
                  <a:lnTo>
                    <a:pt x="363271" y="2078147"/>
                  </a:lnTo>
                  <a:lnTo>
                    <a:pt x="362200" y="2078793"/>
                  </a:lnTo>
                  <a:lnTo>
                    <a:pt x="361128" y="2079438"/>
                  </a:lnTo>
                  <a:lnTo>
                    <a:pt x="360057" y="2080082"/>
                  </a:lnTo>
                  <a:lnTo>
                    <a:pt x="358985" y="2080726"/>
                  </a:lnTo>
                  <a:lnTo>
                    <a:pt x="357913" y="2081368"/>
                  </a:lnTo>
                  <a:lnTo>
                    <a:pt x="356842" y="2082010"/>
                  </a:lnTo>
                  <a:lnTo>
                    <a:pt x="355770" y="2082650"/>
                  </a:lnTo>
                  <a:lnTo>
                    <a:pt x="354699" y="2083290"/>
                  </a:lnTo>
                  <a:lnTo>
                    <a:pt x="353627" y="2083928"/>
                  </a:lnTo>
                  <a:lnTo>
                    <a:pt x="352556" y="2084566"/>
                  </a:lnTo>
                  <a:lnTo>
                    <a:pt x="351484" y="2085203"/>
                  </a:lnTo>
                  <a:lnTo>
                    <a:pt x="350412" y="2085839"/>
                  </a:lnTo>
                  <a:lnTo>
                    <a:pt x="349341" y="2086474"/>
                  </a:lnTo>
                  <a:lnTo>
                    <a:pt x="348269" y="2087108"/>
                  </a:lnTo>
                  <a:lnTo>
                    <a:pt x="347198" y="2087741"/>
                  </a:lnTo>
                  <a:lnTo>
                    <a:pt x="346126" y="2088373"/>
                  </a:lnTo>
                  <a:lnTo>
                    <a:pt x="345054" y="2089004"/>
                  </a:lnTo>
                  <a:lnTo>
                    <a:pt x="343983" y="2089634"/>
                  </a:lnTo>
                  <a:lnTo>
                    <a:pt x="342911" y="2090263"/>
                  </a:lnTo>
                  <a:lnTo>
                    <a:pt x="341840" y="2090891"/>
                  </a:lnTo>
                  <a:lnTo>
                    <a:pt x="340768" y="2091518"/>
                  </a:lnTo>
                  <a:lnTo>
                    <a:pt x="339696" y="2092144"/>
                  </a:lnTo>
                  <a:lnTo>
                    <a:pt x="338625" y="2092769"/>
                  </a:lnTo>
                  <a:lnTo>
                    <a:pt x="337553" y="2093394"/>
                  </a:lnTo>
                  <a:lnTo>
                    <a:pt x="336482" y="2094017"/>
                  </a:lnTo>
                  <a:lnTo>
                    <a:pt x="335410" y="2094639"/>
                  </a:lnTo>
                  <a:lnTo>
                    <a:pt x="334338" y="2095260"/>
                  </a:lnTo>
                  <a:lnTo>
                    <a:pt x="333267" y="2095880"/>
                  </a:lnTo>
                  <a:lnTo>
                    <a:pt x="332195" y="2096499"/>
                  </a:lnTo>
                  <a:lnTo>
                    <a:pt x="331124" y="2097117"/>
                  </a:lnTo>
                  <a:lnTo>
                    <a:pt x="330052" y="2097734"/>
                  </a:lnTo>
                  <a:lnTo>
                    <a:pt x="328980" y="2098350"/>
                  </a:lnTo>
                  <a:lnTo>
                    <a:pt x="327909" y="2098965"/>
                  </a:lnTo>
                  <a:lnTo>
                    <a:pt x="326837" y="2099578"/>
                  </a:lnTo>
                  <a:lnTo>
                    <a:pt x="325766" y="2100191"/>
                  </a:lnTo>
                  <a:lnTo>
                    <a:pt x="324694" y="2100803"/>
                  </a:lnTo>
                  <a:lnTo>
                    <a:pt x="323622" y="2101413"/>
                  </a:lnTo>
                  <a:lnTo>
                    <a:pt x="322551" y="2102023"/>
                  </a:lnTo>
                  <a:lnTo>
                    <a:pt x="321479" y="2102632"/>
                  </a:lnTo>
                  <a:lnTo>
                    <a:pt x="320408" y="2103239"/>
                  </a:lnTo>
                  <a:lnTo>
                    <a:pt x="319336" y="2103845"/>
                  </a:lnTo>
                  <a:lnTo>
                    <a:pt x="318264" y="2104450"/>
                  </a:lnTo>
                  <a:lnTo>
                    <a:pt x="317193" y="2105055"/>
                  </a:lnTo>
                  <a:lnTo>
                    <a:pt x="316121" y="2105658"/>
                  </a:lnTo>
                  <a:lnTo>
                    <a:pt x="315050" y="2106260"/>
                  </a:lnTo>
                  <a:lnTo>
                    <a:pt x="313978" y="2106860"/>
                  </a:lnTo>
                  <a:lnTo>
                    <a:pt x="312906" y="2107460"/>
                  </a:lnTo>
                  <a:lnTo>
                    <a:pt x="311835" y="2108059"/>
                  </a:lnTo>
                  <a:lnTo>
                    <a:pt x="310763" y="2108656"/>
                  </a:lnTo>
                  <a:lnTo>
                    <a:pt x="309692" y="2109253"/>
                  </a:lnTo>
                  <a:lnTo>
                    <a:pt x="308620" y="2109848"/>
                  </a:lnTo>
                  <a:lnTo>
                    <a:pt x="307548" y="2110442"/>
                  </a:lnTo>
                  <a:lnTo>
                    <a:pt x="306477" y="2111035"/>
                  </a:lnTo>
                  <a:lnTo>
                    <a:pt x="305405" y="2111627"/>
                  </a:lnTo>
                  <a:lnTo>
                    <a:pt x="304334" y="2112218"/>
                  </a:lnTo>
                  <a:lnTo>
                    <a:pt x="303262" y="2112808"/>
                  </a:lnTo>
                  <a:lnTo>
                    <a:pt x="302190" y="2113396"/>
                  </a:lnTo>
                  <a:lnTo>
                    <a:pt x="301119" y="2113983"/>
                  </a:lnTo>
                  <a:lnTo>
                    <a:pt x="300047" y="2114570"/>
                  </a:lnTo>
                  <a:lnTo>
                    <a:pt x="298976" y="2115155"/>
                  </a:lnTo>
                  <a:lnTo>
                    <a:pt x="297904" y="2115739"/>
                  </a:lnTo>
                  <a:lnTo>
                    <a:pt x="296832" y="2116321"/>
                  </a:lnTo>
                  <a:lnTo>
                    <a:pt x="295761" y="2116903"/>
                  </a:lnTo>
                  <a:lnTo>
                    <a:pt x="294689" y="2117483"/>
                  </a:lnTo>
                  <a:lnTo>
                    <a:pt x="293618" y="2118063"/>
                  </a:lnTo>
                  <a:lnTo>
                    <a:pt x="292546" y="2118641"/>
                  </a:lnTo>
                  <a:lnTo>
                    <a:pt x="291474" y="2119218"/>
                  </a:lnTo>
                  <a:lnTo>
                    <a:pt x="290403" y="2119794"/>
                  </a:lnTo>
                  <a:lnTo>
                    <a:pt x="289331" y="2120368"/>
                  </a:lnTo>
                  <a:lnTo>
                    <a:pt x="288260" y="2120942"/>
                  </a:lnTo>
                  <a:lnTo>
                    <a:pt x="287188" y="2121514"/>
                  </a:lnTo>
                  <a:lnTo>
                    <a:pt x="286116" y="2122085"/>
                  </a:lnTo>
                  <a:lnTo>
                    <a:pt x="285045" y="2122655"/>
                  </a:lnTo>
                  <a:lnTo>
                    <a:pt x="283973" y="2123224"/>
                  </a:lnTo>
                  <a:lnTo>
                    <a:pt x="282902" y="2123791"/>
                  </a:lnTo>
                  <a:lnTo>
                    <a:pt x="281830" y="2124358"/>
                  </a:lnTo>
                  <a:lnTo>
                    <a:pt x="280758" y="2124923"/>
                  </a:lnTo>
                  <a:lnTo>
                    <a:pt x="279687" y="2125487"/>
                  </a:lnTo>
                  <a:lnTo>
                    <a:pt x="278615" y="2126049"/>
                  </a:lnTo>
                  <a:lnTo>
                    <a:pt x="277544" y="2126611"/>
                  </a:lnTo>
                  <a:lnTo>
                    <a:pt x="276472" y="2127171"/>
                  </a:lnTo>
                  <a:lnTo>
                    <a:pt x="275400" y="2127731"/>
                  </a:lnTo>
                  <a:lnTo>
                    <a:pt x="274329" y="2128289"/>
                  </a:lnTo>
                  <a:lnTo>
                    <a:pt x="273257" y="2128845"/>
                  </a:lnTo>
                  <a:lnTo>
                    <a:pt x="272186" y="2129401"/>
                  </a:lnTo>
                  <a:lnTo>
                    <a:pt x="271114" y="2129955"/>
                  </a:lnTo>
                  <a:lnTo>
                    <a:pt x="270042" y="2130509"/>
                  </a:lnTo>
                  <a:lnTo>
                    <a:pt x="268971" y="2131061"/>
                  </a:lnTo>
                  <a:lnTo>
                    <a:pt x="267899" y="2131611"/>
                  </a:lnTo>
                  <a:lnTo>
                    <a:pt x="266828" y="2132161"/>
                  </a:lnTo>
                  <a:lnTo>
                    <a:pt x="265756" y="2132709"/>
                  </a:lnTo>
                  <a:lnTo>
                    <a:pt x="264684" y="2133257"/>
                  </a:lnTo>
                  <a:lnTo>
                    <a:pt x="263613" y="2133803"/>
                  </a:lnTo>
                  <a:lnTo>
                    <a:pt x="262541" y="2134348"/>
                  </a:lnTo>
                  <a:lnTo>
                    <a:pt x="261470" y="2134891"/>
                  </a:lnTo>
                  <a:lnTo>
                    <a:pt x="260398" y="2135434"/>
                  </a:lnTo>
                  <a:lnTo>
                    <a:pt x="259326" y="2135975"/>
                  </a:lnTo>
                  <a:lnTo>
                    <a:pt x="258255" y="2136515"/>
                  </a:lnTo>
                  <a:lnTo>
                    <a:pt x="257183" y="2137054"/>
                  </a:lnTo>
                  <a:lnTo>
                    <a:pt x="256112" y="2137591"/>
                  </a:lnTo>
                  <a:lnTo>
                    <a:pt x="255040" y="2138128"/>
                  </a:lnTo>
                  <a:lnTo>
                    <a:pt x="253968" y="2138663"/>
                  </a:lnTo>
                  <a:lnTo>
                    <a:pt x="252897" y="2139197"/>
                  </a:lnTo>
                  <a:lnTo>
                    <a:pt x="251825" y="2139730"/>
                  </a:lnTo>
                  <a:lnTo>
                    <a:pt x="250754" y="2140262"/>
                  </a:lnTo>
                  <a:lnTo>
                    <a:pt x="249682" y="2140792"/>
                  </a:lnTo>
                  <a:lnTo>
                    <a:pt x="248610" y="2141322"/>
                  </a:lnTo>
                  <a:lnTo>
                    <a:pt x="247539" y="2141850"/>
                  </a:lnTo>
                  <a:lnTo>
                    <a:pt x="246467" y="2142377"/>
                  </a:lnTo>
                  <a:lnTo>
                    <a:pt x="245396" y="2142902"/>
                  </a:lnTo>
                  <a:lnTo>
                    <a:pt x="244324" y="2143427"/>
                  </a:lnTo>
                  <a:lnTo>
                    <a:pt x="243252" y="2143950"/>
                  </a:lnTo>
                  <a:lnTo>
                    <a:pt x="242181" y="2144473"/>
                  </a:lnTo>
                  <a:lnTo>
                    <a:pt x="241109" y="2144994"/>
                  </a:lnTo>
                  <a:lnTo>
                    <a:pt x="240038" y="2145513"/>
                  </a:lnTo>
                  <a:lnTo>
                    <a:pt x="238966" y="2146032"/>
                  </a:lnTo>
                  <a:lnTo>
                    <a:pt x="237894" y="2146549"/>
                  </a:lnTo>
                  <a:lnTo>
                    <a:pt x="236823" y="2147066"/>
                  </a:lnTo>
                  <a:lnTo>
                    <a:pt x="235751" y="2147581"/>
                  </a:lnTo>
                  <a:lnTo>
                    <a:pt x="234680" y="2148094"/>
                  </a:lnTo>
                  <a:lnTo>
                    <a:pt x="233608" y="2148607"/>
                  </a:lnTo>
                  <a:lnTo>
                    <a:pt x="232536" y="2149119"/>
                  </a:lnTo>
                  <a:lnTo>
                    <a:pt x="231465" y="2149629"/>
                  </a:lnTo>
                  <a:lnTo>
                    <a:pt x="230393" y="2150138"/>
                  </a:lnTo>
                  <a:lnTo>
                    <a:pt x="229322" y="2150646"/>
                  </a:lnTo>
                  <a:lnTo>
                    <a:pt x="228250" y="2151153"/>
                  </a:lnTo>
                  <a:lnTo>
                    <a:pt x="227178" y="2151658"/>
                  </a:lnTo>
                  <a:lnTo>
                    <a:pt x="226107" y="2152163"/>
                  </a:lnTo>
                  <a:lnTo>
                    <a:pt x="225035" y="2152666"/>
                  </a:lnTo>
                  <a:lnTo>
                    <a:pt x="223964" y="2153168"/>
                  </a:lnTo>
                  <a:lnTo>
                    <a:pt x="222892" y="2153669"/>
                  </a:lnTo>
                  <a:lnTo>
                    <a:pt x="221820" y="2154168"/>
                  </a:lnTo>
                  <a:lnTo>
                    <a:pt x="220749" y="2154667"/>
                  </a:lnTo>
                  <a:lnTo>
                    <a:pt x="219677" y="2155164"/>
                  </a:lnTo>
                  <a:lnTo>
                    <a:pt x="218606" y="2155660"/>
                  </a:lnTo>
                  <a:lnTo>
                    <a:pt x="217534" y="2156155"/>
                  </a:lnTo>
                  <a:lnTo>
                    <a:pt x="216462" y="2156649"/>
                  </a:lnTo>
                  <a:lnTo>
                    <a:pt x="215391" y="2157142"/>
                  </a:lnTo>
                  <a:lnTo>
                    <a:pt x="214319" y="2157633"/>
                  </a:lnTo>
                  <a:lnTo>
                    <a:pt x="213248" y="2158123"/>
                  </a:lnTo>
                  <a:lnTo>
                    <a:pt x="212176" y="2158613"/>
                  </a:lnTo>
                  <a:lnTo>
                    <a:pt x="211104" y="2159101"/>
                  </a:lnTo>
                  <a:lnTo>
                    <a:pt x="210033" y="2159587"/>
                  </a:lnTo>
                  <a:lnTo>
                    <a:pt x="208961" y="2160073"/>
                  </a:lnTo>
                  <a:lnTo>
                    <a:pt x="207890" y="2160558"/>
                  </a:lnTo>
                  <a:lnTo>
                    <a:pt x="206818" y="2161041"/>
                  </a:lnTo>
                  <a:lnTo>
                    <a:pt x="205746" y="2161523"/>
                  </a:lnTo>
                  <a:lnTo>
                    <a:pt x="204675" y="2162004"/>
                  </a:lnTo>
                  <a:lnTo>
                    <a:pt x="203603" y="2162484"/>
                  </a:lnTo>
                  <a:lnTo>
                    <a:pt x="202532" y="2162963"/>
                  </a:lnTo>
                  <a:lnTo>
                    <a:pt x="201460" y="2163440"/>
                  </a:lnTo>
                  <a:lnTo>
                    <a:pt x="200388" y="2163917"/>
                  </a:lnTo>
                  <a:lnTo>
                    <a:pt x="199317" y="2164392"/>
                  </a:lnTo>
                  <a:lnTo>
                    <a:pt x="198245" y="2164866"/>
                  </a:lnTo>
                  <a:lnTo>
                    <a:pt x="197174" y="2165339"/>
                  </a:lnTo>
                  <a:lnTo>
                    <a:pt x="196102" y="2165811"/>
                  </a:lnTo>
                  <a:lnTo>
                    <a:pt x="195030" y="2166281"/>
                  </a:lnTo>
                  <a:lnTo>
                    <a:pt x="193959" y="2166751"/>
                  </a:lnTo>
                  <a:lnTo>
                    <a:pt x="192887" y="2167219"/>
                  </a:lnTo>
                  <a:lnTo>
                    <a:pt x="191816" y="2167686"/>
                  </a:lnTo>
                  <a:lnTo>
                    <a:pt x="190744" y="2168152"/>
                  </a:lnTo>
                  <a:lnTo>
                    <a:pt x="189672" y="2168617"/>
                  </a:lnTo>
                  <a:lnTo>
                    <a:pt x="188601" y="2169081"/>
                  </a:lnTo>
                  <a:lnTo>
                    <a:pt x="187529" y="2169544"/>
                  </a:lnTo>
                  <a:lnTo>
                    <a:pt x="186458" y="2170005"/>
                  </a:lnTo>
                  <a:lnTo>
                    <a:pt x="185386" y="2170466"/>
                  </a:lnTo>
                  <a:lnTo>
                    <a:pt x="184314" y="2170925"/>
                  </a:lnTo>
                  <a:lnTo>
                    <a:pt x="183243" y="2171383"/>
                  </a:lnTo>
                  <a:lnTo>
                    <a:pt x="182171" y="2171840"/>
                  </a:lnTo>
                  <a:lnTo>
                    <a:pt x="181100" y="2172296"/>
                  </a:lnTo>
                  <a:lnTo>
                    <a:pt x="180028" y="2172751"/>
                  </a:lnTo>
                  <a:lnTo>
                    <a:pt x="178956" y="2173204"/>
                  </a:lnTo>
                  <a:lnTo>
                    <a:pt x="177885" y="2173657"/>
                  </a:lnTo>
                  <a:lnTo>
                    <a:pt x="176813" y="2174108"/>
                  </a:lnTo>
                  <a:lnTo>
                    <a:pt x="175742" y="2174558"/>
                  </a:lnTo>
                  <a:lnTo>
                    <a:pt x="174670" y="2175008"/>
                  </a:lnTo>
                  <a:lnTo>
                    <a:pt x="173599" y="2175456"/>
                  </a:lnTo>
                  <a:lnTo>
                    <a:pt x="172527" y="2175903"/>
                  </a:lnTo>
                  <a:lnTo>
                    <a:pt x="171455" y="2176348"/>
                  </a:lnTo>
                  <a:lnTo>
                    <a:pt x="170384" y="2176793"/>
                  </a:lnTo>
                  <a:lnTo>
                    <a:pt x="169312" y="2177237"/>
                  </a:lnTo>
                  <a:lnTo>
                    <a:pt x="168241" y="2177679"/>
                  </a:lnTo>
                  <a:lnTo>
                    <a:pt x="167169" y="2178120"/>
                  </a:lnTo>
                  <a:lnTo>
                    <a:pt x="166097" y="2178561"/>
                  </a:lnTo>
                  <a:lnTo>
                    <a:pt x="165026" y="2179000"/>
                  </a:lnTo>
                  <a:lnTo>
                    <a:pt x="163954" y="2179438"/>
                  </a:lnTo>
                  <a:lnTo>
                    <a:pt x="162883" y="2179875"/>
                  </a:lnTo>
                  <a:lnTo>
                    <a:pt x="161811" y="2180311"/>
                  </a:lnTo>
                  <a:lnTo>
                    <a:pt x="160739" y="2180745"/>
                  </a:lnTo>
                  <a:lnTo>
                    <a:pt x="159668" y="2181179"/>
                  </a:lnTo>
                  <a:lnTo>
                    <a:pt x="158596" y="2181612"/>
                  </a:lnTo>
                  <a:lnTo>
                    <a:pt x="157525" y="2182043"/>
                  </a:lnTo>
                  <a:lnTo>
                    <a:pt x="156453" y="2182474"/>
                  </a:lnTo>
                  <a:lnTo>
                    <a:pt x="155381" y="2182903"/>
                  </a:lnTo>
                  <a:lnTo>
                    <a:pt x="154310" y="2183331"/>
                  </a:lnTo>
                  <a:lnTo>
                    <a:pt x="153238" y="2183758"/>
                  </a:lnTo>
                  <a:lnTo>
                    <a:pt x="152167" y="2184184"/>
                  </a:lnTo>
                  <a:lnTo>
                    <a:pt x="151095" y="2184609"/>
                  </a:lnTo>
                  <a:lnTo>
                    <a:pt x="150023" y="2185033"/>
                  </a:lnTo>
                  <a:lnTo>
                    <a:pt x="148952" y="2185456"/>
                  </a:lnTo>
                  <a:lnTo>
                    <a:pt x="147880" y="2185878"/>
                  </a:lnTo>
                  <a:lnTo>
                    <a:pt x="146809" y="2186298"/>
                  </a:lnTo>
                  <a:lnTo>
                    <a:pt x="145737" y="2186718"/>
                  </a:lnTo>
                  <a:lnTo>
                    <a:pt x="144665" y="2187137"/>
                  </a:lnTo>
                  <a:lnTo>
                    <a:pt x="143594" y="2187554"/>
                  </a:lnTo>
                  <a:lnTo>
                    <a:pt x="142522" y="2187970"/>
                  </a:lnTo>
                  <a:lnTo>
                    <a:pt x="141451" y="2188386"/>
                  </a:lnTo>
                  <a:lnTo>
                    <a:pt x="140379" y="2188800"/>
                  </a:lnTo>
                  <a:lnTo>
                    <a:pt x="139307" y="2189213"/>
                  </a:lnTo>
                  <a:lnTo>
                    <a:pt x="138236" y="2189625"/>
                  </a:lnTo>
                  <a:lnTo>
                    <a:pt x="137164" y="2190036"/>
                  </a:lnTo>
                  <a:lnTo>
                    <a:pt x="136093" y="2190446"/>
                  </a:lnTo>
                  <a:lnTo>
                    <a:pt x="135021" y="2190855"/>
                  </a:lnTo>
                  <a:lnTo>
                    <a:pt x="133949" y="2191263"/>
                  </a:lnTo>
                  <a:lnTo>
                    <a:pt x="132878" y="2191670"/>
                  </a:lnTo>
                  <a:lnTo>
                    <a:pt x="131806" y="2192076"/>
                  </a:lnTo>
                  <a:lnTo>
                    <a:pt x="130735" y="2192481"/>
                  </a:lnTo>
                  <a:lnTo>
                    <a:pt x="129663" y="2192885"/>
                  </a:lnTo>
                  <a:lnTo>
                    <a:pt x="128591" y="2193287"/>
                  </a:lnTo>
                  <a:lnTo>
                    <a:pt x="127520" y="2193689"/>
                  </a:lnTo>
                  <a:lnTo>
                    <a:pt x="126448" y="2194090"/>
                  </a:lnTo>
                  <a:lnTo>
                    <a:pt x="125377" y="2194489"/>
                  </a:lnTo>
                  <a:lnTo>
                    <a:pt x="124305" y="2194888"/>
                  </a:lnTo>
                  <a:lnTo>
                    <a:pt x="123233" y="2195285"/>
                  </a:lnTo>
                  <a:lnTo>
                    <a:pt x="122162" y="2195682"/>
                  </a:lnTo>
                  <a:lnTo>
                    <a:pt x="121090" y="2196077"/>
                  </a:lnTo>
                  <a:lnTo>
                    <a:pt x="120019" y="2196472"/>
                  </a:lnTo>
                  <a:lnTo>
                    <a:pt x="118947" y="2196865"/>
                  </a:lnTo>
                  <a:lnTo>
                    <a:pt x="117875" y="2197258"/>
                  </a:lnTo>
                  <a:lnTo>
                    <a:pt x="116804" y="2197649"/>
                  </a:lnTo>
                  <a:lnTo>
                    <a:pt x="115732" y="2198039"/>
                  </a:lnTo>
                  <a:lnTo>
                    <a:pt x="114661" y="2198429"/>
                  </a:lnTo>
                  <a:lnTo>
                    <a:pt x="113589" y="2198817"/>
                  </a:lnTo>
                  <a:lnTo>
                    <a:pt x="112517" y="2199204"/>
                  </a:lnTo>
                  <a:lnTo>
                    <a:pt x="111446" y="2199591"/>
                  </a:lnTo>
                  <a:lnTo>
                    <a:pt x="110374" y="2199976"/>
                  </a:lnTo>
                  <a:lnTo>
                    <a:pt x="109303" y="2200360"/>
                  </a:lnTo>
                  <a:lnTo>
                    <a:pt x="108231" y="2200743"/>
                  </a:lnTo>
                  <a:lnTo>
                    <a:pt x="107159" y="2201126"/>
                  </a:lnTo>
                  <a:lnTo>
                    <a:pt x="106088" y="2201507"/>
                  </a:lnTo>
                  <a:lnTo>
                    <a:pt x="105016" y="2201887"/>
                  </a:lnTo>
                  <a:lnTo>
                    <a:pt x="103945" y="2202267"/>
                  </a:lnTo>
                  <a:lnTo>
                    <a:pt x="102873" y="2202645"/>
                  </a:lnTo>
                  <a:lnTo>
                    <a:pt x="101801" y="2203022"/>
                  </a:lnTo>
                  <a:lnTo>
                    <a:pt x="100730" y="2203398"/>
                  </a:lnTo>
                  <a:lnTo>
                    <a:pt x="99658" y="2203774"/>
                  </a:lnTo>
                  <a:lnTo>
                    <a:pt x="98587" y="2204148"/>
                  </a:lnTo>
                  <a:lnTo>
                    <a:pt x="97515" y="2204521"/>
                  </a:lnTo>
                  <a:lnTo>
                    <a:pt x="96443" y="2204894"/>
                  </a:lnTo>
                  <a:lnTo>
                    <a:pt x="95372" y="2205265"/>
                  </a:lnTo>
                  <a:lnTo>
                    <a:pt x="94300" y="2205636"/>
                  </a:lnTo>
                  <a:lnTo>
                    <a:pt x="93229" y="2206005"/>
                  </a:lnTo>
                  <a:lnTo>
                    <a:pt x="92157" y="2206373"/>
                  </a:lnTo>
                  <a:lnTo>
                    <a:pt x="91085" y="2206741"/>
                  </a:lnTo>
                  <a:lnTo>
                    <a:pt x="90014" y="2207107"/>
                  </a:lnTo>
                  <a:lnTo>
                    <a:pt x="88942" y="2207473"/>
                  </a:lnTo>
                  <a:lnTo>
                    <a:pt x="87871" y="2207838"/>
                  </a:lnTo>
                  <a:lnTo>
                    <a:pt x="86799" y="2208201"/>
                  </a:lnTo>
                  <a:lnTo>
                    <a:pt x="85727" y="2208564"/>
                  </a:lnTo>
                  <a:lnTo>
                    <a:pt x="84656" y="2208925"/>
                  </a:lnTo>
                  <a:lnTo>
                    <a:pt x="83584" y="2209286"/>
                  </a:lnTo>
                  <a:lnTo>
                    <a:pt x="82513" y="2209646"/>
                  </a:lnTo>
                  <a:lnTo>
                    <a:pt x="81441" y="2210005"/>
                  </a:lnTo>
                  <a:lnTo>
                    <a:pt x="80369" y="2210363"/>
                  </a:lnTo>
                  <a:lnTo>
                    <a:pt x="79298" y="2210719"/>
                  </a:lnTo>
                  <a:lnTo>
                    <a:pt x="78226" y="2211075"/>
                  </a:lnTo>
                  <a:lnTo>
                    <a:pt x="77155" y="2211430"/>
                  </a:lnTo>
                  <a:lnTo>
                    <a:pt x="76083" y="2211784"/>
                  </a:lnTo>
                  <a:lnTo>
                    <a:pt x="75011" y="2212138"/>
                  </a:lnTo>
                  <a:lnTo>
                    <a:pt x="73940" y="2212490"/>
                  </a:lnTo>
                  <a:lnTo>
                    <a:pt x="72868" y="2212841"/>
                  </a:lnTo>
                  <a:lnTo>
                    <a:pt x="71797" y="2213191"/>
                  </a:lnTo>
                  <a:lnTo>
                    <a:pt x="70725" y="2213541"/>
                  </a:lnTo>
                  <a:lnTo>
                    <a:pt x="69653" y="2213889"/>
                  </a:lnTo>
                  <a:lnTo>
                    <a:pt x="68582" y="2214237"/>
                  </a:lnTo>
                  <a:lnTo>
                    <a:pt x="67510" y="2214583"/>
                  </a:lnTo>
                  <a:lnTo>
                    <a:pt x="66439" y="2214929"/>
                  </a:lnTo>
                  <a:lnTo>
                    <a:pt x="65367" y="2215274"/>
                  </a:lnTo>
                  <a:lnTo>
                    <a:pt x="64295" y="2215617"/>
                  </a:lnTo>
                  <a:lnTo>
                    <a:pt x="63224" y="2215960"/>
                  </a:lnTo>
                  <a:lnTo>
                    <a:pt x="62152" y="2216302"/>
                  </a:lnTo>
                  <a:lnTo>
                    <a:pt x="61081" y="2216643"/>
                  </a:lnTo>
                  <a:lnTo>
                    <a:pt x="60009" y="2216983"/>
                  </a:lnTo>
                  <a:lnTo>
                    <a:pt x="58937" y="2217323"/>
                  </a:lnTo>
                  <a:lnTo>
                    <a:pt x="57866" y="2217661"/>
                  </a:lnTo>
                  <a:lnTo>
                    <a:pt x="56794" y="2217998"/>
                  </a:lnTo>
                  <a:lnTo>
                    <a:pt x="55723" y="2218335"/>
                  </a:lnTo>
                  <a:lnTo>
                    <a:pt x="54651" y="2218670"/>
                  </a:lnTo>
                  <a:lnTo>
                    <a:pt x="53579" y="2219005"/>
                  </a:lnTo>
                  <a:lnTo>
                    <a:pt x="52508" y="2219339"/>
                  </a:lnTo>
                  <a:lnTo>
                    <a:pt x="51436" y="2219672"/>
                  </a:lnTo>
                  <a:lnTo>
                    <a:pt x="50365" y="2220004"/>
                  </a:lnTo>
                  <a:lnTo>
                    <a:pt x="49293" y="2220335"/>
                  </a:lnTo>
                  <a:lnTo>
                    <a:pt x="48221" y="2220665"/>
                  </a:lnTo>
                  <a:lnTo>
                    <a:pt x="47150" y="2220994"/>
                  </a:lnTo>
                  <a:lnTo>
                    <a:pt x="46078" y="2221323"/>
                  </a:lnTo>
                  <a:lnTo>
                    <a:pt x="45007" y="2221650"/>
                  </a:lnTo>
                  <a:lnTo>
                    <a:pt x="43935" y="2221977"/>
                  </a:lnTo>
                  <a:lnTo>
                    <a:pt x="42863" y="2222303"/>
                  </a:lnTo>
                  <a:lnTo>
                    <a:pt x="41792" y="2222627"/>
                  </a:lnTo>
                  <a:lnTo>
                    <a:pt x="40720" y="2222951"/>
                  </a:lnTo>
                  <a:lnTo>
                    <a:pt x="39649" y="2223275"/>
                  </a:lnTo>
                  <a:lnTo>
                    <a:pt x="38577" y="2223597"/>
                  </a:lnTo>
                  <a:lnTo>
                    <a:pt x="37505" y="2223918"/>
                  </a:lnTo>
                  <a:lnTo>
                    <a:pt x="36434" y="2224239"/>
                  </a:lnTo>
                  <a:lnTo>
                    <a:pt x="35362" y="2224558"/>
                  </a:lnTo>
                  <a:lnTo>
                    <a:pt x="34291" y="2224877"/>
                  </a:lnTo>
                  <a:lnTo>
                    <a:pt x="33219" y="2225195"/>
                  </a:lnTo>
                  <a:lnTo>
                    <a:pt x="32147" y="2225512"/>
                  </a:lnTo>
                  <a:lnTo>
                    <a:pt x="31076" y="2225828"/>
                  </a:lnTo>
                  <a:lnTo>
                    <a:pt x="30004" y="2226144"/>
                  </a:lnTo>
                  <a:lnTo>
                    <a:pt x="28933" y="2226458"/>
                  </a:lnTo>
                  <a:lnTo>
                    <a:pt x="27861" y="2226772"/>
                  </a:lnTo>
                  <a:lnTo>
                    <a:pt x="26789" y="2227084"/>
                  </a:lnTo>
                  <a:lnTo>
                    <a:pt x="25718" y="2227396"/>
                  </a:lnTo>
                  <a:lnTo>
                    <a:pt x="24646" y="2227707"/>
                  </a:lnTo>
                  <a:lnTo>
                    <a:pt x="23575" y="2228018"/>
                  </a:lnTo>
                  <a:lnTo>
                    <a:pt x="22503" y="2228327"/>
                  </a:lnTo>
                  <a:lnTo>
                    <a:pt x="21431" y="2228635"/>
                  </a:lnTo>
                  <a:lnTo>
                    <a:pt x="20360" y="2228943"/>
                  </a:lnTo>
                  <a:lnTo>
                    <a:pt x="19288" y="2229250"/>
                  </a:lnTo>
                  <a:lnTo>
                    <a:pt x="18217" y="2229556"/>
                  </a:lnTo>
                  <a:lnTo>
                    <a:pt x="17145" y="2229861"/>
                  </a:lnTo>
                  <a:lnTo>
                    <a:pt x="16073" y="2230165"/>
                  </a:lnTo>
                  <a:lnTo>
                    <a:pt x="15002" y="2230469"/>
                  </a:lnTo>
                  <a:lnTo>
                    <a:pt x="13930" y="2230772"/>
                  </a:lnTo>
                  <a:lnTo>
                    <a:pt x="12859" y="2231073"/>
                  </a:lnTo>
                  <a:lnTo>
                    <a:pt x="11787" y="2231374"/>
                  </a:lnTo>
                  <a:lnTo>
                    <a:pt x="10715" y="2231675"/>
                  </a:lnTo>
                  <a:lnTo>
                    <a:pt x="9644" y="2231974"/>
                  </a:lnTo>
                  <a:lnTo>
                    <a:pt x="8572" y="2232273"/>
                  </a:lnTo>
                  <a:lnTo>
                    <a:pt x="7501" y="2232570"/>
                  </a:lnTo>
                  <a:lnTo>
                    <a:pt x="6429" y="2232867"/>
                  </a:lnTo>
                  <a:lnTo>
                    <a:pt x="5357" y="2233163"/>
                  </a:lnTo>
                  <a:lnTo>
                    <a:pt x="4286" y="2233459"/>
                  </a:lnTo>
                  <a:lnTo>
                    <a:pt x="3214" y="2233753"/>
                  </a:lnTo>
                  <a:lnTo>
                    <a:pt x="2143" y="2234047"/>
                  </a:lnTo>
                  <a:lnTo>
                    <a:pt x="1071" y="2234340"/>
                  </a:lnTo>
                  <a:lnTo>
                    <a:pt x="0" y="2234632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5034264" y="3890583"/>
              <a:ext cx="3856684" cy="1714978"/>
            </a:xfrm>
            <a:custGeom>
              <a:avLst/>
              <a:gdLst/>
              <a:ahLst/>
              <a:cxnLst/>
              <a:rect l="0" t="0" r="0" b="0"/>
              <a:pathLst>
                <a:path w="3856684" h="1714978">
                  <a:moveTo>
                    <a:pt x="0" y="1714978"/>
                  </a:moveTo>
                  <a:lnTo>
                    <a:pt x="1071" y="1714925"/>
                  </a:lnTo>
                  <a:lnTo>
                    <a:pt x="2143" y="1714871"/>
                  </a:lnTo>
                  <a:lnTo>
                    <a:pt x="3214" y="1714818"/>
                  </a:lnTo>
                  <a:lnTo>
                    <a:pt x="4286" y="1714764"/>
                  </a:lnTo>
                  <a:lnTo>
                    <a:pt x="5357" y="1714710"/>
                  </a:lnTo>
                  <a:lnTo>
                    <a:pt x="6429" y="1714655"/>
                  </a:lnTo>
                  <a:lnTo>
                    <a:pt x="7501" y="1714601"/>
                  </a:lnTo>
                  <a:lnTo>
                    <a:pt x="8572" y="1714546"/>
                  </a:lnTo>
                  <a:lnTo>
                    <a:pt x="9644" y="1714491"/>
                  </a:lnTo>
                  <a:lnTo>
                    <a:pt x="10715" y="1714436"/>
                  </a:lnTo>
                  <a:lnTo>
                    <a:pt x="11787" y="1714381"/>
                  </a:lnTo>
                  <a:lnTo>
                    <a:pt x="12859" y="1714325"/>
                  </a:lnTo>
                  <a:lnTo>
                    <a:pt x="13930" y="1714269"/>
                  </a:lnTo>
                  <a:lnTo>
                    <a:pt x="15002" y="1714213"/>
                  </a:lnTo>
                  <a:lnTo>
                    <a:pt x="16073" y="1714156"/>
                  </a:lnTo>
                  <a:lnTo>
                    <a:pt x="17145" y="1714100"/>
                  </a:lnTo>
                  <a:lnTo>
                    <a:pt x="18217" y="1714043"/>
                  </a:lnTo>
                  <a:lnTo>
                    <a:pt x="19288" y="1713986"/>
                  </a:lnTo>
                  <a:lnTo>
                    <a:pt x="20360" y="1713928"/>
                  </a:lnTo>
                  <a:lnTo>
                    <a:pt x="21431" y="1713871"/>
                  </a:lnTo>
                  <a:lnTo>
                    <a:pt x="22503" y="1713813"/>
                  </a:lnTo>
                  <a:lnTo>
                    <a:pt x="23575" y="1713755"/>
                  </a:lnTo>
                  <a:lnTo>
                    <a:pt x="24646" y="1713696"/>
                  </a:lnTo>
                  <a:lnTo>
                    <a:pt x="25718" y="1713638"/>
                  </a:lnTo>
                  <a:lnTo>
                    <a:pt x="26789" y="1713579"/>
                  </a:lnTo>
                  <a:lnTo>
                    <a:pt x="27861" y="1713520"/>
                  </a:lnTo>
                  <a:lnTo>
                    <a:pt x="28933" y="1713460"/>
                  </a:lnTo>
                  <a:lnTo>
                    <a:pt x="30004" y="1713401"/>
                  </a:lnTo>
                  <a:lnTo>
                    <a:pt x="31076" y="1713341"/>
                  </a:lnTo>
                  <a:lnTo>
                    <a:pt x="32147" y="1713281"/>
                  </a:lnTo>
                  <a:lnTo>
                    <a:pt x="33219" y="1713220"/>
                  </a:lnTo>
                  <a:lnTo>
                    <a:pt x="34291" y="1713160"/>
                  </a:lnTo>
                  <a:lnTo>
                    <a:pt x="35362" y="1713099"/>
                  </a:lnTo>
                  <a:lnTo>
                    <a:pt x="36434" y="1713037"/>
                  </a:lnTo>
                  <a:lnTo>
                    <a:pt x="37505" y="1712976"/>
                  </a:lnTo>
                  <a:lnTo>
                    <a:pt x="38577" y="1712914"/>
                  </a:lnTo>
                  <a:lnTo>
                    <a:pt x="39649" y="1712852"/>
                  </a:lnTo>
                  <a:lnTo>
                    <a:pt x="40720" y="1712790"/>
                  </a:lnTo>
                  <a:lnTo>
                    <a:pt x="41792" y="1712727"/>
                  </a:lnTo>
                  <a:lnTo>
                    <a:pt x="42863" y="1712665"/>
                  </a:lnTo>
                  <a:lnTo>
                    <a:pt x="43935" y="1712601"/>
                  </a:lnTo>
                  <a:lnTo>
                    <a:pt x="45007" y="1712538"/>
                  </a:lnTo>
                  <a:lnTo>
                    <a:pt x="46078" y="1712474"/>
                  </a:lnTo>
                  <a:lnTo>
                    <a:pt x="47150" y="1712410"/>
                  </a:lnTo>
                  <a:lnTo>
                    <a:pt x="48221" y="1712346"/>
                  </a:lnTo>
                  <a:lnTo>
                    <a:pt x="49293" y="1712282"/>
                  </a:lnTo>
                  <a:lnTo>
                    <a:pt x="50365" y="1712217"/>
                  </a:lnTo>
                  <a:lnTo>
                    <a:pt x="51436" y="1712152"/>
                  </a:lnTo>
                  <a:lnTo>
                    <a:pt x="52508" y="1712086"/>
                  </a:lnTo>
                  <a:lnTo>
                    <a:pt x="53579" y="1712021"/>
                  </a:lnTo>
                  <a:lnTo>
                    <a:pt x="54651" y="1711955"/>
                  </a:lnTo>
                  <a:lnTo>
                    <a:pt x="55723" y="1711889"/>
                  </a:lnTo>
                  <a:lnTo>
                    <a:pt x="56794" y="1711822"/>
                  </a:lnTo>
                  <a:lnTo>
                    <a:pt x="57866" y="1711755"/>
                  </a:lnTo>
                  <a:lnTo>
                    <a:pt x="58937" y="1711688"/>
                  </a:lnTo>
                  <a:lnTo>
                    <a:pt x="60009" y="1711621"/>
                  </a:lnTo>
                  <a:lnTo>
                    <a:pt x="61081" y="1711553"/>
                  </a:lnTo>
                  <a:lnTo>
                    <a:pt x="62152" y="1711485"/>
                  </a:lnTo>
                  <a:lnTo>
                    <a:pt x="63224" y="1711417"/>
                  </a:lnTo>
                  <a:lnTo>
                    <a:pt x="64295" y="1711348"/>
                  </a:lnTo>
                  <a:lnTo>
                    <a:pt x="65367" y="1711279"/>
                  </a:lnTo>
                  <a:lnTo>
                    <a:pt x="66439" y="1711210"/>
                  </a:lnTo>
                  <a:lnTo>
                    <a:pt x="67510" y="1711141"/>
                  </a:lnTo>
                  <a:lnTo>
                    <a:pt x="68582" y="1711071"/>
                  </a:lnTo>
                  <a:lnTo>
                    <a:pt x="69653" y="1711001"/>
                  </a:lnTo>
                  <a:lnTo>
                    <a:pt x="70725" y="1710930"/>
                  </a:lnTo>
                  <a:lnTo>
                    <a:pt x="71797" y="1710859"/>
                  </a:lnTo>
                  <a:lnTo>
                    <a:pt x="72868" y="1710788"/>
                  </a:lnTo>
                  <a:lnTo>
                    <a:pt x="73940" y="1710717"/>
                  </a:lnTo>
                  <a:lnTo>
                    <a:pt x="75011" y="1710645"/>
                  </a:lnTo>
                  <a:lnTo>
                    <a:pt x="76083" y="1710573"/>
                  </a:lnTo>
                  <a:lnTo>
                    <a:pt x="77155" y="1710501"/>
                  </a:lnTo>
                  <a:lnTo>
                    <a:pt x="78226" y="1710428"/>
                  </a:lnTo>
                  <a:lnTo>
                    <a:pt x="79298" y="1710355"/>
                  </a:lnTo>
                  <a:lnTo>
                    <a:pt x="80369" y="1710282"/>
                  </a:lnTo>
                  <a:lnTo>
                    <a:pt x="81441" y="1710208"/>
                  </a:lnTo>
                  <a:lnTo>
                    <a:pt x="82513" y="1710134"/>
                  </a:lnTo>
                  <a:lnTo>
                    <a:pt x="83584" y="1710060"/>
                  </a:lnTo>
                  <a:lnTo>
                    <a:pt x="84656" y="1709985"/>
                  </a:lnTo>
                  <a:lnTo>
                    <a:pt x="85727" y="1709910"/>
                  </a:lnTo>
                  <a:lnTo>
                    <a:pt x="86799" y="1709835"/>
                  </a:lnTo>
                  <a:lnTo>
                    <a:pt x="87871" y="1709759"/>
                  </a:lnTo>
                  <a:lnTo>
                    <a:pt x="88942" y="1709683"/>
                  </a:lnTo>
                  <a:lnTo>
                    <a:pt x="90014" y="1709607"/>
                  </a:lnTo>
                  <a:lnTo>
                    <a:pt x="91085" y="1709530"/>
                  </a:lnTo>
                  <a:lnTo>
                    <a:pt x="92157" y="1709453"/>
                  </a:lnTo>
                  <a:lnTo>
                    <a:pt x="93229" y="1709375"/>
                  </a:lnTo>
                  <a:lnTo>
                    <a:pt x="94300" y="1709298"/>
                  </a:lnTo>
                  <a:lnTo>
                    <a:pt x="95372" y="1709220"/>
                  </a:lnTo>
                  <a:lnTo>
                    <a:pt x="96443" y="1709141"/>
                  </a:lnTo>
                  <a:lnTo>
                    <a:pt x="97515" y="1709062"/>
                  </a:lnTo>
                  <a:lnTo>
                    <a:pt x="98587" y="1708983"/>
                  </a:lnTo>
                  <a:lnTo>
                    <a:pt x="99658" y="1708904"/>
                  </a:lnTo>
                  <a:lnTo>
                    <a:pt x="100730" y="1708824"/>
                  </a:lnTo>
                  <a:lnTo>
                    <a:pt x="101801" y="1708743"/>
                  </a:lnTo>
                  <a:lnTo>
                    <a:pt x="102873" y="1708663"/>
                  </a:lnTo>
                  <a:lnTo>
                    <a:pt x="103945" y="1708582"/>
                  </a:lnTo>
                  <a:lnTo>
                    <a:pt x="105016" y="1708500"/>
                  </a:lnTo>
                  <a:lnTo>
                    <a:pt x="106088" y="1708419"/>
                  </a:lnTo>
                  <a:lnTo>
                    <a:pt x="107159" y="1708336"/>
                  </a:lnTo>
                  <a:lnTo>
                    <a:pt x="108231" y="1708254"/>
                  </a:lnTo>
                  <a:lnTo>
                    <a:pt x="109303" y="1708171"/>
                  </a:lnTo>
                  <a:lnTo>
                    <a:pt x="110374" y="1708088"/>
                  </a:lnTo>
                  <a:lnTo>
                    <a:pt x="111446" y="1708004"/>
                  </a:lnTo>
                  <a:lnTo>
                    <a:pt x="112517" y="1707920"/>
                  </a:lnTo>
                  <a:lnTo>
                    <a:pt x="113589" y="1707836"/>
                  </a:lnTo>
                  <a:lnTo>
                    <a:pt x="114661" y="1707751"/>
                  </a:lnTo>
                  <a:lnTo>
                    <a:pt x="115732" y="1707666"/>
                  </a:lnTo>
                  <a:lnTo>
                    <a:pt x="116804" y="1707580"/>
                  </a:lnTo>
                  <a:lnTo>
                    <a:pt x="117875" y="1707494"/>
                  </a:lnTo>
                  <a:lnTo>
                    <a:pt x="118947" y="1707408"/>
                  </a:lnTo>
                  <a:lnTo>
                    <a:pt x="120019" y="1707321"/>
                  </a:lnTo>
                  <a:lnTo>
                    <a:pt x="121090" y="1707234"/>
                  </a:lnTo>
                  <a:lnTo>
                    <a:pt x="122162" y="1707146"/>
                  </a:lnTo>
                  <a:lnTo>
                    <a:pt x="123233" y="1707058"/>
                  </a:lnTo>
                  <a:lnTo>
                    <a:pt x="124305" y="1706970"/>
                  </a:lnTo>
                  <a:lnTo>
                    <a:pt x="125377" y="1706881"/>
                  </a:lnTo>
                  <a:lnTo>
                    <a:pt x="126448" y="1706792"/>
                  </a:lnTo>
                  <a:lnTo>
                    <a:pt x="127520" y="1706702"/>
                  </a:lnTo>
                  <a:lnTo>
                    <a:pt x="128591" y="1706612"/>
                  </a:lnTo>
                  <a:lnTo>
                    <a:pt x="129663" y="1706521"/>
                  </a:lnTo>
                  <a:lnTo>
                    <a:pt x="130735" y="1706431"/>
                  </a:lnTo>
                  <a:lnTo>
                    <a:pt x="131806" y="1706339"/>
                  </a:lnTo>
                  <a:lnTo>
                    <a:pt x="132878" y="1706247"/>
                  </a:lnTo>
                  <a:lnTo>
                    <a:pt x="133949" y="1706155"/>
                  </a:lnTo>
                  <a:lnTo>
                    <a:pt x="135021" y="1706063"/>
                  </a:lnTo>
                  <a:lnTo>
                    <a:pt x="136093" y="1705970"/>
                  </a:lnTo>
                  <a:lnTo>
                    <a:pt x="137164" y="1705876"/>
                  </a:lnTo>
                  <a:lnTo>
                    <a:pt x="138236" y="1705782"/>
                  </a:lnTo>
                  <a:lnTo>
                    <a:pt x="139307" y="1705688"/>
                  </a:lnTo>
                  <a:lnTo>
                    <a:pt x="140379" y="1705593"/>
                  </a:lnTo>
                  <a:lnTo>
                    <a:pt x="141451" y="1705498"/>
                  </a:lnTo>
                  <a:lnTo>
                    <a:pt x="142522" y="1705402"/>
                  </a:lnTo>
                  <a:lnTo>
                    <a:pt x="143594" y="1705306"/>
                  </a:lnTo>
                  <a:lnTo>
                    <a:pt x="144665" y="1705209"/>
                  </a:lnTo>
                  <a:lnTo>
                    <a:pt x="145737" y="1705112"/>
                  </a:lnTo>
                  <a:lnTo>
                    <a:pt x="146809" y="1705014"/>
                  </a:lnTo>
                  <a:lnTo>
                    <a:pt x="147880" y="1704916"/>
                  </a:lnTo>
                  <a:lnTo>
                    <a:pt x="148952" y="1704818"/>
                  </a:lnTo>
                  <a:lnTo>
                    <a:pt x="150023" y="1704719"/>
                  </a:lnTo>
                  <a:lnTo>
                    <a:pt x="151095" y="1704619"/>
                  </a:lnTo>
                  <a:lnTo>
                    <a:pt x="152167" y="1704519"/>
                  </a:lnTo>
                  <a:lnTo>
                    <a:pt x="153238" y="1704419"/>
                  </a:lnTo>
                  <a:lnTo>
                    <a:pt x="154310" y="1704318"/>
                  </a:lnTo>
                  <a:lnTo>
                    <a:pt x="155381" y="1704217"/>
                  </a:lnTo>
                  <a:lnTo>
                    <a:pt x="156453" y="1704115"/>
                  </a:lnTo>
                  <a:lnTo>
                    <a:pt x="157525" y="1704013"/>
                  </a:lnTo>
                  <a:lnTo>
                    <a:pt x="158596" y="1703910"/>
                  </a:lnTo>
                  <a:lnTo>
                    <a:pt x="159668" y="1703806"/>
                  </a:lnTo>
                  <a:lnTo>
                    <a:pt x="160739" y="1703703"/>
                  </a:lnTo>
                  <a:lnTo>
                    <a:pt x="161811" y="1703598"/>
                  </a:lnTo>
                  <a:lnTo>
                    <a:pt x="162883" y="1703493"/>
                  </a:lnTo>
                  <a:lnTo>
                    <a:pt x="163954" y="1703388"/>
                  </a:lnTo>
                  <a:lnTo>
                    <a:pt x="165026" y="1703282"/>
                  </a:lnTo>
                  <a:lnTo>
                    <a:pt x="166097" y="1703176"/>
                  </a:lnTo>
                  <a:lnTo>
                    <a:pt x="167169" y="1703069"/>
                  </a:lnTo>
                  <a:lnTo>
                    <a:pt x="168241" y="1702962"/>
                  </a:lnTo>
                  <a:lnTo>
                    <a:pt x="169312" y="1702854"/>
                  </a:lnTo>
                  <a:lnTo>
                    <a:pt x="170384" y="1702745"/>
                  </a:lnTo>
                  <a:lnTo>
                    <a:pt x="171455" y="1702636"/>
                  </a:lnTo>
                  <a:lnTo>
                    <a:pt x="172527" y="1702527"/>
                  </a:lnTo>
                  <a:lnTo>
                    <a:pt x="173599" y="1702417"/>
                  </a:lnTo>
                  <a:lnTo>
                    <a:pt x="174670" y="1702306"/>
                  </a:lnTo>
                  <a:lnTo>
                    <a:pt x="175742" y="1702195"/>
                  </a:lnTo>
                  <a:lnTo>
                    <a:pt x="176813" y="1702083"/>
                  </a:lnTo>
                  <a:lnTo>
                    <a:pt x="177885" y="1701971"/>
                  </a:lnTo>
                  <a:lnTo>
                    <a:pt x="178956" y="1701858"/>
                  </a:lnTo>
                  <a:lnTo>
                    <a:pt x="180028" y="1701745"/>
                  </a:lnTo>
                  <a:lnTo>
                    <a:pt x="181100" y="1701631"/>
                  </a:lnTo>
                  <a:lnTo>
                    <a:pt x="182171" y="1701517"/>
                  </a:lnTo>
                  <a:lnTo>
                    <a:pt x="183243" y="1701402"/>
                  </a:lnTo>
                  <a:lnTo>
                    <a:pt x="184314" y="1701286"/>
                  </a:lnTo>
                  <a:lnTo>
                    <a:pt x="185386" y="1701170"/>
                  </a:lnTo>
                  <a:lnTo>
                    <a:pt x="186458" y="1701053"/>
                  </a:lnTo>
                  <a:lnTo>
                    <a:pt x="187529" y="1700936"/>
                  </a:lnTo>
                  <a:lnTo>
                    <a:pt x="188601" y="1700818"/>
                  </a:lnTo>
                  <a:lnTo>
                    <a:pt x="189672" y="1700700"/>
                  </a:lnTo>
                  <a:lnTo>
                    <a:pt x="190744" y="1700581"/>
                  </a:lnTo>
                  <a:lnTo>
                    <a:pt x="191816" y="1700461"/>
                  </a:lnTo>
                  <a:lnTo>
                    <a:pt x="192887" y="1700341"/>
                  </a:lnTo>
                  <a:lnTo>
                    <a:pt x="193959" y="1700220"/>
                  </a:lnTo>
                  <a:lnTo>
                    <a:pt x="195030" y="1700098"/>
                  </a:lnTo>
                  <a:lnTo>
                    <a:pt x="196102" y="1699976"/>
                  </a:lnTo>
                  <a:lnTo>
                    <a:pt x="197174" y="1699854"/>
                  </a:lnTo>
                  <a:lnTo>
                    <a:pt x="198245" y="1699730"/>
                  </a:lnTo>
                  <a:lnTo>
                    <a:pt x="199317" y="1699606"/>
                  </a:lnTo>
                  <a:lnTo>
                    <a:pt x="200388" y="1699482"/>
                  </a:lnTo>
                  <a:lnTo>
                    <a:pt x="201460" y="1699357"/>
                  </a:lnTo>
                  <a:lnTo>
                    <a:pt x="202532" y="1699231"/>
                  </a:lnTo>
                  <a:lnTo>
                    <a:pt x="203603" y="1699105"/>
                  </a:lnTo>
                  <a:lnTo>
                    <a:pt x="204675" y="1698978"/>
                  </a:lnTo>
                  <a:lnTo>
                    <a:pt x="205746" y="1698850"/>
                  </a:lnTo>
                  <a:lnTo>
                    <a:pt x="206818" y="1698721"/>
                  </a:lnTo>
                  <a:lnTo>
                    <a:pt x="207890" y="1698592"/>
                  </a:lnTo>
                  <a:lnTo>
                    <a:pt x="208961" y="1698463"/>
                  </a:lnTo>
                  <a:lnTo>
                    <a:pt x="210033" y="1698332"/>
                  </a:lnTo>
                  <a:lnTo>
                    <a:pt x="211104" y="1698201"/>
                  </a:lnTo>
                  <a:lnTo>
                    <a:pt x="212176" y="1698070"/>
                  </a:lnTo>
                  <a:lnTo>
                    <a:pt x="213248" y="1697938"/>
                  </a:lnTo>
                  <a:lnTo>
                    <a:pt x="214319" y="1697805"/>
                  </a:lnTo>
                  <a:lnTo>
                    <a:pt x="215391" y="1697671"/>
                  </a:lnTo>
                  <a:lnTo>
                    <a:pt x="216462" y="1697536"/>
                  </a:lnTo>
                  <a:lnTo>
                    <a:pt x="217534" y="1697401"/>
                  </a:lnTo>
                  <a:lnTo>
                    <a:pt x="218606" y="1697266"/>
                  </a:lnTo>
                  <a:lnTo>
                    <a:pt x="219677" y="1697129"/>
                  </a:lnTo>
                  <a:lnTo>
                    <a:pt x="220749" y="1696992"/>
                  </a:lnTo>
                  <a:lnTo>
                    <a:pt x="221820" y="1696854"/>
                  </a:lnTo>
                  <a:lnTo>
                    <a:pt x="222892" y="1696716"/>
                  </a:lnTo>
                  <a:lnTo>
                    <a:pt x="223964" y="1696576"/>
                  </a:lnTo>
                  <a:lnTo>
                    <a:pt x="225035" y="1696436"/>
                  </a:lnTo>
                  <a:lnTo>
                    <a:pt x="226107" y="1696296"/>
                  </a:lnTo>
                  <a:lnTo>
                    <a:pt x="227178" y="1696154"/>
                  </a:lnTo>
                  <a:lnTo>
                    <a:pt x="228250" y="1696012"/>
                  </a:lnTo>
                  <a:lnTo>
                    <a:pt x="229322" y="1695869"/>
                  </a:lnTo>
                  <a:lnTo>
                    <a:pt x="230393" y="1695725"/>
                  </a:lnTo>
                  <a:lnTo>
                    <a:pt x="231465" y="1695581"/>
                  </a:lnTo>
                  <a:lnTo>
                    <a:pt x="232536" y="1695436"/>
                  </a:lnTo>
                  <a:lnTo>
                    <a:pt x="233608" y="1695290"/>
                  </a:lnTo>
                  <a:lnTo>
                    <a:pt x="234680" y="1695143"/>
                  </a:lnTo>
                  <a:lnTo>
                    <a:pt x="235751" y="1694996"/>
                  </a:lnTo>
                  <a:lnTo>
                    <a:pt x="236823" y="1694847"/>
                  </a:lnTo>
                  <a:lnTo>
                    <a:pt x="237894" y="1694698"/>
                  </a:lnTo>
                  <a:lnTo>
                    <a:pt x="238966" y="1694548"/>
                  </a:lnTo>
                  <a:lnTo>
                    <a:pt x="240038" y="1694398"/>
                  </a:lnTo>
                  <a:lnTo>
                    <a:pt x="241109" y="1694246"/>
                  </a:lnTo>
                  <a:lnTo>
                    <a:pt x="242181" y="1694094"/>
                  </a:lnTo>
                  <a:lnTo>
                    <a:pt x="243252" y="1693941"/>
                  </a:lnTo>
                  <a:lnTo>
                    <a:pt x="244324" y="1693787"/>
                  </a:lnTo>
                  <a:lnTo>
                    <a:pt x="245396" y="1693633"/>
                  </a:lnTo>
                  <a:lnTo>
                    <a:pt x="246467" y="1693477"/>
                  </a:lnTo>
                  <a:lnTo>
                    <a:pt x="247539" y="1693321"/>
                  </a:lnTo>
                  <a:lnTo>
                    <a:pt x="248610" y="1693164"/>
                  </a:lnTo>
                  <a:lnTo>
                    <a:pt x="249682" y="1693006"/>
                  </a:lnTo>
                  <a:lnTo>
                    <a:pt x="250754" y="1692847"/>
                  </a:lnTo>
                  <a:lnTo>
                    <a:pt x="251825" y="1692687"/>
                  </a:lnTo>
                  <a:lnTo>
                    <a:pt x="252897" y="1692527"/>
                  </a:lnTo>
                  <a:lnTo>
                    <a:pt x="253968" y="1692366"/>
                  </a:lnTo>
                  <a:lnTo>
                    <a:pt x="255040" y="1692203"/>
                  </a:lnTo>
                  <a:lnTo>
                    <a:pt x="256112" y="1692040"/>
                  </a:lnTo>
                  <a:lnTo>
                    <a:pt x="257183" y="1691876"/>
                  </a:lnTo>
                  <a:lnTo>
                    <a:pt x="258255" y="1691711"/>
                  </a:lnTo>
                  <a:lnTo>
                    <a:pt x="259326" y="1691546"/>
                  </a:lnTo>
                  <a:lnTo>
                    <a:pt x="260398" y="1691379"/>
                  </a:lnTo>
                  <a:lnTo>
                    <a:pt x="261470" y="1691212"/>
                  </a:lnTo>
                  <a:lnTo>
                    <a:pt x="262541" y="1691043"/>
                  </a:lnTo>
                  <a:lnTo>
                    <a:pt x="263613" y="1690874"/>
                  </a:lnTo>
                  <a:lnTo>
                    <a:pt x="264684" y="1690703"/>
                  </a:lnTo>
                  <a:lnTo>
                    <a:pt x="265756" y="1690532"/>
                  </a:lnTo>
                  <a:lnTo>
                    <a:pt x="266828" y="1690360"/>
                  </a:lnTo>
                  <a:lnTo>
                    <a:pt x="267899" y="1690187"/>
                  </a:lnTo>
                  <a:lnTo>
                    <a:pt x="268971" y="1690013"/>
                  </a:lnTo>
                  <a:lnTo>
                    <a:pt x="270042" y="1689838"/>
                  </a:lnTo>
                  <a:lnTo>
                    <a:pt x="271114" y="1689662"/>
                  </a:lnTo>
                  <a:lnTo>
                    <a:pt x="272186" y="1689485"/>
                  </a:lnTo>
                  <a:lnTo>
                    <a:pt x="273257" y="1689307"/>
                  </a:lnTo>
                  <a:lnTo>
                    <a:pt x="274329" y="1689128"/>
                  </a:lnTo>
                  <a:lnTo>
                    <a:pt x="275400" y="1688948"/>
                  </a:lnTo>
                  <a:lnTo>
                    <a:pt x="276472" y="1688768"/>
                  </a:lnTo>
                  <a:lnTo>
                    <a:pt x="277544" y="1688586"/>
                  </a:lnTo>
                  <a:lnTo>
                    <a:pt x="278615" y="1688403"/>
                  </a:lnTo>
                  <a:lnTo>
                    <a:pt x="279687" y="1688219"/>
                  </a:lnTo>
                  <a:lnTo>
                    <a:pt x="280758" y="1688034"/>
                  </a:lnTo>
                  <a:lnTo>
                    <a:pt x="281830" y="1687848"/>
                  </a:lnTo>
                  <a:lnTo>
                    <a:pt x="282902" y="1687661"/>
                  </a:lnTo>
                  <a:lnTo>
                    <a:pt x="283973" y="1687473"/>
                  </a:lnTo>
                  <a:lnTo>
                    <a:pt x="285045" y="1687284"/>
                  </a:lnTo>
                  <a:lnTo>
                    <a:pt x="286116" y="1687094"/>
                  </a:lnTo>
                  <a:lnTo>
                    <a:pt x="287188" y="1686903"/>
                  </a:lnTo>
                  <a:lnTo>
                    <a:pt x="288260" y="1686711"/>
                  </a:lnTo>
                  <a:lnTo>
                    <a:pt x="289331" y="1686518"/>
                  </a:lnTo>
                  <a:lnTo>
                    <a:pt x="290403" y="1686323"/>
                  </a:lnTo>
                  <a:lnTo>
                    <a:pt x="291474" y="1686128"/>
                  </a:lnTo>
                  <a:lnTo>
                    <a:pt x="292546" y="1685931"/>
                  </a:lnTo>
                  <a:lnTo>
                    <a:pt x="293618" y="1685733"/>
                  </a:lnTo>
                  <a:lnTo>
                    <a:pt x="294689" y="1685535"/>
                  </a:lnTo>
                  <a:lnTo>
                    <a:pt x="295761" y="1685335"/>
                  </a:lnTo>
                  <a:lnTo>
                    <a:pt x="296832" y="1685134"/>
                  </a:lnTo>
                  <a:lnTo>
                    <a:pt x="297904" y="1684931"/>
                  </a:lnTo>
                  <a:lnTo>
                    <a:pt x="298976" y="1684728"/>
                  </a:lnTo>
                  <a:lnTo>
                    <a:pt x="300047" y="1684523"/>
                  </a:lnTo>
                  <a:lnTo>
                    <a:pt x="301119" y="1684318"/>
                  </a:lnTo>
                  <a:lnTo>
                    <a:pt x="302190" y="1684111"/>
                  </a:lnTo>
                  <a:lnTo>
                    <a:pt x="303262" y="1683902"/>
                  </a:lnTo>
                  <a:lnTo>
                    <a:pt x="304334" y="1683693"/>
                  </a:lnTo>
                  <a:lnTo>
                    <a:pt x="305405" y="1683483"/>
                  </a:lnTo>
                  <a:lnTo>
                    <a:pt x="306477" y="1683271"/>
                  </a:lnTo>
                  <a:lnTo>
                    <a:pt x="307548" y="1683058"/>
                  </a:lnTo>
                  <a:lnTo>
                    <a:pt x="308620" y="1682844"/>
                  </a:lnTo>
                  <a:lnTo>
                    <a:pt x="309692" y="1682628"/>
                  </a:lnTo>
                  <a:lnTo>
                    <a:pt x="310763" y="1682411"/>
                  </a:lnTo>
                  <a:lnTo>
                    <a:pt x="311835" y="1682193"/>
                  </a:lnTo>
                  <a:lnTo>
                    <a:pt x="312906" y="1681974"/>
                  </a:lnTo>
                  <a:lnTo>
                    <a:pt x="313978" y="1681754"/>
                  </a:lnTo>
                  <a:lnTo>
                    <a:pt x="315050" y="1681532"/>
                  </a:lnTo>
                  <a:lnTo>
                    <a:pt x="316121" y="1681309"/>
                  </a:lnTo>
                  <a:lnTo>
                    <a:pt x="317193" y="1681084"/>
                  </a:lnTo>
                  <a:lnTo>
                    <a:pt x="318264" y="1680859"/>
                  </a:lnTo>
                  <a:lnTo>
                    <a:pt x="319336" y="1680632"/>
                  </a:lnTo>
                  <a:lnTo>
                    <a:pt x="320408" y="1680403"/>
                  </a:lnTo>
                  <a:lnTo>
                    <a:pt x="321479" y="1680173"/>
                  </a:lnTo>
                  <a:lnTo>
                    <a:pt x="322551" y="1679942"/>
                  </a:lnTo>
                  <a:lnTo>
                    <a:pt x="323622" y="1679710"/>
                  </a:lnTo>
                  <a:lnTo>
                    <a:pt x="324694" y="1679476"/>
                  </a:lnTo>
                  <a:lnTo>
                    <a:pt x="325766" y="1679241"/>
                  </a:lnTo>
                  <a:lnTo>
                    <a:pt x="326837" y="1679004"/>
                  </a:lnTo>
                  <a:lnTo>
                    <a:pt x="327909" y="1678766"/>
                  </a:lnTo>
                  <a:lnTo>
                    <a:pt x="328980" y="1678527"/>
                  </a:lnTo>
                  <a:lnTo>
                    <a:pt x="330052" y="1678286"/>
                  </a:lnTo>
                  <a:lnTo>
                    <a:pt x="331124" y="1678044"/>
                  </a:lnTo>
                  <a:lnTo>
                    <a:pt x="332195" y="1677800"/>
                  </a:lnTo>
                  <a:lnTo>
                    <a:pt x="333267" y="1677555"/>
                  </a:lnTo>
                  <a:lnTo>
                    <a:pt x="334338" y="1677309"/>
                  </a:lnTo>
                  <a:lnTo>
                    <a:pt x="335410" y="1677061"/>
                  </a:lnTo>
                  <a:lnTo>
                    <a:pt x="336482" y="1676811"/>
                  </a:lnTo>
                  <a:lnTo>
                    <a:pt x="337553" y="1676560"/>
                  </a:lnTo>
                  <a:lnTo>
                    <a:pt x="338625" y="1676308"/>
                  </a:lnTo>
                  <a:lnTo>
                    <a:pt x="339696" y="1676054"/>
                  </a:lnTo>
                  <a:lnTo>
                    <a:pt x="340768" y="1675798"/>
                  </a:lnTo>
                  <a:lnTo>
                    <a:pt x="341840" y="1675541"/>
                  </a:lnTo>
                  <a:lnTo>
                    <a:pt x="342911" y="1675283"/>
                  </a:lnTo>
                  <a:lnTo>
                    <a:pt x="343983" y="1675023"/>
                  </a:lnTo>
                  <a:lnTo>
                    <a:pt x="345054" y="1674761"/>
                  </a:lnTo>
                  <a:lnTo>
                    <a:pt x="346126" y="1674498"/>
                  </a:lnTo>
                  <a:lnTo>
                    <a:pt x="347198" y="1674233"/>
                  </a:lnTo>
                  <a:lnTo>
                    <a:pt x="348269" y="1673967"/>
                  </a:lnTo>
                  <a:lnTo>
                    <a:pt x="349341" y="1673699"/>
                  </a:lnTo>
                  <a:lnTo>
                    <a:pt x="350412" y="1673429"/>
                  </a:lnTo>
                  <a:lnTo>
                    <a:pt x="351484" y="1673158"/>
                  </a:lnTo>
                  <a:lnTo>
                    <a:pt x="352556" y="1672885"/>
                  </a:lnTo>
                  <a:lnTo>
                    <a:pt x="353627" y="1672611"/>
                  </a:lnTo>
                  <a:lnTo>
                    <a:pt x="354699" y="1672335"/>
                  </a:lnTo>
                  <a:lnTo>
                    <a:pt x="355770" y="1672057"/>
                  </a:lnTo>
                  <a:lnTo>
                    <a:pt x="356842" y="1671778"/>
                  </a:lnTo>
                  <a:lnTo>
                    <a:pt x="357913" y="1671497"/>
                  </a:lnTo>
                  <a:lnTo>
                    <a:pt x="358985" y="1671215"/>
                  </a:lnTo>
                  <a:lnTo>
                    <a:pt x="360057" y="1670930"/>
                  </a:lnTo>
                  <a:lnTo>
                    <a:pt x="361128" y="1670644"/>
                  </a:lnTo>
                  <a:lnTo>
                    <a:pt x="362200" y="1670356"/>
                  </a:lnTo>
                  <a:lnTo>
                    <a:pt x="363271" y="1670067"/>
                  </a:lnTo>
                  <a:lnTo>
                    <a:pt x="364343" y="1669776"/>
                  </a:lnTo>
                  <a:lnTo>
                    <a:pt x="365415" y="1669483"/>
                  </a:lnTo>
                  <a:lnTo>
                    <a:pt x="366486" y="1669188"/>
                  </a:lnTo>
                  <a:lnTo>
                    <a:pt x="367558" y="1668892"/>
                  </a:lnTo>
                  <a:lnTo>
                    <a:pt x="368629" y="1668594"/>
                  </a:lnTo>
                  <a:lnTo>
                    <a:pt x="369701" y="1668294"/>
                  </a:lnTo>
                  <a:lnTo>
                    <a:pt x="370773" y="1667992"/>
                  </a:lnTo>
                  <a:lnTo>
                    <a:pt x="371844" y="1667688"/>
                  </a:lnTo>
                  <a:lnTo>
                    <a:pt x="372916" y="1667383"/>
                  </a:lnTo>
                  <a:lnTo>
                    <a:pt x="373987" y="1667076"/>
                  </a:lnTo>
                  <a:lnTo>
                    <a:pt x="375059" y="1666767"/>
                  </a:lnTo>
                  <a:lnTo>
                    <a:pt x="376131" y="1666456"/>
                  </a:lnTo>
                  <a:lnTo>
                    <a:pt x="377202" y="1666143"/>
                  </a:lnTo>
                  <a:lnTo>
                    <a:pt x="378274" y="1665829"/>
                  </a:lnTo>
                  <a:lnTo>
                    <a:pt x="379345" y="1665512"/>
                  </a:lnTo>
                  <a:lnTo>
                    <a:pt x="380417" y="1665194"/>
                  </a:lnTo>
                  <a:lnTo>
                    <a:pt x="381489" y="1664874"/>
                  </a:lnTo>
                  <a:lnTo>
                    <a:pt x="382560" y="1664552"/>
                  </a:lnTo>
                  <a:lnTo>
                    <a:pt x="383632" y="1664228"/>
                  </a:lnTo>
                  <a:lnTo>
                    <a:pt x="384703" y="1663902"/>
                  </a:lnTo>
                  <a:lnTo>
                    <a:pt x="385775" y="1663574"/>
                  </a:lnTo>
                  <a:lnTo>
                    <a:pt x="386847" y="1663244"/>
                  </a:lnTo>
                  <a:lnTo>
                    <a:pt x="387918" y="1662912"/>
                  </a:lnTo>
                  <a:lnTo>
                    <a:pt x="388990" y="1662579"/>
                  </a:lnTo>
                  <a:lnTo>
                    <a:pt x="390061" y="1662243"/>
                  </a:lnTo>
                  <a:lnTo>
                    <a:pt x="391133" y="1661905"/>
                  </a:lnTo>
                  <a:lnTo>
                    <a:pt x="392205" y="1661566"/>
                  </a:lnTo>
                  <a:lnTo>
                    <a:pt x="393276" y="1661224"/>
                  </a:lnTo>
                  <a:lnTo>
                    <a:pt x="394348" y="1660880"/>
                  </a:lnTo>
                  <a:lnTo>
                    <a:pt x="395419" y="1660534"/>
                  </a:lnTo>
                  <a:lnTo>
                    <a:pt x="396491" y="1660187"/>
                  </a:lnTo>
                  <a:lnTo>
                    <a:pt x="397563" y="1659837"/>
                  </a:lnTo>
                  <a:lnTo>
                    <a:pt x="398634" y="1659485"/>
                  </a:lnTo>
                  <a:lnTo>
                    <a:pt x="399706" y="1659131"/>
                  </a:lnTo>
                  <a:lnTo>
                    <a:pt x="400777" y="1658775"/>
                  </a:lnTo>
                  <a:lnTo>
                    <a:pt x="401849" y="1658417"/>
                  </a:lnTo>
                  <a:lnTo>
                    <a:pt x="402921" y="1658057"/>
                  </a:lnTo>
                  <a:lnTo>
                    <a:pt x="403992" y="1657694"/>
                  </a:lnTo>
                  <a:lnTo>
                    <a:pt x="405064" y="1657330"/>
                  </a:lnTo>
                  <a:lnTo>
                    <a:pt x="406135" y="1656963"/>
                  </a:lnTo>
                  <a:lnTo>
                    <a:pt x="407207" y="1656595"/>
                  </a:lnTo>
                  <a:lnTo>
                    <a:pt x="408279" y="1656224"/>
                  </a:lnTo>
                  <a:lnTo>
                    <a:pt x="409350" y="1655851"/>
                  </a:lnTo>
                  <a:lnTo>
                    <a:pt x="410422" y="1655476"/>
                  </a:lnTo>
                  <a:lnTo>
                    <a:pt x="411493" y="1655098"/>
                  </a:lnTo>
                  <a:lnTo>
                    <a:pt x="412565" y="1654719"/>
                  </a:lnTo>
                  <a:lnTo>
                    <a:pt x="413637" y="1654337"/>
                  </a:lnTo>
                  <a:lnTo>
                    <a:pt x="414708" y="1653953"/>
                  </a:lnTo>
                  <a:lnTo>
                    <a:pt x="415780" y="1653567"/>
                  </a:lnTo>
                  <a:lnTo>
                    <a:pt x="416851" y="1653178"/>
                  </a:lnTo>
                  <a:lnTo>
                    <a:pt x="417923" y="1652787"/>
                  </a:lnTo>
                  <a:lnTo>
                    <a:pt x="418995" y="1652394"/>
                  </a:lnTo>
                  <a:lnTo>
                    <a:pt x="420066" y="1651999"/>
                  </a:lnTo>
                  <a:lnTo>
                    <a:pt x="421138" y="1651602"/>
                  </a:lnTo>
                  <a:lnTo>
                    <a:pt x="422209" y="1651202"/>
                  </a:lnTo>
                  <a:lnTo>
                    <a:pt x="423281" y="1650800"/>
                  </a:lnTo>
                  <a:lnTo>
                    <a:pt x="424353" y="1650395"/>
                  </a:lnTo>
                  <a:lnTo>
                    <a:pt x="425424" y="1649989"/>
                  </a:lnTo>
                  <a:lnTo>
                    <a:pt x="426496" y="1649580"/>
                  </a:lnTo>
                  <a:lnTo>
                    <a:pt x="427567" y="1649168"/>
                  </a:lnTo>
                  <a:lnTo>
                    <a:pt x="428639" y="1648754"/>
                  </a:lnTo>
                  <a:lnTo>
                    <a:pt x="429711" y="1648338"/>
                  </a:lnTo>
                  <a:lnTo>
                    <a:pt x="430782" y="1647920"/>
                  </a:lnTo>
                  <a:lnTo>
                    <a:pt x="431854" y="1647499"/>
                  </a:lnTo>
                  <a:lnTo>
                    <a:pt x="432925" y="1647076"/>
                  </a:lnTo>
                  <a:lnTo>
                    <a:pt x="433997" y="1646650"/>
                  </a:lnTo>
                  <a:lnTo>
                    <a:pt x="435069" y="1646222"/>
                  </a:lnTo>
                  <a:lnTo>
                    <a:pt x="436140" y="1645791"/>
                  </a:lnTo>
                  <a:lnTo>
                    <a:pt x="437212" y="1645358"/>
                  </a:lnTo>
                  <a:lnTo>
                    <a:pt x="438283" y="1644923"/>
                  </a:lnTo>
                  <a:lnTo>
                    <a:pt x="439355" y="1644485"/>
                  </a:lnTo>
                  <a:lnTo>
                    <a:pt x="440427" y="1644045"/>
                  </a:lnTo>
                  <a:lnTo>
                    <a:pt x="441498" y="1643602"/>
                  </a:lnTo>
                  <a:lnTo>
                    <a:pt x="442570" y="1643157"/>
                  </a:lnTo>
                  <a:lnTo>
                    <a:pt x="443641" y="1642709"/>
                  </a:lnTo>
                  <a:lnTo>
                    <a:pt x="444713" y="1642259"/>
                  </a:lnTo>
                  <a:lnTo>
                    <a:pt x="445785" y="1641806"/>
                  </a:lnTo>
                  <a:lnTo>
                    <a:pt x="446856" y="1641351"/>
                  </a:lnTo>
                  <a:lnTo>
                    <a:pt x="447928" y="1640893"/>
                  </a:lnTo>
                  <a:lnTo>
                    <a:pt x="448999" y="1640433"/>
                  </a:lnTo>
                  <a:lnTo>
                    <a:pt x="450071" y="1639970"/>
                  </a:lnTo>
                  <a:lnTo>
                    <a:pt x="451143" y="1639504"/>
                  </a:lnTo>
                  <a:lnTo>
                    <a:pt x="452214" y="1639036"/>
                  </a:lnTo>
                  <a:lnTo>
                    <a:pt x="453286" y="1638565"/>
                  </a:lnTo>
                  <a:lnTo>
                    <a:pt x="454357" y="1638092"/>
                  </a:lnTo>
                  <a:lnTo>
                    <a:pt x="455429" y="1637616"/>
                  </a:lnTo>
                  <a:lnTo>
                    <a:pt x="456501" y="1637138"/>
                  </a:lnTo>
                  <a:lnTo>
                    <a:pt x="457572" y="1636657"/>
                  </a:lnTo>
                  <a:lnTo>
                    <a:pt x="458644" y="1636173"/>
                  </a:lnTo>
                  <a:lnTo>
                    <a:pt x="459715" y="1635687"/>
                  </a:lnTo>
                  <a:lnTo>
                    <a:pt x="460787" y="1635198"/>
                  </a:lnTo>
                  <a:lnTo>
                    <a:pt x="461859" y="1634706"/>
                  </a:lnTo>
                  <a:lnTo>
                    <a:pt x="462930" y="1634212"/>
                  </a:lnTo>
                  <a:lnTo>
                    <a:pt x="464002" y="1633715"/>
                  </a:lnTo>
                  <a:lnTo>
                    <a:pt x="465073" y="1633215"/>
                  </a:lnTo>
                  <a:lnTo>
                    <a:pt x="466145" y="1632713"/>
                  </a:lnTo>
                  <a:lnTo>
                    <a:pt x="467217" y="1632208"/>
                  </a:lnTo>
                  <a:lnTo>
                    <a:pt x="468288" y="1631700"/>
                  </a:lnTo>
                  <a:lnTo>
                    <a:pt x="469360" y="1631190"/>
                  </a:lnTo>
                  <a:lnTo>
                    <a:pt x="470431" y="1630676"/>
                  </a:lnTo>
                  <a:lnTo>
                    <a:pt x="471503" y="1630160"/>
                  </a:lnTo>
                  <a:lnTo>
                    <a:pt x="472575" y="1629642"/>
                  </a:lnTo>
                  <a:lnTo>
                    <a:pt x="473646" y="1629120"/>
                  </a:lnTo>
                  <a:lnTo>
                    <a:pt x="474718" y="1628596"/>
                  </a:lnTo>
                  <a:lnTo>
                    <a:pt x="475789" y="1628069"/>
                  </a:lnTo>
                  <a:lnTo>
                    <a:pt x="476861" y="1627539"/>
                  </a:lnTo>
                  <a:lnTo>
                    <a:pt x="477933" y="1627007"/>
                  </a:lnTo>
                  <a:lnTo>
                    <a:pt x="479004" y="1626471"/>
                  </a:lnTo>
                  <a:lnTo>
                    <a:pt x="480076" y="1625933"/>
                  </a:lnTo>
                  <a:lnTo>
                    <a:pt x="481147" y="1625392"/>
                  </a:lnTo>
                  <a:lnTo>
                    <a:pt x="482219" y="1624848"/>
                  </a:lnTo>
                  <a:lnTo>
                    <a:pt x="483291" y="1624302"/>
                  </a:lnTo>
                  <a:lnTo>
                    <a:pt x="484362" y="1623752"/>
                  </a:lnTo>
                  <a:lnTo>
                    <a:pt x="485434" y="1623200"/>
                  </a:lnTo>
                  <a:lnTo>
                    <a:pt x="486505" y="1622645"/>
                  </a:lnTo>
                  <a:lnTo>
                    <a:pt x="487577" y="1622087"/>
                  </a:lnTo>
                  <a:lnTo>
                    <a:pt x="488649" y="1621526"/>
                  </a:lnTo>
                  <a:lnTo>
                    <a:pt x="489720" y="1620962"/>
                  </a:lnTo>
                  <a:lnTo>
                    <a:pt x="490792" y="1620396"/>
                  </a:lnTo>
                  <a:lnTo>
                    <a:pt x="491863" y="1619826"/>
                  </a:lnTo>
                  <a:lnTo>
                    <a:pt x="492935" y="1619254"/>
                  </a:lnTo>
                  <a:lnTo>
                    <a:pt x="494007" y="1618678"/>
                  </a:lnTo>
                  <a:lnTo>
                    <a:pt x="495078" y="1618100"/>
                  </a:lnTo>
                  <a:lnTo>
                    <a:pt x="496150" y="1617519"/>
                  </a:lnTo>
                  <a:lnTo>
                    <a:pt x="497221" y="1616935"/>
                  </a:lnTo>
                  <a:lnTo>
                    <a:pt x="498293" y="1616348"/>
                  </a:lnTo>
                  <a:lnTo>
                    <a:pt x="499365" y="1615758"/>
                  </a:lnTo>
                  <a:lnTo>
                    <a:pt x="500436" y="1615165"/>
                  </a:lnTo>
                  <a:lnTo>
                    <a:pt x="501508" y="1614570"/>
                  </a:lnTo>
                  <a:lnTo>
                    <a:pt x="502579" y="1613971"/>
                  </a:lnTo>
                  <a:lnTo>
                    <a:pt x="503651" y="1613369"/>
                  </a:lnTo>
                  <a:lnTo>
                    <a:pt x="504723" y="1612765"/>
                  </a:lnTo>
                  <a:lnTo>
                    <a:pt x="505794" y="1612157"/>
                  </a:lnTo>
                  <a:lnTo>
                    <a:pt x="506866" y="1611546"/>
                  </a:lnTo>
                  <a:lnTo>
                    <a:pt x="507937" y="1610933"/>
                  </a:lnTo>
                  <a:lnTo>
                    <a:pt x="509009" y="1610316"/>
                  </a:lnTo>
                  <a:lnTo>
                    <a:pt x="510081" y="1609697"/>
                  </a:lnTo>
                  <a:lnTo>
                    <a:pt x="511152" y="1609074"/>
                  </a:lnTo>
                  <a:lnTo>
                    <a:pt x="512224" y="1608449"/>
                  </a:lnTo>
                  <a:lnTo>
                    <a:pt x="513295" y="1607820"/>
                  </a:lnTo>
                  <a:lnTo>
                    <a:pt x="514367" y="1607189"/>
                  </a:lnTo>
                  <a:lnTo>
                    <a:pt x="515439" y="1606554"/>
                  </a:lnTo>
                  <a:lnTo>
                    <a:pt x="516510" y="1605916"/>
                  </a:lnTo>
                  <a:lnTo>
                    <a:pt x="517582" y="1605276"/>
                  </a:lnTo>
                  <a:lnTo>
                    <a:pt x="518653" y="1604632"/>
                  </a:lnTo>
                  <a:lnTo>
                    <a:pt x="519725" y="1603986"/>
                  </a:lnTo>
                  <a:lnTo>
                    <a:pt x="520797" y="1603336"/>
                  </a:lnTo>
                  <a:lnTo>
                    <a:pt x="521868" y="1602683"/>
                  </a:lnTo>
                  <a:lnTo>
                    <a:pt x="522940" y="1602028"/>
                  </a:lnTo>
                  <a:lnTo>
                    <a:pt x="524011" y="1601369"/>
                  </a:lnTo>
                  <a:lnTo>
                    <a:pt x="525083" y="1600707"/>
                  </a:lnTo>
                  <a:lnTo>
                    <a:pt x="526155" y="1600042"/>
                  </a:lnTo>
                  <a:lnTo>
                    <a:pt x="527226" y="1599374"/>
                  </a:lnTo>
                  <a:lnTo>
                    <a:pt x="528298" y="1598703"/>
                  </a:lnTo>
                  <a:lnTo>
                    <a:pt x="529369" y="1598029"/>
                  </a:lnTo>
                  <a:lnTo>
                    <a:pt x="530441" y="1597352"/>
                  </a:lnTo>
                  <a:lnTo>
                    <a:pt x="531513" y="1596672"/>
                  </a:lnTo>
                  <a:lnTo>
                    <a:pt x="532584" y="1595989"/>
                  </a:lnTo>
                  <a:lnTo>
                    <a:pt x="533656" y="1595302"/>
                  </a:lnTo>
                  <a:lnTo>
                    <a:pt x="534727" y="1594613"/>
                  </a:lnTo>
                  <a:lnTo>
                    <a:pt x="535799" y="1593920"/>
                  </a:lnTo>
                  <a:lnTo>
                    <a:pt x="536870" y="1593225"/>
                  </a:lnTo>
                  <a:lnTo>
                    <a:pt x="537942" y="1592526"/>
                  </a:lnTo>
                  <a:lnTo>
                    <a:pt x="539014" y="1591825"/>
                  </a:lnTo>
                  <a:lnTo>
                    <a:pt x="540085" y="1591120"/>
                  </a:lnTo>
                  <a:lnTo>
                    <a:pt x="541157" y="1590412"/>
                  </a:lnTo>
                  <a:lnTo>
                    <a:pt x="542228" y="1589701"/>
                  </a:lnTo>
                  <a:lnTo>
                    <a:pt x="543300" y="1588987"/>
                  </a:lnTo>
                  <a:lnTo>
                    <a:pt x="544372" y="1588270"/>
                  </a:lnTo>
                  <a:lnTo>
                    <a:pt x="545443" y="1587550"/>
                  </a:lnTo>
                  <a:lnTo>
                    <a:pt x="546515" y="1586827"/>
                  </a:lnTo>
                  <a:lnTo>
                    <a:pt x="547586" y="1586101"/>
                  </a:lnTo>
                  <a:lnTo>
                    <a:pt x="548658" y="1585372"/>
                  </a:lnTo>
                  <a:lnTo>
                    <a:pt x="549730" y="1584639"/>
                  </a:lnTo>
                  <a:lnTo>
                    <a:pt x="550801" y="1583904"/>
                  </a:lnTo>
                  <a:lnTo>
                    <a:pt x="551873" y="1583165"/>
                  </a:lnTo>
                  <a:lnTo>
                    <a:pt x="552944" y="1582424"/>
                  </a:lnTo>
                  <a:lnTo>
                    <a:pt x="554016" y="1581679"/>
                  </a:lnTo>
                  <a:lnTo>
                    <a:pt x="555088" y="1580931"/>
                  </a:lnTo>
                  <a:lnTo>
                    <a:pt x="556159" y="1580180"/>
                  </a:lnTo>
                  <a:lnTo>
                    <a:pt x="557231" y="1579427"/>
                  </a:lnTo>
                  <a:lnTo>
                    <a:pt x="558302" y="1578670"/>
                  </a:lnTo>
                  <a:lnTo>
                    <a:pt x="559374" y="1577910"/>
                  </a:lnTo>
                  <a:lnTo>
                    <a:pt x="560446" y="1577147"/>
                  </a:lnTo>
                  <a:lnTo>
                    <a:pt x="561517" y="1576380"/>
                  </a:lnTo>
                  <a:lnTo>
                    <a:pt x="562589" y="1575611"/>
                  </a:lnTo>
                  <a:lnTo>
                    <a:pt x="563660" y="1574839"/>
                  </a:lnTo>
                  <a:lnTo>
                    <a:pt x="564732" y="1574064"/>
                  </a:lnTo>
                  <a:lnTo>
                    <a:pt x="565804" y="1573285"/>
                  </a:lnTo>
                  <a:lnTo>
                    <a:pt x="566875" y="1572504"/>
                  </a:lnTo>
                  <a:lnTo>
                    <a:pt x="567947" y="1571720"/>
                  </a:lnTo>
                  <a:lnTo>
                    <a:pt x="569018" y="1570932"/>
                  </a:lnTo>
                  <a:lnTo>
                    <a:pt x="570090" y="1570142"/>
                  </a:lnTo>
                  <a:lnTo>
                    <a:pt x="571162" y="1569348"/>
                  </a:lnTo>
                  <a:lnTo>
                    <a:pt x="572233" y="1568552"/>
                  </a:lnTo>
                  <a:lnTo>
                    <a:pt x="573305" y="1567752"/>
                  </a:lnTo>
                  <a:lnTo>
                    <a:pt x="574376" y="1566950"/>
                  </a:lnTo>
                  <a:lnTo>
                    <a:pt x="575448" y="1566144"/>
                  </a:lnTo>
                  <a:lnTo>
                    <a:pt x="576520" y="1565336"/>
                  </a:lnTo>
                  <a:lnTo>
                    <a:pt x="577591" y="1564524"/>
                  </a:lnTo>
                  <a:lnTo>
                    <a:pt x="578663" y="1563710"/>
                  </a:lnTo>
                  <a:lnTo>
                    <a:pt x="579734" y="1562893"/>
                  </a:lnTo>
                  <a:lnTo>
                    <a:pt x="580806" y="1562072"/>
                  </a:lnTo>
                  <a:lnTo>
                    <a:pt x="581878" y="1561249"/>
                  </a:lnTo>
                  <a:lnTo>
                    <a:pt x="582949" y="1560422"/>
                  </a:lnTo>
                  <a:lnTo>
                    <a:pt x="584021" y="1559593"/>
                  </a:lnTo>
                  <a:lnTo>
                    <a:pt x="585092" y="1558761"/>
                  </a:lnTo>
                  <a:lnTo>
                    <a:pt x="586164" y="1557926"/>
                  </a:lnTo>
                  <a:lnTo>
                    <a:pt x="587236" y="1557087"/>
                  </a:lnTo>
                  <a:lnTo>
                    <a:pt x="588307" y="1556246"/>
                  </a:lnTo>
                  <a:lnTo>
                    <a:pt x="589379" y="1555402"/>
                  </a:lnTo>
                  <a:lnTo>
                    <a:pt x="590450" y="1554556"/>
                  </a:lnTo>
                  <a:lnTo>
                    <a:pt x="591522" y="1553706"/>
                  </a:lnTo>
                  <a:lnTo>
                    <a:pt x="592594" y="1552853"/>
                  </a:lnTo>
                  <a:lnTo>
                    <a:pt x="593665" y="1551998"/>
                  </a:lnTo>
                  <a:lnTo>
                    <a:pt x="594737" y="1551139"/>
                  </a:lnTo>
                  <a:lnTo>
                    <a:pt x="595808" y="1550278"/>
                  </a:lnTo>
                  <a:lnTo>
                    <a:pt x="596880" y="1549414"/>
                  </a:lnTo>
                  <a:lnTo>
                    <a:pt x="597952" y="1548547"/>
                  </a:lnTo>
                  <a:lnTo>
                    <a:pt x="599023" y="1547677"/>
                  </a:lnTo>
                  <a:lnTo>
                    <a:pt x="600095" y="1546804"/>
                  </a:lnTo>
                  <a:lnTo>
                    <a:pt x="601166" y="1545929"/>
                  </a:lnTo>
                  <a:lnTo>
                    <a:pt x="602238" y="1545050"/>
                  </a:lnTo>
                  <a:lnTo>
                    <a:pt x="603310" y="1544169"/>
                  </a:lnTo>
                  <a:lnTo>
                    <a:pt x="604381" y="1543285"/>
                  </a:lnTo>
                  <a:lnTo>
                    <a:pt x="605453" y="1542399"/>
                  </a:lnTo>
                  <a:lnTo>
                    <a:pt x="606524" y="1541509"/>
                  </a:lnTo>
                  <a:lnTo>
                    <a:pt x="607596" y="1540617"/>
                  </a:lnTo>
                  <a:lnTo>
                    <a:pt x="608668" y="1539722"/>
                  </a:lnTo>
                  <a:lnTo>
                    <a:pt x="609739" y="1538825"/>
                  </a:lnTo>
                  <a:lnTo>
                    <a:pt x="610811" y="1537924"/>
                  </a:lnTo>
                  <a:lnTo>
                    <a:pt x="611882" y="1537021"/>
                  </a:lnTo>
                  <a:lnTo>
                    <a:pt x="612954" y="1536116"/>
                  </a:lnTo>
                  <a:lnTo>
                    <a:pt x="614026" y="1535207"/>
                  </a:lnTo>
                  <a:lnTo>
                    <a:pt x="615097" y="1534296"/>
                  </a:lnTo>
                  <a:lnTo>
                    <a:pt x="616169" y="1533382"/>
                  </a:lnTo>
                  <a:lnTo>
                    <a:pt x="617240" y="1532466"/>
                  </a:lnTo>
                  <a:lnTo>
                    <a:pt x="618312" y="1531547"/>
                  </a:lnTo>
                  <a:lnTo>
                    <a:pt x="619384" y="1530625"/>
                  </a:lnTo>
                  <a:lnTo>
                    <a:pt x="620455" y="1529701"/>
                  </a:lnTo>
                  <a:lnTo>
                    <a:pt x="621527" y="1528774"/>
                  </a:lnTo>
                  <a:lnTo>
                    <a:pt x="622598" y="1527845"/>
                  </a:lnTo>
                  <a:lnTo>
                    <a:pt x="623670" y="1526913"/>
                  </a:lnTo>
                  <a:lnTo>
                    <a:pt x="624742" y="1525979"/>
                  </a:lnTo>
                  <a:lnTo>
                    <a:pt x="625813" y="1525042"/>
                  </a:lnTo>
                  <a:lnTo>
                    <a:pt x="626885" y="1524102"/>
                  </a:lnTo>
                  <a:lnTo>
                    <a:pt x="627956" y="1523160"/>
                  </a:lnTo>
                  <a:lnTo>
                    <a:pt x="629028" y="1522216"/>
                  </a:lnTo>
                  <a:lnTo>
                    <a:pt x="630100" y="1521269"/>
                  </a:lnTo>
                  <a:lnTo>
                    <a:pt x="631171" y="1520319"/>
                  </a:lnTo>
                  <a:lnTo>
                    <a:pt x="632243" y="1519367"/>
                  </a:lnTo>
                  <a:lnTo>
                    <a:pt x="633314" y="1518413"/>
                  </a:lnTo>
                  <a:lnTo>
                    <a:pt x="634386" y="1517457"/>
                  </a:lnTo>
                  <a:lnTo>
                    <a:pt x="635458" y="1516498"/>
                  </a:lnTo>
                  <a:lnTo>
                    <a:pt x="636529" y="1515536"/>
                  </a:lnTo>
                  <a:lnTo>
                    <a:pt x="637601" y="1514572"/>
                  </a:lnTo>
                  <a:lnTo>
                    <a:pt x="638672" y="1513606"/>
                  </a:lnTo>
                  <a:lnTo>
                    <a:pt x="639744" y="1512638"/>
                  </a:lnTo>
                  <a:lnTo>
                    <a:pt x="640816" y="1511667"/>
                  </a:lnTo>
                  <a:lnTo>
                    <a:pt x="641887" y="1510694"/>
                  </a:lnTo>
                  <a:lnTo>
                    <a:pt x="642959" y="1509719"/>
                  </a:lnTo>
                  <a:lnTo>
                    <a:pt x="644030" y="1508741"/>
                  </a:lnTo>
                  <a:lnTo>
                    <a:pt x="645102" y="1507762"/>
                  </a:lnTo>
                  <a:lnTo>
                    <a:pt x="646174" y="1506780"/>
                  </a:lnTo>
                  <a:lnTo>
                    <a:pt x="647245" y="1505796"/>
                  </a:lnTo>
                  <a:lnTo>
                    <a:pt x="648317" y="1504809"/>
                  </a:lnTo>
                  <a:lnTo>
                    <a:pt x="649388" y="1503821"/>
                  </a:lnTo>
                  <a:lnTo>
                    <a:pt x="650460" y="1502830"/>
                  </a:lnTo>
                  <a:lnTo>
                    <a:pt x="651532" y="1501838"/>
                  </a:lnTo>
                  <a:lnTo>
                    <a:pt x="652603" y="1500843"/>
                  </a:lnTo>
                  <a:lnTo>
                    <a:pt x="653675" y="1499846"/>
                  </a:lnTo>
                  <a:lnTo>
                    <a:pt x="654746" y="1498847"/>
                  </a:lnTo>
                  <a:lnTo>
                    <a:pt x="655818" y="1497846"/>
                  </a:lnTo>
                  <a:lnTo>
                    <a:pt x="656890" y="1496843"/>
                  </a:lnTo>
                  <a:lnTo>
                    <a:pt x="657961" y="1495838"/>
                  </a:lnTo>
                  <a:lnTo>
                    <a:pt x="659033" y="1494831"/>
                  </a:lnTo>
                  <a:lnTo>
                    <a:pt x="660104" y="1493822"/>
                  </a:lnTo>
                  <a:lnTo>
                    <a:pt x="661176" y="1492812"/>
                  </a:lnTo>
                  <a:lnTo>
                    <a:pt x="662248" y="1491799"/>
                  </a:lnTo>
                  <a:lnTo>
                    <a:pt x="663319" y="1490784"/>
                  </a:lnTo>
                  <a:lnTo>
                    <a:pt x="664391" y="1489768"/>
                  </a:lnTo>
                  <a:lnTo>
                    <a:pt x="665462" y="1488749"/>
                  </a:lnTo>
                  <a:lnTo>
                    <a:pt x="666534" y="1487729"/>
                  </a:lnTo>
                  <a:lnTo>
                    <a:pt x="667606" y="1486707"/>
                  </a:lnTo>
                  <a:lnTo>
                    <a:pt x="668677" y="1485684"/>
                  </a:lnTo>
                  <a:lnTo>
                    <a:pt x="669749" y="1484658"/>
                  </a:lnTo>
                  <a:lnTo>
                    <a:pt x="670820" y="1483631"/>
                  </a:lnTo>
                  <a:lnTo>
                    <a:pt x="671892" y="1482602"/>
                  </a:lnTo>
                  <a:lnTo>
                    <a:pt x="672964" y="1481571"/>
                  </a:lnTo>
                  <a:lnTo>
                    <a:pt x="674035" y="1480539"/>
                  </a:lnTo>
                  <a:lnTo>
                    <a:pt x="675107" y="1479505"/>
                  </a:lnTo>
                  <a:lnTo>
                    <a:pt x="676178" y="1478470"/>
                  </a:lnTo>
                  <a:lnTo>
                    <a:pt x="677250" y="1477433"/>
                  </a:lnTo>
                  <a:lnTo>
                    <a:pt x="678322" y="1476394"/>
                  </a:lnTo>
                  <a:lnTo>
                    <a:pt x="679393" y="1475354"/>
                  </a:lnTo>
                  <a:lnTo>
                    <a:pt x="680465" y="1474312"/>
                  </a:lnTo>
                  <a:lnTo>
                    <a:pt x="681536" y="1473269"/>
                  </a:lnTo>
                  <a:lnTo>
                    <a:pt x="682608" y="1472224"/>
                  </a:lnTo>
                  <a:lnTo>
                    <a:pt x="683680" y="1471178"/>
                  </a:lnTo>
                  <a:lnTo>
                    <a:pt x="684751" y="1470130"/>
                  </a:lnTo>
                  <a:lnTo>
                    <a:pt x="685823" y="1469081"/>
                  </a:lnTo>
                  <a:lnTo>
                    <a:pt x="686894" y="1468031"/>
                  </a:lnTo>
                  <a:lnTo>
                    <a:pt x="687966" y="1466979"/>
                  </a:lnTo>
                  <a:lnTo>
                    <a:pt x="689038" y="1465926"/>
                  </a:lnTo>
                  <a:lnTo>
                    <a:pt x="690109" y="1464872"/>
                  </a:lnTo>
                  <a:lnTo>
                    <a:pt x="691181" y="1463816"/>
                  </a:lnTo>
                  <a:lnTo>
                    <a:pt x="692252" y="1462759"/>
                  </a:lnTo>
                  <a:lnTo>
                    <a:pt x="693324" y="1461701"/>
                  </a:lnTo>
                  <a:lnTo>
                    <a:pt x="694396" y="1460642"/>
                  </a:lnTo>
                  <a:lnTo>
                    <a:pt x="695467" y="1459581"/>
                  </a:lnTo>
                  <a:lnTo>
                    <a:pt x="696539" y="1458520"/>
                  </a:lnTo>
                  <a:lnTo>
                    <a:pt x="697610" y="1457457"/>
                  </a:lnTo>
                  <a:lnTo>
                    <a:pt x="698682" y="1456393"/>
                  </a:lnTo>
                  <a:lnTo>
                    <a:pt x="699754" y="1455328"/>
                  </a:lnTo>
                  <a:lnTo>
                    <a:pt x="700825" y="1454262"/>
                  </a:lnTo>
                  <a:lnTo>
                    <a:pt x="701897" y="1453195"/>
                  </a:lnTo>
                  <a:lnTo>
                    <a:pt x="702968" y="1452127"/>
                  </a:lnTo>
                  <a:lnTo>
                    <a:pt x="704040" y="1451058"/>
                  </a:lnTo>
                  <a:lnTo>
                    <a:pt x="705112" y="1449988"/>
                  </a:lnTo>
                  <a:lnTo>
                    <a:pt x="706183" y="1448918"/>
                  </a:lnTo>
                  <a:lnTo>
                    <a:pt x="707255" y="1447846"/>
                  </a:lnTo>
                  <a:lnTo>
                    <a:pt x="708326" y="1446774"/>
                  </a:lnTo>
                  <a:lnTo>
                    <a:pt x="709398" y="1445700"/>
                  </a:lnTo>
                  <a:lnTo>
                    <a:pt x="710469" y="1444626"/>
                  </a:lnTo>
                  <a:lnTo>
                    <a:pt x="711541" y="1443551"/>
                  </a:lnTo>
                  <a:lnTo>
                    <a:pt x="712613" y="1442476"/>
                  </a:lnTo>
                  <a:lnTo>
                    <a:pt x="713684" y="1441399"/>
                  </a:lnTo>
                  <a:lnTo>
                    <a:pt x="714756" y="1440322"/>
                  </a:lnTo>
                  <a:lnTo>
                    <a:pt x="715827" y="1439245"/>
                  </a:lnTo>
                  <a:lnTo>
                    <a:pt x="716899" y="1438167"/>
                  </a:lnTo>
                  <a:lnTo>
                    <a:pt x="717971" y="1437088"/>
                  </a:lnTo>
                  <a:lnTo>
                    <a:pt x="719042" y="1436008"/>
                  </a:lnTo>
                  <a:lnTo>
                    <a:pt x="720114" y="1434928"/>
                  </a:lnTo>
                  <a:lnTo>
                    <a:pt x="721185" y="1433848"/>
                  </a:lnTo>
                  <a:lnTo>
                    <a:pt x="722257" y="1432767"/>
                  </a:lnTo>
                  <a:lnTo>
                    <a:pt x="723329" y="1431686"/>
                  </a:lnTo>
                  <a:lnTo>
                    <a:pt x="724400" y="1430604"/>
                  </a:lnTo>
                  <a:lnTo>
                    <a:pt x="725472" y="1429522"/>
                  </a:lnTo>
                  <a:lnTo>
                    <a:pt x="726543" y="1428439"/>
                  </a:lnTo>
                  <a:lnTo>
                    <a:pt x="727615" y="1427356"/>
                  </a:lnTo>
                  <a:lnTo>
                    <a:pt x="728687" y="1426273"/>
                  </a:lnTo>
                  <a:lnTo>
                    <a:pt x="729758" y="1425189"/>
                  </a:lnTo>
                  <a:lnTo>
                    <a:pt x="730830" y="1424106"/>
                  </a:lnTo>
                  <a:lnTo>
                    <a:pt x="731901" y="1423022"/>
                  </a:lnTo>
                  <a:lnTo>
                    <a:pt x="732973" y="1421938"/>
                  </a:lnTo>
                  <a:lnTo>
                    <a:pt x="734045" y="1420853"/>
                  </a:lnTo>
                  <a:lnTo>
                    <a:pt x="735116" y="1419769"/>
                  </a:lnTo>
                  <a:lnTo>
                    <a:pt x="736188" y="1418684"/>
                  </a:lnTo>
                  <a:lnTo>
                    <a:pt x="737259" y="1417600"/>
                  </a:lnTo>
                  <a:lnTo>
                    <a:pt x="738331" y="1416515"/>
                  </a:lnTo>
                  <a:lnTo>
                    <a:pt x="739403" y="1415431"/>
                  </a:lnTo>
                  <a:lnTo>
                    <a:pt x="740474" y="1414346"/>
                  </a:lnTo>
                  <a:lnTo>
                    <a:pt x="741546" y="1413262"/>
                  </a:lnTo>
                  <a:lnTo>
                    <a:pt x="742617" y="1412177"/>
                  </a:lnTo>
                  <a:lnTo>
                    <a:pt x="743689" y="1411093"/>
                  </a:lnTo>
                  <a:lnTo>
                    <a:pt x="744761" y="1410009"/>
                  </a:lnTo>
                  <a:lnTo>
                    <a:pt x="745832" y="1408925"/>
                  </a:lnTo>
                  <a:lnTo>
                    <a:pt x="746904" y="1407841"/>
                  </a:lnTo>
                  <a:lnTo>
                    <a:pt x="747975" y="1406758"/>
                  </a:lnTo>
                  <a:lnTo>
                    <a:pt x="749047" y="1405674"/>
                  </a:lnTo>
                  <a:lnTo>
                    <a:pt x="750119" y="1404591"/>
                  </a:lnTo>
                  <a:lnTo>
                    <a:pt x="751190" y="1403509"/>
                  </a:lnTo>
                  <a:lnTo>
                    <a:pt x="752262" y="1402427"/>
                  </a:lnTo>
                  <a:lnTo>
                    <a:pt x="753333" y="1401345"/>
                  </a:lnTo>
                  <a:lnTo>
                    <a:pt x="754405" y="1400264"/>
                  </a:lnTo>
                  <a:lnTo>
                    <a:pt x="755477" y="1399183"/>
                  </a:lnTo>
                  <a:lnTo>
                    <a:pt x="756548" y="1398102"/>
                  </a:lnTo>
                  <a:lnTo>
                    <a:pt x="757620" y="1397023"/>
                  </a:lnTo>
                  <a:lnTo>
                    <a:pt x="758691" y="1395943"/>
                  </a:lnTo>
                  <a:lnTo>
                    <a:pt x="759763" y="1394865"/>
                  </a:lnTo>
                  <a:lnTo>
                    <a:pt x="760835" y="1393787"/>
                  </a:lnTo>
                  <a:lnTo>
                    <a:pt x="761906" y="1392709"/>
                  </a:lnTo>
                  <a:lnTo>
                    <a:pt x="762978" y="1391633"/>
                  </a:lnTo>
                  <a:lnTo>
                    <a:pt x="764049" y="1390557"/>
                  </a:lnTo>
                  <a:lnTo>
                    <a:pt x="765121" y="1389481"/>
                  </a:lnTo>
                  <a:lnTo>
                    <a:pt x="766193" y="1388407"/>
                  </a:lnTo>
                  <a:lnTo>
                    <a:pt x="767264" y="1387333"/>
                  </a:lnTo>
                  <a:lnTo>
                    <a:pt x="768336" y="1386261"/>
                  </a:lnTo>
                  <a:lnTo>
                    <a:pt x="769407" y="1385189"/>
                  </a:lnTo>
                  <a:lnTo>
                    <a:pt x="770479" y="1384118"/>
                  </a:lnTo>
                  <a:lnTo>
                    <a:pt x="771551" y="1383048"/>
                  </a:lnTo>
                  <a:lnTo>
                    <a:pt x="772622" y="1381979"/>
                  </a:lnTo>
                  <a:lnTo>
                    <a:pt x="773694" y="1380911"/>
                  </a:lnTo>
                  <a:lnTo>
                    <a:pt x="774765" y="1379844"/>
                  </a:lnTo>
                  <a:lnTo>
                    <a:pt x="775837" y="1378778"/>
                  </a:lnTo>
                  <a:lnTo>
                    <a:pt x="776909" y="1377714"/>
                  </a:lnTo>
                  <a:lnTo>
                    <a:pt x="777980" y="1376650"/>
                  </a:lnTo>
                  <a:lnTo>
                    <a:pt x="779052" y="1375588"/>
                  </a:lnTo>
                  <a:lnTo>
                    <a:pt x="780123" y="1374527"/>
                  </a:lnTo>
                  <a:lnTo>
                    <a:pt x="781195" y="1373467"/>
                  </a:lnTo>
                  <a:lnTo>
                    <a:pt x="782267" y="1372408"/>
                  </a:lnTo>
                  <a:lnTo>
                    <a:pt x="783338" y="1371351"/>
                  </a:lnTo>
                  <a:lnTo>
                    <a:pt x="784410" y="1370295"/>
                  </a:lnTo>
                  <a:lnTo>
                    <a:pt x="785481" y="1369241"/>
                  </a:lnTo>
                  <a:lnTo>
                    <a:pt x="786553" y="1368187"/>
                  </a:lnTo>
                  <a:lnTo>
                    <a:pt x="787625" y="1367136"/>
                  </a:lnTo>
                  <a:lnTo>
                    <a:pt x="788696" y="1366086"/>
                  </a:lnTo>
                  <a:lnTo>
                    <a:pt x="789768" y="1365037"/>
                  </a:lnTo>
                  <a:lnTo>
                    <a:pt x="790839" y="1363990"/>
                  </a:lnTo>
                  <a:lnTo>
                    <a:pt x="791911" y="1362944"/>
                  </a:lnTo>
                  <a:lnTo>
                    <a:pt x="792983" y="1361901"/>
                  </a:lnTo>
                  <a:lnTo>
                    <a:pt x="794054" y="1360858"/>
                  </a:lnTo>
                  <a:lnTo>
                    <a:pt x="795126" y="1359818"/>
                  </a:lnTo>
                  <a:lnTo>
                    <a:pt x="796197" y="1358779"/>
                  </a:lnTo>
                  <a:lnTo>
                    <a:pt x="797269" y="1357742"/>
                  </a:lnTo>
                  <a:lnTo>
                    <a:pt x="798341" y="1356707"/>
                  </a:lnTo>
                  <a:lnTo>
                    <a:pt x="799412" y="1355673"/>
                  </a:lnTo>
                  <a:lnTo>
                    <a:pt x="800484" y="1354642"/>
                  </a:lnTo>
                  <a:lnTo>
                    <a:pt x="801555" y="1353612"/>
                  </a:lnTo>
                  <a:lnTo>
                    <a:pt x="802627" y="1352585"/>
                  </a:lnTo>
                  <a:lnTo>
                    <a:pt x="803699" y="1351559"/>
                  </a:lnTo>
                  <a:lnTo>
                    <a:pt x="804770" y="1350535"/>
                  </a:lnTo>
                  <a:lnTo>
                    <a:pt x="805842" y="1349513"/>
                  </a:lnTo>
                  <a:lnTo>
                    <a:pt x="806913" y="1348494"/>
                  </a:lnTo>
                  <a:lnTo>
                    <a:pt x="807985" y="1347476"/>
                  </a:lnTo>
                  <a:lnTo>
                    <a:pt x="809057" y="1346461"/>
                  </a:lnTo>
                  <a:lnTo>
                    <a:pt x="810128" y="1345447"/>
                  </a:lnTo>
                  <a:lnTo>
                    <a:pt x="811200" y="1344436"/>
                  </a:lnTo>
                  <a:lnTo>
                    <a:pt x="812271" y="1343428"/>
                  </a:lnTo>
                  <a:lnTo>
                    <a:pt x="813343" y="1342421"/>
                  </a:lnTo>
                  <a:lnTo>
                    <a:pt x="814415" y="1341417"/>
                  </a:lnTo>
                  <a:lnTo>
                    <a:pt x="815486" y="1340415"/>
                  </a:lnTo>
                  <a:lnTo>
                    <a:pt x="816558" y="1339415"/>
                  </a:lnTo>
                  <a:lnTo>
                    <a:pt x="817629" y="1338418"/>
                  </a:lnTo>
                  <a:lnTo>
                    <a:pt x="818701" y="1337423"/>
                  </a:lnTo>
                  <a:lnTo>
                    <a:pt x="819773" y="1336431"/>
                  </a:lnTo>
                  <a:lnTo>
                    <a:pt x="820844" y="1335442"/>
                  </a:lnTo>
                  <a:lnTo>
                    <a:pt x="821916" y="1334454"/>
                  </a:lnTo>
                  <a:lnTo>
                    <a:pt x="822987" y="1333470"/>
                  </a:lnTo>
                  <a:lnTo>
                    <a:pt x="824059" y="1332488"/>
                  </a:lnTo>
                  <a:lnTo>
                    <a:pt x="825131" y="1331509"/>
                  </a:lnTo>
                  <a:lnTo>
                    <a:pt x="826202" y="1330532"/>
                  </a:lnTo>
                  <a:lnTo>
                    <a:pt x="827274" y="1329558"/>
                  </a:lnTo>
                  <a:lnTo>
                    <a:pt x="828345" y="1328587"/>
                  </a:lnTo>
                  <a:lnTo>
                    <a:pt x="829417" y="1327619"/>
                  </a:lnTo>
                  <a:lnTo>
                    <a:pt x="830489" y="1326653"/>
                  </a:lnTo>
                  <a:lnTo>
                    <a:pt x="831560" y="1325690"/>
                  </a:lnTo>
                  <a:lnTo>
                    <a:pt x="832632" y="1324731"/>
                  </a:lnTo>
                  <a:lnTo>
                    <a:pt x="833703" y="1323774"/>
                  </a:lnTo>
                  <a:lnTo>
                    <a:pt x="834775" y="1322820"/>
                  </a:lnTo>
                  <a:lnTo>
                    <a:pt x="835847" y="1321869"/>
                  </a:lnTo>
                  <a:lnTo>
                    <a:pt x="836918" y="1320921"/>
                  </a:lnTo>
                  <a:lnTo>
                    <a:pt x="837990" y="1319976"/>
                  </a:lnTo>
                  <a:lnTo>
                    <a:pt x="839061" y="1319034"/>
                  </a:lnTo>
                  <a:lnTo>
                    <a:pt x="840133" y="1318096"/>
                  </a:lnTo>
                  <a:lnTo>
                    <a:pt x="841205" y="1317160"/>
                  </a:lnTo>
                  <a:lnTo>
                    <a:pt x="842276" y="1316228"/>
                  </a:lnTo>
                  <a:lnTo>
                    <a:pt x="843348" y="1315299"/>
                  </a:lnTo>
                  <a:lnTo>
                    <a:pt x="844419" y="1314373"/>
                  </a:lnTo>
                  <a:lnTo>
                    <a:pt x="845491" y="1313451"/>
                  </a:lnTo>
                  <a:lnTo>
                    <a:pt x="846563" y="1312532"/>
                  </a:lnTo>
                  <a:lnTo>
                    <a:pt x="847634" y="1311616"/>
                  </a:lnTo>
                  <a:lnTo>
                    <a:pt x="848706" y="1310704"/>
                  </a:lnTo>
                  <a:lnTo>
                    <a:pt x="849777" y="1309795"/>
                  </a:lnTo>
                  <a:lnTo>
                    <a:pt x="850849" y="1308890"/>
                  </a:lnTo>
                  <a:lnTo>
                    <a:pt x="851921" y="1307988"/>
                  </a:lnTo>
                  <a:lnTo>
                    <a:pt x="852992" y="1307089"/>
                  </a:lnTo>
                  <a:lnTo>
                    <a:pt x="854064" y="1306195"/>
                  </a:lnTo>
                  <a:lnTo>
                    <a:pt x="855135" y="1305303"/>
                  </a:lnTo>
                  <a:lnTo>
                    <a:pt x="856207" y="1304416"/>
                  </a:lnTo>
                  <a:lnTo>
                    <a:pt x="857279" y="1303532"/>
                  </a:lnTo>
                  <a:lnTo>
                    <a:pt x="858350" y="1302652"/>
                  </a:lnTo>
                  <a:lnTo>
                    <a:pt x="859422" y="1301776"/>
                  </a:lnTo>
                  <a:lnTo>
                    <a:pt x="860493" y="1300903"/>
                  </a:lnTo>
                  <a:lnTo>
                    <a:pt x="861565" y="1300034"/>
                  </a:lnTo>
                  <a:lnTo>
                    <a:pt x="862637" y="1299169"/>
                  </a:lnTo>
                  <a:lnTo>
                    <a:pt x="863708" y="1298308"/>
                  </a:lnTo>
                  <a:lnTo>
                    <a:pt x="864780" y="1297451"/>
                  </a:lnTo>
                  <a:lnTo>
                    <a:pt x="865851" y="1296598"/>
                  </a:lnTo>
                  <a:lnTo>
                    <a:pt x="866923" y="1295749"/>
                  </a:lnTo>
                  <a:lnTo>
                    <a:pt x="867995" y="1294903"/>
                  </a:lnTo>
                  <a:lnTo>
                    <a:pt x="869066" y="1294062"/>
                  </a:lnTo>
                  <a:lnTo>
                    <a:pt x="870138" y="1293225"/>
                  </a:lnTo>
                  <a:lnTo>
                    <a:pt x="871209" y="1292392"/>
                  </a:lnTo>
                  <a:lnTo>
                    <a:pt x="872281" y="1291564"/>
                  </a:lnTo>
                  <a:lnTo>
                    <a:pt x="873353" y="1290739"/>
                  </a:lnTo>
                  <a:lnTo>
                    <a:pt x="874424" y="1289919"/>
                  </a:lnTo>
                  <a:lnTo>
                    <a:pt x="875496" y="1289102"/>
                  </a:lnTo>
                  <a:lnTo>
                    <a:pt x="876567" y="1288291"/>
                  </a:lnTo>
                  <a:lnTo>
                    <a:pt x="877639" y="1287483"/>
                  </a:lnTo>
                  <a:lnTo>
                    <a:pt x="878711" y="1286680"/>
                  </a:lnTo>
                  <a:lnTo>
                    <a:pt x="879782" y="1285881"/>
                  </a:lnTo>
                  <a:lnTo>
                    <a:pt x="880854" y="1285087"/>
                  </a:lnTo>
                  <a:lnTo>
                    <a:pt x="881925" y="1284297"/>
                  </a:lnTo>
                  <a:lnTo>
                    <a:pt x="882997" y="1283511"/>
                  </a:lnTo>
                  <a:lnTo>
                    <a:pt x="884069" y="1282730"/>
                  </a:lnTo>
                  <a:lnTo>
                    <a:pt x="885140" y="1281954"/>
                  </a:lnTo>
                  <a:lnTo>
                    <a:pt x="886212" y="1281182"/>
                  </a:lnTo>
                  <a:lnTo>
                    <a:pt x="887283" y="1280415"/>
                  </a:lnTo>
                  <a:lnTo>
                    <a:pt x="888355" y="1279653"/>
                  </a:lnTo>
                  <a:lnTo>
                    <a:pt x="889426" y="1278895"/>
                  </a:lnTo>
                  <a:lnTo>
                    <a:pt x="890498" y="1278142"/>
                  </a:lnTo>
                  <a:lnTo>
                    <a:pt x="891570" y="1277393"/>
                  </a:lnTo>
                  <a:lnTo>
                    <a:pt x="892641" y="1276650"/>
                  </a:lnTo>
                  <a:lnTo>
                    <a:pt x="893713" y="1275911"/>
                  </a:lnTo>
                  <a:lnTo>
                    <a:pt x="894784" y="1275177"/>
                  </a:lnTo>
                  <a:lnTo>
                    <a:pt x="895856" y="1274448"/>
                  </a:lnTo>
                  <a:lnTo>
                    <a:pt x="896928" y="1273724"/>
                  </a:lnTo>
                  <a:lnTo>
                    <a:pt x="897999" y="1273005"/>
                  </a:lnTo>
                  <a:lnTo>
                    <a:pt x="899071" y="1272290"/>
                  </a:lnTo>
                  <a:lnTo>
                    <a:pt x="900142" y="1271581"/>
                  </a:lnTo>
                  <a:lnTo>
                    <a:pt x="901214" y="1270877"/>
                  </a:lnTo>
                  <a:lnTo>
                    <a:pt x="902286" y="1270178"/>
                  </a:lnTo>
                  <a:lnTo>
                    <a:pt x="903357" y="1269484"/>
                  </a:lnTo>
                  <a:lnTo>
                    <a:pt x="904429" y="1268795"/>
                  </a:lnTo>
                  <a:lnTo>
                    <a:pt x="905500" y="1268111"/>
                  </a:lnTo>
                  <a:lnTo>
                    <a:pt x="906572" y="1267432"/>
                  </a:lnTo>
                  <a:lnTo>
                    <a:pt x="907644" y="1266759"/>
                  </a:lnTo>
                  <a:lnTo>
                    <a:pt x="908715" y="1266091"/>
                  </a:lnTo>
                  <a:lnTo>
                    <a:pt x="909787" y="1265428"/>
                  </a:lnTo>
                  <a:lnTo>
                    <a:pt x="910858" y="1264771"/>
                  </a:lnTo>
                  <a:lnTo>
                    <a:pt x="911930" y="1264119"/>
                  </a:lnTo>
                  <a:lnTo>
                    <a:pt x="913002" y="1263472"/>
                  </a:lnTo>
                  <a:lnTo>
                    <a:pt x="914073" y="1262831"/>
                  </a:lnTo>
                  <a:lnTo>
                    <a:pt x="915145" y="1262194"/>
                  </a:lnTo>
                  <a:lnTo>
                    <a:pt x="916216" y="1261564"/>
                  </a:lnTo>
                  <a:lnTo>
                    <a:pt x="917288" y="1260938"/>
                  </a:lnTo>
                  <a:lnTo>
                    <a:pt x="918360" y="1260318"/>
                  </a:lnTo>
                  <a:lnTo>
                    <a:pt x="919431" y="1259704"/>
                  </a:lnTo>
                  <a:lnTo>
                    <a:pt x="920503" y="1259095"/>
                  </a:lnTo>
                  <a:lnTo>
                    <a:pt x="921574" y="1258491"/>
                  </a:lnTo>
                  <a:lnTo>
                    <a:pt x="922646" y="1257892"/>
                  </a:lnTo>
                  <a:lnTo>
                    <a:pt x="923718" y="1257299"/>
                  </a:lnTo>
                  <a:lnTo>
                    <a:pt x="924789" y="1256710"/>
                  </a:lnTo>
                  <a:lnTo>
                    <a:pt x="925861" y="1256128"/>
                  </a:lnTo>
                  <a:lnTo>
                    <a:pt x="926932" y="1255550"/>
                  </a:lnTo>
                  <a:lnTo>
                    <a:pt x="928004" y="1254978"/>
                  </a:lnTo>
                  <a:lnTo>
                    <a:pt x="929076" y="1254411"/>
                  </a:lnTo>
                  <a:lnTo>
                    <a:pt x="930147" y="1253850"/>
                  </a:lnTo>
                  <a:lnTo>
                    <a:pt x="931219" y="1253294"/>
                  </a:lnTo>
                  <a:lnTo>
                    <a:pt x="932290" y="1252743"/>
                  </a:lnTo>
                  <a:lnTo>
                    <a:pt x="933362" y="1252197"/>
                  </a:lnTo>
                  <a:lnTo>
                    <a:pt x="934434" y="1251657"/>
                  </a:lnTo>
                  <a:lnTo>
                    <a:pt x="935505" y="1251121"/>
                  </a:lnTo>
                  <a:lnTo>
                    <a:pt x="936577" y="1250591"/>
                  </a:lnTo>
                  <a:lnTo>
                    <a:pt x="937648" y="1250067"/>
                  </a:lnTo>
                  <a:lnTo>
                    <a:pt x="938720" y="1249547"/>
                  </a:lnTo>
                  <a:lnTo>
                    <a:pt x="939792" y="1249033"/>
                  </a:lnTo>
                  <a:lnTo>
                    <a:pt x="940863" y="1248524"/>
                  </a:lnTo>
                  <a:lnTo>
                    <a:pt x="941935" y="1248020"/>
                  </a:lnTo>
                  <a:lnTo>
                    <a:pt x="943006" y="1247521"/>
                  </a:lnTo>
                  <a:lnTo>
                    <a:pt x="944078" y="1247028"/>
                  </a:lnTo>
                  <a:lnTo>
                    <a:pt x="945150" y="1246540"/>
                  </a:lnTo>
                  <a:lnTo>
                    <a:pt x="946221" y="1246057"/>
                  </a:lnTo>
                  <a:lnTo>
                    <a:pt x="947293" y="1245579"/>
                  </a:lnTo>
                  <a:lnTo>
                    <a:pt x="948364" y="1245106"/>
                  </a:lnTo>
                  <a:lnTo>
                    <a:pt x="949436" y="1244638"/>
                  </a:lnTo>
                  <a:lnTo>
                    <a:pt x="950508" y="1244176"/>
                  </a:lnTo>
                  <a:lnTo>
                    <a:pt x="951579" y="1243718"/>
                  </a:lnTo>
                  <a:lnTo>
                    <a:pt x="952651" y="1243266"/>
                  </a:lnTo>
                  <a:lnTo>
                    <a:pt x="953722" y="1242819"/>
                  </a:lnTo>
                  <a:lnTo>
                    <a:pt x="954794" y="1242377"/>
                  </a:lnTo>
                  <a:lnTo>
                    <a:pt x="955866" y="1241940"/>
                  </a:lnTo>
                  <a:lnTo>
                    <a:pt x="956937" y="1241508"/>
                  </a:lnTo>
                  <a:lnTo>
                    <a:pt x="958009" y="1241081"/>
                  </a:lnTo>
                  <a:lnTo>
                    <a:pt x="959080" y="1240659"/>
                  </a:lnTo>
                  <a:lnTo>
                    <a:pt x="960152" y="1240242"/>
                  </a:lnTo>
                  <a:lnTo>
                    <a:pt x="961224" y="1239830"/>
                  </a:lnTo>
                  <a:lnTo>
                    <a:pt x="962295" y="1239424"/>
                  </a:lnTo>
                  <a:lnTo>
                    <a:pt x="963367" y="1239022"/>
                  </a:lnTo>
                  <a:lnTo>
                    <a:pt x="964438" y="1238625"/>
                  </a:lnTo>
                  <a:lnTo>
                    <a:pt x="965510" y="1238233"/>
                  </a:lnTo>
                  <a:lnTo>
                    <a:pt x="966582" y="1237846"/>
                  </a:lnTo>
                  <a:lnTo>
                    <a:pt x="967653" y="1237464"/>
                  </a:lnTo>
                  <a:lnTo>
                    <a:pt x="968725" y="1237087"/>
                  </a:lnTo>
                  <a:lnTo>
                    <a:pt x="969796" y="1236715"/>
                  </a:lnTo>
                  <a:lnTo>
                    <a:pt x="970868" y="1236348"/>
                  </a:lnTo>
                  <a:lnTo>
                    <a:pt x="971940" y="1235986"/>
                  </a:lnTo>
                  <a:lnTo>
                    <a:pt x="973011" y="1235629"/>
                  </a:lnTo>
                  <a:lnTo>
                    <a:pt x="974083" y="1235276"/>
                  </a:lnTo>
                  <a:lnTo>
                    <a:pt x="975154" y="1234928"/>
                  </a:lnTo>
                  <a:lnTo>
                    <a:pt x="976226" y="1234586"/>
                  </a:lnTo>
                  <a:lnTo>
                    <a:pt x="977298" y="1234248"/>
                  </a:lnTo>
                  <a:lnTo>
                    <a:pt x="978369" y="1233914"/>
                  </a:lnTo>
                  <a:lnTo>
                    <a:pt x="979441" y="1233586"/>
                  </a:lnTo>
                  <a:lnTo>
                    <a:pt x="980512" y="1233263"/>
                  </a:lnTo>
                  <a:lnTo>
                    <a:pt x="981584" y="1232944"/>
                  </a:lnTo>
                  <a:lnTo>
                    <a:pt x="982656" y="1232630"/>
                  </a:lnTo>
                  <a:lnTo>
                    <a:pt x="983727" y="1232320"/>
                  </a:lnTo>
                  <a:lnTo>
                    <a:pt x="984799" y="1232016"/>
                  </a:lnTo>
                  <a:lnTo>
                    <a:pt x="985870" y="1231716"/>
                  </a:lnTo>
                  <a:lnTo>
                    <a:pt x="986942" y="1231421"/>
                  </a:lnTo>
                  <a:lnTo>
                    <a:pt x="988014" y="1231130"/>
                  </a:lnTo>
                  <a:lnTo>
                    <a:pt x="989085" y="1230844"/>
                  </a:lnTo>
                  <a:lnTo>
                    <a:pt x="990157" y="1230563"/>
                  </a:lnTo>
                  <a:lnTo>
                    <a:pt x="991228" y="1230286"/>
                  </a:lnTo>
                  <a:lnTo>
                    <a:pt x="992300" y="1230014"/>
                  </a:lnTo>
                  <a:lnTo>
                    <a:pt x="993372" y="1229747"/>
                  </a:lnTo>
                  <a:lnTo>
                    <a:pt x="994443" y="1229484"/>
                  </a:lnTo>
                  <a:lnTo>
                    <a:pt x="995515" y="1229226"/>
                  </a:lnTo>
                  <a:lnTo>
                    <a:pt x="996586" y="1228972"/>
                  </a:lnTo>
                  <a:lnTo>
                    <a:pt x="997658" y="1228723"/>
                  </a:lnTo>
                  <a:lnTo>
                    <a:pt x="998730" y="1228479"/>
                  </a:lnTo>
                  <a:lnTo>
                    <a:pt x="999801" y="1228238"/>
                  </a:lnTo>
                  <a:lnTo>
                    <a:pt x="1000873" y="1228003"/>
                  </a:lnTo>
                  <a:lnTo>
                    <a:pt x="1001944" y="1227772"/>
                  </a:lnTo>
                  <a:lnTo>
                    <a:pt x="1003016" y="1227545"/>
                  </a:lnTo>
                  <a:lnTo>
                    <a:pt x="1004088" y="1227323"/>
                  </a:lnTo>
                  <a:lnTo>
                    <a:pt x="1005159" y="1227105"/>
                  </a:lnTo>
                  <a:lnTo>
                    <a:pt x="1006231" y="1226891"/>
                  </a:lnTo>
                  <a:lnTo>
                    <a:pt x="1007302" y="1226682"/>
                  </a:lnTo>
                  <a:lnTo>
                    <a:pt x="1008374" y="1226477"/>
                  </a:lnTo>
                  <a:lnTo>
                    <a:pt x="1009446" y="1226277"/>
                  </a:lnTo>
                  <a:lnTo>
                    <a:pt x="1010517" y="1226081"/>
                  </a:lnTo>
                  <a:lnTo>
                    <a:pt x="1011589" y="1225889"/>
                  </a:lnTo>
                  <a:lnTo>
                    <a:pt x="1012660" y="1225702"/>
                  </a:lnTo>
                  <a:lnTo>
                    <a:pt x="1013732" y="1225518"/>
                  </a:lnTo>
                  <a:lnTo>
                    <a:pt x="1014804" y="1225339"/>
                  </a:lnTo>
                  <a:lnTo>
                    <a:pt x="1015875" y="1225165"/>
                  </a:lnTo>
                  <a:lnTo>
                    <a:pt x="1016947" y="1224994"/>
                  </a:lnTo>
                  <a:lnTo>
                    <a:pt x="1018018" y="1224828"/>
                  </a:lnTo>
                  <a:lnTo>
                    <a:pt x="1019090" y="1224666"/>
                  </a:lnTo>
                  <a:lnTo>
                    <a:pt x="1020162" y="1224508"/>
                  </a:lnTo>
                  <a:lnTo>
                    <a:pt x="1021233" y="1224354"/>
                  </a:lnTo>
                  <a:lnTo>
                    <a:pt x="1022305" y="1224204"/>
                  </a:lnTo>
                  <a:lnTo>
                    <a:pt x="1023376" y="1224058"/>
                  </a:lnTo>
                  <a:lnTo>
                    <a:pt x="1024448" y="1223917"/>
                  </a:lnTo>
                  <a:lnTo>
                    <a:pt x="1025520" y="1223779"/>
                  </a:lnTo>
                  <a:lnTo>
                    <a:pt x="1026591" y="1223646"/>
                  </a:lnTo>
                  <a:lnTo>
                    <a:pt x="1027663" y="1223516"/>
                  </a:lnTo>
                  <a:lnTo>
                    <a:pt x="1028734" y="1223391"/>
                  </a:lnTo>
                  <a:lnTo>
                    <a:pt x="1029806" y="1223270"/>
                  </a:lnTo>
                  <a:lnTo>
                    <a:pt x="1030878" y="1223152"/>
                  </a:lnTo>
                  <a:lnTo>
                    <a:pt x="1031949" y="1223039"/>
                  </a:lnTo>
                  <a:lnTo>
                    <a:pt x="1033021" y="1222929"/>
                  </a:lnTo>
                  <a:lnTo>
                    <a:pt x="1034092" y="1222823"/>
                  </a:lnTo>
                  <a:lnTo>
                    <a:pt x="1035164" y="1222721"/>
                  </a:lnTo>
                  <a:lnTo>
                    <a:pt x="1036236" y="1222623"/>
                  </a:lnTo>
                  <a:lnTo>
                    <a:pt x="1037307" y="1222529"/>
                  </a:lnTo>
                  <a:lnTo>
                    <a:pt x="1038379" y="1222439"/>
                  </a:lnTo>
                  <a:lnTo>
                    <a:pt x="1039450" y="1222353"/>
                  </a:lnTo>
                  <a:lnTo>
                    <a:pt x="1040522" y="1222270"/>
                  </a:lnTo>
                  <a:lnTo>
                    <a:pt x="1041594" y="1222191"/>
                  </a:lnTo>
                  <a:lnTo>
                    <a:pt x="1042665" y="1222116"/>
                  </a:lnTo>
                  <a:lnTo>
                    <a:pt x="1043737" y="1222044"/>
                  </a:lnTo>
                  <a:lnTo>
                    <a:pt x="1044808" y="1221976"/>
                  </a:lnTo>
                  <a:lnTo>
                    <a:pt x="1045880" y="1221912"/>
                  </a:lnTo>
                  <a:lnTo>
                    <a:pt x="1046952" y="1221852"/>
                  </a:lnTo>
                  <a:lnTo>
                    <a:pt x="1048023" y="1221795"/>
                  </a:lnTo>
                  <a:lnTo>
                    <a:pt x="1049095" y="1221742"/>
                  </a:lnTo>
                  <a:lnTo>
                    <a:pt x="1050166" y="1221692"/>
                  </a:lnTo>
                  <a:lnTo>
                    <a:pt x="1051238" y="1221646"/>
                  </a:lnTo>
                  <a:lnTo>
                    <a:pt x="1052310" y="1221604"/>
                  </a:lnTo>
                  <a:lnTo>
                    <a:pt x="1053381" y="1221565"/>
                  </a:lnTo>
                  <a:lnTo>
                    <a:pt x="1054453" y="1221529"/>
                  </a:lnTo>
                  <a:lnTo>
                    <a:pt x="1055524" y="1221497"/>
                  </a:lnTo>
                  <a:lnTo>
                    <a:pt x="1056596" y="1221469"/>
                  </a:lnTo>
                  <a:lnTo>
                    <a:pt x="1057668" y="1221444"/>
                  </a:lnTo>
                  <a:lnTo>
                    <a:pt x="1058739" y="1221422"/>
                  </a:lnTo>
                  <a:lnTo>
                    <a:pt x="1059811" y="1221404"/>
                  </a:lnTo>
                  <a:lnTo>
                    <a:pt x="1060882" y="1221389"/>
                  </a:lnTo>
                  <a:lnTo>
                    <a:pt x="1061954" y="1221378"/>
                  </a:lnTo>
                  <a:lnTo>
                    <a:pt x="1063026" y="1221369"/>
                  </a:lnTo>
                  <a:lnTo>
                    <a:pt x="1064097" y="1221365"/>
                  </a:lnTo>
                  <a:lnTo>
                    <a:pt x="1065169" y="1221363"/>
                  </a:lnTo>
                  <a:lnTo>
                    <a:pt x="1066240" y="1221365"/>
                  </a:lnTo>
                  <a:lnTo>
                    <a:pt x="1067312" y="1221370"/>
                  </a:lnTo>
                  <a:lnTo>
                    <a:pt x="1068383" y="1221378"/>
                  </a:lnTo>
                  <a:lnTo>
                    <a:pt x="1069455" y="1221389"/>
                  </a:lnTo>
                  <a:lnTo>
                    <a:pt x="1070527" y="1221404"/>
                  </a:lnTo>
                  <a:lnTo>
                    <a:pt x="1071598" y="1221422"/>
                  </a:lnTo>
                  <a:lnTo>
                    <a:pt x="1072670" y="1221443"/>
                  </a:lnTo>
                  <a:lnTo>
                    <a:pt x="1073741" y="1221467"/>
                  </a:lnTo>
                  <a:lnTo>
                    <a:pt x="1074813" y="1221494"/>
                  </a:lnTo>
                  <a:lnTo>
                    <a:pt x="1075885" y="1221524"/>
                  </a:lnTo>
                  <a:lnTo>
                    <a:pt x="1076956" y="1221557"/>
                  </a:lnTo>
                  <a:lnTo>
                    <a:pt x="1078028" y="1221593"/>
                  </a:lnTo>
                  <a:lnTo>
                    <a:pt x="1079099" y="1221632"/>
                  </a:lnTo>
                  <a:lnTo>
                    <a:pt x="1080171" y="1221675"/>
                  </a:lnTo>
                  <a:lnTo>
                    <a:pt x="1081243" y="1221720"/>
                  </a:lnTo>
                  <a:lnTo>
                    <a:pt x="1082314" y="1221768"/>
                  </a:lnTo>
                  <a:lnTo>
                    <a:pt x="1083386" y="1221819"/>
                  </a:lnTo>
                  <a:lnTo>
                    <a:pt x="1084457" y="1221873"/>
                  </a:lnTo>
                  <a:lnTo>
                    <a:pt x="1085529" y="1221930"/>
                  </a:lnTo>
                  <a:lnTo>
                    <a:pt x="1086601" y="1221989"/>
                  </a:lnTo>
                  <a:lnTo>
                    <a:pt x="1087672" y="1222052"/>
                  </a:lnTo>
                  <a:lnTo>
                    <a:pt x="1088744" y="1222117"/>
                  </a:lnTo>
                  <a:lnTo>
                    <a:pt x="1089815" y="1222185"/>
                  </a:lnTo>
                  <a:lnTo>
                    <a:pt x="1090887" y="1222256"/>
                  </a:lnTo>
                  <a:lnTo>
                    <a:pt x="1091959" y="1222329"/>
                  </a:lnTo>
                  <a:lnTo>
                    <a:pt x="1093030" y="1222405"/>
                  </a:lnTo>
                  <a:lnTo>
                    <a:pt x="1094102" y="1222484"/>
                  </a:lnTo>
                  <a:lnTo>
                    <a:pt x="1095173" y="1222566"/>
                  </a:lnTo>
                  <a:lnTo>
                    <a:pt x="1096245" y="1222650"/>
                  </a:lnTo>
                  <a:lnTo>
                    <a:pt x="1097317" y="1222737"/>
                  </a:lnTo>
                  <a:lnTo>
                    <a:pt x="1098388" y="1222826"/>
                  </a:lnTo>
                  <a:lnTo>
                    <a:pt x="1099460" y="1222918"/>
                  </a:lnTo>
                  <a:lnTo>
                    <a:pt x="1100531" y="1223012"/>
                  </a:lnTo>
                  <a:lnTo>
                    <a:pt x="1101603" y="1223109"/>
                  </a:lnTo>
                  <a:lnTo>
                    <a:pt x="1102675" y="1223209"/>
                  </a:lnTo>
                  <a:lnTo>
                    <a:pt x="1103746" y="1223311"/>
                  </a:lnTo>
                  <a:lnTo>
                    <a:pt x="1104818" y="1223415"/>
                  </a:lnTo>
                  <a:lnTo>
                    <a:pt x="1105889" y="1223522"/>
                  </a:lnTo>
                  <a:lnTo>
                    <a:pt x="1106961" y="1223631"/>
                  </a:lnTo>
                  <a:lnTo>
                    <a:pt x="1108033" y="1223743"/>
                  </a:lnTo>
                  <a:lnTo>
                    <a:pt x="1109104" y="1223857"/>
                  </a:lnTo>
                  <a:lnTo>
                    <a:pt x="1110176" y="1223973"/>
                  </a:lnTo>
                  <a:lnTo>
                    <a:pt x="1111247" y="1224092"/>
                  </a:lnTo>
                  <a:lnTo>
                    <a:pt x="1112319" y="1224213"/>
                  </a:lnTo>
                  <a:lnTo>
                    <a:pt x="1113391" y="1224336"/>
                  </a:lnTo>
                  <a:lnTo>
                    <a:pt x="1114462" y="1224462"/>
                  </a:lnTo>
                  <a:lnTo>
                    <a:pt x="1115534" y="1224589"/>
                  </a:lnTo>
                  <a:lnTo>
                    <a:pt x="1116605" y="1224719"/>
                  </a:lnTo>
                  <a:lnTo>
                    <a:pt x="1117677" y="1224851"/>
                  </a:lnTo>
                  <a:lnTo>
                    <a:pt x="1118749" y="1224985"/>
                  </a:lnTo>
                  <a:lnTo>
                    <a:pt x="1119820" y="1225122"/>
                  </a:lnTo>
                  <a:lnTo>
                    <a:pt x="1120892" y="1225260"/>
                  </a:lnTo>
                  <a:lnTo>
                    <a:pt x="1121963" y="1225400"/>
                  </a:lnTo>
                  <a:lnTo>
                    <a:pt x="1123035" y="1225543"/>
                  </a:lnTo>
                  <a:lnTo>
                    <a:pt x="1124107" y="1225688"/>
                  </a:lnTo>
                  <a:lnTo>
                    <a:pt x="1125178" y="1225834"/>
                  </a:lnTo>
                  <a:lnTo>
                    <a:pt x="1126250" y="1225983"/>
                  </a:lnTo>
                  <a:lnTo>
                    <a:pt x="1127321" y="1226133"/>
                  </a:lnTo>
                  <a:lnTo>
                    <a:pt x="1128393" y="1226286"/>
                  </a:lnTo>
                  <a:lnTo>
                    <a:pt x="1129465" y="1226440"/>
                  </a:lnTo>
                  <a:lnTo>
                    <a:pt x="1130536" y="1226596"/>
                  </a:lnTo>
                  <a:lnTo>
                    <a:pt x="1131608" y="1226754"/>
                  </a:lnTo>
                  <a:lnTo>
                    <a:pt x="1132679" y="1226914"/>
                  </a:lnTo>
                  <a:lnTo>
                    <a:pt x="1133751" y="1227076"/>
                  </a:lnTo>
                  <a:lnTo>
                    <a:pt x="1134823" y="1227240"/>
                  </a:lnTo>
                  <a:lnTo>
                    <a:pt x="1135894" y="1227405"/>
                  </a:lnTo>
                  <a:lnTo>
                    <a:pt x="1136966" y="1227572"/>
                  </a:lnTo>
                  <a:lnTo>
                    <a:pt x="1138037" y="1227741"/>
                  </a:lnTo>
                  <a:lnTo>
                    <a:pt x="1139109" y="1227912"/>
                  </a:lnTo>
                  <a:lnTo>
                    <a:pt x="1140181" y="1228084"/>
                  </a:lnTo>
                  <a:lnTo>
                    <a:pt x="1141252" y="1228258"/>
                  </a:lnTo>
                  <a:lnTo>
                    <a:pt x="1142324" y="1228433"/>
                  </a:lnTo>
                  <a:lnTo>
                    <a:pt x="1143395" y="1228611"/>
                  </a:lnTo>
                  <a:lnTo>
                    <a:pt x="1144467" y="1228789"/>
                  </a:lnTo>
                  <a:lnTo>
                    <a:pt x="1145539" y="1228970"/>
                  </a:lnTo>
                  <a:lnTo>
                    <a:pt x="1146610" y="1229151"/>
                  </a:lnTo>
                  <a:lnTo>
                    <a:pt x="1147682" y="1229335"/>
                  </a:lnTo>
                  <a:lnTo>
                    <a:pt x="1148753" y="1229520"/>
                  </a:lnTo>
                  <a:lnTo>
                    <a:pt x="1149825" y="1229706"/>
                  </a:lnTo>
                  <a:lnTo>
                    <a:pt x="1150897" y="1229894"/>
                  </a:lnTo>
                  <a:lnTo>
                    <a:pt x="1151968" y="1230083"/>
                  </a:lnTo>
                  <a:lnTo>
                    <a:pt x="1153040" y="1230273"/>
                  </a:lnTo>
                  <a:lnTo>
                    <a:pt x="1154111" y="1230465"/>
                  </a:lnTo>
                  <a:lnTo>
                    <a:pt x="1155183" y="1230659"/>
                  </a:lnTo>
                  <a:lnTo>
                    <a:pt x="1156255" y="1230853"/>
                  </a:lnTo>
                  <a:lnTo>
                    <a:pt x="1157326" y="1231049"/>
                  </a:lnTo>
                  <a:lnTo>
                    <a:pt x="1158398" y="1231246"/>
                  </a:lnTo>
                  <a:lnTo>
                    <a:pt x="1159469" y="1231445"/>
                  </a:lnTo>
                  <a:lnTo>
                    <a:pt x="1160541" y="1231645"/>
                  </a:lnTo>
                  <a:lnTo>
                    <a:pt x="1161613" y="1231845"/>
                  </a:lnTo>
                  <a:lnTo>
                    <a:pt x="1162684" y="1232048"/>
                  </a:lnTo>
                  <a:lnTo>
                    <a:pt x="1163756" y="1232251"/>
                  </a:lnTo>
                  <a:lnTo>
                    <a:pt x="1164827" y="1232455"/>
                  </a:lnTo>
                  <a:lnTo>
                    <a:pt x="1165899" y="1232661"/>
                  </a:lnTo>
                  <a:lnTo>
                    <a:pt x="1166971" y="1232867"/>
                  </a:lnTo>
                  <a:lnTo>
                    <a:pt x="1168042" y="1233075"/>
                  </a:lnTo>
                  <a:lnTo>
                    <a:pt x="1169114" y="1233284"/>
                  </a:lnTo>
                  <a:lnTo>
                    <a:pt x="1170185" y="1233494"/>
                  </a:lnTo>
                  <a:lnTo>
                    <a:pt x="1171257" y="1233705"/>
                  </a:lnTo>
                  <a:lnTo>
                    <a:pt x="1172329" y="1233916"/>
                  </a:lnTo>
                  <a:lnTo>
                    <a:pt x="1173400" y="1234129"/>
                  </a:lnTo>
                  <a:lnTo>
                    <a:pt x="1174472" y="1234343"/>
                  </a:lnTo>
                  <a:lnTo>
                    <a:pt x="1175543" y="1234557"/>
                  </a:lnTo>
                  <a:lnTo>
                    <a:pt x="1176615" y="1234773"/>
                  </a:lnTo>
                  <a:lnTo>
                    <a:pt x="1177687" y="1234989"/>
                  </a:lnTo>
                  <a:lnTo>
                    <a:pt x="1178758" y="1235206"/>
                  </a:lnTo>
                  <a:lnTo>
                    <a:pt x="1179830" y="1235424"/>
                  </a:lnTo>
                  <a:lnTo>
                    <a:pt x="1180901" y="1235643"/>
                  </a:lnTo>
                  <a:lnTo>
                    <a:pt x="1181973" y="1235863"/>
                  </a:lnTo>
                  <a:lnTo>
                    <a:pt x="1183045" y="1236083"/>
                  </a:lnTo>
                  <a:lnTo>
                    <a:pt x="1184116" y="1236304"/>
                  </a:lnTo>
                  <a:lnTo>
                    <a:pt x="1185188" y="1236526"/>
                  </a:lnTo>
                  <a:lnTo>
                    <a:pt x="1186259" y="1236748"/>
                  </a:lnTo>
                  <a:lnTo>
                    <a:pt x="1187331" y="1236972"/>
                  </a:lnTo>
                  <a:lnTo>
                    <a:pt x="1188403" y="1237195"/>
                  </a:lnTo>
                  <a:lnTo>
                    <a:pt x="1189474" y="1237420"/>
                  </a:lnTo>
                  <a:lnTo>
                    <a:pt x="1190546" y="1237645"/>
                  </a:lnTo>
                  <a:lnTo>
                    <a:pt x="1191617" y="1237870"/>
                  </a:lnTo>
                  <a:lnTo>
                    <a:pt x="1192689" y="1238096"/>
                  </a:lnTo>
                  <a:lnTo>
                    <a:pt x="1193761" y="1238323"/>
                  </a:lnTo>
                  <a:lnTo>
                    <a:pt x="1194832" y="1238550"/>
                  </a:lnTo>
                  <a:lnTo>
                    <a:pt x="1195904" y="1238778"/>
                  </a:lnTo>
                  <a:lnTo>
                    <a:pt x="1196975" y="1239006"/>
                  </a:lnTo>
                  <a:lnTo>
                    <a:pt x="1198047" y="1239234"/>
                  </a:lnTo>
                  <a:lnTo>
                    <a:pt x="1199119" y="1239463"/>
                  </a:lnTo>
                  <a:lnTo>
                    <a:pt x="1200190" y="1239692"/>
                  </a:lnTo>
                  <a:lnTo>
                    <a:pt x="1201262" y="1239922"/>
                  </a:lnTo>
                  <a:lnTo>
                    <a:pt x="1202333" y="1240152"/>
                  </a:lnTo>
                  <a:lnTo>
                    <a:pt x="1203405" y="1240382"/>
                  </a:lnTo>
                  <a:lnTo>
                    <a:pt x="1204477" y="1240613"/>
                  </a:lnTo>
                  <a:lnTo>
                    <a:pt x="1205548" y="1240844"/>
                  </a:lnTo>
                  <a:lnTo>
                    <a:pt x="1206620" y="1241075"/>
                  </a:lnTo>
                  <a:lnTo>
                    <a:pt x="1207691" y="1241307"/>
                  </a:lnTo>
                  <a:lnTo>
                    <a:pt x="1208763" y="1241538"/>
                  </a:lnTo>
                  <a:lnTo>
                    <a:pt x="1209835" y="1241770"/>
                  </a:lnTo>
                  <a:lnTo>
                    <a:pt x="1210906" y="1242002"/>
                  </a:lnTo>
                  <a:lnTo>
                    <a:pt x="1211978" y="1242234"/>
                  </a:lnTo>
                  <a:lnTo>
                    <a:pt x="1213049" y="1242466"/>
                  </a:lnTo>
                  <a:lnTo>
                    <a:pt x="1214121" y="1242699"/>
                  </a:lnTo>
                  <a:lnTo>
                    <a:pt x="1215193" y="1242931"/>
                  </a:lnTo>
                  <a:lnTo>
                    <a:pt x="1216264" y="1243164"/>
                  </a:lnTo>
                  <a:lnTo>
                    <a:pt x="1217336" y="1243396"/>
                  </a:lnTo>
                  <a:lnTo>
                    <a:pt x="1218407" y="1243629"/>
                  </a:lnTo>
                  <a:lnTo>
                    <a:pt x="1219479" y="1243862"/>
                  </a:lnTo>
                  <a:lnTo>
                    <a:pt x="1220551" y="1244094"/>
                  </a:lnTo>
                  <a:lnTo>
                    <a:pt x="1221622" y="1244327"/>
                  </a:lnTo>
                  <a:lnTo>
                    <a:pt x="1222694" y="1244559"/>
                  </a:lnTo>
                  <a:lnTo>
                    <a:pt x="1223765" y="1244791"/>
                  </a:lnTo>
                  <a:lnTo>
                    <a:pt x="1224837" y="1245024"/>
                  </a:lnTo>
                  <a:lnTo>
                    <a:pt x="1225909" y="1245256"/>
                  </a:lnTo>
                  <a:lnTo>
                    <a:pt x="1226980" y="1245488"/>
                  </a:lnTo>
                  <a:lnTo>
                    <a:pt x="1228052" y="1245719"/>
                  </a:lnTo>
                  <a:lnTo>
                    <a:pt x="1229123" y="1245951"/>
                  </a:lnTo>
                  <a:lnTo>
                    <a:pt x="1230195" y="1246182"/>
                  </a:lnTo>
                  <a:lnTo>
                    <a:pt x="1231267" y="1246413"/>
                  </a:lnTo>
                  <a:lnTo>
                    <a:pt x="1232338" y="1246644"/>
                  </a:lnTo>
                  <a:lnTo>
                    <a:pt x="1233410" y="1246875"/>
                  </a:lnTo>
                  <a:lnTo>
                    <a:pt x="1234481" y="1247105"/>
                  </a:lnTo>
                  <a:lnTo>
                    <a:pt x="1235553" y="1247335"/>
                  </a:lnTo>
                  <a:lnTo>
                    <a:pt x="1236625" y="1247565"/>
                  </a:lnTo>
                  <a:lnTo>
                    <a:pt x="1237696" y="1247794"/>
                  </a:lnTo>
                  <a:lnTo>
                    <a:pt x="1238768" y="1248023"/>
                  </a:lnTo>
                  <a:lnTo>
                    <a:pt x="1239839" y="1248251"/>
                  </a:lnTo>
                  <a:lnTo>
                    <a:pt x="1240911" y="1248479"/>
                  </a:lnTo>
                  <a:lnTo>
                    <a:pt x="1241983" y="1248707"/>
                  </a:lnTo>
                  <a:lnTo>
                    <a:pt x="1243054" y="1248934"/>
                  </a:lnTo>
                  <a:lnTo>
                    <a:pt x="1244126" y="1249160"/>
                  </a:lnTo>
                  <a:lnTo>
                    <a:pt x="1245197" y="1249386"/>
                  </a:lnTo>
                  <a:lnTo>
                    <a:pt x="1246269" y="1249612"/>
                  </a:lnTo>
                  <a:lnTo>
                    <a:pt x="1247340" y="1249837"/>
                  </a:lnTo>
                  <a:lnTo>
                    <a:pt x="1248412" y="1250061"/>
                  </a:lnTo>
                  <a:lnTo>
                    <a:pt x="1249484" y="1250285"/>
                  </a:lnTo>
                  <a:lnTo>
                    <a:pt x="1250555" y="1250508"/>
                  </a:lnTo>
                  <a:lnTo>
                    <a:pt x="1251627" y="1250731"/>
                  </a:lnTo>
                  <a:lnTo>
                    <a:pt x="1252698" y="1250953"/>
                  </a:lnTo>
                  <a:lnTo>
                    <a:pt x="1253770" y="1251174"/>
                  </a:lnTo>
                  <a:lnTo>
                    <a:pt x="1254842" y="1251395"/>
                  </a:lnTo>
                  <a:lnTo>
                    <a:pt x="1255913" y="1251615"/>
                  </a:lnTo>
                  <a:lnTo>
                    <a:pt x="1256985" y="1251834"/>
                  </a:lnTo>
                  <a:lnTo>
                    <a:pt x="1258056" y="1252052"/>
                  </a:lnTo>
                  <a:lnTo>
                    <a:pt x="1259128" y="1252270"/>
                  </a:lnTo>
                  <a:lnTo>
                    <a:pt x="1260200" y="1252487"/>
                  </a:lnTo>
                  <a:lnTo>
                    <a:pt x="1261271" y="1252703"/>
                  </a:lnTo>
                  <a:lnTo>
                    <a:pt x="1262343" y="1252918"/>
                  </a:lnTo>
                  <a:lnTo>
                    <a:pt x="1263414" y="1253132"/>
                  </a:lnTo>
                  <a:lnTo>
                    <a:pt x="1264486" y="1253345"/>
                  </a:lnTo>
                  <a:lnTo>
                    <a:pt x="1265558" y="1253558"/>
                  </a:lnTo>
                  <a:lnTo>
                    <a:pt x="1266629" y="1253770"/>
                  </a:lnTo>
                  <a:lnTo>
                    <a:pt x="1267701" y="1253980"/>
                  </a:lnTo>
                  <a:lnTo>
                    <a:pt x="1268772" y="1254190"/>
                  </a:lnTo>
                  <a:lnTo>
                    <a:pt x="1269844" y="1254399"/>
                  </a:lnTo>
                  <a:lnTo>
                    <a:pt x="1270916" y="1254607"/>
                  </a:lnTo>
                  <a:lnTo>
                    <a:pt x="1271987" y="1254813"/>
                  </a:lnTo>
                  <a:lnTo>
                    <a:pt x="1273059" y="1255019"/>
                  </a:lnTo>
                  <a:lnTo>
                    <a:pt x="1274130" y="1255224"/>
                  </a:lnTo>
                  <a:lnTo>
                    <a:pt x="1275202" y="1255428"/>
                  </a:lnTo>
                  <a:lnTo>
                    <a:pt x="1276274" y="1255630"/>
                  </a:lnTo>
                  <a:lnTo>
                    <a:pt x="1277345" y="1255832"/>
                  </a:lnTo>
                  <a:lnTo>
                    <a:pt x="1278417" y="1256032"/>
                  </a:lnTo>
                  <a:lnTo>
                    <a:pt x="1279488" y="1256231"/>
                  </a:lnTo>
                  <a:lnTo>
                    <a:pt x="1280560" y="1256429"/>
                  </a:lnTo>
                  <a:lnTo>
                    <a:pt x="1281632" y="1256626"/>
                  </a:lnTo>
                  <a:lnTo>
                    <a:pt x="1282703" y="1256822"/>
                  </a:lnTo>
                  <a:lnTo>
                    <a:pt x="1283775" y="1257016"/>
                  </a:lnTo>
                  <a:lnTo>
                    <a:pt x="1284846" y="1257210"/>
                  </a:lnTo>
                  <a:lnTo>
                    <a:pt x="1285918" y="1257402"/>
                  </a:lnTo>
                  <a:lnTo>
                    <a:pt x="1286990" y="1257592"/>
                  </a:lnTo>
                  <a:lnTo>
                    <a:pt x="1288061" y="1257782"/>
                  </a:lnTo>
                  <a:lnTo>
                    <a:pt x="1289133" y="1257970"/>
                  </a:lnTo>
                  <a:lnTo>
                    <a:pt x="1290204" y="1258157"/>
                  </a:lnTo>
                  <a:lnTo>
                    <a:pt x="1291276" y="1258342"/>
                  </a:lnTo>
                  <a:lnTo>
                    <a:pt x="1292348" y="1258527"/>
                  </a:lnTo>
                  <a:lnTo>
                    <a:pt x="1293419" y="1258709"/>
                  </a:lnTo>
                  <a:lnTo>
                    <a:pt x="1294491" y="1258891"/>
                  </a:lnTo>
                  <a:lnTo>
                    <a:pt x="1295562" y="1259071"/>
                  </a:lnTo>
                  <a:lnTo>
                    <a:pt x="1296634" y="1259249"/>
                  </a:lnTo>
                  <a:lnTo>
                    <a:pt x="1297706" y="1259426"/>
                  </a:lnTo>
                  <a:lnTo>
                    <a:pt x="1298777" y="1259602"/>
                  </a:lnTo>
                  <a:lnTo>
                    <a:pt x="1299849" y="1259776"/>
                  </a:lnTo>
                  <a:lnTo>
                    <a:pt x="1300920" y="1259949"/>
                  </a:lnTo>
                  <a:lnTo>
                    <a:pt x="1301992" y="1260120"/>
                  </a:lnTo>
                  <a:lnTo>
                    <a:pt x="1303064" y="1260290"/>
                  </a:lnTo>
                  <a:lnTo>
                    <a:pt x="1304135" y="1260458"/>
                  </a:lnTo>
                  <a:lnTo>
                    <a:pt x="1305207" y="1260625"/>
                  </a:lnTo>
                  <a:lnTo>
                    <a:pt x="1306278" y="1260790"/>
                  </a:lnTo>
                  <a:lnTo>
                    <a:pt x="1307350" y="1260953"/>
                  </a:lnTo>
                  <a:lnTo>
                    <a:pt x="1308422" y="1261115"/>
                  </a:lnTo>
                  <a:lnTo>
                    <a:pt x="1309493" y="1261275"/>
                  </a:lnTo>
                  <a:lnTo>
                    <a:pt x="1310565" y="1261433"/>
                  </a:lnTo>
                  <a:lnTo>
                    <a:pt x="1311636" y="1261590"/>
                  </a:lnTo>
                  <a:lnTo>
                    <a:pt x="1312708" y="1261745"/>
                  </a:lnTo>
                  <a:lnTo>
                    <a:pt x="1313780" y="1261899"/>
                  </a:lnTo>
                  <a:lnTo>
                    <a:pt x="1314851" y="1262051"/>
                  </a:lnTo>
                  <a:lnTo>
                    <a:pt x="1315923" y="1262201"/>
                  </a:lnTo>
                  <a:lnTo>
                    <a:pt x="1316994" y="1262349"/>
                  </a:lnTo>
                  <a:lnTo>
                    <a:pt x="1318066" y="1262496"/>
                  </a:lnTo>
                  <a:lnTo>
                    <a:pt x="1319138" y="1262641"/>
                  </a:lnTo>
                  <a:lnTo>
                    <a:pt x="1320209" y="1262784"/>
                  </a:lnTo>
                  <a:lnTo>
                    <a:pt x="1321281" y="1262925"/>
                  </a:lnTo>
                  <a:lnTo>
                    <a:pt x="1322352" y="1263065"/>
                  </a:lnTo>
                  <a:lnTo>
                    <a:pt x="1323424" y="1263202"/>
                  </a:lnTo>
                  <a:lnTo>
                    <a:pt x="1324496" y="1263338"/>
                  </a:lnTo>
                  <a:lnTo>
                    <a:pt x="1325567" y="1263472"/>
                  </a:lnTo>
                  <a:lnTo>
                    <a:pt x="1326639" y="1263604"/>
                  </a:lnTo>
                  <a:lnTo>
                    <a:pt x="1327710" y="1263734"/>
                  </a:lnTo>
                  <a:lnTo>
                    <a:pt x="1328782" y="1263863"/>
                  </a:lnTo>
                  <a:lnTo>
                    <a:pt x="1329854" y="1263989"/>
                  </a:lnTo>
                  <a:lnTo>
                    <a:pt x="1330925" y="1264114"/>
                  </a:lnTo>
                  <a:lnTo>
                    <a:pt x="1331997" y="1264236"/>
                  </a:lnTo>
                  <a:lnTo>
                    <a:pt x="1333068" y="1264357"/>
                  </a:lnTo>
                  <a:lnTo>
                    <a:pt x="1334140" y="1264475"/>
                  </a:lnTo>
                  <a:lnTo>
                    <a:pt x="1335212" y="1264592"/>
                  </a:lnTo>
                  <a:lnTo>
                    <a:pt x="1336283" y="1264707"/>
                  </a:lnTo>
                  <a:lnTo>
                    <a:pt x="1337355" y="1264819"/>
                  </a:lnTo>
                  <a:lnTo>
                    <a:pt x="1338426" y="1264930"/>
                  </a:lnTo>
                  <a:lnTo>
                    <a:pt x="1339498" y="1265039"/>
                  </a:lnTo>
                  <a:lnTo>
                    <a:pt x="1340570" y="1265145"/>
                  </a:lnTo>
                  <a:lnTo>
                    <a:pt x="1341641" y="1265250"/>
                  </a:lnTo>
                  <a:lnTo>
                    <a:pt x="1342713" y="1265352"/>
                  </a:lnTo>
                  <a:lnTo>
                    <a:pt x="1343784" y="1265453"/>
                  </a:lnTo>
                  <a:lnTo>
                    <a:pt x="1344856" y="1265551"/>
                  </a:lnTo>
                  <a:lnTo>
                    <a:pt x="1345928" y="1265648"/>
                  </a:lnTo>
                  <a:lnTo>
                    <a:pt x="1346999" y="1265742"/>
                  </a:lnTo>
                  <a:lnTo>
                    <a:pt x="1348071" y="1265834"/>
                  </a:lnTo>
                  <a:lnTo>
                    <a:pt x="1349142" y="1265924"/>
                  </a:lnTo>
                  <a:lnTo>
                    <a:pt x="1350214" y="1266011"/>
                  </a:lnTo>
                  <a:lnTo>
                    <a:pt x="1351286" y="1266097"/>
                  </a:lnTo>
                  <a:lnTo>
                    <a:pt x="1352357" y="1266180"/>
                  </a:lnTo>
                  <a:lnTo>
                    <a:pt x="1353429" y="1266262"/>
                  </a:lnTo>
                  <a:lnTo>
                    <a:pt x="1354500" y="1266341"/>
                  </a:lnTo>
                  <a:lnTo>
                    <a:pt x="1355572" y="1266418"/>
                  </a:lnTo>
                  <a:lnTo>
                    <a:pt x="1356644" y="1266492"/>
                  </a:lnTo>
                  <a:lnTo>
                    <a:pt x="1357715" y="1266565"/>
                  </a:lnTo>
                  <a:lnTo>
                    <a:pt x="1358787" y="1266635"/>
                  </a:lnTo>
                  <a:lnTo>
                    <a:pt x="1359858" y="1266703"/>
                  </a:lnTo>
                  <a:lnTo>
                    <a:pt x="1360930" y="1266769"/>
                  </a:lnTo>
                  <a:lnTo>
                    <a:pt x="1362002" y="1266832"/>
                  </a:lnTo>
                  <a:lnTo>
                    <a:pt x="1363073" y="1266894"/>
                  </a:lnTo>
                  <a:lnTo>
                    <a:pt x="1364145" y="1266953"/>
                  </a:lnTo>
                  <a:lnTo>
                    <a:pt x="1365216" y="1267009"/>
                  </a:lnTo>
                  <a:lnTo>
                    <a:pt x="1366288" y="1267064"/>
                  </a:lnTo>
                  <a:lnTo>
                    <a:pt x="1367360" y="1267116"/>
                  </a:lnTo>
                  <a:lnTo>
                    <a:pt x="1368431" y="1267166"/>
                  </a:lnTo>
                  <a:lnTo>
                    <a:pt x="1369503" y="1267214"/>
                  </a:lnTo>
                  <a:lnTo>
                    <a:pt x="1370574" y="1267259"/>
                  </a:lnTo>
                  <a:lnTo>
                    <a:pt x="1371646" y="1267302"/>
                  </a:lnTo>
                  <a:lnTo>
                    <a:pt x="1372718" y="1267342"/>
                  </a:lnTo>
                  <a:lnTo>
                    <a:pt x="1373789" y="1267381"/>
                  </a:lnTo>
                  <a:lnTo>
                    <a:pt x="1374861" y="1267417"/>
                  </a:lnTo>
                  <a:lnTo>
                    <a:pt x="1375932" y="1267450"/>
                  </a:lnTo>
                  <a:lnTo>
                    <a:pt x="1377004" y="1267482"/>
                  </a:lnTo>
                  <a:lnTo>
                    <a:pt x="1378076" y="1267511"/>
                  </a:lnTo>
                  <a:lnTo>
                    <a:pt x="1379147" y="1267537"/>
                  </a:lnTo>
                  <a:lnTo>
                    <a:pt x="1380219" y="1267562"/>
                  </a:lnTo>
                  <a:lnTo>
                    <a:pt x="1381290" y="1267584"/>
                  </a:lnTo>
                  <a:lnTo>
                    <a:pt x="1382362" y="1267603"/>
                  </a:lnTo>
                  <a:lnTo>
                    <a:pt x="1383434" y="1267620"/>
                  </a:lnTo>
                  <a:lnTo>
                    <a:pt x="1384505" y="1267635"/>
                  </a:lnTo>
                  <a:lnTo>
                    <a:pt x="1385577" y="1267648"/>
                  </a:lnTo>
                  <a:lnTo>
                    <a:pt x="1386648" y="1267212"/>
                  </a:lnTo>
                  <a:lnTo>
                    <a:pt x="1387720" y="1266169"/>
                  </a:lnTo>
                  <a:lnTo>
                    <a:pt x="1388792" y="1265128"/>
                  </a:lnTo>
                  <a:lnTo>
                    <a:pt x="1389863" y="1264089"/>
                  </a:lnTo>
                  <a:lnTo>
                    <a:pt x="1390935" y="1263052"/>
                  </a:lnTo>
                  <a:lnTo>
                    <a:pt x="1392006" y="1262017"/>
                  </a:lnTo>
                  <a:lnTo>
                    <a:pt x="1393078" y="1260985"/>
                  </a:lnTo>
                  <a:lnTo>
                    <a:pt x="1394150" y="1259953"/>
                  </a:lnTo>
                  <a:lnTo>
                    <a:pt x="1395221" y="1258924"/>
                  </a:lnTo>
                  <a:lnTo>
                    <a:pt x="1396293" y="1257897"/>
                  </a:lnTo>
                  <a:lnTo>
                    <a:pt x="1397364" y="1256872"/>
                  </a:lnTo>
                  <a:lnTo>
                    <a:pt x="1398436" y="1255848"/>
                  </a:lnTo>
                  <a:lnTo>
                    <a:pt x="1399508" y="1254826"/>
                  </a:lnTo>
                  <a:lnTo>
                    <a:pt x="1400579" y="1253806"/>
                  </a:lnTo>
                  <a:lnTo>
                    <a:pt x="1401651" y="1252788"/>
                  </a:lnTo>
                  <a:lnTo>
                    <a:pt x="1402722" y="1251772"/>
                  </a:lnTo>
                  <a:lnTo>
                    <a:pt x="1403794" y="1250757"/>
                  </a:lnTo>
                  <a:lnTo>
                    <a:pt x="1404866" y="1249744"/>
                  </a:lnTo>
                  <a:lnTo>
                    <a:pt x="1405937" y="1248733"/>
                  </a:lnTo>
                  <a:lnTo>
                    <a:pt x="1407009" y="1247723"/>
                  </a:lnTo>
                  <a:lnTo>
                    <a:pt x="1408080" y="1246715"/>
                  </a:lnTo>
                  <a:lnTo>
                    <a:pt x="1409152" y="1245709"/>
                  </a:lnTo>
                  <a:lnTo>
                    <a:pt x="1410224" y="1244705"/>
                  </a:lnTo>
                  <a:lnTo>
                    <a:pt x="1411295" y="1243702"/>
                  </a:lnTo>
                  <a:lnTo>
                    <a:pt x="1412367" y="1242701"/>
                  </a:lnTo>
                  <a:lnTo>
                    <a:pt x="1413438" y="1241701"/>
                  </a:lnTo>
                  <a:lnTo>
                    <a:pt x="1414510" y="1240703"/>
                  </a:lnTo>
                  <a:lnTo>
                    <a:pt x="1415582" y="1239707"/>
                  </a:lnTo>
                  <a:lnTo>
                    <a:pt x="1416653" y="1238712"/>
                  </a:lnTo>
                  <a:lnTo>
                    <a:pt x="1417725" y="1237718"/>
                  </a:lnTo>
                  <a:lnTo>
                    <a:pt x="1418796" y="1236726"/>
                  </a:lnTo>
                  <a:lnTo>
                    <a:pt x="1419868" y="1235736"/>
                  </a:lnTo>
                  <a:lnTo>
                    <a:pt x="1420939" y="1234747"/>
                  </a:lnTo>
                  <a:lnTo>
                    <a:pt x="1422011" y="1233759"/>
                  </a:lnTo>
                  <a:lnTo>
                    <a:pt x="1423083" y="1232773"/>
                  </a:lnTo>
                  <a:lnTo>
                    <a:pt x="1424154" y="1231789"/>
                  </a:lnTo>
                  <a:lnTo>
                    <a:pt x="1425226" y="1230805"/>
                  </a:lnTo>
                  <a:lnTo>
                    <a:pt x="1426297" y="1229823"/>
                  </a:lnTo>
                  <a:lnTo>
                    <a:pt x="1427369" y="1228843"/>
                  </a:lnTo>
                  <a:lnTo>
                    <a:pt x="1428441" y="1227864"/>
                  </a:lnTo>
                  <a:lnTo>
                    <a:pt x="1429512" y="1226886"/>
                  </a:lnTo>
                  <a:lnTo>
                    <a:pt x="1430584" y="1225909"/>
                  </a:lnTo>
                  <a:lnTo>
                    <a:pt x="1431655" y="1224934"/>
                  </a:lnTo>
                  <a:lnTo>
                    <a:pt x="1432727" y="1223960"/>
                  </a:lnTo>
                  <a:lnTo>
                    <a:pt x="1433799" y="1222987"/>
                  </a:lnTo>
                  <a:lnTo>
                    <a:pt x="1434870" y="1222015"/>
                  </a:lnTo>
                  <a:lnTo>
                    <a:pt x="1435942" y="1221045"/>
                  </a:lnTo>
                  <a:lnTo>
                    <a:pt x="1437013" y="1220076"/>
                  </a:lnTo>
                  <a:lnTo>
                    <a:pt x="1438085" y="1219107"/>
                  </a:lnTo>
                  <a:lnTo>
                    <a:pt x="1439157" y="1218140"/>
                  </a:lnTo>
                  <a:lnTo>
                    <a:pt x="1440228" y="1217175"/>
                  </a:lnTo>
                  <a:lnTo>
                    <a:pt x="1441300" y="1216210"/>
                  </a:lnTo>
                  <a:lnTo>
                    <a:pt x="1442371" y="1215246"/>
                  </a:lnTo>
                  <a:lnTo>
                    <a:pt x="1443443" y="1214284"/>
                  </a:lnTo>
                  <a:lnTo>
                    <a:pt x="1444515" y="1213322"/>
                  </a:lnTo>
                  <a:lnTo>
                    <a:pt x="1445586" y="1212361"/>
                  </a:lnTo>
                  <a:lnTo>
                    <a:pt x="1446658" y="1211402"/>
                  </a:lnTo>
                  <a:lnTo>
                    <a:pt x="1447729" y="1210443"/>
                  </a:lnTo>
                  <a:lnTo>
                    <a:pt x="1448801" y="1209486"/>
                  </a:lnTo>
                  <a:lnTo>
                    <a:pt x="1449873" y="1208529"/>
                  </a:lnTo>
                  <a:lnTo>
                    <a:pt x="1450944" y="1207573"/>
                  </a:lnTo>
                  <a:lnTo>
                    <a:pt x="1452016" y="1206618"/>
                  </a:lnTo>
                  <a:lnTo>
                    <a:pt x="1453087" y="1205664"/>
                  </a:lnTo>
                  <a:lnTo>
                    <a:pt x="1454159" y="1204711"/>
                  </a:lnTo>
                  <a:lnTo>
                    <a:pt x="1455231" y="1203758"/>
                  </a:lnTo>
                  <a:lnTo>
                    <a:pt x="1456302" y="1202807"/>
                  </a:lnTo>
                  <a:lnTo>
                    <a:pt x="1457374" y="1201856"/>
                  </a:lnTo>
                  <a:lnTo>
                    <a:pt x="1458445" y="1200906"/>
                  </a:lnTo>
                  <a:lnTo>
                    <a:pt x="1459517" y="1199957"/>
                  </a:lnTo>
                  <a:lnTo>
                    <a:pt x="1460589" y="1199008"/>
                  </a:lnTo>
                  <a:lnTo>
                    <a:pt x="1461660" y="1198060"/>
                  </a:lnTo>
                  <a:lnTo>
                    <a:pt x="1462732" y="1197113"/>
                  </a:lnTo>
                  <a:lnTo>
                    <a:pt x="1463803" y="1196166"/>
                  </a:lnTo>
                  <a:lnTo>
                    <a:pt x="1464875" y="1195220"/>
                  </a:lnTo>
                  <a:lnTo>
                    <a:pt x="1465947" y="1194275"/>
                  </a:lnTo>
                  <a:lnTo>
                    <a:pt x="1467018" y="1193330"/>
                  </a:lnTo>
                  <a:lnTo>
                    <a:pt x="1468090" y="1192386"/>
                  </a:lnTo>
                  <a:lnTo>
                    <a:pt x="1469161" y="1191443"/>
                  </a:lnTo>
                  <a:lnTo>
                    <a:pt x="1470233" y="1190500"/>
                  </a:lnTo>
                  <a:lnTo>
                    <a:pt x="1471305" y="1189557"/>
                  </a:lnTo>
                  <a:lnTo>
                    <a:pt x="1472376" y="1188615"/>
                  </a:lnTo>
                  <a:lnTo>
                    <a:pt x="1473448" y="1187673"/>
                  </a:lnTo>
                  <a:lnTo>
                    <a:pt x="1474519" y="1186732"/>
                  </a:lnTo>
                  <a:lnTo>
                    <a:pt x="1475591" y="1185792"/>
                  </a:lnTo>
                  <a:lnTo>
                    <a:pt x="1476663" y="1184851"/>
                  </a:lnTo>
                  <a:lnTo>
                    <a:pt x="1477734" y="1183911"/>
                  </a:lnTo>
                  <a:lnTo>
                    <a:pt x="1478806" y="1182972"/>
                  </a:lnTo>
                  <a:lnTo>
                    <a:pt x="1479877" y="1182033"/>
                  </a:lnTo>
                  <a:lnTo>
                    <a:pt x="1480949" y="1181094"/>
                  </a:lnTo>
                  <a:lnTo>
                    <a:pt x="1482021" y="1180155"/>
                  </a:lnTo>
                  <a:lnTo>
                    <a:pt x="1483092" y="1179217"/>
                  </a:lnTo>
                  <a:lnTo>
                    <a:pt x="1484164" y="1178279"/>
                  </a:lnTo>
                  <a:lnTo>
                    <a:pt x="1485235" y="1177341"/>
                  </a:lnTo>
                  <a:lnTo>
                    <a:pt x="1486307" y="1176403"/>
                  </a:lnTo>
                  <a:lnTo>
                    <a:pt x="1487379" y="1175466"/>
                  </a:lnTo>
                  <a:lnTo>
                    <a:pt x="1488450" y="1174529"/>
                  </a:lnTo>
                  <a:lnTo>
                    <a:pt x="1489522" y="1173591"/>
                  </a:lnTo>
                  <a:lnTo>
                    <a:pt x="1490593" y="1172654"/>
                  </a:lnTo>
                  <a:lnTo>
                    <a:pt x="1491665" y="1171718"/>
                  </a:lnTo>
                  <a:lnTo>
                    <a:pt x="1492737" y="1170781"/>
                  </a:lnTo>
                  <a:lnTo>
                    <a:pt x="1493808" y="1169844"/>
                  </a:lnTo>
                  <a:lnTo>
                    <a:pt x="1494880" y="1168908"/>
                  </a:lnTo>
                  <a:lnTo>
                    <a:pt x="1495951" y="1167971"/>
                  </a:lnTo>
                  <a:lnTo>
                    <a:pt x="1497023" y="1167034"/>
                  </a:lnTo>
                  <a:lnTo>
                    <a:pt x="1498095" y="1166098"/>
                  </a:lnTo>
                  <a:lnTo>
                    <a:pt x="1499166" y="1165161"/>
                  </a:lnTo>
                  <a:lnTo>
                    <a:pt x="1500238" y="1164225"/>
                  </a:lnTo>
                  <a:lnTo>
                    <a:pt x="1501309" y="1163288"/>
                  </a:lnTo>
                  <a:lnTo>
                    <a:pt x="1502381" y="1162351"/>
                  </a:lnTo>
                  <a:lnTo>
                    <a:pt x="1503453" y="1161414"/>
                  </a:lnTo>
                  <a:lnTo>
                    <a:pt x="1504524" y="1160477"/>
                  </a:lnTo>
                  <a:lnTo>
                    <a:pt x="1505596" y="1159540"/>
                  </a:lnTo>
                  <a:lnTo>
                    <a:pt x="1506667" y="1158602"/>
                  </a:lnTo>
                  <a:lnTo>
                    <a:pt x="1507739" y="1157665"/>
                  </a:lnTo>
                  <a:lnTo>
                    <a:pt x="1508811" y="1156727"/>
                  </a:lnTo>
                  <a:lnTo>
                    <a:pt x="1509882" y="1155789"/>
                  </a:lnTo>
                  <a:lnTo>
                    <a:pt x="1510954" y="1154851"/>
                  </a:lnTo>
                  <a:lnTo>
                    <a:pt x="1512025" y="1153913"/>
                  </a:lnTo>
                  <a:lnTo>
                    <a:pt x="1513097" y="1152974"/>
                  </a:lnTo>
                  <a:lnTo>
                    <a:pt x="1514169" y="1152035"/>
                  </a:lnTo>
                  <a:lnTo>
                    <a:pt x="1515240" y="1151095"/>
                  </a:lnTo>
                  <a:lnTo>
                    <a:pt x="1516312" y="1150156"/>
                  </a:lnTo>
                  <a:lnTo>
                    <a:pt x="1517383" y="1149216"/>
                  </a:lnTo>
                  <a:lnTo>
                    <a:pt x="1518455" y="1148275"/>
                  </a:lnTo>
                  <a:lnTo>
                    <a:pt x="1519527" y="1147334"/>
                  </a:lnTo>
                  <a:lnTo>
                    <a:pt x="1520598" y="1146393"/>
                  </a:lnTo>
                  <a:lnTo>
                    <a:pt x="1521670" y="1145451"/>
                  </a:lnTo>
                  <a:lnTo>
                    <a:pt x="1522741" y="1144509"/>
                  </a:lnTo>
                  <a:lnTo>
                    <a:pt x="1523813" y="1143567"/>
                  </a:lnTo>
                  <a:lnTo>
                    <a:pt x="1524885" y="1142624"/>
                  </a:lnTo>
                  <a:lnTo>
                    <a:pt x="1525956" y="1141680"/>
                  </a:lnTo>
                  <a:lnTo>
                    <a:pt x="1527028" y="1140736"/>
                  </a:lnTo>
                  <a:lnTo>
                    <a:pt x="1528099" y="1139791"/>
                  </a:lnTo>
                  <a:lnTo>
                    <a:pt x="1529171" y="1138846"/>
                  </a:lnTo>
                  <a:lnTo>
                    <a:pt x="1530243" y="1137901"/>
                  </a:lnTo>
                  <a:lnTo>
                    <a:pt x="1531314" y="1136954"/>
                  </a:lnTo>
                  <a:lnTo>
                    <a:pt x="1532386" y="1136007"/>
                  </a:lnTo>
                  <a:lnTo>
                    <a:pt x="1533457" y="1135060"/>
                  </a:lnTo>
                  <a:lnTo>
                    <a:pt x="1534529" y="1134112"/>
                  </a:lnTo>
                  <a:lnTo>
                    <a:pt x="1535601" y="1133163"/>
                  </a:lnTo>
                  <a:lnTo>
                    <a:pt x="1536672" y="1132214"/>
                  </a:lnTo>
                  <a:lnTo>
                    <a:pt x="1537744" y="1131264"/>
                  </a:lnTo>
                  <a:lnTo>
                    <a:pt x="1538815" y="1130313"/>
                  </a:lnTo>
                  <a:lnTo>
                    <a:pt x="1539887" y="1129361"/>
                  </a:lnTo>
                  <a:lnTo>
                    <a:pt x="1540959" y="1128409"/>
                  </a:lnTo>
                  <a:lnTo>
                    <a:pt x="1542030" y="1127456"/>
                  </a:lnTo>
                  <a:lnTo>
                    <a:pt x="1543102" y="1126502"/>
                  </a:lnTo>
                  <a:lnTo>
                    <a:pt x="1544173" y="1125548"/>
                  </a:lnTo>
                  <a:lnTo>
                    <a:pt x="1545245" y="1124592"/>
                  </a:lnTo>
                  <a:lnTo>
                    <a:pt x="1546317" y="1123636"/>
                  </a:lnTo>
                  <a:lnTo>
                    <a:pt x="1547388" y="1122679"/>
                  </a:lnTo>
                  <a:lnTo>
                    <a:pt x="1548460" y="1121722"/>
                  </a:lnTo>
                  <a:lnTo>
                    <a:pt x="1549531" y="1120763"/>
                  </a:lnTo>
                  <a:lnTo>
                    <a:pt x="1550603" y="1119804"/>
                  </a:lnTo>
                  <a:lnTo>
                    <a:pt x="1551675" y="1118843"/>
                  </a:lnTo>
                  <a:lnTo>
                    <a:pt x="1552746" y="1117882"/>
                  </a:lnTo>
                  <a:lnTo>
                    <a:pt x="1553818" y="1116920"/>
                  </a:lnTo>
                  <a:lnTo>
                    <a:pt x="1554889" y="1115957"/>
                  </a:lnTo>
                  <a:lnTo>
                    <a:pt x="1555961" y="1114993"/>
                  </a:lnTo>
                  <a:lnTo>
                    <a:pt x="1557033" y="1114028"/>
                  </a:lnTo>
                  <a:lnTo>
                    <a:pt x="1558104" y="1113063"/>
                  </a:lnTo>
                  <a:lnTo>
                    <a:pt x="1559176" y="1112096"/>
                  </a:lnTo>
                  <a:lnTo>
                    <a:pt x="1560247" y="1111128"/>
                  </a:lnTo>
                  <a:lnTo>
                    <a:pt x="1561319" y="1110159"/>
                  </a:lnTo>
                  <a:lnTo>
                    <a:pt x="1562391" y="1109190"/>
                  </a:lnTo>
                  <a:lnTo>
                    <a:pt x="1563462" y="1108219"/>
                  </a:lnTo>
                  <a:lnTo>
                    <a:pt x="1564534" y="1107247"/>
                  </a:lnTo>
                  <a:lnTo>
                    <a:pt x="1565605" y="1106275"/>
                  </a:lnTo>
                  <a:lnTo>
                    <a:pt x="1566677" y="1105301"/>
                  </a:lnTo>
                  <a:lnTo>
                    <a:pt x="1567749" y="1104326"/>
                  </a:lnTo>
                  <a:lnTo>
                    <a:pt x="1568820" y="1103350"/>
                  </a:lnTo>
                  <a:lnTo>
                    <a:pt x="1569892" y="1102373"/>
                  </a:lnTo>
                  <a:lnTo>
                    <a:pt x="1570963" y="1101395"/>
                  </a:lnTo>
                  <a:lnTo>
                    <a:pt x="1572035" y="1100416"/>
                  </a:lnTo>
                  <a:lnTo>
                    <a:pt x="1573107" y="1099435"/>
                  </a:lnTo>
                  <a:lnTo>
                    <a:pt x="1574178" y="1098454"/>
                  </a:lnTo>
                  <a:lnTo>
                    <a:pt x="1575250" y="1097471"/>
                  </a:lnTo>
                  <a:lnTo>
                    <a:pt x="1576321" y="1096488"/>
                  </a:lnTo>
                  <a:lnTo>
                    <a:pt x="1577393" y="1095503"/>
                  </a:lnTo>
                  <a:lnTo>
                    <a:pt x="1578465" y="1094517"/>
                  </a:lnTo>
                  <a:lnTo>
                    <a:pt x="1579536" y="1093530"/>
                  </a:lnTo>
                  <a:lnTo>
                    <a:pt x="1580608" y="1092541"/>
                  </a:lnTo>
                  <a:lnTo>
                    <a:pt x="1581679" y="1091552"/>
                  </a:lnTo>
                  <a:lnTo>
                    <a:pt x="1582751" y="1090561"/>
                  </a:lnTo>
                  <a:lnTo>
                    <a:pt x="1583823" y="1089569"/>
                  </a:lnTo>
                  <a:lnTo>
                    <a:pt x="1584894" y="1088576"/>
                  </a:lnTo>
                  <a:lnTo>
                    <a:pt x="1585966" y="1087582"/>
                  </a:lnTo>
                  <a:lnTo>
                    <a:pt x="1587037" y="1086586"/>
                  </a:lnTo>
                  <a:lnTo>
                    <a:pt x="1588109" y="1085589"/>
                  </a:lnTo>
                  <a:lnTo>
                    <a:pt x="1589181" y="1084591"/>
                  </a:lnTo>
                  <a:lnTo>
                    <a:pt x="1590252" y="1083592"/>
                  </a:lnTo>
                  <a:lnTo>
                    <a:pt x="1591324" y="1082591"/>
                  </a:lnTo>
                  <a:lnTo>
                    <a:pt x="1592395" y="1081590"/>
                  </a:lnTo>
                  <a:lnTo>
                    <a:pt x="1593467" y="1080587"/>
                  </a:lnTo>
                  <a:lnTo>
                    <a:pt x="1594539" y="1079582"/>
                  </a:lnTo>
                  <a:lnTo>
                    <a:pt x="1595610" y="1078577"/>
                  </a:lnTo>
                  <a:lnTo>
                    <a:pt x="1596682" y="1077570"/>
                  </a:lnTo>
                  <a:lnTo>
                    <a:pt x="1597753" y="1076562"/>
                  </a:lnTo>
                  <a:lnTo>
                    <a:pt x="1598825" y="1075552"/>
                  </a:lnTo>
                  <a:lnTo>
                    <a:pt x="1599896" y="1074541"/>
                  </a:lnTo>
                  <a:lnTo>
                    <a:pt x="1600968" y="1073529"/>
                  </a:lnTo>
                  <a:lnTo>
                    <a:pt x="1602040" y="1072516"/>
                  </a:lnTo>
                  <a:lnTo>
                    <a:pt x="1603111" y="1071501"/>
                  </a:lnTo>
                  <a:lnTo>
                    <a:pt x="1604183" y="1070485"/>
                  </a:lnTo>
                  <a:lnTo>
                    <a:pt x="1605254" y="1069468"/>
                  </a:lnTo>
                  <a:lnTo>
                    <a:pt x="1606326" y="1068449"/>
                  </a:lnTo>
                  <a:lnTo>
                    <a:pt x="1607398" y="1067429"/>
                  </a:lnTo>
                  <a:lnTo>
                    <a:pt x="1608469" y="1066407"/>
                  </a:lnTo>
                  <a:lnTo>
                    <a:pt x="1609541" y="1065385"/>
                  </a:lnTo>
                  <a:lnTo>
                    <a:pt x="1610612" y="1064361"/>
                  </a:lnTo>
                  <a:lnTo>
                    <a:pt x="1611684" y="1063335"/>
                  </a:lnTo>
                  <a:lnTo>
                    <a:pt x="1612756" y="1062308"/>
                  </a:lnTo>
                  <a:lnTo>
                    <a:pt x="1613827" y="1061280"/>
                  </a:lnTo>
                  <a:lnTo>
                    <a:pt x="1614899" y="1060251"/>
                  </a:lnTo>
                  <a:lnTo>
                    <a:pt x="1615970" y="1059220"/>
                  </a:lnTo>
                  <a:lnTo>
                    <a:pt x="1617042" y="1058187"/>
                  </a:lnTo>
                  <a:lnTo>
                    <a:pt x="1618114" y="1057154"/>
                  </a:lnTo>
                  <a:lnTo>
                    <a:pt x="1619185" y="1056119"/>
                  </a:lnTo>
                  <a:lnTo>
                    <a:pt x="1620257" y="1055082"/>
                  </a:lnTo>
                  <a:lnTo>
                    <a:pt x="1621328" y="1054044"/>
                  </a:lnTo>
                  <a:lnTo>
                    <a:pt x="1622400" y="1053005"/>
                  </a:lnTo>
                  <a:lnTo>
                    <a:pt x="1623472" y="1051965"/>
                  </a:lnTo>
                  <a:lnTo>
                    <a:pt x="1624543" y="1050923"/>
                  </a:lnTo>
                  <a:lnTo>
                    <a:pt x="1625615" y="1049879"/>
                  </a:lnTo>
                  <a:lnTo>
                    <a:pt x="1626686" y="1048835"/>
                  </a:lnTo>
                  <a:lnTo>
                    <a:pt x="1627758" y="1047789"/>
                  </a:lnTo>
                  <a:lnTo>
                    <a:pt x="1628830" y="1046741"/>
                  </a:lnTo>
                  <a:lnTo>
                    <a:pt x="1629901" y="1045692"/>
                  </a:lnTo>
                  <a:lnTo>
                    <a:pt x="1630973" y="1044642"/>
                  </a:lnTo>
                  <a:lnTo>
                    <a:pt x="1632044" y="1043590"/>
                  </a:lnTo>
                  <a:lnTo>
                    <a:pt x="1633116" y="1042537"/>
                  </a:lnTo>
                  <a:lnTo>
                    <a:pt x="1634188" y="1041483"/>
                  </a:lnTo>
                  <a:lnTo>
                    <a:pt x="1635259" y="1040427"/>
                  </a:lnTo>
                  <a:lnTo>
                    <a:pt x="1636331" y="1039370"/>
                  </a:lnTo>
                  <a:lnTo>
                    <a:pt x="1637402" y="1038311"/>
                  </a:lnTo>
                  <a:lnTo>
                    <a:pt x="1638474" y="1037251"/>
                  </a:lnTo>
                  <a:lnTo>
                    <a:pt x="1639546" y="1036190"/>
                  </a:lnTo>
                  <a:lnTo>
                    <a:pt x="1640617" y="1035127"/>
                  </a:lnTo>
                  <a:lnTo>
                    <a:pt x="1641689" y="1034063"/>
                  </a:lnTo>
                  <a:lnTo>
                    <a:pt x="1642760" y="1032997"/>
                  </a:lnTo>
                  <a:lnTo>
                    <a:pt x="1643832" y="1031930"/>
                  </a:lnTo>
                  <a:lnTo>
                    <a:pt x="1644904" y="1030862"/>
                  </a:lnTo>
                  <a:lnTo>
                    <a:pt x="1645975" y="1029792"/>
                  </a:lnTo>
                  <a:lnTo>
                    <a:pt x="1647047" y="1028721"/>
                  </a:lnTo>
                  <a:lnTo>
                    <a:pt x="1648118" y="1027649"/>
                  </a:lnTo>
                  <a:lnTo>
                    <a:pt x="1649190" y="1026575"/>
                  </a:lnTo>
                  <a:lnTo>
                    <a:pt x="1650262" y="1025500"/>
                  </a:lnTo>
                  <a:lnTo>
                    <a:pt x="1651333" y="1024423"/>
                  </a:lnTo>
                  <a:lnTo>
                    <a:pt x="1652405" y="1023345"/>
                  </a:lnTo>
                  <a:lnTo>
                    <a:pt x="1653476" y="1022266"/>
                  </a:lnTo>
                  <a:lnTo>
                    <a:pt x="1654548" y="1021185"/>
                  </a:lnTo>
                  <a:lnTo>
                    <a:pt x="1655620" y="1020103"/>
                  </a:lnTo>
                  <a:lnTo>
                    <a:pt x="1656691" y="1019020"/>
                  </a:lnTo>
                  <a:lnTo>
                    <a:pt x="1657763" y="1017935"/>
                  </a:lnTo>
                  <a:lnTo>
                    <a:pt x="1658834" y="1016849"/>
                  </a:lnTo>
                  <a:lnTo>
                    <a:pt x="1659906" y="1015761"/>
                  </a:lnTo>
                  <a:lnTo>
                    <a:pt x="1660978" y="1014672"/>
                  </a:lnTo>
                  <a:lnTo>
                    <a:pt x="1662049" y="1013582"/>
                  </a:lnTo>
                  <a:lnTo>
                    <a:pt x="1663121" y="1012491"/>
                  </a:lnTo>
                  <a:lnTo>
                    <a:pt x="1664192" y="1011398"/>
                  </a:lnTo>
                  <a:lnTo>
                    <a:pt x="1665264" y="1010304"/>
                  </a:lnTo>
                  <a:lnTo>
                    <a:pt x="1666336" y="1009208"/>
                  </a:lnTo>
                  <a:lnTo>
                    <a:pt x="1667407" y="1008112"/>
                  </a:lnTo>
                  <a:lnTo>
                    <a:pt x="1668479" y="1007014"/>
                  </a:lnTo>
                  <a:lnTo>
                    <a:pt x="1669550" y="1005914"/>
                  </a:lnTo>
                  <a:lnTo>
                    <a:pt x="1670622" y="1004813"/>
                  </a:lnTo>
                  <a:lnTo>
                    <a:pt x="1671694" y="1003711"/>
                  </a:lnTo>
                  <a:lnTo>
                    <a:pt x="1672765" y="1002608"/>
                  </a:lnTo>
                  <a:lnTo>
                    <a:pt x="1673837" y="1001504"/>
                  </a:lnTo>
                  <a:lnTo>
                    <a:pt x="1674908" y="1000398"/>
                  </a:lnTo>
                  <a:lnTo>
                    <a:pt x="1675980" y="999291"/>
                  </a:lnTo>
                  <a:lnTo>
                    <a:pt x="1677052" y="998182"/>
                  </a:lnTo>
                  <a:lnTo>
                    <a:pt x="1678123" y="997073"/>
                  </a:lnTo>
                  <a:lnTo>
                    <a:pt x="1679195" y="995962"/>
                  </a:lnTo>
                  <a:lnTo>
                    <a:pt x="1680266" y="994850"/>
                  </a:lnTo>
                  <a:lnTo>
                    <a:pt x="1681338" y="993736"/>
                  </a:lnTo>
                  <a:lnTo>
                    <a:pt x="1682410" y="992621"/>
                  </a:lnTo>
                  <a:lnTo>
                    <a:pt x="1683481" y="991506"/>
                  </a:lnTo>
                  <a:lnTo>
                    <a:pt x="1684553" y="990388"/>
                  </a:lnTo>
                  <a:lnTo>
                    <a:pt x="1685624" y="989270"/>
                  </a:lnTo>
                  <a:lnTo>
                    <a:pt x="1686696" y="988151"/>
                  </a:lnTo>
                  <a:lnTo>
                    <a:pt x="1687768" y="987030"/>
                  </a:lnTo>
                  <a:lnTo>
                    <a:pt x="1688839" y="985908"/>
                  </a:lnTo>
                  <a:lnTo>
                    <a:pt x="1689911" y="984785"/>
                  </a:lnTo>
                  <a:lnTo>
                    <a:pt x="1690982" y="983660"/>
                  </a:lnTo>
                  <a:lnTo>
                    <a:pt x="1692054" y="982535"/>
                  </a:lnTo>
                  <a:lnTo>
                    <a:pt x="1693126" y="981408"/>
                  </a:lnTo>
                  <a:lnTo>
                    <a:pt x="1694197" y="980281"/>
                  </a:lnTo>
                  <a:lnTo>
                    <a:pt x="1695269" y="979152"/>
                  </a:lnTo>
                  <a:lnTo>
                    <a:pt x="1696340" y="978022"/>
                  </a:lnTo>
                  <a:lnTo>
                    <a:pt x="1697412" y="976890"/>
                  </a:lnTo>
                  <a:lnTo>
                    <a:pt x="1698484" y="975758"/>
                  </a:lnTo>
                  <a:lnTo>
                    <a:pt x="1699555" y="974624"/>
                  </a:lnTo>
                  <a:lnTo>
                    <a:pt x="1700627" y="973490"/>
                  </a:lnTo>
                  <a:lnTo>
                    <a:pt x="1701698" y="972354"/>
                  </a:lnTo>
                  <a:lnTo>
                    <a:pt x="1702770" y="971217"/>
                  </a:lnTo>
                  <a:lnTo>
                    <a:pt x="1703842" y="970080"/>
                  </a:lnTo>
                  <a:lnTo>
                    <a:pt x="1704913" y="968941"/>
                  </a:lnTo>
                  <a:lnTo>
                    <a:pt x="1705985" y="967801"/>
                  </a:lnTo>
                  <a:lnTo>
                    <a:pt x="1707056" y="966660"/>
                  </a:lnTo>
                  <a:lnTo>
                    <a:pt x="1708128" y="965517"/>
                  </a:lnTo>
                  <a:lnTo>
                    <a:pt x="1709200" y="964374"/>
                  </a:lnTo>
                  <a:lnTo>
                    <a:pt x="1710271" y="963230"/>
                  </a:lnTo>
                  <a:lnTo>
                    <a:pt x="1711343" y="962085"/>
                  </a:lnTo>
                  <a:lnTo>
                    <a:pt x="1712414" y="960939"/>
                  </a:lnTo>
                  <a:lnTo>
                    <a:pt x="1713486" y="959792"/>
                  </a:lnTo>
                  <a:lnTo>
                    <a:pt x="1714558" y="958643"/>
                  </a:lnTo>
                  <a:lnTo>
                    <a:pt x="1715629" y="957494"/>
                  </a:lnTo>
                  <a:lnTo>
                    <a:pt x="1716701" y="956344"/>
                  </a:lnTo>
                  <a:lnTo>
                    <a:pt x="1717772" y="955193"/>
                  </a:lnTo>
                  <a:lnTo>
                    <a:pt x="1718844" y="954041"/>
                  </a:lnTo>
                  <a:lnTo>
                    <a:pt x="1719916" y="952888"/>
                  </a:lnTo>
                  <a:lnTo>
                    <a:pt x="1720987" y="951734"/>
                  </a:lnTo>
                  <a:lnTo>
                    <a:pt x="1722059" y="950579"/>
                  </a:lnTo>
                  <a:lnTo>
                    <a:pt x="1723130" y="949424"/>
                  </a:lnTo>
                  <a:lnTo>
                    <a:pt x="1724202" y="948267"/>
                  </a:lnTo>
                  <a:lnTo>
                    <a:pt x="1725274" y="947110"/>
                  </a:lnTo>
                  <a:lnTo>
                    <a:pt x="1726345" y="945951"/>
                  </a:lnTo>
                  <a:lnTo>
                    <a:pt x="1727417" y="944792"/>
                  </a:lnTo>
                  <a:lnTo>
                    <a:pt x="1728488" y="943632"/>
                  </a:lnTo>
                  <a:lnTo>
                    <a:pt x="1729560" y="942471"/>
                  </a:lnTo>
                  <a:lnTo>
                    <a:pt x="1730632" y="941310"/>
                  </a:lnTo>
                  <a:lnTo>
                    <a:pt x="1731703" y="940147"/>
                  </a:lnTo>
                  <a:lnTo>
                    <a:pt x="1732775" y="938984"/>
                  </a:lnTo>
                  <a:lnTo>
                    <a:pt x="1733846" y="937820"/>
                  </a:lnTo>
                  <a:lnTo>
                    <a:pt x="1734918" y="936655"/>
                  </a:lnTo>
                  <a:lnTo>
                    <a:pt x="1735990" y="935489"/>
                  </a:lnTo>
                  <a:lnTo>
                    <a:pt x="1737061" y="934323"/>
                  </a:lnTo>
                  <a:lnTo>
                    <a:pt x="1738133" y="933156"/>
                  </a:lnTo>
                  <a:lnTo>
                    <a:pt x="1739204" y="931988"/>
                  </a:lnTo>
                  <a:lnTo>
                    <a:pt x="1740276" y="930819"/>
                  </a:lnTo>
                  <a:lnTo>
                    <a:pt x="1741348" y="929650"/>
                  </a:lnTo>
                  <a:lnTo>
                    <a:pt x="1742419" y="928480"/>
                  </a:lnTo>
                  <a:lnTo>
                    <a:pt x="1743491" y="927309"/>
                  </a:lnTo>
                  <a:lnTo>
                    <a:pt x="1744562" y="926138"/>
                  </a:lnTo>
                  <a:lnTo>
                    <a:pt x="1745634" y="924966"/>
                  </a:lnTo>
                  <a:lnTo>
                    <a:pt x="1746706" y="923793"/>
                  </a:lnTo>
                  <a:lnTo>
                    <a:pt x="1747777" y="922620"/>
                  </a:lnTo>
                  <a:lnTo>
                    <a:pt x="1748849" y="921446"/>
                  </a:lnTo>
                  <a:lnTo>
                    <a:pt x="1749920" y="920272"/>
                  </a:lnTo>
                  <a:lnTo>
                    <a:pt x="1750992" y="919097"/>
                  </a:lnTo>
                  <a:lnTo>
                    <a:pt x="1752064" y="917921"/>
                  </a:lnTo>
                  <a:lnTo>
                    <a:pt x="1753135" y="916745"/>
                  </a:lnTo>
                  <a:lnTo>
                    <a:pt x="1754207" y="915568"/>
                  </a:lnTo>
                  <a:lnTo>
                    <a:pt x="1755278" y="914391"/>
                  </a:lnTo>
                  <a:lnTo>
                    <a:pt x="1756350" y="913213"/>
                  </a:lnTo>
                  <a:lnTo>
                    <a:pt x="1757422" y="912035"/>
                  </a:lnTo>
                  <a:lnTo>
                    <a:pt x="1758493" y="910856"/>
                  </a:lnTo>
                  <a:lnTo>
                    <a:pt x="1759565" y="909677"/>
                  </a:lnTo>
                  <a:lnTo>
                    <a:pt x="1760636" y="908498"/>
                  </a:lnTo>
                  <a:lnTo>
                    <a:pt x="1761708" y="907317"/>
                  </a:lnTo>
                  <a:lnTo>
                    <a:pt x="1762780" y="906137"/>
                  </a:lnTo>
                  <a:lnTo>
                    <a:pt x="1763851" y="904956"/>
                  </a:lnTo>
                  <a:lnTo>
                    <a:pt x="1764923" y="903775"/>
                  </a:lnTo>
                  <a:lnTo>
                    <a:pt x="1765994" y="902593"/>
                  </a:lnTo>
                  <a:lnTo>
                    <a:pt x="1767066" y="901411"/>
                  </a:lnTo>
                  <a:lnTo>
                    <a:pt x="1768138" y="900228"/>
                  </a:lnTo>
                  <a:lnTo>
                    <a:pt x="1769209" y="899045"/>
                  </a:lnTo>
                  <a:lnTo>
                    <a:pt x="1770281" y="897862"/>
                  </a:lnTo>
                  <a:lnTo>
                    <a:pt x="1771352" y="896679"/>
                  </a:lnTo>
                  <a:lnTo>
                    <a:pt x="1772424" y="895495"/>
                  </a:lnTo>
                  <a:lnTo>
                    <a:pt x="1773496" y="894311"/>
                  </a:lnTo>
                  <a:lnTo>
                    <a:pt x="1774567" y="893127"/>
                  </a:lnTo>
                  <a:lnTo>
                    <a:pt x="1775639" y="891942"/>
                  </a:lnTo>
                  <a:lnTo>
                    <a:pt x="1776710" y="890757"/>
                  </a:lnTo>
                  <a:lnTo>
                    <a:pt x="1777782" y="889572"/>
                  </a:lnTo>
                  <a:lnTo>
                    <a:pt x="1778853" y="888387"/>
                  </a:lnTo>
                  <a:lnTo>
                    <a:pt x="1779925" y="887201"/>
                  </a:lnTo>
                  <a:lnTo>
                    <a:pt x="1780997" y="886016"/>
                  </a:lnTo>
                  <a:lnTo>
                    <a:pt x="1782068" y="884830"/>
                  </a:lnTo>
                  <a:lnTo>
                    <a:pt x="1783140" y="883644"/>
                  </a:lnTo>
                  <a:lnTo>
                    <a:pt x="1784211" y="882458"/>
                  </a:lnTo>
                  <a:lnTo>
                    <a:pt x="1785283" y="881272"/>
                  </a:lnTo>
                  <a:lnTo>
                    <a:pt x="1786355" y="880086"/>
                  </a:lnTo>
                  <a:lnTo>
                    <a:pt x="1787426" y="878899"/>
                  </a:lnTo>
                  <a:lnTo>
                    <a:pt x="1788498" y="877713"/>
                  </a:lnTo>
                  <a:lnTo>
                    <a:pt x="1789569" y="876526"/>
                  </a:lnTo>
                  <a:lnTo>
                    <a:pt x="1790641" y="875340"/>
                  </a:lnTo>
                  <a:lnTo>
                    <a:pt x="1791713" y="874153"/>
                  </a:lnTo>
                  <a:lnTo>
                    <a:pt x="1792784" y="872967"/>
                  </a:lnTo>
                  <a:lnTo>
                    <a:pt x="1793856" y="871780"/>
                  </a:lnTo>
                  <a:lnTo>
                    <a:pt x="1794927" y="870594"/>
                  </a:lnTo>
                  <a:lnTo>
                    <a:pt x="1795999" y="869408"/>
                  </a:lnTo>
                  <a:lnTo>
                    <a:pt x="1797071" y="868221"/>
                  </a:lnTo>
                  <a:lnTo>
                    <a:pt x="1798142" y="867035"/>
                  </a:lnTo>
                  <a:lnTo>
                    <a:pt x="1799214" y="865849"/>
                  </a:lnTo>
                  <a:lnTo>
                    <a:pt x="1800285" y="864663"/>
                  </a:lnTo>
                  <a:lnTo>
                    <a:pt x="1801357" y="863477"/>
                  </a:lnTo>
                  <a:lnTo>
                    <a:pt x="1802429" y="862291"/>
                  </a:lnTo>
                  <a:lnTo>
                    <a:pt x="1803500" y="861106"/>
                  </a:lnTo>
                  <a:lnTo>
                    <a:pt x="1804572" y="859921"/>
                  </a:lnTo>
                  <a:lnTo>
                    <a:pt x="1805643" y="858735"/>
                  </a:lnTo>
                  <a:lnTo>
                    <a:pt x="1806715" y="857550"/>
                  </a:lnTo>
                  <a:lnTo>
                    <a:pt x="1807787" y="856366"/>
                  </a:lnTo>
                  <a:lnTo>
                    <a:pt x="1808858" y="855181"/>
                  </a:lnTo>
                  <a:lnTo>
                    <a:pt x="1809930" y="853997"/>
                  </a:lnTo>
                  <a:lnTo>
                    <a:pt x="1811001" y="852813"/>
                  </a:lnTo>
                  <a:lnTo>
                    <a:pt x="1812073" y="851630"/>
                  </a:lnTo>
                  <a:lnTo>
                    <a:pt x="1813145" y="850447"/>
                  </a:lnTo>
                  <a:lnTo>
                    <a:pt x="1814216" y="849264"/>
                  </a:lnTo>
                  <a:lnTo>
                    <a:pt x="1815288" y="848081"/>
                  </a:lnTo>
                  <a:lnTo>
                    <a:pt x="1816359" y="846899"/>
                  </a:lnTo>
                  <a:lnTo>
                    <a:pt x="1817431" y="845718"/>
                  </a:lnTo>
                  <a:lnTo>
                    <a:pt x="1818503" y="844536"/>
                  </a:lnTo>
                  <a:lnTo>
                    <a:pt x="1819574" y="843356"/>
                  </a:lnTo>
                  <a:lnTo>
                    <a:pt x="1820646" y="842175"/>
                  </a:lnTo>
                  <a:lnTo>
                    <a:pt x="1821717" y="840995"/>
                  </a:lnTo>
                  <a:lnTo>
                    <a:pt x="1822789" y="839816"/>
                  </a:lnTo>
                  <a:lnTo>
                    <a:pt x="1823861" y="838637"/>
                  </a:lnTo>
                  <a:lnTo>
                    <a:pt x="1824932" y="837459"/>
                  </a:lnTo>
                  <a:lnTo>
                    <a:pt x="1826004" y="836281"/>
                  </a:lnTo>
                  <a:lnTo>
                    <a:pt x="1827075" y="835104"/>
                  </a:lnTo>
                  <a:lnTo>
                    <a:pt x="1828147" y="833927"/>
                  </a:lnTo>
                  <a:lnTo>
                    <a:pt x="1829219" y="832751"/>
                  </a:lnTo>
                  <a:lnTo>
                    <a:pt x="1830290" y="831576"/>
                  </a:lnTo>
                  <a:lnTo>
                    <a:pt x="1831362" y="830401"/>
                  </a:lnTo>
                  <a:lnTo>
                    <a:pt x="1832433" y="829227"/>
                  </a:lnTo>
                  <a:lnTo>
                    <a:pt x="1833505" y="828054"/>
                  </a:lnTo>
                  <a:lnTo>
                    <a:pt x="1834577" y="826881"/>
                  </a:lnTo>
                  <a:lnTo>
                    <a:pt x="1835648" y="825709"/>
                  </a:lnTo>
                  <a:lnTo>
                    <a:pt x="1836720" y="824538"/>
                  </a:lnTo>
                  <a:lnTo>
                    <a:pt x="1837791" y="823367"/>
                  </a:lnTo>
                  <a:lnTo>
                    <a:pt x="1838863" y="822198"/>
                  </a:lnTo>
                  <a:lnTo>
                    <a:pt x="1839935" y="821029"/>
                  </a:lnTo>
                  <a:lnTo>
                    <a:pt x="1841006" y="819861"/>
                  </a:lnTo>
                  <a:lnTo>
                    <a:pt x="1842078" y="818694"/>
                  </a:lnTo>
                  <a:lnTo>
                    <a:pt x="1843149" y="817527"/>
                  </a:lnTo>
                  <a:lnTo>
                    <a:pt x="1844221" y="816362"/>
                  </a:lnTo>
                  <a:lnTo>
                    <a:pt x="1845293" y="815197"/>
                  </a:lnTo>
                  <a:lnTo>
                    <a:pt x="1846364" y="814034"/>
                  </a:lnTo>
                  <a:lnTo>
                    <a:pt x="1847436" y="812871"/>
                  </a:lnTo>
                  <a:lnTo>
                    <a:pt x="1848507" y="811709"/>
                  </a:lnTo>
                  <a:lnTo>
                    <a:pt x="1849579" y="810548"/>
                  </a:lnTo>
                  <a:lnTo>
                    <a:pt x="1850651" y="809389"/>
                  </a:lnTo>
                  <a:lnTo>
                    <a:pt x="1851722" y="808230"/>
                  </a:lnTo>
                  <a:lnTo>
                    <a:pt x="1852794" y="807072"/>
                  </a:lnTo>
                  <a:lnTo>
                    <a:pt x="1853865" y="805916"/>
                  </a:lnTo>
                  <a:lnTo>
                    <a:pt x="1854937" y="804760"/>
                  </a:lnTo>
                  <a:lnTo>
                    <a:pt x="1856009" y="803606"/>
                  </a:lnTo>
                  <a:lnTo>
                    <a:pt x="1857080" y="802452"/>
                  </a:lnTo>
                  <a:lnTo>
                    <a:pt x="1858152" y="801300"/>
                  </a:lnTo>
                  <a:lnTo>
                    <a:pt x="1859223" y="800149"/>
                  </a:lnTo>
                  <a:lnTo>
                    <a:pt x="1860295" y="798999"/>
                  </a:lnTo>
                  <a:lnTo>
                    <a:pt x="1861367" y="797850"/>
                  </a:lnTo>
                  <a:lnTo>
                    <a:pt x="1862438" y="796703"/>
                  </a:lnTo>
                  <a:lnTo>
                    <a:pt x="1863510" y="795557"/>
                  </a:lnTo>
                  <a:lnTo>
                    <a:pt x="1864581" y="794412"/>
                  </a:lnTo>
                  <a:lnTo>
                    <a:pt x="1865653" y="793268"/>
                  </a:lnTo>
                  <a:lnTo>
                    <a:pt x="1866725" y="792126"/>
                  </a:lnTo>
                  <a:lnTo>
                    <a:pt x="1867796" y="790985"/>
                  </a:lnTo>
                  <a:lnTo>
                    <a:pt x="1868868" y="789845"/>
                  </a:lnTo>
                  <a:lnTo>
                    <a:pt x="1869939" y="788707"/>
                  </a:lnTo>
                  <a:lnTo>
                    <a:pt x="1871011" y="787570"/>
                  </a:lnTo>
                  <a:lnTo>
                    <a:pt x="1872083" y="786435"/>
                  </a:lnTo>
                  <a:lnTo>
                    <a:pt x="1873154" y="785301"/>
                  </a:lnTo>
                  <a:lnTo>
                    <a:pt x="1874226" y="784168"/>
                  </a:lnTo>
                  <a:lnTo>
                    <a:pt x="1875297" y="783037"/>
                  </a:lnTo>
                  <a:lnTo>
                    <a:pt x="1876369" y="781908"/>
                  </a:lnTo>
                  <a:lnTo>
                    <a:pt x="1877441" y="780780"/>
                  </a:lnTo>
                  <a:lnTo>
                    <a:pt x="1878512" y="779653"/>
                  </a:lnTo>
                  <a:lnTo>
                    <a:pt x="1879584" y="778528"/>
                  </a:lnTo>
                  <a:lnTo>
                    <a:pt x="1880655" y="777405"/>
                  </a:lnTo>
                  <a:lnTo>
                    <a:pt x="1881727" y="776283"/>
                  </a:lnTo>
                  <a:lnTo>
                    <a:pt x="1882799" y="775163"/>
                  </a:lnTo>
                  <a:lnTo>
                    <a:pt x="1883870" y="774044"/>
                  </a:lnTo>
                  <a:lnTo>
                    <a:pt x="1884942" y="772928"/>
                  </a:lnTo>
                  <a:lnTo>
                    <a:pt x="1886013" y="771812"/>
                  </a:lnTo>
                  <a:lnTo>
                    <a:pt x="1887085" y="770699"/>
                  </a:lnTo>
                  <a:lnTo>
                    <a:pt x="1888157" y="769587"/>
                  </a:lnTo>
                  <a:lnTo>
                    <a:pt x="1889228" y="768477"/>
                  </a:lnTo>
                  <a:lnTo>
                    <a:pt x="1890300" y="767369"/>
                  </a:lnTo>
                  <a:lnTo>
                    <a:pt x="1891371" y="766263"/>
                  </a:lnTo>
                  <a:lnTo>
                    <a:pt x="1892443" y="765158"/>
                  </a:lnTo>
                  <a:lnTo>
                    <a:pt x="1893515" y="764056"/>
                  </a:lnTo>
                  <a:lnTo>
                    <a:pt x="1894586" y="762955"/>
                  </a:lnTo>
                  <a:lnTo>
                    <a:pt x="1895658" y="761856"/>
                  </a:lnTo>
                  <a:lnTo>
                    <a:pt x="1896729" y="760759"/>
                  </a:lnTo>
                  <a:lnTo>
                    <a:pt x="1897801" y="759664"/>
                  </a:lnTo>
                  <a:lnTo>
                    <a:pt x="1898873" y="758571"/>
                  </a:lnTo>
                  <a:lnTo>
                    <a:pt x="1899944" y="757480"/>
                  </a:lnTo>
                  <a:lnTo>
                    <a:pt x="1901016" y="756391"/>
                  </a:lnTo>
                  <a:lnTo>
                    <a:pt x="1902087" y="755304"/>
                  </a:lnTo>
                  <a:lnTo>
                    <a:pt x="1903159" y="754219"/>
                  </a:lnTo>
                  <a:lnTo>
                    <a:pt x="1904231" y="753136"/>
                  </a:lnTo>
                  <a:lnTo>
                    <a:pt x="1905302" y="752055"/>
                  </a:lnTo>
                  <a:lnTo>
                    <a:pt x="1906374" y="750976"/>
                  </a:lnTo>
                  <a:lnTo>
                    <a:pt x="1907445" y="749899"/>
                  </a:lnTo>
                  <a:lnTo>
                    <a:pt x="1908517" y="748825"/>
                  </a:lnTo>
                  <a:lnTo>
                    <a:pt x="1909589" y="747753"/>
                  </a:lnTo>
                  <a:lnTo>
                    <a:pt x="1910660" y="746682"/>
                  </a:lnTo>
                  <a:lnTo>
                    <a:pt x="1911732" y="745615"/>
                  </a:lnTo>
                  <a:lnTo>
                    <a:pt x="1912803" y="744549"/>
                  </a:lnTo>
                  <a:lnTo>
                    <a:pt x="1913875" y="743486"/>
                  </a:lnTo>
                  <a:lnTo>
                    <a:pt x="1914947" y="742425"/>
                  </a:lnTo>
                  <a:lnTo>
                    <a:pt x="1916018" y="741366"/>
                  </a:lnTo>
                  <a:lnTo>
                    <a:pt x="1917090" y="740309"/>
                  </a:lnTo>
                  <a:lnTo>
                    <a:pt x="1918161" y="739255"/>
                  </a:lnTo>
                  <a:lnTo>
                    <a:pt x="1919233" y="738204"/>
                  </a:lnTo>
                  <a:lnTo>
                    <a:pt x="1920305" y="737154"/>
                  </a:lnTo>
                  <a:lnTo>
                    <a:pt x="1921376" y="736107"/>
                  </a:lnTo>
                  <a:lnTo>
                    <a:pt x="1922448" y="735062"/>
                  </a:lnTo>
                  <a:lnTo>
                    <a:pt x="1923519" y="734020"/>
                  </a:lnTo>
                  <a:lnTo>
                    <a:pt x="1924591" y="732980"/>
                  </a:lnTo>
                  <a:lnTo>
                    <a:pt x="1925663" y="731942"/>
                  </a:lnTo>
                  <a:lnTo>
                    <a:pt x="1926734" y="730907"/>
                  </a:lnTo>
                  <a:lnTo>
                    <a:pt x="1927806" y="729873"/>
                  </a:lnTo>
                  <a:lnTo>
                    <a:pt x="1928877" y="728843"/>
                  </a:lnTo>
                  <a:lnTo>
                    <a:pt x="1929949" y="727815"/>
                  </a:lnTo>
                  <a:lnTo>
                    <a:pt x="1931021" y="726789"/>
                  </a:lnTo>
                  <a:lnTo>
                    <a:pt x="1932092" y="725765"/>
                  </a:lnTo>
                  <a:lnTo>
                    <a:pt x="1933164" y="724744"/>
                  </a:lnTo>
                  <a:lnTo>
                    <a:pt x="1934235" y="723725"/>
                  </a:lnTo>
                  <a:lnTo>
                    <a:pt x="1935307" y="722709"/>
                  </a:lnTo>
                  <a:lnTo>
                    <a:pt x="1936379" y="721695"/>
                  </a:lnTo>
                  <a:lnTo>
                    <a:pt x="1937450" y="720683"/>
                  </a:lnTo>
                  <a:lnTo>
                    <a:pt x="1938522" y="719674"/>
                  </a:lnTo>
                  <a:lnTo>
                    <a:pt x="1939593" y="718667"/>
                  </a:lnTo>
                  <a:lnTo>
                    <a:pt x="1940665" y="717663"/>
                  </a:lnTo>
                  <a:lnTo>
                    <a:pt x="1941737" y="716661"/>
                  </a:lnTo>
                  <a:lnTo>
                    <a:pt x="1942808" y="715661"/>
                  </a:lnTo>
                  <a:lnTo>
                    <a:pt x="1943880" y="714664"/>
                  </a:lnTo>
                  <a:lnTo>
                    <a:pt x="1944951" y="713669"/>
                  </a:lnTo>
                  <a:lnTo>
                    <a:pt x="1946023" y="712677"/>
                  </a:lnTo>
                  <a:lnTo>
                    <a:pt x="1947095" y="711687"/>
                  </a:lnTo>
                  <a:lnTo>
                    <a:pt x="1948166" y="710700"/>
                  </a:lnTo>
                  <a:lnTo>
                    <a:pt x="1949238" y="709715"/>
                  </a:lnTo>
                  <a:lnTo>
                    <a:pt x="1950309" y="708732"/>
                  </a:lnTo>
                  <a:lnTo>
                    <a:pt x="1951381" y="707752"/>
                  </a:lnTo>
                  <a:lnTo>
                    <a:pt x="1952453" y="706774"/>
                  </a:lnTo>
                  <a:lnTo>
                    <a:pt x="1953524" y="705799"/>
                  </a:lnTo>
                  <a:lnTo>
                    <a:pt x="1954596" y="704826"/>
                  </a:lnTo>
                  <a:lnTo>
                    <a:pt x="1955667" y="703856"/>
                  </a:lnTo>
                  <a:lnTo>
                    <a:pt x="1956739" y="702888"/>
                  </a:lnTo>
                  <a:lnTo>
                    <a:pt x="1957810" y="701923"/>
                  </a:lnTo>
                  <a:lnTo>
                    <a:pt x="1958882" y="700960"/>
                  </a:lnTo>
                  <a:lnTo>
                    <a:pt x="1959954" y="699999"/>
                  </a:lnTo>
                  <a:lnTo>
                    <a:pt x="1961025" y="699041"/>
                  </a:lnTo>
                  <a:lnTo>
                    <a:pt x="1962097" y="698086"/>
                  </a:lnTo>
                  <a:lnTo>
                    <a:pt x="1963168" y="697133"/>
                  </a:lnTo>
                  <a:lnTo>
                    <a:pt x="1964240" y="696182"/>
                  </a:lnTo>
                  <a:lnTo>
                    <a:pt x="1965312" y="695234"/>
                  </a:lnTo>
                  <a:lnTo>
                    <a:pt x="1966383" y="694288"/>
                  </a:lnTo>
                  <a:lnTo>
                    <a:pt x="1967455" y="693345"/>
                  </a:lnTo>
                  <a:lnTo>
                    <a:pt x="1968526" y="692405"/>
                  </a:lnTo>
                  <a:lnTo>
                    <a:pt x="1969598" y="691467"/>
                  </a:lnTo>
                  <a:lnTo>
                    <a:pt x="1970670" y="690531"/>
                  </a:lnTo>
                  <a:lnTo>
                    <a:pt x="1971741" y="689598"/>
                  </a:lnTo>
                  <a:lnTo>
                    <a:pt x="1972813" y="688667"/>
                  </a:lnTo>
                  <a:lnTo>
                    <a:pt x="1973884" y="687739"/>
                  </a:lnTo>
                  <a:lnTo>
                    <a:pt x="1974956" y="686813"/>
                  </a:lnTo>
                  <a:lnTo>
                    <a:pt x="1976028" y="685890"/>
                  </a:lnTo>
                  <a:lnTo>
                    <a:pt x="1977099" y="684970"/>
                  </a:lnTo>
                  <a:lnTo>
                    <a:pt x="1978171" y="684051"/>
                  </a:lnTo>
                  <a:lnTo>
                    <a:pt x="1979242" y="683136"/>
                  </a:lnTo>
                  <a:lnTo>
                    <a:pt x="1980314" y="682223"/>
                  </a:lnTo>
                  <a:lnTo>
                    <a:pt x="1981386" y="681312"/>
                  </a:lnTo>
                  <a:lnTo>
                    <a:pt x="1982457" y="680404"/>
                  </a:lnTo>
                  <a:lnTo>
                    <a:pt x="1983529" y="679499"/>
                  </a:lnTo>
                  <a:lnTo>
                    <a:pt x="1984600" y="678596"/>
                  </a:lnTo>
                  <a:lnTo>
                    <a:pt x="1985672" y="677695"/>
                  </a:lnTo>
                  <a:lnTo>
                    <a:pt x="1986744" y="676797"/>
                  </a:lnTo>
                  <a:lnTo>
                    <a:pt x="1987815" y="675902"/>
                  </a:lnTo>
                  <a:lnTo>
                    <a:pt x="1988887" y="675009"/>
                  </a:lnTo>
                  <a:lnTo>
                    <a:pt x="1989958" y="674118"/>
                  </a:lnTo>
                  <a:lnTo>
                    <a:pt x="1991030" y="673231"/>
                  </a:lnTo>
                  <a:lnTo>
                    <a:pt x="1992102" y="672345"/>
                  </a:lnTo>
                  <a:lnTo>
                    <a:pt x="1993173" y="671463"/>
                  </a:lnTo>
                  <a:lnTo>
                    <a:pt x="1994245" y="670582"/>
                  </a:lnTo>
                  <a:lnTo>
                    <a:pt x="1995316" y="669705"/>
                  </a:lnTo>
                  <a:lnTo>
                    <a:pt x="1996388" y="668830"/>
                  </a:lnTo>
                  <a:lnTo>
                    <a:pt x="1997460" y="667957"/>
                  </a:lnTo>
                  <a:lnTo>
                    <a:pt x="1998531" y="667087"/>
                  </a:lnTo>
                  <a:lnTo>
                    <a:pt x="1999603" y="666219"/>
                  </a:lnTo>
                  <a:lnTo>
                    <a:pt x="2000674" y="665354"/>
                  </a:lnTo>
                  <a:lnTo>
                    <a:pt x="2001746" y="664492"/>
                  </a:lnTo>
                  <a:lnTo>
                    <a:pt x="2002818" y="663632"/>
                  </a:lnTo>
                  <a:lnTo>
                    <a:pt x="2003889" y="662775"/>
                  </a:lnTo>
                  <a:lnTo>
                    <a:pt x="2004961" y="661920"/>
                  </a:lnTo>
                  <a:lnTo>
                    <a:pt x="2006032" y="661068"/>
                  </a:lnTo>
                  <a:lnTo>
                    <a:pt x="2007104" y="660218"/>
                  </a:lnTo>
                  <a:lnTo>
                    <a:pt x="2008176" y="659371"/>
                  </a:lnTo>
                  <a:lnTo>
                    <a:pt x="2009247" y="658527"/>
                  </a:lnTo>
                  <a:lnTo>
                    <a:pt x="2010319" y="657685"/>
                  </a:lnTo>
                  <a:lnTo>
                    <a:pt x="2011390" y="656845"/>
                  </a:lnTo>
                  <a:lnTo>
                    <a:pt x="2012462" y="656009"/>
                  </a:lnTo>
                  <a:lnTo>
                    <a:pt x="2013534" y="655174"/>
                  </a:lnTo>
                  <a:lnTo>
                    <a:pt x="2014605" y="654343"/>
                  </a:lnTo>
                  <a:lnTo>
                    <a:pt x="2015677" y="653513"/>
                  </a:lnTo>
                  <a:lnTo>
                    <a:pt x="2016748" y="652687"/>
                  </a:lnTo>
                  <a:lnTo>
                    <a:pt x="2017820" y="651863"/>
                  </a:lnTo>
                  <a:lnTo>
                    <a:pt x="2018892" y="651041"/>
                  </a:lnTo>
                  <a:lnTo>
                    <a:pt x="2019963" y="650223"/>
                  </a:lnTo>
                  <a:lnTo>
                    <a:pt x="2021035" y="649406"/>
                  </a:lnTo>
                  <a:lnTo>
                    <a:pt x="2022106" y="648593"/>
                  </a:lnTo>
                  <a:lnTo>
                    <a:pt x="2023178" y="647781"/>
                  </a:lnTo>
                  <a:lnTo>
                    <a:pt x="2024250" y="646973"/>
                  </a:lnTo>
                  <a:lnTo>
                    <a:pt x="2025321" y="646167"/>
                  </a:lnTo>
                  <a:lnTo>
                    <a:pt x="2026393" y="645363"/>
                  </a:lnTo>
                  <a:lnTo>
                    <a:pt x="2027464" y="644563"/>
                  </a:lnTo>
                  <a:lnTo>
                    <a:pt x="2028536" y="643764"/>
                  </a:lnTo>
                  <a:lnTo>
                    <a:pt x="2029608" y="642969"/>
                  </a:lnTo>
                  <a:lnTo>
                    <a:pt x="2030679" y="642175"/>
                  </a:lnTo>
                  <a:lnTo>
                    <a:pt x="2031751" y="641385"/>
                  </a:lnTo>
                  <a:lnTo>
                    <a:pt x="2032822" y="640597"/>
                  </a:lnTo>
                  <a:lnTo>
                    <a:pt x="2033894" y="639811"/>
                  </a:lnTo>
                  <a:lnTo>
                    <a:pt x="2034966" y="639029"/>
                  </a:lnTo>
                  <a:lnTo>
                    <a:pt x="2036037" y="638248"/>
                  </a:lnTo>
                  <a:lnTo>
                    <a:pt x="2037109" y="637471"/>
                  </a:lnTo>
                  <a:lnTo>
                    <a:pt x="2038180" y="636696"/>
                  </a:lnTo>
                  <a:lnTo>
                    <a:pt x="2039252" y="635923"/>
                  </a:lnTo>
                  <a:lnTo>
                    <a:pt x="2040324" y="635153"/>
                  </a:lnTo>
                  <a:lnTo>
                    <a:pt x="2041395" y="634386"/>
                  </a:lnTo>
                  <a:lnTo>
                    <a:pt x="2042467" y="633621"/>
                  </a:lnTo>
                  <a:lnTo>
                    <a:pt x="2043538" y="632859"/>
                  </a:lnTo>
                  <a:lnTo>
                    <a:pt x="2044610" y="632099"/>
                  </a:lnTo>
                  <a:lnTo>
                    <a:pt x="2045682" y="631342"/>
                  </a:lnTo>
                  <a:lnTo>
                    <a:pt x="2046753" y="630588"/>
                  </a:lnTo>
                  <a:lnTo>
                    <a:pt x="2047825" y="629836"/>
                  </a:lnTo>
                  <a:lnTo>
                    <a:pt x="2048896" y="629086"/>
                  </a:lnTo>
                  <a:lnTo>
                    <a:pt x="2049968" y="628340"/>
                  </a:lnTo>
                  <a:lnTo>
                    <a:pt x="2051040" y="627595"/>
                  </a:lnTo>
                  <a:lnTo>
                    <a:pt x="2052111" y="626854"/>
                  </a:lnTo>
                  <a:lnTo>
                    <a:pt x="2053183" y="626115"/>
                  </a:lnTo>
                  <a:lnTo>
                    <a:pt x="2054254" y="625378"/>
                  </a:lnTo>
                  <a:lnTo>
                    <a:pt x="2055326" y="624645"/>
                  </a:lnTo>
                  <a:lnTo>
                    <a:pt x="2056398" y="623913"/>
                  </a:lnTo>
                  <a:lnTo>
                    <a:pt x="2057469" y="623185"/>
                  </a:lnTo>
                  <a:lnTo>
                    <a:pt x="2058541" y="622459"/>
                  </a:lnTo>
                  <a:lnTo>
                    <a:pt x="2059612" y="621735"/>
                  </a:lnTo>
                  <a:lnTo>
                    <a:pt x="2060684" y="621014"/>
                  </a:lnTo>
                  <a:lnTo>
                    <a:pt x="2061756" y="620296"/>
                  </a:lnTo>
                  <a:lnTo>
                    <a:pt x="2062827" y="619580"/>
                  </a:lnTo>
                  <a:lnTo>
                    <a:pt x="2063899" y="618867"/>
                  </a:lnTo>
                  <a:lnTo>
                    <a:pt x="2064970" y="618156"/>
                  </a:lnTo>
                  <a:lnTo>
                    <a:pt x="2066042" y="617448"/>
                  </a:lnTo>
                  <a:lnTo>
                    <a:pt x="2067114" y="616742"/>
                  </a:lnTo>
                  <a:lnTo>
                    <a:pt x="2068185" y="616039"/>
                  </a:lnTo>
                  <a:lnTo>
                    <a:pt x="2069257" y="615339"/>
                  </a:lnTo>
                  <a:lnTo>
                    <a:pt x="2070328" y="614641"/>
                  </a:lnTo>
                  <a:lnTo>
                    <a:pt x="2071400" y="613946"/>
                  </a:lnTo>
                  <a:lnTo>
                    <a:pt x="2072472" y="613253"/>
                  </a:lnTo>
                  <a:lnTo>
                    <a:pt x="2073543" y="612563"/>
                  </a:lnTo>
                  <a:lnTo>
                    <a:pt x="2074615" y="611876"/>
                  </a:lnTo>
                  <a:lnTo>
                    <a:pt x="2075686" y="611191"/>
                  </a:lnTo>
                  <a:lnTo>
                    <a:pt x="2076758" y="610508"/>
                  </a:lnTo>
                  <a:lnTo>
                    <a:pt x="2077830" y="609829"/>
                  </a:lnTo>
                  <a:lnTo>
                    <a:pt x="2078901" y="609151"/>
                  </a:lnTo>
                  <a:lnTo>
                    <a:pt x="2079973" y="608477"/>
                  </a:lnTo>
                  <a:lnTo>
                    <a:pt x="2081044" y="607805"/>
                  </a:lnTo>
                  <a:lnTo>
                    <a:pt x="2082116" y="607135"/>
                  </a:lnTo>
                  <a:lnTo>
                    <a:pt x="2083188" y="606468"/>
                  </a:lnTo>
                  <a:lnTo>
                    <a:pt x="2084259" y="605804"/>
                  </a:lnTo>
                  <a:lnTo>
                    <a:pt x="2085331" y="605142"/>
                  </a:lnTo>
                  <a:lnTo>
                    <a:pt x="2086402" y="604483"/>
                  </a:lnTo>
                  <a:lnTo>
                    <a:pt x="2087474" y="603826"/>
                  </a:lnTo>
                  <a:lnTo>
                    <a:pt x="2088546" y="603172"/>
                  </a:lnTo>
                  <a:lnTo>
                    <a:pt x="2089617" y="602520"/>
                  </a:lnTo>
                  <a:lnTo>
                    <a:pt x="2090689" y="601871"/>
                  </a:lnTo>
                  <a:lnTo>
                    <a:pt x="2091760" y="601224"/>
                  </a:lnTo>
                  <a:lnTo>
                    <a:pt x="2092832" y="600580"/>
                  </a:lnTo>
                  <a:lnTo>
                    <a:pt x="2093904" y="599939"/>
                  </a:lnTo>
                  <a:lnTo>
                    <a:pt x="2094975" y="599300"/>
                  </a:lnTo>
                  <a:lnTo>
                    <a:pt x="2096047" y="598664"/>
                  </a:lnTo>
                  <a:lnTo>
                    <a:pt x="2097118" y="598030"/>
                  </a:lnTo>
                  <a:lnTo>
                    <a:pt x="2098190" y="597399"/>
                  </a:lnTo>
                  <a:lnTo>
                    <a:pt x="2099262" y="596770"/>
                  </a:lnTo>
                  <a:lnTo>
                    <a:pt x="2100333" y="596144"/>
                  </a:lnTo>
                  <a:lnTo>
                    <a:pt x="2101405" y="595520"/>
                  </a:lnTo>
                  <a:lnTo>
                    <a:pt x="2102476" y="594899"/>
                  </a:lnTo>
                  <a:lnTo>
                    <a:pt x="2103548" y="594281"/>
                  </a:lnTo>
                  <a:lnTo>
                    <a:pt x="2104620" y="593665"/>
                  </a:lnTo>
                  <a:lnTo>
                    <a:pt x="2105691" y="593051"/>
                  </a:lnTo>
                  <a:lnTo>
                    <a:pt x="2106763" y="592441"/>
                  </a:lnTo>
                  <a:lnTo>
                    <a:pt x="2107834" y="591832"/>
                  </a:lnTo>
                  <a:lnTo>
                    <a:pt x="2108906" y="591226"/>
                  </a:lnTo>
                  <a:lnTo>
                    <a:pt x="2109978" y="590623"/>
                  </a:lnTo>
                  <a:lnTo>
                    <a:pt x="2111049" y="590022"/>
                  </a:lnTo>
                  <a:lnTo>
                    <a:pt x="2112121" y="589424"/>
                  </a:lnTo>
                  <a:lnTo>
                    <a:pt x="2113192" y="588828"/>
                  </a:lnTo>
                  <a:lnTo>
                    <a:pt x="2114264" y="588235"/>
                  </a:lnTo>
                  <a:lnTo>
                    <a:pt x="2115336" y="587644"/>
                  </a:lnTo>
                  <a:lnTo>
                    <a:pt x="2116407" y="587056"/>
                  </a:lnTo>
                  <a:lnTo>
                    <a:pt x="2117479" y="586470"/>
                  </a:lnTo>
                  <a:lnTo>
                    <a:pt x="2118550" y="585887"/>
                  </a:lnTo>
                  <a:lnTo>
                    <a:pt x="2119622" y="585307"/>
                  </a:lnTo>
                  <a:lnTo>
                    <a:pt x="2120694" y="584729"/>
                  </a:lnTo>
                  <a:lnTo>
                    <a:pt x="2121765" y="584153"/>
                  </a:lnTo>
                  <a:lnTo>
                    <a:pt x="2122837" y="583580"/>
                  </a:lnTo>
                  <a:lnTo>
                    <a:pt x="2123908" y="583009"/>
                  </a:lnTo>
                  <a:lnTo>
                    <a:pt x="2124980" y="582441"/>
                  </a:lnTo>
                  <a:lnTo>
                    <a:pt x="2126052" y="581876"/>
                  </a:lnTo>
                  <a:lnTo>
                    <a:pt x="2127123" y="581313"/>
                  </a:lnTo>
                  <a:lnTo>
                    <a:pt x="2128195" y="580752"/>
                  </a:lnTo>
                  <a:lnTo>
                    <a:pt x="2129266" y="580194"/>
                  </a:lnTo>
                  <a:lnTo>
                    <a:pt x="2130338" y="579638"/>
                  </a:lnTo>
                  <a:lnTo>
                    <a:pt x="2131409" y="579085"/>
                  </a:lnTo>
                  <a:lnTo>
                    <a:pt x="2132481" y="578535"/>
                  </a:lnTo>
                  <a:lnTo>
                    <a:pt x="2133553" y="577986"/>
                  </a:lnTo>
                  <a:lnTo>
                    <a:pt x="2134624" y="577441"/>
                  </a:lnTo>
                  <a:lnTo>
                    <a:pt x="2135696" y="576898"/>
                  </a:lnTo>
                  <a:lnTo>
                    <a:pt x="2136767" y="576357"/>
                  </a:lnTo>
                  <a:lnTo>
                    <a:pt x="2137839" y="575819"/>
                  </a:lnTo>
                  <a:lnTo>
                    <a:pt x="2138911" y="575283"/>
                  </a:lnTo>
                  <a:lnTo>
                    <a:pt x="2139982" y="574750"/>
                  </a:lnTo>
                  <a:lnTo>
                    <a:pt x="2141054" y="574219"/>
                  </a:lnTo>
                  <a:lnTo>
                    <a:pt x="2142125" y="573691"/>
                  </a:lnTo>
                  <a:lnTo>
                    <a:pt x="2143197" y="573165"/>
                  </a:lnTo>
                  <a:lnTo>
                    <a:pt x="2144269" y="572642"/>
                  </a:lnTo>
                  <a:lnTo>
                    <a:pt x="2145340" y="572121"/>
                  </a:lnTo>
                  <a:lnTo>
                    <a:pt x="2146412" y="571602"/>
                  </a:lnTo>
                  <a:lnTo>
                    <a:pt x="2147483" y="571086"/>
                  </a:lnTo>
                  <a:lnTo>
                    <a:pt x="2148555" y="570573"/>
                  </a:lnTo>
                  <a:lnTo>
                    <a:pt x="2149627" y="570062"/>
                  </a:lnTo>
                  <a:lnTo>
                    <a:pt x="2150698" y="569553"/>
                  </a:lnTo>
                  <a:lnTo>
                    <a:pt x="2151770" y="569047"/>
                  </a:lnTo>
                  <a:lnTo>
                    <a:pt x="2152841" y="568543"/>
                  </a:lnTo>
                  <a:lnTo>
                    <a:pt x="2153913" y="568042"/>
                  </a:lnTo>
                  <a:lnTo>
                    <a:pt x="2154985" y="567543"/>
                  </a:lnTo>
                  <a:lnTo>
                    <a:pt x="2156056" y="567046"/>
                  </a:lnTo>
                  <a:lnTo>
                    <a:pt x="2157128" y="566552"/>
                  </a:lnTo>
                  <a:lnTo>
                    <a:pt x="2158199" y="566061"/>
                  </a:lnTo>
                  <a:lnTo>
                    <a:pt x="2159271" y="565572"/>
                  </a:lnTo>
                  <a:lnTo>
                    <a:pt x="2160343" y="565085"/>
                  </a:lnTo>
                  <a:lnTo>
                    <a:pt x="2161414" y="564601"/>
                  </a:lnTo>
                  <a:lnTo>
                    <a:pt x="2162486" y="564119"/>
                  </a:lnTo>
                  <a:lnTo>
                    <a:pt x="2163557" y="563639"/>
                  </a:lnTo>
                  <a:lnTo>
                    <a:pt x="2164629" y="563162"/>
                  </a:lnTo>
                  <a:lnTo>
                    <a:pt x="2165701" y="562688"/>
                  </a:lnTo>
                  <a:lnTo>
                    <a:pt x="2166772" y="562215"/>
                  </a:lnTo>
                  <a:lnTo>
                    <a:pt x="2167844" y="561746"/>
                  </a:lnTo>
                  <a:lnTo>
                    <a:pt x="2168915" y="561278"/>
                  </a:lnTo>
                  <a:lnTo>
                    <a:pt x="2169987" y="560813"/>
                  </a:lnTo>
                  <a:lnTo>
                    <a:pt x="2171059" y="560350"/>
                  </a:lnTo>
                  <a:lnTo>
                    <a:pt x="2172130" y="559890"/>
                  </a:lnTo>
                  <a:lnTo>
                    <a:pt x="2173202" y="559432"/>
                  </a:lnTo>
                  <a:lnTo>
                    <a:pt x="2174273" y="558977"/>
                  </a:lnTo>
                  <a:lnTo>
                    <a:pt x="2175345" y="558524"/>
                  </a:lnTo>
                  <a:lnTo>
                    <a:pt x="2176417" y="558073"/>
                  </a:lnTo>
                  <a:lnTo>
                    <a:pt x="2177488" y="557625"/>
                  </a:lnTo>
                  <a:lnTo>
                    <a:pt x="2178560" y="557179"/>
                  </a:lnTo>
                  <a:lnTo>
                    <a:pt x="2179631" y="556735"/>
                  </a:lnTo>
                  <a:lnTo>
                    <a:pt x="2180703" y="556294"/>
                  </a:lnTo>
                  <a:lnTo>
                    <a:pt x="2181775" y="555855"/>
                  </a:lnTo>
                  <a:lnTo>
                    <a:pt x="2182846" y="555419"/>
                  </a:lnTo>
                  <a:lnTo>
                    <a:pt x="2183918" y="554985"/>
                  </a:lnTo>
                  <a:lnTo>
                    <a:pt x="2184989" y="554553"/>
                  </a:lnTo>
                  <a:lnTo>
                    <a:pt x="2186061" y="554124"/>
                  </a:lnTo>
                  <a:lnTo>
                    <a:pt x="2187133" y="553696"/>
                  </a:lnTo>
                  <a:lnTo>
                    <a:pt x="2188204" y="553272"/>
                  </a:lnTo>
                  <a:lnTo>
                    <a:pt x="2189276" y="552849"/>
                  </a:lnTo>
                  <a:lnTo>
                    <a:pt x="2190347" y="552429"/>
                  </a:lnTo>
                  <a:lnTo>
                    <a:pt x="2191419" y="552012"/>
                  </a:lnTo>
                  <a:lnTo>
                    <a:pt x="2192491" y="551596"/>
                  </a:lnTo>
                  <a:lnTo>
                    <a:pt x="2193562" y="551183"/>
                  </a:lnTo>
                  <a:lnTo>
                    <a:pt x="2194634" y="550773"/>
                  </a:lnTo>
                  <a:lnTo>
                    <a:pt x="2195705" y="550364"/>
                  </a:lnTo>
                  <a:lnTo>
                    <a:pt x="2196777" y="549958"/>
                  </a:lnTo>
                  <a:lnTo>
                    <a:pt x="2197849" y="549554"/>
                  </a:lnTo>
                  <a:lnTo>
                    <a:pt x="2198920" y="549153"/>
                  </a:lnTo>
                  <a:lnTo>
                    <a:pt x="2199992" y="548754"/>
                  </a:lnTo>
                  <a:lnTo>
                    <a:pt x="2201063" y="548357"/>
                  </a:lnTo>
                  <a:lnTo>
                    <a:pt x="2202135" y="547962"/>
                  </a:lnTo>
                  <a:lnTo>
                    <a:pt x="2203207" y="547570"/>
                  </a:lnTo>
                  <a:lnTo>
                    <a:pt x="2204278" y="547180"/>
                  </a:lnTo>
                  <a:lnTo>
                    <a:pt x="2205350" y="546792"/>
                  </a:lnTo>
                  <a:lnTo>
                    <a:pt x="2206421" y="546407"/>
                  </a:lnTo>
                  <a:lnTo>
                    <a:pt x="2207493" y="546024"/>
                  </a:lnTo>
                  <a:lnTo>
                    <a:pt x="2208565" y="545643"/>
                  </a:lnTo>
                  <a:lnTo>
                    <a:pt x="2209636" y="545265"/>
                  </a:lnTo>
                  <a:lnTo>
                    <a:pt x="2210708" y="544888"/>
                  </a:lnTo>
                  <a:lnTo>
                    <a:pt x="2211779" y="544514"/>
                  </a:lnTo>
                  <a:lnTo>
                    <a:pt x="2212851" y="544143"/>
                  </a:lnTo>
                  <a:lnTo>
                    <a:pt x="2213923" y="543773"/>
                  </a:lnTo>
                  <a:lnTo>
                    <a:pt x="2214994" y="543406"/>
                  </a:lnTo>
                  <a:lnTo>
                    <a:pt x="2216066" y="543041"/>
                  </a:lnTo>
                  <a:lnTo>
                    <a:pt x="2217137" y="542678"/>
                  </a:lnTo>
                  <a:lnTo>
                    <a:pt x="2218209" y="542318"/>
                  </a:lnTo>
                  <a:lnTo>
                    <a:pt x="2219281" y="541959"/>
                  </a:lnTo>
                  <a:lnTo>
                    <a:pt x="2220352" y="541603"/>
                  </a:lnTo>
                  <a:lnTo>
                    <a:pt x="2221424" y="541249"/>
                  </a:lnTo>
                  <a:lnTo>
                    <a:pt x="2222495" y="540898"/>
                  </a:lnTo>
                  <a:lnTo>
                    <a:pt x="2223567" y="540549"/>
                  </a:lnTo>
                  <a:lnTo>
                    <a:pt x="2224639" y="540201"/>
                  </a:lnTo>
                  <a:lnTo>
                    <a:pt x="2225710" y="539857"/>
                  </a:lnTo>
                  <a:lnTo>
                    <a:pt x="2226782" y="539514"/>
                  </a:lnTo>
                  <a:lnTo>
                    <a:pt x="2227853" y="539173"/>
                  </a:lnTo>
                  <a:lnTo>
                    <a:pt x="2228925" y="538835"/>
                  </a:lnTo>
                  <a:lnTo>
                    <a:pt x="2229997" y="538499"/>
                  </a:lnTo>
                  <a:lnTo>
                    <a:pt x="2231068" y="538165"/>
                  </a:lnTo>
                  <a:lnTo>
                    <a:pt x="2232140" y="537833"/>
                  </a:lnTo>
                  <a:lnTo>
                    <a:pt x="2233211" y="537504"/>
                  </a:lnTo>
                  <a:lnTo>
                    <a:pt x="2234283" y="537176"/>
                  </a:lnTo>
                  <a:lnTo>
                    <a:pt x="2235355" y="536851"/>
                  </a:lnTo>
                  <a:lnTo>
                    <a:pt x="2236426" y="536528"/>
                  </a:lnTo>
                  <a:lnTo>
                    <a:pt x="2237498" y="536207"/>
                  </a:lnTo>
                  <a:lnTo>
                    <a:pt x="2238569" y="535889"/>
                  </a:lnTo>
                  <a:lnTo>
                    <a:pt x="2239641" y="535572"/>
                  </a:lnTo>
                  <a:lnTo>
                    <a:pt x="2240713" y="535258"/>
                  </a:lnTo>
                  <a:lnTo>
                    <a:pt x="2241784" y="534946"/>
                  </a:lnTo>
                  <a:lnTo>
                    <a:pt x="2242856" y="534636"/>
                  </a:lnTo>
                  <a:lnTo>
                    <a:pt x="2243927" y="534328"/>
                  </a:lnTo>
                  <a:lnTo>
                    <a:pt x="2244999" y="534022"/>
                  </a:lnTo>
                  <a:lnTo>
                    <a:pt x="2246071" y="533718"/>
                  </a:lnTo>
                  <a:lnTo>
                    <a:pt x="2247142" y="533417"/>
                  </a:lnTo>
                  <a:lnTo>
                    <a:pt x="2248214" y="533118"/>
                  </a:lnTo>
                  <a:lnTo>
                    <a:pt x="2249285" y="532820"/>
                  </a:lnTo>
                  <a:lnTo>
                    <a:pt x="2250357" y="532525"/>
                  </a:lnTo>
                  <a:lnTo>
                    <a:pt x="2251429" y="532232"/>
                  </a:lnTo>
                  <a:lnTo>
                    <a:pt x="2252500" y="531941"/>
                  </a:lnTo>
                  <a:lnTo>
                    <a:pt x="2253572" y="531652"/>
                  </a:lnTo>
                  <a:lnTo>
                    <a:pt x="2254643" y="531366"/>
                  </a:lnTo>
                  <a:lnTo>
                    <a:pt x="2255715" y="531081"/>
                  </a:lnTo>
                  <a:lnTo>
                    <a:pt x="2256787" y="530798"/>
                  </a:lnTo>
                  <a:lnTo>
                    <a:pt x="2257858" y="530518"/>
                  </a:lnTo>
                  <a:lnTo>
                    <a:pt x="2258930" y="530240"/>
                  </a:lnTo>
                  <a:lnTo>
                    <a:pt x="2260001" y="529963"/>
                  </a:lnTo>
                  <a:lnTo>
                    <a:pt x="2261073" y="529689"/>
                  </a:lnTo>
                  <a:lnTo>
                    <a:pt x="2262145" y="529417"/>
                  </a:lnTo>
                  <a:lnTo>
                    <a:pt x="2263216" y="529147"/>
                  </a:lnTo>
                  <a:lnTo>
                    <a:pt x="2264288" y="528879"/>
                  </a:lnTo>
                  <a:lnTo>
                    <a:pt x="2265359" y="528613"/>
                  </a:lnTo>
                  <a:lnTo>
                    <a:pt x="2266431" y="528349"/>
                  </a:lnTo>
                  <a:lnTo>
                    <a:pt x="2267503" y="528087"/>
                  </a:lnTo>
                  <a:lnTo>
                    <a:pt x="2268574" y="527827"/>
                  </a:lnTo>
                  <a:lnTo>
                    <a:pt x="2269646" y="527569"/>
                  </a:lnTo>
                  <a:lnTo>
                    <a:pt x="2270717" y="527313"/>
                  </a:lnTo>
                  <a:lnTo>
                    <a:pt x="2271789" y="527059"/>
                  </a:lnTo>
                  <a:lnTo>
                    <a:pt x="2272861" y="526808"/>
                  </a:lnTo>
                  <a:lnTo>
                    <a:pt x="2273932" y="526558"/>
                  </a:lnTo>
                  <a:lnTo>
                    <a:pt x="2275004" y="526310"/>
                  </a:lnTo>
                  <a:lnTo>
                    <a:pt x="2276075" y="526064"/>
                  </a:lnTo>
                  <a:lnTo>
                    <a:pt x="2277147" y="525821"/>
                  </a:lnTo>
                  <a:lnTo>
                    <a:pt x="2278219" y="525579"/>
                  </a:lnTo>
                  <a:lnTo>
                    <a:pt x="2279290" y="525339"/>
                  </a:lnTo>
                  <a:lnTo>
                    <a:pt x="2280362" y="525101"/>
                  </a:lnTo>
                  <a:lnTo>
                    <a:pt x="2281433" y="524865"/>
                  </a:lnTo>
                  <a:lnTo>
                    <a:pt x="2282505" y="524632"/>
                  </a:lnTo>
                  <a:lnTo>
                    <a:pt x="2283577" y="524400"/>
                  </a:lnTo>
                  <a:lnTo>
                    <a:pt x="2284648" y="524170"/>
                  </a:lnTo>
                  <a:lnTo>
                    <a:pt x="2285720" y="523942"/>
                  </a:lnTo>
                  <a:lnTo>
                    <a:pt x="2286791" y="523716"/>
                  </a:lnTo>
                  <a:lnTo>
                    <a:pt x="2287863" y="523492"/>
                  </a:lnTo>
                  <a:lnTo>
                    <a:pt x="2288935" y="523270"/>
                  </a:lnTo>
                  <a:lnTo>
                    <a:pt x="2290006" y="523050"/>
                  </a:lnTo>
                  <a:lnTo>
                    <a:pt x="2291078" y="522831"/>
                  </a:lnTo>
                  <a:lnTo>
                    <a:pt x="2292149" y="522615"/>
                  </a:lnTo>
                  <a:lnTo>
                    <a:pt x="2293221" y="522401"/>
                  </a:lnTo>
                  <a:lnTo>
                    <a:pt x="2294293" y="522188"/>
                  </a:lnTo>
                  <a:lnTo>
                    <a:pt x="2295364" y="521978"/>
                  </a:lnTo>
                  <a:lnTo>
                    <a:pt x="2296436" y="521769"/>
                  </a:lnTo>
                  <a:lnTo>
                    <a:pt x="2297507" y="521562"/>
                  </a:lnTo>
                  <a:lnTo>
                    <a:pt x="2298579" y="521357"/>
                  </a:lnTo>
                  <a:lnTo>
                    <a:pt x="2299651" y="521154"/>
                  </a:lnTo>
                  <a:lnTo>
                    <a:pt x="2300722" y="520953"/>
                  </a:lnTo>
                  <a:lnTo>
                    <a:pt x="2301794" y="520754"/>
                  </a:lnTo>
                  <a:lnTo>
                    <a:pt x="2302865" y="520557"/>
                  </a:lnTo>
                  <a:lnTo>
                    <a:pt x="2303937" y="520361"/>
                  </a:lnTo>
                  <a:lnTo>
                    <a:pt x="2305009" y="520168"/>
                  </a:lnTo>
                  <a:lnTo>
                    <a:pt x="2306080" y="519976"/>
                  </a:lnTo>
                  <a:lnTo>
                    <a:pt x="2307152" y="519786"/>
                  </a:lnTo>
                  <a:lnTo>
                    <a:pt x="2308223" y="519598"/>
                  </a:lnTo>
                  <a:lnTo>
                    <a:pt x="2309295" y="519412"/>
                  </a:lnTo>
                  <a:lnTo>
                    <a:pt x="2310366" y="519227"/>
                  </a:lnTo>
                  <a:lnTo>
                    <a:pt x="2311438" y="519045"/>
                  </a:lnTo>
                  <a:lnTo>
                    <a:pt x="2312510" y="518864"/>
                  </a:lnTo>
                  <a:lnTo>
                    <a:pt x="2313581" y="518685"/>
                  </a:lnTo>
                  <a:lnTo>
                    <a:pt x="2314653" y="518508"/>
                  </a:lnTo>
                  <a:lnTo>
                    <a:pt x="2315724" y="518333"/>
                  </a:lnTo>
                  <a:lnTo>
                    <a:pt x="2316796" y="518159"/>
                  </a:lnTo>
                  <a:lnTo>
                    <a:pt x="2317868" y="517988"/>
                  </a:lnTo>
                  <a:lnTo>
                    <a:pt x="2318939" y="517818"/>
                  </a:lnTo>
                  <a:lnTo>
                    <a:pt x="2320011" y="517650"/>
                  </a:lnTo>
                  <a:lnTo>
                    <a:pt x="2321082" y="517483"/>
                  </a:lnTo>
                  <a:lnTo>
                    <a:pt x="2322154" y="517319"/>
                  </a:lnTo>
                  <a:lnTo>
                    <a:pt x="2323226" y="517156"/>
                  </a:lnTo>
                  <a:lnTo>
                    <a:pt x="2324297" y="516995"/>
                  </a:lnTo>
                  <a:lnTo>
                    <a:pt x="2325369" y="516836"/>
                  </a:lnTo>
                  <a:lnTo>
                    <a:pt x="2326440" y="516678"/>
                  </a:lnTo>
                  <a:lnTo>
                    <a:pt x="2327512" y="516523"/>
                  </a:lnTo>
                  <a:lnTo>
                    <a:pt x="2328584" y="516369"/>
                  </a:lnTo>
                  <a:lnTo>
                    <a:pt x="2329655" y="516216"/>
                  </a:lnTo>
                  <a:lnTo>
                    <a:pt x="2330727" y="516066"/>
                  </a:lnTo>
                  <a:lnTo>
                    <a:pt x="2331798" y="515917"/>
                  </a:lnTo>
                  <a:lnTo>
                    <a:pt x="2332870" y="515770"/>
                  </a:lnTo>
                  <a:lnTo>
                    <a:pt x="2333942" y="515625"/>
                  </a:lnTo>
                  <a:lnTo>
                    <a:pt x="2335013" y="515481"/>
                  </a:lnTo>
                  <a:lnTo>
                    <a:pt x="2336085" y="515339"/>
                  </a:lnTo>
                  <a:lnTo>
                    <a:pt x="2337156" y="515199"/>
                  </a:lnTo>
                  <a:lnTo>
                    <a:pt x="2338228" y="515060"/>
                  </a:lnTo>
                  <a:lnTo>
                    <a:pt x="2339300" y="514923"/>
                  </a:lnTo>
                  <a:lnTo>
                    <a:pt x="2340371" y="514788"/>
                  </a:lnTo>
                  <a:lnTo>
                    <a:pt x="2341443" y="514655"/>
                  </a:lnTo>
                  <a:lnTo>
                    <a:pt x="2342514" y="514523"/>
                  </a:lnTo>
                  <a:lnTo>
                    <a:pt x="2343586" y="514393"/>
                  </a:lnTo>
                  <a:lnTo>
                    <a:pt x="2344658" y="514264"/>
                  </a:lnTo>
                  <a:lnTo>
                    <a:pt x="2345729" y="514137"/>
                  </a:lnTo>
                  <a:lnTo>
                    <a:pt x="2346801" y="514012"/>
                  </a:lnTo>
                  <a:lnTo>
                    <a:pt x="2347872" y="513888"/>
                  </a:lnTo>
                  <a:lnTo>
                    <a:pt x="2348944" y="513766"/>
                  </a:lnTo>
                  <a:lnTo>
                    <a:pt x="2350016" y="513646"/>
                  </a:lnTo>
                  <a:lnTo>
                    <a:pt x="2351087" y="513527"/>
                  </a:lnTo>
                  <a:lnTo>
                    <a:pt x="2352159" y="513410"/>
                  </a:lnTo>
                  <a:lnTo>
                    <a:pt x="2353230" y="513295"/>
                  </a:lnTo>
                  <a:lnTo>
                    <a:pt x="2354302" y="513181"/>
                  </a:lnTo>
                  <a:lnTo>
                    <a:pt x="2355374" y="513068"/>
                  </a:lnTo>
                  <a:lnTo>
                    <a:pt x="2356445" y="512958"/>
                  </a:lnTo>
                  <a:lnTo>
                    <a:pt x="2357517" y="512849"/>
                  </a:lnTo>
                  <a:lnTo>
                    <a:pt x="2358588" y="512741"/>
                  </a:lnTo>
                  <a:lnTo>
                    <a:pt x="2359660" y="512635"/>
                  </a:lnTo>
                  <a:lnTo>
                    <a:pt x="2360732" y="512531"/>
                  </a:lnTo>
                  <a:lnTo>
                    <a:pt x="2361803" y="512428"/>
                  </a:lnTo>
                  <a:lnTo>
                    <a:pt x="2362875" y="512326"/>
                  </a:lnTo>
                  <a:lnTo>
                    <a:pt x="2363946" y="512227"/>
                  </a:lnTo>
                  <a:lnTo>
                    <a:pt x="2365018" y="512128"/>
                  </a:lnTo>
                  <a:lnTo>
                    <a:pt x="2366090" y="512032"/>
                  </a:lnTo>
                  <a:lnTo>
                    <a:pt x="2367161" y="511937"/>
                  </a:lnTo>
                  <a:lnTo>
                    <a:pt x="2368233" y="511843"/>
                  </a:lnTo>
                  <a:lnTo>
                    <a:pt x="2369304" y="511751"/>
                  </a:lnTo>
                  <a:lnTo>
                    <a:pt x="2370376" y="511660"/>
                  </a:lnTo>
                  <a:lnTo>
                    <a:pt x="2371448" y="511571"/>
                  </a:lnTo>
                  <a:lnTo>
                    <a:pt x="2372519" y="511484"/>
                  </a:lnTo>
                  <a:lnTo>
                    <a:pt x="2373591" y="511397"/>
                  </a:lnTo>
                  <a:lnTo>
                    <a:pt x="2374662" y="511313"/>
                  </a:lnTo>
                  <a:lnTo>
                    <a:pt x="2375734" y="511230"/>
                  </a:lnTo>
                  <a:lnTo>
                    <a:pt x="2376806" y="511148"/>
                  </a:lnTo>
                  <a:lnTo>
                    <a:pt x="2377877" y="511068"/>
                  </a:lnTo>
                  <a:lnTo>
                    <a:pt x="2378949" y="510989"/>
                  </a:lnTo>
                  <a:lnTo>
                    <a:pt x="2380020" y="510912"/>
                  </a:lnTo>
                  <a:lnTo>
                    <a:pt x="2381092" y="510836"/>
                  </a:lnTo>
                  <a:lnTo>
                    <a:pt x="2382164" y="510762"/>
                  </a:lnTo>
                  <a:lnTo>
                    <a:pt x="2383235" y="510689"/>
                  </a:lnTo>
                  <a:lnTo>
                    <a:pt x="2384307" y="510617"/>
                  </a:lnTo>
                  <a:lnTo>
                    <a:pt x="2385378" y="510547"/>
                  </a:lnTo>
                  <a:lnTo>
                    <a:pt x="2386450" y="510478"/>
                  </a:lnTo>
                  <a:lnTo>
                    <a:pt x="2387522" y="510411"/>
                  </a:lnTo>
                  <a:lnTo>
                    <a:pt x="2388593" y="510345"/>
                  </a:lnTo>
                  <a:lnTo>
                    <a:pt x="2389665" y="510281"/>
                  </a:lnTo>
                  <a:lnTo>
                    <a:pt x="2390736" y="510218"/>
                  </a:lnTo>
                  <a:lnTo>
                    <a:pt x="2391808" y="510156"/>
                  </a:lnTo>
                  <a:lnTo>
                    <a:pt x="2392880" y="510096"/>
                  </a:lnTo>
                  <a:lnTo>
                    <a:pt x="2393951" y="510037"/>
                  </a:lnTo>
                  <a:lnTo>
                    <a:pt x="2395023" y="509979"/>
                  </a:lnTo>
                  <a:lnTo>
                    <a:pt x="2396094" y="509923"/>
                  </a:lnTo>
                  <a:lnTo>
                    <a:pt x="2397166" y="509868"/>
                  </a:lnTo>
                  <a:lnTo>
                    <a:pt x="2398238" y="509815"/>
                  </a:lnTo>
                  <a:lnTo>
                    <a:pt x="2399309" y="509762"/>
                  </a:lnTo>
                  <a:lnTo>
                    <a:pt x="2400381" y="509712"/>
                  </a:lnTo>
                  <a:lnTo>
                    <a:pt x="2401452" y="509662"/>
                  </a:lnTo>
                  <a:lnTo>
                    <a:pt x="2402524" y="509614"/>
                  </a:lnTo>
                  <a:lnTo>
                    <a:pt x="2403596" y="509567"/>
                  </a:lnTo>
                  <a:lnTo>
                    <a:pt x="2404667" y="509522"/>
                  </a:lnTo>
                  <a:lnTo>
                    <a:pt x="2405739" y="509477"/>
                  </a:lnTo>
                  <a:lnTo>
                    <a:pt x="2406810" y="509434"/>
                  </a:lnTo>
                  <a:lnTo>
                    <a:pt x="2407882" y="509393"/>
                  </a:lnTo>
                  <a:lnTo>
                    <a:pt x="2408954" y="509352"/>
                  </a:lnTo>
                  <a:lnTo>
                    <a:pt x="2410025" y="509313"/>
                  </a:lnTo>
                  <a:lnTo>
                    <a:pt x="2411097" y="509275"/>
                  </a:lnTo>
                  <a:lnTo>
                    <a:pt x="2412168" y="509239"/>
                  </a:lnTo>
                  <a:lnTo>
                    <a:pt x="2413240" y="509203"/>
                  </a:lnTo>
                  <a:lnTo>
                    <a:pt x="2414312" y="509169"/>
                  </a:lnTo>
                  <a:lnTo>
                    <a:pt x="2415383" y="509136"/>
                  </a:lnTo>
                  <a:lnTo>
                    <a:pt x="2416455" y="509105"/>
                  </a:lnTo>
                  <a:lnTo>
                    <a:pt x="2417526" y="509074"/>
                  </a:lnTo>
                  <a:lnTo>
                    <a:pt x="2418598" y="509045"/>
                  </a:lnTo>
                  <a:lnTo>
                    <a:pt x="2419670" y="509017"/>
                  </a:lnTo>
                  <a:lnTo>
                    <a:pt x="2420741" y="508991"/>
                  </a:lnTo>
                  <a:lnTo>
                    <a:pt x="2421813" y="508965"/>
                  </a:lnTo>
                  <a:lnTo>
                    <a:pt x="2422884" y="508941"/>
                  </a:lnTo>
                  <a:lnTo>
                    <a:pt x="2423956" y="508918"/>
                  </a:lnTo>
                  <a:lnTo>
                    <a:pt x="2425028" y="508896"/>
                  </a:lnTo>
                  <a:lnTo>
                    <a:pt x="2426099" y="508875"/>
                  </a:lnTo>
                  <a:lnTo>
                    <a:pt x="2427171" y="508855"/>
                  </a:lnTo>
                  <a:lnTo>
                    <a:pt x="2428242" y="508837"/>
                  </a:lnTo>
                  <a:lnTo>
                    <a:pt x="2429314" y="508820"/>
                  </a:lnTo>
                  <a:lnTo>
                    <a:pt x="2430386" y="508803"/>
                  </a:lnTo>
                  <a:lnTo>
                    <a:pt x="2431457" y="508788"/>
                  </a:lnTo>
                  <a:lnTo>
                    <a:pt x="2432529" y="508775"/>
                  </a:lnTo>
                  <a:lnTo>
                    <a:pt x="2433600" y="508762"/>
                  </a:lnTo>
                  <a:lnTo>
                    <a:pt x="2434672" y="508750"/>
                  </a:lnTo>
                  <a:lnTo>
                    <a:pt x="2435744" y="508740"/>
                  </a:lnTo>
                  <a:lnTo>
                    <a:pt x="2436815" y="508730"/>
                  </a:lnTo>
                  <a:lnTo>
                    <a:pt x="2437887" y="508722"/>
                  </a:lnTo>
                  <a:lnTo>
                    <a:pt x="2438958" y="508715"/>
                  </a:lnTo>
                  <a:lnTo>
                    <a:pt x="2440030" y="508709"/>
                  </a:lnTo>
                  <a:lnTo>
                    <a:pt x="2441102" y="508704"/>
                  </a:lnTo>
                  <a:lnTo>
                    <a:pt x="2442173" y="508700"/>
                  </a:lnTo>
                  <a:lnTo>
                    <a:pt x="2443245" y="508697"/>
                  </a:lnTo>
                  <a:lnTo>
                    <a:pt x="2444316" y="508695"/>
                  </a:lnTo>
                  <a:lnTo>
                    <a:pt x="2445388" y="508694"/>
                  </a:lnTo>
                  <a:lnTo>
                    <a:pt x="2446460" y="508695"/>
                  </a:lnTo>
                  <a:lnTo>
                    <a:pt x="2447531" y="508696"/>
                  </a:lnTo>
                  <a:lnTo>
                    <a:pt x="2448603" y="508698"/>
                  </a:lnTo>
                  <a:lnTo>
                    <a:pt x="2449674" y="508702"/>
                  </a:lnTo>
                  <a:lnTo>
                    <a:pt x="2450746" y="508706"/>
                  </a:lnTo>
                  <a:lnTo>
                    <a:pt x="2451818" y="508712"/>
                  </a:lnTo>
                  <a:lnTo>
                    <a:pt x="2452889" y="508718"/>
                  </a:lnTo>
                  <a:lnTo>
                    <a:pt x="2453961" y="508725"/>
                  </a:lnTo>
                  <a:lnTo>
                    <a:pt x="2455032" y="508734"/>
                  </a:lnTo>
                  <a:lnTo>
                    <a:pt x="2456104" y="508743"/>
                  </a:lnTo>
                  <a:lnTo>
                    <a:pt x="2457176" y="508754"/>
                  </a:lnTo>
                  <a:lnTo>
                    <a:pt x="2458247" y="508765"/>
                  </a:lnTo>
                  <a:lnTo>
                    <a:pt x="2459319" y="508777"/>
                  </a:lnTo>
                  <a:lnTo>
                    <a:pt x="2460390" y="508791"/>
                  </a:lnTo>
                  <a:lnTo>
                    <a:pt x="2461462" y="508805"/>
                  </a:lnTo>
                  <a:lnTo>
                    <a:pt x="2462534" y="508820"/>
                  </a:lnTo>
                  <a:lnTo>
                    <a:pt x="2463605" y="508836"/>
                  </a:lnTo>
                  <a:lnTo>
                    <a:pt x="2464677" y="508853"/>
                  </a:lnTo>
                  <a:lnTo>
                    <a:pt x="2465748" y="508871"/>
                  </a:lnTo>
                  <a:lnTo>
                    <a:pt x="2466820" y="508890"/>
                  </a:lnTo>
                  <a:lnTo>
                    <a:pt x="2467892" y="508910"/>
                  </a:lnTo>
                  <a:lnTo>
                    <a:pt x="2468963" y="508931"/>
                  </a:lnTo>
                  <a:lnTo>
                    <a:pt x="2470035" y="508952"/>
                  </a:lnTo>
                  <a:lnTo>
                    <a:pt x="2471106" y="508975"/>
                  </a:lnTo>
                  <a:lnTo>
                    <a:pt x="2472178" y="508998"/>
                  </a:lnTo>
                  <a:lnTo>
                    <a:pt x="2473250" y="509022"/>
                  </a:lnTo>
                  <a:lnTo>
                    <a:pt x="2474321" y="509047"/>
                  </a:lnTo>
                  <a:lnTo>
                    <a:pt x="2475393" y="509073"/>
                  </a:lnTo>
                  <a:lnTo>
                    <a:pt x="2476464" y="509100"/>
                  </a:lnTo>
                  <a:lnTo>
                    <a:pt x="2477536" y="509128"/>
                  </a:lnTo>
                  <a:lnTo>
                    <a:pt x="2478608" y="509156"/>
                  </a:lnTo>
                  <a:lnTo>
                    <a:pt x="2479679" y="509186"/>
                  </a:lnTo>
                  <a:lnTo>
                    <a:pt x="2480751" y="509216"/>
                  </a:lnTo>
                  <a:lnTo>
                    <a:pt x="2481822" y="509247"/>
                  </a:lnTo>
                  <a:lnTo>
                    <a:pt x="2482894" y="509279"/>
                  </a:lnTo>
                  <a:lnTo>
                    <a:pt x="2483966" y="509311"/>
                  </a:lnTo>
                  <a:lnTo>
                    <a:pt x="2485037" y="509345"/>
                  </a:lnTo>
                  <a:lnTo>
                    <a:pt x="2486109" y="509379"/>
                  </a:lnTo>
                  <a:lnTo>
                    <a:pt x="2487180" y="509414"/>
                  </a:lnTo>
                  <a:lnTo>
                    <a:pt x="2488252" y="509450"/>
                  </a:lnTo>
                  <a:lnTo>
                    <a:pt x="2489323" y="509486"/>
                  </a:lnTo>
                  <a:lnTo>
                    <a:pt x="2490395" y="509524"/>
                  </a:lnTo>
                  <a:lnTo>
                    <a:pt x="2491467" y="509562"/>
                  </a:lnTo>
                  <a:lnTo>
                    <a:pt x="2492538" y="509601"/>
                  </a:lnTo>
                  <a:lnTo>
                    <a:pt x="2493610" y="509640"/>
                  </a:lnTo>
                  <a:lnTo>
                    <a:pt x="2494681" y="509680"/>
                  </a:lnTo>
                  <a:lnTo>
                    <a:pt x="2495753" y="509721"/>
                  </a:lnTo>
                  <a:lnTo>
                    <a:pt x="2496825" y="509763"/>
                  </a:lnTo>
                  <a:lnTo>
                    <a:pt x="2497896" y="509806"/>
                  </a:lnTo>
                  <a:lnTo>
                    <a:pt x="2498968" y="509849"/>
                  </a:lnTo>
                  <a:lnTo>
                    <a:pt x="2500039" y="509893"/>
                  </a:lnTo>
                  <a:lnTo>
                    <a:pt x="2501111" y="509937"/>
                  </a:lnTo>
                  <a:lnTo>
                    <a:pt x="2502183" y="509982"/>
                  </a:lnTo>
                  <a:lnTo>
                    <a:pt x="2503254" y="510028"/>
                  </a:lnTo>
                  <a:lnTo>
                    <a:pt x="2504326" y="510075"/>
                  </a:lnTo>
                  <a:lnTo>
                    <a:pt x="2505397" y="510122"/>
                  </a:lnTo>
                  <a:lnTo>
                    <a:pt x="2506469" y="510170"/>
                  </a:lnTo>
                  <a:lnTo>
                    <a:pt x="2507541" y="510219"/>
                  </a:lnTo>
                  <a:lnTo>
                    <a:pt x="2508612" y="510268"/>
                  </a:lnTo>
                  <a:lnTo>
                    <a:pt x="2509684" y="510318"/>
                  </a:lnTo>
                  <a:lnTo>
                    <a:pt x="2510755" y="510368"/>
                  </a:lnTo>
                  <a:lnTo>
                    <a:pt x="2511827" y="510419"/>
                  </a:lnTo>
                  <a:lnTo>
                    <a:pt x="2512899" y="510471"/>
                  </a:lnTo>
                  <a:lnTo>
                    <a:pt x="2513970" y="510523"/>
                  </a:lnTo>
                  <a:lnTo>
                    <a:pt x="2515042" y="510576"/>
                  </a:lnTo>
                  <a:lnTo>
                    <a:pt x="2516113" y="510630"/>
                  </a:lnTo>
                  <a:lnTo>
                    <a:pt x="2517185" y="510684"/>
                  </a:lnTo>
                  <a:lnTo>
                    <a:pt x="2518257" y="510738"/>
                  </a:lnTo>
                  <a:lnTo>
                    <a:pt x="2519328" y="510794"/>
                  </a:lnTo>
                  <a:lnTo>
                    <a:pt x="2520400" y="510849"/>
                  </a:lnTo>
                  <a:lnTo>
                    <a:pt x="2521471" y="510906"/>
                  </a:lnTo>
                  <a:lnTo>
                    <a:pt x="2522543" y="510963"/>
                  </a:lnTo>
                  <a:lnTo>
                    <a:pt x="2523615" y="511020"/>
                  </a:lnTo>
                  <a:lnTo>
                    <a:pt x="2524686" y="511078"/>
                  </a:lnTo>
                  <a:lnTo>
                    <a:pt x="2525758" y="511137"/>
                  </a:lnTo>
                  <a:lnTo>
                    <a:pt x="2526829" y="511196"/>
                  </a:lnTo>
                  <a:lnTo>
                    <a:pt x="2527901" y="511255"/>
                  </a:lnTo>
                  <a:lnTo>
                    <a:pt x="2528973" y="511315"/>
                  </a:lnTo>
                  <a:lnTo>
                    <a:pt x="2530044" y="511376"/>
                  </a:lnTo>
                  <a:lnTo>
                    <a:pt x="2531116" y="511437"/>
                  </a:lnTo>
                  <a:lnTo>
                    <a:pt x="2532187" y="511499"/>
                  </a:lnTo>
                  <a:lnTo>
                    <a:pt x="2533259" y="511561"/>
                  </a:lnTo>
                  <a:lnTo>
                    <a:pt x="2534331" y="511623"/>
                  </a:lnTo>
                  <a:lnTo>
                    <a:pt x="2535402" y="511686"/>
                  </a:lnTo>
                  <a:lnTo>
                    <a:pt x="2536474" y="511750"/>
                  </a:lnTo>
                  <a:lnTo>
                    <a:pt x="2537545" y="511814"/>
                  </a:lnTo>
                  <a:lnTo>
                    <a:pt x="2538617" y="511878"/>
                  </a:lnTo>
                  <a:lnTo>
                    <a:pt x="2539689" y="511943"/>
                  </a:lnTo>
                  <a:lnTo>
                    <a:pt x="2540760" y="512008"/>
                  </a:lnTo>
                  <a:lnTo>
                    <a:pt x="2541832" y="512073"/>
                  </a:lnTo>
                  <a:lnTo>
                    <a:pt x="2542903" y="512140"/>
                  </a:lnTo>
                  <a:lnTo>
                    <a:pt x="2543975" y="512206"/>
                  </a:lnTo>
                  <a:lnTo>
                    <a:pt x="2545047" y="512273"/>
                  </a:lnTo>
                  <a:lnTo>
                    <a:pt x="2546118" y="512340"/>
                  </a:lnTo>
                  <a:lnTo>
                    <a:pt x="2547190" y="512408"/>
                  </a:lnTo>
                  <a:lnTo>
                    <a:pt x="2548261" y="512476"/>
                  </a:lnTo>
                  <a:lnTo>
                    <a:pt x="2549333" y="512544"/>
                  </a:lnTo>
                  <a:lnTo>
                    <a:pt x="2550405" y="512613"/>
                  </a:lnTo>
                  <a:lnTo>
                    <a:pt x="2551476" y="512682"/>
                  </a:lnTo>
                  <a:lnTo>
                    <a:pt x="2552548" y="512751"/>
                  </a:lnTo>
                  <a:lnTo>
                    <a:pt x="2553619" y="512821"/>
                  </a:lnTo>
                  <a:lnTo>
                    <a:pt x="2554691" y="512891"/>
                  </a:lnTo>
                  <a:lnTo>
                    <a:pt x="2555763" y="512962"/>
                  </a:lnTo>
                  <a:lnTo>
                    <a:pt x="2556834" y="513033"/>
                  </a:lnTo>
                  <a:lnTo>
                    <a:pt x="2557906" y="513104"/>
                  </a:lnTo>
                  <a:lnTo>
                    <a:pt x="2558977" y="513175"/>
                  </a:lnTo>
                  <a:lnTo>
                    <a:pt x="2560049" y="513247"/>
                  </a:lnTo>
                  <a:lnTo>
                    <a:pt x="2561121" y="513319"/>
                  </a:lnTo>
                  <a:lnTo>
                    <a:pt x="2562192" y="513391"/>
                  </a:lnTo>
                  <a:lnTo>
                    <a:pt x="2563264" y="513464"/>
                  </a:lnTo>
                  <a:lnTo>
                    <a:pt x="2564335" y="513537"/>
                  </a:lnTo>
                  <a:lnTo>
                    <a:pt x="2565407" y="513610"/>
                  </a:lnTo>
                  <a:lnTo>
                    <a:pt x="2566479" y="513683"/>
                  </a:lnTo>
                  <a:lnTo>
                    <a:pt x="2567550" y="513757"/>
                  </a:lnTo>
                  <a:lnTo>
                    <a:pt x="2568622" y="513831"/>
                  </a:lnTo>
                  <a:lnTo>
                    <a:pt x="2569693" y="513905"/>
                  </a:lnTo>
                  <a:lnTo>
                    <a:pt x="2570765" y="513979"/>
                  </a:lnTo>
                  <a:lnTo>
                    <a:pt x="2571837" y="514054"/>
                  </a:lnTo>
                  <a:lnTo>
                    <a:pt x="2572908" y="514129"/>
                  </a:lnTo>
                  <a:lnTo>
                    <a:pt x="2573980" y="514204"/>
                  </a:lnTo>
                  <a:lnTo>
                    <a:pt x="2575051" y="514279"/>
                  </a:lnTo>
                  <a:lnTo>
                    <a:pt x="2576123" y="514354"/>
                  </a:lnTo>
                  <a:lnTo>
                    <a:pt x="2577195" y="514430"/>
                  </a:lnTo>
                  <a:lnTo>
                    <a:pt x="2578266" y="514506"/>
                  </a:lnTo>
                  <a:lnTo>
                    <a:pt x="2579338" y="514582"/>
                  </a:lnTo>
                  <a:lnTo>
                    <a:pt x="2580409" y="514658"/>
                  </a:lnTo>
                  <a:lnTo>
                    <a:pt x="2581481" y="514734"/>
                  </a:lnTo>
                  <a:lnTo>
                    <a:pt x="2582553" y="514811"/>
                  </a:lnTo>
                  <a:lnTo>
                    <a:pt x="2583624" y="514887"/>
                  </a:lnTo>
                  <a:lnTo>
                    <a:pt x="2584696" y="514964"/>
                  </a:lnTo>
                  <a:lnTo>
                    <a:pt x="2585767" y="515041"/>
                  </a:lnTo>
                  <a:lnTo>
                    <a:pt x="2586839" y="515118"/>
                  </a:lnTo>
                  <a:lnTo>
                    <a:pt x="2587911" y="515195"/>
                  </a:lnTo>
                  <a:lnTo>
                    <a:pt x="2588982" y="515272"/>
                  </a:lnTo>
                  <a:lnTo>
                    <a:pt x="2590054" y="515350"/>
                  </a:lnTo>
                  <a:lnTo>
                    <a:pt x="2591125" y="515427"/>
                  </a:lnTo>
                  <a:lnTo>
                    <a:pt x="2592197" y="515505"/>
                  </a:lnTo>
                  <a:lnTo>
                    <a:pt x="2593269" y="515582"/>
                  </a:lnTo>
                  <a:lnTo>
                    <a:pt x="2594340" y="515660"/>
                  </a:lnTo>
                  <a:lnTo>
                    <a:pt x="2595412" y="515738"/>
                  </a:lnTo>
                  <a:lnTo>
                    <a:pt x="2596483" y="515815"/>
                  </a:lnTo>
                  <a:lnTo>
                    <a:pt x="2597555" y="515893"/>
                  </a:lnTo>
                  <a:lnTo>
                    <a:pt x="2598627" y="515971"/>
                  </a:lnTo>
                  <a:lnTo>
                    <a:pt x="2599698" y="516049"/>
                  </a:lnTo>
                  <a:lnTo>
                    <a:pt x="2600770" y="516127"/>
                  </a:lnTo>
                  <a:lnTo>
                    <a:pt x="2601841" y="516205"/>
                  </a:lnTo>
                  <a:lnTo>
                    <a:pt x="2602913" y="516283"/>
                  </a:lnTo>
                  <a:lnTo>
                    <a:pt x="2603985" y="516361"/>
                  </a:lnTo>
                  <a:lnTo>
                    <a:pt x="2605056" y="516439"/>
                  </a:lnTo>
                  <a:lnTo>
                    <a:pt x="2606128" y="516518"/>
                  </a:lnTo>
                  <a:lnTo>
                    <a:pt x="2607199" y="516596"/>
                  </a:lnTo>
                  <a:lnTo>
                    <a:pt x="2608271" y="516674"/>
                  </a:lnTo>
                  <a:lnTo>
                    <a:pt x="2609343" y="516752"/>
                  </a:lnTo>
                  <a:lnTo>
                    <a:pt x="2610414" y="516830"/>
                  </a:lnTo>
                  <a:lnTo>
                    <a:pt x="2611486" y="516908"/>
                  </a:lnTo>
                  <a:lnTo>
                    <a:pt x="2612557" y="516986"/>
                  </a:lnTo>
                  <a:lnTo>
                    <a:pt x="2613629" y="517064"/>
                  </a:lnTo>
                  <a:lnTo>
                    <a:pt x="2614701" y="517141"/>
                  </a:lnTo>
                  <a:lnTo>
                    <a:pt x="2615772" y="517219"/>
                  </a:lnTo>
                  <a:lnTo>
                    <a:pt x="2616844" y="517297"/>
                  </a:lnTo>
                  <a:lnTo>
                    <a:pt x="2617915" y="517375"/>
                  </a:lnTo>
                  <a:lnTo>
                    <a:pt x="2618987" y="517452"/>
                  </a:lnTo>
                  <a:lnTo>
                    <a:pt x="2620059" y="517530"/>
                  </a:lnTo>
                  <a:lnTo>
                    <a:pt x="2621130" y="517607"/>
                  </a:lnTo>
                  <a:lnTo>
                    <a:pt x="2622202" y="517684"/>
                  </a:lnTo>
                  <a:lnTo>
                    <a:pt x="2623273" y="517762"/>
                  </a:lnTo>
                  <a:lnTo>
                    <a:pt x="2624345" y="517839"/>
                  </a:lnTo>
                  <a:lnTo>
                    <a:pt x="2625417" y="517916"/>
                  </a:lnTo>
                  <a:lnTo>
                    <a:pt x="2626488" y="517992"/>
                  </a:lnTo>
                  <a:lnTo>
                    <a:pt x="2627560" y="518069"/>
                  </a:lnTo>
                  <a:lnTo>
                    <a:pt x="2628631" y="518146"/>
                  </a:lnTo>
                  <a:lnTo>
                    <a:pt x="2629703" y="518222"/>
                  </a:lnTo>
                  <a:lnTo>
                    <a:pt x="2630775" y="518298"/>
                  </a:lnTo>
                  <a:lnTo>
                    <a:pt x="2631846" y="518374"/>
                  </a:lnTo>
                  <a:lnTo>
                    <a:pt x="2632918" y="518450"/>
                  </a:lnTo>
                  <a:lnTo>
                    <a:pt x="2633989" y="518526"/>
                  </a:lnTo>
                  <a:lnTo>
                    <a:pt x="2635061" y="518601"/>
                  </a:lnTo>
                  <a:lnTo>
                    <a:pt x="2636133" y="518677"/>
                  </a:lnTo>
                  <a:lnTo>
                    <a:pt x="2637204" y="518752"/>
                  </a:lnTo>
                  <a:lnTo>
                    <a:pt x="2638276" y="518827"/>
                  </a:lnTo>
                  <a:lnTo>
                    <a:pt x="2639347" y="518902"/>
                  </a:lnTo>
                  <a:lnTo>
                    <a:pt x="2640419" y="518976"/>
                  </a:lnTo>
                  <a:lnTo>
                    <a:pt x="2641491" y="519051"/>
                  </a:lnTo>
                  <a:lnTo>
                    <a:pt x="2642562" y="519125"/>
                  </a:lnTo>
                  <a:lnTo>
                    <a:pt x="2643634" y="519199"/>
                  </a:lnTo>
                  <a:lnTo>
                    <a:pt x="2644705" y="519272"/>
                  </a:lnTo>
                  <a:lnTo>
                    <a:pt x="2645777" y="519346"/>
                  </a:lnTo>
                  <a:lnTo>
                    <a:pt x="2646849" y="519419"/>
                  </a:lnTo>
                  <a:lnTo>
                    <a:pt x="2647920" y="519492"/>
                  </a:lnTo>
                  <a:lnTo>
                    <a:pt x="2648992" y="519564"/>
                  </a:lnTo>
                  <a:lnTo>
                    <a:pt x="2650063" y="519636"/>
                  </a:lnTo>
                  <a:lnTo>
                    <a:pt x="2651135" y="519708"/>
                  </a:lnTo>
                  <a:lnTo>
                    <a:pt x="2652207" y="519780"/>
                  </a:lnTo>
                  <a:lnTo>
                    <a:pt x="2653278" y="519852"/>
                  </a:lnTo>
                  <a:lnTo>
                    <a:pt x="2654350" y="519923"/>
                  </a:lnTo>
                  <a:lnTo>
                    <a:pt x="2655421" y="519994"/>
                  </a:lnTo>
                  <a:lnTo>
                    <a:pt x="2656493" y="520064"/>
                  </a:lnTo>
                  <a:lnTo>
                    <a:pt x="2657565" y="520134"/>
                  </a:lnTo>
                  <a:lnTo>
                    <a:pt x="2658636" y="520204"/>
                  </a:lnTo>
                  <a:lnTo>
                    <a:pt x="2659708" y="520274"/>
                  </a:lnTo>
                  <a:lnTo>
                    <a:pt x="2660779" y="520343"/>
                  </a:lnTo>
                  <a:lnTo>
                    <a:pt x="2661851" y="520412"/>
                  </a:lnTo>
                  <a:lnTo>
                    <a:pt x="2662922" y="520481"/>
                  </a:lnTo>
                  <a:lnTo>
                    <a:pt x="2663994" y="520549"/>
                  </a:lnTo>
                  <a:lnTo>
                    <a:pt x="2665066" y="520617"/>
                  </a:lnTo>
                  <a:lnTo>
                    <a:pt x="2666137" y="520684"/>
                  </a:lnTo>
                  <a:lnTo>
                    <a:pt x="2667209" y="520751"/>
                  </a:lnTo>
                  <a:lnTo>
                    <a:pt x="2668280" y="520818"/>
                  </a:lnTo>
                  <a:lnTo>
                    <a:pt x="2669352" y="520884"/>
                  </a:lnTo>
                  <a:lnTo>
                    <a:pt x="2670424" y="520950"/>
                  </a:lnTo>
                  <a:lnTo>
                    <a:pt x="2671495" y="521015"/>
                  </a:lnTo>
                  <a:lnTo>
                    <a:pt x="2672567" y="521081"/>
                  </a:lnTo>
                  <a:lnTo>
                    <a:pt x="2673638" y="521145"/>
                  </a:lnTo>
                  <a:lnTo>
                    <a:pt x="2674710" y="521209"/>
                  </a:lnTo>
                  <a:lnTo>
                    <a:pt x="2675782" y="521273"/>
                  </a:lnTo>
                  <a:lnTo>
                    <a:pt x="2676853" y="521337"/>
                  </a:lnTo>
                  <a:lnTo>
                    <a:pt x="2677925" y="521400"/>
                  </a:lnTo>
                  <a:lnTo>
                    <a:pt x="2678996" y="521462"/>
                  </a:lnTo>
                  <a:lnTo>
                    <a:pt x="2680068" y="521524"/>
                  </a:lnTo>
                  <a:lnTo>
                    <a:pt x="2681140" y="521586"/>
                  </a:lnTo>
                  <a:lnTo>
                    <a:pt x="2682211" y="521647"/>
                  </a:lnTo>
                  <a:lnTo>
                    <a:pt x="2683283" y="521708"/>
                  </a:lnTo>
                  <a:lnTo>
                    <a:pt x="2684354" y="521768"/>
                  </a:lnTo>
                  <a:lnTo>
                    <a:pt x="2685426" y="521828"/>
                  </a:lnTo>
                  <a:lnTo>
                    <a:pt x="2686498" y="521887"/>
                  </a:lnTo>
                  <a:lnTo>
                    <a:pt x="2687569" y="521946"/>
                  </a:lnTo>
                  <a:lnTo>
                    <a:pt x="2688641" y="522004"/>
                  </a:lnTo>
                  <a:lnTo>
                    <a:pt x="2689712" y="522062"/>
                  </a:lnTo>
                  <a:lnTo>
                    <a:pt x="2690784" y="522119"/>
                  </a:lnTo>
                  <a:lnTo>
                    <a:pt x="2691856" y="522175"/>
                  </a:lnTo>
                  <a:lnTo>
                    <a:pt x="2692927" y="522232"/>
                  </a:lnTo>
                  <a:lnTo>
                    <a:pt x="2693999" y="522287"/>
                  </a:lnTo>
                  <a:lnTo>
                    <a:pt x="2695070" y="522342"/>
                  </a:lnTo>
                  <a:lnTo>
                    <a:pt x="2696142" y="522397"/>
                  </a:lnTo>
                  <a:lnTo>
                    <a:pt x="2697214" y="522451"/>
                  </a:lnTo>
                  <a:lnTo>
                    <a:pt x="2698285" y="522505"/>
                  </a:lnTo>
                  <a:lnTo>
                    <a:pt x="2699357" y="522557"/>
                  </a:lnTo>
                  <a:lnTo>
                    <a:pt x="2700428" y="522610"/>
                  </a:lnTo>
                  <a:lnTo>
                    <a:pt x="2701500" y="522662"/>
                  </a:lnTo>
                  <a:lnTo>
                    <a:pt x="2702572" y="522713"/>
                  </a:lnTo>
                  <a:lnTo>
                    <a:pt x="2703643" y="522763"/>
                  </a:lnTo>
                  <a:lnTo>
                    <a:pt x="2704715" y="522813"/>
                  </a:lnTo>
                  <a:lnTo>
                    <a:pt x="2705786" y="522863"/>
                  </a:lnTo>
                  <a:lnTo>
                    <a:pt x="2706858" y="522912"/>
                  </a:lnTo>
                  <a:lnTo>
                    <a:pt x="2707930" y="522960"/>
                  </a:lnTo>
                  <a:lnTo>
                    <a:pt x="2709001" y="523008"/>
                  </a:lnTo>
                  <a:lnTo>
                    <a:pt x="2710073" y="523055"/>
                  </a:lnTo>
                  <a:lnTo>
                    <a:pt x="2711144" y="523101"/>
                  </a:lnTo>
                  <a:lnTo>
                    <a:pt x="2712216" y="523147"/>
                  </a:lnTo>
                  <a:lnTo>
                    <a:pt x="2713288" y="523192"/>
                  </a:lnTo>
                  <a:lnTo>
                    <a:pt x="2714359" y="523236"/>
                  </a:lnTo>
                  <a:lnTo>
                    <a:pt x="2715431" y="523280"/>
                  </a:lnTo>
                  <a:lnTo>
                    <a:pt x="2716502" y="523323"/>
                  </a:lnTo>
                  <a:lnTo>
                    <a:pt x="2717574" y="523366"/>
                  </a:lnTo>
                  <a:lnTo>
                    <a:pt x="2718646" y="523408"/>
                  </a:lnTo>
                  <a:lnTo>
                    <a:pt x="2719717" y="523449"/>
                  </a:lnTo>
                  <a:lnTo>
                    <a:pt x="2720789" y="523490"/>
                  </a:lnTo>
                  <a:lnTo>
                    <a:pt x="2721860" y="523529"/>
                  </a:lnTo>
                  <a:lnTo>
                    <a:pt x="2722932" y="523569"/>
                  </a:lnTo>
                  <a:lnTo>
                    <a:pt x="2724004" y="523607"/>
                  </a:lnTo>
                  <a:lnTo>
                    <a:pt x="2725075" y="523645"/>
                  </a:lnTo>
                  <a:lnTo>
                    <a:pt x="2726147" y="523682"/>
                  </a:lnTo>
                  <a:lnTo>
                    <a:pt x="2727218" y="523718"/>
                  </a:lnTo>
                  <a:lnTo>
                    <a:pt x="2728290" y="523754"/>
                  </a:lnTo>
                  <a:lnTo>
                    <a:pt x="2729362" y="523789"/>
                  </a:lnTo>
                  <a:lnTo>
                    <a:pt x="2730433" y="523823"/>
                  </a:lnTo>
                  <a:lnTo>
                    <a:pt x="2731505" y="523857"/>
                  </a:lnTo>
                  <a:lnTo>
                    <a:pt x="2732576" y="523890"/>
                  </a:lnTo>
                  <a:lnTo>
                    <a:pt x="2733648" y="523922"/>
                  </a:lnTo>
                  <a:lnTo>
                    <a:pt x="2734720" y="523953"/>
                  </a:lnTo>
                  <a:lnTo>
                    <a:pt x="2735791" y="523983"/>
                  </a:lnTo>
                  <a:lnTo>
                    <a:pt x="2736863" y="524013"/>
                  </a:lnTo>
                  <a:lnTo>
                    <a:pt x="2737934" y="524042"/>
                  </a:lnTo>
                  <a:lnTo>
                    <a:pt x="2739006" y="524071"/>
                  </a:lnTo>
                  <a:lnTo>
                    <a:pt x="2740078" y="524098"/>
                  </a:lnTo>
                  <a:lnTo>
                    <a:pt x="2741149" y="524125"/>
                  </a:lnTo>
                  <a:lnTo>
                    <a:pt x="2742221" y="524151"/>
                  </a:lnTo>
                  <a:lnTo>
                    <a:pt x="2743292" y="524176"/>
                  </a:lnTo>
                  <a:lnTo>
                    <a:pt x="2744364" y="524200"/>
                  </a:lnTo>
                  <a:lnTo>
                    <a:pt x="2745436" y="524224"/>
                  </a:lnTo>
                  <a:lnTo>
                    <a:pt x="2746507" y="524247"/>
                  </a:lnTo>
                  <a:lnTo>
                    <a:pt x="2747579" y="524269"/>
                  </a:lnTo>
                  <a:lnTo>
                    <a:pt x="2748650" y="524290"/>
                  </a:lnTo>
                  <a:lnTo>
                    <a:pt x="2749722" y="524310"/>
                  </a:lnTo>
                  <a:lnTo>
                    <a:pt x="2750794" y="524330"/>
                  </a:lnTo>
                  <a:lnTo>
                    <a:pt x="2751865" y="524349"/>
                  </a:lnTo>
                  <a:lnTo>
                    <a:pt x="2752937" y="524367"/>
                  </a:lnTo>
                  <a:lnTo>
                    <a:pt x="2754008" y="524384"/>
                  </a:lnTo>
                  <a:lnTo>
                    <a:pt x="2755080" y="524400"/>
                  </a:lnTo>
                  <a:lnTo>
                    <a:pt x="2756152" y="524415"/>
                  </a:lnTo>
                  <a:lnTo>
                    <a:pt x="2757223" y="524430"/>
                  </a:lnTo>
                  <a:lnTo>
                    <a:pt x="2758295" y="524443"/>
                  </a:lnTo>
                  <a:lnTo>
                    <a:pt x="2759366" y="524456"/>
                  </a:lnTo>
                  <a:lnTo>
                    <a:pt x="2760438" y="524468"/>
                  </a:lnTo>
                  <a:lnTo>
                    <a:pt x="2761510" y="524479"/>
                  </a:lnTo>
                  <a:lnTo>
                    <a:pt x="2762581" y="524490"/>
                  </a:lnTo>
                  <a:lnTo>
                    <a:pt x="2763653" y="524499"/>
                  </a:lnTo>
                  <a:lnTo>
                    <a:pt x="2764724" y="524507"/>
                  </a:lnTo>
                  <a:lnTo>
                    <a:pt x="2765796" y="524515"/>
                  </a:lnTo>
                  <a:lnTo>
                    <a:pt x="2766868" y="524522"/>
                  </a:lnTo>
                  <a:lnTo>
                    <a:pt x="2767939" y="524528"/>
                  </a:lnTo>
                  <a:lnTo>
                    <a:pt x="2769011" y="524532"/>
                  </a:lnTo>
                  <a:lnTo>
                    <a:pt x="2770082" y="524536"/>
                  </a:lnTo>
                  <a:lnTo>
                    <a:pt x="2771154" y="524540"/>
                  </a:lnTo>
                  <a:lnTo>
                    <a:pt x="2772226" y="524542"/>
                  </a:lnTo>
                  <a:lnTo>
                    <a:pt x="2773297" y="524543"/>
                  </a:lnTo>
                  <a:lnTo>
                    <a:pt x="2774369" y="524543"/>
                  </a:lnTo>
                  <a:lnTo>
                    <a:pt x="2775440" y="524543"/>
                  </a:lnTo>
                  <a:lnTo>
                    <a:pt x="2776512" y="524541"/>
                  </a:lnTo>
                  <a:lnTo>
                    <a:pt x="2777584" y="524539"/>
                  </a:lnTo>
                  <a:lnTo>
                    <a:pt x="2778655" y="524535"/>
                  </a:lnTo>
                  <a:lnTo>
                    <a:pt x="2779727" y="524531"/>
                  </a:lnTo>
                  <a:lnTo>
                    <a:pt x="2780798" y="524526"/>
                  </a:lnTo>
                  <a:lnTo>
                    <a:pt x="2781870" y="524520"/>
                  </a:lnTo>
                  <a:lnTo>
                    <a:pt x="2782942" y="524512"/>
                  </a:lnTo>
                  <a:lnTo>
                    <a:pt x="2784013" y="524504"/>
                  </a:lnTo>
                  <a:lnTo>
                    <a:pt x="2785085" y="524495"/>
                  </a:lnTo>
                  <a:lnTo>
                    <a:pt x="2786156" y="524485"/>
                  </a:lnTo>
                  <a:lnTo>
                    <a:pt x="2787228" y="524474"/>
                  </a:lnTo>
                  <a:lnTo>
                    <a:pt x="2788300" y="524462"/>
                  </a:lnTo>
                  <a:lnTo>
                    <a:pt x="2789371" y="524449"/>
                  </a:lnTo>
                  <a:lnTo>
                    <a:pt x="2790443" y="524435"/>
                  </a:lnTo>
                  <a:lnTo>
                    <a:pt x="2791514" y="524420"/>
                  </a:lnTo>
                  <a:lnTo>
                    <a:pt x="2792586" y="524404"/>
                  </a:lnTo>
                  <a:lnTo>
                    <a:pt x="2793658" y="524387"/>
                  </a:lnTo>
                  <a:lnTo>
                    <a:pt x="2794729" y="524369"/>
                  </a:lnTo>
                  <a:lnTo>
                    <a:pt x="2795801" y="524350"/>
                  </a:lnTo>
                  <a:lnTo>
                    <a:pt x="2796872" y="524330"/>
                  </a:lnTo>
                  <a:lnTo>
                    <a:pt x="2797944" y="524309"/>
                  </a:lnTo>
                  <a:lnTo>
                    <a:pt x="2799016" y="524287"/>
                  </a:lnTo>
                  <a:lnTo>
                    <a:pt x="2800087" y="524264"/>
                  </a:lnTo>
                  <a:lnTo>
                    <a:pt x="2801159" y="524240"/>
                  </a:lnTo>
                  <a:lnTo>
                    <a:pt x="2802230" y="524215"/>
                  </a:lnTo>
                  <a:lnTo>
                    <a:pt x="2803302" y="524188"/>
                  </a:lnTo>
                  <a:lnTo>
                    <a:pt x="2804374" y="524161"/>
                  </a:lnTo>
                  <a:lnTo>
                    <a:pt x="2805445" y="524133"/>
                  </a:lnTo>
                  <a:lnTo>
                    <a:pt x="2806517" y="524104"/>
                  </a:lnTo>
                  <a:lnTo>
                    <a:pt x="2807588" y="524073"/>
                  </a:lnTo>
                  <a:lnTo>
                    <a:pt x="2808660" y="524042"/>
                  </a:lnTo>
                  <a:lnTo>
                    <a:pt x="2809732" y="524010"/>
                  </a:lnTo>
                  <a:lnTo>
                    <a:pt x="2810803" y="523976"/>
                  </a:lnTo>
                  <a:lnTo>
                    <a:pt x="2811875" y="523942"/>
                  </a:lnTo>
                  <a:lnTo>
                    <a:pt x="2812946" y="523906"/>
                  </a:lnTo>
                  <a:lnTo>
                    <a:pt x="2814018" y="523869"/>
                  </a:lnTo>
                  <a:lnTo>
                    <a:pt x="2815090" y="523832"/>
                  </a:lnTo>
                  <a:lnTo>
                    <a:pt x="2816161" y="523793"/>
                  </a:lnTo>
                  <a:lnTo>
                    <a:pt x="2817233" y="523753"/>
                  </a:lnTo>
                  <a:lnTo>
                    <a:pt x="2818304" y="523712"/>
                  </a:lnTo>
                  <a:lnTo>
                    <a:pt x="2819376" y="523670"/>
                  </a:lnTo>
                  <a:lnTo>
                    <a:pt x="2820448" y="523627"/>
                  </a:lnTo>
                  <a:lnTo>
                    <a:pt x="2821519" y="523582"/>
                  </a:lnTo>
                  <a:lnTo>
                    <a:pt x="2822591" y="523537"/>
                  </a:lnTo>
                  <a:lnTo>
                    <a:pt x="2823662" y="523490"/>
                  </a:lnTo>
                  <a:lnTo>
                    <a:pt x="2824734" y="523443"/>
                  </a:lnTo>
                  <a:lnTo>
                    <a:pt x="2825806" y="523394"/>
                  </a:lnTo>
                  <a:lnTo>
                    <a:pt x="2826877" y="523344"/>
                  </a:lnTo>
                  <a:lnTo>
                    <a:pt x="2827949" y="523294"/>
                  </a:lnTo>
                  <a:lnTo>
                    <a:pt x="2829020" y="523242"/>
                  </a:lnTo>
                  <a:lnTo>
                    <a:pt x="2830092" y="523188"/>
                  </a:lnTo>
                  <a:lnTo>
                    <a:pt x="2831164" y="523134"/>
                  </a:lnTo>
                  <a:lnTo>
                    <a:pt x="2832235" y="523079"/>
                  </a:lnTo>
                  <a:lnTo>
                    <a:pt x="2833307" y="523022"/>
                  </a:lnTo>
                  <a:lnTo>
                    <a:pt x="2834378" y="522965"/>
                  </a:lnTo>
                  <a:lnTo>
                    <a:pt x="2835450" y="522906"/>
                  </a:lnTo>
                  <a:lnTo>
                    <a:pt x="2836522" y="522846"/>
                  </a:lnTo>
                  <a:lnTo>
                    <a:pt x="2837593" y="522785"/>
                  </a:lnTo>
                  <a:lnTo>
                    <a:pt x="2838665" y="522723"/>
                  </a:lnTo>
                  <a:lnTo>
                    <a:pt x="2839736" y="522659"/>
                  </a:lnTo>
                  <a:lnTo>
                    <a:pt x="2840808" y="522595"/>
                  </a:lnTo>
                  <a:lnTo>
                    <a:pt x="2841879" y="522529"/>
                  </a:lnTo>
                  <a:lnTo>
                    <a:pt x="2842951" y="522462"/>
                  </a:lnTo>
                  <a:lnTo>
                    <a:pt x="2844023" y="522394"/>
                  </a:lnTo>
                  <a:lnTo>
                    <a:pt x="2845094" y="522325"/>
                  </a:lnTo>
                  <a:lnTo>
                    <a:pt x="2846166" y="522255"/>
                  </a:lnTo>
                  <a:lnTo>
                    <a:pt x="2847237" y="522183"/>
                  </a:lnTo>
                  <a:lnTo>
                    <a:pt x="2848309" y="522111"/>
                  </a:lnTo>
                  <a:lnTo>
                    <a:pt x="2849381" y="522037"/>
                  </a:lnTo>
                  <a:lnTo>
                    <a:pt x="2850452" y="521962"/>
                  </a:lnTo>
                  <a:lnTo>
                    <a:pt x="2851524" y="521886"/>
                  </a:lnTo>
                  <a:lnTo>
                    <a:pt x="2852595" y="521808"/>
                  </a:lnTo>
                  <a:lnTo>
                    <a:pt x="2853667" y="521730"/>
                  </a:lnTo>
                  <a:lnTo>
                    <a:pt x="2854739" y="521650"/>
                  </a:lnTo>
                  <a:lnTo>
                    <a:pt x="2855810" y="521569"/>
                  </a:lnTo>
                  <a:lnTo>
                    <a:pt x="2856882" y="521487"/>
                  </a:lnTo>
                  <a:lnTo>
                    <a:pt x="2857953" y="521404"/>
                  </a:lnTo>
                  <a:lnTo>
                    <a:pt x="2859025" y="521319"/>
                  </a:lnTo>
                  <a:lnTo>
                    <a:pt x="2860097" y="521234"/>
                  </a:lnTo>
                  <a:lnTo>
                    <a:pt x="2861168" y="521147"/>
                  </a:lnTo>
                  <a:lnTo>
                    <a:pt x="2862240" y="521059"/>
                  </a:lnTo>
                  <a:lnTo>
                    <a:pt x="2863311" y="520969"/>
                  </a:lnTo>
                  <a:lnTo>
                    <a:pt x="2864383" y="520879"/>
                  </a:lnTo>
                  <a:lnTo>
                    <a:pt x="2865455" y="520787"/>
                  </a:lnTo>
                  <a:lnTo>
                    <a:pt x="2866526" y="520694"/>
                  </a:lnTo>
                  <a:lnTo>
                    <a:pt x="2867598" y="520600"/>
                  </a:lnTo>
                  <a:lnTo>
                    <a:pt x="2868669" y="520505"/>
                  </a:lnTo>
                  <a:lnTo>
                    <a:pt x="2869741" y="520408"/>
                  </a:lnTo>
                  <a:lnTo>
                    <a:pt x="2870813" y="520310"/>
                  </a:lnTo>
                  <a:lnTo>
                    <a:pt x="2871884" y="520211"/>
                  </a:lnTo>
                  <a:lnTo>
                    <a:pt x="2872956" y="520111"/>
                  </a:lnTo>
                  <a:lnTo>
                    <a:pt x="2874027" y="520009"/>
                  </a:lnTo>
                  <a:lnTo>
                    <a:pt x="2875099" y="519907"/>
                  </a:lnTo>
                  <a:lnTo>
                    <a:pt x="2876171" y="519803"/>
                  </a:lnTo>
                  <a:lnTo>
                    <a:pt x="2877242" y="519697"/>
                  </a:lnTo>
                  <a:lnTo>
                    <a:pt x="2878314" y="519591"/>
                  </a:lnTo>
                  <a:lnTo>
                    <a:pt x="2879385" y="519483"/>
                  </a:lnTo>
                  <a:lnTo>
                    <a:pt x="2880457" y="519374"/>
                  </a:lnTo>
                  <a:lnTo>
                    <a:pt x="2881529" y="519264"/>
                  </a:lnTo>
                  <a:lnTo>
                    <a:pt x="2882600" y="519153"/>
                  </a:lnTo>
                  <a:lnTo>
                    <a:pt x="2883672" y="519040"/>
                  </a:lnTo>
                  <a:lnTo>
                    <a:pt x="2884743" y="518926"/>
                  </a:lnTo>
                  <a:lnTo>
                    <a:pt x="2885815" y="518811"/>
                  </a:lnTo>
                  <a:lnTo>
                    <a:pt x="2886887" y="518695"/>
                  </a:lnTo>
                  <a:lnTo>
                    <a:pt x="2887958" y="518577"/>
                  </a:lnTo>
                  <a:lnTo>
                    <a:pt x="2889030" y="518458"/>
                  </a:lnTo>
                  <a:lnTo>
                    <a:pt x="2890101" y="518338"/>
                  </a:lnTo>
                  <a:lnTo>
                    <a:pt x="2891173" y="518217"/>
                  </a:lnTo>
                  <a:lnTo>
                    <a:pt x="2892245" y="518094"/>
                  </a:lnTo>
                  <a:lnTo>
                    <a:pt x="2893316" y="517970"/>
                  </a:lnTo>
                  <a:lnTo>
                    <a:pt x="2894388" y="517845"/>
                  </a:lnTo>
                  <a:lnTo>
                    <a:pt x="2895459" y="517718"/>
                  </a:lnTo>
                  <a:lnTo>
                    <a:pt x="2896531" y="517591"/>
                  </a:lnTo>
                  <a:lnTo>
                    <a:pt x="2897603" y="517462"/>
                  </a:lnTo>
                  <a:lnTo>
                    <a:pt x="2898674" y="517331"/>
                  </a:lnTo>
                  <a:lnTo>
                    <a:pt x="2899746" y="517200"/>
                  </a:lnTo>
                  <a:lnTo>
                    <a:pt x="2900817" y="517067"/>
                  </a:lnTo>
                  <a:lnTo>
                    <a:pt x="2901889" y="516933"/>
                  </a:lnTo>
                  <a:lnTo>
                    <a:pt x="2902961" y="516798"/>
                  </a:lnTo>
                  <a:lnTo>
                    <a:pt x="2904032" y="516661"/>
                  </a:lnTo>
                  <a:lnTo>
                    <a:pt x="2905104" y="516523"/>
                  </a:lnTo>
                  <a:lnTo>
                    <a:pt x="2906175" y="516384"/>
                  </a:lnTo>
                  <a:lnTo>
                    <a:pt x="2907247" y="516243"/>
                  </a:lnTo>
                  <a:lnTo>
                    <a:pt x="2908319" y="516102"/>
                  </a:lnTo>
                  <a:lnTo>
                    <a:pt x="2909390" y="515958"/>
                  </a:lnTo>
                  <a:lnTo>
                    <a:pt x="2910462" y="515814"/>
                  </a:lnTo>
                  <a:lnTo>
                    <a:pt x="2911533" y="515668"/>
                  </a:lnTo>
                  <a:lnTo>
                    <a:pt x="2912605" y="515522"/>
                  </a:lnTo>
                  <a:lnTo>
                    <a:pt x="2913677" y="515373"/>
                  </a:lnTo>
                  <a:lnTo>
                    <a:pt x="2914748" y="515224"/>
                  </a:lnTo>
                  <a:lnTo>
                    <a:pt x="2915820" y="515073"/>
                  </a:lnTo>
                  <a:lnTo>
                    <a:pt x="2916891" y="514921"/>
                  </a:lnTo>
                  <a:lnTo>
                    <a:pt x="2917963" y="514768"/>
                  </a:lnTo>
                  <a:lnTo>
                    <a:pt x="2919035" y="514613"/>
                  </a:lnTo>
                  <a:lnTo>
                    <a:pt x="2920106" y="514457"/>
                  </a:lnTo>
                  <a:lnTo>
                    <a:pt x="2921178" y="514300"/>
                  </a:lnTo>
                  <a:lnTo>
                    <a:pt x="2922249" y="514141"/>
                  </a:lnTo>
                  <a:lnTo>
                    <a:pt x="2923321" y="513981"/>
                  </a:lnTo>
                  <a:lnTo>
                    <a:pt x="2924393" y="513820"/>
                  </a:lnTo>
                  <a:lnTo>
                    <a:pt x="2925464" y="513658"/>
                  </a:lnTo>
                  <a:lnTo>
                    <a:pt x="2926536" y="513494"/>
                  </a:lnTo>
                  <a:lnTo>
                    <a:pt x="2927607" y="513329"/>
                  </a:lnTo>
                  <a:lnTo>
                    <a:pt x="2928679" y="513162"/>
                  </a:lnTo>
                  <a:lnTo>
                    <a:pt x="2929751" y="512995"/>
                  </a:lnTo>
                  <a:lnTo>
                    <a:pt x="2930822" y="512826"/>
                  </a:lnTo>
                  <a:lnTo>
                    <a:pt x="2931894" y="512655"/>
                  </a:lnTo>
                  <a:lnTo>
                    <a:pt x="2932965" y="512484"/>
                  </a:lnTo>
                  <a:lnTo>
                    <a:pt x="2934037" y="512311"/>
                  </a:lnTo>
                  <a:lnTo>
                    <a:pt x="2935109" y="512137"/>
                  </a:lnTo>
                  <a:lnTo>
                    <a:pt x="2936180" y="511961"/>
                  </a:lnTo>
                  <a:lnTo>
                    <a:pt x="2937252" y="511784"/>
                  </a:lnTo>
                  <a:lnTo>
                    <a:pt x="2938323" y="511606"/>
                  </a:lnTo>
                  <a:lnTo>
                    <a:pt x="2939395" y="511427"/>
                  </a:lnTo>
                  <a:lnTo>
                    <a:pt x="2940467" y="511246"/>
                  </a:lnTo>
                  <a:lnTo>
                    <a:pt x="2941538" y="511064"/>
                  </a:lnTo>
                  <a:lnTo>
                    <a:pt x="2942610" y="510880"/>
                  </a:lnTo>
                  <a:lnTo>
                    <a:pt x="2943681" y="510696"/>
                  </a:lnTo>
                  <a:lnTo>
                    <a:pt x="2944753" y="510510"/>
                  </a:lnTo>
                  <a:lnTo>
                    <a:pt x="2945825" y="510322"/>
                  </a:lnTo>
                  <a:lnTo>
                    <a:pt x="2946896" y="510134"/>
                  </a:lnTo>
                  <a:lnTo>
                    <a:pt x="2947968" y="509944"/>
                  </a:lnTo>
                  <a:lnTo>
                    <a:pt x="2949039" y="509752"/>
                  </a:lnTo>
                  <a:lnTo>
                    <a:pt x="2950111" y="509560"/>
                  </a:lnTo>
                  <a:lnTo>
                    <a:pt x="2951183" y="509366"/>
                  </a:lnTo>
                  <a:lnTo>
                    <a:pt x="2952254" y="509171"/>
                  </a:lnTo>
                  <a:lnTo>
                    <a:pt x="2953326" y="508974"/>
                  </a:lnTo>
                  <a:lnTo>
                    <a:pt x="2954397" y="508776"/>
                  </a:lnTo>
                  <a:lnTo>
                    <a:pt x="2955469" y="508577"/>
                  </a:lnTo>
                  <a:lnTo>
                    <a:pt x="2956541" y="508376"/>
                  </a:lnTo>
                  <a:lnTo>
                    <a:pt x="2957612" y="508175"/>
                  </a:lnTo>
                  <a:lnTo>
                    <a:pt x="2958684" y="507971"/>
                  </a:lnTo>
                  <a:lnTo>
                    <a:pt x="2959755" y="507767"/>
                  </a:lnTo>
                  <a:lnTo>
                    <a:pt x="2960827" y="507561"/>
                  </a:lnTo>
                  <a:lnTo>
                    <a:pt x="2961899" y="507354"/>
                  </a:lnTo>
                  <a:lnTo>
                    <a:pt x="2962970" y="507146"/>
                  </a:lnTo>
                  <a:lnTo>
                    <a:pt x="2964042" y="506936"/>
                  </a:lnTo>
                  <a:lnTo>
                    <a:pt x="2965113" y="506725"/>
                  </a:lnTo>
                  <a:lnTo>
                    <a:pt x="2966185" y="506512"/>
                  </a:lnTo>
                  <a:lnTo>
                    <a:pt x="2967257" y="506299"/>
                  </a:lnTo>
                  <a:lnTo>
                    <a:pt x="2968328" y="506084"/>
                  </a:lnTo>
                  <a:lnTo>
                    <a:pt x="2969400" y="505867"/>
                  </a:lnTo>
                  <a:lnTo>
                    <a:pt x="2970471" y="505649"/>
                  </a:lnTo>
                  <a:lnTo>
                    <a:pt x="2971543" y="505430"/>
                  </a:lnTo>
                  <a:lnTo>
                    <a:pt x="2972615" y="505210"/>
                  </a:lnTo>
                  <a:lnTo>
                    <a:pt x="2973686" y="504989"/>
                  </a:lnTo>
                  <a:lnTo>
                    <a:pt x="2974758" y="504766"/>
                  </a:lnTo>
                  <a:lnTo>
                    <a:pt x="2975829" y="504541"/>
                  </a:lnTo>
                  <a:lnTo>
                    <a:pt x="2976901" y="504316"/>
                  </a:lnTo>
                  <a:lnTo>
                    <a:pt x="2977973" y="504089"/>
                  </a:lnTo>
                  <a:lnTo>
                    <a:pt x="2979044" y="503861"/>
                  </a:lnTo>
                  <a:lnTo>
                    <a:pt x="2980116" y="503631"/>
                  </a:lnTo>
                  <a:lnTo>
                    <a:pt x="2981187" y="503400"/>
                  </a:lnTo>
                  <a:lnTo>
                    <a:pt x="2982259" y="503168"/>
                  </a:lnTo>
                  <a:lnTo>
                    <a:pt x="2983331" y="502934"/>
                  </a:lnTo>
                  <a:lnTo>
                    <a:pt x="2984402" y="502700"/>
                  </a:lnTo>
                  <a:lnTo>
                    <a:pt x="2985474" y="502463"/>
                  </a:lnTo>
                  <a:lnTo>
                    <a:pt x="2986545" y="502226"/>
                  </a:lnTo>
                  <a:lnTo>
                    <a:pt x="2987617" y="501987"/>
                  </a:lnTo>
                  <a:lnTo>
                    <a:pt x="2988689" y="501747"/>
                  </a:lnTo>
                  <a:lnTo>
                    <a:pt x="2989760" y="501506"/>
                  </a:lnTo>
                  <a:lnTo>
                    <a:pt x="2990832" y="501263"/>
                  </a:lnTo>
                  <a:lnTo>
                    <a:pt x="2991903" y="501019"/>
                  </a:lnTo>
                  <a:lnTo>
                    <a:pt x="2992975" y="500773"/>
                  </a:lnTo>
                  <a:lnTo>
                    <a:pt x="2994047" y="500527"/>
                  </a:lnTo>
                  <a:lnTo>
                    <a:pt x="2995118" y="500279"/>
                  </a:lnTo>
                  <a:lnTo>
                    <a:pt x="2996190" y="500029"/>
                  </a:lnTo>
                  <a:lnTo>
                    <a:pt x="2997261" y="499779"/>
                  </a:lnTo>
                  <a:lnTo>
                    <a:pt x="2998333" y="499527"/>
                  </a:lnTo>
                  <a:lnTo>
                    <a:pt x="2999405" y="499273"/>
                  </a:lnTo>
                  <a:lnTo>
                    <a:pt x="3000476" y="499019"/>
                  </a:lnTo>
                  <a:lnTo>
                    <a:pt x="3001548" y="498763"/>
                  </a:lnTo>
                  <a:lnTo>
                    <a:pt x="3002619" y="498506"/>
                  </a:lnTo>
                  <a:lnTo>
                    <a:pt x="3003691" y="498247"/>
                  </a:lnTo>
                  <a:lnTo>
                    <a:pt x="3004763" y="497987"/>
                  </a:lnTo>
                  <a:lnTo>
                    <a:pt x="3005834" y="497726"/>
                  </a:lnTo>
                  <a:lnTo>
                    <a:pt x="3006906" y="497464"/>
                  </a:lnTo>
                  <a:lnTo>
                    <a:pt x="3007977" y="497200"/>
                  </a:lnTo>
                  <a:lnTo>
                    <a:pt x="3009049" y="496935"/>
                  </a:lnTo>
                  <a:lnTo>
                    <a:pt x="3010121" y="496669"/>
                  </a:lnTo>
                  <a:lnTo>
                    <a:pt x="3011192" y="496401"/>
                  </a:lnTo>
                  <a:lnTo>
                    <a:pt x="3012264" y="496132"/>
                  </a:lnTo>
                  <a:lnTo>
                    <a:pt x="3013335" y="495862"/>
                  </a:lnTo>
                  <a:lnTo>
                    <a:pt x="3014407" y="495590"/>
                  </a:lnTo>
                  <a:lnTo>
                    <a:pt x="3015479" y="495317"/>
                  </a:lnTo>
                  <a:lnTo>
                    <a:pt x="3016550" y="495043"/>
                  </a:lnTo>
                  <a:lnTo>
                    <a:pt x="3017622" y="494768"/>
                  </a:lnTo>
                  <a:lnTo>
                    <a:pt x="3018693" y="494491"/>
                  </a:lnTo>
                  <a:lnTo>
                    <a:pt x="3019765" y="494213"/>
                  </a:lnTo>
                  <a:lnTo>
                    <a:pt x="3020836" y="493933"/>
                  </a:lnTo>
                  <a:lnTo>
                    <a:pt x="3021908" y="493653"/>
                  </a:lnTo>
                  <a:lnTo>
                    <a:pt x="3022980" y="493371"/>
                  </a:lnTo>
                  <a:lnTo>
                    <a:pt x="3024051" y="493088"/>
                  </a:lnTo>
                  <a:lnTo>
                    <a:pt x="3025123" y="492803"/>
                  </a:lnTo>
                  <a:lnTo>
                    <a:pt x="3026194" y="492517"/>
                  </a:lnTo>
                  <a:lnTo>
                    <a:pt x="3027266" y="492230"/>
                  </a:lnTo>
                  <a:lnTo>
                    <a:pt x="3028338" y="491942"/>
                  </a:lnTo>
                  <a:lnTo>
                    <a:pt x="3029409" y="491652"/>
                  </a:lnTo>
                  <a:lnTo>
                    <a:pt x="3030481" y="491362"/>
                  </a:lnTo>
                  <a:lnTo>
                    <a:pt x="3031552" y="491069"/>
                  </a:lnTo>
                  <a:lnTo>
                    <a:pt x="3032624" y="490776"/>
                  </a:lnTo>
                  <a:lnTo>
                    <a:pt x="3033696" y="490481"/>
                  </a:lnTo>
                  <a:lnTo>
                    <a:pt x="3034767" y="490185"/>
                  </a:lnTo>
                  <a:lnTo>
                    <a:pt x="3035839" y="489888"/>
                  </a:lnTo>
                  <a:lnTo>
                    <a:pt x="3036910" y="489590"/>
                  </a:lnTo>
                  <a:lnTo>
                    <a:pt x="3037982" y="489290"/>
                  </a:lnTo>
                  <a:lnTo>
                    <a:pt x="3039054" y="488989"/>
                  </a:lnTo>
                  <a:lnTo>
                    <a:pt x="3040125" y="488687"/>
                  </a:lnTo>
                  <a:lnTo>
                    <a:pt x="3041197" y="488383"/>
                  </a:lnTo>
                  <a:lnTo>
                    <a:pt x="3042268" y="488079"/>
                  </a:lnTo>
                  <a:lnTo>
                    <a:pt x="3043340" y="487773"/>
                  </a:lnTo>
                  <a:lnTo>
                    <a:pt x="3044412" y="487466"/>
                  </a:lnTo>
                  <a:lnTo>
                    <a:pt x="3045483" y="487157"/>
                  </a:lnTo>
                  <a:lnTo>
                    <a:pt x="3046555" y="486847"/>
                  </a:lnTo>
                  <a:lnTo>
                    <a:pt x="3047626" y="486537"/>
                  </a:lnTo>
                  <a:lnTo>
                    <a:pt x="3048698" y="486224"/>
                  </a:lnTo>
                  <a:lnTo>
                    <a:pt x="3049770" y="485911"/>
                  </a:lnTo>
                  <a:lnTo>
                    <a:pt x="3050841" y="485596"/>
                  </a:lnTo>
                  <a:lnTo>
                    <a:pt x="3051913" y="485280"/>
                  </a:lnTo>
                  <a:lnTo>
                    <a:pt x="3052984" y="484963"/>
                  </a:lnTo>
                  <a:lnTo>
                    <a:pt x="3054056" y="484645"/>
                  </a:lnTo>
                  <a:lnTo>
                    <a:pt x="3055128" y="484325"/>
                  </a:lnTo>
                  <a:lnTo>
                    <a:pt x="3056199" y="484005"/>
                  </a:lnTo>
                  <a:lnTo>
                    <a:pt x="3057271" y="483683"/>
                  </a:lnTo>
                  <a:lnTo>
                    <a:pt x="3058342" y="483360"/>
                  </a:lnTo>
                  <a:lnTo>
                    <a:pt x="3059414" y="483035"/>
                  </a:lnTo>
                  <a:lnTo>
                    <a:pt x="3060486" y="482709"/>
                  </a:lnTo>
                  <a:lnTo>
                    <a:pt x="3061557" y="482383"/>
                  </a:lnTo>
                  <a:lnTo>
                    <a:pt x="3062629" y="482055"/>
                  </a:lnTo>
                  <a:lnTo>
                    <a:pt x="3063700" y="481725"/>
                  </a:lnTo>
                  <a:lnTo>
                    <a:pt x="3064772" y="481395"/>
                  </a:lnTo>
                  <a:lnTo>
                    <a:pt x="3065844" y="481063"/>
                  </a:lnTo>
                  <a:lnTo>
                    <a:pt x="3066915" y="480730"/>
                  </a:lnTo>
                  <a:lnTo>
                    <a:pt x="3067987" y="480396"/>
                  </a:lnTo>
                  <a:lnTo>
                    <a:pt x="3069058" y="480061"/>
                  </a:lnTo>
                  <a:lnTo>
                    <a:pt x="3070130" y="479724"/>
                  </a:lnTo>
                  <a:lnTo>
                    <a:pt x="3071202" y="479387"/>
                  </a:lnTo>
                  <a:lnTo>
                    <a:pt x="3072273" y="479048"/>
                  </a:lnTo>
                  <a:lnTo>
                    <a:pt x="3073345" y="478708"/>
                  </a:lnTo>
                  <a:lnTo>
                    <a:pt x="3074416" y="478366"/>
                  </a:lnTo>
                  <a:lnTo>
                    <a:pt x="3075488" y="478024"/>
                  </a:lnTo>
                  <a:lnTo>
                    <a:pt x="3076560" y="477680"/>
                  </a:lnTo>
                  <a:lnTo>
                    <a:pt x="3077631" y="477335"/>
                  </a:lnTo>
                  <a:lnTo>
                    <a:pt x="3078703" y="476989"/>
                  </a:lnTo>
                  <a:lnTo>
                    <a:pt x="3079774" y="476642"/>
                  </a:lnTo>
                  <a:lnTo>
                    <a:pt x="3080846" y="476294"/>
                  </a:lnTo>
                  <a:lnTo>
                    <a:pt x="3081918" y="475944"/>
                  </a:lnTo>
                  <a:lnTo>
                    <a:pt x="3082989" y="475594"/>
                  </a:lnTo>
                  <a:lnTo>
                    <a:pt x="3084061" y="475242"/>
                  </a:lnTo>
                  <a:lnTo>
                    <a:pt x="3085132" y="474889"/>
                  </a:lnTo>
                  <a:lnTo>
                    <a:pt x="3086204" y="474534"/>
                  </a:lnTo>
                  <a:lnTo>
                    <a:pt x="3087276" y="474179"/>
                  </a:lnTo>
                  <a:lnTo>
                    <a:pt x="3088347" y="473822"/>
                  </a:lnTo>
                  <a:lnTo>
                    <a:pt x="3089419" y="473465"/>
                  </a:lnTo>
                  <a:lnTo>
                    <a:pt x="3090490" y="473106"/>
                  </a:lnTo>
                  <a:lnTo>
                    <a:pt x="3091562" y="472746"/>
                  </a:lnTo>
                  <a:lnTo>
                    <a:pt x="3092634" y="472385"/>
                  </a:lnTo>
                  <a:lnTo>
                    <a:pt x="3093705" y="472022"/>
                  </a:lnTo>
                  <a:lnTo>
                    <a:pt x="3094777" y="471659"/>
                  </a:lnTo>
                  <a:lnTo>
                    <a:pt x="3095848" y="471294"/>
                  </a:lnTo>
                  <a:lnTo>
                    <a:pt x="3096920" y="470928"/>
                  </a:lnTo>
                  <a:lnTo>
                    <a:pt x="3097992" y="470561"/>
                  </a:lnTo>
                  <a:lnTo>
                    <a:pt x="3099063" y="470193"/>
                  </a:lnTo>
                  <a:lnTo>
                    <a:pt x="3100135" y="469824"/>
                  </a:lnTo>
                  <a:lnTo>
                    <a:pt x="3101206" y="469454"/>
                  </a:lnTo>
                  <a:lnTo>
                    <a:pt x="3102278" y="469082"/>
                  </a:lnTo>
                  <a:lnTo>
                    <a:pt x="3103350" y="468709"/>
                  </a:lnTo>
                  <a:lnTo>
                    <a:pt x="3104421" y="468335"/>
                  </a:lnTo>
                  <a:lnTo>
                    <a:pt x="3105493" y="467961"/>
                  </a:lnTo>
                  <a:lnTo>
                    <a:pt x="3106564" y="467584"/>
                  </a:lnTo>
                  <a:lnTo>
                    <a:pt x="3107636" y="467207"/>
                  </a:lnTo>
                  <a:lnTo>
                    <a:pt x="3108708" y="466829"/>
                  </a:lnTo>
                  <a:lnTo>
                    <a:pt x="3109779" y="466449"/>
                  </a:lnTo>
                  <a:lnTo>
                    <a:pt x="3110851" y="466069"/>
                  </a:lnTo>
                  <a:lnTo>
                    <a:pt x="3111922" y="465687"/>
                  </a:lnTo>
                  <a:lnTo>
                    <a:pt x="3112994" y="465304"/>
                  </a:lnTo>
                  <a:lnTo>
                    <a:pt x="3114066" y="464920"/>
                  </a:lnTo>
                  <a:lnTo>
                    <a:pt x="3115137" y="464535"/>
                  </a:lnTo>
                  <a:lnTo>
                    <a:pt x="3116209" y="464149"/>
                  </a:lnTo>
                  <a:lnTo>
                    <a:pt x="3117280" y="463762"/>
                  </a:lnTo>
                  <a:lnTo>
                    <a:pt x="3118352" y="463373"/>
                  </a:lnTo>
                  <a:lnTo>
                    <a:pt x="3119424" y="462984"/>
                  </a:lnTo>
                  <a:lnTo>
                    <a:pt x="3120495" y="462593"/>
                  </a:lnTo>
                  <a:lnTo>
                    <a:pt x="3121567" y="462201"/>
                  </a:lnTo>
                  <a:lnTo>
                    <a:pt x="3122638" y="461809"/>
                  </a:lnTo>
                  <a:lnTo>
                    <a:pt x="3123710" y="461415"/>
                  </a:lnTo>
                  <a:lnTo>
                    <a:pt x="3124782" y="461020"/>
                  </a:lnTo>
                  <a:lnTo>
                    <a:pt x="3125853" y="460623"/>
                  </a:lnTo>
                  <a:lnTo>
                    <a:pt x="3126925" y="460226"/>
                  </a:lnTo>
                  <a:lnTo>
                    <a:pt x="3127996" y="459828"/>
                  </a:lnTo>
                  <a:lnTo>
                    <a:pt x="3129068" y="459428"/>
                  </a:lnTo>
                  <a:lnTo>
                    <a:pt x="3130140" y="459028"/>
                  </a:lnTo>
                  <a:lnTo>
                    <a:pt x="3131211" y="458626"/>
                  </a:lnTo>
                  <a:lnTo>
                    <a:pt x="3132283" y="458224"/>
                  </a:lnTo>
                  <a:lnTo>
                    <a:pt x="3133354" y="457820"/>
                  </a:lnTo>
                  <a:lnTo>
                    <a:pt x="3134426" y="457415"/>
                  </a:lnTo>
                  <a:lnTo>
                    <a:pt x="3135498" y="457009"/>
                  </a:lnTo>
                  <a:lnTo>
                    <a:pt x="3136569" y="456602"/>
                  </a:lnTo>
                  <a:lnTo>
                    <a:pt x="3137641" y="456194"/>
                  </a:lnTo>
                  <a:lnTo>
                    <a:pt x="3138712" y="455785"/>
                  </a:lnTo>
                  <a:lnTo>
                    <a:pt x="3139784" y="455374"/>
                  </a:lnTo>
                  <a:lnTo>
                    <a:pt x="3140856" y="454963"/>
                  </a:lnTo>
                  <a:lnTo>
                    <a:pt x="3141927" y="454550"/>
                  </a:lnTo>
                  <a:lnTo>
                    <a:pt x="3142999" y="454137"/>
                  </a:lnTo>
                  <a:lnTo>
                    <a:pt x="3144070" y="453722"/>
                  </a:lnTo>
                  <a:lnTo>
                    <a:pt x="3145142" y="453307"/>
                  </a:lnTo>
                  <a:lnTo>
                    <a:pt x="3146214" y="452890"/>
                  </a:lnTo>
                  <a:lnTo>
                    <a:pt x="3147285" y="452472"/>
                  </a:lnTo>
                  <a:lnTo>
                    <a:pt x="3148357" y="452054"/>
                  </a:lnTo>
                  <a:lnTo>
                    <a:pt x="3149428" y="451634"/>
                  </a:lnTo>
                  <a:lnTo>
                    <a:pt x="3150500" y="451213"/>
                  </a:lnTo>
                  <a:lnTo>
                    <a:pt x="3151572" y="450791"/>
                  </a:lnTo>
                  <a:lnTo>
                    <a:pt x="3152643" y="450368"/>
                  </a:lnTo>
                  <a:lnTo>
                    <a:pt x="3153715" y="449944"/>
                  </a:lnTo>
                  <a:lnTo>
                    <a:pt x="3154786" y="449518"/>
                  </a:lnTo>
                  <a:lnTo>
                    <a:pt x="3155858" y="449092"/>
                  </a:lnTo>
                  <a:lnTo>
                    <a:pt x="3156930" y="448665"/>
                  </a:lnTo>
                  <a:lnTo>
                    <a:pt x="3158001" y="448237"/>
                  </a:lnTo>
                  <a:lnTo>
                    <a:pt x="3159073" y="447807"/>
                  </a:lnTo>
                  <a:lnTo>
                    <a:pt x="3160144" y="447377"/>
                  </a:lnTo>
                  <a:lnTo>
                    <a:pt x="3161216" y="446945"/>
                  </a:lnTo>
                  <a:lnTo>
                    <a:pt x="3162288" y="446513"/>
                  </a:lnTo>
                  <a:lnTo>
                    <a:pt x="3163359" y="446079"/>
                  </a:lnTo>
                  <a:lnTo>
                    <a:pt x="3164431" y="445645"/>
                  </a:lnTo>
                  <a:lnTo>
                    <a:pt x="3165502" y="445209"/>
                  </a:lnTo>
                  <a:lnTo>
                    <a:pt x="3166574" y="444773"/>
                  </a:lnTo>
                  <a:lnTo>
                    <a:pt x="3167646" y="444335"/>
                  </a:lnTo>
                  <a:lnTo>
                    <a:pt x="3168717" y="443896"/>
                  </a:lnTo>
                  <a:lnTo>
                    <a:pt x="3169789" y="443457"/>
                  </a:lnTo>
                  <a:lnTo>
                    <a:pt x="3170860" y="443016"/>
                  </a:lnTo>
                  <a:lnTo>
                    <a:pt x="3171932" y="442574"/>
                  </a:lnTo>
                  <a:lnTo>
                    <a:pt x="3173004" y="442131"/>
                  </a:lnTo>
                  <a:lnTo>
                    <a:pt x="3174075" y="441688"/>
                  </a:lnTo>
                  <a:lnTo>
                    <a:pt x="3175147" y="441243"/>
                  </a:lnTo>
                  <a:lnTo>
                    <a:pt x="3176218" y="440797"/>
                  </a:lnTo>
                  <a:lnTo>
                    <a:pt x="3177290" y="440350"/>
                  </a:lnTo>
                  <a:lnTo>
                    <a:pt x="3178362" y="439902"/>
                  </a:lnTo>
                  <a:lnTo>
                    <a:pt x="3179433" y="439453"/>
                  </a:lnTo>
                  <a:lnTo>
                    <a:pt x="3180505" y="439003"/>
                  </a:lnTo>
                  <a:lnTo>
                    <a:pt x="3181576" y="438553"/>
                  </a:lnTo>
                  <a:lnTo>
                    <a:pt x="3182648" y="438101"/>
                  </a:lnTo>
                  <a:lnTo>
                    <a:pt x="3183720" y="437648"/>
                  </a:lnTo>
                  <a:lnTo>
                    <a:pt x="3184791" y="437194"/>
                  </a:lnTo>
                  <a:lnTo>
                    <a:pt x="3185863" y="436739"/>
                  </a:lnTo>
                  <a:lnTo>
                    <a:pt x="3186934" y="436283"/>
                  </a:lnTo>
                  <a:lnTo>
                    <a:pt x="3188006" y="435826"/>
                  </a:lnTo>
                  <a:lnTo>
                    <a:pt x="3189078" y="435368"/>
                  </a:lnTo>
                  <a:lnTo>
                    <a:pt x="3190149" y="434909"/>
                  </a:lnTo>
                  <a:lnTo>
                    <a:pt x="3191221" y="434449"/>
                  </a:lnTo>
                  <a:lnTo>
                    <a:pt x="3192292" y="433989"/>
                  </a:lnTo>
                  <a:lnTo>
                    <a:pt x="3193364" y="433527"/>
                  </a:lnTo>
                  <a:lnTo>
                    <a:pt x="3194436" y="433064"/>
                  </a:lnTo>
                  <a:lnTo>
                    <a:pt x="3195507" y="432600"/>
                  </a:lnTo>
                  <a:lnTo>
                    <a:pt x="3196579" y="432135"/>
                  </a:lnTo>
                  <a:lnTo>
                    <a:pt x="3197650" y="431669"/>
                  </a:lnTo>
                  <a:lnTo>
                    <a:pt x="3198722" y="431202"/>
                  </a:lnTo>
                  <a:lnTo>
                    <a:pt x="3199793" y="430735"/>
                  </a:lnTo>
                  <a:lnTo>
                    <a:pt x="3200865" y="430266"/>
                  </a:lnTo>
                  <a:lnTo>
                    <a:pt x="3201937" y="429796"/>
                  </a:lnTo>
                  <a:lnTo>
                    <a:pt x="3203008" y="429325"/>
                  </a:lnTo>
                  <a:lnTo>
                    <a:pt x="3204080" y="428854"/>
                  </a:lnTo>
                  <a:lnTo>
                    <a:pt x="3205151" y="428381"/>
                  </a:lnTo>
                  <a:lnTo>
                    <a:pt x="3206223" y="427907"/>
                  </a:lnTo>
                  <a:lnTo>
                    <a:pt x="3207295" y="427433"/>
                  </a:lnTo>
                  <a:lnTo>
                    <a:pt x="3208366" y="426957"/>
                  </a:lnTo>
                  <a:lnTo>
                    <a:pt x="3209438" y="426480"/>
                  </a:lnTo>
                  <a:lnTo>
                    <a:pt x="3210509" y="426003"/>
                  </a:lnTo>
                  <a:lnTo>
                    <a:pt x="3211581" y="425524"/>
                  </a:lnTo>
                  <a:lnTo>
                    <a:pt x="3212653" y="425045"/>
                  </a:lnTo>
                  <a:lnTo>
                    <a:pt x="3213724" y="424565"/>
                  </a:lnTo>
                  <a:lnTo>
                    <a:pt x="3214796" y="424083"/>
                  </a:lnTo>
                  <a:lnTo>
                    <a:pt x="3215867" y="423601"/>
                  </a:lnTo>
                  <a:lnTo>
                    <a:pt x="3216939" y="423118"/>
                  </a:lnTo>
                  <a:lnTo>
                    <a:pt x="3218011" y="422633"/>
                  </a:lnTo>
                  <a:lnTo>
                    <a:pt x="3219082" y="422148"/>
                  </a:lnTo>
                  <a:lnTo>
                    <a:pt x="3220154" y="421662"/>
                  </a:lnTo>
                  <a:lnTo>
                    <a:pt x="3221225" y="421175"/>
                  </a:lnTo>
                  <a:lnTo>
                    <a:pt x="3222297" y="420687"/>
                  </a:lnTo>
                  <a:lnTo>
                    <a:pt x="3223369" y="420198"/>
                  </a:lnTo>
                  <a:lnTo>
                    <a:pt x="3224440" y="419708"/>
                  </a:lnTo>
                  <a:lnTo>
                    <a:pt x="3225512" y="419217"/>
                  </a:lnTo>
                  <a:lnTo>
                    <a:pt x="3226583" y="418725"/>
                  </a:lnTo>
                  <a:lnTo>
                    <a:pt x="3227655" y="418232"/>
                  </a:lnTo>
                  <a:lnTo>
                    <a:pt x="3228727" y="417739"/>
                  </a:lnTo>
                  <a:lnTo>
                    <a:pt x="3229798" y="417244"/>
                  </a:lnTo>
                  <a:lnTo>
                    <a:pt x="3230870" y="416748"/>
                  </a:lnTo>
                  <a:lnTo>
                    <a:pt x="3231941" y="416252"/>
                  </a:lnTo>
                  <a:lnTo>
                    <a:pt x="3233013" y="415754"/>
                  </a:lnTo>
                  <a:lnTo>
                    <a:pt x="3234085" y="415256"/>
                  </a:lnTo>
                  <a:lnTo>
                    <a:pt x="3235156" y="414757"/>
                  </a:lnTo>
                  <a:lnTo>
                    <a:pt x="3236228" y="414256"/>
                  </a:lnTo>
                  <a:lnTo>
                    <a:pt x="3237299" y="413755"/>
                  </a:lnTo>
                  <a:lnTo>
                    <a:pt x="3238371" y="413253"/>
                  </a:lnTo>
                  <a:lnTo>
                    <a:pt x="3239443" y="412750"/>
                  </a:lnTo>
                  <a:lnTo>
                    <a:pt x="3240514" y="412246"/>
                  </a:lnTo>
                  <a:lnTo>
                    <a:pt x="3241586" y="411741"/>
                  </a:lnTo>
                  <a:lnTo>
                    <a:pt x="3242657" y="411235"/>
                  </a:lnTo>
                  <a:lnTo>
                    <a:pt x="3243729" y="410728"/>
                  </a:lnTo>
                  <a:lnTo>
                    <a:pt x="3244801" y="410221"/>
                  </a:lnTo>
                  <a:lnTo>
                    <a:pt x="3245872" y="409712"/>
                  </a:lnTo>
                  <a:lnTo>
                    <a:pt x="3246944" y="409203"/>
                  </a:lnTo>
                  <a:lnTo>
                    <a:pt x="3248015" y="408692"/>
                  </a:lnTo>
                  <a:lnTo>
                    <a:pt x="3249087" y="408181"/>
                  </a:lnTo>
                  <a:lnTo>
                    <a:pt x="3250159" y="407669"/>
                  </a:lnTo>
                  <a:lnTo>
                    <a:pt x="3251230" y="407156"/>
                  </a:lnTo>
                  <a:lnTo>
                    <a:pt x="3252302" y="406642"/>
                  </a:lnTo>
                  <a:lnTo>
                    <a:pt x="3253373" y="406127"/>
                  </a:lnTo>
                  <a:lnTo>
                    <a:pt x="3254445" y="405611"/>
                  </a:lnTo>
                  <a:lnTo>
                    <a:pt x="3255517" y="405094"/>
                  </a:lnTo>
                  <a:lnTo>
                    <a:pt x="3256588" y="404576"/>
                  </a:lnTo>
                  <a:lnTo>
                    <a:pt x="3257660" y="404058"/>
                  </a:lnTo>
                  <a:lnTo>
                    <a:pt x="3258731" y="403538"/>
                  </a:lnTo>
                  <a:lnTo>
                    <a:pt x="3259803" y="403018"/>
                  </a:lnTo>
                  <a:lnTo>
                    <a:pt x="3260875" y="402497"/>
                  </a:lnTo>
                  <a:lnTo>
                    <a:pt x="3261946" y="401975"/>
                  </a:lnTo>
                  <a:lnTo>
                    <a:pt x="3263018" y="401452"/>
                  </a:lnTo>
                  <a:lnTo>
                    <a:pt x="3264089" y="400928"/>
                  </a:lnTo>
                  <a:lnTo>
                    <a:pt x="3265161" y="400403"/>
                  </a:lnTo>
                  <a:lnTo>
                    <a:pt x="3266233" y="399877"/>
                  </a:lnTo>
                  <a:lnTo>
                    <a:pt x="3267304" y="399350"/>
                  </a:lnTo>
                  <a:lnTo>
                    <a:pt x="3268376" y="398823"/>
                  </a:lnTo>
                  <a:lnTo>
                    <a:pt x="3269447" y="398294"/>
                  </a:lnTo>
                  <a:lnTo>
                    <a:pt x="3270519" y="397765"/>
                  </a:lnTo>
                  <a:lnTo>
                    <a:pt x="3271591" y="397235"/>
                  </a:lnTo>
                  <a:lnTo>
                    <a:pt x="3272662" y="396704"/>
                  </a:lnTo>
                  <a:lnTo>
                    <a:pt x="3273734" y="396172"/>
                  </a:lnTo>
                  <a:lnTo>
                    <a:pt x="3274805" y="395639"/>
                  </a:lnTo>
                  <a:lnTo>
                    <a:pt x="3275877" y="395106"/>
                  </a:lnTo>
                  <a:lnTo>
                    <a:pt x="3276949" y="394571"/>
                  </a:lnTo>
                  <a:lnTo>
                    <a:pt x="3278020" y="394036"/>
                  </a:lnTo>
                  <a:lnTo>
                    <a:pt x="3279092" y="393499"/>
                  </a:lnTo>
                  <a:lnTo>
                    <a:pt x="3280163" y="392962"/>
                  </a:lnTo>
                  <a:lnTo>
                    <a:pt x="3281235" y="392424"/>
                  </a:lnTo>
                  <a:lnTo>
                    <a:pt x="3282307" y="391885"/>
                  </a:lnTo>
                  <a:lnTo>
                    <a:pt x="3283378" y="391345"/>
                  </a:lnTo>
                  <a:lnTo>
                    <a:pt x="3284450" y="390805"/>
                  </a:lnTo>
                  <a:lnTo>
                    <a:pt x="3285521" y="390263"/>
                  </a:lnTo>
                  <a:lnTo>
                    <a:pt x="3286593" y="389721"/>
                  </a:lnTo>
                  <a:lnTo>
                    <a:pt x="3287665" y="389177"/>
                  </a:lnTo>
                  <a:lnTo>
                    <a:pt x="3288736" y="388633"/>
                  </a:lnTo>
                  <a:lnTo>
                    <a:pt x="3289808" y="388088"/>
                  </a:lnTo>
                  <a:lnTo>
                    <a:pt x="3290879" y="387542"/>
                  </a:lnTo>
                  <a:lnTo>
                    <a:pt x="3291951" y="386996"/>
                  </a:lnTo>
                  <a:lnTo>
                    <a:pt x="3293023" y="386448"/>
                  </a:lnTo>
                  <a:lnTo>
                    <a:pt x="3294094" y="385900"/>
                  </a:lnTo>
                  <a:lnTo>
                    <a:pt x="3295166" y="385350"/>
                  </a:lnTo>
                  <a:lnTo>
                    <a:pt x="3296237" y="384800"/>
                  </a:lnTo>
                  <a:lnTo>
                    <a:pt x="3297309" y="384249"/>
                  </a:lnTo>
                  <a:lnTo>
                    <a:pt x="3298381" y="383697"/>
                  </a:lnTo>
                  <a:lnTo>
                    <a:pt x="3299452" y="383145"/>
                  </a:lnTo>
                  <a:lnTo>
                    <a:pt x="3300524" y="382591"/>
                  </a:lnTo>
                  <a:lnTo>
                    <a:pt x="3301595" y="382037"/>
                  </a:lnTo>
                  <a:lnTo>
                    <a:pt x="3302667" y="381481"/>
                  </a:lnTo>
                  <a:lnTo>
                    <a:pt x="3303739" y="380925"/>
                  </a:lnTo>
                  <a:lnTo>
                    <a:pt x="3304810" y="380368"/>
                  </a:lnTo>
                  <a:lnTo>
                    <a:pt x="3305882" y="379811"/>
                  </a:lnTo>
                  <a:lnTo>
                    <a:pt x="3306953" y="379252"/>
                  </a:lnTo>
                  <a:lnTo>
                    <a:pt x="3308025" y="378692"/>
                  </a:lnTo>
                  <a:lnTo>
                    <a:pt x="3309097" y="378132"/>
                  </a:lnTo>
                  <a:lnTo>
                    <a:pt x="3310168" y="377571"/>
                  </a:lnTo>
                  <a:lnTo>
                    <a:pt x="3311240" y="377009"/>
                  </a:lnTo>
                  <a:lnTo>
                    <a:pt x="3312311" y="376446"/>
                  </a:lnTo>
                  <a:lnTo>
                    <a:pt x="3313383" y="375883"/>
                  </a:lnTo>
                  <a:lnTo>
                    <a:pt x="3314455" y="375318"/>
                  </a:lnTo>
                  <a:lnTo>
                    <a:pt x="3315526" y="374753"/>
                  </a:lnTo>
                  <a:lnTo>
                    <a:pt x="3316598" y="374187"/>
                  </a:lnTo>
                  <a:lnTo>
                    <a:pt x="3317669" y="373620"/>
                  </a:lnTo>
                  <a:lnTo>
                    <a:pt x="3318741" y="373052"/>
                  </a:lnTo>
                  <a:lnTo>
                    <a:pt x="3319813" y="372483"/>
                  </a:lnTo>
                  <a:lnTo>
                    <a:pt x="3320884" y="371914"/>
                  </a:lnTo>
                  <a:lnTo>
                    <a:pt x="3321956" y="371343"/>
                  </a:lnTo>
                  <a:lnTo>
                    <a:pt x="3323027" y="370772"/>
                  </a:lnTo>
                  <a:lnTo>
                    <a:pt x="3324099" y="370200"/>
                  </a:lnTo>
                  <a:lnTo>
                    <a:pt x="3325171" y="369628"/>
                  </a:lnTo>
                  <a:lnTo>
                    <a:pt x="3326242" y="369054"/>
                  </a:lnTo>
                  <a:lnTo>
                    <a:pt x="3327314" y="368480"/>
                  </a:lnTo>
                  <a:lnTo>
                    <a:pt x="3328385" y="367904"/>
                  </a:lnTo>
                  <a:lnTo>
                    <a:pt x="3329457" y="367328"/>
                  </a:lnTo>
                  <a:lnTo>
                    <a:pt x="3330529" y="366751"/>
                  </a:lnTo>
                  <a:lnTo>
                    <a:pt x="3331600" y="366174"/>
                  </a:lnTo>
                  <a:lnTo>
                    <a:pt x="3332672" y="365595"/>
                  </a:lnTo>
                  <a:lnTo>
                    <a:pt x="3333743" y="365016"/>
                  </a:lnTo>
                  <a:lnTo>
                    <a:pt x="3334815" y="364436"/>
                  </a:lnTo>
                  <a:lnTo>
                    <a:pt x="3335887" y="363855"/>
                  </a:lnTo>
                  <a:lnTo>
                    <a:pt x="3336958" y="363273"/>
                  </a:lnTo>
                  <a:lnTo>
                    <a:pt x="3338030" y="362691"/>
                  </a:lnTo>
                  <a:lnTo>
                    <a:pt x="3339101" y="362107"/>
                  </a:lnTo>
                  <a:lnTo>
                    <a:pt x="3340173" y="361523"/>
                  </a:lnTo>
                  <a:lnTo>
                    <a:pt x="3341245" y="360938"/>
                  </a:lnTo>
                  <a:lnTo>
                    <a:pt x="3342316" y="360352"/>
                  </a:lnTo>
                  <a:lnTo>
                    <a:pt x="3343388" y="359766"/>
                  </a:lnTo>
                  <a:lnTo>
                    <a:pt x="3344459" y="359178"/>
                  </a:lnTo>
                  <a:lnTo>
                    <a:pt x="3345531" y="358590"/>
                  </a:lnTo>
                  <a:lnTo>
                    <a:pt x="3346603" y="358001"/>
                  </a:lnTo>
                  <a:lnTo>
                    <a:pt x="3347674" y="357411"/>
                  </a:lnTo>
                  <a:lnTo>
                    <a:pt x="3348746" y="356821"/>
                  </a:lnTo>
                  <a:lnTo>
                    <a:pt x="3349817" y="356230"/>
                  </a:lnTo>
                  <a:lnTo>
                    <a:pt x="3350889" y="355637"/>
                  </a:lnTo>
                  <a:lnTo>
                    <a:pt x="3351961" y="355044"/>
                  </a:lnTo>
                  <a:lnTo>
                    <a:pt x="3353032" y="354451"/>
                  </a:lnTo>
                  <a:lnTo>
                    <a:pt x="3354104" y="353856"/>
                  </a:lnTo>
                  <a:lnTo>
                    <a:pt x="3355175" y="353261"/>
                  </a:lnTo>
                  <a:lnTo>
                    <a:pt x="3356247" y="352665"/>
                  </a:lnTo>
                  <a:lnTo>
                    <a:pt x="3357319" y="352068"/>
                  </a:lnTo>
                  <a:lnTo>
                    <a:pt x="3358390" y="351470"/>
                  </a:lnTo>
                  <a:lnTo>
                    <a:pt x="3359462" y="350871"/>
                  </a:lnTo>
                  <a:lnTo>
                    <a:pt x="3360533" y="350272"/>
                  </a:lnTo>
                  <a:lnTo>
                    <a:pt x="3361605" y="349672"/>
                  </a:lnTo>
                  <a:lnTo>
                    <a:pt x="3362677" y="349071"/>
                  </a:lnTo>
                  <a:lnTo>
                    <a:pt x="3363748" y="348470"/>
                  </a:lnTo>
                  <a:lnTo>
                    <a:pt x="3364820" y="347867"/>
                  </a:lnTo>
                  <a:lnTo>
                    <a:pt x="3365891" y="347264"/>
                  </a:lnTo>
                  <a:lnTo>
                    <a:pt x="3366963" y="346660"/>
                  </a:lnTo>
                  <a:lnTo>
                    <a:pt x="3368035" y="346055"/>
                  </a:lnTo>
                  <a:lnTo>
                    <a:pt x="3369106" y="345450"/>
                  </a:lnTo>
                  <a:lnTo>
                    <a:pt x="3370178" y="344843"/>
                  </a:lnTo>
                  <a:lnTo>
                    <a:pt x="3371249" y="344236"/>
                  </a:lnTo>
                  <a:lnTo>
                    <a:pt x="3372321" y="343628"/>
                  </a:lnTo>
                  <a:lnTo>
                    <a:pt x="3373392" y="343020"/>
                  </a:lnTo>
                  <a:lnTo>
                    <a:pt x="3374464" y="342410"/>
                  </a:lnTo>
                  <a:lnTo>
                    <a:pt x="3375536" y="341800"/>
                  </a:lnTo>
                  <a:lnTo>
                    <a:pt x="3376607" y="341189"/>
                  </a:lnTo>
                  <a:lnTo>
                    <a:pt x="3377679" y="340577"/>
                  </a:lnTo>
                  <a:lnTo>
                    <a:pt x="3378750" y="339965"/>
                  </a:lnTo>
                  <a:lnTo>
                    <a:pt x="3379822" y="339351"/>
                  </a:lnTo>
                  <a:lnTo>
                    <a:pt x="3380894" y="338737"/>
                  </a:lnTo>
                  <a:lnTo>
                    <a:pt x="3381965" y="338123"/>
                  </a:lnTo>
                  <a:lnTo>
                    <a:pt x="3383037" y="337507"/>
                  </a:lnTo>
                  <a:lnTo>
                    <a:pt x="3384108" y="336891"/>
                  </a:lnTo>
                  <a:lnTo>
                    <a:pt x="3385180" y="336274"/>
                  </a:lnTo>
                  <a:lnTo>
                    <a:pt x="3386252" y="335656"/>
                  </a:lnTo>
                  <a:lnTo>
                    <a:pt x="3387323" y="335037"/>
                  </a:lnTo>
                  <a:lnTo>
                    <a:pt x="3388395" y="334418"/>
                  </a:lnTo>
                  <a:lnTo>
                    <a:pt x="3389466" y="333797"/>
                  </a:lnTo>
                  <a:lnTo>
                    <a:pt x="3390538" y="333177"/>
                  </a:lnTo>
                  <a:lnTo>
                    <a:pt x="3391610" y="332555"/>
                  </a:lnTo>
                  <a:lnTo>
                    <a:pt x="3392681" y="331932"/>
                  </a:lnTo>
                  <a:lnTo>
                    <a:pt x="3393753" y="331309"/>
                  </a:lnTo>
                  <a:lnTo>
                    <a:pt x="3394824" y="330685"/>
                  </a:lnTo>
                  <a:lnTo>
                    <a:pt x="3395896" y="330061"/>
                  </a:lnTo>
                  <a:lnTo>
                    <a:pt x="3396968" y="329435"/>
                  </a:lnTo>
                  <a:lnTo>
                    <a:pt x="3398039" y="328809"/>
                  </a:lnTo>
                  <a:lnTo>
                    <a:pt x="3399111" y="328182"/>
                  </a:lnTo>
                  <a:lnTo>
                    <a:pt x="3400182" y="327554"/>
                  </a:lnTo>
                  <a:lnTo>
                    <a:pt x="3401254" y="326926"/>
                  </a:lnTo>
                  <a:lnTo>
                    <a:pt x="3402326" y="326297"/>
                  </a:lnTo>
                  <a:lnTo>
                    <a:pt x="3403397" y="325667"/>
                  </a:lnTo>
                  <a:lnTo>
                    <a:pt x="3404469" y="325036"/>
                  </a:lnTo>
                  <a:lnTo>
                    <a:pt x="3405540" y="324404"/>
                  </a:lnTo>
                  <a:lnTo>
                    <a:pt x="3406612" y="323772"/>
                  </a:lnTo>
                  <a:lnTo>
                    <a:pt x="3407684" y="323139"/>
                  </a:lnTo>
                  <a:lnTo>
                    <a:pt x="3408755" y="322506"/>
                  </a:lnTo>
                  <a:lnTo>
                    <a:pt x="3409827" y="321871"/>
                  </a:lnTo>
                  <a:lnTo>
                    <a:pt x="3410898" y="321236"/>
                  </a:lnTo>
                  <a:lnTo>
                    <a:pt x="3411970" y="320600"/>
                  </a:lnTo>
                  <a:lnTo>
                    <a:pt x="3413042" y="319963"/>
                  </a:lnTo>
                  <a:lnTo>
                    <a:pt x="3414113" y="319326"/>
                  </a:lnTo>
                  <a:lnTo>
                    <a:pt x="3415185" y="318688"/>
                  </a:lnTo>
                  <a:lnTo>
                    <a:pt x="3416256" y="318049"/>
                  </a:lnTo>
                  <a:lnTo>
                    <a:pt x="3417328" y="317409"/>
                  </a:lnTo>
                  <a:lnTo>
                    <a:pt x="3418400" y="316769"/>
                  </a:lnTo>
                  <a:lnTo>
                    <a:pt x="3419471" y="316128"/>
                  </a:lnTo>
                  <a:lnTo>
                    <a:pt x="3420543" y="315486"/>
                  </a:lnTo>
                  <a:lnTo>
                    <a:pt x="3421614" y="314844"/>
                  </a:lnTo>
                  <a:lnTo>
                    <a:pt x="3422686" y="314200"/>
                  </a:lnTo>
                  <a:lnTo>
                    <a:pt x="3423758" y="313556"/>
                  </a:lnTo>
                  <a:lnTo>
                    <a:pt x="3424829" y="312912"/>
                  </a:lnTo>
                  <a:lnTo>
                    <a:pt x="3425901" y="312266"/>
                  </a:lnTo>
                  <a:lnTo>
                    <a:pt x="3426972" y="311620"/>
                  </a:lnTo>
                  <a:lnTo>
                    <a:pt x="3428044" y="310973"/>
                  </a:lnTo>
                  <a:lnTo>
                    <a:pt x="3429116" y="310325"/>
                  </a:lnTo>
                  <a:lnTo>
                    <a:pt x="3430187" y="309677"/>
                  </a:lnTo>
                  <a:lnTo>
                    <a:pt x="3431259" y="309028"/>
                  </a:lnTo>
                  <a:lnTo>
                    <a:pt x="3432330" y="308378"/>
                  </a:lnTo>
                  <a:lnTo>
                    <a:pt x="3433402" y="307727"/>
                  </a:lnTo>
                  <a:lnTo>
                    <a:pt x="3434474" y="307076"/>
                  </a:lnTo>
                  <a:lnTo>
                    <a:pt x="3435545" y="306424"/>
                  </a:lnTo>
                  <a:lnTo>
                    <a:pt x="3436617" y="305771"/>
                  </a:lnTo>
                  <a:lnTo>
                    <a:pt x="3437688" y="305118"/>
                  </a:lnTo>
                  <a:lnTo>
                    <a:pt x="3438760" y="304464"/>
                  </a:lnTo>
                  <a:lnTo>
                    <a:pt x="3439832" y="303809"/>
                  </a:lnTo>
                  <a:lnTo>
                    <a:pt x="3440903" y="303153"/>
                  </a:lnTo>
                  <a:lnTo>
                    <a:pt x="3441975" y="302497"/>
                  </a:lnTo>
                  <a:lnTo>
                    <a:pt x="3443046" y="301840"/>
                  </a:lnTo>
                  <a:lnTo>
                    <a:pt x="3444118" y="301182"/>
                  </a:lnTo>
                  <a:lnTo>
                    <a:pt x="3445190" y="300524"/>
                  </a:lnTo>
                  <a:lnTo>
                    <a:pt x="3446261" y="299864"/>
                  </a:lnTo>
                  <a:lnTo>
                    <a:pt x="3447333" y="299204"/>
                  </a:lnTo>
                  <a:lnTo>
                    <a:pt x="3448404" y="298544"/>
                  </a:lnTo>
                  <a:lnTo>
                    <a:pt x="3449476" y="297882"/>
                  </a:lnTo>
                  <a:lnTo>
                    <a:pt x="3450548" y="297220"/>
                  </a:lnTo>
                  <a:lnTo>
                    <a:pt x="3451619" y="296558"/>
                  </a:lnTo>
                  <a:lnTo>
                    <a:pt x="3452691" y="295894"/>
                  </a:lnTo>
                  <a:lnTo>
                    <a:pt x="3453762" y="295230"/>
                  </a:lnTo>
                  <a:lnTo>
                    <a:pt x="3454834" y="294565"/>
                  </a:lnTo>
                  <a:lnTo>
                    <a:pt x="3455906" y="293899"/>
                  </a:lnTo>
                  <a:lnTo>
                    <a:pt x="3456977" y="293233"/>
                  </a:lnTo>
                  <a:lnTo>
                    <a:pt x="3458049" y="292566"/>
                  </a:lnTo>
                  <a:lnTo>
                    <a:pt x="3459120" y="291898"/>
                  </a:lnTo>
                  <a:lnTo>
                    <a:pt x="3460192" y="291230"/>
                  </a:lnTo>
                  <a:lnTo>
                    <a:pt x="3461264" y="290561"/>
                  </a:lnTo>
                  <a:lnTo>
                    <a:pt x="3462335" y="289891"/>
                  </a:lnTo>
                  <a:lnTo>
                    <a:pt x="3463407" y="289220"/>
                  </a:lnTo>
                  <a:lnTo>
                    <a:pt x="3464478" y="288549"/>
                  </a:lnTo>
                  <a:lnTo>
                    <a:pt x="3465550" y="287877"/>
                  </a:lnTo>
                  <a:lnTo>
                    <a:pt x="3466622" y="287205"/>
                  </a:lnTo>
                  <a:lnTo>
                    <a:pt x="3467693" y="286531"/>
                  </a:lnTo>
                  <a:lnTo>
                    <a:pt x="3468765" y="285857"/>
                  </a:lnTo>
                  <a:lnTo>
                    <a:pt x="3469836" y="285183"/>
                  </a:lnTo>
                  <a:lnTo>
                    <a:pt x="3470908" y="284507"/>
                  </a:lnTo>
                  <a:lnTo>
                    <a:pt x="3471980" y="283831"/>
                  </a:lnTo>
                  <a:lnTo>
                    <a:pt x="3473051" y="283154"/>
                  </a:lnTo>
                  <a:lnTo>
                    <a:pt x="3474123" y="282477"/>
                  </a:lnTo>
                  <a:lnTo>
                    <a:pt x="3475194" y="281798"/>
                  </a:lnTo>
                  <a:lnTo>
                    <a:pt x="3476266" y="281119"/>
                  </a:lnTo>
                  <a:lnTo>
                    <a:pt x="3477338" y="280440"/>
                  </a:lnTo>
                  <a:lnTo>
                    <a:pt x="3478409" y="279760"/>
                  </a:lnTo>
                  <a:lnTo>
                    <a:pt x="3479481" y="279079"/>
                  </a:lnTo>
                  <a:lnTo>
                    <a:pt x="3480552" y="278397"/>
                  </a:lnTo>
                  <a:lnTo>
                    <a:pt x="3481624" y="277714"/>
                  </a:lnTo>
                  <a:lnTo>
                    <a:pt x="3482696" y="277031"/>
                  </a:lnTo>
                  <a:lnTo>
                    <a:pt x="3483767" y="276348"/>
                  </a:lnTo>
                  <a:lnTo>
                    <a:pt x="3484839" y="275663"/>
                  </a:lnTo>
                  <a:lnTo>
                    <a:pt x="3485910" y="274978"/>
                  </a:lnTo>
                  <a:lnTo>
                    <a:pt x="3486982" y="274292"/>
                  </a:lnTo>
                  <a:lnTo>
                    <a:pt x="3488054" y="273606"/>
                  </a:lnTo>
                  <a:lnTo>
                    <a:pt x="3489125" y="272918"/>
                  </a:lnTo>
                  <a:lnTo>
                    <a:pt x="3490197" y="272231"/>
                  </a:lnTo>
                  <a:lnTo>
                    <a:pt x="3491268" y="271542"/>
                  </a:lnTo>
                  <a:lnTo>
                    <a:pt x="3492340" y="270853"/>
                  </a:lnTo>
                  <a:lnTo>
                    <a:pt x="3493412" y="270163"/>
                  </a:lnTo>
                  <a:lnTo>
                    <a:pt x="3494483" y="269472"/>
                  </a:lnTo>
                  <a:lnTo>
                    <a:pt x="3495555" y="268781"/>
                  </a:lnTo>
                  <a:lnTo>
                    <a:pt x="3496626" y="268089"/>
                  </a:lnTo>
                  <a:lnTo>
                    <a:pt x="3497698" y="267396"/>
                  </a:lnTo>
                  <a:lnTo>
                    <a:pt x="3498770" y="266703"/>
                  </a:lnTo>
                  <a:lnTo>
                    <a:pt x="3499841" y="266009"/>
                  </a:lnTo>
                  <a:lnTo>
                    <a:pt x="3500913" y="265314"/>
                  </a:lnTo>
                  <a:lnTo>
                    <a:pt x="3501984" y="264619"/>
                  </a:lnTo>
                  <a:lnTo>
                    <a:pt x="3503056" y="263923"/>
                  </a:lnTo>
                  <a:lnTo>
                    <a:pt x="3504128" y="263226"/>
                  </a:lnTo>
                  <a:lnTo>
                    <a:pt x="3505199" y="262529"/>
                  </a:lnTo>
                  <a:lnTo>
                    <a:pt x="3506271" y="261830"/>
                  </a:lnTo>
                  <a:lnTo>
                    <a:pt x="3507342" y="261132"/>
                  </a:lnTo>
                  <a:lnTo>
                    <a:pt x="3508414" y="260432"/>
                  </a:lnTo>
                  <a:lnTo>
                    <a:pt x="3509486" y="259732"/>
                  </a:lnTo>
                  <a:lnTo>
                    <a:pt x="3510557" y="259031"/>
                  </a:lnTo>
                  <a:lnTo>
                    <a:pt x="3511629" y="258330"/>
                  </a:lnTo>
                  <a:lnTo>
                    <a:pt x="3512700" y="257628"/>
                  </a:lnTo>
                  <a:lnTo>
                    <a:pt x="3513772" y="256925"/>
                  </a:lnTo>
                  <a:lnTo>
                    <a:pt x="3514844" y="256221"/>
                  </a:lnTo>
                  <a:lnTo>
                    <a:pt x="3515915" y="255517"/>
                  </a:lnTo>
                  <a:lnTo>
                    <a:pt x="3516987" y="254812"/>
                  </a:lnTo>
                  <a:lnTo>
                    <a:pt x="3518058" y="254107"/>
                  </a:lnTo>
                  <a:lnTo>
                    <a:pt x="3519130" y="253401"/>
                  </a:lnTo>
                  <a:lnTo>
                    <a:pt x="3520202" y="252694"/>
                  </a:lnTo>
                  <a:lnTo>
                    <a:pt x="3521273" y="251987"/>
                  </a:lnTo>
                  <a:lnTo>
                    <a:pt x="3522345" y="251278"/>
                  </a:lnTo>
                  <a:lnTo>
                    <a:pt x="3523416" y="250570"/>
                  </a:lnTo>
                  <a:lnTo>
                    <a:pt x="3524488" y="249860"/>
                  </a:lnTo>
                  <a:lnTo>
                    <a:pt x="3525560" y="249150"/>
                  </a:lnTo>
                  <a:lnTo>
                    <a:pt x="3526631" y="248439"/>
                  </a:lnTo>
                  <a:lnTo>
                    <a:pt x="3527703" y="247728"/>
                  </a:lnTo>
                  <a:lnTo>
                    <a:pt x="3528774" y="247015"/>
                  </a:lnTo>
                  <a:lnTo>
                    <a:pt x="3529846" y="246303"/>
                  </a:lnTo>
                  <a:lnTo>
                    <a:pt x="3530918" y="245589"/>
                  </a:lnTo>
                  <a:lnTo>
                    <a:pt x="3531989" y="244875"/>
                  </a:lnTo>
                  <a:lnTo>
                    <a:pt x="3533061" y="244160"/>
                  </a:lnTo>
                  <a:lnTo>
                    <a:pt x="3534132" y="243445"/>
                  </a:lnTo>
                  <a:lnTo>
                    <a:pt x="3535204" y="242729"/>
                  </a:lnTo>
                  <a:lnTo>
                    <a:pt x="3536276" y="242012"/>
                  </a:lnTo>
                  <a:lnTo>
                    <a:pt x="3537347" y="241294"/>
                  </a:lnTo>
                  <a:lnTo>
                    <a:pt x="3538419" y="240576"/>
                  </a:lnTo>
                  <a:lnTo>
                    <a:pt x="3539490" y="239858"/>
                  </a:lnTo>
                  <a:lnTo>
                    <a:pt x="3540562" y="239138"/>
                  </a:lnTo>
                  <a:lnTo>
                    <a:pt x="3541634" y="238418"/>
                  </a:lnTo>
                  <a:lnTo>
                    <a:pt x="3542705" y="237697"/>
                  </a:lnTo>
                  <a:lnTo>
                    <a:pt x="3543777" y="236976"/>
                  </a:lnTo>
                  <a:lnTo>
                    <a:pt x="3544848" y="236254"/>
                  </a:lnTo>
                  <a:lnTo>
                    <a:pt x="3545920" y="235531"/>
                  </a:lnTo>
                  <a:lnTo>
                    <a:pt x="3546992" y="234808"/>
                  </a:lnTo>
                  <a:lnTo>
                    <a:pt x="3548063" y="234084"/>
                  </a:lnTo>
                  <a:lnTo>
                    <a:pt x="3549135" y="233359"/>
                  </a:lnTo>
                  <a:lnTo>
                    <a:pt x="3550206" y="232634"/>
                  </a:lnTo>
                  <a:lnTo>
                    <a:pt x="3551278" y="231908"/>
                  </a:lnTo>
                  <a:lnTo>
                    <a:pt x="3552349" y="231181"/>
                  </a:lnTo>
                  <a:lnTo>
                    <a:pt x="3553421" y="230454"/>
                  </a:lnTo>
                  <a:lnTo>
                    <a:pt x="3554493" y="229726"/>
                  </a:lnTo>
                  <a:lnTo>
                    <a:pt x="3555564" y="228998"/>
                  </a:lnTo>
                  <a:lnTo>
                    <a:pt x="3556636" y="228269"/>
                  </a:lnTo>
                  <a:lnTo>
                    <a:pt x="3557707" y="227539"/>
                  </a:lnTo>
                  <a:lnTo>
                    <a:pt x="3558779" y="226808"/>
                  </a:lnTo>
                  <a:lnTo>
                    <a:pt x="3559851" y="226077"/>
                  </a:lnTo>
                  <a:lnTo>
                    <a:pt x="3560922" y="225345"/>
                  </a:lnTo>
                  <a:lnTo>
                    <a:pt x="3561994" y="224613"/>
                  </a:lnTo>
                  <a:lnTo>
                    <a:pt x="3563065" y="223880"/>
                  </a:lnTo>
                  <a:lnTo>
                    <a:pt x="3564137" y="223146"/>
                  </a:lnTo>
                  <a:lnTo>
                    <a:pt x="3565209" y="222412"/>
                  </a:lnTo>
                  <a:lnTo>
                    <a:pt x="3566280" y="221677"/>
                  </a:lnTo>
                  <a:lnTo>
                    <a:pt x="3567352" y="220941"/>
                  </a:lnTo>
                  <a:lnTo>
                    <a:pt x="3568423" y="220205"/>
                  </a:lnTo>
                  <a:lnTo>
                    <a:pt x="3569495" y="219468"/>
                  </a:lnTo>
                  <a:lnTo>
                    <a:pt x="3570567" y="218730"/>
                  </a:lnTo>
                  <a:lnTo>
                    <a:pt x="3571638" y="217992"/>
                  </a:lnTo>
                  <a:lnTo>
                    <a:pt x="3572710" y="217253"/>
                  </a:lnTo>
                  <a:lnTo>
                    <a:pt x="3573781" y="216514"/>
                  </a:lnTo>
                  <a:lnTo>
                    <a:pt x="3574853" y="215773"/>
                  </a:lnTo>
                  <a:lnTo>
                    <a:pt x="3575925" y="215033"/>
                  </a:lnTo>
                  <a:lnTo>
                    <a:pt x="3576996" y="214291"/>
                  </a:lnTo>
                  <a:lnTo>
                    <a:pt x="3578068" y="213549"/>
                  </a:lnTo>
                  <a:lnTo>
                    <a:pt x="3579139" y="212806"/>
                  </a:lnTo>
                  <a:lnTo>
                    <a:pt x="3580211" y="212063"/>
                  </a:lnTo>
                  <a:lnTo>
                    <a:pt x="3581283" y="211319"/>
                  </a:lnTo>
                  <a:lnTo>
                    <a:pt x="3582354" y="210574"/>
                  </a:lnTo>
                  <a:lnTo>
                    <a:pt x="3583426" y="209829"/>
                  </a:lnTo>
                  <a:lnTo>
                    <a:pt x="3584497" y="209083"/>
                  </a:lnTo>
                  <a:lnTo>
                    <a:pt x="3585569" y="208337"/>
                  </a:lnTo>
                  <a:lnTo>
                    <a:pt x="3586641" y="207589"/>
                  </a:lnTo>
                  <a:lnTo>
                    <a:pt x="3587712" y="206842"/>
                  </a:lnTo>
                  <a:lnTo>
                    <a:pt x="3588784" y="206093"/>
                  </a:lnTo>
                  <a:lnTo>
                    <a:pt x="3589855" y="205344"/>
                  </a:lnTo>
                  <a:lnTo>
                    <a:pt x="3590927" y="204594"/>
                  </a:lnTo>
                  <a:lnTo>
                    <a:pt x="3591999" y="203844"/>
                  </a:lnTo>
                  <a:lnTo>
                    <a:pt x="3593070" y="203093"/>
                  </a:lnTo>
                  <a:lnTo>
                    <a:pt x="3594142" y="202342"/>
                  </a:lnTo>
                  <a:lnTo>
                    <a:pt x="3595213" y="201589"/>
                  </a:lnTo>
                  <a:lnTo>
                    <a:pt x="3596285" y="200836"/>
                  </a:lnTo>
                  <a:lnTo>
                    <a:pt x="3597357" y="200083"/>
                  </a:lnTo>
                  <a:lnTo>
                    <a:pt x="3598428" y="199329"/>
                  </a:lnTo>
                  <a:lnTo>
                    <a:pt x="3599500" y="198574"/>
                  </a:lnTo>
                  <a:lnTo>
                    <a:pt x="3600571" y="197819"/>
                  </a:lnTo>
                  <a:lnTo>
                    <a:pt x="3601643" y="197063"/>
                  </a:lnTo>
                  <a:lnTo>
                    <a:pt x="3602715" y="196306"/>
                  </a:lnTo>
                  <a:lnTo>
                    <a:pt x="3603786" y="195549"/>
                  </a:lnTo>
                  <a:lnTo>
                    <a:pt x="3604858" y="194791"/>
                  </a:lnTo>
                  <a:lnTo>
                    <a:pt x="3605929" y="194032"/>
                  </a:lnTo>
                  <a:lnTo>
                    <a:pt x="3607001" y="193273"/>
                  </a:lnTo>
                  <a:lnTo>
                    <a:pt x="3608073" y="192513"/>
                  </a:lnTo>
                  <a:lnTo>
                    <a:pt x="3609144" y="191753"/>
                  </a:lnTo>
                  <a:lnTo>
                    <a:pt x="3610216" y="190992"/>
                  </a:lnTo>
                  <a:lnTo>
                    <a:pt x="3611287" y="190230"/>
                  </a:lnTo>
                  <a:lnTo>
                    <a:pt x="3612359" y="189468"/>
                  </a:lnTo>
                  <a:lnTo>
                    <a:pt x="3613431" y="188705"/>
                  </a:lnTo>
                  <a:lnTo>
                    <a:pt x="3614502" y="187941"/>
                  </a:lnTo>
                  <a:lnTo>
                    <a:pt x="3615574" y="187177"/>
                  </a:lnTo>
                  <a:lnTo>
                    <a:pt x="3616645" y="186412"/>
                  </a:lnTo>
                  <a:lnTo>
                    <a:pt x="3617717" y="185647"/>
                  </a:lnTo>
                  <a:lnTo>
                    <a:pt x="3618789" y="184881"/>
                  </a:lnTo>
                  <a:lnTo>
                    <a:pt x="3619860" y="184114"/>
                  </a:lnTo>
                  <a:lnTo>
                    <a:pt x="3620932" y="183347"/>
                  </a:lnTo>
                  <a:lnTo>
                    <a:pt x="3622003" y="182579"/>
                  </a:lnTo>
                  <a:lnTo>
                    <a:pt x="3623075" y="181811"/>
                  </a:lnTo>
                  <a:lnTo>
                    <a:pt x="3624147" y="181042"/>
                  </a:lnTo>
                  <a:lnTo>
                    <a:pt x="3625218" y="180272"/>
                  </a:lnTo>
                  <a:lnTo>
                    <a:pt x="3626290" y="179501"/>
                  </a:lnTo>
                  <a:lnTo>
                    <a:pt x="3627361" y="178730"/>
                  </a:lnTo>
                  <a:lnTo>
                    <a:pt x="3628433" y="177959"/>
                  </a:lnTo>
                  <a:lnTo>
                    <a:pt x="3629505" y="177187"/>
                  </a:lnTo>
                  <a:lnTo>
                    <a:pt x="3630576" y="176414"/>
                  </a:lnTo>
                  <a:lnTo>
                    <a:pt x="3631648" y="175640"/>
                  </a:lnTo>
                  <a:lnTo>
                    <a:pt x="3632719" y="174866"/>
                  </a:lnTo>
                  <a:lnTo>
                    <a:pt x="3633791" y="174092"/>
                  </a:lnTo>
                  <a:lnTo>
                    <a:pt x="3634863" y="173316"/>
                  </a:lnTo>
                  <a:lnTo>
                    <a:pt x="3635934" y="172540"/>
                  </a:lnTo>
                  <a:lnTo>
                    <a:pt x="3637006" y="171764"/>
                  </a:lnTo>
                  <a:lnTo>
                    <a:pt x="3638077" y="170987"/>
                  </a:lnTo>
                  <a:lnTo>
                    <a:pt x="3639149" y="170209"/>
                  </a:lnTo>
                  <a:lnTo>
                    <a:pt x="3640221" y="169430"/>
                  </a:lnTo>
                  <a:lnTo>
                    <a:pt x="3641292" y="168651"/>
                  </a:lnTo>
                  <a:lnTo>
                    <a:pt x="3642364" y="167872"/>
                  </a:lnTo>
                  <a:lnTo>
                    <a:pt x="3643435" y="167091"/>
                  </a:lnTo>
                  <a:lnTo>
                    <a:pt x="3644507" y="166311"/>
                  </a:lnTo>
                  <a:lnTo>
                    <a:pt x="3645579" y="165529"/>
                  </a:lnTo>
                  <a:lnTo>
                    <a:pt x="3646650" y="164747"/>
                  </a:lnTo>
                  <a:lnTo>
                    <a:pt x="3647722" y="163964"/>
                  </a:lnTo>
                  <a:lnTo>
                    <a:pt x="3648793" y="163181"/>
                  </a:lnTo>
                  <a:lnTo>
                    <a:pt x="3649865" y="162397"/>
                  </a:lnTo>
                  <a:lnTo>
                    <a:pt x="3650937" y="161613"/>
                  </a:lnTo>
                  <a:lnTo>
                    <a:pt x="3652008" y="160828"/>
                  </a:lnTo>
                  <a:lnTo>
                    <a:pt x="3653080" y="160042"/>
                  </a:lnTo>
                  <a:lnTo>
                    <a:pt x="3654151" y="159255"/>
                  </a:lnTo>
                  <a:lnTo>
                    <a:pt x="3655223" y="158468"/>
                  </a:lnTo>
                  <a:lnTo>
                    <a:pt x="3656295" y="157681"/>
                  </a:lnTo>
                  <a:lnTo>
                    <a:pt x="3657366" y="156893"/>
                  </a:lnTo>
                  <a:lnTo>
                    <a:pt x="3658438" y="156104"/>
                  </a:lnTo>
                  <a:lnTo>
                    <a:pt x="3659509" y="155315"/>
                  </a:lnTo>
                  <a:lnTo>
                    <a:pt x="3660581" y="154525"/>
                  </a:lnTo>
                  <a:lnTo>
                    <a:pt x="3661653" y="153734"/>
                  </a:lnTo>
                  <a:lnTo>
                    <a:pt x="3662724" y="152943"/>
                  </a:lnTo>
                  <a:lnTo>
                    <a:pt x="3663796" y="152151"/>
                  </a:lnTo>
                  <a:lnTo>
                    <a:pt x="3664867" y="151358"/>
                  </a:lnTo>
                  <a:lnTo>
                    <a:pt x="3665939" y="150565"/>
                  </a:lnTo>
                  <a:lnTo>
                    <a:pt x="3667011" y="149772"/>
                  </a:lnTo>
                  <a:lnTo>
                    <a:pt x="3668082" y="148977"/>
                  </a:lnTo>
                  <a:lnTo>
                    <a:pt x="3669154" y="148183"/>
                  </a:lnTo>
                  <a:lnTo>
                    <a:pt x="3670225" y="147387"/>
                  </a:lnTo>
                  <a:lnTo>
                    <a:pt x="3671297" y="146591"/>
                  </a:lnTo>
                  <a:lnTo>
                    <a:pt x="3672369" y="145794"/>
                  </a:lnTo>
                  <a:lnTo>
                    <a:pt x="3673440" y="144997"/>
                  </a:lnTo>
                  <a:lnTo>
                    <a:pt x="3674512" y="144199"/>
                  </a:lnTo>
                  <a:lnTo>
                    <a:pt x="3675583" y="143401"/>
                  </a:lnTo>
                  <a:lnTo>
                    <a:pt x="3676655" y="142602"/>
                  </a:lnTo>
                  <a:lnTo>
                    <a:pt x="3677727" y="141802"/>
                  </a:lnTo>
                  <a:lnTo>
                    <a:pt x="3678798" y="141002"/>
                  </a:lnTo>
                  <a:lnTo>
                    <a:pt x="3679870" y="140201"/>
                  </a:lnTo>
                  <a:lnTo>
                    <a:pt x="3680941" y="139399"/>
                  </a:lnTo>
                  <a:lnTo>
                    <a:pt x="3682013" y="138597"/>
                  </a:lnTo>
                  <a:lnTo>
                    <a:pt x="3683085" y="137795"/>
                  </a:lnTo>
                  <a:lnTo>
                    <a:pt x="3684156" y="136991"/>
                  </a:lnTo>
                  <a:lnTo>
                    <a:pt x="3685228" y="136187"/>
                  </a:lnTo>
                  <a:lnTo>
                    <a:pt x="3686299" y="135383"/>
                  </a:lnTo>
                  <a:lnTo>
                    <a:pt x="3687371" y="134578"/>
                  </a:lnTo>
                  <a:lnTo>
                    <a:pt x="3688443" y="133772"/>
                  </a:lnTo>
                  <a:lnTo>
                    <a:pt x="3689514" y="132966"/>
                  </a:lnTo>
                  <a:lnTo>
                    <a:pt x="3690586" y="132159"/>
                  </a:lnTo>
                  <a:lnTo>
                    <a:pt x="3691657" y="131351"/>
                  </a:lnTo>
                  <a:lnTo>
                    <a:pt x="3692729" y="130543"/>
                  </a:lnTo>
                  <a:lnTo>
                    <a:pt x="3693801" y="129735"/>
                  </a:lnTo>
                  <a:lnTo>
                    <a:pt x="3694872" y="128925"/>
                  </a:lnTo>
                  <a:lnTo>
                    <a:pt x="3695944" y="128115"/>
                  </a:lnTo>
                  <a:lnTo>
                    <a:pt x="3697015" y="127305"/>
                  </a:lnTo>
                  <a:lnTo>
                    <a:pt x="3698087" y="126494"/>
                  </a:lnTo>
                  <a:lnTo>
                    <a:pt x="3699159" y="125682"/>
                  </a:lnTo>
                  <a:lnTo>
                    <a:pt x="3700230" y="124870"/>
                  </a:lnTo>
                  <a:lnTo>
                    <a:pt x="3701302" y="124057"/>
                  </a:lnTo>
                  <a:lnTo>
                    <a:pt x="3702373" y="123243"/>
                  </a:lnTo>
                  <a:lnTo>
                    <a:pt x="3703445" y="122429"/>
                  </a:lnTo>
                  <a:lnTo>
                    <a:pt x="3704517" y="121615"/>
                  </a:lnTo>
                  <a:lnTo>
                    <a:pt x="3705588" y="120799"/>
                  </a:lnTo>
                  <a:lnTo>
                    <a:pt x="3706660" y="119984"/>
                  </a:lnTo>
                  <a:lnTo>
                    <a:pt x="3707731" y="119167"/>
                  </a:lnTo>
                  <a:lnTo>
                    <a:pt x="3708803" y="118350"/>
                  </a:lnTo>
                  <a:lnTo>
                    <a:pt x="3709875" y="117533"/>
                  </a:lnTo>
                  <a:lnTo>
                    <a:pt x="3710946" y="116714"/>
                  </a:lnTo>
                  <a:lnTo>
                    <a:pt x="3712018" y="115895"/>
                  </a:lnTo>
                  <a:lnTo>
                    <a:pt x="3713089" y="115076"/>
                  </a:lnTo>
                  <a:lnTo>
                    <a:pt x="3714161" y="114256"/>
                  </a:lnTo>
                  <a:lnTo>
                    <a:pt x="3715233" y="113435"/>
                  </a:lnTo>
                  <a:lnTo>
                    <a:pt x="3716304" y="112614"/>
                  </a:lnTo>
                  <a:lnTo>
                    <a:pt x="3717376" y="111792"/>
                  </a:lnTo>
                  <a:lnTo>
                    <a:pt x="3718447" y="110970"/>
                  </a:lnTo>
                  <a:lnTo>
                    <a:pt x="3719519" y="110147"/>
                  </a:lnTo>
                  <a:lnTo>
                    <a:pt x="3720591" y="109324"/>
                  </a:lnTo>
                  <a:lnTo>
                    <a:pt x="3721662" y="108499"/>
                  </a:lnTo>
                  <a:lnTo>
                    <a:pt x="3722734" y="107675"/>
                  </a:lnTo>
                  <a:lnTo>
                    <a:pt x="3723805" y="106849"/>
                  </a:lnTo>
                  <a:lnTo>
                    <a:pt x="3724877" y="106023"/>
                  </a:lnTo>
                  <a:lnTo>
                    <a:pt x="3725949" y="105197"/>
                  </a:lnTo>
                  <a:lnTo>
                    <a:pt x="3727020" y="104370"/>
                  </a:lnTo>
                  <a:lnTo>
                    <a:pt x="3728092" y="103542"/>
                  </a:lnTo>
                  <a:lnTo>
                    <a:pt x="3729163" y="102714"/>
                  </a:lnTo>
                  <a:lnTo>
                    <a:pt x="3730235" y="101885"/>
                  </a:lnTo>
                  <a:lnTo>
                    <a:pt x="3731306" y="101055"/>
                  </a:lnTo>
                  <a:lnTo>
                    <a:pt x="3732378" y="100225"/>
                  </a:lnTo>
                  <a:lnTo>
                    <a:pt x="3733450" y="99395"/>
                  </a:lnTo>
                  <a:lnTo>
                    <a:pt x="3734521" y="98564"/>
                  </a:lnTo>
                  <a:lnTo>
                    <a:pt x="3735593" y="97732"/>
                  </a:lnTo>
                  <a:lnTo>
                    <a:pt x="3736664" y="96899"/>
                  </a:lnTo>
                  <a:lnTo>
                    <a:pt x="3737736" y="96066"/>
                  </a:lnTo>
                  <a:lnTo>
                    <a:pt x="3738808" y="95233"/>
                  </a:lnTo>
                  <a:lnTo>
                    <a:pt x="3739879" y="94399"/>
                  </a:lnTo>
                  <a:lnTo>
                    <a:pt x="3740951" y="93564"/>
                  </a:lnTo>
                  <a:lnTo>
                    <a:pt x="3742022" y="92729"/>
                  </a:lnTo>
                  <a:lnTo>
                    <a:pt x="3743094" y="91893"/>
                  </a:lnTo>
                  <a:lnTo>
                    <a:pt x="3744166" y="91056"/>
                  </a:lnTo>
                  <a:lnTo>
                    <a:pt x="3745237" y="90219"/>
                  </a:lnTo>
                  <a:lnTo>
                    <a:pt x="3746309" y="89381"/>
                  </a:lnTo>
                  <a:lnTo>
                    <a:pt x="3747380" y="88543"/>
                  </a:lnTo>
                  <a:lnTo>
                    <a:pt x="3748452" y="87704"/>
                  </a:lnTo>
                  <a:lnTo>
                    <a:pt x="3749524" y="86865"/>
                  </a:lnTo>
                  <a:lnTo>
                    <a:pt x="3750595" y="86025"/>
                  </a:lnTo>
                  <a:lnTo>
                    <a:pt x="3751667" y="85184"/>
                  </a:lnTo>
                  <a:lnTo>
                    <a:pt x="3752738" y="84343"/>
                  </a:lnTo>
                  <a:lnTo>
                    <a:pt x="3753810" y="83501"/>
                  </a:lnTo>
                  <a:lnTo>
                    <a:pt x="3754882" y="82659"/>
                  </a:lnTo>
                  <a:lnTo>
                    <a:pt x="3755953" y="81816"/>
                  </a:lnTo>
                  <a:lnTo>
                    <a:pt x="3757025" y="80972"/>
                  </a:lnTo>
                  <a:lnTo>
                    <a:pt x="3758096" y="80128"/>
                  </a:lnTo>
                  <a:lnTo>
                    <a:pt x="3759168" y="79284"/>
                  </a:lnTo>
                  <a:lnTo>
                    <a:pt x="3760240" y="78438"/>
                  </a:lnTo>
                  <a:lnTo>
                    <a:pt x="3761311" y="77592"/>
                  </a:lnTo>
                  <a:lnTo>
                    <a:pt x="3762383" y="76746"/>
                  </a:lnTo>
                  <a:lnTo>
                    <a:pt x="3763454" y="75899"/>
                  </a:lnTo>
                  <a:lnTo>
                    <a:pt x="3764526" y="75051"/>
                  </a:lnTo>
                  <a:lnTo>
                    <a:pt x="3765598" y="74203"/>
                  </a:lnTo>
                  <a:lnTo>
                    <a:pt x="3766669" y="73354"/>
                  </a:lnTo>
                  <a:lnTo>
                    <a:pt x="3767741" y="72505"/>
                  </a:lnTo>
                  <a:lnTo>
                    <a:pt x="3768812" y="71655"/>
                  </a:lnTo>
                  <a:lnTo>
                    <a:pt x="3769884" y="70805"/>
                  </a:lnTo>
                  <a:lnTo>
                    <a:pt x="3770956" y="69954"/>
                  </a:lnTo>
                  <a:lnTo>
                    <a:pt x="3772027" y="69102"/>
                  </a:lnTo>
                  <a:lnTo>
                    <a:pt x="3773099" y="68250"/>
                  </a:lnTo>
                  <a:lnTo>
                    <a:pt x="3774170" y="67397"/>
                  </a:lnTo>
                  <a:lnTo>
                    <a:pt x="3775242" y="66543"/>
                  </a:lnTo>
                  <a:lnTo>
                    <a:pt x="3776314" y="65689"/>
                  </a:lnTo>
                  <a:lnTo>
                    <a:pt x="3777385" y="64835"/>
                  </a:lnTo>
                  <a:lnTo>
                    <a:pt x="3778457" y="63980"/>
                  </a:lnTo>
                  <a:lnTo>
                    <a:pt x="3779528" y="63124"/>
                  </a:lnTo>
                  <a:lnTo>
                    <a:pt x="3780600" y="62268"/>
                  </a:lnTo>
                  <a:lnTo>
                    <a:pt x="3781672" y="61411"/>
                  </a:lnTo>
                  <a:lnTo>
                    <a:pt x="3782743" y="60553"/>
                  </a:lnTo>
                  <a:lnTo>
                    <a:pt x="3783815" y="59695"/>
                  </a:lnTo>
                  <a:lnTo>
                    <a:pt x="3784886" y="58837"/>
                  </a:lnTo>
                  <a:lnTo>
                    <a:pt x="3785958" y="57977"/>
                  </a:lnTo>
                  <a:lnTo>
                    <a:pt x="3787030" y="57118"/>
                  </a:lnTo>
                  <a:lnTo>
                    <a:pt x="3788101" y="56257"/>
                  </a:lnTo>
                  <a:lnTo>
                    <a:pt x="3789173" y="55396"/>
                  </a:lnTo>
                  <a:lnTo>
                    <a:pt x="3790244" y="54535"/>
                  </a:lnTo>
                  <a:lnTo>
                    <a:pt x="3791316" y="53673"/>
                  </a:lnTo>
                  <a:lnTo>
                    <a:pt x="3792388" y="52810"/>
                  </a:lnTo>
                  <a:lnTo>
                    <a:pt x="3793459" y="51947"/>
                  </a:lnTo>
                  <a:lnTo>
                    <a:pt x="3794531" y="51083"/>
                  </a:lnTo>
                  <a:lnTo>
                    <a:pt x="3795602" y="50219"/>
                  </a:lnTo>
                  <a:lnTo>
                    <a:pt x="3796674" y="49354"/>
                  </a:lnTo>
                  <a:lnTo>
                    <a:pt x="3797746" y="48488"/>
                  </a:lnTo>
                  <a:lnTo>
                    <a:pt x="3798817" y="47622"/>
                  </a:lnTo>
                  <a:lnTo>
                    <a:pt x="3799889" y="46755"/>
                  </a:lnTo>
                  <a:lnTo>
                    <a:pt x="3800960" y="45888"/>
                  </a:lnTo>
                  <a:lnTo>
                    <a:pt x="3802032" y="45020"/>
                  </a:lnTo>
                  <a:lnTo>
                    <a:pt x="3803104" y="44152"/>
                  </a:lnTo>
                  <a:lnTo>
                    <a:pt x="3804175" y="43283"/>
                  </a:lnTo>
                  <a:lnTo>
                    <a:pt x="3805247" y="42413"/>
                  </a:lnTo>
                  <a:lnTo>
                    <a:pt x="3806318" y="41543"/>
                  </a:lnTo>
                  <a:lnTo>
                    <a:pt x="3807390" y="40672"/>
                  </a:lnTo>
                  <a:lnTo>
                    <a:pt x="3808462" y="39801"/>
                  </a:lnTo>
                  <a:lnTo>
                    <a:pt x="3809533" y="38929"/>
                  </a:lnTo>
                  <a:lnTo>
                    <a:pt x="3810605" y="38056"/>
                  </a:lnTo>
                  <a:lnTo>
                    <a:pt x="3811676" y="37183"/>
                  </a:lnTo>
                  <a:lnTo>
                    <a:pt x="3812748" y="36310"/>
                  </a:lnTo>
                  <a:lnTo>
                    <a:pt x="3813820" y="35436"/>
                  </a:lnTo>
                  <a:lnTo>
                    <a:pt x="3814891" y="34561"/>
                  </a:lnTo>
                  <a:lnTo>
                    <a:pt x="3815963" y="33686"/>
                  </a:lnTo>
                  <a:lnTo>
                    <a:pt x="3817034" y="32810"/>
                  </a:lnTo>
                  <a:lnTo>
                    <a:pt x="3818106" y="31933"/>
                  </a:lnTo>
                  <a:lnTo>
                    <a:pt x="3819178" y="31056"/>
                  </a:lnTo>
                  <a:lnTo>
                    <a:pt x="3820249" y="30179"/>
                  </a:lnTo>
                  <a:lnTo>
                    <a:pt x="3821321" y="29300"/>
                  </a:lnTo>
                  <a:lnTo>
                    <a:pt x="3822392" y="28422"/>
                  </a:lnTo>
                  <a:lnTo>
                    <a:pt x="3823464" y="27542"/>
                  </a:lnTo>
                  <a:lnTo>
                    <a:pt x="3824536" y="26662"/>
                  </a:lnTo>
                  <a:lnTo>
                    <a:pt x="3825607" y="25782"/>
                  </a:lnTo>
                  <a:lnTo>
                    <a:pt x="3826679" y="24901"/>
                  </a:lnTo>
                  <a:lnTo>
                    <a:pt x="3827750" y="24019"/>
                  </a:lnTo>
                  <a:lnTo>
                    <a:pt x="3828822" y="23137"/>
                  </a:lnTo>
                  <a:lnTo>
                    <a:pt x="3829894" y="22254"/>
                  </a:lnTo>
                  <a:lnTo>
                    <a:pt x="3830965" y="21371"/>
                  </a:lnTo>
                  <a:lnTo>
                    <a:pt x="3832037" y="20487"/>
                  </a:lnTo>
                  <a:lnTo>
                    <a:pt x="3833108" y="19602"/>
                  </a:lnTo>
                  <a:lnTo>
                    <a:pt x="3834180" y="18717"/>
                  </a:lnTo>
                  <a:lnTo>
                    <a:pt x="3835252" y="17832"/>
                  </a:lnTo>
                  <a:lnTo>
                    <a:pt x="3836323" y="16946"/>
                  </a:lnTo>
                  <a:lnTo>
                    <a:pt x="3837395" y="16059"/>
                  </a:lnTo>
                  <a:lnTo>
                    <a:pt x="3838466" y="15171"/>
                  </a:lnTo>
                  <a:lnTo>
                    <a:pt x="3839538" y="14284"/>
                  </a:lnTo>
                  <a:lnTo>
                    <a:pt x="3840610" y="13395"/>
                  </a:lnTo>
                  <a:lnTo>
                    <a:pt x="3841681" y="12506"/>
                  </a:lnTo>
                  <a:lnTo>
                    <a:pt x="3842753" y="11616"/>
                  </a:lnTo>
                  <a:lnTo>
                    <a:pt x="3843824" y="10726"/>
                  </a:lnTo>
                  <a:lnTo>
                    <a:pt x="3844896" y="9835"/>
                  </a:lnTo>
                  <a:lnTo>
                    <a:pt x="3845968" y="8944"/>
                  </a:lnTo>
                  <a:lnTo>
                    <a:pt x="3847039" y="8052"/>
                  </a:lnTo>
                  <a:lnTo>
                    <a:pt x="3848111" y="7160"/>
                  </a:lnTo>
                  <a:lnTo>
                    <a:pt x="3849182" y="6267"/>
                  </a:lnTo>
                  <a:lnTo>
                    <a:pt x="3850254" y="5373"/>
                  </a:lnTo>
                  <a:lnTo>
                    <a:pt x="3851326" y="4479"/>
                  </a:lnTo>
                  <a:lnTo>
                    <a:pt x="3852397" y="3584"/>
                  </a:lnTo>
                  <a:lnTo>
                    <a:pt x="3853469" y="2689"/>
                  </a:lnTo>
                  <a:lnTo>
                    <a:pt x="3854540" y="1793"/>
                  </a:lnTo>
                  <a:lnTo>
                    <a:pt x="3855612" y="897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5034264" y="5143961"/>
              <a:ext cx="3856684" cy="981253"/>
            </a:xfrm>
            <a:custGeom>
              <a:avLst/>
              <a:gdLst/>
              <a:ahLst/>
              <a:cxnLst/>
              <a:rect l="0" t="0" r="0" b="0"/>
              <a:pathLst>
                <a:path w="3856684" h="981253">
                  <a:moveTo>
                    <a:pt x="3856684" y="378315"/>
                  </a:moveTo>
                  <a:lnTo>
                    <a:pt x="3855612" y="377955"/>
                  </a:lnTo>
                  <a:lnTo>
                    <a:pt x="3854540" y="377596"/>
                  </a:lnTo>
                  <a:lnTo>
                    <a:pt x="3853469" y="377236"/>
                  </a:lnTo>
                  <a:lnTo>
                    <a:pt x="3852397" y="376876"/>
                  </a:lnTo>
                  <a:lnTo>
                    <a:pt x="3851326" y="376516"/>
                  </a:lnTo>
                  <a:lnTo>
                    <a:pt x="3850254" y="376156"/>
                  </a:lnTo>
                  <a:lnTo>
                    <a:pt x="3849182" y="375796"/>
                  </a:lnTo>
                  <a:lnTo>
                    <a:pt x="3848111" y="375435"/>
                  </a:lnTo>
                  <a:lnTo>
                    <a:pt x="3847039" y="375075"/>
                  </a:lnTo>
                  <a:lnTo>
                    <a:pt x="3845968" y="374714"/>
                  </a:lnTo>
                  <a:lnTo>
                    <a:pt x="3844896" y="374353"/>
                  </a:lnTo>
                  <a:lnTo>
                    <a:pt x="3843824" y="373993"/>
                  </a:lnTo>
                  <a:lnTo>
                    <a:pt x="3842753" y="373632"/>
                  </a:lnTo>
                  <a:lnTo>
                    <a:pt x="3841681" y="373271"/>
                  </a:lnTo>
                  <a:lnTo>
                    <a:pt x="3840610" y="372909"/>
                  </a:lnTo>
                  <a:lnTo>
                    <a:pt x="3839538" y="372548"/>
                  </a:lnTo>
                  <a:lnTo>
                    <a:pt x="3838466" y="372187"/>
                  </a:lnTo>
                  <a:lnTo>
                    <a:pt x="3837395" y="371825"/>
                  </a:lnTo>
                  <a:lnTo>
                    <a:pt x="3836323" y="371464"/>
                  </a:lnTo>
                  <a:lnTo>
                    <a:pt x="3835252" y="371102"/>
                  </a:lnTo>
                  <a:lnTo>
                    <a:pt x="3834180" y="370740"/>
                  </a:lnTo>
                  <a:lnTo>
                    <a:pt x="3833108" y="370378"/>
                  </a:lnTo>
                  <a:lnTo>
                    <a:pt x="3832037" y="370016"/>
                  </a:lnTo>
                  <a:lnTo>
                    <a:pt x="3830965" y="369654"/>
                  </a:lnTo>
                  <a:lnTo>
                    <a:pt x="3829894" y="369291"/>
                  </a:lnTo>
                  <a:lnTo>
                    <a:pt x="3828822" y="368929"/>
                  </a:lnTo>
                  <a:lnTo>
                    <a:pt x="3827750" y="368566"/>
                  </a:lnTo>
                  <a:lnTo>
                    <a:pt x="3826679" y="368204"/>
                  </a:lnTo>
                  <a:lnTo>
                    <a:pt x="3825607" y="367841"/>
                  </a:lnTo>
                  <a:lnTo>
                    <a:pt x="3824536" y="367478"/>
                  </a:lnTo>
                  <a:lnTo>
                    <a:pt x="3823464" y="367115"/>
                  </a:lnTo>
                  <a:lnTo>
                    <a:pt x="3822392" y="366752"/>
                  </a:lnTo>
                  <a:lnTo>
                    <a:pt x="3821321" y="366389"/>
                  </a:lnTo>
                  <a:lnTo>
                    <a:pt x="3820249" y="366026"/>
                  </a:lnTo>
                  <a:lnTo>
                    <a:pt x="3819178" y="365662"/>
                  </a:lnTo>
                  <a:lnTo>
                    <a:pt x="3818106" y="365299"/>
                  </a:lnTo>
                  <a:lnTo>
                    <a:pt x="3817034" y="364935"/>
                  </a:lnTo>
                  <a:lnTo>
                    <a:pt x="3815963" y="364571"/>
                  </a:lnTo>
                  <a:lnTo>
                    <a:pt x="3814891" y="364208"/>
                  </a:lnTo>
                  <a:lnTo>
                    <a:pt x="3813820" y="363844"/>
                  </a:lnTo>
                  <a:lnTo>
                    <a:pt x="3812748" y="363480"/>
                  </a:lnTo>
                  <a:lnTo>
                    <a:pt x="3811676" y="363115"/>
                  </a:lnTo>
                  <a:lnTo>
                    <a:pt x="3810605" y="362751"/>
                  </a:lnTo>
                  <a:lnTo>
                    <a:pt x="3809533" y="362387"/>
                  </a:lnTo>
                  <a:lnTo>
                    <a:pt x="3808462" y="362022"/>
                  </a:lnTo>
                  <a:lnTo>
                    <a:pt x="3807390" y="361658"/>
                  </a:lnTo>
                  <a:lnTo>
                    <a:pt x="3806318" y="361293"/>
                  </a:lnTo>
                  <a:lnTo>
                    <a:pt x="3805247" y="360928"/>
                  </a:lnTo>
                  <a:lnTo>
                    <a:pt x="3804175" y="360563"/>
                  </a:lnTo>
                  <a:lnTo>
                    <a:pt x="3803104" y="360198"/>
                  </a:lnTo>
                  <a:lnTo>
                    <a:pt x="3802032" y="359833"/>
                  </a:lnTo>
                  <a:lnTo>
                    <a:pt x="3800960" y="359468"/>
                  </a:lnTo>
                  <a:lnTo>
                    <a:pt x="3799889" y="359102"/>
                  </a:lnTo>
                  <a:lnTo>
                    <a:pt x="3798817" y="358737"/>
                  </a:lnTo>
                  <a:lnTo>
                    <a:pt x="3797746" y="358371"/>
                  </a:lnTo>
                  <a:lnTo>
                    <a:pt x="3796674" y="358006"/>
                  </a:lnTo>
                  <a:lnTo>
                    <a:pt x="3795602" y="357640"/>
                  </a:lnTo>
                  <a:lnTo>
                    <a:pt x="3794531" y="357274"/>
                  </a:lnTo>
                  <a:lnTo>
                    <a:pt x="3793459" y="356908"/>
                  </a:lnTo>
                  <a:lnTo>
                    <a:pt x="3792388" y="356542"/>
                  </a:lnTo>
                  <a:lnTo>
                    <a:pt x="3791316" y="356176"/>
                  </a:lnTo>
                  <a:lnTo>
                    <a:pt x="3790244" y="355809"/>
                  </a:lnTo>
                  <a:lnTo>
                    <a:pt x="3789173" y="355443"/>
                  </a:lnTo>
                  <a:lnTo>
                    <a:pt x="3788101" y="355076"/>
                  </a:lnTo>
                  <a:lnTo>
                    <a:pt x="3787030" y="354710"/>
                  </a:lnTo>
                  <a:lnTo>
                    <a:pt x="3785958" y="354343"/>
                  </a:lnTo>
                  <a:lnTo>
                    <a:pt x="3784886" y="353976"/>
                  </a:lnTo>
                  <a:lnTo>
                    <a:pt x="3783815" y="353609"/>
                  </a:lnTo>
                  <a:lnTo>
                    <a:pt x="3782743" y="353242"/>
                  </a:lnTo>
                  <a:lnTo>
                    <a:pt x="3781672" y="352875"/>
                  </a:lnTo>
                  <a:lnTo>
                    <a:pt x="3780600" y="352508"/>
                  </a:lnTo>
                  <a:lnTo>
                    <a:pt x="3779528" y="352141"/>
                  </a:lnTo>
                  <a:lnTo>
                    <a:pt x="3778457" y="351773"/>
                  </a:lnTo>
                  <a:lnTo>
                    <a:pt x="3777385" y="351406"/>
                  </a:lnTo>
                  <a:lnTo>
                    <a:pt x="3776314" y="351038"/>
                  </a:lnTo>
                  <a:lnTo>
                    <a:pt x="3775242" y="350670"/>
                  </a:lnTo>
                  <a:lnTo>
                    <a:pt x="3774170" y="350302"/>
                  </a:lnTo>
                  <a:lnTo>
                    <a:pt x="3773099" y="349934"/>
                  </a:lnTo>
                  <a:lnTo>
                    <a:pt x="3772027" y="349566"/>
                  </a:lnTo>
                  <a:lnTo>
                    <a:pt x="3770956" y="349198"/>
                  </a:lnTo>
                  <a:lnTo>
                    <a:pt x="3769884" y="348830"/>
                  </a:lnTo>
                  <a:lnTo>
                    <a:pt x="3768812" y="348462"/>
                  </a:lnTo>
                  <a:lnTo>
                    <a:pt x="3767741" y="348093"/>
                  </a:lnTo>
                  <a:lnTo>
                    <a:pt x="3766669" y="347725"/>
                  </a:lnTo>
                  <a:lnTo>
                    <a:pt x="3765598" y="347356"/>
                  </a:lnTo>
                  <a:lnTo>
                    <a:pt x="3764526" y="346987"/>
                  </a:lnTo>
                  <a:lnTo>
                    <a:pt x="3763454" y="346618"/>
                  </a:lnTo>
                  <a:lnTo>
                    <a:pt x="3762383" y="346249"/>
                  </a:lnTo>
                  <a:lnTo>
                    <a:pt x="3761311" y="345880"/>
                  </a:lnTo>
                  <a:lnTo>
                    <a:pt x="3760240" y="345511"/>
                  </a:lnTo>
                  <a:lnTo>
                    <a:pt x="3759168" y="345142"/>
                  </a:lnTo>
                  <a:lnTo>
                    <a:pt x="3758096" y="344773"/>
                  </a:lnTo>
                  <a:lnTo>
                    <a:pt x="3757025" y="344403"/>
                  </a:lnTo>
                  <a:lnTo>
                    <a:pt x="3755953" y="344034"/>
                  </a:lnTo>
                  <a:lnTo>
                    <a:pt x="3754882" y="343664"/>
                  </a:lnTo>
                  <a:lnTo>
                    <a:pt x="3753810" y="343294"/>
                  </a:lnTo>
                  <a:lnTo>
                    <a:pt x="3752738" y="342924"/>
                  </a:lnTo>
                  <a:lnTo>
                    <a:pt x="3751667" y="342555"/>
                  </a:lnTo>
                  <a:lnTo>
                    <a:pt x="3750595" y="342185"/>
                  </a:lnTo>
                  <a:lnTo>
                    <a:pt x="3749524" y="341814"/>
                  </a:lnTo>
                  <a:lnTo>
                    <a:pt x="3748452" y="341444"/>
                  </a:lnTo>
                  <a:lnTo>
                    <a:pt x="3747380" y="341074"/>
                  </a:lnTo>
                  <a:lnTo>
                    <a:pt x="3746309" y="340703"/>
                  </a:lnTo>
                  <a:lnTo>
                    <a:pt x="3745237" y="340333"/>
                  </a:lnTo>
                  <a:lnTo>
                    <a:pt x="3744166" y="339962"/>
                  </a:lnTo>
                  <a:lnTo>
                    <a:pt x="3743094" y="339592"/>
                  </a:lnTo>
                  <a:lnTo>
                    <a:pt x="3742022" y="339221"/>
                  </a:lnTo>
                  <a:lnTo>
                    <a:pt x="3740951" y="338850"/>
                  </a:lnTo>
                  <a:lnTo>
                    <a:pt x="3739879" y="338479"/>
                  </a:lnTo>
                  <a:lnTo>
                    <a:pt x="3738808" y="338108"/>
                  </a:lnTo>
                  <a:lnTo>
                    <a:pt x="3737736" y="337737"/>
                  </a:lnTo>
                  <a:lnTo>
                    <a:pt x="3736664" y="337366"/>
                  </a:lnTo>
                  <a:lnTo>
                    <a:pt x="3735593" y="336994"/>
                  </a:lnTo>
                  <a:lnTo>
                    <a:pt x="3734521" y="336623"/>
                  </a:lnTo>
                  <a:lnTo>
                    <a:pt x="3733450" y="336251"/>
                  </a:lnTo>
                  <a:lnTo>
                    <a:pt x="3732378" y="335880"/>
                  </a:lnTo>
                  <a:lnTo>
                    <a:pt x="3731306" y="335508"/>
                  </a:lnTo>
                  <a:lnTo>
                    <a:pt x="3730235" y="335136"/>
                  </a:lnTo>
                  <a:lnTo>
                    <a:pt x="3729163" y="334764"/>
                  </a:lnTo>
                  <a:lnTo>
                    <a:pt x="3728092" y="334392"/>
                  </a:lnTo>
                  <a:lnTo>
                    <a:pt x="3727020" y="334020"/>
                  </a:lnTo>
                  <a:lnTo>
                    <a:pt x="3725949" y="333648"/>
                  </a:lnTo>
                  <a:lnTo>
                    <a:pt x="3724877" y="333276"/>
                  </a:lnTo>
                  <a:lnTo>
                    <a:pt x="3723805" y="332904"/>
                  </a:lnTo>
                  <a:lnTo>
                    <a:pt x="3722734" y="332531"/>
                  </a:lnTo>
                  <a:lnTo>
                    <a:pt x="3721662" y="332159"/>
                  </a:lnTo>
                  <a:lnTo>
                    <a:pt x="3720591" y="331786"/>
                  </a:lnTo>
                  <a:lnTo>
                    <a:pt x="3719519" y="331413"/>
                  </a:lnTo>
                  <a:lnTo>
                    <a:pt x="3718447" y="331041"/>
                  </a:lnTo>
                  <a:lnTo>
                    <a:pt x="3717376" y="330668"/>
                  </a:lnTo>
                  <a:lnTo>
                    <a:pt x="3716304" y="330295"/>
                  </a:lnTo>
                  <a:lnTo>
                    <a:pt x="3715233" y="329922"/>
                  </a:lnTo>
                  <a:lnTo>
                    <a:pt x="3714161" y="329549"/>
                  </a:lnTo>
                  <a:lnTo>
                    <a:pt x="3713089" y="329175"/>
                  </a:lnTo>
                  <a:lnTo>
                    <a:pt x="3712018" y="328802"/>
                  </a:lnTo>
                  <a:lnTo>
                    <a:pt x="3710946" y="328429"/>
                  </a:lnTo>
                  <a:lnTo>
                    <a:pt x="3709875" y="328055"/>
                  </a:lnTo>
                  <a:lnTo>
                    <a:pt x="3708803" y="327682"/>
                  </a:lnTo>
                  <a:lnTo>
                    <a:pt x="3707731" y="327308"/>
                  </a:lnTo>
                  <a:lnTo>
                    <a:pt x="3706660" y="326934"/>
                  </a:lnTo>
                  <a:lnTo>
                    <a:pt x="3705588" y="326560"/>
                  </a:lnTo>
                  <a:lnTo>
                    <a:pt x="3704517" y="326187"/>
                  </a:lnTo>
                  <a:lnTo>
                    <a:pt x="3703445" y="325813"/>
                  </a:lnTo>
                  <a:lnTo>
                    <a:pt x="3702373" y="325439"/>
                  </a:lnTo>
                  <a:lnTo>
                    <a:pt x="3701302" y="325064"/>
                  </a:lnTo>
                  <a:lnTo>
                    <a:pt x="3700230" y="324690"/>
                  </a:lnTo>
                  <a:lnTo>
                    <a:pt x="3699159" y="324316"/>
                  </a:lnTo>
                  <a:lnTo>
                    <a:pt x="3698087" y="323941"/>
                  </a:lnTo>
                  <a:lnTo>
                    <a:pt x="3697015" y="323567"/>
                  </a:lnTo>
                  <a:lnTo>
                    <a:pt x="3695944" y="323192"/>
                  </a:lnTo>
                  <a:lnTo>
                    <a:pt x="3694872" y="322818"/>
                  </a:lnTo>
                  <a:lnTo>
                    <a:pt x="3693801" y="322443"/>
                  </a:lnTo>
                  <a:lnTo>
                    <a:pt x="3692729" y="322068"/>
                  </a:lnTo>
                  <a:lnTo>
                    <a:pt x="3691657" y="321693"/>
                  </a:lnTo>
                  <a:lnTo>
                    <a:pt x="3690586" y="321318"/>
                  </a:lnTo>
                  <a:lnTo>
                    <a:pt x="3689514" y="320943"/>
                  </a:lnTo>
                  <a:lnTo>
                    <a:pt x="3688443" y="320568"/>
                  </a:lnTo>
                  <a:lnTo>
                    <a:pt x="3687371" y="320193"/>
                  </a:lnTo>
                  <a:lnTo>
                    <a:pt x="3686299" y="319818"/>
                  </a:lnTo>
                  <a:lnTo>
                    <a:pt x="3685228" y="319442"/>
                  </a:lnTo>
                  <a:lnTo>
                    <a:pt x="3684156" y="319067"/>
                  </a:lnTo>
                  <a:lnTo>
                    <a:pt x="3683085" y="318691"/>
                  </a:lnTo>
                  <a:lnTo>
                    <a:pt x="3682013" y="318316"/>
                  </a:lnTo>
                  <a:lnTo>
                    <a:pt x="3680941" y="317940"/>
                  </a:lnTo>
                  <a:lnTo>
                    <a:pt x="3679870" y="317564"/>
                  </a:lnTo>
                  <a:lnTo>
                    <a:pt x="3678798" y="317189"/>
                  </a:lnTo>
                  <a:lnTo>
                    <a:pt x="3677727" y="316813"/>
                  </a:lnTo>
                  <a:lnTo>
                    <a:pt x="3676655" y="316437"/>
                  </a:lnTo>
                  <a:lnTo>
                    <a:pt x="3675583" y="316061"/>
                  </a:lnTo>
                  <a:lnTo>
                    <a:pt x="3674512" y="315684"/>
                  </a:lnTo>
                  <a:lnTo>
                    <a:pt x="3673440" y="315308"/>
                  </a:lnTo>
                  <a:lnTo>
                    <a:pt x="3672369" y="314932"/>
                  </a:lnTo>
                  <a:lnTo>
                    <a:pt x="3671297" y="314556"/>
                  </a:lnTo>
                  <a:lnTo>
                    <a:pt x="3670225" y="314179"/>
                  </a:lnTo>
                  <a:lnTo>
                    <a:pt x="3669154" y="313803"/>
                  </a:lnTo>
                  <a:lnTo>
                    <a:pt x="3668082" y="313426"/>
                  </a:lnTo>
                  <a:lnTo>
                    <a:pt x="3667011" y="313049"/>
                  </a:lnTo>
                  <a:lnTo>
                    <a:pt x="3665939" y="312673"/>
                  </a:lnTo>
                  <a:lnTo>
                    <a:pt x="3664867" y="312296"/>
                  </a:lnTo>
                  <a:lnTo>
                    <a:pt x="3663796" y="311919"/>
                  </a:lnTo>
                  <a:lnTo>
                    <a:pt x="3662724" y="311542"/>
                  </a:lnTo>
                  <a:lnTo>
                    <a:pt x="3661653" y="311165"/>
                  </a:lnTo>
                  <a:lnTo>
                    <a:pt x="3660581" y="310788"/>
                  </a:lnTo>
                  <a:lnTo>
                    <a:pt x="3659509" y="310411"/>
                  </a:lnTo>
                  <a:lnTo>
                    <a:pt x="3658438" y="310034"/>
                  </a:lnTo>
                  <a:lnTo>
                    <a:pt x="3657366" y="309656"/>
                  </a:lnTo>
                  <a:lnTo>
                    <a:pt x="3656295" y="309279"/>
                  </a:lnTo>
                  <a:lnTo>
                    <a:pt x="3655223" y="308902"/>
                  </a:lnTo>
                  <a:lnTo>
                    <a:pt x="3654151" y="308524"/>
                  </a:lnTo>
                  <a:lnTo>
                    <a:pt x="3653080" y="308147"/>
                  </a:lnTo>
                  <a:lnTo>
                    <a:pt x="3652008" y="307769"/>
                  </a:lnTo>
                  <a:lnTo>
                    <a:pt x="3650937" y="307391"/>
                  </a:lnTo>
                  <a:lnTo>
                    <a:pt x="3649865" y="307013"/>
                  </a:lnTo>
                  <a:lnTo>
                    <a:pt x="3648793" y="306636"/>
                  </a:lnTo>
                  <a:lnTo>
                    <a:pt x="3647722" y="306258"/>
                  </a:lnTo>
                  <a:lnTo>
                    <a:pt x="3646650" y="305880"/>
                  </a:lnTo>
                  <a:lnTo>
                    <a:pt x="3645579" y="305502"/>
                  </a:lnTo>
                  <a:lnTo>
                    <a:pt x="3644507" y="305124"/>
                  </a:lnTo>
                  <a:lnTo>
                    <a:pt x="3643435" y="304745"/>
                  </a:lnTo>
                  <a:lnTo>
                    <a:pt x="3642364" y="304367"/>
                  </a:lnTo>
                  <a:lnTo>
                    <a:pt x="3641292" y="303989"/>
                  </a:lnTo>
                  <a:lnTo>
                    <a:pt x="3640221" y="303611"/>
                  </a:lnTo>
                  <a:lnTo>
                    <a:pt x="3639149" y="303232"/>
                  </a:lnTo>
                  <a:lnTo>
                    <a:pt x="3638077" y="302854"/>
                  </a:lnTo>
                  <a:lnTo>
                    <a:pt x="3637006" y="302475"/>
                  </a:lnTo>
                  <a:lnTo>
                    <a:pt x="3635934" y="302097"/>
                  </a:lnTo>
                  <a:lnTo>
                    <a:pt x="3634863" y="301718"/>
                  </a:lnTo>
                  <a:lnTo>
                    <a:pt x="3633791" y="301339"/>
                  </a:lnTo>
                  <a:lnTo>
                    <a:pt x="3632719" y="300960"/>
                  </a:lnTo>
                  <a:lnTo>
                    <a:pt x="3631648" y="300581"/>
                  </a:lnTo>
                  <a:lnTo>
                    <a:pt x="3630576" y="300203"/>
                  </a:lnTo>
                  <a:lnTo>
                    <a:pt x="3629505" y="299824"/>
                  </a:lnTo>
                  <a:lnTo>
                    <a:pt x="3628433" y="299445"/>
                  </a:lnTo>
                  <a:lnTo>
                    <a:pt x="3627361" y="299065"/>
                  </a:lnTo>
                  <a:lnTo>
                    <a:pt x="3626290" y="298686"/>
                  </a:lnTo>
                  <a:lnTo>
                    <a:pt x="3625218" y="298307"/>
                  </a:lnTo>
                  <a:lnTo>
                    <a:pt x="3624147" y="297928"/>
                  </a:lnTo>
                  <a:lnTo>
                    <a:pt x="3623075" y="297549"/>
                  </a:lnTo>
                  <a:lnTo>
                    <a:pt x="3622003" y="297169"/>
                  </a:lnTo>
                  <a:lnTo>
                    <a:pt x="3620932" y="296790"/>
                  </a:lnTo>
                  <a:lnTo>
                    <a:pt x="3619860" y="296410"/>
                  </a:lnTo>
                  <a:lnTo>
                    <a:pt x="3618789" y="296031"/>
                  </a:lnTo>
                  <a:lnTo>
                    <a:pt x="3617717" y="295651"/>
                  </a:lnTo>
                  <a:lnTo>
                    <a:pt x="3616645" y="295271"/>
                  </a:lnTo>
                  <a:lnTo>
                    <a:pt x="3615574" y="294892"/>
                  </a:lnTo>
                  <a:lnTo>
                    <a:pt x="3614502" y="294512"/>
                  </a:lnTo>
                  <a:lnTo>
                    <a:pt x="3613431" y="294132"/>
                  </a:lnTo>
                  <a:lnTo>
                    <a:pt x="3612359" y="293752"/>
                  </a:lnTo>
                  <a:lnTo>
                    <a:pt x="3611287" y="293372"/>
                  </a:lnTo>
                  <a:lnTo>
                    <a:pt x="3610216" y="292992"/>
                  </a:lnTo>
                  <a:lnTo>
                    <a:pt x="3609144" y="292612"/>
                  </a:lnTo>
                  <a:lnTo>
                    <a:pt x="3608073" y="292232"/>
                  </a:lnTo>
                  <a:lnTo>
                    <a:pt x="3607001" y="291852"/>
                  </a:lnTo>
                  <a:lnTo>
                    <a:pt x="3605929" y="291472"/>
                  </a:lnTo>
                  <a:lnTo>
                    <a:pt x="3604858" y="291092"/>
                  </a:lnTo>
                  <a:lnTo>
                    <a:pt x="3603786" y="290711"/>
                  </a:lnTo>
                  <a:lnTo>
                    <a:pt x="3602715" y="290331"/>
                  </a:lnTo>
                  <a:lnTo>
                    <a:pt x="3601643" y="289951"/>
                  </a:lnTo>
                  <a:lnTo>
                    <a:pt x="3600571" y="289570"/>
                  </a:lnTo>
                  <a:lnTo>
                    <a:pt x="3599500" y="289190"/>
                  </a:lnTo>
                  <a:lnTo>
                    <a:pt x="3598428" y="288809"/>
                  </a:lnTo>
                  <a:lnTo>
                    <a:pt x="3597357" y="288429"/>
                  </a:lnTo>
                  <a:lnTo>
                    <a:pt x="3596285" y="288048"/>
                  </a:lnTo>
                  <a:lnTo>
                    <a:pt x="3595213" y="287667"/>
                  </a:lnTo>
                  <a:lnTo>
                    <a:pt x="3594142" y="287287"/>
                  </a:lnTo>
                  <a:lnTo>
                    <a:pt x="3593070" y="286906"/>
                  </a:lnTo>
                  <a:lnTo>
                    <a:pt x="3591999" y="286525"/>
                  </a:lnTo>
                  <a:lnTo>
                    <a:pt x="3590927" y="286144"/>
                  </a:lnTo>
                  <a:lnTo>
                    <a:pt x="3589855" y="285763"/>
                  </a:lnTo>
                  <a:lnTo>
                    <a:pt x="3588784" y="285382"/>
                  </a:lnTo>
                  <a:lnTo>
                    <a:pt x="3587712" y="285001"/>
                  </a:lnTo>
                  <a:lnTo>
                    <a:pt x="3586641" y="284620"/>
                  </a:lnTo>
                  <a:lnTo>
                    <a:pt x="3585569" y="284239"/>
                  </a:lnTo>
                  <a:lnTo>
                    <a:pt x="3584497" y="283858"/>
                  </a:lnTo>
                  <a:lnTo>
                    <a:pt x="3583426" y="283477"/>
                  </a:lnTo>
                  <a:lnTo>
                    <a:pt x="3582354" y="283096"/>
                  </a:lnTo>
                  <a:lnTo>
                    <a:pt x="3581283" y="282714"/>
                  </a:lnTo>
                  <a:lnTo>
                    <a:pt x="3580211" y="282333"/>
                  </a:lnTo>
                  <a:lnTo>
                    <a:pt x="3579139" y="281952"/>
                  </a:lnTo>
                  <a:lnTo>
                    <a:pt x="3578068" y="281571"/>
                  </a:lnTo>
                  <a:lnTo>
                    <a:pt x="3576996" y="281189"/>
                  </a:lnTo>
                  <a:lnTo>
                    <a:pt x="3575925" y="280808"/>
                  </a:lnTo>
                  <a:lnTo>
                    <a:pt x="3574853" y="280426"/>
                  </a:lnTo>
                  <a:lnTo>
                    <a:pt x="3573781" y="280045"/>
                  </a:lnTo>
                  <a:lnTo>
                    <a:pt x="3572710" y="279663"/>
                  </a:lnTo>
                  <a:lnTo>
                    <a:pt x="3571638" y="279282"/>
                  </a:lnTo>
                  <a:lnTo>
                    <a:pt x="3570567" y="278900"/>
                  </a:lnTo>
                  <a:lnTo>
                    <a:pt x="3569495" y="278518"/>
                  </a:lnTo>
                  <a:lnTo>
                    <a:pt x="3568423" y="278137"/>
                  </a:lnTo>
                  <a:lnTo>
                    <a:pt x="3567352" y="277755"/>
                  </a:lnTo>
                  <a:lnTo>
                    <a:pt x="3566280" y="277373"/>
                  </a:lnTo>
                  <a:lnTo>
                    <a:pt x="3565209" y="276991"/>
                  </a:lnTo>
                  <a:lnTo>
                    <a:pt x="3564137" y="276610"/>
                  </a:lnTo>
                  <a:lnTo>
                    <a:pt x="3563065" y="276228"/>
                  </a:lnTo>
                  <a:lnTo>
                    <a:pt x="3561994" y="275846"/>
                  </a:lnTo>
                  <a:lnTo>
                    <a:pt x="3560922" y="275464"/>
                  </a:lnTo>
                  <a:lnTo>
                    <a:pt x="3559851" y="275082"/>
                  </a:lnTo>
                  <a:lnTo>
                    <a:pt x="3558779" y="274700"/>
                  </a:lnTo>
                  <a:lnTo>
                    <a:pt x="3557707" y="274318"/>
                  </a:lnTo>
                  <a:lnTo>
                    <a:pt x="3556636" y="273936"/>
                  </a:lnTo>
                  <a:lnTo>
                    <a:pt x="3555564" y="273554"/>
                  </a:lnTo>
                  <a:lnTo>
                    <a:pt x="3554493" y="273172"/>
                  </a:lnTo>
                  <a:lnTo>
                    <a:pt x="3553421" y="272790"/>
                  </a:lnTo>
                  <a:lnTo>
                    <a:pt x="3552349" y="272408"/>
                  </a:lnTo>
                  <a:lnTo>
                    <a:pt x="3551278" y="272025"/>
                  </a:lnTo>
                  <a:lnTo>
                    <a:pt x="3550206" y="271643"/>
                  </a:lnTo>
                  <a:lnTo>
                    <a:pt x="3549135" y="271261"/>
                  </a:lnTo>
                  <a:lnTo>
                    <a:pt x="3548063" y="270879"/>
                  </a:lnTo>
                  <a:lnTo>
                    <a:pt x="3546992" y="270497"/>
                  </a:lnTo>
                  <a:lnTo>
                    <a:pt x="3545920" y="270114"/>
                  </a:lnTo>
                  <a:lnTo>
                    <a:pt x="3544848" y="269732"/>
                  </a:lnTo>
                  <a:lnTo>
                    <a:pt x="3543777" y="269350"/>
                  </a:lnTo>
                  <a:lnTo>
                    <a:pt x="3542705" y="268967"/>
                  </a:lnTo>
                  <a:lnTo>
                    <a:pt x="3541634" y="268585"/>
                  </a:lnTo>
                  <a:lnTo>
                    <a:pt x="3540562" y="268202"/>
                  </a:lnTo>
                  <a:lnTo>
                    <a:pt x="3539490" y="267820"/>
                  </a:lnTo>
                  <a:lnTo>
                    <a:pt x="3538419" y="267438"/>
                  </a:lnTo>
                  <a:lnTo>
                    <a:pt x="3537347" y="267055"/>
                  </a:lnTo>
                  <a:lnTo>
                    <a:pt x="3536276" y="266673"/>
                  </a:lnTo>
                  <a:lnTo>
                    <a:pt x="3535204" y="266290"/>
                  </a:lnTo>
                  <a:lnTo>
                    <a:pt x="3534132" y="265908"/>
                  </a:lnTo>
                  <a:lnTo>
                    <a:pt x="3533061" y="265525"/>
                  </a:lnTo>
                  <a:lnTo>
                    <a:pt x="3531989" y="265143"/>
                  </a:lnTo>
                  <a:lnTo>
                    <a:pt x="3530918" y="264760"/>
                  </a:lnTo>
                  <a:lnTo>
                    <a:pt x="3529846" y="264377"/>
                  </a:lnTo>
                  <a:lnTo>
                    <a:pt x="3528774" y="263995"/>
                  </a:lnTo>
                  <a:lnTo>
                    <a:pt x="3527703" y="263612"/>
                  </a:lnTo>
                  <a:lnTo>
                    <a:pt x="3526631" y="263230"/>
                  </a:lnTo>
                  <a:lnTo>
                    <a:pt x="3525560" y="262847"/>
                  </a:lnTo>
                  <a:lnTo>
                    <a:pt x="3524488" y="262464"/>
                  </a:lnTo>
                  <a:lnTo>
                    <a:pt x="3523416" y="262082"/>
                  </a:lnTo>
                  <a:lnTo>
                    <a:pt x="3522345" y="261699"/>
                  </a:lnTo>
                  <a:lnTo>
                    <a:pt x="3521273" y="261316"/>
                  </a:lnTo>
                  <a:lnTo>
                    <a:pt x="3520202" y="260934"/>
                  </a:lnTo>
                  <a:lnTo>
                    <a:pt x="3519130" y="260551"/>
                  </a:lnTo>
                  <a:lnTo>
                    <a:pt x="3518058" y="260168"/>
                  </a:lnTo>
                  <a:lnTo>
                    <a:pt x="3516987" y="259785"/>
                  </a:lnTo>
                  <a:lnTo>
                    <a:pt x="3515915" y="259403"/>
                  </a:lnTo>
                  <a:lnTo>
                    <a:pt x="3514844" y="259020"/>
                  </a:lnTo>
                  <a:lnTo>
                    <a:pt x="3513772" y="258637"/>
                  </a:lnTo>
                  <a:lnTo>
                    <a:pt x="3512700" y="258255"/>
                  </a:lnTo>
                  <a:lnTo>
                    <a:pt x="3511629" y="257872"/>
                  </a:lnTo>
                  <a:lnTo>
                    <a:pt x="3510557" y="257489"/>
                  </a:lnTo>
                  <a:lnTo>
                    <a:pt x="3509486" y="257106"/>
                  </a:lnTo>
                  <a:lnTo>
                    <a:pt x="3508414" y="256724"/>
                  </a:lnTo>
                  <a:lnTo>
                    <a:pt x="3507342" y="256341"/>
                  </a:lnTo>
                  <a:lnTo>
                    <a:pt x="3506271" y="255958"/>
                  </a:lnTo>
                  <a:lnTo>
                    <a:pt x="3505199" y="255575"/>
                  </a:lnTo>
                  <a:lnTo>
                    <a:pt x="3504128" y="255192"/>
                  </a:lnTo>
                  <a:lnTo>
                    <a:pt x="3503056" y="254810"/>
                  </a:lnTo>
                  <a:lnTo>
                    <a:pt x="3501984" y="254427"/>
                  </a:lnTo>
                  <a:lnTo>
                    <a:pt x="3500913" y="254044"/>
                  </a:lnTo>
                  <a:lnTo>
                    <a:pt x="3499841" y="253661"/>
                  </a:lnTo>
                  <a:lnTo>
                    <a:pt x="3498770" y="253279"/>
                  </a:lnTo>
                  <a:lnTo>
                    <a:pt x="3497698" y="252896"/>
                  </a:lnTo>
                  <a:lnTo>
                    <a:pt x="3496626" y="252513"/>
                  </a:lnTo>
                  <a:lnTo>
                    <a:pt x="3495555" y="252130"/>
                  </a:lnTo>
                  <a:lnTo>
                    <a:pt x="3494483" y="251748"/>
                  </a:lnTo>
                  <a:lnTo>
                    <a:pt x="3493412" y="251365"/>
                  </a:lnTo>
                  <a:lnTo>
                    <a:pt x="3492340" y="250982"/>
                  </a:lnTo>
                  <a:lnTo>
                    <a:pt x="3491268" y="250599"/>
                  </a:lnTo>
                  <a:lnTo>
                    <a:pt x="3490197" y="250217"/>
                  </a:lnTo>
                  <a:lnTo>
                    <a:pt x="3489125" y="249834"/>
                  </a:lnTo>
                  <a:lnTo>
                    <a:pt x="3488054" y="249451"/>
                  </a:lnTo>
                  <a:lnTo>
                    <a:pt x="3486982" y="249068"/>
                  </a:lnTo>
                  <a:lnTo>
                    <a:pt x="3485910" y="248686"/>
                  </a:lnTo>
                  <a:lnTo>
                    <a:pt x="3484839" y="248303"/>
                  </a:lnTo>
                  <a:lnTo>
                    <a:pt x="3483767" y="247920"/>
                  </a:lnTo>
                  <a:lnTo>
                    <a:pt x="3482696" y="247538"/>
                  </a:lnTo>
                  <a:lnTo>
                    <a:pt x="3481624" y="247155"/>
                  </a:lnTo>
                  <a:lnTo>
                    <a:pt x="3480552" y="246772"/>
                  </a:lnTo>
                  <a:lnTo>
                    <a:pt x="3479481" y="246390"/>
                  </a:lnTo>
                  <a:lnTo>
                    <a:pt x="3478409" y="246007"/>
                  </a:lnTo>
                  <a:lnTo>
                    <a:pt x="3477338" y="245625"/>
                  </a:lnTo>
                  <a:lnTo>
                    <a:pt x="3476266" y="245242"/>
                  </a:lnTo>
                  <a:lnTo>
                    <a:pt x="3475194" y="244859"/>
                  </a:lnTo>
                  <a:lnTo>
                    <a:pt x="3474123" y="244477"/>
                  </a:lnTo>
                  <a:lnTo>
                    <a:pt x="3473051" y="244094"/>
                  </a:lnTo>
                  <a:lnTo>
                    <a:pt x="3471980" y="243712"/>
                  </a:lnTo>
                  <a:lnTo>
                    <a:pt x="3470908" y="243329"/>
                  </a:lnTo>
                  <a:lnTo>
                    <a:pt x="3469836" y="242947"/>
                  </a:lnTo>
                  <a:lnTo>
                    <a:pt x="3468765" y="242564"/>
                  </a:lnTo>
                  <a:lnTo>
                    <a:pt x="3467693" y="242182"/>
                  </a:lnTo>
                  <a:lnTo>
                    <a:pt x="3466622" y="241800"/>
                  </a:lnTo>
                  <a:lnTo>
                    <a:pt x="3465550" y="241417"/>
                  </a:lnTo>
                  <a:lnTo>
                    <a:pt x="3464478" y="241035"/>
                  </a:lnTo>
                  <a:lnTo>
                    <a:pt x="3463407" y="240653"/>
                  </a:lnTo>
                  <a:lnTo>
                    <a:pt x="3462335" y="240270"/>
                  </a:lnTo>
                  <a:lnTo>
                    <a:pt x="3461264" y="239888"/>
                  </a:lnTo>
                  <a:lnTo>
                    <a:pt x="3460192" y="239506"/>
                  </a:lnTo>
                  <a:lnTo>
                    <a:pt x="3459120" y="239123"/>
                  </a:lnTo>
                  <a:lnTo>
                    <a:pt x="3458049" y="238741"/>
                  </a:lnTo>
                  <a:lnTo>
                    <a:pt x="3456977" y="238359"/>
                  </a:lnTo>
                  <a:lnTo>
                    <a:pt x="3455906" y="237977"/>
                  </a:lnTo>
                  <a:lnTo>
                    <a:pt x="3454834" y="237595"/>
                  </a:lnTo>
                  <a:lnTo>
                    <a:pt x="3453762" y="237213"/>
                  </a:lnTo>
                  <a:lnTo>
                    <a:pt x="3452691" y="236831"/>
                  </a:lnTo>
                  <a:lnTo>
                    <a:pt x="3451619" y="236449"/>
                  </a:lnTo>
                  <a:lnTo>
                    <a:pt x="3450548" y="236067"/>
                  </a:lnTo>
                  <a:lnTo>
                    <a:pt x="3449476" y="235685"/>
                  </a:lnTo>
                  <a:lnTo>
                    <a:pt x="3448404" y="235303"/>
                  </a:lnTo>
                  <a:lnTo>
                    <a:pt x="3447333" y="234921"/>
                  </a:lnTo>
                  <a:lnTo>
                    <a:pt x="3446261" y="234539"/>
                  </a:lnTo>
                  <a:lnTo>
                    <a:pt x="3445190" y="234157"/>
                  </a:lnTo>
                  <a:lnTo>
                    <a:pt x="3444118" y="233776"/>
                  </a:lnTo>
                  <a:lnTo>
                    <a:pt x="3443046" y="233394"/>
                  </a:lnTo>
                  <a:lnTo>
                    <a:pt x="3441975" y="233012"/>
                  </a:lnTo>
                  <a:lnTo>
                    <a:pt x="3440903" y="232630"/>
                  </a:lnTo>
                  <a:lnTo>
                    <a:pt x="3439832" y="232249"/>
                  </a:lnTo>
                  <a:lnTo>
                    <a:pt x="3438760" y="231867"/>
                  </a:lnTo>
                  <a:lnTo>
                    <a:pt x="3437688" y="231486"/>
                  </a:lnTo>
                  <a:lnTo>
                    <a:pt x="3436617" y="231104"/>
                  </a:lnTo>
                  <a:lnTo>
                    <a:pt x="3435545" y="230723"/>
                  </a:lnTo>
                  <a:lnTo>
                    <a:pt x="3434474" y="230341"/>
                  </a:lnTo>
                  <a:lnTo>
                    <a:pt x="3433402" y="229960"/>
                  </a:lnTo>
                  <a:lnTo>
                    <a:pt x="3432330" y="229579"/>
                  </a:lnTo>
                  <a:lnTo>
                    <a:pt x="3431259" y="229197"/>
                  </a:lnTo>
                  <a:lnTo>
                    <a:pt x="3430187" y="228816"/>
                  </a:lnTo>
                  <a:lnTo>
                    <a:pt x="3429116" y="228435"/>
                  </a:lnTo>
                  <a:lnTo>
                    <a:pt x="3428044" y="228054"/>
                  </a:lnTo>
                  <a:lnTo>
                    <a:pt x="3426972" y="227673"/>
                  </a:lnTo>
                  <a:lnTo>
                    <a:pt x="3425901" y="227292"/>
                  </a:lnTo>
                  <a:lnTo>
                    <a:pt x="3424829" y="226911"/>
                  </a:lnTo>
                  <a:lnTo>
                    <a:pt x="3423758" y="226530"/>
                  </a:lnTo>
                  <a:lnTo>
                    <a:pt x="3422686" y="226149"/>
                  </a:lnTo>
                  <a:lnTo>
                    <a:pt x="3421614" y="225768"/>
                  </a:lnTo>
                  <a:lnTo>
                    <a:pt x="3420543" y="225388"/>
                  </a:lnTo>
                  <a:lnTo>
                    <a:pt x="3419471" y="225007"/>
                  </a:lnTo>
                  <a:lnTo>
                    <a:pt x="3418400" y="224626"/>
                  </a:lnTo>
                  <a:lnTo>
                    <a:pt x="3417328" y="224246"/>
                  </a:lnTo>
                  <a:lnTo>
                    <a:pt x="3416256" y="223865"/>
                  </a:lnTo>
                  <a:lnTo>
                    <a:pt x="3415185" y="223485"/>
                  </a:lnTo>
                  <a:lnTo>
                    <a:pt x="3414113" y="223104"/>
                  </a:lnTo>
                  <a:lnTo>
                    <a:pt x="3413042" y="222724"/>
                  </a:lnTo>
                  <a:lnTo>
                    <a:pt x="3411970" y="222344"/>
                  </a:lnTo>
                  <a:lnTo>
                    <a:pt x="3410898" y="221963"/>
                  </a:lnTo>
                  <a:lnTo>
                    <a:pt x="3409827" y="221583"/>
                  </a:lnTo>
                  <a:lnTo>
                    <a:pt x="3408755" y="221203"/>
                  </a:lnTo>
                  <a:lnTo>
                    <a:pt x="3407684" y="220823"/>
                  </a:lnTo>
                  <a:lnTo>
                    <a:pt x="3406612" y="220443"/>
                  </a:lnTo>
                  <a:lnTo>
                    <a:pt x="3405540" y="220063"/>
                  </a:lnTo>
                  <a:lnTo>
                    <a:pt x="3404469" y="219683"/>
                  </a:lnTo>
                  <a:lnTo>
                    <a:pt x="3403397" y="219304"/>
                  </a:lnTo>
                  <a:lnTo>
                    <a:pt x="3402326" y="218924"/>
                  </a:lnTo>
                  <a:lnTo>
                    <a:pt x="3401254" y="218544"/>
                  </a:lnTo>
                  <a:lnTo>
                    <a:pt x="3400182" y="218165"/>
                  </a:lnTo>
                  <a:lnTo>
                    <a:pt x="3399111" y="217785"/>
                  </a:lnTo>
                  <a:lnTo>
                    <a:pt x="3398039" y="217406"/>
                  </a:lnTo>
                  <a:lnTo>
                    <a:pt x="3396968" y="217027"/>
                  </a:lnTo>
                  <a:lnTo>
                    <a:pt x="3395896" y="216647"/>
                  </a:lnTo>
                  <a:lnTo>
                    <a:pt x="3394824" y="216268"/>
                  </a:lnTo>
                  <a:lnTo>
                    <a:pt x="3393753" y="215889"/>
                  </a:lnTo>
                  <a:lnTo>
                    <a:pt x="3392681" y="215510"/>
                  </a:lnTo>
                  <a:lnTo>
                    <a:pt x="3391610" y="215131"/>
                  </a:lnTo>
                  <a:lnTo>
                    <a:pt x="3390538" y="214752"/>
                  </a:lnTo>
                  <a:lnTo>
                    <a:pt x="3389466" y="214373"/>
                  </a:lnTo>
                  <a:lnTo>
                    <a:pt x="3388395" y="213995"/>
                  </a:lnTo>
                  <a:lnTo>
                    <a:pt x="3387323" y="213616"/>
                  </a:lnTo>
                  <a:lnTo>
                    <a:pt x="3386252" y="213237"/>
                  </a:lnTo>
                  <a:lnTo>
                    <a:pt x="3385180" y="212859"/>
                  </a:lnTo>
                  <a:lnTo>
                    <a:pt x="3384108" y="212481"/>
                  </a:lnTo>
                  <a:lnTo>
                    <a:pt x="3383037" y="212102"/>
                  </a:lnTo>
                  <a:lnTo>
                    <a:pt x="3381965" y="211724"/>
                  </a:lnTo>
                  <a:lnTo>
                    <a:pt x="3380894" y="211346"/>
                  </a:lnTo>
                  <a:lnTo>
                    <a:pt x="3379822" y="210968"/>
                  </a:lnTo>
                  <a:lnTo>
                    <a:pt x="3378750" y="210590"/>
                  </a:lnTo>
                  <a:lnTo>
                    <a:pt x="3377679" y="210212"/>
                  </a:lnTo>
                  <a:lnTo>
                    <a:pt x="3376607" y="209834"/>
                  </a:lnTo>
                  <a:lnTo>
                    <a:pt x="3375536" y="209457"/>
                  </a:lnTo>
                  <a:lnTo>
                    <a:pt x="3374464" y="209079"/>
                  </a:lnTo>
                  <a:lnTo>
                    <a:pt x="3373392" y="208702"/>
                  </a:lnTo>
                  <a:lnTo>
                    <a:pt x="3372321" y="208324"/>
                  </a:lnTo>
                  <a:lnTo>
                    <a:pt x="3371249" y="207947"/>
                  </a:lnTo>
                  <a:lnTo>
                    <a:pt x="3370178" y="207570"/>
                  </a:lnTo>
                  <a:lnTo>
                    <a:pt x="3369106" y="207193"/>
                  </a:lnTo>
                  <a:lnTo>
                    <a:pt x="3368035" y="206816"/>
                  </a:lnTo>
                  <a:lnTo>
                    <a:pt x="3366963" y="206439"/>
                  </a:lnTo>
                  <a:lnTo>
                    <a:pt x="3365891" y="206062"/>
                  </a:lnTo>
                  <a:lnTo>
                    <a:pt x="3364820" y="205685"/>
                  </a:lnTo>
                  <a:lnTo>
                    <a:pt x="3363748" y="205309"/>
                  </a:lnTo>
                  <a:lnTo>
                    <a:pt x="3362677" y="204932"/>
                  </a:lnTo>
                  <a:lnTo>
                    <a:pt x="3361605" y="204556"/>
                  </a:lnTo>
                  <a:lnTo>
                    <a:pt x="3360533" y="204180"/>
                  </a:lnTo>
                  <a:lnTo>
                    <a:pt x="3359462" y="203803"/>
                  </a:lnTo>
                  <a:lnTo>
                    <a:pt x="3358390" y="203427"/>
                  </a:lnTo>
                  <a:lnTo>
                    <a:pt x="3357319" y="203051"/>
                  </a:lnTo>
                  <a:lnTo>
                    <a:pt x="3356247" y="202675"/>
                  </a:lnTo>
                  <a:lnTo>
                    <a:pt x="3355175" y="202300"/>
                  </a:lnTo>
                  <a:lnTo>
                    <a:pt x="3354104" y="201924"/>
                  </a:lnTo>
                  <a:lnTo>
                    <a:pt x="3353032" y="201549"/>
                  </a:lnTo>
                  <a:lnTo>
                    <a:pt x="3351961" y="201173"/>
                  </a:lnTo>
                  <a:lnTo>
                    <a:pt x="3350889" y="200798"/>
                  </a:lnTo>
                  <a:lnTo>
                    <a:pt x="3349817" y="200423"/>
                  </a:lnTo>
                  <a:lnTo>
                    <a:pt x="3348746" y="200048"/>
                  </a:lnTo>
                  <a:lnTo>
                    <a:pt x="3347674" y="199673"/>
                  </a:lnTo>
                  <a:lnTo>
                    <a:pt x="3346603" y="199298"/>
                  </a:lnTo>
                  <a:lnTo>
                    <a:pt x="3345531" y="198923"/>
                  </a:lnTo>
                  <a:lnTo>
                    <a:pt x="3344459" y="198549"/>
                  </a:lnTo>
                  <a:lnTo>
                    <a:pt x="3343388" y="198174"/>
                  </a:lnTo>
                  <a:lnTo>
                    <a:pt x="3342316" y="197800"/>
                  </a:lnTo>
                  <a:lnTo>
                    <a:pt x="3341245" y="197426"/>
                  </a:lnTo>
                  <a:lnTo>
                    <a:pt x="3340173" y="197051"/>
                  </a:lnTo>
                  <a:lnTo>
                    <a:pt x="3339101" y="196678"/>
                  </a:lnTo>
                  <a:lnTo>
                    <a:pt x="3338030" y="196304"/>
                  </a:lnTo>
                  <a:lnTo>
                    <a:pt x="3336958" y="195930"/>
                  </a:lnTo>
                  <a:lnTo>
                    <a:pt x="3335887" y="195556"/>
                  </a:lnTo>
                  <a:lnTo>
                    <a:pt x="3334815" y="195183"/>
                  </a:lnTo>
                  <a:lnTo>
                    <a:pt x="3333743" y="194810"/>
                  </a:lnTo>
                  <a:lnTo>
                    <a:pt x="3332672" y="194436"/>
                  </a:lnTo>
                  <a:lnTo>
                    <a:pt x="3331600" y="194063"/>
                  </a:lnTo>
                  <a:lnTo>
                    <a:pt x="3330529" y="193690"/>
                  </a:lnTo>
                  <a:lnTo>
                    <a:pt x="3329457" y="193318"/>
                  </a:lnTo>
                  <a:lnTo>
                    <a:pt x="3328385" y="192945"/>
                  </a:lnTo>
                  <a:lnTo>
                    <a:pt x="3327314" y="192573"/>
                  </a:lnTo>
                  <a:lnTo>
                    <a:pt x="3326242" y="192200"/>
                  </a:lnTo>
                  <a:lnTo>
                    <a:pt x="3325171" y="191828"/>
                  </a:lnTo>
                  <a:lnTo>
                    <a:pt x="3324099" y="191456"/>
                  </a:lnTo>
                  <a:lnTo>
                    <a:pt x="3323027" y="191084"/>
                  </a:lnTo>
                  <a:lnTo>
                    <a:pt x="3321956" y="190712"/>
                  </a:lnTo>
                  <a:lnTo>
                    <a:pt x="3320884" y="190340"/>
                  </a:lnTo>
                  <a:lnTo>
                    <a:pt x="3319813" y="189969"/>
                  </a:lnTo>
                  <a:lnTo>
                    <a:pt x="3318741" y="189598"/>
                  </a:lnTo>
                  <a:lnTo>
                    <a:pt x="3317669" y="189226"/>
                  </a:lnTo>
                  <a:lnTo>
                    <a:pt x="3316598" y="188855"/>
                  </a:lnTo>
                  <a:lnTo>
                    <a:pt x="3315526" y="188484"/>
                  </a:lnTo>
                  <a:lnTo>
                    <a:pt x="3314455" y="188114"/>
                  </a:lnTo>
                  <a:lnTo>
                    <a:pt x="3313383" y="187743"/>
                  </a:lnTo>
                  <a:lnTo>
                    <a:pt x="3312311" y="187373"/>
                  </a:lnTo>
                  <a:lnTo>
                    <a:pt x="3311240" y="187002"/>
                  </a:lnTo>
                  <a:lnTo>
                    <a:pt x="3310168" y="186632"/>
                  </a:lnTo>
                  <a:lnTo>
                    <a:pt x="3309097" y="186262"/>
                  </a:lnTo>
                  <a:lnTo>
                    <a:pt x="3308025" y="185892"/>
                  </a:lnTo>
                  <a:lnTo>
                    <a:pt x="3306953" y="185523"/>
                  </a:lnTo>
                  <a:lnTo>
                    <a:pt x="3305882" y="185153"/>
                  </a:lnTo>
                  <a:lnTo>
                    <a:pt x="3304810" y="184784"/>
                  </a:lnTo>
                  <a:lnTo>
                    <a:pt x="3303739" y="184414"/>
                  </a:lnTo>
                  <a:lnTo>
                    <a:pt x="3302667" y="184045"/>
                  </a:lnTo>
                  <a:lnTo>
                    <a:pt x="3301595" y="183677"/>
                  </a:lnTo>
                  <a:lnTo>
                    <a:pt x="3300524" y="183308"/>
                  </a:lnTo>
                  <a:lnTo>
                    <a:pt x="3299452" y="182939"/>
                  </a:lnTo>
                  <a:lnTo>
                    <a:pt x="3298381" y="182571"/>
                  </a:lnTo>
                  <a:lnTo>
                    <a:pt x="3297309" y="182203"/>
                  </a:lnTo>
                  <a:lnTo>
                    <a:pt x="3296237" y="181835"/>
                  </a:lnTo>
                  <a:lnTo>
                    <a:pt x="3295166" y="181467"/>
                  </a:lnTo>
                  <a:lnTo>
                    <a:pt x="3294094" y="181099"/>
                  </a:lnTo>
                  <a:lnTo>
                    <a:pt x="3293023" y="180732"/>
                  </a:lnTo>
                  <a:lnTo>
                    <a:pt x="3291951" y="180364"/>
                  </a:lnTo>
                  <a:lnTo>
                    <a:pt x="3290879" y="179997"/>
                  </a:lnTo>
                  <a:lnTo>
                    <a:pt x="3289808" y="179630"/>
                  </a:lnTo>
                  <a:lnTo>
                    <a:pt x="3288736" y="179263"/>
                  </a:lnTo>
                  <a:lnTo>
                    <a:pt x="3287665" y="178897"/>
                  </a:lnTo>
                  <a:lnTo>
                    <a:pt x="3286593" y="178530"/>
                  </a:lnTo>
                  <a:lnTo>
                    <a:pt x="3285521" y="178164"/>
                  </a:lnTo>
                  <a:lnTo>
                    <a:pt x="3284450" y="177798"/>
                  </a:lnTo>
                  <a:lnTo>
                    <a:pt x="3283378" y="177432"/>
                  </a:lnTo>
                  <a:lnTo>
                    <a:pt x="3282307" y="177067"/>
                  </a:lnTo>
                  <a:lnTo>
                    <a:pt x="3281235" y="176701"/>
                  </a:lnTo>
                  <a:lnTo>
                    <a:pt x="3280163" y="176336"/>
                  </a:lnTo>
                  <a:lnTo>
                    <a:pt x="3279092" y="175971"/>
                  </a:lnTo>
                  <a:lnTo>
                    <a:pt x="3278020" y="175606"/>
                  </a:lnTo>
                  <a:lnTo>
                    <a:pt x="3276949" y="175241"/>
                  </a:lnTo>
                  <a:lnTo>
                    <a:pt x="3275877" y="174876"/>
                  </a:lnTo>
                  <a:lnTo>
                    <a:pt x="3274805" y="174512"/>
                  </a:lnTo>
                  <a:lnTo>
                    <a:pt x="3273734" y="174148"/>
                  </a:lnTo>
                  <a:lnTo>
                    <a:pt x="3272662" y="173784"/>
                  </a:lnTo>
                  <a:lnTo>
                    <a:pt x="3271591" y="173420"/>
                  </a:lnTo>
                  <a:lnTo>
                    <a:pt x="3270519" y="173057"/>
                  </a:lnTo>
                  <a:lnTo>
                    <a:pt x="3269447" y="172693"/>
                  </a:lnTo>
                  <a:lnTo>
                    <a:pt x="3268376" y="172330"/>
                  </a:lnTo>
                  <a:lnTo>
                    <a:pt x="3267304" y="171967"/>
                  </a:lnTo>
                  <a:lnTo>
                    <a:pt x="3266233" y="171604"/>
                  </a:lnTo>
                  <a:lnTo>
                    <a:pt x="3265161" y="171242"/>
                  </a:lnTo>
                  <a:lnTo>
                    <a:pt x="3264089" y="170880"/>
                  </a:lnTo>
                  <a:lnTo>
                    <a:pt x="3263018" y="170517"/>
                  </a:lnTo>
                  <a:lnTo>
                    <a:pt x="3261946" y="170156"/>
                  </a:lnTo>
                  <a:lnTo>
                    <a:pt x="3260875" y="169794"/>
                  </a:lnTo>
                  <a:lnTo>
                    <a:pt x="3259803" y="169432"/>
                  </a:lnTo>
                  <a:lnTo>
                    <a:pt x="3258731" y="169071"/>
                  </a:lnTo>
                  <a:lnTo>
                    <a:pt x="3257660" y="168710"/>
                  </a:lnTo>
                  <a:lnTo>
                    <a:pt x="3256588" y="168349"/>
                  </a:lnTo>
                  <a:lnTo>
                    <a:pt x="3255517" y="167989"/>
                  </a:lnTo>
                  <a:lnTo>
                    <a:pt x="3254445" y="167628"/>
                  </a:lnTo>
                  <a:lnTo>
                    <a:pt x="3253373" y="167268"/>
                  </a:lnTo>
                  <a:lnTo>
                    <a:pt x="3252302" y="166908"/>
                  </a:lnTo>
                  <a:lnTo>
                    <a:pt x="3251230" y="166548"/>
                  </a:lnTo>
                  <a:lnTo>
                    <a:pt x="3250159" y="166189"/>
                  </a:lnTo>
                  <a:lnTo>
                    <a:pt x="3249087" y="165830"/>
                  </a:lnTo>
                  <a:lnTo>
                    <a:pt x="3248015" y="165471"/>
                  </a:lnTo>
                  <a:lnTo>
                    <a:pt x="3246944" y="165112"/>
                  </a:lnTo>
                  <a:lnTo>
                    <a:pt x="3245872" y="164753"/>
                  </a:lnTo>
                  <a:lnTo>
                    <a:pt x="3244801" y="164395"/>
                  </a:lnTo>
                  <a:lnTo>
                    <a:pt x="3243729" y="164037"/>
                  </a:lnTo>
                  <a:lnTo>
                    <a:pt x="3242657" y="163679"/>
                  </a:lnTo>
                  <a:lnTo>
                    <a:pt x="3241586" y="163321"/>
                  </a:lnTo>
                  <a:lnTo>
                    <a:pt x="3240514" y="162964"/>
                  </a:lnTo>
                  <a:lnTo>
                    <a:pt x="3239443" y="162607"/>
                  </a:lnTo>
                  <a:lnTo>
                    <a:pt x="3238371" y="162250"/>
                  </a:lnTo>
                  <a:lnTo>
                    <a:pt x="3237299" y="161893"/>
                  </a:lnTo>
                  <a:lnTo>
                    <a:pt x="3236228" y="161536"/>
                  </a:lnTo>
                  <a:lnTo>
                    <a:pt x="3235156" y="161180"/>
                  </a:lnTo>
                  <a:lnTo>
                    <a:pt x="3234085" y="160824"/>
                  </a:lnTo>
                  <a:lnTo>
                    <a:pt x="3233013" y="160469"/>
                  </a:lnTo>
                  <a:lnTo>
                    <a:pt x="3231941" y="160113"/>
                  </a:lnTo>
                  <a:lnTo>
                    <a:pt x="3230870" y="159758"/>
                  </a:lnTo>
                  <a:lnTo>
                    <a:pt x="3229798" y="159403"/>
                  </a:lnTo>
                  <a:lnTo>
                    <a:pt x="3228727" y="159048"/>
                  </a:lnTo>
                  <a:lnTo>
                    <a:pt x="3227655" y="158694"/>
                  </a:lnTo>
                  <a:lnTo>
                    <a:pt x="3226583" y="158340"/>
                  </a:lnTo>
                  <a:lnTo>
                    <a:pt x="3225512" y="157986"/>
                  </a:lnTo>
                  <a:lnTo>
                    <a:pt x="3224440" y="157632"/>
                  </a:lnTo>
                  <a:lnTo>
                    <a:pt x="3223369" y="157279"/>
                  </a:lnTo>
                  <a:lnTo>
                    <a:pt x="3222297" y="156926"/>
                  </a:lnTo>
                  <a:lnTo>
                    <a:pt x="3221225" y="156573"/>
                  </a:lnTo>
                  <a:lnTo>
                    <a:pt x="3220154" y="156220"/>
                  </a:lnTo>
                  <a:lnTo>
                    <a:pt x="3219082" y="155868"/>
                  </a:lnTo>
                  <a:lnTo>
                    <a:pt x="3218011" y="155516"/>
                  </a:lnTo>
                  <a:lnTo>
                    <a:pt x="3216939" y="155164"/>
                  </a:lnTo>
                  <a:lnTo>
                    <a:pt x="3215867" y="154812"/>
                  </a:lnTo>
                  <a:lnTo>
                    <a:pt x="3214796" y="154461"/>
                  </a:lnTo>
                  <a:lnTo>
                    <a:pt x="3213724" y="154110"/>
                  </a:lnTo>
                  <a:lnTo>
                    <a:pt x="3212653" y="153759"/>
                  </a:lnTo>
                  <a:lnTo>
                    <a:pt x="3211581" y="153409"/>
                  </a:lnTo>
                  <a:lnTo>
                    <a:pt x="3210509" y="153059"/>
                  </a:lnTo>
                  <a:lnTo>
                    <a:pt x="3209438" y="152709"/>
                  </a:lnTo>
                  <a:lnTo>
                    <a:pt x="3208366" y="152359"/>
                  </a:lnTo>
                  <a:lnTo>
                    <a:pt x="3207295" y="152010"/>
                  </a:lnTo>
                  <a:lnTo>
                    <a:pt x="3206223" y="151661"/>
                  </a:lnTo>
                  <a:lnTo>
                    <a:pt x="3205151" y="151312"/>
                  </a:lnTo>
                  <a:lnTo>
                    <a:pt x="3204080" y="150963"/>
                  </a:lnTo>
                  <a:lnTo>
                    <a:pt x="3203008" y="150615"/>
                  </a:lnTo>
                  <a:lnTo>
                    <a:pt x="3201937" y="150267"/>
                  </a:lnTo>
                  <a:lnTo>
                    <a:pt x="3200865" y="149920"/>
                  </a:lnTo>
                  <a:lnTo>
                    <a:pt x="3199793" y="149572"/>
                  </a:lnTo>
                  <a:lnTo>
                    <a:pt x="3198722" y="149225"/>
                  </a:lnTo>
                  <a:lnTo>
                    <a:pt x="3197650" y="148879"/>
                  </a:lnTo>
                  <a:lnTo>
                    <a:pt x="3196579" y="148532"/>
                  </a:lnTo>
                  <a:lnTo>
                    <a:pt x="3195507" y="148186"/>
                  </a:lnTo>
                  <a:lnTo>
                    <a:pt x="3194436" y="147840"/>
                  </a:lnTo>
                  <a:lnTo>
                    <a:pt x="3193364" y="147495"/>
                  </a:lnTo>
                  <a:lnTo>
                    <a:pt x="3192292" y="147150"/>
                  </a:lnTo>
                  <a:lnTo>
                    <a:pt x="3191221" y="146805"/>
                  </a:lnTo>
                  <a:lnTo>
                    <a:pt x="3190149" y="146460"/>
                  </a:lnTo>
                  <a:lnTo>
                    <a:pt x="3189078" y="146116"/>
                  </a:lnTo>
                  <a:lnTo>
                    <a:pt x="3188006" y="145772"/>
                  </a:lnTo>
                  <a:lnTo>
                    <a:pt x="3186934" y="145428"/>
                  </a:lnTo>
                  <a:lnTo>
                    <a:pt x="3185863" y="145085"/>
                  </a:lnTo>
                  <a:lnTo>
                    <a:pt x="3184791" y="144742"/>
                  </a:lnTo>
                  <a:lnTo>
                    <a:pt x="3183720" y="144399"/>
                  </a:lnTo>
                  <a:lnTo>
                    <a:pt x="3182648" y="144057"/>
                  </a:lnTo>
                  <a:lnTo>
                    <a:pt x="3181576" y="143714"/>
                  </a:lnTo>
                  <a:lnTo>
                    <a:pt x="3180505" y="143373"/>
                  </a:lnTo>
                  <a:lnTo>
                    <a:pt x="3179433" y="143031"/>
                  </a:lnTo>
                  <a:lnTo>
                    <a:pt x="3178362" y="142690"/>
                  </a:lnTo>
                  <a:lnTo>
                    <a:pt x="3177290" y="142349"/>
                  </a:lnTo>
                  <a:lnTo>
                    <a:pt x="3176218" y="142009"/>
                  </a:lnTo>
                  <a:lnTo>
                    <a:pt x="3175147" y="141669"/>
                  </a:lnTo>
                  <a:lnTo>
                    <a:pt x="3174075" y="141329"/>
                  </a:lnTo>
                  <a:lnTo>
                    <a:pt x="3173004" y="140989"/>
                  </a:lnTo>
                  <a:lnTo>
                    <a:pt x="3171932" y="140650"/>
                  </a:lnTo>
                  <a:lnTo>
                    <a:pt x="3170860" y="140311"/>
                  </a:lnTo>
                  <a:lnTo>
                    <a:pt x="3169789" y="139973"/>
                  </a:lnTo>
                  <a:lnTo>
                    <a:pt x="3168717" y="139635"/>
                  </a:lnTo>
                  <a:lnTo>
                    <a:pt x="3167646" y="139297"/>
                  </a:lnTo>
                  <a:lnTo>
                    <a:pt x="3166574" y="138960"/>
                  </a:lnTo>
                  <a:lnTo>
                    <a:pt x="3165502" y="138622"/>
                  </a:lnTo>
                  <a:lnTo>
                    <a:pt x="3164431" y="138286"/>
                  </a:lnTo>
                  <a:lnTo>
                    <a:pt x="3163359" y="137949"/>
                  </a:lnTo>
                  <a:lnTo>
                    <a:pt x="3162288" y="137613"/>
                  </a:lnTo>
                  <a:lnTo>
                    <a:pt x="3161216" y="137277"/>
                  </a:lnTo>
                  <a:lnTo>
                    <a:pt x="3160144" y="136942"/>
                  </a:lnTo>
                  <a:lnTo>
                    <a:pt x="3159073" y="136607"/>
                  </a:lnTo>
                  <a:lnTo>
                    <a:pt x="3158001" y="136272"/>
                  </a:lnTo>
                  <a:lnTo>
                    <a:pt x="3156930" y="135938"/>
                  </a:lnTo>
                  <a:lnTo>
                    <a:pt x="3155858" y="135604"/>
                  </a:lnTo>
                  <a:lnTo>
                    <a:pt x="3154786" y="135271"/>
                  </a:lnTo>
                  <a:lnTo>
                    <a:pt x="3153715" y="134937"/>
                  </a:lnTo>
                  <a:lnTo>
                    <a:pt x="3152643" y="134604"/>
                  </a:lnTo>
                  <a:lnTo>
                    <a:pt x="3151572" y="134272"/>
                  </a:lnTo>
                  <a:lnTo>
                    <a:pt x="3150500" y="133940"/>
                  </a:lnTo>
                  <a:lnTo>
                    <a:pt x="3149428" y="133608"/>
                  </a:lnTo>
                  <a:lnTo>
                    <a:pt x="3148357" y="133277"/>
                  </a:lnTo>
                  <a:lnTo>
                    <a:pt x="3147285" y="132946"/>
                  </a:lnTo>
                  <a:lnTo>
                    <a:pt x="3146214" y="132615"/>
                  </a:lnTo>
                  <a:lnTo>
                    <a:pt x="3145142" y="132285"/>
                  </a:lnTo>
                  <a:lnTo>
                    <a:pt x="3144070" y="131955"/>
                  </a:lnTo>
                  <a:lnTo>
                    <a:pt x="3142999" y="131625"/>
                  </a:lnTo>
                  <a:lnTo>
                    <a:pt x="3141927" y="131296"/>
                  </a:lnTo>
                  <a:lnTo>
                    <a:pt x="3140856" y="130967"/>
                  </a:lnTo>
                  <a:lnTo>
                    <a:pt x="3139784" y="130639"/>
                  </a:lnTo>
                  <a:lnTo>
                    <a:pt x="3138712" y="130311"/>
                  </a:lnTo>
                  <a:lnTo>
                    <a:pt x="3137641" y="129983"/>
                  </a:lnTo>
                  <a:lnTo>
                    <a:pt x="3136569" y="129656"/>
                  </a:lnTo>
                  <a:lnTo>
                    <a:pt x="3135498" y="129329"/>
                  </a:lnTo>
                  <a:lnTo>
                    <a:pt x="3134426" y="129003"/>
                  </a:lnTo>
                  <a:lnTo>
                    <a:pt x="3133354" y="128677"/>
                  </a:lnTo>
                  <a:lnTo>
                    <a:pt x="3132283" y="128351"/>
                  </a:lnTo>
                  <a:lnTo>
                    <a:pt x="3131211" y="128026"/>
                  </a:lnTo>
                  <a:lnTo>
                    <a:pt x="3130140" y="127701"/>
                  </a:lnTo>
                  <a:lnTo>
                    <a:pt x="3129068" y="127377"/>
                  </a:lnTo>
                  <a:lnTo>
                    <a:pt x="3127996" y="127053"/>
                  </a:lnTo>
                  <a:lnTo>
                    <a:pt x="3126925" y="126729"/>
                  </a:lnTo>
                  <a:lnTo>
                    <a:pt x="3125853" y="126406"/>
                  </a:lnTo>
                  <a:lnTo>
                    <a:pt x="3124782" y="126083"/>
                  </a:lnTo>
                  <a:lnTo>
                    <a:pt x="3123710" y="125761"/>
                  </a:lnTo>
                  <a:lnTo>
                    <a:pt x="3122638" y="125439"/>
                  </a:lnTo>
                  <a:lnTo>
                    <a:pt x="3121567" y="125117"/>
                  </a:lnTo>
                  <a:lnTo>
                    <a:pt x="3120495" y="124796"/>
                  </a:lnTo>
                  <a:lnTo>
                    <a:pt x="3119424" y="124475"/>
                  </a:lnTo>
                  <a:lnTo>
                    <a:pt x="3118352" y="124155"/>
                  </a:lnTo>
                  <a:lnTo>
                    <a:pt x="3117280" y="123835"/>
                  </a:lnTo>
                  <a:lnTo>
                    <a:pt x="3116209" y="123515"/>
                  </a:lnTo>
                  <a:lnTo>
                    <a:pt x="3115137" y="123196"/>
                  </a:lnTo>
                  <a:lnTo>
                    <a:pt x="3114066" y="122878"/>
                  </a:lnTo>
                  <a:lnTo>
                    <a:pt x="3112994" y="122560"/>
                  </a:lnTo>
                  <a:lnTo>
                    <a:pt x="3111922" y="122242"/>
                  </a:lnTo>
                  <a:lnTo>
                    <a:pt x="3110851" y="121924"/>
                  </a:lnTo>
                  <a:lnTo>
                    <a:pt x="3109779" y="121607"/>
                  </a:lnTo>
                  <a:lnTo>
                    <a:pt x="3108708" y="121291"/>
                  </a:lnTo>
                  <a:lnTo>
                    <a:pt x="3107636" y="120975"/>
                  </a:lnTo>
                  <a:lnTo>
                    <a:pt x="3106564" y="120659"/>
                  </a:lnTo>
                  <a:lnTo>
                    <a:pt x="3105493" y="120344"/>
                  </a:lnTo>
                  <a:lnTo>
                    <a:pt x="3104421" y="120029"/>
                  </a:lnTo>
                  <a:lnTo>
                    <a:pt x="3103350" y="119715"/>
                  </a:lnTo>
                  <a:lnTo>
                    <a:pt x="3102278" y="119401"/>
                  </a:lnTo>
                  <a:lnTo>
                    <a:pt x="3101206" y="119088"/>
                  </a:lnTo>
                  <a:lnTo>
                    <a:pt x="3100135" y="118775"/>
                  </a:lnTo>
                  <a:lnTo>
                    <a:pt x="3099063" y="118462"/>
                  </a:lnTo>
                  <a:lnTo>
                    <a:pt x="3097992" y="118150"/>
                  </a:lnTo>
                  <a:lnTo>
                    <a:pt x="3096920" y="117839"/>
                  </a:lnTo>
                  <a:lnTo>
                    <a:pt x="3095848" y="117528"/>
                  </a:lnTo>
                  <a:lnTo>
                    <a:pt x="3094777" y="117217"/>
                  </a:lnTo>
                  <a:lnTo>
                    <a:pt x="3093705" y="116907"/>
                  </a:lnTo>
                  <a:lnTo>
                    <a:pt x="3092634" y="116597"/>
                  </a:lnTo>
                  <a:lnTo>
                    <a:pt x="3091562" y="116288"/>
                  </a:lnTo>
                  <a:lnTo>
                    <a:pt x="3090490" y="115979"/>
                  </a:lnTo>
                  <a:lnTo>
                    <a:pt x="3089419" y="115671"/>
                  </a:lnTo>
                  <a:lnTo>
                    <a:pt x="3088347" y="115363"/>
                  </a:lnTo>
                  <a:lnTo>
                    <a:pt x="3087276" y="115055"/>
                  </a:lnTo>
                  <a:lnTo>
                    <a:pt x="3086204" y="114748"/>
                  </a:lnTo>
                  <a:lnTo>
                    <a:pt x="3085132" y="114442"/>
                  </a:lnTo>
                  <a:lnTo>
                    <a:pt x="3084061" y="114136"/>
                  </a:lnTo>
                  <a:lnTo>
                    <a:pt x="3082989" y="113830"/>
                  </a:lnTo>
                  <a:lnTo>
                    <a:pt x="3081918" y="113525"/>
                  </a:lnTo>
                  <a:lnTo>
                    <a:pt x="3080846" y="113221"/>
                  </a:lnTo>
                  <a:lnTo>
                    <a:pt x="3079774" y="112917"/>
                  </a:lnTo>
                  <a:lnTo>
                    <a:pt x="3078703" y="112613"/>
                  </a:lnTo>
                  <a:lnTo>
                    <a:pt x="3077631" y="112310"/>
                  </a:lnTo>
                  <a:lnTo>
                    <a:pt x="3076560" y="112007"/>
                  </a:lnTo>
                  <a:lnTo>
                    <a:pt x="3075488" y="111705"/>
                  </a:lnTo>
                  <a:lnTo>
                    <a:pt x="3074416" y="111404"/>
                  </a:lnTo>
                  <a:lnTo>
                    <a:pt x="3073345" y="111102"/>
                  </a:lnTo>
                  <a:lnTo>
                    <a:pt x="3072273" y="110802"/>
                  </a:lnTo>
                  <a:lnTo>
                    <a:pt x="3071202" y="110502"/>
                  </a:lnTo>
                  <a:lnTo>
                    <a:pt x="3070130" y="110202"/>
                  </a:lnTo>
                  <a:lnTo>
                    <a:pt x="3069058" y="109903"/>
                  </a:lnTo>
                  <a:lnTo>
                    <a:pt x="3067987" y="109604"/>
                  </a:lnTo>
                  <a:lnTo>
                    <a:pt x="3066915" y="109306"/>
                  </a:lnTo>
                  <a:lnTo>
                    <a:pt x="3065844" y="109008"/>
                  </a:lnTo>
                  <a:lnTo>
                    <a:pt x="3064772" y="108711"/>
                  </a:lnTo>
                  <a:lnTo>
                    <a:pt x="3063700" y="108415"/>
                  </a:lnTo>
                  <a:lnTo>
                    <a:pt x="3062629" y="108119"/>
                  </a:lnTo>
                  <a:lnTo>
                    <a:pt x="3061557" y="107823"/>
                  </a:lnTo>
                  <a:lnTo>
                    <a:pt x="3060486" y="107528"/>
                  </a:lnTo>
                  <a:lnTo>
                    <a:pt x="3059414" y="107234"/>
                  </a:lnTo>
                  <a:lnTo>
                    <a:pt x="3058342" y="106940"/>
                  </a:lnTo>
                  <a:lnTo>
                    <a:pt x="3057271" y="106646"/>
                  </a:lnTo>
                  <a:lnTo>
                    <a:pt x="3056199" y="106353"/>
                  </a:lnTo>
                  <a:lnTo>
                    <a:pt x="3055128" y="106061"/>
                  </a:lnTo>
                  <a:lnTo>
                    <a:pt x="3054056" y="105769"/>
                  </a:lnTo>
                  <a:lnTo>
                    <a:pt x="3052984" y="105477"/>
                  </a:lnTo>
                  <a:lnTo>
                    <a:pt x="3051913" y="105187"/>
                  </a:lnTo>
                  <a:lnTo>
                    <a:pt x="3050841" y="104896"/>
                  </a:lnTo>
                  <a:lnTo>
                    <a:pt x="3049770" y="104606"/>
                  </a:lnTo>
                  <a:lnTo>
                    <a:pt x="3048698" y="104317"/>
                  </a:lnTo>
                  <a:lnTo>
                    <a:pt x="3047626" y="104029"/>
                  </a:lnTo>
                  <a:lnTo>
                    <a:pt x="3046555" y="103740"/>
                  </a:lnTo>
                  <a:lnTo>
                    <a:pt x="3045483" y="103453"/>
                  </a:lnTo>
                  <a:lnTo>
                    <a:pt x="3044412" y="103166"/>
                  </a:lnTo>
                  <a:lnTo>
                    <a:pt x="3043340" y="102879"/>
                  </a:lnTo>
                  <a:lnTo>
                    <a:pt x="3042268" y="102593"/>
                  </a:lnTo>
                  <a:lnTo>
                    <a:pt x="3041197" y="102308"/>
                  </a:lnTo>
                  <a:lnTo>
                    <a:pt x="3040125" y="102023"/>
                  </a:lnTo>
                  <a:lnTo>
                    <a:pt x="3039054" y="101739"/>
                  </a:lnTo>
                  <a:lnTo>
                    <a:pt x="3037982" y="101455"/>
                  </a:lnTo>
                  <a:lnTo>
                    <a:pt x="3036910" y="101172"/>
                  </a:lnTo>
                  <a:lnTo>
                    <a:pt x="3035839" y="100889"/>
                  </a:lnTo>
                  <a:lnTo>
                    <a:pt x="3034767" y="100607"/>
                  </a:lnTo>
                  <a:lnTo>
                    <a:pt x="3033696" y="100326"/>
                  </a:lnTo>
                  <a:lnTo>
                    <a:pt x="3032624" y="100045"/>
                  </a:lnTo>
                  <a:lnTo>
                    <a:pt x="3031552" y="99764"/>
                  </a:lnTo>
                  <a:lnTo>
                    <a:pt x="3030481" y="99484"/>
                  </a:lnTo>
                  <a:lnTo>
                    <a:pt x="3029409" y="99205"/>
                  </a:lnTo>
                  <a:lnTo>
                    <a:pt x="3028338" y="98927"/>
                  </a:lnTo>
                  <a:lnTo>
                    <a:pt x="3027266" y="98648"/>
                  </a:lnTo>
                  <a:lnTo>
                    <a:pt x="3026194" y="98371"/>
                  </a:lnTo>
                  <a:lnTo>
                    <a:pt x="3025123" y="98094"/>
                  </a:lnTo>
                  <a:lnTo>
                    <a:pt x="3024051" y="97818"/>
                  </a:lnTo>
                  <a:lnTo>
                    <a:pt x="3022980" y="97542"/>
                  </a:lnTo>
                  <a:lnTo>
                    <a:pt x="3021908" y="97267"/>
                  </a:lnTo>
                  <a:lnTo>
                    <a:pt x="3020836" y="96992"/>
                  </a:lnTo>
                  <a:lnTo>
                    <a:pt x="3019765" y="96718"/>
                  </a:lnTo>
                  <a:lnTo>
                    <a:pt x="3018693" y="96445"/>
                  </a:lnTo>
                  <a:lnTo>
                    <a:pt x="3017622" y="96172"/>
                  </a:lnTo>
                  <a:lnTo>
                    <a:pt x="3016550" y="95900"/>
                  </a:lnTo>
                  <a:lnTo>
                    <a:pt x="3015479" y="95628"/>
                  </a:lnTo>
                  <a:lnTo>
                    <a:pt x="3014407" y="95357"/>
                  </a:lnTo>
                  <a:lnTo>
                    <a:pt x="3013335" y="95087"/>
                  </a:lnTo>
                  <a:lnTo>
                    <a:pt x="3012264" y="94817"/>
                  </a:lnTo>
                  <a:lnTo>
                    <a:pt x="3011192" y="94548"/>
                  </a:lnTo>
                  <a:lnTo>
                    <a:pt x="3010121" y="94279"/>
                  </a:lnTo>
                  <a:lnTo>
                    <a:pt x="3009049" y="94011"/>
                  </a:lnTo>
                  <a:lnTo>
                    <a:pt x="3007977" y="93744"/>
                  </a:lnTo>
                  <a:lnTo>
                    <a:pt x="3006906" y="93477"/>
                  </a:lnTo>
                  <a:lnTo>
                    <a:pt x="3005834" y="93211"/>
                  </a:lnTo>
                  <a:lnTo>
                    <a:pt x="3004763" y="92945"/>
                  </a:lnTo>
                  <a:lnTo>
                    <a:pt x="3003691" y="92681"/>
                  </a:lnTo>
                  <a:lnTo>
                    <a:pt x="3002619" y="92416"/>
                  </a:lnTo>
                  <a:lnTo>
                    <a:pt x="3001548" y="92153"/>
                  </a:lnTo>
                  <a:lnTo>
                    <a:pt x="3000476" y="91890"/>
                  </a:lnTo>
                  <a:lnTo>
                    <a:pt x="2999405" y="91627"/>
                  </a:lnTo>
                  <a:lnTo>
                    <a:pt x="2998333" y="91365"/>
                  </a:lnTo>
                  <a:lnTo>
                    <a:pt x="2997261" y="91104"/>
                  </a:lnTo>
                  <a:lnTo>
                    <a:pt x="2996190" y="90844"/>
                  </a:lnTo>
                  <a:lnTo>
                    <a:pt x="2995118" y="90584"/>
                  </a:lnTo>
                  <a:lnTo>
                    <a:pt x="2994047" y="90325"/>
                  </a:lnTo>
                  <a:lnTo>
                    <a:pt x="2992975" y="90066"/>
                  </a:lnTo>
                  <a:lnTo>
                    <a:pt x="2991903" y="89808"/>
                  </a:lnTo>
                  <a:lnTo>
                    <a:pt x="2990832" y="89551"/>
                  </a:lnTo>
                  <a:lnTo>
                    <a:pt x="2989760" y="89294"/>
                  </a:lnTo>
                  <a:lnTo>
                    <a:pt x="2988689" y="89038"/>
                  </a:lnTo>
                  <a:lnTo>
                    <a:pt x="2987617" y="88783"/>
                  </a:lnTo>
                  <a:lnTo>
                    <a:pt x="2986545" y="88528"/>
                  </a:lnTo>
                  <a:lnTo>
                    <a:pt x="2985474" y="88274"/>
                  </a:lnTo>
                  <a:lnTo>
                    <a:pt x="2984402" y="88021"/>
                  </a:lnTo>
                  <a:lnTo>
                    <a:pt x="2983331" y="87768"/>
                  </a:lnTo>
                  <a:lnTo>
                    <a:pt x="2982259" y="87516"/>
                  </a:lnTo>
                  <a:lnTo>
                    <a:pt x="2981187" y="87265"/>
                  </a:lnTo>
                  <a:lnTo>
                    <a:pt x="2980116" y="87014"/>
                  </a:lnTo>
                  <a:lnTo>
                    <a:pt x="2979044" y="86764"/>
                  </a:lnTo>
                  <a:lnTo>
                    <a:pt x="2977973" y="86515"/>
                  </a:lnTo>
                  <a:lnTo>
                    <a:pt x="2976901" y="86266"/>
                  </a:lnTo>
                  <a:lnTo>
                    <a:pt x="2975829" y="86018"/>
                  </a:lnTo>
                  <a:lnTo>
                    <a:pt x="2974758" y="85771"/>
                  </a:lnTo>
                  <a:lnTo>
                    <a:pt x="2973686" y="85524"/>
                  </a:lnTo>
                  <a:lnTo>
                    <a:pt x="2972615" y="85279"/>
                  </a:lnTo>
                  <a:lnTo>
                    <a:pt x="2971543" y="85033"/>
                  </a:lnTo>
                  <a:lnTo>
                    <a:pt x="2970471" y="84789"/>
                  </a:lnTo>
                  <a:lnTo>
                    <a:pt x="2969400" y="84545"/>
                  </a:lnTo>
                  <a:lnTo>
                    <a:pt x="2968328" y="84302"/>
                  </a:lnTo>
                  <a:lnTo>
                    <a:pt x="2967257" y="84059"/>
                  </a:lnTo>
                  <a:lnTo>
                    <a:pt x="2966185" y="83818"/>
                  </a:lnTo>
                  <a:lnTo>
                    <a:pt x="2965113" y="83576"/>
                  </a:lnTo>
                  <a:lnTo>
                    <a:pt x="2964042" y="83336"/>
                  </a:lnTo>
                  <a:lnTo>
                    <a:pt x="2962970" y="83096"/>
                  </a:lnTo>
                  <a:lnTo>
                    <a:pt x="2961899" y="82857"/>
                  </a:lnTo>
                  <a:lnTo>
                    <a:pt x="2960827" y="82619"/>
                  </a:lnTo>
                  <a:lnTo>
                    <a:pt x="2959755" y="82382"/>
                  </a:lnTo>
                  <a:lnTo>
                    <a:pt x="2958684" y="82145"/>
                  </a:lnTo>
                  <a:lnTo>
                    <a:pt x="2957612" y="81909"/>
                  </a:lnTo>
                  <a:lnTo>
                    <a:pt x="2956541" y="81673"/>
                  </a:lnTo>
                  <a:lnTo>
                    <a:pt x="2955469" y="81439"/>
                  </a:lnTo>
                  <a:lnTo>
                    <a:pt x="2954397" y="81205"/>
                  </a:lnTo>
                  <a:lnTo>
                    <a:pt x="2953326" y="80971"/>
                  </a:lnTo>
                  <a:lnTo>
                    <a:pt x="2952254" y="80739"/>
                  </a:lnTo>
                  <a:lnTo>
                    <a:pt x="2951183" y="80507"/>
                  </a:lnTo>
                  <a:lnTo>
                    <a:pt x="2950111" y="80276"/>
                  </a:lnTo>
                  <a:lnTo>
                    <a:pt x="2949039" y="80046"/>
                  </a:lnTo>
                  <a:lnTo>
                    <a:pt x="2947968" y="79816"/>
                  </a:lnTo>
                  <a:lnTo>
                    <a:pt x="2946896" y="79587"/>
                  </a:lnTo>
                  <a:lnTo>
                    <a:pt x="2945825" y="79359"/>
                  </a:lnTo>
                  <a:lnTo>
                    <a:pt x="2944753" y="79131"/>
                  </a:lnTo>
                  <a:lnTo>
                    <a:pt x="2943681" y="78905"/>
                  </a:lnTo>
                  <a:lnTo>
                    <a:pt x="2942610" y="78679"/>
                  </a:lnTo>
                  <a:lnTo>
                    <a:pt x="2941538" y="78454"/>
                  </a:lnTo>
                  <a:lnTo>
                    <a:pt x="2940467" y="78229"/>
                  </a:lnTo>
                  <a:lnTo>
                    <a:pt x="2939395" y="78005"/>
                  </a:lnTo>
                  <a:lnTo>
                    <a:pt x="2938323" y="77782"/>
                  </a:lnTo>
                  <a:lnTo>
                    <a:pt x="2937252" y="77560"/>
                  </a:lnTo>
                  <a:lnTo>
                    <a:pt x="2936180" y="77339"/>
                  </a:lnTo>
                  <a:lnTo>
                    <a:pt x="2935109" y="77118"/>
                  </a:lnTo>
                  <a:lnTo>
                    <a:pt x="2934037" y="76898"/>
                  </a:lnTo>
                  <a:lnTo>
                    <a:pt x="2932965" y="76679"/>
                  </a:lnTo>
                  <a:lnTo>
                    <a:pt x="2931894" y="76460"/>
                  </a:lnTo>
                  <a:lnTo>
                    <a:pt x="2930822" y="76242"/>
                  </a:lnTo>
                  <a:lnTo>
                    <a:pt x="2929751" y="76025"/>
                  </a:lnTo>
                  <a:lnTo>
                    <a:pt x="2928679" y="75809"/>
                  </a:lnTo>
                  <a:lnTo>
                    <a:pt x="2927607" y="75594"/>
                  </a:lnTo>
                  <a:lnTo>
                    <a:pt x="2926536" y="75379"/>
                  </a:lnTo>
                  <a:lnTo>
                    <a:pt x="2925464" y="75165"/>
                  </a:lnTo>
                  <a:lnTo>
                    <a:pt x="2924393" y="74952"/>
                  </a:lnTo>
                  <a:lnTo>
                    <a:pt x="2923321" y="74739"/>
                  </a:lnTo>
                  <a:lnTo>
                    <a:pt x="2922249" y="74528"/>
                  </a:lnTo>
                  <a:lnTo>
                    <a:pt x="2921178" y="74317"/>
                  </a:lnTo>
                  <a:lnTo>
                    <a:pt x="2920106" y="74107"/>
                  </a:lnTo>
                  <a:lnTo>
                    <a:pt x="2919035" y="73897"/>
                  </a:lnTo>
                  <a:lnTo>
                    <a:pt x="2917963" y="73689"/>
                  </a:lnTo>
                  <a:lnTo>
                    <a:pt x="2916891" y="73481"/>
                  </a:lnTo>
                  <a:lnTo>
                    <a:pt x="2915820" y="73274"/>
                  </a:lnTo>
                  <a:lnTo>
                    <a:pt x="2914748" y="73068"/>
                  </a:lnTo>
                  <a:lnTo>
                    <a:pt x="2913677" y="72862"/>
                  </a:lnTo>
                  <a:lnTo>
                    <a:pt x="2912605" y="72657"/>
                  </a:lnTo>
                  <a:lnTo>
                    <a:pt x="2911533" y="72454"/>
                  </a:lnTo>
                  <a:lnTo>
                    <a:pt x="2910462" y="72250"/>
                  </a:lnTo>
                  <a:lnTo>
                    <a:pt x="2909390" y="72048"/>
                  </a:lnTo>
                  <a:lnTo>
                    <a:pt x="2908319" y="71846"/>
                  </a:lnTo>
                  <a:lnTo>
                    <a:pt x="2907247" y="71646"/>
                  </a:lnTo>
                  <a:lnTo>
                    <a:pt x="2906175" y="71446"/>
                  </a:lnTo>
                  <a:lnTo>
                    <a:pt x="2905104" y="71246"/>
                  </a:lnTo>
                  <a:lnTo>
                    <a:pt x="2904032" y="71048"/>
                  </a:lnTo>
                  <a:lnTo>
                    <a:pt x="2902961" y="70850"/>
                  </a:lnTo>
                  <a:lnTo>
                    <a:pt x="2901889" y="70654"/>
                  </a:lnTo>
                  <a:lnTo>
                    <a:pt x="2900817" y="70457"/>
                  </a:lnTo>
                  <a:lnTo>
                    <a:pt x="2899746" y="70262"/>
                  </a:lnTo>
                  <a:lnTo>
                    <a:pt x="2898674" y="70068"/>
                  </a:lnTo>
                  <a:lnTo>
                    <a:pt x="2897603" y="69874"/>
                  </a:lnTo>
                  <a:lnTo>
                    <a:pt x="2896531" y="69681"/>
                  </a:lnTo>
                  <a:lnTo>
                    <a:pt x="2895459" y="69489"/>
                  </a:lnTo>
                  <a:lnTo>
                    <a:pt x="2894388" y="69298"/>
                  </a:lnTo>
                  <a:lnTo>
                    <a:pt x="2893316" y="69107"/>
                  </a:lnTo>
                  <a:lnTo>
                    <a:pt x="2892245" y="68918"/>
                  </a:lnTo>
                  <a:lnTo>
                    <a:pt x="2891173" y="68729"/>
                  </a:lnTo>
                  <a:lnTo>
                    <a:pt x="2890101" y="68541"/>
                  </a:lnTo>
                  <a:lnTo>
                    <a:pt x="2889030" y="68353"/>
                  </a:lnTo>
                  <a:lnTo>
                    <a:pt x="2887958" y="68167"/>
                  </a:lnTo>
                  <a:lnTo>
                    <a:pt x="2886887" y="67981"/>
                  </a:lnTo>
                  <a:lnTo>
                    <a:pt x="2885815" y="67796"/>
                  </a:lnTo>
                  <a:lnTo>
                    <a:pt x="2884743" y="67612"/>
                  </a:lnTo>
                  <a:lnTo>
                    <a:pt x="2883672" y="67429"/>
                  </a:lnTo>
                  <a:lnTo>
                    <a:pt x="2882600" y="67246"/>
                  </a:lnTo>
                  <a:lnTo>
                    <a:pt x="2881529" y="67065"/>
                  </a:lnTo>
                  <a:lnTo>
                    <a:pt x="2880457" y="66884"/>
                  </a:lnTo>
                  <a:lnTo>
                    <a:pt x="2879385" y="66704"/>
                  </a:lnTo>
                  <a:lnTo>
                    <a:pt x="2878314" y="66525"/>
                  </a:lnTo>
                  <a:lnTo>
                    <a:pt x="2877242" y="66346"/>
                  </a:lnTo>
                  <a:lnTo>
                    <a:pt x="2876171" y="66169"/>
                  </a:lnTo>
                  <a:lnTo>
                    <a:pt x="2875099" y="65992"/>
                  </a:lnTo>
                  <a:lnTo>
                    <a:pt x="2874027" y="65816"/>
                  </a:lnTo>
                  <a:lnTo>
                    <a:pt x="2872956" y="65641"/>
                  </a:lnTo>
                  <a:lnTo>
                    <a:pt x="2871884" y="65466"/>
                  </a:lnTo>
                  <a:lnTo>
                    <a:pt x="2870813" y="65293"/>
                  </a:lnTo>
                  <a:lnTo>
                    <a:pt x="2869741" y="65120"/>
                  </a:lnTo>
                  <a:lnTo>
                    <a:pt x="2868669" y="64948"/>
                  </a:lnTo>
                  <a:lnTo>
                    <a:pt x="2867598" y="64777"/>
                  </a:lnTo>
                  <a:lnTo>
                    <a:pt x="2866526" y="64607"/>
                  </a:lnTo>
                  <a:lnTo>
                    <a:pt x="2865455" y="64437"/>
                  </a:lnTo>
                  <a:lnTo>
                    <a:pt x="2864383" y="64269"/>
                  </a:lnTo>
                  <a:lnTo>
                    <a:pt x="2863311" y="64101"/>
                  </a:lnTo>
                  <a:lnTo>
                    <a:pt x="2862240" y="63934"/>
                  </a:lnTo>
                  <a:lnTo>
                    <a:pt x="2861168" y="63768"/>
                  </a:lnTo>
                  <a:lnTo>
                    <a:pt x="2860097" y="63602"/>
                  </a:lnTo>
                  <a:lnTo>
                    <a:pt x="2859025" y="63438"/>
                  </a:lnTo>
                  <a:lnTo>
                    <a:pt x="2857953" y="63274"/>
                  </a:lnTo>
                  <a:lnTo>
                    <a:pt x="2856882" y="63111"/>
                  </a:lnTo>
                  <a:lnTo>
                    <a:pt x="2855810" y="62949"/>
                  </a:lnTo>
                  <a:lnTo>
                    <a:pt x="2854739" y="62788"/>
                  </a:lnTo>
                  <a:lnTo>
                    <a:pt x="2853667" y="62627"/>
                  </a:lnTo>
                  <a:lnTo>
                    <a:pt x="2852595" y="62468"/>
                  </a:lnTo>
                  <a:lnTo>
                    <a:pt x="2851524" y="62309"/>
                  </a:lnTo>
                  <a:lnTo>
                    <a:pt x="2850452" y="62151"/>
                  </a:lnTo>
                  <a:lnTo>
                    <a:pt x="2849381" y="61994"/>
                  </a:lnTo>
                  <a:lnTo>
                    <a:pt x="2848309" y="61837"/>
                  </a:lnTo>
                  <a:lnTo>
                    <a:pt x="2847237" y="61682"/>
                  </a:lnTo>
                  <a:lnTo>
                    <a:pt x="2846166" y="61527"/>
                  </a:lnTo>
                  <a:lnTo>
                    <a:pt x="2845094" y="61373"/>
                  </a:lnTo>
                  <a:lnTo>
                    <a:pt x="2844023" y="61220"/>
                  </a:lnTo>
                  <a:lnTo>
                    <a:pt x="2842951" y="61068"/>
                  </a:lnTo>
                  <a:lnTo>
                    <a:pt x="2841879" y="60917"/>
                  </a:lnTo>
                  <a:lnTo>
                    <a:pt x="2840808" y="60766"/>
                  </a:lnTo>
                  <a:lnTo>
                    <a:pt x="2839736" y="60616"/>
                  </a:lnTo>
                  <a:lnTo>
                    <a:pt x="2838665" y="60467"/>
                  </a:lnTo>
                  <a:lnTo>
                    <a:pt x="2837593" y="60319"/>
                  </a:lnTo>
                  <a:lnTo>
                    <a:pt x="2836522" y="60172"/>
                  </a:lnTo>
                  <a:lnTo>
                    <a:pt x="2835450" y="60025"/>
                  </a:lnTo>
                  <a:lnTo>
                    <a:pt x="2834378" y="59880"/>
                  </a:lnTo>
                  <a:lnTo>
                    <a:pt x="2833307" y="59735"/>
                  </a:lnTo>
                  <a:lnTo>
                    <a:pt x="2832235" y="59591"/>
                  </a:lnTo>
                  <a:lnTo>
                    <a:pt x="2831164" y="59448"/>
                  </a:lnTo>
                  <a:lnTo>
                    <a:pt x="2830092" y="59305"/>
                  </a:lnTo>
                  <a:lnTo>
                    <a:pt x="2829020" y="59164"/>
                  </a:lnTo>
                  <a:lnTo>
                    <a:pt x="2827949" y="59023"/>
                  </a:lnTo>
                  <a:lnTo>
                    <a:pt x="2826877" y="58883"/>
                  </a:lnTo>
                  <a:lnTo>
                    <a:pt x="2825806" y="58744"/>
                  </a:lnTo>
                  <a:lnTo>
                    <a:pt x="2824734" y="58606"/>
                  </a:lnTo>
                  <a:lnTo>
                    <a:pt x="2823662" y="58469"/>
                  </a:lnTo>
                  <a:lnTo>
                    <a:pt x="2822591" y="58332"/>
                  </a:lnTo>
                  <a:lnTo>
                    <a:pt x="2821519" y="58196"/>
                  </a:lnTo>
                  <a:lnTo>
                    <a:pt x="2820448" y="58061"/>
                  </a:lnTo>
                  <a:lnTo>
                    <a:pt x="2819376" y="57927"/>
                  </a:lnTo>
                  <a:lnTo>
                    <a:pt x="2818304" y="57794"/>
                  </a:lnTo>
                  <a:lnTo>
                    <a:pt x="2817233" y="57661"/>
                  </a:lnTo>
                  <a:lnTo>
                    <a:pt x="2816161" y="57530"/>
                  </a:lnTo>
                  <a:lnTo>
                    <a:pt x="2815090" y="57399"/>
                  </a:lnTo>
                  <a:lnTo>
                    <a:pt x="2814018" y="57269"/>
                  </a:lnTo>
                  <a:lnTo>
                    <a:pt x="2812946" y="57140"/>
                  </a:lnTo>
                  <a:lnTo>
                    <a:pt x="2811875" y="57011"/>
                  </a:lnTo>
                  <a:lnTo>
                    <a:pt x="2810803" y="56884"/>
                  </a:lnTo>
                  <a:lnTo>
                    <a:pt x="2809732" y="56757"/>
                  </a:lnTo>
                  <a:lnTo>
                    <a:pt x="2808660" y="56631"/>
                  </a:lnTo>
                  <a:lnTo>
                    <a:pt x="2807588" y="56506"/>
                  </a:lnTo>
                  <a:lnTo>
                    <a:pt x="2806517" y="56382"/>
                  </a:lnTo>
                  <a:lnTo>
                    <a:pt x="2805445" y="56258"/>
                  </a:lnTo>
                  <a:lnTo>
                    <a:pt x="2804374" y="56136"/>
                  </a:lnTo>
                  <a:lnTo>
                    <a:pt x="2803302" y="56014"/>
                  </a:lnTo>
                  <a:lnTo>
                    <a:pt x="2802230" y="55893"/>
                  </a:lnTo>
                  <a:lnTo>
                    <a:pt x="2801159" y="55772"/>
                  </a:lnTo>
                  <a:lnTo>
                    <a:pt x="2800087" y="55653"/>
                  </a:lnTo>
                  <a:lnTo>
                    <a:pt x="2799016" y="55534"/>
                  </a:lnTo>
                  <a:lnTo>
                    <a:pt x="2797944" y="55417"/>
                  </a:lnTo>
                  <a:lnTo>
                    <a:pt x="2796872" y="55300"/>
                  </a:lnTo>
                  <a:lnTo>
                    <a:pt x="2795801" y="55183"/>
                  </a:lnTo>
                  <a:lnTo>
                    <a:pt x="2794729" y="55068"/>
                  </a:lnTo>
                  <a:lnTo>
                    <a:pt x="2793658" y="54954"/>
                  </a:lnTo>
                  <a:lnTo>
                    <a:pt x="2792586" y="54840"/>
                  </a:lnTo>
                  <a:lnTo>
                    <a:pt x="2791514" y="54727"/>
                  </a:lnTo>
                  <a:lnTo>
                    <a:pt x="2790443" y="54615"/>
                  </a:lnTo>
                  <a:lnTo>
                    <a:pt x="2789371" y="54503"/>
                  </a:lnTo>
                  <a:lnTo>
                    <a:pt x="2788300" y="54393"/>
                  </a:lnTo>
                  <a:lnTo>
                    <a:pt x="2787228" y="54283"/>
                  </a:lnTo>
                  <a:lnTo>
                    <a:pt x="2786156" y="54174"/>
                  </a:lnTo>
                  <a:lnTo>
                    <a:pt x="2785085" y="54066"/>
                  </a:lnTo>
                  <a:lnTo>
                    <a:pt x="2784013" y="53959"/>
                  </a:lnTo>
                  <a:lnTo>
                    <a:pt x="2782942" y="53852"/>
                  </a:lnTo>
                  <a:lnTo>
                    <a:pt x="2781870" y="53747"/>
                  </a:lnTo>
                  <a:lnTo>
                    <a:pt x="2780798" y="53642"/>
                  </a:lnTo>
                  <a:lnTo>
                    <a:pt x="2779727" y="53538"/>
                  </a:lnTo>
                  <a:lnTo>
                    <a:pt x="2778655" y="53435"/>
                  </a:lnTo>
                  <a:lnTo>
                    <a:pt x="2777584" y="53332"/>
                  </a:lnTo>
                  <a:lnTo>
                    <a:pt x="2776512" y="53230"/>
                  </a:lnTo>
                  <a:lnTo>
                    <a:pt x="2775440" y="53129"/>
                  </a:lnTo>
                  <a:lnTo>
                    <a:pt x="2774369" y="53029"/>
                  </a:lnTo>
                  <a:lnTo>
                    <a:pt x="2773297" y="52930"/>
                  </a:lnTo>
                  <a:lnTo>
                    <a:pt x="2772226" y="52831"/>
                  </a:lnTo>
                  <a:lnTo>
                    <a:pt x="2771154" y="52734"/>
                  </a:lnTo>
                  <a:lnTo>
                    <a:pt x="2770082" y="52637"/>
                  </a:lnTo>
                  <a:lnTo>
                    <a:pt x="2769011" y="52541"/>
                  </a:lnTo>
                  <a:lnTo>
                    <a:pt x="2767939" y="52445"/>
                  </a:lnTo>
                  <a:lnTo>
                    <a:pt x="2766868" y="52351"/>
                  </a:lnTo>
                  <a:lnTo>
                    <a:pt x="2765796" y="52257"/>
                  </a:lnTo>
                  <a:lnTo>
                    <a:pt x="2764724" y="52164"/>
                  </a:lnTo>
                  <a:lnTo>
                    <a:pt x="2763653" y="52072"/>
                  </a:lnTo>
                  <a:lnTo>
                    <a:pt x="2762581" y="51980"/>
                  </a:lnTo>
                  <a:lnTo>
                    <a:pt x="2761510" y="51889"/>
                  </a:lnTo>
                  <a:lnTo>
                    <a:pt x="2760438" y="51800"/>
                  </a:lnTo>
                  <a:lnTo>
                    <a:pt x="2759366" y="51710"/>
                  </a:lnTo>
                  <a:lnTo>
                    <a:pt x="2758295" y="51622"/>
                  </a:lnTo>
                  <a:lnTo>
                    <a:pt x="2757223" y="51535"/>
                  </a:lnTo>
                  <a:lnTo>
                    <a:pt x="2756152" y="51448"/>
                  </a:lnTo>
                  <a:lnTo>
                    <a:pt x="2755080" y="51362"/>
                  </a:lnTo>
                  <a:lnTo>
                    <a:pt x="2754008" y="51276"/>
                  </a:lnTo>
                  <a:lnTo>
                    <a:pt x="2752937" y="51192"/>
                  </a:lnTo>
                  <a:lnTo>
                    <a:pt x="2751865" y="51108"/>
                  </a:lnTo>
                  <a:lnTo>
                    <a:pt x="2750794" y="51025"/>
                  </a:lnTo>
                  <a:lnTo>
                    <a:pt x="2749722" y="50943"/>
                  </a:lnTo>
                  <a:lnTo>
                    <a:pt x="2748650" y="50862"/>
                  </a:lnTo>
                  <a:lnTo>
                    <a:pt x="2747579" y="50781"/>
                  </a:lnTo>
                  <a:lnTo>
                    <a:pt x="2746507" y="50701"/>
                  </a:lnTo>
                  <a:lnTo>
                    <a:pt x="2745436" y="50622"/>
                  </a:lnTo>
                  <a:lnTo>
                    <a:pt x="2744364" y="50544"/>
                  </a:lnTo>
                  <a:lnTo>
                    <a:pt x="2743292" y="50466"/>
                  </a:lnTo>
                  <a:lnTo>
                    <a:pt x="2742221" y="50389"/>
                  </a:lnTo>
                  <a:lnTo>
                    <a:pt x="2741149" y="50313"/>
                  </a:lnTo>
                  <a:lnTo>
                    <a:pt x="2740078" y="50238"/>
                  </a:lnTo>
                  <a:lnTo>
                    <a:pt x="2739006" y="50163"/>
                  </a:lnTo>
                  <a:lnTo>
                    <a:pt x="2737934" y="50090"/>
                  </a:lnTo>
                  <a:lnTo>
                    <a:pt x="2736863" y="50016"/>
                  </a:lnTo>
                  <a:lnTo>
                    <a:pt x="2735791" y="49944"/>
                  </a:lnTo>
                  <a:lnTo>
                    <a:pt x="2734720" y="49872"/>
                  </a:lnTo>
                  <a:lnTo>
                    <a:pt x="2733648" y="49802"/>
                  </a:lnTo>
                  <a:lnTo>
                    <a:pt x="2732576" y="49732"/>
                  </a:lnTo>
                  <a:lnTo>
                    <a:pt x="2731505" y="49662"/>
                  </a:lnTo>
                  <a:lnTo>
                    <a:pt x="2730433" y="49594"/>
                  </a:lnTo>
                  <a:lnTo>
                    <a:pt x="2729362" y="49526"/>
                  </a:lnTo>
                  <a:lnTo>
                    <a:pt x="2728290" y="49459"/>
                  </a:lnTo>
                  <a:lnTo>
                    <a:pt x="2727218" y="49392"/>
                  </a:lnTo>
                  <a:lnTo>
                    <a:pt x="2726147" y="49326"/>
                  </a:lnTo>
                  <a:lnTo>
                    <a:pt x="2725075" y="49261"/>
                  </a:lnTo>
                  <a:lnTo>
                    <a:pt x="2724004" y="49197"/>
                  </a:lnTo>
                  <a:lnTo>
                    <a:pt x="2722932" y="49134"/>
                  </a:lnTo>
                  <a:lnTo>
                    <a:pt x="2721860" y="49071"/>
                  </a:lnTo>
                  <a:lnTo>
                    <a:pt x="2720789" y="49009"/>
                  </a:lnTo>
                  <a:lnTo>
                    <a:pt x="2719717" y="48948"/>
                  </a:lnTo>
                  <a:lnTo>
                    <a:pt x="2718646" y="48887"/>
                  </a:lnTo>
                  <a:lnTo>
                    <a:pt x="2717574" y="48827"/>
                  </a:lnTo>
                  <a:lnTo>
                    <a:pt x="2716502" y="48768"/>
                  </a:lnTo>
                  <a:lnTo>
                    <a:pt x="2715431" y="48710"/>
                  </a:lnTo>
                  <a:lnTo>
                    <a:pt x="2714359" y="48652"/>
                  </a:lnTo>
                  <a:lnTo>
                    <a:pt x="2713288" y="48595"/>
                  </a:lnTo>
                  <a:lnTo>
                    <a:pt x="2712216" y="48538"/>
                  </a:lnTo>
                  <a:lnTo>
                    <a:pt x="2711144" y="48483"/>
                  </a:lnTo>
                  <a:lnTo>
                    <a:pt x="2710073" y="48428"/>
                  </a:lnTo>
                  <a:lnTo>
                    <a:pt x="2709001" y="48374"/>
                  </a:lnTo>
                  <a:lnTo>
                    <a:pt x="2707930" y="48320"/>
                  </a:lnTo>
                  <a:lnTo>
                    <a:pt x="2706858" y="48267"/>
                  </a:lnTo>
                  <a:lnTo>
                    <a:pt x="2705786" y="48215"/>
                  </a:lnTo>
                  <a:lnTo>
                    <a:pt x="2704715" y="48164"/>
                  </a:lnTo>
                  <a:lnTo>
                    <a:pt x="2703643" y="48113"/>
                  </a:lnTo>
                  <a:lnTo>
                    <a:pt x="2702572" y="48063"/>
                  </a:lnTo>
                  <a:lnTo>
                    <a:pt x="2701500" y="48014"/>
                  </a:lnTo>
                  <a:lnTo>
                    <a:pt x="2700428" y="47965"/>
                  </a:lnTo>
                  <a:lnTo>
                    <a:pt x="2699357" y="47917"/>
                  </a:lnTo>
                  <a:lnTo>
                    <a:pt x="2698285" y="47870"/>
                  </a:lnTo>
                  <a:lnTo>
                    <a:pt x="2697214" y="47824"/>
                  </a:lnTo>
                  <a:lnTo>
                    <a:pt x="2696142" y="47778"/>
                  </a:lnTo>
                  <a:lnTo>
                    <a:pt x="2695070" y="47732"/>
                  </a:lnTo>
                  <a:lnTo>
                    <a:pt x="2693999" y="47688"/>
                  </a:lnTo>
                  <a:lnTo>
                    <a:pt x="2692927" y="47644"/>
                  </a:lnTo>
                  <a:lnTo>
                    <a:pt x="2691856" y="47601"/>
                  </a:lnTo>
                  <a:lnTo>
                    <a:pt x="2690784" y="47558"/>
                  </a:lnTo>
                  <a:lnTo>
                    <a:pt x="2689712" y="47516"/>
                  </a:lnTo>
                  <a:lnTo>
                    <a:pt x="2688641" y="47475"/>
                  </a:lnTo>
                  <a:lnTo>
                    <a:pt x="2687569" y="47435"/>
                  </a:lnTo>
                  <a:lnTo>
                    <a:pt x="2686498" y="47395"/>
                  </a:lnTo>
                  <a:lnTo>
                    <a:pt x="2685426" y="47356"/>
                  </a:lnTo>
                  <a:lnTo>
                    <a:pt x="2684354" y="47317"/>
                  </a:lnTo>
                  <a:lnTo>
                    <a:pt x="2683283" y="47279"/>
                  </a:lnTo>
                  <a:lnTo>
                    <a:pt x="2682211" y="47242"/>
                  </a:lnTo>
                  <a:lnTo>
                    <a:pt x="2681140" y="47205"/>
                  </a:lnTo>
                  <a:lnTo>
                    <a:pt x="2680068" y="47169"/>
                  </a:lnTo>
                  <a:lnTo>
                    <a:pt x="2678996" y="47134"/>
                  </a:lnTo>
                  <a:lnTo>
                    <a:pt x="2677925" y="47100"/>
                  </a:lnTo>
                  <a:lnTo>
                    <a:pt x="2676853" y="47066"/>
                  </a:lnTo>
                  <a:lnTo>
                    <a:pt x="2675782" y="47032"/>
                  </a:lnTo>
                  <a:lnTo>
                    <a:pt x="2674710" y="46999"/>
                  </a:lnTo>
                  <a:lnTo>
                    <a:pt x="2673638" y="46967"/>
                  </a:lnTo>
                  <a:lnTo>
                    <a:pt x="2672567" y="46936"/>
                  </a:lnTo>
                  <a:lnTo>
                    <a:pt x="2671495" y="46905"/>
                  </a:lnTo>
                  <a:lnTo>
                    <a:pt x="2670424" y="46875"/>
                  </a:lnTo>
                  <a:lnTo>
                    <a:pt x="2669352" y="46845"/>
                  </a:lnTo>
                  <a:lnTo>
                    <a:pt x="2668280" y="46816"/>
                  </a:lnTo>
                  <a:lnTo>
                    <a:pt x="2667209" y="46788"/>
                  </a:lnTo>
                  <a:lnTo>
                    <a:pt x="2666137" y="46760"/>
                  </a:lnTo>
                  <a:lnTo>
                    <a:pt x="2665066" y="46733"/>
                  </a:lnTo>
                  <a:lnTo>
                    <a:pt x="2663994" y="46707"/>
                  </a:lnTo>
                  <a:lnTo>
                    <a:pt x="2662922" y="46681"/>
                  </a:lnTo>
                  <a:lnTo>
                    <a:pt x="2661851" y="46656"/>
                  </a:lnTo>
                  <a:lnTo>
                    <a:pt x="2660779" y="46631"/>
                  </a:lnTo>
                  <a:lnTo>
                    <a:pt x="2659708" y="46607"/>
                  </a:lnTo>
                  <a:lnTo>
                    <a:pt x="2658636" y="46584"/>
                  </a:lnTo>
                  <a:lnTo>
                    <a:pt x="2657565" y="46561"/>
                  </a:lnTo>
                  <a:lnTo>
                    <a:pt x="2656493" y="46539"/>
                  </a:lnTo>
                  <a:lnTo>
                    <a:pt x="2655421" y="46517"/>
                  </a:lnTo>
                  <a:lnTo>
                    <a:pt x="2654350" y="46496"/>
                  </a:lnTo>
                  <a:lnTo>
                    <a:pt x="2653278" y="46475"/>
                  </a:lnTo>
                  <a:lnTo>
                    <a:pt x="2652207" y="46456"/>
                  </a:lnTo>
                  <a:lnTo>
                    <a:pt x="2651135" y="46436"/>
                  </a:lnTo>
                  <a:lnTo>
                    <a:pt x="2650063" y="46418"/>
                  </a:lnTo>
                  <a:lnTo>
                    <a:pt x="2648992" y="46400"/>
                  </a:lnTo>
                  <a:lnTo>
                    <a:pt x="2647920" y="46382"/>
                  </a:lnTo>
                  <a:lnTo>
                    <a:pt x="2646849" y="46365"/>
                  </a:lnTo>
                  <a:lnTo>
                    <a:pt x="2645777" y="46349"/>
                  </a:lnTo>
                  <a:lnTo>
                    <a:pt x="2644705" y="46333"/>
                  </a:lnTo>
                  <a:lnTo>
                    <a:pt x="2643634" y="46318"/>
                  </a:lnTo>
                  <a:lnTo>
                    <a:pt x="2642562" y="46303"/>
                  </a:lnTo>
                  <a:lnTo>
                    <a:pt x="2641491" y="46289"/>
                  </a:lnTo>
                  <a:lnTo>
                    <a:pt x="2640419" y="46275"/>
                  </a:lnTo>
                  <a:lnTo>
                    <a:pt x="2639347" y="46262"/>
                  </a:lnTo>
                  <a:lnTo>
                    <a:pt x="2638276" y="46250"/>
                  </a:lnTo>
                  <a:lnTo>
                    <a:pt x="2637204" y="46238"/>
                  </a:lnTo>
                  <a:lnTo>
                    <a:pt x="2636133" y="46227"/>
                  </a:lnTo>
                  <a:lnTo>
                    <a:pt x="2635061" y="46216"/>
                  </a:lnTo>
                  <a:lnTo>
                    <a:pt x="2633989" y="46206"/>
                  </a:lnTo>
                  <a:lnTo>
                    <a:pt x="2632918" y="46196"/>
                  </a:lnTo>
                  <a:lnTo>
                    <a:pt x="2631846" y="46187"/>
                  </a:lnTo>
                  <a:lnTo>
                    <a:pt x="2630775" y="46179"/>
                  </a:lnTo>
                  <a:lnTo>
                    <a:pt x="2629703" y="46171"/>
                  </a:lnTo>
                  <a:lnTo>
                    <a:pt x="2628631" y="46163"/>
                  </a:lnTo>
                  <a:lnTo>
                    <a:pt x="2627560" y="46156"/>
                  </a:lnTo>
                  <a:lnTo>
                    <a:pt x="2626488" y="46150"/>
                  </a:lnTo>
                  <a:lnTo>
                    <a:pt x="2625417" y="46144"/>
                  </a:lnTo>
                  <a:lnTo>
                    <a:pt x="2624345" y="46138"/>
                  </a:lnTo>
                  <a:lnTo>
                    <a:pt x="2623273" y="46133"/>
                  </a:lnTo>
                  <a:lnTo>
                    <a:pt x="2622202" y="46129"/>
                  </a:lnTo>
                  <a:lnTo>
                    <a:pt x="2621130" y="46125"/>
                  </a:lnTo>
                  <a:lnTo>
                    <a:pt x="2620059" y="46122"/>
                  </a:lnTo>
                  <a:lnTo>
                    <a:pt x="2618987" y="46119"/>
                  </a:lnTo>
                  <a:lnTo>
                    <a:pt x="2617915" y="46117"/>
                  </a:lnTo>
                  <a:lnTo>
                    <a:pt x="2616844" y="46115"/>
                  </a:lnTo>
                  <a:lnTo>
                    <a:pt x="2615772" y="46114"/>
                  </a:lnTo>
                  <a:lnTo>
                    <a:pt x="2614701" y="46113"/>
                  </a:lnTo>
                  <a:lnTo>
                    <a:pt x="2613629" y="46113"/>
                  </a:lnTo>
                  <a:lnTo>
                    <a:pt x="2612557" y="46113"/>
                  </a:lnTo>
                  <a:lnTo>
                    <a:pt x="2611486" y="46114"/>
                  </a:lnTo>
                  <a:lnTo>
                    <a:pt x="2610414" y="46115"/>
                  </a:lnTo>
                  <a:lnTo>
                    <a:pt x="2609343" y="46116"/>
                  </a:lnTo>
                  <a:lnTo>
                    <a:pt x="2608271" y="46119"/>
                  </a:lnTo>
                  <a:lnTo>
                    <a:pt x="2607199" y="46121"/>
                  </a:lnTo>
                  <a:lnTo>
                    <a:pt x="2606128" y="46124"/>
                  </a:lnTo>
                  <a:lnTo>
                    <a:pt x="2605056" y="46128"/>
                  </a:lnTo>
                  <a:lnTo>
                    <a:pt x="2603985" y="46132"/>
                  </a:lnTo>
                  <a:lnTo>
                    <a:pt x="2602913" y="46137"/>
                  </a:lnTo>
                  <a:lnTo>
                    <a:pt x="2601841" y="46142"/>
                  </a:lnTo>
                  <a:lnTo>
                    <a:pt x="2600770" y="46147"/>
                  </a:lnTo>
                  <a:lnTo>
                    <a:pt x="2599698" y="46153"/>
                  </a:lnTo>
                  <a:lnTo>
                    <a:pt x="2598627" y="46159"/>
                  </a:lnTo>
                  <a:lnTo>
                    <a:pt x="2597555" y="46166"/>
                  </a:lnTo>
                  <a:lnTo>
                    <a:pt x="2596483" y="46174"/>
                  </a:lnTo>
                  <a:lnTo>
                    <a:pt x="2595412" y="46181"/>
                  </a:lnTo>
                  <a:lnTo>
                    <a:pt x="2594340" y="46190"/>
                  </a:lnTo>
                  <a:lnTo>
                    <a:pt x="2593269" y="46198"/>
                  </a:lnTo>
                  <a:lnTo>
                    <a:pt x="2592197" y="46207"/>
                  </a:lnTo>
                  <a:lnTo>
                    <a:pt x="2591125" y="46217"/>
                  </a:lnTo>
                  <a:lnTo>
                    <a:pt x="2590054" y="46227"/>
                  </a:lnTo>
                  <a:lnTo>
                    <a:pt x="2588982" y="46237"/>
                  </a:lnTo>
                  <a:lnTo>
                    <a:pt x="2587911" y="46248"/>
                  </a:lnTo>
                  <a:lnTo>
                    <a:pt x="2586839" y="46260"/>
                  </a:lnTo>
                  <a:lnTo>
                    <a:pt x="2585767" y="46271"/>
                  </a:lnTo>
                  <a:lnTo>
                    <a:pt x="2584696" y="46283"/>
                  </a:lnTo>
                  <a:lnTo>
                    <a:pt x="2583624" y="46296"/>
                  </a:lnTo>
                  <a:lnTo>
                    <a:pt x="2582553" y="46309"/>
                  </a:lnTo>
                  <a:lnTo>
                    <a:pt x="2581481" y="46322"/>
                  </a:lnTo>
                  <a:lnTo>
                    <a:pt x="2580409" y="46336"/>
                  </a:lnTo>
                  <a:lnTo>
                    <a:pt x="2579338" y="46351"/>
                  </a:lnTo>
                  <a:lnTo>
                    <a:pt x="2578266" y="46365"/>
                  </a:lnTo>
                  <a:lnTo>
                    <a:pt x="2577195" y="46380"/>
                  </a:lnTo>
                  <a:lnTo>
                    <a:pt x="2576123" y="46396"/>
                  </a:lnTo>
                  <a:lnTo>
                    <a:pt x="2575051" y="46412"/>
                  </a:lnTo>
                  <a:lnTo>
                    <a:pt x="2573980" y="46428"/>
                  </a:lnTo>
                  <a:lnTo>
                    <a:pt x="2572908" y="46445"/>
                  </a:lnTo>
                  <a:lnTo>
                    <a:pt x="2571837" y="46462"/>
                  </a:lnTo>
                  <a:lnTo>
                    <a:pt x="2570765" y="46479"/>
                  </a:lnTo>
                  <a:lnTo>
                    <a:pt x="2569693" y="46497"/>
                  </a:lnTo>
                  <a:lnTo>
                    <a:pt x="2568622" y="46515"/>
                  </a:lnTo>
                  <a:lnTo>
                    <a:pt x="2567550" y="46534"/>
                  </a:lnTo>
                  <a:lnTo>
                    <a:pt x="2566479" y="46553"/>
                  </a:lnTo>
                  <a:lnTo>
                    <a:pt x="2565407" y="46572"/>
                  </a:lnTo>
                  <a:lnTo>
                    <a:pt x="2564335" y="46592"/>
                  </a:lnTo>
                  <a:lnTo>
                    <a:pt x="2563264" y="46612"/>
                  </a:lnTo>
                  <a:lnTo>
                    <a:pt x="2562192" y="46632"/>
                  </a:lnTo>
                  <a:lnTo>
                    <a:pt x="2561121" y="46653"/>
                  </a:lnTo>
                  <a:lnTo>
                    <a:pt x="2560049" y="46674"/>
                  </a:lnTo>
                  <a:lnTo>
                    <a:pt x="2558977" y="46696"/>
                  </a:lnTo>
                  <a:lnTo>
                    <a:pt x="2557906" y="46718"/>
                  </a:lnTo>
                  <a:lnTo>
                    <a:pt x="2556834" y="46740"/>
                  </a:lnTo>
                  <a:lnTo>
                    <a:pt x="2555763" y="46763"/>
                  </a:lnTo>
                  <a:lnTo>
                    <a:pt x="2554691" y="46786"/>
                  </a:lnTo>
                  <a:lnTo>
                    <a:pt x="2553619" y="46809"/>
                  </a:lnTo>
                  <a:lnTo>
                    <a:pt x="2552548" y="46833"/>
                  </a:lnTo>
                  <a:lnTo>
                    <a:pt x="2551476" y="46857"/>
                  </a:lnTo>
                  <a:lnTo>
                    <a:pt x="2550405" y="46881"/>
                  </a:lnTo>
                  <a:lnTo>
                    <a:pt x="2549333" y="46906"/>
                  </a:lnTo>
                  <a:lnTo>
                    <a:pt x="2548261" y="46931"/>
                  </a:lnTo>
                  <a:lnTo>
                    <a:pt x="2547190" y="46956"/>
                  </a:lnTo>
                  <a:lnTo>
                    <a:pt x="2546118" y="46982"/>
                  </a:lnTo>
                  <a:lnTo>
                    <a:pt x="2545047" y="47008"/>
                  </a:lnTo>
                  <a:lnTo>
                    <a:pt x="2543975" y="47034"/>
                  </a:lnTo>
                  <a:lnTo>
                    <a:pt x="2542903" y="47061"/>
                  </a:lnTo>
                  <a:lnTo>
                    <a:pt x="2541832" y="47088"/>
                  </a:lnTo>
                  <a:lnTo>
                    <a:pt x="2540760" y="47115"/>
                  </a:lnTo>
                  <a:lnTo>
                    <a:pt x="2539689" y="47143"/>
                  </a:lnTo>
                  <a:lnTo>
                    <a:pt x="2538617" y="47171"/>
                  </a:lnTo>
                  <a:lnTo>
                    <a:pt x="2537545" y="47199"/>
                  </a:lnTo>
                  <a:lnTo>
                    <a:pt x="2536474" y="47227"/>
                  </a:lnTo>
                  <a:lnTo>
                    <a:pt x="2535402" y="47256"/>
                  </a:lnTo>
                  <a:lnTo>
                    <a:pt x="2534331" y="47285"/>
                  </a:lnTo>
                  <a:lnTo>
                    <a:pt x="2533259" y="47314"/>
                  </a:lnTo>
                  <a:lnTo>
                    <a:pt x="2532187" y="47344"/>
                  </a:lnTo>
                  <a:lnTo>
                    <a:pt x="2531116" y="47374"/>
                  </a:lnTo>
                  <a:lnTo>
                    <a:pt x="2530044" y="47404"/>
                  </a:lnTo>
                  <a:lnTo>
                    <a:pt x="2528973" y="47435"/>
                  </a:lnTo>
                  <a:lnTo>
                    <a:pt x="2527901" y="47466"/>
                  </a:lnTo>
                  <a:lnTo>
                    <a:pt x="2526829" y="47497"/>
                  </a:lnTo>
                  <a:lnTo>
                    <a:pt x="2525758" y="47528"/>
                  </a:lnTo>
                  <a:lnTo>
                    <a:pt x="2524686" y="47560"/>
                  </a:lnTo>
                  <a:lnTo>
                    <a:pt x="2523615" y="47592"/>
                  </a:lnTo>
                  <a:lnTo>
                    <a:pt x="2522543" y="47624"/>
                  </a:lnTo>
                  <a:lnTo>
                    <a:pt x="2521471" y="47656"/>
                  </a:lnTo>
                  <a:lnTo>
                    <a:pt x="2520400" y="47689"/>
                  </a:lnTo>
                  <a:lnTo>
                    <a:pt x="2519328" y="47722"/>
                  </a:lnTo>
                  <a:lnTo>
                    <a:pt x="2518257" y="47755"/>
                  </a:lnTo>
                  <a:lnTo>
                    <a:pt x="2517185" y="47789"/>
                  </a:lnTo>
                  <a:lnTo>
                    <a:pt x="2516113" y="47822"/>
                  </a:lnTo>
                  <a:lnTo>
                    <a:pt x="2515042" y="47856"/>
                  </a:lnTo>
                  <a:lnTo>
                    <a:pt x="2513970" y="47890"/>
                  </a:lnTo>
                  <a:lnTo>
                    <a:pt x="2512899" y="47925"/>
                  </a:lnTo>
                  <a:lnTo>
                    <a:pt x="2511827" y="47960"/>
                  </a:lnTo>
                  <a:lnTo>
                    <a:pt x="2510755" y="47994"/>
                  </a:lnTo>
                  <a:lnTo>
                    <a:pt x="2509684" y="48030"/>
                  </a:lnTo>
                  <a:lnTo>
                    <a:pt x="2508612" y="48065"/>
                  </a:lnTo>
                  <a:lnTo>
                    <a:pt x="2507541" y="48101"/>
                  </a:lnTo>
                  <a:lnTo>
                    <a:pt x="2506469" y="48136"/>
                  </a:lnTo>
                  <a:lnTo>
                    <a:pt x="2505397" y="48172"/>
                  </a:lnTo>
                  <a:lnTo>
                    <a:pt x="2504326" y="48209"/>
                  </a:lnTo>
                  <a:lnTo>
                    <a:pt x="2503254" y="48245"/>
                  </a:lnTo>
                  <a:lnTo>
                    <a:pt x="2502183" y="48282"/>
                  </a:lnTo>
                  <a:lnTo>
                    <a:pt x="2501111" y="48319"/>
                  </a:lnTo>
                  <a:lnTo>
                    <a:pt x="2500039" y="48356"/>
                  </a:lnTo>
                  <a:lnTo>
                    <a:pt x="2498968" y="48393"/>
                  </a:lnTo>
                  <a:lnTo>
                    <a:pt x="2497896" y="48431"/>
                  </a:lnTo>
                  <a:lnTo>
                    <a:pt x="2496825" y="48469"/>
                  </a:lnTo>
                  <a:lnTo>
                    <a:pt x="2495753" y="48506"/>
                  </a:lnTo>
                  <a:lnTo>
                    <a:pt x="2494681" y="48545"/>
                  </a:lnTo>
                  <a:lnTo>
                    <a:pt x="2493610" y="48583"/>
                  </a:lnTo>
                  <a:lnTo>
                    <a:pt x="2492538" y="48621"/>
                  </a:lnTo>
                  <a:lnTo>
                    <a:pt x="2491467" y="48660"/>
                  </a:lnTo>
                  <a:lnTo>
                    <a:pt x="2490395" y="48699"/>
                  </a:lnTo>
                  <a:lnTo>
                    <a:pt x="2489323" y="48738"/>
                  </a:lnTo>
                  <a:lnTo>
                    <a:pt x="2488252" y="48777"/>
                  </a:lnTo>
                  <a:lnTo>
                    <a:pt x="2487180" y="48817"/>
                  </a:lnTo>
                  <a:lnTo>
                    <a:pt x="2486109" y="48856"/>
                  </a:lnTo>
                  <a:lnTo>
                    <a:pt x="2485037" y="48896"/>
                  </a:lnTo>
                  <a:lnTo>
                    <a:pt x="2483966" y="48936"/>
                  </a:lnTo>
                  <a:lnTo>
                    <a:pt x="2482894" y="48976"/>
                  </a:lnTo>
                  <a:lnTo>
                    <a:pt x="2481822" y="49016"/>
                  </a:lnTo>
                  <a:lnTo>
                    <a:pt x="2480751" y="49057"/>
                  </a:lnTo>
                  <a:lnTo>
                    <a:pt x="2479679" y="49097"/>
                  </a:lnTo>
                  <a:lnTo>
                    <a:pt x="2478608" y="49138"/>
                  </a:lnTo>
                  <a:lnTo>
                    <a:pt x="2477536" y="49179"/>
                  </a:lnTo>
                  <a:lnTo>
                    <a:pt x="2476464" y="49220"/>
                  </a:lnTo>
                  <a:lnTo>
                    <a:pt x="2475393" y="49261"/>
                  </a:lnTo>
                  <a:lnTo>
                    <a:pt x="2474321" y="49302"/>
                  </a:lnTo>
                  <a:lnTo>
                    <a:pt x="2473250" y="49344"/>
                  </a:lnTo>
                  <a:lnTo>
                    <a:pt x="2472178" y="49385"/>
                  </a:lnTo>
                  <a:lnTo>
                    <a:pt x="2471106" y="49427"/>
                  </a:lnTo>
                  <a:lnTo>
                    <a:pt x="2470035" y="49469"/>
                  </a:lnTo>
                  <a:lnTo>
                    <a:pt x="2468963" y="49511"/>
                  </a:lnTo>
                  <a:lnTo>
                    <a:pt x="2467892" y="49553"/>
                  </a:lnTo>
                  <a:lnTo>
                    <a:pt x="2466820" y="49595"/>
                  </a:lnTo>
                  <a:lnTo>
                    <a:pt x="2465748" y="49638"/>
                  </a:lnTo>
                  <a:lnTo>
                    <a:pt x="2464677" y="49680"/>
                  </a:lnTo>
                  <a:lnTo>
                    <a:pt x="2463605" y="49723"/>
                  </a:lnTo>
                  <a:lnTo>
                    <a:pt x="2462534" y="49765"/>
                  </a:lnTo>
                  <a:lnTo>
                    <a:pt x="2461462" y="49808"/>
                  </a:lnTo>
                  <a:lnTo>
                    <a:pt x="2460390" y="49851"/>
                  </a:lnTo>
                  <a:lnTo>
                    <a:pt x="2459319" y="49894"/>
                  </a:lnTo>
                  <a:lnTo>
                    <a:pt x="2458247" y="49937"/>
                  </a:lnTo>
                  <a:lnTo>
                    <a:pt x="2457176" y="49980"/>
                  </a:lnTo>
                  <a:lnTo>
                    <a:pt x="2456104" y="50024"/>
                  </a:lnTo>
                  <a:lnTo>
                    <a:pt x="2455032" y="50067"/>
                  </a:lnTo>
                  <a:lnTo>
                    <a:pt x="2453961" y="50111"/>
                  </a:lnTo>
                  <a:lnTo>
                    <a:pt x="2452889" y="50154"/>
                  </a:lnTo>
                  <a:lnTo>
                    <a:pt x="2451818" y="50198"/>
                  </a:lnTo>
                  <a:lnTo>
                    <a:pt x="2450746" y="50242"/>
                  </a:lnTo>
                  <a:lnTo>
                    <a:pt x="2449674" y="50286"/>
                  </a:lnTo>
                  <a:lnTo>
                    <a:pt x="2448603" y="50330"/>
                  </a:lnTo>
                  <a:lnTo>
                    <a:pt x="2447531" y="50374"/>
                  </a:lnTo>
                  <a:lnTo>
                    <a:pt x="2446460" y="50418"/>
                  </a:lnTo>
                  <a:lnTo>
                    <a:pt x="2445388" y="50462"/>
                  </a:lnTo>
                  <a:lnTo>
                    <a:pt x="2444316" y="50506"/>
                  </a:lnTo>
                  <a:lnTo>
                    <a:pt x="2443245" y="50550"/>
                  </a:lnTo>
                  <a:lnTo>
                    <a:pt x="2442173" y="50595"/>
                  </a:lnTo>
                  <a:lnTo>
                    <a:pt x="2441102" y="50639"/>
                  </a:lnTo>
                  <a:lnTo>
                    <a:pt x="2440030" y="50684"/>
                  </a:lnTo>
                  <a:lnTo>
                    <a:pt x="2438958" y="50728"/>
                  </a:lnTo>
                  <a:lnTo>
                    <a:pt x="2437887" y="50773"/>
                  </a:lnTo>
                  <a:lnTo>
                    <a:pt x="2436815" y="50818"/>
                  </a:lnTo>
                  <a:lnTo>
                    <a:pt x="2435744" y="50862"/>
                  </a:lnTo>
                  <a:lnTo>
                    <a:pt x="2434672" y="50907"/>
                  </a:lnTo>
                  <a:lnTo>
                    <a:pt x="2433600" y="50952"/>
                  </a:lnTo>
                  <a:lnTo>
                    <a:pt x="2432529" y="50997"/>
                  </a:lnTo>
                  <a:lnTo>
                    <a:pt x="2431457" y="51041"/>
                  </a:lnTo>
                  <a:lnTo>
                    <a:pt x="2430386" y="51086"/>
                  </a:lnTo>
                  <a:lnTo>
                    <a:pt x="2429314" y="51131"/>
                  </a:lnTo>
                  <a:lnTo>
                    <a:pt x="2428242" y="51176"/>
                  </a:lnTo>
                  <a:lnTo>
                    <a:pt x="2427171" y="51221"/>
                  </a:lnTo>
                  <a:lnTo>
                    <a:pt x="2426099" y="51266"/>
                  </a:lnTo>
                  <a:lnTo>
                    <a:pt x="2425028" y="51311"/>
                  </a:lnTo>
                  <a:lnTo>
                    <a:pt x="2423956" y="51356"/>
                  </a:lnTo>
                  <a:lnTo>
                    <a:pt x="2422884" y="51401"/>
                  </a:lnTo>
                  <a:lnTo>
                    <a:pt x="2421813" y="51446"/>
                  </a:lnTo>
                  <a:lnTo>
                    <a:pt x="2420741" y="51492"/>
                  </a:lnTo>
                  <a:lnTo>
                    <a:pt x="2419670" y="51537"/>
                  </a:lnTo>
                  <a:lnTo>
                    <a:pt x="2418598" y="51582"/>
                  </a:lnTo>
                  <a:lnTo>
                    <a:pt x="2417526" y="51627"/>
                  </a:lnTo>
                  <a:lnTo>
                    <a:pt x="2416455" y="51672"/>
                  </a:lnTo>
                  <a:lnTo>
                    <a:pt x="2415383" y="51717"/>
                  </a:lnTo>
                  <a:lnTo>
                    <a:pt x="2414312" y="51762"/>
                  </a:lnTo>
                  <a:lnTo>
                    <a:pt x="2413240" y="51807"/>
                  </a:lnTo>
                  <a:lnTo>
                    <a:pt x="2412168" y="51853"/>
                  </a:lnTo>
                  <a:lnTo>
                    <a:pt x="2411097" y="51898"/>
                  </a:lnTo>
                  <a:lnTo>
                    <a:pt x="2410025" y="51943"/>
                  </a:lnTo>
                  <a:lnTo>
                    <a:pt x="2408954" y="51988"/>
                  </a:lnTo>
                  <a:lnTo>
                    <a:pt x="2407882" y="52033"/>
                  </a:lnTo>
                  <a:lnTo>
                    <a:pt x="2406810" y="52078"/>
                  </a:lnTo>
                  <a:lnTo>
                    <a:pt x="2405739" y="52123"/>
                  </a:lnTo>
                  <a:lnTo>
                    <a:pt x="2404667" y="52168"/>
                  </a:lnTo>
                  <a:lnTo>
                    <a:pt x="2403596" y="52213"/>
                  </a:lnTo>
                  <a:lnTo>
                    <a:pt x="2402524" y="52258"/>
                  </a:lnTo>
                  <a:lnTo>
                    <a:pt x="2401452" y="52303"/>
                  </a:lnTo>
                  <a:lnTo>
                    <a:pt x="2400381" y="52348"/>
                  </a:lnTo>
                  <a:lnTo>
                    <a:pt x="2399309" y="52392"/>
                  </a:lnTo>
                  <a:lnTo>
                    <a:pt x="2398238" y="52437"/>
                  </a:lnTo>
                  <a:lnTo>
                    <a:pt x="2397166" y="52482"/>
                  </a:lnTo>
                  <a:lnTo>
                    <a:pt x="2396094" y="52527"/>
                  </a:lnTo>
                  <a:lnTo>
                    <a:pt x="2395023" y="52571"/>
                  </a:lnTo>
                  <a:lnTo>
                    <a:pt x="2393951" y="52616"/>
                  </a:lnTo>
                  <a:lnTo>
                    <a:pt x="2392880" y="52660"/>
                  </a:lnTo>
                  <a:lnTo>
                    <a:pt x="2391808" y="52705"/>
                  </a:lnTo>
                  <a:lnTo>
                    <a:pt x="2390736" y="52749"/>
                  </a:lnTo>
                  <a:lnTo>
                    <a:pt x="2389665" y="52794"/>
                  </a:lnTo>
                  <a:lnTo>
                    <a:pt x="2388593" y="52838"/>
                  </a:lnTo>
                  <a:lnTo>
                    <a:pt x="2387522" y="52882"/>
                  </a:lnTo>
                  <a:lnTo>
                    <a:pt x="2386450" y="52926"/>
                  </a:lnTo>
                  <a:lnTo>
                    <a:pt x="2385378" y="52971"/>
                  </a:lnTo>
                  <a:lnTo>
                    <a:pt x="2384307" y="53015"/>
                  </a:lnTo>
                  <a:lnTo>
                    <a:pt x="2383235" y="53059"/>
                  </a:lnTo>
                  <a:lnTo>
                    <a:pt x="2382164" y="53103"/>
                  </a:lnTo>
                  <a:lnTo>
                    <a:pt x="2381092" y="53146"/>
                  </a:lnTo>
                  <a:lnTo>
                    <a:pt x="2380020" y="53190"/>
                  </a:lnTo>
                  <a:lnTo>
                    <a:pt x="2378949" y="53234"/>
                  </a:lnTo>
                  <a:lnTo>
                    <a:pt x="2377877" y="53277"/>
                  </a:lnTo>
                  <a:lnTo>
                    <a:pt x="2376806" y="53321"/>
                  </a:lnTo>
                  <a:lnTo>
                    <a:pt x="2375734" y="53364"/>
                  </a:lnTo>
                  <a:lnTo>
                    <a:pt x="2374662" y="53407"/>
                  </a:lnTo>
                  <a:lnTo>
                    <a:pt x="2373591" y="53451"/>
                  </a:lnTo>
                  <a:lnTo>
                    <a:pt x="2372519" y="53494"/>
                  </a:lnTo>
                  <a:lnTo>
                    <a:pt x="2371448" y="53537"/>
                  </a:lnTo>
                  <a:lnTo>
                    <a:pt x="2370376" y="53580"/>
                  </a:lnTo>
                  <a:lnTo>
                    <a:pt x="2369304" y="53623"/>
                  </a:lnTo>
                  <a:lnTo>
                    <a:pt x="2368233" y="53665"/>
                  </a:lnTo>
                  <a:lnTo>
                    <a:pt x="2367161" y="53708"/>
                  </a:lnTo>
                  <a:lnTo>
                    <a:pt x="2366090" y="53750"/>
                  </a:lnTo>
                  <a:lnTo>
                    <a:pt x="2365018" y="53793"/>
                  </a:lnTo>
                  <a:lnTo>
                    <a:pt x="2363946" y="53835"/>
                  </a:lnTo>
                  <a:lnTo>
                    <a:pt x="2362875" y="53877"/>
                  </a:lnTo>
                  <a:lnTo>
                    <a:pt x="2361803" y="53919"/>
                  </a:lnTo>
                  <a:lnTo>
                    <a:pt x="2360732" y="53961"/>
                  </a:lnTo>
                  <a:lnTo>
                    <a:pt x="2359660" y="54003"/>
                  </a:lnTo>
                  <a:lnTo>
                    <a:pt x="2358588" y="54044"/>
                  </a:lnTo>
                  <a:lnTo>
                    <a:pt x="2357517" y="54086"/>
                  </a:lnTo>
                  <a:lnTo>
                    <a:pt x="2356445" y="54127"/>
                  </a:lnTo>
                  <a:lnTo>
                    <a:pt x="2355374" y="54168"/>
                  </a:lnTo>
                  <a:lnTo>
                    <a:pt x="2354302" y="54209"/>
                  </a:lnTo>
                  <a:lnTo>
                    <a:pt x="2353230" y="54250"/>
                  </a:lnTo>
                  <a:lnTo>
                    <a:pt x="2352159" y="54291"/>
                  </a:lnTo>
                  <a:lnTo>
                    <a:pt x="2351087" y="54332"/>
                  </a:lnTo>
                  <a:lnTo>
                    <a:pt x="2350016" y="54372"/>
                  </a:lnTo>
                  <a:lnTo>
                    <a:pt x="2348944" y="54413"/>
                  </a:lnTo>
                  <a:lnTo>
                    <a:pt x="2347872" y="54453"/>
                  </a:lnTo>
                  <a:lnTo>
                    <a:pt x="2346801" y="54493"/>
                  </a:lnTo>
                  <a:lnTo>
                    <a:pt x="2345729" y="54533"/>
                  </a:lnTo>
                  <a:lnTo>
                    <a:pt x="2344658" y="54573"/>
                  </a:lnTo>
                  <a:lnTo>
                    <a:pt x="2343586" y="54612"/>
                  </a:lnTo>
                  <a:lnTo>
                    <a:pt x="2342514" y="54652"/>
                  </a:lnTo>
                  <a:lnTo>
                    <a:pt x="2341443" y="54691"/>
                  </a:lnTo>
                  <a:lnTo>
                    <a:pt x="2340371" y="54730"/>
                  </a:lnTo>
                  <a:lnTo>
                    <a:pt x="2339300" y="54769"/>
                  </a:lnTo>
                  <a:lnTo>
                    <a:pt x="2338228" y="54808"/>
                  </a:lnTo>
                  <a:lnTo>
                    <a:pt x="2337156" y="54846"/>
                  </a:lnTo>
                  <a:lnTo>
                    <a:pt x="2336085" y="54885"/>
                  </a:lnTo>
                  <a:lnTo>
                    <a:pt x="2335013" y="54923"/>
                  </a:lnTo>
                  <a:lnTo>
                    <a:pt x="2333942" y="54961"/>
                  </a:lnTo>
                  <a:lnTo>
                    <a:pt x="2332870" y="54999"/>
                  </a:lnTo>
                  <a:lnTo>
                    <a:pt x="2331798" y="55037"/>
                  </a:lnTo>
                  <a:lnTo>
                    <a:pt x="2330727" y="55074"/>
                  </a:lnTo>
                  <a:lnTo>
                    <a:pt x="2329655" y="55112"/>
                  </a:lnTo>
                  <a:lnTo>
                    <a:pt x="2328584" y="55149"/>
                  </a:lnTo>
                  <a:lnTo>
                    <a:pt x="2327512" y="55186"/>
                  </a:lnTo>
                  <a:lnTo>
                    <a:pt x="2326440" y="55222"/>
                  </a:lnTo>
                  <a:lnTo>
                    <a:pt x="2325369" y="55259"/>
                  </a:lnTo>
                  <a:lnTo>
                    <a:pt x="2324297" y="55295"/>
                  </a:lnTo>
                  <a:lnTo>
                    <a:pt x="2323226" y="55331"/>
                  </a:lnTo>
                  <a:lnTo>
                    <a:pt x="2322154" y="55367"/>
                  </a:lnTo>
                  <a:lnTo>
                    <a:pt x="2321082" y="55403"/>
                  </a:lnTo>
                  <a:lnTo>
                    <a:pt x="2320011" y="55439"/>
                  </a:lnTo>
                  <a:lnTo>
                    <a:pt x="2318939" y="55474"/>
                  </a:lnTo>
                  <a:lnTo>
                    <a:pt x="2317868" y="55509"/>
                  </a:lnTo>
                  <a:lnTo>
                    <a:pt x="2316796" y="55544"/>
                  </a:lnTo>
                  <a:lnTo>
                    <a:pt x="2315724" y="55579"/>
                  </a:lnTo>
                  <a:lnTo>
                    <a:pt x="2314653" y="55613"/>
                  </a:lnTo>
                  <a:lnTo>
                    <a:pt x="2313581" y="55647"/>
                  </a:lnTo>
                  <a:lnTo>
                    <a:pt x="2312510" y="55681"/>
                  </a:lnTo>
                  <a:lnTo>
                    <a:pt x="2311438" y="55715"/>
                  </a:lnTo>
                  <a:lnTo>
                    <a:pt x="2310366" y="55749"/>
                  </a:lnTo>
                  <a:lnTo>
                    <a:pt x="2309295" y="55782"/>
                  </a:lnTo>
                  <a:lnTo>
                    <a:pt x="2308223" y="55815"/>
                  </a:lnTo>
                  <a:lnTo>
                    <a:pt x="2307152" y="55848"/>
                  </a:lnTo>
                  <a:lnTo>
                    <a:pt x="2306080" y="55881"/>
                  </a:lnTo>
                  <a:lnTo>
                    <a:pt x="2305009" y="55913"/>
                  </a:lnTo>
                  <a:lnTo>
                    <a:pt x="2303937" y="55945"/>
                  </a:lnTo>
                  <a:lnTo>
                    <a:pt x="2302865" y="55977"/>
                  </a:lnTo>
                  <a:lnTo>
                    <a:pt x="2301794" y="56009"/>
                  </a:lnTo>
                  <a:lnTo>
                    <a:pt x="2300722" y="56040"/>
                  </a:lnTo>
                  <a:lnTo>
                    <a:pt x="2299651" y="56071"/>
                  </a:lnTo>
                  <a:lnTo>
                    <a:pt x="2298579" y="56102"/>
                  </a:lnTo>
                  <a:lnTo>
                    <a:pt x="2297507" y="56133"/>
                  </a:lnTo>
                  <a:lnTo>
                    <a:pt x="2296436" y="56163"/>
                  </a:lnTo>
                  <a:lnTo>
                    <a:pt x="2295364" y="56193"/>
                  </a:lnTo>
                  <a:lnTo>
                    <a:pt x="2294293" y="56223"/>
                  </a:lnTo>
                  <a:lnTo>
                    <a:pt x="2293221" y="56253"/>
                  </a:lnTo>
                  <a:lnTo>
                    <a:pt x="2292149" y="56282"/>
                  </a:lnTo>
                  <a:lnTo>
                    <a:pt x="2291078" y="56311"/>
                  </a:lnTo>
                  <a:lnTo>
                    <a:pt x="2290006" y="56340"/>
                  </a:lnTo>
                  <a:lnTo>
                    <a:pt x="2288935" y="56369"/>
                  </a:lnTo>
                  <a:lnTo>
                    <a:pt x="2287863" y="56397"/>
                  </a:lnTo>
                  <a:lnTo>
                    <a:pt x="2286791" y="56425"/>
                  </a:lnTo>
                  <a:lnTo>
                    <a:pt x="2285720" y="56453"/>
                  </a:lnTo>
                  <a:lnTo>
                    <a:pt x="2284648" y="56480"/>
                  </a:lnTo>
                  <a:lnTo>
                    <a:pt x="2283577" y="56508"/>
                  </a:lnTo>
                  <a:lnTo>
                    <a:pt x="2282505" y="56534"/>
                  </a:lnTo>
                  <a:lnTo>
                    <a:pt x="2281433" y="56561"/>
                  </a:lnTo>
                  <a:lnTo>
                    <a:pt x="2280362" y="56587"/>
                  </a:lnTo>
                  <a:lnTo>
                    <a:pt x="2279290" y="56613"/>
                  </a:lnTo>
                  <a:lnTo>
                    <a:pt x="2278219" y="56639"/>
                  </a:lnTo>
                  <a:lnTo>
                    <a:pt x="2277147" y="56665"/>
                  </a:lnTo>
                  <a:lnTo>
                    <a:pt x="2276075" y="56690"/>
                  </a:lnTo>
                  <a:lnTo>
                    <a:pt x="2275004" y="56715"/>
                  </a:lnTo>
                  <a:lnTo>
                    <a:pt x="2273932" y="56739"/>
                  </a:lnTo>
                  <a:lnTo>
                    <a:pt x="2272861" y="56764"/>
                  </a:lnTo>
                  <a:lnTo>
                    <a:pt x="2271789" y="56788"/>
                  </a:lnTo>
                  <a:lnTo>
                    <a:pt x="2270717" y="56811"/>
                  </a:lnTo>
                  <a:lnTo>
                    <a:pt x="2269646" y="56835"/>
                  </a:lnTo>
                  <a:lnTo>
                    <a:pt x="2268574" y="56858"/>
                  </a:lnTo>
                  <a:lnTo>
                    <a:pt x="2267503" y="56881"/>
                  </a:lnTo>
                  <a:lnTo>
                    <a:pt x="2266431" y="56903"/>
                  </a:lnTo>
                  <a:lnTo>
                    <a:pt x="2265359" y="56925"/>
                  </a:lnTo>
                  <a:lnTo>
                    <a:pt x="2264288" y="56947"/>
                  </a:lnTo>
                  <a:lnTo>
                    <a:pt x="2263216" y="56968"/>
                  </a:lnTo>
                  <a:lnTo>
                    <a:pt x="2262145" y="56990"/>
                  </a:lnTo>
                  <a:lnTo>
                    <a:pt x="2261073" y="57011"/>
                  </a:lnTo>
                  <a:lnTo>
                    <a:pt x="2260001" y="57031"/>
                  </a:lnTo>
                  <a:lnTo>
                    <a:pt x="2258930" y="57051"/>
                  </a:lnTo>
                  <a:lnTo>
                    <a:pt x="2257858" y="57071"/>
                  </a:lnTo>
                  <a:lnTo>
                    <a:pt x="2256787" y="57091"/>
                  </a:lnTo>
                  <a:lnTo>
                    <a:pt x="2255715" y="57110"/>
                  </a:lnTo>
                  <a:lnTo>
                    <a:pt x="2254643" y="57129"/>
                  </a:lnTo>
                  <a:lnTo>
                    <a:pt x="2253572" y="57147"/>
                  </a:lnTo>
                  <a:lnTo>
                    <a:pt x="2252500" y="57166"/>
                  </a:lnTo>
                  <a:lnTo>
                    <a:pt x="2251429" y="57184"/>
                  </a:lnTo>
                  <a:lnTo>
                    <a:pt x="2250357" y="57201"/>
                  </a:lnTo>
                  <a:lnTo>
                    <a:pt x="2249285" y="57218"/>
                  </a:lnTo>
                  <a:lnTo>
                    <a:pt x="2248214" y="57235"/>
                  </a:lnTo>
                  <a:lnTo>
                    <a:pt x="2247142" y="57252"/>
                  </a:lnTo>
                  <a:lnTo>
                    <a:pt x="2246071" y="57268"/>
                  </a:lnTo>
                  <a:lnTo>
                    <a:pt x="2244999" y="57284"/>
                  </a:lnTo>
                  <a:lnTo>
                    <a:pt x="2243927" y="57299"/>
                  </a:lnTo>
                  <a:lnTo>
                    <a:pt x="2242856" y="57314"/>
                  </a:lnTo>
                  <a:lnTo>
                    <a:pt x="2241784" y="57329"/>
                  </a:lnTo>
                  <a:lnTo>
                    <a:pt x="2240713" y="57344"/>
                  </a:lnTo>
                  <a:lnTo>
                    <a:pt x="2239641" y="57358"/>
                  </a:lnTo>
                  <a:lnTo>
                    <a:pt x="2238569" y="57371"/>
                  </a:lnTo>
                  <a:lnTo>
                    <a:pt x="2237498" y="57385"/>
                  </a:lnTo>
                  <a:lnTo>
                    <a:pt x="2236426" y="57398"/>
                  </a:lnTo>
                  <a:lnTo>
                    <a:pt x="2235355" y="57410"/>
                  </a:lnTo>
                  <a:lnTo>
                    <a:pt x="2234283" y="57422"/>
                  </a:lnTo>
                  <a:lnTo>
                    <a:pt x="2233211" y="57434"/>
                  </a:lnTo>
                  <a:lnTo>
                    <a:pt x="2232140" y="57446"/>
                  </a:lnTo>
                  <a:lnTo>
                    <a:pt x="2231068" y="57457"/>
                  </a:lnTo>
                  <a:lnTo>
                    <a:pt x="2229997" y="57468"/>
                  </a:lnTo>
                  <a:lnTo>
                    <a:pt x="2228925" y="57478"/>
                  </a:lnTo>
                  <a:lnTo>
                    <a:pt x="2227853" y="57488"/>
                  </a:lnTo>
                  <a:lnTo>
                    <a:pt x="2226782" y="57497"/>
                  </a:lnTo>
                  <a:lnTo>
                    <a:pt x="2225710" y="57507"/>
                  </a:lnTo>
                  <a:lnTo>
                    <a:pt x="2224639" y="57515"/>
                  </a:lnTo>
                  <a:lnTo>
                    <a:pt x="2223567" y="57524"/>
                  </a:lnTo>
                  <a:lnTo>
                    <a:pt x="2222495" y="57532"/>
                  </a:lnTo>
                  <a:lnTo>
                    <a:pt x="2221424" y="57540"/>
                  </a:lnTo>
                  <a:lnTo>
                    <a:pt x="2220352" y="57547"/>
                  </a:lnTo>
                  <a:lnTo>
                    <a:pt x="2219281" y="57554"/>
                  </a:lnTo>
                  <a:lnTo>
                    <a:pt x="2218209" y="57560"/>
                  </a:lnTo>
                  <a:lnTo>
                    <a:pt x="2217137" y="57566"/>
                  </a:lnTo>
                  <a:lnTo>
                    <a:pt x="2216066" y="57572"/>
                  </a:lnTo>
                  <a:lnTo>
                    <a:pt x="2214994" y="57577"/>
                  </a:lnTo>
                  <a:lnTo>
                    <a:pt x="2213923" y="57582"/>
                  </a:lnTo>
                  <a:lnTo>
                    <a:pt x="2212851" y="57587"/>
                  </a:lnTo>
                  <a:lnTo>
                    <a:pt x="2211779" y="57591"/>
                  </a:lnTo>
                  <a:lnTo>
                    <a:pt x="2210708" y="57594"/>
                  </a:lnTo>
                  <a:lnTo>
                    <a:pt x="2209636" y="57598"/>
                  </a:lnTo>
                  <a:lnTo>
                    <a:pt x="2208565" y="57600"/>
                  </a:lnTo>
                  <a:lnTo>
                    <a:pt x="2207493" y="57603"/>
                  </a:lnTo>
                  <a:lnTo>
                    <a:pt x="2206421" y="57605"/>
                  </a:lnTo>
                  <a:lnTo>
                    <a:pt x="2205350" y="57606"/>
                  </a:lnTo>
                  <a:lnTo>
                    <a:pt x="2204278" y="57608"/>
                  </a:lnTo>
                  <a:lnTo>
                    <a:pt x="2203207" y="57608"/>
                  </a:lnTo>
                  <a:lnTo>
                    <a:pt x="2202135" y="57609"/>
                  </a:lnTo>
                  <a:lnTo>
                    <a:pt x="2201063" y="57609"/>
                  </a:lnTo>
                  <a:lnTo>
                    <a:pt x="2199992" y="57608"/>
                  </a:lnTo>
                  <a:lnTo>
                    <a:pt x="2198920" y="57607"/>
                  </a:lnTo>
                  <a:lnTo>
                    <a:pt x="2197849" y="57606"/>
                  </a:lnTo>
                  <a:lnTo>
                    <a:pt x="2196777" y="57604"/>
                  </a:lnTo>
                  <a:lnTo>
                    <a:pt x="2195705" y="57602"/>
                  </a:lnTo>
                  <a:lnTo>
                    <a:pt x="2194634" y="57599"/>
                  </a:lnTo>
                  <a:lnTo>
                    <a:pt x="2193562" y="57596"/>
                  </a:lnTo>
                  <a:lnTo>
                    <a:pt x="2192491" y="57592"/>
                  </a:lnTo>
                  <a:lnTo>
                    <a:pt x="2191419" y="57588"/>
                  </a:lnTo>
                  <a:lnTo>
                    <a:pt x="2190347" y="57584"/>
                  </a:lnTo>
                  <a:lnTo>
                    <a:pt x="2189276" y="57579"/>
                  </a:lnTo>
                  <a:lnTo>
                    <a:pt x="2188204" y="57574"/>
                  </a:lnTo>
                  <a:lnTo>
                    <a:pt x="2187133" y="57568"/>
                  </a:lnTo>
                  <a:lnTo>
                    <a:pt x="2186061" y="57562"/>
                  </a:lnTo>
                  <a:lnTo>
                    <a:pt x="2184989" y="57555"/>
                  </a:lnTo>
                  <a:lnTo>
                    <a:pt x="2183918" y="57548"/>
                  </a:lnTo>
                  <a:lnTo>
                    <a:pt x="2182846" y="57541"/>
                  </a:lnTo>
                  <a:lnTo>
                    <a:pt x="2181775" y="57533"/>
                  </a:lnTo>
                  <a:lnTo>
                    <a:pt x="2180703" y="57524"/>
                  </a:lnTo>
                  <a:lnTo>
                    <a:pt x="2179631" y="57515"/>
                  </a:lnTo>
                  <a:lnTo>
                    <a:pt x="2178560" y="57506"/>
                  </a:lnTo>
                  <a:lnTo>
                    <a:pt x="2177488" y="57496"/>
                  </a:lnTo>
                  <a:lnTo>
                    <a:pt x="2176417" y="57486"/>
                  </a:lnTo>
                  <a:lnTo>
                    <a:pt x="2175345" y="57475"/>
                  </a:lnTo>
                  <a:lnTo>
                    <a:pt x="2174273" y="57464"/>
                  </a:lnTo>
                  <a:lnTo>
                    <a:pt x="2173202" y="57452"/>
                  </a:lnTo>
                  <a:lnTo>
                    <a:pt x="2172130" y="57440"/>
                  </a:lnTo>
                  <a:lnTo>
                    <a:pt x="2171059" y="57427"/>
                  </a:lnTo>
                  <a:lnTo>
                    <a:pt x="2169987" y="57414"/>
                  </a:lnTo>
                  <a:lnTo>
                    <a:pt x="2168915" y="57400"/>
                  </a:lnTo>
                  <a:lnTo>
                    <a:pt x="2167844" y="57386"/>
                  </a:lnTo>
                  <a:lnTo>
                    <a:pt x="2166772" y="57372"/>
                  </a:lnTo>
                  <a:lnTo>
                    <a:pt x="2165701" y="57357"/>
                  </a:lnTo>
                  <a:lnTo>
                    <a:pt x="2164629" y="57341"/>
                  </a:lnTo>
                  <a:lnTo>
                    <a:pt x="2163557" y="57325"/>
                  </a:lnTo>
                  <a:lnTo>
                    <a:pt x="2162486" y="57309"/>
                  </a:lnTo>
                  <a:lnTo>
                    <a:pt x="2161414" y="57292"/>
                  </a:lnTo>
                  <a:lnTo>
                    <a:pt x="2160343" y="57274"/>
                  </a:lnTo>
                  <a:lnTo>
                    <a:pt x="2159271" y="57256"/>
                  </a:lnTo>
                  <a:lnTo>
                    <a:pt x="2158199" y="57238"/>
                  </a:lnTo>
                  <a:lnTo>
                    <a:pt x="2157128" y="57219"/>
                  </a:lnTo>
                  <a:lnTo>
                    <a:pt x="2156056" y="57199"/>
                  </a:lnTo>
                  <a:lnTo>
                    <a:pt x="2154985" y="57180"/>
                  </a:lnTo>
                  <a:lnTo>
                    <a:pt x="2153913" y="57159"/>
                  </a:lnTo>
                  <a:lnTo>
                    <a:pt x="2152841" y="57138"/>
                  </a:lnTo>
                  <a:lnTo>
                    <a:pt x="2151770" y="57117"/>
                  </a:lnTo>
                  <a:lnTo>
                    <a:pt x="2150698" y="57095"/>
                  </a:lnTo>
                  <a:lnTo>
                    <a:pt x="2149627" y="57072"/>
                  </a:lnTo>
                  <a:lnTo>
                    <a:pt x="2148555" y="57050"/>
                  </a:lnTo>
                  <a:lnTo>
                    <a:pt x="2147483" y="57026"/>
                  </a:lnTo>
                  <a:lnTo>
                    <a:pt x="2146412" y="57002"/>
                  </a:lnTo>
                  <a:lnTo>
                    <a:pt x="2145340" y="56978"/>
                  </a:lnTo>
                  <a:lnTo>
                    <a:pt x="2144269" y="56953"/>
                  </a:lnTo>
                  <a:lnTo>
                    <a:pt x="2143197" y="56927"/>
                  </a:lnTo>
                  <a:lnTo>
                    <a:pt x="2142125" y="56901"/>
                  </a:lnTo>
                  <a:lnTo>
                    <a:pt x="2141054" y="56875"/>
                  </a:lnTo>
                  <a:lnTo>
                    <a:pt x="2139982" y="56848"/>
                  </a:lnTo>
                  <a:lnTo>
                    <a:pt x="2138911" y="56820"/>
                  </a:lnTo>
                  <a:lnTo>
                    <a:pt x="2137839" y="56792"/>
                  </a:lnTo>
                  <a:lnTo>
                    <a:pt x="2136767" y="56764"/>
                  </a:lnTo>
                  <a:lnTo>
                    <a:pt x="2135696" y="56735"/>
                  </a:lnTo>
                  <a:lnTo>
                    <a:pt x="2134624" y="56705"/>
                  </a:lnTo>
                  <a:lnTo>
                    <a:pt x="2133553" y="56675"/>
                  </a:lnTo>
                  <a:lnTo>
                    <a:pt x="2132481" y="56644"/>
                  </a:lnTo>
                  <a:lnTo>
                    <a:pt x="2131409" y="56613"/>
                  </a:lnTo>
                  <a:lnTo>
                    <a:pt x="2130338" y="56581"/>
                  </a:lnTo>
                  <a:lnTo>
                    <a:pt x="2129266" y="56549"/>
                  </a:lnTo>
                  <a:lnTo>
                    <a:pt x="2128195" y="56516"/>
                  </a:lnTo>
                  <a:lnTo>
                    <a:pt x="2127123" y="56483"/>
                  </a:lnTo>
                  <a:lnTo>
                    <a:pt x="2126052" y="56449"/>
                  </a:lnTo>
                  <a:lnTo>
                    <a:pt x="2124980" y="56414"/>
                  </a:lnTo>
                  <a:lnTo>
                    <a:pt x="2123908" y="56379"/>
                  </a:lnTo>
                  <a:lnTo>
                    <a:pt x="2122837" y="56344"/>
                  </a:lnTo>
                  <a:lnTo>
                    <a:pt x="2121765" y="56308"/>
                  </a:lnTo>
                  <a:lnTo>
                    <a:pt x="2120694" y="56271"/>
                  </a:lnTo>
                  <a:lnTo>
                    <a:pt x="2119622" y="56234"/>
                  </a:lnTo>
                  <a:lnTo>
                    <a:pt x="2118550" y="56197"/>
                  </a:lnTo>
                  <a:lnTo>
                    <a:pt x="2117479" y="56158"/>
                  </a:lnTo>
                  <a:lnTo>
                    <a:pt x="2116407" y="56120"/>
                  </a:lnTo>
                  <a:lnTo>
                    <a:pt x="2115336" y="56080"/>
                  </a:lnTo>
                  <a:lnTo>
                    <a:pt x="2114264" y="56040"/>
                  </a:lnTo>
                  <a:lnTo>
                    <a:pt x="2113192" y="56000"/>
                  </a:lnTo>
                  <a:lnTo>
                    <a:pt x="2112121" y="55959"/>
                  </a:lnTo>
                  <a:lnTo>
                    <a:pt x="2111049" y="55917"/>
                  </a:lnTo>
                  <a:lnTo>
                    <a:pt x="2109978" y="55875"/>
                  </a:lnTo>
                  <a:lnTo>
                    <a:pt x="2108906" y="55833"/>
                  </a:lnTo>
                  <a:lnTo>
                    <a:pt x="2107834" y="55789"/>
                  </a:lnTo>
                  <a:lnTo>
                    <a:pt x="2106763" y="55746"/>
                  </a:lnTo>
                  <a:lnTo>
                    <a:pt x="2105691" y="55701"/>
                  </a:lnTo>
                  <a:lnTo>
                    <a:pt x="2104620" y="55656"/>
                  </a:lnTo>
                  <a:lnTo>
                    <a:pt x="2103548" y="55611"/>
                  </a:lnTo>
                  <a:lnTo>
                    <a:pt x="2102476" y="55565"/>
                  </a:lnTo>
                  <a:lnTo>
                    <a:pt x="2101405" y="55518"/>
                  </a:lnTo>
                  <a:lnTo>
                    <a:pt x="2100333" y="55471"/>
                  </a:lnTo>
                  <a:lnTo>
                    <a:pt x="2099262" y="55423"/>
                  </a:lnTo>
                  <a:lnTo>
                    <a:pt x="2098190" y="55375"/>
                  </a:lnTo>
                  <a:lnTo>
                    <a:pt x="2097118" y="55326"/>
                  </a:lnTo>
                  <a:lnTo>
                    <a:pt x="2096047" y="55276"/>
                  </a:lnTo>
                  <a:lnTo>
                    <a:pt x="2094975" y="55226"/>
                  </a:lnTo>
                  <a:lnTo>
                    <a:pt x="2093904" y="55176"/>
                  </a:lnTo>
                  <a:lnTo>
                    <a:pt x="2092832" y="55125"/>
                  </a:lnTo>
                  <a:lnTo>
                    <a:pt x="2091760" y="55073"/>
                  </a:lnTo>
                  <a:lnTo>
                    <a:pt x="2090689" y="55020"/>
                  </a:lnTo>
                  <a:lnTo>
                    <a:pt x="2089617" y="54967"/>
                  </a:lnTo>
                  <a:lnTo>
                    <a:pt x="2088546" y="54914"/>
                  </a:lnTo>
                  <a:lnTo>
                    <a:pt x="2087474" y="54860"/>
                  </a:lnTo>
                  <a:lnTo>
                    <a:pt x="2086402" y="54805"/>
                  </a:lnTo>
                  <a:lnTo>
                    <a:pt x="2085331" y="54750"/>
                  </a:lnTo>
                  <a:lnTo>
                    <a:pt x="2084259" y="54694"/>
                  </a:lnTo>
                  <a:lnTo>
                    <a:pt x="2083188" y="54637"/>
                  </a:lnTo>
                  <a:lnTo>
                    <a:pt x="2082116" y="54580"/>
                  </a:lnTo>
                  <a:lnTo>
                    <a:pt x="2081044" y="54522"/>
                  </a:lnTo>
                  <a:lnTo>
                    <a:pt x="2079973" y="54464"/>
                  </a:lnTo>
                  <a:lnTo>
                    <a:pt x="2078901" y="54405"/>
                  </a:lnTo>
                  <a:lnTo>
                    <a:pt x="2077830" y="54346"/>
                  </a:lnTo>
                  <a:lnTo>
                    <a:pt x="2076758" y="54285"/>
                  </a:lnTo>
                  <a:lnTo>
                    <a:pt x="2075686" y="54225"/>
                  </a:lnTo>
                  <a:lnTo>
                    <a:pt x="2074615" y="54163"/>
                  </a:lnTo>
                  <a:lnTo>
                    <a:pt x="2073543" y="54101"/>
                  </a:lnTo>
                  <a:lnTo>
                    <a:pt x="2072472" y="54039"/>
                  </a:lnTo>
                  <a:lnTo>
                    <a:pt x="2071400" y="53976"/>
                  </a:lnTo>
                  <a:lnTo>
                    <a:pt x="2070328" y="53912"/>
                  </a:lnTo>
                  <a:lnTo>
                    <a:pt x="2069257" y="53848"/>
                  </a:lnTo>
                  <a:lnTo>
                    <a:pt x="2068185" y="53783"/>
                  </a:lnTo>
                  <a:lnTo>
                    <a:pt x="2067114" y="53717"/>
                  </a:lnTo>
                  <a:lnTo>
                    <a:pt x="2066042" y="53651"/>
                  </a:lnTo>
                  <a:lnTo>
                    <a:pt x="2064970" y="53584"/>
                  </a:lnTo>
                  <a:lnTo>
                    <a:pt x="2063899" y="53517"/>
                  </a:lnTo>
                  <a:lnTo>
                    <a:pt x="2062827" y="53449"/>
                  </a:lnTo>
                  <a:lnTo>
                    <a:pt x="2061756" y="53380"/>
                  </a:lnTo>
                  <a:lnTo>
                    <a:pt x="2060684" y="53311"/>
                  </a:lnTo>
                  <a:lnTo>
                    <a:pt x="2059612" y="53241"/>
                  </a:lnTo>
                  <a:lnTo>
                    <a:pt x="2058541" y="53170"/>
                  </a:lnTo>
                  <a:lnTo>
                    <a:pt x="2057469" y="53099"/>
                  </a:lnTo>
                  <a:lnTo>
                    <a:pt x="2056398" y="53028"/>
                  </a:lnTo>
                  <a:lnTo>
                    <a:pt x="2055326" y="52955"/>
                  </a:lnTo>
                  <a:lnTo>
                    <a:pt x="2054254" y="52882"/>
                  </a:lnTo>
                  <a:lnTo>
                    <a:pt x="2053183" y="52809"/>
                  </a:lnTo>
                  <a:lnTo>
                    <a:pt x="2052111" y="52734"/>
                  </a:lnTo>
                  <a:lnTo>
                    <a:pt x="2051040" y="52659"/>
                  </a:lnTo>
                  <a:lnTo>
                    <a:pt x="2049968" y="52584"/>
                  </a:lnTo>
                  <a:lnTo>
                    <a:pt x="2048896" y="52508"/>
                  </a:lnTo>
                  <a:lnTo>
                    <a:pt x="2047825" y="52431"/>
                  </a:lnTo>
                  <a:lnTo>
                    <a:pt x="2046753" y="52353"/>
                  </a:lnTo>
                  <a:lnTo>
                    <a:pt x="2045682" y="52275"/>
                  </a:lnTo>
                  <a:lnTo>
                    <a:pt x="2044610" y="52197"/>
                  </a:lnTo>
                  <a:lnTo>
                    <a:pt x="2043538" y="52117"/>
                  </a:lnTo>
                  <a:lnTo>
                    <a:pt x="2042467" y="52037"/>
                  </a:lnTo>
                  <a:lnTo>
                    <a:pt x="2041395" y="51957"/>
                  </a:lnTo>
                  <a:lnTo>
                    <a:pt x="2040324" y="51875"/>
                  </a:lnTo>
                  <a:lnTo>
                    <a:pt x="2039252" y="51794"/>
                  </a:lnTo>
                  <a:lnTo>
                    <a:pt x="2038180" y="51711"/>
                  </a:lnTo>
                  <a:lnTo>
                    <a:pt x="2037109" y="51628"/>
                  </a:lnTo>
                  <a:lnTo>
                    <a:pt x="2036037" y="51544"/>
                  </a:lnTo>
                  <a:lnTo>
                    <a:pt x="2034966" y="51459"/>
                  </a:lnTo>
                  <a:lnTo>
                    <a:pt x="2033894" y="51374"/>
                  </a:lnTo>
                  <a:lnTo>
                    <a:pt x="2032822" y="51288"/>
                  </a:lnTo>
                  <a:lnTo>
                    <a:pt x="2031751" y="51202"/>
                  </a:lnTo>
                  <a:lnTo>
                    <a:pt x="2030679" y="51115"/>
                  </a:lnTo>
                  <a:lnTo>
                    <a:pt x="2029608" y="51027"/>
                  </a:lnTo>
                  <a:lnTo>
                    <a:pt x="2028536" y="50939"/>
                  </a:lnTo>
                  <a:lnTo>
                    <a:pt x="2027464" y="50850"/>
                  </a:lnTo>
                  <a:lnTo>
                    <a:pt x="2026393" y="50760"/>
                  </a:lnTo>
                  <a:lnTo>
                    <a:pt x="2025321" y="50670"/>
                  </a:lnTo>
                  <a:lnTo>
                    <a:pt x="2024250" y="50579"/>
                  </a:lnTo>
                  <a:lnTo>
                    <a:pt x="2023178" y="50487"/>
                  </a:lnTo>
                  <a:lnTo>
                    <a:pt x="2022106" y="50395"/>
                  </a:lnTo>
                  <a:lnTo>
                    <a:pt x="2021035" y="50302"/>
                  </a:lnTo>
                  <a:lnTo>
                    <a:pt x="2019963" y="50208"/>
                  </a:lnTo>
                  <a:lnTo>
                    <a:pt x="2018892" y="50114"/>
                  </a:lnTo>
                  <a:lnTo>
                    <a:pt x="2017820" y="50019"/>
                  </a:lnTo>
                  <a:lnTo>
                    <a:pt x="2016748" y="49923"/>
                  </a:lnTo>
                  <a:lnTo>
                    <a:pt x="2015677" y="49827"/>
                  </a:lnTo>
                  <a:lnTo>
                    <a:pt x="2014605" y="49730"/>
                  </a:lnTo>
                  <a:lnTo>
                    <a:pt x="2013534" y="49632"/>
                  </a:lnTo>
                  <a:lnTo>
                    <a:pt x="2012462" y="49534"/>
                  </a:lnTo>
                  <a:lnTo>
                    <a:pt x="2011390" y="49435"/>
                  </a:lnTo>
                  <a:lnTo>
                    <a:pt x="2010319" y="49335"/>
                  </a:lnTo>
                  <a:lnTo>
                    <a:pt x="2009247" y="49235"/>
                  </a:lnTo>
                  <a:lnTo>
                    <a:pt x="2008176" y="49134"/>
                  </a:lnTo>
                  <a:lnTo>
                    <a:pt x="2007104" y="49032"/>
                  </a:lnTo>
                  <a:lnTo>
                    <a:pt x="2006032" y="48930"/>
                  </a:lnTo>
                  <a:lnTo>
                    <a:pt x="2004961" y="48827"/>
                  </a:lnTo>
                  <a:lnTo>
                    <a:pt x="2003889" y="48723"/>
                  </a:lnTo>
                  <a:lnTo>
                    <a:pt x="2002818" y="48619"/>
                  </a:lnTo>
                  <a:lnTo>
                    <a:pt x="2001746" y="48514"/>
                  </a:lnTo>
                  <a:lnTo>
                    <a:pt x="2000674" y="48408"/>
                  </a:lnTo>
                  <a:lnTo>
                    <a:pt x="1999603" y="48302"/>
                  </a:lnTo>
                  <a:lnTo>
                    <a:pt x="1998531" y="48194"/>
                  </a:lnTo>
                  <a:lnTo>
                    <a:pt x="1997460" y="48087"/>
                  </a:lnTo>
                  <a:lnTo>
                    <a:pt x="1996388" y="47978"/>
                  </a:lnTo>
                  <a:lnTo>
                    <a:pt x="1995316" y="47869"/>
                  </a:lnTo>
                  <a:lnTo>
                    <a:pt x="1994245" y="47759"/>
                  </a:lnTo>
                  <a:lnTo>
                    <a:pt x="1993173" y="47649"/>
                  </a:lnTo>
                  <a:lnTo>
                    <a:pt x="1992102" y="47538"/>
                  </a:lnTo>
                  <a:lnTo>
                    <a:pt x="1991030" y="47426"/>
                  </a:lnTo>
                  <a:lnTo>
                    <a:pt x="1989958" y="47313"/>
                  </a:lnTo>
                  <a:lnTo>
                    <a:pt x="1988887" y="47200"/>
                  </a:lnTo>
                  <a:lnTo>
                    <a:pt x="1987815" y="47086"/>
                  </a:lnTo>
                  <a:lnTo>
                    <a:pt x="1986744" y="46971"/>
                  </a:lnTo>
                  <a:lnTo>
                    <a:pt x="1985672" y="46856"/>
                  </a:lnTo>
                  <a:lnTo>
                    <a:pt x="1984600" y="46740"/>
                  </a:lnTo>
                  <a:lnTo>
                    <a:pt x="1983529" y="46623"/>
                  </a:lnTo>
                  <a:lnTo>
                    <a:pt x="1982457" y="46506"/>
                  </a:lnTo>
                  <a:lnTo>
                    <a:pt x="1981386" y="46388"/>
                  </a:lnTo>
                  <a:lnTo>
                    <a:pt x="1980314" y="46269"/>
                  </a:lnTo>
                  <a:lnTo>
                    <a:pt x="1979242" y="46150"/>
                  </a:lnTo>
                  <a:lnTo>
                    <a:pt x="1978171" y="46030"/>
                  </a:lnTo>
                  <a:lnTo>
                    <a:pt x="1977099" y="45909"/>
                  </a:lnTo>
                  <a:lnTo>
                    <a:pt x="1976028" y="45787"/>
                  </a:lnTo>
                  <a:lnTo>
                    <a:pt x="1974956" y="45665"/>
                  </a:lnTo>
                  <a:lnTo>
                    <a:pt x="1973884" y="45542"/>
                  </a:lnTo>
                  <a:lnTo>
                    <a:pt x="1972813" y="45419"/>
                  </a:lnTo>
                  <a:lnTo>
                    <a:pt x="1971741" y="45294"/>
                  </a:lnTo>
                  <a:lnTo>
                    <a:pt x="1970670" y="45169"/>
                  </a:lnTo>
                  <a:lnTo>
                    <a:pt x="1969598" y="45044"/>
                  </a:lnTo>
                  <a:lnTo>
                    <a:pt x="1968526" y="44917"/>
                  </a:lnTo>
                  <a:lnTo>
                    <a:pt x="1967455" y="44790"/>
                  </a:lnTo>
                  <a:lnTo>
                    <a:pt x="1966383" y="44662"/>
                  </a:lnTo>
                  <a:lnTo>
                    <a:pt x="1965312" y="44534"/>
                  </a:lnTo>
                  <a:lnTo>
                    <a:pt x="1964240" y="44405"/>
                  </a:lnTo>
                  <a:lnTo>
                    <a:pt x="1963168" y="44275"/>
                  </a:lnTo>
                  <a:lnTo>
                    <a:pt x="1962097" y="44144"/>
                  </a:lnTo>
                  <a:lnTo>
                    <a:pt x="1961025" y="44013"/>
                  </a:lnTo>
                  <a:lnTo>
                    <a:pt x="1959954" y="43881"/>
                  </a:lnTo>
                  <a:lnTo>
                    <a:pt x="1958882" y="43748"/>
                  </a:lnTo>
                  <a:lnTo>
                    <a:pt x="1957810" y="43615"/>
                  </a:lnTo>
                  <a:lnTo>
                    <a:pt x="1956739" y="43481"/>
                  </a:lnTo>
                  <a:lnTo>
                    <a:pt x="1955667" y="43346"/>
                  </a:lnTo>
                  <a:lnTo>
                    <a:pt x="1954596" y="43210"/>
                  </a:lnTo>
                  <a:lnTo>
                    <a:pt x="1953524" y="43074"/>
                  </a:lnTo>
                  <a:lnTo>
                    <a:pt x="1952453" y="42937"/>
                  </a:lnTo>
                  <a:lnTo>
                    <a:pt x="1951381" y="42800"/>
                  </a:lnTo>
                  <a:lnTo>
                    <a:pt x="1950309" y="42661"/>
                  </a:lnTo>
                  <a:lnTo>
                    <a:pt x="1949238" y="42522"/>
                  </a:lnTo>
                  <a:lnTo>
                    <a:pt x="1948166" y="42382"/>
                  </a:lnTo>
                  <a:lnTo>
                    <a:pt x="1947095" y="42242"/>
                  </a:lnTo>
                  <a:lnTo>
                    <a:pt x="1946023" y="42101"/>
                  </a:lnTo>
                  <a:lnTo>
                    <a:pt x="1944951" y="41959"/>
                  </a:lnTo>
                  <a:lnTo>
                    <a:pt x="1943880" y="41817"/>
                  </a:lnTo>
                  <a:lnTo>
                    <a:pt x="1942808" y="41673"/>
                  </a:lnTo>
                  <a:lnTo>
                    <a:pt x="1941737" y="41529"/>
                  </a:lnTo>
                  <a:lnTo>
                    <a:pt x="1940665" y="41385"/>
                  </a:lnTo>
                  <a:lnTo>
                    <a:pt x="1939593" y="41239"/>
                  </a:lnTo>
                  <a:lnTo>
                    <a:pt x="1938522" y="41093"/>
                  </a:lnTo>
                  <a:lnTo>
                    <a:pt x="1937450" y="40946"/>
                  </a:lnTo>
                  <a:lnTo>
                    <a:pt x="1936379" y="40799"/>
                  </a:lnTo>
                  <a:lnTo>
                    <a:pt x="1935307" y="40651"/>
                  </a:lnTo>
                  <a:lnTo>
                    <a:pt x="1934235" y="40502"/>
                  </a:lnTo>
                  <a:lnTo>
                    <a:pt x="1933164" y="40352"/>
                  </a:lnTo>
                  <a:lnTo>
                    <a:pt x="1932092" y="40202"/>
                  </a:lnTo>
                  <a:lnTo>
                    <a:pt x="1931021" y="40051"/>
                  </a:lnTo>
                  <a:lnTo>
                    <a:pt x="1929949" y="39899"/>
                  </a:lnTo>
                  <a:lnTo>
                    <a:pt x="1928877" y="39747"/>
                  </a:lnTo>
                  <a:lnTo>
                    <a:pt x="1927806" y="39594"/>
                  </a:lnTo>
                  <a:lnTo>
                    <a:pt x="1926734" y="39440"/>
                  </a:lnTo>
                  <a:lnTo>
                    <a:pt x="1925663" y="39285"/>
                  </a:lnTo>
                  <a:lnTo>
                    <a:pt x="1924591" y="39130"/>
                  </a:lnTo>
                  <a:lnTo>
                    <a:pt x="1923519" y="38974"/>
                  </a:lnTo>
                  <a:lnTo>
                    <a:pt x="1922448" y="38817"/>
                  </a:lnTo>
                  <a:lnTo>
                    <a:pt x="1921376" y="38660"/>
                  </a:lnTo>
                  <a:lnTo>
                    <a:pt x="1920305" y="38502"/>
                  </a:lnTo>
                  <a:lnTo>
                    <a:pt x="1919233" y="38343"/>
                  </a:lnTo>
                  <a:lnTo>
                    <a:pt x="1918161" y="38184"/>
                  </a:lnTo>
                  <a:lnTo>
                    <a:pt x="1917090" y="38024"/>
                  </a:lnTo>
                  <a:lnTo>
                    <a:pt x="1916018" y="37863"/>
                  </a:lnTo>
                  <a:lnTo>
                    <a:pt x="1914947" y="37701"/>
                  </a:lnTo>
                  <a:lnTo>
                    <a:pt x="1913875" y="37539"/>
                  </a:lnTo>
                  <a:lnTo>
                    <a:pt x="1912803" y="37376"/>
                  </a:lnTo>
                  <a:lnTo>
                    <a:pt x="1911732" y="37212"/>
                  </a:lnTo>
                  <a:lnTo>
                    <a:pt x="1910660" y="37048"/>
                  </a:lnTo>
                  <a:lnTo>
                    <a:pt x="1909589" y="36883"/>
                  </a:lnTo>
                  <a:lnTo>
                    <a:pt x="1908517" y="36717"/>
                  </a:lnTo>
                  <a:lnTo>
                    <a:pt x="1907445" y="36551"/>
                  </a:lnTo>
                  <a:lnTo>
                    <a:pt x="1906374" y="36384"/>
                  </a:lnTo>
                  <a:lnTo>
                    <a:pt x="1905302" y="36217"/>
                  </a:lnTo>
                  <a:lnTo>
                    <a:pt x="1904231" y="36048"/>
                  </a:lnTo>
                  <a:lnTo>
                    <a:pt x="1903159" y="35880"/>
                  </a:lnTo>
                  <a:lnTo>
                    <a:pt x="1902087" y="35710"/>
                  </a:lnTo>
                  <a:lnTo>
                    <a:pt x="1901016" y="35540"/>
                  </a:lnTo>
                  <a:lnTo>
                    <a:pt x="1899944" y="35370"/>
                  </a:lnTo>
                  <a:lnTo>
                    <a:pt x="1898873" y="35199"/>
                  </a:lnTo>
                  <a:lnTo>
                    <a:pt x="1897801" y="35027"/>
                  </a:lnTo>
                  <a:lnTo>
                    <a:pt x="1896729" y="34855"/>
                  </a:lnTo>
                  <a:lnTo>
                    <a:pt x="1895658" y="34682"/>
                  </a:lnTo>
                  <a:lnTo>
                    <a:pt x="1894586" y="34509"/>
                  </a:lnTo>
                  <a:lnTo>
                    <a:pt x="1893515" y="34335"/>
                  </a:lnTo>
                  <a:lnTo>
                    <a:pt x="1892443" y="34161"/>
                  </a:lnTo>
                  <a:lnTo>
                    <a:pt x="1891371" y="33986"/>
                  </a:lnTo>
                  <a:lnTo>
                    <a:pt x="1890300" y="33811"/>
                  </a:lnTo>
                  <a:lnTo>
                    <a:pt x="1889228" y="33635"/>
                  </a:lnTo>
                  <a:lnTo>
                    <a:pt x="1888157" y="33459"/>
                  </a:lnTo>
                  <a:lnTo>
                    <a:pt x="1887085" y="33282"/>
                  </a:lnTo>
                  <a:lnTo>
                    <a:pt x="1886013" y="33105"/>
                  </a:lnTo>
                  <a:lnTo>
                    <a:pt x="1884942" y="32927"/>
                  </a:lnTo>
                  <a:lnTo>
                    <a:pt x="1883870" y="32749"/>
                  </a:lnTo>
                  <a:lnTo>
                    <a:pt x="1882799" y="32571"/>
                  </a:lnTo>
                  <a:lnTo>
                    <a:pt x="1881727" y="32392"/>
                  </a:lnTo>
                  <a:lnTo>
                    <a:pt x="1880655" y="32212"/>
                  </a:lnTo>
                  <a:lnTo>
                    <a:pt x="1879584" y="32033"/>
                  </a:lnTo>
                  <a:lnTo>
                    <a:pt x="1878512" y="31853"/>
                  </a:lnTo>
                  <a:lnTo>
                    <a:pt x="1877441" y="31672"/>
                  </a:lnTo>
                  <a:lnTo>
                    <a:pt x="1876369" y="31491"/>
                  </a:lnTo>
                  <a:lnTo>
                    <a:pt x="1875297" y="31310"/>
                  </a:lnTo>
                  <a:lnTo>
                    <a:pt x="1874226" y="31129"/>
                  </a:lnTo>
                  <a:lnTo>
                    <a:pt x="1873154" y="30947"/>
                  </a:lnTo>
                  <a:lnTo>
                    <a:pt x="1872083" y="30765"/>
                  </a:lnTo>
                  <a:lnTo>
                    <a:pt x="1871011" y="30583"/>
                  </a:lnTo>
                  <a:lnTo>
                    <a:pt x="1869939" y="30400"/>
                  </a:lnTo>
                  <a:lnTo>
                    <a:pt x="1868868" y="30217"/>
                  </a:lnTo>
                  <a:lnTo>
                    <a:pt x="1867796" y="30033"/>
                  </a:lnTo>
                  <a:lnTo>
                    <a:pt x="1866725" y="29850"/>
                  </a:lnTo>
                  <a:lnTo>
                    <a:pt x="1865653" y="29666"/>
                  </a:lnTo>
                  <a:lnTo>
                    <a:pt x="1864581" y="29482"/>
                  </a:lnTo>
                  <a:lnTo>
                    <a:pt x="1863510" y="29297"/>
                  </a:lnTo>
                  <a:lnTo>
                    <a:pt x="1862438" y="29113"/>
                  </a:lnTo>
                  <a:lnTo>
                    <a:pt x="1861367" y="28928"/>
                  </a:lnTo>
                  <a:lnTo>
                    <a:pt x="1860295" y="28743"/>
                  </a:lnTo>
                  <a:lnTo>
                    <a:pt x="1859223" y="28558"/>
                  </a:lnTo>
                  <a:lnTo>
                    <a:pt x="1858152" y="28372"/>
                  </a:lnTo>
                  <a:lnTo>
                    <a:pt x="1857080" y="28187"/>
                  </a:lnTo>
                  <a:lnTo>
                    <a:pt x="1856009" y="28001"/>
                  </a:lnTo>
                  <a:lnTo>
                    <a:pt x="1854937" y="27815"/>
                  </a:lnTo>
                  <a:lnTo>
                    <a:pt x="1853865" y="27629"/>
                  </a:lnTo>
                  <a:lnTo>
                    <a:pt x="1852794" y="27443"/>
                  </a:lnTo>
                  <a:lnTo>
                    <a:pt x="1851722" y="27256"/>
                  </a:lnTo>
                  <a:lnTo>
                    <a:pt x="1850651" y="27070"/>
                  </a:lnTo>
                  <a:lnTo>
                    <a:pt x="1849579" y="26883"/>
                  </a:lnTo>
                  <a:lnTo>
                    <a:pt x="1848507" y="26697"/>
                  </a:lnTo>
                  <a:lnTo>
                    <a:pt x="1847436" y="26510"/>
                  </a:lnTo>
                  <a:lnTo>
                    <a:pt x="1846364" y="26323"/>
                  </a:lnTo>
                  <a:lnTo>
                    <a:pt x="1845293" y="26136"/>
                  </a:lnTo>
                  <a:lnTo>
                    <a:pt x="1844221" y="25949"/>
                  </a:lnTo>
                  <a:lnTo>
                    <a:pt x="1843149" y="25762"/>
                  </a:lnTo>
                  <a:lnTo>
                    <a:pt x="1842078" y="25575"/>
                  </a:lnTo>
                  <a:lnTo>
                    <a:pt x="1841006" y="25388"/>
                  </a:lnTo>
                  <a:lnTo>
                    <a:pt x="1839935" y="25201"/>
                  </a:lnTo>
                  <a:lnTo>
                    <a:pt x="1838863" y="25013"/>
                  </a:lnTo>
                  <a:lnTo>
                    <a:pt x="1837791" y="24826"/>
                  </a:lnTo>
                  <a:lnTo>
                    <a:pt x="1836720" y="24639"/>
                  </a:lnTo>
                  <a:lnTo>
                    <a:pt x="1835648" y="24452"/>
                  </a:lnTo>
                  <a:lnTo>
                    <a:pt x="1834577" y="24265"/>
                  </a:lnTo>
                  <a:lnTo>
                    <a:pt x="1833505" y="24078"/>
                  </a:lnTo>
                  <a:lnTo>
                    <a:pt x="1832433" y="23891"/>
                  </a:lnTo>
                  <a:lnTo>
                    <a:pt x="1831362" y="23704"/>
                  </a:lnTo>
                  <a:lnTo>
                    <a:pt x="1830290" y="23517"/>
                  </a:lnTo>
                  <a:lnTo>
                    <a:pt x="1829219" y="23330"/>
                  </a:lnTo>
                  <a:lnTo>
                    <a:pt x="1828147" y="23143"/>
                  </a:lnTo>
                  <a:lnTo>
                    <a:pt x="1827075" y="22957"/>
                  </a:lnTo>
                  <a:lnTo>
                    <a:pt x="1826004" y="22770"/>
                  </a:lnTo>
                  <a:lnTo>
                    <a:pt x="1824932" y="22584"/>
                  </a:lnTo>
                  <a:lnTo>
                    <a:pt x="1823861" y="22397"/>
                  </a:lnTo>
                  <a:lnTo>
                    <a:pt x="1822789" y="22211"/>
                  </a:lnTo>
                  <a:lnTo>
                    <a:pt x="1821717" y="22025"/>
                  </a:lnTo>
                  <a:lnTo>
                    <a:pt x="1820646" y="21839"/>
                  </a:lnTo>
                  <a:lnTo>
                    <a:pt x="1819574" y="21654"/>
                  </a:lnTo>
                  <a:lnTo>
                    <a:pt x="1818503" y="21468"/>
                  </a:lnTo>
                  <a:lnTo>
                    <a:pt x="1817431" y="21283"/>
                  </a:lnTo>
                  <a:lnTo>
                    <a:pt x="1816359" y="21098"/>
                  </a:lnTo>
                  <a:lnTo>
                    <a:pt x="1815288" y="20913"/>
                  </a:lnTo>
                  <a:lnTo>
                    <a:pt x="1814216" y="20728"/>
                  </a:lnTo>
                  <a:lnTo>
                    <a:pt x="1813145" y="20544"/>
                  </a:lnTo>
                  <a:lnTo>
                    <a:pt x="1812073" y="20359"/>
                  </a:lnTo>
                  <a:lnTo>
                    <a:pt x="1811001" y="20175"/>
                  </a:lnTo>
                  <a:lnTo>
                    <a:pt x="1809930" y="19992"/>
                  </a:lnTo>
                  <a:lnTo>
                    <a:pt x="1808858" y="19808"/>
                  </a:lnTo>
                  <a:lnTo>
                    <a:pt x="1807787" y="19625"/>
                  </a:lnTo>
                  <a:lnTo>
                    <a:pt x="1806715" y="19442"/>
                  </a:lnTo>
                  <a:lnTo>
                    <a:pt x="1805643" y="19260"/>
                  </a:lnTo>
                  <a:lnTo>
                    <a:pt x="1804572" y="19077"/>
                  </a:lnTo>
                  <a:lnTo>
                    <a:pt x="1803500" y="18895"/>
                  </a:lnTo>
                  <a:lnTo>
                    <a:pt x="1802429" y="18714"/>
                  </a:lnTo>
                  <a:lnTo>
                    <a:pt x="1801357" y="18532"/>
                  </a:lnTo>
                  <a:lnTo>
                    <a:pt x="1800285" y="18352"/>
                  </a:lnTo>
                  <a:lnTo>
                    <a:pt x="1799214" y="18171"/>
                  </a:lnTo>
                  <a:lnTo>
                    <a:pt x="1798142" y="17991"/>
                  </a:lnTo>
                  <a:lnTo>
                    <a:pt x="1797071" y="17811"/>
                  </a:lnTo>
                  <a:lnTo>
                    <a:pt x="1795999" y="17631"/>
                  </a:lnTo>
                  <a:lnTo>
                    <a:pt x="1794927" y="17452"/>
                  </a:lnTo>
                  <a:lnTo>
                    <a:pt x="1793856" y="17274"/>
                  </a:lnTo>
                  <a:lnTo>
                    <a:pt x="1792784" y="17096"/>
                  </a:lnTo>
                  <a:lnTo>
                    <a:pt x="1791713" y="16918"/>
                  </a:lnTo>
                  <a:lnTo>
                    <a:pt x="1790641" y="16740"/>
                  </a:lnTo>
                  <a:lnTo>
                    <a:pt x="1789569" y="16563"/>
                  </a:lnTo>
                  <a:lnTo>
                    <a:pt x="1788498" y="16387"/>
                  </a:lnTo>
                  <a:lnTo>
                    <a:pt x="1787426" y="16211"/>
                  </a:lnTo>
                  <a:lnTo>
                    <a:pt x="1786355" y="16036"/>
                  </a:lnTo>
                  <a:lnTo>
                    <a:pt x="1785283" y="15860"/>
                  </a:lnTo>
                  <a:lnTo>
                    <a:pt x="1784211" y="15686"/>
                  </a:lnTo>
                  <a:lnTo>
                    <a:pt x="1783140" y="15512"/>
                  </a:lnTo>
                  <a:lnTo>
                    <a:pt x="1782068" y="15338"/>
                  </a:lnTo>
                  <a:lnTo>
                    <a:pt x="1780997" y="15165"/>
                  </a:lnTo>
                  <a:lnTo>
                    <a:pt x="1779925" y="14993"/>
                  </a:lnTo>
                  <a:lnTo>
                    <a:pt x="1778853" y="14821"/>
                  </a:lnTo>
                  <a:lnTo>
                    <a:pt x="1777782" y="14650"/>
                  </a:lnTo>
                  <a:lnTo>
                    <a:pt x="1776710" y="14479"/>
                  </a:lnTo>
                  <a:lnTo>
                    <a:pt x="1775639" y="14309"/>
                  </a:lnTo>
                  <a:lnTo>
                    <a:pt x="1774567" y="14139"/>
                  </a:lnTo>
                  <a:lnTo>
                    <a:pt x="1773496" y="13970"/>
                  </a:lnTo>
                  <a:lnTo>
                    <a:pt x="1772424" y="13802"/>
                  </a:lnTo>
                  <a:lnTo>
                    <a:pt x="1771352" y="13634"/>
                  </a:lnTo>
                  <a:lnTo>
                    <a:pt x="1770281" y="13467"/>
                  </a:lnTo>
                  <a:lnTo>
                    <a:pt x="1769209" y="13300"/>
                  </a:lnTo>
                  <a:lnTo>
                    <a:pt x="1768138" y="13134"/>
                  </a:lnTo>
                  <a:lnTo>
                    <a:pt x="1767066" y="12969"/>
                  </a:lnTo>
                  <a:lnTo>
                    <a:pt x="1765994" y="12804"/>
                  </a:lnTo>
                  <a:lnTo>
                    <a:pt x="1764923" y="12640"/>
                  </a:lnTo>
                  <a:lnTo>
                    <a:pt x="1763851" y="12477"/>
                  </a:lnTo>
                  <a:lnTo>
                    <a:pt x="1762780" y="12314"/>
                  </a:lnTo>
                  <a:lnTo>
                    <a:pt x="1761708" y="12152"/>
                  </a:lnTo>
                  <a:lnTo>
                    <a:pt x="1760636" y="11991"/>
                  </a:lnTo>
                  <a:lnTo>
                    <a:pt x="1759565" y="11831"/>
                  </a:lnTo>
                  <a:lnTo>
                    <a:pt x="1758493" y="11671"/>
                  </a:lnTo>
                  <a:lnTo>
                    <a:pt x="1757422" y="11512"/>
                  </a:lnTo>
                  <a:lnTo>
                    <a:pt x="1756350" y="11354"/>
                  </a:lnTo>
                  <a:lnTo>
                    <a:pt x="1755278" y="11196"/>
                  </a:lnTo>
                  <a:lnTo>
                    <a:pt x="1754207" y="11039"/>
                  </a:lnTo>
                  <a:lnTo>
                    <a:pt x="1753135" y="10884"/>
                  </a:lnTo>
                  <a:lnTo>
                    <a:pt x="1752064" y="10728"/>
                  </a:lnTo>
                  <a:lnTo>
                    <a:pt x="1750992" y="10574"/>
                  </a:lnTo>
                  <a:lnTo>
                    <a:pt x="1749920" y="10420"/>
                  </a:lnTo>
                  <a:lnTo>
                    <a:pt x="1748849" y="10267"/>
                  </a:lnTo>
                  <a:lnTo>
                    <a:pt x="1747777" y="10115"/>
                  </a:lnTo>
                  <a:lnTo>
                    <a:pt x="1746706" y="9964"/>
                  </a:lnTo>
                  <a:lnTo>
                    <a:pt x="1745634" y="9814"/>
                  </a:lnTo>
                  <a:lnTo>
                    <a:pt x="1744562" y="9664"/>
                  </a:lnTo>
                  <a:lnTo>
                    <a:pt x="1743491" y="9516"/>
                  </a:lnTo>
                  <a:lnTo>
                    <a:pt x="1742419" y="9368"/>
                  </a:lnTo>
                  <a:lnTo>
                    <a:pt x="1741348" y="9221"/>
                  </a:lnTo>
                  <a:lnTo>
                    <a:pt x="1740276" y="9075"/>
                  </a:lnTo>
                  <a:lnTo>
                    <a:pt x="1739204" y="8930"/>
                  </a:lnTo>
                  <a:lnTo>
                    <a:pt x="1738133" y="8786"/>
                  </a:lnTo>
                  <a:lnTo>
                    <a:pt x="1737061" y="8642"/>
                  </a:lnTo>
                  <a:lnTo>
                    <a:pt x="1735990" y="8500"/>
                  </a:lnTo>
                  <a:lnTo>
                    <a:pt x="1734918" y="8358"/>
                  </a:lnTo>
                  <a:lnTo>
                    <a:pt x="1733846" y="8218"/>
                  </a:lnTo>
                  <a:lnTo>
                    <a:pt x="1732775" y="8078"/>
                  </a:lnTo>
                  <a:lnTo>
                    <a:pt x="1731703" y="7940"/>
                  </a:lnTo>
                  <a:lnTo>
                    <a:pt x="1730632" y="7802"/>
                  </a:lnTo>
                  <a:lnTo>
                    <a:pt x="1729560" y="7665"/>
                  </a:lnTo>
                  <a:lnTo>
                    <a:pt x="1728488" y="7529"/>
                  </a:lnTo>
                  <a:lnTo>
                    <a:pt x="1727417" y="7394"/>
                  </a:lnTo>
                  <a:lnTo>
                    <a:pt x="1726345" y="7261"/>
                  </a:lnTo>
                  <a:lnTo>
                    <a:pt x="1725274" y="7128"/>
                  </a:lnTo>
                  <a:lnTo>
                    <a:pt x="1724202" y="6996"/>
                  </a:lnTo>
                  <a:lnTo>
                    <a:pt x="1723130" y="6865"/>
                  </a:lnTo>
                  <a:lnTo>
                    <a:pt x="1722059" y="6735"/>
                  </a:lnTo>
                  <a:lnTo>
                    <a:pt x="1720987" y="6607"/>
                  </a:lnTo>
                  <a:lnTo>
                    <a:pt x="1719916" y="6479"/>
                  </a:lnTo>
                  <a:lnTo>
                    <a:pt x="1718844" y="6352"/>
                  </a:lnTo>
                  <a:lnTo>
                    <a:pt x="1717772" y="6227"/>
                  </a:lnTo>
                  <a:lnTo>
                    <a:pt x="1716701" y="6102"/>
                  </a:lnTo>
                  <a:lnTo>
                    <a:pt x="1715629" y="5978"/>
                  </a:lnTo>
                  <a:lnTo>
                    <a:pt x="1714558" y="5856"/>
                  </a:lnTo>
                  <a:lnTo>
                    <a:pt x="1713486" y="5735"/>
                  </a:lnTo>
                  <a:lnTo>
                    <a:pt x="1712414" y="5614"/>
                  </a:lnTo>
                  <a:lnTo>
                    <a:pt x="1711343" y="5495"/>
                  </a:lnTo>
                  <a:lnTo>
                    <a:pt x="1710271" y="5377"/>
                  </a:lnTo>
                  <a:lnTo>
                    <a:pt x="1709200" y="5260"/>
                  </a:lnTo>
                  <a:lnTo>
                    <a:pt x="1708128" y="5145"/>
                  </a:lnTo>
                  <a:lnTo>
                    <a:pt x="1707056" y="5030"/>
                  </a:lnTo>
                  <a:lnTo>
                    <a:pt x="1705985" y="4916"/>
                  </a:lnTo>
                  <a:lnTo>
                    <a:pt x="1704913" y="4804"/>
                  </a:lnTo>
                  <a:lnTo>
                    <a:pt x="1703842" y="4693"/>
                  </a:lnTo>
                  <a:lnTo>
                    <a:pt x="1702770" y="4583"/>
                  </a:lnTo>
                  <a:lnTo>
                    <a:pt x="1701698" y="4474"/>
                  </a:lnTo>
                  <a:lnTo>
                    <a:pt x="1700627" y="4366"/>
                  </a:lnTo>
                  <a:lnTo>
                    <a:pt x="1699555" y="4259"/>
                  </a:lnTo>
                  <a:lnTo>
                    <a:pt x="1698484" y="4154"/>
                  </a:lnTo>
                  <a:lnTo>
                    <a:pt x="1697412" y="4050"/>
                  </a:lnTo>
                  <a:lnTo>
                    <a:pt x="1696340" y="3947"/>
                  </a:lnTo>
                  <a:lnTo>
                    <a:pt x="1695269" y="3845"/>
                  </a:lnTo>
                  <a:lnTo>
                    <a:pt x="1694197" y="3744"/>
                  </a:lnTo>
                  <a:lnTo>
                    <a:pt x="1693126" y="3645"/>
                  </a:lnTo>
                  <a:lnTo>
                    <a:pt x="1692054" y="3547"/>
                  </a:lnTo>
                  <a:lnTo>
                    <a:pt x="1690982" y="3450"/>
                  </a:lnTo>
                  <a:lnTo>
                    <a:pt x="1689911" y="3354"/>
                  </a:lnTo>
                  <a:lnTo>
                    <a:pt x="1688839" y="3260"/>
                  </a:lnTo>
                  <a:lnTo>
                    <a:pt x="1687768" y="3167"/>
                  </a:lnTo>
                  <a:lnTo>
                    <a:pt x="1686696" y="3075"/>
                  </a:lnTo>
                  <a:lnTo>
                    <a:pt x="1685624" y="2984"/>
                  </a:lnTo>
                  <a:lnTo>
                    <a:pt x="1684553" y="2895"/>
                  </a:lnTo>
                  <a:lnTo>
                    <a:pt x="1683481" y="2807"/>
                  </a:lnTo>
                  <a:lnTo>
                    <a:pt x="1682410" y="2720"/>
                  </a:lnTo>
                  <a:lnTo>
                    <a:pt x="1681338" y="2634"/>
                  </a:lnTo>
                  <a:lnTo>
                    <a:pt x="1680266" y="2550"/>
                  </a:lnTo>
                  <a:lnTo>
                    <a:pt x="1679195" y="2467"/>
                  </a:lnTo>
                  <a:lnTo>
                    <a:pt x="1678123" y="2385"/>
                  </a:lnTo>
                  <a:lnTo>
                    <a:pt x="1677052" y="2305"/>
                  </a:lnTo>
                  <a:lnTo>
                    <a:pt x="1675980" y="2226"/>
                  </a:lnTo>
                  <a:lnTo>
                    <a:pt x="1674908" y="2148"/>
                  </a:lnTo>
                  <a:lnTo>
                    <a:pt x="1673837" y="2072"/>
                  </a:lnTo>
                  <a:lnTo>
                    <a:pt x="1672765" y="1996"/>
                  </a:lnTo>
                  <a:lnTo>
                    <a:pt x="1671694" y="1923"/>
                  </a:lnTo>
                  <a:lnTo>
                    <a:pt x="1670622" y="1850"/>
                  </a:lnTo>
                  <a:lnTo>
                    <a:pt x="1669550" y="1779"/>
                  </a:lnTo>
                  <a:lnTo>
                    <a:pt x="1668479" y="1709"/>
                  </a:lnTo>
                  <a:lnTo>
                    <a:pt x="1667407" y="1641"/>
                  </a:lnTo>
                  <a:lnTo>
                    <a:pt x="1666336" y="1574"/>
                  </a:lnTo>
                  <a:lnTo>
                    <a:pt x="1665264" y="1508"/>
                  </a:lnTo>
                  <a:lnTo>
                    <a:pt x="1664192" y="1444"/>
                  </a:lnTo>
                  <a:lnTo>
                    <a:pt x="1663121" y="1381"/>
                  </a:lnTo>
                  <a:lnTo>
                    <a:pt x="1662049" y="1319"/>
                  </a:lnTo>
                  <a:lnTo>
                    <a:pt x="1660978" y="1259"/>
                  </a:lnTo>
                  <a:lnTo>
                    <a:pt x="1659906" y="1200"/>
                  </a:lnTo>
                  <a:lnTo>
                    <a:pt x="1658834" y="1143"/>
                  </a:lnTo>
                  <a:lnTo>
                    <a:pt x="1657763" y="1086"/>
                  </a:lnTo>
                  <a:lnTo>
                    <a:pt x="1656691" y="1032"/>
                  </a:lnTo>
                  <a:lnTo>
                    <a:pt x="1655620" y="978"/>
                  </a:lnTo>
                  <a:lnTo>
                    <a:pt x="1654548" y="926"/>
                  </a:lnTo>
                  <a:lnTo>
                    <a:pt x="1653476" y="876"/>
                  </a:lnTo>
                  <a:lnTo>
                    <a:pt x="1652405" y="827"/>
                  </a:lnTo>
                  <a:lnTo>
                    <a:pt x="1651333" y="779"/>
                  </a:lnTo>
                  <a:lnTo>
                    <a:pt x="1650262" y="733"/>
                  </a:lnTo>
                  <a:lnTo>
                    <a:pt x="1649190" y="688"/>
                  </a:lnTo>
                  <a:lnTo>
                    <a:pt x="1648118" y="644"/>
                  </a:lnTo>
                  <a:lnTo>
                    <a:pt x="1647047" y="602"/>
                  </a:lnTo>
                  <a:lnTo>
                    <a:pt x="1645975" y="561"/>
                  </a:lnTo>
                  <a:lnTo>
                    <a:pt x="1644904" y="522"/>
                  </a:lnTo>
                  <a:lnTo>
                    <a:pt x="1643832" y="484"/>
                  </a:lnTo>
                  <a:lnTo>
                    <a:pt x="1642760" y="448"/>
                  </a:lnTo>
                  <a:lnTo>
                    <a:pt x="1641689" y="413"/>
                  </a:lnTo>
                  <a:lnTo>
                    <a:pt x="1640617" y="379"/>
                  </a:lnTo>
                  <a:lnTo>
                    <a:pt x="1639546" y="347"/>
                  </a:lnTo>
                  <a:lnTo>
                    <a:pt x="1638474" y="316"/>
                  </a:lnTo>
                  <a:lnTo>
                    <a:pt x="1637402" y="287"/>
                  </a:lnTo>
                  <a:lnTo>
                    <a:pt x="1636331" y="259"/>
                  </a:lnTo>
                  <a:lnTo>
                    <a:pt x="1635259" y="232"/>
                  </a:lnTo>
                  <a:lnTo>
                    <a:pt x="1634188" y="207"/>
                  </a:lnTo>
                  <a:lnTo>
                    <a:pt x="1633116" y="184"/>
                  </a:lnTo>
                  <a:lnTo>
                    <a:pt x="1632044" y="161"/>
                  </a:lnTo>
                  <a:lnTo>
                    <a:pt x="1630973" y="141"/>
                  </a:lnTo>
                  <a:lnTo>
                    <a:pt x="1629901" y="121"/>
                  </a:lnTo>
                  <a:lnTo>
                    <a:pt x="1628830" y="103"/>
                  </a:lnTo>
                  <a:lnTo>
                    <a:pt x="1627758" y="87"/>
                  </a:lnTo>
                  <a:lnTo>
                    <a:pt x="1626686" y="72"/>
                  </a:lnTo>
                  <a:lnTo>
                    <a:pt x="1625615" y="58"/>
                  </a:lnTo>
                  <a:lnTo>
                    <a:pt x="1624543" y="46"/>
                  </a:lnTo>
                  <a:lnTo>
                    <a:pt x="1623472" y="35"/>
                  </a:lnTo>
                  <a:lnTo>
                    <a:pt x="1622400" y="26"/>
                  </a:lnTo>
                  <a:lnTo>
                    <a:pt x="1621328" y="18"/>
                  </a:lnTo>
                  <a:lnTo>
                    <a:pt x="1620257" y="11"/>
                  </a:lnTo>
                  <a:lnTo>
                    <a:pt x="1619185" y="6"/>
                  </a:lnTo>
                  <a:lnTo>
                    <a:pt x="1618114" y="3"/>
                  </a:lnTo>
                  <a:lnTo>
                    <a:pt x="1617042" y="0"/>
                  </a:lnTo>
                  <a:lnTo>
                    <a:pt x="1615970" y="0"/>
                  </a:lnTo>
                  <a:lnTo>
                    <a:pt x="1614899" y="0"/>
                  </a:lnTo>
                  <a:lnTo>
                    <a:pt x="1613827" y="2"/>
                  </a:lnTo>
                  <a:lnTo>
                    <a:pt x="1612756" y="5"/>
                  </a:lnTo>
                  <a:lnTo>
                    <a:pt x="1611684" y="10"/>
                  </a:lnTo>
                  <a:lnTo>
                    <a:pt x="1610612" y="17"/>
                  </a:lnTo>
                  <a:lnTo>
                    <a:pt x="1609541" y="24"/>
                  </a:lnTo>
                  <a:lnTo>
                    <a:pt x="1608469" y="33"/>
                  </a:lnTo>
                  <a:lnTo>
                    <a:pt x="1607398" y="44"/>
                  </a:lnTo>
                  <a:lnTo>
                    <a:pt x="1606326" y="55"/>
                  </a:lnTo>
                  <a:lnTo>
                    <a:pt x="1605254" y="69"/>
                  </a:lnTo>
                  <a:lnTo>
                    <a:pt x="1604183" y="83"/>
                  </a:lnTo>
                  <a:lnTo>
                    <a:pt x="1603111" y="99"/>
                  </a:lnTo>
                  <a:lnTo>
                    <a:pt x="1602040" y="117"/>
                  </a:lnTo>
                  <a:lnTo>
                    <a:pt x="1600968" y="135"/>
                  </a:lnTo>
                  <a:lnTo>
                    <a:pt x="1599896" y="155"/>
                  </a:lnTo>
                  <a:lnTo>
                    <a:pt x="1598825" y="177"/>
                  </a:lnTo>
                  <a:lnTo>
                    <a:pt x="1597753" y="200"/>
                  </a:lnTo>
                  <a:lnTo>
                    <a:pt x="1596682" y="224"/>
                  </a:lnTo>
                  <a:lnTo>
                    <a:pt x="1595610" y="250"/>
                  </a:lnTo>
                  <a:lnTo>
                    <a:pt x="1594539" y="276"/>
                  </a:lnTo>
                  <a:lnTo>
                    <a:pt x="1593467" y="305"/>
                  </a:lnTo>
                  <a:lnTo>
                    <a:pt x="1592395" y="334"/>
                  </a:lnTo>
                  <a:lnTo>
                    <a:pt x="1591324" y="365"/>
                  </a:lnTo>
                  <a:lnTo>
                    <a:pt x="1590252" y="397"/>
                  </a:lnTo>
                  <a:lnTo>
                    <a:pt x="1589181" y="431"/>
                  </a:lnTo>
                  <a:lnTo>
                    <a:pt x="1588109" y="466"/>
                  </a:lnTo>
                  <a:lnTo>
                    <a:pt x="1587037" y="502"/>
                  </a:lnTo>
                  <a:lnTo>
                    <a:pt x="1585966" y="539"/>
                  </a:lnTo>
                  <a:lnTo>
                    <a:pt x="1584894" y="578"/>
                  </a:lnTo>
                  <a:lnTo>
                    <a:pt x="1583823" y="618"/>
                  </a:lnTo>
                  <a:lnTo>
                    <a:pt x="1582751" y="660"/>
                  </a:lnTo>
                  <a:lnTo>
                    <a:pt x="1581679" y="702"/>
                  </a:lnTo>
                  <a:lnTo>
                    <a:pt x="1580608" y="746"/>
                  </a:lnTo>
                  <a:lnTo>
                    <a:pt x="1579536" y="791"/>
                  </a:lnTo>
                  <a:lnTo>
                    <a:pt x="1578465" y="838"/>
                  </a:lnTo>
                  <a:lnTo>
                    <a:pt x="1577393" y="885"/>
                  </a:lnTo>
                  <a:lnTo>
                    <a:pt x="1576321" y="934"/>
                  </a:lnTo>
                  <a:lnTo>
                    <a:pt x="1575250" y="984"/>
                  </a:lnTo>
                  <a:lnTo>
                    <a:pt x="1574178" y="1035"/>
                  </a:lnTo>
                  <a:lnTo>
                    <a:pt x="1573107" y="1088"/>
                  </a:lnTo>
                  <a:lnTo>
                    <a:pt x="1572035" y="1142"/>
                  </a:lnTo>
                  <a:lnTo>
                    <a:pt x="1570963" y="1197"/>
                  </a:lnTo>
                  <a:lnTo>
                    <a:pt x="1569892" y="1253"/>
                  </a:lnTo>
                  <a:lnTo>
                    <a:pt x="1568820" y="1310"/>
                  </a:lnTo>
                  <a:lnTo>
                    <a:pt x="1567749" y="1368"/>
                  </a:lnTo>
                  <a:lnTo>
                    <a:pt x="1566677" y="1428"/>
                  </a:lnTo>
                  <a:lnTo>
                    <a:pt x="1565605" y="1488"/>
                  </a:lnTo>
                  <a:lnTo>
                    <a:pt x="1564534" y="1550"/>
                  </a:lnTo>
                  <a:lnTo>
                    <a:pt x="1563462" y="1613"/>
                  </a:lnTo>
                  <a:lnTo>
                    <a:pt x="1562391" y="1677"/>
                  </a:lnTo>
                  <a:lnTo>
                    <a:pt x="1561319" y="1742"/>
                  </a:lnTo>
                  <a:lnTo>
                    <a:pt x="1560247" y="1809"/>
                  </a:lnTo>
                  <a:lnTo>
                    <a:pt x="1559176" y="1876"/>
                  </a:lnTo>
                  <a:lnTo>
                    <a:pt x="1558104" y="1944"/>
                  </a:lnTo>
                  <a:lnTo>
                    <a:pt x="1557033" y="2014"/>
                  </a:lnTo>
                  <a:lnTo>
                    <a:pt x="1555961" y="2084"/>
                  </a:lnTo>
                  <a:lnTo>
                    <a:pt x="1554889" y="2156"/>
                  </a:lnTo>
                  <a:lnTo>
                    <a:pt x="1553818" y="2228"/>
                  </a:lnTo>
                  <a:lnTo>
                    <a:pt x="1552746" y="2302"/>
                  </a:lnTo>
                  <a:lnTo>
                    <a:pt x="1551675" y="2376"/>
                  </a:lnTo>
                  <a:lnTo>
                    <a:pt x="1550603" y="2452"/>
                  </a:lnTo>
                  <a:lnTo>
                    <a:pt x="1549531" y="2528"/>
                  </a:lnTo>
                  <a:lnTo>
                    <a:pt x="1548460" y="2606"/>
                  </a:lnTo>
                  <a:lnTo>
                    <a:pt x="1547388" y="2684"/>
                  </a:lnTo>
                  <a:lnTo>
                    <a:pt x="1546317" y="2763"/>
                  </a:lnTo>
                  <a:lnTo>
                    <a:pt x="1545245" y="2844"/>
                  </a:lnTo>
                  <a:lnTo>
                    <a:pt x="1544173" y="2925"/>
                  </a:lnTo>
                  <a:lnTo>
                    <a:pt x="1543102" y="3007"/>
                  </a:lnTo>
                  <a:lnTo>
                    <a:pt x="1542030" y="3090"/>
                  </a:lnTo>
                  <a:lnTo>
                    <a:pt x="1540959" y="3173"/>
                  </a:lnTo>
                  <a:lnTo>
                    <a:pt x="1539887" y="3258"/>
                  </a:lnTo>
                  <a:lnTo>
                    <a:pt x="1538815" y="3343"/>
                  </a:lnTo>
                  <a:lnTo>
                    <a:pt x="1537744" y="3430"/>
                  </a:lnTo>
                  <a:lnTo>
                    <a:pt x="1536672" y="3517"/>
                  </a:lnTo>
                  <a:lnTo>
                    <a:pt x="1535601" y="3604"/>
                  </a:lnTo>
                  <a:lnTo>
                    <a:pt x="1534529" y="3693"/>
                  </a:lnTo>
                  <a:lnTo>
                    <a:pt x="1533457" y="3782"/>
                  </a:lnTo>
                  <a:lnTo>
                    <a:pt x="1532386" y="3872"/>
                  </a:lnTo>
                  <a:lnTo>
                    <a:pt x="1531314" y="3963"/>
                  </a:lnTo>
                  <a:lnTo>
                    <a:pt x="1530243" y="4055"/>
                  </a:lnTo>
                  <a:lnTo>
                    <a:pt x="1529171" y="4147"/>
                  </a:lnTo>
                  <a:lnTo>
                    <a:pt x="1528099" y="4240"/>
                  </a:lnTo>
                  <a:lnTo>
                    <a:pt x="1527028" y="4333"/>
                  </a:lnTo>
                  <a:lnTo>
                    <a:pt x="1525956" y="4427"/>
                  </a:lnTo>
                  <a:lnTo>
                    <a:pt x="1524885" y="4522"/>
                  </a:lnTo>
                  <a:lnTo>
                    <a:pt x="1523813" y="4617"/>
                  </a:lnTo>
                  <a:lnTo>
                    <a:pt x="1522741" y="4713"/>
                  </a:lnTo>
                  <a:lnTo>
                    <a:pt x="1521670" y="4810"/>
                  </a:lnTo>
                  <a:lnTo>
                    <a:pt x="1520598" y="4907"/>
                  </a:lnTo>
                  <a:lnTo>
                    <a:pt x="1519527" y="5004"/>
                  </a:lnTo>
                  <a:lnTo>
                    <a:pt x="1518455" y="5103"/>
                  </a:lnTo>
                  <a:lnTo>
                    <a:pt x="1517383" y="5201"/>
                  </a:lnTo>
                  <a:lnTo>
                    <a:pt x="1516312" y="5300"/>
                  </a:lnTo>
                  <a:lnTo>
                    <a:pt x="1515240" y="5400"/>
                  </a:lnTo>
                  <a:lnTo>
                    <a:pt x="1514169" y="5500"/>
                  </a:lnTo>
                  <a:lnTo>
                    <a:pt x="1513097" y="5600"/>
                  </a:lnTo>
                  <a:lnTo>
                    <a:pt x="1512025" y="5701"/>
                  </a:lnTo>
                  <a:lnTo>
                    <a:pt x="1510954" y="5802"/>
                  </a:lnTo>
                  <a:lnTo>
                    <a:pt x="1509882" y="5904"/>
                  </a:lnTo>
                  <a:lnTo>
                    <a:pt x="1508811" y="6006"/>
                  </a:lnTo>
                  <a:lnTo>
                    <a:pt x="1507739" y="6108"/>
                  </a:lnTo>
                  <a:lnTo>
                    <a:pt x="1506667" y="6211"/>
                  </a:lnTo>
                  <a:lnTo>
                    <a:pt x="1505596" y="6314"/>
                  </a:lnTo>
                  <a:lnTo>
                    <a:pt x="1504524" y="6417"/>
                  </a:lnTo>
                  <a:lnTo>
                    <a:pt x="1503453" y="6520"/>
                  </a:lnTo>
                  <a:lnTo>
                    <a:pt x="1502381" y="6624"/>
                  </a:lnTo>
                  <a:lnTo>
                    <a:pt x="1501309" y="6728"/>
                  </a:lnTo>
                  <a:lnTo>
                    <a:pt x="1500238" y="6832"/>
                  </a:lnTo>
                  <a:lnTo>
                    <a:pt x="1499166" y="6936"/>
                  </a:lnTo>
                  <a:lnTo>
                    <a:pt x="1498095" y="7040"/>
                  </a:lnTo>
                  <a:lnTo>
                    <a:pt x="1497023" y="7145"/>
                  </a:lnTo>
                  <a:lnTo>
                    <a:pt x="1495951" y="7249"/>
                  </a:lnTo>
                  <a:lnTo>
                    <a:pt x="1494880" y="7354"/>
                  </a:lnTo>
                  <a:lnTo>
                    <a:pt x="1493808" y="7459"/>
                  </a:lnTo>
                  <a:lnTo>
                    <a:pt x="1492737" y="7564"/>
                  </a:lnTo>
                  <a:lnTo>
                    <a:pt x="1491665" y="7669"/>
                  </a:lnTo>
                  <a:lnTo>
                    <a:pt x="1490593" y="7773"/>
                  </a:lnTo>
                  <a:lnTo>
                    <a:pt x="1489522" y="7878"/>
                  </a:lnTo>
                  <a:lnTo>
                    <a:pt x="1488450" y="7983"/>
                  </a:lnTo>
                  <a:lnTo>
                    <a:pt x="1487379" y="8088"/>
                  </a:lnTo>
                  <a:lnTo>
                    <a:pt x="1486307" y="8192"/>
                  </a:lnTo>
                  <a:lnTo>
                    <a:pt x="1485235" y="8297"/>
                  </a:lnTo>
                  <a:lnTo>
                    <a:pt x="1484164" y="8401"/>
                  </a:lnTo>
                  <a:lnTo>
                    <a:pt x="1483092" y="8505"/>
                  </a:lnTo>
                  <a:lnTo>
                    <a:pt x="1482021" y="8609"/>
                  </a:lnTo>
                  <a:lnTo>
                    <a:pt x="1480949" y="8713"/>
                  </a:lnTo>
                  <a:lnTo>
                    <a:pt x="1479877" y="8817"/>
                  </a:lnTo>
                  <a:lnTo>
                    <a:pt x="1478806" y="8920"/>
                  </a:lnTo>
                  <a:lnTo>
                    <a:pt x="1477734" y="9023"/>
                  </a:lnTo>
                  <a:lnTo>
                    <a:pt x="1476663" y="9126"/>
                  </a:lnTo>
                  <a:lnTo>
                    <a:pt x="1475591" y="9228"/>
                  </a:lnTo>
                  <a:lnTo>
                    <a:pt x="1474519" y="9331"/>
                  </a:lnTo>
                  <a:lnTo>
                    <a:pt x="1473448" y="9432"/>
                  </a:lnTo>
                  <a:lnTo>
                    <a:pt x="1472376" y="9534"/>
                  </a:lnTo>
                  <a:lnTo>
                    <a:pt x="1471305" y="9635"/>
                  </a:lnTo>
                  <a:lnTo>
                    <a:pt x="1470233" y="9736"/>
                  </a:lnTo>
                  <a:lnTo>
                    <a:pt x="1469161" y="9836"/>
                  </a:lnTo>
                  <a:lnTo>
                    <a:pt x="1468090" y="9935"/>
                  </a:lnTo>
                  <a:lnTo>
                    <a:pt x="1467018" y="10035"/>
                  </a:lnTo>
                  <a:lnTo>
                    <a:pt x="1465947" y="10133"/>
                  </a:lnTo>
                  <a:lnTo>
                    <a:pt x="1464875" y="10231"/>
                  </a:lnTo>
                  <a:lnTo>
                    <a:pt x="1463803" y="10329"/>
                  </a:lnTo>
                  <a:lnTo>
                    <a:pt x="1462732" y="10426"/>
                  </a:lnTo>
                  <a:lnTo>
                    <a:pt x="1461660" y="10522"/>
                  </a:lnTo>
                  <a:lnTo>
                    <a:pt x="1460589" y="10618"/>
                  </a:lnTo>
                  <a:lnTo>
                    <a:pt x="1459517" y="10713"/>
                  </a:lnTo>
                  <a:lnTo>
                    <a:pt x="1458445" y="10807"/>
                  </a:lnTo>
                  <a:lnTo>
                    <a:pt x="1457374" y="10901"/>
                  </a:lnTo>
                  <a:lnTo>
                    <a:pt x="1456302" y="10994"/>
                  </a:lnTo>
                  <a:lnTo>
                    <a:pt x="1455231" y="11086"/>
                  </a:lnTo>
                  <a:lnTo>
                    <a:pt x="1454159" y="11178"/>
                  </a:lnTo>
                  <a:lnTo>
                    <a:pt x="1453087" y="11268"/>
                  </a:lnTo>
                  <a:lnTo>
                    <a:pt x="1452016" y="11358"/>
                  </a:lnTo>
                  <a:lnTo>
                    <a:pt x="1450944" y="11447"/>
                  </a:lnTo>
                  <a:lnTo>
                    <a:pt x="1449873" y="11535"/>
                  </a:lnTo>
                  <a:lnTo>
                    <a:pt x="1448801" y="11622"/>
                  </a:lnTo>
                  <a:lnTo>
                    <a:pt x="1447729" y="11708"/>
                  </a:lnTo>
                  <a:lnTo>
                    <a:pt x="1446658" y="11793"/>
                  </a:lnTo>
                  <a:lnTo>
                    <a:pt x="1445586" y="11877"/>
                  </a:lnTo>
                  <a:lnTo>
                    <a:pt x="1444515" y="11961"/>
                  </a:lnTo>
                  <a:lnTo>
                    <a:pt x="1443443" y="12043"/>
                  </a:lnTo>
                  <a:lnTo>
                    <a:pt x="1442371" y="12124"/>
                  </a:lnTo>
                  <a:lnTo>
                    <a:pt x="1441300" y="12204"/>
                  </a:lnTo>
                  <a:lnTo>
                    <a:pt x="1440228" y="12283"/>
                  </a:lnTo>
                  <a:lnTo>
                    <a:pt x="1439157" y="12361"/>
                  </a:lnTo>
                  <a:lnTo>
                    <a:pt x="1438085" y="12438"/>
                  </a:lnTo>
                  <a:lnTo>
                    <a:pt x="1437013" y="12513"/>
                  </a:lnTo>
                  <a:lnTo>
                    <a:pt x="1435942" y="12587"/>
                  </a:lnTo>
                  <a:lnTo>
                    <a:pt x="1434870" y="12661"/>
                  </a:lnTo>
                  <a:lnTo>
                    <a:pt x="1433799" y="12732"/>
                  </a:lnTo>
                  <a:lnTo>
                    <a:pt x="1432727" y="12803"/>
                  </a:lnTo>
                  <a:lnTo>
                    <a:pt x="1431655" y="12872"/>
                  </a:lnTo>
                  <a:lnTo>
                    <a:pt x="1430584" y="12940"/>
                  </a:lnTo>
                  <a:lnTo>
                    <a:pt x="1429512" y="13007"/>
                  </a:lnTo>
                  <a:lnTo>
                    <a:pt x="1428441" y="13072"/>
                  </a:lnTo>
                  <a:lnTo>
                    <a:pt x="1427369" y="13136"/>
                  </a:lnTo>
                  <a:lnTo>
                    <a:pt x="1426297" y="13198"/>
                  </a:lnTo>
                  <a:lnTo>
                    <a:pt x="1425226" y="13259"/>
                  </a:lnTo>
                  <a:lnTo>
                    <a:pt x="1424154" y="13319"/>
                  </a:lnTo>
                  <a:lnTo>
                    <a:pt x="1423083" y="13377"/>
                  </a:lnTo>
                  <a:lnTo>
                    <a:pt x="1422011" y="13433"/>
                  </a:lnTo>
                  <a:lnTo>
                    <a:pt x="1420939" y="13488"/>
                  </a:lnTo>
                  <a:lnTo>
                    <a:pt x="1419868" y="13541"/>
                  </a:lnTo>
                  <a:lnTo>
                    <a:pt x="1418796" y="13593"/>
                  </a:lnTo>
                  <a:lnTo>
                    <a:pt x="1417725" y="13643"/>
                  </a:lnTo>
                  <a:lnTo>
                    <a:pt x="1416653" y="13692"/>
                  </a:lnTo>
                  <a:lnTo>
                    <a:pt x="1415582" y="13738"/>
                  </a:lnTo>
                  <a:lnTo>
                    <a:pt x="1414510" y="13784"/>
                  </a:lnTo>
                  <a:lnTo>
                    <a:pt x="1413438" y="13827"/>
                  </a:lnTo>
                  <a:lnTo>
                    <a:pt x="1412367" y="13869"/>
                  </a:lnTo>
                  <a:lnTo>
                    <a:pt x="1411295" y="13908"/>
                  </a:lnTo>
                  <a:lnTo>
                    <a:pt x="1410224" y="13946"/>
                  </a:lnTo>
                  <a:lnTo>
                    <a:pt x="1409152" y="13983"/>
                  </a:lnTo>
                  <a:lnTo>
                    <a:pt x="1408080" y="14017"/>
                  </a:lnTo>
                  <a:lnTo>
                    <a:pt x="1407009" y="14050"/>
                  </a:lnTo>
                  <a:lnTo>
                    <a:pt x="1405937" y="14080"/>
                  </a:lnTo>
                  <a:lnTo>
                    <a:pt x="1404866" y="14109"/>
                  </a:lnTo>
                  <a:lnTo>
                    <a:pt x="1403794" y="14136"/>
                  </a:lnTo>
                  <a:lnTo>
                    <a:pt x="1402722" y="14161"/>
                  </a:lnTo>
                  <a:lnTo>
                    <a:pt x="1401651" y="14183"/>
                  </a:lnTo>
                  <a:lnTo>
                    <a:pt x="1400579" y="14204"/>
                  </a:lnTo>
                  <a:lnTo>
                    <a:pt x="1399508" y="14223"/>
                  </a:lnTo>
                  <a:lnTo>
                    <a:pt x="1398436" y="14239"/>
                  </a:lnTo>
                  <a:lnTo>
                    <a:pt x="1397364" y="14254"/>
                  </a:lnTo>
                  <a:lnTo>
                    <a:pt x="1396293" y="14267"/>
                  </a:lnTo>
                  <a:lnTo>
                    <a:pt x="1395221" y="14277"/>
                  </a:lnTo>
                  <a:lnTo>
                    <a:pt x="1394150" y="14285"/>
                  </a:lnTo>
                  <a:lnTo>
                    <a:pt x="1393078" y="14291"/>
                  </a:lnTo>
                  <a:lnTo>
                    <a:pt x="1392006" y="14295"/>
                  </a:lnTo>
                  <a:lnTo>
                    <a:pt x="1390935" y="14296"/>
                  </a:lnTo>
                  <a:lnTo>
                    <a:pt x="1389863" y="14295"/>
                  </a:lnTo>
                  <a:lnTo>
                    <a:pt x="1388792" y="14292"/>
                  </a:lnTo>
                  <a:lnTo>
                    <a:pt x="1387720" y="14287"/>
                  </a:lnTo>
                  <a:lnTo>
                    <a:pt x="1386648" y="14279"/>
                  </a:lnTo>
                  <a:lnTo>
                    <a:pt x="1385577" y="14878"/>
                  </a:lnTo>
                  <a:lnTo>
                    <a:pt x="1384505" y="15925"/>
                  </a:lnTo>
                  <a:lnTo>
                    <a:pt x="1383434" y="16973"/>
                  </a:lnTo>
                  <a:lnTo>
                    <a:pt x="1382362" y="18024"/>
                  </a:lnTo>
                  <a:lnTo>
                    <a:pt x="1381290" y="19077"/>
                  </a:lnTo>
                  <a:lnTo>
                    <a:pt x="1380219" y="20131"/>
                  </a:lnTo>
                  <a:lnTo>
                    <a:pt x="1379147" y="21188"/>
                  </a:lnTo>
                  <a:lnTo>
                    <a:pt x="1378076" y="22247"/>
                  </a:lnTo>
                  <a:lnTo>
                    <a:pt x="1377004" y="23308"/>
                  </a:lnTo>
                  <a:lnTo>
                    <a:pt x="1375932" y="24370"/>
                  </a:lnTo>
                  <a:lnTo>
                    <a:pt x="1374861" y="25435"/>
                  </a:lnTo>
                  <a:lnTo>
                    <a:pt x="1373789" y="26501"/>
                  </a:lnTo>
                  <a:lnTo>
                    <a:pt x="1372718" y="27570"/>
                  </a:lnTo>
                  <a:lnTo>
                    <a:pt x="1371646" y="28640"/>
                  </a:lnTo>
                  <a:lnTo>
                    <a:pt x="1370574" y="29713"/>
                  </a:lnTo>
                  <a:lnTo>
                    <a:pt x="1369503" y="30787"/>
                  </a:lnTo>
                  <a:lnTo>
                    <a:pt x="1368431" y="31863"/>
                  </a:lnTo>
                  <a:lnTo>
                    <a:pt x="1367360" y="32941"/>
                  </a:lnTo>
                  <a:lnTo>
                    <a:pt x="1366288" y="34021"/>
                  </a:lnTo>
                  <a:lnTo>
                    <a:pt x="1365216" y="35103"/>
                  </a:lnTo>
                  <a:lnTo>
                    <a:pt x="1364145" y="36187"/>
                  </a:lnTo>
                  <a:lnTo>
                    <a:pt x="1363073" y="37273"/>
                  </a:lnTo>
                  <a:lnTo>
                    <a:pt x="1362002" y="38360"/>
                  </a:lnTo>
                  <a:lnTo>
                    <a:pt x="1360930" y="39450"/>
                  </a:lnTo>
                  <a:lnTo>
                    <a:pt x="1359858" y="40541"/>
                  </a:lnTo>
                  <a:lnTo>
                    <a:pt x="1358787" y="41634"/>
                  </a:lnTo>
                  <a:lnTo>
                    <a:pt x="1357715" y="42729"/>
                  </a:lnTo>
                  <a:lnTo>
                    <a:pt x="1356644" y="43826"/>
                  </a:lnTo>
                  <a:lnTo>
                    <a:pt x="1355572" y="44925"/>
                  </a:lnTo>
                  <a:lnTo>
                    <a:pt x="1354500" y="46025"/>
                  </a:lnTo>
                  <a:lnTo>
                    <a:pt x="1353429" y="47127"/>
                  </a:lnTo>
                  <a:lnTo>
                    <a:pt x="1352357" y="48231"/>
                  </a:lnTo>
                  <a:lnTo>
                    <a:pt x="1351286" y="49337"/>
                  </a:lnTo>
                  <a:lnTo>
                    <a:pt x="1350214" y="50444"/>
                  </a:lnTo>
                  <a:lnTo>
                    <a:pt x="1349142" y="51554"/>
                  </a:lnTo>
                  <a:lnTo>
                    <a:pt x="1348071" y="52665"/>
                  </a:lnTo>
                  <a:lnTo>
                    <a:pt x="1346999" y="53777"/>
                  </a:lnTo>
                  <a:lnTo>
                    <a:pt x="1345928" y="54892"/>
                  </a:lnTo>
                  <a:lnTo>
                    <a:pt x="1344856" y="56008"/>
                  </a:lnTo>
                  <a:lnTo>
                    <a:pt x="1343784" y="57126"/>
                  </a:lnTo>
                  <a:lnTo>
                    <a:pt x="1342713" y="58245"/>
                  </a:lnTo>
                  <a:lnTo>
                    <a:pt x="1341641" y="59366"/>
                  </a:lnTo>
                  <a:lnTo>
                    <a:pt x="1340570" y="60489"/>
                  </a:lnTo>
                  <a:lnTo>
                    <a:pt x="1339498" y="61613"/>
                  </a:lnTo>
                  <a:lnTo>
                    <a:pt x="1338426" y="62739"/>
                  </a:lnTo>
                  <a:lnTo>
                    <a:pt x="1337355" y="63867"/>
                  </a:lnTo>
                  <a:lnTo>
                    <a:pt x="1336283" y="64996"/>
                  </a:lnTo>
                  <a:lnTo>
                    <a:pt x="1335212" y="66127"/>
                  </a:lnTo>
                  <a:lnTo>
                    <a:pt x="1334140" y="67259"/>
                  </a:lnTo>
                  <a:lnTo>
                    <a:pt x="1333068" y="68393"/>
                  </a:lnTo>
                  <a:lnTo>
                    <a:pt x="1331997" y="69528"/>
                  </a:lnTo>
                  <a:lnTo>
                    <a:pt x="1330925" y="70665"/>
                  </a:lnTo>
                  <a:lnTo>
                    <a:pt x="1329854" y="71804"/>
                  </a:lnTo>
                  <a:lnTo>
                    <a:pt x="1328782" y="72944"/>
                  </a:lnTo>
                  <a:lnTo>
                    <a:pt x="1327710" y="74085"/>
                  </a:lnTo>
                  <a:lnTo>
                    <a:pt x="1326639" y="75228"/>
                  </a:lnTo>
                  <a:lnTo>
                    <a:pt x="1325567" y="76372"/>
                  </a:lnTo>
                  <a:lnTo>
                    <a:pt x="1324496" y="77518"/>
                  </a:lnTo>
                  <a:lnTo>
                    <a:pt x="1323424" y="78665"/>
                  </a:lnTo>
                  <a:lnTo>
                    <a:pt x="1322352" y="79814"/>
                  </a:lnTo>
                  <a:lnTo>
                    <a:pt x="1321281" y="80963"/>
                  </a:lnTo>
                  <a:lnTo>
                    <a:pt x="1320209" y="82115"/>
                  </a:lnTo>
                  <a:lnTo>
                    <a:pt x="1319138" y="83267"/>
                  </a:lnTo>
                  <a:lnTo>
                    <a:pt x="1318066" y="84421"/>
                  </a:lnTo>
                  <a:lnTo>
                    <a:pt x="1316994" y="85577"/>
                  </a:lnTo>
                  <a:lnTo>
                    <a:pt x="1315923" y="86733"/>
                  </a:lnTo>
                  <a:lnTo>
                    <a:pt x="1314851" y="87891"/>
                  </a:lnTo>
                  <a:lnTo>
                    <a:pt x="1313780" y="89050"/>
                  </a:lnTo>
                  <a:lnTo>
                    <a:pt x="1312708" y="90211"/>
                  </a:lnTo>
                  <a:lnTo>
                    <a:pt x="1311636" y="91373"/>
                  </a:lnTo>
                  <a:lnTo>
                    <a:pt x="1310565" y="92536"/>
                  </a:lnTo>
                  <a:lnTo>
                    <a:pt x="1309493" y="93700"/>
                  </a:lnTo>
                  <a:lnTo>
                    <a:pt x="1308422" y="94865"/>
                  </a:lnTo>
                  <a:lnTo>
                    <a:pt x="1307350" y="96031"/>
                  </a:lnTo>
                  <a:lnTo>
                    <a:pt x="1306278" y="97199"/>
                  </a:lnTo>
                  <a:lnTo>
                    <a:pt x="1305207" y="98368"/>
                  </a:lnTo>
                  <a:lnTo>
                    <a:pt x="1304135" y="99538"/>
                  </a:lnTo>
                  <a:lnTo>
                    <a:pt x="1303064" y="100709"/>
                  </a:lnTo>
                  <a:lnTo>
                    <a:pt x="1301992" y="101881"/>
                  </a:lnTo>
                  <a:lnTo>
                    <a:pt x="1300920" y="103054"/>
                  </a:lnTo>
                  <a:lnTo>
                    <a:pt x="1299849" y="104229"/>
                  </a:lnTo>
                  <a:lnTo>
                    <a:pt x="1298777" y="105404"/>
                  </a:lnTo>
                  <a:lnTo>
                    <a:pt x="1297706" y="106581"/>
                  </a:lnTo>
                  <a:lnTo>
                    <a:pt x="1296634" y="107758"/>
                  </a:lnTo>
                  <a:lnTo>
                    <a:pt x="1295562" y="108936"/>
                  </a:lnTo>
                  <a:lnTo>
                    <a:pt x="1294491" y="110116"/>
                  </a:lnTo>
                  <a:lnTo>
                    <a:pt x="1293419" y="111296"/>
                  </a:lnTo>
                  <a:lnTo>
                    <a:pt x="1292348" y="112478"/>
                  </a:lnTo>
                  <a:lnTo>
                    <a:pt x="1291276" y="113660"/>
                  </a:lnTo>
                  <a:lnTo>
                    <a:pt x="1290204" y="114843"/>
                  </a:lnTo>
                  <a:lnTo>
                    <a:pt x="1289133" y="116027"/>
                  </a:lnTo>
                  <a:lnTo>
                    <a:pt x="1288061" y="117212"/>
                  </a:lnTo>
                  <a:lnTo>
                    <a:pt x="1286990" y="118398"/>
                  </a:lnTo>
                  <a:lnTo>
                    <a:pt x="1285918" y="119585"/>
                  </a:lnTo>
                  <a:lnTo>
                    <a:pt x="1284846" y="120772"/>
                  </a:lnTo>
                  <a:lnTo>
                    <a:pt x="1283775" y="121960"/>
                  </a:lnTo>
                  <a:lnTo>
                    <a:pt x="1282703" y="123149"/>
                  </a:lnTo>
                  <a:lnTo>
                    <a:pt x="1281632" y="124339"/>
                  </a:lnTo>
                  <a:lnTo>
                    <a:pt x="1280560" y="125530"/>
                  </a:lnTo>
                  <a:lnTo>
                    <a:pt x="1279488" y="126721"/>
                  </a:lnTo>
                  <a:lnTo>
                    <a:pt x="1278417" y="127914"/>
                  </a:lnTo>
                  <a:lnTo>
                    <a:pt x="1277345" y="129106"/>
                  </a:lnTo>
                  <a:lnTo>
                    <a:pt x="1276274" y="130300"/>
                  </a:lnTo>
                  <a:lnTo>
                    <a:pt x="1275202" y="131494"/>
                  </a:lnTo>
                  <a:lnTo>
                    <a:pt x="1274130" y="132689"/>
                  </a:lnTo>
                  <a:lnTo>
                    <a:pt x="1273059" y="133885"/>
                  </a:lnTo>
                  <a:lnTo>
                    <a:pt x="1271987" y="135081"/>
                  </a:lnTo>
                  <a:lnTo>
                    <a:pt x="1270916" y="136278"/>
                  </a:lnTo>
                  <a:lnTo>
                    <a:pt x="1269844" y="137475"/>
                  </a:lnTo>
                  <a:lnTo>
                    <a:pt x="1268772" y="138673"/>
                  </a:lnTo>
                  <a:lnTo>
                    <a:pt x="1267701" y="139872"/>
                  </a:lnTo>
                  <a:lnTo>
                    <a:pt x="1266629" y="141071"/>
                  </a:lnTo>
                  <a:lnTo>
                    <a:pt x="1265558" y="142270"/>
                  </a:lnTo>
                  <a:lnTo>
                    <a:pt x="1264486" y="143470"/>
                  </a:lnTo>
                  <a:lnTo>
                    <a:pt x="1263414" y="144671"/>
                  </a:lnTo>
                  <a:lnTo>
                    <a:pt x="1262343" y="145872"/>
                  </a:lnTo>
                  <a:lnTo>
                    <a:pt x="1261271" y="147074"/>
                  </a:lnTo>
                  <a:lnTo>
                    <a:pt x="1260200" y="148276"/>
                  </a:lnTo>
                  <a:lnTo>
                    <a:pt x="1259128" y="149478"/>
                  </a:lnTo>
                  <a:lnTo>
                    <a:pt x="1258056" y="150681"/>
                  </a:lnTo>
                  <a:lnTo>
                    <a:pt x="1256985" y="151884"/>
                  </a:lnTo>
                  <a:lnTo>
                    <a:pt x="1255913" y="153088"/>
                  </a:lnTo>
                  <a:lnTo>
                    <a:pt x="1254842" y="154292"/>
                  </a:lnTo>
                  <a:lnTo>
                    <a:pt x="1253770" y="155496"/>
                  </a:lnTo>
                  <a:lnTo>
                    <a:pt x="1252698" y="156701"/>
                  </a:lnTo>
                  <a:lnTo>
                    <a:pt x="1251627" y="157906"/>
                  </a:lnTo>
                  <a:lnTo>
                    <a:pt x="1250555" y="159111"/>
                  </a:lnTo>
                  <a:lnTo>
                    <a:pt x="1249484" y="160317"/>
                  </a:lnTo>
                  <a:lnTo>
                    <a:pt x="1248412" y="161522"/>
                  </a:lnTo>
                  <a:lnTo>
                    <a:pt x="1247340" y="162728"/>
                  </a:lnTo>
                  <a:lnTo>
                    <a:pt x="1246269" y="163935"/>
                  </a:lnTo>
                  <a:lnTo>
                    <a:pt x="1245197" y="165141"/>
                  </a:lnTo>
                  <a:lnTo>
                    <a:pt x="1244126" y="166348"/>
                  </a:lnTo>
                  <a:lnTo>
                    <a:pt x="1243054" y="167555"/>
                  </a:lnTo>
                  <a:lnTo>
                    <a:pt x="1241983" y="168762"/>
                  </a:lnTo>
                  <a:lnTo>
                    <a:pt x="1240911" y="169969"/>
                  </a:lnTo>
                  <a:lnTo>
                    <a:pt x="1239839" y="171176"/>
                  </a:lnTo>
                  <a:lnTo>
                    <a:pt x="1238768" y="172384"/>
                  </a:lnTo>
                  <a:lnTo>
                    <a:pt x="1237696" y="173591"/>
                  </a:lnTo>
                  <a:lnTo>
                    <a:pt x="1236625" y="174799"/>
                  </a:lnTo>
                  <a:lnTo>
                    <a:pt x="1235553" y="176007"/>
                  </a:lnTo>
                  <a:lnTo>
                    <a:pt x="1234481" y="177214"/>
                  </a:lnTo>
                  <a:lnTo>
                    <a:pt x="1233410" y="178422"/>
                  </a:lnTo>
                  <a:lnTo>
                    <a:pt x="1232338" y="179630"/>
                  </a:lnTo>
                  <a:lnTo>
                    <a:pt x="1231267" y="180838"/>
                  </a:lnTo>
                  <a:lnTo>
                    <a:pt x="1230195" y="182046"/>
                  </a:lnTo>
                  <a:lnTo>
                    <a:pt x="1229123" y="183253"/>
                  </a:lnTo>
                  <a:lnTo>
                    <a:pt x="1228052" y="184461"/>
                  </a:lnTo>
                  <a:lnTo>
                    <a:pt x="1226980" y="185669"/>
                  </a:lnTo>
                  <a:lnTo>
                    <a:pt x="1225909" y="186876"/>
                  </a:lnTo>
                  <a:lnTo>
                    <a:pt x="1224837" y="188084"/>
                  </a:lnTo>
                  <a:lnTo>
                    <a:pt x="1223765" y="189291"/>
                  </a:lnTo>
                  <a:lnTo>
                    <a:pt x="1222694" y="190499"/>
                  </a:lnTo>
                  <a:lnTo>
                    <a:pt x="1221622" y="191706"/>
                  </a:lnTo>
                  <a:lnTo>
                    <a:pt x="1220551" y="192913"/>
                  </a:lnTo>
                  <a:lnTo>
                    <a:pt x="1219479" y="194120"/>
                  </a:lnTo>
                  <a:lnTo>
                    <a:pt x="1218407" y="195326"/>
                  </a:lnTo>
                  <a:lnTo>
                    <a:pt x="1217336" y="196533"/>
                  </a:lnTo>
                  <a:lnTo>
                    <a:pt x="1216264" y="197739"/>
                  </a:lnTo>
                  <a:lnTo>
                    <a:pt x="1215193" y="198945"/>
                  </a:lnTo>
                  <a:lnTo>
                    <a:pt x="1214121" y="200151"/>
                  </a:lnTo>
                  <a:lnTo>
                    <a:pt x="1213049" y="201356"/>
                  </a:lnTo>
                  <a:lnTo>
                    <a:pt x="1211978" y="202561"/>
                  </a:lnTo>
                  <a:lnTo>
                    <a:pt x="1210906" y="203766"/>
                  </a:lnTo>
                  <a:lnTo>
                    <a:pt x="1209835" y="204971"/>
                  </a:lnTo>
                  <a:lnTo>
                    <a:pt x="1208763" y="206175"/>
                  </a:lnTo>
                  <a:lnTo>
                    <a:pt x="1207691" y="207379"/>
                  </a:lnTo>
                  <a:lnTo>
                    <a:pt x="1206620" y="208583"/>
                  </a:lnTo>
                  <a:lnTo>
                    <a:pt x="1205548" y="209786"/>
                  </a:lnTo>
                  <a:lnTo>
                    <a:pt x="1204477" y="210989"/>
                  </a:lnTo>
                  <a:lnTo>
                    <a:pt x="1203405" y="212192"/>
                  </a:lnTo>
                  <a:lnTo>
                    <a:pt x="1202333" y="213394"/>
                  </a:lnTo>
                  <a:lnTo>
                    <a:pt x="1201262" y="214595"/>
                  </a:lnTo>
                  <a:lnTo>
                    <a:pt x="1200190" y="215797"/>
                  </a:lnTo>
                  <a:lnTo>
                    <a:pt x="1199119" y="216997"/>
                  </a:lnTo>
                  <a:lnTo>
                    <a:pt x="1198047" y="218198"/>
                  </a:lnTo>
                  <a:lnTo>
                    <a:pt x="1196975" y="219398"/>
                  </a:lnTo>
                  <a:lnTo>
                    <a:pt x="1195904" y="220597"/>
                  </a:lnTo>
                  <a:lnTo>
                    <a:pt x="1194832" y="221796"/>
                  </a:lnTo>
                  <a:lnTo>
                    <a:pt x="1193761" y="222994"/>
                  </a:lnTo>
                  <a:lnTo>
                    <a:pt x="1192689" y="224192"/>
                  </a:lnTo>
                  <a:lnTo>
                    <a:pt x="1191617" y="225389"/>
                  </a:lnTo>
                  <a:lnTo>
                    <a:pt x="1190546" y="226586"/>
                  </a:lnTo>
                  <a:lnTo>
                    <a:pt x="1189474" y="227782"/>
                  </a:lnTo>
                  <a:lnTo>
                    <a:pt x="1188403" y="228978"/>
                  </a:lnTo>
                  <a:lnTo>
                    <a:pt x="1187331" y="230173"/>
                  </a:lnTo>
                  <a:lnTo>
                    <a:pt x="1186259" y="231367"/>
                  </a:lnTo>
                  <a:lnTo>
                    <a:pt x="1185188" y="232561"/>
                  </a:lnTo>
                  <a:lnTo>
                    <a:pt x="1184116" y="233754"/>
                  </a:lnTo>
                  <a:lnTo>
                    <a:pt x="1183045" y="234946"/>
                  </a:lnTo>
                  <a:lnTo>
                    <a:pt x="1181973" y="236138"/>
                  </a:lnTo>
                  <a:lnTo>
                    <a:pt x="1180901" y="237329"/>
                  </a:lnTo>
                  <a:lnTo>
                    <a:pt x="1179830" y="238519"/>
                  </a:lnTo>
                  <a:lnTo>
                    <a:pt x="1178758" y="239709"/>
                  </a:lnTo>
                  <a:lnTo>
                    <a:pt x="1177687" y="240898"/>
                  </a:lnTo>
                  <a:lnTo>
                    <a:pt x="1176615" y="242086"/>
                  </a:lnTo>
                  <a:lnTo>
                    <a:pt x="1175543" y="243273"/>
                  </a:lnTo>
                  <a:lnTo>
                    <a:pt x="1174472" y="244460"/>
                  </a:lnTo>
                  <a:lnTo>
                    <a:pt x="1173400" y="245646"/>
                  </a:lnTo>
                  <a:lnTo>
                    <a:pt x="1172329" y="246831"/>
                  </a:lnTo>
                  <a:lnTo>
                    <a:pt x="1171257" y="248015"/>
                  </a:lnTo>
                  <a:lnTo>
                    <a:pt x="1170185" y="249199"/>
                  </a:lnTo>
                  <a:lnTo>
                    <a:pt x="1169114" y="250381"/>
                  </a:lnTo>
                  <a:lnTo>
                    <a:pt x="1168042" y="251563"/>
                  </a:lnTo>
                  <a:lnTo>
                    <a:pt x="1166971" y="252744"/>
                  </a:lnTo>
                  <a:lnTo>
                    <a:pt x="1165899" y="253924"/>
                  </a:lnTo>
                  <a:lnTo>
                    <a:pt x="1164827" y="255103"/>
                  </a:lnTo>
                  <a:lnTo>
                    <a:pt x="1163756" y="256282"/>
                  </a:lnTo>
                  <a:lnTo>
                    <a:pt x="1162684" y="257459"/>
                  </a:lnTo>
                  <a:lnTo>
                    <a:pt x="1161613" y="258635"/>
                  </a:lnTo>
                  <a:lnTo>
                    <a:pt x="1160541" y="259811"/>
                  </a:lnTo>
                  <a:lnTo>
                    <a:pt x="1159469" y="260986"/>
                  </a:lnTo>
                  <a:lnTo>
                    <a:pt x="1158398" y="262159"/>
                  </a:lnTo>
                  <a:lnTo>
                    <a:pt x="1157326" y="263332"/>
                  </a:lnTo>
                  <a:lnTo>
                    <a:pt x="1156255" y="264504"/>
                  </a:lnTo>
                  <a:lnTo>
                    <a:pt x="1155183" y="265675"/>
                  </a:lnTo>
                  <a:lnTo>
                    <a:pt x="1154111" y="266844"/>
                  </a:lnTo>
                  <a:lnTo>
                    <a:pt x="1153040" y="268013"/>
                  </a:lnTo>
                  <a:lnTo>
                    <a:pt x="1151968" y="269181"/>
                  </a:lnTo>
                  <a:lnTo>
                    <a:pt x="1150897" y="270348"/>
                  </a:lnTo>
                  <a:lnTo>
                    <a:pt x="1149825" y="271513"/>
                  </a:lnTo>
                  <a:lnTo>
                    <a:pt x="1148753" y="272678"/>
                  </a:lnTo>
                  <a:lnTo>
                    <a:pt x="1147682" y="273842"/>
                  </a:lnTo>
                  <a:lnTo>
                    <a:pt x="1146610" y="275004"/>
                  </a:lnTo>
                  <a:lnTo>
                    <a:pt x="1145539" y="276165"/>
                  </a:lnTo>
                  <a:lnTo>
                    <a:pt x="1144467" y="277326"/>
                  </a:lnTo>
                  <a:lnTo>
                    <a:pt x="1143395" y="278485"/>
                  </a:lnTo>
                  <a:lnTo>
                    <a:pt x="1142324" y="279643"/>
                  </a:lnTo>
                  <a:lnTo>
                    <a:pt x="1141252" y="280800"/>
                  </a:lnTo>
                  <a:lnTo>
                    <a:pt x="1140181" y="281956"/>
                  </a:lnTo>
                  <a:lnTo>
                    <a:pt x="1139109" y="283110"/>
                  </a:lnTo>
                  <a:lnTo>
                    <a:pt x="1138037" y="284264"/>
                  </a:lnTo>
                  <a:lnTo>
                    <a:pt x="1136966" y="285416"/>
                  </a:lnTo>
                  <a:lnTo>
                    <a:pt x="1135894" y="286567"/>
                  </a:lnTo>
                  <a:lnTo>
                    <a:pt x="1134823" y="287717"/>
                  </a:lnTo>
                  <a:lnTo>
                    <a:pt x="1133751" y="288866"/>
                  </a:lnTo>
                  <a:lnTo>
                    <a:pt x="1132679" y="290013"/>
                  </a:lnTo>
                  <a:lnTo>
                    <a:pt x="1131608" y="291160"/>
                  </a:lnTo>
                  <a:lnTo>
                    <a:pt x="1130536" y="292305"/>
                  </a:lnTo>
                  <a:lnTo>
                    <a:pt x="1129465" y="293448"/>
                  </a:lnTo>
                  <a:lnTo>
                    <a:pt x="1128393" y="294591"/>
                  </a:lnTo>
                  <a:lnTo>
                    <a:pt x="1127321" y="295732"/>
                  </a:lnTo>
                  <a:lnTo>
                    <a:pt x="1126250" y="296872"/>
                  </a:lnTo>
                  <a:lnTo>
                    <a:pt x="1125178" y="298011"/>
                  </a:lnTo>
                  <a:lnTo>
                    <a:pt x="1124107" y="299148"/>
                  </a:lnTo>
                  <a:lnTo>
                    <a:pt x="1123035" y="300284"/>
                  </a:lnTo>
                  <a:lnTo>
                    <a:pt x="1121963" y="301419"/>
                  </a:lnTo>
                  <a:lnTo>
                    <a:pt x="1120892" y="302553"/>
                  </a:lnTo>
                  <a:lnTo>
                    <a:pt x="1119820" y="303685"/>
                  </a:lnTo>
                  <a:lnTo>
                    <a:pt x="1118749" y="304815"/>
                  </a:lnTo>
                  <a:lnTo>
                    <a:pt x="1117677" y="305945"/>
                  </a:lnTo>
                  <a:lnTo>
                    <a:pt x="1116605" y="307073"/>
                  </a:lnTo>
                  <a:lnTo>
                    <a:pt x="1115534" y="308199"/>
                  </a:lnTo>
                  <a:lnTo>
                    <a:pt x="1114462" y="309325"/>
                  </a:lnTo>
                  <a:lnTo>
                    <a:pt x="1113391" y="310449"/>
                  </a:lnTo>
                  <a:lnTo>
                    <a:pt x="1112319" y="311571"/>
                  </a:lnTo>
                  <a:lnTo>
                    <a:pt x="1111247" y="312692"/>
                  </a:lnTo>
                  <a:lnTo>
                    <a:pt x="1110176" y="313812"/>
                  </a:lnTo>
                  <a:lnTo>
                    <a:pt x="1109104" y="314930"/>
                  </a:lnTo>
                  <a:lnTo>
                    <a:pt x="1108033" y="316047"/>
                  </a:lnTo>
                  <a:lnTo>
                    <a:pt x="1106961" y="317162"/>
                  </a:lnTo>
                  <a:lnTo>
                    <a:pt x="1105889" y="318276"/>
                  </a:lnTo>
                  <a:lnTo>
                    <a:pt x="1104818" y="319388"/>
                  </a:lnTo>
                  <a:lnTo>
                    <a:pt x="1103746" y="320499"/>
                  </a:lnTo>
                  <a:lnTo>
                    <a:pt x="1102675" y="321609"/>
                  </a:lnTo>
                  <a:lnTo>
                    <a:pt x="1101603" y="322717"/>
                  </a:lnTo>
                  <a:lnTo>
                    <a:pt x="1100531" y="323823"/>
                  </a:lnTo>
                  <a:lnTo>
                    <a:pt x="1099460" y="324928"/>
                  </a:lnTo>
                  <a:lnTo>
                    <a:pt x="1098388" y="326032"/>
                  </a:lnTo>
                  <a:lnTo>
                    <a:pt x="1097317" y="327134"/>
                  </a:lnTo>
                  <a:lnTo>
                    <a:pt x="1096245" y="328234"/>
                  </a:lnTo>
                  <a:lnTo>
                    <a:pt x="1095173" y="329333"/>
                  </a:lnTo>
                  <a:lnTo>
                    <a:pt x="1094102" y="330430"/>
                  </a:lnTo>
                  <a:lnTo>
                    <a:pt x="1093030" y="331526"/>
                  </a:lnTo>
                  <a:lnTo>
                    <a:pt x="1091959" y="332620"/>
                  </a:lnTo>
                  <a:lnTo>
                    <a:pt x="1090887" y="333713"/>
                  </a:lnTo>
                  <a:lnTo>
                    <a:pt x="1089815" y="334804"/>
                  </a:lnTo>
                  <a:lnTo>
                    <a:pt x="1088744" y="335893"/>
                  </a:lnTo>
                  <a:lnTo>
                    <a:pt x="1087672" y="336981"/>
                  </a:lnTo>
                  <a:lnTo>
                    <a:pt x="1086601" y="338067"/>
                  </a:lnTo>
                  <a:lnTo>
                    <a:pt x="1085529" y="339152"/>
                  </a:lnTo>
                  <a:lnTo>
                    <a:pt x="1084457" y="340235"/>
                  </a:lnTo>
                  <a:lnTo>
                    <a:pt x="1083386" y="341316"/>
                  </a:lnTo>
                  <a:lnTo>
                    <a:pt x="1082314" y="342396"/>
                  </a:lnTo>
                  <a:lnTo>
                    <a:pt x="1081243" y="343474"/>
                  </a:lnTo>
                  <a:lnTo>
                    <a:pt x="1080171" y="344550"/>
                  </a:lnTo>
                  <a:lnTo>
                    <a:pt x="1079099" y="345625"/>
                  </a:lnTo>
                  <a:lnTo>
                    <a:pt x="1078028" y="346698"/>
                  </a:lnTo>
                  <a:lnTo>
                    <a:pt x="1076956" y="347770"/>
                  </a:lnTo>
                  <a:lnTo>
                    <a:pt x="1075885" y="348840"/>
                  </a:lnTo>
                  <a:lnTo>
                    <a:pt x="1074813" y="349908"/>
                  </a:lnTo>
                  <a:lnTo>
                    <a:pt x="1073741" y="350974"/>
                  </a:lnTo>
                  <a:lnTo>
                    <a:pt x="1072670" y="352039"/>
                  </a:lnTo>
                  <a:lnTo>
                    <a:pt x="1071598" y="353102"/>
                  </a:lnTo>
                  <a:lnTo>
                    <a:pt x="1070527" y="354163"/>
                  </a:lnTo>
                  <a:lnTo>
                    <a:pt x="1069455" y="355223"/>
                  </a:lnTo>
                  <a:lnTo>
                    <a:pt x="1068383" y="356281"/>
                  </a:lnTo>
                  <a:lnTo>
                    <a:pt x="1067312" y="357337"/>
                  </a:lnTo>
                  <a:lnTo>
                    <a:pt x="1066240" y="358392"/>
                  </a:lnTo>
                  <a:lnTo>
                    <a:pt x="1065169" y="359444"/>
                  </a:lnTo>
                  <a:lnTo>
                    <a:pt x="1064097" y="360495"/>
                  </a:lnTo>
                  <a:lnTo>
                    <a:pt x="1063026" y="361544"/>
                  </a:lnTo>
                  <a:lnTo>
                    <a:pt x="1061954" y="362592"/>
                  </a:lnTo>
                  <a:lnTo>
                    <a:pt x="1060882" y="363638"/>
                  </a:lnTo>
                  <a:lnTo>
                    <a:pt x="1059811" y="364681"/>
                  </a:lnTo>
                  <a:lnTo>
                    <a:pt x="1058739" y="365724"/>
                  </a:lnTo>
                  <a:lnTo>
                    <a:pt x="1057668" y="366764"/>
                  </a:lnTo>
                  <a:lnTo>
                    <a:pt x="1056596" y="367802"/>
                  </a:lnTo>
                  <a:lnTo>
                    <a:pt x="1055524" y="368839"/>
                  </a:lnTo>
                  <a:lnTo>
                    <a:pt x="1054453" y="369874"/>
                  </a:lnTo>
                  <a:lnTo>
                    <a:pt x="1053381" y="370907"/>
                  </a:lnTo>
                  <a:lnTo>
                    <a:pt x="1052310" y="371939"/>
                  </a:lnTo>
                  <a:lnTo>
                    <a:pt x="1051238" y="372968"/>
                  </a:lnTo>
                  <a:lnTo>
                    <a:pt x="1050166" y="373996"/>
                  </a:lnTo>
                  <a:lnTo>
                    <a:pt x="1049095" y="375022"/>
                  </a:lnTo>
                  <a:lnTo>
                    <a:pt x="1048023" y="376046"/>
                  </a:lnTo>
                  <a:lnTo>
                    <a:pt x="1046952" y="377068"/>
                  </a:lnTo>
                  <a:lnTo>
                    <a:pt x="1045880" y="378088"/>
                  </a:lnTo>
                  <a:lnTo>
                    <a:pt x="1044808" y="379107"/>
                  </a:lnTo>
                  <a:lnTo>
                    <a:pt x="1043737" y="380123"/>
                  </a:lnTo>
                  <a:lnTo>
                    <a:pt x="1042665" y="381138"/>
                  </a:lnTo>
                  <a:lnTo>
                    <a:pt x="1041594" y="382151"/>
                  </a:lnTo>
                  <a:lnTo>
                    <a:pt x="1040522" y="383162"/>
                  </a:lnTo>
                  <a:lnTo>
                    <a:pt x="1039450" y="384171"/>
                  </a:lnTo>
                  <a:lnTo>
                    <a:pt x="1038379" y="385179"/>
                  </a:lnTo>
                  <a:lnTo>
                    <a:pt x="1037307" y="386184"/>
                  </a:lnTo>
                  <a:lnTo>
                    <a:pt x="1036236" y="387187"/>
                  </a:lnTo>
                  <a:lnTo>
                    <a:pt x="1035164" y="388189"/>
                  </a:lnTo>
                  <a:lnTo>
                    <a:pt x="1034092" y="389189"/>
                  </a:lnTo>
                  <a:lnTo>
                    <a:pt x="1033021" y="390187"/>
                  </a:lnTo>
                  <a:lnTo>
                    <a:pt x="1031949" y="391183"/>
                  </a:lnTo>
                  <a:lnTo>
                    <a:pt x="1030878" y="392177"/>
                  </a:lnTo>
                  <a:lnTo>
                    <a:pt x="1029806" y="393169"/>
                  </a:lnTo>
                  <a:lnTo>
                    <a:pt x="1028734" y="394159"/>
                  </a:lnTo>
                  <a:lnTo>
                    <a:pt x="1027663" y="395147"/>
                  </a:lnTo>
                  <a:lnTo>
                    <a:pt x="1026591" y="396133"/>
                  </a:lnTo>
                  <a:lnTo>
                    <a:pt x="1025520" y="397118"/>
                  </a:lnTo>
                  <a:lnTo>
                    <a:pt x="1024448" y="398100"/>
                  </a:lnTo>
                  <a:lnTo>
                    <a:pt x="1023376" y="399081"/>
                  </a:lnTo>
                  <a:lnTo>
                    <a:pt x="1022305" y="400059"/>
                  </a:lnTo>
                  <a:lnTo>
                    <a:pt x="1021233" y="401036"/>
                  </a:lnTo>
                  <a:lnTo>
                    <a:pt x="1020162" y="402011"/>
                  </a:lnTo>
                  <a:lnTo>
                    <a:pt x="1019090" y="402983"/>
                  </a:lnTo>
                  <a:lnTo>
                    <a:pt x="1018018" y="403954"/>
                  </a:lnTo>
                  <a:lnTo>
                    <a:pt x="1016947" y="404923"/>
                  </a:lnTo>
                  <a:lnTo>
                    <a:pt x="1015875" y="405890"/>
                  </a:lnTo>
                  <a:lnTo>
                    <a:pt x="1014804" y="406854"/>
                  </a:lnTo>
                  <a:lnTo>
                    <a:pt x="1013732" y="407817"/>
                  </a:lnTo>
                  <a:lnTo>
                    <a:pt x="1012660" y="408778"/>
                  </a:lnTo>
                  <a:lnTo>
                    <a:pt x="1011589" y="409737"/>
                  </a:lnTo>
                  <a:lnTo>
                    <a:pt x="1010517" y="410694"/>
                  </a:lnTo>
                  <a:lnTo>
                    <a:pt x="1009446" y="411649"/>
                  </a:lnTo>
                  <a:lnTo>
                    <a:pt x="1008374" y="412602"/>
                  </a:lnTo>
                  <a:lnTo>
                    <a:pt x="1007302" y="413553"/>
                  </a:lnTo>
                  <a:lnTo>
                    <a:pt x="1006231" y="414502"/>
                  </a:lnTo>
                  <a:lnTo>
                    <a:pt x="1005159" y="415449"/>
                  </a:lnTo>
                  <a:lnTo>
                    <a:pt x="1004088" y="416394"/>
                  </a:lnTo>
                  <a:lnTo>
                    <a:pt x="1003016" y="417337"/>
                  </a:lnTo>
                  <a:lnTo>
                    <a:pt x="1001944" y="418278"/>
                  </a:lnTo>
                  <a:lnTo>
                    <a:pt x="1000873" y="419217"/>
                  </a:lnTo>
                  <a:lnTo>
                    <a:pt x="999801" y="420153"/>
                  </a:lnTo>
                  <a:lnTo>
                    <a:pt x="998730" y="421088"/>
                  </a:lnTo>
                  <a:lnTo>
                    <a:pt x="997658" y="422021"/>
                  </a:lnTo>
                  <a:lnTo>
                    <a:pt x="996586" y="422952"/>
                  </a:lnTo>
                  <a:lnTo>
                    <a:pt x="995515" y="423881"/>
                  </a:lnTo>
                  <a:lnTo>
                    <a:pt x="994443" y="424808"/>
                  </a:lnTo>
                  <a:lnTo>
                    <a:pt x="993372" y="425732"/>
                  </a:lnTo>
                  <a:lnTo>
                    <a:pt x="992300" y="426655"/>
                  </a:lnTo>
                  <a:lnTo>
                    <a:pt x="991228" y="427576"/>
                  </a:lnTo>
                  <a:lnTo>
                    <a:pt x="990157" y="428495"/>
                  </a:lnTo>
                  <a:lnTo>
                    <a:pt x="989085" y="429411"/>
                  </a:lnTo>
                  <a:lnTo>
                    <a:pt x="988014" y="430326"/>
                  </a:lnTo>
                  <a:lnTo>
                    <a:pt x="986942" y="431238"/>
                  </a:lnTo>
                  <a:lnTo>
                    <a:pt x="985870" y="432149"/>
                  </a:lnTo>
                  <a:lnTo>
                    <a:pt x="984799" y="433057"/>
                  </a:lnTo>
                  <a:lnTo>
                    <a:pt x="983727" y="433964"/>
                  </a:lnTo>
                  <a:lnTo>
                    <a:pt x="982656" y="434868"/>
                  </a:lnTo>
                  <a:lnTo>
                    <a:pt x="981584" y="435770"/>
                  </a:lnTo>
                  <a:lnTo>
                    <a:pt x="980512" y="436671"/>
                  </a:lnTo>
                  <a:lnTo>
                    <a:pt x="979441" y="437569"/>
                  </a:lnTo>
                  <a:lnTo>
                    <a:pt x="978369" y="438465"/>
                  </a:lnTo>
                  <a:lnTo>
                    <a:pt x="977298" y="439359"/>
                  </a:lnTo>
                  <a:lnTo>
                    <a:pt x="976226" y="440251"/>
                  </a:lnTo>
                  <a:lnTo>
                    <a:pt x="975154" y="441141"/>
                  </a:lnTo>
                  <a:lnTo>
                    <a:pt x="974083" y="442029"/>
                  </a:lnTo>
                  <a:lnTo>
                    <a:pt x="973011" y="442915"/>
                  </a:lnTo>
                  <a:lnTo>
                    <a:pt x="971940" y="443799"/>
                  </a:lnTo>
                  <a:lnTo>
                    <a:pt x="970868" y="444680"/>
                  </a:lnTo>
                  <a:lnTo>
                    <a:pt x="969796" y="445560"/>
                  </a:lnTo>
                  <a:lnTo>
                    <a:pt x="968725" y="446438"/>
                  </a:lnTo>
                  <a:lnTo>
                    <a:pt x="967653" y="447313"/>
                  </a:lnTo>
                  <a:lnTo>
                    <a:pt x="966582" y="448187"/>
                  </a:lnTo>
                  <a:lnTo>
                    <a:pt x="965510" y="449058"/>
                  </a:lnTo>
                  <a:lnTo>
                    <a:pt x="964438" y="449927"/>
                  </a:lnTo>
                  <a:lnTo>
                    <a:pt x="963367" y="450794"/>
                  </a:lnTo>
                  <a:lnTo>
                    <a:pt x="962295" y="451660"/>
                  </a:lnTo>
                  <a:lnTo>
                    <a:pt x="961224" y="452523"/>
                  </a:lnTo>
                  <a:lnTo>
                    <a:pt x="960152" y="453384"/>
                  </a:lnTo>
                  <a:lnTo>
                    <a:pt x="959080" y="454243"/>
                  </a:lnTo>
                  <a:lnTo>
                    <a:pt x="958009" y="455099"/>
                  </a:lnTo>
                  <a:lnTo>
                    <a:pt x="956937" y="455954"/>
                  </a:lnTo>
                  <a:lnTo>
                    <a:pt x="955866" y="456807"/>
                  </a:lnTo>
                  <a:lnTo>
                    <a:pt x="954794" y="457657"/>
                  </a:lnTo>
                  <a:lnTo>
                    <a:pt x="953722" y="458506"/>
                  </a:lnTo>
                  <a:lnTo>
                    <a:pt x="952651" y="459352"/>
                  </a:lnTo>
                  <a:lnTo>
                    <a:pt x="951579" y="460197"/>
                  </a:lnTo>
                  <a:lnTo>
                    <a:pt x="950508" y="461039"/>
                  </a:lnTo>
                  <a:lnTo>
                    <a:pt x="949436" y="461879"/>
                  </a:lnTo>
                  <a:lnTo>
                    <a:pt x="948364" y="462717"/>
                  </a:lnTo>
                  <a:lnTo>
                    <a:pt x="947293" y="463553"/>
                  </a:lnTo>
                  <a:lnTo>
                    <a:pt x="946221" y="464387"/>
                  </a:lnTo>
                  <a:lnTo>
                    <a:pt x="945150" y="465219"/>
                  </a:lnTo>
                  <a:lnTo>
                    <a:pt x="944078" y="466049"/>
                  </a:lnTo>
                  <a:lnTo>
                    <a:pt x="943006" y="466877"/>
                  </a:lnTo>
                  <a:lnTo>
                    <a:pt x="941935" y="467702"/>
                  </a:lnTo>
                  <a:lnTo>
                    <a:pt x="940863" y="468526"/>
                  </a:lnTo>
                  <a:lnTo>
                    <a:pt x="939792" y="469348"/>
                  </a:lnTo>
                  <a:lnTo>
                    <a:pt x="938720" y="470167"/>
                  </a:lnTo>
                  <a:lnTo>
                    <a:pt x="937648" y="470984"/>
                  </a:lnTo>
                  <a:lnTo>
                    <a:pt x="936577" y="471800"/>
                  </a:lnTo>
                  <a:lnTo>
                    <a:pt x="935505" y="472613"/>
                  </a:lnTo>
                  <a:lnTo>
                    <a:pt x="934434" y="473424"/>
                  </a:lnTo>
                  <a:lnTo>
                    <a:pt x="933362" y="474233"/>
                  </a:lnTo>
                  <a:lnTo>
                    <a:pt x="932290" y="475040"/>
                  </a:lnTo>
                  <a:lnTo>
                    <a:pt x="931219" y="475845"/>
                  </a:lnTo>
                  <a:lnTo>
                    <a:pt x="930147" y="476648"/>
                  </a:lnTo>
                  <a:lnTo>
                    <a:pt x="929076" y="477448"/>
                  </a:lnTo>
                  <a:lnTo>
                    <a:pt x="928004" y="478247"/>
                  </a:lnTo>
                  <a:lnTo>
                    <a:pt x="926932" y="479044"/>
                  </a:lnTo>
                  <a:lnTo>
                    <a:pt x="925861" y="479838"/>
                  </a:lnTo>
                  <a:lnTo>
                    <a:pt x="924789" y="480631"/>
                  </a:lnTo>
                  <a:lnTo>
                    <a:pt x="923718" y="481421"/>
                  </a:lnTo>
                  <a:lnTo>
                    <a:pt x="922646" y="482210"/>
                  </a:lnTo>
                  <a:lnTo>
                    <a:pt x="921574" y="482996"/>
                  </a:lnTo>
                  <a:lnTo>
                    <a:pt x="920503" y="483780"/>
                  </a:lnTo>
                  <a:lnTo>
                    <a:pt x="919431" y="484562"/>
                  </a:lnTo>
                  <a:lnTo>
                    <a:pt x="918360" y="485343"/>
                  </a:lnTo>
                  <a:lnTo>
                    <a:pt x="917288" y="486121"/>
                  </a:lnTo>
                  <a:lnTo>
                    <a:pt x="916216" y="486897"/>
                  </a:lnTo>
                  <a:lnTo>
                    <a:pt x="915145" y="487671"/>
                  </a:lnTo>
                  <a:lnTo>
                    <a:pt x="914073" y="488443"/>
                  </a:lnTo>
                  <a:lnTo>
                    <a:pt x="913002" y="489213"/>
                  </a:lnTo>
                  <a:lnTo>
                    <a:pt x="911930" y="489980"/>
                  </a:lnTo>
                  <a:lnTo>
                    <a:pt x="910858" y="490746"/>
                  </a:lnTo>
                  <a:lnTo>
                    <a:pt x="909787" y="491510"/>
                  </a:lnTo>
                  <a:lnTo>
                    <a:pt x="908715" y="492272"/>
                  </a:lnTo>
                  <a:lnTo>
                    <a:pt x="907644" y="493032"/>
                  </a:lnTo>
                  <a:lnTo>
                    <a:pt x="906572" y="493789"/>
                  </a:lnTo>
                  <a:lnTo>
                    <a:pt x="905500" y="494545"/>
                  </a:lnTo>
                  <a:lnTo>
                    <a:pt x="904429" y="495299"/>
                  </a:lnTo>
                  <a:lnTo>
                    <a:pt x="903357" y="496051"/>
                  </a:lnTo>
                  <a:lnTo>
                    <a:pt x="902286" y="496801"/>
                  </a:lnTo>
                  <a:lnTo>
                    <a:pt x="901214" y="497549"/>
                  </a:lnTo>
                  <a:lnTo>
                    <a:pt x="900142" y="498295"/>
                  </a:lnTo>
                  <a:lnTo>
                    <a:pt x="899071" y="499039"/>
                  </a:lnTo>
                  <a:lnTo>
                    <a:pt x="897999" y="499781"/>
                  </a:lnTo>
                  <a:lnTo>
                    <a:pt x="896928" y="500521"/>
                  </a:lnTo>
                  <a:lnTo>
                    <a:pt x="895856" y="501260"/>
                  </a:lnTo>
                  <a:lnTo>
                    <a:pt x="894784" y="501997"/>
                  </a:lnTo>
                  <a:lnTo>
                    <a:pt x="893713" y="502731"/>
                  </a:lnTo>
                  <a:lnTo>
                    <a:pt x="892641" y="503464"/>
                  </a:lnTo>
                  <a:lnTo>
                    <a:pt x="891570" y="504195"/>
                  </a:lnTo>
                  <a:lnTo>
                    <a:pt x="890498" y="504925"/>
                  </a:lnTo>
                  <a:lnTo>
                    <a:pt x="889426" y="505652"/>
                  </a:lnTo>
                  <a:lnTo>
                    <a:pt x="888355" y="506378"/>
                  </a:lnTo>
                  <a:lnTo>
                    <a:pt x="887283" y="507102"/>
                  </a:lnTo>
                  <a:lnTo>
                    <a:pt x="886212" y="507825"/>
                  </a:lnTo>
                  <a:lnTo>
                    <a:pt x="885140" y="508545"/>
                  </a:lnTo>
                  <a:lnTo>
                    <a:pt x="884069" y="509264"/>
                  </a:lnTo>
                  <a:lnTo>
                    <a:pt x="882997" y="509981"/>
                  </a:lnTo>
                  <a:lnTo>
                    <a:pt x="881925" y="510696"/>
                  </a:lnTo>
                  <a:lnTo>
                    <a:pt x="880854" y="511410"/>
                  </a:lnTo>
                  <a:lnTo>
                    <a:pt x="879782" y="512122"/>
                  </a:lnTo>
                  <a:lnTo>
                    <a:pt x="878711" y="512832"/>
                  </a:lnTo>
                  <a:lnTo>
                    <a:pt x="877639" y="513541"/>
                  </a:lnTo>
                  <a:lnTo>
                    <a:pt x="876567" y="514248"/>
                  </a:lnTo>
                  <a:lnTo>
                    <a:pt x="875496" y="514954"/>
                  </a:lnTo>
                  <a:lnTo>
                    <a:pt x="874424" y="515658"/>
                  </a:lnTo>
                  <a:lnTo>
                    <a:pt x="873353" y="516360"/>
                  </a:lnTo>
                  <a:lnTo>
                    <a:pt x="872281" y="517060"/>
                  </a:lnTo>
                  <a:lnTo>
                    <a:pt x="871209" y="517760"/>
                  </a:lnTo>
                  <a:lnTo>
                    <a:pt x="870138" y="518457"/>
                  </a:lnTo>
                  <a:lnTo>
                    <a:pt x="869066" y="519153"/>
                  </a:lnTo>
                  <a:lnTo>
                    <a:pt x="867995" y="519847"/>
                  </a:lnTo>
                  <a:lnTo>
                    <a:pt x="866923" y="520540"/>
                  </a:lnTo>
                  <a:lnTo>
                    <a:pt x="865851" y="521232"/>
                  </a:lnTo>
                  <a:lnTo>
                    <a:pt x="864780" y="521922"/>
                  </a:lnTo>
                  <a:lnTo>
                    <a:pt x="863708" y="522610"/>
                  </a:lnTo>
                  <a:lnTo>
                    <a:pt x="862637" y="523297"/>
                  </a:lnTo>
                  <a:lnTo>
                    <a:pt x="861565" y="523982"/>
                  </a:lnTo>
                  <a:lnTo>
                    <a:pt x="860493" y="524666"/>
                  </a:lnTo>
                  <a:lnTo>
                    <a:pt x="859422" y="525349"/>
                  </a:lnTo>
                  <a:lnTo>
                    <a:pt x="858350" y="526030"/>
                  </a:lnTo>
                  <a:lnTo>
                    <a:pt x="857279" y="526710"/>
                  </a:lnTo>
                  <a:lnTo>
                    <a:pt x="856207" y="527388"/>
                  </a:lnTo>
                  <a:lnTo>
                    <a:pt x="855135" y="528065"/>
                  </a:lnTo>
                  <a:lnTo>
                    <a:pt x="854064" y="528741"/>
                  </a:lnTo>
                  <a:lnTo>
                    <a:pt x="852992" y="529415"/>
                  </a:lnTo>
                  <a:lnTo>
                    <a:pt x="851921" y="530088"/>
                  </a:lnTo>
                  <a:lnTo>
                    <a:pt x="850849" y="530759"/>
                  </a:lnTo>
                  <a:lnTo>
                    <a:pt x="849777" y="531429"/>
                  </a:lnTo>
                  <a:lnTo>
                    <a:pt x="848706" y="532098"/>
                  </a:lnTo>
                  <a:lnTo>
                    <a:pt x="847634" y="532766"/>
                  </a:lnTo>
                  <a:lnTo>
                    <a:pt x="846563" y="533432"/>
                  </a:lnTo>
                  <a:lnTo>
                    <a:pt x="845491" y="534097"/>
                  </a:lnTo>
                  <a:lnTo>
                    <a:pt x="844419" y="534760"/>
                  </a:lnTo>
                  <a:lnTo>
                    <a:pt x="843348" y="535423"/>
                  </a:lnTo>
                  <a:lnTo>
                    <a:pt x="842276" y="536084"/>
                  </a:lnTo>
                  <a:lnTo>
                    <a:pt x="841205" y="536744"/>
                  </a:lnTo>
                  <a:lnTo>
                    <a:pt x="840133" y="537403"/>
                  </a:lnTo>
                  <a:lnTo>
                    <a:pt x="839061" y="538060"/>
                  </a:lnTo>
                  <a:lnTo>
                    <a:pt x="837990" y="538717"/>
                  </a:lnTo>
                  <a:lnTo>
                    <a:pt x="836918" y="539372"/>
                  </a:lnTo>
                  <a:lnTo>
                    <a:pt x="835847" y="540026"/>
                  </a:lnTo>
                  <a:lnTo>
                    <a:pt x="834775" y="540678"/>
                  </a:lnTo>
                  <a:lnTo>
                    <a:pt x="833703" y="541330"/>
                  </a:lnTo>
                  <a:lnTo>
                    <a:pt x="832632" y="541981"/>
                  </a:lnTo>
                  <a:lnTo>
                    <a:pt x="831560" y="542630"/>
                  </a:lnTo>
                  <a:lnTo>
                    <a:pt x="830489" y="543278"/>
                  </a:lnTo>
                  <a:lnTo>
                    <a:pt x="829417" y="543925"/>
                  </a:lnTo>
                  <a:lnTo>
                    <a:pt x="828345" y="544571"/>
                  </a:lnTo>
                  <a:lnTo>
                    <a:pt x="827274" y="545216"/>
                  </a:lnTo>
                  <a:lnTo>
                    <a:pt x="826202" y="545860"/>
                  </a:lnTo>
                  <a:lnTo>
                    <a:pt x="825131" y="546503"/>
                  </a:lnTo>
                  <a:lnTo>
                    <a:pt x="824059" y="547145"/>
                  </a:lnTo>
                  <a:lnTo>
                    <a:pt x="822987" y="547786"/>
                  </a:lnTo>
                  <a:lnTo>
                    <a:pt x="821916" y="548425"/>
                  </a:lnTo>
                  <a:lnTo>
                    <a:pt x="820844" y="549064"/>
                  </a:lnTo>
                  <a:lnTo>
                    <a:pt x="819773" y="549702"/>
                  </a:lnTo>
                  <a:lnTo>
                    <a:pt x="818701" y="550339"/>
                  </a:lnTo>
                  <a:lnTo>
                    <a:pt x="817629" y="550975"/>
                  </a:lnTo>
                  <a:lnTo>
                    <a:pt x="816558" y="551609"/>
                  </a:lnTo>
                  <a:lnTo>
                    <a:pt x="815486" y="552243"/>
                  </a:lnTo>
                  <a:lnTo>
                    <a:pt x="814415" y="552876"/>
                  </a:lnTo>
                  <a:lnTo>
                    <a:pt x="813343" y="553508"/>
                  </a:lnTo>
                  <a:lnTo>
                    <a:pt x="812271" y="554139"/>
                  </a:lnTo>
                  <a:lnTo>
                    <a:pt x="811200" y="554770"/>
                  </a:lnTo>
                  <a:lnTo>
                    <a:pt x="810128" y="555399"/>
                  </a:lnTo>
                  <a:lnTo>
                    <a:pt x="809057" y="556027"/>
                  </a:lnTo>
                  <a:lnTo>
                    <a:pt x="807985" y="556655"/>
                  </a:lnTo>
                  <a:lnTo>
                    <a:pt x="806913" y="557282"/>
                  </a:lnTo>
                  <a:lnTo>
                    <a:pt x="805842" y="557908"/>
                  </a:lnTo>
                  <a:lnTo>
                    <a:pt x="804770" y="558533"/>
                  </a:lnTo>
                  <a:lnTo>
                    <a:pt x="803699" y="559157"/>
                  </a:lnTo>
                  <a:lnTo>
                    <a:pt x="802627" y="559780"/>
                  </a:lnTo>
                  <a:lnTo>
                    <a:pt x="801555" y="560403"/>
                  </a:lnTo>
                  <a:lnTo>
                    <a:pt x="800484" y="561025"/>
                  </a:lnTo>
                  <a:lnTo>
                    <a:pt x="799412" y="561646"/>
                  </a:lnTo>
                  <a:lnTo>
                    <a:pt x="798341" y="562266"/>
                  </a:lnTo>
                  <a:lnTo>
                    <a:pt x="797269" y="562886"/>
                  </a:lnTo>
                  <a:lnTo>
                    <a:pt x="796197" y="563504"/>
                  </a:lnTo>
                  <a:lnTo>
                    <a:pt x="795126" y="564122"/>
                  </a:lnTo>
                  <a:lnTo>
                    <a:pt x="794054" y="564740"/>
                  </a:lnTo>
                  <a:lnTo>
                    <a:pt x="792983" y="565356"/>
                  </a:lnTo>
                  <a:lnTo>
                    <a:pt x="791911" y="565972"/>
                  </a:lnTo>
                  <a:lnTo>
                    <a:pt x="790839" y="566588"/>
                  </a:lnTo>
                  <a:lnTo>
                    <a:pt x="789768" y="567202"/>
                  </a:lnTo>
                  <a:lnTo>
                    <a:pt x="788696" y="567816"/>
                  </a:lnTo>
                  <a:lnTo>
                    <a:pt x="787625" y="568430"/>
                  </a:lnTo>
                  <a:lnTo>
                    <a:pt x="786553" y="569042"/>
                  </a:lnTo>
                  <a:lnTo>
                    <a:pt x="785481" y="569654"/>
                  </a:lnTo>
                  <a:lnTo>
                    <a:pt x="784410" y="570266"/>
                  </a:lnTo>
                  <a:lnTo>
                    <a:pt x="783338" y="570876"/>
                  </a:lnTo>
                  <a:lnTo>
                    <a:pt x="782267" y="571487"/>
                  </a:lnTo>
                  <a:lnTo>
                    <a:pt x="781195" y="572096"/>
                  </a:lnTo>
                  <a:lnTo>
                    <a:pt x="780123" y="572705"/>
                  </a:lnTo>
                  <a:lnTo>
                    <a:pt x="779052" y="573314"/>
                  </a:lnTo>
                  <a:lnTo>
                    <a:pt x="777980" y="573922"/>
                  </a:lnTo>
                  <a:lnTo>
                    <a:pt x="776909" y="574529"/>
                  </a:lnTo>
                  <a:lnTo>
                    <a:pt x="775837" y="575136"/>
                  </a:lnTo>
                  <a:lnTo>
                    <a:pt x="774765" y="575743"/>
                  </a:lnTo>
                  <a:lnTo>
                    <a:pt x="773694" y="576348"/>
                  </a:lnTo>
                  <a:lnTo>
                    <a:pt x="772622" y="576954"/>
                  </a:lnTo>
                  <a:lnTo>
                    <a:pt x="771551" y="577559"/>
                  </a:lnTo>
                  <a:lnTo>
                    <a:pt x="770479" y="578163"/>
                  </a:lnTo>
                  <a:lnTo>
                    <a:pt x="769407" y="578767"/>
                  </a:lnTo>
                  <a:lnTo>
                    <a:pt x="768336" y="579371"/>
                  </a:lnTo>
                  <a:lnTo>
                    <a:pt x="767264" y="579974"/>
                  </a:lnTo>
                  <a:lnTo>
                    <a:pt x="766193" y="580576"/>
                  </a:lnTo>
                  <a:lnTo>
                    <a:pt x="765121" y="581179"/>
                  </a:lnTo>
                  <a:lnTo>
                    <a:pt x="764049" y="581781"/>
                  </a:lnTo>
                  <a:lnTo>
                    <a:pt x="762978" y="582382"/>
                  </a:lnTo>
                  <a:lnTo>
                    <a:pt x="761906" y="582983"/>
                  </a:lnTo>
                  <a:lnTo>
                    <a:pt x="760835" y="583584"/>
                  </a:lnTo>
                  <a:lnTo>
                    <a:pt x="759763" y="584184"/>
                  </a:lnTo>
                  <a:lnTo>
                    <a:pt x="758691" y="584784"/>
                  </a:lnTo>
                  <a:lnTo>
                    <a:pt x="757620" y="585384"/>
                  </a:lnTo>
                  <a:lnTo>
                    <a:pt x="756548" y="585983"/>
                  </a:lnTo>
                  <a:lnTo>
                    <a:pt x="755477" y="586582"/>
                  </a:lnTo>
                  <a:lnTo>
                    <a:pt x="754405" y="587181"/>
                  </a:lnTo>
                  <a:lnTo>
                    <a:pt x="753333" y="587780"/>
                  </a:lnTo>
                  <a:lnTo>
                    <a:pt x="752262" y="588378"/>
                  </a:lnTo>
                  <a:lnTo>
                    <a:pt x="751190" y="588976"/>
                  </a:lnTo>
                  <a:lnTo>
                    <a:pt x="750119" y="589573"/>
                  </a:lnTo>
                  <a:lnTo>
                    <a:pt x="749047" y="590171"/>
                  </a:lnTo>
                  <a:lnTo>
                    <a:pt x="747975" y="590768"/>
                  </a:lnTo>
                  <a:lnTo>
                    <a:pt x="746904" y="591365"/>
                  </a:lnTo>
                  <a:lnTo>
                    <a:pt x="745832" y="591961"/>
                  </a:lnTo>
                  <a:lnTo>
                    <a:pt x="744761" y="592558"/>
                  </a:lnTo>
                  <a:lnTo>
                    <a:pt x="743689" y="593154"/>
                  </a:lnTo>
                  <a:lnTo>
                    <a:pt x="742617" y="593750"/>
                  </a:lnTo>
                  <a:lnTo>
                    <a:pt x="741546" y="594346"/>
                  </a:lnTo>
                  <a:lnTo>
                    <a:pt x="740474" y="594942"/>
                  </a:lnTo>
                  <a:lnTo>
                    <a:pt x="739403" y="595538"/>
                  </a:lnTo>
                  <a:lnTo>
                    <a:pt x="738331" y="596133"/>
                  </a:lnTo>
                  <a:lnTo>
                    <a:pt x="737259" y="596728"/>
                  </a:lnTo>
                  <a:lnTo>
                    <a:pt x="736188" y="597324"/>
                  </a:lnTo>
                  <a:lnTo>
                    <a:pt x="735116" y="597919"/>
                  </a:lnTo>
                  <a:lnTo>
                    <a:pt x="734045" y="598514"/>
                  </a:lnTo>
                  <a:lnTo>
                    <a:pt x="732973" y="599108"/>
                  </a:lnTo>
                  <a:lnTo>
                    <a:pt x="731901" y="599703"/>
                  </a:lnTo>
                  <a:lnTo>
                    <a:pt x="730830" y="600298"/>
                  </a:lnTo>
                  <a:lnTo>
                    <a:pt x="729758" y="600893"/>
                  </a:lnTo>
                  <a:lnTo>
                    <a:pt x="728687" y="601487"/>
                  </a:lnTo>
                  <a:lnTo>
                    <a:pt x="727615" y="602082"/>
                  </a:lnTo>
                  <a:lnTo>
                    <a:pt x="726543" y="602676"/>
                  </a:lnTo>
                  <a:lnTo>
                    <a:pt x="725472" y="603271"/>
                  </a:lnTo>
                  <a:lnTo>
                    <a:pt x="724400" y="603866"/>
                  </a:lnTo>
                  <a:lnTo>
                    <a:pt x="723329" y="604460"/>
                  </a:lnTo>
                  <a:lnTo>
                    <a:pt x="722257" y="605055"/>
                  </a:lnTo>
                  <a:lnTo>
                    <a:pt x="721185" y="605649"/>
                  </a:lnTo>
                  <a:lnTo>
                    <a:pt x="720114" y="606244"/>
                  </a:lnTo>
                  <a:lnTo>
                    <a:pt x="719042" y="606838"/>
                  </a:lnTo>
                  <a:lnTo>
                    <a:pt x="717971" y="607433"/>
                  </a:lnTo>
                  <a:lnTo>
                    <a:pt x="716899" y="608028"/>
                  </a:lnTo>
                  <a:lnTo>
                    <a:pt x="715827" y="608622"/>
                  </a:lnTo>
                  <a:lnTo>
                    <a:pt x="714756" y="609217"/>
                  </a:lnTo>
                  <a:lnTo>
                    <a:pt x="713684" y="609812"/>
                  </a:lnTo>
                  <a:lnTo>
                    <a:pt x="712613" y="610407"/>
                  </a:lnTo>
                  <a:lnTo>
                    <a:pt x="711541" y="611002"/>
                  </a:lnTo>
                  <a:lnTo>
                    <a:pt x="710469" y="611598"/>
                  </a:lnTo>
                  <a:lnTo>
                    <a:pt x="709398" y="612193"/>
                  </a:lnTo>
                  <a:lnTo>
                    <a:pt x="708326" y="612789"/>
                  </a:lnTo>
                  <a:lnTo>
                    <a:pt x="707255" y="613384"/>
                  </a:lnTo>
                  <a:lnTo>
                    <a:pt x="706183" y="613980"/>
                  </a:lnTo>
                  <a:lnTo>
                    <a:pt x="705112" y="614576"/>
                  </a:lnTo>
                  <a:lnTo>
                    <a:pt x="704040" y="615172"/>
                  </a:lnTo>
                  <a:lnTo>
                    <a:pt x="702968" y="615768"/>
                  </a:lnTo>
                  <a:lnTo>
                    <a:pt x="701897" y="616365"/>
                  </a:lnTo>
                  <a:lnTo>
                    <a:pt x="700825" y="616962"/>
                  </a:lnTo>
                  <a:lnTo>
                    <a:pt x="699754" y="617558"/>
                  </a:lnTo>
                  <a:lnTo>
                    <a:pt x="698682" y="618156"/>
                  </a:lnTo>
                  <a:lnTo>
                    <a:pt x="697610" y="618753"/>
                  </a:lnTo>
                  <a:lnTo>
                    <a:pt x="696539" y="619351"/>
                  </a:lnTo>
                  <a:lnTo>
                    <a:pt x="695467" y="619948"/>
                  </a:lnTo>
                  <a:lnTo>
                    <a:pt x="694396" y="620546"/>
                  </a:lnTo>
                  <a:lnTo>
                    <a:pt x="693324" y="621145"/>
                  </a:lnTo>
                  <a:lnTo>
                    <a:pt x="692252" y="621743"/>
                  </a:lnTo>
                  <a:lnTo>
                    <a:pt x="691181" y="622342"/>
                  </a:lnTo>
                  <a:lnTo>
                    <a:pt x="690109" y="622941"/>
                  </a:lnTo>
                  <a:lnTo>
                    <a:pt x="689038" y="623541"/>
                  </a:lnTo>
                  <a:lnTo>
                    <a:pt x="687966" y="624140"/>
                  </a:lnTo>
                  <a:lnTo>
                    <a:pt x="686894" y="624741"/>
                  </a:lnTo>
                  <a:lnTo>
                    <a:pt x="685823" y="625341"/>
                  </a:lnTo>
                  <a:lnTo>
                    <a:pt x="684751" y="625942"/>
                  </a:lnTo>
                  <a:lnTo>
                    <a:pt x="683680" y="626543"/>
                  </a:lnTo>
                  <a:lnTo>
                    <a:pt x="682608" y="627144"/>
                  </a:lnTo>
                  <a:lnTo>
                    <a:pt x="681536" y="627746"/>
                  </a:lnTo>
                  <a:lnTo>
                    <a:pt x="680465" y="628348"/>
                  </a:lnTo>
                  <a:lnTo>
                    <a:pt x="679393" y="628950"/>
                  </a:lnTo>
                  <a:lnTo>
                    <a:pt x="678322" y="629553"/>
                  </a:lnTo>
                  <a:lnTo>
                    <a:pt x="677250" y="630156"/>
                  </a:lnTo>
                  <a:lnTo>
                    <a:pt x="676178" y="630760"/>
                  </a:lnTo>
                  <a:lnTo>
                    <a:pt x="675107" y="631364"/>
                  </a:lnTo>
                  <a:lnTo>
                    <a:pt x="674035" y="631968"/>
                  </a:lnTo>
                  <a:lnTo>
                    <a:pt x="672964" y="632573"/>
                  </a:lnTo>
                  <a:lnTo>
                    <a:pt x="671892" y="633178"/>
                  </a:lnTo>
                  <a:lnTo>
                    <a:pt x="670820" y="633783"/>
                  </a:lnTo>
                  <a:lnTo>
                    <a:pt x="669749" y="634389"/>
                  </a:lnTo>
                  <a:lnTo>
                    <a:pt x="668677" y="634996"/>
                  </a:lnTo>
                  <a:lnTo>
                    <a:pt x="667606" y="635603"/>
                  </a:lnTo>
                  <a:lnTo>
                    <a:pt x="666534" y="636210"/>
                  </a:lnTo>
                  <a:lnTo>
                    <a:pt x="665462" y="636818"/>
                  </a:lnTo>
                  <a:lnTo>
                    <a:pt x="664391" y="637426"/>
                  </a:lnTo>
                  <a:lnTo>
                    <a:pt x="663319" y="638035"/>
                  </a:lnTo>
                  <a:lnTo>
                    <a:pt x="662248" y="638644"/>
                  </a:lnTo>
                  <a:lnTo>
                    <a:pt x="661176" y="639254"/>
                  </a:lnTo>
                  <a:lnTo>
                    <a:pt x="660104" y="639864"/>
                  </a:lnTo>
                  <a:lnTo>
                    <a:pt x="659033" y="640475"/>
                  </a:lnTo>
                  <a:lnTo>
                    <a:pt x="657961" y="641086"/>
                  </a:lnTo>
                  <a:lnTo>
                    <a:pt x="656890" y="641698"/>
                  </a:lnTo>
                  <a:lnTo>
                    <a:pt x="655818" y="642310"/>
                  </a:lnTo>
                  <a:lnTo>
                    <a:pt x="654746" y="642923"/>
                  </a:lnTo>
                  <a:lnTo>
                    <a:pt x="653675" y="643536"/>
                  </a:lnTo>
                  <a:lnTo>
                    <a:pt x="652603" y="644150"/>
                  </a:lnTo>
                  <a:lnTo>
                    <a:pt x="651532" y="644764"/>
                  </a:lnTo>
                  <a:lnTo>
                    <a:pt x="650460" y="645379"/>
                  </a:lnTo>
                  <a:lnTo>
                    <a:pt x="649388" y="645994"/>
                  </a:lnTo>
                  <a:lnTo>
                    <a:pt x="648317" y="646610"/>
                  </a:lnTo>
                  <a:lnTo>
                    <a:pt x="647245" y="647227"/>
                  </a:lnTo>
                  <a:lnTo>
                    <a:pt x="646174" y="647844"/>
                  </a:lnTo>
                  <a:lnTo>
                    <a:pt x="645102" y="648462"/>
                  </a:lnTo>
                  <a:lnTo>
                    <a:pt x="644030" y="649080"/>
                  </a:lnTo>
                  <a:lnTo>
                    <a:pt x="642959" y="649699"/>
                  </a:lnTo>
                  <a:lnTo>
                    <a:pt x="641887" y="650318"/>
                  </a:lnTo>
                  <a:lnTo>
                    <a:pt x="640816" y="650938"/>
                  </a:lnTo>
                  <a:lnTo>
                    <a:pt x="639744" y="651559"/>
                  </a:lnTo>
                  <a:lnTo>
                    <a:pt x="638672" y="652180"/>
                  </a:lnTo>
                  <a:lnTo>
                    <a:pt x="637601" y="652801"/>
                  </a:lnTo>
                  <a:lnTo>
                    <a:pt x="636529" y="653424"/>
                  </a:lnTo>
                  <a:lnTo>
                    <a:pt x="635458" y="654047"/>
                  </a:lnTo>
                  <a:lnTo>
                    <a:pt x="634386" y="654670"/>
                  </a:lnTo>
                  <a:lnTo>
                    <a:pt x="633314" y="655294"/>
                  </a:lnTo>
                  <a:lnTo>
                    <a:pt x="632243" y="655919"/>
                  </a:lnTo>
                  <a:lnTo>
                    <a:pt x="631171" y="656545"/>
                  </a:lnTo>
                  <a:lnTo>
                    <a:pt x="630100" y="657171"/>
                  </a:lnTo>
                  <a:lnTo>
                    <a:pt x="629028" y="657797"/>
                  </a:lnTo>
                  <a:lnTo>
                    <a:pt x="627956" y="658425"/>
                  </a:lnTo>
                  <a:lnTo>
                    <a:pt x="626885" y="659053"/>
                  </a:lnTo>
                  <a:lnTo>
                    <a:pt x="625813" y="659681"/>
                  </a:lnTo>
                  <a:lnTo>
                    <a:pt x="624742" y="660311"/>
                  </a:lnTo>
                  <a:lnTo>
                    <a:pt x="623670" y="660940"/>
                  </a:lnTo>
                  <a:lnTo>
                    <a:pt x="622598" y="661571"/>
                  </a:lnTo>
                  <a:lnTo>
                    <a:pt x="621527" y="662202"/>
                  </a:lnTo>
                  <a:lnTo>
                    <a:pt x="620455" y="662834"/>
                  </a:lnTo>
                  <a:lnTo>
                    <a:pt x="619384" y="663466"/>
                  </a:lnTo>
                  <a:lnTo>
                    <a:pt x="618312" y="664100"/>
                  </a:lnTo>
                  <a:lnTo>
                    <a:pt x="617240" y="664733"/>
                  </a:lnTo>
                  <a:lnTo>
                    <a:pt x="616169" y="665368"/>
                  </a:lnTo>
                  <a:lnTo>
                    <a:pt x="615097" y="666003"/>
                  </a:lnTo>
                  <a:lnTo>
                    <a:pt x="614026" y="666639"/>
                  </a:lnTo>
                  <a:lnTo>
                    <a:pt x="612954" y="667275"/>
                  </a:lnTo>
                  <a:lnTo>
                    <a:pt x="611882" y="667912"/>
                  </a:lnTo>
                  <a:lnTo>
                    <a:pt x="610811" y="668550"/>
                  </a:lnTo>
                  <a:lnTo>
                    <a:pt x="609739" y="669189"/>
                  </a:lnTo>
                  <a:lnTo>
                    <a:pt x="608668" y="669828"/>
                  </a:lnTo>
                  <a:lnTo>
                    <a:pt x="607596" y="670468"/>
                  </a:lnTo>
                  <a:lnTo>
                    <a:pt x="606524" y="671108"/>
                  </a:lnTo>
                  <a:lnTo>
                    <a:pt x="605453" y="671749"/>
                  </a:lnTo>
                  <a:lnTo>
                    <a:pt x="604381" y="672391"/>
                  </a:lnTo>
                  <a:lnTo>
                    <a:pt x="603310" y="673034"/>
                  </a:lnTo>
                  <a:lnTo>
                    <a:pt x="602238" y="673677"/>
                  </a:lnTo>
                  <a:lnTo>
                    <a:pt x="601166" y="674321"/>
                  </a:lnTo>
                  <a:lnTo>
                    <a:pt x="600095" y="674965"/>
                  </a:lnTo>
                  <a:lnTo>
                    <a:pt x="599023" y="675610"/>
                  </a:lnTo>
                  <a:lnTo>
                    <a:pt x="597952" y="676256"/>
                  </a:lnTo>
                  <a:lnTo>
                    <a:pt x="596880" y="676903"/>
                  </a:lnTo>
                  <a:lnTo>
                    <a:pt x="595808" y="677550"/>
                  </a:lnTo>
                  <a:lnTo>
                    <a:pt x="594737" y="678198"/>
                  </a:lnTo>
                  <a:lnTo>
                    <a:pt x="593665" y="678847"/>
                  </a:lnTo>
                  <a:lnTo>
                    <a:pt x="592594" y="679496"/>
                  </a:lnTo>
                  <a:lnTo>
                    <a:pt x="591522" y="680146"/>
                  </a:lnTo>
                  <a:lnTo>
                    <a:pt x="590450" y="680796"/>
                  </a:lnTo>
                  <a:lnTo>
                    <a:pt x="589379" y="681448"/>
                  </a:lnTo>
                  <a:lnTo>
                    <a:pt x="588307" y="682100"/>
                  </a:lnTo>
                  <a:lnTo>
                    <a:pt x="587236" y="682752"/>
                  </a:lnTo>
                  <a:lnTo>
                    <a:pt x="586164" y="683406"/>
                  </a:lnTo>
                  <a:lnTo>
                    <a:pt x="585092" y="684060"/>
                  </a:lnTo>
                  <a:lnTo>
                    <a:pt x="584021" y="684714"/>
                  </a:lnTo>
                  <a:lnTo>
                    <a:pt x="582949" y="685370"/>
                  </a:lnTo>
                  <a:lnTo>
                    <a:pt x="581878" y="686026"/>
                  </a:lnTo>
                  <a:lnTo>
                    <a:pt x="580806" y="686682"/>
                  </a:lnTo>
                  <a:lnTo>
                    <a:pt x="579734" y="687340"/>
                  </a:lnTo>
                  <a:lnTo>
                    <a:pt x="578663" y="687998"/>
                  </a:lnTo>
                  <a:lnTo>
                    <a:pt x="577591" y="688656"/>
                  </a:lnTo>
                  <a:lnTo>
                    <a:pt x="576520" y="689315"/>
                  </a:lnTo>
                  <a:lnTo>
                    <a:pt x="575448" y="689975"/>
                  </a:lnTo>
                  <a:lnTo>
                    <a:pt x="574376" y="690636"/>
                  </a:lnTo>
                  <a:lnTo>
                    <a:pt x="573305" y="691297"/>
                  </a:lnTo>
                  <a:lnTo>
                    <a:pt x="572233" y="691959"/>
                  </a:lnTo>
                  <a:lnTo>
                    <a:pt x="571162" y="692621"/>
                  </a:lnTo>
                  <a:lnTo>
                    <a:pt x="570090" y="693285"/>
                  </a:lnTo>
                  <a:lnTo>
                    <a:pt x="569018" y="693948"/>
                  </a:lnTo>
                  <a:lnTo>
                    <a:pt x="567947" y="694613"/>
                  </a:lnTo>
                  <a:lnTo>
                    <a:pt x="566875" y="695278"/>
                  </a:lnTo>
                  <a:lnTo>
                    <a:pt x="565804" y="695943"/>
                  </a:lnTo>
                  <a:lnTo>
                    <a:pt x="564732" y="696610"/>
                  </a:lnTo>
                  <a:lnTo>
                    <a:pt x="563660" y="697277"/>
                  </a:lnTo>
                  <a:lnTo>
                    <a:pt x="562589" y="697944"/>
                  </a:lnTo>
                  <a:lnTo>
                    <a:pt x="561517" y="698612"/>
                  </a:lnTo>
                  <a:lnTo>
                    <a:pt x="560446" y="699281"/>
                  </a:lnTo>
                  <a:lnTo>
                    <a:pt x="559374" y="699950"/>
                  </a:lnTo>
                  <a:lnTo>
                    <a:pt x="558302" y="700620"/>
                  </a:lnTo>
                  <a:lnTo>
                    <a:pt x="557231" y="701290"/>
                  </a:lnTo>
                  <a:lnTo>
                    <a:pt x="556159" y="701961"/>
                  </a:lnTo>
                  <a:lnTo>
                    <a:pt x="555088" y="702633"/>
                  </a:lnTo>
                  <a:lnTo>
                    <a:pt x="554016" y="703305"/>
                  </a:lnTo>
                  <a:lnTo>
                    <a:pt x="552944" y="703978"/>
                  </a:lnTo>
                  <a:lnTo>
                    <a:pt x="551873" y="704651"/>
                  </a:lnTo>
                  <a:lnTo>
                    <a:pt x="550801" y="705325"/>
                  </a:lnTo>
                  <a:lnTo>
                    <a:pt x="549730" y="706000"/>
                  </a:lnTo>
                  <a:lnTo>
                    <a:pt x="548658" y="706675"/>
                  </a:lnTo>
                  <a:lnTo>
                    <a:pt x="547586" y="707350"/>
                  </a:lnTo>
                  <a:lnTo>
                    <a:pt x="546515" y="708026"/>
                  </a:lnTo>
                  <a:lnTo>
                    <a:pt x="545443" y="708703"/>
                  </a:lnTo>
                  <a:lnTo>
                    <a:pt x="544372" y="709380"/>
                  </a:lnTo>
                  <a:lnTo>
                    <a:pt x="543300" y="710058"/>
                  </a:lnTo>
                  <a:lnTo>
                    <a:pt x="542228" y="710736"/>
                  </a:lnTo>
                  <a:lnTo>
                    <a:pt x="541157" y="711415"/>
                  </a:lnTo>
                  <a:lnTo>
                    <a:pt x="540085" y="712094"/>
                  </a:lnTo>
                  <a:lnTo>
                    <a:pt x="539014" y="712774"/>
                  </a:lnTo>
                  <a:lnTo>
                    <a:pt x="537942" y="713454"/>
                  </a:lnTo>
                  <a:lnTo>
                    <a:pt x="536870" y="714135"/>
                  </a:lnTo>
                  <a:lnTo>
                    <a:pt x="535799" y="714816"/>
                  </a:lnTo>
                  <a:lnTo>
                    <a:pt x="534727" y="715497"/>
                  </a:lnTo>
                  <a:lnTo>
                    <a:pt x="533656" y="716180"/>
                  </a:lnTo>
                  <a:lnTo>
                    <a:pt x="532584" y="716862"/>
                  </a:lnTo>
                  <a:lnTo>
                    <a:pt x="531513" y="717545"/>
                  </a:lnTo>
                  <a:lnTo>
                    <a:pt x="530441" y="718229"/>
                  </a:lnTo>
                  <a:lnTo>
                    <a:pt x="529369" y="718913"/>
                  </a:lnTo>
                  <a:lnTo>
                    <a:pt x="528298" y="719597"/>
                  </a:lnTo>
                  <a:lnTo>
                    <a:pt x="527226" y="720282"/>
                  </a:lnTo>
                  <a:lnTo>
                    <a:pt x="526155" y="720967"/>
                  </a:lnTo>
                  <a:lnTo>
                    <a:pt x="525083" y="721652"/>
                  </a:lnTo>
                  <a:lnTo>
                    <a:pt x="524011" y="722338"/>
                  </a:lnTo>
                  <a:lnTo>
                    <a:pt x="522940" y="723025"/>
                  </a:lnTo>
                  <a:lnTo>
                    <a:pt x="521868" y="723712"/>
                  </a:lnTo>
                  <a:lnTo>
                    <a:pt x="520797" y="724399"/>
                  </a:lnTo>
                  <a:lnTo>
                    <a:pt x="519725" y="725086"/>
                  </a:lnTo>
                  <a:lnTo>
                    <a:pt x="518653" y="725774"/>
                  </a:lnTo>
                  <a:lnTo>
                    <a:pt x="517582" y="726462"/>
                  </a:lnTo>
                  <a:lnTo>
                    <a:pt x="516510" y="727151"/>
                  </a:lnTo>
                  <a:lnTo>
                    <a:pt x="515439" y="727840"/>
                  </a:lnTo>
                  <a:lnTo>
                    <a:pt x="514367" y="728529"/>
                  </a:lnTo>
                  <a:lnTo>
                    <a:pt x="513295" y="729219"/>
                  </a:lnTo>
                  <a:lnTo>
                    <a:pt x="512224" y="729909"/>
                  </a:lnTo>
                  <a:lnTo>
                    <a:pt x="511152" y="730599"/>
                  </a:lnTo>
                  <a:lnTo>
                    <a:pt x="510081" y="731290"/>
                  </a:lnTo>
                  <a:lnTo>
                    <a:pt x="509009" y="731980"/>
                  </a:lnTo>
                  <a:lnTo>
                    <a:pt x="507937" y="732671"/>
                  </a:lnTo>
                  <a:lnTo>
                    <a:pt x="506866" y="733363"/>
                  </a:lnTo>
                  <a:lnTo>
                    <a:pt x="505794" y="734055"/>
                  </a:lnTo>
                  <a:lnTo>
                    <a:pt x="504723" y="734746"/>
                  </a:lnTo>
                  <a:lnTo>
                    <a:pt x="503651" y="735439"/>
                  </a:lnTo>
                  <a:lnTo>
                    <a:pt x="502579" y="736131"/>
                  </a:lnTo>
                  <a:lnTo>
                    <a:pt x="501508" y="736824"/>
                  </a:lnTo>
                  <a:lnTo>
                    <a:pt x="500436" y="737517"/>
                  </a:lnTo>
                  <a:lnTo>
                    <a:pt x="499365" y="738210"/>
                  </a:lnTo>
                  <a:lnTo>
                    <a:pt x="498293" y="738903"/>
                  </a:lnTo>
                  <a:lnTo>
                    <a:pt x="497221" y="739596"/>
                  </a:lnTo>
                  <a:lnTo>
                    <a:pt x="496150" y="740290"/>
                  </a:lnTo>
                  <a:lnTo>
                    <a:pt x="495078" y="740984"/>
                  </a:lnTo>
                  <a:lnTo>
                    <a:pt x="494007" y="741678"/>
                  </a:lnTo>
                  <a:lnTo>
                    <a:pt x="492935" y="742372"/>
                  </a:lnTo>
                  <a:lnTo>
                    <a:pt x="491863" y="743066"/>
                  </a:lnTo>
                  <a:lnTo>
                    <a:pt x="490792" y="743761"/>
                  </a:lnTo>
                  <a:lnTo>
                    <a:pt x="489720" y="744456"/>
                  </a:lnTo>
                  <a:lnTo>
                    <a:pt x="488649" y="745150"/>
                  </a:lnTo>
                  <a:lnTo>
                    <a:pt x="487577" y="745845"/>
                  </a:lnTo>
                  <a:lnTo>
                    <a:pt x="486505" y="746540"/>
                  </a:lnTo>
                  <a:lnTo>
                    <a:pt x="485434" y="747235"/>
                  </a:lnTo>
                  <a:lnTo>
                    <a:pt x="484362" y="747930"/>
                  </a:lnTo>
                  <a:lnTo>
                    <a:pt x="483291" y="748626"/>
                  </a:lnTo>
                  <a:lnTo>
                    <a:pt x="482219" y="749321"/>
                  </a:lnTo>
                  <a:lnTo>
                    <a:pt x="481147" y="750016"/>
                  </a:lnTo>
                  <a:lnTo>
                    <a:pt x="480076" y="750712"/>
                  </a:lnTo>
                  <a:lnTo>
                    <a:pt x="479004" y="751407"/>
                  </a:lnTo>
                  <a:lnTo>
                    <a:pt x="477933" y="752103"/>
                  </a:lnTo>
                  <a:lnTo>
                    <a:pt x="476861" y="752798"/>
                  </a:lnTo>
                  <a:lnTo>
                    <a:pt x="475789" y="753494"/>
                  </a:lnTo>
                  <a:lnTo>
                    <a:pt x="474718" y="754189"/>
                  </a:lnTo>
                  <a:lnTo>
                    <a:pt x="473646" y="754885"/>
                  </a:lnTo>
                  <a:lnTo>
                    <a:pt x="472575" y="755580"/>
                  </a:lnTo>
                  <a:lnTo>
                    <a:pt x="471503" y="756276"/>
                  </a:lnTo>
                  <a:lnTo>
                    <a:pt x="470431" y="756971"/>
                  </a:lnTo>
                  <a:lnTo>
                    <a:pt x="469360" y="757667"/>
                  </a:lnTo>
                  <a:lnTo>
                    <a:pt x="468288" y="758362"/>
                  </a:lnTo>
                  <a:lnTo>
                    <a:pt x="467217" y="759058"/>
                  </a:lnTo>
                  <a:lnTo>
                    <a:pt x="466145" y="759753"/>
                  </a:lnTo>
                  <a:lnTo>
                    <a:pt x="465073" y="760448"/>
                  </a:lnTo>
                  <a:lnTo>
                    <a:pt x="464002" y="761143"/>
                  </a:lnTo>
                  <a:lnTo>
                    <a:pt x="462930" y="761838"/>
                  </a:lnTo>
                  <a:lnTo>
                    <a:pt x="461859" y="762533"/>
                  </a:lnTo>
                  <a:lnTo>
                    <a:pt x="460787" y="763228"/>
                  </a:lnTo>
                  <a:lnTo>
                    <a:pt x="459715" y="763922"/>
                  </a:lnTo>
                  <a:lnTo>
                    <a:pt x="458644" y="764617"/>
                  </a:lnTo>
                  <a:lnTo>
                    <a:pt x="457572" y="765311"/>
                  </a:lnTo>
                  <a:lnTo>
                    <a:pt x="456501" y="766005"/>
                  </a:lnTo>
                  <a:lnTo>
                    <a:pt x="455429" y="766699"/>
                  </a:lnTo>
                  <a:lnTo>
                    <a:pt x="454357" y="767393"/>
                  </a:lnTo>
                  <a:lnTo>
                    <a:pt x="453286" y="768087"/>
                  </a:lnTo>
                  <a:lnTo>
                    <a:pt x="452214" y="768780"/>
                  </a:lnTo>
                  <a:lnTo>
                    <a:pt x="451143" y="769473"/>
                  </a:lnTo>
                  <a:lnTo>
                    <a:pt x="450071" y="770166"/>
                  </a:lnTo>
                  <a:lnTo>
                    <a:pt x="448999" y="770859"/>
                  </a:lnTo>
                  <a:lnTo>
                    <a:pt x="447928" y="771552"/>
                  </a:lnTo>
                  <a:lnTo>
                    <a:pt x="446856" y="772244"/>
                  </a:lnTo>
                  <a:lnTo>
                    <a:pt x="445785" y="772936"/>
                  </a:lnTo>
                  <a:lnTo>
                    <a:pt x="444713" y="773628"/>
                  </a:lnTo>
                  <a:lnTo>
                    <a:pt x="443641" y="774320"/>
                  </a:lnTo>
                  <a:lnTo>
                    <a:pt x="442570" y="775011"/>
                  </a:lnTo>
                  <a:lnTo>
                    <a:pt x="441498" y="775702"/>
                  </a:lnTo>
                  <a:lnTo>
                    <a:pt x="440427" y="776392"/>
                  </a:lnTo>
                  <a:lnTo>
                    <a:pt x="439355" y="777083"/>
                  </a:lnTo>
                  <a:lnTo>
                    <a:pt x="438283" y="777773"/>
                  </a:lnTo>
                  <a:lnTo>
                    <a:pt x="437212" y="778463"/>
                  </a:lnTo>
                  <a:lnTo>
                    <a:pt x="436140" y="779152"/>
                  </a:lnTo>
                  <a:lnTo>
                    <a:pt x="435069" y="779841"/>
                  </a:lnTo>
                  <a:lnTo>
                    <a:pt x="433997" y="780530"/>
                  </a:lnTo>
                  <a:lnTo>
                    <a:pt x="432925" y="781218"/>
                  </a:lnTo>
                  <a:lnTo>
                    <a:pt x="431854" y="781906"/>
                  </a:lnTo>
                  <a:lnTo>
                    <a:pt x="430782" y="782594"/>
                  </a:lnTo>
                  <a:lnTo>
                    <a:pt x="429711" y="783281"/>
                  </a:lnTo>
                  <a:lnTo>
                    <a:pt x="428639" y="783968"/>
                  </a:lnTo>
                  <a:lnTo>
                    <a:pt x="427567" y="784654"/>
                  </a:lnTo>
                  <a:lnTo>
                    <a:pt x="426496" y="785340"/>
                  </a:lnTo>
                  <a:lnTo>
                    <a:pt x="425424" y="786025"/>
                  </a:lnTo>
                  <a:lnTo>
                    <a:pt x="424353" y="786710"/>
                  </a:lnTo>
                  <a:lnTo>
                    <a:pt x="423281" y="787395"/>
                  </a:lnTo>
                  <a:lnTo>
                    <a:pt x="422209" y="788079"/>
                  </a:lnTo>
                  <a:lnTo>
                    <a:pt x="421138" y="788763"/>
                  </a:lnTo>
                  <a:lnTo>
                    <a:pt x="420066" y="789446"/>
                  </a:lnTo>
                  <a:lnTo>
                    <a:pt x="418995" y="790129"/>
                  </a:lnTo>
                  <a:lnTo>
                    <a:pt x="417923" y="790811"/>
                  </a:lnTo>
                  <a:lnTo>
                    <a:pt x="416851" y="791493"/>
                  </a:lnTo>
                  <a:lnTo>
                    <a:pt x="415780" y="792174"/>
                  </a:lnTo>
                  <a:lnTo>
                    <a:pt x="414708" y="792855"/>
                  </a:lnTo>
                  <a:lnTo>
                    <a:pt x="413637" y="793535"/>
                  </a:lnTo>
                  <a:lnTo>
                    <a:pt x="412565" y="794215"/>
                  </a:lnTo>
                  <a:lnTo>
                    <a:pt x="411493" y="794894"/>
                  </a:lnTo>
                  <a:lnTo>
                    <a:pt x="410422" y="795573"/>
                  </a:lnTo>
                  <a:lnTo>
                    <a:pt x="409350" y="796251"/>
                  </a:lnTo>
                  <a:lnTo>
                    <a:pt x="408279" y="796929"/>
                  </a:lnTo>
                  <a:lnTo>
                    <a:pt x="407207" y="797605"/>
                  </a:lnTo>
                  <a:lnTo>
                    <a:pt x="406135" y="798282"/>
                  </a:lnTo>
                  <a:lnTo>
                    <a:pt x="405064" y="798958"/>
                  </a:lnTo>
                  <a:lnTo>
                    <a:pt x="403992" y="799633"/>
                  </a:lnTo>
                  <a:lnTo>
                    <a:pt x="402921" y="800307"/>
                  </a:lnTo>
                  <a:lnTo>
                    <a:pt x="401849" y="800981"/>
                  </a:lnTo>
                  <a:lnTo>
                    <a:pt x="400777" y="801655"/>
                  </a:lnTo>
                  <a:lnTo>
                    <a:pt x="399706" y="802327"/>
                  </a:lnTo>
                  <a:lnTo>
                    <a:pt x="398634" y="802999"/>
                  </a:lnTo>
                  <a:lnTo>
                    <a:pt x="397563" y="803671"/>
                  </a:lnTo>
                  <a:lnTo>
                    <a:pt x="396491" y="804341"/>
                  </a:lnTo>
                  <a:lnTo>
                    <a:pt x="395419" y="805011"/>
                  </a:lnTo>
                  <a:lnTo>
                    <a:pt x="394348" y="805681"/>
                  </a:lnTo>
                  <a:lnTo>
                    <a:pt x="393276" y="806350"/>
                  </a:lnTo>
                  <a:lnTo>
                    <a:pt x="392205" y="807018"/>
                  </a:lnTo>
                  <a:lnTo>
                    <a:pt x="391133" y="807685"/>
                  </a:lnTo>
                  <a:lnTo>
                    <a:pt x="390061" y="808352"/>
                  </a:lnTo>
                  <a:lnTo>
                    <a:pt x="388990" y="809018"/>
                  </a:lnTo>
                  <a:lnTo>
                    <a:pt x="387918" y="809683"/>
                  </a:lnTo>
                  <a:lnTo>
                    <a:pt x="386847" y="810347"/>
                  </a:lnTo>
                  <a:lnTo>
                    <a:pt x="385775" y="811011"/>
                  </a:lnTo>
                  <a:lnTo>
                    <a:pt x="384703" y="811674"/>
                  </a:lnTo>
                  <a:lnTo>
                    <a:pt x="383632" y="812336"/>
                  </a:lnTo>
                  <a:lnTo>
                    <a:pt x="382560" y="812998"/>
                  </a:lnTo>
                  <a:lnTo>
                    <a:pt x="381489" y="813659"/>
                  </a:lnTo>
                  <a:lnTo>
                    <a:pt x="380417" y="814319"/>
                  </a:lnTo>
                  <a:lnTo>
                    <a:pt x="379345" y="814978"/>
                  </a:lnTo>
                  <a:lnTo>
                    <a:pt x="378274" y="815636"/>
                  </a:lnTo>
                  <a:lnTo>
                    <a:pt x="377202" y="816294"/>
                  </a:lnTo>
                  <a:lnTo>
                    <a:pt x="376131" y="816951"/>
                  </a:lnTo>
                  <a:lnTo>
                    <a:pt x="375059" y="817607"/>
                  </a:lnTo>
                  <a:lnTo>
                    <a:pt x="373987" y="818262"/>
                  </a:lnTo>
                  <a:lnTo>
                    <a:pt x="372916" y="818917"/>
                  </a:lnTo>
                  <a:lnTo>
                    <a:pt x="371844" y="819570"/>
                  </a:lnTo>
                  <a:lnTo>
                    <a:pt x="370773" y="820223"/>
                  </a:lnTo>
                  <a:lnTo>
                    <a:pt x="369701" y="820875"/>
                  </a:lnTo>
                  <a:lnTo>
                    <a:pt x="368629" y="821526"/>
                  </a:lnTo>
                  <a:lnTo>
                    <a:pt x="367558" y="822176"/>
                  </a:lnTo>
                  <a:lnTo>
                    <a:pt x="366486" y="822826"/>
                  </a:lnTo>
                  <a:lnTo>
                    <a:pt x="365415" y="823474"/>
                  </a:lnTo>
                  <a:lnTo>
                    <a:pt x="364343" y="824122"/>
                  </a:lnTo>
                  <a:lnTo>
                    <a:pt x="363271" y="824769"/>
                  </a:lnTo>
                  <a:lnTo>
                    <a:pt x="362200" y="825415"/>
                  </a:lnTo>
                  <a:lnTo>
                    <a:pt x="361128" y="826060"/>
                  </a:lnTo>
                  <a:lnTo>
                    <a:pt x="360057" y="826704"/>
                  </a:lnTo>
                  <a:lnTo>
                    <a:pt x="358985" y="827347"/>
                  </a:lnTo>
                  <a:lnTo>
                    <a:pt x="357913" y="827990"/>
                  </a:lnTo>
                  <a:lnTo>
                    <a:pt x="356842" y="828631"/>
                  </a:lnTo>
                  <a:lnTo>
                    <a:pt x="355770" y="829272"/>
                  </a:lnTo>
                  <a:lnTo>
                    <a:pt x="354699" y="829911"/>
                  </a:lnTo>
                  <a:lnTo>
                    <a:pt x="353627" y="830550"/>
                  </a:lnTo>
                  <a:lnTo>
                    <a:pt x="352556" y="831188"/>
                  </a:lnTo>
                  <a:lnTo>
                    <a:pt x="351484" y="831825"/>
                  </a:lnTo>
                  <a:lnTo>
                    <a:pt x="350412" y="832460"/>
                  </a:lnTo>
                  <a:lnTo>
                    <a:pt x="349341" y="833095"/>
                  </a:lnTo>
                  <a:lnTo>
                    <a:pt x="348269" y="833729"/>
                  </a:lnTo>
                  <a:lnTo>
                    <a:pt x="347198" y="834362"/>
                  </a:lnTo>
                  <a:lnTo>
                    <a:pt x="346126" y="834994"/>
                  </a:lnTo>
                  <a:lnTo>
                    <a:pt x="345054" y="835625"/>
                  </a:lnTo>
                  <a:lnTo>
                    <a:pt x="343983" y="836255"/>
                  </a:lnTo>
                  <a:lnTo>
                    <a:pt x="342911" y="836885"/>
                  </a:lnTo>
                  <a:lnTo>
                    <a:pt x="341840" y="837513"/>
                  </a:lnTo>
                  <a:lnTo>
                    <a:pt x="340768" y="838140"/>
                  </a:lnTo>
                  <a:lnTo>
                    <a:pt x="339696" y="838766"/>
                  </a:lnTo>
                  <a:lnTo>
                    <a:pt x="338625" y="839391"/>
                  </a:lnTo>
                  <a:lnTo>
                    <a:pt x="337553" y="840015"/>
                  </a:lnTo>
                  <a:lnTo>
                    <a:pt x="336482" y="840638"/>
                  </a:lnTo>
                  <a:lnTo>
                    <a:pt x="335410" y="841260"/>
                  </a:lnTo>
                  <a:lnTo>
                    <a:pt x="334338" y="841882"/>
                  </a:lnTo>
                  <a:lnTo>
                    <a:pt x="333267" y="842502"/>
                  </a:lnTo>
                  <a:lnTo>
                    <a:pt x="332195" y="843121"/>
                  </a:lnTo>
                  <a:lnTo>
                    <a:pt x="331124" y="843739"/>
                  </a:lnTo>
                  <a:lnTo>
                    <a:pt x="330052" y="844356"/>
                  </a:lnTo>
                  <a:lnTo>
                    <a:pt x="328980" y="844971"/>
                  </a:lnTo>
                  <a:lnTo>
                    <a:pt x="327909" y="845586"/>
                  </a:lnTo>
                  <a:lnTo>
                    <a:pt x="326837" y="846200"/>
                  </a:lnTo>
                  <a:lnTo>
                    <a:pt x="325766" y="846813"/>
                  </a:lnTo>
                  <a:lnTo>
                    <a:pt x="324694" y="847424"/>
                  </a:lnTo>
                  <a:lnTo>
                    <a:pt x="323622" y="848035"/>
                  </a:lnTo>
                  <a:lnTo>
                    <a:pt x="322551" y="848645"/>
                  </a:lnTo>
                  <a:lnTo>
                    <a:pt x="321479" y="849253"/>
                  </a:lnTo>
                  <a:lnTo>
                    <a:pt x="320408" y="849861"/>
                  </a:lnTo>
                  <a:lnTo>
                    <a:pt x="319336" y="850467"/>
                  </a:lnTo>
                  <a:lnTo>
                    <a:pt x="318264" y="851072"/>
                  </a:lnTo>
                  <a:lnTo>
                    <a:pt x="317193" y="851676"/>
                  </a:lnTo>
                  <a:lnTo>
                    <a:pt x="316121" y="852279"/>
                  </a:lnTo>
                  <a:lnTo>
                    <a:pt x="315050" y="852881"/>
                  </a:lnTo>
                  <a:lnTo>
                    <a:pt x="313978" y="853482"/>
                  </a:lnTo>
                  <a:lnTo>
                    <a:pt x="312906" y="854082"/>
                  </a:lnTo>
                  <a:lnTo>
                    <a:pt x="311835" y="854680"/>
                  </a:lnTo>
                  <a:lnTo>
                    <a:pt x="310763" y="855278"/>
                  </a:lnTo>
                  <a:lnTo>
                    <a:pt x="309692" y="855874"/>
                  </a:lnTo>
                  <a:lnTo>
                    <a:pt x="308620" y="856470"/>
                  </a:lnTo>
                  <a:lnTo>
                    <a:pt x="307548" y="857064"/>
                  </a:lnTo>
                  <a:lnTo>
                    <a:pt x="306477" y="857657"/>
                  </a:lnTo>
                  <a:lnTo>
                    <a:pt x="305405" y="858249"/>
                  </a:lnTo>
                  <a:lnTo>
                    <a:pt x="304334" y="858840"/>
                  </a:lnTo>
                  <a:lnTo>
                    <a:pt x="303262" y="859429"/>
                  </a:lnTo>
                  <a:lnTo>
                    <a:pt x="302190" y="860018"/>
                  </a:lnTo>
                  <a:lnTo>
                    <a:pt x="301119" y="860605"/>
                  </a:lnTo>
                  <a:lnTo>
                    <a:pt x="300047" y="861191"/>
                  </a:lnTo>
                  <a:lnTo>
                    <a:pt x="298976" y="861776"/>
                  </a:lnTo>
                  <a:lnTo>
                    <a:pt x="297904" y="862360"/>
                  </a:lnTo>
                  <a:lnTo>
                    <a:pt x="296832" y="862943"/>
                  </a:lnTo>
                  <a:lnTo>
                    <a:pt x="295761" y="863525"/>
                  </a:lnTo>
                  <a:lnTo>
                    <a:pt x="294689" y="864105"/>
                  </a:lnTo>
                  <a:lnTo>
                    <a:pt x="293618" y="864684"/>
                  </a:lnTo>
                  <a:lnTo>
                    <a:pt x="292546" y="865263"/>
                  </a:lnTo>
                  <a:lnTo>
                    <a:pt x="291474" y="865839"/>
                  </a:lnTo>
                  <a:lnTo>
                    <a:pt x="290403" y="866415"/>
                  </a:lnTo>
                  <a:lnTo>
                    <a:pt x="289331" y="866990"/>
                  </a:lnTo>
                  <a:lnTo>
                    <a:pt x="288260" y="867563"/>
                  </a:lnTo>
                  <a:lnTo>
                    <a:pt x="287188" y="868136"/>
                  </a:lnTo>
                  <a:lnTo>
                    <a:pt x="286116" y="868707"/>
                  </a:lnTo>
                  <a:lnTo>
                    <a:pt x="285045" y="869277"/>
                  </a:lnTo>
                  <a:lnTo>
                    <a:pt x="283973" y="869845"/>
                  </a:lnTo>
                  <a:lnTo>
                    <a:pt x="282902" y="870413"/>
                  </a:lnTo>
                  <a:lnTo>
                    <a:pt x="281830" y="870979"/>
                  </a:lnTo>
                  <a:lnTo>
                    <a:pt x="280758" y="871544"/>
                  </a:lnTo>
                  <a:lnTo>
                    <a:pt x="279687" y="872108"/>
                  </a:lnTo>
                  <a:lnTo>
                    <a:pt x="278615" y="872671"/>
                  </a:lnTo>
                  <a:lnTo>
                    <a:pt x="277544" y="873233"/>
                  </a:lnTo>
                  <a:lnTo>
                    <a:pt x="276472" y="873793"/>
                  </a:lnTo>
                  <a:lnTo>
                    <a:pt x="275400" y="874352"/>
                  </a:lnTo>
                  <a:lnTo>
                    <a:pt x="274329" y="874910"/>
                  </a:lnTo>
                  <a:lnTo>
                    <a:pt x="273257" y="875467"/>
                  </a:lnTo>
                  <a:lnTo>
                    <a:pt x="272186" y="876023"/>
                  </a:lnTo>
                  <a:lnTo>
                    <a:pt x="271114" y="876577"/>
                  </a:lnTo>
                  <a:lnTo>
                    <a:pt x="270042" y="877130"/>
                  </a:lnTo>
                  <a:lnTo>
                    <a:pt x="268971" y="877682"/>
                  </a:lnTo>
                  <a:lnTo>
                    <a:pt x="267899" y="878233"/>
                  </a:lnTo>
                  <a:lnTo>
                    <a:pt x="266828" y="878783"/>
                  </a:lnTo>
                  <a:lnTo>
                    <a:pt x="265756" y="879331"/>
                  </a:lnTo>
                  <a:lnTo>
                    <a:pt x="264684" y="879878"/>
                  </a:lnTo>
                  <a:lnTo>
                    <a:pt x="263613" y="880424"/>
                  </a:lnTo>
                  <a:lnTo>
                    <a:pt x="262541" y="880969"/>
                  </a:lnTo>
                  <a:lnTo>
                    <a:pt x="261470" y="881513"/>
                  </a:lnTo>
                  <a:lnTo>
                    <a:pt x="260398" y="882055"/>
                  </a:lnTo>
                  <a:lnTo>
                    <a:pt x="259326" y="882597"/>
                  </a:lnTo>
                  <a:lnTo>
                    <a:pt x="258255" y="883137"/>
                  </a:lnTo>
                  <a:lnTo>
                    <a:pt x="257183" y="883675"/>
                  </a:lnTo>
                  <a:lnTo>
                    <a:pt x="256112" y="884213"/>
                  </a:lnTo>
                  <a:lnTo>
                    <a:pt x="255040" y="884750"/>
                  </a:lnTo>
                  <a:lnTo>
                    <a:pt x="253968" y="885285"/>
                  </a:lnTo>
                  <a:lnTo>
                    <a:pt x="252897" y="885819"/>
                  </a:lnTo>
                  <a:lnTo>
                    <a:pt x="251825" y="886352"/>
                  </a:lnTo>
                  <a:lnTo>
                    <a:pt x="250754" y="886884"/>
                  </a:lnTo>
                  <a:lnTo>
                    <a:pt x="249682" y="887414"/>
                  </a:lnTo>
                  <a:lnTo>
                    <a:pt x="248610" y="887943"/>
                  </a:lnTo>
                  <a:lnTo>
                    <a:pt x="247539" y="888471"/>
                  </a:lnTo>
                  <a:lnTo>
                    <a:pt x="246467" y="888998"/>
                  </a:lnTo>
                  <a:lnTo>
                    <a:pt x="245396" y="889524"/>
                  </a:lnTo>
                  <a:lnTo>
                    <a:pt x="244324" y="890049"/>
                  </a:lnTo>
                  <a:lnTo>
                    <a:pt x="243252" y="890572"/>
                  </a:lnTo>
                  <a:lnTo>
                    <a:pt x="242181" y="891094"/>
                  </a:lnTo>
                  <a:lnTo>
                    <a:pt x="241109" y="891615"/>
                  </a:lnTo>
                  <a:lnTo>
                    <a:pt x="240038" y="892135"/>
                  </a:lnTo>
                  <a:lnTo>
                    <a:pt x="238966" y="892653"/>
                  </a:lnTo>
                  <a:lnTo>
                    <a:pt x="237894" y="893171"/>
                  </a:lnTo>
                  <a:lnTo>
                    <a:pt x="236823" y="893687"/>
                  </a:lnTo>
                  <a:lnTo>
                    <a:pt x="235751" y="894202"/>
                  </a:lnTo>
                  <a:lnTo>
                    <a:pt x="234680" y="894716"/>
                  </a:lnTo>
                  <a:lnTo>
                    <a:pt x="233608" y="895229"/>
                  </a:lnTo>
                  <a:lnTo>
                    <a:pt x="232536" y="895740"/>
                  </a:lnTo>
                  <a:lnTo>
                    <a:pt x="231465" y="896250"/>
                  </a:lnTo>
                  <a:lnTo>
                    <a:pt x="230393" y="896760"/>
                  </a:lnTo>
                  <a:lnTo>
                    <a:pt x="229322" y="897267"/>
                  </a:lnTo>
                  <a:lnTo>
                    <a:pt x="228250" y="897774"/>
                  </a:lnTo>
                  <a:lnTo>
                    <a:pt x="227178" y="898280"/>
                  </a:lnTo>
                  <a:lnTo>
                    <a:pt x="226107" y="898784"/>
                  </a:lnTo>
                  <a:lnTo>
                    <a:pt x="225035" y="899287"/>
                  </a:lnTo>
                  <a:lnTo>
                    <a:pt x="223964" y="899789"/>
                  </a:lnTo>
                  <a:lnTo>
                    <a:pt x="222892" y="900290"/>
                  </a:lnTo>
                  <a:lnTo>
                    <a:pt x="221820" y="900790"/>
                  </a:lnTo>
                  <a:lnTo>
                    <a:pt x="220749" y="901288"/>
                  </a:lnTo>
                  <a:lnTo>
                    <a:pt x="219677" y="901786"/>
                  </a:lnTo>
                  <a:lnTo>
                    <a:pt x="218606" y="902282"/>
                  </a:lnTo>
                  <a:lnTo>
                    <a:pt x="217534" y="902777"/>
                  </a:lnTo>
                  <a:lnTo>
                    <a:pt x="216462" y="903271"/>
                  </a:lnTo>
                  <a:lnTo>
                    <a:pt x="215391" y="903763"/>
                  </a:lnTo>
                  <a:lnTo>
                    <a:pt x="214319" y="904255"/>
                  </a:lnTo>
                  <a:lnTo>
                    <a:pt x="213248" y="904745"/>
                  </a:lnTo>
                  <a:lnTo>
                    <a:pt x="212176" y="905234"/>
                  </a:lnTo>
                  <a:lnTo>
                    <a:pt x="211104" y="905722"/>
                  </a:lnTo>
                  <a:lnTo>
                    <a:pt x="210033" y="906209"/>
                  </a:lnTo>
                  <a:lnTo>
                    <a:pt x="208961" y="906695"/>
                  </a:lnTo>
                  <a:lnTo>
                    <a:pt x="207890" y="907179"/>
                  </a:lnTo>
                  <a:lnTo>
                    <a:pt x="206818" y="907662"/>
                  </a:lnTo>
                  <a:lnTo>
                    <a:pt x="205746" y="908145"/>
                  </a:lnTo>
                  <a:lnTo>
                    <a:pt x="204675" y="908626"/>
                  </a:lnTo>
                  <a:lnTo>
                    <a:pt x="203603" y="909105"/>
                  </a:lnTo>
                  <a:lnTo>
                    <a:pt x="202532" y="909584"/>
                  </a:lnTo>
                  <a:lnTo>
                    <a:pt x="201460" y="910062"/>
                  </a:lnTo>
                  <a:lnTo>
                    <a:pt x="200388" y="910538"/>
                  </a:lnTo>
                  <a:lnTo>
                    <a:pt x="199317" y="911013"/>
                  </a:lnTo>
                  <a:lnTo>
                    <a:pt x="198245" y="911487"/>
                  </a:lnTo>
                  <a:lnTo>
                    <a:pt x="197174" y="911960"/>
                  </a:lnTo>
                  <a:lnTo>
                    <a:pt x="196102" y="912432"/>
                  </a:lnTo>
                  <a:lnTo>
                    <a:pt x="195030" y="912903"/>
                  </a:lnTo>
                  <a:lnTo>
                    <a:pt x="193959" y="913372"/>
                  </a:lnTo>
                  <a:lnTo>
                    <a:pt x="192887" y="913841"/>
                  </a:lnTo>
                  <a:lnTo>
                    <a:pt x="191816" y="914308"/>
                  </a:lnTo>
                  <a:lnTo>
                    <a:pt x="190744" y="914774"/>
                  </a:lnTo>
                  <a:lnTo>
                    <a:pt x="189672" y="915239"/>
                  </a:lnTo>
                  <a:lnTo>
                    <a:pt x="188601" y="915703"/>
                  </a:lnTo>
                  <a:lnTo>
                    <a:pt x="187529" y="916165"/>
                  </a:lnTo>
                  <a:lnTo>
                    <a:pt x="186458" y="916627"/>
                  </a:lnTo>
                  <a:lnTo>
                    <a:pt x="185386" y="917087"/>
                  </a:lnTo>
                  <a:lnTo>
                    <a:pt x="184314" y="917547"/>
                  </a:lnTo>
                  <a:lnTo>
                    <a:pt x="183243" y="918005"/>
                  </a:lnTo>
                  <a:lnTo>
                    <a:pt x="182171" y="918462"/>
                  </a:lnTo>
                  <a:lnTo>
                    <a:pt x="181100" y="918918"/>
                  </a:lnTo>
                  <a:lnTo>
                    <a:pt x="180028" y="919372"/>
                  </a:lnTo>
                  <a:lnTo>
                    <a:pt x="178956" y="919826"/>
                  </a:lnTo>
                  <a:lnTo>
                    <a:pt x="177885" y="920278"/>
                  </a:lnTo>
                  <a:lnTo>
                    <a:pt x="176813" y="920730"/>
                  </a:lnTo>
                  <a:lnTo>
                    <a:pt x="175742" y="921180"/>
                  </a:lnTo>
                  <a:lnTo>
                    <a:pt x="174670" y="921629"/>
                  </a:lnTo>
                  <a:lnTo>
                    <a:pt x="173599" y="922077"/>
                  </a:lnTo>
                  <a:lnTo>
                    <a:pt x="172527" y="922524"/>
                  </a:lnTo>
                  <a:lnTo>
                    <a:pt x="171455" y="922970"/>
                  </a:lnTo>
                  <a:lnTo>
                    <a:pt x="170384" y="923415"/>
                  </a:lnTo>
                  <a:lnTo>
                    <a:pt x="169312" y="923858"/>
                  </a:lnTo>
                  <a:lnTo>
                    <a:pt x="168241" y="924301"/>
                  </a:lnTo>
                  <a:lnTo>
                    <a:pt x="167169" y="924742"/>
                  </a:lnTo>
                  <a:lnTo>
                    <a:pt x="166097" y="925182"/>
                  </a:lnTo>
                  <a:lnTo>
                    <a:pt x="165026" y="925621"/>
                  </a:lnTo>
                  <a:lnTo>
                    <a:pt x="163954" y="926060"/>
                  </a:lnTo>
                  <a:lnTo>
                    <a:pt x="162883" y="926496"/>
                  </a:lnTo>
                  <a:lnTo>
                    <a:pt x="161811" y="926932"/>
                  </a:lnTo>
                  <a:lnTo>
                    <a:pt x="160739" y="927367"/>
                  </a:lnTo>
                  <a:lnTo>
                    <a:pt x="159668" y="927801"/>
                  </a:lnTo>
                  <a:lnTo>
                    <a:pt x="158596" y="928233"/>
                  </a:lnTo>
                  <a:lnTo>
                    <a:pt x="157525" y="928665"/>
                  </a:lnTo>
                  <a:lnTo>
                    <a:pt x="156453" y="929095"/>
                  </a:lnTo>
                  <a:lnTo>
                    <a:pt x="155381" y="929525"/>
                  </a:lnTo>
                  <a:lnTo>
                    <a:pt x="154310" y="929953"/>
                  </a:lnTo>
                  <a:lnTo>
                    <a:pt x="153238" y="930380"/>
                  </a:lnTo>
                  <a:lnTo>
                    <a:pt x="152167" y="930806"/>
                  </a:lnTo>
                  <a:lnTo>
                    <a:pt x="151095" y="931231"/>
                  </a:lnTo>
                  <a:lnTo>
                    <a:pt x="150023" y="931655"/>
                  </a:lnTo>
                  <a:lnTo>
                    <a:pt x="148952" y="932078"/>
                  </a:lnTo>
                  <a:lnTo>
                    <a:pt x="147880" y="932499"/>
                  </a:lnTo>
                  <a:lnTo>
                    <a:pt x="146809" y="932920"/>
                  </a:lnTo>
                  <a:lnTo>
                    <a:pt x="145737" y="933340"/>
                  </a:lnTo>
                  <a:lnTo>
                    <a:pt x="144665" y="933758"/>
                  </a:lnTo>
                  <a:lnTo>
                    <a:pt x="143594" y="934176"/>
                  </a:lnTo>
                  <a:lnTo>
                    <a:pt x="142522" y="934592"/>
                  </a:lnTo>
                  <a:lnTo>
                    <a:pt x="141451" y="935007"/>
                  </a:lnTo>
                  <a:lnTo>
                    <a:pt x="140379" y="935422"/>
                  </a:lnTo>
                  <a:lnTo>
                    <a:pt x="139307" y="935835"/>
                  </a:lnTo>
                  <a:lnTo>
                    <a:pt x="138236" y="936247"/>
                  </a:lnTo>
                  <a:lnTo>
                    <a:pt x="137164" y="936658"/>
                  </a:lnTo>
                  <a:lnTo>
                    <a:pt x="136093" y="937068"/>
                  </a:lnTo>
                  <a:lnTo>
                    <a:pt x="135021" y="937477"/>
                  </a:lnTo>
                  <a:lnTo>
                    <a:pt x="133949" y="937885"/>
                  </a:lnTo>
                  <a:lnTo>
                    <a:pt x="132878" y="938292"/>
                  </a:lnTo>
                  <a:lnTo>
                    <a:pt x="131806" y="938698"/>
                  </a:lnTo>
                  <a:lnTo>
                    <a:pt x="130735" y="939103"/>
                  </a:lnTo>
                  <a:lnTo>
                    <a:pt x="129663" y="939506"/>
                  </a:lnTo>
                  <a:lnTo>
                    <a:pt x="128591" y="939909"/>
                  </a:lnTo>
                  <a:lnTo>
                    <a:pt x="127520" y="940311"/>
                  </a:lnTo>
                  <a:lnTo>
                    <a:pt x="126448" y="940711"/>
                  </a:lnTo>
                  <a:lnTo>
                    <a:pt x="125377" y="941111"/>
                  </a:lnTo>
                  <a:lnTo>
                    <a:pt x="124305" y="941509"/>
                  </a:lnTo>
                  <a:lnTo>
                    <a:pt x="123233" y="941907"/>
                  </a:lnTo>
                  <a:lnTo>
                    <a:pt x="122162" y="942303"/>
                  </a:lnTo>
                  <a:lnTo>
                    <a:pt x="121090" y="942699"/>
                  </a:lnTo>
                  <a:lnTo>
                    <a:pt x="120019" y="943093"/>
                  </a:lnTo>
                  <a:lnTo>
                    <a:pt x="118947" y="943487"/>
                  </a:lnTo>
                  <a:lnTo>
                    <a:pt x="117875" y="943879"/>
                  </a:lnTo>
                  <a:lnTo>
                    <a:pt x="116804" y="944271"/>
                  </a:lnTo>
                  <a:lnTo>
                    <a:pt x="115732" y="944661"/>
                  </a:lnTo>
                  <a:lnTo>
                    <a:pt x="114661" y="945050"/>
                  </a:lnTo>
                  <a:lnTo>
                    <a:pt x="113589" y="945439"/>
                  </a:lnTo>
                  <a:lnTo>
                    <a:pt x="112517" y="945826"/>
                  </a:lnTo>
                  <a:lnTo>
                    <a:pt x="111446" y="946212"/>
                  </a:lnTo>
                  <a:lnTo>
                    <a:pt x="110374" y="946598"/>
                  </a:lnTo>
                  <a:lnTo>
                    <a:pt x="109303" y="946982"/>
                  </a:lnTo>
                  <a:lnTo>
                    <a:pt x="108231" y="947365"/>
                  </a:lnTo>
                  <a:lnTo>
                    <a:pt x="107159" y="947747"/>
                  </a:lnTo>
                  <a:lnTo>
                    <a:pt x="106088" y="948129"/>
                  </a:lnTo>
                  <a:lnTo>
                    <a:pt x="105016" y="948509"/>
                  </a:lnTo>
                  <a:lnTo>
                    <a:pt x="103945" y="948888"/>
                  </a:lnTo>
                  <a:lnTo>
                    <a:pt x="102873" y="949266"/>
                  </a:lnTo>
                  <a:lnTo>
                    <a:pt x="101801" y="949644"/>
                  </a:lnTo>
                  <a:lnTo>
                    <a:pt x="100730" y="950020"/>
                  </a:lnTo>
                  <a:lnTo>
                    <a:pt x="99658" y="950395"/>
                  </a:lnTo>
                  <a:lnTo>
                    <a:pt x="98587" y="950770"/>
                  </a:lnTo>
                  <a:lnTo>
                    <a:pt x="97515" y="951143"/>
                  </a:lnTo>
                  <a:lnTo>
                    <a:pt x="96443" y="951515"/>
                  </a:lnTo>
                  <a:lnTo>
                    <a:pt x="95372" y="951887"/>
                  </a:lnTo>
                  <a:lnTo>
                    <a:pt x="94300" y="952257"/>
                  </a:lnTo>
                  <a:lnTo>
                    <a:pt x="93229" y="952627"/>
                  </a:lnTo>
                  <a:lnTo>
                    <a:pt x="92157" y="952995"/>
                  </a:lnTo>
                  <a:lnTo>
                    <a:pt x="91085" y="953363"/>
                  </a:lnTo>
                  <a:lnTo>
                    <a:pt x="90014" y="953729"/>
                  </a:lnTo>
                  <a:lnTo>
                    <a:pt x="88942" y="954095"/>
                  </a:lnTo>
                  <a:lnTo>
                    <a:pt x="87871" y="954459"/>
                  </a:lnTo>
                  <a:lnTo>
                    <a:pt x="86799" y="954823"/>
                  </a:lnTo>
                  <a:lnTo>
                    <a:pt x="85727" y="955185"/>
                  </a:lnTo>
                  <a:lnTo>
                    <a:pt x="84656" y="955547"/>
                  </a:lnTo>
                  <a:lnTo>
                    <a:pt x="83584" y="955908"/>
                  </a:lnTo>
                  <a:lnTo>
                    <a:pt x="82513" y="956268"/>
                  </a:lnTo>
                  <a:lnTo>
                    <a:pt x="81441" y="956626"/>
                  </a:lnTo>
                  <a:lnTo>
                    <a:pt x="80369" y="956984"/>
                  </a:lnTo>
                  <a:lnTo>
                    <a:pt x="79298" y="957341"/>
                  </a:lnTo>
                  <a:lnTo>
                    <a:pt x="78226" y="957697"/>
                  </a:lnTo>
                  <a:lnTo>
                    <a:pt x="77155" y="958052"/>
                  </a:lnTo>
                  <a:lnTo>
                    <a:pt x="76083" y="958406"/>
                  </a:lnTo>
                  <a:lnTo>
                    <a:pt x="75011" y="958759"/>
                  </a:lnTo>
                  <a:lnTo>
                    <a:pt x="73940" y="959111"/>
                  </a:lnTo>
                  <a:lnTo>
                    <a:pt x="72868" y="959463"/>
                  </a:lnTo>
                  <a:lnTo>
                    <a:pt x="71797" y="959813"/>
                  </a:lnTo>
                  <a:lnTo>
                    <a:pt x="70725" y="960162"/>
                  </a:lnTo>
                  <a:lnTo>
                    <a:pt x="69653" y="960511"/>
                  </a:lnTo>
                  <a:lnTo>
                    <a:pt x="68582" y="960858"/>
                  </a:lnTo>
                  <a:lnTo>
                    <a:pt x="67510" y="961205"/>
                  </a:lnTo>
                  <a:lnTo>
                    <a:pt x="66439" y="961550"/>
                  </a:lnTo>
                  <a:lnTo>
                    <a:pt x="65367" y="961895"/>
                  </a:lnTo>
                  <a:lnTo>
                    <a:pt x="64295" y="962239"/>
                  </a:lnTo>
                  <a:lnTo>
                    <a:pt x="63224" y="962582"/>
                  </a:lnTo>
                  <a:lnTo>
                    <a:pt x="62152" y="962924"/>
                  </a:lnTo>
                  <a:lnTo>
                    <a:pt x="61081" y="963265"/>
                  </a:lnTo>
                  <a:lnTo>
                    <a:pt x="60009" y="963605"/>
                  </a:lnTo>
                  <a:lnTo>
                    <a:pt x="58937" y="963944"/>
                  </a:lnTo>
                  <a:lnTo>
                    <a:pt x="57866" y="964282"/>
                  </a:lnTo>
                  <a:lnTo>
                    <a:pt x="56794" y="964620"/>
                  </a:lnTo>
                  <a:lnTo>
                    <a:pt x="55723" y="964956"/>
                  </a:lnTo>
                  <a:lnTo>
                    <a:pt x="54651" y="965292"/>
                  </a:lnTo>
                  <a:lnTo>
                    <a:pt x="53579" y="965627"/>
                  </a:lnTo>
                  <a:lnTo>
                    <a:pt x="52508" y="965960"/>
                  </a:lnTo>
                  <a:lnTo>
                    <a:pt x="51436" y="966293"/>
                  </a:lnTo>
                  <a:lnTo>
                    <a:pt x="50365" y="966625"/>
                  </a:lnTo>
                  <a:lnTo>
                    <a:pt x="49293" y="966956"/>
                  </a:lnTo>
                  <a:lnTo>
                    <a:pt x="48221" y="967286"/>
                  </a:lnTo>
                  <a:lnTo>
                    <a:pt x="47150" y="967616"/>
                  </a:lnTo>
                  <a:lnTo>
                    <a:pt x="46078" y="967944"/>
                  </a:lnTo>
                  <a:lnTo>
                    <a:pt x="45007" y="968272"/>
                  </a:lnTo>
                  <a:lnTo>
                    <a:pt x="43935" y="968598"/>
                  </a:lnTo>
                  <a:lnTo>
                    <a:pt x="42863" y="968924"/>
                  </a:lnTo>
                  <a:lnTo>
                    <a:pt x="41792" y="969249"/>
                  </a:lnTo>
                  <a:lnTo>
                    <a:pt x="40720" y="969573"/>
                  </a:lnTo>
                  <a:lnTo>
                    <a:pt x="39649" y="969896"/>
                  </a:lnTo>
                  <a:lnTo>
                    <a:pt x="38577" y="970218"/>
                  </a:lnTo>
                  <a:lnTo>
                    <a:pt x="37505" y="970540"/>
                  </a:lnTo>
                  <a:lnTo>
                    <a:pt x="36434" y="970860"/>
                  </a:lnTo>
                  <a:lnTo>
                    <a:pt x="35362" y="971180"/>
                  </a:lnTo>
                  <a:lnTo>
                    <a:pt x="34291" y="971499"/>
                  </a:lnTo>
                  <a:lnTo>
                    <a:pt x="33219" y="971817"/>
                  </a:lnTo>
                  <a:lnTo>
                    <a:pt x="32147" y="972134"/>
                  </a:lnTo>
                  <a:lnTo>
                    <a:pt x="31076" y="972450"/>
                  </a:lnTo>
                  <a:lnTo>
                    <a:pt x="30004" y="972765"/>
                  </a:lnTo>
                  <a:lnTo>
                    <a:pt x="28933" y="973080"/>
                  </a:lnTo>
                  <a:lnTo>
                    <a:pt x="27861" y="973393"/>
                  </a:lnTo>
                  <a:lnTo>
                    <a:pt x="26789" y="973706"/>
                  </a:lnTo>
                  <a:lnTo>
                    <a:pt x="25718" y="974018"/>
                  </a:lnTo>
                  <a:lnTo>
                    <a:pt x="24646" y="974329"/>
                  </a:lnTo>
                  <a:lnTo>
                    <a:pt x="23575" y="974639"/>
                  </a:lnTo>
                  <a:lnTo>
                    <a:pt x="22503" y="974948"/>
                  </a:lnTo>
                  <a:lnTo>
                    <a:pt x="21431" y="975257"/>
                  </a:lnTo>
                  <a:lnTo>
                    <a:pt x="20360" y="975565"/>
                  </a:lnTo>
                  <a:lnTo>
                    <a:pt x="19288" y="975872"/>
                  </a:lnTo>
                  <a:lnTo>
                    <a:pt x="18217" y="976178"/>
                  </a:lnTo>
                  <a:lnTo>
                    <a:pt x="17145" y="976483"/>
                  </a:lnTo>
                  <a:lnTo>
                    <a:pt x="16073" y="976787"/>
                  </a:lnTo>
                  <a:lnTo>
                    <a:pt x="15002" y="977091"/>
                  </a:lnTo>
                  <a:lnTo>
                    <a:pt x="13930" y="977393"/>
                  </a:lnTo>
                  <a:lnTo>
                    <a:pt x="12859" y="977695"/>
                  </a:lnTo>
                  <a:lnTo>
                    <a:pt x="11787" y="977996"/>
                  </a:lnTo>
                  <a:lnTo>
                    <a:pt x="10715" y="978296"/>
                  </a:lnTo>
                  <a:lnTo>
                    <a:pt x="9644" y="978596"/>
                  </a:lnTo>
                  <a:lnTo>
                    <a:pt x="8572" y="978894"/>
                  </a:lnTo>
                  <a:lnTo>
                    <a:pt x="7501" y="979192"/>
                  </a:lnTo>
                  <a:lnTo>
                    <a:pt x="6429" y="979489"/>
                  </a:lnTo>
                  <a:lnTo>
                    <a:pt x="5357" y="979785"/>
                  </a:lnTo>
                  <a:lnTo>
                    <a:pt x="4286" y="980080"/>
                  </a:lnTo>
                  <a:lnTo>
                    <a:pt x="3214" y="980375"/>
                  </a:lnTo>
                  <a:lnTo>
                    <a:pt x="2143" y="980668"/>
                  </a:lnTo>
                  <a:lnTo>
                    <a:pt x="1071" y="980961"/>
                  </a:lnTo>
                  <a:lnTo>
                    <a:pt x="0" y="981253"/>
                  </a:lnTo>
                  <a:lnTo>
                    <a:pt x="0" y="98125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5034264" y="4852202"/>
              <a:ext cx="3856684" cy="1123422"/>
            </a:xfrm>
            <a:custGeom>
              <a:avLst/>
              <a:gdLst/>
              <a:ahLst/>
              <a:cxnLst/>
              <a:rect l="0" t="0" r="0" b="0"/>
              <a:pathLst>
                <a:path w="3856684" h="1123422">
                  <a:moveTo>
                    <a:pt x="0" y="1123422"/>
                  </a:moveTo>
                  <a:lnTo>
                    <a:pt x="1071" y="1123050"/>
                  </a:lnTo>
                  <a:lnTo>
                    <a:pt x="2143" y="1122678"/>
                  </a:lnTo>
                  <a:lnTo>
                    <a:pt x="3214" y="1122305"/>
                  </a:lnTo>
                  <a:lnTo>
                    <a:pt x="4286" y="1121932"/>
                  </a:lnTo>
                  <a:lnTo>
                    <a:pt x="5357" y="1121558"/>
                  </a:lnTo>
                  <a:lnTo>
                    <a:pt x="6429" y="1121183"/>
                  </a:lnTo>
                  <a:lnTo>
                    <a:pt x="7501" y="1120808"/>
                  </a:lnTo>
                  <a:lnTo>
                    <a:pt x="8572" y="1120433"/>
                  </a:lnTo>
                  <a:lnTo>
                    <a:pt x="9644" y="1120056"/>
                  </a:lnTo>
                  <a:lnTo>
                    <a:pt x="10715" y="1119680"/>
                  </a:lnTo>
                  <a:lnTo>
                    <a:pt x="11787" y="1119302"/>
                  </a:lnTo>
                  <a:lnTo>
                    <a:pt x="12859" y="1118925"/>
                  </a:lnTo>
                  <a:lnTo>
                    <a:pt x="13930" y="1118546"/>
                  </a:lnTo>
                  <a:lnTo>
                    <a:pt x="15002" y="1118167"/>
                  </a:lnTo>
                  <a:lnTo>
                    <a:pt x="16073" y="1117788"/>
                  </a:lnTo>
                  <a:lnTo>
                    <a:pt x="17145" y="1117407"/>
                  </a:lnTo>
                  <a:lnTo>
                    <a:pt x="18217" y="1117027"/>
                  </a:lnTo>
                  <a:lnTo>
                    <a:pt x="19288" y="1116646"/>
                  </a:lnTo>
                  <a:lnTo>
                    <a:pt x="20360" y="1116264"/>
                  </a:lnTo>
                  <a:lnTo>
                    <a:pt x="21431" y="1115881"/>
                  </a:lnTo>
                  <a:lnTo>
                    <a:pt x="22503" y="1115498"/>
                  </a:lnTo>
                  <a:lnTo>
                    <a:pt x="23575" y="1115115"/>
                  </a:lnTo>
                  <a:lnTo>
                    <a:pt x="24646" y="1114731"/>
                  </a:lnTo>
                  <a:lnTo>
                    <a:pt x="25718" y="1114346"/>
                  </a:lnTo>
                  <a:lnTo>
                    <a:pt x="26789" y="1113961"/>
                  </a:lnTo>
                  <a:lnTo>
                    <a:pt x="27861" y="1113575"/>
                  </a:lnTo>
                  <a:lnTo>
                    <a:pt x="28933" y="1113189"/>
                  </a:lnTo>
                  <a:lnTo>
                    <a:pt x="30004" y="1112802"/>
                  </a:lnTo>
                  <a:lnTo>
                    <a:pt x="31076" y="1112415"/>
                  </a:lnTo>
                  <a:lnTo>
                    <a:pt x="32147" y="1112026"/>
                  </a:lnTo>
                  <a:lnTo>
                    <a:pt x="33219" y="1111638"/>
                  </a:lnTo>
                  <a:lnTo>
                    <a:pt x="34291" y="1111249"/>
                  </a:lnTo>
                  <a:lnTo>
                    <a:pt x="35362" y="1110859"/>
                  </a:lnTo>
                  <a:lnTo>
                    <a:pt x="36434" y="1110468"/>
                  </a:lnTo>
                  <a:lnTo>
                    <a:pt x="37505" y="1110078"/>
                  </a:lnTo>
                  <a:lnTo>
                    <a:pt x="38577" y="1109686"/>
                  </a:lnTo>
                  <a:lnTo>
                    <a:pt x="39649" y="1109294"/>
                  </a:lnTo>
                  <a:lnTo>
                    <a:pt x="40720" y="1108901"/>
                  </a:lnTo>
                  <a:lnTo>
                    <a:pt x="41792" y="1108508"/>
                  </a:lnTo>
                  <a:lnTo>
                    <a:pt x="42863" y="1108114"/>
                  </a:lnTo>
                  <a:lnTo>
                    <a:pt x="43935" y="1107720"/>
                  </a:lnTo>
                  <a:lnTo>
                    <a:pt x="45007" y="1107325"/>
                  </a:lnTo>
                  <a:lnTo>
                    <a:pt x="46078" y="1106929"/>
                  </a:lnTo>
                  <a:lnTo>
                    <a:pt x="47150" y="1106533"/>
                  </a:lnTo>
                  <a:lnTo>
                    <a:pt x="48221" y="1106136"/>
                  </a:lnTo>
                  <a:lnTo>
                    <a:pt x="49293" y="1105739"/>
                  </a:lnTo>
                  <a:lnTo>
                    <a:pt x="50365" y="1105341"/>
                  </a:lnTo>
                  <a:lnTo>
                    <a:pt x="51436" y="1104942"/>
                  </a:lnTo>
                  <a:lnTo>
                    <a:pt x="52508" y="1104543"/>
                  </a:lnTo>
                  <a:lnTo>
                    <a:pt x="53579" y="1104143"/>
                  </a:lnTo>
                  <a:lnTo>
                    <a:pt x="54651" y="1103743"/>
                  </a:lnTo>
                  <a:lnTo>
                    <a:pt x="55723" y="1103342"/>
                  </a:lnTo>
                  <a:lnTo>
                    <a:pt x="56794" y="1102941"/>
                  </a:lnTo>
                  <a:lnTo>
                    <a:pt x="57866" y="1102539"/>
                  </a:lnTo>
                  <a:lnTo>
                    <a:pt x="58937" y="1102136"/>
                  </a:lnTo>
                  <a:lnTo>
                    <a:pt x="60009" y="1101733"/>
                  </a:lnTo>
                  <a:lnTo>
                    <a:pt x="61081" y="1101329"/>
                  </a:lnTo>
                  <a:lnTo>
                    <a:pt x="62152" y="1100924"/>
                  </a:lnTo>
                  <a:lnTo>
                    <a:pt x="63224" y="1100519"/>
                  </a:lnTo>
                  <a:lnTo>
                    <a:pt x="64295" y="1100114"/>
                  </a:lnTo>
                  <a:lnTo>
                    <a:pt x="65367" y="1099707"/>
                  </a:lnTo>
                  <a:lnTo>
                    <a:pt x="66439" y="1099300"/>
                  </a:lnTo>
                  <a:lnTo>
                    <a:pt x="67510" y="1098893"/>
                  </a:lnTo>
                  <a:lnTo>
                    <a:pt x="68582" y="1098485"/>
                  </a:lnTo>
                  <a:lnTo>
                    <a:pt x="69653" y="1098076"/>
                  </a:lnTo>
                  <a:lnTo>
                    <a:pt x="70725" y="1097667"/>
                  </a:lnTo>
                  <a:lnTo>
                    <a:pt x="71797" y="1097257"/>
                  </a:lnTo>
                  <a:lnTo>
                    <a:pt x="72868" y="1096847"/>
                  </a:lnTo>
                  <a:lnTo>
                    <a:pt x="73940" y="1096435"/>
                  </a:lnTo>
                  <a:lnTo>
                    <a:pt x="75011" y="1096024"/>
                  </a:lnTo>
                  <a:lnTo>
                    <a:pt x="76083" y="1095611"/>
                  </a:lnTo>
                  <a:lnTo>
                    <a:pt x="77155" y="1095198"/>
                  </a:lnTo>
                  <a:lnTo>
                    <a:pt x="78226" y="1094785"/>
                  </a:lnTo>
                  <a:lnTo>
                    <a:pt x="79298" y="1094371"/>
                  </a:lnTo>
                  <a:lnTo>
                    <a:pt x="80369" y="1093956"/>
                  </a:lnTo>
                  <a:lnTo>
                    <a:pt x="81441" y="1093541"/>
                  </a:lnTo>
                  <a:lnTo>
                    <a:pt x="82513" y="1093125"/>
                  </a:lnTo>
                  <a:lnTo>
                    <a:pt x="83584" y="1092708"/>
                  </a:lnTo>
                  <a:lnTo>
                    <a:pt x="84656" y="1092291"/>
                  </a:lnTo>
                  <a:lnTo>
                    <a:pt x="85727" y="1091873"/>
                  </a:lnTo>
                  <a:lnTo>
                    <a:pt x="86799" y="1091454"/>
                  </a:lnTo>
                  <a:lnTo>
                    <a:pt x="87871" y="1091035"/>
                  </a:lnTo>
                  <a:lnTo>
                    <a:pt x="88942" y="1090615"/>
                  </a:lnTo>
                  <a:lnTo>
                    <a:pt x="90014" y="1090195"/>
                  </a:lnTo>
                  <a:lnTo>
                    <a:pt x="91085" y="1089774"/>
                  </a:lnTo>
                  <a:lnTo>
                    <a:pt x="92157" y="1089353"/>
                  </a:lnTo>
                  <a:lnTo>
                    <a:pt x="93229" y="1088930"/>
                  </a:lnTo>
                  <a:lnTo>
                    <a:pt x="94300" y="1088508"/>
                  </a:lnTo>
                  <a:lnTo>
                    <a:pt x="95372" y="1088084"/>
                  </a:lnTo>
                  <a:lnTo>
                    <a:pt x="96443" y="1087660"/>
                  </a:lnTo>
                  <a:lnTo>
                    <a:pt x="97515" y="1087235"/>
                  </a:lnTo>
                  <a:lnTo>
                    <a:pt x="98587" y="1086810"/>
                  </a:lnTo>
                  <a:lnTo>
                    <a:pt x="99658" y="1086384"/>
                  </a:lnTo>
                  <a:lnTo>
                    <a:pt x="100730" y="1085957"/>
                  </a:lnTo>
                  <a:lnTo>
                    <a:pt x="101801" y="1085530"/>
                  </a:lnTo>
                  <a:lnTo>
                    <a:pt x="102873" y="1085102"/>
                  </a:lnTo>
                  <a:lnTo>
                    <a:pt x="103945" y="1084674"/>
                  </a:lnTo>
                  <a:lnTo>
                    <a:pt x="105016" y="1084245"/>
                  </a:lnTo>
                  <a:lnTo>
                    <a:pt x="106088" y="1083815"/>
                  </a:lnTo>
                  <a:lnTo>
                    <a:pt x="107159" y="1083384"/>
                  </a:lnTo>
                  <a:lnTo>
                    <a:pt x="108231" y="1082953"/>
                  </a:lnTo>
                  <a:lnTo>
                    <a:pt x="109303" y="1082522"/>
                  </a:lnTo>
                  <a:lnTo>
                    <a:pt x="110374" y="1082089"/>
                  </a:lnTo>
                  <a:lnTo>
                    <a:pt x="111446" y="1081656"/>
                  </a:lnTo>
                  <a:lnTo>
                    <a:pt x="112517" y="1081223"/>
                  </a:lnTo>
                  <a:lnTo>
                    <a:pt x="113589" y="1080789"/>
                  </a:lnTo>
                  <a:lnTo>
                    <a:pt x="114661" y="1080354"/>
                  </a:lnTo>
                  <a:lnTo>
                    <a:pt x="115732" y="1079918"/>
                  </a:lnTo>
                  <a:lnTo>
                    <a:pt x="116804" y="1079482"/>
                  </a:lnTo>
                  <a:lnTo>
                    <a:pt x="117875" y="1079045"/>
                  </a:lnTo>
                  <a:lnTo>
                    <a:pt x="118947" y="1078608"/>
                  </a:lnTo>
                  <a:lnTo>
                    <a:pt x="120019" y="1078170"/>
                  </a:lnTo>
                  <a:lnTo>
                    <a:pt x="121090" y="1077731"/>
                  </a:lnTo>
                  <a:lnTo>
                    <a:pt x="122162" y="1077291"/>
                  </a:lnTo>
                  <a:lnTo>
                    <a:pt x="123233" y="1076851"/>
                  </a:lnTo>
                  <a:lnTo>
                    <a:pt x="124305" y="1076411"/>
                  </a:lnTo>
                  <a:lnTo>
                    <a:pt x="125377" y="1075969"/>
                  </a:lnTo>
                  <a:lnTo>
                    <a:pt x="126448" y="1075527"/>
                  </a:lnTo>
                  <a:lnTo>
                    <a:pt x="127520" y="1075085"/>
                  </a:lnTo>
                  <a:lnTo>
                    <a:pt x="128591" y="1074641"/>
                  </a:lnTo>
                  <a:lnTo>
                    <a:pt x="129663" y="1074197"/>
                  </a:lnTo>
                  <a:lnTo>
                    <a:pt x="130735" y="1073753"/>
                  </a:lnTo>
                  <a:lnTo>
                    <a:pt x="131806" y="1073307"/>
                  </a:lnTo>
                  <a:lnTo>
                    <a:pt x="132878" y="1072861"/>
                  </a:lnTo>
                  <a:lnTo>
                    <a:pt x="133949" y="1072415"/>
                  </a:lnTo>
                  <a:lnTo>
                    <a:pt x="135021" y="1071967"/>
                  </a:lnTo>
                  <a:lnTo>
                    <a:pt x="136093" y="1071519"/>
                  </a:lnTo>
                  <a:lnTo>
                    <a:pt x="137164" y="1071071"/>
                  </a:lnTo>
                  <a:lnTo>
                    <a:pt x="138236" y="1070622"/>
                  </a:lnTo>
                  <a:lnTo>
                    <a:pt x="139307" y="1070172"/>
                  </a:lnTo>
                  <a:lnTo>
                    <a:pt x="140379" y="1069721"/>
                  </a:lnTo>
                  <a:lnTo>
                    <a:pt x="141451" y="1069270"/>
                  </a:lnTo>
                  <a:lnTo>
                    <a:pt x="142522" y="1068818"/>
                  </a:lnTo>
                  <a:lnTo>
                    <a:pt x="143594" y="1068365"/>
                  </a:lnTo>
                  <a:lnTo>
                    <a:pt x="144665" y="1067912"/>
                  </a:lnTo>
                  <a:lnTo>
                    <a:pt x="145737" y="1067458"/>
                  </a:lnTo>
                  <a:lnTo>
                    <a:pt x="146809" y="1067003"/>
                  </a:lnTo>
                  <a:lnTo>
                    <a:pt x="147880" y="1066548"/>
                  </a:lnTo>
                  <a:lnTo>
                    <a:pt x="148952" y="1066092"/>
                  </a:lnTo>
                  <a:lnTo>
                    <a:pt x="150023" y="1065635"/>
                  </a:lnTo>
                  <a:lnTo>
                    <a:pt x="151095" y="1065178"/>
                  </a:lnTo>
                  <a:lnTo>
                    <a:pt x="152167" y="1064720"/>
                  </a:lnTo>
                  <a:lnTo>
                    <a:pt x="153238" y="1064261"/>
                  </a:lnTo>
                  <a:lnTo>
                    <a:pt x="154310" y="1063802"/>
                  </a:lnTo>
                  <a:lnTo>
                    <a:pt x="155381" y="1063342"/>
                  </a:lnTo>
                  <a:lnTo>
                    <a:pt x="156453" y="1062881"/>
                  </a:lnTo>
                  <a:lnTo>
                    <a:pt x="157525" y="1062420"/>
                  </a:lnTo>
                  <a:lnTo>
                    <a:pt x="158596" y="1061958"/>
                  </a:lnTo>
                  <a:lnTo>
                    <a:pt x="159668" y="1061495"/>
                  </a:lnTo>
                  <a:lnTo>
                    <a:pt x="160739" y="1061032"/>
                  </a:lnTo>
                  <a:lnTo>
                    <a:pt x="161811" y="1060567"/>
                  </a:lnTo>
                  <a:lnTo>
                    <a:pt x="162883" y="1060103"/>
                  </a:lnTo>
                  <a:lnTo>
                    <a:pt x="163954" y="1059637"/>
                  </a:lnTo>
                  <a:lnTo>
                    <a:pt x="165026" y="1059171"/>
                  </a:lnTo>
                  <a:lnTo>
                    <a:pt x="166097" y="1058704"/>
                  </a:lnTo>
                  <a:lnTo>
                    <a:pt x="167169" y="1058236"/>
                  </a:lnTo>
                  <a:lnTo>
                    <a:pt x="168241" y="1057768"/>
                  </a:lnTo>
                  <a:lnTo>
                    <a:pt x="169312" y="1057299"/>
                  </a:lnTo>
                  <a:lnTo>
                    <a:pt x="170384" y="1056830"/>
                  </a:lnTo>
                  <a:lnTo>
                    <a:pt x="171455" y="1056359"/>
                  </a:lnTo>
                  <a:lnTo>
                    <a:pt x="172527" y="1055888"/>
                  </a:lnTo>
                  <a:lnTo>
                    <a:pt x="173599" y="1055416"/>
                  </a:lnTo>
                  <a:lnTo>
                    <a:pt x="174670" y="1054944"/>
                  </a:lnTo>
                  <a:lnTo>
                    <a:pt x="175742" y="1054471"/>
                  </a:lnTo>
                  <a:lnTo>
                    <a:pt x="176813" y="1053997"/>
                  </a:lnTo>
                  <a:lnTo>
                    <a:pt x="177885" y="1053522"/>
                  </a:lnTo>
                  <a:lnTo>
                    <a:pt x="178956" y="1053047"/>
                  </a:lnTo>
                  <a:lnTo>
                    <a:pt x="180028" y="1052571"/>
                  </a:lnTo>
                  <a:lnTo>
                    <a:pt x="181100" y="1052094"/>
                  </a:lnTo>
                  <a:lnTo>
                    <a:pt x="182171" y="1051617"/>
                  </a:lnTo>
                  <a:lnTo>
                    <a:pt x="183243" y="1051139"/>
                  </a:lnTo>
                  <a:lnTo>
                    <a:pt x="184314" y="1050660"/>
                  </a:lnTo>
                  <a:lnTo>
                    <a:pt x="185386" y="1050181"/>
                  </a:lnTo>
                  <a:lnTo>
                    <a:pt x="186458" y="1049700"/>
                  </a:lnTo>
                  <a:lnTo>
                    <a:pt x="187529" y="1049220"/>
                  </a:lnTo>
                  <a:lnTo>
                    <a:pt x="188601" y="1048738"/>
                  </a:lnTo>
                  <a:lnTo>
                    <a:pt x="189672" y="1048256"/>
                  </a:lnTo>
                  <a:lnTo>
                    <a:pt x="190744" y="1047773"/>
                  </a:lnTo>
                  <a:lnTo>
                    <a:pt x="191816" y="1047289"/>
                  </a:lnTo>
                  <a:lnTo>
                    <a:pt x="192887" y="1046804"/>
                  </a:lnTo>
                  <a:lnTo>
                    <a:pt x="193959" y="1046319"/>
                  </a:lnTo>
                  <a:lnTo>
                    <a:pt x="195030" y="1045833"/>
                  </a:lnTo>
                  <a:lnTo>
                    <a:pt x="196102" y="1045347"/>
                  </a:lnTo>
                  <a:lnTo>
                    <a:pt x="197174" y="1044859"/>
                  </a:lnTo>
                  <a:lnTo>
                    <a:pt x="198245" y="1044371"/>
                  </a:lnTo>
                  <a:lnTo>
                    <a:pt x="199317" y="1043882"/>
                  </a:lnTo>
                  <a:lnTo>
                    <a:pt x="200388" y="1043393"/>
                  </a:lnTo>
                  <a:lnTo>
                    <a:pt x="201460" y="1042902"/>
                  </a:lnTo>
                  <a:lnTo>
                    <a:pt x="202532" y="1042411"/>
                  </a:lnTo>
                  <a:lnTo>
                    <a:pt x="203603" y="1041920"/>
                  </a:lnTo>
                  <a:lnTo>
                    <a:pt x="204675" y="1041427"/>
                  </a:lnTo>
                  <a:lnTo>
                    <a:pt x="205746" y="1040934"/>
                  </a:lnTo>
                  <a:lnTo>
                    <a:pt x="206818" y="1040440"/>
                  </a:lnTo>
                  <a:lnTo>
                    <a:pt x="207890" y="1039946"/>
                  </a:lnTo>
                  <a:lnTo>
                    <a:pt x="208961" y="1039450"/>
                  </a:lnTo>
                  <a:lnTo>
                    <a:pt x="210033" y="1038954"/>
                  </a:lnTo>
                  <a:lnTo>
                    <a:pt x="211104" y="1038457"/>
                  </a:lnTo>
                  <a:lnTo>
                    <a:pt x="212176" y="1037960"/>
                  </a:lnTo>
                  <a:lnTo>
                    <a:pt x="213248" y="1037461"/>
                  </a:lnTo>
                  <a:lnTo>
                    <a:pt x="214319" y="1036962"/>
                  </a:lnTo>
                  <a:lnTo>
                    <a:pt x="215391" y="1036463"/>
                  </a:lnTo>
                  <a:lnTo>
                    <a:pt x="216462" y="1035962"/>
                  </a:lnTo>
                  <a:lnTo>
                    <a:pt x="217534" y="1035461"/>
                  </a:lnTo>
                  <a:lnTo>
                    <a:pt x="218606" y="1034959"/>
                  </a:lnTo>
                  <a:lnTo>
                    <a:pt x="219677" y="1034456"/>
                  </a:lnTo>
                  <a:lnTo>
                    <a:pt x="220749" y="1033953"/>
                  </a:lnTo>
                  <a:lnTo>
                    <a:pt x="221820" y="1033448"/>
                  </a:lnTo>
                  <a:lnTo>
                    <a:pt x="222892" y="1032943"/>
                  </a:lnTo>
                  <a:lnTo>
                    <a:pt x="223964" y="1032438"/>
                  </a:lnTo>
                  <a:lnTo>
                    <a:pt x="225035" y="1031931"/>
                  </a:lnTo>
                  <a:lnTo>
                    <a:pt x="226107" y="1031424"/>
                  </a:lnTo>
                  <a:lnTo>
                    <a:pt x="227178" y="1030916"/>
                  </a:lnTo>
                  <a:lnTo>
                    <a:pt x="228250" y="1030407"/>
                  </a:lnTo>
                  <a:lnTo>
                    <a:pt x="229322" y="1029898"/>
                  </a:lnTo>
                  <a:lnTo>
                    <a:pt x="230393" y="1029388"/>
                  </a:lnTo>
                  <a:lnTo>
                    <a:pt x="231465" y="1028877"/>
                  </a:lnTo>
                  <a:lnTo>
                    <a:pt x="232536" y="1028365"/>
                  </a:lnTo>
                  <a:lnTo>
                    <a:pt x="233608" y="1027852"/>
                  </a:lnTo>
                  <a:lnTo>
                    <a:pt x="234680" y="1027339"/>
                  </a:lnTo>
                  <a:lnTo>
                    <a:pt x="235751" y="1026825"/>
                  </a:lnTo>
                  <a:lnTo>
                    <a:pt x="236823" y="1026310"/>
                  </a:lnTo>
                  <a:lnTo>
                    <a:pt x="237894" y="1025795"/>
                  </a:lnTo>
                  <a:lnTo>
                    <a:pt x="238966" y="1025278"/>
                  </a:lnTo>
                  <a:lnTo>
                    <a:pt x="240038" y="1024761"/>
                  </a:lnTo>
                  <a:lnTo>
                    <a:pt x="241109" y="1024243"/>
                  </a:lnTo>
                  <a:lnTo>
                    <a:pt x="242181" y="1023725"/>
                  </a:lnTo>
                  <a:lnTo>
                    <a:pt x="243252" y="1023205"/>
                  </a:lnTo>
                  <a:lnTo>
                    <a:pt x="244324" y="1022685"/>
                  </a:lnTo>
                  <a:lnTo>
                    <a:pt x="245396" y="1022164"/>
                  </a:lnTo>
                  <a:lnTo>
                    <a:pt x="246467" y="1021643"/>
                  </a:lnTo>
                  <a:lnTo>
                    <a:pt x="247539" y="1021120"/>
                  </a:lnTo>
                  <a:lnTo>
                    <a:pt x="248610" y="1020597"/>
                  </a:lnTo>
                  <a:lnTo>
                    <a:pt x="249682" y="1020073"/>
                  </a:lnTo>
                  <a:lnTo>
                    <a:pt x="250754" y="1019548"/>
                  </a:lnTo>
                  <a:lnTo>
                    <a:pt x="251825" y="1019023"/>
                  </a:lnTo>
                  <a:lnTo>
                    <a:pt x="252897" y="1018496"/>
                  </a:lnTo>
                  <a:lnTo>
                    <a:pt x="253968" y="1017969"/>
                  </a:lnTo>
                  <a:lnTo>
                    <a:pt x="255040" y="1017441"/>
                  </a:lnTo>
                  <a:lnTo>
                    <a:pt x="256112" y="1016913"/>
                  </a:lnTo>
                  <a:lnTo>
                    <a:pt x="257183" y="1016383"/>
                  </a:lnTo>
                  <a:lnTo>
                    <a:pt x="258255" y="1015853"/>
                  </a:lnTo>
                  <a:lnTo>
                    <a:pt x="259326" y="1015322"/>
                  </a:lnTo>
                  <a:lnTo>
                    <a:pt x="260398" y="1014790"/>
                  </a:lnTo>
                  <a:lnTo>
                    <a:pt x="261470" y="1014257"/>
                  </a:lnTo>
                  <a:lnTo>
                    <a:pt x="262541" y="1013724"/>
                  </a:lnTo>
                  <a:lnTo>
                    <a:pt x="263613" y="1013190"/>
                  </a:lnTo>
                  <a:lnTo>
                    <a:pt x="264684" y="1012655"/>
                  </a:lnTo>
                  <a:lnTo>
                    <a:pt x="265756" y="1012119"/>
                  </a:lnTo>
                  <a:lnTo>
                    <a:pt x="266828" y="1011583"/>
                  </a:lnTo>
                  <a:lnTo>
                    <a:pt x="267899" y="1011045"/>
                  </a:lnTo>
                  <a:lnTo>
                    <a:pt x="268971" y="1010507"/>
                  </a:lnTo>
                  <a:lnTo>
                    <a:pt x="270042" y="1009968"/>
                  </a:lnTo>
                  <a:lnTo>
                    <a:pt x="271114" y="1009428"/>
                  </a:lnTo>
                  <a:lnTo>
                    <a:pt x="272186" y="1008888"/>
                  </a:lnTo>
                  <a:lnTo>
                    <a:pt x="273257" y="1008346"/>
                  </a:lnTo>
                  <a:lnTo>
                    <a:pt x="274329" y="1007804"/>
                  </a:lnTo>
                  <a:lnTo>
                    <a:pt x="275400" y="1007261"/>
                  </a:lnTo>
                  <a:lnTo>
                    <a:pt x="276472" y="1006718"/>
                  </a:lnTo>
                  <a:lnTo>
                    <a:pt x="277544" y="1006173"/>
                  </a:lnTo>
                  <a:lnTo>
                    <a:pt x="278615" y="1005628"/>
                  </a:lnTo>
                  <a:lnTo>
                    <a:pt x="279687" y="1005082"/>
                  </a:lnTo>
                  <a:lnTo>
                    <a:pt x="280758" y="1004535"/>
                  </a:lnTo>
                  <a:lnTo>
                    <a:pt x="281830" y="1003987"/>
                  </a:lnTo>
                  <a:lnTo>
                    <a:pt x="282902" y="1003438"/>
                  </a:lnTo>
                  <a:lnTo>
                    <a:pt x="283973" y="1002889"/>
                  </a:lnTo>
                  <a:lnTo>
                    <a:pt x="285045" y="1002339"/>
                  </a:lnTo>
                  <a:lnTo>
                    <a:pt x="286116" y="1001788"/>
                  </a:lnTo>
                  <a:lnTo>
                    <a:pt x="287188" y="1001236"/>
                  </a:lnTo>
                  <a:lnTo>
                    <a:pt x="288260" y="1000683"/>
                  </a:lnTo>
                  <a:lnTo>
                    <a:pt x="289331" y="1000130"/>
                  </a:lnTo>
                  <a:lnTo>
                    <a:pt x="290403" y="999575"/>
                  </a:lnTo>
                  <a:lnTo>
                    <a:pt x="291474" y="999020"/>
                  </a:lnTo>
                  <a:lnTo>
                    <a:pt x="292546" y="998464"/>
                  </a:lnTo>
                  <a:lnTo>
                    <a:pt x="293618" y="997908"/>
                  </a:lnTo>
                  <a:lnTo>
                    <a:pt x="294689" y="997350"/>
                  </a:lnTo>
                  <a:lnTo>
                    <a:pt x="295761" y="996792"/>
                  </a:lnTo>
                  <a:lnTo>
                    <a:pt x="296832" y="996233"/>
                  </a:lnTo>
                  <a:lnTo>
                    <a:pt x="297904" y="995673"/>
                  </a:lnTo>
                  <a:lnTo>
                    <a:pt x="298976" y="995112"/>
                  </a:lnTo>
                  <a:lnTo>
                    <a:pt x="300047" y="994550"/>
                  </a:lnTo>
                  <a:lnTo>
                    <a:pt x="301119" y="993988"/>
                  </a:lnTo>
                  <a:lnTo>
                    <a:pt x="302190" y="993425"/>
                  </a:lnTo>
                  <a:lnTo>
                    <a:pt x="303262" y="992861"/>
                  </a:lnTo>
                  <a:lnTo>
                    <a:pt x="304334" y="992296"/>
                  </a:lnTo>
                  <a:lnTo>
                    <a:pt x="305405" y="991730"/>
                  </a:lnTo>
                  <a:lnTo>
                    <a:pt x="306477" y="991164"/>
                  </a:lnTo>
                  <a:lnTo>
                    <a:pt x="307548" y="990596"/>
                  </a:lnTo>
                  <a:lnTo>
                    <a:pt x="308620" y="990028"/>
                  </a:lnTo>
                  <a:lnTo>
                    <a:pt x="309692" y="989459"/>
                  </a:lnTo>
                  <a:lnTo>
                    <a:pt x="310763" y="988890"/>
                  </a:lnTo>
                  <a:lnTo>
                    <a:pt x="311835" y="988319"/>
                  </a:lnTo>
                  <a:lnTo>
                    <a:pt x="312906" y="987748"/>
                  </a:lnTo>
                  <a:lnTo>
                    <a:pt x="313978" y="987176"/>
                  </a:lnTo>
                  <a:lnTo>
                    <a:pt x="315050" y="986603"/>
                  </a:lnTo>
                  <a:lnTo>
                    <a:pt x="316121" y="986029"/>
                  </a:lnTo>
                  <a:lnTo>
                    <a:pt x="317193" y="985454"/>
                  </a:lnTo>
                  <a:lnTo>
                    <a:pt x="318264" y="984879"/>
                  </a:lnTo>
                  <a:lnTo>
                    <a:pt x="319336" y="984303"/>
                  </a:lnTo>
                  <a:lnTo>
                    <a:pt x="320408" y="983726"/>
                  </a:lnTo>
                  <a:lnTo>
                    <a:pt x="321479" y="983148"/>
                  </a:lnTo>
                  <a:lnTo>
                    <a:pt x="322551" y="982570"/>
                  </a:lnTo>
                  <a:lnTo>
                    <a:pt x="323622" y="981990"/>
                  </a:lnTo>
                  <a:lnTo>
                    <a:pt x="324694" y="981410"/>
                  </a:lnTo>
                  <a:lnTo>
                    <a:pt x="325766" y="980829"/>
                  </a:lnTo>
                  <a:lnTo>
                    <a:pt x="326837" y="980247"/>
                  </a:lnTo>
                  <a:lnTo>
                    <a:pt x="327909" y="979664"/>
                  </a:lnTo>
                  <a:lnTo>
                    <a:pt x="328980" y="979081"/>
                  </a:lnTo>
                  <a:lnTo>
                    <a:pt x="330052" y="978497"/>
                  </a:lnTo>
                  <a:lnTo>
                    <a:pt x="331124" y="977911"/>
                  </a:lnTo>
                  <a:lnTo>
                    <a:pt x="332195" y="977326"/>
                  </a:lnTo>
                  <a:lnTo>
                    <a:pt x="333267" y="976739"/>
                  </a:lnTo>
                  <a:lnTo>
                    <a:pt x="334338" y="976151"/>
                  </a:lnTo>
                  <a:lnTo>
                    <a:pt x="335410" y="975563"/>
                  </a:lnTo>
                  <a:lnTo>
                    <a:pt x="336482" y="974974"/>
                  </a:lnTo>
                  <a:lnTo>
                    <a:pt x="337553" y="974384"/>
                  </a:lnTo>
                  <a:lnTo>
                    <a:pt x="338625" y="973793"/>
                  </a:lnTo>
                  <a:lnTo>
                    <a:pt x="339696" y="973202"/>
                  </a:lnTo>
                  <a:lnTo>
                    <a:pt x="340768" y="972609"/>
                  </a:lnTo>
                  <a:lnTo>
                    <a:pt x="341840" y="972016"/>
                  </a:lnTo>
                  <a:lnTo>
                    <a:pt x="342911" y="971422"/>
                  </a:lnTo>
                  <a:lnTo>
                    <a:pt x="343983" y="970827"/>
                  </a:lnTo>
                  <a:lnTo>
                    <a:pt x="345054" y="970232"/>
                  </a:lnTo>
                  <a:lnTo>
                    <a:pt x="346126" y="969635"/>
                  </a:lnTo>
                  <a:lnTo>
                    <a:pt x="347198" y="969038"/>
                  </a:lnTo>
                  <a:lnTo>
                    <a:pt x="348269" y="968440"/>
                  </a:lnTo>
                  <a:lnTo>
                    <a:pt x="349341" y="967841"/>
                  </a:lnTo>
                  <a:lnTo>
                    <a:pt x="350412" y="967242"/>
                  </a:lnTo>
                  <a:lnTo>
                    <a:pt x="351484" y="966641"/>
                  </a:lnTo>
                  <a:lnTo>
                    <a:pt x="352556" y="966040"/>
                  </a:lnTo>
                  <a:lnTo>
                    <a:pt x="353627" y="965438"/>
                  </a:lnTo>
                  <a:lnTo>
                    <a:pt x="354699" y="964835"/>
                  </a:lnTo>
                  <a:lnTo>
                    <a:pt x="355770" y="964232"/>
                  </a:lnTo>
                  <a:lnTo>
                    <a:pt x="356842" y="963627"/>
                  </a:lnTo>
                  <a:lnTo>
                    <a:pt x="357913" y="963022"/>
                  </a:lnTo>
                  <a:lnTo>
                    <a:pt x="358985" y="962416"/>
                  </a:lnTo>
                  <a:lnTo>
                    <a:pt x="360057" y="961809"/>
                  </a:lnTo>
                  <a:lnTo>
                    <a:pt x="361128" y="961202"/>
                  </a:lnTo>
                  <a:lnTo>
                    <a:pt x="362200" y="960593"/>
                  </a:lnTo>
                  <a:lnTo>
                    <a:pt x="363271" y="959984"/>
                  </a:lnTo>
                  <a:lnTo>
                    <a:pt x="364343" y="959374"/>
                  </a:lnTo>
                  <a:lnTo>
                    <a:pt x="365415" y="958763"/>
                  </a:lnTo>
                  <a:lnTo>
                    <a:pt x="366486" y="958151"/>
                  </a:lnTo>
                  <a:lnTo>
                    <a:pt x="367558" y="957539"/>
                  </a:lnTo>
                  <a:lnTo>
                    <a:pt x="368629" y="956926"/>
                  </a:lnTo>
                  <a:lnTo>
                    <a:pt x="369701" y="956312"/>
                  </a:lnTo>
                  <a:lnTo>
                    <a:pt x="370773" y="955697"/>
                  </a:lnTo>
                  <a:lnTo>
                    <a:pt x="371844" y="955081"/>
                  </a:lnTo>
                  <a:lnTo>
                    <a:pt x="372916" y="954465"/>
                  </a:lnTo>
                  <a:lnTo>
                    <a:pt x="373987" y="953848"/>
                  </a:lnTo>
                  <a:lnTo>
                    <a:pt x="375059" y="953229"/>
                  </a:lnTo>
                  <a:lnTo>
                    <a:pt x="376131" y="952611"/>
                  </a:lnTo>
                  <a:lnTo>
                    <a:pt x="377202" y="951991"/>
                  </a:lnTo>
                  <a:lnTo>
                    <a:pt x="378274" y="951371"/>
                  </a:lnTo>
                  <a:lnTo>
                    <a:pt x="379345" y="950749"/>
                  </a:lnTo>
                  <a:lnTo>
                    <a:pt x="380417" y="950127"/>
                  </a:lnTo>
                  <a:lnTo>
                    <a:pt x="381489" y="949505"/>
                  </a:lnTo>
                  <a:lnTo>
                    <a:pt x="382560" y="948881"/>
                  </a:lnTo>
                  <a:lnTo>
                    <a:pt x="383632" y="948257"/>
                  </a:lnTo>
                  <a:lnTo>
                    <a:pt x="384703" y="947632"/>
                  </a:lnTo>
                  <a:lnTo>
                    <a:pt x="385775" y="947006"/>
                  </a:lnTo>
                  <a:lnTo>
                    <a:pt x="386847" y="946379"/>
                  </a:lnTo>
                  <a:lnTo>
                    <a:pt x="387918" y="945751"/>
                  </a:lnTo>
                  <a:lnTo>
                    <a:pt x="388990" y="945123"/>
                  </a:lnTo>
                  <a:lnTo>
                    <a:pt x="390061" y="944494"/>
                  </a:lnTo>
                  <a:lnTo>
                    <a:pt x="391133" y="943864"/>
                  </a:lnTo>
                  <a:lnTo>
                    <a:pt x="392205" y="943233"/>
                  </a:lnTo>
                  <a:lnTo>
                    <a:pt x="393276" y="942602"/>
                  </a:lnTo>
                  <a:lnTo>
                    <a:pt x="394348" y="941970"/>
                  </a:lnTo>
                  <a:lnTo>
                    <a:pt x="395419" y="941337"/>
                  </a:lnTo>
                  <a:lnTo>
                    <a:pt x="396491" y="940703"/>
                  </a:lnTo>
                  <a:lnTo>
                    <a:pt x="397563" y="940068"/>
                  </a:lnTo>
                  <a:lnTo>
                    <a:pt x="398634" y="939433"/>
                  </a:lnTo>
                  <a:lnTo>
                    <a:pt x="399706" y="938797"/>
                  </a:lnTo>
                  <a:lnTo>
                    <a:pt x="400777" y="938160"/>
                  </a:lnTo>
                  <a:lnTo>
                    <a:pt x="401849" y="937522"/>
                  </a:lnTo>
                  <a:lnTo>
                    <a:pt x="402921" y="936883"/>
                  </a:lnTo>
                  <a:lnTo>
                    <a:pt x="403992" y="936244"/>
                  </a:lnTo>
                  <a:lnTo>
                    <a:pt x="405064" y="935604"/>
                  </a:lnTo>
                  <a:lnTo>
                    <a:pt x="406135" y="934963"/>
                  </a:lnTo>
                  <a:lnTo>
                    <a:pt x="407207" y="934321"/>
                  </a:lnTo>
                  <a:lnTo>
                    <a:pt x="408279" y="933679"/>
                  </a:lnTo>
                  <a:lnTo>
                    <a:pt x="409350" y="933036"/>
                  </a:lnTo>
                  <a:lnTo>
                    <a:pt x="410422" y="932392"/>
                  </a:lnTo>
                  <a:lnTo>
                    <a:pt x="411493" y="931747"/>
                  </a:lnTo>
                  <a:lnTo>
                    <a:pt x="412565" y="931101"/>
                  </a:lnTo>
                  <a:lnTo>
                    <a:pt x="413637" y="930455"/>
                  </a:lnTo>
                  <a:lnTo>
                    <a:pt x="414708" y="929808"/>
                  </a:lnTo>
                  <a:lnTo>
                    <a:pt x="415780" y="929160"/>
                  </a:lnTo>
                  <a:lnTo>
                    <a:pt x="416851" y="928511"/>
                  </a:lnTo>
                  <a:lnTo>
                    <a:pt x="417923" y="927862"/>
                  </a:lnTo>
                  <a:lnTo>
                    <a:pt x="418995" y="927212"/>
                  </a:lnTo>
                  <a:lnTo>
                    <a:pt x="420066" y="926561"/>
                  </a:lnTo>
                  <a:lnTo>
                    <a:pt x="421138" y="925909"/>
                  </a:lnTo>
                  <a:lnTo>
                    <a:pt x="422209" y="925257"/>
                  </a:lnTo>
                  <a:lnTo>
                    <a:pt x="423281" y="924603"/>
                  </a:lnTo>
                  <a:lnTo>
                    <a:pt x="424353" y="923949"/>
                  </a:lnTo>
                  <a:lnTo>
                    <a:pt x="425424" y="923295"/>
                  </a:lnTo>
                  <a:lnTo>
                    <a:pt x="426496" y="922639"/>
                  </a:lnTo>
                  <a:lnTo>
                    <a:pt x="427567" y="921983"/>
                  </a:lnTo>
                  <a:lnTo>
                    <a:pt x="428639" y="921326"/>
                  </a:lnTo>
                  <a:lnTo>
                    <a:pt x="429711" y="920668"/>
                  </a:lnTo>
                  <a:lnTo>
                    <a:pt x="430782" y="920009"/>
                  </a:lnTo>
                  <a:lnTo>
                    <a:pt x="431854" y="919350"/>
                  </a:lnTo>
                  <a:lnTo>
                    <a:pt x="432925" y="918690"/>
                  </a:lnTo>
                  <a:lnTo>
                    <a:pt x="433997" y="918029"/>
                  </a:lnTo>
                  <a:lnTo>
                    <a:pt x="435069" y="917367"/>
                  </a:lnTo>
                  <a:lnTo>
                    <a:pt x="436140" y="916705"/>
                  </a:lnTo>
                  <a:lnTo>
                    <a:pt x="437212" y="916041"/>
                  </a:lnTo>
                  <a:lnTo>
                    <a:pt x="438283" y="915378"/>
                  </a:lnTo>
                  <a:lnTo>
                    <a:pt x="439355" y="914713"/>
                  </a:lnTo>
                  <a:lnTo>
                    <a:pt x="440427" y="914047"/>
                  </a:lnTo>
                  <a:lnTo>
                    <a:pt x="441498" y="913381"/>
                  </a:lnTo>
                  <a:lnTo>
                    <a:pt x="442570" y="912714"/>
                  </a:lnTo>
                  <a:lnTo>
                    <a:pt x="443641" y="912047"/>
                  </a:lnTo>
                  <a:lnTo>
                    <a:pt x="444713" y="911378"/>
                  </a:lnTo>
                  <a:lnTo>
                    <a:pt x="445785" y="910709"/>
                  </a:lnTo>
                  <a:lnTo>
                    <a:pt x="446856" y="910039"/>
                  </a:lnTo>
                  <a:lnTo>
                    <a:pt x="447928" y="909368"/>
                  </a:lnTo>
                  <a:lnTo>
                    <a:pt x="448999" y="908697"/>
                  </a:lnTo>
                  <a:lnTo>
                    <a:pt x="450071" y="908025"/>
                  </a:lnTo>
                  <a:lnTo>
                    <a:pt x="451143" y="907352"/>
                  </a:lnTo>
                  <a:lnTo>
                    <a:pt x="452214" y="906678"/>
                  </a:lnTo>
                  <a:lnTo>
                    <a:pt x="453286" y="906003"/>
                  </a:lnTo>
                  <a:lnTo>
                    <a:pt x="454357" y="905328"/>
                  </a:lnTo>
                  <a:lnTo>
                    <a:pt x="455429" y="904652"/>
                  </a:lnTo>
                  <a:lnTo>
                    <a:pt x="456501" y="903976"/>
                  </a:lnTo>
                  <a:lnTo>
                    <a:pt x="457572" y="903298"/>
                  </a:lnTo>
                  <a:lnTo>
                    <a:pt x="458644" y="902620"/>
                  </a:lnTo>
                  <a:lnTo>
                    <a:pt x="459715" y="901941"/>
                  </a:lnTo>
                  <a:lnTo>
                    <a:pt x="460787" y="901262"/>
                  </a:lnTo>
                  <a:lnTo>
                    <a:pt x="461859" y="900581"/>
                  </a:lnTo>
                  <a:lnTo>
                    <a:pt x="462930" y="899900"/>
                  </a:lnTo>
                  <a:lnTo>
                    <a:pt x="464002" y="899219"/>
                  </a:lnTo>
                  <a:lnTo>
                    <a:pt x="465073" y="898536"/>
                  </a:lnTo>
                  <a:lnTo>
                    <a:pt x="466145" y="897853"/>
                  </a:lnTo>
                  <a:lnTo>
                    <a:pt x="467217" y="897169"/>
                  </a:lnTo>
                  <a:lnTo>
                    <a:pt x="468288" y="896484"/>
                  </a:lnTo>
                  <a:lnTo>
                    <a:pt x="469360" y="895799"/>
                  </a:lnTo>
                  <a:lnTo>
                    <a:pt x="470431" y="895112"/>
                  </a:lnTo>
                  <a:lnTo>
                    <a:pt x="471503" y="894425"/>
                  </a:lnTo>
                  <a:lnTo>
                    <a:pt x="472575" y="893738"/>
                  </a:lnTo>
                  <a:lnTo>
                    <a:pt x="473646" y="893050"/>
                  </a:lnTo>
                  <a:lnTo>
                    <a:pt x="474718" y="892360"/>
                  </a:lnTo>
                  <a:lnTo>
                    <a:pt x="475789" y="891671"/>
                  </a:lnTo>
                  <a:lnTo>
                    <a:pt x="476861" y="890980"/>
                  </a:lnTo>
                  <a:lnTo>
                    <a:pt x="477933" y="890289"/>
                  </a:lnTo>
                  <a:lnTo>
                    <a:pt x="479004" y="889597"/>
                  </a:lnTo>
                  <a:lnTo>
                    <a:pt x="480076" y="888904"/>
                  </a:lnTo>
                  <a:lnTo>
                    <a:pt x="481147" y="888211"/>
                  </a:lnTo>
                  <a:lnTo>
                    <a:pt x="482219" y="887517"/>
                  </a:lnTo>
                  <a:lnTo>
                    <a:pt x="483291" y="886822"/>
                  </a:lnTo>
                  <a:lnTo>
                    <a:pt x="484362" y="886127"/>
                  </a:lnTo>
                  <a:lnTo>
                    <a:pt x="485434" y="885430"/>
                  </a:lnTo>
                  <a:lnTo>
                    <a:pt x="486505" y="884733"/>
                  </a:lnTo>
                  <a:lnTo>
                    <a:pt x="487577" y="884036"/>
                  </a:lnTo>
                  <a:lnTo>
                    <a:pt x="488649" y="883338"/>
                  </a:lnTo>
                  <a:lnTo>
                    <a:pt x="489720" y="882638"/>
                  </a:lnTo>
                  <a:lnTo>
                    <a:pt x="490792" y="881939"/>
                  </a:lnTo>
                  <a:lnTo>
                    <a:pt x="491863" y="881238"/>
                  </a:lnTo>
                  <a:lnTo>
                    <a:pt x="492935" y="880537"/>
                  </a:lnTo>
                  <a:lnTo>
                    <a:pt x="494007" y="879835"/>
                  </a:lnTo>
                  <a:lnTo>
                    <a:pt x="495078" y="879133"/>
                  </a:lnTo>
                  <a:lnTo>
                    <a:pt x="496150" y="878430"/>
                  </a:lnTo>
                  <a:lnTo>
                    <a:pt x="497221" y="877726"/>
                  </a:lnTo>
                  <a:lnTo>
                    <a:pt x="498293" y="877021"/>
                  </a:lnTo>
                  <a:lnTo>
                    <a:pt x="499365" y="876316"/>
                  </a:lnTo>
                  <a:lnTo>
                    <a:pt x="500436" y="875610"/>
                  </a:lnTo>
                  <a:lnTo>
                    <a:pt x="501508" y="874903"/>
                  </a:lnTo>
                  <a:lnTo>
                    <a:pt x="502579" y="874196"/>
                  </a:lnTo>
                  <a:lnTo>
                    <a:pt x="503651" y="873488"/>
                  </a:lnTo>
                  <a:lnTo>
                    <a:pt x="504723" y="872779"/>
                  </a:lnTo>
                  <a:lnTo>
                    <a:pt x="505794" y="872070"/>
                  </a:lnTo>
                  <a:lnTo>
                    <a:pt x="506866" y="871359"/>
                  </a:lnTo>
                  <a:lnTo>
                    <a:pt x="507937" y="870649"/>
                  </a:lnTo>
                  <a:lnTo>
                    <a:pt x="509009" y="869937"/>
                  </a:lnTo>
                  <a:lnTo>
                    <a:pt x="510081" y="869225"/>
                  </a:lnTo>
                  <a:lnTo>
                    <a:pt x="511152" y="868512"/>
                  </a:lnTo>
                  <a:lnTo>
                    <a:pt x="512224" y="867799"/>
                  </a:lnTo>
                  <a:lnTo>
                    <a:pt x="513295" y="867085"/>
                  </a:lnTo>
                  <a:lnTo>
                    <a:pt x="514367" y="866370"/>
                  </a:lnTo>
                  <a:lnTo>
                    <a:pt x="515439" y="865654"/>
                  </a:lnTo>
                  <a:lnTo>
                    <a:pt x="516510" y="864938"/>
                  </a:lnTo>
                  <a:lnTo>
                    <a:pt x="517582" y="864221"/>
                  </a:lnTo>
                  <a:lnTo>
                    <a:pt x="518653" y="863504"/>
                  </a:lnTo>
                  <a:lnTo>
                    <a:pt x="519725" y="862786"/>
                  </a:lnTo>
                  <a:lnTo>
                    <a:pt x="520797" y="862067"/>
                  </a:lnTo>
                  <a:lnTo>
                    <a:pt x="521868" y="861347"/>
                  </a:lnTo>
                  <a:lnTo>
                    <a:pt x="522940" y="860627"/>
                  </a:lnTo>
                  <a:lnTo>
                    <a:pt x="524011" y="859906"/>
                  </a:lnTo>
                  <a:lnTo>
                    <a:pt x="525083" y="859185"/>
                  </a:lnTo>
                  <a:lnTo>
                    <a:pt x="526155" y="858463"/>
                  </a:lnTo>
                  <a:lnTo>
                    <a:pt x="527226" y="857740"/>
                  </a:lnTo>
                  <a:lnTo>
                    <a:pt x="528298" y="857017"/>
                  </a:lnTo>
                  <a:lnTo>
                    <a:pt x="529369" y="856293"/>
                  </a:lnTo>
                  <a:lnTo>
                    <a:pt x="530441" y="855568"/>
                  </a:lnTo>
                  <a:lnTo>
                    <a:pt x="531513" y="854843"/>
                  </a:lnTo>
                  <a:lnTo>
                    <a:pt x="532584" y="854117"/>
                  </a:lnTo>
                  <a:lnTo>
                    <a:pt x="533656" y="853390"/>
                  </a:lnTo>
                  <a:lnTo>
                    <a:pt x="534727" y="852663"/>
                  </a:lnTo>
                  <a:lnTo>
                    <a:pt x="535799" y="851935"/>
                  </a:lnTo>
                  <a:lnTo>
                    <a:pt x="536870" y="851207"/>
                  </a:lnTo>
                  <a:lnTo>
                    <a:pt x="537942" y="850477"/>
                  </a:lnTo>
                  <a:lnTo>
                    <a:pt x="539014" y="849748"/>
                  </a:lnTo>
                  <a:lnTo>
                    <a:pt x="540085" y="849017"/>
                  </a:lnTo>
                  <a:lnTo>
                    <a:pt x="541157" y="848286"/>
                  </a:lnTo>
                  <a:lnTo>
                    <a:pt x="542228" y="847554"/>
                  </a:lnTo>
                  <a:lnTo>
                    <a:pt x="543300" y="846822"/>
                  </a:lnTo>
                  <a:lnTo>
                    <a:pt x="544372" y="846089"/>
                  </a:lnTo>
                  <a:lnTo>
                    <a:pt x="545443" y="845356"/>
                  </a:lnTo>
                  <a:lnTo>
                    <a:pt x="546515" y="844622"/>
                  </a:lnTo>
                  <a:lnTo>
                    <a:pt x="547586" y="843887"/>
                  </a:lnTo>
                  <a:lnTo>
                    <a:pt x="548658" y="843151"/>
                  </a:lnTo>
                  <a:lnTo>
                    <a:pt x="549730" y="842415"/>
                  </a:lnTo>
                  <a:lnTo>
                    <a:pt x="550801" y="841679"/>
                  </a:lnTo>
                  <a:lnTo>
                    <a:pt x="551873" y="840942"/>
                  </a:lnTo>
                  <a:lnTo>
                    <a:pt x="552944" y="840204"/>
                  </a:lnTo>
                  <a:lnTo>
                    <a:pt x="554016" y="839465"/>
                  </a:lnTo>
                  <a:lnTo>
                    <a:pt x="555088" y="838726"/>
                  </a:lnTo>
                  <a:lnTo>
                    <a:pt x="556159" y="837987"/>
                  </a:lnTo>
                  <a:lnTo>
                    <a:pt x="557231" y="837246"/>
                  </a:lnTo>
                  <a:lnTo>
                    <a:pt x="558302" y="836506"/>
                  </a:lnTo>
                  <a:lnTo>
                    <a:pt x="559374" y="835764"/>
                  </a:lnTo>
                  <a:lnTo>
                    <a:pt x="560446" y="835022"/>
                  </a:lnTo>
                  <a:lnTo>
                    <a:pt x="561517" y="834280"/>
                  </a:lnTo>
                  <a:lnTo>
                    <a:pt x="562589" y="833536"/>
                  </a:lnTo>
                  <a:lnTo>
                    <a:pt x="563660" y="832793"/>
                  </a:lnTo>
                  <a:lnTo>
                    <a:pt x="564732" y="832048"/>
                  </a:lnTo>
                  <a:lnTo>
                    <a:pt x="565804" y="831303"/>
                  </a:lnTo>
                  <a:lnTo>
                    <a:pt x="566875" y="830558"/>
                  </a:lnTo>
                  <a:lnTo>
                    <a:pt x="567947" y="829812"/>
                  </a:lnTo>
                  <a:lnTo>
                    <a:pt x="569018" y="829065"/>
                  </a:lnTo>
                  <a:lnTo>
                    <a:pt x="570090" y="828318"/>
                  </a:lnTo>
                  <a:lnTo>
                    <a:pt x="571162" y="827570"/>
                  </a:lnTo>
                  <a:lnTo>
                    <a:pt x="572233" y="826821"/>
                  </a:lnTo>
                  <a:lnTo>
                    <a:pt x="573305" y="826072"/>
                  </a:lnTo>
                  <a:lnTo>
                    <a:pt x="574376" y="825323"/>
                  </a:lnTo>
                  <a:lnTo>
                    <a:pt x="575448" y="824573"/>
                  </a:lnTo>
                  <a:lnTo>
                    <a:pt x="576520" y="823822"/>
                  </a:lnTo>
                  <a:lnTo>
                    <a:pt x="577591" y="823071"/>
                  </a:lnTo>
                  <a:lnTo>
                    <a:pt x="578663" y="822319"/>
                  </a:lnTo>
                  <a:lnTo>
                    <a:pt x="579734" y="821567"/>
                  </a:lnTo>
                  <a:lnTo>
                    <a:pt x="580806" y="820814"/>
                  </a:lnTo>
                  <a:lnTo>
                    <a:pt x="581878" y="820060"/>
                  </a:lnTo>
                  <a:lnTo>
                    <a:pt x="582949" y="819306"/>
                  </a:lnTo>
                  <a:lnTo>
                    <a:pt x="584021" y="818552"/>
                  </a:lnTo>
                  <a:lnTo>
                    <a:pt x="585092" y="817797"/>
                  </a:lnTo>
                  <a:lnTo>
                    <a:pt x="586164" y="817041"/>
                  </a:lnTo>
                  <a:lnTo>
                    <a:pt x="587236" y="816285"/>
                  </a:lnTo>
                  <a:lnTo>
                    <a:pt x="588307" y="815528"/>
                  </a:lnTo>
                  <a:lnTo>
                    <a:pt x="589379" y="814771"/>
                  </a:lnTo>
                  <a:lnTo>
                    <a:pt x="590450" y="814013"/>
                  </a:lnTo>
                  <a:lnTo>
                    <a:pt x="591522" y="813255"/>
                  </a:lnTo>
                  <a:lnTo>
                    <a:pt x="592594" y="812496"/>
                  </a:lnTo>
                  <a:lnTo>
                    <a:pt x="593665" y="811736"/>
                  </a:lnTo>
                  <a:lnTo>
                    <a:pt x="594737" y="810977"/>
                  </a:lnTo>
                  <a:lnTo>
                    <a:pt x="595808" y="810216"/>
                  </a:lnTo>
                  <a:lnTo>
                    <a:pt x="596880" y="809455"/>
                  </a:lnTo>
                  <a:lnTo>
                    <a:pt x="597952" y="808694"/>
                  </a:lnTo>
                  <a:lnTo>
                    <a:pt x="599023" y="807932"/>
                  </a:lnTo>
                  <a:lnTo>
                    <a:pt x="600095" y="807169"/>
                  </a:lnTo>
                  <a:lnTo>
                    <a:pt x="601166" y="806406"/>
                  </a:lnTo>
                  <a:lnTo>
                    <a:pt x="602238" y="805643"/>
                  </a:lnTo>
                  <a:lnTo>
                    <a:pt x="603310" y="804879"/>
                  </a:lnTo>
                  <a:lnTo>
                    <a:pt x="604381" y="804114"/>
                  </a:lnTo>
                  <a:lnTo>
                    <a:pt x="605453" y="803349"/>
                  </a:lnTo>
                  <a:lnTo>
                    <a:pt x="606524" y="802584"/>
                  </a:lnTo>
                  <a:lnTo>
                    <a:pt x="607596" y="801818"/>
                  </a:lnTo>
                  <a:lnTo>
                    <a:pt x="608668" y="801051"/>
                  </a:lnTo>
                  <a:lnTo>
                    <a:pt x="609739" y="800284"/>
                  </a:lnTo>
                  <a:lnTo>
                    <a:pt x="610811" y="799517"/>
                  </a:lnTo>
                  <a:lnTo>
                    <a:pt x="611882" y="798749"/>
                  </a:lnTo>
                  <a:lnTo>
                    <a:pt x="612954" y="797981"/>
                  </a:lnTo>
                  <a:lnTo>
                    <a:pt x="614026" y="797212"/>
                  </a:lnTo>
                  <a:lnTo>
                    <a:pt x="615097" y="796442"/>
                  </a:lnTo>
                  <a:lnTo>
                    <a:pt x="616169" y="795672"/>
                  </a:lnTo>
                  <a:lnTo>
                    <a:pt x="617240" y="794902"/>
                  </a:lnTo>
                  <a:lnTo>
                    <a:pt x="618312" y="794131"/>
                  </a:lnTo>
                  <a:lnTo>
                    <a:pt x="619384" y="793360"/>
                  </a:lnTo>
                  <a:lnTo>
                    <a:pt x="620455" y="792588"/>
                  </a:lnTo>
                  <a:lnTo>
                    <a:pt x="621527" y="791816"/>
                  </a:lnTo>
                  <a:lnTo>
                    <a:pt x="622598" y="791044"/>
                  </a:lnTo>
                  <a:lnTo>
                    <a:pt x="623670" y="790271"/>
                  </a:lnTo>
                  <a:lnTo>
                    <a:pt x="624742" y="789497"/>
                  </a:lnTo>
                  <a:lnTo>
                    <a:pt x="625813" y="788723"/>
                  </a:lnTo>
                  <a:lnTo>
                    <a:pt x="626885" y="787949"/>
                  </a:lnTo>
                  <a:lnTo>
                    <a:pt x="627956" y="787174"/>
                  </a:lnTo>
                  <a:lnTo>
                    <a:pt x="629028" y="786398"/>
                  </a:lnTo>
                  <a:lnTo>
                    <a:pt x="630100" y="785623"/>
                  </a:lnTo>
                  <a:lnTo>
                    <a:pt x="631171" y="784846"/>
                  </a:lnTo>
                  <a:lnTo>
                    <a:pt x="632243" y="784070"/>
                  </a:lnTo>
                  <a:lnTo>
                    <a:pt x="633314" y="783293"/>
                  </a:lnTo>
                  <a:lnTo>
                    <a:pt x="634386" y="782515"/>
                  </a:lnTo>
                  <a:lnTo>
                    <a:pt x="635458" y="781737"/>
                  </a:lnTo>
                  <a:lnTo>
                    <a:pt x="636529" y="780959"/>
                  </a:lnTo>
                  <a:lnTo>
                    <a:pt x="637601" y="780180"/>
                  </a:lnTo>
                  <a:lnTo>
                    <a:pt x="638672" y="779401"/>
                  </a:lnTo>
                  <a:lnTo>
                    <a:pt x="639744" y="778621"/>
                  </a:lnTo>
                  <a:lnTo>
                    <a:pt x="640816" y="777841"/>
                  </a:lnTo>
                  <a:lnTo>
                    <a:pt x="641887" y="777061"/>
                  </a:lnTo>
                  <a:lnTo>
                    <a:pt x="642959" y="776280"/>
                  </a:lnTo>
                  <a:lnTo>
                    <a:pt x="644030" y="775499"/>
                  </a:lnTo>
                  <a:lnTo>
                    <a:pt x="645102" y="774717"/>
                  </a:lnTo>
                  <a:lnTo>
                    <a:pt x="646174" y="773935"/>
                  </a:lnTo>
                  <a:lnTo>
                    <a:pt x="647245" y="773153"/>
                  </a:lnTo>
                  <a:lnTo>
                    <a:pt x="648317" y="772370"/>
                  </a:lnTo>
                  <a:lnTo>
                    <a:pt x="649388" y="771587"/>
                  </a:lnTo>
                  <a:lnTo>
                    <a:pt x="650460" y="770803"/>
                  </a:lnTo>
                  <a:lnTo>
                    <a:pt x="651532" y="770020"/>
                  </a:lnTo>
                  <a:lnTo>
                    <a:pt x="652603" y="769235"/>
                  </a:lnTo>
                  <a:lnTo>
                    <a:pt x="653675" y="768451"/>
                  </a:lnTo>
                  <a:lnTo>
                    <a:pt x="654746" y="767665"/>
                  </a:lnTo>
                  <a:lnTo>
                    <a:pt x="655818" y="766880"/>
                  </a:lnTo>
                  <a:lnTo>
                    <a:pt x="656890" y="766094"/>
                  </a:lnTo>
                  <a:lnTo>
                    <a:pt x="657961" y="765308"/>
                  </a:lnTo>
                  <a:lnTo>
                    <a:pt x="659033" y="764522"/>
                  </a:lnTo>
                  <a:lnTo>
                    <a:pt x="660104" y="763735"/>
                  </a:lnTo>
                  <a:lnTo>
                    <a:pt x="661176" y="762947"/>
                  </a:lnTo>
                  <a:lnTo>
                    <a:pt x="662248" y="762160"/>
                  </a:lnTo>
                  <a:lnTo>
                    <a:pt x="663319" y="761372"/>
                  </a:lnTo>
                  <a:lnTo>
                    <a:pt x="664391" y="760584"/>
                  </a:lnTo>
                  <a:lnTo>
                    <a:pt x="665462" y="759795"/>
                  </a:lnTo>
                  <a:lnTo>
                    <a:pt x="666534" y="759006"/>
                  </a:lnTo>
                  <a:lnTo>
                    <a:pt x="667606" y="758217"/>
                  </a:lnTo>
                  <a:lnTo>
                    <a:pt x="668677" y="757427"/>
                  </a:lnTo>
                  <a:lnTo>
                    <a:pt x="669749" y="756637"/>
                  </a:lnTo>
                  <a:lnTo>
                    <a:pt x="670820" y="755847"/>
                  </a:lnTo>
                  <a:lnTo>
                    <a:pt x="671892" y="755056"/>
                  </a:lnTo>
                  <a:lnTo>
                    <a:pt x="672964" y="754266"/>
                  </a:lnTo>
                  <a:lnTo>
                    <a:pt x="674035" y="753474"/>
                  </a:lnTo>
                  <a:lnTo>
                    <a:pt x="675107" y="752683"/>
                  </a:lnTo>
                  <a:lnTo>
                    <a:pt x="676178" y="751891"/>
                  </a:lnTo>
                  <a:lnTo>
                    <a:pt x="677250" y="751099"/>
                  </a:lnTo>
                  <a:lnTo>
                    <a:pt x="678322" y="750306"/>
                  </a:lnTo>
                  <a:lnTo>
                    <a:pt x="679393" y="749514"/>
                  </a:lnTo>
                  <a:lnTo>
                    <a:pt x="680465" y="748721"/>
                  </a:lnTo>
                  <a:lnTo>
                    <a:pt x="681536" y="747927"/>
                  </a:lnTo>
                  <a:lnTo>
                    <a:pt x="682608" y="747134"/>
                  </a:lnTo>
                  <a:lnTo>
                    <a:pt x="683680" y="746340"/>
                  </a:lnTo>
                  <a:lnTo>
                    <a:pt x="684751" y="745545"/>
                  </a:lnTo>
                  <a:lnTo>
                    <a:pt x="685823" y="744751"/>
                  </a:lnTo>
                  <a:lnTo>
                    <a:pt x="686894" y="743956"/>
                  </a:lnTo>
                  <a:lnTo>
                    <a:pt x="687966" y="743161"/>
                  </a:lnTo>
                  <a:lnTo>
                    <a:pt x="689038" y="742366"/>
                  </a:lnTo>
                  <a:lnTo>
                    <a:pt x="690109" y="741570"/>
                  </a:lnTo>
                  <a:lnTo>
                    <a:pt x="691181" y="740775"/>
                  </a:lnTo>
                  <a:lnTo>
                    <a:pt x="692252" y="739978"/>
                  </a:lnTo>
                  <a:lnTo>
                    <a:pt x="693324" y="739182"/>
                  </a:lnTo>
                  <a:lnTo>
                    <a:pt x="694396" y="738386"/>
                  </a:lnTo>
                  <a:lnTo>
                    <a:pt x="695467" y="737589"/>
                  </a:lnTo>
                  <a:lnTo>
                    <a:pt x="696539" y="736792"/>
                  </a:lnTo>
                  <a:lnTo>
                    <a:pt x="697610" y="735994"/>
                  </a:lnTo>
                  <a:lnTo>
                    <a:pt x="698682" y="735197"/>
                  </a:lnTo>
                  <a:lnTo>
                    <a:pt x="699754" y="734399"/>
                  </a:lnTo>
                  <a:lnTo>
                    <a:pt x="700825" y="733601"/>
                  </a:lnTo>
                  <a:lnTo>
                    <a:pt x="701897" y="732803"/>
                  </a:lnTo>
                  <a:lnTo>
                    <a:pt x="702968" y="732004"/>
                  </a:lnTo>
                  <a:lnTo>
                    <a:pt x="704040" y="731206"/>
                  </a:lnTo>
                  <a:lnTo>
                    <a:pt x="705112" y="730407"/>
                  </a:lnTo>
                  <a:lnTo>
                    <a:pt x="706183" y="729608"/>
                  </a:lnTo>
                  <a:lnTo>
                    <a:pt x="707255" y="728808"/>
                  </a:lnTo>
                  <a:lnTo>
                    <a:pt x="708326" y="728009"/>
                  </a:lnTo>
                  <a:lnTo>
                    <a:pt x="709398" y="727209"/>
                  </a:lnTo>
                  <a:lnTo>
                    <a:pt x="710469" y="726409"/>
                  </a:lnTo>
                  <a:lnTo>
                    <a:pt x="711541" y="725609"/>
                  </a:lnTo>
                  <a:lnTo>
                    <a:pt x="712613" y="724809"/>
                  </a:lnTo>
                  <a:lnTo>
                    <a:pt x="713684" y="724008"/>
                  </a:lnTo>
                  <a:lnTo>
                    <a:pt x="714756" y="723208"/>
                  </a:lnTo>
                  <a:lnTo>
                    <a:pt x="715827" y="722407"/>
                  </a:lnTo>
                  <a:lnTo>
                    <a:pt x="716899" y="721606"/>
                  </a:lnTo>
                  <a:lnTo>
                    <a:pt x="717971" y="720805"/>
                  </a:lnTo>
                  <a:lnTo>
                    <a:pt x="719042" y="720003"/>
                  </a:lnTo>
                  <a:lnTo>
                    <a:pt x="720114" y="719202"/>
                  </a:lnTo>
                  <a:lnTo>
                    <a:pt x="721185" y="718400"/>
                  </a:lnTo>
                  <a:lnTo>
                    <a:pt x="722257" y="717598"/>
                  </a:lnTo>
                  <a:lnTo>
                    <a:pt x="723329" y="716796"/>
                  </a:lnTo>
                  <a:lnTo>
                    <a:pt x="724400" y="715994"/>
                  </a:lnTo>
                  <a:lnTo>
                    <a:pt x="725472" y="715192"/>
                  </a:lnTo>
                  <a:lnTo>
                    <a:pt x="726543" y="714390"/>
                  </a:lnTo>
                  <a:lnTo>
                    <a:pt x="727615" y="713587"/>
                  </a:lnTo>
                  <a:lnTo>
                    <a:pt x="728687" y="712784"/>
                  </a:lnTo>
                  <a:lnTo>
                    <a:pt x="729758" y="711982"/>
                  </a:lnTo>
                  <a:lnTo>
                    <a:pt x="730830" y="711179"/>
                  </a:lnTo>
                  <a:lnTo>
                    <a:pt x="731901" y="710376"/>
                  </a:lnTo>
                  <a:lnTo>
                    <a:pt x="732973" y="709573"/>
                  </a:lnTo>
                  <a:lnTo>
                    <a:pt x="734045" y="708769"/>
                  </a:lnTo>
                  <a:lnTo>
                    <a:pt x="735116" y="707966"/>
                  </a:lnTo>
                  <a:lnTo>
                    <a:pt x="736188" y="707162"/>
                  </a:lnTo>
                  <a:lnTo>
                    <a:pt x="737259" y="706359"/>
                  </a:lnTo>
                  <a:lnTo>
                    <a:pt x="738331" y="705555"/>
                  </a:lnTo>
                  <a:lnTo>
                    <a:pt x="739403" y="704751"/>
                  </a:lnTo>
                  <a:lnTo>
                    <a:pt x="740474" y="703948"/>
                  </a:lnTo>
                  <a:lnTo>
                    <a:pt x="741546" y="703144"/>
                  </a:lnTo>
                  <a:lnTo>
                    <a:pt x="742617" y="702340"/>
                  </a:lnTo>
                  <a:lnTo>
                    <a:pt x="743689" y="701535"/>
                  </a:lnTo>
                  <a:lnTo>
                    <a:pt x="744761" y="700731"/>
                  </a:lnTo>
                  <a:lnTo>
                    <a:pt x="745832" y="699927"/>
                  </a:lnTo>
                  <a:lnTo>
                    <a:pt x="746904" y="699123"/>
                  </a:lnTo>
                  <a:lnTo>
                    <a:pt x="747975" y="698318"/>
                  </a:lnTo>
                  <a:lnTo>
                    <a:pt x="749047" y="697514"/>
                  </a:lnTo>
                  <a:lnTo>
                    <a:pt x="750119" y="696709"/>
                  </a:lnTo>
                  <a:lnTo>
                    <a:pt x="751190" y="695905"/>
                  </a:lnTo>
                  <a:lnTo>
                    <a:pt x="752262" y="695100"/>
                  </a:lnTo>
                  <a:lnTo>
                    <a:pt x="753333" y="694296"/>
                  </a:lnTo>
                  <a:lnTo>
                    <a:pt x="754405" y="693491"/>
                  </a:lnTo>
                  <a:lnTo>
                    <a:pt x="755477" y="692686"/>
                  </a:lnTo>
                  <a:lnTo>
                    <a:pt x="756548" y="691882"/>
                  </a:lnTo>
                  <a:lnTo>
                    <a:pt x="757620" y="691077"/>
                  </a:lnTo>
                  <a:lnTo>
                    <a:pt x="758691" y="690272"/>
                  </a:lnTo>
                  <a:lnTo>
                    <a:pt x="759763" y="689468"/>
                  </a:lnTo>
                  <a:lnTo>
                    <a:pt x="760835" y="688663"/>
                  </a:lnTo>
                  <a:lnTo>
                    <a:pt x="761906" y="687858"/>
                  </a:lnTo>
                  <a:lnTo>
                    <a:pt x="762978" y="687053"/>
                  </a:lnTo>
                  <a:lnTo>
                    <a:pt x="764049" y="686249"/>
                  </a:lnTo>
                  <a:lnTo>
                    <a:pt x="765121" y="685444"/>
                  </a:lnTo>
                  <a:lnTo>
                    <a:pt x="766193" y="684639"/>
                  </a:lnTo>
                  <a:lnTo>
                    <a:pt x="767264" y="683834"/>
                  </a:lnTo>
                  <a:lnTo>
                    <a:pt x="768336" y="683030"/>
                  </a:lnTo>
                  <a:lnTo>
                    <a:pt x="769407" y="682225"/>
                  </a:lnTo>
                  <a:lnTo>
                    <a:pt x="770479" y="681420"/>
                  </a:lnTo>
                  <a:lnTo>
                    <a:pt x="771551" y="680616"/>
                  </a:lnTo>
                  <a:lnTo>
                    <a:pt x="772622" y="679811"/>
                  </a:lnTo>
                  <a:lnTo>
                    <a:pt x="773694" y="679007"/>
                  </a:lnTo>
                  <a:lnTo>
                    <a:pt x="774765" y="678202"/>
                  </a:lnTo>
                  <a:lnTo>
                    <a:pt x="775837" y="677398"/>
                  </a:lnTo>
                  <a:lnTo>
                    <a:pt x="776909" y="676593"/>
                  </a:lnTo>
                  <a:lnTo>
                    <a:pt x="777980" y="675789"/>
                  </a:lnTo>
                  <a:lnTo>
                    <a:pt x="779052" y="674985"/>
                  </a:lnTo>
                  <a:lnTo>
                    <a:pt x="780123" y="674181"/>
                  </a:lnTo>
                  <a:lnTo>
                    <a:pt x="781195" y="673377"/>
                  </a:lnTo>
                  <a:lnTo>
                    <a:pt x="782267" y="672573"/>
                  </a:lnTo>
                  <a:lnTo>
                    <a:pt x="783338" y="671769"/>
                  </a:lnTo>
                  <a:lnTo>
                    <a:pt x="784410" y="670965"/>
                  </a:lnTo>
                  <a:lnTo>
                    <a:pt x="785481" y="670161"/>
                  </a:lnTo>
                  <a:lnTo>
                    <a:pt x="786553" y="669357"/>
                  </a:lnTo>
                  <a:lnTo>
                    <a:pt x="787625" y="668554"/>
                  </a:lnTo>
                  <a:lnTo>
                    <a:pt x="788696" y="667750"/>
                  </a:lnTo>
                  <a:lnTo>
                    <a:pt x="789768" y="666947"/>
                  </a:lnTo>
                  <a:lnTo>
                    <a:pt x="790839" y="666144"/>
                  </a:lnTo>
                  <a:lnTo>
                    <a:pt x="791911" y="665341"/>
                  </a:lnTo>
                  <a:lnTo>
                    <a:pt x="792983" y="664538"/>
                  </a:lnTo>
                  <a:lnTo>
                    <a:pt x="794054" y="663735"/>
                  </a:lnTo>
                  <a:lnTo>
                    <a:pt x="795126" y="662932"/>
                  </a:lnTo>
                  <a:lnTo>
                    <a:pt x="796197" y="662130"/>
                  </a:lnTo>
                  <a:lnTo>
                    <a:pt x="797269" y="661327"/>
                  </a:lnTo>
                  <a:lnTo>
                    <a:pt x="798341" y="660525"/>
                  </a:lnTo>
                  <a:lnTo>
                    <a:pt x="799412" y="659723"/>
                  </a:lnTo>
                  <a:lnTo>
                    <a:pt x="800484" y="658921"/>
                  </a:lnTo>
                  <a:lnTo>
                    <a:pt x="801555" y="658119"/>
                  </a:lnTo>
                  <a:lnTo>
                    <a:pt x="802627" y="657318"/>
                  </a:lnTo>
                  <a:lnTo>
                    <a:pt x="803699" y="656516"/>
                  </a:lnTo>
                  <a:lnTo>
                    <a:pt x="804770" y="655715"/>
                  </a:lnTo>
                  <a:lnTo>
                    <a:pt x="805842" y="654914"/>
                  </a:lnTo>
                  <a:lnTo>
                    <a:pt x="806913" y="654113"/>
                  </a:lnTo>
                  <a:lnTo>
                    <a:pt x="807985" y="653312"/>
                  </a:lnTo>
                  <a:lnTo>
                    <a:pt x="809057" y="652512"/>
                  </a:lnTo>
                  <a:lnTo>
                    <a:pt x="810128" y="651711"/>
                  </a:lnTo>
                  <a:lnTo>
                    <a:pt x="811200" y="650911"/>
                  </a:lnTo>
                  <a:lnTo>
                    <a:pt x="812271" y="650111"/>
                  </a:lnTo>
                  <a:lnTo>
                    <a:pt x="813343" y="649312"/>
                  </a:lnTo>
                  <a:lnTo>
                    <a:pt x="814415" y="648512"/>
                  </a:lnTo>
                  <a:lnTo>
                    <a:pt x="815486" y="647713"/>
                  </a:lnTo>
                  <a:lnTo>
                    <a:pt x="816558" y="646914"/>
                  </a:lnTo>
                  <a:lnTo>
                    <a:pt x="817629" y="646115"/>
                  </a:lnTo>
                  <a:lnTo>
                    <a:pt x="818701" y="645317"/>
                  </a:lnTo>
                  <a:lnTo>
                    <a:pt x="819773" y="644518"/>
                  </a:lnTo>
                  <a:lnTo>
                    <a:pt x="820844" y="643720"/>
                  </a:lnTo>
                  <a:lnTo>
                    <a:pt x="821916" y="642923"/>
                  </a:lnTo>
                  <a:lnTo>
                    <a:pt x="822987" y="642125"/>
                  </a:lnTo>
                  <a:lnTo>
                    <a:pt x="824059" y="641328"/>
                  </a:lnTo>
                  <a:lnTo>
                    <a:pt x="825131" y="640531"/>
                  </a:lnTo>
                  <a:lnTo>
                    <a:pt x="826202" y="639734"/>
                  </a:lnTo>
                  <a:lnTo>
                    <a:pt x="827274" y="638938"/>
                  </a:lnTo>
                  <a:lnTo>
                    <a:pt x="828345" y="638141"/>
                  </a:lnTo>
                  <a:lnTo>
                    <a:pt x="829417" y="637346"/>
                  </a:lnTo>
                  <a:lnTo>
                    <a:pt x="830489" y="636550"/>
                  </a:lnTo>
                  <a:lnTo>
                    <a:pt x="831560" y="635755"/>
                  </a:lnTo>
                  <a:lnTo>
                    <a:pt x="832632" y="634960"/>
                  </a:lnTo>
                  <a:lnTo>
                    <a:pt x="833703" y="634165"/>
                  </a:lnTo>
                  <a:lnTo>
                    <a:pt x="834775" y="633371"/>
                  </a:lnTo>
                  <a:lnTo>
                    <a:pt x="835847" y="632577"/>
                  </a:lnTo>
                  <a:lnTo>
                    <a:pt x="836918" y="631783"/>
                  </a:lnTo>
                  <a:lnTo>
                    <a:pt x="837990" y="630990"/>
                  </a:lnTo>
                  <a:lnTo>
                    <a:pt x="839061" y="630197"/>
                  </a:lnTo>
                  <a:lnTo>
                    <a:pt x="840133" y="629404"/>
                  </a:lnTo>
                  <a:lnTo>
                    <a:pt x="841205" y="628612"/>
                  </a:lnTo>
                  <a:lnTo>
                    <a:pt x="842276" y="627820"/>
                  </a:lnTo>
                  <a:lnTo>
                    <a:pt x="843348" y="627028"/>
                  </a:lnTo>
                  <a:lnTo>
                    <a:pt x="844419" y="626237"/>
                  </a:lnTo>
                  <a:lnTo>
                    <a:pt x="845491" y="625446"/>
                  </a:lnTo>
                  <a:lnTo>
                    <a:pt x="846563" y="624656"/>
                  </a:lnTo>
                  <a:lnTo>
                    <a:pt x="847634" y="623866"/>
                  </a:lnTo>
                  <a:lnTo>
                    <a:pt x="848706" y="623076"/>
                  </a:lnTo>
                  <a:lnTo>
                    <a:pt x="849777" y="622286"/>
                  </a:lnTo>
                  <a:lnTo>
                    <a:pt x="850849" y="621498"/>
                  </a:lnTo>
                  <a:lnTo>
                    <a:pt x="851921" y="620709"/>
                  </a:lnTo>
                  <a:lnTo>
                    <a:pt x="852992" y="619921"/>
                  </a:lnTo>
                  <a:lnTo>
                    <a:pt x="854064" y="619133"/>
                  </a:lnTo>
                  <a:lnTo>
                    <a:pt x="855135" y="618346"/>
                  </a:lnTo>
                  <a:lnTo>
                    <a:pt x="856207" y="617559"/>
                  </a:lnTo>
                  <a:lnTo>
                    <a:pt x="857279" y="616772"/>
                  </a:lnTo>
                  <a:lnTo>
                    <a:pt x="858350" y="615986"/>
                  </a:lnTo>
                  <a:lnTo>
                    <a:pt x="859422" y="615201"/>
                  </a:lnTo>
                  <a:lnTo>
                    <a:pt x="860493" y="614416"/>
                  </a:lnTo>
                  <a:lnTo>
                    <a:pt x="861565" y="613631"/>
                  </a:lnTo>
                  <a:lnTo>
                    <a:pt x="862637" y="612847"/>
                  </a:lnTo>
                  <a:lnTo>
                    <a:pt x="863708" y="612063"/>
                  </a:lnTo>
                  <a:lnTo>
                    <a:pt x="864780" y="611279"/>
                  </a:lnTo>
                  <a:lnTo>
                    <a:pt x="865851" y="610496"/>
                  </a:lnTo>
                  <a:lnTo>
                    <a:pt x="866923" y="609714"/>
                  </a:lnTo>
                  <a:lnTo>
                    <a:pt x="867995" y="608932"/>
                  </a:lnTo>
                  <a:lnTo>
                    <a:pt x="869066" y="608151"/>
                  </a:lnTo>
                  <a:lnTo>
                    <a:pt x="870138" y="607370"/>
                  </a:lnTo>
                  <a:lnTo>
                    <a:pt x="871209" y="606589"/>
                  </a:lnTo>
                  <a:lnTo>
                    <a:pt x="872281" y="605809"/>
                  </a:lnTo>
                  <a:lnTo>
                    <a:pt x="873353" y="605030"/>
                  </a:lnTo>
                  <a:lnTo>
                    <a:pt x="874424" y="604251"/>
                  </a:lnTo>
                  <a:lnTo>
                    <a:pt x="875496" y="603473"/>
                  </a:lnTo>
                  <a:lnTo>
                    <a:pt x="876567" y="602695"/>
                  </a:lnTo>
                  <a:lnTo>
                    <a:pt x="877639" y="601917"/>
                  </a:lnTo>
                  <a:lnTo>
                    <a:pt x="878711" y="601140"/>
                  </a:lnTo>
                  <a:lnTo>
                    <a:pt x="879782" y="600364"/>
                  </a:lnTo>
                  <a:lnTo>
                    <a:pt x="880854" y="599588"/>
                  </a:lnTo>
                  <a:lnTo>
                    <a:pt x="881925" y="598813"/>
                  </a:lnTo>
                  <a:lnTo>
                    <a:pt x="882997" y="598039"/>
                  </a:lnTo>
                  <a:lnTo>
                    <a:pt x="884069" y="597265"/>
                  </a:lnTo>
                  <a:lnTo>
                    <a:pt x="885140" y="596491"/>
                  </a:lnTo>
                  <a:lnTo>
                    <a:pt x="886212" y="595718"/>
                  </a:lnTo>
                  <a:lnTo>
                    <a:pt x="887283" y="594946"/>
                  </a:lnTo>
                  <a:lnTo>
                    <a:pt x="888355" y="594174"/>
                  </a:lnTo>
                  <a:lnTo>
                    <a:pt x="889426" y="593403"/>
                  </a:lnTo>
                  <a:lnTo>
                    <a:pt x="890498" y="592632"/>
                  </a:lnTo>
                  <a:lnTo>
                    <a:pt x="891570" y="591862"/>
                  </a:lnTo>
                  <a:lnTo>
                    <a:pt x="892641" y="591093"/>
                  </a:lnTo>
                  <a:lnTo>
                    <a:pt x="893713" y="590324"/>
                  </a:lnTo>
                  <a:lnTo>
                    <a:pt x="894784" y="589556"/>
                  </a:lnTo>
                  <a:lnTo>
                    <a:pt x="895856" y="588789"/>
                  </a:lnTo>
                  <a:lnTo>
                    <a:pt x="896928" y="588022"/>
                  </a:lnTo>
                  <a:lnTo>
                    <a:pt x="897999" y="587255"/>
                  </a:lnTo>
                  <a:lnTo>
                    <a:pt x="899071" y="586490"/>
                  </a:lnTo>
                  <a:lnTo>
                    <a:pt x="900142" y="585725"/>
                  </a:lnTo>
                  <a:lnTo>
                    <a:pt x="901214" y="584961"/>
                  </a:lnTo>
                  <a:lnTo>
                    <a:pt x="902286" y="584197"/>
                  </a:lnTo>
                  <a:lnTo>
                    <a:pt x="903357" y="583434"/>
                  </a:lnTo>
                  <a:lnTo>
                    <a:pt x="904429" y="582672"/>
                  </a:lnTo>
                  <a:lnTo>
                    <a:pt x="905500" y="581910"/>
                  </a:lnTo>
                  <a:lnTo>
                    <a:pt x="906572" y="581149"/>
                  </a:lnTo>
                  <a:lnTo>
                    <a:pt x="907644" y="580389"/>
                  </a:lnTo>
                  <a:lnTo>
                    <a:pt x="908715" y="579629"/>
                  </a:lnTo>
                  <a:lnTo>
                    <a:pt x="909787" y="578871"/>
                  </a:lnTo>
                  <a:lnTo>
                    <a:pt x="910858" y="578112"/>
                  </a:lnTo>
                  <a:lnTo>
                    <a:pt x="911930" y="577355"/>
                  </a:lnTo>
                  <a:lnTo>
                    <a:pt x="913002" y="576598"/>
                  </a:lnTo>
                  <a:lnTo>
                    <a:pt x="914073" y="575842"/>
                  </a:lnTo>
                  <a:lnTo>
                    <a:pt x="915145" y="575087"/>
                  </a:lnTo>
                  <a:lnTo>
                    <a:pt x="916216" y="574332"/>
                  </a:lnTo>
                  <a:lnTo>
                    <a:pt x="917288" y="573579"/>
                  </a:lnTo>
                  <a:lnTo>
                    <a:pt x="918360" y="572825"/>
                  </a:lnTo>
                  <a:lnTo>
                    <a:pt x="919431" y="572073"/>
                  </a:lnTo>
                  <a:lnTo>
                    <a:pt x="920503" y="571321"/>
                  </a:lnTo>
                  <a:lnTo>
                    <a:pt x="921574" y="570570"/>
                  </a:lnTo>
                  <a:lnTo>
                    <a:pt x="922646" y="569820"/>
                  </a:lnTo>
                  <a:lnTo>
                    <a:pt x="923718" y="569071"/>
                  </a:lnTo>
                  <a:lnTo>
                    <a:pt x="924789" y="568322"/>
                  </a:lnTo>
                  <a:lnTo>
                    <a:pt x="925861" y="567574"/>
                  </a:lnTo>
                  <a:lnTo>
                    <a:pt x="926932" y="566826"/>
                  </a:lnTo>
                  <a:lnTo>
                    <a:pt x="928004" y="566080"/>
                  </a:lnTo>
                  <a:lnTo>
                    <a:pt x="929076" y="565334"/>
                  </a:lnTo>
                  <a:lnTo>
                    <a:pt x="930147" y="564588"/>
                  </a:lnTo>
                  <a:lnTo>
                    <a:pt x="931219" y="563844"/>
                  </a:lnTo>
                  <a:lnTo>
                    <a:pt x="932290" y="563100"/>
                  </a:lnTo>
                  <a:lnTo>
                    <a:pt x="933362" y="562357"/>
                  </a:lnTo>
                  <a:lnTo>
                    <a:pt x="934434" y="561615"/>
                  </a:lnTo>
                  <a:lnTo>
                    <a:pt x="935505" y="560873"/>
                  </a:lnTo>
                  <a:lnTo>
                    <a:pt x="936577" y="560133"/>
                  </a:lnTo>
                  <a:lnTo>
                    <a:pt x="937648" y="559392"/>
                  </a:lnTo>
                  <a:lnTo>
                    <a:pt x="938720" y="558653"/>
                  </a:lnTo>
                  <a:lnTo>
                    <a:pt x="939792" y="557914"/>
                  </a:lnTo>
                  <a:lnTo>
                    <a:pt x="940863" y="557176"/>
                  </a:lnTo>
                  <a:lnTo>
                    <a:pt x="941935" y="556439"/>
                  </a:lnTo>
                  <a:lnTo>
                    <a:pt x="943006" y="555703"/>
                  </a:lnTo>
                  <a:lnTo>
                    <a:pt x="944078" y="554967"/>
                  </a:lnTo>
                  <a:lnTo>
                    <a:pt x="945150" y="554232"/>
                  </a:lnTo>
                  <a:lnTo>
                    <a:pt x="946221" y="553498"/>
                  </a:lnTo>
                  <a:lnTo>
                    <a:pt x="947293" y="552764"/>
                  </a:lnTo>
                  <a:lnTo>
                    <a:pt x="948364" y="552031"/>
                  </a:lnTo>
                  <a:lnTo>
                    <a:pt x="949436" y="551299"/>
                  </a:lnTo>
                  <a:lnTo>
                    <a:pt x="950508" y="550568"/>
                  </a:lnTo>
                  <a:lnTo>
                    <a:pt x="951579" y="549837"/>
                  </a:lnTo>
                  <a:lnTo>
                    <a:pt x="952651" y="549108"/>
                  </a:lnTo>
                  <a:lnTo>
                    <a:pt x="953722" y="548378"/>
                  </a:lnTo>
                  <a:lnTo>
                    <a:pt x="954794" y="547650"/>
                  </a:lnTo>
                  <a:lnTo>
                    <a:pt x="955866" y="546922"/>
                  </a:lnTo>
                  <a:lnTo>
                    <a:pt x="956937" y="546195"/>
                  </a:lnTo>
                  <a:lnTo>
                    <a:pt x="958009" y="545469"/>
                  </a:lnTo>
                  <a:lnTo>
                    <a:pt x="959080" y="544744"/>
                  </a:lnTo>
                  <a:lnTo>
                    <a:pt x="960152" y="544019"/>
                  </a:lnTo>
                  <a:lnTo>
                    <a:pt x="961224" y="543295"/>
                  </a:lnTo>
                  <a:lnTo>
                    <a:pt x="962295" y="542572"/>
                  </a:lnTo>
                  <a:lnTo>
                    <a:pt x="963367" y="541849"/>
                  </a:lnTo>
                  <a:lnTo>
                    <a:pt x="964438" y="541127"/>
                  </a:lnTo>
                  <a:lnTo>
                    <a:pt x="965510" y="540406"/>
                  </a:lnTo>
                  <a:lnTo>
                    <a:pt x="966582" y="539686"/>
                  </a:lnTo>
                  <a:lnTo>
                    <a:pt x="967653" y="538966"/>
                  </a:lnTo>
                  <a:lnTo>
                    <a:pt x="968725" y="538248"/>
                  </a:lnTo>
                  <a:lnTo>
                    <a:pt x="969796" y="537529"/>
                  </a:lnTo>
                  <a:lnTo>
                    <a:pt x="970868" y="536812"/>
                  </a:lnTo>
                  <a:lnTo>
                    <a:pt x="971940" y="536095"/>
                  </a:lnTo>
                  <a:lnTo>
                    <a:pt x="973011" y="535380"/>
                  </a:lnTo>
                  <a:lnTo>
                    <a:pt x="974083" y="534664"/>
                  </a:lnTo>
                  <a:lnTo>
                    <a:pt x="975154" y="533950"/>
                  </a:lnTo>
                  <a:lnTo>
                    <a:pt x="976226" y="533236"/>
                  </a:lnTo>
                  <a:lnTo>
                    <a:pt x="977298" y="532523"/>
                  </a:lnTo>
                  <a:lnTo>
                    <a:pt x="978369" y="531811"/>
                  </a:lnTo>
                  <a:lnTo>
                    <a:pt x="979441" y="531100"/>
                  </a:lnTo>
                  <a:lnTo>
                    <a:pt x="980512" y="530389"/>
                  </a:lnTo>
                  <a:lnTo>
                    <a:pt x="981584" y="529679"/>
                  </a:lnTo>
                  <a:lnTo>
                    <a:pt x="982656" y="528970"/>
                  </a:lnTo>
                  <a:lnTo>
                    <a:pt x="983727" y="528261"/>
                  </a:lnTo>
                  <a:lnTo>
                    <a:pt x="984799" y="527553"/>
                  </a:lnTo>
                  <a:lnTo>
                    <a:pt x="985870" y="526846"/>
                  </a:lnTo>
                  <a:lnTo>
                    <a:pt x="986942" y="526140"/>
                  </a:lnTo>
                  <a:lnTo>
                    <a:pt x="988014" y="525435"/>
                  </a:lnTo>
                  <a:lnTo>
                    <a:pt x="989085" y="524730"/>
                  </a:lnTo>
                  <a:lnTo>
                    <a:pt x="990157" y="524026"/>
                  </a:lnTo>
                  <a:lnTo>
                    <a:pt x="991228" y="523322"/>
                  </a:lnTo>
                  <a:lnTo>
                    <a:pt x="992300" y="522620"/>
                  </a:lnTo>
                  <a:lnTo>
                    <a:pt x="993372" y="521918"/>
                  </a:lnTo>
                  <a:lnTo>
                    <a:pt x="994443" y="521217"/>
                  </a:lnTo>
                  <a:lnTo>
                    <a:pt x="995515" y="520516"/>
                  </a:lnTo>
                  <a:lnTo>
                    <a:pt x="996586" y="519817"/>
                  </a:lnTo>
                  <a:lnTo>
                    <a:pt x="997658" y="519118"/>
                  </a:lnTo>
                  <a:lnTo>
                    <a:pt x="998730" y="518419"/>
                  </a:lnTo>
                  <a:lnTo>
                    <a:pt x="999801" y="517722"/>
                  </a:lnTo>
                  <a:lnTo>
                    <a:pt x="1000873" y="517025"/>
                  </a:lnTo>
                  <a:lnTo>
                    <a:pt x="1001944" y="516329"/>
                  </a:lnTo>
                  <a:lnTo>
                    <a:pt x="1003016" y="515634"/>
                  </a:lnTo>
                  <a:lnTo>
                    <a:pt x="1004088" y="514940"/>
                  </a:lnTo>
                  <a:lnTo>
                    <a:pt x="1005159" y="514246"/>
                  </a:lnTo>
                  <a:lnTo>
                    <a:pt x="1006231" y="513553"/>
                  </a:lnTo>
                  <a:lnTo>
                    <a:pt x="1007302" y="512860"/>
                  </a:lnTo>
                  <a:lnTo>
                    <a:pt x="1008374" y="512169"/>
                  </a:lnTo>
                  <a:lnTo>
                    <a:pt x="1009446" y="511478"/>
                  </a:lnTo>
                  <a:lnTo>
                    <a:pt x="1010517" y="510788"/>
                  </a:lnTo>
                  <a:lnTo>
                    <a:pt x="1011589" y="510099"/>
                  </a:lnTo>
                  <a:lnTo>
                    <a:pt x="1012660" y="509410"/>
                  </a:lnTo>
                  <a:lnTo>
                    <a:pt x="1013732" y="508722"/>
                  </a:lnTo>
                  <a:lnTo>
                    <a:pt x="1014804" y="508035"/>
                  </a:lnTo>
                  <a:lnTo>
                    <a:pt x="1015875" y="507349"/>
                  </a:lnTo>
                  <a:lnTo>
                    <a:pt x="1016947" y="506663"/>
                  </a:lnTo>
                  <a:lnTo>
                    <a:pt x="1018018" y="505978"/>
                  </a:lnTo>
                  <a:lnTo>
                    <a:pt x="1019090" y="505294"/>
                  </a:lnTo>
                  <a:lnTo>
                    <a:pt x="1020162" y="504610"/>
                  </a:lnTo>
                  <a:lnTo>
                    <a:pt x="1021233" y="503927"/>
                  </a:lnTo>
                  <a:lnTo>
                    <a:pt x="1022305" y="503245"/>
                  </a:lnTo>
                  <a:lnTo>
                    <a:pt x="1023376" y="502564"/>
                  </a:lnTo>
                  <a:lnTo>
                    <a:pt x="1024448" y="501883"/>
                  </a:lnTo>
                  <a:lnTo>
                    <a:pt x="1025520" y="501204"/>
                  </a:lnTo>
                  <a:lnTo>
                    <a:pt x="1026591" y="500525"/>
                  </a:lnTo>
                  <a:lnTo>
                    <a:pt x="1027663" y="499846"/>
                  </a:lnTo>
                  <a:lnTo>
                    <a:pt x="1028734" y="499168"/>
                  </a:lnTo>
                  <a:lnTo>
                    <a:pt x="1029806" y="498492"/>
                  </a:lnTo>
                  <a:lnTo>
                    <a:pt x="1030878" y="497815"/>
                  </a:lnTo>
                  <a:lnTo>
                    <a:pt x="1031949" y="497140"/>
                  </a:lnTo>
                  <a:lnTo>
                    <a:pt x="1033021" y="496465"/>
                  </a:lnTo>
                  <a:lnTo>
                    <a:pt x="1034092" y="495791"/>
                  </a:lnTo>
                  <a:lnTo>
                    <a:pt x="1035164" y="495118"/>
                  </a:lnTo>
                  <a:lnTo>
                    <a:pt x="1036236" y="494445"/>
                  </a:lnTo>
                  <a:lnTo>
                    <a:pt x="1037307" y="493773"/>
                  </a:lnTo>
                  <a:lnTo>
                    <a:pt x="1038379" y="493102"/>
                  </a:lnTo>
                  <a:lnTo>
                    <a:pt x="1039450" y="492432"/>
                  </a:lnTo>
                  <a:lnTo>
                    <a:pt x="1040522" y="491762"/>
                  </a:lnTo>
                  <a:lnTo>
                    <a:pt x="1041594" y="491093"/>
                  </a:lnTo>
                  <a:lnTo>
                    <a:pt x="1042665" y="490425"/>
                  </a:lnTo>
                  <a:lnTo>
                    <a:pt x="1043737" y="489758"/>
                  </a:lnTo>
                  <a:lnTo>
                    <a:pt x="1044808" y="489091"/>
                  </a:lnTo>
                  <a:lnTo>
                    <a:pt x="1045880" y="488425"/>
                  </a:lnTo>
                  <a:lnTo>
                    <a:pt x="1046952" y="487759"/>
                  </a:lnTo>
                  <a:lnTo>
                    <a:pt x="1048023" y="487095"/>
                  </a:lnTo>
                  <a:lnTo>
                    <a:pt x="1049095" y="486431"/>
                  </a:lnTo>
                  <a:lnTo>
                    <a:pt x="1050166" y="485768"/>
                  </a:lnTo>
                  <a:lnTo>
                    <a:pt x="1051238" y="485105"/>
                  </a:lnTo>
                  <a:lnTo>
                    <a:pt x="1052310" y="484443"/>
                  </a:lnTo>
                  <a:lnTo>
                    <a:pt x="1053381" y="483782"/>
                  </a:lnTo>
                  <a:lnTo>
                    <a:pt x="1054453" y="483122"/>
                  </a:lnTo>
                  <a:lnTo>
                    <a:pt x="1055524" y="482462"/>
                  </a:lnTo>
                  <a:lnTo>
                    <a:pt x="1056596" y="481804"/>
                  </a:lnTo>
                  <a:lnTo>
                    <a:pt x="1057668" y="481145"/>
                  </a:lnTo>
                  <a:lnTo>
                    <a:pt x="1058739" y="480488"/>
                  </a:lnTo>
                  <a:lnTo>
                    <a:pt x="1059811" y="479831"/>
                  </a:lnTo>
                  <a:lnTo>
                    <a:pt x="1060882" y="479175"/>
                  </a:lnTo>
                  <a:lnTo>
                    <a:pt x="1061954" y="478520"/>
                  </a:lnTo>
                  <a:lnTo>
                    <a:pt x="1063026" y="477865"/>
                  </a:lnTo>
                  <a:lnTo>
                    <a:pt x="1064097" y="477211"/>
                  </a:lnTo>
                  <a:lnTo>
                    <a:pt x="1065169" y="476558"/>
                  </a:lnTo>
                  <a:lnTo>
                    <a:pt x="1066240" y="475906"/>
                  </a:lnTo>
                  <a:lnTo>
                    <a:pt x="1067312" y="475254"/>
                  </a:lnTo>
                  <a:lnTo>
                    <a:pt x="1068383" y="474603"/>
                  </a:lnTo>
                  <a:lnTo>
                    <a:pt x="1069455" y="473952"/>
                  </a:lnTo>
                  <a:lnTo>
                    <a:pt x="1070527" y="473303"/>
                  </a:lnTo>
                  <a:lnTo>
                    <a:pt x="1071598" y="472654"/>
                  </a:lnTo>
                  <a:lnTo>
                    <a:pt x="1072670" y="472005"/>
                  </a:lnTo>
                  <a:lnTo>
                    <a:pt x="1073741" y="471358"/>
                  </a:lnTo>
                  <a:lnTo>
                    <a:pt x="1074813" y="470711"/>
                  </a:lnTo>
                  <a:lnTo>
                    <a:pt x="1075885" y="470065"/>
                  </a:lnTo>
                  <a:lnTo>
                    <a:pt x="1076956" y="469419"/>
                  </a:lnTo>
                  <a:lnTo>
                    <a:pt x="1078028" y="468774"/>
                  </a:lnTo>
                  <a:lnTo>
                    <a:pt x="1079099" y="468130"/>
                  </a:lnTo>
                  <a:lnTo>
                    <a:pt x="1080171" y="467487"/>
                  </a:lnTo>
                  <a:lnTo>
                    <a:pt x="1081243" y="466844"/>
                  </a:lnTo>
                  <a:lnTo>
                    <a:pt x="1082314" y="466202"/>
                  </a:lnTo>
                  <a:lnTo>
                    <a:pt x="1083386" y="465561"/>
                  </a:lnTo>
                  <a:lnTo>
                    <a:pt x="1084457" y="464920"/>
                  </a:lnTo>
                  <a:lnTo>
                    <a:pt x="1085529" y="464280"/>
                  </a:lnTo>
                  <a:lnTo>
                    <a:pt x="1086601" y="463641"/>
                  </a:lnTo>
                  <a:lnTo>
                    <a:pt x="1087672" y="463003"/>
                  </a:lnTo>
                  <a:lnTo>
                    <a:pt x="1088744" y="462365"/>
                  </a:lnTo>
                  <a:lnTo>
                    <a:pt x="1089815" y="461728"/>
                  </a:lnTo>
                  <a:lnTo>
                    <a:pt x="1090887" y="461091"/>
                  </a:lnTo>
                  <a:lnTo>
                    <a:pt x="1091959" y="460455"/>
                  </a:lnTo>
                  <a:lnTo>
                    <a:pt x="1093030" y="459820"/>
                  </a:lnTo>
                  <a:lnTo>
                    <a:pt x="1094102" y="459186"/>
                  </a:lnTo>
                  <a:lnTo>
                    <a:pt x="1095173" y="458552"/>
                  </a:lnTo>
                  <a:lnTo>
                    <a:pt x="1096245" y="457919"/>
                  </a:lnTo>
                  <a:lnTo>
                    <a:pt x="1097317" y="457287"/>
                  </a:lnTo>
                  <a:lnTo>
                    <a:pt x="1098388" y="456655"/>
                  </a:lnTo>
                  <a:lnTo>
                    <a:pt x="1099460" y="456024"/>
                  </a:lnTo>
                  <a:lnTo>
                    <a:pt x="1100531" y="455393"/>
                  </a:lnTo>
                  <a:lnTo>
                    <a:pt x="1101603" y="454764"/>
                  </a:lnTo>
                  <a:lnTo>
                    <a:pt x="1102675" y="454135"/>
                  </a:lnTo>
                  <a:lnTo>
                    <a:pt x="1103746" y="453506"/>
                  </a:lnTo>
                  <a:lnTo>
                    <a:pt x="1104818" y="452879"/>
                  </a:lnTo>
                  <a:lnTo>
                    <a:pt x="1105889" y="452252"/>
                  </a:lnTo>
                  <a:lnTo>
                    <a:pt x="1106961" y="451625"/>
                  </a:lnTo>
                  <a:lnTo>
                    <a:pt x="1108033" y="451000"/>
                  </a:lnTo>
                  <a:lnTo>
                    <a:pt x="1109104" y="450375"/>
                  </a:lnTo>
                  <a:lnTo>
                    <a:pt x="1110176" y="449750"/>
                  </a:lnTo>
                  <a:lnTo>
                    <a:pt x="1111247" y="449127"/>
                  </a:lnTo>
                  <a:lnTo>
                    <a:pt x="1112319" y="448504"/>
                  </a:lnTo>
                  <a:lnTo>
                    <a:pt x="1113391" y="447882"/>
                  </a:lnTo>
                  <a:lnTo>
                    <a:pt x="1114462" y="447260"/>
                  </a:lnTo>
                  <a:lnTo>
                    <a:pt x="1115534" y="446639"/>
                  </a:lnTo>
                  <a:lnTo>
                    <a:pt x="1116605" y="446018"/>
                  </a:lnTo>
                  <a:lnTo>
                    <a:pt x="1117677" y="445399"/>
                  </a:lnTo>
                  <a:lnTo>
                    <a:pt x="1118749" y="444780"/>
                  </a:lnTo>
                  <a:lnTo>
                    <a:pt x="1119820" y="444161"/>
                  </a:lnTo>
                  <a:lnTo>
                    <a:pt x="1120892" y="443544"/>
                  </a:lnTo>
                  <a:lnTo>
                    <a:pt x="1121963" y="442927"/>
                  </a:lnTo>
                  <a:lnTo>
                    <a:pt x="1123035" y="442310"/>
                  </a:lnTo>
                  <a:lnTo>
                    <a:pt x="1124107" y="441694"/>
                  </a:lnTo>
                  <a:lnTo>
                    <a:pt x="1125178" y="441079"/>
                  </a:lnTo>
                  <a:lnTo>
                    <a:pt x="1126250" y="440465"/>
                  </a:lnTo>
                  <a:lnTo>
                    <a:pt x="1127321" y="439851"/>
                  </a:lnTo>
                  <a:lnTo>
                    <a:pt x="1128393" y="439238"/>
                  </a:lnTo>
                  <a:lnTo>
                    <a:pt x="1129465" y="438625"/>
                  </a:lnTo>
                  <a:lnTo>
                    <a:pt x="1130536" y="438013"/>
                  </a:lnTo>
                  <a:lnTo>
                    <a:pt x="1131608" y="437402"/>
                  </a:lnTo>
                  <a:lnTo>
                    <a:pt x="1132679" y="436791"/>
                  </a:lnTo>
                  <a:lnTo>
                    <a:pt x="1133751" y="436181"/>
                  </a:lnTo>
                  <a:lnTo>
                    <a:pt x="1134823" y="435572"/>
                  </a:lnTo>
                  <a:lnTo>
                    <a:pt x="1135894" y="434963"/>
                  </a:lnTo>
                  <a:lnTo>
                    <a:pt x="1136966" y="434355"/>
                  </a:lnTo>
                  <a:lnTo>
                    <a:pt x="1138037" y="433748"/>
                  </a:lnTo>
                  <a:lnTo>
                    <a:pt x="1139109" y="433141"/>
                  </a:lnTo>
                  <a:lnTo>
                    <a:pt x="1140181" y="432535"/>
                  </a:lnTo>
                  <a:lnTo>
                    <a:pt x="1141252" y="431929"/>
                  </a:lnTo>
                  <a:lnTo>
                    <a:pt x="1142324" y="431324"/>
                  </a:lnTo>
                  <a:lnTo>
                    <a:pt x="1143395" y="430720"/>
                  </a:lnTo>
                  <a:lnTo>
                    <a:pt x="1144467" y="430116"/>
                  </a:lnTo>
                  <a:lnTo>
                    <a:pt x="1145539" y="429513"/>
                  </a:lnTo>
                  <a:lnTo>
                    <a:pt x="1146610" y="428911"/>
                  </a:lnTo>
                  <a:lnTo>
                    <a:pt x="1147682" y="428309"/>
                  </a:lnTo>
                  <a:lnTo>
                    <a:pt x="1148753" y="427708"/>
                  </a:lnTo>
                  <a:lnTo>
                    <a:pt x="1149825" y="427107"/>
                  </a:lnTo>
                  <a:lnTo>
                    <a:pt x="1150897" y="426507"/>
                  </a:lnTo>
                  <a:lnTo>
                    <a:pt x="1151968" y="425908"/>
                  </a:lnTo>
                  <a:lnTo>
                    <a:pt x="1153040" y="425309"/>
                  </a:lnTo>
                  <a:lnTo>
                    <a:pt x="1154111" y="424711"/>
                  </a:lnTo>
                  <a:lnTo>
                    <a:pt x="1155183" y="424113"/>
                  </a:lnTo>
                  <a:lnTo>
                    <a:pt x="1156255" y="423516"/>
                  </a:lnTo>
                  <a:lnTo>
                    <a:pt x="1157326" y="422920"/>
                  </a:lnTo>
                  <a:lnTo>
                    <a:pt x="1158398" y="422324"/>
                  </a:lnTo>
                  <a:lnTo>
                    <a:pt x="1159469" y="421729"/>
                  </a:lnTo>
                  <a:lnTo>
                    <a:pt x="1160541" y="421135"/>
                  </a:lnTo>
                  <a:lnTo>
                    <a:pt x="1161613" y="420541"/>
                  </a:lnTo>
                  <a:lnTo>
                    <a:pt x="1162684" y="419947"/>
                  </a:lnTo>
                  <a:lnTo>
                    <a:pt x="1163756" y="419355"/>
                  </a:lnTo>
                  <a:lnTo>
                    <a:pt x="1164827" y="418763"/>
                  </a:lnTo>
                  <a:lnTo>
                    <a:pt x="1165899" y="418171"/>
                  </a:lnTo>
                  <a:lnTo>
                    <a:pt x="1166971" y="417580"/>
                  </a:lnTo>
                  <a:lnTo>
                    <a:pt x="1168042" y="416990"/>
                  </a:lnTo>
                  <a:lnTo>
                    <a:pt x="1169114" y="416400"/>
                  </a:lnTo>
                  <a:lnTo>
                    <a:pt x="1170185" y="415811"/>
                  </a:lnTo>
                  <a:lnTo>
                    <a:pt x="1171257" y="415222"/>
                  </a:lnTo>
                  <a:lnTo>
                    <a:pt x="1172329" y="414634"/>
                  </a:lnTo>
                  <a:lnTo>
                    <a:pt x="1173400" y="414046"/>
                  </a:lnTo>
                  <a:lnTo>
                    <a:pt x="1174472" y="413460"/>
                  </a:lnTo>
                  <a:lnTo>
                    <a:pt x="1175543" y="412873"/>
                  </a:lnTo>
                  <a:lnTo>
                    <a:pt x="1176615" y="412288"/>
                  </a:lnTo>
                  <a:lnTo>
                    <a:pt x="1177687" y="411702"/>
                  </a:lnTo>
                  <a:lnTo>
                    <a:pt x="1178758" y="411118"/>
                  </a:lnTo>
                  <a:lnTo>
                    <a:pt x="1179830" y="410534"/>
                  </a:lnTo>
                  <a:lnTo>
                    <a:pt x="1180901" y="409950"/>
                  </a:lnTo>
                  <a:lnTo>
                    <a:pt x="1181973" y="409367"/>
                  </a:lnTo>
                  <a:lnTo>
                    <a:pt x="1183045" y="408785"/>
                  </a:lnTo>
                  <a:lnTo>
                    <a:pt x="1184116" y="408203"/>
                  </a:lnTo>
                  <a:lnTo>
                    <a:pt x="1185188" y="407622"/>
                  </a:lnTo>
                  <a:lnTo>
                    <a:pt x="1186259" y="407041"/>
                  </a:lnTo>
                  <a:lnTo>
                    <a:pt x="1187331" y="406461"/>
                  </a:lnTo>
                  <a:lnTo>
                    <a:pt x="1188403" y="405882"/>
                  </a:lnTo>
                  <a:lnTo>
                    <a:pt x="1189474" y="405303"/>
                  </a:lnTo>
                  <a:lnTo>
                    <a:pt x="1190546" y="404724"/>
                  </a:lnTo>
                  <a:lnTo>
                    <a:pt x="1191617" y="404147"/>
                  </a:lnTo>
                  <a:lnTo>
                    <a:pt x="1192689" y="403569"/>
                  </a:lnTo>
                  <a:lnTo>
                    <a:pt x="1193761" y="402992"/>
                  </a:lnTo>
                  <a:lnTo>
                    <a:pt x="1194832" y="402416"/>
                  </a:lnTo>
                  <a:lnTo>
                    <a:pt x="1195904" y="401840"/>
                  </a:lnTo>
                  <a:lnTo>
                    <a:pt x="1196975" y="401265"/>
                  </a:lnTo>
                  <a:lnTo>
                    <a:pt x="1198047" y="400691"/>
                  </a:lnTo>
                  <a:lnTo>
                    <a:pt x="1199119" y="400117"/>
                  </a:lnTo>
                  <a:lnTo>
                    <a:pt x="1200190" y="399543"/>
                  </a:lnTo>
                  <a:lnTo>
                    <a:pt x="1201262" y="398970"/>
                  </a:lnTo>
                  <a:lnTo>
                    <a:pt x="1202333" y="398397"/>
                  </a:lnTo>
                  <a:lnTo>
                    <a:pt x="1203405" y="397825"/>
                  </a:lnTo>
                  <a:lnTo>
                    <a:pt x="1204477" y="397254"/>
                  </a:lnTo>
                  <a:lnTo>
                    <a:pt x="1205548" y="396683"/>
                  </a:lnTo>
                  <a:lnTo>
                    <a:pt x="1206620" y="396113"/>
                  </a:lnTo>
                  <a:lnTo>
                    <a:pt x="1207691" y="395543"/>
                  </a:lnTo>
                  <a:lnTo>
                    <a:pt x="1208763" y="394973"/>
                  </a:lnTo>
                  <a:lnTo>
                    <a:pt x="1209835" y="394405"/>
                  </a:lnTo>
                  <a:lnTo>
                    <a:pt x="1210906" y="393836"/>
                  </a:lnTo>
                  <a:lnTo>
                    <a:pt x="1211978" y="393268"/>
                  </a:lnTo>
                  <a:lnTo>
                    <a:pt x="1213049" y="392701"/>
                  </a:lnTo>
                  <a:lnTo>
                    <a:pt x="1214121" y="392134"/>
                  </a:lnTo>
                  <a:lnTo>
                    <a:pt x="1215193" y="391568"/>
                  </a:lnTo>
                  <a:lnTo>
                    <a:pt x="1216264" y="391002"/>
                  </a:lnTo>
                  <a:lnTo>
                    <a:pt x="1217336" y="390437"/>
                  </a:lnTo>
                  <a:lnTo>
                    <a:pt x="1218407" y="389872"/>
                  </a:lnTo>
                  <a:lnTo>
                    <a:pt x="1219479" y="389308"/>
                  </a:lnTo>
                  <a:lnTo>
                    <a:pt x="1220551" y="388744"/>
                  </a:lnTo>
                  <a:lnTo>
                    <a:pt x="1221622" y="388181"/>
                  </a:lnTo>
                  <a:lnTo>
                    <a:pt x="1222694" y="387618"/>
                  </a:lnTo>
                  <a:lnTo>
                    <a:pt x="1223765" y="387056"/>
                  </a:lnTo>
                  <a:lnTo>
                    <a:pt x="1224837" y="386494"/>
                  </a:lnTo>
                  <a:lnTo>
                    <a:pt x="1225909" y="385932"/>
                  </a:lnTo>
                  <a:lnTo>
                    <a:pt x="1226980" y="385371"/>
                  </a:lnTo>
                  <a:lnTo>
                    <a:pt x="1228052" y="384811"/>
                  </a:lnTo>
                  <a:lnTo>
                    <a:pt x="1229123" y="384251"/>
                  </a:lnTo>
                  <a:lnTo>
                    <a:pt x="1230195" y="383692"/>
                  </a:lnTo>
                  <a:lnTo>
                    <a:pt x="1231267" y="383133"/>
                  </a:lnTo>
                  <a:lnTo>
                    <a:pt x="1232338" y="382574"/>
                  </a:lnTo>
                  <a:lnTo>
                    <a:pt x="1233410" y="382016"/>
                  </a:lnTo>
                  <a:lnTo>
                    <a:pt x="1234481" y="381459"/>
                  </a:lnTo>
                  <a:lnTo>
                    <a:pt x="1235553" y="380901"/>
                  </a:lnTo>
                  <a:lnTo>
                    <a:pt x="1236625" y="380345"/>
                  </a:lnTo>
                  <a:lnTo>
                    <a:pt x="1237696" y="379789"/>
                  </a:lnTo>
                  <a:lnTo>
                    <a:pt x="1238768" y="379233"/>
                  </a:lnTo>
                  <a:lnTo>
                    <a:pt x="1239839" y="378678"/>
                  </a:lnTo>
                  <a:lnTo>
                    <a:pt x="1240911" y="378123"/>
                  </a:lnTo>
                  <a:lnTo>
                    <a:pt x="1241983" y="377569"/>
                  </a:lnTo>
                  <a:lnTo>
                    <a:pt x="1243054" y="377015"/>
                  </a:lnTo>
                  <a:lnTo>
                    <a:pt x="1244126" y="376461"/>
                  </a:lnTo>
                  <a:lnTo>
                    <a:pt x="1245197" y="375908"/>
                  </a:lnTo>
                  <a:lnTo>
                    <a:pt x="1246269" y="375356"/>
                  </a:lnTo>
                  <a:lnTo>
                    <a:pt x="1247340" y="374803"/>
                  </a:lnTo>
                  <a:lnTo>
                    <a:pt x="1248412" y="374252"/>
                  </a:lnTo>
                  <a:lnTo>
                    <a:pt x="1249484" y="373700"/>
                  </a:lnTo>
                  <a:lnTo>
                    <a:pt x="1250555" y="373150"/>
                  </a:lnTo>
                  <a:lnTo>
                    <a:pt x="1251627" y="372599"/>
                  </a:lnTo>
                  <a:lnTo>
                    <a:pt x="1252698" y="372049"/>
                  </a:lnTo>
                  <a:lnTo>
                    <a:pt x="1253770" y="371500"/>
                  </a:lnTo>
                  <a:lnTo>
                    <a:pt x="1254842" y="370951"/>
                  </a:lnTo>
                  <a:lnTo>
                    <a:pt x="1255913" y="370402"/>
                  </a:lnTo>
                  <a:lnTo>
                    <a:pt x="1256985" y="369854"/>
                  </a:lnTo>
                  <a:lnTo>
                    <a:pt x="1258056" y="369306"/>
                  </a:lnTo>
                  <a:lnTo>
                    <a:pt x="1259128" y="368758"/>
                  </a:lnTo>
                  <a:lnTo>
                    <a:pt x="1260200" y="368211"/>
                  </a:lnTo>
                  <a:lnTo>
                    <a:pt x="1261271" y="367665"/>
                  </a:lnTo>
                  <a:lnTo>
                    <a:pt x="1262343" y="367118"/>
                  </a:lnTo>
                  <a:lnTo>
                    <a:pt x="1263414" y="366573"/>
                  </a:lnTo>
                  <a:lnTo>
                    <a:pt x="1264486" y="366027"/>
                  </a:lnTo>
                  <a:lnTo>
                    <a:pt x="1265558" y="365482"/>
                  </a:lnTo>
                  <a:lnTo>
                    <a:pt x="1266629" y="364937"/>
                  </a:lnTo>
                  <a:lnTo>
                    <a:pt x="1267701" y="364393"/>
                  </a:lnTo>
                  <a:lnTo>
                    <a:pt x="1268772" y="363849"/>
                  </a:lnTo>
                  <a:lnTo>
                    <a:pt x="1269844" y="363306"/>
                  </a:lnTo>
                  <a:lnTo>
                    <a:pt x="1270916" y="362763"/>
                  </a:lnTo>
                  <a:lnTo>
                    <a:pt x="1271987" y="362220"/>
                  </a:lnTo>
                  <a:lnTo>
                    <a:pt x="1273059" y="361678"/>
                  </a:lnTo>
                  <a:lnTo>
                    <a:pt x="1274130" y="361136"/>
                  </a:lnTo>
                  <a:lnTo>
                    <a:pt x="1275202" y="360594"/>
                  </a:lnTo>
                  <a:lnTo>
                    <a:pt x="1276274" y="360053"/>
                  </a:lnTo>
                  <a:lnTo>
                    <a:pt x="1277345" y="359513"/>
                  </a:lnTo>
                  <a:lnTo>
                    <a:pt x="1278417" y="358972"/>
                  </a:lnTo>
                  <a:lnTo>
                    <a:pt x="1279488" y="358432"/>
                  </a:lnTo>
                  <a:lnTo>
                    <a:pt x="1280560" y="357892"/>
                  </a:lnTo>
                  <a:lnTo>
                    <a:pt x="1281632" y="357353"/>
                  </a:lnTo>
                  <a:lnTo>
                    <a:pt x="1282703" y="356814"/>
                  </a:lnTo>
                  <a:lnTo>
                    <a:pt x="1283775" y="356275"/>
                  </a:lnTo>
                  <a:lnTo>
                    <a:pt x="1284846" y="355737"/>
                  </a:lnTo>
                  <a:lnTo>
                    <a:pt x="1285918" y="355199"/>
                  </a:lnTo>
                  <a:lnTo>
                    <a:pt x="1286990" y="354662"/>
                  </a:lnTo>
                  <a:lnTo>
                    <a:pt x="1288061" y="354125"/>
                  </a:lnTo>
                  <a:lnTo>
                    <a:pt x="1289133" y="353588"/>
                  </a:lnTo>
                  <a:lnTo>
                    <a:pt x="1290204" y="353051"/>
                  </a:lnTo>
                  <a:lnTo>
                    <a:pt x="1291276" y="352515"/>
                  </a:lnTo>
                  <a:lnTo>
                    <a:pt x="1292348" y="351979"/>
                  </a:lnTo>
                  <a:lnTo>
                    <a:pt x="1293419" y="351444"/>
                  </a:lnTo>
                  <a:lnTo>
                    <a:pt x="1294491" y="350909"/>
                  </a:lnTo>
                  <a:lnTo>
                    <a:pt x="1295562" y="350374"/>
                  </a:lnTo>
                  <a:lnTo>
                    <a:pt x="1296634" y="349839"/>
                  </a:lnTo>
                  <a:lnTo>
                    <a:pt x="1297706" y="349305"/>
                  </a:lnTo>
                  <a:lnTo>
                    <a:pt x="1298777" y="348771"/>
                  </a:lnTo>
                  <a:lnTo>
                    <a:pt x="1299849" y="348238"/>
                  </a:lnTo>
                  <a:lnTo>
                    <a:pt x="1300920" y="347704"/>
                  </a:lnTo>
                  <a:lnTo>
                    <a:pt x="1301992" y="347171"/>
                  </a:lnTo>
                  <a:lnTo>
                    <a:pt x="1303064" y="346639"/>
                  </a:lnTo>
                  <a:lnTo>
                    <a:pt x="1304135" y="346106"/>
                  </a:lnTo>
                  <a:lnTo>
                    <a:pt x="1305207" y="345574"/>
                  </a:lnTo>
                  <a:lnTo>
                    <a:pt x="1306278" y="345043"/>
                  </a:lnTo>
                  <a:lnTo>
                    <a:pt x="1307350" y="344511"/>
                  </a:lnTo>
                  <a:lnTo>
                    <a:pt x="1308422" y="343980"/>
                  </a:lnTo>
                  <a:lnTo>
                    <a:pt x="1309493" y="343449"/>
                  </a:lnTo>
                  <a:lnTo>
                    <a:pt x="1310565" y="342919"/>
                  </a:lnTo>
                  <a:lnTo>
                    <a:pt x="1311636" y="342389"/>
                  </a:lnTo>
                  <a:lnTo>
                    <a:pt x="1312708" y="341859"/>
                  </a:lnTo>
                  <a:lnTo>
                    <a:pt x="1313780" y="341329"/>
                  </a:lnTo>
                  <a:lnTo>
                    <a:pt x="1314851" y="340800"/>
                  </a:lnTo>
                  <a:lnTo>
                    <a:pt x="1315923" y="340270"/>
                  </a:lnTo>
                  <a:lnTo>
                    <a:pt x="1316994" y="339742"/>
                  </a:lnTo>
                  <a:lnTo>
                    <a:pt x="1318066" y="339213"/>
                  </a:lnTo>
                  <a:lnTo>
                    <a:pt x="1319138" y="338685"/>
                  </a:lnTo>
                  <a:lnTo>
                    <a:pt x="1320209" y="338157"/>
                  </a:lnTo>
                  <a:lnTo>
                    <a:pt x="1321281" y="337629"/>
                  </a:lnTo>
                  <a:lnTo>
                    <a:pt x="1322352" y="337101"/>
                  </a:lnTo>
                  <a:lnTo>
                    <a:pt x="1323424" y="336574"/>
                  </a:lnTo>
                  <a:lnTo>
                    <a:pt x="1324496" y="336047"/>
                  </a:lnTo>
                  <a:lnTo>
                    <a:pt x="1325567" y="335520"/>
                  </a:lnTo>
                  <a:lnTo>
                    <a:pt x="1326639" y="334994"/>
                  </a:lnTo>
                  <a:lnTo>
                    <a:pt x="1327710" y="334468"/>
                  </a:lnTo>
                  <a:lnTo>
                    <a:pt x="1328782" y="333942"/>
                  </a:lnTo>
                  <a:lnTo>
                    <a:pt x="1329854" y="333416"/>
                  </a:lnTo>
                  <a:lnTo>
                    <a:pt x="1330925" y="332890"/>
                  </a:lnTo>
                  <a:lnTo>
                    <a:pt x="1331997" y="332365"/>
                  </a:lnTo>
                  <a:lnTo>
                    <a:pt x="1333068" y="331840"/>
                  </a:lnTo>
                  <a:lnTo>
                    <a:pt x="1334140" y="331315"/>
                  </a:lnTo>
                  <a:lnTo>
                    <a:pt x="1335212" y="330790"/>
                  </a:lnTo>
                  <a:lnTo>
                    <a:pt x="1336283" y="330266"/>
                  </a:lnTo>
                  <a:lnTo>
                    <a:pt x="1337355" y="329742"/>
                  </a:lnTo>
                  <a:lnTo>
                    <a:pt x="1338426" y="329218"/>
                  </a:lnTo>
                  <a:lnTo>
                    <a:pt x="1339498" y="328694"/>
                  </a:lnTo>
                  <a:lnTo>
                    <a:pt x="1340570" y="328171"/>
                  </a:lnTo>
                  <a:lnTo>
                    <a:pt x="1341641" y="327647"/>
                  </a:lnTo>
                  <a:lnTo>
                    <a:pt x="1342713" y="327124"/>
                  </a:lnTo>
                  <a:lnTo>
                    <a:pt x="1343784" y="326601"/>
                  </a:lnTo>
                  <a:lnTo>
                    <a:pt x="1344856" y="326079"/>
                  </a:lnTo>
                  <a:lnTo>
                    <a:pt x="1345928" y="325556"/>
                  </a:lnTo>
                  <a:lnTo>
                    <a:pt x="1346999" y="325034"/>
                  </a:lnTo>
                  <a:lnTo>
                    <a:pt x="1348071" y="324512"/>
                  </a:lnTo>
                  <a:lnTo>
                    <a:pt x="1349142" y="323990"/>
                  </a:lnTo>
                  <a:lnTo>
                    <a:pt x="1350214" y="323468"/>
                  </a:lnTo>
                  <a:lnTo>
                    <a:pt x="1351286" y="322946"/>
                  </a:lnTo>
                  <a:lnTo>
                    <a:pt x="1352357" y="322425"/>
                  </a:lnTo>
                  <a:lnTo>
                    <a:pt x="1353429" y="321904"/>
                  </a:lnTo>
                  <a:lnTo>
                    <a:pt x="1354500" y="321383"/>
                  </a:lnTo>
                  <a:lnTo>
                    <a:pt x="1355572" y="320862"/>
                  </a:lnTo>
                  <a:lnTo>
                    <a:pt x="1356644" y="320341"/>
                  </a:lnTo>
                  <a:lnTo>
                    <a:pt x="1357715" y="319820"/>
                  </a:lnTo>
                  <a:lnTo>
                    <a:pt x="1358787" y="319300"/>
                  </a:lnTo>
                  <a:lnTo>
                    <a:pt x="1359858" y="318780"/>
                  </a:lnTo>
                  <a:lnTo>
                    <a:pt x="1360930" y="318260"/>
                  </a:lnTo>
                  <a:lnTo>
                    <a:pt x="1362002" y="317740"/>
                  </a:lnTo>
                  <a:lnTo>
                    <a:pt x="1363073" y="317220"/>
                  </a:lnTo>
                  <a:lnTo>
                    <a:pt x="1364145" y="316700"/>
                  </a:lnTo>
                  <a:lnTo>
                    <a:pt x="1365216" y="316181"/>
                  </a:lnTo>
                  <a:lnTo>
                    <a:pt x="1366288" y="315661"/>
                  </a:lnTo>
                  <a:lnTo>
                    <a:pt x="1367360" y="315142"/>
                  </a:lnTo>
                  <a:lnTo>
                    <a:pt x="1368431" y="314623"/>
                  </a:lnTo>
                  <a:lnTo>
                    <a:pt x="1369503" y="314104"/>
                  </a:lnTo>
                  <a:lnTo>
                    <a:pt x="1370574" y="313585"/>
                  </a:lnTo>
                  <a:lnTo>
                    <a:pt x="1371646" y="313066"/>
                  </a:lnTo>
                  <a:lnTo>
                    <a:pt x="1372718" y="312548"/>
                  </a:lnTo>
                  <a:lnTo>
                    <a:pt x="1373789" y="312029"/>
                  </a:lnTo>
                  <a:lnTo>
                    <a:pt x="1374861" y="311511"/>
                  </a:lnTo>
                  <a:lnTo>
                    <a:pt x="1375932" y="310993"/>
                  </a:lnTo>
                  <a:lnTo>
                    <a:pt x="1377004" y="310474"/>
                  </a:lnTo>
                  <a:lnTo>
                    <a:pt x="1378076" y="309956"/>
                  </a:lnTo>
                  <a:lnTo>
                    <a:pt x="1379147" y="309438"/>
                  </a:lnTo>
                  <a:lnTo>
                    <a:pt x="1380219" y="308921"/>
                  </a:lnTo>
                  <a:lnTo>
                    <a:pt x="1381290" y="308403"/>
                  </a:lnTo>
                  <a:lnTo>
                    <a:pt x="1382362" y="307885"/>
                  </a:lnTo>
                  <a:lnTo>
                    <a:pt x="1383434" y="307368"/>
                  </a:lnTo>
                  <a:lnTo>
                    <a:pt x="1384505" y="306850"/>
                  </a:lnTo>
                  <a:lnTo>
                    <a:pt x="1385577" y="306333"/>
                  </a:lnTo>
                  <a:lnTo>
                    <a:pt x="1386648" y="305815"/>
                  </a:lnTo>
                  <a:lnTo>
                    <a:pt x="1387720" y="305298"/>
                  </a:lnTo>
                  <a:lnTo>
                    <a:pt x="1388792" y="304781"/>
                  </a:lnTo>
                  <a:lnTo>
                    <a:pt x="1389863" y="304264"/>
                  </a:lnTo>
                  <a:lnTo>
                    <a:pt x="1390935" y="303747"/>
                  </a:lnTo>
                  <a:lnTo>
                    <a:pt x="1392006" y="303230"/>
                  </a:lnTo>
                  <a:lnTo>
                    <a:pt x="1393078" y="302713"/>
                  </a:lnTo>
                  <a:lnTo>
                    <a:pt x="1394150" y="302196"/>
                  </a:lnTo>
                  <a:lnTo>
                    <a:pt x="1395221" y="301679"/>
                  </a:lnTo>
                  <a:lnTo>
                    <a:pt x="1396293" y="301163"/>
                  </a:lnTo>
                  <a:lnTo>
                    <a:pt x="1397364" y="300646"/>
                  </a:lnTo>
                  <a:lnTo>
                    <a:pt x="1398436" y="300130"/>
                  </a:lnTo>
                  <a:lnTo>
                    <a:pt x="1399508" y="299613"/>
                  </a:lnTo>
                  <a:lnTo>
                    <a:pt x="1400579" y="299097"/>
                  </a:lnTo>
                  <a:lnTo>
                    <a:pt x="1401651" y="298581"/>
                  </a:lnTo>
                  <a:lnTo>
                    <a:pt x="1402722" y="298065"/>
                  </a:lnTo>
                  <a:lnTo>
                    <a:pt x="1403794" y="297549"/>
                  </a:lnTo>
                  <a:lnTo>
                    <a:pt x="1404866" y="297033"/>
                  </a:lnTo>
                  <a:lnTo>
                    <a:pt x="1405937" y="296517"/>
                  </a:lnTo>
                  <a:lnTo>
                    <a:pt x="1407009" y="296001"/>
                  </a:lnTo>
                  <a:lnTo>
                    <a:pt x="1408080" y="295486"/>
                  </a:lnTo>
                  <a:lnTo>
                    <a:pt x="1409152" y="294970"/>
                  </a:lnTo>
                  <a:lnTo>
                    <a:pt x="1410224" y="294455"/>
                  </a:lnTo>
                  <a:lnTo>
                    <a:pt x="1411295" y="293939"/>
                  </a:lnTo>
                  <a:lnTo>
                    <a:pt x="1412367" y="293424"/>
                  </a:lnTo>
                  <a:lnTo>
                    <a:pt x="1413438" y="292909"/>
                  </a:lnTo>
                  <a:lnTo>
                    <a:pt x="1414510" y="292394"/>
                  </a:lnTo>
                  <a:lnTo>
                    <a:pt x="1415582" y="291879"/>
                  </a:lnTo>
                  <a:lnTo>
                    <a:pt x="1416653" y="291364"/>
                  </a:lnTo>
                  <a:lnTo>
                    <a:pt x="1417725" y="290850"/>
                  </a:lnTo>
                  <a:lnTo>
                    <a:pt x="1418796" y="290335"/>
                  </a:lnTo>
                  <a:lnTo>
                    <a:pt x="1419868" y="289821"/>
                  </a:lnTo>
                  <a:lnTo>
                    <a:pt x="1420939" y="289306"/>
                  </a:lnTo>
                  <a:lnTo>
                    <a:pt x="1422011" y="288792"/>
                  </a:lnTo>
                  <a:lnTo>
                    <a:pt x="1423083" y="288278"/>
                  </a:lnTo>
                  <a:lnTo>
                    <a:pt x="1424154" y="287764"/>
                  </a:lnTo>
                  <a:lnTo>
                    <a:pt x="1425226" y="287250"/>
                  </a:lnTo>
                  <a:lnTo>
                    <a:pt x="1426297" y="286736"/>
                  </a:lnTo>
                  <a:lnTo>
                    <a:pt x="1427369" y="286222"/>
                  </a:lnTo>
                  <a:lnTo>
                    <a:pt x="1428441" y="285709"/>
                  </a:lnTo>
                  <a:lnTo>
                    <a:pt x="1429512" y="285195"/>
                  </a:lnTo>
                  <a:lnTo>
                    <a:pt x="1430584" y="284682"/>
                  </a:lnTo>
                  <a:lnTo>
                    <a:pt x="1431655" y="284169"/>
                  </a:lnTo>
                  <a:lnTo>
                    <a:pt x="1432727" y="283656"/>
                  </a:lnTo>
                  <a:lnTo>
                    <a:pt x="1433799" y="283143"/>
                  </a:lnTo>
                  <a:lnTo>
                    <a:pt x="1434870" y="282630"/>
                  </a:lnTo>
                  <a:lnTo>
                    <a:pt x="1435942" y="282117"/>
                  </a:lnTo>
                  <a:lnTo>
                    <a:pt x="1437013" y="281604"/>
                  </a:lnTo>
                  <a:lnTo>
                    <a:pt x="1438085" y="281092"/>
                  </a:lnTo>
                  <a:lnTo>
                    <a:pt x="1439157" y="280579"/>
                  </a:lnTo>
                  <a:lnTo>
                    <a:pt x="1440228" y="280067"/>
                  </a:lnTo>
                  <a:lnTo>
                    <a:pt x="1441300" y="279555"/>
                  </a:lnTo>
                  <a:lnTo>
                    <a:pt x="1442371" y="279043"/>
                  </a:lnTo>
                  <a:lnTo>
                    <a:pt x="1443443" y="278531"/>
                  </a:lnTo>
                  <a:lnTo>
                    <a:pt x="1444515" y="278020"/>
                  </a:lnTo>
                  <a:lnTo>
                    <a:pt x="1445586" y="277508"/>
                  </a:lnTo>
                  <a:lnTo>
                    <a:pt x="1446658" y="276997"/>
                  </a:lnTo>
                  <a:lnTo>
                    <a:pt x="1447729" y="276485"/>
                  </a:lnTo>
                  <a:lnTo>
                    <a:pt x="1448801" y="275974"/>
                  </a:lnTo>
                  <a:lnTo>
                    <a:pt x="1449873" y="275463"/>
                  </a:lnTo>
                  <a:lnTo>
                    <a:pt x="1450944" y="274952"/>
                  </a:lnTo>
                  <a:lnTo>
                    <a:pt x="1452016" y="274442"/>
                  </a:lnTo>
                  <a:lnTo>
                    <a:pt x="1453087" y="273931"/>
                  </a:lnTo>
                  <a:lnTo>
                    <a:pt x="1454159" y="273421"/>
                  </a:lnTo>
                  <a:lnTo>
                    <a:pt x="1455231" y="272910"/>
                  </a:lnTo>
                  <a:lnTo>
                    <a:pt x="1456302" y="272400"/>
                  </a:lnTo>
                  <a:lnTo>
                    <a:pt x="1457374" y="271890"/>
                  </a:lnTo>
                  <a:lnTo>
                    <a:pt x="1458445" y="271380"/>
                  </a:lnTo>
                  <a:lnTo>
                    <a:pt x="1459517" y="270870"/>
                  </a:lnTo>
                  <a:lnTo>
                    <a:pt x="1460589" y="270361"/>
                  </a:lnTo>
                  <a:lnTo>
                    <a:pt x="1461660" y="269851"/>
                  </a:lnTo>
                  <a:lnTo>
                    <a:pt x="1462732" y="269342"/>
                  </a:lnTo>
                  <a:lnTo>
                    <a:pt x="1463803" y="268833"/>
                  </a:lnTo>
                  <a:lnTo>
                    <a:pt x="1464875" y="268324"/>
                  </a:lnTo>
                  <a:lnTo>
                    <a:pt x="1465947" y="267815"/>
                  </a:lnTo>
                  <a:lnTo>
                    <a:pt x="1467018" y="267307"/>
                  </a:lnTo>
                  <a:lnTo>
                    <a:pt x="1468090" y="266798"/>
                  </a:lnTo>
                  <a:lnTo>
                    <a:pt x="1469161" y="266290"/>
                  </a:lnTo>
                  <a:lnTo>
                    <a:pt x="1470233" y="265782"/>
                  </a:lnTo>
                  <a:lnTo>
                    <a:pt x="1471305" y="265274"/>
                  </a:lnTo>
                  <a:lnTo>
                    <a:pt x="1472376" y="264766"/>
                  </a:lnTo>
                  <a:lnTo>
                    <a:pt x="1473448" y="264258"/>
                  </a:lnTo>
                  <a:lnTo>
                    <a:pt x="1474519" y="263751"/>
                  </a:lnTo>
                  <a:lnTo>
                    <a:pt x="1475591" y="263243"/>
                  </a:lnTo>
                  <a:lnTo>
                    <a:pt x="1476663" y="262736"/>
                  </a:lnTo>
                  <a:lnTo>
                    <a:pt x="1477734" y="262229"/>
                  </a:lnTo>
                  <a:lnTo>
                    <a:pt x="1478806" y="261722"/>
                  </a:lnTo>
                  <a:lnTo>
                    <a:pt x="1479877" y="261216"/>
                  </a:lnTo>
                  <a:lnTo>
                    <a:pt x="1480949" y="260709"/>
                  </a:lnTo>
                  <a:lnTo>
                    <a:pt x="1482021" y="260203"/>
                  </a:lnTo>
                  <a:lnTo>
                    <a:pt x="1483092" y="259697"/>
                  </a:lnTo>
                  <a:lnTo>
                    <a:pt x="1484164" y="259191"/>
                  </a:lnTo>
                  <a:lnTo>
                    <a:pt x="1485235" y="258685"/>
                  </a:lnTo>
                  <a:lnTo>
                    <a:pt x="1486307" y="258179"/>
                  </a:lnTo>
                  <a:lnTo>
                    <a:pt x="1487379" y="257674"/>
                  </a:lnTo>
                  <a:lnTo>
                    <a:pt x="1488450" y="257169"/>
                  </a:lnTo>
                  <a:lnTo>
                    <a:pt x="1489522" y="256664"/>
                  </a:lnTo>
                  <a:lnTo>
                    <a:pt x="1490593" y="256159"/>
                  </a:lnTo>
                  <a:lnTo>
                    <a:pt x="1491665" y="255654"/>
                  </a:lnTo>
                  <a:lnTo>
                    <a:pt x="1492737" y="255150"/>
                  </a:lnTo>
                  <a:lnTo>
                    <a:pt x="1493808" y="254645"/>
                  </a:lnTo>
                  <a:lnTo>
                    <a:pt x="1494880" y="254141"/>
                  </a:lnTo>
                  <a:lnTo>
                    <a:pt x="1495951" y="253637"/>
                  </a:lnTo>
                  <a:lnTo>
                    <a:pt x="1497023" y="253133"/>
                  </a:lnTo>
                  <a:lnTo>
                    <a:pt x="1498095" y="252630"/>
                  </a:lnTo>
                  <a:lnTo>
                    <a:pt x="1499166" y="252126"/>
                  </a:lnTo>
                  <a:lnTo>
                    <a:pt x="1500238" y="251623"/>
                  </a:lnTo>
                  <a:lnTo>
                    <a:pt x="1501309" y="251120"/>
                  </a:lnTo>
                  <a:lnTo>
                    <a:pt x="1502381" y="250617"/>
                  </a:lnTo>
                  <a:lnTo>
                    <a:pt x="1503453" y="250115"/>
                  </a:lnTo>
                  <a:lnTo>
                    <a:pt x="1504524" y="249612"/>
                  </a:lnTo>
                  <a:lnTo>
                    <a:pt x="1505596" y="249110"/>
                  </a:lnTo>
                  <a:lnTo>
                    <a:pt x="1506667" y="248608"/>
                  </a:lnTo>
                  <a:lnTo>
                    <a:pt x="1507739" y="248106"/>
                  </a:lnTo>
                  <a:lnTo>
                    <a:pt x="1508811" y="247605"/>
                  </a:lnTo>
                  <a:lnTo>
                    <a:pt x="1509882" y="247103"/>
                  </a:lnTo>
                  <a:lnTo>
                    <a:pt x="1510954" y="246602"/>
                  </a:lnTo>
                  <a:lnTo>
                    <a:pt x="1512025" y="246101"/>
                  </a:lnTo>
                  <a:lnTo>
                    <a:pt x="1513097" y="245601"/>
                  </a:lnTo>
                  <a:lnTo>
                    <a:pt x="1514169" y="245100"/>
                  </a:lnTo>
                  <a:lnTo>
                    <a:pt x="1515240" y="244600"/>
                  </a:lnTo>
                  <a:lnTo>
                    <a:pt x="1516312" y="244099"/>
                  </a:lnTo>
                  <a:lnTo>
                    <a:pt x="1517383" y="243600"/>
                  </a:lnTo>
                  <a:lnTo>
                    <a:pt x="1518455" y="243100"/>
                  </a:lnTo>
                  <a:lnTo>
                    <a:pt x="1519527" y="242600"/>
                  </a:lnTo>
                  <a:lnTo>
                    <a:pt x="1520598" y="242101"/>
                  </a:lnTo>
                  <a:lnTo>
                    <a:pt x="1521670" y="241602"/>
                  </a:lnTo>
                  <a:lnTo>
                    <a:pt x="1522741" y="241103"/>
                  </a:lnTo>
                  <a:lnTo>
                    <a:pt x="1523813" y="240604"/>
                  </a:lnTo>
                  <a:lnTo>
                    <a:pt x="1524885" y="240106"/>
                  </a:lnTo>
                  <a:lnTo>
                    <a:pt x="1525956" y="239608"/>
                  </a:lnTo>
                  <a:lnTo>
                    <a:pt x="1527028" y="239110"/>
                  </a:lnTo>
                  <a:lnTo>
                    <a:pt x="1528099" y="238612"/>
                  </a:lnTo>
                  <a:lnTo>
                    <a:pt x="1529171" y="238115"/>
                  </a:lnTo>
                  <a:lnTo>
                    <a:pt x="1530243" y="237617"/>
                  </a:lnTo>
                  <a:lnTo>
                    <a:pt x="1531314" y="237120"/>
                  </a:lnTo>
                  <a:lnTo>
                    <a:pt x="1532386" y="236623"/>
                  </a:lnTo>
                  <a:lnTo>
                    <a:pt x="1533457" y="236127"/>
                  </a:lnTo>
                  <a:lnTo>
                    <a:pt x="1534529" y="235630"/>
                  </a:lnTo>
                  <a:lnTo>
                    <a:pt x="1535601" y="235134"/>
                  </a:lnTo>
                  <a:lnTo>
                    <a:pt x="1536672" y="234638"/>
                  </a:lnTo>
                  <a:lnTo>
                    <a:pt x="1537744" y="234143"/>
                  </a:lnTo>
                  <a:lnTo>
                    <a:pt x="1538815" y="233647"/>
                  </a:lnTo>
                  <a:lnTo>
                    <a:pt x="1539887" y="233152"/>
                  </a:lnTo>
                  <a:lnTo>
                    <a:pt x="1540959" y="232657"/>
                  </a:lnTo>
                  <a:lnTo>
                    <a:pt x="1542030" y="232163"/>
                  </a:lnTo>
                  <a:lnTo>
                    <a:pt x="1543102" y="231668"/>
                  </a:lnTo>
                  <a:lnTo>
                    <a:pt x="1544173" y="231174"/>
                  </a:lnTo>
                  <a:lnTo>
                    <a:pt x="1545245" y="230680"/>
                  </a:lnTo>
                  <a:lnTo>
                    <a:pt x="1546317" y="230186"/>
                  </a:lnTo>
                  <a:lnTo>
                    <a:pt x="1547388" y="229693"/>
                  </a:lnTo>
                  <a:lnTo>
                    <a:pt x="1548460" y="229199"/>
                  </a:lnTo>
                  <a:lnTo>
                    <a:pt x="1549531" y="228706"/>
                  </a:lnTo>
                  <a:lnTo>
                    <a:pt x="1550603" y="228214"/>
                  </a:lnTo>
                  <a:lnTo>
                    <a:pt x="1551675" y="227721"/>
                  </a:lnTo>
                  <a:lnTo>
                    <a:pt x="1552746" y="227229"/>
                  </a:lnTo>
                  <a:lnTo>
                    <a:pt x="1553818" y="226737"/>
                  </a:lnTo>
                  <a:lnTo>
                    <a:pt x="1554889" y="226245"/>
                  </a:lnTo>
                  <a:lnTo>
                    <a:pt x="1555961" y="225754"/>
                  </a:lnTo>
                  <a:lnTo>
                    <a:pt x="1557033" y="225263"/>
                  </a:lnTo>
                  <a:lnTo>
                    <a:pt x="1558104" y="224772"/>
                  </a:lnTo>
                  <a:lnTo>
                    <a:pt x="1559176" y="224281"/>
                  </a:lnTo>
                  <a:lnTo>
                    <a:pt x="1560247" y="223790"/>
                  </a:lnTo>
                  <a:lnTo>
                    <a:pt x="1561319" y="223300"/>
                  </a:lnTo>
                  <a:lnTo>
                    <a:pt x="1562391" y="222810"/>
                  </a:lnTo>
                  <a:lnTo>
                    <a:pt x="1563462" y="222321"/>
                  </a:lnTo>
                  <a:lnTo>
                    <a:pt x="1564534" y="221831"/>
                  </a:lnTo>
                  <a:lnTo>
                    <a:pt x="1565605" y="221342"/>
                  </a:lnTo>
                  <a:lnTo>
                    <a:pt x="1566677" y="220853"/>
                  </a:lnTo>
                  <a:lnTo>
                    <a:pt x="1567749" y="220365"/>
                  </a:lnTo>
                  <a:lnTo>
                    <a:pt x="1568820" y="219877"/>
                  </a:lnTo>
                  <a:lnTo>
                    <a:pt x="1569892" y="219389"/>
                  </a:lnTo>
                  <a:lnTo>
                    <a:pt x="1570963" y="218901"/>
                  </a:lnTo>
                  <a:lnTo>
                    <a:pt x="1572035" y="218413"/>
                  </a:lnTo>
                  <a:lnTo>
                    <a:pt x="1573107" y="217926"/>
                  </a:lnTo>
                  <a:lnTo>
                    <a:pt x="1574178" y="217439"/>
                  </a:lnTo>
                  <a:lnTo>
                    <a:pt x="1575250" y="216953"/>
                  </a:lnTo>
                  <a:lnTo>
                    <a:pt x="1576321" y="216466"/>
                  </a:lnTo>
                  <a:lnTo>
                    <a:pt x="1577393" y="215980"/>
                  </a:lnTo>
                  <a:lnTo>
                    <a:pt x="1578465" y="215494"/>
                  </a:lnTo>
                  <a:lnTo>
                    <a:pt x="1579536" y="215009"/>
                  </a:lnTo>
                  <a:lnTo>
                    <a:pt x="1580608" y="214524"/>
                  </a:lnTo>
                  <a:lnTo>
                    <a:pt x="1581679" y="214039"/>
                  </a:lnTo>
                  <a:lnTo>
                    <a:pt x="1582751" y="213554"/>
                  </a:lnTo>
                  <a:lnTo>
                    <a:pt x="1583823" y="213070"/>
                  </a:lnTo>
                  <a:lnTo>
                    <a:pt x="1584894" y="212586"/>
                  </a:lnTo>
                  <a:lnTo>
                    <a:pt x="1585966" y="212102"/>
                  </a:lnTo>
                  <a:lnTo>
                    <a:pt x="1587037" y="211618"/>
                  </a:lnTo>
                  <a:lnTo>
                    <a:pt x="1588109" y="211135"/>
                  </a:lnTo>
                  <a:lnTo>
                    <a:pt x="1589181" y="210652"/>
                  </a:lnTo>
                  <a:lnTo>
                    <a:pt x="1590252" y="210170"/>
                  </a:lnTo>
                  <a:lnTo>
                    <a:pt x="1591324" y="209687"/>
                  </a:lnTo>
                  <a:lnTo>
                    <a:pt x="1592395" y="209206"/>
                  </a:lnTo>
                  <a:lnTo>
                    <a:pt x="1593467" y="208724"/>
                  </a:lnTo>
                  <a:lnTo>
                    <a:pt x="1594539" y="208242"/>
                  </a:lnTo>
                  <a:lnTo>
                    <a:pt x="1595610" y="207761"/>
                  </a:lnTo>
                  <a:lnTo>
                    <a:pt x="1596682" y="207281"/>
                  </a:lnTo>
                  <a:lnTo>
                    <a:pt x="1597753" y="206800"/>
                  </a:lnTo>
                  <a:lnTo>
                    <a:pt x="1598825" y="206320"/>
                  </a:lnTo>
                  <a:lnTo>
                    <a:pt x="1599896" y="205840"/>
                  </a:lnTo>
                  <a:lnTo>
                    <a:pt x="1600968" y="205361"/>
                  </a:lnTo>
                  <a:lnTo>
                    <a:pt x="1602040" y="204881"/>
                  </a:lnTo>
                  <a:lnTo>
                    <a:pt x="1603111" y="204402"/>
                  </a:lnTo>
                  <a:lnTo>
                    <a:pt x="1604183" y="203924"/>
                  </a:lnTo>
                  <a:lnTo>
                    <a:pt x="1605254" y="203445"/>
                  </a:lnTo>
                  <a:lnTo>
                    <a:pt x="1606326" y="202967"/>
                  </a:lnTo>
                  <a:lnTo>
                    <a:pt x="1607398" y="202490"/>
                  </a:lnTo>
                  <a:lnTo>
                    <a:pt x="1608469" y="202013"/>
                  </a:lnTo>
                  <a:lnTo>
                    <a:pt x="1609541" y="201535"/>
                  </a:lnTo>
                  <a:lnTo>
                    <a:pt x="1610612" y="201059"/>
                  </a:lnTo>
                  <a:lnTo>
                    <a:pt x="1611684" y="200582"/>
                  </a:lnTo>
                  <a:lnTo>
                    <a:pt x="1612756" y="200106"/>
                  </a:lnTo>
                  <a:lnTo>
                    <a:pt x="1613827" y="199631"/>
                  </a:lnTo>
                  <a:lnTo>
                    <a:pt x="1614899" y="199155"/>
                  </a:lnTo>
                  <a:lnTo>
                    <a:pt x="1615970" y="198680"/>
                  </a:lnTo>
                  <a:lnTo>
                    <a:pt x="1617042" y="198205"/>
                  </a:lnTo>
                  <a:lnTo>
                    <a:pt x="1618114" y="197731"/>
                  </a:lnTo>
                  <a:lnTo>
                    <a:pt x="1619185" y="197257"/>
                  </a:lnTo>
                  <a:lnTo>
                    <a:pt x="1620257" y="196783"/>
                  </a:lnTo>
                  <a:lnTo>
                    <a:pt x="1621328" y="196310"/>
                  </a:lnTo>
                  <a:lnTo>
                    <a:pt x="1622400" y="195837"/>
                  </a:lnTo>
                  <a:lnTo>
                    <a:pt x="1623472" y="195364"/>
                  </a:lnTo>
                  <a:lnTo>
                    <a:pt x="1624543" y="194892"/>
                  </a:lnTo>
                  <a:lnTo>
                    <a:pt x="1625615" y="194420"/>
                  </a:lnTo>
                  <a:lnTo>
                    <a:pt x="1626686" y="193948"/>
                  </a:lnTo>
                  <a:lnTo>
                    <a:pt x="1627758" y="193477"/>
                  </a:lnTo>
                  <a:lnTo>
                    <a:pt x="1628830" y="193005"/>
                  </a:lnTo>
                  <a:lnTo>
                    <a:pt x="1629901" y="192535"/>
                  </a:lnTo>
                  <a:lnTo>
                    <a:pt x="1630973" y="192064"/>
                  </a:lnTo>
                  <a:lnTo>
                    <a:pt x="1632044" y="191595"/>
                  </a:lnTo>
                  <a:lnTo>
                    <a:pt x="1633116" y="191125"/>
                  </a:lnTo>
                  <a:lnTo>
                    <a:pt x="1634188" y="190656"/>
                  </a:lnTo>
                  <a:lnTo>
                    <a:pt x="1635259" y="190187"/>
                  </a:lnTo>
                  <a:lnTo>
                    <a:pt x="1636331" y="189718"/>
                  </a:lnTo>
                  <a:lnTo>
                    <a:pt x="1637402" y="189250"/>
                  </a:lnTo>
                  <a:lnTo>
                    <a:pt x="1638474" y="188782"/>
                  </a:lnTo>
                  <a:lnTo>
                    <a:pt x="1639546" y="188314"/>
                  </a:lnTo>
                  <a:lnTo>
                    <a:pt x="1640617" y="187847"/>
                  </a:lnTo>
                  <a:lnTo>
                    <a:pt x="1641689" y="187381"/>
                  </a:lnTo>
                  <a:lnTo>
                    <a:pt x="1642760" y="186914"/>
                  </a:lnTo>
                  <a:lnTo>
                    <a:pt x="1643832" y="186448"/>
                  </a:lnTo>
                  <a:lnTo>
                    <a:pt x="1644904" y="185982"/>
                  </a:lnTo>
                  <a:lnTo>
                    <a:pt x="1645975" y="185517"/>
                  </a:lnTo>
                  <a:lnTo>
                    <a:pt x="1647047" y="185052"/>
                  </a:lnTo>
                  <a:lnTo>
                    <a:pt x="1648118" y="184587"/>
                  </a:lnTo>
                  <a:lnTo>
                    <a:pt x="1649190" y="184123"/>
                  </a:lnTo>
                  <a:lnTo>
                    <a:pt x="1650262" y="183659"/>
                  </a:lnTo>
                  <a:lnTo>
                    <a:pt x="1651333" y="183196"/>
                  </a:lnTo>
                  <a:lnTo>
                    <a:pt x="1652405" y="182733"/>
                  </a:lnTo>
                  <a:lnTo>
                    <a:pt x="1653476" y="182270"/>
                  </a:lnTo>
                  <a:lnTo>
                    <a:pt x="1654548" y="181808"/>
                  </a:lnTo>
                  <a:lnTo>
                    <a:pt x="1655620" y="181346"/>
                  </a:lnTo>
                  <a:lnTo>
                    <a:pt x="1656691" y="180884"/>
                  </a:lnTo>
                  <a:lnTo>
                    <a:pt x="1657763" y="180423"/>
                  </a:lnTo>
                  <a:lnTo>
                    <a:pt x="1658834" y="179962"/>
                  </a:lnTo>
                  <a:lnTo>
                    <a:pt x="1659906" y="179502"/>
                  </a:lnTo>
                  <a:lnTo>
                    <a:pt x="1660978" y="179041"/>
                  </a:lnTo>
                  <a:lnTo>
                    <a:pt x="1662049" y="178582"/>
                  </a:lnTo>
                  <a:lnTo>
                    <a:pt x="1663121" y="178123"/>
                  </a:lnTo>
                  <a:lnTo>
                    <a:pt x="1664192" y="177664"/>
                  </a:lnTo>
                  <a:lnTo>
                    <a:pt x="1665264" y="177205"/>
                  </a:lnTo>
                  <a:lnTo>
                    <a:pt x="1666336" y="176747"/>
                  </a:lnTo>
                  <a:lnTo>
                    <a:pt x="1667407" y="176289"/>
                  </a:lnTo>
                  <a:lnTo>
                    <a:pt x="1668479" y="175832"/>
                  </a:lnTo>
                  <a:lnTo>
                    <a:pt x="1669550" y="175375"/>
                  </a:lnTo>
                  <a:lnTo>
                    <a:pt x="1670622" y="174918"/>
                  </a:lnTo>
                  <a:lnTo>
                    <a:pt x="1671694" y="174462"/>
                  </a:lnTo>
                  <a:lnTo>
                    <a:pt x="1672765" y="174006"/>
                  </a:lnTo>
                  <a:lnTo>
                    <a:pt x="1673837" y="173551"/>
                  </a:lnTo>
                  <a:lnTo>
                    <a:pt x="1674908" y="173096"/>
                  </a:lnTo>
                  <a:lnTo>
                    <a:pt x="1675980" y="172642"/>
                  </a:lnTo>
                  <a:lnTo>
                    <a:pt x="1677052" y="172187"/>
                  </a:lnTo>
                  <a:lnTo>
                    <a:pt x="1678123" y="171734"/>
                  </a:lnTo>
                  <a:lnTo>
                    <a:pt x="1679195" y="171280"/>
                  </a:lnTo>
                  <a:lnTo>
                    <a:pt x="1680266" y="170827"/>
                  </a:lnTo>
                  <a:lnTo>
                    <a:pt x="1681338" y="170375"/>
                  </a:lnTo>
                  <a:lnTo>
                    <a:pt x="1682410" y="169923"/>
                  </a:lnTo>
                  <a:lnTo>
                    <a:pt x="1683481" y="169471"/>
                  </a:lnTo>
                  <a:lnTo>
                    <a:pt x="1684553" y="169020"/>
                  </a:lnTo>
                  <a:lnTo>
                    <a:pt x="1685624" y="168569"/>
                  </a:lnTo>
                  <a:lnTo>
                    <a:pt x="1686696" y="168119"/>
                  </a:lnTo>
                  <a:lnTo>
                    <a:pt x="1687768" y="167668"/>
                  </a:lnTo>
                  <a:lnTo>
                    <a:pt x="1688839" y="167219"/>
                  </a:lnTo>
                  <a:lnTo>
                    <a:pt x="1689911" y="166770"/>
                  </a:lnTo>
                  <a:lnTo>
                    <a:pt x="1690982" y="166321"/>
                  </a:lnTo>
                  <a:lnTo>
                    <a:pt x="1692054" y="165873"/>
                  </a:lnTo>
                  <a:lnTo>
                    <a:pt x="1693126" y="165425"/>
                  </a:lnTo>
                  <a:lnTo>
                    <a:pt x="1694197" y="164977"/>
                  </a:lnTo>
                  <a:lnTo>
                    <a:pt x="1695269" y="164530"/>
                  </a:lnTo>
                  <a:lnTo>
                    <a:pt x="1696340" y="164084"/>
                  </a:lnTo>
                  <a:lnTo>
                    <a:pt x="1697412" y="163637"/>
                  </a:lnTo>
                  <a:lnTo>
                    <a:pt x="1698484" y="163192"/>
                  </a:lnTo>
                  <a:lnTo>
                    <a:pt x="1699555" y="162746"/>
                  </a:lnTo>
                  <a:lnTo>
                    <a:pt x="1700627" y="162301"/>
                  </a:lnTo>
                  <a:lnTo>
                    <a:pt x="1701698" y="161857"/>
                  </a:lnTo>
                  <a:lnTo>
                    <a:pt x="1702770" y="161413"/>
                  </a:lnTo>
                  <a:lnTo>
                    <a:pt x="1703842" y="160969"/>
                  </a:lnTo>
                  <a:lnTo>
                    <a:pt x="1704913" y="160526"/>
                  </a:lnTo>
                  <a:lnTo>
                    <a:pt x="1705985" y="160083"/>
                  </a:lnTo>
                  <a:lnTo>
                    <a:pt x="1707056" y="159641"/>
                  </a:lnTo>
                  <a:lnTo>
                    <a:pt x="1708128" y="159199"/>
                  </a:lnTo>
                  <a:lnTo>
                    <a:pt x="1709200" y="158758"/>
                  </a:lnTo>
                  <a:lnTo>
                    <a:pt x="1710271" y="158317"/>
                  </a:lnTo>
                  <a:lnTo>
                    <a:pt x="1711343" y="157877"/>
                  </a:lnTo>
                  <a:lnTo>
                    <a:pt x="1712414" y="157437"/>
                  </a:lnTo>
                  <a:lnTo>
                    <a:pt x="1713486" y="156997"/>
                  </a:lnTo>
                  <a:lnTo>
                    <a:pt x="1714558" y="156558"/>
                  </a:lnTo>
                  <a:lnTo>
                    <a:pt x="1715629" y="156119"/>
                  </a:lnTo>
                  <a:lnTo>
                    <a:pt x="1716701" y="155681"/>
                  </a:lnTo>
                  <a:lnTo>
                    <a:pt x="1717772" y="155243"/>
                  </a:lnTo>
                  <a:lnTo>
                    <a:pt x="1718844" y="154806"/>
                  </a:lnTo>
                  <a:lnTo>
                    <a:pt x="1719916" y="154369"/>
                  </a:lnTo>
                  <a:lnTo>
                    <a:pt x="1720987" y="153933"/>
                  </a:lnTo>
                  <a:lnTo>
                    <a:pt x="1722059" y="153497"/>
                  </a:lnTo>
                  <a:lnTo>
                    <a:pt x="1723130" y="153061"/>
                  </a:lnTo>
                  <a:lnTo>
                    <a:pt x="1724202" y="152626"/>
                  </a:lnTo>
                  <a:lnTo>
                    <a:pt x="1725274" y="152192"/>
                  </a:lnTo>
                  <a:lnTo>
                    <a:pt x="1726345" y="151758"/>
                  </a:lnTo>
                  <a:lnTo>
                    <a:pt x="1727417" y="151324"/>
                  </a:lnTo>
                  <a:lnTo>
                    <a:pt x="1728488" y="150891"/>
                  </a:lnTo>
                  <a:lnTo>
                    <a:pt x="1729560" y="150459"/>
                  </a:lnTo>
                  <a:lnTo>
                    <a:pt x="1730632" y="150026"/>
                  </a:lnTo>
                  <a:lnTo>
                    <a:pt x="1731703" y="149595"/>
                  </a:lnTo>
                  <a:lnTo>
                    <a:pt x="1732775" y="149163"/>
                  </a:lnTo>
                  <a:lnTo>
                    <a:pt x="1733846" y="148733"/>
                  </a:lnTo>
                  <a:lnTo>
                    <a:pt x="1734918" y="148302"/>
                  </a:lnTo>
                  <a:lnTo>
                    <a:pt x="1735990" y="147873"/>
                  </a:lnTo>
                  <a:lnTo>
                    <a:pt x="1737061" y="147443"/>
                  </a:lnTo>
                  <a:lnTo>
                    <a:pt x="1738133" y="147015"/>
                  </a:lnTo>
                  <a:lnTo>
                    <a:pt x="1739204" y="146586"/>
                  </a:lnTo>
                  <a:lnTo>
                    <a:pt x="1740276" y="146158"/>
                  </a:lnTo>
                  <a:lnTo>
                    <a:pt x="1741348" y="145731"/>
                  </a:lnTo>
                  <a:lnTo>
                    <a:pt x="1742419" y="145304"/>
                  </a:lnTo>
                  <a:lnTo>
                    <a:pt x="1743491" y="144878"/>
                  </a:lnTo>
                  <a:lnTo>
                    <a:pt x="1744562" y="144452"/>
                  </a:lnTo>
                  <a:lnTo>
                    <a:pt x="1745634" y="144027"/>
                  </a:lnTo>
                  <a:lnTo>
                    <a:pt x="1746706" y="143602"/>
                  </a:lnTo>
                  <a:lnTo>
                    <a:pt x="1747777" y="143177"/>
                  </a:lnTo>
                  <a:lnTo>
                    <a:pt x="1748849" y="142754"/>
                  </a:lnTo>
                  <a:lnTo>
                    <a:pt x="1749920" y="142330"/>
                  </a:lnTo>
                  <a:lnTo>
                    <a:pt x="1750992" y="141907"/>
                  </a:lnTo>
                  <a:lnTo>
                    <a:pt x="1752064" y="141485"/>
                  </a:lnTo>
                  <a:lnTo>
                    <a:pt x="1753135" y="141063"/>
                  </a:lnTo>
                  <a:lnTo>
                    <a:pt x="1754207" y="140642"/>
                  </a:lnTo>
                  <a:lnTo>
                    <a:pt x="1755278" y="140221"/>
                  </a:lnTo>
                  <a:lnTo>
                    <a:pt x="1756350" y="139800"/>
                  </a:lnTo>
                  <a:lnTo>
                    <a:pt x="1757422" y="139380"/>
                  </a:lnTo>
                  <a:lnTo>
                    <a:pt x="1758493" y="138961"/>
                  </a:lnTo>
                  <a:lnTo>
                    <a:pt x="1759565" y="138542"/>
                  </a:lnTo>
                  <a:lnTo>
                    <a:pt x="1760636" y="138124"/>
                  </a:lnTo>
                  <a:lnTo>
                    <a:pt x="1761708" y="137706"/>
                  </a:lnTo>
                  <a:lnTo>
                    <a:pt x="1762780" y="137289"/>
                  </a:lnTo>
                  <a:lnTo>
                    <a:pt x="1763851" y="136872"/>
                  </a:lnTo>
                  <a:lnTo>
                    <a:pt x="1764923" y="136456"/>
                  </a:lnTo>
                  <a:lnTo>
                    <a:pt x="1765994" y="136040"/>
                  </a:lnTo>
                  <a:lnTo>
                    <a:pt x="1767066" y="135625"/>
                  </a:lnTo>
                  <a:lnTo>
                    <a:pt x="1768138" y="135210"/>
                  </a:lnTo>
                  <a:lnTo>
                    <a:pt x="1769209" y="134796"/>
                  </a:lnTo>
                  <a:lnTo>
                    <a:pt x="1770281" y="134382"/>
                  </a:lnTo>
                  <a:lnTo>
                    <a:pt x="1771352" y="133969"/>
                  </a:lnTo>
                  <a:lnTo>
                    <a:pt x="1772424" y="133557"/>
                  </a:lnTo>
                  <a:lnTo>
                    <a:pt x="1773496" y="133145"/>
                  </a:lnTo>
                  <a:lnTo>
                    <a:pt x="1774567" y="132733"/>
                  </a:lnTo>
                  <a:lnTo>
                    <a:pt x="1775639" y="132322"/>
                  </a:lnTo>
                  <a:lnTo>
                    <a:pt x="1776710" y="131912"/>
                  </a:lnTo>
                  <a:lnTo>
                    <a:pt x="1777782" y="131502"/>
                  </a:lnTo>
                  <a:lnTo>
                    <a:pt x="1778853" y="131092"/>
                  </a:lnTo>
                  <a:lnTo>
                    <a:pt x="1779925" y="130684"/>
                  </a:lnTo>
                  <a:lnTo>
                    <a:pt x="1780997" y="130275"/>
                  </a:lnTo>
                  <a:lnTo>
                    <a:pt x="1782068" y="129867"/>
                  </a:lnTo>
                  <a:lnTo>
                    <a:pt x="1783140" y="129460"/>
                  </a:lnTo>
                  <a:lnTo>
                    <a:pt x="1784211" y="129054"/>
                  </a:lnTo>
                  <a:lnTo>
                    <a:pt x="1785283" y="128647"/>
                  </a:lnTo>
                  <a:lnTo>
                    <a:pt x="1786355" y="128242"/>
                  </a:lnTo>
                  <a:lnTo>
                    <a:pt x="1787426" y="127837"/>
                  </a:lnTo>
                  <a:lnTo>
                    <a:pt x="1788498" y="127432"/>
                  </a:lnTo>
                  <a:lnTo>
                    <a:pt x="1789569" y="127028"/>
                  </a:lnTo>
                  <a:lnTo>
                    <a:pt x="1790641" y="126625"/>
                  </a:lnTo>
                  <a:lnTo>
                    <a:pt x="1791713" y="126222"/>
                  </a:lnTo>
                  <a:lnTo>
                    <a:pt x="1792784" y="125820"/>
                  </a:lnTo>
                  <a:lnTo>
                    <a:pt x="1793856" y="125418"/>
                  </a:lnTo>
                  <a:lnTo>
                    <a:pt x="1794927" y="125017"/>
                  </a:lnTo>
                  <a:lnTo>
                    <a:pt x="1795999" y="124617"/>
                  </a:lnTo>
                  <a:lnTo>
                    <a:pt x="1797071" y="124216"/>
                  </a:lnTo>
                  <a:lnTo>
                    <a:pt x="1798142" y="123817"/>
                  </a:lnTo>
                  <a:lnTo>
                    <a:pt x="1799214" y="123418"/>
                  </a:lnTo>
                  <a:lnTo>
                    <a:pt x="1800285" y="123020"/>
                  </a:lnTo>
                  <a:lnTo>
                    <a:pt x="1801357" y="122622"/>
                  </a:lnTo>
                  <a:lnTo>
                    <a:pt x="1802429" y="122225"/>
                  </a:lnTo>
                  <a:lnTo>
                    <a:pt x="1803500" y="121828"/>
                  </a:lnTo>
                  <a:lnTo>
                    <a:pt x="1804572" y="121432"/>
                  </a:lnTo>
                  <a:lnTo>
                    <a:pt x="1805643" y="121037"/>
                  </a:lnTo>
                  <a:lnTo>
                    <a:pt x="1806715" y="120642"/>
                  </a:lnTo>
                  <a:lnTo>
                    <a:pt x="1807787" y="120247"/>
                  </a:lnTo>
                  <a:lnTo>
                    <a:pt x="1808858" y="119854"/>
                  </a:lnTo>
                  <a:lnTo>
                    <a:pt x="1809930" y="119460"/>
                  </a:lnTo>
                  <a:lnTo>
                    <a:pt x="1811001" y="119068"/>
                  </a:lnTo>
                  <a:lnTo>
                    <a:pt x="1812073" y="118676"/>
                  </a:lnTo>
                  <a:lnTo>
                    <a:pt x="1813145" y="118284"/>
                  </a:lnTo>
                  <a:lnTo>
                    <a:pt x="1814216" y="117894"/>
                  </a:lnTo>
                  <a:lnTo>
                    <a:pt x="1815288" y="117503"/>
                  </a:lnTo>
                  <a:lnTo>
                    <a:pt x="1816359" y="117114"/>
                  </a:lnTo>
                  <a:lnTo>
                    <a:pt x="1817431" y="116724"/>
                  </a:lnTo>
                  <a:lnTo>
                    <a:pt x="1818503" y="116336"/>
                  </a:lnTo>
                  <a:lnTo>
                    <a:pt x="1819574" y="115948"/>
                  </a:lnTo>
                  <a:lnTo>
                    <a:pt x="1820646" y="115561"/>
                  </a:lnTo>
                  <a:lnTo>
                    <a:pt x="1821717" y="115174"/>
                  </a:lnTo>
                  <a:lnTo>
                    <a:pt x="1822789" y="114788"/>
                  </a:lnTo>
                  <a:lnTo>
                    <a:pt x="1823861" y="114402"/>
                  </a:lnTo>
                  <a:lnTo>
                    <a:pt x="1824932" y="114017"/>
                  </a:lnTo>
                  <a:lnTo>
                    <a:pt x="1826004" y="113633"/>
                  </a:lnTo>
                  <a:lnTo>
                    <a:pt x="1827075" y="113249"/>
                  </a:lnTo>
                  <a:lnTo>
                    <a:pt x="1828147" y="112866"/>
                  </a:lnTo>
                  <a:lnTo>
                    <a:pt x="1829219" y="112484"/>
                  </a:lnTo>
                  <a:lnTo>
                    <a:pt x="1830290" y="112102"/>
                  </a:lnTo>
                  <a:lnTo>
                    <a:pt x="1831362" y="111721"/>
                  </a:lnTo>
                  <a:lnTo>
                    <a:pt x="1832433" y="111340"/>
                  </a:lnTo>
                  <a:lnTo>
                    <a:pt x="1833505" y="110960"/>
                  </a:lnTo>
                  <a:lnTo>
                    <a:pt x="1834577" y="110580"/>
                  </a:lnTo>
                  <a:lnTo>
                    <a:pt x="1835648" y="110201"/>
                  </a:lnTo>
                  <a:lnTo>
                    <a:pt x="1836720" y="109823"/>
                  </a:lnTo>
                  <a:lnTo>
                    <a:pt x="1837791" y="109446"/>
                  </a:lnTo>
                  <a:lnTo>
                    <a:pt x="1838863" y="109068"/>
                  </a:lnTo>
                  <a:lnTo>
                    <a:pt x="1839935" y="108692"/>
                  </a:lnTo>
                  <a:lnTo>
                    <a:pt x="1841006" y="108316"/>
                  </a:lnTo>
                  <a:lnTo>
                    <a:pt x="1842078" y="107941"/>
                  </a:lnTo>
                  <a:lnTo>
                    <a:pt x="1843149" y="107567"/>
                  </a:lnTo>
                  <a:lnTo>
                    <a:pt x="1844221" y="107193"/>
                  </a:lnTo>
                  <a:lnTo>
                    <a:pt x="1845293" y="106819"/>
                  </a:lnTo>
                  <a:lnTo>
                    <a:pt x="1846364" y="106447"/>
                  </a:lnTo>
                  <a:lnTo>
                    <a:pt x="1847436" y="106075"/>
                  </a:lnTo>
                  <a:lnTo>
                    <a:pt x="1848507" y="105703"/>
                  </a:lnTo>
                  <a:lnTo>
                    <a:pt x="1849579" y="105333"/>
                  </a:lnTo>
                  <a:lnTo>
                    <a:pt x="1850651" y="104962"/>
                  </a:lnTo>
                  <a:lnTo>
                    <a:pt x="1851722" y="104593"/>
                  </a:lnTo>
                  <a:lnTo>
                    <a:pt x="1852794" y="104224"/>
                  </a:lnTo>
                  <a:lnTo>
                    <a:pt x="1853865" y="103856"/>
                  </a:lnTo>
                  <a:lnTo>
                    <a:pt x="1854937" y="103488"/>
                  </a:lnTo>
                  <a:lnTo>
                    <a:pt x="1856009" y="103121"/>
                  </a:lnTo>
                  <a:lnTo>
                    <a:pt x="1857080" y="102755"/>
                  </a:lnTo>
                  <a:lnTo>
                    <a:pt x="1858152" y="102389"/>
                  </a:lnTo>
                  <a:lnTo>
                    <a:pt x="1859223" y="102024"/>
                  </a:lnTo>
                  <a:lnTo>
                    <a:pt x="1860295" y="101660"/>
                  </a:lnTo>
                  <a:lnTo>
                    <a:pt x="1861367" y="101296"/>
                  </a:lnTo>
                  <a:lnTo>
                    <a:pt x="1862438" y="100933"/>
                  </a:lnTo>
                  <a:lnTo>
                    <a:pt x="1863510" y="100571"/>
                  </a:lnTo>
                  <a:lnTo>
                    <a:pt x="1864581" y="100209"/>
                  </a:lnTo>
                  <a:lnTo>
                    <a:pt x="1865653" y="99848"/>
                  </a:lnTo>
                  <a:lnTo>
                    <a:pt x="1866725" y="99487"/>
                  </a:lnTo>
                  <a:lnTo>
                    <a:pt x="1867796" y="99128"/>
                  </a:lnTo>
                  <a:lnTo>
                    <a:pt x="1868868" y="98768"/>
                  </a:lnTo>
                  <a:lnTo>
                    <a:pt x="1869939" y="98410"/>
                  </a:lnTo>
                  <a:lnTo>
                    <a:pt x="1871011" y="98052"/>
                  </a:lnTo>
                  <a:lnTo>
                    <a:pt x="1872083" y="97695"/>
                  </a:lnTo>
                  <a:lnTo>
                    <a:pt x="1873154" y="97338"/>
                  </a:lnTo>
                  <a:lnTo>
                    <a:pt x="1874226" y="96983"/>
                  </a:lnTo>
                  <a:lnTo>
                    <a:pt x="1875297" y="96627"/>
                  </a:lnTo>
                  <a:lnTo>
                    <a:pt x="1876369" y="96273"/>
                  </a:lnTo>
                  <a:lnTo>
                    <a:pt x="1877441" y="95919"/>
                  </a:lnTo>
                  <a:lnTo>
                    <a:pt x="1878512" y="95566"/>
                  </a:lnTo>
                  <a:lnTo>
                    <a:pt x="1879584" y="95213"/>
                  </a:lnTo>
                  <a:lnTo>
                    <a:pt x="1880655" y="94862"/>
                  </a:lnTo>
                  <a:lnTo>
                    <a:pt x="1881727" y="94510"/>
                  </a:lnTo>
                  <a:lnTo>
                    <a:pt x="1882799" y="94160"/>
                  </a:lnTo>
                  <a:lnTo>
                    <a:pt x="1883870" y="93810"/>
                  </a:lnTo>
                  <a:lnTo>
                    <a:pt x="1884942" y="93461"/>
                  </a:lnTo>
                  <a:lnTo>
                    <a:pt x="1886013" y="93113"/>
                  </a:lnTo>
                  <a:lnTo>
                    <a:pt x="1887085" y="92765"/>
                  </a:lnTo>
                  <a:lnTo>
                    <a:pt x="1888157" y="92418"/>
                  </a:lnTo>
                  <a:lnTo>
                    <a:pt x="1889228" y="92071"/>
                  </a:lnTo>
                  <a:lnTo>
                    <a:pt x="1890300" y="91726"/>
                  </a:lnTo>
                  <a:lnTo>
                    <a:pt x="1891371" y="91381"/>
                  </a:lnTo>
                  <a:lnTo>
                    <a:pt x="1892443" y="91036"/>
                  </a:lnTo>
                  <a:lnTo>
                    <a:pt x="1893515" y="90693"/>
                  </a:lnTo>
                  <a:lnTo>
                    <a:pt x="1894586" y="90350"/>
                  </a:lnTo>
                  <a:lnTo>
                    <a:pt x="1895658" y="90008"/>
                  </a:lnTo>
                  <a:lnTo>
                    <a:pt x="1896729" y="89666"/>
                  </a:lnTo>
                  <a:lnTo>
                    <a:pt x="1897801" y="89325"/>
                  </a:lnTo>
                  <a:lnTo>
                    <a:pt x="1898873" y="88985"/>
                  </a:lnTo>
                  <a:lnTo>
                    <a:pt x="1899944" y="88646"/>
                  </a:lnTo>
                  <a:lnTo>
                    <a:pt x="1901016" y="88307"/>
                  </a:lnTo>
                  <a:lnTo>
                    <a:pt x="1902087" y="87969"/>
                  </a:lnTo>
                  <a:lnTo>
                    <a:pt x="1903159" y="87631"/>
                  </a:lnTo>
                  <a:lnTo>
                    <a:pt x="1904231" y="87295"/>
                  </a:lnTo>
                  <a:lnTo>
                    <a:pt x="1905302" y="86959"/>
                  </a:lnTo>
                  <a:lnTo>
                    <a:pt x="1906374" y="86624"/>
                  </a:lnTo>
                  <a:lnTo>
                    <a:pt x="1907445" y="86289"/>
                  </a:lnTo>
                  <a:lnTo>
                    <a:pt x="1908517" y="85955"/>
                  </a:lnTo>
                  <a:lnTo>
                    <a:pt x="1909589" y="85622"/>
                  </a:lnTo>
                  <a:lnTo>
                    <a:pt x="1910660" y="85290"/>
                  </a:lnTo>
                  <a:lnTo>
                    <a:pt x="1911732" y="84958"/>
                  </a:lnTo>
                  <a:lnTo>
                    <a:pt x="1912803" y="84627"/>
                  </a:lnTo>
                  <a:lnTo>
                    <a:pt x="1913875" y="84297"/>
                  </a:lnTo>
                  <a:lnTo>
                    <a:pt x="1914947" y="83967"/>
                  </a:lnTo>
                  <a:lnTo>
                    <a:pt x="1916018" y="83638"/>
                  </a:lnTo>
                  <a:lnTo>
                    <a:pt x="1917090" y="83310"/>
                  </a:lnTo>
                  <a:lnTo>
                    <a:pt x="1918161" y="82983"/>
                  </a:lnTo>
                  <a:lnTo>
                    <a:pt x="1919233" y="82656"/>
                  </a:lnTo>
                  <a:lnTo>
                    <a:pt x="1920305" y="82330"/>
                  </a:lnTo>
                  <a:lnTo>
                    <a:pt x="1921376" y="82005"/>
                  </a:lnTo>
                  <a:lnTo>
                    <a:pt x="1922448" y="81681"/>
                  </a:lnTo>
                  <a:lnTo>
                    <a:pt x="1923519" y="81357"/>
                  </a:lnTo>
                  <a:lnTo>
                    <a:pt x="1924591" y="81034"/>
                  </a:lnTo>
                  <a:lnTo>
                    <a:pt x="1925663" y="80712"/>
                  </a:lnTo>
                  <a:lnTo>
                    <a:pt x="1926734" y="80390"/>
                  </a:lnTo>
                  <a:lnTo>
                    <a:pt x="1927806" y="80069"/>
                  </a:lnTo>
                  <a:lnTo>
                    <a:pt x="1928877" y="79749"/>
                  </a:lnTo>
                  <a:lnTo>
                    <a:pt x="1929949" y="79429"/>
                  </a:lnTo>
                  <a:lnTo>
                    <a:pt x="1931021" y="79111"/>
                  </a:lnTo>
                  <a:lnTo>
                    <a:pt x="1932092" y="78793"/>
                  </a:lnTo>
                  <a:lnTo>
                    <a:pt x="1933164" y="78475"/>
                  </a:lnTo>
                  <a:lnTo>
                    <a:pt x="1934235" y="78159"/>
                  </a:lnTo>
                  <a:lnTo>
                    <a:pt x="1935307" y="77843"/>
                  </a:lnTo>
                  <a:lnTo>
                    <a:pt x="1936379" y="77528"/>
                  </a:lnTo>
                  <a:lnTo>
                    <a:pt x="1937450" y="77213"/>
                  </a:lnTo>
                  <a:lnTo>
                    <a:pt x="1938522" y="76899"/>
                  </a:lnTo>
                  <a:lnTo>
                    <a:pt x="1939593" y="76586"/>
                  </a:lnTo>
                  <a:lnTo>
                    <a:pt x="1940665" y="76274"/>
                  </a:lnTo>
                  <a:lnTo>
                    <a:pt x="1941737" y="75963"/>
                  </a:lnTo>
                  <a:lnTo>
                    <a:pt x="1942808" y="75652"/>
                  </a:lnTo>
                  <a:lnTo>
                    <a:pt x="1943880" y="75341"/>
                  </a:lnTo>
                  <a:lnTo>
                    <a:pt x="1944951" y="75032"/>
                  </a:lnTo>
                  <a:lnTo>
                    <a:pt x="1946023" y="74723"/>
                  </a:lnTo>
                  <a:lnTo>
                    <a:pt x="1947095" y="74415"/>
                  </a:lnTo>
                  <a:lnTo>
                    <a:pt x="1948166" y="74108"/>
                  </a:lnTo>
                  <a:lnTo>
                    <a:pt x="1949238" y="73801"/>
                  </a:lnTo>
                  <a:lnTo>
                    <a:pt x="1950309" y="73495"/>
                  </a:lnTo>
                  <a:lnTo>
                    <a:pt x="1951381" y="73190"/>
                  </a:lnTo>
                  <a:lnTo>
                    <a:pt x="1952453" y="72886"/>
                  </a:lnTo>
                  <a:lnTo>
                    <a:pt x="1953524" y="72582"/>
                  </a:lnTo>
                  <a:lnTo>
                    <a:pt x="1954596" y="72279"/>
                  </a:lnTo>
                  <a:lnTo>
                    <a:pt x="1955667" y="71977"/>
                  </a:lnTo>
                  <a:lnTo>
                    <a:pt x="1956739" y="71675"/>
                  </a:lnTo>
                  <a:lnTo>
                    <a:pt x="1957810" y="71374"/>
                  </a:lnTo>
                  <a:lnTo>
                    <a:pt x="1958882" y="71074"/>
                  </a:lnTo>
                  <a:lnTo>
                    <a:pt x="1959954" y="70774"/>
                  </a:lnTo>
                  <a:lnTo>
                    <a:pt x="1961025" y="70476"/>
                  </a:lnTo>
                  <a:lnTo>
                    <a:pt x="1962097" y="70178"/>
                  </a:lnTo>
                  <a:lnTo>
                    <a:pt x="1963168" y="69880"/>
                  </a:lnTo>
                  <a:lnTo>
                    <a:pt x="1964240" y="69584"/>
                  </a:lnTo>
                  <a:lnTo>
                    <a:pt x="1965312" y="69288"/>
                  </a:lnTo>
                  <a:lnTo>
                    <a:pt x="1966383" y="68992"/>
                  </a:lnTo>
                  <a:lnTo>
                    <a:pt x="1967455" y="68698"/>
                  </a:lnTo>
                  <a:lnTo>
                    <a:pt x="1968526" y="68404"/>
                  </a:lnTo>
                  <a:lnTo>
                    <a:pt x="1969598" y="68111"/>
                  </a:lnTo>
                  <a:lnTo>
                    <a:pt x="1970670" y="67819"/>
                  </a:lnTo>
                  <a:lnTo>
                    <a:pt x="1971741" y="67527"/>
                  </a:lnTo>
                  <a:lnTo>
                    <a:pt x="1972813" y="67236"/>
                  </a:lnTo>
                  <a:lnTo>
                    <a:pt x="1973884" y="66946"/>
                  </a:lnTo>
                  <a:lnTo>
                    <a:pt x="1974956" y="66656"/>
                  </a:lnTo>
                  <a:lnTo>
                    <a:pt x="1976028" y="66367"/>
                  </a:lnTo>
                  <a:lnTo>
                    <a:pt x="1977099" y="66079"/>
                  </a:lnTo>
                  <a:lnTo>
                    <a:pt x="1978171" y="65792"/>
                  </a:lnTo>
                  <a:lnTo>
                    <a:pt x="1979242" y="65505"/>
                  </a:lnTo>
                  <a:lnTo>
                    <a:pt x="1980314" y="65219"/>
                  </a:lnTo>
                  <a:lnTo>
                    <a:pt x="1981386" y="64933"/>
                  </a:lnTo>
                  <a:lnTo>
                    <a:pt x="1982457" y="64649"/>
                  </a:lnTo>
                  <a:lnTo>
                    <a:pt x="1983529" y="64365"/>
                  </a:lnTo>
                  <a:lnTo>
                    <a:pt x="1984600" y="64082"/>
                  </a:lnTo>
                  <a:lnTo>
                    <a:pt x="1985672" y="63799"/>
                  </a:lnTo>
                  <a:lnTo>
                    <a:pt x="1986744" y="63517"/>
                  </a:lnTo>
                  <a:lnTo>
                    <a:pt x="1987815" y="63236"/>
                  </a:lnTo>
                  <a:lnTo>
                    <a:pt x="1988887" y="62956"/>
                  </a:lnTo>
                  <a:lnTo>
                    <a:pt x="1989958" y="62676"/>
                  </a:lnTo>
                  <a:lnTo>
                    <a:pt x="1991030" y="62397"/>
                  </a:lnTo>
                  <a:lnTo>
                    <a:pt x="1992102" y="62119"/>
                  </a:lnTo>
                  <a:lnTo>
                    <a:pt x="1993173" y="61841"/>
                  </a:lnTo>
                  <a:lnTo>
                    <a:pt x="1994245" y="61564"/>
                  </a:lnTo>
                  <a:lnTo>
                    <a:pt x="1995316" y="61288"/>
                  </a:lnTo>
                  <a:lnTo>
                    <a:pt x="1996388" y="61012"/>
                  </a:lnTo>
                  <a:lnTo>
                    <a:pt x="1997460" y="60737"/>
                  </a:lnTo>
                  <a:lnTo>
                    <a:pt x="1998531" y="60463"/>
                  </a:lnTo>
                  <a:lnTo>
                    <a:pt x="1999603" y="60190"/>
                  </a:lnTo>
                  <a:lnTo>
                    <a:pt x="2000674" y="59917"/>
                  </a:lnTo>
                  <a:lnTo>
                    <a:pt x="2001746" y="59645"/>
                  </a:lnTo>
                  <a:lnTo>
                    <a:pt x="2002818" y="59374"/>
                  </a:lnTo>
                  <a:lnTo>
                    <a:pt x="2003889" y="59103"/>
                  </a:lnTo>
                  <a:lnTo>
                    <a:pt x="2004961" y="58833"/>
                  </a:lnTo>
                  <a:lnTo>
                    <a:pt x="2006032" y="58564"/>
                  </a:lnTo>
                  <a:lnTo>
                    <a:pt x="2007104" y="58296"/>
                  </a:lnTo>
                  <a:lnTo>
                    <a:pt x="2008176" y="58028"/>
                  </a:lnTo>
                  <a:lnTo>
                    <a:pt x="2009247" y="57761"/>
                  </a:lnTo>
                  <a:lnTo>
                    <a:pt x="2010319" y="57494"/>
                  </a:lnTo>
                  <a:lnTo>
                    <a:pt x="2011390" y="57228"/>
                  </a:lnTo>
                  <a:lnTo>
                    <a:pt x="2012462" y="56963"/>
                  </a:lnTo>
                  <a:lnTo>
                    <a:pt x="2013534" y="56699"/>
                  </a:lnTo>
                  <a:lnTo>
                    <a:pt x="2014605" y="56435"/>
                  </a:lnTo>
                  <a:lnTo>
                    <a:pt x="2015677" y="56172"/>
                  </a:lnTo>
                  <a:lnTo>
                    <a:pt x="2016748" y="55910"/>
                  </a:lnTo>
                  <a:lnTo>
                    <a:pt x="2017820" y="55648"/>
                  </a:lnTo>
                  <a:lnTo>
                    <a:pt x="2018892" y="55387"/>
                  </a:lnTo>
                  <a:lnTo>
                    <a:pt x="2019963" y="55127"/>
                  </a:lnTo>
                  <a:lnTo>
                    <a:pt x="2021035" y="54868"/>
                  </a:lnTo>
                  <a:lnTo>
                    <a:pt x="2022106" y="54609"/>
                  </a:lnTo>
                  <a:lnTo>
                    <a:pt x="2023178" y="54351"/>
                  </a:lnTo>
                  <a:lnTo>
                    <a:pt x="2024250" y="54093"/>
                  </a:lnTo>
                  <a:lnTo>
                    <a:pt x="2025321" y="53837"/>
                  </a:lnTo>
                  <a:lnTo>
                    <a:pt x="2026393" y="53580"/>
                  </a:lnTo>
                  <a:lnTo>
                    <a:pt x="2027464" y="53325"/>
                  </a:lnTo>
                  <a:lnTo>
                    <a:pt x="2028536" y="53070"/>
                  </a:lnTo>
                  <a:lnTo>
                    <a:pt x="2029608" y="52816"/>
                  </a:lnTo>
                  <a:lnTo>
                    <a:pt x="2030679" y="52563"/>
                  </a:lnTo>
                  <a:lnTo>
                    <a:pt x="2031751" y="52310"/>
                  </a:lnTo>
                  <a:lnTo>
                    <a:pt x="2032822" y="52059"/>
                  </a:lnTo>
                  <a:lnTo>
                    <a:pt x="2033894" y="51807"/>
                  </a:lnTo>
                  <a:lnTo>
                    <a:pt x="2034966" y="51557"/>
                  </a:lnTo>
                  <a:lnTo>
                    <a:pt x="2036037" y="51307"/>
                  </a:lnTo>
                  <a:lnTo>
                    <a:pt x="2037109" y="51058"/>
                  </a:lnTo>
                  <a:lnTo>
                    <a:pt x="2038180" y="50809"/>
                  </a:lnTo>
                  <a:lnTo>
                    <a:pt x="2039252" y="50561"/>
                  </a:lnTo>
                  <a:lnTo>
                    <a:pt x="2040324" y="50314"/>
                  </a:lnTo>
                  <a:lnTo>
                    <a:pt x="2041395" y="50068"/>
                  </a:lnTo>
                  <a:lnTo>
                    <a:pt x="2042467" y="49822"/>
                  </a:lnTo>
                  <a:lnTo>
                    <a:pt x="2043538" y="49577"/>
                  </a:lnTo>
                  <a:lnTo>
                    <a:pt x="2044610" y="49332"/>
                  </a:lnTo>
                  <a:lnTo>
                    <a:pt x="2045682" y="49089"/>
                  </a:lnTo>
                  <a:lnTo>
                    <a:pt x="2046753" y="48846"/>
                  </a:lnTo>
                  <a:lnTo>
                    <a:pt x="2047825" y="48603"/>
                  </a:lnTo>
                  <a:lnTo>
                    <a:pt x="2048896" y="48362"/>
                  </a:lnTo>
                  <a:lnTo>
                    <a:pt x="2049968" y="48121"/>
                  </a:lnTo>
                  <a:lnTo>
                    <a:pt x="2051040" y="47880"/>
                  </a:lnTo>
                  <a:lnTo>
                    <a:pt x="2052111" y="47641"/>
                  </a:lnTo>
                  <a:lnTo>
                    <a:pt x="2053183" y="47402"/>
                  </a:lnTo>
                  <a:lnTo>
                    <a:pt x="2054254" y="47163"/>
                  </a:lnTo>
                  <a:lnTo>
                    <a:pt x="2055326" y="46926"/>
                  </a:lnTo>
                  <a:lnTo>
                    <a:pt x="2056398" y="46689"/>
                  </a:lnTo>
                  <a:lnTo>
                    <a:pt x="2057469" y="46453"/>
                  </a:lnTo>
                  <a:lnTo>
                    <a:pt x="2058541" y="46217"/>
                  </a:lnTo>
                  <a:lnTo>
                    <a:pt x="2059612" y="45982"/>
                  </a:lnTo>
                  <a:lnTo>
                    <a:pt x="2060684" y="45748"/>
                  </a:lnTo>
                  <a:lnTo>
                    <a:pt x="2061756" y="45515"/>
                  </a:lnTo>
                  <a:lnTo>
                    <a:pt x="2062827" y="45282"/>
                  </a:lnTo>
                  <a:lnTo>
                    <a:pt x="2063899" y="45049"/>
                  </a:lnTo>
                  <a:lnTo>
                    <a:pt x="2064970" y="44818"/>
                  </a:lnTo>
                  <a:lnTo>
                    <a:pt x="2066042" y="44587"/>
                  </a:lnTo>
                  <a:lnTo>
                    <a:pt x="2067114" y="44357"/>
                  </a:lnTo>
                  <a:lnTo>
                    <a:pt x="2068185" y="44128"/>
                  </a:lnTo>
                  <a:lnTo>
                    <a:pt x="2069257" y="43899"/>
                  </a:lnTo>
                  <a:lnTo>
                    <a:pt x="2070328" y="43671"/>
                  </a:lnTo>
                  <a:lnTo>
                    <a:pt x="2071400" y="43443"/>
                  </a:lnTo>
                  <a:lnTo>
                    <a:pt x="2072472" y="43216"/>
                  </a:lnTo>
                  <a:lnTo>
                    <a:pt x="2073543" y="42990"/>
                  </a:lnTo>
                  <a:lnTo>
                    <a:pt x="2074615" y="42765"/>
                  </a:lnTo>
                  <a:lnTo>
                    <a:pt x="2075686" y="42540"/>
                  </a:lnTo>
                  <a:lnTo>
                    <a:pt x="2076758" y="42316"/>
                  </a:lnTo>
                  <a:lnTo>
                    <a:pt x="2077830" y="42092"/>
                  </a:lnTo>
                  <a:lnTo>
                    <a:pt x="2078901" y="41870"/>
                  </a:lnTo>
                  <a:lnTo>
                    <a:pt x="2079973" y="41647"/>
                  </a:lnTo>
                  <a:lnTo>
                    <a:pt x="2081044" y="41426"/>
                  </a:lnTo>
                  <a:lnTo>
                    <a:pt x="2082116" y="41205"/>
                  </a:lnTo>
                  <a:lnTo>
                    <a:pt x="2083188" y="40985"/>
                  </a:lnTo>
                  <a:lnTo>
                    <a:pt x="2084259" y="40766"/>
                  </a:lnTo>
                  <a:lnTo>
                    <a:pt x="2085331" y="40547"/>
                  </a:lnTo>
                  <a:lnTo>
                    <a:pt x="2086402" y="40329"/>
                  </a:lnTo>
                  <a:lnTo>
                    <a:pt x="2087474" y="40111"/>
                  </a:lnTo>
                  <a:lnTo>
                    <a:pt x="2088546" y="39895"/>
                  </a:lnTo>
                  <a:lnTo>
                    <a:pt x="2089617" y="39679"/>
                  </a:lnTo>
                  <a:lnTo>
                    <a:pt x="2090689" y="39463"/>
                  </a:lnTo>
                  <a:lnTo>
                    <a:pt x="2091760" y="39248"/>
                  </a:lnTo>
                  <a:lnTo>
                    <a:pt x="2092832" y="39034"/>
                  </a:lnTo>
                  <a:lnTo>
                    <a:pt x="2093904" y="38821"/>
                  </a:lnTo>
                  <a:lnTo>
                    <a:pt x="2094975" y="38608"/>
                  </a:lnTo>
                  <a:lnTo>
                    <a:pt x="2096047" y="38396"/>
                  </a:lnTo>
                  <a:lnTo>
                    <a:pt x="2097118" y="38184"/>
                  </a:lnTo>
                  <a:lnTo>
                    <a:pt x="2098190" y="37973"/>
                  </a:lnTo>
                  <a:lnTo>
                    <a:pt x="2099262" y="37763"/>
                  </a:lnTo>
                  <a:lnTo>
                    <a:pt x="2100333" y="37554"/>
                  </a:lnTo>
                  <a:lnTo>
                    <a:pt x="2101405" y="37345"/>
                  </a:lnTo>
                  <a:lnTo>
                    <a:pt x="2102476" y="37137"/>
                  </a:lnTo>
                  <a:lnTo>
                    <a:pt x="2103548" y="36929"/>
                  </a:lnTo>
                  <a:lnTo>
                    <a:pt x="2104620" y="36722"/>
                  </a:lnTo>
                  <a:lnTo>
                    <a:pt x="2105691" y="36516"/>
                  </a:lnTo>
                  <a:lnTo>
                    <a:pt x="2106763" y="36311"/>
                  </a:lnTo>
                  <a:lnTo>
                    <a:pt x="2107834" y="36106"/>
                  </a:lnTo>
                  <a:lnTo>
                    <a:pt x="2108906" y="35902"/>
                  </a:lnTo>
                  <a:lnTo>
                    <a:pt x="2109978" y="35698"/>
                  </a:lnTo>
                  <a:lnTo>
                    <a:pt x="2111049" y="35495"/>
                  </a:lnTo>
                  <a:lnTo>
                    <a:pt x="2112121" y="35293"/>
                  </a:lnTo>
                  <a:lnTo>
                    <a:pt x="2113192" y="35091"/>
                  </a:lnTo>
                  <a:lnTo>
                    <a:pt x="2114264" y="34890"/>
                  </a:lnTo>
                  <a:lnTo>
                    <a:pt x="2115336" y="34690"/>
                  </a:lnTo>
                  <a:lnTo>
                    <a:pt x="2116407" y="34490"/>
                  </a:lnTo>
                  <a:lnTo>
                    <a:pt x="2117479" y="34291"/>
                  </a:lnTo>
                  <a:lnTo>
                    <a:pt x="2118550" y="34093"/>
                  </a:lnTo>
                  <a:lnTo>
                    <a:pt x="2119622" y="33895"/>
                  </a:lnTo>
                  <a:lnTo>
                    <a:pt x="2120694" y="33698"/>
                  </a:lnTo>
                  <a:lnTo>
                    <a:pt x="2121765" y="33502"/>
                  </a:lnTo>
                  <a:lnTo>
                    <a:pt x="2122837" y="33306"/>
                  </a:lnTo>
                  <a:lnTo>
                    <a:pt x="2123908" y="33111"/>
                  </a:lnTo>
                  <a:lnTo>
                    <a:pt x="2124980" y="32916"/>
                  </a:lnTo>
                  <a:lnTo>
                    <a:pt x="2126052" y="32722"/>
                  </a:lnTo>
                  <a:lnTo>
                    <a:pt x="2127123" y="32529"/>
                  </a:lnTo>
                  <a:lnTo>
                    <a:pt x="2128195" y="32337"/>
                  </a:lnTo>
                  <a:lnTo>
                    <a:pt x="2129266" y="32145"/>
                  </a:lnTo>
                  <a:lnTo>
                    <a:pt x="2130338" y="31954"/>
                  </a:lnTo>
                  <a:lnTo>
                    <a:pt x="2131409" y="31763"/>
                  </a:lnTo>
                  <a:lnTo>
                    <a:pt x="2132481" y="31573"/>
                  </a:lnTo>
                  <a:lnTo>
                    <a:pt x="2133553" y="31384"/>
                  </a:lnTo>
                  <a:lnTo>
                    <a:pt x="2134624" y="31195"/>
                  </a:lnTo>
                  <a:lnTo>
                    <a:pt x="2135696" y="31007"/>
                  </a:lnTo>
                  <a:lnTo>
                    <a:pt x="2136767" y="30820"/>
                  </a:lnTo>
                  <a:lnTo>
                    <a:pt x="2137839" y="30633"/>
                  </a:lnTo>
                  <a:lnTo>
                    <a:pt x="2138911" y="30447"/>
                  </a:lnTo>
                  <a:lnTo>
                    <a:pt x="2139982" y="30261"/>
                  </a:lnTo>
                  <a:lnTo>
                    <a:pt x="2141054" y="30076"/>
                  </a:lnTo>
                  <a:lnTo>
                    <a:pt x="2142125" y="29892"/>
                  </a:lnTo>
                  <a:lnTo>
                    <a:pt x="2143197" y="29709"/>
                  </a:lnTo>
                  <a:lnTo>
                    <a:pt x="2144269" y="29526"/>
                  </a:lnTo>
                  <a:lnTo>
                    <a:pt x="2145340" y="29344"/>
                  </a:lnTo>
                  <a:lnTo>
                    <a:pt x="2146412" y="29162"/>
                  </a:lnTo>
                  <a:lnTo>
                    <a:pt x="2147483" y="28981"/>
                  </a:lnTo>
                  <a:lnTo>
                    <a:pt x="2148555" y="28801"/>
                  </a:lnTo>
                  <a:lnTo>
                    <a:pt x="2149627" y="28621"/>
                  </a:lnTo>
                  <a:lnTo>
                    <a:pt x="2150698" y="28442"/>
                  </a:lnTo>
                  <a:lnTo>
                    <a:pt x="2151770" y="28263"/>
                  </a:lnTo>
                  <a:lnTo>
                    <a:pt x="2152841" y="28086"/>
                  </a:lnTo>
                  <a:lnTo>
                    <a:pt x="2153913" y="27908"/>
                  </a:lnTo>
                  <a:lnTo>
                    <a:pt x="2154985" y="27732"/>
                  </a:lnTo>
                  <a:lnTo>
                    <a:pt x="2156056" y="27556"/>
                  </a:lnTo>
                  <a:lnTo>
                    <a:pt x="2157128" y="27381"/>
                  </a:lnTo>
                  <a:lnTo>
                    <a:pt x="2158199" y="27206"/>
                  </a:lnTo>
                  <a:lnTo>
                    <a:pt x="2159271" y="27032"/>
                  </a:lnTo>
                  <a:lnTo>
                    <a:pt x="2160343" y="26858"/>
                  </a:lnTo>
                  <a:lnTo>
                    <a:pt x="2161414" y="26686"/>
                  </a:lnTo>
                  <a:lnTo>
                    <a:pt x="2162486" y="26514"/>
                  </a:lnTo>
                  <a:lnTo>
                    <a:pt x="2163557" y="26342"/>
                  </a:lnTo>
                  <a:lnTo>
                    <a:pt x="2164629" y="26171"/>
                  </a:lnTo>
                  <a:lnTo>
                    <a:pt x="2165701" y="26001"/>
                  </a:lnTo>
                  <a:lnTo>
                    <a:pt x="2166772" y="25831"/>
                  </a:lnTo>
                  <a:lnTo>
                    <a:pt x="2167844" y="25662"/>
                  </a:lnTo>
                  <a:lnTo>
                    <a:pt x="2168915" y="25494"/>
                  </a:lnTo>
                  <a:lnTo>
                    <a:pt x="2169987" y="25326"/>
                  </a:lnTo>
                  <a:lnTo>
                    <a:pt x="2171059" y="25159"/>
                  </a:lnTo>
                  <a:lnTo>
                    <a:pt x="2172130" y="24992"/>
                  </a:lnTo>
                  <a:lnTo>
                    <a:pt x="2173202" y="24826"/>
                  </a:lnTo>
                  <a:lnTo>
                    <a:pt x="2174273" y="24661"/>
                  </a:lnTo>
                  <a:lnTo>
                    <a:pt x="2175345" y="24497"/>
                  </a:lnTo>
                  <a:lnTo>
                    <a:pt x="2176417" y="24333"/>
                  </a:lnTo>
                  <a:lnTo>
                    <a:pt x="2177488" y="24169"/>
                  </a:lnTo>
                  <a:lnTo>
                    <a:pt x="2178560" y="24006"/>
                  </a:lnTo>
                  <a:lnTo>
                    <a:pt x="2179631" y="23844"/>
                  </a:lnTo>
                  <a:lnTo>
                    <a:pt x="2180703" y="23683"/>
                  </a:lnTo>
                  <a:lnTo>
                    <a:pt x="2181775" y="23522"/>
                  </a:lnTo>
                  <a:lnTo>
                    <a:pt x="2182846" y="23361"/>
                  </a:lnTo>
                  <a:lnTo>
                    <a:pt x="2183918" y="23202"/>
                  </a:lnTo>
                  <a:lnTo>
                    <a:pt x="2184989" y="23043"/>
                  </a:lnTo>
                  <a:lnTo>
                    <a:pt x="2186061" y="22884"/>
                  </a:lnTo>
                  <a:lnTo>
                    <a:pt x="2187133" y="22726"/>
                  </a:lnTo>
                  <a:lnTo>
                    <a:pt x="2188204" y="22569"/>
                  </a:lnTo>
                  <a:lnTo>
                    <a:pt x="2189276" y="22412"/>
                  </a:lnTo>
                  <a:lnTo>
                    <a:pt x="2190347" y="22256"/>
                  </a:lnTo>
                  <a:lnTo>
                    <a:pt x="2191419" y="22101"/>
                  </a:lnTo>
                  <a:lnTo>
                    <a:pt x="2192491" y="21946"/>
                  </a:lnTo>
                  <a:lnTo>
                    <a:pt x="2193562" y="21792"/>
                  </a:lnTo>
                  <a:lnTo>
                    <a:pt x="2194634" y="21638"/>
                  </a:lnTo>
                  <a:lnTo>
                    <a:pt x="2195705" y="21485"/>
                  </a:lnTo>
                  <a:lnTo>
                    <a:pt x="2196777" y="21333"/>
                  </a:lnTo>
                  <a:lnTo>
                    <a:pt x="2197849" y="21181"/>
                  </a:lnTo>
                  <a:lnTo>
                    <a:pt x="2198920" y="21030"/>
                  </a:lnTo>
                  <a:lnTo>
                    <a:pt x="2199992" y="20880"/>
                  </a:lnTo>
                  <a:lnTo>
                    <a:pt x="2201063" y="20730"/>
                  </a:lnTo>
                  <a:lnTo>
                    <a:pt x="2202135" y="20580"/>
                  </a:lnTo>
                  <a:lnTo>
                    <a:pt x="2203207" y="20432"/>
                  </a:lnTo>
                  <a:lnTo>
                    <a:pt x="2204278" y="20284"/>
                  </a:lnTo>
                  <a:lnTo>
                    <a:pt x="2205350" y="20136"/>
                  </a:lnTo>
                  <a:lnTo>
                    <a:pt x="2206421" y="19989"/>
                  </a:lnTo>
                  <a:lnTo>
                    <a:pt x="2207493" y="19843"/>
                  </a:lnTo>
                  <a:lnTo>
                    <a:pt x="2208565" y="19697"/>
                  </a:lnTo>
                  <a:lnTo>
                    <a:pt x="2209636" y="19552"/>
                  </a:lnTo>
                  <a:lnTo>
                    <a:pt x="2210708" y="19408"/>
                  </a:lnTo>
                  <a:lnTo>
                    <a:pt x="2211779" y="19264"/>
                  </a:lnTo>
                  <a:lnTo>
                    <a:pt x="2212851" y="19121"/>
                  </a:lnTo>
                  <a:lnTo>
                    <a:pt x="2213923" y="18978"/>
                  </a:lnTo>
                  <a:lnTo>
                    <a:pt x="2214994" y="18836"/>
                  </a:lnTo>
                  <a:lnTo>
                    <a:pt x="2216066" y="18694"/>
                  </a:lnTo>
                  <a:lnTo>
                    <a:pt x="2217137" y="18553"/>
                  </a:lnTo>
                  <a:lnTo>
                    <a:pt x="2218209" y="18413"/>
                  </a:lnTo>
                  <a:lnTo>
                    <a:pt x="2219281" y="18273"/>
                  </a:lnTo>
                  <a:lnTo>
                    <a:pt x="2220352" y="18134"/>
                  </a:lnTo>
                  <a:lnTo>
                    <a:pt x="2221424" y="17996"/>
                  </a:lnTo>
                  <a:lnTo>
                    <a:pt x="2222495" y="17858"/>
                  </a:lnTo>
                  <a:lnTo>
                    <a:pt x="2223567" y="17721"/>
                  </a:lnTo>
                  <a:lnTo>
                    <a:pt x="2224639" y="17584"/>
                  </a:lnTo>
                  <a:lnTo>
                    <a:pt x="2225710" y="17448"/>
                  </a:lnTo>
                  <a:lnTo>
                    <a:pt x="2226782" y="17312"/>
                  </a:lnTo>
                  <a:lnTo>
                    <a:pt x="2227853" y="17177"/>
                  </a:lnTo>
                  <a:lnTo>
                    <a:pt x="2228925" y="17043"/>
                  </a:lnTo>
                  <a:lnTo>
                    <a:pt x="2229997" y="16909"/>
                  </a:lnTo>
                  <a:lnTo>
                    <a:pt x="2231068" y="16776"/>
                  </a:lnTo>
                  <a:lnTo>
                    <a:pt x="2232140" y="16643"/>
                  </a:lnTo>
                  <a:lnTo>
                    <a:pt x="2233211" y="16511"/>
                  </a:lnTo>
                  <a:lnTo>
                    <a:pt x="2234283" y="16380"/>
                  </a:lnTo>
                  <a:lnTo>
                    <a:pt x="2235355" y="16249"/>
                  </a:lnTo>
                  <a:lnTo>
                    <a:pt x="2236426" y="16119"/>
                  </a:lnTo>
                  <a:lnTo>
                    <a:pt x="2237498" y="15989"/>
                  </a:lnTo>
                  <a:lnTo>
                    <a:pt x="2238569" y="15860"/>
                  </a:lnTo>
                  <a:lnTo>
                    <a:pt x="2239641" y="15731"/>
                  </a:lnTo>
                  <a:lnTo>
                    <a:pt x="2240713" y="15604"/>
                  </a:lnTo>
                  <a:lnTo>
                    <a:pt x="2241784" y="15476"/>
                  </a:lnTo>
                  <a:lnTo>
                    <a:pt x="2242856" y="15349"/>
                  </a:lnTo>
                  <a:lnTo>
                    <a:pt x="2243927" y="15223"/>
                  </a:lnTo>
                  <a:lnTo>
                    <a:pt x="2244999" y="15098"/>
                  </a:lnTo>
                  <a:lnTo>
                    <a:pt x="2246071" y="14973"/>
                  </a:lnTo>
                  <a:lnTo>
                    <a:pt x="2247142" y="14848"/>
                  </a:lnTo>
                  <a:lnTo>
                    <a:pt x="2248214" y="14724"/>
                  </a:lnTo>
                  <a:lnTo>
                    <a:pt x="2249285" y="14601"/>
                  </a:lnTo>
                  <a:lnTo>
                    <a:pt x="2250357" y="14478"/>
                  </a:lnTo>
                  <a:lnTo>
                    <a:pt x="2251429" y="14356"/>
                  </a:lnTo>
                  <a:lnTo>
                    <a:pt x="2252500" y="14235"/>
                  </a:lnTo>
                  <a:lnTo>
                    <a:pt x="2253572" y="14114"/>
                  </a:lnTo>
                  <a:lnTo>
                    <a:pt x="2254643" y="13993"/>
                  </a:lnTo>
                  <a:lnTo>
                    <a:pt x="2255715" y="13874"/>
                  </a:lnTo>
                  <a:lnTo>
                    <a:pt x="2256787" y="13754"/>
                  </a:lnTo>
                  <a:lnTo>
                    <a:pt x="2257858" y="13636"/>
                  </a:lnTo>
                  <a:lnTo>
                    <a:pt x="2258930" y="13518"/>
                  </a:lnTo>
                  <a:lnTo>
                    <a:pt x="2260001" y="13400"/>
                  </a:lnTo>
                  <a:lnTo>
                    <a:pt x="2261073" y="13283"/>
                  </a:lnTo>
                  <a:lnTo>
                    <a:pt x="2262145" y="13167"/>
                  </a:lnTo>
                  <a:lnTo>
                    <a:pt x="2263216" y="13051"/>
                  </a:lnTo>
                  <a:lnTo>
                    <a:pt x="2264288" y="12936"/>
                  </a:lnTo>
                  <a:lnTo>
                    <a:pt x="2265359" y="12821"/>
                  </a:lnTo>
                  <a:lnTo>
                    <a:pt x="2266431" y="12707"/>
                  </a:lnTo>
                  <a:lnTo>
                    <a:pt x="2267503" y="12593"/>
                  </a:lnTo>
                  <a:lnTo>
                    <a:pt x="2268574" y="12480"/>
                  </a:lnTo>
                  <a:lnTo>
                    <a:pt x="2269646" y="12368"/>
                  </a:lnTo>
                  <a:lnTo>
                    <a:pt x="2270717" y="12256"/>
                  </a:lnTo>
                  <a:lnTo>
                    <a:pt x="2271789" y="12145"/>
                  </a:lnTo>
                  <a:lnTo>
                    <a:pt x="2272861" y="12034"/>
                  </a:lnTo>
                  <a:lnTo>
                    <a:pt x="2273932" y="11924"/>
                  </a:lnTo>
                  <a:lnTo>
                    <a:pt x="2275004" y="11814"/>
                  </a:lnTo>
                  <a:lnTo>
                    <a:pt x="2276075" y="11705"/>
                  </a:lnTo>
                  <a:lnTo>
                    <a:pt x="2277147" y="11597"/>
                  </a:lnTo>
                  <a:lnTo>
                    <a:pt x="2278219" y="11489"/>
                  </a:lnTo>
                  <a:lnTo>
                    <a:pt x="2279290" y="11381"/>
                  </a:lnTo>
                  <a:lnTo>
                    <a:pt x="2280362" y="11275"/>
                  </a:lnTo>
                  <a:lnTo>
                    <a:pt x="2281433" y="11168"/>
                  </a:lnTo>
                  <a:lnTo>
                    <a:pt x="2282505" y="11063"/>
                  </a:lnTo>
                  <a:lnTo>
                    <a:pt x="2283577" y="10958"/>
                  </a:lnTo>
                  <a:lnTo>
                    <a:pt x="2284648" y="10853"/>
                  </a:lnTo>
                  <a:lnTo>
                    <a:pt x="2285720" y="10749"/>
                  </a:lnTo>
                  <a:lnTo>
                    <a:pt x="2286791" y="10645"/>
                  </a:lnTo>
                  <a:lnTo>
                    <a:pt x="2287863" y="10543"/>
                  </a:lnTo>
                  <a:lnTo>
                    <a:pt x="2288935" y="10440"/>
                  </a:lnTo>
                  <a:lnTo>
                    <a:pt x="2290006" y="10338"/>
                  </a:lnTo>
                  <a:lnTo>
                    <a:pt x="2291078" y="10237"/>
                  </a:lnTo>
                  <a:lnTo>
                    <a:pt x="2292149" y="10136"/>
                  </a:lnTo>
                  <a:lnTo>
                    <a:pt x="2293221" y="10036"/>
                  </a:lnTo>
                  <a:lnTo>
                    <a:pt x="2294293" y="9937"/>
                  </a:lnTo>
                  <a:lnTo>
                    <a:pt x="2295364" y="9838"/>
                  </a:lnTo>
                  <a:lnTo>
                    <a:pt x="2296436" y="9739"/>
                  </a:lnTo>
                  <a:lnTo>
                    <a:pt x="2297507" y="9641"/>
                  </a:lnTo>
                  <a:lnTo>
                    <a:pt x="2298579" y="9544"/>
                  </a:lnTo>
                  <a:lnTo>
                    <a:pt x="2299651" y="9447"/>
                  </a:lnTo>
                  <a:lnTo>
                    <a:pt x="2300722" y="9350"/>
                  </a:lnTo>
                  <a:lnTo>
                    <a:pt x="2301794" y="9255"/>
                  </a:lnTo>
                  <a:lnTo>
                    <a:pt x="2302865" y="9159"/>
                  </a:lnTo>
                  <a:lnTo>
                    <a:pt x="2303937" y="9065"/>
                  </a:lnTo>
                  <a:lnTo>
                    <a:pt x="2305009" y="8970"/>
                  </a:lnTo>
                  <a:lnTo>
                    <a:pt x="2306080" y="8877"/>
                  </a:lnTo>
                  <a:lnTo>
                    <a:pt x="2307152" y="8784"/>
                  </a:lnTo>
                  <a:lnTo>
                    <a:pt x="2308223" y="8691"/>
                  </a:lnTo>
                  <a:lnTo>
                    <a:pt x="2309295" y="8599"/>
                  </a:lnTo>
                  <a:lnTo>
                    <a:pt x="2310366" y="8508"/>
                  </a:lnTo>
                  <a:lnTo>
                    <a:pt x="2311438" y="8417"/>
                  </a:lnTo>
                  <a:lnTo>
                    <a:pt x="2312510" y="8326"/>
                  </a:lnTo>
                  <a:lnTo>
                    <a:pt x="2313581" y="8236"/>
                  </a:lnTo>
                  <a:lnTo>
                    <a:pt x="2314653" y="8147"/>
                  </a:lnTo>
                  <a:lnTo>
                    <a:pt x="2315724" y="8058"/>
                  </a:lnTo>
                  <a:lnTo>
                    <a:pt x="2316796" y="7970"/>
                  </a:lnTo>
                  <a:lnTo>
                    <a:pt x="2317868" y="7882"/>
                  </a:lnTo>
                  <a:lnTo>
                    <a:pt x="2318939" y="7795"/>
                  </a:lnTo>
                  <a:lnTo>
                    <a:pt x="2320011" y="7709"/>
                  </a:lnTo>
                  <a:lnTo>
                    <a:pt x="2321082" y="7622"/>
                  </a:lnTo>
                  <a:lnTo>
                    <a:pt x="2322154" y="7537"/>
                  </a:lnTo>
                  <a:lnTo>
                    <a:pt x="2323226" y="7452"/>
                  </a:lnTo>
                  <a:lnTo>
                    <a:pt x="2324297" y="7367"/>
                  </a:lnTo>
                  <a:lnTo>
                    <a:pt x="2325369" y="7283"/>
                  </a:lnTo>
                  <a:lnTo>
                    <a:pt x="2326440" y="7200"/>
                  </a:lnTo>
                  <a:lnTo>
                    <a:pt x="2327512" y="7117"/>
                  </a:lnTo>
                  <a:lnTo>
                    <a:pt x="2328584" y="7034"/>
                  </a:lnTo>
                  <a:lnTo>
                    <a:pt x="2329655" y="6952"/>
                  </a:lnTo>
                  <a:lnTo>
                    <a:pt x="2330727" y="6871"/>
                  </a:lnTo>
                  <a:lnTo>
                    <a:pt x="2331798" y="6790"/>
                  </a:lnTo>
                  <a:lnTo>
                    <a:pt x="2332870" y="6710"/>
                  </a:lnTo>
                  <a:lnTo>
                    <a:pt x="2333942" y="6630"/>
                  </a:lnTo>
                  <a:lnTo>
                    <a:pt x="2335013" y="6551"/>
                  </a:lnTo>
                  <a:lnTo>
                    <a:pt x="2336085" y="6472"/>
                  </a:lnTo>
                  <a:lnTo>
                    <a:pt x="2337156" y="6394"/>
                  </a:lnTo>
                  <a:lnTo>
                    <a:pt x="2338228" y="6316"/>
                  </a:lnTo>
                  <a:lnTo>
                    <a:pt x="2339300" y="6239"/>
                  </a:lnTo>
                  <a:lnTo>
                    <a:pt x="2340371" y="6162"/>
                  </a:lnTo>
                  <a:lnTo>
                    <a:pt x="2341443" y="6086"/>
                  </a:lnTo>
                  <a:lnTo>
                    <a:pt x="2342514" y="6010"/>
                  </a:lnTo>
                  <a:lnTo>
                    <a:pt x="2343586" y="5935"/>
                  </a:lnTo>
                  <a:lnTo>
                    <a:pt x="2344658" y="5860"/>
                  </a:lnTo>
                  <a:lnTo>
                    <a:pt x="2345729" y="5786"/>
                  </a:lnTo>
                  <a:lnTo>
                    <a:pt x="2346801" y="5713"/>
                  </a:lnTo>
                  <a:lnTo>
                    <a:pt x="2347872" y="5639"/>
                  </a:lnTo>
                  <a:lnTo>
                    <a:pt x="2348944" y="5567"/>
                  </a:lnTo>
                  <a:lnTo>
                    <a:pt x="2350016" y="5495"/>
                  </a:lnTo>
                  <a:lnTo>
                    <a:pt x="2351087" y="5423"/>
                  </a:lnTo>
                  <a:lnTo>
                    <a:pt x="2352159" y="5352"/>
                  </a:lnTo>
                  <a:lnTo>
                    <a:pt x="2353230" y="5282"/>
                  </a:lnTo>
                  <a:lnTo>
                    <a:pt x="2354302" y="5212"/>
                  </a:lnTo>
                  <a:lnTo>
                    <a:pt x="2355374" y="5142"/>
                  </a:lnTo>
                  <a:lnTo>
                    <a:pt x="2356445" y="5073"/>
                  </a:lnTo>
                  <a:lnTo>
                    <a:pt x="2357517" y="5005"/>
                  </a:lnTo>
                  <a:lnTo>
                    <a:pt x="2358588" y="4937"/>
                  </a:lnTo>
                  <a:lnTo>
                    <a:pt x="2359660" y="4869"/>
                  </a:lnTo>
                  <a:lnTo>
                    <a:pt x="2360732" y="4802"/>
                  </a:lnTo>
                  <a:lnTo>
                    <a:pt x="2361803" y="4735"/>
                  </a:lnTo>
                  <a:lnTo>
                    <a:pt x="2362875" y="4669"/>
                  </a:lnTo>
                  <a:lnTo>
                    <a:pt x="2363946" y="4604"/>
                  </a:lnTo>
                  <a:lnTo>
                    <a:pt x="2365018" y="4539"/>
                  </a:lnTo>
                  <a:lnTo>
                    <a:pt x="2366090" y="4474"/>
                  </a:lnTo>
                  <a:lnTo>
                    <a:pt x="2367161" y="4410"/>
                  </a:lnTo>
                  <a:lnTo>
                    <a:pt x="2368233" y="4347"/>
                  </a:lnTo>
                  <a:lnTo>
                    <a:pt x="2369304" y="4284"/>
                  </a:lnTo>
                  <a:lnTo>
                    <a:pt x="2370376" y="4221"/>
                  </a:lnTo>
                  <a:lnTo>
                    <a:pt x="2371448" y="4159"/>
                  </a:lnTo>
                  <a:lnTo>
                    <a:pt x="2372519" y="4098"/>
                  </a:lnTo>
                  <a:lnTo>
                    <a:pt x="2373591" y="4037"/>
                  </a:lnTo>
                  <a:lnTo>
                    <a:pt x="2374662" y="3976"/>
                  </a:lnTo>
                  <a:lnTo>
                    <a:pt x="2375734" y="3916"/>
                  </a:lnTo>
                  <a:lnTo>
                    <a:pt x="2376806" y="3857"/>
                  </a:lnTo>
                  <a:lnTo>
                    <a:pt x="2377877" y="3798"/>
                  </a:lnTo>
                  <a:lnTo>
                    <a:pt x="2378949" y="3739"/>
                  </a:lnTo>
                  <a:lnTo>
                    <a:pt x="2380020" y="3681"/>
                  </a:lnTo>
                  <a:lnTo>
                    <a:pt x="2381092" y="3623"/>
                  </a:lnTo>
                  <a:lnTo>
                    <a:pt x="2382164" y="3566"/>
                  </a:lnTo>
                  <a:lnTo>
                    <a:pt x="2383235" y="3510"/>
                  </a:lnTo>
                  <a:lnTo>
                    <a:pt x="2384307" y="3454"/>
                  </a:lnTo>
                  <a:lnTo>
                    <a:pt x="2385378" y="3398"/>
                  </a:lnTo>
                  <a:lnTo>
                    <a:pt x="2386450" y="3343"/>
                  </a:lnTo>
                  <a:lnTo>
                    <a:pt x="2387522" y="3288"/>
                  </a:lnTo>
                  <a:lnTo>
                    <a:pt x="2388593" y="3234"/>
                  </a:lnTo>
                  <a:lnTo>
                    <a:pt x="2389665" y="3180"/>
                  </a:lnTo>
                  <a:lnTo>
                    <a:pt x="2390736" y="3127"/>
                  </a:lnTo>
                  <a:lnTo>
                    <a:pt x="2391808" y="3074"/>
                  </a:lnTo>
                  <a:lnTo>
                    <a:pt x="2392880" y="3022"/>
                  </a:lnTo>
                  <a:lnTo>
                    <a:pt x="2393951" y="2970"/>
                  </a:lnTo>
                  <a:lnTo>
                    <a:pt x="2395023" y="2919"/>
                  </a:lnTo>
                  <a:lnTo>
                    <a:pt x="2396094" y="2868"/>
                  </a:lnTo>
                  <a:lnTo>
                    <a:pt x="2397166" y="2818"/>
                  </a:lnTo>
                  <a:lnTo>
                    <a:pt x="2398238" y="2768"/>
                  </a:lnTo>
                  <a:lnTo>
                    <a:pt x="2399309" y="2718"/>
                  </a:lnTo>
                  <a:lnTo>
                    <a:pt x="2400381" y="2669"/>
                  </a:lnTo>
                  <a:lnTo>
                    <a:pt x="2401452" y="2621"/>
                  </a:lnTo>
                  <a:lnTo>
                    <a:pt x="2402524" y="2573"/>
                  </a:lnTo>
                  <a:lnTo>
                    <a:pt x="2403596" y="2525"/>
                  </a:lnTo>
                  <a:lnTo>
                    <a:pt x="2404667" y="2478"/>
                  </a:lnTo>
                  <a:lnTo>
                    <a:pt x="2405739" y="2432"/>
                  </a:lnTo>
                  <a:lnTo>
                    <a:pt x="2406810" y="2386"/>
                  </a:lnTo>
                  <a:lnTo>
                    <a:pt x="2407882" y="2340"/>
                  </a:lnTo>
                  <a:lnTo>
                    <a:pt x="2408954" y="2295"/>
                  </a:lnTo>
                  <a:lnTo>
                    <a:pt x="2410025" y="2250"/>
                  </a:lnTo>
                  <a:lnTo>
                    <a:pt x="2411097" y="2206"/>
                  </a:lnTo>
                  <a:lnTo>
                    <a:pt x="2412168" y="2162"/>
                  </a:lnTo>
                  <a:lnTo>
                    <a:pt x="2413240" y="2119"/>
                  </a:lnTo>
                  <a:lnTo>
                    <a:pt x="2414312" y="2076"/>
                  </a:lnTo>
                  <a:lnTo>
                    <a:pt x="2415383" y="2034"/>
                  </a:lnTo>
                  <a:lnTo>
                    <a:pt x="2416455" y="1992"/>
                  </a:lnTo>
                  <a:lnTo>
                    <a:pt x="2417526" y="1950"/>
                  </a:lnTo>
                  <a:lnTo>
                    <a:pt x="2418598" y="1909"/>
                  </a:lnTo>
                  <a:lnTo>
                    <a:pt x="2419670" y="1869"/>
                  </a:lnTo>
                  <a:lnTo>
                    <a:pt x="2420741" y="1829"/>
                  </a:lnTo>
                  <a:lnTo>
                    <a:pt x="2421813" y="1789"/>
                  </a:lnTo>
                  <a:lnTo>
                    <a:pt x="2422884" y="1750"/>
                  </a:lnTo>
                  <a:lnTo>
                    <a:pt x="2423956" y="1711"/>
                  </a:lnTo>
                  <a:lnTo>
                    <a:pt x="2425028" y="1673"/>
                  </a:lnTo>
                  <a:lnTo>
                    <a:pt x="2426099" y="1635"/>
                  </a:lnTo>
                  <a:lnTo>
                    <a:pt x="2427171" y="1598"/>
                  </a:lnTo>
                  <a:lnTo>
                    <a:pt x="2428242" y="1561"/>
                  </a:lnTo>
                  <a:lnTo>
                    <a:pt x="2429314" y="1525"/>
                  </a:lnTo>
                  <a:lnTo>
                    <a:pt x="2430386" y="1489"/>
                  </a:lnTo>
                  <a:lnTo>
                    <a:pt x="2431457" y="1453"/>
                  </a:lnTo>
                  <a:lnTo>
                    <a:pt x="2432529" y="1418"/>
                  </a:lnTo>
                  <a:lnTo>
                    <a:pt x="2433600" y="1384"/>
                  </a:lnTo>
                  <a:lnTo>
                    <a:pt x="2434672" y="1349"/>
                  </a:lnTo>
                  <a:lnTo>
                    <a:pt x="2435744" y="1316"/>
                  </a:lnTo>
                  <a:lnTo>
                    <a:pt x="2436815" y="1282"/>
                  </a:lnTo>
                  <a:lnTo>
                    <a:pt x="2437887" y="1250"/>
                  </a:lnTo>
                  <a:lnTo>
                    <a:pt x="2438958" y="1217"/>
                  </a:lnTo>
                  <a:lnTo>
                    <a:pt x="2440030" y="1185"/>
                  </a:lnTo>
                  <a:lnTo>
                    <a:pt x="2441102" y="1154"/>
                  </a:lnTo>
                  <a:lnTo>
                    <a:pt x="2442173" y="1123"/>
                  </a:lnTo>
                  <a:lnTo>
                    <a:pt x="2443245" y="1092"/>
                  </a:lnTo>
                  <a:lnTo>
                    <a:pt x="2444316" y="1062"/>
                  </a:lnTo>
                  <a:lnTo>
                    <a:pt x="2445388" y="1032"/>
                  </a:lnTo>
                  <a:lnTo>
                    <a:pt x="2446460" y="1003"/>
                  </a:lnTo>
                  <a:lnTo>
                    <a:pt x="2447531" y="974"/>
                  </a:lnTo>
                  <a:lnTo>
                    <a:pt x="2448603" y="946"/>
                  </a:lnTo>
                  <a:lnTo>
                    <a:pt x="2449674" y="918"/>
                  </a:lnTo>
                  <a:lnTo>
                    <a:pt x="2450746" y="890"/>
                  </a:lnTo>
                  <a:lnTo>
                    <a:pt x="2451818" y="863"/>
                  </a:lnTo>
                  <a:lnTo>
                    <a:pt x="2452889" y="837"/>
                  </a:lnTo>
                  <a:lnTo>
                    <a:pt x="2453961" y="810"/>
                  </a:lnTo>
                  <a:lnTo>
                    <a:pt x="2455032" y="785"/>
                  </a:lnTo>
                  <a:lnTo>
                    <a:pt x="2456104" y="759"/>
                  </a:lnTo>
                  <a:lnTo>
                    <a:pt x="2457176" y="734"/>
                  </a:lnTo>
                  <a:lnTo>
                    <a:pt x="2458247" y="710"/>
                  </a:lnTo>
                  <a:lnTo>
                    <a:pt x="2459319" y="686"/>
                  </a:lnTo>
                  <a:lnTo>
                    <a:pt x="2460390" y="662"/>
                  </a:lnTo>
                  <a:lnTo>
                    <a:pt x="2461462" y="639"/>
                  </a:lnTo>
                  <a:lnTo>
                    <a:pt x="2462534" y="616"/>
                  </a:lnTo>
                  <a:lnTo>
                    <a:pt x="2463605" y="594"/>
                  </a:lnTo>
                  <a:lnTo>
                    <a:pt x="2464677" y="572"/>
                  </a:lnTo>
                  <a:lnTo>
                    <a:pt x="2465748" y="551"/>
                  </a:lnTo>
                  <a:lnTo>
                    <a:pt x="2466820" y="529"/>
                  </a:lnTo>
                  <a:lnTo>
                    <a:pt x="2467892" y="509"/>
                  </a:lnTo>
                  <a:lnTo>
                    <a:pt x="2468963" y="489"/>
                  </a:lnTo>
                  <a:lnTo>
                    <a:pt x="2470035" y="469"/>
                  </a:lnTo>
                  <a:lnTo>
                    <a:pt x="2471106" y="449"/>
                  </a:lnTo>
                  <a:lnTo>
                    <a:pt x="2472178" y="431"/>
                  </a:lnTo>
                  <a:lnTo>
                    <a:pt x="2473250" y="412"/>
                  </a:lnTo>
                  <a:lnTo>
                    <a:pt x="2474321" y="394"/>
                  </a:lnTo>
                  <a:lnTo>
                    <a:pt x="2475393" y="376"/>
                  </a:lnTo>
                  <a:lnTo>
                    <a:pt x="2476464" y="359"/>
                  </a:lnTo>
                  <a:lnTo>
                    <a:pt x="2477536" y="342"/>
                  </a:lnTo>
                  <a:lnTo>
                    <a:pt x="2478608" y="326"/>
                  </a:lnTo>
                  <a:lnTo>
                    <a:pt x="2479679" y="310"/>
                  </a:lnTo>
                  <a:lnTo>
                    <a:pt x="2480751" y="294"/>
                  </a:lnTo>
                  <a:lnTo>
                    <a:pt x="2481822" y="279"/>
                  </a:lnTo>
                  <a:lnTo>
                    <a:pt x="2482894" y="264"/>
                  </a:lnTo>
                  <a:lnTo>
                    <a:pt x="2483966" y="250"/>
                  </a:lnTo>
                  <a:lnTo>
                    <a:pt x="2485037" y="236"/>
                  </a:lnTo>
                  <a:lnTo>
                    <a:pt x="2486109" y="222"/>
                  </a:lnTo>
                  <a:lnTo>
                    <a:pt x="2487180" y="209"/>
                  </a:lnTo>
                  <a:lnTo>
                    <a:pt x="2488252" y="196"/>
                  </a:lnTo>
                  <a:lnTo>
                    <a:pt x="2489323" y="184"/>
                  </a:lnTo>
                  <a:lnTo>
                    <a:pt x="2490395" y="172"/>
                  </a:lnTo>
                  <a:lnTo>
                    <a:pt x="2491467" y="160"/>
                  </a:lnTo>
                  <a:lnTo>
                    <a:pt x="2492538" y="149"/>
                  </a:lnTo>
                  <a:lnTo>
                    <a:pt x="2493610" y="139"/>
                  </a:lnTo>
                  <a:lnTo>
                    <a:pt x="2494681" y="128"/>
                  </a:lnTo>
                  <a:lnTo>
                    <a:pt x="2495753" y="118"/>
                  </a:lnTo>
                  <a:lnTo>
                    <a:pt x="2496825" y="109"/>
                  </a:lnTo>
                  <a:lnTo>
                    <a:pt x="2497896" y="100"/>
                  </a:lnTo>
                  <a:lnTo>
                    <a:pt x="2498968" y="91"/>
                  </a:lnTo>
                  <a:lnTo>
                    <a:pt x="2500039" y="83"/>
                  </a:lnTo>
                  <a:lnTo>
                    <a:pt x="2501111" y="75"/>
                  </a:lnTo>
                  <a:lnTo>
                    <a:pt x="2502183" y="68"/>
                  </a:lnTo>
                  <a:lnTo>
                    <a:pt x="2503254" y="60"/>
                  </a:lnTo>
                  <a:lnTo>
                    <a:pt x="2504326" y="54"/>
                  </a:lnTo>
                  <a:lnTo>
                    <a:pt x="2505397" y="47"/>
                  </a:lnTo>
                  <a:lnTo>
                    <a:pt x="2506469" y="41"/>
                  </a:lnTo>
                  <a:lnTo>
                    <a:pt x="2507541" y="36"/>
                  </a:lnTo>
                  <a:lnTo>
                    <a:pt x="2508612" y="31"/>
                  </a:lnTo>
                  <a:lnTo>
                    <a:pt x="2509684" y="26"/>
                  </a:lnTo>
                  <a:lnTo>
                    <a:pt x="2510755" y="22"/>
                  </a:lnTo>
                  <a:lnTo>
                    <a:pt x="2511827" y="18"/>
                  </a:lnTo>
                  <a:lnTo>
                    <a:pt x="2512899" y="14"/>
                  </a:lnTo>
                  <a:lnTo>
                    <a:pt x="2513970" y="11"/>
                  </a:lnTo>
                  <a:lnTo>
                    <a:pt x="2515042" y="8"/>
                  </a:lnTo>
                  <a:lnTo>
                    <a:pt x="2516113" y="6"/>
                  </a:lnTo>
                  <a:lnTo>
                    <a:pt x="2517185" y="4"/>
                  </a:lnTo>
                  <a:lnTo>
                    <a:pt x="2518257" y="2"/>
                  </a:lnTo>
                  <a:lnTo>
                    <a:pt x="2519328" y="1"/>
                  </a:lnTo>
                  <a:lnTo>
                    <a:pt x="2520400" y="0"/>
                  </a:lnTo>
                  <a:lnTo>
                    <a:pt x="2521471" y="0"/>
                  </a:lnTo>
                  <a:lnTo>
                    <a:pt x="2522543" y="0"/>
                  </a:lnTo>
                  <a:lnTo>
                    <a:pt x="2523615" y="0"/>
                  </a:lnTo>
                  <a:lnTo>
                    <a:pt x="2524686" y="0"/>
                  </a:lnTo>
                  <a:lnTo>
                    <a:pt x="2525758" y="1"/>
                  </a:lnTo>
                  <a:lnTo>
                    <a:pt x="2526829" y="3"/>
                  </a:lnTo>
                  <a:lnTo>
                    <a:pt x="2527901" y="5"/>
                  </a:lnTo>
                  <a:lnTo>
                    <a:pt x="2528973" y="7"/>
                  </a:lnTo>
                  <a:lnTo>
                    <a:pt x="2530044" y="9"/>
                  </a:lnTo>
                  <a:lnTo>
                    <a:pt x="2531116" y="12"/>
                  </a:lnTo>
                  <a:lnTo>
                    <a:pt x="2532187" y="16"/>
                  </a:lnTo>
                  <a:lnTo>
                    <a:pt x="2533259" y="19"/>
                  </a:lnTo>
                  <a:lnTo>
                    <a:pt x="2534331" y="23"/>
                  </a:lnTo>
                  <a:lnTo>
                    <a:pt x="2535402" y="28"/>
                  </a:lnTo>
                  <a:lnTo>
                    <a:pt x="2536474" y="33"/>
                  </a:lnTo>
                  <a:lnTo>
                    <a:pt x="2537545" y="38"/>
                  </a:lnTo>
                  <a:lnTo>
                    <a:pt x="2538617" y="43"/>
                  </a:lnTo>
                  <a:lnTo>
                    <a:pt x="2539689" y="49"/>
                  </a:lnTo>
                  <a:lnTo>
                    <a:pt x="2540760" y="55"/>
                  </a:lnTo>
                  <a:lnTo>
                    <a:pt x="2541832" y="62"/>
                  </a:lnTo>
                  <a:lnTo>
                    <a:pt x="2542903" y="69"/>
                  </a:lnTo>
                  <a:lnTo>
                    <a:pt x="2543975" y="76"/>
                  </a:lnTo>
                  <a:lnTo>
                    <a:pt x="2545047" y="84"/>
                  </a:lnTo>
                  <a:lnTo>
                    <a:pt x="2546118" y="92"/>
                  </a:lnTo>
                  <a:lnTo>
                    <a:pt x="2547190" y="101"/>
                  </a:lnTo>
                  <a:lnTo>
                    <a:pt x="2548261" y="109"/>
                  </a:lnTo>
                  <a:lnTo>
                    <a:pt x="2549333" y="119"/>
                  </a:lnTo>
                  <a:lnTo>
                    <a:pt x="2550405" y="128"/>
                  </a:lnTo>
                  <a:lnTo>
                    <a:pt x="2551476" y="138"/>
                  </a:lnTo>
                  <a:lnTo>
                    <a:pt x="2552548" y="148"/>
                  </a:lnTo>
                  <a:lnTo>
                    <a:pt x="2553619" y="159"/>
                  </a:lnTo>
                  <a:lnTo>
                    <a:pt x="2554691" y="170"/>
                  </a:lnTo>
                  <a:lnTo>
                    <a:pt x="2555763" y="181"/>
                  </a:lnTo>
                  <a:lnTo>
                    <a:pt x="2556834" y="193"/>
                  </a:lnTo>
                  <a:lnTo>
                    <a:pt x="2557906" y="205"/>
                  </a:lnTo>
                  <a:lnTo>
                    <a:pt x="2558977" y="217"/>
                  </a:lnTo>
                  <a:lnTo>
                    <a:pt x="2560049" y="230"/>
                  </a:lnTo>
                  <a:lnTo>
                    <a:pt x="2561121" y="243"/>
                  </a:lnTo>
                  <a:lnTo>
                    <a:pt x="2562192" y="257"/>
                  </a:lnTo>
                  <a:lnTo>
                    <a:pt x="2563264" y="270"/>
                  </a:lnTo>
                  <a:lnTo>
                    <a:pt x="2564335" y="284"/>
                  </a:lnTo>
                  <a:lnTo>
                    <a:pt x="2565407" y="299"/>
                  </a:lnTo>
                  <a:lnTo>
                    <a:pt x="2566479" y="314"/>
                  </a:lnTo>
                  <a:lnTo>
                    <a:pt x="2567550" y="329"/>
                  </a:lnTo>
                  <a:lnTo>
                    <a:pt x="2568622" y="345"/>
                  </a:lnTo>
                  <a:lnTo>
                    <a:pt x="2569693" y="360"/>
                  </a:lnTo>
                  <a:lnTo>
                    <a:pt x="2570765" y="377"/>
                  </a:lnTo>
                  <a:lnTo>
                    <a:pt x="2571837" y="393"/>
                  </a:lnTo>
                  <a:lnTo>
                    <a:pt x="2572908" y="410"/>
                  </a:lnTo>
                  <a:lnTo>
                    <a:pt x="2573980" y="427"/>
                  </a:lnTo>
                  <a:lnTo>
                    <a:pt x="2575051" y="445"/>
                  </a:lnTo>
                  <a:lnTo>
                    <a:pt x="2576123" y="463"/>
                  </a:lnTo>
                  <a:lnTo>
                    <a:pt x="2577195" y="481"/>
                  </a:lnTo>
                  <a:lnTo>
                    <a:pt x="2578266" y="500"/>
                  </a:lnTo>
                  <a:lnTo>
                    <a:pt x="2579338" y="519"/>
                  </a:lnTo>
                  <a:lnTo>
                    <a:pt x="2580409" y="538"/>
                  </a:lnTo>
                  <a:lnTo>
                    <a:pt x="2581481" y="557"/>
                  </a:lnTo>
                  <a:lnTo>
                    <a:pt x="2582553" y="577"/>
                  </a:lnTo>
                  <a:lnTo>
                    <a:pt x="2583624" y="598"/>
                  </a:lnTo>
                  <a:lnTo>
                    <a:pt x="2584696" y="618"/>
                  </a:lnTo>
                  <a:lnTo>
                    <a:pt x="2585767" y="639"/>
                  </a:lnTo>
                  <a:lnTo>
                    <a:pt x="2586839" y="660"/>
                  </a:lnTo>
                  <a:lnTo>
                    <a:pt x="2587911" y="682"/>
                  </a:lnTo>
                  <a:lnTo>
                    <a:pt x="2588982" y="704"/>
                  </a:lnTo>
                  <a:lnTo>
                    <a:pt x="2590054" y="726"/>
                  </a:lnTo>
                  <a:lnTo>
                    <a:pt x="2591125" y="749"/>
                  </a:lnTo>
                  <a:lnTo>
                    <a:pt x="2592197" y="772"/>
                  </a:lnTo>
                  <a:lnTo>
                    <a:pt x="2593269" y="795"/>
                  </a:lnTo>
                  <a:lnTo>
                    <a:pt x="2594340" y="819"/>
                  </a:lnTo>
                  <a:lnTo>
                    <a:pt x="2595412" y="842"/>
                  </a:lnTo>
                  <a:lnTo>
                    <a:pt x="2596483" y="867"/>
                  </a:lnTo>
                  <a:lnTo>
                    <a:pt x="2597555" y="891"/>
                  </a:lnTo>
                  <a:lnTo>
                    <a:pt x="2598627" y="916"/>
                  </a:lnTo>
                  <a:lnTo>
                    <a:pt x="2599698" y="941"/>
                  </a:lnTo>
                  <a:lnTo>
                    <a:pt x="2600770" y="967"/>
                  </a:lnTo>
                  <a:lnTo>
                    <a:pt x="2601841" y="993"/>
                  </a:lnTo>
                  <a:lnTo>
                    <a:pt x="2602913" y="1019"/>
                  </a:lnTo>
                  <a:lnTo>
                    <a:pt x="2603985" y="1045"/>
                  </a:lnTo>
                  <a:lnTo>
                    <a:pt x="2605056" y="1072"/>
                  </a:lnTo>
                  <a:lnTo>
                    <a:pt x="2606128" y="1099"/>
                  </a:lnTo>
                  <a:lnTo>
                    <a:pt x="2607199" y="1126"/>
                  </a:lnTo>
                  <a:lnTo>
                    <a:pt x="2608271" y="1154"/>
                  </a:lnTo>
                  <a:lnTo>
                    <a:pt x="2609343" y="1182"/>
                  </a:lnTo>
                  <a:lnTo>
                    <a:pt x="2610414" y="1210"/>
                  </a:lnTo>
                  <a:lnTo>
                    <a:pt x="2611486" y="1239"/>
                  </a:lnTo>
                  <a:lnTo>
                    <a:pt x="2612557" y="1268"/>
                  </a:lnTo>
                  <a:lnTo>
                    <a:pt x="2613629" y="1297"/>
                  </a:lnTo>
                  <a:lnTo>
                    <a:pt x="2614701" y="1327"/>
                  </a:lnTo>
                  <a:lnTo>
                    <a:pt x="2615772" y="1357"/>
                  </a:lnTo>
                  <a:lnTo>
                    <a:pt x="2616844" y="1387"/>
                  </a:lnTo>
                  <a:lnTo>
                    <a:pt x="2617915" y="1418"/>
                  </a:lnTo>
                  <a:lnTo>
                    <a:pt x="2618987" y="1448"/>
                  </a:lnTo>
                  <a:lnTo>
                    <a:pt x="2620059" y="1479"/>
                  </a:lnTo>
                  <a:lnTo>
                    <a:pt x="2621130" y="1511"/>
                  </a:lnTo>
                  <a:lnTo>
                    <a:pt x="2622202" y="1543"/>
                  </a:lnTo>
                  <a:lnTo>
                    <a:pt x="2623273" y="1575"/>
                  </a:lnTo>
                  <a:lnTo>
                    <a:pt x="2624345" y="1607"/>
                  </a:lnTo>
                  <a:lnTo>
                    <a:pt x="2625417" y="1640"/>
                  </a:lnTo>
                  <a:lnTo>
                    <a:pt x="2626488" y="1672"/>
                  </a:lnTo>
                  <a:lnTo>
                    <a:pt x="2627560" y="1706"/>
                  </a:lnTo>
                  <a:lnTo>
                    <a:pt x="2628631" y="1739"/>
                  </a:lnTo>
                  <a:lnTo>
                    <a:pt x="2629703" y="1773"/>
                  </a:lnTo>
                  <a:lnTo>
                    <a:pt x="2630775" y="1807"/>
                  </a:lnTo>
                  <a:lnTo>
                    <a:pt x="2631846" y="1842"/>
                  </a:lnTo>
                  <a:lnTo>
                    <a:pt x="2632918" y="1876"/>
                  </a:lnTo>
                  <a:lnTo>
                    <a:pt x="2633989" y="1911"/>
                  </a:lnTo>
                  <a:lnTo>
                    <a:pt x="2635061" y="1946"/>
                  </a:lnTo>
                  <a:lnTo>
                    <a:pt x="2636133" y="1982"/>
                  </a:lnTo>
                  <a:lnTo>
                    <a:pt x="2637204" y="2018"/>
                  </a:lnTo>
                  <a:lnTo>
                    <a:pt x="2638276" y="2054"/>
                  </a:lnTo>
                  <a:lnTo>
                    <a:pt x="2639347" y="2091"/>
                  </a:lnTo>
                  <a:lnTo>
                    <a:pt x="2640419" y="2127"/>
                  </a:lnTo>
                  <a:lnTo>
                    <a:pt x="2641491" y="2164"/>
                  </a:lnTo>
                  <a:lnTo>
                    <a:pt x="2642562" y="2202"/>
                  </a:lnTo>
                  <a:lnTo>
                    <a:pt x="2643634" y="2239"/>
                  </a:lnTo>
                  <a:lnTo>
                    <a:pt x="2644705" y="2277"/>
                  </a:lnTo>
                  <a:lnTo>
                    <a:pt x="2645777" y="2315"/>
                  </a:lnTo>
                  <a:lnTo>
                    <a:pt x="2646849" y="2354"/>
                  </a:lnTo>
                  <a:lnTo>
                    <a:pt x="2647920" y="2392"/>
                  </a:lnTo>
                  <a:lnTo>
                    <a:pt x="2648992" y="2431"/>
                  </a:lnTo>
                  <a:lnTo>
                    <a:pt x="2650063" y="2471"/>
                  </a:lnTo>
                  <a:lnTo>
                    <a:pt x="2651135" y="2510"/>
                  </a:lnTo>
                  <a:lnTo>
                    <a:pt x="2652207" y="2550"/>
                  </a:lnTo>
                  <a:lnTo>
                    <a:pt x="2653278" y="2590"/>
                  </a:lnTo>
                  <a:lnTo>
                    <a:pt x="2654350" y="2631"/>
                  </a:lnTo>
                  <a:lnTo>
                    <a:pt x="2655421" y="2671"/>
                  </a:lnTo>
                  <a:lnTo>
                    <a:pt x="2656493" y="2712"/>
                  </a:lnTo>
                  <a:lnTo>
                    <a:pt x="2657565" y="2754"/>
                  </a:lnTo>
                  <a:lnTo>
                    <a:pt x="2658636" y="2795"/>
                  </a:lnTo>
                  <a:lnTo>
                    <a:pt x="2659708" y="2837"/>
                  </a:lnTo>
                  <a:lnTo>
                    <a:pt x="2660779" y="2879"/>
                  </a:lnTo>
                  <a:lnTo>
                    <a:pt x="2661851" y="2921"/>
                  </a:lnTo>
                  <a:lnTo>
                    <a:pt x="2662922" y="2964"/>
                  </a:lnTo>
                  <a:lnTo>
                    <a:pt x="2663994" y="3007"/>
                  </a:lnTo>
                  <a:lnTo>
                    <a:pt x="2665066" y="3050"/>
                  </a:lnTo>
                  <a:lnTo>
                    <a:pt x="2666137" y="3093"/>
                  </a:lnTo>
                  <a:lnTo>
                    <a:pt x="2667209" y="3137"/>
                  </a:lnTo>
                  <a:lnTo>
                    <a:pt x="2668280" y="3181"/>
                  </a:lnTo>
                  <a:lnTo>
                    <a:pt x="2669352" y="3225"/>
                  </a:lnTo>
                  <a:lnTo>
                    <a:pt x="2670424" y="3269"/>
                  </a:lnTo>
                  <a:lnTo>
                    <a:pt x="2671495" y="3314"/>
                  </a:lnTo>
                  <a:lnTo>
                    <a:pt x="2672567" y="3359"/>
                  </a:lnTo>
                  <a:lnTo>
                    <a:pt x="2673638" y="3404"/>
                  </a:lnTo>
                  <a:lnTo>
                    <a:pt x="2674710" y="3450"/>
                  </a:lnTo>
                  <a:lnTo>
                    <a:pt x="2675782" y="3496"/>
                  </a:lnTo>
                  <a:lnTo>
                    <a:pt x="2676853" y="3542"/>
                  </a:lnTo>
                  <a:lnTo>
                    <a:pt x="2677925" y="3588"/>
                  </a:lnTo>
                  <a:lnTo>
                    <a:pt x="2678996" y="3635"/>
                  </a:lnTo>
                  <a:lnTo>
                    <a:pt x="2680068" y="3681"/>
                  </a:lnTo>
                  <a:lnTo>
                    <a:pt x="2681140" y="3728"/>
                  </a:lnTo>
                  <a:lnTo>
                    <a:pt x="2682211" y="3776"/>
                  </a:lnTo>
                  <a:lnTo>
                    <a:pt x="2683283" y="3823"/>
                  </a:lnTo>
                  <a:lnTo>
                    <a:pt x="2684354" y="3871"/>
                  </a:lnTo>
                  <a:lnTo>
                    <a:pt x="2685426" y="3919"/>
                  </a:lnTo>
                  <a:lnTo>
                    <a:pt x="2686498" y="3967"/>
                  </a:lnTo>
                  <a:lnTo>
                    <a:pt x="2687569" y="4016"/>
                  </a:lnTo>
                  <a:lnTo>
                    <a:pt x="2688641" y="4065"/>
                  </a:lnTo>
                  <a:lnTo>
                    <a:pt x="2689712" y="4114"/>
                  </a:lnTo>
                  <a:lnTo>
                    <a:pt x="2690784" y="4163"/>
                  </a:lnTo>
                  <a:lnTo>
                    <a:pt x="2691856" y="4213"/>
                  </a:lnTo>
                  <a:lnTo>
                    <a:pt x="2692927" y="4263"/>
                  </a:lnTo>
                  <a:lnTo>
                    <a:pt x="2693999" y="4313"/>
                  </a:lnTo>
                  <a:lnTo>
                    <a:pt x="2695070" y="4363"/>
                  </a:lnTo>
                  <a:lnTo>
                    <a:pt x="2696142" y="4414"/>
                  </a:lnTo>
                  <a:lnTo>
                    <a:pt x="2697214" y="4464"/>
                  </a:lnTo>
                  <a:lnTo>
                    <a:pt x="2698285" y="4515"/>
                  </a:lnTo>
                  <a:lnTo>
                    <a:pt x="2699357" y="4567"/>
                  </a:lnTo>
                  <a:lnTo>
                    <a:pt x="2700428" y="4618"/>
                  </a:lnTo>
                  <a:lnTo>
                    <a:pt x="2701500" y="4670"/>
                  </a:lnTo>
                  <a:lnTo>
                    <a:pt x="2702572" y="4722"/>
                  </a:lnTo>
                  <a:lnTo>
                    <a:pt x="2703643" y="4774"/>
                  </a:lnTo>
                  <a:lnTo>
                    <a:pt x="2704715" y="4827"/>
                  </a:lnTo>
                  <a:lnTo>
                    <a:pt x="2705786" y="4879"/>
                  </a:lnTo>
                  <a:lnTo>
                    <a:pt x="2706858" y="4932"/>
                  </a:lnTo>
                  <a:lnTo>
                    <a:pt x="2707930" y="4985"/>
                  </a:lnTo>
                  <a:lnTo>
                    <a:pt x="2709001" y="5039"/>
                  </a:lnTo>
                  <a:lnTo>
                    <a:pt x="2710073" y="5092"/>
                  </a:lnTo>
                  <a:lnTo>
                    <a:pt x="2711144" y="5146"/>
                  </a:lnTo>
                  <a:lnTo>
                    <a:pt x="2712216" y="5200"/>
                  </a:lnTo>
                  <a:lnTo>
                    <a:pt x="2713288" y="5255"/>
                  </a:lnTo>
                  <a:lnTo>
                    <a:pt x="2714359" y="5309"/>
                  </a:lnTo>
                  <a:lnTo>
                    <a:pt x="2715431" y="5364"/>
                  </a:lnTo>
                  <a:lnTo>
                    <a:pt x="2716502" y="5419"/>
                  </a:lnTo>
                  <a:lnTo>
                    <a:pt x="2717574" y="5474"/>
                  </a:lnTo>
                  <a:lnTo>
                    <a:pt x="2718646" y="5530"/>
                  </a:lnTo>
                  <a:lnTo>
                    <a:pt x="2719717" y="5585"/>
                  </a:lnTo>
                  <a:lnTo>
                    <a:pt x="2720789" y="5641"/>
                  </a:lnTo>
                  <a:lnTo>
                    <a:pt x="2721860" y="5697"/>
                  </a:lnTo>
                  <a:lnTo>
                    <a:pt x="2722932" y="5754"/>
                  </a:lnTo>
                  <a:lnTo>
                    <a:pt x="2724004" y="5810"/>
                  </a:lnTo>
                  <a:lnTo>
                    <a:pt x="2725075" y="5867"/>
                  </a:lnTo>
                  <a:lnTo>
                    <a:pt x="2726147" y="5924"/>
                  </a:lnTo>
                  <a:lnTo>
                    <a:pt x="2727218" y="5981"/>
                  </a:lnTo>
                  <a:lnTo>
                    <a:pt x="2728290" y="6039"/>
                  </a:lnTo>
                  <a:lnTo>
                    <a:pt x="2729362" y="6096"/>
                  </a:lnTo>
                  <a:lnTo>
                    <a:pt x="2730433" y="6154"/>
                  </a:lnTo>
                  <a:lnTo>
                    <a:pt x="2731505" y="6212"/>
                  </a:lnTo>
                  <a:lnTo>
                    <a:pt x="2732576" y="6271"/>
                  </a:lnTo>
                  <a:lnTo>
                    <a:pt x="2733648" y="6329"/>
                  </a:lnTo>
                  <a:lnTo>
                    <a:pt x="2734720" y="6388"/>
                  </a:lnTo>
                  <a:lnTo>
                    <a:pt x="2735791" y="6447"/>
                  </a:lnTo>
                  <a:lnTo>
                    <a:pt x="2736863" y="6506"/>
                  </a:lnTo>
                  <a:lnTo>
                    <a:pt x="2737934" y="6566"/>
                  </a:lnTo>
                  <a:lnTo>
                    <a:pt x="2739006" y="6625"/>
                  </a:lnTo>
                  <a:lnTo>
                    <a:pt x="2740078" y="6685"/>
                  </a:lnTo>
                  <a:lnTo>
                    <a:pt x="2741149" y="6745"/>
                  </a:lnTo>
                  <a:lnTo>
                    <a:pt x="2742221" y="6805"/>
                  </a:lnTo>
                  <a:lnTo>
                    <a:pt x="2743292" y="6865"/>
                  </a:lnTo>
                  <a:lnTo>
                    <a:pt x="2744364" y="6926"/>
                  </a:lnTo>
                  <a:lnTo>
                    <a:pt x="2745436" y="6987"/>
                  </a:lnTo>
                  <a:lnTo>
                    <a:pt x="2746507" y="7048"/>
                  </a:lnTo>
                  <a:lnTo>
                    <a:pt x="2747579" y="7109"/>
                  </a:lnTo>
                  <a:lnTo>
                    <a:pt x="2748650" y="7171"/>
                  </a:lnTo>
                  <a:lnTo>
                    <a:pt x="2749722" y="7232"/>
                  </a:lnTo>
                  <a:lnTo>
                    <a:pt x="2750794" y="7294"/>
                  </a:lnTo>
                  <a:lnTo>
                    <a:pt x="2751865" y="7356"/>
                  </a:lnTo>
                  <a:lnTo>
                    <a:pt x="2752937" y="7418"/>
                  </a:lnTo>
                  <a:lnTo>
                    <a:pt x="2754008" y="7481"/>
                  </a:lnTo>
                  <a:lnTo>
                    <a:pt x="2755080" y="7543"/>
                  </a:lnTo>
                  <a:lnTo>
                    <a:pt x="2756152" y="7606"/>
                  </a:lnTo>
                  <a:lnTo>
                    <a:pt x="2757223" y="7669"/>
                  </a:lnTo>
                  <a:lnTo>
                    <a:pt x="2758295" y="7732"/>
                  </a:lnTo>
                  <a:lnTo>
                    <a:pt x="2759366" y="7796"/>
                  </a:lnTo>
                  <a:lnTo>
                    <a:pt x="2760438" y="7859"/>
                  </a:lnTo>
                  <a:lnTo>
                    <a:pt x="2761510" y="7923"/>
                  </a:lnTo>
                  <a:lnTo>
                    <a:pt x="2762581" y="7987"/>
                  </a:lnTo>
                  <a:lnTo>
                    <a:pt x="2763653" y="8051"/>
                  </a:lnTo>
                  <a:lnTo>
                    <a:pt x="2764724" y="8115"/>
                  </a:lnTo>
                  <a:lnTo>
                    <a:pt x="2765796" y="8180"/>
                  </a:lnTo>
                  <a:lnTo>
                    <a:pt x="2766868" y="8245"/>
                  </a:lnTo>
                  <a:lnTo>
                    <a:pt x="2767939" y="8310"/>
                  </a:lnTo>
                  <a:lnTo>
                    <a:pt x="2769011" y="8375"/>
                  </a:lnTo>
                  <a:lnTo>
                    <a:pt x="2770082" y="8440"/>
                  </a:lnTo>
                  <a:lnTo>
                    <a:pt x="2771154" y="8505"/>
                  </a:lnTo>
                  <a:lnTo>
                    <a:pt x="2772226" y="8571"/>
                  </a:lnTo>
                  <a:lnTo>
                    <a:pt x="2773297" y="8637"/>
                  </a:lnTo>
                  <a:lnTo>
                    <a:pt x="2774369" y="8703"/>
                  </a:lnTo>
                  <a:lnTo>
                    <a:pt x="2775440" y="8769"/>
                  </a:lnTo>
                  <a:lnTo>
                    <a:pt x="2776512" y="8835"/>
                  </a:lnTo>
                  <a:lnTo>
                    <a:pt x="2777584" y="8902"/>
                  </a:lnTo>
                  <a:lnTo>
                    <a:pt x="2778655" y="8969"/>
                  </a:lnTo>
                  <a:lnTo>
                    <a:pt x="2779727" y="9036"/>
                  </a:lnTo>
                  <a:lnTo>
                    <a:pt x="2780798" y="9103"/>
                  </a:lnTo>
                  <a:lnTo>
                    <a:pt x="2781870" y="9170"/>
                  </a:lnTo>
                  <a:lnTo>
                    <a:pt x="2782942" y="9237"/>
                  </a:lnTo>
                  <a:lnTo>
                    <a:pt x="2784013" y="9305"/>
                  </a:lnTo>
                  <a:lnTo>
                    <a:pt x="2785085" y="9373"/>
                  </a:lnTo>
                  <a:lnTo>
                    <a:pt x="2786156" y="9441"/>
                  </a:lnTo>
                  <a:lnTo>
                    <a:pt x="2787228" y="9509"/>
                  </a:lnTo>
                  <a:lnTo>
                    <a:pt x="2788300" y="9577"/>
                  </a:lnTo>
                  <a:lnTo>
                    <a:pt x="2789371" y="9645"/>
                  </a:lnTo>
                  <a:lnTo>
                    <a:pt x="2790443" y="9714"/>
                  </a:lnTo>
                  <a:lnTo>
                    <a:pt x="2791514" y="9783"/>
                  </a:lnTo>
                  <a:lnTo>
                    <a:pt x="2792586" y="9852"/>
                  </a:lnTo>
                  <a:lnTo>
                    <a:pt x="2793658" y="9921"/>
                  </a:lnTo>
                  <a:lnTo>
                    <a:pt x="2794729" y="9990"/>
                  </a:lnTo>
                  <a:lnTo>
                    <a:pt x="2795801" y="10059"/>
                  </a:lnTo>
                  <a:lnTo>
                    <a:pt x="2796872" y="10129"/>
                  </a:lnTo>
                  <a:lnTo>
                    <a:pt x="2797944" y="10199"/>
                  </a:lnTo>
                  <a:lnTo>
                    <a:pt x="2799016" y="10269"/>
                  </a:lnTo>
                  <a:lnTo>
                    <a:pt x="2800087" y="10339"/>
                  </a:lnTo>
                  <a:lnTo>
                    <a:pt x="2801159" y="10409"/>
                  </a:lnTo>
                  <a:lnTo>
                    <a:pt x="2802230" y="10479"/>
                  </a:lnTo>
                  <a:lnTo>
                    <a:pt x="2803302" y="10550"/>
                  </a:lnTo>
                  <a:lnTo>
                    <a:pt x="2804374" y="10621"/>
                  </a:lnTo>
                  <a:lnTo>
                    <a:pt x="2805445" y="10692"/>
                  </a:lnTo>
                  <a:lnTo>
                    <a:pt x="2806517" y="10763"/>
                  </a:lnTo>
                  <a:lnTo>
                    <a:pt x="2807588" y="10834"/>
                  </a:lnTo>
                  <a:lnTo>
                    <a:pt x="2808660" y="10905"/>
                  </a:lnTo>
                  <a:lnTo>
                    <a:pt x="2809732" y="10977"/>
                  </a:lnTo>
                  <a:lnTo>
                    <a:pt x="2810803" y="11048"/>
                  </a:lnTo>
                  <a:lnTo>
                    <a:pt x="2811875" y="11120"/>
                  </a:lnTo>
                  <a:lnTo>
                    <a:pt x="2812946" y="11192"/>
                  </a:lnTo>
                  <a:lnTo>
                    <a:pt x="2814018" y="11264"/>
                  </a:lnTo>
                  <a:lnTo>
                    <a:pt x="2815090" y="11336"/>
                  </a:lnTo>
                  <a:lnTo>
                    <a:pt x="2816161" y="11409"/>
                  </a:lnTo>
                  <a:lnTo>
                    <a:pt x="2817233" y="11481"/>
                  </a:lnTo>
                  <a:lnTo>
                    <a:pt x="2818304" y="11554"/>
                  </a:lnTo>
                  <a:lnTo>
                    <a:pt x="2819376" y="11627"/>
                  </a:lnTo>
                  <a:lnTo>
                    <a:pt x="2820448" y="11699"/>
                  </a:lnTo>
                  <a:lnTo>
                    <a:pt x="2821519" y="11773"/>
                  </a:lnTo>
                  <a:lnTo>
                    <a:pt x="2822591" y="11846"/>
                  </a:lnTo>
                  <a:lnTo>
                    <a:pt x="2823662" y="11919"/>
                  </a:lnTo>
                  <a:lnTo>
                    <a:pt x="2824734" y="11993"/>
                  </a:lnTo>
                  <a:lnTo>
                    <a:pt x="2825806" y="12066"/>
                  </a:lnTo>
                  <a:lnTo>
                    <a:pt x="2826877" y="12140"/>
                  </a:lnTo>
                  <a:lnTo>
                    <a:pt x="2827949" y="12214"/>
                  </a:lnTo>
                  <a:lnTo>
                    <a:pt x="2829020" y="12288"/>
                  </a:lnTo>
                  <a:lnTo>
                    <a:pt x="2830092" y="12362"/>
                  </a:lnTo>
                  <a:lnTo>
                    <a:pt x="2831164" y="12437"/>
                  </a:lnTo>
                  <a:lnTo>
                    <a:pt x="2832235" y="12511"/>
                  </a:lnTo>
                  <a:lnTo>
                    <a:pt x="2833307" y="12586"/>
                  </a:lnTo>
                  <a:lnTo>
                    <a:pt x="2834378" y="12661"/>
                  </a:lnTo>
                  <a:lnTo>
                    <a:pt x="2835450" y="12736"/>
                  </a:lnTo>
                  <a:lnTo>
                    <a:pt x="2836522" y="12811"/>
                  </a:lnTo>
                  <a:lnTo>
                    <a:pt x="2837593" y="12886"/>
                  </a:lnTo>
                  <a:lnTo>
                    <a:pt x="2838665" y="12961"/>
                  </a:lnTo>
                  <a:lnTo>
                    <a:pt x="2839736" y="13036"/>
                  </a:lnTo>
                  <a:lnTo>
                    <a:pt x="2840808" y="13112"/>
                  </a:lnTo>
                  <a:lnTo>
                    <a:pt x="2841879" y="13188"/>
                  </a:lnTo>
                  <a:lnTo>
                    <a:pt x="2842951" y="13263"/>
                  </a:lnTo>
                  <a:lnTo>
                    <a:pt x="2844023" y="13339"/>
                  </a:lnTo>
                  <a:lnTo>
                    <a:pt x="2845094" y="13415"/>
                  </a:lnTo>
                  <a:lnTo>
                    <a:pt x="2846166" y="13491"/>
                  </a:lnTo>
                  <a:lnTo>
                    <a:pt x="2847237" y="13568"/>
                  </a:lnTo>
                  <a:lnTo>
                    <a:pt x="2848309" y="13644"/>
                  </a:lnTo>
                  <a:lnTo>
                    <a:pt x="2849381" y="13721"/>
                  </a:lnTo>
                  <a:lnTo>
                    <a:pt x="2850452" y="13797"/>
                  </a:lnTo>
                  <a:lnTo>
                    <a:pt x="2851524" y="13874"/>
                  </a:lnTo>
                  <a:lnTo>
                    <a:pt x="2852595" y="13951"/>
                  </a:lnTo>
                  <a:lnTo>
                    <a:pt x="2853667" y="14028"/>
                  </a:lnTo>
                  <a:lnTo>
                    <a:pt x="2854739" y="14105"/>
                  </a:lnTo>
                  <a:lnTo>
                    <a:pt x="2855810" y="14182"/>
                  </a:lnTo>
                  <a:lnTo>
                    <a:pt x="2856882" y="14260"/>
                  </a:lnTo>
                  <a:lnTo>
                    <a:pt x="2857953" y="14337"/>
                  </a:lnTo>
                  <a:lnTo>
                    <a:pt x="2859025" y="14415"/>
                  </a:lnTo>
                  <a:lnTo>
                    <a:pt x="2860097" y="14492"/>
                  </a:lnTo>
                  <a:lnTo>
                    <a:pt x="2861168" y="14570"/>
                  </a:lnTo>
                  <a:lnTo>
                    <a:pt x="2862240" y="14648"/>
                  </a:lnTo>
                  <a:lnTo>
                    <a:pt x="2863311" y="14726"/>
                  </a:lnTo>
                  <a:lnTo>
                    <a:pt x="2864383" y="14804"/>
                  </a:lnTo>
                  <a:lnTo>
                    <a:pt x="2865455" y="14882"/>
                  </a:lnTo>
                  <a:lnTo>
                    <a:pt x="2866526" y="14961"/>
                  </a:lnTo>
                  <a:lnTo>
                    <a:pt x="2867598" y="15039"/>
                  </a:lnTo>
                  <a:lnTo>
                    <a:pt x="2868669" y="15118"/>
                  </a:lnTo>
                  <a:lnTo>
                    <a:pt x="2869741" y="15196"/>
                  </a:lnTo>
                  <a:lnTo>
                    <a:pt x="2870813" y="15275"/>
                  </a:lnTo>
                  <a:lnTo>
                    <a:pt x="2871884" y="15354"/>
                  </a:lnTo>
                  <a:lnTo>
                    <a:pt x="2872956" y="15433"/>
                  </a:lnTo>
                  <a:lnTo>
                    <a:pt x="2874027" y="15512"/>
                  </a:lnTo>
                  <a:lnTo>
                    <a:pt x="2875099" y="15591"/>
                  </a:lnTo>
                  <a:lnTo>
                    <a:pt x="2876171" y="15670"/>
                  </a:lnTo>
                  <a:lnTo>
                    <a:pt x="2877242" y="15750"/>
                  </a:lnTo>
                  <a:lnTo>
                    <a:pt x="2878314" y="15829"/>
                  </a:lnTo>
                  <a:lnTo>
                    <a:pt x="2879385" y="15909"/>
                  </a:lnTo>
                  <a:lnTo>
                    <a:pt x="2880457" y="15988"/>
                  </a:lnTo>
                  <a:lnTo>
                    <a:pt x="2881529" y="16068"/>
                  </a:lnTo>
                  <a:lnTo>
                    <a:pt x="2882600" y="16148"/>
                  </a:lnTo>
                  <a:lnTo>
                    <a:pt x="2883672" y="16228"/>
                  </a:lnTo>
                  <a:lnTo>
                    <a:pt x="2884743" y="16308"/>
                  </a:lnTo>
                  <a:lnTo>
                    <a:pt x="2885815" y="16388"/>
                  </a:lnTo>
                  <a:lnTo>
                    <a:pt x="2886887" y="16468"/>
                  </a:lnTo>
                  <a:lnTo>
                    <a:pt x="2887958" y="16549"/>
                  </a:lnTo>
                  <a:lnTo>
                    <a:pt x="2889030" y="16629"/>
                  </a:lnTo>
                  <a:lnTo>
                    <a:pt x="2890101" y="16709"/>
                  </a:lnTo>
                  <a:lnTo>
                    <a:pt x="2891173" y="16790"/>
                  </a:lnTo>
                  <a:lnTo>
                    <a:pt x="2892245" y="16871"/>
                  </a:lnTo>
                  <a:lnTo>
                    <a:pt x="2893316" y="16951"/>
                  </a:lnTo>
                  <a:lnTo>
                    <a:pt x="2894388" y="17032"/>
                  </a:lnTo>
                  <a:lnTo>
                    <a:pt x="2895459" y="17113"/>
                  </a:lnTo>
                  <a:lnTo>
                    <a:pt x="2896531" y="17194"/>
                  </a:lnTo>
                  <a:lnTo>
                    <a:pt x="2897603" y="17275"/>
                  </a:lnTo>
                  <a:lnTo>
                    <a:pt x="2898674" y="17356"/>
                  </a:lnTo>
                  <a:lnTo>
                    <a:pt x="2899746" y="17438"/>
                  </a:lnTo>
                  <a:lnTo>
                    <a:pt x="2900817" y="17519"/>
                  </a:lnTo>
                  <a:lnTo>
                    <a:pt x="2901889" y="17600"/>
                  </a:lnTo>
                  <a:lnTo>
                    <a:pt x="2902961" y="17682"/>
                  </a:lnTo>
                  <a:lnTo>
                    <a:pt x="2904032" y="17763"/>
                  </a:lnTo>
                  <a:lnTo>
                    <a:pt x="2905104" y="17845"/>
                  </a:lnTo>
                  <a:lnTo>
                    <a:pt x="2906175" y="17927"/>
                  </a:lnTo>
                  <a:lnTo>
                    <a:pt x="2907247" y="18009"/>
                  </a:lnTo>
                  <a:lnTo>
                    <a:pt x="2908319" y="18090"/>
                  </a:lnTo>
                  <a:lnTo>
                    <a:pt x="2909390" y="18172"/>
                  </a:lnTo>
                  <a:lnTo>
                    <a:pt x="2910462" y="18254"/>
                  </a:lnTo>
                  <a:lnTo>
                    <a:pt x="2911533" y="18336"/>
                  </a:lnTo>
                  <a:lnTo>
                    <a:pt x="2912605" y="18419"/>
                  </a:lnTo>
                  <a:lnTo>
                    <a:pt x="2913677" y="18501"/>
                  </a:lnTo>
                  <a:lnTo>
                    <a:pt x="2914748" y="18583"/>
                  </a:lnTo>
                  <a:lnTo>
                    <a:pt x="2915820" y="18666"/>
                  </a:lnTo>
                  <a:lnTo>
                    <a:pt x="2916891" y="18748"/>
                  </a:lnTo>
                  <a:lnTo>
                    <a:pt x="2917963" y="18830"/>
                  </a:lnTo>
                  <a:lnTo>
                    <a:pt x="2919035" y="18913"/>
                  </a:lnTo>
                  <a:lnTo>
                    <a:pt x="2920106" y="18996"/>
                  </a:lnTo>
                  <a:lnTo>
                    <a:pt x="2921178" y="19078"/>
                  </a:lnTo>
                  <a:lnTo>
                    <a:pt x="2922249" y="19161"/>
                  </a:lnTo>
                  <a:lnTo>
                    <a:pt x="2923321" y="19244"/>
                  </a:lnTo>
                  <a:lnTo>
                    <a:pt x="2924393" y="19327"/>
                  </a:lnTo>
                  <a:lnTo>
                    <a:pt x="2925464" y="19410"/>
                  </a:lnTo>
                  <a:lnTo>
                    <a:pt x="2926536" y="19493"/>
                  </a:lnTo>
                  <a:lnTo>
                    <a:pt x="2927607" y="19576"/>
                  </a:lnTo>
                  <a:lnTo>
                    <a:pt x="2928679" y="19659"/>
                  </a:lnTo>
                  <a:lnTo>
                    <a:pt x="2929751" y="19742"/>
                  </a:lnTo>
                  <a:lnTo>
                    <a:pt x="2930822" y="19825"/>
                  </a:lnTo>
                  <a:lnTo>
                    <a:pt x="2931894" y="19909"/>
                  </a:lnTo>
                  <a:lnTo>
                    <a:pt x="2932965" y="19992"/>
                  </a:lnTo>
                  <a:lnTo>
                    <a:pt x="2934037" y="20075"/>
                  </a:lnTo>
                  <a:lnTo>
                    <a:pt x="2935109" y="20159"/>
                  </a:lnTo>
                  <a:lnTo>
                    <a:pt x="2936180" y="20242"/>
                  </a:lnTo>
                  <a:lnTo>
                    <a:pt x="2937252" y="20326"/>
                  </a:lnTo>
                  <a:lnTo>
                    <a:pt x="2938323" y="20409"/>
                  </a:lnTo>
                  <a:lnTo>
                    <a:pt x="2939395" y="20493"/>
                  </a:lnTo>
                  <a:lnTo>
                    <a:pt x="2940467" y="20577"/>
                  </a:lnTo>
                  <a:lnTo>
                    <a:pt x="2941538" y="20661"/>
                  </a:lnTo>
                  <a:lnTo>
                    <a:pt x="2942610" y="20744"/>
                  </a:lnTo>
                  <a:lnTo>
                    <a:pt x="2943681" y="20828"/>
                  </a:lnTo>
                  <a:lnTo>
                    <a:pt x="2944753" y="20912"/>
                  </a:lnTo>
                  <a:lnTo>
                    <a:pt x="2945825" y="20996"/>
                  </a:lnTo>
                  <a:lnTo>
                    <a:pt x="2946896" y="21080"/>
                  </a:lnTo>
                  <a:lnTo>
                    <a:pt x="2947968" y="21164"/>
                  </a:lnTo>
                  <a:lnTo>
                    <a:pt x="2949039" y="21248"/>
                  </a:lnTo>
                  <a:lnTo>
                    <a:pt x="2950111" y="21332"/>
                  </a:lnTo>
                  <a:lnTo>
                    <a:pt x="2951183" y="21416"/>
                  </a:lnTo>
                  <a:lnTo>
                    <a:pt x="2952254" y="21501"/>
                  </a:lnTo>
                  <a:lnTo>
                    <a:pt x="2953326" y="21585"/>
                  </a:lnTo>
                  <a:lnTo>
                    <a:pt x="2954397" y="21669"/>
                  </a:lnTo>
                  <a:lnTo>
                    <a:pt x="2955469" y="21753"/>
                  </a:lnTo>
                  <a:lnTo>
                    <a:pt x="2956541" y="21838"/>
                  </a:lnTo>
                  <a:lnTo>
                    <a:pt x="2957612" y="21922"/>
                  </a:lnTo>
                  <a:lnTo>
                    <a:pt x="2958684" y="22006"/>
                  </a:lnTo>
                  <a:lnTo>
                    <a:pt x="2959755" y="22091"/>
                  </a:lnTo>
                  <a:lnTo>
                    <a:pt x="2960827" y="22175"/>
                  </a:lnTo>
                  <a:lnTo>
                    <a:pt x="2961899" y="22260"/>
                  </a:lnTo>
                  <a:lnTo>
                    <a:pt x="2962970" y="22344"/>
                  </a:lnTo>
                  <a:lnTo>
                    <a:pt x="2964042" y="22429"/>
                  </a:lnTo>
                  <a:lnTo>
                    <a:pt x="2965113" y="22514"/>
                  </a:lnTo>
                  <a:lnTo>
                    <a:pt x="2966185" y="22598"/>
                  </a:lnTo>
                  <a:lnTo>
                    <a:pt x="2967257" y="22683"/>
                  </a:lnTo>
                  <a:lnTo>
                    <a:pt x="2968328" y="22768"/>
                  </a:lnTo>
                  <a:lnTo>
                    <a:pt x="2969400" y="22852"/>
                  </a:lnTo>
                  <a:lnTo>
                    <a:pt x="2970471" y="22937"/>
                  </a:lnTo>
                  <a:lnTo>
                    <a:pt x="2971543" y="23022"/>
                  </a:lnTo>
                  <a:lnTo>
                    <a:pt x="2972615" y="23107"/>
                  </a:lnTo>
                  <a:lnTo>
                    <a:pt x="2973686" y="23191"/>
                  </a:lnTo>
                  <a:lnTo>
                    <a:pt x="2974758" y="23276"/>
                  </a:lnTo>
                  <a:lnTo>
                    <a:pt x="2975829" y="23361"/>
                  </a:lnTo>
                  <a:lnTo>
                    <a:pt x="2976901" y="23446"/>
                  </a:lnTo>
                  <a:lnTo>
                    <a:pt x="2977973" y="23531"/>
                  </a:lnTo>
                  <a:lnTo>
                    <a:pt x="2979044" y="23616"/>
                  </a:lnTo>
                  <a:lnTo>
                    <a:pt x="2980116" y="23701"/>
                  </a:lnTo>
                  <a:lnTo>
                    <a:pt x="2981187" y="23786"/>
                  </a:lnTo>
                  <a:lnTo>
                    <a:pt x="2982259" y="23871"/>
                  </a:lnTo>
                  <a:lnTo>
                    <a:pt x="2983331" y="23956"/>
                  </a:lnTo>
                  <a:lnTo>
                    <a:pt x="2984402" y="24041"/>
                  </a:lnTo>
                  <a:lnTo>
                    <a:pt x="2985474" y="24126"/>
                  </a:lnTo>
                  <a:lnTo>
                    <a:pt x="2986545" y="24211"/>
                  </a:lnTo>
                  <a:lnTo>
                    <a:pt x="2987617" y="24296"/>
                  </a:lnTo>
                  <a:lnTo>
                    <a:pt x="2988689" y="24381"/>
                  </a:lnTo>
                  <a:lnTo>
                    <a:pt x="2989760" y="24466"/>
                  </a:lnTo>
                  <a:lnTo>
                    <a:pt x="2990832" y="24551"/>
                  </a:lnTo>
                  <a:lnTo>
                    <a:pt x="2991903" y="24636"/>
                  </a:lnTo>
                  <a:lnTo>
                    <a:pt x="2992975" y="24721"/>
                  </a:lnTo>
                  <a:lnTo>
                    <a:pt x="2994047" y="24806"/>
                  </a:lnTo>
                  <a:lnTo>
                    <a:pt x="2995118" y="24891"/>
                  </a:lnTo>
                  <a:lnTo>
                    <a:pt x="2996190" y="24977"/>
                  </a:lnTo>
                  <a:lnTo>
                    <a:pt x="2997261" y="25062"/>
                  </a:lnTo>
                  <a:lnTo>
                    <a:pt x="2998333" y="25147"/>
                  </a:lnTo>
                  <a:lnTo>
                    <a:pt x="2999405" y="25232"/>
                  </a:lnTo>
                  <a:lnTo>
                    <a:pt x="3000476" y="25317"/>
                  </a:lnTo>
                  <a:lnTo>
                    <a:pt x="3001548" y="25402"/>
                  </a:lnTo>
                  <a:lnTo>
                    <a:pt x="3002619" y="25487"/>
                  </a:lnTo>
                  <a:lnTo>
                    <a:pt x="3003691" y="25573"/>
                  </a:lnTo>
                  <a:lnTo>
                    <a:pt x="3004763" y="25658"/>
                  </a:lnTo>
                  <a:lnTo>
                    <a:pt x="3005834" y="25743"/>
                  </a:lnTo>
                  <a:lnTo>
                    <a:pt x="3006906" y="25828"/>
                  </a:lnTo>
                  <a:lnTo>
                    <a:pt x="3007977" y="25913"/>
                  </a:lnTo>
                  <a:lnTo>
                    <a:pt x="3009049" y="25998"/>
                  </a:lnTo>
                  <a:lnTo>
                    <a:pt x="3010121" y="26083"/>
                  </a:lnTo>
                  <a:lnTo>
                    <a:pt x="3011192" y="26168"/>
                  </a:lnTo>
                  <a:lnTo>
                    <a:pt x="3012264" y="26254"/>
                  </a:lnTo>
                  <a:lnTo>
                    <a:pt x="3013335" y="26339"/>
                  </a:lnTo>
                  <a:lnTo>
                    <a:pt x="3014407" y="26424"/>
                  </a:lnTo>
                  <a:lnTo>
                    <a:pt x="3015479" y="26509"/>
                  </a:lnTo>
                  <a:lnTo>
                    <a:pt x="3016550" y="26594"/>
                  </a:lnTo>
                  <a:lnTo>
                    <a:pt x="3017622" y="26679"/>
                  </a:lnTo>
                  <a:lnTo>
                    <a:pt x="3018693" y="26764"/>
                  </a:lnTo>
                  <a:lnTo>
                    <a:pt x="3019765" y="26849"/>
                  </a:lnTo>
                  <a:lnTo>
                    <a:pt x="3020836" y="26934"/>
                  </a:lnTo>
                  <a:lnTo>
                    <a:pt x="3021908" y="27019"/>
                  </a:lnTo>
                  <a:lnTo>
                    <a:pt x="3022980" y="27104"/>
                  </a:lnTo>
                  <a:lnTo>
                    <a:pt x="3024051" y="27189"/>
                  </a:lnTo>
                  <a:lnTo>
                    <a:pt x="3025123" y="27274"/>
                  </a:lnTo>
                  <a:lnTo>
                    <a:pt x="3026194" y="27360"/>
                  </a:lnTo>
                  <a:lnTo>
                    <a:pt x="3027266" y="27445"/>
                  </a:lnTo>
                  <a:lnTo>
                    <a:pt x="3028338" y="27530"/>
                  </a:lnTo>
                  <a:lnTo>
                    <a:pt x="3029409" y="27615"/>
                  </a:lnTo>
                  <a:lnTo>
                    <a:pt x="3030481" y="27700"/>
                  </a:lnTo>
                  <a:lnTo>
                    <a:pt x="3031552" y="27785"/>
                  </a:lnTo>
                  <a:lnTo>
                    <a:pt x="3032624" y="27870"/>
                  </a:lnTo>
                  <a:lnTo>
                    <a:pt x="3033696" y="27955"/>
                  </a:lnTo>
                  <a:lnTo>
                    <a:pt x="3034767" y="28040"/>
                  </a:lnTo>
                  <a:lnTo>
                    <a:pt x="3035839" y="28125"/>
                  </a:lnTo>
                  <a:lnTo>
                    <a:pt x="3036910" y="28210"/>
                  </a:lnTo>
                  <a:lnTo>
                    <a:pt x="3037982" y="28295"/>
                  </a:lnTo>
                  <a:lnTo>
                    <a:pt x="3039054" y="28380"/>
                  </a:lnTo>
                  <a:lnTo>
                    <a:pt x="3040125" y="28465"/>
                  </a:lnTo>
                  <a:lnTo>
                    <a:pt x="3041197" y="28550"/>
                  </a:lnTo>
                  <a:lnTo>
                    <a:pt x="3042268" y="28635"/>
                  </a:lnTo>
                  <a:lnTo>
                    <a:pt x="3043340" y="28719"/>
                  </a:lnTo>
                  <a:lnTo>
                    <a:pt x="3044412" y="28804"/>
                  </a:lnTo>
                  <a:lnTo>
                    <a:pt x="3045483" y="28889"/>
                  </a:lnTo>
                  <a:lnTo>
                    <a:pt x="3046555" y="28974"/>
                  </a:lnTo>
                  <a:lnTo>
                    <a:pt x="3047626" y="29059"/>
                  </a:lnTo>
                  <a:lnTo>
                    <a:pt x="3048698" y="29144"/>
                  </a:lnTo>
                  <a:lnTo>
                    <a:pt x="3049770" y="29229"/>
                  </a:lnTo>
                  <a:lnTo>
                    <a:pt x="3050841" y="29314"/>
                  </a:lnTo>
                  <a:lnTo>
                    <a:pt x="3051913" y="29399"/>
                  </a:lnTo>
                  <a:lnTo>
                    <a:pt x="3052984" y="29484"/>
                  </a:lnTo>
                  <a:lnTo>
                    <a:pt x="3054056" y="29569"/>
                  </a:lnTo>
                  <a:lnTo>
                    <a:pt x="3055128" y="29654"/>
                  </a:lnTo>
                  <a:lnTo>
                    <a:pt x="3056199" y="29739"/>
                  </a:lnTo>
                  <a:lnTo>
                    <a:pt x="3057271" y="29823"/>
                  </a:lnTo>
                  <a:lnTo>
                    <a:pt x="3058342" y="29908"/>
                  </a:lnTo>
                  <a:lnTo>
                    <a:pt x="3059414" y="29993"/>
                  </a:lnTo>
                  <a:lnTo>
                    <a:pt x="3060486" y="30078"/>
                  </a:lnTo>
                  <a:lnTo>
                    <a:pt x="3061557" y="30163"/>
                  </a:lnTo>
                  <a:lnTo>
                    <a:pt x="3062629" y="30248"/>
                  </a:lnTo>
                  <a:lnTo>
                    <a:pt x="3063700" y="30333"/>
                  </a:lnTo>
                  <a:lnTo>
                    <a:pt x="3064772" y="30418"/>
                  </a:lnTo>
                  <a:lnTo>
                    <a:pt x="3065844" y="30502"/>
                  </a:lnTo>
                  <a:lnTo>
                    <a:pt x="3066915" y="30587"/>
                  </a:lnTo>
                  <a:lnTo>
                    <a:pt x="3067987" y="30672"/>
                  </a:lnTo>
                  <a:lnTo>
                    <a:pt x="3069058" y="30757"/>
                  </a:lnTo>
                  <a:lnTo>
                    <a:pt x="3070130" y="30842"/>
                  </a:lnTo>
                  <a:lnTo>
                    <a:pt x="3071202" y="30927"/>
                  </a:lnTo>
                  <a:lnTo>
                    <a:pt x="3072273" y="31011"/>
                  </a:lnTo>
                  <a:lnTo>
                    <a:pt x="3073345" y="31096"/>
                  </a:lnTo>
                  <a:lnTo>
                    <a:pt x="3074416" y="31181"/>
                  </a:lnTo>
                  <a:lnTo>
                    <a:pt x="3075488" y="31266"/>
                  </a:lnTo>
                  <a:lnTo>
                    <a:pt x="3076560" y="31351"/>
                  </a:lnTo>
                  <a:lnTo>
                    <a:pt x="3077631" y="31435"/>
                  </a:lnTo>
                  <a:lnTo>
                    <a:pt x="3078703" y="31520"/>
                  </a:lnTo>
                  <a:lnTo>
                    <a:pt x="3079774" y="31605"/>
                  </a:lnTo>
                  <a:lnTo>
                    <a:pt x="3080846" y="31690"/>
                  </a:lnTo>
                  <a:lnTo>
                    <a:pt x="3081918" y="31774"/>
                  </a:lnTo>
                  <a:lnTo>
                    <a:pt x="3082989" y="31859"/>
                  </a:lnTo>
                  <a:lnTo>
                    <a:pt x="3084061" y="31944"/>
                  </a:lnTo>
                  <a:lnTo>
                    <a:pt x="3085132" y="32029"/>
                  </a:lnTo>
                  <a:lnTo>
                    <a:pt x="3086204" y="32113"/>
                  </a:lnTo>
                  <a:lnTo>
                    <a:pt x="3087276" y="32198"/>
                  </a:lnTo>
                  <a:lnTo>
                    <a:pt x="3088347" y="32283"/>
                  </a:lnTo>
                  <a:lnTo>
                    <a:pt x="3089419" y="32368"/>
                  </a:lnTo>
                  <a:lnTo>
                    <a:pt x="3090490" y="32452"/>
                  </a:lnTo>
                  <a:lnTo>
                    <a:pt x="3091562" y="32537"/>
                  </a:lnTo>
                  <a:lnTo>
                    <a:pt x="3092634" y="32622"/>
                  </a:lnTo>
                  <a:lnTo>
                    <a:pt x="3093705" y="32706"/>
                  </a:lnTo>
                  <a:lnTo>
                    <a:pt x="3094777" y="32791"/>
                  </a:lnTo>
                  <a:lnTo>
                    <a:pt x="3095848" y="32876"/>
                  </a:lnTo>
                  <a:lnTo>
                    <a:pt x="3096920" y="32961"/>
                  </a:lnTo>
                  <a:lnTo>
                    <a:pt x="3097992" y="33045"/>
                  </a:lnTo>
                  <a:lnTo>
                    <a:pt x="3099063" y="33130"/>
                  </a:lnTo>
                  <a:lnTo>
                    <a:pt x="3100135" y="33215"/>
                  </a:lnTo>
                  <a:lnTo>
                    <a:pt x="3101206" y="33299"/>
                  </a:lnTo>
                  <a:lnTo>
                    <a:pt x="3102278" y="33384"/>
                  </a:lnTo>
                  <a:lnTo>
                    <a:pt x="3103350" y="33469"/>
                  </a:lnTo>
                  <a:lnTo>
                    <a:pt x="3104421" y="33553"/>
                  </a:lnTo>
                  <a:lnTo>
                    <a:pt x="3105493" y="33638"/>
                  </a:lnTo>
                  <a:lnTo>
                    <a:pt x="3106564" y="33723"/>
                  </a:lnTo>
                  <a:lnTo>
                    <a:pt x="3107636" y="33807"/>
                  </a:lnTo>
                  <a:lnTo>
                    <a:pt x="3108708" y="33892"/>
                  </a:lnTo>
                  <a:lnTo>
                    <a:pt x="3109779" y="33976"/>
                  </a:lnTo>
                  <a:lnTo>
                    <a:pt x="3110851" y="34061"/>
                  </a:lnTo>
                  <a:lnTo>
                    <a:pt x="3111922" y="34146"/>
                  </a:lnTo>
                  <a:lnTo>
                    <a:pt x="3112994" y="34230"/>
                  </a:lnTo>
                  <a:lnTo>
                    <a:pt x="3114066" y="34315"/>
                  </a:lnTo>
                  <a:lnTo>
                    <a:pt x="3115137" y="34399"/>
                  </a:lnTo>
                  <a:lnTo>
                    <a:pt x="3116209" y="34484"/>
                  </a:lnTo>
                  <a:lnTo>
                    <a:pt x="3117280" y="34569"/>
                  </a:lnTo>
                  <a:lnTo>
                    <a:pt x="3118352" y="34653"/>
                  </a:lnTo>
                  <a:lnTo>
                    <a:pt x="3119424" y="34738"/>
                  </a:lnTo>
                  <a:lnTo>
                    <a:pt x="3120495" y="34822"/>
                  </a:lnTo>
                  <a:lnTo>
                    <a:pt x="3121567" y="34907"/>
                  </a:lnTo>
                  <a:lnTo>
                    <a:pt x="3122638" y="34991"/>
                  </a:lnTo>
                  <a:lnTo>
                    <a:pt x="3123710" y="35076"/>
                  </a:lnTo>
                  <a:lnTo>
                    <a:pt x="3124782" y="35161"/>
                  </a:lnTo>
                  <a:lnTo>
                    <a:pt x="3125853" y="35245"/>
                  </a:lnTo>
                  <a:lnTo>
                    <a:pt x="3126925" y="35330"/>
                  </a:lnTo>
                  <a:lnTo>
                    <a:pt x="3127996" y="35414"/>
                  </a:lnTo>
                  <a:lnTo>
                    <a:pt x="3129068" y="35499"/>
                  </a:lnTo>
                  <a:lnTo>
                    <a:pt x="3130140" y="35583"/>
                  </a:lnTo>
                  <a:lnTo>
                    <a:pt x="3131211" y="35668"/>
                  </a:lnTo>
                  <a:lnTo>
                    <a:pt x="3132283" y="35752"/>
                  </a:lnTo>
                  <a:lnTo>
                    <a:pt x="3133354" y="35837"/>
                  </a:lnTo>
                  <a:lnTo>
                    <a:pt x="3134426" y="35921"/>
                  </a:lnTo>
                  <a:lnTo>
                    <a:pt x="3135498" y="36006"/>
                  </a:lnTo>
                  <a:lnTo>
                    <a:pt x="3136569" y="36090"/>
                  </a:lnTo>
                  <a:lnTo>
                    <a:pt x="3137641" y="36175"/>
                  </a:lnTo>
                  <a:lnTo>
                    <a:pt x="3138712" y="36259"/>
                  </a:lnTo>
                  <a:lnTo>
                    <a:pt x="3139784" y="36344"/>
                  </a:lnTo>
                  <a:lnTo>
                    <a:pt x="3140856" y="36428"/>
                  </a:lnTo>
                  <a:lnTo>
                    <a:pt x="3141927" y="36513"/>
                  </a:lnTo>
                  <a:lnTo>
                    <a:pt x="3142999" y="36597"/>
                  </a:lnTo>
                  <a:lnTo>
                    <a:pt x="3144070" y="36682"/>
                  </a:lnTo>
                  <a:lnTo>
                    <a:pt x="3145142" y="36766"/>
                  </a:lnTo>
                  <a:lnTo>
                    <a:pt x="3146214" y="36850"/>
                  </a:lnTo>
                  <a:lnTo>
                    <a:pt x="3147285" y="36935"/>
                  </a:lnTo>
                  <a:lnTo>
                    <a:pt x="3148357" y="37019"/>
                  </a:lnTo>
                  <a:lnTo>
                    <a:pt x="3149428" y="37104"/>
                  </a:lnTo>
                  <a:lnTo>
                    <a:pt x="3150500" y="37188"/>
                  </a:lnTo>
                  <a:lnTo>
                    <a:pt x="3151572" y="37273"/>
                  </a:lnTo>
                  <a:lnTo>
                    <a:pt x="3152643" y="37357"/>
                  </a:lnTo>
                  <a:lnTo>
                    <a:pt x="3153715" y="37441"/>
                  </a:lnTo>
                  <a:lnTo>
                    <a:pt x="3154786" y="37526"/>
                  </a:lnTo>
                  <a:lnTo>
                    <a:pt x="3155858" y="37610"/>
                  </a:lnTo>
                  <a:lnTo>
                    <a:pt x="3156930" y="37695"/>
                  </a:lnTo>
                  <a:lnTo>
                    <a:pt x="3158001" y="37779"/>
                  </a:lnTo>
                  <a:lnTo>
                    <a:pt x="3159073" y="37863"/>
                  </a:lnTo>
                  <a:lnTo>
                    <a:pt x="3160144" y="37948"/>
                  </a:lnTo>
                  <a:lnTo>
                    <a:pt x="3161216" y="38032"/>
                  </a:lnTo>
                  <a:lnTo>
                    <a:pt x="3162288" y="38117"/>
                  </a:lnTo>
                  <a:lnTo>
                    <a:pt x="3163359" y="38201"/>
                  </a:lnTo>
                  <a:lnTo>
                    <a:pt x="3164431" y="38285"/>
                  </a:lnTo>
                  <a:lnTo>
                    <a:pt x="3165502" y="38370"/>
                  </a:lnTo>
                  <a:lnTo>
                    <a:pt x="3166574" y="38454"/>
                  </a:lnTo>
                  <a:lnTo>
                    <a:pt x="3167646" y="38538"/>
                  </a:lnTo>
                  <a:lnTo>
                    <a:pt x="3168717" y="38623"/>
                  </a:lnTo>
                  <a:lnTo>
                    <a:pt x="3169789" y="38707"/>
                  </a:lnTo>
                  <a:lnTo>
                    <a:pt x="3170860" y="38791"/>
                  </a:lnTo>
                  <a:lnTo>
                    <a:pt x="3171932" y="38876"/>
                  </a:lnTo>
                  <a:lnTo>
                    <a:pt x="3173004" y="38960"/>
                  </a:lnTo>
                  <a:lnTo>
                    <a:pt x="3174075" y="39044"/>
                  </a:lnTo>
                  <a:lnTo>
                    <a:pt x="3175147" y="39128"/>
                  </a:lnTo>
                  <a:lnTo>
                    <a:pt x="3176218" y="39213"/>
                  </a:lnTo>
                  <a:lnTo>
                    <a:pt x="3177290" y="39297"/>
                  </a:lnTo>
                  <a:lnTo>
                    <a:pt x="3178362" y="39381"/>
                  </a:lnTo>
                  <a:lnTo>
                    <a:pt x="3179433" y="39466"/>
                  </a:lnTo>
                  <a:lnTo>
                    <a:pt x="3180505" y="39550"/>
                  </a:lnTo>
                  <a:lnTo>
                    <a:pt x="3181576" y="39634"/>
                  </a:lnTo>
                  <a:lnTo>
                    <a:pt x="3182648" y="39718"/>
                  </a:lnTo>
                  <a:lnTo>
                    <a:pt x="3183720" y="39803"/>
                  </a:lnTo>
                  <a:lnTo>
                    <a:pt x="3184791" y="39887"/>
                  </a:lnTo>
                  <a:lnTo>
                    <a:pt x="3185863" y="39971"/>
                  </a:lnTo>
                  <a:lnTo>
                    <a:pt x="3186934" y="40055"/>
                  </a:lnTo>
                  <a:lnTo>
                    <a:pt x="3188006" y="40140"/>
                  </a:lnTo>
                  <a:lnTo>
                    <a:pt x="3189078" y="40224"/>
                  </a:lnTo>
                  <a:lnTo>
                    <a:pt x="3190149" y="40308"/>
                  </a:lnTo>
                  <a:lnTo>
                    <a:pt x="3191221" y="40392"/>
                  </a:lnTo>
                  <a:lnTo>
                    <a:pt x="3192292" y="40477"/>
                  </a:lnTo>
                  <a:lnTo>
                    <a:pt x="3193364" y="40561"/>
                  </a:lnTo>
                  <a:lnTo>
                    <a:pt x="3194436" y="40645"/>
                  </a:lnTo>
                  <a:lnTo>
                    <a:pt x="3195507" y="40729"/>
                  </a:lnTo>
                  <a:lnTo>
                    <a:pt x="3196579" y="40813"/>
                  </a:lnTo>
                  <a:lnTo>
                    <a:pt x="3197650" y="40898"/>
                  </a:lnTo>
                  <a:lnTo>
                    <a:pt x="3198722" y="40982"/>
                  </a:lnTo>
                  <a:lnTo>
                    <a:pt x="3199793" y="41066"/>
                  </a:lnTo>
                  <a:lnTo>
                    <a:pt x="3200865" y="41150"/>
                  </a:lnTo>
                  <a:lnTo>
                    <a:pt x="3201937" y="41234"/>
                  </a:lnTo>
                  <a:lnTo>
                    <a:pt x="3203008" y="41318"/>
                  </a:lnTo>
                  <a:lnTo>
                    <a:pt x="3204080" y="41403"/>
                  </a:lnTo>
                  <a:lnTo>
                    <a:pt x="3205151" y="41487"/>
                  </a:lnTo>
                  <a:lnTo>
                    <a:pt x="3206223" y="41571"/>
                  </a:lnTo>
                  <a:lnTo>
                    <a:pt x="3207295" y="41655"/>
                  </a:lnTo>
                  <a:lnTo>
                    <a:pt x="3208366" y="41739"/>
                  </a:lnTo>
                  <a:lnTo>
                    <a:pt x="3209438" y="41823"/>
                  </a:lnTo>
                  <a:lnTo>
                    <a:pt x="3210509" y="41907"/>
                  </a:lnTo>
                  <a:lnTo>
                    <a:pt x="3211581" y="41992"/>
                  </a:lnTo>
                  <a:lnTo>
                    <a:pt x="3212653" y="42076"/>
                  </a:lnTo>
                  <a:lnTo>
                    <a:pt x="3213724" y="42160"/>
                  </a:lnTo>
                  <a:lnTo>
                    <a:pt x="3214796" y="42244"/>
                  </a:lnTo>
                  <a:lnTo>
                    <a:pt x="3215867" y="42328"/>
                  </a:lnTo>
                  <a:lnTo>
                    <a:pt x="3216939" y="42412"/>
                  </a:lnTo>
                  <a:lnTo>
                    <a:pt x="3218011" y="42496"/>
                  </a:lnTo>
                  <a:lnTo>
                    <a:pt x="3219082" y="42580"/>
                  </a:lnTo>
                  <a:lnTo>
                    <a:pt x="3220154" y="42664"/>
                  </a:lnTo>
                  <a:lnTo>
                    <a:pt x="3221225" y="42748"/>
                  </a:lnTo>
                  <a:lnTo>
                    <a:pt x="3222297" y="42832"/>
                  </a:lnTo>
                  <a:lnTo>
                    <a:pt x="3223369" y="42916"/>
                  </a:lnTo>
                  <a:lnTo>
                    <a:pt x="3224440" y="43001"/>
                  </a:lnTo>
                  <a:lnTo>
                    <a:pt x="3225512" y="43085"/>
                  </a:lnTo>
                  <a:lnTo>
                    <a:pt x="3226583" y="43169"/>
                  </a:lnTo>
                  <a:lnTo>
                    <a:pt x="3227655" y="43253"/>
                  </a:lnTo>
                  <a:lnTo>
                    <a:pt x="3228727" y="43337"/>
                  </a:lnTo>
                  <a:lnTo>
                    <a:pt x="3229798" y="43421"/>
                  </a:lnTo>
                  <a:lnTo>
                    <a:pt x="3230870" y="43505"/>
                  </a:lnTo>
                  <a:lnTo>
                    <a:pt x="3231941" y="43589"/>
                  </a:lnTo>
                  <a:lnTo>
                    <a:pt x="3233013" y="43673"/>
                  </a:lnTo>
                  <a:lnTo>
                    <a:pt x="3234085" y="43757"/>
                  </a:lnTo>
                  <a:lnTo>
                    <a:pt x="3235156" y="43841"/>
                  </a:lnTo>
                  <a:lnTo>
                    <a:pt x="3236228" y="43925"/>
                  </a:lnTo>
                  <a:lnTo>
                    <a:pt x="3237299" y="44009"/>
                  </a:lnTo>
                  <a:lnTo>
                    <a:pt x="3238371" y="44093"/>
                  </a:lnTo>
                  <a:lnTo>
                    <a:pt x="3239443" y="44177"/>
                  </a:lnTo>
                  <a:lnTo>
                    <a:pt x="3240514" y="44261"/>
                  </a:lnTo>
                  <a:lnTo>
                    <a:pt x="3241586" y="44345"/>
                  </a:lnTo>
                  <a:lnTo>
                    <a:pt x="3242657" y="44429"/>
                  </a:lnTo>
                  <a:lnTo>
                    <a:pt x="3243729" y="44513"/>
                  </a:lnTo>
                  <a:lnTo>
                    <a:pt x="3244801" y="44597"/>
                  </a:lnTo>
                  <a:lnTo>
                    <a:pt x="3245872" y="44681"/>
                  </a:lnTo>
                  <a:lnTo>
                    <a:pt x="3246944" y="44764"/>
                  </a:lnTo>
                  <a:lnTo>
                    <a:pt x="3248015" y="44848"/>
                  </a:lnTo>
                  <a:lnTo>
                    <a:pt x="3249087" y="44932"/>
                  </a:lnTo>
                  <a:lnTo>
                    <a:pt x="3250159" y="45016"/>
                  </a:lnTo>
                  <a:lnTo>
                    <a:pt x="3251230" y="45100"/>
                  </a:lnTo>
                  <a:lnTo>
                    <a:pt x="3252302" y="45184"/>
                  </a:lnTo>
                  <a:lnTo>
                    <a:pt x="3253373" y="45268"/>
                  </a:lnTo>
                  <a:lnTo>
                    <a:pt x="3254445" y="45352"/>
                  </a:lnTo>
                  <a:lnTo>
                    <a:pt x="3255517" y="45436"/>
                  </a:lnTo>
                  <a:lnTo>
                    <a:pt x="3256588" y="45520"/>
                  </a:lnTo>
                  <a:lnTo>
                    <a:pt x="3257660" y="45604"/>
                  </a:lnTo>
                  <a:lnTo>
                    <a:pt x="3258731" y="45688"/>
                  </a:lnTo>
                  <a:lnTo>
                    <a:pt x="3259803" y="45771"/>
                  </a:lnTo>
                  <a:lnTo>
                    <a:pt x="3260875" y="45855"/>
                  </a:lnTo>
                  <a:lnTo>
                    <a:pt x="3261946" y="45939"/>
                  </a:lnTo>
                  <a:lnTo>
                    <a:pt x="3263018" y="46023"/>
                  </a:lnTo>
                  <a:lnTo>
                    <a:pt x="3264089" y="46107"/>
                  </a:lnTo>
                  <a:lnTo>
                    <a:pt x="3265161" y="46191"/>
                  </a:lnTo>
                  <a:lnTo>
                    <a:pt x="3266233" y="46275"/>
                  </a:lnTo>
                  <a:lnTo>
                    <a:pt x="3267304" y="46358"/>
                  </a:lnTo>
                  <a:lnTo>
                    <a:pt x="3268376" y="46442"/>
                  </a:lnTo>
                  <a:lnTo>
                    <a:pt x="3269447" y="46526"/>
                  </a:lnTo>
                  <a:lnTo>
                    <a:pt x="3270519" y="46610"/>
                  </a:lnTo>
                  <a:lnTo>
                    <a:pt x="3271591" y="46694"/>
                  </a:lnTo>
                  <a:lnTo>
                    <a:pt x="3272662" y="46778"/>
                  </a:lnTo>
                  <a:lnTo>
                    <a:pt x="3273734" y="46861"/>
                  </a:lnTo>
                  <a:lnTo>
                    <a:pt x="3274805" y="46945"/>
                  </a:lnTo>
                  <a:lnTo>
                    <a:pt x="3275877" y="47029"/>
                  </a:lnTo>
                  <a:lnTo>
                    <a:pt x="3276949" y="47113"/>
                  </a:lnTo>
                  <a:lnTo>
                    <a:pt x="3278020" y="47197"/>
                  </a:lnTo>
                  <a:lnTo>
                    <a:pt x="3279092" y="47280"/>
                  </a:lnTo>
                  <a:lnTo>
                    <a:pt x="3280163" y="47364"/>
                  </a:lnTo>
                  <a:lnTo>
                    <a:pt x="3281235" y="47448"/>
                  </a:lnTo>
                  <a:lnTo>
                    <a:pt x="3282307" y="47532"/>
                  </a:lnTo>
                  <a:lnTo>
                    <a:pt x="3283378" y="47615"/>
                  </a:lnTo>
                  <a:lnTo>
                    <a:pt x="3284450" y="47699"/>
                  </a:lnTo>
                  <a:lnTo>
                    <a:pt x="3285521" y="47783"/>
                  </a:lnTo>
                  <a:lnTo>
                    <a:pt x="3286593" y="47867"/>
                  </a:lnTo>
                  <a:lnTo>
                    <a:pt x="3287665" y="47950"/>
                  </a:lnTo>
                  <a:lnTo>
                    <a:pt x="3288736" y="48034"/>
                  </a:lnTo>
                  <a:lnTo>
                    <a:pt x="3289808" y="48118"/>
                  </a:lnTo>
                  <a:lnTo>
                    <a:pt x="3290879" y="48202"/>
                  </a:lnTo>
                  <a:lnTo>
                    <a:pt x="3291951" y="48285"/>
                  </a:lnTo>
                  <a:lnTo>
                    <a:pt x="3293023" y="48369"/>
                  </a:lnTo>
                  <a:lnTo>
                    <a:pt x="3294094" y="48453"/>
                  </a:lnTo>
                  <a:lnTo>
                    <a:pt x="3295166" y="48537"/>
                  </a:lnTo>
                  <a:lnTo>
                    <a:pt x="3296237" y="48620"/>
                  </a:lnTo>
                  <a:lnTo>
                    <a:pt x="3297309" y="48704"/>
                  </a:lnTo>
                  <a:lnTo>
                    <a:pt x="3298381" y="48788"/>
                  </a:lnTo>
                  <a:lnTo>
                    <a:pt x="3299452" y="48871"/>
                  </a:lnTo>
                  <a:lnTo>
                    <a:pt x="3300524" y="48955"/>
                  </a:lnTo>
                  <a:lnTo>
                    <a:pt x="3301595" y="49039"/>
                  </a:lnTo>
                  <a:lnTo>
                    <a:pt x="3302667" y="49122"/>
                  </a:lnTo>
                  <a:lnTo>
                    <a:pt x="3303739" y="49206"/>
                  </a:lnTo>
                  <a:lnTo>
                    <a:pt x="3304810" y="49290"/>
                  </a:lnTo>
                  <a:lnTo>
                    <a:pt x="3305882" y="49373"/>
                  </a:lnTo>
                  <a:lnTo>
                    <a:pt x="3306953" y="49457"/>
                  </a:lnTo>
                  <a:lnTo>
                    <a:pt x="3308025" y="49541"/>
                  </a:lnTo>
                  <a:lnTo>
                    <a:pt x="3309097" y="49624"/>
                  </a:lnTo>
                  <a:lnTo>
                    <a:pt x="3310168" y="49708"/>
                  </a:lnTo>
                  <a:lnTo>
                    <a:pt x="3311240" y="49791"/>
                  </a:lnTo>
                  <a:lnTo>
                    <a:pt x="3312311" y="49875"/>
                  </a:lnTo>
                  <a:lnTo>
                    <a:pt x="3313383" y="49959"/>
                  </a:lnTo>
                  <a:lnTo>
                    <a:pt x="3314455" y="50042"/>
                  </a:lnTo>
                  <a:lnTo>
                    <a:pt x="3315526" y="50126"/>
                  </a:lnTo>
                  <a:lnTo>
                    <a:pt x="3316598" y="50210"/>
                  </a:lnTo>
                  <a:lnTo>
                    <a:pt x="3317669" y="50293"/>
                  </a:lnTo>
                  <a:lnTo>
                    <a:pt x="3318741" y="50377"/>
                  </a:lnTo>
                  <a:lnTo>
                    <a:pt x="3319813" y="50460"/>
                  </a:lnTo>
                  <a:lnTo>
                    <a:pt x="3320884" y="50544"/>
                  </a:lnTo>
                  <a:lnTo>
                    <a:pt x="3321956" y="50627"/>
                  </a:lnTo>
                  <a:lnTo>
                    <a:pt x="3323027" y="50711"/>
                  </a:lnTo>
                  <a:lnTo>
                    <a:pt x="3324099" y="50795"/>
                  </a:lnTo>
                  <a:lnTo>
                    <a:pt x="3325171" y="50878"/>
                  </a:lnTo>
                  <a:lnTo>
                    <a:pt x="3326242" y="50962"/>
                  </a:lnTo>
                  <a:lnTo>
                    <a:pt x="3327314" y="51045"/>
                  </a:lnTo>
                  <a:lnTo>
                    <a:pt x="3328385" y="51129"/>
                  </a:lnTo>
                  <a:lnTo>
                    <a:pt x="3329457" y="51212"/>
                  </a:lnTo>
                  <a:lnTo>
                    <a:pt x="3330529" y="51296"/>
                  </a:lnTo>
                  <a:lnTo>
                    <a:pt x="3331600" y="51379"/>
                  </a:lnTo>
                  <a:lnTo>
                    <a:pt x="3332672" y="51463"/>
                  </a:lnTo>
                  <a:lnTo>
                    <a:pt x="3333743" y="51546"/>
                  </a:lnTo>
                  <a:lnTo>
                    <a:pt x="3334815" y="51630"/>
                  </a:lnTo>
                  <a:lnTo>
                    <a:pt x="3335887" y="51713"/>
                  </a:lnTo>
                  <a:lnTo>
                    <a:pt x="3336958" y="51797"/>
                  </a:lnTo>
                  <a:lnTo>
                    <a:pt x="3338030" y="51880"/>
                  </a:lnTo>
                  <a:lnTo>
                    <a:pt x="3339101" y="51964"/>
                  </a:lnTo>
                  <a:lnTo>
                    <a:pt x="3340173" y="52047"/>
                  </a:lnTo>
                  <a:lnTo>
                    <a:pt x="3341245" y="52131"/>
                  </a:lnTo>
                  <a:lnTo>
                    <a:pt x="3342316" y="52214"/>
                  </a:lnTo>
                  <a:lnTo>
                    <a:pt x="3343388" y="52298"/>
                  </a:lnTo>
                  <a:lnTo>
                    <a:pt x="3344459" y="52381"/>
                  </a:lnTo>
                  <a:lnTo>
                    <a:pt x="3345531" y="52465"/>
                  </a:lnTo>
                  <a:lnTo>
                    <a:pt x="3346603" y="52548"/>
                  </a:lnTo>
                  <a:lnTo>
                    <a:pt x="3347674" y="52632"/>
                  </a:lnTo>
                  <a:lnTo>
                    <a:pt x="3348746" y="52715"/>
                  </a:lnTo>
                  <a:lnTo>
                    <a:pt x="3349817" y="52799"/>
                  </a:lnTo>
                  <a:lnTo>
                    <a:pt x="3350889" y="52882"/>
                  </a:lnTo>
                  <a:lnTo>
                    <a:pt x="3351961" y="52965"/>
                  </a:lnTo>
                  <a:lnTo>
                    <a:pt x="3353032" y="53049"/>
                  </a:lnTo>
                  <a:lnTo>
                    <a:pt x="3354104" y="53132"/>
                  </a:lnTo>
                  <a:lnTo>
                    <a:pt x="3355175" y="53216"/>
                  </a:lnTo>
                  <a:lnTo>
                    <a:pt x="3356247" y="53299"/>
                  </a:lnTo>
                  <a:lnTo>
                    <a:pt x="3357319" y="53382"/>
                  </a:lnTo>
                  <a:lnTo>
                    <a:pt x="3358390" y="53466"/>
                  </a:lnTo>
                  <a:lnTo>
                    <a:pt x="3359462" y="53549"/>
                  </a:lnTo>
                  <a:lnTo>
                    <a:pt x="3360533" y="53633"/>
                  </a:lnTo>
                  <a:lnTo>
                    <a:pt x="3361605" y="53716"/>
                  </a:lnTo>
                  <a:lnTo>
                    <a:pt x="3362677" y="53799"/>
                  </a:lnTo>
                  <a:lnTo>
                    <a:pt x="3363748" y="53883"/>
                  </a:lnTo>
                  <a:lnTo>
                    <a:pt x="3364820" y="53966"/>
                  </a:lnTo>
                  <a:lnTo>
                    <a:pt x="3365891" y="54049"/>
                  </a:lnTo>
                  <a:lnTo>
                    <a:pt x="3366963" y="54133"/>
                  </a:lnTo>
                  <a:lnTo>
                    <a:pt x="3368035" y="54216"/>
                  </a:lnTo>
                  <a:lnTo>
                    <a:pt x="3369106" y="54300"/>
                  </a:lnTo>
                  <a:lnTo>
                    <a:pt x="3370178" y="54383"/>
                  </a:lnTo>
                  <a:lnTo>
                    <a:pt x="3371249" y="54466"/>
                  </a:lnTo>
                  <a:lnTo>
                    <a:pt x="3372321" y="54550"/>
                  </a:lnTo>
                  <a:lnTo>
                    <a:pt x="3373392" y="54633"/>
                  </a:lnTo>
                  <a:lnTo>
                    <a:pt x="3374464" y="54716"/>
                  </a:lnTo>
                  <a:lnTo>
                    <a:pt x="3375536" y="54799"/>
                  </a:lnTo>
                  <a:lnTo>
                    <a:pt x="3376607" y="54883"/>
                  </a:lnTo>
                  <a:lnTo>
                    <a:pt x="3377679" y="54966"/>
                  </a:lnTo>
                  <a:lnTo>
                    <a:pt x="3378750" y="55049"/>
                  </a:lnTo>
                  <a:lnTo>
                    <a:pt x="3379822" y="55133"/>
                  </a:lnTo>
                  <a:lnTo>
                    <a:pt x="3380894" y="55216"/>
                  </a:lnTo>
                  <a:lnTo>
                    <a:pt x="3381965" y="55299"/>
                  </a:lnTo>
                  <a:lnTo>
                    <a:pt x="3383037" y="55382"/>
                  </a:lnTo>
                  <a:lnTo>
                    <a:pt x="3384108" y="55466"/>
                  </a:lnTo>
                  <a:lnTo>
                    <a:pt x="3385180" y="55549"/>
                  </a:lnTo>
                  <a:lnTo>
                    <a:pt x="3386252" y="55632"/>
                  </a:lnTo>
                  <a:lnTo>
                    <a:pt x="3387323" y="55716"/>
                  </a:lnTo>
                  <a:lnTo>
                    <a:pt x="3388395" y="55799"/>
                  </a:lnTo>
                  <a:lnTo>
                    <a:pt x="3389466" y="55882"/>
                  </a:lnTo>
                  <a:lnTo>
                    <a:pt x="3390538" y="55965"/>
                  </a:lnTo>
                  <a:lnTo>
                    <a:pt x="3391610" y="56049"/>
                  </a:lnTo>
                  <a:lnTo>
                    <a:pt x="3392681" y="56132"/>
                  </a:lnTo>
                  <a:lnTo>
                    <a:pt x="3393753" y="56215"/>
                  </a:lnTo>
                  <a:lnTo>
                    <a:pt x="3394824" y="56298"/>
                  </a:lnTo>
                  <a:lnTo>
                    <a:pt x="3395896" y="56381"/>
                  </a:lnTo>
                  <a:lnTo>
                    <a:pt x="3396968" y="56465"/>
                  </a:lnTo>
                  <a:lnTo>
                    <a:pt x="3398039" y="56548"/>
                  </a:lnTo>
                  <a:lnTo>
                    <a:pt x="3399111" y="56631"/>
                  </a:lnTo>
                  <a:lnTo>
                    <a:pt x="3400182" y="56714"/>
                  </a:lnTo>
                  <a:lnTo>
                    <a:pt x="3401254" y="56797"/>
                  </a:lnTo>
                  <a:lnTo>
                    <a:pt x="3402326" y="56881"/>
                  </a:lnTo>
                  <a:lnTo>
                    <a:pt x="3403397" y="56964"/>
                  </a:lnTo>
                  <a:lnTo>
                    <a:pt x="3404469" y="57047"/>
                  </a:lnTo>
                  <a:lnTo>
                    <a:pt x="3405540" y="57130"/>
                  </a:lnTo>
                  <a:lnTo>
                    <a:pt x="3406612" y="57213"/>
                  </a:lnTo>
                  <a:lnTo>
                    <a:pt x="3407684" y="57296"/>
                  </a:lnTo>
                  <a:lnTo>
                    <a:pt x="3408755" y="57380"/>
                  </a:lnTo>
                  <a:lnTo>
                    <a:pt x="3409827" y="57463"/>
                  </a:lnTo>
                  <a:lnTo>
                    <a:pt x="3410898" y="57546"/>
                  </a:lnTo>
                  <a:lnTo>
                    <a:pt x="3411970" y="57629"/>
                  </a:lnTo>
                  <a:lnTo>
                    <a:pt x="3413042" y="57712"/>
                  </a:lnTo>
                  <a:lnTo>
                    <a:pt x="3414113" y="57795"/>
                  </a:lnTo>
                  <a:lnTo>
                    <a:pt x="3415185" y="57878"/>
                  </a:lnTo>
                  <a:lnTo>
                    <a:pt x="3416256" y="57961"/>
                  </a:lnTo>
                  <a:lnTo>
                    <a:pt x="3417328" y="58045"/>
                  </a:lnTo>
                  <a:lnTo>
                    <a:pt x="3418400" y="58128"/>
                  </a:lnTo>
                  <a:lnTo>
                    <a:pt x="3419471" y="58211"/>
                  </a:lnTo>
                  <a:lnTo>
                    <a:pt x="3420543" y="58294"/>
                  </a:lnTo>
                  <a:lnTo>
                    <a:pt x="3421614" y="58377"/>
                  </a:lnTo>
                  <a:lnTo>
                    <a:pt x="3422686" y="58460"/>
                  </a:lnTo>
                  <a:lnTo>
                    <a:pt x="3423758" y="58543"/>
                  </a:lnTo>
                  <a:lnTo>
                    <a:pt x="3424829" y="58626"/>
                  </a:lnTo>
                  <a:lnTo>
                    <a:pt x="3425901" y="58709"/>
                  </a:lnTo>
                  <a:lnTo>
                    <a:pt x="3426972" y="58792"/>
                  </a:lnTo>
                  <a:lnTo>
                    <a:pt x="3428044" y="58875"/>
                  </a:lnTo>
                  <a:lnTo>
                    <a:pt x="3429116" y="58958"/>
                  </a:lnTo>
                  <a:lnTo>
                    <a:pt x="3430187" y="59041"/>
                  </a:lnTo>
                  <a:lnTo>
                    <a:pt x="3431259" y="59124"/>
                  </a:lnTo>
                  <a:lnTo>
                    <a:pt x="3432330" y="59207"/>
                  </a:lnTo>
                  <a:lnTo>
                    <a:pt x="3433402" y="59290"/>
                  </a:lnTo>
                  <a:lnTo>
                    <a:pt x="3434474" y="59373"/>
                  </a:lnTo>
                  <a:lnTo>
                    <a:pt x="3435545" y="59457"/>
                  </a:lnTo>
                  <a:lnTo>
                    <a:pt x="3436617" y="59540"/>
                  </a:lnTo>
                  <a:lnTo>
                    <a:pt x="3437688" y="59623"/>
                  </a:lnTo>
                  <a:lnTo>
                    <a:pt x="3438760" y="59706"/>
                  </a:lnTo>
                  <a:lnTo>
                    <a:pt x="3439832" y="59789"/>
                  </a:lnTo>
                  <a:lnTo>
                    <a:pt x="3440903" y="59872"/>
                  </a:lnTo>
                  <a:lnTo>
                    <a:pt x="3441975" y="59954"/>
                  </a:lnTo>
                  <a:lnTo>
                    <a:pt x="3443046" y="60037"/>
                  </a:lnTo>
                  <a:lnTo>
                    <a:pt x="3444118" y="60120"/>
                  </a:lnTo>
                  <a:lnTo>
                    <a:pt x="3445190" y="60203"/>
                  </a:lnTo>
                  <a:lnTo>
                    <a:pt x="3446261" y="60286"/>
                  </a:lnTo>
                  <a:lnTo>
                    <a:pt x="3447333" y="60369"/>
                  </a:lnTo>
                  <a:lnTo>
                    <a:pt x="3448404" y="60452"/>
                  </a:lnTo>
                  <a:lnTo>
                    <a:pt x="3449476" y="60535"/>
                  </a:lnTo>
                  <a:lnTo>
                    <a:pt x="3450548" y="60618"/>
                  </a:lnTo>
                  <a:lnTo>
                    <a:pt x="3451619" y="60701"/>
                  </a:lnTo>
                  <a:lnTo>
                    <a:pt x="3452691" y="60784"/>
                  </a:lnTo>
                  <a:lnTo>
                    <a:pt x="3453762" y="60867"/>
                  </a:lnTo>
                  <a:lnTo>
                    <a:pt x="3454834" y="60950"/>
                  </a:lnTo>
                  <a:lnTo>
                    <a:pt x="3455906" y="61033"/>
                  </a:lnTo>
                  <a:lnTo>
                    <a:pt x="3456977" y="61116"/>
                  </a:lnTo>
                  <a:lnTo>
                    <a:pt x="3458049" y="61199"/>
                  </a:lnTo>
                  <a:lnTo>
                    <a:pt x="3459120" y="61282"/>
                  </a:lnTo>
                  <a:lnTo>
                    <a:pt x="3460192" y="61364"/>
                  </a:lnTo>
                  <a:lnTo>
                    <a:pt x="3461264" y="61447"/>
                  </a:lnTo>
                  <a:lnTo>
                    <a:pt x="3462335" y="61530"/>
                  </a:lnTo>
                  <a:lnTo>
                    <a:pt x="3463407" y="61613"/>
                  </a:lnTo>
                  <a:lnTo>
                    <a:pt x="3464478" y="61696"/>
                  </a:lnTo>
                  <a:lnTo>
                    <a:pt x="3465550" y="61779"/>
                  </a:lnTo>
                  <a:lnTo>
                    <a:pt x="3466622" y="61862"/>
                  </a:lnTo>
                  <a:lnTo>
                    <a:pt x="3467693" y="61945"/>
                  </a:lnTo>
                  <a:lnTo>
                    <a:pt x="3468765" y="62027"/>
                  </a:lnTo>
                  <a:lnTo>
                    <a:pt x="3469836" y="62110"/>
                  </a:lnTo>
                  <a:lnTo>
                    <a:pt x="3470908" y="62193"/>
                  </a:lnTo>
                  <a:lnTo>
                    <a:pt x="3471980" y="62276"/>
                  </a:lnTo>
                  <a:lnTo>
                    <a:pt x="3473051" y="62359"/>
                  </a:lnTo>
                  <a:lnTo>
                    <a:pt x="3474123" y="62442"/>
                  </a:lnTo>
                  <a:lnTo>
                    <a:pt x="3475194" y="62524"/>
                  </a:lnTo>
                  <a:lnTo>
                    <a:pt x="3476266" y="62607"/>
                  </a:lnTo>
                  <a:lnTo>
                    <a:pt x="3477338" y="62690"/>
                  </a:lnTo>
                  <a:lnTo>
                    <a:pt x="3478409" y="62773"/>
                  </a:lnTo>
                  <a:lnTo>
                    <a:pt x="3479481" y="62856"/>
                  </a:lnTo>
                  <a:lnTo>
                    <a:pt x="3480552" y="62938"/>
                  </a:lnTo>
                  <a:lnTo>
                    <a:pt x="3481624" y="63021"/>
                  </a:lnTo>
                  <a:lnTo>
                    <a:pt x="3482696" y="63104"/>
                  </a:lnTo>
                  <a:lnTo>
                    <a:pt x="3483767" y="63187"/>
                  </a:lnTo>
                  <a:lnTo>
                    <a:pt x="3484839" y="63270"/>
                  </a:lnTo>
                  <a:lnTo>
                    <a:pt x="3485910" y="63352"/>
                  </a:lnTo>
                  <a:lnTo>
                    <a:pt x="3486982" y="63435"/>
                  </a:lnTo>
                  <a:lnTo>
                    <a:pt x="3488054" y="63518"/>
                  </a:lnTo>
                  <a:lnTo>
                    <a:pt x="3489125" y="63601"/>
                  </a:lnTo>
                  <a:lnTo>
                    <a:pt x="3490197" y="63683"/>
                  </a:lnTo>
                  <a:lnTo>
                    <a:pt x="3491268" y="63766"/>
                  </a:lnTo>
                  <a:lnTo>
                    <a:pt x="3492340" y="63849"/>
                  </a:lnTo>
                  <a:lnTo>
                    <a:pt x="3493412" y="63932"/>
                  </a:lnTo>
                  <a:lnTo>
                    <a:pt x="3494483" y="64014"/>
                  </a:lnTo>
                  <a:lnTo>
                    <a:pt x="3495555" y="64097"/>
                  </a:lnTo>
                  <a:lnTo>
                    <a:pt x="3496626" y="64180"/>
                  </a:lnTo>
                  <a:lnTo>
                    <a:pt x="3497698" y="64263"/>
                  </a:lnTo>
                  <a:lnTo>
                    <a:pt x="3498770" y="64345"/>
                  </a:lnTo>
                  <a:lnTo>
                    <a:pt x="3499841" y="64428"/>
                  </a:lnTo>
                  <a:lnTo>
                    <a:pt x="3500913" y="64511"/>
                  </a:lnTo>
                  <a:lnTo>
                    <a:pt x="3501984" y="64593"/>
                  </a:lnTo>
                  <a:lnTo>
                    <a:pt x="3503056" y="64676"/>
                  </a:lnTo>
                  <a:lnTo>
                    <a:pt x="3504128" y="64759"/>
                  </a:lnTo>
                  <a:lnTo>
                    <a:pt x="3505199" y="64841"/>
                  </a:lnTo>
                  <a:lnTo>
                    <a:pt x="3506271" y="64924"/>
                  </a:lnTo>
                  <a:lnTo>
                    <a:pt x="3507342" y="65007"/>
                  </a:lnTo>
                  <a:lnTo>
                    <a:pt x="3508414" y="65089"/>
                  </a:lnTo>
                  <a:lnTo>
                    <a:pt x="3509486" y="65172"/>
                  </a:lnTo>
                  <a:lnTo>
                    <a:pt x="3510557" y="65255"/>
                  </a:lnTo>
                  <a:lnTo>
                    <a:pt x="3511629" y="65337"/>
                  </a:lnTo>
                  <a:lnTo>
                    <a:pt x="3512700" y="65420"/>
                  </a:lnTo>
                  <a:lnTo>
                    <a:pt x="3513772" y="65503"/>
                  </a:lnTo>
                  <a:lnTo>
                    <a:pt x="3514844" y="65585"/>
                  </a:lnTo>
                  <a:lnTo>
                    <a:pt x="3515915" y="65668"/>
                  </a:lnTo>
                  <a:lnTo>
                    <a:pt x="3516987" y="65750"/>
                  </a:lnTo>
                  <a:lnTo>
                    <a:pt x="3518058" y="65833"/>
                  </a:lnTo>
                  <a:lnTo>
                    <a:pt x="3519130" y="65916"/>
                  </a:lnTo>
                  <a:lnTo>
                    <a:pt x="3520202" y="65998"/>
                  </a:lnTo>
                  <a:lnTo>
                    <a:pt x="3521273" y="66081"/>
                  </a:lnTo>
                  <a:lnTo>
                    <a:pt x="3522345" y="66164"/>
                  </a:lnTo>
                  <a:lnTo>
                    <a:pt x="3523416" y="66246"/>
                  </a:lnTo>
                  <a:lnTo>
                    <a:pt x="3524488" y="66329"/>
                  </a:lnTo>
                  <a:lnTo>
                    <a:pt x="3525560" y="66411"/>
                  </a:lnTo>
                  <a:lnTo>
                    <a:pt x="3526631" y="66494"/>
                  </a:lnTo>
                  <a:lnTo>
                    <a:pt x="3527703" y="66576"/>
                  </a:lnTo>
                  <a:lnTo>
                    <a:pt x="3528774" y="66659"/>
                  </a:lnTo>
                  <a:lnTo>
                    <a:pt x="3529846" y="66742"/>
                  </a:lnTo>
                  <a:lnTo>
                    <a:pt x="3530918" y="66824"/>
                  </a:lnTo>
                  <a:lnTo>
                    <a:pt x="3531989" y="66907"/>
                  </a:lnTo>
                  <a:lnTo>
                    <a:pt x="3533061" y="66989"/>
                  </a:lnTo>
                  <a:lnTo>
                    <a:pt x="3534132" y="67072"/>
                  </a:lnTo>
                  <a:lnTo>
                    <a:pt x="3535204" y="67154"/>
                  </a:lnTo>
                  <a:lnTo>
                    <a:pt x="3536276" y="67237"/>
                  </a:lnTo>
                  <a:lnTo>
                    <a:pt x="3537347" y="67319"/>
                  </a:lnTo>
                  <a:lnTo>
                    <a:pt x="3538419" y="67402"/>
                  </a:lnTo>
                  <a:lnTo>
                    <a:pt x="3539490" y="67484"/>
                  </a:lnTo>
                  <a:lnTo>
                    <a:pt x="3540562" y="67567"/>
                  </a:lnTo>
                  <a:lnTo>
                    <a:pt x="3541634" y="67649"/>
                  </a:lnTo>
                  <a:lnTo>
                    <a:pt x="3542705" y="67732"/>
                  </a:lnTo>
                  <a:lnTo>
                    <a:pt x="3543777" y="67814"/>
                  </a:lnTo>
                  <a:lnTo>
                    <a:pt x="3544848" y="67897"/>
                  </a:lnTo>
                  <a:lnTo>
                    <a:pt x="3545920" y="67979"/>
                  </a:lnTo>
                  <a:lnTo>
                    <a:pt x="3546992" y="68062"/>
                  </a:lnTo>
                  <a:lnTo>
                    <a:pt x="3548063" y="68144"/>
                  </a:lnTo>
                  <a:lnTo>
                    <a:pt x="3549135" y="68227"/>
                  </a:lnTo>
                  <a:lnTo>
                    <a:pt x="3550206" y="68309"/>
                  </a:lnTo>
                  <a:lnTo>
                    <a:pt x="3551278" y="68392"/>
                  </a:lnTo>
                  <a:lnTo>
                    <a:pt x="3552349" y="68474"/>
                  </a:lnTo>
                  <a:lnTo>
                    <a:pt x="3553421" y="68556"/>
                  </a:lnTo>
                  <a:lnTo>
                    <a:pt x="3554493" y="68639"/>
                  </a:lnTo>
                  <a:lnTo>
                    <a:pt x="3555564" y="68721"/>
                  </a:lnTo>
                  <a:lnTo>
                    <a:pt x="3556636" y="68804"/>
                  </a:lnTo>
                  <a:lnTo>
                    <a:pt x="3557707" y="68886"/>
                  </a:lnTo>
                  <a:lnTo>
                    <a:pt x="3558779" y="68969"/>
                  </a:lnTo>
                  <a:lnTo>
                    <a:pt x="3559851" y="69051"/>
                  </a:lnTo>
                  <a:lnTo>
                    <a:pt x="3560922" y="69133"/>
                  </a:lnTo>
                  <a:lnTo>
                    <a:pt x="3561994" y="69216"/>
                  </a:lnTo>
                  <a:lnTo>
                    <a:pt x="3563065" y="69298"/>
                  </a:lnTo>
                  <a:lnTo>
                    <a:pt x="3564137" y="69381"/>
                  </a:lnTo>
                  <a:lnTo>
                    <a:pt x="3565209" y="69463"/>
                  </a:lnTo>
                  <a:lnTo>
                    <a:pt x="3566280" y="69545"/>
                  </a:lnTo>
                  <a:lnTo>
                    <a:pt x="3567352" y="69628"/>
                  </a:lnTo>
                  <a:lnTo>
                    <a:pt x="3568423" y="69710"/>
                  </a:lnTo>
                  <a:lnTo>
                    <a:pt x="3569495" y="69792"/>
                  </a:lnTo>
                  <a:lnTo>
                    <a:pt x="3570567" y="69875"/>
                  </a:lnTo>
                  <a:lnTo>
                    <a:pt x="3571638" y="69957"/>
                  </a:lnTo>
                  <a:lnTo>
                    <a:pt x="3572710" y="70040"/>
                  </a:lnTo>
                  <a:lnTo>
                    <a:pt x="3573781" y="70122"/>
                  </a:lnTo>
                  <a:lnTo>
                    <a:pt x="3574853" y="70204"/>
                  </a:lnTo>
                  <a:lnTo>
                    <a:pt x="3575925" y="70287"/>
                  </a:lnTo>
                  <a:lnTo>
                    <a:pt x="3576996" y="70369"/>
                  </a:lnTo>
                  <a:lnTo>
                    <a:pt x="3578068" y="70451"/>
                  </a:lnTo>
                  <a:lnTo>
                    <a:pt x="3579139" y="70534"/>
                  </a:lnTo>
                  <a:lnTo>
                    <a:pt x="3580211" y="70616"/>
                  </a:lnTo>
                  <a:lnTo>
                    <a:pt x="3581283" y="70698"/>
                  </a:lnTo>
                  <a:lnTo>
                    <a:pt x="3582354" y="70780"/>
                  </a:lnTo>
                  <a:lnTo>
                    <a:pt x="3583426" y="70863"/>
                  </a:lnTo>
                  <a:lnTo>
                    <a:pt x="3584497" y="70945"/>
                  </a:lnTo>
                  <a:lnTo>
                    <a:pt x="3585569" y="71027"/>
                  </a:lnTo>
                  <a:lnTo>
                    <a:pt x="3586641" y="71110"/>
                  </a:lnTo>
                  <a:lnTo>
                    <a:pt x="3587712" y="71192"/>
                  </a:lnTo>
                  <a:lnTo>
                    <a:pt x="3588784" y="71274"/>
                  </a:lnTo>
                  <a:lnTo>
                    <a:pt x="3589855" y="71356"/>
                  </a:lnTo>
                  <a:lnTo>
                    <a:pt x="3590927" y="71439"/>
                  </a:lnTo>
                  <a:lnTo>
                    <a:pt x="3591999" y="71521"/>
                  </a:lnTo>
                  <a:lnTo>
                    <a:pt x="3593070" y="71603"/>
                  </a:lnTo>
                  <a:lnTo>
                    <a:pt x="3594142" y="71685"/>
                  </a:lnTo>
                  <a:lnTo>
                    <a:pt x="3595213" y="71768"/>
                  </a:lnTo>
                  <a:lnTo>
                    <a:pt x="3596285" y="71850"/>
                  </a:lnTo>
                  <a:lnTo>
                    <a:pt x="3597357" y="71932"/>
                  </a:lnTo>
                  <a:lnTo>
                    <a:pt x="3598428" y="72014"/>
                  </a:lnTo>
                  <a:lnTo>
                    <a:pt x="3599500" y="72097"/>
                  </a:lnTo>
                  <a:lnTo>
                    <a:pt x="3600571" y="72179"/>
                  </a:lnTo>
                  <a:lnTo>
                    <a:pt x="3601643" y="72261"/>
                  </a:lnTo>
                  <a:lnTo>
                    <a:pt x="3602715" y="72343"/>
                  </a:lnTo>
                  <a:lnTo>
                    <a:pt x="3603786" y="72425"/>
                  </a:lnTo>
                  <a:lnTo>
                    <a:pt x="3604858" y="72508"/>
                  </a:lnTo>
                  <a:lnTo>
                    <a:pt x="3605929" y="72590"/>
                  </a:lnTo>
                  <a:lnTo>
                    <a:pt x="3607001" y="72672"/>
                  </a:lnTo>
                  <a:lnTo>
                    <a:pt x="3608073" y="72754"/>
                  </a:lnTo>
                  <a:lnTo>
                    <a:pt x="3609144" y="72836"/>
                  </a:lnTo>
                  <a:lnTo>
                    <a:pt x="3610216" y="72918"/>
                  </a:lnTo>
                  <a:lnTo>
                    <a:pt x="3611287" y="73001"/>
                  </a:lnTo>
                  <a:lnTo>
                    <a:pt x="3612359" y="73083"/>
                  </a:lnTo>
                  <a:lnTo>
                    <a:pt x="3613431" y="73165"/>
                  </a:lnTo>
                  <a:lnTo>
                    <a:pt x="3614502" y="73247"/>
                  </a:lnTo>
                  <a:lnTo>
                    <a:pt x="3615574" y="73329"/>
                  </a:lnTo>
                  <a:lnTo>
                    <a:pt x="3616645" y="73411"/>
                  </a:lnTo>
                  <a:lnTo>
                    <a:pt x="3617717" y="73494"/>
                  </a:lnTo>
                  <a:lnTo>
                    <a:pt x="3618789" y="73576"/>
                  </a:lnTo>
                  <a:lnTo>
                    <a:pt x="3619860" y="73658"/>
                  </a:lnTo>
                  <a:lnTo>
                    <a:pt x="3620932" y="73740"/>
                  </a:lnTo>
                  <a:lnTo>
                    <a:pt x="3622003" y="73822"/>
                  </a:lnTo>
                  <a:lnTo>
                    <a:pt x="3623075" y="73904"/>
                  </a:lnTo>
                  <a:lnTo>
                    <a:pt x="3624147" y="73986"/>
                  </a:lnTo>
                  <a:lnTo>
                    <a:pt x="3625218" y="74068"/>
                  </a:lnTo>
                  <a:lnTo>
                    <a:pt x="3626290" y="74150"/>
                  </a:lnTo>
                  <a:lnTo>
                    <a:pt x="3627361" y="74232"/>
                  </a:lnTo>
                  <a:lnTo>
                    <a:pt x="3628433" y="74315"/>
                  </a:lnTo>
                  <a:lnTo>
                    <a:pt x="3629505" y="74397"/>
                  </a:lnTo>
                  <a:lnTo>
                    <a:pt x="3630576" y="74479"/>
                  </a:lnTo>
                  <a:lnTo>
                    <a:pt x="3631648" y="74561"/>
                  </a:lnTo>
                  <a:lnTo>
                    <a:pt x="3632719" y="74643"/>
                  </a:lnTo>
                  <a:lnTo>
                    <a:pt x="3633791" y="74725"/>
                  </a:lnTo>
                  <a:lnTo>
                    <a:pt x="3634863" y="74807"/>
                  </a:lnTo>
                  <a:lnTo>
                    <a:pt x="3635934" y="74889"/>
                  </a:lnTo>
                  <a:lnTo>
                    <a:pt x="3637006" y="74971"/>
                  </a:lnTo>
                  <a:lnTo>
                    <a:pt x="3638077" y="75053"/>
                  </a:lnTo>
                  <a:lnTo>
                    <a:pt x="3639149" y="75135"/>
                  </a:lnTo>
                  <a:lnTo>
                    <a:pt x="3640221" y="75217"/>
                  </a:lnTo>
                  <a:lnTo>
                    <a:pt x="3641292" y="75299"/>
                  </a:lnTo>
                  <a:lnTo>
                    <a:pt x="3642364" y="75381"/>
                  </a:lnTo>
                  <a:lnTo>
                    <a:pt x="3643435" y="75463"/>
                  </a:lnTo>
                  <a:lnTo>
                    <a:pt x="3644507" y="75545"/>
                  </a:lnTo>
                  <a:lnTo>
                    <a:pt x="3645579" y="75627"/>
                  </a:lnTo>
                  <a:lnTo>
                    <a:pt x="3646650" y="75709"/>
                  </a:lnTo>
                  <a:lnTo>
                    <a:pt x="3647722" y="75791"/>
                  </a:lnTo>
                  <a:lnTo>
                    <a:pt x="3648793" y="75873"/>
                  </a:lnTo>
                  <a:lnTo>
                    <a:pt x="3649865" y="75955"/>
                  </a:lnTo>
                  <a:lnTo>
                    <a:pt x="3650937" y="76037"/>
                  </a:lnTo>
                  <a:lnTo>
                    <a:pt x="3652008" y="76119"/>
                  </a:lnTo>
                  <a:lnTo>
                    <a:pt x="3653080" y="76201"/>
                  </a:lnTo>
                  <a:lnTo>
                    <a:pt x="3654151" y="76283"/>
                  </a:lnTo>
                  <a:lnTo>
                    <a:pt x="3655223" y="76365"/>
                  </a:lnTo>
                  <a:lnTo>
                    <a:pt x="3656295" y="76447"/>
                  </a:lnTo>
                  <a:lnTo>
                    <a:pt x="3657366" y="76529"/>
                  </a:lnTo>
                  <a:lnTo>
                    <a:pt x="3658438" y="76611"/>
                  </a:lnTo>
                  <a:lnTo>
                    <a:pt x="3659509" y="76693"/>
                  </a:lnTo>
                  <a:lnTo>
                    <a:pt x="3660581" y="76775"/>
                  </a:lnTo>
                  <a:lnTo>
                    <a:pt x="3661653" y="76856"/>
                  </a:lnTo>
                  <a:lnTo>
                    <a:pt x="3662724" y="76938"/>
                  </a:lnTo>
                  <a:lnTo>
                    <a:pt x="3663796" y="77020"/>
                  </a:lnTo>
                  <a:lnTo>
                    <a:pt x="3664867" y="77102"/>
                  </a:lnTo>
                  <a:lnTo>
                    <a:pt x="3665939" y="77184"/>
                  </a:lnTo>
                  <a:lnTo>
                    <a:pt x="3667011" y="77266"/>
                  </a:lnTo>
                  <a:lnTo>
                    <a:pt x="3668082" y="77348"/>
                  </a:lnTo>
                  <a:lnTo>
                    <a:pt x="3669154" y="77430"/>
                  </a:lnTo>
                  <a:lnTo>
                    <a:pt x="3670225" y="77512"/>
                  </a:lnTo>
                  <a:lnTo>
                    <a:pt x="3671297" y="77593"/>
                  </a:lnTo>
                  <a:lnTo>
                    <a:pt x="3672369" y="77675"/>
                  </a:lnTo>
                  <a:lnTo>
                    <a:pt x="3673440" y="77757"/>
                  </a:lnTo>
                  <a:lnTo>
                    <a:pt x="3674512" y="77839"/>
                  </a:lnTo>
                  <a:lnTo>
                    <a:pt x="3675583" y="77921"/>
                  </a:lnTo>
                  <a:lnTo>
                    <a:pt x="3676655" y="78003"/>
                  </a:lnTo>
                  <a:lnTo>
                    <a:pt x="3677727" y="78085"/>
                  </a:lnTo>
                  <a:lnTo>
                    <a:pt x="3678798" y="78166"/>
                  </a:lnTo>
                  <a:lnTo>
                    <a:pt x="3679870" y="78248"/>
                  </a:lnTo>
                  <a:lnTo>
                    <a:pt x="3680941" y="78330"/>
                  </a:lnTo>
                  <a:lnTo>
                    <a:pt x="3682013" y="78412"/>
                  </a:lnTo>
                  <a:lnTo>
                    <a:pt x="3683085" y="78494"/>
                  </a:lnTo>
                  <a:lnTo>
                    <a:pt x="3684156" y="78576"/>
                  </a:lnTo>
                  <a:lnTo>
                    <a:pt x="3685228" y="78657"/>
                  </a:lnTo>
                  <a:lnTo>
                    <a:pt x="3686299" y="78739"/>
                  </a:lnTo>
                  <a:lnTo>
                    <a:pt x="3687371" y="78821"/>
                  </a:lnTo>
                  <a:lnTo>
                    <a:pt x="3688443" y="78903"/>
                  </a:lnTo>
                  <a:lnTo>
                    <a:pt x="3689514" y="78984"/>
                  </a:lnTo>
                  <a:lnTo>
                    <a:pt x="3690586" y="79066"/>
                  </a:lnTo>
                  <a:lnTo>
                    <a:pt x="3691657" y="79148"/>
                  </a:lnTo>
                  <a:lnTo>
                    <a:pt x="3692729" y="79230"/>
                  </a:lnTo>
                  <a:lnTo>
                    <a:pt x="3693801" y="79312"/>
                  </a:lnTo>
                  <a:lnTo>
                    <a:pt x="3694872" y="79393"/>
                  </a:lnTo>
                  <a:lnTo>
                    <a:pt x="3695944" y="79475"/>
                  </a:lnTo>
                  <a:lnTo>
                    <a:pt x="3697015" y="79557"/>
                  </a:lnTo>
                  <a:lnTo>
                    <a:pt x="3698087" y="79639"/>
                  </a:lnTo>
                  <a:lnTo>
                    <a:pt x="3699159" y="79720"/>
                  </a:lnTo>
                  <a:lnTo>
                    <a:pt x="3700230" y="79802"/>
                  </a:lnTo>
                  <a:lnTo>
                    <a:pt x="3701302" y="79884"/>
                  </a:lnTo>
                  <a:lnTo>
                    <a:pt x="3702373" y="79966"/>
                  </a:lnTo>
                  <a:lnTo>
                    <a:pt x="3703445" y="80047"/>
                  </a:lnTo>
                  <a:lnTo>
                    <a:pt x="3704517" y="80129"/>
                  </a:lnTo>
                  <a:lnTo>
                    <a:pt x="3705588" y="80211"/>
                  </a:lnTo>
                  <a:lnTo>
                    <a:pt x="3706660" y="80292"/>
                  </a:lnTo>
                  <a:lnTo>
                    <a:pt x="3707731" y="80374"/>
                  </a:lnTo>
                  <a:lnTo>
                    <a:pt x="3708803" y="80456"/>
                  </a:lnTo>
                  <a:lnTo>
                    <a:pt x="3709875" y="80537"/>
                  </a:lnTo>
                  <a:lnTo>
                    <a:pt x="3710946" y="80619"/>
                  </a:lnTo>
                  <a:lnTo>
                    <a:pt x="3712018" y="80701"/>
                  </a:lnTo>
                  <a:lnTo>
                    <a:pt x="3713089" y="80782"/>
                  </a:lnTo>
                  <a:lnTo>
                    <a:pt x="3714161" y="80864"/>
                  </a:lnTo>
                  <a:lnTo>
                    <a:pt x="3715233" y="80946"/>
                  </a:lnTo>
                  <a:lnTo>
                    <a:pt x="3716304" y="81027"/>
                  </a:lnTo>
                  <a:lnTo>
                    <a:pt x="3717376" y="81109"/>
                  </a:lnTo>
                  <a:lnTo>
                    <a:pt x="3718447" y="81191"/>
                  </a:lnTo>
                  <a:lnTo>
                    <a:pt x="3719519" y="81272"/>
                  </a:lnTo>
                  <a:lnTo>
                    <a:pt x="3720591" y="81354"/>
                  </a:lnTo>
                  <a:lnTo>
                    <a:pt x="3721662" y="81436"/>
                  </a:lnTo>
                  <a:lnTo>
                    <a:pt x="3722734" y="81517"/>
                  </a:lnTo>
                  <a:lnTo>
                    <a:pt x="3723805" y="81599"/>
                  </a:lnTo>
                  <a:lnTo>
                    <a:pt x="3724877" y="81680"/>
                  </a:lnTo>
                  <a:lnTo>
                    <a:pt x="3725949" y="81762"/>
                  </a:lnTo>
                  <a:lnTo>
                    <a:pt x="3727020" y="81844"/>
                  </a:lnTo>
                  <a:lnTo>
                    <a:pt x="3728092" y="81925"/>
                  </a:lnTo>
                  <a:lnTo>
                    <a:pt x="3729163" y="82007"/>
                  </a:lnTo>
                  <a:lnTo>
                    <a:pt x="3730235" y="82088"/>
                  </a:lnTo>
                  <a:lnTo>
                    <a:pt x="3731306" y="82170"/>
                  </a:lnTo>
                  <a:lnTo>
                    <a:pt x="3732378" y="82252"/>
                  </a:lnTo>
                  <a:lnTo>
                    <a:pt x="3733450" y="82333"/>
                  </a:lnTo>
                  <a:lnTo>
                    <a:pt x="3734521" y="82415"/>
                  </a:lnTo>
                  <a:lnTo>
                    <a:pt x="3735593" y="82496"/>
                  </a:lnTo>
                  <a:lnTo>
                    <a:pt x="3736664" y="82578"/>
                  </a:lnTo>
                  <a:lnTo>
                    <a:pt x="3737736" y="82659"/>
                  </a:lnTo>
                  <a:lnTo>
                    <a:pt x="3738808" y="82741"/>
                  </a:lnTo>
                  <a:lnTo>
                    <a:pt x="3739879" y="82823"/>
                  </a:lnTo>
                  <a:lnTo>
                    <a:pt x="3740951" y="82904"/>
                  </a:lnTo>
                  <a:lnTo>
                    <a:pt x="3742022" y="82986"/>
                  </a:lnTo>
                  <a:lnTo>
                    <a:pt x="3743094" y="83067"/>
                  </a:lnTo>
                  <a:lnTo>
                    <a:pt x="3744166" y="83149"/>
                  </a:lnTo>
                  <a:lnTo>
                    <a:pt x="3745237" y="83230"/>
                  </a:lnTo>
                  <a:lnTo>
                    <a:pt x="3746309" y="83312"/>
                  </a:lnTo>
                  <a:lnTo>
                    <a:pt x="3747380" y="83393"/>
                  </a:lnTo>
                  <a:lnTo>
                    <a:pt x="3748452" y="83475"/>
                  </a:lnTo>
                  <a:lnTo>
                    <a:pt x="3749524" y="83556"/>
                  </a:lnTo>
                  <a:lnTo>
                    <a:pt x="3750595" y="83638"/>
                  </a:lnTo>
                  <a:lnTo>
                    <a:pt x="3751667" y="83719"/>
                  </a:lnTo>
                  <a:lnTo>
                    <a:pt x="3752738" y="83801"/>
                  </a:lnTo>
                  <a:lnTo>
                    <a:pt x="3753810" y="83882"/>
                  </a:lnTo>
                  <a:lnTo>
                    <a:pt x="3754882" y="83964"/>
                  </a:lnTo>
                  <a:lnTo>
                    <a:pt x="3755953" y="84045"/>
                  </a:lnTo>
                  <a:lnTo>
                    <a:pt x="3757025" y="84127"/>
                  </a:lnTo>
                  <a:lnTo>
                    <a:pt x="3758096" y="84208"/>
                  </a:lnTo>
                  <a:lnTo>
                    <a:pt x="3759168" y="84289"/>
                  </a:lnTo>
                  <a:lnTo>
                    <a:pt x="3760240" y="84371"/>
                  </a:lnTo>
                  <a:lnTo>
                    <a:pt x="3761311" y="84452"/>
                  </a:lnTo>
                  <a:lnTo>
                    <a:pt x="3762383" y="84534"/>
                  </a:lnTo>
                  <a:lnTo>
                    <a:pt x="3763454" y="84615"/>
                  </a:lnTo>
                  <a:lnTo>
                    <a:pt x="3764526" y="84697"/>
                  </a:lnTo>
                  <a:lnTo>
                    <a:pt x="3765598" y="84778"/>
                  </a:lnTo>
                  <a:lnTo>
                    <a:pt x="3766669" y="84859"/>
                  </a:lnTo>
                  <a:lnTo>
                    <a:pt x="3767741" y="84941"/>
                  </a:lnTo>
                  <a:lnTo>
                    <a:pt x="3768812" y="85022"/>
                  </a:lnTo>
                  <a:lnTo>
                    <a:pt x="3769884" y="85104"/>
                  </a:lnTo>
                  <a:lnTo>
                    <a:pt x="3770956" y="85185"/>
                  </a:lnTo>
                  <a:lnTo>
                    <a:pt x="3772027" y="85266"/>
                  </a:lnTo>
                  <a:lnTo>
                    <a:pt x="3773099" y="85348"/>
                  </a:lnTo>
                  <a:lnTo>
                    <a:pt x="3774170" y="85429"/>
                  </a:lnTo>
                  <a:lnTo>
                    <a:pt x="3775242" y="85511"/>
                  </a:lnTo>
                  <a:lnTo>
                    <a:pt x="3776314" y="85592"/>
                  </a:lnTo>
                  <a:lnTo>
                    <a:pt x="3777385" y="85673"/>
                  </a:lnTo>
                  <a:lnTo>
                    <a:pt x="3778457" y="85755"/>
                  </a:lnTo>
                  <a:lnTo>
                    <a:pt x="3779528" y="85836"/>
                  </a:lnTo>
                  <a:lnTo>
                    <a:pt x="3780600" y="85917"/>
                  </a:lnTo>
                  <a:lnTo>
                    <a:pt x="3781672" y="85999"/>
                  </a:lnTo>
                  <a:lnTo>
                    <a:pt x="3782743" y="86080"/>
                  </a:lnTo>
                  <a:lnTo>
                    <a:pt x="3783815" y="86161"/>
                  </a:lnTo>
                  <a:lnTo>
                    <a:pt x="3784886" y="86243"/>
                  </a:lnTo>
                  <a:lnTo>
                    <a:pt x="3785958" y="86324"/>
                  </a:lnTo>
                  <a:lnTo>
                    <a:pt x="3787030" y="86405"/>
                  </a:lnTo>
                  <a:lnTo>
                    <a:pt x="3788101" y="86487"/>
                  </a:lnTo>
                  <a:lnTo>
                    <a:pt x="3789173" y="86568"/>
                  </a:lnTo>
                  <a:lnTo>
                    <a:pt x="3790244" y="86649"/>
                  </a:lnTo>
                  <a:lnTo>
                    <a:pt x="3791316" y="86731"/>
                  </a:lnTo>
                  <a:lnTo>
                    <a:pt x="3792388" y="86812"/>
                  </a:lnTo>
                  <a:lnTo>
                    <a:pt x="3793459" y="86893"/>
                  </a:lnTo>
                  <a:lnTo>
                    <a:pt x="3794531" y="86974"/>
                  </a:lnTo>
                  <a:lnTo>
                    <a:pt x="3795602" y="87056"/>
                  </a:lnTo>
                  <a:lnTo>
                    <a:pt x="3796674" y="87137"/>
                  </a:lnTo>
                  <a:lnTo>
                    <a:pt x="3797746" y="87218"/>
                  </a:lnTo>
                  <a:lnTo>
                    <a:pt x="3798817" y="87299"/>
                  </a:lnTo>
                  <a:lnTo>
                    <a:pt x="3799889" y="87381"/>
                  </a:lnTo>
                  <a:lnTo>
                    <a:pt x="3800960" y="87462"/>
                  </a:lnTo>
                  <a:lnTo>
                    <a:pt x="3802032" y="87543"/>
                  </a:lnTo>
                  <a:lnTo>
                    <a:pt x="3803104" y="87624"/>
                  </a:lnTo>
                  <a:lnTo>
                    <a:pt x="3804175" y="87706"/>
                  </a:lnTo>
                  <a:lnTo>
                    <a:pt x="3805247" y="87787"/>
                  </a:lnTo>
                  <a:lnTo>
                    <a:pt x="3806318" y="87868"/>
                  </a:lnTo>
                  <a:lnTo>
                    <a:pt x="3807390" y="87949"/>
                  </a:lnTo>
                  <a:lnTo>
                    <a:pt x="3808462" y="88031"/>
                  </a:lnTo>
                  <a:lnTo>
                    <a:pt x="3809533" y="88112"/>
                  </a:lnTo>
                  <a:lnTo>
                    <a:pt x="3810605" y="88193"/>
                  </a:lnTo>
                  <a:lnTo>
                    <a:pt x="3811676" y="88274"/>
                  </a:lnTo>
                  <a:lnTo>
                    <a:pt x="3812748" y="88355"/>
                  </a:lnTo>
                  <a:lnTo>
                    <a:pt x="3813820" y="88437"/>
                  </a:lnTo>
                  <a:lnTo>
                    <a:pt x="3814891" y="88518"/>
                  </a:lnTo>
                  <a:lnTo>
                    <a:pt x="3815963" y="88599"/>
                  </a:lnTo>
                  <a:lnTo>
                    <a:pt x="3817034" y="88680"/>
                  </a:lnTo>
                  <a:lnTo>
                    <a:pt x="3818106" y="88761"/>
                  </a:lnTo>
                  <a:lnTo>
                    <a:pt x="3819178" y="88842"/>
                  </a:lnTo>
                  <a:lnTo>
                    <a:pt x="3820249" y="88924"/>
                  </a:lnTo>
                  <a:lnTo>
                    <a:pt x="3821321" y="89005"/>
                  </a:lnTo>
                  <a:lnTo>
                    <a:pt x="3822392" y="89086"/>
                  </a:lnTo>
                  <a:lnTo>
                    <a:pt x="3823464" y="89167"/>
                  </a:lnTo>
                  <a:lnTo>
                    <a:pt x="3824536" y="89248"/>
                  </a:lnTo>
                  <a:lnTo>
                    <a:pt x="3825607" y="89329"/>
                  </a:lnTo>
                  <a:lnTo>
                    <a:pt x="3826679" y="89410"/>
                  </a:lnTo>
                  <a:lnTo>
                    <a:pt x="3827750" y="89492"/>
                  </a:lnTo>
                  <a:lnTo>
                    <a:pt x="3828822" y="89573"/>
                  </a:lnTo>
                  <a:lnTo>
                    <a:pt x="3829894" y="89654"/>
                  </a:lnTo>
                  <a:lnTo>
                    <a:pt x="3830965" y="89735"/>
                  </a:lnTo>
                  <a:lnTo>
                    <a:pt x="3832037" y="89816"/>
                  </a:lnTo>
                  <a:lnTo>
                    <a:pt x="3833108" y="89897"/>
                  </a:lnTo>
                  <a:lnTo>
                    <a:pt x="3834180" y="89978"/>
                  </a:lnTo>
                  <a:lnTo>
                    <a:pt x="3835252" y="90059"/>
                  </a:lnTo>
                  <a:lnTo>
                    <a:pt x="3836323" y="90140"/>
                  </a:lnTo>
                  <a:lnTo>
                    <a:pt x="3837395" y="90221"/>
                  </a:lnTo>
                  <a:lnTo>
                    <a:pt x="3838466" y="90302"/>
                  </a:lnTo>
                  <a:lnTo>
                    <a:pt x="3839538" y="90383"/>
                  </a:lnTo>
                  <a:lnTo>
                    <a:pt x="3840610" y="90465"/>
                  </a:lnTo>
                  <a:lnTo>
                    <a:pt x="3841681" y="90546"/>
                  </a:lnTo>
                  <a:lnTo>
                    <a:pt x="3842753" y="90627"/>
                  </a:lnTo>
                  <a:lnTo>
                    <a:pt x="3843824" y="90708"/>
                  </a:lnTo>
                  <a:lnTo>
                    <a:pt x="3844896" y="90789"/>
                  </a:lnTo>
                  <a:lnTo>
                    <a:pt x="3845968" y="90870"/>
                  </a:lnTo>
                  <a:lnTo>
                    <a:pt x="3847039" y="90951"/>
                  </a:lnTo>
                  <a:lnTo>
                    <a:pt x="3848111" y="91032"/>
                  </a:lnTo>
                  <a:lnTo>
                    <a:pt x="3849182" y="91113"/>
                  </a:lnTo>
                  <a:lnTo>
                    <a:pt x="3850254" y="91194"/>
                  </a:lnTo>
                  <a:lnTo>
                    <a:pt x="3851326" y="91275"/>
                  </a:lnTo>
                  <a:lnTo>
                    <a:pt x="3852397" y="91356"/>
                  </a:lnTo>
                  <a:lnTo>
                    <a:pt x="3853469" y="91437"/>
                  </a:lnTo>
                  <a:lnTo>
                    <a:pt x="3854540" y="91518"/>
                  </a:lnTo>
                  <a:lnTo>
                    <a:pt x="3855612" y="91599"/>
                  </a:lnTo>
                  <a:lnTo>
                    <a:pt x="3856684" y="91680"/>
                  </a:lnTo>
                  <a:lnTo>
                    <a:pt x="3856684" y="9168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5034264" y="5158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tx161"/>
            <p:cNvSpPr/>
            <p:nvPr/>
          </p:nvSpPr>
          <p:spPr>
            <a:xfrm>
              <a:off x="5227099" y="3689084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227099" y="3949256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0.013</a:t>
              </a:r>
            </a:p>
          </p:txBody>
        </p:sp>
        <p:sp>
          <p:nvSpPr>
            <p:cNvPr id="163" name="rc163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tx164"/>
            <p:cNvSpPr/>
            <p:nvPr/>
          </p:nvSpPr>
          <p:spPr>
            <a:xfrm>
              <a:off x="4793966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4793966" y="564542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4793966" y="5111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4793966" y="4576954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4793966" y="404271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4793966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2.5</a:t>
              </a:r>
            </a:p>
          </p:txBody>
        </p:sp>
        <p:sp>
          <p:nvSpPr>
            <p:cNvPr id="170" name="pl170"/>
            <p:cNvSpPr/>
            <p:nvPr/>
          </p:nvSpPr>
          <p:spPr>
            <a:xfrm>
              <a:off x="4999470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l171"/>
            <p:cNvSpPr/>
            <p:nvPr/>
          </p:nvSpPr>
          <p:spPr>
            <a:xfrm>
              <a:off x="4999470" y="569247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l172"/>
            <p:cNvSpPr/>
            <p:nvPr/>
          </p:nvSpPr>
          <p:spPr>
            <a:xfrm>
              <a:off x="4999470" y="5158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l173"/>
            <p:cNvSpPr/>
            <p:nvPr/>
          </p:nvSpPr>
          <p:spPr>
            <a:xfrm>
              <a:off x="4999470" y="46240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l174"/>
            <p:cNvSpPr/>
            <p:nvPr/>
          </p:nvSpPr>
          <p:spPr>
            <a:xfrm>
              <a:off x="4999470" y="40897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l175"/>
            <p:cNvSpPr/>
            <p:nvPr/>
          </p:nvSpPr>
          <p:spPr>
            <a:xfrm>
              <a:off x="4999470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l176"/>
            <p:cNvSpPr/>
            <p:nvPr/>
          </p:nvSpPr>
          <p:spPr>
            <a:xfrm>
              <a:off x="587851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l177"/>
            <p:cNvSpPr/>
            <p:nvPr/>
          </p:nvSpPr>
          <p:spPr>
            <a:xfrm>
              <a:off x="7005919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l178"/>
            <p:cNvSpPr/>
            <p:nvPr/>
          </p:nvSpPr>
          <p:spPr>
            <a:xfrm>
              <a:off x="8133321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tx179"/>
            <p:cNvSpPr/>
            <p:nvPr/>
          </p:nvSpPr>
          <p:spPr>
            <a:xfrm>
              <a:off x="5807468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6934870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40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8062272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50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6607133" y="6551677"/>
              <a:ext cx="71094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</a:t>
              </a:r>
            </a:p>
          </p:txBody>
        </p:sp>
        <p:sp>
          <p:nvSpPr>
            <p:cNvPr id="183" name="tx183"/>
            <p:cNvSpPr/>
            <p:nvPr/>
          </p:nvSpPr>
          <p:spPr>
            <a:xfrm rot="16200000">
              <a:off x="-952102" y="3181039"/>
              <a:ext cx="223689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Weighted Odds Ratio (95% CI)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6525" y="126525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667441" y="126525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26525" y="3429000"/>
              <a:ext cx="4540915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4667441" y="3429000"/>
              <a:ext cx="4350033" cy="33024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684231" y="259033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84231" y="192254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684231" y="125474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84231" y="58694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9733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1859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33985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684231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684231" y="225644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684231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684231" y="92084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684231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15796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27922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400484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84231" y="750856"/>
              <a:ext cx="3856684" cy="1606487"/>
            </a:xfrm>
            <a:custGeom>
              <a:avLst/>
              <a:gdLst/>
              <a:ahLst/>
              <a:cxnLst/>
              <a:rect l="0" t="0" r="0" b="0"/>
              <a:pathLst>
                <a:path w="3856684" h="1606487">
                  <a:moveTo>
                    <a:pt x="0" y="281794"/>
                  </a:moveTo>
                  <a:lnTo>
                    <a:pt x="1071" y="283094"/>
                  </a:lnTo>
                  <a:lnTo>
                    <a:pt x="2143" y="284392"/>
                  </a:lnTo>
                  <a:lnTo>
                    <a:pt x="3214" y="285689"/>
                  </a:lnTo>
                  <a:lnTo>
                    <a:pt x="4286" y="286985"/>
                  </a:lnTo>
                  <a:lnTo>
                    <a:pt x="5357" y="288279"/>
                  </a:lnTo>
                  <a:lnTo>
                    <a:pt x="6429" y="289572"/>
                  </a:lnTo>
                  <a:lnTo>
                    <a:pt x="7501" y="290864"/>
                  </a:lnTo>
                  <a:lnTo>
                    <a:pt x="8572" y="292155"/>
                  </a:lnTo>
                  <a:lnTo>
                    <a:pt x="9644" y="293445"/>
                  </a:lnTo>
                  <a:lnTo>
                    <a:pt x="10715" y="294733"/>
                  </a:lnTo>
                  <a:lnTo>
                    <a:pt x="11787" y="296020"/>
                  </a:lnTo>
                  <a:lnTo>
                    <a:pt x="12859" y="297305"/>
                  </a:lnTo>
                  <a:lnTo>
                    <a:pt x="13930" y="298590"/>
                  </a:lnTo>
                  <a:lnTo>
                    <a:pt x="15002" y="299873"/>
                  </a:lnTo>
                  <a:lnTo>
                    <a:pt x="16073" y="301155"/>
                  </a:lnTo>
                  <a:lnTo>
                    <a:pt x="17145" y="302435"/>
                  </a:lnTo>
                  <a:lnTo>
                    <a:pt x="18217" y="303715"/>
                  </a:lnTo>
                  <a:lnTo>
                    <a:pt x="19288" y="304993"/>
                  </a:lnTo>
                  <a:lnTo>
                    <a:pt x="20360" y="306270"/>
                  </a:lnTo>
                  <a:lnTo>
                    <a:pt x="21431" y="307545"/>
                  </a:lnTo>
                  <a:lnTo>
                    <a:pt x="22503" y="308820"/>
                  </a:lnTo>
                  <a:lnTo>
                    <a:pt x="23575" y="310093"/>
                  </a:lnTo>
                  <a:lnTo>
                    <a:pt x="24646" y="311365"/>
                  </a:lnTo>
                  <a:lnTo>
                    <a:pt x="25718" y="312635"/>
                  </a:lnTo>
                  <a:lnTo>
                    <a:pt x="26789" y="313904"/>
                  </a:lnTo>
                  <a:lnTo>
                    <a:pt x="27861" y="315173"/>
                  </a:lnTo>
                  <a:lnTo>
                    <a:pt x="28933" y="316439"/>
                  </a:lnTo>
                  <a:lnTo>
                    <a:pt x="30004" y="317705"/>
                  </a:lnTo>
                  <a:lnTo>
                    <a:pt x="31076" y="318969"/>
                  </a:lnTo>
                  <a:lnTo>
                    <a:pt x="32147" y="320232"/>
                  </a:lnTo>
                  <a:lnTo>
                    <a:pt x="33219" y="321494"/>
                  </a:lnTo>
                  <a:lnTo>
                    <a:pt x="34291" y="322754"/>
                  </a:lnTo>
                  <a:lnTo>
                    <a:pt x="35362" y="324013"/>
                  </a:lnTo>
                  <a:lnTo>
                    <a:pt x="36434" y="325271"/>
                  </a:lnTo>
                  <a:lnTo>
                    <a:pt x="37505" y="326528"/>
                  </a:lnTo>
                  <a:lnTo>
                    <a:pt x="38577" y="327783"/>
                  </a:lnTo>
                  <a:lnTo>
                    <a:pt x="39649" y="329037"/>
                  </a:lnTo>
                  <a:lnTo>
                    <a:pt x="40720" y="330290"/>
                  </a:lnTo>
                  <a:lnTo>
                    <a:pt x="41792" y="331542"/>
                  </a:lnTo>
                  <a:lnTo>
                    <a:pt x="42863" y="332792"/>
                  </a:lnTo>
                  <a:lnTo>
                    <a:pt x="43935" y="334041"/>
                  </a:lnTo>
                  <a:lnTo>
                    <a:pt x="45007" y="335289"/>
                  </a:lnTo>
                  <a:lnTo>
                    <a:pt x="46078" y="336536"/>
                  </a:lnTo>
                  <a:lnTo>
                    <a:pt x="47150" y="337781"/>
                  </a:lnTo>
                  <a:lnTo>
                    <a:pt x="48221" y="339025"/>
                  </a:lnTo>
                  <a:lnTo>
                    <a:pt x="49293" y="340268"/>
                  </a:lnTo>
                  <a:lnTo>
                    <a:pt x="50365" y="341509"/>
                  </a:lnTo>
                  <a:lnTo>
                    <a:pt x="51436" y="342749"/>
                  </a:lnTo>
                  <a:lnTo>
                    <a:pt x="52508" y="343988"/>
                  </a:lnTo>
                  <a:lnTo>
                    <a:pt x="53579" y="345226"/>
                  </a:lnTo>
                  <a:lnTo>
                    <a:pt x="54651" y="346462"/>
                  </a:lnTo>
                  <a:lnTo>
                    <a:pt x="55723" y="347697"/>
                  </a:lnTo>
                  <a:lnTo>
                    <a:pt x="56794" y="348931"/>
                  </a:lnTo>
                  <a:lnTo>
                    <a:pt x="57866" y="350164"/>
                  </a:lnTo>
                  <a:lnTo>
                    <a:pt x="58937" y="351395"/>
                  </a:lnTo>
                  <a:lnTo>
                    <a:pt x="60009" y="352625"/>
                  </a:lnTo>
                  <a:lnTo>
                    <a:pt x="61081" y="353854"/>
                  </a:lnTo>
                  <a:lnTo>
                    <a:pt x="62152" y="355081"/>
                  </a:lnTo>
                  <a:lnTo>
                    <a:pt x="63224" y="356308"/>
                  </a:lnTo>
                  <a:lnTo>
                    <a:pt x="64295" y="357532"/>
                  </a:lnTo>
                  <a:lnTo>
                    <a:pt x="65367" y="358756"/>
                  </a:lnTo>
                  <a:lnTo>
                    <a:pt x="66439" y="359979"/>
                  </a:lnTo>
                  <a:lnTo>
                    <a:pt x="67510" y="361200"/>
                  </a:lnTo>
                  <a:lnTo>
                    <a:pt x="68582" y="362420"/>
                  </a:lnTo>
                  <a:lnTo>
                    <a:pt x="69653" y="363638"/>
                  </a:lnTo>
                  <a:lnTo>
                    <a:pt x="70725" y="364855"/>
                  </a:lnTo>
                  <a:lnTo>
                    <a:pt x="71797" y="366071"/>
                  </a:lnTo>
                  <a:lnTo>
                    <a:pt x="72868" y="367286"/>
                  </a:lnTo>
                  <a:lnTo>
                    <a:pt x="73940" y="368500"/>
                  </a:lnTo>
                  <a:lnTo>
                    <a:pt x="75011" y="369712"/>
                  </a:lnTo>
                  <a:lnTo>
                    <a:pt x="76083" y="370923"/>
                  </a:lnTo>
                  <a:lnTo>
                    <a:pt x="77155" y="372132"/>
                  </a:lnTo>
                  <a:lnTo>
                    <a:pt x="78226" y="373341"/>
                  </a:lnTo>
                  <a:lnTo>
                    <a:pt x="79298" y="374548"/>
                  </a:lnTo>
                  <a:lnTo>
                    <a:pt x="80369" y="375754"/>
                  </a:lnTo>
                  <a:lnTo>
                    <a:pt x="81441" y="376958"/>
                  </a:lnTo>
                  <a:lnTo>
                    <a:pt x="82513" y="378161"/>
                  </a:lnTo>
                  <a:lnTo>
                    <a:pt x="83584" y="379363"/>
                  </a:lnTo>
                  <a:lnTo>
                    <a:pt x="84656" y="380564"/>
                  </a:lnTo>
                  <a:lnTo>
                    <a:pt x="85727" y="381763"/>
                  </a:lnTo>
                  <a:lnTo>
                    <a:pt x="86799" y="382962"/>
                  </a:lnTo>
                  <a:lnTo>
                    <a:pt x="87871" y="384158"/>
                  </a:lnTo>
                  <a:lnTo>
                    <a:pt x="88942" y="385354"/>
                  </a:lnTo>
                  <a:lnTo>
                    <a:pt x="90014" y="386548"/>
                  </a:lnTo>
                  <a:lnTo>
                    <a:pt x="91085" y="387741"/>
                  </a:lnTo>
                  <a:lnTo>
                    <a:pt x="92157" y="388933"/>
                  </a:lnTo>
                  <a:lnTo>
                    <a:pt x="93229" y="390123"/>
                  </a:lnTo>
                  <a:lnTo>
                    <a:pt x="94300" y="391312"/>
                  </a:lnTo>
                  <a:lnTo>
                    <a:pt x="95372" y="392500"/>
                  </a:lnTo>
                  <a:lnTo>
                    <a:pt x="96443" y="393687"/>
                  </a:lnTo>
                  <a:lnTo>
                    <a:pt x="97515" y="394872"/>
                  </a:lnTo>
                  <a:lnTo>
                    <a:pt x="98587" y="396056"/>
                  </a:lnTo>
                  <a:lnTo>
                    <a:pt x="99658" y="397239"/>
                  </a:lnTo>
                  <a:lnTo>
                    <a:pt x="100730" y="398420"/>
                  </a:lnTo>
                  <a:lnTo>
                    <a:pt x="101801" y="399600"/>
                  </a:lnTo>
                  <a:lnTo>
                    <a:pt x="102873" y="400779"/>
                  </a:lnTo>
                  <a:lnTo>
                    <a:pt x="103945" y="401956"/>
                  </a:lnTo>
                  <a:lnTo>
                    <a:pt x="105016" y="403133"/>
                  </a:lnTo>
                  <a:lnTo>
                    <a:pt x="106088" y="404307"/>
                  </a:lnTo>
                  <a:lnTo>
                    <a:pt x="107159" y="405481"/>
                  </a:lnTo>
                  <a:lnTo>
                    <a:pt x="108231" y="406653"/>
                  </a:lnTo>
                  <a:lnTo>
                    <a:pt x="109303" y="407824"/>
                  </a:lnTo>
                  <a:lnTo>
                    <a:pt x="110374" y="408994"/>
                  </a:lnTo>
                  <a:lnTo>
                    <a:pt x="111446" y="410163"/>
                  </a:lnTo>
                  <a:lnTo>
                    <a:pt x="112517" y="411330"/>
                  </a:lnTo>
                  <a:lnTo>
                    <a:pt x="113589" y="412495"/>
                  </a:lnTo>
                  <a:lnTo>
                    <a:pt x="114661" y="413660"/>
                  </a:lnTo>
                  <a:lnTo>
                    <a:pt x="115732" y="414823"/>
                  </a:lnTo>
                  <a:lnTo>
                    <a:pt x="116804" y="415985"/>
                  </a:lnTo>
                  <a:lnTo>
                    <a:pt x="117875" y="417146"/>
                  </a:lnTo>
                  <a:lnTo>
                    <a:pt x="118947" y="418305"/>
                  </a:lnTo>
                  <a:lnTo>
                    <a:pt x="120019" y="419463"/>
                  </a:lnTo>
                  <a:lnTo>
                    <a:pt x="121090" y="420620"/>
                  </a:lnTo>
                  <a:lnTo>
                    <a:pt x="122162" y="421775"/>
                  </a:lnTo>
                  <a:lnTo>
                    <a:pt x="123233" y="422929"/>
                  </a:lnTo>
                  <a:lnTo>
                    <a:pt x="124305" y="424082"/>
                  </a:lnTo>
                  <a:lnTo>
                    <a:pt x="125377" y="425234"/>
                  </a:lnTo>
                  <a:lnTo>
                    <a:pt x="126448" y="426384"/>
                  </a:lnTo>
                  <a:lnTo>
                    <a:pt x="127520" y="427533"/>
                  </a:lnTo>
                  <a:lnTo>
                    <a:pt x="128591" y="428680"/>
                  </a:lnTo>
                  <a:lnTo>
                    <a:pt x="129663" y="429826"/>
                  </a:lnTo>
                  <a:lnTo>
                    <a:pt x="130735" y="430971"/>
                  </a:lnTo>
                  <a:lnTo>
                    <a:pt x="131806" y="432115"/>
                  </a:lnTo>
                  <a:lnTo>
                    <a:pt x="132878" y="433257"/>
                  </a:lnTo>
                  <a:lnTo>
                    <a:pt x="133949" y="434398"/>
                  </a:lnTo>
                  <a:lnTo>
                    <a:pt x="135021" y="435538"/>
                  </a:lnTo>
                  <a:lnTo>
                    <a:pt x="136093" y="436676"/>
                  </a:lnTo>
                  <a:lnTo>
                    <a:pt x="137164" y="437813"/>
                  </a:lnTo>
                  <a:lnTo>
                    <a:pt x="138236" y="438949"/>
                  </a:lnTo>
                  <a:lnTo>
                    <a:pt x="139307" y="440083"/>
                  </a:lnTo>
                  <a:lnTo>
                    <a:pt x="140379" y="441216"/>
                  </a:lnTo>
                  <a:lnTo>
                    <a:pt x="141451" y="442348"/>
                  </a:lnTo>
                  <a:lnTo>
                    <a:pt x="142522" y="443478"/>
                  </a:lnTo>
                  <a:lnTo>
                    <a:pt x="143594" y="444608"/>
                  </a:lnTo>
                  <a:lnTo>
                    <a:pt x="144665" y="445735"/>
                  </a:lnTo>
                  <a:lnTo>
                    <a:pt x="145737" y="446862"/>
                  </a:lnTo>
                  <a:lnTo>
                    <a:pt x="146809" y="447987"/>
                  </a:lnTo>
                  <a:lnTo>
                    <a:pt x="147880" y="449111"/>
                  </a:lnTo>
                  <a:lnTo>
                    <a:pt x="148952" y="450233"/>
                  </a:lnTo>
                  <a:lnTo>
                    <a:pt x="150023" y="451354"/>
                  </a:lnTo>
                  <a:lnTo>
                    <a:pt x="151095" y="452474"/>
                  </a:lnTo>
                  <a:lnTo>
                    <a:pt x="152167" y="453592"/>
                  </a:lnTo>
                  <a:lnTo>
                    <a:pt x="153238" y="454710"/>
                  </a:lnTo>
                  <a:lnTo>
                    <a:pt x="154310" y="455825"/>
                  </a:lnTo>
                  <a:lnTo>
                    <a:pt x="155381" y="456940"/>
                  </a:lnTo>
                  <a:lnTo>
                    <a:pt x="156453" y="458053"/>
                  </a:lnTo>
                  <a:lnTo>
                    <a:pt x="157525" y="459165"/>
                  </a:lnTo>
                  <a:lnTo>
                    <a:pt x="158596" y="460275"/>
                  </a:lnTo>
                  <a:lnTo>
                    <a:pt x="159668" y="461384"/>
                  </a:lnTo>
                  <a:lnTo>
                    <a:pt x="160739" y="462492"/>
                  </a:lnTo>
                  <a:lnTo>
                    <a:pt x="161811" y="463598"/>
                  </a:lnTo>
                  <a:lnTo>
                    <a:pt x="162883" y="464703"/>
                  </a:lnTo>
                  <a:lnTo>
                    <a:pt x="163954" y="465807"/>
                  </a:lnTo>
                  <a:lnTo>
                    <a:pt x="165026" y="466909"/>
                  </a:lnTo>
                  <a:lnTo>
                    <a:pt x="166097" y="468010"/>
                  </a:lnTo>
                  <a:lnTo>
                    <a:pt x="167169" y="469110"/>
                  </a:lnTo>
                  <a:lnTo>
                    <a:pt x="168241" y="470208"/>
                  </a:lnTo>
                  <a:lnTo>
                    <a:pt x="169312" y="471305"/>
                  </a:lnTo>
                  <a:lnTo>
                    <a:pt x="170384" y="472401"/>
                  </a:lnTo>
                  <a:lnTo>
                    <a:pt x="171455" y="473495"/>
                  </a:lnTo>
                  <a:lnTo>
                    <a:pt x="172527" y="474588"/>
                  </a:lnTo>
                  <a:lnTo>
                    <a:pt x="173599" y="475679"/>
                  </a:lnTo>
                  <a:lnTo>
                    <a:pt x="174670" y="476770"/>
                  </a:lnTo>
                  <a:lnTo>
                    <a:pt x="175742" y="477858"/>
                  </a:lnTo>
                  <a:lnTo>
                    <a:pt x="176813" y="478946"/>
                  </a:lnTo>
                  <a:lnTo>
                    <a:pt x="177885" y="480032"/>
                  </a:lnTo>
                  <a:lnTo>
                    <a:pt x="178956" y="481117"/>
                  </a:lnTo>
                  <a:lnTo>
                    <a:pt x="180028" y="482200"/>
                  </a:lnTo>
                  <a:lnTo>
                    <a:pt x="181100" y="483282"/>
                  </a:lnTo>
                  <a:lnTo>
                    <a:pt x="182171" y="484362"/>
                  </a:lnTo>
                  <a:lnTo>
                    <a:pt x="183243" y="485442"/>
                  </a:lnTo>
                  <a:lnTo>
                    <a:pt x="184314" y="486520"/>
                  </a:lnTo>
                  <a:lnTo>
                    <a:pt x="185386" y="487596"/>
                  </a:lnTo>
                  <a:lnTo>
                    <a:pt x="186458" y="488671"/>
                  </a:lnTo>
                  <a:lnTo>
                    <a:pt x="187529" y="489745"/>
                  </a:lnTo>
                  <a:lnTo>
                    <a:pt x="188601" y="490817"/>
                  </a:lnTo>
                  <a:lnTo>
                    <a:pt x="189672" y="491888"/>
                  </a:lnTo>
                  <a:lnTo>
                    <a:pt x="190744" y="492958"/>
                  </a:lnTo>
                  <a:lnTo>
                    <a:pt x="191816" y="494026"/>
                  </a:lnTo>
                  <a:lnTo>
                    <a:pt x="192887" y="495093"/>
                  </a:lnTo>
                  <a:lnTo>
                    <a:pt x="193959" y="496158"/>
                  </a:lnTo>
                  <a:lnTo>
                    <a:pt x="195030" y="497222"/>
                  </a:lnTo>
                  <a:lnTo>
                    <a:pt x="196102" y="498285"/>
                  </a:lnTo>
                  <a:lnTo>
                    <a:pt x="197174" y="499346"/>
                  </a:lnTo>
                  <a:lnTo>
                    <a:pt x="198245" y="500406"/>
                  </a:lnTo>
                  <a:lnTo>
                    <a:pt x="199317" y="501464"/>
                  </a:lnTo>
                  <a:lnTo>
                    <a:pt x="200388" y="502522"/>
                  </a:lnTo>
                  <a:lnTo>
                    <a:pt x="201460" y="503577"/>
                  </a:lnTo>
                  <a:lnTo>
                    <a:pt x="202532" y="504631"/>
                  </a:lnTo>
                  <a:lnTo>
                    <a:pt x="203603" y="505684"/>
                  </a:lnTo>
                  <a:lnTo>
                    <a:pt x="204675" y="506736"/>
                  </a:lnTo>
                  <a:lnTo>
                    <a:pt x="205746" y="507786"/>
                  </a:lnTo>
                  <a:lnTo>
                    <a:pt x="206818" y="508834"/>
                  </a:lnTo>
                  <a:lnTo>
                    <a:pt x="207890" y="509882"/>
                  </a:lnTo>
                  <a:lnTo>
                    <a:pt x="208961" y="510928"/>
                  </a:lnTo>
                  <a:lnTo>
                    <a:pt x="210033" y="511972"/>
                  </a:lnTo>
                  <a:lnTo>
                    <a:pt x="211104" y="513015"/>
                  </a:lnTo>
                  <a:lnTo>
                    <a:pt x="212176" y="514057"/>
                  </a:lnTo>
                  <a:lnTo>
                    <a:pt x="213248" y="515097"/>
                  </a:lnTo>
                  <a:lnTo>
                    <a:pt x="214319" y="516136"/>
                  </a:lnTo>
                  <a:lnTo>
                    <a:pt x="215391" y="517173"/>
                  </a:lnTo>
                  <a:lnTo>
                    <a:pt x="216462" y="518209"/>
                  </a:lnTo>
                  <a:lnTo>
                    <a:pt x="217534" y="519243"/>
                  </a:lnTo>
                  <a:lnTo>
                    <a:pt x="218606" y="520276"/>
                  </a:lnTo>
                  <a:lnTo>
                    <a:pt x="219677" y="521308"/>
                  </a:lnTo>
                  <a:lnTo>
                    <a:pt x="220749" y="522338"/>
                  </a:lnTo>
                  <a:lnTo>
                    <a:pt x="221820" y="523367"/>
                  </a:lnTo>
                  <a:lnTo>
                    <a:pt x="222892" y="524394"/>
                  </a:lnTo>
                  <a:lnTo>
                    <a:pt x="223964" y="525420"/>
                  </a:lnTo>
                  <a:lnTo>
                    <a:pt x="225035" y="526444"/>
                  </a:lnTo>
                  <a:lnTo>
                    <a:pt x="226107" y="527467"/>
                  </a:lnTo>
                  <a:lnTo>
                    <a:pt x="227178" y="528489"/>
                  </a:lnTo>
                  <a:lnTo>
                    <a:pt x="228250" y="529509"/>
                  </a:lnTo>
                  <a:lnTo>
                    <a:pt x="229322" y="530528"/>
                  </a:lnTo>
                  <a:lnTo>
                    <a:pt x="230393" y="531545"/>
                  </a:lnTo>
                  <a:lnTo>
                    <a:pt x="231465" y="532561"/>
                  </a:lnTo>
                  <a:lnTo>
                    <a:pt x="232536" y="533575"/>
                  </a:lnTo>
                  <a:lnTo>
                    <a:pt x="233608" y="534588"/>
                  </a:lnTo>
                  <a:lnTo>
                    <a:pt x="234680" y="535599"/>
                  </a:lnTo>
                  <a:lnTo>
                    <a:pt x="235751" y="536609"/>
                  </a:lnTo>
                  <a:lnTo>
                    <a:pt x="236823" y="537618"/>
                  </a:lnTo>
                  <a:lnTo>
                    <a:pt x="237894" y="538625"/>
                  </a:lnTo>
                  <a:lnTo>
                    <a:pt x="238966" y="539630"/>
                  </a:lnTo>
                  <a:lnTo>
                    <a:pt x="240038" y="540634"/>
                  </a:lnTo>
                  <a:lnTo>
                    <a:pt x="241109" y="541637"/>
                  </a:lnTo>
                  <a:lnTo>
                    <a:pt x="242181" y="542638"/>
                  </a:lnTo>
                  <a:lnTo>
                    <a:pt x="243252" y="543638"/>
                  </a:lnTo>
                  <a:lnTo>
                    <a:pt x="244324" y="544636"/>
                  </a:lnTo>
                  <a:lnTo>
                    <a:pt x="245396" y="545632"/>
                  </a:lnTo>
                  <a:lnTo>
                    <a:pt x="246467" y="546628"/>
                  </a:lnTo>
                  <a:lnTo>
                    <a:pt x="247539" y="547621"/>
                  </a:lnTo>
                  <a:lnTo>
                    <a:pt x="248610" y="548613"/>
                  </a:lnTo>
                  <a:lnTo>
                    <a:pt x="249682" y="549604"/>
                  </a:lnTo>
                  <a:lnTo>
                    <a:pt x="250754" y="550593"/>
                  </a:lnTo>
                  <a:lnTo>
                    <a:pt x="251825" y="551581"/>
                  </a:lnTo>
                  <a:lnTo>
                    <a:pt x="252897" y="552567"/>
                  </a:lnTo>
                  <a:lnTo>
                    <a:pt x="253968" y="553552"/>
                  </a:lnTo>
                  <a:lnTo>
                    <a:pt x="255040" y="554535"/>
                  </a:lnTo>
                  <a:lnTo>
                    <a:pt x="256112" y="555517"/>
                  </a:lnTo>
                  <a:lnTo>
                    <a:pt x="257183" y="556497"/>
                  </a:lnTo>
                  <a:lnTo>
                    <a:pt x="258255" y="557476"/>
                  </a:lnTo>
                  <a:lnTo>
                    <a:pt x="259326" y="558453"/>
                  </a:lnTo>
                  <a:lnTo>
                    <a:pt x="260398" y="559429"/>
                  </a:lnTo>
                  <a:lnTo>
                    <a:pt x="261470" y="560403"/>
                  </a:lnTo>
                  <a:lnTo>
                    <a:pt x="262541" y="561375"/>
                  </a:lnTo>
                  <a:lnTo>
                    <a:pt x="263613" y="562347"/>
                  </a:lnTo>
                  <a:lnTo>
                    <a:pt x="264684" y="563316"/>
                  </a:lnTo>
                  <a:lnTo>
                    <a:pt x="265756" y="564284"/>
                  </a:lnTo>
                  <a:lnTo>
                    <a:pt x="266828" y="565251"/>
                  </a:lnTo>
                  <a:lnTo>
                    <a:pt x="267899" y="566216"/>
                  </a:lnTo>
                  <a:lnTo>
                    <a:pt x="268971" y="567179"/>
                  </a:lnTo>
                  <a:lnTo>
                    <a:pt x="270042" y="568141"/>
                  </a:lnTo>
                  <a:lnTo>
                    <a:pt x="271114" y="569101"/>
                  </a:lnTo>
                  <a:lnTo>
                    <a:pt x="272186" y="570060"/>
                  </a:lnTo>
                  <a:lnTo>
                    <a:pt x="273257" y="571017"/>
                  </a:lnTo>
                  <a:lnTo>
                    <a:pt x="274329" y="571973"/>
                  </a:lnTo>
                  <a:lnTo>
                    <a:pt x="275400" y="572927"/>
                  </a:lnTo>
                  <a:lnTo>
                    <a:pt x="276472" y="573879"/>
                  </a:lnTo>
                  <a:lnTo>
                    <a:pt x="277544" y="574830"/>
                  </a:lnTo>
                  <a:lnTo>
                    <a:pt x="278615" y="575780"/>
                  </a:lnTo>
                  <a:lnTo>
                    <a:pt x="279687" y="576728"/>
                  </a:lnTo>
                  <a:lnTo>
                    <a:pt x="280758" y="577674"/>
                  </a:lnTo>
                  <a:lnTo>
                    <a:pt x="281830" y="578619"/>
                  </a:lnTo>
                  <a:lnTo>
                    <a:pt x="282902" y="579562"/>
                  </a:lnTo>
                  <a:lnTo>
                    <a:pt x="283973" y="580503"/>
                  </a:lnTo>
                  <a:lnTo>
                    <a:pt x="285045" y="581443"/>
                  </a:lnTo>
                  <a:lnTo>
                    <a:pt x="286116" y="582382"/>
                  </a:lnTo>
                  <a:lnTo>
                    <a:pt x="287188" y="583318"/>
                  </a:lnTo>
                  <a:lnTo>
                    <a:pt x="288260" y="584254"/>
                  </a:lnTo>
                  <a:lnTo>
                    <a:pt x="289331" y="585187"/>
                  </a:lnTo>
                  <a:lnTo>
                    <a:pt x="290403" y="586119"/>
                  </a:lnTo>
                  <a:lnTo>
                    <a:pt x="291474" y="587050"/>
                  </a:lnTo>
                  <a:lnTo>
                    <a:pt x="292546" y="587978"/>
                  </a:lnTo>
                  <a:lnTo>
                    <a:pt x="293618" y="588906"/>
                  </a:lnTo>
                  <a:lnTo>
                    <a:pt x="294689" y="589831"/>
                  </a:lnTo>
                  <a:lnTo>
                    <a:pt x="295761" y="590755"/>
                  </a:lnTo>
                  <a:lnTo>
                    <a:pt x="296832" y="591677"/>
                  </a:lnTo>
                  <a:lnTo>
                    <a:pt x="297904" y="592598"/>
                  </a:lnTo>
                  <a:lnTo>
                    <a:pt x="298976" y="593517"/>
                  </a:lnTo>
                  <a:lnTo>
                    <a:pt x="300047" y="594434"/>
                  </a:lnTo>
                  <a:lnTo>
                    <a:pt x="301119" y="595350"/>
                  </a:lnTo>
                  <a:lnTo>
                    <a:pt x="302190" y="596264"/>
                  </a:lnTo>
                  <a:lnTo>
                    <a:pt x="303262" y="597177"/>
                  </a:lnTo>
                  <a:lnTo>
                    <a:pt x="304334" y="598088"/>
                  </a:lnTo>
                  <a:lnTo>
                    <a:pt x="305405" y="598997"/>
                  </a:lnTo>
                  <a:lnTo>
                    <a:pt x="306477" y="599905"/>
                  </a:lnTo>
                  <a:lnTo>
                    <a:pt x="307548" y="600810"/>
                  </a:lnTo>
                  <a:lnTo>
                    <a:pt x="308620" y="601715"/>
                  </a:lnTo>
                  <a:lnTo>
                    <a:pt x="309692" y="602617"/>
                  </a:lnTo>
                  <a:lnTo>
                    <a:pt x="310763" y="603518"/>
                  </a:lnTo>
                  <a:lnTo>
                    <a:pt x="311835" y="604417"/>
                  </a:lnTo>
                  <a:lnTo>
                    <a:pt x="312906" y="605315"/>
                  </a:lnTo>
                  <a:lnTo>
                    <a:pt x="313978" y="606211"/>
                  </a:lnTo>
                  <a:lnTo>
                    <a:pt x="315050" y="607105"/>
                  </a:lnTo>
                  <a:lnTo>
                    <a:pt x="316121" y="607997"/>
                  </a:lnTo>
                  <a:lnTo>
                    <a:pt x="317193" y="608888"/>
                  </a:lnTo>
                  <a:lnTo>
                    <a:pt x="318264" y="609777"/>
                  </a:lnTo>
                  <a:lnTo>
                    <a:pt x="319336" y="610665"/>
                  </a:lnTo>
                  <a:lnTo>
                    <a:pt x="320408" y="611551"/>
                  </a:lnTo>
                  <a:lnTo>
                    <a:pt x="321479" y="612435"/>
                  </a:lnTo>
                  <a:lnTo>
                    <a:pt x="322551" y="613317"/>
                  </a:lnTo>
                  <a:lnTo>
                    <a:pt x="323622" y="614197"/>
                  </a:lnTo>
                  <a:lnTo>
                    <a:pt x="324694" y="615076"/>
                  </a:lnTo>
                  <a:lnTo>
                    <a:pt x="325766" y="615953"/>
                  </a:lnTo>
                  <a:lnTo>
                    <a:pt x="326837" y="616829"/>
                  </a:lnTo>
                  <a:lnTo>
                    <a:pt x="327909" y="617702"/>
                  </a:lnTo>
                  <a:lnTo>
                    <a:pt x="328980" y="618574"/>
                  </a:lnTo>
                  <a:lnTo>
                    <a:pt x="330052" y="619445"/>
                  </a:lnTo>
                  <a:lnTo>
                    <a:pt x="331124" y="620313"/>
                  </a:lnTo>
                  <a:lnTo>
                    <a:pt x="332195" y="621180"/>
                  </a:lnTo>
                  <a:lnTo>
                    <a:pt x="333267" y="622045"/>
                  </a:lnTo>
                  <a:lnTo>
                    <a:pt x="334338" y="622908"/>
                  </a:lnTo>
                  <a:lnTo>
                    <a:pt x="335410" y="623769"/>
                  </a:lnTo>
                  <a:lnTo>
                    <a:pt x="336482" y="624629"/>
                  </a:lnTo>
                  <a:lnTo>
                    <a:pt x="337553" y="625487"/>
                  </a:lnTo>
                  <a:lnTo>
                    <a:pt x="338625" y="626343"/>
                  </a:lnTo>
                  <a:lnTo>
                    <a:pt x="339696" y="627197"/>
                  </a:lnTo>
                  <a:lnTo>
                    <a:pt x="340768" y="628050"/>
                  </a:lnTo>
                  <a:lnTo>
                    <a:pt x="341840" y="628900"/>
                  </a:lnTo>
                  <a:lnTo>
                    <a:pt x="342911" y="629749"/>
                  </a:lnTo>
                  <a:lnTo>
                    <a:pt x="343983" y="630597"/>
                  </a:lnTo>
                  <a:lnTo>
                    <a:pt x="345054" y="631442"/>
                  </a:lnTo>
                  <a:lnTo>
                    <a:pt x="346126" y="632285"/>
                  </a:lnTo>
                  <a:lnTo>
                    <a:pt x="347198" y="633127"/>
                  </a:lnTo>
                  <a:lnTo>
                    <a:pt x="348269" y="633967"/>
                  </a:lnTo>
                  <a:lnTo>
                    <a:pt x="349341" y="634805"/>
                  </a:lnTo>
                  <a:lnTo>
                    <a:pt x="350412" y="635641"/>
                  </a:lnTo>
                  <a:lnTo>
                    <a:pt x="351484" y="636476"/>
                  </a:lnTo>
                  <a:lnTo>
                    <a:pt x="352556" y="637308"/>
                  </a:lnTo>
                  <a:lnTo>
                    <a:pt x="353627" y="638139"/>
                  </a:lnTo>
                  <a:lnTo>
                    <a:pt x="354699" y="638968"/>
                  </a:lnTo>
                  <a:lnTo>
                    <a:pt x="355770" y="639795"/>
                  </a:lnTo>
                  <a:lnTo>
                    <a:pt x="356842" y="640620"/>
                  </a:lnTo>
                  <a:lnTo>
                    <a:pt x="357913" y="641443"/>
                  </a:lnTo>
                  <a:lnTo>
                    <a:pt x="358985" y="642265"/>
                  </a:lnTo>
                  <a:lnTo>
                    <a:pt x="360057" y="643084"/>
                  </a:lnTo>
                  <a:lnTo>
                    <a:pt x="361128" y="643902"/>
                  </a:lnTo>
                  <a:lnTo>
                    <a:pt x="362200" y="644718"/>
                  </a:lnTo>
                  <a:lnTo>
                    <a:pt x="363271" y="645532"/>
                  </a:lnTo>
                  <a:lnTo>
                    <a:pt x="364343" y="646344"/>
                  </a:lnTo>
                  <a:lnTo>
                    <a:pt x="365415" y="647154"/>
                  </a:lnTo>
                  <a:lnTo>
                    <a:pt x="366486" y="647962"/>
                  </a:lnTo>
                  <a:lnTo>
                    <a:pt x="367558" y="648768"/>
                  </a:lnTo>
                  <a:lnTo>
                    <a:pt x="368629" y="649573"/>
                  </a:lnTo>
                  <a:lnTo>
                    <a:pt x="369701" y="650375"/>
                  </a:lnTo>
                  <a:lnTo>
                    <a:pt x="370773" y="651176"/>
                  </a:lnTo>
                  <a:lnTo>
                    <a:pt x="371844" y="651974"/>
                  </a:lnTo>
                  <a:lnTo>
                    <a:pt x="372916" y="652771"/>
                  </a:lnTo>
                  <a:lnTo>
                    <a:pt x="373987" y="653566"/>
                  </a:lnTo>
                  <a:lnTo>
                    <a:pt x="375059" y="654358"/>
                  </a:lnTo>
                  <a:lnTo>
                    <a:pt x="376131" y="655149"/>
                  </a:lnTo>
                  <a:lnTo>
                    <a:pt x="377202" y="655938"/>
                  </a:lnTo>
                  <a:lnTo>
                    <a:pt x="378274" y="656725"/>
                  </a:lnTo>
                  <a:lnTo>
                    <a:pt x="379345" y="657510"/>
                  </a:lnTo>
                  <a:lnTo>
                    <a:pt x="380417" y="658293"/>
                  </a:lnTo>
                  <a:lnTo>
                    <a:pt x="381489" y="659074"/>
                  </a:lnTo>
                  <a:lnTo>
                    <a:pt x="382560" y="659853"/>
                  </a:lnTo>
                  <a:lnTo>
                    <a:pt x="383632" y="660629"/>
                  </a:lnTo>
                  <a:lnTo>
                    <a:pt x="384703" y="661404"/>
                  </a:lnTo>
                  <a:lnTo>
                    <a:pt x="385775" y="662177"/>
                  </a:lnTo>
                  <a:lnTo>
                    <a:pt x="386847" y="662948"/>
                  </a:lnTo>
                  <a:lnTo>
                    <a:pt x="387918" y="663717"/>
                  </a:lnTo>
                  <a:lnTo>
                    <a:pt x="388990" y="664484"/>
                  </a:lnTo>
                  <a:lnTo>
                    <a:pt x="390061" y="665249"/>
                  </a:lnTo>
                  <a:lnTo>
                    <a:pt x="391133" y="666012"/>
                  </a:lnTo>
                  <a:lnTo>
                    <a:pt x="392205" y="666772"/>
                  </a:lnTo>
                  <a:lnTo>
                    <a:pt x="393276" y="667531"/>
                  </a:lnTo>
                  <a:lnTo>
                    <a:pt x="394348" y="668288"/>
                  </a:lnTo>
                  <a:lnTo>
                    <a:pt x="395419" y="669042"/>
                  </a:lnTo>
                  <a:lnTo>
                    <a:pt x="396491" y="669795"/>
                  </a:lnTo>
                  <a:lnTo>
                    <a:pt x="397563" y="670545"/>
                  </a:lnTo>
                  <a:lnTo>
                    <a:pt x="398634" y="671293"/>
                  </a:lnTo>
                  <a:lnTo>
                    <a:pt x="399706" y="672040"/>
                  </a:lnTo>
                  <a:lnTo>
                    <a:pt x="400777" y="672784"/>
                  </a:lnTo>
                  <a:lnTo>
                    <a:pt x="401849" y="673526"/>
                  </a:lnTo>
                  <a:lnTo>
                    <a:pt x="402921" y="674266"/>
                  </a:lnTo>
                  <a:lnTo>
                    <a:pt x="403992" y="675003"/>
                  </a:lnTo>
                  <a:lnTo>
                    <a:pt x="405064" y="675739"/>
                  </a:lnTo>
                  <a:lnTo>
                    <a:pt x="406135" y="676472"/>
                  </a:lnTo>
                  <a:lnTo>
                    <a:pt x="407207" y="677204"/>
                  </a:lnTo>
                  <a:lnTo>
                    <a:pt x="408279" y="677933"/>
                  </a:lnTo>
                  <a:lnTo>
                    <a:pt x="409350" y="678660"/>
                  </a:lnTo>
                  <a:lnTo>
                    <a:pt x="410422" y="679385"/>
                  </a:lnTo>
                  <a:lnTo>
                    <a:pt x="411493" y="680107"/>
                  </a:lnTo>
                  <a:lnTo>
                    <a:pt x="412565" y="680827"/>
                  </a:lnTo>
                  <a:lnTo>
                    <a:pt x="413637" y="681546"/>
                  </a:lnTo>
                  <a:lnTo>
                    <a:pt x="414708" y="682261"/>
                  </a:lnTo>
                  <a:lnTo>
                    <a:pt x="415780" y="682975"/>
                  </a:lnTo>
                  <a:lnTo>
                    <a:pt x="416851" y="683686"/>
                  </a:lnTo>
                  <a:lnTo>
                    <a:pt x="417923" y="684396"/>
                  </a:lnTo>
                  <a:lnTo>
                    <a:pt x="418995" y="685102"/>
                  </a:lnTo>
                  <a:lnTo>
                    <a:pt x="420066" y="685807"/>
                  </a:lnTo>
                  <a:lnTo>
                    <a:pt x="421138" y="686509"/>
                  </a:lnTo>
                  <a:lnTo>
                    <a:pt x="422209" y="687209"/>
                  </a:lnTo>
                  <a:lnTo>
                    <a:pt x="423281" y="687907"/>
                  </a:lnTo>
                  <a:lnTo>
                    <a:pt x="424353" y="688602"/>
                  </a:lnTo>
                  <a:lnTo>
                    <a:pt x="425424" y="689295"/>
                  </a:lnTo>
                  <a:lnTo>
                    <a:pt x="426496" y="689986"/>
                  </a:lnTo>
                  <a:lnTo>
                    <a:pt x="427567" y="690674"/>
                  </a:lnTo>
                  <a:lnTo>
                    <a:pt x="428639" y="691360"/>
                  </a:lnTo>
                  <a:lnTo>
                    <a:pt x="429711" y="692043"/>
                  </a:lnTo>
                  <a:lnTo>
                    <a:pt x="430782" y="692725"/>
                  </a:lnTo>
                  <a:lnTo>
                    <a:pt x="431854" y="693403"/>
                  </a:lnTo>
                  <a:lnTo>
                    <a:pt x="432925" y="694080"/>
                  </a:lnTo>
                  <a:lnTo>
                    <a:pt x="433997" y="694754"/>
                  </a:lnTo>
                  <a:lnTo>
                    <a:pt x="435069" y="695425"/>
                  </a:lnTo>
                  <a:lnTo>
                    <a:pt x="436140" y="696094"/>
                  </a:lnTo>
                  <a:lnTo>
                    <a:pt x="437212" y="696761"/>
                  </a:lnTo>
                  <a:lnTo>
                    <a:pt x="438283" y="697425"/>
                  </a:lnTo>
                  <a:lnTo>
                    <a:pt x="439355" y="698087"/>
                  </a:lnTo>
                  <a:lnTo>
                    <a:pt x="440427" y="698746"/>
                  </a:lnTo>
                  <a:lnTo>
                    <a:pt x="441498" y="699403"/>
                  </a:lnTo>
                  <a:lnTo>
                    <a:pt x="442570" y="700057"/>
                  </a:lnTo>
                  <a:lnTo>
                    <a:pt x="443641" y="700709"/>
                  </a:lnTo>
                  <a:lnTo>
                    <a:pt x="444713" y="701358"/>
                  </a:lnTo>
                  <a:lnTo>
                    <a:pt x="445785" y="702005"/>
                  </a:lnTo>
                  <a:lnTo>
                    <a:pt x="446856" y="702649"/>
                  </a:lnTo>
                  <a:lnTo>
                    <a:pt x="447928" y="703291"/>
                  </a:lnTo>
                  <a:lnTo>
                    <a:pt x="448999" y="703930"/>
                  </a:lnTo>
                  <a:lnTo>
                    <a:pt x="450071" y="704566"/>
                  </a:lnTo>
                  <a:lnTo>
                    <a:pt x="451143" y="705200"/>
                  </a:lnTo>
                  <a:lnTo>
                    <a:pt x="452214" y="705832"/>
                  </a:lnTo>
                  <a:lnTo>
                    <a:pt x="453286" y="706460"/>
                  </a:lnTo>
                  <a:lnTo>
                    <a:pt x="454357" y="707087"/>
                  </a:lnTo>
                  <a:lnTo>
                    <a:pt x="455429" y="707710"/>
                  </a:lnTo>
                  <a:lnTo>
                    <a:pt x="456501" y="708331"/>
                  </a:lnTo>
                  <a:lnTo>
                    <a:pt x="457572" y="708950"/>
                  </a:lnTo>
                  <a:lnTo>
                    <a:pt x="458644" y="709566"/>
                  </a:lnTo>
                  <a:lnTo>
                    <a:pt x="459715" y="710179"/>
                  </a:lnTo>
                  <a:lnTo>
                    <a:pt x="460787" y="710789"/>
                  </a:lnTo>
                  <a:lnTo>
                    <a:pt x="461859" y="711397"/>
                  </a:lnTo>
                  <a:lnTo>
                    <a:pt x="462930" y="712002"/>
                  </a:lnTo>
                  <a:lnTo>
                    <a:pt x="464002" y="712605"/>
                  </a:lnTo>
                  <a:lnTo>
                    <a:pt x="465073" y="713204"/>
                  </a:lnTo>
                  <a:lnTo>
                    <a:pt x="466145" y="713801"/>
                  </a:lnTo>
                  <a:lnTo>
                    <a:pt x="467217" y="714396"/>
                  </a:lnTo>
                  <a:lnTo>
                    <a:pt x="468288" y="714988"/>
                  </a:lnTo>
                  <a:lnTo>
                    <a:pt x="469360" y="715576"/>
                  </a:lnTo>
                  <a:lnTo>
                    <a:pt x="470431" y="716163"/>
                  </a:lnTo>
                  <a:lnTo>
                    <a:pt x="471503" y="716746"/>
                  </a:lnTo>
                  <a:lnTo>
                    <a:pt x="472575" y="717327"/>
                  </a:lnTo>
                  <a:lnTo>
                    <a:pt x="473646" y="717905"/>
                  </a:lnTo>
                  <a:lnTo>
                    <a:pt x="474718" y="718480"/>
                  </a:lnTo>
                  <a:lnTo>
                    <a:pt x="475789" y="719053"/>
                  </a:lnTo>
                  <a:lnTo>
                    <a:pt x="476861" y="719622"/>
                  </a:lnTo>
                  <a:lnTo>
                    <a:pt x="477933" y="720189"/>
                  </a:lnTo>
                  <a:lnTo>
                    <a:pt x="479004" y="720753"/>
                  </a:lnTo>
                  <a:lnTo>
                    <a:pt x="480076" y="721315"/>
                  </a:lnTo>
                  <a:lnTo>
                    <a:pt x="481147" y="721873"/>
                  </a:lnTo>
                  <a:lnTo>
                    <a:pt x="482219" y="722429"/>
                  </a:lnTo>
                  <a:lnTo>
                    <a:pt x="483291" y="722982"/>
                  </a:lnTo>
                  <a:lnTo>
                    <a:pt x="484362" y="723532"/>
                  </a:lnTo>
                  <a:lnTo>
                    <a:pt x="485434" y="724079"/>
                  </a:lnTo>
                  <a:lnTo>
                    <a:pt x="486505" y="724623"/>
                  </a:lnTo>
                  <a:lnTo>
                    <a:pt x="487577" y="725165"/>
                  </a:lnTo>
                  <a:lnTo>
                    <a:pt x="488649" y="725703"/>
                  </a:lnTo>
                  <a:lnTo>
                    <a:pt x="489720" y="726239"/>
                  </a:lnTo>
                  <a:lnTo>
                    <a:pt x="490792" y="726772"/>
                  </a:lnTo>
                  <a:lnTo>
                    <a:pt x="491863" y="727302"/>
                  </a:lnTo>
                  <a:lnTo>
                    <a:pt x="492935" y="727829"/>
                  </a:lnTo>
                  <a:lnTo>
                    <a:pt x="494007" y="728353"/>
                  </a:lnTo>
                  <a:lnTo>
                    <a:pt x="495078" y="728874"/>
                  </a:lnTo>
                  <a:lnTo>
                    <a:pt x="496150" y="729392"/>
                  </a:lnTo>
                  <a:lnTo>
                    <a:pt x="497221" y="729908"/>
                  </a:lnTo>
                  <a:lnTo>
                    <a:pt x="498293" y="730420"/>
                  </a:lnTo>
                  <a:lnTo>
                    <a:pt x="499365" y="730930"/>
                  </a:lnTo>
                  <a:lnTo>
                    <a:pt x="500436" y="731436"/>
                  </a:lnTo>
                  <a:lnTo>
                    <a:pt x="501508" y="731940"/>
                  </a:lnTo>
                  <a:lnTo>
                    <a:pt x="502579" y="732441"/>
                  </a:lnTo>
                  <a:lnTo>
                    <a:pt x="503651" y="732938"/>
                  </a:lnTo>
                  <a:lnTo>
                    <a:pt x="504723" y="733433"/>
                  </a:lnTo>
                  <a:lnTo>
                    <a:pt x="505794" y="733925"/>
                  </a:lnTo>
                  <a:lnTo>
                    <a:pt x="506866" y="734413"/>
                  </a:lnTo>
                  <a:lnTo>
                    <a:pt x="507937" y="734899"/>
                  </a:lnTo>
                  <a:lnTo>
                    <a:pt x="509009" y="735382"/>
                  </a:lnTo>
                  <a:lnTo>
                    <a:pt x="510081" y="735862"/>
                  </a:lnTo>
                  <a:lnTo>
                    <a:pt x="511152" y="736338"/>
                  </a:lnTo>
                  <a:lnTo>
                    <a:pt x="512224" y="736812"/>
                  </a:lnTo>
                  <a:lnTo>
                    <a:pt x="513295" y="737283"/>
                  </a:lnTo>
                  <a:lnTo>
                    <a:pt x="514367" y="737750"/>
                  </a:lnTo>
                  <a:lnTo>
                    <a:pt x="515439" y="738215"/>
                  </a:lnTo>
                  <a:lnTo>
                    <a:pt x="516510" y="738676"/>
                  </a:lnTo>
                  <a:lnTo>
                    <a:pt x="517582" y="739135"/>
                  </a:lnTo>
                  <a:lnTo>
                    <a:pt x="518653" y="739590"/>
                  </a:lnTo>
                  <a:lnTo>
                    <a:pt x="519725" y="740042"/>
                  </a:lnTo>
                  <a:lnTo>
                    <a:pt x="520797" y="740492"/>
                  </a:lnTo>
                  <a:lnTo>
                    <a:pt x="521868" y="740938"/>
                  </a:lnTo>
                  <a:lnTo>
                    <a:pt x="522940" y="741381"/>
                  </a:lnTo>
                  <a:lnTo>
                    <a:pt x="524011" y="741821"/>
                  </a:lnTo>
                  <a:lnTo>
                    <a:pt x="525083" y="742258"/>
                  </a:lnTo>
                  <a:lnTo>
                    <a:pt x="526155" y="742692"/>
                  </a:lnTo>
                  <a:lnTo>
                    <a:pt x="527226" y="743123"/>
                  </a:lnTo>
                  <a:lnTo>
                    <a:pt x="528298" y="743550"/>
                  </a:lnTo>
                  <a:lnTo>
                    <a:pt x="529369" y="743975"/>
                  </a:lnTo>
                  <a:lnTo>
                    <a:pt x="530441" y="744396"/>
                  </a:lnTo>
                  <a:lnTo>
                    <a:pt x="531513" y="744814"/>
                  </a:lnTo>
                  <a:lnTo>
                    <a:pt x="532584" y="745229"/>
                  </a:lnTo>
                  <a:lnTo>
                    <a:pt x="533656" y="745641"/>
                  </a:lnTo>
                  <a:lnTo>
                    <a:pt x="534727" y="746050"/>
                  </a:lnTo>
                  <a:lnTo>
                    <a:pt x="535799" y="746456"/>
                  </a:lnTo>
                  <a:lnTo>
                    <a:pt x="536870" y="746859"/>
                  </a:lnTo>
                  <a:lnTo>
                    <a:pt x="537942" y="747258"/>
                  </a:lnTo>
                  <a:lnTo>
                    <a:pt x="539014" y="747654"/>
                  </a:lnTo>
                  <a:lnTo>
                    <a:pt x="540085" y="748047"/>
                  </a:lnTo>
                  <a:lnTo>
                    <a:pt x="541157" y="748437"/>
                  </a:lnTo>
                  <a:lnTo>
                    <a:pt x="542228" y="748824"/>
                  </a:lnTo>
                  <a:lnTo>
                    <a:pt x="543300" y="749208"/>
                  </a:lnTo>
                  <a:lnTo>
                    <a:pt x="544372" y="749588"/>
                  </a:lnTo>
                  <a:lnTo>
                    <a:pt x="545443" y="749965"/>
                  </a:lnTo>
                  <a:lnTo>
                    <a:pt x="546515" y="750339"/>
                  </a:lnTo>
                  <a:lnTo>
                    <a:pt x="547586" y="750710"/>
                  </a:lnTo>
                  <a:lnTo>
                    <a:pt x="548658" y="751078"/>
                  </a:lnTo>
                  <a:lnTo>
                    <a:pt x="549730" y="751442"/>
                  </a:lnTo>
                  <a:lnTo>
                    <a:pt x="550801" y="751803"/>
                  </a:lnTo>
                  <a:lnTo>
                    <a:pt x="551873" y="752161"/>
                  </a:lnTo>
                  <a:lnTo>
                    <a:pt x="552944" y="752516"/>
                  </a:lnTo>
                  <a:lnTo>
                    <a:pt x="554016" y="752868"/>
                  </a:lnTo>
                  <a:lnTo>
                    <a:pt x="555088" y="753216"/>
                  </a:lnTo>
                  <a:lnTo>
                    <a:pt x="556159" y="753562"/>
                  </a:lnTo>
                  <a:lnTo>
                    <a:pt x="557231" y="753904"/>
                  </a:lnTo>
                  <a:lnTo>
                    <a:pt x="558302" y="754242"/>
                  </a:lnTo>
                  <a:lnTo>
                    <a:pt x="559374" y="754578"/>
                  </a:lnTo>
                  <a:lnTo>
                    <a:pt x="560446" y="754910"/>
                  </a:lnTo>
                  <a:lnTo>
                    <a:pt x="561517" y="755239"/>
                  </a:lnTo>
                  <a:lnTo>
                    <a:pt x="562589" y="755565"/>
                  </a:lnTo>
                  <a:lnTo>
                    <a:pt x="563660" y="755888"/>
                  </a:lnTo>
                  <a:lnTo>
                    <a:pt x="564732" y="756207"/>
                  </a:lnTo>
                  <a:lnTo>
                    <a:pt x="565804" y="756524"/>
                  </a:lnTo>
                  <a:lnTo>
                    <a:pt x="566875" y="756836"/>
                  </a:lnTo>
                  <a:lnTo>
                    <a:pt x="567947" y="757146"/>
                  </a:lnTo>
                  <a:lnTo>
                    <a:pt x="569018" y="757453"/>
                  </a:lnTo>
                  <a:lnTo>
                    <a:pt x="570090" y="757756"/>
                  </a:lnTo>
                  <a:lnTo>
                    <a:pt x="571162" y="758056"/>
                  </a:lnTo>
                  <a:lnTo>
                    <a:pt x="572233" y="758353"/>
                  </a:lnTo>
                  <a:lnTo>
                    <a:pt x="573305" y="758646"/>
                  </a:lnTo>
                  <a:lnTo>
                    <a:pt x="574376" y="758936"/>
                  </a:lnTo>
                  <a:lnTo>
                    <a:pt x="575448" y="759223"/>
                  </a:lnTo>
                  <a:lnTo>
                    <a:pt x="576520" y="759507"/>
                  </a:lnTo>
                  <a:lnTo>
                    <a:pt x="577591" y="759788"/>
                  </a:lnTo>
                  <a:lnTo>
                    <a:pt x="578663" y="760065"/>
                  </a:lnTo>
                  <a:lnTo>
                    <a:pt x="579734" y="760339"/>
                  </a:lnTo>
                  <a:lnTo>
                    <a:pt x="580806" y="760609"/>
                  </a:lnTo>
                  <a:lnTo>
                    <a:pt x="581878" y="760877"/>
                  </a:lnTo>
                  <a:lnTo>
                    <a:pt x="582949" y="761141"/>
                  </a:lnTo>
                  <a:lnTo>
                    <a:pt x="584021" y="761402"/>
                  </a:lnTo>
                  <a:lnTo>
                    <a:pt x="585092" y="761660"/>
                  </a:lnTo>
                  <a:lnTo>
                    <a:pt x="586164" y="761914"/>
                  </a:lnTo>
                  <a:lnTo>
                    <a:pt x="587236" y="762166"/>
                  </a:lnTo>
                  <a:lnTo>
                    <a:pt x="588307" y="762414"/>
                  </a:lnTo>
                  <a:lnTo>
                    <a:pt x="589379" y="762658"/>
                  </a:lnTo>
                  <a:lnTo>
                    <a:pt x="590450" y="762900"/>
                  </a:lnTo>
                  <a:lnTo>
                    <a:pt x="591522" y="763138"/>
                  </a:lnTo>
                  <a:lnTo>
                    <a:pt x="592594" y="763373"/>
                  </a:lnTo>
                  <a:lnTo>
                    <a:pt x="593665" y="763605"/>
                  </a:lnTo>
                  <a:lnTo>
                    <a:pt x="594737" y="763834"/>
                  </a:lnTo>
                  <a:lnTo>
                    <a:pt x="595808" y="764059"/>
                  </a:lnTo>
                  <a:lnTo>
                    <a:pt x="596880" y="764281"/>
                  </a:lnTo>
                  <a:lnTo>
                    <a:pt x="597952" y="764500"/>
                  </a:lnTo>
                  <a:lnTo>
                    <a:pt x="599023" y="764715"/>
                  </a:lnTo>
                  <a:lnTo>
                    <a:pt x="600095" y="764928"/>
                  </a:lnTo>
                  <a:lnTo>
                    <a:pt x="601166" y="765137"/>
                  </a:lnTo>
                  <a:lnTo>
                    <a:pt x="602238" y="765342"/>
                  </a:lnTo>
                  <a:lnTo>
                    <a:pt x="603310" y="765545"/>
                  </a:lnTo>
                  <a:lnTo>
                    <a:pt x="604381" y="765745"/>
                  </a:lnTo>
                  <a:lnTo>
                    <a:pt x="605453" y="765941"/>
                  </a:lnTo>
                  <a:lnTo>
                    <a:pt x="606524" y="766134"/>
                  </a:lnTo>
                  <a:lnTo>
                    <a:pt x="607596" y="766323"/>
                  </a:lnTo>
                  <a:lnTo>
                    <a:pt x="608668" y="766510"/>
                  </a:lnTo>
                  <a:lnTo>
                    <a:pt x="609739" y="766693"/>
                  </a:lnTo>
                  <a:lnTo>
                    <a:pt x="610811" y="766873"/>
                  </a:lnTo>
                  <a:lnTo>
                    <a:pt x="611882" y="767050"/>
                  </a:lnTo>
                  <a:lnTo>
                    <a:pt x="612954" y="767224"/>
                  </a:lnTo>
                  <a:lnTo>
                    <a:pt x="614026" y="767394"/>
                  </a:lnTo>
                  <a:lnTo>
                    <a:pt x="615097" y="767562"/>
                  </a:lnTo>
                  <a:lnTo>
                    <a:pt x="616169" y="767726"/>
                  </a:lnTo>
                  <a:lnTo>
                    <a:pt x="617240" y="767887"/>
                  </a:lnTo>
                  <a:lnTo>
                    <a:pt x="618312" y="768045"/>
                  </a:lnTo>
                  <a:lnTo>
                    <a:pt x="619384" y="768199"/>
                  </a:lnTo>
                  <a:lnTo>
                    <a:pt x="620455" y="768351"/>
                  </a:lnTo>
                  <a:lnTo>
                    <a:pt x="621527" y="768499"/>
                  </a:lnTo>
                  <a:lnTo>
                    <a:pt x="622598" y="768644"/>
                  </a:lnTo>
                  <a:lnTo>
                    <a:pt x="623670" y="768786"/>
                  </a:lnTo>
                  <a:lnTo>
                    <a:pt x="624742" y="768924"/>
                  </a:lnTo>
                  <a:lnTo>
                    <a:pt x="625813" y="769060"/>
                  </a:lnTo>
                  <a:lnTo>
                    <a:pt x="626885" y="769192"/>
                  </a:lnTo>
                  <a:lnTo>
                    <a:pt x="627956" y="769322"/>
                  </a:lnTo>
                  <a:lnTo>
                    <a:pt x="629028" y="769448"/>
                  </a:lnTo>
                  <a:lnTo>
                    <a:pt x="630100" y="769571"/>
                  </a:lnTo>
                  <a:lnTo>
                    <a:pt x="631171" y="769691"/>
                  </a:lnTo>
                  <a:lnTo>
                    <a:pt x="632243" y="769808"/>
                  </a:lnTo>
                  <a:lnTo>
                    <a:pt x="633314" y="769921"/>
                  </a:lnTo>
                  <a:lnTo>
                    <a:pt x="634386" y="770032"/>
                  </a:lnTo>
                  <a:lnTo>
                    <a:pt x="635458" y="770139"/>
                  </a:lnTo>
                  <a:lnTo>
                    <a:pt x="636529" y="770244"/>
                  </a:lnTo>
                  <a:lnTo>
                    <a:pt x="637601" y="770345"/>
                  </a:lnTo>
                  <a:lnTo>
                    <a:pt x="638672" y="770443"/>
                  </a:lnTo>
                  <a:lnTo>
                    <a:pt x="639744" y="770538"/>
                  </a:lnTo>
                  <a:lnTo>
                    <a:pt x="640816" y="770630"/>
                  </a:lnTo>
                  <a:lnTo>
                    <a:pt x="641887" y="770719"/>
                  </a:lnTo>
                  <a:lnTo>
                    <a:pt x="642959" y="770805"/>
                  </a:lnTo>
                  <a:lnTo>
                    <a:pt x="644030" y="770888"/>
                  </a:lnTo>
                  <a:lnTo>
                    <a:pt x="645102" y="770968"/>
                  </a:lnTo>
                  <a:lnTo>
                    <a:pt x="646174" y="771045"/>
                  </a:lnTo>
                  <a:lnTo>
                    <a:pt x="647245" y="771119"/>
                  </a:lnTo>
                  <a:lnTo>
                    <a:pt x="648317" y="771189"/>
                  </a:lnTo>
                  <a:lnTo>
                    <a:pt x="649388" y="771257"/>
                  </a:lnTo>
                  <a:lnTo>
                    <a:pt x="650460" y="771322"/>
                  </a:lnTo>
                  <a:lnTo>
                    <a:pt x="651532" y="771384"/>
                  </a:lnTo>
                  <a:lnTo>
                    <a:pt x="652603" y="771442"/>
                  </a:lnTo>
                  <a:lnTo>
                    <a:pt x="653675" y="771498"/>
                  </a:lnTo>
                  <a:lnTo>
                    <a:pt x="654746" y="771551"/>
                  </a:lnTo>
                  <a:lnTo>
                    <a:pt x="655818" y="771601"/>
                  </a:lnTo>
                  <a:lnTo>
                    <a:pt x="656890" y="771648"/>
                  </a:lnTo>
                  <a:lnTo>
                    <a:pt x="657961" y="771692"/>
                  </a:lnTo>
                  <a:lnTo>
                    <a:pt x="659033" y="771733"/>
                  </a:lnTo>
                  <a:lnTo>
                    <a:pt x="660104" y="771771"/>
                  </a:lnTo>
                  <a:lnTo>
                    <a:pt x="661176" y="771806"/>
                  </a:lnTo>
                  <a:lnTo>
                    <a:pt x="662248" y="771838"/>
                  </a:lnTo>
                  <a:lnTo>
                    <a:pt x="663319" y="771868"/>
                  </a:lnTo>
                  <a:lnTo>
                    <a:pt x="664391" y="771894"/>
                  </a:lnTo>
                  <a:lnTo>
                    <a:pt x="665462" y="771918"/>
                  </a:lnTo>
                  <a:lnTo>
                    <a:pt x="666534" y="771939"/>
                  </a:lnTo>
                  <a:lnTo>
                    <a:pt x="667606" y="771957"/>
                  </a:lnTo>
                  <a:lnTo>
                    <a:pt x="668677" y="771972"/>
                  </a:lnTo>
                  <a:lnTo>
                    <a:pt x="669749" y="771984"/>
                  </a:lnTo>
                  <a:lnTo>
                    <a:pt x="670820" y="771993"/>
                  </a:lnTo>
                  <a:lnTo>
                    <a:pt x="671892" y="772000"/>
                  </a:lnTo>
                  <a:lnTo>
                    <a:pt x="672964" y="772004"/>
                  </a:lnTo>
                  <a:lnTo>
                    <a:pt x="674035" y="772004"/>
                  </a:lnTo>
                  <a:lnTo>
                    <a:pt x="675107" y="772003"/>
                  </a:lnTo>
                  <a:lnTo>
                    <a:pt x="676178" y="771998"/>
                  </a:lnTo>
                  <a:lnTo>
                    <a:pt x="677250" y="771991"/>
                  </a:lnTo>
                  <a:lnTo>
                    <a:pt x="678322" y="771981"/>
                  </a:lnTo>
                  <a:lnTo>
                    <a:pt x="679393" y="771968"/>
                  </a:lnTo>
                  <a:lnTo>
                    <a:pt x="680465" y="771952"/>
                  </a:lnTo>
                  <a:lnTo>
                    <a:pt x="681536" y="771934"/>
                  </a:lnTo>
                  <a:lnTo>
                    <a:pt x="682608" y="771913"/>
                  </a:lnTo>
                  <a:lnTo>
                    <a:pt x="683680" y="771889"/>
                  </a:lnTo>
                  <a:lnTo>
                    <a:pt x="684751" y="771863"/>
                  </a:lnTo>
                  <a:lnTo>
                    <a:pt x="685823" y="771834"/>
                  </a:lnTo>
                  <a:lnTo>
                    <a:pt x="686894" y="771802"/>
                  </a:lnTo>
                  <a:lnTo>
                    <a:pt x="687966" y="771768"/>
                  </a:lnTo>
                  <a:lnTo>
                    <a:pt x="689038" y="771730"/>
                  </a:lnTo>
                  <a:lnTo>
                    <a:pt x="690109" y="771691"/>
                  </a:lnTo>
                  <a:lnTo>
                    <a:pt x="691181" y="771649"/>
                  </a:lnTo>
                  <a:lnTo>
                    <a:pt x="692252" y="771604"/>
                  </a:lnTo>
                  <a:lnTo>
                    <a:pt x="693324" y="771556"/>
                  </a:lnTo>
                  <a:lnTo>
                    <a:pt x="694396" y="771506"/>
                  </a:lnTo>
                  <a:lnTo>
                    <a:pt x="695467" y="771454"/>
                  </a:lnTo>
                  <a:lnTo>
                    <a:pt x="696539" y="771399"/>
                  </a:lnTo>
                  <a:lnTo>
                    <a:pt x="697610" y="771341"/>
                  </a:lnTo>
                  <a:lnTo>
                    <a:pt x="698682" y="771281"/>
                  </a:lnTo>
                  <a:lnTo>
                    <a:pt x="699754" y="771218"/>
                  </a:lnTo>
                  <a:lnTo>
                    <a:pt x="700825" y="771153"/>
                  </a:lnTo>
                  <a:lnTo>
                    <a:pt x="701897" y="771085"/>
                  </a:lnTo>
                  <a:lnTo>
                    <a:pt x="702968" y="771015"/>
                  </a:lnTo>
                  <a:lnTo>
                    <a:pt x="704040" y="770942"/>
                  </a:lnTo>
                  <a:lnTo>
                    <a:pt x="705112" y="770867"/>
                  </a:lnTo>
                  <a:lnTo>
                    <a:pt x="706183" y="770790"/>
                  </a:lnTo>
                  <a:lnTo>
                    <a:pt x="707255" y="770710"/>
                  </a:lnTo>
                  <a:lnTo>
                    <a:pt x="708326" y="770628"/>
                  </a:lnTo>
                  <a:lnTo>
                    <a:pt x="709398" y="770543"/>
                  </a:lnTo>
                  <a:lnTo>
                    <a:pt x="710469" y="770456"/>
                  </a:lnTo>
                  <a:lnTo>
                    <a:pt x="711541" y="770366"/>
                  </a:lnTo>
                  <a:lnTo>
                    <a:pt x="712613" y="770275"/>
                  </a:lnTo>
                  <a:lnTo>
                    <a:pt x="713684" y="770181"/>
                  </a:lnTo>
                  <a:lnTo>
                    <a:pt x="714756" y="770084"/>
                  </a:lnTo>
                  <a:lnTo>
                    <a:pt x="715827" y="769985"/>
                  </a:lnTo>
                  <a:lnTo>
                    <a:pt x="716899" y="769884"/>
                  </a:lnTo>
                  <a:lnTo>
                    <a:pt x="717971" y="769781"/>
                  </a:lnTo>
                  <a:lnTo>
                    <a:pt x="719042" y="769676"/>
                  </a:lnTo>
                  <a:lnTo>
                    <a:pt x="720114" y="769568"/>
                  </a:lnTo>
                  <a:lnTo>
                    <a:pt x="721185" y="769458"/>
                  </a:lnTo>
                  <a:lnTo>
                    <a:pt x="722257" y="769345"/>
                  </a:lnTo>
                  <a:lnTo>
                    <a:pt x="723329" y="769231"/>
                  </a:lnTo>
                  <a:lnTo>
                    <a:pt x="724400" y="769114"/>
                  </a:lnTo>
                  <a:lnTo>
                    <a:pt x="725472" y="768996"/>
                  </a:lnTo>
                  <a:lnTo>
                    <a:pt x="726543" y="768875"/>
                  </a:lnTo>
                  <a:lnTo>
                    <a:pt x="727615" y="768752"/>
                  </a:lnTo>
                  <a:lnTo>
                    <a:pt x="728687" y="768626"/>
                  </a:lnTo>
                  <a:lnTo>
                    <a:pt x="729758" y="768499"/>
                  </a:lnTo>
                  <a:lnTo>
                    <a:pt x="730830" y="768370"/>
                  </a:lnTo>
                  <a:lnTo>
                    <a:pt x="731901" y="768238"/>
                  </a:lnTo>
                  <a:lnTo>
                    <a:pt x="732973" y="768105"/>
                  </a:lnTo>
                  <a:lnTo>
                    <a:pt x="734045" y="767969"/>
                  </a:lnTo>
                  <a:lnTo>
                    <a:pt x="735116" y="767831"/>
                  </a:lnTo>
                  <a:lnTo>
                    <a:pt x="736188" y="767692"/>
                  </a:lnTo>
                  <a:lnTo>
                    <a:pt x="737259" y="767550"/>
                  </a:lnTo>
                  <a:lnTo>
                    <a:pt x="738331" y="767407"/>
                  </a:lnTo>
                  <a:lnTo>
                    <a:pt x="739403" y="767261"/>
                  </a:lnTo>
                  <a:lnTo>
                    <a:pt x="740474" y="767113"/>
                  </a:lnTo>
                  <a:lnTo>
                    <a:pt x="741546" y="766964"/>
                  </a:lnTo>
                  <a:lnTo>
                    <a:pt x="742617" y="766813"/>
                  </a:lnTo>
                  <a:lnTo>
                    <a:pt x="743689" y="766659"/>
                  </a:lnTo>
                  <a:lnTo>
                    <a:pt x="744761" y="766504"/>
                  </a:lnTo>
                  <a:lnTo>
                    <a:pt x="745832" y="766347"/>
                  </a:lnTo>
                  <a:lnTo>
                    <a:pt x="746904" y="766188"/>
                  </a:lnTo>
                  <a:lnTo>
                    <a:pt x="747975" y="766027"/>
                  </a:lnTo>
                  <a:lnTo>
                    <a:pt x="749047" y="765865"/>
                  </a:lnTo>
                  <a:lnTo>
                    <a:pt x="750119" y="765700"/>
                  </a:lnTo>
                  <a:lnTo>
                    <a:pt x="751190" y="765534"/>
                  </a:lnTo>
                  <a:lnTo>
                    <a:pt x="752262" y="765366"/>
                  </a:lnTo>
                  <a:lnTo>
                    <a:pt x="753333" y="765197"/>
                  </a:lnTo>
                  <a:lnTo>
                    <a:pt x="754405" y="765025"/>
                  </a:lnTo>
                  <a:lnTo>
                    <a:pt x="755477" y="764852"/>
                  </a:lnTo>
                  <a:lnTo>
                    <a:pt x="756548" y="764677"/>
                  </a:lnTo>
                  <a:lnTo>
                    <a:pt x="757620" y="764501"/>
                  </a:lnTo>
                  <a:lnTo>
                    <a:pt x="758691" y="764323"/>
                  </a:lnTo>
                  <a:lnTo>
                    <a:pt x="759763" y="764143"/>
                  </a:lnTo>
                  <a:lnTo>
                    <a:pt x="760835" y="763961"/>
                  </a:lnTo>
                  <a:lnTo>
                    <a:pt x="761906" y="763778"/>
                  </a:lnTo>
                  <a:lnTo>
                    <a:pt x="762978" y="763594"/>
                  </a:lnTo>
                  <a:lnTo>
                    <a:pt x="764049" y="763407"/>
                  </a:lnTo>
                  <a:lnTo>
                    <a:pt x="765121" y="763219"/>
                  </a:lnTo>
                  <a:lnTo>
                    <a:pt x="766193" y="763030"/>
                  </a:lnTo>
                  <a:lnTo>
                    <a:pt x="767264" y="762839"/>
                  </a:lnTo>
                  <a:lnTo>
                    <a:pt x="768336" y="762647"/>
                  </a:lnTo>
                  <a:lnTo>
                    <a:pt x="769407" y="762453"/>
                  </a:lnTo>
                  <a:lnTo>
                    <a:pt x="770479" y="762257"/>
                  </a:lnTo>
                  <a:lnTo>
                    <a:pt x="771551" y="762060"/>
                  </a:lnTo>
                  <a:lnTo>
                    <a:pt x="772622" y="761862"/>
                  </a:lnTo>
                  <a:lnTo>
                    <a:pt x="773694" y="761662"/>
                  </a:lnTo>
                  <a:lnTo>
                    <a:pt x="774765" y="761461"/>
                  </a:lnTo>
                  <a:lnTo>
                    <a:pt x="775837" y="761259"/>
                  </a:lnTo>
                  <a:lnTo>
                    <a:pt x="776909" y="761055"/>
                  </a:lnTo>
                  <a:lnTo>
                    <a:pt x="777980" y="760849"/>
                  </a:lnTo>
                  <a:lnTo>
                    <a:pt x="779052" y="760643"/>
                  </a:lnTo>
                  <a:lnTo>
                    <a:pt x="780123" y="760435"/>
                  </a:lnTo>
                  <a:lnTo>
                    <a:pt x="781195" y="760225"/>
                  </a:lnTo>
                  <a:lnTo>
                    <a:pt x="782267" y="760015"/>
                  </a:lnTo>
                  <a:lnTo>
                    <a:pt x="783338" y="759803"/>
                  </a:lnTo>
                  <a:lnTo>
                    <a:pt x="784410" y="759590"/>
                  </a:lnTo>
                  <a:lnTo>
                    <a:pt x="785481" y="759375"/>
                  </a:lnTo>
                  <a:lnTo>
                    <a:pt x="786553" y="759160"/>
                  </a:lnTo>
                  <a:lnTo>
                    <a:pt x="787625" y="758943"/>
                  </a:lnTo>
                  <a:lnTo>
                    <a:pt x="788696" y="758725"/>
                  </a:lnTo>
                  <a:lnTo>
                    <a:pt x="789768" y="758506"/>
                  </a:lnTo>
                  <a:lnTo>
                    <a:pt x="790839" y="758286"/>
                  </a:lnTo>
                  <a:lnTo>
                    <a:pt x="791911" y="758064"/>
                  </a:lnTo>
                  <a:lnTo>
                    <a:pt x="792983" y="757842"/>
                  </a:lnTo>
                  <a:lnTo>
                    <a:pt x="794054" y="757618"/>
                  </a:lnTo>
                  <a:lnTo>
                    <a:pt x="795126" y="757394"/>
                  </a:lnTo>
                  <a:lnTo>
                    <a:pt x="796197" y="757168"/>
                  </a:lnTo>
                  <a:lnTo>
                    <a:pt x="797269" y="756941"/>
                  </a:lnTo>
                  <a:lnTo>
                    <a:pt x="798341" y="756713"/>
                  </a:lnTo>
                  <a:lnTo>
                    <a:pt x="799412" y="756485"/>
                  </a:lnTo>
                  <a:lnTo>
                    <a:pt x="800484" y="756255"/>
                  </a:lnTo>
                  <a:lnTo>
                    <a:pt x="801555" y="756024"/>
                  </a:lnTo>
                  <a:lnTo>
                    <a:pt x="802627" y="755792"/>
                  </a:lnTo>
                  <a:lnTo>
                    <a:pt x="803699" y="755560"/>
                  </a:lnTo>
                  <a:lnTo>
                    <a:pt x="804770" y="755326"/>
                  </a:lnTo>
                  <a:lnTo>
                    <a:pt x="805842" y="755092"/>
                  </a:lnTo>
                  <a:lnTo>
                    <a:pt x="806913" y="754856"/>
                  </a:lnTo>
                  <a:lnTo>
                    <a:pt x="807985" y="754620"/>
                  </a:lnTo>
                  <a:lnTo>
                    <a:pt x="809057" y="754383"/>
                  </a:lnTo>
                  <a:lnTo>
                    <a:pt x="810128" y="754145"/>
                  </a:lnTo>
                  <a:lnTo>
                    <a:pt x="811200" y="753906"/>
                  </a:lnTo>
                  <a:lnTo>
                    <a:pt x="812271" y="753667"/>
                  </a:lnTo>
                  <a:lnTo>
                    <a:pt x="813343" y="753427"/>
                  </a:lnTo>
                  <a:lnTo>
                    <a:pt x="814415" y="753186"/>
                  </a:lnTo>
                  <a:lnTo>
                    <a:pt x="815486" y="752944"/>
                  </a:lnTo>
                  <a:lnTo>
                    <a:pt x="816558" y="752701"/>
                  </a:lnTo>
                  <a:lnTo>
                    <a:pt x="817629" y="752458"/>
                  </a:lnTo>
                  <a:lnTo>
                    <a:pt x="818701" y="752214"/>
                  </a:lnTo>
                  <a:lnTo>
                    <a:pt x="819773" y="751970"/>
                  </a:lnTo>
                  <a:lnTo>
                    <a:pt x="820844" y="751725"/>
                  </a:lnTo>
                  <a:lnTo>
                    <a:pt x="821916" y="751479"/>
                  </a:lnTo>
                  <a:lnTo>
                    <a:pt x="822987" y="751232"/>
                  </a:lnTo>
                  <a:lnTo>
                    <a:pt x="824059" y="750985"/>
                  </a:lnTo>
                  <a:lnTo>
                    <a:pt x="825131" y="750738"/>
                  </a:lnTo>
                  <a:lnTo>
                    <a:pt x="826202" y="750490"/>
                  </a:lnTo>
                  <a:lnTo>
                    <a:pt x="827274" y="750241"/>
                  </a:lnTo>
                  <a:lnTo>
                    <a:pt x="828345" y="749992"/>
                  </a:lnTo>
                  <a:lnTo>
                    <a:pt x="829417" y="749742"/>
                  </a:lnTo>
                  <a:lnTo>
                    <a:pt x="830489" y="749492"/>
                  </a:lnTo>
                  <a:lnTo>
                    <a:pt x="831560" y="749241"/>
                  </a:lnTo>
                  <a:lnTo>
                    <a:pt x="832632" y="748990"/>
                  </a:lnTo>
                  <a:lnTo>
                    <a:pt x="833703" y="748738"/>
                  </a:lnTo>
                  <a:lnTo>
                    <a:pt x="834775" y="748486"/>
                  </a:lnTo>
                  <a:lnTo>
                    <a:pt x="835847" y="748234"/>
                  </a:lnTo>
                  <a:lnTo>
                    <a:pt x="836918" y="747981"/>
                  </a:lnTo>
                  <a:lnTo>
                    <a:pt x="837990" y="747728"/>
                  </a:lnTo>
                  <a:lnTo>
                    <a:pt x="839061" y="747474"/>
                  </a:lnTo>
                  <a:lnTo>
                    <a:pt x="840133" y="747220"/>
                  </a:lnTo>
                  <a:lnTo>
                    <a:pt x="841205" y="746966"/>
                  </a:lnTo>
                  <a:lnTo>
                    <a:pt x="842276" y="746712"/>
                  </a:lnTo>
                  <a:lnTo>
                    <a:pt x="843348" y="746457"/>
                  </a:lnTo>
                  <a:lnTo>
                    <a:pt x="844419" y="746202"/>
                  </a:lnTo>
                  <a:lnTo>
                    <a:pt x="845491" y="745947"/>
                  </a:lnTo>
                  <a:lnTo>
                    <a:pt x="846563" y="745692"/>
                  </a:lnTo>
                  <a:lnTo>
                    <a:pt x="847634" y="745436"/>
                  </a:lnTo>
                  <a:lnTo>
                    <a:pt x="848706" y="745180"/>
                  </a:lnTo>
                  <a:lnTo>
                    <a:pt x="849777" y="744924"/>
                  </a:lnTo>
                  <a:lnTo>
                    <a:pt x="850849" y="744668"/>
                  </a:lnTo>
                  <a:lnTo>
                    <a:pt x="851921" y="744412"/>
                  </a:lnTo>
                  <a:lnTo>
                    <a:pt x="852992" y="744155"/>
                  </a:lnTo>
                  <a:lnTo>
                    <a:pt x="854064" y="743899"/>
                  </a:lnTo>
                  <a:lnTo>
                    <a:pt x="855135" y="743642"/>
                  </a:lnTo>
                  <a:lnTo>
                    <a:pt x="856207" y="743385"/>
                  </a:lnTo>
                  <a:lnTo>
                    <a:pt x="857279" y="743129"/>
                  </a:lnTo>
                  <a:lnTo>
                    <a:pt x="858350" y="742872"/>
                  </a:lnTo>
                  <a:lnTo>
                    <a:pt x="859422" y="742615"/>
                  </a:lnTo>
                  <a:lnTo>
                    <a:pt x="860493" y="742358"/>
                  </a:lnTo>
                  <a:lnTo>
                    <a:pt x="861565" y="742102"/>
                  </a:lnTo>
                  <a:lnTo>
                    <a:pt x="862637" y="741845"/>
                  </a:lnTo>
                  <a:lnTo>
                    <a:pt x="863708" y="741588"/>
                  </a:lnTo>
                  <a:lnTo>
                    <a:pt x="864780" y="741332"/>
                  </a:lnTo>
                  <a:lnTo>
                    <a:pt x="865851" y="741075"/>
                  </a:lnTo>
                  <a:lnTo>
                    <a:pt x="866923" y="740819"/>
                  </a:lnTo>
                  <a:lnTo>
                    <a:pt x="867995" y="740562"/>
                  </a:lnTo>
                  <a:lnTo>
                    <a:pt x="869066" y="740306"/>
                  </a:lnTo>
                  <a:lnTo>
                    <a:pt x="870138" y="740050"/>
                  </a:lnTo>
                  <a:lnTo>
                    <a:pt x="871209" y="739795"/>
                  </a:lnTo>
                  <a:lnTo>
                    <a:pt x="872281" y="739539"/>
                  </a:lnTo>
                  <a:lnTo>
                    <a:pt x="873353" y="739284"/>
                  </a:lnTo>
                  <a:lnTo>
                    <a:pt x="874424" y="739028"/>
                  </a:lnTo>
                  <a:lnTo>
                    <a:pt x="875496" y="738773"/>
                  </a:lnTo>
                  <a:lnTo>
                    <a:pt x="876567" y="738519"/>
                  </a:lnTo>
                  <a:lnTo>
                    <a:pt x="877639" y="738264"/>
                  </a:lnTo>
                  <a:lnTo>
                    <a:pt x="878711" y="738010"/>
                  </a:lnTo>
                  <a:lnTo>
                    <a:pt x="879782" y="737756"/>
                  </a:lnTo>
                  <a:lnTo>
                    <a:pt x="880854" y="737503"/>
                  </a:lnTo>
                  <a:lnTo>
                    <a:pt x="881925" y="737250"/>
                  </a:lnTo>
                  <a:lnTo>
                    <a:pt x="882997" y="736997"/>
                  </a:lnTo>
                  <a:lnTo>
                    <a:pt x="884069" y="736745"/>
                  </a:lnTo>
                  <a:lnTo>
                    <a:pt x="885140" y="736493"/>
                  </a:lnTo>
                  <a:lnTo>
                    <a:pt x="886212" y="736241"/>
                  </a:lnTo>
                  <a:lnTo>
                    <a:pt x="887283" y="735990"/>
                  </a:lnTo>
                  <a:lnTo>
                    <a:pt x="888355" y="735739"/>
                  </a:lnTo>
                  <a:lnTo>
                    <a:pt x="889426" y="735489"/>
                  </a:lnTo>
                  <a:lnTo>
                    <a:pt x="890498" y="735239"/>
                  </a:lnTo>
                  <a:lnTo>
                    <a:pt x="891570" y="734990"/>
                  </a:lnTo>
                  <a:lnTo>
                    <a:pt x="892641" y="734741"/>
                  </a:lnTo>
                  <a:lnTo>
                    <a:pt x="893713" y="734493"/>
                  </a:lnTo>
                  <a:lnTo>
                    <a:pt x="894784" y="734245"/>
                  </a:lnTo>
                  <a:lnTo>
                    <a:pt x="895856" y="733998"/>
                  </a:lnTo>
                  <a:lnTo>
                    <a:pt x="896928" y="733751"/>
                  </a:lnTo>
                  <a:lnTo>
                    <a:pt x="897999" y="733505"/>
                  </a:lnTo>
                  <a:lnTo>
                    <a:pt x="899071" y="733260"/>
                  </a:lnTo>
                  <a:lnTo>
                    <a:pt x="900142" y="733015"/>
                  </a:lnTo>
                  <a:lnTo>
                    <a:pt x="901214" y="732771"/>
                  </a:lnTo>
                  <a:lnTo>
                    <a:pt x="902286" y="732528"/>
                  </a:lnTo>
                  <a:lnTo>
                    <a:pt x="903357" y="732285"/>
                  </a:lnTo>
                  <a:lnTo>
                    <a:pt x="904429" y="732043"/>
                  </a:lnTo>
                  <a:lnTo>
                    <a:pt x="905500" y="731801"/>
                  </a:lnTo>
                  <a:lnTo>
                    <a:pt x="906572" y="731561"/>
                  </a:lnTo>
                  <a:lnTo>
                    <a:pt x="907644" y="731321"/>
                  </a:lnTo>
                  <a:lnTo>
                    <a:pt x="908715" y="731081"/>
                  </a:lnTo>
                  <a:lnTo>
                    <a:pt x="909787" y="730843"/>
                  </a:lnTo>
                  <a:lnTo>
                    <a:pt x="910858" y="730605"/>
                  </a:lnTo>
                  <a:lnTo>
                    <a:pt x="911930" y="730368"/>
                  </a:lnTo>
                  <a:lnTo>
                    <a:pt x="913002" y="730132"/>
                  </a:lnTo>
                  <a:lnTo>
                    <a:pt x="914073" y="729897"/>
                  </a:lnTo>
                  <a:lnTo>
                    <a:pt x="915145" y="729663"/>
                  </a:lnTo>
                  <a:lnTo>
                    <a:pt x="916216" y="729429"/>
                  </a:lnTo>
                  <a:lnTo>
                    <a:pt x="917288" y="729197"/>
                  </a:lnTo>
                  <a:lnTo>
                    <a:pt x="918360" y="728965"/>
                  </a:lnTo>
                  <a:lnTo>
                    <a:pt x="919431" y="728734"/>
                  </a:lnTo>
                  <a:lnTo>
                    <a:pt x="920503" y="728504"/>
                  </a:lnTo>
                  <a:lnTo>
                    <a:pt x="921574" y="728275"/>
                  </a:lnTo>
                  <a:lnTo>
                    <a:pt x="922646" y="728048"/>
                  </a:lnTo>
                  <a:lnTo>
                    <a:pt x="923718" y="727821"/>
                  </a:lnTo>
                  <a:lnTo>
                    <a:pt x="924789" y="727594"/>
                  </a:lnTo>
                  <a:lnTo>
                    <a:pt x="925861" y="727369"/>
                  </a:lnTo>
                  <a:lnTo>
                    <a:pt x="926932" y="727145"/>
                  </a:lnTo>
                  <a:lnTo>
                    <a:pt x="928004" y="726923"/>
                  </a:lnTo>
                  <a:lnTo>
                    <a:pt x="929076" y="726701"/>
                  </a:lnTo>
                  <a:lnTo>
                    <a:pt x="930147" y="726480"/>
                  </a:lnTo>
                  <a:lnTo>
                    <a:pt x="931219" y="726260"/>
                  </a:lnTo>
                  <a:lnTo>
                    <a:pt x="932290" y="726041"/>
                  </a:lnTo>
                  <a:lnTo>
                    <a:pt x="933362" y="725824"/>
                  </a:lnTo>
                  <a:lnTo>
                    <a:pt x="934434" y="725607"/>
                  </a:lnTo>
                  <a:lnTo>
                    <a:pt x="935505" y="725392"/>
                  </a:lnTo>
                  <a:lnTo>
                    <a:pt x="936577" y="725178"/>
                  </a:lnTo>
                  <a:lnTo>
                    <a:pt x="937648" y="724965"/>
                  </a:lnTo>
                  <a:lnTo>
                    <a:pt x="938720" y="724753"/>
                  </a:lnTo>
                  <a:lnTo>
                    <a:pt x="939792" y="724543"/>
                  </a:lnTo>
                  <a:lnTo>
                    <a:pt x="940863" y="724333"/>
                  </a:lnTo>
                  <a:lnTo>
                    <a:pt x="941935" y="724125"/>
                  </a:lnTo>
                  <a:lnTo>
                    <a:pt x="943006" y="723918"/>
                  </a:lnTo>
                  <a:lnTo>
                    <a:pt x="944078" y="723713"/>
                  </a:lnTo>
                  <a:lnTo>
                    <a:pt x="945150" y="723508"/>
                  </a:lnTo>
                  <a:lnTo>
                    <a:pt x="946221" y="723305"/>
                  </a:lnTo>
                  <a:lnTo>
                    <a:pt x="947293" y="723103"/>
                  </a:lnTo>
                  <a:lnTo>
                    <a:pt x="948364" y="722903"/>
                  </a:lnTo>
                  <a:lnTo>
                    <a:pt x="949436" y="722704"/>
                  </a:lnTo>
                  <a:lnTo>
                    <a:pt x="950508" y="722506"/>
                  </a:lnTo>
                  <a:lnTo>
                    <a:pt x="951579" y="722310"/>
                  </a:lnTo>
                  <a:lnTo>
                    <a:pt x="952651" y="722115"/>
                  </a:lnTo>
                  <a:lnTo>
                    <a:pt x="953722" y="721921"/>
                  </a:lnTo>
                  <a:lnTo>
                    <a:pt x="954794" y="721729"/>
                  </a:lnTo>
                  <a:lnTo>
                    <a:pt x="955866" y="721538"/>
                  </a:lnTo>
                  <a:lnTo>
                    <a:pt x="956937" y="721349"/>
                  </a:lnTo>
                  <a:lnTo>
                    <a:pt x="958009" y="721161"/>
                  </a:lnTo>
                  <a:lnTo>
                    <a:pt x="959080" y="720974"/>
                  </a:lnTo>
                  <a:lnTo>
                    <a:pt x="960152" y="720790"/>
                  </a:lnTo>
                  <a:lnTo>
                    <a:pt x="961224" y="720606"/>
                  </a:lnTo>
                  <a:lnTo>
                    <a:pt x="962295" y="720424"/>
                  </a:lnTo>
                  <a:lnTo>
                    <a:pt x="963367" y="720244"/>
                  </a:lnTo>
                  <a:lnTo>
                    <a:pt x="964438" y="720065"/>
                  </a:lnTo>
                  <a:lnTo>
                    <a:pt x="965510" y="719887"/>
                  </a:lnTo>
                  <a:lnTo>
                    <a:pt x="966582" y="719712"/>
                  </a:lnTo>
                  <a:lnTo>
                    <a:pt x="967653" y="719537"/>
                  </a:lnTo>
                  <a:lnTo>
                    <a:pt x="968725" y="719365"/>
                  </a:lnTo>
                  <a:lnTo>
                    <a:pt x="969796" y="719194"/>
                  </a:lnTo>
                  <a:lnTo>
                    <a:pt x="970868" y="719024"/>
                  </a:lnTo>
                  <a:lnTo>
                    <a:pt x="971940" y="718856"/>
                  </a:lnTo>
                  <a:lnTo>
                    <a:pt x="973011" y="718690"/>
                  </a:lnTo>
                  <a:lnTo>
                    <a:pt x="974083" y="718526"/>
                  </a:lnTo>
                  <a:lnTo>
                    <a:pt x="975154" y="718363"/>
                  </a:lnTo>
                  <a:lnTo>
                    <a:pt x="976226" y="718202"/>
                  </a:lnTo>
                  <a:lnTo>
                    <a:pt x="977298" y="718043"/>
                  </a:lnTo>
                  <a:lnTo>
                    <a:pt x="978369" y="717885"/>
                  </a:lnTo>
                  <a:lnTo>
                    <a:pt x="979441" y="717729"/>
                  </a:lnTo>
                  <a:lnTo>
                    <a:pt x="980512" y="717575"/>
                  </a:lnTo>
                  <a:lnTo>
                    <a:pt x="981584" y="717422"/>
                  </a:lnTo>
                  <a:lnTo>
                    <a:pt x="982656" y="717272"/>
                  </a:lnTo>
                  <a:lnTo>
                    <a:pt x="983727" y="717123"/>
                  </a:lnTo>
                  <a:lnTo>
                    <a:pt x="984799" y="716975"/>
                  </a:lnTo>
                  <a:lnTo>
                    <a:pt x="985870" y="716830"/>
                  </a:lnTo>
                  <a:lnTo>
                    <a:pt x="986942" y="716687"/>
                  </a:lnTo>
                  <a:lnTo>
                    <a:pt x="988014" y="716545"/>
                  </a:lnTo>
                  <a:lnTo>
                    <a:pt x="989085" y="716405"/>
                  </a:lnTo>
                  <a:lnTo>
                    <a:pt x="990157" y="716267"/>
                  </a:lnTo>
                  <a:lnTo>
                    <a:pt x="991228" y="716131"/>
                  </a:lnTo>
                  <a:lnTo>
                    <a:pt x="992300" y="715997"/>
                  </a:lnTo>
                  <a:lnTo>
                    <a:pt x="993372" y="715865"/>
                  </a:lnTo>
                  <a:lnTo>
                    <a:pt x="994443" y="715734"/>
                  </a:lnTo>
                  <a:lnTo>
                    <a:pt x="995515" y="715606"/>
                  </a:lnTo>
                  <a:lnTo>
                    <a:pt x="996586" y="715479"/>
                  </a:lnTo>
                  <a:lnTo>
                    <a:pt x="997658" y="715355"/>
                  </a:lnTo>
                  <a:lnTo>
                    <a:pt x="998730" y="715232"/>
                  </a:lnTo>
                  <a:lnTo>
                    <a:pt x="999801" y="715111"/>
                  </a:lnTo>
                  <a:lnTo>
                    <a:pt x="1000873" y="714993"/>
                  </a:lnTo>
                  <a:lnTo>
                    <a:pt x="1001944" y="714876"/>
                  </a:lnTo>
                  <a:lnTo>
                    <a:pt x="1003016" y="714762"/>
                  </a:lnTo>
                  <a:lnTo>
                    <a:pt x="1004088" y="714649"/>
                  </a:lnTo>
                  <a:lnTo>
                    <a:pt x="1005159" y="714538"/>
                  </a:lnTo>
                  <a:lnTo>
                    <a:pt x="1006231" y="714430"/>
                  </a:lnTo>
                  <a:lnTo>
                    <a:pt x="1007302" y="714323"/>
                  </a:lnTo>
                  <a:lnTo>
                    <a:pt x="1008374" y="714219"/>
                  </a:lnTo>
                  <a:lnTo>
                    <a:pt x="1009446" y="714117"/>
                  </a:lnTo>
                  <a:lnTo>
                    <a:pt x="1010517" y="714017"/>
                  </a:lnTo>
                  <a:lnTo>
                    <a:pt x="1011589" y="713919"/>
                  </a:lnTo>
                  <a:lnTo>
                    <a:pt x="1012660" y="713823"/>
                  </a:lnTo>
                  <a:lnTo>
                    <a:pt x="1013732" y="713729"/>
                  </a:lnTo>
                  <a:lnTo>
                    <a:pt x="1014804" y="713637"/>
                  </a:lnTo>
                  <a:lnTo>
                    <a:pt x="1015875" y="713548"/>
                  </a:lnTo>
                  <a:lnTo>
                    <a:pt x="1016947" y="713461"/>
                  </a:lnTo>
                  <a:lnTo>
                    <a:pt x="1018018" y="713375"/>
                  </a:lnTo>
                  <a:lnTo>
                    <a:pt x="1019090" y="713292"/>
                  </a:lnTo>
                  <a:lnTo>
                    <a:pt x="1020162" y="713212"/>
                  </a:lnTo>
                  <a:lnTo>
                    <a:pt x="1021233" y="713133"/>
                  </a:lnTo>
                  <a:lnTo>
                    <a:pt x="1022305" y="713057"/>
                  </a:lnTo>
                  <a:lnTo>
                    <a:pt x="1023376" y="712983"/>
                  </a:lnTo>
                  <a:lnTo>
                    <a:pt x="1024448" y="712911"/>
                  </a:lnTo>
                  <a:lnTo>
                    <a:pt x="1025520" y="712842"/>
                  </a:lnTo>
                  <a:lnTo>
                    <a:pt x="1026591" y="712775"/>
                  </a:lnTo>
                  <a:lnTo>
                    <a:pt x="1027663" y="712710"/>
                  </a:lnTo>
                  <a:lnTo>
                    <a:pt x="1028734" y="712647"/>
                  </a:lnTo>
                  <a:lnTo>
                    <a:pt x="1029806" y="712587"/>
                  </a:lnTo>
                  <a:lnTo>
                    <a:pt x="1030878" y="712529"/>
                  </a:lnTo>
                  <a:lnTo>
                    <a:pt x="1031949" y="712473"/>
                  </a:lnTo>
                  <a:lnTo>
                    <a:pt x="1033021" y="712420"/>
                  </a:lnTo>
                  <a:lnTo>
                    <a:pt x="1034092" y="712369"/>
                  </a:lnTo>
                  <a:lnTo>
                    <a:pt x="1035164" y="712321"/>
                  </a:lnTo>
                  <a:lnTo>
                    <a:pt x="1036236" y="712275"/>
                  </a:lnTo>
                  <a:lnTo>
                    <a:pt x="1037307" y="712231"/>
                  </a:lnTo>
                  <a:lnTo>
                    <a:pt x="1038379" y="712190"/>
                  </a:lnTo>
                  <a:lnTo>
                    <a:pt x="1039450" y="712151"/>
                  </a:lnTo>
                  <a:lnTo>
                    <a:pt x="1040522" y="712114"/>
                  </a:lnTo>
                  <a:lnTo>
                    <a:pt x="1041594" y="712080"/>
                  </a:lnTo>
                  <a:lnTo>
                    <a:pt x="1042665" y="712049"/>
                  </a:lnTo>
                  <a:lnTo>
                    <a:pt x="1043737" y="712019"/>
                  </a:lnTo>
                  <a:lnTo>
                    <a:pt x="1044808" y="711993"/>
                  </a:lnTo>
                  <a:lnTo>
                    <a:pt x="1045880" y="711969"/>
                  </a:lnTo>
                  <a:lnTo>
                    <a:pt x="1046952" y="711947"/>
                  </a:lnTo>
                  <a:lnTo>
                    <a:pt x="1048023" y="711928"/>
                  </a:lnTo>
                  <a:lnTo>
                    <a:pt x="1049095" y="711911"/>
                  </a:lnTo>
                  <a:lnTo>
                    <a:pt x="1050166" y="711897"/>
                  </a:lnTo>
                  <a:lnTo>
                    <a:pt x="1051238" y="711886"/>
                  </a:lnTo>
                  <a:lnTo>
                    <a:pt x="1052310" y="711877"/>
                  </a:lnTo>
                  <a:lnTo>
                    <a:pt x="1053381" y="711870"/>
                  </a:lnTo>
                  <a:lnTo>
                    <a:pt x="1054453" y="711866"/>
                  </a:lnTo>
                  <a:lnTo>
                    <a:pt x="1055524" y="711865"/>
                  </a:lnTo>
                  <a:lnTo>
                    <a:pt x="1056596" y="711866"/>
                  </a:lnTo>
                  <a:lnTo>
                    <a:pt x="1057668" y="711870"/>
                  </a:lnTo>
                  <a:lnTo>
                    <a:pt x="1058739" y="711876"/>
                  </a:lnTo>
                  <a:lnTo>
                    <a:pt x="1059811" y="711886"/>
                  </a:lnTo>
                  <a:lnTo>
                    <a:pt x="1060882" y="711897"/>
                  </a:lnTo>
                  <a:lnTo>
                    <a:pt x="1061954" y="711912"/>
                  </a:lnTo>
                  <a:lnTo>
                    <a:pt x="1063026" y="711929"/>
                  </a:lnTo>
                  <a:lnTo>
                    <a:pt x="1064097" y="711949"/>
                  </a:lnTo>
                  <a:lnTo>
                    <a:pt x="1065169" y="711971"/>
                  </a:lnTo>
                  <a:lnTo>
                    <a:pt x="1066240" y="711996"/>
                  </a:lnTo>
                  <a:lnTo>
                    <a:pt x="1067312" y="712024"/>
                  </a:lnTo>
                  <a:lnTo>
                    <a:pt x="1068383" y="712054"/>
                  </a:lnTo>
                  <a:lnTo>
                    <a:pt x="1069455" y="712087"/>
                  </a:lnTo>
                  <a:lnTo>
                    <a:pt x="1070527" y="712123"/>
                  </a:lnTo>
                  <a:lnTo>
                    <a:pt x="1071598" y="712162"/>
                  </a:lnTo>
                  <a:lnTo>
                    <a:pt x="1072670" y="712203"/>
                  </a:lnTo>
                  <a:lnTo>
                    <a:pt x="1073741" y="712247"/>
                  </a:lnTo>
                  <a:lnTo>
                    <a:pt x="1074813" y="712294"/>
                  </a:lnTo>
                  <a:lnTo>
                    <a:pt x="1075885" y="712344"/>
                  </a:lnTo>
                  <a:lnTo>
                    <a:pt x="1076956" y="712396"/>
                  </a:lnTo>
                  <a:lnTo>
                    <a:pt x="1078028" y="712452"/>
                  </a:lnTo>
                  <a:lnTo>
                    <a:pt x="1079099" y="712510"/>
                  </a:lnTo>
                  <a:lnTo>
                    <a:pt x="1080171" y="712570"/>
                  </a:lnTo>
                  <a:lnTo>
                    <a:pt x="1081243" y="712634"/>
                  </a:lnTo>
                  <a:lnTo>
                    <a:pt x="1082314" y="712700"/>
                  </a:lnTo>
                  <a:lnTo>
                    <a:pt x="1083386" y="712770"/>
                  </a:lnTo>
                  <a:lnTo>
                    <a:pt x="1084457" y="712841"/>
                  </a:lnTo>
                  <a:lnTo>
                    <a:pt x="1085529" y="712916"/>
                  </a:lnTo>
                  <a:lnTo>
                    <a:pt x="1086601" y="712993"/>
                  </a:lnTo>
                  <a:lnTo>
                    <a:pt x="1087672" y="713073"/>
                  </a:lnTo>
                  <a:lnTo>
                    <a:pt x="1088744" y="713156"/>
                  </a:lnTo>
                  <a:lnTo>
                    <a:pt x="1089815" y="713242"/>
                  </a:lnTo>
                  <a:lnTo>
                    <a:pt x="1090887" y="713330"/>
                  </a:lnTo>
                  <a:lnTo>
                    <a:pt x="1091959" y="713421"/>
                  </a:lnTo>
                  <a:lnTo>
                    <a:pt x="1093030" y="713514"/>
                  </a:lnTo>
                  <a:lnTo>
                    <a:pt x="1094102" y="713610"/>
                  </a:lnTo>
                  <a:lnTo>
                    <a:pt x="1095173" y="713709"/>
                  </a:lnTo>
                  <a:lnTo>
                    <a:pt x="1096245" y="713811"/>
                  </a:lnTo>
                  <a:lnTo>
                    <a:pt x="1097317" y="713915"/>
                  </a:lnTo>
                  <a:lnTo>
                    <a:pt x="1098388" y="714021"/>
                  </a:lnTo>
                  <a:lnTo>
                    <a:pt x="1099460" y="714131"/>
                  </a:lnTo>
                  <a:lnTo>
                    <a:pt x="1100531" y="714243"/>
                  </a:lnTo>
                  <a:lnTo>
                    <a:pt x="1101603" y="714357"/>
                  </a:lnTo>
                  <a:lnTo>
                    <a:pt x="1102675" y="714474"/>
                  </a:lnTo>
                  <a:lnTo>
                    <a:pt x="1103746" y="714594"/>
                  </a:lnTo>
                  <a:lnTo>
                    <a:pt x="1104818" y="714716"/>
                  </a:lnTo>
                  <a:lnTo>
                    <a:pt x="1105889" y="714841"/>
                  </a:lnTo>
                  <a:lnTo>
                    <a:pt x="1106961" y="714968"/>
                  </a:lnTo>
                  <a:lnTo>
                    <a:pt x="1108033" y="715098"/>
                  </a:lnTo>
                  <a:lnTo>
                    <a:pt x="1109104" y="715230"/>
                  </a:lnTo>
                  <a:lnTo>
                    <a:pt x="1110176" y="715365"/>
                  </a:lnTo>
                  <a:lnTo>
                    <a:pt x="1111247" y="715502"/>
                  </a:lnTo>
                  <a:lnTo>
                    <a:pt x="1112319" y="715642"/>
                  </a:lnTo>
                  <a:lnTo>
                    <a:pt x="1113391" y="715784"/>
                  </a:lnTo>
                  <a:lnTo>
                    <a:pt x="1114462" y="715929"/>
                  </a:lnTo>
                  <a:lnTo>
                    <a:pt x="1115534" y="716076"/>
                  </a:lnTo>
                  <a:lnTo>
                    <a:pt x="1116605" y="716226"/>
                  </a:lnTo>
                  <a:lnTo>
                    <a:pt x="1117677" y="716378"/>
                  </a:lnTo>
                  <a:lnTo>
                    <a:pt x="1118749" y="716532"/>
                  </a:lnTo>
                  <a:lnTo>
                    <a:pt x="1119820" y="716689"/>
                  </a:lnTo>
                  <a:lnTo>
                    <a:pt x="1120892" y="716848"/>
                  </a:lnTo>
                  <a:lnTo>
                    <a:pt x="1121963" y="717010"/>
                  </a:lnTo>
                  <a:lnTo>
                    <a:pt x="1123035" y="717174"/>
                  </a:lnTo>
                  <a:lnTo>
                    <a:pt x="1124107" y="717340"/>
                  </a:lnTo>
                  <a:lnTo>
                    <a:pt x="1125178" y="717509"/>
                  </a:lnTo>
                  <a:lnTo>
                    <a:pt x="1126250" y="717680"/>
                  </a:lnTo>
                  <a:lnTo>
                    <a:pt x="1127321" y="717853"/>
                  </a:lnTo>
                  <a:lnTo>
                    <a:pt x="1128393" y="718029"/>
                  </a:lnTo>
                  <a:lnTo>
                    <a:pt x="1129465" y="718207"/>
                  </a:lnTo>
                  <a:lnTo>
                    <a:pt x="1130536" y="718387"/>
                  </a:lnTo>
                  <a:lnTo>
                    <a:pt x="1131608" y="718569"/>
                  </a:lnTo>
                  <a:lnTo>
                    <a:pt x="1132679" y="718754"/>
                  </a:lnTo>
                  <a:lnTo>
                    <a:pt x="1133751" y="718941"/>
                  </a:lnTo>
                  <a:lnTo>
                    <a:pt x="1134823" y="719130"/>
                  </a:lnTo>
                  <a:lnTo>
                    <a:pt x="1135894" y="719321"/>
                  </a:lnTo>
                  <a:lnTo>
                    <a:pt x="1136966" y="719515"/>
                  </a:lnTo>
                  <a:lnTo>
                    <a:pt x="1138037" y="719711"/>
                  </a:lnTo>
                  <a:lnTo>
                    <a:pt x="1139109" y="719909"/>
                  </a:lnTo>
                  <a:lnTo>
                    <a:pt x="1140181" y="720109"/>
                  </a:lnTo>
                  <a:lnTo>
                    <a:pt x="1141252" y="720311"/>
                  </a:lnTo>
                  <a:lnTo>
                    <a:pt x="1142324" y="720516"/>
                  </a:lnTo>
                  <a:lnTo>
                    <a:pt x="1143395" y="720722"/>
                  </a:lnTo>
                  <a:lnTo>
                    <a:pt x="1144467" y="720931"/>
                  </a:lnTo>
                  <a:lnTo>
                    <a:pt x="1145539" y="721142"/>
                  </a:lnTo>
                  <a:lnTo>
                    <a:pt x="1146610" y="721355"/>
                  </a:lnTo>
                  <a:lnTo>
                    <a:pt x="1147682" y="721570"/>
                  </a:lnTo>
                  <a:lnTo>
                    <a:pt x="1148753" y="721787"/>
                  </a:lnTo>
                  <a:lnTo>
                    <a:pt x="1149825" y="722006"/>
                  </a:lnTo>
                  <a:lnTo>
                    <a:pt x="1150897" y="722227"/>
                  </a:lnTo>
                  <a:lnTo>
                    <a:pt x="1151968" y="722450"/>
                  </a:lnTo>
                  <a:lnTo>
                    <a:pt x="1153040" y="722676"/>
                  </a:lnTo>
                  <a:lnTo>
                    <a:pt x="1154111" y="722903"/>
                  </a:lnTo>
                  <a:lnTo>
                    <a:pt x="1155183" y="723132"/>
                  </a:lnTo>
                  <a:lnTo>
                    <a:pt x="1156255" y="723363"/>
                  </a:lnTo>
                  <a:lnTo>
                    <a:pt x="1157326" y="723597"/>
                  </a:lnTo>
                  <a:lnTo>
                    <a:pt x="1158398" y="723832"/>
                  </a:lnTo>
                  <a:lnTo>
                    <a:pt x="1159469" y="724069"/>
                  </a:lnTo>
                  <a:lnTo>
                    <a:pt x="1160541" y="724308"/>
                  </a:lnTo>
                  <a:lnTo>
                    <a:pt x="1161613" y="724549"/>
                  </a:lnTo>
                  <a:lnTo>
                    <a:pt x="1162684" y="724792"/>
                  </a:lnTo>
                  <a:lnTo>
                    <a:pt x="1163756" y="725037"/>
                  </a:lnTo>
                  <a:lnTo>
                    <a:pt x="1164827" y="725283"/>
                  </a:lnTo>
                  <a:lnTo>
                    <a:pt x="1165899" y="725532"/>
                  </a:lnTo>
                  <a:lnTo>
                    <a:pt x="1166971" y="725782"/>
                  </a:lnTo>
                  <a:lnTo>
                    <a:pt x="1168042" y="726035"/>
                  </a:lnTo>
                  <a:lnTo>
                    <a:pt x="1169114" y="726289"/>
                  </a:lnTo>
                  <a:lnTo>
                    <a:pt x="1170185" y="726545"/>
                  </a:lnTo>
                  <a:lnTo>
                    <a:pt x="1171257" y="726802"/>
                  </a:lnTo>
                  <a:lnTo>
                    <a:pt x="1172329" y="727062"/>
                  </a:lnTo>
                  <a:lnTo>
                    <a:pt x="1173400" y="727323"/>
                  </a:lnTo>
                  <a:lnTo>
                    <a:pt x="1174472" y="727586"/>
                  </a:lnTo>
                  <a:lnTo>
                    <a:pt x="1175543" y="727851"/>
                  </a:lnTo>
                  <a:lnTo>
                    <a:pt x="1176615" y="728118"/>
                  </a:lnTo>
                  <a:lnTo>
                    <a:pt x="1177687" y="728386"/>
                  </a:lnTo>
                  <a:lnTo>
                    <a:pt x="1178758" y="728656"/>
                  </a:lnTo>
                  <a:lnTo>
                    <a:pt x="1179830" y="728928"/>
                  </a:lnTo>
                  <a:lnTo>
                    <a:pt x="1180901" y="729201"/>
                  </a:lnTo>
                  <a:lnTo>
                    <a:pt x="1181973" y="729476"/>
                  </a:lnTo>
                  <a:lnTo>
                    <a:pt x="1183045" y="729753"/>
                  </a:lnTo>
                  <a:lnTo>
                    <a:pt x="1184116" y="730031"/>
                  </a:lnTo>
                  <a:lnTo>
                    <a:pt x="1185188" y="730311"/>
                  </a:lnTo>
                  <a:lnTo>
                    <a:pt x="1186259" y="730593"/>
                  </a:lnTo>
                  <a:lnTo>
                    <a:pt x="1187331" y="730876"/>
                  </a:lnTo>
                  <a:lnTo>
                    <a:pt x="1188403" y="731161"/>
                  </a:lnTo>
                  <a:lnTo>
                    <a:pt x="1189474" y="731447"/>
                  </a:lnTo>
                  <a:lnTo>
                    <a:pt x="1190546" y="731735"/>
                  </a:lnTo>
                  <a:lnTo>
                    <a:pt x="1191617" y="732025"/>
                  </a:lnTo>
                  <a:lnTo>
                    <a:pt x="1192689" y="732316"/>
                  </a:lnTo>
                  <a:lnTo>
                    <a:pt x="1193761" y="732608"/>
                  </a:lnTo>
                  <a:lnTo>
                    <a:pt x="1194832" y="732903"/>
                  </a:lnTo>
                  <a:lnTo>
                    <a:pt x="1195904" y="733198"/>
                  </a:lnTo>
                  <a:lnTo>
                    <a:pt x="1196975" y="733495"/>
                  </a:lnTo>
                  <a:lnTo>
                    <a:pt x="1198047" y="733794"/>
                  </a:lnTo>
                  <a:lnTo>
                    <a:pt x="1199119" y="734094"/>
                  </a:lnTo>
                  <a:lnTo>
                    <a:pt x="1200190" y="734396"/>
                  </a:lnTo>
                  <a:lnTo>
                    <a:pt x="1201262" y="734699"/>
                  </a:lnTo>
                  <a:lnTo>
                    <a:pt x="1202333" y="735003"/>
                  </a:lnTo>
                  <a:lnTo>
                    <a:pt x="1203405" y="735309"/>
                  </a:lnTo>
                  <a:lnTo>
                    <a:pt x="1204477" y="735616"/>
                  </a:lnTo>
                  <a:lnTo>
                    <a:pt x="1205548" y="735925"/>
                  </a:lnTo>
                  <a:lnTo>
                    <a:pt x="1206620" y="736235"/>
                  </a:lnTo>
                  <a:lnTo>
                    <a:pt x="1207691" y="736546"/>
                  </a:lnTo>
                  <a:lnTo>
                    <a:pt x="1208763" y="736858"/>
                  </a:lnTo>
                  <a:lnTo>
                    <a:pt x="1209835" y="737172"/>
                  </a:lnTo>
                  <a:lnTo>
                    <a:pt x="1210906" y="737488"/>
                  </a:lnTo>
                  <a:lnTo>
                    <a:pt x="1211978" y="737804"/>
                  </a:lnTo>
                  <a:lnTo>
                    <a:pt x="1213049" y="738122"/>
                  </a:lnTo>
                  <a:lnTo>
                    <a:pt x="1214121" y="738441"/>
                  </a:lnTo>
                  <a:lnTo>
                    <a:pt x="1215193" y="738762"/>
                  </a:lnTo>
                  <a:lnTo>
                    <a:pt x="1216264" y="739084"/>
                  </a:lnTo>
                  <a:lnTo>
                    <a:pt x="1217336" y="739407"/>
                  </a:lnTo>
                  <a:lnTo>
                    <a:pt x="1218407" y="739731"/>
                  </a:lnTo>
                  <a:lnTo>
                    <a:pt x="1219479" y="740056"/>
                  </a:lnTo>
                  <a:lnTo>
                    <a:pt x="1220551" y="740383"/>
                  </a:lnTo>
                  <a:lnTo>
                    <a:pt x="1221622" y="740710"/>
                  </a:lnTo>
                  <a:lnTo>
                    <a:pt x="1222694" y="741039"/>
                  </a:lnTo>
                  <a:lnTo>
                    <a:pt x="1223765" y="741369"/>
                  </a:lnTo>
                  <a:lnTo>
                    <a:pt x="1224837" y="741701"/>
                  </a:lnTo>
                  <a:lnTo>
                    <a:pt x="1225909" y="742033"/>
                  </a:lnTo>
                  <a:lnTo>
                    <a:pt x="1226980" y="742366"/>
                  </a:lnTo>
                  <a:lnTo>
                    <a:pt x="1228052" y="742701"/>
                  </a:lnTo>
                  <a:lnTo>
                    <a:pt x="1229123" y="743037"/>
                  </a:lnTo>
                  <a:lnTo>
                    <a:pt x="1230195" y="743373"/>
                  </a:lnTo>
                  <a:lnTo>
                    <a:pt x="1231267" y="743711"/>
                  </a:lnTo>
                  <a:lnTo>
                    <a:pt x="1232338" y="744050"/>
                  </a:lnTo>
                  <a:lnTo>
                    <a:pt x="1233410" y="744390"/>
                  </a:lnTo>
                  <a:lnTo>
                    <a:pt x="1234481" y="744731"/>
                  </a:lnTo>
                  <a:lnTo>
                    <a:pt x="1235553" y="745073"/>
                  </a:lnTo>
                  <a:lnTo>
                    <a:pt x="1236625" y="745416"/>
                  </a:lnTo>
                  <a:lnTo>
                    <a:pt x="1237696" y="745760"/>
                  </a:lnTo>
                  <a:lnTo>
                    <a:pt x="1238768" y="746105"/>
                  </a:lnTo>
                  <a:lnTo>
                    <a:pt x="1239839" y="746451"/>
                  </a:lnTo>
                  <a:lnTo>
                    <a:pt x="1240911" y="746797"/>
                  </a:lnTo>
                  <a:lnTo>
                    <a:pt x="1241983" y="747145"/>
                  </a:lnTo>
                  <a:lnTo>
                    <a:pt x="1243054" y="747494"/>
                  </a:lnTo>
                  <a:lnTo>
                    <a:pt x="1244126" y="747843"/>
                  </a:lnTo>
                  <a:lnTo>
                    <a:pt x="1245197" y="748194"/>
                  </a:lnTo>
                  <a:lnTo>
                    <a:pt x="1246269" y="748545"/>
                  </a:lnTo>
                  <a:lnTo>
                    <a:pt x="1247340" y="748897"/>
                  </a:lnTo>
                  <a:lnTo>
                    <a:pt x="1248412" y="749250"/>
                  </a:lnTo>
                  <a:lnTo>
                    <a:pt x="1249484" y="749604"/>
                  </a:lnTo>
                  <a:lnTo>
                    <a:pt x="1250555" y="749959"/>
                  </a:lnTo>
                  <a:lnTo>
                    <a:pt x="1251627" y="750314"/>
                  </a:lnTo>
                  <a:lnTo>
                    <a:pt x="1252698" y="750671"/>
                  </a:lnTo>
                  <a:lnTo>
                    <a:pt x="1253770" y="751028"/>
                  </a:lnTo>
                  <a:lnTo>
                    <a:pt x="1254842" y="751386"/>
                  </a:lnTo>
                  <a:lnTo>
                    <a:pt x="1255913" y="751744"/>
                  </a:lnTo>
                  <a:lnTo>
                    <a:pt x="1256985" y="752103"/>
                  </a:lnTo>
                  <a:lnTo>
                    <a:pt x="1258056" y="752464"/>
                  </a:lnTo>
                  <a:lnTo>
                    <a:pt x="1259128" y="752824"/>
                  </a:lnTo>
                  <a:lnTo>
                    <a:pt x="1260200" y="753186"/>
                  </a:lnTo>
                  <a:lnTo>
                    <a:pt x="1261271" y="753548"/>
                  </a:lnTo>
                  <a:lnTo>
                    <a:pt x="1262343" y="753911"/>
                  </a:lnTo>
                  <a:lnTo>
                    <a:pt x="1263414" y="754275"/>
                  </a:lnTo>
                  <a:lnTo>
                    <a:pt x="1264486" y="754639"/>
                  </a:lnTo>
                  <a:lnTo>
                    <a:pt x="1265558" y="755004"/>
                  </a:lnTo>
                  <a:lnTo>
                    <a:pt x="1266629" y="755369"/>
                  </a:lnTo>
                  <a:lnTo>
                    <a:pt x="1267701" y="755735"/>
                  </a:lnTo>
                  <a:lnTo>
                    <a:pt x="1268772" y="756102"/>
                  </a:lnTo>
                  <a:lnTo>
                    <a:pt x="1269844" y="756469"/>
                  </a:lnTo>
                  <a:lnTo>
                    <a:pt x="1270916" y="756837"/>
                  </a:lnTo>
                  <a:lnTo>
                    <a:pt x="1271987" y="757205"/>
                  </a:lnTo>
                  <a:lnTo>
                    <a:pt x="1273059" y="757574"/>
                  </a:lnTo>
                  <a:lnTo>
                    <a:pt x="1274130" y="757944"/>
                  </a:lnTo>
                  <a:lnTo>
                    <a:pt x="1275202" y="758314"/>
                  </a:lnTo>
                  <a:lnTo>
                    <a:pt x="1276274" y="758685"/>
                  </a:lnTo>
                  <a:lnTo>
                    <a:pt x="1277345" y="759056"/>
                  </a:lnTo>
                  <a:lnTo>
                    <a:pt x="1278417" y="759427"/>
                  </a:lnTo>
                  <a:lnTo>
                    <a:pt x="1279488" y="759799"/>
                  </a:lnTo>
                  <a:lnTo>
                    <a:pt x="1280560" y="760172"/>
                  </a:lnTo>
                  <a:lnTo>
                    <a:pt x="1281632" y="760544"/>
                  </a:lnTo>
                  <a:lnTo>
                    <a:pt x="1282703" y="760918"/>
                  </a:lnTo>
                  <a:lnTo>
                    <a:pt x="1283775" y="761291"/>
                  </a:lnTo>
                  <a:lnTo>
                    <a:pt x="1284846" y="761666"/>
                  </a:lnTo>
                  <a:lnTo>
                    <a:pt x="1285918" y="762040"/>
                  </a:lnTo>
                  <a:lnTo>
                    <a:pt x="1286990" y="762415"/>
                  </a:lnTo>
                  <a:lnTo>
                    <a:pt x="1288061" y="762790"/>
                  </a:lnTo>
                  <a:lnTo>
                    <a:pt x="1289133" y="763166"/>
                  </a:lnTo>
                  <a:lnTo>
                    <a:pt x="1290204" y="763542"/>
                  </a:lnTo>
                  <a:lnTo>
                    <a:pt x="1291276" y="763918"/>
                  </a:lnTo>
                  <a:lnTo>
                    <a:pt x="1292348" y="764295"/>
                  </a:lnTo>
                  <a:lnTo>
                    <a:pt x="1293419" y="764672"/>
                  </a:lnTo>
                  <a:lnTo>
                    <a:pt x="1294491" y="765049"/>
                  </a:lnTo>
                  <a:lnTo>
                    <a:pt x="1295562" y="765427"/>
                  </a:lnTo>
                  <a:lnTo>
                    <a:pt x="1296634" y="765804"/>
                  </a:lnTo>
                  <a:lnTo>
                    <a:pt x="1297706" y="766182"/>
                  </a:lnTo>
                  <a:lnTo>
                    <a:pt x="1298777" y="766561"/>
                  </a:lnTo>
                  <a:lnTo>
                    <a:pt x="1299849" y="766939"/>
                  </a:lnTo>
                  <a:lnTo>
                    <a:pt x="1300920" y="767318"/>
                  </a:lnTo>
                  <a:lnTo>
                    <a:pt x="1301992" y="767697"/>
                  </a:lnTo>
                  <a:lnTo>
                    <a:pt x="1303064" y="768076"/>
                  </a:lnTo>
                  <a:lnTo>
                    <a:pt x="1304135" y="768455"/>
                  </a:lnTo>
                  <a:lnTo>
                    <a:pt x="1305207" y="768835"/>
                  </a:lnTo>
                  <a:lnTo>
                    <a:pt x="1306278" y="769214"/>
                  </a:lnTo>
                  <a:lnTo>
                    <a:pt x="1307350" y="769594"/>
                  </a:lnTo>
                  <a:lnTo>
                    <a:pt x="1308422" y="769974"/>
                  </a:lnTo>
                  <a:lnTo>
                    <a:pt x="1309493" y="770354"/>
                  </a:lnTo>
                  <a:lnTo>
                    <a:pt x="1310565" y="770734"/>
                  </a:lnTo>
                  <a:lnTo>
                    <a:pt x="1311636" y="771114"/>
                  </a:lnTo>
                  <a:lnTo>
                    <a:pt x="1312708" y="771494"/>
                  </a:lnTo>
                  <a:lnTo>
                    <a:pt x="1313780" y="771875"/>
                  </a:lnTo>
                  <a:lnTo>
                    <a:pt x="1314851" y="772255"/>
                  </a:lnTo>
                  <a:lnTo>
                    <a:pt x="1315923" y="772636"/>
                  </a:lnTo>
                  <a:lnTo>
                    <a:pt x="1316994" y="773016"/>
                  </a:lnTo>
                  <a:lnTo>
                    <a:pt x="1318066" y="773397"/>
                  </a:lnTo>
                  <a:lnTo>
                    <a:pt x="1319138" y="773777"/>
                  </a:lnTo>
                  <a:lnTo>
                    <a:pt x="1320209" y="774157"/>
                  </a:lnTo>
                  <a:lnTo>
                    <a:pt x="1321281" y="774538"/>
                  </a:lnTo>
                  <a:lnTo>
                    <a:pt x="1322352" y="774918"/>
                  </a:lnTo>
                  <a:lnTo>
                    <a:pt x="1323424" y="775299"/>
                  </a:lnTo>
                  <a:lnTo>
                    <a:pt x="1324496" y="775679"/>
                  </a:lnTo>
                  <a:lnTo>
                    <a:pt x="1325567" y="776059"/>
                  </a:lnTo>
                  <a:lnTo>
                    <a:pt x="1326639" y="776439"/>
                  </a:lnTo>
                  <a:lnTo>
                    <a:pt x="1327710" y="776819"/>
                  </a:lnTo>
                  <a:lnTo>
                    <a:pt x="1328782" y="777199"/>
                  </a:lnTo>
                  <a:lnTo>
                    <a:pt x="1329854" y="777579"/>
                  </a:lnTo>
                  <a:lnTo>
                    <a:pt x="1330925" y="777959"/>
                  </a:lnTo>
                  <a:lnTo>
                    <a:pt x="1331997" y="778339"/>
                  </a:lnTo>
                  <a:lnTo>
                    <a:pt x="1333068" y="778718"/>
                  </a:lnTo>
                  <a:lnTo>
                    <a:pt x="1334140" y="779097"/>
                  </a:lnTo>
                  <a:lnTo>
                    <a:pt x="1335212" y="779476"/>
                  </a:lnTo>
                  <a:lnTo>
                    <a:pt x="1336283" y="779855"/>
                  </a:lnTo>
                  <a:lnTo>
                    <a:pt x="1337355" y="780234"/>
                  </a:lnTo>
                  <a:lnTo>
                    <a:pt x="1338426" y="780612"/>
                  </a:lnTo>
                  <a:lnTo>
                    <a:pt x="1339498" y="780991"/>
                  </a:lnTo>
                  <a:lnTo>
                    <a:pt x="1340570" y="781369"/>
                  </a:lnTo>
                  <a:lnTo>
                    <a:pt x="1341641" y="781746"/>
                  </a:lnTo>
                  <a:lnTo>
                    <a:pt x="1342713" y="782124"/>
                  </a:lnTo>
                  <a:lnTo>
                    <a:pt x="1343784" y="782501"/>
                  </a:lnTo>
                  <a:lnTo>
                    <a:pt x="1344856" y="782878"/>
                  </a:lnTo>
                  <a:lnTo>
                    <a:pt x="1345928" y="783255"/>
                  </a:lnTo>
                  <a:lnTo>
                    <a:pt x="1346999" y="783631"/>
                  </a:lnTo>
                  <a:lnTo>
                    <a:pt x="1348071" y="784007"/>
                  </a:lnTo>
                  <a:lnTo>
                    <a:pt x="1349142" y="784383"/>
                  </a:lnTo>
                  <a:lnTo>
                    <a:pt x="1350214" y="784758"/>
                  </a:lnTo>
                  <a:lnTo>
                    <a:pt x="1351286" y="785133"/>
                  </a:lnTo>
                  <a:lnTo>
                    <a:pt x="1352357" y="785508"/>
                  </a:lnTo>
                  <a:lnTo>
                    <a:pt x="1353429" y="785882"/>
                  </a:lnTo>
                  <a:lnTo>
                    <a:pt x="1354500" y="786256"/>
                  </a:lnTo>
                  <a:lnTo>
                    <a:pt x="1355572" y="786630"/>
                  </a:lnTo>
                  <a:lnTo>
                    <a:pt x="1356644" y="787003"/>
                  </a:lnTo>
                  <a:lnTo>
                    <a:pt x="1357715" y="787376"/>
                  </a:lnTo>
                  <a:lnTo>
                    <a:pt x="1358787" y="787748"/>
                  </a:lnTo>
                  <a:lnTo>
                    <a:pt x="1359858" y="788120"/>
                  </a:lnTo>
                  <a:lnTo>
                    <a:pt x="1360930" y="788491"/>
                  </a:lnTo>
                  <a:lnTo>
                    <a:pt x="1362002" y="788862"/>
                  </a:lnTo>
                  <a:lnTo>
                    <a:pt x="1363073" y="789233"/>
                  </a:lnTo>
                  <a:lnTo>
                    <a:pt x="1364145" y="789603"/>
                  </a:lnTo>
                  <a:lnTo>
                    <a:pt x="1365216" y="789972"/>
                  </a:lnTo>
                  <a:lnTo>
                    <a:pt x="1366288" y="790341"/>
                  </a:lnTo>
                  <a:lnTo>
                    <a:pt x="1367360" y="790709"/>
                  </a:lnTo>
                  <a:lnTo>
                    <a:pt x="1368431" y="791077"/>
                  </a:lnTo>
                  <a:lnTo>
                    <a:pt x="1369503" y="791445"/>
                  </a:lnTo>
                  <a:lnTo>
                    <a:pt x="1370574" y="791812"/>
                  </a:lnTo>
                  <a:lnTo>
                    <a:pt x="1371646" y="792178"/>
                  </a:lnTo>
                  <a:lnTo>
                    <a:pt x="1372718" y="792544"/>
                  </a:lnTo>
                  <a:lnTo>
                    <a:pt x="1373789" y="792909"/>
                  </a:lnTo>
                  <a:lnTo>
                    <a:pt x="1374861" y="793273"/>
                  </a:lnTo>
                  <a:lnTo>
                    <a:pt x="1375932" y="793637"/>
                  </a:lnTo>
                  <a:lnTo>
                    <a:pt x="1377004" y="794000"/>
                  </a:lnTo>
                  <a:lnTo>
                    <a:pt x="1378076" y="794363"/>
                  </a:lnTo>
                  <a:lnTo>
                    <a:pt x="1379147" y="794725"/>
                  </a:lnTo>
                  <a:lnTo>
                    <a:pt x="1380219" y="795087"/>
                  </a:lnTo>
                  <a:lnTo>
                    <a:pt x="1381290" y="795447"/>
                  </a:lnTo>
                  <a:lnTo>
                    <a:pt x="1382362" y="795807"/>
                  </a:lnTo>
                  <a:lnTo>
                    <a:pt x="1383434" y="796167"/>
                  </a:lnTo>
                  <a:lnTo>
                    <a:pt x="1384505" y="796526"/>
                  </a:lnTo>
                  <a:lnTo>
                    <a:pt x="1385577" y="796884"/>
                  </a:lnTo>
                  <a:lnTo>
                    <a:pt x="1386648" y="797241"/>
                  </a:lnTo>
                  <a:lnTo>
                    <a:pt x="1387720" y="797598"/>
                  </a:lnTo>
                  <a:lnTo>
                    <a:pt x="1388792" y="797954"/>
                  </a:lnTo>
                  <a:lnTo>
                    <a:pt x="1389863" y="798309"/>
                  </a:lnTo>
                  <a:lnTo>
                    <a:pt x="1390935" y="798663"/>
                  </a:lnTo>
                  <a:lnTo>
                    <a:pt x="1392006" y="799017"/>
                  </a:lnTo>
                  <a:lnTo>
                    <a:pt x="1393078" y="799370"/>
                  </a:lnTo>
                  <a:lnTo>
                    <a:pt x="1394150" y="799722"/>
                  </a:lnTo>
                  <a:lnTo>
                    <a:pt x="1395221" y="800073"/>
                  </a:lnTo>
                  <a:lnTo>
                    <a:pt x="1396293" y="800424"/>
                  </a:lnTo>
                  <a:lnTo>
                    <a:pt x="1397364" y="800773"/>
                  </a:lnTo>
                  <a:lnTo>
                    <a:pt x="1398436" y="801122"/>
                  </a:lnTo>
                  <a:lnTo>
                    <a:pt x="1399508" y="801470"/>
                  </a:lnTo>
                  <a:lnTo>
                    <a:pt x="1400579" y="801818"/>
                  </a:lnTo>
                  <a:lnTo>
                    <a:pt x="1401651" y="802164"/>
                  </a:lnTo>
                  <a:lnTo>
                    <a:pt x="1402722" y="802510"/>
                  </a:lnTo>
                  <a:lnTo>
                    <a:pt x="1403794" y="802854"/>
                  </a:lnTo>
                  <a:lnTo>
                    <a:pt x="1404866" y="803198"/>
                  </a:lnTo>
                  <a:lnTo>
                    <a:pt x="1405937" y="803541"/>
                  </a:lnTo>
                  <a:lnTo>
                    <a:pt x="1407009" y="803883"/>
                  </a:lnTo>
                  <a:lnTo>
                    <a:pt x="1408080" y="804224"/>
                  </a:lnTo>
                  <a:lnTo>
                    <a:pt x="1409152" y="804565"/>
                  </a:lnTo>
                  <a:lnTo>
                    <a:pt x="1410224" y="804904"/>
                  </a:lnTo>
                  <a:lnTo>
                    <a:pt x="1411295" y="805242"/>
                  </a:lnTo>
                  <a:lnTo>
                    <a:pt x="1412367" y="805580"/>
                  </a:lnTo>
                  <a:lnTo>
                    <a:pt x="1413438" y="805917"/>
                  </a:lnTo>
                  <a:lnTo>
                    <a:pt x="1414510" y="806252"/>
                  </a:lnTo>
                  <a:lnTo>
                    <a:pt x="1415582" y="806587"/>
                  </a:lnTo>
                  <a:lnTo>
                    <a:pt x="1416653" y="806920"/>
                  </a:lnTo>
                  <a:lnTo>
                    <a:pt x="1417725" y="807253"/>
                  </a:lnTo>
                  <a:lnTo>
                    <a:pt x="1418796" y="807585"/>
                  </a:lnTo>
                  <a:lnTo>
                    <a:pt x="1419868" y="807916"/>
                  </a:lnTo>
                  <a:lnTo>
                    <a:pt x="1420939" y="808245"/>
                  </a:lnTo>
                  <a:lnTo>
                    <a:pt x="1422011" y="808574"/>
                  </a:lnTo>
                  <a:lnTo>
                    <a:pt x="1423083" y="808902"/>
                  </a:lnTo>
                  <a:lnTo>
                    <a:pt x="1424154" y="809228"/>
                  </a:lnTo>
                  <a:lnTo>
                    <a:pt x="1425226" y="809554"/>
                  </a:lnTo>
                  <a:lnTo>
                    <a:pt x="1426297" y="809879"/>
                  </a:lnTo>
                  <a:lnTo>
                    <a:pt x="1427369" y="810202"/>
                  </a:lnTo>
                  <a:lnTo>
                    <a:pt x="1428441" y="810525"/>
                  </a:lnTo>
                  <a:lnTo>
                    <a:pt x="1429512" y="810846"/>
                  </a:lnTo>
                  <a:lnTo>
                    <a:pt x="1430584" y="811167"/>
                  </a:lnTo>
                  <a:lnTo>
                    <a:pt x="1431655" y="811486"/>
                  </a:lnTo>
                  <a:lnTo>
                    <a:pt x="1432727" y="811804"/>
                  </a:lnTo>
                  <a:lnTo>
                    <a:pt x="1433799" y="812121"/>
                  </a:lnTo>
                  <a:lnTo>
                    <a:pt x="1434870" y="812437"/>
                  </a:lnTo>
                  <a:lnTo>
                    <a:pt x="1435942" y="812752"/>
                  </a:lnTo>
                  <a:lnTo>
                    <a:pt x="1437013" y="813066"/>
                  </a:lnTo>
                  <a:lnTo>
                    <a:pt x="1438085" y="813378"/>
                  </a:lnTo>
                  <a:lnTo>
                    <a:pt x="1439157" y="813690"/>
                  </a:lnTo>
                  <a:lnTo>
                    <a:pt x="1440228" y="814000"/>
                  </a:lnTo>
                  <a:lnTo>
                    <a:pt x="1441300" y="814310"/>
                  </a:lnTo>
                  <a:lnTo>
                    <a:pt x="1442371" y="814618"/>
                  </a:lnTo>
                  <a:lnTo>
                    <a:pt x="1443443" y="814925"/>
                  </a:lnTo>
                  <a:lnTo>
                    <a:pt x="1444515" y="815230"/>
                  </a:lnTo>
                  <a:lnTo>
                    <a:pt x="1445586" y="815535"/>
                  </a:lnTo>
                  <a:lnTo>
                    <a:pt x="1446658" y="815838"/>
                  </a:lnTo>
                  <a:lnTo>
                    <a:pt x="1447729" y="816141"/>
                  </a:lnTo>
                  <a:lnTo>
                    <a:pt x="1448801" y="816442"/>
                  </a:lnTo>
                  <a:lnTo>
                    <a:pt x="1449873" y="816742"/>
                  </a:lnTo>
                  <a:lnTo>
                    <a:pt x="1450944" y="817040"/>
                  </a:lnTo>
                  <a:lnTo>
                    <a:pt x="1452016" y="817338"/>
                  </a:lnTo>
                  <a:lnTo>
                    <a:pt x="1453087" y="817634"/>
                  </a:lnTo>
                  <a:lnTo>
                    <a:pt x="1454159" y="817929"/>
                  </a:lnTo>
                  <a:lnTo>
                    <a:pt x="1455231" y="818223"/>
                  </a:lnTo>
                  <a:lnTo>
                    <a:pt x="1456302" y="818515"/>
                  </a:lnTo>
                  <a:lnTo>
                    <a:pt x="1457374" y="818807"/>
                  </a:lnTo>
                  <a:lnTo>
                    <a:pt x="1458445" y="819097"/>
                  </a:lnTo>
                  <a:lnTo>
                    <a:pt x="1459517" y="819385"/>
                  </a:lnTo>
                  <a:lnTo>
                    <a:pt x="1460589" y="819673"/>
                  </a:lnTo>
                  <a:lnTo>
                    <a:pt x="1461660" y="819959"/>
                  </a:lnTo>
                  <a:lnTo>
                    <a:pt x="1462732" y="820244"/>
                  </a:lnTo>
                  <a:lnTo>
                    <a:pt x="1463803" y="820528"/>
                  </a:lnTo>
                  <a:lnTo>
                    <a:pt x="1464875" y="820811"/>
                  </a:lnTo>
                  <a:lnTo>
                    <a:pt x="1465947" y="821092"/>
                  </a:lnTo>
                  <a:lnTo>
                    <a:pt x="1467018" y="821372"/>
                  </a:lnTo>
                  <a:lnTo>
                    <a:pt x="1468090" y="821651"/>
                  </a:lnTo>
                  <a:lnTo>
                    <a:pt x="1469161" y="821928"/>
                  </a:lnTo>
                  <a:lnTo>
                    <a:pt x="1470233" y="822204"/>
                  </a:lnTo>
                  <a:lnTo>
                    <a:pt x="1471305" y="822479"/>
                  </a:lnTo>
                  <a:lnTo>
                    <a:pt x="1472376" y="822753"/>
                  </a:lnTo>
                  <a:lnTo>
                    <a:pt x="1473448" y="823025"/>
                  </a:lnTo>
                  <a:lnTo>
                    <a:pt x="1474519" y="823296"/>
                  </a:lnTo>
                  <a:lnTo>
                    <a:pt x="1475591" y="823565"/>
                  </a:lnTo>
                  <a:lnTo>
                    <a:pt x="1476663" y="823834"/>
                  </a:lnTo>
                  <a:lnTo>
                    <a:pt x="1477734" y="824101"/>
                  </a:lnTo>
                  <a:lnTo>
                    <a:pt x="1478806" y="824366"/>
                  </a:lnTo>
                  <a:lnTo>
                    <a:pt x="1479877" y="824631"/>
                  </a:lnTo>
                  <a:lnTo>
                    <a:pt x="1480949" y="824894"/>
                  </a:lnTo>
                  <a:lnTo>
                    <a:pt x="1482021" y="825156"/>
                  </a:lnTo>
                  <a:lnTo>
                    <a:pt x="1483092" y="825416"/>
                  </a:lnTo>
                  <a:lnTo>
                    <a:pt x="1484164" y="825675"/>
                  </a:lnTo>
                  <a:lnTo>
                    <a:pt x="1485235" y="825933"/>
                  </a:lnTo>
                  <a:lnTo>
                    <a:pt x="1486307" y="826189"/>
                  </a:lnTo>
                  <a:lnTo>
                    <a:pt x="1487379" y="826444"/>
                  </a:lnTo>
                  <a:lnTo>
                    <a:pt x="1488450" y="826698"/>
                  </a:lnTo>
                  <a:lnTo>
                    <a:pt x="1489522" y="826951"/>
                  </a:lnTo>
                  <a:lnTo>
                    <a:pt x="1490593" y="827202"/>
                  </a:lnTo>
                  <a:lnTo>
                    <a:pt x="1491665" y="827451"/>
                  </a:lnTo>
                  <a:lnTo>
                    <a:pt x="1492737" y="827700"/>
                  </a:lnTo>
                  <a:lnTo>
                    <a:pt x="1493808" y="827947"/>
                  </a:lnTo>
                  <a:lnTo>
                    <a:pt x="1494880" y="828193"/>
                  </a:lnTo>
                  <a:lnTo>
                    <a:pt x="1495951" y="828437"/>
                  </a:lnTo>
                  <a:lnTo>
                    <a:pt x="1497023" y="828680"/>
                  </a:lnTo>
                  <a:lnTo>
                    <a:pt x="1498095" y="828922"/>
                  </a:lnTo>
                  <a:lnTo>
                    <a:pt x="1499166" y="829162"/>
                  </a:lnTo>
                  <a:lnTo>
                    <a:pt x="1500238" y="829401"/>
                  </a:lnTo>
                  <a:lnTo>
                    <a:pt x="1501309" y="829639"/>
                  </a:lnTo>
                  <a:lnTo>
                    <a:pt x="1502381" y="829875"/>
                  </a:lnTo>
                  <a:lnTo>
                    <a:pt x="1503453" y="830111"/>
                  </a:lnTo>
                  <a:lnTo>
                    <a:pt x="1504524" y="830344"/>
                  </a:lnTo>
                  <a:lnTo>
                    <a:pt x="1505596" y="830577"/>
                  </a:lnTo>
                  <a:lnTo>
                    <a:pt x="1506667" y="830808"/>
                  </a:lnTo>
                  <a:lnTo>
                    <a:pt x="1507739" y="831038"/>
                  </a:lnTo>
                  <a:lnTo>
                    <a:pt x="1508811" y="831266"/>
                  </a:lnTo>
                  <a:lnTo>
                    <a:pt x="1509882" y="831493"/>
                  </a:lnTo>
                  <a:lnTo>
                    <a:pt x="1510954" y="831719"/>
                  </a:lnTo>
                  <a:lnTo>
                    <a:pt x="1512025" y="831943"/>
                  </a:lnTo>
                  <a:lnTo>
                    <a:pt x="1513097" y="832167"/>
                  </a:lnTo>
                  <a:lnTo>
                    <a:pt x="1514169" y="832389"/>
                  </a:lnTo>
                  <a:lnTo>
                    <a:pt x="1515240" y="832609"/>
                  </a:lnTo>
                  <a:lnTo>
                    <a:pt x="1516312" y="832829"/>
                  </a:lnTo>
                  <a:lnTo>
                    <a:pt x="1517383" y="833047"/>
                  </a:lnTo>
                  <a:lnTo>
                    <a:pt x="1518455" y="833263"/>
                  </a:lnTo>
                  <a:lnTo>
                    <a:pt x="1519527" y="833479"/>
                  </a:lnTo>
                  <a:lnTo>
                    <a:pt x="1520598" y="833693"/>
                  </a:lnTo>
                  <a:lnTo>
                    <a:pt x="1521670" y="833906"/>
                  </a:lnTo>
                  <a:lnTo>
                    <a:pt x="1522741" y="834118"/>
                  </a:lnTo>
                  <a:lnTo>
                    <a:pt x="1523813" y="834328"/>
                  </a:lnTo>
                  <a:lnTo>
                    <a:pt x="1524885" y="834537"/>
                  </a:lnTo>
                  <a:lnTo>
                    <a:pt x="1525956" y="834745"/>
                  </a:lnTo>
                  <a:lnTo>
                    <a:pt x="1527028" y="834952"/>
                  </a:lnTo>
                  <a:lnTo>
                    <a:pt x="1528099" y="835157"/>
                  </a:lnTo>
                  <a:lnTo>
                    <a:pt x="1529171" y="835361"/>
                  </a:lnTo>
                  <a:lnTo>
                    <a:pt x="1530243" y="835564"/>
                  </a:lnTo>
                  <a:lnTo>
                    <a:pt x="1531314" y="835766"/>
                  </a:lnTo>
                  <a:lnTo>
                    <a:pt x="1532386" y="835967"/>
                  </a:lnTo>
                  <a:lnTo>
                    <a:pt x="1533457" y="836166"/>
                  </a:lnTo>
                  <a:lnTo>
                    <a:pt x="1534529" y="836365"/>
                  </a:lnTo>
                  <a:lnTo>
                    <a:pt x="1535601" y="836562"/>
                  </a:lnTo>
                  <a:lnTo>
                    <a:pt x="1536672" y="836758"/>
                  </a:lnTo>
                  <a:lnTo>
                    <a:pt x="1537744" y="836953"/>
                  </a:lnTo>
                  <a:lnTo>
                    <a:pt x="1538815" y="837146"/>
                  </a:lnTo>
                  <a:lnTo>
                    <a:pt x="1539887" y="837339"/>
                  </a:lnTo>
                  <a:lnTo>
                    <a:pt x="1540959" y="837530"/>
                  </a:lnTo>
                  <a:lnTo>
                    <a:pt x="1542030" y="837721"/>
                  </a:lnTo>
                  <a:lnTo>
                    <a:pt x="1543102" y="837346"/>
                  </a:lnTo>
                  <a:lnTo>
                    <a:pt x="1544173" y="836669"/>
                  </a:lnTo>
                  <a:lnTo>
                    <a:pt x="1545245" y="835995"/>
                  </a:lnTo>
                  <a:lnTo>
                    <a:pt x="1546317" y="835324"/>
                  </a:lnTo>
                  <a:lnTo>
                    <a:pt x="1547388" y="834655"/>
                  </a:lnTo>
                  <a:lnTo>
                    <a:pt x="1548460" y="833990"/>
                  </a:lnTo>
                  <a:lnTo>
                    <a:pt x="1549531" y="833327"/>
                  </a:lnTo>
                  <a:lnTo>
                    <a:pt x="1550603" y="832667"/>
                  </a:lnTo>
                  <a:lnTo>
                    <a:pt x="1551675" y="832010"/>
                  </a:lnTo>
                  <a:lnTo>
                    <a:pt x="1552746" y="831355"/>
                  </a:lnTo>
                  <a:lnTo>
                    <a:pt x="1553818" y="830703"/>
                  </a:lnTo>
                  <a:lnTo>
                    <a:pt x="1554889" y="830054"/>
                  </a:lnTo>
                  <a:lnTo>
                    <a:pt x="1555961" y="829407"/>
                  </a:lnTo>
                  <a:lnTo>
                    <a:pt x="1557033" y="828763"/>
                  </a:lnTo>
                  <a:lnTo>
                    <a:pt x="1558104" y="828122"/>
                  </a:lnTo>
                  <a:lnTo>
                    <a:pt x="1559176" y="827483"/>
                  </a:lnTo>
                  <a:lnTo>
                    <a:pt x="1560247" y="826847"/>
                  </a:lnTo>
                  <a:lnTo>
                    <a:pt x="1561319" y="826213"/>
                  </a:lnTo>
                  <a:lnTo>
                    <a:pt x="1562391" y="825582"/>
                  </a:lnTo>
                  <a:lnTo>
                    <a:pt x="1563462" y="824953"/>
                  </a:lnTo>
                  <a:lnTo>
                    <a:pt x="1564534" y="824326"/>
                  </a:lnTo>
                  <a:lnTo>
                    <a:pt x="1565605" y="823702"/>
                  </a:lnTo>
                  <a:lnTo>
                    <a:pt x="1566677" y="823081"/>
                  </a:lnTo>
                  <a:lnTo>
                    <a:pt x="1567749" y="822462"/>
                  </a:lnTo>
                  <a:lnTo>
                    <a:pt x="1568820" y="821845"/>
                  </a:lnTo>
                  <a:lnTo>
                    <a:pt x="1569892" y="821230"/>
                  </a:lnTo>
                  <a:lnTo>
                    <a:pt x="1570963" y="820618"/>
                  </a:lnTo>
                  <a:lnTo>
                    <a:pt x="1572035" y="820008"/>
                  </a:lnTo>
                  <a:lnTo>
                    <a:pt x="1573107" y="819400"/>
                  </a:lnTo>
                  <a:lnTo>
                    <a:pt x="1574178" y="818794"/>
                  </a:lnTo>
                  <a:lnTo>
                    <a:pt x="1575250" y="818191"/>
                  </a:lnTo>
                  <a:lnTo>
                    <a:pt x="1576321" y="817590"/>
                  </a:lnTo>
                  <a:lnTo>
                    <a:pt x="1577393" y="816991"/>
                  </a:lnTo>
                  <a:lnTo>
                    <a:pt x="1578465" y="816394"/>
                  </a:lnTo>
                  <a:lnTo>
                    <a:pt x="1579536" y="815799"/>
                  </a:lnTo>
                  <a:lnTo>
                    <a:pt x="1580608" y="815206"/>
                  </a:lnTo>
                  <a:lnTo>
                    <a:pt x="1581679" y="814615"/>
                  </a:lnTo>
                  <a:lnTo>
                    <a:pt x="1582751" y="814026"/>
                  </a:lnTo>
                  <a:lnTo>
                    <a:pt x="1583823" y="813439"/>
                  </a:lnTo>
                  <a:lnTo>
                    <a:pt x="1584894" y="812854"/>
                  </a:lnTo>
                  <a:lnTo>
                    <a:pt x="1585966" y="812271"/>
                  </a:lnTo>
                  <a:lnTo>
                    <a:pt x="1587037" y="811690"/>
                  </a:lnTo>
                  <a:lnTo>
                    <a:pt x="1588109" y="811111"/>
                  </a:lnTo>
                  <a:lnTo>
                    <a:pt x="1589181" y="810534"/>
                  </a:lnTo>
                  <a:lnTo>
                    <a:pt x="1590252" y="809958"/>
                  </a:lnTo>
                  <a:lnTo>
                    <a:pt x="1591324" y="809384"/>
                  </a:lnTo>
                  <a:lnTo>
                    <a:pt x="1592395" y="808812"/>
                  </a:lnTo>
                  <a:lnTo>
                    <a:pt x="1593467" y="808242"/>
                  </a:lnTo>
                  <a:lnTo>
                    <a:pt x="1594539" y="807674"/>
                  </a:lnTo>
                  <a:lnTo>
                    <a:pt x="1595610" y="807107"/>
                  </a:lnTo>
                  <a:lnTo>
                    <a:pt x="1596682" y="806542"/>
                  </a:lnTo>
                  <a:lnTo>
                    <a:pt x="1597753" y="805978"/>
                  </a:lnTo>
                  <a:lnTo>
                    <a:pt x="1598825" y="805416"/>
                  </a:lnTo>
                  <a:lnTo>
                    <a:pt x="1599896" y="804856"/>
                  </a:lnTo>
                  <a:lnTo>
                    <a:pt x="1600968" y="804297"/>
                  </a:lnTo>
                  <a:lnTo>
                    <a:pt x="1602040" y="803740"/>
                  </a:lnTo>
                  <a:lnTo>
                    <a:pt x="1603111" y="803185"/>
                  </a:lnTo>
                  <a:lnTo>
                    <a:pt x="1604183" y="802630"/>
                  </a:lnTo>
                  <a:lnTo>
                    <a:pt x="1605254" y="802078"/>
                  </a:lnTo>
                  <a:lnTo>
                    <a:pt x="1606326" y="801526"/>
                  </a:lnTo>
                  <a:lnTo>
                    <a:pt x="1607398" y="800977"/>
                  </a:lnTo>
                  <a:lnTo>
                    <a:pt x="1608469" y="800428"/>
                  </a:lnTo>
                  <a:lnTo>
                    <a:pt x="1609541" y="799881"/>
                  </a:lnTo>
                  <a:lnTo>
                    <a:pt x="1610612" y="799335"/>
                  </a:lnTo>
                  <a:lnTo>
                    <a:pt x="1611684" y="798791"/>
                  </a:lnTo>
                  <a:lnTo>
                    <a:pt x="1612756" y="798248"/>
                  </a:lnTo>
                  <a:lnTo>
                    <a:pt x="1613827" y="797706"/>
                  </a:lnTo>
                  <a:lnTo>
                    <a:pt x="1614899" y="797165"/>
                  </a:lnTo>
                  <a:lnTo>
                    <a:pt x="1615970" y="796626"/>
                  </a:lnTo>
                  <a:lnTo>
                    <a:pt x="1617042" y="796087"/>
                  </a:lnTo>
                  <a:lnTo>
                    <a:pt x="1618114" y="795550"/>
                  </a:lnTo>
                  <a:lnTo>
                    <a:pt x="1619185" y="795014"/>
                  </a:lnTo>
                  <a:lnTo>
                    <a:pt x="1620257" y="794479"/>
                  </a:lnTo>
                  <a:lnTo>
                    <a:pt x="1621328" y="793946"/>
                  </a:lnTo>
                  <a:lnTo>
                    <a:pt x="1622400" y="793413"/>
                  </a:lnTo>
                  <a:lnTo>
                    <a:pt x="1623472" y="792881"/>
                  </a:lnTo>
                  <a:lnTo>
                    <a:pt x="1624543" y="792351"/>
                  </a:lnTo>
                  <a:lnTo>
                    <a:pt x="1625615" y="791821"/>
                  </a:lnTo>
                  <a:lnTo>
                    <a:pt x="1626686" y="791292"/>
                  </a:lnTo>
                  <a:lnTo>
                    <a:pt x="1627758" y="790765"/>
                  </a:lnTo>
                  <a:lnTo>
                    <a:pt x="1628830" y="790238"/>
                  </a:lnTo>
                  <a:lnTo>
                    <a:pt x="1629901" y="789712"/>
                  </a:lnTo>
                  <a:lnTo>
                    <a:pt x="1630973" y="789187"/>
                  </a:lnTo>
                  <a:lnTo>
                    <a:pt x="1632044" y="788663"/>
                  </a:lnTo>
                  <a:lnTo>
                    <a:pt x="1633116" y="788139"/>
                  </a:lnTo>
                  <a:lnTo>
                    <a:pt x="1634188" y="787617"/>
                  </a:lnTo>
                  <a:lnTo>
                    <a:pt x="1635259" y="787095"/>
                  </a:lnTo>
                  <a:lnTo>
                    <a:pt x="1636331" y="786574"/>
                  </a:lnTo>
                  <a:lnTo>
                    <a:pt x="1637402" y="786054"/>
                  </a:lnTo>
                  <a:lnTo>
                    <a:pt x="1638474" y="785534"/>
                  </a:lnTo>
                  <a:lnTo>
                    <a:pt x="1639546" y="785015"/>
                  </a:lnTo>
                  <a:lnTo>
                    <a:pt x="1640617" y="784497"/>
                  </a:lnTo>
                  <a:lnTo>
                    <a:pt x="1641689" y="783980"/>
                  </a:lnTo>
                  <a:lnTo>
                    <a:pt x="1642760" y="783463"/>
                  </a:lnTo>
                  <a:lnTo>
                    <a:pt x="1643832" y="782946"/>
                  </a:lnTo>
                  <a:lnTo>
                    <a:pt x="1644904" y="782431"/>
                  </a:lnTo>
                  <a:lnTo>
                    <a:pt x="1645975" y="781915"/>
                  </a:lnTo>
                  <a:lnTo>
                    <a:pt x="1647047" y="781401"/>
                  </a:lnTo>
                  <a:lnTo>
                    <a:pt x="1648118" y="780887"/>
                  </a:lnTo>
                  <a:lnTo>
                    <a:pt x="1649190" y="780373"/>
                  </a:lnTo>
                  <a:lnTo>
                    <a:pt x="1650262" y="779860"/>
                  </a:lnTo>
                  <a:lnTo>
                    <a:pt x="1651333" y="779347"/>
                  </a:lnTo>
                  <a:lnTo>
                    <a:pt x="1652405" y="778835"/>
                  </a:lnTo>
                  <a:lnTo>
                    <a:pt x="1653476" y="778323"/>
                  </a:lnTo>
                  <a:lnTo>
                    <a:pt x="1654548" y="777812"/>
                  </a:lnTo>
                  <a:lnTo>
                    <a:pt x="1655620" y="777301"/>
                  </a:lnTo>
                  <a:lnTo>
                    <a:pt x="1656691" y="776790"/>
                  </a:lnTo>
                  <a:lnTo>
                    <a:pt x="1657763" y="776280"/>
                  </a:lnTo>
                  <a:lnTo>
                    <a:pt x="1658834" y="775769"/>
                  </a:lnTo>
                  <a:lnTo>
                    <a:pt x="1659906" y="775260"/>
                  </a:lnTo>
                  <a:lnTo>
                    <a:pt x="1660978" y="774750"/>
                  </a:lnTo>
                  <a:lnTo>
                    <a:pt x="1662049" y="774241"/>
                  </a:lnTo>
                  <a:lnTo>
                    <a:pt x="1663121" y="773732"/>
                  </a:lnTo>
                  <a:lnTo>
                    <a:pt x="1664192" y="773223"/>
                  </a:lnTo>
                  <a:lnTo>
                    <a:pt x="1665264" y="772715"/>
                  </a:lnTo>
                  <a:lnTo>
                    <a:pt x="1666336" y="772206"/>
                  </a:lnTo>
                  <a:lnTo>
                    <a:pt x="1667407" y="771698"/>
                  </a:lnTo>
                  <a:lnTo>
                    <a:pt x="1668479" y="771190"/>
                  </a:lnTo>
                  <a:lnTo>
                    <a:pt x="1669550" y="770682"/>
                  </a:lnTo>
                  <a:lnTo>
                    <a:pt x="1670622" y="770174"/>
                  </a:lnTo>
                  <a:lnTo>
                    <a:pt x="1671694" y="769667"/>
                  </a:lnTo>
                  <a:lnTo>
                    <a:pt x="1672765" y="769159"/>
                  </a:lnTo>
                  <a:lnTo>
                    <a:pt x="1673837" y="768651"/>
                  </a:lnTo>
                  <a:lnTo>
                    <a:pt x="1674908" y="768144"/>
                  </a:lnTo>
                  <a:lnTo>
                    <a:pt x="1675980" y="767636"/>
                  </a:lnTo>
                  <a:lnTo>
                    <a:pt x="1677052" y="767129"/>
                  </a:lnTo>
                  <a:lnTo>
                    <a:pt x="1678123" y="766621"/>
                  </a:lnTo>
                  <a:lnTo>
                    <a:pt x="1679195" y="766114"/>
                  </a:lnTo>
                  <a:lnTo>
                    <a:pt x="1680266" y="765606"/>
                  </a:lnTo>
                  <a:lnTo>
                    <a:pt x="1681338" y="765099"/>
                  </a:lnTo>
                  <a:lnTo>
                    <a:pt x="1682410" y="764591"/>
                  </a:lnTo>
                  <a:lnTo>
                    <a:pt x="1683481" y="764083"/>
                  </a:lnTo>
                  <a:lnTo>
                    <a:pt x="1684553" y="763575"/>
                  </a:lnTo>
                  <a:lnTo>
                    <a:pt x="1685624" y="763067"/>
                  </a:lnTo>
                  <a:lnTo>
                    <a:pt x="1686696" y="762559"/>
                  </a:lnTo>
                  <a:lnTo>
                    <a:pt x="1687768" y="762051"/>
                  </a:lnTo>
                  <a:lnTo>
                    <a:pt x="1688839" y="761542"/>
                  </a:lnTo>
                  <a:lnTo>
                    <a:pt x="1689911" y="761034"/>
                  </a:lnTo>
                  <a:lnTo>
                    <a:pt x="1690982" y="760525"/>
                  </a:lnTo>
                  <a:lnTo>
                    <a:pt x="1692054" y="760016"/>
                  </a:lnTo>
                  <a:lnTo>
                    <a:pt x="1693126" y="759507"/>
                  </a:lnTo>
                  <a:lnTo>
                    <a:pt x="1694197" y="758998"/>
                  </a:lnTo>
                  <a:lnTo>
                    <a:pt x="1695269" y="758488"/>
                  </a:lnTo>
                  <a:lnTo>
                    <a:pt x="1696340" y="757978"/>
                  </a:lnTo>
                  <a:lnTo>
                    <a:pt x="1697412" y="757468"/>
                  </a:lnTo>
                  <a:lnTo>
                    <a:pt x="1698484" y="756958"/>
                  </a:lnTo>
                  <a:lnTo>
                    <a:pt x="1699555" y="756447"/>
                  </a:lnTo>
                  <a:lnTo>
                    <a:pt x="1700627" y="755936"/>
                  </a:lnTo>
                  <a:lnTo>
                    <a:pt x="1701698" y="755425"/>
                  </a:lnTo>
                  <a:lnTo>
                    <a:pt x="1702770" y="754913"/>
                  </a:lnTo>
                  <a:lnTo>
                    <a:pt x="1703842" y="754401"/>
                  </a:lnTo>
                  <a:lnTo>
                    <a:pt x="1704913" y="753889"/>
                  </a:lnTo>
                  <a:lnTo>
                    <a:pt x="1705985" y="753376"/>
                  </a:lnTo>
                  <a:lnTo>
                    <a:pt x="1707056" y="752863"/>
                  </a:lnTo>
                  <a:lnTo>
                    <a:pt x="1708128" y="752350"/>
                  </a:lnTo>
                  <a:lnTo>
                    <a:pt x="1709200" y="751836"/>
                  </a:lnTo>
                  <a:lnTo>
                    <a:pt x="1710271" y="751322"/>
                  </a:lnTo>
                  <a:lnTo>
                    <a:pt x="1711343" y="750807"/>
                  </a:lnTo>
                  <a:lnTo>
                    <a:pt x="1712414" y="750292"/>
                  </a:lnTo>
                  <a:lnTo>
                    <a:pt x="1713486" y="749777"/>
                  </a:lnTo>
                  <a:lnTo>
                    <a:pt x="1714558" y="749261"/>
                  </a:lnTo>
                  <a:lnTo>
                    <a:pt x="1715629" y="748744"/>
                  </a:lnTo>
                  <a:lnTo>
                    <a:pt x="1716701" y="748228"/>
                  </a:lnTo>
                  <a:lnTo>
                    <a:pt x="1717772" y="747710"/>
                  </a:lnTo>
                  <a:lnTo>
                    <a:pt x="1718844" y="747193"/>
                  </a:lnTo>
                  <a:lnTo>
                    <a:pt x="1719916" y="746674"/>
                  </a:lnTo>
                  <a:lnTo>
                    <a:pt x="1720987" y="746156"/>
                  </a:lnTo>
                  <a:lnTo>
                    <a:pt x="1722059" y="745636"/>
                  </a:lnTo>
                  <a:lnTo>
                    <a:pt x="1723130" y="745117"/>
                  </a:lnTo>
                  <a:lnTo>
                    <a:pt x="1724202" y="744597"/>
                  </a:lnTo>
                  <a:lnTo>
                    <a:pt x="1725274" y="744076"/>
                  </a:lnTo>
                  <a:lnTo>
                    <a:pt x="1726345" y="743555"/>
                  </a:lnTo>
                  <a:lnTo>
                    <a:pt x="1727417" y="743033"/>
                  </a:lnTo>
                  <a:lnTo>
                    <a:pt x="1728488" y="742510"/>
                  </a:lnTo>
                  <a:lnTo>
                    <a:pt x="1729560" y="741987"/>
                  </a:lnTo>
                  <a:lnTo>
                    <a:pt x="1730632" y="741464"/>
                  </a:lnTo>
                  <a:lnTo>
                    <a:pt x="1731703" y="740940"/>
                  </a:lnTo>
                  <a:lnTo>
                    <a:pt x="1732775" y="740415"/>
                  </a:lnTo>
                  <a:lnTo>
                    <a:pt x="1733846" y="739890"/>
                  </a:lnTo>
                  <a:lnTo>
                    <a:pt x="1734918" y="739364"/>
                  </a:lnTo>
                  <a:lnTo>
                    <a:pt x="1735990" y="738838"/>
                  </a:lnTo>
                  <a:lnTo>
                    <a:pt x="1737061" y="738311"/>
                  </a:lnTo>
                  <a:lnTo>
                    <a:pt x="1738133" y="737784"/>
                  </a:lnTo>
                  <a:lnTo>
                    <a:pt x="1739204" y="737256"/>
                  </a:lnTo>
                  <a:lnTo>
                    <a:pt x="1740276" y="736727"/>
                  </a:lnTo>
                  <a:lnTo>
                    <a:pt x="1741348" y="736197"/>
                  </a:lnTo>
                  <a:lnTo>
                    <a:pt x="1742419" y="735667"/>
                  </a:lnTo>
                  <a:lnTo>
                    <a:pt x="1743491" y="735137"/>
                  </a:lnTo>
                  <a:lnTo>
                    <a:pt x="1744562" y="734606"/>
                  </a:lnTo>
                  <a:lnTo>
                    <a:pt x="1745634" y="734074"/>
                  </a:lnTo>
                  <a:lnTo>
                    <a:pt x="1746706" y="733541"/>
                  </a:lnTo>
                  <a:lnTo>
                    <a:pt x="1747777" y="733008"/>
                  </a:lnTo>
                  <a:lnTo>
                    <a:pt x="1748849" y="732474"/>
                  </a:lnTo>
                  <a:lnTo>
                    <a:pt x="1749920" y="731940"/>
                  </a:lnTo>
                  <a:lnTo>
                    <a:pt x="1750992" y="731405"/>
                  </a:lnTo>
                  <a:lnTo>
                    <a:pt x="1752064" y="730869"/>
                  </a:lnTo>
                  <a:lnTo>
                    <a:pt x="1753135" y="730333"/>
                  </a:lnTo>
                  <a:lnTo>
                    <a:pt x="1754207" y="729796"/>
                  </a:lnTo>
                  <a:lnTo>
                    <a:pt x="1755278" y="729258"/>
                  </a:lnTo>
                  <a:lnTo>
                    <a:pt x="1756350" y="728719"/>
                  </a:lnTo>
                  <a:lnTo>
                    <a:pt x="1757422" y="728180"/>
                  </a:lnTo>
                  <a:lnTo>
                    <a:pt x="1758493" y="727641"/>
                  </a:lnTo>
                  <a:lnTo>
                    <a:pt x="1759565" y="727100"/>
                  </a:lnTo>
                  <a:lnTo>
                    <a:pt x="1760636" y="726559"/>
                  </a:lnTo>
                  <a:lnTo>
                    <a:pt x="1761708" y="726017"/>
                  </a:lnTo>
                  <a:lnTo>
                    <a:pt x="1762780" y="725475"/>
                  </a:lnTo>
                  <a:lnTo>
                    <a:pt x="1763851" y="724932"/>
                  </a:lnTo>
                  <a:lnTo>
                    <a:pt x="1764923" y="724388"/>
                  </a:lnTo>
                  <a:lnTo>
                    <a:pt x="1765994" y="723843"/>
                  </a:lnTo>
                  <a:lnTo>
                    <a:pt x="1767066" y="723298"/>
                  </a:lnTo>
                  <a:lnTo>
                    <a:pt x="1768138" y="722752"/>
                  </a:lnTo>
                  <a:lnTo>
                    <a:pt x="1769209" y="722206"/>
                  </a:lnTo>
                  <a:lnTo>
                    <a:pt x="1770281" y="721658"/>
                  </a:lnTo>
                  <a:lnTo>
                    <a:pt x="1771352" y="721110"/>
                  </a:lnTo>
                  <a:lnTo>
                    <a:pt x="1772424" y="720562"/>
                  </a:lnTo>
                  <a:lnTo>
                    <a:pt x="1773496" y="720012"/>
                  </a:lnTo>
                  <a:lnTo>
                    <a:pt x="1774567" y="719462"/>
                  </a:lnTo>
                  <a:lnTo>
                    <a:pt x="1775639" y="718912"/>
                  </a:lnTo>
                  <a:lnTo>
                    <a:pt x="1776710" y="718360"/>
                  </a:lnTo>
                  <a:lnTo>
                    <a:pt x="1777782" y="717808"/>
                  </a:lnTo>
                  <a:lnTo>
                    <a:pt x="1778853" y="717255"/>
                  </a:lnTo>
                  <a:lnTo>
                    <a:pt x="1779925" y="716702"/>
                  </a:lnTo>
                  <a:lnTo>
                    <a:pt x="1780997" y="716147"/>
                  </a:lnTo>
                  <a:lnTo>
                    <a:pt x="1782068" y="715593"/>
                  </a:lnTo>
                  <a:lnTo>
                    <a:pt x="1783140" y="715037"/>
                  </a:lnTo>
                  <a:lnTo>
                    <a:pt x="1784211" y="714481"/>
                  </a:lnTo>
                  <a:lnTo>
                    <a:pt x="1785283" y="713924"/>
                  </a:lnTo>
                  <a:lnTo>
                    <a:pt x="1786355" y="713366"/>
                  </a:lnTo>
                  <a:lnTo>
                    <a:pt x="1787426" y="712808"/>
                  </a:lnTo>
                  <a:lnTo>
                    <a:pt x="1788498" y="712249"/>
                  </a:lnTo>
                  <a:lnTo>
                    <a:pt x="1789569" y="711689"/>
                  </a:lnTo>
                  <a:lnTo>
                    <a:pt x="1790641" y="711128"/>
                  </a:lnTo>
                  <a:lnTo>
                    <a:pt x="1791713" y="710567"/>
                  </a:lnTo>
                  <a:lnTo>
                    <a:pt x="1792784" y="710006"/>
                  </a:lnTo>
                  <a:lnTo>
                    <a:pt x="1793856" y="709443"/>
                  </a:lnTo>
                  <a:lnTo>
                    <a:pt x="1794927" y="708880"/>
                  </a:lnTo>
                  <a:lnTo>
                    <a:pt x="1795999" y="708316"/>
                  </a:lnTo>
                  <a:lnTo>
                    <a:pt x="1797071" y="707752"/>
                  </a:lnTo>
                  <a:lnTo>
                    <a:pt x="1798142" y="707186"/>
                  </a:lnTo>
                  <a:lnTo>
                    <a:pt x="1799214" y="706621"/>
                  </a:lnTo>
                  <a:lnTo>
                    <a:pt x="1800285" y="706054"/>
                  </a:lnTo>
                  <a:lnTo>
                    <a:pt x="1801357" y="705487"/>
                  </a:lnTo>
                  <a:lnTo>
                    <a:pt x="1802429" y="704919"/>
                  </a:lnTo>
                  <a:lnTo>
                    <a:pt x="1803500" y="704351"/>
                  </a:lnTo>
                  <a:lnTo>
                    <a:pt x="1804572" y="703781"/>
                  </a:lnTo>
                  <a:lnTo>
                    <a:pt x="1805643" y="703212"/>
                  </a:lnTo>
                  <a:lnTo>
                    <a:pt x="1806715" y="702641"/>
                  </a:lnTo>
                  <a:lnTo>
                    <a:pt x="1807787" y="702070"/>
                  </a:lnTo>
                  <a:lnTo>
                    <a:pt x="1808858" y="701498"/>
                  </a:lnTo>
                  <a:lnTo>
                    <a:pt x="1809930" y="700926"/>
                  </a:lnTo>
                  <a:lnTo>
                    <a:pt x="1811001" y="700353"/>
                  </a:lnTo>
                  <a:lnTo>
                    <a:pt x="1812073" y="699779"/>
                  </a:lnTo>
                  <a:lnTo>
                    <a:pt x="1813145" y="699205"/>
                  </a:lnTo>
                  <a:lnTo>
                    <a:pt x="1814216" y="698630"/>
                  </a:lnTo>
                  <a:lnTo>
                    <a:pt x="1815288" y="698054"/>
                  </a:lnTo>
                  <a:lnTo>
                    <a:pt x="1816359" y="697478"/>
                  </a:lnTo>
                  <a:lnTo>
                    <a:pt x="1817431" y="696901"/>
                  </a:lnTo>
                  <a:lnTo>
                    <a:pt x="1818503" y="696324"/>
                  </a:lnTo>
                  <a:lnTo>
                    <a:pt x="1819574" y="695746"/>
                  </a:lnTo>
                  <a:lnTo>
                    <a:pt x="1820646" y="695167"/>
                  </a:lnTo>
                  <a:lnTo>
                    <a:pt x="1821717" y="694588"/>
                  </a:lnTo>
                  <a:lnTo>
                    <a:pt x="1822789" y="694008"/>
                  </a:lnTo>
                  <a:lnTo>
                    <a:pt x="1823861" y="693428"/>
                  </a:lnTo>
                  <a:lnTo>
                    <a:pt x="1824932" y="692847"/>
                  </a:lnTo>
                  <a:lnTo>
                    <a:pt x="1826004" y="692265"/>
                  </a:lnTo>
                  <a:lnTo>
                    <a:pt x="1827075" y="691683"/>
                  </a:lnTo>
                  <a:lnTo>
                    <a:pt x="1828147" y="691100"/>
                  </a:lnTo>
                  <a:lnTo>
                    <a:pt x="1829219" y="690517"/>
                  </a:lnTo>
                  <a:lnTo>
                    <a:pt x="1830290" y="689933"/>
                  </a:lnTo>
                  <a:lnTo>
                    <a:pt x="1831362" y="689348"/>
                  </a:lnTo>
                  <a:lnTo>
                    <a:pt x="1832433" y="688763"/>
                  </a:lnTo>
                  <a:lnTo>
                    <a:pt x="1833505" y="688178"/>
                  </a:lnTo>
                  <a:lnTo>
                    <a:pt x="1834577" y="687592"/>
                  </a:lnTo>
                  <a:lnTo>
                    <a:pt x="1835648" y="687005"/>
                  </a:lnTo>
                  <a:lnTo>
                    <a:pt x="1836720" y="686418"/>
                  </a:lnTo>
                  <a:lnTo>
                    <a:pt x="1837791" y="685830"/>
                  </a:lnTo>
                  <a:lnTo>
                    <a:pt x="1838863" y="685242"/>
                  </a:lnTo>
                  <a:lnTo>
                    <a:pt x="1839935" y="684653"/>
                  </a:lnTo>
                  <a:lnTo>
                    <a:pt x="1841006" y="684064"/>
                  </a:lnTo>
                  <a:lnTo>
                    <a:pt x="1842078" y="683474"/>
                  </a:lnTo>
                  <a:lnTo>
                    <a:pt x="1843149" y="682884"/>
                  </a:lnTo>
                  <a:lnTo>
                    <a:pt x="1844221" y="682293"/>
                  </a:lnTo>
                  <a:lnTo>
                    <a:pt x="1845293" y="681702"/>
                  </a:lnTo>
                  <a:lnTo>
                    <a:pt x="1846364" y="681110"/>
                  </a:lnTo>
                  <a:lnTo>
                    <a:pt x="1847436" y="680518"/>
                  </a:lnTo>
                  <a:lnTo>
                    <a:pt x="1848507" y="679925"/>
                  </a:lnTo>
                  <a:lnTo>
                    <a:pt x="1849579" y="679332"/>
                  </a:lnTo>
                  <a:lnTo>
                    <a:pt x="1850651" y="678738"/>
                  </a:lnTo>
                  <a:lnTo>
                    <a:pt x="1851722" y="678144"/>
                  </a:lnTo>
                  <a:lnTo>
                    <a:pt x="1852794" y="677549"/>
                  </a:lnTo>
                  <a:lnTo>
                    <a:pt x="1853865" y="676954"/>
                  </a:lnTo>
                  <a:lnTo>
                    <a:pt x="1854937" y="676359"/>
                  </a:lnTo>
                  <a:lnTo>
                    <a:pt x="1856009" y="675763"/>
                  </a:lnTo>
                  <a:lnTo>
                    <a:pt x="1857080" y="675167"/>
                  </a:lnTo>
                  <a:lnTo>
                    <a:pt x="1858152" y="674570"/>
                  </a:lnTo>
                  <a:lnTo>
                    <a:pt x="1859223" y="673973"/>
                  </a:lnTo>
                  <a:lnTo>
                    <a:pt x="1860295" y="673375"/>
                  </a:lnTo>
                  <a:lnTo>
                    <a:pt x="1861367" y="672777"/>
                  </a:lnTo>
                  <a:lnTo>
                    <a:pt x="1862438" y="672179"/>
                  </a:lnTo>
                  <a:lnTo>
                    <a:pt x="1863510" y="671580"/>
                  </a:lnTo>
                  <a:lnTo>
                    <a:pt x="1864581" y="670981"/>
                  </a:lnTo>
                  <a:lnTo>
                    <a:pt x="1865653" y="670382"/>
                  </a:lnTo>
                  <a:lnTo>
                    <a:pt x="1866725" y="669782"/>
                  </a:lnTo>
                  <a:lnTo>
                    <a:pt x="1867796" y="669181"/>
                  </a:lnTo>
                  <a:lnTo>
                    <a:pt x="1868868" y="668581"/>
                  </a:lnTo>
                  <a:lnTo>
                    <a:pt x="1869939" y="667980"/>
                  </a:lnTo>
                  <a:lnTo>
                    <a:pt x="1871011" y="667379"/>
                  </a:lnTo>
                  <a:lnTo>
                    <a:pt x="1872083" y="666777"/>
                  </a:lnTo>
                  <a:lnTo>
                    <a:pt x="1873154" y="666175"/>
                  </a:lnTo>
                  <a:lnTo>
                    <a:pt x="1874226" y="665573"/>
                  </a:lnTo>
                  <a:lnTo>
                    <a:pt x="1875297" y="664971"/>
                  </a:lnTo>
                  <a:lnTo>
                    <a:pt x="1876369" y="664368"/>
                  </a:lnTo>
                  <a:lnTo>
                    <a:pt x="1877441" y="663765"/>
                  </a:lnTo>
                  <a:lnTo>
                    <a:pt x="1878512" y="663161"/>
                  </a:lnTo>
                  <a:lnTo>
                    <a:pt x="1879584" y="662557"/>
                  </a:lnTo>
                  <a:lnTo>
                    <a:pt x="1880655" y="661954"/>
                  </a:lnTo>
                  <a:lnTo>
                    <a:pt x="1881727" y="661349"/>
                  </a:lnTo>
                  <a:lnTo>
                    <a:pt x="1882799" y="660745"/>
                  </a:lnTo>
                  <a:lnTo>
                    <a:pt x="1883870" y="660140"/>
                  </a:lnTo>
                  <a:lnTo>
                    <a:pt x="1884942" y="659535"/>
                  </a:lnTo>
                  <a:lnTo>
                    <a:pt x="1886013" y="658930"/>
                  </a:lnTo>
                  <a:lnTo>
                    <a:pt x="1887085" y="658324"/>
                  </a:lnTo>
                  <a:lnTo>
                    <a:pt x="1888157" y="657719"/>
                  </a:lnTo>
                  <a:lnTo>
                    <a:pt x="1889228" y="657113"/>
                  </a:lnTo>
                  <a:lnTo>
                    <a:pt x="1890300" y="656507"/>
                  </a:lnTo>
                  <a:lnTo>
                    <a:pt x="1891371" y="655901"/>
                  </a:lnTo>
                  <a:lnTo>
                    <a:pt x="1892443" y="655294"/>
                  </a:lnTo>
                  <a:lnTo>
                    <a:pt x="1893515" y="654688"/>
                  </a:lnTo>
                  <a:lnTo>
                    <a:pt x="1894586" y="654081"/>
                  </a:lnTo>
                  <a:lnTo>
                    <a:pt x="1895658" y="653474"/>
                  </a:lnTo>
                  <a:lnTo>
                    <a:pt x="1896729" y="652867"/>
                  </a:lnTo>
                  <a:lnTo>
                    <a:pt x="1897801" y="652259"/>
                  </a:lnTo>
                  <a:lnTo>
                    <a:pt x="1898873" y="651652"/>
                  </a:lnTo>
                  <a:lnTo>
                    <a:pt x="1899944" y="651045"/>
                  </a:lnTo>
                  <a:lnTo>
                    <a:pt x="1901016" y="650437"/>
                  </a:lnTo>
                  <a:lnTo>
                    <a:pt x="1902087" y="649829"/>
                  </a:lnTo>
                  <a:lnTo>
                    <a:pt x="1903159" y="649221"/>
                  </a:lnTo>
                  <a:lnTo>
                    <a:pt x="1904231" y="648613"/>
                  </a:lnTo>
                  <a:lnTo>
                    <a:pt x="1905302" y="648005"/>
                  </a:lnTo>
                  <a:lnTo>
                    <a:pt x="1906374" y="647397"/>
                  </a:lnTo>
                  <a:lnTo>
                    <a:pt x="1907445" y="646789"/>
                  </a:lnTo>
                  <a:lnTo>
                    <a:pt x="1908517" y="646181"/>
                  </a:lnTo>
                  <a:lnTo>
                    <a:pt x="1909589" y="645572"/>
                  </a:lnTo>
                  <a:lnTo>
                    <a:pt x="1910660" y="644964"/>
                  </a:lnTo>
                  <a:lnTo>
                    <a:pt x="1911732" y="644356"/>
                  </a:lnTo>
                  <a:lnTo>
                    <a:pt x="1912803" y="643747"/>
                  </a:lnTo>
                  <a:lnTo>
                    <a:pt x="1913875" y="643139"/>
                  </a:lnTo>
                  <a:lnTo>
                    <a:pt x="1914947" y="642530"/>
                  </a:lnTo>
                  <a:lnTo>
                    <a:pt x="1916018" y="641922"/>
                  </a:lnTo>
                  <a:lnTo>
                    <a:pt x="1917090" y="641313"/>
                  </a:lnTo>
                  <a:lnTo>
                    <a:pt x="1918161" y="640705"/>
                  </a:lnTo>
                  <a:lnTo>
                    <a:pt x="1919233" y="640096"/>
                  </a:lnTo>
                  <a:lnTo>
                    <a:pt x="1920305" y="639488"/>
                  </a:lnTo>
                  <a:lnTo>
                    <a:pt x="1921376" y="638880"/>
                  </a:lnTo>
                  <a:lnTo>
                    <a:pt x="1922448" y="638271"/>
                  </a:lnTo>
                  <a:lnTo>
                    <a:pt x="1923519" y="637663"/>
                  </a:lnTo>
                  <a:lnTo>
                    <a:pt x="1924591" y="637055"/>
                  </a:lnTo>
                  <a:lnTo>
                    <a:pt x="1925663" y="636447"/>
                  </a:lnTo>
                  <a:lnTo>
                    <a:pt x="1926734" y="635839"/>
                  </a:lnTo>
                  <a:lnTo>
                    <a:pt x="1927806" y="635231"/>
                  </a:lnTo>
                  <a:lnTo>
                    <a:pt x="1928877" y="634623"/>
                  </a:lnTo>
                  <a:lnTo>
                    <a:pt x="1929949" y="634016"/>
                  </a:lnTo>
                  <a:lnTo>
                    <a:pt x="1931021" y="633408"/>
                  </a:lnTo>
                  <a:lnTo>
                    <a:pt x="1932092" y="632801"/>
                  </a:lnTo>
                  <a:lnTo>
                    <a:pt x="1933164" y="632193"/>
                  </a:lnTo>
                  <a:lnTo>
                    <a:pt x="1934235" y="631586"/>
                  </a:lnTo>
                  <a:lnTo>
                    <a:pt x="1935307" y="630979"/>
                  </a:lnTo>
                  <a:lnTo>
                    <a:pt x="1936379" y="630373"/>
                  </a:lnTo>
                  <a:lnTo>
                    <a:pt x="1937450" y="629766"/>
                  </a:lnTo>
                  <a:lnTo>
                    <a:pt x="1938522" y="629159"/>
                  </a:lnTo>
                  <a:lnTo>
                    <a:pt x="1939593" y="628553"/>
                  </a:lnTo>
                  <a:lnTo>
                    <a:pt x="1940665" y="627947"/>
                  </a:lnTo>
                  <a:lnTo>
                    <a:pt x="1941737" y="627341"/>
                  </a:lnTo>
                  <a:lnTo>
                    <a:pt x="1942808" y="626736"/>
                  </a:lnTo>
                  <a:lnTo>
                    <a:pt x="1943880" y="626131"/>
                  </a:lnTo>
                  <a:lnTo>
                    <a:pt x="1944951" y="625525"/>
                  </a:lnTo>
                  <a:lnTo>
                    <a:pt x="1946023" y="624921"/>
                  </a:lnTo>
                  <a:lnTo>
                    <a:pt x="1947095" y="624316"/>
                  </a:lnTo>
                  <a:lnTo>
                    <a:pt x="1948166" y="623712"/>
                  </a:lnTo>
                  <a:lnTo>
                    <a:pt x="1949238" y="623108"/>
                  </a:lnTo>
                  <a:lnTo>
                    <a:pt x="1950309" y="622504"/>
                  </a:lnTo>
                  <a:lnTo>
                    <a:pt x="1951381" y="621901"/>
                  </a:lnTo>
                  <a:lnTo>
                    <a:pt x="1952453" y="621297"/>
                  </a:lnTo>
                  <a:lnTo>
                    <a:pt x="1953524" y="620695"/>
                  </a:lnTo>
                  <a:lnTo>
                    <a:pt x="1954596" y="620092"/>
                  </a:lnTo>
                  <a:lnTo>
                    <a:pt x="1955667" y="619490"/>
                  </a:lnTo>
                  <a:lnTo>
                    <a:pt x="1956739" y="618888"/>
                  </a:lnTo>
                  <a:lnTo>
                    <a:pt x="1957810" y="618287"/>
                  </a:lnTo>
                  <a:lnTo>
                    <a:pt x="1958882" y="617686"/>
                  </a:lnTo>
                  <a:lnTo>
                    <a:pt x="1959954" y="617085"/>
                  </a:lnTo>
                  <a:lnTo>
                    <a:pt x="1961025" y="616485"/>
                  </a:lnTo>
                  <a:lnTo>
                    <a:pt x="1962097" y="615885"/>
                  </a:lnTo>
                  <a:lnTo>
                    <a:pt x="1963168" y="615286"/>
                  </a:lnTo>
                  <a:lnTo>
                    <a:pt x="1964240" y="614687"/>
                  </a:lnTo>
                  <a:lnTo>
                    <a:pt x="1965312" y="614088"/>
                  </a:lnTo>
                  <a:lnTo>
                    <a:pt x="1966383" y="613490"/>
                  </a:lnTo>
                  <a:lnTo>
                    <a:pt x="1967455" y="612892"/>
                  </a:lnTo>
                  <a:lnTo>
                    <a:pt x="1968526" y="612295"/>
                  </a:lnTo>
                  <a:lnTo>
                    <a:pt x="1969598" y="611698"/>
                  </a:lnTo>
                  <a:lnTo>
                    <a:pt x="1970670" y="611102"/>
                  </a:lnTo>
                  <a:lnTo>
                    <a:pt x="1971741" y="610506"/>
                  </a:lnTo>
                  <a:lnTo>
                    <a:pt x="1972813" y="609911"/>
                  </a:lnTo>
                  <a:lnTo>
                    <a:pt x="1973884" y="609316"/>
                  </a:lnTo>
                  <a:lnTo>
                    <a:pt x="1974956" y="608722"/>
                  </a:lnTo>
                  <a:lnTo>
                    <a:pt x="1976028" y="608128"/>
                  </a:lnTo>
                  <a:lnTo>
                    <a:pt x="1977099" y="607535"/>
                  </a:lnTo>
                  <a:lnTo>
                    <a:pt x="1978171" y="606942"/>
                  </a:lnTo>
                  <a:lnTo>
                    <a:pt x="1979242" y="606350"/>
                  </a:lnTo>
                  <a:lnTo>
                    <a:pt x="1980314" y="605759"/>
                  </a:lnTo>
                  <a:lnTo>
                    <a:pt x="1981386" y="605168"/>
                  </a:lnTo>
                  <a:lnTo>
                    <a:pt x="1982457" y="604578"/>
                  </a:lnTo>
                  <a:lnTo>
                    <a:pt x="1983529" y="603988"/>
                  </a:lnTo>
                  <a:lnTo>
                    <a:pt x="1984600" y="603399"/>
                  </a:lnTo>
                  <a:lnTo>
                    <a:pt x="1985672" y="602810"/>
                  </a:lnTo>
                  <a:lnTo>
                    <a:pt x="1986744" y="602223"/>
                  </a:lnTo>
                  <a:lnTo>
                    <a:pt x="1987815" y="601635"/>
                  </a:lnTo>
                  <a:lnTo>
                    <a:pt x="1988887" y="601049"/>
                  </a:lnTo>
                  <a:lnTo>
                    <a:pt x="1989958" y="600463"/>
                  </a:lnTo>
                  <a:lnTo>
                    <a:pt x="1991030" y="599878"/>
                  </a:lnTo>
                  <a:lnTo>
                    <a:pt x="1992102" y="599293"/>
                  </a:lnTo>
                  <a:lnTo>
                    <a:pt x="1993173" y="598710"/>
                  </a:lnTo>
                  <a:lnTo>
                    <a:pt x="1994245" y="598126"/>
                  </a:lnTo>
                  <a:lnTo>
                    <a:pt x="1995316" y="597544"/>
                  </a:lnTo>
                  <a:lnTo>
                    <a:pt x="1996388" y="596962"/>
                  </a:lnTo>
                  <a:lnTo>
                    <a:pt x="1997460" y="596382"/>
                  </a:lnTo>
                  <a:lnTo>
                    <a:pt x="1998531" y="595801"/>
                  </a:lnTo>
                  <a:lnTo>
                    <a:pt x="1999603" y="595222"/>
                  </a:lnTo>
                  <a:lnTo>
                    <a:pt x="2000674" y="594643"/>
                  </a:lnTo>
                  <a:lnTo>
                    <a:pt x="2001746" y="594065"/>
                  </a:lnTo>
                  <a:lnTo>
                    <a:pt x="2002818" y="593488"/>
                  </a:lnTo>
                  <a:lnTo>
                    <a:pt x="2003889" y="592912"/>
                  </a:lnTo>
                  <a:lnTo>
                    <a:pt x="2004961" y="592337"/>
                  </a:lnTo>
                  <a:lnTo>
                    <a:pt x="2006032" y="591762"/>
                  </a:lnTo>
                  <a:lnTo>
                    <a:pt x="2007104" y="591188"/>
                  </a:lnTo>
                  <a:lnTo>
                    <a:pt x="2008176" y="590615"/>
                  </a:lnTo>
                  <a:lnTo>
                    <a:pt x="2009247" y="590043"/>
                  </a:lnTo>
                  <a:lnTo>
                    <a:pt x="2010319" y="589472"/>
                  </a:lnTo>
                  <a:lnTo>
                    <a:pt x="2011390" y="588902"/>
                  </a:lnTo>
                  <a:lnTo>
                    <a:pt x="2012462" y="588332"/>
                  </a:lnTo>
                  <a:lnTo>
                    <a:pt x="2013534" y="587764"/>
                  </a:lnTo>
                  <a:lnTo>
                    <a:pt x="2014605" y="587196"/>
                  </a:lnTo>
                  <a:lnTo>
                    <a:pt x="2015677" y="586629"/>
                  </a:lnTo>
                  <a:lnTo>
                    <a:pt x="2016748" y="586064"/>
                  </a:lnTo>
                  <a:lnTo>
                    <a:pt x="2017820" y="585499"/>
                  </a:lnTo>
                  <a:lnTo>
                    <a:pt x="2018892" y="584935"/>
                  </a:lnTo>
                  <a:lnTo>
                    <a:pt x="2019963" y="584372"/>
                  </a:lnTo>
                  <a:lnTo>
                    <a:pt x="2021035" y="583810"/>
                  </a:lnTo>
                  <a:lnTo>
                    <a:pt x="2022106" y="583249"/>
                  </a:lnTo>
                  <a:lnTo>
                    <a:pt x="2023178" y="582689"/>
                  </a:lnTo>
                  <a:lnTo>
                    <a:pt x="2024250" y="582130"/>
                  </a:lnTo>
                  <a:lnTo>
                    <a:pt x="2025321" y="581572"/>
                  </a:lnTo>
                  <a:lnTo>
                    <a:pt x="2026393" y="581015"/>
                  </a:lnTo>
                  <a:lnTo>
                    <a:pt x="2027464" y="580459"/>
                  </a:lnTo>
                  <a:lnTo>
                    <a:pt x="2028536" y="579904"/>
                  </a:lnTo>
                  <a:lnTo>
                    <a:pt x="2029608" y="579350"/>
                  </a:lnTo>
                  <a:lnTo>
                    <a:pt x="2030679" y="578798"/>
                  </a:lnTo>
                  <a:lnTo>
                    <a:pt x="2031751" y="578246"/>
                  </a:lnTo>
                  <a:lnTo>
                    <a:pt x="2032822" y="577696"/>
                  </a:lnTo>
                  <a:lnTo>
                    <a:pt x="2033894" y="577146"/>
                  </a:lnTo>
                  <a:lnTo>
                    <a:pt x="2034966" y="576598"/>
                  </a:lnTo>
                  <a:lnTo>
                    <a:pt x="2036037" y="576051"/>
                  </a:lnTo>
                  <a:lnTo>
                    <a:pt x="2037109" y="575504"/>
                  </a:lnTo>
                  <a:lnTo>
                    <a:pt x="2038180" y="574960"/>
                  </a:lnTo>
                  <a:lnTo>
                    <a:pt x="2039252" y="574416"/>
                  </a:lnTo>
                  <a:lnTo>
                    <a:pt x="2040324" y="573873"/>
                  </a:lnTo>
                  <a:lnTo>
                    <a:pt x="2041395" y="573332"/>
                  </a:lnTo>
                  <a:lnTo>
                    <a:pt x="2042467" y="572792"/>
                  </a:lnTo>
                  <a:lnTo>
                    <a:pt x="2043538" y="572253"/>
                  </a:lnTo>
                  <a:lnTo>
                    <a:pt x="2044610" y="571715"/>
                  </a:lnTo>
                  <a:lnTo>
                    <a:pt x="2045682" y="571178"/>
                  </a:lnTo>
                  <a:lnTo>
                    <a:pt x="2046753" y="570643"/>
                  </a:lnTo>
                  <a:lnTo>
                    <a:pt x="2047825" y="570108"/>
                  </a:lnTo>
                  <a:lnTo>
                    <a:pt x="2048896" y="569575"/>
                  </a:lnTo>
                  <a:lnTo>
                    <a:pt x="2049968" y="569044"/>
                  </a:lnTo>
                  <a:lnTo>
                    <a:pt x="2051040" y="568513"/>
                  </a:lnTo>
                  <a:lnTo>
                    <a:pt x="2052111" y="567983"/>
                  </a:lnTo>
                  <a:lnTo>
                    <a:pt x="2053183" y="567455"/>
                  </a:lnTo>
                  <a:lnTo>
                    <a:pt x="2054254" y="566928"/>
                  </a:lnTo>
                  <a:lnTo>
                    <a:pt x="2055326" y="566402"/>
                  </a:lnTo>
                  <a:lnTo>
                    <a:pt x="2056398" y="565878"/>
                  </a:lnTo>
                  <a:lnTo>
                    <a:pt x="2057469" y="565354"/>
                  </a:lnTo>
                  <a:lnTo>
                    <a:pt x="2058541" y="564832"/>
                  </a:lnTo>
                  <a:lnTo>
                    <a:pt x="2059612" y="564311"/>
                  </a:lnTo>
                  <a:lnTo>
                    <a:pt x="2060684" y="563792"/>
                  </a:lnTo>
                  <a:lnTo>
                    <a:pt x="2061756" y="563273"/>
                  </a:lnTo>
                  <a:lnTo>
                    <a:pt x="2062827" y="562756"/>
                  </a:lnTo>
                  <a:lnTo>
                    <a:pt x="2063899" y="562240"/>
                  </a:lnTo>
                  <a:lnTo>
                    <a:pt x="2064970" y="561725"/>
                  </a:lnTo>
                  <a:lnTo>
                    <a:pt x="2066042" y="561211"/>
                  </a:lnTo>
                  <a:lnTo>
                    <a:pt x="2067114" y="560698"/>
                  </a:lnTo>
                  <a:lnTo>
                    <a:pt x="2068185" y="560187"/>
                  </a:lnTo>
                  <a:lnTo>
                    <a:pt x="2069257" y="559677"/>
                  </a:lnTo>
                  <a:lnTo>
                    <a:pt x="2070328" y="559168"/>
                  </a:lnTo>
                  <a:lnTo>
                    <a:pt x="2071400" y="558661"/>
                  </a:lnTo>
                  <a:lnTo>
                    <a:pt x="2072472" y="558154"/>
                  </a:lnTo>
                  <a:lnTo>
                    <a:pt x="2073543" y="557649"/>
                  </a:lnTo>
                  <a:lnTo>
                    <a:pt x="2074615" y="557145"/>
                  </a:lnTo>
                  <a:lnTo>
                    <a:pt x="2075686" y="556643"/>
                  </a:lnTo>
                  <a:lnTo>
                    <a:pt x="2076758" y="556141"/>
                  </a:lnTo>
                  <a:lnTo>
                    <a:pt x="2077830" y="555641"/>
                  </a:lnTo>
                  <a:lnTo>
                    <a:pt x="2078901" y="555142"/>
                  </a:lnTo>
                  <a:lnTo>
                    <a:pt x="2079973" y="554644"/>
                  </a:lnTo>
                  <a:lnTo>
                    <a:pt x="2081044" y="554147"/>
                  </a:lnTo>
                  <a:lnTo>
                    <a:pt x="2082116" y="553652"/>
                  </a:lnTo>
                  <a:lnTo>
                    <a:pt x="2083188" y="553158"/>
                  </a:lnTo>
                  <a:lnTo>
                    <a:pt x="2084259" y="552665"/>
                  </a:lnTo>
                  <a:lnTo>
                    <a:pt x="2085331" y="552173"/>
                  </a:lnTo>
                  <a:lnTo>
                    <a:pt x="2086402" y="551682"/>
                  </a:lnTo>
                  <a:lnTo>
                    <a:pt x="2087474" y="551193"/>
                  </a:lnTo>
                  <a:lnTo>
                    <a:pt x="2088546" y="550705"/>
                  </a:lnTo>
                  <a:lnTo>
                    <a:pt x="2089617" y="550218"/>
                  </a:lnTo>
                  <a:lnTo>
                    <a:pt x="2090689" y="549733"/>
                  </a:lnTo>
                  <a:lnTo>
                    <a:pt x="2091760" y="549248"/>
                  </a:lnTo>
                  <a:lnTo>
                    <a:pt x="2092832" y="548765"/>
                  </a:lnTo>
                  <a:lnTo>
                    <a:pt x="2093904" y="548283"/>
                  </a:lnTo>
                  <a:lnTo>
                    <a:pt x="2094975" y="547802"/>
                  </a:lnTo>
                  <a:lnTo>
                    <a:pt x="2096047" y="547323"/>
                  </a:lnTo>
                  <a:lnTo>
                    <a:pt x="2097118" y="546844"/>
                  </a:lnTo>
                  <a:lnTo>
                    <a:pt x="2098190" y="546367"/>
                  </a:lnTo>
                  <a:lnTo>
                    <a:pt x="2099262" y="545892"/>
                  </a:lnTo>
                  <a:lnTo>
                    <a:pt x="2100333" y="545417"/>
                  </a:lnTo>
                  <a:lnTo>
                    <a:pt x="2101405" y="544944"/>
                  </a:lnTo>
                  <a:lnTo>
                    <a:pt x="2102476" y="544471"/>
                  </a:lnTo>
                  <a:lnTo>
                    <a:pt x="2103548" y="544000"/>
                  </a:lnTo>
                  <a:lnTo>
                    <a:pt x="2104620" y="543531"/>
                  </a:lnTo>
                  <a:lnTo>
                    <a:pt x="2105691" y="543062"/>
                  </a:lnTo>
                  <a:lnTo>
                    <a:pt x="2106763" y="542595"/>
                  </a:lnTo>
                  <a:lnTo>
                    <a:pt x="2107834" y="542129"/>
                  </a:lnTo>
                  <a:lnTo>
                    <a:pt x="2108906" y="541664"/>
                  </a:lnTo>
                  <a:lnTo>
                    <a:pt x="2109978" y="541200"/>
                  </a:lnTo>
                  <a:lnTo>
                    <a:pt x="2111049" y="540738"/>
                  </a:lnTo>
                  <a:lnTo>
                    <a:pt x="2112121" y="540277"/>
                  </a:lnTo>
                  <a:lnTo>
                    <a:pt x="2113192" y="539817"/>
                  </a:lnTo>
                  <a:lnTo>
                    <a:pt x="2114264" y="539358"/>
                  </a:lnTo>
                  <a:lnTo>
                    <a:pt x="2115336" y="538901"/>
                  </a:lnTo>
                  <a:lnTo>
                    <a:pt x="2116407" y="538444"/>
                  </a:lnTo>
                  <a:lnTo>
                    <a:pt x="2117479" y="537989"/>
                  </a:lnTo>
                  <a:lnTo>
                    <a:pt x="2118550" y="537536"/>
                  </a:lnTo>
                  <a:lnTo>
                    <a:pt x="2119622" y="537083"/>
                  </a:lnTo>
                  <a:lnTo>
                    <a:pt x="2120694" y="536631"/>
                  </a:lnTo>
                  <a:lnTo>
                    <a:pt x="2121765" y="536181"/>
                  </a:lnTo>
                  <a:lnTo>
                    <a:pt x="2122837" y="535732"/>
                  </a:lnTo>
                  <a:lnTo>
                    <a:pt x="2123908" y="535285"/>
                  </a:lnTo>
                  <a:lnTo>
                    <a:pt x="2124980" y="534838"/>
                  </a:lnTo>
                  <a:lnTo>
                    <a:pt x="2126052" y="534393"/>
                  </a:lnTo>
                  <a:lnTo>
                    <a:pt x="2127123" y="533949"/>
                  </a:lnTo>
                  <a:lnTo>
                    <a:pt x="2128195" y="533506"/>
                  </a:lnTo>
                  <a:lnTo>
                    <a:pt x="2129266" y="533064"/>
                  </a:lnTo>
                  <a:lnTo>
                    <a:pt x="2130338" y="532623"/>
                  </a:lnTo>
                  <a:lnTo>
                    <a:pt x="2131409" y="532184"/>
                  </a:lnTo>
                  <a:lnTo>
                    <a:pt x="2132481" y="531746"/>
                  </a:lnTo>
                  <a:lnTo>
                    <a:pt x="2133553" y="531309"/>
                  </a:lnTo>
                  <a:lnTo>
                    <a:pt x="2134624" y="530874"/>
                  </a:lnTo>
                  <a:lnTo>
                    <a:pt x="2135696" y="530439"/>
                  </a:lnTo>
                  <a:lnTo>
                    <a:pt x="2136767" y="530006"/>
                  </a:lnTo>
                  <a:lnTo>
                    <a:pt x="2137839" y="529574"/>
                  </a:lnTo>
                  <a:lnTo>
                    <a:pt x="2138911" y="529143"/>
                  </a:lnTo>
                  <a:lnTo>
                    <a:pt x="2139982" y="528714"/>
                  </a:lnTo>
                  <a:lnTo>
                    <a:pt x="2141054" y="528285"/>
                  </a:lnTo>
                  <a:lnTo>
                    <a:pt x="2142125" y="527858"/>
                  </a:lnTo>
                  <a:lnTo>
                    <a:pt x="2143197" y="527432"/>
                  </a:lnTo>
                  <a:lnTo>
                    <a:pt x="2144269" y="527008"/>
                  </a:lnTo>
                  <a:lnTo>
                    <a:pt x="2145340" y="526584"/>
                  </a:lnTo>
                  <a:lnTo>
                    <a:pt x="2146412" y="526162"/>
                  </a:lnTo>
                  <a:lnTo>
                    <a:pt x="2147483" y="525741"/>
                  </a:lnTo>
                  <a:lnTo>
                    <a:pt x="2148555" y="525321"/>
                  </a:lnTo>
                  <a:lnTo>
                    <a:pt x="2149627" y="524902"/>
                  </a:lnTo>
                  <a:lnTo>
                    <a:pt x="2150698" y="524484"/>
                  </a:lnTo>
                  <a:lnTo>
                    <a:pt x="2151770" y="524068"/>
                  </a:lnTo>
                  <a:lnTo>
                    <a:pt x="2152841" y="523653"/>
                  </a:lnTo>
                  <a:lnTo>
                    <a:pt x="2153913" y="523239"/>
                  </a:lnTo>
                  <a:lnTo>
                    <a:pt x="2154985" y="522826"/>
                  </a:lnTo>
                  <a:lnTo>
                    <a:pt x="2156056" y="522415"/>
                  </a:lnTo>
                  <a:lnTo>
                    <a:pt x="2157128" y="522004"/>
                  </a:lnTo>
                  <a:lnTo>
                    <a:pt x="2158199" y="521595"/>
                  </a:lnTo>
                  <a:lnTo>
                    <a:pt x="2159271" y="521187"/>
                  </a:lnTo>
                  <a:lnTo>
                    <a:pt x="2160343" y="520781"/>
                  </a:lnTo>
                  <a:lnTo>
                    <a:pt x="2161414" y="520375"/>
                  </a:lnTo>
                  <a:lnTo>
                    <a:pt x="2162486" y="519971"/>
                  </a:lnTo>
                  <a:lnTo>
                    <a:pt x="2163557" y="519567"/>
                  </a:lnTo>
                  <a:lnTo>
                    <a:pt x="2164629" y="519165"/>
                  </a:lnTo>
                  <a:lnTo>
                    <a:pt x="2165701" y="518765"/>
                  </a:lnTo>
                  <a:lnTo>
                    <a:pt x="2166772" y="518365"/>
                  </a:lnTo>
                  <a:lnTo>
                    <a:pt x="2167844" y="517967"/>
                  </a:lnTo>
                  <a:lnTo>
                    <a:pt x="2168915" y="517569"/>
                  </a:lnTo>
                  <a:lnTo>
                    <a:pt x="2169987" y="517173"/>
                  </a:lnTo>
                  <a:lnTo>
                    <a:pt x="2171059" y="516778"/>
                  </a:lnTo>
                  <a:lnTo>
                    <a:pt x="2172130" y="516385"/>
                  </a:lnTo>
                  <a:lnTo>
                    <a:pt x="2173202" y="515992"/>
                  </a:lnTo>
                  <a:lnTo>
                    <a:pt x="2174273" y="515601"/>
                  </a:lnTo>
                  <a:lnTo>
                    <a:pt x="2175345" y="515211"/>
                  </a:lnTo>
                  <a:lnTo>
                    <a:pt x="2176417" y="514822"/>
                  </a:lnTo>
                  <a:lnTo>
                    <a:pt x="2177488" y="514434"/>
                  </a:lnTo>
                  <a:lnTo>
                    <a:pt x="2178560" y="514047"/>
                  </a:lnTo>
                  <a:lnTo>
                    <a:pt x="2179631" y="513662"/>
                  </a:lnTo>
                  <a:lnTo>
                    <a:pt x="2180703" y="513278"/>
                  </a:lnTo>
                  <a:lnTo>
                    <a:pt x="2181775" y="512894"/>
                  </a:lnTo>
                  <a:lnTo>
                    <a:pt x="2182846" y="512513"/>
                  </a:lnTo>
                  <a:lnTo>
                    <a:pt x="2183918" y="512132"/>
                  </a:lnTo>
                  <a:lnTo>
                    <a:pt x="2184989" y="511752"/>
                  </a:lnTo>
                  <a:lnTo>
                    <a:pt x="2186061" y="511374"/>
                  </a:lnTo>
                  <a:lnTo>
                    <a:pt x="2187133" y="510996"/>
                  </a:lnTo>
                  <a:lnTo>
                    <a:pt x="2188204" y="510620"/>
                  </a:lnTo>
                  <a:lnTo>
                    <a:pt x="2189276" y="510245"/>
                  </a:lnTo>
                  <a:lnTo>
                    <a:pt x="2190347" y="509872"/>
                  </a:lnTo>
                  <a:lnTo>
                    <a:pt x="2191419" y="509499"/>
                  </a:lnTo>
                  <a:lnTo>
                    <a:pt x="2192491" y="509128"/>
                  </a:lnTo>
                  <a:lnTo>
                    <a:pt x="2193562" y="508757"/>
                  </a:lnTo>
                  <a:lnTo>
                    <a:pt x="2194634" y="508388"/>
                  </a:lnTo>
                  <a:lnTo>
                    <a:pt x="2195705" y="508020"/>
                  </a:lnTo>
                  <a:lnTo>
                    <a:pt x="2196777" y="507653"/>
                  </a:lnTo>
                  <a:lnTo>
                    <a:pt x="2197849" y="507288"/>
                  </a:lnTo>
                  <a:lnTo>
                    <a:pt x="2198920" y="506923"/>
                  </a:lnTo>
                  <a:lnTo>
                    <a:pt x="2199992" y="506560"/>
                  </a:lnTo>
                  <a:lnTo>
                    <a:pt x="2201063" y="506197"/>
                  </a:lnTo>
                  <a:lnTo>
                    <a:pt x="2202135" y="505836"/>
                  </a:lnTo>
                  <a:lnTo>
                    <a:pt x="2203207" y="505476"/>
                  </a:lnTo>
                  <a:lnTo>
                    <a:pt x="2204278" y="505118"/>
                  </a:lnTo>
                  <a:lnTo>
                    <a:pt x="2205350" y="504760"/>
                  </a:lnTo>
                  <a:lnTo>
                    <a:pt x="2206421" y="504404"/>
                  </a:lnTo>
                  <a:lnTo>
                    <a:pt x="2207493" y="504048"/>
                  </a:lnTo>
                  <a:lnTo>
                    <a:pt x="2208565" y="503694"/>
                  </a:lnTo>
                  <a:lnTo>
                    <a:pt x="2209636" y="503341"/>
                  </a:lnTo>
                  <a:lnTo>
                    <a:pt x="2210708" y="502989"/>
                  </a:lnTo>
                  <a:lnTo>
                    <a:pt x="2211779" y="502638"/>
                  </a:lnTo>
                  <a:lnTo>
                    <a:pt x="2212851" y="502288"/>
                  </a:lnTo>
                  <a:lnTo>
                    <a:pt x="2213923" y="501940"/>
                  </a:lnTo>
                  <a:lnTo>
                    <a:pt x="2214994" y="501592"/>
                  </a:lnTo>
                  <a:lnTo>
                    <a:pt x="2216066" y="501246"/>
                  </a:lnTo>
                  <a:lnTo>
                    <a:pt x="2217137" y="500901"/>
                  </a:lnTo>
                  <a:lnTo>
                    <a:pt x="2218209" y="500557"/>
                  </a:lnTo>
                  <a:lnTo>
                    <a:pt x="2219281" y="500214"/>
                  </a:lnTo>
                  <a:lnTo>
                    <a:pt x="2220352" y="499872"/>
                  </a:lnTo>
                  <a:lnTo>
                    <a:pt x="2221424" y="499532"/>
                  </a:lnTo>
                  <a:lnTo>
                    <a:pt x="2222495" y="499192"/>
                  </a:lnTo>
                  <a:lnTo>
                    <a:pt x="2223567" y="498854"/>
                  </a:lnTo>
                  <a:lnTo>
                    <a:pt x="2224639" y="498516"/>
                  </a:lnTo>
                  <a:lnTo>
                    <a:pt x="2225710" y="498180"/>
                  </a:lnTo>
                  <a:lnTo>
                    <a:pt x="2226782" y="497845"/>
                  </a:lnTo>
                  <a:lnTo>
                    <a:pt x="2227853" y="497511"/>
                  </a:lnTo>
                  <a:lnTo>
                    <a:pt x="2228925" y="497178"/>
                  </a:lnTo>
                  <a:lnTo>
                    <a:pt x="2229997" y="496846"/>
                  </a:lnTo>
                  <a:lnTo>
                    <a:pt x="2231068" y="496516"/>
                  </a:lnTo>
                  <a:lnTo>
                    <a:pt x="2232140" y="496186"/>
                  </a:lnTo>
                  <a:lnTo>
                    <a:pt x="2233211" y="495858"/>
                  </a:lnTo>
                  <a:lnTo>
                    <a:pt x="2234283" y="495530"/>
                  </a:lnTo>
                  <a:lnTo>
                    <a:pt x="2235355" y="495204"/>
                  </a:lnTo>
                  <a:lnTo>
                    <a:pt x="2236426" y="494879"/>
                  </a:lnTo>
                  <a:lnTo>
                    <a:pt x="2237498" y="494555"/>
                  </a:lnTo>
                  <a:lnTo>
                    <a:pt x="2238569" y="494232"/>
                  </a:lnTo>
                  <a:lnTo>
                    <a:pt x="2239641" y="493910"/>
                  </a:lnTo>
                  <a:lnTo>
                    <a:pt x="2240713" y="493589"/>
                  </a:lnTo>
                  <a:lnTo>
                    <a:pt x="2241784" y="493270"/>
                  </a:lnTo>
                  <a:lnTo>
                    <a:pt x="2242856" y="492951"/>
                  </a:lnTo>
                  <a:lnTo>
                    <a:pt x="2243927" y="492634"/>
                  </a:lnTo>
                  <a:lnTo>
                    <a:pt x="2244999" y="492317"/>
                  </a:lnTo>
                  <a:lnTo>
                    <a:pt x="2246071" y="492002"/>
                  </a:lnTo>
                  <a:lnTo>
                    <a:pt x="2247142" y="491688"/>
                  </a:lnTo>
                  <a:lnTo>
                    <a:pt x="2248214" y="491374"/>
                  </a:lnTo>
                  <a:lnTo>
                    <a:pt x="2249285" y="491062"/>
                  </a:lnTo>
                  <a:lnTo>
                    <a:pt x="2250357" y="490751"/>
                  </a:lnTo>
                  <a:lnTo>
                    <a:pt x="2251429" y="490441"/>
                  </a:lnTo>
                  <a:lnTo>
                    <a:pt x="2252500" y="490132"/>
                  </a:lnTo>
                  <a:lnTo>
                    <a:pt x="2253572" y="489825"/>
                  </a:lnTo>
                  <a:lnTo>
                    <a:pt x="2254643" y="489518"/>
                  </a:lnTo>
                  <a:lnTo>
                    <a:pt x="2255715" y="489212"/>
                  </a:lnTo>
                  <a:lnTo>
                    <a:pt x="2256787" y="488908"/>
                  </a:lnTo>
                  <a:lnTo>
                    <a:pt x="2257858" y="488604"/>
                  </a:lnTo>
                  <a:lnTo>
                    <a:pt x="2258930" y="488302"/>
                  </a:lnTo>
                  <a:lnTo>
                    <a:pt x="2260001" y="488000"/>
                  </a:lnTo>
                  <a:lnTo>
                    <a:pt x="2261073" y="487700"/>
                  </a:lnTo>
                  <a:lnTo>
                    <a:pt x="2262145" y="487401"/>
                  </a:lnTo>
                  <a:lnTo>
                    <a:pt x="2263216" y="487102"/>
                  </a:lnTo>
                  <a:lnTo>
                    <a:pt x="2264288" y="486805"/>
                  </a:lnTo>
                  <a:lnTo>
                    <a:pt x="2265359" y="486509"/>
                  </a:lnTo>
                  <a:lnTo>
                    <a:pt x="2266431" y="486214"/>
                  </a:lnTo>
                  <a:lnTo>
                    <a:pt x="2267503" y="485920"/>
                  </a:lnTo>
                  <a:lnTo>
                    <a:pt x="2268574" y="485627"/>
                  </a:lnTo>
                  <a:lnTo>
                    <a:pt x="2269646" y="485335"/>
                  </a:lnTo>
                  <a:lnTo>
                    <a:pt x="2270717" y="485044"/>
                  </a:lnTo>
                  <a:lnTo>
                    <a:pt x="2271789" y="484754"/>
                  </a:lnTo>
                  <a:lnTo>
                    <a:pt x="2272861" y="484465"/>
                  </a:lnTo>
                  <a:lnTo>
                    <a:pt x="2273932" y="484177"/>
                  </a:lnTo>
                  <a:lnTo>
                    <a:pt x="2275004" y="483890"/>
                  </a:lnTo>
                  <a:lnTo>
                    <a:pt x="2276075" y="483605"/>
                  </a:lnTo>
                  <a:lnTo>
                    <a:pt x="2277147" y="483320"/>
                  </a:lnTo>
                  <a:lnTo>
                    <a:pt x="2278219" y="483036"/>
                  </a:lnTo>
                  <a:lnTo>
                    <a:pt x="2279290" y="482754"/>
                  </a:lnTo>
                  <a:lnTo>
                    <a:pt x="2280362" y="482472"/>
                  </a:lnTo>
                  <a:lnTo>
                    <a:pt x="2281433" y="482191"/>
                  </a:lnTo>
                  <a:lnTo>
                    <a:pt x="2282505" y="481912"/>
                  </a:lnTo>
                  <a:lnTo>
                    <a:pt x="2283577" y="481633"/>
                  </a:lnTo>
                  <a:lnTo>
                    <a:pt x="2284648" y="481356"/>
                  </a:lnTo>
                  <a:lnTo>
                    <a:pt x="2285720" y="481079"/>
                  </a:lnTo>
                  <a:lnTo>
                    <a:pt x="2286791" y="480803"/>
                  </a:lnTo>
                  <a:lnTo>
                    <a:pt x="2287863" y="480529"/>
                  </a:lnTo>
                  <a:lnTo>
                    <a:pt x="2288935" y="480255"/>
                  </a:lnTo>
                  <a:lnTo>
                    <a:pt x="2290006" y="479983"/>
                  </a:lnTo>
                  <a:lnTo>
                    <a:pt x="2291078" y="479711"/>
                  </a:lnTo>
                  <a:lnTo>
                    <a:pt x="2292149" y="479441"/>
                  </a:lnTo>
                  <a:lnTo>
                    <a:pt x="2293221" y="479171"/>
                  </a:lnTo>
                  <a:lnTo>
                    <a:pt x="2294293" y="478903"/>
                  </a:lnTo>
                  <a:lnTo>
                    <a:pt x="2295364" y="478635"/>
                  </a:lnTo>
                  <a:lnTo>
                    <a:pt x="2296436" y="478369"/>
                  </a:lnTo>
                  <a:lnTo>
                    <a:pt x="2297507" y="478103"/>
                  </a:lnTo>
                  <a:lnTo>
                    <a:pt x="2298579" y="477838"/>
                  </a:lnTo>
                  <a:lnTo>
                    <a:pt x="2299651" y="477575"/>
                  </a:lnTo>
                  <a:lnTo>
                    <a:pt x="2300722" y="477312"/>
                  </a:lnTo>
                  <a:lnTo>
                    <a:pt x="2301794" y="477050"/>
                  </a:lnTo>
                  <a:lnTo>
                    <a:pt x="2302865" y="476790"/>
                  </a:lnTo>
                  <a:lnTo>
                    <a:pt x="2303937" y="476530"/>
                  </a:lnTo>
                  <a:lnTo>
                    <a:pt x="2305009" y="476271"/>
                  </a:lnTo>
                  <a:lnTo>
                    <a:pt x="2306080" y="476014"/>
                  </a:lnTo>
                  <a:lnTo>
                    <a:pt x="2307152" y="475757"/>
                  </a:lnTo>
                  <a:lnTo>
                    <a:pt x="2308223" y="475501"/>
                  </a:lnTo>
                  <a:lnTo>
                    <a:pt x="2309295" y="475246"/>
                  </a:lnTo>
                  <a:lnTo>
                    <a:pt x="2310366" y="474992"/>
                  </a:lnTo>
                  <a:lnTo>
                    <a:pt x="2311438" y="474740"/>
                  </a:lnTo>
                  <a:lnTo>
                    <a:pt x="2312510" y="474488"/>
                  </a:lnTo>
                  <a:lnTo>
                    <a:pt x="2313581" y="474237"/>
                  </a:lnTo>
                  <a:lnTo>
                    <a:pt x="2314653" y="473987"/>
                  </a:lnTo>
                  <a:lnTo>
                    <a:pt x="2315724" y="473737"/>
                  </a:lnTo>
                  <a:lnTo>
                    <a:pt x="2316796" y="473489"/>
                  </a:lnTo>
                  <a:lnTo>
                    <a:pt x="2317868" y="473242"/>
                  </a:lnTo>
                  <a:lnTo>
                    <a:pt x="2318939" y="472996"/>
                  </a:lnTo>
                  <a:lnTo>
                    <a:pt x="2320011" y="472751"/>
                  </a:lnTo>
                  <a:lnTo>
                    <a:pt x="2321082" y="472506"/>
                  </a:lnTo>
                  <a:lnTo>
                    <a:pt x="2322154" y="472263"/>
                  </a:lnTo>
                  <a:lnTo>
                    <a:pt x="2323226" y="472020"/>
                  </a:lnTo>
                  <a:lnTo>
                    <a:pt x="2324297" y="471779"/>
                  </a:lnTo>
                  <a:lnTo>
                    <a:pt x="2325369" y="471538"/>
                  </a:lnTo>
                  <a:lnTo>
                    <a:pt x="2326440" y="471298"/>
                  </a:lnTo>
                  <a:lnTo>
                    <a:pt x="2327512" y="471060"/>
                  </a:lnTo>
                  <a:lnTo>
                    <a:pt x="2328584" y="470822"/>
                  </a:lnTo>
                  <a:lnTo>
                    <a:pt x="2329655" y="470585"/>
                  </a:lnTo>
                  <a:lnTo>
                    <a:pt x="2330727" y="470349"/>
                  </a:lnTo>
                  <a:lnTo>
                    <a:pt x="2331798" y="470114"/>
                  </a:lnTo>
                  <a:lnTo>
                    <a:pt x="2332870" y="469880"/>
                  </a:lnTo>
                  <a:lnTo>
                    <a:pt x="2333942" y="469646"/>
                  </a:lnTo>
                  <a:lnTo>
                    <a:pt x="2335013" y="469414"/>
                  </a:lnTo>
                  <a:lnTo>
                    <a:pt x="2336085" y="469183"/>
                  </a:lnTo>
                  <a:lnTo>
                    <a:pt x="2337156" y="468952"/>
                  </a:lnTo>
                  <a:lnTo>
                    <a:pt x="2338228" y="468723"/>
                  </a:lnTo>
                  <a:lnTo>
                    <a:pt x="2339300" y="468494"/>
                  </a:lnTo>
                  <a:lnTo>
                    <a:pt x="2340371" y="468266"/>
                  </a:lnTo>
                  <a:lnTo>
                    <a:pt x="2341443" y="468039"/>
                  </a:lnTo>
                  <a:lnTo>
                    <a:pt x="2342514" y="467813"/>
                  </a:lnTo>
                  <a:lnTo>
                    <a:pt x="2343586" y="467588"/>
                  </a:lnTo>
                  <a:lnTo>
                    <a:pt x="2344658" y="467364"/>
                  </a:lnTo>
                  <a:lnTo>
                    <a:pt x="2345729" y="467140"/>
                  </a:lnTo>
                  <a:lnTo>
                    <a:pt x="2346801" y="466918"/>
                  </a:lnTo>
                  <a:lnTo>
                    <a:pt x="2347872" y="466696"/>
                  </a:lnTo>
                  <a:lnTo>
                    <a:pt x="2348944" y="466475"/>
                  </a:lnTo>
                  <a:lnTo>
                    <a:pt x="2350016" y="466256"/>
                  </a:lnTo>
                  <a:lnTo>
                    <a:pt x="2351087" y="466037"/>
                  </a:lnTo>
                  <a:lnTo>
                    <a:pt x="2352159" y="465819"/>
                  </a:lnTo>
                  <a:lnTo>
                    <a:pt x="2353230" y="465601"/>
                  </a:lnTo>
                  <a:lnTo>
                    <a:pt x="2354302" y="465385"/>
                  </a:lnTo>
                  <a:lnTo>
                    <a:pt x="2355374" y="465169"/>
                  </a:lnTo>
                  <a:lnTo>
                    <a:pt x="2356445" y="464955"/>
                  </a:lnTo>
                  <a:lnTo>
                    <a:pt x="2357517" y="464741"/>
                  </a:lnTo>
                  <a:lnTo>
                    <a:pt x="2358588" y="464528"/>
                  </a:lnTo>
                  <a:lnTo>
                    <a:pt x="2359660" y="464316"/>
                  </a:lnTo>
                  <a:lnTo>
                    <a:pt x="2360732" y="464105"/>
                  </a:lnTo>
                  <a:lnTo>
                    <a:pt x="2361803" y="463894"/>
                  </a:lnTo>
                  <a:lnTo>
                    <a:pt x="2362875" y="463685"/>
                  </a:lnTo>
                  <a:lnTo>
                    <a:pt x="2363946" y="463476"/>
                  </a:lnTo>
                  <a:lnTo>
                    <a:pt x="2365018" y="463268"/>
                  </a:lnTo>
                  <a:lnTo>
                    <a:pt x="2366090" y="463061"/>
                  </a:lnTo>
                  <a:lnTo>
                    <a:pt x="2367161" y="462855"/>
                  </a:lnTo>
                  <a:lnTo>
                    <a:pt x="2368233" y="462650"/>
                  </a:lnTo>
                  <a:lnTo>
                    <a:pt x="2369304" y="462445"/>
                  </a:lnTo>
                  <a:lnTo>
                    <a:pt x="2370376" y="462242"/>
                  </a:lnTo>
                  <a:lnTo>
                    <a:pt x="2371448" y="462039"/>
                  </a:lnTo>
                  <a:lnTo>
                    <a:pt x="2372519" y="461837"/>
                  </a:lnTo>
                  <a:lnTo>
                    <a:pt x="2373591" y="461636"/>
                  </a:lnTo>
                  <a:lnTo>
                    <a:pt x="2374662" y="461435"/>
                  </a:lnTo>
                  <a:lnTo>
                    <a:pt x="2375734" y="461236"/>
                  </a:lnTo>
                  <a:lnTo>
                    <a:pt x="2376806" y="461037"/>
                  </a:lnTo>
                  <a:lnTo>
                    <a:pt x="2377877" y="460839"/>
                  </a:lnTo>
                  <a:lnTo>
                    <a:pt x="2378949" y="460642"/>
                  </a:lnTo>
                  <a:lnTo>
                    <a:pt x="2380020" y="460446"/>
                  </a:lnTo>
                  <a:lnTo>
                    <a:pt x="2381092" y="460250"/>
                  </a:lnTo>
                  <a:lnTo>
                    <a:pt x="2382164" y="460055"/>
                  </a:lnTo>
                  <a:lnTo>
                    <a:pt x="2383235" y="459861"/>
                  </a:lnTo>
                  <a:lnTo>
                    <a:pt x="2384307" y="459668"/>
                  </a:lnTo>
                  <a:lnTo>
                    <a:pt x="2385378" y="459476"/>
                  </a:lnTo>
                  <a:lnTo>
                    <a:pt x="2386450" y="459284"/>
                  </a:lnTo>
                  <a:lnTo>
                    <a:pt x="2387522" y="459094"/>
                  </a:lnTo>
                  <a:lnTo>
                    <a:pt x="2388593" y="458904"/>
                  </a:lnTo>
                  <a:lnTo>
                    <a:pt x="2389665" y="458715"/>
                  </a:lnTo>
                  <a:lnTo>
                    <a:pt x="2390736" y="458526"/>
                  </a:lnTo>
                  <a:lnTo>
                    <a:pt x="2391808" y="458339"/>
                  </a:lnTo>
                  <a:lnTo>
                    <a:pt x="2392880" y="458152"/>
                  </a:lnTo>
                  <a:lnTo>
                    <a:pt x="2393951" y="457966"/>
                  </a:lnTo>
                  <a:lnTo>
                    <a:pt x="2395023" y="457780"/>
                  </a:lnTo>
                  <a:lnTo>
                    <a:pt x="2396094" y="457596"/>
                  </a:lnTo>
                  <a:lnTo>
                    <a:pt x="2397166" y="457412"/>
                  </a:lnTo>
                  <a:lnTo>
                    <a:pt x="2398238" y="457229"/>
                  </a:lnTo>
                  <a:lnTo>
                    <a:pt x="2399309" y="457047"/>
                  </a:lnTo>
                  <a:lnTo>
                    <a:pt x="2400381" y="456865"/>
                  </a:lnTo>
                  <a:lnTo>
                    <a:pt x="2401452" y="456684"/>
                  </a:lnTo>
                  <a:lnTo>
                    <a:pt x="2402524" y="456504"/>
                  </a:lnTo>
                  <a:lnTo>
                    <a:pt x="2403596" y="456325"/>
                  </a:lnTo>
                  <a:lnTo>
                    <a:pt x="2404667" y="456146"/>
                  </a:lnTo>
                  <a:lnTo>
                    <a:pt x="2405739" y="455969"/>
                  </a:lnTo>
                  <a:lnTo>
                    <a:pt x="2406810" y="455792"/>
                  </a:lnTo>
                  <a:lnTo>
                    <a:pt x="2407882" y="455615"/>
                  </a:lnTo>
                  <a:lnTo>
                    <a:pt x="2408954" y="455440"/>
                  </a:lnTo>
                  <a:lnTo>
                    <a:pt x="2410025" y="455265"/>
                  </a:lnTo>
                  <a:lnTo>
                    <a:pt x="2411097" y="455091"/>
                  </a:lnTo>
                  <a:lnTo>
                    <a:pt x="2412168" y="454917"/>
                  </a:lnTo>
                  <a:lnTo>
                    <a:pt x="2413240" y="454745"/>
                  </a:lnTo>
                  <a:lnTo>
                    <a:pt x="2414312" y="454573"/>
                  </a:lnTo>
                  <a:lnTo>
                    <a:pt x="2415383" y="454401"/>
                  </a:lnTo>
                  <a:lnTo>
                    <a:pt x="2416455" y="454231"/>
                  </a:lnTo>
                  <a:lnTo>
                    <a:pt x="2417526" y="454061"/>
                  </a:lnTo>
                  <a:lnTo>
                    <a:pt x="2418598" y="453892"/>
                  </a:lnTo>
                  <a:lnTo>
                    <a:pt x="2419670" y="453724"/>
                  </a:lnTo>
                  <a:lnTo>
                    <a:pt x="2420741" y="453556"/>
                  </a:lnTo>
                  <a:lnTo>
                    <a:pt x="2421813" y="453389"/>
                  </a:lnTo>
                  <a:lnTo>
                    <a:pt x="2422884" y="453222"/>
                  </a:lnTo>
                  <a:lnTo>
                    <a:pt x="2423956" y="453057"/>
                  </a:lnTo>
                  <a:lnTo>
                    <a:pt x="2425028" y="452892"/>
                  </a:lnTo>
                  <a:lnTo>
                    <a:pt x="2426099" y="452728"/>
                  </a:lnTo>
                  <a:lnTo>
                    <a:pt x="2427171" y="452564"/>
                  </a:lnTo>
                  <a:lnTo>
                    <a:pt x="2428242" y="452401"/>
                  </a:lnTo>
                  <a:lnTo>
                    <a:pt x="2429314" y="452239"/>
                  </a:lnTo>
                  <a:lnTo>
                    <a:pt x="2430386" y="452078"/>
                  </a:lnTo>
                  <a:lnTo>
                    <a:pt x="2431457" y="451917"/>
                  </a:lnTo>
                  <a:lnTo>
                    <a:pt x="2432529" y="451757"/>
                  </a:lnTo>
                  <a:lnTo>
                    <a:pt x="2433600" y="451597"/>
                  </a:lnTo>
                  <a:lnTo>
                    <a:pt x="2434672" y="451438"/>
                  </a:lnTo>
                  <a:lnTo>
                    <a:pt x="2435744" y="451280"/>
                  </a:lnTo>
                  <a:lnTo>
                    <a:pt x="2436815" y="451122"/>
                  </a:lnTo>
                  <a:lnTo>
                    <a:pt x="2437887" y="450966"/>
                  </a:lnTo>
                  <a:lnTo>
                    <a:pt x="2438958" y="450809"/>
                  </a:lnTo>
                  <a:lnTo>
                    <a:pt x="2440030" y="450654"/>
                  </a:lnTo>
                  <a:lnTo>
                    <a:pt x="2441102" y="450499"/>
                  </a:lnTo>
                  <a:lnTo>
                    <a:pt x="2442173" y="450345"/>
                  </a:lnTo>
                  <a:lnTo>
                    <a:pt x="2443245" y="450191"/>
                  </a:lnTo>
                  <a:lnTo>
                    <a:pt x="2444316" y="450038"/>
                  </a:lnTo>
                  <a:lnTo>
                    <a:pt x="2445388" y="449886"/>
                  </a:lnTo>
                  <a:lnTo>
                    <a:pt x="2446460" y="449734"/>
                  </a:lnTo>
                  <a:lnTo>
                    <a:pt x="2447531" y="449583"/>
                  </a:lnTo>
                  <a:lnTo>
                    <a:pt x="2448603" y="449432"/>
                  </a:lnTo>
                  <a:lnTo>
                    <a:pt x="2449674" y="449283"/>
                  </a:lnTo>
                  <a:lnTo>
                    <a:pt x="2450746" y="449133"/>
                  </a:lnTo>
                  <a:lnTo>
                    <a:pt x="2451818" y="448985"/>
                  </a:lnTo>
                  <a:lnTo>
                    <a:pt x="2452889" y="448837"/>
                  </a:lnTo>
                  <a:lnTo>
                    <a:pt x="2453961" y="448689"/>
                  </a:lnTo>
                  <a:lnTo>
                    <a:pt x="2455032" y="448543"/>
                  </a:lnTo>
                  <a:lnTo>
                    <a:pt x="2456104" y="448396"/>
                  </a:lnTo>
                  <a:lnTo>
                    <a:pt x="2457176" y="448251"/>
                  </a:lnTo>
                  <a:lnTo>
                    <a:pt x="2458247" y="448106"/>
                  </a:lnTo>
                  <a:lnTo>
                    <a:pt x="2459319" y="447962"/>
                  </a:lnTo>
                  <a:lnTo>
                    <a:pt x="2460390" y="447818"/>
                  </a:lnTo>
                  <a:lnTo>
                    <a:pt x="2461462" y="447675"/>
                  </a:lnTo>
                  <a:lnTo>
                    <a:pt x="2462534" y="447532"/>
                  </a:lnTo>
                  <a:lnTo>
                    <a:pt x="2463605" y="447390"/>
                  </a:lnTo>
                  <a:lnTo>
                    <a:pt x="2464677" y="447249"/>
                  </a:lnTo>
                  <a:lnTo>
                    <a:pt x="2465748" y="447108"/>
                  </a:lnTo>
                  <a:lnTo>
                    <a:pt x="2466820" y="446967"/>
                  </a:lnTo>
                  <a:lnTo>
                    <a:pt x="2467892" y="446828"/>
                  </a:lnTo>
                  <a:lnTo>
                    <a:pt x="2468963" y="446689"/>
                  </a:lnTo>
                  <a:lnTo>
                    <a:pt x="2470035" y="446550"/>
                  </a:lnTo>
                  <a:lnTo>
                    <a:pt x="2471106" y="446412"/>
                  </a:lnTo>
                  <a:lnTo>
                    <a:pt x="2472178" y="446275"/>
                  </a:lnTo>
                  <a:lnTo>
                    <a:pt x="2473250" y="446138"/>
                  </a:lnTo>
                  <a:lnTo>
                    <a:pt x="2474321" y="446002"/>
                  </a:lnTo>
                  <a:lnTo>
                    <a:pt x="2475393" y="445866"/>
                  </a:lnTo>
                  <a:lnTo>
                    <a:pt x="2476464" y="445731"/>
                  </a:lnTo>
                  <a:lnTo>
                    <a:pt x="2477536" y="445596"/>
                  </a:lnTo>
                  <a:lnTo>
                    <a:pt x="2478608" y="445462"/>
                  </a:lnTo>
                  <a:lnTo>
                    <a:pt x="2479679" y="445328"/>
                  </a:lnTo>
                  <a:lnTo>
                    <a:pt x="2480751" y="445195"/>
                  </a:lnTo>
                  <a:lnTo>
                    <a:pt x="2481822" y="445063"/>
                  </a:lnTo>
                  <a:lnTo>
                    <a:pt x="2482894" y="444931"/>
                  </a:lnTo>
                  <a:lnTo>
                    <a:pt x="2483966" y="444799"/>
                  </a:lnTo>
                  <a:lnTo>
                    <a:pt x="2485037" y="444668"/>
                  </a:lnTo>
                  <a:lnTo>
                    <a:pt x="2486109" y="444538"/>
                  </a:lnTo>
                  <a:lnTo>
                    <a:pt x="2487180" y="444408"/>
                  </a:lnTo>
                  <a:lnTo>
                    <a:pt x="2488252" y="444279"/>
                  </a:lnTo>
                  <a:lnTo>
                    <a:pt x="2489323" y="444150"/>
                  </a:lnTo>
                  <a:lnTo>
                    <a:pt x="2490395" y="444021"/>
                  </a:lnTo>
                  <a:lnTo>
                    <a:pt x="2491467" y="443894"/>
                  </a:lnTo>
                  <a:lnTo>
                    <a:pt x="2492538" y="443766"/>
                  </a:lnTo>
                  <a:lnTo>
                    <a:pt x="2493610" y="443639"/>
                  </a:lnTo>
                  <a:lnTo>
                    <a:pt x="2494681" y="443513"/>
                  </a:lnTo>
                  <a:lnTo>
                    <a:pt x="2495753" y="443387"/>
                  </a:lnTo>
                  <a:lnTo>
                    <a:pt x="2496825" y="443262"/>
                  </a:lnTo>
                  <a:lnTo>
                    <a:pt x="2497896" y="443137"/>
                  </a:lnTo>
                  <a:lnTo>
                    <a:pt x="2498968" y="443013"/>
                  </a:lnTo>
                  <a:lnTo>
                    <a:pt x="2500039" y="442889"/>
                  </a:lnTo>
                  <a:lnTo>
                    <a:pt x="2501111" y="442765"/>
                  </a:lnTo>
                  <a:lnTo>
                    <a:pt x="2502183" y="442642"/>
                  </a:lnTo>
                  <a:lnTo>
                    <a:pt x="2503254" y="442520"/>
                  </a:lnTo>
                  <a:lnTo>
                    <a:pt x="2504326" y="442398"/>
                  </a:lnTo>
                  <a:lnTo>
                    <a:pt x="2505397" y="442276"/>
                  </a:lnTo>
                  <a:lnTo>
                    <a:pt x="2506469" y="442155"/>
                  </a:lnTo>
                  <a:lnTo>
                    <a:pt x="2507541" y="442034"/>
                  </a:lnTo>
                  <a:lnTo>
                    <a:pt x="2508612" y="441914"/>
                  </a:lnTo>
                  <a:lnTo>
                    <a:pt x="2509684" y="441795"/>
                  </a:lnTo>
                  <a:lnTo>
                    <a:pt x="2510755" y="441675"/>
                  </a:lnTo>
                  <a:lnTo>
                    <a:pt x="2511827" y="441556"/>
                  </a:lnTo>
                  <a:lnTo>
                    <a:pt x="2512899" y="441438"/>
                  </a:lnTo>
                  <a:lnTo>
                    <a:pt x="2513970" y="441320"/>
                  </a:lnTo>
                  <a:lnTo>
                    <a:pt x="2515042" y="441203"/>
                  </a:lnTo>
                  <a:lnTo>
                    <a:pt x="2516113" y="441086"/>
                  </a:lnTo>
                  <a:lnTo>
                    <a:pt x="2517185" y="440969"/>
                  </a:lnTo>
                  <a:lnTo>
                    <a:pt x="2518257" y="440853"/>
                  </a:lnTo>
                  <a:lnTo>
                    <a:pt x="2519328" y="440737"/>
                  </a:lnTo>
                  <a:lnTo>
                    <a:pt x="2520400" y="440622"/>
                  </a:lnTo>
                  <a:lnTo>
                    <a:pt x="2521471" y="440507"/>
                  </a:lnTo>
                  <a:lnTo>
                    <a:pt x="2522543" y="440392"/>
                  </a:lnTo>
                  <a:lnTo>
                    <a:pt x="2523615" y="440278"/>
                  </a:lnTo>
                  <a:lnTo>
                    <a:pt x="2524686" y="440164"/>
                  </a:lnTo>
                  <a:lnTo>
                    <a:pt x="2525758" y="440051"/>
                  </a:lnTo>
                  <a:lnTo>
                    <a:pt x="2526829" y="439938"/>
                  </a:lnTo>
                  <a:lnTo>
                    <a:pt x="2527901" y="439825"/>
                  </a:lnTo>
                  <a:lnTo>
                    <a:pt x="2528973" y="439713"/>
                  </a:lnTo>
                  <a:lnTo>
                    <a:pt x="2530044" y="439602"/>
                  </a:lnTo>
                  <a:lnTo>
                    <a:pt x="2531116" y="439490"/>
                  </a:lnTo>
                  <a:lnTo>
                    <a:pt x="2532187" y="439379"/>
                  </a:lnTo>
                  <a:lnTo>
                    <a:pt x="2533259" y="439269"/>
                  </a:lnTo>
                  <a:lnTo>
                    <a:pt x="2534331" y="439159"/>
                  </a:lnTo>
                  <a:lnTo>
                    <a:pt x="2535402" y="439049"/>
                  </a:lnTo>
                  <a:lnTo>
                    <a:pt x="2536474" y="438939"/>
                  </a:lnTo>
                  <a:lnTo>
                    <a:pt x="2537545" y="438830"/>
                  </a:lnTo>
                  <a:lnTo>
                    <a:pt x="2538617" y="438722"/>
                  </a:lnTo>
                  <a:lnTo>
                    <a:pt x="2539689" y="438613"/>
                  </a:lnTo>
                  <a:lnTo>
                    <a:pt x="2540760" y="438505"/>
                  </a:lnTo>
                  <a:lnTo>
                    <a:pt x="2541832" y="438398"/>
                  </a:lnTo>
                  <a:lnTo>
                    <a:pt x="2542903" y="438290"/>
                  </a:lnTo>
                  <a:lnTo>
                    <a:pt x="2543975" y="438183"/>
                  </a:lnTo>
                  <a:lnTo>
                    <a:pt x="2545047" y="438077"/>
                  </a:lnTo>
                  <a:lnTo>
                    <a:pt x="2546118" y="437971"/>
                  </a:lnTo>
                  <a:lnTo>
                    <a:pt x="2547190" y="437865"/>
                  </a:lnTo>
                  <a:lnTo>
                    <a:pt x="2548261" y="437759"/>
                  </a:lnTo>
                  <a:lnTo>
                    <a:pt x="2549333" y="437654"/>
                  </a:lnTo>
                  <a:lnTo>
                    <a:pt x="2550405" y="437549"/>
                  </a:lnTo>
                  <a:lnTo>
                    <a:pt x="2551476" y="437444"/>
                  </a:lnTo>
                  <a:lnTo>
                    <a:pt x="2552548" y="437340"/>
                  </a:lnTo>
                  <a:lnTo>
                    <a:pt x="2553619" y="437236"/>
                  </a:lnTo>
                  <a:lnTo>
                    <a:pt x="2554691" y="437133"/>
                  </a:lnTo>
                  <a:lnTo>
                    <a:pt x="2555763" y="437029"/>
                  </a:lnTo>
                  <a:lnTo>
                    <a:pt x="2556834" y="436926"/>
                  </a:lnTo>
                  <a:lnTo>
                    <a:pt x="2557906" y="436824"/>
                  </a:lnTo>
                  <a:lnTo>
                    <a:pt x="2558977" y="436721"/>
                  </a:lnTo>
                  <a:lnTo>
                    <a:pt x="2560049" y="436619"/>
                  </a:lnTo>
                  <a:lnTo>
                    <a:pt x="2561121" y="436518"/>
                  </a:lnTo>
                  <a:lnTo>
                    <a:pt x="2562192" y="436416"/>
                  </a:lnTo>
                  <a:lnTo>
                    <a:pt x="2563264" y="436315"/>
                  </a:lnTo>
                  <a:lnTo>
                    <a:pt x="2564335" y="436214"/>
                  </a:lnTo>
                  <a:lnTo>
                    <a:pt x="2565407" y="436113"/>
                  </a:lnTo>
                  <a:lnTo>
                    <a:pt x="2566479" y="436013"/>
                  </a:lnTo>
                  <a:lnTo>
                    <a:pt x="2567550" y="435913"/>
                  </a:lnTo>
                  <a:lnTo>
                    <a:pt x="2568622" y="435813"/>
                  </a:lnTo>
                  <a:lnTo>
                    <a:pt x="2569693" y="435714"/>
                  </a:lnTo>
                  <a:lnTo>
                    <a:pt x="2570765" y="435614"/>
                  </a:lnTo>
                  <a:lnTo>
                    <a:pt x="2571837" y="435516"/>
                  </a:lnTo>
                  <a:lnTo>
                    <a:pt x="2572908" y="435417"/>
                  </a:lnTo>
                  <a:lnTo>
                    <a:pt x="2573980" y="435318"/>
                  </a:lnTo>
                  <a:lnTo>
                    <a:pt x="2575051" y="435220"/>
                  </a:lnTo>
                  <a:lnTo>
                    <a:pt x="2576123" y="435122"/>
                  </a:lnTo>
                  <a:lnTo>
                    <a:pt x="2577195" y="435025"/>
                  </a:lnTo>
                  <a:lnTo>
                    <a:pt x="2578266" y="434927"/>
                  </a:lnTo>
                  <a:lnTo>
                    <a:pt x="2579338" y="434830"/>
                  </a:lnTo>
                  <a:lnTo>
                    <a:pt x="2580409" y="434733"/>
                  </a:lnTo>
                  <a:lnTo>
                    <a:pt x="2581481" y="434636"/>
                  </a:lnTo>
                  <a:lnTo>
                    <a:pt x="2582553" y="434540"/>
                  </a:lnTo>
                  <a:lnTo>
                    <a:pt x="2583624" y="434443"/>
                  </a:lnTo>
                  <a:lnTo>
                    <a:pt x="2584696" y="434347"/>
                  </a:lnTo>
                  <a:lnTo>
                    <a:pt x="2585767" y="434251"/>
                  </a:lnTo>
                  <a:lnTo>
                    <a:pt x="2586839" y="434156"/>
                  </a:lnTo>
                  <a:lnTo>
                    <a:pt x="2587911" y="434060"/>
                  </a:lnTo>
                  <a:lnTo>
                    <a:pt x="2588982" y="433965"/>
                  </a:lnTo>
                  <a:lnTo>
                    <a:pt x="2590054" y="433870"/>
                  </a:lnTo>
                  <a:lnTo>
                    <a:pt x="2591125" y="433776"/>
                  </a:lnTo>
                  <a:lnTo>
                    <a:pt x="2592197" y="433681"/>
                  </a:lnTo>
                  <a:lnTo>
                    <a:pt x="2593269" y="433587"/>
                  </a:lnTo>
                  <a:lnTo>
                    <a:pt x="2594340" y="433492"/>
                  </a:lnTo>
                  <a:lnTo>
                    <a:pt x="2595412" y="433398"/>
                  </a:lnTo>
                  <a:lnTo>
                    <a:pt x="2596483" y="433305"/>
                  </a:lnTo>
                  <a:lnTo>
                    <a:pt x="2597555" y="433211"/>
                  </a:lnTo>
                  <a:lnTo>
                    <a:pt x="2598627" y="433118"/>
                  </a:lnTo>
                  <a:lnTo>
                    <a:pt x="2599698" y="433024"/>
                  </a:lnTo>
                  <a:lnTo>
                    <a:pt x="2600770" y="432931"/>
                  </a:lnTo>
                  <a:lnTo>
                    <a:pt x="2601841" y="432838"/>
                  </a:lnTo>
                  <a:lnTo>
                    <a:pt x="2602913" y="432746"/>
                  </a:lnTo>
                  <a:lnTo>
                    <a:pt x="2603985" y="432653"/>
                  </a:lnTo>
                  <a:lnTo>
                    <a:pt x="2605056" y="432561"/>
                  </a:lnTo>
                  <a:lnTo>
                    <a:pt x="2606128" y="432468"/>
                  </a:lnTo>
                  <a:lnTo>
                    <a:pt x="2607199" y="432376"/>
                  </a:lnTo>
                  <a:lnTo>
                    <a:pt x="2608271" y="432284"/>
                  </a:lnTo>
                  <a:lnTo>
                    <a:pt x="2609343" y="432193"/>
                  </a:lnTo>
                  <a:lnTo>
                    <a:pt x="2610414" y="432101"/>
                  </a:lnTo>
                  <a:lnTo>
                    <a:pt x="2611486" y="432009"/>
                  </a:lnTo>
                  <a:lnTo>
                    <a:pt x="2612557" y="431918"/>
                  </a:lnTo>
                  <a:lnTo>
                    <a:pt x="2613629" y="431827"/>
                  </a:lnTo>
                  <a:lnTo>
                    <a:pt x="2614701" y="431736"/>
                  </a:lnTo>
                  <a:lnTo>
                    <a:pt x="2615772" y="431645"/>
                  </a:lnTo>
                  <a:lnTo>
                    <a:pt x="2616844" y="431554"/>
                  </a:lnTo>
                  <a:lnTo>
                    <a:pt x="2617915" y="431463"/>
                  </a:lnTo>
                  <a:lnTo>
                    <a:pt x="2618987" y="431373"/>
                  </a:lnTo>
                  <a:lnTo>
                    <a:pt x="2620059" y="431282"/>
                  </a:lnTo>
                  <a:lnTo>
                    <a:pt x="2621130" y="431192"/>
                  </a:lnTo>
                  <a:lnTo>
                    <a:pt x="2622202" y="431101"/>
                  </a:lnTo>
                  <a:lnTo>
                    <a:pt x="2623273" y="431011"/>
                  </a:lnTo>
                  <a:lnTo>
                    <a:pt x="2624345" y="430921"/>
                  </a:lnTo>
                  <a:lnTo>
                    <a:pt x="2625417" y="430831"/>
                  </a:lnTo>
                  <a:lnTo>
                    <a:pt x="2626488" y="430741"/>
                  </a:lnTo>
                  <a:lnTo>
                    <a:pt x="2627560" y="430651"/>
                  </a:lnTo>
                  <a:lnTo>
                    <a:pt x="2628631" y="430562"/>
                  </a:lnTo>
                  <a:lnTo>
                    <a:pt x="2629703" y="430472"/>
                  </a:lnTo>
                  <a:lnTo>
                    <a:pt x="2630775" y="430383"/>
                  </a:lnTo>
                  <a:lnTo>
                    <a:pt x="2631846" y="430293"/>
                  </a:lnTo>
                  <a:lnTo>
                    <a:pt x="2632918" y="430204"/>
                  </a:lnTo>
                  <a:lnTo>
                    <a:pt x="2633989" y="430114"/>
                  </a:lnTo>
                  <a:lnTo>
                    <a:pt x="2635061" y="430025"/>
                  </a:lnTo>
                  <a:lnTo>
                    <a:pt x="2636133" y="429936"/>
                  </a:lnTo>
                  <a:lnTo>
                    <a:pt x="2637204" y="429847"/>
                  </a:lnTo>
                  <a:lnTo>
                    <a:pt x="2638276" y="429758"/>
                  </a:lnTo>
                  <a:lnTo>
                    <a:pt x="2639347" y="429669"/>
                  </a:lnTo>
                  <a:lnTo>
                    <a:pt x="2640419" y="429580"/>
                  </a:lnTo>
                  <a:lnTo>
                    <a:pt x="2641491" y="429491"/>
                  </a:lnTo>
                  <a:lnTo>
                    <a:pt x="2642562" y="429402"/>
                  </a:lnTo>
                  <a:lnTo>
                    <a:pt x="2643634" y="429313"/>
                  </a:lnTo>
                  <a:lnTo>
                    <a:pt x="2644705" y="429225"/>
                  </a:lnTo>
                  <a:lnTo>
                    <a:pt x="2645777" y="429136"/>
                  </a:lnTo>
                  <a:lnTo>
                    <a:pt x="2646849" y="429047"/>
                  </a:lnTo>
                  <a:lnTo>
                    <a:pt x="2647920" y="428958"/>
                  </a:lnTo>
                  <a:lnTo>
                    <a:pt x="2648992" y="428870"/>
                  </a:lnTo>
                  <a:lnTo>
                    <a:pt x="2650063" y="428781"/>
                  </a:lnTo>
                  <a:lnTo>
                    <a:pt x="2651135" y="428693"/>
                  </a:lnTo>
                  <a:lnTo>
                    <a:pt x="2652207" y="428604"/>
                  </a:lnTo>
                  <a:lnTo>
                    <a:pt x="2653278" y="428515"/>
                  </a:lnTo>
                  <a:lnTo>
                    <a:pt x="2654350" y="428427"/>
                  </a:lnTo>
                  <a:lnTo>
                    <a:pt x="2655421" y="428338"/>
                  </a:lnTo>
                  <a:lnTo>
                    <a:pt x="2656493" y="428250"/>
                  </a:lnTo>
                  <a:lnTo>
                    <a:pt x="2657565" y="428161"/>
                  </a:lnTo>
                  <a:lnTo>
                    <a:pt x="2658636" y="428072"/>
                  </a:lnTo>
                  <a:lnTo>
                    <a:pt x="2659708" y="427984"/>
                  </a:lnTo>
                  <a:lnTo>
                    <a:pt x="2660779" y="427895"/>
                  </a:lnTo>
                  <a:lnTo>
                    <a:pt x="2661851" y="427807"/>
                  </a:lnTo>
                  <a:lnTo>
                    <a:pt x="2662922" y="427718"/>
                  </a:lnTo>
                  <a:lnTo>
                    <a:pt x="2663994" y="427629"/>
                  </a:lnTo>
                  <a:lnTo>
                    <a:pt x="2665066" y="427540"/>
                  </a:lnTo>
                  <a:lnTo>
                    <a:pt x="2666137" y="427452"/>
                  </a:lnTo>
                  <a:lnTo>
                    <a:pt x="2667209" y="427363"/>
                  </a:lnTo>
                  <a:lnTo>
                    <a:pt x="2668280" y="427274"/>
                  </a:lnTo>
                  <a:lnTo>
                    <a:pt x="2669352" y="427185"/>
                  </a:lnTo>
                  <a:lnTo>
                    <a:pt x="2670424" y="427097"/>
                  </a:lnTo>
                  <a:lnTo>
                    <a:pt x="2671495" y="427008"/>
                  </a:lnTo>
                  <a:lnTo>
                    <a:pt x="2672567" y="426919"/>
                  </a:lnTo>
                  <a:lnTo>
                    <a:pt x="2673638" y="426830"/>
                  </a:lnTo>
                  <a:lnTo>
                    <a:pt x="2674710" y="426741"/>
                  </a:lnTo>
                  <a:lnTo>
                    <a:pt x="2675782" y="426651"/>
                  </a:lnTo>
                  <a:lnTo>
                    <a:pt x="2676853" y="426562"/>
                  </a:lnTo>
                  <a:lnTo>
                    <a:pt x="2677925" y="426473"/>
                  </a:lnTo>
                  <a:lnTo>
                    <a:pt x="2678996" y="426384"/>
                  </a:lnTo>
                  <a:lnTo>
                    <a:pt x="2680068" y="426294"/>
                  </a:lnTo>
                  <a:lnTo>
                    <a:pt x="2681140" y="426205"/>
                  </a:lnTo>
                  <a:lnTo>
                    <a:pt x="2682211" y="426115"/>
                  </a:lnTo>
                  <a:lnTo>
                    <a:pt x="2683283" y="426026"/>
                  </a:lnTo>
                  <a:lnTo>
                    <a:pt x="2684354" y="425936"/>
                  </a:lnTo>
                  <a:lnTo>
                    <a:pt x="2685426" y="425846"/>
                  </a:lnTo>
                  <a:lnTo>
                    <a:pt x="2686498" y="425756"/>
                  </a:lnTo>
                  <a:lnTo>
                    <a:pt x="2687569" y="425666"/>
                  </a:lnTo>
                  <a:lnTo>
                    <a:pt x="2688641" y="425576"/>
                  </a:lnTo>
                  <a:lnTo>
                    <a:pt x="2689712" y="425486"/>
                  </a:lnTo>
                  <a:lnTo>
                    <a:pt x="2690784" y="425395"/>
                  </a:lnTo>
                  <a:lnTo>
                    <a:pt x="2691856" y="425305"/>
                  </a:lnTo>
                  <a:lnTo>
                    <a:pt x="2692927" y="425215"/>
                  </a:lnTo>
                  <a:lnTo>
                    <a:pt x="2693999" y="425124"/>
                  </a:lnTo>
                  <a:lnTo>
                    <a:pt x="2695070" y="425033"/>
                  </a:lnTo>
                  <a:lnTo>
                    <a:pt x="2696142" y="424942"/>
                  </a:lnTo>
                  <a:lnTo>
                    <a:pt x="2697214" y="424851"/>
                  </a:lnTo>
                  <a:lnTo>
                    <a:pt x="2698285" y="424760"/>
                  </a:lnTo>
                  <a:lnTo>
                    <a:pt x="2699357" y="424669"/>
                  </a:lnTo>
                  <a:lnTo>
                    <a:pt x="2700428" y="424578"/>
                  </a:lnTo>
                  <a:lnTo>
                    <a:pt x="2701500" y="424486"/>
                  </a:lnTo>
                  <a:lnTo>
                    <a:pt x="2702572" y="424394"/>
                  </a:lnTo>
                  <a:lnTo>
                    <a:pt x="2703643" y="424302"/>
                  </a:lnTo>
                  <a:lnTo>
                    <a:pt x="2704715" y="424211"/>
                  </a:lnTo>
                  <a:lnTo>
                    <a:pt x="2705786" y="424118"/>
                  </a:lnTo>
                  <a:lnTo>
                    <a:pt x="2706858" y="424026"/>
                  </a:lnTo>
                  <a:lnTo>
                    <a:pt x="2707930" y="423934"/>
                  </a:lnTo>
                  <a:lnTo>
                    <a:pt x="2709001" y="423841"/>
                  </a:lnTo>
                  <a:lnTo>
                    <a:pt x="2710073" y="423748"/>
                  </a:lnTo>
                  <a:lnTo>
                    <a:pt x="2711144" y="423655"/>
                  </a:lnTo>
                  <a:lnTo>
                    <a:pt x="2712216" y="423562"/>
                  </a:lnTo>
                  <a:lnTo>
                    <a:pt x="2713288" y="423469"/>
                  </a:lnTo>
                  <a:lnTo>
                    <a:pt x="2714359" y="423376"/>
                  </a:lnTo>
                  <a:lnTo>
                    <a:pt x="2715431" y="423282"/>
                  </a:lnTo>
                  <a:lnTo>
                    <a:pt x="2716502" y="423188"/>
                  </a:lnTo>
                  <a:lnTo>
                    <a:pt x="2717574" y="423094"/>
                  </a:lnTo>
                  <a:lnTo>
                    <a:pt x="2718646" y="423000"/>
                  </a:lnTo>
                  <a:lnTo>
                    <a:pt x="2719717" y="422906"/>
                  </a:lnTo>
                  <a:lnTo>
                    <a:pt x="2720789" y="422811"/>
                  </a:lnTo>
                  <a:lnTo>
                    <a:pt x="2721860" y="422716"/>
                  </a:lnTo>
                  <a:lnTo>
                    <a:pt x="2722932" y="422622"/>
                  </a:lnTo>
                  <a:lnTo>
                    <a:pt x="2724004" y="422526"/>
                  </a:lnTo>
                  <a:lnTo>
                    <a:pt x="2725075" y="422431"/>
                  </a:lnTo>
                  <a:lnTo>
                    <a:pt x="2726147" y="422335"/>
                  </a:lnTo>
                  <a:lnTo>
                    <a:pt x="2727218" y="422240"/>
                  </a:lnTo>
                  <a:lnTo>
                    <a:pt x="2728290" y="422144"/>
                  </a:lnTo>
                  <a:lnTo>
                    <a:pt x="2729362" y="422047"/>
                  </a:lnTo>
                  <a:lnTo>
                    <a:pt x="2730433" y="421951"/>
                  </a:lnTo>
                  <a:lnTo>
                    <a:pt x="2731505" y="421854"/>
                  </a:lnTo>
                  <a:lnTo>
                    <a:pt x="2732576" y="421757"/>
                  </a:lnTo>
                  <a:lnTo>
                    <a:pt x="2733648" y="421660"/>
                  </a:lnTo>
                  <a:lnTo>
                    <a:pt x="2734720" y="421563"/>
                  </a:lnTo>
                  <a:lnTo>
                    <a:pt x="2735791" y="421465"/>
                  </a:lnTo>
                  <a:lnTo>
                    <a:pt x="2736863" y="421367"/>
                  </a:lnTo>
                  <a:lnTo>
                    <a:pt x="2737934" y="421269"/>
                  </a:lnTo>
                  <a:lnTo>
                    <a:pt x="2739006" y="421171"/>
                  </a:lnTo>
                  <a:lnTo>
                    <a:pt x="2740078" y="421072"/>
                  </a:lnTo>
                  <a:lnTo>
                    <a:pt x="2741149" y="420973"/>
                  </a:lnTo>
                  <a:lnTo>
                    <a:pt x="2742221" y="420874"/>
                  </a:lnTo>
                  <a:lnTo>
                    <a:pt x="2743292" y="420775"/>
                  </a:lnTo>
                  <a:lnTo>
                    <a:pt x="2744364" y="420675"/>
                  </a:lnTo>
                  <a:lnTo>
                    <a:pt x="2745436" y="420575"/>
                  </a:lnTo>
                  <a:lnTo>
                    <a:pt x="2746507" y="420475"/>
                  </a:lnTo>
                  <a:lnTo>
                    <a:pt x="2747579" y="420375"/>
                  </a:lnTo>
                  <a:lnTo>
                    <a:pt x="2748650" y="420274"/>
                  </a:lnTo>
                  <a:lnTo>
                    <a:pt x="2749722" y="420173"/>
                  </a:lnTo>
                  <a:lnTo>
                    <a:pt x="2750794" y="420072"/>
                  </a:lnTo>
                  <a:lnTo>
                    <a:pt x="2751865" y="419970"/>
                  </a:lnTo>
                  <a:lnTo>
                    <a:pt x="2752937" y="419868"/>
                  </a:lnTo>
                  <a:lnTo>
                    <a:pt x="2754008" y="419766"/>
                  </a:lnTo>
                  <a:lnTo>
                    <a:pt x="2755080" y="419663"/>
                  </a:lnTo>
                  <a:lnTo>
                    <a:pt x="2756152" y="419561"/>
                  </a:lnTo>
                  <a:lnTo>
                    <a:pt x="2757223" y="419458"/>
                  </a:lnTo>
                  <a:lnTo>
                    <a:pt x="2758295" y="419354"/>
                  </a:lnTo>
                  <a:lnTo>
                    <a:pt x="2759366" y="419251"/>
                  </a:lnTo>
                  <a:lnTo>
                    <a:pt x="2760438" y="419147"/>
                  </a:lnTo>
                  <a:lnTo>
                    <a:pt x="2761510" y="419042"/>
                  </a:lnTo>
                  <a:lnTo>
                    <a:pt x="2762581" y="418938"/>
                  </a:lnTo>
                  <a:lnTo>
                    <a:pt x="2763653" y="418833"/>
                  </a:lnTo>
                  <a:lnTo>
                    <a:pt x="2764724" y="418727"/>
                  </a:lnTo>
                  <a:lnTo>
                    <a:pt x="2765796" y="418622"/>
                  </a:lnTo>
                  <a:lnTo>
                    <a:pt x="2766868" y="418516"/>
                  </a:lnTo>
                  <a:lnTo>
                    <a:pt x="2767939" y="418410"/>
                  </a:lnTo>
                  <a:lnTo>
                    <a:pt x="2769011" y="418303"/>
                  </a:lnTo>
                  <a:lnTo>
                    <a:pt x="2770082" y="418196"/>
                  </a:lnTo>
                  <a:lnTo>
                    <a:pt x="2771154" y="418089"/>
                  </a:lnTo>
                  <a:lnTo>
                    <a:pt x="2772226" y="417981"/>
                  </a:lnTo>
                  <a:lnTo>
                    <a:pt x="2773297" y="417873"/>
                  </a:lnTo>
                  <a:lnTo>
                    <a:pt x="2774369" y="417765"/>
                  </a:lnTo>
                  <a:lnTo>
                    <a:pt x="2775440" y="417656"/>
                  </a:lnTo>
                  <a:lnTo>
                    <a:pt x="2776512" y="417547"/>
                  </a:lnTo>
                  <a:lnTo>
                    <a:pt x="2777584" y="417438"/>
                  </a:lnTo>
                  <a:lnTo>
                    <a:pt x="2778655" y="417328"/>
                  </a:lnTo>
                  <a:lnTo>
                    <a:pt x="2779727" y="417218"/>
                  </a:lnTo>
                  <a:lnTo>
                    <a:pt x="2780798" y="417108"/>
                  </a:lnTo>
                  <a:lnTo>
                    <a:pt x="2781870" y="416997"/>
                  </a:lnTo>
                  <a:lnTo>
                    <a:pt x="2782942" y="416886"/>
                  </a:lnTo>
                  <a:lnTo>
                    <a:pt x="2784013" y="416774"/>
                  </a:lnTo>
                  <a:lnTo>
                    <a:pt x="2785085" y="416662"/>
                  </a:lnTo>
                  <a:lnTo>
                    <a:pt x="2786156" y="416550"/>
                  </a:lnTo>
                  <a:lnTo>
                    <a:pt x="2787228" y="416437"/>
                  </a:lnTo>
                  <a:lnTo>
                    <a:pt x="2788300" y="416324"/>
                  </a:lnTo>
                  <a:lnTo>
                    <a:pt x="2789371" y="416211"/>
                  </a:lnTo>
                  <a:lnTo>
                    <a:pt x="2790443" y="416097"/>
                  </a:lnTo>
                  <a:lnTo>
                    <a:pt x="2791514" y="415983"/>
                  </a:lnTo>
                  <a:lnTo>
                    <a:pt x="2792586" y="415868"/>
                  </a:lnTo>
                  <a:lnTo>
                    <a:pt x="2793658" y="415753"/>
                  </a:lnTo>
                  <a:lnTo>
                    <a:pt x="2794729" y="415638"/>
                  </a:lnTo>
                  <a:lnTo>
                    <a:pt x="2795801" y="415522"/>
                  </a:lnTo>
                  <a:lnTo>
                    <a:pt x="2796872" y="415405"/>
                  </a:lnTo>
                  <a:lnTo>
                    <a:pt x="2797944" y="415289"/>
                  </a:lnTo>
                  <a:lnTo>
                    <a:pt x="2799016" y="415172"/>
                  </a:lnTo>
                  <a:lnTo>
                    <a:pt x="2800087" y="415054"/>
                  </a:lnTo>
                  <a:lnTo>
                    <a:pt x="2801159" y="414936"/>
                  </a:lnTo>
                  <a:lnTo>
                    <a:pt x="2802230" y="414818"/>
                  </a:lnTo>
                  <a:lnTo>
                    <a:pt x="2803302" y="414699"/>
                  </a:lnTo>
                  <a:lnTo>
                    <a:pt x="2804374" y="414580"/>
                  </a:lnTo>
                  <a:lnTo>
                    <a:pt x="2805445" y="414460"/>
                  </a:lnTo>
                  <a:lnTo>
                    <a:pt x="2806517" y="414340"/>
                  </a:lnTo>
                  <a:lnTo>
                    <a:pt x="2807588" y="414220"/>
                  </a:lnTo>
                  <a:lnTo>
                    <a:pt x="2808660" y="414099"/>
                  </a:lnTo>
                  <a:lnTo>
                    <a:pt x="2809732" y="413977"/>
                  </a:lnTo>
                  <a:lnTo>
                    <a:pt x="2810803" y="413855"/>
                  </a:lnTo>
                  <a:lnTo>
                    <a:pt x="2811875" y="413733"/>
                  </a:lnTo>
                  <a:lnTo>
                    <a:pt x="2812946" y="413610"/>
                  </a:lnTo>
                  <a:lnTo>
                    <a:pt x="2814018" y="413487"/>
                  </a:lnTo>
                  <a:lnTo>
                    <a:pt x="2815090" y="413364"/>
                  </a:lnTo>
                  <a:lnTo>
                    <a:pt x="2816161" y="413239"/>
                  </a:lnTo>
                  <a:lnTo>
                    <a:pt x="2817233" y="413115"/>
                  </a:lnTo>
                  <a:lnTo>
                    <a:pt x="2818304" y="412990"/>
                  </a:lnTo>
                  <a:lnTo>
                    <a:pt x="2819376" y="412864"/>
                  </a:lnTo>
                  <a:lnTo>
                    <a:pt x="2820448" y="412738"/>
                  </a:lnTo>
                  <a:lnTo>
                    <a:pt x="2821519" y="412612"/>
                  </a:lnTo>
                  <a:lnTo>
                    <a:pt x="2822591" y="412485"/>
                  </a:lnTo>
                  <a:lnTo>
                    <a:pt x="2823662" y="412358"/>
                  </a:lnTo>
                  <a:lnTo>
                    <a:pt x="2824734" y="412230"/>
                  </a:lnTo>
                  <a:lnTo>
                    <a:pt x="2825806" y="412102"/>
                  </a:lnTo>
                  <a:lnTo>
                    <a:pt x="2826877" y="411973"/>
                  </a:lnTo>
                  <a:lnTo>
                    <a:pt x="2827949" y="411844"/>
                  </a:lnTo>
                  <a:lnTo>
                    <a:pt x="2829020" y="411714"/>
                  </a:lnTo>
                  <a:lnTo>
                    <a:pt x="2830092" y="411583"/>
                  </a:lnTo>
                  <a:lnTo>
                    <a:pt x="2831164" y="411453"/>
                  </a:lnTo>
                  <a:lnTo>
                    <a:pt x="2832235" y="411321"/>
                  </a:lnTo>
                  <a:lnTo>
                    <a:pt x="2833307" y="411190"/>
                  </a:lnTo>
                  <a:lnTo>
                    <a:pt x="2834378" y="411057"/>
                  </a:lnTo>
                  <a:lnTo>
                    <a:pt x="2835450" y="410925"/>
                  </a:lnTo>
                  <a:lnTo>
                    <a:pt x="2836522" y="410791"/>
                  </a:lnTo>
                  <a:lnTo>
                    <a:pt x="2837593" y="410658"/>
                  </a:lnTo>
                  <a:lnTo>
                    <a:pt x="2838665" y="410523"/>
                  </a:lnTo>
                  <a:lnTo>
                    <a:pt x="2839736" y="410389"/>
                  </a:lnTo>
                  <a:lnTo>
                    <a:pt x="2840808" y="410253"/>
                  </a:lnTo>
                  <a:lnTo>
                    <a:pt x="2841879" y="410117"/>
                  </a:lnTo>
                  <a:lnTo>
                    <a:pt x="2842951" y="409981"/>
                  </a:lnTo>
                  <a:lnTo>
                    <a:pt x="2844023" y="409844"/>
                  </a:lnTo>
                  <a:lnTo>
                    <a:pt x="2845094" y="409707"/>
                  </a:lnTo>
                  <a:lnTo>
                    <a:pt x="2846166" y="409569"/>
                  </a:lnTo>
                  <a:lnTo>
                    <a:pt x="2847237" y="409430"/>
                  </a:lnTo>
                  <a:lnTo>
                    <a:pt x="2848309" y="409291"/>
                  </a:lnTo>
                  <a:lnTo>
                    <a:pt x="2849381" y="409152"/>
                  </a:lnTo>
                  <a:lnTo>
                    <a:pt x="2850452" y="409012"/>
                  </a:lnTo>
                  <a:lnTo>
                    <a:pt x="2851524" y="408871"/>
                  </a:lnTo>
                  <a:lnTo>
                    <a:pt x="2852595" y="408730"/>
                  </a:lnTo>
                  <a:lnTo>
                    <a:pt x="2853667" y="408588"/>
                  </a:lnTo>
                  <a:lnTo>
                    <a:pt x="2854739" y="408446"/>
                  </a:lnTo>
                  <a:lnTo>
                    <a:pt x="2855810" y="408303"/>
                  </a:lnTo>
                  <a:lnTo>
                    <a:pt x="2856882" y="408160"/>
                  </a:lnTo>
                  <a:lnTo>
                    <a:pt x="2857953" y="408016"/>
                  </a:lnTo>
                  <a:lnTo>
                    <a:pt x="2859025" y="407872"/>
                  </a:lnTo>
                  <a:lnTo>
                    <a:pt x="2860097" y="407727"/>
                  </a:lnTo>
                  <a:lnTo>
                    <a:pt x="2861168" y="407581"/>
                  </a:lnTo>
                  <a:lnTo>
                    <a:pt x="2862240" y="407435"/>
                  </a:lnTo>
                  <a:lnTo>
                    <a:pt x="2863311" y="407288"/>
                  </a:lnTo>
                  <a:lnTo>
                    <a:pt x="2864383" y="407141"/>
                  </a:lnTo>
                  <a:lnTo>
                    <a:pt x="2865455" y="406993"/>
                  </a:lnTo>
                  <a:lnTo>
                    <a:pt x="2866526" y="406845"/>
                  </a:lnTo>
                  <a:lnTo>
                    <a:pt x="2867598" y="406696"/>
                  </a:lnTo>
                  <a:lnTo>
                    <a:pt x="2868669" y="406547"/>
                  </a:lnTo>
                  <a:lnTo>
                    <a:pt x="2869741" y="406396"/>
                  </a:lnTo>
                  <a:lnTo>
                    <a:pt x="2870813" y="406246"/>
                  </a:lnTo>
                  <a:lnTo>
                    <a:pt x="2871884" y="406094"/>
                  </a:lnTo>
                  <a:lnTo>
                    <a:pt x="2872956" y="405943"/>
                  </a:lnTo>
                  <a:lnTo>
                    <a:pt x="2874027" y="405790"/>
                  </a:lnTo>
                  <a:lnTo>
                    <a:pt x="2875099" y="405637"/>
                  </a:lnTo>
                  <a:lnTo>
                    <a:pt x="2876171" y="405484"/>
                  </a:lnTo>
                  <a:lnTo>
                    <a:pt x="2877242" y="405329"/>
                  </a:lnTo>
                  <a:lnTo>
                    <a:pt x="2878314" y="405175"/>
                  </a:lnTo>
                  <a:lnTo>
                    <a:pt x="2879385" y="405019"/>
                  </a:lnTo>
                  <a:lnTo>
                    <a:pt x="2880457" y="404863"/>
                  </a:lnTo>
                  <a:lnTo>
                    <a:pt x="2881529" y="404707"/>
                  </a:lnTo>
                  <a:lnTo>
                    <a:pt x="2882600" y="404550"/>
                  </a:lnTo>
                  <a:lnTo>
                    <a:pt x="2883672" y="404392"/>
                  </a:lnTo>
                  <a:lnTo>
                    <a:pt x="2884743" y="404233"/>
                  </a:lnTo>
                  <a:lnTo>
                    <a:pt x="2885815" y="404074"/>
                  </a:lnTo>
                  <a:lnTo>
                    <a:pt x="2886887" y="403915"/>
                  </a:lnTo>
                  <a:lnTo>
                    <a:pt x="2887958" y="403755"/>
                  </a:lnTo>
                  <a:lnTo>
                    <a:pt x="2889030" y="403594"/>
                  </a:lnTo>
                  <a:lnTo>
                    <a:pt x="2890101" y="403432"/>
                  </a:lnTo>
                  <a:lnTo>
                    <a:pt x="2891173" y="403270"/>
                  </a:lnTo>
                  <a:lnTo>
                    <a:pt x="2892245" y="403108"/>
                  </a:lnTo>
                  <a:lnTo>
                    <a:pt x="2893316" y="402944"/>
                  </a:lnTo>
                  <a:lnTo>
                    <a:pt x="2894388" y="402780"/>
                  </a:lnTo>
                  <a:lnTo>
                    <a:pt x="2895459" y="402616"/>
                  </a:lnTo>
                  <a:lnTo>
                    <a:pt x="2896531" y="402451"/>
                  </a:lnTo>
                  <a:lnTo>
                    <a:pt x="2897603" y="402285"/>
                  </a:lnTo>
                  <a:lnTo>
                    <a:pt x="2898674" y="402118"/>
                  </a:lnTo>
                  <a:lnTo>
                    <a:pt x="2899746" y="401951"/>
                  </a:lnTo>
                  <a:lnTo>
                    <a:pt x="2900817" y="401784"/>
                  </a:lnTo>
                  <a:lnTo>
                    <a:pt x="2901889" y="401615"/>
                  </a:lnTo>
                  <a:lnTo>
                    <a:pt x="2902961" y="401446"/>
                  </a:lnTo>
                  <a:lnTo>
                    <a:pt x="2904032" y="401277"/>
                  </a:lnTo>
                  <a:lnTo>
                    <a:pt x="2905104" y="401107"/>
                  </a:lnTo>
                  <a:lnTo>
                    <a:pt x="2906175" y="400936"/>
                  </a:lnTo>
                  <a:lnTo>
                    <a:pt x="2907247" y="400764"/>
                  </a:lnTo>
                  <a:lnTo>
                    <a:pt x="2908319" y="400592"/>
                  </a:lnTo>
                  <a:lnTo>
                    <a:pt x="2909390" y="400419"/>
                  </a:lnTo>
                  <a:lnTo>
                    <a:pt x="2910462" y="400246"/>
                  </a:lnTo>
                  <a:lnTo>
                    <a:pt x="2911533" y="400072"/>
                  </a:lnTo>
                  <a:lnTo>
                    <a:pt x="2912605" y="399897"/>
                  </a:lnTo>
                  <a:lnTo>
                    <a:pt x="2913677" y="399721"/>
                  </a:lnTo>
                  <a:lnTo>
                    <a:pt x="2914748" y="399545"/>
                  </a:lnTo>
                  <a:lnTo>
                    <a:pt x="2915820" y="399369"/>
                  </a:lnTo>
                  <a:lnTo>
                    <a:pt x="2916891" y="399191"/>
                  </a:lnTo>
                  <a:lnTo>
                    <a:pt x="2917963" y="399013"/>
                  </a:lnTo>
                  <a:lnTo>
                    <a:pt x="2919035" y="398834"/>
                  </a:lnTo>
                  <a:lnTo>
                    <a:pt x="2920106" y="398655"/>
                  </a:lnTo>
                  <a:lnTo>
                    <a:pt x="2921178" y="398475"/>
                  </a:lnTo>
                  <a:lnTo>
                    <a:pt x="2922249" y="398294"/>
                  </a:lnTo>
                  <a:lnTo>
                    <a:pt x="2923321" y="398113"/>
                  </a:lnTo>
                  <a:lnTo>
                    <a:pt x="2924393" y="397931"/>
                  </a:lnTo>
                  <a:lnTo>
                    <a:pt x="2925464" y="397748"/>
                  </a:lnTo>
                  <a:lnTo>
                    <a:pt x="2926536" y="397565"/>
                  </a:lnTo>
                  <a:lnTo>
                    <a:pt x="2927607" y="397381"/>
                  </a:lnTo>
                  <a:lnTo>
                    <a:pt x="2928679" y="397196"/>
                  </a:lnTo>
                  <a:lnTo>
                    <a:pt x="2929751" y="397011"/>
                  </a:lnTo>
                  <a:lnTo>
                    <a:pt x="2930822" y="396824"/>
                  </a:lnTo>
                  <a:lnTo>
                    <a:pt x="2931894" y="396638"/>
                  </a:lnTo>
                  <a:lnTo>
                    <a:pt x="2932965" y="396450"/>
                  </a:lnTo>
                  <a:lnTo>
                    <a:pt x="2934037" y="396262"/>
                  </a:lnTo>
                  <a:lnTo>
                    <a:pt x="2935109" y="396073"/>
                  </a:lnTo>
                  <a:lnTo>
                    <a:pt x="2936180" y="395884"/>
                  </a:lnTo>
                  <a:lnTo>
                    <a:pt x="2937252" y="395694"/>
                  </a:lnTo>
                  <a:lnTo>
                    <a:pt x="2938323" y="395503"/>
                  </a:lnTo>
                  <a:lnTo>
                    <a:pt x="2939395" y="395311"/>
                  </a:lnTo>
                  <a:lnTo>
                    <a:pt x="2940467" y="395119"/>
                  </a:lnTo>
                  <a:lnTo>
                    <a:pt x="2941538" y="394926"/>
                  </a:lnTo>
                  <a:lnTo>
                    <a:pt x="2942610" y="394732"/>
                  </a:lnTo>
                  <a:lnTo>
                    <a:pt x="2943681" y="394538"/>
                  </a:lnTo>
                  <a:lnTo>
                    <a:pt x="2944753" y="394343"/>
                  </a:lnTo>
                  <a:lnTo>
                    <a:pt x="2945825" y="394147"/>
                  </a:lnTo>
                  <a:lnTo>
                    <a:pt x="2946896" y="393951"/>
                  </a:lnTo>
                  <a:lnTo>
                    <a:pt x="2947968" y="393754"/>
                  </a:lnTo>
                  <a:lnTo>
                    <a:pt x="2949039" y="393556"/>
                  </a:lnTo>
                  <a:lnTo>
                    <a:pt x="2950111" y="393357"/>
                  </a:lnTo>
                  <a:lnTo>
                    <a:pt x="2951183" y="393158"/>
                  </a:lnTo>
                  <a:lnTo>
                    <a:pt x="2952254" y="392958"/>
                  </a:lnTo>
                  <a:lnTo>
                    <a:pt x="2953326" y="392758"/>
                  </a:lnTo>
                  <a:lnTo>
                    <a:pt x="2954397" y="392556"/>
                  </a:lnTo>
                  <a:lnTo>
                    <a:pt x="2955469" y="392354"/>
                  </a:lnTo>
                  <a:lnTo>
                    <a:pt x="2956541" y="392151"/>
                  </a:lnTo>
                  <a:lnTo>
                    <a:pt x="2957612" y="391948"/>
                  </a:lnTo>
                  <a:lnTo>
                    <a:pt x="2958684" y="391744"/>
                  </a:lnTo>
                  <a:lnTo>
                    <a:pt x="2959755" y="391539"/>
                  </a:lnTo>
                  <a:lnTo>
                    <a:pt x="2960827" y="391333"/>
                  </a:lnTo>
                  <a:lnTo>
                    <a:pt x="2961899" y="391127"/>
                  </a:lnTo>
                  <a:lnTo>
                    <a:pt x="2962970" y="390920"/>
                  </a:lnTo>
                  <a:lnTo>
                    <a:pt x="2964042" y="390712"/>
                  </a:lnTo>
                  <a:lnTo>
                    <a:pt x="2965113" y="390504"/>
                  </a:lnTo>
                  <a:lnTo>
                    <a:pt x="2966185" y="390295"/>
                  </a:lnTo>
                  <a:lnTo>
                    <a:pt x="2967257" y="390085"/>
                  </a:lnTo>
                  <a:lnTo>
                    <a:pt x="2968328" y="389874"/>
                  </a:lnTo>
                  <a:lnTo>
                    <a:pt x="2969400" y="389663"/>
                  </a:lnTo>
                  <a:lnTo>
                    <a:pt x="2970471" y="389451"/>
                  </a:lnTo>
                  <a:lnTo>
                    <a:pt x="2971543" y="389238"/>
                  </a:lnTo>
                  <a:lnTo>
                    <a:pt x="2972615" y="389024"/>
                  </a:lnTo>
                  <a:lnTo>
                    <a:pt x="2973686" y="388810"/>
                  </a:lnTo>
                  <a:lnTo>
                    <a:pt x="2974758" y="388595"/>
                  </a:lnTo>
                  <a:lnTo>
                    <a:pt x="2975829" y="388380"/>
                  </a:lnTo>
                  <a:lnTo>
                    <a:pt x="2976901" y="388163"/>
                  </a:lnTo>
                  <a:lnTo>
                    <a:pt x="2977973" y="387946"/>
                  </a:lnTo>
                  <a:lnTo>
                    <a:pt x="2979044" y="387728"/>
                  </a:lnTo>
                  <a:lnTo>
                    <a:pt x="2980116" y="387510"/>
                  </a:lnTo>
                  <a:lnTo>
                    <a:pt x="2981187" y="387290"/>
                  </a:lnTo>
                  <a:lnTo>
                    <a:pt x="2982259" y="387070"/>
                  </a:lnTo>
                  <a:lnTo>
                    <a:pt x="2983331" y="386849"/>
                  </a:lnTo>
                  <a:lnTo>
                    <a:pt x="2984402" y="386628"/>
                  </a:lnTo>
                  <a:lnTo>
                    <a:pt x="2985474" y="386406"/>
                  </a:lnTo>
                  <a:lnTo>
                    <a:pt x="2986545" y="386183"/>
                  </a:lnTo>
                  <a:lnTo>
                    <a:pt x="2987617" y="385959"/>
                  </a:lnTo>
                  <a:lnTo>
                    <a:pt x="2988689" y="385735"/>
                  </a:lnTo>
                  <a:lnTo>
                    <a:pt x="2989760" y="385509"/>
                  </a:lnTo>
                  <a:lnTo>
                    <a:pt x="2990832" y="385283"/>
                  </a:lnTo>
                  <a:lnTo>
                    <a:pt x="2991903" y="385057"/>
                  </a:lnTo>
                  <a:lnTo>
                    <a:pt x="2992975" y="384829"/>
                  </a:lnTo>
                  <a:lnTo>
                    <a:pt x="2994047" y="384601"/>
                  </a:lnTo>
                  <a:lnTo>
                    <a:pt x="2995118" y="384372"/>
                  </a:lnTo>
                  <a:lnTo>
                    <a:pt x="2996190" y="384143"/>
                  </a:lnTo>
                  <a:lnTo>
                    <a:pt x="2997261" y="383912"/>
                  </a:lnTo>
                  <a:lnTo>
                    <a:pt x="2998333" y="383681"/>
                  </a:lnTo>
                  <a:lnTo>
                    <a:pt x="2999405" y="383450"/>
                  </a:lnTo>
                  <a:lnTo>
                    <a:pt x="3000476" y="383217"/>
                  </a:lnTo>
                  <a:lnTo>
                    <a:pt x="3001548" y="382984"/>
                  </a:lnTo>
                  <a:lnTo>
                    <a:pt x="3002619" y="382750"/>
                  </a:lnTo>
                  <a:lnTo>
                    <a:pt x="3003691" y="382515"/>
                  </a:lnTo>
                  <a:lnTo>
                    <a:pt x="3004763" y="382279"/>
                  </a:lnTo>
                  <a:lnTo>
                    <a:pt x="3005834" y="382043"/>
                  </a:lnTo>
                  <a:lnTo>
                    <a:pt x="3006906" y="381806"/>
                  </a:lnTo>
                  <a:lnTo>
                    <a:pt x="3007977" y="381568"/>
                  </a:lnTo>
                  <a:lnTo>
                    <a:pt x="3009049" y="381330"/>
                  </a:lnTo>
                  <a:lnTo>
                    <a:pt x="3010121" y="381091"/>
                  </a:lnTo>
                  <a:lnTo>
                    <a:pt x="3011192" y="380851"/>
                  </a:lnTo>
                  <a:lnTo>
                    <a:pt x="3012264" y="380610"/>
                  </a:lnTo>
                  <a:lnTo>
                    <a:pt x="3013335" y="380368"/>
                  </a:lnTo>
                  <a:lnTo>
                    <a:pt x="3014407" y="380126"/>
                  </a:lnTo>
                  <a:lnTo>
                    <a:pt x="3015479" y="379883"/>
                  </a:lnTo>
                  <a:lnTo>
                    <a:pt x="3016550" y="379639"/>
                  </a:lnTo>
                  <a:lnTo>
                    <a:pt x="3017622" y="379395"/>
                  </a:lnTo>
                  <a:lnTo>
                    <a:pt x="3018693" y="379150"/>
                  </a:lnTo>
                  <a:lnTo>
                    <a:pt x="3019765" y="378904"/>
                  </a:lnTo>
                  <a:lnTo>
                    <a:pt x="3020836" y="378657"/>
                  </a:lnTo>
                  <a:lnTo>
                    <a:pt x="3021908" y="378409"/>
                  </a:lnTo>
                  <a:lnTo>
                    <a:pt x="3022980" y="378161"/>
                  </a:lnTo>
                  <a:lnTo>
                    <a:pt x="3024051" y="377912"/>
                  </a:lnTo>
                  <a:lnTo>
                    <a:pt x="3025123" y="377663"/>
                  </a:lnTo>
                  <a:lnTo>
                    <a:pt x="3026194" y="377412"/>
                  </a:lnTo>
                  <a:lnTo>
                    <a:pt x="3027266" y="377161"/>
                  </a:lnTo>
                  <a:lnTo>
                    <a:pt x="3028338" y="376909"/>
                  </a:lnTo>
                  <a:lnTo>
                    <a:pt x="3029409" y="376656"/>
                  </a:lnTo>
                  <a:lnTo>
                    <a:pt x="3030481" y="376403"/>
                  </a:lnTo>
                  <a:lnTo>
                    <a:pt x="3031552" y="376149"/>
                  </a:lnTo>
                  <a:lnTo>
                    <a:pt x="3032624" y="375894"/>
                  </a:lnTo>
                  <a:lnTo>
                    <a:pt x="3033696" y="375638"/>
                  </a:lnTo>
                  <a:lnTo>
                    <a:pt x="3034767" y="375382"/>
                  </a:lnTo>
                  <a:lnTo>
                    <a:pt x="3035839" y="375125"/>
                  </a:lnTo>
                  <a:lnTo>
                    <a:pt x="3036910" y="374867"/>
                  </a:lnTo>
                  <a:lnTo>
                    <a:pt x="3037982" y="374608"/>
                  </a:lnTo>
                  <a:lnTo>
                    <a:pt x="3039054" y="374349"/>
                  </a:lnTo>
                  <a:lnTo>
                    <a:pt x="3040125" y="374089"/>
                  </a:lnTo>
                  <a:lnTo>
                    <a:pt x="3041197" y="373828"/>
                  </a:lnTo>
                  <a:lnTo>
                    <a:pt x="3042268" y="373566"/>
                  </a:lnTo>
                  <a:lnTo>
                    <a:pt x="3043340" y="373304"/>
                  </a:lnTo>
                  <a:lnTo>
                    <a:pt x="3044412" y="373041"/>
                  </a:lnTo>
                  <a:lnTo>
                    <a:pt x="3045483" y="372777"/>
                  </a:lnTo>
                  <a:lnTo>
                    <a:pt x="3046555" y="372513"/>
                  </a:lnTo>
                  <a:lnTo>
                    <a:pt x="3047626" y="372247"/>
                  </a:lnTo>
                  <a:lnTo>
                    <a:pt x="3048698" y="371981"/>
                  </a:lnTo>
                  <a:lnTo>
                    <a:pt x="3049770" y="371715"/>
                  </a:lnTo>
                  <a:lnTo>
                    <a:pt x="3050841" y="371447"/>
                  </a:lnTo>
                  <a:lnTo>
                    <a:pt x="3051913" y="371179"/>
                  </a:lnTo>
                  <a:lnTo>
                    <a:pt x="3052984" y="370910"/>
                  </a:lnTo>
                  <a:lnTo>
                    <a:pt x="3054056" y="370640"/>
                  </a:lnTo>
                  <a:lnTo>
                    <a:pt x="3055128" y="370370"/>
                  </a:lnTo>
                  <a:lnTo>
                    <a:pt x="3056199" y="370099"/>
                  </a:lnTo>
                  <a:lnTo>
                    <a:pt x="3057271" y="369827"/>
                  </a:lnTo>
                  <a:lnTo>
                    <a:pt x="3058342" y="369554"/>
                  </a:lnTo>
                  <a:lnTo>
                    <a:pt x="3059414" y="369281"/>
                  </a:lnTo>
                  <a:lnTo>
                    <a:pt x="3060486" y="369007"/>
                  </a:lnTo>
                  <a:lnTo>
                    <a:pt x="3061557" y="368732"/>
                  </a:lnTo>
                  <a:lnTo>
                    <a:pt x="3062629" y="368457"/>
                  </a:lnTo>
                  <a:lnTo>
                    <a:pt x="3063700" y="368180"/>
                  </a:lnTo>
                  <a:lnTo>
                    <a:pt x="3064772" y="367903"/>
                  </a:lnTo>
                  <a:lnTo>
                    <a:pt x="3065844" y="367626"/>
                  </a:lnTo>
                  <a:lnTo>
                    <a:pt x="3066915" y="367347"/>
                  </a:lnTo>
                  <a:lnTo>
                    <a:pt x="3067987" y="367068"/>
                  </a:lnTo>
                  <a:lnTo>
                    <a:pt x="3069058" y="366788"/>
                  </a:lnTo>
                  <a:lnTo>
                    <a:pt x="3070130" y="366508"/>
                  </a:lnTo>
                  <a:lnTo>
                    <a:pt x="3071202" y="366226"/>
                  </a:lnTo>
                  <a:lnTo>
                    <a:pt x="3072273" y="365944"/>
                  </a:lnTo>
                  <a:lnTo>
                    <a:pt x="3073345" y="365661"/>
                  </a:lnTo>
                  <a:lnTo>
                    <a:pt x="3074416" y="365378"/>
                  </a:lnTo>
                  <a:lnTo>
                    <a:pt x="3075488" y="365094"/>
                  </a:lnTo>
                  <a:lnTo>
                    <a:pt x="3076560" y="364809"/>
                  </a:lnTo>
                  <a:lnTo>
                    <a:pt x="3077631" y="364523"/>
                  </a:lnTo>
                  <a:lnTo>
                    <a:pt x="3078703" y="364236"/>
                  </a:lnTo>
                  <a:lnTo>
                    <a:pt x="3079774" y="363949"/>
                  </a:lnTo>
                  <a:lnTo>
                    <a:pt x="3080846" y="363661"/>
                  </a:lnTo>
                  <a:lnTo>
                    <a:pt x="3081918" y="363373"/>
                  </a:lnTo>
                  <a:lnTo>
                    <a:pt x="3082989" y="363083"/>
                  </a:lnTo>
                  <a:lnTo>
                    <a:pt x="3084061" y="362793"/>
                  </a:lnTo>
                  <a:lnTo>
                    <a:pt x="3085132" y="362503"/>
                  </a:lnTo>
                  <a:lnTo>
                    <a:pt x="3086204" y="362211"/>
                  </a:lnTo>
                  <a:lnTo>
                    <a:pt x="3087276" y="361919"/>
                  </a:lnTo>
                  <a:lnTo>
                    <a:pt x="3088347" y="361626"/>
                  </a:lnTo>
                  <a:lnTo>
                    <a:pt x="3089419" y="361332"/>
                  </a:lnTo>
                  <a:lnTo>
                    <a:pt x="3090490" y="361038"/>
                  </a:lnTo>
                  <a:lnTo>
                    <a:pt x="3091562" y="360743"/>
                  </a:lnTo>
                  <a:lnTo>
                    <a:pt x="3092634" y="360447"/>
                  </a:lnTo>
                  <a:lnTo>
                    <a:pt x="3093705" y="360151"/>
                  </a:lnTo>
                  <a:lnTo>
                    <a:pt x="3094777" y="359854"/>
                  </a:lnTo>
                  <a:lnTo>
                    <a:pt x="3095848" y="359556"/>
                  </a:lnTo>
                  <a:lnTo>
                    <a:pt x="3096920" y="359257"/>
                  </a:lnTo>
                  <a:lnTo>
                    <a:pt x="3097992" y="358958"/>
                  </a:lnTo>
                  <a:lnTo>
                    <a:pt x="3099063" y="358657"/>
                  </a:lnTo>
                  <a:lnTo>
                    <a:pt x="3100135" y="358357"/>
                  </a:lnTo>
                  <a:lnTo>
                    <a:pt x="3101206" y="358055"/>
                  </a:lnTo>
                  <a:lnTo>
                    <a:pt x="3102278" y="357753"/>
                  </a:lnTo>
                  <a:lnTo>
                    <a:pt x="3103350" y="357450"/>
                  </a:lnTo>
                  <a:lnTo>
                    <a:pt x="3104421" y="357146"/>
                  </a:lnTo>
                  <a:lnTo>
                    <a:pt x="3105493" y="356842"/>
                  </a:lnTo>
                  <a:lnTo>
                    <a:pt x="3106564" y="356537"/>
                  </a:lnTo>
                  <a:lnTo>
                    <a:pt x="3107636" y="356231"/>
                  </a:lnTo>
                  <a:lnTo>
                    <a:pt x="3108708" y="355925"/>
                  </a:lnTo>
                  <a:lnTo>
                    <a:pt x="3109779" y="355618"/>
                  </a:lnTo>
                  <a:lnTo>
                    <a:pt x="3110851" y="355310"/>
                  </a:lnTo>
                  <a:lnTo>
                    <a:pt x="3111922" y="355001"/>
                  </a:lnTo>
                  <a:lnTo>
                    <a:pt x="3112994" y="354692"/>
                  </a:lnTo>
                  <a:lnTo>
                    <a:pt x="3114066" y="354382"/>
                  </a:lnTo>
                  <a:lnTo>
                    <a:pt x="3115137" y="354071"/>
                  </a:lnTo>
                  <a:lnTo>
                    <a:pt x="3116209" y="353760"/>
                  </a:lnTo>
                  <a:lnTo>
                    <a:pt x="3117280" y="353447"/>
                  </a:lnTo>
                  <a:lnTo>
                    <a:pt x="3118352" y="353135"/>
                  </a:lnTo>
                  <a:lnTo>
                    <a:pt x="3119424" y="352821"/>
                  </a:lnTo>
                  <a:lnTo>
                    <a:pt x="3120495" y="352507"/>
                  </a:lnTo>
                  <a:lnTo>
                    <a:pt x="3121567" y="352192"/>
                  </a:lnTo>
                  <a:lnTo>
                    <a:pt x="3122638" y="351876"/>
                  </a:lnTo>
                  <a:lnTo>
                    <a:pt x="3123710" y="351560"/>
                  </a:lnTo>
                  <a:lnTo>
                    <a:pt x="3124782" y="351243"/>
                  </a:lnTo>
                  <a:lnTo>
                    <a:pt x="3125853" y="350925"/>
                  </a:lnTo>
                  <a:lnTo>
                    <a:pt x="3126925" y="350607"/>
                  </a:lnTo>
                  <a:lnTo>
                    <a:pt x="3127996" y="350287"/>
                  </a:lnTo>
                  <a:lnTo>
                    <a:pt x="3129068" y="349967"/>
                  </a:lnTo>
                  <a:lnTo>
                    <a:pt x="3130140" y="349647"/>
                  </a:lnTo>
                  <a:lnTo>
                    <a:pt x="3131211" y="349326"/>
                  </a:lnTo>
                  <a:lnTo>
                    <a:pt x="3132283" y="349004"/>
                  </a:lnTo>
                  <a:lnTo>
                    <a:pt x="3133354" y="348681"/>
                  </a:lnTo>
                  <a:lnTo>
                    <a:pt x="3134426" y="348358"/>
                  </a:lnTo>
                  <a:lnTo>
                    <a:pt x="3135498" y="348034"/>
                  </a:lnTo>
                  <a:lnTo>
                    <a:pt x="3136569" y="347709"/>
                  </a:lnTo>
                  <a:lnTo>
                    <a:pt x="3137641" y="347384"/>
                  </a:lnTo>
                  <a:lnTo>
                    <a:pt x="3138712" y="347057"/>
                  </a:lnTo>
                  <a:lnTo>
                    <a:pt x="3139784" y="346731"/>
                  </a:lnTo>
                  <a:lnTo>
                    <a:pt x="3140856" y="346403"/>
                  </a:lnTo>
                  <a:lnTo>
                    <a:pt x="3141927" y="346075"/>
                  </a:lnTo>
                  <a:lnTo>
                    <a:pt x="3142999" y="345746"/>
                  </a:lnTo>
                  <a:lnTo>
                    <a:pt x="3144070" y="345416"/>
                  </a:lnTo>
                  <a:lnTo>
                    <a:pt x="3145142" y="345086"/>
                  </a:lnTo>
                  <a:lnTo>
                    <a:pt x="3146214" y="344755"/>
                  </a:lnTo>
                  <a:lnTo>
                    <a:pt x="3147285" y="344423"/>
                  </a:lnTo>
                  <a:lnTo>
                    <a:pt x="3148357" y="344091"/>
                  </a:lnTo>
                  <a:lnTo>
                    <a:pt x="3149428" y="343758"/>
                  </a:lnTo>
                  <a:lnTo>
                    <a:pt x="3150500" y="343424"/>
                  </a:lnTo>
                  <a:lnTo>
                    <a:pt x="3151572" y="343090"/>
                  </a:lnTo>
                  <a:lnTo>
                    <a:pt x="3152643" y="342755"/>
                  </a:lnTo>
                  <a:lnTo>
                    <a:pt x="3153715" y="342419"/>
                  </a:lnTo>
                  <a:lnTo>
                    <a:pt x="3154786" y="342083"/>
                  </a:lnTo>
                  <a:lnTo>
                    <a:pt x="3155858" y="341745"/>
                  </a:lnTo>
                  <a:lnTo>
                    <a:pt x="3156930" y="341408"/>
                  </a:lnTo>
                  <a:lnTo>
                    <a:pt x="3158001" y="341069"/>
                  </a:lnTo>
                  <a:lnTo>
                    <a:pt x="3159073" y="340730"/>
                  </a:lnTo>
                  <a:lnTo>
                    <a:pt x="3160144" y="340390"/>
                  </a:lnTo>
                  <a:lnTo>
                    <a:pt x="3161216" y="340049"/>
                  </a:lnTo>
                  <a:lnTo>
                    <a:pt x="3162288" y="339708"/>
                  </a:lnTo>
                  <a:lnTo>
                    <a:pt x="3163359" y="339366"/>
                  </a:lnTo>
                  <a:lnTo>
                    <a:pt x="3164431" y="339024"/>
                  </a:lnTo>
                  <a:lnTo>
                    <a:pt x="3165502" y="338680"/>
                  </a:lnTo>
                  <a:lnTo>
                    <a:pt x="3166574" y="338336"/>
                  </a:lnTo>
                  <a:lnTo>
                    <a:pt x="3167646" y="337992"/>
                  </a:lnTo>
                  <a:lnTo>
                    <a:pt x="3168717" y="337646"/>
                  </a:lnTo>
                  <a:lnTo>
                    <a:pt x="3169789" y="337300"/>
                  </a:lnTo>
                  <a:lnTo>
                    <a:pt x="3170860" y="336954"/>
                  </a:lnTo>
                  <a:lnTo>
                    <a:pt x="3171932" y="336606"/>
                  </a:lnTo>
                  <a:lnTo>
                    <a:pt x="3173004" y="336258"/>
                  </a:lnTo>
                  <a:lnTo>
                    <a:pt x="3174075" y="335910"/>
                  </a:lnTo>
                  <a:lnTo>
                    <a:pt x="3175147" y="335560"/>
                  </a:lnTo>
                  <a:lnTo>
                    <a:pt x="3176218" y="335210"/>
                  </a:lnTo>
                  <a:lnTo>
                    <a:pt x="3177290" y="334859"/>
                  </a:lnTo>
                  <a:lnTo>
                    <a:pt x="3178362" y="334508"/>
                  </a:lnTo>
                  <a:lnTo>
                    <a:pt x="3179433" y="334156"/>
                  </a:lnTo>
                  <a:lnTo>
                    <a:pt x="3180505" y="333803"/>
                  </a:lnTo>
                  <a:lnTo>
                    <a:pt x="3181576" y="333450"/>
                  </a:lnTo>
                  <a:lnTo>
                    <a:pt x="3182648" y="333096"/>
                  </a:lnTo>
                  <a:lnTo>
                    <a:pt x="3183720" y="332741"/>
                  </a:lnTo>
                  <a:lnTo>
                    <a:pt x="3184791" y="332385"/>
                  </a:lnTo>
                  <a:lnTo>
                    <a:pt x="3185863" y="332029"/>
                  </a:lnTo>
                  <a:lnTo>
                    <a:pt x="3186934" y="331673"/>
                  </a:lnTo>
                  <a:lnTo>
                    <a:pt x="3188006" y="331315"/>
                  </a:lnTo>
                  <a:lnTo>
                    <a:pt x="3189078" y="330957"/>
                  </a:lnTo>
                  <a:lnTo>
                    <a:pt x="3190149" y="330598"/>
                  </a:lnTo>
                  <a:lnTo>
                    <a:pt x="3191221" y="330239"/>
                  </a:lnTo>
                  <a:lnTo>
                    <a:pt x="3192292" y="329879"/>
                  </a:lnTo>
                  <a:lnTo>
                    <a:pt x="3193364" y="329518"/>
                  </a:lnTo>
                  <a:lnTo>
                    <a:pt x="3194436" y="329157"/>
                  </a:lnTo>
                  <a:lnTo>
                    <a:pt x="3195507" y="328794"/>
                  </a:lnTo>
                  <a:lnTo>
                    <a:pt x="3196579" y="328432"/>
                  </a:lnTo>
                  <a:lnTo>
                    <a:pt x="3197650" y="328068"/>
                  </a:lnTo>
                  <a:lnTo>
                    <a:pt x="3198722" y="327704"/>
                  </a:lnTo>
                  <a:lnTo>
                    <a:pt x="3199793" y="327339"/>
                  </a:lnTo>
                  <a:lnTo>
                    <a:pt x="3200865" y="326974"/>
                  </a:lnTo>
                  <a:lnTo>
                    <a:pt x="3201937" y="326608"/>
                  </a:lnTo>
                  <a:lnTo>
                    <a:pt x="3203008" y="326241"/>
                  </a:lnTo>
                  <a:lnTo>
                    <a:pt x="3204080" y="325874"/>
                  </a:lnTo>
                  <a:lnTo>
                    <a:pt x="3205151" y="325506"/>
                  </a:lnTo>
                  <a:lnTo>
                    <a:pt x="3206223" y="325137"/>
                  </a:lnTo>
                  <a:lnTo>
                    <a:pt x="3207295" y="324768"/>
                  </a:lnTo>
                  <a:lnTo>
                    <a:pt x="3208366" y="324398"/>
                  </a:lnTo>
                  <a:lnTo>
                    <a:pt x="3209438" y="324027"/>
                  </a:lnTo>
                  <a:lnTo>
                    <a:pt x="3210509" y="323656"/>
                  </a:lnTo>
                  <a:lnTo>
                    <a:pt x="3211581" y="323284"/>
                  </a:lnTo>
                  <a:lnTo>
                    <a:pt x="3212653" y="322911"/>
                  </a:lnTo>
                  <a:lnTo>
                    <a:pt x="3213724" y="322538"/>
                  </a:lnTo>
                  <a:lnTo>
                    <a:pt x="3214796" y="322164"/>
                  </a:lnTo>
                  <a:lnTo>
                    <a:pt x="3215867" y="321789"/>
                  </a:lnTo>
                  <a:lnTo>
                    <a:pt x="3216939" y="321414"/>
                  </a:lnTo>
                  <a:lnTo>
                    <a:pt x="3218011" y="321038"/>
                  </a:lnTo>
                  <a:lnTo>
                    <a:pt x="3219082" y="320662"/>
                  </a:lnTo>
                  <a:lnTo>
                    <a:pt x="3220154" y="320285"/>
                  </a:lnTo>
                  <a:lnTo>
                    <a:pt x="3221225" y="319907"/>
                  </a:lnTo>
                  <a:lnTo>
                    <a:pt x="3222297" y="319528"/>
                  </a:lnTo>
                  <a:lnTo>
                    <a:pt x="3223369" y="319149"/>
                  </a:lnTo>
                  <a:lnTo>
                    <a:pt x="3224440" y="318769"/>
                  </a:lnTo>
                  <a:lnTo>
                    <a:pt x="3225512" y="318389"/>
                  </a:lnTo>
                  <a:lnTo>
                    <a:pt x="3226583" y="318008"/>
                  </a:lnTo>
                  <a:lnTo>
                    <a:pt x="3227655" y="317626"/>
                  </a:lnTo>
                  <a:lnTo>
                    <a:pt x="3228727" y="317244"/>
                  </a:lnTo>
                  <a:lnTo>
                    <a:pt x="3229798" y="316861"/>
                  </a:lnTo>
                  <a:lnTo>
                    <a:pt x="3230870" y="316477"/>
                  </a:lnTo>
                  <a:lnTo>
                    <a:pt x="3231941" y="316093"/>
                  </a:lnTo>
                  <a:lnTo>
                    <a:pt x="3233013" y="315708"/>
                  </a:lnTo>
                  <a:lnTo>
                    <a:pt x="3234085" y="315322"/>
                  </a:lnTo>
                  <a:lnTo>
                    <a:pt x="3235156" y="314936"/>
                  </a:lnTo>
                  <a:lnTo>
                    <a:pt x="3236228" y="314549"/>
                  </a:lnTo>
                  <a:lnTo>
                    <a:pt x="3237299" y="314162"/>
                  </a:lnTo>
                  <a:lnTo>
                    <a:pt x="3238371" y="313774"/>
                  </a:lnTo>
                  <a:lnTo>
                    <a:pt x="3239443" y="313385"/>
                  </a:lnTo>
                  <a:lnTo>
                    <a:pt x="3240514" y="312996"/>
                  </a:lnTo>
                  <a:lnTo>
                    <a:pt x="3241586" y="312606"/>
                  </a:lnTo>
                  <a:lnTo>
                    <a:pt x="3242657" y="312215"/>
                  </a:lnTo>
                  <a:lnTo>
                    <a:pt x="3243729" y="311824"/>
                  </a:lnTo>
                  <a:lnTo>
                    <a:pt x="3244801" y="311432"/>
                  </a:lnTo>
                  <a:lnTo>
                    <a:pt x="3245872" y="311039"/>
                  </a:lnTo>
                  <a:lnTo>
                    <a:pt x="3246944" y="310646"/>
                  </a:lnTo>
                  <a:lnTo>
                    <a:pt x="3248015" y="310252"/>
                  </a:lnTo>
                  <a:lnTo>
                    <a:pt x="3249087" y="309858"/>
                  </a:lnTo>
                  <a:lnTo>
                    <a:pt x="3250159" y="309462"/>
                  </a:lnTo>
                  <a:lnTo>
                    <a:pt x="3251230" y="309067"/>
                  </a:lnTo>
                  <a:lnTo>
                    <a:pt x="3252302" y="308670"/>
                  </a:lnTo>
                  <a:lnTo>
                    <a:pt x="3253373" y="308273"/>
                  </a:lnTo>
                  <a:lnTo>
                    <a:pt x="3254445" y="307876"/>
                  </a:lnTo>
                  <a:lnTo>
                    <a:pt x="3255517" y="307477"/>
                  </a:lnTo>
                  <a:lnTo>
                    <a:pt x="3256588" y="307078"/>
                  </a:lnTo>
                  <a:lnTo>
                    <a:pt x="3257660" y="306679"/>
                  </a:lnTo>
                  <a:lnTo>
                    <a:pt x="3258731" y="306279"/>
                  </a:lnTo>
                  <a:lnTo>
                    <a:pt x="3259803" y="305878"/>
                  </a:lnTo>
                  <a:lnTo>
                    <a:pt x="3260875" y="305477"/>
                  </a:lnTo>
                  <a:lnTo>
                    <a:pt x="3261946" y="305075"/>
                  </a:lnTo>
                  <a:lnTo>
                    <a:pt x="3263018" y="304672"/>
                  </a:lnTo>
                  <a:lnTo>
                    <a:pt x="3264089" y="304269"/>
                  </a:lnTo>
                  <a:lnTo>
                    <a:pt x="3265161" y="303865"/>
                  </a:lnTo>
                  <a:lnTo>
                    <a:pt x="3266233" y="303460"/>
                  </a:lnTo>
                  <a:lnTo>
                    <a:pt x="3267304" y="303055"/>
                  </a:lnTo>
                  <a:lnTo>
                    <a:pt x="3268376" y="302649"/>
                  </a:lnTo>
                  <a:lnTo>
                    <a:pt x="3269447" y="302243"/>
                  </a:lnTo>
                  <a:lnTo>
                    <a:pt x="3270519" y="301836"/>
                  </a:lnTo>
                  <a:lnTo>
                    <a:pt x="3271591" y="301428"/>
                  </a:lnTo>
                  <a:lnTo>
                    <a:pt x="3272662" y="301020"/>
                  </a:lnTo>
                  <a:lnTo>
                    <a:pt x="3273734" y="300611"/>
                  </a:lnTo>
                  <a:lnTo>
                    <a:pt x="3274805" y="300202"/>
                  </a:lnTo>
                  <a:lnTo>
                    <a:pt x="3275877" y="299791"/>
                  </a:lnTo>
                  <a:lnTo>
                    <a:pt x="3276949" y="299381"/>
                  </a:lnTo>
                  <a:lnTo>
                    <a:pt x="3278020" y="298969"/>
                  </a:lnTo>
                  <a:lnTo>
                    <a:pt x="3279092" y="298557"/>
                  </a:lnTo>
                  <a:lnTo>
                    <a:pt x="3280163" y="298145"/>
                  </a:lnTo>
                  <a:lnTo>
                    <a:pt x="3281235" y="297732"/>
                  </a:lnTo>
                  <a:lnTo>
                    <a:pt x="3282307" y="297318"/>
                  </a:lnTo>
                  <a:lnTo>
                    <a:pt x="3283378" y="296903"/>
                  </a:lnTo>
                  <a:lnTo>
                    <a:pt x="3284450" y="296488"/>
                  </a:lnTo>
                  <a:lnTo>
                    <a:pt x="3285521" y="296073"/>
                  </a:lnTo>
                  <a:lnTo>
                    <a:pt x="3286593" y="295656"/>
                  </a:lnTo>
                  <a:lnTo>
                    <a:pt x="3287665" y="295240"/>
                  </a:lnTo>
                  <a:lnTo>
                    <a:pt x="3288736" y="294822"/>
                  </a:lnTo>
                  <a:lnTo>
                    <a:pt x="3289808" y="294404"/>
                  </a:lnTo>
                  <a:lnTo>
                    <a:pt x="3290879" y="293985"/>
                  </a:lnTo>
                  <a:lnTo>
                    <a:pt x="3291951" y="293566"/>
                  </a:lnTo>
                  <a:lnTo>
                    <a:pt x="3293023" y="293146"/>
                  </a:lnTo>
                  <a:lnTo>
                    <a:pt x="3294094" y="292725"/>
                  </a:lnTo>
                  <a:lnTo>
                    <a:pt x="3295166" y="292304"/>
                  </a:lnTo>
                  <a:lnTo>
                    <a:pt x="3296237" y="291883"/>
                  </a:lnTo>
                  <a:lnTo>
                    <a:pt x="3297309" y="291460"/>
                  </a:lnTo>
                  <a:lnTo>
                    <a:pt x="3298381" y="291037"/>
                  </a:lnTo>
                  <a:lnTo>
                    <a:pt x="3299452" y="290614"/>
                  </a:lnTo>
                  <a:lnTo>
                    <a:pt x="3300524" y="290190"/>
                  </a:lnTo>
                  <a:lnTo>
                    <a:pt x="3301595" y="289765"/>
                  </a:lnTo>
                  <a:lnTo>
                    <a:pt x="3302667" y="289339"/>
                  </a:lnTo>
                  <a:lnTo>
                    <a:pt x="3303739" y="288913"/>
                  </a:lnTo>
                  <a:lnTo>
                    <a:pt x="3304810" y="288487"/>
                  </a:lnTo>
                  <a:lnTo>
                    <a:pt x="3305882" y="288060"/>
                  </a:lnTo>
                  <a:lnTo>
                    <a:pt x="3306953" y="287632"/>
                  </a:lnTo>
                  <a:lnTo>
                    <a:pt x="3308025" y="287204"/>
                  </a:lnTo>
                  <a:lnTo>
                    <a:pt x="3309097" y="286775"/>
                  </a:lnTo>
                  <a:lnTo>
                    <a:pt x="3310168" y="286345"/>
                  </a:lnTo>
                  <a:lnTo>
                    <a:pt x="3311240" y="285915"/>
                  </a:lnTo>
                  <a:lnTo>
                    <a:pt x="3312311" y="285484"/>
                  </a:lnTo>
                  <a:lnTo>
                    <a:pt x="3313383" y="285053"/>
                  </a:lnTo>
                  <a:lnTo>
                    <a:pt x="3314455" y="284621"/>
                  </a:lnTo>
                  <a:lnTo>
                    <a:pt x="3315526" y="284188"/>
                  </a:lnTo>
                  <a:lnTo>
                    <a:pt x="3316598" y="283755"/>
                  </a:lnTo>
                  <a:lnTo>
                    <a:pt x="3317669" y="283321"/>
                  </a:lnTo>
                  <a:lnTo>
                    <a:pt x="3318741" y="282887"/>
                  </a:lnTo>
                  <a:lnTo>
                    <a:pt x="3319813" y="282452"/>
                  </a:lnTo>
                  <a:lnTo>
                    <a:pt x="3320884" y="282016"/>
                  </a:lnTo>
                  <a:lnTo>
                    <a:pt x="3321956" y="281580"/>
                  </a:lnTo>
                  <a:lnTo>
                    <a:pt x="3323027" y="281144"/>
                  </a:lnTo>
                  <a:lnTo>
                    <a:pt x="3324099" y="280706"/>
                  </a:lnTo>
                  <a:lnTo>
                    <a:pt x="3325171" y="280268"/>
                  </a:lnTo>
                  <a:lnTo>
                    <a:pt x="3326242" y="279830"/>
                  </a:lnTo>
                  <a:lnTo>
                    <a:pt x="3327314" y="279391"/>
                  </a:lnTo>
                  <a:lnTo>
                    <a:pt x="3328385" y="278951"/>
                  </a:lnTo>
                  <a:lnTo>
                    <a:pt x="3329457" y="278511"/>
                  </a:lnTo>
                  <a:lnTo>
                    <a:pt x="3330529" y="278070"/>
                  </a:lnTo>
                  <a:lnTo>
                    <a:pt x="3331600" y="277629"/>
                  </a:lnTo>
                  <a:lnTo>
                    <a:pt x="3332672" y="277187"/>
                  </a:lnTo>
                  <a:lnTo>
                    <a:pt x="3333743" y="276744"/>
                  </a:lnTo>
                  <a:lnTo>
                    <a:pt x="3334815" y="276301"/>
                  </a:lnTo>
                  <a:lnTo>
                    <a:pt x="3335887" y="275857"/>
                  </a:lnTo>
                  <a:lnTo>
                    <a:pt x="3336958" y="275413"/>
                  </a:lnTo>
                  <a:lnTo>
                    <a:pt x="3338030" y="274968"/>
                  </a:lnTo>
                  <a:lnTo>
                    <a:pt x="3339101" y="274522"/>
                  </a:lnTo>
                  <a:lnTo>
                    <a:pt x="3340173" y="274076"/>
                  </a:lnTo>
                  <a:lnTo>
                    <a:pt x="3341245" y="273630"/>
                  </a:lnTo>
                  <a:lnTo>
                    <a:pt x="3342316" y="273182"/>
                  </a:lnTo>
                  <a:lnTo>
                    <a:pt x="3343388" y="272734"/>
                  </a:lnTo>
                  <a:lnTo>
                    <a:pt x="3344459" y="272286"/>
                  </a:lnTo>
                  <a:lnTo>
                    <a:pt x="3345531" y="271837"/>
                  </a:lnTo>
                  <a:lnTo>
                    <a:pt x="3346603" y="271387"/>
                  </a:lnTo>
                  <a:lnTo>
                    <a:pt x="3347674" y="270937"/>
                  </a:lnTo>
                  <a:lnTo>
                    <a:pt x="3348746" y="270486"/>
                  </a:lnTo>
                  <a:lnTo>
                    <a:pt x="3349817" y="270035"/>
                  </a:lnTo>
                  <a:lnTo>
                    <a:pt x="3350889" y="269583"/>
                  </a:lnTo>
                  <a:lnTo>
                    <a:pt x="3351961" y="269131"/>
                  </a:lnTo>
                  <a:lnTo>
                    <a:pt x="3353032" y="268678"/>
                  </a:lnTo>
                  <a:lnTo>
                    <a:pt x="3354104" y="268224"/>
                  </a:lnTo>
                  <a:lnTo>
                    <a:pt x="3355175" y="267770"/>
                  </a:lnTo>
                  <a:lnTo>
                    <a:pt x="3356247" y="267315"/>
                  </a:lnTo>
                  <a:lnTo>
                    <a:pt x="3357319" y="266860"/>
                  </a:lnTo>
                  <a:lnTo>
                    <a:pt x="3358390" y="266404"/>
                  </a:lnTo>
                  <a:lnTo>
                    <a:pt x="3359462" y="265947"/>
                  </a:lnTo>
                  <a:lnTo>
                    <a:pt x="3360533" y="265490"/>
                  </a:lnTo>
                  <a:lnTo>
                    <a:pt x="3361605" y="265033"/>
                  </a:lnTo>
                  <a:lnTo>
                    <a:pt x="3362677" y="264574"/>
                  </a:lnTo>
                  <a:lnTo>
                    <a:pt x="3363748" y="264116"/>
                  </a:lnTo>
                  <a:lnTo>
                    <a:pt x="3364820" y="263656"/>
                  </a:lnTo>
                  <a:lnTo>
                    <a:pt x="3365891" y="263196"/>
                  </a:lnTo>
                  <a:lnTo>
                    <a:pt x="3366963" y="262736"/>
                  </a:lnTo>
                  <a:lnTo>
                    <a:pt x="3368035" y="262275"/>
                  </a:lnTo>
                  <a:lnTo>
                    <a:pt x="3369106" y="261813"/>
                  </a:lnTo>
                  <a:lnTo>
                    <a:pt x="3370178" y="261351"/>
                  </a:lnTo>
                  <a:lnTo>
                    <a:pt x="3371249" y="260888"/>
                  </a:lnTo>
                  <a:lnTo>
                    <a:pt x="3372321" y="260425"/>
                  </a:lnTo>
                  <a:lnTo>
                    <a:pt x="3373392" y="259961"/>
                  </a:lnTo>
                  <a:lnTo>
                    <a:pt x="3374464" y="259497"/>
                  </a:lnTo>
                  <a:lnTo>
                    <a:pt x="3375536" y="259032"/>
                  </a:lnTo>
                  <a:lnTo>
                    <a:pt x="3376607" y="258566"/>
                  </a:lnTo>
                  <a:lnTo>
                    <a:pt x="3377679" y="258100"/>
                  </a:lnTo>
                  <a:lnTo>
                    <a:pt x="3378750" y="257633"/>
                  </a:lnTo>
                  <a:lnTo>
                    <a:pt x="3379822" y="257166"/>
                  </a:lnTo>
                  <a:lnTo>
                    <a:pt x="3380894" y="256698"/>
                  </a:lnTo>
                  <a:lnTo>
                    <a:pt x="3381965" y="256230"/>
                  </a:lnTo>
                  <a:lnTo>
                    <a:pt x="3383037" y="255761"/>
                  </a:lnTo>
                  <a:lnTo>
                    <a:pt x="3384108" y="255291"/>
                  </a:lnTo>
                  <a:lnTo>
                    <a:pt x="3385180" y="254821"/>
                  </a:lnTo>
                  <a:lnTo>
                    <a:pt x="3386252" y="254350"/>
                  </a:lnTo>
                  <a:lnTo>
                    <a:pt x="3387323" y="253879"/>
                  </a:lnTo>
                  <a:lnTo>
                    <a:pt x="3388395" y="253408"/>
                  </a:lnTo>
                  <a:lnTo>
                    <a:pt x="3389466" y="252935"/>
                  </a:lnTo>
                  <a:lnTo>
                    <a:pt x="3390538" y="252462"/>
                  </a:lnTo>
                  <a:lnTo>
                    <a:pt x="3391610" y="251989"/>
                  </a:lnTo>
                  <a:lnTo>
                    <a:pt x="3392681" y="251515"/>
                  </a:lnTo>
                  <a:lnTo>
                    <a:pt x="3393753" y="251041"/>
                  </a:lnTo>
                  <a:lnTo>
                    <a:pt x="3394824" y="250565"/>
                  </a:lnTo>
                  <a:lnTo>
                    <a:pt x="3395896" y="250090"/>
                  </a:lnTo>
                  <a:lnTo>
                    <a:pt x="3396968" y="249614"/>
                  </a:lnTo>
                  <a:lnTo>
                    <a:pt x="3398039" y="249137"/>
                  </a:lnTo>
                  <a:lnTo>
                    <a:pt x="3399111" y="248660"/>
                  </a:lnTo>
                  <a:lnTo>
                    <a:pt x="3400182" y="248182"/>
                  </a:lnTo>
                  <a:lnTo>
                    <a:pt x="3401254" y="247703"/>
                  </a:lnTo>
                  <a:lnTo>
                    <a:pt x="3402326" y="247224"/>
                  </a:lnTo>
                  <a:lnTo>
                    <a:pt x="3403397" y="246745"/>
                  </a:lnTo>
                  <a:lnTo>
                    <a:pt x="3404469" y="246265"/>
                  </a:lnTo>
                  <a:lnTo>
                    <a:pt x="3405540" y="245784"/>
                  </a:lnTo>
                  <a:lnTo>
                    <a:pt x="3406612" y="245303"/>
                  </a:lnTo>
                  <a:lnTo>
                    <a:pt x="3407684" y="244821"/>
                  </a:lnTo>
                  <a:lnTo>
                    <a:pt x="3408755" y="244339"/>
                  </a:lnTo>
                  <a:lnTo>
                    <a:pt x="3409827" y="243856"/>
                  </a:lnTo>
                  <a:lnTo>
                    <a:pt x="3410898" y="243373"/>
                  </a:lnTo>
                  <a:lnTo>
                    <a:pt x="3411970" y="242889"/>
                  </a:lnTo>
                  <a:lnTo>
                    <a:pt x="3413042" y="242405"/>
                  </a:lnTo>
                  <a:lnTo>
                    <a:pt x="3414113" y="241920"/>
                  </a:lnTo>
                  <a:lnTo>
                    <a:pt x="3415185" y="241434"/>
                  </a:lnTo>
                  <a:lnTo>
                    <a:pt x="3416256" y="240948"/>
                  </a:lnTo>
                  <a:lnTo>
                    <a:pt x="3417328" y="240462"/>
                  </a:lnTo>
                  <a:lnTo>
                    <a:pt x="3418400" y="239975"/>
                  </a:lnTo>
                  <a:lnTo>
                    <a:pt x="3419471" y="239487"/>
                  </a:lnTo>
                  <a:lnTo>
                    <a:pt x="3420543" y="238999"/>
                  </a:lnTo>
                  <a:lnTo>
                    <a:pt x="3421614" y="238510"/>
                  </a:lnTo>
                  <a:lnTo>
                    <a:pt x="3422686" y="238021"/>
                  </a:lnTo>
                  <a:lnTo>
                    <a:pt x="3423758" y="237531"/>
                  </a:lnTo>
                  <a:lnTo>
                    <a:pt x="3424829" y="237040"/>
                  </a:lnTo>
                  <a:lnTo>
                    <a:pt x="3425901" y="236549"/>
                  </a:lnTo>
                  <a:lnTo>
                    <a:pt x="3426972" y="236058"/>
                  </a:lnTo>
                  <a:lnTo>
                    <a:pt x="3428044" y="235566"/>
                  </a:lnTo>
                  <a:lnTo>
                    <a:pt x="3429116" y="235073"/>
                  </a:lnTo>
                  <a:lnTo>
                    <a:pt x="3430187" y="234580"/>
                  </a:lnTo>
                  <a:lnTo>
                    <a:pt x="3431259" y="234087"/>
                  </a:lnTo>
                  <a:lnTo>
                    <a:pt x="3432330" y="233593"/>
                  </a:lnTo>
                  <a:lnTo>
                    <a:pt x="3433402" y="233098"/>
                  </a:lnTo>
                  <a:lnTo>
                    <a:pt x="3434474" y="232603"/>
                  </a:lnTo>
                  <a:lnTo>
                    <a:pt x="3435545" y="232107"/>
                  </a:lnTo>
                  <a:lnTo>
                    <a:pt x="3436617" y="231611"/>
                  </a:lnTo>
                  <a:lnTo>
                    <a:pt x="3437688" y="231114"/>
                  </a:lnTo>
                  <a:lnTo>
                    <a:pt x="3438760" y="230616"/>
                  </a:lnTo>
                  <a:lnTo>
                    <a:pt x="3439832" y="230119"/>
                  </a:lnTo>
                  <a:lnTo>
                    <a:pt x="3440903" y="229620"/>
                  </a:lnTo>
                  <a:lnTo>
                    <a:pt x="3441975" y="229121"/>
                  </a:lnTo>
                  <a:lnTo>
                    <a:pt x="3443046" y="228622"/>
                  </a:lnTo>
                  <a:lnTo>
                    <a:pt x="3444118" y="228122"/>
                  </a:lnTo>
                  <a:lnTo>
                    <a:pt x="3445190" y="227621"/>
                  </a:lnTo>
                  <a:lnTo>
                    <a:pt x="3446261" y="227120"/>
                  </a:lnTo>
                  <a:lnTo>
                    <a:pt x="3447333" y="226618"/>
                  </a:lnTo>
                  <a:lnTo>
                    <a:pt x="3448404" y="226116"/>
                  </a:lnTo>
                  <a:lnTo>
                    <a:pt x="3449476" y="225614"/>
                  </a:lnTo>
                  <a:lnTo>
                    <a:pt x="3450548" y="225110"/>
                  </a:lnTo>
                  <a:lnTo>
                    <a:pt x="3451619" y="224607"/>
                  </a:lnTo>
                  <a:lnTo>
                    <a:pt x="3452691" y="224102"/>
                  </a:lnTo>
                  <a:lnTo>
                    <a:pt x="3453762" y="223598"/>
                  </a:lnTo>
                  <a:lnTo>
                    <a:pt x="3454834" y="223092"/>
                  </a:lnTo>
                  <a:lnTo>
                    <a:pt x="3455906" y="222587"/>
                  </a:lnTo>
                  <a:lnTo>
                    <a:pt x="3456977" y="222080"/>
                  </a:lnTo>
                  <a:lnTo>
                    <a:pt x="3458049" y="221573"/>
                  </a:lnTo>
                  <a:lnTo>
                    <a:pt x="3459120" y="221066"/>
                  </a:lnTo>
                  <a:lnTo>
                    <a:pt x="3460192" y="220558"/>
                  </a:lnTo>
                  <a:lnTo>
                    <a:pt x="3461264" y="220050"/>
                  </a:lnTo>
                  <a:lnTo>
                    <a:pt x="3462335" y="219541"/>
                  </a:lnTo>
                  <a:lnTo>
                    <a:pt x="3463407" y="219031"/>
                  </a:lnTo>
                  <a:lnTo>
                    <a:pt x="3464478" y="218521"/>
                  </a:lnTo>
                  <a:lnTo>
                    <a:pt x="3465550" y="218011"/>
                  </a:lnTo>
                  <a:lnTo>
                    <a:pt x="3466622" y="217500"/>
                  </a:lnTo>
                  <a:lnTo>
                    <a:pt x="3467693" y="216988"/>
                  </a:lnTo>
                  <a:lnTo>
                    <a:pt x="3468765" y="216476"/>
                  </a:lnTo>
                  <a:lnTo>
                    <a:pt x="3469836" y="215963"/>
                  </a:lnTo>
                  <a:lnTo>
                    <a:pt x="3470908" y="215450"/>
                  </a:lnTo>
                  <a:lnTo>
                    <a:pt x="3471980" y="214937"/>
                  </a:lnTo>
                  <a:lnTo>
                    <a:pt x="3473051" y="214422"/>
                  </a:lnTo>
                  <a:lnTo>
                    <a:pt x="3474123" y="213908"/>
                  </a:lnTo>
                  <a:lnTo>
                    <a:pt x="3475194" y="213393"/>
                  </a:lnTo>
                  <a:lnTo>
                    <a:pt x="3476266" y="212877"/>
                  </a:lnTo>
                  <a:lnTo>
                    <a:pt x="3477338" y="212361"/>
                  </a:lnTo>
                  <a:lnTo>
                    <a:pt x="3478409" y="211844"/>
                  </a:lnTo>
                  <a:lnTo>
                    <a:pt x="3479481" y="211327"/>
                  </a:lnTo>
                  <a:lnTo>
                    <a:pt x="3480552" y="210809"/>
                  </a:lnTo>
                  <a:lnTo>
                    <a:pt x="3481624" y="210290"/>
                  </a:lnTo>
                  <a:lnTo>
                    <a:pt x="3482696" y="209772"/>
                  </a:lnTo>
                  <a:lnTo>
                    <a:pt x="3483767" y="209252"/>
                  </a:lnTo>
                  <a:lnTo>
                    <a:pt x="3484839" y="208733"/>
                  </a:lnTo>
                  <a:lnTo>
                    <a:pt x="3485910" y="208212"/>
                  </a:lnTo>
                  <a:lnTo>
                    <a:pt x="3486982" y="207691"/>
                  </a:lnTo>
                  <a:lnTo>
                    <a:pt x="3488054" y="207170"/>
                  </a:lnTo>
                  <a:lnTo>
                    <a:pt x="3489125" y="206648"/>
                  </a:lnTo>
                  <a:lnTo>
                    <a:pt x="3490197" y="206126"/>
                  </a:lnTo>
                  <a:lnTo>
                    <a:pt x="3491268" y="205603"/>
                  </a:lnTo>
                  <a:lnTo>
                    <a:pt x="3492340" y="205079"/>
                  </a:lnTo>
                  <a:lnTo>
                    <a:pt x="3493412" y="204556"/>
                  </a:lnTo>
                  <a:lnTo>
                    <a:pt x="3494483" y="204031"/>
                  </a:lnTo>
                  <a:lnTo>
                    <a:pt x="3495555" y="203506"/>
                  </a:lnTo>
                  <a:lnTo>
                    <a:pt x="3496626" y="202981"/>
                  </a:lnTo>
                  <a:lnTo>
                    <a:pt x="3497698" y="202455"/>
                  </a:lnTo>
                  <a:lnTo>
                    <a:pt x="3498770" y="201928"/>
                  </a:lnTo>
                  <a:lnTo>
                    <a:pt x="3499841" y="201401"/>
                  </a:lnTo>
                  <a:lnTo>
                    <a:pt x="3500913" y="200874"/>
                  </a:lnTo>
                  <a:lnTo>
                    <a:pt x="3501984" y="200346"/>
                  </a:lnTo>
                  <a:lnTo>
                    <a:pt x="3503056" y="199817"/>
                  </a:lnTo>
                  <a:lnTo>
                    <a:pt x="3504128" y="199288"/>
                  </a:lnTo>
                  <a:lnTo>
                    <a:pt x="3505199" y="198759"/>
                  </a:lnTo>
                  <a:lnTo>
                    <a:pt x="3506271" y="198229"/>
                  </a:lnTo>
                  <a:lnTo>
                    <a:pt x="3507342" y="197698"/>
                  </a:lnTo>
                  <a:lnTo>
                    <a:pt x="3508414" y="197167"/>
                  </a:lnTo>
                  <a:lnTo>
                    <a:pt x="3509486" y="196636"/>
                  </a:lnTo>
                  <a:lnTo>
                    <a:pt x="3510557" y="196104"/>
                  </a:lnTo>
                  <a:lnTo>
                    <a:pt x="3511629" y="195571"/>
                  </a:lnTo>
                  <a:lnTo>
                    <a:pt x="3512700" y="195038"/>
                  </a:lnTo>
                  <a:lnTo>
                    <a:pt x="3513772" y="194505"/>
                  </a:lnTo>
                  <a:lnTo>
                    <a:pt x="3514844" y="193971"/>
                  </a:lnTo>
                  <a:lnTo>
                    <a:pt x="3515915" y="193436"/>
                  </a:lnTo>
                  <a:lnTo>
                    <a:pt x="3516987" y="192901"/>
                  </a:lnTo>
                  <a:lnTo>
                    <a:pt x="3518058" y="192366"/>
                  </a:lnTo>
                  <a:lnTo>
                    <a:pt x="3519130" y="191830"/>
                  </a:lnTo>
                  <a:lnTo>
                    <a:pt x="3520202" y="191293"/>
                  </a:lnTo>
                  <a:lnTo>
                    <a:pt x="3521273" y="190756"/>
                  </a:lnTo>
                  <a:lnTo>
                    <a:pt x="3522345" y="190219"/>
                  </a:lnTo>
                  <a:lnTo>
                    <a:pt x="3523416" y="189681"/>
                  </a:lnTo>
                  <a:lnTo>
                    <a:pt x="3524488" y="189142"/>
                  </a:lnTo>
                  <a:lnTo>
                    <a:pt x="3525560" y="188603"/>
                  </a:lnTo>
                  <a:lnTo>
                    <a:pt x="3526631" y="188064"/>
                  </a:lnTo>
                  <a:lnTo>
                    <a:pt x="3527703" y="187524"/>
                  </a:lnTo>
                  <a:lnTo>
                    <a:pt x="3528774" y="186984"/>
                  </a:lnTo>
                  <a:lnTo>
                    <a:pt x="3529846" y="186443"/>
                  </a:lnTo>
                  <a:lnTo>
                    <a:pt x="3530918" y="185901"/>
                  </a:lnTo>
                  <a:lnTo>
                    <a:pt x="3531989" y="185359"/>
                  </a:lnTo>
                  <a:lnTo>
                    <a:pt x="3533061" y="184817"/>
                  </a:lnTo>
                  <a:lnTo>
                    <a:pt x="3534132" y="184274"/>
                  </a:lnTo>
                  <a:lnTo>
                    <a:pt x="3535204" y="183730"/>
                  </a:lnTo>
                  <a:lnTo>
                    <a:pt x="3536276" y="183186"/>
                  </a:lnTo>
                  <a:lnTo>
                    <a:pt x="3537347" y="182642"/>
                  </a:lnTo>
                  <a:lnTo>
                    <a:pt x="3538419" y="182097"/>
                  </a:lnTo>
                  <a:lnTo>
                    <a:pt x="3539490" y="181552"/>
                  </a:lnTo>
                  <a:lnTo>
                    <a:pt x="3540562" y="181006"/>
                  </a:lnTo>
                  <a:lnTo>
                    <a:pt x="3541634" y="180459"/>
                  </a:lnTo>
                  <a:lnTo>
                    <a:pt x="3542705" y="179913"/>
                  </a:lnTo>
                  <a:lnTo>
                    <a:pt x="3543777" y="179365"/>
                  </a:lnTo>
                  <a:lnTo>
                    <a:pt x="3544848" y="178817"/>
                  </a:lnTo>
                  <a:lnTo>
                    <a:pt x="3545920" y="178269"/>
                  </a:lnTo>
                  <a:lnTo>
                    <a:pt x="3546992" y="177720"/>
                  </a:lnTo>
                  <a:lnTo>
                    <a:pt x="3548063" y="177171"/>
                  </a:lnTo>
                  <a:lnTo>
                    <a:pt x="3549135" y="176621"/>
                  </a:lnTo>
                  <a:lnTo>
                    <a:pt x="3550206" y="176071"/>
                  </a:lnTo>
                  <a:lnTo>
                    <a:pt x="3551278" y="175520"/>
                  </a:lnTo>
                  <a:lnTo>
                    <a:pt x="3552349" y="174969"/>
                  </a:lnTo>
                  <a:lnTo>
                    <a:pt x="3553421" y="174417"/>
                  </a:lnTo>
                  <a:lnTo>
                    <a:pt x="3554493" y="173865"/>
                  </a:lnTo>
                  <a:lnTo>
                    <a:pt x="3555564" y="173312"/>
                  </a:lnTo>
                  <a:lnTo>
                    <a:pt x="3556636" y="172759"/>
                  </a:lnTo>
                  <a:lnTo>
                    <a:pt x="3557707" y="172205"/>
                  </a:lnTo>
                  <a:lnTo>
                    <a:pt x="3558779" y="171651"/>
                  </a:lnTo>
                  <a:lnTo>
                    <a:pt x="3559851" y="171096"/>
                  </a:lnTo>
                  <a:lnTo>
                    <a:pt x="3560922" y="170541"/>
                  </a:lnTo>
                  <a:lnTo>
                    <a:pt x="3561994" y="169986"/>
                  </a:lnTo>
                  <a:lnTo>
                    <a:pt x="3563065" y="169430"/>
                  </a:lnTo>
                  <a:lnTo>
                    <a:pt x="3564137" y="168873"/>
                  </a:lnTo>
                  <a:lnTo>
                    <a:pt x="3565209" y="168316"/>
                  </a:lnTo>
                  <a:lnTo>
                    <a:pt x="3566280" y="167758"/>
                  </a:lnTo>
                  <a:lnTo>
                    <a:pt x="3567352" y="167200"/>
                  </a:lnTo>
                  <a:lnTo>
                    <a:pt x="3568423" y="166642"/>
                  </a:lnTo>
                  <a:lnTo>
                    <a:pt x="3569495" y="166083"/>
                  </a:lnTo>
                  <a:lnTo>
                    <a:pt x="3570567" y="165523"/>
                  </a:lnTo>
                  <a:lnTo>
                    <a:pt x="3571638" y="164964"/>
                  </a:lnTo>
                  <a:lnTo>
                    <a:pt x="3572710" y="164403"/>
                  </a:lnTo>
                  <a:lnTo>
                    <a:pt x="3573781" y="163842"/>
                  </a:lnTo>
                  <a:lnTo>
                    <a:pt x="3574853" y="163281"/>
                  </a:lnTo>
                  <a:lnTo>
                    <a:pt x="3575925" y="162719"/>
                  </a:lnTo>
                  <a:lnTo>
                    <a:pt x="3576996" y="162157"/>
                  </a:lnTo>
                  <a:lnTo>
                    <a:pt x="3578068" y="161594"/>
                  </a:lnTo>
                  <a:lnTo>
                    <a:pt x="3579139" y="161031"/>
                  </a:lnTo>
                  <a:lnTo>
                    <a:pt x="3580211" y="160467"/>
                  </a:lnTo>
                  <a:lnTo>
                    <a:pt x="3581283" y="159903"/>
                  </a:lnTo>
                  <a:lnTo>
                    <a:pt x="3582354" y="159338"/>
                  </a:lnTo>
                  <a:lnTo>
                    <a:pt x="3583426" y="158773"/>
                  </a:lnTo>
                  <a:lnTo>
                    <a:pt x="3584497" y="158207"/>
                  </a:lnTo>
                  <a:lnTo>
                    <a:pt x="3585569" y="157641"/>
                  </a:lnTo>
                  <a:lnTo>
                    <a:pt x="3586641" y="157074"/>
                  </a:lnTo>
                  <a:lnTo>
                    <a:pt x="3587712" y="156507"/>
                  </a:lnTo>
                  <a:lnTo>
                    <a:pt x="3588784" y="155940"/>
                  </a:lnTo>
                  <a:lnTo>
                    <a:pt x="3589855" y="155372"/>
                  </a:lnTo>
                  <a:lnTo>
                    <a:pt x="3590927" y="154803"/>
                  </a:lnTo>
                  <a:lnTo>
                    <a:pt x="3591999" y="154234"/>
                  </a:lnTo>
                  <a:lnTo>
                    <a:pt x="3593070" y="153665"/>
                  </a:lnTo>
                  <a:lnTo>
                    <a:pt x="3594142" y="153095"/>
                  </a:lnTo>
                  <a:lnTo>
                    <a:pt x="3595213" y="152524"/>
                  </a:lnTo>
                  <a:lnTo>
                    <a:pt x="3596285" y="151954"/>
                  </a:lnTo>
                  <a:lnTo>
                    <a:pt x="3597357" y="151382"/>
                  </a:lnTo>
                  <a:lnTo>
                    <a:pt x="3598428" y="150810"/>
                  </a:lnTo>
                  <a:lnTo>
                    <a:pt x="3599500" y="150238"/>
                  </a:lnTo>
                  <a:lnTo>
                    <a:pt x="3600571" y="149665"/>
                  </a:lnTo>
                  <a:lnTo>
                    <a:pt x="3601643" y="149092"/>
                  </a:lnTo>
                  <a:lnTo>
                    <a:pt x="3602715" y="148518"/>
                  </a:lnTo>
                  <a:lnTo>
                    <a:pt x="3603786" y="147944"/>
                  </a:lnTo>
                  <a:lnTo>
                    <a:pt x="3604858" y="147370"/>
                  </a:lnTo>
                  <a:lnTo>
                    <a:pt x="3605929" y="146795"/>
                  </a:lnTo>
                  <a:lnTo>
                    <a:pt x="3607001" y="146219"/>
                  </a:lnTo>
                  <a:lnTo>
                    <a:pt x="3608073" y="145643"/>
                  </a:lnTo>
                  <a:lnTo>
                    <a:pt x="3609144" y="145067"/>
                  </a:lnTo>
                  <a:lnTo>
                    <a:pt x="3610216" y="144490"/>
                  </a:lnTo>
                  <a:lnTo>
                    <a:pt x="3611287" y="143912"/>
                  </a:lnTo>
                  <a:lnTo>
                    <a:pt x="3612359" y="143334"/>
                  </a:lnTo>
                  <a:lnTo>
                    <a:pt x="3613431" y="142756"/>
                  </a:lnTo>
                  <a:lnTo>
                    <a:pt x="3614502" y="142177"/>
                  </a:lnTo>
                  <a:lnTo>
                    <a:pt x="3615574" y="141598"/>
                  </a:lnTo>
                  <a:lnTo>
                    <a:pt x="3616645" y="141018"/>
                  </a:lnTo>
                  <a:lnTo>
                    <a:pt x="3617717" y="140438"/>
                  </a:lnTo>
                  <a:lnTo>
                    <a:pt x="3618789" y="139857"/>
                  </a:lnTo>
                  <a:lnTo>
                    <a:pt x="3619860" y="139276"/>
                  </a:lnTo>
                  <a:lnTo>
                    <a:pt x="3620932" y="138695"/>
                  </a:lnTo>
                  <a:lnTo>
                    <a:pt x="3622003" y="138113"/>
                  </a:lnTo>
                  <a:lnTo>
                    <a:pt x="3623075" y="137530"/>
                  </a:lnTo>
                  <a:lnTo>
                    <a:pt x="3624147" y="136947"/>
                  </a:lnTo>
                  <a:lnTo>
                    <a:pt x="3625218" y="136364"/>
                  </a:lnTo>
                  <a:lnTo>
                    <a:pt x="3626290" y="135780"/>
                  </a:lnTo>
                  <a:lnTo>
                    <a:pt x="3627361" y="135195"/>
                  </a:lnTo>
                  <a:lnTo>
                    <a:pt x="3628433" y="134611"/>
                  </a:lnTo>
                  <a:lnTo>
                    <a:pt x="3629505" y="134025"/>
                  </a:lnTo>
                  <a:lnTo>
                    <a:pt x="3630576" y="133440"/>
                  </a:lnTo>
                  <a:lnTo>
                    <a:pt x="3631648" y="132853"/>
                  </a:lnTo>
                  <a:lnTo>
                    <a:pt x="3632719" y="132267"/>
                  </a:lnTo>
                  <a:lnTo>
                    <a:pt x="3633791" y="131680"/>
                  </a:lnTo>
                  <a:lnTo>
                    <a:pt x="3634863" y="131092"/>
                  </a:lnTo>
                  <a:lnTo>
                    <a:pt x="3635934" y="130504"/>
                  </a:lnTo>
                  <a:lnTo>
                    <a:pt x="3637006" y="129915"/>
                  </a:lnTo>
                  <a:lnTo>
                    <a:pt x="3638077" y="129327"/>
                  </a:lnTo>
                  <a:lnTo>
                    <a:pt x="3639149" y="128737"/>
                  </a:lnTo>
                  <a:lnTo>
                    <a:pt x="3640221" y="128147"/>
                  </a:lnTo>
                  <a:lnTo>
                    <a:pt x="3641292" y="127557"/>
                  </a:lnTo>
                  <a:lnTo>
                    <a:pt x="3642364" y="126966"/>
                  </a:lnTo>
                  <a:lnTo>
                    <a:pt x="3643435" y="126375"/>
                  </a:lnTo>
                  <a:lnTo>
                    <a:pt x="3644507" y="125783"/>
                  </a:lnTo>
                  <a:lnTo>
                    <a:pt x="3645579" y="125191"/>
                  </a:lnTo>
                  <a:lnTo>
                    <a:pt x="3646650" y="124598"/>
                  </a:lnTo>
                  <a:lnTo>
                    <a:pt x="3647722" y="124005"/>
                  </a:lnTo>
                  <a:lnTo>
                    <a:pt x="3648793" y="123412"/>
                  </a:lnTo>
                  <a:lnTo>
                    <a:pt x="3649865" y="122818"/>
                  </a:lnTo>
                  <a:lnTo>
                    <a:pt x="3650937" y="122224"/>
                  </a:lnTo>
                  <a:lnTo>
                    <a:pt x="3652008" y="121629"/>
                  </a:lnTo>
                  <a:lnTo>
                    <a:pt x="3653080" y="121033"/>
                  </a:lnTo>
                  <a:lnTo>
                    <a:pt x="3654151" y="120438"/>
                  </a:lnTo>
                  <a:lnTo>
                    <a:pt x="3655223" y="119841"/>
                  </a:lnTo>
                  <a:lnTo>
                    <a:pt x="3656295" y="119245"/>
                  </a:lnTo>
                  <a:lnTo>
                    <a:pt x="3657366" y="118647"/>
                  </a:lnTo>
                  <a:lnTo>
                    <a:pt x="3658438" y="118050"/>
                  </a:lnTo>
                  <a:lnTo>
                    <a:pt x="3659509" y="117452"/>
                  </a:lnTo>
                  <a:lnTo>
                    <a:pt x="3660581" y="116853"/>
                  </a:lnTo>
                  <a:lnTo>
                    <a:pt x="3661653" y="116254"/>
                  </a:lnTo>
                  <a:lnTo>
                    <a:pt x="3662724" y="115655"/>
                  </a:lnTo>
                  <a:lnTo>
                    <a:pt x="3663796" y="115055"/>
                  </a:lnTo>
                  <a:lnTo>
                    <a:pt x="3664867" y="114455"/>
                  </a:lnTo>
                  <a:lnTo>
                    <a:pt x="3665939" y="113854"/>
                  </a:lnTo>
                  <a:lnTo>
                    <a:pt x="3667011" y="113253"/>
                  </a:lnTo>
                  <a:lnTo>
                    <a:pt x="3668082" y="112651"/>
                  </a:lnTo>
                  <a:lnTo>
                    <a:pt x="3669154" y="112049"/>
                  </a:lnTo>
                  <a:lnTo>
                    <a:pt x="3670225" y="111447"/>
                  </a:lnTo>
                  <a:lnTo>
                    <a:pt x="3671297" y="110844"/>
                  </a:lnTo>
                  <a:lnTo>
                    <a:pt x="3672369" y="110240"/>
                  </a:lnTo>
                  <a:lnTo>
                    <a:pt x="3673440" y="109636"/>
                  </a:lnTo>
                  <a:lnTo>
                    <a:pt x="3674512" y="109032"/>
                  </a:lnTo>
                  <a:lnTo>
                    <a:pt x="3675583" y="108427"/>
                  </a:lnTo>
                  <a:lnTo>
                    <a:pt x="3676655" y="107822"/>
                  </a:lnTo>
                  <a:lnTo>
                    <a:pt x="3677727" y="107216"/>
                  </a:lnTo>
                  <a:lnTo>
                    <a:pt x="3678798" y="106610"/>
                  </a:lnTo>
                  <a:lnTo>
                    <a:pt x="3679870" y="106004"/>
                  </a:lnTo>
                  <a:lnTo>
                    <a:pt x="3680941" y="105397"/>
                  </a:lnTo>
                  <a:lnTo>
                    <a:pt x="3682013" y="104789"/>
                  </a:lnTo>
                  <a:lnTo>
                    <a:pt x="3683085" y="104181"/>
                  </a:lnTo>
                  <a:lnTo>
                    <a:pt x="3684156" y="103573"/>
                  </a:lnTo>
                  <a:lnTo>
                    <a:pt x="3685228" y="102964"/>
                  </a:lnTo>
                  <a:lnTo>
                    <a:pt x="3686299" y="102355"/>
                  </a:lnTo>
                  <a:lnTo>
                    <a:pt x="3687371" y="101745"/>
                  </a:lnTo>
                  <a:lnTo>
                    <a:pt x="3688443" y="101135"/>
                  </a:lnTo>
                  <a:lnTo>
                    <a:pt x="3689514" y="100525"/>
                  </a:lnTo>
                  <a:lnTo>
                    <a:pt x="3690586" y="99914"/>
                  </a:lnTo>
                  <a:lnTo>
                    <a:pt x="3691657" y="99302"/>
                  </a:lnTo>
                  <a:lnTo>
                    <a:pt x="3692729" y="98690"/>
                  </a:lnTo>
                  <a:lnTo>
                    <a:pt x="3693801" y="98078"/>
                  </a:lnTo>
                  <a:lnTo>
                    <a:pt x="3694872" y="97465"/>
                  </a:lnTo>
                  <a:lnTo>
                    <a:pt x="3695944" y="96852"/>
                  </a:lnTo>
                  <a:lnTo>
                    <a:pt x="3697015" y="96238"/>
                  </a:lnTo>
                  <a:lnTo>
                    <a:pt x="3698087" y="95624"/>
                  </a:lnTo>
                  <a:lnTo>
                    <a:pt x="3699159" y="95009"/>
                  </a:lnTo>
                  <a:lnTo>
                    <a:pt x="3700230" y="94395"/>
                  </a:lnTo>
                  <a:lnTo>
                    <a:pt x="3701302" y="93779"/>
                  </a:lnTo>
                  <a:lnTo>
                    <a:pt x="3702373" y="93163"/>
                  </a:lnTo>
                  <a:lnTo>
                    <a:pt x="3703445" y="92547"/>
                  </a:lnTo>
                  <a:lnTo>
                    <a:pt x="3704517" y="91930"/>
                  </a:lnTo>
                  <a:lnTo>
                    <a:pt x="3705588" y="91313"/>
                  </a:lnTo>
                  <a:lnTo>
                    <a:pt x="3706660" y="90695"/>
                  </a:lnTo>
                  <a:lnTo>
                    <a:pt x="3707731" y="90077"/>
                  </a:lnTo>
                  <a:lnTo>
                    <a:pt x="3708803" y="89459"/>
                  </a:lnTo>
                  <a:lnTo>
                    <a:pt x="3709875" y="88840"/>
                  </a:lnTo>
                  <a:lnTo>
                    <a:pt x="3710946" y="88220"/>
                  </a:lnTo>
                  <a:lnTo>
                    <a:pt x="3712018" y="87601"/>
                  </a:lnTo>
                  <a:lnTo>
                    <a:pt x="3713089" y="86980"/>
                  </a:lnTo>
                  <a:lnTo>
                    <a:pt x="3714161" y="86360"/>
                  </a:lnTo>
                  <a:lnTo>
                    <a:pt x="3715233" y="85739"/>
                  </a:lnTo>
                  <a:lnTo>
                    <a:pt x="3716304" y="85117"/>
                  </a:lnTo>
                  <a:lnTo>
                    <a:pt x="3717376" y="84495"/>
                  </a:lnTo>
                  <a:lnTo>
                    <a:pt x="3718447" y="83872"/>
                  </a:lnTo>
                  <a:lnTo>
                    <a:pt x="3719519" y="83250"/>
                  </a:lnTo>
                  <a:lnTo>
                    <a:pt x="3720591" y="82626"/>
                  </a:lnTo>
                  <a:lnTo>
                    <a:pt x="3721662" y="82003"/>
                  </a:lnTo>
                  <a:lnTo>
                    <a:pt x="3722734" y="81378"/>
                  </a:lnTo>
                  <a:lnTo>
                    <a:pt x="3723805" y="80754"/>
                  </a:lnTo>
                  <a:lnTo>
                    <a:pt x="3724877" y="80129"/>
                  </a:lnTo>
                  <a:lnTo>
                    <a:pt x="3725949" y="79503"/>
                  </a:lnTo>
                  <a:lnTo>
                    <a:pt x="3727020" y="78877"/>
                  </a:lnTo>
                  <a:lnTo>
                    <a:pt x="3728092" y="78251"/>
                  </a:lnTo>
                  <a:lnTo>
                    <a:pt x="3729163" y="77624"/>
                  </a:lnTo>
                  <a:lnTo>
                    <a:pt x="3730235" y="76997"/>
                  </a:lnTo>
                  <a:lnTo>
                    <a:pt x="3731306" y="76369"/>
                  </a:lnTo>
                  <a:lnTo>
                    <a:pt x="3732378" y="75741"/>
                  </a:lnTo>
                  <a:lnTo>
                    <a:pt x="3733450" y="75113"/>
                  </a:lnTo>
                  <a:lnTo>
                    <a:pt x="3734521" y="74484"/>
                  </a:lnTo>
                  <a:lnTo>
                    <a:pt x="3735593" y="73854"/>
                  </a:lnTo>
                  <a:lnTo>
                    <a:pt x="3736664" y="73224"/>
                  </a:lnTo>
                  <a:lnTo>
                    <a:pt x="3737736" y="72594"/>
                  </a:lnTo>
                  <a:lnTo>
                    <a:pt x="3738808" y="71963"/>
                  </a:lnTo>
                  <a:lnTo>
                    <a:pt x="3739879" y="71332"/>
                  </a:lnTo>
                  <a:lnTo>
                    <a:pt x="3740951" y="70701"/>
                  </a:lnTo>
                  <a:lnTo>
                    <a:pt x="3742022" y="70069"/>
                  </a:lnTo>
                  <a:lnTo>
                    <a:pt x="3743094" y="69436"/>
                  </a:lnTo>
                  <a:lnTo>
                    <a:pt x="3744166" y="68804"/>
                  </a:lnTo>
                  <a:lnTo>
                    <a:pt x="3745237" y="68170"/>
                  </a:lnTo>
                  <a:lnTo>
                    <a:pt x="3746309" y="67537"/>
                  </a:lnTo>
                  <a:lnTo>
                    <a:pt x="3747380" y="66902"/>
                  </a:lnTo>
                  <a:lnTo>
                    <a:pt x="3748452" y="66268"/>
                  </a:lnTo>
                  <a:lnTo>
                    <a:pt x="3749524" y="65633"/>
                  </a:lnTo>
                  <a:lnTo>
                    <a:pt x="3750595" y="64997"/>
                  </a:lnTo>
                  <a:lnTo>
                    <a:pt x="3751667" y="64362"/>
                  </a:lnTo>
                  <a:lnTo>
                    <a:pt x="3752738" y="63725"/>
                  </a:lnTo>
                  <a:lnTo>
                    <a:pt x="3753810" y="63089"/>
                  </a:lnTo>
                  <a:lnTo>
                    <a:pt x="3754882" y="62451"/>
                  </a:lnTo>
                  <a:lnTo>
                    <a:pt x="3755953" y="61814"/>
                  </a:lnTo>
                  <a:lnTo>
                    <a:pt x="3757025" y="61176"/>
                  </a:lnTo>
                  <a:lnTo>
                    <a:pt x="3758096" y="60537"/>
                  </a:lnTo>
                  <a:lnTo>
                    <a:pt x="3759168" y="59899"/>
                  </a:lnTo>
                  <a:lnTo>
                    <a:pt x="3760240" y="59259"/>
                  </a:lnTo>
                  <a:lnTo>
                    <a:pt x="3761311" y="58620"/>
                  </a:lnTo>
                  <a:lnTo>
                    <a:pt x="3762383" y="57979"/>
                  </a:lnTo>
                  <a:lnTo>
                    <a:pt x="3763454" y="57339"/>
                  </a:lnTo>
                  <a:lnTo>
                    <a:pt x="3764526" y="56698"/>
                  </a:lnTo>
                  <a:lnTo>
                    <a:pt x="3765598" y="56056"/>
                  </a:lnTo>
                  <a:lnTo>
                    <a:pt x="3766669" y="55415"/>
                  </a:lnTo>
                  <a:lnTo>
                    <a:pt x="3767741" y="54772"/>
                  </a:lnTo>
                  <a:lnTo>
                    <a:pt x="3768812" y="54130"/>
                  </a:lnTo>
                  <a:lnTo>
                    <a:pt x="3769884" y="53487"/>
                  </a:lnTo>
                  <a:lnTo>
                    <a:pt x="3770956" y="52843"/>
                  </a:lnTo>
                  <a:lnTo>
                    <a:pt x="3772027" y="52199"/>
                  </a:lnTo>
                  <a:lnTo>
                    <a:pt x="3773099" y="51555"/>
                  </a:lnTo>
                  <a:lnTo>
                    <a:pt x="3774170" y="50910"/>
                  </a:lnTo>
                  <a:lnTo>
                    <a:pt x="3775242" y="50265"/>
                  </a:lnTo>
                  <a:lnTo>
                    <a:pt x="3776314" y="49619"/>
                  </a:lnTo>
                  <a:lnTo>
                    <a:pt x="3777385" y="48973"/>
                  </a:lnTo>
                  <a:lnTo>
                    <a:pt x="3778457" y="48326"/>
                  </a:lnTo>
                  <a:lnTo>
                    <a:pt x="3779528" y="47679"/>
                  </a:lnTo>
                  <a:lnTo>
                    <a:pt x="3780600" y="47032"/>
                  </a:lnTo>
                  <a:lnTo>
                    <a:pt x="3781672" y="46384"/>
                  </a:lnTo>
                  <a:lnTo>
                    <a:pt x="3782743" y="45736"/>
                  </a:lnTo>
                  <a:lnTo>
                    <a:pt x="3783815" y="45087"/>
                  </a:lnTo>
                  <a:lnTo>
                    <a:pt x="3784886" y="44438"/>
                  </a:lnTo>
                  <a:lnTo>
                    <a:pt x="3785958" y="43789"/>
                  </a:lnTo>
                  <a:lnTo>
                    <a:pt x="3787030" y="43139"/>
                  </a:lnTo>
                  <a:lnTo>
                    <a:pt x="3788101" y="42489"/>
                  </a:lnTo>
                  <a:lnTo>
                    <a:pt x="3789173" y="41838"/>
                  </a:lnTo>
                  <a:lnTo>
                    <a:pt x="3790244" y="41187"/>
                  </a:lnTo>
                  <a:lnTo>
                    <a:pt x="3791316" y="40535"/>
                  </a:lnTo>
                  <a:lnTo>
                    <a:pt x="3792388" y="39883"/>
                  </a:lnTo>
                  <a:lnTo>
                    <a:pt x="3793459" y="39231"/>
                  </a:lnTo>
                  <a:lnTo>
                    <a:pt x="3794531" y="38578"/>
                  </a:lnTo>
                  <a:lnTo>
                    <a:pt x="3795602" y="37925"/>
                  </a:lnTo>
                  <a:lnTo>
                    <a:pt x="3796674" y="37271"/>
                  </a:lnTo>
                  <a:lnTo>
                    <a:pt x="3797746" y="36617"/>
                  </a:lnTo>
                  <a:lnTo>
                    <a:pt x="3798817" y="35962"/>
                  </a:lnTo>
                  <a:lnTo>
                    <a:pt x="3799889" y="35307"/>
                  </a:lnTo>
                  <a:lnTo>
                    <a:pt x="3800960" y="34652"/>
                  </a:lnTo>
                  <a:lnTo>
                    <a:pt x="3802032" y="33996"/>
                  </a:lnTo>
                  <a:lnTo>
                    <a:pt x="3803104" y="33340"/>
                  </a:lnTo>
                  <a:lnTo>
                    <a:pt x="3804175" y="32683"/>
                  </a:lnTo>
                  <a:lnTo>
                    <a:pt x="3805247" y="32026"/>
                  </a:lnTo>
                  <a:lnTo>
                    <a:pt x="3806318" y="31369"/>
                  </a:lnTo>
                  <a:lnTo>
                    <a:pt x="3807390" y="30711"/>
                  </a:lnTo>
                  <a:lnTo>
                    <a:pt x="3808462" y="30053"/>
                  </a:lnTo>
                  <a:lnTo>
                    <a:pt x="3809533" y="29394"/>
                  </a:lnTo>
                  <a:lnTo>
                    <a:pt x="3810605" y="28735"/>
                  </a:lnTo>
                  <a:lnTo>
                    <a:pt x="3811676" y="28075"/>
                  </a:lnTo>
                  <a:lnTo>
                    <a:pt x="3812748" y="27415"/>
                  </a:lnTo>
                  <a:lnTo>
                    <a:pt x="3813820" y="26755"/>
                  </a:lnTo>
                  <a:lnTo>
                    <a:pt x="3814891" y="26094"/>
                  </a:lnTo>
                  <a:lnTo>
                    <a:pt x="3815963" y="25433"/>
                  </a:lnTo>
                  <a:lnTo>
                    <a:pt x="3817034" y="24771"/>
                  </a:lnTo>
                  <a:lnTo>
                    <a:pt x="3818106" y="24109"/>
                  </a:lnTo>
                  <a:lnTo>
                    <a:pt x="3819178" y="23447"/>
                  </a:lnTo>
                  <a:lnTo>
                    <a:pt x="3820249" y="22784"/>
                  </a:lnTo>
                  <a:lnTo>
                    <a:pt x="3821321" y="22121"/>
                  </a:lnTo>
                  <a:lnTo>
                    <a:pt x="3822392" y="21457"/>
                  </a:lnTo>
                  <a:lnTo>
                    <a:pt x="3823464" y="20793"/>
                  </a:lnTo>
                  <a:lnTo>
                    <a:pt x="3824536" y="20128"/>
                  </a:lnTo>
                  <a:lnTo>
                    <a:pt x="3825607" y="19463"/>
                  </a:lnTo>
                  <a:lnTo>
                    <a:pt x="3826679" y="18798"/>
                  </a:lnTo>
                  <a:lnTo>
                    <a:pt x="3827750" y="18132"/>
                  </a:lnTo>
                  <a:lnTo>
                    <a:pt x="3828822" y="17466"/>
                  </a:lnTo>
                  <a:lnTo>
                    <a:pt x="3829894" y="16799"/>
                  </a:lnTo>
                  <a:lnTo>
                    <a:pt x="3830965" y="16132"/>
                  </a:lnTo>
                  <a:lnTo>
                    <a:pt x="3832037" y="15465"/>
                  </a:lnTo>
                  <a:lnTo>
                    <a:pt x="3833108" y="14797"/>
                  </a:lnTo>
                  <a:lnTo>
                    <a:pt x="3834180" y="14129"/>
                  </a:lnTo>
                  <a:lnTo>
                    <a:pt x="3835252" y="13460"/>
                  </a:lnTo>
                  <a:lnTo>
                    <a:pt x="3836323" y="12791"/>
                  </a:lnTo>
                  <a:lnTo>
                    <a:pt x="3837395" y="12121"/>
                  </a:lnTo>
                  <a:lnTo>
                    <a:pt x="3838466" y="11451"/>
                  </a:lnTo>
                  <a:lnTo>
                    <a:pt x="3839538" y="10781"/>
                  </a:lnTo>
                  <a:lnTo>
                    <a:pt x="3840610" y="10110"/>
                  </a:lnTo>
                  <a:lnTo>
                    <a:pt x="3841681" y="9439"/>
                  </a:lnTo>
                  <a:lnTo>
                    <a:pt x="3842753" y="8768"/>
                  </a:lnTo>
                  <a:lnTo>
                    <a:pt x="3843824" y="8096"/>
                  </a:lnTo>
                  <a:lnTo>
                    <a:pt x="3844896" y="7423"/>
                  </a:lnTo>
                  <a:lnTo>
                    <a:pt x="3845968" y="6750"/>
                  </a:lnTo>
                  <a:lnTo>
                    <a:pt x="3847039" y="6077"/>
                  </a:lnTo>
                  <a:lnTo>
                    <a:pt x="3848111" y="5403"/>
                  </a:lnTo>
                  <a:lnTo>
                    <a:pt x="3849182" y="4729"/>
                  </a:lnTo>
                  <a:lnTo>
                    <a:pt x="3850254" y="4055"/>
                  </a:lnTo>
                  <a:lnTo>
                    <a:pt x="3851326" y="3380"/>
                  </a:lnTo>
                  <a:lnTo>
                    <a:pt x="3852397" y="2705"/>
                  </a:lnTo>
                  <a:lnTo>
                    <a:pt x="3853469" y="2029"/>
                  </a:lnTo>
                  <a:lnTo>
                    <a:pt x="3854540" y="1353"/>
                  </a:lnTo>
                  <a:lnTo>
                    <a:pt x="3855612" y="676"/>
                  </a:lnTo>
                  <a:lnTo>
                    <a:pt x="3856684" y="0"/>
                  </a:lnTo>
                  <a:lnTo>
                    <a:pt x="3856684" y="1103587"/>
                  </a:lnTo>
                  <a:lnTo>
                    <a:pt x="3855612" y="1103404"/>
                  </a:lnTo>
                  <a:lnTo>
                    <a:pt x="3854540" y="1103220"/>
                  </a:lnTo>
                  <a:lnTo>
                    <a:pt x="3853469" y="1103036"/>
                  </a:lnTo>
                  <a:lnTo>
                    <a:pt x="3852397" y="1102853"/>
                  </a:lnTo>
                  <a:lnTo>
                    <a:pt x="3851326" y="1102670"/>
                  </a:lnTo>
                  <a:lnTo>
                    <a:pt x="3850254" y="1102486"/>
                  </a:lnTo>
                  <a:lnTo>
                    <a:pt x="3849182" y="1102303"/>
                  </a:lnTo>
                  <a:lnTo>
                    <a:pt x="3848111" y="1102120"/>
                  </a:lnTo>
                  <a:lnTo>
                    <a:pt x="3847039" y="1101937"/>
                  </a:lnTo>
                  <a:lnTo>
                    <a:pt x="3845968" y="1101754"/>
                  </a:lnTo>
                  <a:lnTo>
                    <a:pt x="3844896" y="1101571"/>
                  </a:lnTo>
                  <a:lnTo>
                    <a:pt x="3843824" y="1101388"/>
                  </a:lnTo>
                  <a:lnTo>
                    <a:pt x="3842753" y="1101205"/>
                  </a:lnTo>
                  <a:lnTo>
                    <a:pt x="3841681" y="1101022"/>
                  </a:lnTo>
                  <a:lnTo>
                    <a:pt x="3840610" y="1100840"/>
                  </a:lnTo>
                  <a:lnTo>
                    <a:pt x="3839538" y="1100657"/>
                  </a:lnTo>
                  <a:lnTo>
                    <a:pt x="3838466" y="1100475"/>
                  </a:lnTo>
                  <a:lnTo>
                    <a:pt x="3837395" y="1100292"/>
                  </a:lnTo>
                  <a:lnTo>
                    <a:pt x="3836323" y="1100110"/>
                  </a:lnTo>
                  <a:lnTo>
                    <a:pt x="3835252" y="1099927"/>
                  </a:lnTo>
                  <a:lnTo>
                    <a:pt x="3834180" y="1099745"/>
                  </a:lnTo>
                  <a:lnTo>
                    <a:pt x="3833108" y="1099563"/>
                  </a:lnTo>
                  <a:lnTo>
                    <a:pt x="3832037" y="1099381"/>
                  </a:lnTo>
                  <a:lnTo>
                    <a:pt x="3830965" y="1099199"/>
                  </a:lnTo>
                  <a:lnTo>
                    <a:pt x="3829894" y="1099017"/>
                  </a:lnTo>
                  <a:lnTo>
                    <a:pt x="3828822" y="1098835"/>
                  </a:lnTo>
                  <a:lnTo>
                    <a:pt x="3827750" y="1098653"/>
                  </a:lnTo>
                  <a:lnTo>
                    <a:pt x="3826679" y="1098471"/>
                  </a:lnTo>
                  <a:lnTo>
                    <a:pt x="3825607" y="1098290"/>
                  </a:lnTo>
                  <a:lnTo>
                    <a:pt x="3824536" y="1098108"/>
                  </a:lnTo>
                  <a:lnTo>
                    <a:pt x="3823464" y="1097927"/>
                  </a:lnTo>
                  <a:lnTo>
                    <a:pt x="3822392" y="1097745"/>
                  </a:lnTo>
                  <a:lnTo>
                    <a:pt x="3821321" y="1097564"/>
                  </a:lnTo>
                  <a:lnTo>
                    <a:pt x="3820249" y="1097382"/>
                  </a:lnTo>
                  <a:lnTo>
                    <a:pt x="3819178" y="1097201"/>
                  </a:lnTo>
                  <a:lnTo>
                    <a:pt x="3818106" y="1097020"/>
                  </a:lnTo>
                  <a:lnTo>
                    <a:pt x="3817034" y="1096839"/>
                  </a:lnTo>
                  <a:lnTo>
                    <a:pt x="3815963" y="1096658"/>
                  </a:lnTo>
                  <a:lnTo>
                    <a:pt x="3814891" y="1096477"/>
                  </a:lnTo>
                  <a:lnTo>
                    <a:pt x="3813820" y="1096296"/>
                  </a:lnTo>
                  <a:lnTo>
                    <a:pt x="3812748" y="1096116"/>
                  </a:lnTo>
                  <a:lnTo>
                    <a:pt x="3811676" y="1095935"/>
                  </a:lnTo>
                  <a:lnTo>
                    <a:pt x="3810605" y="1095754"/>
                  </a:lnTo>
                  <a:lnTo>
                    <a:pt x="3809533" y="1095574"/>
                  </a:lnTo>
                  <a:lnTo>
                    <a:pt x="3808462" y="1095393"/>
                  </a:lnTo>
                  <a:lnTo>
                    <a:pt x="3807390" y="1095213"/>
                  </a:lnTo>
                  <a:lnTo>
                    <a:pt x="3806318" y="1095033"/>
                  </a:lnTo>
                  <a:lnTo>
                    <a:pt x="3805247" y="1094852"/>
                  </a:lnTo>
                  <a:lnTo>
                    <a:pt x="3804175" y="1094672"/>
                  </a:lnTo>
                  <a:lnTo>
                    <a:pt x="3803104" y="1094492"/>
                  </a:lnTo>
                  <a:lnTo>
                    <a:pt x="3802032" y="1094312"/>
                  </a:lnTo>
                  <a:lnTo>
                    <a:pt x="3800960" y="1094132"/>
                  </a:lnTo>
                  <a:lnTo>
                    <a:pt x="3799889" y="1093952"/>
                  </a:lnTo>
                  <a:lnTo>
                    <a:pt x="3798817" y="1093773"/>
                  </a:lnTo>
                  <a:lnTo>
                    <a:pt x="3797746" y="1093593"/>
                  </a:lnTo>
                  <a:lnTo>
                    <a:pt x="3796674" y="1093413"/>
                  </a:lnTo>
                  <a:lnTo>
                    <a:pt x="3795602" y="1093234"/>
                  </a:lnTo>
                  <a:lnTo>
                    <a:pt x="3794531" y="1093055"/>
                  </a:lnTo>
                  <a:lnTo>
                    <a:pt x="3793459" y="1092875"/>
                  </a:lnTo>
                  <a:lnTo>
                    <a:pt x="3792388" y="1092696"/>
                  </a:lnTo>
                  <a:lnTo>
                    <a:pt x="3791316" y="1092517"/>
                  </a:lnTo>
                  <a:lnTo>
                    <a:pt x="3790244" y="1092338"/>
                  </a:lnTo>
                  <a:lnTo>
                    <a:pt x="3789173" y="1092159"/>
                  </a:lnTo>
                  <a:lnTo>
                    <a:pt x="3788101" y="1091980"/>
                  </a:lnTo>
                  <a:lnTo>
                    <a:pt x="3787030" y="1091801"/>
                  </a:lnTo>
                  <a:lnTo>
                    <a:pt x="3785958" y="1091622"/>
                  </a:lnTo>
                  <a:lnTo>
                    <a:pt x="3784886" y="1091444"/>
                  </a:lnTo>
                  <a:lnTo>
                    <a:pt x="3783815" y="1091265"/>
                  </a:lnTo>
                  <a:lnTo>
                    <a:pt x="3782743" y="1091086"/>
                  </a:lnTo>
                  <a:lnTo>
                    <a:pt x="3781672" y="1090908"/>
                  </a:lnTo>
                  <a:lnTo>
                    <a:pt x="3780600" y="1090730"/>
                  </a:lnTo>
                  <a:lnTo>
                    <a:pt x="3779528" y="1090551"/>
                  </a:lnTo>
                  <a:lnTo>
                    <a:pt x="3778457" y="1090373"/>
                  </a:lnTo>
                  <a:lnTo>
                    <a:pt x="3777385" y="1090195"/>
                  </a:lnTo>
                  <a:lnTo>
                    <a:pt x="3776314" y="1090017"/>
                  </a:lnTo>
                  <a:lnTo>
                    <a:pt x="3775242" y="1089839"/>
                  </a:lnTo>
                  <a:lnTo>
                    <a:pt x="3774170" y="1089662"/>
                  </a:lnTo>
                  <a:lnTo>
                    <a:pt x="3773099" y="1089484"/>
                  </a:lnTo>
                  <a:lnTo>
                    <a:pt x="3772027" y="1089306"/>
                  </a:lnTo>
                  <a:lnTo>
                    <a:pt x="3770956" y="1089129"/>
                  </a:lnTo>
                  <a:lnTo>
                    <a:pt x="3769884" y="1088951"/>
                  </a:lnTo>
                  <a:lnTo>
                    <a:pt x="3768812" y="1088774"/>
                  </a:lnTo>
                  <a:lnTo>
                    <a:pt x="3767741" y="1088597"/>
                  </a:lnTo>
                  <a:lnTo>
                    <a:pt x="3766669" y="1088419"/>
                  </a:lnTo>
                  <a:lnTo>
                    <a:pt x="3765598" y="1088242"/>
                  </a:lnTo>
                  <a:lnTo>
                    <a:pt x="3764526" y="1088065"/>
                  </a:lnTo>
                  <a:lnTo>
                    <a:pt x="3763454" y="1087888"/>
                  </a:lnTo>
                  <a:lnTo>
                    <a:pt x="3762383" y="1087712"/>
                  </a:lnTo>
                  <a:lnTo>
                    <a:pt x="3761311" y="1087535"/>
                  </a:lnTo>
                  <a:lnTo>
                    <a:pt x="3760240" y="1087358"/>
                  </a:lnTo>
                  <a:lnTo>
                    <a:pt x="3759168" y="1087182"/>
                  </a:lnTo>
                  <a:lnTo>
                    <a:pt x="3758096" y="1087005"/>
                  </a:lnTo>
                  <a:lnTo>
                    <a:pt x="3757025" y="1086829"/>
                  </a:lnTo>
                  <a:lnTo>
                    <a:pt x="3755953" y="1086652"/>
                  </a:lnTo>
                  <a:lnTo>
                    <a:pt x="3754882" y="1086476"/>
                  </a:lnTo>
                  <a:lnTo>
                    <a:pt x="3753810" y="1086300"/>
                  </a:lnTo>
                  <a:lnTo>
                    <a:pt x="3752738" y="1086124"/>
                  </a:lnTo>
                  <a:lnTo>
                    <a:pt x="3751667" y="1085948"/>
                  </a:lnTo>
                  <a:lnTo>
                    <a:pt x="3750595" y="1085772"/>
                  </a:lnTo>
                  <a:lnTo>
                    <a:pt x="3749524" y="1085597"/>
                  </a:lnTo>
                  <a:lnTo>
                    <a:pt x="3748452" y="1085421"/>
                  </a:lnTo>
                  <a:lnTo>
                    <a:pt x="3747380" y="1085246"/>
                  </a:lnTo>
                  <a:lnTo>
                    <a:pt x="3746309" y="1085070"/>
                  </a:lnTo>
                  <a:lnTo>
                    <a:pt x="3745237" y="1084895"/>
                  </a:lnTo>
                  <a:lnTo>
                    <a:pt x="3744166" y="1084720"/>
                  </a:lnTo>
                  <a:lnTo>
                    <a:pt x="3743094" y="1084544"/>
                  </a:lnTo>
                  <a:lnTo>
                    <a:pt x="3742022" y="1084369"/>
                  </a:lnTo>
                  <a:lnTo>
                    <a:pt x="3740951" y="1084194"/>
                  </a:lnTo>
                  <a:lnTo>
                    <a:pt x="3739879" y="1084019"/>
                  </a:lnTo>
                  <a:lnTo>
                    <a:pt x="3738808" y="1083845"/>
                  </a:lnTo>
                  <a:lnTo>
                    <a:pt x="3737736" y="1083670"/>
                  </a:lnTo>
                  <a:lnTo>
                    <a:pt x="3736664" y="1083495"/>
                  </a:lnTo>
                  <a:lnTo>
                    <a:pt x="3735593" y="1083321"/>
                  </a:lnTo>
                  <a:lnTo>
                    <a:pt x="3734521" y="1083147"/>
                  </a:lnTo>
                  <a:lnTo>
                    <a:pt x="3733450" y="1082972"/>
                  </a:lnTo>
                  <a:lnTo>
                    <a:pt x="3732378" y="1082798"/>
                  </a:lnTo>
                  <a:lnTo>
                    <a:pt x="3731306" y="1082624"/>
                  </a:lnTo>
                  <a:lnTo>
                    <a:pt x="3730235" y="1082450"/>
                  </a:lnTo>
                  <a:lnTo>
                    <a:pt x="3729163" y="1082276"/>
                  </a:lnTo>
                  <a:lnTo>
                    <a:pt x="3728092" y="1082103"/>
                  </a:lnTo>
                  <a:lnTo>
                    <a:pt x="3727020" y="1081929"/>
                  </a:lnTo>
                  <a:lnTo>
                    <a:pt x="3725949" y="1081755"/>
                  </a:lnTo>
                  <a:lnTo>
                    <a:pt x="3724877" y="1081582"/>
                  </a:lnTo>
                  <a:lnTo>
                    <a:pt x="3723805" y="1081408"/>
                  </a:lnTo>
                  <a:lnTo>
                    <a:pt x="3722734" y="1081235"/>
                  </a:lnTo>
                  <a:lnTo>
                    <a:pt x="3721662" y="1081062"/>
                  </a:lnTo>
                  <a:lnTo>
                    <a:pt x="3720591" y="1080889"/>
                  </a:lnTo>
                  <a:lnTo>
                    <a:pt x="3719519" y="1080716"/>
                  </a:lnTo>
                  <a:lnTo>
                    <a:pt x="3718447" y="1080543"/>
                  </a:lnTo>
                  <a:lnTo>
                    <a:pt x="3717376" y="1080370"/>
                  </a:lnTo>
                  <a:lnTo>
                    <a:pt x="3716304" y="1080198"/>
                  </a:lnTo>
                  <a:lnTo>
                    <a:pt x="3715233" y="1080025"/>
                  </a:lnTo>
                  <a:lnTo>
                    <a:pt x="3714161" y="1079853"/>
                  </a:lnTo>
                  <a:lnTo>
                    <a:pt x="3713089" y="1079680"/>
                  </a:lnTo>
                  <a:lnTo>
                    <a:pt x="3712018" y="1079508"/>
                  </a:lnTo>
                  <a:lnTo>
                    <a:pt x="3710946" y="1079336"/>
                  </a:lnTo>
                  <a:lnTo>
                    <a:pt x="3709875" y="1079164"/>
                  </a:lnTo>
                  <a:lnTo>
                    <a:pt x="3708803" y="1078992"/>
                  </a:lnTo>
                  <a:lnTo>
                    <a:pt x="3707731" y="1078820"/>
                  </a:lnTo>
                  <a:lnTo>
                    <a:pt x="3706660" y="1078649"/>
                  </a:lnTo>
                  <a:lnTo>
                    <a:pt x="3705588" y="1078477"/>
                  </a:lnTo>
                  <a:lnTo>
                    <a:pt x="3704517" y="1078306"/>
                  </a:lnTo>
                  <a:lnTo>
                    <a:pt x="3703445" y="1078134"/>
                  </a:lnTo>
                  <a:lnTo>
                    <a:pt x="3702373" y="1077963"/>
                  </a:lnTo>
                  <a:lnTo>
                    <a:pt x="3701302" y="1077792"/>
                  </a:lnTo>
                  <a:lnTo>
                    <a:pt x="3700230" y="1077621"/>
                  </a:lnTo>
                  <a:lnTo>
                    <a:pt x="3699159" y="1077450"/>
                  </a:lnTo>
                  <a:lnTo>
                    <a:pt x="3698087" y="1077279"/>
                  </a:lnTo>
                  <a:lnTo>
                    <a:pt x="3697015" y="1077108"/>
                  </a:lnTo>
                  <a:lnTo>
                    <a:pt x="3695944" y="1076938"/>
                  </a:lnTo>
                  <a:lnTo>
                    <a:pt x="3694872" y="1076767"/>
                  </a:lnTo>
                  <a:lnTo>
                    <a:pt x="3693801" y="1076597"/>
                  </a:lnTo>
                  <a:lnTo>
                    <a:pt x="3692729" y="1076427"/>
                  </a:lnTo>
                  <a:lnTo>
                    <a:pt x="3691657" y="1076256"/>
                  </a:lnTo>
                  <a:lnTo>
                    <a:pt x="3690586" y="1076086"/>
                  </a:lnTo>
                  <a:lnTo>
                    <a:pt x="3689514" y="1075916"/>
                  </a:lnTo>
                  <a:lnTo>
                    <a:pt x="3688443" y="1075747"/>
                  </a:lnTo>
                  <a:lnTo>
                    <a:pt x="3687371" y="1075577"/>
                  </a:lnTo>
                  <a:lnTo>
                    <a:pt x="3686299" y="1075407"/>
                  </a:lnTo>
                  <a:lnTo>
                    <a:pt x="3685228" y="1075238"/>
                  </a:lnTo>
                  <a:lnTo>
                    <a:pt x="3684156" y="1075068"/>
                  </a:lnTo>
                  <a:lnTo>
                    <a:pt x="3683085" y="1074899"/>
                  </a:lnTo>
                  <a:lnTo>
                    <a:pt x="3682013" y="1074730"/>
                  </a:lnTo>
                  <a:lnTo>
                    <a:pt x="3680941" y="1074561"/>
                  </a:lnTo>
                  <a:lnTo>
                    <a:pt x="3679870" y="1074392"/>
                  </a:lnTo>
                  <a:lnTo>
                    <a:pt x="3678798" y="1074223"/>
                  </a:lnTo>
                  <a:lnTo>
                    <a:pt x="3677727" y="1074055"/>
                  </a:lnTo>
                  <a:lnTo>
                    <a:pt x="3676655" y="1073886"/>
                  </a:lnTo>
                  <a:lnTo>
                    <a:pt x="3675583" y="1073718"/>
                  </a:lnTo>
                  <a:lnTo>
                    <a:pt x="3674512" y="1073549"/>
                  </a:lnTo>
                  <a:lnTo>
                    <a:pt x="3673440" y="1073381"/>
                  </a:lnTo>
                  <a:lnTo>
                    <a:pt x="3672369" y="1073213"/>
                  </a:lnTo>
                  <a:lnTo>
                    <a:pt x="3671297" y="1073045"/>
                  </a:lnTo>
                  <a:lnTo>
                    <a:pt x="3670225" y="1072877"/>
                  </a:lnTo>
                  <a:lnTo>
                    <a:pt x="3669154" y="1072710"/>
                  </a:lnTo>
                  <a:lnTo>
                    <a:pt x="3668082" y="1072542"/>
                  </a:lnTo>
                  <a:lnTo>
                    <a:pt x="3667011" y="1072375"/>
                  </a:lnTo>
                  <a:lnTo>
                    <a:pt x="3665939" y="1072207"/>
                  </a:lnTo>
                  <a:lnTo>
                    <a:pt x="3664867" y="1072040"/>
                  </a:lnTo>
                  <a:lnTo>
                    <a:pt x="3663796" y="1071873"/>
                  </a:lnTo>
                  <a:lnTo>
                    <a:pt x="3662724" y="1071706"/>
                  </a:lnTo>
                  <a:lnTo>
                    <a:pt x="3661653" y="1071539"/>
                  </a:lnTo>
                  <a:lnTo>
                    <a:pt x="3660581" y="1071372"/>
                  </a:lnTo>
                  <a:lnTo>
                    <a:pt x="3659509" y="1071206"/>
                  </a:lnTo>
                  <a:lnTo>
                    <a:pt x="3658438" y="1071039"/>
                  </a:lnTo>
                  <a:lnTo>
                    <a:pt x="3657366" y="1070873"/>
                  </a:lnTo>
                  <a:lnTo>
                    <a:pt x="3656295" y="1070706"/>
                  </a:lnTo>
                  <a:lnTo>
                    <a:pt x="3655223" y="1070540"/>
                  </a:lnTo>
                  <a:lnTo>
                    <a:pt x="3654151" y="1070374"/>
                  </a:lnTo>
                  <a:lnTo>
                    <a:pt x="3653080" y="1070208"/>
                  </a:lnTo>
                  <a:lnTo>
                    <a:pt x="3652008" y="1070043"/>
                  </a:lnTo>
                  <a:lnTo>
                    <a:pt x="3650937" y="1069877"/>
                  </a:lnTo>
                  <a:lnTo>
                    <a:pt x="3649865" y="1069712"/>
                  </a:lnTo>
                  <a:lnTo>
                    <a:pt x="3648793" y="1069546"/>
                  </a:lnTo>
                  <a:lnTo>
                    <a:pt x="3647722" y="1069381"/>
                  </a:lnTo>
                  <a:lnTo>
                    <a:pt x="3646650" y="1069216"/>
                  </a:lnTo>
                  <a:lnTo>
                    <a:pt x="3645579" y="1069051"/>
                  </a:lnTo>
                  <a:lnTo>
                    <a:pt x="3644507" y="1068886"/>
                  </a:lnTo>
                  <a:lnTo>
                    <a:pt x="3643435" y="1068721"/>
                  </a:lnTo>
                  <a:lnTo>
                    <a:pt x="3642364" y="1068557"/>
                  </a:lnTo>
                  <a:lnTo>
                    <a:pt x="3641292" y="1068392"/>
                  </a:lnTo>
                  <a:lnTo>
                    <a:pt x="3640221" y="1068228"/>
                  </a:lnTo>
                  <a:lnTo>
                    <a:pt x="3639149" y="1068064"/>
                  </a:lnTo>
                  <a:lnTo>
                    <a:pt x="3638077" y="1067899"/>
                  </a:lnTo>
                  <a:lnTo>
                    <a:pt x="3637006" y="1067736"/>
                  </a:lnTo>
                  <a:lnTo>
                    <a:pt x="3635934" y="1067572"/>
                  </a:lnTo>
                  <a:lnTo>
                    <a:pt x="3634863" y="1067408"/>
                  </a:lnTo>
                  <a:lnTo>
                    <a:pt x="3633791" y="1067244"/>
                  </a:lnTo>
                  <a:lnTo>
                    <a:pt x="3632719" y="1067081"/>
                  </a:lnTo>
                  <a:lnTo>
                    <a:pt x="3631648" y="1066918"/>
                  </a:lnTo>
                  <a:lnTo>
                    <a:pt x="3630576" y="1066755"/>
                  </a:lnTo>
                  <a:lnTo>
                    <a:pt x="3629505" y="1066592"/>
                  </a:lnTo>
                  <a:lnTo>
                    <a:pt x="3628433" y="1066429"/>
                  </a:lnTo>
                  <a:lnTo>
                    <a:pt x="3627361" y="1066266"/>
                  </a:lnTo>
                  <a:lnTo>
                    <a:pt x="3626290" y="1066103"/>
                  </a:lnTo>
                  <a:lnTo>
                    <a:pt x="3625218" y="1065941"/>
                  </a:lnTo>
                  <a:lnTo>
                    <a:pt x="3624147" y="1065778"/>
                  </a:lnTo>
                  <a:lnTo>
                    <a:pt x="3623075" y="1065616"/>
                  </a:lnTo>
                  <a:lnTo>
                    <a:pt x="3622003" y="1065454"/>
                  </a:lnTo>
                  <a:lnTo>
                    <a:pt x="3620932" y="1065292"/>
                  </a:lnTo>
                  <a:lnTo>
                    <a:pt x="3619860" y="1065130"/>
                  </a:lnTo>
                  <a:lnTo>
                    <a:pt x="3618789" y="1064969"/>
                  </a:lnTo>
                  <a:lnTo>
                    <a:pt x="3617717" y="1064807"/>
                  </a:lnTo>
                  <a:lnTo>
                    <a:pt x="3616645" y="1064646"/>
                  </a:lnTo>
                  <a:lnTo>
                    <a:pt x="3615574" y="1064485"/>
                  </a:lnTo>
                  <a:lnTo>
                    <a:pt x="3614502" y="1064323"/>
                  </a:lnTo>
                  <a:lnTo>
                    <a:pt x="3613431" y="1064163"/>
                  </a:lnTo>
                  <a:lnTo>
                    <a:pt x="3612359" y="1064002"/>
                  </a:lnTo>
                  <a:lnTo>
                    <a:pt x="3611287" y="1063841"/>
                  </a:lnTo>
                  <a:lnTo>
                    <a:pt x="3610216" y="1063680"/>
                  </a:lnTo>
                  <a:lnTo>
                    <a:pt x="3609144" y="1063520"/>
                  </a:lnTo>
                  <a:lnTo>
                    <a:pt x="3608073" y="1063360"/>
                  </a:lnTo>
                  <a:lnTo>
                    <a:pt x="3607001" y="1063200"/>
                  </a:lnTo>
                  <a:lnTo>
                    <a:pt x="3605929" y="1063040"/>
                  </a:lnTo>
                  <a:lnTo>
                    <a:pt x="3604858" y="1062880"/>
                  </a:lnTo>
                  <a:lnTo>
                    <a:pt x="3603786" y="1062720"/>
                  </a:lnTo>
                  <a:lnTo>
                    <a:pt x="3602715" y="1062561"/>
                  </a:lnTo>
                  <a:lnTo>
                    <a:pt x="3601643" y="1062401"/>
                  </a:lnTo>
                  <a:lnTo>
                    <a:pt x="3600571" y="1062242"/>
                  </a:lnTo>
                  <a:lnTo>
                    <a:pt x="3599500" y="1062083"/>
                  </a:lnTo>
                  <a:lnTo>
                    <a:pt x="3598428" y="1061924"/>
                  </a:lnTo>
                  <a:lnTo>
                    <a:pt x="3597357" y="1061765"/>
                  </a:lnTo>
                  <a:lnTo>
                    <a:pt x="3596285" y="1061606"/>
                  </a:lnTo>
                  <a:lnTo>
                    <a:pt x="3595213" y="1061448"/>
                  </a:lnTo>
                  <a:lnTo>
                    <a:pt x="3594142" y="1061290"/>
                  </a:lnTo>
                  <a:lnTo>
                    <a:pt x="3593070" y="1061131"/>
                  </a:lnTo>
                  <a:lnTo>
                    <a:pt x="3591999" y="1060973"/>
                  </a:lnTo>
                  <a:lnTo>
                    <a:pt x="3590927" y="1060815"/>
                  </a:lnTo>
                  <a:lnTo>
                    <a:pt x="3589855" y="1060658"/>
                  </a:lnTo>
                  <a:lnTo>
                    <a:pt x="3588784" y="1060500"/>
                  </a:lnTo>
                  <a:lnTo>
                    <a:pt x="3587712" y="1060342"/>
                  </a:lnTo>
                  <a:lnTo>
                    <a:pt x="3586641" y="1060185"/>
                  </a:lnTo>
                  <a:lnTo>
                    <a:pt x="3585569" y="1060028"/>
                  </a:lnTo>
                  <a:lnTo>
                    <a:pt x="3584497" y="1059871"/>
                  </a:lnTo>
                  <a:lnTo>
                    <a:pt x="3583426" y="1059714"/>
                  </a:lnTo>
                  <a:lnTo>
                    <a:pt x="3582354" y="1059557"/>
                  </a:lnTo>
                  <a:lnTo>
                    <a:pt x="3581283" y="1059401"/>
                  </a:lnTo>
                  <a:lnTo>
                    <a:pt x="3580211" y="1059244"/>
                  </a:lnTo>
                  <a:lnTo>
                    <a:pt x="3579139" y="1059088"/>
                  </a:lnTo>
                  <a:lnTo>
                    <a:pt x="3578068" y="1058932"/>
                  </a:lnTo>
                  <a:lnTo>
                    <a:pt x="3576996" y="1058776"/>
                  </a:lnTo>
                  <a:lnTo>
                    <a:pt x="3575925" y="1058620"/>
                  </a:lnTo>
                  <a:lnTo>
                    <a:pt x="3574853" y="1058465"/>
                  </a:lnTo>
                  <a:lnTo>
                    <a:pt x="3573781" y="1058309"/>
                  </a:lnTo>
                  <a:lnTo>
                    <a:pt x="3572710" y="1058154"/>
                  </a:lnTo>
                  <a:lnTo>
                    <a:pt x="3571638" y="1057999"/>
                  </a:lnTo>
                  <a:lnTo>
                    <a:pt x="3570567" y="1057844"/>
                  </a:lnTo>
                  <a:lnTo>
                    <a:pt x="3569495" y="1057689"/>
                  </a:lnTo>
                  <a:lnTo>
                    <a:pt x="3568423" y="1057534"/>
                  </a:lnTo>
                  <a:lnTo>
                    <a:pt x="3567352" y="1057380"/>
                  </a:lnTo>
                  <a:lnTo>
                    <a:pt x="3566280" y="1057225"/>
                  </a:lnTo>
                  <a:lnTo>
                    <a:pt x="3565209" y="1057071"/>
                  </a:lnTo>
                  <a:lnTo>
                    <a:pt x="3564137" y="1056917"/>
                  </a:lnTo>
                  <a:lnTo>
                    <a:pt x="3563065" y="1056763"/>
                  </a:lnTo>
                  <a:lnTo>
                    <a:pt x="3561994" y="1056609"/>
                  </a:lnTo>
                  <a:lnTo>
                    <a:pt x="3560922" y="1056456"/>
                  </a:lnTo>
                  <a:lnTo>
                    <a:pt x="3559851" y="1056302"/>
                  </a:lnTo>
                  <a:lnTo>
                    <a:pt x="3558779" y="1056149"/>
                  </a:lnTo>
                  <a:lnTo>
                    <a:pt x="3557707" y="1055996"/>
                  </a:lnTo>
                  <a:lnTo>
                    <a:pt x="3556636" y="1055843"/>
                  </a:lnTo>
                  <a:lnTo>
                    <a:pt x="3555564" y="1055690"/>
                  </a:lnTo>
                  <a:lnTo>
                    <a:pt x="3554493" y="1055538"/>
                  </a:lnTo>
                  <a:lnTo>
                    <a:pt x="3553421" y="1055385"/>
                  </a:lnTo>
                  <a:lnTo>
                    <a:pt x="3552349" y="1055233"/>
                  </a:lnTo>
                  <a:lnTo>
                    <a:pt x="3551278" y="1055081"/>
                  </a:lnTo>
                  <a:lnTo>
                    <a:pt x="3550206" y="1054929"/>
                  </a:lnTo>
                  <a:lnTo>
                    <a:pt x="3549135" y="1054777"/>
                  </a:lnTo>
                  <a:lnTo>
                    <a:pt x="3548063" y="1054626"/>
                  </a:lnTo>
                  <a:lnTo>
                    <a:pt x="3546992" y="1054474"/>
                  </a:lnTo>
                  <a:lnTo>
                    <a:pt x="3545920" y="1054323"/>
                  </a:lnTo>
                  <a:lnTo>
                    <a:pt x="3544848" y="1054172"/>
                  </a:lnTo>
                  <a:lnTo>
                    <a:pt x="3543777" y="1054021"/>
                  </a:lnTo>
                  <a:lnTo>
                    <a:pt x="3542705" y="1053870"/>
                  </a:lnTo>
                  <a:lnTo>
                    <a:pt x="3541634" y="1053720"/>
                  </a:lnTo>
                  <a:lnTo>
                    <a:pt x="3540562" y="1053569"/>
                  </a:lnTo>
                  <a:lnTo>
                    <a:pt x="3539490" y="1053419"/>
                  </a:lnTo>
                  <a:lnTo>
                    <a:pt x="3538419" y="1053269"/>
                  </a:lnTo>
                  <a:lnTo>
                    <a:pt x="3537347" y="1053119"/>
                  </a:lnTo>
                  <a:lnTo>
                    <a:pt x="3536276" y="1052969"/>
                  </a:lnTo>
                  <a:lnTo>
                    <a:pt x="3535204" y="1052820"/>
                  </a:lnTo>
                  <a:lnTo>
                    <a:pt x="3534132" y="1052670"/>
                  </a:lnTo>
                  <a:lnTo>
                    <a:pt x="3533061" y="1052521"/>
                  </a:lnTo>
                  <a:lnTo>
                    <a:pt x="3531989" y="1052372"/>
                  </a:lnTo>
                  <a:lnTo>
                    <a:pt x="3530918" y="1052223"/>
                  </a:lnTo>
                  <a:lnTo>
                    <a:pt x="3529846" y="1052075"/>
                  </a:lnTo>
                  <a:lnTo>
                    <a:pt x="3528774" y="1051926"/>
                  </a:lnTo>
                  <a:lnTo>
                    <a:pt x="3527703" y="1051778"/>
                  </a:lnTo>
                  <a:lnTo>
                    <a:pt x="3526631" y="1051630"/>
                  </a:lnTo>
                  <a:lnTo>
                    <a:pt x="3525560" y="1051482"/>
                  </a:lnTo>
                  <a:lnTo>
                    <a:pt x="3524488" y="1051334"/>
                  </a:lnTo>
                  <a:lnTo>
                    <a:pt x="3523416" y="1051186"/>
                  </a:lnTo>
                  <a:lnTo>
                    <a:pt x="3522345" y="1051039"/>
                  </a:lnTo>
                  <a:lnTo>
                    <a:pt x="3521273" y="1050892"/>
                  </a:lnTo>
                  <a:lnTo>
                    <a:pt x="3520202" y="1050745"/>
                  </a:lnTo>
                  <a:lnTo>
                    <a:pt x="3519130" y="1050598"/>
                  </a:lnTo>
                  <a:lnTo>
                    <a:pt x="3518058" y="1050451"/>
                  </a:lnTo>
                  <a:lnTo>
                    <a:pt x="3516987" y="1050304"/>
                  </a:lnTo>
                  <a:lnTo>
                    <a:pt x="3515915" y="1050158"/>
                  </a:lnTo>
                  <a:lnTo>
                    <a:pt x="3514844" y="1050012"/>
                  </a:lnTo>
                  <a:lnTo>
                    <a:pt x="3513772" y="1049866"/>
                  </a:lnTo>
                  <a:lnTo>
                    <a:pt x="3512700" y="1049720"/>
                  </a:lnTo>
                  <a:lnTo>
                    <a:pt x="3511629" y="1049575"/>
                  </a:lnTo>
                  <a:lnTo>
                    <a:pt x="3510557" y="1049429"/>
                  </a:lnTo>
                  <a:lnTo>
                    <a:pt x="3509486" y="1049284"/>
                  </a:lnTo>
                  <a:lnTo>
                    <a:pt x="3508414" y="1049139"/>
                  </a:lnTo>
                  <a:lnTo>
                    <a:pt x="3507342" y="1048994"/>
                  </a:lnTo>
                  <a:lnTo>
                    <a:pt x="3506271" y="1048849"/>
                  </a:lnTo>
                  <a:lnTo>
                    <a:pt x="3505199" y="1048705"/>
                  </a:lnTo>
                  <a:lnTo>
                    <a:pt x="3504128" y="1048560"/>
                  </a:lnTo>
                  <a:lnTo>
                    <a:pt x="3503056" y="1048416"/>
                  </a:lnTo>
                  <a:lnTo>
                    <a:pt x="3501984" y="1048272"/>
                  </a:lnTo>
                  <a:lnTo>
                    <a:pt x="3500913" y="1048129"/>
                  </a:lnTo>
                  <a:lnTo>
                    <a:pt x="3499841" y="1047985"/>
                  </a:lnTo>
                  <a:lnTo>
                    <a:pt x="3498770" y="1047842"/>
                  </a:lnTo>
                  <a:lnTo>
                    <a:pt x="3497698" y="1047698"/>
                  </a:lnTo>
                  <a:lnTo>
                    <a:pt x="3496626" y="1047555"/>
                  </a:lnTo>
                  <a:lnTo>
                    <a:pt x="3495555" y="1047413"/>
                  </a:lnTo>
                  <a:lnTo>
                    <a:pt x="3494483" y="1047270"/>
                  </a:lnTo>
                  <a:lnTo>
                    <a:pt x="3493412" y="1047128"/>
                  </a:lnTo>
                  <a:lnTo>
                    <a:pt x="3492340" y="1046985"/>
                  </a:lnTo>
                  <a:lnTo>
                    <a:pt x="3491268" y="1046843"/>
                  </a:lnTo>
                  <a:lnTo>
                    <a:pt x="3490197" y="1046702"/>
                  </a:lnTo>
                  <a:lnTo>
                    <a:pt x="3489125" y="1046560"/>
                  </a:lnTo>
                  <a:lnTo>
                    <a:pt x="3488054" y="1046419"/>
                  </a:lnTo>
                  <a:lnTo>
                    <a:pt x="3486982" y="1046277"/>
                  </a:lnTo>
                  <a:lnTo>
                    <a:pt x="3485910" y="1046136"/>
                  </a:lnTo>
                  <a:lnTo>
                    <a:pt x="3484839" y="1045995"/>
                  </a:lnTo>
                  <a:lnTo>
                    <a:pt x="3483767" y="1045855"/>
                  </a:lnTo>
                  <a:lnTo>
                    <a:pt x="3482696" y="1045714"/>
                  </a:lnTo>
                  <a:lnTo>
                    <a:pt x="3481624" y="1045574"/>
                  </a:lnTo>
                  <a:lnTo>
                    <a:pt x="3480552" y="1045434"/>
                  </a:lnTo>
                  <a:lnTo>
                    <a:pt x="3479481" y="1045294"/>
                  </a:lnTo>
                  <a:lnTo>
                    <a:pt x="3478409" y="1045154"/>
                  </a:lnTo>
                  <a:lnTo>
                    <a:pt x="3477338" y="1045015"/>
                  </a:lnTo>
                  <a:lnTo>
                    <a:pt x="3476266" y="1044876"/>
                  </a:lnTo>
                  <a:lnTo>
                    <a:pt x="3475194" y="1044737"/>
                  </a:lnTo>
                  <a:lnTo>
                    <a:pt x="3474123" y="1044598"/>
                  </a:lnTo>
                  <a:lnTo>
                    <a:pt x="3473051" y="1044459"/>
                  </a:lnTo>
                  <a:lnTo>
                    <a:pt x="3471980" y="1044321"/>
                  </a:lnTo>
                  <a:lnTo>
                    <a:pt x="3470908" y="1044182"/>
                  </a:lnTo>
                  <a:lnTo>
                    <a:pt x="3469836" y="1044044"/>
                  </a:lnTo>
                  <a:lnTo>
                    <a:pt x="3468765" y="1043907"/>
                  </a:lnTo>
                  <a:lnTo>
                    <a:pt x="3467693" y="1043769"/>
                  </a:lnTo>
                  <a:lnTo>
                    <a:pt x="3466622" y="1043632"/>
                  </a:lnTo>
                  <a:lnTo>
                    <a:pt x="3465550" y="1043494"/>
                  </a:lnTo>
                  <a:lnTo>
                    <a:pt x="3464478" y="1043357"/>
                  </a:lnTo>
                  <a:lnTo>
                    <a:pt x="3463407" y="1043220"/>
                  </a:lnTo>
                  <a:lnTo>
                    <a:pt x="3462335" y="1043084"/>
                  </a:lnTo>
                  <a:lnTo>
                    <a:pt x="3461264" y="1042948"/>
                  </a:lnTo>
                  <a:lnTo>
                    <a:pt x="3460192" y="1042811"/>
                  </a:lnTo>
                  <a:lnTo>
                    <a:pt x="3459120" y="1042675"/>
                  </a:lnTo>
                  <a:lnTo>
                    <a:pt x="3458049" y="1042540"/>
                  </a:lnTo>
                  <a:lnTo>
                    <a:pt x="3456977" y="1042404"/>
                  </a:lnTo>
                  <a:lnTo>
                    <a:pt x="3455906" y="1042269"/>
                  </a:lnTo>
                  <a:lnTo>
                    <a:pt x="3454834" y="1042134"/>
                  </a:lnTo>
                  <a:lnTo>
                    <a:pt x="3453762" y="1041999"/>
                  </a:lnTo>
                  <a:lnTo>
                    <a:pt x="3452691" y="1041864"/>
                  </a:lnTo>
                  <a:lnTo>
                    <a:pt x="3451619" y="1041730"/>
                  </a:lnTo>
                  <a:lnTo>
                    <a:pt x="3450548" y="1041595"/>
                  </a:lnTo>
                  <a:lnTo>
                    <a:pt x="3449476" y="1041461"/>
                  </a:lnTo>
                  <a:lnTo>
                    <a:pt x="3448404" y="1041327"/>
                  </a:lnTo>
                  <a:lnTo>
                    <a:pt x="3447333" y="1041194"/>
                  </a:lnTo>
                  <a:lnTo>
                    <a:pt x="3446261" y="1041060"/>
                  </a:lnTo>
                  <a:lnTo>
                    <a:pt x="3445190" y="1040927"/>
                  </a:lnTo>
                  <a:lnTo>
                    <a:pt x="3444118" y="1040794"/>
                  </a:lnTo>
                  <a:lnTo>
                    <a:pt x="3443046" y="1040661"/>
                  </a:lnTo>
                  <a:lnTo>
                    <a:pt x="3441975" y="1040529"/>
                  </a:lnTo>
                  <a:lnTo>
                    <a:pt x="3440903" y="1040397"/>
                  </a:lnTo>
                  <a:lnTo>
                    <a:pt x="3439832" y="1040264"/>
                  </a:lnTo>
                  <a:lnTo>
                    <a:pt x="3438760" y="1040133"/>
                  </a:lnTo>
                  <a:lnTo>
                    <a:pt x="3437688" y="1040001"/>
                  </a:lnTo>
                  <a:lnTo>
                    <a:pt x="3436617" y="1039870"/>
                  </a:lnTo>
                  <a:lnTo>
                    <a:pt x="3435545" y="1039738"/>
                  </a:lnTo>
                  <a:lnTo>
                    <a:pt x="3434474" y="1039607"/>
                  </a:lnTo>
                  <a:lnTo>
                    <a:pt x="3433402" y="1039477"/>
                  </a:lnTo>
                  <a:lnTo>
                    <a:pt x="3432330" y="1039346"/>
                  </a:lnTo>
                  <a:lnTo>
                    <a:pt x="3431259" y="1039216"/>
                  </a:lnTo>
                  <a:lnTo>
                    <a:pt x="3430187" y="1039086"/>
                  </a:lnTo>
                  <a:lnTo>
                    <a:pt x="3429116" y="1038956"/>
                  </a:lnTo>
                  <a:lnTo>
                    <a:pt x="3428044" y="1038826"/>
                  </a:lnTo>
                  <a:lnTo>
                    <a:pt x="3426972" y="1038697"/>
                  </a:lnTo>
                  <a:lnTo>
                    <a:pt x="3425901" y="1038568"/>
                  </a:lnTo>
                  <a:lnTo>
                    <a:pt x="3424829" y="1038439"/>
                  </a:lnTo>
                  <a:lnTo>
                    <a:pt x="3423758" y="1038310"/>
                  </a:lnTo>
                  <a:lnTo>
                    <a:pt x="3422686" y="1038181"/>
                  </a:lnTo>
                  <a:lnTo>
                    <a:pt x="3421614" y="1038053"/>
                  </a:lnTo>
                  <a:lnTo>
                    <a:pt x="3420543" y="1037925"/>
                  </a:lnTo>
                  <a:lnTo>
                    <a:pt x="3419471" y="1037797"/>
                  </a:lnTo>
                  <a:lnTo>
                    <a:pt x="3418400" y="1037670"/>
                  </a:lnTo>
                  <a:lnTo>
                    <a:pt x="3417328" y="1037542"/>
                  </a:lnTo>
                  <a:lnTo>
                    <a:pt x="3416256" y="1037415"/>
                  </a:lnTo>
                  <a:lnTo>
                    <a:pt x="3415185" y="1037288"/>
                  </a:lnTo>
                  <a:lnTo>
                    <a:pt x="3414113" y="1037162"/>
                  </a:lnTo>
                  <a:lnTo>
                    <a:pt x="3413042" y="1037035"/>
                  </a:lnTo>
                  <a:lnTo>
                    <a:pt x="3411970" y="1036909"/>
                  </a:lnTo>
                  <a:lnTo>
                    <a:pt x="3410898" y="1036783"/>
                  </a:lnTo>
                  <a:lnTo>
                    <a:pt x="3409827" y="1036657"/>
                  </a:lnTo>
                  <a:lnTo>
                    <a:pt x="3408755" y="1036532"/>
                  </a:lnTo>
                  <a:lnTo>
                    <a:pt x="3407684" y="1036407"/>
                  </a:lnTo>
                  <a:lnTo>
                    <a:pt x="3406612" y="1036282"/>
                  </a:lnTo>
                  <a:lnTo>
                    <a:pt x="3405540" y="1036157"/>
                  </a:lnTo>
                  <a:lnTo>
                    <a:pt x="3404469" y="1036033"/>
                  </a:lnTo>
                  <a:lnTo>
                    <a:pt x="3403397" y="1035908"/>
                  </a:lnTo>
                  <a:lnTo>
                    <a:pt x="3402326" y="1035784"/>
                  </a:lnTo>
                  <a:lnTo>
                    <a:pt x="3401254" y="1035660"/>
                  </a:lnTo>
                  <a:lnTo>
                    <a:pt x="3400182" y="1035537"/>
                  </a:lnTo>
                  <a:lnTo>
                    <a:pt x="3399111" y="1035414"/>
                  </a:lnTo>
                  <a:lnTo>
                    <a:pt x="3398039" y="1035291"/>
                  </a:lnTo>
                  <a:lnTo>
                    <a:pt x="3396968" y="1035168"/>
                  </a:lnTo>
                  <a:lnTo>
                    <a:pt x="3395896" y="1035045"/>
                  </a:lnTo>
                  <a:lnTo>
                    <a:pt x="3394824" y="1034923"/>
                  </a:lnTo>
                  <a:lnTo>
                    <a:pt x="3393753" y="1034801"/>
                  </a:lnTo>
                  <a:lnTo>
                    <a:pt x="3392681" y="1034679"/>
                  </a:lnTo>
                  <a:lnTo>
                    <a:pt x="3391610" y="1034557"/>
                  </a:lnTo>
                  <a:lnTo>
                    <a:pt x="3390538" y="1034436"/>
                  </a:lnTo>
                  <a:lnTo>
                    <a:pt x="3389466" y="1034315"/>
                  </a:lnTo>
                  <a:lnTo>
                    <a:pt x="3388395" y="1034194"/>
                  </a:lnTo>
                  <a:lnTo>
                    <a:pt x="3387323" y="1034073"/>
                  </a:lnTo>
                  <a:lnTo>
                    <a:pt x="3386252" y="1033953"/>
                  </a:lnTo>
                  <a:lnTo>
                    <a:pt x="3385180" y="1033833"/>
                  </a:lnTo>
                  <a:lnTo>
                    <a:pt x="3384108" y="1033713"/>
                  </a:lnTo>
                  <a:lnTo>
                    <a:pt x="3383037" y="1033593"/>
                  </a:lnTo>
                  <a:lnTo>
                    <a:pt x="3381965" y="1033474"/>
                  </a:lnTo>
                  <a:lnTo>
                    <a:pt x="3380894" y="1033355"/>
                  </a:lnTo>
                  <a:lnTo>
                    <a:pt x="3379822" y="1033236"/>
                  </a:lnTo>
                  <a:lnTo>
                    <a:pt x="3378750" y="1033118"/>
                  </a:lnTo>
                  <a:lnTo>
                    <a:pt x="3377679" y="1032999"/>
                  </a:lnTo>
                  <a:lnTo>
                    <a:pt x="3376607" y="1032881"/>
                  </a:lnTo>
                  <a:lnTo>
                    <a:pt x="3375536" y="1032763"/>
                  </a:lnTo>
                  <a:lnTo>
                    <a:pt x="3374464" y="1032646"/>
                  </a:lnTo>
                  <a:lnTo>
                    <a:pt x="3373392" y="1032529"/>
                  </a:lnTo>
                  <a:lnTo>
                    <a:pt x="3372321" y="1032411"/>
                  </a:lnTo>
                  <a:lnTo>
                    <a:pt x="3371249" y="1032295"/>
                  </a:lnTo>
                  <a:lnTo>
                    <a:pt x="3370178" y="1032178"/>
                  </a:lnTo>
                  <a:lnTo>
                    <a:pt x="3369106" y="1032062"/>
                  </a:lnTo>
                  <a:lnTo>
                    <a:pt x="3368035" y="1031946"/>
                  </a:lnTo>
                  <a:lnTo>
                    <a:pt x="3366963" y="1031830"/>
                  </a:lnTo>
                  <a:lnTo>
                    <a:pt x="3365891" y="1031715"/>
                  </a:lnTo>
                  <a:lnTo>
                    <a:pt x="3364820" y="1031599"/>
                  </a:lnTo>
                  <a:lnTo>
                    <a:pt x="3363748" y="1031484"/>
                  </a:lnTo>
                  <a:lnTo>
                    <a:pt x="3362677" y="1031370"/>
                  </a:lnTo>
                  <a:lnTo>
                    <a:pt x="3361605" y="1031255"/>
                  </a:lnTo>
                  <a:lnTo>
                    <a:pt x="3360533" y="1031141"/>
                  </a:lnTo>
                  <a:lnTo>
                    <a:pt x="3359462" y="1031027"/>
                  </a:lnTo>
                  <a:lnTo>
                    <a:pt x="3358390" y="1030913"/>
                  </a:lnTo>
                  <a:lnTo>
                    <a:pt x="3357319" y="1030800"/>
                  </a:lnTo>
                  <a:lnTo>
                    <a:pt x="3356247" y="1030687"/>
                  </a:lnTo>
                  <a:lnTo>
                    <a:pt x="3355175" y="1030574"/>
                  </a:lnTo>
                  <a:lnTo>
                    <a:pt x="3354104" y="1030462"/>
                  </a:lnTo>
                  <a:lnTo>
                    <a:pt x="3353032" y="1030349"/>
                  </a:lnTo>
                  <a:lnTo>
                    <a:pt x="3351961" y="1030237"/>
                  </a:lnTo>
                  <a:lnTo>
                    <a:pt x="3350889" y="1030125"/>
                  </a:lnTo>
                  <a:lnTo>
                    <a:pt x="3349817" y="1030014"/>
                  </a:lnTo>
                  <a:lnTo>
                    <a:pt x="3348746" y="1029903"/>
                  </a:lnTo>
                  <a:lnTo>
                    <a:pt x="3347674" y="1029792"/>
                  </a:lnTo>
                  <a:lnTo>
                    <a:pt x="3346603" y="1029681"/>
                  </a:lnTo>
                  <a:lnTo>
                    <a:pt x="3345531" y="1029571"/>
                  </a:lnTo>
                  <a:lnTo>
                    <a:pt x="3344459" y="1029461"/>
                  </a:lnTo>
                  <a:lnTo>
                    <a:pt x="3343388" y="1029351"/>
                  </a:lnTo>
                  <a:lnTo>
                    <a:pt x="3342316" y="1029241"/>
                  </a:lnTo>
                  <a:lnTo>
                    <a:pt x="3341245" y="1029132"/>
                  </a:lnTo>
                  <a:lnTo>
                    <a:pt x="3340173" y="1029023"/>
                  </a:lnTo>
                  <a:lnTo>
                    <a:pt x="3339101" y="1028914"/>
                  </a:lnTo>
                  <a:lnTo>
                    <a:pt x="3338030" y="1028805"/>
                  </a:lnTo>
                  <a:lnTo>
                    <a:pt x="3336958" y="1028697"/>
                  </a:lnTo>
                  <a:lnTo>
                    <a:pt x="3335887" y="1028589"/>
                  </a:lnTo>
                  <a:lnTo>
                    <a:pt x="3334815" y="1028482"/>
                  </a:lnTo>
                  <a:lnTo>
                    <a:pt x="3333743" y="1028374"/>
                  </a:lnTo>
                  <a:lnTo>
                    <a:pt x="3332672" y="1028267"/>
                  </a:lnTo>
                  <a:lnTo>
                    <a:pt x="3331600" y="1028160"/>
                  </a:lnTo>
                  <a:lnTo>
                    <a:pt x="3330529" y="1028054"/>
                  </a:lnTo>
                  <a:lnTo>
                    <a:pt x="3329457" y="1027948"/>
                  </a:lnTo>
                  <a:lnTo>
                    <a:pt x="3328385" y="1027842"/>
                  </a:lnTo>
                  <a:lnTo>
                    <a:pt x="3327314" y="1027736"/>
                  </a:lnTo>
                  <a:lnTo>
                    <a:pt x="3326242" y="1027631"/>
                  </a:lnTo>
                  <a:lnTo>
                    <a:pt x="3325171" y="1027526"/>
                  </a:lnTo>
                  <a:lnTo>
                    <a:pt x="3324099" y="1027421"/>
                  </a:lnTo>
                  <a:lnTo>
                    <a:pt x="3323027" y="1027316"/>
                  </a:lnTo>
                  <a:lnTo>
                    <a:pt x="3321956" y="1027212"/>
                  </a:lnTo>
                  <a:lnTo>
                    <a:pt x="3320884" y="1027108"/>
                  </a:lnTo>
                  <a:lnTo>
                    <a:pt x="3319813" y="1027004"/>
                  </a:lnTo>
                  <a:lnTo>
                    <a:pt x="3318741" y="1026901"/>
                  </a:lnTo>
                  <a:lnTo>
                    <a:pt x="3317669" y="1026798"/>
                  </a:lnTo>
                  <a:lnTo>
                    <a:pt x="3316598" y="1026695"/>
                  </a:lnTo>
                  <a:lnTo>
                    <a:pt x="3315526" y="1026593"/>
                  </a:lnTo>
                  <a:lnTo>
                    <a:pt x="3314455" y="1026490"/>
                  </a:lnTo>
                  <a:lnTo>
                    <a:pt x="3313383" y="1026389"/>
                  </a:lnTo>
                  <a:lnTo>
                    <a:pt x="3312311" y="1026287"/>
                  </a:lnTo>
                  <a:lnTo>
                    <a:pt x="3311240" y="1026186"/>
                  </a:lnTo>
                  <a:lnTo>
                    <a:pt x="3310168" y="1026085"/>
                  </a:lnTo>
                  <a:lnTo>
                    <a:pt x="3309097" y="1025984"/>
                  </a:lnTo>
                  <a:lnTo>
                    <a:pt x="3308025" y="1025883"/>
                  </a:lnTo>
                  <a:lnTo>
                    <a:pt x="3306953" y="1025783"/>
                  </a:lnTo>
                  <a:lnTo>
                    <a:pt x="3305882" y="1025683"/>
                  </a:lnTo>
                  <a:lnTo>
                    <a:pt x="3304810" y="1025584"/>
                  </a:lnTo>
                  <a:lnTo>
                    <a:pt x="3303739" y="1025485"/>
                  </a:lnTo>
                  <a:lnTo>
                    <a:pt x="3302667" y="1025386"/>
                  </a:lnTo>
                  <a:lnTo>
                    <a:pt x="3301595" y="1025287"/>
                  </a:lnTo>
                  <a:lnTo>
                    <a:pt x="3300524" y="1025189"/>
                  </a:lnTo>
                  <a:lnTo>
                    <a:pt x="3299452" y="1025091"/>
                  </a:lnTo>
                  <a:lnTo>
                    <a:pt x="3298381" y="1024993"/>
                  </a:lnTo>
                  <a:lnTo>
                    <a:pt x="3297309" y="1024895"/>
                  </a:lnTo>
                  <a:lnTo>
                    <a:pt x="3296237" y="1024798"/>
                  </a:lnTo>
                  <a:lnTo>
                    <a:pt x="3295166" y="1024701"/>
                  </a:lnTo>
                  <a:lnTo>
                    <a:pt x="3294094" y="1024605"/>
                  </a:lnTo>
                  <a:lnTo>
                    <a:pt x="3293023" y="1024509"/>
                  </a:lnTo>
                  <a:lnTo>
                    <a:pt x="3291951" y="1024413"/>
                  </a:lnTo>
                  <a:lnTo>
                    <a:pt x="3290879" y="1024317"/>
                  </a:lnTo>
                  <a:lnTo>
                    <a:pt x="3289808" y="1024222"/>
                  </a:lnTo>
                  <a:lnTo>
                    <a:pt x="3288736" y="1024127"/>
                  </a:lnTo>
                  <a:lnTo>
                    <a:pt x="3287665" y="1024032"/>
                  </a:lnTo>
                  <a:lnTo>
                    <a:pt x="3286593" y="1023938"/>
                  </a:lnTo>
                  <a:lnTo>
                    <a:pt x="3285521" y="1023844"/>
                  </a:lnTo>
                  <a:lnTo>
                    <a:pt x="3284450" y="1023750"/>
                  </a:lnTo>
                  <a:lnTo>
                    <a:pt x="3283378" y="1023657"/>
                  </a:lnTo>
                  <a:lnTo>
                    <a:pt x="3282307" y="1023563"/>
                  </a:lnTo>
                  <a:lnTo>
                    <a:pt x="3281235" y="1023471"/>
                  </a:lnTo>
                  <a:lnTo>
                    <a:pt x="3280163" y="1023378"/>
                  </a:lnTo>
                  <a:lnTo>
                    <a:pt x="3279092" y="1023286"/>
                  </a:lnTo>
                  <a:lnTo>
                    <a:pt x="3278020" y="1023194"/>
                  </a:lnTo>
                  <a:lnTo>
                    <a:pt x="3276949" y="1023102"/>
                  </a:lnTo>
                  <a:lnTo>
                    <a:pt x="3275877" y="1023011"/>
                  </a:lnTo>
                  <a:lnTo>
                    <a:pt x="3274805" y="1022920"/>
                  </a:lnTo>
                  <a:lnTo>
                    <a:pt x="3273734" y="1022830"/>
                  </a:lnTo>
                  <a:lnTo>
                    <a:pt x="3272662" y="1022739"/>
                  </a:lnTo>
                  <a:lnTo>
                    <a:pt x="3271591" y="1022649"/>
                  </a:lnTo>
                  <a:lnTo>
                    <a:pt x="3270519" y="1022560"/>
                  </a:lnTo>
                  <a:lnTo>
                    <a:pt x="3269447" y="1022470"/>
                  </a:lnTo>
                  <a:lnTo>
                    <a:pt x="3268376" y="1022381"/>
                  </a:lnTo>
                  <a:lnTo>
                    <a:pt x="3267304" y="1022293"/>
                  </a:lnTo>
                  <a:lnTo>
                    <a:pt x="3266233" y="1022204"/>
                  </a:lnTo>
                  <a:lnTo>
                    <a:pt x="3265161" y="1022116"/>
                  </a:lnTo>
                  <a:lnTo>
                    <a:pt x="3264089" y="1022028"/>
                  </a:lnTo>
                  <a:lnTo>
                    <a:pt x="3263018" y="1021941"/>
                  </a:lnTo>
                  <a:lnTo>
                    <a:pt x="3261946" y="1021854"/>
                  </a:lnTo>
                  <a:lnTo>
                    <a:pt x="3260875" y="1021767"/>
                  </a:lnTo>
                  <a:lnTo>
                    <a:pt x="3259803" y="1021681"/>
                  </a:lnTo>
                  <a:lnTo>
                    <a:pt x="3258731" y="1021595"/>
                  </a:lnTo>
                  <a:lnTo>
                    <a:pt x="3257660" y="1021509"/>
                  </a:lnTo>
                  <a:lnTo>
                    <a:pt x="3256588" y="1021423"/>
                  </a:lnTo>
                  <a:lnTo>
                    <a:pt x="3255517" y="1021338"/>
                  </a:lnTo>
                  <a:lnTo>
                    <a:pt x="3254445" y="1021254"/>
                  </a:lnTo>
                  <a:lnTo>
                    <a:pt x="3253373" y="1021169"/>
                  </a:lnTo>
                  <a:lnTo>
                    <a:pt x="3252302" y="1021085"/>
                  </a:lnTo>
                  <a:lnTo>
                    <a:pt x="3251230" y="1021001"/>
                  </a:lnTo>
                  <a:lnTo>
                    <a:pt x="3250159" y="1020918"/>
                  </a:lnTo>
                  <a:lnTo>
                    <a:pt x="3249087" y="1020835"/>
                  </a:lnTo>
                  <a:lnTo>
                    <a:pt x="3248015" y="1020752"/>
                  </a:lnTo>
                  <a:lnTo>
                    <a:pt x="3246944" y="1020669"/>
                  </a:lnTo>
                  <a:lnTo>
                    <a:pt x="3245872" y="1020587"/>
                  </a:lnTo>
                  <a:lnTo>
                    <a:pt x="3244801" y="1020505"/>
                  </a:lnTo>
                  <a:lnTo>
                    <a:pt x="3243729" y="1020424"/>
                  </a:lnTo>
                  <a:lnTo>
                    <a:pt x="3242657" y="1020343"/>
                  </a:lnTo>
                  <a:lnTo>
                    <a:pt x="3241586" y="1020262"/>
                  </a:lnTo>
                  <a:lnTo>
                    <a:pt x="3240514" y="1020182"/>
                  </a:lnTo>
                  <a:lnTo>
                    <a:pt x="3239443" y="1020101"/>
                  </a:lnTo>
                  <a:lnTo>
                    <a:pt x="3238371" y="1020022"/>
                  </a:lnTo>
                  <a:lnTo>
                    <a:pt x="3237299" y="1019942"/>
                  </a:lnTo>
                  <a:lnTo>
                    <a:pt x="3236228" y="1019863"/>
                  </a:lnTo>
                  <a:lnTo>
                    <a:pt x="3235156" y="1019784"/>
                  </a:lnTo>
                  <a:lnTo>
                    <a:pt x="3234085" y="1019706"/>
                  </a:lnTo>
                  <a:lnTo>
                    <a:pt x="3233013" y="1019628"/>
                  </a:lnTo>
                  <a:lnTo>
                    <a:pt x="3231941" y="1019550"/>
                  </a:lnTo>
                  <a:lnTo>
                    <a:pt x="3230870" y="1019473"/>
                  </a:lnTo>
                  <a:lnTo>
                    <a:pt x="3229798" y="1019396"/>
                  </a:lnTo>
                  <a:lnTo>
                    <a:pt x="3228727" y="1019319"/>
                  </a:lnTo>
                  <a:lnTo>
                    <a:pt x="3227655" y="1019243"/>
                  </a:lnTo>
                  <a:lnTo>
                    <a:pt x="3226583" y="1019167"/>
                  </a:lnTo>
                  <a:lnTo>
                    <a:pt x="3225512" y="1019091"/>
                  </a:lnTo>
                  <a:lnTo>
                    <a:pt x="3224440" y="1019016"/>
                  </a:lnTo>
                  <a:lnTo>
                    <a:pt x="3223369" y="1018941"/>
                  </a:lnTo>
                  <a:lnTo>
                    <a:pt x="3222297" y="1018866"/>
                  </a:lnTo>
                  <a:lnTo>
                    <a:pt x="3221225" y="1018792"/>
                  </a:lnTo>
                  <a:lnTo>
                    <a:pt x="3220154" y="1018718"/>
                  </a:lnTo>
                  <a:lnTo>
                    <a:pt x="3219082" y="1018645"/>
                  </a:lnTo>
                  <a:lnTo>
                    <a:pt x="3218011" y="1018571"/>
                  </a:lnTo>
                  <a:lnTo>
                    <a:pt x="3216939" y="1018499"/>
                  </a:lnTo>
                  <a:lnTo>
                    <a:pt x="3215867" y="1018426"/>
                  </a:lnTo>
                  <a:lnTo>
                    <a:pt x="3214796" y="1018354"/>
                  </a:lnTo>
                  <a:lnTo>
                    <a:pt x="3213724" y="1018282"/>
                  </a:lnTo>
                  <a:lnTo>
                    <a:pt x="3212653" y="1018211"/>
                  </a:lnTo>
                  <a:lnTo>
                    <a:pt x="3211581" y="1018140"/>
                  </a:lnTo>
                  <a:lnTo>
                    <a:pt x="3210509" y="1018069"/>
                  </a:lnTo>
                  <a:lnTo>
                    <a:pt x="3209438" y="1017999"/>
                  </a:lnTo>
                  <a:lnTo>
                    <a:pt x="3208366" y="1017929"/>
                  </a:lnTo>
                  <a:lnTo>
                    <a:pt x="3207295" y="1017859"/>
                  </a:lnTo>
                  <a:lnTo>
                    <a:pt x="3206223" y="1017790"/>
                  </a:lnTo>
                  <a:lnTo>
                    <a:pt x="3205151" y="1017721"/>
                  </a:lnTo>
                  <a:lnTo>
                    <a:pt x="3204080" y="1017652"/>
                  </a:lnTo>
                  <a:lnTo>
                    <a:pt x="3203008" y="1017584"/>
                  </a:lnTo>
                  <a:lnTo>
                    <a:pt x="3201937" y="1017516"/>
                  </a:lnTo>
                  <a:lnTo>
                    <a:pt x="3200865" y="1017449"/>
                  </a:lnTo>
                  <a:lnTo>
                    <a:pt x="3199793" y="1017382"/>
                  </a:lnTo>
                  <a:lnTo>
                    <a:pt x="3198722" y="1017315"/>
                  </a:lnTo>
                  <a:lnTo>
                    <a:pt x="3197650" y="1017249"/>
                  </a:lnTo>
                  <a:lnTo>
                    <a:pt x="3196579" y="1017183"/>
                  </a:lnTo>
                  <a:lnTo>
                    <a:pt x="3195507" y="1017117"/>
                  </a:lnTo>
                  <a:lnTo>
                    <a:pt x="3194436" y="1017052"/>
                  </a:lnTo>
                  <a:lnTo>
                    <a:pt x="3193364" y="1016987"/>
                  </a:lnTo>
                  <a:lnTo>
                    <a:pt x="3192292" y="1016922"/>
                  </a:lnTo>
                  <a:lnTo>
                    <a:pt x="3191221" y="1016858"/>
                  </a:lnTo>
                  <a:lnTo>
                    <a:pt x="3190149" y="1016794"/>
                  </a:lnTo>
                  <a:lnTo>
                    <a:pt x="3189078" y="1016731"/>
                  </a:lnTo>
                  <a:lnTo>
                    <a:pt x="3188006" y="1016668"/>
                  </a:lnTo>
                  <a:lnTo>
                    <a:pt x="3186934" y="1016605"/>
                  </a:lnTo>
                  <a:lnTo>
                    <a:pt x="3185863" y="1016543"/>
                  </a:lnTo>
                  <a:lnTo>
                    <a:pt x="3184791" y="1016481"/>
                  </a:lnTo>
                  <a:lnTo>
                    <a:pt x="3183720" y="1016419"/>
                  </a:lnTo>
                  <a:lnTo>
                    <a:pt x="3182648" y="1016358"/>
                  </a:lnTo>
                  <a:lnTo>
                    <a:pt x="3181576" y="1016297"/>
                  </a:lnTo>
                  <a:lnTo>
                    <a:pt x="3180505" y="1016237"/>
                  </a:lnTo>
                  <a:lnTo>
                    <a:pt x="3179433" y="1016177"/>
                  </a:lnTo>
                  <a:lnTo>
                    <a:pt x="3178362" y="1016117"/>
                  </a:lnTo>
                  <a:lnTo>
                    <a:pt x="3177290" y="1016058"/>
                  </a:lnTo>
                  <a:lnTo>
                    <a:pt x="3176218" y="1015999"/>
                  </a:lnTo>
                  <a:lnTo>
                    <a:pt x="3175147" y="1015940"/>
                  </a:lnTo>
                  <a:lnTo>
                    <a:pt x="3174075" y="1015882"/>
                  </a:lnTo>
                  <a:lnTo>
                    <a:pt x="3173004" y="1015824"/>
                  </a:lnTo>
                  <a:lnTo>
                    <a:pt x="3171932" y="1015767"/>
                  </a:lnTo>
                  <a:lnTo>
                    <a:pt x="3170860" y="1015710"/>
                  </a:lnTo>
                  <a:lnTo>
                    <a:pt x="3169789" y="1015653"/>
                  </a:lnTo>
                  <a:lnTo>
                    <a:pt x="3168717" y="1015597"/>
                  </a:lnTo>
                  <a:lnTo>
                    <a:pt x="3167646" y="1015541"/>
                  </a:lnTo>
                  <a:lnTo>
                    <a:pt x="3166574" y="1015486"/>
                  </a:lnTo>
                  <a:lnTo>
                    <a:pt x="3165502" y="1015431"/>
                  </a:lnTo>
                  <a:lnTo>
                    <a:pt x="3164431" y="1015376"/>
                  </a:lnTo>
                  <a:lnTo>
                    <a:pt x="3163359" y="1015322"/>
                  </a:lnTo>
                  <a:lnTo>
                    <a:pt x="3162288" y="1015268"/>
                  </a:lnTo>
                  <a:lnTo>
                    <a:pt x="3161216" y="1015214"/>
                  </a:lnTo>
                  <a:lnTo>
                    <a:pt x="3160144" y="1015161"/>
                  </a:lnTo>
                  <a:lnTo>
                    <a:pt x="3159073" y="1015108"/>
                  </a:lnTo>
                  <a:lnTo>
                    <a:pt x="3158001" y="1015056"/>
                  </a:lnTo>
                  <a:lnTo>
                    <a:pt x="3156930" y="1015004"/>
                  </a:lnTo>
                  <a:lnTo>
                    <a:pt x="3155858" y="1014952"/>
                  </a:lnTo>
                  <a:lnTo>
                    <a:pt x="3154786" y="1014901"/>
                  </a:lnTo>
                  <a:lnTo>
                    <a:pt x="3153715" y="1014850"/>
                  </a:lnTo>
                  <a:lnTo>
                    <a:pt x="3152643" y="1014800"/>
                  </a:lnTo>
                  <a:lnTo>
                    <a:pt x="3151572" y="1014750"/>
                  </a:lnTo>
                  <a:lnTo>
                    <a:pt x="3150500" y="1014700"/>
                  </a:lnTo>
                  <a:lnTo>
                    <a:pt x="3149428" y="1014651"/>
                  </a:lnTo>
                  <a:lnTo>
                    <a:pt x="3148357" y="1014602"/>
                  </a:lnTo>
                  <a:lnTo>
                    <a:pt x="3147285" y="1014553"/>
                  </a:lnTo>
                  <a:lnTo>
                    <a:pt x="3146214" y="1014505"/>
                  </a:lnTo>
                  <a:lnTo>
                    <a:pt x="3145142" y="1014458"/>
                  </a:lnTo>
                  <a:lnTo>
                    <a:pt x="3144070" y="1014410"/>
                  </a:lnTo>
                  <a:lnTo>
                    <a:pt x="3142999" y="1014363"/>
                  </a:lnTo>
                  <a:lnTo>
                    <a:pt x="3141927" y="1014317"/>
                  </a:lnTo>
                  <a:lnTo>
                    <a:pt x="3140856" y="1014271"/>
                  </a:lnTo>
                  <a:lnTo>
                    <a:pt x="3139784" y="1014225"/>
                  </a:lnTo>
                  <a:lnTo>
                    <a:pt x="3138712" y="1014180"/>
                  </a:lnTo>
                  <a:lnTo>
                    <a:pt x="3137641" y="1014135"/>
                  </a:lnTo>
                  <a:lnTo>
                    <a:pt x="3136569" y="1014091"/>
                  </a:lnTo>
                  <a:lnTo>
                    <a:pt x="3135498" y="1014046"/>
                  </a:lnTo>
                  <a:lnTo>
                    <a:pt x="3134426" y="1014003"/>
                  </a:lnTo>
                  <a:lnTo>
                    <a:pt x="3133354" y="1013960"/>
                  </a:lnTo>
                  <a:lnTo>
                    <a:pt x="3132283" y="1013917"/>
                  </a:lnTo>
                  <a:lnTo>
                    <a:pt x="3131211" y="1013874"/>
                  </a:lnTo>
                  <a:lnTo>
                    <a:pt x="3130140" y="1013832"/>
                  </a:lnTo>
                  <a:lnTo>
                    <a:pt x="3129068" y="1013791"/>
                  </a:lnTo>
                  <a:lnTo>
                    <a:pt x="3127996" y="1013749"/>
                  </a:lnTo>
                  <a:lnTo>
                    <a:pt x="3126925" y="1013708"/>
                  </a:lnTo>
                  <a:lnTo>
                    <a:pt x="3125853" y="1013668"/>
                  </a:lnTo>
                  <a:lnTo>
                    <a:pt x="3124782" y="1013628"/>
                  </a:lnTo>
                  <a:lnTo>
                    <a:pt x="3123710" y="1013588"/>
                  </a:lnTo>
                  <a:lnTo>
                    <a:pt x="3122638" y="1013549"/>
                  </a:lnTo>
                  <a:lnTo>
                    <a:pt x="3121567" y="1013510"/>
                  </a:lnTo>
                  <a:lnTo>
                    <a:pt x="3120495" y="1013472"/>
                  </a:lnTo>
                  <a:lnTo>
                    <a:pt x="3119424" y="1013434"/>
                  </a:lnTo>
                  <a:lnTo>
                    <a:pt x="3118352" y="1013397"/>
                  </a:lnTo>
                  <a:lnTo>
                    <a:pt x="3117280" y="1013359"/>
                  </a:lnTo>
                  <a:lnTo>
                    <a:pt x="3116209" y="1013323"/>
                  </a:lnTo>
                  <a:lnTo>
                    <a:pt x="3115137" y="1013286"/>
                  </a:lnTo>
                  <a:lnTo>
                    <a:pt x="3114066" y="1013251"/>
                  </a:lnTo>
                  <a:lnTo>
                    <a:pt x="3112994" y="1013215"/>
                  </a:lnTo>
                  <a:lnTo>
                    <a:pt x="3111922" y="1013180"/>
                  </a:lnTo>
                  <a:lnTo>
                    <a:pt x="3110851" y="1013145"/>
                  </a:lnTo>
                  <a:lnTo>
                    <a:pt x="3109779" y="1013111"/>
                  </a:lnTo>
                  <a:lnTo>
                    <a:pt x="3108708" y="1013077"/>
                  </a:lnTo>
                  <a:lnTo>
                    <a:pt x="3107636" y="1013044"/>
                  </a:lnTo>
                  <a:lnTo>
                    <a:pt x="3106564" y="1013011"/>
                  </a:lnTo>
                  <a:lnTo>
                    <a:pt x="3105493" y="1012978"/>
                  </a:lnTo>
                  <a:lnTo>
                    <a:pt x="3104421" y="1012946"/>
                  </a:lnTo>
                  <a:lnTo>
                    <a:pt x="3103350" y="1012915"/>
                  </a:lnTo>
                  <a:lnTo>
                    <a:pt x="3102278" y="1012883"/>
                  </a:lnTo>
                  <a:lnTo>
                    <a:pt x="3101206" y="1012852"/>
                  </a:lnTo>
                  <a:lnTo>
                    <a:pt x="3100135" y="1012822"/>
                  </a:lnTo>
                  <a:lnTo>
                    <a:pt x="3099063" y="1012792"/>
                  </a:lnTo>
                  <a:lnTo>
                    <a:pt x="3097992" y="1012762"/>
                  </a:lnTo>
                  <a:lnTo>
                    <a:pt x="3096920" y="1012733"/>
                  </a:lnTo>
                  <a:lnTo>
                    <a:pt x="3095848" y="1012704"/>
                  </a:lnTo>
                  <a:lnTo>
                    <a:pt x="3094777" y="1012676"/>
                  </a:lnTo>
                  <a:lnTo>
                    <a:pt x="3093705" y="1012648"/>
                  </a:lnTo>
                  <a:lnTo>
                    <a:pt x="3092634" y="1012621"/>
                  </a:lnTo>
                  <a:lnTo>
                    <a:pt x="3091562" y="1012594"/>
                  </a:lnTo>
                  <a:lnTo>
                    <a:pt x="3090490" y="1012567"/>
                  </a:lnTo>
                  <a:lnTo>
                    <a:pt x="3089419" y="1012541"/>
                  </a:lnTo>
                  <a:lnTo>
                    <a:pt x="3088347" y="1012515"/>
                  </a:lnTo>
                  <a:lnTo>
                    <a:pt x="3087276" y="1012490"/>
                  </a:lnTo>
                  <a:lnTo>
                    <a:pt x="3086204" y="1012465"/>
                  </a:lnTo>
                  <a:lnTo>
                    <a:pt x="3085132" y="1012440"/>
                  </a:lnTo>
                  <a:lnTo>
                    <a:pt x="3084061" y="1012416"/>
                  </a:lnTo>
                  <a:lnTo>
                    <a:pt x="3082989" y="1012393"/>
                  </a:lnTo>
                  <a:lnTo>
                    <a:pt x="3081918" y="1012370"/>
                  </a:lnTo>
                  <a:lnTo>
                    <a:pt x="3080846" y="1012347"/>
                  </a:lnTo>
                  <a:lnTo>
                    <a:pt x="3079774" y="1012325"/>
                  </a:lnTo>
                  <a:lnTo>
                    <a:pt x="3078703" y="1012303"/>
                  </a:lnTo>
                  <a:lnTo>
                    <a:pt x="3077631" y="1012281"/>
                  </a:lnTo>
                  <a:lnTo>
                    <a:pt x="3076560" y="1012260"/>
                  </a:lnTo>
                  <a:lnTo>
                    <a:pt x="3075488" y="1012240"/>
                  </a:lnTo>
                  <a:lnTo>
                    <a:pt x="3074416" y="1012220"/>
                  </a:lnTo>
                  <a:lnTo>
                    <a:pt x="3073345" y="1012200"/>
                  </a:lnTo>
                  <a:lnTo>
                    <a:pt x="3072273" y="1012181"/>
                  </a:lnTo>
                  <a:lnTo>
                    <a:pt x="3071202" y="1012162"/>
                  </a:lnTo>
                  <a:lnTo>
                    <a:pt x="3070130" y="1012143"/>
                  </a:lnTo>
                  <a:lnTo>
                    <a:pt x="3069058" y="1012126"/>
                  </a:lnTo>
                  <a:lnTo>
                    <a:pt x="3067987" y="1012108"/>
                  </a:lnTo>
                  <a:lnTo>
                    <a:pt x="3066915" y="1012091"/>
                  </a:lnTo>
                  <a:lnTo>
                    <a:pt x="3065844" y="1012074"/>
                  </a:lnTo>
                  <a:lnTo>
                    <a:pt x="3064772" y="1012058"/>
                  </a:lnTo>
                  <a:lnTo>
                    <a:pt x="3063700" y="1012042"/>
                  </a:lnTo>
                  <a:lnTo>
                    <a:pt x="3062629" y="1012027"/>
                  </a:lnTo>
                  <a:lnTo>
                    <a:pt x="3061557" y="1012012"/>
                  </a:lnTo>
                  <a:lnTo>
                    <a:pt x="3060486" y="1011998"/>
                  </a:lnTo>
                  <a:lnTo>
                    <a:pt x="3059414" y="1011984"/>
                  </a:lnTo>
                  <a:lnTo>
                    <a:pt x="3058342" y="1011970"/>
                  </a:lnTo>
                  <a:lnTo>
                    <a:pt x="3057271" y="1011957"/>
                  </a:lnTo>
                  <a:lnTo>
                    <a:pt x="3056199" y="1011945"/>
                  </a:lnTo>
                  <a:lnTo>
                    <a:pt x="3055128" y="1011932"/>
                  </a:lnTo>
                  <a:lnTo>
                    <a:pt x="3054056" y="1011921"/>
                  </a:lnTo>
                  <a:lnTo>
                    <a:pt x="3052984" y="1011909"/>
                  </a:lnTo>
                  <a:lnTo>
                    <a:pt x="3051913" y="1011899"/>
                  </a:lnTo>
                  <a:lnTo>
                    <a:pt x="3050841" y="1011888"/>
                  </a:lnTo>
                  <a:lnTo>
                    <a:pt x="3049770" y="1011878"/>
                  </a:lnTo>
                  <a:lnTo>
                    <a:pt x="3048698" y="1011869"/>
                  </a:lnTo>
                  <a:lnTo>
                    <a:pt x="3047626" y="1011860"/>
                  </a:lnTo>
                  <a:lnTo>
                    <a:pt x="3046555" y="1011851"/>
                  </a:lnTo>
                  <a:lnTo>
                    <a:pt x="3045483" y="1011843"/>
                  </a:lnTo>
                  <a:lnTo>
                    <a:pt x="3044412" y="1011835"/>
                  </a:lnTo>
                  <a:lnTo>
                    <a:pt x="3043340" y="1011828"/>
                  </a:lnTo>
                  <a:lnTo>
                    <a:pt x="3042268" y="1011821"/>
                  </a:lnTo>
                  <a:lnTo>
                    <a:pt x="3041197" y="1011815"/>
                  </a:lnTo>
                  <a:lnTo>
                    <a:pt x="3040125" y="1011809"/>
                  </a:lnTo>
                  <a:lnTo>
                    <a:pt x="3039054" y="1011803"/>
                  </a:lnTo>
                  <a:lnTo>
                    <a:pt x="3037982" y="1011798"/>
                  </a:lnTo>
                  <a:lnTo>
                    <a:pt x="3036910" y="1011794"/>
                  </a:lnTo>
                  <a:lnTo>
                    <a:pt x="3035839" y="1011790"/>
                  </a:lnTo>
                  <a:lnTo>
                    <a:pt x="3034767" y="1011786"/>
                  </a:lnTo>
                  <a:lnTo>
                    <a:pt x="3033696" y="1011783"/>
                  </a:lnTo>
                  <a:lnTo>
                    <a:pt x="3032624" y="1011780"/>
                  </a:lnTo>
                  <a:lnTo>
                    <a:pt x="3031552" y="1011778"/>
                  </a:lnTo>
                  <a:lnTo>
                    <a:pt x="3030481" y="1011776"/>
                  </a:lnTo>
                  <a:lnTo>
                    <a:pt x="3029409" y="1011775"/>
                  </a:lnTo>
                  <a:lnTo>
                    <a:pt x="3028338" y="1011774"/>
                  </a:lnTo>
                  <a:lnTo>
                    <a:pt x="3027266" y="1011773"/>
                  </a:lnTo>
                  <a:lnTo>
                    <a:pt x="3026194" y="1011773"/>
                  </a:lnTo>
                  <a:lnTo>
                    <a:pt x="3025123" y="1011774"/>
                  </a:lnTo>
                  <a:lnTo>
                    <a:pt x="3024051" y="1011775"/>
                  </a:lnTo>
                  <a:lnTo>
                    <a:pt x="3022980" y="1011776"/>
                  </a:lnTo>
                  <a:lnTo>
                    <a:pt x="3021908" y="1011778"/>
                  </a:lnTo>
                  <a:lnTo>
                    <a:pt x="3020836" y="1011780"/>
                  </a:lnTo>
                  <a:lnTo>
                    <a:pt x="3019765" y="1011783"/>
                  </a:lnTo>
                  <a:lnTo>
                    <a:pt x="3018693" y="1011786"/>
                  </a:lnTo>
                  <a:lnTo>
                    <a:pt x="3017622" y="1011790"/>
                  </a:lnTo>
                  <a:lnTo>
                    <a:pt x="3016550" y="1011794"/>
                  </a:lnTo>
                  <a:lnTo>
                    <a:pt x="3015479" y="1011799"/>
                  </a:lnTo>
                  <a:lnTo>
                    <a:pt x="3014407" y="1011804"/>
                  </a:lnTo>
                  <a:lnTo>
                    <a:pt x="3013335" y="1011810"/>
                  </a:lnTo>
                  <a:lnTo>
                    <a:pt x="3012264" y="1011816"/>
                  </a:lnTo>
                  <a:lnTo>
                    <a:pt x="3011192" y="1011822"/>
                  </a:lnTo>
                  <a:lnTo>
                    <a:pt x="3010121" y="1011829"/>
                  </a:lnTo>
                  <a:lnTo>
                    <a:pt x="3009049" y="1011836"/>
                  </a:lnTo>
                  <a:lnTo>
                    <a:pt x="3007977" y="1011844"/>
                  </a:lnTo>
                  <a:lnTo>
                    <a:pt x="3006906" y="1011853"/>
                  </a:lnTo>
                  <a:lnTo>
                    <a:pt x="3005834" y="1011861"/>
                  </a:lnTo>
                  <a:lnTo>
                    <a:pt x="3004763" y="1011871"/>
                  </a:lnTo>
                  <a:lnTo>
                    <a:pt x="3003691" y="1011880"/>
                  </a:lnTo>
                  <a:lnTo>
                    <a:pt x="3002619" y="1011890"/>
                  </a:lnTo>
                  <a:lnTo>
                    <a:pt x="3001548" y="1011901"/>
                  </a:lnTo>
                  <a:lnTo>
                    <a:pt x="3000476" y="1011912"/>
                  </a:lnTo>
                  <a:lnTo>
                    <a:pt x="2999405" y="1011924"/>
                  </a:lnTo>
                  <a:lnTo>
                    <a:pt x="2998333" y="1011936"/>
                  </a:lnTo>
                  <a:lnTo>
                    <a:pt x="2997261" y="1011948"/>
                  </a:lnTo>
                  <a:lnTo>
                    <a:pt x="2996190" y="1011961"/>
                  </a:lnTo>
                  <a:lnTo>
                    <a:pt x="2995118" y="1011974"/>
                  </a:lnTo>
                  <a:lnTo>
                    <a:pt x="2994047" y="1011988"/>
                  </a:lnTo>
                  <a:lnTo>
                    <a:pt x="2992975" y="1012002"/>
                  </a:lnTo>
                  <a:lnTo>
                    <a:pt x="2991903" y="1012017"/>
                  </a:lnTo>
                  <a:lnTo>
                    <a:pt x="2990832" y="1012032"/>
                  </a:lnTo>
                  <a:lnTo>
                    <a:pt x="2989760" y="1012048"/>
                  </a:lnTo>
                  <a:lnTo>
                    <a:pt x="2988689" y="1012064"/>
                  </a:lnTo>
                  <a:lnTo>
                    <a:pt x="2987617" y="1012080"/>
                  </a:lnTo>
                  <a:lnTo>
                    <a:pt x="2986545" y="1012097"/>
                  </a:lnTo>
                  <a:lnTo>
                    <a:pt x="2985474" y="1012115"/>
                  </a:lnTo>
                  <a:lnTo>
                    <a:pt x="2984402" y="1012133"/>
                  </a:lnTo>
                  <a:lnTo>
                    <a:pt x="2983331" y="1012151"/>
                  </a:lnTo>
                  <a:lnTo>
                    <a:pt x="2982259" y="1012170"/>
                  </a:lnTo>
                  <a:lnTo>
                    <a:pt x="2981187" y="1012189"/>
                  </a:lnTo>
                  <a:lnTo>
                    <a:pt x="2980116" y="1012209"/>
                  </a:lnTo>
                  <a:lnTo>
                    <a:pt x="2979044" y="1012229"/>
                  </a:lnTo>
                  <a:lnTo>
                    <a:pt x="2977973" y="1012249"/>
                  </a:lnTo>
                  <a:lnTo>
                    <a:pt x="2976901" y="1012270"/>
                  </a:lnTo>
                  <a:lnTo>
                    <a:pt x="2975829" y="1012292"/>
                  </a:lnTo>
                  <a:lnTo>
                    <a:pt x="2974758" y="1012314"/>
                  </a:lnTo>
                  <a:lnTo>
                    <a:pt x="2973686" y="1012336"/>
                  </a:lnTo>
                  <a:lnTo>
                    <a:pt x="2972615" y="1012359"/>
                  </a:lnTo>
                  <a:lnTo>
                    <a:pt x="2971543" y="1012382"/>
                  </a:lnTo>
                  <a:lnTo>
                    <a:pt x="2970471" y="1012406"/>
                  </a:lnTo>
                  <a:lnTo>
                    <a:pt x="2969400" y="1012430"/>
                  </a:lnTo>
                  <a:lnTo>
                    <a:pt x="2968328" y="1012454"/>
                  </a:lnTo>
                  <a:lnTo>
                    <a:pt x="2967257" y="1012479"/>
                  </a:lnTo>
                  <a:lnTo>
                    <a:pt x="2966185" y="1012505"/>
                  </a:lnTo>
                  <a:lnTo>
                    <a:pt x="2965113" y="1012530"/>
                  </a:lnTo>
                  <a:lnTo>
                    <a:pt x="2964042" y="1012557"/>
                  </a:lnTo>
                  <a:lnTo>
                    <a:pt x="2962970" y="1012584"/>
                  </a:lnTo>
                  <a:lnTo>
                    <a:pt x="2961899" y="1012611"/>
                  </a:lnTo>
                  <a:lnTo>
                    <a:pt x="2960827" y="1012638"/>
                  </a:lnTo>
                  <a:lnTo>
                    <a:pt x="2959755" y="1012666"/>
                  </a:lnTo>
                  <a:lnTo>
                    <a:pt x="2958684" y="1012695"/>
                  </a:lnTo>
                  <a:lnTo>
                    <a:pt x="2957612" y="1012724"/>
                  </a:lnTo>
                  <a:lnTo>
                    <a:pt x="2956541" y="1012753"/>
                  </a:lnTo>
                  <a:lnTo>
                    <a:pt x="2955469" y="1012783"/>
                  </a:lnTo>
                  <a:lnTo>
                    <a:pt x="2954397" y="1012813"/>
                  </a:lnTo>
                  <a:lnTo>
                    <a:pt x="2953326" y="1012843"/>
                  </a:lnTo>
                  <a:lnTo>
                    <a:pt x="2952254" y="1012875"/>
                  </a:lnTo>
                  <a:lnTo>
                    <a:pt x="2951183" y="1012906"/>
                  </a:lnTo>
                  <a:lnTo>
                    <a:pt x="2950111" y="1012938"/>
                  </a:lnTo>
                  <a:lnTo>
                    <a:pt x="2949039" y="1012970"/>
                  </a:lnTo>
                  <a:lnTo>
                    <a:pt x="2947968" y="1013003"/>
                  </a:lnTo>
                  <a:lnTo>
                    <a:pt x="2946896" y="1013036"/>
                  </a:lnTo>
                  <a:lnTo>
                    <a:pt x="2945825" y="1013070"/>
                  </a:lnTo>
                  <a:lnTo>
                    <a:pt x="2944753" y="1013104"/>
                  </a:lnTo>
                  <a:lnTo>
                    <a:pt x="2943681" y="1013138"/>
                  </a:lnTo>
                  <a:lnTo>
                    <a:pt x="2942610" y="1013173"/>
                  </a:lnTo>
                  <a:lnTo>
                    <a:pt x="2941538" y="1013208"/>
                  </a:lnTo>
                  <a:lnTo>
                    <a:pt x="2940467" y="1013244"/>
                  </a:lnTo>
                  <a:lnTo>
                    <a:pt x="2939395" y="1013280"/>
                  </a:lnTo>
                  <a:lnTo>
                    <a:pt x="2938323" y="1013316"/>
                  </a:lnTo>
                  <a:lnTo>
                    <a:pt x="2937252" y="1013353"/>
                  </a:lnTo>
                  <a:lnTo>
                    <a:pt x="2936180" y="1013391"/>
                  </a:lnTo>
                  <a:lnTo>
                    <a:pt x="2935109" y="1013428"/>
                  </a:lnTo>
                  <a:lnTo>
                    <a:pt x="2934037" y="1013467"/>
                  </a:lnTo>
                  <a:lnTo>
                    <a:pt x="2932965" y="1013505"/>
                  </a:lnTo>
                  <a:lnTo>
                    <a:pt x="2931894" y="1013544"/>
                  </a:lnTo>
                  <a:lnTo>
                    <a:pt x="2930822" y="1013583"/>
                  </a:lnTo>
                  <a:lnTo>
                    <a:pt x="2929751" y="1013623"/>
                  </a:lnTo>
                  <a:lnTo>
                    <a:pt x="2928679" y="1013663"/>
                  </a:lnTo>
                  <a:lnTo>
                    <a:pt x="2927607" y="1013704"/>
                  </a:lnTo>
                  <a:lnTo>
                    <a:pt x="2926536" y="1013745"/>
                  </a:lnTo>
                  <a:lnTo>
                    <a:pt x="2925464" y="1013786"/>
                  </a:lnTo>
                  <a:lnTo>
                    <a:pt x="2924393" y="1013828"/>
                  </a:lnTo>
                  <a:lnTo>
                    <a:pt x="2923321" y="1013870"/>
                  </a:lnTo>
                  <a:lnTo>
                    <a:pt x="2922249" y="1013913"/>
                  </a:lnTo>
                  <a:lnTo>
                    <a:pt x="2921178" y="1013956"/>
                  </a:lnTo>
                  <a:lnTo>
                    <a:pt x="2920106" y="1013999"/>
                  </a:lnTo>
                  <a:lnTo>
                    <a:pt x="2919035" y="1014043"/>
                  </a:lnTo>
                  <a:lnTo>
                    <a:pt x="2917963" y="1014087"/>
                  </a:lnTo>
                  <a:lnTo>
                    <a:pt x="2916891" y="1014132"/>
                  </a:lnTo>
                  <a:lnTo>
                    <a:pt x="2915820" y="1014177"/>
                  </a:lnTo>
                  <a:lnTo>
                    <a:pt x="2914748" y="1014222"/>
                  </a:lnTo>
                  <a:lnTo>
                    <a:pt x="2913677" y="1014268"/>
                  </a:lnTo>
                  <a:lnTo>
                    <a:pt x="2912605" y="1014314"/>
                  </a:lnTo>
                  <a:lnTo>
                    <a:pt x="2911533" y="1014361"/>
                  </a:lnTo>
                  <a:lnTo>
                    <a:pt x="2910462" y="1014407"/>
                  </a:lnTo>
                  <a:lnTo>
                    <a:pt x="2909390" y="1014455"/>
                  </a:lnTo>
                  <a:lnTo>
                    <a:pt x="2908319" y="1014502"/>
                  </a:lnTo>
                  <a:lnTo>
                    <a:pt x="2907247" y="1014550"/>
                  </a:lnTo>
                  <a:lnTo>
                    <a:pt x="2906175" y="1014599"/>
                  </a:lnTo>
                  <a:lnTo>
                    <a:pt x="2905104" y="1014648"/>
                  </a:lnTo>
                  <a:lnTo>
                    <a:pt x="2904032" y="1014697"/>
                  </a:lnTo>
                  <a:lnTo>
                    <a:pt x="2902961" y="1014746"/>
                  </a:lnTo>
                  <a:lnTo>
                    <a:pt x="2901889" y="1014796"/>
                  </a:lnTo>
                  <a:lnTo>
                    <a:pt x="2900817" y="1014847"/>
                  </a:lnTo>
                  <a:lnTo>
                    <a:pt x="2899746" y="1014897"/>
                  </a:lnTo>
                  <a:lnTo>
                    <a:pt x="2898674" y="1014948"/>
                  </a:lnTo>
                  <a:lnTo>
                    <a:pt x="2897603" y="1015000"/>
                  </a:lnTo>
                  <a:lnTo>
                    <a:pt x="2896531" y="1015051"/>
                  </a:lnTo>
                  <a:lnTo>
                    <a:pt x="2895459" y="1015103"/>
                  </a:lnTo>
                  <a:lnTo>
                    <a:pt x="2894388" y="1015156"/>
                  </a:lnTo>
                  <a:lnTo>
                    <a:pt x="2893316" y="1015209"/>
                  </a:lnTo>
                  <a:lnTo>
                    <a:pt x="2892245" y="1015262"/>
                  </a:lnTo>
                  <a:lnTo>
                    <a:pt x="2891173" y="1015316"/>
                  </a:lnTo>
                  <a:lnTo>
                    <a:pt x="2890101" y="1015370"/>
                  </a:lnTo>
                  <a:lnTo>
                    <a:pt x="2889030" y="1015424"/>
                  </a:lnTo>
                  <a:lnTo>
                    <a:pt x="2887958" y="1015479"/>
                  </a:lnTo>
                  <a:lnTo>
                    <a:pt x="2886887" y="1015534"/>
                  </a:lnTo>
                  <a:lnTo>
                    <a:pt x="2885815" y="1015589"/>
                  </a:lnTo>
                  <a:lnTo>
                    <a:pt x="2884743" y="1015645"/>
                  </a:lnTo>
                  <a:lnTo>
                    <a:pt x="2883672" y="1015701"/>
                  </a:lnTo>
                  <a:lnTo>
                    <a:pt x="2882600" y="1015757"/>
                  </a:lnTo>
                  <a:lnTo>
                    <a:pt x="2881529" y="1015814"/>
                  </a:lnTo>
                  <a:lnTo>
                    <a:pt x="2880457" y="1015871"/>
                  </a:lnTo>
                  <a:lnTo>
                    <a:pt x="2879385" y="1015928"/>
                  </a:lnTo>
                  <a:lnTo>
                    <a:pt x="2878314" y="1015986"/>
                  </a:lnTo>
                  <a:lnTo>
                    <a:pt x="2877242" y="1016044"/>
                  </a:lnTo>
                  <a:lnTo>
                    <a:pt x="2876171" y="1016103"/>
                  </a:lnTo>
                  <a:lnTo>
                    <a:pt x="2875099" y="1016161"/>
                  </a:lnTo>
                  <a:lnTo>
                    <a:pt x="2874027" y="1016221"/>
                  </a:lnTo>
                  <a:lnTo>
                    <a:pt x="2872956" y="1016280"/>
                  </a:lnTo>
                  <a:lnTo>
                    <a:pt x="2871884" y="1016340"/>
                  </a:lnTo>
                  <a:lnTo>
                    <a:pt x="2870813" y="1016400"/>
                  </a:lnTo>
                  <a:lnTo>
                    <a:pt x="2869741" y="1016460"/>
                  </a:lnTo>
                  <a:lnTo>
                    <a:pt x="2868669" y="1016521"/>
                  </a:lnTo>
                  <a:lnTo>
                    <a:pt x="2867598" y="1016582"/>
                  </a:lnTo>
                  <a:lnTo>
                    <a:pt x="2866526" y="1016644"/>
                  </a:lnTo>
                  <a:lnTo>
                    <a:pt x="2865455" y="1016705"/>
                  </a:lnTo>
                  <a:lnTo>
                    <a:pt x="2864383" y="1016768"/>
                  </a:lnTo>
                  <a:lnTo>
                    <a:pt x="2863311" y="1016830"/>
                  </a:lnTo>
                  <a:lnTo>
                    <a:pt x="2862240" y="1016893"/>
                  </a:lnTo>
                  <a:lnTo>
                    <a:pt x="2861168" y="1016956"/>
                  </a:lnTo>
                  <a:lnTo>
                    <a:pt x="2860097" y="1017019"/>
                  </a:lnTo>
                  <a:lnTo>
                    <a:pt x="2859025" y="1017083"/>
                  </a:lnTo>
                  <a:lnTo>
                    <a:pt x="2857953" y="1017147"/>
                  </a:lnTo>
                  <a:lnTo>
                    <a:pt x="2856882" y="1017211"/>
                  </a:lnTo>
                  <a:lnTo>
                    <a:pt x="2855810" y="1017275"/>
                  </a:lnTo>
                  <a:lnTo>
                    <a:pt x="2854739" y="1017340"/>
                  </a:lnTo>
                  <a:lnTo>
                    <a:pt x="2853667" y="1017406"/>
                  </a:lnTo>
                  <a:lnTo>
                    <a:pt x="2852595" y="1017471"/>
                  </a:lnTo>
                  <a:lnTo>
                    <a:pt x="2851524" y="1017537"/>
                  </a:lnTo>
                  <a:lnTo>
                    <a:pt x="2850452" y="1017603"/>
                  </a:lnTo>
                  <a:lnTo>
                    <a:pt x="2849381" y="1017669"/>
                  </a:lnTo>
                  <a:lnTo>
                    <a:pt x="2848309" y="1017736"/>
                  </a:lnTo>
                  <a:lnTo>
                    <a:pt x="2847237" y="1017803"/>
                  </a:lnTo>
                  <a:lnTo>
                    <a:pt x="2846166" y="1017870"/>
                  </a:lnTo>
                  <a:lnTo>
                    <a:pt x="2845094" y="1017938"/>
                  </a:lnTo>
                  <a:lnTo>
                    <a:pt x="2844023" y="1018006"/>
                  </a:lnTo>
                  <a:lnTo>
                    <a:pt x="2842951" y="1018074"/>
                  </a:lnTo>
                  <a:lnTo>
                    <a:pt x="2841879" y="1018142"/>
                  </a:lnTo>
                  <a:lnTo>
                    <a:pt x="2840808" y="1018211"/>
                  </a:lnTo>
                  <a:lnTo>
                    <a:pt x="2839736" y="1018280"/>
                  </a:lnTo>
                  <a:lnTo>
                    <a:pt x="2838665" y="1018349"/>
                  </a:lnTo>
                  <a:lnTo>
                    <a:pt x="2837593" y="1018419"/>
                  </a:lnTo>
                  <a:lnTo>
                    <a:pt x="2836522" y="1018488"/>
                  </a:lnTo>
                  <a:lnTo>
                    <a:pt x="2835450" y="1018558"/>
                  </a:lnTo>
                  <a:lnTo>
                    <a:pt x="2834378" y="1018629"/>
                  </a:lnTo>
                  <a:lnTo>
                    <a:pt x="2833307" y="1018699"/>
                  </a:lnTo>
                  <a:lnTo>
                    <a:pt x="2832235" y="1018770"/>
                  </a:lnTo>
                  <a:lnTo>
                    <a:pt x="2831164" y="1018841"/>
                  </a:lnTo>
                  <a:lnTo>
                    <a:pt x="2830092" y="1018913"/>
                  </a:lnTo>
                  <a:lnTo>
                    <a:pt x="2829020" y="1018984"/>
                  </a:lnTo>
                  <a:lnTo>
                    <a:pt x="2827949" y="1019056"/>
                  </a:lnTo>
                  <a:lnTo>
                    <a:pt x="2826877" y="1019129"/>
                  </a:lnTo>
                  <a:lnTo>
                    <a:pt x="2825806" y="1019201"/>
                  </a:lnTo>
                  <a:lnTo>
                    <a:pt x="2824734" y="1019274"/>
                  </a:lnTo>
                  <a:lnTo>
                    <a:pt x="2823662" y="1019347"/>
                  </a:lnTo>
                  <a:lnTo>
                    <a:pt x="2822591" y="1019420"/>
                  </a:lnTo>
                  <a:lnTo>
                    <a:pt x="2821519" y="1019493"/>
                  </a:lnTo>
                  <a:lnTo>
                    <a:pt x="2820448" y="1019567"/>
                  </a:lnTo>
                  <a:lnTo>
                    <a:pt x="2819376" y="1019641"/>
                  </a:lnTo>
                  <a:lnTo>
                    <a:pt x="2818304" y="1019715"/>
                  </a:lnTo>
                  <a:lnTo>
                    <a:pt x="2817233" y="1019790"/>
                  </a:lnTo>
                  <a:lnTo>
                    <a:pt x="2816161" y="1019864"/>
                  </a:lnTo>
                  <a:lnTo>
                    <a:pt x="2815090" y="1019939"/>
                  </a:lnTo>
                  <a:lnTo>
                    <a:pt x="2814018" y="1020014"/>
                  </a:lnTo>
                  <a:lnTo>
                    <a:pt x="2812946" y="1020090"/>
                  </a:lnTo>
                  <a:lnTo>
                    <a:pt x="2811875" y="1020165"/>
                  </a:lnTo>
                  <a:lnTo>
                    <a:pt x="2810803" y="1020241"/>
                  </a:lnTo>
                  <a:lnTo>
                    <a:pt x="2809732" y="1020317"/>
                  </a:lnTo>
                  <a:lnTo>
                    <a:pt x="2808660" y="1020393"/>
                  </a:lnTo>
                  <a:lnTo>
                    <a:pt x="2807588" y="1020470"/>
                  </a:lnTo>
                  <a:lnTo>
                    <a:pt x="2806517" y="1020547"/>
                  </a:lnTo>
                  <a:lnTo>
                    <a:pt x="2805445" y="1020623"/>
                  </a:lnTo>
                  <a:lnTo>
                    <a:pt x="2804374" y="1020701"/>
                  </a:lnTo>
                  <a:lnTo>
                    <a:pt x="2803302" y="1020778"/>
                  </a:lnTo>
                  <a:lnTo>
                    <a:pt x="2802230" y="1020856"/>
                  </a:lnTo>
                  <a:lnTo>
                    <a:pt x="2801159" y="1020933"/>
                  </a:lnTo>
                  <a:lnTo>
                    <a:pt x="2800087" y="1021011"/>
                  </a:lnTo>
                  <a:lnTo>
                    <a:pt x="2799016" y="1021090"/>
                  </a:lnTo>
                  <a:lnTo>
                    <a:pt x="2797944" y="1021168"/>
                  </a:lnTo>
                  <a:lnTo>
                    <a:pt x="2796872" y="1021247"/>
                  </a:lnTo>
                  <a:lnTo>
                    <a:pt x="2795801" y="1021325"/>
                  </a:lnTo>
                  <a:lnTo>
                    <a:pt x="2794729" y="1021404"/>
                  </a:lnTo>
                  <a:lnTo>
                    <a:pt x="2793658" y="1021484"/>
                  </a:lnTo>
                  <a:lnTo>
                    <a:pt x="2792586" y="1021563"/>
                  </a:lnTo>
                  <a:lnTo>
                    <a:pt x="2791514" y="1021642"/>
                  </a:lnTo>
                  <a:lnTo>
                    <a:pt x="2790443" y="1021722"/>
                  </a:lnTo>
                  <a:lnTo>
                    <a:pt x="2789371" y="1021802"/>
                  </a:lnTo>
                  <a:lnTo>
                    <a:pt x="2788300" y="1021882"/>
                  </a:lnTo>
                  <a:lnTo>
                    <a:pt x="2787228" y="1021963"/>
                  </a:lnTo>
                  <a:lnTo>
                    <a:pt x="2786156" y="1022043"/>
                  </a:lnTo>
                  <a:lnTo>
                    <a:pt x="2785085" y="1022124"/>
                  </a:lnTo>
                  <a:lnTo>
                    <a:pt x="2784013" y="1022205"/>
                  </a:lnTo>
                  <a:lnTo>
                    <a:pt x="2782942" y="1022286"/>
                  </a:lnTo>
                  <a:lnTo>
                    <a:pt x="2781870" y="1022367"/>
                  </a:lnTo>
                  <a:lnTo>
                    <a:pt x="2780798" y="1022448"/>
                  </a:lnTo>
                  <a:lnTo>
                    <a:pt x="2779727" y="1022530"/>
                  </a:lnTo>
                  <a:lnTo>
                    <a:pt x="2778655" y="1022612"/>
                  </a:lnTo>
                  <a:lnTo>
                    <a:pt x="2777584" y="1022693"/>
                  </a:lnTo>
                  <a:lnTo>
                    <a:pt x="2776512" y="1022775"/>
                  </a:lnTo>
                  <a:lnTo>
                    <a:pt x="2775440" y="1022858"/>
                  </a:lnTo>
                  <a:lnTo>
                    <a:pt x="2774369" y="1022940"/>
                  </a:lnTo>
                  <a:lnTo>
                    <a:pt x="2773297" y="1023023"/>
                  </a:lnTo>
                  <a:lnTo>
                    <a:pt x="2772226" y="1023105"/>
                  </a:lnTo>
                  <a:lnTo>
                    <a:pt x="2771154" y="1023188"/>
                  </a:lnTo>
                  <a:lnTo>
                    <a:pt x="2770082" y="1023271"/>
                  </a:lnTo>
                  <a:lnTo>
                    <a:pt x="2769011" y="1023354"/>
                  </a:lnTo>
                  <a:lnTo>
                    <a:pt x="2767939" y="1023437"/>
                  </a:lnTo>
                  <a:lnTo>
                    <a:pt x="2766868" y="1023521"/>
                  </a:lnTo>
                  <a:lnTo>
                    <a:pt x="2765796" y="1023604"/>
                  </a:lnTo>
                  <a:lnTo>
                    <a:pt x="2764724" y="1023688"/>
                  </a:lnTo>
                  <a:lnTo>
                    <a:pt x="2763653" y="1023772"/>
                  </a:lnTo>
                  <a:lnTo>
                    <a:pt x="2762581" y="1023856"/>
                  </a:lnTo>
                  <a:lnTo>
                    <a:pt x="2761510" y="1023940"/>
                  </a:lnTo>
                  <a:lnTo>
                    <a:pt x="2760438" y="1024024"/>
                  </a:lnTo>
                  <a:lnTo>
                    <a:pt x="2759366" y="1024108"/>
                  </a:lnTo>
                  <a:lnTo>
                    <a:pt x="2758295" y="1024192"/>
                  </a:lnTo>
                  <a:lnTo>
                    <a:pt x="2757223" y="1024277"/>
                  </a:lnTo>
                  <a:lnTo>
                    <a:pt x="2756152" y="1024362"/>
                  </a:lnTo>
                  <a:lnTo>
                    <a:pt x="2755080" y="1024446"/>
                  </a:lnTo>
                  <a:lnTo>
                    <a:pt x="2754008" y="1024531"/>
                  </a:lnTo>
                  <a:lnTo>
                    <a:pt x="2752937" y="1024616"/>
                  </a:lnTo>
                  <a:lnTo>
                    <a:pt x="2751865" y="1024702"/>
                  </a:lnTo>
                  <a:lnTo>
                    <a:pt x="2750794" y="1024787"/>
                  </a:lnTo>
                  <a:lnTo>
                    <a:pt x="2749722" y="1024872"/>
                  </a:lnTo>
                  <a:lnTo>
                    <a:pt x="2748650" y="1024958"/>
                  </a:lnTo>
                  <a:lnTo>
                    <a:pt x="2747579" y="1025043"/>
                  </a:lnTo>
                  <a:lnTo>
                    <a:pt x="2746507" y="1025129"/>
                  </a:lnTo>
                  <a:lnTo>
                    <a:pt x="2745436" y="1025214"/>
                  </a:lnTo>
                  <a:lnTo>
                    <a:pt x="2744364" y="1025300"/>
                  </a:lnTo>
                  <a:lnTo>
                    <a:pt x="2743292" y="1025386"/>
                  </a:lnTo>
                  <a:lnTo>
                    <a:pt x="2742221" y="1025472"/>
                  </a:lnTo>
                  <a:lnTo>
                    <a:pt x="2741149" y="1025558"/>
                  </a:lnTo>
                  <a:lnTo>
                    <a:pt x="2740078" y="1025644"/>
                  </a:lnTo>
                  <a:lnTo>
                    <a:pt x="2739006" y="1025731"/>
                  </a:lnTo>
                  <a:lnTo>
                    <a:pt x="2737934" y="1025817"/>
                  </a:lnTo>
                  <a:lnTo>
                    <a:pt x="2736863" y="1025903"/>
                  </a:lnTo>
                  <a:lnTo>
                    <a:pt x="2735791" y="1025990"/>
                  </a:lnTo>
                  <a:lnTo>
                    <a:pt x="2734720" y="1026077"/>
                  </a:lnTo>
                  <a:lnTo>
                    <a:pt x="2733648" y="1026163"/>
                  </a:lnTo>
                  <a:lnTo>
                    <a:pt x="2732576" y="1026250"/>
                  </a:lnTo>
                  <a:lnTo>
                    <a:pt x="2731505" y="1026337"/>
                  </a:lnTo>
                  <a:lnTo>
                    <a:pt x="2730433" y="1026424"/>
                  </a:lnTo>
                  <a:lnTo>
                    <a:pt x="2729362" y="1026510"/>
                  </a:lnTo>
                  <a:lnTo>
                    <a:pt x="2728290" y="1026597"/>
                  </a:lnTo>
                  <a:lnTo>
                    <a:pt x="2727218" y="1026684"/>
                  </a:lnTo>
                  <a:lnTo>
                    <a:pt x="2726147" y="1026771"/>
                  </a:lnTo>
                  <a:lnTo>
                    <a:pt x="2725075" y="1026859"/>
                  </a:lnTo>
                  <a:lnTo>
                    <a:pt x="2724004" y="1026946"/>
                  </a:lnTo>
                  <a:lnTo>
                    <a:pt x="2722932" y="1027033"/>
                  </a:lnTo>
                  <a:lnTo>
                    <a:pt x="2721860" y="1027120"/>
                  </a:lnTo>
                  <a:lnTo>
                    <a:pt x="2720789" y="1027207"/>
                  </a:lnTo>
                  <a:lnTo>
                    <a:pt x="2719717" y="1027295"/>
                  </a:lnTo>
                  <a:lnTo>
                    <a:pt x="2718646" y="1027382"/>
                  </a:lnTo>
                  <a:lnTo>
                    <a:pt x="2717574" y="1027470"/>
                  </a:lnTo>
                  <a:lnTo>
                    <a:pt x="2716502" y="1027557"/>
                  </a:lnTo>
                  <a:lnTo>
                    <a:pt x="2715431" y="1027645"/>
                  </a:lnTo>
                  <a:lnTo>
                    <a:pt x="2714359" y="1027732"/>
                  </a:lnTo>
                  <a:lnTo>
                    <a:pt x="2713288" y="1027820"/>
                  </a:lnTo>
                  <a:lnTo>
                    <a:pt x="2712216" y="1027907"/>
                  </a:lnTo>
                  <a:lnTo>
                    <a:pt x="2711144" y="1027995"/>
                  </a:lnTo>
                  <a:lnTo>
                    <a:pt x="2710073" y="1028082"/>
                  </a:lnTo>
                  <a:lnTo>
                    <a:pt x="2709001" y="1028170"/>
                  </a:lnTo>
                  <a:lnTo>
                    <a:pt x="2707930" y="1028258"/>
                  </a:lnTo>
                  <a:lnTo>
                    <a:pt x="2706858" y="1028345"/>
                  </a:lnTo>
                  <a:lnTo>
                    <a:pt x="2705786" y="1028433"/>
                  </a:lnTo>
                  <a:lnTo>
                    <a:pt x="2704715" y="1028521"/>
                  </a:lnTo>
                  <a:lnTo>
                    <a:pt x="2703643" y="1028608"/>
                  </a:lnTo>
                  <a:lnTo>
                    <a:pt x="2702572" y="1028696"/>
                  </a:lnTo>
                  <a:lnTo>
                    <a:pt x="2701500" y="1028784"/>
                  </a:lnTo>
                  <a:lnTo>
                    <a:pt x="2700428" y="1028871"/>
                  </a:lnTo>
                  <a:lnTo>
                    <a:pt x="2699357" y="1028959"/>
                  </a:lnTo>
                  <a:lnTo>
                    <a:pt x="2698285" y="1029046"/>
                  </a:lnTo>
                  <a:lnTo>
                    <a:pt x="2697214" y="1029134"/>
                  </a:lnTo>
                  <a:lnTo>
                    <a:pt x="2696142" y="1029222"/>
                  </a:lnTo>
                  <a:lnTo>
                    <a:pt x="2695070" y="1029309"/>
                  </a:lnTo>
                  <a:lnTo>
                    <a:pt x="2693999" y="1029397"/>
                  </a:lnTo>
                  <a:lnTo>
                    <a:pt x="2692927" y="1029485"/>
                  </a:lnTo>
                  <a:lnTo>
                    <a:pt x="2691856" y="1029572"/>
                  </a:lnTo>
                  <a:lnTo>
                    <a:pt x="2690784" y="1029660"/>
                  </a:lnTo>
                  <a:lnTo>
                    <a:pt x="2689712" y="1029747"/>
                  </a:lnTo>
                  <a:lnTo>
                    <a:pt x="2688641" y="1029835"/>
                  </a:lnTo>
                  <a:lnTo>
                    <a:pt x="2687569" y="1029922"/>
                  </a:lnTo>
                  <a:lnTo>
                    <a:pt x="2686498" y="1030009"/>
                  </a:lnTo>
                  <a:lnTo>
                    <a:pt x="2685426" y="1030097"/>
                  </a:lnTo>
                  <a:lnTo>
                    <a:pt x="2684354" y="1030184"/>
                  </a:lnTo>
                  <a:lnTo>
                    <a:pt x="2683283" y="1030271"/>
                  </a:lnTo>
                  <a:lnTo>
                    <a:pt x="2682211" y="1030359"/>
                  </a:lnTo>
                  <a:lnTo>
                    <a:pt x="2681140" y="1030446"/>
                  </a:lnTo>
                  <a:lnTo>
                    <a:pt x="2680068" y="1030533"/>
                  </a:lnTo>
                  <a:lnTo>
                    <a:pt x="2678996" y="1030620"/>
                  </a:lnTo>
                  <a:lnTo>
                    <a:pt x="2677925" y="1030707"/>
                  </a:lnTo>
                  <a:lnTo>
                    <a:pt x="2676853" y="1030794"/>
                  </a:lnTo>
                  <a:lnTo>
                    <a:pt x="2675782" y="1030881"/>
                  </a:lnTo>
                  <a:lnTo>
                    <a:pt x="2674710" y="1030968"/>
                  </a:lnTo>
                  <a:lnTo>
                    <a:pt x="2673638" y="1031055"/>
                  </a:lnTo>
                  <a:lnTo>
                    <a:pt x="2672567" y="1031141"/>
                  </a:lnTo>
                  <a:lnTo>
                    <a:pt x="2671495" y="1031228"/>
                  </a:lnTo>
                  <a:lnTo>
                    <a:pt x="2670424" y="1031315"/>
                  </a:lnTo>
                  <a:lnTo>
                    <a:pt x="2669352" y="1031401"/>
                  </a:lnTo>
                  <a:lnTo>
                    <a:pt x="2668280" y="1031488"/>
                  </a:lnTo>
                  <a:lnTo>
                    <a:pt x="2667209" y="1031574"/>
                  </a:lnTo>
                  <a:lnTo>
                    <a:pt x="2666137" y="1031660"/>
                  </a:lnTo>
                  <a:lnTo>
                    <a:pt x="2665066" y="1031747"/>
                  </a:lnTo>
                  <a:lnTo>
                    <a:pt x="2663994" y="1031833"/>
                  </a:lnTo>
                  <a:lnTo>
                    <a:pt x="2662922" y="1031919"/>
                  </a:lnTo>
                  <a:lnTo>
                    <a:pt x="2661851" y="1032005"/>
                  </a:lnTo>
                  <a:lnTo>
                    <a:pt x="2660779" y="1032091"/>
                  </a:lnTo>
                  <a:lnTo>
                    <a:pt x="2659708" y="1032176"/>
                  </a:lnTo>
                  <a:lnTo>
                    <a:pt x="2658636" y="1032262"/>
                  </a:lnTo>
                  <a:lnTo>
                    <a:pt x="2657565" y="1032348"/>
                  </a:lnTo>
                  <a:lnTo>
                    <a:pt x="2656493" y="1032433"/>
                  </a:lnTo>
                  <a:lnTo>
                    <a:pt x="2655421" y="1032518"/>
                  </a:lnTo>
                  <a:lnTo>
                    <a:pt x="2654350" y="1032604"/>
                  </a:lnTo>
                  <a:lnTo>
                    <a:pt x="2653278" y="1032689"/>
                  </a:lnTo>
                  <a:lnTo>
                    <a:pt x="2652207" y="1032774"/>
                  </a:lnTo>
                  <a:lnTo>
                    <a:pt x="2651135" y="1032859"/>
                  </a:lnTo>
                  <a:lnTo>
                    <a:pt x="2650063" y="1032944"/>
                  </a:lnTo>
                  <a:lnTo>
                    <a:pt x="2648992" y="1033028"/>
                  </a:lnTo>
                  <a:lnTo>
                    <a:pt x="2647920" y="1033113"/>
                  </a:lnTo>
                  <a:lnTo>
                    <a:pt x="2646849" y="1033197"/>
                  </a:lnTo>
                  <a:lnTo>
                    <a:pt x="2645777" y="1033282"/>
                  </a:lnTo>
                  <a:lnTo>
                    <a:pt x="2644705" y="1033366"/>
                  </a:lnTo>
                  <a:lnTo>
                    <a:pt x="2643634" y="1033450"/>
                  </a:lnTo>
                  <a:lnTo>
                    <a:pt x="2642562" y="1033534"/>
                  </a:lnTo>
                  <a:lnTo>
                    <a:pt x="2641491" y="1033617"/>
                  </a:lnTo>
                  <a:lnTo>
                    <a:pt x="2640419" y="1033701"/>
                  </a:lnTo>
                  <a:lnTo>
                    <a:pt x="2639347" y="1033785"/>
                  </a:lnTo>
                  <a:lnTo>
                    <a:pt x="2638276" y="1033868"/>
                  </a:lnTo>
                  <a:lnTo>
                    <a:pt x="2637204" y="1033951"/>
                  </a:lnTo>
                  <a:lnTo>
                    <a:pt x="2636133" y="1034034"/>
                  </a:lnTo>
                  <a:lnTo>
                    <a:pt x="2635061" y="1034117"/>
                  </a:lnTo>
                  <a:lnTo>
                    <a:pt x="2633989" y="1034200"/>
                  </a:lnTo>
                  <a:lnTo>
                    <a:pt x="2632918" y="1034282"/>
                  </a:lnTo>
                  <a:lnTo>
                    <a:pt x="2631846" y="1034365"/>
                  </a:lnTo>
                  <a:lnTo>
                    <a:pt x="2630775" y="1034447"/>
                  </a:lnTo>
                  <a:lnTo>
                    <a:pt x="2629703" y="1034529"/>
                  </a:lnTo>
                  <a:lnTo>
                    <a:pt x="2628631" y="1034611"/>
                  </a:lnTo>
                  <a:lnTo>
                    <a:pt x="2627560" y="1034693"/>
                  </a:lnTo>
                  <a:lnTo>
                    <a:pt x="2626488" y="1034775"/>
                  </a:lnTo>
                  <a:lnTo>
                    <a:pt x="2625417" y="1034856"/>
                  </a:lnTo>
                  <a:lnTo>
                    <a:pt x="2624345" y="1034937"/>
                  </a:lnTo>
                  <a:lnTo>
                    <a:pt x="2623273" y="1035018"/>
                  </a:lnTo>
                  <a:lnTo>
                    <a:pt x="2622202" y="1035099"/>
                  </a:lnTo>
                  <a:lnTo>
                    <a:pt x="2621130" y="1035180"/>
                  </a:lnTo>
                  <a:lnTo>
                    <a:pt x="2620059" y="1035261"/>
                  </a:lnTo>
                  <a:lnTo>
                    <a:pt x="2618987" y="1035341"/>
                  </a:lnTo>
                  <a:lnTo>
                    <a:pt x="2617915" y="1035421"/>
                  </a:lnTo>
                  <a:lnTo>
                    <a:pt x="2616844" y="1035501"/>
                  </a:lnTo>
                  <a:lnTo>
                    <a:pt x="2615772" y="1035581"/>
                  </a:lnTo>
                  <a:lnTo>
                    <a:pt x="2614701" y="1035660"/>
                  </a:lnTo>
                  <a:lnTo>
                    <a:pt x="2613629" y="1035740"/>
                  </a:lnTo>
                  <a:lnTo>
                    <a:pt x="2612557" y="1035819"/>
                  </a:lnTo>
                  <a:lnTo>
                    <a:pt x="2611486" y="1035898"/>
                  </a:lnTo>
                  <a:lnTo>
                    <a:pt x="2610414" y="1035977"/>
                  </a:lnTo>
                  <a:lnTo>
                    <a:pt x="2609343" y="1036055"/>
                  </a:lnTo>
                  <a:lnTo>
                    <a:pt x="2608271" y="1036133"/>
                  </a:lnTo>
                  <a:lnTo>
                    <a:pt x="2607199" y="1036212"/>
                  </a:lnTo>
                  <a:lnTo>
                    <a:pt x="2606128" y="1036289"/>
                  </a:lnTo>
                  <a:lnTo>
                    <a:pt x="2605056" y="1036367"/>
                  </a:lnTo>
                  <a:lnTo>
                    <a:pt x="2603985" y="1036445"/>
                  </a:lnTo>
                  <a:lnTo>
                    <a:pt x="2602913" y="1036522"/>
                  </a:lnTo>
                  <a:lnTo>
                    <a:pt x="2601841" y="1036599"/>
                  </a:lnTo>
                  <a:lnTo>
                    <a:pt x="2600770" y="1036676"/>
                  </a:lnTo>
                  <a:lnTo>
                    <a:pt x="2599698" y="1036752"/>
                  </a:lnTo>
                  <a:lnTo>
                    <a:pt x="2598627" y="1036829"/>
                  </a:lnTo>
                  <a:lnTo>
                    <a:pt x="2597555" y="1036905"/>
                  </a:lnTo>
                  <a:lnTo>
                    <a:pt x="2596483" y="1036980"/>
                  </a:lnTo>
                  <a:lnTo>
                    <a:pt x="2595412" y="1037056"/>
                  </a:lnTo>
                  <a:lnTo>
                    <a:pt x="2594340" y="1037131"/>
                  </a:lnTo>
                  <a:lnTo>
                    <a:pt x="2593269" y="1037206"/>
                  </a:lnTo>
                  <a:lnTo>
                    <a:pt x="2592197" y="1037281"/>
                  </a:lnTo>
                  <a:lnTo>
                    <a:pt x="2591125" y="1037356"/>
                  </a:lnTo>
                  <a:lnTo>
                    <a:pt x="2590054" y="1037430"/>
                  </a:lnTo>
                  <a:lnTo>
                    <a:pt x="2588982" y="1037504"/>
                  </a:lnTo>
                  <a:lnTo>
                    <a:pt x="2587911" y="1037578"/>
                  </a:lnTo>
                  <a:lnTo>
                    <a:pt x="2586839" y="1037652"/>
                  </a:lnTo>
                  <a:lnTo>
                    <a:pt x="2585767" y="1037725"/>
                  </a:lnTo>
                  <a:lnTo>
                    <a:pt x="2584696" y="1037798"/>
                  </a:lnTo>
                  <a:lnTo>
                    <a:pt x="2583624" y="1037871"/>
                  </a:lnTo>
                  <a:lnTo>
                    <a:pt x="2582553" y="1037943"/>
                  </a:lnTo>
                  <a:lnTo>
                    <a:pt x="2581481" y="1038016"/>
                  </a:lnTo>
                  <a:lnTo>
                    <a:pt x="2580409" y="1038088"/>
                  </a:lnTo>
                  <a:lnTo>
                    <a:pt x="2579338" y="1038159"/>
                  </a:lnTo>
                  <a:lnTo>
                    <a:pt x="2578266" y="1038231"/>
                  </a:lnTo>
                  <a:lnTo>
                    <a:pt x="2577195" y="1038302"/>
                  </a:lnTo>
                  <a:lnTo>
                    <a:pt x="2576123" y="1038373"/>
                  </a:lnTo>
                  <a:lnTo>
                    <a:pt x="2575051" y="1038443"/>
                  </a:lnTo>
                  <a:lnTo>
                    <a:pt x="2573980" y="1038513"/>
                  </a:lnTo>
                  <a:lnTo>
                    <a:pt x="2572908" y="1038583"/>
                  </a:lnTo>
                  <a:lnTo>
                    <a:pt x="2571837" y="1038653"/>
                  </a:lnTo>
                  <a:lnTo>
                    <a:pt x="2570765" y="1038722"/>
                  </a:lnTo>
                  <a:lnTo>
                    <a:pt x="2569693" y="1038791"/>
                  </a:lnTo>
                  <a:lnTo>
                    <a:pt x="2568622" y="1038860"/>
                  </a:lnTo>
                  <a:lnTo>
                    <a:pt x="2567550" y="1038929"/>
                  </a:lnTo>
                  <a:lnTo>
                    <a:pt x="2566479" y="1038997"/>
                  </a:lnTo>
                  <a:lnTo>
                    <a:pt x="2565407" y="1039065"/>
                  </a:lnTo>
                  <a:lnTo>
                    <a:pt x="2564335" y="1039132"/>
                  </a:lnTo>
                  <a:lnTo>
                    <a:pt x="2563264" y="1039199"/>
                  </a:lnTo>
                  <a:lnTo>
                    <a:pt x="2562192" y="1039266"/>
                  </a:lnTo>
                  <a:lnTo>
                    <a:pt x="2561121" y="1039333"/>
                  </a:lnTo>
                  <a:lnTo>
                    <a:pt x="2560049" y="1039399"/>
                  </a:lnTo>
                  <a:lnTo>
                    <a:pt x="2558977" y="1039465"/>
                  </a:lnTo>
                  <a:lnTo>
                    <a:pt x="2557906" y="1039531"/>
                  </a:lnTo>
                  <a:lnTo>
                    <a:pt x="2556834" y="1039596"/>
                  </a:lnTo>
                  <a:lnTo>
                    <a:pt x="2555763" y="1039661"/>
                  </a:lnTo>
                  <a:lnTo>
                    <a:pt x="2554691" y="1039725"/>
                  </a:lnTo>
                  <a:lnTo>
                    <a:pt x="2553619" y="1039790"/>
                  </a:lnTo>
                  <a:lnTo>
                    <a:pt x="2552548" y="1039854"/>
                  </a:lnTo>
                  <a:lnTo>
                    <a:pt x="2551476" y="1039917"/>
                  </a:lnTo>
                  <a:lnTo>
                    <a:pt x="2550405" y="1039981"/>
                  </a:lnTo>
                  <a:lnTo>
                    <a:pt x="2549333" y="1040043"/>
                  </a:lnTo>
                  <a:lnTo>
                    <a:pt x="2548261" y="1040106"/>
                  </a:lnTo>
                  <a:lnTo>
                    <a:pt x="2547190" y="1040168"/>
                  </a:lnTo>
                  <a:lnTo>
                    <a:pt x="2546118" y="1040230"/>
                  </a:lnTo>
                  <a:lnTo>
                    <a:pt x="2545047" y="1040292"/>
                  </a:lnTo>
                  <a:lnTo>
                    <a:pt x="2543975" y="1040353"/>
                  </a:lnTo>
                  <a:lnTo>
                    <a:pt x="2542903" y="1040413"/>
                  </a:lnTo>
                  <a:lnTo>
                    <a:pt x="2541832" y="1040474"/>
                  </a:lnTo>
                  <a:lnTo>
                    <a:pt x="2540760" y="1040534"/>
                  </a:lnTo>
                  <a:lnTo>
                    <a:pt x="2539689" y="1040594"/>
                  </a:lnTo>
                  <a:lnTo>
                    <a:pt x="2538617" y="1040653"/>
                  </a:lnTo>
                  <a:lnTo>
                    <a:pt x="2537545" y="1040712"/>
                  </a:lnTo>
                  <a:lnTo>
                    <a:pt x="2536474" y="1040770"/>
                  </a:lnTo>
                  <a:lnTo>
                    <a:pt x="2535402" y="1040829"/>
                  </a:lnTo>
                  <a:lnTo>
                    <a:pt x="2534331" y="1040886"/>
                  </a:lnTo>
                  <a:lnTo>
                    <a:pt x="2533259" y="1040944"/>
                  </a:lnTo>
                  <a:lnTo>
                    <a:pt x="2532187" y="1041001"/>
                  </a:lnTo>
                  <a:lnTo>
                    <a:pt x="2531116" y="1041058"/>
                  </a:lnTo>
                  <a:lnTo>
                    <a:pt x="2530044" y="1041114"/>
                  </a:lnTo>
                  <a:lnTo>
                    <a:pt x="2528973" y="1041170"/>
                  </a:lnTo>
                  <a:lnTo>
                    <a:pt x="2527901" y="1041225"/>
                  </a:lnTo>
                  <a:lnTo>
                    <a:pt x="2526829" y="1041280"/>
                  </a:lnTo>
                  <a:lnTo>
                    <a:pt x="2525758" y="1041335"/>
                  </a:lnTo>
                  <a:lnTo>
                    <a:pt x="2524686" y="1041389"/>
                  </a:lnTo>
                  <a:lnTo>
                    <a:pt x="2523615" y="1041443"/>
                  </a:lnTo>
                  <a:lnTo>
                    <a:pt x="2522543" y="1041497"/>
                  </a:lnTo>
                  <a:lnTo>
                    <a:pt x="2521471" y="1041550"/>
                  </a:lnTo>
                  <a:lnTo>
                    <a:pt x="2520400" y="1041602"/>
                  </a:lnTo>
                  <a:lnTo>
                    <a:pt x="2519328" y="1041655"/>
                  </a:lnTo>
                  <a:lnTo>
                    <a:pt x="2518257" y="1041707"/>
                  </a:lnTo>
                  <a:lnTo>
                    <a:pt x="2517185" y="1041758"/>
                  </a:lnTo>
                  <a:lnTo>
                    <a:pt x="2516113" y="1041809"/>
                  </a:lnTo>
                  <a:lnTo>
                    <a:pt x="2515042" y="1041860"/>
                  </a:lnTo>
                  <a:lnTo>
                    <a:pt x="2513970" y="1041910"/>
                  </a:lnTo>
                  <a:lnTo>
                    <a:pt x="2512899" y="1041959"/>
                  </a:lnTo>
                  <a:lnTo>
                    <a:pt x="2511827" y="1042009"/>
                  </a:lnTo>
                  <a:lnTo>
                    <a:pt x="2510755" y="1042058"/>
                  </a:lnTo>
                  <a:lnTo>
                    <a:pt x="2509684" y="1042106"/>
                  </a:lnTo>
                  <a:lnTo>
                    <a:pt x="2508612" y="1042154"/>
                  </a:lnTo>
                  <a:lnTo>
                    <a:pt x="2507541" y="1042202"/>
                  </a:lnTo>
                  <a:lnTo>
                    <a:pt x="2506469" y="1042249"/>
                  </a:lnTo>
                  <a:lnTo>
                    <a:pt x="2505397" y="1042295"/>
                  </a:lnTo>
                  <a:lnTo>
                    <a:pt x="2504326" y="1042342"/>
                  </a:lnTo>
                  <a:lnTo>
                    <a:pt x="2503254" y="1042387"/>
                  </a:lnTo>
                  <a:lnTo>
                    <a:pt x="2502183" y="1042433"/>
                  </a:lnTo>
                  <a:lnTo>
                    <a:pt x="2501111" y="1042478"/>
                  </a:lnTo>
                  <a:lnTo>
                    <a:pt x="2500039" y="1042522"/>
                  </a:lnTo>
                  <a:lnTo>
                    <a:pt x="2498968" y="1042566"/>
                  </a:lnTo>
                  <a:lnTo>
                    <a:pt x="2497896" y="1042609"/>
                  </a:lnTo>
                  <a:lnTo>
                    <a:pt x="2496825" y="1042652"/>
                  </a:lnTo>
                  <a:lnTo>
                    <a:pt x="2495753" y="1042695"/>
                  </a:lnTo>
                  <a:lnTo>
                    <a:pt x="2494681" y="1042737"/>
                  </a:lnTo>
                  <a:lnTo>
                    <a:pt x="2493610" y="1042779"/>
                  </a:lnTo>
                  <a:lnTo>
                    <a:pt x="2492538" y="1042820"/>
                  </a:lnTo>
                  <a:lnTo>
                    <a:pt x="2491467" y="1042861"/>
                  </a:lnTo>
                  <a:lnTo>
                    <a:pt x="2490395" y="1042901"/>
                  </a:lnTo>
                  <a:lnTo>
                    <a:pt x="2489323" y="1042941"/>
                  </a:lnTo>
                  <a:lnTo>
                    <a:pt x="2488252" y="1042980"/>
                  </a:lnTo>
                  <a:lnTo>
                    <a:pt x="2487180" y="1043019"/>
                  </a:lnTo>
                  <a:lnTo>
                    <a:pt x="2486109" y="1043057"/>
                  </a:lnTo>
                  <a:lnTo>
                    <a:pt x="2485037" y="1043095"/>
                  </a:lnTo>
                  <a:lnTo>
                    <a:pt x="2483966" y="1043132"/>
                  </a:lnTo>
                  <a:lnTo>
                    <a:pt x="2482894" y="1043169"/>
                  </a:lnTo>
                  <a:lnTo>
                    <a:pt x="2481822" y="1043205"/>
                  </a:lnTo>
                  <a:lnTo>
                    <a:pt x="2480751" y="1043241"/>
                  </a:lnTo>
                  <a:lnTo>
                    <a:pt x="2479679" y="1043276"/>
                  </a:lnTo>
                  <a:lnTo>
                    <a:pt x="2478608" y="1043311"/>
                  </a:lnTo>
                  <a:lnTo>
                    <a:pt x="2477536" y="1043346"/>
                  </a:lnTo>
                  <a:lnTo>
                    <a:pt x="2476464" y="1043379"/>
                  </a:lnTo>
                  <a:lnTo>
                    <a:pt x="2475393" y="1043413"/>
                  </a:lnTo>
                  <a:lnTo>
                    <a:pt x="2474321" y="1043446"/>
                  </a:lnTo>
                  <a:lnTo>
                    <a:pt x="2473250" y="1043478"/>
                  </a:lnTo>
                  <a:lnTo>
                    <a:pt x="2472178" y="1043510"/>
                  </a:lnTo>
                  <a:lnTo>
                    <a:pt x="2471106" y="1043541"/>
                  </a:lnTo>
                  <a:lnTo>
                    <a:pt x="2470035" y="1043572"/>
                  </a:lnTo>
                  <a:lnTo>
                    <a:pt x="2468963" y="1043602"/>
                  </a:lnTo>
                  <a:lnTo>
                    <a:pt x="2467892" y="1043631"/>
                  </a:lnTo>
                  <a:lnTo>
                    <a:pt x="2466820" y="1043661"/>
                  </a:lnTo>
                  <a:lnTo>
                    <a:pt x="2465748" y="1043689"/>
                  </a:lnTo>
                  <a:lnTo>
                    <a:pt x="2464677" y="1043717"/>
                  </a:lnTo>
                  <a:lnTo>
                    <a:pt x="2463605" y="1043745"/>
                  </a:lnTo>
                  <a:lnTo>
                    <a:pt x="2462534" y="1043772"/>
                  </a:lnTo>
                  <a:lnTo>
                    <a:pt x="2461462" y="1043798"/>
                  </a:lnTo>
                  <a:lnTo>
                    <a:pt x="2460390" y="1043824"/>
                  </a:lnTo>
                  <a:lnTo>
                    <a:pt x="2459319" y="1043850"/>
                  </a:lnTo>
                  <a:lnTo>
                    <a:pt x="2458247" y="1043875"/>
                  </a:lnTo>
                  <a:lnTo>
                    <a:pt x="2457176" y="1043899"/>
                  </a:lnTo>
                  <a:lnTo>
                    <a:pt x="2456104" y="1043923"/>
                  </a:lnTo>
                  <a:lnTo>
                    <a:pt x="2455032" y="1043946"/>
                  </a:lnTo>
                  <a:lnTo>
                    <a:pt x="2453961" y="1043968"/>
                  </a:lnTo>
                  <a:lnTo>
                    <a:pt x="2452889" y="1043991"/>
                  </a:lnTo>
                  <a:lnTo>
                    <a:pt x="2451818" y="1044012"/>
                  </a:lnTo>
                  <a:lnTo>
                    <a:pt x="2450746" y="1044033"/>
                  </a:lnTo>
                  <a:lnTo>
                    <a:pt x="2449674" y="1044053"/>
                  </a:lnTo>
                  <a:lnTo>
                    <a:pt x="2448603" y="1044073"/>
                  </a:lnTo>
                  <a:lnTo>
                    <a:pt x="2447531" y="1044093"/>
                  </a:lnTo>
                  <a:lnTo>
                    <a:pt x="2446460" y="1044111"/>
                  </a:lnTo>
                  <a:lnTo>
                    <a:pt x="2445388" y="1044129"/>
                  </a:lnTo>
                  <a:lnTo>
                    <a:pt x="2444316" y="1044147"/>
                  </a:lnTo>
                  <a:lnTo>
                    <a:pt x="2443245" y="1044164"/>
                  </a:lnTo>
                  <a:lnTo>
                    <a:pt x="2442173" y="1044180"/>
                  </a:lnTo>
                  <a:lnTo>
                    <a:pt x="2441102" y="1044196"/>
                  </a:lnTo>
                  <a:lnTo>
                    <a:pt x="2440030" y="1044211"/>
                  </a:lnTo>
                  <a:lnTo>
                    <a:pt x="2438958" y="1044226"/>
                  </a:lnTo>
                  <a:lnTo>
                    <a:pt x="2437887" y="1044240"/>
                  </a:lnTo>
                  <a:lnTo>
                    <a:pt x="2436815" y="1044254"/>
                  </a:lnTo>
                  <a:lnTo>
                    <a:pt x="2435744" y="1044266"/>
                  </a:lnTo>
                  <a:lnTo>
                    <a:pt x="2434672" y="1044279"/>
                  </a:lnTo>
                  <a:lnTo>
                    <a:pt x="2433600" y="1044290"/>
                  </a:lnTo>
                  <a:lnTo>
                    <a:pt x="2432529" y="1044301"/>
                  </a:lnTo>
                  <a:lnTo>
                    <a:pt x="2431457" y="1044312"/>
                  </a:lnTo>
                  <a:lnTo>
                    <a:pt x="2430386" y="1044322"/>
                  </a:lnTo>
                  <a:lnTo>
                    <a:pt x="2429314" y="1044331"/>
                  </a:lnTo>
                  <a:lnTo>
                    <a:pt x="2428242" y="1044340"/>
                  </a:lnTo>
                  <a:lnTo>
                    <a:pt x="2427171" y="1044348"/>
                  </a:lnTo>
                  <a:lnTo>
                    <a:pt x="2426099" y="1044355"/>
                  </a:lnTo>
                  <a:lnTo>
                    <a:pt x="2425028" y="1044362"/>
                  </a:lnTo>
                  <a:lnTo>
                    <a:pt x="2423956" y="1044368"/>
                  </a:lnTo>
                  <a:lnTo>
                    <a:pt x="2422884" y="1044374"/>
                  </a:lnTo>
                  <a:lnTo>
                    <a:pt x="2421813" y="1044378"/>
                  </a:lnTo>
                  <a:lnTo>
                    <a:pt x="2420741" y="1044383"/>
                  </a:lnTo>
                  <a:lnTo>
                    <a:pt x="2419670" y="1044386"/>
                  </a:lnTo>
                  <a:lnTo>
                    <a:pt x="2418598" y="1044390"/>
                  </a:lnTo>
                  <a:lnTo>
                    <a:pt x="2417526" y="1044392"/>
                  </a:lnTo>
                  <a:lnTo>
                    <a:pt x="2416455" y="1044394"/>
                  </a:lnTo>
                  <a:lnTo>
                    <a:pt x="2415383" y="1044395"/>
                  </a:lnTo>
                  <a:lnTo>
                    <a:pt x="2414312" y="1044395"/>
                  </a:lnTo>
                  <a:lnTo>
                    <a:pt x="2413240" y="1044395"/>
                  </a:lnTo>
                  <a:lnTo>
                    <a:pt x="2412168" y="1044394"/>
                  </a:lnTo>
                  <a:lnTo>
                    <a:pt x="2411097" y="1044393"/>
                  </a:lnTo>
                  <a:lnTo>
                    <a:pt x="2410025" y="1044391"/>
                  </a:lnTo>
                  <a:lnTo>
                    <a:pt x="2408954" y="1044388"/>
                  </a:lnTo>
                  <a:lnTo>
                    <a:pt x="2407882" y="1044385"/>
                  </a:lnTo>
                  <a:lnTo>
                    <a:pt x="2406810" y="1044381"/>
                  </a:lnTo>
                  <a:lnTo>
                    <a:pt x="2405739" y="1044376"/>
                  </a:lnTo>
                  <a:lnTo>
                    <a:pt x="2404667" y="1044371"/>
                  </a:lnTo>
                  <a:lnTo>
                    <a:pt x="2403596" y="1044365"/>
                  </a:lnTo>
                  <a:lnTo>
                    <a:pt x="2402524" y="1044358"/>
                  </a:lnTo>
                  <a:lnTo>
                    <a:pt x="2401452" y="1044351"/>
                  </a:lnTo>
                  <a:lnTo>
                    <a:pt x="2400381" y="1044343"/>
                  </a:lnTo>
                  <a:lnTo>
                    <a:pt x="2399309" y="1044334"/>
                  </a:lnTo>
                  <a:lnTo>
                    <a:pt x="2398238" y="1044325"/>
                  </a:lnTo>
                  <a:lnTo>
                    <a:pt x="2397166" y="1044315"/>
                  </a:lnTo>
                  <a:lnTo>
                    <a:pt x="2396094" y="1044304"/>
                  </a:lnTo>
                  <a:lnTo>
                    <a:pt x="2395023" y="1044293"/>
                  </a:lnTo>
                  <a:lnTo>
                    <a:pt x="2393951" y="1044280"/>
                  </a:lnTo>
                  <a:lnTo>
                    <a:pt x="2392880" y="1044268"/>
                  </a:lnTo>
                  <a:lnTo>
                    <a:pt x="2391808" y="1044254"/>
                  </a:lnTo>
                  <a:lnTo>
                    <a:pt x="2390736" y="1044240"/>
                  </a:lnTo>
                  <a:lnTo>
                    <a:pt x="2389665" y="1044225"/>
                  </a:lnTo>
                  <a:lnTo>
                    <a:pt x="2388593" y="1044210"/>
                  </a:lnTo>
                  <a:lnTo>
                    <a:pt x="2387522" y="1044194"/>
                  </a:lnTo>
                  <a:lnTo>
                    <a:pt x="2386450" y="1044177"/>
                  </a:lnTo>
                  <a:lnTo>
                    <a:pt x="2385378" y="1044159"/>
                  </a:lnTo>
                  <a:lnTo>
                    <a:pt x="2384307" y="1044141"/>
                  </a:lnTo>
                  <a:lnTo>
                    <a:pt x="2383235" y="1044122"/>
                  </a:lnTo>
                  <a:lnTo>
                    <a:pt x="2382164" y="1044102"/>
                  </a:lnTo>
                  <a:lnTo>
                    <a:pt x="2381092" y="1044082"/>
                  </a:lnTo>
                  <a:lnTo>
                    <a:pt x="2380020" y="1044060"/>
                  </a:lnTo>
                  <a:lnTo>
                    <a:pt x="2378949" y="1044038"/>
                  </a:lnTo>
                  <a:lnTo>
                    <a:pt x="2377877" y="1044016"/>
                  </a:lnTo>
                  <a:lnTo>
                    <a:pt x="2376806" y="1043993"/>
                  </a:lnTo>
                  <a:lnTo>
                    <a:pt x="2375734" y="1043969"/>
                  </a:lnTo>
                  <a:lnTo>
                    <a:pt x="2374662" y="1043944"/>
                  </a:lnTo>
                  <a:lnTo>
                    <a:pt x="2373591" y="1043918"/>
                  </a:lnTo>
                  <a:lnTo>
                    <a:pt x="2372519" y="1043892"/>
                  </a:lnTo>
                  <a:lnTo>
                    <a:pt x="2371448" y="1043865"/>
                  </a:lnTo>
                  <a:lnTo>
                    <a:pt x="2370376" y="1043838"/>
                  </a:lnTo>
                  <a:lnTo>
                    <a:pt x="2369304" y="1043809"/>
                  </a:lnTo>
                  <a:lnTo>
                    <a:pt x="2368233" y="1043780"/>
                  </a:lnTo>
                  <a:lnTo>
                    <a:pt x="2367161" y="1043750"/>
                  </a:lnTo>
                  <a:lnTo>
                    <a:pt x="2366090" y="1043720"/>
                  </a:lnTo>
                  <a:lnTo>
                    <a:pt x="2365018" y="1043688"/>
                  </a:lnTo>
                  <a:lnTo>
                    <a:pt x="2363946" y="1043656"/>
                  </a:lnTo>
                  <a:lnTo>
                    <a:pt x="2362875" y="1043623"/>
                  </a:lnTo>
                  <a:lnTo>
                    <a:pt x="2361803" y="1043590"/>
                  </a:lnTo>
                  <a:lnTo>
                    <a:pt x="2360732" y="1043555"/>
                  </a:lnTo>
                  <a:lnTo>
                    <a:pt x="2359660" y="1043520"/>
                  </a:lnTo>
                  <a:lnTo>
                    <a:pt x="2358588" y="1043484"/>
                  </a:lnTo>
                  <a:lnTo>
                    <a:pt x="2357517" y="1043448"/>
                  </a:lnTo>
                  <a:lnTo>
                    <a:pt x="2356445" y="1043410"/>
                  </a:lnTo>
                  <a:lnTo>
                    <a:pt x="2355374" y="1043372"/>
                  </a:lnTo>
                  <a:lnTo>
                    <a:pt x="2354302" y="1043333"/>
                  </a:lnTo>
                  <a:lnTo>
                    <a:pt x="2353230" y="1043294"/>
                  </a:lnTo>
                  <a:lnTo>
                    <a:pt x="2352159" y="1043253"/>
                  </a:lnTo>
                  <a:lnTo>
                    <a:pt x="2351087" y="1043212"/>
                  </a:lnTo>
                  <a:lnTo>
                    <a:pt x="2350016" y="1043170"/>
                  </a:lnTo>
                  <a:lnTo>
                    <a:pt x="2348944" y="1043127"/>
                  </a:lnTo>
                  <a:lnTo>
                    <a:pt x="2347872" y="1043084"/>
                  </a:lnTo>
                  <a:lnTo>
                    <a:pt x="2346801" y="1043039"/>
                  </a:lnTo>
                  <a:lnTo>
                    <a:pt x="2345729" y="1042994"/>
                  </a:lnTo>
                  <a:lnTo>
                    <a:pt x="2344658" y="1042948"/>
                  </a:lnTo>
                  <a:lnTo>
                    <a:pt x="2343586" y="1042902"/>
                  </a:lnTo>
                  <a:lnTo>
                    <a:pt x="2342514" y="1042854"/>
                  </a:lnTo>
                  <a:lnTo>
                    <a:pt x="2341443" y="1042806"/>
                  </a:lnTo>
                  <a:lnTo>
                    <a:pt x="2340371" y="1042757"/>
                  </a:lnTo>
                  <a:lnTo>
                    <a:pt x="2339300" y="1042707"/>
                  </a:lnTo>
                  <a:lnTo>
                    <a:pt x="2338228" y="1042657"/>
                  </a:lnTo>
                  <a:lnTo>
                    <a:pt x="2337156" y="1042605"/>
                  </a:lnTo>
                  <a:lnTo>
                    <a:pt x="2336085" y="1042553"/>
                  </a:lnTo>
                  <a:lnTo>
                    <a:pt x="2335013" y="1042500"/>
                  </a:lnTo>
                  <a:lnTo>
                    <a:pt x="2333942" y="1042446"/>
                  </a:lnTo>
                  <a:lnTo>
                    <a:pt x="2332870" y="1042391"/>
                  </a:lnTo>
                  <a:lnTo>
                    <a:pt x="2331798" y="1042336"/>
                  </a:lnTo>
                  <a:lnTo>
                    <a:pt x="2330727" y="1042279"/>
                  </a:lnTo>
                  <a:lnTo>
                    <a:pt x="2329655" y="1042222"/>
                  </a:lnTo>
                  <a:lnTo>
                    <a:pt x="2328584" y="1042164"/>
                  </a:lnTo>
                  <a:lnTo>
                    <a:pt x="2327512" y="1042106"/>
                  </a:lnTo>
                  <a:lnTo>
                    <a:pt x="2326440" y="1042046"/>
                  </a:lnTo>
                  <a:lnTo>
                    <a:pt x="2325369" y="1041986"/>
                  </a:lnTo>
                  <a:lnTo>
                    <a:pt x="2324297" y="1041924"/>
                  </a:lnTo>
                  <a:lnTo>
                    <a:pt x="2323226" y="1041862"/>
                  </a:lnTo>
                  <a:lnTo>
                    <a:pt x="2322154" y="1041799"/>
                  </a:lnTo>
                  <a:lnTo>
                    <a:pt x="2321082" y="1041736"/>
                  </a:lnTo>
                  <a:lnTo>
                    <a:pt x="2320011" y="1041671"/>
                  </a:lnTo>
                  <a:lnTo>
                    <a:pt x="2318939" y="1041606"/>
                  </a:lnTo>
                  <a:lnTo>
                    <a:pt x="2317868" y="1041539"/>
                  </a:lnTo>
                  <a:lnTo>
                    <a:pt x="2316796" y="1041472"/>
                  </a:lnTo>
                  <a:lnTo>
                    <a:pt x="2315724" y="1041404"/>
                  </a:lnTo>
                  <a:lnTo>
                    <a:pt x="2314653" y="1041336"/>
                  </a:lnTo>
                  <a:lnTo>
                    <a:pt x="2313581" y="1041266"/>
                  </a:lnTo>
                  <a:lnTo>
                    <a:pt x="2312510" y="1041196"/>
                  </a:lnTo>
                  <a:lnTo>
                    <a:pt x="2311438" y="1041124"/>
                  </a:lnTo>
                  <a:lnTo>
                    <a:pt x="2310366" y="1041052"/>
                  </a:lnTo>
                  <a:lnTo>
                    <a:pt x="2309295" y="1040979"/>
                  </a:lnTo>
                  <a:lnTo>
                    <a:pt x="2308223" y="1040905"/>
                  </a:lnTo>
                  <a:lnTo>
                    <a:pt x="2307152" y="1040830"/>
                  </a:lnTo>
                  <a:lnTo>
                    <a:pt x="2306080" y="1040755"/>
                  </a:lnTo>
                  <a:lnTo>
                    <a:pt x="2305009" y="1040678"/>
                  </a:lnTo>
                  <a:lnTo>
                    <a:pt x="2303937" y="1040601"/>
                  </a:lnTo>
                  <a:lnTo>
                    <a:pt x="2302865" y="1040522"/>
                  </a:lnTo>
                  <a:lnTo>
                    <a:pt x="2301794" y="1040443"/>
                  </a:lnTo>
                  <a:lnTo>
                    <a:pt x="2300722" y="1040363"/>
                  </a:lnTo>
                  <a:lnTo>
                    <a:pt x="2299651" y="1040282"/>
                  </a:lnTo>
                  <a:lnTo>
                    <a:pt x="2298579" y="1040201"/>
                  </a:lnTo>
                  <a:lnTo>
                    <a:pt x="2297507" y="1040118"/>
                  </a:lnTo>
                  <a:lnTo>
                    <a:pt x="2296436" y="1040034"/>
                  </a:lnTo>
                  <a:lnTo>
                    <a:pt x="2295364" y="1039950"/>
                  </a:lnTo>
                  <a:lnTo>
                    <a:pt x="2294293" y="1039865"/>
                  </a:lnTo>
                  <a:lnTo>
                    <a:pt x="2293221" y="1039778"/>
                  </a:lnTo>
                  <a:lnTo>
                    <a:pt x="2292149" y="1039691"/>
                  </a:lnTo>
                  <a:lnTo>
                    <a:pt x="2291078" y="1039603"/>
                  </a:lnTo>
                  <a:lnTo>
                    <a:pt x="2290006" y="1039514"/>
                  </a:lnTo>
                  <a:lnTo>
                    <a:pt x="2288935" y="1039425"/>
                  </a:lnTo>
                  <a:lnTo>
                    <a:pt x="2287863" y="1039334"/>
                  </a:lnTo>
                  <a:lnTo>
                    <a:pt x="2286791" y="1039242"/>
                  </a:lnTo>
                  <a:lnTo>
                    <a:pt x="2285720" y="1039150"/>
                  </a:lnTo>
                  <a:lnTo>
                    <a:pt x="2284648" y="1039056"/>
                  </a:lnTo>
                  <a:lnTo>
                    <a:pt x="2283577" y="1038962"/>
                  </a:lnTo>
                  <a:lnTo>
                    <a:pt x="2282505" y="1038867"/>
                  </a:lnTo>
                  <a:lnTo>
                    <a:pt x="2281433" y="1038771"/>
                  </a:lnTo>
                  <a:lnTo>
                    <a:pt x="2280362" y="1038673"/>
                  </a:lnTo>
                  <a:lnTo>
                    <a:pt x="2279290" y="1038575"/>
                  </a:lnTo>
                  <a:lnTo>
                    <a:pt x="2278219" y="1038476"/>
                  </a:lnTo>
                  <a:lnTo>
                    <a:pt x="2277147" y="1038377"/>
                  </a:lnTo>
                  <a:lnTo>
                    <a:pt x="2276075" y="1038276"/>
                  </a:lnTo>
                  <a:lnTo>
                    <a:pt x="2275004" y="1038174"/>
                  </a:lnTo>
                  <a:lnTo>
                    <a:pt x="2273932" y="1038071"/>
                  </a:lnTo>
                  <a:lnTo>
                    <a:pt x="2272861" y="1037968"/>
                  </a:lnTo>
                  <a:lnTo>
                    <a:pt x="2271789" y="1037863"/>
                  </a:lnTo>
                  <a:lnTo>
                    <a:pt x="2270717" y="1037758"/>
                  </a:lnTo>
                  <a:lnTo>
                    <a:pt x="2269646" y="1037651"/>
                  </a:lnTo>
                  <a:lnTo>
                    <a:pt x="2268574" y="1037544"/>
                  </a:lnTo>
                  <a:lnTo>
                    <a:pt x="2267503" y="1037436"/>
                  </a:lnTo>
                  <a:lnTo>
                    <a:pt x="2266431" y="1037327"/>
                  </a:lnTo>
                  <a:lnTo>
                    <a:pt x="2265359" y="1037216"/>
                  </a:lnTo>
                  <a:lnTo>
                    <a:pt x="2264288" y="1037105"/>
                  </a:lnTo>
                  <a:lnTo>
                    <a:pt x="2263216" y="1036993"/>
                  </a:lnTo>
                  <a:lnTo>
                    <a:pt x="2262145" y="1036880"/>
                  </a:lnTo>
                  <a:lnTo>
                    <a:pt x="2261073" y="1036766"/>
                  </a:lnTo>
                  <a:lnTo>
                    <a:pt x="2260001" y="1036651"/>
                  </a:lnTo>
                  <a:lnTo>
                    <a:pt x="2258930" y="1036535"/>
                  </a:lnTo>
                  <a:lnTo>
                    <a:pt x="2257858" y="1036418"/>
                  </a:lnTo>
                  <a:lnTo>
                    <a:pt x="2256787" y="1036300"/>
                  </a:lnTo>
                  <a:lnTo>
                    <a:pt x="2255715" y="1036181"/>
                  </a:lnTo>
                  <a:lnTo>
                    <a:pt x="2254643" y="1036062"/>
                  </a:lnTo>
                  <a:lnTo>
                    <a:pt x="2253572" y="1035941"/>
                  </a:lnTo>
                  <a:lnTo>
                    <a:pt x="2252500" y="1035819"/>
                  </a:lnTo>
                  <a:lnTo>
                    <a:pt x="2251429" y="1035696"/>
                  </a:lnTo>
                  <a:lnTo>
                    <a:pt x="2250357" y="1035572"/>
                  </a:lnTo>
                  <a:lnTo>
                    <a:pt x="2249285" y="1035448"/>
                  </a:lnTo>
                  <a:lnTo>
                    <a:pt x="2248214" y="1035322"/>
                  </a:lnTo>
                  <a:lnTo>
                    <a:pt x="2247142" y="1035195"/>
                  </a:lnTo>
                  <a:lnTo>
                    <a:pt x="2246071" y="1035068"/>
                  </a:lnTo>
                  <a:lnTo>
                    <a:pt x="2244999" y="1034939"/>
                  </a:lnTo>
                  <a:lnTo>
                    <a:pt x="2243927" y="1034809"/>
                  </a:lnTo>
                  <a:lnTo>
                    <a:pt x="2242856" y="1034679"/>
                  </a:lnTo>
                  <a:lnTo>
                    <a:pt x="2241784" y="1034547"/>
                  </a:lnTo>
                  <a:lnTo>
                    <a:pt x="2240713" y="1034414"/>
                  </a:lnTo>
                  <a:lnTo>
                    <a:pt x="2239641" y="1034281"/>
                  </a:lnTo>
                  <a:lnTo>
                    <a:pt x="2238569" y="1034146"/>
                  </a:lnTo>
                  <a:lnTo>
                    <a:pt x="2237498" y="1034010"/>
                  </a:lnTo>
                  <a:lnTo>
                    <a:pt x="2236426" y="1033874"/>
                  </a:lnTo>
                  <a:lnTo>
                    <a:pt x="2235355" y="1033736"/>
                  </a:lnTo>
                  <a:lnTo>
                    <a:pt x="2234283" y="1033597"/>
                  </a:lnTo>
                  <a:lnTo>
                    <a:pt x="2233211" y="1033457"/>
                  </a:lnTo>
                  <a:lnTo>
                    <a:pt x="2232140" y="1033317"/>
                  </a:lnTo>
                  <a:lnTo>
                    <a:pt x="2231068" y="1033175"/>
                  </a:lnTo>
                  <a:lnTo>
                    <a:pt x="2229997" y="1033032"/>
                  </a:lnTo>
                  <a:lnTo>
                    <a:pt x="2228925" y="1032888"/>
                  </a:lnTo>
                  <a:lnTo>
                    <a:pt x="2227853" y="1032743"/>
                  </a:lnTo>
                  <a:lnTo>
                    <a:pt x="2226782" y="1032597"/>
                  </a:lnTo>
                  <a:lnTo>
                    <a:pt x="2225710" y="1032450"/>
                  </a:lnTo>
                  <a:lnTo>
                    <a:pt x="2224639" y="1032302"/>
                  </a:lnTo>
                  <a:lnTo>
                    <a:pt x="2223567" y="1032153"/>
                  </a:lnTo>
                  <a:lnTo>
                    <a:pt x="2222495" y="1032003"/>
                  </a:lnTo>
                  <a:lnTo>
                    <a:pt x="2221424" y="1031852"/>
                  </a:lnTo>
                  <a:lnTo>
                    <a:pt x="2220352" y="1031700"/>
                  </a:lnTo>
                  <a:lnTo>
                    <a:pt x="2219281" y="1031547"/>
                  </a:lnTo>
                  <a:lnTo>
                    <a:pt x="2218209" y="1031393"/>
                  </a:lnTo>
                  <a:lnTo>
                    <a:pt x="2217137" y="1031237"/>
                  </a:lnTo>
                  <a:lnTo>
                    <a:pt x="2216066" y="1031081"/>
                  </a:lnTo>
                  <a:lnTo>
                    <a:pt x="2214994" y="1030924"/>
                  </a:lnTo>
                  <a:lnTo>
                    <a:pt x="2213923" y="1030765"/>
                  </a:lnTo>
                  <a:lnTo>
                    <a:pt x="2212851" y="1030606"/>
                  </a:lnTo>
                  <a:lnTo>
                    <a:pt x="2211779" y="1030445"/>
                  </a:lnTo>
                  <a:lnTo>
                    <a:pt x="2210708" y="1030283"/>
                  </a:lnTo>
                  <a:lnTo>
                    <a:pt x="2209636" y="1030121"/>
                  </a:lnTo>
                  <a:lnTo>
                    <a:pt x="2208565" y="1029957"/>
                  </a:lnTo>
                  <a:lnTo>
                    <a:pt x="2207493" y="1029792"/>
                  </a:lnTo>
                  <a:lnTo>
                    <a:pt x="2206421" y="1029626"/>
                  </a:lnTo>
                  <a:lnTo>
                    <a:pt x="2205350" y="1029459"/>
                  </a:lnTo>
                  <a:lnTo>
                    <a:pt x="2204278" y="1029291"/>
                  </a:lnTo>
                  <a:lnTo>
                    <a:pt x="2203207" y="1029122"/>
                  </a:lnTo>
                  <a:lnTo>
                    <a:pt x="2202135" y="1028952"/>
                  </a:lnTo>
                  <a:lnTo>
                    <a:pt x="2201063" y="1028780"/>
                  </a:lnTo>
                  <a:lnTo>
                    <a:pt x="2199992" y="1028608"/>
                  </a:lnTo>
                  <a:lnTo>
                    <a:pt x="2198920" y="1028434"/>
                  </a:lnTo>
                  <a:lnTo>
                    <a:pt x="2197849" y="1028260"/>
                  </a:lnTo>
                  <a:lnTo>
                    <a:pt x="2196777" y="1028084"/>
                  </a:lnTo>
                  <a:lnTo>
                    <a:pt x="2195705" y="1027907"/>
                  </a:lnTo>
                  <a:lnTo>
                    <a:pt x="2194634" y="1027729"/>
                  </a:lnTo>
                  <a:lnTo>
                    <a:pt x="2193562" y="1027550"/>
                  </a:lnTo>
                  <a:lnTo>
                    <a:pt x="2192491" y="1027370"/>
                  </a:lnTo>
                  <a:lnTo>
                    <a:pt x="2191419" y="1027189"/>
                  </a:lnTo>
                  <a:lnTo>
                    <a:pt x="2190347" y="1027007"/>
                  </a:lnTo>
                  <a:lnTo>
                    <a:pt x="2189276" y="1026823"/>
                  </a:lnTo>
                  <a:lnTo>
                    <a:pt x="2188204" y="1026639"/>
                  </a:lnTo>
                  <a:lnTo>
                    <a:pt x="2187133" y="1026453"/>
                  </a:lnTo>
                  <a:lnTo>
                    <a:pt x="2186061" y="1026266"/>
                  </a:lnTo>
                  <a:lnTo>
                    <a:pt x="2184989" y="1026079"/>
                  </a:lnTo>
                  <a:lnTo>
                    <a:pt x="2183918" y="1025890"/>
                  </a:lnTo>
                  <a:lnTo>
                    <a:pt x="2182846" y="1025699"/>
                  </a:lnTo>
                  <a:lnTo>
                    <a:pt x="2181775" y="1025508"/>
                  </a:lnTo>
                  <a:lnTo>
                    <a:pt x="2180703" y="1025316"/>
                  </a:lnTo>
                  <a:lnTo>
                    <a:pt x="2179631" y="1025122"/>
                  </a:lnTo>
                  <a:lnTo>
                    <a:pt x="2178560" y="1024928"/>
                  </a:lnTo>
                  <a:lnTo>
                    <a:pt x="2177488" y="1024732"/>
                  </a:lnTo>
                  <a:lnTo>
                    <a:pt x="2176417" y="1024535"/>
                  </a:lnTo>
                  <a:lnTo>
                    <a:pt x="2175345" y="1024337"/>
                  </a:lnTo>
                  <a:lnTo>
                    <a:pt x="2174273" y="1024138"/>
                  </a:lnTo>
                  <a:lnTo>
                    <a:pt x="2173202" y="1023937"/>
                  </a:lnTo>
                  <a:lnTo>
                    <a:pt x="2172130" y="1023736"/>
                  </a:lnTo>
                  <a:lnTo>
                    <a:pt x="2171059" y="1023533"/>
                  </a:lnTo>
                  <a:lnTo>
                    <a:pt x="2169987" y="1023329"/>
                  </a:lnTo>
                  <a:lnTo>
                    <a:pt x="2168915" y="1023125"/>
                  </a:lnTo>
                  <a:lnTo>
                    <a:pt x="2167844" y="1022918"/>
                  </a:lnTo>
                  <a:lnTo>
                    <a:pt x="2166772" y="1022711"/>
                  </a:lnTo>
                  <a:lnTo>
                    <a:pt x="2165701" y="1022503"/>
                  </a:lnTo>
                  <a:lnTo>
                    <a:pt x="2164629" y="1022293"/>
                  </a:lnTo>
                  <a:lnTo>
                    <a:pt x="2163557" y="1022083"/>
                  </a:lnTo>
                  <a:lnTo>
                    <a:pt x="2162486" y="1021871"/>
                  </a:lnTo>
                  <a:lnTo>
                    <a:pt x="2161414" y="1021658"/>
                  </a:lnTo>
                  <a:lnTo>
                    <a:pt x="2160343" y="1021443"/>
                  </a:lnTo>
                  <a:lnTo>
                    <a:pt x="2159271" y="1021228"/>
                  </a:lnTo>
                  <a:lnTo>
                    <a:pt x="2158199" y="1021011"/>
                  </a:lnTo>
                  <a:lnTo>
                    <a:pt x="2157128" y="1020794"/>
                  </a:lnTo>
                  <a:lnTo>
                    <a:pt x="2156056" y="1020575"/>
                  </a:lnTo>
                  <a:lnTo>
                    <a:pt x="2154985" y="1020354"/>
                  </a:lnTo>
                  <a:lnTo>
                    <a:pt x="2153913" y="1020133"/>
                  </a:lnTo>
                  <a:lnTo>
                    <a:pt x="2152841" y="1019911"/>
                  </a:lnTo>
                  <a:lnTo>
                    <a:pt x="2151770" y="1019687"/>
                  </a:lnTo>
                  <a:lnTo>
                    <a:pt x="2150698" y="1019462"/>
                  </a:lnTo>
                  <a:lnTo>
                    <a:pt x="2149627" y="1019236"/>
                  </a:lnTo>
                  <a:lnTo>
                    <a:pt x="2148555" y="1019009"/>
                  </a:lnTo>
                  <a:lnTo>
                    <a:pt x="2147483" y="1018780"/>
                  </a:lnTo>
                  <a:lnTo>
                    <a:pt x="2146412" y="1018551"/>
                  </a:lnTo>
                  <a:lnTo>
                    <a:pt x="2145340" y="1018320"/>
                  </a:lnTo>
                  <a:lnTo>
                    <a:pt x="2144269" y="1018088"/>
                  </a:lnTo>
                  <a:lnTo>
                    <a:pt x="2143197" y="1017854"/>
                  </a:lnTo>
                  <a:lnTo>
                    <a:pt x="2142125" y="1017620"/>
                  </a:lnTo>
                  <a:lnTo>
                    <a:pt x="2141054" y="1017384"/>
                  </a:lnTo>
                  <a:lnTo>
                    <a:pt x="2139982" y="1017147"/>
                  </a:lnTo>
                  <a:lnTo>
                    <a:pt x="2138911" y="1016909"/>
                  </a:lnTo>
                  <a:lnTo>
                    <a:pt x="2137839" y="1016670"/>
                  </a:lnTo>
                  <a:lnTo>
                    <a:pt x="2136767" y="1016429"/>
                  </a:lnTo>
                  <a:lnTo>
                    <a:pt x="2135696" y="1016188"/>
                  </a:lnTo>
                  <a:lnTo>
                    <a:pt x="2134624" y="1015945"/>
                  </a:lnTo>
                  <a:lnTo>
                    <a:pt x="2133553" y="1015700"/>
                  </a:lnTo>
                  <a:lnTo>
                    <a:pt x="2132481" y="1015455"/>
                  </a:lnTo>
                  <a:lnTo>
                    <a:pt x="2131409" y="1015208"/>
                  </a:lnTo>
                  <a:lnTo>
                    <a:pt x="2130338" y="1014960"/>
                  </a:lnTo>
                  <a:lnTo>
                    <a:pt x="2129266" y="1014711"/>
                  </a:lnTo>
                  <a:lnTo>
                    <a:pt x="2128195" y="1014461"/>
                  </a:lnTo>
                  <a:lnTo>
                    <a:pt x="2127123" y="1014209"/>
                  </a:lnTo>
                  <a:lnTo>
                    <a:pt x="2126052" y="1013956"/>
                  </a:lnTo>
                  <a:lnTo>
                    <a:pt x="2124980" y="1013702"/>
                  </a:lnTo>
                  <a:lnTo>
                    <a:pt x="2123908" y="1013447"/>
                  </a:lnTo>
                  <a:lnTo>
                    <a:pt x="2122837" y="1013190"/>
                  </a:lnTo>
                  <a:lnTo>
                    <a:pt x="2121765" y="1012932"/>
                  </a:lnTo>
                  <a:lnTo>
                    <a:pt x="2120694" y="1012673"/>
                  </a:lnTo>
                  <a:lnTo>
                    <a:pt x="2119622" y="1012413"/>
                  </a:lnTo>
                  <a:lnTo>
                    <a:pt x="2118550" y="1012151"/>
                  </a:lnTo>
                  <a:lnTo>
                    <a:pt x="2117479" y="1011888"/>
                  </a:lnTo>
                  <a:lnTo>
                    <a:pt x="2116407" y="1011624"/>
                  </a:lnTo>
                  <a:lnTo>
                    <a:pt x="2115336" y="1011359"/>
                  </a:lnTo>
                  <a:lnTo>
                    <a:pt x="2114264" y="1011092"/>
                  </a:lnTo>
                  <a:lnTo>
                    <a:pt x="2113192" y="1010824"/>
                  </a:lnTo>
                  <a:lnTo>
                    <a:pt x="2112121" y="1010555"/>
                  </a:lnTo>
                  <a:lnTo>
                    <a:pt x="2111049" y="1010284"/>
                  </a:lnTo>
                  <a:lnTo>
                    <a:pt x="2109978" y="1010013"/>
                  </a:lnTo>
                  <a:lnTo>
                    <a:pt x="2108906" y="1009740"/>
                  </a:lnTo>
                  <a:lnTo>
                    <a:pt x="2107834" y="1009465"/>
                  </a:lnTo>
                  <a:lnTo>
                    <a:pt x="2106763" y="1009190"/>
                  </a:lnTo>
                  <a:lnTo>
                    <a:pt x="2105691" y="1008913"/>
                  </a:lnTo>
                  <a:lnTo>
                    <a:pt x="2104620" y="1008635"/>
                  </a:lnTo>
                  <a:lnTo>
                    <a:pt x="2103548" y="1008355"/>
                  </a:lnTo>
                  <a:lnTo>
                    <a:pt x="2102476" y="1008074"/>
                  </a:lnTo>
                  <a:lnTo>
                    <a:pt x="2101405" y="1007792"/>
                  </a:lnTo>
                  <a:lnTo>
                    <a:pt x="2100333" y="1007509"/>
                  </a:lnTo>
                  <a:lnTo>
                    <a:pt x="2099262" y="1007224"/>
                  </a:lnTo>
                  <a:lnTo>
                    <a:pt x="2098190" y="1006938"/>
                  </a:lnTo>
                  <a:lnTo>
                    <a:pt x="2097118" y="1006651"/>
                  </a:lnTo>
                  <a:lnTo>
                    <a:pt x="2096047" y="1006363"/>
                  </a:lnTo>
                  <a:lnTo>
                    <a:pt x="2094975" y="1006073"/>
                  </a:lnTo>
                  <a:lnTo>
                    <a:pt x="2093904" y="1005782"/>
                  </a:lnTo>
                  <a:lnTo>
                    <a:pt x="2092832" y="1005489"/>
                  </a:lnTo>
                  <a:lnTo>
                    <a:pt x="2091760" y="1005196"/>
                  </a:lnTo>
                  <a:lnTo>
                    <a:pt x="2090689" y="1004900"/>
                  </a:lnTo>
                  <a:lnTo>
                    <a:pt x="2089617" y="1004604"/>
                  </a:lnTo>
                  <a:lnTo>
                    <a:pt x="2088546" y="1004306"/>
                  </a:lnTo>
                  <a:lnTo>
                    <a:pt x="2087474" y="1004007"/>
                  </a:lnTo>
                  <a:lnTo>
                    <a:pt x="2086402" y="1003707"/>
                  </a:lnTo>
                  <a:lnTo>
                    <a:pt x="2085331" y="1003405"/>
                  </a:lnTo>
                  <a:lnTo>
                    <a:pt x="2084259" y="1003102"/>
                  </a:lnTo>
                  <a:lnTo>
                    <a:pt x="2083188" y="1002798"/>
                  </a:lnTo>
                  <a:lnTo>
                    <a:pt x="2082116" y="1002492"/>
                  </a:lnTo>
                  <a:lnTo>
                    <a:pt x="2081044" y="1002185"/>
                  </a:lnTo>
                  <a:lnTo>
                    <a:pt x="2079973" y="1001877"/>
                  </a:lnTo>
                  <a:lnTo>
                    <a:pt x="2078901" y="1001568"/>
                  </a:lnTo>
                  <a:lnTo>
                    <a:pt x="2077830" y="1001257"/>
                  </a:lnTo>
                  <a:lnTo>
                    <a:pt x="2076758" y="1000944"/>
                  </a:lnTo>
                  <a:lnTo>
                    <a:pt x="2075686" y="1000631"/>
                  </a:lnTo>
                  <a:lnTo>
                    <a:pt x="2074615" y="1000316"/>
                  </a:lnTo>
                  <a:lnTo>
                    <a:pt x="2073543" y="999999"/>
                  </a:lnTo>
                  <a:lnTo>
                    <a:pt x="2072472" y="999682"/>
                  </a:lnTo>
                  <a:lnTo>
                    <a:pt x="2071400" y="999363"/>
                  </a:lnTo>
                  <a:lnTo>
                    <a:pt x="2070328" y="999042"/>
                  </a:lnTo>
                  <a:lnTo>
                    <a:pt x="2069257" y="998720"/>
                  </a:lnTo>
                  <a:lnTo>
                    <a:pt x="2068185" y="998397"/>
                  </a:lnTo>
                  <a:lnTo>
                    <a:pt x="2067114" y="998073"/>
                  </a:lnTo>
                  <a:lnTo>
                    <a:pt x="2066042" y="997747"/>
                  </a:lnTo>
                  <a:lnTo>
                    <a:pt x="2064970" y="997420"/>
                  </a:lnTo>
                  <a:lnTo>
                    <a:pt x="2063899" y="997091"/>
                  </a:lnTo>
                  <a:lnTo>
                    <a:pt x="2062827" y="996762"/>
                  </a:lnTo>
                  <a:lnTo>
                    <a:pt x="2061756" y="996430"/>
                  </a:lnTo>
                  <a:lnTo>
                    <a:pt x="2060684" y="996098"/>
                  </a:lnTo>
                  <a:lnTo>
                    <a:pt x="2059612" y="995764"/>
                  </a:lnTo>
                  <a:lnTo>
                    <a:pt x="2058541" y="995428"/>
                  </a:lnTo>
                  <a:lnTo>
                    <a:pt x="2057469" y="995092"/>
                  </a:lnTo>
                  <a:lnTo>
                    <a:pt x="2056398" y="994754"/>
                  </a:lnTo>
                  <a:lnTo>
                    <a:pt x="2055326" y="994414"/>
                  </a:lnTo>
                  <a:lnTo>
                    <a:pt x="2054254" y="994073"/>
                  </a:lnTo>
                  <a:lnTo>
                    <a:pt x="2053183" y="993731"/>
                  </a:lnTo>
                  <a:lnTo>
                    <a:pt x="2052111" y="993387"/>
                  </a:lnTo>
                  <a:lnTo>
                    <a:pt x="2051040" y="993042"/>
                  </a:lnTo>
                  <a:lnTo>
                    <a:pt x="2049968" y="992696"/>
                  </a:lnTo>
                  <a:lnTo>
                    <a:pt x="2048896" y="992348"/>
                  </a:lnTo>
                  <a:lnTo>
                    <a:pt x="2047825" y="991999"/>
                  </a:lnTo>
                  <a:lnTo>
                    <a:pt x="2046753" y="991649"/>
                  </a:lnTo>
                  <a:lnTo>
                    <a:pt x="2045682" y="991297"/>
                  </a:lnTo>
                  <a:lnTo>
                    <a:pt x="2044610" y="990943"/>
                  </a:lnTo>
                  <a:lnTo>
                    <a:pt x="2043538" y="990589"/>
                  </a:lnTo>
                  <a:lnTo>
                    <a:pt x="2042467" y="990232"/>
                  </a:lnTo>
                  <a:lnTo>
                    <a:pt x="2041395" y="989875"/>
                  </a:lnTo>
                  <a:lnTo>
                    <a:pt x="2040324" y="989516"/>
                  </a:lnTo>
                  <a:lnTo>
                    <a:pt x="2039252" y="989156"/>
                  </a:lnTo>
                  <a:lnTo>
                    <a:pt x="2038180" y="988794"/>
                  </a:lnTo>
                  <a:lnTo>
                    <a:pt x="2037109" y="988431"/>
                  </a:lnTo>
                  <a:lnTo>
                    <a:pt x="2036037" y="988067"/>
                  </a:lnTo>
                  <a:lnTo>
                    <a:pt x="2034966" y="987701"/>
                  </a:lnTo>
                  <a:lnTo>
                    <a:pt x="2033894" y="987334"/>
                  </a:lnTo>
                  <a:lnTo>
                    <a:pt x="2032822" y="986966"/>
                  </a:lnTo>
                  <a:lnTo>
                    <a:pt x="2031751" y="986596"/>
                  </a:lnTo>
                  <a:lnTo>
                    <a:pt x="2030679" y="986225"/>
                  </a:lnTo>
                  <a:lnTo>
                    <a:pt x="2029608" y="985853"/>
                  </a:lnTo>
                  <a:lnTo>
                    <a:pt x="2028536" y="985479"/>
                  </a:lnTo>
                  <a:lnTo>
                    <a:pt x="2027464" y="985104"/>
                  </a:lnTo>
                  <a:lnTo>
                    <a:pt x="2026393" y="984728"/>
                  </a:lnTo>
                  <a:lnTo>
                    <a:pt x="2025321" y="984351"/>
                  </a:lnTo>
                  <a:lnTo>
                    <a:pt x="2024250" y="983972"/>
                  </a:lnTo>
                  <a:lnTo>
                    <a:pt x="2023178" y="983593"/>
                  </a:lnTo>
                  <a:lnTo>
                    <a:pt x="2022106" y="983212"/>
                  </a:lnTo>
                  <a:lnTo>
                    <a:pt x="2021035" y="982829"/>
                  </a:lnTo>
                  <a:lnTo>
                    <a:pt x="2019963" y="982446"/>
                  </a:lnTo>
                  <a:lnTo>
                    <a:pt x="2018892" y="982062"/>
                  </a:lnTo>
                  <a:lnTo>
                    <a:pt x="2017820" y="981676"/>
                  </a:lnTo>
                  <a:lnTo>
                    <a:pt x="2016748" y="981289"/>
                  </a:lnTo>
                  <a:lnTo>
                    <a:pt x="2015677" y="980901"/>
                  </a:lnTo>
                  <a:lnTo>
                    <a:pt x="2014605" y="980512"/>
                  </a:lnTo>
                  <a:lnTo>
                    <a:pt x="2013534" y="980122"/>
                  </a:lnTo>
                  <a:lnTo>
                    <a:pt x="2012462" y="979730"/>
                  </a:lnTo>
                  <a:lnTo>
                    <a:pt x="2011390" y="979338"/>
                  </a:lnTo>
                  <a:lnTo>
                    <a:pt x="2010319" y="978944"/>
                  </a:lnTo>
                  <a:lnTo>
                    <a:pt x="2009247" y="978550"/>
                  </a:lnTo>
                  <a:lnTo>
                    <a:pt x="2008176" y="978154"/>
                  </a:lnTo>
                  <a:lnTo>
                    <a:pt x="2007104" y="977757"/>
                  </a:lnTo>
                  <a:lnTo>
                    <a:pt x="2006032" y="977359"/>
                  </a:lnTo>
                  <a:lnTo>
                    <a:pt x="2004961" y="976961"/>
                  </a:lnTo>
                  <a:lnTo>
                    <a:pt x="2003889" y="976561"/>
                  </a:lnTo>
                  <a:lnTo>
                    <a:pt x="2002818" y="976160"/>
                  </a:lnTo>
                  <a:lnTo>
                    <a:pt x="2001746" y="975758"/>
                  </a:lnTo>
                  <a:lnTo>
                    <a:pt x="2000674" y="975355"/>
                  </a:lnTo>
                  <a:lnTo>
                    <a:pt x="1999603" y="974951"/>
                  </a:lnTo>
                  <a:lnTo>
                    <a:pt x="1998531" y="974546"/>
                  </a:lnTo>
                  <a:lnTo>
                    <a:pt x="1997460" y="974141"/>
                  </a:lnTo>
                  <a:lnTo>
                    <a:pt x="1996388" y="973734"/>
                  </a:lnTo>
                  <a:lnTo>
                    <a:pt x="1995316" y="973326"/>
                  </a:lnTo>
                  <a:lnTo>
                    <a:pt x="1994245" y="972918"/>
                  </a:lnTo>
                  <a:lnTo>
                    <a:pt x="1993173" y="972508"/>
                  </a:lnTo>
                  <a:lnTo>
                    <a:pt x="1992102" y="972098"/>
                  </a:lnTo>
                  <a:lnTo>
                    <a:pt x="1991030" y="971687"/>
                  </a:lnTo>
                  <a:lnTo>
                    <a:pt x="1989958" y="971274"/>
                  </a:lnTo>
                  <a:lnTo>
                    <a:pt x="1988887" y="970861"/>
                  </a:lnTo>
                  <a:lnTo>
                    <a:pt x="1987815" y="970448"/>
                  </a:lnTo>
                  <a:lnTo>
                    <a:pt x="1986744" y="970033"/>
                  </a:lnTo>
                  <a:lnTo>
                    <a:pt x="1985672" y="969617"/>
                  </a:lnTo>
                  <a:lnTo>
                    <a:pt x="1984600" y="969201"/>
                  </a:lnTo>
                  <a:lnTo>
                    <a:pt x="1983529" y="968784"/>
                  </a:lnTo>
                  <a:lnTo>
                    <a:pt x="1982457" y="968366"/>
                  </a:lnTo>
                  <a:lnTo>
                    <a:pt x="1981386" y="967947"/>
                  </a:lnTo>
                  <a:lnTo>
                    <a:pt x="1980314" y="967527"/>
                  </a:lnTo>
                  <a:lnTo>
                    <a:pt x="1979242" y="967107"/>
                  </a:lnTo>
                  <a:lnTo>
                    <a:pt x="1978171" y="966686"/>
                  </a:lnTo>
                  <a:lnTo>
                    <a:pt x="1977099" y="966264"/>
                  </a:lnTo>
                  <a:lnTo>
                    <a:pt x="1976028" y="965842"/>
                  </a:lnTo>
                  <a:lnTo>
                    <a:pt x="1974956" y="965419"/>
                  </a:lnTo>
                  <a:lnTo>
                    <a:pt x="1973884" y="964995"/>
                  </a:lnTo>
                  <a:lnTo>
                    <a:pt x="1972813" y="964570"/>
                  </a:lnTo>
                  <a:lnTo>
                    <a:pt x="1971741" y="964145"/>
                  </a:lnTo>
                  <a:lnTo>
                    <a:pt x="1970670" y="963719"/>
                  </a:lnTo>
                  <a:lnTo>
                    <a:pt x="1969598" y="963292"/>
                  </a:lnTo>
                  <a:lnTo>
                    <a:pt x="1968526" y="962865"/>
                  </a:lnTo>
                  <a:lnTo>
                    <a:pt x="1967455" y="962437"/>
                  </a:lnTo>
                  <a:lnTo>
                    <a:pt x="1966383" y="962008"/>
                  </a:lnTo>
                  <a:lnTo>
                    <a:pt x="1965312" y="961579"/>
                  </a:lnTo>
                  <a:lnTo>
                    <a:pt x="1964240" y="961149"/>
                  </a:lnTo>
                  <a:lnTo>
                    <a:pt x="1963168" y="960719"/>
                  </a:lnTo>
                  <a:lnTo>
                    <a:pt x="1962097" y="960288"/>
                  </a:lnTo>
                  <a:lnTo>
                    <a:pt x="1961025" y="959856"/>
                  </a:lnTo>
                  <a:lnTo>
                    <a:pt x="1959954" y="959424"/>
                  </a:lnTo>
                  <a:lnTo>
                    <a:pt x="1958882" y="958992"/>
                  </a:lnTo>
                  <a:lnTo>
                    <a:pt x="1957810" y="958559"/>
                  </a:lnTo>
                  <a:lnTo>
                    <a:pt x="1956739" y="958125"/>
                  </a:lnTo>
                  <a:lnTo>
                    <a:pt x="1955667" y="957691"/>
                  </a:lnTo>
                  <a:lnTo>
                    <a:pt x="1954596" y="957256"/>
                  </a:lnTo>
                  <a:lnTo>
                    <a:pt x="1953524" y="956821"/>
                  </a:lnTo>
                  <a:lnTo>
                    <a:pt x="1952453" y="956385"/>
                  </a:lnTo>
                  <a:lnTo>
                    <a:pt x="1951381" y="955949"/>
                  </a:lnTo>
                  <a:lnTo>
                    <a:pt x="1950309" y="955513"/>
                  </a:lnTo>
                  <a:lnTo>
                    <a:pt x="1949238" y="955076"/>
                  </a:lnTo>
                  <a:lnTo>
                    <a:pt x="1948166" y="954638"/>
                  </a:lnTo>
                  <a:lnTo>
                    <a:pt x="1947095" y="954200"/>
                  </a:lnTo>
                  <a:lnTo>
                    <a:pt x="1946023" y="953762"/>
                  </a:lnTo>
                  <a:lnTo>
                    <a:pt x="1944951" y="953324"/>
                  </a:lnTo>
                  <a:lnTo>
                    <a:pt x="1943880" y="952885"/>
                  </a:lnTo>
                  <a:lnTo>
                    <a:pt x="1942808" y="952445"/>
                  </a:lnTo>
                  <a:lnTo>
                    <a:pt x="1941737" y="952005"/>
                  </a:lnTo>
                  <a:lnTo>
                    <a:pt x="1940665" y="951565"/>
                  </a:lnTo>
                  <a:lnTo>
                    <a:pt x="1939593" y="951125"/>
                  </a:lnTo>
                  <a:lnTo>
                    <a:pt x="1938522" y="950684"/>
                  </a:lnTo>
                  <a:lnTo>
                    <a:pt x="1937450" y="950243"/>
                  </a:lnTo>
                  <a:lnTo>
                    <a:pt x="1936379" y="949802"/>
                  </a:lnTo>
                  <a:lnTo>
                    <a:pt x="1935307" y="949360"/>
                  </a:lnTo>
                  <a:lnTo>
                    <a:pt x="1934235" y="948918"/>
                  </a:lnTo>
                  <a:lnTo>
                    <a:pt x="1933164" y="948476"/>
                  </a:lnTo>
                  <a:lnTo>
                    <a:pt x="1932092" y="948034"/>
                  </a:lnTo>
                  <a:lnTo>
                    <a:pt x="1931021" y="947591"/>
                  </a:lnTo>
                  <a:lnTo>
                    <a:pt x="1929949" y="947148"/>
                  </a:lnTo>
                  <a:lnTo>
                    <a:pt x="1928877" y="946705"/>
                  </a:lnTo>
                  <a:lnTo>
                    <a:pt x="1927806" y="946262"/>
                  </a:lnTo>
                  <a:lnTo>
                    <a:pt x="1926734" y="945819"/>
                  </a:lnTo>
                  <a:lnTo>
                    <a:pt x="1925663" y="945375"/>
                  </a:lnTo>
                  <a:lnTo>
                    <a:pt x="1924591" y="944931"/>
                  </a:lnTo>
                  <a:lnTo>
                    <a:pt x="1923519" y="944487"/>
                  </a:lnTo>
                  <a:lnTo>
                    <a:pt x="1922448" y="944043"/>
                  </a:lnTo>
                  <a:lnTo>
                    <a:pt x="1921376" y="943599"/>
                  </a:lnTo>
                  <a:lnTo>
                    <a:pt x="1920305" y="943154"/>
                  </a:lnTo>
                  <a:lnTo>
                    <a:pt x="1919233" y="942710"/>
                  </a:lnTo>
                  <a:lnTo>
                    <a:pt x="1918161" y="942265"/>
                  </a:lnTo>
                  <a:lnTo>
                    <a:pt x="1917090" y="941821"/>
                  </a:lnTo>
                  <a:lnTo>
                    <a:pt x="1916018" y="941376"/>
                  </a:lnTo>
                  <a:lnTo>
                    <a:pt x="1914947" y="940931"/>
                  </a:lnTo>
                  <a:lnTo>
                    <a:pt x="1913875" y="940486"/>
                  </a:lnTo>
                  <a:lnTo>
                    <a:pt x="1912803" y="940042"/>
                  </a:lnTo>
                  <a:lnTo>
                    <a:pt x="1911732" y="939597"/>
                  </a:lnTo>
                  <a:lnTo>
                    <a:pt x="1910660" y="939152"/>
                  </a:lnTo>
                  <a:lnTo>
                    <a:pt x="1909589" y="938707"/>
                  </a:lnTo>
                  <a:lnTo>
                    <a:pt x="1908517" y="938262"/>
                  </a:lnTo>
                  <a:lnTo>
                    <a:pt x="1907445" y="937817"/>
                  </a:lnTo>
                  <a:lnTo>
                    <a:pt x="1906374" y="937372"/>
                  </a:lnTo>
                  <a:lnTo>
                    <a:pt x="1905302" y="936928"/>
                  </a:lnTo>
                  <a:lnTo>
                    <a:pt x="1904231" y="936483"/>
                  </a:lnTo>
                  <a:lnTo>
                    <a:pt x="1903159" y="936038"/>
                  </a:lnTo>
                  <a:lnTo>
                    <a:pt x="1902087" y="935594"/>
                  </a:lnTo>
                  <a:lnTo>
                    <a:pt x="1901016" y="935149"/>
                  </a:lnTo>
                  <a:lnTo>
                    <a:pt x="1899944" y="934705"/>
                  </a:lnTo>
                  <a:lnTo>
                    <a:pt x="1898873" y="934261"/>
                  </a:lnTo>
                  <a:lnTo>
                    <a:pt x="1897801" y="933817"/>
                  </a:lnTo>
                  <a:lnTo>
                    <a:pt x="1896729" y="933373"/>
                  </a:lnTo>
                  <a:lnTo>
                    <a:pt x="1895658" y="932929"/>
                  </a:lnTo>
                  <a:lnTo>
                    <a:pt x="1894586" y="932485"/>
                  </a:lnTo>
                  <a:lnTo>
                    <a:pt x="1893515" y="932042"/>
                  </a:lnTo>
                  <a:lnTo>
                    <a:pt x="1892443" y="931599"/>
                  </a:lnTo>
                  <a:lnTo>
                    <a:pt x="1891371" y="931156"/>
                  </a:lnTo>
                  <a:lnTo>
                    <a:pt x="1890300" y="930713"/>
                  </a:lnTo>
                  <a:lnTo>
                    <a:pt x="1889228" y="930270"/>
                  </a:lnTo>
                  <a:lnTo>
                    <a:pt x="1888157" y="929828"/>
                  </a:lnTo>
                  <a:lnTo>
                    <a:pt x="1887085" y="929386"/>
                  </a:lnTo>
                  <a:lnTo>
                    <a:pt x="1886013" y="928944"/>
                  </a:lnTo>
                  <a:lnTo>
                    <a:pt x="1884942" y="928503"/>
                  </a:lnTo>
                  <a:lnTo>
                    <a:pt x="1883870" y="928061"/>
                  </a:lnTo>
                  <a:lnTo>
                    <a:pt x="1882799" y="927620"/>
                  </a:lnTo>
                  <a:lnTo>
                    <a:pt x="1881727" y="927180"/>
                  </a:lnTo>
                  <a:lnTo>
                    <a:pt x="1880655" y="926739"/>
                  </a:lnTo>
                  <a:lnTo>
                    <a:pt x="1879584" y="926299"/>
                  </a:lnTo>
                  <a:lnTo>
                    <a:pt x="1878512" y="925860"/>
                  </a:lnTo>
                  <a:lnTo>
                    <a:pt x="1877441" y="925420"/>
                  </a:lnTo>
                  <a:lnTo>
                    <a:pt x="1876369" y="924981"/>
                  </a:lnTo>
                  <a:lnTo>
                    <a:pt x="1875297" y="924543"/>
                  </a:lnTo>
                  <a:lnTo>
                    <a:pt x="1874226" y="924105"/>
                  </a:lnTo>
                  <a:lnTo>
                    <a:pt x="1873154" y="923667"/>
                  </a:lnTo>
                  <a:lnTo>
                    <a:pt x="1872083" y="923230"/>
                  </a:lnTo>
                  <a:lnTo>
                    <a:pt x="1871011" y="922793"/>
                  </a:lnTo>
                  <a:lnTo>
                    <a:pt x="1869939" y="922356"/>
                  </a:lnTo>
                  <a:lnTo>
                    <a:pt x="1868868" y="921920"/>
                  </a:lnTo>
                  <a:lnTo>
                    <a:pt x="1867796" y="921485"/>
                  </a:lnTo>
                  <a:lnTo>
                    <a:pt x="1866725" y="921050"/>
                  </a:lnTo>
                  <a:lnTo>
                    <a:pt x="1865653" y="920615"/>
                  </a:lnTo>
                  <a:lnTo>
                    <a:pt x="1864581" y="920181"/>
                  </a:lnTo>
                  <a:lnTo>
                    <a:pt x="1863510" y="919748"/>
                  </a:lnTo>
                  <a:lnTo>
                    <a:pt x="1862438" y="919315"/>
                  </a:lnTo>
                  <a:lnTo>
                    <a:pt x="1861367" y="918882"/>
                  </a:lnTo>
                  <a:lnTo>
                    <a:pt x="1860295" y="918450"/>
                  </a:lnTo>
                  <a:lnTo>
                    <a:pt x="1859223" y="918019"/>
                  </a:lnTo>
                  <a:lnTo>
                    <a:pt x="1858152" y="917588"/>
                  </a:lnTo>
                  <a:lnTo>
                    <a:pt x="1857080" y="917158"/>
                  </a:lnTo>
                  <a:lnTo>
                    <a:pt x="1856009" y="916728"/>
                  </a:lnTo>
                  <a:lnTo>
                    <a:pt x="1854937" y="916299"/>
                  </a:lnTo>
                  <a:lnTo>
                    <a:pt x="1853865" y="915871"/>
                  </a:lnTo>
                  <a:lnTo>
                    <a:pt x="1852794" y="915443"/>
                  </a:lnTo>
                  <a:lnTo>
                    <a:pt x="1851722" y="915016"/>
                  </a:lnTo>
                  <a:lnTo>
                    <a:pt x="1850651" y="914589"/>
                  </a:lnTo>
                  <a:lnTo>
                    <a:pt x="1849579" y="914163"/>
                  </a:lnTo>
                  <a:lnTo>
                    <a:pt x="1848507" y="913738"/>
                  </a:lnTo>
                  <a:lnTo>
                    <a:pt x="1847436" y="913314"/>
                  </a:lnTo>
                  <a:lnTo>
                    <a:pt x="1846364" y="912890"/>
                  </a:lnTo>
                  <a:lnTo>
                    <a:pt x="1845293" y="912467"/>
                  </a:lnTo>
                  <a:lnTo>
                    <a:pt x="1844221" y="912044"/>
                  </a:lnTo>
                  <a:lnTo>
                    <a:pt x="1843149" y="911623"/>
                  </a:lnTo>
                  <a:lnTo>
                    <a:pt x="1842078" y="911202"/>
                  </a:lnTo>
                  <a:lnTo>
                    <a:pt x="1841006" y="910782"/>
                  </a:lnTo>
                  <a:lnTo>
                    <a:pt x="1839935" y="910362"/>
                  </a:lnTo>
                  <a:lnTo>
                    <a:pt x="1838863" y="909943"/>
                  </a:lnTo>
                  <a:lnTo>
                    <a:pt x="1837791" y="909526"/>
                  </a:lnTo>
                  <a:lnTo>
                    <a:pt x="1836720" y="909109"/>
                  </a:lnTo>
                  <a:lnTo>
                    <a:pt x="1835648" y="908692"/>
                  </a:lnTo>
                  <a:lnTo>
                    <a:pt x="1834577" y="908277"/>
                  </a:lnTo>
                  <a:lnTo>
                    <a:pt x="1833505" y="907862"/>
                  </a:lnTo>
                  <a:lnTo>
                    <a:pt x="1832433" y="907449"/>
                  </a:lnTo>
                  <a:lnTo>
                    <a:pt x="1831362" y="907036"/>
                  </a:lnTo>
                  <a:lnTo>
                    <a:pt x="1830290" y="906624"/>
                  </a:lnTo>
                  <a:lnTo>
                    <a:pt x="1829219" y="906212"/>
                  </a:lnTo>
                  <a:lnTo>
                    <a:pt x="1828147" y="905802"/>
                  </a:lnTo>
                  <a:lnTo>
                    <a:pt x="1827075" y="905393"/>
                  </a:lnTo>
                  <a:lnTo>
                    <a:pt x="1826004" y="904984"/>
                  </a:lnTo>
                  <a:lnTo>
                    <a:pt x="1824932" y="904576"/>
                  </a:lnTo>
                  <a:lnTo>
                    <a:pt x="1823861" y="904170"/>
                  </a:lnTo>
                  <a:lnTo>
                    <a:pt x="1822789" y="903764"/>
                  </a:lnTo>
                  <a:lnTo>
                    <a:pt x="1821717" y="903359"/>
                  </a:lnTo>
                  <a:lnTo>
                    <a:pt x="1820646" y="902955"/>
                  </a:lnTo>
                  <a:lnTo>
                    <a:pt x="1819574" y="902552"/>
                  </a:lnTo>
                  <a:lnTo>
                    <a:pt x="1818503" y="902151"/>
                  </a:lnTo>
                  <a:lnTo>
                    <a:pt x="1817431" y="901750"/>
                  </a:lnTo>
                  <a:lnTo>
                    <a:pt x="1816359" y="901350"/>
                  </a:lnTo>
                  <a:lnTo>
                    <a:pt x="1815288" y="900951"/>
                  </a:lnTo>
                  <a:lnTo>
                    <a:pt x="1814216" y="900553"/>
                  </a:lnTo>
                  <a:lnTo>
                    <a:pt x="1813145" y="900156"/>
                  </a:lnTo>
                  <a:lnTo>
                    <a:pt x="1812073" y="899760"/>
                  </a:lnTo>
                  <a:lnTo>
                    <a:pt x="1811001" y="899365"/>
                  </a:lnTo>
                  <a:lnTo>
                    <a:pt x="1809930" y="898971"/>
                  </a:lnTo>
                  <a:lnTo>
                    <a:pt x="1808858" y="898579"/>
                  </a:lnTo>
                  <a:lnTo>
                    <a:pt x="1807787" y="898187"/>
                  </a:lnTo>
                  <a:lnTo>
                    <a:pt x="1806715" y="897796"/>
                  </a:lnTo>
                  <a:lnTo>
                    <a:pt x="1805643" y="897407"/>
                  </a:lnTo>
                  <a:lnTo>
                    <a:pt x="1804572" y="897019"/>
                  </a:lnTo>
                  <a:lnTo>
                    <a:pt x="1803500" y="896631"/>
                  </a:lnTo>
                  <a:lnTo>
                    <a:pt x="1802429" y="896245"/>
                  </a:lnTo>
                  <a:lnTo>
                    <a:pt x="1801357" y="895860"/>
                  </a:lnTo>
                  <a:lnTo>
                    <a:pt x="1800285" y="895476"/>
                  </a:lnTo>
                  <a:lnTo>
                    <a:pt x="1799214" y="895094"/>
                  </a:lnTo>
                  <a:lnTo>
                    <a:pt x="1798142" y="894712"/>
                  </a:lnTo>
                  <a:lnTo>
                    <a:pt x="1797071" y="894332"/>
                  </a:lnTo>
                  <a:lnTo>
                    <a:pt x="1795999" y="893952"/>
                  </a:lnTo>
                  <a:lnTo>
                    <a:pt x="1794927" y="893574"/>
                  </a:lnTo>
                  <a:lnTo>
                    <a:pt x="1793856" y="893197"/>
                  </a:lnTo>
                  <a:lnTo>
                    <a:pt x="1792784" y="892822"/>
                  </a:lnTo>
                  <a:lnTo>
                    <a:pt x="1791713" y="892447"/>
                  </a:lnTo>
                  <a:lnTo>
                    <a:pt x="1790641" y="892074"/>
                  </a:lnTo>
                  <a:lnTo>
                    <a:pt x="1789569" y="891702"/>
                  </a:lnTo>
                  <a:lnTo>
                    <a:pt x="1788498" y="891331"/>
                  </a:lnTo>
                  <a:lnTo>
                    <a:pt x="1787426" y="890961"/>
                  </a:lnTo>
                  <a:lnTo>
                    <a:pt x="1786355" y="890593"/>
                  </a:lnTo>
                  <a:lnTo>
                    <a:pt x="1785283" y="890226"/>
                  </a:lnTo>
                  <a:lnTo>
                    <a:pt x="1784211" y="889860"/>
                  </a:lnTo>
                  <a:lnTo>
                    <a:pt x="1783140" y="889496"/>
                  </a:lnTo>
                  <a:lnTo>
                    <a:pt x="1782068" y="889132"/>
                  </a:lnTo>
                  <a:lnTo>
                    <a:pt x="1780997" y="888770"/>
                  </a:lnTo>
                  <a:lnTo>
                    <a:pt x="1779925" y="888410"/>
                  </a:lnTo>
                  <a:lnTo>
                    <a:pt x="1778853" y="888050"/>
                  </a:lnTo>
                  <a:lnTo>
                    <a:pt x="1777782" y="887692"/>
                  </a:lnTo>
                  <a:lnTo>
                    <a:pt x="1776710" y="887336"/>
                  </a:lnTo>
                  <a:lnTo>
                    <a:pt x="1775639" y="886980"/>
                  </a:lnTo>
                  <a:lnTo>
                    <a:pt x="1774567" y="886626"/>
                  </a:lnTo>
                  <a:lnTo>
                    <a:pt x="1773496" y="886273"/>
                  </a:lnTo>
                  <a:lnTo>
                    <a:pt x="1772424" y="885922"/>
                  </a:lnTo>
                  <a:lnTo>
                    <a:pt x="1771352" y="885572"/>
                  </a:lnTo>
                  <a:lnTo>
                    <a:pt x="1770281" y="885223"/>
                  </a:lnTo>
                  <a:lnTo>
                    <a:pt x="1769209" y="884876"/>
                  </a:lnTo>
                  <a:lnTo>
                    <a:pt x="1768138" y="884530"/>
                  </a:lnTo>
                  <a:lnTo>
                    <a:pt x="1767066" y="884185"/>
                  </a:lnTo>
                  <a:lnTo>
                    <a:pt x="1765994" y="883842"/>
                  </a:lnTo>
                  <a:lnTo>
                    <a:pt x="1764923" y="883500"/>
                  </a:lnTo>
                  <a:lnTo>
                    <a:pt x="1763851" y="883159"/>
                  </a:lnTo>
                  <a:lnTo>
                    <a:pt x="1762780" y="882820"/>
                  </a:lnTo>
                  <a:lnTo>
                    <a:pt x="1761708" y="882483"/>
                  </a:lnTo>
                  <a:lnTo>
                    <a:pt x="1760636" y="882146"/>
                  </a:lnTo>
                  <a:lnTo>
                    <a:pt x="1759565" y="881811"/>
                  </a:lnTo>
                  <a:lnTo>
                    <a:pt x="1758493" y="881478"/>
                  </a:lnTo>
                  <a:lnTo>
                    <a:pt x="1757422" y="881146"/>
                  </a:lnTo>
                  <a:lnTo>
                    <a:pt x="1756350" y="880815"/>
                  </a:lnTo>
                  <a:lnTo>
                    <a:pt x="1755278" y="880486"/>
                  </a:lnTo>
                  <a:lnTo>
                    <a:pt x="1754207" y="880159"/>
                  </a:lnTo>
                  <a:lnTo>
                    <a:pt x="1753135" y="879832"/>
                  </a:lnTo>
                  <a:lnTo>
                    <a:pt x="1752064" y="879507"/>
                  </a:lnTo>
                  <a:lnTo>
                    <a:pt x="1750992" y="879184"/>
                  </a:lnTo>
                  <a:lnTo>
                    <a:pt x="1749920" y="878862"/>
                  </a:lnTo>
                  <a:lnTo>
                    <a:pt x="1748849" y="878542"/>
                  </a:lnTo>
                  <a:lnTo>
                    <a:pt x="1747777" y="878223"/>
                  </a:lnTo>
                  <a:lnTo>
                    <a:pt x="1746706" y="877905"/>
                  </a:lnTo>
                  <a:lnTo>
                    <a:pt x="1745634" y="877589"/>
                  </a:lnTo>
                  <a:lnTo>
                    <a:pt x="1744562" y="877274"/>
                  </a:lnTo>
                  <a:lnTo>
                    <a:pt x="1743491" y="876961"/>
                  </a:lnTo>
                  <a:lnTo>
                    <a:pt x="1742419" y="876649"/>
                  </a:lnTo>
                  <a:lnTo>
                    <a:pt x="1741348" y="876339"/>
                  </a:lnTo>
                  <a:lnTo>
                    <a:pt x="1740276" y="876031"/>
                  </a:lnTo>
                  <a:lnTo>
                    <a:pt x="1739204" y="875723"/>
                  </a:lnTo>
                  <a:lnTo>
                    <a:pt x="1738133" y="875418"/>
                  </a:lnTo>
                  <a:lnTo>
                    <a:pt x="1737061" y="875113"/>
                  </a:lnTo>
                  <a:lnTo>
                    <a:pt x="1735990" y="874811"/>
                  </a:lnTo>
                  <a:lnTo>
                    <a:pt x="1734918" y="874509"/>
                  </a:lnTo>
                  <a:lnTo>
                    <a:pt x="1733846" y="874209"/>
                  </a:lnTo>
                  <a:lnTo>
                    <a:pt x="1732775" y="873911"/>
                  </a:lnTo>
                  <a:lnTo>
                    <a:pt x="1731703" y="873614"/>
                  </a:lnTo>
                  <a:lnTo>
                    <a:pt x="1730632" y="873319"/>
                  </a:lnTo>
                  <a:lnTo>
                    <a:pt x="1729560" y="873025"/>
                  </a:lnTo>
                  <a:lnTo>
                    <a:pt x="1728488" y="872733"/>
                  </a:lnTo>
                  <a:lnTo>
                    <a:pt x="1727417" y="872442"/>
                  </a:lnTo>
                  <a:lnTo>
                    <a:pt x="1726345" y="872153"/>
                  </a:lnTo>
                  <a:lnTo>
                    <a:pt x="1725274" y="871865"/>
                  </a:lnTo>
                  <a:lnTo>
                    <a:pt x="1724202" y="871579"/>
                  </a:lnTo>
                  <a:lnTo>
                    <a:pt x="1723130" y="871294"/>
                  </a:lnTo>
                  <a:lnTo>
                    <a:pt x="1722059" y="871011"/>
                  </a:lnTo>
                  <a:lnTo>
                    <a:pt x="1720987" y="870729"/>
                  </a:lnTo>
                  <a:lnTo>
                    <a:pt x="1719916" y="870449"/>
                  </a:lnTo>
                  <a:lnTo>
                    <a:pt x="1718844" y="870170"/>
                  </a:lnTo>
                  <a:lnTo>
                    <a:pt x="1717772" y="869893"/>
                  </a:lnTo>
                  <a:lnTo>
                    <a:pt x="1716701" y="869617"/>
                  </a:lnTo>
                  <a:lnTo>
                    <a:pt x="1715629" y="869343"/>
                  </a:lnTo>
                  <a:lnTo>
                    <a:pt x="1714558" y="869070"/>
                  </a:lnTo>
                  <a:lnTo>
                    <a:pt x="1713486" y="868799"/>
                  </a:lnTo>
                  <a:lnTo>
                    <a:pt x="1712414" y="868529"/>
                  </a:lnTo>
                  <a:lnTo>
                    <a:pt x="1711343" y="868260"/>
                  </a:lnTo>
                  <a:lnTo>
                    <a:pt x="1710271" y="867994"/>
                  </a:lnTo>
                  <a:lnTo>
                    <a:pt x="1709200" y="867728"/>
                  </a:lnTo>
                  <a:lnTo>
                    <a:pt x="1708128" y="867464"/>
                  </a:lnTo>
                  <a:lnTo>
                    <a:pt x="1707056" y="867202"/>
                  </a:lnTo>
                  <a:lnTo>
                    <a:pt x="1705985" y="866941"/>
                  </a:lnTo>
                  <a:lnTo>
                    <a:pt x="1704913" y="866682"/>
                  </a:lnTo>
                  <a:lnTo>
                    <a:pt x="1703842" y="866424"/>
                  </a:lnTo>
                  <a:lnTo>
                    <a:pt x="1702770" y="866167"/>
                  </a:lnTo>
                  <a:lnTo>
                    <a:pt x="1701698" y="865912"/>
                  </a:lnTo>
                  <a:lnTo>
                    <a:pt x="1700627" y="865658"/>
                  </a:lnTo>
                  <a:lnTo>
                    <a:pt x="1699555" y="865406"/>
                  </a:lnTo>
                  <a:lnTo>
                    <a:pt x="1698484" y="865156"/>
                  </a:lnTo>
                  <a:lnTo>
                    <a:pt x="1697412" y="864906"/>
                  </a:lnTo>
                  <a:lnTo>
                    <a:pt x="1696340" y="864658"/>
                  </a:lnTo>
                  <a:lnTo>
                    <a:pt x="1695269" y="864412"/>
                  </a:lnTo>
                  <a:lnTo>
                    <a:pt x="1694197" y="864167"/>
                  </a:lnTo>
                  <a:lnTo>
                    <a:pt x="1693126" y="863924"/>
                  </a:lnTo>
                  <a:lnTo>
                    <a:pt x="1692054" y="863681"/>
                  </a:lnTo>
                  <a:lnTo>
                    <a:pt x="1690982" y="863441"/>
                  </a:lnTo>
                  <a:lnTo>
                    <a:pt x="1689911" y="863201"/>
                  </a:lnTo>
                  <a:lnTo>
                    <a:pt x="1688839" y="862963"/>
                  </a:lnTo>
                  <a:lnTo>
                    <a:pt x="1687768" y="862727"/>
                  </a:lnTo>
                  <a:lnTo>
                    <a:pt x="1686696" y="862492"/>
                  </a:lnTo>
                  <a:lnTo>
                    <a:pt x="1685624" y="862258"/>
                  </a:lnTo>
                  <a:lnTo>
                    <a:pt x="1684553" y="862025"/>
                  </a:lnTo>
                  <a:lnTo>
                    <a:pt x="1683481" y="861794"/>
                  </a:lnTo>
                  <a:lnTo>
                    <a:pt x="1682410" y="861565"/>
                  </a:lnTo>
                  <a:lnTo>
                    <a:pt x="1681338" y="861336"/>
                  </a:lnTo>
                  <a:lnTo>
                    <a:pt x="1680266" y="861109"/>
                  </a:lnTo>
                  <a:lnTo>
                    <a:pt x="1679195" y="860884"/>
                  </a:lnTo>
                  <a:lnTo>
                    <a:pt x="1678123" y="860659"/>
                  </a:lnTo>
                  <a:lnTo>
                    <a:pt x="1677052" y="860436"/>
                  </a:lnTo>
                  <a:lnTo>
                    <a:pt x="1675980" y="860214"/>
                  </a:lnTo>
                  <a:lnTo>
                    <a:pt x="1674908" y="859994"/>
                  </a:lnTo>
                  <a:lnTo>
                    <a:pt x="1673837" y="859775"/>
                  </a:lnTo>
                  <a:lnTo>
                    <a:pt x="1672765" y="859557"/>
                  </a:lnTo>
                  <a:lnTo>
                    <a:pt x="1671694" y="859340"/>
                  </a:lnTo>
                  <a:lnTo>
                    <a:pt x="1670622" y="859125"/>
                  </a:lnTo>
                  <a:lnTo>
                    <a:pt x="1669550" y="858910"/>
                  </a:lnTo>
                  <a:lnTo>
                    <a:pt x="1668479" y="858698"/>
                  </a:lnTo>
                  <a:lnTo>
                    <a:pt x="1667407" y="858486"/>
                  </a:lnTo>
                  <a:lnTo>
                    <a:pt x="1666336" y="858275"/>
                  </a:lnTo>
                  <a:lnTo>
                    <a:pt x="1665264" y="858066"/>
                  </a:lnTo>
                  <a:lnTo>
                    <a:pt x="1664192" y="857858"/>
                  </a:lnTo>
                  <a:lnTo>
                    <a:pt x="1663121" y="857651"/>
                  </a:lnTo>
                  <a:lnTo>
                    <a:pt x="1662049" y="857445"/>
                  </a:lnTo>
                  <a:lnTo>
                    <a:pt x="1660978" y="857241"/>
                  </a:lnTo>
                  <a:lnTo>
                    <a:pt x="1659906" y="857037"/>
                  </a:lnTo>
                  <a:lnTo>
                    <a:pt x="1658834" y="856835"/>
                  </a:lnTo>
                  <a:lnTo>
                    <a:pt x="1657763" y="856633"/>
                  </a:lnTo>
                  <a:lnTo>
                    <a:pt x="1656691" y="856433"/>
                  </a:lnTo>
                  <a:lnTo>
                    <a:pt x="1655620" y="856234"/>
                  </a:lnTo>
                  <a:lnTo>
                    <a:pt x="1654548" y="856036"/>
                  </a:lnTo>
                  <a:lnTo>
                    <a:pt x="1653476" y="855839"/>
                  </a:lnTo>
                  <a:lnTo>
                    <a:pt x="1652405" y="855644"/>
                  </a:lnTo>
                  <a:lnTo>
                    <a:pt x="1651333" y="855449"/>
                  </a:lnTo>
                  <a:lnTo>
                    <a:pt x="1650262" y="855255"/>
                  </a:lnTo>
                  <a:lnTo>
                    <a:pt x="1649190" y="855062"/>
                  </a:lnTo>
                  <a:lnTo>
                    <a:pt x="1648118" y="854870"/>
                  </a:lnTo>
                  <a:lnTo>
                    <a:pt x="1647047" y="854679"/>
                  </a:lnTo>
                  <a:lnTo>
                    <a:pt x="1645975" y="854490"/>
                  </a:lnTo>
                  <a:lnTo>
                    <a:pt x="1644904" y="854301"/>
                  </a:lnTo>
                  <a:lnTo>
                    <a:pt x="1643832" y="854113"/>
                  </a:lnTo>
                  <a:lnTo>
                    <a:pt x="1642760" y="853926"/>
                  </a:lnTo>
                  <a:lnTo>
                    <a:pt x="1641689" y="853739"/>
                  </a:lnTo>
                  <a:lnTo>
                    <a:pt x="1640617" y="853554"/>
                  </a:lnTo>
                  <a:lnTo>
                    <a:pt x="1639546" y="853370"/>
                  </a:lnTo>
                  <a:lnTo>
                    <a:pt x="1638474" y="853186"/>
                  </a:lnTo>
                  <a:lnTo>
                    <a:pt x="1637402" y="853003"/>
                  </a:lnTo>
                  <a:lnTo>
                    <a:pt x="1636331" y="852822"/>
                  </a:lnTo>
                  <a:lnTo>
                    <a:pt x="1635259" y="852640"/>
                  </a:lnTo>
                  <a:lnTo>
                    <a:pt x="1634188" y="852460"/>
                  </a:lnTo>
                  <a:lnTo>
                    <a:pt x="1633116" y="852281"/>
                  </a:lnTo>
                  <a:lnTo>
                    <a:pt x="1632044" y="852102"/>
                  </a:lnTo>
                  <a:lnTo>
                    <a:pt x="1630973" y="851924"/>
                  </a:lnTo>
                  <a:lnTo>
                    <a:pt x="1629901" y="851746"/>
                  </a:lnTo>
                  <a:lnTo>
                    <a:pt x="1628830" y="851570"/>
                  </a:lnTo>
                  <a:lnTo>
                    <a:pt x="1627758" y="851394"/>
                  </a:lnTo>
                  <a:lnTo>
                    <a:pt x="1626686" y="851219"/>
                  </a:lnTo>
                  <a:lnTo>
                    <a:pt x="1625615" y="851044"/>
                  </a:lnTo>
                  <a:lnTo>
                    <a:pt x="1624543" y="850870"/>
                  </a:lnTo>
                  <a:lnTo>
                    <a:pt x="1623472" y="850697"/>
                  </a:lnTo>
                  <a:lnTo>
                    <a:pt x="1622400" y="850524"/>
                  </a:lnTo>
                  <a:lnTo>
                    <a:pt x="1621328" y="850351"/>
                  </a:lnTo>
                  <a:lnTo>
                    <a:pt x="1620257" y="850180"/>
                  </a:lnTo>
                  <a:lnTo>
                    <a:pt x="1619185" y="850009"/>
                  </a:lnTo>
                  <a:lnTo>
                    <a:pt x="1618114" y="849838"/>
                  </a:lnTo>
                  <a:lnTo>
                    <a:pt x="1617042" y="849668"/>
                  </a:lnTo>
                  <a:lnTo>
                    <a:pt x="1615970" y="849498"/>
                  </a:lnTo>
                  <a:lnTo>
                    <a:pt x="1614899" y="849329"/>
                  </a:lnTo>
                  <a:lnTo>
                    <a:pt x="1613827" y="849160"/>
                  </a:lnTo>
                  <a:lnTo>
                    <a:pt x="1612756" y="848992"/>
                  </a:lnTo>
                  <a:lnTo>
                    <a:pt x="1611684" y="848824"/>
                  </a:lnTo>
                  <a:lnTo>
                    <a:pt x="1610612" y="848656"/>
                  </a:lnTo>
                  <a:lnTo>
                    <a:pt x="1609541" y="848489"/>
                  </a:lnTo>
                  <a:lnTo>
                    <a:pt x="1608469" y="848322"/>
                  </a:lnTo>
                  <a:lnTo>
                    <a:pt x="1607398" y="848156"/>
                  </a:lnTo>
                  <a:lnTo>
                    <a:pt x="1606326" y="847989"/>
                  </a:lnTo>
                  <a:lnTo>
                    <a:pt x="1605254" y="847823"/>
                  </a:lnTo>
                  <a:lnTo>
                    <a:pt x="1604183" y="847658"/>
                  </a:lnTo>
                  <a:lnTo>
                    <a:pt x="1603111" y="847492"/>
                  </a:lnTo>
                  <a:lnTo>
                    <a:pt x="1602040" y="847327"/>
                  </a:lnTo>
                  <a:lnTo>
                    <a:pt x="1600968" y="847162"/>
                  </a:lnTo>
                  <a:lnTo>
                    <a:pt x="1599896" y="846997"/>
                  </a:lnTo>
                  <a:lnTo>
                    <a:pt x="1598825" y="846832"/>
                  </a:lnTo>
                  <a:lnTo>
                    <a:pt x="1597753" y="846667"/>
                  </a:lnTo>
                  <a:lnTo>
                    <a:pt x="1596682" y="846503"/>
                  </a:lnTo>
                  <a:lnTo>
                    <a:pt x="1595610" y="846338"/>
                  </a:lnTo>
                  <a:lnTo>
                    <a:pt x="1594539" y="846174"/>
                  </a:lnTo>
                  <a:lnTo>
                    <a:pt x="1593467" y="846009"/>
                  </a:lnTo>
                  <a:lnTo>
                    <a:pt x="1592395" y="845845"/>
                  </a:lnTo>
                  <a:lnTo>
                    <a:pt x="1591324" y="845681"/>
                  </a:lnTo>
                  <a:lnTo>
                    <a:pt x="1590252" y="845516"/>
                  </a:lnTo>
                  <a:lnTo>
                    <a:pt x="1589181" y="845352"/>
                  </a:lnTo>
                  <a:lnTo>
                    <a:pt x="1588109" y="845187"/>
                  </a:lnTo>
                  <a:lnTo>
                    <a:pt x="1587037" y="845022"/>
                  </a:lnTo>
                  <a:lnTo>
                    <a:pt x="1585966" y="844858"/>
                  </a:lnTo>
                  <a:lnTo>
                    <a:pt x="1584894" y="844693"/>
                  </a:lnTo>
                  <a:lnTo>
                    <a:pt x="1583823" y="844528"/>
                  </a:lnTo>
                  <a:lnTo>
                    <a:pt x="1582751" y="844363"/>
                  </a:lnTo>
                  <a:lnTo>
                    <a:pt x="1581679" y="844197"/>
                  </a:lnTo>
                  <a:lnTo>
                    <a:pt x="1580608" y="844032"/>
                  </a:lnTo>
                  <a:lnTo>
                    <a:pt x="1579536" y="843866"/>
                  </a:lnTo>
                  <a:lnTo>
                    <a:pt x="1578465" y="843699"/>
                  </a:lnTo>
                  <a:lnTo>
                    <a:pt x="1577393" y="843533"/>
                  </a:lnTo>
                  <a:lnTo>
                    <a:pt x="1576321" y="843366"/>
                  </a:lnTo>
                  <a:lnTo>
                    <a:pt x="1575250" y="843199"/>
                  </a:lnTo>
                  <a:lnTo>
                    <a:pt x="1574178" y="843031"/>
                  </a:lnTo>
                  <a:lnTo>
                    <a:pt x="1573107" y="842864"/>
                  </a:lnTo>
                  <a:lnTo>
                    <a:pt x="1572035" y="842695"/>
                  </a:lnTo>
                  <a:lnTo>
                    <a:pt x="1570963" y="842526"/>
                  </a:lnTo>
                  <a:lnTo>
                    <a:pt x="1569892" y="842357"/>
                  </a:lnTo>
                  <a:lnTo>
                    <a:pt x="1568820" y="842188"/>
                  </a:lnTo>
                  <a:lnTo>
                    <a:pt x="1567749" y="842017"/>
                  </a:lnTo>
                  <a:lnTo>
                    <a:pt x="1566677" y="841847"/>
                  </a:lnTo>
                  <a:lnTo>
                    <a:pt x="1565605" y="841675"/>
                  </a:lnTo>
                  <a:lnTo>
                    <a:pt x="1564534" y="841504"/>
                  </a:lnTo>
                  <a:lnTo>
                    <a:pt x="1563462" y="841331"/>
                  </a:lnTo>
                  <a:lnTo>
                    <a:pt x="1562391" y="841158"/>
                  </a:lnTo>
                  <a:lnTo>
                    <a:pt x="1561319" y="840984"/>
                  </a:lnTo>
                  <a:lnTo>
                    <a:pt x="1560247" y="840810"/>
                  </a:lnTo>
                  <a:lnTo>
                    <a:pt x="1559176" y="840635"/>
                  </a:lnTo>
                  <a:lnTo>
                    <a:pt x="1558104" y="840459"/>
                  </a:lnTo>
                  <a:lnTo>
                    <a:pt x="1557033" y="840283"/>
                  </a:lnTo>
                  <a:lnTo>
                    <a:pt x="1555961" y="840105"/>
                  </a:lnTo>
                  <a:lnTo>
                    <a:pt x="1554889" y="839927"/>
                  </a:lnTo>
                  <a:lnTo>
                    <a:pt x="1553818" y="839748"/>
                  </a:lnTo>
                  <a:lnTo>
                    <a:pt x="1552746" y="839569"/>
                  </a:lnTo>
                  <a:lnTo>
                    <a:pt x="1551675" y="839388"/>
                  </a:lnTo>
                  <a:lnTo>
                    <a:pt x="1550603" y="839207"/>
                  </a:lnTo>
                  <a:lnTo>
                    <a:pt x="1549531" y="839024"/>
                  </a:lnTo>
                  <a:lnTo>
                    <a:pt x="1548460" y="838841"/>
                  </a:lnTo>
                  <a:lnTo>
                    <a:pt x="1547388" y="838657"/>
                  </a:lnTo>
                  <a:lnTo>
                    <a:pt x="1546317" y="838472"/>
                  </a:lnTo>
                  <a:lnTo>
                    <a:pt x="1545245" y="838285"/>
                  </a:lnTo>
                  <a:lnTo>
                    <a:pt x="1544173" y="838098"/>
                  </a:lnTo>
                  <a:lnTo>
                    <a:pt x="1543102" y="837910"/>
                  </a:lnTo>
                  <a:lnTo>
                    <a:pt x="1542030" y="838026"/>
                  </a:lnTo>
                  <a:lnTo>
                    <a:pt x="1540959" y="838708"/>
                  </a:lnTo>
                  <a:lnTo>
                    <a:pt x="1539887" y="839394"/>
                  </a:lnTo>
                  <a:lnTo>
                    <a:pt x="1538815" y="840083"/>
                  </a:lnTo>
                  <a:lnTo>
                    <a:pt x="1537744" y="840774"/>
                  </a:lnTo>
                  <a:lnTo>
                    <a:pt x="1536672" y="841468"/>
                  </a:lnTo>
                  <a:lnTo>
                    <a:pt x="1535601" y="842166"/>
                  </a:lnTo>
                  <a:lnTo>
                    <a:pt x="1534529" y="842866"/>
                  </a:lnTo>
                  <a:lnTo>
                    <a:pt x="1533457" y="843569"/>
                  </a:lnTo>
                  <a:lnTo>
                    <a:pt x="1532386" y="844275"/>
                  </a:lnTo>
                  <a:lnTo>
                    <a:pt x="1531314" y="844984"/>
                  </a:lnTo>
                  <a:lnTo>
                    <a:pt x="1530243" y="845696"/>
                  </a:lnTo>
                  <a:lnTo>
                    <a:pt x="1529171" y="846410"/>
                  </a:lnTo>
                  <a:lnTo>
                    <a:pt x="1528099" y="847128"/>
                  </a:lnTo>
                  <a:lnTo>
                    <a:pt x="1527028" y="847848"/>
                  </a:lnTo>
                  <a:lnTo>
                    <a:pt x="1525956" y="848572"/>
                  </a:lnTo>
                  <a:lnTo>
                    <a:pt x="1524885" y="849298"/>
                  </a:lnTo>
                  <a:lnTo>
                    <a:pt x="1523813" y="850027"/>
                  </a:lnTo>
                  <a:lnTo>
                    <a:pt x="1522741" y="850759"/>
                  </a:lnTo>
                  <a:lnTo>
                    <a:pt x="1521670" y="851493"/>
                  </a:lnTo>
                  <a:lnTo>
                    <a:pt x="1520598" y="852231"/>
                  </a:lnTo>
                  <a:lnTo>
                    <a:pt x="1519527" y="852971"/>
                  </a:lnTo>
                  <a:lnTo>
                    <a:pt x="1518455" y="853714"/>
                  </a:lnTo>
                  <a:lnTo>
                    <a:pt x="1517383" y="854460"/>
                  </a:lnTo>
                  <a:lnTo>
                    <a:pt x="1516312" y="855209"/>
                  </a:lnTo>
                  <a:lnTo>
                    <a:pt x="1515240" y="855961"/>
                  </a:lnTo>
                  <a:lnTo>
                    <a:pt x="1514169" y="856715"/>
                  </a:lnTo>
                  <a:lnTo>
                    <a:pt x="1513097" y="857472"/>
                  </a:lnTo>
                  <a:lnTo>
                    <a:pt x="1512025" y="858232"/>
                  </a:lnTo>
                  <a:lnTo>
                    <a:pt x="1510954" y="858995"/>
                  </a:lnTo>
                  <a:lnTo>
                    <a:pt x="1509882" y="859760"/>
                  </a:lnTo>
                  <a:lnTo>
                    <a:pt x="1508811" y="860528"/>
                  </a:lnTo>
                  <a:lnTo>
                    <a:pt x="1507739" y="861299"/>
                  </a:lnTo>
                  <a:lnTo>
                    <a:pt x="1506667" y="862073"/>
                  </a:lnTo>
                  <a:lnTo>
                    <a:pt x="1505596" y="862849"/>
                  </a:lnTo>
                  <a:lnTo>
                    <a:pt x="1504524" y="863628"/>
                  </a:lnTo>
                  <a:lnTo>
                    <a:pt x="1503453" y="864410"/>
                  </a:lnTo>
                  <a:lnTo>
                    <a:pt x="1502381" y="865194"/>
                  </a:lnTo>
                  <a:lnTo>
                    <a:pt x="1501309" y="865981"/>
                  </a:lnTo>
                  <a:lnTo>
                    <a:pt x="1500238" y="866770"/>
                  </a:lnTo>
                  <a:lnTo>
                    <a:pt x="1499166" y="867563"/>
                  </a:lnTo>
                  <a:lnTo>
                    <a:pt x="1498095" y="868357"/>
                  </a:lnTo>
                  <a:lnTo>
                    <a:pt x="1497023" y="869155"/>
                  </a:lnTo>
                  <a:lnTo>
                    <a:pt x="1495951" y="869955"/>
                  </a:lnTo>
                  <a:lnTo>
                    <a:pt x="1494880" y="870757"/>
                  </a:lnTo>
                  <a:lnTo>
                    <a:pt x="1493808" y="871563"/>
                  </a:lnTo>
                  <a:lnTo>
                    <a:pt x="1492737" y="872370"/>
                  </a:lnTo>
                  <a:lnTo>
                    <a:pt x="1491665" y="873180"/>
                  </a:lnTo>
                  <a:lnTo>
                    <a:pt x="1490593" y="873993"/>
                  </a:lnTo>
                  <a:lnTo>
                    <a:pt x="1489522" y="874808"/>
                  </a:lnTo>
                  <a:lnTo>
                    <a:pt x="1488450" y="875626"/>
                  </a:lnTo>
                  <a:lnTo>
                    <a:pt x="1487379" y="876446"/>
                  </a:lnTo>
                  <a:lnTo>
                    <a:pt x="1486307" y="877269"/>
                  </a:lnTo>
                  <a:lnTo>
                    <a:pt x="1485235" y="878094"/>
                  </a:lnTo>
                  <a:lnTo>
                    <a:pt x="1484164" y="878922"/>
                  </a:lnTo>
                  <a:lnTo>
                    <a:pt x="1483092" y="879752"/>
                  </a:lnTo>
                  <a:lnTo>
                    <a:pt x="1482021" y="880584"/>
                  </a:lnTo>
                  <a:lnTo>
                    <a:pt x="1480949" y="881419"/>
                  </a:lnTo>
                  <a:lnTo>
                    <a:pt x="1479877" y="882256"/>
                  </a:lnTo>
                  <a:lnTo>
                    <a:pt x="1478806" y="883095"/>
                  </a:lnTo>
                  <a:lnTo>
                    <a:pt x="1477734" y="883937"/>
                  </a:lnTo>
                  <a:lnTo>
                    <a:pt x="1476663" y="884781"/>
                  </a:lnTo>
                  <a:lnTo>
                    <a:pt x="1475591" y="885628"/>
                  </a:lnTo>
                  <a:lnTo>
                    <a:pt x="1474519" y="886476"/>
                  </a:lnTo>
                  <a:lnTo>
                    <a:pt x="1473448" y="887327"/>
                  </a:lnTo>
                  <a:lnTo>
                    <a:pt x="1472376" y="888181"/>
                  </a:lnTo>
                  <a:lnTo>
                    <a:pt x="1471305" y="889036"/>
                  </a:lnTo>
                  <a:lnTo>
                    <a:pt x="1470233" y="889894"/>
                  </a:lnTo>
                  <a:lnTo>
                    <a:pt x="1469161" y="890754"/>
                  </a:lnTo>
                  <a:lnTo>
                    <a:pt x="1468090" y="891616"/>
                  </a:lnTo>
                  <a:lnTo>
                    <a:pt x="1467018" y="892480"/>
                  </a:lnTo>
                  <a:lnTo>
                    <a:pt x="1465947" y="893346"/>
                  </a:lnTo>
                  <a:lnTo>
                    <a:pt x="1464875" y="894215"/>
                  </a:lnTo>
                  <a:lnTo>
                    <a:pt x="1463803" y="895085"/>
                  </a:lnTo>
                  <a:lnTo>
                    <a:pt x="1462732" y="895958"/>
                  </a:lnTo>
                  <a:lnTo>
                    <a:pt x="1461660" y="896833"/>
                  </a:lnTo>
                  <a:lnTo>
                    <a:pt x="1460589" y="897710"/>
                  </a:lnTo>
                  <a:lnTo>
                    <a:pt x="1459517" y="898589"/>
                  </a:lnTo>
                  <a:lnTo>
                    <a:pt x="1458445" y="899470"/>
                  </a:lnTo>
                  <a:lnTo>
                    <a:pt x="1457374" y="900353"/>
                  </a:lnTo>
                  <a:lnTo>
                    <a:pt x="1456302" y="901237"/>
                  </a:lnTo>
                  <a:lnTo>
                    <a:pt x="1455231" y="902124"/>
                  </a:lnTo>
                  <a:lnTo>
                    <a:pt x="1454159" y="903013"/>
                  </a:lnTo>
                  <a:lnTo>
                    <a:pt x="1453087" y="903904"/>
                  </a:lnTo>
                  <a:lnTo>
                    <a:pt x="1452016" y="904797"/>
                  </a:lnTo>
                  <a:lnTo>
                    <a:pt x="1450944" y="905691"/>
                  </a:lnTo>
                  <a:lnTo>
                    <a:pt x="1449873" y="906588"/>
                  </a:lnTo>
                  <a:lnTo>
                    <a:pt x="1448801" y="907486"/>
                  </a:lnTo>
                  <a:lnTo>
                    <a:pt x="1447729" y="908386"/>
                  </a:lnTo>
                  <a:lnTo>
                    <a:pt x="1446658" y="909288"/>
                  </a:lnTo>
                  <a:lnTo>
                    <a:pt x="1445586" y="910192"/>
                  </a:lnTo>
                  <a:lnTo>
                    <a:pt x="1444515" y="911098"/>
                  </a:lnTo>
                  <a:lnTo>
                    <a:pt x="1443443" y="912005"/>
                  </a:lnTo>
                  <a:lnTo>
                    <a:pt x="1442371" y="912914"/>
                  </a:lnTo>
                  <a:lnTo>
                    <a:pt x="1441300" y="913825"/>
                  </a:lnTo>
                  <a:lnTo>
                    <a:pt x="1440228" y="914737"/>
                  </a:lnTo>
                  <a:lnTo>
                    <a:pt x="1439157" y="915652"/>
                  </a:lnTo>
                  <a:lnTo>
                    <a:pt x="1438085" y="916568"/>
                  </a:lnTo>
                  <a:lnTo>
                    <a:pt x="1437013" y="917485"/>
                  </a:lnTo>
                  <a:lnTo>
                    <a:pt x="1435942" y="918404"/>
                  </a:lnTo>
                  <a:lnTo>
                    <a:pt x="1434870" y="919325"/>
                  </a:lnTo>
                  <a:lnTo>
                    <a:pt x="1433799" y="920247"/>
                  </a:lnTo>
                  <a:lnTo>
                    <a:pt x="1432727" y="921171"/>
                  </a:lnTo>
                  <a:lnTo>
                    <a:pt x="1431655" y="922097"/>
                  </a:lnTo>
                  <a:lnTo>
                    <a:pt x="1430584" y="923024"/>
                  </a:lnTo>
                  <a:lnTo>
                    <a:pt x="1429512" y="923952"/>
                  </a:lnTo>
                  <a:lnTo>
                    <a:pt x="1428441" y="924882"/>
                  </a:lnTo>
                  <a:lnTo>
                    <a:pt x="1427369" y="925814"/>
                  </a:lnTo>
                  <a:lnTo>
                    <a:pt x="1426297" y="926747"/>
                  </a:lnTo>
                  <a:lnTo>
                    <a:pt x="1425226" y="927681"/>
                  </a:lnTo>
                  <a:lnTo>
                    <a:pt x="1424154" y="928617"/>
                  </a:lnTo>
                  <a:lnTo>
                    <a:pt x="1423083" y="929554"/>
                  </a:lnTo>
                  <a:lnTo>
                    <a:pt x="1422011" y="930493"/>
                  </a:lnTo>
                  <a:lnTo>
                    <a:pt x="1420939" y="931433"/>
                  </a:lnTo>
                  <a:lnTo>
                    <a:pt x="1419868" y="932374"/>
                  </a:lnTo>
                  <a:lnTo>
                    <a:pt x="1418796" y="933317"/>
                  </a:lnTo>
                  <a:lnTo>
                    <a:pt x="1417725" y="934261"/>
                  </a:lnTo>
                  <a:lnTo>
                    <a:pt x="1416653" y="935206"/>
                  </a:lnTo>
                  <a:lnTo>
                    <a:pt x="1415582" y="936152"/>
                  </a:lnTo>
                  <a:lnTo>
                    <a:pt x="1414510" y="937100"/>
                  </a:lnTo>
                  <a:lnTo>
                    <a:pt x="1413438" y="938049"/>
                  </a:lnTo>
                  <a:lnTo>
                    <a:pt x="1412367" y="938999"/>
                  </a:lnTo>
                  <a:lnTo>
                    <a:pt x="1411295" y="939950"/>
                  </a:lnTo>
                  <a:lnTo>
                    <a:pt x="1410224" y="940903"/>
                  </a:lnTo>
                  <a:lnTo>
                    <a:pt x="1409152" y="941856"/>
                  </a:lnTo>
                  <a:lnTo>
                    <a:pt x="1408080" y="942811"/>
                  </a:lnTo>
                  <a:lnTo>
                    <a:pt x="1407009" y="943767"/>
                  </a:lnTo>
                  <a:lnTo>
                    <a:pt x="1405937" y="944723"/>
                  </a:lnTo>
                  <a:lnTo>
                    <a:pt x="1404866" y="945681"/>
                  </a:lnTo>
                  <a:lnTo>
                    <a:pt x="1403794" y="946640"/>
                  </a:lnTo>
                  <a:lnTo>
                    <a:pt x="1402722" y="947600"/>
                  </a:lnTo>
                  <a:lnTo>
                    <a:pt x="1401651" y="948561"/>
                  </a:lnTo>
                  <a:lnTo>
                    <a:pt x="1400579" y="949523"/>
                  </a:lnTo>
                  <a:lnTo>
                    <a:pt x="1399508" y="950486"/>
                  </a:lnTo>
                  <a:lnTo>
                    <a:pt x="1398436" y="951450"/>
                  </a:lnTo>
                  <a:lnTo>
                    <a:pt x="1397364" y="952415"/>
                  </a:lnTo>
                  <a:lnTo>
                    <a:pt x="1396293" y="953381"/>
                  </a:lnTo>
                  <a:lnTo>
                    <a:pt x="1395221" y="954347"/>
                  </a:lnTo>
                  <a:lnTo>
                    <a:pt x="1394150" y="955315"/>
                  </a:lnTo>
                  <a:lnTo>
                    <a:pt x="1393078" y="956283"/>
                  </a:lnTo>
                  <a:lnTo>
                    <a:pt x="1392006" y="957252"/>
                  </a:lnTo>
                  <a:lnTo>
                    <a:pt x="1390935" y="958222"/>
                  </a:lnTo>
                  <a:lnTo>
                    <a:pt x="1389863" y="959193"/>
                  </a:lnTo>
                  <a:lnTo>
                    <a:pt x="1388792" y="960164"/>
                  </a:lnTo>
                  <a:lnTo>
                    <a:pt x="1387720" y="961136"/>
                  </a:lnTo>
                  <a:lnTo>
                    <a:pt x="1386648" y="962109"/>
                  </a:lnTo>
                  <a:lnTo>
                    <a:pt x="1385577" y="963083"/>
                  </a:lnTo>
                  <a:lnTo>
                    <a:pt x="1384505" y="964057"/>
                  </a:lnTo>
                  <a:lnTo>
                    <a:pt x="1383434" y="965032"/>
                  </a:lnTo>
                  <a:lnTo>
                    <a:pt x="1382362" y="966008"/>
                  </a:lnTo>
                  <a:lnTo>
                    <a:pt x="1381290" y="966984"/>
                  </a:lnTo>
                  <a:lnTo>
                    <a:pt x="1380219" y="967961"/>
                  </a:lnTo>
                  <a:lnTo>
                    <a:pt x="1379147" y="968938"/>
                  </a:lnTo>
                  <a:lnTo>
                    <a:pt x="1378076" y="969916"/>
                  </a:lnTo>
                  <a:lnTo>
                    <a:pt x="1377004" y="970895"/>
                  </a:lnTo>
                  <a:lnTo>
                    <a:pt x="1375932" y="971874"/>
                  </a:lnTo>
                  <a:lnTo>
                    <a:pt x="1374861" y="972854"/>
                  </a:lnTo>
                  <a:lnTo>
                    <a:pt x="1373789" y="973834"/>
                  </a:lnTo>
                  <a:lnTo>
                    <a:pt x="1372718" y="974814"/>
                  </a:lnTo>
                  <a:lnTo>
                    <a:pt x="1371646" y="975795"/>
                  </a:lnTo>
                  <a:lnTo>
                    <a:pt x="1370574" y="976777"/>
                  </a:lnTo>
                  <a:lnTo>
                    <a:pt x="1369503" y="977759"/>
                  </a:lnTo>
                  <a:lnTo>
                    <a:pt x="1368431" y="978741"/>
                  </a:lnTo>
                  <a:lnTo>
                    <a:pt x="1367360" y="979724"/>
                  </a:lnTo>
                  <a:lnTo>
                    <a:pt x="1366288" y="980707"/>
                  </a:lnTo>
                  <a:lnTo>
                    <a:pt x="1365216" y="981690"/>
                  </a:lnTo>
                  <a:lnTo>
                    <a:pt x="1364145" y="982674"/>
                  </a:lnTo>
                  <a:lnTo>
                    <a:pt x="1363073" y="983658"/>
                  </a:lnTo>
                  <a:lnTo>
                    <a:pt x="1362002" y="984642"/>
                  </a:lnTo>
                  <a:lnTo>
                    <a:pt x="1360930" y="985626"/>
                  </a:lnTo>
                  <a:lnTo>
                    <a:pt x="1359858" y="986611"/>
                  </a:lnTo>
                  <a:lnTo>
                    <a:pt x="1358787" y="987596"/>
                  </a:lnTo>
                  <a:lnTo>
                    <a:pt x="1357715" y="988581"/>
                  </a:lnTo>
                  <a:lnTo>
                    <a:pt x="1356644" y="989567"/>
                  </a:lnTo>
                  <a:lnTo>
                    <a:pt x="1355572" y="990552"/>
                  </a:lnTo>
                  <a:lnTo>
                    <a:pt x="1354500" y="991538"/>
                  </a:lnTo>
                  <a:lnTo>
                    <a:pt x="1353429" y="992524"/>
                  </a:lnTo>
                  <a:lnTo>
                    <a:pt x="1352357" y="993510"/>
                  </a:lnTo>
                  <a:lnTo>
                    <a:pt x="1351286" y="994496"/>
                  </a:lnTo>
                  <a:lnTo>
                    <a:pt x="1350214" y="995482"/>
                  </a:lnTo>
                  <a:lnTo>
                    <a:pt x="1349142" y="996468"/>
                  </a:lnTo>
                  <a:lnTo>
                    <a:pt x="1348071" y="997454"/>
                  </a:lnTo>
                  <a:lnTo>
                    <a:pt x="1346999" y="998441"/>
                  </a:lnTo>
                  <a:lnTo>
                    <a:pt x="1345928" y="999427"/>
                  </a:lnTo>
                  <a:lnTo>
                    <a:pt x="1344856" y="1000413"/>
                  </a:lnTo>
                  <a:lnTo>
                    <a:pt x="1343784" y="1001399"/>
                  </a:lnTo>
                  <a:lnTo>
                    <a:pt x="1342713" y="1002385"/>
                  </a:lnTo>
                  <a:lnTo>
                    <a:pt x="1341641" y="1003371"/>
                  </a:lnTo>
                  <a:lnTo>
                    <a:pt x="1340570" y="1004357"/>
                  </a:lnTo>
                  <a:lnTo>
                    <a:pt x="1339498" y="1005343"/>
                  </a:lnTo>
                  <a:lnTo>
                    <a:pt x="1338426" y="1006329"/>
                  </a:lnTo>
                  <a:lnTo>
                    <a:pt x="1337355" y="1007315"/>
                  </a:lnTo>
                  <a:lnTo>
                    <a:pt x="1336283" y="1008300"/>
                  </a:lnTo>
                  <a:lnTo>
                    <a:pt x="1335212" y="1009285"/>
                  </a:lnTo>
                  <a:lnTo>
                    <a:pt x="1334140" y="1010270"/>
                  </a:lnTo>
                  <a:lnTo>
                    <a:pt x="1333068" y="1011255"/>
                  </a:lnTo>
                  <a:lnTo>
                    <a:pt x="1331997" y="1012240"/>
                  </a:lnTo>
                  <a:lnTo>
                    <a:pt x="1330925" y="1013224"/>
                  </a:lnTo>
                  <a:lnTo>
                    <a:pt x="1329854" y="1014208"/>
                  </a:lnTo>
                  <a:lnTo>
                    <a:pt x="1328782" y="1015192"/>
                  </a:lnTo>
                  <a:lnTo>
                    <a:pt x="1327710" y="1016175"/>
                  </a:lnTo>
                  <a:lnTo>
                    <a:pt x="1326639" y="1017159"/>
                  </a:lnTo>
                  <a:lnTo>
                    <a:pt x="1325567" y="1018141"/>
                  </a:lnTo>
                  <a:lnTo>
                    <a:pt x="1324496" y="1019124"/>
                  </a:lnTo>
                  <a:lnTo>
                    <a:pt x="1323424" y="1020106"/>
                  </a:lnTo>
                  <a:lnTo>
                    <a:pt x="1322352" y="1021088"/>
                  </a:lnTo>
                  <a:lnTo>
                    <a:pt x="1321281" y="1022069"/>
                  </a:lnTo>
                  <a:lnTo>
                    <a:pt x="1320209" y="1023050"/>
                  </a:lnTo>
                  <a:lnTo>
                    <a:pt x="1319138" y="1024030"/>
                  </a:lnTo>
                  <a:lnTo>
                    <a:pt x="1318066" y="1025010"/>
                  </a:lnTo>
                  <a:lnTo>
                    <a:pt x="1316994" y="1025990"/>
                  </a:lnTo>
                  <a:lnTo>
                    <a:pt x="1315923" y="1026969"/>
                  </a:lnTo>
                  <a:lnTo>
                    <a:pt x="1314851" y="1027947"/>
                  </a:lnTo>
                  <a:lnTo>
                    <a:pt x="1313780" y="1028925"/>
                  </a:lnTo>
                  <a:lnTo>
                    <a:pt x="1312708" y="1029903"/>
                  </a:lnTo>
                  <a:lnTo>
                    <a:pt x="1311636" y="1030879"/>
                  </a:lnTo>
                  <a:lnTo>
                    <a:pt x="1310565" y="1031856"/>
                  </a:lnTo>
                  <a:lnTo>
                    <a:pt x="1309493" y="1032831"/>
                  </a:lnTo>
                  <a:lnTo>
                    <a:pt x="1308422" y="1033806"/>
                  </a:lnTo>
                  <a:lnTo>
                    <a:pt x="1307350" y="1034781"/>
                  </a:lnTo>
                  <a:lnTo>
                    <a:pt x="1306278" y="1035755"/>
                  </a:lnTo>
                  <a:lnTo>
                    <a:pt x="1305207" y="1036728"/>
                  </a:lnTo>
                  <a:lnTo>
                    <a:pt x="1304135" y="1037700"/>
                  </a:lnTo>
                  <a:lnTo>
                    <a:pt x="1303064" y="1038672"/>
                  </a:lnTo>
                  <a:lnTo>
                    <a:pt x="1301992" y="1039643"/>
                  </a:lnTo>
                  <a:lnTo>
                    <a:pt x="1300920" y="1040613"/>
                  </a:lnTo>
                  <a:lnTo>
                    <a:pt x="1299849" y="1041583"/>
                  </a:lnTo>
                  <a:lnTo>
                    <a:pt x="1298777" y="1042551"/>
                  </a:lnTo>
                  <a:lnTo>
                    <a:pt x="1297706" y="1043519"/>
                  </a:lnTo>
                  <a:lnTo>
                    <a:pt x="1296634" y="1044487"/>
                  </a:lnTo>
                  <a:lnTo>
                    <a:pt x="1295562" y="1045453"/>
                  </a:lnTo>
                  <a:lnTo>
                    <a:pt x="1294491" y="1046419"/>
                  </a:lnTo>
                  <a:lnTo>
                    <a:pt x="1293419" y="1047383"/>
                  </a:lnTo>
                  <a:lnTo>
                    <a:pt x="1292348" y="1048347"/>
                  </a:lnTo>
                  <a:lnTo>
                    <a:pt x="1291276" y="1049310"/>
                  </a:lnTo>
                  <a:lnTo>
                    <a:pt x="1290204" y="1050272"/>
                  </a:lnTo>
                  <a:lnTo>
                    <a:pt x="1289133" y="1051234"/>
                  </a:lnTo>
                  <a:lnTo>
                    <a:pt x="1288061" y="1052194"/>
                  </a:lnTo>
                  <a:lnTo>
                    <a:pt x="1286990" y="1053153"/>
                  </a:lnTo>
                  <a:lnTo>
                    <a:pt x="1285918" y="1054112"/>
                  </a:lnTo>
                  <a:lnTo>
                    <a:pt x="1284846" y="1055069"/>
                  </a:lnTo>
                  <a:lnTo>
                    <a:pt x="1283775" y="1056025"/>
                  </a:lnTo>
                  <a:lnTo>
                    <a:pt x="1282703" y="1056981"/>
                  </a:lnTo>
                  <a:lnTo>
                    <a:pt x="1281632" y="1057935"/>
                  </a:lnTo>
                  <a:lnTo>
                    <a:pt x="1280560" y="1058889"/>
                  </a:lnTo>
                  <a:lnTo>
                    <a:pt x="1279488" y="1059841"/>
                  </a:lnTo>
                  <a:lnTo>
                    <a:pt x="1278417" y="1060792"/>
                  </a:lnTo>
                  <a:lnTo>
                    <a:pt x="1277345" y="1061742"/>
                  </a:lnTo>
                  <a:lnTo>
                    <a:pt x="1276274" y="1062692"/>
                  </a:lnTo>
                  <a:lnTo>
                    <a:pt x="1275202" y="1063640"/>
                  </a:lnTo>
                  <a:lnTo>
                    <a:pt x="1274130" y="1064586"/>
                  </a:lnTo>
                  <a:lnTo>
                    <a:pt x="1273059" y="1065532"/>
                  </a:lnTo>
                  <a:lnTo>
                    <a:pt x="1271987" y="1066477"/>
                  </a:lnTo>
                  <a:lnTo>
                    <a:pt x="1270916" y="1067420"/>
                  </a:lnTo>
                  <a:lnTo>
                    <a:pt x="1269844" y="1068363"/>
                  </a:lnTo>
                  <a:lnTo>
                    <a:pt x="1268772" y="1069304"/>
                  </a:lnTo>
                  <a:lnTo>
                    <a:pt x="1267701" y="1070243"/>
                  </a:lnTo>
                  <a:lnTo>
                    <a:pt x="1266629" y="1071182"/>
                  </a:lnTo>
                  <a:lnTo>
                    <a:pt x="1265558" y="1072119"/>
                  </a:lnTo>
                  <a:lnTo>
                    <a:pt x="1264486" y="1073056"/>
                  </a:lnTo>
                  <a:lnTo>
                    <a:pt x="1263414" y="1073990"/>
                  </a:lnTo>
                  <a:lnTo>
                    <a:pt x="1262343" y="1074924"/>
                  </a:lnTo>
                  <a:lnTo>
                    <a:pt x="1261271" y="1075856"/>
                  </a:lnTo>
                  <a:lnTo>
                    <a:pt x="1260200" y="1076787"/>
                  </a:lnTo>
                  <a:lnTo>
                    <a:pt x="1259128" y="1077717"/>
                  </a:lnTo>
                  <a:lnTo>
                    <a:pt x="1258056" y="1078645"/>
                  </a:lnTo>
                  <a:lnTo>
                    <a:pt x="1256985" y="1079572"/>
                  </a:lnTo>
                  <a:lnTo>
                    <a:pt x="1255913" y="1080498"/>
                  </a:lnTo>
                  <a:lnTo>
                    <a:pt x="1254842" y="1081422"/>
                  </a:lnTo>
                  <a:lnTo>
                    <a:pt x="1253770" y="1082345"/>
                  </a:lnTo>
                  <a:lnTo>
                    <a:pt x="1252698" y="1083266"/>
                  </a:lnTo>
                  <a:lnTo>
                    <a:pt x="1251627" y="1084186"/>
                  </a:lnTo>
                  <a:lnTo>
                    <a:pt x="1250555" y="1085104"/>
                  </a:lnTo>
                  <a:lnTo>
                    <a:pt x="1249484" y="1086021"/>
                  </a:lnTo>
                  <a:lnTo>
                    <a:pt x="1248412" y="1086937"/>
                  </a:lnTo>
                  <a:lnTo>
                    <a:pt x="1247340" y="1087851"/>
                  </a:lnTo>
                  <a:lnTo>
                    <a:pt x="1246269" y="1088764"/>
                  </a:lnTo>
                  <a:lnTo>
                    <a:pt x="1245197" y="1089675"/>
                  </a:lnTo>
                  <a:lnTo>
                    <a:pt x="1244126" y="1090584"/>
                  </a:lnTo>
                  <a:lnTo>
                    <a:pt x="1243054" y="1091492"/>
                  </a:lnTo>
                  <a:lnTo>
                    <a:pt x="1241983" y="1092399"/>
                  </a:lnTo>
                  <a:lnTo>
                    <a:pt x="1240911" y="1093304"/>
                  </a:lnTo>
                  <a:lnTo>
                    <a:pt x="1239839" y="1094207"/>
                  </a:lnTo>
                  <a:lnTo>
                    <a:pt x="1238768" y="1095109"/>
                  </a:lnTo>
                  <a:lnTo>
                    <a:pt x="1237696" y="1096009"/>
                  </a:lnTo>
                  <a:lnTo>
                    <a:pt x="1236625" y="1096908"/>
                  </a:lnTo>
                  <a:lnTo>
                    <a:pt x="1235553" y="1097804"/>
                  </a:lnTo>
                  <a:lnTo>
                    <a:pt x="1234481" y="1098700"/>
                  </a:lnTo>
                  <a:lnTo>
                    <a:pt x="1233410" y="1099593"/>
                  </a:lnTo>
                  <a:lnTo>
                    <a:pt x="1232338" y="1100485"/>
                  </a:lnTo>
                  <a:lnTo>
                    <a:pt x="1231267" y="1101376"/>
                  </a:lnTo>
                  <a:lnTo>
                    <a:pt x="1230195" y="1102264"/>
                  </a:lnTo>
                  <a:lnTo>
                    <a:pt x="1229123" y="1103151"/>
                  </a:lnTo>
                  <a:lnTo>
                    <a:pt x="1228052" y="1104036"/>
                  </a:lnTo>
                  <a:lnTo>
                    <a:pt x="1226980" y="1104920"/>
                  </a:lnTo>
                  <a:lnTo>
                    <a:pt x="1225909" y="1105801"/>
                  </a:lnTo>
                  <a:lnTo>
                    <a:pt x="1224837" y="1106681"/>
                  </a:lnTo>
                  <a:lnTo>
                    <a:pt x="1223765" y="1107559"/>
                  </a:lnTo>
                  <a:lnTo>
                    <a:pt x="1222694" y="1108436"/>
                  </a:lnTo>
                  <a:lnTo>
                    <a:pt x="1221622" y="1109310"/>
                  </a:lnTo>
                  <a:lnTo>
                    <a:pt x="1220551" y="1110183"/>
                  </a:lnTo>
                  <a:lnTo>
                    <a:pt x="1219479" y="1111054"/>
                  </a:lnTo>
                  <a:lnTo>
                    <a:pt x="1218407" y="1111923"/>
                  </a:lnTo>
                  <a:lnTo>
                    <a:pt x="1217336" y="1112790"/>
                  </a:lnTo>
                  <a:lnTo>
                    <a:pt x="1216264" y="1113655"/>
                  </a:lnTo>
                  <a:lnTo>
                    <a:pt x="1215193" y="1114519"/>
                  </a:lnTo>
                  <a:lnTo>
                    <a:pt x="1214121" y="1115381"/>
                  </a:lnTo>
                  <a:lnTo>
                    <a:pt x="1213049" y="1116240"/>
                  </a:lnTo>
                  <a:lnTo>
                    <a:pt x="1211978" y="1117098"/>
                  </a:lnTo>
                  <a:lnTo>
                    <a:pt x="1210906" y="1117954"/>
                  </a:lnTo>
                  <a:lnTo>
                    <a:pt x="1209835" y="1118808"/>
                  </a:lnTo>
                  <a:lnTo>
                    <a:pt x="1208763" y="1119660"/>
                  </a:lnTo>
                  <a:lnTo>
                    <a:pt x="1207691" y="1120510"/>
                  </a:lnTo>
                  <a:lnTo>
                    <a:pt x="1206620" y="1121358"/>
                  </a:lnTo>
                  <a:lnTo>
                    <a:pt x="1205548" y="1122204"/>
                  </a:lnTo>
                  <a:lnTo>
                    <a:pt x="1204477" y="1123049"/>
                  </a:lnTo>
                  <a:lnTo>
                    <a:pt x="1203405" y="1123891"/>
                  </a:lnTo>
                  <a:lnTo>
                    <a:pt x="1202333" y="1124731"/>
                  </a:lnTo>
                  <a:lnTo>
                    <a:pt x="1201262" y="1125569"/>
                  </a:lnTo>
                  <a:lnTo>
                    <a:pt x="1200190" y="1126405"/>
                  </a:lnTo>
                  <a:lnTo>
                    <a:pt x="1199119" y="1127239"/>
                  </a:lnTo>
                  <a:lnTo>
                    <a:pt x="1198047" y="1128071"/>
                  </a:lnTo>
                  <a:lnTo>
                    <a:pt x="1196975" y="1128901"/>
                  </a:lnTo>
                  <a:lnTo>
                    <a:pt x="1195904" y="1129729"/>
                  </a:lnTo>
                  <a:lnTo>
                    <a:pt x="1194832" y="1130554"/>
                  </a:lnTo>
                  <a:lnTo>
                    <a:pt x="1193761" y="1131378"/>
                  </a:lnTo>
                  <a:lnTo>
                    <a:pt x="1192689" y="1132200"/>
                  </a:lnTo>
                  <a:lnTo>
                    <a:pt x="1191617" y="1133019"/>
                  </a:lnTo>
                  <a:lnTo>
                    <a:pt x="1190546" y="1133836"/>
                  </a:lnTo>
                  <a:lnTo>
                    <a:pt x="1189474" y="1134651"/>
                  </a:lnTo>
                  <a:lnTo>
                    <a:pt x="1188403" y="1135464"/>
                  </a:lnTo>
                  <a:lnTo>
                    <a:pt x="1187331" y="1136275"/>
                  </a:lnTo>
                  <a:lnTo>
                    <a:pt x="1186259" y="1137084"/>
                  </a:lnTo>
                  <a:lnTo>
                    <a:pt x="1185188" y="1137890"/>
                  </a:lnTo>
                  <a:lnTo>
                    <a:pt x="1184116" y="1138694"/>
                  </a:lnTo>
                  <a:lnTo>
                    <a:pt x="1183045" y="1139496"/>
                  </a:lnTo>
                  <a:lnTo>
                    <a:pt x="1181973" y="1140296"/>
                  </a:lnTo>
                  <a:lnTo>
                    <a:pt x="1180901" y="1141093"/>
                  </a:lnTo>
                  <a:lnTo>
                    <a:pt x="1179830" y="1141888"/>
                  </a:lnTo>
                  <a:lnTo>
                    <a:pt x="1178758" y="1142681"/>
                  </a:lnTo>
                  <a:lnTo>
                    <a:pt x="1177687" y="1143472"/>
                  </a:lnTo>
                  <a:lnTo>
                    <a:pt x="1176615" y="1144261"/>
                  </a:lnTo>
                  <a:lnTo>
                    <a:pt x="1175543" y="1145047"/>
                  </a:lnTo>
                  <a:lnTo>
                    <a:pt x="1174472" y="1145831"/>
                  </a:lnTo>
                  <a:lnTo>
                    <a:pt x="1173400" y="1146612"/>
                  </a:lnTo>
                  <a:lnTo>
                    <a:pt x="1172329" y="1147391"/>
                  </a:lnTo>
                  <a:lnTo>
                    <a:pt x="1171257" y="1148168"/>
                  </a:lnTo>
                  <a:lnTo>
                    <a:pt x="1170185" y="1148943"/>
                  </a:lnTo>
                  <a:lnTo>
                    <a:pt x="1169114" y="1149715"/>
                  </a:lnTo>
                  <a:lnTo>
                    <a:pt x="1168042" y="1150485"/>
                  </a:lnTo>
                  <a:lnTo>
                    <a:pt x="1166971" y="1151252"/>
                  </a:lnTo>
                  <a:lnTo>
                    <a:pt x="1165899" y="1152017"/>
                  </a:lnTo>
                  <a:lnTo>
                    <a:pt x="1164827" y="1152780"/>
                  </a:lnTo>
                  <a:lnTo>
                    <a:pt x="1163756" y="1153540"/>
                  </a:lnTo>
                  <a:lnTo>
                    <a:pt x="1162684" y="1154298"/>
                  </a:lnTo>
                  <a:lnTo>
                    <a:pt x="1161613" y="1155054"/>
                  </a:lnTo>
                  <a:lnTo>
                    <a:pt x="1160541" y="1155807"/>
                  </a:lnTo>
                  <a:lnTo>
                    <a:pt x="1159469" y="1156557"/>
                  </a:lnTo>
                  <a:lnTo>
                    <a:pt x="1158398" y="1157305"/>
                  </a:lnTo>
                  <a:lnTo>
                    <a:pt x="1157326" y="1158051"/>
                  </a:lnTo>
                  <a:lnTo>
                    <a:pt x="1156255" y="1158794"/>
                  </a:lnTo>
                  <a:lnTo>
                    <a:pt x="1155183" y="1159535"/>
                  </a:lnTo>
                  <a:lnTo>
                    <a:pt x="1154111" y="1160273"/>
                  </a:lnTo>
                  <a:lnTo>
                    <a:pt x="1153040" y="1161009"/>
                  </a:lnTo>
                  <a:lnTo>
                    <a:pt x="1151968" y="1161742"/>
                  </a:lnTo>
                  <a:lnTo>
                    <a:pt x="1150897" y="1162473"/>
                  </a:lnTo>
                  <a:lnTo>
                    <a:pt x="1149825" y="1163201"/>
                  </a:lnTo>
                  <a:lnTo>
                    <a:pt x="1148753" y="1163926"/>
                  </a:lnTo>
                  <a:lnTo>
                    <a:pt x="1147682" y="1164649"/>
                  </a:lnTo>
                  <a:lnTo>
                    <a:pt x="1146610" y="1165370"/>
                  </a:lnTo>
                  <a:lnTo>
                    <a:pt x="1145539" y="1166088"/>
                  </a:lnTo>
                  <a:lnTo>
                    <a:pt x="1144467" y="1166803"/>
                  </a:lnTo>
                  <a:lnTo>
                    <a:pt x="1143395" y="1167516"/>
                  </a:lnTo>
                  <a:lnTo>
                    <a:pt x="1142324" y="1168226"/>
                  </a:lnTo>
                  <a:lnTo>
                    <a:pt x="1141252" y="1168934"/>
                  </a:lnTo>
                  <a:lnTo>
                    <a:pt x="1140181" y="1169639"/>
                  </a:lnTo>
                  <a:lnTo>
                    <a:pt x="1139109" y="1170341"/>
                  </a:lnTo>
                  <a:lnTo>
                    <a:pt x="1138037" y="1171041"/>
                  </a:lnTo>
                  <a:lnTo>
                    <a:pt x="1136966" y="1171738"/>
                  </a:lnTo>
                  <a:lnTo>
                    <a:pt x="1135894" y="1172432"/>
                  </a:lnTo>
                  <a:lnTo>
                    <a:pt x="1134823" y="1173124"/>
                  </a:lnTo>
                  <a:lnTo>
                    <a:pt x="1133751" y="1173813"/>
                  </a:lnTo>
                  <a:lnTo>
                    <a:pt x="1132679" y="1174500"/>
                  </a:lnTo>
                  <a:lnTo>
                    <a:pt x="1131608" y="1175183"/>
                  </a:lnTo>
                  <a:lnTo>
                    <a:pt x="1130536" y="1175864"/>
                  </a:lnTo>
                  <a:lnTo>
                    <a:pt x="1129465" y="1176543"/>
                  </a:lnTo>
                  <a:lnTo>
                    <a:pt x="1128393" y="1177218"/>
                  </a:lnTo>
                  <a:lnTo>
                    <a:pt x="1127321" y="1177891"/>
                  </a:lnTo>
                  <a:lnTo>
                    <a:pt x="1126250" y="1178561"/>
                  </a:lnTo>
                  <a:lnTo>
                    <a:pt x="1125178" y="1179229"/>
                  </a:lnTo>
                  <a:lnTo>
                    <a:pt x="1124107" y="1179894"/>
                  </a:lnTo>
                  <a:lnTo>
                    <a:pt x="1123035" y="1180556"/>
                  </a:lnTo>
                  <a:lnTo>
                    <a:pt x="1121963" y="1181215"/>
                  </a:lnTo>
                  <a:lnTo>
                    <a:pt x="1120892" y="1181871"/>
                  </a:lnTo>
                  <a:lnTo>
                    <a:pt x="1119820" y="1182525"/>
                  </a:lnTo>
                  <a:lnTo>
                    <a:pt x="1118749" y="1183176"/>
                  </a:lnTo>
                  <a:lnTo>
                    <a:pt x="1117677" y="1183824"/>
                  </a:lnTo>
                  <a:lnTo>
                    <a:pt x="1116605" y="1184469"/>
                  </a:lnTo>
                  <a:lnTo>
                    <a:pt x="1115534" y="1185111"/>
                  </a:lnTo>
                  <a:lnTo>
                    <a:pt x="1114462" y="1185751"/>
                  </a:lnTo>
                  <a:lnTo>
                    <a:pt x="1113391" y="1186388"/>
                  </a:lnTo>
                  <a:lnTo>
                    <a:pt x="1112319" y="1187022"/>
                  </a:lnTo>
                  <a:lnTo>
                    <a:pt x="1111247" y="1187653"/>
                  </a:lnTo>
                  <a:lnTo>
                    <a:pt x="1110176" y="1188281"/>
                  </a:lnTo>
                  <a:lnTo>
                    <a:pt x="1109104" y="1188906"/>
                  </a:lnTo>
                  <a:lnTo>
                    <a:pt x="1108033" y="1189529"/>
                  </a:lnTo>
                  <a:lnTo>
                    <a:pt x="1106961" y="1190148"/>
                  </a:lnTo>
                  <a:lnTo>
                    <a:pt x="1105889" y="1190765"/>
                  </a:lnTo>
                  <a:lnTo>
                    <a:pt x="1104818" y="1191379"/>
                  </a:lnTo>
                  <a:lnTo>
                    <a:pt x="1103746" y="1191990"/>
                  </a:lnTo>
                  <a:lnTo>
                    <a:pt x="1102675" y="1192598"/>
                  </a:lnTo>
                  <a:lnTo>
                    <a:pt x="1101603" y="1193203"/>
                  </a:lnTo>
                  <a:lnTo>
                    <a:pt x="1100531" y="1193805"/>
                  </a:lnTo>
                  <a:lnTo>
                    <a:pt x="1099460" y="1194405"/>
                  </a:lnTo>
                  <a:lnTo>
                    <a:pt x="1098388" y="1195001"/>
                  </a:lnTo>
                  <a:lnTo>
                    <a:pt x="1097317" y="1195594"/>
                  </a:lnTo>
                  <a:lnTo>
                    <a:pt x="1096245" y="1196185"/>
                  </a:lnTo>
                  <a:lnTo>
                    <a:pt x="1095173" y="1196772"/>
                  </a:lnTo>
                  <a:lnTo>
                    <a:pt x="1094102" y="1197357"/>
                  </a:lnTo>
                  <a:lnTo>
                    <a:pt x="1093030" y="1197938"/>
                  </a:lnTo>
                  <a:lnTo>
                    <a:pt x="1091959" y="1198517"/>
                  </a:lnTo>
                  <a:lnTo>
                    <a:pt x="1090887" y="1199092"/>
                  </a:lnTo>
                  <a:lnTo>
                    <a:pt x="1089815" y="1199665"/>
                  </a:lnTo>
                  <a:lnTo>
                    <a:pt x="1088744" y="1200234"/>
                  </a:lnTo>
                  <a:lnTo>
                    <a:pt x="1087672" y="1200801"/>
                  </a:lnTo>
                  <a:lnTo>
                    <a:pt x="1086601" y="1201364"/>
                  </a:lnTo>
                  <a:lnTo>
                    <a:pt x="1085529" y="1201924"/>
                  </a:lnTo>
                  <a:lnTo>
                    <a:pt x="1084457" y="1202482"/>
                  </a:lnTo>
                  <a:lnTo>
                    <a:pt x="1083386" y="1203036"/>
                  </a:lnTo>
                  <a:lnTo>
                    <a:pt x="1082314" y="1203588"/>
                  </a:lnTo>
                  <a:lnTo>
                    <a:pt x="1081243" y="1204136"/>
                  </a:lnTo>
                  <a:lnTo>
                    <a:pt x="1080171" y="1204681"/>
                  </a:lnTo>
                  <a:lnTo>
                    <a:pt x="1079099" y="1205223"/>
                  </a:lnTo>
                  <a:lnTo>
                    <a:pt x="1078028" y="1205762"/>
                  </a:lnTo>
                  <a:lnTo>
                    <a:pt x="1076956" y="1206298"/>
                  </a:lnTo>
                  <a:lnTo>
                    <a:pt x="1075885" y="1206831"/>
                  </a:lnTo>
                  <a:lnTo>
                    <a:pt x="1074813" y="1207361"/>
                  </a:lnTo>
                  <a:lnTo>
                    <a:pt x="1073741" y="1207887"/>
                  </a:lnTo>
                  <a:lnTo>
                    <a:pt x="1072670" y="1208411"/>
                  </a:lnTo>
                  <a:lnTo>
                    <a:pt x="1071598" y="1208932"/>
                  </a:lnTo>
                  <a:lnTo>
                    <a:pt x="1070527" y="1209449"/>
                  </a:lnTo>
                  <a:lnTo>
                    <a:pt x="1069455" y="1209964"/>
                  </a:lnTo>
                  <a:lnTo>
                    <a:pt x="1068383" y="1210476"/>
                  </a:lnTo>
                  <a:lnTo>
                    <a:pt x="1067312" y="1210984"/>
                  </a:lnTo>
                  <a:lnTo>
                    <a:pt x="1066240" y="1211490"/>
                  </a:lnTo>
                  <a:lnTo>
                    <a:pt x="1065169" y="1211993"/>
                  </a:lnTo>
                  <a:lnTo>
                    <a:pt x="1064097" y="1212493"/>
                  </a:lnTo>
                  <a:lnTo>
                    <a:pt x="1063026" y="1212990"/>
                  </a:lnTo>
                  <a:lnTo>
                    <a:pt x="1061954" y="1213484"/>
                  </a:lnTo>
                  <a:lnTo>
                    <a:pt x="1060882" y="1213975"/>
                  </a:lnTo>
                  <a:lnTo>
                    <a:pt x="1059811" y="1214463"/>
                  </a:lnTo>
                  <a:lnTo>
                    <a:pt x="1058739" y="1214948"/>
                  </a:lnTo>
                  <a:lnTo>
                    <a:pt x="1057668" y="1215431"/>
                  </a:lnTo>
                  <a:lnTo>
                    <a:pt x="1056596" y="1215910"/>
                  </a:lnTo>
                  <a:lnTo>
                    <a:pt x="1055524" y="1216387"/>
                  </a:lnTo>
                  <a:lnTo>
                    <a:pt x="1054453" y="1216861"/>
                  </a:lnTo>
                  <a:lnTo>
                    <a:pt x="1053381" y="1217332"/>
                  </a:lnTo>
                  <a:lnTo>
                    <a:pt x="1052310" y="1217801"/>
                  </a:lnTo>
                  <a:lnTo>
                    <a:pt x="1051238" y="1218266"/>
                  </a:lnTo>
                  <a:lnTo>
                    <a:pt x="1050166" y="1218729"/>
                  </a:lnTo>
                  <a:lnTo>
                    <a:pt x="1049095" y="1219189"/>
                  </a:lnTo>
                  <a:lnTo>
                    <a:pt x="1048023" y="1219646"/>
                  </a:lnTo>
                  <a:lnTo>
                    <a:pt x="1046952" y="1220101"/>
                  </a:lnTo>
                  <a:lnTo>
                    <a:pt x="1045880" y="1220552"/>
                  </a:lnTo>
                  <a:lnTo>
                    <a:pt x="1044808" y="1221001"/>
                  </a:lnTo>
                  <a:lnTo>
                    <a:pt x="1043737" y="1221448"/>
                  </a:lnTo>
                  <a:lnTo>
                    <a:pt x="1042665" y="1221891"/>
                  </a:lnTo>
                  <a:lnTo>
                    <a:pt x="1041594" y="1222332"/>
                  </a:lnTo>
                  <a:lnTo>
                    <a:pt x="1040522" y="1222771"/>
                  </a:lnTo>
                  <a:lnTo>
                    <a:pt x="1039450" y="1223206"/>
                  </a:lnTo>
                  <a:lnTo>
                    <a:pt x="1038379" y="1223639"/>
                  </a:lnTo>
                  <a:lnTo>
                    <a:pt x="1037307" y="1224070"/>
                  </a:lnTo>
                  <a:lnTo>
                    <a:pt x="1036236" y="1224497"/>
                  </a:lnTo>
                  <a:lnTo>
                    <a:pt x="1035164" y="1224922"/>
                  </a:lnTo>
                  <a:lnTo>
                    <a:pt x="1034092" y="1225345"/>
                  </a:lnTo>
                  <a:lnTo>
                    <a:pt x="1033021" y="1225765"/>
                  </a:lnTo>
                  <a:lnTo>
                    <a:pt x="1031949" y="1226182"/>
                  </a:lnTo>
                  <a:lnTo>
                    <a:pt x="1030878" y="1226597"/>
                  </a:lnTo>
                  <a:lnTo>
                    <a:pt x="1029806" y="1227009"/>
                  </a:lnTo>
                  <a:lnTo>
                    <a:pt x="1028734" y="1227419"/>
                  </a:lnTo>
                  <a:lnTo>
                    <a:pt x="1027663" y="1227826"/>
                  </a:lnTo>
                  <a:lnTo>
                    <a:pt x="1026591" y="1228231"/>
                  </a:lnTo>
                  <a:lnTo>
                    <a:pt x="1025520" y="1228633"/>
                  </a:lnTo>
                  <a:lnTo>
                    <a:pt x="1024448" y="1229033"/>
                  </a:lnTo>
                  <a:lnTo>
                    <a:pt x="1023376" y="1229430"/>
                  </a:lnTo>
                  <a:lnTo>
                    <a:pt x="1022305" y="1229825"/>
                  </a:lnTo>
                  <a:lnTo>
                    <a:pt x="1021233" y="1230217"/>
                  </a:lnTo>
                  <a:lnTo>
                    <a:pt x="1020162" y="1230607"/>
                  </a:lnTo>
                  <a:lnTo>
                    <a:pt x="1019090" y="1230994"/>
                  </a:lnTo>
                  <a:lnTo>
                    <a:pt x="1018018" y="1231379"/>
                  </a:lnTo>
                  <a:lnTo>
                    <a:pt x="1016947" y="1231762"/>
                  </a:lnTo>
                  <a:lnTo>
                    <a:pt x="1015875" y="1232142"/>
                  </a:lnTo>
                  <a:lnTo>
                    <a:pt x="1014804" y="1232519"/>
                  </a:lnTo>
                  <a:lnTo>
                    <a:pt x="1013732" y="1232895"/>
                  </a:lnTo>
                  <a:lnTo>
                    <a:pt x="1012660" y="1233268"/>
                  </a:lnTo>
                  <a:lnTo>
                    <a:pt x="1011589" y="1233639"/>
                  </a:lnTo>
                  <a:lnTo>
                    <a:pt x="1010517" y="1234007"/>
                  </a:lnTo>
                  <a:lnTo>
                    <a:pt x="1009446" y="1234373"/>
                  </a:lnTo>
                  <a:lnTo>
                    <a:pt x="1008374" y="1234737"/>
                  </a:lnTo>
                  <a:lnTo>
                    <a:pt x="1007302" y="1235098"/>
                  </a:lnTo>
                  <a:lnTo>
                    <a:pt x="1006231" y="1235457"/>
                  </a:lnTo>
                  <a:lnTo>
                    <a:pt x="1005159" y="1235814"/>
                  </a:lnTo>
                  <a:lnTo>
                    <a:pt x="1004088" y="1236169"/>
                  </a:lnTo>
                  <a:lnTo>
                    <a:pt x="1003016" y="1236521"/>
                  </a:lnTo>
                  <a:lnTo>
                    <a:pt x="1001944" y="1236871"/>
                  </a:lnTo>
                  <a:lnTo>
                    <a:pt x="1000873" y="1237219"/>
                  </a:lnTo>
                  <a:lnTo>
                    <a:pt x="999801" y="1237564"/>
                  </a:lnTo>
                  <a:lnTo>
                    <a:pt x="998730" y="1237908"/>
                  </a:lnTo>
                  <a:lnTo>
                    <a:pt x="997658" y="1238249"/>
                  </a:lnTo>
                  <a:lnTo>
                    <a:pt x="996586" y="1238588"/>
                  </a:lnTo>
                  <a:lnTo>
                    <a:pt x="995515" y="1238925"/>
                  </a:lnTo>
                  <a:lnTo>
                    <a:pt x="994443" y="1239259"/>
                  </a:lnTo>
                  <a:lnTo>
                    <a:pt x="993372" y="1239592"/>
                  </a:lnTo>
                  <a:lnTo>
                    <a:pt x="992300" y="1239922"/>
                  </a:lnTo>
                  <a:lnTo>
                    <a:pt x="991228" y="1240251"/>
                  </a:lnTo>
                  <a:lnTo>
                    <a:pt x="990157" y="1240577"/>
                  </a:lnTo>
                  <a:lnTo>
                    <a:pt x="989085" y="1240901"/>
                  </a:lnTo>
                  <a:lnTo>
                    <a:pt x="988014" y="1241223"/>
                  </a:lnTo>
                  <a:lnTo>
                    <a:pt x="986942" y="1241543"/>
                  </a:lnTo>
                  <a:lnTo>
                    <a:pt x="985870" y="1241860"/>
                  </a:lnTo>
                  <a:lnTo>
                    <a:pt x="984799" y="1242176"/>
                  </a:lnTo>
                  <a:lnTo>
                    <a:pt x="983727" y="1242490"/>
                  </a:lnTo>
                  <a:lnTo>
                    <a:pt x="982656" y="1242801"/>
                  </a:lnTo>
                  <a:lnTo>
                    <a:pt x="981584" y="1243111"/>
                  </a:lnTo>
                  <a:lnTo>
                    <a:pt x="980512" y="1243418"/>
                  </a:lnTo>
                  <a:lnTo>
                    <a:pt x="979441" y="1243724"/>
                  </a:lnTo>
                  <a:lnTo>
                    <a:pt x="978369" y="1244028"/>
                  </a:lnTo>
                  <a:lnTo>
                    <a:pt x="977298" y="1244329"/>
                  </a:lnTo>
                  <a:lnTo>
                    <a:pt x="976226" y="1244629"/>
                  </a:lnTo>
                  <a:lnTo>
                    <a:pt x="975154" y="1244927"/>
                  </a:lnTo>
                  <a:lnTo>
                    <a:pt x="974083" y="1245222"/>
                  </a:lnTo>
                  <a:lnTo>
                    <a:pt x="973011" y="1245516"/>
                  </a:lnTo>
                  <a:lnTo>
                    <a:pt x="971940" y="1245808"/>
                  </a:lnTo>
                  <a:lnTo>
                    <a:pt x="970868" y="1246098"/>
                  </a:lnTo>
                  <a:lnTo>
                    <a:pt x="969796" y="1246386"/>
                  </a:lnTo>
                  <a:lnTo>
                    <a:pt x="968725" y="1246672"/>
                  </a:lnTo>
                  <a:lnTo>
                    <a:pt x="967653" y="1246957"/>
                  </a:lnTo>
                  <a:lnTo>
                    <a:pt x="966582" y="1247239"/>
                  </a:lnTo>
                  <a:lnTo>
                    <a:pt x="965510" y="1247520"/>
                  </a:lnTo>
                  <a:lnTo>
                    <a:pt x="964438" y="1247798"/>
                  </a:lnTo>
                  <a:lnTo>
                    <a:pt x="963367" y="1248075"/>
                  </a:lnTo>
                  <a:lnTo>
                    <a:pt x="962295" y="1248350"/>
                  </a:lnTo>
                  <a:lnTo>
                    <a:pt x="961224" y="1248624"/>
                  </a:lnTo>
                  <a:lnTo>
                    <a:pt x="960152" y="1248895"/>
                  </a:lnTo>
                  <a:lnTo>
                    <a:pt x="959080" y="1249165"/>
                  </a:lnTo>
                  <a:lnTo>
                    <a:pt x="958009" y="1249433"/>
                  </a:lnTo>
                  <a:lnTo>
                    <a:pt x="956937" y="1249699"/>
                  </a:lnTo>
                  <a:lnTo>
                    <a:pt x="955866" y="1249964"/>
                  </a:lnTo>
                  <a:lnTo>
                    <a:pt x="954794" y="1250226"/>
                  </a:lnTo>
                  <a:lnTo>
                    <a:pt x="953722" y="1250487"/>
                  </a:lnTo>
                  <a:lnTo>
                    <a:pt x="952651" y="1250747"/>
                  </a:lnTo>
                  <a:lnTo>
                    <a:pt x="951579" y="1251004"/>
                  </a:lnTo>
                  <a:lnTo>
                    <a:pt x="950508" y="1251260"/>
                  </a:lnTo>
                  <a:lnTo>
                    <a:pt x="949436" y="1251514"/>
                  </a:lnTo>
                  <a:lnTo>
                    <a:pt x="948364" y="1251767"/>
                  </a:lnTo>
                  <a:lnTo>
                    <a:pt x="947293" y="1252018"/>
                  </a:lnTo>
                  <a:lnTo>
                    <a:pt x="946221" y="1252267"/>
                  </a:lnTo>
                  <a:lnTo>
                    <a:pt x="945150" y="1252515"/>
                  </a:lnTo>
                  <a:lnTo>
                    <a:pt x="944078" y="1252761"/>
                  </a:lnTo>
                  <a:lnTo>
                    <a:pt x="943006" y="1253005"/>
                  </a:lnTo>
                  <a:lnTo>
                    <a:pt x="941935" y="1253248"/>
                  </a:lnTo>
                  <a:lnTo>
                    <a:pt x="940863" y="1253489"/>
                  </a:lnTo>
                  <a:lnTo>
                    <a:pt x="939792" y="1253729"/>
                  </a:lnTo>
                  <a:lnTo>
                    <a:pt x="938720" y="1253967"/>
                  </a:lnTo>
                  <a:lnTo>
                    <a:pt x="937648" y="1254203"/>
                  </a:lnTo>
                  <a:lnTo>
                    <a:pt x="936577" y="1254438"/>
                  </a:lnTo>
                  <a:lnTo>
                    <a:pt x="935505" y="1254672"/>
                  </a:lnTo>
                  <a:lnTo>
                    <a:pt x="934434" y="1254904"/>
                  </a:lnTo>
                  <a:lnTo>
                    <a:pt x="933362" y="1255134"/>
                  </a:lnTo>
                  <a:lnTo>
                    <a:pt x="932290" y="1255363"/>
                  </a:lnTo>
                  <a:lnTo>
                    <a:pt x="931219" y="1255590"/>
                  </a:lnTo>
                  <a:lnTo>
                    <a:pt x="930147" y="1255816"/>
                  </a:lnTo>
                  <a:lnTo>
                    <a:pt x="929076" y="1256041"/>
                  </a:lnTo>
                  <a:lnTo>
                    <a:pt x="928004" y="1256264"/>
                  </a:lnTo>
                  <a:lnTo>
                    <a:pt x="926932" y="1256486"/>
                  </a:lnTo>
                  <a:lnTo>
                    <a:pt x="925861" y="1256706"/>
                  </a:lnTo>
                  <a:lnTo>
                    <a:pt x="924789" y="1256925"/>
                  </a:lnTo>
                  <a:lnTo>
                    <a:pt x="923718" y="1257142"/>
                  </a:lnTo>
                  <a:lnTo>
                    <a:pt x="922646" y="1257358"/>
                  </a:lnTo>
                  <a:lnTo>
                    <a:pt x="921574" y="1257573"/>
                  </a:lnTo>
                  <a:lnTo>
                    <a:pt x="920503" y="1257786"/>
                  </a:lnTo>
                  <a:lnTo>
                    <a:pt x="919431" y="1257998"/>
                  </a:lnTo>
                  <a:lnTo>
                    <a:pt x="918360" y="1258209"/>
                  </a:lnTo>
                  <a:lnTo>
                    <a:pt x="917288" y="1258418"/>
                  </a:lnTo>
                  <a:lnTo>
                    <a:pt x="916216" y="1258626"/>
                  </a:lnTo>
                  <a:lnTo>
                    <a:pt x="915145" y="1258833"/>
                  </a:lnTo>
                  <a:lnTo>
                    <a:pt x="914073" y="1259038"/>
                  </a:lnTo>
                  <a:lnTo>
                    <a:pt x="913002" y="1259242"/>
                  </a:lnTo>
                  <a:lnTo>
                    <a:pt x="911930" y="1259445"/>
                  </a:lnTo>
                  <a:lnTo>
                    <a:pt x="910858" y="1259647"/>
                  </a:lnTo>
                  <a:lnTo>
                    <a:pt x="909787" y="1259847"/>
                  </a:lnTo>
                  <a:lnTo>
                    <a:pt x="908715" y="1260046"/>
                  </a:lnTo>
                  <a:lnTo>
                    <a:pt x="907644" y="1260244"/>
                  </a:lnTo>
                  <a:lnTo>
                    <a:pt x="906572" y="1260441"/>
                  </a:lnTo>
                  <a:lnTo>
                    <a:pt x="905500" y="1260637"/>
                  </a:lnTo>
                  <a:lnTo>
                    <a:pt x="904429" y="1260831"/>
                  </a:lnTo>
                  <a:lnTo>
                    <a:pt x="903357" y="1261024"/>
                  </a:lnTo>
                  <a:lnTo>
                    <a:pt x="902286" y="1261216"/>
                  </a:lnTo>
                  <a:lnTo>
                    <a:pt x="901214" y="1261407"/>
                  </a:lnTo>
                  <a:lnTo>
                    <a:pt x="900142" y="1261597"/>
                  </a:lnTo>
                  <a:lnTo>
                    <a:pt x="899071" y="1261785"/>
                  </a:lnTo>
                  <a:lnTo>
                    <a:pt x="897999" y="1261973"/>
                  </a:lnTo>
                  <a:lnTo>
                    <a:pt x="896928" y="1262159"/>
                  </a:lnTo>
                  <a:lnTo>
                    <a:pt x="895856" y="1262344"/>
                  </a:lnTo>
                  <a:lnTo>
                    <a:pt x="894784" y="1262529"/>
                  </a:lnTo>
                  <a:lnTo>
                    <a:pt x="893713" y="1262712"/>
                  </a:lnTo>
                  <a:lnTo>
                    <a:pt x="892641" y="1262894"/>
                  </a:lnTo>
                  <a:lnTo>
                    <a:pt x="891570" y="1263075"/>
                  </a:lnTo>
                  <a:lnTo>
                    <a:pt x="890498" y="1263255"/>
                  </a:lnTo>
                  <a:lnTo>
                    <a:pt x="889426" y="1263434"/>
                  </a:lnTo>
                  <a:lnTo>
                    <a:pt x="888355" y="1263612"/>
                  </a:lnTo>
                  <a:lnTo>
                    <a:pt x="887283" y="1263789"/>
                  </a:lnTo>
                  <a:lnTo>
                    <a:pt x="886212" y="1263966"/>
                  </a:lnTo>
                  <a:lnTo>
                    <a:pt x="885140" y="1264141"/>
                  </a:lnTo>
                  <a:lnTo>
                    <a:pt x="884069" y="1264315"/>
                  </a:lnTo>
                  <a:lnTo>
                    <a:pt x="882997" y="1264488"/>
                  </a:lnTo>
                  <a:lnTo>
                    <a:pt x="881925" y="1264660"/>
                  </a:lnTo>
                  <a:lnTo>
                    <a:pt x="880854" y="1264832"/>
                  </a:lnTo>
                  <a:lnTo>
                    <a:pt x="879782" y="1265002"/>
                  </a:lnTo>
                  <a:lnTo>
                    <a:pt x="878711" y="1265172"/>
                  </a:lnTo>
                  <a:lnTo>
                    <a:pt x="877639" y="1265341"/>
                  </a:lnTo>
                  <a:lnTo>
                    <a:pt x="876567" y="1265509"/>
                  </a:lnTo>
                  <a:lnTo>
                    <a:pt x="875496" y="1265676"/>
                  </a:lnTo>
                  <a:lnTo>
                    <a:pt x="874424" y="1265842"/>
                  </a:lnTo>
                  <a:lnTo>
                    <a:pt x="873353" y="1266007"/>
                  </a:lnTo>
                  <a:lnTo>
                    <a:pt x="872281" y="1266172"/>
                  </a:lnTo>
                  <a:lnTo>
                    <a:pt x="871209" y="1266336"/>
                  </a:lnTo>
                  <a:lnTo>
                    <a:pt x="870138" y="1266499"/>
                  </a:lnTo>
                  <a:lnTo>
                    <a:pt x="869066" y="1266661"/>
                  </a:lnTo>
                  <a:lnTo>
                    <a:pt x="867995" y="1266822"/>
                  </a:lnTo>
                  <a:lnTo>
                    <a:pt x="866923" y="1266983"/>
                  </a:lnTo>
                  <a:lnTo>
                    <a:pt x="865851" y="1267143"/>
                  </a:lnTo>
                  <a:lnTo>
                    <a:pt x="864780" y="1267302"/>
                  </a:lnTo>
                  <a:lnTo>
                    <a:pt x="863708" y="1267460"/>
                  </a:lnTo>
                  <a:lnTo>
                    <a:pt x="862637" y="1267618"/>
                  </a:lnTo>
                  <a:lnTo>
                    <a:pt x="861565" y="1267775"/>
                  </a:lnTo>
                  <a:lnTo>
                    <a:pt x="860493" y="1267932"/>
                  </a:lnTo>
                  <a:lnTo>
                    <a:pt x="859422" y="1268088"/>
                  </a:lnTo>
                  <a:lnTo>
                    <a:pt x="858350" y="1268243"/>
                  </a:lnTo>
                  <a:lnTo>
                    <a:pt x="857279" y="1268397"/>
                  </a:lnTo>
                  <a:lnTo>
                    <a:pt x="856207" y="1268551"/>
                  </a:lnTo>
                  <a:lnTo>
                    <a:pt x="855135" y="1268704"/>
                  </a:lnTo>
                  <a:lnTo>
                    <a:pt x="854064" y="1268857"/>
                  </a:lnTo>
                  <a:lnTo>
                    <a:pt x="852992" y="1269009"/>
                  </a:lnTo>
                  <a:lnTo>
                    <a:pt x="851921" y="1269160"/>
                  </a:lnTo>
                  <a:lnTo>
                    <a:pt x="850849" y="1269311"/>
                  </a:lnTo>
                  <a:lnTo>
                    <a:pt x="849777" y="1269462"/>
                  </a:lnTo>
                  <a:lnTo>
                    <a:pt x="848706" y="1269612"/>
                  </a:lnTo>
                  <a:lnTo>
                    <a:pt x="847634" y="1269761"/>
                  </a:lnTo>
                  <a:lnTo>
                    <a:pt x="846563" y="1269910"/>
                  </a:lnTo>
                  <a:lnTo>
                    <a:pt x="845491" y="1270058"/>
                  </a:lnTo>
                  <a:lnTo>
                    <a:pt x="844419" y="1270206"/>
                  </a:lnTo>
                  <a:lnTo>
                    <a:pt x="843348" y="1270353"/>
                  </a:lnTo>
                  <a:lnTo>
                    <a:pt x="842276" y="1270500"/>
                  </a:lnTo>
                  <a:lnTo>
                    <a:pt x="841205" y="1270646"/>
                  </a:lnTo>
                  <a:lnTo>
                    <a:pt x="840133" y="1270792"/>
                  </a:lnTo>
                  <a:lnTo>
                    <a:pt x="839061" y="1270938"/>
                  </a:lnTo>
                  <a:lnTo>
                    <a:pt x="837990" y="1271083"/>
                  </a:lnTo>
                  <a:lnTo>
                    <a:pt x="836918" y="1271228"/>
                  </a:lnTo>
                  <a:lnTo>
                    <a:pt x="835847" y="1271372"/>
                  </a:lnTo>
                  <a:lnTo>
                    <a:pt x="834775" y="1271516"/>
                  </a:lnTo>
                  <a:lnTo>
                    <a:pt x="833703" y="1271660"/>
                  </a:lnTo>
                  <a:lnTo>
                    <a:pt x="832632" y="1271803"/>
                  </a:lnTo>
                  <a:lnTo>
                    <a:pt x="831560" y="1271946"/>
                  </a:lnTo>
                  <a:lnTo>
                    <a:pt x="830489" y="1272089"/>
                  </a:lnTo>
                  <a:lnTo>
                    <a:pt x="829417" y="1272231"/>
                  </a:lnTo>
                  <a:lnTo>
                    <a:pt x="828345" y="1272373"/>
                  </a:lnTo>
                  <a:lnTo>
                    <a:pt x="827274" y="1272515"/>
                  </a:lnTo>
                  <a:lnTo>
                    <a:pt x="826202" y="1272657"/>
                  </a:lnTo>
                  <a:lnTo>
                    <a:pt x="825131" y="1272798"/>
                  </a:lnTo>
                  <a:lnTo>
                    <a:pt x="824059" y="1272939"/>
                  </a:lnTo>
                  <a:lnTo>
                    <a:pt x="822987" y="1273080"/>
                  </a:lnTo>
                  <a:lnTo>
                    <a:pt x="821916" y="1273220"/>
                  </a:lnTo>
                  <a:lnTo>
                    <a:pt x="820844" y="1273361"/>
                  </a:lnTo>
                  <a:lnTo>
                    <a:pt x="819773" y="1273501"/>
                  </a:lnTo>
                  <a:lnTo>
                    <a:pt x="818701" y="1273641"/>
                  </a:lnTo>
                  <a:lnTo>
                    <a:pt x="817629" y="1273781"/>
                  </a:lnTo>
                  <a:lnTo>
                    <a:pt x="816558" y="1273920"/>
                  </a:lnTo>
                  <a:lnTo>
                    <a:pt x="815486" y="1274060"/>
                  </a:lnTo>
                  <a:lnTo>
                    <a:pt x="814415" y="1274199"/>
                  </a:lnTo>
                  <a:lnTo>
                    <a:pt x="813343" y="1274339"/>
                  </a:lnTo>
                  <a:lnTo>
                    <a:pt x="812271" y="1274478"/>
                  </a:lnTo>
                  <a:lnTo>
                    <a:pt x="811200" y="1274617"/>
                  </a:lnTo>
                  <a:lnTo>
                    <a:pt x="810128" y="1274756"/>
                  </a:lnTo>
                  <a:lnTo>
                    <a:pt x="809057" y="1274895"/>
                  </a:lnTo>
                  <a:lnTo>
                    <a:pt x="807985" y="1275034"/>
                  </a:lnTo>
                  <a:lnTo>
                    <a:pt x="806913" y="1275173"/>
                  </a:lnTo>
                  <a:lnTo>
                    <a:pt x="805842" y="1275312"/>
                  </a:lnTo>
                  <a:lnTo>
                    <a:pt x="804770" y="1275451"/>
                  </a:lnTo>
                  <a:lnTo>
                    <a:pt x="803699" y="1275590"/>
                  </a:lnTo>
                  <a:lnTo>
                    <a:pt x="802627" y="1275729"/>
                  </a:lnTo>
                  <a:lnTo>
                    <a:pt x="801555" y="1275868"/>
                  </a:lnTo>
                  <a:lnTo>
                    <a:pt x="800484" y="1276007"/>
                  </a:lnTo>
                  <a:lnTo>
                    <a:pt x="799412" y="1276146"/>
                  </a:lnTo>
                  <a:lnTo>
                    <a:pt x="798341" y="1276285"/>
                  </a:lnTo>
                  <a:lnTo>
                    <a:pt x="797269" y="1276424"/>
                  </a:lnTo>
                  <a:lnTo>
                    <a:pt x="796197" y="1276563"/>
                  </a:lnTo>
                  <a:lnTo>
                    <a:pt x="795126" y="1276703"/>
                  </a:lnTo>
                  <a:lnTo>
                    <a:pt x="794054" y="1276842"/>
                  </a:lnTo>
                  <a:lnTo>
                    <a:pt x="792983" y="1276982"/>
                  </a:lnTo>
                  <a:lnTo>
                    <a:pt x="791911" y="1277122"/>
                  </a:lnTo>
                  <a:lnTo>
                    <a:pt x="790839" y="1277261"/>
                  </a:lnTo>
                  <a:lnTo>
                    <a:pt x="789768" y="1277402"/>
                  </a:lnTo>
                  <a:lnTo>
                    <a:pt x="788696" y="1277542"/>
                  </a:lnTo>
                  <a:lnTo>
                    <a:pt x="787625" y="1277682"/>
                  </a:lnTo>
                  <a:lnTo>
                    <a:pt x="786553" y="1277823"/>
                  </a:lnTo>
                  <a:lnTo>
                    <a:pt x="785481" y="1277964"/>
                  </a:lnTo>
                  <a:lnTo>
                    <a:pt x="784410" y="1278105"/>
                  </a:lnTo>
                  <a:lnTo>
                    <a:pt x="783338" y="1278247"/>
                  </a:lnTo>
                  <a:lnTo>
                    <a:pt x="782267" y="1278388"/>
                  </a:lnTo>
                  <a:lnTo>
                    <a:pt x="781195" y="1278530"/>
                  </a:lnTo>
                  <a:lnTo>
                    <a:pt x="780123" y="1278673"/>
                  </a:lnTo>
                  <a:lnTo>
                    <a:pt x="779052" y="1278815"/>
                  </a:lnTo>
                  <a:lnTo>
                    <a:pt x="777980" y="1278958"/>
                  </a:lnTo>
                  <a:lnTo>
                    <a:pt x="776909" y="1279101"/>
                  </a:lnTo>
                  <a:lnTo>
                    <a:pt x="775837" y="1279245"/>
                  </a:lnTo>
                  <a:lnTo>
                    <a:pt x="774765" y="1279389"/>
                  </a:lnTo>
                  <a:lnTo>
                    <a:pt x="773694" y="1279533"/>
                  </a:lnTo>
                  <a:lnTo>
                    <a:pt x="772622" y="1279678"/>
                  </a:lnTo>
                  <a:lnTo>
                    <a:pt x="771551" y="1279823"/>
                  </a:lnTo>
                  <a:lnTo>
                    <a:pt x="770479" y="1279968"/>
                  </a:lnTo>
                  <a:lnTo>
                    <a:pt x="769407" y="1280114"/>
                  </a:lnTo>
                  <a:lnTo>
                    <a:pt x="768336" y="1280260"/>
                  </a:lnTo>
                  <a:lnTo>
                    <a:pt x="767264" y="1280407"/>
                  </a:lnTo>
                  <a:lnTo>
                    <a:pt x="766193" y="1280554"/>
                  </a:lnTo>
                  <a:lnTo>
                    <a:pt x="765121" y="1280701"/>
                  </a:lnTo>
                  <a:lnTo>
                    <a:pt x="764049" y="1280850"/>
                  </a:lnTo>
                  <a:lnTo>
                    <a:pt x="762978" y="1280998"/>
                  </a:lnTo>
                  <a:lnTo>
                    <a:pt x="761906" y="1281147"/>
                  </a:lnTo>
                  <a:lnTo>
                    <a:pt x="760835" y="1281297"/>
                  </a:lnTo>
                  <a:lnTo>
                    <a:pt x="759763" y="1281447"/>
                  </a:lnTo>
                  <a:lnTo>
                    <a:pt x="758691" y="1281598"/>
                  </a:lnTo>
                  <a:lnTo>
                    <a:pt x="757620" y="1281749"/>
                  </a:lnTo>
                  <a:lnTo>
                    <a:pt x="756548" y="1281900"/>
                  </a:lnTo>
                  <a:lnTo>
                    <a:pt x="755477" y="1282053"/>
                  </a:lnTo>
                  <a:lnTo>
                    <a:pt x="754405" y="1282206"/>
                  </a:lnTo>
                  <a:lnTo>
                    <a:pt x="753333" y="1282359"/>
                  </a:lnTo>
                  <a:lnTo>
                    <a:pt x="752262" y="1282513"/>
                  </a:lnTo>
                  <a:lnTo>
                    <a:pt x="751190" y="1282668"/>
                  </a:lnTo>
                  <a:lnTo>
                    <a:pt x="750119" y="1282823"/>
                  </a:lnTo>
                  <a:lnTo>
                    <a:pt x="749047" y="1282979"/>
                  </a:lnTo>
                  <a:lnTo>
                    <a:pt x="747975" y="1283136"/>
                  </a:lnTo>
                  <a:lnTo>
                    <a:pt x="746904" y="1283294"/>
                  </a:lnTo>
                  <a:lnTo>
                    <a:pt x="745832" y="1283452"/>
                  </a:lnTo>
                  <a:lnTo>
                    <a:pt x="744761" y="1283610"/>
                  </a:lnTo>
                  <a:lnTo>
                    <a:pt x="743689" y="1283770"/>
                  </a:lnTo>
                  <a:lnTo>
                    <a:pt x="742617" y="1283930"/>
                  </a:lnTo>
                  <a:lnTo>
                    <a:pt x="741546" y="1284091"/>
                  </a:lnTo>
                  <a:lnTo>
                    <a:pt x="740474" y="1284252"/>
                  </a:lnTo>
                  <a:lnTo>
                    <a:pt x="739403" y="1284415"/>
                  </a:lnTo>
                  <a:lnTo>
                    <a:pt x="738331" y="1284578"/>
                  </a:lnTo>
                  <a:lnTo>
                    <a:pt x="737259" y="1284742"/>
                  </a:lnTo>
                  <a:lnTo>
                    <a:pt x="736188" y="1284906"/>
                  </a:lnTo>
                  <a:lnTo>
                    <a:pt x="735116" y="1285072"/>
                  </a:lnTo>
                  <a:lnTo>
                    <a:pt x="734045" y="1285238"/>
                  </a:lnTo>
                  <a:lnTo>
                    <a:pt x="732973" y="1285405"/>
                  </a:lnTo>
                  <a:lnTo>
                    <a:pt x="731901" y="1285573"/>
                  </a:lnTo>
                  <a:lnTo>
                    <a:pt x="730830" y="1285742"/>
                  </a:lnTo>
                  <a:lnTo>
                    <a:pt x="729758" y="1285912"/>
                  </a:lnTo>
                  <a:lnTo>
                    <a:pt x="728687" y="1286082"/>
                  </a:lnTo>
                  <a:lnTo>
                    <a:pt x="727615" y="1286254"/>
                  </a:lnTo>
                  <a:lnTo>
                    <a:pt x="726543" y="1286426"/>
                  </a:lnTo>
                  <a:lnTo>
                    <a:pt x="725472" y="1286599"/>
                  </a:lnTo>
                  <a:lnTo>
                    <a:pt x="724400" y="1286773"/>
                  </a:lnTo>
                  <a:lnTo>
                    <a:pt x="723329" y="1286948"/>
                  </a:lnTo>
                  <a:lnTo>
                    <a:pt x="722257" y="1287124"/>
                  </a:lnTo>
                  <a:lnTo>
                    <a:pt x="721185" y="1287301"/>
                  </a:lnTo>
                  <a:lnTo>
                    <a:pt x="720114" y="1287479"/>
                  </a:lnTo>
                  <a:lnTo>
                    <a:pt x="719042" y="1287657"/>
                  </a:lnTo>
                  <a:lnTo>
                    <a:pt x="717971" y="1287837"/>
                  </a:lnTo>
                  <a:lnTo>
                    <a:pt x="716899" y="1288018"/>
                  </a:lnTo>
                  <a:lnTo>
                    <a:pt x="715827" y="1288200"/>
                  </a:lnTo>
                  <a:lnTo>
                    <a:pt x="714756" y="1288382"/>
                  </a:lnTo>
                  <a:lnTo>
                    <a:pt x="713684" y="1288566"/>
                  </a:lnTo>
                  <a:lnTo>
                    <a:pt x="712613" y="1288751"/>
                  </a:lnTo>
                  <a:lnTo>
                    <a:pt x="711541" y="1288937"/>
                  </a:lnTo>
                  <a:lnTo>
                    <a:pt x="710469" y="1289123"/>
                  </a:lnTo>
                  <a:lnTo>
                    <a:pt x="709398" y="1289311"/>
                  </a:lnTo>
                  <a:lnTo>
                    <a:pt x="708326" y="1289500"/>
                  </a:lnTo>
                  <a:lnTo>
                    <a:pt x="707255" y="1289690"/>
                  </a:lnTo>
                  <a:lnTo>
                    <a:pt x="706183" y="1289881"/>
                  </a:lnTo>
                  <a:lnTo>
                    <a:pt x="705112" y="1290073"/>
                  </a:lnTo>
                  <a:lnTo>
                    <a:pt x="704040" y="1290267"/>
                  </a:lnTo>
                  <a:lnTo>
                    <a:pt x="702968" y="1290461"/>
                  </a:lnTo>
                  <a:lnTo>
                    <a:pt x="701897" y="1290657"/>
                  </a:lnTo>
                  <a:lnTo>
                    <a:pt x="700825" y="1290853"/>
                  </a:lnTo>
                  <a:lnTo>
                    <a:pt x="699754" y="1291051"/>
                  </a:lnTo>
                  <a:lnTo>
                    <a:pt x="698682" y="1291250"/>
                  </a:lnTo>
                  <a:lnTo>
                    <a:pt x="697610" y="1291450"/>
                  </a:lnTo>
                  <a:lnTo>
                    <a:pt x="696539" y="1291651"/>
                  </a:lnTo>
                  <a:lnTo>
                    <a:pt x="695467" y="1291854"/>
                  </a:lnTo>
                  <a:lnTo>
                    <a:pt x="694396" y="1292057"/>
                  </a:lnTo>
                  <a:lnTo>
                    <a:pt x="693324" y="1292262"/>
                  </a:lnTo>
                  <a:lnTo>
                    <a:pt x="692252" y="1292468"/>
                  </a:lnTo>
                  <a:lnTo>
                    <a:pt x="691181" y="1292675"/>
                  </a:lnTo>
                  <a:lnTo>
                    <a:pt x="690109" y="1292884"/>
                  </a:lnTo>
                  <a:lnTo>
                    <a:pt x="689038" y="1293093"/>
                  </a:lnTo>
                  <a:lnTo>
                    <a:pt x="687966" y="1293304"/>
                  </a:lnTo>
                  <a:lnTo>
                    <a:pt x="686894" y="1293516"/>
                  </a:lnTo>
                  <a:lnTo>
                    <a:pt x="685823" y="1293730"/>
                  </a:lnTo>
                  <a:lnTo>
                    <a:pt x="684751" y="1293944"/>
                  </a:lnTo>
                  <a:lnTo>
                    <a:pt x="683680" y="1294160"/>
                  </a:lnTo>
                  <a:lnTo>
                    <a:pt x="682608" y="1294378"/>
                  </a:lnTo>
                  <a:lnTo>
                    <a:pt x="681536" y="1294596"/>
                  </a:lnTo>
                  <a:lnTo>
                    <a:pt x="680465" y="1294816"/>
                  </a:lnTo>
                  <a:lnTo>
                    <a:pt x="679393" y="1295037"/>
                  </a:lnTo>
                  <a:lnTo>
                    <a:pt x="678322" y="1295259"/>
                  </a:lnTo>
                  <a:lnTo>
                    <a:pt x="677250" y="1295483"/>
                  </a:lnTo>
                  <a:lnTo>
                    <a:pt x="676178" y="1295708"/>
                  </a:lnTo>
                  <a:lnTo>
                    <a:pt x="675107" y="1295934"/>
                  </a:lnTo>
                  <a:lnTo>
                    <a:pt x="674035" y="1296162"/>
                  </a:lnTo>
                  <a:lnTo>
                    <a:pt x="672964" y="1296391"/>
                  </a:lnTo>
                  <a:lnTo>
                    <a:pt x="671892" y="1296621"/>
                  </a:lnTo>
                  <a:lnTo>
                    <a:pt x="670820" y="1296853"/>
                  </a:lnTo>
                  <a:lnTo>
                    <a:pt x="669749" y="1297086"/>
                  </a:lnTo>
                  <a:lnTo>
                    <a:pt x="668677" y="1297320"/>
                  </a:lnTo>
                  <a:lnTo>
                    <a:pt x="667606" y="1297556"/>
                  </a:lnTo>
                  <a:lnTo>
                    <a:pt x="666534" y="1297793"/>
                  </a:lnTo>
                  <a:lnTo>
                    <a:pt x="665462" y="1298032"/>
                  </a:lnTo>
                  <a:lnTo>
                    <a:pt x="664391" y="1298272"/>
                  </a:lnTo>
                  <a:lnTo>
                    <a:pt x="663319" y="1298513"/>
                  </a:lnTo>
                  <a:lnTo>
                    <a:pt x="662248" y="1298756"/>
                  </a:lnTo>
                  <a:lnTo>
                    <a:pt x="661176" y="1299000"/>
                  </a:lnTo>
                  <a:lnTo>
                    <a:pt x="660104" y="1299246"/>
                  </a:lnTo>
                  <a:lnTo>
                    <a:pt x="659033" y="1299493"/>
                  </a:lnTo>
                  <a:lnTo>
                    <a:pt x="657961" y="1299741"/>
                  </a:lnTo>
                  <a:lnTo>
                    <a:pt x="656890" y="1299991"/>
                  </a:lnTo>
                  <a:lnTo>
                    <a:pt x="655818" y="1300242"/>
                  </a:lnTo>
                  <a:lnTo>
                    <a:pt x="654746" y="1300495"/>
                  </a:lnTo>
                  <a:lnTo>
                    <a:pt x="653675" y="1300749"/>
                  </a:lnTo>
                  <a:lnTo>
                    <a:pt x="652603" y="1301005"/>
                  </a:lnTo>
                  <a:lnTo>
                    <a:pt x="651532" y="1301262"/>
                  </a:lnTo>
                  <a:lnTo>
                    <a:pt x="650460" y="1301521"/>
                  </a:lnTo>
                  <a:lnTo>
                    <a:pt x="649388" y="1301781"/>
                  </a:lnTo>
                  <a:lnTo>
                    <a:pt x="648317" y="1302042"/>
                  </a:lnTo>
                  <a:lnTo>
                    <a:pt x="647245" y="1302305"/>
                  </a:lnTo>
                  <a:lnTo>
                    <a:pt x="646174" y="1302570"/>
                  </a:lnTo>
                  <a:lnTo>
                    <a:pt x="645102" y="1302836"/>
                  </a:lnTo>
                  <a:lnTo>
                    <a:pt x="644030" y="1303103"/>
                  </a:lnTo>
                  <a:lnTo>
                    <a:pt x="642959" y="1303372"/>
                  </a:lnTo>
                  <a:lnTo>
                    <a:pt x="641887" y="1303643"/>
                  </a:lnTo>
                  <a:lnTo>
                    <a:pt x="640816" y="1303915"/>
                  </a:lnTo>
                  <a:lnTo>
                    <a:pt x="639744" y="1304188"/>
                  </a:lnTo>
                  <a:lnTo>
                    <a:pt x="638672" y="1304463"/>
                  </a:lnTo>
                  <a:lnTo>
                    <a:pt x="637601" y="1304740"/>
                  </a:lnTo>
                  <a:lnTo>
                    <a:pt x="636529" y="1305018"/>
                  </a:lnTo>
                  <a:lnTo>
                    <a:pt x="635458" y="1305298"/>
                  </a:lnTo>
                  <a:lnTo>
                    <a:pt x="634386" y="1305579"/>
                  </a:lnTo>
                  <a:lnTo>
                    <a:pt x="633314" y="1305861"/>
                  </a:lnTo>
                  <a:lnTo>
                    <a:pt x="632243" y="1306146"/>
                  </a:lnTo>
                  <a:lnTo>
                    <a:pt x="631171" y="1306431"/>
                  </a:lnTo>
                  <a:lnTo>
                    <a:pt x="630100" y="1306718"/>
                  </a:lnTo>
                  <a:lnTo>
                    <a:pt x="629028" y="1307007"/>
                  </a:lnTo>
                  <a:lnTo>
                    <a:pt x="627956" y="1307298"/>
                  </a:lnTo>
                  <a:lnTo>
                    <a:pt x="626885" y="1307590"/>
                  </a:lnTo>
                  <a:lnTo>
                    <a:pt x="625813" y="1307883"/>
                  </a:lnTo>
                  <a:lnTo>
                    <a:pt x="624742" y="1308178"/>
                  </a:lnTo>
                  <a:lnTo>
                    <a:pt x="623670" y="1308474"/>
                  </a:lnTo>
                  <a:lnTo>
                    <a:pt x="622598" y="1308773"/>
                  </a:lnTo>
                  <a:lnTo>
                    <a:pt x="621527" y="1309072"/>
                  </a:lnTo>
                  <a:lnTo>
                    <a:pt x="620455" y="1309373"/>
                  </a:lnTo>
                  <a:lnTo>
                    <a:pt x="619384" y="1309676"/>
                  </a:lnTo>
                  <a:lnTo>
                    <a:pt x="618312" y="1309981"/>
                  </a:lnTo>
                  <a:lnTo>
                    <a:pt x="617240" y="1310286"/>
                  </a:lnTo>
                  <a:lnTo>
                    <a:pt x="616169" y="1310594"/>
                  </a:lnTo>
                  <a:lnTo>
                    <a:pt x="615097" y="1310903"/>
                  </a:lnTo>
                  <a:lnTo>
                    <a:pt x="614026" y="1311214"/>
                  </a:lnTo>
                  <a:lnTo>
                    <a:pt x="612954" y="1311526"/>
                  </a:lnTo>
                  <a:lnTo>
                    <a:pt x="611882" y="1311840"/>
                  </a:lnTo>
                  <a:lnTo>
                    <a:pt x="610811" y="1312155"/>
                  </a:lnTo>
                  <a:lnTo>
                    <a:pt x="609739" y="1312472"/>
                  </a:lnTo>
                  <a:lnTo>
                    <a:pt x="608668" y="1312790"/>
                  </a:lnTo>
                  <a:lnTo>
                    <a:pt x="607596" y="1313110"/>
                  </a:lnTo>
                  <a:lnTo>
                    <a:pt x="606524" y="1313432"/>
                  </a:lnTo>
                  <a:lnTo>
                    <a:pt x="605453" y="1313755"/>
                  </a:lnTo>
                  <a:lnTo>
                    <a:pt x="604381" y="1314080"/>
                  </a:lnTo>
                  <a:lnTo>
                    <a:pt x="603310" y="1314406"/>
                  </a:lnTo>
                  <a:lnTo>
                    <a:pt x="602238" y="1314734"/>
                  </a:lnTo>
                  <a:lnTo>
                    <a:pt x="601166" y="1315064"/>
                  </a:lnTo>
                  <a:lnTo>
                    <a:pt x="600095" y="1315395"/>
                  </a:lnTo>
                  <a:lnTo>
                    <a:pt x="599023" y="1315727"/>
                  </a:lnTo>
                  <a:lnTo>
                    <a:pt x="597952" y="1316062"/>
                  </a:lnTo>
                  <a:lnTo>
                    <a:pt x="596880" y="1316397"/>
                  </a:lnTo>
                  <a:lnTo>
                    <a:pt x="595808" y="1316735"/>
                  </a:lnTo>
                  <a:lnTo>
                    <a:pt x="594737" y="1317074"/>
                  </a:lnTo>
                  <a:lnTo>
                    <a:pt x="593665" y="1317414"/>
                  </a:lnTo>
                  <a:lnTo>
                    <a:pt x="592594" y="1317756"/>
                  </a:lnTo>
                  <a:lnTo>
                    <a:pt x="591522" y="1318100"/>
                  </a:lnTo>
                  <a:lnTo>
                    <a:pt x="590450" y="1318445"/>
                  </a:lnTo>
                  <a:lnTo>
                    <a:pt x="589379" y="1318792"/>
                  </a:lnTo>
                  <a:lnTo>
                    <a:pt x="588307" y="1319141"/>
                  </a:lnTo>
                  <a:lnTo>
                    <a:pt x="587236" y="1319491"/>
                  </a:lnTo>
                  <a:lnTo>
                    <a:pt x="586164" y="1319842"/>
                  </a:lnTo>
                  <a:lnTo>
                    <a:pt x="585092" y="1320195"/>
                  </a:lnTo>
                  <a:lnTo>
                    <a:pt x="584021" y="1320550"/>
                  </a:lnTo>
                  <a:lnTo>
                    <a:pt x="582949" y="1320906"/>
                  </a:lnTo>
                  <a:lnTo>
                    <a:pt x="581878" y="1321264"/>
                  </a:lnTo>
                  <a:lnTo>
                    <a:pt x="580806" y="1321623"/>
                  </a:lnTo>
                  <a:lnTo>
                    <a:pt x="579734" y="1321984"/>
                  </a:lnTo>
                  <a:lnTo>
                    <a:pt x="578663" y="1322347"/>
                  </a:lnTo>
                  <a:lnTo>
                    <a:pt x="577591" y="1322711"/>
                  </a:lnTo>
                  <a:lnTo>
                    <a:pt x="576520" y="1323076"/>
                  </a:lnTo>
                  <a:lnTo>
                    <a:pt x="575448" y="1323443"/>
                  </a:lnTo>
                  <a:lnTo>
                    <a:pt x="574376" y="1323812"/>
                  </a:lnTo>
                  <a:lnTo>
                    <a:pt x="573305" y="1324182"/>
                  </a:lnTo>
                  <a:lnTo>
                    <a:pt x="572233" y="1324554"/>
                  </a:lnTo>
                  <a:lnTo>
                    <a:pt x="571162" y="1324927"/>
                  </a:lnTo>
                  <a:lnTo>
                    <a:pt x="570090" y="1325302"/>
                  </a:lnTo>
                  <a:lnTo>
                    <a:pt x="569018" y="1325678"/>
                  </a:lnTo>
                  <a:lnTo>
                    <a:pt x="567947" y="1326056"/>
                  </a:lnTo>
                  <a:lnTo>
                    <a:pt x="566875" y="1326435"/>
                  </a:lnTo>
                  <a:lnTo>
                    <a:pt x="565804" y="1326816"/>
                  </a:lnTo>
                  <a:lnTo>
                    <a:pt x="564732" y="1327199"/>
                  </a:lnTo>
                  <a:lnTo>
                    <a:pt x="563660" y="1327583"/>
                  </a:lnTo>
                  <a:lnTo>
                    <a:pt x="562589" y="1327968"/>
                  </a:lnTo>
                  <a:lnTo>
                    <a:pt x="561517" y="1328355"/>
                  </a:lnTo>
                  <a:lnTo>
                    <a:pt x="560446" y="1328743"/>
                  </a:lnTo>
                  <a:lnTo>
                    <a:pt x="559374" y="1329133"/>
                  </a:lnTo>
                  <a:lnTo>
                    <a:pt x="558302" y="1329525"/>
                  </a:lnTo>
                  <a:lnTo>
                    <a:pt x="557231" y="1329918"/>
                  </a:lnTo>
                  <a:lnTo>
                    <a:pt x="556159" y="1330312"/>
                  </a:lnTo>
                  <a:lnTo>
                    <a:pt x="555088" y="1330708"/>
                  </a:lnTo>
                  <a:lnTo>
                    <a:pt x="554016" y="1331106"/>
                  </a:lnTo>
                  <a:lnTo>
                    <a:pt x="552944" y="1331505"/>
                  </a:lnTo>
                  <a:lnTo>
                    <a:pt x="551873" y="1331905"/>
                  </a:lnTo>
                  <a:lnTo>
                    <a:pt x="550801" y="1332307"/>
                  </a:lnTo>
                  <a:lnTo>
                    <a:pt x="549730" y="1332710"/>
                  </a:lnTo>
                  <a:lnTo>
                    <a:pt x="548658" y="1333115"/>
                  </a:lnTo>
                  <a:lnTo>
                    <a:pt x="547586" y="1333521"/>
                  </a:lnTo>
                  <a:lnTo>
                    <a:pt x="546515" y="1333929"/>
                  </a:lnTo>
                  <a:lnTo>
                    <a:pt x="545443" y="1334338"/>
                  </a:lnTo>
                  <a:lnTo>
                    <a:pt x="544372" y="1334749"/>
                  </a:lnTo>
                  <a:lnTo>
                    <a:pt x="543300" y="1335161"/>
                  </a:lnTo>
                  <a:lnTo>
                    <a:pt x="542228" y="1335574"/>
                  </a:lnTo>
                  <a:lnTo>
                    <a:pt x="541157" y="1335989"/>
                  </a:lnTo>
                  <a:lnTo>
                    <a:pt x="540085" y="1336405"/>
                  </a:lnTo>
                  <a:lnTo>
                    <a:pt x="539014" y="1336823"/>
                  </a:lnTo>
                  <a:lnTo>
                    <a:pt x="537942" y="1337242"/>
                  </a:lnTo>
                  <a:lnTo>
                    <a:pt x="536870" y="1337663"/>
                  </a:lnTo>
                  <a:lnTo>
                    <a:pt x="535799" y="1338085"/>
                  </a:lnTo>
                  <a:lnTo>
                    <a:pt x="534727" y="1338508"/>
                  </a:lnTo>
                  <a:lnTo>
                    <a:pt x="533656" y="1338933"/>
                  </a:lnTo>
                  <a:lnTo>
                    <a:pt x="532584" y="1339359"/>
                  </a:lnTo>
                  <a:lnTo>
                    <a:pt x="531513" y="1339786"/>
                  </a:lnTo>
                  <a:lnTo>
                    <a:pt x="530441" y="1340215"/>
                  </a:lnTo>
                  <a:lnTo>
                    <a:pt x="529369" y="1340646"/>
                  </a:lnTo>
                  <a:lnTo>
                    <a:pt x="528298" y="1341077"/>
                  </a:lnTo>
                  <a:lnTo>
                    <a:pt x="527226" y="1341510"/>
                  </a:lnTo>
                  <a:lnTo>
                    <a:pt x="526155" y="1341945"/>
                  </a:lnTo>
                  <a:lnTo>
                    <a:pt x="525083" y="1342380"/>
                  </a:lnTo>
                  <a:lnTo>
                    <a:pt x="524011" y="1342817"/>
                  </a:lnTo>
                  <a:lnTo>
                    <a:pt x="522940" y="1343256"/>
                  </a:lnTo>
                  <a:lnTo>
                    <a:pt x="521868" y="1343695"/>
                  </a:lnTo>
                  <a:lnTo>
                    <a:pt x="520797" y="1344137"/>
                  </a:lnTo>
                  <a:lnTo>
                    <a:pt x="519725" y="1344579"/>
                  </a:lnTo>
                  <a:lnTo>
                    <a:pt x="518653" y="1345023"/>
                  </a:lnTo>
                  <a:lnTo>
                    <a:pt x="517582" y="1345468"/>
                  </a:lnTo>
                  <a:lnTo>
                    <a:pt x="516510" y="1345914"/>
                  </a:lnTo>
                  <a:lnTo>
                    <a:pt x="515439" y="1346361"/>
                  </a:lnTo>
                  <a:lnTo>
                    <a:pt x="514367" y="1346810"/>
                  </a:lnTo>
                  <a:lnTo>
                    <a:pt x="513295" y="1347261"/>
                  </a:lnTo>
                  <a:lnTo>
                    <a:pt x="512224" y="1347712"/>
                  </a:lnTo>
                  <a:lnTo>
                    <a:pt x="511152" y="1348165"/>
                  </a:lnTo>
                  <a:lnTo>
                    <a:pt x="510081" y="1348619"/>
                  </a:lnTo>
                  <a:lnTo>
                    <a:pt x="509009" y="1349074"/>
                  </a:lnTo>
                  <a:lnTo>
                    <a:pt x="507937" y="1349530"/>
                  </a:lnTo>
                  <a:lnTo>
                    <a:pt x="506866" y="1349988"/>
                  </a:lnTo>
                  <a:lnTo>
                    <a:pt x="505794" y="1350447"/>
                  </a:lnTo>
                  <a:lnTo>
                    <a:pt x="504723" y="1350907"/>
                  </a:lnTo>
                  <a:lnTo>
                    <a:pt x="503651" y="1351369"/>
                  </a:lnTo>
                  <a:lnTo>
                    <a:pt x="502579" y="1351831"/>
                  </a:lnTo>
                  <a:lnTo>
                    <a:pt x="501508" y="1352295"/>
                  </a:lnTo>
                  <a:lnTo>
                    <a:pt x="500436" y="1352760"/>
                  </a:lnTo>
                  <a:lnTo>
                    <a:pt x="499365" y="1353227"/>
                  </a:lnTo>
                  <a:lnTo>
                    <a:pt x="498293" y="1353694"/>
                  </a:lnTo>
                  <a:lnTo>
                    <a:pt x="497221" y="1354163"/>
                  </a:lnTo>
                  <a:lnTo>
                    <a:pt x="496150" y="1354633"/>
                  </a:lnTo>
                  <a:lnTo>
                    <a:pt x="495078" y="1355104"/>
                  </a:lnTo>
                  <a:lnTo>
                    <a:pt x="494007" y="1355576"/>
                  </a:lnTo>
                  <a:lnTo>
                    <a:pt x="492935" y="1356049"/>
                  </a:lnTo>
                  <a:lnTo>
                    <a:pt x="491863" y="1356524"/>
                  </a:lnTo>
                  <a:lnTo>
                    <a:pt x="490792" y="1356999"/>
                  </a:lnTo>
                  <a:lnTo>
                    <a:pt x="489720" y="1357476"/>
                  </a:lnTo>
                  <a:lnTo>
                    <a:pt x="488649" y="1357954"/>
                  </a:lnTo>
                  <a:lnTo>
                    <a:pt x="487577" y="1358433"/>
                  </a:lnTo>
                  <a:lnTo>
                    <a:pt x="486505" y="1358913"/>
                  </a:lnTo>
                  <a:lnTo>
                    <a:pt x="485434" y="1359394"/>
                  </a:lnTo>
                  <a:lnTo>
                    <a:pt x="484362" y="1359877"/>
                  </a:lnTo>
                  <a:lnTo>
                    <a:pt x="483291" y="1360360"/>
                  </a:lnTo>
                  <a:lnTo>
                    <a:pt x="482219" y="1360844"/>
                  </a:lnTo>
                  <a:lnTo>
                    <a:pt x="481147" y="1361330"/>
                  </a:lnTo>
                  <a:lnTo>
                    <a:pt x="480076" y="1361817"/>
                  </a:lnTo>
                  <a:lnTo>
                    <a:pt x="479004" y="1362304"/>
                  </a:lnTo>
                  <a:lnTo>
                    <a:pt x="477933" y="1362793"/>
                  </a:lnTo>
                  <a:lnTo>
                    <a:pt x="476861" y="1363283"/>
                  </a:lnTo>
                  <a:lnTo>
                    <a:pt x="475789" y="1363774"/>
                  </a:lnTo>
                  <a:lnTo>
                    <a:pt x="474718" y="1364266"/>
                  </a:lnTo>
                  <a:lnTo>
                    <a:pt x="473646" y="1364759"/>
                  </a:lnTo>
                  <a:lnTo>
                    <a:pt x="472575" y="1365253"/>
                  </a:lnTo>
                  <a:lnTo>
                    <a:pt x="471503" y="1365748"/>
                  </a:lnTo>
                  <a:lnTo>
                    <a:pt x="470431" y="1366244"/>
                  </a:lnTo>
                  <a:lnTo>
                    <a:pt x="469360" y="1366741"/>
                  </a:lnTo>
                  <a:lnTo>
                    <a:pt x="468288" y="1367239"/>
                  </a:lnTo>
                  <a:lnTo>
                    <a:pt x="467217" y="1367738"/>
                  </a:lnTo>
                  <a:lnTo>
                    <a:pt x="466145" y="1368238"/>
                  </a:lnTo>
                  <a:lnTo>
                    <a:pt x="465073" y="1368738"/>
                  </a:lnTo>
                  <a:lnTo>
                    <a:pt x="464002" y="1369240"/>
                  </a:lnTo>
                  <a:lnTo>
                    <a:pt x="462930" y="1369743"/>
                  </a:lnTo>
                  <a:lnTo>
                    <a:pt x="461859" y="1370247"/>
                  </a:lnTo>
                  <a:lnTo>
                    <a:pt x="460787" y="1370752"/>
                  </a:lnTo>
                  <a:lnTo>
                    <a:pt x="459715" y="1371257"/>
                  </a:lnTo>
                  <a:lnTo>
                    <a:pt x="458644" y="1371764"/>
                  </a:lnTo>
                  <a:lnTo>
                    <a:pt x="457572" y="1372271"/>
                  </a:lnTo>
                  <a:lnTo>
                    <a:pt x="456501" y="1372780"/>
                  </a:lnTo>
                  <a:lnTo>
                    <a:pt x="455429" y="1373289"/>
                  </a:lnTo>
                  <a:lnTo>
                    <a:pt x="454357" y="1373799"/>
                  </a:lnTo>
                  <a:lnTo>
                    <a:pt x="453286" y="1374310"/>
                  </a:lnTo>
                  <a:lnTo>
                    <a:pt x="452214" y="1374822"/>
                  </a:lnTo>
                  <a:lnTo>
                    <a:pt x="451143" y="1375335"/>
                  </a:lnTo>
                  <a:lnTo>
                    <a:pt x="450071" y="1375849"/>
                  </a:lnTo>
                  <a:lnTo>
                    <a:pt x="448999" y="1376363"/>
                  </a:lnTo>
                  <a:lnTo>
                    <a:pt x="447928" y="1376878"/>
                  </a:lnTo>
                  <a:lnTo>
                    <a:pt x="446856" y="1377395"/>
                  </a:lnTo>
                  <a:lnTo>
                    <a:pt x="445785" y="1377912"/>
                  </a:lnTo>
                  <a:lnTo>
                    <a:pt x="444713" y="1378430"/>
                  </a:lnTo>
                  <a:lnTo>
                    <a:pt x="443641" y="1378948"/>
                  </a:lnTo>
                  <a:lnTo>
                    <a:pt x="442570" y="1379468"/>
                  </a:lnTo>
                  <a:lnTo>
                    <a:pt x="441498" y="1379988"/>
                  </a:lnTo>
                  <a:lnTo>
                    <a:pt x="440427" y="1380509"/>
                  </a:lnTo>
                  <a:lnTo>
                    <a:pt x="439355" y="1381031"/>
                  </a:lnTo>
                  <a:lnTo>
                    <a:pt x="438283" y="1381554"/>
                  </a:lnTo>
                  <a:lnTo>
                    <a:pt x="437212" y="1382077"/>
                  </a:lnTo>
                  <a:lnTo>
                    <a:pt x="436140" y="1382601"/>
                  </a:lnTo>
                  <a:lnTo>
                    <a:pt x="435069" y="1383126"/>
                  </a:lnTo>
                  <a:lnTo>
                    <a:pt x="433997" y="1383652"/>
                  </a:lnTo>
                  <a:lnTo>
                    <a:pt x="432925" y="1384178"/>
                  </a:lnTo>
                  <a:lnTo>
                    <a:pt x="431854" y="1384706"/>
                  </a:lnTo>
                  <a:lnTo>
                    <a:pt x="430782" y="1385234"/>
                  </a:lnTo>
                  <a:lnTo>
                    <a:pt x="429711" y="1385762"/>
                  </a:lnTo>
                  <a:lnTo>
                    <a:pt x="428639" y="1386291"/>
                  </a:lnTo>
                  <a:lnTo>
                    <a:pt x="427567" y="1386822"/>
                  </a:lnTo>
                  <a:lnTo>
                    <a:pt x="426496" y="1387352"/>
                  </a:lnTo>
                  <a:lnTo>
                    <a:pt x="425424" y="1387884"/>
                  </a:lnTo>
                  <a:lnTo>
                    <a:pt x="424353" y="1388416"/>
                  </a:lnTo>
                  <a:lnTo>
                    <a:pt x="423281" y="1388949"/>
                  </a:lnTo>
                  <a:lnTo>
                    <a:pt x="422209" y="1389482"/>
                  </a:lnTo>
                  <a:lnTo>
                    <a:pt x="421138" y="1390016"/>
                  </a:lnTo>
                  <a:lnTo>
                    <a:pt x="420066" y="1390551"/>
                  </a:lnTo>
                  <a:lnTo>
                    <a:pt x="418995" y="1391086"/>
                  </a:lnTo>
                  <a:lnTo>
                    <a:pt x="417923" y="1391622"/>
                  </a:lnTo>
                  <a:lnTo>
                    <a:pt x="416851" y="1392159"/>
                  </a:lnTo>
                  <a:lnTo>
                    <a:pt x="415780" y="1392696"/>
                  </a:lnTo>
                  <a:lnTo>
                    <a:pt x="414708" y="1393234"/>
                  </a:lnTo>
                  <a:lnTo>
                    <a:pt x="413637" y="1393773"/>
                  </a:lnTo>
                  <a:lnTo>
                    <a:pt x="412565" y="1394312"/>
                  </a:lnTo>
                  <a:lnTo>
                    <a:pt x="411493" y="1394852"/>
                  </a:lnTo>
                  <a:lnTo>
                    <a:pt x="410422" y="1395392"/>
                  </a:lnTo>
                  <a:lnTo>
                    <a:pt x="409350" y="1395933"/>
                  </a:lnTo>
                  <a:lnTo>
                    <a:pt x="408279" y="1396474"/>
                  </a:lnTo>
                  <a:lnTo>
                    <a:pt x="407207" y="1397016"/>
                  </a:lnTo>
                  <a:lnTo>
                    <a:pt x="406135" y="1397559"/>
                  </a:lnTo>
                  <a:lnTo>
                    <a:pt x="405064" y="1398102"/>
                  </a:lnTo>
                  <a:lnTo>
                    <a:pt x="403992" y="1398645"/>
                  </a:lnTo>
                  <a:lnTo>
                    <a:pt x="402921" y="1399190"/>
                  </a:lnTo>
                  <a:lnTo>
                    <a:pt x="401849" y="1399734"/>
                  </a:lnTo>
                  <a:lnTo>
                    <a:pt x="400777" y="1400280"/>
                  </a:lnTo>
                  <a:lnTo>
                    <a:pt x="399706" y="1400825"/>
                  </a:lnTo>
                  <a:lnTo>
                    <a:pt x="398634" y="1401372"/>
                  </a:lnTo>
                  <a:lnTo>
                    <a:pt x="397563" y="1401918"/>
                  </a:lnTo>
                  <a:lnTo>
                    <a:pt x="396491" y="1402466"/>
                  </a:lnTo>
                  <a:lnTo>
                    <a:pt x="395419" y="1403013"/>
                  </a:lnTo>
                  <a:lnTo>
                    <a:pt x="394348" y="1403561"/>
                  </a:lnTo>
                  <a:lnTo>
                    <a:pt x="393276" y="1404110"/>
                  </a:lnTo>
                  <a:lnTo>
                    <a:pt x="392205" y="1404659"/>
                  </a:lnTo>
                  <a:lnTo>
                    <a:pt x="391133" y="1405209"/>
                  </a:lnTo>
                  <a:lnTo>
                    <a:pt x="390061" y="1405759"/>
                  </a:lnTo>
                  <a:lnTo>
                    <a:pt x="388990" y="1406309"/>
                  </a:lnTo>
                  <a:lnTo>
                    <a:pt x="387918" y="1406860"/>
                  </a:lnTo>
                  <a:lnTo>
                    <a:pt x="386847" y="1407412"/>
                  </a:lnTo>
                  <a:lnTo>
                    <a:pt x="385775" y="1407963"/>
                  </a:lnTo>
                  <a:lnTo>
                    <a:pt x="384703" y="1408516"/>
                  </a:lnTo>
                  <a:lnTo>
                    <a:pt x="383632" y="1409068"/>
                  </a:lnTo>
                  <a:lnTo>
                    <a:pt x="382560" y="1409621"/>
                  </a:lnTo>
                  <a:lnTo>
                    <a:pt x="381489" y="1410175"/>
                  </a:lnTo>
                  <a:lnTo>
                    <a:pt x="380417" y="1410729"/>
                  </a:lnTo>
                  <a:lnTo>
                    <a:pt x="379345" y="1411283"/>
                  </a:lnTo>
                  <a:lnTo>
                    <a:pt x="378274" y="1411837"/>
                  </a:lnTo>
                  <a:lnTo>
                    <a:pt x="377202" y="1412392"/>
                  </a:lnTo>
                  <a:lnTo>
                    <a:pt x="376131" y="1412948"/>
                  </a:lnTo>
                  <a:lnTo>
                    <a:pt x="375059" y="1413504"/>
                  </a:lnTo>
                  <a:lnTo>
                    <a:pt x="373987" y="1414060"/>
                  </a:lnTo>
                  <a:lnTo>
                    <a:pt x="372916" y="1414616"/>
                  </a:lnTo>
                  <a:lnTo>
                    <a:pt x="371844" y="1415173"/>
                  </a:lnTo>
                  <a:lnTo>
                    <a:pt x="370773" y="1415730"/>
                  </a:lnTo>
                  <a:lnTo>
                    <a:pt x="369701" y="1416288"/>
                  </a:lnTo>
                  <a:lnTo>
                    <a:pt x="368629" y="1416846"/>
                  </a:lnTo>
                  <a:lnTo>
                    <a:pt x="367558" y="1417404"/>
                  </a:lnTo>
                  <a:lnTo>
                    <a:pt x="366486" y="1417962"/>
                  </a:lnTo>
                  <a:lnTo>
                    <a:pt x="365415" y="1418521"/>
                  </a:lnTo>
                  <a:lnTo>
                    <a:pt x="364343" y="1419080"/>
                  </a:lnTo>
                  <a:lnTo>
                    <a:pt x="363271" y="1419640"/>
                  </a:lnTo>
                  <a:lnTo>
                    <a:pt x="362200" y="1420200"/>
                  </a:lnTo>
                  <a:lnTo>
                    <a:pt x="361128" y="1420760"/>
                  </a:lnTo>
                  <a:lnTo>
                    <a:pt x="360057" y="1421320"/>
                  </a:lnTo>
                  <a:lnTo>
                    <a:pt x="358985" y="1421881"/>
                  </a:lnTo>
                  <a:lnTo>
                    <a:pt x="357913" y="1422442"/>
                  </a:lnTo>
                  <a:lnTo>
                    <a:pt x="356842" y="1423003"/>
                  </a:lnTo>
                  <a:lnTo>
                    <a:pt x="355770" y="1423565"/>
                  </a:lnTo>
                  <a:lnTo>
                    <a:pt x="354699" y="1424126"/>
                  </a:lnTo>
                  <a:lnTo>
                    <a:pt x="353627" y="1424688"/>
                  </a:lnTo>
                  <a:lnTo>
                    <a:pt x="352556" y="1425251"/>
                  </a:lnTo>
                  <a:lnTo>
                    <a:pt x="351484" y="1425813"/>
                  </a:lnTo>
                  <a:lnTo>
                    <a:pt x="350412" y="1426376"/>
                  </a:lnTo>
                  <a:lnTo>
                    <a:pt x="349341" y="1426939"/>
                  </a:lnTo>
                  <a:lnTo>
                    <a:pt x="348269" y="1427503"/>
                  </a:lnTo>
                  <a:lnTo>
                    <a:pt x="347198" y="1428066"/>
                  </a:lnTo>
                  <a:lnTo>
                    <a:pt x="346126" y="1428630"/>
                  </a:lnTo>
                  <a:lnTo>
                    <a:pt x="345054" y="1429194"/>
                  </a:lnTo>
                  <a:lnTo>
                    <a:pt x="343983" y="1429758"/>
                  </a:lnTo>
                  <a:lnTo>
                    <a:pt x="342911" y="1430323"/>
                  </a:lnTo>
                  <a:lnTo>
                    <a:pt x="341840" y="1430887"/>
                  </a:lnTo>
                  <a:lnTo>
                    <a:pt x="340768" y="1431452"/>
                  </a:lnTo>
                  <a:lnTo>
                    <a:pt x="339696" y="1432017"/>
                  </a:lnTo>
                  <a:lnTo>
                    <a:pt x="338625" y="1432582"/>
                  </a:lnTo>
                  <a:lnTo>
                    <a:pt x="337553" y="1433148"/>
                  </a:lnTo>
                  <a:lnTo>
                    <a:pt x="336482" y="1433714"/>
                  </a:lnTo>
                  <a:lnTo>
                    <a:pt x="335410" y="1434279"/>
                  </a:lnTo>
                  <a:lnTo>
                    <a:pt x="334338" y="1434845"/>
                  </a:lnTo>
                  <a:lnTo>
                    <a:pt x="333267" y="1435412"/>
                  </a:lnTo>
                  <a:lnTo>
                    <a:pt x="332195" y="1435978"/>
                  </a:lnTo>
                  <a:lnTo>
                    <a:pt x="331124" y="1436545"/>
                  </a:lnTo>
                  <a:lnTo>
                    <a:pt x="330052" y="1437111"/>
                  </a:lnTo>
                  <a:lnTo>
                    <a:pt x="328980" y="1437678"/>
                  </a:lnTo>
                  <a:lnTo>
                    <a:pt x="327909" y="1438245"/>
                  </a:lnTo>
                  <a:lnTo>
                    <a:pt x="326837" y="1438812"/>
                  </a:lnTo>
                  <a:lnTo>
                    <a:pt x="325766" y="1439380"/>
                  </a:lnTo>
                  <a:lnTo>
                    <a:pt x="324694" y="1439947"/>
                  </a:lnTo>
                  <a:lnTo>
                    <a:pt x="323622" y="1440515"/>
                  </a:lnTo>
                  <a:lnTo>
                    <a:pt x="322551" y="1441082"/>
                  </a:lnTo>
                  <a:lnTo>
                    <a:pt x="321479" y="1441650"/>
                  </a:lnTo>
                  <a:lnTo>
                    <a:pt x="320408" y="1442218"/>
                  </a:lnTo>
                  <a:lnTo>
                    <a:pt x="319336" y="1442786"/>
                  </a:lnTo>
                  <a:lnTo>
                    <a:pt x="318264" y="1443355"/>
                  </a:lnTo>
                  <a:lnTo>
                    <a:pt x="317193" y="1443923"/>
                  </a:lnTo>
                  <a:lnTo>
                    <a:pt x="316121" y="1444492"/>
                  </a:lnTo>
                  <a:lnTo>
                    <a:pt x="315050" y="1445060"/>
                  </a:lnTo>
                  <a:lnTo>
                    <a:pt x="313978" y="1445629"/>
                  </a:lnTo>
                  <a:lnTo>
                    <a:pt x="312906" y="1446198"/>
                  </a:lnTo>
                  <a:lnTo>
                    <a:pt x="311835" y="1446766"/>
                  </a:lnTo>
                  <a:lnTo>
                    <a:pt x="310763" y="1447335"/>
                  </a:lnTo>
                  <a:lnTo>
                    <a:pt x="309692" y="1447905"/>
                  </a:lnTo>
                  <a:lnTo>
                    <a:pt x="308620" y="1448474"/>
                  </a:lnTo>
                  <a:lnTo>
                    <a:pt x="307548" y="1449043"/>
                  </a:lnTo>
                  <a:lnTo>
                    <a:pt x="306477" y="1449612"/>
                  </a:lnTo>
                  <a:lnTo>
                    <a:pt x="305405" y="1450182"/>
                  </a:lnTo>
                  <a:lnTo>
                    <a:pt x="304334" y="1450751"/>
                  </a:lnTo>
                  <a:lnTo>
                    <a:pt x="303262" y="1451321"/>
                  </a:lnTo>
                  <a:lnTo>
                    <a:pt x="302190" y="1451890"/>
                  </a:lnTo>
                  <a:lnTo>
                    <a:pt x="301119" y="1452460"/>
                  </a:lnTo>
                  <a:lnTo>
                    <a:pt x="300047" y="1453030"/>
                  </a:lnTo>
                  <a:lnTo>
                    <a:pt x="298976" y="1453599"/>
                  </a:lnTo>
                  <a:lnTo>
                    <a:pt x="297904" y="1454169"/>
                  </a:lnTo>
                  <a:lnTo>
                    <a:pt x="296832" y="1454739"/>
                  </a:lnTo>
                  <a:lnTo>
                    <a:pt x="295761" y="1455309"/>
                  </a:lnTo>
                  <a:lnTo>
                    <a:pt x="294689" y="1455879"/>
                  </a:lnTo>
                  <a:lnTo>
                    <a:pt x="293618" y="1456449"/>
                  </a:lnTo>
                  <a:lnTo>
                    <a:pt x="292546" y="1457019"/>
                  </a:lnTo>
                  <a:lnTo>
                    <a:pt x="291474" y="1457589"/>
                  </a:lnTo>
                  <a:lnTo>
                    <a:pt x="290403" y="1458159"/>
                  </a:lnTo>
                  <a:lnTo>
                    <a:pt x="289331" y="1458729"/>
                  </a:lnTo>
                  <a:lnTo>
                    <a:pt x="288260" y="1459299"/>
                  </a:lnTo>
                  <a:lnTo>
                    <a:pt x="287188" y="1459869"/>
                  </a:lnTo>
                  <a:lnTo>
                    <a:pt x="286116" y="1460439"/>
                  </a:lnTo>
                  <a:lnTo>
                    <a:pt x="285045" y="1461009"/>
                  </a:lnTo>
                  <a:lnTo>
                    <a:pt x="283973" y="1461579"/>
                  </a:lnTo>
                  <a:lnTo>
                    <a:pt x="282902" y="1462150"/>
                  </a:lnTo>
                  <a:lnTo>
                    <a:pt x="281830" y="1462720"/>
                  </a:lnTo>
                  <a:lnTo>
                    <a:pt x="280758" y="1463290"/>
                  </a:lnTo>
                  <a:lnTo>
                    <a:pt x="279687" y="1463860"/>
                  </a:lnTo>
                  <a:lnTo>
                    <a:pt x="278615" y="1464430"/>
                  </a:lnTo>
                  <a:lnTo>
                    <a:pt x="277544" y="1465000"/>
                  </a:lnTo>
                  <a:lnTo>
                    <a:pt x="276472" y="1465570"/>
                  </a:lnTo>
                  <a:lnTo>
                    <a:pt x="275400" y="1466140"/>
                  </a:lnTo>
                  <a:lnTo>
                    <a:pt x="274329" y="1466711"/>
                  </a:lnTo>
                  <a:lnTo>
                    <a:pt x="273257" y="1467281"/>
                  </a:lnTo>
                  <a:lnTo>
                    <a:pt x="272186" y="1467851"/>
                  </a:lnTo>
                  <a:lnTo>
                    <a:pt x="271114" y="1468421"/>
                  </a:lnTo>
                  <a:lnTo>
                    <a:pt x="270042" y="1468990"/>
                  </a:lnTo>
                  <a:lnTo>
                    <a:pt x="268971" y="1469560"/>
                  </a:lnTo>
                  <a:lnTo>
                    <a:pt x="267899" y="1470130"/>
                  </a:lnTo>
                  <a:lnTo>
                    <a:pt x="266828" y="1470700"/>
                  </a:lnTo>
                  <a:lnTo>
                    <a:pt x="265756" y="1471270"/>
                  </a:lnTo>
                  <a:lnTo>
                    <a:pt x="264684" y="1471840"/>
                  </a:lnTo>
                  <a:lnTo>
                    <a:pt x="263613" y="1472409"/>
                  </a:lnTo>
                  <a:lnTo>
                    <a:pt x="262541" y="1472979"/>
                  </a:lnTo>
                  <a:lnTo>
                    <a:pt x="261470" y="1473549"/>
                  </a:lnTo>
                  <a:lnTo>
                    <a:pt x="260398" y="1474118"/>
                  </a:lnTo>
                  <a:lnTo>
                    <a:pt x="259326" y="1474688"/>
                  </a:lnTo>
                  <a:lnTo>
                    <a:pt x="258255" y="1475257"/>
                  </a:lnTo>
                  <a:lnTo>
                    <a:pt x="257183" y="1475826"/>
                  </a:lnTo>
                  <a:lnTo>
                    <a:pt x="256112" y="1476396"/>
                  </a:lnTo>
                  <a:lnTo>
                    <a:pt x="255040" y="1476965"/>
                  </a:lnTo>
                  <a:lnTo>
                    <a:pt x="253968" y="1477534"/>
                  </a:lnTo>
                  <a:lnTo>
                    <a:pt x="252897" y="1478103"/>
                  </a:lnTo>
                  <a:lnTo>
                    <a:pt x="251825" y="1478672"/>
                  </a:lnTo>
                  <a:lnTo>
                    <a:pt x="250754" y="1479241"/>
                  </a:lnTo>
                  <a:lnTo>
                    <a:pt x="249682" y="1479810"/>
                  </a:lnTo>
                  <a:lnTo>
                    <a:pt x="248610" y="1480378"/>
                  </a:lnTo>
                  <a:lnTo>
                    <a:pt x="247539" y="1480947"/>
                  </a:lnTo>
                  <a:lnTo>
                    <a:pt x="246467" y="1481516"/>
                  </a:lnTo>
                  <a:lnTo>
                    <a:pt x="245396" y="1482084"/>
                  </a:lnTo>
                  <a:lnTo>
                    <a:pt x="244324" y="1482652"/>
                  </a:lnTo>
                  <a:lnTo>
                    <a:pt x="243252" y="1483221"/>
                  </a:lnTo>
                  <a:lnTo>
                    <a:pt x="242181" y="1483789"/>
                  </a:lnTo>
                  <a:lnTo>
                    <a:pt x="241109" y="1484357"/>
                  </a:lnTo>
                  <a:lnTo>
                    <a:pt x="240038" y="1484925"/>
                  </a:lnTo>
                  <a:lnTo>
                    <a:pt x="238966" y="1485493"/>
                  </a:lnTo>
                  <a:lnTo>
                    <a:pt x="237894" y="1486060"/>
                  </a:lnTo>
                  <a:lnTo>
                    <a:pt x="236823" y="1486628"/>
                  </a:lnTo>
                  <a:lnTo>
                    <a:pt x="235751" y="1487195"/>
                  </a:lnTo>
                  <a:lnTo>
                    <a:pt x="234680" y="1487763"/>
                  </a:lnTo>
                  <a:lnTo>
                    <a:pt x="233608" y="1488330"/>
                  </a:lnTo>
                  <a:lnTo>
                    <a:pt x="232536" y="1488897"/>
                  </a:lnTo>
                  <a:lnTo>
                    <a:pt x="231465" y="1489464"/>
                  </a:lnTo>
                  <a:lnTo>
                    <a:pt x="230393" y="1490031"/>
                  </a:lnTo>
                  <a:lnTo>
                    <a:pt x="229322" y="1490598"/>
                  </a:lnTo>
                  <a:lnTo>
                    <a:pt x="228250" y="1491165"/>
                  </a:lnTo>
                  <a:lnTo>
                    <a:pt x="227178" y="1491731"/>
                  </a:lnTo>
                  <a:lnTo>
                    <a:pt x="226107" y="1492298"/>
                  </a:lnTo>
                  <a:lnTo>
                    <a:pt x="225035" y="1492864"/>
                  </a:lnTo>
                  <a:lnTo>
                    <a:pt x="223964" y="1493430"/>
                  </a:lnTo>
                  <a:lnTo>
                    <a:pt x="222892" y="1493996"/>
                  </a:lnTo>
                  <a:lnTo>
                    <a:pt x="221820" y="1494562"/>
                  </a:lnTo>
                  <a:lnTo>
                    <a:pt x="220749" y="1495127"/>
                  </a:lnTo>
                  <a:lnTo>
                    <a:pt x="219677" y="1495693"/>
                  </a:lnTo>
                  <a:lnTo>
                    <a:pt x="218606" y="1496258"/>
                  </a:lnTo>
                  <a:lnTo>
                    <a:pt x="217534" y="1496823"/>
                  </a:lnTo>
                  <a:lnTo>
                    <a:pt x="216462" y="1497389"/>
                  </a:lnTo>
                  <a:lnTo>
                    <a:pt x="215391" y="1497953"/>
                  </a:lnTo>
                  <a:lnTo>
                    <a:pt x="214319" y="1498518"/>
                  </a:lnTo>
                  <a:lnTo>
                    <a:pt x="213248" y="1499083"/>
                  </a:lnTo>
                  <a:lnTo>
                    <a:pt x="212176" y="1499647"/>
                  </a:lnTo>
                  <a:lnTo>
                    <a:pt x="211104" y="1500212"/>
                  </a:lnTo>
                  <a:lnTo>
                    <a:pt x="210033" y="1500776"/>
                  </a:lnTo>
                  <a:lnTo>
                    <a:pt x="208961" y="1501340"/>
                  </a:lnTo>
                  <a:lnTo>
                    <a:pt x="207890" y="1501904"/>
                  </a:lnTo>
                  <a:lnTo>
                    <a:pt x="206818" y="1502467"/>
                  </a:lnTo>
                  <a:lnTo>
                    <a:pt x="205746" y="1503031"/>
                  </a:lnTo>
                  <a:lnTo>
                    <a:pt x="204675" y="1503594"/>
                  </a:lnTo>
                  <a:lnTo>
                    <a:pt x="203603" y="1504157"/>
                  </a:lnTo>
                  <a:lnTo>
                    <a:pt x="202532" y="1504720"/>
                  </a:lnTo>
                  <a:lnTo>
                    <a:pt x="201460" y="1505283"/>
                  </a:lnTo>
                  <a:lnTo>
                    <a:pt x="200388" y="1505845"/>
                  </a:lnTo>
                  <a:lnTo>
                    <a:pt x="199317" y="1506408"/>
                  </a:lnTo>
                  <a:lnTo>
                    <a:pt x="198245" y="1506970"/>
                  </a:lnTo>
                  <a:lnTo>
                    <a:pt x="197174" y="1507532"/>
                  </a:lnTo>
                  <a:lnTo>
                    <a:pt x="196102" y="1508094"/>
                  </a:lnTo>
                  <a:lnTo>
                    <a:pt x="195030" y="1508655"/>
                  </a:lnTo>
                  <a:lnTo>
                    <a:pt x="193959" y="1509217"/>
                  </a:lnTo>
                  <a:lnTo>
                    <a:pt x="192887" y="1509778"/>
                  </a:lnTo>
                  <a:lnTo>
                    <a:pt x="191816" y="1510339"/>
                  </a:lnTo>
                  <a:lnTo>
                    <a:pt x="190744" y="1510900"/>
                  </a:lnTo>
                  <a:lnTo>
                    <a:pt x="189672" y="1511461"/>
                  </a:lnTo>
                  <a:lnTo>
                    <a:pt x="188601" y="1512021"/>
                  </a:lnTo>
                  <a:lnTo>
                    <a:pt x="187529" y="1512581"/>
                  </a:lnTo>
                  <a:lnTo>
                    <a:pt x="186458" y="1513141"/>
                  </a:lnTo>
                  <a:lnTo>
                    <a:pt x="185386" y="1513701"/>
                  </a:lnTo>
                  <a:lnTo>
                    <a:pt x="184314" y="1514261"/>
                  </a:lnTo>
                  <a:lnTo>
                    <a:pt x="183243" y="1514820"/>
                  </a:lnTo>
                  <a:lnTo>
                    <a:pt x="182171" y="1515380"/>
                  </a:lnTo>
                  <a:lnTo>
                    <a:pt x="181100" y="1515939"/>
                  </a:lnTo>
                  <a:lnTo>
                    <a:pt x="180028" y="1516498"/>
                  </a:lnTo>
                  <a:lnTo>
                    <a:pt x="178956" y="1517056"/>
                  </a:lnTo>
                  <a:lnTo>
                    <a:pt x="177885" y="1517615"/>
                  </a:lnTo>
                  <a:lnTo>
                    <a:pt x="176813" y="1518173"/>
                  </a:lnTo>
                  <a:lnTo>
                    <a:pt x="175742" y="1518731"/>
                  </a:lnTo>
                  <a:lnTo>
                    <a:pt x="174670" y="1519288"/>
                  </a:lnTo>
                  <a:lnTo>
                    <a:pt x="173599" y="1519846"/>
                  </a:lnTo>
                  <a:lnTo>
                    <a:pt x="172527" y="1520403"/>
                  </a:lnTo>
                  <a:lnTo>
                    <a:pt x="171455" y="1520960"/>
                  </a:lnTo>
                  <a:lnTo>
                    <a:pt x="170384" y="1521517"/>
                  </a:lnTo>
                  <a:lnTo>
                    <a:pt x="169312" y="1522074"/>
                  </a:lnTo>
                  <a:lnTo>
                    <a:pt x="168241" y="1522630"/>
                  </a:lnTo>
                  <a:lnTo>
                    <a:pt x="167169" y="1523186"/>
                  </a:lnTo>
                  <a:lnTo>
                    <a:pt x="166097" y="1523742"/>
                  </a:lnTo>
                  <a:lnTo>
                    <a:pt x="165026" y="1524298"/>
                  </a:lnTo>
                  <a:lnTo>
                    <a:pt x="163954" y="1524854"/>
                  </a:lnTo>
                  <a:lnTo>
                    <a:pt x="162883" y="1525409"/>
                  </a:lnTo>
                  <a:lnTo>
                    <a:pt x="161811" y="1525964"/>
                  </a:lnTo>
                  <a:lnTo>
                    <a:pt x="160739" y="1526519"/>
                  </a:lnTo>
                  <a:lnTo>
                    <a:pt x="159668" y="1527073"/>
                  </a:lnTo>
                  <a:lnTo>
                    <a:pt x="158596" y="1527627"/>
                  </a:lnTo>
                  <a:lnTo>
                    <a:pt x="157525" y="1528181"/>
                  </a:lnTo>
                  <a:lnTo>
                    <a:pt x="156453" y="1528735"/>
                  </a:lnTo>
                  <a:lnTo>
                    <a:pt x="155381" y="1529289"/>
                  </a:lnTo>
                  <a:lnTo>
                    <a:pt x="154310" y="1529842"/>
                  </a:lnTo>
                  <a:lnTo>
                    <a:pt x="153238" y="1530395"/>
                  </a:lnTo>
                  <a:lnTo>
                    <a:pt x="152167" y="1530948"/>
                  </a:lnTo>
                  <a:lnTo>
                    <a:pt x="151095" y="1531501"/>
                  </a:lnTo>
                  <a:lnTo>
                    <a:pt x="150023" y="1532053"/>
                  </a:lnTo>
                  <a:lnTo>
                    <a:pt x="148952" y="1532605"/>
                  </a:lnTo>
                  <a:lnTo>
                    <a:pt x="147880" y="1533157"/>
                  </a:lnTo>
                  <a:lnTo>
                    <a:pt x="146809" y="1533709"/>
                  </a:lnTo>
                  <a:lnTo>
                    <a:pt x="145737" y="1534260"/>
                  </a:lnTo>
                  <a:lnTo>
                    <a:pt x="144665" y="1534811"/>
                  </a:lnTo>
                  <a:lnTo>
                    <a:pt x="143594" y="1535362"/>
                  </a:lnTo>
                  <a:lnTo>
                    <a:pt x="142522" y="1535912"/>
                  </a:lnTo>
                  <a:lnTo>
                    <a:pt x="141451" y="1536463"/>
                  </a:lnTo>
                  <a:lnTo>
                    <a:pt x="140379" y="1537013"/>
                  </a:lnTo>
                  <a:lnTo>
                    <a:pt x="139307" y="1537562"/>
                  </a:lnTo>
                  <a:lnTo>
                    <a:pt x="138236" y="1538112"/>
                  </a:lnTo>
                  <a:lnTo>
                    <a:pt x="137164" y="1538661"/>
                  </a:lnTo>
                  <a:lnTo>
                    <a:pt x="136093" y="1539210"/>
                  </a:lnTo>
                  <a:lnTo>
                    <a:pt x="135021" y="1539759"/>
                  </a:lnTo>
                  <a:lnTo>
                    <a:pt x="133949" y="1540307"/>
                  </a:lnTo>
                  <a:lnTo>
                    <a:pt x="132878" y="1540855"/>
                  </a:lnTo>
                  <a:lnTo>
                    <a:pt x="131806" y="1541403"/>
                  </a:lnTo>
                  <a:lnTo>
                    <a:pt x="130735" y="1541951"/>
                  </a:lnTo>
                  <a:lnTo>
                    <a:pt x="129663" y="1542498"/>
                  </a:lnTo>
                  <a:lnTo>
                    <a:pt x="128591" y="1543046"/>
                  </a:lnTo>
                  <a:lnTo>
                    <a:pt x="127520" y="1543592"/>
                  </a:lnTo>
                  <a:lnTo>
                    <a:pt x="126448" y="1544139"/>
                  </a:lnTo>
                  <a:lnTo>
                    <a:pt x="125377" y="1544685"/>
                  </a:lnTo>
                  <a:lnTo>
                    <a:pt x="124305" y="1545231"/>
                  </a:lnTo>
                  <a:lnTo>
                    <a:pt x="123233" y="1545777"/>
                  </a:lnTo>
                  <a:lnTo>
                    <a:pt x="122162" y="1546322"/>
                  </a:lnTo>
                  <a:lnTo>
                    <a:pt x="121090" y="1546868"/>
                  </a:lnTo>
                  <a:lnTo>
                    <a:pt x="120019" y="1547412"/>
                  </a:lnTo>
                  <a:lnTo>
                    <a:pt x="118947" y="1547957"/>
                  </a:lnTo>
                  <a:lnTo>
                    <a:pt x="117875" y="1548501"/>
                  </a:lnTo>
                  <a:lnTo>
                    <a:pt x="116804" y="1549045"/>
                  </a:lnTo>
                  <a:lnTo>
                    <a:pt x="115732" y="1549589"/>
                  </a:lnTo>
                  <a:lnTo>
                    <a:pt x="114661" y="1550133"/>
                  </a:lnTo>
                  <a:lnTo>
                    <a:pt x="113589" y="1550676"/>
                  </a:lnTo>
                  <a:lnTo>
                    <a:pt x="112517" y="1551219"/>
                  </a:lnTo>
                  <a:lnTo>
                    <a:pt x="111446" y="1551761"/>
                  </a:lnTo>
                  <a:lnTo>
                    <a:pt x="110374" y="1552304"/>
                  </a:lnTo>
                  <a:lnTo>
                    <a:pt x="109303" y="1552846"/>
                  </a:lnTo>
                  <a:lnTo>
                    <a:pt x="108231" y="1553388"/>
                  </a:lnTo>
                  <a:lnTo>
                    <a:pt x="107159" y="1553929"/>
                  </a:lnTo>
                  <a:lnTo>
                    <a:pt x="106088" y="1554470"/>
                  </a:lnTo>
                  <a:lnTo>
                    <a:pt x="105016" y="1555011"/>
                  </a:lnTo>
                  <a:lnTo>
                    <a:pt x="103945" y="1555552"/>
                  </a:lnTo>
                  <a:lnTo>
                    <a:pt x="102873" y="1556092"/>
                  </a:lnTo>
                  <a:lnTo>
                    <a:pt x="101801" y="1556632"/>
                  </a:lnTo>
                  <a:lnTo>
                    <a:pt x="100730" y="1557172"/>
                  </a:lnTo>
                  <a:lnTo>
                    <a:pt x="99658" y="1557711"/>
                  </a:lnTo>
                  <a:lnTo>
                    <a:pt x="98587" y="1558250"/>
                  </a:lnTo>
                  <a:lnTo>
                    <a:pt x="97515" y="1558789"/>
                  </a:lnTo>
                  <a:lnTo>
                    <a:pt x="96443" y="1559328"/>
                  </a:lnTo>
                  <a:lnTo>
                    <a:pt x="95372" y="1559866"/>
                  </a:lnTo>
                  <a:lnTo>
                    <a:pt x="94300" y="1560404"/>
                  </a:lnTo>
                  <a:lnTo>
                    <a:pt x="93229" y="1560941"/>
                  </a:lnTo>
                  <a:lnTo>
                    <a:pt x="92157" y="1561479"/>
                  </a:lnTo>
                  <a:lnTo>
                    <a:pt x="91085" y="1562016"/>
                  </a:lnTo>
                  <a:lnTo>
                    <a:pt x="90014" y="1562552"/>
                  </a:lnTo>
                  <a:lnTo>
                    <a:pt x="88942" y="1563089"/>
                  </a:lnTo>
                  <a:lnTo>
                    <a:pt x="87871" y="1563625"/>
                  </a:lnTo>
                  <a:lnTo>
                    <a:pt x="86799" y="1564161"/>
                  </a:lnTo>
                  <a:lnTo>
                    <a:pt x="85727" y="1564696"/>
                  </a:lnTo>
                  <a:lnTo>
                    <a:pt x="84656" y="1565231"/>
                  </a:lnTo>
                  <a:lnTo>
                    <a:pt x="83584" y="1565766"/>
                  </a:lnTo>
                  <a:lnTo>
                    <a:pt x="82513" y="1566301"/>
                  </a:lnTo>
                  <a:lnTo>
                    <a:pt x="81441" y="1566835"/>
                  </a:lnTo>
                  <a:lnTo>
                    <a:pt x="80369" y="1567369"/>
                  </a:lnTo>
                  <a:lnTo>
                    <a:pt x="79298" y="1567902"/>
                  </a:lnTo>
                  <a:lnTo>
                    <a:pt x="78226" y="1568436"/>
                  </a:lnTo>
                  <a:lnTo>
                    <a:pt x="77155" y="1568969"/>
                  </a:lnTo>
                  <a:lnTo>
                    <a:pt x="76083" y="1569501"/>
                  </a:lnTo>
                  <a:lnTo>
                    <a:pt x="75011" y="1570034"/>
                  </a:lnTo>
                  <a:lnTo>
                    <a:pt x="73940" y="1570566"/>
                  </a:lnTo>
                  <a:lnTo>
                    <a:pt x="72868" y="1571098"/>
                  </a:lnTo>
                  <a:lnTo>
                    <a:pt x="71797" y="1571629"/>
                  </a:lnTo>
                  <a:lnTo>
                    <a:pt x="70725" y="1572160"/>
                  </a:lnTo>
                  <a:lnTo>
                    <a:pt x="69653" y="1572691"/>
                  </a:lnTo>
                  <a:lnTo>
                    <a:pt x="68582" y="1573221"/>
                  </a:lnTo>
                  <a:lnTo>
                    <a:pt x="67510" y="1573751"/>
                  </a:lnTo>
                  <a:lnTo>
                    <a:pt x="66439" y="1574281"/>
                  </a:lnTo>
                  <a:lnTo>
                    <a:pt x="65367" y="1574811"/>
                  </a:lnTo>
                  <a:lnTo>
                    <a:pt x="64295" y="1575340"/>
                  </a:lnTo>
                  <a:lnTo>
                    <a:pt x="63224" y="1575869"/>
                  </a:lnTo>
                  <a:lnTo>
                    <a:pt x="62152" y="1576397"/>
                  </a:lnTo>
                  <a:lnTo>
                    <a:pt x="61081" y="1576926"/>
                  </a:lnTo>
                  <a:lnTo>
                    <a:pt x="60009" y="1577454"/>
                  </a:lnTo>
                  <a:lnTo>
                    <a:pt x="58937" y="1577981"/>
                  </a:lnTo>
                  <a:lnTo>
                    <a:pt x="57866" y="1578509"/>
                  </a:lnTo>
                  <a:lnTo>
                    <a:pt x="56794" y="1579035"/>
                  </a:lnTo>
                  <a:lnTo>
                    <a:pt x="55723" y="1579562"/>
                  </a:lnTo>
                  <a:lnTo>
                    <a:pt x="54651" y="1580088"/>
                  </a:lnTo>
                  <a:lnTo>
                    <a:pt x="53579" y="1580614"/>
                  </a:lnTo>
                  <a:lnTo>
                    <a:pt x="52508" y="1581140"/>
                  </a:lnTo>
                  <a:lnTo>
                    <a:pt x="51436" y="1581665"/>
                  </a:lnTo>
                  <a:lnTo>
                    <a:pt x="50365" y="1582190"/>
                  </a:lnTo>
                  <a:lnTo>
                    <a:pt x="49293" y="1582715"/>
                  </a:lnTo>
                  <a:lnTo>
                    <a:pt x="48221" y="1583239"/>
                  </a:lnTo>
                  <a:lnTo>
                    <a:pt x="47150" y="1583763"/>
                  </a:lnTo>
                  <a:lnTo>
                    <a:pt x="46078" y="1584287"/>
                  </a:lnTo>
                  <a:lnTo>
                    <a:pt x="45007" y="1584810"/>
                  </a:lnTo>
                  <a:lnTo>
                    <a:pt x="43935" y="1585333"/>
                  </a:lnTo>
                  <a:lnTo>
                    <a:pt x="42863" y="1585856"/>
                  </a:lnTo>
                  <a:lnTo>
                    <a:pt x="41792" y="1586378"/>
                  </a:lnTo>
                  <a:lnTo>
                    <a:pt x="40720" y="1586900"/>
                  </a:lnTo>
                  <a:lnTo>
                    <a:pt x="39649" y="1587422"/>
                  </a:lnTo>
                  <a:lnTo>
                    <a:pt x="38577" y="1587943"/>
                  </a:lnTo>
                  <a:lnTo>
                    <a:pt x="37505" y="1588464"/>
                  </a:lnTo>
                  <a:lnTo>
                    <a:pt x="36434" y="1588985"/>
                  </a:lnTo>
                  <a:lnTo>
                    <a:pt x="35362" y="1589505"/>
                  </a:lnTo>
                  <a:lnTo>
                    <a:pt x="34291" y="1590025"/>
                  </a:lnTo>
                  <a:lnTo>
                    <a:pt x="33219" y="1590545"/>
                  </a:lnTo>
                  <a:lnTo>
                    <a:pt x="32147" y="1591064"/>
                  </a:lnTo>
                  <a:lnTo>
                    <a:pt x="31076" y="1591584"/>
                  </a:lnTo>
                  <a:lnTo>
                    <a:pt x="30004" y="1592102"/>
                  </a:lnTo>
                  <a:lnTo>
                    <a:pt x="28933" y="1592621"/>
                  </a:lnTo>
                  <a:lnTo>
                    <a:pt x="27861" y="1593139"/>
                  </a:lnTo>
                  <a:lnTo>
                    <a:pt x="26789" y="1593656"/>
                  </a:lnTo>
                  <a:lnTo>
                    <a:pt x="25718" y="1594173"/>
                  </a:lnTo>
                  <a:lnTo>
                    <a:pt x="24646" y="1594690"/>
                  </a:lnTo>
                  <a:lnTo>
                    <a:pt x="23575" y="1595207"/>
                  </a:lnTo>
                  <a:lnTo>
                    <a:pt x="22503" y="1595723"/>
                  </a:lnTo>
                  <a:lnTo>
                    <a:pt x="21431" y="1596239"/>
                  </a:lnTo>
                  <a:lnTo>
                    <a:pt x="20360" y="1596755"/>
                  </a:lnTo>
                  <a:lnTo>
                    <a:pt x="19288" y="1597270"/>
                  </a:lnTo>
                  <a:lnTo>
                    <a:pt x="18217" y="1597785"/>
                  </a:lnTo>
                  <a:lnTo>
                    <a:pt x="17145" y="1598300"/>
                  </a:lnTo>
                  <a:lnTo>
                    <a:pt x="16073" y="1598814"/>
                  </a:lnTo>
                  <a:lnTo>
                    <a:pt x="15002" y="1599328"/>
                  </a:lnTo>
                  <a:lnTo>
                    <a:pt x="13930" y="1599842"/>
                  </a:lnTo>
                  <a:lnTo>
                    <a:pt x="12859" y="1600355"/>
                  </a:lnTo>
                  <a:lnTo>
                    <a:pt x="11787" y="1600868"/>
                  </a:lnTo>
                  <a:lnTo>
                    <a:pt x="10715" y="1601380"/>
                  </a:lnTo>
                  <a:lnTo>
                    <a:pt x="9644" y="1601892"/>
                  </a:lnTo>
                  <a:lnTo>
                    <a:pt x="8572" y="1602404"/>
                  </a:lnTo>
                  <a:lnTo>
                    <a:pt x="7501" y="1602916"/>
                  </a:lnTo>
                  <a:lnTo>
                    <a:pt x="6429" y="1603427"/>
                  </a:lnTo>
                  <a:lnTo>
                    <a:pt x="5357" y="1603938"/>
                  </a:lnTo>
                  <a:lnTo>
                    <a:pt x="4286" y="1604448"/>
                  </a:lnTo>
                  <a:lnTo>
                    <a:pt x="3214" y="1604958"/>
                  </a:lnTo>
                  <a:lnTo>
                    <a:pt x="2143" y="1605468"/>
                  </a:lnTo>
                  <a:lnTo>
                    <a:pt x="1071" y="1605978"/>
                  </a:lnTo>
                  <a:lnTo>
                    <a:pt x="0" y="1606487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684231" y="750856"/>
              <a:ext cx="3856684" cy="837721"/>
            </a:xfrm>
            <a:custGeom>
              <a:avLst/>
              <a:gdLst/>
              <a:ahLst/>
              <a:cxnLst/>
              <a:rect l="0" t="0" r="0" b="0"/>
              <a:pathLst>
                <a:path w="3856684" h="837721">
                  <a:moveTo>
                    <a:pt x="0" y="281794"/>
                  </a:moveTo>
                  <a:lnTo>
                    <a:pt x="1071" y="283094"/>
                  </a:lnTo>
                  <a:lnTo>
                    <a:pt x="2143" y="284392"/>
                  </a:lnTo>
                  <a:lnTo>
                    <a:pt x="3214" y="285689"/>
                  </a:lnTo>
                  <a:lnTo>
                    <a:pt x="4286" y="286985"/>
                  </a:lnTo>
                  <a:lnTo>
                    <a:pt x="5357" y="288279"/>
                  </a:lnTo>
                  <a:lnTo>
                    <a:pt x="6429" y="289572"/>
                  </a:lnTo>
                  <a:lnTo>
                    <a:pt x="7501" y="290864"/>
                  </a:lnTo>
                  <a:lnTo>
                    <a:pt x="8572" y="292155"/>
                  </a:lnTo>
                  <a:lnTo>
                    <a:pt x="9644" y="293445"/>
                  </a:lnTo>
                  <a:lnTo>
                    <a:pt x="10715" y="294733"/>
                  </a:lnTo>
                  <a:lnTo>
                    <a:pt x="11787" y="296020"/>
                  </a:lnTo>
                  <a:lnTo>
                    <a:pt x="12859" y="297305"/>
                  </a:lnTo>
                  <a:lnTo>
                    <a:pt x="13930" y="298590"/>
                  </a:lnTo>
                  <a:lnTo>
                    <a:pt x="15002" y="299873"/>
                  </a:lnTo>
                  <a:lnTo>
                    <a:pt x="16073" y="301155"/>
                  </a:lnTo>
                  <a:lnTo>
                    <a:pt x="17145" y="302435"/>
                  </a:lnTo>
                  <a:lnTo>
                    <a:pt x="18217" y="303715"/>
                  </a:lnTo>
                  <a:lnTo>
                    <a:pt x="19288" y="304993"/>
                  </a:lnTo>
                  <a:lnTo>
                    <a:pt x="20360" y="306270"/>
                  </a:lnTo>
                  <a:lnTo>
                    <a:pt x="21431" y="307545"/>
                  </a:lnTo>
                  <a:lnTo>
                    <a:pt x="22503" y="308820"/>
                  </a:lnTo>
                  <a:lnTo>
                    <a:pt x="23575" y="310093"/>
                  </a:lnTo>
                  <a:lnTo>
                    <a:pt x="24646" y="311365"/>
                  </a:lnTo>
                  <a:lnTo>
                    <a:pt x="25718" y="312635"/>
                  </a:lnTo>
                  <a:lnTo>
                    <a:pt x="26789" y="313904"/>
                  </a:lnTo>
                  <a:lnTo>
                    <a:pt x="27861" y="315173"/>
                  </a:lnTo>
                  <a:lnTo>
                    <a:pt x="28933" y="316439"/>
                  </a:lnTo>
                  <a:lnTo>
                    <a:pt x="30004" y="317705"/>
                  </a:lnTo>
                  <a:lnTo>
                    <a:pt x="31076" y="318969"/>
                  </a:lnTo>
                  <a:lnTo>
                    <a:pt x="32147" y="320232"/>
                  </a:lnTo>
                  <a:lnTo>
                    <a:pt x="33219" y="321494"/>
                  </a:lnTo>
                  <a:lnTo>
                    <a:pt x="34291" y="322754"/>
                  </a:lnTo>
                  <a:lnTo>
                    <a:pt x="35362" y="324013"/>
                  </a:lnTo>
                  <a:lnTo>
                    <a:pt x="36434" y="325271"/>
                  </a:lnTo>
                  <a:lnTo>
                    <a:pt x="37505" y="326528"/>
                  </a:lnTo>
                  <a:lnTo>
                    <a:pt x="38577" y="327783"/>
                  </a:lnTo>
                  <a:lnTo>
                    <a:pt x="39649" y="329037"/>
                  </a:lnTo>
                  <a:lnTo>
                    <a:pt x="40720" y="330290"/>
                  </a:lnTo>
                  <a:lnTo>
                    <a:pt x="41792" y="331542"/>
                  </a:lnTo>
                  <a:lnTo>
                    <a:pt x="42863" y="332792"/>
                  </a:lnTo>
                  <a:lnTo>
                    <a:pt x="43935" y="334041"/>
                  </a:lnTo>
                  <a:lnTo>
                    <a:pt x="45007" y="335289"/>
                  </a:lnTo>
                  <a:lnTo>
                    <a:pt x="46078" y="336536"/>
                  </a:lnTo>
                  <a:lnTo>
                    <a:pt x="47150" y="337781"/>
                  </a:lnTo>
                  <a:lnTo>
                    <a:pt x="48221" y="339025"/>
                  </a:lnTo>
                  <a:lnTo>
                    <a:pt x="49293" y="340268"/>
                  </a:lnTo>
                  <a:lnTo>
                    <a:pt x="50365" y="341509"/>
                  </a:lnTo>
                  <a:lnTo>
                    <a:pt x="51436" y="342749"/>
                  </a:lnTo>
                  <a:lnTo>
                    <a:pt x="52508" y="343988"/>
                  </a:lnTo>
                  <a:lnTo>
                    <a:pt x="53579" y="345226"/>
                  </a:lnTo>
                  <a:lnTo>
                    <a:pt x="54651" y="346462"/>
                  </a:lnTo>
                  <a:lnTo>
                    <a:pt x="55723" y="347697"/>
                  </a:lnTo>
                  <a:lnTo>
                    <a:pt x="56794" y="348931"/>
                  </a:lnTo>
                  <a:lnTo>
                    <a:pt x="57866" y="350164"/>
                  </a:lnTo>
                  <a:lnTo>
                    <a:pt x="58937" y="351395"/>
                  </a:lnTo>
                  <a:lnTo>
                    <a:pt x="60009" y="352625"/>
                  </a:lnTo>
                  <a:lnTo>
                    <a:pt x="61081" y="353854"/>
                  </a:lnTo>
                  <a:lnTo>
                    <a:pt x="62152" y="355081"/>
                  </a:lnTo>
                  <a:lnTo>
                    <a:pt x="63224" y="356308"/>
                  </a:lnTo>
                  <a:lnTo>
                    <a:pt x="64295" y="357532"/>
                  </a:lnTo>
                  <a:lnTo>
                    <a:pt x="65367" y="358756"/>
                  </a:lnTo>
                  <a:lnTo>
                    <a:pt x="66439" y="359979"/>
                  </a:lnTo>
                  <a:lnTo>
                    <a:pt x="67510" y="361200"/>
                  </a:lnTo>
                  <a:lnTo>
                    <a:pt x="68582" y="362420"/>
                  </a:lnTo>
                  <a:lnTo>
                    <a:pt x="69653" y="363638"/>
                  </a:lnTo>
                  <a:lnTo>
                    <a:pt x="70725" y="364855"/>
                  </a:lnTo>
                  <a:lnTo>
                    <a:pt x="71797" y="366071"/>
                  </a:lnTo>
                  <a:lnTo>
                    <a:pt x="72868" y="367286"/>
                  </a:lnTo>
                  <a:lnTo>
                    <a:pt x="73940" y="368500"/>
                  </a:lnTo>
                  <a:lnTo>
                    <a:pt x="75011" y="369712"/>
                  </a:lnTo>
                  <a:lnTo>
                    <a:pt x="76083" y="370923"/>
                  </a:lnTo>
                  <a:lnTo>
                    <a:pt x="77155" y="372132"/>
                  </a:lnTo>
                  <a:lnTo>
                    <a:pt x="78226" y="373341"/>
                  </a:lnTo>
                  <a:lnTo>
                    <a:pt x="79298" y="374548"/>
                  </a:lnTo>
                  <a:lnTo>
                    <a:pt x="80369" y="375754"/>
                  </a:lnTo>
                  <a:lnTo>
                    <a:pt x="81441" y="376958"/>
                  </a:lnTo>
                  <a:lnTo>
                    <a:pt x="82513" y="378161"/>
                  </a:lnTo>
                  <a:lnTo>
                    <a:pt x="83584" y="379363"/>
                  </a:lnTo>
                  <a:lnTo>
                    <a:pt x="84656" y="380564"/>
                  </a:lnTo>
                  <a:lnTo>
                    <a:pt x="85727" y="381763"/>
                  </a:lnTo>
                  <a:lnTo>
                    <a:pt x="86799" y="382962"/>
                  </a:lnTo>
                  <a:lnTo>
                    <a:pt x="87871" y="384158"/>
                  </a:lnTo>
                  <a:lnTo>
                    <a:pt x="88942" y="385354"/>
                  </a:lnTo>
                  <a:lnTo>
                    <a:pt x="90014" y="386548"/>
                  </a:lnTo>
                  <a:lnTo>
                    <a:pt x="91085" y="387741"/>
                  </a:lnTo>
                  <a:lnTo>
                    <a:pt x="92157" y="388933"/>
                  </a:lnTo>
                  <a:lnTo>
                    <a:pt x="93229" y="390123"/>
                  </a:lnTo>
                  <a:lnTo>
                    <a:pt x="94300" y="391312"/>
                  </a:lnTo>
                  <a:lnTo>
                    <a:pt x="95372" y="392500"/>
                  </a:lnTo>
                  <a:lnTo>
                    <a:pt x="96443" y="393687"/>
                  </a:lnTo>
                  <a:lnTo>
                    <a:pt x="97515" y="394872"/>
                  </a:lnTo>
                  <a:lnTo>
                    <a:pt x="98587" y="396056"/>
                  </a:lnTo>
                  <a:lnTo>
                    <a:pt x="99658" y="397239"/>
                  </a:lnTo>
                  <a:lnTo>
                    <a:pt x="100730" y="398420"/>
                  </a:lnTo>
                  <a:lnTo>
                    <a:pt x="101801" y="399600"/>
                  </a:lnTo>
                  <a:lnTo>
                    <a:pt x="102873" y="400779"/>
                  </a:lnTo>
                  <a:lnTo>
                    <a:pt x="103945" y="401956"/>
                  </a:lnTo>
                  <a:lnTo>
                    <a:pt x="105016" y="403133"/>
                  </a:lnTo>
                  <a:lnTo>
                    <a:pt x="106088" y="404307"/>
                  </a:lnTo>
                  <a:lnTo>
                    <a:pt x="107159" y="405481"/>
                  </a:lnTo>
                  <a:lnTo>
                    <a:pt x="108231" y="406653"/>
                  </a:lnTo>
                  <a:lnTo>
                    <a:pt x="109303" y="407824"/>
                  </a:lnTo>
                  <a:lnTo>
                    <a:pt x="110374" y="408994"/>
                  </a:lnTo>
                  <a:lnTo>
                    <a:pt x="111446" y="410163"/>
                  </a:lnTo>
                  <a:lnTo>
                    <a:pt x="112517" y="411330"/>
                  </a:lnTo>
                  <a:lnTo>
                    <a:pt x="113589" y="412495"/>
                  </a:lnTo>
                  <a:lnTo>
                    <a:pt x="114661" y="413660"/>
                  </a:lnTo>
                  <a:lnTo>
                    <a:pt x="115732" y="414823"/>
                  </a:lnTo>
                  <a:lnTo>
                    <a:pt x="116804" y="415985"/>
                  </a:lnTo>
                  <a:lnTo>
                    <a:pt x="117875" y="417146"/>
                  </a:lnTo>
                  <a:lnTo>
                    <a:pt x="118947" y="418305"/>
                  </a:lnTo>
                  <a:lnTo>
                    <a:pt x="120019" y="419463"/>
                  </a:lnTo>
                  <a:lnTo>
                    <a:pt x="121090" y="420620"/>
                  </a:lnTo>
                  <a:lnTo>
                    <a:pt x="122162" y="421775"/>
                  </a:lnTo>
                  <a:lnTo>
                    <a:pt x="123233" y="422929"/>
                  </a:lnTo>
                  <a:lnTo>
                    <a:pt x="124305" y="424082"/>
                  </a:lnTo>
                  <a:lnTo>
                    <a:pt x="125377" y="425234"/>
                  </a:lnTo>
                  <a:lnTo>
                    <a:pt x="126448" y="426384"/>
                  </a:lnTo>
                  <a:lnTo>
                    <a:pt x="127520" y="427533"/>
                  </a:lnTo>
                  <a:lnTo>
                    <a:pt x="128591" y="428680"/>
                  </a:lnTo>
                  <a:lnTo>
                    <a:pt x="129663" y="429826"/>
                  </a:lnTo>
                  <a:lnTo>
                    <a:pt x="130735" y="430971"/>
                  </a:lnTo>
                  <a:lnTo>
                    <a:pt x="131806" y="432115"/>
                  </a:lnTo>
                  <a:lnTo>
                    <a:pt x="132878" y="433257"/>
                  </a:lnTo>
                  <a:lnTo>
                    <a:pt x="133949" y="434398"/>
                  </a:lnTo>
                  <a:lnTo>
                    <a:pt x="135021" y="435538"/>
                  </a:lnTo>
                  <a:lnTo>
                    <a:pt x="136093" y="436676"/>
                  </a:lnTo>
                  <a:lnTo>
                    <a:pt x="137164" y="437813"/>
                  </a:lnTo>
                  <a:lnTo>
                    <a:pt x="138236" y="438949"/>
                  </a:lnTo>
                  <a:lnTo>
                    <a:pt x="139307" y="440083"/>
                  </a:lnTo>
                  <a:lnTo>
                    <a:pt x="140379" y="441216"/>
                  </a:lnTo>
                  <a:lnTo>
                    <a:pt x="141451" y="442348"/>
                  </a:lnTo>
                  <a:lnTo>
                    <a:pt x="142522" y="443478"/>
                  </a:lnTo>
                  <a:lnTo>
                    <a:pt x="143594" y="444608"/>
                  </a:lnTo>
                  <a:lnTo>
                    <a:pt x="144665" y="445735"/>
                  </a:lnTo>
                  <a:lnTo>
                    <a:pt x="145737" y="446862"/>
                  </a:lnTo>
                  <a:lnTo>
                    <a:pt x="146809" y="447987"/>
                  </a:lnTo>
                  <a:lnTo>
                    <a:pt x="147880" y="449111"/>
                  </a:lnTo>
                  <a:lnTo>
                    <a:pt x="148952" y="450233"/>
                  </a:lnTo>
                  <a:lnTo>
                    <a:pt x="150023" y="451354"/>
                  </a:lnTo>
                  <a:lnTo>
                    <a:pt x="151095" y="452474"/>
                  </a:lnTo>
                  <a:lnTo>
                    <a:pt x="152167" y="453592"/>
                  </a:lnTo>
                  <a:lnTo>
                    <a:pt x="153238" y="454710"/>
                  </a:lnTo>
                  <a:lnTo>
                    <a:pt x="154310" y="455825"/>
                  </a:lnTo>
                  <a:lnTo>
                    <a:pt x="155381" y="456940"/>
                  </a:lnTo>
                  <a:lnTo>
                    <a:pt x="156453" y="458053"/>
                  </a:lnTo>
                  <a:lnTo>
                    <a:pt x="157525" y="459165"/>
                  </a:lnTo>
                  <a:lnTo>
                    <a:pt x="158596" y="460275"/>
                  </a:lnTo>
                  <a:lnTo>
                    <a:pt x="159668" y="461384"/>
                  </a:lnTo>
                  <a:lnTo>
                    <a:pt x="160739" y="462492"/>
                  </a:lnTo>
                  <a:lnTo>
                    <a:pt x="161811" y="463598"/>
                  </a:lnTo>
                  <a:lnTo>
                    <a:pt x="162883" y="464703"/>
                  </a:lnTo>
                  <a:lnTo>
                    <a:pt x="163954" y="465807"/>
                  </a:lnTo>
                  <a:lnTo>
                    <a:pt x="165026" y="466909"/>
                  </a:lnTo>
                  <a:lnTo>
                    <a:pt x="166097" y="468010"/>
                  </a:lnTo>
                  <a:lnTo>
                    <a:pt x="167169" y="469110"/>
                  </a:lnTo>
                  <a:lnTo>
                    <a:pt x="168241" y="470208"/>
                  </a:lnTo>
                  <a:lnTo>
                    <a:pt x="169312" y="471305"/>
                  </a:lnTo>
                  <a:lnTo>
                    <a:pt x="170384" y="472401"/>
                  </a:lnTo>
                  <a:lnTo>
                    <a:pt x="171455" y="473495"/>
                  </a:lnTo>
                  <a:lnTo>
                    <a:pt x="172527" y="474588"/>
                  </a:lnTo>
                  <a:lnTo>
                    <a:pt x="173599" y="475679"/>
                  </a:lnTo>
                  <a:lnTo>
                    <a:pt x="174670" y="476770"/>
                  </a:lnTo>
                  <a:lnTo>
                    <a:pt x="175742" y="477858"/>
                  </a:lnTo>
                  <a:lnTo>
                    <a:pt x="176813" y="478946"/>
                  </a:lnTo>
                  <a:lnTo>
                    <a:pt x="177885" y="480032"/>
                  </a:lnTo>
                  <a:lnTo>
                    <a:pt x="178956" y="481117"/>
                  </a:lnTo>
                  <a:lnTo>
                    <a:pt x="180028" y="482200"/>
                  </a:lnTo>
                  <a:lnTo>
                    <a:pt x="181100" y="483282"/>
                  </a:lnTo>
                  <a:lnTo>
                    <a:pt x="182171" y="484362"/>
                  </a:lnTo>
                  <a:lnTo>
                    <a:pt x="183243" y="485442"/>
                  </a:lnTo>
                  <a:lnTo>
                    <a:pt x="184314" y="486520"/>
                  </a:lnTo>
                  <a:lnTo>
                    <a:pt x="185386" y="487596"/>
                  </a:lnTo>
                  <a:lnTo>
                    <a:pt x="186458" y="488671"/>
                  </a:lnTo>
                  <a:lnTo>
                    <a:pt x="187529" y="489745"/>
                  </a:lnTo>
                  <a:lnTo>
                    <a:pt x="188601" y="490817"/>
                  </a:lnTo>
                  <a:lnTo>
                    <a:pt x="189672" y="491888"/>
                  </a:lnTo>
                  <a:lnTo>
                    <a:pt x="190744" y="492958"/>
                  </a:lnTo>
                  <a:lnTo>
                    <a:pt x="191816" y="494026"/>
                  </a:lnTo>
                  <a:lnTo>
                    <a:pt x="192887" y="495093"/>
                  </a:lnTo>
                  <a:lnTo>
                    <a:pt x="193959" y="496158"/>
                  </a:lnTo>
                  <a:lnTo>
                    <a:pt x="195030" y="497222"/>
                  </a:lnTo>
                  <a:lnTo>
                    <a:pt x="196102" y="498285"/>
                  </a:lnTo>
                  <a:lnTo>
                    <a:pt x="197174" y="499346"/>
                  </a:lnTo>
                  <a:lnTo>
                    <a:pt x="198245" y="500406"/>
                  </a:lnTo>
                  <a:lnTo>
                    <a:pt x="199317" y="501464"/>
                  </a:lnTo>
                  <a:lnTo>
                    <a:pt x="200388" y="502522"/>
                  </a:lnTo>
                  <a:lnTo>
                    <a:pt x="201460" y="503577"/>
                  </a:lnTo>
                  <a:lnTo>
                    <a:pt x="202532" y="504631"/>
                  </a:lnTo>
                  <a:lnTo>
                    <a:pt x="203603" y="505684"/>
                  </a:lnTo>
                  <a:lnTo>
                    <a:pt x="204675" y="506736"/>
                  </a:lnTo>
                  <a:lnTo>
                    <a:pt x="205746" y="507786"/>
                  </a:lnTo>
                  <a:lnTo>
                    <a:pt x="206818" y="508834"/>
                  </a:lnTo>
                  <a:lnTo>
                    <a:pt x="207890" y="509882"/>
                  </a:lnTo>
                  <a:lnTo>
                    <a:pt x="208961" y="510928"/>
                  </a:lnTo>
                  <a:lnTo>
                    <a:pt x="210033" y="511972"/>
                  </a:lnTo>
                  <a:lnTo>
                    <a:pt x="211104" y="513015"/>
                  </a:lnTo>
                  <a:lnTo>
                    <a:pt x="212176" y="514057"/>
                  </a:lnTo>
                  <a:lnTo>
                    <a:pt x="213248" y="515097"/>
                  </a:lnTo>
                  <a:lnTo>
                    <a:pt x="214319" y="516136"/>
                  </a:lnTo>
                  <a:lnTo>
                    <a:pt x="215391" y="517173"/>
                  </a:lnTo>
                  <a:lnTo>
                    <a:pt x="216462" y="518209"/>
                  </a:lnTo>
                  <a:lnTo>
                    <a:pt x="217534" y="519243"/>
                  </a:lnTo>
                  <a:lnTo>
                    <a:pt x="218606" y="520276"/>
                  </a:lnTo>
                  <a:lnTo>
                    <a:pt x="219677" y="521308"/>
                  </a:lnTo>
                  <a:lnTo>
                    <a:pt x="220749" y="522338"/>
                  </a:lnTo>
                  <a:lnTo>
                    <a:pt x="221820" y="523367"/>
                  </a:lnTo>
                  <a:lnTo>
                    <a:pt x="222892" y="524394"/>
                  </a:lnTo>
                  <a:lnTo>
                    <a:pt x="223964" y="525420"/>
                  </a:lnTo>
                  <a:lnTo>
                    <a:pt x="225035" y="526444"/>
                  </a:lnTo>
                  <a:lnTo>
                    <a:pt x="226107" y="527467"/>
                  </a:lnTo>
                  <a:lnTo>
                    <a:pt x="227178" y="528489"/>
                  </a:lnTo>
                  <a:lnTo>
                    <a:pt x="228250" y="529509"/>
                  </a:lnTo>
                  <a:lnTo>
                    <a:pt x="229322" y="530528"/>
                  </a:lnTo>
                  <a:lnTo>
                    <a:pt x="230393" y="531545"/>
                  </a:lnTo>
                  <a:lnTo>
                    <a:pt x="231465" y="532561"/>
                  </a:lnTo>
                  <a:lnTo>
                    <a:pt x="232536" y="533575"/>
                  </a:lnTo>
                  <a:lnTo>
                    <a:pt x="233608" y="534588"/>
                  </a:lnTo>
                  <a:lnTo>
                    <a:pt x="234680" y="535599"/>
                  </a:lnTo>
                  <a:lnTo>
                    <a:pt x="235751" y="536609"/>
                  </a:lnTo>
                  <a:lnTo>
                    <a:pt x="236823" y="537618"/>
                  </a:lnTo>
                  <a:lnTo>
                    <a:pt x="237894" y="538625"/>
                  </a:lnTo>
                  <a:lnTo>
                    <a:pt x="238966" y="539630"/>
                  </a:lnTo>
                  <a:lnTo>
                    <a:pt x="240038" y="540634"/>
                  </a:lnTo>
                  <a:lnTo>
                    <a:pt x="241109" y="541637"/>
                  </a:lnTo>
                  <a:lnTo>
                    <a:pt x="242181" y="542638"/>
                  </a:lnTo>
                  <a:lnTo>
                    <a:pt x="243252" y="543638"/>
                  </a:lnTo>
                  <a:lnTo>
                    <a:pt x="244324" y="544636"/>
                  </a:lnTo>
                  <a:lnTo>
                    <a:pt x="245396" y="545632"/>
                  </a:lnTo>
                  <a:lnTo>
                    <a:pt x="246467" y="546628"/>
                  </a:lnTo>
                  <a:lnTo>
                    <a:pt x="247539" y="547621"/>
                  </a:lnTo>
                  <a:lnTo>
                    <a:pt x="248610" y="548613"/>
                  </a:lnTo>
                  <a:lnTo>
                    <a:pt x="249682" y="549604"/>
                  </a:lnTo>
                  <a:lnTo>
                    <a:pt x="250754" y="550593"/>
                  </a:lnTo>
                  <a:lnTo>
                    <a:pt x="251825" y="551581"/>
                  </a:lnTo>
                  <a:lnTo>
                    <a:pt x="252897" y="552567"/>
                  </a:lnTo>
                  <a:lnTo>
                    <a:pt x="253968" y="553552"/>
                  </a:lnTo>
                  <a:lnTo>
                    <a:pt x="255040" y="554535"/>
                  </a:lnTo>
                  <a:lnTo>
                    <a:pt x="256112" y="555517"/>
                  </a:lnTo>
                  <a:lnTo>
                    <a:pt x="257183" y="556497"/>
                  </a:lnTo>
                  <a:lnTo>
                    <a:pt x="258255" y="557476"/>
                  </a:lnTo>
                  <a:lnTo>
                    <a:pt x="259326" y="558453"/>
                  </a:lnTo>
                  <a:lnTo>
                    <a:pt x="260398" y="559429"/>
                  </a:lnTo>
                  <a:lnTo>
                    <a:pt x="261470" y="560403"/>
                  </a:lnTo>
                  <a:lnTo>
                    <a:pt x="262541" y="561375"/>
                  </a:lnTo>
                  <a:lnTo>
                    <a:pt x="263613" y="562347"/>
                  </a:lnTo>
                  <a:lnTo>
                    <a:pt x="264684" y="563316"/>
                  </a:lnTo>
                  <a:lnTo>
                    <a:pt x="265756" y="564284"/>
                  </a:lnTo>
                  <a:lnTo>
                    <a:pt x="266828" y="565251"/>
                  </a:lnTo>
                  <a:lnTo>
                    <a:pt x="267899" y="566216"/>
                  </a:lnTo>
                  <a:lnTo>
                    <a:pt x="268971" y="567179"/>
                  </a:lnTo>
                  <a:lnTo>
                    <a:pt x="270042" y="568141"/>
                  </a:lnTo>
                  <a:lnTo>
                    <a:pt x="271114" y="569101"/>
                  </a:lnTo>
                  <a:lnTo>
                    <a:pt x="272186" y="570060"/>
                  </a:lnTo>
                  <a:lnTo>
                    <a:pt x="273257" y="571017"/>
                  </a:lnTo>
                  <a:lnTo>
                    <a:pt x="274329" y="571973"/>
                  </a:lnTo>
                  <a:lnTo>
                    <a:pt x="275400" y="572927"/>
                  </a:lnTo>
                  <a:lnTo>
                    <a:pt x="276472" y="573879"/>
                  </a:lnTo>
                  <a:lnTo>
                    <a:pt x="277544" y="574830"/>
                  </a:lnTo>
                  <a:lnTo>
                    <a:pt x="278615" y="575780"/>
                  </a:lnTo>
                  <a:lnTo>
                    <a:pt x="279687" y="576728"/>
                  </a:lnTo>
                  <a:lnTo>
                    <a:pt x="280758" y="577674"/>
                  </a:lnTo>
                  <a:lnTo>
                    <a:pt x="281830" y="578619"/>
                  </a:lnTo>
                  <a:lnTo>
                    <a:pt x="282902" y="579562"/>
                  </a:lnTo>
                  <a:lnTo>
                    <a:pt x="283973" y="580503"/>
                  </a:lnTo>
                  <a:lnTo>
                    <a:pt x="285045" y="581443"/>
                  </a:lnTo>
                  <a:lnTo>
                    <a:pt x="286116" y="582382"/>
                  </a:lnTo>
                  <a:lnTo>
                    <a:pt x="287188" y="583318"/>
                  </a:lnTo>
                  <a:lnTo>
                    <a:pt x="288260" y="584254"/>
                  </a:lnTo>
                  <a:lnTo>
                    <a:pt x="289331" y="585187"/>
                  </a:lnTo>
                  <a:lnTo>
                    <a:pt x="290403" y="586119"/>
                  </a:lnTo>
                  <a:lnTo>
                    <a:pt x="291474" y="587050"/>
                  </a:lnTo>
                  <a:lnTo>
                    <a:pt x="292546" y="587978"/>
                  </a:lnTo>
                  <a:lnTo>
                    <a:pt x="293618" y="588906"/>
                  </a:lnTo>
                  <a:lnTo>
                    <a:pt x="294689" y="589831"/>
                  </a:lnTo>
                  <a:lnTo>
                    <a:pt x="295761" y="590755"/>
                  </a:lnTo>
                  <a:lnTo>
                    <a:pt x="296832" y="591677"/>
                  </a:lnTo>
                  <a:lnTo>
                    <a:pt x="297904" y="592598"/>
                  </a:lnTo>
                  <a:lnTo>
                    <a:pt x="298976" y="593517"/>
                  </a:lnTo>
                  <a:lnTo>
                    <a:pt x="300047" y="594434"/>
                  </a:lnTo>
                  <a:lnTo>
                    <a:pt x="301119" y="595350"/>
                  </a:lnTo>
                  <a:lnTo>
                    <a:pt x="302190" y="596264"/>
                  </a:lnTo>
                  <a:lnTo>
                    <a:pt x="303262" y="597177"/>
                  </a:lnTo>
                  <a:lnTo>
                    <a:pt x="304334" y="598088"/>
                  </a:lnTo>
                  <a:lnTo>
                    <a:pt x="305405" y="598997"/>
                  </a:lnTo>
                  <a:lnTo>
                    <a:pt x="306477" y="599905"/>
                  </a:lnTo>
                  <a:lnTo>
                    <a:pt x="307548" y="600810"/>
                  </a:lnTo>
                  <a:lnTo>
                    <a:pt x="308620" y="601715"/>
                  </a:lnTo>
                  <a:lnTo>
                    <a:pt x="309692" y="602617"/>
                  </a:lnTo>
                  <a:lnTo>
                    <a:pt x="310763" y="603518"/>
                  </a:lnTo>
                  <a:lnTo>
                    <a:pt x="311835" y="604417"/>
                  </a:lnTo>
                  <a:lnTo>
                    <a:pt x="312906" y="605315"/>
                  </a:lnTo>
                  <a:lnTo>
                    <a:pt x="313978" y="606211"/>
                  </a:lnTo>
                  <a:lnTo>
                    <a:pt x="315050" y="607105"/>
                  </a:lnTo>
                  <a:lnTo>
                    <a:pt x="316121" y="607997"/>
                  </a:lnTo>
                  <a:lnTo>
                    <a:pt x="317193" y="608888"/>
                  </a:lnTo>
                  <a:lnTo>
                    <a:pt x="318264" y="609777"/>
                  </a:lnTo>
                  <a:lnTo>
                    <a:pt x="319336" y="610665"/>
                  </a:lnTo>
                  <a:lnTo>
                    <a:pt x="320408" y="611551"/>
                  </a:lnTo>
                  <a:lnTo>
                    <a:pt x="321479" y="612435"/>
                  </a:lnTo>
                  <a:lnTo>
                    <a:pt x="322551" y="613317"/>
                  </a:lnTo>
                  <a:lnTo>
                    <a:pt x="323622" y="614197"/>
                  </a:lnTo>
                  <a:lnTo>
                    <a:pt x="324694" y="615076"/>
                  </a:lnTo>
                  <a:lnTo>
                    <a:pt x="325766" y="615953"/>
                  </a:lnTo>
                  <a:lnTo>
                    <a:pt x="326837" y="616829"/>
                  </a:lnTo>
                  <a:lnTo>
                    <a:pt x="327909" y="617702"/>
                  </a:lnTo>
                  <a:lnTo>
                    <a:pt x="328980" y="618574"/>
                  </a:lnTo>
                  <a:lnTo>
                    <a:pt x="330052" y="619445"/>
                  </a:lnTo>
                  <a:lnTo>
                    <a:pt x="331124" y="620313"/>
                  </a:lnTo>
                  <a:lnTo>
                    <a:pt x="332195" y="621180"/>
                  </a:lnTo>
                  <a:lnTo>
                    <a:pt x="333267" y="622045"/>
                  </a:lnTo>
                  <a:lnTo>
                    <a:pt x="334338" y="622908"/>
                  </a:lnTo>
                  <a:lnTo>
                    <a:pt x="335410" y="623769"/>
                  </a:lnTo>
                  <a:lnTo>
                    <a:pt x="336482" y="624629"/>
                  </a:lnTo>
                  <a:lnTo>
                    <a:pt x="337553" y="625487"/>
                  </a:lnTo>
                  <a:lnTo>
                    <a:pt x="338625" y="626343"/>
                  </a:lnTo>
                  <a:lnTo>
                    <a:pt x="339696" y="627197"/>
                  </a:lnTo>
                  <a:lnTo>
                    <a:pt x="340768" y="628050"/>
                  </a:lnTo>
                  <a:lnTo>
                    <a:pt x="341840" y="628900"/>
                  </a:lnTo>
                  <a:lnTo>
                    <a:pt x="342911" y="629749"/>
                  </a:lnTo>
                  <a:lnTo>
                    <a:pt x="343983" y="630597"/>
                  </a:lnTo>
                  <a:lnTo>
                    <a:pt x="345054" y="631442"/>
                  </a:lnTo>
                  <a:lnTo>
                    <a:pt x="346126" y="632285"/>
                  </a:lnTo>
                  <a:lnTo>
                    <a:pt x="347198" y="633127"/>
                  </a:lnTo>
                  <a:lnTo>
                    <a:pt x="348269" y="633967"/>
                  </a:lnTo>
                  <a:lnTo>
                    <a:pt x="349341" y="634805"/>
                  </a:lnTo>
                  <a:lnTo>
                    <a:pt x="350412" y="635641"/>
                  </a:lnTo>
                  <a:lnTo>
                    <a:pt x="351484" y="636476"/>
                  </a:lnTo>
                  <a:lnTo>
                    <a:pt x="352556" y="637308"/>
                  </a:lnTo>
                  <a:lnTo>
                    <a:pt x="353627" y="638139"/>
                  </a:lnTo>
                  <a:lnTo>
                    <a:pt x="354699" y="638968"/>
                  </a:lnTo>
                  <a:lnTo>
                    <a:pt x="355770" y="639795"/>
                  </a:lnTo>
                  <a:lnTo>
                    <a:pt x="356842" y="640620"/>
                  </a:lnTo>
                  <a:lnTo>
                    <a:pt x="357913" y="641443"/>
                  </a:lnTo>
                  <a:lnTo>
                    <a:pt x="358985" y="642265"/>
                  </a:lnTo>
                  <a:lnTo>
                    <a:pt x="360057" y="643084"/>
                  </a:lnTo>
                  <a:lnTo>
                    <a:pt x="361128" y="643902"/>
                  </a:lnTo>
                  <a:lnTo>
                    <a:pt x="362200" y="644718"/>
                  </a:lnTo>
                  <a:lnTo>
                    <a:pt x="363271" y="645532"/>
                  </a:lnTo>
                  <a:lnTo>
                    <a:pt x="364343" y="646344"/>
                  </a:lnTo>
                  <a:lnTo>
                    <a:pt x="365415" y="647154"/>
                  </a:lnTo>
                  <a:lnTo>
                    <a:pt x="366486" y="647962"/>
                  </a:lnTo>
                  <a:lnTo>
                    <a:pt x="367558" y="648768"/>
                  </a:lnTo>
                  <a:lnTo>
                    <a:pt x="368629" y="649573"/>
                  </a:lnTo>
                  <a:lnTo>
                    <a:pt x="369701" y="650375"/>
                  </a:lnTo>
                  <a:lnTo>
                    <a:pt x="370773" y="651176"/>
                  </a:lnTo>
                  <a:lnTo>
                    <a:pt x="371844" y="651974"/>
                  </a:lnTo>
                  <a:lnTo>
                    <a:pt x="372916" y="652771"/>
                  </a:lnTo>
                  <a:lnTo>
                    <a:pt x="373987" y="653566"/>
                  </a:lnTo>
                  <a:lnTo>
                    <a:pt x="375059" y="654358"/>
                  </a:lnTo>
                  <a:lnTo>
                    <a:pt x="376131" y="655149"/>
                  </a:lnTo>
                  <a:lnTo>
                    <a:pt x="377202" y="655938"/>
                  </a:lnTo>
                  <a:lnTo>
                    <a:pt x="378274" y="656725"/>
                  </a:lnTo>
                  <a:lnTo>
                    <a:pt x="379345" y="657510"/>
                  </a:lnTo>
                  <a:lnTo>
                    <a:pt x="380417" y="658293"/>
                  </a:lnTo>
                  <a:lnTo>
                    <a:pt x="381489" y="659074"/>
                  </a:lnTo>
                  <a:lnTo>
                    <a:pt x="382560" y="659853"/>
                  </a:lnTo>
                  <a:lnTo>
                    <a:pt x="383632" y="660629"/>
                  </a:lnTo>
                  <a:lnTo>
                    <a:pt x="384703" y="661404"/>
                  </a:lnTo>
                  <a:lnTo>
                    <a:pt x="385775" y="662177"/>
                  </a:lnTo>
                  <a:lnTo>
                    <a:pt x="386847" y="662948"/>
                  </a:lnTo>
                  <a:lnTo>
                    <a:pt x="387918" y="663717"/>
                  </a:lnTo>
                  <a:lnTo>
                    <a:pt x="388990" y="664484"/>
                  </a:lnTo>
                  <a:lnTo>
                    <a:pt x="390061" y="665249"/>
                  </a:lnTo>
                  <a:lnTo>
                    <a:pt x="391133" y="666012"/>
                  </a:lnTo>
                  <a:lnTo>
                    <a:pt x="392205" y="666772"/>
                  </a:lnTo>
                  <a:lnTo>
                    <a:pt x="393276" y="667531"/>
                  </a:lnTo>
                  <a:lnTo>
                    <a:pt x="394348" y="668288"/>
                  </a:lnTo>
                  <a:lnTo>
                    <a:pt x="395419" y="669042"/>
                  </a:lnTo>
                  <a:lnTo>
                    <a:pt x="396491" y="669795"/>
                  </a:lnTo>
                  <a:lnTo>
                    <a:pt x="397563" y="670545"/>
                  </a:lnTo>
                  <a:lnTo>
                    <a:pt x="398634" y="671293"/>
                  </a:lnTo>
                  <a:lnTo>
                    <a:pt x="399706" y="672040"/>
                  </a:lnTo>
                  <a:lnTo>
                    <a:pt x="400777" y="672784"/>
                  </a:lnTo>
                  <a:lnTo>
                    <a:pt x="401849" y="673526"/>
                  </a:lnTo>
                  <a:lnTo>
                    <a:pt x="402921" y="674266"/>
                  </a:lnTo>
                  <a:lnTo>
                    <a:pt x="403992" y="675003"/>
                  </a:lnTo>
                  <a:lnTo>
                    <a:pt x="405064" y="675739"/>
                  </a:lnTo>
                  <a:lnTo>
                    <a:pt x="406135" y="676472"/>
                  </a:lnTo>
                  <a:lnTo>
                    <a:pt x="407207" y="677204"/>
                  </a:lnTo>
                  <a:lnTo>
                    <a:pt x="408279" y="677933"/>
                  </a:lnTo>
                  <a:lnTo>
                    <a:pt x="409350" y="678660"/>
                  </a:lnTo>
                  <a:lnTo>
                    <a:pt x="410422" y="679385"/>
                  </a:lnTo>
                  <a:lnTo>
                    <a:pt x="411493" y="680107"/>
                  </a:lnTo>
                  <a:lnTo>
                    <a:pt x="412565" y="680827"/>
                  </a:lnTo>
                  <a:lnTo>
                    <a:pt x="413637" y="681546"/>
                  </a:lnTo>
                  <a:lnTo>
                    <a:pt x="414708" y="682261"/>
                  </a:lnTo>
                  <a:lnTo>
                    <a:pt x="415780" y="682975"/>
                  </a:lnTo>
                  <a:lnTo>
                    <a:pt x="416851" y="683686"/>
                  </a:lnTo>
                  <a:lnTo>
                    <a:pt x="417923" y="684396"/>
                  </a:lnTo>
                  <a:lnTo>
                    <a:pt x="418995" y="685102"/>
                  </a:lnTo>
                  <a:lnTo>
                    <a:pt x="420066" y="685807"/>
                  </a:lnTo>
                  <a:lnTo>
                    <a:pt x="421138" y="686509"/>
                  </a:lnTo>
                  <a:lnTo>
                    <a:pt x="422209" y="687209"/>
                  </a:lnTo>
                  <a:lnTo>
                    <a:pt x="423281" y="687907"/>
                  </a:lnTo>
                  <a:lnTo>
                    <a:pt x="424353" y="688602"/>
                  </a:lnTo>
                  <a:lnTo>
                    <a:pt x="425424" y="689295"/>
                  </a:lnTo>
                  <a:lnTo>
                    <a:pt x="426496" y="689986"/>
                  </a:lnTo>
                  <a:lnTo>
                    <a:pt x="427567" y="690674"/>
                  </a:lnTo>
                  <a:lnTo>
                    <a:pt x="428639" y="691360"/>
                  </a:lnTo>
                  <a:lnTo>
                    <a:pt x="429711" y="692043"/>
                  </a:lnTo>
                  <a:lnTo>
                    <a:pt x="430782" y="692725"/>
                  </a:lnTo>
                  <a:lnTo>
                    <a:pt x="431854" y="693403"/>
                  </a:lnTo>
                  <a:lnTo>
                    <a:pt x="432925" y="694080"/>
                  </a:lnTo>
                  <a:lnTo>
                    <a:pt x="433997" y="694754"/>
                  </a:lnTo>
                  <a:lnTo>
                    <a:pt x="435069" y="695425"/>
                  </a:lnTo>
                  <a:lnTo>
                    <a:pt x="436140" y="696094"/>
                  </a:lnTo>
                  <a:lnTo>
                    <a:pt x="437212" y="696761"/>
                  </a:lnTo>
                  <a:lnTo>
                    <a:pt x="438283" y="697425"/>
                  </a:lnTo>
                  <a:lnTo>
                    <a:pt x="439355" y="698087"/>
                  </a:lnTo>
                  <a:lnTo>
                    <a:pt x="440427" y="698746"/>
                  </a:lnTo>
                  <a:lnTo>
                    <a:pt x="441498" y="699403"/>
                  </a:lnTo>
                  <a:lnTo>
                    <a:pt x="442570" y="700057"/>
                  </a:lnTo>
                  <a:lnTo>
                    <a:pt x="443641" y="700709"/>
                  </a:lnTo>
                  <a:lnTo>
                    <a:pt x="444713" y="701358"/>
                  </a:lnTo>
                  <a:lnTo>
                    <a:pt x="445785" y="702005"/>
                  </a:lnTo>
                  <a:lnTo>
                    <a:pt x="446856" y="702649"/>
                  </a:lnTo>
                  <a:lnTo>
                    <a:pt x="447928" y="703291"/>
                  </a:lnTo>
                  <a:lnTo>
                    <a:pt x="448999" y="703930"/>
                  </a:lnTo>
                  <a:lnTo>
                    <a:pt x="450071" y="704566"/>
                  </a:lnTo>
                  <a:lnTo>
                    <a:pt x="451143" y="705200"/>
                  </a:lnTo>
                  <a:lnTo>
                    <a:pt x="452214" y="705832"/>
                  </a:lnTo>
                  <a:lnTo>
                    <a:pt x="453286" y="706460"/>
                  </a:lnTo>
                  <a:lnTo>
                    <a:pt x="454357" y="707087"/>
                  </a:lnTo>
                  <a:lnTo>
                    <a:pt x="455429" y="707710"/>
                  </a:lnTo>
                  <a:lnTo>
                    <a:pt x="456501" y="708331"/>
                  </a:lnTo>
                  <a:lnTo>
                    <a:pt x="457572" y="708950"/>
                  </a:lnTo>
                  <a:lnTo>
                    <a:pt x="458644" y="709566"/>
                  </a:lnTo>
                  <a:lnTo>
                    <a:pt x="459715" y="710179"/>
                  </a:lnTo>
                  <a:lnTo>
                    <a:pt x="460787" y="710789"/>
                  </a:lnTo>
                  <a:lnTo>
                    <a:pt x="461859" y="711397"/>
                  </a:lnTo>
                  <a:lnTo>
                    <a:pt x="462930" y="712002"/>
                  </a:lnTo>
                  <a:lnTo>
                    <a:pt x="464002" y="712605"/>
                  </a:lnTo>
                  <a:lnTo>
                    <a:pt x="465073" y="713204"/>
                  </a:lnTo>
                  <a:lnTo>
                    <a:pt x="466145" y="713801"/>
                  </a:lnTo>
                  <a:lnTo>
                    <a:pt x="467217" y="714396"/>
                  </a:lnTo>
                  <a:lnTo>
                    <a:pt x="468288" y="714988"/>
                  </a:lnTo>
                  <a:lnTo>
                    <a:pt x="469360" y="715576"/>
                  </a:lnTo>
                  <a:lnTo>
                    <a:pt x="470431" y="716163"/>
                  </a:lnTo>
                  <a:lnTo>
                    <a:pt x="471503" y="716746"/>
                  </a:lnTo>
                  <a:lnTo>
                    <a:pt x="472575" y="717327"/>
                  </a:lnTo>
                  <a:lnTo>
                    <a:pt x="473646" y="717905"/>
                  </a:lnTo>
                  <a:lnTo>
                    <a:pt x="474718" y="718480"/>
                  </a:lnTo>
                  <a:lnTo>
                    <a:pt x="475789" y="719053"/>
                  </a:lnTo>
                  <a:lnTo>
                    <a:pt x="476861" y="719622"/>
                  </a:lnTo>
                  <a:lnTo>
                    <a:pt x="477933" y="720189"/>
                  </a:lnTo>
                  <a:lnTo>
                    <a:pt x="479004" y="720753"/>
                  </a:lnTo>
                  <a:lnTo>
                    <a:pt x="480076" y="721315"/>
                  </a:lnTo>
                  <a:lnTo>
                    <a:pt x="481147" y="721873"/>
                  </a:lnTo>
                  <a:lnTo>
                    <a:pt x="482219" y="722429"/>
                  </a:lnTo>
                  <a:lnTo>
                    <a:pt x="483291" y="722982"/>
                  </a:lnTo>
                  <a:lnTo>
                    <a:pt x="484362" y="723532"/>
                  </a:lnTo>
                  <a:lnTo>
                    <a:pt x="485434" y="724079"/>
                  </a:lnTo>
                  <a:lnTo>
                    <a:pt x="486505" y="724623"/>
                  </a:lnTo>
                  <a:lnTo>
                    <a:pt x="487577" y="725165"/>
                  </a:lnTo>
                  <a:lnTo>
                    <a:pt x="488649" y="725703"/>
                  </a:lnTo>
                  <a:lnTo>
                    <a:pt x="489720" y="726239"/>
                  </a:lnTo>
                  <a:lnTo>
                    <a:pt x="490792" y="726772"/>
                  </a:lnTo>
                  <a:lnTo>
                    <a:pt x="491863" y="727302"/>
                  </a:lnTo>
                  <a:lnTo>
                    <a:pt x="492935" y="727829"/>
                  </a:lnTo>
                  <a:lnTo>
                    <a:pt x="494007" y="728353"/>
                  </a:lnTo>
                  <a:lnTo>
                    <a:pt x="495078" y="728874"/>
                  </a:lnTo>
                  <a:lnTo>
                    <a:pt x="496150" y="729392"/>
                  </a:lnTo>
                  <a:lnTo>
                    <a:pt x="497221" y="729908"/>
                  </a:lnTo>
                  <a:lnTo>
                    <a:pt x="498293" y="730420"/>
                  </a:lnTo>
                  <a:lnTo>
                    <a:pt x="499365" y="730930"/>
                  </a:lnTo>
                  <a:lnTo>
                    <a:pt x="500436" y="731436"/>
                  </a:lnTo>
                  <a:lnTo>
                    <a:pt x="501508" y="731940"/>
                  </a:lnTo>
                  <a:lnTo>
                    <a:pt x="502579" y="732441"/>
                  </a:lnTo>
                  <a:lnTo>
                    <a:pt x="503651" y="732938"/>
                  </a:lnTo>
                  <a:lnTo>
                    <a:pt x="504723" y="733433"/>
                  </a:lnTo>
                  <a:lnTo>
                    <a:pt x="505794" y="733925"/>
                  </a:lnTo>
                  <a:lnTo>
                    <a:pt x="506866" y="734413"/>
                  </a:lnTo>
                  <a:lnTo>
                    <a:pt x="507937" y="734899"/>
                  </a:lnTo>
                  <a:lnTo>
                    <a:pt x="509009" y="735382"/>
                  </a:lnTo>
                  <a:lnTo>
                    <a:pt x="510081" y="735862"/>
                  </a:lnTo>
                  <a:lnTo>
                    <a:pt x="511152" y="736338"/>
                  </a:lnTo>
                  <a:lnTo>
                    <a:pt x="512224" y="736812"/>
                  </a:lnTo>
                  <a:lnTo>
                    <a:pt x="513295" y="737283"/>
                  </a:lnTo>
                  <a:lnTo>
                    <a:pt x="514367" y="737750"/>
                  </a:lnTo>
                  <a:lnTo>
                    <a:pt x="515439" y="738215"/>
                  </a:lnTo>
                  <a:lnTo>
                    <a:pt x="516510" y="738676"/>
                  </a:lnTo>
                  <a:lnTo>
                    <a:pt x="517582" y="739135"/>
                  </a:lnTo>
                  <a:lnTo>
                    <a:pt x="518653" y="739590"/>
                  </a:lnTo>
                  <a:lnTo>
                    <a:pt x="519725" y="740042"/>
                  </a:lnTo>
                  <a:lnTo>
                    <a:pt x="520797" y="740492"/>
                  </a:lnTo>
                  <a:lnTo>
                    <a:pt x="521868" y="740938"/>
                  </a:lnTo>
                  <a:lnTo>
                    <a:pt x="522940" y="741381"/>
                  </a:lnTo>
                  <a:lnTo>
                    <a:pt x="524011" y="741821"/>
                  </a:lnTo>
                  <a:lnTo>
                    <a:pt x="525083" y="742258"/>
                  </a:lnTo>
                  <a:lnTo>
                    <a:pt x="526155" y="742692"/>
                  </a:lnTo>
                  <a:lnTo>
                    <a:pt x="527226" y="743123"/>
                  </a:lnTo>
                  <a:lnTo>
                    <a:pt x="528298" y="743550"/>
                  </a:lnTo>
                  <a:lnTo>
                    <a:pt x="529369" y="743975"/>
                  </a:lnTo>
                  <a:lnTo>
                    <a:pt x="530441" y="744396"/>
                  </a:lnTo>
                  <a:lnTo>
                    <a:pt x="531513" y="744814"/>
                  </a:lnTo>
                  <a:lnTo>
                    <a:pt x="532584" y="745229"/>
                  </a:lnTo>
                  <a:lnTo>
                    <a:pt x="533656" y="745641"/>
                  </a:lnTo>
                  <a:lnTo>
                    <a:pt x="534727" y="746050"/>
                  </a:lnTo>
                  <a:lnTo>
                    <a:pt x="535799" y="746456"/>
                  </a:lnTo>
                  <a:lnTo>
                    <a:pt x="536870" y="746859"/>
                  </a:lnTo>
                  <a:lnTo>
                    <a:pt x="537942" y="747258"/>
                  </a:lnTo>
                  <a:lnTo>
                    <a:pt x="539014" y="747654"/>
                  </a:lnTo>
                  <a:lnTo>
                    <a:pt x="540085" y="748047"/>
                  </a:lnTo>
                  <a:lnTo>
                    <a:pt x="541157" y="748437"/>
                  </a:lnTo>
                  <a:lnTo>
                    <a:pt x="542228" y="748824"/>
                  </a:lnTo>
                  <a:lnTo>
                    <a:pt x="543300" y="749208"/>
                  </a:lnTo>
                  <a:lnTo>
                    <a:pt x="544372" y="749588"/>
                  </a:lnTo>
                  <a:lnTo>
                    <a:pt x="545443" y="749965"/>
                  </a:lnTo>
                  <a:lnTo>
                    <a:pt x="546515" y="750339"/>
                  </a:lnTo>
                  <a:lnTo>
                    <a:pt x="547586" y="750710"/>
                  </a:lnTo>
                  <a:lnTo>
                    <a:pt x="548658" y="751078"/>
                  </a:lnTo>
                  <a:lnTo>
                    <a:pt x="549730" y="751442"/>
                  </a:lnTo>
                  <a:lnTo>
                    <a:pt x="550801" y="751803"/>
                  </a:lnTo>
                  <a:lnTo>
                    <a:pt x="551873" y="752161"/>
                  </a:lnTo>
                  <a:lnTo>
                    <a:pt x="552944" y="752516"/>
                  </a:lnTo>
                  <a:lnTo>
                    <a:pt x="554016" y="752868"/>
                  </a:lnTo>
                  <a:lnTo>
                    <a:pt x="555088" y="753216"/>
                  </a:lnTo>
                  <a:lnTo>
                    <a:pt x="556159" y="753562"/>
                  </a:lnTo>
                  <a:lnTo>
                    <a:pt x="557231" y="753904"/>
                  </a:lnTo>
                  <a:lnTo>
                    <a:pt x="558302" y="754242"/>
                  </a:lnTo>
                  <a:lnTo>
                    <a:pt x="559374" y="754578"/>
                  </a:lnTo>
                  <a:lnTo>
                    <a:pt x="560446" y="754910"/>
                  </a:lnTo>
                  <a:lnTo>
                    <a:pt x="561517" y="755239"/>
                  </a:lnTo>
                  <a:lnTo>
                    <a:pt x="562589" y="755565"/>
                  </a:lnTo>
                  <a:lnTo>
                    <a:pt x="563660" y="755888"/>
                  </a:lnTo>
                  <a:lnTo>
                    <a:pt x="564732" y="756207"/>
                  </a:lnTo>
                  <a:lnTo>
                    <a:pt x="565804" y="756524"/>
                  </a:lnTo>
                  <a:lnTo>
                    <a:pt x="566875" y="756836"/>
                  </a:lnTo>
                  <a:lnTo>
                    <a:pt x="567947" y="757146"/>
                  </a:lnTo>
                  <a:lnTo>
                    <a:pt x="569018" y="757453"/>
                  </a:lnTo>
                  <a:lnTo>
                    <a:pt x="570090" y="757756"/>
                  </a:lnTo>
                  <a:lnTo>
                    <a:pt x="571162" y="758056"/>
                  </a:lnTo>
                  <a:lnTo>
                    <a:pt x="572233" y="758353"/>
                  </a:lnTo>
                  <a:lnTo>
                    <a:pt x="573305" y="758646"/>
                  </a:lnTo>
                  <a:lnTo>
                    <a:pt x="574376" y="758936"/>
                  </a:lnTo>
                  <a:lnTo>
                    <a:pt x="575448" y="759223"/>
                  </a:lnTo>
                  <a:lnTo>
                    <a:pt x="576520" y="759507"/>
                  </a:lnTo>
                  <a:lnTo>
                    <a:pt x="577591" y="759788"/>
                  </a:lnTo>
                  <a:lnTo>
                    <a:pt x="578663" y="760065"/>
                  </a:lnTo>
                  <a:lnTo>
                    <a:pt x="579734" y="760339"/>
                  </a:lnTo>
                  <a:lnTo>
                    <a:pt x="580806" y="760609"/>
                  </a:lnTo>
                  <a:lnTo>
                    <a:pt x="581878" y="760877"/>
                  </a:lnTo>
                  <a:lnTo>
                    <a:pt x="582949" y="761141"/>
                  </a:lnTo>
                  <a:lnTo>
                    <a:pt x="584021" y="761402"/>
                  </a:lnTo>
                  <a:lnTo>
                    <a:pt x="585092" y="761660"/>
                  </a:lnTo>
                  <a:lnTo>
                    <a:pt x="586164" y="761914"/>
                  </a:lnTo>
                  <a:lnTo>
                    <a:pt x="587236" y="762166"/>
                  </a:lnTo>
                  <a:lnTo>
                    <a:pt x="588307" y="762414"/>
                  </a:lnTo>
                  <a:lnTo>
                    <a:pt x="589379" y="762658"/>
                  </a:lnTo>
                  <a:lnTo>
                    <a:pt x="590450" y="762900"/>
                  </a:lnTo>
                  <a:lnTo>
                    <a:pt x="591522" y="763138"/>
                  </a:lnTo>
                  <a:lnTo>
                    <a:pt x="592594" y="763373"/>
                  </a:lnTo>
                  <a:lnTo>
                    <a:pt x="593665" y="763605"/>
                  </a:lnTo>
                  <a:lnTo>
                    <a:pt x="594737" y="763834"/>
                  </a:lnTo>
                  <a:lnTo>
                    <a:pt x="595808" y="764059"/>
                  </a:lnTo>
                  <a:lnTo>
                    <a:pt x="596880" y="764281"/>
                  </a:lnTo>
                  <a:lnTo>
                    <a:pt x="597952" y="764500"/>
                  </a:lnTo>
                  <a:lnTo>
                    <a:pt x="599023" y="764715"/>
                  </a:lnTo>
                  <a:lnTo>
                    <a:pt x="600095" y="764928"/>
                  </a:lnTo>
                  <a:lnTo>
                    <a:pt x="601166" y="765137"/>
                  </a:lnTo>
                  <a:lnTo>
                    <a:pt x="602238" y="765342"/>
                  </a:lnTo>
                  <a:lnTo>
                    <a:pt x="603310" y="765545"/>
                  </a:lnTo>
                  <a:lnTo>
                    <a:pt x="604381" y="765745"/>
                  </a:lnTo>
                  <a:lnTo>
                    <a:pt x="605453" y="765941"/>
                  </a:lnTo>
                  <a:lnTo>
                    <a:pt x="606524" y="766134"/>
                  </a:lnTo>
                  <a:lnTo>
                    <a:pt x="607596" y="766323"/>
                  </a:lnTo>
                  <a:lnTo>
                    <a:pt x="608668" y="766510"/>
                  </a:lnTo>
                  <a:lnTo>
                    <a:pt x="609739" y="766693"/>
                  </a:lnTo>
                  <a:lnTo>
                    <a:pt x="610811" y="766873"/>
                  </a:lnTo>
                  <a:lnTo>
                    <a:pt x="611882" y="767050"/>
                  </a:lnTo>
                  <a:lnTo>
                    <a:pt x="612954" y="767224"/>
                  </a:lnTo>
                  <a:lnTo>
                    <a:pt x="614026" y="767394"/>
                  </a:lnTo>
                  <a:lnTo>
                    <a:pt x="615097" y="767562"/>
                  </a:lnTo>
                  <a:lnTo>
                    <a:pt x="616169" y="767726"/>
                  </a:lnTo>
                  <a:lnTo>
                    <a:pt x="617240" y="767887"/>
                  </a:lnTo>
                  <a:lnTo>
                    <a:pt x="618312" y="768045"/>
                  </a:lnTo>
                  <a:lnTo>
                    <a:pt x="619384" y="768199"/>
                  </a:lnTo>
                  <a:lnTo>
                    <a:pt x="620455" y="768351"/>
                  </a:lnTo>
                  <a:lnTo>
                    <a:pt x="621527" y="768499"/>
                  </a:lnTo>
                  <a:lnTo>
                    <a:pt x="622598" y="768644"/>
                  </a:lnTo>
                  <a:lnTo>
                    <a:pt x="623670" y="768786"/>
                  </a:lnTo>
                  <a:lnTo>
                    <a:pt x="624742" y="768924"/>
                  </a:lnTo>
                  <a:lnTo>
                    <a:pt x="625813" y="769060"/>
                  </a:lnTo>
                  <a:lnTo>
                    <a:pt x="626885" y="769192"/>
                  </a:lnTo>
                  <a:lnTo>
                    <a:pt x="627956" y="769322"/>
                  </a:lnTo>
                  <a:lnTo>
                    <a:pt x="629028" y="769448"/>
                  </a:lnTo>
                  <a:lnTo>
                    <a:pt x="630100" y="769571"/>
                  </a:lnTo>
                  <a:lnTo>
                    <a:pt x="631171" y="769691"/>
                  </a:lnTo>
                  <a:lnTo>
                    <a:pt x="632243" y="769808"/>
                  </a:lnTo>
                  <a:lnTo>
                    <a:pt x="633314" y="769921"/>
                  </a:lnTo>
                  <a:lnTo>
                    <a:pt x="634386" y="770032"/>
                  </a:lnTo>
                  <a:lnTo>
                    <a:pt x="635458" y="770139"/>
                  </a:lnTo>
                  <a:lnTo>
                    <a:pt x="636529" y="770244"/>
                  </a:lnTo>
                  <a:lnTo>
                    <a:pt x="637601" y="770345"/>
                  </a:lnTo>
                  <a:lnTo>
                    <a:pt x="638672" y="770443"/>
                  </a:lnTo>
                  <a:lnTo>
                    <a:pt x="639744" y="770538"/>
                  </a:lnTo>
                  <a:lnTo>
                    <a:pt x="640816" y="770630"/>
                  </a:lnTo>
                  <a:lnTo>
                    <a:pt x="641887" y="770719"/>
                  </a:lnTo>
                  <a:lnTo>
                    <a:pt x="642959" y="770805"/>
                  </a:lnTo>
                  <a:lnTo>
                    <a:pt x="644030" y="770888"/>
                  </a:lnTo>
                  <a:lnTo>
                    <a:pt x="645102" y="770968"/>
                  </a:lnTo>
                  <a:lnTo>
                    <a:pt x="646174" y="771045"/>
                  </a:lnTo>
                  <a:lnTo>
                    <a:pt x="647245" y="771119"/>
                  </a:lnTo>
                  <a:lnTo>
                    <a:pt x="648317" y="771189"/>
                  </a:lnTo>
                  <a:lnTo>
                    <a:pt x="649388" y="771257"/>
                  </a:lnTo>
                  <a:lnTo>
                    <a:pt x="650460" y="771322"/>
                  </a:lnTo>
                  <a:lnTo>
                    <a:pt x="651532" y="771384"/>
                  </a:lnTo>
                  <a:lnTo>
                    <a:pt x="652603" y="771442"/>
                  </a:lnTo>
                  <a:lnTo>
                    <a:pt x="653675" y="771498"/>
                  </a:lnTo>
                  <a:lnTo>
                    <a:pt x="654746" y="771551"/>
                  </a:lnTo>
                  <a:lnTo>
                    <a:pt x="655818" y="771601"/>
                  </a:lnTo>
                  <a:lnTo>
                    <a:pt x="656890" y="771648"/>
                  </a:lnTo>
                  <a:lnTo>
                    <a:pt x="657961" y="771692"/>
                  </a:lnTo>
                  <a:lnTo>
                    <a:pt x="659033" y="771733"/>
                  </a:lnTo>
                  <a:lnTo>
                    <a:pt x="660104" y="771771"/>
                  </a:lnTo>
                  <a:lnTo>
                    <a:pt x="661176" y="771806"/>
                  </a:lnTo>
                  <a:lnTo>
                    <a:pt x="662248" y="771838"/>
                  </a:lnTo>
                  <a:lnTo>
                    <a:pt x="663319" y="771868"/>
                  </a:lnTo>
                  <a:lnTo>
                    <a:pt x="664391" y="771894"/>
                  </a:lnTo>
                  <a:lnTo>
                    <a:pt x="665462" y="771918"/>
                  </a:lnTo>
                  <a:lnTo>
                    <a:pt x="666534" y="771939"/>
                  </a:lnTo>
                  <a:lnTo>
                    <a:pt x="667606" y="771957"/>
                  </a:lnTo>
                  <a:lnTo>
                    <a:pt x="668677" y="771972"/>
                  </a:lnTo>
                  <a:lnTo>
                    <a:pt x="669749" y="771984"/>
                  </a:lnTo>
                  <a:lnTo>
                    <a:pt x="670820" y="771993"/>
                  </a:lnTo>
                  <a:lnTo>
                    <a:pt x="671892" y="772000"/>
                  </a:lnTo>
                  <a:lnTo>
                    <a:pt x="672964" y="772004"/>
                  </a:lnTo>
                  <a:lnTo>
                    <a:pt x="674035" y="772004"/>
                  </a:lnTo>
                  <a:lnTo>
                    <a:pt x="675107" y="772003"/>
                  </a:lnTo>
                  <a:lnTo>
                    <a:pt x="676178" y="771998"/>
                  </a:lnTo>
                  <a:lnTo>
                    <a:pt x="677250" y="771991"/>
                  </a:lnTo>
                  <a:lnTo>
                    <a:pt x="678322" y="771981"/>
                  </a:lnTo>
                  <a:lnTo>
                    <a:pt x="679393" y="771968"/>
                  </a:lnTo>
                  <a:lnTo>
                    <a:pt x="680465" y="771952"/>
                  </a:lnTo>
                  <a:lnTo>
                    <a:pt x="681536" y="771934"/>
                  </a:lnTo>
                  <a:lnTo>
                    <a:pt x="682608" y="771913"/>
                  </a:lnTo>
                  <a:lnTo>
                    <a:pt x="683680" y="771889"/>
                  </a:lnTo>
                  <a:lnTo>
                    <a:pt x="684751" y="771863"/>
                  </a:lnTo>
                  <a:lnTo>
                    <a:pt x="685823" y="771834"/>
                  </a:lnTo>
                  <a:lnTo>
                    <a:pt x="686894" y="771802"/>
                  </a:lnTo>
                  <a:lnTo>
                    <a:pt x="687966" y="771768"/>
                  </a:lnTo>
                  <a:lnTo>
                    <a:pt x="689038" y="771730"/>
                  </a:lnTo>
                  <a:lnTo>
                    <a:pt x="690109" y="771691"/>
                  </a:lnTo>
                  <a:lnTo>
                    <a:pt x="691181" y="771649"/>
                  </a:lnTo>
                  <a:lnTo>
                    <a:pt x="692252" y="771604"/>
                  </a:lnTo>
                  <a:lnTo>
                    <a:pt x="693324" y="771556"/>
                  </a:lnTo>
                  <a:lnTo>
                    <a:pt x="694396" y="771506"/>
                  </a:lnTo>
                  <a:lnTo>
                    <a:pt x="695467" y="771454"/>
                  </a:lnTo>
                  <a:lnTo>
                    <a:pt x="696539" y="771399"/>
                  </a:lnTo>
                  <a:lnTo>
                    <a:pt x="697610" y="771341"/>
                  </a:lnTo>
                  <a:lnTo>
                    <a:pt x="698682" y="771281"/>
                  </a:lnTo>
                  <a:lnTo>
                    <a:pt x="699754" y="771218"/>
                  </a:lnTo>
                  <a:lnTo>
                    <a:pt x="700825" y="771153"/>
                  </a:lnTo>
                  <a:lnTo>
                    <a:pt x="701897" y="771085"/>
                  </a:lnTo>
                  <a:lnTo>
                    <a:pt x="702968" y="771015"/>
                  </a:lnTo>
                  <a:lnTo>
                    <a:pt x="704040" y="770942"/>
                  </a:lnTo>
                  <a:lnTo>
                    <a:pt x="705112" y="770867"/>
                  </a:lnTo>
                  <a:lnTo>
                    <a:pt x="706183" y="770790"/>
                  </a:lnTo>
                  <a:lnTo>
                    <a:pt x="707255" y="770710"/>
                  </a:lnTo>
                  <a:lnTo>
                    <a:pt x="708326" y="770628"/>
                  </a:lnTo>
                  <a:lnTo>
                    <a:pt x="709398" y="770543"/>
                  </a:lnTo>
                  <a:lnTo>
                    <a:pt x="710469" y="770456"/>
                  </a:lnTo>
                  <a:lnTo>
                    <a:pt x="711541" y="770366"/>
                  </a:lnTo>
                  <a:lnTo>
                    <a:pt x="712613" y="770275"/>
                  </a:lnTo>
                  <a:lnTo>
                    <a:pt x="713684" y="770181"/>
                  </a:lnTo>
                  <a:lnTo>
                    <a:pt x="714756" y="770084"/>
                  </a:lnTo>
                  <a:lnTo>
                    <a:pt x="715827" y="769985"/>
                  </a:lnTo>
                  <a:lnTo>
                    <a:pt x="716899" y="769884"/>
                  </a:lnTo>
                  <a:lnTo>
                    <a:pt x="717971" y="769781"/>
                  </a:lnTo>
                  <a:lnTo>
                    <a:pt x="719042" y="769676"/>
                  </a:lnTo>
                  <a:lnTo>
                    <a:pt x="720114" y="769568"/>
                  </a:lnTo>
                  <a:lnTo>
                    <a:pt x="721185" y="769458"/>
                  </a:lnTo>
                  <a:lnTo>
                    <a:pt x="722257" y="769345"/>
                  </a:lnTo>
                  <a:lnTo>
                    <a:pt x="723329" y="769231"/>
                  </a:lnTo>
                  <a:lnTo>
                    <a:pt x="724400" y="769114"/>
                  </a:lnTo>
                  <a:lnTo>
                    <a:pt x="725472" y="768996"/>
                  </a:lnTo>
                  <a:lnTo>
                    <a:pt x="726543" y="768875"/>
                  </a:lnTo>
                  <a:lnTo>
                    <a:pt x="727615" y="768752"/>
                  </a:lnTo>
                  <a:lnTo>
                    <a:pt x="728687" y="768626"/>
                  </a:lnTo>
                  <a:lnTo>
                    <a:pt x="729758" y="768499"/>
                  </a:lnTo>
                  <a:lnTo>
                    <a:pt x="730830" y="768370"/>
                  </a:lnTo>
                  <a:lnTo>
                    <a:pt x="731901" y="768238"/>
                  </a:lnTo>
                  <a:lnTo>
                    <a:pt x="732973" y="768105"/>
                  </a:lnTo>
                  <a:lnTo>
                    <a:pt x="734045" y="767969"/>
                  </a:lnTo>
                  <a:lnTo>
                    <a:pt x="735116" y="767831"/>
                  </a:lnTo>
                  <a:lnTo>
                    <a:pt x="736188" y="767692"/>
                  </a:lnTo>
                  <a:lnTo>
                    <a:pt x="737259" y="767550"/>
                  </a:lnTo>
                  <a:lnTo>
                    <a:pt x="738331" y="767407"/>
                  </a:lnTo>
                  <a:lnTo>
                    <a:pt x="739403" y="767261"/>
                  </a:lnTo>
                  <a:lnTo>
                    <a:pt x="740474" y="767113"/>
                  </a:lnTo>
                  <a:lnTo>
                    <a:pt x="741546" y="766964"/>
                  </a:lnTo>
                  <a:lnTo>
                    <a:pt x="742617" y="766813"/>
                  </a:lnTo>
                  <a:lnTo>
                    <a:pt x="743689" y="766659"/>
                  </a:lnTo>
                  <a:lnTo>
                    <a:pt x="744761" y="766504"/>
                  </a:lnTo>
                  <a:lnTo>
                    <a:pt x="745832" y="766347"/>
                  </a:lnTo>
                  <a:lnTo>
                    <a:pt x="746904" y="766188"/>
                  </a:lnTo>
                  <a:lnTo>
                    <a:pt x="747975" y="766027"/>
                  </a:lnTo>
                  <a:lnTo>
                    <a:pt x="749047" y="765865"/>
                  </a:lnTo>
                  <a:lnTo>
                    <a:pt x="750119" y="765700"/>
                  </a:lnTo>
                  <a:lnTo>
                    <a:pt x="751190" y="765534"/>
                  </a:lnTo>
                  <a:lnTo>
                    <a:pt x="752262" y="765366"/>
                  </a:lnTo>
                  <a:lnTo>
                    <a:pt x="753333" y="765197"/>
                  </a:lnTo>
                  <a:lnTo>
                    <a:pt x="754405" y="765025"/>
                  </a:lnTo>
                  <a:lnTo>
                    <a:pt x="755477" y="764852"/>
                  </a:lnTo>
                  <a:lnTo>
                    <a:pt x="756548" y="764677"/>
                  </a:lnTo>
                  <a:lnTo>
                    <a:pt x="757620" y="764501"/>
                  </a:lnTo>
                  <a:lnTo>
                    <a:pt x="758691" y="764323"/>
                  </a:lnTo>
                  <a:lnTo>
                    <a:pt x="759763" y="764143"/>
                  </a:lnTo>
                  <a:lnTo>
                    <a:pt x="760835" y="763961"/>
                  </a:lnTo>
                  <a:lnTo>
                    <a:pt x="761906" y="763778"/>
                  </a:lnTo>
                  <a:lnTo>
                    <a:pt x="762978" y="763594"/>
                  </a:lnTo>
                  <a:lnTo>
                    <a:pt x="764049" y="763407"/>
                  </a:lnTo>
                  <a:lnTo>
                    <a:pt x="765121" y="763219"/>
                  </a:lnTo>
                  <a:lnTo>
                    <a:pt x="766193" y="763030"/>
                  </a:lnTo>
                  <a:lnTo>
                    <a:pt x="767264" y="762839"/>
                  </a:lnTo>
                  <a:lnTo>
                    <a:pt x="768336" y="762647"/>
                  </a:lnTo>
                  <a:lnTo>
                    <a:pt x="769407" y="762453"/>
                  </a:lnTo>
                  <a:lnTo>
                    <a:pt x="770479" y="762257"/>
                  </a:lnTo>
                  <a:lnTo>
                    <a:pt x="771551" y="762060"/>
                  </a:lnTo>
                  <a:lnTo>
                    <a:pt x="772622" y="761862"/>
                  </a:lnTo>
                  <a:lnTo>
                    <a:pt x="773694" y="761662"/>
                  </a:lnTo>
                  <a:lnTo>
                    <a:pt x="774765" y="761461"/>
                  </a:lnTo>
                  <a:lnTo>
                    <a:pt x="775837" y="761259"/>
                  </a:lnTo>
                  <a:lnTo>
                    <a:pt x="776909" y="761055"/>
                  </a:lnTo>
                  <a:lnTo>
                    <a:pt x="777980" y="760849"/>
                  </a:lnTo>
                  <a:lnTo>
                    <a:pt x="779052" y="760643"/>
                  </a:lnTo>
                  <a:lnTo>
                    <a:pt x="780123" y="760435"/>
                  </a:lnTo>
                  <a:lnTo>
                    <a:pt x="781195" y="760225"/>
                  </a:lnTo>
                  <a:lnTo>
                    <a:pt x="782267" y="760015"/>
                  </a:lnTo>
                  <a:lnTo>
                    <a:pt x="783338" y="759803"/>
                  </a:lnTo>
                  <a:lnTo>
                    <a:pt x="784410" y="759590"/>
                  </a:lnTo>
                  <a:lnTo>
                    <a:pt x="785481" y="759375"/>
                  </a:lnTo>
                  <a:lnTo>
                    <a:pt x="786553" y="759160"/>
                  </a:lnTo>
                  <a:lnTo>
                    <a:pt x="787625" y="758943"/>
                  </a:lnTo>
                  <a:lnTo>
                    <a:pt x="788696" y="758725"/>
                  </a:lnTo>
                  <a:lnTo>
                    <a:pt x="789768" y="758506"/>
                  </a:lnTo>
                  <a:lnTo>
                    <a:pt x="790839" y="758286"/>
                  </a:lnTo>
                  <a:lnTo>
                    <a:pt x="791911" y="758064"/>
                  </a:lnTo>
                  <a:lnTo>
                    <a:pt x="792983" y="757842"/>
                  </a:lnTo>
                  <a:lnTo>
                    <a:pt x="794054" y="757618"/>
                  </a:lnTo>
                  <a:lnTo>
                    <a:pt x="795126" y="757394"/>
                  </a:lnTo>
                  <a:lnTo>
                    <a:pt x="796197" y="757168"/>
                  </a:lnTo>
                  <a:lnTo>
                    <a:pt x="797269" y="756941"/>
                  </a:lnTo>
                  <a:lnTo>
                    <a:pt x="798341" y="756713"/>
                  </a:lnTo>
                  <a:lnTo>
                    <a:pt x="799412" y="756485"/>
                  </a:lnTo>
                  <a:lnTo>
                    <a:pt x="800484" y="756255"/>
                  </a:lnTo>
                  <a:lnTo>
                    <a:pt x="801555" y="756024"/>
                  </a:lnTo>
                  <a:lnTo>
                    <a:pt x="802627" y="755792"/>
                  </a:lnTo>
                  <a:lnTo>
                    <a:pt x="803699" y="755560"/>
                  </a:lnTo>
                  <a:lnTo>
                    <a:pt x="804770" y="755326"/>
                  </a:lnTo>
                  <a:lnTo>
                    <a:pt x="805842" y="755092"/>
                  </a:lnTo>
                  <a:lnTo>
                    <a:pt x="806913" y="754856"/>
                  </a:lnTo>
                  <a:lnTo>
                    <a:pt x="807985" y="754620"/>
                  </a:lnTo>
                  <a:lnTo>
                    <a:pt x="809057" y="754383"/>
                  </a:lnTo>
                  <a:lnTo>
                    <a:pt x="810128" y="754145"/>
                  </a:lnTo>
                  <a:lnTo>
                    <a:pt x="811200" y="753906"/>
                  </a:lnTo>
                  <a:lnTo>
                    <a:pt x="812271" y="753667"/>
                  </a:lnTo>
                  <a:lnTo>
                    <a:pt x="813343" y="753427"/>
                  </a:lnTo>
                  <a:lnTo>
                    <a:pt x="814415" y="753186"/>
                  </a:lnTo>
                  <a:lnTo>
                    <a:pt x="815486" y="752944"/>
                  </a:lnTo>
                  <a:lnTo>
                    <a:pt x="816558" y="752701"/>
                  </a:lnTo>
                  <a:lnTo>
                    <a:pt x="817629" y="752458"/>
                  </a:lnTo>
                  <a:lnTo>
                    <a:pt x="818701" y="752214"/>
                  </a:lnTo>
                  <a:lnTo>
                    <a:pt x="819773" y="751970"/>
                  </a:lnTo>
                  <a:lnTo>
                    <a:pt x="820844" y="751725"/>
                  </a:lnTo>
                  <a:lnTo>
                    <a:pt x="821916" y="751479"/>
                  </a:lnTo>
                  <a:lnTo>
                    <a:pt x="822987" y="751232"/>
                  </a:lnTo>
                  <a:lnTo>
                    <a:pt x="824059" y="750985"/>
                  </a:lnTo>
                  <a:lnTo>
                    <a:pt x="825131" y="750738"/>
                  </a:lnTo>
                  <a:lnTo>
                    <a:pt x="826202" y="750490"/>
                  </a:lnTo>
                  <a:lnTo>
                    <a:pt x="827274" y="750241"/>
                  </a:lnTo>
                  <a:lnTo>
                    <a:pt x="828345" y="749992"/>
                  </a:lnTo>
                  <a:lnTo>
                    <a:pt x="829417" y="749742"/>
                  </a:lnTo>
                  <a:lnTo>
                    <a:pt x="830489" y="749492"/>
                  </a:lnTo>
                  <a:lnTo>
                    <a:pt x="831560" y="749241"/>
                  </a:lnTo>
                  <a:lnTo>
                    <a:pt x="832632" y="748990"/>
                  </a:lnTo>
                  <a:lnTo>
                    <a:pt x="833703" y="748738"/>
                  </a:lnTo>
                  <a:lnTo>
                    <a:pt x="834775" y="748486"/>
                  </a:lnTo>
                  <a:lnTo>
                    <a:pt x="835847" y="748234"/>
                  </a:lnTo>
                  <a:lnTo>
                    <a:pt x="836918" y="747981"/>
                  </a:lnTo>
                  <a:lnTo>
                    <a:pt x="837990" y="747728"/>
                  </a:lnTo>
                  <a:lnTo>
                    <a:pt x="839061" y="747474"/>
                  </a:lnTo>
                  <a:lnTo>
                    <a:pt x="840133" y="747220"/>
                  </a:lnTo>
                  <a:lnTo>
                    <a:pt x="841205" y="746966"/>
                  </a:lnTo>
                  <a:lnTo>
                    <a:pt x="842276" y="746712"/>
                  </a:lnTo>
                  <a:lnTo>
                    <a:pt x="843348" y="746457"/>
                  </a:lnTo>
                  <a:lnTo>
                    <a:pt x="844419" y="746202"/>
                  </a:lnTo>
                  <a:lnTo>
                    <a:pt x="845491" y="745947"/>
                  </a:lnTo>
                  <a:lnTo>
                    <a:pt x="846563" y="745692"/>
                  </a:lnTo>
                  <a:lnTo>
                    <a:pt x="847634" y="745436"/>
                  </a:lnTo>
                  <a:lnTo>
                    <a:pt x="848706" y="745180"/>
                  </a:lnTo>
                  <a:lnTo>
                    <a:pt x="849777" y="744924"/>
                  </a:lnTo>
                  <a:lnTo>
                    <a:pt x="850849" y="744668"/>
                  </a:lnTo>
                  <a:lnTo>
                    <a:pt x="851921" y="744412"/>
                  </a:lnTo>
                  <a:lnTo>
                    <a:pt x="852992" y="744155"/>
                  </a:lnTo>
                  <a:lnTo>
                    <a:pt x="854064" y="743899"/>
                  </a:lnTo>
                  <a:lnTo>
                    <a:pt x="855135" y="743642"/>
                  </a:lnTo>
                  <a:lnTo>
                    <a:pt x="856207" y="743385"/>
                  </a:lnTo>
                  <a:lnTo>
                    <a:pt x="857279" y="743129"/>
                  </a:lnTo>
                  <a:lnTo>
                    <a:pt x="858350" y="742872"/>
                  </a:lnTo>
                  <a:lnTo>
                    <a:pt x="859422" y="742615"/>
                  </a:lnTo>
                  <a:lnTo>
                    <a:pt x="860493" y="742358"/>
                  </a:lnTo>
                  <a:lnTo>
                    <a:pt x="861565" y="742102"/>
                  </a:lnTo>
                  <a:lnTo>
                    <a:pt x="862637" y="741845"/>
                  </a:lnTo>
                  <a:lnTo>
                    <a:pt x="863708" y="741588"/>
                  </a:lnTo>
                  <a:lnTo>
                    <a:pt x="864780" y="741332"/>
                  </a:lnTo>
                  <a:lnTo>
                    <a:pt x="865851" y="741075"/>
                  </a:lnTo>
                  <a:lnTo>
                    <a:pt x="866923" y="740819"/>
                  </a:lnTo>
                  <a:lnTo>
                    <a:pt x="867995" y="740562"/>
                  </a:lnTo>
                  <a:lnTo>
                    <a:pt x="869066" y="740306"/>
                  </a:lnTo>
                  <a:lnTo>
                    <a:pt x="870138" y="740050"/>
                  </a:lnTo>
                  <a:lnTo>
                    <a:pt x="871209" y="739795"/>
                  </a:lnTo>
                  <a:lnTo>
                    <a:pt x="872281" y="739539"/>
                  </a:lnTo>
                  <a:lnTo>
                    <a:pt x="873353" y="739284"/>
                  </a:lnTo>
                  <a:lnTo>
                    <a:pt x="874424" y="739028"/>
                  </a:lnTo>
                  <a:lnTo>
                    <a:pt x="875496" y="738773"/>
                  </a:lnTo>
                  <a:lnTo>
                    <a:pt x="876567" y="738519"/>
                  </a:lnTo>
                  <a:lnTo>
                    <a:pt x="877639" y="738264"/>
                  </a:lnTo>
                  <a:lnTo>
                    <a:pt x="878711" y="738010"/>
                  </a:lnTo>
                  <a:lnTo>
                    <a:pt x="879782" y="737756"/>
                  </a:lnTo>
                  <a:lnTo>
                    <a:pt x="880854" y="737503"/>
                  </a:lnTo>
                  <a:lnTo>
                    <a:pt x="881925" y="737250"/>
                  </a:lnTo>
                  <a:lnTo>
                    <a:pt x="882997" y="736997"/>
                  </a:lnTo>
                  <a:lnTo>
                    <a:pt x="884069" y="736745"/>
                  </a:lnTo>
                  <a:lnTo>
                    <a:pt x="885140" y="736493"/>
                  </a:lnTo>
                  <a:lnTo>
                    <a:pt x="886212" y="736241"/>
                  </a:lnTo>
                  <a:lnTo>
                    <a:pt x="887283" y="735990"/>
                  </a:lnTo>
                  <a:lnTo>
                    <a:pt x="888355" y="735739"/>
                  </a:lnTo>
                  <a:lnTo>
                    <a:pt x="889426" y="735489"/>
                  </a:lnTo>
                  <a:lnTo>
                    <a:pt x="890498" y="735239"/>
                  </a:lnTo>
                  <a:lnTo>
                    <a:pt x="891570" y="734990"/>
                  </a:lnTo>
                  <a:lnTo>
                    <a:pt x="892641" y="734741"/>
                  </a:lnTo>
                  <a:lnTo>
                    <a:pt x="893713" y="734493"/>
                  </a:lnTo>
                  <a:lnTo>
                    <a:pt x="894784" y="734245"/>
                  </a:lnTo>
                  <a:lnTo>
                    <a:pt x="895856" y="733998"/>
                  </a:lnTo>
                  <a:lnTo>
                    <a:pt x="896928" y="733751"/>
                  </a:lnTo>
                  <a:lnTo>
                    <a:pt x="897999" y="733505"/>
                  </a:lnTo>
                  <a:lnTo>
                    <a:pt x="899071" y="733260"/>
                  </a:lnTo>
                  <a:lnTo>
                    <a:pt x="900142" y="733015"/>
                  </a:lnTo>
                  <a:lnTo>
                    <a:pt x="901214" y="732771"/>
                  </a:lnTo>
                  <a:lnTo>
                    <a:pt x="902286" y="732528"/>
                  </a:lnTo>
                  <a:lnTo>
                    <a:pt x="903357" y="732285"/>
                  </a:lnTo>
                  <a:lnTo>
                    <a:pt x="904429" y="732043"/>
                  </a:lnTo>
                  <a:lnTo>
                    <a:pt x="905500" y="731801"/>
                  </a:lnTo>
                  <a:lnTo>
                    <a:pt x="906572" y="731561"/>
                  </a:lnTo>
                  <a:lnTo>
                    <a:pt x="907644" y="731321"/>
                  </a:lnTo>
                  <a:lnTo>
                    <a:pt x="908715" y="731081"/>
                  </a:lnTo>
                  <a:lnTo>
                    <a:pt x="909787" y="730843"/>
                  </a:lnTo>
                  <a:lnTo>
                    <a:pt x="910858" y="730605"/>
                  </a:lnTo>
                  <a:lnTo>
                    <a:pt x="911930" y="730368"/>
                  </a:lnTo>
                  <a:lnTo>
                    <a:pt x="913002" y="730132"/>
                  </a:lnTo>
                  <a:lnTo>
                    <a:pt x="914073" y="729897"/>
                  </a:lnTo>
                  <a:lnTo>
                    <a:pt x="915145" y="729663"/>
                  </a:lnTo>
                  <a:lnTo>
                    <a:pt x="916216" y="729429"/>
                  </a:lnTo>
                  <a:lnTo>
                    <a:pt x="917288" y="729197"/>
                  </a:lnTo>
                  <a:lnTo>
                    <a:pt x="918360" y="728965"/>
                  </a:lnTo>
                  <a:lnTo>
                    <a:pt x="919431" y="728734"/>
                  </a:lnTo>
                  <a:lnTo>
                    <a:pt x="920503" y="728504"/>
                  </a:lnTo>
                  <a:lnTo>
                    <a:pt x="921574" y="728275"/>
                  </a:lnTo>
                  <a:lnTo>
                    <a:pt x="922646" y="728048"/>
                  </a:lnTo>
                  <a:lnTo>
                    <a:pt x="923718" y="727821"/>
                  </a:lnTo>
                  <a:lnTo>
                    <a:pt x="924789" y="727594"/>
                  </a:lnTo>
                  <a:lnTo>
                    <a:pt x="925861" y="727369"/>
                  </a:lnTo>
                  <a:lnTo>
                    <a:pt x="926932" y="727145"/>
                  </a:lnTo>
                  <a:lnTo>
                    <a:pt x="928004" y="726923"/>
                  </a:lnTo>
                  <a:lnTo>
                    <a:pt x="929076" y="726701"/>
                  </a:lnTo>
                  <a:lnTo>
                    <a:pt x="930147" y="726480"/>
                  </a:lnTo>
                  <a:lnTo>
                    <a:pt x="931219" y="726260"/>
                  </a:lnTo>
                  <a:lnTo>
                    <a:pt x="932290" y="726041"/>
                  </a:lnTo>
                  <a:lnTo>
                    <a:pt x="933362" y="725824"/>
                  </a:lnTo>
                  <a:lnTo>
                    <a:pt x="934434" y="725607"/>
                  </a:lnTo>
                  <a:lnTo>
                    <a:pt x="935505" y="725392"/>
                  </a:lnTo>
                  <a:lnTo>
                    <a:pt x="936577" y="725178"/>
                  </a:lnTo>
                  <a:lnTo>
                    <a:pt x="937648" y="724965"/>
                  </a:lnTo>
                  <a:lnTo>
                    <a:pt x="938720" y="724753"/>
                  </a:lnTo>
                  <a:lnTo>
                    <a:pt x="939792" y="724543"/>
                  </a:lnTo>
                  <a:lnTo>
                    <a:pt x="940863" y="724333"/>
                  </a:lnTo>
                  <a:lnTo>
                    <a:pt x="941935" y="724125"/>
                  </a:lnTo>
                  <a:lnTo>
                    <a:pt x="943006" y="723918"/>
                  </a:lnTo>
                  <a:lnTo>
                    <a:pt x="944078" y="723713"/>
                  </a:lnTo>
                  <a:lnTo>
                    <a:pt x="945150" y="723508"/>
                  </a:lnTo>
                  <a:lnTo>
                    <a:pt x="946221" y="723305"/>
                  </a:lnTo>
                  <a:lnTo>
                    <a:pt x="947293" y="723103"/>
                  </a:lnTo>
                  <a:lnTo>
                    <a:pt x="948364" y="722903"/>
                  </a:lnTo>
                  <a:lnTo>
                    <a:pt x="949436" y="722704"/>
                  </a:lnTo>
                  <a:lnTo>
                    <a:pt x="950508" y="722506"/>
                  </a:lnTo>
                  <a:lnTo>
                    <a:pt x="951579" y="722310"/>
                  </a:lnTo>
                  <a:lnTo>
                    <a:pt x="952651" y="722115"/>
                  </a:lnTo>
                  <a:lnTo>
                    <a:pt x="953722" y="721921"/>
                  </a:lnTo>
                  <a:lnTo>
                    <a:pt x="954794" y="721729"/>
                  </a:lnTo>
                  <a:lnTo>
                    <a:pt x="955866" y="721538"/>
                  </a:lnTo>
                  <a:lnTo>
                    <a:pt x="956937" y="721349"/>
                  </a:lnTo>
                  <a:lnTo>
                    <a:pt x="958009" y="721161"/>
                  </a:lnTo>
                  <a:lnTo>
                    <a:pt x="959080" y="720974"/>
                  </a:lnTo>
                  <a:lnTo>
                    <a:pt x="960152" y="720790"/>
                  </a:lnTo>
                  <a:lnTo>
                    <a:pt x="961224" y="720606"/>
                  </a:lnTo>
                  <a:lnTo>
                    <a:pt x="962295" y="720424"/>
                  </a:lnTo>
                  <a:lnTo>
                    <a:pt x="963367" y="720244"/>
                  </a:lnTo>
                  <a:lnTo>
                    <a:pt x="964438" y="720065"/>
                  </a:lnTo>
                  <a:lnTo>
                    <a:pt x="965510" y="719887"/>
                  </a:lnTo>
                  <a:lnTo>
                    <a:pt x="966582" y="719712"/>
                  </a:lnTo>
                  <a:lnTo>
                    <a:pt x="967653" y="719537"/>
                  </a:lnTo>
                  <a:lnTo>
                    <a:pt x="968725" y="719365"/>
                  </a:lnTo>
                  <a:lnTo>
                    <a:pt x="969796" y="719194"/>
                  </a:lnTo>
                  <a:lnTo>
                    <a:pt x="970868" y="719024"/>
                  </a:lnTo>
                  <a:lnTo>
                    <a:pt x="971940" y="718856"/>
                  </a:lnTo>
                  <a:lnTo>
                    <a:pt x="973011" y="718690"/>
                  </a:lnTo>
                  <a:lnTo>
                    <a:pt x="974083" y="718526"/>
                  </a:lnTo>
                  <a:lnTo>
                    <a:pt x="975154" y="718363"/>
                  </a:lnTo>
                  <a:lnTo>
                    <a:pt x="976226" y="718202"/>
                  </a:lnTo>
                  <a:lnTo>
                    <a:pt x="977298" y="718043"/>
                  </a:lnTo>
                  <a:lnTo>
                    <a:pt x="978369" y="717885"/>
                  </a:lnTo>
                  <a:lnTo>
                    <a:pt x="979441" y="717729"/>
                  </a:lnTo>
                  <a:lnTo>
                    <a:pt x="980512" y="717575"/>
                  </a:lnTo>
                  <a:lnTo>
                    <a:pt x="981584" y="717422"/>
                  </a:lnTo>
                  <a:lnTo>
                    <a:pt x="982656" y="717272"/>
                  </a:lnTo>
                  <a:lnTo>
                    <a:pt x="983727" y="717123"/>
                  </a:lnTo>
                  <a:lnTo>
                    <a:pt x="984799" y="716975"/>
                  </a:lnTo>
                  <a:lnTo>
                    <a:pt x="985870" y="716830"/>
                  </a:lnTo>
                  <a:lnTo>
                    <a:pt x="986942" y="716687"/>
                  </a:lnTo>
                  <a:lnTo>
                    <a:pt x="988014" y="716545"/>
                  </a:lnTo>
                  <a:lnTo>
                    <a:pt x="989085" y="716405"/>
                  </a:lnTo>
                  <a:lnTo>
                    <a:pt x="990157" y="716267"/>
                  </a:lnTo>
                  <a:lnTo>
                    <a:pt x="991228" y="716131"/>
                  </a:lnTo>
                  <a:lnTo>
                    <a:pt x="992300" y="715997"/>
                  </a:lnTo>
                  <a:lnTo>
                    <a:pt x="993372" y="715865"/>
                  </a:lnTo>
                  <a:lnTo>
                    <a:pt x="994443" y="715734"/>
                  </a:lnTo>
                  <a:lnTo>
                    <a:pt x="995515" y="715606"/>
                  </a:lnTo>
                  <a:lnTo>
                    <a:pt x="996586" y="715479"/>
                  </a:lnTo>
                  <a:lnTo>
                    <a:pt x="997658" y="715355"/>
                  </a:lnTo>
                  <a:lnTo>
                    <a:pt x="998730" y="715232"/>
                  </a:lnTo>
                  <a:lnTo>
                    <a:pt x="999801" y="715111"/>
                  </a:lnTo>
                  <a:lnTo>
                    <a:pt x="1000873" y="714993"/>
                  </a:lnTo>
                  <a:lnTo>
                    <a:pt x="1001944" y="714876"/>
                  </a:lnTo>
                  <a:lnTo>
                    <a:pt x="1003016" y="714762"/>
                  </a:lnTo>
                  <a:lnTo>
                    <a:pt x="1004088" y="714649"/>
                  </a:lnTo>
                  <a:lnTo>
                    <a:pt x="1005159" y="714538"/>
                  </a:lnTo>
                  <a:lnTo>
                    <a:pt x="1006231" y="714430"/>
                  </a:lnTo>
                  <a:lnTo>
                    <a:pt x="1007302" y="714323"/>
                  </a:lnTo>
                  <a:lnTo>
                    <a:pt x="1008374" y="714219"/>
                  </a:lnTo>
                  <a:lnTo>
                    <a:pt x="1009446" y="714117"/>
                  </a:lnTo>
                  <a:lnTo>
                    <a:pt x="1010517" y="714017"/>
                  </a:lnTo>
                  <a:lnTo>
                    <a:pt x="1011589" y="713919"/>
                  </a:lnTo>
                  <a:lnTo>
                    <a:pt x="1012660" y="713823"/>
                  </a:lnTo>
                  <a:lnTo>
                    <a:pt x="1013732" y="713729"/>
                  </a:lnTo>
                  <a:lnTo>
                    <a:pt x="1014804" y="713637"/>
                  </a:lnTo>
                  <a:lnTo>
                    <a:pt x="1015875" y="713548"/>
                  </a:lnTo>
                  <a:lnTo>
                    <a:pt x="1016947" y="713461"/>
                  </a:lnTo>
                  <a:lnTo>
                    <a:pt x="1018018" y="713375"/>
                  </a:lnTo>
                  <a:lnTo>
                    <a:pt x="1019090" y="713292"/>
                  </a:lnTo>
                  <a:lnTo>
                    <a:pt x="1020162" y="713212"/>
                  </a:lnTo>
                  <a:lnTo>
                    <a:pt x="1021233" y="713133"/>
                  </a:lnTo>
                  <a:lnTo>
                    <a:pt x="1022305" y="713057"/>
                  </a:lnTo>
                  <a:lnTo>
                    <a:pt x="1023376" y="712983"/>
                  </a:lnTo>
                  <a:lnTo>
                    <a:pt x="1024448" y="712911"/>
                  </a:lnTo>
                  <a:lnTo>
                    <a:pt x="1025520" y="712842"/>
                  </a:lnTo>
                  <a:lnTo>
                    <a:pt x="1026591" y="712775"/>
                  </a:lnTo>
                  <a:lnTo>
                    <a:pt x="1027663" y="712710"/>
                  </a:lnTo>
                  <a:lnTo>
                    <a:pt x="1028734" y="712647"/>
                  </a:lnTo>
                  <a:lnTo>
                    <a:pt x="1029806" y="712587"/>
                  </a:lnTo>
                  <a:lnTo>
                    <a:pt x="1030878" y="712529"/>
                  </a:lnTo>
                  <a:lnTo>
                    <a:pt x="1031949" y="712473"/>
                  </a:lnTo>
                  <a:lnTo>
                    <a:pt x="1033021" y="712420"/>
                  </a:lnTo>
                  <a:lnTo>
                    <a:pt x="1034092" y="712369"/>
                  </a:lnTo>
                  <a:lnTo>
                    <a:pt x="1035164" y="712321"/>
                  </a:lnTo>
                  <a:lnTo>
                    <a:pt x="1036236" y="712275"/>
                  </a:lnTo>
                  <a:lnTo>
                    <a:pt x="1037307" y="712231"/>
                  </a:lnTo>
                  <a:lnTo>
                    <a:pt x="1038379" y="712190"/>
                  </a:lnTo>
                  <a:lnTo>
                    <a:pt x="1039450" y="712151"/>
                  </a:lnTo>
                  <a:lnTo>
                    <a:pt x="1040522" y="712114"/>
                  </a:lnTo>
                  <a:lnTo>
                    <a:pt x="1041594" y="712080"/>
                  </a:lnTo>
                  <a:lnTo>
                    <a:pt x="1042665" y="712049"/>
                  </a:lnTo>
                  <a:lnTo>
                    <a:pt x="1043737" y="712019"/>
                  </a:lnTo>
                  <a:lnTo>
                    <a:pt x="1044808" y="711993"/>
                  </a:lnTo>
                  <a:lnTo>
                    <a:pt x="1045880" y="711969"/>
                  </a:lnTo>
                  <a:lnTo>
                    <a:pt x="1046952" y="711947"/>
                  </a:lnTo>
                  <a:lnTo>
                    <a:pt x="1048023" y="711928"/>
                  </a:lnTo>
                  <a:lnTo>
                    <a:pt x="1049095" y="711911"/>
                  </a:lnTo>
                  <a:lnTo>
                    <a:pt x="1050166" y="711897"/>
                  </a:lnTo>
                  <a:lnTo>
                    <a:pt x="1051238" y="711886"/>
                  </a:lnTo>
                  <a:lnTo>
                    <a:pt x="1052310" y="711877"/>
                  </a:lnTo>
                  <a:lnTo>
                    <a:pt x="1053381" y="711870"/>
                  </a:lnTo>
                  <a:lnTo>
                    <a:pt x="1054453" y="711866"/>
                  </a:lnTo>
                  <a:lnTo>
                    <a:pt x="1055524" y="711865"/>
                  </a:lnTo>
                  <a:lnTo>
                    <a:pt x="1056596" y="711866"/>
                  </a:lnTo>
                  <a:lnTo>
                    <a:pt x="1057668" y="711870"/>
                  </a:lnTo>
                  <a:lnTo>
                    <a:pt x="1058739" y="711876"/>
                  </a:lnTo>
                  <a:lnTo>
                    <a:pt x="1059811" y="711886"/>
                  </a:lnTo>
                  <a:lnTo>
                    <a:pt x="1060882" y="711897"/>
                  </a:lnTo>
                  <a:lnTo>
                    <a:pt x="1061954" y="711912"/>
                  </a:lnTo>
                  <a:lnTo>
                    <a:pt x="1063026" y="711929"/>
                  </a:lnTo>
                  <a:lnTo>
                    <a:pt x="1064097" y="711949"/>
                  </a:lnTo>
                  <a:lnTo>
                    <a:pt x="1065169" y="711971"/>
                  </a:lnTo>
                  <a:lnTo>
                    <a:pt x="1066240" y="711996"/>
                  </a:lnTo>
                  <a:lnTo>
                    <a:pt x="1067312" y="712024"/>
                  </a:lnTo>
                  <a:lnTo>
                    <a:pt x="1068383" y="712054"/>
                  </a:lnTo>
                  <a:lnTo>
                    <a:pt x="1069455" y="712087"/>
                  </a:lnTo>
                  <a:lnTo>
                    <a:pt x="1070527" y="712123"/>
                  </a:lnTo>
                  <a:lnTo>
                    <a:pt x="1071598" y="712162"/>
                  </a:lnTo>
                  <a:lnTo>
                    <a:pt x="1072670" y="712203"/>
                  </a:lnTo>
                  <a:lnTo>
                    <a:pt x="1073741" y="712247"/>
                  </a:lnTo>
                  <a:lnTo>
                    <a:pt x="1074813" y="712294"/>
                  </a:lnTo>
                  <a:lnTo>
                    <a:pt x="1075885" y="712344"/>
                  </a:lnTo>
                  <a:lnTo>
                    <a:pt x="1076956" y="712396"/>
                  </a:lnTo>
                  <a:lnTo>
                    <a:pt x="1078028" y="712452"/>
                  </a:lnTo>
                  <a:lnTo>
                    <a:pt x="1079099" y="712510"/>
                  </a:lnTo>
                  <a:lnTo>
                    <a:pt x="1080171" y="712570"/>
                  </a:lnTo>
                  <a:lnTo>
                    <a:pt x="1081243" y="712634"/>
                  </a:lnTo>
                  <a:lnTo>
                    <a:pt x="1082314" y="712700"/>
                  </a:lnTo>
                  <a:lnTo>
                    <a:pt x="1083386" y="712770"/>
                  </a:lnTo>
                  <a:lnTo>
                    <a:pt x="1084457" y="712841"/>
                  </a:lnTo>
                  <a:lnTo>
                    <a:pt x="1085529" y="712916"/>
                  </a:lnTo>
                  <a:lnTo>
                    <a:pt x="1086601" y="712993"/>
                  </a:lnTo>
                  <a:lnTo>
                    <a:pt x="1087672" y="713073"/>
                  </a:lnTo>
                  <a:lnTo>
                    <a:pt x="1088744" y="713156"/>
                  </a:lnTo>
                  <a:lnTo>
                    <a:pt x="1089815" y="713242"/>
                  </a:lnTo>
                  <a:lnTo>
                    <a:pt x="1090887" y="713330"/>
                  </a:lnTo>
                  <a:lnTo>
                    <a:pt x="1091959" y="713421"/>
                  </a:lnTo>
                  <a:lnTo>
                    <a:pt x="1093030" y="713514"/>
                  </a:lnTo>
                  <a:lnTo>
                    <a:pt x="1094102" y="713610"/>
                  </a:lnTo>
                  <a:lnTo>
                    <a:pt x="1095173" y="713709"/>
                  </a:lnTo>
                  <a:lnTo>
                    <a:pt x="1096245" y="713811"/>
                  </a:lnTo>
                  <a:lnTo>
                    <a:pt x="1097317" y="713915"/>
                  </a:lnTo>
                  <a:lnTo>
                    <a:pt x="1098388" y="714021"/>
                  </a:lnTo>
                  <a:lnTo>
                    <a:pt x="1099460" y="714131"/>
                  </a:lnTo>
                  <a:lnTo>
                    <a:pt x="1100531" y="714243"/>
                  </a:lnTo>
                  <a:lnTo>
                    <a:pt x="1101603" y="714357"/>
                  </a:lnTo>
                  <a:lnTo>
                    <a:pt x="1102675" y="714474"/>
                  </a:lnTo>
                  <a:lnTo>
                    <a:pt x="1103746" y="714594"/>
                  </a:lnTo>
                  <a:lnTo>
                    <a:pt x="1104818" y="714716"/>
                  </a:lnTo>
                  <a:lnTo>
                    <a:pt x="1105889" y="714841"/>
                  </a:lnTo>
                  <a:lnTo>
                    <a:pt x="1106961" y="714968"/>
                  </a:lnTo>
                  <a:lnTo>
                    <a:pt x="1108033" y="715098"/>
                  </a:lnTo>
                  <a:lnTo>
                    <a:pt x="1109104" y="715230"/>
                  </a:lnTo>
                  <a:lnTo>
                    <a:pt x="1110176" y="715365"/>
                  </a:lnTo>
                  <a:lnTo>
                    <a:pt x="1111247" y="715502"/>
                  </a:lnTo>
                  <a:lnTo>
                    <a:pt x="1112319" y="715642"/>
                  </a:lnTo>
                  <a:lnTo>
                    <a:pt x="1113391" y="715784"/>
                  </a:lnTo>
                  <a:lnTo>
                    <a:pt x="1114462" y="715929"/>
                  </a:lnTo>
                  <a:lnTo>
                    <a:pt x="1115534" y="716076"/>
                  </a:lnTo>
                  <a:lnTo>
                    <a:pt x="1116605" y="716226"/>
                  </a:lnTo>
                  <a:lnTo>
                    <a:pt x="1117677" y="716378"/>
                  </a:lnTo>
                  <a:lnTo>
                    <a:pt x="1118749" y="716532"/>
                  </a:lnTo>
                  <a:lnTo>
                    <a:pt x="1119820" y="716689"/>
                  </a:lnTo>
                  <a:lnTo>
                    <a:pt x="1120892" y="716848"/>
                  </a:lnTo>
                  <a:lnTo>
                    <a:pt x="1121963" y="717010"/>
                  </a:lnTo>
                  <a:lnTo>
                    <a:pt x="1123035" y="717174"/>
                  </a:lnTo>
                  <a:lnTo>
                    <a:pt x="1124107" y="717340"/>
                  </a:lnTo>
                  <a:lnTo>
                    <a:pt x="1125178" y="717509"/>
                  </a:lnTo>
                  <a:lnTo>
                    <a:pt x="1126250" y="717680"/>
                  </a:lnTo>
                  <a:lnTo>
                    <a:pt x="1127321" y="717853"/>
                  </a:lnTo>
                  <a:lnTo>
                    <a:pt x="1128393" y="718029"/>
                  </a:lnTo>
                  <a:lnTo>
                    <a:pt x="1129465" y="718207"/>
                  </a:lnTo>
                  <a:lnTo>
                    <a:pt x="1130536" y="718387"/>
                  </a:lnTo>
                  <a:lnTo>
                    <a:pt x="1131608" y="718569"/>
                  </a:lnTo>
                  <a:lnTo>
                    <a:pt x="1132679" y="718754"/>
                  </a:lnTo>
                  <a:lnTo>
                    <a:pt x="1133751" y="718941"/>
                  </a:lnTo>
                  <a:lnTo>
                    <a:pt x="1134823" y="719130"/>
                  </a:lnTo>
                  <a:lnTo>
                    <a:pt x="1135894" y="719321"/>
                  </a:lnTo>
                  <a:lnTo>
                    <a:pt x="1136966" y="719515"/>
                  </a:lnTo>
                  <a:lnTo>
                    <a:pt x="1138037" y="719711"/>
                  </a:lnTo>
                  <a:lnTo>
                    <a:pt x="1139109" y="719909"/>
                  </a:lnTo>
                  <a:lnTo>
                    <a:pt x="1140181" y="720109"/>
                  </a:lnTo>
                  <a:lnTo>
                    <a:pt x="1141252" y="720311"/>
                  </a:lnTo>
                  <a:lnTo>
                    <a:pt x="1142324" y="720516"/>
                  </a:lnTo>
                  <a:lnTo>
                    <a:pt x="1143395" y="720722"/>
                  </a:lnTo>
                  <a:lnTo>
                    <a:pt x="1144467" y="720931"/>
                  </a:lnTo>
                  <a:lnTo>
                    <a:pt x="1145539" y="721142"/>
                  </a:lnTo>
                  <a:lnTo>
                    <a:pt x="1146610" y="721355"/>
                  </a:lnTo>
                  <a:lnTo>
                    <a:pt x="1147682" y="721570"/>
                  </a:lnTo>
                  <a:lnTo>
                    <a:pt x="1148753" y="721787"/>
                  </a:lnTo>
                  <a:lnTo>
                    <a:pt x="1149825" y="722006"/>
                  </a:lnTo>
                  <a:lnTo>
                    <a:pt x="1150897" y="722227"/>
                  </a:lnTo>
                  <a:lnTo>
                    <a:pt x="1151968" y="722450"/>
                  </a:lnTo>
                  <a:lnTo>
                    <a:pt x="1153040" y="722676"/>
                  </a:lnTo>
                  <a:lnTo>
                    <a:pt x="1154111" y="722903"/>
                  </a:lnTo>
                  <a:lnTo>
                    <a:pt x="1155183" y="723132"/>
                  </a:lnTo>
                  <a:lnTo>
                    <a:pt x="1156255" y="723363"/>
                  </a:lnTo>
                  <a:lnTo>
                    <a:pt x="1157326" y="723597"/>
                  </a:lnTo>
                  <a:lnTo>
                    <a:pt x="1158398" y="723832"/>
                  </a:lnTo>
                  <a:lnTo>
                    <a:pt x="1159469" y="724069"/>
                  </a:lnTo>
                  <a:lnTo>
                    <a:pt x="1160541" y="724308"/>
                  </a:lnTo>
                  <a:lnTo>
                    <a:pt x="1161613" y="724549"/>
                  </a:lnTo>
                  <a:lnTo>
                    <a:pt x="1162684" y="724792"/>
                  </a:lnTo>
                  <a:lnTo>
                    <a:pt x="1163756" y="725037"/>
                  </a:lnTo>
                  <a:lnTo>
                    <a:pt x="1164827" y="725283"/>
                  </a:lnTo>
                  <a:lnTo>
                    <a:pt x="1165899" y="725532"/>
                  </a:lnTo>
                  <a:lnTo>
                    <a:pt x="1166971" y="725782"/>
                  </a:lnTo>
                  <a:lnTo>
                    <a:pt x="1168042" y="726035"/>
                  </a:lnTo>
                  <a:lnTo>
                    <a:pt x="1169114" y="726289"/>
                  </a:lnTo>
                  <a:lnTo>
                    <a:pt x="1170185" y="726545"/>
                  </a:lnTo>
                  <a:lnTo>
                    <a:pt x="1171257" y="726802"/>
                  </a:lnTo>
                  <a:lnTo>
                    <a:pt x="1172329" y="727062"/>
                  </a:lnTo>
                  <a:lnTo>
                    <a:pt x="1173400" y="727323"/>
                  </a:lnTo>
                  <a:lnTo>
                    <a:pt x="1174472" y="727586"/>
                  </a:lnTo>
                  <a:lnTo>
                    <a:pt x="1175543" y="727851"/>
                  </a:lnTo>
                  <a:lnTo>
                    <a:pt x="1176615" y="728118"/>
                  </a:lnTo>
                  <a:lnTo>
                    <a:pt x="1177687" y="728386"/>
                  </a:lnTo>
                  <a:lnTo>
                    <a:pt x="1178758" y="728656"/>
                  </a:lnTo>
                  <a:lnTo>
                    <a:pt x="1179830" y="728928"/>
                  </a:lnTo>
                  <a:lnTo>
                    <a:pt x="1180901" y="729201"/>
                  </a:lnTo>
                  <a:lnTo>
                    <a:pt x="1181973" y="729476"/>
                  </a:lnTo>
                  <a:lnTo>
                    <a:pt x="1183045" y="729753"/>
                  </a:lnTo>
                  <a:lnTo>
                    <a:pt x="1184116" y="730031"/>
                  </a:lnTo>
                  <a:lnTo>
                    <a:pt x="1185188" y="730311"/>
                  </a:lnTo>
                  <a:lnTo>
                    <a:pt x="1186259" y="730593"/>
                  </a:lnTo>
                  <a:lnTo>
                    <a:pt x="1187331" y="730876"/>
                  </a:lnTo>
                  <a:lnTo>
                    <a:pt x="1188403" y="731161"/>
                  </a:lnTo>
                  <a:lnTo>
                    <a:pt x="1189474" y="731447"/>
                  </a:lnTo>
                  <a:lnTo>
                    <a:pt x="1190546" y="731735"/>
                  </a:lnTo>
                  <a:lnTo>
                    <a:pt x="1191617" y="732025"/>
                  </a:lnTo>
                  <a:lnTo>
                    <a:pt x="1192689" y="732316"/>
                  </a:lnTo>
                  <a:lnTo>
                    <a:pt x="1193761" y="732608"/>
                  </a:lnTo>
                  <a:lnTo>
                    <a:pt x="1194832" y="732903"/>
                  </a:lnTo>
                  <a:lnTo>
                    <a:pt x="1195904" y="733198"/>
                  </a:lnTo>
                  <a:lnTo>
                    <a:pt x="1196975" y="733495"/>
                  </a:lnTo>
                  <a:lnTo>
                    <a:pt x="1198047" y="733794"/>
                  </a:lnTo>
                  <a:lnTo>
                    <a:pt x="1199119" y="734094"/>
                  </a:lnTo>
                  <a:lnTo>
                    <a:pt x="1200190" y="734396"/>
                  </a:lnTo>
                  <a:lnTo>
                    <a:pt x="1201262" y="734699"/>
                  </a:lnTo>
                  <a:lnTo>
                    <a:pt x="1202333" y="735003"/>
                  </a:lnTo>
                  <a:lnTo>
                    <a:pt x="1203405" y="735309"/>
                  </a:lnTo>
                  <a:lnTo>
                    <a:pt x="1204477" y="735616"/>
                  </a:lnTo>
                  <a:lnTo>
                    <a:pt x="1205548" y="735925"/>
                  </a:lnTo>
                  <a:lnTo>
                    <a:pt x="1206620" y="736235"/>
                  </a:lnTo>
                  <a:lnTo>
                    <a:pt x="1207691" y="736546"/>
                  </a:lnTo>
                  <a:lnTo>
                    <a:pt x="1208763" y="736858"/>
                  </a:lnTo>
                  <a:lnTo>
                    <a:pt x="1209835" y="737172"/>
                  </a:lnTo>
                  <a:lnTo>
                    <a:pt x="1210906" y="737488"/>
                  </a:lnTo>
                  <a:lnTo>
                    <a:pt x="1211978" y="737804"/>
                  </a:lnTo>
                  <a:lnTo>
                    <a:pt x="1213049" y="738122"/>
                  </a:lnTo>
                  <a:lnTo>
                    <a:pt x="1214121" y="738441"/>
                  </a:lnTo>
                  <a:lnTo>
                    <a:pt x="1215193" y="738762"/>
                  </a:lnTo>
                  <a:lnTo>
                    <a:pt x="1216264" y="739084"/>
                  </a:lnTo>
                  <a:lnTo>
                    <a:pt x="1217336" y="739407"/>
                  </a:lnTo>
                  <a:lnTo>
                    <a:pt x="1218407" y="739731"/>
                  </a:lnTo>
                  <a:lnTo>
                    <a:pt x="1219479" y="740056"/>
                  </a:lnTo>
                  <a:lnTo>
                    <a:pt x="1220551" y="740383"/>
                  </a:lnTo>
                  <a:lnTo>
                    <a:pt x="1221622" y="740710"/>
                  </a:lnTo>
                  <a:lnTo>
                    <a:pt x="1222694" y="741039"/>
                  </a:lnTo>
                  <a:lnTo>
                    <a:pt x="1223765" y="741369"/>
                  </a:lnTo>
                  <a:lnTo>
                    <a:pt x="1224837" y="741701"/>
                  </a:lnTo>
                  <a:lnTo>
                    <a:pt x="1225909" y="742033"/>
                  </a:lnTo>
                  <a:lnTo>
                    <a:pt x="1226980" y="742366"/>
                  </a:lnTo>
                  <a:lnTo>
                    <a:pt x="1228052" y="742701"/>
                  </a:lnTo>
                  <a:lnTo>
                    <a:pt x="1229123" y="743037"/>
                  </a:lnTo>
                  <a:lnTo>
                    <a:pt x="1230195" y="743373"/>
                  </a:lnTo>
                  <a:lnTo>
                    <a:pt x="1231267" y="743711"/>
                  </a:lnTo>
                  <a:lnTo>
                    <a:pt x="1232338" y="744050"/>
                  </a:lnTo>
                  <a:lnTo>
                    <a:pt x="1233410" y="744390"/>
                  </a:lnTo>
                  <a:lnTo>
                    <a:pt x="1234481" y="744731"/>
                  </a:lnTo>
                  <a:lnTo>
                    <a:pt x="1235553" y="745073"/>
                  </a:lnTo>
                  <a:lnTo>
                    <a:pt x="1236625" y="745416"/>
                  </a:lnTo>
                  <a:lnTo>
                    <a:pt x="1237696" y="745760"/>
                  </a:lnTo>
                  <a:lnTo>
                    <a:pt x="1238768" y="746105"/>
                  </a:lnTo>
                  <a:lnTo>
                    <a:pt x="1239839" y="746451"/>
                  </a:lnTo>
                  <a:lnTo>
                    <a:pt x="1240911" y="746797"/>
                  </a:lnTo>
                  <a:lnTo>
                    <a:pt x="1241983" y="747145"/>
                  </a:lnTo>
                  <a:lnTo>
                    <a:pt x="1243054" y="747494"/>
                  </a:lnTo>
                  <a:lnTo>
                    <a:pt x="1244126" y="747843"/>
                  </a:lnTo>
                  <a:lnTo>
                    <a:pt x="1245197" y="748194"/>
                  </a:lnTo>
                  <a:lnTo>
                    <a:pt x="1246269" y="748545"/>
                  </a:lnTo>
                  <a:lnTo>
                    <a:pt x="1247340" y="748897"/>
                  </a:lnTo>
                  <a:lnTo>
                    <a:pt x="1248412" y="749250"/>
                  </a:lnTo>
                  <a:lnTo>
                    <a:pt x="1249484" y="749604"/>
                  </a:lnTo>
                  <a:lnTo>
                    <a:pt x="1250555" y="749959"/>
                  </a:lnTo>
                  <a:lnTo>
                    <a:pt x="1251627" y="750314"/>
                  </a:lnTo>
                  <a:lnTo>
                    <a:pt x="1252698" y="750671"/>
                  </a:lnTo>
                  <a:lnTo>
                    <a:pt x="1253770" y="751028"/>
                  </a:lnTo>
                  <a:lnTo>
                    <a:pt x="1254842" y="751386"/>
                  </a:lnTo>
                  <a:lnTo>
                    <a:pt x="1255913" y="751744"/>
                  </a:lnTo>
                  <a:lnTo>
                    <a:pt x="1256985" y="752103"/>
                  </a:lnTo>
                  <a:lnTo>
                    <a:pt x="1258056" y="752464"/>
                  </a:lnTo>
                  <a:lnTo>
                    <a:pt x="1259128" y="752824"/>
                  </a:lnTo>
                  <a:lnTo>
                    <a:pt x="1260200" y="753186"/>
                  </a:lnTo>
                  <a:lnTo>
                    <a:pt x="1261271" y="753548"/>
                  </a:lnTo>
                  <a:lnTo>
                    <a:pt x="1262343" y="753911"/>
                  </a:lnTo>
                  <a:lnTo>
                    <a:pt x="1263414" y="754275"/>
                  </a:lnTo>
                  <a:lnTo>
                    <a:pt x="1264486" y="754639"/>
                  </a:lnTo>
                  <a:lnTo>
                    <a:pt x="1265558" y="755004"/>
                  </a:lnTo>
                  <a:lnTo>
                    <a:pt x="1266629" y="755369"/>
                  </a:lnTo>
                  <a:lnTo>
                    <a:pt x="1267701" y="755735"/>
                  </a:lnTo>
                  <a:lnTo>
                    <a:pt x="1268772" y="756102"/>
                  </a:lnTo>
                  <a:lnTo>
                    <a:pt x="1269844" y="756469"/>
                  </a:lnTo>
                  <a:lnTo>
                    <a:pt x="1270916" y="756837"/>
                  </a:lnTo>
                  <a:lnTo>
                    <a:pt x="1271987" y="757205"/>
                  </a:lnTo>
                  <a:lnTo>
                    <a:pt x="1273059" y="757574"/>
                  </a:lnTo>
                  <a:lnTo>
                    <a:pt x="1274130" y="757944"/>
                  </a:lnTo>
                  <a:lnTo>
                    <a:pt x="1275202" y="758314"/>
                  </a:lnTo>
                  <a:lnTo>
                    <a:pt x="1276274" y="758685"/>
                  </a:lnTo>
                  <a:lnTo>
                    <a:pt x="1277345" y="759056"/>
                  </a:lnTo>
                  <a:lnTo>
                    <a:pt x="1278417" y="759427"/>
                  </a:lnTo>
                  <a:lnTo>
                    <a:pt x="1279488" y="759799"/>
                  </a:lnTo>
                  <a:lnTo>
                    <a:pt x="1280560" y="760172"/>
                  </a:lnTo>
                  <a:lnTo>
                    <a:pt x="1281632" y="760544"/>
                  </a:lnTo>
                  <a:lnTo>
                    <a:pt x="1282703" y="760918"/>
                  </a:lnTo>
                  <a:lnTo>
                    <a:pt x="1283775" y="761291"/>
                  </a:lnTo>
                  <a:lnTo>
                    <a:pt x="1284846" y="761666"/>
                  </a:lnTo>
                  <a:lnTo>
                    <a:pt x="1285918" y="762040"/>
                  </a:lnTo>
                  <a:lnTo>
                    <a:pt x="1286990" y="762415"/>
                  </a:lnTo>
                  <a:lnTo>
                    <a:pt x="1288061" y="762790"/>
                  </a:lnTo>
                  <a:lnTo>
                    <a:pt x="1289133" y="763166"/>
                  </a:lnTo>
                  <a:lnTo>
                    <a:pt x="1290204" y="763542"/>
                  </a:lnTo>
                  <a:lnTo>
                    <a:pt x="1291276" y="763918"/>
                  </a:lnTo>
                  <a:lnTo>
                    <a:pt x="1292348" y="764295"/>
                  </a:lnTo>
                  <a:lnTo>
                    <a:pt x="1293419" y="764672"/>
                  </a:lnTo>
                  <a:lnTo>
                    <a:pt x="1294491" y="765049"/>
                  </a:lnTo>
                  <a:lnTo>
                    <a:pt x="1295562" y="765427"/>
                  </a:lnTo>
                  <a:lnTo>
                    <a:pt x="1296634" y="765804"/>
                  </a:lnTo>
                  <a:lnTo>
                    <a:pt x="1297706" y="766182"/>
                  </a:lnTo>
                  <a:lnTo>
                    <a:pt x="1298777" y="766561"/>
                  </a:lnTo>
                  <a:lnTo>
                    <a:pt x="1299849" y="766939"/>
                  </a:lnTo>
                  <a:lnTo>
                    <a:pt x="1300920" y="767318"/>
                  </a:lnTo>
                  <a:lnTo>
                    <a:pt x="1301992" y="767697"/>
                  </a:lnTo>
                  <a:lnTo>
                    <a:pt x="1303064" y="768076"/>
                  </a:lnTo>
                  <a:lnTo>
                    <a:pt x="1304135" y="768455"/>
                  </a:lnTo>
                  <a:lnTo>
                    <a:pt x="1305207" y="768835"/>
                  </a:lnTo>
                  <a:lnTo>
                    <a:pt x="1306278" y="769214"/>
                  </a:lnTo>
                  <a:lnTo>
                    <a:pt x="1307350" y="769594"/>
                  </a:lnTo>
                  <a:lnTo>
                    <a:pt x="1308422" y="769974"/>
                  </a:lnTo>
                  <a:lnTo>
                    <a:pt x="1309493" y="770354"/>
                  </a:lnTo>
                  <a:lnTo>
                    <a:pt x="1310565" y="770734"/>
                  </a:lnTo>
                  <a:lnTo>
                    <a:pt x="1311636" y="771114"/>
                  </a:lnTo>
                  <a:lnTo>
                    <a:pt x="1312708" y="771494"/>
                  </a:lnTo>
                  <a:lnTo>
                    <a:pt x="1313780" y="771875"/>
                  </a:lnTo>
                  <a:lnTo>
                    <a:pt x="1314851" y="772255"/>
                  </a:lnTo>
                  <a:lnTo>
                    <a:pt x="1315923" y="772636"/>
                  </a:lnTo>
                  <a:lnTo>
                    <a:pt x="1316994" y="773016"/>
                  </a:lnTo>
                  <a:lnTo>
                    <a:pt x="1318066" y="773397"/>
                  </a:lnTo>
                  <a:lnTo>
                    <a:pt x="1319138" y="773777"/>
                  </a:lnTo>
                  <a:lnTo>
                    <a:pt x="1320209" y="774157"/>
                  </a:lnTo>
                  <a:lnTo>
                    <a:pt x="1321281" y="774538"/>
                  </a:lnTo>
                  <a:lnTo>
                    <a:pt x="1322352" y="774918"/>
                  </a:lnTo>
                  <a:lnTo>
                    <a:pt x="1323424" y="775299"/>
                  </a:lnTo>
                  <a:lnTo>
                    <a:pt x="1324496" y="775679"/>
                  </a:lnTo>
                  <a:lnTo>
                    <a:pt x="1325567" y="776059"/>
                  </a:lnTo>
                  <a:lnTo>
                    <a:pt x="1326639" y="776439"/>
                  </a:lnTo>
                  <a:lnTo>
                    <a:pt x="1327710" y="776819"/>
                  </a:lnTo>
                  <a:lnTo>
                    <a:pt x="1328782" y="777199"/>
                  </a:lnTo>
                  <a:lnTo>
                    <a:pt x="1329854" y="777579"/>
                  </a:lnTo>
                  <a:lnTo>
                    <a:pt x="1330925" y="777959"/>
                  </a:lnTo>
                  <a:lnTo>
                    <a:pt x="1331997" y="778339"/>
                  </a:lnTo>
                  <a:lnTo>
                    <a:pt x="1333068" y="778718"/>
                  </a:lnTo>
                  <a:lnTo>
                    <a:pt x="1334140" y="779097"/>
                  </a:lnTo>
                  <a:lnTo>
                    <a:pt x="1335212" y="779476"/>
                  </a:lnTo>
                  <a:lnTo>
                    <a:pt x="1336283" y="779855"/>
                  </a:lnTo>
                  <a:lnTo>
                    <a:pt x="1337355" y="780234"/>
                  </a:lnTo>
                  <a:lnTo>
                    <a:pt x="1338426" y="780612"/>
                  </a:lnTo>
                  <a:lnTo>
                    <a:pt x="1339498" y="780991"/>
                  </a:lnTo>
                  <a:lnTo>
                    <a:pt x="1340570" y="781369"/>
                  </a:lnTo>
                  <a:lnTo>
                    <a:pt x="1341641" y="781746"/>
                  </a:lnTo>
                  <a:lnTo>
                    <a:pt x="1342713" y="782124"/>
                  </a:lnTo>
                  <a:lnTo>
                    <a:pt x="1343784" y="782501"/>
                  </a:lnTo>
                  <a:lnTo>
                    <a:pt x="1344856" y="782878"/>
                  </a:lnTo>
                  <a:lnTo>
                    <a:pt x="1345928" y="783255"/>
                  </a:lnTo>
                  <a:lnTo>
                    <a:pt x="1346999" y="783631"/>
                  </a:lnTo>
                  <a:lnTo>
                    <a:pt x="1348071" y="784007"/>
                  </a:lnTo>
                  <a:lnTo>
                    <a:pt x="1349142" y="784383"/>
                  </a:lnTo>
                  <a:lnTo>
                    <a:pt x="1350214" y="784758"/>
                  </a:lnTo>
                  <a:lnTo>
                    <a:pt x="1351286" y="785133"/>
                  </a:lnTo>
                  <a:lnTo>
                    <a:pt x="1352357" y="785508"/>
                  </a:lnTo>
                  <a:lnTo>
                    <a:pt x="1353429" y="785882"/>
                  </a:lnTo>
                  <a:lnTo>
                    <a:pt x="1354500" y="786256"/>
                  </a:lnTo>
                  <a:lnTo>
                    <a:pt x="1355572" y="786630"/>
                  </a:lnTo>
                  <a:lnTo>
                    <a:pt x="1356644" y="787003"/>
                  </a:lnTo>
                  <a:lnTo>
                    <a:pt x="1357715" y="787376"/>
                  </a:lnTo>
                  <a:lnTo>
                    <a:pt x="1358787" y="787748"/>
                  </a:lnTo>
                  <a:lnTo>
                    <a:pt x="1359858" y="788120"/>
                  </a:lnTo>
                  <a:lnTo>
                    <a:pt x="1360930" y="788491"/>
                  </a:lnTo>
                  <a:lnTo>
                    <a:pt x="1362002" y="788862"/>
                  </a:lnTo>
                  <a:lnTo>
                    <a:pt x="1363073" y="789233"/>
                  </a:lnTo>
                  <a:lnTo>
                    <a:pt x="1364145" y="789603"/>
                  </a:lnTo>
                  <a:lnTo>
                    <a:pt x="1365216" y="789972"/>
                  </a:lnTo>
                  <a:lnTo>
                    <a:pt x="1366288" y="790341"/>
                  </a:lnTo>
                  <a:lnTo>
                    <a:pt x="1367360" y="790709"/>
                  </a:lnTo>
                  <a:lnTo>
                    <a:pt x="1368431" y="791077"/>
                  </a:lnTo>
                  <a:lnTo>
                    <a:pt x="1369503" y="791445"/>
                  </a:lnTo>
                  <a:lnTo>
                    <a:pt x="1370574" y="791812"/>
                  </a:lnTo>
                  <a:lnTo>
                    <a:pt x="1371646" y="792178"/>
                  </a:lnTo>
                  <a:lnTo>
                    <a:pt x="1372718" y="792544"/>
                  </a:lnTo>
                  <a:lnTo>
                    <a:pt x="1373789" y="792909"/>
                  </a:lnTo>
                  <a:lnTo>
                    <a:pt x="1374861" y="793273"/>
                  </a:lnTo>
                  <a:lnTo>
                    <a:pt x="1375932" y="793637"/>
                  </a:lnTo>
                  <a:lnTo>
                    <a:pt x="1377004" y="794000"/>
                  </a:lnTo>
                  <a:lnTo>
                    <a:pt x="1378076" y="794363"/>
                  </a:lnTo>
                  <a:lnTo>
                    <a:pt x="1379147" y="794725"/>
                  </a:lnTo>
                  <a:lnTo>
                    <a:pt x="1380219" y="795087"/>
                  </a:lnTo>
                  <a:lnTo>
                    <a:pt x="1381290" y="795447"/>
                  </a:lnTo>
                  <a:lnTo>
                    <a:pt x="1382362" y="795807"/>
                  </a:lnTo>
                  <a:lnTo>
                    <a:pt x="1383434" y="796167"/>
                  </a:lnTo>
                  <a:lnTo>
                    <a:pt x="1384505" y="796526"/>
                  </a:lnTo>
                  <a:lnTo>
                    <a:pt x="1385577" y="796884"/>
                  </a:lnTo>
                  <a:lnTo>
                    <a:pt x="1386648" y="797241"/>
                  </a:lnTo>
                  <a:lnTo>
                    <a:pt x="1387720" y="797598"/>
                  </a:lnTo>
                  <a:lnTo>
                    <a:pt x="1388792" y="797954"/>
                  </a:lnTo>
                  <a:lnTo>
                    <a:pt x="1389863" y="798309"/>
                  </a:lnTo>
                  <a:lnTo>
                    <a:pt x="1390935" y="798663"/>
                  </a:lnTo>
                  <a:lnTo>
                    <a:pt x="1392006" y="799017"/>
                  </a:lnTo>
                  <a:lnTo>
                    <a:pt x="1393078" y="799370"/>
                  </a:lnTo>
                  <a:lnTo>
                    <a:pt x="1394150" y="799722"/>
                  </a:lnTo>
                  <a:lnTo>
                    <a:pt x="1395221" y="800073"/>
                  </a:lnTo>
                  <a:lnTo>
                    <a:pt x="1396293" y="800424"/>
                  </a:lnTo>
                  <a:lnTo>
                    <a:pt x="1397364" y="800773"/>
                  </a:lnTo>
                  <a:lnTo>
                    <a:pt x="1398436" y="801122"/>
                  </a:lnTo>
                  <a:lnTo>
                    <a:pt x="1399508" y="801470"/>
                  </a:lnTo>
                  <a:lnTo>
                    <a:pt x="1400579" y="801818"/>
                  </a:lnTo>
                  <a:lnTo>
                    <a:pt x="1401651" y="802164"/>
                  </a:lnTo>
                  <a:lnTo>
                    <a:pt x="1402722" y="802510"/>
                  </a:lnTo>
                  <a:lnTo>
                    <a:pt x="1403794" y="802854"/>
                  </a:lnTo>
                  <a:lnTo>
                    <a:pt x="1404866" y="803198"/>
                  </a:lnTo>
                  <a:lnTo>
                    <a:pt x="1405937" y="803541"/>
                  </a:lnTo>
                  <a:lnTo>
                    <a:pt x="1407009" y="803883"/>
                  </a:lnTo>
                  <a:lnTo>
                    <a:pt x="1408080" y="804224"/>
                  </a:lnTo>
                  <a:lnTo>
                    <a:pt x="1409152" y="804565"/>
                  </a:lnTo>
                  <a:lnTo>
                    <a:pt x="1410224" y="804904"/>
                  </a:lnTo>
                  <a:lnTo>
                    <a:pt x="1411295" y="805242"/>
                  </a:lnTo>
                  <a:lnTo>
                    <a:pt x="1412367" y="805580"/>
                  </a:lnTo>
                  <a:lnTo>
                    <a:pt x="1413438" y="805917"/>
                  </a:lnTo>
                  <a:lnTo>
                    <a:pt x="1414510" y="806252"/>
                  </a:lnTo>
                  <a:lnTo>
                    <a:pt x="1415582" y="806587"/>
                  </a:lnTo>
                  <a:lnTo>
                    <a:pt x="1416653" y="806920"/>
                  </a:lnTo>
                  <a:lnTo>
                    <a:pt x="1417725" y="807253"/>
                  </a:lnTo>
                  <a:lnTo>
                    <a:pt x="1418796" y="807585"/>
                  </a:lnTo>
                  <a:lnTo>
                    <a:pt x="1419868" y="807916"/>
                  </a:lnTo>
                  <a:lnTo>
                    <a:pt x="1420939" y="808245"/>
                  </a:lnTo>
                  <a:lnTo>
                    <a:pt x="1422011" y="808574"/>
                  </a:lnTo>
                  <a:lnTo>
                    <a:pt x="1423083" y="808902"/>
                  </a:lnTo>
                  <a:lnTo>
                    <a:pt x="1424154" y="809228"/>
                  </a:lnTo>
                  <a:lnTo>
                    <a:pt x="1425226" y="809554"/>
                  </a:lnTo>
                  <a:lnTo>
                    <a:pt x="1426297" y="809879"/>
                  </a:lnTo>
                  <a:lnTo>
                    <a:pt x="1427369" y="810202"/>
                  </a:lnTo>
                  <a:lnTo>
                    <a:pt x="1428441" y="810525"/>
                  </a:lnTo>
                  <a:lnTo>
                    <a:pt x="1429512" y="810846"/>
                  </a:lnTo>
                  <a:lnTo>
                    <a:pt x="1430584" y="811167"/>
                  </a:lnTo>
                  <a:lnTo>
                    <a:pt x="1431655" y="811486"/>
                  </a:lnTo>
                  <a:lnTo>
                    <a:pt x="1432727" y="811804"/>
                  </a:lnTo>
                  <a:lnTo>
                    <a:pt x="1433799" y="812121"/>
                  </a:lnTo>
                  <a:lnTo>
                    <a:pt x="1434870" y="812437"/>
                  </a:lnTo>
                  <a:lnTo>
                    <a:pt x="1435942" y="812752"/>
                  </a:lnTo>
                  <a:lnTo>
                    <a:pt x="1437013" y="813066"/>
                  </a:lnTo>
                  <a:lnTo>
                    <a:pt x="1438085" y="813378"/>
                  </a:lnTo>
                  <a:lnTo>
                    <a:pt x="1439157" y="813690"/>
                  </a:lnTo>
                  <a:lnTo>
                    <a:pt x="1440228" y="814000"/>
                  </a:lnTo>
                  <a:lnTo>
                    <a:pt x="1441300" y="814310"/>
                  </a:lnTo>
                  <a:lnTo>
                    <a:pt x="1442371" y="814618"/>
                  </a:lnTo>
                  <a:lnTo>
                    <a:pt x="1443443" y="814925"/>
                  </a:lnTo>
                  <a:lnTo>
                    <a:pt x="1444515" y="815230"/>
                  </a:lnTo>
                  <a:lnTo>
                    <a:pt x="1445586" y="815535"/>
                  </a:lnTo>
                  <a:lnTo>
                    <a:pt x="1446658" y="815838"/>
                  </a:lnTo>
                  <a:lnTo>
                    <a:pt x="1447729" y="816141"/>
                  </a:lnTo>
                  <a:lnTo>
                    <a:pt x="1448801" y="816442"/>
                  </a:lnTo>
                  <a:lnTo>
                    <a:pt x="1449873" y="816742"/>
                  </a:lnTo>
                  <a:lnTo>
                    <a:pt x="1450944" y="817040"/>
                  </a:lnTo>
                  <a:lnTo>
                    <a:pt x="1452016" y="817338"/>
                  </a:lnTo>
                  <a:lnTo>
                    <a:pt x="1453087" y="817634"/>
                  </a:lnTo>
                  <a:lnTo>
                    <a:pt x="1454159" y="817929"/>
                  </a:lnTo>
                  <a:lnTo>
                    <a:pt x="1455231" y="818223"/>
                  </a:lnTo>
                  <a:lnTo>
                    <a:pt x="1456302" y="818515"/>
                  </a:lnTo>
                  <a:lnTo>
                    <a:pt x="1457374" y="818807"/>
                  </a:lnTo>
                  <a:lnTo>
                    <a:pt x="1458445" y="819097"/>
                  </a:lnTo>
                  <a:lnTo>
                    <a:pt x="1459517" y="819385"/>
                  </a:lnTo>
                  <a:lnTo>
                    <a:pt x="1460589" y="819673"/>
                  </a:lnTo>
                  <a:lnTo>
                    <a:pt x="1461660" y="819959"/>
                  </a:lnTo>
                  <a:lnTo>
                    <a:pt x="1462732" y="820244"/>
                  </a:lnTo>
                  <a:lnTo>
                    <a:pt x="1463803" y="820528"/>
                  </a:lnTo>
                  <a:lnTo>
                    <a:pt x="1464875" y="820811"/>
                  </a:lnTo>
                  <a:lnTo>
                    <a:pt x="1465947" y="821092"/>
                  </a:lnTo>
                  <a:lnTo>
                    <a:pt x="1467018" y="821372"/>
                  </a:lnTo>
                  <a:lnTo>
                    <a:pt x="1468090" y="821651"/>
                  </a:lnTo>
                  <a:lnTo>
                    <a:pt x="1469161" y="821928"/>
                  </a:lnTo>
                  <a:lnTo>
                    <a:pt x="1470233" y="822204"/>
                  </a:lnTo>
                  <a:lnTo>
                    <a:pt x="1471305" y="822479"/>
                  </a:lnTo>
                  <a:lnTo>
                    <a:pt x="1472376" y="822753"/>
                  </a:lnTo>
                  <a:lnTo>
                    <a:pt x="1473448" y="823025"/>
                  </a:lnTo>
                  <a:lnTo>
                    <a:pt x="1474519" y="823296"/>
                  </a:lnTo>
                  <a:lnTo>
                    <a:pt x="1475591" y="823565"/>
                  </a:lnTo>
                  <a:lnTo>
                    <a:pt x="1476663" y="823834"/>
                  </a:lnTo>
                  <a:lnTo>
                    <a:pt x="1477734" y="824101"/>
                  </a:lnTo>
                  <a:lnTo>
                    <a:pt x="1478806" y="824366"/>
                  </a:lnTo>
                  <a:lnTo>
                    <a:pt x="1479877" y="824631"/>
                  </a:lnTo>
                  <a:lnTo>
                    <a:pt x="1480949" y="824894"/>
                  </a:lnTo>
                  <a:lnTo>
                    <a:pt x="1482021" y="825156"/>
                  </a:lnTo>
                  <a:lnTo>
                    <a:pt x="1483092" y="825416"/>
                  </a:lnTo>
                  <a:lnTo>
                    <a:pt x="1484164" y="825675"/>
                  </a:lnTo>
                  <a:lnTo>
                    <a:pt x="1485235" y="825933"/>
                  </a:lnTo>
                  <a:lnTo>
                    <a:pt x="1486307" y="826189"/>
                  </a:lnTo>
                  <a:lnTo>
                    <a:pt x="1487379" y="826444"/>
                  </a:lnTo>
                  <a:lnTo>
                    <a:pt x="1488450" y="826698"/>
                  </a:lnTo>
                  <a:lnTo>
                    <a:pt x="1489522" y="826951"/>
                  </a:lnTo>
                  <a:lnTo>
                    <a:pt x="1490593" y="827202"/>
                  </a:lnTo>
                  <a:lnTo>
                    <a:pt x="1491665" y="827451"/>
                  </a:lnTo>
                  <a:lnTo>
                    <a:pt x="1492737" y="827700"/>
                  </a:lnTo>
                  <a:lnTo>
                    <a:pt x="1493808" y="827947"/>
                  </a:lnTo>
                  <a:lnTo>
                    <a:pt x="1494880" y="828193"/>
                  </a:lnTo>
                  <a:lnTo>
                    <a:pt x="1495951" y="828437"/>
                  </a:lnTo>
                  <a:lnTo>
                    <a:pt x="1497023" y="828680"/>
                  </a:lnTo>
                  <a:lnTo>
                    <a:pt x="1498095" y="828922"/>
                  </a:lnTo>
                  <a:lnTo>
                    <a:pt x="1499166" y="829162"/>
                  </a:lnTo>
                  <a:lnTo>
                    <a:pt x="1500238" y="829401"/>
                  </a:lnTo>
                  <a:lnTo>
                    <a:pt x="1501309" y="829639"/>
                  </a:lnTo>
                  <a:lnTo>
                    <a:pt x="1502381" y="829875"/>
                  </a:lnTo>
                  <a:lnTo>
                    <a:pt x="1503453" y="830111"/>
                  </a:lnTo>
                  <a:lnTo>
                    <a:pt x="1504524" y="830344"/>
                  </a:lnTo>
                  <a:lnTo>
                    <a:pt x="1505596" y="830577"/>
                  </a:lnTo>
                  <a:lnTo>
                    <a:pt x="1506667" y="830808"/>
                  </a:lnTo>
                  <a:lnTo>
                    <a:pt x="1507739" y="831038"/>
                  </a:lnTo>
                  <a:lnTo>
                    <a:pt x="1508811" y="831266"/>
                  </a:lnTo>
                  <a:lnTo>
                    <a:pt x="1509882" y="831493"/>
                  </a:lnTo>
                  <a:lnTo>
                    <a:pt x="1510954" y="831719"/>
                  </a:lnTo>
                  <a:lnTo>
                    <a:pt x="1512025" y="831943"/>
                  </a:lnTo>
                  <a:lnTo>
                    <a:pt x="1513097" y="832167"/>
                  </a:lnTo>
                  <a:lnTo>
                    <a:pt x="1514169" y="832389"/>
                  </a:lnTo>
                  <a:lnTo>
                    <a:pt x="1515240" y="832609"/>
                  </a:lnTo>
                  <a:lnTo>
                    <a:pt x="1516312" y="832829"/>
                  </a:lnTo>
                  <a:lnTo>
                    <a:pt x="1517383" y="833047"/>
                  </a:lnTo>
                  <a:lnTo>
                    <a:pt x="1518455" y="833263"/>
                  </a:lnTo>
                  <a:lnTo>
                    <a:pt x="1519527" y="833479"/>
                  </a:lnTo>
                  <a:lnTo>
                    <a:pt x="1520598" y="833693"/>
                  </a:lnTo>
                  <a:lnTo>
                    <a:pt x="1521670" y="833906"/>
                  </a:lnTo>
                  <a:lnTo>
                    <a:pt x="1522741" y="834118"/>
                  </a:lnTo>
                  <a:lnTo>
                    <a:pt x="1523813" y="834328"/>
                  </a:lnTo>
                  <a:lnTo>
                    <a:pt x="1524885" y="834537"/>
                  </a:lnTo>
                  <a:lnTo>
                    <a:pt x="1525956" y="834745"/>
                  </a:lnTo>
                  <a:lnTo>
                    <a:pt x="1527028" y="834952"/>
                  </a:lnTo>
                  <a:lnTo>
                    <a:pt x="1528099" y="835157"/>
                  </a:lnTo>
                  <a:lnTo>
                    <a:pt x="1529171" y="835361"/>
                  </a:lnTo>
                  <a:lnTo>
                    <a:pt x="1530243" y="835564"/>
                  </a:lnTo>
                  <a:lnTo>
                    <a:pt x="1531314" y="835766"/>
                  </a:lnTo>
                  <a:lnTo>
                    <a:pt x="1532386" y="835967"/>
                  </a:lnTo>
                  <a:lnTo>
                    <a:pt x="1533457" y="836166"/>
                  </a:lnTo>
                  <a:lnTo>
                    <a:pt x="1534529" y="836365"/>
                  </a:lnTo>
                  <a:lnTo>
                    <a:pt x="1535601" y="836562"/>
                  </a:lnTo>
                  <a:lnTo>
                    <a:pt x="1536672" y="836758"/>
                  </a:lnTo>
                  <a:lnTo>
                    <a:pt x="1537744" y="836953"/>
                  </a:lnTo>
                  <a:lnTo>
                    <a:pt x="1538815" y="837146"/>
                  </a:lnTo>
                  <a:lnTo>
                    <a:pt x="1539887" y="837339"/>
                  </a:lnTo>
                  <a:lnTo>
                    <a:pt x="1540959" y="837530"/>
                  </a:lnTo>
                  <a:lnTo>
                    <a:pt x="1542030" y="837721"/>
                  </a:lnTo>
                  <a:lnTo>
                    <a:pt x="1543102" y="837346"/>
                  </a:lnTo>
                  <a:lnTo>
                    <a:pt x="1544173" y="836669"/>
                  </a:lnTo>
                  <a:lnTo>
                    <a:pt x="1545245" y="835995"/>
                  </a:lnTo>
                  <a:lnTo>
                    <a:pt x="1546317" y="835324"/>
                  </a:lnTo>
                  <a:lnTo>
                    <a:pt x="1547388" y="834655"/>
                  </a:lnTo>
                  <a:lnTo>
                    <a:pt x="1548460" y="833990"/>
                  </a:lnTo>
                  <a:lnTo>
                    <a:pt x="1549531" y="833327"/>
                  </a:lnTo>
                  <a:lnTo>
                    <a:pt x="1550603" y="832667"/>
                  </a:lnTo>
                  <a:lnTo>
                    <a:pt x="1551675" y="832010"/>
                  </a:lnTo>
                  <a:lnTo>
                    <a:pt x="1552746" y="831355"/>
                  </a:lnTo>
                  <a:lnTo>
                    <a:pt x="1553818" y="830703"/>
                  </a:lnTo>
                  <a:lnTo>
                    <a:pt x="1554889" y="830054"/>
                  </a:lnTo>
                  <a:lnTo>
                    <a:pt x="1555961" y="829407"/>
                  </a:lnTo>
                  <a:lnTo>
                    <a:pt x="1557033" y="828763"/>
                  </a:lnTo>
                  <a:lnTo>
                    <a:pt x="1558104" y="828122"/>
                  </a:lnTo>
                  <a:lnTo>
                    <a:pt x="1559176" y="827483"/>
                  </a:lnTo>
                  <a:lnTo>
                    <a:pt x="1560247" y="826847"/>
                  </a:lnTo>
                  <a:lnTo>
                    <a:pt x="1561319" y="826213"/>
                  </a:lnTo>
                  <a:lnTo>
                    <a:pt x="1562391" y="825582"/>
                  </a:lnTo>
                  <a:lnTo>
                    <a:pt x="1563462" y="824953"/>
                  </a:lnTo>
                  <a:lnTo>
                    <a:pt x="1564534" y="824326"/>
                  </a:lnTo>
                  <a:lnTo>
                    <a:pt x="1565605" y="823702"/>
                  </a:lnTo>
                  <a:lnTo>
                    <a:pt x="1566677" y="823081"/>
                  </a:lnTo>
                  <a:lnTo>
                    <a:pt x="1567749" y="822462"/>
                  </a:lnTo>
                  <a:lnTo>
                    <a:pt x="1568820" y="821845"/>
                  </a:lnTo>
                  <a:lnTo>
                    <a:pt x="1569892" y="821230"/>
                  </a:lnTo>
                  <a:lnTo>
                    <a:pt x="1570963" y="820618"/>
                  </a:lnTo>
                  <a:lnTo>
                    <a:pt x="1572035" y="820008"/>
                  </a:lnTo>
                  <a:lnTo>
                    <a:pt x="1573107" y="819400"/>
                  </a:lnTo>
                  <a:lnTo>
                    <a:pt x="1574178" y="818794"/>
                  </a:lnTo>
                  <a:lnTo>
                    <a:pt x="1575250" y="818191"/>
                  </a:lnTo>
                  <a:lnTo>
                    <a:pt x="1576321" y="817590"/>
                  </a:lnTo>
                  <a:lnTo>
                    <a:pt x="1577393" y="816991"/>
                  </a:lnTo>
                  <a:lnTo>
                    <a:pt x="1578465" y="816394"/>
                  </a:lnTo>
                  <a:lnTo>
                    <a:pt x="1579536" y="815799"/>
                  </a:lnTo>
                  <a:lnTo>
                    <a:pt x="1580608" y="815206"/>
                  </a:lnTo>
                  <a:lnTo>
                    <a:pt x="1581679" y="814615"/>
                  </a:lnTo>
                  <a:lnTo>
                    <a:pt x="1582751" y="814026"/>
                  </a:lnTo>
                  <a:lnTo>
                    <a:pt x="1583823" y="813439"/>
                  </a:lnTo>
                  <a:lnTo>
                    <a:pt x="1584894" y="812854"/>
                  </a:lnTo>
                  <a:lnTo>
                    <a:pt x="1585966" y="812271"/>
                  </a:lnTo>
                  <a:lnTo>
                    <a:pt x="1587037" y="811690"/>
                  </a:lnTo>
                  <a:lnTo>
                    <a:pt x="1588109" y="811111"/>
                  </a:lnTo>
                  <a:lnTo>
                    <a:pt x="1589181" y="810534"/>
                  </a:lnTo>
                  <a:lnTo>
                    <a:pt x="1590252" y="809958"/>
                  </a:lnTo>
                  <a:lnTo>
                    <a:pt x="1591324" y="809384"/>
                  </a:lnTo>
                  <a:lnTo>
                    <a:pt x="1592395" y="808812"/>
                  </a:lnTo>
                  <a:lnTo>
                    <a:pt x="1593467" y="808242"/>
                  </a:lnTo>
                  <a:lnTo>
                    <a:pt x="1594539" y="807674"/>
                  </a:lnTo>
                  <a:lnTo>
                    <a:pt x="1595610" y="807107"/>
                  </a:lnTo>
                  <a:lnTo>
                    <a:pt x="1596682" y="806542"/>
                  </a:lnTo>
                  <a:lnTo>
                    <a:pt x="1597753" y="805978"/>
                  </a:lnTo>
                  <a:lnTo>
                    <a:pt x="1598825" y="805416"/>
                  </a:lnTo>
                  <a:lnTo>
                    <a:pt x="1599896" y="804856"/>
                  </a:lnTo>
                  <a:lnTo>
                    <a:pt x="1600968" y="804297"/>
                  </a:lnTo>
                  <a:lnTo>
                    <a:pt x="1602040" y="803740"/>
                  </a:lnTo>
                  <a:lnTo>
                    <a:pt x="1603111" y="803185"/>
                  </a:lnTo>
                  <a:lnTo>
                    <a:pt x="1604183" y="802630"/>
                  </a:lnTo>
                  <a:lnTo>
                    <a:pt x="1605254" y="802078"/>
                  </a:lnTo>
                  <a:lnTo>
                    <a:pt x="1606326" y="801526"/>
                  </a:lnTo>
                  <a:lnTo>
                    <a:pt x="1607398" y="800977"/>
                  </a:lnTo>
                  <a:lnTo>
                    <a:pt x="1608469" y="800428"/>
                  </a:lnTo>
                  <a:lnTo>
                    <a:pt x="1609541" y="799881"/>
                  </a:lnTo>
                  <a:lnTo>
                    <a:pt x="1610612" y="799335"/>
                  </a:lnTo>
                  <a:lnTo>
                    <a:pt x="1611684" y="798791"/>
                  </a:lnTo>
                  <a:lnTo>
                    <a:pt x="1612756" y="798248"/>
                  </a:lnTo>
                  <a:lnTo>
                    <a:pt x="1613827" y="797706"/>
                  </a:lnTo>
                  <a:lnTo>
                    <a:pt x="1614899" y="797165"/>
                  </a:lnTo>
                  <a:lnTo>
                    <a:pt x="1615970" y="796626"/>
                  </a:lnTo>
                  <a:lnTo>
                    <a:pt x="1617042" y="796087"/>
                  </a:lnTo>
                  <a:lnTo>
                    <a:pt x="1618114" y="795550"/>
                  </a:lnTo>
                  <a:lnTo>
                    <a:pt x="1619185" y="795014"/>
                  </a:lnTo>
                  <a:lnTo>
                    <a:pt x="1620257" y="794479"/>
                  </a:lnTo>
                  <a:lnTo>
                    <a:pt x="1621328" y="793946"/>
                  </a:lnTo>
                  <a:lnTo>
                    <a:pt x="1622400" y="793413"/>
                  </a:lnTo>
                  <a:lnTo>
                    <a:pt x="1623472" y="792881"/>
                  </a:lnTo>
                  <a:lnTo>
                    <a:pt x="1624543" y="792351"/>
                  </a:lnTo>
                  <a:lnTo>
                    <a:pt x="1625615" y="791821"/>
                  </a:lnTo>
                  <a:lnTo>
                    <a:pt x="1626686" y="791292"/>
                  </a:lnTo>
                  <a:lnTo>
                    <a:pt x="1627758" y="790765"/>
                  </a:lnTo>
                  <a:lnTo>
                    <a:pt x="1628830" y="790238"/>
                  </a:lnTo>
                  <a:lnTo>
                    <a:pt x="1629901" y="789712"/>
                  </a:lnTo>
                  <a:lnTo>
                    <a:pt x="1630973" y="789187"/>
                  </a:lnTo>
                  <a:lnTo>
                    <a:pt x="1632044" y="788663"/>
                  </a:lnTo>
                  <a:lnTo>
                    <a:pt x="1633116" y="788139"/>
                  </a:lnTo>
                  <a:lnTo>
                    <a:pt x="1634188" y="787617"/>
                  </a:lnTo>
                  <a:lnTo>
                    <a:pt x="1635259" y="787095"/>
                  </a:lnTo>
                  <a:lnTo>
                    <a:pt x="1636331" y="786574"/>
                  </a:lnTo>
                  <a:lnTo>
                    <a:pt x="1637402" y="786054"/>
                  </a:lnTo>
                  <a:lnTo>
                    <a:pt x="1638474" y="785534"/>
                  </a:lnTo>
                  <a:lnTo>
                    <a:pt x="1639546" y="785015"/>
                  </a:lnTo>
                  <a:lnTo>
                    <a:pt x="1640617" y="784497"/>
                  </a:lnTo>
                  <a:lnTo>
                    <a:pt x="1641689" y="783980"/>
                  </a:lnTo>
                  <a:lnTo>
                    <a:pt x="1642760" y="783463"/>
                  </a:lnTo>
                  <a:lnTo>
                    <a:pt x="1643832" y="782946"/>
                  </a:lnTo>
                  <a:lnTo>
                    <a:pt x="1644904" y="782431"/>
                  </a:lnTo>
                  <a:lnTo>
                    <a:pt x="1645975" y="781915"/>
                  </a:lnTo>
                  <a:lnTo>
                    <a:pt x="1647047" y="781401"/>
                  </a:lnTo>
                  <a:lnTo>
                    <a:pt x="1648118" y="780887"/>
                  </a:lnTo>
                  <a:lnTo>
                    <a:pt x="1649190" y="780373"/>
                  </a:lnTo>
                  <a:lnTo>
                    <a:pt x="1650262" y="779860"/>
                  </a:lnTo>
                  <a:lnTo>
                    <a:pt x="1651333" y="779347"/>
                  </a:lnTo>
                  <a:lnTo>
                    <a:pt x="1652405" y="778835"/>
                  </a:lnTo>
                  <a:lnTo>
                    <a:pt x="1653476" y="778323"/>
                  </a:lnTo>
                  <a:lnTo>
                    <a:pt x="1654548" y="777812"/>
                  </a:lnTo>
                  <a:lnTo>
                    <a:pt x="1655620" y="777301"/>
                  </a:lnTo>
                  <a:lnTo>
                    <a:pt x="1656691" y="776790"/>
                  </a:lnTo>
                  <a:lnTo>
                    <a:pt x="1657763" y="776280"/>
                  </a:lnTo>
                  <a:lnTo>
                    <a:pt x="1658834" y="775769"/>
                  </a:lnTo>
                  <a:lnTo>
                    <a:pt x="1659906" y="775260"/>
                  </a:lnTo>
                  <a:lnTo>
                    <a:pt x="1660978" y="774750"/>
                  </a:lnTo>
                  <a:lnTo>
                    <a:pt x="1662049" y="774241"/>
                  </a:lnTo>
                  <a:lnTo>
                    <a:pt x="1663121" y="773732"/>
                  </a:lnTo>
                  <a:lnTo>
                    <a:pt x="1664192" y="773223"/>
                  </a:lnTo>
                  <a:lnTo>
                    <a:pt x="1665264" y="772715"/>
                  </a:lnTo>
                  <a:lnTo>
                    <a:pt x="1666336" y="772206"/>
                  </a:lnTo>
                  <a:lnTo>
                    <a:pt x="1667407" y="771698"/>
                  </a:lnTo>
                  <a:lnTo>
                    <a:pt x="1668479" y="771190"/>
                  </a:lnTo>
                  <a:lnTo>
                    <a:pt x="1669550" y="770682"/>
                  </a:lnTo>
                  <a:lnTo>
                    <a:pt x="1670622" y="770174"/>
                  </a:lnTo>
                  <a:lnTo>
                    <a:pt x="1671694" y="769667"/>
                  </a:lnTo>
                  <a:lnTo>
                    <a:pt x="1672765" y="769159"/>
                  </a:lnTo>
                  <a:lnTo>
                    <a:pt x="1673837" y="768651"/>
                  </a:lnTo>
                  <a:lnTo>
                    <a:pt x="1674908" y="768144"/>
                  </a:lnTo>
                  <a:lnTo>
                    <a:pt x="1675980" y="767636"/>
                  </a:lnTo>
                  <a:lnTo>
                    <a:pt x="1677052" y="767129"/>
                  </a:lnTo>
                  <a:lnTo>
                    <a:pt x="1678123" y="766621"/>
                  </a:lnTo>
                  <a:lnTo>
                    <a:pt x="1679195" y="766114"/>
                  </a:lnTo>
                  <a:lnTo>
                    <a:pt x="1680266" y="765606"/>
                  </a:lnTo>
                  <a:lnTo>
                    <a:pt x="1681338" y="765099"/>
                  </a:lnTo>
                  <a:lnTo>
                    <a:pt x="1682410" y="764591"/>
                  </a:lnTo>
                  <a:lnTo>
                    <a:pt x="1683481" y="764083"/>
                  </a:lnTo>
                  <a:lnTo>
                    <a:pt x="1684553" y="763575"/>
                  </a:lnTo>
                  <a:lnTo>
                    <a:pt x="1685624" y="763067"/>
                  </a:lnTo>
                  <a:lnTo>
                    <a:pt x="1686696" y="762559"/>
                  </a:lnTo>
                  <a:lnTo>
                    <a:pt x="1687768" y="762051"/>
                  </a:lnTo>
                  <a:lnTo>
                    <a:pt x="1688839" y="761542"/>
                  </a:lnTo>
                  <a:lnTo>
                    <a:pt x="1689911" y="761034"/>
                  </a:lnTo>
                  <a:lnTo>
                    <a:pt x="1690982" y="760525"/>
                  </a:lnTo>
                  <a:lnTo>
                    <a:pt x="1692054" y="760016"/>
                  </a:lnTo>
                  <a:lnTo>
                    <a:pt x="1693126" y="759507"/>
                  </a:lnTo>
                  <a:lnTo>
                    <a:pt x="1694197" y="758998"/>
                  </a:lnTo>
                  <a:lnTo>
                    <a:pt x="1695269" y="758488"/>
                  </a:lnTo>
                  <a:lnTo>
                    <a:pt x="1696340" y="757978"/>
                  </a:lnTo>
                  <a:lnTo>
                    <a:pt x="1697412" y="757468"/>
                  </a:lnTo>
                  <a:lnTo>
                    <a:pt x="1698484" y="756958"/>
                  </a:lnTo>
                  <a:lnTo>
                    <a:pt x="1699555" y="756447"/>
                  </a:lnTo>
                  <a:lnTo>
                    <a:pt x="1700627" y="755936"/>
                  </a:lnTo>
                  <a:lnTo>
                    <a:pt x="1701698" y="755425"/>
                  </a:lnTo>
                  <a:lnTo>
                    <a:pt x="1702770" y="754913"/>
                  </a:lnTo>
                  <a:lnTo>
                    <a:pt x="1703842" y="754401"/>
                  </a:lnTo>
                  <a:lnTo>
                    <a:pt x="1704913" y="753889"/>
                  </a:lnTo>
                  <a:lnTo>
                    <a:pt x="1705985" y="753376"/>
                  </a:lnTo>
                  <a:lnTo>
                    <a:pt x="1707056" y="752863"/>
                  </a:lnTo>
                  <a:lnTo>
                    <a:pt x="1708128" y="752350"/>
                  </a:lnTo>
                  <a:lnTo>
                    <a:pt x="1709200" y="751836"/>
                  </a:lnTo>
                  <a:lnTo>
                    <a:pt x="1710271" y="751322"/>
                  </a:lnTo>
                  <a:lnTo>
                    <a:pt x="1711343" y="750807"/>
                  </a:lnTo>
                  <a:lnTo>
                    <a:pt x="1712414" y="750292"/>
                  </a:lnTo>
                  <a:lnTo>
                    <a:pt x="1713486" y="749777"/>
                  </a:lnTo>
                  <a:lnTo>
                    <a:pt x="1714558" y="749261"/>
                  </a:lnTo>
                  <a:lnTo>
                    <a:pt x="1715629" y="748744"/>
                  </a:lnTo>
                  <a:lnTo>
                    <a:pt x="1716701" y="748228"/>
                  </a:lnTo>
                  <a:lnTo>
                    <a:pt x="1717772" y="747710"/>
                  </a:lnTo>
                  <a:lnTo>
                    <a:pt x="1718844" y="747193"/>
                  </a:lnTo>
                  <a:lnTo>
                    <a:pt x="1719916" y="746674"/>
                  </a:lnTo>
                  <a:lnTo>
                    <a:pt x="1720987" y="746156"/>
                  </a:lnTo>
                  <a:lnTo>
                    <a:pt x="1722059" y="745636"/>
                  </a:lnTo>
                  <a:lnTo>
                    <a:pt x="1723130" y="745117"/>
                  </a:lnTo>
                  <a:lnTo>
                    <a:pt x="1724202" y="744597"/>
                  </a:lnTo>
                  <a:lnTo>
                    <a:pt x="1725274" y="744076"/>
                  </a:lnTo>
                  <a:lnTo>
                    <a:pt x="1726345" y="743555"/>
                  </a:lnTo>
                  <a:lnTo>
                    <a:pt x="1727417" y="743033"/>
                  </a:lnTo>
                  <a:lnTo>
                    <a:pt x="1728488" y="742510"/>
                  </a:lnTo>
                  <a:lnTo>
                    <a:pt x="1729560" y="741987"/>
                  </a:lnTo>
                  <a:lnTo>
                    <a:pt x="1730632" y="741464"/>
                  </a:lnTo>
                  <a:lnTo>
                    <a:pt x="1731703" y="740940"/>
                  </a:lnTo>
                  <a:lnTo>
                    <a:pt x="1732775" y="740415"/>
                  </a:lnTo>
                  <a:lnTo>
                    <a:pt x="1733846" y="739890"/>
                  </a:lnTo>
                  <a:lnTo>
                    <a:pt x="1734918" y="739364"/>
                  </a:lnTo>
                  <a:lnTo>
                    <a:pt x="1735990" y="738838"/>
                  </a:lnTo>
                  <a:lnTo>
                    <a:pt x="1737061" y="738311"/>
                  </a:lnTo>
                  <a:lnTo>
                    <a:pt x="1738133" y="737784"/>
                  </a:lnTo>
                  <a:lnTo>
                    <a:pt x="1739204" y="737256"/>
                  </a:lnTo>
                  <a:lnTo>
                    <a:pt x="1740276" y="736727"/>
                  </a:lnTo>
                  <a:lnTo>
                    <a:pt x="1741348" y="736197"/>
                  </a:lnTo>
                  <a:lnTo>
                    <a:pt x="1742419" y="735667"/>
                  </a:lnTo>
                  <a:lnTo>
                    <a:pt x="1743491" y="735137"/>
                  </a:lnTo>
                  <a:lnTo>
                    <a:pt x="1744562" y="734606"/>
                  </a:lnTo>
                  <a:lnTo>
                    <a:pt x="1745634" y="734074"/>
                  </a:lnTo>
                  <a:lnTo>
                    <a:pt x="1746706" y="733541"/>
                  </a:lnTo>
                  <a:lnTo>
                    <a:pt x="1747777" y="733008"/>
                  </a:lnTo>
                  <a:lnTo>
                    <a:pt x="1748849" y="732474"/>
                  </a:lnTo>
                  <a:lnTo>
                    <a:pt x="1749920" y="731940"/>
                  </a:lnTo>
                  <a:lnTo>
                    <a:pt x="1750992" y="731405"/>
                  </a:lnTo>
                  <a:lnTo>
                    <a:pt x="1752064" y="730869"/>
                  </a:lnTo>
                  <a:lnTo>
                    <a:pt x="1753135" y="730333"/>
                  </a:lnTo>
                  <a:lnTo>
                    <a:pt x="1754207" y="729796"/>
                  </a:lnTo>
                  <a:lnTo>
                    <a:pt x="1755278" y="729258"/>
                  </a:lnTo>
                  <a:lnTo>
                    <a:pt x="1756350" y="728719"/>
                  </a:lnTo>
                  <a:lnTo>
                    <a:pt x="1757422" y="728180"/>
                  </a:lnTo>
                  <a:lnTo>
                    <a:pt x="1758493" y="727641"/>
                  </a:lnTo>
                  <a:lnTo>
                    <a:pt x="1759565" y="727100"/>
                  </a:lnTo>
                  <a:lnTo>
                    <a:pt x="1760636" y="726559"/>
                  </a:lnTo>
                  <a:lnTo>
                    <a:pt x="1761708" y="726017"/>
                  </a:lnTo>
                  <a:lnTo>
                    <a:pt x="1762780" y="725475"/>
                  </a:lnTo>
                  <a:lnTo>
                    <a:pt x="1763851" y="724932"/>
                  </a:lnTo>
                  <a:lnTo>
                    <a:pt x="1764923" y="724388"/>
                  </a:lnTo>
                  <a:lnTo>
                    <a:pt x="1765994" y="723843"/>
                  </a:lnTo>
                  <a:lnTo>
                    <a:pt x="1767066" y="723298"/>
                  </a:lnTo>
                  <a:lnTo>
                    <a:pt x="1768138" y="722752"/>
                  </a:lnTo>
                  <a:lnTo>
                    <a:pt x="1769209" y="722206"/>
                  </a:lnTo>
                  <a:lnTo>
                    <a:pt x="1770281" y="721658"/>
                  </a:lnTo>
                  <a:lnTo>
                    <a:pt x="1771352" y="721110"/>
                  </a:lnTo>
                  <a:lnTo>
                    <a:pt x="1772424" y="720562"/>
                  </a:lnTo>
                  <a:lnTo>
                    <a:pt x="1773496" y="720012"/>
                  </a:lnTo>
                  <a:lnTo>
                    <a:pt x="1774567" y="719462"/>
                  </a:lnTo>
                  <a:lnTo>
                    <a:pt x="1775639" y="718912"/>
                  </a:lnTo>
                  <a:lnTo>
                    <a:pt x="1776710" y="718360"/>
                  </a:lnTo>
                  <a:lnTo>
                    <a:pt x="1777782" y="717808"/>
                  </a:lnTo>
                  <a:lnTo>
                    <a:pt x="1778853" y="717255"/>
                  </a:lnTo>
                  <a:lnTo>
                    <a:pt x="1779925" y="716702"/>
                  </a:lnTo>
                  <a:lnTo>
                    <a:pt x="1780997" y="716147"/>
                  </a:lnTo>
                  <a:lnTo>
                    <a:pt x="1782068" y="715593"/>
                  </a:lnTo>
                  <a:lnTo>
                    <a:pt x="1783140" y="715037"/>
                  </a:lnTo>
                  <a:lnTo>
                    <a:pt x="1784211" y="714481"/>
                  </a:lnTo>
                  <a:lnTo>
                    <a:pt x="1785283" y="713924"/>
                  </a:lnTo>
                  <a:lnTo>
                    <a:pt x="1786355" y="713366"/>
                  </a:lnTo>
                  <a:lnTo>
                    <a:pt x="1787426" y="712808"/>
                  </a:lnTo>
                  <a:lnTo>
                    <a:pt x="1788498" y="712249"/>
                  </a:lnTo>
                  <a:lnTo>
                    <a:pt x="1789569" y="711689"/>
                  </a:lnTo>
                  <a:lnTo>
                    <a:pt x="1790641" y="711128"/>
                  </a:lnTo>
                  <a:lnTo>
                    <a:pt x="1791713" y="710567"/>
                  </a:lnTo>
                  <a:lnTo>
                    <a:pt x="1792784" y="710006"/>
                  </a:lnTo>
                  <a:lnTo>
                    <a:pt x="1793856" y="709443"/>
                  </a:lnTo>
                  <a:lnTo>
                    <a:pt x="1794927" y="708880"/>
                  </a:lnTo>
                  <a:lnTo>
                    <a:pt x="1795999" y="708316"/>
                  </a:lnTo>
                  <a:lnTo>
                    <a:pt x="1797071" y="707752"/>
                  </a:lnTo>
                  <a:lnTo>
                    <a:pt x="1798142" y="707186"/>
                  </a:lnTo>
                  <a:lnTo>
                    <a:pt x="1799214" y="706621"/>
                  </a:lnTo>
                  <a:lnTo>
                    <a:pt x="1800285" y="706054"/>
                  </a:lnTo>
                  <a:lnTo>
                    <a:pt x="1801357" y="705487"/>
                  </a:lnTo>
                  <a:lnTo>
                    <a:pt x="1802429" y="704919"/>
                  </a:lnTo>
                  <a:lnTo>
                    <a:pt x="1803500" y="704351"/>
                  </a:lnTo>
                  <a:lnTo>
                    <a:pt x="1804572" y="703781"/>
                  </a:lnTo>
                  <a:lnTo>
                    <a:pt x="1805643" y="703212"/>
                  </a:lnTo>
                  <a:lnTo>
                    <a:pt x="1806715" y="702641"/>
                  </a:lnTo>
                  <a:lnTo>
                    <a:pt x="1807787" y="702070"/>
                  </a:lnTo>
                  <a:lnTo>
                    <a:pt x="1808858" y="701498"/>
                  </a:lnTo>
                  <a:lnTo>
                    <a:pt x="1809930" y="700926"/>
                  </a:lnTo>
                  <a:lnTo>
                    <a:pt x="1811001" y="700353"/>
                  </a:lnTo>
                  <a:lnTo>
                    <a:pt x="1812073" y="699779"/>
                  </a:lnTo>
                  <a:lnTo>
                    <a:pt x="1813145" y="699205"/>
                  </a:lnTo>
                  <a:lnTo>
                    <a:pt x="1814216" y="698630"/>
                  </a:lnTo>
                  <a:lnTo>
                    <a:pt x="1815288" y="698054"/>
                  </a:lnTo>
                  <a:lnTo>
                    <a:pt x="1816359" y="697478"/>
                  </a:lnTo>
                  <a:lnTo>
                    <a:pt x="1817431" y="696901"/>
                  </a:lnTo>
                  <a:lnTo>
                    <a:pt x="1818503" y="696324"/>
                  </a:lnTo>
                  <a:lnTo>
                    <a:pt x="1819574" y="695746"/>
                  </a:lnTo>
                  <a:lnTo>
                    <a:pt x="1820646" y="695167"/>
                  </a:lnTo>
                  <a:lnTo>
                    <a:pt x="1821717" y="694588"/>
                  </a:lnTo>
                  <a:lnTo>
                    <a:pt x="1822789" y="694008"/>
                  </a:lnTo>
                  <a:lnTo>
                    <a:pt x="1823861" y="693428"/>
                  </a:lnTo>
                  <a:lnTo>
                    <a:pt x="1824932" y="692847"/>
                  </a:lnTo>
                  <a:lnTo>
                    <a:pt x="1826004" y="692265"/>
                  </a:lnTo>
                  <a:lnTo>
                    <a:pt x="1827075" y="691683"/>
                  </a:lnTo>
                  <a:lnTo>
                    <a:pt x="1828147" y="691100"/>
                  </a:lnTo>
                  <a:lnTo>
                    <a:pt x="1829219" y="690517"/>
                  </a:lnTo>
                  <a:lnTo>
                    <a:pt x="1830290" y="689933"/>
                  </a:lnTo>
                  <a:lnTo>
                    <a:pt x="1831362" y="689348"/>
                  </a:lnTo>
                  <a:lnTo>
                    <a:pt x="1832433" y="688763"/>
                  </a:lnTo>
                  <a:lnTo>
                    <a:pt x="1833505" y="688178"/>
                  </a:lnTo>
                  <a:lnTo>
                    <a:pt x="1834577" y="687592"/>
                  </a:lnTo>
                  <a:lnTo>
                    <a:pt x="1835648" y="687005"/>
                  </a:lnTo>
                  <a:lnTo>
                    <a:pt x="1836720" y="686418"/>
                  </a:lnTo>
                  <a:lnTo>
                    <a:pt x="1837791" y="685830"/>
                  </a:lnTo>
                  <a:lnTo>
                    <a:pt x="1838863" y="685242"/>
                  </a:lnTo>
                  <a:lnTo>
                    <a:pt x="1839935" y="684653"/>
                  </a:lnTo>
                  <a:lnTo>
                    <a:pt x="1841006" y="684064"/>
                  </a:lnTo>
                  <a:lnTo>
                    <a:pt x="1842078" y="683474"/>
                  </a:lnTo>
                  <a:lnTo>
                    <a:pt x="1843149" y="682884"/>
                  </a:lnTo>
                  <a:lnTo>
                    <a:pt x="1844221" y="682293"/>
                  </a:lnTo>
                  <a:lnTo>
                    <a:pt x="1845293" y="681702"/>
                  </a:lnTo>
                  <a:lnTo>
                    <a:pt x="1846364" y="681110"/>
                  </a:lnTo>
                  <a:lnTo>
                    <a:pt x="1847436" y="680518"/>
                  </a:lnTo>
                  <a:lnTo>
                    <a:pt x="1848507" y="679925"/>
                  </a:lnTo>
                  <a:lnTo>
                    <a:pt x="1849579" y="679332"/>
                  </a:lnTo>
                  <a:lnTo>
                    <a:pt x="1850651" y="678738"/>
                  </a:lnTo>
                  <a:lnTo>
                    <a:pt x="1851722" y="678144"/>
                  </a:lnTo>
                  <a:lnTo>
                    <a:pt x="1852794" y="677549"/>
                  </a:lnTo>
                  <a:lnTo>
                    <a:pt x="1853865" y="676954"/>
                  </a:lnTo>
                  <a:lnTo>
                    <a:pt x="1854937" y="676359"/>
                  </a:lnTo>
                  <a:lnTo>
                    <a:pt x="1856009" y="675763"/>
                  </a:lnTo>
                  <a:lnTo>
                    <a:pt x="1857080" y="675167"/>
                  </a:lnTo>
                  <a:lnTo>
                    <a:pt x="1858152" y="674570"/>
                  </a:lnTo>
                  <a:lnTo>
                    <a:pt x="1859223" y="673973"/>
                  </a:lnTo>
                  <a:lnTo>
                    <a:pt x="1860295" y="673375"/>
                  </a:lnTo>
                  <a:lnTo>
                    <a:pt x="1861367" y="672777"/>
                  </a:lnTo>
                  <a:lnTo>
                    <a:pt x="1862438" y="672179"/>
                  </a:lnTo>
                  <a:lnTo>
                    <a:pt x="1863510" y="671580"/>
                  </a:lnTo>
                  <a:lnTo>
                    <a:pt x="1864581" y="670981"/>
                  </a:lnTo>
                  <a:lnTo>
                    <a:pt x="1865653" y="670382"/>
                  </a:lnTo>
                  <a:lnTo>
                    <a:pt x="1866725" y="669782"/>
                  </a:lnTo>
                  <a:lnTo>
                    <a:pt x="1867796" y="669181"/>
                  </a:lnTo>
                  <a:lnTo>
                    <a:pt x="1868868" y="668581"/>
                  </a:lnTo>
                  <a:lnTo>
                    <a:pt x="1869939" y="667980"/>
                  </a:lnTo>
                  <a:lnTo>
                    <a:pt x="1871011" y="667379"/>
                  </a:lnTo>
                  <a:lnTo>
                    <a:pt x="1872083" y="666777"/>
                  </a:lnTo>
                  <a:lnTo>
                    <a:pt x="1873154" y="666175"/>
                  </a:lnTo>
                  <a:lnTo>
                    <a:pt x="1874226" y="665573"/>
                  </a:lnTo>
                  <a:lnTo>
                    <a:pt x="1875297" y="664971"/>
                  </a:lnTo>
                  <a:lnTo>
                    <a:pt x="1876369" y="664368"/>
                  </a:lnTo>
                  <a:lnTo>
                    <a:pt x="1877441" y="663765"/>
                  </a:lnTo>
                  <a:lnTo>
                    <a:pt x="1878512" y="663161"/>
                  </a:lnTo>
                  <a:lnTo>
                    <a:pt x="1879584" y="662557"/>
                  </a:lnTo>
                  <a:lnTo>
                    <a:pt x="1880655" y="661954"/>
                  </a:lnTo>
                  <a:lnTo>
                    <a:pt x="1881727" y="661349"/>
                  </a:lnTo>
                  <a:lnTo>
                    <a:pt x="1882799" y="660745"/>
                  </a:lnTo>
                  <a:lnTo>
                    <a:pt x="1883870" y="660140"/>
                  </a:lnTo>
                  <a:lnTo>
                    <a:pt x="1884942" y="659535"/>
                  </a:lnTo>
                  <a:lnTo>
                    <a:pt x="1886013" y="658930"/>
                  </a:lnTo>
                  <a:lnTo>
                    <a:pt x="1887085" y="658324"/>
                  </a:lnTo>
                  <a:lnTo>
                    <a:pt x="1888157" y="657719"/>
                  </a:lnTo>
                  <a:lnTo>
                    <a:pt x="1889228" y="657113"/>
                  </a:lnTo>
                  <a:lnTo>
                    <a:pt x="1890300" y="656507"/>
                  </a:lnTo>
                  <a:lnTo>
                    <a:pt x="1891371" y="655901"/>
                  </a:lnTo>
                  <a:lnTo>
                    <a:pt x="1892443" y="655294"/>
                  </a:lnTo>
                  <a:lnTo>
                    <a:pt x="1893515" y="654688"/>
                  </a:lnTo>
                  <a:lnTo>
                    <a:pt x="1894586" y="654081"/>
                  </a:lnTo>
                  <a:lnTo>
                    <a:pt x="1895658" y="653474"/>
                  </a:lnTo>
                  <a:lnTo>
                    <a:pt x="1896729" y="652867"/>
                  </a:lnTo>
                  <a:lnTo>
                    <a:pt x="1897801" y="652259"/>
                  </a:lnTo>
                  <a:lnTo>
                    <a:pt x="1898873" y="651652"/>
                  </a:lnTo>
                  <a:lnTo>
                    <a:pt x="1899944" y="651045"/>
                  </a:lnTo>
                  <a:lnTo>
                    <a:pt x="1901016" y="650437"/>
                  </a:lnTo>
                  <a:lnTo>
                    <a:pt x="1902087" y="649829"/>
                  </a:lnTo>
                  <a:lnTo>
                    <a:pt x="1903159" y="649221"/>
                  </a:lnTo>
                  <a:lnTo>
                    <a:pt x="1904231" y="648613"/>
                  </a:lnTo>
                  <a:lnTo>
                    <a:pt x="1905302" y="648005"/>
                  </a:lnTo>
                  <a:lnTo>
                    <a:pt x="1906374" y="647397"/>
                  </a:lnTo>
                  <a:lnTo>
                    <a:pt x="1907445" y="646789"/>
                  </a:lnTo>
                  <a:lnTo>
                    <a:pt x="1908517" y="646181"/>
                  </a:lnTo>
                  <a:lnTo>
                    <a:pt x="1909589" y="645572"/>
                  </a:lnTo>
                  <a:lnTo>
                    <a:pt x="1910660" y="644964"/>
                  </a:lnTo>
                  <a:lnTo>
                    <a:pt x="1911732" y="644356"/>
                  </a:lnTo>
                  <a:lnTo>
                    <a:pt x="1912803" y="643747"/>
                  </a:lnTo>
                  <a:lnTo>
                    <a:pt x="1913875" y="643139"/>
                  </a:lnTo>
                  <a:lnTo>
                    <a:pt x="1914947" y="642530"/>
                  </a:lnTo>
                  <a:lnTo>
                    <a:pt x="1916018" y="641922"/>
                  </a:lnTo>
                  <a:lnTo>
                    <a:pt x="1917090" y="641313"/>
                  </a:lnTo>
                  <a:lnTo>
                    <a:pt x="1918161" y="640705"/>
                  </a:lnTo>
                  <a:lnTo>
                    <a:pt x="1919233" y="640096"/>
                  </a:lnTo>
                  <a:lnTo>
                    <a:pt x="1920305" y="639488"/>
                  </a:lnTo>
                  <a:lnTo>
                    <a:pt x="1921376" y="638880"/>
                  </a:lnTo>
                  <a:lnTo>
                    <a:pt x="1922448" y="638271"/>
                  </a:lnTo>
                  <a:lnTo>
                    <a:pt x="1923519" y="637663"/>
                  </a:lnTo>
                  <a:lnTo>
                    <a:pt x="1924591" y="637055"/>
                  </a:lnTo>
                  <a:lnTo>
                    <a:pt x="1925663" y="636447"/>
                  </a:lnTo>
                  <a:lnTo>
                    <a:pt x="1926734" y="635839"/>
                  </a:lnTo>
                  <a:lnTo>
                    <a:pt x="1927806" y="635231"/>
                  </a:lnTo>
                  <a:lnTo>
                    <a:pt x="1928877" y="634623"/>
                  </a:lnTo>
                  <a:lnTo>
                    <a:pt x="1929949" y="634016"/>
                  </a:lnTo>
                  <a:lnTo>
                    <a:pt x="1931021" y="633408"/>
                  </a:lnTo>
                  <a:lnTo>
                    <a:pt x="1932092" y="632801"/>
                  </a:lnTo>
                  <a:lnTo>
                    <a:pt x="1933164" y="632193"/>
                  </a:lnTo>
                  <a:lnTo>
                    <a:pt x="1934235" y="631586"/>
                  </a:lnTo>
                  <a:lnTo>
                    <a:pt x="1935307" y="630979"/>
                  </a:lnTo>
                  <a:lnTo>
                    <a:pt x="1936379" y="630373"/>
                  </a:lnTo>
                  <a:lnTo>
                    <a:pt x="1937450" y="629766"/>
                  </a:lnTo>
                  <a:lnTo>
                    <a:pt x="1938522" y="629159"/>
                  </a:lnTo>
                  <a:lnTo>
                    <a:pt x="1939593" y="628553"/>
                  </a:lnTo>
                  <a:lnTo>
                    <a:pt x="1940665" y="627947"/>
                  </a:lnTo>
                  <a:lnTo>
                    <a:pt x="1941737" y="627341"/>
                  </a:lnTo>
                  <a:lnTo>
                    <a:pt x="1942808" y="626736"/>
                  </a:lnTo>
                  <a:lnTo>
                    <a:pt x="1943880" y="626131"/>
                  </a:lnTo>
                  <a:lnTo>
                    <a:pt x="1944951" y="625525"/>
                  </a:lnTo>
                  <a:lnTo>
                    <a:pt x="1946023" y="624921"/>
                  </a:lnTo>
                  <a:lnTo>
                    <a:pt x="1947095" y="624316"/>
                  </a:lnTo>
                  <a:lnTo>
                    <a:pt x="1948166" y="623712"/>
                  </a:lnTo>
                  <a:lnTo>
                    <a:pt x="1949238" y="623108"/>
                  </a:lnTo>
                  <a:lnTo>
                    <a:pt x="1950309" y="622504"/>
                  </a:lnTo>
                  <a:lnTo>
                    <a:pt x="1951381" y="621901"/>
                  </a:lnTo>
                  <a:lnTo>
                    <a:pt x="1952453" y="621297"/>
                  </a:lnTo>
                  <a:lnTo>
                    <a:pt x="1953524" y="620695"/>
                  </a:lnTo>
                  <a:lnTo>
                    <a:pt x="1954596" y="620092"/>
                  </a:lnTo>
                  <a:lnTo>
                    <a:pt x="1955667" y="619490"/>
                  </a:lnTo>
                  <a:lnTo>
                    <a:pt x="1956739" y="618888"/>
                  </a:lnTo>
                  <a:lnTo>
                    <a:pt x="1957810" y="618287"/>
                  </a:lnTo>
                  <a:lnTo>
                    <a:pt x="1958882" y="617686"/>
                  </a:lnTo>
                  <a:lnTo>
                    <a:pt x="1959954" y="617085"/>
                  </a:lnTo>
                  <a:lnTo>
                    <a:pt x="1961025" y="616485"/>
                  </a:lnTo>
                  <a:lnTo>
                    <a:pt x="1962097" y="615885"/>
                  </a:lnTo>
                  <a:lnTo>
                    <a:pt x="1963168" y="615286"/>
                  </a:lnTo>
                  <a:lnTo>
                    <a:pt x="1964240" y="614687"/>
                  </a:lnTo>
                  <a:lnTo>
                    <a:pt x="1965312" y="614088"/>
                  </a:lnTo>
                  <a:lnTo>
                    <a:pt x="1966383" y="613490"/>
                  </a:lnTo>
                  <a:lnTo>
                    <a:pt x="1967455" y="612892"/>
                  </a:lnTo>
                  <a:lnTo>
                    <a:pt x="1968526" y="612295"/>
                  </a:lnTo>
                  <a:lnTo>
                    <a:pt x="1969598" y="611698"/>
                  </a:lnTo>
                  <a:lnTo>
                    <a:pt x="1970670" y="611102"/>
                  </a:lnTo>
                  <a:lnTo>
                    <a:pt x="1971741" y="610506"/>
                  </a:lnTo>
                  <a:lnTo>
                    <a:pt x="1972813" y="609911"/>
                  </a:lnTo>
                  <a:lnTo>
                    <a:pt x="1973884" y="609316"/>
                  </a:lnTo>
                  <a:lnTo>
                    <a:pt x="1974956" y="608722"/>
                  </a:lnTo>
                  <a:lnTo>
                    <a:pt x="1976028" y="608128"/>
                  </a:lnTo>
                  <a:lnTo>
                    <a:pt x="1977099" y="607535"/>
                  </a:lnTo>
                  <a:lnTo>
                    <a:pt x="1978171" y="606942"/>
                  </a:lnTo>
                  <a:lnTo>
                    <a:pt x="1979242" y="606350"/>
                  </a:lnTo>
                  <a:lnTo>
                    <a:pt x="1980314" y="605759"/>
                  </a:lnTo>
                  <a:lnTo>
                    <a:pt x="1981386" y="605168"/>
                  </a:lnTo>
                  <a:lnTo>
                    <a:pt x="1982457" y="604578"/>
                  </a:lnTo>
                  <a:lnTo>
                    <a:pt x="1983529" y="603988"/>
                  </a:lnTo>
                  <a:lnTo>
                    <a:pt x="1984600" y="603399"/>
                  </a:lnTo>
                  <a:lnTo>
                    <a:pt x="1985672" y="602810"/>
                  </a:lnTo>
                  <a:lnTo>
                    <a:pt x="1986744" y="602223"/>
                  </a:lnTo>
                  <a:lnTo>
                    <a:pt x="1987815" y="601635"/>
                  </a:lnTo>
                  <a:lnTo>
                    <a:pt x="1988887" y="601049"/>
                  </a:lnTo>
                  <a:lnTo>
                    <a:pt x="1989958" y="600463"/>
                  </a:lnTo>
                  <a:lnTo>
                    <a:pt x="1991030" y="599878"/>
                  </a:lnTo>
                  <a:lnTo>
                    <a:pt x="1992102" y="599293"/>
                  </a:lnTo>
                  <a:lnTo>
                    <a:pt x="1993173" y="598710"/>
                  </a:lnTo>
                  <a:lnTo>
                    <a:pt x="1994245" y="598126"/>
                  </a:lnTo>
                  <a:lnTo>
                    <a:pt x="1995316" y="597544"/>
                  </a:lnTo>
                  <a:lnTo>
                    <a:pt x="1996388" y="596962"/>
                  </a:lnTo>
                  <a:lnTo>
                    <a:pt x="1997460" y="596382"/>
                  </a:lnTo>
                  <a:lnTo>
                    <a:pt x="1998531" y="595801"/>
                  </a:lnTo>
                  <a:lnTo>
                    <a:pt x="1999603" y="595222"/>
                  </a:lnTo>
                  <a:lnTo>
                    <a:pt x="2000674" y="594643"/>
                  </a:lnTo>
                  <a:lnTo>
                    <a:pt x="2001746" y="594065"/>
                  </a:lnTo>
                  <a:lnTo>
                    <a:pt x="2002818" y="593488"/>
                  </a:lnTo>
                  <a:lnTo>
                    <a:pt x="2003889" y="592912"/>
                  </a:lnTo>
                  <a:lnTo>
                    <a:pt x="2004961" y="592337"/>
                  </a:lnTo>
                  <a:lnTo>
                    <a:pt x="2006032" y="591762"/>
                  </a:lnTo>
                  <a:lnTo>
                    <a:pt x="2007104" y="591188"/>
                  </a:lnTo>
                  <a:lnTo>
                    <a:pt x="2008176" y="590615"/>
                  </a:lnTo>
                  <a:lnTo>
                    <a:pt x="2009247" y="590043"/>
                  </a:lnTo>
                  <a:lnTo>
                    <a:pt x="2010319" y="589472"/>
                  </a:lnTo>
                  <a:lnTo>
                    <a:pt x="2011390" y="588902"/>
                  </a:lnTo>
                  <a:lnTo>
                    <a:pt x="2012462" y="588332"/>
                  </a:lnTo>
                  <a:lnTo>
                    <a:pt x="2013534" y="587764"/>
                  </a:lnTo>
                  <a:lnTo>
                    <a:pt x="2014605" y="587196"/>
                  </a:lnTo>
                  <a:lnTo>
                    <a:pt x="2015677" y="586629"/>
                  </a:lnTo>
                  <a:lnTo>
                    <a:pt x="2016748" y="586064"/>
                  </a:lnTo>
                  <a:lnTo>
                    <a:pt x="2017820" y="585499"/>
                  </a:lnTo>
                  <a:lnTo>
                    <a:pt x="2018892" y="584935"/>
                  </a:lnTo>
                  <a:lnTo>
                    <a:pt x="2019963" y="584372"/>
                  </a:lnTo>
                  <a:lnTo>
                    <a:pt x="2021035" y="583810"/>
                  </a:lnTo>
                  <a:lnTo>
                    <a:pt x="2022106" y="583249"/>
                  </a:lnTo>
                  <a:lnTo>
                    <a:pt x="2023178" y="582689"/>
                  </a:lnTo>
                  <a:lnTo>
                    <a:pt x="2024250" y="582130"/>
                  </a:lnTo>
                  <a:lnTo>
                    <a:pt x="2025321" y="581572"/>
                  </a:lnTo>
                  <a:lnTo>
                    <a:pt x="2026393" y="581015"/>
                  </a:lnTo>
                  <a:lnTo>
                    <a:pt x="2027464" y="580459"/>
                  </a:lnTo>
                  <a:lnTo>
                    <a:pt x="2028536" y="579904"/>
                  </a:lnTo>
                  <a:lnTo>
                    <a:pt x="2029608" y="579350"/>
                  </a:lnTo>
                  <a:lnTo>
                    <a:pt x="2030679" y="578798"/>
                  </a:lnTo>
                  <a:lnTo>
                    <a:pt x="2031751" y="578246"/>
                  </a:lnTo>
                  <a:lnTo>
                    <a:pt x="2032822" y="577696"/>
                  </a:lnTo>
                  <a:lnTo>
                    <a:pt x="2033894" y="577146"/>
                  </a:lnTo>
                  <a:lnTo>
                    <a:pt x="2034966" y="576598"/>
                  </a:lnTo>
                  <a:lnTo>
                    <a:pt x="2036037" y="576051"/>
                  </a:lnTo>
                  <a:lnTo>
                    <a:pt x="2037109" y="575504"/>
                  </a:lnTo>
                  <a:lnTo>
                    <a:pt x="2038180" y="574960"/>
                  </a:lnTo>
                  <a:lnTo>
                    <a:pt x="2039252" y="574416"/>
                  </a:lnTo>
                  <a:lnTo>
                    <a:pt x="2040324" y="573873"/>
                  </a:lnTo>
                  <a:lnTo>
                    <a:pt x="2041395" y="573332"/>
                  </a:lnTo>
                  <a:lnTo>
                    <a:pt x="2042467" y="572792"/>
                  </a:lnTo>
                  <a:lnTo>
                    <a:pt x="2043538" y="572253"/>
                  </a:lnTo>
                  <a:lnTo>
                    <a:pt x="2044610" y="571715"/>
                  </a:lnTo>
                  <a:lnTo>
                    <a:pt x="2045682" y="571178"/>
                  </a:lnTo>
                  <a:lnTo>
                    <a:pt x="2046753" y="570643"/>
                  </a:lnTo>
                  <a:lnTo>
                    <a:pt x="2047825" y="570108"/>
                  </a:lnTo>
                  <a:lnTo>
                    <a:pt x="2048896" y="569575"/>
                  </a:lnTo>
                  <a:lnTo>
                    <a:pt x="2049968" y="569044"/>
                  </a:lnTo>
                  <a:lnTo>
                    <a:pt x="2051040" y="568513"/>
                  </a:lnTo>
                  <a:lnTo>
                    <a:pt x="2052111" y="567983"/>
                  </a:lnTo>
                  <a:lnTo>
                    <a:pt x="2053183" y="567455"/>
                  </a:lnTo>
                  <a:lnTo>
                    <a:pt x="2054254" y="566928"/>
                  </a:lnTo>
                  <a:lnTo>
                    <a:pt x="2055326" y="566402"/>
                  </a:lnTo>
                  <a:lnTo>
                    <a:pt x="2056398" y="565878"/>
                  </a:lnTo>
                  <a:lnTo>
                    <a:pt x="2057469" y="565354"/>
                  </a:lnTo>
                  <a:lnTo>
                    <a:pt x="2058541" y="564832"/>
                  </a:lnTo>
                  <a:lnTo>
                    <a:pt x="2059612" y="564311"/>
                  </a:lnTo>
                  <a:lnTo>
                    <a:pt x="2060684" y="563792"/>
                  </a:lnTo>
                  <a:lnTo>
                    <a:pt x="2061756" y="563273"/>
                  </a:lnTo>
                  <a:lnTo>
                    <a:pt x="2062827" y="562756"/>
                  </a:lnTo>
                  <a:lnTo>
                    <a:pt x="2063899" y="562240"/>
                  </a:lnTo>
                  <a:lnTo>
                    <a:pt x="2064970" y="561725"/>
                  </a:lnTo>
                  <a:lnTo>
                    <a:pt x="2066042" y="561211"/>
                  </a:lnTo>
                  <a:lnTo>
                    <a:pt x="2067114" y="560698"/>
                  </a:lnTo>
                  <a:lnTo>
                    <a:pt x="2068185" y="560187"/>
                  </a:lnTo>
                  <a:lnTo>
                    <a:pt x="2069257" y="559677"/>
                  </a:lnTo>
                  <a:lnTo>
                    <a:pt x="2070328" y="559168"/>
                  </a:lnTo>
                  <a:lnTo>
                    <a:pt x="2071400" y="558661"/>
                  </a:lnTo>
                  <a:lnTo>
                    <a:pt x="2072472" y="558154"/>
                  </a:lnTo>
                  <a:lnTo>
                    <a:pt x="2073543" y="557649"/>
                  </a:lnTo>
                  <a:lnTo>
                    <a:pt x="2074615" y="557145"/>
                  </a:lnTo>
                  <a:lnTo>
                    <a:pt x="2075686" y="556643"/>
                  </a:lnTo>
                  <a:lnTo>
                    <a:pt x="2076758" y="556141"/>
                  </a:lnTo>
                  <a:lnTo>
                    <a:pt x="2077830" y="555641"/>
                  </a:lnTo>
                  <a:lnTo>
                    <a:pt x="2078901" y="555142"/>
                  </a:lnTo>
                  <a:lnTo>
                    <a:pt x="2079973" y="554644"/>
                  </a:lnTo>
                  <a:lnTo>
                    <a:pt x="2081044" y="554147"/>
                  </a:lnTo>
                  <a:lnTo>
                    <a:pt x="2082116" y="553652"/>
                  </a:lnTo>
                  <a:lnTo>
                    <a:pt x="2083188" y="553158"/>
                  </a:lnTo>
                  <a:lnTo>
                    <a:pt x="2084259" y="552665"/>
                  </a:lnTo>
                  <a:lnTo>
                    <a:pt x="2085331" y="552173"/>
                  </a:lnTo>
                  <a:lnTo>
                    <a:pt x="2086402" y="551682"/>
                  </a:lnTo>
                  <a:lnTo>
                    <a:pt x="2087474" y="551193"/>
                  </a:lnTo>
                  <a:lnTo>
                    <a:pt x="2088546" y="550705"/>
                  </a:lnTo>
                  <a:lnTo>
                    <a:pt x="2089617" y="550218"/>
                  </a:lnTo>
                  <a:lnTo>
                    <a:pt x="2090689" y="549733"/>
                  </a:lnTo>
                  <a:lnTo>
                    <a:pt x="2091760" y="549248"/>
                  </a:lnTo>
                  <a:lnTo>
                    <a:pt x="2092832" y="548765"/>
                  </a:lnTo>
                  <a:lnTo>
                    <a:pt x="2093904" y="548283"/>
                  </a:lnTo>
                  <a:lnTo>
                    <a:pt x="2094975" y="547802"/>
                  </a:lnTo>
                  <a:lnTo>
                    <a:pt x="2096047" y="547323"/>
                  </a:lnTo>
                  <a:lnTo>
                    <a:pt x="2097118" y="546844"/>
                  </a:lnTo>
                  <a:lnTo>
                    <a:pt x="2098190" y="546367"/>
                  </a:lnTo>
                  <a:lnTo>
                    <a:pt x="2099262" y="545892"/>
                  </a:lnTo>
                  <a:lnTo>
                    <a:pt x="2100333" y="545417"/>
                  </a:lnTo>
                  <a:lnTo>
                    <a:pt x="2101405" y="544944"/>
                  </a:lnTo>
                  <a:lnTo>
                    <a:pt x="2102476" y="544471"/>
                  </a:lnTo>
                  <a:lnTo>
                    <a:pt x="2103548" y="544000"/>
                  </a:lnTo>
                  <a:lnTo>
                    <a:pt x="2104620" y="543531"/>
                  </a:lnTo>
                  <a:lnTo>
                    <a:pt x="2105691" y="543062"/>
                  </a:lnTo>
                  <a:lnTo>
                    <a:pt x="2106763" y="542595"/>
                  </a:lnTo>
                  <a:lnTo>
                    <a:pt x="2107834" y="542129"/>
                  </a:lnTo>
                  <a:lnTo>
                    <a:pt x="2108906" y="541664"/>
                  </a:lnTo>
                  <a:lnTo>
                    <a:pt x="2109978" y="541200"/>
                  </a:lnTo>
                  <a:lnTo>
                    <a:pt x="2111049" y="540738"/>
                  </a:lnTo>
                  <a:lnTo>
                    <a:pt x="2112121" y="540277"/>
                  </a:lnTo>
                  <a:lnTo>
                    <a:pt x="2113192" y="539817"/>
                  </a:lnTo>
                  <a:lnTo>
                    <a:pt x="2114264" y="539358"/>
                  </a:lnTo>
                  <a:lnTo>
                    <a:pt x="2115336" y="538901"/>
                  </a:lnTo>
                  <a:lnTo>
                    <a:pt x="2116407" y="538444"/>
                  </a:lnTo>
                  <a:lnTo>
                    <a:pt x="2117479" y="537989"/>
                  </a:lnTo>
                  <a:lnTo>
                    <a:pt x="2118550" y="537536"/>
                  </a:lnTo>
                  <a:lnTo>
                    <a:pt x="2119622" y="537083"/>
                  </a:lnTo>
                  <a:lnTo>
                    <a:pt x="2120694" y="536631"/>
                  </a:lnTo>
                  <a:lnTo>
                    <a:pt x="2121765" y="536181"/>
                  </a:lnTo>
                  <a:lnTo>
                    <a:pt x="2122837" y="535732"/>
                  </a:lnTo>
                  <a:lnTo>
                    <a:pt x="2123908" y="535285"/>
                  </a:lnTo>
                  <a:lnTo>
                    <a:pt x="2124980" y="534838"/>
                  </a:lnTo>
                  <a:lnTo>
                    <a:pt x="2126052" y="534393"/>
                  </a:lnTo>
                  <a:lnTo>
                    <a:pt x="2127123" y="533949"/>
                  </a:lnTo>
                  <a:lnTo>
                    <a:pt x="2128195" y="533506"/>
                  </a:lnTo>
                  <a:lnTo>
                    <a:pt x="2129266" y="533064"/>
                  </a:lnTo>
                  <a:lnTo>
                    <a:pt x="2130338" y="532623"/>
                  </a:lnTo>
                  <a:lnTo>
                    <a:pt x="2131409" y="532184"/>
                  </a:lnTo>
                  <a:lnTo>
                    <a:pt x="2132481" y="531746"/>
                  </a:lnTo>
                  <a:lnTo>
                    <a:pt x="2133553" y="531309"/>
                  </a:lnTo>
                  <a:lnTo>
                    <a:pt x="2134624" y="530874"/>
                  </a:lnTo>
                  <a:lnTo>
                    <a:pt x="2135696" y="530439"/>
                  </a:lnTo>
                  <a:lnTo>
                    <a:pt x="2136767" y="530006"/>
                  </a:lnTo>
                  <a:lnTo>
                    <a:pt x="2137839" y="529574"/>
                  </a:lnTo>
                  <a:lnTo>
                    <a:pt x="2138911" y="529143"/>
                  </a:lnTo>
                  <a:lnTo>
                    <a:pt x="2139982" y="528714"/>
                  </a:lnTo>
                  <a:lnTo>
                    <a:pt x="2141054" y="528285"/>
                  </a:lnTo>
                  <a:lnTo>
                    <a:pt x="2142125" y="527858"/>
                  </a:lnTo>
                  <a:lnTo>
                    <a:pt x="2143197" y="527432"/>
                  </a:lnTo>
                  <a:lnTo>
                    <a:pt x="2144269" y="527008"/>
                  </a:lnTo>
                  <a:lnTo>
                    <a:pt x="2145340" y="526584"/>
                  </a:lnTo>
                  <a:lnTo>
                    <a:pt x="2146412" y="526162"/>
                  </a:lnTo>
                  <a:lnTo>
                    <a:pt x="2147483" y="525741"/>
                  </a:lnTo>
                  <a:lnTo>
                    <a:pt x="2148555" y="525321"/>
                  </a:lnTo>
                  <a:lnTo>
                    <a:pt x="2149627" y="524902"/>
                  </a:lnTo>
                  <a:lnTo>
                    <a:pt x="2150698" y="524484"/>
                  </a:lnTo>
                  <a:lnTo>
                    <a:pt x="2151770" y="524068"/>
                  </a:lnTo>
                  <a:lnTo>
                    <a:pt x="2152841" y="523653"/>
                  </a:lnTo>
                  <a:lnTo>
                    <a:pt x="2153913" y="523239"/>
                  </a:lnTo>
                  <a:lnTo>
                    <a:pt x="2154985" y="522826"/>
                  </a:lnTo>
                  <a:lnTo>
                    <a:pt x="2156056" y="522415"/>
                  </a:lnTo>
                  <a:lnTo>
                    <a:pt x="2157128" y="522004"/>
                  </a:lnTo>
                  <a:lnTo>
                    <a:pt x="2158199" y="521595"/>
                  </a:lnTo>
                  <a:lnTo>
                    <a:pt x="2159271" y="521187"/>
                  </a:lnTo>
                  <a:lnTo>
                    <a:pt x="2160343" y="520781"/>
                  </a:lnTo>
                  <a:lnTo>
                    <a:pt x="2161414" y="520375"/>
                  </a:lnTo>
                  <a:lnTo>
                    <a:pt x="2162486" y="519971"/>
                  </a:lnTo>
                  <a:lnTo>
                    <a:pt x="2163557" y="519567"/>
                  </a:lnTo>
                  <a:lnTo>
                    <a:pt x="2164629" y="519165"/>
                  </a:lnTo>
                  <a:lnTo>
                    <a:pt x="2165701" y="518765"/>
                  </a:lnTo>
                  <a:lnTo>
                    <a:pt x="2166772" y="518365"/>
                  </a:lnTo>
                  <a:lnTo>
                    <a:pt x="2167844" y="517967"/>
                  </a:lnTo>
                  <a:lnTo>
                    <a:pt x="2168915" y="517569"/>
                  </a:lnTo>
                  <a:lnTo>
                    <a:pt x="2169987" y="517173"/>
                  </a:lnTo>
                  <a:lnTo>
                    <a:pt x="2171059" y="516778"/>
                  </a:lnTo>
                  <a:lnTo>
                    <a:pt x="2172130" y="516385"/>
                  </a:lnTo>
                  <a:lnTo>
                    <a:pt x="2173202" y="515992"/>
                  </a:lnTo>
                  <a:lnTo>
                    <a:pt x="2174273" y="515601"/>
                  </a:lnTo>
                  <a:lnTo>
                    <a:pt x="2175345" y="515211"/>
                  </a:lnTo>
                  <a:lnTo>
                    <a:pt x="2176417" y="514822"/>
                  </a:lnTo>
                  <a:lnTo>
                    <a:pt x="2177488" y="514434"/>
                  </a:lnTo>
                  <a:lnTo>
                    <a:pt x="2178560" y="514047"/>
                  </a:lnTo>
                  <a:lnTo>
                    <a:pt x="2179631" y="513662"/>
                  </a:lnTo>
                  <a:lnTo>
                    <a:pt x="2180703" y="513278"/>
                  </a:lnTo>
                  <a:lnTo>
                    <a:pt x="2181775" y="512894"/>
                  </a:lnTo>
                  <a:lnTo>
                    <a:pt x="2182846" y="512513"/>
                  </a:lnTo>
                  <a:lnTo>
                    <a:pt x="2183918" y="512132"/>
                  </a:lnTo>
                  <a:lnTo>
                    <a:pt x="2184989" y="511752"/>
                  </a:lnTo>
                  <a:lnTo>
                    <a:pt x="2186061" y="511374"/>
                  </a:lnTo>
                  <a:lnTo>
                    <a:pt x="2187133" y="510996"/>
                  </a:lnTo>
                  <a:lnTo>
                    <a:pt x="2188204" y="510620"/>
                  </a:lnTo>
                  <a:lnTo>
                    <a:pt x="2189276" y="510245"/>
                  </a:lnTo>
                  <a:lnTo>
                    <a:pt x="2190347" y="509872"/>
                  </a:lnTo>
                  <a:lnTo>
                    <a:pt x="2191419" y="509499"/>
                  </a:lnTo>
                  <a:lnTo>
                    <a:pt x="2192491" y="509128"/>
                  </a:lnTo>
                  <a:lnTo>
                    <a:pt x="2193562" y="508757"/>
                  </a:lnTo>
                  <a:lnTo>
                    <a:pt x="2194634" y="508388"/>
                  </a:lnTo>
                  <a:lnTo>
                    <a:pt x="2195705" y="508020"/>
                  </a:lnTo>
                  <a:lnTo>
                    <a:pt x="2196777" y="507653"/>
                  </a:lnTo>
                  <a:lnTo>
                    <a:pt x="2197849" y="507288"/>
                  </a:lnTo>
                  <a:lnTo>
                    <a:pt x="2198920" y="506923"/>
                  </a:lnTo>
                  <a:lnTo>
                    <a:pt x="2199992" y="506560"/>
                  </a:lnTo>
                  <a:lnTo>
                    <a:pt x="2201063" y="506197"/>
                  </a:lnTo>
                  <a:lnTo>
                    <a:pt x="2202135" y="505836"/>
                  </a:lnTo>
                  <a:lnTo>
                    <a:pt x="2203207" y="505476"/>
                  </a:lnTo>
                  <a:lnTo>
                    <a:pt x="2204278" y="505118"/>
                  </a:lnTo>
                  <a:lnTo>
                    <a:pt x="2205350" y="504760"/>
                  </a:lnTo>
                  <a:lnTo>
                    <a:pt x="2206421" y="504404"/>
                  </a:lnTo>
                  <a:lnTo>
                    <a:pt x="2207493" y="504048"/>
                  </a:lnTo>
                  <a:lnTo>
                    <a:pt x="2208565" y="503694"/>
                  </a:lnTo>
                  <a:lnTo>
                    <a:pt x="2209636" y="503341"/>
                  </a:lnTo>
                  <a:lnTo>
                    <a:pt x="2210708" y="502989"/>
                  </a:lnTo>
                  <a:lnTo>
                    <a:pt x="2211779" y="502638"/>
                  </a:lnTo>
                  <a:lnTo>
                    <a:pt x="2212851" y="502288"/>
                  </a:lnTo>
                  <a:lnTo>
                    <a:pt x="2213923" y="501940"/>
                  </a:lnTo>
                  <a:lnTo>
                    <a:pt x="2214994" y="501592"/>
                  </a:lnTo>
                  <a:lnTo>
                    <a:pt x="2216066" y="501246"/>
                  </a:lnTo>
                  <a:lnTo>
                    <a:pt x="2217137" y="500901"/>
                  </a:lnTo>
                  <a:lnTo>
                    <a:pt x="2218209" y="500557"/>
                  </a:lnTo>
                  <a:lnTo>
                    <a:pt x="2219281" y="500214"/>
                  </a:lnTo>
                  <a:lnTo>
                    <a:pt x="2220352" y="499872"/>
                  </a:lnTo>
                  <a:lnTo>
                    <a:pt x="2221424" y="499532"/>
                  </a:lnTo>
                  <a:lnTo>
                    <a:pt x="2222495" y="499192"/>
                  </a:lnTo>
                  <a:lnTo>
                    <a:pt x="2223567" y="498854"/>
                  </a:lnTo>
                  <a:lnTo>
                    <a:pt x="2224639" y="498516"/>
                  </a:lnTo>
                  <a:lnTo>
                    <a:pt x="2225710" y="498180"/>
                  </a:lnTo>
                  <a:lnTo>
                    <a:pt x="2226782" y="497845"/>
                  </a:lnTo>
                  <a:lnTo>
                    <a:pt x="2227853" y="497511"/>
                  </a:lnTo>
                  <a:lnTo>
                    <a:pt x="2228925" y="497178"/>
                  </a:lnTo>
                  <a:lnTo>
                    <a:pt x="2229997" y="496846"/>
                  </a:lnTo>
                  <a:lnTo>
                    <a:pt x="2231068" y="496516"/>
                  </a:lnTo>
                  <a:lnTo>
                    <a:pt x="2232140" y="496186"/>
                  </a:lnTo>
                  <a:lnTo>
                    <a:pt x="2233211" y="495858"/>
                  </a:lnTo>
                  <a:lnTo>
                    <a:pt x="2234283" y="495530"/>
                  </a:lnTo>
                  <a:lnTo>
                    <a:pt x="2235355" y="495204"/>
                  </a:lnTo>
                  <a:lnTo>
                    <a:pt x="2236426" y="494879"/>
                  </a:lnTo>
                  <a:lnTo>
                    <a:pt x="2237498" y="494555"/>
                  </a:lnTo>
                  <a:lnTo>
                    <a:pt x="2238569" y="494232"/>
                  </a:lnTo>
                  <a:lnTo>
                    <a:pt x="2239641" y="493910"/>
                  </a:lnTo>
                  <a:lnTo>
                    <a:pt x="2240713" y="493589"/>
                  </a:lnTo>
                  <a:lnTo>
                    <a:pt x="2241784" y="493270"/>
                  </a:lnTo>
                  <a:lnTo>
                    <a:pt x="2242856" y="492951"/>
                  </a:lnTo>
                  <a:lnTo>
                    <a:pt x="2243927" y="492634"/>
                  </a:lnTo>
                  <a:lnTo>
                    <a:pt x="2244999" y="492317"/>
                  </a:lnTo>
                  <a:lnTo>
                    <a:pt x="2246071" y="492002"/>
                  </a:lnTo>
                  <a:lnTo>
                    <a:pt x="2247142" y="491688"/>
                  </a:lnTo>
                  <a:lnTo>
                    <a:pt x="2248214" y="491374"/>
                  </a:lnTo>
                  <a:lnTo>
                    <a:pt x="2249285" y="491062"/>
                  </a:lnTo>
                  <a:lnTo>
                    <a:pt x="2250357" y="490751"/>
                  </a:lnTo>
                  <a:lnTo>
                    <a:pt x="2251429" y="490441"/>
                  </a:lnTo>
                  <a:lnTo>
                    <a:pt x="2252500" y="490132"/>
                  </a:lnTo>
                  <a:lnTo>
                    <a:pt x="2253572" y="489825"/>
                  </a:lnTo>
                  <a:lnTo>
                    <a:pt x="2254643" y="489518"/>
                  </a:lnTo>
                  <a:lnTo>
                    <a:pt x="2255715" y="489212"/>
                  </a:lnTo>
                  <a:lnTo>
                    <a:pt x="2256787" y="488908"/>
                  </a:lnTo>
                  <a:lnTo>
                    <a:pt x="2257858" y="488604"/>
                  </a:lnTo>
                  <a:lnTo>
                    <a:pt x="2258930" y="488302"/>
                  </a:lnTo>
                  <a:lnTo>
                    <a:pt x="2260001" y="488000"/>
                  </a:lnTo>
                  <a:lnTo>
                    <a:pt x="2261073" y="487700"/>
                  </a:lnTo>
                  <a:lnTo>
                    <a:pt x="2262145" y="487401"/>
                  </a:lnTo>
                  <a:lnTo>
                    <a:pt x="2263216" y="487102"/>
                  </a:lnTo>
                  <a:lnTo>
                    <a:pt x="2264288" y="486805"/>
                  </a:lnTo>
                  <a:lnTo>
                    <a:pt x="2265359" y="486509"/>
                  </a:lnTo>
                  <a:lnTo>
                    <a:pt x="2266431" y="486214"/>
                  </a:lnTo>
                  <a:lnTo>
                    <a:pt x="2267503" y="485920"/>
                  </a:lnTo>
                  <a:lnTo>
                    <a:pt x="2268574" y="485627"/>
                  </a:lnTo>
                  <a:lnTo>
                    <a:pt x="2269646" y="485335"/>
                  </a:lnTo>
                  <a:lnTo>
                    <a:pt x="2270717" y="485044"/>
                  </a:lnTo>
                  <a:lnTo>
                    <a:pt x="2271789" y="484754"/>
                  </a:lnTo>
                  <a:lnTo>
                    <a:pt x="2272861" y="484465"/>
                  </a:lnTo>
                  <a:lnTo>
                    <a:pt x="2273932" y="484177"/>
                  </a:lnTo>
                  <a:lnTo>
                    <a:pt x="2275004" y="483890"/>
                  </a:lnTo>
                  <a:lnTo>
                    <a:pt x="2276075" y="483605"/>
                  </a:lnTo>
                  <a:lnTo>
                    <a:pt x="2277147" y="483320"/>
                  </a:lnTo>
                  <a:lnTo>
                    <a:pt x="2278219" y="483036"/>
                  </a:lnTo>
                  <a:lnTo>
                    <a:pt x="2279290" y="482754"/>
                  </a:lnTo>
                  <a:lnTo>
                    <a:pt x="2280362" y="482472"/>
                  </a:lnTo>
                  <a:lnTo>
                    <a:pt x="2281433" y="482191"/>
                  </a:lnTo>
                  <a:lnTo>
                    <a:pt x="2282505" y="481912"/>
                  </a:lnTo>
                  <a:lnTo>
                    <a:pt x="2283577" y="481633"/>
                  </a:lnTo>
                  <a:lnTo>
                    <a:pt x="2284648" y="481356"/>
                  </a:lnTo>
                  <a:lnTo>
                    <a:pt x="2285720" y="481079"/>
                  </a:lnTo>
                  <a:lnTo>
                    <a:pt x="2286791" y="480803"/>
                  </a:lnTo>
                  <a:lnTo>
                    <a:pt x="2287863" y="480529"/>
                  </a:lnTo>
                  <a:lnTo>
                    <a:pt x="2288935" y="480255"/>
                  </a:lnTo>
                  <a:lnTo>
                    <a:pt x="2290006" y="479983"/>
                  </a:lnTo>
                  <a:lnTo>
                    <a:pt x="2291078" y="479711"/>
                  </a:lnTo>
                  <a:lnTo>
                    <a:pt x="2292149" y="479441"/>
                  </a:lnTo>
                  <a:lnTo>
                    <a:pt x="2293221" y="479171"/>
                  </a:lnTo>
                  <a:lnTo>
                    <a:pt x="2294293" y="478903"/>
                  </a:lnTo>
                  <a:lnTo>
                    <a:pt x="2295364" y="478635"/>
                  </a:lnTo>
                  <a:lnTo>
                    <a:pt x="2296436" y="478369"/>
                  </a:lnTo>
                  <a:lnTo>
                    <a:pt x="2297507" y="478103"/>
                  </a:lnTo>
                  <a:lnTo>
                    <a:pt x="2298579" y="477838"/>
                  </a:lnTo>
                  <a:lnTo>
                    <a:pt x="2299651" y="477575"/>
                  </a:lnTo>
                  <a:lnTo>
                    <a:pt x="2300722" y="477312"/>
                  </a:lnTo>
                  <a:lnTo>
                    <a:pt x="2301794" y="477050"/>
                  </a:lnTo>
                  <a:lnTo>
                    <a:pt x="2302865" y="476790"/>
                  </a:lnTo>
                  <a:lnTo>
                    <a:pt x="2303937" y="476530"/>
                  </a:lnTo>
                  <a:lnTo>
                    <a:pt x="2305009" y="476271"/>
                  </a:lnTo>
                  <a:lnTo>
                    <a:pt x="2306080" y="476014"/>
                  </a:lnTo>
                  <a:lnTo>
                    <a:pt x="2307152" y="475757"/>
                  </a:lnTo>
                  <a:lnTo>
                    <a:pt x="2308223" y="475501"/>
                  </a:lnTo>
                  <a:lnTo>
                    <a:pt x="2309295" y="475246"/>
                  </a:lnTo>
                  <a:lnTo>
                    <a:pt x="2310366" y="474992"/>
                  </a:lnTo>
                  <a:lnTo>
                    <a:pt x="2311438" y="474740"/>
                  </a:lnTo>
                  <a:lnTo>
                    <a:pt x="2312510" y="474488"/>
                  </a:lnTo>
                  <a:lnTo>
                    <a:pt x="2313581" y="474237"/>
                  </a:lnTo>
                  <a:lnTo>
                    <a:pt x="2314653" y="473987"/>
                  </a:lnTo>
                  <a:lnTo>
                    <a:pt x="2315724" y="473737"/>
                  </a:lnTo>
                  <a:lnTo>
                    <a:pt x="2316796" y="473489"/>
                  </a:lnTo>
                  <a:lnTo>
                    <a:pt x="2317868" y="473242"/>
                  </a:lnTo>
                  <a:lnTo>
                    <a:pt x="2318939" y="472996"/>
                  </a:lnTo>
                  <a:lnTo>
                    <a:pt x="2320011" y="472751"/>
                  </a:lnTo>
                  <a:lnTo>
                    <a:pt x="2321082" y="472506"/>
                  </a:lnTo>
                  <a:lnTo>
                    <a:pt x="2322154" y="472263"/>
                  </a:lnTo>
                  <a:lnTo>
                    <a:pt x="2323226" y="472020"/>
                  </a:lnTo>
                  <a:lnTo>
                    <a:pt x="2324297" y="471779"/>
                  </a:lnTo>
                  <a:lnTo>
                    <a:pt x="2325369" y="471538"/>
                  </a:lnTo>
                  <a:lnTo>
                    <a:pt x="2326440" y="471298"/>
                  </a:lnTo>
                  <a:lnTo>
                    <a:pt x="2327512" y="471060"/>
                  </a:lnTo>
                  <a:lnTo>
                    <a:pt x="2328584" y="470822"/>
                  </a:lnTo>
                  <a:lnTo>
                    <a:pt x="2329655" y="470585"/>
                  </a:lnTo>
                  <a:lnTo>
                    <a:pt x="2330727" y="470349"/>
                  </a:lnTo>
                  <a:lnTo>
                    <a:pt x="2331798" y="470114"/>
                  </a:lnTo>
                  <a:lnTo>
                    <a:pt x="2332870" y="469880"/>
                  </a:lnTo>
                  <a:lnTo>
                    <a:pt x="2333942" y="469646"/>
                  </a:lnTo>
                  <a:lnTo>
                    <a:pt x="2335013" y="469414"/>
                  </a:lnTo>
                  <a:lnTo>
                    <a:pt x="2336085" y="469183"/>
                  </a:lnTo>
                  <a:lnTo>
                    <a:pt x="2337156" y="468952"/>
                  </a:lnTo>
                  <a:lnTo>
                    <a:pt x="2338228" y="468723"/>
                  </a:lnTo>
                  <a:lnTo>
                    <a:pt x="2339300" y="468494"/>
                  </a:lnTo>
                  <a:lnTo>
                    <a:pt x="2340371" y="468266"/>
                  </a:lnTo>
                  <a:lnTo>
                    <a:pt x="2341443" y="468039"/>
                  </a:lnTo>
                  <a:lnTo>
                    <a:pt x="2342514" y="467813"/>
                  </a:lnTo>
                  <a:lnTo>
                    <a:pt x="2343586" y="467588"/>
                  </a:lnTo>
                  <a:lnTo>
                    <a:pt x="2344658" y="467364"/>
                  </a:lnTo>
                  <a:lnTo>
                    <a:pt x="2345729" y="467140"/>
                  </a:lnTo>
                  <a:lnTo>
                    <a:pt x="2346801" y="466918"/>
                  </a:lnTo>
                  <a:lnTo>
                    <a:pt x="2347872" y="466696"/>
                  </a:lnTo>
                  <a:lnTo>
                    <a:pt x="2348944" y="466475"/>
                  </a:lnTo>
                  <a:lnTo>
                    <a:pt x="2350016" y="466256"/>
                  </a:lnTo>
                  <a:lnTo>
                    <a:pt x="2351087" y="466037"/>
                  </a:lnTo>
                  <a:lnTo>
                    <a:pt x="2352159" y="465819"/>
                  </a:lnTo>
                  <a:lnTo>
                    <a:pt x="2353230" y="465601"/>
                  </a:lnTo>
                  <a:lnTo>
                    <a:pt x="2354302" y="465385"/>
                  </a:lnTo>
                  <a:lnTo>
                    <a:pt x="2355374" y="465169"/>
                  </a:lnTo>
                  <a:lnTo>
                    <a:pt x="2356445" y="464955"/>
                  </a:lnTo>
                  <a:lnTo>
                    <a:pt x="2357517" y="464741"/>
                  </a:lnTo>
                  <a:lnTo>
                    <a:pt x="2358588" y="464528"/>
                  </a:lnTo>
                  <a:lnTo>
                    <a:pt x="2359660" y="464316"/>
                  </a:lnTo>
                  <a:lnTo>
                    <a:pt x="2360732" y="464105"/>
                  </a:lnTo>
                  <a:lnTo>
                    <a:pt x="2361803" y="463894"/>
                  </a:lnTo>
                  <a:lnTo>
                    <a:pt x="2362875" y="463685"/>
                  </a:lnTo>
                  <a:lnTo>
                    <a:pt x="2363946" y="463476"/>
                  </a:lnTo>
                  <a:lnTo>
                    <a:pt x="2365018" y="463268"/>
                  </a:lnTo>
                  <a:lnTo>
                    <a:pt x="2366090" y="463061"/>
                  </a:lnTo>
                  <a:lnTo>
                    <a:pt x="2367161" y="462855"/>
                  </a:lnTo>
                  <a:lnTo>
                    <a:pt x="2368233" y="462650"/>
                  </a:lnTo>
                  <a:lnTo>
                    <a:pt x="2369304" y="462445"/>
                  </a:lnTo>
                  <a:lnTo>
                    <a:pt x="2370376" y="462242"/>
                  </a:lnTo>
                  <a:lnTo>
                    <a:pt x="2371448" y="462039"/>
                  </a:lnTo>
                  <a:lnTo>
                    <a:pt x="2372519" y="461837"/>
                  </a:lnTo>
                  <a:lnTo>
                    <a:pt x="2373591" y="461636"/>
                  </a:lnTo>
                  <a:lnTo>
                    <a:pt x="2374662" y="461435"/>
                  </a:lnTo>
                  <a:lnTo>
                    <a:pt x="2375734" y="461236"/>
                  </a:lnTo>
                  <a:lnTo>
                    <a:pt x="2376806" y="461037"/>
                  </a:lnTo>
                  <a:lnTo>
                    <a:pt x="2377877" y="460839"/>
                  </a:lnTo>
                  <a:lnTo>
                    <a:pt x="2378949" y="460642"/>
                  </a:lnTo>
                  <a:lnTo>
                    <a:pt x="2380020" y="460446"/>
                  </a:lnTo>
                  <a:lnTo>
                    <a:pt x="2381092" y="460250"/>
                  </a:lnTo>
                  <a:lnTo>
                    <a:pt x="2382164" y="460055"/>
                  </a:lnTo>
                  <a:lnTo>
                    <a:pt x="2383235" y="459861"/>
                  </a:lnTo>
                  <a:lnTo>
                    <a:pt x="2384307" y="459668"/>
                  </a:lnTo>
                  <a:lnTo>
                    <a:pt x="2385378" y="459476"/>
                  </a:lnTo>
                  <a:lnTo>
                    <a:pt x="2386450" y="459284"/>
                  </a:lnTo>
                  <a:lnTo>
                    <a:pt x="2387522" y="459094"/>
                  </a:lnTo>
                  <a:lnTo>
                    <a:pt x="2388593" y="458904"/>
                  </a:lnTo>
                  <a:lnTo>
                    <a:pt x="2389665" y="458715"/>
                  </a:lnTo>
                  <a:lnTo>
                    <a:pt x="2390736" y="458526"/>
                  </a:lnTo>
                  <a:lnTo>
                    <a:pt x="2391808" y="458339"/>
                  </a:lnTo>
                  <a:lnTo>
                    <a:pt x="2392880" y="458152"/>
                  </a:lnTo>
                  <a:lnTo>
                    <a:pt x="2393951" y="457966"/>
                  </a:lnTo>
                  <a:lnTo>
                    <a:pt x="2395023" y="457780"/>
                  </a:lnTo>
                  <a:lnTo>
                    <a:pt x="2396094" y="457596"/>
                  </a:lnTo>
                  <a:lnTo>
                    <a:pt x="2397166" y="457412"/>
                  </a:lnTo>
                  <a:lnTo>
                    <a:pt x="2398238" y="457229"/>
                  </a:lnTo>
                  <a:lnTo>
                    <a:pt x="2399309" y="457047"/>
                  </a:lnTo>
                  <a:lnTo>
                    <a:pt x="2400381" y="456865"/>
                  </a:lnTo>
                  <a:lnTo>
                    <a:pt x="2401452" y="456684"/>
                  </a:lnTo>
                  <a:lnTo>
                    <a:pt x="2402524" y="456504"/>
                  </a:lnTo>
                  <a:lnTo>
                    <a:pt x="2403596" y="456325"/>
                  </a:lnTo>
                  <a:lnTo>
                    <a:pt x="2404667" y="456146"/>
                  </a:lnTo>
                  <a:lnTo>
                    <a:pt x="2405739" y="455969"/>
                  </a:lnTo>
                  <a:lnTo>
                    <a:pt x="2406810" y="455792"/>
                  </a:lnTo>
                  <a:lnTo>
                    <a:pt x="2407882" y="455615"/>
                  </a:lnTo>
                  <a:lnTo>
                    <a:pt x="2408954" y="455440"/>
                  </a:lnTo>
                  <a:lnTo>
                    <a:pt x="2410025" y="455265"/>
                  </a:lnTo>
                  <a:lnTo>
                    <a:pt x="2411097" y="455091"/>
                  </a:lnTo>
                  <a:lnTo>
                    <a:pt x="2412168" y="454917"/>
                  </a:lnTo>
                  <a:lnTo>
                    <a:pt x="2413240" y="454745"/>
                  </a:lnTo>
                  <a:lnTo>
                    <a:pt x="2414312" y="454573"/>
                  </a:lnTo>
                  <a:lnTo>
                    <a:pt x="2415383" y="454401"/>
                  </a:lnTo>
                  <a:lnTo>
                    <a:pt x="2416455" y="454231"/>
                  </a:lnTo>
                  <a:lnTo>
                    <a:pt x="2417526" y="454061"/>
                  </a:lnTo>
                  <a:lnTo>
                    <a:pt x="2418598" y="453892"/>
                  </a:lnTo>
                  <a:lnTo>
                    <a:pt x="2419670" y="453724"/>
                  </a:lnTo>
                  <a:lnTo>
                    <a:pt x="2420741" y="453556"/>
                  </a:lnTo>
                  <a:lnTo>
                    <a:pt x="2421813" y="453389"/>
                  </a:lnTo>
                  <a:lnTo>
                    <a:pt x="2422884" y="453222"/>
                  </a:lnTo>
                  <a:lnTo>
                    <a:pt x="2423956" y="453057"/>
                  </a:lnTo>
                  <a:lnTo>
                    <a:pt x="2425028" y="452892"/>
                  </a:lnTo>
                  <a:lnTo>
                    <a:pt x="2426099" y="452728"/>
                  </a:lnTo>
                  <a:lnTo>
                    <a:pt x="2427171" y="452564"/>
                  </a:lnTo>
                  <a:lnTo>
                    <a:pt x="2428242" y="452401"/>
                  </a:lnTo>
                  <a:lnTo>
                    <a:pt x="2429314" y="452239"/>
                  </a:lnTo>
                  <a:lnTo>
                    <a:pt x="2430386" y="452078"/>
                  </a:lnTo>
                  <a:lnTo>
                    <a:pt x="2431457" y="451917"/>
                  </a:lnTo>
                  <a:lnTo>
                    <a:pt x="2432529" y="451757"/>
                  </a:lnTo>
                  <a:lnTo>
                    <a:pt x="2433600" y="451597"/>
                  </a:lnTo>
                  <a:lnTo>
                    <a:pt x="2434672" y="451438"/>
                  </a:lnTo>
                  <a:lnTo>
                    <a:pt x="2435744" y="451280"/>
                  </a:lnTo>
                  <a:lnTo>
                    <a:pt x="2436815" y="451122"/>
                  </a:lnTo>
                  <a:lnTo>
                    <a:pt x="2437887" y="450966"/>
                  </a:lnTo>
                  <a:lnTo>
                    <a:pt x="2438958" y="450809"/>
                  </a:lnTo>
                  <a:lnTo>
                    <a:pt x="2440030" y="450654"/>
                  </a:lnTo>
                  <a:lnTo>
                    <a:pt x="2441102" y="450499"/>
                  </a:lnTo>
                  <a:lnTo>
                    <a:pt x="2442173" y="450345"/>
                  </a:lnTo>
                  <a:lnTo>
                    <a:pt x="2443245" y="450191"/>
                  </a:lnTo>
                  <a:lnTo>
                    <a:pt x="2444316" y="450038"/>
                  </a:lnTo>
                  <a:lnTo>
                    <a:pt x="2445388" y="449886"/>
                  </a:lnTo>
                  <a:lnTo>
                    <a:pt x="2446460" y="449734"/>
                  </a:lnTo>
                  <a:lnTo>
                    <a:pt x="2447531" y="449583"/>
                  </a:lnTo>
                  <a:lnTo>
                    <a:pt x="2448603" y="449432"/>
                  </a:lnTo>
                  <a:lnTo>
                    <a:pt x="2449674" y="449283"/>
                  </a:lnTo>
                  <a:lnTo>
                    <a:pt x="2450746" y="449133"/>
                  </a:lnTo>
                  <a:lnTo>
                    <a:pt x="2451818" y="448985"/>
                  </a:lnTo>
                  <a:lnTo>
                    <a:pt x="2452889" y="448837"/>
                  </a:lnTo>
                  <a:lnTo>
                    <a:pt x="2453961" y="448689"/>
                  </a:lnTo>
                  <a:lnTo>
                    <a:pt x="2455032" y="448543"/>
                  </a:lnTo>
                  <a:lnTo>
                    <a:pt x="2456104" y="448396"/>
                  </a:lnTo>
                  <a:lnTo>
                    <a:pt x="2457176" y="448251"/>
                  </a:lnTo>
                  <a:lnTo>
                    <a:pt x="2458247" y="448106"/>
                  </a:lnTo>
                  <a:lnTo>
                    <a:pt x="2459319" y="447962"/>
                  </a:lnTo>
                  <a:lnTo>
                    <a:pt x="2460390" y="447818"/>
                  </a:lnTo>
                  <a:lnTo>
                    <a:pt x="2461462" y="447675"/>
                  </a:lnTo>
                  <a:lnTo>
                    <a:pt x="2462534" y="447532"/>
                  </a:lnTo>
                  <a:lnTo>
                    <a:pt x="2463605" y="447390"/>
                  </a:lnTo>
                  <a:lnTo>
                    <a:pt x="2464677" y="447249"/>
                  </a:lnTo>
                  <a:lnTo>
                    <a:pt x="2465748" y="447108"/>
                  </a:lnTo>
                  <a:lnTo>
                    <a:pt x="2466820" y="446967"/>
                  </a:lnTo>
                  <a:lnTo>
                    <a:pt x="2467892" y="446828"/>
                  </a:lnTo>
                  <a:lnTo>
                    <a:pt x="2468963" y="446689"/>
                  </a:lnTo>
                  <a:lnTo>
                    <a:pt x="2470035" y="446550"/>
                  </a:lnTo>
                  <a:lnTo>
                    <a:pt x="2471106" y="446412"/>
                  </a:lnTo>
                  <a:lnTo>
                    <a:pt x="2472178" y="446275"/>
                  </a:lnTo>
                  <a:lnTo>
                    <a:pt x="2473250" y="446138"/>
                  </a:lnTo>
                  <a:lnTo>
                    <a:pt x="2474321" y="446002"/>
                  </a:lnTo>
                  <a:lnTo>
                    <a:pt x="2475393" y="445866"/>
                  </a:lnTo>
                  <a:lnTo>
                    <a:pt x="2476464" y="445731"/>
                  </a:lnTo>
                  <a:lnTo>
                    <a:pt x="2477536" y="445596"/>
                  </a:lnTo>
                  <a:lnTo>
                    <a:pt x="2478608" y="445462"/>
                  </a:lnTo>
                  <a:lnTo>
                    <a:pt x="2479679" y="445328"/>
                  </a:lnTo>
                  <a:lnTo>
                    <a:pt x="2480751" y="445195"/>
                  </a:lnTo>
                  <a:lnTo>
                    <a:pt x="2481822" y="445063"/>
                  </a:lnTo>
                  <a:lnTo>
                    <a:pt x="2482894" y="444931"/>
                  </a:lnTo>
                  <a:lnTo>
                    <a:pt x="2483966" y="444799"/>
                  </a:lnTo>
                  <a:lnTo>
                    <a:pt x="2485037" y="444668"/>
                  </a:lnTo>
                  <a:lnTo>
                    <a:pt x="2486109" y="444538"/>
                  </a:lnTo>
                  <a:lnTo>
                    <a:pt x="2487180" y="444408"/>
                  </a:lnTo>
                  <a:lnTo>
                    <a:pt x="2488252" y="444279"/>
                  </a:lnTo>
                  <a:lnTo>
                    <a:pt x="2489323" y="444150"/>
                  </a:lnTo>
                  <a:lnTo>
                    <a:pt x="2490395" y="444021"/>
                  </a:lnTo>
                  <a:lnTo>
                    <a:pt x="2491467" y="443894"/>
                  </a:lnTo>
                  <a:lnTo>
                    <a:pt x="2492538" y="443766"/>
                  </a:lnTo>
                  <a:lnTo>
                    <a:pt x="2493610" y="443639"/>
                  </a:lnTo>
                  <a:lnTo>
                    <a:pt x="2494681" y="443513"/>
                  </a:lnTo>
                  <a:lnTo>
                    <a:pt x="2495753" y="443387"/>
                  </a:lnTo>
                  <a:lnTo>
                    <a:pt x="2496825" y="443262"/>
                  </a:lnTo>
                  <a:lnTo>
                    <a:pt x="2497896" y="443137"/>
                  </a:lnTo>
                  <a:lnTo>
                    <a:pt x="2498968" y="443013"/>
                  </a:lnTo>
                  <a:lnTo>
                    <a:pt x="2500039" y="442889"/>
                  </a:lnTo>
                  <a:lnTo>
                    <a:pt x="2501111" y="442765"/>
                  </a:lnTo>
                  <a:lnTo>
                    <a:pt x="2502183" y="442642"/>
                  </a:lnTo>
                  <a:lnTo>
                    <a:pt x="2503254" y="442520"/>
                  </a:lnTo>
                  <a:lnTo>
                    <a:pt x="2504326" y="442398"/>
                  </a:lnTo>
                  <a:lnTo>
                    <a:pt x="2505397" y="442276"/>
                  </a:lnTo>
                  <a:lnTo>
                    <a:pt x="2506469" y="442155"/>
                  </a:lnTo>
                  <a:lnTo>
                    <a:pt x="2507541" y="442034"/>
                  </a:lnTo>
                  <a:lnTo>
                    <a:pt x="2508612" y="441914"/>
                  </a:lnTo>
                  <a:lnTo>
                    <a:pt x="2509684" y="441795"/>
                  </a:lnTo>
                  <a:lnTo>
                    <a:pt x="2510755" y="441675"/>
                  </a:lnTo>
                  <a:lnTo>
                    <a:pt x="2511827" y="441556"/>
                  </a:lnTo>
                  <a:lnTo>
                    <a:pt x="2512899" y="441438"/>
                  </a:lnTo>
                  <a:lnTo>
                    <a:pt x="2513970" y="441320"/>
                  </a:lnTo>
                  <a:lnTo>
                    <a:pt x="2515042" y="441203"/>
                  </a:lnTo>
                  <a:lnTo>
                    <a:pt x="2516113" y="441086"/>
                  </a:lnTo>
                  <a:lnTo>
                    <a:pt x="2517185" y="440969"/>
                  </a:lnTo>
                  <a:lnTo>
                    <a:pt x="2518257" y="440853"/>
                  </a:lnTo>
                  <a:lnTo>
                    <a:pt x="2519328" y="440737"/>
                  </a:lnTo>
                  <a:lnTo>
                    <a:pt x="2520400" y="440622"/>
                  </a:lnTo>
                  <a:lnTo>
                    <a:pt x="2521471" y="440507"/>
                  </a:lnTo>
                  <a:lnTo>
                    <a:pt x="2522543" y="440392"/>
                  </a:lnTo>
                  <a:lnTo>
                    <a:pt x="2523615" y="440278"/>
                  </a:lnTo>
                  <a:lnTo>
                    <a:pt x="2524686" y="440164"/>
                  </a:lnTo>
                  <a:lnTo>
                    <a:pt x="2525758" y="440051"/>
                  </a:lnTo>
                  <a:lnTo>
                    <a:pt x="2526829" y="439938"/>
                  </a:lnTo>
                  <a:lnTo>
                    <a:pt x="2527901" y="439825"/>
                  </a:lnTo>
                  <a:lnTo>
                    <a:pt x="2528973" y="439713"/>
                  </a:lnTo>
                  <a:lnTo>
                    <a:pt x="2530044" y="439602"/>
                  </a:lnTo>
                  <a:lnTo>
                    <a:pt x="2531116" y="439490"/>
                  </a:lnTo>
                  <a:lnTo>
                    <a:pt x="2532187" y="439379"/>
                  </a:lnTo>
                  <a:lnTo>
                    <a:pt x="2533259" y="439269"/>
                  </a:lnTo>
                  <a:lnTo>
                    <a:pt x="2534331" y="439159"/>
                  </a:lnTo>
                  <a:lnTo>
                    <a:pt x="2535402" y="439049"/>
                  </a:lnTo>
                  <a:lnTo>
                    <a:pt x="2536474" y="438939"/>
                  </a:lnTo>
                  <a:lnTo>
                    <a:pt x="2537545" y="438830"/>
                  </a:lnTo>
                  <a:lnTo>
                    <a:pt x="2538617" y="438722"/>
                  </a:lnTo>
                  <a:lnTo>
                    <a:pt x="2539689" y="438613"/>
                  </a:lnTo>
                  <a:lnTo>
                    <a:pt x="2540760" y="438505"/>
                  </a:lnTo>
                  <a:lnTo>
                    <a:pt x="2541832" y="438398"/>
                  </a:lnTo>
                  <a:lnTo>
                    <a:pt x="2542903" y="438290"/>
                  </a:lnTo>
                  <a:lnTo>
                    <a:pt x="2543975" y="438183"/>
                  </a:lnTo>
                  <a:lnTo>
                    <a:pt x="2545047" y="438077"/>
                  </a:lnTo>
                  <a:lnTo>
                    <a:pt x="2546118" y="437971"/>
                  </a:lnTo>
                  <a:lnTo>
                    <a:pt x="2547190" y="437865"/>
                  </a:lnTo>
                  <a:lnTo>
                    <a:pt x="2548261" y="437759"/>
                  </a:lnTo>
                  <a:lnTo>
                    <a:pt x="2549333" y="437654"/>
                  </a:lnTo>
                  <a:lnTo>
                    <a:pt x="2550405" y="437549"/>
                  </a:lnTo>
                  <a:lnTo>
                    <a:pt x="2551476" y="437444"/>
                  </a:lnTo>
                  <a:lnTo>
                    <a:pt x="2552548" y="437340"/>
                  </a:lnTo>
                  <a:lnTo>
                    <a:pt x="2553619" y="437236"/>
                  </a:lnTo>
                  <a:lnTo>
                    <a:pt x="2554691" y="437133"/>
                  </a:lnTo>
                  <a:lnTo>
                    <a:pt x="2555763" y="437029"/>
                  </a:lnTo>
                  <a:lnTo>
                    <a:pt x="2556834" y="436926"/>
                  </a:lnTo>
                  <a:lnTo>
                    <a:pt x="2557906" y="436824"/>
                  </a:lnTo>
                  <a:lnTo>
                    <a:pt x="2558977" y="436721"/>
                  </a:lnTo>
                  <a:lnTo>
                    <a:pt x="2560049" y="436619"/>
                  </a:lnTo>
                  <a:lnTo>
                    <a:pt x="2561121" y="436518"/>
                  </a:lnTo>
                  <a:lnTo>
                    <a:pt x="2562192" y="436416"/>
                  </a:lnTo>
                  <a:lnTo>
                    <a:pt x="2563264" y="436315"/>
                  </a:lnTo>
                  <a:lnTo>
                    <a:pt x="2564335" y="436214"/>
                  </a:lnTo>
                  <a:lnTo>
                    <a:pt x="2565407" y="436113"/>
                  </a:lnTo>
                  <a:lnTo>
                    <a:pt x="2566479" y="436013"/>
                  </a:lnTo>
                  <a:lnTo>
                    <a:pt x="2567550" y="435913"/>
                  </a:lnTo>
                  <a:lnTo>
                    <a:pt x="2568622" y="435813"/>
                  </a:lnTo>
                  <a:lnTo>
                    <a:pt x="2569693" y="435714"/>
                  </a:lnTo>
                  <a:lnTo>
                    <a:pt x="2570765" y="435614"/>
                  </a:lnTo>
                  <a:lnTo>
                    <a:pt x="2571837" y="435516"/>
                  </a:lnTo>
                  <a:lnTo>
                    <a:pt x="2572908" y="435417"/>
                  </a:lnTo>
                  <a:lnTo>
                    <a:pt x="2573980" y="435318"/>
                  </a:lnTo>
                  <a:lnTo>
                    <a:pt x="2575051" y="435220"/>
                  </a:lnTo>
                  <a:lnTo>
                    <a:pt x="2576123" y="435122"/>
                  </a:lnTo>
                  <a:lnTo>
                    <a:pt x="2577195" y="435025"/>
                  </a:lnTo>
                  <a:lnTo>
                    <a:pt x="2578266" y="434927"/>
                  </a:lnTo>
                  <a:lnTo>
                    <a:pt x="2579338" y="434830"/>
                  </a:lnTo>
                  <a:lnTo>
                    <a:pt x="2580409" y="434733"/>
                  </a:lnTo>
                  <a:lnTo>
                    <a:pt x="2581481" y="434636"/>
                  </a:lnTo>
                  <a:lnTo>
                    <a:pt x="2582553" y="434540"/>
                  </a:lnTo>
                  <a:lnTo>
                    <a:pt x="2583624" y="434443"/>
                  </a:lnTo>
                  <a:lnTo>
                    <a:pt x="2584696" y="434347"/>
                  </a:lnTo>
                  <a:lnTo>
                    <a:pt x="2585767" y="434251"/>
                  </a:lnTo>
                  <a:lnTo>
                    <a:pt x="2586839" y="434156"/>
                  </a:lnTo>
                  <a:lnTo>
                    <a:pt x="2587911" y="434060"/>
                  </a:lnTo>
                  <a:lnTo>
                    <a:pt x="2588982" y="433965"/>
                  </a:lnTo>
                  <a:lnTo>
                    <a:pt x="2590054" y="433870"/>
                  </a:lnTo>
                  <a:lnTo>
                    <a:pt x="2591125" y="433776"/>
                  </a:lnTo>
                  <a:lnTo>
                    <a:pt x="2592197" y="433681"/>
                  </a:lnTo>
                  <a:lnTo>
                    <a:pt x="2593269" y="433587"/>
                  </a:lnTo>
                  <a:lnTo>
                    <a:pt x="2594340" y="433492"/>
                  </a:lnTo>
                  <a:lnTo>
                    <a:pt x="2595412" y="433398"/>
                  </a:lnTo>
                  <a:lnTo>
                    <a:pt x="2596483" y="433305"/>
                  </a:lnTo>
                  <a:lnTo>
                    <a:pt x="2597555" y="433211"/>
                  </a:lnTo>
                  <a:lnTo>
                    <a:pt x="2598627" y="433118"/>
                  </a:lnTo>
                  <a:lnTo>
                    <a:pt x="2599698" y="433024"/>
                  </a:lnTo>
                  <a:lnTo>
                    <a:pt x="2600770" y="432931"/>
                  </a:lnTo>
                  <a:lnTo>
                    <a:pt x="2601841" y="432838"/>
                  </a:lnTo>
                  <a:lnTo>
                    <a:pt x="2602913" y="432746"/>
                  </a:lnTo>
                  <a:lnTo>
                    <a:pt x="2603985" y="432653"/>
                  </a:lnTo>
                  <a:lnTo>
                    <a:pt x="2605056" y="432561"/>
                  </a:lnTo>
                  <a:lnTo>
                    <a:pt x="2606128" y="432468"/>
                  </a:lnTo>
                  <a:lnTo>
                    <a:pt x="2607199" y="432376"/>
                  </a:lnTo>
                  <a:lnTo>
                    <a:pt x="2608271" y="432284"/>
                  </a:lnTo>
                  <a:lnTo>
                    <a:pt x="2609343" y="432193"/>
                  </a:lnTo>
                  <a:lnTo>
                    <a:pt x="2610414" y="432101"/>
                  </a:lnTo>
                  <a:lnTo>
                    <a:pt x="2611486" y="432009"/>
                  </a:lnTo>
                  <a:lnTo>
                    <a:pt x="2612557" y="431918"/>
                  </a:lnTo>
                  <a:lnTo>
                    <a:pt x="2613629" y="431827"/>
                  </a:lnTo>
                  <a:lnTo>
                    <a:pt x="2614701" y="431736"/>
                  </a:lnTo>
                  <a:lnTo>
                    <a:pt x="2615772" y="431645"/>
                  </a:lnTo>
                  <a:lnTo>
                    <a:pt x="2616844" y="431554"/>
                  </a:lnTo>
                  <a:lnTo>
                    <a:pt x="2617915" y="431463"/>
                  </a:lnTo>
                  <a:lnTo>
                    <a:pt x="2618987" y="431373"/>
                  </a:lnTo>
                  <a:lnTo>
                    <a:pt x="2620059" y="431282"/>
                  </a:lnTo>
                  <a:lnTo>
                    <a:pt x="2621130" y="431192"/>
                  </a:lnTo>
                  <a:lnTo>
                    <a:pt x="2622202" y="431101"/>
                  </a:lnTo>
                  <a:lnTo>
                    <a:pt x="2623273" y="431011"/>
                  </a:lnTo>
                  <a:lnTo>
                    <a:pt x="2624345" y="430921"/>
                  </a:lnTo>
                  <a:lnTo>
                    <a:pt x="2625417" y="430831"/>
                  </a:lnTo>
                  <a:lnTo>
                    <a:pt x="2626488" y="430741"/>
                  </a:lnTo>
                  <a:lnTo>
                    <a:pt x="2627560" y="430651"/>
                  </a:lnTo>
                  <a:lnTo>
                    <a:pt x="2628631" y="430562"/>
                  </a:lnTo>
                  <a:lnTo>
                    <a:pt x="2629703" y="430472"/>
                  </a:lnTo>
                  <a:lnTo>
                    <a:pt x="2630775" y="430383"/>
                  </a:lnTo>
                  <a:lnTo>
                    <a:pt x="2631846" y="430293"/>
                  </a:lnTo>
                  <a:lnTo>
                    <a:pt x="2632918" y="430204"/>
                  </a:lnTo>
                  <a:lnTo>
                    <a:pt x="2633989" y="430114"/>
                  </a:lnTo>
                  <a:lnTo>
                    <a:pt x="2635061" y="430025"/>
                  </a:lnTo>
                  <a:lnTo>
                    <a:pt x="2636133" y="429936"/>
                  </a:lnTo>
                  <a:lnTo>
                    <a:pt x="2637204" y="429847"/>
                  </a:lnTo>
                  <a:lnTo>
                    <a:pt x="2638276" y="429758"/>
                  </a:lnTo>
                  <a:lnTo>
                    <a:pt x="2639347" y="429669"/>
                  </a:lnTo>
                  <a:lnTo>
                    <a:pt x="2640419" y="429580"/>
                  </a:lnTo>
                  <a:lnTo>
                    <a:pt x="2641491" y="429491"/>
                  </a:lnTo>
                  <a:lnTo>
                    <a:pt x="2642562" y="429402"/>
                  </a:lnTo>
                  <a:lnTo>
                    <a:pt x="2643634" y="429313"/>
                  </a:lnTo>
                  <a:lnTo>
                    <a:pt x="2644705" y="429225"/>
                  </a:lnTo>
                  <a:lnTo>
                    <a:pt x="2645777" y="429136"/>
                  </a:lnTo>
                  <a:lnTo>
                    <a:pt x="2646849" y="429047"/>
                  </a:lnTo>
                  <a:lnTo>
                    <a:pt x="2647920" y="428958"/>
                  </a:lnTo>
                  <a:lnTo>
                    <a:pt x="2648992" y="428870"/>
                  </a:lnTo>
                  <a:lnTo>
                    <a:pt x="2650063" y="428781"/>
                  </a:lnTo>
                  <a:lnTo>
                    <a:pt x="2651135" y="428693"/>
                  </a:lnTo>
                  <a:lnTo>
                    <a:pt x="2652207" y="428604"/>
                  </a:lnTo>
                  <a:lnTo>
                    <a:pt x="2653278" y="428515"/>
                  </a:lnTo>
                  <a:lnTo>
                    <a:pt x="2654350" y="428427"/>
                  </a:lnTo>
                  <a:lnTo>
                    <a:pt x="2655421" y="428338"/>
                  </a:lnTo>
                  <a:lnTo>
                    <a:pt x="2656493" y="428250"/>
                  </a:lnTo>
                  <a:lnTo>
                    <a:pt x="2657565" y="428161"/>
                  </a:lnTo>
                  <a:lnTo>
                    <a:pt x="2658636" y="428072"/>
                  </a:lnTo>
                  <a:lnTo>
                    <a:pt x="2659708" y="427984"/>
                  </a:lnTo>
                  <a:lnTo>
                    <a:pt x="2660779" y="427895"/>
                  </a:lnTo>
                  <a:lnTo>
                    <a:pt x="2661851" y="427807"/>
                  </a:lnTo>
                  <a:lnTo>
                    <a:pt x="2662922" y="427718"/>
                  </a:lnTo>
                  <a:lnTo>
                    <a:pt x="2663994" y="427629"/>
                  </a:lnTo>
                  <a:lnTo>
                    <a:pt x="2665066" y="427540"/>
                  </a:lnTo>
                  <a:lnTo>
                    <a:pt x="2666137" y="427452"/>
                  </a:lnTo>
                  <a:lnTo>
                    <a:pt x="2667209" y="427363"/>
                  </a:lnTo>
                  <a:lnTo>
                    <a:pt x="2668280" y="427274"/>
                  </a:lnTo>
                  <a:lnTo>
                    <a:pt x="2669352" y="427185"/>
                  </a:lnTo>
                  <a:lnTo>
                    <a:pt x="2670424" y="427097"/>
                  </a:lnTo>
                  <a:lnTo>
                    <a:pt x="2671495" y="427008"/>
                  </a:lnTo>
                  <a:lnTo>
                    <a:pt x="2672567" y="426919"/>
                  </a:lnTo>
                  <a:lnTo>
                    <a:pt x="2673638" y="426830"/>
                  </a:lnTo>
                  <a:lnTo>
                    <a:pt x="2674710" y="426741"/>
                  </a:lnTo>
                  <a:lnTo>
                    <a:pt x="2675782" y="426651"/>
                  </a:lnTo>
                  <a:lnTo>
                    <a:pt x="2676853" y="426562"/>
                  </a:lnTo>
                  <a:lnTo>
                    <a:pt x="2677925" y="426473"/>
                  </a:lnTo>
                  <a:lnTo>
                    <a:pt x="2678996" y="426384"/>
                  </a:lnTo>
                  <a:lnTo>
                    <a:pt x="2680068" y="426294"/>
                  </a:lnTo>
                  <a:lnTo>
                    <a:pt x="2681140" y="426205"/>
                  </a:lnTo>
                  <a:lnTo>
                    <a:pt x="2682211" y="426115"/>
                  </a:lnTo>
                  <a:lnTo>
                    <a:pt x="2683283" y="426026"/>
                  </a:lnTo>
                  <a:lnTo>
                    <a:pt x="2684354" y="425936"/>
                  </a:lnTo>
                  <a:lnTo>
                    <a:pt x="2685426" y="425846"/>
                  </a:lnTo>
                  <a:lnTo>
                    <a:pt x="2686498" y="425756"/>
                  </a:lnTo>
                  <a:lnTo>
                    <a:pt x="2687569" y="425666"/>
                  </a:lnTo>
                  <a:lnTo>
                    <a:pt x="2688641" y="425576"/>
                  </a:lnTo>
                  <a:lnTo>
                    <a:pt x="2689712" y="425486"/>
                  </a:lnTo>
                  <a:lnTo>
                    <a:pt x="2690784" y="425395"/>
                  </a:lnTo>
                  <a:lnTo>
                    <a:pt x="2691856" y="425305"/>
                  </a:lnTo>
                  <a:lnTo>
                    <a:pt x="2692927" y="425215"/>
                  </a:lnTo>
                  <a:lnTo>
                    <a:pt x="2693999" y="425124"/>
                  </a:lnTo>
                  <a:lnTo>
                    <a:pt x="2695070" y="425033"/>
                  </a:lnTo>
                  <a:lnTo>
                    <a:pt x="2696142" y="424942"/>
                  </a:lnTo>
                  <a:lnTo>
                    <a:pt x="2697214" y="424851"/>
                  </a:lnTo>
                  <a:lnTo>
                    <a:pt x="2698285" y="424760"/>
                  </a:lnTo>
                  <a:lnTo>
                    <a:pt x="2699357" y="424669"/>
                  </a:lnTo>
                  <a:lnTo>
                    <a:pt x="2700428" y="424578"/>
                  </a:lnTo>
                  <a:lnTo>
                    <a:pt x="2701500" y="424486"/>
                  </a:lnTo>
                  <a:lnTo>
                    <a:pt x="2702572" y="424394"/>
                  </a:lnTo>
                  <a:lnTo>
                    <a:pt x="2703643" y="424302"/>
                  </a:lnTo>
                  <a:lnTo>
                    <a:pt x="2704715" y="424211"/>
                  </a:lnTo>
                  <a:lnTo>
                    <a:pt x="2705786" y="424118"/>
                  </a:lnTo>
                  <a:lnTo>
                    <a:pt x="2706858" y="424026"/>
                  </a:lnTo>
                  <a:lnTo>
                    <a:pt x="2707930" y="423934"/>
                  </a:lnTo>
                  <a:lnTo>
                    <a:pt x="2709001" y="423841"/>
                  </a:lnTo>
                  <a:lnTo>
                    <a:pt x="2710073" y="423748"/>
                  </a:lnTo>
                  <a:lnTo>
                    <a:pt x="2711144" y="423655"/>
                  </a:lnTo>
                  <a:lnTo>
                    <a:pt x="2712216" y="423562"/>
                  </a:lnTo>
                  <a:lnTo>
                    <a:pt x="2713288" y="423469"/>
                  </a:lnTo>
                  <a:lnTo>
                    <a:pt x="2714359" y="423376"/>
                  </a:lnTo>
                  <a:lnTo>
                    <a:pt x="2715431" y="423282"/>
                  </a:lnTo>
                  <a:lnTo>
                    <a:pt x="2716502" y="423188"/>
                  </a:lnTo>
                  <a:lnTo>
                    <a:pt x="2717574" y="423094"/>
                  </a:lnTo>
                  <a:lnTo>
                    <a:pt x="2718646" y="423000"/>
                  </a:lnTo>
                  <a:lnTo>
                    <a:pt x="2719717" y="422906"/>
                  </a:lnTo>
                  <a:lnTo>
                    <a:pt x="2720789" y="422811"/>
                  </a:lnTo>
                  <a:lnTo>
                    <a:pt x="2721860" y="422716"/>
                  </a:lnTo>
                  <a:lnTo>
                    <a:pt x="2722932" y="422622"/>
                  </a:lnTo>
                  <a:lnTo>
                    <a:pt x="2724004" y="422526"/>
                  </a:lnTo>
                  <a:lnTo>
                    <a:pt x="2725075" y="422431"/>
                  </a:lnTo>
                  <a:lnTo>
                    <a:pt x="2726147" y="422335"/>
                  </a:lnTo>
                  <a:lnTo>
                    <a:pt x="2727218" y="422240"/>
                  </a:lnTo>
                  <a:lnTo>
                    <a:pt x="2728290" y="422144"/>
                  </a:lnTo>
                  <a:lnTo>
                    <a:pt x="2729362" y="422047"/>
                  </a:lnTo>
                  <a:lnTo>
                    <a:pt x="2730433" y="421951"/>
                  </a:lnTo>
                  <a:lnTo>
                    <a:pt x="2731505" y="421854"/>
                  </a:lnTo>
                  <a:lnTo>
                    <a:pt x="2732576" y="421757"/>
                  </a:lnTo>
                  <a:lnTo>
                    <a:pt x="2733648" y="421660"/>
                  </a:lnTo>
                  <a:lnTo>
                    <a:pt x="2734720" y="421563"/>
                  </a:lnTo>
                  <a:lnTo>
                    <a:pt x="2735791" y="421465"/>
                  </a:lnTo>
                  <a:lnTo>
                    <a:pt x="2736863" y="421367"/>
                  </a:lnTo>
                  <a:lnTo>
                    <a:pt x="2737934" y="421269"/>
                  </a:lnTo>
                  <a:lnTo>
                    <a:pt x="2739006" y="421171"/>
                  </a:lnTo>
                  <a:lnTo>
                    <a:pt x="2740078" y="421072"/>
                  </a:lnTo>
                  <a:lnTo>
                    <a:pt x="2741149" y="420973"/>
                  </a:lnTo>
                  <a:lnTo>
                    <a:pt x="2742221" y="420874"/>
                  </a:lnTo>
                  <a:lnTo>
                    <a:pt x="2743292" y="420775"/>
                  </a:lnTo>
                  <a:lnTo>
                    <a:pt x="2744364" y="420675"/>
                  </a:lnTo>
                  <a:lnTo>
                    <a:pt x="2745436" y="420575"/>
                  </a:lnTo>
                  <a:lnTo>
                    <a:pt x="2746507" y="420475"/>
                  </a:lnTo>
                  <a:lnTo>
                    <a:pt x="2747579" y="420375"/>
                  </a:lnTo>
                  <a:lnTo>
                    <a:pt x="2748650" y="420274"/>
                  </a:lnTo>
                  <a:lnTo>
                    <a:pt x="2749722" y="420173"/>
                  </a:lnTo>
                  <a:lnTo>
                    <a:pt x="2750794" y="420072"/>
                  </a:lnTo>
                  <a:lnTo>
                    <a:pt x="2751865" y="419970"/>
                  </a:lnTo>
                  <a:lnTo>
                    <a:pt x="2752937" y="419868"/>
                  </a:lnTo>
                  <a:lnTo>
                    <a:pt x="2754008" y="419766"/>
                  </a:lnTo>
                  <a:lnTo>
                    <a:pt x="2755080" y="419663"/>
                  </a:lnTo>
                  <a:lnTo>
                    <a:pt x="2756152" y="419561"/>
                  </a:lnTo>
                  <a:lnTo>
                    <a:pt x="2757223" y="419458"/>
                  </a:lnTo>
                  <a:lnTo>
                    <a:pt x="2758295" y="419354"/>
                  </a:lnTo>
                  <a:lnTo>
                    <a:pt x="2759366" y="419251"/>
                  </a:lnTo>
                  <a:lnTo>
                    <a:pt x="2760438" y="419147"/>
                  </a:lnTo>
                  <a:lnTo>
                    <a:pt x="2761510" y="419042"/>
                  </a:lnTo>
                  <a:lnTo>
                    <a:pt x="2762581" y="418938"/>
                  </a:lnTo>
                  <a:lnTo>
                    <a:pt x="2763653" y="418833"/>
                  </a:lnTo>
                  <a:lnTo>
                    <a:pt x="2764724" y="418727"/>
                  </a:lnTo>
                  <a:lnTo>
                    <a:pt x="2765796" y="418622"/>
                  </a:lnTo>
                  <a:lnTo>
                    <a:pt x="2766868" y="418516"/>
                  </a:lnTo>
                  <a:lnTo>
                    <a:pt x="2767939" y="418410"/>
                  </a:lnTo>
                  <a:lnTo>
                    <a:pt x="2769011" y="418303"/>
                  </a:lnTo>
                  <a:lnTo>
                    <a:pt x="2770082" y="418196"/>
                  </a:lnTo>
                  <a:lnTo>
                    <a:pt x="2771154" y="418089"/>
                  </a:lnTo>
                  <a:lnTo>
                    <a:pt x="2772226" y="417981"/>
                  </a:lnTo>
                  <a:lnTo>
                    <a:pt x="2773297" y="417873"/>
                  </a:lnTo>
                  <a:lnTo>
                    <a:pt x="2774369" y="417765"/>
                  </a:lnTo>
                  <a:lnTo>
                    <a:pt x="2775440" y="417656"/>
                  </a:lnTo>
                  <a:lnTo>
                    <a:pt x="2776512" y="417547"/>
                  </a:lnTo>
                  <a:lnTo>
                    <a:pt x="2777584" y="417438"/>
                  </a:lnTo>
                  <a:lnTo>
                    <a:pt x="2778655" y="417328"/>
                  </a:lnTo>
                  <a:lnTo>
                    <a:pt x="2779727" y="417218"/>
                  </a:lnTo>
                  <a:lnTo>
                    <a:pt x="2780798" y="417108"/>
                  </a:lnTo>
                  <a:lnTo>
                    <a:pt x="2781870" y="416997"/>
                  </a:lnTo>
                  <a:lnTo>
                    <a:pt x="2782942" y="416886"/>
                  </a:lnTo>
                  <a:lnTo>
                    <a:pt x="2784013" y="416774"/>
                  </a:lnTo>
                  <a:lnTo>
                    <a:pt x="2785085" y="416662"/>
                  </a:lnTo>
                  <a:lnTo>
                    <a:pt x="2786156" y="416550"/>
                  </a:lnTo>
                  <a:lnTo>
                    <a:pt x="2787228" y="416437"/>
                  </a:lnTo>
                  <a:lnTo>
                    <a:pt x="2788300" y="416324"/>
                  </a:lnTo>
                  <a:lnTo>
                    <a:pt x="2789371" y="416211"/>
                  </a:lnTo>
                  <a:lnTo>
                    <a:pt x="2790443" y="416097"/>
                  </a:lnTo>
                  <a:lnTo>
                    <a:pt x="2791514" y="415983"/>
                  </a:lnTo>
                  <a:lnTo>
                    <a:pt x="2792586" y="415868"/>
                  </a:lnTo>
                  <a:lnTo>
                    <a:pt x="2793658" y="415753"/>
                  </a:lnTo>
                  <a:lnTo>
                    <a:pt x="2794729" y="415638"/>
                  </a:lnTo>
                  <a:lnTo>
                    <a:pt x="2795801" y="415522"/>
                  </a:lnTo>
                  <a:lnTo>
                    <a:pt x="2796872" y="415405"/>
                  </a:lnTo>
                  <a:lnTo>
                    <a:pt x="2797944" y="415289"/>
                  </a:lnTo>
                  <a:lnTo>
                    <a:pt x="2799016" y="415172"/>
                  </a:lnTo>
                  <a:lnTo>
                    <a:pt x="2800087" y="415054"/>
                  </a:lnTo>
                  <a:lnTo>
                    <a:pt x="2801159" y="414936"/>
                  </a:lnTo>
                  <a:lnTo>
                    <a:pt x="2802230" y="414818"/>
                  </a:lnTo>
                  <a:lnTo>
                    <a:pt x="2803302" y="414699"/>
                  </a:lnTo>
                  <a:lnTo>
                    <a:pt x="2804374" y="414580"/>
                  </a:lnTo>
                  <a:lnTo>
                    <a:pt x="2805445" y="414460"/>
                  </a:lnTo>
                  <a:lnTo>
                    <a:pt x="2806517" y="414340"/>
                  </a:lnTo>
                  <a:lnTo>
                    <a:pt x="2807588" y="414220"/>
                  </a:lnTo>
                  <a:lnTo>
                    <a:pt x="2808660" y="414099"/>
                  </a:lnTo>
                  <a:lnTo>
                    <a:pt x="2809732" y="413977"/>
                  </a:lnTo>
                  <a:lnTo>
                    <a:pt x="2810803" y="413855"/>
                  </a:lnTo>
                  <a:lnTo>
                    <a:pt x="2811875" y="413733"/>
                  </a:lnTo>
                  <a:lnTo>
                    <a:pt x="2812946" y="413610"/>
                  </a:lnTo>
                  <a:lnTo>
                    <a:pt x="2814018" y="413487"/>
                  </a:lnTo>
                  <a:lnTo>
                    <a:pt x="2815090" y="413364"/>
                  </a:lnTo>
                  <a:lnTo>
                    <a:pt x="2816161" y="413239"/>
                  </a:lnTo>
                  <a:lnTo>
                    <a:pt x="2817233" y="413115"/>
                  </a:lnTo>
                  <a:lnTo>
                    <a:pt x="2818304" y="412990"/>
                  </a:lnTo>
                  <a:lnTo>
                    <a:pt x="2819376" y="412864"/>
                  </a:lnTo>
                  <a:lnTo>
                    <a:pt x="2820448" y="412738"/>
                  </a:lnTo>
                  <a:lnTo>
                    <a:pt x="2821519" y="412612"/>
                  </a:lnTo>
                  <a:lnTo>
                    <a:pt x="2822591" y="412485"/>
                  </a:lnTo>
                  <a:lnTo>
                    <a:pt x="2823662" y="412358"/>
                  </a:lnTo>
                  <a:lnTo>
                    <a:pt x="2824734" y="412230"/>
                  </a:lnTo>
                  <a:lnTo>
                    <a:pt x="2825806" y="412102"/>
                  </a:lnTo>
                  <a:lnTo>
                    <a:pt x="2826877" y="411973"/>
                  </a:lnTo>
                  <a:lnTo>
                    <a:pt x="2827949" y="411844"/>
                  </a:lnTo>
                  <a:lnTo>
                    <a:pt x="2829020" y="411714"/>
                  </a:lnTo>
                  <a:lnTo>
                    <a:pt x="2830092" y="411583"/>
                  </a:lnTo>
                  <a:lnTo>
                    <a:pt x="2831164" y="411453"/>
                  </a:lnTo>
                  <a:lnTo>
                    <a:pt x="2832235" y="411321"/>
                  </a:lnTo>
                  <a:lnTo>
                    <a:pt x="2833307" y="411190"/>
                  </a:lnTo>
                  <a:lnTo>
                    <a:pt x="2834378" y="411057"/>
                  </a:lnTo>
                  <a:lnTo>
                    <a:pt x="2835450" y="410925"/>
                  </a:lnTo>
                  <a:lnTo>
                    <a:pt x="2836522" y="410791"/>
                  </a:lnTo>
                  <a:lnTo>
                    <a:pt x="2837593" y="410658"/>
                  </a:lnTo>
                  <a:lnTo>
                    <a:pt x="2838665" y="410523"/>
                  </a:lnTo>
                  <a:lnTo>
                    <a:pt x="2839736" y="410389"/>
                  </a:lnTo>
                  <a:lnTo>
                    <a:pt x="2840808" y="410253"/>
                  </a:lnTo>
                  <a:lnTo>
                    <a:pt x="2841879" y="410117"/>
                  </a:lnTo>
                  <a:lnTo>
                    <a:pt x="2842951" y="409981"/>
                  </a:lnTo>
                  <a:lnTo>
                    <a:pt x="2844023" y="409844"/>
                  </a:lnTo>
                  <a:lnTo>
                    <a:pt x="2845094" y="409707"/>
                  </a:lnTo>
                  <a:lnTo>
                    <a:pt x="2846166" y="409569"/>
                  </a:lnTo>
                  <a:lnTo>
                    <a:pt x="2847237" y="409430"/>
                  </a:lnTo>
                  <a:lnTo>
                    <a:pt x="2848309" y="409291"/>
                  </a:lnTo>
                  <a:lnTo>
                    <a:pt x="2849381" y="409152"/>
                  </a:lnTo>
                  <a:lnTo>
                    <a:pt x="2850452" y="409012"/>
                  </a:lnTo>
                  <a:lnTo>
                    <a:pt x="2851524" y="408871"/>
                  </a:lnTo>
                  <a:lnTo>
                    <a:pt x="2852595" y="408730"/>
                  </a:lnTo>
                  <a:lnTo>
                    <a:pt x="2853667" y="408588"/>
                  </a:lnTo>
                  <a:lnTo>
                    <a:pt x="2854739" y="408446"/>
                  </a:lnTo>
                  <a:lnTo>
                    <a:pt x="2855810" y="408303"/>
                  </a:lnTo>
                  <a:lnTo>
                    <a:pt x="2856882" y="408160"/>
                  </a:lnTo>
                  <a:lnTo>
                    <a:pt x="2857953" y="408016"/>
                  </a:lnTo>
                  <a:lnTo>
                    <a:pt x="2859025" y="407872"/>
                  </a:lnTo>
                  <a:lnTo>
                    <a:pt x="2860097" y="407727"/>
                  </a:lnTo>
                  <a:lnTo>
                    <a:pt x="2861168" y="407581"/>
                  </a:lnTo>
                  <a:lnTo>
                    <a:pt x="2862240" y="407435"/>
                  </a:lnTo>
                  <a:lnTo>
                    <a:pt x="2863311" y="407288"/>
                  </a:lnTo>
                  <a:lnTo>
                    <a:pt x="2864383" y="407141"/>
                  </a:lnTo>
                  <a:lnTo>
                    <a:pt x="2865455" y="406993"/>
                  </a:lnTo>
                  <a:lnTo>
                    <a:pt x="2866526" y="406845"/>
                  </a:lnTo>
                  <a:lnTo>
                    <a:pt x="2867598" y="406696"/>
                  </a:lnTo>
                  <a:lnTo>
                    <a:pt x="2868669" y="406547"/>
                  </a:lnTo>
                  <a:lnTo>
                    <a:pt x="2869741" y="406396"/>
                  </a:lnTo>
                  <a:lnTo>
                    <a:pt x="2870813" y="406246"/>
                  </a:lnTo>
                  <a:lnTo>
                    <a:pt x="2871884" y="406094"/>
                  </a:lnTo>
                  <a:lnTo>
                    <a:pt x="2872956" y="405943"/>
                  </a:lnTo>
                  <a:lnTo>
                    <a:pt x="2874027" y="405790"/>
                  </a:lnTo>
                  <a:lnTo>
                    <a:pt x="2875099" y="405637"/>
                  </a:lnTo>
                  <a:lnTo>
                    <a:pt x="2876171" y="405484"/>
                  </a:lnTo>
                  <a:lnTo>
                    <a:pt x="2877242" y="405329"/>
                  </a:lnTo>
                  <a:lnTo>
                    <a:pt x="2878314" y="405175"/>
                  </a:lnTo>
                  <a:lnTo>
                    <a:pt x="2879385" y="405019"/>
                  </a:lnTo>
                  <a:lnTo>
                    <a:pt x="2880457" y="404863"/>
                  </a:lnTo>
                  <a:lnTo>
                    <a:pt x="2881529" y="404707"/>
                  </a:lnTo>
                  <a:lnTo>
                    <a:pt x="2882600" y="404550"/>
                  </a:lnTo>
                  <a:lnTo>
                    <a:pt x="2883672" y="404392"/>
                  </a:lnTo>
                  <a:lnTo>
                    <a:pt x="2884743" y="404233"/>
                  </a:lnTo>
                  <a:lnTo>
                    <a:pt x="2885815" y="404074"/>
                  </a:lnTo>
                  <a:lnTo>
                    <a:pt x="2886887" y="403915"/>
                  </a:lnTo>
                  <a:lnTo>
                    <a:pt x="2887958" y="403755"/>
                  </a:lnTo>
                  <a:lnTo>
                    <a:pt x="2889030" y="403594"/>
                  </a:lnTo>
                  <a:lnTo>
                    <a:pt x="2890101" y="403432"/>
                  </a:lnTo>
                  <a:lnTo>
                    <a:pt x="2891173" y="403270"/>
                  </a:lnTo>
                  <a:lnTo>
                    <a:pt x="2892245" y="403108"/>
                  </a:lnTo>
                  <a:lnTo>
                    <a:pt x="2893316" y="402944"/>
                  </a:lnTo>
                  <a:lnTo>
                    <a:pt x="2894388" y="402780"/>
                  </a:lnTo>
                  <a:lnTo>
                    <a:pt x="2895459" y="402616"/>
                  </a:lnTo>
                  <a:lnTo>
                    <a:pt x="2896531" y="402451"/>
                  </a:lnTo>
                  <a:lnTo>
                    <a:pt x="2897603" y="402285"/>
                  </a:lnTo>
                  <a:lnTo>
                    <a:pt x="2898674" y="402118"/>
                  </a:lnTo>
                  <a:lnTo>
                    <a:pt x="2899746" y="401951"/>
                  </a:lnTo>
                  <a:lnTo>
                    <a:pt x="2900817" y="401784"/>
                  </a:lnTo>
                  <a:lnTo>
                    <a:pt x="2901889" y="401615"/>
                  </a:lnTo>
                  <a:lnTo>
                    <a:pt x="2902961" y="401446"/>
                  </a:lnTo>
                  <a:lnTo>
                    <a:pt x="2904032" y="401277"/>
                  </a:lnTo>
                  <a:lnTo>
                    <a:pt x="2905104" y="401107"/>
                  </a:lnTo>
                  <a:lnTo>
                    <a:pt x="2906175" y="400936"/>
                  </a:lnTo>
                  <a:lnTo>
                    <a:pt x="2907247" y="400764"/>
                  </a:lnTo>
                  <a:lnTo>
                    <a:pt x="2908319" y="400592"/>
                  </a:lnTo>
                  <a:lnTo>
                    <a:pt x="2909390" y="400419"/>
                  </a:lnTo>
                  <a:lnTo>
                    <a:pt x="2910462" y="400246"/>
                  </a:lnTo>
                  <a:lnTo>
                    <a:pt x="2911533" y="400072"/>
                  </a:lnTo>
                  <a:lnTo>
                    <a:pt x="2912605" y="399897"/>
                  </a:lnTo>
                  <a:lnTo>
                    <a:pt x="2913677" y="399721"/>
                  </a:lnTo>
                  <a:lnTo>
                    <a:pt x="2914748" y="399545"/>
                  </a:lnTo>
                  <a:lnTo>
                    <a:pt x="2915820" y="399369"/>
                  </a:lnTo>
                  <a:lnTo>
                    <a:pt x="2916891" y="399191"/>
                  </a:lnTo>
                  <a:lnTo>
                    <a:pt x="2917963" y="399013"/>
                  </a:lnTo>
                  <a:lnTo>
                    <a:pt x="2919035" y="398834"/>
                  </a:lnTo>
                  <a:lnTo>
                    <a:pt x="2920106" y="398655"/>
                  </a:lnTo>
                  <a:lnTo>
                    <a:pt x="2921178" y="398475"/>
                  </a:lnTo>
                  <a:lnTo>
                    <a:pt x="2922249" y="398294"/>
                  </a:lnTo>
                  <a:lnTo>
                    <a:pt x="2923321" y="398113"/>
                  </a:lnTo>
                  <a:lnTo>
                    <a:pt x="2924393" y="397931"/>
                  </a:lnTo>
                  <a:lnTo>
                    <a:pt x="2925464" y="397748"/>
                  </a:lnTo>
                  <a:lnTo>
                    <a:pt x="2926536" y="397565"/>
                  </a:lnTo>
                  <a:lnTo>
                    <a:pt x="2927607" y="397381"/>
                  </a:lnTo>
                  <a:lnTo>
                    <a:pt x="2928679" y="397196"/>
                  </a:lnTo>
                  <a:lnTo>
                    <a:pt x="2929751" y="397011"/>
                  </a:lnTo>
                  <a:lnTo>
                    <a:pt x="2930822" y="396824"/>
                  </a:lnTo>
                  <a:lnTo>
                    <a:pt x="2931894" y="396638"/>
                  </a:lnTo>
                  <a:lnTo>
                    <a:pt x="2932965" y="396450"/>
                  </a:lnTo>
                  <a:lnTo>
                    <a:pt x="2934037" y="396262"/>
                  </a:lnTo>
                  <a:lnTo>
                    <a:pt x="2935109" y="396073"/>
                  </a:lnTo>
                  <a:lnTo>
                    <a:pt x="2936180" y="395884"/>
                  </a:lnTo>
                  <a:lnTo>
                    <a:pt x="2937252" y="395694"/>
                  </a:lnTo>
                  <a:lnTo>
                    <a:pt x="2938323" y="395503"/>
                  </a:lnTo>
                  <a:lnTo>
                    <a:pt x="2939395" y="395311"/>
                  </a:lnTo>
                  <a:lnTo>
                    <a:pt x="2940467" y="395119"/>
                  </a:lnTo>
                  <a:lnTo>
                    <a:pt x="2941538" y="394926"/>
                  </a:lnTo>
                  <a:lnTo>
                    <a:pt x="2942610" y="394732"/>
                  </a:lnTo>
                  <a:lnTo>
                    <a:pt x="2943681" y="394538"/>
                  </a:lnTo>
                  <a:lnTo>
                    <a:pt x="2944753" y="394343"/>
                  </a:lnTo>
                  <a:lnTo>
                    <a:pt x="2945825" y="394147"/>
                  </a:lnTo>
                  <a:lnTo>
                    <a:pt x="2946896" y="393951"/>
                  </a:lnTo>
                  <a:lnTo>
                    <a:pt x="2947968" y="393754"/>
                  </a:lnTo>
                  <a:lnTo>
                    <a:pt x="2949039" y="393556"/>
                  </a:lnTo>
                  <a:lnTo>
                    <a:pt x="2950111" y="393357"/>
                  </a:lnTo>
                  <a:lnTo>
                    <a:pt x="2951183" y="393158"/>
                  </a:lnTo>
                  <a:lnTo>
                    <a:pt x="2952254" y="392958"/>
                  </a:lnTo>
                  <a:lnTo>
                    <a:pt x="2953326" y="392758"/>
                  </a:lnTo>
                  <a:lnTo>
                    <a:pt x="2954397" y="392556"/>
                  </a:lnTo>
                  <a:lnTo>
                    <a:pt x="2955469" y="392354"/>
                  </a:lnTo>
                  <a:lnTo>
                    <a:pt x="2956541" y="392151"/>
                  </a:lnTo>
                  <a:lnTo>
                    <a:pt x="2957612" y="391948"/>
                  </a:lnTo>
                  <a:lnTo>
                    <a:pt x="2958684" y="391744"/>
                  </a:lnTo>
                  <a:lnTo>
                    <a:pt x="2959755" y="391539"/>
                  </a:lnTo>
                  <a:lnTo>
                    <a:pt x="2960827" y="391333"/>
                  </a:lnTo>
                  <a:lnTo>
                    <a:pt x="2961899" y="391127"/>
                  </a:lnTo>
                  <a:lnTo>
                    <a:pt x="2962970" y="390920"/>
                  </a:lnTo>
                  <a:lnTo>
                    <a:pt x="2964042" y="390712"/>
                  </a:lnTo>
                  <a:lnTo>
                    <a:pt x="2965113" y="390504"/>
                  </a:lnTo>
                  <a:lnTo>
                    <a:pt x="2966185" y="390295"/>
                  </a:lnTo>
                  <a:lnTo>
                    <a:pt x="2967257" y="390085"/>
                  </a:lnTo>
                  <a:lnTo>
                    <a:pt x="2968328" y="389874"/>
                  </a:lnTo>
                  <a:lnTo>
                    <a:pt x="2969400" y="389663"/>
                  </a:lnTo>
                  <a:lnTo>
                    <a:pt x="2970471" y="389451"/>
                  </a:lnTo>
                  <a:lnTo>
                    <a:pt x="2971543" y="389238"/>
                  </a:lnTo>
                  <a:lnTo>
                    <a:pt x="2972615" y="389024"/>
                  </a:lnTo>
                  <a:lnTo>
                    <a:pt x="2973686" y="388810"/>
                  </a:lnTo>
                  <a:lnTo>
                    <a:pt x="2974758" y="388595"/>
                  </a:lnTo>
                  <a:lnTo>
                    <a:pt x="2975829" y="388380"/>
                  </a:lnTo>
                  <a:lnTo>
                    <a:pt x="2976901" y="388163"/>
                  </a:lnTo>
                  <a:lnTo>
                    <a:pt x="2977973" y="387946"/>
                  </a:lnTo>
                  <a:lnTo>
                    <a:pt x="2979044" y="387728"/>
                  </a:lnTo>
                  <a:lnTo>
                    <a:pt x="2980116" y="387510"/>
                  </a:lnTo>
                  <a:lnTo>
                    <a:pt x="2981187" y="387290"/>
                  </a:lnTo>
                  <a:lnTo>
                    <a:pt x="2982259" y="387070"/>
                  </a:lnTo>
                  <a:lnTo>
                    <a:pt x="2983331" y="386849"/>
                  </a:lnTo>
                  <a:lnTo>
                    <a:pt x="2984402" y="386628"/>
                  </a:lnTo>
                  <a:lnTo>
                    <a:pt x="2985474" y="386406"/>
                  </a:lnTo>
                  <a:lnTo>
                    <a:pt x="2986545" y="386183"/>
                  </a:lnTo>
                  <a:lnTo>
                    <a:pt x="2987617" y="385959"/>
                  </a:lnTo>
                  <a:lnTo>
                    <a:pt x="2988689" y="385735"/>
                  </a:lnTo>
                  <a:lnTo>
                    <a:pt x="2989760" y="385509"/>
                  </a:lnTo>
                  <a:lnTo>
                    <a:pt x="2990832" y="385283"/>
                  </a:lnTo>
                  <a:lnTo>
                    <a:pt x="2991903" y="385057"/>
                  </a:lnTo>
                  <a:lnTo>
                    <a:pt x="2992975" y="384829"/>
                  </a:lnTo>
                  <a:lnTo>
                    <a:pt x="2994047" y="384601"/>
                  </a:lnTo>
                  <a:lnTo>
                    <a:pt x="2995118" y="384372"/>
                  </a:lnTo>
                  <a:lnTo>
                    <a:pt x="2996190" y="384143"/>
                  </a:lnTo>
                  <a:lnTo>
                    <a:pt x="2997261" y="383912"/>
                  </a:lnTo>
                  <a:lnTo>
                    <a:pt x="2998333" y="383681"/>
                  </a:lnTo>
                  <a:lnTo>
                    <a:pt x="2999405" y="383450"/>
                  </a:lnTo>
                  <a:lnTo>
                    <a:pt x="3000476" y="383217"/>
                  </a:lnTo>
                  <a:lnTo>
                    <a:pt x="3001548" y="382984"/>
                  </a:lnTo>
                  <a:lnTo>
                    <a:pt x="3002619" y="382750"/>
                  </a:lnTo>
                  <a:lnTo>
                    <a:pt x="3003691" y="382515"/>
                  </a:lnTo>
                  <a:lnTo>
                    <a:pt x="3004763" y="382279"/>
                  </a:lnTo>
                  <a:lnTo>
                    <a:pt x="3005834" y="382043"/>
                  </a:lnTo>
                  <a:lnTo>
                    <a:pt x="3006906" y="381806"/>
                  </a:lnTo>
                  <a:lnTo>
                    <a:pt x="3007977" y="381568"/>
                  </a:lnTo>
                  <a:lnTo>
                    <a:pt x="3009049" y="381330"/>
                  </a:lnTo>
                  <a:lnTo>
                    <a:pt x="3010121" y="381091"/>
                  </a:lnTo>
                  <a:lnTo>
                    <a:pt x="3011192" y="380851"/>
                  </a:lnTo>
                  <a:lnTo>
                    <a:pt x="3012264" y="380610"/>
                  </a:lnTo>
                  <a:lnTo>
                    <a:pt x="3013335" y="380368"/>
                  </a:lnTo>
                  <a:lnTo>
                    <a:pt x="3014407" y="380126"/>
                  </a:lnTo>
                  <a:lnTo>
                    <a:pt x="3015479" y="379883"/>
                  </a:lnTo>
                  <a:lnTo>
                    <a:pt x="3016550" y="379639"/>
                  </a:lnTo>
                  <a:lnTo>
                    <a:pt x="3017622" y="379395"/>
                  </a:lnTo>
                  <a:lnTo>
                    <a:pt x="3018693" y="379150"/>
                  </a:lnTo>
                  <a:lnTo>
                    <a:pt x="3019765" y="378904"/>
                  </a:lnTo>
                  <a:lnTo>
                    <a:pt x="3020836" y="378657"/>
                  </a:lnTo>
                  <a:lnTo>
                    <a:pt x="3021908" y="378409"/>
                  </a:lnTo>
                  <a:lnTo>
                    <a:pt x="3022980" y="378161"/>
                  </a:lnTo>
                  <a:lnTo>
                    <a:pt x="3024051" y="377912"/>
                  </a:lnTo>
                  <a:lnTo>
                    <a:pt x="3025123" y="377663"/>
                  </a:lnTo>
                  <a:lnTo>
                    <a:pt x="3026194" y="377412"/>
                  </a:lnTo>
                  <a:lnTo>
                    <a:pt x="3027266" y="377161"/>
                  </a:lnTo>
                  <a:lnTo>
                    <a:pt x="3028338" y="376909"/>
                  </a:lnTo>
                  <a:lnTo>
                    <a:pt x="3029409" y="376656"/>
                  </a:lnTo>
                  <a:lnTo>
                    <a:pt x="3030481" y="376403"/>
                  </a:lnTo>
                  <a:lnTo>
                    <a:pt x="3031552" y="376149"/>
                  </a:lnTo>
                  <a:lnTo>
                    <a:pt x="3032624" y="375894"/>
                  </a:lnTo>
                  <a:lnTo>
                    <a:pt x="3033696" y="375638"/>
                  </a:lnTo>
                  <a:lnTo>
                    <a:pt x="3034767" y="375382"/>
                  </a:lnTo>
                  <a:lnTo>
                    <a:pt x="3035839" y="375125"/>
                  </a:lnTo>
                  <a:lnTo>
                    <a:pt x="3036910" y="374867"/>
                  </a:lnTo>
                  <a:lnTo>
                    <a:pt x="3037982" y="374608"/>
                  </a:lnTo>
                  <a:lnTo>
                    <a:pt x="3039054" y="374349"/>
                  </a:lnTo>
                  <a:lnTo>
                    <a:pt x="3040125" y="374089"/>
                  </a:lnTo>
                  <a:lnTo>
                    <a:pt x="3041197" y="373828"/>
                  </a:lnTo>
                  <a:lnTo>
                    <a:pt x="3042268" y="373566"/>
                  </a:lnTo>
                  <a:lnTo>
                    <a:pt x="3043340" y="373304"/>
                  </a:lnTo>
                  <a:lnTo>
                    <a:pt x="3044412" y="373041"/>
                  </a:lnTo>
                  <a:lnTo>
                    <a:pt x="3045483" y="372777"/>
                  </a:lnTo>
                  <a:lnTo>
                    <a:pt x="3046555" y="372513"/>
                  </a:lnTo>
                  <a:lnTo>
                    <a:pt x="3047626" y="372247"/>
                  </a:lnTo>
                  <a:lnTo>
                    <a:pt x="3048698" y="371981"/>
                  </a:lnTo>
                  <a:lnTo>
                    <a:pt x="3049770" y="371715"/>
                  </a:lnTo>
                  <a:lnTo>
                    <a:pt x="3050841" y="371447"/>
                  </a:lnTo>
                  <a:lnTo>
                    <a:pt x="3051913" y="371179"/>
                  </a:lnTo>
                  <a:lnTo>
                    <a:pt x="3052984" y="370910"/>
                  </a:lnTo>
                  <a:lnTo>
                    <a:pt x="3054056" y="370640"/>
                  </a:lnTo>
                  <a:lnTo>
                    <a:pt x="3055128" y="370370"/>
                  </a:lnTo>
                  <a:lnTo>
                    <a:pt x="3056199" y="370099"/>
                  </a:lnTo>
                  <a:lnTo>
                    <a:pt x="3057271" y="369827"/>
                  </a:lnTo>
                  <a:lnTo>
                    <a:pt x="3058342" y="369554"/>
                  </a:lnTo>
                  <a:lnTo>
                    <a:pt x="3059414" y="369281"/>
                  </a:lnTo>
                  <a:lnTo>
                    <a:pt x="3060486" y="369007"/>
                  </a:lnTo>
                  <a:lnTo>
                    <a:pt x="3061557" y="368732"/>
                  </a:lnTo>
                  <a:lnTo>
                    <a:pt x="3062629" y="368457"/>
                  </a:lnTo>
                  <a:lnTo>
                    <a:pt x="3063700" y="368180"/>
                  </a:lnTo>
                  <a:lnTo>
                    <a:pt x="3064772" y="367903"/>
                  </a:lnTo>
                  <a:lnTo>
                    <a:pt x="3065844" y="367626"/>
                  </a:lnTo>
                  <a:lnTo>
                    <a:pt x="3066915" y="367347"/>
                  </a:lnTo>
                  <a:lnTo>
                    <a:pt x="3067987" y="367068"/>
                  </a:lnTo>
                  <a:lnTo>
                    <a:pt x="3069058" y="366788"/>
                  </a:lnTo>
                  <a:lnTo>
                    <a:pt x="3070130" y="366508"/>
                  </a:lnTo>
                  <a:lnTo>
                    <a:pt x="3071202" y="366226"/>
                  </a:lnTo>
                  <a:lnTo>
                    <a:pt x="3072273" y="365944"/>
                  </a:lnTo>
                  <a:lnTo>
                    <a:pt x="3073345" y="365661"/>
                  </a:lnTo>
                  <a:lnTo>
                    <a:pt x="3074416" y="365378"/>
                  </a:lnTo>
                  <a:lnTo>
                    <a:pt x="3075488" y="365094"/>
                  </a:lnTo>
                  <a:lnTo>
                    <a:pt x="3076560" y="364809"/>
                  </a:lnTo>
                  <a:lnTo>
                    <a:pt x="3077631" y="364523"/>
                  </a:lnTo>
                  <a:lnTo>
                    <a:pt x="3078703" y="364236"/>
                  </a:lnTo>
                  <a:lnTo>
                    <a:pt x="3079774" y="363949"/>
                  </a:lnTo>
                  <a:lnTo>
                    <a:pt x="3080846" y="363661"/>
                  </a:lnTo>
                  <a:lnTo>
                    <a:pt x="3081918" y="363373"/>
                  </a:lnTo>
                  <a:lnTo>
                    <a:pt x="3082989" y="363083"/>
                  </a:lnTo>
                  <a:lnTo>
                    <a:pt x="3084061" y="362793"/>
                  </a:lnTo>
                  <a:lnTo>
                    <a:pt x="3085132" y="362503"/>
                  </a:lnTo>
                  <a:lnTo>
                    <a:pt x="3086204" y="362211"/>
                  </a:lnTo>
                  <a:lnTo>
                    <a:pt x="3087276" y="361919"/>
                  </a:lnTo>
                  <a:lnTo>
                    <a:pt x="3088347" y="361626"/>
                  </a:lnTo>
                  <a:lnTo>
                    <a:pt x="3089419" y="361332"/>
                  </a:lnTo>
                  <a:lnTo>
                    <a:pt x="3090490" y="361038"/>
                  </a:lnTo>
                  <a:lnTo>
                    <a:pt x="3091562" y="360743"/>
                  </a:lnTo>
                  <a:lnTo>
                    <a:pt x="3092634" y="360447"/>
                  </a:lnTo>
                  <a:lnTo>
                    <a:pt x="3093705" y="360151"/>
                  </a:lnTo>
                  <a:lnTo>
                    <a:pt x="3094777" y="359854"/>
                  </a:lnTo>
                  <a:lnTo>
                    <a:pt x="3095848" y="359556"/>
                  </a:lnTo>
                  <a:lnTo>
                    <a:pt x="3096920" y="359257"/>
                  </a:lnTo>
                  <a:lnTo>
                    <a:pt x="3097992" y="358958"/>
                  </a:lnTo>
                  <a:lnTo>
                    <a:pt x="3099063" y="358657"/>
                  </a:lnTo>
                  <a:lnTo>
                    <a:pt x="3100135" y="358357"/>
                  </a:lnTo>
                  <a:lnTo>
                    <a:pt x="3101206" y="358055"/>
                  </a:lnTo>
                  <a:lnTo>
                    <a:pt x="3102278" y="357753"/>
                  </a:lnTo>
                  <a:lnTo>
                    <a:pt x="3103350" y="357450"/>
                  </a:lnTo>
                  <a:lnTo>
                    <a:pt x="3104421" y="357146"/>
                  </a:lnTo>
                  <a:lnTo>
                    <a:pt x="3105493" y="356842"/>
                  </a:lnTo>
                  <a:lnTo>
                    <a:pt x="3106564" y="356537"/>
                  </a:lnTo>
                  <a:lnTo>
                    <a:pt x="3107636" y="356231"/>
                  </a:lnTo>
                  <a:lnTo>
                    <a:pt x="3108708" y="355925"/>
                  </a:lnTo>
                  <a:lnTo>
                    <a:pt x="3109779" y="355618"/>
                  </a:lnTo>
                  <a:lnTo>
                    <a:pt x="3110851" y="355310"/>
                  </a:lnTo>
                  <a:lnTo>
                    <a:pt x="3111922" y="355001"/>
                  </a:lnTo>
                  <a:lnTo>
                    <a:pt x="3112994" y="354692"/>
                  </a:lnTo>
                  <a:lnTo>
                    <a:pt x="3114066" y="354382"/>
                  </a:lnTo>
                  <a:lnTo>
                    <a:pt x="3115137" y="354071"/>
                  </a:lnTo>
                  <a:lnTo>
                    <a:pt x="3116209" y="353760"/>
                  </a:lnTo>
                  <a:lnTo>
                    <a:pt x="3117280" y="353447"/>
                  </a:lnTo>
                  <a:lnTo>
                    <a:pt x="3118352" y="353135"/>
                  </a:lnTo>
                  <a:lnTo>
                    <a:pt x="3119424" y="352821"/>
                  </a:lnTo>
                  <a:lnTo>
                    <a:pt x="3120495" y="352507"/>
                  </a:lnTo>
                  <a:lnTo>
                    <a:pt x="3121567" y="352192"/>
                  </a:lnTo>
                  <a:lnTo>
                    <a:pt x="3122638" y="351876"/>
                  </a:lnTo>
                  <a:lnTo>
                    <a:pt x="3123710" y="351560"/>
                  </a:lnTo>
                  <a:lnTo>
                    <a:pt x="3124782" y="351243"/>
                  </a:lnTo>
                  <a:lnTo>
                    <a:pt x="3125853" y="350925"/>
                  </a:lnTo>
                  <a:lnTo>
                    <a:pt x="3126925" y="350607"/>
                  </a:lnTo>
                  <a:lnTo>
                    <a:pt x="3127996" y="350287"/>
                  </a:lnTo>
                  <a:lnTo>
                    <a:pt x="3129068" y="349967"/>
                  </a:lnTo>
                  <a:lnTo>
                    <a:pt x="3130140" y="349647"/>
                  </a:lnTo>
                  <a:lnTo>
                    <a:pt x="3131211" y="349326"/>
                  </a:lnTo>
                  <a:lnTo>
                    <a:pt x="3132283" y="349004"/>
                  </a:lnTo>
                  <a:lnTo>
                    <a:pt x="3133354" y="348681"/>
                  </a:lnTo>
                  <a:lnTo>
                    <a:pt x="3134426" y="348358"/>
                  </a:lnTo>
                  <a:lnTo>
                    <a:pt x="3135498" y="348034"/>
                  </a:lnTo>
                  <a:lnTo>
                    <a:pt x="3136569" y="347709"/>
                  </a:lnTo>
                  <a:lnTo>
                    <a:pt x="3137641" y="347384"/>
                  </a:lnTo>
                  <a:lnTo>
                    <a:pt x="3138712" y="347057"/>
                  </a:lnTo>
                  <a:lnTo>
                    <a:pt x="3139784" y="346731"/>
                  </a:lnTo>
                  <a:lnTo>
                    <a:pt x="3140856" y="346403"/>
                  </a:lnTo>
                  <a:lnTo>
                    <a:pt x="3141927" y="346075"/>
                  </a:lnTo>
                  <a:lnTo>
                    <a:pt x="3142999" y="345746"/>
                  </a:lnTo>
                  <a:lnTo>
                    <a:pt x="3144070" y="345416"/>
                  </a:lnTo>
                  <a:lnTo>
                    <a:pt x="3145142" y="345086"/>
                  </a:lnTo>
                  <a:lnTo>
                    <a:pt x="3146214" y="344755"/>
                  </a:lnTo>
                  <a:lnTo>
                    <a:pt x="3147285" y="344423"/>
                  </a:lnTo>
                  <a:lnTo>
                    <a:pt x="3148357" y="344091"/>
                  </a:lnTo>
                  <a:lnTo>
                    <a:pt x="3149428" y="343758"/>
                  </a:lnTo>
                  <a:lnTo>
                    <a:pt x="3150500" y="343424"/>
                  </a:lnTo>
                  <a:lnTo>
                    <a:pt x="3151572" y="343090"/>
                  </a:lnTo>
                  <a:lnTo>
                    <a:pt x="3152643" y="342755"/>
                  </a:lnTo>
                  <a:lnTo>
                    <a:pt x="3153715" y="342419"/>
                  </a:lnTo>
                  <a:lnTo>
                    <a:pt x="3154786" y="342083"/>
                  </a:lnTo>
                  <a:lnTo>
                    <a:pt x="3155858" y="341745"/>
                  </a:lnTo>
                  <a:lnTo>
                    <a:pt x="3156930" y="341408"/>
                  </a:lnTo>
                  <a:lnTo>
                    <a:pt x="3158001" y="341069"/>
                  </a:lnTo>
                  <a:lnTo>
                    <a:pt x="3159073" y="340730"/>
                  </a:lnTo>
                  <a:lnTo>
                    <a:pt x="3160144" y="340390"/>
                  </a:lnTo>
                  <a:lnTo>
                    <a:pt x="3161216" y="340049"/>
                  </a:lnTo>
                  <a:lnTo>
                    <a:pt x="3162288" y="339708"/>
                  </a:lnTo>
                  <a:lnTo>
                    <a:pt x="3163359" y="339366"/>
                  </a:lnTo>
                  <a:lnTo>
                    <a:pt x="3164431" y="339024"/>
                  </a:lnTo>
                  <a:lnTo>
                    <a:pt x="3165502" y="338680"/>
                  </a:lnTo>
                  <a:lnTo>
                    <a:pt x="3166574" y="338336"/>
                  </a:lnTo>
                  <a:lnTo>
                    <a:pt x="3167646" y="337992"/>
                  </a:lnTo>
                  <a:lnTo>
                    <a:pt x="3168717" y="337646"/>
                  </a:lnTo>
                  <a:lnTo>
                    <a:pt x="3169789" y="337300"/>
                  </a:lnTo>
                  <a:lnTo>
                    <a:pt x="3170860" y="336954"/>
                  </a:lnTo>
                  <a:lnTo>
                    <a:pt x="3171932" y="336606"/>
                  </a:lnTo>
                  <a:lnTo>
                    <a:pt x="3173004" y="336258"/>
                  </a:lnTo>
                  <a:lnTo>
                    <a:pt x="3174075" y="335910"/>
                  </a:lnTo>
                  <a:lnTo>
                    <a:pt x="3175147" y="335560"/>
                  </a:lnTo>
                  <a:lnTo>
                    <a:pt x="3176218" y="335210"/>
                  </a:lnTo>
                  <a:lnTo>
                    <a:pt x="3177290" y="334859"/>
                  </a:lnTo>
                  <a:lnTo>
                    <a:pt x="3178362" y="334508"/>
                  </a:lnTo>
                  <a:lnTo>
                    <a:pt x="3179433" y="334156"/>
                  </a:lnTo>
                  <a:lnTo>
                    <a:pt x="3180505" y="333803"/>
                  </a:lnTo>
                  <a:lnTo>
                    <a:pt x="3181576" y="333450"/>
                  </a:lnTo>
                  <a:lnTo>
                    <a:pt x="3182648" y="333096"/>
                  </a:lnTo>
                  <a:lnTo>
                    <a:pt x="3183720" y="332741"/>
                  </a:lnTo>
                  <a:lnTo>
                    <a:pt x="3184791" y="332385"/>
                  </a:lnTo>
                  <a:lnTo>
                    <a:pt x="3185863" y="332029"/>
                  </a:lnTo>
                  <a:lnTo>
                    <a:pt x="3186934" y="331673"/>
                  </a:lnTo>
                  <a:lnTo>
                    <a:pt x="3188006" y="331315"/>
                  </a:lnTo>
                  <a:lnTo>
                    <a:pt x="3189078" y="330957"/>
                  </a:lnTo>
                  <a:lnTo>
                    <a:pt x="3190149" y="330598"/>
                  </a:lnTo>
                  <a:lnTo>
                    <a:pt x="3191221" y="330239"/>
                  </a:lnTo>
                  <a:lnTo>
                    <a:pt x="3192292" y="329879"/>
                  </a:lnTo>
                  <a:lnTo>
                    <a:pt x="3193364" y="329518"/>
                  </a:lnTo>
                  <a:lnTo>
                    <a:pt x="3194436" y="329157"/>
                  </a:lnTo>
                  <a:lnTo>
                    <a:pt x="3195507" y="328794"/>
                  </a:lnTo>
                  <a:lnTo>
                    <a:pt x="3196579" y="328432"/>
                  </a:lnTo>
                  <a:lnTo>
                    <a:pt x="3197650" y="328068"/>
                  </a:lnTo>
                  <a:lnTo>
                    <a:pt x="3198722" y="327704"/>
                  </a:lnTo>
                  <a:lnTo>
                    <a:pt x="3199793" y="327339"/>
                  </a:lnTo>
                  <a:lnTo>
                    <a:pt x="3200865" y="326974"/>
                  </a:lnTo>
                  <a:lnTo>
                    <a:pt x="3201937" y="326608"/>
                  </a:lnTo>
                  <a:lnTo>
                    <a:pt x="3203008" y="326241"/>
                  </a:lnTo>
                  <a:lnTo>
                    <a:pt x="3204080" y="325874"/>
                  </a:lnTo>
                  <a:lnTo>
                    <a:pt x="3205151" y="325506"/>
                  </a:lnTo>
                  <a:lnTo>
                    <a:pt x="3206223" y="325137"/>
                  </a:lnTo>
                  <a:lnTo>
                    <a:pt x="3207295" y="324768"/>
                  </a:lnTo>
                  <a:lnTo>
                    <a:pt x="3208366" y="324398"/>
                  </a:lnTo>
                  <a:lnTo>
                    <a:pt x="3209438" y="324027"/>
                  </a:lnTo>
                  <a:lnTo>
                    <a:pt x="3210509" y="323656"/>
                  </a:lnTo>
                  <a:lnTo>
                    <a:pt x="3211581" y="323284"/>
                  </a:lnTo>
                  <a:lnTo>
                    <a:pt x="3212653" y="322911"/>
                  </a:lnTo>
                  <a:lnTo>
                    <a:pt x="3213724" y="322538"/>
                  </a:lnTo>
                  <a:lnTo>
                    <a:pt x="3214796" y="322164"/>
                  </a:lnTo>
                  <a:lnTo>
                    <a:pt x="3215867" y="321789"/>
                  </a:lnTo>
                  <a:lnTo>
                    <a:pt x="3216939" y="321414"/>
                  </a:lnTo>
                  <a:lnTo>
                    <a:pt x="3218011" y="321038"/>
                  </a:lnTo>
                  <a:lnTo>
                    <a:pt x="3219082" y="320662"/>
                  </a:lnTo>
                  <a:lnTo>
                    <a:pt x="3220154" y="320285"/>
                  </a:lnTo>
                  <a:lnTo>
                    <a:pt x="3221225" y="319907"/>
                  </a:lnTo>
                  <a:lnTo>
                    <a:pt x="3222297" y="319528"/>
                  </a:lnTo>
                  <a:lnTo>
                    <a:pt x="3223369" y="319149"/>
                  </a:lnTo>
                  <a:lnTo>
                    <a:pt x="3224440" y="318769"/>
                  </a:lnTo>
                  <a:lnTo>
                    <a:pt x="3225512" y="318389"/>
                  </a:lnTo>
                  <a:lnTo>
                    <a:pt x="3226583" y="318008"/>
                  </a:lnTo>
                  <a:lnTo>
                    <a:pt x="3227655" y="317626"/>
                  </a:lnTo>
                  <a:lnTo>
                    <a:pt x="3228727" y="317244"/>
                  </a:lnTo>
                  <a:lnTo>
                    <a:pt x="3229798" y="316861"/>
                  </a:lnTo>
                  <a:lnTo>
                    <a:pt x="3230870" y="316477"/>
                  </a:lnTo>
                  <a:lnTo>
                    <a:pt x="3231941" y="316093"/>
                  </a:lnTo>
                  <a:lnTo>
                    <a:pt x="3233013" y="315708"/>
                  </a:lnTo>
                  <a:lnTo>
                    <a:pt x="3234085" y="315322"/>
                  </a:lnTo>
                  <a:lnTo>
                    <a:pt x="3235156" y="314936"/>
                  </a:lnTo>
                  <a:lnTo>
                    <a:pt x="3236228" y="314549"/>
                  </a:lnTo>
                  <a:lnTo>
                    <a:pt x="3237299" y="314162"/>
                  </a:lnTo>
                  <a:lnTo>
                    <a:pt x="3238371" y="313774"/>
                  </a:lnTo>
                  <a:lnTo>
                    <a:pt x="3239443" y="313385"/>
                  </a:lnTo>
                  <a:lnTo>
                    <a:pt x="3240514" y="312996"/>
                  </a:lnTo>
                  <a:lnTo>
                    <a:pt x="3241586" y="312606"/>
                  </a:lnTo>
                  <a:lnTo>
                    <a:pt x="3242657" y="312215"/>
                  </a:lnTo>
                  <a:lnTo>
                    <a:pt x="3243729" y="311824"/>
                  </a:lnTo>
                  <a:lnTo>
                    <a:pt x="3244801" y="311432"/>
                  </a:lnTo>
                  <a:lnTo>
                    <a:pt x="3245872" y="311039"/>
                  </a:lnTo>
                  <a:lnTo>
                    <a:pt x="3246944" y="310646"/>
                  </a:lnTo>
                  <a:lnTo>
                    <a:pt x="3248015" y="310252"/>
                  </a:lnTo>
                  <a:lnTo>
                    <a:pt x="3249087" y="309858"/>
                  </a:lnTo>
                  <a:lnTo>
                    <a:pt x="3250159" y="309462"/>
                  </a:lnTo>
                  <a:lnTo>
                    <a:pt x="3251230" y="309067"/>
                  </a:lnTo>
                  <a:lnTo>
                    <a:pt x="3252302" y="308670"/>
                  </a:lnTo>
                  <a:lnTo>
                    <a:pt x="3253373" y="308273"/>
                  </a:lnTo>
                  <a:lnTo>
                    <a:pt x="3254445" y="307876"/>
                  </a:lnTo>
                  <a:lnTo>
                    <a:pt x="3255517" y="307477"/>
                  </a:lnTo>
                  <a:lnTo>
                    <a:pt x="3256588" y="307078"/>
                  </a:lnTo>
                  <a:lnTo>
                    <a:pt x="3257660" y="306679"/>
                  </a:lnTo>
                  <a:lnTo>
                    <a:pt x="3258731" y="306279"/>
                  </a:lnTo>
                  <a:lnTo>
                    <a:pt x="3259803" y="305878"/>
                  </a:lnTo>
                  <a:lnTo>
                    <a:pt x="3260875" y="305477"/>
                  </a:lnTo>
                  <a:lnTo>
                    <a:pt x="3261946" y="305075"/>
                  </a:lnTo>
                  <a:lnTo>
                    <a:pt x="3263018" y="304672"/>
                  </a:lnTo>
                  <a:lnTo>
                    <a:pt x="3264089" y="304269"/>
                  </a:lnTo>
                  <a:lnTo>
                    <a:pt x="3265161" y="303865"/>
                  </a:lnTo>
                  <a:lnTo>
                    <a:pt x="3266233" y="303460"/>
                  </a:lnTo>
                  <a:lnTo>
                    <a:pt x="3267304" y="303055"/>
                  </a:lnTo>
                  <a:lnTo>
                    <a:pt x="3268376" y="302649"/>
                  </a:lnTo>
                  <a:lnTo>
                    <a:pt x="3269447" y="302243"/>
                  </a:lnTo>
                  <a:lnTo>
                    <a:pt x="3270519" y="301836"/>
                  </a:lnTo>
                  <a:lnTo>
                    <a:pt x="3271591" y="301428"/>
                  </a:lnTo>
                  <a:lnTo>
                    <a:pt x="3272662" y="301020"/>
                  </a:lnTo>
                  <a:lnTo>
                    <a:pt x="3273734" y="300611"/>
                  </a:lnTo>
                  <a:lnTo>
                    <a:pt x="3274805" y="300202"/>
                  </a:lnTo>
                  <a:lnTo>
                    <a:pt x="3275877" y="299791"/>
                  </a:lnTo>
                  <a:lnTo>
                    <a:pt x="3276949" y="299381"/>
                  </a:lnTo>
                  <a:lnTo>
                    <a:pt x="3278020" y="298969"/>
                  </a:lnTo>
                  <a:lnTo>
                    <a:pt x="3279092" y="298557"/>
                  </a:lnTo>
                  <a:lnTo>
                    <a:pt x="3280163" y="298145"/>
                  </a:lnTo>
                  <a:lnTo>
                    <a:pt x="3281235" y="297732"/>
                  </a:lnTo>
                  <a:lnTo>
                    <a:pt x="3282307" y="297318"/>
                  </a:lnTo>
                  <a:lnTo>
                    <a:pt x="3283378" y="296903"/>
                  </a:lnTo>
                  <a:lnTo>
                    <a:pt x="3284450" y="296488"/>
                  </a:lnTo>
                  <a:lnTo>
                    <a:pt x="3285521" y="296073"/>
                  </a:lnTo>
                  <a:lnTo>
                    <a:pt x="3286593" y="295656"/>
                  </a:lnTo>
                  <a:lnTo>
                    <a:pt x="3287665" y="295240"/>
                  </a:lnTo>
                  <a:lnTo>
                    <a:pt x="3288736" y="294822"/>
                  </a:lnTo>
                  <a:lnTo>
                    <a:pt x="3289808" y="294404"/>
                  </a:lnTo>
                  <a:lnTo>
                    <a:pt x="3290879" y="293985"/>
                  </a:lnTo>
                  <a:lnTo>
                    <a:pt x="3291951" y="293566"/>
                  </a:lnTo>
                  <a:lnTo>
                    <a:pt x="3293023" y="293146"/>
                  </a:lnTo>
                  <a:lnTo>
                    <a:pt x="3294094" y="292725"/>
                  </a:lnTo>
                  <a:lnTo>
                    <a:pt x="3295166" y="292304"/>
                  </a:lnTo>
                  <a:lnTo>
                    <a:pt x="3296237" y="291883"/>
                  </a:lnTo>
                  <a:lnTo>
                    <a:pt x="3297309" y="291460"/>
                  </a:lnTo>
                  <a:lnTo>
                    <a:pt x="3298381" y="291037"/>
                  </a:lnTo>
                  <a:lnTo>
                    <a:pt x="3299452" y="290614"/>
                  </a:lnTo>
                  <a:lnTo>
                    <a:pt x="3300524" y="290190"/>
                  </a:lnTo>
                  <a:lnTo>
                    <a:pt x="3301595" y="289765"/>
                  </a:lnTo>
                  <a:lnTo>
                    <a:pt x="3302667" y="289339"/>
                  </a:lnTo>
                  <a:lnTo>
                    <a:pt x="3303739" y="288913"/>
                  </a:lnTo>
                  <a:lnTo>
                    <a:pt x="3304810" y="288487"/>
                  </a:lnTo>
                  <a:lnTo>
                    <a:pt x="3305882" y="288060"/>
                  </a:lnTo>
                  <a:lnTo>
                    <a:pt x="3306953" y="287632"/>
                  </a:lnTo>
                  <a:lnTo>
                    <a:pt x="3308025" y="287204"/>
                  </a:lnTo>
                  <a:lnTo>
                    <a:pt x="3309097" y="286775"/>
                  </a:lnTo>
                  <a:lnTo>
                    <a:pt x="3310168" y="286345"/>
                  </a:lnTo>
                  <a:lnTo>
                    <a:pt x="3311240" y="285915"/>
                  </a:lnTo>
                  <a:lnTo>
                    <a:pt x="3312311" y="285484"/>
                  </a:lnTo>
                  <a:lnTo>
                    <a:pt x="3313383" y="285053"/>
                  </a:lnTo>
                  <a:lnTo>
                    <a:pt x="3314455" y="284621"/>
                  </a:lnTo>
                  <a:lnTo>
                    <a:pt x="3315526" y="284188"/>
                  </a:lnTo>
                  <a:lnTo>
                    <a:pt x="3316598" y="283755"/>
                  </a:lnTo>
                  <a:lnTo>
                    <a:pt x="3317669" y="283321"/>
                  </a:lnTo>
                  <a:lnTo>
                    <a:pt x="3318741" y="282887"/>
                  </a:lnTo>
                  <a:lnTo>
                    <a:pt x="3319813" y="282452"/>
                  </a:lnTo>
                  <a:lnTo>
                    <a:pt x="3320884" y="282016"/>
                  </a:lnTo>
                  <a:lnTo>
                    <a:pt x="3321956" y="281580"/>
                  </a:lnTo>
                  <a:lnTo>
                    <a:pt x="3323027" y="281144"/>
                  </a:lnTo>
                  <a:lnTo>
                    <a:pt x="3324099" y="280706"/>
                  </a:lnTo>
                  <a:lnTo>
                    <a:pt x="3325171" y="280268"/>
                  </a:lnTo>
                  <a:lnTo>
                    <a:pt x="3326242" y="279830"/>
                  </a:lnTo>
                  <a:lnTo>
                    <a:pt x="3327314" y="279391"/>
                  </a:lnTo>
                  <a:lnTo>
                    <a:pt x="3328385" y="278951"/>
                  </a:lnTo>
                  <a:lnTo>
                    <a:pt x="3329457" y="278511"/>
                  </a:lnTo>
                  <a:lnTo>
                    <a:pt x="3330529" y="278070"/>
                  </a:lnTo>
                  <a:lnTo>
                    <a:pt x="3331600" y="277629"/>
                  </a:lnTo>
                  <a:lnTo>
                    <a:pt x="3332672" y="277187"/>
                  </a:lnTo>
                  <a:lnTo>
                    <a:pt x="3333743" y="276744"/>
                  </a:lnTo>
                  <a:lnTo>
                    <a:pt x="3334815" y="276301"/>
                  </a:lnTo>
                  <a:lnTo>
                    <a:pt x="3335887" y="275857"/>
                  </a:lnTo>
                  <a:lnTo>
                    <a:pt x="3336958" y="275413"/>
                  </a:lnTo>
                  <a:lnTo>
                    <a:pt x="3338030" y="274968"/>
                  </a:lnTo>
                  <a:lnTo>
                    <a:pt x="3339101" y="274522"/>
                  </a:lnTo>
                  <a:lnTo>
                    <a:pt x="3340173" y="274076"/>
                  </a:lnTo>
                  <a:lnTo>
                    <a:pt x="3341245" y="273630"/>
                  </a:lnTo>
                  <a:lnTo>
                    <a:pt x="3342316" y="273182"/>
                  </a:lnTo>
                  <a:lnTo>
                    <a:pt x="3343388" y="272734"/>
                  </a:lnTo>
                  <a:lnTo>
                    <a:pt x="3344459" y="272286"/>
                  </a:lnTo>
                  <a:lnTo>
                    <a:pt x="3345531" y="271837"/>
                  </a:lnTo>
                  <a:lnTo>
                    <a:pt x="3346603" y="271387"/>
                  </a:lnTo>
                  <a:lnTo>
                    <a:pt x="3347674" y="270937"/>
                  </a:lnTo>
                  <a:lnTo>
                    <a:pt x="3348746" y="270486"/>
                  </a:lnTo>
                  <a:lnTo>
                    <a:pt x="3349817" y="270035"/>
                  </a:lnTo>
                  <a:lnTo>
                    <a:pt x="3350889" y="269583"/>
                  </a:lnTo>
                  <a:lnTo>
                    <a:pt x="3351961" y="269131"/>
                  </a:lnTo>
                  <a:lnTo>
                    <a:pt x="3353032" y="268678"/>
                  </a:lnTo>
                  <a:lnTo>
                    <a:pt x="3354104" y="268224"/>
                  </a:lnTo>
                  <a:lnTo>
                    <a:pt x="3355175" y="267770"/>
                  </a:lnTo>
                  <a:lnTo>
                    <a:pt x="3356247" y="267315"/>
                  </a:lnTo>
                  <a:lnTo>
                    <a:pt x="3357319" y="266860"/>
                  </a:lnTo>
                  <a:lnTo>
                    <a:pt x="3358390" y="266404"/>
                  </a:lnTo>
                  <a:lnTo>
                    <a:pt x="3359462" y="265947"/>
                  </a:lnTo>
                  <a:lnTo>
                    <a:pt x="3360533" y="265490"/>
                  </a:lnTo>
                  <a:lnTo>
                    <a:pt x="3361605" y="265033"/>
                  </a:lnTo>
                  <a:lnTo>
                    <a:pt x="3362677" y="264574"/>
                  </a:lnTo>
                  <a:lnTo>
                    <a:pt x="3363748" y="264116"/>
                  </a:lnTo>
                  <a:lnTo>
                    <a:pt x="3364820" y="263656"/>
                  </a:lnTo>
                  <a:lnTo>
                    <a:pt x="3365891" y="263196"/>
                  </a:lnTo>
                  <a:lnTo>
                    <a:pt x="3366963" y="262736"/>
                  </a:lnTo>
                  <a:lnTo>
                    <a:pt x="3368035" y="262275"/>
                  </a:lnTo>
                  <a:lnTo>
                    <a:pt x="3369106" y="261813"/>
                  </a:lnTo>
                  <a:lnTo>
                    <a:pt x="3370178" y="261351"/>
                  </a:lnTo>
                  <a:lnTo>
                    <a:pt x="3371249" y="260888"/>
                  </a:lnTo>
                  <a:lnTo>
                    <a:pt x="3372321" y="260425"/>
                  </a:lnTo>
                  <a:lnTo>
                    <a:pt x="3373392" y="259961"/>
                  </a:lnTo>
                  <a:lnTo>
                    <a:pt x="3374464" y="259497"/>
                  </a:lnTo>
                  <a:lnTo>
                    <a:pt x="3375536" y="259032"/>
                  </a:lnTo>
                  <a:lnTo>
                    <a:pt x="3376607" y="258566"/>
                  </a:lnTo>
                  <a:lnTo>
                    <a:pt x="3377679" y="258100"/>
                  </a:lnTo>
                  <a:lnTo>
                    <a:pt x="3378750" y="257633"/>
                  </a:lnTo>
                  <a:lnTo>
                    <a:pt x="3379822" y="257166"/>
                  </a:lnTo>
                  <a:lnTo>
                    <a:pt x="3380894" y="256698"/>
                  </a:lnTo>
                  <a:lnTo>
                    <a:pt x="3381965" y="256230"/>
                  </a:lnTo>
                  <a:lnTo>
                    <a:pt x="3383037" y="255761"/>
                  </a:lnTo>
                  <a:lnTo>
                    <a:pt x="3384108" y="255291"/>
                  </a:lnTo>
                  <a:lnTo>
                    <a:pt x="3385180" y="254821"/>
                  </a:lnTo>
                  <a:lnTo>
                    <a:pt x="3386252" y="254350"/>
                  </a:lnTo>
                  <a:lnTo>
                    <a:pt x="3387323" y="253879"/>
                  </a:lnTo>
                  <a:lnTo>
                    <a:pt x="3388395" y="253408"/>
                  </a:lnTo>
                  <a:lnTo>
                    <a:pt x="3389466" y="252935"/>
                  </a:lnTo>
                  <a:lnTo>
                    <a:pt x="3390538" y="252462"/>
                  </a:lnTo>
                  <a:lnTo>
                    <a:pt x="3391610" y="251989"/>
                  </a:lnTo>
                  <a:lnTo>
                    <a:pt x="3392681" y="251515"/>
                  </a:lnTo>
                  <a:lnTo>
                    <a:pt x="3393753" y="251041"/>
                  </a:lnTo>
                  <a:lnTo>
                    <a:pt x="3394824" y="250565"/>
                  </a:lnTo>
                  <a:lnTo>
                    <a:pt x="3395896" y="250090"/>
                  </a:lnTo>
                  <a:lnTo>
                    <a:pt x="3396968" y="249614"/>
                  </a:lnTo>
                  <a:lnTo>
                    <a:pt x="3398039" y="249137"/>
                  </a:lnTo>
                  <a:lnTo>
                    <a:pt x="3399111" y="248660"/>
                  </a:lnTo>
                  <a:lnTo>
                    <a:pt x="3400182" y="248182"/>
                  </a:lnTo>
                  <a:lnTo>
                    <a:pt x="3401254" y="247703"/>
                  </a:lnTo>
                  <a:lnTo>
                    <a:pt x="3402326" y="247224"/>
                  </a:lnTo>
                  <a:lnTo>
                    <a:pt x="3403397" y="246745"/>
                  </a:lnTo>
                  <a:lnTo>
                    <a:pt x="3404469" y="246265"/>
                  </a:lnTo>
                  <a:lnTo>
                    <a:pt x="3405540" y="245784"/>
                  </a:lnTo>
                  <a:lnTo>
                    <a:pt x="3406612" y="245303"/>
                  </a:lnTo>
                  <a:lnTo>
                    <a:pt x="3407684" y="244821"/>
                  </a:lnTo>
                  <a:lnTo>
                    <a:pt x="3408755" y="244339"/>
                  </a:lnTo>
                  <a:lnTo>
                    <a:pt x="3409827" y="243856"/>
                  </a:lnTo>
                  <a:lnTo>
                    <a:pt x="3410898" y="243373"/>
                  </a:lnTo>
                  <a:lnTo>
                    <a:pt x="3411970" y="242889"/>
                  </a:lnTo>
                  <a:lnTo>
                    <a:pt x="3413042" y="242405"/>
                  </a:lnTo>
                  <a:lnTo>
                    <a:pt x="3414113" y="241920"/>
                  </a:lnTo>
                  <a:lnTo>
                    <a:pt x="3415185" y="241434"/>
                  </a:lnTo>
                  <a:lnTo>
                    <a:pt x="3416256" y="240948"/>
                  </a:lnTo>
                  <a:lnTo>
                    <a:pt x="3417328" y="240462"/>
                  </a:lnTo>
                  <a:lnTo>
                    <a:pt x="3418400" y="239975"/>
                  </a:lnTo>
                  <a:lnTo>
                    <a:pt x="3419471" y="239487"/>
                  </a:lnTo>
                  <a:lnTo>
                    <a:pt x="3420543" y="238999"/>
                  </a:lnTo>
                  <a:lnTo>
                    <a:pt x="3421614" y="238510"/>
                  </a:lnTo>
                  <a:lnTo>
                    <a:pt x="3422686" y="238021"/>
                  </a:lnTo>
                  <a:lnTo>
                    <a:pt x="3423758" y="237531"/>
                  </a:lnTo>
                  <a:lnTo>
                    <a:pt x="3424829" y="237040"/>
                  </a:lnTo>
                  <a:lnTo>
                    <a:pt x="3425901" y="236549"/>
                  </a:lnTo>
                  <a:lnTo>
                    <a:pt x="3426972" y="236058"/>
                  </a:lnTo>
                  <a:lnTo>
                    <a:pt x="3428044" y="235566"/>
                  </a:lnTo>
                  <a:lnTo>
                    <a:pt x="3429116" y="235073"/>
                  </a:lnTo>
                  <a:lnTo>
                    <a:pt x="3430187" y="234580"/>
                  </a:lnTo>
                  <a:lnTo>
                    <a:pt x="3431259" y="234087"/>
                  </a:lnTo>
                  <a:lnTo>
                    <a:pt x="3432330" y="233593"/>
                  </a:lnTo>
                  <a:lnTo>
                    <a:pt x="3433402" y="233098"/>
                  </a:lnTo>
                  <a:lnTo>
                    <a:pt x="3434474" y="232603"/>
                  </a:lnTo>
                  <a:lnTo>
                    <a:pt x="3435545" y="232107"/>
                  </a:lnTo>
                  <a:lnTo>
                    <a:pt x="3436617" y="231611"/>
                  </a:lnTo>
                  <a:lnTo>
                    <a:pt x="3437688" y="231114"/>
                  </a:lnTo>
                  <a:lnTo>
                    <a:pt x="3438760" y="230616"/>
                  </a:lnTo>
                  <a:lnTo>
                    <a:pt x="3439832" y="230119"/>
                  </a:lnTo>
                  <a:lnTo>
                    <a:pt x="3440903" y="229620"/>
                  </a:lnTo>
                  <a:lnTo>
                    <a:pt x="3441975" y="229121"/>
                  </a:lnTo>
                  <a:lnTo>
                    <a:pt x="3443046" y="228622"/>
                  </a:lnTo>
                  <a:lnTo>
                    <a:pt x="3444118" y="228122"/>
                  </a:lnTo>
                  <a:lnTo>
                    <a:pt x="3445190" y="227621"/>
                  </a:lnTo>
                  <a:lnTo>
                    <a:pt x="3446261" y="227120"/>
                  </a:lnTo>
                  <a:lnTo>
                    <a:pt x="3447333" y="226618"/>
                  </a:lnTo>
                  <a:lnTo>
                    <a:pt x="3448404" y="226116"/>
                  </a:lnTo>
                  <a:lnTo>
                    <a:pt x="3449476" y="225614"/>
                  </a:lnTo>
                  <a:lnTo>
                    <a:pt x="3450548" y="225110"/>
                  </a:lnTo>
                  <a:lnTo>
                    <a:pt x="3451619" y="224607"/>
                  </a:lnTo>
                  <a:lnTo>
                    <a:pt x="3452691" y="224102"/>
                  </a:lnTo>
                  <a:lnTo>
                    <a:pt x="3453762" y="223598"/>
                  </a:lnTo>
                  <a:lnTo>
                    <a:pt x="3454834" y="223092"/>
                  </a:lnTo>
                  <a:lnTo>
                    <a:pt x="3455906" y="222587"/>
                  </a:lnTo>
                  <a:lnTo>
                    <a:pt x="3456977" y="222080"/>
                  </a:lnTo>
                  <a:lnTo>
                    <a:pt x="3458049" y="221573"/>
                  </a:lnTo>
                  <a:lnTo>
                    <a:pt x="3459120" y="221066"/>
                  </a:lnTo>
                  <a:lnTo>
                    <a:pt x="3460192" y="220558"/>
                  </a:lnTo>
                  <a:lnTo>
                    <a:pt x="3461264" y="220050"/>
                  </a:lnTo>
                  <a:lnTo>
                    <a:pt x="3462335" y="219541"/>
                  </a:lnTo>
                  <a:lnTo>
                    <a:pt x="3463407" y="219031"/>
                  </a:lnTo>
                  <a:lnTo>
                    <a:pt x="3464478" y="218521"/>
                  </a:lnTo>
                  <a:lnTo>
                    <a:pt x="3465550" y="218011"/>
                  </a:lnTo>
                  <a:lnTo>
                    <a:pt x="3466622" y="217500"/>
                  </a:lnTo>
                  <a:lnTo>
                    <a:pt x="3467693" y="216988"/>
                  </a:lnTo>
                  <a:lnTo>
                    <a:pt x="3468765" y="216476"/>
                  </a:lnTo>
                  <a:lnTo>
                    <a:pt x="3469836" y="215963"/>
                  </a:lnTo>
                  <a:lnTo>
                    <a:pt x="3470908" y="215450"/>
                  </a:lnTo>
                  <a:lnTo>
                    <a:pt x="3471980" y="214937"/>
                  </a:lnTo>
                  <a:lnTo>
                    <a:pt x="3473051" y="214422"/>
                  </a:lnTo>
                  <a:lnTo>
                    <a:pt x="3474123" y="213908"/>
                  </a:lnTo>
                  <a:lnTo>
                    <a:pt x="3475194" y="213393"/>
                  </a:lnTo>
                  <a:lnTo>
                    <a:pt x="3476266" y="212877"/>
                  </a:lnTo>
                  <a:lnTo>
                    <a:pt x="3477338" y="212361"/>
                  </a:lnTo>
                  <a:lnTo>
                    <a:pt x="3478409" y="211844"/>
                  </a:lnTo>
                  <a:lnTo>
                    <a:pt x="3479481" y="211327"/>
                  </a:lnTo>
                  <a:lnTo>
                    <a:pt x="3480552" y="210809"/>
                  </a:lnTo>
                  <a:lnTo>
                    <a:pt x="3481624" y="210290"/>
                  </a:lnTo>
                  <a:lnTo>
                    <a:pt x="3482696" y="209772"/>
                  </a:lnTo>
                  <a:lnTo>
                    <a:pt x="3483767" y="209252"/>
                  </a:lnTo>
                  <a:lnTo>
                    <a:pt x="3484839" y="208733"/>
                  </a:lnTo>
                  <a:lnTo>
                    <a:pt x="3485910" y="208212"/>
                  </a:lnTo>
                  <a:lnTo>
                    <a:pt x="3486982" y="207691"/>
                  </a:lnTo>
                  <a:lnTo>
                    <a:pt x="3488054" y="207170"/>
                  </a:lnTo>
                  <a:lnTo>
                    <a:pt x="3489125" y="206648"/>
                  </a:lnTo>
                  <a:lnTo>
                    <a:pt x="3490197" y="206126"/>
                  </a:lnTo>
                  <a:lnTo>
                    <a:pt x="3491268" y="205603"/>
                  </a:lnTo>
                  <a:lnTo>
                    <a:pt x="3492340" y="205079"/>
                  </a:lnTo>
                  <a:lnTo>
                    <a:pt x="3493412" y="204556"/>
                  </a:lnTo>
                  <a:lnTo>
                    <a:pt x="3494483" y="204031"/>
                  </a:lnTo>
                  <a:lnTo>
                    <a:pt x="3495555" y="203506"/>
                  </a:lnTo>
                  <a:lnTo>
                    <a:pt x="3496626" y="202981"/>
                  </a:lnTo>
                  <a:lnTo>
                    <a:pt x="3497698" y="202455"/>
                  </a:lnTo>
                  <a:lnTo>
                    <a:pt x="3498770" y="201928"/>
                  </a:lnTo>
                  <a:lnTo>
                    <a:pt x="3499841" y="201401"/>
                  </a:lnTo>
                  <a:lnTo>
                    <a:pt x="3500913" y="200874"/>
                  </a:lnTo>
                  <a:lnTo>
                    <a:pt x="3501984" y="200346"/>
                  </a:lnTo>
                  <a:lnTo>
                    <a:pt x="3503056" y="199817"/>
                  </a:lnTo>
                  <a:lnTo>
                    <a:pt x="3504128" y="199288"/>
                  </a:lnTo>
                  <a:lnTo>
                    <a:pt x="3505199" y="198759"/>
                  </a:lnTo>
                  <a:lnTo>
                    <a:pt x="3506271" y="198229"/>
                  </a:lnTo>
                  <a:lnTo>
                    <a:pt x="3507342" y="197698"/>
                  </a:lnTo>
                  <a:lnTo>
                    <a:pt x="3508414" y="197167"/>
                  </a:lnTo>
                  <a:lnTo>
                    <a:pt x="3509486" y="196636"/>
                  </a:lnTo>
                  <a:lnTo>
                    <a:pt x="3510557" y="196104"/>
                  </a:lnTo>
                  <a:lnTo>
                    <a:pt x="3511629" y="195571"/>
                  </a:lnTo>
                  <a:lnTo>
                    <a:pt x="3512700" y="195038"/>
                  </a:lnTo>
                  <a:lnTo>
                    <a:pt x="3513772" y="194505"/>
                  </a:lnTo>
                  <a:lnTo>
                    <a:pt x="3514844" y="193971"/>
                  </a:lnTo>
                  <a:lnTo>
                    <a:pt x="3515915" y="193436"/>
                  </a:lnTo>
                  <a:lnTo>
                    <a:pt x="3516987" y="192901"/>
                  </a:lnTo>
                  <a:lnTo>
                    <a:pt x="3518058" y="192366"/>
                  </a:lnTo>
                  <a:lnTo>
                    <a:pt x="3519130" y="191830"/>
                  </a:lnTo>
                  <a:lnTo>
                    <a:pt x="3520202" y="191293"/>
                  </a:lnTo>
                  <a:lnTo>
                    <a:pt x="3521273" y="190756"/>
                  </a:lnTo>
                  <a:lnTo>
                    <a:pt x="3522345" y="190219"/>
                  </a:lnTo>
                  <a:lnTo>
                    <a:pt x="3523416" y="189681"/>
                  </a:lnTo>
                  <a:lnTo>
                    <a:pt x="3524488" y="189142"/>
                  </a:lnTo>
                  <a:lnTo>
                    <a:pt x="3525560" y="188603"/>
                  </a:lnTo>
                  <a:lnTo>
                    <a:pt x="3526631" y="188064"/>
                  </a:lnTo>
                  <a:lnTo>
                    <a:pt x="3527703" y="187524"/>
                  </a:lnTo>
                  <a:lnTo>
                    <a:pt x="3528774" y="186984"/>
                  </a:lnTo>
                  <a:lnTo>
                    <a:pt x="3529846" y="186443"/>
                  </a:lnTo>
                  <a:lnTo>
                    <a:pt x="3530918" y="185901"/>
                  </a:lnTo>
                  <a:lnTo>
                    <a:pt x="3531989" y="185359"/>
                  </a:lnTo>
                  <a:lnTo>
                    <a:pt x="3533061" y="184817"/>
                  </a:lnTo>
                  <a:lnTo>
                    <a:pt x="3534132" y="184274"/>
                  </a:lnTo>
                  <a:lnTo>
                    <a:pt x="3535204" y="183730"/>
                  </a:lnTo>
                  <a:lnTo>
                    <a:pt x="3536276" y="183186"/>
                  </a:lnTo>
                  <a:lnTo>
                    <a:pt x="3537347" y="182642"/>
                  </a:lnTo>
                  <a:lnTo>
                    <a:pt x="3538419" y="182097"/>
                  </a:lnTo>
                  <a:lnTo>
                    <a:pt x="3539490" y="181552"/>
                  </a:lnTo>
                  <a:lnTo>
                    <a:pt x="3540562" y="181006"/>
                  </a:lnTo>
                  <a:lnTo>
                    <a:pt x="3541634" y="180459"/>
                  </a:lnTo>
                  <a:lnTo>
                    <a:pt x="3542705" y="179913"/>
                  </a:lnTo>
                  <a:lnTo>
                    <a:pt x="3543777" y="179365"/>
                  </a:lnTo>
                  <a:lnTo>
                    <a:pt x="3544848" y="178817"/>
                  </a:lnTo>
                  <a:lnTo>
                    <a:pt x="3545920" y="178269"/>
                  </a:lnTo>
                  <a:lnTo>
                    <a:pt x="3546992" y="177720"/>
                  </a:lnTo>
                  <a:lnTo>
                    <a:pt x="3548063" y="177171"/>
                  </a:lnTo>
                  <a:lnTo>
                    <a:pt x="3549135" y="176621"/>
                  </a:lnTo>
                  <a:lnTo>
                    <a:pt x="3550206" y="176071"/>
                  </a:lnTo>
                  <a:lnTo>
                    <a:pt x="3551278" y="175520"/>
                  </a:lnTo>
                  <a:lnTo>
                    <a:pt x="3552349" y="174969"/>
                  </a:lnTo>
                  <a:lnTo>
                    <a:pt x="3553421" y="174417"/>
                  </a:lnTo>
                  <a:lnTo>
                    <a:pt x="3554493" y="173865"/>
                  </a:lnTo>
                  <a:lnTo>
                    <a:pt x="3555564" y="173312"/>
                  </a:lnTo>
                  <a:lnTo>
                    <a:pt x="3556636" y="172759"/>
                  </a:lnTo>
                  <a:lnTo>
                    <a:pt x="3557707" y="172205"/>
                  </a:lnTo>
                  <a:lnTo>
                    <a:pt x="3558779" y="171651"/>
                  </a:lnTo>
                  <a:lnTo>
                    <a:pt x="3559851" y="171096"/>
                  </a:lnTo>
                  <a:lnTo>
                    <a:pt x="3560922" y="170541"/>
                  </a:lnTo>
                  <a:lnTo>
                    <a:pt x="3561994" y="169986"/>
                  </a:lnTo>
                  <a:lnTo>
                    <a:pt x="3563065" y="169430"/>
                  </a:lnTo>
                  <a:lnTo>
                    <a:pt x="3564137" y="168873"/>
                  </a:lnTo>
                  <a:lnTo>
                    <a:pt x="3565209" y="168316"/>
                  </a:lnTo>
                  <a:lnTo>
                    <a:pt x="3566280" y="167758"/>
                  </a:lnTo>
                  <a:lnTo>
                    <a:pt x="3567352" y="167200"/>
                  </a:lnTo>
                  <a:lnTo>
                    <a:pt x="3568423" y="166642"/>
                  </a:lnTo>
                  <a:lnTo>
                    <a:pt x="3569495" y="166083"/>
                  </a:lnTo>
                  <a:lnTo>
                    <a:pt x="3570567" y="165523"/>
                  </a:lnTo>
                  <a:lnTo>
                    <a:pt x="3571638" y="164964"/>
                  </a:lnTo>
                  <a:lnTo>
                    <a:pt x="3572710" y="164403"/>
                  </a:lnTo>
                  <a:lnTo>
                    <a:pt x="3573781" y="163842"/>
                  </a:lnTo>
                  <a:lnTo>
                    <a:pt x="3574853" y="163281"/>
                  </a:lnTo>
                  <a:lnTo>
                    <a:pt x="3575925" y="162719"/>
                  </a:lnTo>
                  <a:lnTo>
                    <a:pt x="3576996" y="162157"/>
                  </a:lnTo>
                  <a:lnTo>
                    <a:pt x="3578068" y="161594"/>
                  </a:lnTo>
                  <a:lnTo>
                    <a:pt x="3579139" y="161031"/>
                  </a:lnTo>
                  <a:lnTo>
                    <a:pt x="3580211" y="160467"/>
                  </a:lnTo>
                  <a:lnTo>
                    <a:pt x="3581283" y="159903"/>
                  </a:lnTo>
                  <a:lnTo>
                    <a:pt x="3582354" y="159338"/>
                  </a:lnTo>
                  <a:lnTo>
                    <a:pt x="3583426" y="158773"/>
                  </a:lnTo>
                  <a:lnTo>
                    <a:pt x="3584497" y="158207"/>
                  </a:lnTo>
                  <a:lnTo>
                    <a:pt x="3585569" y="157641"/>
                  </a:lnTo>
                  <a:lnTo>
                    <a:pt x="3586641" y="157074"/>
                  </a:lnTo>
                  <a:lnTo>
                    <a:pt x="3587712" y="156507"/>
                  </a:lnTo>
                  <a:lnTo>
                    <a:pt x="3588784" y="155940"/>
                  </a:lnTo>
                  <a:lnTo>
                    <a:pt x="3589855" y="155372"/>
                  </a:lnTo>
                  <a:lnTo>
                    <a:pt x="3590927" y="154803"/>
                  </a:lnTo>
                  <a:lnTo>
                    <a:pt x="3591999" y="154234"/>
                  </a:lnTo>
                  <a:lnTo>
                    <a:pt x="3593070" y="153665"/>
                  </a:lnTo>
                  <a:lnTo>
                    <a:pt x="3594142" y="153095"/>
                  </a:lnTo>
                  <a:lnTo>
                    <a:pt x="3595213" y="152524"/>
                  </a:lnTo>
                  <a:lnTo>
                    <a:pt x="3596285" y="151954"/>
                  </a:lnTo>
                  <a:lnTo>
                    <a:pt x="3597357" y="151382"/>
                  </a:lnTo>
                  <a:lnTo>
                    <a:pt x="3598428" y="150810"/>
                  </a:lnTo>
                  <a:lnTo>
                    <a:pt x="3599500" y="150238"/>
                  </a:lnTo>
                  <a:lnTo>
                    <a:pt x="3600571" y="149665"/>
                  </a:lnTo>
                  <a:lnTo>
                    <a:pt x="3601643" y="149092"/>
                  </a:lnTo>
                  <a:lnTo>
                    <a:pt x="3602715" y="148518"/>
                  </a:lnTo>
                  <a:lnTo>
                    <a:pt x="3603786" y="147944"/>
                  </a:lnTo>
                  <a:lnTo>
                    <a:pt x="3604858" y="147370"/>
                  </a:lnTo>
                  <a:lnTo>
                    <a:pt x="3605929" y="146795"/>
                  </a:lnTo>
                  <a:lnTo>
                    <a:pt x="3607001" y="146219"/>
                  </a:lnTo>
                  <a:lnTo>
                    <a:pt x="3608073" y="145643"/>
                  </a:lnTo>
                  <a:lnTo>
                    <a:pt x="3609144" y="145067"/>
                  </a:lnTo>
                  <a:lnTo>
                    <a:pt x="3610216" y="144490"/>
                  </a:lnTo>
                  <a:lnTo>
                    <a:pt x="3611287" y="143912"/>
                  </a:lnTo>
                  <a:lnTo>
                    <a:pt x="3612359" y="143334"/>
                  </a:lnTo>
                  <a:lnTo>
                    <a:pt x="3613431" y="142756"/>
                  </a:lnTo>
                  <a:lnTo>
                    <a:pt x="3614502" y="142177"/>
                  </a:lnTo>
                  <a:lnTo>
                    <a:pt x="3615574" y="141598"/>
                  </a:lnTo>
                  <a:lnTo>
                    <a:pt x="3616645" y="141018"/>
                  </a:lnTo>
                  <a:lnTo>
                    <a:pt x="3617717" y="140438"/>
                  </a:lnTo>
                  <a:lnTo>
                    <a:pt x="3618789" y="139857"/>
                  </a:lnTo>
                  <a:lnTo>
                    <a:pt x="3619860" y="139276"/>
                  </a:lnTo>
                  <a:lnTo>
                    <a:pt x="3620932" y="138695"/>
                  </a:lnTo>
                  <a:lnTo>
                    <a:pt x="3622003" y="138113"/>
                  </a:lnTo>
                  <a:lnTo>
                    <a:pt x="3623075" y="137530"/>
                  </a:lnTo>
                  <a:lnTo>
                    <a:pt x="3624147" y="136947"/>
                  </a:lnTo>
                  <a:lnTo>
                    <a:pt x="3625218" y="136364"/>
                  </a:lnTo>
                  <a:lnTo>
                    <a:pt x="3626290" y="135780"/>
                  </a:lnTo>
                  <a:lnTo>
                    <a:pt x="3627361" y="135195"/>
                  </a:lnTo>
                  <a:lnTo>
                    <a:pt x="3628433" y="134611"/>
                  </a:lnTo>
                  <a:lnTo>
                    <a:pt x="3629505" y="134025"/>
                  </a:lnTo>
                  <a:lnTo>
                    <a:pt x="3630576" y="133440"/>
                  </a:lnTo>
                  <a:lnTo>
                    <a:pt x="3631648" y="132853"/>
                  </a:lnTo>
                  <a:lnTo>
                    <a:pt x="3632719" y="132267"/>
                  </a:lnTo>
                  <a:lnTo>
                    <a:pt x="3633791" y="131680"/>
                  </a:lnTo>
                  <a:lnTo>
                    <a:pt x="3634863" y="131092"/>
                  </a:lnTo>
                  <a:lnTo>
                    <a:pt x="3635934" y="130504"/>
                  </a:lnTo>
                  <a:lnTo>
                    <a:pt x="3637006" y="129915"/>
                  </a:lnTo>
                  <a:lnTo>
                    <a:pt x="3638077" y="129327"/>
                  </a:lnTo>
                  <a:lnTo>
                    <a:pt x="3639149" y="128737"/>
                  </a:lnTo>
                  <a:lnTo>
                    <a:pt x="3640221" y="128147"/>
                  </a:lnTo>
                  <a:lnTo>
                    <a:pt x="3641292" y="127557"/>
                  </a:lnTo>
                  <a:lnTo>
                    <a:pt x="3642364" y="126966"/>
                  </a:lnTo>
                  <a:lnTo>
                    <a:pt x="3643435" y="126375"/>
                  </a:lnTo>
                  <a:lnTo>
                    <a:pt x="3644507" y="125783"/>
                  </a:lnTo>
                  <a:lnTo>
                    <a:pt x="3645579" y="125191"/>
                  </a:lnTo>
                  <a:lnTo>
                    <a:pt x="3646650" y="124598"/>
                  </a:lnTo>
                  <a:lnTo>
                    <a:pt x="3647722" y="124005"/>
                  </a:lnTo>
                  <a:lnTo>
                    <a:pt x="3648793" y="123412"/>
                  </a:lnTo>
                  <a:lnTo>
                    <a:pt x="3649865" y="122818"/>
                  </a:lnTo>
                  <a:lnTo>
                    <a:pt x="3650937" y="122224"/>
                  </a:lnTo>
                  <a:lnTo>
                    <a:pt x="3652008" y="121629"/>
                  </a:lnTo>
                  <a:lnTo>
                    <a:pt x="3653080" y="121033"/>
                  </a:lnTo>
                  <a:lnTo>
                    <a:pt x="3654151" y="120438"/>
                  </a:lnTo>
                  <a:lnTo>
                    <a:pt x="3655223" y="119841"/>
                  </a:lnTo>
                  <a:lnTo>
                    <a:pt x="3656295" y="119245"/>
                  </a:lnTo>
                  <a:lnTo>
                    <a:pt x="3657366" y="118647"/>
                  </a:lnTo>
                  <a:lnTo>
                    <a:pt x="3658438" y="118050"/>
                  </a:lnTo>
                  <a:lnTo>
                    <a:pt x="3659509" y="117452"/>
                  </a:lnTo>
                  <a:lnTo>
                    <a:pt x="3660581" y="116853"/>
                  </a:lnTo>
                  <a:lnTo>
                    <a:pt x="3661653" y="116254"/>
                  </a:lnTo>
                  <a:lnTo>
                    <a:pt x="3662724" y="115655"/>
                  </a:lnTo>
                  <a:lnTo>
                    <a:pt x="3663796" y="115055"/>
                  </a:lnTo>
                  <a:lnTo>
                    <a:pt x="3664867" y="114455"/>
                  </a:lnTo>
                  <a:lnTo>
                    <a:pt x="3665939" y="113854"/>
                  </a:lnTo>
                  <a:lnTo>
                    <a:pt x="3667011" y="113253"/>
                  </a:lnTo>
                  <a:lnTo>
                    <a:pt x="3668082" y="112651"/>
                  </a:lnTo>
                  <a:lnTo>
                    <a:pt x="3669154" y="112049"/>
                  </a:lnTo>
                  <a:lnTo>
                    <a:pt x="3670225" y="111447"/>
                  </a:lnTo>
                  <a:lnTo>
                    <a:pt x="3671297" y="110844"/>
                  </a:lnTo>
                  <a:lnTo>
                    <a:pt x="3672369" y="110240"/>
                  </a:lnTo>
                  <a:lnTo>
                    <a:pt x="3673440" y="109636"/>
                  </a:lnTo>
                  <a:lnTo>
                    <a:pt x="3674512" y="109032"/>
                  </a:lnTo>
                  <a:lnTo>
                    <a:pt x="3675583" y="108427"/>
                  </a:lnTo>
                  <a:lnTo>
                    <a:pt x="3676655" y="107822"/>
                  </a:lnTo>
                  <a:lnTo>
                    <a:pt x="3677727" y="107216"/>
                  </a:lnTo>
                  <a:lnTo>
                    <a:pt x="3678798" y="106610"/>
                  </a:lnTo>
                  <a:lnTo>
                    <a:pt x="3679870" y="106004"/>
                  </a:lnTo>
                  <a:lnTo>
                    <a:pt x="3680941" y="105397"/>
                  </a:lnTo>
                  <a:lnTo>
                    <a:pt x="3682013" y="104789"/>
                  </a:lnTo>
                  <a:lnTo>
                    <a:pt x="3683085" y="104181"/>
                  </a:lnTo>
                  <a:lnTo>
                    <a:pt x="3684156" y="103573"/>
                  </a:lnTo>
                  <a:lnTo>
                    <a:pt x="3685228" y="102964"/>
                  </a:lnTo>
                  <a:lnTo>
                    <a:pt x="3686299" y="102355"/>
                  </a:lnTo>
                  <a:lnTo>
                    <a:pt x="3687371" y="101745"/>
                  </a:lnTo>
                  <a:lnTo>
                    <a:pt x="3688443" y="101135"/>
                  </a:lnTo>
                  <a:lnTo>
                    <a:pt x="3689514" y="100525"/>
                  </a:lnTo>
                  <a:lnTo>
                    <a:pt x="3690586" y="99914"/>
                  </a:lnTo>
                  <a:lnTo>
                    <a:pt x="3691657" y="99302"/>
                  </a:lnTo>
                  <a:lnTo>
                    <a:pt x="3692729" y="98690"/>
                  </a:lnTo>
                  <a:lnTo>
                    <a:pt x="3693801" y="98078"/>
                  </a:lnTo>
                  <a:lnTo>
                    <a:pt x="3694872" y="97465"/>
                  </a:lnTo>
                  <a:lnTo>
                    <a:pt x="3695944" y="96852"/>
                  </a:lnTo>
                  <a:lnTo>
                    <a:pt x="3697015" y="96238"/>
                  </a:lnTo>
                  <a:lnTo>
                    <a:pt x="3698087" y="95624"/>
                  </a:lnTo>
                  <a:lnTo>
                    <a:pt x="3699159" y="95009"/>
                  </a:lnTo>
                  <a:lnTo>
                    <a:pt x="3700230" y="94395"/>
                  </a:lnTo>
                  <a:lnTo>
                    <a:pt x="3701302" y="93779"/>
                  </a:lnTo>
                  <a:lnTo>
                    <a:pt x="3702373" y="93163"/>
                  </a:lnTo>
                  <a:lnTo>
                    <a:pt x="3703445" y="92547"/>
                  </a:lnTo>
                  <a:lnTo>
                    <a:pt x="3704517" y="91930"/>
                  </a:lnTo>
                  <a:lnTo>
                    <a:pt x="3705588" y="91313"/>
                  </a:lnTo>
                  <a:lnTo>
                    <a:pt x="3706660" y="90695"/>
                  </a:lnTo>
                  <a:lnTo>
                    <a:pt x="3707731" y="90077"/>
                  </a:lnTo>
                  <a:lnTo>
                    <a:pt x="3708803" y="89459"/>
                  </a:lnTo>
                  <a:lnTo>
                    <a:pt x="3709875" y="88840"/>
                  </a:lnTo>
                  <a:lnTo>
                    <a:pt x="3710946" y="88220"/>
                  </a:lnTo>
                  <a:lnTo>
                    <a:pt x="3712018" y="87601"/>
                  </a:lnTo>
                  <a:lnTo>
                    <a:pt x="3713089" y="86980"/>
                  </a:lnTo>
                  <a:lnTo>
                    <a:pt x="3714161" y="86360"/>
                  </a:lnTo>
                  <a:lnTo>
                    <a:pt x="3715233" y="85739"/>
                  </a:lnTo>
                  <a:lnTo>
                    <a:pt x="3716304" y="85117"/>
                  </a:lnTo>
                  <a:lnTo>
                    <a:pt x="3717376" y="84495"/>
                  </a:lnTo>
                  <a:lnTo>
                    <a:pt x="3718447" y="83872"/>
                  </a:lnTo>
                  <a:lnTo>
                    <a:pt x="3719519" y="83250"/>
                  </a:lnTo>
                  <a:lnTo>
                    <a:pt x="3720591" y="82626"/>
                  </a:lnTo>
                  <a:lnTo>
                    <a:pt x="3721662" y="82003"/>
                  </a:lnTo>
                  <a:lnTo>
                    <a:pt x="3722734" y="81378"/>
                  </a:lnTo>
                  <a:lnTo>
                    <a:pt x="3723805" y="80754"/>
                  </a:lnTo>
                  <a:lnTo>
                    <a:pt x="3724877" y="80129"/>
                  </a:lnTo>
                  <a:lnTo>
                    <a:pt x="3725949" y="79503"/>
                  </a:lnTo>
                  <a:lnTo>
                    <a:pt x="3727020" y="78877"/>
                  </a:lnTo>
                  <a:lnTo>
                    <a:pt x="3728092" y="78251"/>
                  </a:lnTo>
                  <a:lnTo>
                    <a:pt x="3729163" y="77624"/>
                  </a:lnTo>
                  <a:lnTo>
                    <a:pt x="3730235" y="76997"/>
                  </a:lnTo>
                  <a:lnTo>
                    <a:pt x="3731306" y="76369"/>
                  </a:lnTo>
                  <a:lnTo>
                    <a:pt x="3732378" y="75741"/>
                  </a:lnTo>
                  <a:lnTo>
                    <a:pt x="3733450" y="75113"/>
                  </a:lnTo>
                  <a:lnTo>
                    <a:pt x="3734521" y="74484"/>
                  </a:lnTo>
                  <a:lnTo>
                    <a:pt x="3735593" y="73854"/>
                  </a:lnTo>
                  <a:lnTo>
                    <a:pt x="3736664" y="73224"/>
                  </a:lnTo>
                  <a:lnTo>
                    <a:pt x="3737736" y="72594"/>
                  </a:lnTo>
                  <a:lnTo>
                    <a:pt x="3738808" y="71963"/>
                  </a:lnTo>
                  <a:lnTo>
                    <a:pt x="3739879" y="71332"/>
                  </a:lnTo>
                  <a:lnTo>
                    <a:pt x="3740951" y="70701"/>
                  </a:lnTo>
                  <a:lnTo>
                    <a:pt x="3742022" y="70069"/>
                  </a:lnTo>
                  <a:lnTo>
                    <a:pt x="3743094" y="69436"/>
                  </a:lnTo>
                  <a:lnTo>
                    <a:pt x="3744166" y="68804"/>
                  </a:lnTo>
                  <a:lnTo>
                    <a:pt x="3745237" y="68170"/>
                  </a:lnTo>
                  <a:lnTo>
                    <a:pt x="3746309" y="67537"/>
                  </a:lnTo>
                  <a:lnTo>
                    <a:pt x="3747380" y="66902"/>
                  </a:lnTo>
                  <a:lnTo>
                    <a:pt x="3748452" y="66268"/>
                  </a:lnTo>
                  <a:lnTo>
                    <a:pt x="3749524" y="65633"/>
                  </a:lnTo>
                  <a:lnTo>
                    <a:pt x="3750595" y="64997"/>
                  </a:lnTo>
                  <a:lnTo>
                    <a:pt x="3751667" y="64362"/>
                  </a:lnTo>
                  <a:lnTo>
                    <a:pt x="3752738" y="63725"/>
                  </a:lnTo>
                  <a:lnTo>
                    <a:pt x="3753810" y="63089"/>
                  </a:lnTo>
                  <a:lnTo>
                    <a:pt x="3754882" y="62451"/>
                  </a:lnTo>
                  <a:lnTo>
                    <a:pt x="3755953" y="61814"/>
                  </a:lnTo>
                  <a:lnTo>
                    <a:pt x="3757025" y="61176"/>
                  </a:lnTo>
                  <a:lnTo>
                    <a:pt x="3758096" y="60537"/>
                  </a:lnTo>
                  <a:lnTo>
                    <a:pt x="3759168" y="59899"/>
                  </a:lnTo>
                  <a:lnTo>
                    <a:pt x="3760240" y="59259"/>
                  </a:lnTo>
                  <a:lnTo>
                    <a:pt x="3761311" y="58620"/>
                  </a:lnTo>
                  <a:lnTo>
                    <a:pt x="3762383" y="57979"/>
                  </a:lnTo>
                  <a:lnTo>
                    <a:pt x="3763454" y="57339"/>
                  </a:lnTo>
                  <a:lnTo>
                    <a:pt x="3764526" y="56698"/>
                  </a:lnTo>
                  <a:lnTo>
                    <a:pt x="3765598" y="56056"/>
                  </a:lnTo>
                  <a:lnTo>
                    <a:pt x="3766669" y="55415"/>
                  </a:lnTo>
                  <a:lnTo>
                    <a:pt x="3767741" y="54772"/>
                  </a:lnTo>
                  <a:lnTo>
                    <a:pt x="3768812" y="54130"/>
                  </a:lnTo>
                  <a:lnTo>
                    <a:pt x="3769884" y="53487"/>
                  </a:lnTo>
                  <a:lnTo>
                    <a:pt x="3770956" y="52843"/>
                  </a:lnTo>
                  <a:lnTo>
                    <a:pt x="3772027" y="52199"/>
                  </a:lnTo>
                  <a:lnTo>
                    <a:pt x="3773099" y="51555"/>
                  </a:lnTo>
                  <a:lnTo>
                    <a:pt x="3774170" y="50910"/>
                  </a:lnTo>
                  <a:lnTo>
                    <a:pt x="3775242" y="50265"/>
                  </a:lnTo>
                  <a:lnTo>
                    <a:pt x="3776314" y="49619"/>
                  </a:lnTo>
                  <a:lnTo>
                    <a:pt x="3777385" y="48973"/>
                  </a:lnTo>
                  <a:lnTo>
                    <a:pt x="3778457" y="48326"/>
                  </a:lnTo>
                  <a:lnTo>
                    <a:pt x="3779528" y="47679"/>
                  </a:lnTo>
                  <a:lnTo>
                    <a:pt x="3780600" y="47032"/>
                  </a:lnTo>
                  <a:lnTo>
                    <a:pt x="3781672" y="46384"/>
                  </a:lnTo>
                  <a:lnTo>
                    <a:pt x="3782743" y="45736"/>
                  </a:lnTo>
                  <a:lnTo>
                    <a:pt x="3783815" y="45087"/>
                  </a:lnTo>
                  <a:lnTo>
                    <a:pt x="3784886" y="44438"/>
                  </a:lnTo>
                  <a:lnTo>
                    <a:pt x="3785958" y="43789"/>
                  </a:lnTo>
                  <a:lnTo>
                    <a:pt x="3787030" y="43139"/>
                  </a:lnTo>
                  <a:lnTo>
                    <a:pt x="3788101" y="42489"/>
                  </a:lnTo>
                  <a:lnTo>
                    <a:pt x="3789173" y="41838"/>
                  </a:lnTo>
                  <a:lnTo>
                    <a:pt x="3790244" y="41187"/>
                  </a:lnTo>
                  <a:lnTo>
                    <a:pt x="3791316" y="40535"/>
                  </a:lnTo>
                  <a:lnTo>
                    <a:pt x="3792388" y="39883"/>
                  </a:lnTo>
                  <a:lnTo>
                    <a:pt x="3793459" y="39231"/>
                  </a:lnTo>
                  <a:lnTo>
                    <a:pt x="3794531" y="38578"/>
                  </a:lnTo>
                  <a:lnTo>
                    <a:pt x="3795602" y="37925"/>
                  </a:lnTo>
                  <a:lnTo>
                    <a:pt x="3796674" y="37271"/>
                  </a:lnTo>
                  <a:lnTo>
                    <a:pt x="3797746" y="36617"/>
                  </a:lnTo>
                  <a:lnTo>
                    <a:pt x="3798817" y="35962"/>
                  </a:lnTo>
                  <a:lnTo>
                    <a:pt x="3799889" y="35307"/>
                  </a:lnTo>
                  <a:lnTo>
                    <a:pt x="3800960" y="34652"/>
                  </a:lnTo>
                  <a:lnTo>
                    <a:pt x="3802032" y="33996"/>
                  </a:lnTo>
                  <a:lnTo>
                    <a:pt x="3803104" y="33340"/>
                  </a:lnTo>
                  <a:lnTo>
                    <a:pt x="3804175" y="32683"/>
                  </a:lnTo>
                  <a:lnTo>
                    <a:pt x="3805247" y="32026"/>
                  </a:lnTo>
                  <a:lnTo>
                    <a:pt x="3806318" y="31369"/>
                  </a:lnTo>
                  <a:lnTo>
                    <a:pt x="3807390" y="30711"/>
                  </a:lnTo>
                  <a:lnTo>
                    <a:pt x="3808462" y="30053"/>
                  </a:lnTo>
                  <a:lnTo>
                    <a:pt x="3809533" y="29394"/>
                  </a:lnTo>
                  <a:lnTo>
                    <a:pt x="3810605" y="28735"/>
                  </a:lnTo>
                  <a:lnTo>
                    <a:pt x="3811676" y="28075"/>
                  </a:lnTo>
                  <a:lnTo>
                    <a:pt x="3812748" y="27415"/>
                  </a:lnTo>
                  <a:lnTo>
                    <a:pt x="3813820" y="26755"/>
                  </a:lnTo>
                  <a:lnTo>
                    <a:pt x="3814891" y="26094"/>
                  </a:lnTo>
                  <a:lnTo>
                    <a:pt x="3815963" y="25433"/>
                  </a:lnTo>
                  <a:lnTo>
                    <a:pt x="3817034" y="24771"/>
                  </a:lnTo>
                  <a:lnTo>
                    <a:pt x="3818106" y="24109"/>
                  </a:lnTo>
                  <a:lnTo>
                    <a:pt x="3819178" y="23447"/>
                  </a:lnTo>
                  <a:lnTo>
                    <a:pt x="3820249" y="22784"/>
                  </a:lnTo>
                  <a:lnTo>
                    <a:pt x="3821321" y="22121"/>
                  </a:lnTo>
                  <a:lnTo>
                    <a:pt x="3822392" y="21457"/>
                  </a:lnTo>
                  <a:lnTo>
                    <a:pt x="3823464" y="20793"/>
                  </a:lnTo>
                  <a:lnTo>
                    <a:pt x="3824536" y="20128"/>
                  </a:lnTo>
                  <a:lnTo>
                    <a:pt x="3825607" y="19463"/>
                  </a:lnTo>
                  <a:lnTo>
                    <a:pt x="3826679" y="18798"/>
                  </a:lnTo>
                  <a:lnTo>
                    <a:pt x="3827750" y="18132"/>
                  </a:lnTo>
                  <a:lnTo>
                    <a:pt x="3828822" y="17466"/>
                  </a:lnTo>
                  <a:lnTo>
                    <a:pt x="3829894" y="16799"/>
                  </a:lnTo>
                  <a:lnTo>
                    <a:pt x="3830965" y="16132"/>
                  </a:lnTo>
                  <a:lnTo>
                    <a:pt x="3832037" y="15465"/>
                  </a:lnTo>
                  <a:lnTo>
                    <a:pt x="3833108" y="14797"/>
                  </a:lnTo>
                  <a:lnTo>
                    <a:pt x="3834180" y="14129"/>
                  </a:lnTo>
                  <a:lnTo>
                    <a:pt x="3835252" y="13460"/>
                  </a:lnTo>
                  <a:lnTo>
                    <a:pt x="3836323" y="12791"/>
                  </a:lnTo>
                  <a:lnTo>
                    <a:pt x="3837395" y="12121"/>
                  </a:lnTo>
                  <a:lnTo>
                    <a:pt x="3838466" y="11451"/>
                  </a:lnTo>
                  <a:lnTo>
                    <a:pt x="3839538" y="10781"/>
                  </a:lnTo>
                  <a:lnTo>
                    <a:pt x="3840610" y="10110"/>
                  </a:lnTo>
                  <a:lnTo>
                    <a:pt x="3841681" y="9439"/>
                  </a:lnTo>
                  <a:lnTo>
                    <a:pt x="3842753" y="8768"/>
                  </a:lnTo>
                  <a:lnTo>
                    <a:pt x="3843824" y="8096"/>
                  </a:lnTo>
                  <a:lnTo>
                    <a:pt x="3844896" y="7423"/>
                  </a:lnTo>
                  <a:lnTo>
                    <a:pt x="3845968" y="6750"/>
                  </a:lnTo>
                  <a:lnTo>
                    <a:pt x="3847039" y="6077"/>
                  </a:lnTo>
                  <a:lnTo>
                    <a:pt x="3848111" y="5403"/>
                  </a:lnTo>
                  <a:lnTo>
                    <a:pt x="3849182" y="4729"/>
                  </a:lnTo>
                  <a:lnTo>
                    <a:pt x="3850254" y="4055"/>
                  </a:lnTo>
                  <a:lnTo>
                    <a:pt x="3851326" y="3380"/>
                  </a:lnTo>
                  <a:lnTo>
                    <a:pt x="3852397" y="2705"/>
                  </a:lnTo>
                  <a:lnTo>
                    <a:pt x="3853469" y="2029"/>
                  </a:lnTo>
                  <a:lnTo>
                    <a:pt x="3854540" y="1353"/>
                  </a:lnTo>
                  <a:lnTo>
                    <a:pt x="3855612" y="676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684231" y="1588767"/>
              <a:ext cx="3856684" cy="768576"/>
            </a:xfrm>
            <a:custGeom>
              <a:avLst/>
              <a:gdLst/>
              <a:ahLst/>
              <a:cxnLst/>
              <a:rect l="0" t="0" r="0" b="0"/>
              <a:pathLst>
                <a:path w="3856684" h="768576">
                  <a:moveTo>
                    <a:pt x="3856684" y="265677"/>
                  </a:moveTo>
                  <a:lnTo>
                    <a:pt x="3855612" y="265493"/>
                  </a:lnTo>
                  <a:lnTo>
                    <a:pt x="3854540" y="265309"/>
                  </a:lnTo>
                  <a:lnTo>
                    <a:pt x="3853469" y="265126"/>
                  </a:lnTo>
                  <a:lnTo>
                    <a:pt x="3852397" y="264942"/>
                  </a:lnTo>
                  <a:lnTo>
                    <a:pt x="3851326" y="264759"/>
                  </a:lnTo>
                  <a:lnTo>
                    <a:pt x="3850254" y="264576"/>
                  </a:lnTo>
                  <a:lnTo>
                    <a:pt x="3849182" y="264393"/>
                  </a:lnTo>
                  <a:lnTo>
                    <a:pt x="3848111" y="264209"/>
                  </a:lnTo>
                  <a:lnTo>
                    <a:pt x="3847039" y="264026"/>
                  </a:lnTo>
                  <a:lnTo>
                    <a:pt x="3845968" y="263843"/>
                  </a:lnTo>
                  <a:lnTo>
                    <a:pt x="3844896" y="263660"/>
                  </a:lnTo>
                  <a:lnTo>
                    <a:pt x="3843824" y="263477"/>
                  </a:lnTo>
                  <a:lnTo>
                    <a:pt x="3842753" y="263295"/>
                  </a:lnTo>
                  <a:lnTo>
                    <a:pt x="3841681" y="263112"/>
                  </a:lnTo>
                  <a:lnTo>
                    <a:pt x="3840610" y="262929"/>
                  </a:lnTo>
                  <a:lnTo>
                    <a:pt x="3839538" y="262747"/>
                  </a:lnTo>
                  <a:lnTo>
                    <a:pt x="3838466" y="262564"/>
                  </a:lnTo>
                  <a:lnTo>
                    <a:pt x="3837395" y="262382"/>
                  </a:lnTo>
                  <a:lnTo>
                    <a:pt x="3836323" y="262199"/>
                  </a:lnTo>
                  <a:lnTo>
                    <a:pt x="3835252" y="262017"/>
                  </a:lnTo>
                  <a:lnTo>
                    <a:pt x="3834180" y="261835"/>
                  </a:lnTo>
                  <a:lnTo>
                    <a:pt x="3833108" y="261652"/>
                  </a:lnTo>
                  <a:lnTo>
                    <a:pt x="3832037" y="261470"/>
                  </a:lnTo>
                  <a:lnTo>
                    <a:pt x="3830965" y="261288"/>
                  </a:lnTo>
                  <a:lnTo>
                    <a:pt x="3829894" y="261106"/>
                  </a:lnTo>
                  <a:lnTo>
                    <a:pt x="3828822" y="260924"/>
                  </a:lnTo>
                  <a:lnTo>
                    <a:pt x="3827750" y="260743"/>
                  </a:lnTo>
                  <a:lnTo>
                    <a:pt x="3826679" y="260561"/>
                  </a:lnTo>
                  <a:lnTo>
                    <a:pt x="3825607" y="260379"/>
                  </a:lnTo>
                  <a:lnTo>
                    <a:pt x="3824536" y="260198"/>
                  </a:lnTo>
                  <a:lnTo>
                    <a:pt x="3823464" y="260016"/>
                  </a:lnTo>
                  <a:lnTo>
                    <a:pt x="3822392" y="259835"/>
                  </a:lnTo>
                  <a:lnTo>
                    <a:pt x="3821321" y="259653"/>
                  </a:lnTo>
                  <a:lnTo>
                    <a:pt x="3820249" y="259472"/>
                  </a:lnTo>
                  <a:lnTo>
                    <a:pt x="3819178" y="259291"/>
                  </a:lnTo>
                  <a:lnTo>
                    <a:pt x="3818106" y="259110"/>
                  </a:lnTo>
                  <a:lnTo>
                    <a:pt x="3817034" y="258929"/>
                  </a:lnTo>
                  <a:lnTo>
                    <a:pt x="3815963" y="258748"/>
                  </a:lnTo>
                  <a:lnTo>
                    <a:pt x="3814891" y="258567"/>
                  </a:lnTo>
                  <a:lnTo>
                    <a:pt x="3813820" y="258386"/>
                  </a:lnTo>
                  <a:lnTo>
                    <a:pt x="3812748" y="258205"/>
                  </a:lnTo>
                  <a:lnTo>
                    <a:pt x="3811676" y="258024"/>
                  </a:lnTo>
                  <a:lnTo>
                    <a:pt x="3810605" y="257844"/>
                  </a:lnTo>
                  <a:lnTo>
                    <a:pt x="3809533" y="257663"/>
                  </a:lnTo>
                  <a:lnTo>
                    <a:pt x="3808462" y="257483"/>
                  </a:lnTo>
                  <a:lnTo>
                    <a:pt x="3807390" y="257302"/>
                  </a:lnTo>
                  <a:lnTo>
                    <a:pt x="3806318" y="257122"/>
                  </a:lnTo>
                  <a:lnTo>
                    <a:pt x="3805247" y="256942"/>
                  </a:lnTo>
                  <a:lnTo>
                    <a:pt x="3804175" y="256762"/>
                  </a:lnTo>
                  <a:lnTo>
                    <a:pt x="3803104" y="256582"/>
                  </a:lnTo>
                  <a:lnTo>
                    <a:pt x="3802032" y="256402"/>
                  </a:lnTo>
                  <a:lnTo>
                    <a:pt x="3800960" y="256222"/>
                  </a:lnTo>
                  <a:lnTo>
                    <a:pt x="3799889" y="256042"/>
                  </a:lnTo>
                  <a:lnTo>
                    <a:pt x="3798817" y="255862"/>
                  </a:lnTo>
                  <a:lnTo>
                    <a:pt x="3797746" y="255683"/>
                  </a:lnTo>
                  <a:lnTo>
                    <a:pt x="3796674" y="255503"/>
                  </a:lnTo>
                  <a:lnTo>
                    <a:pt x="3795602" y="255323"/>
                  </a:lnTo>
                  <a:lnTo>
                    <a:pt x="3794531" y="255144"/>
                  </a:lnTo>
                  <a:lnTo>
                    <a:pt x="3793459" y="254965"/>
                  </a:lnTo>
                  <a:lnTo>
                    <a:pt x="3792388" y="254785"/>
                  </a:lnTo>
                  <a:lnTo>
                    <a:pt x="3791316" y="254606"/>
                  </a:lnTo>
                  <a:lnTo>
                    <a:pt x="3790244" y="254427"/>
                  </a:lnTo>
                  <a:lnTo>
                    <a:pt x="3789173" y="254248"/>
                  </a:lnTo>
                  <a:lnTo>
                    <a:pt x="3788101" y="254069"/>
                  </a:lnTo>
                  <a:lnTo>
                    <a:pt x="3787030" y="253890"/>
                  </a:lnTo>
                  <a:lnTo>
                    <a:pt x="3785958" y="253712"/>
                  </a:lnTo>
                  <a:lnTo>
                    <a:pt x="3784886" y="253533"/>
                  </a:lnTo>
                  <a:lnTo>
                    <a:pt x="3783815" y="253354"/>
                  </a:lnTo>
                  <a:lnTo>
                    <a:pt x="3782743" y="253176"/>
                  </a:lnTo>
                  <a:lnTo>
                    <a:pt x="3781672" y="252998"/>
                  </a:lnTo>
                  <a:lnTo>
                    <a:pt x="3780600" y="252819"/>
                  </a:lnTo>
                  <a:lnTo>
                    <a:pt x="3779528" y="252641"/>
                  </a:lnTo>
                  <a:lnTo>
                    <a:pt x="3778457" y="252463"/>
                  </a:lnTo>
                  <a:lnTo>
                    <a:pt x="3777385" y="252285"/>
                  </a:lnTo>
                  <a:lnTo>
                    <a:pt x="3776314" y="252107"/>
                  </a:lnTo>
                  <a:lnTo>
                    <a:pt x="3775242" y="251929"/>
                  </a:lnTo>
                  <a:lnTo>
                    <a:pt x="3774170" y="251751"/>
                  </a:lnTo>
                  <a:lnTo>
                    <a:pt x="3773099" y="251573"/>
                  </a:lnTo>
                  <a:lnTo>
                    <a:pt x="3772027" y="251396"/>
                  </a:lnTo>
                  <a:lnTo>
                    <a:pt x="3770956" y="251218"/>
                  </a:lnTo>
                  <a:lnTo>
                    <a:pt x="3769884" y="251041"/>
                  </a:lnTo>
                  <a:lnTo>
                    <a:pt x="3768812" y="250863"/>
                  </a:lnTo>
                  <a:lnTo>
                    <a:pt x="3767741" y="250686"/>
                  </a:lnTo>
                  <a:lnTo>
                    <a:pt x="3766669" y="250509"/>
                  </a:lnTo>
                  <a:lnTo>
                    <a:pt x="3765598" y="250332"/>
                  </a:lnTo>
                  <a:lnTo>
                    <a:pt x="3764526" y="250155"/>
                  </a:lnTo>
                  <a:lnTo>
                    <a:pt x="3763454" y="249978"/>
                  </a:lnTo>
                  <a:lnTo>
                    <a:pt x="3762383" y="249801"/>
                  </a:lnTo>
                  <a:lnTo>
                    <a:pt x="3761311" y="249624"/>
                  </a:lnTo>
                  <a:lnTo>
                    <a:pt x="3760240" y="249448"/>
                  </a:lnTo>
                  <a:lnTo>
                    <a:pt x="3759168" y="249271"/>
                  </a:lnTo>
                  <a:lnTo>
                    <a:pt x="3758096" y="249095"/>
                  </a:lnTo>
                  <a:lnTo>
                    <a:pt x="3757025" y="248918"/>
                  </a:lnTo>
                  <a:lnTo>
                    <a:pt x="3755953" y="248742"/>
                  </a:lnTo>
                  <a:lnTo>
                    <a:pt x="3754882" y="248566"/>
                  </a:lnTo>
                  <a:lnTo>
                    <a:pt x="3753810" y="248390"/>
                  </a:lnTo>
                  <a:lnTo>
                    <a:pt x="3752738" y="248214"/>
                  </a:lnTo>
                  <a:lnTo>
                    <a:pt x="3751667" y="248038"/>
                  </a:lnTo>
                  <a:lnTo>
                    <a:pt x="3750595" y="247862"/>
                  </a:lnTo>
                  <a:lnTo>
                    <a:pt x="3749524" y="247686"/>
                  </a:lnTo>
                  <a:lnTo>
                    <a:pt x="3748452" y="247511"/>
                  </a:lnTo>
                  <a:lnTo>
                    <a:pt x="3747380" y="247335"/>
                  </a:lnTo>
                  <a:lnTo>
                    <a:pt x="3746309" y="247160"/>
                  </a:lnTo>
                  <a:lnTo>
                    <a:pt x="3745237" y="246984"/>
                  </a:lnTo>
                  <a:lnTo>
                    <a:pt x="3744166" y="246809"/>
                  </a:lnTo>
                  <a:lnTo>
                    <a:pt x="3743094" y="246634"/>
                  </a:lnTo>
                  <a:lnTo>
                    <a:pt x="3742022" y="246459"/>
                  </a:lnTo>
                  <a:lnTo>
                    <a:pt x="3740951" y="246284"/>
                  </a:lnTo>
                  <a:lnTo>
                    <a:pt x="3739879" y="246109"/>
                  </a:lnTo>
                  <a:lnTo>
                    <a:pt x="3738808" y="245934"/>
                  </a:lnTo>
                  <a:lnTo>
                    <a:pt x="3737736" y="245760"/>
                  </a:lnTo>
                  <a:lnTo>
                    <a:pt x="3736664" y="245585"/>
                  </a:lnTo>
                  <a:lnTo>
                    <a:pt x="3735593" y="245410"/>
                  </a:lnTo>
                  <a:lnTo>
                    <a:pt x="3734521" y="245236"/>
                  </a:lnTo>
                  <a:lnTo>
                    <a:pt x="3733450" y="245062"/>
                  </a:lnTo>
                  <a:lnTo>
                    <a:pt x="3732378" y="244888"/>
                  </a:lnTo>
                  <a:lnTo>
                    <a:pt x="3731306" y="244714"/>
                  </a:lnTo>
                  <a:lnTo>
                    <a:pt x="3730235" y="244540"/>
                  </a:lnTo>
                  <a:lnTo>
                    <a:pt x="3729163" y="244366"/>
                  </a:lnTo>
                  <a:lnTo>
                    <a:pt x="3728092" y="244192"/>
                  </a:lnTo>
                  <a:lnTo>
                    <a:pt x="3727020" y="244018"/>
                  </a:lnTo>
                  <a:lnTo>
                    <a:pt x="3725949" y="243845"/>
                  </a:lnTo>
                  <a:lnTo>
                    <a:pt x="3724877" y="243671"/>
                  </a:lnTo>
                  <a:lnTo>
                    <a:pt x="3723805" y="243498"/>
                  </a:lnTo>
                  <a:lnTo>
                    <a:pt x="3722734" y="243325"/>
                  </a:lnTo>
                  <a:lnTo>
                    <a:pt x="3721662" y="243151"/>
                  </a:lnTo>
                  <a:lnTo>
                    <a:pt x="3720591" y="242978"/>
                  </a:lnTo>
                  <a:lnTo>
                    <a:pt x="3719519" y="242805"/>
                  </a:lnTo>
                  <a:lnTo>
                    <a:pt x="3718447" y="242633"/>
                  </a:lnTo>
                  <a:lnTo>
                    <a:pt x="3717376" y="242460"/>
                  </a:lnTo>
                  <a:lnTo>
                    <a:pt x="3716304" y="242287"/>
                  </a:lnTo>
                  <a:lnTo>
                    <a:pt x="3715233" y="242115"/>
                  </a:lnTo>
                  <a:lnTo>
                    <a:pt x="3714161" y="241942"/>
                  </a:lnTo>
                  <a:lnTo>
                    <a:pt x="3713089" y="241770"/>
                  </a:lnTo>
                  <a:lnTo>
                    <a:pt x="3712018" y="241598"/>
                  </a:lnTo>
                  <a:lnTo>
                    <a:pt x="3710946" y="241426"/>
                  </a:lnTo>
                  <a:lnTo>
                    <a:pt x="3709875" y="241254"/>
                  </a:lnTo>
                  <a:lnTo>
                    <a:pt x="3708803" y="241082"/>
                  </a:lnTo>
                  <a:lnTo>
                    <a:pt x="3707731" y="240910"/>
                  </a:lnTo>
                  <a:lnTo>
                    <a:pt x="3706660" y="240738"/>
                  </a:lnTo>
                  <a:lnTo>
                    <a:pt x="3705588" y="240567"/>
                  </a:lnTo>
                  <a:lnTo>
                    <a:pt x="3704517" y="240395"/>
                  </a:lnTo>
                  <a:lnTo>
                    <a:pt x="3703445" y="240224"/>
                  </a:lnTo>
                  <a:lnTo>
                    <a:pt x="3702373" y="240052"/>
                  </a:lnTo>
                  <a:lnTo>
                    <a:pt x="3701302" y="239881"/>
                  </a:lnTo>
                  <a:lnTo>
                    <a:pt x="3700230" y="239710"/>
                  </a:lnTo>
                  <a:lnTo>
                    <a:pt x="3699159" y="239539"/>
                  </a:lnTo>
                  <a:lnTo>
                    <a:pt x="3698087" y="239368"/>
                  </a:lnTo>
                  <a:lnTo>
                    <a:pt x="3697015" y="239198"/>
                  </a:lnTo>
                  <a:lnTo>
                    <a:pt x="3695944" y="239027"/>
                  </a:lnTo>
                  <a:lnTo>
                    <a:pt x="3694872" y="238857"/>
                  </a:lnTo>
                  <a:lnTo>
                    <a:pt x="3693801" y="238686"/>
                  </a:lnTo>
                  <a:lnTo>
                    <a:pt x="3692729" y="238516"/>
                  </a:lnTo>
                  <a:lnTo>
                    <a:pt x="3691657" y="238346"/>
                  </a:lnTo>
                  <a:lnTo>
                    <a:pt x="3690586" y="238176"/>
                  </a:lnTo>
                  <a:lnTo>
                    <a:pt x="3689514" y="238006"/>
                  </a:lnTo>
                  <a:lnTo>
                    <a:pt x="3688443" y="237836"/>
                  </a:lnTo>
                  <a:lnTo>
                    <a:pt x="3687371" y="237666"/>
                  </a:lnTo>
                  <a:lnTo>
                    <a:pt x="3686299" y="237497"/>
                  </a:lnTo>
                  <a:lnTo>
                    <a:pt x="3685228" y="237327"/>
                  </a:lnTo>
                  <a:lnTo>
                    <a:pt x="3684156" y="237158"/>
                  </a:lnTo>
                  <a:lnTo>
                    <a:pt x="3683085" y="236989"/>
                  </a:lnTo>
                  <a:lnTo>
                    <a:pt x="3682013" y="236820"/>
                  </a:lnTo>
                  <a:lnTo>
                    <a:pt x="3680941" y="236651"/>
                  </a:lnTo>
                  <a:lnTo>
                    <a:pt x="3679870" y="236482"/>
                  </a:lnTo>
                  <a:lnTo>
                    <a:pt x="3678798" y="236313"/>
                  </a:lnTo>
                  <a:lnTo>
                    <a:pt x="3677727" y="236144"/>
                  </a:lnTo>
                  <a:lnTo>
                    <a:pt x="3676655" y="235976"/>
                  </a:lnTo>
                  <a:lnTo>
                    <a:pt x="3675583" y="235807"/>
                  </a:lnTo>
                  <a:lnTo>
                    <a:pt x="3674512" y="235639"/>
                  </a:lnTo>
                  <a:lnTo>
                    <a:pt x="3673440" y="235471"/>
                  </a:lnTo>
                  <a:lnTo>
                    <a:pt x="3672369" y="235303"/>
                  </a:lnTo>
                  <a:lnTo>
                    <a:pt x="3671297" y="235135"/>
                  </a:lnTo>
                  <a:lnTo>
                    <a:pt x="3670225" y="234967"/>
                  </a:lnTo>
                  <a:lnTo>
                    <a:pt x="3669154" y="234799"/>
                  </a:lnTo>
                  <a:lnTo>
                    <a:pt x="3668082" y="234631"/>
                  </a:lnTo>
                  <a:lnTo>
                    <a:pt x="3667011" y="234464"/>
                  </a:lnTo>
                  <a:lnTo>
                    <a:pt x="3665939" y="234297"/>
                  </a:lnTo>
                  <a:lnTo>
                    <a:pt x="3664867" y="234129"/>
                  </a:lnTo>
                  <a:lnTo>
                    <a:pt x="3663796" y="233962"/>
                  </a:lnTo>
                  <a:lnTo>
                    <a:pt x="3662724" y="233795"/>
                  </a:lnTo>
                  <a:lnTo>
                    <a:pt x="3661653" y="233628"/>
                  </a:lnTo>
                  <a:lnTo>
                    <a:pt x="3660581" y="233462"/>
                  </a:lnTo>
                  <a:lnTo>
                    <a:pt x="3659509" y="233295"/>
                  </a:lnTo>
                  <a:lnTo>
                    <a:pt x="3658438" y="233129"/>
                  </a:lnTo>
                  <a:lnTo>
                    <a:pt x="3657366" y="232962"/>
                  </a:lnTo>
                  <a:lnTo>
                    <a:pt x="3656295" y="232796"/>
                  </a:lnTo>
                  <a:lnTo>
                    <a:pt x="3655223" y="232630"/>
                  </a:lnTo>
                  <a:lnTo>
                    <a:pt x="3654151" y="232464"/>
                  </a:lnTo>
                  <a:lnTo>
                    <a:pt x="3653080" y="232298"/>
                  </a:lnTo>
                  <a:lnTo>
                    <a:pt x="3652008" y="232132"/>
                  </a:lnTo>
                  <a:lnTo>
                    <a:pt x="3650937" y="231966"/>
                  </a:lnTo>
                  <a:lnTo>
                    <a:pt x="3649865" y="231801"/>
                  </a:lnTo>
                  <a:lnTo>
                    <a:pt x="3648793" y="231636"/>
                  </a:lnTo>
                  <a:lnTo>
                    <a:pt x="3647722" y="231470"/>
                  </a:lnTo>
                  <a:lnTo>
                    <a:pt x="3646650" y="231305"/>
                  </a:lnTo>
                  <a:lnTo>
                    <a:pt x="3645579" y="231140"/>
                  </a:lnTo>
                  <a:lnTo>
                    <a:pt x="3644507" y="230975"/>
                  </a:lnTo>
                  <a:lnTo>
                    <a:pt x="3643435" y="230811"/>
                  </a:lnTo>
                  <a:lnTo>
                    <a:pt x="3642364" y="230646"/>
                  </a:lnTo>
                  <a:lnTo>
                    <a:pt x="3641292" y="230482"/>
                  </a:lnTo>
                  <a:lnTo>
                    <a:pt x="3640221" y="230317"/>
                  </a:lnTo>
                  <a:lnTo>
                    <a:pt x="3639149" y="230153"/>
                  </a:lnTo>
                  <a:lnTo>
                    <a:pt x="3638077" y="229989"/>
                  </a:lnTo>
                  <a:lnTo>
                    <a:pt x="3637006" y="229825"/>
                  </a:lnTo>
                  <a:lnTo>
                    <a:pt x="3635934" y="229661"/>
                  </a:lnTo>
                  <a:lnTo>
                    <a:pt x="3634863" y="229497"/>
                  </a:lnTo>
                  <a:lnTo>
                    <a:pt x="3633791" y="229334"/>
                  </a:lnTo>
                  <a:lnTo>
                    <a:pt x="3632719" y="229170"/>
                  </a:lnTo>
                  <a:lnTo>
                    <a:pt x="3631648" y="229007"/>
                  </a:lnTo>
                  <a:lnTo>
                    <a:pt x="3630576" y="228844"/>
                  </a:lnTo>
                  <a:lnTo>
                    <a:pt x="3629505" y="228681"/>
                  </a:lnTo>
                  <a:lnTo>
                    <a:pt x="3628433" y="228518"/>
                  </a:lnTo>
                  <a:lnTo>
                    <a:pt x="3627361" y="228355"/>
                  </a:lnTo>
                  <a:lnTo>
                    <a:pt x="3626290" y="228193"/>
                  </a:lnTo>
                  <a:lnTo>
                    <a:pt x="3625218" y="228030"/>
                  </a:lnTo>
                  <a:lnTo>
                    <a:pt x="3624147" y="227868"/>
                  </a:lnTo>
                  <a:lnTo>
                    <a:pt x="3623075" y="227706"/>
                  </a:lnTo>
                  <a:lnTo>
                    <a:pt x="3622003" y="227544"/>
                  </a:lnTo>
                  <a:lnTo>
                    <a:pt x="3620932" y="227382"/>
                  </a:lnTo>
                  <a:lnTo>
                    <a:pt x="3619860" y="227220"/>
                  </a:lnTo>
                  <a:lnTo>
                    <a:pt x="3618789" y="227058"/>
                  </a:lnTo>
                  <a:lnTo>
                    <a:pt x="3617717" y="226897"/>
                  </a:lnTo>
                  <a:lnTo>
                    <a:pt x="3616645" y="226735"/>
                  </a:lnTo>
                  <a:lnTo>
                    <a:pt x="3615574" y="226574"/>
                  </a:lnTo>
                  <a:lnTo>
                    <a:pt x="3614502" y="226413"/>
                  </a:lnTo>
                  <a:lnTo>
                    <a:pt x="3613431" y="226252"/>
                  </a:lnTo>
                  <a:lnTo>
                    <a:pt x="3612359" y="226091"/>
                  </a:lnTo>
                  <a:lnTo>
                    <a:pt x="3611287" y="225930"/>
                  </a:lnTo>
                  <a:lnTo>
                    <a:pt x="3610216" y="225770"/>
                  </a:lnTo>
                  <a:lnTo>
                    <a:pt x="3609144" y="225610"/>
                  </a:lnTo>
                  <a:lnTo>
                    <a:pt x="3608073" y="225449"/>
                  </a:lnTo>
                  <a:lnTo>
                    <a:pt x="3607001" y="225289"/>
                  </a:lnTo>
                  <a:lnTo>
                    <a:pt x="3605929" y="225129"/>
                  </a:lnTo>
                  <a:lnTo>
                    <a:pt x="3604858" y="224969"/>
                  </a:lnTo>
                  <a:lnTo>
                    <a:pt x="3603786" y="224810"/>
                  </a:lnTo>
                  <a:lnTo>
                    <a:pt x="3602715" y="224650"/>
                  </a:lnTo>
                  <a:lnTo>
                    <a:pt x="3601643" y="224491"/>
                  </a:lnTo>
                  <a:lnTo>
                    <a:pt x="3600571" y="224331"/>
                  </a:lnTo>
                  <a:lnTo>
                    <a:pt x="3599500" y="224172"/>
                  </a:lnTo>
                  <a:lnTo>
                    <a:pt x="3598428" y="224013"/>
                  </a:lnTo>
                  <a:lnTo>
                    <a:pt x="3597357" y="223855"/>
                  </a:lnTo>
                  <a:lnTo>
                    <a:pt x="3596285" y="223696"/>
                  </a:lnTo>
                  <a:lnTo>
                    <a:pt x="3595213" y="223537"/>
                  </a:lnTo>
                  <a:lnTo>
                    <a:pt x="3594142" y="223379"/>
                  </a:lnTo>
                  <a:lnTo>
                    <a:pt x="3593070" y="223221"/>
                  </a:lnTo>
                  <a:lnTo>
                    <a:pt x="3591999" y="223063"/>
                  </a:lnTo>
                  <a:lnTo>
                    <a:pt x="3590927" y="222905"/>
                  </a:lnTo>
                  <a:lnTo>
                    <a:pt x="3589855" y="222747"/>
                  </a:lnTo>
                  <a:lnTo>
                    <a:pt x="3588784" y="222589"/>
                  </a:lnTo>
                  <a:lnTo>
                    <a:pt x="3587712" y="222432"/>
                  </a:lnTo>
                  <a:lnTo>
                    <a:pt x="3586641" y="222275"/>
                  </a:lnTo>
                  <a:lnTo>
                    <a:pt x="3585569" y="222117"/>
                  </a:lnTo>
                  <a:lnTo>
                    <a:pt x="3584497" y="221960"/>
                  </a:lnTo>
                  <a:lnTo>
                    <a:pt x="3583426" y="221804"/>
                  </a:lnTo>
                  <a:lnTo>
                    <a:pt x="3582354" y="221647"/>
                  </a:lnTo>
                  <a:lnTo>
                    <a:pt x="3581283" y="221490"/>
                  </a:lnTo>
                  <a:lnTo>
                    <a:pt x="3580211" y="221334"/>
                  </a:lnTo>
                  <a:lnTo>
                    <a:pt x="3579139" y="221178"/>
                  </a:lnTo>
                  <a:lnTo>
                    <a:pt x="3578068" y="221022"/>
                  </a:lnTo>
                  <a:lnTo>
                    <a:pt x="3576996" y="220866"/>
                  </a:lnTo>
                  <a:lnTo>
                    <a:pt x="3575925" y="220710"/>
                  </a:lnTo>
                  <a:lnTo>
                    <a:pt x="3574853" y="220554"/>
                  </a:lnTo>
                  <a:lnTo>
                    <a:pt x="3573781" y="220399"/>
                  </a:lnTo>
                  <a:lnTo>
                    <a:pt x="3572710" y="220243"/>
                  </a:lnTo>
                  <a:lnTo>
                    <a:pt x="3571638" y="220088"/>
                  </a:lnTo>
                  <a:lnTo>
                    <a:pt x="3570567" y="219933"/>
                  </a:lnTo>
                  <a:lnTo>
                    <a:pt x="3569495" y="219778"/>
                  </a:lnTo>
                  <a:lnTo>
                    <a:pt x="3568423" y="219624"/>
                  </a:lnTo>
                  <a:lnTo>
                    <a:pt x="3567352" y="219469"/>
                  </a:lnTo>
                  <a:lnTo>
                    <a:pt x="3566280" y="219315"/>
                  </a:lnTo>
                  <a:lnTo>
                    <a:pt x="3565209" y="219161"/>
                  </a:lnTo>
                  <a:lnTo>
                    <a:pt x="3564137" y="219006"/>
                  </a:lnTo>
                  <a:lnTo>
                    <a:pt x="3563065" y="218853"/>
                  </a:lnTo>
                  <a:lnTo>
                    <a:pt x="3561994" y="218699"/>
                  </a:lnTo>
                  <a:lnTo>
                    <a:pt x="3560922" y="218545"/>
                  </a:lnTo>
                  <a:lnTo>
                    <a:pt x="3559851" y="218392"/>
                  </a:lnTo>
                  <a:lnTo>
                    <a:pt x="3558779" y="218239"/>
                  </a:lnTo>
                  <a:lnTo>
                    <a:pt x="3557707" y="218086"/>
                  </a:lnTo>
                  <a:lnTo>
                    <a:pt x="3556636" y="217933"/>
                  </a:lnTo>
                  <a:lnTo>
                    <a:pt x="3555564" y="217780"/>
                  </a:lnTo>
                  <a:lnTo>
                    <a:pt x="3554493" y="217627"/>
                  </a:lnTo>
                  <a:lnTo>
                    <a:pt x="3553421" y="217475"/>
                  </a:lnTo>
                  <a:lnTo>
                    <a:pt x="3552349" y="217323"/>
                  </a:lnTo>
                  <a:lnTo>
                    <a:pt x="3551278" y="217170"/>
                  </a:lnTo>
                  <a:lnTo>
                    <a:pt x="3550206" y="217019"/>
                  </a:lnTo>
                  <a:lnTo>
                    <a:pt x="3549135" y="216867"/>
                  </a:lnTo>
                  <a:lnTo>
                    <a:pt x="3548063" y="216715"/>
                  </a:lnTo>
                  <a:lnTo>
                    <a:pt x="3546992" y="216564"/>
                  </a:lnTo>
                  <a:lnTo>
                    <a:pt x="3545920" y="216413"/>
                  </a:lnTo>
                  <a:lnTo>
                    <a:pt x="3544848" y="216261"/>
                  </a:lnTo>
                  <a:lnTo>
                    <a:pt x="3543777" y="216111"/>
                  </a:lnTo>
                  <a:lnTo>
                    <a:pt x="3542705" y="215960"/>
                  </a:lnTo>
                  <a:lnTo>
                    <a:pt x="3541634" y="215809"/>
                  </a:lnTo>
                  <a:lnTo>
                    <a:pt x="3540562" y="215659"/>
                  </a:lnTo>
                  <a:lnTo>
                    <a:pt x="3539490" y="215509"/>
                  </a:lnTo>
                  <a:lnTo>
                    <a:pt x="3538419" y="215358"/>
                  </a:lnTo>
                  <a:lnTo>
                    <a:pt x="3537347" y="215209"/>
                  </a:lnTo>
                  <a:lnTo>
                    <a:pt x="3536276" y="215059"/>
                  </a:lnTo>
                  <a:lnTo>
                    <a:pt x="3535204" y="214909"/>
                  </a:lnTo>
                  <a:lnTo>
                    <a:pt x="3534132" y="214760"/>
                  </a:lnTo>
                  <a:lnTo>
                    <a:pt x="3533061" y="214611"/>
                  </a:lnTo>
                  <a:lnTo>
                    <a:pt x="3531989" y="214462"/>
                  </a:lnTo>
                  <a:lnTo>
                    <a:pt x="3530918" y="214313"/>
                  </a:lnTo>
                  <a:lnTo>
                    <a:pt x="3529846" y="214164"/>
                  </a:lnTo>
                  <a:lnTo>
                    <a:pt x="3528774" y="214016"/>
                  </a:lnTo>
                  <a:lnTo>
                    <a:pt x="3527703" y="213867"/>
                  </a:lnTo>
                  <a:lnTo>
                    <a:pt x="3526631" y="213719"/>
                  </a:lnTo>
                  <a:lnTo>
                    <a:pt x="3525560" y="213571"/>
                  </a:lnTo>
                  <a:lnTo>
                    <a:pt x="3524488" y="213423"/>
                  </a:lnTo>
                  <a:lnTo>
                    <a:pt x="3523416" y="213276"/>
                  </a:lnTo>
                  <a:lnTo>
                    <a:pt x="3522345" y="213128"/>
                  </a:lnTo>
                  <a:lnTo>
                    <a:pt x="3521273" y="212981"/>
                  </a:lnTo>
                  <a:lnTo>
                    <a:pt x="3520202" y="212834"/>
                  </a:lnTo>
                  <a:lnTo>
                    <a:pt x="3519130" y="212687"/>
                  </a:lnTo>
                  <a:lnTo>
                    <a:pt x="3518058" y="212540"/>
                  </a:lnTo>
                  <a:lnTo>
                    <a:pt x="3516987" y="212394"/>
                  </a:lnTo>
                  <a:lnTo>
                    <a:pt x="3515915" y="212248"/>
                  </a:lnTo>
                  <a:lnTo>
                    <a:pt x="3514844" y="212101"/>
                  </a:lnTo>
                  <a:lnTo>
                    <a:pt x="3513772" y="211955"/>
                  </a:lnTo>
                  <a:lnTo>
                    <a:pt x="3512700" y="211810"/>
                  </a:lnTo>
                  <a:lnTo>
                    <a:pt x="3511629" y="211664"/>
                  </a:lnTo>
                  <a:lnTo>
                    <a:pt x="3510557" y="211519"/>
                  </a:lnTo>
                  <a:lnTo>
                    <a:pt x="3509486" y="211373"/>
                  </a:lnTo>
                  <a:lnTo>
                    <a:pt x="3508414" y="211228"/>
                  </a:lnTo>
                  <a:lnTo>
                    <a:pt x="3507342" y="211083"/>
                  </a:lnTo>
                  <a:lnTo>
                    <a:pt x="3506271" y="210939"/>
                  </a:lnTo>
                  <a:lnTo>
                    <a:pt x="3505199" y="210794"/>
                  </a:lnTo>
                  <a:lnTo>
                    <a:pt x="3504128" y="210650"/>
                  </a:lnTo>
                  <a:lnTo>
                    <a:pt x="3503056" y="210506"/>
                  </a:lnTo>
                  <a:lnTo>
                    <a:pt x="3501984" y="210362"/>
                  </a:lnTo>
                  <a:lnTo>
                    <a:pt x="3500913" y="210218"/>
                  </a:lnTo>
                  <a:lnTo>
                    <a:pt x="3499841" y="210074"/>
                  </a:lnTo>
                  <a:lnTo>
                    <a:pt x="3498770" y="209931"/>
                  </a:lnTo>
                  <a:lnTo>
                    <a:pt x="3497698" y="209788"/>
                  </a:lnTo>
                  <a:lnTo>
                    <a:pt x="3496626" y="209645"/>
                  </a:lnTo>
                  <a:lnTo>
                    <a:pt x="3495555" y="209502"/>
                  </a:lnTo>
                  <a:lnTo>
                    <a:pt x="3494483" y="209360"/>
                  </a:lnTo>
                  <a:lnTo>
                    <a:pt x="3493412" y="209217"/>
                  </a:lnTo>
                  <a:lnTo>
                    <a:pt x="3492340" y="209075"/>
                  </a:lnTo>
                  <a:lnTo>
                    <a:pt x="3491268" y="208933"/>
                  </a:lnTo>
                  <a:lnTo>
                    <a:pt x="3490197" y="208791"/>
                  </a:lnTo>
                  <a:lnTo>
                    <a:pt x="3489125" y="208649"/>
                  </a:lnTo>
                  <a:lnTo>
                    <a:pt x="3488054" y="208508"/>
                  </a:lnTo>
                  <a:lnTo>
                    <a:pt x="3486982" y="208367"/>
                  </a:lnTo>
                  <a:lnTo>
                    <a:pt x="3485910" y="208226"/>
                  </a:lnTo>
                  <a:lnTo>
                    <a:pt x="3484839" y="208085"/>
                  </a:lnTo>
                  <a:lnTo>
                    <a:pt x="3483767" y="207944"/>
                  </a:lnTo>
                  <a:lnTo>
                    <a:pt x="3482696" y="207804"/>
                  </a:lnTo>
                  <a:lnTo>
                    <a:pt x="3481624" y="207663"/>
                  </a:lnTo>
                  <a:lnTo>
                    <a:pt x="3480552" y="207523"/>
                  </a:lnTo>
                  <a:lnTo>
                    <a:pt x="3479481" y="207384"/>
                  </a:lnTo>
                  <a:lnTo>
                    <a:pt x="3478409" y="207244"/>
                  </a:lnTo>
                  <a:lnTo>
                    <a:pt x="3477338" y="207104"/>
                  </a:lnTo>
                  <a:lnTo>
                    <a:pt x="3476266" y="206965"/>
                  </a:lnTo>
                  <a:lnTo>
                    <a:pt x="3475194" y="206826"/>
                  </a:lnTo>
                  <a:lnTo>
                    <a:pt x="3474123" y="206687"/>
                  </a:lnTo>
                  <a:lnTo>
                    <a:pt x="3473051" y="206549"/>
                  </a:lnTo>
                  <a:lnTo>
                    <a:pt x="3471980" y="206410"/>
                  </a:lnTo>
                  <a:lnTo>
                    <a:pt x="3470908" y="206272"/>
                  </a:lnTo>
                  <a:lnTo>
                    <a:pt x="3469836" y="206134"/>
                  </a:lnTo>
                  <a:lnTo>
                    <a:pt x="3468765" y="205996"/>
                  </a:lnTo>
                  <a:lnTo>
                    <a:pt x="3467693" y="205858"/>
                  </a:lnTo>
                  <a:lnTo>
                    <a:pt x="3466622" y="205721"/>
                  </a:lnTo>
                  <a:lnTo>
                    <a:pt x="3465550" y="205584"/>
                  </a:lnTo>
                  <a:lnTo>
                    <a:pt x="3464478" y="205447"/>
                  </a:lnTo>
                  <a:lnTo>
                    <a:pt x="3463407" y="205310"/>
                  </a:lnTo>
                  <a:lnTo>
                    <a:pt x="3462335" y="205173"/>
                  </a:lnTo>
                  <a:lnTo>
                    <a:pt x="3461264" y="205037"/>
                  </a:lnTo>
                  <a:lnTo>
                    <a:pt x="3460192" y="204901"/>
                  </a:lnTo>
                  <a:lnTo>
                    <a:pt x="3459120" y="204765"/>
                  </a:lnTo>
                  <a:lnTo>
                    <a:pt x="3458049" y="204629"/>
                  </a:lnTo>
                  <a:lnTo>
                    <a:pt x="3456977" y="204494"/>
                  </a:lnTo>
                  <a:lnTo>
                    <a:pt x="3455906" y="204358"/>
                  </a:lnTo>
                  <a:lnTo>
                    <a:pt x="3454834" y="204223"/>
                  </a:lnTo>
                  <a:lnTo>
                    <a:pt x="3453762" y="204088"/>
                  </a:lnTo>
                  <a:lnTo>
                    <a:pt x="3452691" y="203953"/>
                  </a:lnTo>
                  <a:lnTo>
                    <a:pt x="3451619" y="203819"/>
                  </a:lnTo>
                  <a:lnTo>
                    <a:pt x="3450548" y="203685"/>
                  </a:lnTo>
                  <a:lnTo>
                    <a:pt x="3449476" y="203551"/>
                  </a:lnTo>
                  <a:lnTo>
                    <a:pt x="3448404" y="203417"/>
                  </a:lnTo>
                  <a:lnTo>
                    <a:pt x="3447333" y="203283"/>
                  </a:lnTo>
                  <a:lnTo>
                    <a:pt x="3446261" y="203150"/>
                  </a:lnTo>
                  <a:lnTo>
                    <a:pt x="3445190" y="203017"/>
                  </a:lnTo>
                  <a:lnTo>
                    <a:pt x="3444118" y="202884"/>
                  </a:lnTo>
                  <a:lnTo>
                    <a:pt x="3443046" y="202751"/>
                  </a:lnTo>
                  <a:lnTo>
                    <a:pt x="3441975" y="202618"/>
                  </a:lnTo>
                  <a:lnTo>
                    <a:pt x="3440903" y="202486"/>
                  </a:lnTo>
                  <a:lnTo>
                    <a:pt x="3439832" y="202354"/>
                  </a:lnTo>
                  <a:lnTo>
                    <a:pt x="3438760" y="202222"/>
                  </a:lnTo>
                  <a:lnTo>
                    <a:pt x="3437688" y="202090"/>
                  </a:lnTo>
                  <a:lnTo>
                    <a:pt x="3436617" y="201959"/>
                  </a:lnTo>
                  <a:lnTo>
                    <a:pt x="3435545" y="201828"/>
                  </a:lnTo>
                  <a:lnTo>
                    <a:pt x="3434474" y="201697"/>
                  </a:lnTo>
                  <a:lnTo>
                    <a:pt x="3433402" y="201566"/>
                  </a:lnTo>
                  <a:lnTo>
                    <a:pt x="3432330" y="201436"/>
                  </a:lnTo>
                  <a:lnTo>
                    <a:pt x="3431259" y="201305"/>
                  </a:lnTo>
                  <a:lnTo>
                    <a:pt x="3430187" y="201175"/>
                  </a:lnTo>
                  <a:lnTo>
                    <a:pt x="3429116" y="201045"/>
                  </a:lnTo>
                  <a:lnTo>
                    <a:pt x="3428044" y="200916"/>
                  </a:lnTo>
                  <a:lnTo>
                    <a:pt x="3426972" y="200786"/>
                  </a:lnTo>
                  <a:lnTo>
                    <a:pt x="3425901" y="200657"/>
                  </a:lnTo>
                  <a:lnTo>
                    <a:pt x="3424829" y="200528"/>
                  </a:lnTo>
                  <a:lnTo>
                    <a:pt x="3423758" y="200399"/>
                  </a:lnTo>
                  <a:lnTo>
                    <a:pt x="3422686" y="200271"/>
                  </a:lnTo>
                  <a:lnTo>
                    <a:pt x="3421614" y="200143"/>
                  </a:lnTo>
                  <a:lnTo>
                    <a:pt x="3420543" y="200015"/>
                  </a:lnTo>
                  <a:lnTo>
                    <a:pt x="3419471" y="199887"/>
                  </a:lnTo>
                  <a:lnTo>
                    <a:pt x="3418400" y="199759"/>
                  </a:lnTo>
                  <a:lnTo>
                    <a:pt x="3417328" y="199632"/>
                  </a:lnTo>
                  <a:lnTo>
                    <a:pt x="3416256" y="199505"/>
                  </a:lnTo>
                  <a:lnTo>
                    <a:pt x="3415185" y="199378"/>
                  </a:lnTo>
                  <a:lnTo>
                    <a:pt x="3414113" y="199251"/>
                  </a:lnTo>
                  <a:lnTo>
                    <a:pt x="3413042" y="199125"/>
                  </a:lnTo>
                  <a:lnTo>
                    <a:pt x="3411970" y="198999"/>
                  </a:lnTo>
                  <a:lnTo>
                    <a:pt x="3410898" y="198873"/>
                  </a:lnTo>
                  <a:lnTo>
                    <a:pt x="3409827" y="198747"/>
                  </a:lnTo>
                  <a:lnTo>
                    <a:pt x="3408755" y="198621"/>
                  </a:lnTo>
                  <a:lnTo>
                    <a:pt x="3407684" y="198496"/>
                  </a:lnTo>
                  <a:lnTo>
                    <a:pt x="3406612" y="198371"/>
                  </a:lnTo>
                  <a:lnTo>
                    <a:pt x="3405540" y="198247"/>
                  </a:lnTo>
                  <a:lnTo>
                    <a:pt x="3404469" y="198122"/>
                  </a:lnTo>
                  <a:lnTo>
                    <a:pt x="3403397" y="197998"/>
                  </a:lnTo>
                  <a:lnTo>
                    <a:pt x="3402326" y="197874"/>
                  </a:lnTo>
                  <a:lnTo>
                    <a:pt x="3401254" y="197750"/>
                  </a:lnTo>
                  <a:lnTo>
                    <a:pt x="3400182" y="197626"/>
                  </a:lnTo>
                  <a:lnTo>
                    <a:pt x="3399111" y="197503"/>
                  </a:lnTo>
                  <a:lnTo>
                    <a:pt x="3398039" y="197380"/>
                  </a:lnTo>
                  <a:lnTo>
                    <a:pt x="3396968" y="197257"/>
                  </a:lnTo>
                  <a:lnTo>
                    <a:pt x="3395896" y="197135"/>
                  </a:lnTo>
                  <a:lnTo>
                    <a:pt x="3394824" y="197012"/>
                  </a:lnTo>
                  <a:lnTo>
                    <a:pt x="3393753" y="196890"/>
                  </a:lnTo>
                  <a:lnTo>
                    <a:pt x="3392681" y="196768"/>
                  </a:lnTo>
                  <a:lnTo>
                    <a:pt x="3391610" y="196647"/>
                  </a:lnTo>
                  <a:lnTo>
                    <a:pt x="3390538" y="196525"/>
                  </a:lnTo>
                  <a:lnTo>
                    <a:pt x="3389466" y="196404"/>
                  </a:lnTo>
                  <a:lnTo>
                    <a:pt x="3388395" y="196283"/>
                  </a:lnTo>
                  <a:lnTo>
                    <a:pt x="3387323" y="196163"/>
                  </a:lnTo>
                  <a:lnTo>
                    <a:pt x="3386252" y="196043"/>
                  </a:lnTo>
                  <a:lnTo>
                    <a:pt x="3385180" y="195922"/>
                  </a:lnTo>
                  <a:lnTo>
                    <a:pt x="3384108" y="195803"/>
                  </a:lnTo>
                  <a:lnTo>
                    <a:pt x="3383037" y="195683"/>
                  </a:lnTo>
                  <a:lnTo>
                    <a:pt x="3381965" y="195564"/>
                  </a:lnTo>
                  <a:lnTo>
                    <a:pt x="3380894" y="195445"/>
                  </a:lnTo>
                  <a:lnTo>
                    <a:pt x="3379822" y="195326"/>
                  </a:lnTo>
                  <a:lnTo>
                    <a:pt x="3378750" y="195207"/>
                  </a:lnTo>
                  <a:lnTo>
                    <a:pt x="3377679" y="195089"/>
                  </a:lnTo>
                  <a:lnTo>
                    <a:pt x="3376607" y="194971"/>
                  </a:lnTo>
                  <a:lnTo>
                    <a:pt x="3375536" y="194853"/>
                  </a:lnTo>
                  <a:lnTo>
                    <a:pt x="3374464" y="194735"/>
                  </a:lnTo>
                  <a:lnTo>
                    <a:pt x="3373392" y="194618"/>
                  </a:lnTo>
                  <a:lnTo>
                    <a:pt x="3372321" y="194501"/>
                  </a:lnTo>
                  <a:lnTo>
                    <a:pt x="3371249" y="194384"/>
                  </a:lnTo>
                  <a:lnTo>
                    <a:pt x="3370178" y="194268"/>
                  </a:lnTo>
                  <a:lnTo>
                    <a:pt x="3369106" y="194151"/>
                  </a:lnTo>
                  <a:lnTo>
                    <a:pt x="3368035" y="194035"/>
                  </a:lnTo>
                  <a:lnTo>
                    <a:pt x="3366963" y="193920"/>
                  </a:lnTo>
                  <a:lnTo>
                    <a:pt x="3365891" y="193804"/>
                  </a:lnTo>
                  <a:lnTo>
                    <a:pt x="3364820" y="193689"/>
                  </a:lnTo>
                  <a:lnTo>
                    <a:pt x="3363748" y="193574"/>
                  </a:lnTo>
                  <a:lnTo>
                    <a:pt x="3362677" y="193459"/>
                  </a:lnTo>
                  <a:lnTo>
                    <a:pt x="3361605" y="193345"/>
                  </a:lnTo>
                  <a:lnTo>
                    <a:pt x="3360533" y="193231"/>
                  </a:lnTo>
                  <a:lnTo>
                    <a:pt x="3359462" y="193117"/>
                  </a:lnTo>
                  <a:lnTo>
                    <a:pt x="3358390" y="193003"/>
                  </a:lnTo>
                  <a:lnTo>
                    <a:pt x="3357319" y="192890"/>
                  </a:lnTo>
                  <a:lnTo>
                    <a:pt x="3356247" y="192776"/>
                  </a:lnTo>
                  <a:lnTo>
                    <a:pt x="3355175" y="192664"/>
                  </a:lnTo>
                  <a:lnTo>
                    <a:pt x="3354104" y="192551"/>
                  </a:lnTo>
                  <a:lnTo>
                    <a:pt x="3353032" y="192439"/>
                  </a:lnTo>
                  <a:lnTo>
                    <a:pt x="3351961" y="192327"/>
                  </a:lnTo>
                  <a:lnTo>
                    <a:pt x="3350889" y="192215"/>
                  </a:lnTo>
                  <a:lnTo>
                    <a:pt x="3349817" y="192103"/>
                  </a:lnTo>
                  <a:lnTo>
                    <a:pt x="3348746" y="191992"/>
                  </a:lnTo>
                  <a:lnTo>
                    <a:pt x="3347674" y="191881"/>
                  </a:lnTo>
                  <a:lnTo>
                    <a:pt x="3346603" y="191771"/>
                  </a:lnTo>
                  <a:lnTo>
                    <a:pt x="3345531" y="191660"/>
                  </a:lnTo>
                  <a:lnTo>
                    <a:pt x="3344459" y="191550"/>
                  </a:lnTo>
                  <a:lnTo>
                    <a:pt x="3343388" y="191440"/>
                  </a:lnTo>
                  <a:lnTo>
                    <a:pt x="3342316" y="191331"/>
                  </a:lnTo>
                  <a:lnTo>
                    <a:pt x="3341245" y="191221"/>
                  </a:lnTo>
                  <a:lnTo>
                    <a:pt x="3340173" y="191112"/>
                  </a:lnTo>
                  <a:lnTo>
                    <a:pt x="3339101" y="191003"/>
                  </a:lnTo>
                  <a:lnTo>
                    <a:pt x="3338030" y="190895"/>
                  </a:lnTo>
                  <a:lnTo>
                    <a:pt x="3336958" y="190787"/>
                  </a:lnTo>
                  <a:lnTo>
                    <a:pt x="3335887" y="190679"/>
                  </a:lnTo>
                  <a:lnTo>
                    <a:pt x="3334815" y="190571"/>
                  </a:lnTo>
                  <a:lnTo>
                    <a:pt x="3333743" y="190464"/>
                  </a:lnTo>
                  <a:lnTo>
                    <a:pt x="3332672" y="190357"/>
                  </a:lnTo>
                  <a:lnTo>
                    <a:pt x="3331600" y="190250"/>
                  </a:lnTo>
                  <a:lnTo>
                    <a:pt x="3330529" y="190143"/>
                  </a:lnTo>
                  <a:lnTo>
                    <a:pt x="3329457" y="190037"/>
                  </a:lnTo>
                  <a:lnTo>
                    <a:pt x="3328385" y="189931"/>
                  </a:lnTo>
                  <a:lnTo>
                    <a:pt x="3327314" y="189826"/>
                  </a:lnTo>
                  <a:lnTo>
                    <a:pt x="3326242" y="189720"/>
                  </a:lnTo>
                  <a:lnTo>
                    <a:pt x="3325171" y="189615"/>
                  </a:lnTo>
                  <a:lnTo>
                    <a:pt x="3324099" y="189510"/>
                  </a:lnTo>
                  <a:lnTo>
                    <a:pt x="3323027" y="189406"/>
                  </a:lnTo>
                  <a:lnTo>
                    <a:pt x="3321956" y="189301"/>
                  </a:lnTo>
                  <a:lnTo>
                    <a:pt x="3320884" y="189198"/>
                  </a:lnTo>
                  <a:lnTo>
                    <a:pt x="3319813" y="189094"/>
                  </a:lnTo>
                  <a:lnTo>
                    <a:pt x="3318741" y="188991"/>
                  </a:lnTo>
                  <a:lnTo>
                    <a:pt x="3317669" y="188887"/>
                  </a:lnTo>
                  <a:lnTo>
                    <a:pt x="3316598" y="188785"/>
                  </a:lnTo>
                  <a:lnTo>
                    <a:pt x="3315526" y="188682"/>
                  </a:lnTo>
                  <a:lnTo>
                    <a:pt x="3314455" y="188580"/>
                  </a:lnTo>
                  <a:lnTo>
                    <a:pt x="3313383" y="188478"/>
                  </a:lnTo>
                  <a:lnTo>
                    <a:pt x="3312311" y="188376"/>
                  </a:lnTo>
                  <a:lnTo>
                    <a:pt x="3311240" y="188275"/>
                  </a:lnTo>
                  <a:lnTo>
                    <a:pt x="3310168" y="188174"/>
                  </a:lnTo>
                  <a:lnTo>
                    <a:pt x="3309097" y="188073"/>
                  </a:lnTo>
                  <a:lnTo>
                    <a:pt x="3308025" y="187973"/>
                  </a:lnTo>
                  <a:lnTo>
                    <a:pt x="3306953" y="187873"/>
                  </a:lnTo>
                  <a:lnTo>
                    <a:pt x="3305882" y="187773"/>
                  </a:lnTo>
                  <a:lnTo>
                    <a:pt x="3304810" y="187673"/>
                  </a:lnTo>
                  <a:lnTo>
                    <a:pt x="3303739" y="187574"/>
                  </a:lnTo>
                  <a:lnTo>
                    <a:pt x="3302667" y="187475"/>
                  </a:lnTo>
                  <a:lnTo>
                    <a:pt x="3301595" y="187376"/>
                  </a:lnTo>
                  <a:lnTo>
                    <a:pt x="3300524" y="187278"/>
                  </a:lnTo>
                  <a:lnTo>
                    <a:pt x="3299452" y="187180"/>
                  </a:lnTo>
                  <a:lnTo>
                    <a:pt x="3298381" y="187082"/>
                  </a:lnTo>
                  <a:lnTo>
                    <a:pt x="3297309" y="186985"/>
                  </a:lnTo>
                  <a:lnTo>
                    <a:pt x="3296237" y="186888"/>
                  </a:lnTo>
                  <a:lnTo>
                    <a:pt x="3295166" y="186791"/>
                  </a:lnTo>
                  <a:lnTo>
                    <a:pt x="3294094" y="186694"/>
                  </a:lnTo>
                  <a:lnTo>
                    <a:pt x="3293023" y="186598"/>
                  </a:lnTo>
                  <a:lnTo>
                    <a:pt x="3291951" y="186502"/>
                  </a:lnTo>
                  <a:lnTo>
                    <a:pt x="3290879" y="186407"/>
                  </a:lnTo>
                  <a:lnTo>
                    <a:pt x="3289808" y="186311"/>
                  </a:lnTo>
                  <a:lnTo>
                    <a:pt x="3288736" y="186216"/>
                  </a:lnTo>
                  <a:lnTo>
                    <a:pt x="3287665" y="186122"/>
                  </a:lnTo>
                  <a:lnTo>
                    <a:pt x="3286593" y="186027"/>
                  </a:lnTo>
                  <a:lnTo>
                    <a:pt x="3285521" y="185933"/>
                  </a:lnTo>
                  <a:lnTo>
                    <a:pt x="3284450" y="185839"/>
                  </a:lnTo>
                  <a:lnTo>
                    <a:pt x="3283378" y="185746"/>
                  </a:lnTo>
                  <a:lnTo>
                    <a:pt x="3282307" y="185653"/>
                  </a:lnTo>
                  <a:lnTo>
                    <a:pt x="3281235" y="185560"/>
                  </a:lnTo>
                  <a:lnTo>
                    <a:pt x="3280163" y="185468"/>
                  </a:lnTo>
                  <a:lnTo>
                    <a:pt x="3279092" y="185375"/>
                  </a:lnTo>
                  <a:lnTo>
                    <a:pt x="3278020" y="185283"/>
                  </a:lnTo>
                  <a:lnTo>
                    <a:pt x="3276949" y="185192"/>
                  </a:lnTo>
                  <a:lnTo>
                    <a:pt x="3275877" y="185101"/>
                  </a:lnTo>
                  <a:lnTo>
                    <a:pt x="3274805" y="185010"/>
                  </a:lnTo>
                  <a:lnTo>
                    <a:pt x="3273734" y="184919"/>
                  </a:lnTo>
                  <a:lnTo>
                    <a:pt x="3272662" y="184829"/>
                  </a:lnTo>
                  <a:lnTo>
                    <a:pt x="3271591" y="184739"/>
                  </a:lnTo>
                  <a:lnTo>
                    <a:pt x="3270519" y="184649"/>
                  </a:lnTo>
                  <a:lnTo>
                    <a:pt x="3269447" y="184560"/>
                  </a:lnTo>
                  <a:lnTo>
                    <a:pt x="3268376" y="184471"/>
                  </a:lnTo>
                  <a:lnTo>
                    <a:pt x="3267304" y="184382"/>
                  </a:lnTo>
                  <a:lnTo>
                    <a:pt x="3266233" y="184294"/>
                  </a:lnTo>
                  <a:lnTo>
                    <a:pt x="3265161" y="184206"/>
                  </a:lnTo>
                  <a:lnTo>
                    <a:pt x="3264089" y="184118"/>
                  </a:lnTo>
                  <a:lnTo>
                    <a:pt x="3263018" y="184030"/>
                  </a:lnTo>
                  <a:lnTo>
                    <a:pt x="3261946" y="183943"/>
                  </a:lnTo>
                  <a:lnTo>
                    <a:pt x="3260875" y="183857"/>
                  </a:lnTo>
                  <a:lnTo>
                    <a:pt x="3259803" y="183770"/>
                  </a:lnTo>
                  <a:lnTo>
                    <a:pt x="3258731" y="183684"/>
                  </a:lnTo>
                  <a:lnTo>
                    <a:pt x="3257660" y="183598"/>
                  </a:lnTo>
                  <a:lnTo>
                    <a:pt x="3256588" y="183513"/>
                  </a:lnTo>
                  <a:lnTo>
                    <a:pt x="3255517" y="183428"/>
                  </a:lnTo>
                  <a:lnTo>
                    <a:pt x="3254445" y="183343"/>
                  </a:lnTo>
                  <a:lnTo>
                    <a:pt x="3253373" y="183259"/>
                  </a:lnTo>
                  <a:lnTo>
                    <a:pt x="3252302" y="183174"/>
                  </a:lnTo>
                  <a:lnTo>
                    <a:pt x="3251230" y="183091"/>
                  </a:lnTo>
                  <a:lnTo>
                    <a:pt x="3250159" y="183007"/>
                  </a:lnTo>
                  <a:lnTo>
                    <a:pt x="3249087" y="182924"/>
                  </a:lnTo>
                  <a:lnTo>
                    <a:pt x="3248015" y="182841"/>
                  </a:lnTo>
                  <a:lnTo>
                    <a:pt x="3246944" y="182759"/>
                  </a:lnTo>
                  <a:lnTo>
                    <a:pt x="3245872" y="182677"/>
                  </a:lnTo>
                  <a:lnTo>
                    <a:pt x="3244801" y="182595"/>
                  </a:lnTo>
                  <a:lnTo>
                    <a:pt x="3243729" y="182513"/>
                  </a:lnTo>
                  <a:lnTo>
                    <a:pt x="3242657" y="182432"/>
                  </a:lnTo>
                  <a:lnTo>
                    <a:pt x="3241586" y="182351"/>
                  </a:lnTo>
                  <a:lnTo>
                    <a:pt x="3240514" y="182271"/>
                  </a:lnTo>
                  <a:lnTo>
                    <a:pt x="3239443" y="182191"/>
                  </a:lnTo>
                  <a:lnTo>
                    <a:pt x="3238371" y="182111"/>
                  </a:lnTo>
                  <a:lnTo>
                    <a:pt x="3237299" y="182032"/>
                  </a:lnTo>
                  <a:lnTo>
                    <a:pt x="3236228" y="181953"/>
                  </a:lnTo>
                  <a:lnTo>
                    <a:pt x="3235156" y="181874"/>
                  </a:lnTo>
                  <a:lnTo>
                    <a:pt x="3234085" y="181795"/>
                  </a:lnTo>
                  <a:lnTo>
                    <a:pt x="3233013" y="181717"/>
                  </a:lnTo>
                  <a:lnTo>
                    <a:pt x="3231941" y="181640"/>
                  </a:lnTo>
                  <a:lnTo>
                    <a:pt x="3230870" y="181562"/>
                  </a:lnTo>
                  <a:lnTo>
                    <a:pt x="3229798" y="181485"/>
                  </a:lnTo>
                  <a:lnTo>
                    <a:pt x="3228727" y="181409"/>
                  </a:lnTo>
                  <a:lnTo>
                    <a:pt x="3227655" y="181332"/>
                  </a:lnTo>
                  <a:lnTo>
                    <a:pt x="3226583" y="181256"/>
                  </a:lnTo>
                  <a:lnTo>
                    <a:pt x="3225512" y="181181"/>
                  </a:lnTo>
                  <a:lnTo>
                    <a:pt x="3224440" y="181105"/>
                  </a:lnTo>
                  <a:lnTo>
                    <a:pt x="3223369" y="181030"/>
                  </a:lnTo>
                  <a:lnTo>
                    <a:pt x="3222297" y="180956"/>
                  </a:lnTo>
                  <a:lnTo>
                    <a:pt x="3221225" y="180882"/>
                  </a:lnTo>
                  <a:lnTo>
                    <a:pt x="3220154" y="180808"/>
                  </a:lnTo>
                  <a:lnTo>
                    <a:pt x="3219082" y="180734"/>
                  </a:lnTo>
                  <a:lnTo>
                    <a:pt x="3218011" y="180661"/>
                  </a:lnTo>
                  <a:lnTo>
                    <a:pt x="3216939" y="180588"/>
                  </a:lnTo>
                  <a:lnTo>
                    <a:pt x="3215867" y="180516"/>
                  </a:lnTo>
                  <a:lnTo>
                    <a:pt x="3214796" y="180443"/>
                  </a:lnTo>
                  <a:lnTo>
                    <a:pt x="3213724" y="180372"/>
                  </a:lnTo>
                  <a:lnTo>
                    <a:pt x="3212653" y="180300"/>
                  </a:lnTo>
                  <a:lnTo>
                    <a:pt x="3211581" y="180229"/>
                  </a:lnTo>
                  <a:lnTo>
                    <a:pt x="3210509" y="180158"/>
                  </a:lnTo>
                  <a:lnTo>
                    <a:pt x="3209438" y="180088"/>
                  </a:lnTo>
                  <a:lnTo>
                    <a:pt x="3208366" y="180018"/>
                  </a:lnTo>
                  <a:lnTo>
                    <a:pt x="3207295" y="179949"/>
                  </a:lnTo>
                  <a:lnTo>
                    <a:pt x="3206223" y="179879"/>
                  </a:lnTo>
                  <a:lnTo>
                    <a:pt x="3205151" y="179810"/>
                  </a:lnTo>
                  <a:lnTo>
                    <a:pt x="3204080" y="179742"/>
                  </a:lnTo>
                  <a:lnTo>
                    <a:pt x="3203008" y="179674"/>
                  </a:lnTo>
                  <a:lnTo>
                    <a:pt x="3201937" y="179606"/>
                  </a:lnTo>
                  <a:lnTo>
                    <a:pt x="3200865" y="179538"/>
                  </a:lnTo>
                  <a:lnTo>
                    <a:pt x="3199793" y="179471"/>
                  </a:lnTo>
                  <a:lnTo>
                    <a:pt x="3198722" y="179405"/>
                  </a:lnTo>
                  <a:lnTo>
                    <a:pt x="3197650" y="179338"/>
                  </a:lnTo>
                  <a:lnTo>
                    <a:pt x="3196579" y="179272"/>
                  </a:lnTo>
                  <a:lnTo>
                    <a:pt x="3195507" y="179206"/>
                  </a:lnTo>
                  <a:lnTo>
                    <a:pt x="3194436" y="179141"/>
                  </a:lnTo>
                  <a:lnTo>
                    <a:pt x="3193364" y="179076"/>
                  </a:lnTo>
                  <a:lnTo>
                    <a:pt x="3192292" y="179012"/>
                  </a:lnTo>
                  <a:lnTo>
                    <a:pt x="3191221" y="178948"/>
                  </a:lnTo>
                  <a:lnTo>
                    <a:pt x="3190149" y="178884"/>
                  </a:lnTo>
                  <a:lnTo>
                    <a:pt x="3189078" y="178820"/>
                  </a:lnTo>
                  <a:lnTo>
                    <a:pt x="3188006" y="178757"/>
                  </a:lnTo>
                  <a:lnTo>
                    <a:pt x="3186934" y="178695"/>
                  </a:lnTo>
                  <a:lnTo>
                    <a:pt x="3185863" y="178632"/>
                  </a:lnTo>
                  <a:lnTo>
                    <a:pt x="3184791" y="178570"/>
                  </a:lnTo>
                  <a:lnTo>
                    <a:pt x="3183720" y="178509"/>
                  </a:lnTo>
                  <a:lnTo>
                    <a:pt x="3182648" y="178448"/>
                  </a:lnTo>
                  <a:lnTo>
                    <a:pt x="3181576" y="178387"/>
                  </a:lnTo>
                  <a:lnTo>
                    <a:pt x="3180505" y="178326"/>
                  </a:lnTo>
                  <a:lnTo>
                    <a:pt x="3179433" y="178266"/>
                  </a:lnTo>
                  <a:lnTo>
                    <a:pt x="3178362" y="178207"/>
                  </a:lnTo>
                  <a:lnTo>
                    <a:pt x="3177290" y="178147"/>
                  </a:lnTo>
                  <a:lnTo>
                    <a:pt x="3176218" y="178088"/>
                  </a:lnTo>
                  <a:lnTo>
                    <a:pt x="3175147" y="178030"/>
                  </a:lnTo>
                  <a:lnTo>
                    <a:pt x="3174075" y="177972"/>
                  </a:lnTo>
                  <a:lnTo>
                    <a:pt x="3173004" y="177914"/>
                  </a:lnTo>
                  <a:lnTo>
                    <a:pt x="3171932" y="177857"/>
                  </a:lnTo>
                  <a:lnTo>
                    <a:pt x="3170860" y="177800"/>
                  </a:lnTo>
                  <a:lnTo>
                    <a:pt x="3169789" y="177743"/>
                  </a:lnTo>
                  <a:lnTo>
                    <a:pt x="3168717" y="177687"/>
                  </a:lnTo>
                  <a:lnTo>
                    <a:pt x="3167646" y="177631"/>
                  </a:lnTo>
                  <a:lnTo>
                    <a:pt x="3166574" y="177575"/>
                  </a:lnTo>
                  <a:lnTo>
                    <a:pt x="3165502" y="177520"/>
                  </a:lnTo>
                  <a:lnTo>
                    <a:pt x="3164431" y="177465"/>
                  </a:lnTo>
                  <a:lnTo>
                    <a:pt x="3163359" y="177411"/>
                  </a:lnTo>
                  <a:lnTo>
                    <a:pt x="3162288" y="177357"/>
                  </a:lnTo>
                  <a:lnTo>
                    <a:pt x="3161216" y="177304"/>
                  </a:lnTo>
                  <a:lnTo>
                    <a:pt x="3160144" y="177250"/>
                  </a:lnTo>
                  <a:lnTo>
                    <a:pt x="3159073" y="177198"/>
                  </a:lnTo>
                  <a:lnTo>
                    <a:pt x="3158001" y="177145"/>
                  </a:lnTo>
                  <a:lnTo>
                    <a:pt x="3156930" y="177093"/>
                  </a:lnTo>
                  <a:lnTo>
                    <a:pt x="3155858" y="177042"/>
                  </a:lnTo>
                  <a:lnTo>
                    <a:pt x="3154786" y="176990"/>
                  </a:lnTo>
                  <a:lnTo>
                    <a:pt x="3153715" y="176940"/>
                  </a:lnTo>
                  <a:lnTo>
                    <a:pt x="3152643" y="176889"/>
                  </a:lnTo>
                  <a:lnTo>
                    <a:pt x="3151572" y="176839"/>
                  </a:lnTo>
                  <a:lnTo>
                    <a:pt x="3150500" y="176789"/>
                  </a:lnTo>
                  <a:lnTo>
                    <a:pt x="3149428" y="176740"/>
                  </a:lnTo>
                  <a:lnTo>
                    <a:pt x="3148357" y="176691"/>
                  </a:lnTo>
                  <a:lnTo>
                    <a:pt x="3147285" y="176643"/>
                  </a:lnTo>
                  <a:lnTo>
                    <a:pt x="3146214" y="176595"/>
                  </a:lnTo>
                  <a:lnTo>
                    <a:pt x="3145142" y="176547"/>
                  </a:lnTo>
                  <a:lnTo>
                    <a:pt x="3144070" y="176500"/>
                  </a:lnTo>
                  <a:lnTo>
                    <a:pt x="3142999" y="176453"/>
                  </a:lnTo>
                  <a:lnTo>
                    <a:pt x="3141927" y="176406"/>
                  </a:lnTo>
                  <a:lnTo>
                    <a:pt x="3140856" y="176360"/>
                  </a:lnTo>
                  <a:lnTo>
                    <a:pt x="3139784" y="176315"/>
                  </a:lnTo>
                  <a:lnTo>
                    <a:pt x="3138712" y="176269"/>
                  </a:lnTo>
                  <a:lnTo>
                    <a:pt x="3137641" y="176224"/>
                  </a:lnTo>
                  <a:lnTo>
                    <a:pt x="3136569" y="176180"/>
                  </a:lnTo>
                  <a:lnTo>
                    <a:pt x="3135498" y="176136"/>
                  </a:lnTo>
                  <a:lnTo>
                    <a:pt x="3134426" y="176092"/>
                  </a:lnTo>
                  <a:lnTo>
                    <a:pt x="3133354" y="176049"/>
                  </a:lnTo>
                  <a:lnTo>
                    <a:pt x="3132283" y="176006"/>
                  </a:lnTo>
                  <a:lnTo>
                    <a:pt x="3131211" y="175964"/>
                  </a:lnTo>
                  <a:lnTo>
                    <a:pt x="3130140" y="175922"/>
                  </a:lnTo>
                  <a:lnTo>
                    <a:pt x="3129068" y="175880"/>
                  </a:lnTo>
                  <a:lnTo>
                    <a:pt x="3127996" y="175839"/>
                  </a:lnTo>
                  <a:lnTo>
                    <a:pt x="3126925" y="175798"/>
                  </a:lnTo>
                  <a:lnTo>
                    <a:pt x="3125853" y="175757"/>
                  </a:lnTo>
                  <a:lnTo>
                    <a:pt x="3124782" y="175717"/>
                  </a:lnTo>
                  <a:lnTo>
                    <a:pt x="3123710" y="175678"/>
                  </a:lnTo>
                  <a:lnTo>
                    <a:pt x="3122638" y="175639"/>
                  </a:lnTo>
                  <a:lnTo>
                    <a:pt x="3121567" y="175600"/>
                  </a:lnTo>
                  <a:lnTo>
                    <a:pt x="3120495" y="175562"/>
                  </a:lnTo>
                  <a:lnTo>
                    <a:pt x="3119424" y="175524"/>
                  </a:lnTo>
                  <a:lnTo>
                    <a:pt x="3118352" y="175486"/>
                  </a:lnTo>
                  <a:lnTo>
                    <a:pt x="3117280" y="175449"/>
                  </a:lnTo>
                  <a:lnTo>
                    <a:pt x="3116209" y="175412"/>
                  </a:lnTo>
                  <a:lnTo>
                    <a:pt x="3115137" y="175376"/>
                  </a:lnTo>
                  <a:lnTo>
                    <a:pt x="3114066" y="175340"/>
                  </a:lnTo>
                  <a:lnTo>
                    <a:pt x="3112994" y="175305"/>
                  </a:lnTo>
                  <a:lnTo>
                    <a:pt x="3111922" y="175269"/>
                  </a:lnTo>
                  <a:lnTo>
                    <a:pt x="3110851" y="175235"/>
                  </a:lnTo>
                  <a:lnTo>
                    <a:pt x="3109779" y="175201"/>
                  </a:lnTo>
                  <a:lnTo>
                    <a:pt x="3108708" y="175167"/>
                  </a:lnTo>
                  <a:lnTo>
                    <a:pt x="3107636" y="175133"/>
                  </a:lnTo>
                  <a:lnTo>
                    <a:pt x="3106564" y="175100"/>
                  </a:lnTo>
                  <a:lnTo>
                    <a:pt x="3105493" y="175068"/>
                  </a:lnTo>
                  <a:lnTo>
                    <a:pt x="3104421" y="175036"/>
                  </a:lnTo>
                  <a:lnTo>
                    <a:pt x="3103350" y="175004"/>
                  </a:lnTo>
                  <a:lnTo>
                    <a:pt x="3102278" y="174973"/>
                  </a:lnTo>
                  <a:lnTo>
                    <a:pt x="3101206" y="174942"/>
                  </a:lnTo>
                  <a:lnTo>
                    <a:pt x="3100135" y="174911"/>
                  </a:lnTo>
                  <a:lnTo>
                    <a:pt x="3099063" y="174881"/>
                  </a:lnTo>
                  <a:lnTo>
                    <a:pt x="3097992" y="174852"/>
                  </a:lnTo>
                  <a:lnTo>
                    <a:pt x="3096920" y="174823"/>
                  </a:lnTo>
                  <a:lnTo>
                    <a:pt x="3095848" y="174794"/>
                  </a:lnTo>
                  <a:lnTo>
                    <a:pt x="3094777" y="174766"/>
                  </a:lnTo>
                  <a:lnTo>
                    <a:pt x="3093705" y="174738"/>
                  </a:lnTo>
                  <a:lnTo>
                    <a:pt x="3092634" y="174710"/>
                  </a:lnTo>
                  <a:lnTo>
                    <a:pt x="3091562" y="174683"/>
                  </a:lnTo>
                  <a:lnTo>
                    <a:pt x="3090490" y="174657"/>
                  </a:lnTo>
                  <a:lnTo>
                    <a:pt x="3089419" y="174630"/>
                  </a:lnTo>
                  <a:lnTo>
                    <a:pt x="3088347" y="174605"/>
                  </a:lnTo>
                  <a:lnTo>
                    <a:pt x="3087276" y="174579"/>
                  </a:lnTo>
                  <a:lnTo>
                    <a:pt x="3086204" y="174554"/>
                  </a:lnTo>
                  <a:lnTo>
                    <a:pt x="3085132" y="174530"/>
                  </a:lnTo>
                  <a:lnTo>
                    <a:pt x="3084061" y="174506"/>
                  </a:lnTo>
                  <a:lnTo>
                    <a:pt x="3082989" y="174482"/>
                  </a:lnTo>
                  <a:lnTo>
                    <a:pt x="3081918" y="174459"/>
                  </a:lnTo>
                  <a:lnTo>
                    <a:pt x="3080846" y="174436"/>
                  </a:lnTo>
                  <a:lnTo>
                    <a:pt x="3079774" y="174414"/>
                  </a:lnTo>
                  <a:lnTo>
                    <a:pt x="3078703" y="174392"/>
                  </a:lnTo>
                  <a:lnTo>
                    <a:pt x="3077631" y="174371"/>
                  </a:lnTo>
                  <a:lnTo>
                    <a:pt x="3076560" y="174350"/>
                  </a:lnTo>
                  <a:lnTo>
                    <a:pt x="3075488" y="174329"/>
                  </a:lnTo>
                  <a:lnTo>
                    <a:pt x="3074416" y="174309"/>
                  </a:lnTo>
                  <a:lnTo>
                    <a:pt x="3073345" y="174289"/>
                  </a:lnTo>
                  <a:lnTo>
                    <a:pt x="3072273" y="174270"/>
                  </a:lnTo>
                  <a:lnTo>
                    <a:pt x="3071202" y="174251"/>
                  </a:lnTo>
                  <a:lnTo>
                    <a:pt x="3070130" y="174233"/>
                  </a:lnTo>
                  <a:lnTo>
                    <a:pt x="3069058" y="174215"/>
                  </a:lnTo>
                  <a:lnTo>
                    <a:pt x="3067987" y="174197"/>
                  </a:lnTo>
                  <a:lnTo>
                    <a:pt x="3066915" y="174180"/>
                  </a:lnTo>
                  <a:lnTo>
                    <a:pt x="3065844" y="174164"/>
                  </a:lnTo>
                  <a:lnTo>
                    <a:pt x="3064772" y="174148"/>
                  </a:lnTo>
                  <a:lnTo>
                    <a:pt x="3063700" y="174132"/>
                  </a:lnTo>
                  <a:lnTo>
                    <a:pt x="3062629" y="174117"/>
                  </a:lnTo>
                  <a:lnTo>
                    <a:pt x="3061557" y="174102"/>
                  </a:lnTo>
                  <a:lnTo>
                    <a:pt x="3060486" y="174087"/>
                  </a:lnTo>
                  <a:lnTo>
                    <a:pt x="3059414" y="174073"/>
                  </a:lnTo>
                  <a:lnTo>
                    <a:pt x="3058342" y="174060"/>
                  </a:lnTo>
                  <a:lnTo>
                    <a:pt x="3057271" y="174047"/>
                  </a:lnTo>
                  <a:lnTo>
                    <a:pt x="3056199" y="174034"/>
                  </a:lnTo>
                  <a:lnTo>
                    <a:pt x="3055128" y="174022"/>
                  </a:lnTo>
                  <a:lnTo>
                    <a:pt x="3054056" y="174010"/>
                  </a:lnTo>
                  <a:lnTo>
                    <a:pt x="3052984" y="173999"/>
                  </a:lnTo>
                  <a:lnTo>
                    <a:pt x="3051913" y="173988"/>
                  </a:lnTo>
                  <a:lnTo>
                    <a:pt x="3050841" y="173978"/>
                  </a:lnTo>
                  <a:lnTo>
                    <a:pt x="3049770" y="173968"/>
                  </a:lnTo>
                  <a:lnTo>
                    <a:pt x="3048698" y="173958"/>
                  </a:lnTo>
                  <a:lnTo>
                    <a:pt x="3047626" y="173949"/>
                  </a:lnTo>
                  <a:lnTo>
                    <a:pt x="3046555" y="173940"/>
                  </a:lnTo>
                  <a:lnTo>
                    <a:pt x="3045483" y="173932"/>
                  </a:lnTo>
                  <a:lnTo>
                    <a:pt x="3044412" y="173925"/>
                  </a:lnTo>
                  <a:lnTo>
                    <a:pt x="3043340" y="173917"/>
                  </a:lnTo>
                  <a:lnTo>
                    <a:pt x="3042268" y="173911"/>
                  </a:lnTo>
                  <a:lnTo>
                    <a:pt x="3041197" y="173904"/>
                  </a:lnTo>
                  <a:lnTo>
                    <a:pt x="3040125" y="173898"/>
                  </a:lnTo>
                  <a:lnTo>
                    <a:pt x="3039054" y="173893"/>
                  </a:lnTo>
                  <a:lnTo>
                    <a:pt x="3037982" y="173888"/>
                  </a:lnTo>
                  <a:lnTo>
                    <a:pt x="3036910" y="173883"/>
                  </a:lnTo>
                  <a:lnTo>
                    <a:pt x="3035839" y="173879"/>
                  </a:lnTo>
                  <a:lnTo>
                    <a:pt x="3034767" y="173876"/>
                  </a:lnTo>
                  <a:lnTo>
                    <a:pt x="3033696" y="173872"/>
                  </a:lnTo>
                  <a:lnTo>
                    <a:pt x="3032624" y="173870"/>
                  </a:lnTo>
                  <a:lnTo>
                    <a:pt x="3031552" y="173867"/>
                  </a:lnTo>
                  <a:lnTo>
                    <a:pt x="3030481" y="173866"/>
                  </a:lnTo>
                  <a:lnTo>
                    <a:pt x="3029409" y="173864"/>
                  </a:lnTo>
                  <a:lnTo>
                    <a:pt x="3028338" y="173863"/>
                  </a:lnTo>
                  <a:lnTo>
                    <a:pt x="3027266" y="173863"/>
                  </a:lnTo>
                  <a:lnTo>
                    <a:pt x="3026194" y="173863"/>
                  </a:lnTo>
                  <a:lnTo>
                    <a:pt x="3025123" y="173863"/>
                  </a:lnTo>
                  <a:lnTo>
                    <a:pt x="3024051" y="173864"/>
                  </a:lnTo>
                  <a:lnTo>
                    <a:pt x="3022980" y="173866"/>
                  </a:lnTo>
                  <a:lnTo>
                    <a:pt x="3021908" y="173868"/>
                  </a:lnTo>
                  <a:lnTo>
                    <a:pt x="3020836" y="173870"/>
                  </a:lnTo>
                  <a:lnTo>
                    <a:pt x="3019765" y="173873"/>
                  </a:lnTo>
                  <a:lnTo>
                    <a:pt x="3018693" y="173876"/>
                  </a:lnTo>
                  <a:lnTo>
                    <a:pt x="3017622" y="173880"/>
                  </a:lnTo>
                  <a:lnTo>
                    <a:pt x="3016550" y="173884"/>
                  </a:lnTo>
                  <a:lnTo>
                    <a:pt x="3015479" y="173888"/>
                  </a:lnTo>
                  <a:lnTo>
                    <a:pt x="3014407" y="173894"/>
                  </a:lnTo>
                  <a:lnTo>
                    <a:pt x="3013335" y="173899"/>
                  </a:lnTo>
                  <a:lnTo>
                    <a:pt x="3012264" y="173905"/>
                  </a:lnTo>
                  <a:lnTo>
                    <a:pt x="3011192" y="173912"/>
                  </a:lnTo>
                  <a:lnTo>
                    <a:pt x="3010121" y="173918"/>
                  </a:lnTo>
                  <a:lnTo>
                    <a:pt x="3009049" y="173926"/>
                  </a:lnTo>
                  <a:lnTo>
                    <a:pt x="3007977" y="173934"/>
                  </a:lnTo>
                  <a:lnTo>
                    <a:pt x="3006906" y="173942"/>
                  </a:lnTo>
                  <a:lnTo>
                    <a:pt x="3005834" y="173951"/>
                  </a:lnTo>
                  <a:lnTo>
                    <a:pt x="3004763" y="173960"/>
                  </a:lnTo>
                  <a:lnTo>
                    <a:pt x="3003691" y="173970"/>
                  </a:lnTo>
                  <a:lnTo>
                    <a:pt x="3002619" y="173980"/>
                  </a:lnTo>
                  <a:lnTo>
                    <a:pt x="3001548" y="173991"/>
                  </a:lnTo>
                  <a:lnTo>
                    <a:pt x="3000476" y="174002"/>
                  </a:lnTo>
                  <a:lnTo>
                    <a:pt x="2999405" y="174013"/>
                  </a:lnTo>
                  <a:lnTo>
                    <a:pt x="2998333" y="174025"/>
                  </a:lnTo>
                  <a:lnTo>
                    <a:pt x="2997261" y="174038"/>
                  </a:lnTo>
                  <a:lnTo>
                    <a:pt x="2996190" y="174050"/>
                  </a:lnTo>
                  <a:lnTo>
                    <a:pt x="2995118" y="174064"/>
                  </a:lnTo>
                  <a:lnTo>
                    <a:pt x="2994047" y="174078"/>
                  </a:lnTo>
                  <a:lnTo>
                    <a:pt x="2992975" y="174092"/>
                  </a:lnTo>
                  <a:lnTo>
                    <a:pt x="2991903" y="174107"/>
                  </a:lnTo>
                  <a:lnTo>
                    <a:pt x="2990832" y="174122"/>
                  </a:lnTo>
                  <a:lnTo>
                    <a:pt x="2989760" y="174137"/>
                  </a:lnTo>
                  <a:lnTo>
                    <a:pt x="2988689" y="174153"/>
                  </a:lnTo>
                  <a:lnTo>
                    <a:pt x="2987617" y="174170"/>
                  </a:lnTo>
                  <a:lnTo>
                    <a:pt x="2986545" y="174187"/>
                  </a:lnTo>
                  <a:lnTo>
                    <a:pt x="2985474" y="174204"/>
                  </a:lnTo>
                  <a:lnTo>
                    <a:pt x="2984402" y="174222"/>
                  </a:lnTo>
                  <a:lnTo>
                    <a:pt x="2983331" y="174240"/>
                  </a:lnTo>
                  <a:lnTo>
                    <a:pt x="2982259" y="174259"/>
                  </a:lnTo>
                  <a:lnTo>
                    <a:pt x="2981187" y="174278"/>
                  </a:lnTo>
                  <a:lnTo>
                    <a:pt x="2980116" y="174298"/>
                  </a:lnTo>
                  <a:lnTo>
                    <a:pt x="2979044" y="174318"/>
                  </a:lnTo>
                  <a:lnTo>
                    <a:pt x="2977973" y="174339"/>
                  </a:lnTo>
                  <a:lnTo>
                    <a:pt x="2976901" y="174360"/>
                  </a:lnTo>
                  <a:lnTo>
                    <a:pt x="2975829" y="174381"/>
                  </a:lnTo>
                  <a:lnTo>
                    <a:pt x="2974758" y="174403"/>
                  </a:lnTo>
                  <a:lnTo>
                    <a:pt x="2973686" y="174425"/>
                  </a:lnTo>
                  <a:lnTo>
                    <a:pt x="2972615" y="174448"/>
                  </a:lnTo>
                  <a:lnTo>
                    <a:pt x="2971543" y="174471"/>
                  </a:lnTo>
                  <a:lnTo>
                    <a:pt x="2970471" y="174495"/>
                  </a:lnTo>
                  <a:lnTo>
                    <a:pt x="2969400" y="174519"/>
                  </a:lnTo>
                  <a:lnTo>
                    <a:pt x="2968328" y="174544"/>
                  </a:lnTo>
                  <a:lnTo>
                    <a:pt x="2967257" y="174569"/>
                  </a:lnTo>
                  <a:lnTo>
                    <a:pt x="2966185" y="174594"/>
                  </a:lnTo>
                  <a:lnTo>
                    <a:pt x="2965113" y="174620"/>
                  </a:lnTo>
                  <a:lnTo>
                    <a:pt x="2964042" y="174646"/>
                  </a:lnTo>
                  <a:lnTo>
                    <a:pt x="2962970" y="174673"/>
                  </a:lnTo>
                  <a:lnTo>
                    <a:pt x="2961899" y="174700"/>
                  </a:lnTo>
                  <a:lnTo>
                    <a:pt x="2960827" y="174728"/>
                  </a:lnTo>
                  <a:lnTo>
                    <a:pt x="2959755" y="174756"/>
                  </a:lnTo>
                  <a:lnTo>
                    <a:pt x="2958684" y="174784"/>
                  </a:lnTo>
                  <a:lnTo>
                    <a:pt x="2957612" y="174813"/>
                  </a:lnTo>
                  <a:lnTo>
                    <a:pt x="2956541" y="174842"/>
                  </a:lnTo>
                  <a:lnTo>
                    <a:pt x="2955469" y="174872"/>
                  </a:lnTo>
                  <a:lnTo>
                    <a:pt x="2954397" y="174902"/>
                  </a:lnTo>
                  <a:lnTo>
                    <a:pt x="2953326" y="174933"/>
                  </a:lnTo>
                  <a:lnTo>
                    <a:pt x="2952254" y="174964"/>
                  </a:lnTo>
                  <a:lnTo>
                    <a:pt x="2951183" y="174995"/>
                  </a:lnTo>
                  <a:lnTo>
                    <a:pt x="2950111" y="175027"/>
                  </a:lnTo>
                  <a:lnTo>
                    <a:pt x="2949039" y="175060"/>
                  </a:lnTo>
                  <a:lnTo>
                    <a:pt x="2947968" y="175092"/>
                  </a:lnTo>
                  <a:lnTo>
                    <a:pt x="2946896" y="175126"/>
                  </a:lnTo>
                  <a:lnTo>
                    <a:pt x="2945825" y="175159"/>
                  </a:lnTo>
                  <a:lnTo>
                    <a:pt x="2944753" y="175193"/>
                  </a:lnTo>
                  <a:lnTo>
                    <a:pt x="2943681" y="175228"/>
                  </a:lnTo>
                  <a:lnTo>
                    <a:pt x="2942610" y="175262"/>
                  </a:lnTo>
                  <a:lnTo>
                    <a:pt x="2941538" y="175298"/>
                  </a:lnTo>
                  <a:lnTo>
                    <a:pt x="2940467" y="175333"/>
                  </a:lnTo>
                  <a:lnTo>
                    <a:pt x="2939395" y="175369"/>
                  </a:lnTo>
                  <a:lnTo>
                    <a:pt x="2938323" y="175406"/>
                  </a:lnTo>
                  <a:lnTo>
                    <a:pt x="2937252" y="175443"/>
                  </a:lnTo>
                  <a:lnTo>
                    <a:pt x="2936180" y="175480"/>
                  </a:lnTo>
                  <a:lnTo>
                    <a:pt x="2935109" y="175518"/>
                  </a:lnTo>
                  <a:lnTo>
                    <a:pt x="2934037" y="175556"/>
                  </a:lnTo>
                  <a:lnTo>
                    <a:pt x="2932965" y="175595"/>
                  </a:lnTo>
                  <a:lnTo>
                    <a:pt x="2931894" y="175634"/>
                  </a:lnTo>
                  <a:lnTo>
                    <a:pt x="2930822" y="175673"/>
                  </a:lnTo>
                  <a:lnTo>
                    <a:pt x="2929751" y="175713"/>
                  </a:lnTo>
                  <a:lnTo>
                    <a:pt x="2928679" y="175753"/>
                  </a:lnTo>
                  <a:lnTo>
                    <a:pt x="2927607" y="175793"/>
                  </a:lnTo>
                  <a:lnTo>
                    <a:pt x="2926536" y="175834"/>
                  </a:lnTo>
                  <a:lnTo>
                    <a:pt x="2925464" y="175876"/>
                  </a:lnTo>
                  <a:lnTo>
                    <a:pt x="2924393" y="175918"/>
                  </a:lnTo>
                  <a:lnTo>
                    <a:pt x="2923321" y="175960"/>
                  </a:lnTo>
                  <a:lnTo>
                    <a:pt x="2922249" y="176002"/>
                  </a:lnTo>
                  <a:lnTo>
                    <a:pt x="2921178" y="176045"/>
                  </a:lnTo>
                  <a:lnTo>
                    <a:pt x="2920106" y="176089"/>
                  </a:lnTo>
                  <a:lnTo>
                    <a:pt x="2919035" y="176133"/>
                  </a:lnTo>
                  <a:lnTo>
                    <a:pt x="2917963" y="176177"/>
                  </a:lnTo>
                  <a:lnTo>
                    <a:pt x="2916891" y="176221"/>
                  </a:lnTo>
                  <a:lnTo>
                    <a:pt x="2915820" y="176266"/>
                  </a:lnTo>
                  <a:lnTo>
                    <a:pt x="2914748" y="176312"/>
                  </a:lnTo>
                  <a:lnTo>
                    <a:pt x="2913677" y="176357"/>
                  </a:lnTo>
                  <a:lnTo>
                    <a:pt x="2912605" y="176403"/>
                  </a:lnTo>
                  <a:lnTo>
                    <a:pt x="2911533" y="176450"/>
                  </a:lnTo>
                  <a:lnTo>
                    <a:pt x="2910462" y="176497"/>
                  </a:lnTo>
                  <a:lnTo>
                    <a:pt x="2909390" y="176544"/>
                  </a:lnTo>
                  <a:lnTo>
                    <a:pt x="2908319" y="176592"/>
                  </a:lnTo>
                  <a:lnTo>
                    <a:pt x="2907247" y="176640"/>
                  </a:lnTo>
                  <a:lnTo>
                    <a:pt x="2906175" y="176688"/>
                  </a:lnTo>
                  <a:lnTo>
                    <a:pt x="2905104" y="176737"/>
                  </a:lnTo>
                  <a:lnTo>
                    <a:pt x="2904032" y="176786"/>
                  </a:lnTo>
                  <a:lnTo>
                    <a:pt x="2902961" y="176836"/>
                  </a:lnTo>
                  <a:lnTo>
                    <a:pt x="2901889" y="176886"/>
                  </a:lnTo>
                  <a:lnTo>
                    <a:pt x="2900817" y="176936"/>
                  </a:lnTo>
                  <a:lnTo>
                    <a:pt x="2899746" y="176987"/>
                  </a:lnTo>
                  <a:lnTo>
                    <a:pt x="2898674" y="177038"/>
                  </a:lnTo>
                  <a:lnTo>
                    <a:pt x="2897603" y="177089"/>
                  </a:lnTo>
                  <a:lnTo>
                    <a:pt x="2896531" y="177141"/>
                  </a:lnTo>
                  <a:lnTo>
                    <a:pt x="2895459" y="177193"/>
                  </a:lnTo>
                  <a:lnTo>
                    <a:pt x="2894388" y="177245"/>
                  </a:lnTo>
                  <a:lnTo>
                    <a:pt x="2893316" y="177298"/>
                  </a:lnTo>
                  <a:lnTo>
                    <a:pt x="2892245" y="177352"/>
                  </a:lnTo>
                  <a:lnTo>
                    <a:pt x="2891173" y="177405"/>
                  </a:lnTo>
                  <a:lnTo>
                    <a:pt x="2890101" y="177459"/>
                  </a:lnTo>
                  <a:lnTo>
                    <a:pt x="2889030" y="177513"/>
                  </a:lnTo>
                  <a:lnTo>
                    <a:pt x="2887958" y="177568"/>
                  </a:lnTo>
                  <a:lnTo>
                    <a:pt x="2886887" y="177623"/>
                  </a:lnTo>
                  <a:lnTo>
                    <a:pt x="2885815" y="177678"/>
                  </a:lnTo>
                  <a:lnTo>
                    <a:pt x="2884743" y="177734"/>
                  </a:lnTo>
                  <a:lnTo>
                    <a:pt x="2883672" y="177790"/>
                  </a:lnTo>
                  <a:lnTo>
                    <a:pt x="2882600" y="177846"/>
                  </a:lnTo>
                  <a:lnTo>
                    <a:pt x="2881529" y="177903"/>
                  </a:lnTo>
                  <a:lnTo>
                    <a:pt x="2880457" y="177960"/>
                  </a:lnTo>
                  <a:lnTo>
                    <a:pt x="2879385" y="178018"/>
                  </a:lnTo>
                  <a:lnTo>
                    <a:pt x="2878314" y="178076"/>
                  </a:lnTo>
                  <a:lnTo>
                    <a:pt x="2877242" y="178134"/>
                  </a:lnTo>
                  <a:lnTo>
                    <a:pt x="2876171" y="178192"/>
                  </a:lnTo>
                  <a:lnTo>
                    <a:pt x="2875099" y="178251"/>
                  </a:lnTo>
                  <a:lnTo>
                    <a:pt x="2874027" y="178310"/>
                  </a:lnTo>
                  <a:lnTo>
                    <a:pt x="2872956" y="178369"/>
                  </a:lnTo>
                  <a:lnTo>
                    <a:pt x="2871884" y="178429"/>
                  </a:lnTo>
                  <a:lnTo>
                    <a:pt x="2870813" y="178489"/>
                  </a:lnTo>
                  <a:lnTo>
                    <a:pt x="2869741" y="178550"/>
                  </a:lnTo>
                  <a:lnTo>
                    <a:pt x="2868669" y="178611"/>
                  </a:lnTo>
                  <a:lnTo>
                    <a:pt x="2867598" y="178672"/>
                  </a:lnTo>
                  <a:lnTo>
                    <a:pt x="2866526" y="178733"/>
                  </a:lnTo>
                  <a:lnTo>
                    <a:pt x="2865455" y="178795"/>
                  </a:lnTo>
                  <a:lnTo>
                    <a:pt x="2864383" y="178857"/>
                  </a:lnTo>
                  <a:lnTo>
                    <a:pt x="2863311" y="178919"/>
                  </a:lnTo>
                  <a:lnTo>
                    <a:pt x="2862240" y="178982"/>
                  </a:lnTo>
                  <a:lnTo>
                    <a:pt x="2861168" y="179045"/>
                  </a:lnTo>
                  <a:lnTo>
                    <a:pt x="2860097" y="179108"/>
                  </a:lnTo>
                  <a:lnTo>
                    <a:pt x="2859025" y="179172"/>
                  </a:lnTo>
                  <a:lnTo>
                    <a:pt x="2857953" y="179236"/>
                  </a:lnTo>
                  <a:lnTo>
                    <a:pt x="2856882" y="179300"/>
                  </a:lnTo>
                  <a:lnTo>
                    <a:pt x="2855810" y="179365"/>
                  </a:lnTo>
                  <a:lnTo>
                    <a:pt x="2854739" y="179430"/>
                  </a:lnTo>
                  <a:lnTo>
                    <a:pt x="2853667" y="179495"/>
                  </a:lnTo>
                  <a:lnTo>
                    <a:pt x="2852595" y="179560"/>
                  </a:lnTo>
                  <a:lnTo>
                    <a:pt x="2851524" y="179626"/>
                  </a:lnTo>
                  <a:lnTo>
                    <a:pt x="2850452" y="179692"/>
                  </a:lnTo>
                  <a:lnTo>
                    <a:pt x="2849381" y="179759"/>
                  </a:lnTo>
                  <a:lnTo>
                    <a:pt x="2848309" y="179825"/>
                  </a:lnTo>
                  <a:lnTo>
                    <a:pt x="2847237" y="179892"/>
                  </a:lnTo>
                  <a:lnTo>
                    <a:pt x="2846166" y="179960"/>
                  </a:lnTo>
                  <a:lnTo>
                    <a:pt x="2845094" y="180027"/>
                  </a:lnTo>
                  <a:lnTo>
                    <a:pt x="2844023" y="180095"/>
                  </a:lnTo>
                  <a:lnTo>
                    <a:pt x="2842951" y="180163"/>
                  </a:lnTo>
                  <a:lnTo>
                    <a:pt x="2841879" y="180232"/>
                  </a:lnTo>
                  <a:lnTo>
                    <a:pt x="2840808" y="180300"/>
                  </a:lnTo>
                  <a:lnTo>
                    <a:pt x="2839736" y="180369"/>
                  </a:lnTo>
                  <a:lnTo>
                    <a:pt x="2838665" y="180438"/>
                  </a:lnTo>
                  <a:lnTo>
                    <a:pt x="2837593" y="180508"/>
                  </a:lnTo>
                  <a:lnTo>
                    <a:pt x="2836522" y="180578"/>
                  </a:lnTo>
                  <a:lnTo>
                    <a:pt x="2835450" y="180648"/>
                  </a:lnTo>
                  <a:lnTo>
                    <a:pt x="2834378" y="180718"/>
                  </a:lnTo>
                  <a:lnTo>
                    <a:pt x="2833307" y="180789"/>
                  </a:lnTo>
                  <a:lnTo>
                    <a:pt x="2832235" y="180860"/>
                  </a:lnTo>
                  <a:lnTo>
                    <a:pt x="2831164" y="180931"/>
                  </a:lnTo>
                  <a:lnTo>
                    <a:pt x="2830092" y="181002"/>
                  </a:lnTo>
                  <a:lnTo>
                    <a:pt x="2829020" y="181074"/>
                  </a:lnTo>
                  <a:lnTo>
                    <a:pt x="2827949" y="181146"/>
                  </a:lnTo>
                  <a:lnTo>
                    <a:pt x="2826877" y="181218"/>
                  </a:lnTo>
                  <a:lnTo>
                    <a:pt x="2825806" y="181290"/>
                  </a:lnTo>
                  <a:lnTo>
                    <a:pt x="2824734" y="181363"/>
                  </a:lnTo>
                  <a:lnTo>
                    <a:pt x="2823662" y="181436"/>
                  </a:lnTo>
                  <a:lnTo>
                    <a:pt x="2822591" y="181509"/>
                  </a:lnTo>
                  <a:lnTo>
                    <a:pt x="2821519" y="181583"/>
                  </a:lnTo>
                  <a:lnTo>
                    <a:pt x="2820448" y="181656"/>
                  </a:lnTo>
                  <a:lnTo>
                    <a:pt x="2819376" y="181730"/>
                  </a:lnTo>
                  <a:lnTo>
                    <a:pt x="2818304" y="181805"/>
                  </a:lnTo>
                  <a:lnTo>
                    <a:pt x="2817233" y="181879"/>
                  </a:lnTo>
                  <a:lnTo>
                    <a:pt x="2816161" y="181954"/>
                  </a:lnTo>
                  <a:lnTo>
                    <a:pt x="2815090" y="182029"/>
                  </a:lnTo>
                  <a:lnTo>
                    <a:pt x="2814018" y="182104"/>
                  </a:lnTo>
                  <a:lnTo>
                    <a:pt x="2812946" y="182179"/>
                  </a:lnTo>
                  <a:lnTo>
                    <a:pt x="2811875" y="182255"/>
                  </a:lnTo>
                  <a:lnTo>
                    <a:pt x="2810803" y="182330"/>
                  </a:lnTo>
                  <a:lnTo>
                    <a:pt x="2809732" y="182407"/>
                  </a:lnTo>
                  <a:lnTo>
                    <a:pt x="2808660" y="182483"/>
                  </a:lnTo>
                  <a:lnTo>
                    <a:pt x="2807588" y="182559"/>
                  </a:lnTo>
                  <a:lnTo>
                    <a:pt x="2806517" y="182636"/>
                  </a:lnTo>
                  <a:lnTo>
                    <a:pt x="2805445" y="182713"/>
                  </a:lnTo>
                  <a:lnTo>
                    <a:pt x="2804374" y="182790"/>
                  </a:lnTo>
                  <a:lnTo>
                    <a:pt x="2803302" y="182867"/>
                  </a:lnTo>
                  <a:lnTo>
                    <a:pt x="2802230" y="182945"/>
                  </a:lnTo>
                  <a:lnTo>
                    <a:pt x="2801159" y="183023"/>
                  </a:lnTo>
                  <a:lnTo>
                    <a:pt x="2800087" y="183101"/>
                  </a:lnTo>
                  <a:lnTo>
                    <a:pt x="2799016" y="183179"/>
                  </a:lnTo>
                  <a:lnTo>
                    <a:pt x="2797944" y="183257"/>
                  </a:lnTo>
                  <a:lnTo>
                    <a:pt x="2796872" y="183336"/>
                  </a:lnTo>
                  <a:lnTo>
                    <a:pt x="2795801" y="183415"/>
                  </a:lnTo>
                  <a:lnTo>
                    <a:pt x="2794729" y="183494"/>
                  </a:lnTo>
                  <a:lnTo>
                    <a:pt x="2793658" y="183573"/>
                  </a:lnTo>
                  <a:lnTo>
                    <a:pt x="2792586" y="183652"/>
                  </a:lnTo>
                  <a:lnTo>
                    <a:pt x="2791514" y="183732"/>
                  </a:lnTo>
                  <a:lnTo>
                    <a:pt x="2790443" y="183812"/>
                  </a:lnTo>
                  <a:lnTo>
                    <a:pt x="2789371" y="183892"/>
                  </a:lnTo>
                  <a:lnTo>
                    <a:pt x="2788300" y="183972"/>
                  </a:lnTo>
                  <a:lnTo>
                    <a:pt x="2787228" y="184052"/>
                  </a:lnTo>
                  <a:lnTo>
                    <a:pt x="2786156" y="184133"/>
                  </a:lnTo>
                  <a:lnTo>
                    <a:pt x="2785085" y="184213"/>
                  </a:lnTo>
                  <a:lnTo>
                    <a:pt x="2784013" y="184294"/>
                  </a:lnTo>
                  <a:lnTo>
                    <a:pt x="2782942" y="184375"/>
                  </a:lnTo>
                  <a:lnTo>
                    <a:pt x="2781870" y="184456"/>
                  </a:lnTo>
                  <a:lnTo>
                    <a:pt x="2780798" y="184538"/>
                  </a:lnTo>
                  <a:lnTo>
                    <a:pt x="2779727" y="184619"/>
                  </a:lnTo>
                  <a:lnTo>
                    <a:pt x="2778655" y="184701"/>
                  </a:lnTo>
                  <a:lnTo>
                    <a:pt x="2777584" y="184783"/>
                  </a:lnTo>
                  <a:lnTo>
                    <a:pt x="2776512" y="184865"/>
                  </a:lnTo>
                  <a:lnTo>
                    <a:pt x="2775440" y="184947"/>
                  </a:lnTo>
                  <a:lnTo>
                    <a:pt x="2774369" y="185029"/>
                  </a:lnTo>
                  <a:lnTo>
                    <a:pt x="2773297" y="185112"/>
                  </a:lnTo>
                  <a:lnTo>
                    <a:pt x="2772226" y="185195"/>
                  </a:lnTo>
                  <a:lnTo>
                    <a:pt x="2771154" y="185277"/>
                  </a:lnTo>
                  <a:lnTo>
                    <a:pt x="2770082" y="185360"/>
                  </a:lnTo>
                  <a:lnTo>
                    <a:pt x="2769011" y="185443"/>
                  </a:lnTo>
                  <a:lnTo>
                    <a:pt x="2767939" y="185527"/>
                  </a:lnTo>
                  <a:lnTo>
                    <a:pt x="2766868" y="185610"/>
                  </a:lnTo>
                  <a:lnTo>
                    <a:pt x="2765796" y="185694"/>
                  </a:lnTo>
                  <a:lnTo>
                    <a:pt x="2764724" y="185777"/>
                  </a:lnTo>
                  <a:lnTo>
                    <a:pt x="2763653" y="185861"/>
                  </a:lnTo>
                  <a:lnTo>
                    <a:pt x="2762581" y="185945"/>
                  </a:lnTo>
                  <a:lnTo>
                    <a:pt x="2761510" y="186029"/>
                  </a:lnTo>
                  <a:lnTo>
                    <a:pt x="2760438" y="186113"/>
                  </a:lnTo>
                  <a:lnTo>
                    <a:pt x="2759366" y="186198"/>
                  </a:lnTo>
                  <a:lnTo>
                    <a:pt x="2758295" y="186282"/>
                  </a:lnTo>
                  <a:lnTo>
                    <a:pt x="2757223" y="186366"/>
                  </a:lnTo>
                  <a:lnTo>
                    <a:pt x="2756152" y="186451"/>
                  </a:lnTo>
                  <a:lnTo>
                    <a:pt x="2755080" y="186536"/>
                  </a:lnTo>
                  <a:lnTo>
                    <a:pt x="2754008" y="186621"/>
                  </a:lnTo>
                  <a:lnTo>
                    <a:pt x="2752937" y="186706"/>
                  </a:lnTo>
                  <a:lnTo>
                    <a:pt x="2751865" y="186791"/>
                  </a:lnTo>
                  <a:lnTo>
                    <a:pt x="2750794" y="186876"/>
                  </a:lnTo>
                  <a:lnTo>
                    <a:pt x="2749722" y="186962"/>
                  </a:lnTo>
                  <a:lnTo>
                    <a:pt x="2748650" y="187047"/>
                  </a:lnTo>
                  <a:lnTo>
                    <a:pt x="2747579" y="187133"/>
                  </a:lnTo>
                  <a:lnTo>
                    <a:pt x="2746507" y="187218"/>
                  </a:lnTo>
                  <a:lnTo>
                    <a:pt x="2745436" y="187304"/>
                  </a:lnTo>
                  <a:lnTo>
                    <a:pt x="2744364" y="187390"/>
                  </a:lnTo>
                  <a:lnTo>
                    <a:pt x="2743292" y="187476"/>
                  </a:lnTo>
                  <a:lnTo>
                    <a:pt x="2742221" y="187562"/>
                  </a:lnTo>
                  <a:lnTo>
                    <a:pt x="2741149" y="187648"/>
                  </a:lnTo>
                  <a:lnTo>
                    <a:pt x="2740078" y="187734"/>
                  </a:lnTo>
                  <a:lnTo>
                    <a:pt x="2739006" y="187820"/>
                  </a:lnTo>
                  <a:lnTo>
                    <a:pt x="2737934" y="187907"/>
                  </a:lnTo>
                  <a:lnTo>
                    <a:pt x="2736863" y="187993"/>
                  </a:lnTo>
                  <a:lnTo>
                    <a:pt x="2735791" y="188079"/>
                  </a:lnTo>
                  <a:lnTo>
                    <a:pt x="2734720" y="188166"/>
                  </a:lnTo>
                  <a:lnTo>
                    <a:pt x="2733648" y="188253"/>
                  </a:lnTo>
                  <a:lnTo>
                    <a:pt x="2732576" y="188339"/>
                  </a:lnTo>
                  <a:lnTo>
                    <a:pt x="2731505" y="188426"/>
                  </a:lnTo>
                  <a:lnTo>
                    <a:pt x="2730433" y="188513"/>
                  </a:lnTo>
                  <a:lnTo>
                    <a:pt x="2729362" y="188600"/>
                  </a:lnTo>
                  <a:lnTo>
                    <a:pt x="2728290" y="188687"/>
                  </a:lnTo>
                  <a:lnTo>
                    <a:pt x="2727218" y="188774"/>
                  </a:lnTo>
                  <a:lnTo>
                    <a:pt x="2726147" y="188861"/>
                  </a:lnTo>
                  <a:lnTo>
                    <a:pt x="2725075" y="188948"/>
                  </a:lnTo>
                  <a:lnTo>
                    <a:pt x="2724004" y="189035"/>
                  </a:lnTo>
                  <a:lnTo>
                    <a:pt x="2722932" y="189122"/>
                  </a:lnTo>
                  <a:lnTo>
                    <a:pt x="2721860" y="189210"/>
                  </a:lnTo>
                  <a:lnTo>
                    <a:pt x="2720789" y="189297"/>
                  </a:lnTo>
                  <a:lnTo>
                    <a:pt x="2719717" y="189384"/>
                  </a:lnTo>
                  <a:lnTo>
                    <a:pt x="2718646" y="189472"/>
                  </a:lnTo>
                  <a:lnTo>
                    <a:pt x="2717574" y="189559"/>
                  </a:lnTo>
                  <a:lnTo>
                    <a:pt x="2716502" y="189647"/>
                  </a:lnTo>
                  <a:lnTo>
                    <a:pt x="2715431" y="189734"/>
                  </a:lnTo>
                  <a:lnTo>
                    <a:pt x="2714359" y="189822"/>
                  </a:lnTo>
                  <a:lnTo>
                    <a:pt x="2713288" y="189909"/>
                  </a:lnTo>
                  <a:lnTo>
                    <a:pt x="2712216" y="189997"/>
                  </a:lnTo>
                  <a:lnTo>
                    <a:pt x="2711144" y="190084"/>
                  </a:lnTo>
                  <a:lnTo>
                    <a:pt x="2710073" y="190172"/>
                  </a:lnTo>
                  <a:lnTo>
                    <a:pt x="2709001" y="190259"/>
                  </a:lnTo>
                  <a:lnTo>
                    <a:pt x="2707930" y="190347"/>
                  </a:lnTo>
                  <a:lnTo>
                    <a:pt x="2706858" y="190435"/>
                  </a:lnTo>
                  <a:lnTo>
                    <a:pt x="2705786" y="190522"/>
                  </a:lnTo>
                  <a:lnTo>
                    <a:pt x="2704715" y="190610"/>
                  </a:lnTo>
                  <a:lnTo>
                    <a:pt x="2703643" y="190698"/>
                  </a:lnTo>
                  <a:lnTo>
                    <a:pt x="2702572" y="190785"/>
                  </a:lnTo>
                  <a:lnTo>
                    <a:pt x="2701500" y="190873"/>
                  </a:lnTo>
                  <a:lnTo>
                    <a:pt x="2700428" y="190961"/>
                  </a:lnTo>
                  <a:lnTo>
                    <a:pt x="2699357" y="191048"/>
                  </a:lnTo>
                  <a:lnTo>
                    <a:pt x="2698285" y="191136"/>
                  </a:lnTo>
                  <a:lnTo>
                    <a:pt x="2697214" y="191224"/>
                  </a:lnTo>
                  <a:lnTo>
                    <a:pt x="2696142" y="191311"/>
                  </a:lnTo>
                  <a:lnTo>
                    <a:pt x="2695070" y="191399"/>
                  </a:lnTo>
                  <a:lnTo>
                    <a:pt x="2693999" y="191486"/>
                  </a:lnTo>
                  <a:lnTo>
                    <a:pt x="2692927" y="191574"/>
                  </a:lnTo>
                  <a:lnTo>
                    <a:pt x="2691856" y="191662"/>
                  </a:lnTo>
                  <a:lnTo>
                    <a:pt x="2690784" y="191749"/>
                  </a:lnTo>
                  <a:lnTo>
                    <a:pt x="2689712" y="191837"/>
                  </a:lnTo>
                  <a:lnTo>
                    <a:pt x="2688641" y="191924"/>
                  </a:lnTo>
                  <a:lnTo>
                    <a:pt x="2687569" y="192011"/>
                  </a:lnTo>
                  <a:lnTo>
                    <a:pt x="2686498" y="192099"/>
                  </a:lnTo>
                  <a:lnTo>
                    <a:pt x="2685426" y="192186"/>
                  </a:lnTo>
                  <a:lnTo>
                    <a:pt x="2684354" y="192274"/>
                  </a:lnTo>
                  <a:lnTo>
                    <a:pt x="2683283" y="192361"/>
                  </a:lnTo>
                  <a:lnTo>
                    <a:pt x="2682211" y="192448"/>
                  </a:lnTo>
                  <a:lnTo>
                    <a:pt x="2681140" y="192535"/>
                  </a:lnTo>
                  <a:lnTo>
                    <a:pt x="2680068" y="192622"/>
                  </a:lnTo>
                  <a:lnTo>
                    <a:pt x="2678996" y="192710"/>
                  </a:lnTo>
                  <a:lnTo>
                    <a:pt x="2677925" y="192797"/>
                  </a:lnTo>
                  <a:lnTo>
                    <a:pt x="2676853" y="192884"/>
                  </a:lnTo>
                  <a:lnTo>
                    <a:pt x="2675782" y="192970"/>
                  </a:lnTo>
                  <a:lnTo>
                    <a:pt x="2674710" y="193057"/>
                  </a:lnTo>
                  <a:lnTo>
                    <a:pt x="2673638" y="193144"/>
                  </a:lnTo>
                  <a:lnTo>
                    <a:pt x="2672567" y="193231"/>
                  </a:lnTo>
                  <a:lnTo>
                    <a:pt x="2671495" y="193318"/>
                  </a:lnTo>
                  <a:lnTo>
                    <a:pt x="2670424" y="193404"/>
                  </a:lnTo>
                  <a:lnTo>
                    <a:pt x="2669352" y="193491"/>
                  </a:lnTo>
                  <a:lnTo>
                    <a:pt x="2668280" y="193577"/>
                  </a:lnTo>
                  <a:lnTo>
                    <a:pt x="2667209" y="193664"/>
                  </a:lnTo>
                  <a:lnTo>
                    <a:pt x="2666137" y="193750"/>
                  </a:lnTo>
                  <a:lnTo>
                    <a:pt x="2665066" y="193836"/>
                  </a:lnTo>
                  <a:lnTo>
                    <a:pt x="2663994" y="193922"/>
                  </a:lnTo>
                  <a:lnTo>
                    <a:pt x="2662922" y="194008"/>
                  </a:lnTo>
                  <a:lnTo>
                    <a:pt x="2661851" y="194094"/>
                  </a:lnTo>
                  <a:lnTo>
                    <a:pt x="2660779" y="194180"/>
                  </a:lnTo>
                  <a:lnTo>
                    <a:pt x="2659708" y="194266"/>
                  </a:lnTo>
                  <a:lnTo>
                    <a:pt x="2658636" y="194351"/>
                  </a:lnTo>
                  <a:lnTo>
                    <a:pt x="2657565" y="194437"/>
                  </a:lnTo>
                  <a:lnTo>
                    <a:pt x="2656493" y="194522"/>
                  </a:lnTo>
                  <a:lnTo>
                    <a:pt x="2655421" y="194608"/>
                  </a:lnTo>
                  <a:lnTo>
                    <a:pt x="2654350" y="194693"/>
                  </a:lnTo>
                  <a:lnTo>
                    <a:pt x="2653278" y="194778"/>
                  </a:lnTo>
                  <a:lnTo>
                    <a:pt x="2652207" y="194863"/>
                  </a:lnTo>
                  <a:lnTo>
                    <a:pt x="2651135" y="194948"/>
                  </a:lnTo>
                  <a:lnTo>
                    <a:pt x="2650063" y="195033"/>
                  </a:lnTo>
                  <a:lnTo>
                    <a:pt x="2648992" y="195118"/>
                  </a:lnTo>
                  <a:lnTo>
                    <a:pt x="2647920" y="195202"/>
                  </a:lnTo>
                  <a:lnTo>
                    <a:pt x="2646849" y="195287"/>
                  </a:lnTo>
                  <a:lnTo>
                    <a:pt x="2645777" y="195371"/>
                  </a:lnTo>
                  <a:lnTo>
                    <a:pt x="2644705" y="195455"/>
                  </a:lnTo>
                  <a:lnTo>
                    <a:pt x="2643634" y="195539"/>
                  </a:lnTo>
                  <a:lnTo>
                    <a:pt x="2642562" y="195623"/>
                  </a:lnTo>
                  <a:lnTo>
                    <a:pt x="2641491" y="195707"/>
                  </a:lnTo>
                  <a:lnTo>
                    <a:pt x="2640419" y="195791"/>
                  </a:lnTo>
                  <a:lnTo>
                    <a:pt x="2639347" y="195874"/>
                  </a:lnTo>
                  <a:lnTo>
                    <a:pt x="2638276" y="195957"/>
                  </a:lnTo>
                  <a:lnTo>
                    <a:pt x="2637204" y="196041"/>
                  </a:lnTo>
                  <a:lnTo>
                    <a:pt x="2636133" y="196124"/>
                  </a:lnTo>
                  <a:lnTo>
                    <a:pt x="2635061" y="196207"/>
                  </a:lnTo>
                  <a:lnTo>
                    <a:pt x="2633989" y="196289"/>
                  </a:lnTo>
                  <a:lnTo>
                    <a:pt x="2632918" y="196372"/>
                  </a:lnTo>
                  <a:lnTo>
                    <a:pt x="2631846" y="196454"/>
                  </a:lnTo>
                  <a:lnTo>
                    <a:pt x="2630775" y="196537"/>
                  </a:lnTo>
                  <a:lnTo>
                    <a:pt x="2629703" y="196619"/>
                  </a:lnTo>
                  <a:lnTo>
                    <a:pt x="2628631" y="196701"/>
                  </a:lnTo>
                  <a:lnTo>
                    <a:pt x="2627560" y="196782"/>
                  </a:lnTo>
                  <a:lnTo>
                    <a:pt x="2626488" y="196864"/>
                  </a:lnTo>
                  <a:lnTo>
                    <a:pt x="2625417" y="196946"/>
                  </a:lnTo>
                  <a:lnTo>
                    <a:pt x="2624345" y="197027"/>
                  </a:lnTo>
                  <a:lnTo>
                    <a:pt x="2623273" y="197108"/>
                  </a:lnTo>
                  <a:lnTo>
                    <a:pt x="2622202" y="197189"/>
                  </a:lnTo>
                  <a:lnTo>
                    <a:pt x="2621130" y="197269"/>
                  </a:lnTo>
                  <a:lnTo>
                    <a:pt x="2620059" y="197350"/>
                  </a:lnTo>
                  <a:lnTo>
                    <a:pt x="2618987" y="197430"/>
                  </a:lnTo>
                  <a:lnTo>
                    <a:pt x="2617915" y="197511"/>
                  </a:lnTo>
                  <a:lnTo>
                    <a:pt x="2616844" y="197590"/>
                  </a:lnTo>
                  <a:lnTo>
                    <a:pt x="2615772" y="197670"/>
                  </a:lnTo>
                  <a:lnTo>
                    <a:pt x="2614701" y="197750"/>
                  </a:lnTo>
                  <a:lnTo>
                    <a:pt x="2613629" y="197829"/>
                  </a:lnTo>
                  <a:lnTo>
                    <a:pt x="2612557" y="197908"/>
                  </a:lnTo>
                  <a:lnTo>
                    <a:pt x="2611486" y="197987"/>
                  </a:lnTo>
                  <a:lnTo>
                    <a:pt x="2610414" y="198066"/>
                  </a:lnTo>
                  <a:lnTo>
                    <a:pt x="2609343" y="198145"/>
                  </a:lnTo>
                  <a:lnTo>
                    <a:pt x="2608271" y="198223"/>
                  </a:lnTo>
                  <a:lnTo>
                    <a:pt x="2607199" y="198301"/>
                  </a:lnTo>
                  <a:lnTo>
                    <a:pt x="2606128" y="198379"/>
                  </a:lnTo>
                  <a:lnTo>
                    <a:pt x="2605056" y="198457"/>
                  </a:lnTo>
                  <a:lnTo>
                    <a:pt x="2603985" y="198534"/>
                  </a:lnTo>
                  <a:lnTo>
                    <a:pt x="2602913" y="198611"/>
                  </a:lnTo>
                  <a:lnTo>
                    <a:pt x="2601841" y="198688"/>
                  </a:lnTo>
                  <a:lnTo>
                    <a:pt x="2600770" y="198765"/>
                  </a:lnTo>
                  <a:lnTo>
                    <a:pt x="2599698" y="198842"/>
                  </a:lnTo>
                  <a:lnTo>
                    <a:pt x="2598627" y="198918"/>
                  </a:lnTo>
                  <a:lnTo>
                    <a:pt x="2597555" y="198994"/>
                  </a:lnTo>
                  <a:lnTo>
                    <a:pt x="2596483" y="199070"/>
                  </a:lnTo>
                  <a:lnTo>
                    <a:pt x="2595412" y="199145"/>
                  </a:lnTo>
                  <a:lnTo>
                    <a:pt x="2594340" y="199221"/>
                  </a:lnTo>
                  <a:lnTo>
                    <a:pt x="2593269" y="199296"/>
                  </a:lnTo>
                  <a:lnTo>
                    <a:pt x="2592197" y="199371"/>
                  </a:lnTo>
                  <a:lnTo>
                    <a:pt x="2591125" y="199445"/>
                  </a:lnTo>
                  <a:lnTo>
                    <a:pt x="2590054" y="199520"/>
                  </a:lnTo>
                  <a:lnTo>
                    <a:pt x="2588982" y="199594"/>
                  </a:lnTo>
                  <a:lnTo>
                    <a:pt x="2587911" y="199668"/>
                  </a:lnTo>
                  <a:lnTo>
                    <a:pt x="2586839" y="199741"/>
                  </a:lnTo>
                  <a:lnTo>
                    <a:pt x="2585767" y="199815"/>
                  </a:lnTo>
                  <a:lnTo>
                    <a:pt x="2584696" y="199888"/>
                  </a:lnTo>
                  <a:lnTo>
                    <a:pt x="2583624" y="199960"/>
                  </a:lnTo>
                  <a:lnTo>
                    <a:pt x="2582553" y="200033"/>
                  </a:lnTo>
                  <a:lnTo>
                    <a:pt x="2581481" y="200105"/>
                  </a:lnTo>
                  <a:lnTo>
                    <a:pt x="2580409" y="200177"/>
                  </a:lnTo>
                  <a:lnTo>
                    <a:pt x="2579338" y="200249"/>
                  </a:lnTo>
                  <a:lnTo>
                    <a:pt x="2578266" y="200320"/>
                  </a:lnTo>
                  <a:lnTo>
                    <a:pt x="2577195" y="200391"/>
                  </a:lnTo>
                  <a:lnTo>
                    <a:pt x="2576123" y="200462"/>
                  </a:lnTo>
                  <a:lnTo>
                    <a:pt x="2575051" y="200533"/>
                  </a:lnTo>
                  <a:lnTo>
                    <a:pt x="2573980" y="200603"/>
                  </a:lnTo>
                  <a:lnTo>
                    <a:pt x="2572908" y="200673"/>
                  </a:lnTo>
                  <a:lnTo>
                    <a:pt x="2571837" y="200742"/>
                  </a:lnTo>
                  <a:lnTo>
                    <a:pt x="2570765" y="200812"/>
                  </a:lnTo>
                  <a:lnTo>
                    <a:pt x="2569693" y="200881"/>
                  </a:lnTo>
                  <a:lnTo>
                    <a:pt x="2568622" y="200950"/>
                  </a:lnTo>
                  <a:lnTo>
                    <a:pt x="2567550" y="201018"/>
                  </a:lnTo>
                  <a:lnTo>
                    <a:pt x="2566479" y="201086"/>
                  </a:lnTo>
                  <a:lnTo>
                    <a:pt x="2565407" y="201154"/>
                  </a:lnTo>
                  <a:lnTo>
                    <a:pt x="2564335" y="201222"/>
                  </a:lnTo>
                  <a:lnTo>
                    <a:pt x="2563264" y="201289"/>
                  </a:lnTo>
                  <a:lnTo>
                    <a:pt x="2562192" y="201356"/>
                  </a:lnTo>
                  <a:lnTo>
                    <a:pt x="2561121" y="201422"/>
                  </a:lnTo>
                  <a:lnTo>
                    <a:pt x="2560049" y="201489"/>
                  </a:lnTo>
                  <a:lnTo>
                    <a:pt x="2558977" y="201554"/>
                  </a:lnTo>
                  <a:lnTo>
                    <a:pt x="2557906" y="201620"/>
                  </a:lnTo>
                  <a:lnTo>
                    <a:pt x="2556834" y="201685"/>
                  </a:lnTo>
                  <a:lnTo>
                    <a:pt x="2555763" y="201750"/>
                  </a:lnTo>
                  <a:lnTo>
                    <a:pt x="2554691" y="201815"/>
                  </a:lnTo>
                  <a:lnTo>
                    <a:pt x="2553619" y="201879"/>
                  </a:lnTo>
                  <a:lnTo>
                    <a:pt x="2552548" y="201943"/>
                  </a:lnTo>
                  <a:lnTo>
                    <a:pt x="2551476" y="202007"/>
                  </a:lnTo>
                  <a:lnTo>
                    <a:pt x="2550405" y="202070"/>
                  </a:lnTo>
                  <a:lnTo>
                    <a:pt x="2549333" y="202133"/>
                  </a:lnTo>
                  <a:lnTo>
                    <a:pt x="2548261" y="202195"/>
                  </a:lnTo>
                  <a:lnTo>
                    <a:pt x="2547190" y="202258"/>
                  </a:lnTo>
                  <a:lnTo>
                    <a:pt x="2546118" y="202319"/>
                  </a:lnTo>
                  <a:lnTo>
                    <a:pt x="2545047" y="202381"/>
                  </a:lnTo>
                  <a:lnTo>
                    <a:pt x="2543975" y="202442"/>
                  </a:lnTo>
                  <a:lnTo>
                    <a:pt x="2542903" y="202503"/>
                  </a:lnTo>
                  <a:lnTo>
                    <a:pt x="2541832" y="202563"/>
                  </a:lnTo>
                  <a:lnTo>
                    <a:pt x="2540760" y="202623"/>
                  </a:lnTo>
                  <a:lnTo>
                    <a:pt x="2539689" y="202683"/>
                  </a:lnTo>
                  <a:lnTo>
                    <a:pt x="2538617" y="202742"/>
                  </a:lnTo>
                  <a:lnTo>
                    <a:pt x="2537545" y="202801"/>
                  </a:lnTo>
                  <a:lnTo>
                    <a:pt x="2536474" y="202860"/>
                  </a:lnTo>
                  <a:lnTo>
                    <a:pt x="2535402" y="202918"/>
                  </a:lnTo>
                  <a:lnTo>
                    <a:pt x="2534331" y="202976"/>
                  </a:lnTo>
                  <a:lnTo>
                    <a:pt x="2533259" y="203033"/>
                  </a:lnTo>
                  <a:lnTo>
                    <a:pt x="2532187" y="203090"/>
                  </a:lnTo>
                  <a:lnTo>
                    <a:pt x="2531116" y="203147"/>
                  </a:lnTo>
                  <a:lnTo>
                    <a:pt x="2530044" y="203203"/>
                  </a:lnTo>
                  <a:lnTo>
                    <a:pt x="2528973" y="203259"/>
                  </a:lnTo>
                  <a:lnTo>
                    <a:pt x="2527901" y="203315"/>
                  </a:lnTo>
                  <a:lnTo>
                    <a:pt x="2526829" y="203370"/>
                  </a:lnTo>
                  <a:lnTo>
                    <a:pt x="2525758" y="203424"/>
                  </a:lnTo>
                  <a:lnTo>
                    <a:pt x="2524686" y="203479"/>
                  </a:lnTo>
                  <a:lnTo>
                    <a:pt x="2523615" y="203533"/>
                  </a:lnTo>
                  <a:lnTo>
                    <a:pt x="2522543" y="203586"/>
                  </a:lnTo>
                  <a:lnTo>
                    <a:pt x="2521471" y="203639"/>
                  </a:lnTo>
                  <a:lnTo>
                    <a:pt x="2520400" y="203692"/>
                  </a:lnTo>
                  <a:lnTo>
                    <a:pt x="2519328" y="203744"/>
                  </a:lnTo>
                  <a:lnTo>
                    <a:pt x="2518257" y="203796"/>
                  </a:lnTo>
                  <a:lnTo>
                    <a:pt x="2517185" y="203847"/>
                  </a:lnTo>
                  <a:lnTo>
                    <a:pt x="2516113" y="203898"/>
                  </a:lnTo>
                  <a:lnTo>
                    <a:pt x="2515042" y="203949"/>
                  </a:lnTo>
                  <a:lnTo>
                    <a:pt x="2513970" y="203999"/>
                  </a:lnTo>
                  <a:lnTo>
                    <a:pt x="2512899" y="204049"/>
                  </a:lnTo>
                  <a:lnTo>
                    <a:pt x="2511827" y="204098"/>
                  </a:lnTo>
                  <a:lnTo>
                    <a:pt x="2510755" y="204147"/>
                  </a:lnTo>
                  <a:lnTo>
                    <a:pt x="2509684" y="204195"/>
                  </a:lnTo>
                  <a:lnTo>
                    <a:pt x="2508612" y="204243"/>
                  </a:lnTo>
                  <a:lnTo>
                    <a:pt x="2507541" y="204291"/>
                  </a:lnTo>
                  <a:lnTo>
                    <a:pt x="2506469" y="204338"/>
                  </a:lnTo>
                  <a:lnTo>
                    <a:pt x="2505397" y="204385"/>
                  </a:lnTo>
                  <a:lnTo>
                    <a:pt x="2504326" y="204431"/>
                  </a:lnTo>
                  <a:lnTo>
                    <a:pt x="2503254" y="204477"/>
                  </a:lnTo>
                  <a:lnTo>
                    <a:pt x="2502183" y="204522"/>
                  </a:lnTo>
                  <a:lnTo>
                    <a:pt x="2501111" y="204567"/>
                  </a:lnTo>
                  <a:lnTo>
                    <a:pt x="2500039" y="204611"/>
                  </a:lnTo>
                  <a:lnTo>
                    <a:pt x="2498968" y="204655"/>
                  </a:lnTo>
                  <a:lnTo>
                    <a:pt x="2497896" y="204699"/>
                  </a:lnTo>
                  <a:lnTo>
                    <a:pt x="2496825" y="204742"/>
                  </a:lnTo>
                  <a:lnTo>
                    <a:pt x="2495753" y="204785"/>
                  </a:lnTo>
                  <a:lnTo>
                    <a:pt x="2494681" y="204827"/>
                  </a:lnTo>
                  <a:lnTo>
                    <a:pt x="2493610" y="204868"/>
                  </a:lnTo>
                  <a:lnTo>
                    <a:pt x="2492538" y="204909"/>
                  </a:lnTo>
                  <a:lnTo>
                    <a:pt x="2491467" y="204950"/>
                  </a:lnTo>
                  <a:lnTo>
                    <a:pt x="2490395" y="204990"/>
                  </a:lnTo>
                  <a:lnTo>
                    <a:pt x="2489323" y="205030"/>
                  </a:lnTo>
                  <a:lnTo>
                    <a:pt x="2488252" y="205069"/>
                  </a:lnTo>
                  <a:lnTo>
                    <a:pt x="2487180" y="205108"/>
                  </a:lnTo>
                  <a:lnTo>
                    <a:pt x="2486109" y="205146"/>
                  </a:lnTo>
                  <a:lnTo>
                    <a:pt x="2485037" y="205184"/>
                  </a:lnTo>
                  <a:lnTo>
                    <a:pt x="2483966" y="205222"/>
                  </a:lnTo>
                  <a:lnTo>
                    <a:pt x="2482894" y="205258"/>
                  </a:lnTo>
                  <a:lnTo>
                    <a:pt x="2481822" y="205295"/>
                  </a:lnTo>
                  <a:lnTo>
                    <a:pt x="2480751" y="205331"/>
                  </a:lnTo>
                  <a:lnTo>
                    <a:pt x="2479679" y="205366"/>
                  </a:lnTo>
                  <a:lnTo>
                    <a:pt x="2478608" y="205401"/>
                  </a:lnTo>
                  <a:lnTo>
                    <a:pt x="2477536" y="205435"/>
                  </a:lnTo>
                  <a:lnTo>
                    <a:pt x="2476464" y="205469"/>
                  </a:lnTo>
                  <a:lnTo>
                    <a:pt x="2475393" y="205502"/>
                  </a:lnTo>
                  <a:lnTo>
                    <a:pt x="2474321" y="205535"/>
                  </a:lnTo>
                  <a:lnTo>
                    <a:pt x="2473250" y="205567"/>
                  </a:lnTo>
                  <a:lnTo>
                    <a:pt x="2472178" y="205599"/>
                  </a:lnTo>
                  <a:lnTo>
                    <a:pt x="2471106" y="205630"/>
                  </a:lnTo>
                  <a:lnTo>
                    <a:pt x="2470035" y="205661"/>
                  </a:lnTo>
                  <a:lnTo>
                    <a:pt x="2468963" y="205691"/>
                  </a:lnTo>
                  <a:lnTo>
                    <a:pt x="2467892" y="205721"/>
                  </a:lnTo>
                  <a:lnTo>
                    <a:pt x="2466820" y="205750"/>
                  </a:lnTo>
                  <a:lnTo>
                    <a:pt x="2465748" y="205779"/>
                  </a:lnTo>
                  <a:lnTo>
                    <a:pt x="2464677" y="205807"/>
                  </a:lnTo>
                  <a:lnTo>
                    <a:pt x="2463605" y="205834"/>
                  </a:lnTo>
                  <a:lnTo>
                    <a:pt x="2462534" y="205861"/>
                  </a:lnTo>
                  <a:lnTo>
                    <a:pt x="2461462" y="205888"/>
                  </a:lnTo>
                  <a:lnTo>
                    <a:pt x="2460390" y="205914"/>
                  </a:lnTo>
                  <a:lnTo>
                    <a:pt x="2459319" y="205939"/>
                  </a:lnTo>
                  <a:lnTo>
                    <a:pt x="2458247" y="205964"/>
                  </a:lnTo>
                  <a:lnTo>
                    <a:pt x="2457176" y="205988"/>
                  </a:lnTo>
                  <a:lnTo>
                    <a:pt x="2456104" y="206012"/>
                  </a:lnTo>
                  <a:lnTo>
                    <a:pt x="2455032" y="206035"/>
                  </a:lnTo>
                  <a:lnTo>
                    <a:pt x="2453961" y="206058"/>
                  </a:lnTo>
                  <a:lnTo>
                    <a:pt x="2452889" y="206080"/>
                  </a:lnTo>
                  <a:lnTo>
                    <a:pt x="2451818" y="206102"/>
                  </a:lnTo>
                  <a:lnTo>
                    <a:pt x="2450746" y="206123"/>
                  </a:lnTo>
                  <a:lnTo>
                    <a:pt x="2449674" y="206143"/>
                  </a:lnTo>
                  <a:lnTo>
                    <a:pt x="2448603" y="206163"/>
                  </a:lnTo>
                  <a:lnTo>
                    <a:pt x="2447531" y="206182"/>
                  </a:lnTo>
                  <a:lnTo>
                    <a:pt x="2446460" y="206201"/>
                  </a:lnTo>
                  <a:lnTo>
                    <a:pt x="2445388" y="206219"/>
                  </a:lnTo>
                  <a:lnTo>
                    <a:pt x="2444316" y="206236"/>
                  </a:lnTo>
                  <a:lnTo>
                    <a:pt x="2443245" y="206253"/>
                  </a:lnTo>
                  <a:lnTo>
                    <a:pt x="2442173" y="206270"/>
                  </a:lnTo>
                  <a:lnTo>
                    <a:pt x="2441102" y="206286"/>
                  </a:lnTo>
                  <a:lnTo>
                    <a:pt x="2440030" y="206301"/>
                  </a:lnTo>
                  <a:lnTo>
                    <a:pt x="2438958" y="206315"/>
                  </a:lnTo>
                  <a:lnTo>
                    <a:pt x="2437887" y="206330"/>
                  </a:lnTo>
                  <a:lnTo>
                    <a:pt x="2436815" y="206343"/>
                  </a:lnTo>
                  <a:lnTo>
                    <a:pt x="2435744" y="206356"/>
                  </a:lnTo>
                  <a:lnTo>
                    <a:pt x="2434672" y="206368"/>
                  </a:lnTo>
                  <a:lnTo>
                    <a:pt x="2433600" y="206380"/>
                  </a:lnTo>
                  <a:lnTo>
                    <a:pt x="2432529" y="206391"/>
                  </a:lnTo>
                  <a:lnTo>
                    <a:pt x="2431457" y="206401"/>
                  </a:lnTo>
                  <a:lnTo>
                    <a:pt x="2430386" y="206411"/>
                  </a:lnTo>
                  <a:lnTo>
                    <a:pt x="2429314" y="206420"/>
                  </a:lnTo>
                  <a:lnTo>
                    <a:pt x="2428242" y="206429"/>
                  </a:lnTo>
                  <a:lnTo>
                    <a:pt x="2427171" y="206437"/>
                  </a:lnTo>
                  <a:lnTo>
                    <a:pt x="2426099" y="206444"/>
                  </a:lnTo>
                  <a:lnTo>
                    <a:pt x="2425028" y="206451"/>
                  </a:lnTo>
                  <a:lnTo>
                    <a:pt x="2423956" y="206457"/>
                  </a:lnTo>
                  <a:lnTo>
                    <a:pt x="2422884" y="206463"/>
                  </a:lnTo>
                  <a:lnTo>
                    <a:pt x="2421813" y="206468"/>
                  </a:lnTo>
                  <a:lnTo>
                    <a:pt x="2420741" y="206472"/>
                  </a:lnTo>
                  <a:lnTo>
                    <a:pt x="2419670" y="206476"/>
                  </a:lnTo>
                  <a:lnTo>
                    <a:pt x="2418598" y="206479"/>
                  </a:lnTo>
                  <a:lnTo>
                    <a:pt x="2417526" y="206481"/>
                  </a:lnTo>
                  <a:lnTo>
                    <a:pt x="2416455" y="206483"/>
                  </a:lnTo>
                  <a:lnTo>
                    <a:pt x="2415383" y="206484"/>
                  </a:lnTo>
                  <a:lnTo>
                    <a:pt x="2414312" y="206485"/>
                  </a:lnTo>
                  <a:lnTo>
                    <a:pt x="2413240" y="206485"/>
                  </a:lnTo>
                  <a:lnTo>
                    <a:pt x="2412168" y="206484"/>
                  </a:lnTo>
                  <a:lnTo>
                    <a:pt x="2411097" y="206482"/>
                  </a:lnTo>
                  <a:lnTo>
                    <a:pt x="2410025" y="206480"/>
                  </a:lnTo>
                  <a:lnTo>
                    <a:pt x="2408954" y="206478"/>
                  </a:lnTo>
                  <a:lnTo>
                    <a:pt x="2407882" y="206474"/>
                  </a:lnTo>
                  <a:lnTo>
                    <a:pt x="2406810" y="206470"/>
                  </a:lnTo>
                  <a:lnTo>
                    <a:pt x="2405739" y="206466"/>
                  </a:lnTo>
                  <a:lnTo>
                    <a:pt x="2404667" y="206460"/>
                  </a:lnTo>
                  <a:lnTo>
                    <a:pt x="2403596" y="206454"/>
                  </a:lnTo>
                  <a:lnTo>
                    <a:pt x="2402524" y="206448"/>
                  </a:lnTo>
                  <a:lnTo>
                    <a:pt x="2401452" y="206440"/>
                  </a:lnTo>
                  <a:lnTo>
                    <a:pt x="2400381" y="206432"/>
                  </a:lnTo>
                  <a:lnTo>
                    <a:pt x="2399309" y="206423"/>
                  </a:lnTo>
                  <a:lnTo>
                    <a:pt x="2398238" y="206414"/>
                  </a:lnTo>
                  <a:lnTo>
                    <a:pt x="2397166" y="206404"/>
                  </a:lnTo>
                  <a:lnTo>
                    <a:pt x="2396094" y="206393"/>
                  </a:lnTo>
                  <a:lnTo>
                    <a:pt x="2395023" y="206382"/>
                  </a:lnTo>
                  <a:lnTo>
                    <a:pt x="2393951" y="206370"/>
                  </a:lnTo>
                  <a:lnTo>
                    <a:pt x="2392880" y="206357"/>
                  </a:lnTo>
                  <a:lnTo>
                    <a:pt x="2391808" y="206344"/>
                  </a:lnTo>
                  <a:lnTo>
                    <a:pt x="2390736" y="206330"/>
                  </a:lnTo>
                  <a:lnTo>
                    <a:pt x="2389665" y="206315"/>
                  </a:lnTo>
                  <a:lnTo>
                    <a:pt x="2388593" y="206299"/>
                  </a:lnTo>
                  <a:lnTo>
                    <a:pt x="2387522" y="206283"/>
                  </a:lnTo>
                  <a:lnTo>
                    <a:pt x="2386450" y="206266"/>
                  </a:lnTo>
                  <a:lnTo>
                    <a:pt x="2385378" y="206248"/>
                  </a:lnTo>
                  <a:lnTo>
                    <a:pt x="2384307" y="206230"/>
                  </a:lnTo>
                  <a:lnTo>
                    <a:pt x="2383235" y="206211"/>
                  </a:lnTo>
                  <a:lnTo>
                    <a:pt x="2382164" y="206191"/>
                  </a:lnTo>
                  <a:lnTo>
                    <a:pt x="2381092" y="206171"/>
                  </a:lnTo>
                  <a:lnTo>
                    <a:pt x="2380020" y="206150"/>
                  </a:lnTo>
                  <a:lnTo>
                    <a:pt x="2378949" y="206128"/>
                  </a:lnTo>
                  <a:lnTo>
                    <a:pt x="2377877" y="206105"/>
                  </a:lnTo>
                  <a:lnTo>
                    <a:pt x="2376806" y="206082"/>
                  </a:lnTo>
                  <a:lnTo>
                    <a:pt x="2375734" y="206058"/>
                  </a:lnTo>
                  <a:lnTo>
                    <a:pt x="2374662" y="206033"/>
                  </a:lnTo>
                  <a:lnTo>
                    <a:pt x="2373591" y="206008"/>
                  </a:lnTo>
                  <a:lnTo>
                    <a:pt x="2372519" y="205982"/>
                  </a:lnTo>
                  <a:lnTo>
                    <a:pt x="2371448" y="205955"/>
                  </a:lnTo>
                  <a:lnTo>
                    <a:pt x="2370376" y="205927"/>
                  </a:lnTo>
                  <a:lnTo>
                    <a:pt x="2369304" y="205899"/>
                  </a:lnTo>
                  <a:lnTo>
                    <a:pt x="2368233" y="205870"/>
                  </a:lnTo>
                  <a:lnTo>
                    <a:pt x="2367161" y="205840"/>
                  </a:lnTo>
                  <a:lnTo>
                    <a:pt x="2366090" y="205809"/>
                  </a:lnTo>
                  <a:lnTo>
                    <a:pt x="2365018" y="205778"/>
                  </a:lnTo>
                  <a:lnTo>
                    <a:pt x="2363946" y="205746"/>
                  </a:lnTo>
                  <a:lnTo>
                    <a:pt x="2362875" y="205713"/>
                  </a:lnTo>
                  <a:lnTo>
                    <a:pt x="2361803" y="205679"/>
                  </a:lnTo>
                  <a:lnTo>
                    <a:pt x="2360732" y="205645"/>
                  </a:lnTo>
                  <a:lnTo>
                    <a:pt x="2359660" y="205610"/>
                  </a:lnTo>
                  <a:lnTo>
                    <a:pt x="2358588" y="205574"/>
                  </a:lnTo>
                  <a:lnTo>
                    <a:pt x="2357517" y="205537"/>
                  </a:lnTo>
                  <a:lnTo>
                    <a:pt x="2356445" y="205500"/>
                  </a:lnTo>
                  <a:lnTo>
                    <a:pt x="2355374" y="205462"/>
                  </a:lnTo>
                  <a:lnTo>
                    <a:pt x="2354302" y="205423"/>
                  </a:lnTo>
                  <a:lnTo>
                    <a:pt x="2353230" y="205383"/>
                  </a:lnTo>
                  <a:lnTo>
                    <a:pt x="2352159" y="205343"/>
                  </a:lnTo>
                  <a:lnTo>
                    <a:pt x="2351087" y="205302"/>
                  </a:lnTo>
                  <a:lnTo>
                    <a:pt x="2350016" y="205260"/>
                  </a:lnTo>
                  <a:lnTo>
                    <a:pt x="2348944" y="205217"/>
                  </a:lnTo>
                  <a:lnTo>
                    <a:pt x="2347872" y="205173"/>
                  </a:lnTo>
                  <a:lnTo>
                    <a:pt x="2346801" y="205129"/>
                  </a:lnTo>
                  <a:lnTo>
                    <a:pt x="2345729" y="205084"/>
                  </a:lnTo>
                  <a:lnTo>
                    <a:pt x="2344658" y="205038"/>
                  </a:lnTo>
                  <a:lnTo>
                    <a:pt x="2343586" y="204991"/>
                  </a:lnTo>
                  <a:lnTo>
                    <a:pt x="2342514" y="204944"/>
                  </a:lnTo>
                  <a:lnTo>
                    <a:pt x="2341443" y="204896"/>
                  </a:lnTo>
                  <a:lnTo>
                    <a:pt x="2340371" y="204847"/>
                  </a:lnTo>
                  <a:lnTo>
                    <a:pt x="2339300" y="204797"/>
                  </a:lnTo>
                  <a:lnTo>
                    <a:pt x="2338228" y="204746"/>
                  </a:lnTo>
                  <a:lnTo>
                    <a:pt x="2337156" y="204695"/>
                  </a:lnTo>
                  <a:lnTo>
                    <a:pt x="2336085" y="204642"/>
                  </a:lnTo>
                  <a:lnTo>
                    <a:pt x="2335013" y="204589"/>
                  </a:lnTo>
                  <a:lnTo>
                    <a:pt x="2333942" y="204535"/>
                  </a:lnTo>
                  <a:lnTo>
                    <a:pt x="2332870" y="204481"/>
                  </a:lnTo>
                  <a:lnTo>
                    <a:pt x="2331798" y="204425"/>
                  </a:lnTo>
                  <a:lnTo>
                    <a:pt x="2330727" y="204369"/>
                  </a:lnTo>
                  <a:lnTo>
                    <a:pt x="2329655" y="204312"/>
                  </a:lnTo>
                  <a:lnTo>
                    <a:pt x="2328584" y="204254"/>
                  </a:lnTo>
                  <a:lnTo>
                    <a:pt x="2327512" y="204195"/>
                  </a:lnTo>
                  <a:lnTo>
                    <a:pt x="2326440" y="204135"/>
                  </a:lnTo>
                  <a:lnTo>
                    <a:pt x="2325369" y="204075"/>
                  </a:lnTo>
                  <a:lnTo>
                    <a:pt x="2324297" y="204014"/>
                  </a:lnTo>
                  <a:lnTo>
                    <a:pt x="2323226" y="203952"/>
                  </a:lnTo>
                  <a:lnTo>
                    <a:pt x="2322154" y="203889"/>
                  </a:lnTo>
                  <a:lnTo>
                    <a:pt x="2321082" y="203825"/>
                  </a:lnTo>
                  <a:lnTo>
                    <a:pt x="2320011" y="203761"/>
                  </a:lnTo>
                  <a:lnTo>
                    <a:pt x="2318939" y="203695"/>
                  </a:lnTo>
                  <a:lnTo>
                    <a:pt x="2317868" y="203629"/>
                  </a:lnTo>
                  <a:lnTo>
                    <a:pt x="2316796" y="203562"/>
                  </a:lnTo>
                  <a:lnTo>
                    <a:pt x="2315724" y="203494"/>
                  </a:lnTo>
                  <a:lnTo>
                    <a:pt x="2314653" y="203425"/>
                  </a:lnTo>
                  <a:lnTo>
                    <a:pt x="2313581" y="203355"/>
                  </a:lnTo>
                  <a:lnTo>
                    <a:pt x="2312510" y="203285"/>
                  </a:lnTo>
                  <a:lnTo>
                    <a:pt x="2311438" y="203214"/>
                  </a:lnTo>
                  <a:lnTo>
                    <a:pt x="2310366" y="203141"/>
                  </a:lnTo>
                  <a:lnTo>
                    <a:pt x="2309295" y="203068"/>
                  </a:lnTo>
                  <a:lnTo>
                    <a:pt x="2308223" y="202994"/>
                  </a:lnTo>
                  <a:lnTo>
                    <a:pt x="2307152" y="202920"/>
                  </a:lnTo>
                  <a:lnTo>
                    <a:pt x="2306080" y="202844"/>
                  </a:lnTo>
                  <a:lnTo>
                    <a:pt x="2305009" y="202767"/>
                  </a:lnTo>
                  <a:lnTo>
                    <a:pt x="2303937" y="202690"/>
                  </a:lnTo>
                  <a:lnTo>
                    <a:pt x="2302865" y="202612"/>
                  </a:lnTo>
                  <a:lnTo>
                    <a:pt x="2301794" y="202533"/>
                  </a:lnTo>
                  <a:lnTo>
                    <a:pt x="2300722" y="202453"/>
                  </a:lnTo>
                  <a:lnTo>
                    <a:pt x="2299651" y="202372"/>
                  </a:lnTo>
                  <a:lnTo>
                    <a:pt x="2298579" y="202290"/>
                  </a:lnTo>
                  <a:lnTo>
                    <a:pt x="2297507" y="202207"/>
                  </a:lnTo>
                  <a:lnTo>
                    <a:pt x="2296436" y="202124"/>
                  </a:lnTo>
                  <a:lnTo>
                    <a:pt x="2295364" y="202039"/>
                  </a:lnTo>
                  <a:lnTo>
                    <a:pt x="2294293" y="201954"/>
                  </a:lnTo>
                  <a:lnTo>
                    <a:pt x="2293221" y="201868"/>
                  </a:lnTo>
                  <a:lnTo>
                    <a:pt x="2292149" y="201781"/>
                  </a:lnTo>
                  <a:lnTo>
                    <a:pt x="2291078" y="201693"/>
                  </a:lnTo>
                  <a:lnTo>
                    <a:pt x="2290006" y="201604"/>
                  </a:lnTo>
                  <a:lnTo>
                    <a:pt x="2288935" y="201514"/>
                  </a:lnTo>
                  <a:lnTo>
                    <a:pt x="2287863" y="201423"/>
                  </a:lnTo>
                  <a:lnTo>
                    <a:pt x="2286791" y="201332"/>
                  </a:lnTo>
                  <a:lnTo>
                    <a:pt x="2285720" y="201239"/>
                  </a:lnTo>
                  <a:lnTo>
                    <a:pt x="2284648" y="201146"/>
                  </a:lnTo>
                  <a:lnTo>
                    <a:pt x="2283577" y="201051"/>
                  </a:lnTo>
                  <a:lnTo>
                    <a:pt x="2282505" y="200956"/>
                  </a:lnTo>
                  <a:lnTo>
                    <a:pt x="2281433" y="200860"/>
                  </a:lnTo>
                  <a:lnTo>
                    <a:pt x="2280362" y="200763"/>
                  </a:lnTo>
                  <a:lnTo>
                    <a:pt x="2279290" y="200665"/>
                  </a:lnTo>
                  <a:lnTo>
                    <a:pt x="2278219" y="200566"/>
                  </a:lnTo>
                  <a:lnTo>
                    <a:pt x="2277147" y="200466"/>
                  </a:lnTo>
                  <a:lnTo>
                    <a:pt x="2276075" y="200365"/>
                  </a:lnTo>
                  <a:lnTo>
                    <a:pt x="2275004" y="200264"/>
                  </a:lnTo>
                  <a:lnTo>
                    <a:pt x="2273932" y="200161"/>
                  </a:lnTo>
                  <a:lnTo>
                    <a:pt x="2272861" y="200057"/>
                  </a:lnTo>
                  <a:lnTo>
                    <a:pt x="2271789" y="199953"/>
                  </a:lnTo>
                  <a:lnTo>
                    <a:pt x="2270717" y="199847"/>
                  </a:lnTo>
                  <a:lnTo>
                    <a:pt x="2269646" y="199741"/>
                  </a:lnTo>
                  <a:lnTo>
                    <a:pt x="2268574" y="199634"/>
                  </a:lnTo>
                  <a:lnTo>
                    <a:pt x="2267503" y="199525"/>
                  </a:lnTo>
                  <a:lnTo>
                    <a:pt x="2266431" y="199416"/>
                  </a:lnTo>
                  <a:lnTo>
                    <a:pt x="2265359" y="199306"/>
                  </a:lnTo>
                  <a:lnTo>
                    <a:pt x="2264288" y="199195"/>
                  </a:lnTo>
                  <a:lnTo>
                    <a:pt x="2263216" y="199083"/>
                  </a:lnTo>
                  <a:lnTo>
                    <a:pt x="2262145" y="198969"/>
                  </a:lnTo>
                  <a:lnTo>
                    <a:pt x="2261073" y="198855"/>
                  </a:lnTo>
                  <a:lnTo>
                    <a:pt x="2260001" y="198740"/>
                  </a:lnTo>
                  <a:lnTo>
                    <a:pt x="2258930" y="198625"/>
                  </a:lnTo>
                  <a:lnTo>
                    <a:pt x="2257858" y="198508"/>
                  </a:lnTo>
                  <a:lnTo>
                    <a:pt x="2256787" y="198390"/>
                  </a:lnTo>
                  <a:lnTo>
                    <a:pt x="2255715" y="198271"/>
                  </a:lnTo>
                  <a:lnTo>
                    <a:pt x="2254643" y="198151"/>
                  </a:lnTo>
                  <a:lnTo>
                    <a:pt x="2253572" y="198030"/>
                  </a:lnTo>
                  <a:lnTo>
                    <a:pt x="2252500" y="197908"/>
                  </a:lnTo>
                  <a:lnTo>
                    <a:pt x="2251429" y="197786"/>
                  </a:lnTo>
                  <a:lnTo>
                    <a:pt x="2250357" y="197662"/>
                  </a:lnTo>
                  <a:lnTo>
                    <a:pt x="2249285" y="197537"/>
                  </a:lnTo>
                  <a:lnTo>
                    <a:pt x="2248214" y="197412"/>
                  </a:lnTo>
                  <a:lnTo>
                    <a:pt x="2247142" y="197285"/>
                  </a:lnTo>
                  <a:lnTo>
                    <a:pt x="2246071" y="197157"/>
                  </a:lnTo>
                  <a:lnTo>
                    <a:pt x="2244999" y="197028"/>
                  </a:lnTo>
                  <a:lnTo>
                    <a:pt x="2243927" y="196899"/>
                  </a:lnTo>
                  <a:lnTo>
                    <a:pt x="2242856" y="196768"/>
                  </a:lnTo>
                  <a:lnTo>
                    <a:pt x="2241784" y="196636"/>
                  </a:lnTo>
                  <a:lnTo>
                    <a:pt x="2240713" y="196504"/>
                  </a:lnTo>
                  <a:lnTo>
                    <a:pt x="2239641" y="196370"/>
                  </a:lnTo>
                  <a:lnTo>
                    <a:pt x="2238569" y="196235"/>
                  </a:lnTo>
                  <a:lnTo>
                    <a:pt x="2237498" y="196100"/>
                  </a:lnTo>
                  <a:lnTo>
                    <a:pt x="2236426" y="195963"/>
                  </a:lnTo>
                  <a:lnTo>
                    <a:pt x="2235355" y="195825"/>
                  </a:lnTo>
                  <a:lnTo>
                    <a:pt x="2234283" y="195687"/>
                  </a:lnTo>
                  <a:lnTo>
                    <a:pt x="2233211" y="195547"/>
                  </a:lnTo>
                  <a:lnTo>
                    <a:pt x="2232140" y="195406"/>
                  </a:lnTo>
                  <a:lnTo>
                    <a:pt x="2231068" y="195264"/>
                  </a:lnTo>
                  <a:lnTo>
                    <a:pt x="2229997" y="195121"/>
                  </a:lnTo>
                  <a:lnTo>
                    <a:pt x="2228925" y="194978"/>
                  </a:lnTo>
                  <a:lnTo>
                    <a:pt x="2227853" y="194833"/>
                  </a:lnTo>
                  <a:lnTo>
                    <a:pt x="2226782" y="194687"/>
                  </a:lnTo>
                  <a:lnTo>
                    <a:pt x="2225710" y="194540"/>
                  </a:lnTo>
                  <a:lnTo>
                    <a:pt x="2224639" y="194392"/>
                  </a:lnTo>
                  <a:lnTo>
                    <a:pt x="2223567" y="194243"/>
                  </a:lnTo>
                  <a:lnTo>
                    <a:pt x="2222495" y="194093"/>
                  </a:lnTo>
                  <a:lnTo>
                    <a:pt x="2221424" y="193942"/>
                  </a:lnTo>
                  <a:lnTo>
                    <a:pt x="2220352" y="193789"/>
                  </a:lnTo>
                  <a:lnTo>
                    <a:pt x="2219281" y="193636"/>
                  </a:lnTo>
                  <a:lnTo>
                    <a:pt x="2218209" y="193482"/>
                  </a:lnTo>
                  <a:lnTo>
                    <a:pt x="2217137" y="193327"/>
                  </a:lnTo>
                  <a:lnTo>
                    <a:pt x="2216066" y="193170"/>
                  </a:lnTo>
                  <a:lnTo>
                    <a:pt x="2214994" y="193013"/>
                  </a:lnTo>
                  <a:lnTo>
                    <a:pt x="2213923" y="192855"/>
                  </a:lnTo>
                  <a:lnTo>
                    <a:pt x="2212851" y="192695"/>
                  </a:lnTo>
                  <a:lnTo>
                    <a:pt x="2211779" y="192534"/>
                  </a:lnTo>
                  <a:lnTo>
                    <a:pt x="2210708" y="192373"/>
                  </a:lnTo>
                  <a:lnTo>
                    <a:pt x="2209636" y="192210"/>
                  </a:lnTo>
                  <a:lnTo>
                    <a:pt x="2208565" y="192046"/>
                  </a:lnTo>
                  <a:lnTo>
                    <a:pt x="2207493" y="191881"/>
                  </a:lnTo>
                  <a:lnTo>
                    <a:pt x="2206421" y="191716"/>
                  </a:lnTo>
                  <a:lnTo>
                    <a:pt x="2205350" y="191549"/>
                  </a:lnTo>
                  <a:lnTo>
                    <a:pt x="2204278" y="191380"/>
                  </a:lnTo>
                  <a:lnTo>
                    <a:pt x="2203207" y="191211"/>
                  </a:lnTo>
                  <a:lnTo>
                    <a:pt x="2202135" y="191041"/>
                  </a:lnTo>
                  <a:lnTo>
                    <a:pt x="2201063" y="190870"/>
                  </a:lnTo>
                  <a:lnTo>
                    <a:pt x="2199992" y="190697"/>
                  </a:lnTo>
                  <a:lnTo>
                    <a:pt x="2198920" y="190524"/>
                  </a:lnTo>
                  <a:lnTo>
                    <a:pt x="2197849" y="190349"/>
                  </a:lnTo>
                  <a:lnTo>
                    <a:pt x="2196777" y="190174"/>
                  </a:lnTo>
                  <a:lnTo>
                    <a:pt x="2195705" y="189997"/>
                  </a:lnTo>
                  <a:lnTo>
                    <a:pt x="2194634" y="189819"/>
                  </a:lnTo>
                  <a:lnTo>
                    <a:pt x="2193562" y="189640"/>
                  </a:lnTo>
                  <a:lnTo>
                    <a:pt x="2192491" y="189460"/>
                  </a:lnTo>
                  <a:lnTo>
                    <a:pt x="2191419" y="189279"/>
                  </a:lnTo>
                  <a:lnTo>
                    <a:pt x="2190347" y="189096"/>
                  </a:lnTo>
                  <a:lnTo>
                    <a:pt x="2189276" y="188913"/>
                  </a:lnTo>
                  <a:lnTo>
                    <a:pt x="2188204" y="188728"/>
                  </a:lnTo>
                  <a:lnTo>
                    <a:pt x="2187133" y="188543"/>
                  </a:lnTo>
                  <a:lnTo>
                    <a:pt x="2186061" y="188356"/>
                  </a:lnTo>
                  <a:lnTo>
                    <a:pt x="2184989" y="188168"/>
                  </a:lnTo>
                  <a:lnTo>
                    <a:pt x="2183918" y="187979"/>
                  </a:lnTo>
                  <a:lnTo>
                    <a:pt x="2182846" y="187789"/>
                  </a:lnTo>
                  <a:lnTo>
                    <a:pt x="2181775" y="187598"/>
                  </a:lnTo>
                  <a:lnTo>
                    <a:pt x="2180703" y="187405"/>
                  </a:lnTo>
                  <a:lnTo>
                    <a:pt x="2179631" y="187212"/>
                  </a:lnTo>
                  <a:lnTo>
                    <a:pt x="2178560" y="187017"/>
                  </a:lnTo>
                  <a:lnTo>
                    <a:pt x="2177488" y="186821"/>
                  </a:lnTo>
                  <a:lnTo>
                    <a:pt x="2176417" y="186624"/>
                  </a:lnTo>
                  <a:lnTo>
                    <a:pt x="2175345" y="186426"/>
                  </a:lnTo>
                  <a:lnTo>
                    <a:pt x="2174273" y="186227"/>
                  </a:lnTo>
                  <a:lnTo>
                    <a:pt x="2173202" y="186027"/>
                  </a:lnTo>
                  <a:lnTo>
                    <a:pt x="2172130" y="185825"/>
                  </a:lnTo>
                  <a:lnTo>
                    <a:pt x="2171059" y="185623"/>
                  </a:lnTo>
                  <a:lnTo>
                    <a:pt x="2169987" y="185419"/>
                  </a:lnTo>
                  <a:lnTo>
                    <a:pt x="2168915" y="185214"/>
                  </a:lnTo>
                  <a:lnTo>
                    <a:pt x="2167844" y="185008"/>
                  </a:lnTo>
                  <a:lnTo>
                    <a:pt x="2166772" y="184801"/>
                  </a:lnTo>
                  <a:lnTo>
                    <a:pt x="2165701" y="184592"/>
                  </a:lnTo>
                  <a:lnTo>
                    <a:pt x="2164629" y="184383"/>
                  </a:lnTo>
                  <a:lnTo>
                    <a:pt x="2163557" y="184172"/>
                  </a:lnTo>
                  <a:lnTo>
                    <a:pt x="2162486" y="183960"/>
                  </a:lnTo>
                  <a:lnTo>
                    <a:pt x="2161414" y="183747"/>
                  </a:lnTo>
                  <a:lnTo>
                    <a:pt x="2160343" y="183533"/>
                  </a:lnTo>
                  <a:lnTo>
                    <a:pt x="2159271" y="183317"/>
                  </a:lnTo>
                  <a:lnTo>
                    <a:pt x="2158199" y="183101"/>
                  </a:lnTo>
                  <a:lnTo>
                    <a:pt x="2157128" y="182883"/>
                  </a:lnTo>
                  <a:lnTo>
                    <a:pt x="2156056" y="182664"/>
                  </a:lnTo>
                  <a:lnTo>
                    <a:pt x="2154985" y="182444"/>
                  </a:lnTo>
                  <a:lnTo>
                    <a:pt x="2153913" y="182223"/>
                  </a:lnTo>
                  <a:lnTo>
                    <a:pt x="2152841" y="182000"/>
                  </a:lnTo>
                  <a:lnTo>
                    <a:pt x="2151770" y="181776"/>
                  </a:lnTo>
                  <a:lnTo>
                    <a:pt x="2150698" y="181552"/>
                  </a:lnTo>
                  <a:lnTo>
                    <a:pt x="2149627" y="181326"/>
                  </a:lnTo>
                  <a:lnTo>
                    <a:pt x="2148555" y="181098"/>
                  </a:lnTo>
                  <a:lnTo>
                    <a:pt x="2147483" y="180870"/>
                  </a:lnTo>
                  <a:lnTo>
                    <a:pt x="2146412" y="180640"/>
                  </a:lnTo>
                  <a:lnTo>
                    <a:pt x="2145340" y="180409"/>
                  </a:lnTo>
                  <a:lnTo>
                    <a:pt x="2144269" y="180177"/>
                  </a:lnTo>
                  <a:lnTo>
                    <a:pt x="2143197" y="179944"/>
                  </a:lnTo>
                  <a:lnTo>
                    <a:pt x="2142125" y="179709"/>
                  </a:lnTo>
                  <a:lnTo>
                    <a:pt x="2141054" y="179474"/>
                  </a:lnTo>
                  <a:lnTo>
                    <a:pt x="2139982" y="179237"/>
                  </a:lnTo>
                  <a:lnTo>
                    <a:pt x="2138911" y="178999"/>
                  </a:lnTo>
                  <a:lnTo>
                    <a:pt x="2137839" y="178759"/>
                  </a:lnTo>
                  <a:lnTo>
                    <a:pt x="2136767" y="178519"/>
                  </a:lnTo>
                  <a:lnTo>
                    <a:pt x="2135696" y="178277"/>
                  </a:lnTo>
                  <a:lnTo>
                    <a:pt x="2134624" y="178034"/>
                  </a:lnTo>
                  <a:lnTo>
                    <a:pt x="2133553" y="177790"/>
                  </a:lnTo>
                  <a:lnTo>
                    <a:pt x="2132481" y="177544"/>
                  </a:lnTo>
                  <a:lnTo>
                    <a:pt x="2131409" y="177298"/>
                  </a:lnTo>
                  <a:lnTo>
                    <a:pt x="2130338" y="177050"/>
                  </a:lnTo>
                  <a:lnTo>
                    <a:pt x="2129266" y="176801"/>
                  </a:lnTo>
                  <a:lnTo>
                    <a:pt x="2128195" y="176550"/>
                  </a:lnTo>
                  <a:lnTo>
                    <a:pt x="2127123" y="176299"/>
                  </a:lnTo>
                  <a:lnTo>
                    <a:pt x="2126052" y="176046"/>
                  </a:lnTo>
                  <a:lnTo>
                    <a:pt x="2124980" y="175792"/>
                  </a:lnTo>
                  <a:lnTo>
                    <a:pt x="2123908" y="175536"/>
                  </a:lnTo>
                  <a:lnTo>
                    <a:pt x="2122837" y="175280"/>
                  </a:lnTo>
                  <a:lnTo>
                    <a:pt x="2121765" y="175022"/>
                  </a:lnTo>
                  <a:lnTo>
                    <a:pt x="2120694" y="174763"/>
                  </a:lnTo>
                  <a:lnTo>
                    <a:pt x="2119622" y="174502"/>
                  </a:lnTo>
                  <a:lnTo>
                    <a:pt x="2118550" y="174241"/>
                  </a:lnTo>
                  <a:lnTo>
                    <a:pt x="2117479" y="173978"/>
                  </a:lnTo>
                  <a:lnTo>
                    <a:pt x="2116407" y="173714"/>
                  </a:lnTo>
                  <a:lnTo>
                    <a:pt x="2115336" y="173448"/>
                  </a:lnTo>
                  <a:lnTo>
                    <a:pt x="2114264" y="173181"/>
                  </a:lnTo>
                  <a:lnTo>
                    <a:pt x="2113192" y="172914"/>
                  </a:lnTo>
                  <a:lnTo>
                    <a:pt x="2112121" y="172644"/>
                  </a:lnTo>
                  <a:lnTo>
                    <a:pt x="2111049" y="172374"/>
                  </a:lnTo>
                  <a:lnTo>
                    <a:pt x="2109978" y="172102"/>
                  </a:lnTo>
                  <a:lnTo>
                    <a:pt x="2108906" y="171829"/>
                  </a:lnTo>
                  <a:lnTo>
                    <a:pt x="2107834" y="171555"/>
                  </a:lnTo>
                  <a:lnTo>
                    <a:pt x="2106763" y="171279"/>
                  </a:lnTo>
                  <a:lnTo>
                    <a:pt x="2105691" y="171002"/>
                  </a:lnTo>
                  <a:lnTo>
                    <a:pt x="2104620" y="170724"/>
                  </a:lnTo>
                  <a:lnTo>
                    <a:pt x="2103548" y="170445"/>
                  </a:lnTo>
                  <a:lnTo>
                    <a:pt x="2102476" y="170164"/>
                  </a:lnTo>
                  <a:lnTo>
                    <a:pt x="2101405" y="169882"/>
                  </a:lnTo>
                  <a:lnTo>
                    <a:pt x="2100333" y="169598"/>
                  </a:lnTo>
                  <a:lnTo>
                    <a:pt x="2099262" y="169314"/>
                  </a:lnTo>
                  <a:lnTo>
                    <a:pt x="2098190" y="169028"/>
                  </a:lnTo>
                  <a:lnTo>
                    <a:pt x="2097118" y="168741"/>
                  </a:lnTo>
                  <a:lnTo>
                    <a:pt x="2096047" y="168452"/>
                  </a:lnTo>
                  <a:lnTo>
                    <a:pt x="2094975" y="168162"/>
                  </a:lnTo>
                  <a:lnTo>
                    <a:pt x="2093904" y="167871"/>
                  </a:lnTo>
                  <a:lnTo>
                    <a:pt x="2092832" y="167579"/>
                  </a:lnTo>
                  <a:lnTo>
                    <a:pt x="2091760" y="167285"/>
                  </a:lnTo>
                  <a:lnTo>
                    <a:pt x="2090689" y="166990"/>
                  </a:lnTo>
                  <a:lnTo>
                    <a:pt x="2089617" y="166694"/>
                  </a:lnTo>
                  <a:lnTo>
                    <a:pt x="2088546" y="166396"/>
                  </a:lnTo>
                  <a:lnTo>
                    <a:pt x="2087474" y="166097"/>
                  </a:lnTo>
                  <a:lnTo>
                    <a:pt x="2086402" y="165797"/>
                  </a:lnTo>
                  <a:lnTo>
                    <a:pt x="2085331" y="165495"/>
                  </a:lnTo>
                  <a:lnTo>
                    <a:pt x="2084259" y="165192"/>
                  </a:lnTo>
                  <a:lnTo>
                    <a:pt x="2083188" y="164888"/>
                  </a:lnTo>
                  <a:lnTo>
                    <a:pt x="2082116" y="164582"/>
                  </a:lnTo>
                  <a:lnTo>
                    <a:pt x="2081044" y="164275"/>
                  </a:lnTo>
                  <a:lnTo>
                    <a:pt x="2079973" y="163967"/>
                  </a:lnTo>
                  <a:lnTo>
                    <a:pt x="2078901" y="163657"/>
                  </a:lnTo>
                  <a:lnTo>
                    <a:pt x="2077830" y="163346"/>
                  </a:lnTo>
                  <a:lnTo>
                    <a:pt x="2076758" y="163034"/>
                  </a:lnTo>
                  <a:lnTo>
                    <a:pt x="2075686" y="162720"/>
                  </a:lnTo>
                  <a:lnTo>
                    <a:pt x="2074615" y="162405"/>
                  </a:lnTo>
                  <a:lnTo>
                    <a:pt x="2073543" y="162089"/>
                  </a:lnTo>
                  <a:lnTo>
                    <a:pt x="2072472" y="161771"/>
                  </a:lnTo>
                  <a:lnTo>
                    <a:pt x="2071400" y="161452"/>
                  </a:lnTo>
                  <a:lnTo>
                    <a:pt x="2070328" y="161132"/>
                  </a:lnTo>
                  <a:lnTo>
                    <a:pt x="2069257" y="160810"/>
                  </a:lnTo>
                  <a:lnTo>
                    <a:pt x="2068185" y="160487"/>
                  </a:lnTo>
                  <a:lnTo>
                    <a:pt x="2067114" y="160162"/>
                  </a:lnTo>
                  <a:lnTo>
                    <a:pt x="2066042" y="159837"/>
                  </a:lnTo>
                  <a:lnTo>
                    <a:pt x="2064970" y="159509"/>
                  </a:lnTo>
                  <a:lnTo>
                    <a:pt x="2063899" y="159181"/>
                  </a:lnTo>
                  <a:lnTo>
                    <a:pt x="2062827" y="158851"/>
                  </a:lnTo>
                  <a:lnTo>
                    <a:pt x="2061756" y="158520"/>
                  </a:lnTo>
                  <a:lnTo>
                    <a:pt x="2060684" y="158187"/>
                  </a:lnTo>
                  <a:lnTo>
                    <a:pt x="2059612" y="157853"/>
                  </a:lnTo>
                  <a:lnTo>
                    <a:pt x="2058541" y="157518"/>
                  </a:lnTo>
                  <a:lnTo>
                    <a:pt x="2057469" y="157181"/>
                  </a:lnTo>
                  <a:lnTo>
                    <a:pt x="2056398" y="156843"/>
                  </a:lnTo>
                  <a:lnTo>
                    <a:pt x="2055326" y="156504"/>
                  </a:lnTo>
                  <a:lnTo>
                    <a:pt x="2054254" y="156163"/>
                  </a:lnTo>
                  <a:lnTo>
                    <a:pt x="2053183" y="155820"/>
                  </a:lnTo>
                  <a:lnTo>
                    <a:pt x="2052111" y="155477"/>
                  </a:lnTo>
                  <a:lnTo>
                    <a:pt x="2051040" y="155132"/>
                  </a:lnTo>
                  <a:lnTo>
                    <a:pt x="2049968" y="154785"/>
                  </a:lnTo>
                  <a:lnTo>
                    <a:pt x="2048896" y="154438"/>
                  </a:lnTo>
                  <a:lnTo>
                    <a:pt x="2047825" y="154089"/>
                  </a:lnTo>
                  <a:lnTo>
                    <a:pt x="2046753" y="153738"/>
                  </a:lnTo>
                  <a:lnTo>
                    <a:pt x="2045682" y="153386"/>
                  </a:lnTo>
                  <a:lnTo>
                    <a:pt x="2044610" y="153033"/>
                  </a:lnTo>
                  <a:lnTo>
                    <a:pt x="2043538" y="152678"/>
                  </a:lnTo>
                  <a:lnTo>
                    <a:pt x="2042467" y="152322"/>
                  </a:lnTo>
                  <a:lnTo>
                    <a:pt x="2041395" y="151964"/>
                  </a:lnTo>
                  <a:lnTo>
                    <a:pt x="2040324" y="151605"/>
                  </a:lnTo>
                  <a:lnTo>
                    <a:pt x="2039252" y="151245"/>
                  </a:lnTo>
                  <a:lnTo>
                    <a:pt x="2038180" y="150884"/>
                  </a:lnTo>
                  <a:lnTo>
                    <a:pt x="2037109" y="150520"/>
                  </a:lnTo>
                  <a:lnTo>
                    <a:pt x="2036037" y="150156"/>
                  </a:lnTo>
                  <a:lnTo>
                    <a:pt x="2034966" y="149790"/>
                  </a:lnTo>
                  <a:lnTo>
                    <a:pt x="2033894" y="149423"/>
                  </a:lnTo>
                  <a:lnTo>
                    <a:pt x="2032822" y="149055"/>
                  </a:lnTo>
                  <a:lnTo>
                    <a:pt x="2031751" y="148685"/>
                  </a:lnTo>
                  <a:lnTo>
                    <a:pt x="2030679" y="148314"/>
                  </a:lnTo>
                  <a:lnTo>
                    <a:pt x="2029608" y="147942"/>
                  </a:lnTo>
                  <a:lnTo>
                    <a:pt x="2028536" y="147569"/>
                  </a:lnTo>
                  <a:lnTo>
                    <a:pt x="2027464" y="147194"/>
                  </a:lnTo>
                  <a:lnTo>
                    <a:pt x="2026393" y="146818"/>
                  </a:lnTo>
                  <a:lnTo>
                    <a:pt x="2025321" y="146440"/>
                  </a:lnTo>
                  <a:lnTo>
                    <a:pt x="2024250" y="146062"/>
                  </a:lnTo>
                  <a:lnTo>
                    <a:pt x="2023178" y="145682"/>
                  </a:lnTo>
                  <a:lnTo>
                    <a:pt x="2022106" y="145301"/>
                  </a:lnTo>
                  <a:lnTo>
                    <a:pt x="2021035" y="144919"/>
                  </a:lnTo>
                  <a:lnTo>
                    <a:pt x="2019963" y="144536"/>
                  </a:lnTo>
                  <a:lnTo>
                    <a:pt x="2018892" y="144151"/>
                  </a:lnTo>
                  <a:lnTo>
                    <a:pt x="2017820" y="143765"/>
                  </a:lnTo>
                  <a:lnTo>
                    <a:pt x="2016748" y="143379"/>
                  </a:lnTo>
                  <a:lnTo>
                    <a:pt x="2015677" y="142991"/>
                  </a:lnTo>
                  <a:lnTo>
                    <a:pt x="2014605" y="142601"/>
                  </a:lnTo>
                  <a:lnTo>
                    <a:pt x="2013534" y="142211"/>
                  </a:lnTo>
                  <a:lnTo>
                    <a:pt x="2012462" y="141820"/>
                  </a:lnTo>
                  <a:lnTo>
                    <a:pt x="2011390" y="141427"/>
                  </a:lnTo>
                  <a:lnTo>
                    <a:pt x="2010319" y="141034"/>
                  </a:lnTo>
                  <a:lnTo>
                    <a:pt x="2009247" y="140639"/>
                  </a:lnTo>
                  <a:lnTo>
                    <a:pt x="2008176" y="140243"/>
                  </a:lnTo>
                  <a:lnTo>
                    <a:pt x="2007104" y="139847"/>
                  </a:lnTo>
                  <a:lnTo>
                    <a:pt x="2006032" y="139449"/>
                  </a:lnTo>
                  <a:lnTo>
                    <a:pt x="2004961" y="139050"/>
                  </a:lnTo>
                  <a:lnTo>
                    <a:pt x="2003889" y="138650"/>
                  </a:lnTo>
                  <a:lnTo>
                    <a:pt x="2002818" y="138249"/>
                  </a:lnTo>
                  <a:lnTo>
                    <a:pt x="2001746" y="137847"/>
                  </a:lnTo>
                  <a:lnTo>
                    <a:pt x="2000674" y="137445"/>
                  </a:lnTo>
                  <a:lnTo>
                    <a:pt x="1999603" y="137041"/>
                  </a:lnTo>
                  <a:lnTo>
                    <a:pt x="1998531" y="136636"/>
                  </a:lnTo>
                  <a:lnTo>
                    <a:pt x="1997460" y="136230"/>
                  </a:lnTo>
                  <a:lnTo>
                    <a:pt x="1996388" y="135823"/>
                  </a:lnTo>
                  <a:lnTo>
                    <a:pt x="1995316" y="135416"/>
                  </a:lnTo>
                  <a:lnTo>
                    <a:pt x="1994245" y="135007"/>
                  </a:lnTo>
                  <a:lnTo>
                    <a:pt x="1993173" y="134598"/>
                  </a:lnTo>
                  <a:lnTo>
                    <a:pt x="1992102" y="134187"/>
                  </a:lnTo>
                  <a:lnTo>
                    <a:pt x="1991030" y="133776"/>
                  </a:lnTo>
                  <a:lnTo>
                    <a:pt x="1989958" y="133364"/>
                  </a:lnTo>
                  <a:lnTo>
                    <a:pt x="1988887" y="132951"/>
                  </a:lnTo>
                  <a:lnTo>
                    <a:pt x="1987815" y="132537"/>
                  </a:lnTo>
                  <a:lnTo>
                    <a:pt x="1986744" y="132122"/>
                  </a:lnTo>
                  <a:lnTo>
                    <a:pt x="1985672" y="131707"/>
                  </a:lnTo>
                  <a:lnTo>
                    <a:pt x="1984600" y="131290"/>
                  </a:lnTo>
                  <a:lnTo>
                    <a:pt x="1983529" y="130873"/>
                  </a:lnTo>
                  <a:lnTo>
                    <a:pt x="1982457" y="130455"/>
                  </a:lnTo>
                  <a:lnTo>
                    <a:pt x="1981386" y="130036"/>
                  </a:lnTo>
                  <a:lnTo>
                    <a:pt x="1980314" y="129617"/>
                  </a:lnTo>
                  <a:lnTo>
                    <a:pt x="1979242" y="129197"/>
                  </a:lnTo>
                  <a:lnTo>
                    <a:pt x="1978171" y="128776"/>
                  </a:lnTo>
                  <a:lnTo>
                    <a:pt x="1977099" y="128354"/>
                  </a:lnTo>
                  <a:lnTo>
                    <a:pt x="1976028" y="127931"/>
                  </a:lnTo>
                  <a:lnTo>
                    <a:pt x="1974956" y="127508"/>
                  </a:lnTo>
                  <a:lnTo>
                    <a:pt x="1973884" y="127084"/>
                  </a:lnTo>
                  <a:lnTo>
                    <a:pt x="1972813" y="126659"/>
                  </a:lnTo>
                  <a:lnTo>
                    <a:pt x="1971741" y="126234"/>
                  </a:lnTo>
                  <a:lnTo>
                    <a:pt x="1970670" y="125808"/>
                  </a:lnTo>
                  <a:lnTo>
                    <a:pt x="1969598" y="125381"/>
                  </a:lnTo>
                  <a:lnTo>
                    <a:pt x="1968526" y="124954"/>
                  </a:lnTo>
                  <a:lnTo>
                    <a:pt x="1967455" y="124526"/>
                  </a:lnTo>
                  <a:lnTo>
                    <a:pt x="1966383" y="124098"/>
                  </a:lnTo>
                  <a:lnTo>
                    <a:pt x="1965312" y="123669"/>
                  </a:lnTo>
                  <a:lnTo>
                    <a:pt x="1964240" y="123239"/>
                  </a:lnTo>
                  <a:lnTo>
                    <a:pt x="1963168" y="122808"/>
                  </a:lnTo>
                  <a:lnTo>
                    <a:pt x="1962097" y="122377"/>
                  </a:lnTo>
                  <a:lnTo>
                    <a:pt x="1961025" y="121946"/>
                  </a:lnTo>
                  <a:lnTo>
                    <a:pt x="1959954" y="121514"/>
                  </a:lnTo>
                  <a:lnTo>
                    <a:pt x="1958882" y="121081"/>
                  </a:lnTo>
                  <a:lnTo>
                    <a:pt x="1957810" y="120648"/>
                  </a:lnTo>
                  <a:lnTo>
                    <a:pt x="1956739" y="120214"/>
                  </a:lnTo>
                  <a:lnTo>
                    <a:pt x="1955667" y="119780"/>
                  </a:lnTo>
                  <a:lnTo>
                    <a:pt x="1954596" y="119346"/>
                  </a:lnTo>
                  <a:lnTo>
                    <a:pt x="1953524" y="118910"/>
                  </a:lnTo>
                  <a:lnTo>
                    <a:pt x="1952453" y="118475"/>
                  </a:lnTo>
                  <a:lnTo>
                    <a:pt x="1951381" y="118039"/>
                  </a:lnTo>
                  <a:lnTo>
                    <a:pt x="1950309" y="117602"/>
                  </a:lnTo>
                  <a:lnTo>
                    <a:pt x="1949238" y="117165"/>
                  </a:lnTo>
                  <a:lnTo>
                    <a:pt x="1948166" y="116728"/>
                  </a:lnTo>
                  <a:lnTo>
                    <a:pt x="1947095" y="116290"/>
                  </a:lnTo>
                  <a:lnTo>
                    <a:pt x="1946023" y="115852"/>
                  </a:lnTo>
                  <a:lnTo>
                    <a:pt x="1944951" y="115413"/>
                  </a:lnTo>
                  <a:lnTo>
                    <a:pt x="1943880" y="114974"/>
                  </a:lnTo>
                  <a:lnTo>
                    <a:pt x="1942808" y="114535"/>
                  </a:lnTo>
                  <a:lnTo>
                    <a:pt x="1941737" y="114095"/>
                  </a:lnTo>
                  <a:lnTo>
                    <a:pt x="1940665" y="113655"/>
                  </a:lnTo>
                  <a:lnTo>
                    <a:pt x="1939593" y="113214"/>
                  </a:lnTo>
                  <a:lnTo>
                    <a:pt x="1938522" y="112774"/>
                  </a:lnTo>
                  <a:lnTo>
                    <a:pt x="1937450" y="112333"/>
                  </a:lnTo>
                  <a:lnTo>
                    <a:pt x="1936379" y="111891"/>
                  </a:lnTo>
                  <a:lnTo>
                    <a:pt x="1935307" y="111450"/>
                  </a:lnTo>
                  <a:lnTo>
                    <a:pt x="1934235" y="111008"/>
                  </a:lnTo>
                  <a:lnTo>
                    <a:pt x="1933164" y="110566"/>
                  </a:lnTo>
                  <a:lnTo>
                    <a:pt x="1932092" y="110123"/>
                  </a:lnTo>
                  <a:lnTo>
                    <a:pt x="1931021" y="109681"/>
                  </a:lnTo>
                  <a:lnTo>
                    <a:pt x="1929949" y="109238"/>
                  </a:lnTo>
                  <a:lnTo>
                    <a:pt x="1928877" y="108795"/>
                  </a:lnTo>
                  <a:lnTo>
                    <a:pt x="1927806" y="108351"/>
                  </a:lnTo>
                  <a:lnTo>
                    <a:pt x="1926734" y="107908"/>
                  </a:lnTo>
                  <a:lnTo>
                    <a:pt x="1925663" y="107464"/>
                  </a:lnTo>
                  <a:lnTo>
                    <a:pt x="1924591" y="107021"/>
                  </a:lnTo>
                  <a:lnTo>
                    <a:pt x="1923519" y="106577"/>
                  </a:lnTo>
                  <a:lnTo>
                    <a:pt x="1922448" y="106132"/>
                  </a:lnTo>
                  <a:lnTo>
                    <a:pt x="1921376" y="105688"/>
                  </a:lnTo>
                  <a:lnTo>
                    <a:pt x="1920305" y="105244"/>
                  </a:lnTo>
                  <a:lnTo>
                    <a:pt x="1919233" y="104799"/>
                  </a:lnTo>
                  <a:lnTo>
                    <a:pt x="1918161" y="104355"/>
                  </a:lnTo>
                  <a:lnTo>
                    <a:pt x="1917090" y="103910"/>
                  </a:lnTo>
                  <a:lnTo>
                    <a:pt x="1916018" y="103466"/>
                  </a:lnTo>
                  <a:lnTo>
                    <a:pt x="1914947" y="103021"/>
                  </a:lnTo>
                  <a:lnTo>
                    <a:pt x="1913875" y="102576"/>
                  </a:lnTo>
                  <a:lnTo>
                    <a:pt x="1912803" y="102131"/>
                  </a:lnTo>
                  <a:lnTo>
                    <a:pt x="1911732" y="101686"/>
                  </a:lnTo>
                  <a:lnTo>
                    <a:pt x="1910660" y="101241"/>
                  </a:lnTo>
                  <a:lnTo>
                    <a:pt x="1909589" y="100796"/>
                  </a:lnTo>
                  <a:lnTo>
                    <a:pt x="1908517" y="100352"/>
                  </a:lnTo>
                  <a:lnTo>
                    <a:pt x="1907445" y="99907"/>
                  </a:lnTo>
                  <a:lnTo>
                    <a:pt x="1906374" y="99462"/>
                  </a:lnTo>
                  <a:lnTo>
                    <a:pt x="1905302" y="99017"/>
                  </a:lnTo>
                  <a:lnTo>
                    <a:pt x="1904231" y="98572"/>
                  </a:lnTo>
                  <a:lnTo>
                    <a:pt x="1903159" y="98128"/>
                  </a:lnTo>
                  <a:lnTo>
                    <a:pt x="1902087" y="97683"/>
                  </a:lnTo>
                  <a:lnTo>
                    <a:pt x="1901016" y="97239"/>
                  </a:lnTo>
                  <a:lnTo>
                    <a:pt x="1899944" y="96795"/>
                  </a:lnTo>
                  <a:lnTo>
                    <a:pt x="1898873" y="96350"/>
                  </a:lnTo>
                  <a:lnTo>
                    <a:pt x="1897801" y="95906"/>
                  </a:lnTo>
                  <a:lnTo>
                    <a:pt x="1896729" y="95462"/>
                  </a:lnTo>
                  <a:lnTo>
                    <a:pt x="1895658" y="95019"/>
                  </a:lnTo>
                  <a:lnTo>
                    <a:pt x="1894586" y="94575"/>
                  </a:lnTo>
                  <a:lnTo>
                    <a:pt x="1893515" y="94131"/>
                  </a:lnTo>
                  <a:lnTo>
                    <a:pt x="1892443" y="93688"/>
                  </a:lnTo>
                  <a:lnTo>
                    <a:pt x="1891371" y="93245"/>
                  </a:lnTo>
                  <a:lnTo>
                    <a:pt x="1890300" y="92802"/>
                  </a:lnTo>
                  <a:lnTo>
                    <a:pt x="1889228" y="92360"/>
                  </a:lnTo>
                  <a:lnTo>
                    <a:pt x="1888157" y="91917"/>
                  </a:lnTo>
                  <a:lnTo>
                    <a:pt x="1887085" y="91475"/>
                  </a:lnTo>
                  <a:lnTo>
                    <a:pt x="1886013" y="91034"/>
                  </a:lnTo>
                  <a:lnTo>
                    <a:pt x="1884942" y="90592"/>
                  </a:lnTo>
                  <a:lnTo>
                    <a:pt x="1883870" y="90151"/>
                  </a:lnTo>
                  <a:lnTo>
                    <a:pt x="1882799" y="89710"/>
                  </a:lnTo>
                  <a:lnTo>
                    <a:pt x="1881727" y="89269"/>
                  </a:lnTo>
                  <a:lnTo>
                    <a:pt x="1880655" y="88829"/>
                  </a:lnTo>
                  <a:lnTo>
                    <a:pt x="1879584" y="88389"/>
                  </a:lnTo>
                  <a:lnTo>
                    <a:pt x="1878512" y="87949"/>
                  </a:lnTo>
                  <a:lnTo>
                    <a:pt x="1877441" y="87510"/>
                  </a:lnTo>
                  <a:lnTo>
                    <a:pt x="1876369" y="87071"/>
                  </a:lnTo>
                  <a:lnTo>
                    <a:pt x="1875297" y="86632"/>
                  </a:lnTo>
                  <a:lnTo>
                    <a:pt x="1874226" y="86194"/>
                  </a:lnTo>
                  <a:lnTo>
                    <a:pt x="1873154" y="85757"/>
                  </a:lnTo>
                  <a:lnTo>
                    <a:pt x="1872083" y="85319"/>
                  </a:lnTo>
                  <a:lnTo>
                    <a:pt x="1871011" y="84882"/>
                  </a:lnTo>
                  <a:lnTo>
                    <a:pt x="1869939" y="84446"/>
                  </a:lnTo>
                  <a:lnTo>
                    <a:pt x="1868868" y="84010"/>
                  </a:lnTo>
                  <a:lnTo>
                    <a:pt x="1867796" y="83574"/>
                  </a:lnTo>
                  <a:lnTo>
                    <a:pt x="1866725" y="83139"/>
                  </a:lnTo>
                  <a:lnTo>
                    <a:pt x="1865653" y="82705"/>
                  </a:lnTo>
                  <a:lnTo>
                    <a:pt x="1864581" y="82271"/>
                  </a:lnTo>
                  <a:lnTo>
                    <a:pt x="1863510" y="81837"/>
                  </a:lnTo>
                  <a:lnTo>
                    <a:pt x="1862438" y="81404"/>
                  </a:lnTo>
                  <a:lnTo>
                    <a:pt x="1861367" y="80972"/>
                  </a:lnTo>
                  <a:lnTo>
                    <a:pt x="1860295" y="80540"/>
                  </a:lnTo>
                  <a:lnTo>
                    <a:pt x="1859223" y="80108"/>
                  </a:lnTo>
                  <a:lnTo>
                    <a:pt x="1858152" y="79677"/>
                  </a:lnTo>
                  <a:lnTo>
                    <a:pt x="1857080" y="79247"/>
                  </a:lnTo>
                  <a:lnTo>
                    <a:pt x="1856009" y="78818"/>
                  </a:lnTo>
                  <a:lnTo>
                    <a:pt x="1854937" y="78388"/>
                  </a:lnTo>
                  <a:lnTo>
                    <a:pt x="1853865" y="77960"/>
                  </a:lnTo>
                  <a:lnTo>
                    <a:pt x="1852794" y="77532"/>
                  </a:lnTo>
                  <a:lnTo>
                    <a:pt x="1851722" y="77105"/>
                  </a:lnTo>
                  <a:lnTo>
                    <a:pt x="1850651" y="76679"/>
                  </a:lnTo>
                  <a:lnTo>
                    <a:pt x="1849579" y="76253"/>
                  </a:lnTo>
                  <a:lnTo>
                    <a:pt x="1848507" y="75828"/>
                  </a:lnTo>
                  <a:lnTo>
                    <a:pt x="1847436" y="75403"/>
                  </a:lnTo>
                  <a:lnTo>
                    <a:pt x="1846364" y="74979"/>
                  </a:lnTo>
                  <a:lnTo>
                    <a:pt x="1845293" y="74556"/>
                  </a:lnTo>
                  <a:lnTo>
                    <a:pt x="1844221" y="74134"/>
                  </a:lnTo>
                  <a:lnTo>
                    <a:pt x="1843149" y="73712"/>
                  </a:lnTo>
                  <a:lnTo>
                    <a:pt x="1842078" y="73291"/>
                  </a:lnTo>
                  <a:lnTo>
                    <a:pt x="1841006" y="72871"/>
                  </a:lnTo>
                  <a:lnTo>
                    <a:pt x="1839935" y="72452"/>
                  </a:lnTo>
                  <a:lnTo>
                    <a:pt x="1838863" y="72033"/>
                  </a:lnTo>
                  <a:lnTo>
                    <a:pt x="1837791" y="71615"/>
                  </a:lnTo>
                  <a:lnTo>
                    <a:pt x="1836720" y="71198"/>
                  </a:lnTo>
                  <a:lnTo>
                    <a:pt x="1835648" y="70782"/>
                  </a:lnTo>
                  <a:lnTo>
                    <a:pt x="1834577" y="70366"/>
                  </a:lnTo>
                  <a:lnTo>
                    <a:pt x="1833505" y="69952"/>
                  </a:lnTo>
                  <a:lnTo>
                    <a:pt x="1832433" y="69538"/>
                  </a:lnTo>
                  <a:lnTo>
                    <a:pt x="1831362" y="69125"/>
                  </a:lnTo>
                  <a:lnTo>
                    <a:pt x="1830290" y="68713"/>
                  </a:lnTo>
                  <a:lnTo>
                    <a:pt x="1829219" y="68302"/>
                  </a:lnTo>
                  <a:lnTo>
                    <a:pt x="1828147" y="67891"/>
                  </a:lnTo>
                  <a:lnTo>
                    <a:pt x="1827075" y="67482"/>
                  </a:lnTo>
                  <a:lnTo>
                    <a:pt x="1826004" y="67074"/>
                  </a:lnTo>
                  <a:lnTo>
                    <a:pt x="1824932" y="66666"/>
                  </a:lnTo>
                  <a:lnTo>
                    <a:pt x="1823861" y="66259"/>
                  </a:lnTo>
                  <a:lnTo>
                    <a:pt x="1822789" y="65853"/>
                  </a:lnTo>
                  <a:lnTo>
                    <a:pt x="1821717" y="65449"/>
                  </a:lnTo>
                  <a:lnTo>
                    <a:pt x="1820646" y="65045"/>
                  </a:lnTo>
                  <a:lnTo>
                    <a:pt x="1819574" y="64642"/>
                  </a:lnTo>
                  <a:lnTo>
                    <a:pt x="1818503" y="64240"/>
                  </a:lnTo>
                  <a:lnTo>
                    <a:pt x="1817431" y="63839"/>
                  </a:lnTo>
                  <a:lnTo>
                    <a:pt x="1816359" y="63439"/>
                  </a:lnTo>
                  <a:lnTo>
                    <a:pt x="1815288" y="63040"/>
                  </a:lnTo>
                  <a:lnTo>
                    <a:pt x="1814216" y="62642"/>
                  </a:lnTo>
                  <a:lnTo>
                    <a:pt x="1813145" y="62245"/>
                  </a:lnTo>
                  <a:lnTo>
                    <a:pt x="1812073" y="61849"/>
                  </a:lnTo>
                  <a:lnTo>
                    <a:pt x="1811001" y="61455"/>
                  </a:lnTo>
                  <a:lnTo>
                    <a:pt x="1809930" y="61061"/>
                  </a:lnTo>
                  <a:lnTo>
                    <a:pt x="1808858" y="60668"/>
                  </a:lnTo>
                  <a:lnTo>
                    <a:pt x="1807787" y="60276"/>
                  </a:lnTo>
                  <a:lnTo>
                    <a:pt x="1806715" y="59886"/>
                  </a:lnTo>
                  <a:lnTo>
                    <a:pt x="1805643" y="59496"/>
                  </a:lnTo>
                  <a:lnTo>
                    <a:pt x="1804572" y="59108"/>
                  </a:lnTo>
                  <a:lnTo>
                    <a:pt x="1803500" y="58721"/>
                  </a:lnTo>
                  <a:lnTo>
                    <a:pt x="1802429" y="58335"/>
                  </a:lnTo>
                  <a:lnTo>
                    <a:pt x="1801357" y="57950"/>
                  </a:lnTo>
                  <a:lnTo>
                    <a:pt x="1800285" y="57566"/>
                  </a:lnTo>
                  <a:lnTo>
                    <a:pt x="1799214" y="57183"/>
                  </a:lnTo>
                  <a:lnTo>
                    <a:pt x="1798142" y="56801"/>
                  </a:lnTo>
                  <a:lnTo>
                    <a:pt x="1797071" y="56421"/>
                  </a:lnTo>
                  <a:lnTo>
                    <a:pt x="1795999" y="56042"/>
                  </a:lnTo>
                  <a:lnTo>
                    <a:pt x="1794927" y="55664"/>
                  </a:lnTo>
                  <a:lnTo>
                    <a:pt x="1793856" y="55287"/>
                  </a:lnTo>
                  <a:lnTo>
                    <a:pt x="1792784" y="54911"/>
                  </a:lnTo>
                  <a:lnTo>
                    <a:pt x="1791713" y="54537"/>
                  </a:lnTo>
                  <a:lnTo>
                    <a:pt x="1790641" y="54163"/>
                  </a:lnTo>
                  <a:lnTo>
                    <a:pt x="1789569" y="53791"/>
                  </a:lnTo>
                  <a:lnTo>
                    <a:pt x="1788498" y="53420"/>
                  </a:lnTo>
                  <a:lnTo>
                    <a:pt x="1787426" y="53051"/>
                  </a:lnTo>
                  <a:lnTo>
                    <a:pt x="1786355" y="52683"/>
                  </a:lnTo>
                  <a:lnTo>
                    <a:pt x="1785283" y="52316"/>
                  </a:lnTo>
                  <a:lnTo>
                    <a:pt x="1784211" y="51950"/>
                  </a:lnTo>
                  <a:lnTo>
                    <a:pt x="1783140" y="51585"/>
                  </a:lnTo>
                  <a:lnTo>
                    <a:pt x="1782068" y="51222"/>
                  </a:lnTo>
                  <a:lnTo>
                    <a:pt x="1780997" y="50860"/>
                  </a:lnTo>
                  <a:lnTo>
                    <a:pt x="1779925" y="50499"/>
                  </a:lnTo>
                  <a:lnTo>
                    <a:pt x="1778853" y="50140"/>
                  </a:lnTo>
                  <a:lnTo>
                    <a:pt x="1777782" y="49782"/>
                  </a:lnTo>
                  <a:lnTo>
                    <a:pt x="1776710" y="49425"/>
                  </a:lnTo>
                  <a:lnTo>
                    <a:pt x="1775639" y="49070"/>
                  </a:lnTo>
                  <a:lnTo>
                    <a:pt x="1774567" y="48715"/>
                  </a:lnTo>
                  <a:lnTo>
                    <a:pt x="1773496" y="48363"/>
                  </a:lnTo>
                  <a:lnTo>
                    <a:pt x="1772424" y="48011"/>
                  </a:lnTo>
                  <a:lnTo>
                    <a:pt x="1771352" y="47661"/>
                  </a:lnTo>
                  <a:lnTo>
                    <a:pt x="1770281" y="47312"/>
                  </a:lnTo>
                  <a:lnTo>
                    <a:pt x="1769209" y="46965"/>
                  </a:lnTo>
                  <a:lnTo>
                    <a:pt x="1768138" y="46619"/>
                  </a:lnTo>
                  <a:lnTo>
                    <a:pt x="1767066" y="46274"/>
                  </a:lnTo>
                  <a:lnTo>
                    <a:pt x="1765994" y="45931"/>
                  </a:lnTo>
                  <a:lnTo>
                    <a:pt x="1764923" y="45589"/>
                  </a:lnTo>
                  <a:lnTo>
                    <a:pt x="1763851" y="45249"/>
                  </a:lnTo>
                  <a:lnTo>
                    <a:pt x="1762780" y="44910"/>
                  </a:lnTo>
                  <a:lnTo>
                    <a:pt x="1761708" y="44572"/>
                  </a:lnTo>
                  <a:lnTo>
                    <a:pt x="1760636" y="44236"/>
                  </a:lnTo>
                  <a:lnTo>
                    <a:pt x="1759565" y="43901"/>
                  </a:lnTo>
                  <a:lnTo>
                    <a:pt x="1758493" y="43567"/>
                  </a:lnTo>
                  <a:lnTo>
                    <a:pt x="1757422" y="43235"/>
                  </a:lnTo>
                  <a:lnTo>
                    <a:pt x="1756350" y="42905"/>
                  </a:lnTo>
                  <a:lnTo>
                    <a:pt x="1755278" y="42576"/>
                  </a:lnTo>
                  <a:lnTo>
                    <a:pt x="1754207" y="42248"/>
                  </a:lnTo>
                  <a:lnTo>
                    <a:pt x="1753135" y="41922"/>
                  </a:lnTo>
                  <a:lnTo>
                    <a:pt x="1752064" y="41597"/>
                  </a:lnTo>
                  <a:lnTo>
                    <a:pt x="1750992" y="41273"/>
                  </a:lnTo>
                  <a:lnTo>
                    <a:pt x="1749920" y="40951"/>
                  </a:lnTo>
                  <a:lnTo>
                    <a:pt x="1748849" y="40631"/>
                  </a:lnTo>
                  <a:lnTo>
                    <a:pt x="1747777" y="40312"/>
                  </a:lnTo>
                  <a:lnTo>
                    <a:pt x="1746706" y="39994"/>
                  </a:lnTo>
                  <a:lnTo>
                    <a:pt x="1745634" y="39678"/>
                  </a:lnTo>
                  <a:lnTo>
                    <a:pt x="1744562" y="39364"/>
                  </a:lnTo>
                  <a:lnTo>
                    <a:pt x="1743491" y="39051"/>
                  </a:lnTo>
                  <a:lnTo>
                    <a:pt x="1742419" y="38739"/>
                  </a:lnTo>
                  <a:lnTo>
                    <a:pt x="1741348" y="38429"/>
                  </a:lnTo>
                  <a:lnTo>
                    <a:pt x="1740276" y="38120"/>
                  </a:lnTo>
                  <a:lnTo>
                    <a:pt x="1739204" y="37813"/>
                  </a:lnTo>
                  <a:lnTo>
                    <a:pt x="1738133" y="37507"/>
                  </a:lnTo>
                  <a:lnTo>
                    <a:pt x="1737061" y="37203"/>
                  </a:lnTo>
                  <a:lnTo>
                    <a:pt x="1735990" y="36900"/>
                  </a:lnTo>
                  <a:lnTo>
                    <a:pt x="1734918" y="36599"/>
                  </a:lnTo>
                  <a:lnTo>
                    <a:pt x="1733846" y="36299"/>
                  </a:lnTo>
                  <a:lnTo>
                    <a:pt x="1732775" y="36001"/>
                  </a:lnTo>
                  <a:lnTo>
                    <a:pt x="1731703" y="35704"/>
                  </a:lnTo>
                  <a:lnTo>
                    <a:pt x="1730632" y="35409"/>
                  </a:lnTo>
                  <a:lnTo>
                    <a:pt x="1729560" y="35115"/>
                  </a:lnTo>
                  <a:lnTo>
                    <a:pt x="1728488" y="34823"/>
                  </a:lnTo>
                  <a:lnTo>
                    <a:pt x="1727417" y="34532"/>
                  </a:lnTo>
                  <a:lnTo>
                    <a:pt x="1726345" y="34242"/>
                  </a:lnTo>
                  <a:lnTo>
                    <a:pt x="1725274" y="33955"/>
                  </a:lnTo>
                  <a:lnTo>
                    <a:pt x="1724202" y="33668"/>
                  </a:lnTo>
                  <a:lnTo>
                    <a:pt x="1723130" y="33384"/>
                  </a:lnTo>
                  <a:lnTo>
                    <a:pt x="1722059" y="33100"/>
                  </a:lnTo>
                  <a:lnTo>
                    <a:pt x="1720987" y="32819"/>
                  </a:lnTo>
                  <a:lnTo>
                    <a:pt x="1719916" y="32538"/>
                  </a:lnTo>
                  <a:lnTo>
                    <a:pt x="1718844" y="32260"/>
                  </a:lnTo>
                  <a:lnTo>
                    <a:pt x="1717772" y="31982"/>
                  </a:lnTo>
                  <a:lnTo>
                    <a:pt x="1716701" y="31706"/>
                  </a:lnTo>
                  <a:lnTo>
                    <a:pt x="1715629" y="31432"/>
                  </a:lnTo>
                  <a:lnTo>
                    <a:pt x="1714558" y="31159"/>
                  </a:lnTo>
                  <a:lnTo>
                    <a:pt x="1713486" y="30888"/>
                  </a:lnTo>
                  <a:lnTo>
                    <a:pt x="1712414" y="30618"/>
                  </a:lnTo>
                  <a:lnTo>
                    <a:pt x="1711343" y="30350"/>
                  </a:lnTo>
                  <a:lnTo>
                    <a:pt x="1710271" y="30083"/>
                  </a:lnTo>
                  <a:lnTo>
                    <a:pt x="1709200" y="29818"/>
                  </a:lnTo>
                  <a:lnTo>
                    <a:pt x="1708128" y="29554"/>
                  </a:lnTo>
                  <a:lnTo>
                    <a:pt x="1707056" y="29291"/>
                  </a:lnTo>
                  <a:lnTo>
                    <a:pt x="1705985" y="29031"/>
                  </a:lnTo>
                  <a:lnTo>
                    <a:pt x="1704913" y="28771"/>
                  </a:lnTo>
                  <a:lnTo>
                    <a:pt x="1703842" y="28513"/>
                  </a:lnTo>
                  <a:lnTo>
                    <a:pt x="1702770" y="28257"/>
                  </a:lnTo>
                  <a:lnTo>
                    <a:pt x="1701698" y="28002"/>
                  </a:lnTo>
                  <a:lnTo>
                    <a:pt x="1700627" y="27748"/>
                  </a:lnTo>
                  <a:lnTo>
                    <a:pt x="1699555" y="27496"/>
                  </a:lnTo>
                  <a:lnTo>
                    <a:pt x="1698484" y="27245"/>
                  </a:lnTo>
                  <a:lnTo>
                    <a:pt x="1697412" y="26996"/>
                  </a:lnTo>
                  <a:lnTo>
                    <a:pt x="1696340" y="26748"/>
                  </a:lnTo>
                  <a:lnTo>
                    <a:pt x="1695269" y="26502"/>
                  </a:lnTo>
                  <a:lnTo>
                    <a:pt x="1694197" y="26257"/>
                  </a:lnTo>
                  <a:lnTo>
                    <a:pt x="1693126" y="26013"/>
                  </a:lnTo>
                  <a:lnTo>
                    <a:pt x="1692054" y="25771"/>
                  </a:lnTo>
                  <a:lnTo>
                    <a:pt x="1690982" y="25530"/>
                  </a:lnTo>
                  <a:lnTo>
                    <a:pt x="1689911" y="25291"/>
                  </a:lnTo>
                  <a:lnTo>
                    <a:pt x="1688839" y="25053"/>
                  </a:lnTo>
                  <a:lnTo>
                    <a:pt x="1687768" y="24816"/>
                  </a:lnTo>
                  <a:lnTo>
                    <a:pt x="1686696" y="24581"/>
                  </a:lnTo>
                  <a:lnTo>
                    <a:pt x="1685624" y="24347"/>
                  </a:lnTo>
                  <a:lnTo>
                    <a:pt x="1684553" y="24115"/>
                  </a:lnTo>
                  <a:lnTo>
                    <a:pt x="1683481" y="23884"/>
                  </a:lnTo>
                  <a:lnTo>
                    <a:pt x="1682410" y="23654"/>
                  </a:lnTo>
                  <a:lnTo>
                    <a:pt x="1681338" y="23426"/>
                  </a:lnTo>
                  <a:lnTo>
                    <a:pt x="1680266" y="23199"/>
                  </a:lnTo>
                  <a:lnTo>
                    <a:pt x="1679195" y="22973"/>
                  </a:lnTo>
                  <a:lnTo>
                    <a:pt x="1678123" y="22749"/>
                  </a:lnTo>
                  <a:lnTo>
                    <a:pt x="1677052" y="22526"/>
                  </a:lnTo>
                  <a:lnTo>
                    <a:pt x="1675980" y="22304"/>
                  </a:lnTo>
                  <a:lnTo>
                    <a:pt x="1674908" y="22083"/>
                  </a:lnTo>
                  <a:lnTo>
                    <a:pt x="1673837" y="21864"/>
                  </a:lnTo>
                  <a:lnTo>
                    <a:pt x="1672765" y="21646"/>
                  </a:lnTo>
                  <a:lnTo>
                    <a:pt x="1671694" y="21430"/>
                  </a:lnTo>
                  <a:lnTo>
                    <a:pt x="1670622" y="21214"/>
                  </a:lnTo>
                  <a:lnTo>
                    <a:pt x="1669550" y="21000"/>
                  </a:lnTo>
                  <a:lnTo>
                    <a:pt x="1668479" y="20787"/>
                  </a:lnTo>
                  <a:lnTo>
                    <a:pt x="1667407" y="20575"/>
                  </a:lnTo>
                  <a:lnTo>
                    <a:pt x="1666336" y="20365"/>
                  </a:lnTo>
                  <a:lnTo>
                    <a:pt x="1665264" y="20156"/>
                  </a:lnTo>
                  <a:lnTo>
                    <a:pt x="1664192" y="19947"/>
                  </a:lnTo>
                  <a:lnTo>
                    <a:pt x="1663121" y="19740"/>
                  </a:lnTo>
                  <a:lnTo>
                    <a:pt x="1662049" y="19535"/>
                  </a:lnTo>
                  <a:lnTo>
                    <a:pt x="1660978" y="19330"/>
                  </a:lnTo>
                  <a:lnTo>
                    <a:pt x="1659906" y="19127"/>
                  </a:lnTo>
                  <a:lnTo>
                    <a:pt x="1658834" y="18924"/>
                  </a:lnTo>
                  <a:lnTo>
                    <a:pt x="1657763" y="18723"/>
                  </a:lnTo>
                  <a:lnTo>
                    <a:pt x="1656691" y="18523"/>
                  </a:lnTo>
                  <a:lnTo>
                    <a:pt x="1655620" y="18324"/>
                  </a:lnTo>
                  <a:lnTo>
                    <a:pt x="1654548" y="18126"/>
                  </a:lnTo>
                  <a:lnTo>
                    <a:pt x="1653476" y="17929"/>
                  </a:lnTo>
                  <a:lnTo>
                    <a:pt x="1652405" y="17733"/>
                  </a:lnTo>
                  <a:lnTo>
                    <a:pt x="1651333" y="17538"/>
                  </a:lnTo>
                  <a:lnTo>
                    <a:pt x="1650262" y="17344"/>
                  </a:lnTo>
                  <a:lnTo>
                    <a:pt x="1649190" y="17152"/>
                  </a:lnTo>
                  <a:lnTo>
                    <a:pt x="1648118" y="16960"/>
                  </a:lnTo>
                  <a:lnTo>
                    <a:pt x="1647047" y="16769"/>
                  </a:lnTo>
                  <a:lnTo>
                    <a:pt x="1645975" y="16579"/>
                  </a:lnTo>
                  <a:lnTo>
                    <a:pt x="1644904" y="16390"/>
                  </a:lnTo>
                  <a:lnTo>
                    <a:pt x="1643832" y="16202"/>
                  </a:lnTo>
                  <a:lnTo>
                    <a:pt x="1642760" y="16015"/>
                  </a:lnTo>
                  <a:lnTo>
                    <a:pt x="1641689" y="15829"/>
                  </a:lnTo>
                  <a:lnTo>
                    <a:pt x="1640617" y="15644"/>
                  </a:lnTo>
                  <a:lnTo>
                    <a:pt x="1639546" y="15459"/>
                  </a:lnTo>
                  <a:lnTo>
                    <a:pt x="1638474" y="15276"/>
                  </a:lnTo>
                  <a:lnTo>
                    <a:pt x="1637402" y="15093"/>
                  </a:lnTo>
                  <a:lnTo>
                    <a:pt x="1636331" y="14911"/>
                  </a:lnTo>
                  <a:lnTo>
                    <a:pt x="1635259" y="14730"/>
                  </a:lnTo>
                  <a:lnTo>
                    <a:pt x="1634188" y="14550"/>
                  </a:lnTo>
                  <a:lnTo>
                    <a:pt x="1633116" y="14370"/>
                  </a:lnTo>
                  <a:lnTo>
                    <a:pt x="1632044" y="14191"/>
                  </a:lnTo>
                  <a:lnTo>
                    <a:pt x="1630973" y="14013"/>
                  </a:lnTo>
                  <a:lnTo>
                    <a:pt x="1629901" y="13836"/>
                  </a:lnTo>
                  <a:lnTo>
                    <a:pt x="1628830" y="13659"/>
                  </a:lnTo>
                  <a:lnTo>
                    <a:pt x="1627758" y="13483"/>
                  </a:lnTo>
                  <a:lnTo>
                    <a:pt x="1626686" y="13308"/>
                  </a:lnTo>
                  <a:lnTo>
                    <a:pt x="1625615" y="13133"/>
                  </a:lnTo>
                  <a:lnTo>
                    <a:pt x="1624543" y="12959"/>
                  </a:lnTo>
                  <a:lnTo>
                    <a:pt x="1623472" y="12786"/>
                  </a:lnTo>
                  <a:lnTo>
                    <a:pt x="1622400" y="12613"/>
                  </a:lnTo>
                  <a:lnTo>
                    <a:pt x="1621328" y="12441"/>
                  </a:lnTo>
                  <a:lnTo>
                    <a:pt x="1620257" y="12269"/>
                  </a:lnTo>
                  <a:lnTo>
                    <a:pt x="1619185" y="12098"/>
                  </a:lnTo>
                  <a:lnTo>
                    <a:pt x="1618114" y="11927"/>
                  </a:lnTo>
                  <a:lnTo>
                    <a:pt x="1617042" y="11757"/>
                  </a:lnTo>
                  <a:lnTo>
                    <a:pt x="1615970" y="11588"/>
                  </a:lnTo>
                  <a:lnTo>
                    <a:pt x="1614899" y="11418"/>
                  </a:lnTo>
                  <a:lnTo>
                    <a:pt x="1613827" y="11250"/>
                  </a:lnTo>
                  <a:lnTo>
                    <a:pt x="1612756" y="11081"/>
                  </a:lnTo>
                  <a:lnTo>
                    <a:pt x="1611684" y="10913"/>
                  </a:lnTo>
                  <a:lnTo>
                    <a:pt x="1610612" y="10746"/>
                  </a:lnTo>
                  <a:lnTo>
                    <a:pt x="1609541" y="10579"/>
                  </a:lnTo>
                  <a:lnTo>
                    <a:pt x="1608469" y="10412"/>
                  </a:lnTo>
                  <a:lnTo>
                    <a:pt x="1607398" y="10245"/>
                  </a:lnTo>
                  <a:lnTo>
                    <a:pt x="1606326" y="10079"/>
                  </a:lnTo>
                  <a:lnTo>
                    <a:pt x="1605254" y="9913"/>
                  </a:lnTo>
                  <a:lnTo>
                    <a:pt x="1604183" y="9747"/>
                  </a:lnTo>
                  <a:lnTo>
                    <a:pt x="1603111" y="9582"/>
                  </a:lnTo>
                  <a:lnTo>
                    <a:pt x="1602040" y="9416"/>
                  </a:lnTo>
                  <a:lnTo>
                    <a:pt x="1600968" y="9251"/>
                  </a:lnTo>
                  <a:lnTo>
                    <a:pt x="1599896" y="9086"/>
                  </a:lnTo>
                  <a:lnTo>
                    <a:pt x="1598825" y="8921"/>
                  </a:lnTo>
                  <a:lnTo>
                    <a:pt x="1597753" y="8757"/>
                  </a:lnTo>
                  <a:lnTo>
                    <a:pt x="1596682" y="8592"/>
                  </a:lnTo>
                  <a:lnTo>
                    <a:pt x="1595610" y="8428"/>
                  </a:lnTo>
                  <a:lnTo>
                    <a:pt x="1594539" y="8263"/>
                  </a:lnTo>
                  <a:lnTo>
                    <a:pt x="1593467" y="8099"/>
                  </a:lnTo>
                  <a:lnTo>
                    <a:pt x="1592395" y="7934"/>
                  </a:lnTo>
                  <a:lnTo>
                    <a:pt x="1591324" y="7770"/>
                  </a:lnTo>
                  <a:lnTo>
                    <a:pt x="1590252" y="7606"/>
                  </a:lnTo>
                  <a:lnTo>
                    <a:pt x="1589181" y="7441"/>
                  </a:lnTo>
                  <a:lnTo>
                    <a:pt x="1588109" y="7277"/>
                  </a:lnTo>
                  <a:lnTo>
                    <a:pt x="1587037" y="7112"/>
                  </a:lnTo>
                  <a:lnTo>
                    <a:pt x="1585966" y="6947"/>
                  </a:lnTo>
                  <a:lnTo>
                    <a:pt x="1584894" y="6782"/>
                  </a:lnTo>
                  <a:lnTo>
                    <a:pt x="1583823" y="6617"/>
                  </a:lnTo>
                  <a:lnTo>
                    <a:pt x="1582751" y="6452"/>
                  </a:lnTo>
                  <a:lnTo>
                    <a:pt x="1581679" y="6287"/>
                  </a:lnTo>
                  <a:lnTo>
                    <a:pt x="1580608" y="6121"/>
                  </a:lnTo>
                  <a:lnTo>
                    <a:pt x="1579536" y="5955"/>
                  </a:lnTo>
                  <a:lnTo>
                    <a:pt x="1578465" y="5789"/>
                  </a:lnTo>
                  <a:lnTo>
                    <a:pt x="1577393" y="5622"/>
                  </a:lnTo>
                  <a:lnTo>
                    <a:pt x="1576321" y="5456"/>
                  </a:lnTo>
                  <a:lnTo>
                    <a:pt x="1575250" y="5288"/>
                  </a:lnTo>
                  <a:lnTo>
                    <a:pt x="1574178" y="5121"/>
                  </a:lnTo>
                  <a:lnTo>
                    <a:pt x="1573107" y="4953"/>
                  </a:lnTo>
                  <a:lnTo>
                    <a:pt x="1572035" y="4785"/>
                  </a:lnTo>
                  <a:lnTo>
                    <a:pt x="1570963" y="4616"/>
                  </a:lnTo>
                  <a:lnTo>
                    <a:pt x="1569892" y="4447"/>
                  </a:lnTo>
                  <a:lnTo>
                    <a:pt x="1568820" y="4277"/>
                  </a:lnTo>
                  <a:lnTo>
                    <a:pt x="1567749" y="4107"/>
                  </a:lnTo>
                  <a:lnTo>
                    <a:pt x="1566677" y="3936"/>
                  </a:lnTo>
                  <a:lnTo>
                    <a:pt x="1565605" y="3765"/>
                  </a:lnTo>
                  <a:lnTo>
                    <a:pt x="1564534" y="3593"/>
                  </a:lnTo>
                  <a:lnTo>
                    <a:pt x="1563462" y="3421"/>
                  </a:lnTo>
                  <a:lnTo>
                    <a:pt x="1562391" y="3247"/>
                  </a:lnTo>
                  <a:lnTo>
                    <a:pt x="1561319" y="3074"/>
                  </a:lnTo>
                  <a:lnTo>
                    <a:pt x="1560247" y="2899"/>
                  </a:lnTo>
                  <a:lnTo>
                    <a:pt x="1559176" y="2724"/>
                  </a:lnTo>
                  <a:lnTo>
                    <a:pt x="1558104" y="2549"/>
                  </a:lnTo>
                  <a:lnTo>
                    <a:pt x="1557033" y="2372"/>
                  </a:lnTo>
                  <a:lnTo>
                    <a:pt x="1555961" y="2195"/>
                  </a:lnTo>
                  <a:lnTo>
                    <a:pt x="1554889" y="2017"/>
                  </a:lnTo>
                  <a:lnTo>
                    <a:pt x="1553818" y="1838"/>
                  </a:lnTo>
                  <a:lnTo>
                    <a:pt x="1552746" y="1658"/>
                  </a:lnTo>
                  <a:lnTo>
                    <a:pt x="1551675" y="1478"/>
                  </a:lnTo>
                  <a:lnTo>
                    <a:pt x="1550603" y="1296"/>
                  </a:lnTo>
                  <a:lnTo>
                    <a:pt x="1549531" y="1114"/>
                  </a:lnTo>
                  <a:lnTo>
                    <a:pt x="1548460" y="930"/>
                  </a:lnTo>
                  <a:lnTo>
                    <a:pt x="1547388" y="746"/>
                  </a:lnTo>
                  <a:lnTo>
                    <a:pt x="1546317" y="561"/>
                  </a:lnTo>
                  <a:lnTo>
                    <a:pt x="1545245" y="375"/>
                  </a:lnTo>
                  <a:lnTo>
                    <a:pt x="1544173" y="188"/>
                  </a:lnTo>
                  <a:lnTo>
                    <a:pt x="1543102" y="0"/>
                  </a:lnTo>
                  <a:lnTo>
                    <a:pt x="1542030" y="115"/>
                  </a:lnTo>
                  <a:lnTo>
                    <a:pt x="1540959" y="798"/>
                  </a:lnTo>
                  <a:lnTo>
                    <a:pt x="1539887" y="1483"/>
                  </a:lnTo>
                  <a:lnTo>
                    <a:pt x="1538815" y="2172"/>
                  </a:lnTo>
                  <a:lnTo>
                    <a:pt x="1537744" y="2863"/>
                  </a:lnTo>
                  <a:lnTo>
                    <a:pt x="1536672" y="3558"/>
                  </a:lnTo>
                  <a:lnTo>
                    <a:pt x="1535601" y="4255"/>
                  </a:lnTo>
                  <a:lnTo>
                    <a:pt x="1534529" y="4955"/>
                  </a:lnTo>
                  <a:lnTo>
                    <a:pt x="1533457" y="5658"/>
                  </a:lnTo>
                  <a:lnTo>
                    <a:pt x="1532386" y="6364"/>
                  </a:lnTo>
                  <a:lnTo>
                    <a:pt x="1531314" y="7073"/>
                  </a:lnTo>
                  <a:lnTo>
                    <a:pt x="1530243" y="7785"/>
                  </a:lnTo>
                  <a:lnTo>
                    <a:pt x="1529171" y="8500"/>
                  </a:lnTo>
                  <a:lnTo>
                    <a:pt x="1528099" y="9217"/>
                  </a:lnTo>
                  <a:lnTo>
                    <a:pt x="1527028" y="9938"/>
                  </a:lnTo>
                  <a:lnTo>
                    <a:pt x="1525956" y="10661"/>
                  </a:lnTo>
                  <a:lnTo>
                    <a:pt x="1524885" y="11387"/>
                  </a:lnTo>
                  <a:lnTo>
                    <a:pt x="1523813" y="12116"/>
                  </a:lnTo>
                  <a:lnTo>
                    <a:pt x="1522741" y="12848"/>
                  </a:lnTo>
                  <a:lnTo>
                    <a:pt x="1521670" y="13583"/>
                  </a:lnTo>
                  <a:lnTo>
                    <a:pt x="1520598" y="14320"/>
                  </a:lnTo>
                  <a:lnTo>
                    <a:pt x="1519527" y="15061"/>
                  </a:lnTo>
                  <a:lnTo>
                    <a:pt x="1518455" y="15804"/>
                  </a:lnTo>
                  <a:lnTo>
                    <a:pt x="1517383" y="16550"/>
                  </a:lnTo>
                  <a:lnTo>
                    <a:pt x="1516312" y="17299"/>
                  </a:lnTo>
                  <a:lnTo>
                    <a:pt x="1515240" y="18050"/>
                  </a:lnTo>
                  <a:lnTo>
                    <a:pt x="1514169" y="18805"/>
                  </a:lnTo>
                  <a:lnTo>
                    <a:pt x="1513097" y="19562"/>
                  </a:lnTo>
                  <a:lnTo>
                    <a:pt x="1512025" y="20322"/>
                  </a:lnTo>
                  <a:lnTo>
                    <a:pt x="1510954" y="21084"/>
                  </a:lnTo>
                  <a:lnTo>
                    <a:pt x="1509882" y="21850"/>
                  </a:lnTo>
                  <a:lnTo>
                    <a:pt x="1508811" y="22618"/>
                  </a:lnTo>
                  <a:lnTo>
                    <a:pt x="1507739" y="23389"/>
                  </a:lnTo>
                  <a:lnTo>
                    <a:pt x="1506667" y="24162"/>
                  </a:lnTo>
                  <a:lnTo>
                    <a:pt x="1505596" y="24938"/>
                  </a:lnTo>
                  <a:lnTo>
                    <a:pt x="1504524" y="25717"/>
                  </a:lnTo>
                  <a:lnTo>
                    <a:pt x="1503453" y="26499"/>
                  </a:lnTo>
                  <a:lnTo>
                    <a:pt x="1502381" y="27283"/>
                  </a:lnTo>
                  <a:lnTo>
                    <a:pt x="1501309" y="28070"/>
                  </a:lnTo>
                  <a:lnTo>
                    <a:pt x="1500238" y="28860"/>
                  </a:lnTo>
                  <a:lnTo>
                    <a:pt x="1499166" y="29652"/>
                  </a:lnTo>
                  <a:lnTo>
                    <a:pt x="1498095" y="30447"/>
                  </a:lnTo>
                  <a:lnTo>
                    <a:pt x="1497023" y="31244"/>
                  </a:lnTo>
                  <a:lnTo>
                    <a:pt x="1495951" y="32044"/>
                  </a:lnTo>
                  <a:lnTo>
                    <a:pt x="1494880" y="32847"/>
                  </a:lnTo>
                  <a:lnTo>
                    <a:pt x="1493808" y="33652"/>
                  </a:lnTo>
                  <a:lnTo>
                    <a:pt x="1492737" y="34460"/>
                  </a:lnTo>
                  <a:lnTo>
                    <a:pt x="1491665" y="35270"/>
                  </a:lnTo>
                  <a:lnTo>
                    <a:pt x="1490593" y="36083"/>
                  </a:lnTo>
                  <a:lnTo>
                    <a:pt x="1489522" y="36898"/>
                  </a:lnTo>
                  <a:lnTo>
                    <a:pt x="1488450" y="37716"/>
                  </a:lnTo>
                  <a:lnTo>
                    <a:pt x="1487379" y="38536"/>
                  </a:lnTo>
                  <a:lnTo>
                    <a:pt x="1486307" y="39359"/>
                  </a:lnTo>
                  <a:lnTo>
                    <a:pt x="1485235" y="40184"/>
                  </a:lnTo>
                  <a:lnTo>
                    <a:pt x="1484164" y="41011"/>
                  </a:lnTo>
                  <a:lnTo>
                    <a:pt x="1483092" y="41841"/>
                  </a:lnTo>
                  <a:lnTo>
                    <a:pt x="1482021" y="42673"/>
                  </a:lnTo>
                  <a:lnTo>
                    <a:pt x="1480949" y="43508"/>
                  </a:lnTo>
                  <a:lnTo>
                    <a:pt x="1479877" y="44345"/>
                  </a:lnTo>
                  <a:lnTo>
                    <a:pt x="1478806" y="45185"/>
                  </a:lnTo>
                  <a:lnTo>
                    <a:pt x="1477734" y="46027"/>
                  </a:lnTo>
                  <a:lnTo>
                    <a:pt x="1476663" y="46871"/>
                  </a:lnTo>
                  <a:lnTo>
                    <a:pt x="1475591" y="47717"/>
                  </a:lnTo>
                  <a:lnTo>
                    <a:pt x="1474519" y="48566"/>
                  </a:lnTo>
                  <a:lnTo>
                    <a:pt x="1473448" y="49417"/>
                  </a:lnTo>
                  <a:lnTo>
                    <a:pt x="1472376" y="50270"/>
                  </a:lnTo>
                  <a:lnTo>
                    <a:pt x="1471305" y="51125"/>
                  </a:lnTo>
                  <a:lnTo>
                    <a:pt x="1470233" y="51983"/>
                  </a:lnTo>
                  <a:lnTo>
                    <a:pt x="1469161" y="52843"/>
                  </a:lnTo>
                  <a:lnTo>
                    <a:pt x="1468090" y="53705"/>
                  </a:lnTo>
                  <a:lnTo>
                    <a:pt x="1467018" y="54569"/>
                  </a:lnTo>
                  <a:lnTo>
                    <a:pt x="1465947" y="55436"/>
                  </a:lnTo>
                  <a:lnTo>
                    <a:pt x="1464875" y="56304"/>
                  </a:lnTo>
                  <a:lnTo>
                    <a:pt x="1463803" y="57175"/>
                  </a:lnTo>
                  <a:lnTo>
                    <a:pt x="1462732" y="58048"/>
                  </a:lnTo>
                  <a:lnTo>
                    <a:pt x="1461660" y="58922"/>
                  </a:lnTo>
                  <a:lnTo>
                    <a:pt x="1460589" y="59799"/>
                  </a:lnTo>
                  <a:lnTo>
                    <a:pt x="1459517" y="60678"/>
                  </a:lnTo>
                  <a:lnTo>
                    <a:pt x="1458445" y="61559"/>
                  </a:lnTo>
                  <a:lnTo>
                    <a:pt x="1457374" y="62442"/>
                  </a:lnTo>
                  <a:lnTo>
                    <a:pt x="1456302" y="63327"/>
                  </a:lnTo>
                  <a:lnTo>
                    <a:pt x="1455231" y="64214"/>
                  </a:lnTo>
                  <a:lnTo>
                    <a:pt x="1454159" y="65103"/>
                  </a:lnTo>
                  <a:lnTo>
                    <a:pt x="1453087" y="65993"/>
                  </a:lnTo>
                  <a:lnTo>
                    <a:pt x="1452016" y="66886"/>
                  </a:lnTo>
                  <a:lnTo>
                    <a:pt x="1450944" y="67781"/>
                  </a:lnTo>
                  <a:lnTo>
                    <a:pt x="1449873" y="68677"/>
                  </a:lnTo>
                  <a:lnTo>
                    <a:pt x="1448801" y="69576"/>
                  </a:lnTo>
                  <a:lnTo>
                    <a:pt x="1447729" y="70476"/>
                  </a:lnTo>
                  <a:lnTo>
                    <a:pt x="1446658" y="71378"/>
                  </a:lnTo>
                  <a:lnTo>
                    <a:pt x="1445586" y="72282"/>
                  </a:lnTo>
                  <a:lnTo>
                    <a:pt x="1444515" y="73187"/>
                  </a:lnTo>
                  <a:lnTo>
                    <a:pt x="1443443" y="74094"/>
                  </a:lnTo>
                  <a:lnTo>
                    <a:pt x="1442371" y="75004"/>
                  </a:lnTo>
                  <a:lnTo>
                    <a:pt x="1441300" y="75914"/>
                  </a:lnTo>
                  <a:lnTo>
                    <a:pt x="1440228" y="76827"/>
                  </a:lnTo>
                  <a:lnTo>
                    <a:pt x="1439157" y="77741"/>
                  </a:lnTo>
                  <a:lnTo>
                    <a:pt x="1438085" y="78657"/>
                  </a:lnTo>
                  <a:lnTo>
                    <a:pt x="1437013" y="79575"/>
                  </a:lnTo>
                  <a:lnTo>
                    <a:pt x="1435942" y="80494"/>
                  </a:lnTo>
                  <a:lnTo>
                    <a:pt x="1434870" y="81414"/>
                  </a:lnTo>
                  <a:lnTo>
                    <a:pt x="1433799" y="82337"/>
                  </a:lnTo>
                  <a:lnTo>
                    <a:pt x="1432727" y="83261"/>
                  </a:lnTo>
                  <a:lnTo>
                    <a:pt x="1431655" y="84186"/>
                  </a:lnTo>
                  <a:lnTo>
                    <a:pt x="1430584" y="85113"/>
                  </a:lnTo>
                  <a:lnTo>
                    <a:pt x="1429512" y="86042"/>
                  </a:lnTo>
                  <a:lnTo>
                    <a:pt x="1428441" y="86972"/>
                  </a:lnTo>
                  <a:lnTo>
                    <a:pt x="1427369" y="87903"/>
                  </a:lnTo>
                  <a:lnTo>
                    <a:pt x="1426297" y="88836"/>
                  </a:lnTo>
                  <a:lnTo>
                    <a:pt x="1425226" y="89771"/>
                  </a:lnTo>
                  <a:lnTo>
                    <a:pt x="1424154" y="90707"/>
                  </a:lnTo>
                  <a:lnTo>
                    <a:pt x="1423083" y="91644"/>
                  </a:lnTo>
                  <a:lnTo>
                    <a:pt x="1422011" y="92582"/>
                  </a:lnTo>
                  <a:lnTo>
                    <a:pt x="1420939" y="93522"/>
                  </a:lnTo>
                  <a:lnTo>
                    <a:pt x="1419868" y="94464"/>
                  </a:lnTo>
                  <a:lnTo>
                    <a:pt x="1418796" y="95406"/>
                  </a:lnTo>
                  <a:lnTo>
                    <a:pt x="1417725" y="96350"/>
                  </a:lnTo>
                  <a:lnTo>
                    <a:pt x="1416653" y="97295"/>
                  </a:lnTo>
                  <a:lnTo>
                    <a:pt x="1415582" y="98242"/>
                  </a:lnTo>
                  <a:lnTo>
                    <a:pt x="1414510" y="99189"/>
                  </a:lnTo>
                  <a:lnTo>
                    <a:pt x="1413438" y="100138"/>
                  </a:lnTo>
                  <a:lnTo>
                    <a:pt x="1412367" y="101088"/>
                  </a:lnTo>
                  <a:lnTo>
                    <a:pt x="1411295" y="102040"/>
                  </a:lnTo>
                  <a:lnTo>
                    <a:pt x="1410224" y="102992"/>
                  </a:lnTo>
                  <a:lnTo>
                    <a:pt x="1409152" y="103946"/>
                  </a:lnTo>
                  <a:lnTo>
                    <a:pt x="1408080" y="104900"/>
                  </a:lnTo>
                  <a:lnTo>
                    <a:pt x="1407009" y="105856"/>
                  </a:lnTo>
                  <a:lnTo>
                    <a:pt x="1405937" y="106813"/>
                  </a:lnTo>
                  <a:lnTo>
                    <a:pt x="1404866" y="107771"/>
                  </a:lnTo>
                  <a:lnTo>
                    <a:pt x="1403794" y="108730"/>
                  </a:lnTo>
                  <a:lnTo>
                    <a:pt x="1402722" y="109690"/>
                  </a:lnTo>
                  <a:lnTo>
                    <a:pt x="1401651" y="110651"/>
                  </a:lnTo>
                  <a:lnTo>
                    <a:pt x="1400579" y="111613"/>
                  </a:lnTo>
                  <a:lnTo>
                    <a:pt x="1399508" y="112576"/>
                  </a:lnTo>
                  <a:lnTo>
                    <a:pt x="1398436" y="113539"/>
                  </a:lnTo>
                  <a:lnTo>
                    <a:pt x="1397364" y="114504"/>
                  </a:lnTo>
                  <a:lnTo>
                    <a:pt x="1396293" y="115470"/>
                  </a:lnTo>
                  <a:lnTo>
                    <a:pt x="1395221" y="116437"/>
                  </a:lnTo>
                  <a:lnTo>
                    <a:pt x="1394150" y="117404"/>
                  </a:lnTo>
                  <a:lnTo>
                    <a:pt x="1393078" y="118372"/>
                  </a:lnTo>
                  <a:lnTo>
                    <a:pt x="1392006" y="119341"/>
                  </a:lnTo>
                  <a:lnTo>
                    <a:pt x="1390935" y="120311"/>
                  </a:lnTo>
                  <a:lnTo>
                    <a:pt x="1389863" y="121282"/>
                  </a:lnTo>
                  <a:lnTo>
                    <a:pt x="1388792" y="122253"/>
                  </a:lnTo>
                  <a:lnTo>
                    <a:pt x="1387720" y="123226"/>
                  </a:lnTo>
                  <a:lnTo>
                    <a:pt x="1386648" y="124199"/>
                  </a:lnTo>
                  <a:lnTo>
                    <a:pt x="1385577" y="125172"/>
                  </a:lnTo>
                  <a:lnTo>
                    <a:pt x="1384505" y="126147"/>
                  </a:lnTo>
                  <a:lnTo>
                    <a:pt x="1383434" y="127122"/>
                  </a:lnTo>
                  <a:lnTo>
                    <a:pt x="1382362" y="128097"/>
                  </a:lnTo>
                  <a:lnTo>
                    <a:pt x="1381290" y="129073"/>
                  </a:lnTo>
                  <a:lnTo>
                    <a:pt x="1380219" y="130050"/>
                  </a:lnTo>
                  <a:lnTo>
                    <a:pt x="1379147" y="131028"/>
                  </a:lnTo>
                  <a:lnTo>
                    <a:pt x="1378076" y="132006"/>
                  </a:lnTo>
                  <a:lnTo>
                    <a:pt x="1377004" y="132984"/>
                  </a:lnTo>
                  <a:lnTo>
                    <a:pt x="1375932" y="133963"/>
                  </a:lnTo>
                  <a:lnTo>
                    <a:pt x="1374861" y="134943"/>
                  </a:lnTo>
                  <a:lnTo>
                    <a:pt x="1373789" y="135923"/>
                  </a:lnTo>
                  <a:lnTo>
                    <a:pt x="1372718" y="136904"/>
                  </a:lnTo>
                  <a:lnTo>
                    <a:pt x="1371646" y="137885"/>
                  </a:lnTo>
                  <a:lnTo>
                    <a:pt x="1370574" y="138866"/>
                  </a:lnTo>
                  <a:lnTo>
                    <a:pt x="1369503" y="139848"/>
                  </a:lnTo>
                  <a:lnTo>
                    <a:pt x="1368431" y="140830"/>
                  </a:lnTo>
                  <a:lnTo>
                    <a:pt x="1367360" y="141813"/>
                  </a:lnTo>
                  <a:lnTo>
                    <a:pt x="1366288" y="142796"/>
                  </a:lnTo>
                  <a:lnTo>
                    <a:pt x="1365216" y="143780"/>
                  </a:lnTo>
                  <a:lnTo>
                    <a:pt x="1364145" y="144763"/>
                  </a:lnTo>
                  <a:lnTo>
                    <a:pt x="1363073" y="145747"/>
                  </a:lnTo>
                  <a:lnTo>
                    <a:pt x="1362002" y="146731"/>
                  </a:lnTo>
                  <a:lnTo>
                    <a:pt x="1360930" y="147716"/>
                  </a:lnTo>
                  <a:lnTo>
                    <a:pt x="1359858" y="148701"/>
                  </a:lnTo>
                  <a:lnTo>
                    <a:pt x="1358787" y="149686"/>
                  </a:lnTo>
                  <a:lnTo>
                    <a:pt x="1357715" y="150671"/>
                  </a:lnTo>
                  <a:lnTo>
                    <a:pt x="1356644" y="151656"/>
                  </a:lnTo>
                  <a:lnTo>
                    <a:pt x="1355572" y="152642"/>
                  </a:lnTo>
                  <a:lnTo>
                    <a:pt x="1354500" y="153628"/>
                  </a:lnTo>
                  <a:lnTo>
                    <a:pt x="1353429" y="154613"/>
                  </a:lnTo>
                  <a:lnTo>
                    <a:pt x="1352357" y="155599"/>
                  </a:lnTo>
                  <a:lnTo>
                    <a:pt x="1351286" y="156585"/>
                  </a:lnTo>
                  <a:lnTo>
                    <a:pt x="1350214" y="157571"/>
                  </a:lnTo>
                  <a:lnTo>
                    <a:pt x="1349142" y="158558"/>
                  </a:lnTo>
                  <a:lnTo>
                    <a:pt x="1348071" y="159544"/>
                  </a:lnTo>
                  <a:lnTo>
                    <a:pt x="1346999" y="160530"/>
                  </a:lnTo>
                  <a:lnTo>
                    <a:pt x="1345928" y="161516"/>
                  </a:lnTo>
                  <a:lnTo>
                    <a:pt x="1344856" y="162503"/>
                  </a:lnTo>
                  <a:lnTo>
                    <a:pt x="1343784" y="163489"/>
                  </a:lnTo>
                  <a:lnTo>
                    <a:pt x="1342713" y="164475"/>
                  </a:lnTo>
                  <a:lnTo>
                    <a:pt x="1341641" y="165461"/>
                  </a:lnTo>
                  <a:lnTo>
                    <a:pt x="1340570" y="166447"/>
                  </a:lnTo>
                  <a:lnTo>
                    <a:pt x="1339498" y="167433"/>
                  </a:lnTo>
                  <a:lnTo>
                    <a:pt x="1338426" y="168418"/>
                  </a:lnTo>
                  <a:lnTo>
                    <a:pt x="1337355" y="169404"/>
                  </a:lnTo>
                  <a:lnTo>
                    <a:pt x="1336283" y="170389"/>
                  </a:lnTo>
                  <a:lnTo>
                    <a:pt x="1335212" y="171375"/>
                  </a:lnTo>
                  <a:lnTo>
                    <a:pt x="1334140" y="172360"/>
                  </a:lnTo>
                  <a:lnTo>
                    <a:pt x="1333068" y="173345"/>
                  </a:lnTo>
                  <a:lnTo>
                    <a:pt x="1331997" y="174329"/>
                  </a:lnTo>
                  <a:lnTo>
                    <a:pt x="1330925" y="175314"/>
                  </a:lnTo>
                  <a:lnTo>
                    <a:pt x="1329854" y="176298"/>
                  </a:lnTo>
                  <a:lnTo>
                    <a:pt x="1328782" y="177281"/>
                  </a:lnTo>
                  <a:lnTo>
                    <a:pt x="1327710" y="178265"/>
                  </a:lnTo>
                  <a:lnTo>
                    <a:pt x="1326639" y="179248"/>
                  </a:lnTo>
                  <a:lnTo>
                    <a:pt x="1325567" y="180231"/>
                  </a:lnTo>
                  <a:lnTo>
                    <a:pt x="1324496" y="181213"/>
                  </a:lnTo>
                  <a:lnTo>
                    <a:pt x="1323424" y="182195"/>
                  </a:lnTo>
                  <a:lnTo>
                    <a:pt x="1322352" y="183177"/>
                  </a:lnTo>
                  <a:lnTo>
                    <a:pt x="1321281" y="184158"/>
                  </a:lnTo>
                  <a:lnTo>
                    <a:pt x="1320209" y="185139"/>
                  </a:lnTo>
                  <a:lnTo>
                    <a:pt x="1319138" y="186120"/>
                  </a:lnTo>
                  <a:lnTo>
                    <a:pt x="1318066" y="187100"/>
                  </a:lnTo>
                  <a:lnTo>
                    <a:pt x="1316994" y="188079"/>
                  </a:lnTo>
                  <a:lnTo>
                    <a:pt x="1315923" y="189058"/>
                  </a:lnTo>
                  <a:lnTo>
                    <a:pt x="1314851" y="190037"/>
                  </a:lnTo>
                  <a:lnTo>
                    <a:pt x="1313780" y="191015"/>
                  </a:lnTo>
                  <a:lnTo>
                    <a:pt x="1312708" y="191992"/>
                  </a:lnTo>
                  <a:lnTo>
                    <a:pt x="1311636" y="192969"/>
                  </a:lnTo>
                  <a:lnTo>
                    <a:pt x="1310565" y="193945"/>
                  </a:lnTo>
                  <a:lnTo>
                    <a:pt x="1309493" y="194921"/>
                  </a:lnTo>
                  <a:lnTo>
                    <a:pt x="1308422" y="195896"/>
                  </a:lnTo>
                  <a:lnTo>
                    <a:pt x="1307350" y="196870"/>
                  </a:lnTo>
                  <a:lnTo>
                    <a:pt x="1306278" y="197844"/>
                  </a:lnTo>
                  <a:lnTo>
                    <a:pt x="1305207" y="198817"/>
                  </a:lnTo>
                  <a:lnTo>
                    <a:pt x="1304135" y="199790"/>
                  </a:lnTo>
                  <a:lnTo>
                    <a:pt x="1303064" y="200761"/>
                  </a:lnTo>
                  <a:lnTo>
                    <a:pt x="1301992" y="201732"/>
                  </a:lnTo>
                  <a:lnTo>
                    <a:pt x="1300920" y="202703"/>
                  </a:lnTo>
                  <a:lnTo>
                    <a:pt x="1299849" y="203672"/>
                  </a:lnTo>
                  <a:lnTo>
                    <a:pt x="1298777" y="204641"/>
                  </a:lnTo>
                  <a:lnTo>
                    <a:pt x="1297706" y="205609"/>
                  </a:lnTo>
                  <a:lnTo>
                    <a:pt x="1296634" y="206576"/>
                  </a:lnTo>
                  <a:lnTo>
                    <a:pt x="1295562" y="207542"/>
                  </a:lnTo>
                  <a:lnTo>
                    <a:pt x="1294491" y="208508"/>
                  </a:lnTo>
                  <a:lnTo>
                    <a:pt x="1293419" y="209473"/>
                  </a:lnTo>
                  <a:lnTo>
                    <a:pt x="1292348" y="210437"/>
                  </a:lnTo>
                  <a:lnTo>
                    <a:pt x="1291276" y="211400"/>
                  </a:lnTo>
                  <a:lnTo>
                    <a:pt x="1290204" y="212362"/>
                  </a:lnTo>
                  <a:lnTo>
                    <a:pt x="1289133" y="213323"/>
                  </a:lnTo>
                  <a:lnTo>
                    <a:pt x="1288061" y="214283"/>
                  </a:lnTo>
                  <a:lnTo>
                    <a:pt x="1286990" y="215243"/>
                  </a:lnTo>
                  <a:lnTo>
                    <a:pt x="1285918" y="216201"/>
                  </a:lnTo>
                  <a:lnTo>
                    <a:pt x="1284846" y="217158"/>
                  </a:lnTo>
                  <a:lnTo>
                    <a:pt x="1283775" y="218115"/>
                  </a:lnTo>
                  <a:lnTo>
                    <a:pt x="1282703" y="219070"/>
                  </a:lnTo>
                  <a:lnTo>
                    <a:pt x="1281632" y="220025"/>
                  </a:lnTo>
                  <a:lnTo>
                    <a:pt x="1280560" y="220978"/>
                  </a:lnTo>
                  <a:lnTo>
                    <a:pt x="1279488" y="221930"/>
                  </a:lnTo>
                  <a:lnTo>
                    <a:pt x="1278417" y="222882"/>
                  </a:lnTo>
                  <a:lnTo>
                    <a:pt x="1277345" y="223832"/>
                  </a:lnTo>
                  <a:lnTo>
                    <a:pt x="1276274" y="224781"/>
                  </a:lnTo>
                  <a:lnTo>
                    <a:pt x="1275202" y="225729"/>
                  </a:lnTo>
                  <a:lnTo>
                    <a:pt x="1274130" y="226676"/>
                  </a:lnTo>
                  <a:lnTo>
                    <a:pt x="1273059" y="227622"/>
                  </a:lnTo>
                  <a:lnTo>
                    <a:pt x="1271987" y="228566"/>
                  </a:lnTo>
                  <a:lnTo>
                    <a:pt x="1270916" y="229510"/>
                  </a:lnTo>
                  <a:lnTo>
                    <a:pt x="1269844" y="230452"/>
                  </a:lnTo>
                  <a:lnTo>
                    <a:pt x="1268772" y="231393"/>
                  </a:lnTo>
                  <a:lnTo>
                    <a:pt x="1267701" y="232333"/>
                  </a:lnTo>
                  <a:lnTo>
                    <a:pt x="1266629" y="233272"/>
                  </a:lnTo>
                  <a:lnTo>
                    <a:pt x="1265558" y="234209"/>
                  </a:lnTo>
                  <a:lnTo>
                    <a:pt x="1264486" y="235145"/>
                  </a:lnTo>
                  <a:lnTo>
                    <a:pt x="1263414" y="236080"/>
                  </a:lnTo>
                  <a:lnTo>
                    <a:pt x="1262343" y="237013"/>
                  </a:lnTo>
                  <a:lnTo>
                    <a:pt x="1261271" y="237946"/>
                  </a:lnTo>
                  <a:lnTo>
                    <a:pt x="1260200" y="238877"/>
                  </a:lnTo>
                  <a:lnTo>
                    <a:pt x="1259128" y="239806"/>
                  </a:lnTo>
                  <a:lnTo>
                    <a:pt x="1258056" y="240735"/>
                  </a:lnTo>
                  <a:lnTo>
                    <a:pt x="1256985" y="241661"/>
                  </a:lnTo>
                  <a:lnTo>
                    <a:pt x="1255913" y="242587"/>
                  </a:lnTo>
                  <a:lnTo>
                    <a:pt x="1254842" y="243511"/>
                  </a:lnTo>
                  <a:lnTo>
                    <a:pt x="1253770" y="244434"/>
                  </a:lnTo>
                  <a:lnTo>
                    <a:pt x="1252698" y="245355"/>
                  </a:lnTo>
                  <a:lnTo>
                    <a:pt x="1251627" y="246275"/>
                  </a:lnTo>
                  <a:lnTo>
                    <a:pt x="1250555" y="247194"/>
                  </a:lnTo>
                  <a:lnTo>
                    <a:pt x="1249484" y="248111"/>
                  </a:lnTo>
                  <a:lnTo>
                    <a:pt x="1248412" y="249026"/>
                  </a:lnTo>
                  <a:lnTo>
                    <a:pt x="1247340" y="249941"/>
                  </a:lnTo>
                  <a:lnTo>
                    <a:pt x="1246269" y="250853"/>
                  </a:lnTo>
                  <a:lnTo>
                    <a:pt x="1245197" y="251764"/>
                  </a:lnTo>
                  <a:lnTo>
                    <a:pt x="1244126" y="252674"/>
                  </a:lnTo>
                  <a:lnTo>
                    <a:pt x="1243054" y="253582"/>
                  </a:lnTo>
                  <a:lnTo>
                    <a:pt x="1241983" y="254488"/>
                  </a:lnTo>
                  <a:lnTo>
                    <a:pt x="1240911" y="255393"/>
                  </a:lnTo>
                  <a:lnTo>
                    <a:pt x="1239839" y="256297"/>
                  </a:lnTo>
                  <a:lnTo>
                    <a:pt x="1238768" y="257198"/>
                  </a:lnTo>
                  <a:lnTo>
                    <a:pt x="1237696" y="258099"/>
                  </a:lnTo>
                  <a:lnTo>
                    <a:pt x="1236625" y="258997"/>
                  </a:lnTo>
                  <a:lnTo>
                    <a:pt x="1235553" y="259894"/>
                  </a:lnTo>
                  <a:lnTo>
                    <a:pt x="1234481" y="260789"/>
                  </a:lnTo>
                  <a:lnTo>
                    <a:pt x="1233410" y="261683"/>
                  </a:lnTo>
                  <a:lnTo>
                    <a:pt x="1232338" y="262575"/>
                  </a:lnTo>
                  <a:lnTo>
                    <a:pt x="1231267" y="263465"/>
                  </a:lnTo>
                  <a:lnTo>
                    <a:pt x="1230195" y="264354"/>
                  </a:lnTo>
                  <a:lnTo>
                    <a:pt x="1229123" y="265240"/>
                  </a:lnTo>
                  <a:lnTo>
                    <a:pt x="1228052" y="266126"/>
                  </a:lnTo>
                  <a:lnTo>
                    <a:pt x="1226980" y="267009"/>
                  </a:lnTo>
                  <a:lnTo>
                    <a:pt x="1225909" y="267891"/>
                  </a:lnTo>
                  <a:lnTo>
                    <a:pt x="1224837" y="268771"/>
                  </a:lnTo>
                  <a:lnTo>
                    <a:pt x="1223765" y="269649"/>
                  </a:lnTo>
                  <a:lnTo>
                    <a:pt x="1222694" y="270525"/>
                  </a:lnTo>
                  <a:lnTo>
                    <a:pt x="1221622" y="271400"/>
                  </a:lnTo>
                  <a:lnTo>
                    <a:pt x="1220551" y="272272"/>
                  </a:lnTo>
                  <a:lnTo>
                    <a:pt x="1219479" y="273143"/>
                  </a:lnTo>
                  <a:lnTo>
                    <a:pt x="1218407" y="274012"/>
                  </a:lnTo>
                  <a:lnTo>
                    <a:pt x="1217336" y="274880"/>
                  </a:lnTo>
                  <a:lnTo>
                    <a:pt x="1216264" y="275745"/>
                  </a:lnTo>
                  <a:lnTo>
                    <a:pt x="1215193" y="276608"/>
                  </a:lnTo>
                  <a:lnTo>
                    <a:pt x="1214121" y="277470"/>
                  </a:lnTo>
                  <a:lnTo>
                    <a:pt x="1213049" y="278330"/>
                  </a:lnTo>
                  <a:lnTo>
                    <a:pt x="1211978" y="279188"/>
                  </a:lnTo>
                  <a:lnTo>
                    <a:pt x="1210906" y="280044"/>
                  </a:lnTo>
                  <a:lnTo>
                    <a:pt x="1209835" y="280898"/>
                  </a:lnTo>
                  <a:lnTo>
                    <a:pt x="1208763" y="281750"/>
                  </a:lnTo>
                  <a:lnTo>
                    <a:pt x="1207691" y="282600"/>
                  </a:lnTo>
                  <a:lnTo>
                    <a:pt x="1206620" y="283448"/>
                  </a:lnTo>
                  <a:lnTo>
                    <a:pt x="1205548" y="284294"/>
                  </a:lnTo>
                  <a:lnTo>
                    <a:pt x="1204477" y="285138"/>
                  </a:lnTo>
                  <a:lnTo>
                    <a:pt x="1203405" y="285980"/>
                  </a:lnTo>
                  <a:lnTo>
                    <a:pt x="1202333" y="286820"/>
                  </a:lnTo>
                  <a:lnTo>
                    <a:pt x="1201262" y="287658"/>
                  </a:lnTo>
                  <a:lnTo>
                    <a:pt x="1200190" y="288495"/>
                  </a:lnTo>
                  <a:lnTo>
                    <a:pt x="1199119" y="289329"/>
                  </a:lnTo>
                  <a:lnTo>
                    <a:pt x="1198047" y="290161"/>
                  </a:lnTo>
                  <a:lnTo>
                    <a:pt x="1196975" y="290990"/>
                  </a:lnTo>
                  <a:lnTo>
                    <a:pt x="1195904" y="291818"/>
                  </a:lnTo>
                  <a:lnTo>
                    <a:pt x="1194832" y="292644"/>
                  </a:lnTo>
                  <a:lnTo>
                    <a:pt x="1193761" y="293468"/>
                  </a:lnTo>
                  <a:lnTo>
                    <a:pt x="1192689" y="294289"/>
                  </a:lnTo>
                  <a:lnTo>
                    <a:pt x="1191617" y="295108"/>
                  </a:lnTo>
                  <a:lnTo>
                    <a:pt x="1190546" y="295926"/>
                  </a:lnTo>
                  <a:lnTo>
                    <a:pt x="1189474" y="296741"/>
                  </a:lnTo>
                  <a:lnTo>
                    <a:pt x="1188403" y="297554"/>
                  </a:lnTo>
                  <a:lnTo>
                    <a:pt x="1187331" y="298364"/>
                  </a:lnTo>
                  <a:lnTo>
                    <a:pt x="1186259" y="299173"/>
                  </a:lnTo>
                  <a:lnTo>
                    <a:pt x="1185188" y="299979"/>
                  </a:lnTo>
                  <a:lnTo>
                    <a:pt x="1184116" y="300784"/>
                  </a:lnTo>
                  <a:lnTo>
                    <a:pt x="1183045" y="301585"/>
                  </a:lnTo>
                  <a:lnTo>
                    <a:pt x="1181973" y="302385"/>
                  </a:lnTo>
                  <a:lnTo>
                    <a:pt x="1180901" y="303183"/>
                  </a:lnTo>
                  <a:lnTo>
                    <a:pt x="1179830" y="303978"/>
                  </a:lnTo>
                  <a:lnTo>
                    <a:pt x="1178758" y="304771"/>
                  </a:lnTo>
                  <a:lnTo>
                    <a:pt x="1177687" y="305562"/>
                  </a:lnTo>
                  <a:lnTo>
                    <a:pt x="1176615" y="306350"/>
                  </a:lnTo>
                  <a:lnTo>
                    <a:pt x="1175543" y="307136"/>
                  </a:lnTo>
                  <a:lnTo>
                    <a:pt x="1174472" y="307920"/>
                  </a:lnTo>
                  <a:lnTo>
                    <a:pt x="1173400" y="308702"/>
                  </a:lnTo>
                  <a:lnTo>
                    <a:pt x="1172329" y="309481"/>
                  </a:lnTo>
                  <a:lnTo>
                    <a:pt x="1171257" y="310258"/>
                  </a:lnTo>
                  <a:lnTo>
                    <a:pt x="1170185" y="311032"/>
                  </a:lnTo>
                  <a:lnTo>
                    <a:pt x="1169114" y="311804"/>
                  </a:lnTo>
                  <a:lnTo>
                    <a:pt x="1168042" y="312574"/>
                  </a:lnTo>
                  <a:lnTo>
                    <a:pt x="1166971" y="313342"/>
                  </a:lnTo>
                  <a:lnTo>
                    <a:pt x="1165899" y="314107"/>
                  </a:lnTo>
                  <a:lnTo>
                    <a:pt x="1164827" y="314869"/>
                  </a:lnTo>
                  <a:lnTo>
                    <a:pt x="1163756" y="315630"/>
                  </a:lnTo>
                  <a:lnTo>
                    <a:pt x="1162684" y="316388"/>
                  </a:lnTo>
                  <a:lnTo>
                    <a:pt x="1161613" y="317143"/>
                  </a:lnTo>
                  <a:lnTo>
                    <a:pt x="1160541" y="317896"/>
                  </a:lnTo>
                  <a:lnTo>
                    <a:pt x="1159469" y="318647"/>
                  </a:lnTo>
                  <a:lnTo>
                    <a:pt x="1158398" y="319395"/>
                  </a:lnTo>
                  <a:lnTo>
                    <a:pt x="1157326" y="320140"/>
                  </a:lnTo>
                  <a:lnTo>
                    <a:pt x="1156255" y="320884"/>
                  </a:lnTo>
                  <a:lnTo>
                    <a:pt x="1155183" y="321624"/>
                  </a:lnTo>
                  <a:lnTo>
                    <a:pt x="1154111" y="322363"/>
                  </a:lnTo>
                  <a:lnTo>
                    <a:pt x="1153040" y="323098"/>
                  </a:lnTo>
                  <a:lnTo>
                    <a:pt x="1151968" y="323831"/>
                  </a:lnTo>
                  <a:lnTo>
                    <a:pt x="1150897" y="324562"/>
                  </a:lnTo>
                  <a:lnTo>
                    <a:pt x="1149825" y="325290"/>
                  </a:lnTo>
                  <a:lnTo>
                    <a:pt x="1148753" y="326016"/>
                  </a:lnTo>
                  <a:lnTo>
                    <a:pt x="1147682" y="326739"/>
                  </a:lnTo>
                  <a:lnTo>
                    <a:pt x="1146610" y="327459"/>
                  </a:lnTo>
                  <a:lnTo>
                    <a:pt x="1145539" y="328177"/>
                  </a:lnTo>
                  <a:lnTo>
                    <a:pt x="1144467" y="328893"/>
                  </a:lnTo>
                  <a:lnTo>
                    <a:pt x="1143395" y="329606"/>
                  </a:lnTo>
                  <a:lnTo>
                    <a:pt x="1142324" y="330316"/>
                  </a:lnTo>
                  <a:lnTo>
                    <a:pt x="1141252" y="331023"/>
                  </a:lnTo>
                  <a:lnTo>
                    <a:pt x="1140181" y="331728"/>
                  </a:lnTo>
                  <a:lnTo>
                    <a:pt x="1139109" y="332431"/>
                  </a:lnTo>
                  <a:lnTo>
                    <a:pt x="1138037" y="333130"/>
                  </a:lnTo>
                  <a:lnTo>
                    <a:pt x="1136966" y="333827"/>
                  </a:lnTo>
                  <a:lnTo>
                    <a:pt x="1135894" y="334522"/>
                  </a:lnTo>
                  <a:lnTo>
                    <a:pt x="1134823" y="335214"/>
                  </a:lnTo>
                  <a:lnTo>
                    <a:pt x="1133751" y="335903"/>
                  </a:lnTo>
                  <a:lnTo>
                    <a:pt x="1132679" y="336589"/>
                  </a:lnTo>
                  <a:lnTo>
                    <a:pt x="1131608" y="337273"/>
                  </a:lnTo>
                  <a:lnTo>
                    <a:pt x="1130536" y="337954"/>
                  </a:lnTo>
                  <a:lnTo>
                    <a:pt x="1129465" y="338632"/>
                  </a:lnTo>
                  <a:lnTo>
                    <a:pt x="1128393" y="339308"/>
                  </a:lnTo>
                  <a:lnTo>
                    <a:pt x="1127321" y="339981"/>
                  </a:lnTo>
                  <a:lnTo>
                    <a:pt x="1126250" y="340651"/>
                  </a:lnTo>
                  <a:lnTo>
                    <a:pt x="1125178" y="341318"/>
                  </a:lnTo>
                  <a:lnTo>
                    <a:pt x="1124107" y="341983"/>
                  </a:lnTo>
                  <a:lnTo>
                    <a:pt x="1123035" y="342645"/>
                  </a:lnTo>
                  <a:lnTo>
                    <a:pt x="1121963" y="343304"/>
                  </a:lnTo>
                  <a:lnTo>
                    <a:pt x="1120892" y="343961"/>
                  </a:lnTo>
                  <a:lnTo>
                    <a:pt x="1119820" y="344614"/>
                  </a:lnTo>
                  <a:lnTo>
                    <a:pt x="1118749" y="345265"/>
                  </a:lnTo>
                  <a:lnTo>
                    <a:pt x="1117677" y="345913"/>
                  </a:lnTo>
                  <a:lnTo>
                    <a:pt x="1116605" y="346558"/>
                  </a:lnTo>
                  <a:lnTo>
                    <a:pt x="1115534" y="347201"/>
                  </a:lnTo>
                  <a:lnTo>
                    <a:pt x="1114462" y="347840"/>
                  </a:lnTo>
                  <a:lnTo>
                    <a:pt x="1113391" y="348477"/>
                  </a:lnTo>
                  <a:lnTo>
                    <a:pt x="1112319" y="349111"/>
                  </a:lnTo>
                  <a:lnTo>
                    <a:pt x="1111247" y="349742"/>
                  </a:lnTo>
                  <a:lnTo>
                    <a:pt x="1110176" y="350370"/>
                  </a:lnTo>
                  <a:lnTo>
                    <a:pt x="1109104" y="350996"/>
                  </a:lnTo>
                  <a:lnTo>
                    <a:pt x="1108033" y="351618"/>
                  </a:lnTo>
                  <a:lnTo>
                    <a:pt x="1106961" y="352238"/>
                  </a:lnTo>
                  <a:lnTo>
                    <a:pt x="1105889" y="352855"/>
                  </a:lnTo>
                  <a:lnTo>
                    <a:pt x="1104818" y="353468"/>
                  </a:lnTo>
                  <a:lnTo>
                    <a:pt x="1103746" y="354079"/>
                  </a:lnTo>
                  <a:lnTo>
                    <a:pt x="1102675" y="354687"/>
                  </a:lnTo>
                  <a:lnTo>
                    <a:pt x="1101603" y="355293"/>
                  </a:lnTo>
                  <a:lnTo>
                    <a:pt x="1100531" y="355895"/>
                  </a:lnTo>
                  <a:lnTo>
                    <a:pt x="1099460" y="356494"/>
                  </a:lnTo>
                  <a:lnTo>
                    <a:pt x="1098388" y="357090"/>
                  </a:lnTo>
                  <a:lnTo>
                    <a:pt x="1097317" y="357684"/>
                  </a:lnTo>
                  <a:lnTo>
                    <a:pt x="1096245" y="358274"/>
                  </a:lnTo>
                  <a:lnTo>
                    <a:pt x="1095173" y="358862"/>
                  </a:lnTo>
                  <a:lnTo>
                    <a:pt x="1094102" y="359446"/>
                  </a:lnTo>
                  <a:lnTo>
                    <a:pt x="1093030" y="360028"/>
                  </a:lnTo>
                  <a:lnTo>
                    <a:pt x="1091959" y="360606"/>
                  </a:lnTo>
                  <a:lnTo>
                    <a:pt x="1090887" y="361182"/>
                  </a:lnTo>
                  <a:lnTo>
                    <a:pt x="1089815" y="361754"/>
                  </a:lnTo>
                  <a:lnTo>
                    <a:pt x="1088744" y="362324"/>
                  </a:lnTo>
                  <a:lnTo>
                    <a:pt x="1087672" y="362890"/>
                  </a:lnTo>
                  <a:lnTo>
                    <a:pt x="1086601" y="363454"/>
                  </a:lnTo>
                  <a:lnTo>
                    <a:pt x="1085529" y="364014"/>
                  </a:lnTo>
                  <a:lnTo>
                    <a:pt x="1084457" y="364571"/>
                  </a:lnTo>
                  <a:lnTo>
                    <a:pt x="1083386" y="365126"/>
                  </a:lnTo>
                  <a:lnTo>
                    <a:pt x="1082314" y="365677"/>
                  </a:lnTo>
                  <a:lnTo>
                    <a:pt x="1081243" y="366225"/>
                  </a:lnTo>
                  <a:lnTo>
                    <a:pt x="1080171" y="366770"/>
                  </a:lnTo>
                  <a:lnTo>
                    <a:pt x="1079099" y="367313"/>
                  </a:lnTo>
                  <a:lnTo>
                    <a:pt x="1078028" y="367852"/>
                  </a:lnTo>
                  <a:lnTo>
                    <a:pt x="1076956" y="368387"/>
                  </a:lnTo>
                  <a:lnTo>
                    <a:pt x="1075885" y="368920"/>
                  </a:lnTo>
                  <a:lnTo>
                    <a:pt x="1074813" y="369450"/>
                  </a:lnTo>
                  <a:lnTo>
                    <a:pt x="1073741" y="369977"/>
                  </a:lnTo>
                  <a:lnTo>
                    <a:pt x="1072670" y="370501"/>
                  </a:lnTo>
                  <a:lnTo>
                    <a:pt x="1071598" y="371021"/>
                  </a:lnTo>
                  <a:lnTo>
                    <a:pt x="1070527" y="371539"/>
                  </a:lnTo>
                  <a:lnTo>
                    <a:pt x="1069455" y="372054"/>
                  </a:lnTo>
                  <a:lnTo>
                    <a:pt x="1068383" y="372565"/>
                  </a:lnTo>
                  <a:lnTo>
                    <a:pt x="1067312" y="373074"/>
                  </a:lnTo>
                  <a:lnTo>
                    <a:pt x="1066240" y="373580"/>
                  </a:lnTo>
                  <a:lnTo>
                    <a:pt x="1065169" y="374082"/>
                  </a:lnTo>
                  <a:lnTo>
                    <a:pt x="1064097" y="374582"/>
                  </a:lnTo>
                  <a:lnTo>
                    <a:pt x="1063026" y="375079"/>
                  </a:lnTo>
                  <a:lnTo>
                    <a:pt x="1061954" y="375573"/>
                  </a:lnTo>
                  <a:lnTo>
                    <a:pt x="1060882" y="376064"/>
                  </a:lnTo>
                  <a:lnTo>
                    <a:pt x="1059811" y="376552"/>
                  </a:lnTo>
                  <a:lnTo>
                    <a:pt x="1058739" y="377038"/>
                  </a:lnTo>
                  <a:lnTo>
                    <a:pt x="1057668" y="377520"/>
                  </a:lnTo>
                  <a:lnTo>
                    <a:pt x="1056596" y="378000"/>
                  </a:lnTo>
                  <a:lnTo>
                    <a:pt x="1055524" y="378477"/>
                  </a:lnTo>
                  <a:lnTo>
                    <a:pt x="1054453" y="378951"/>
                  </a:lnTo>
                  <a:lnTo>
                    <a:pt x="1053381" y="379422"/>
                  </a:lnTo>
                  <a:lnTo>
                    <a:pt x="1052310" y="379890"/>
                  </a:lnTo>
                  <a:lnTo>
                    <a:pt x="1051238" y="380356"/>
                  </a:lnTo>
                  <a:lnTo>
                    <a:pt x="1050166" y="380818"/>
                  </a:lnTo>
                  <a:lnTo>
                    <a:pt x="1049095" y="381278"/>
                  </a:lnTo>
                  <a:lnTo>
                    <a:pt x="1048023" y="381736"/>
                  </a:lnTo>
                  <a:lnTo>
                    <a:pt x="1046952" y="382190"/>
                  </a:lnTo>
                  <a:lnTo>
                    <a:pt x="1045880" y="382642"/>
                  </a:lnTo>
                  <a:lnTo>
                    <a:pt x="1044808" y="383091"/>
                  </a:lnTo>
                  <a:lnTo>
                    <a:pt x="1043737" y="383537"/>
                  </a:lnTo>
                  <a:lnTo>
                    <a:pt x="1042665" y="383981"/>
                  </a:lnTo>
                  <a:lnTo>
                    <a:pt x="1041594" y="384422"/>
                  </a:lnTo>
                  <a:lnTo>
                    <a:pt x="1040522" y="384860"/>
                  </a:lnTo>
                  <a:lnTo>
                    <a:pt x="1039450" y="385296"/>
                  </a:lnTo>
                  <a:lnTo>
                    <a:pt x="1038379" y="385729"/>
                  </a:lnTo>
                  <a:lnTo>
                    <a:pt x="1037307" y="386159"/>
                  </a:lnTo>
                  <a:lnTo>
                    <a:pt x="1036236" y="386587"/>
                  </a:lnTo>
                  <a:lnTo>
                    <a:pt x="1035164" y="387012"/>
                  </a:lnTo>
                  <a:lnTo>
                    <a:pt x="1034092" y="387434"/>
                  </a:lnTo>
                  <a:lnTo>
                    <a:pt x="1033021" y="387854"/>
                  </a:lnTo>
                  <a:lnTo>
                    <a:pt x="1031949" y="388272"/>
                  </a:lnTo>
                  <a:lnTo>
                    <a:pt x="1030878" y="388686"/>
                  </a:lnTo>
                  <a:lnTo>
                    <a:pt x="1029806" y="389099"/>
                  </a:lnTo>
                  <a:lnTo>
                    <a:pt x="1028734" y="389508"/>
                  </a:lnTo>
                  <a:lnTo>
                    <a:pt x="1027663" y="389916"/>
                  </a:lnTo>
                  <a:lnTo>
                    <a:pt x="1026591" y="390320"/>
                  </a:lnTo>
                  <a:lnTo>
                    <a:pt x="1025520" y="390722"/>
                  </a:lnTo>
                  <a:lnTo>
                    <a:pt x="1024448" y="391122"/>
                  </a:lnTo>
                  <a:lnTo>
                    <a:pt x="1023376" y="391519"/>
                  </a:lnTo>
                  <a:lnTo>
                    <a:pt x="1022305" y="391914"/>
                  </a:lnTo>
                  <a:lnTo>
                    <a:pt x="1021233" y="392306"/>
                  </a:lnTo>
                  <a:lnTo>
                    <a:pt x="1020162" y="392696"/>
                  </a:lnTo>
                  <a:lnTo>
                    <a:pt x="1019090" y="393083"/>
                  </a:lnTo>
                  <a:lnTo>
                    <a:pt x="1018018" y="393468"/>
                  </a:lnTo>
                  <a:lnTo>
                    <a:pt x="1016947" y="393851"/>
                  </a:lnTo>
                  <a:lnTo>
                    <a:pt x="1015875" y="394231"/>
                  </a:lnTo>
                  <a:lnTo>
                    <a:pt x="1014804" y="394609"/>
                  </a:lnTo>
                  <a:lnTo>
                    <a:pt x="1013732" y="394984"/>
                  </a:lnTo>
                  <a:lnTo>
                    <a:pt x="1012660" y="395357"/>
                  </a:lnTo>
                  <a:lnTo>
                    <a:pt x="1011589" y="395728"/>
                  </a:lnTo>
                  <a:lnTo>
                    <a:pt x="1010517" y="396096"/>
                  </a:lnTo>
                  <a:lnTo>
                    <a:pt x="1009446" y="396462"/>
                  </a:lnTo>
                  <a:lnTo>
                    <a:pt x="1008374" y="396826"/>
                  </a:lnTo>
                  <a:lnTo>
                    <a:pt x="1007302" y="397188"/>
                  </a:lnTo>
                  <a:lnTo>
                    <a:pt x="1006231" y="397547"/>
                  </a:lnTo>
                  <a:lnTo>
                    <a:pt x="1005159" y="397903"/>
                  </a:lnTo>
                  <a:lnTo>
                    <a:pt x="1004088" y="398258"/>
                  </a:lnTo>
                  <a:lnTo>
                    <a:pt x="1003016" y="398610"/>
                  </a:lnTo>
                  <a:lnTo>
                    <a:pt x="1001944" y="398960"/>
                  </a:lnTo>
                  <a:lnTo>
                    <a:pt x="1000873" y="399308"/>
                  </a:lnTo>
                  <a:lnTo>
                    <a:pt x="999801" y="399654"/>
                  </a:lnTo>
                  <a:lnTo>
                    <a:pt x="998730" y="399997"/>
                  </a:lnTo>
                  <a:lnTo>
                    <a:pt x="997658" y="400338"/>
                  </a:lnTo>
                  <a:lnTo>
                    <a:pt x="996586" y="400677"/>
                  </a:lnTo>
                  <a:lnTo>
                    <a:pt x="995515" y="401014"/>
                  </a:lnTo>
                  <a:lnTo>
                    <a:pt x="994443" y="401349"/>
                  </a:lnTo>
                  <a:lnTo>
                    <a:pt x="993372" y="401681"/>
                  </a:lnTo>
                  <a:lnTo>
                    <a:pt x="992300" y="402012"/>
                  </a:lnTo>
                  <a:lnTo>
                    <a:pt x="991228" y="402340"/>
                  </a:lnTo>
                  <a:lnTo>
                    <a:pt x="990157" y="402666"/>
                  </a:lnTo>
                  <a:lnTo>
                    <a:pt x="989085" y="402990"/>
                  </a:lnTo>
                  <a:lnTo>
                    <a:pt x="988014" y="403312"/>
                  </a:lnTo>
                  <a:lnTo>
                    <a:pt x="986942" y="403632"/>
                  </a:lnTo>
                  <a:lnTo>
                    <a:pt x="985870" y="403950"/>
                  </a:lnTo>
                  <a:lnTo>
                    <a:pt x="984799" y="404265"/>
                  </a:lnTo>
                  <a:lnTo>
                    <a:pt x="983727" y="404579"/>
                  </a:lnTo>
                  <a:lnTo>
                    <a:pt x="982656" y="404891"/>
                  </a:lnTo>
                  <a:lnTo>
                    <a:pt x="981584" y="405200"/>
                  </a:lnTo>
                  <a:lnTo>
                    <a:pt x="980512" y="405508"/>
                  </a:lnTo>
                  <a:lnTo>
                    <a:pt x="979441" y="405814"/>
                  </a:lnTo>
                  <a:lnTo>
                    <a:pt x="978369" y="406117"/>
                  </a:lnTo>
                  <a:lnTo>
                    <a:pt x="977298" y="406419"/>
                  </a:lnTo>
                  <a:lnTo>
                    <a:pt x="976226" y="406718"/>
                  </a:lnTo>
                  <a:lnTo>
                    <a:pt x="975154" y="407016"/>
                  </a:lnTo>
                  <a:lnTo>
                    <a:pt x="974083" y="407312"/>
                  </a:lnTo>
                  <a:lnTo>
                    <a:pt x="973011" y="407606"/>
                  </a:lnTo>
                  <a:lnTo>
                    <a:pt x="971940" y="407897"/>
                  </a:lnTo>
                  <a:lnTo>
                    <a:pt x="970868" y="408187"/>
                  </a:lnTo>
                  <a:lnTo>
                    <a:pt x="969796" y="408476"/>
                  </a:lnTo>
                  <a:lnTo>
                    <a:pt x="968725" y="408762"/>
                  </a:lnTo>
                  <a:lnTo>
                    <a:pt x="967653" y="409046"/>
                  </a:lnTo>
                  <a:lnTo>
                    <a:pt x="966582" y="409329"/>
                  </a:lnTo>
                  <a:lnTo>
                    <a:pt x="965510" y="409609"/>
                  </a:lnTo>
                  <a:lnTo>
                    <a:pt x="964438" y="409888"/>
                  </a:lnTo>
                  <a:lnTo>
                    <a:pt x="963367" y="410165"/>
                  </a:lnTo>
                  <a:lnTo>
                    <a:pt x="962295" y="410440"/>
                  </a:lnTo>
                  <a:lnTo>
                    <a:pt x="961224" y="410713"/>
                  </a:lnTo>
                  <a:lnTo>
                    <a:pt x="960152" y="410985"/>
                  </a:lnTo>
                  <a:lnTo>
                    <a:pt x="959080" y="411254"/>
                  </a:lnTo>
                  <a:lnTo>
                    <a:pt x="958009" y="411522"/>
                  </a:lnTo>
                  <a:lnTo>
                    <a:pt x="956937" y="411789"/>
                  </a:lnTo>
                  <a:lnTo>
                    <a:pt x="955866" y="412053"/>
                  </a:lnTo>
                  <a:lnTo>
                    <a:pt x="954794" y="412316"/>
                  </a:lnTo>
                  <a:lnTo>
                    <a:pt x="953722" y="412577"/>
                  </a:lnTo>
                  <a:lnTo>
                    <a:pt x="952651" y="412836"/>
                  </a:lnTo>
                  <a:lnTo>
                    <a:pt x="951579" y="413094"/>
                  </a:lnTo>
                  <a:lnTo>
                    <a:pt x="950508" y="413350"/>
                  </a:lnTo>
                  <a:lnTo>
                    <a:pt x="949436" y="413604"/>
                  </a:lnTo>
                  <a:lnTo>
                    <a:pt x="948364" y="413856"/>
                  </a:lnTo>
                  <a:lnTo>
                    <a:pt x="947293" y="414107"/>
                  </a:lnTo>
                  <a:lnTo>
                    <a:pt x="946221" y="414356"/>
                  </a:lnTo>
                  <a:lnTo>
                    <a:pt x="945150" y="414604"/>
                  </a:lnTo>
                  <a:lnTo>
                    <a:pt x="944078" y="414850"/>
                  </a:lnTo>
                  <a:lnTo>
                    <a:pt x="943006" y="415094"/>
                  </a:lnTo>
                  <a:lnTo>
                    <a:pt x="941935" y="415337"/>
                  </a:lnTo>
                  <a:lnTo>
                    <a:pt x="940863" y="415578"/>
                  </a:lnTo>
                  <a:lnTo>
                    <a:pt x="939792" y="415818"/>
                  </a:lnTo>
                  <a:lnTo>
                    <a:pt x="938720" y="416056"/>
                  </a:lnTo>
                  <a:lnTo>
                    <a:pt x="937648" y="416293"/>
                  </a:lnTo>
                  <a:lnTo>
                    <a:pt x="936577" y="416528"/>
                  </a:lnTo>
                  <a:lnTo>
                    <a:pt x="935505" y="416761"/>
                  </a:lnTo>
                  <a:lnTo>
                    <a:pt x="934434" y="416993"/>
                  </a:lnTo>
                  <a:lnTo>
                    <a:pt x="933362" y="417223"/>
                  </a:lnTo>
                  <a:lnTo>
                    <a:pt x="932290" y="417452"/>
                  </a:lnTo>
                  <a:lnTo>
                    <a:pt x="931219" y="417680"/>
                  </a:lnTo>
                  <a:lnTo>
                    <a:pt x="930147" y="417906"/>
                  </a:lnTo>
                  <a:lnTo>
                    <a:pt x="929076" y="418130"/>
                  </a:lnTo>
                  <a:lnTo>
                    <a:pt x="928004" y="418353"/>
                  </a:lnTo>
                  <a:lnTo>
                    <a:pt x="926932" y="418575"/>
                  </a:lnTo>
                  <a:lnTo>
                    <a:pt x="925861" y="418795"/>
                  </a:lnTo>
                  <a:lnTo>
                    <a:pt x="924789" y="419014"/>
                  </a:lnTo>
                  <a:lnTo>
                    <a:pt x="923718" y="419232"/>
                  </a:lnTo>
                  <a:lnTo>
                    <a:pt x="922646" y="419448"/>
                  </a:lnTo>
                  <a:lnTo>
                    <a:pt x="921574" y="419662"/>
                  </a:lnTo>
                  <a:lnTo>
                    <a:pt x="920503" y="419876"/>
                  </a:lnTo>
                  <a:lnTo>
                    <a:pt x="919431" y="420088"/>
                  </a:lnTo>
                  <a:lnTo>
                    <a:pt x="918360" y="420298"/>
                  </a:lnTo>
                  <a:lnTo>
                    <a:pt x="917288" y="420508"/>
                  </a:lnTo>
                  <a:lnTo>
                    <a:pt x="916216" y="420716"/>
                  </a:lnTo>
                  <a:lnTo>
                    <a:pt x="915145" y="420922"/>
                  </a:lnTo>
                  <a:lnTo>
                    <a:pt x="914073" y="421128"/>
                  </a:lnTo>
                  <a:lnTo>
                    <a:pt x="913002" y="421332"/>
                  </a:lnTo>
                  <a:lnTo>
                    <a:pt x="911930" y="421535"/>
                  </a:lnTo>
                  <a:lnTo>
                    <a:pt x="910858" y="421736"/>
                  </a:lnTo>
                  <a:lnTo>
                    <a:pt x="909787" y="421937"/>
                  </a:lnTo>
                  <a:lnTo>
                    <a:pt x="908715" y="422136"/>
                  </a:lnTo>
                  <a:lnTo>
                    <a:pt x="907644" y="422334"/>
                  </a:lnTo>
                  <a:lnTo>
                    <a:pt x="906572" y="422530"/>
                  </a:lnTo>
                  <a:lnTo>
                    <a:pt x="905500" y="422726"/>
                  </a:lnTo>
                  <a:lnTo>
                    <a:pt x="904429" y="422920"/>
                  </a:lnTo>
                  <a:lnTo>
                    <a:pt x="903357" y="423114"/>
                  </a:lnTo>
                  <a:lnTo>
                    <a:pt x="902286" y="423306"/>
                  </a:lnTo>
                  <a:lnTo>
                    <a:pt x="901214" y="423496"/>
                  </a:lnTo>
                  <a:lnTo>
                    <a:pt x="900142" y="423686"/>
                  </a:lnTo>
                  <a:lnTo>
                    <a:pt x="899071" y="423875"/>
                  </a:lnTo>
                  <a:lnTo>
                    <a:pt x="897999" y="424062"/>
                  </a:lnTo>
                  <a:lnTo>
                    <a:pt x="896928" y="424249"/>
                  </a:lnTo>
                  <a:lnTo>
                    <a:pt x="895856" y="424434"/>
                  </a:lnTo>
                  <a:lnTo>
                    <a:pt x="894784" y="424618"/>
                  </a:lnTo>
                  <a:lnTo>
                    <a:pt x="893713" y="424801"/>
                  </a:lnTo>
                  <a:lnTo>
                    <a:pt x="892641" y="424984"/>
                  </a:lnTo>
                  <a:lnTo>
                    <a:pt x="891570" y="425165"/>
                  </a:lnTo>
                  <a:lnTo>
                    <a:pt x="890498" y="425345"/>
                  </a:lnTo>
                  <a:lnTo>
                    <a:pt x="889426" y="425524"/>
                  </a:lnTo>
                  <a:lnTo>
                    <a:pt x="888355" y="425702"/>
                  </a:lnTo>
                  <a:lnTo>
                    <a:pt x="887283" y="425879"/>
                  </a:lnTo>
                  <a:lnTo>
                    <a:pt x="886212" y="426055"/>
                  </a:lnTo>
                  <a:lnTo>
                    <a:pt x="885140" y="426230"/>
                  </a:lnTo>
                  <a:lnTo>
                    <a:pt x="884069" y="426404"/>
                  </a:lnTo>
                  <a:lnTo>
                    <a:pt x="882997" y="426578"/>
                  </a:lnTo>
                  <a:lnTo>
                    <a:pt x="881925" y="426750"/>
                  </a:lnTo>
                  <a:lnTo>
                    <a:pt x="880854" y="426921"/>
                  </a:lnTo>
                  <a:lnTo>
                    <a:pt x="879782" y="427092"/>
                  </a:lnTo>
                  <a:lnTo>
                    <a:pt x="878711" y="427262"/>
                  </a:lnTo>
                  <a:lnTo>
                    <a:pt x="877639" y="427430"/>
                  </a:lnTo>
                  <a:lnTo>
                    <a:pt x="876567" y="427598"/>
                  </a:lnTo>
                  <a:lnTo>
                    <a:pt x="875496" y="427765"/>
                  </a:lnTo>
                  <a:lnTo>
                    <a:pt x="874424" y="427931"/>
                  </a:lnTo>
                  <a:lnTo>
                    <a:pt x="873353" y="428097"/>
                  </a:lnTo>
                  <a:lnTo>
                    <a:pt x="872281" y="428261"/>
                  </a:lnTo>
                  <a:lnTo>
                    <a:pt x="871209" y="428425"/>
                  </a:lnTo>
                  <a:lnTo>
                    <a:pt x="870138" y="428588"/>
                  </a:lnTo>
                  <a:lnTo>
                    <a:pt x="869066" y="428750"/>
                  </a:lnTo>
                  <a:lnTo>
                    <a:pt x="867995" y="428912"/>
                  </a:lnTo>
                  <a:lnTo>
                    <a:pt x="866923" y="429072"/>
                  </a:lnTo>
                  <a:lnTo>
                    <a:pt x="865851" y="429232"/>
                  </a:lnTo>
                  <a:lnTo>
                    <a:pt x="864780" y="429391"/>
                  </a:lnTo>
                  <a:lnTo>
                    <a:pt x="863708" y="429550"/>
                  </a:lnTo>
                  <a:lnTo>
                    <a:pt x="862637" y="429708"/>
                  </a:lnTo>
                  <a:lnTo>
                    <a:pt x="861565" y="429865"/>
                  </a:lnTo>
                  <a:lnTo>
                    <a:pt x="860493" y="430021"/>
                  </a:lnTo>
                  <a:lnTo>
                    <a:pt x="859422" y="430177"/>
                  </a:lnTo>
                  <a:lnTo>
                    <a:pt x="858350" y="430332"/>
                  </a:lnTo>
                  <a:lnTo>
                    <a:pt x="857279" y="430487"/>
                  </a:lnTo>
                  <a:lnTo>
                    <a:pt x="856207" y="430640"/>
                  </a:lnTo>
                  <a:lnTo>
                    <a:pt x="855135" y="430794"/>
                  </a:lnTo>
                  <a:lnTo>
                    <a:pt x="854064" y="430946"/>
                  </a:lnTo>
                  <a:lnTo>
                    <a:pt x="852992" y="431098"/>
                  </a:lnTo>
                  <a:lnTo>
                    <a:pt x="851921" y="431250"/>
                  </a:lnTo>
                  <a:lnTo>
                    <a:pt x="850849" y="431401"/>
                  </a:lnTo>
                  <a:lnTo>
                    <a:pt x="849777" y="431551"/>
                  </a:lnTo>
                  <a:lnTo>
                    <a:pt x="848706" y="431701"/>
                  </a:lnTo>
                  <a:lnTo>
                    <a:pt x="847634" y="431850"/>
                  </a:lnTo>
                  <a:lnTo>
                    <a:pt x="846563" y="431999"/>
                  </a:lnTo>
                  <a:lnTo>
                    <a:pt x="845491" y="432147"/>
                  </a:lnTo>
                  <a:lnTo>
                    <a:pt x="844419" y="432295"/>
                  </a:lnTo>
                  <a:lnTo>
                    <a:pt x="843348" y="432443"/>
                  </a:lnTo>
                  <a:lnTo>
                    <a:pt x="842276" y="432589"/>
                  </a:lnTo>
                  <a:lnTo>
                    <a:pt x="841205" y="432736"/>
                  </a:lnTo>
                  <a:lnTo>
                    <a:pt x="840133" y="432882"/>
                  </a:lnTo>
                  <a:lnTo>
                    <a:pt x="839061" y="433027"/>
                  </a:lnTo>
                  <a:lnTo>
                    <a:pt x="837990" y="433173"/>
                  </a:lnTo>
                  <a:lnTo>
                    <a:pt x="836918" y="433317"/>
                  </a:lnTo>
                  <a:lnTo>
                    <a:pt x="835847" y="433462"/>
                  </a:lnTo>
                  <a:lnTo>
                    <a:pt x="834775" y="433606"/>
                  </a:lnTo>
                  <a:lnTo>
                    <a:pt x="833703" y="433749"/>
                  </a:lnTo>
                  <a:lnTo>
                    <a:pt x="832632" y="433893"/>
                  </a:lnTo>
                  <a:lnTo>
                    <a:pt x="831560" y="434036"/>
                  </a:lnTo>
                  <a:lnTo>
                    <a:pt x="830489" y="434178"/>
                  </a:lnTo>
                  <a:lnTo>
                    <a:pt x="829417" y="434321"/>
                  </a:lnTo>
                  <a:lnTo>
                    <a:pt x="828345" y="434463"/>
                  </a:lnTo>
                  <a:lnTo>
                    <a:pt x="827274" y="434605"/>
                  </a:lnTo>
                  <a:lnTo>
                    <a:pt x="826202" y="434746"/>
                  </a:lnTo>
                  <a:lnTo>
                    <a:pt x="825131" y="434887"/>
                  </a:lnTo>
                  <a:lnTo>
                    <a:pt x="824059" y="435028"/>
                  </a:lnTo>
                  <a:lnTo>
                    <a:pt x="822987" y="435169"/>
                  </a:lnTo>
                  <a:lnTo>
                    <a:pt x="821916" y="435310"/>
                  </a:lnTo>
                  <a:lnTo>
                    <a:pt x="820844" y="435450"/>
                  </a:lnTo>
                  <a:lnTo>
                    <a:pt x="819773" y="435590"/>
                  </a:lnTo>
                  <a:lnTo>
                    <a:pt x="818701" y="435730"/>
                  </a:lnTo>
                  <a:lnTo>
                    <a:pt x="817629" y="435870"/>
                  </a:lnTo>
                  <a:lnTo>
                    <a:pt x="816558" y="436010"/>
                  </a:lnTo>
                  <a:lnTo>
                    <a:pt x="815486" y="436149"/>
                  </a:lnTo>
                  <a:lnTo>
                    <a:pt x="814415" y="436289"/>
                  </a:lnTo>
                  <a:lnTo>
                    <a:pt x="813343" y="436428"/>
                  </a:lnTo>
                  <a:lnTo>
                    <a:pt x="812271" y="436567"/>
                  </a:lnTo>
                  <a:lnTo>
                    <a:pt x="811200" y="436707"/>
                  </a:lnTo>
                  <a:lnTo>
                    <a:pt x="810128" y="436846"/>
                  </a:lnTo>
                  <a:lnTo>
                    <a:pt x="809057" y="436985"/>
                  </a:lnTo>
                  <a:lnTo>
                    <a:pt x="807985" y="437124"/>
                  </a:lnTo>
                  <a:lnTo>
                    <a:pt x="806913" y="437262"/>
                  </a:lnTo>
                  <a:lnTo>
                    <a:pt x="805842" y="437401"/>
                  </a:lnTo>
                  <a:lnTo>
                    <a:pt x="804770" y="437540"/>
                  </a:lnTo>
                  <a:lnTo>
                    <a:pt x="803699" y="437679"/>
                  </a:lnTo>
                  <a:lnTo>
                    <a:pt x="802627" y="437818"/>
                  </a:lnTo>
                  <a:lnTo>
                    <a:pt x="801555" y="437957"/>
                  </a:lnTo>
                  <a:lnTo>
                    <a:pt x="800484" y="438096"/>
                  </a:lnTo>
                  <a:lnTo>
                    <a:pt x="799412" y="438235"/>
                  </a:lnTo>
                  <a:lnTo>
                    <a:pt x="798341" y="438374"/>
                  </a:lnTo>
                  <a:lnTo>
                    <a:pt x="797269" y="438513"/>
                  </a:lnTo>
                  <a:lnTo>
                    <a:pt x="796197" y="438653"/>
                  </a:lnTo>
                  <a:lnTo>
                    <a:pt x="795126" y="438792"/>
                  </a:lnTo>
                  <a:lnTo>
                    <a:pt x="794054" y="438932"/>
                  </a:lnTo>
                  <a:lnTo>
                    <a:pt x="792983" y="439071"/>
                  </a:lnTo>
                  <a:lnTo>
                    <a:pt x="791911" y="439211"/>
                  </a:lnTo>
                  <a:lnTo>
                    <a:pt x="790839" y="439351"/>
                  </a:lnTo>
                  <a:lnTo>
                    <a:pt x="789768" y="439491"/>
                  </a:lnTo>
                  <a:lnTo>
                    <a:pt x="788696" y="439631"/>
                  </a:lnTo>
                  <a:lnTo>
                    <a:pt x="787625" y="439772"/>
                  </a:lnTo>
                  <a:lnTo>
                    <a:pt x="786553" y="439913"/>
                  </a:lnTo>
                  <a:lnTo>
                    <a:pt x="785481" y="440054"/>
                  </a:lnTo>
                  <a:lnTo>
                    <a:pt x="784410" y="440195"/>
                  </a:lnTo>
                  <a:lnTo>
                    <a:pt x="783338" y="440336"/>
                  </a:lnTo>
                  <a:lnTo>
                    <a:pt x="782267" y="440478"/>
                  </a:lnTo>
                  <a:lnTo>
                    <a:pt x="781195" y="440620"/>
                  </a:lnTo>
                  <a:lnTo>
                    <a:pt x="780123" y="440762"/>
                  </a:lnTo>
                  <a:lnTo>
                    <a:pt x="779052" y="440905"/>
                  </a:lnTo>
                  <a:lnTo>
                    <a:pt x="777980" y="441048"/>
                  </a:lnTo>
                  <a:lnTo>
                    <a:pt x="776909" y="441191"/>
                  </a:lnTo>
                  <a:lnTo>
                    <a:pt x="775837" y="441334"/>
                  </a:lnTo>
                  <a:lnTo>
                    <a:pt x="774765" y="441478"/>
                  </a:lnTo>
                  <a:lnTo>
                    <a:pt x="773694" y="441622"/>
                  </a:lnTo>
                  <a:lnTo>
                    <a:pt x="772622" y="441767"/>
                  </a:lnTo>
                  <a:lnTo>
                    <a:pt x="771551" y="441912"/>
                  </a:lnTo>
                  <a:lnTo>
                    <a:pt x="770479" y="442057"/>
                  </a:lnTo>
                  <a:lnTo>
                    <a:pt x="769407" y="442203"/>
                  </a:lnTo>
                  <a:lnTo>
                    <a:pt x="768336" y="442350"/>
                  </a:lnTo>
                  <a:lnTo>
                    <a:pt x="767264" y="442496"/>
                  </a:lnTo>
                  <a:lnTo>
                    <a:pt x="766193" y="442643"/>
                  </a:lnTo>
                  <a:lnTo>
                    <a:pt x="765121" y="442791"/>
                  </a:lnTo>
                  <a:lnTo>
                    <a:pt x="764049" y="442939"/>
                  </a:lnTo>
                  <a:lnTo>
                    <a:pt x="762978" y="443088"/>
                  </a:lnTo>
                  <a:lnTo>
                    <a:pt x="761906" y="443237"/>
                  </a:lnTo>
                  <a:lnTo>
                    <a:pt x="760835" y="443386"/>
                  </a:lnTo>
                  <a:lnTo>
                    <a:pt x="759763" y="443536"/>
                  </a:lnTo>
                  <a:lnTo>
                    <a:pt x="758691" y="443687"/>
                  </a:lnTo>
                  <a:lnTo>
                    <a:pt x="757620" y="443838"/>
                  </a:lnTo>
                  <a:lnTo>
                    <a:pt x="756548" y="443990"/>
                  </a:lnTo>
                  <a:lnTo>
                    <a:pt x="755477" y="444142"/>
                  </a:lnTo>
                  <a:lnTo>
                    <a:pt x="754405" y="444295"/>
                  </a:lnTo>
                  <a:lnTo>
                    <a:pt x="753333" y="444449"/>
                  </a:lnTo>
                  <a:lnTo>
                    <a:pt x="752262" y="444603"/>
                  </a:lnTo>
                  <a:lnTo>
                    <a:pt x="751190" y="444758"/>
                  </a:lnTo>
                  <a:lnTo>
                    <a:pt x="750119" y="444913"/>
                  </a:lnTo>
                  <a:lnTo>
                    <a:pt x="749047" y="445069"/>
                  </a:lnTo>
                  <a:lnTo>
                    <a:pt x="747975" y="445226"/>
                  </a:lnTo>
                  <a:lnTo>
                    <a:pt x="746904" y="445383"/>
                  </a:lnTo>
                  <a:lnTo>
                    <a:pt x="745832" y="445541"/>
                  </a:lnTo>
                  <a:lnTo>
                    <a:pt x="744761" y="445700"/>
                  </a:lnTo>
                  <a:lnTo>
                    <a:pt x="743689" y="445859"/>
                  </a:lnTo>
                  <a:lnTo>
                    <a:pt x="742617" y="446019"/>
                  </a:lnTo>
                  <a:lnTo>
                    <a:pt x="741546" y="446180"/>
                  </a:lnTo>
                  <a:lnTo>
                    <a:pt x="740474" y="446342"/>
                  </a:lnTo>
                  <a:lnTo>
                    <a:pt x="739403" y="446504"/>
                  </a:lnTo>
                  <a:lnTo>
                    <a:pt x="738331" y="446667"/>
                  </a:lnTo>
                  <a:lnTo>
                    <a:pt x="737259" y="446831"/>
                  </a:lnTo>
                  <a:lnTo>
                    <a:pt x="736188" y="446996"/>
                  </a:lnTo>
                  <a:lnTo>
                    <a:pt x="735116" y="447161"/>
                  </a:lnTo>
                  <a:lnTo>
                    <a:pt x="734045" y="447328"/>
                  </a:lnTo>
                  <a:lnTo>
                    <a:pt x="732973" y="447495"/>
                  </a:lnTo>
                  <a:lnTo>
                    <a:pt x="731901" y="447663"/>
                  </a:lnTo>
                  <a:lnTo>
                    <a:pt x="730830" y="447832"/>
                  </a:lnTo>
                  <a:lnTo>
                    <a:pt x="729758" y="448001"/>
                  </a:lnTo>
                  <a:lnTo>
                    <a:pt x="728687" y="448172"/>
                  </a:lnTo>
                  <a:lnTo>
                    <a:pt x="727615" y="448343"/>
                  </a:lnTo>
                  <a:lnTo>
                    <a:pt x="726543" y="448515"/>
                  </a:lnTo>
                  <a:lnTo>
                    <a:pt x="725472" y="448688"/>
                  </a:lnTo>
                  <a:lnTo>
                    <a:pt x="724400" y="448863"/>
                  </a:lnTo>
                  <a:lnTo>
                    <a:pt x="723329" y="449038"/>
                  </a:lnTo>
                  <a:lnTo>
                    <a:pt x="722257" y="449213"/>
                  </a:lnTo>
                  <a:lnTo>
                    <a:pt x="721185" y="449390"/>
                  </a:lnTo>
                  <a:lnTo>
                    <a:pt x="720114" y="449568"/>
                  </a:lnTo>
                  <a:lnTo>
                    <a:pt x="719042" y="449747"/>
                  </a:lnTo>
                  <a:lnTo>
                    <a:pt x="717971" y="449927"/>
                  </a:lnTo>
                  <a:lnTo>
                    <a:pt x="716899" y="450107"/>
                  </a:lnTo>
                  <a:lnTo>
                    <a:pt x="715827" y="450289"/>
                  </a:lnTo>
                  <a:lnTo>
                    <a:pt x="714756" y="450472"/>
                  </a:lnTo>
                  <a:lnTo>
                    <a:pt x="713684" y="450655"/>
                  </a:lnTo>
                  <a:lnTo>
                    <a:pt x="712613" y="450840"/>
                  </a:lnTo>
                  <a:lnTo>
                    <a:pt x="711541" y="451026"/>
                  </a:lnTo>
                  <a:lnTo>
                    <a:pt x="710469" y="451213"/>
                  </a:lnTo>
                  <a:lnTo>
                    <a:pt x="709398" y="451401"/>
                  </a:lnTo>
                  <a:lnTo>
                    <a:pt x="708326" y="451590"/>
                  </a:lnTo>
                  <a:lnTo>
                    <a:pt x="707255" y="451780"/>
                  </a:lnTo>
                  <a:lnTo>
                    <a:pt x="706183" y="451971"/>
                  </a:lnTo>
                  <a:lnTo>
                    <a:pt x="705112" y="452163"/>
                  </a:lnTo>
                  <a:lnTo>
                    <a:pt x="704040" y="452356"/>
                  </a:lnTo>
                  <a:lnTo>
                    <a:pt x="702968" y="452551"/>
                  </a:lnTo>
                  <a:lnTo>
                    <a:pt x="701897" y="452746"/>
                  </a:lnTo>
                  <a:lnTo>
                    <a:pt x="700825" y="452943"/>
                  </a:lnTo>
                  <a:lnTo>
                    <a:pt x="699754" y="453141"/>
                  </a:lnTo>
                  <a:lnTo>
                    <a:pt x="698682" y="453339"/>
                  </a:lnTo>
                  <a:lnTo>
                    <a:pt x="697610" y="453540"/>
                  </a:lnTo>
                  <a:lnTo>
                    <a:pt x="696539" y="453741"/>
                  </a:lnTo>
                  <a:lnTo>
                    <a:pt x="695467" y="453943"/>
                  </a:lnTo>
                  <a:lnTo>
                    <a:pt x="694396" y="454147"/>
                  </a:lnTo>
                  <a:lnTo>
                    <a:pt x="693324" y="454352"/>
                  </a:lnTo>
                  <a:lnTo>
                    <a:pt x="692252" y="454558"/>
                  </a:lnTo>
                  <a:lnTo>
                    <a:pt x="691181" y="454765"/>
                  </a:lnTo>
                  <a:lnTo>
                    <a:pt x="690109" y="454973"/>
                  </a:lnTo>
                  <a:lnTo>
                    <a:pt x="689038" y="455183"/>
                  </a:lnTo>
                  <a:lnTo>
                    <a:pt x="687966" y="455394"/>
                  </a:lnTo>
                  <a:lnTo>
                    <a:pt x="686894" y="455606"/>
                  </a:lnTo>
                  <a:lnTo>
                    <a:pt x="685823" y="455819"/>
                  </a:lnTo>
                  <a:lnTo>
                    <a:pt x="684751" y="456034"/>
                  </a:lnTo>
                  <a:lnTo>
                    <a:pt x="683680" y="456250"/>
                  </a:lnTo>
                  <a:lnTo>
                    <a:pt x="682608" y="456467"/>
                  </a:lnTo>
                  <a:lnTo>
                    <a:pt x="681536" y="456685"/>
                  </a:lnTo>
                  <a:lnTo>
                    <a:pt x="680465" y="456905"/>
                  </a:lnTo>
                  <a:lnTo>
                    <a:pt x="679393" y="457126"/>
                  </a:lnTo>
                  <a:lnTo>
                    <a:pt x="678322" y="457349"/>
                  </a:lnTo>
                  <a:lnTo>
                    <a:pt x="677250" y="457572"/>
                  </a:lnTo>
                  <a:lnTo>
                    <a:pt x="676178" y="457797"/>
                  </a:lnTo>
                  <a:lnTo>
                    <a:pt x="675107" y="458024"/>
                  </a:lnTo>
                  <a:lnTo>
                    <a:pt x="674035" y="458251"/>
                  </a:lnTo>
                  <a:lnTo>
                    <a:pt x="672964" y="458480"/>
                  </a:lnTo>
                  <a:lnTo>
                    <a:pt x="671892" y="458711"/>
                  </a:lnTo>
                  <a:lnTo>
                    <a:pt x="670820" y="458942"/>
                  </a:lnTo>
                  <a:lnTo>
                    <a:pt x="669749" y="459175"/>
                  </a:lnTo>
                  <a:lnTo>
                    <a:pt x="668677" y="459410"/>
                  </a:lnTo>
                  <a:lnTo>
                    <a:pt x="667606" y="459646"/>
                  </a:lnTo>
                  <a:lnTo>
                    <a:pt x="666534" y="459883"/>
                  </a:lnTo>
                  <a:lnTo>
                    <a:pt x="665462" y="460121"/>
                  </a:lnTo>
                  <a:lnTo>
                    <a:pt x="664391" y="460361"/>
                  </a:lnTo>
                  <a:lnTo>
                    <a:pt x="663319" y="460603"/>
                  </a:lnTo>
                  <a:lnTo>
                    <a:pt x="662248" y="460845"/>
                  </a:lnTo>
                  <a:lnTo>
                    <a:pt x="661176" y="461090"/>
                  </a:lnTo>
                  <a:lnTo>
                    <a:pt x="660104" y="461335"/>
                  </a:lnTo>
                  <a:lnTo>
                    <a:pt x="659033" y="461582"/>
                  </a:lnTo>
                  <a:lnTo>
                    <a:pt x="657961" y="461831"/>
                  </a:lnTo>
                  <a:lnTo>
                    <a:pt x="656890" y="462080"/>
                  </a:lnTo>
                  <a:lnTo>
                    <a:pt x="655818" y="462332"/>
                  </a:lnTo>
                  <a:lnTo>
                    <a:pt x="654746" y="462585"/>
                  </a:lnTo>
                  <a:lnTo>
                    <a:pt x="653675" y="462839"/>
                  </a:lnTo>
                  <a:lnTo>
                    <a:pt x="652603" y="463094"/>
                  </a:lnTo>
                  <a:lnTo>
                    <a:pt x="651532" y="463352"/>
                  </a:lnTo>
                  <a:lnTo>
                    <a:pt x="650460" y="463610"/>
                  </a:lnTo>
                  <a:lnTo>
                    <a:pt x="649388" y="463870"/>
                  </a:lnTo>
                  <a:lnTo>
                    <a:pt x="648317" y="464132"/>
                  </a:lnTo>
                  <a:lnTo>
                    <a:pt x="647245" y="464395"/>
                  </a:lnTo>
                  <a:lnTo>
                    <a:pt x="646174" y="464659"/>
                  </a:lnTo>
                  <a:lnTo>
                    <a:pt x="645102" y="464925"/>
                  </a:lnTo>
                  <a:lnTo>
                    <a:pt x="644030" y="465193"/>
                  </a:lnTo>
                  <a:lnTo>
                    <a:pt x="642959" y="465462"/>
                  </a:lnTo>
                  <a:lnTo>
                    <a:pt x="641887" y="465732"/>
                  </a:lnTo>
                  <a:lnTo>
                    <a:pt x="640816" y="466004"/>
                  </a:lnTo>
                  <a:lnTo>
                    <a:pt x="639744" y="466278"/>
                  </a:lnTo>
                  <a:lnTo>
                    <a:pt x="638672" y="466553"/>
                  </a:lnTo>
                  <a:lnTo>
                    <a:pt x="637601" y="466829"/>
                  </a:lnTo>
                  <a:lnTo>
                    <a:pt x="636529" y="467107"/>
                  </a:lnTo>
                  <a:lnTo>
                    <a:pt x="635458" y="467387"/>
                  </a:lnTo>
                  <a:lnTo>
                    <a:pt x="634386" y="467668"/>
                  </a:lnTo>
                  <a:lnTo>
                    <a:pt x="633314" y="467951"/>
                  </a:lnTo>
                  <a:lnTo>
                    <a:pt x="632243" y="468235"/>
                  </a:lnTo>
                  <a:lnTo>
                    <a:pt x="631171" y="468521"/>
                  </a:lnTo>
                  <a:lnTo>
                    <a:pt x="630100" y="468808"/>
                  </a:lnTo>
                  <a:lnTo>
                    <a:pt x="629028" y="469097"/>
                  </a:lnTo>
                  <a:lnTo>
                    <a:pt x="627956" y="469387"/>
                  </a:lnTo>
                  <a:lnTo>
                    <a:pt x="626885" y="469679"/>
                  </a:lnTo>
                  <a:lnTo>
                    <a:pt x="625813" y="469972"/>
                  </a:lnTo>
                  <a:lnTo>
                    <a:pt x="624742" y="470267"/>
                  </a:lnTo>
                  <a:lnTo>
                    <a:pt x="623670" y="470564"/>
                  </a:lnTo>
                  <a:lnTo>
                    <a:pt x="622598" y="470862"/>
                  </a:lnTo>
                  <a:lnTo>
                    <a:pt x="621527" y="471162"/>
                  </a:lnTo>
                  <a:lnTo>
                    <a:pt x="620455" y="471463"/>
                  </a:lnTo>
                  <a:lnTo>
                    <a:pt x="619384" y="471766"/>
                  </a:lnTo>
                  <a:lnTo>
                    <a:pt x="618312" y="472070"/>
                  </a:lnTo>
                  <a:lnTo>
                    <a:pt x="617240" y="472376"/>
                  </a:lnTo>
                  <a:lnTo>
                    <a:pt x="616169" y="472683"/>
                  </a:lnTo>
                  <a:lnTo>
                    <a:pt x="615097" y="472992"/>
                  </a:lnTo>
                  <a:lnTo>
                    <a:pt x="614026" y="473303"/>
                  </a:lnTo>
                  <a:lnTo>
                    <a:pt x="612954" y="473615"/>
                  </a:lnTo>
                  <a:lnTo>
                    <a:pt x="611882" y="473929"/>
                  </a:lnTo>
                  <a:lnTo>
                    <a:pt x="610811" y="474244"/>
                  </a:lnTo>
                  <a:lnTo>
                    <a:pt x="609739" y="474561"/>
                  </a:lnTo>
                  <a:lnTo>
                    <a:pt x="608668" y="474880"/>
                  </a:lnTo>
                  <a:lnTo>
                    <a:pt x="607596" y="475200"/>
                  </a:lnTo>
                  <a:lnTo>
                    <a:pt x="606524" y="475521"/>
                  </a:lnTo>
                  <a:lnTo>
                    <a:pt x="605453" y="475845"/>
                  </a:lnTo>
                  <a:lnTo>
                    <a:pt x="604381" y="476169"/>
                  </a:lnTo>
                  <a:lnTo>
                    <a:pt x="603310" y="476496"/>
                  </a:lnTo>
                  <a:lnTo>
                    <a:pt x="602238" y="476824"/>
                  </a:lnTo>
                  <a:lnTo>
                    <a:pt x="601166" y="477153"/>
                  </a:lnTo>
                  <a:lnTo>
                    <a:pt x="600095" y="477484"/>
                  </a:lnTo>
                  <a:lnTo>
                    <a:pt x="599023" y="477817"/>
                  </a:lnTo>
                  <a:lnTo>
                    <a:pt x="597952" y="478151"/>
                  </a:lnTo>
                  <a:lnTo>
                    <a:pt x="596880" y="478487"/>
                  </a:lnTo>
                  <a:lnTo>
                    <a:pt x="595808" y="478824"/>
                  </a:lnTo>
                  <a:lnTo>
                    <a:pt x="594737" y="479163"/>
                  </a:lnTo>
                  <a:lnTo>
                    <a:pt x="593665" y="479504"/>
                  </a:lnTo>
                  <a:lnTo>
                    <a:pt x="592594" y="479846"/>
                  </a:lnTo>
                  <a:lnTo>
                    <a:pt x="591522" y="480190"/>
                  </a:lnTo>
                  <a:lnTo>
                    <a:pt x="590450" y="480535"/>
                  </a:lnTo>
                  <a:lnTo>
                    <a:pt x="589379" y="480882"/>
                  </a:lnTo>
                  <a:lnTo>
                    <a:pt x="588307" y="481230"/>
                  </a:lnTo>
                  <a:lnTo>
                    <a:pt x="587236" y="481580"/>
                  </a:lnTo>
                  <a:lnTo>
                    <a:pt x="586164" y="481932"/>
                  </a:lnTo>
                  <a:lnTo>
                    <a:pt x="585092" y="482285"/>
                  </a:lnTo>
                  <a:lnTo>
                    <a:pt x="584021" y="482639"/>
                  </a:lnTo>
                  <a:lnTo>
                    <a:pt x="582949" y="482996"/>
                  </a:lnTo>
                  <a:lnTo>
                    <a:pt x="581878" y="483353"/>
                  </a:lnTo>
                  <a:lnTo>
                    <a:pt x="580806" y="483713"/>
                  </a:lnTo>
                  <a:lnTo>
                    <a:pt x="579734" y="484074"/>
                  </a:lnTo>
                  <a:lnTo>
                    <a:pt x="578663" y="484436"/>
                  </a:lnTo>
                  <a:lnTo>
                    <a:pt x="577591" y="484800"/>
                  </a:lnTo>
                  <a:lnTo>
                    <a:pt x="576520" y="485166"/>
                  </a:lnTo>
                  <a:lnTo>
                    <a:pt x="575448" y="485533"/>
                  </a:lnTo>
                  <a:lnTo>
                    <a:pt x="574376" y="485901"/>
                  </a:lnTo>
                  <a:lnTo>
                    <a:pt x="573305" y="486271"/>
                  </a:lnTo>
                  <a:lnTo>
                    <a:pt x="572233" y="486643"/>
                  </a:lnTo>
                  <a:lnTo>
                    <a:pt x="571162" y="487016"/>
                  </a:lnTo>
                  <a:lnTo>
                    <a:pt x="570090" y="487391"/>
                  </a:lnTo>
                  <a:lnTo>
                    <a:pt x="569018" y="487768"/>
                  </a:lnTo>
                  <a:lnTo>
                    <a:pt x="567947" y="488145"/>
                  </a:lnTo>
                  <a:lnTo>
                    <a:pt x="566875" y="488525"/>
                  </a:lnTo>
                  <a:lnTo>
                    <a:pt x="565804" y="488906"/>
                  </a:lnTo>
                  <a:lnTo>
                    <a:pt x="564732" y="489288"/>
                  </a:lnTo>
                  <a:lnTo>
                    <a:pt x="563660" y="489672"/>
                  </a:lnTo>
                  <a:lnTo>
                    <a:pt x="562589" y="490057"/>
                  </a:lnTo>
                  <a:lnTo>
                    <a:pt x="561517" y="490444"/>
                  </a:lnTo>
                  <a:lnTo>
                    <a:pt x="560446" y="490833"/>
                  </a:lnTo>
                  <a:lnTo>
                    <a:pt x="559374" y="491223"/>
                  </a:lnTo>
                  <a:lnTo>
                    <a:pt x="558302" y="491614"/>
                  </a:lnTo>
                  <a:lnTo>
                    <a:pt x="557231" y="492007"/>
                  </a:lnTo>
                  <a:lnTo>
                    <a:pt x="556159" y="492402"/>
                  </a:lnTo>
                  <a:lnTo>
                    <a:pt x="555088" y="492798"/>
                  </a:lnTo>
                  <a:lnTo>
                    <a:pt x="554016" y="493195"/>
                  </a:lnTo>
                  <a:lnTo>
                    <a:pt x="552944" y="493594"/>
                  </a:lnTo>
                  <a:lnTo>
                    <a:pt x="551873" y="493994"/>
                  </a:lnTo>
                  <a:lnTo>
                    <a:pt x="550801" y="494396"/>
                  </a:lnTo>
                  <a:lnTo>
                    <a:pt x="549730" y="494800"/>
                  </a:lnTo>
                  <a:lnTo>
                    <a:pt x="548658" y="495204"/>
                  </a:lnTo>
                  <a:lnTo>
                    <a:pt x="547586" y="495611"/>
                  </a:lnTo>
                  <a:lnTo>
                    <a:pt x="546515" y="496018"/>
                  </a:lnTo>
                  <a:lnTo>
                    <a:pt x="545443" y="496427"/>
                  </a:lnTo>
                  <a:lnTo>
                    <a:pt x="544372" y="496838"/>
                  </a:lnTo>
                  <a:lnTo>
                    <a:pt x="543300" y="497250"/>
                  </a:lnTo>
                  <a:lnTo>
                    <a:pt x="542228" y="497663"/>
                  </a:lnTo>
                  <a:lnTo>
                    <a:pt x="541157" y="498078"/>
                  </a:lnTo>
                  <a:lnTo>
                    <a:pt x="540085" y="498495"/>
                  </a:lnTo>
                  <a:lnTo>
                    <a:pt x="539014" y="498912"/>
                  </a:lnTo>
                  <a:lnTo>
                    <a:pt x="537942" y="499332"/>
                  </a:lnTo>
                  <a:lnTo>
                    <a:pt x="536870" y="499752"/>
                  </a:lnTo>
                  <a:lnTo>
                    <a:pt x="535799" y="500174"/>
                  </a:lnTo>
                  <a:lnTo>
                    <a:pt x="534727" y="500597"/>
                  </a:lnTo>
                  <a:lnTo>
                    <a:pt x="533656" y="501022"/>
                  </a:lnTo>
                  <a:lnTo>
                    <a:pt x="532584" y="501448"/>
                  </a:lnTo>
                  <a:lnTo>
                    <a:pt x="531513" y="501876"/>
                  </a:lnTo>
                  <a:lnTo>
                    <a:pt x="530441" y="502305"/>
                  </a:lnTo>
                  <a:lnTo>
                    <a:pt x="529369" y="502735"/>
                  </a:lnTo>
                  <a:lnTo>
                    <a:pt x="528298" y="503167"/>
                  </a:lnTo>
                  <a:lnTo>
                    <a:pt x="527226" y="503600"/>
                  </a:lnTo>
                  <a:lnTo>
                    <a:pt x="526155" y="504034"/>
                  </a:lnTo>
                  <a:lnTo>
                    <a:pt x="525083" y="504470"/>
                  </a:lnTo>
                  <a:lnTo>
                    <a:pt x="524011" y="504907"/>
                  </a:lnTo>
                  <a:lnTo>
                    <a:pt x="522940" y="505345"/>
                  </a:lnTo>
                  <a:lnTo>
                    <a:pt x="521868" y="505785"/>
                  </a:lnTo>
                  <a:lnTo>
                    <a:pt x="520797" y="506226"/>
                  </a:lnTo>
                  <a:lnTo>
                    <a:pt x="519725" y="506668"/>
                  </a:lnTo>
                  <a:lnTo>
                    <a:pt x="518653" y="507112"/>
                  </a:lnTo>
                  <a:lnTo>
                    <a:pt x="517582" y="507557"/>
                  </a:lnTo>
                  <a:lnTo>
                    <a:pt x="516510" y="508003"/>
                  </a:lnTo>
                  <a:lnTo>
                    <a:pt x="515439" y="508451"/>
                  </a:lnTo>
                  <a:lnTo>
                    <a:pt x="514367" y="508900"/>
                  </a:lnTo>
                  <a:lnTo>
                    <a:pt x="513295" y="509350"/>
                  </a:lnTo>
                  <a:lnTo>
                    <a:pt x="512224" y="509801"/>
                  </a:lnTo>
                  <a:lnTo>
                    <a:pt x="511152" y="510254"/>
                  </a:lnTo>
                  <a:lnTo>
                    <a:pt x="510081" y="510708"/>
                  </a:lnTo>
                  <a:lnTo>
                    <a:pt x="509009" y="511163"/>
                  </a:lnTo>
                  <a:lnTo>
                    <a:pt x="507937" y="511620"/>
                  </a:lnTo>
                  <a:lnTo>
                    <a:pt x="506866" y="512078"/>
                  </a:lnTo>
                  <a:lnTo>
                    <a:pt x="505794" y="512537"/>
                  </a:lnTo>
                  <a:lnTo>
                    <a:pt x="504723" y="512997"/>
                  </a:lnTo>
                  <a:lnTo>
                    <a:pt x="503651" y="513458"/>
                  </a:lnTo>
                  <a:lnTo>
                    <a:pt x="502579" y="513921"/>
                  </a:lnTo>
                  <a:lnTo>
                    <a:pt x="501508" y="514385"/>
                  </a:lnTo>
                  <a:lnTo>
                    <a:pt x="500436" y="514850"/>
                  </a:lnTo>
                  <a:lnTo>
                    <a:pt x="499365" y="515316"/>
                  </a:lnTo>
                  <a:lnTo>
                    <a:pt x="498293" y="515784"/>
                  </a:lnTo>
                  <a:lnTo>
                    <a:pt x="497221" y="516252"/>
                  </a:lnTo>
                  <a:lnTo>
                    <a:pt x="496150" y="516722"/>
                  </a:lnTo>
                  <a:lnTo>
                    <a:pt x="495078" y="517193"/>
                  </a:lnTo>
                  <a:lnTo>
                    <a:pt x="494007" y="517665"/>
                  </a:lnTo>
                  <a:lnTo>
                    <a:pt x="492935" y="518139"/>
                  </a:lnTo>
                  <a:lnTo>
                    <a:pt x="491863" y="518613"/>
                  </a:lnTo>
                  <a:lnTo>
                    <a:pt x="490792" y="519089"/>
                  </a:lnTo>
                  <a:lnTo>
                    <a:pt x="489720" y="519565"/>
                  </a:lnTo>
                  <a:lnTo>
                    <a:pt x="488649" y="520043"/>
                  </a:lnTo>
                  <a:lnTo>
                    <a:pt x="487577" y="520522"/>
                  </a:lnTo>
                  <a:lnTo>
                    <a:pt x="486505" y="521002"/>
                  </a:lnTo>
                  <a:lnTo>
                    <a:pt x="485434" y="521484"/>
                  </a:lnTo>
                  <a:lnTo>
                    <a:pt x="484362" y="521966"/>
                  </a:lnTo>
                  <a:lnTo>
                    <a:pt x="483291" y="522449"/>
                  </a:lnTo>
                  <a:lnTo>
                    <a:pt x="482219" y="522934"/>
                  </a:lnTo>
                  <a:lnTo>
                    <a:pt x="481147" y="523420"/>
                  </a:lnTo>
                  <a:lnTo>
                    <a:pt x="480076" y="523906"/>
                  </a:lnTo>
                  <a:lnTo>
                    <a:pt x="479004" y="524394"/>
                  </a:lnTo>
                  <a:lnTo>
                    <a:pt x="477933" y="524883"/>
                  </a:lnTo>
                  <a:lnTo>
                    <a:pt x="476861" y="525373"/>
                  </a:lnTo>
                  <a:lnTo>
                    <a:pt x="475789" y="525863"/>
                  </a:lnTo>
                  <a:lnTo>
                    <a:pt x="474718" y="526355"/>
                  </a:lnTo>
                  <a:lnTo>
                    <a:pt x="473646" y="526848"/>
                  </a:lnTo>
                  <a:lnTo>
                    <a:pt x="472575" y="527342"/>
                  </a:lnTo>
                  <a:lnTo>
                    <a:pt x="471503" y="527837"/>
                  </a:lnTo>
                  <a:lnTo>
                    <a:pt x="470431" y="528333"/>
                  </a:lnTo>
                  <a:lnTo>
                    <a:pt x="469360" y="528830"/>
                  </a:lnTo>
                  <a:lnTo>
                    <a:pt x="468288" y="529328"/>
                  </a:lnTo>
                  <a:lnTo>
                    <a:pt x="467217" y="529827"/>
                  </a:lnTo>
                  <a:lnTo>
                    <a:pt x="466145" y="530327"/>
                  </a:lnTo>
                  <a:lnTo>
                    <a:pt x="465073" y="530828"/>
                  </a:lnTo>
                  <a:lnTo>
                    <a:pt x="464002" y="531330"/>
                  </a:lnTo>
                  <a:lnTo>
                    <a:pt x="462930" y="531833"/>
                  </a:lnTo>
                  <a:lnTo>
                    <a:pt x="461859" y="532336"/>
                  </a:lnTo>
                  <a:lnTo>
                    <a:pt x="460787" y="532841"/>
                  </a:lnTo>
                  <a:lnTo>
                    <a:pt x="459715" y="533347"/>
                  </a:lnTo>
                  <a:lnTo>
                    <a:pt x="458644" y="533853"/>
                  </a:lnTo>
                  <a:lnTo>
                    <a:pt x="457572" y="534361"/>
                  </a:lnTo>
                  <a:lnTo>
                    <a:pt x="456501" y="534869"/>
                  </a:lnTo>
                  <a:lnTo>
                    <a:pt x="455429" y="535378"/>
                  </a:lnTo>
                  <a:lnTo>
                    <a:pt x="454357" y="535888"/>
                  </a:lnTo>
                  <a:lnTo>
                    <a:pt x="453286" y="536400"/>
                  </a:lnTo>
                  <a:lnTo>
                    <a:pt x="452214" y="536911"/>
                  </a:lnTo>
                  <a:lnTo>
                    <a:pt x="451143" y="537424"/>
                  </a:lnTo>
                  <a:lnTo>
                    <a:pt x="450071" y="537938"/>
                  </a:lnTo>
                  <a:lnTo>
                    <a:pt x="448999" y="538452"/>
                  </a:lnTo>
                  <a:lnTo>
                    <a:pt x="447928" y="538968"/>
                  </a:lnTo>
                  <a:lnTo>
                    <a:pt x="446856" y="539484"/>
                  </a:lnTo>
                  <a:lnTo>
                    <a:pt x="445785" y="540001"/>
                  </a:lnTo>
                  <a:lnTo>
                    <a:pt x="444713" y="540519"/>
                  </a:lnTo>
                  <a:lnTo>
                    <a:pt x="443641" y="541038"/>
                  </a:lnTo>
                  <a:lnTo>
                    <a:pt x="442570" y="541557"/>
                  </a:lnTo>
                  <a:lnTo>
                    <a:pt x="441498" y="542077"/>
                  </a:lnTo>
                  <a:lnTo>
                    <a:pt x="440427" y="542599"/>
                  </a:lnTo>
                  <a:lnTo>
                    <a:pt x="439355" y="543120"/>
                  </a:lnTo>
                  <a:lnTo>
                    <a:pt x="438283" y="543643"/>
                  </a:lnTo>
                  <a:lnTo>
                    <a:pt x="437212" y="544167"/>
                  </a:lnTo>
                  <a:lnTo>
                    <a:pt x="436140" y="544691"/>
                  </a:lnTo>
                  <a:lnTo>
                    <a:pt x="435069" y="545216"/>
                  </a:lnTo>
                  <a:lnTo>
                    <a:pt x="433997" y="545741"/>
                  </a:lnTo>
                  <a:lnTo>
                    <a:pt x="432925" y="546268"/>
                  </a:lnTo>
                  <a:lnTo>
                    <a:pt x="431854" y="546795"/>
                  </a:lnTo>
                  <a:lnTo>
                    <a:pt x="430782" y="547323"/>
                  </a:lnTo>
                  <a:lnTo>
                    <a:pt x="429711" y="547852"/>
                  </a:lnTo>
                  <a:lnTo>
                    <a:pt x="428639" y="548381"/>
                  </a:lnTo>
                  <a:lnTo>
                    <a:pt x="427567" y="548911"/>
                  </a:lnTo>
                  <a:lnTo>
                    <a:pt x="426496" y="549442"/>
                  </a:lnTo>
                  <a:lnTo>
                    <a:pt x="425424" y="549973"/>
                  </a:lnTo>
                  <a:lnTo>
                    <a:pt x="424353" y="550505"/>
                  </a:lnTo>
                  <a:lnTo>
                    <a:pt x="423281" y="551038"/>
                  </a:lnTo>
                  <a:lnTo>
                    <a:pt x="422209" y="551572"/>
                  </a:lnTo>
                  <a:lnTo>
                    <a:pt x="421138" y="552106"/>
                  </a:lnTo>
                  <a:lnTo>
                    <a:pt x="420066" y="552640"/>
                  </a:lnTo>
                  <a:lnTo>
                    <a:pt x="418995" y="553176"/>
                  </a:lnTo>
                  <a:lnTo>
                    <a:pt x="417923" y="553712"/>
                  </a:lnTo>
                  <a:lnTo>
                    <a:pt x="416851" y="554249"/>
                  </a:lnTo>
                  <a:lnTo>
                    <a:pt x="415780" y="554786"/>
                  </a:lnTo>
                  <a:lnTo>
                    <a:pt x="414708" y="555324"/>
                  </a:lnTo>
                  <a:lnTo>
                    <a:pt x="413637" y="555862"/>
                  </a:lnTo>
                  <a:lnTo>
                    <a:pt x="412565" y="556401"/>
                  </a:lnTo>
                  <a:lnTo>
                    <a:pt x="411493" y="556941"/>
                  </a:lnTo>
                  <a:lnTo>
                    <a:pt x="410422" y="557481"/>
                  </a:lnTo>
                  <a:lnTo>
                    <a:pt x="409350" y="558022"/>
                  </a:lnTo>
                  <a:lnTo>
                    <a:pt x="408279" y="558564"/>
                  </a:lnTo>
                  <a:lnTo>
                    <a:pt x="407207" y="559106"/>
                  </a:lnTo>
                  <a:lnTo>
                    <a:pt x="406135" y="559648"/>
                  </a:lnTo>
                  <a:lnTo>
                    <a:pt x="405064" y="560191"/>
                  </a:lnTo>
                  <a:lnTo>
                    <a:pt x="403992" y="560735"/>
                  </a:lnTo>
                  <a:lnTo>
                    <a:pt x="402921" y="561279"/>
                  </a:lnTo>
                  <a:lnTo>
                    <a:pt x="401849" y="561824"/>
                  </a:lnTo>
                  <a:lnTo>
                    <a:pt x="400777" y="562369"/>
                  </a:lnTo>
                  <a:lnTo>
                    <a:pt x="399706" y="562915"/>
                  </a:lnTo>
                  <a:lnTo>
                    <a:pt x="398634" y="563461"/>
                  </a:lnTo>
                  <a:lnTo>
                    <a:pt x="397563" y="564008"/>
                  </a:lnTo>
                  <a:lnTo>
                    <a:pt x="396491" y="564555"/>
                  </a:lnTo>
                  <a:lnTo>
                    <a:pt x="395419" y="565103"/>
                  </a:lnTo>
                  <a:lnTo>
                    <a:pt x="394348" y="565651"/>
                  </a:lnTo>
                  <a:lnTo>
                    <a:pt x="393276" y="566200"/>
                  </a:lnTo>
                  <a:lnTo>
                    <a:pt x="392205" y="566749"/>
                  </a:lnTo>
                  <a:lnTo>
                    <a:pt x="391133" y="567298"/>
                  </a:lnTo>
                  <a:lnTo>
                    <a:pt x="390061" y="567848"/>
                  </a:lnTo>
                  <a:lnTo>
                    <a:pt x="388990" y="568399"/>
                  </a:lnTo>
                  <a:lnTo>
                    <a:pt x="387918" y="568950"/>
                  </a:lnTo>
                  <a:lnTo>
                    <a:pt x="386847" y="569501"/>
                  </a:lnTo>
                  <a:lnTo>
                    <a:pt x="385775" y="570053"/>
                  </a:lnTo>
                  <a:lnTo>
                    <a:pt x="384703" y="570605"/>
                  </a:lnTo>
                  <a:lnTo>
                    <a:pt x="383632" y="571158"/>
                  </a:lnTo>
                  <a:lnTo>
                    <a:pt x="382560" y="571711"/>
                  </a:lnTo>
                  <a:lnTo>
                    <a:pt x="381489" y="572264"/>
                  </a:lnTo>
                  <a:lnTo>
                    <a:pt x="380417" y="572818"/>
                  </a:lnTo>
                  <a:lnTo>
                    <a:pt x="379345" y="573372"/>
                  </a:lnTo>
                  <a:lnTo>
                    <a:pt x="378274" y="573927"/>
                  </a:lnTo>
                  <a:lnTo>
                    <a:pt x="377202" y="574482"/>
                  </a:lnTo>
                  <a:lnTo>
                    <a:pt x="376131" y="575037"/>
                  </a:lnTo>
                  <a:lnTo>
                    <a:pt x="375059" y="575593"/>
                  </a:lnTo>
                  <a:lnTo>
                    <a:pt x="373987" y="576149"/>
                  </a:lnTo>
                  <a:lnTo>
                    <a:pt x="372916" y="576706"/>
                  </a:lnTo>
                  <a:lnTo>
                    <a:pt x="371844" y="577263"/>
                  </a:lnTo>
                  <a:lnTo>
                    <a:pt x="370773" y="577820"/>
                  </a:lnTo>
                  <a:lnTo>
                    <a:pt x="369701" y="578377"/>
                  </a:lnTo>
                  <a:lnTo>
                    <a:pt x="368629" y="578935"/>
                  </a:lnTo>
                  <a:lnTo>
                    <a:pt x="367558" y="579493"/>
                  </a:lnTo>
                  <a:lnTo>
                    <a:pt x="366486" y="580052"/>
                  </a:lnTo>
                  <a:lnTo>
                    <a:pt x="365415" y="580611"/>
                  </a:lnTo>
                  <a:lnTo>
                    <a:pt x="364343" y="581170"/>
                  </a:lnTo>
                  <a:lnTo>
                    <a:pt x="363271" y="581729"/>
                  </a:lnTo>
                  <a:lnTo>
                    <a:pt x="362200" y="582289"/>
                  </a:lnTo>
                  <a:lnTo>
                    <a:pt x="361128" y="582849"/>
                  </a:lnTo>
                  <a:lnTo>
                    <a:pt x="360057" y="583410"/>
                  </a:lnTo>
                  <a:lnTo>
                    <a:pt x="358985" y="583970"/>
                  </a:lnTo>
                  <a:lnTo>
                    <a:pt x="357913" y="584531"/>
                  </a:lnTo>
                  <a:lnTo>
                    <a:pt x="356842" y="585093"/>
                  </a:lnTo>
                  <a:lnTo>
                    <a:pt x="355770" y="585654"/>
                  </a:lnTo>
                  <a:lnTo>
                    <a:pt x="354699" y="586216"/>
                  </a:lnTo>
                  <a:lnTo>
                    <a:pt x="353627" y="586778"/>
                  </a:lnTo>
                  <a:lnTo>
                    <a:pt x="352556" y="587340"/>
                  </a:lnTo>
                  <a:lnTo>
                    <a:pt x="351484" y="587903"/>
                  </a:lnTo>
                  <a:lnTo>
                    <a:pt x="350412" y="588466"/>
                  </a:lnTo>
                  <a:lnTo>
                    <a:pt x="349341" y="589029"/>
                  </a:lnTo>
                  <a:lnTo>
                    <a:pt x="348269" y="589592"/>
                  </a:lnTo>
                  <a:lnTo>
                    <a:pt x="347198" y="590156"/>
                  </a:lnTo>
                  <a:lnTo>
                    <a:pt x="346126" y="590719"/>
                  </a:lnTo>
                  <a:lnTo>
                    <a:pt x="345054" y="591283"/>
                  </a:lnTo>
                  <a:lnTo>
                    <a:pt x="343983" y="591848"/>
                  </a:lnTo>
                  <a:lnTo>
                    <a:pt x="342911" y="592412"/>
                  </a:lnTo>
                  <a:lnTo>
                    <a:pt x="341840" y="592977"/>
                  </a:lnTo>
                  <a:lnTo>
                    <a:pt x="340768" y="593542"/>
                  </a:lnTo>
                  <a:lnTo>
                    <a:pt x="339696" y="594107"/>
                  </a:lnTo>
                  <a:lnTo>
                    <a:pt x="338625" y="594672"/>
                  </a:lnTo>
                  <a:lnTo>
                    <a:pt x="337553" y="595237"/>
                  </a:lnTo>
                  <a:lnTo>
                    <a:pt x="336482" y="595803"/>
                  </a:lnTo>
                  <a:lnTo>
                    <a:pt x="335410" y="596369"/>
                  </a:lnTo>
                  <a:lnTo>
                    <a:pt x="334338" y="596935"/>
                  </a:lnTo>
                  <a:lnTo>
                    <a:pt x="333267" y="597501"/>
                  </a:lnTo>
                  <a:lnTo>
                    <a:pt x="332195" y="598067"/>
                  </a:lnTo>
                  <a:lnTo>
                    <a:pt x="331124" y="598634"/>
                  </a:lnTo>
                  <a:lnTo>
                    <a:pt x="330052" y="599201"/>
                  </a:lnTo>
                  <a:lnTo>
                    <a:pt x="328980" y="599768"/>
                  </a:lnTo>
                  <a:lnTo>
                    <a:pt x="327909" y="600335"/>
                  </a:lnTo>
                  <a:lnTo>
                    <a:pt x="326837" y="600902"/>
                  </a:lnTo>
                  <a:lnTo>
                    <a:pt x="325766" y="601469"/>
                  </a:lnTo>
                  <a:lnTo>
                    <a:pt x="324694" y="602037"/>
                  </a:lnTo>
                  <a:lnTo>
                    <a:pt x="323622" y="602604"/>
                  </a:lnTo>
                  <a:lnTo>
                    <a:pt x="322551" y="603172"/>
                  </a:lnTo>
                  <a:lnTo>
                    <a:pt x="321479" y="603740"/>
                  </a:lnTo>
                  <a:lnTo>
                    <a:pt x="320408" y="604308"/>
                  </a:lnTo>
                  <a:lnTo>
                    <a:pt x="319336" y="604876"/>
                  </a:lnTo>
                  <a:lnTo>
                    <a:pt x="318264" y="605444"/>
                  </a:lnTo>
                  <a:lnTo>
                    <a:pt x="317193" y="606013"/>
                  </a:lnTo>
                  <a:lnTo>
                    <a:pt x="316121" y="606581"/>
                  </a:lnTo>
                  <a:lnTo>
                    <a:pt x="315050" y="607150"/>
                  </a:lnTo>
                  <a:lnTo>
                    <a:pt x="313978" y="607718"/>
                  </a:lnTo>
                  <a:lnTo>
                    <a:pt x="312906" y="608287"/>
                  </a:lnTo>
                  <a:lnTo>
                    <a:pt x="311835" y="608856"/>
                  </a:lnTo>
                  <a:lnTo>
                    <a:pt x="310763" y="609425"/>
                  </a:lnTo>
                  <a:lnTo>
                    <a:pt x="309692" y="609994"/>
                  </a:lnTo>
                  <a:lnTo>
                    <a:pt x="308620" y="610563"/>
                  </a:lnTo>
                  <a:lnTo>
                    <a:pt x="307548" y="611132"/>
                  </a:lnTo>
                  <a:lnTo>
                    <a:pt x="306477" y="611702"/>
                  </a:lnTo>
                  <a:lnTo>
                    <a:pt x="305405" y="612271"/>
                  </a:lnTo>
                  <a:lnTo>
                    <a:pt x="304334" y="612841"/>
                  </a:lnTo>
                  <a:lnTo>
                    <a:pt x="303262" y="613410"/>
                  </a:lnTo>
                  <a:lnTo>
                    <a:pt x="302190" y="613980"/>
                  </a:lnTo>
                  <a:lnTo>
                    <a:pt x="301119" y="614549"/>
                  </a:lnTo>
                  <a:lnTo>
                    <a:pt x="300047" y="615119"/>
                  </a:lnTo>
                  <a:lnTo>
                    <a:pt x="298976" y="615689"/>
                  </a:lnTo>
                  <a:lnTo>
                    <a:pt x="297904" y="616259"/>
                  </a:lnTo>
                  <a:lnTo>
                    <a:pt x="296832" y="616828"/>
                  </a:lnTo>
                  <a:lnTo>
                    <a:pt x="295761" y="617398"/>
                  </a:lnTo>
                  <a:lnTo>
                    <a:pt x="294689" y="617968"/>
                  </a:lnTo>
                  <a:lnTo>
                    <a:pt x="293618" y="618538"/>
                  </a:lnTo>
                  <a:lnTo>
                    <a:pt x="292546" y="619108"/>
                  </a:lnTo>
                  <a:lnTo>
                    <a:pt x="291474" y="619678"/>
                  </a:lnTo>
                  <a:lnTo>
                    <a:pt x="290403" y="620248"/>
                  </a:lnTo>
                  <a:lnTo>
                    <a:pt x="289331" y="620818"/>
                  </a:lnTo>
                  <a:lnTo>
                    <a:pt x="288260" y="621388"/>
                  </a:lnTo>
                  <a:lnTo>
                    <a:pt x="287188" y="621959"/>
                  </a:lnTo>
                  <a:lnTo>
                    <a:pt x="286116" y="622529"/>
                  </a:lnTo>
                  <a:lnTo>
                    <a:pt x="285045" y="623099"/>
                  </a:lnTo>
                  <a:lnTo>
                    <a:pt x="283973" y="623669"/>
                  </a:lnTo>
                  <a:lnTo>
                    <a:pt x="282902" y="624239"/>
                  </a:lnTo>
                  <a:lnTo>
                    <a:pt x="281830" y="624809"/>
                  </a:lnTo>
                  <a:lnTo>
                    <a:pt x="280758" y="625379"/>
                  </a:lnTo>
                  <a:lnTo>
                    <a:pt x="279687" y="625949"/>
                  </a:lnTo>
                  <a:lnTo>
                    <a:pt x="278615" y="626520"/>
                  </a:lnTo>
                  <a:lnTo>
                    <a:pt x="277544" y="627090"/>
                  </a:lnTo>
                  <a:lnTo>
                    <a:pt x="276472" y="627660"/>
                  </a:lnTo>
                  <a:lnTo>
                    <a:pt x="275400" y="628230"/>
                  </a:lnTo>
                  <a:lnTo>
                    <a:pt x="274329" y="628800"/>
                  </a:lnTo>
                  <a:lnTo>
                    <a:pt x="273257" y="629370"/>
                  </a:lnTo>
                  <a:lnTo>
                    <a:pt x="272186" y="629940"/>
                  </a:lnTo>
                  <a:lnTo>
                    <a:pt x="271114" y="630510"/>
                  </a:lnTo>
                  <a:lnTo>
                    <a:pt x="270042" y="631080"/>
                  </a:lnTo>
                  <a:lnTo>
                    <a:pt x="268971" y="631650"/>
                  </a:lnTo>
                  <a:lnTo>
                    <a:pt x="267899" y="632220"/>
                  </a:lnTo>
                  <a:lnTo>
                    <a:pt x="266828" y="632790"/>
                  </a:lnTo>
                  <a:lnTo>
                    <a:pt x="265756" y="633359"/>
                  </a:lnTo>
                  <a:lnTo>
                    <a:pt x="264684" y="633929"/>
                  </a:lnTo>
                  <a:lnTo>
                    <a:pt x="263613" y="634499"/>
                  </a:lnTo>
                  <a:lnTo>
                    <a:pt x="262541" y="635068"/>
                  </a:lnTo>
                  <a:lnTo>
                    <a:pt x="261470" y="635638"/>
                  </a:lnTo>
                  <a:lnTo>
                    <a:pt x="260398" y="636208"/>
                  </a:lnTo>
                  <a:lnTo>
                    <a:pt x="259326" y="636777"/>
                  </a:lnTo>
                  <a:lnTo>
                    <a:pt x="258255" y="637346"/>
                  </a:lnTo>
                  <a:lnTo>
                    <a:pt x="257183" y="637916"/>
                  </a:lnTo>
                  <a:lnTo>
                    <a:pt x="256112" y="638485"/>
                  </a:lnTo>
                  <a:lnTo>
                    <a:pt x="255040" y="639054"/>
                  </a:lnTo>
                  <a:lnTo>
                    <a:pt x="253968" y="639623"/>
                  </a:lnTo>
                  <a:lnTo>
                    <a:pt x="252897" y="640192"/>
                  </a:lnTo>
                  <a:lnTo>
                    <a:pt x="251825" y="640761"/>
                  </a:lnTo>
                  <a:lnTo>
                    <a:pt x="250754" y="641330"/>
                  </a:lnTo>
                  <a:lnTo>
                    <a:pt x="249682" y="641899"/>
                  </a:lnTo>
                  <a:lnTo>
                    <a:pt x="248610" y="642468"/>
                  </a:lnTo>
                  <a:lnTo>
                    <a:pt x="247539" y="643036"/>
                  </a:lnTo>
                  <a:lnTo>
                    <a:pt x="246467" y="643605"/>
                  </a:lnTo>
                  <a:lnTo>
                    <a:pt x="245396" y="644173"/>
                  </a:lnTo>
                  <a:lnTo>
                    <a:pt x="244324" y="644742"/>
                  </a:lnTo>
                  <a:lnTo>
                    <a:pt x="243252" y="645310"/>
                  </a:lnTo>
                  <a:lnTo>
                    <a:pt x="242181" y="645878"/>
                  </a:lnTo>
                  <a:lnTo>
                    <a:pt x="241109" y="646446"/>
                  </a:lnTo>
                  <a:lnTo>
                    <a:pt x="240038" y="647014"/>
                  </a:lnTo>
                  <a:lnTo>
                    <a:pt x="238966" y="647582"/>
                  </a:lnTo>
                  <a:lnTo>
                    <a:pt x="237894" y="648150"/>
                  </a:lnTo>
                  <a:lnTo>
                    <a:pt x="236823" y="648717"/>
                  </a:lnTo>
                  <a:lnTo>
                    <a:pt x="235751" y="649285"/>
                  </a:lnTo>
                  <a:lnTo>
                    <a:pt x="234680" y="649852"/>
                  </a:lnTo>
                  <a:lnTo>
                    <a:pt x="233608" y="650420"/>
                  </a:lnTo>
                  <a:lnTo>
                    <a:pt x="232536" y="650987"/>
                  </a:lnTo>
                  <a:lnTo>
                    <a:pt x="231465" y="651554"/>
                  </a:lnTo>
                  <a:lnTo>
                    <a:pt x="230393" y="652121"/>
                  </a:lnTo>
                  <a:lnTo>
                    <a:pt x="229322" y="652687"/>
                  </a:lnTo>
                  <a:lnTo>
                    <a:pt x="228250" y="653254"/>
                  </a:lnTo>
                  <a:lnTo>
                    <a:pt x="227178" y="653821"/>
                  </a:lnTo>
                  <a:lnTo>
                    <a:pt x="226107" y="654387"/>
                  </a:lnTo>
                  <a:lnTo>
                    <a:pt x="225035" y="654953"/>
                  </a:lnTo>
                  <a:lnTo>
                    <a:pt x="223964" y="655519"/>
                  </a:lnTo>
                  <a:lnTo>
                    <a:pt x="222892" y="656085"/>
                  </a:lnTo>
                  <a:lnTo>
                    <a:pt x="221820" y="656651"/>
                  </a:lnTo>
                  <a:lnTo>
                    <a:pt x="220749" y="657217"/>
                  </a:lnTo>
                  <a:lnTo>
                    <a:pt x="219677" y="657782"/>
                  </a:lnTo>
                  <a:lnTo>
                    <a:pt x="218606" y="658348"/>
                  </a:lnTo>
                  <a:lnTo>
                    <a:pt x="217534" y="658913"/>
                  </a:lnTo>
                  <a:lnTo>
                    <a:pt x="216462" y="659478"/>
                  </a:lnTo>
                  <a:lnTo>
                    <a:pt x="215391" y="660043"/>
                  </a:lnTo>
                  <a:lnTo>
                    <a:pt x="214319" y="660608"/>
                  </a:lnTo>
                  <a:lnTo>
                    <a:pt x="213248" y="661172"/>
                  </a:lnTo>
                  <a:lnTo>
                    <a:pt x="212176" y="661737"/>
                  </a:lnTo>
                  <a:lnTo>
                    <a:pt x="211104" y="662301"/>
                  </a:lnTo>
                  <a:lnTo>
                    <a:pt x="210033" y="662865"/>
                  </a:lnTo>
                  <a:lnTo>
                    <a:pt x="208961" y="663429"/>
                  </a:lnTo>
                  <a:lnTo>
                    <a:pt x="207890" y="663993"/>
                  </a:lnTo>
                  <a:lnTo>
                    <a:pt x="206818" y="664557"/>
                  </a:lnTo>
                  <a:lnTo>
                    <a:pt x="205746" y="665120"/>
                  </a:lnTo>
                  <a:lnTo>
                    <a:pt x="204675" y="665683"/>
                  </a:lnTo>
                  <a:lnTo>
                    <a:pt x="203603" y="666246"/>
                  </a:lnTo>
                  <a:lnTo>
                    <a:pt x="202532" y="666809"/>
                  </a:lnTo>
                  <a:lnTo>
                    <a:pt x="201460" y="667372"/>
                  </a:lnTo>
                  <a:lnTo>
                    <a:pt x="200388" y="667935"/>
                  </a:lnTo>
                  <a:lnTo>
                    <a:pt x="199317" y="668497"/>
                  </a:lnTo>
                  <a:lnTo>
                    <a:pt x="198245" y="669059"/>
                  </a:lnTo>
                  <a:lnTo>
                    <a:pt x="197174" y="669621"/>
                  </a:lnTo>
                  <a:lnTo>
                    <a:pt x="196102" y="670183"/>
                  </a:lnTo>
                  <a:lnTo>
                    <a:pt x="195030" y="670745"/>
                  </a:lnTo>
                  <a:lnTo>
                    <a:pt x="193959" y="671306"/>
                  </a:lnTo>
                  <a:lnTo>
                    <a:pt x="192887" y="671867"/>
                  </a:lnTo>
                  <a:lnTo>
                    <a:pt x="191816" y="672429"/>
                  </a:lnTo>
                  <a:lnTo>
                    <a:pt x="190744" y="672989"/>
                  </a:lnTo>
                  <a:lnTo>
                    <a:pt x="189672" y="673550"/>
                  </a:lnTo>
                  <a:lnTo>
                    <a:pt x="188601" y="674111"/>
                  </a:lnTo>
                  <a:lnTo>
                    <a:pt x="187529" y="674671"/>
                  </a:lnTo>
                  <a:lnTo>
                    <a:pt x="186458" y="675231"/>
                  </a:lnTo>
                  <a:lnTo>
                    <a:pt x="185386" y="675791"/>
                  </a:lnTo>
                  <a:lnTo>
                    <a:pt x="184314" y="676350"/>
                  </a:lnTo>
                  <a:lnTo>
                    <a:pt x="183243" y="676910"/>
                  </a:lnTo>
                  <a:lnTo>
                    <a:pt x="182171" y="677469"/>
                  </a:lnTo>
                  <a:lnTo>
                    <a:pt x="181100" y="678028"/>
                  </a:lnTo>
                  <a:lnTo>
                    <a:pt x="180028" y="678587"/>
                  </a:lnTo>
                  <a:lnTo>
                    <a:pt x="178956" y="679146"/>
                  </a:lnTo>
                  <a:lnTo>
                    <a:pt x="177885" y="679704"/>
                  </a:lnTo>
                  <a:lnTo>
                    <a:pt x="176813" y="680262"/>
                  </a:lnTo>
                  <a:lnTo>
                    <a:pt x="175742" y="680820"/>
                  </a:lnTo>
                  <a:lnTo>
                    <a:pt x="174670" y="681378"/>
                  </a:lnTo>
                  <a:lnTo>
                    <a:pt x="173599" y="681935"/>
                  </a:lnTo>
                  <a:lnTo>
                    <a:pt x="172527" y="682493"/>
                  </a:lnTo>
                  <a:lnTo>
                    <a:pt x="171455" y="683050"/>
                  </a:lnTo>
                  <a:lnTo>
                    <a:pt x="170384" y="683607"/>
                  </a:lnTo>
                  <a:lnTo>
                    <a:pt x="169312" y="684163"/>
                  </a:lnTo>
                  <a:lnTo>
                    <a:pt x="168241" y="684720"/>
                  </a:lnTo>
                  <a:lnTo>
                    <a:pt x="167169" y="685276"/>
                  </a:lnTo>
                  <a:lnTo>
                    <a:pt x="166097" y="685832"/>
                  </a:lnTo>
                  <a:lnTo>
                    <a:pt x="165026" y="686388"/>
                  </a:lnTo>
                  <a:lnTo>
                    <a:pt x="163954" y="686943"/>
                  </a:lnTo>
                  <a:lnTo>
                    <a:pt x="162883" y="687498"/>
                  </a:lnTo>
                  <a:lnTo>
                    <a:pt x="161811" y="688053"/>
                  </a:lnTo>
                  <a:lnTo>
                    <a:pt x="160739" y="688608"/>
                  </a:lnTo>
                  <a:lnTo>
                    <a:pt x="159668" y="689163"/>
                  </a:lnTo>
                  <a:lnTo>
                    <a:pt x="158596" y="689717"/>
                  </a:lnTo>
                  <a:lnTo>
                    <a:pt x="157525" y="690271"/>
                  </a:lnTo>
                  <a:lnTo>
                    <a:pt x="156453" y="690825"/>
                  </a:lnTo>
                  <a:lnTo>
                    <a:pt x="155381" y="691378"/>
                  </a:lnTo>
                  <a:lnTo>
                    <a:pt x="154310" y="691932"/>
                  </a:lnTo>
                  <a:lnTo>
                    <a:pt x="153238" y="692485"/>
                  </a:lnTo>
                  <a:lnTo>
                    <a:pt x="152167" y="693038"/>
                  </a:lnTo>
                  <a:lnTo>
                    <a:pt x="151095" y="693590"/>
                  </a:lnTo>
                  <a:lnTo>
                    <a:pt x="150023" y="694142"/>
                  </a:lnTo>
                  <a:lnTo>
                    <a:pt x="148952" y="694695"/>
                  </a:lnTo>
                  <a:lnTo>
                    <a:pt x="147880" y="695246"/>
                  </a:lnTo>
                  <a:lnTo>
                    <a:pt x="146809" y="695798"/>
                  </a:lnTo>
                  <a:lnTo>
                    <a:pt x="145737" y="696349"/>
                  </a:lnTo>
                  <a:lnTo>
                    <a:pt x="144665" y="696900"/>
                  </a:lnTo>
                  <a:lnTo>
                    <a:pt x="143594" y="697451"/>
                  </a:lnTo>
                  <a:lnTo>
                    <a:pt x="142522" y="698002"/>
                  </a:lnTo>
                  <a:lnTo>
                    <a:pt x="141451" y="698552"/>
                  </a:lnTo>
                  <a:lnTo>
                    <a:pt x="140379" y="699102"/>
                  </a:lnTo>
                  <a:lnTo>
                    <a:pt x="139307" y="699652"/>
                  </a:lnTo>
                  <a:lnTo>
                    <a:pt x="138236" y="700201"/>
                  </a:lnTo>
                  <a:lnTo>
                    <a:pt x="137164" y="700751"/>
                  </a:lnTo>
                  <a:lnTo>
                    <a:pt x="136093" y="701300"/>
                  </a:lnTo>
                  <a:lnTo>
                    <a:pt x="135021" y="701848"/>
                  </a:lnTo>
                  <a:lnTo>
                    <a:pt x="133949" y="702397"/>
                  </a:lnTo>
                  <a:lnTo>
                    <a:pt x="132878" y="702945"/>
                  </a:lnTo>
                  <a:lnTo>
                    <a:pt x="131806" y="703493"/>
                  </a:lnTo>
                  <a:lnTo>
                    <a:pt x="130735" y="704041"/>
                  </a:lnTo>
                  <a:lnTo>
                    <a:pt x="129663" y="704588"/>
                  </a:lnTo>
                  <a:lnTo>
                    <a:pt x="128591" y="705135"/>
                  </a:lnTo>
                  <a:lnTo>
                    <a:pt x="127520" y="705682"/>
                  </a:lnTo>
                  <a:lnTo>
                    <a:pt x="126448" y="706228"/>
                  </a:lnTo>
                  <a:lnTo>
                    <a:pt x="125377" y="706775"/>
                  </a:lnTo>
                  <a:lnTo>
                    <a:pt x="124305" y="707321"/>
                  </a:lnTo>
                  <a:lnTo>
                    <a:pt x="123233" y="707866"/>
                  </a:lnTo>
                  <a:lnTo>
                    <a:pt x="122162" y="708412"/>
                  </a:lnTo>
                  <a:lnTo>
                    <a:pt x="121090" y="708957"/>
                  </a:lnTo>
                  <a:lnTo>
                    <a:pt x="120019" y="709502"/>
                  </a:lnTo>
                  <a:lnTo>
                    <a:pt x="118947" y="710047"/>
                  </a:lnTo>
                  <a:lnTo>
                    <a:pt x="117875" y="710591"/>
                  </a:lnTo>
                  <a:lnTo>
                    <a:pt x="116804" y="711135"/>
                  </a:lnTo>
                  <a:lnTo>
                    <a:pt x="115732" y="711679"/>
                  </a:lnTo>
                  <a:lnTo>
                    <a:pt x="114661" y="712222"/>
                  </a:lnTo>
                  <a:lnTo>
                    <a:pt x="113589" y="712765"/>
                  </a:lnTo>
                  <a:lnTo>
                    <a:pt x="112517" y="713308"/>
                  </a:lnTo>
                  <a:lnTo>
                    <a:pt x="111446" y="713851"/>
                  </a:lnTo>
                  <a:lnTo>
                    <a:pt x="110374" y="714393"/>
                  </a:lnTo>
                  <a:lnTo>
                    <a:pt x="109303" y="714935"/>
                  </a:lnTo>
                  <a:lnTo>
                    <a:pt x="108231" y="715477"/>
                  </a:lnTo>
                  <a:lnTo>
                    <a:pt x="107159" y="716018"/>
                  </a:lnTo>
                  <a:lnTo>
                    <a:pt x="106088" y="716560"/>
                  </a:lnTo>
                  <a:lnTo>
                    <a:pt x="105016" y="717101"/>
                  </a:lnTo>
                  <a:lnTo>
                    <a:pt x="103945" y="717641"/>
                  </a:lnTo>
                  <a:lnTo>
                    <a:pt x="102873" y="718181"/>
                  </a:lnTo>
                  <a:lnTo>
                    <a:pt x="101801" y="718721"/>
                  </a:lnTo>
                  <a:lnTo>
                    <a:pt x="100730" y="719261"/>
                  </a:lnTo>
                  <a:lnTo>
                    <a:pt x="99658" y="719801"/>
                  </a:lnTo>
                  <a:lnTo>
                    <a:pt x="98587" y="720340"/>
                  </a:lnTo>
                  <a:lnTo>
                    <a:pt x="97515" y="720878"/>
                  </a:lnTo>
                  <a:lnTo>
                    <a:pt x="96443" y="721417"/>
                  </a:lnTo>
                  <a:lnTo>
                    <a:pt x="95372" y="721955"/>
                  </a:lnTo>
                  <a:lnTo>
                    <a:pt x="94300" y="722493"/>
                  </a:lnTo>
                  <a:lnTo>
                    <a:pt x="93229" y="723031"/>
                  </a:lnTo>
                  <a:lnTo>
                    <a:pt x="92157" y="723568"/>
                  </a:lnTo>
                  <a:lnTo>
                    <a:pt x="91085" y="724105"/>
                  </a:lnTo>
                  <a:lnTo>
                    <a:pt x="90014" y="724642"/>
                  </a:lnTo>
                  <a:lnTo>
                    <a:pt x="88942" y="725178"/>
                  </a:lnTo>
                  <a:lnTo>
                    <a:pt x="87871" y="725714"/>
                  </a:lnTo>
                  <a:lnTo>
                    <a:pt x="86799" y="726250"/>
                  </a:lnTo>
                  <a:lnTo>
                    <a:pt x="85727" y="726785"/>
                  </a:lnTo>
                  <a:lnTo>
                    <a:pt x="84656" y="727321"/>
                  </a:lnTo>
                  <a:lnTo>
                    <a:pt x="83584" y="727855"/>
                  </a:lnTo>
                  <a:lnTo>
                    <a:pt x="82513" y="728390"/>
                  </a:lnTo>
                  <a:lnTo>
                    <a:pt x="81441" y="728924"/>
                  </a:lnTo>
                  <a:lnTo>
                    <a:pt x="80369" y="729458"/>
                  </a:lnTo>
                  <a:lnTo>
                    <a:pt x="79298" y="729992"/>
                  </a:lnTo>
                  <a:lnTo>
                    <a:pt x="78226" y="730525"/>
                  </a:lnTo>
                  <a:lnTo>
                    <a:pt x="77155" y="731058"/>
                  </a:lnTo>
                  <a:lnTo>
                    <a:pt x="76083" y="731591"/>
                  </a:lnTo>
                  <a:lnTo>
                    <a:pt x="75011" y="732123"/>
                  </a:lnTo>
                  <a:lnTo>
                    <a:pt x="73940" y="732655"/>
                  </a:lnTo>
                  <a:lnTo>
                    <a:pt x="72868" y="733187"/>
                  </a:lnTo>
                  <a:lnTo>
                    <a:pt x="71797" y="733718"/>
                  </a:lnTo>
                  <a:lnTo>
                    <a:pt x="70725" y="734250"/>
                  </a:lnTo>
                  <a:lnTo>
                    <a:pt x="69653" y="734780"/>
                  </a:lnTo>
                  <a:lnTo>
                    <a:pt x="68582" y="735311"/>
                  </a:lnTo>
                  <a:lnTo>
                    <a:pt x="67510" y="735841"/>
                  </a:lnTo>
                  <a:lnTo>
                    <a:pt x="66439" y="736371"/>
                  </a:lnTo>
                  <a:lnTo>
                    <a:pt x="65367" y="736900"/>
                  </a:lnTo>
                  <a:lnTo>
                    <a:pt x="64295" y="737430"/>
                  </a:lnTo>
                  <a:lnTo>
                    <a:pt x="63224" y="737958"/>
                  </a:lnTo>
                  <a:lnTo>
                    <a:pt x="62152" y="738487"/>
                  </a:lnTo>
                  <a:lnTo>
                    <a:pt x="61081" y="739015"/>
                  </a:lnTo>
                  <a:lnTo>
                    <a:pt x="60009" y="739543"/>
                  </a:lnTo>
                  <a:lnTo>
                    <a:pt x="58937" y="740071"/>
                  </a:lnTo>
                  <a:lnTo>
                    <a:pt x="57866" y="740598"/>
                  </a:lnTo>
                  <a:lnTo>
                    <a:pt x="56794" y="741125"/>
                  </a:lnTo>
                  <a:lnTo>
                    <a:pt x="55723" y="741652"/>
                  </a:lnTo>
                  <a:lnTo>
                    <a:pt x="54651" y="742178"/>
                  </a:lnTo>
                  <a:lnTo>
                    <a:pt x="53579" y="742704"/>
                  </a:lnTo>
                  <a:lnTo>
                    <a:pt x="52508" y="743229"/>
                  </a:lnTo>
                  <a:lnTo>
                    <a:pt x="51436" y="743755"/>
                  </a:lnTo>
                  <a:lnTo>
                    <a:pt x="50365" y="744280"/>
                  </a:lnTo>
                  <a:lnTo>
                    <a:pt x="49293" y="744804"/>
                  </a:lnTo>
                  <a:lnTo>
                    <a:pt x="48221" y="745329"/>
                  </a:lnTo>
                  <a:lnTo>
                    <a:pt x="47150" y="745853"/>
                  </a:lnTo>
                  <a:lnTo>
                    <a:pt x="46078" y="746376"/>
                  </a:lnTo>
                  <a:lnTo>
                    <a:pt x="45007" y="746900"/>
                  </a:lnTo>
                  <a:lnTo>
                    <a:pt x="43935" y="747423"/>
                  </a:lnTo>
                  <a:lnTo>
                    <a:pt x="42863" y="747945"/>
                  </a:lnTo>
                  <a:lnTo>
                    <a:pt x="41792" y="748468"/>
                  </a:lnTo>
                  <a:lnTo>
                    <a:pt x="40720" y="748990"/>
                  </a:lnTo>
                  <a:lnTo>
                    <a:pt x="39649" y="749511"/>
                  </a:lnTo>
                  <a:lnTo>
                    <a:pt x="38577" y="750033"/>
                  </a:lnTo>
                  <a:lnTo>
                    <a:pt x="37505" y="750554"/>
                  </a:lnTo>
                  <a:lnTo>
                    <a:pt x="36434" y="751075"/>
                  </a:lnTo>
                  <a:lnTo>
                    <a:pt x="35362" y="751595"/>
                  </a:lnTo>
                  <a:lnTo>
                    <a:pt x="34291" y="752115"/>
                  </a:lnTo>
                  <a:lnTo>
                    <a:pt x="33219" y="752635"/>
                  </a:lnTo>
                  <a:lnTo>
                    <a:pt x="32147" y="753154"/>
                  </a:lnTo>
                  <a:lnTo>
                    <a:pt x="31076" y="753673"/>
                  </a:lnTo>
                  <a:lnTo>
                    <a:pt x="30004" y="754192"/>
                  </a:lnTo>
                  <a:lnTo>
                    <a:pt x="28933" y="754710"/>
                  </a:lnTo>
                  <a:lnTo>
                    <a:pt x="27861" y="755228"/>
                  </a:lnTo>
                  <a:lnTo>
                    <a:pt x="26789" y="755746"/>
                  </a:lnTo>
                  <a:lnTo>
                    <a:pt x="25718" y="756263"/>
                  </a:lnTo>
                  <a:lnTo>
                    <a:pt x="24646" y="756780"/>
                  </a:lnTo>
                  <a:lnTo>
                    <a:pt x="23575" y="757297"/>
                  </a:lnTo>
                  <a:lnTo>
                    <a:pt x="22503" y="757813"/>
                  </a:lnTo>
                  <a:lnTo>
                    <a:pt x="21431" y="758329"/>
                  </a:lnTo>
                  <a:lnTo>
                    <a:pt x="20360" y="758844"/>
                  </a:lnTo>
                  <a:lnTo>
                    <a:pt x="19288" y="759360"/>
                  </a:lnTo>
                  <a:lnTo>
                    <a:pt x="18217" y="759875"/>
                  </a:lnTo>
                  <a:lnTo>
                    <a:pt x="17145" y="760389"/>
                  </a:lnTo>
                  <a:lnTo>
                    <a:pt x="16073" y="760904"/>
                  </a:lnTo>
                  <a:lnTo>
                    <a:pt x="15002" y="761417"/>
                  </a:lnTo>
                  <a:lnTo>
                    <a:pt x="13930" y="761931"/>
                  </a:lnTo>
                  <a:lnTo>
                    <a:pt x="12859" y="762444"/>
                  </a:lnTo>
                  <a:lnTo>
                    <a:pt x="11787" y="762957"/>
                  </a:lnTo>
                  <a:lnTo>
                    <a:pt x="10715" y="763470"/>
                  </a:lnTo>
                  <a:lnTo>
                    <a:pt x="9644" y="763982"/>
                  </a:lnTo>
                  <a:lnTo>
                    <a:pt x="8572" y="764494"/>
                  </a:lnTo>
                  <a:lnTo>
                    <a:pt x="7501" y="765005"/>
                  </a:lnTo>
                  <a:lnTo>
                    <a:pt x="6429" y="765516"/>
                  </a:lnTo>
                  <a:lnTo>
                    <a:pt x="5357" y="766027"/>
                  </a:lnTo>
                  <a:lnTo>
                    <a:pt x="4286" y="766538"/>
                  </a:lnTo>
                  <a:lnTo>
                    <a:pt x="3214" y="767048"/>
                  </a:lnTo>
                  <a:lnTo>
                    <a:pt x="2143" y="767558"/>
                  </a:lnTo>
                  <a:lnTo>
                    <a:pt x="1071" y="768067"/>
                  </a:lnTo>
                  <a:lnTo>
                    <a:pt x="0" y="768576"/>
                  </a:lnTo>
                  <a:lnTo>
                    <a:pt x="0" y="76857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684231" y="1399420"/>
              <a:ext cx="3856684" cy="489284"/>
            </a:xfrm>
            <a:custGeom>
              <a:avLst/>
              <a:gdLst/>
              <a:ahLst/>
              <a:cxnLst/>
              <a:rect l="0" t="0" r="0" b="0"/>
              <a:pathLst>
                <a:path w="3856684" h="489284">
                  <a:moveTo>
                    <a:pt x="0" y="489284"/>
                  </a:moveTo>
                  <a:lnTo>
                    <a:pt x="1071" y="489175"/>
                  </a:lnTo>
                  <a:lnTo>
                    <a:pt x="2143" y="489066"/>
                  </a:lnTo>
                  <a:lnTo>
                    <a:pt x="3214" y="488957"/>
                  </a:lnTo>
                  <a:lnTo>
                    <a:pt x="4286" y="488848"/>
                  </a:lnTo>
                  <a:lnTo>
                    <a:pt x="5357" y="488739"/>
                  </a:lnTo>
                  <a:lnTo>
                    <a:pt x="6429" y="488630"/>
                  </a:lnTo>
                  <a:lnTo>
                    <a:pt x="7501" y="488521"/>
                  </a:lnTo>
                  <a:lnTo>
                    <a:pt x="8572" y="488412"/>
                  </a:lnTo>
                  <a:lnTo>
                    <a:pt x="9644" y="488303"/>
                  </a:lnTo>
                  <a:lnTo>
                    <a:pt x="10715" y="488194"/>
                  </a:lnTo>
                  <a:lnTo>
                    <a:pt x="11787" y="488085"/>
                  </a:lnTo>
                  <a:lnTo>
                    <a:pt x="12859" y="487976"/>
                  </a:lnTo>
                  <a:lnTo>
                    <a:pt x="13930" y="487867"/>
                  </a:lnTo>
                  <a:lnTo>
                    <a:pt x="15002" y="487758"/>
                  </a:lnTo>
                  <a:lnTo>
                    <a:pt x="16073" y="487649"/>
                  </a:lnTo>
                  <a:lnTo>
                    <a:pt x="17145" y="487540"/>
                  </a:lnTo>
                  <a:lnTo>
                    <a:pt x="18217" y="487431"/>
                  </a:lnTo>
                  <a:lnTo>
                    <a:pt x="19288" y="487321"/>
                  </a:lnTo>
                  <a:lnTo>
                    <a:pt x="20360" y="487212"/>
                  </a:lnTo>
                  <a:lnTo>
                    <a:pt x="21431" y="487103"/>
                  </a:lnTo>
                  <a:lnTo>
                    <a:pt x="22503" y="486994"/>
                  </a:lnTo>
                  <a:lnTo>
                    <a:pt x="23575" y="486885"/>
                  </a:lnTo>
                  <a:lnTo>
                    <a:pt x="24646" y="486776"/>
                  </a:lnTo>
                  <a:lnTo>
                    <a:pt x="25718" y="486666"/>
                  </a:lnTo>
                  <a:lnTo>
                    <a:pt x="26789" y="486557"/>
                  </a:lnTo>
                  <a:lnTo>
                    <a:pt x="27861" y="486448"/>
                  </a:lnTo>
                  <a:lnTo>
                    <a:pt x="28933" y="486339"/>
                  </a:lnTo>
                  <a:lnTo>
                    <a:pt x="30004" y="486230"/>
                  </a:lnTo>
                  <a:lnTo>
                    <a:pt x="31076" y="486120"/>
                  </a:lnTo>
                  <a:lnTo>
                    <a:pt x="32147" y="486011"/>
                  </a:lnTo>
                  <a:lnTo>
                    <a:pt x="33219" y="485902"/>
                  </a:lnTo>
                  <a:lnTo>
                    <a:pt x="34291" y="485792"/>
                  </a:lnTo>
                  <a:lnTo>
                    <a:pt x="35362" y="485683"/>
                  </a:lnTo>
                  <a:lnTo>
                    <a:pt x="36434" y="485574"/>
                  </a:lnTo>
                  <a:lnTo>
                    <a:pt x="37505" y="485464"/>
                  </a:lnTo>
                  <a:lnTo>
                    <a:pt x="38577" y="485355"/>
                  </a:lnTo>
                  <a:lnTo>
                    <a:pt x="39649" y="485246"/>
                  </a:lnTo>
                  <a:lnTo>
                    <a:pt x="40720" y="485136"/>
                  </a:lnTo>
                  <a:lnTo>
                    <a:pt x="41792" y="485027"/>
                  </a:lnTo>
                  <a:lnTo>
                    <a:pt x="42863" y="484918"/>
                  </a:lnTo>
                  <a:lnTo>
                    <a:pt x="43935" y="484808"/>
                  </a:lnTo>
                  <a:lnTo>
                    <a:pt x="45007" y="484699"/>
                  </a:lnTo>
                  <a:lnTo>
                    <a:pt x="46078" y="484589"/>
                  </a:lnTo>
                  <a:lnTo>
                    <a:pt x="47150" y="484480"/>
                  </a:lnTo>
                  <a:lnTo>
                    <a:pt x="48221" y="484371"/>
                  </a:lnTo>
                  <a:lnTo>
                    <a:pt x="49293" y="484261"/>
                  </a:lnTo>
                  <a:lnTo>
                    <a:pt x="50365" y="484152"/>
                  </a:lnTo>
                  <a:lnTo>
                    <a:pt x="51436" y="484042"/>
                  </a:lnTo>
                  <a:lnTo>
                    <a:pt x="52508" y="483933"/>
                  </a:lnTo>
                  <a:lnTo>
                    <a:pt x="53579" y="483823"/>
                  </a:lnTo>
                  <a:lnTo>
                    <a:pt x="54651" y="483714"/>
                  </a:lnTo>
                  <a:lnTo>
                    <a:pt x="55723" y="483604"/>
                  </a:lnTo>
                  <a:lnTo>
                    <a:pt x="56794" y="483495"/>
                  </a:lnTo>
                  <a:lnTo>
                    <a:pt x="57866" y="483385"/>
                  </a:lnTo>
                  <a:lnTo>
                    <a:pt x="58937" y="483276"/>
                  </a:lnTo>
                  <a:lnTo>
                    <a:pt x="60009" y="483166"/>
                  </a:lnTo>
                  <a:lnTo>
                    <a:pt x="61081" y="483056"/>
                  </a:lnTo>
                  <a:lnTo>
                    <a:pt x="62152" y="482947"/>
                  </a:lnTo>
                  <a:lnTo>
                    <a:pt x="63224" y="482837"/>
                  </a:lnTo>
                  <a:lnTo>
                    <a:pt x="64295" y="482728"/>
                  </a:lnTo>
                  <a:lnTo>
                    <a:pt x="65367" y="482618"/>
                  </a:lnTo>
                  <a:lnTo>
                    <a:pt x="66439" y="482508"/>
                  </a:lnTo>
                  <a:lnTo>
                    <a:pt x="67510" y="482399"/>
                  </a:lnTo>
                  <a:lnTo>
                    <a:pt x="68582" y="482289"/>
                  </a:lnTo>
                  <a:lnTo>
                    <a:pt x="69653" y="482179"/>
                  </a:lnTo>
                  <a:lnTo>
                    <a:pt x="70725" y="482070"/>
                  </a:lnTo>
                  <a:lnTo>
                    <a:pt x="71797" y="481960"/>
                  </a:lnTo>
                  <a:lnTo>
                    <a:pt x="72868" y="481850"/>
                  </a:lnTo>
                  <a:lnTo>
                    <a:pt x="73940" y="481740"/>
                  </a:lnTo>
                  <a:lnTo>
                    <a:pt x="75011" y="481631"/>
                  </a:lnTo>
                  <a:lnTo>
                    <a:pt x="76083" y="481521"/>
                  </a:lnTo>
                  <a:lnTo>
                    <a:pt x="77155" y="481411"/>
                  </a:lnTo>
                  <a:lnTo>
                    <a:pt x="78226" y="481301"/>
                  </a:lnTo>
                  <a:lnTo>
                    <a:pt x="79298" y="481192"/>
                  </a:lnTo>
                  <a:lnTo>
                    <a:pt x="80369" y="481082"/>
                  </a:lnTo>
                  <a:lnTo>
                    <a:pt x="81441" y="480972"/>
                  </a:lnTo>
                  <a:lnTo>
                    <a:pt x="82513" y="480862"/>
                  </a:lnTo>
                  <a:lnTo>
                    <a:pt x="83584" y="480752"/>
                  </a:lnTo>
                  <a:lnTo>
                    <a:pt x="84656" y="480643"/>
                  </a:lnTo>
                  <a:lnTo>
                    <a:pt x="85727" y="480533"/>
                  </a:lnTo>
                  <a:lnTo>
                    <a:pt x="86799" y="480423"/>
                  </a:lnTo>
                  <a:lnTo>
                    <a:pt x="87871" y="480313"/>
                  </a:lnTo>
                  <a:lnTo>
                    <a:pt x="88942" y="480203"/>
                  </a:lnTo>
                  <a:lnTo>
                    <a:pt x="90014" y="480093"/>
                  </a:lnTo>
                  <a:lnTo>
                    <a:pt x="91085" y="479983"/>
                  </a:lnTo>
                  <a:lnTo>
                    <a:pt x="92157" y="479873"/>
                  </a:lnTo>
                  <a:lnTo>
                    <a:pt x="93229" y="479764"/>
                  </a:lnTo>
                  <a:lnTo>
                    <a:pt x="94300" y="479654"/>
                  </a:lnTo>
                  <a:lnTo>
                    <a:pt x="95372" y="479544"/>
                  </a:lnTo>
                  <a:lnTo>
                    <a:pt x="96443" y="479434"/>
                  </a:lnTo>
                  <a:lnTo>
                    <a:pt x="97515" y="479324"/>
                  </a:lnTo>
                  <a:lnTo>
                    <a:pt x="98587" y="479214"/>
                  </a:lnTo>
                  <a:lnTo>
                    <a:pt x="99658" y="479104"/>
                  </a:lnTo>
                  <a:lnTo>
                    <a:pt x="100730" y="478994"/>
                  </a:lnTo>
                  <a:lnTo>
                    <a:pt x="101801" y="478884"/>
                  </a:lnTo>
                  <a:lnTo>
                    <a:pt x="102873" y="478774"/>
                  </a:lnTo>
                  <a:lnTo>
                    <a:pt x="103945" y="478664"/>
                  </a:lnTo>
                  <a:lnTo>
                    <a:pt x="105016" y="478554"/>
                  </a:lnTo>
                  <a:lnTo>
                    <a:pt x="106088" y="478444"/>
                  </a:lnTo>
                  <a:lnTo>
                    <a:pt x="107159" y="478333"/>
                  </a:lnTo>
                  <a:lnTo>
                    <a:pt x="108231" y="478223"/>
                  </a:lnTo>
                  <a:lnTo>
                    <a:pt x="109303" y="478113"/>
                  </a:lnTo>
                  <a:lnTo>
                    <a:pt x="110374" y="478003"/>
                  </a:lnTo>
                  <a:lnTo>
                    <a:pt x="111446" y="477893"/>
                  </a:lnTo>
                  <a:lnTo>
                    <a:pt x="112517" y="477783"/>
                  </a:lnTo>
                  <a:lnTo>
                    <a:pt x="113589" y="477673"/>
                  </a:lnTo>
                  <a:lnTo>
                    <a:pt x="114661" y="477563"/>
                  </a:lnTo>
                  <a:lnTo>
                    <a:pt x="115732" y="477452"/>
                  </a:lnTo>
                  <a:lnTo>
                    <a:pt x="116804" y="477342"/>
                  </a:lnTo>
                  <a:lnTo>
                    <a:pt x="117875" y="477232"/>
                  </a:lnTo>
                  <a:lnTo>
                    <a:pt x="118947" y="477122"/>
                  </a:lnTo>
                  <a:lnTo>
                    <a:pt x="120019" y="477012"/>
                  </a:lnTo>
                  <a:lnTo>
                    <a:pt x="121090" y="476901"/>
                  </a:lnTo>
                  <a:lnTo>
                    <a:pt x="122162" y="476791"/>
                  </a:lnTo>
                  <a:lnTo>
                    <a:pt x="123233" y="476681"/>
                  </a:lnTo>
                  <a:lnTo>
                    <a:pt x="124305" y="476571"/>
                  </a:lnTo>
                  <a:lnTo>
                    <a:pt x="125377" y="476460"/>
                  </a:lnTo>
                  <a:lnTo>
                    <a:pt x="126448" y="476350"/>
                  </a:lnTo>
                  <a:lnTo>
                    <a:pt x="127520" y="476240"/>
                  </a:lnTo>
                  <a:lnTo>
                    <a:pt x="128591" y="476129"/>
                  </a:lnTo>
                  <a:lnTo>
                    <a:pt x="129663" y="476019"/>
                  </a:lnTo>
                  <a:lnTo>
                    <a:pt x="130735" y="475909"/>
                  </a:lnTo>
                  <a:lnTo>
                    <a:pt x="131806" y="475798"/>
                  </a:lnTo>
                  <a:lnTo>
                    <a:pt x="132878" y="475688"/>
                  </a:lnTo>
                  <a:lnTo>
                    <a:pt x="133949" y="475578"/>
                  </a:lnTo>
                  <a:lnTo>
                    <a:pt x="135021" y="475467"/>
                  </a:lnTo>
                  <a:lnTo>
                    <a:pt x="136093" y="475357"/>
                  </a:lnTo>
                  <a:lnTo>
                    <a:pt x="137164" y="475247"/>
                  </a:lnTo>
                  <a:lnTo>
                    <a:pt x="138236" y="475136"/>
                  </a:lnTo>
                  <a:lnTo>
                    <a:pt x="139307" y="475026"/>
                  </a:lnTo>
                  <a:lnTo>
                    <a:pt x="140379" y="474915"/>
                  </a:lnTo>
                  <a:lnTo>
                    <a:pt x="141451" y="474805"/>
                  </a:lnTo>
                  <a:lnTo>
                    <a:pt x="142522" y="474694"/>
                  </a:lnTo>
                  <a:lnTo>
                    <a:pt x="143594" y="474584"/>
                  </a:lnTo>
                  <a:lnTo>
                    <a:pt x="144665" y="474473"/>
                  </a:lnTo>
                  <a:lnTo>
                    <a:pt x="145737" y="474363"/>
                  </a:lnTo>
                  <a:lnTo>
                    <a:pt x="146809" y="474252"/>
                  </a:lnTo>
                  <a:lnTo>
                    <a:pt x="147880" y="474142"/>
                  </a:lnTo>
                  <a:lnTo>
                    <a:pt x="148952" y="474031"/>
                  </a:lnTo>
                  <a:lnTo>
                    <a:pt x="150023" y="473921"/>
                  </a:lnTo>
                  <a:lnTo>
                    <a:pt x="151095" y="473810"/>
                  </a:lnTo>
                  <a:lnTo>
                    <a:pt x="152167" y="473700"/>
                  </a:lnTo>
                  <a:lnTo>
                    <a:pt x="153238" y="473589"/>
                  </a:lnTo>
                  <a:lnTo>
                    <a:pt x="154310" y="473479"/>
                  </a:lnTo>
                  <a:lnTo>
                    <a:pt x="155381" y="473368"/>
                  </a:lnTo>
                  <a:lnTo>
                    <a:pt x="156453" y="473257"/>
                  </a:lnTo>
                  <a:lnTo>
                    <a:pt x="157525" y="473147"/>
                  </a:lnTo>
                  <a:lnTo>
                    <a:pt x="158596" y="473036"/>
                  </a:lnTo>
                  <a:lnTo>
                    <a:pt x="159668" y="472925"/>
                  </a:lnTo>
                  <a:lnTo>
                    <a:pt x="160739" y="472815"/>
                  </a:lnTo>
                  <a:lnTo>
                    <a:pt x="161811" y="472704"/>
                  </a:lnTo>
                  <a:lnTo>
                    <a:pt x="162883" y="472593"/>
                  </a:lnTo>
                  <a:lnTo>
                    <a:pt x="163954" y="472483"/>
                  </a:lnTo>
                  <a:lnTo>
                    <a:pt x="165026" y="472372"/>
                  </a:lnTo>
                  <a:lnTo>
                    <a:pt x="166097" y="472261"/>
                  </a:lnTo>
                  <a:lnTo>
                    <a:pt x="167169" y="472151"/>
                  </a:lnTo>
                  <a:lnTo>
                    <a:pt x="168241" y="472040"/>
                  </a:lnTo>
                  <a:lnTo>
                    <a:pt x="169312" y="471929"/>
                  </a:lnTo>
                  <a:lnTo>
                    <a:pt x="170384" y="471818"/>
                  </a:lnTo>
                  <a:lnTo>
                    <a:pt x="171455" y="471708"/>
                  </a:lnTo>
                  <a:lnTo>
                    <a:pt x="172527" y="471597"/>
                  </a:lnTo>
                  <a:lnTo>
                    <a:pt x="173599" y="471486"/>
                  </a:lnTo>
                  <a:lnTo>
                    <a:pt x="174670" y="471375"/>
                  </a:lnTo>
                  <a:lnTo>
                    <a:pt x="175742" y="471264"/>
                  </a:lnTo>
                  <a:lnTo>
                    <a:pt x="176813" y="471154"/>
                  </a:lnTo>
                  <a:lnTo>
                    <a:pt x="177885" y="471043"/>
                  </a:lnTo>
                  <a:lnTo>
                    <a:pt x="178956" y="470932"/>
                  </a:lnTo>
                  <a:lnTo>
                    <a:pt x="180028" y="470821"/>
                  </a:lnTo>
                  <a:lnTo>
                    <a:pt x="181100" y="470710"/>
                  </a:lnTo>
                  <a:lnTo>
                    <a:pt x="182171" y="470599"/>
                  </a:lnTo>
                  <a:lnTo>
                    <a:pt x="183243" y="470488"/>
                  </a:lnTo>
                  <a:lnTo>
                    <a:pt x="184314" y="470377"/>
                  </a:lnTo>
                  <a:lnTo>
                    <a:pt x="185386" y="470266"/>
                  </a:lnTo>
                  <a:lnTo>
                    <a:pt x="186458" y="470156"/>
                  </a:lnTo>
                  <a:lnTo>
                    <a:pt x="187529" y="470045"/>
                  </a:lnTo>
                  <a:lnTo>
                    <a:pt x="188601" y="469934"/>
                  </a:lnTo>
                  <a:lnTo>
                    <a:pt x="189672" y="469823"/>
                  </a:lnTo>
                  <a:lnTo>
                    <a:pt x="190744" y="469712"/>
                  </a:lnTo>
                  <a:lnTo>
                    <a:pt x="191816" y="469601"/>
                  </a:lnTo>
                  <a:lnTo>
                    <a:pt x="192887" y="469490"/>
                  </a:lnTo>
                  <a:lnTo>
                    <a:pt x="193959" y="469379"/>
                  </a:lnTo>
                  <a:lnTo>
                    <a:pt x="195030" y="469268"/>
                  </a:lnTo>
                  <a:lnTo>
                    <a:pt x="196102" y="469157"/>
                  </a:lnTo>
                  <a:lnTo>
                    <a:pt x="197174" y="469045"/>
                  </a:lnTo>
                  <a:lnTo>
                    <a:pt x="198245" y="468934"/>
                  </a:lnTo>
                  <a:lnTo>
                    <a:pt x="199317" y="468823"/>
                  </a:lnTo>
                  <a:lnTo>
                    <a:pt x="200388" y="468712"/>
                  </a:lnTo>
                  <a:lnTo>
                    <a:pt x="201460" y="468601"/>
                  </a:lnTo>
                  <a:lnTo>
                    <a:pt x="202532" y="468490"/>
                  </a:lnTo>
                  <a:lnTo>
                    <a:pt x="203603" y="468379"/>
                  </a:lnTo>
                  <a:lnTo>
                    <a:pt x="204675" y="468268"/>
                  </a:lnTo>
                  <a:lnTo>
                    <a:pt x="205746" y="468157"/>
                  </a:lnTo>
                  <a:lnTo>
                    <a:pt x="206818" y="468045"/>
                  </a:lnTo>
                  <a:lnTo>
                    <a:pt x="207890" y="467934"/>
                  </a:lnTo>
                  <a:lnTo>
                    <a:pt x="208961" y="467823"/>
                  </a:lnTo>
                  <a:lnTo>
                    <a:pt x="210033" y="467712"/>
                  </a:lnTo>
                  <a:lnTo>
                    <a:pt x="211104" y="467601"/>
                  </a:lnTo>
                  <a:lnTo>
                    <a:pt x="212176" y="467489"/>
                  </a:lnTo>
                  <a:lnTo>
                    <a:pt x="213248" y="467378"/>
                  </a:lnTo>
                  <a:lnTo>
                    <a:pt x="214319" y="467267"/>
                  </a:lnTo>
                  <a:lnTo>
                    <a:pt x="215391" y="467156"/>
                  </a:lnTo>
                  <a:lnTo>
                    <a:pt x="216462" y="467045"/>
                  </a:lnTo>
                  <a:lnTo>
                    <a:pt x="217534" y="466933"/>
                  </a:lnTo>
                  <a:lnTo>
                    <a:pt x="218606" y="466822"/>
                  </a:lnTo>
                  <a:lnTo>
                    <a:pt x="219677" y="466711"/>
                  </a:lnTo>
                  <a:lnTo>
                    <a:pt x="220749" y="466599"/>
                  </a:lnTo>
                  <a:lnTo>
                    <a:pt x="221820" y="466488"/>
                  </a:lnTo>
                  <a:lnTo>
                    <a:pt x="222892" y="466377"/>
                  </a:lnTo>
                  <a:lnTo>
                    <a:pt x="223964" y="466265"/>
                  </a:lnTo>
                  <a:lnTo>
                    <a:pt x="225035" y="466154"/>
                  </a:lnTo>
                  <a:lnTo>
                    <a:pt x="226107" y="466043"/>
                  </a:lnTo>
                  <a:lnTo>
                    <a:pt x="227178" y="465931"/>
                  </a:lnTo>
                  <a:lnTo>
                    <a:pt x="228250" y="465820"/>
                  </a:lnTo>
                  <a:lnTo>
                    <a:pt x="229322" y="465708"/>
                  </a:lnTo>
                  <a:lnTo>
                    <a:pt x="230393" y="465597"/>
                  </a:lnTo>
                  <a:lnTo>
                    <a:pt x="231465" y="465486"/>
                  </a:lnTo>
                  <a:lnTo>
                    <a:pt x="232536" y="465374"/>
                  </a:lnTo>
                  <a:lnTo>
                    <a:pt x="233608" y="465263"/>
                  </a:lnTo>
                  <a:lnTo>
                    <a:pt x="234680" y="465151"/>
                  </a:lnTo>
                  <a:lnTo>
                    <a:pt x="235751" y="465040"/>
                  </a:lnTo>
                  <a:lnTo>
                    <a:pt x="236823" y="464928"/>
                  </a:lnTo>
                  <a:lnTo>
                    <a:pt x="237894" y="464817"/>
                  </a:lnTo>
                  <a:lnTo>
                    <a:pt x="238966" y="464705"/>
                  </a:lnTo>
                  <a:lnTo>
                    <a:pt x="240038" y="464594"/>
                  </a:lnTo>
                  <a:lnTo>
                    <a:pt x="241109" y="464482"/>
                  </a:lnTo>
                  <a:lnTo>
                    <a:pt x="242181" y="464371"/>
                  </a:lnTo>
                  <a:lnTo>
                    <a:pt x="243252" y="464259"/>
                  </a:lnTo>
                  <a:lnTo>
                    <a:pt x="244324" y="464148"/>
                  </a:lnTo>
                  <a:lnTo>
                    <a:pt x="245396" y="464036"/>
                  </a:lnTo>
                  <a:lnTo>
                    <a:pt x="246467" y="463924"/>
                  </a:lnTo>
                  <a:lnTo>
                    <a:pt x="247539" y="463813"/>
                  </a:lnTo>
                  <a:lnTo>
                    <a:pt x="248610" y="463701"/>
                  </a:lnTo>
                  <a:lnTo>
                    <a:pt x="249682" y="463589"/>
                  </a:lnTo>
                  <a:lnTo>
                    <a:pt x="250754" y="463478"/>
                  </a:lnTo>
                  <a:lnTo>
                    <a:pt x="251825" y="463366"/>
                  </a:lnTo>
                  <a:lnTo>
                    <a:pt x="252897" y="463255"/>
                  </a:lnTo>
                  <a:lnTo>
                    <a:pt x="253968" y="463143"/>
                  </a:lnTo>
                  <a:lnTo>
                    <a:pt x="255040" y="463031"/>
                  </a:lnTo>
                  <a:lnTo>
                    <a:pt x="256112" y="462919"/>
                  </a:lnTo>
                  <a:lnTo>
                    <a:pt x="257183" y="462808"/>
                  </a:lnTo>
                  <a:lnTo>
                    <a:pt x="258255" y="462696"/>
                  </a:lnTo>
                  <a:lnTo>
                    <a:pt x="259326" y="462584"/>
                  </a:lnTo>
                  <a:lnTo>
                    <a:pt x="260398" y="462473"/>
                  </a:lnTo>
                  <a:lnTo>
                    <a:pt x="261470" y="462361"/>
                  </a:lnTo>
                  <a:lnTo>
                    <a:pt x="262541" y="462249"/>
                  </a:lnTo>
                  <a:lnTo>
                    <a:pt x="263613" y="462137"/>
                  </a:lnTo>
                  <a:lnTo>
                    <a:pt x="264684" y="462025"/>
                  </a:lnTo>
                  <a:lnTo>
                    <a:pt x="265756" y="461914"/>
                  </a:lnTo>
                  <a:lnTo>
                    <a:pt x="266828" y="461802"/>
                  </a:lnTo>
                  <a:lnTo>
                    <a:pt x="267899" y="461690"/>
                  </a:lnTo>
                  <a:lnTo>
                    <a:pt x="268971" y="461578"/>
                  </a:lnTo>
                  <a:lnTo>
                    <a:pt x="270042" y="461466"/>
                  </a:lnTo>
                  <a:lnTo>
                    <a:pt x="271114" y="461354"/>
                  </a:lnTo>
                  <a:lnTo>
                    <a:pt x="272186" y="461243"/>
                  </a:lnTo>
                  <a:lnTo>
                    <a:pt x="273257" y="461131"/>
                  </a:lnTo>
                  <a:lnTo>
                    <a:pt x="274329" y="461019"/>
                  </a:lnTo>
                  <a:lnTo>
                    <a:pt x="275400" y="460907"/>
                  </a:lnTo>
                  <a:lnTo>
                    <a:pt x="276472" y="460795"/>
                  </a:lnTo>
                  <a:lnTo>
                    <a:pt x="277544" y="460683"/>
                  </a:lnTo>
                  <a:lnTo>
                    <a:pt x="278615" y="460571"/>
                  </a:lnTo>
                  <a:lnTo>
                    <a:pt x="279687" y="460459"/>
                  </a:lnTo>
                  <a:lnTo>
                    <a:pt x="280758" y="460347"/>
                  </a:lnTo>
                  <a:lnTo>
                    <a:pt x="281830" y="460235"/>
                  </a:lnTo>
                  <a:lnTo>
                    <a:pt x="282902" y="460123"/>
                  </a:lnTo>
                  <a:lnTo>
                    <a:pt x="283973" y="460011"/>
                  </a:lnTo>
                  <a:lnTo>
                    <a:pt x="285045" y="459899"/>
                  </a:lnTo>
                  <a:lnTo>
                    <a:pt x="286116" y="459787"/>
                  </a:lnTo>
                  <a:lnTo>
                    <a:pt x="287188" y="459675"/>
                  </a:lnTo>
                  <a:lnTo>
                    <a:pt x="288260" y="459563"/>
                  </a:lnTo>
                  <a:lnTo>
                    <a:pt x="289331" y="459451"/>
                  </a:lnTo>
                  <a:lnTo>
                    <a:pt x="290403" y="459339"/>
                  </a:lnTo>
                  <a:lnTo>
                    <a:pt x="291474" y="459227"/>
                  </a:lnTo>
                  <a:lnTo>
                    <a:pt x="292546" y="459115"/>
                  </a:lnTo>
                  <a:lnTo>
                    <a:pt x="293618" y="459003"/>
                  </a:lnTo>
                  <a:lnTo>
                    <a:pt x="294689" y="458890"/>
                  </a:lnTo>
                  <a:lnTo>
                    <a:pt x="295761" y="458778"/>
                  </a:lnTo>
                  <a:lnTo>
                    <a:pt x="296832" y="458666"/>
                  </a:lnTo>
                  <a:lnTo>
                    <a:pt x="297904" y="458554"/>
                  </a:lnTo>
                  <a:lnTo>
                    <a:pt x="298976" y="458442"/>
                  </a:lnTo>
                  <a:lnTo>
                    <a:pt x="300047" y="458330"/>
                  </a:lnTo>
                  <a:lnTo>
                    <a:pt x="301119" y="458217"/>
                  </a:lnTo>
                  <a:lnTo>
                    <a:pt x="302190" y="458105"/>
                  </a:lnTo>
                  <a:lnTo>
                    <a:pt x="303262" y="457993"/>
                  </a:lnTo>
                  <a:lnTo>
                    <a:pt x="304334" y="457881"/>
                  </a:lnTo>
                  <a:lnTo>
                    <a:pt x="305405" y="457769"/>
                  </a:lnTo>
                  <a:lnTo>
                    <a:pt x="306477" y="457656"/>
                  </a:lnTo>
                  <a:lnTo>
                    <a:pt x="307548" y="457544"/>
                  </a:lnTo>
                  <a:lnTo>
                    <a:pt x="308620" y="457432"/>
                  </a:lnTo>
                  <a:lnTo>
                    <a:pt x="309692" y="457320"/>
                  </a:lnTo>
                  <a:lnTo>
                    <a:pt x="310763" y="457207"/>
                  </a:lnTo>
                  <a:lnTo>
                    <a:pt x="311835" y="457095"/>
                  </a:lnTo>
                  <a:lnTo>
                    <a:pt x="312906" y="456983"/>
                  </a:lnTo>
                  <a:lnTo>
                    <a:pt x="313978" y="456870"/>
                  </a:lnTo>
                  <a:lnTo>
                    <a:pt x="315050" y="456758"/>
                  </a:lnTo>
                  <a:lnTo>
                    <a:pt x="316121" y="456646"/>
                  </a:lnTo>
                  <a:lnTo>
                    <a:pt x="317193" y="456533"/>
                  </a:lnTo>
                  <a:lnTo>
                    <a:pt x="318264" y="456421"/>
                  </a:lnTo>
                  <a:lnTo>
                    <a:pt x="319336" y="456308"/>
                  </a:lnTo>
                  <a:lnTo>
                    <a:pt x="320408" y="456196"/>
                  </a:lnTo>
                  <a:lnTo>
                    <a:pt x="321479" y="456084"/>
                  </a:lnTo>
                  <a:lnTo>
                    <a:pt x="322551" y="455971"/>
                  </a:lnTo>
                  <a:lnTo>
                    <a:pt x="323622" y="455859"/>
                  </a:lnTo>
                  <a:lnTo>
                    <a:pt x="324694" y="455746"/>
                  </a:lnTo>
                  <a:lnTo>
                    <a:pt x="325766" y="455634"/>
                  </a:lnTo>
                  <a:lnTo>
                    <a:pt x="326837" y="455521"/>
                  </a:lnTo>
                  <a:lnTo>
                    <a:pt x="327909" y="455409"/>
                  </a:lnTo>
                  <a:lnTo>
                    <a:pt x="328980" y="455296"/>
                  </a:lnTo>
                  <a:lnTo>
                    <a:pt x="330052" y="455184"/>
                  </a:lnTo>
                  <a:lnTo>
                    <a:pt x="331124" y="455071"/>
                  </a:lnTo>
                  <a:lnTo>
                    <a:pt x="332195" y="454959"/>
                  </a:lnTo>
                  <a:lnTo>
                    <a:pt x="333267" y="454846"/>
                  </a:lnTo>
                  <a:lnTo>
                    <a:pt x="334338" y="454734"/>
                  </a:lnTo>
                  <a:lnTo>
                    <a:pt x="335410" y="454621"/>
                  </a:lnTo>
                  <a:lnTo>
                    <a:pt x="336482" y="454508"/>
                  </a:lnTo>
                  <a:lnTo>
                    <a:pt x="337553" y="454396"/>
                  </a:lnTo>
                  <a:lnTo>
                    <a:pt x="338625" y="454283"/>
                  </a:lnTo>
                  <a:lnTo>
                    <a:pt x="339696" y="454171"/>
                  </a:lnTo>
                  <a:lnTo>
                    <a:pt x="340768" y="454058"/>
                  </a:lnTo>
                  <a:lnTo>
                    <a:pt x="341840" y="453945"/>
                  </a:lnTo>
                  <a:lnTo>
                    <a:pt x="342911" y="453833"/>
                  </a:lnTo>
                  <a:lnTo>
                    <a:pt x="343983" y="453720"/>
                  </a:lnTo>
                  <a:lnTo>
                    <a:pt x="345054" y="453607"/>
                  </a:lnTo>
                  <a:lnTo>
                    <a:pt x="346126" y="453495"/>
                  </a:lnTo>
                  <a:lnTo>
                    <a:pt x="347198" y="453382"/>
                  </a:lnTo>
                  <a:lnTo>
                    <a:pt x="348269" y="453269"/>
                  </a:lnTo>
                  <a:lnTo>
                    <a:pt x="349341" y="453157"/>
                  </a:lnTo>
                  <a:lnTo>
                    <a:pt x="350412" y="453044"/>
                  </a:lnTo>
                  <a:lnTo>
                    <a:pt x="351484" y="452931"/>
                  </a:lnTo>
                  <a:lnTo>
                    <a:pt x="352556" y="452818"/>
                  </a:lnTo>
                  <a:lnTo>
                    <a:pt x="353627" y="452706"/>
                  </a:lnTo>
                  <a:lnTo>
                    <a:pt x="354699" y="452593"/>
                  </a:lnTo>
                  <a:lnTo>
                    <a:pt x="355770" y="452480"/>
                  </a:lnTo>
                  <a:lnTo>
                    <a:pt x="356842" y="452367"/>
                  </a:lnTo>
                  <a:lnTo>
                    <a:pt x="357913" y="452254"/>
                  </a:lnTo>
                  <a:lnTo>
                    <a:pt x="358985" y="452141"/>
                  </a:lnTo>
                  <a:lnTo>
                    <a:pt x="360057" y="452029"/>
                  </a:lnTo>
                  <a:lnTo>
                    <a:pt x="361128" y="451916"/>
                  </a:lnTo>
                  <a:lnTo>
                    <a:pt x="362200" y="451803"/>
                  </a:lnTo>
                  <a:lnTo>
                    <a:pt x="363271" y="451690"/>
                  </a:lnTo>
                  <a:lnTo>
                    <a:pt x="364343" y="451577"/>
                  </a:lnTo>
                  <a:lnTo>
                    <a:pt x="365415" y="451464"/>
                  </a:lnTo>
                  <a:lnTo>
                    <a:pt x="366486" y="451351"/>
                  </a:lnTo>
                  <a:lnTo>
                    <a:pt x="367558" y="451238"/>
                  </a:lnTo>
                  <a:lnTo>
                    <a:pt x="368629" y="451125"/>
                  </a:lnTo>
                  <a:lnTo>
                    <a:pt x="369701" y="451012"/>
                  </a:lnTo>
                  <a:lnTo>
                    <a:pt x="370773" y="450900"/>
                  </a:lnTo>
                  <a:lnTo>
                    <a:pt x="371844" y="450787"/>
                  </a:lnTo>
                  <a:lnTo>
                    <a:pt x="372916" y="450674"/>
                  </a:lnTo>
                  <a:lnTo>
                    <a:pt x="373987" y="450561"/>
                  </a:lnTo>
                  <a:lnTo>
                    <a:pt x="375059" y="450448"/>
                  </a:lnTo>
                  <a:lnTo>
                    <a:pt x="376131" y="450335"/>
                  </a:lnTo>
                  <a:lnTo>
                    <a:pt x="377202" y="450222"/>
                  </a:lnTo>
                  <a:lnTo>
                    <a:pt x="378274" y="450108"/>
                  </a:lnTo>
                  <a:lnTo>
                    <a:pt x="379345" y="449995"/>
                  </a:lnTo>
                  <a:lnTo>
                    <a:pt x="380417" y="449882"/>
                  </a:lnTo>
                  <a:lnTo>
                    <a:pt x="381489" y="449769"/>
                  </a:lnTo>
                  <a:lnTo>
                    <a:pt x="382560" y="449656"/>
                  </a:lnTo>
                  <a:lnTo>
                    <a:pt x="383632" y="449543"/>
                  </a:lnTo>
                  <a:lnTo>
                    <a:pt x="384703" y="449430"/>
                  </a:lnTo>
                  <a:lnTo>
                    <a:pt x="385775" y="449317"/>
                  </a:lnTo>
                  <a:lnTo>
                    <a:pt x="386847" y="449204"/>
                  </a:lnTo>
                  <a:lnTo>
                    <a:pt x="387918" y="449091"/>
                  </a:lnTo>
                  <a:lnTo>
                    <a:pt x="388990" y="448977"/>
                  </a:lnTo>
                  <a:lnTo>
                    <a:pt x="390061" y="448864"/>
                  </a:lnTo>
                  <a:lnTo>
                    <a:pt x="391133" y="448751"/>
                  </a:lnTo>
                  <a:lnTo>
                    <a:pt x="392205" y="448638"/>
                  </a:lnTo>
                  <a:lnTo>
                    <a:pt x="393276" y="448525"/>
                  </a:lnTo>
                  <a:lnTo>
                    <a:pt x="394348" y="448411"/>
                  </a:lnTo>
                  <a:lnTo>
                    <a:pt x="395419" y="448298"/>
                  </a:lnTo>
                  <a:lnTo>
                    <a:pt x="396491" y="448185"/>
                  </a:lnTo>
                  <a:lnTo>
                    <a:pt x="397563" y="448072"/>
                  </a:lnTo>
                  <a:lnTo>
                    <a:pt x="398634" y="447958"/>
                  </a:lnTo>
                  <a:lnTo>
                    <a:pt x="399706" y="447845"/>
                  </a:lnTo>
                  <a:lnTo>
                    <a:pt x="400777" y="447732"/>
                  </a:lnTo>
                  <a:lnTo>
                    <a:pt x="401849" y="447618"/>
                  </a:lnTo>
                  <a:lnTo>
                    <a:pt x="402921" y="447505"/>
                  </a:lnTo>
                  <a:lnTo>
                    <a:pt x="403992" y="447392"/>
                  </a:lnTo>
                  <a:lnTo>
                    <a:pt x="405064" y="447278"/>
                  </a:lnTo>
                  <a:lnTo>
                    <a:pt x="406135" y="447165"/>
                  </a:lnTo>
                  <a:lnTo>
                    <a:pt x="407207" y="447052"/>
                  </a:lnTo>
                  <a:lnTo>
                    <a:pt x="408279" y="446938"/>
                  </a:lnTo>
                  <a:lnTo>
                    <a:pt x="409350" y="446825"/>
                  </a:lnTo>
                  <a:lnTo>
                    <a:pt x="410422" y="446711"/>
                  </a:lnTo>
                  <a:lnTo>
                    <a:pt x="411493" y="446598"/>
                  </a:lnTo>
                  <a:lnTo>
                    <a:pt x="412565" y="446484"/>
                  </a:lnTo>
                  <a:lnTo>
                    <a:pt x="413637" y="446371"/>
                  </a:lnTo>
                  <a:lnTo>
                    <a:pt x="414708" y="446257"/>
                  </a:lnTo>
                  <a:lnTo>
                    <a:pt x="415780" y="446144"/>
                  </a:lnTo>
                  <a:lnTo>
                    <a:pt x="416851" y="446030"/>
                  </a:lnTo>
                  <a:lnTo>
                    <a:pt x="417923" y="445917"/>
                  </a:lnTo>
                  <a:lnTo>
                    <a:pt x="418995" y="445803"/>
                  </a:lnTo>
                  <a:lnTo>
                    <a:pt x="420066" y="445689"/>
                  </a:lnTo>
                  <a:lnTo>
                    <a:pt x="421138" y="445576"/>
                  </a:lnTo>
                  <a:lnTo>
                    <a:pt x="422209" y="445462"/>
                  </a:lnTo>
                  <a:lnTo>
                    <a:pt x="423281" y="445348"/>
                  </a:lnTo>
                  <a:lnTo>
                    <a:pt x="424353" y="445234"/>
                  </a:lnTo>
                  <a:lnTo>
                    <a:pt x="425424" y="445121"/>
                  </a:lnTo>
                  <a:lnTo>
                    <a:pt x="426496" y="445007"/>
                  </a:lnTo>
                  <a:lnTo>
                    <a:pt x="427567" y="444893"/>
                  </a:lnTo>
                  <a:lnTo>
                    <a:pt x="428639" y="444779"/>
                  </a:lnTo>
                  <a:lnTo>
                    <a:pt x="429711" y="444665"/>
                  </a:lnTo>
                  <a:lnTo>
                    <a:pt x="430782" y="444551"/>
                  </a:lnTo>
                  <a:lnTo>
                    <a:pt x="431854" y="444437"/>
                  </a:lnTo>
                  <a:lnTo>
                    <a:pt x="432925" y="444323"/>
                  </a:lnTo>
                  <a:lnTo>
                    <a:pt x="433997" y="444209"/>
                  </a:lnTo>
                  <a:lnTo>
                    <a:pt x="435069" y="444095"/>
                  </a:lnTo>
                  <a:lnTo>
                    <a:pt x="436140" y="443981"/>
                  </a:lnTo>
                  <a:lnTo>
                    <a:pt x="437212" y="443866"/>
                  </a:lnTo>
                  <a:lnTo>
                    <a:pt x="438283" y="443752"/>
                  </a:lnTo>
                  <a:lnTo>
                    <a:pt x="439355" y="443638"/>
                  </a:lnTo>
                  <a:lnTo>
                    <a:pt x="440427" y="443524"/>
                  </a:lnTo>
                  <a:lnTo>
                    <a:pt x="441498" y="443409"/>
                  </a:lnTo>
                  <a:lnTo>
                    <a:pt x="442570" y="443295"/>
                  </a:lnTo>
                  <a:lnTo>
                    <a:pt x="443641" y="443180"/>
                  </a:lnTo>
                  <a:lnTo>
                    <a:pt x="444713" y="443066"/>
                  </a:lnTo>
                  <a:lnTo>
                    <a:pt x="445785" y="442951"/>
                  </a:lnTo>
                  <a:lnTo>
                    <a:pt x="446856" y="442837"/>
                  </a:lnTo>
                  <a:lnTo>
                    <a:pt x="447928" y="442722"/>
                  </a:lnTo>
                  <a:lnTo>
                    <a:pt x="448999" y="442607"/>
                  </a:lnTo>
                  <a:lnTo>
                    <a:pt x="450071" y="442493"/>
                  </a:lnTo>
                  <a:lnTo>
                    <a:pt x="451143" y="442378"/>
                  </a:lnTo>
                  <a:lnTo>
                    <a:pt x="452214" y="442263"/>
                  </a:lnTo>
                  <a:lnTo>
                    <a:pt x="453286" y="442148"/>
                  </a:lnTo>
                  <a:lnTo>
                    <a:pt x="454357" y="442033"/>
                  </a:lnTo>
                  <a:lnTo>
                    <a:pt x="455429" y="441918"/>
                  </a:lnTo>
                  <a:lnTo>
                    <a:pt x="456501" y="441803"/>
                  </a:lnTo>
                  <a:lnTo>
                    <a:pt x="457572" y="441688"/>
                  </a:lnTo>
                  <a:lnTo>
                    <a:pt x="458644" y="441573"/>
                  </a:lnTo>
                  <a:lnTo>
                    <a:pt x="459715" y="441457"/>
                  </a:lnTo>
                  <a:lnTo>
                    <a:pt x="460787" y="441342"/>
                  </a:lnTo>
                  <a:lnTo>
                    <a:pt x="461859" y="441227"/>
                  </a:lnTo>
                  <a:lnTo>
                    <a:pt x="462930" y="441111"/>
                  </a:lnTo>
                  <a:lnTo>
                    <a:pt x="464002" y="440996"/>
                  </a:lnTo>
                  <a:lnTo>
                    <a:pt x="465073" y="440880"/>
                  </a:lnTo>
                  <a:lnTo>
                    <a:pt x="466145" y="440765"/>
                  </a:lnTo>
                  <a:lnTo>
                    <a:pt x="467217" y="440649"/>
                  </a:lnTo>
                  <a:lnTo>
                    <a:pt x="468288" y="440533"/>
                  </a:lnTo>
                  <a:lnTo>
                    <a:pt x="469360" y="440417"/>
                  </a:lnTo>
                  <a:lnTo>
                    <a:pt x="470431" y="440301"/>
                  </a:lnTo>
                  <a:lnTo>
                    <a:pt x="471503" y="440186"/>
                  </a:lnTo>
                  <a:lnTo>
                    <a:pt x="472575" y="440069"/>
                  </a:lnTo>
                  <a:lnTo>
                    <a:pt x="473646" y="439953"/>
                  </a:lnTo>
                  <a:lnTo>
                    <a:pt x="474718" y="439837"/>
                  </a:lnTo>
                  <a:lnTo>
                    <a:pt x="475789" y="439721"/>
                  </a:lnTo>
                  <a:lnTo>
                    <a:pt x="476861" y="439605"/>
                  </a:lnTo>
                  <a:lnTo>
                    <a:pt x="477933" y="439488"/>
                  </a:lnTo>
                  <a:lnTo>
                    <a:pt x="479004" y="439372"/>
                  </a:lnTo>
                  <a:lnTo>
                    <a:pt x="480076" y="439255"/>
                  </a:lnTo>
                  <a:lnTo>
                    <a:pt x="481147" y="439139"/>
                  </a:lnTo>
                  <a:lnTo>
                    <a:pt x="482219" y="439022"/>
                  </a:lnTo>
                  <a:lnTo>
                    <a:pt x="483291" y="438905"/>
                  </a:lnTo>
                  <a:lnTo>
                    <a:pt x="484362" y="438789"/>
                  </a:lnTo>
                  <a:lnTo>
                    <a:pt x="485434" y="438672"/>
                  </a:lnTo>
                  <a:lnTo>
                    <a:pt x="486505" y="438555"/>
                  </a:lnTo>
                  <a:lnTo>
                    <a:pt x="487577" y="438438"/>
                  </a:lnTo>
                  <a:lnTo>
                    <a:pt x="488649" y="438321"/>
                  </a:lnTo>
                  <a:lnTo>
                    <a:pt x="489720" y="438203"/>
                  </a:lnTo>
                  <a:lnTo>
                    <a:pt x="490792" y="438086"/>
                  </a:lnTo>
                  <a:lnTo>
                    <a:pt x="491863" y="437969"/>
                  </a:lnTo>
                  <a:lnTo>
                    <a:pt x="492935" y="437851"/>
                  </a:lnTo>
                  <a:lnTo>
                    <a:pt x="494007" y="437734"/>
                  </a:lnTo>
                  <a:lnTo>
                    <a:pt x="495078" y="437616"/>
                  </a:lnTo>
                  <a:lnTo>
                    <a:pt x="496150" y="437498"/>
                  </a:lnTo>
                  <a:lnTo>
                    <a:pt x="497221" y="437380"/>
                  </a:lnTo>
                  <a:lnTo>
                    <a:pt x="498293" y="437263"/>
                  </a:lnTo>
                  <a:lnTo>
                    <a:pt x="499365" y="437145"/>
                  </a:lnTo>
                  <a:lnTo>
                    <a:pt x="500436" y="437026"/>
                  </a:lnTo>
                  <a:lnTo>
                    <a:pt x="501508" y="436908"/>
                  </a:lnTo>
                  <a:lnTo>
                    <a:pt x="502579" y="436790"/>
                  </a:lnTo>
                  <a:lnTo>
                    <a:pt x="503651" y="436672"/>
                  </a:lnTo>
                  <a:lnTo>
                    <a:pt x="504723" y="436553"/>
                  </a:lnTo>
                  <a:lnTo>
                    <a:pt x="505794" y="436435"/>
                  </a:lnTo>
                  <a:lnTo>
                    <a:pt x="506866" y="436316"/>
                  </a:lnTo>
                  <a:lnTo>
                    <a:pt x="507937" y="436197"/>
                  </a:lnTo>
                  <a:lnTo>
                    <a:pt x="509009" y="436078"/>
                  </a:lnTo>
                  <a:lnTo>
                    <a:pt x="510081" y="435960"/>
                  </a:lnTo>
                  <a:lnTo>
                    <a:pt x="511152" y="435840"/>
                  </a:lnTo>
                  <a:lnTo>
                    <a:pt x="512224" y="435721"/>
                  </a:lnTo>
                  <a:lnTo>
                    <a:pt x="513295" y="435602"/>
                  </a:lnTo>
                  <a:lnTo>
                    <a:pt x="514367" y="435483"/>
                  </a:lnTo>
                  <a:lnTo>
                    <a:pt x="515439" y="435363"/>
                  </a:lnTo>
                  <a:lnTo>
                    <a:pt x="516510" y="435244"/>
                  </a:lnTo>
                  <a:lnTo>
                    <a:pt x="517582" y="435124"/>
                  </a:lnTo>
                  <a:lnTo>
                    <a:pt x="518653" y="435004"/>
                  </a:lnTo>
                  <a:lnTo>
                    <a:pt x="519725" y="434885"/>
                  </a:lnTo>
                  <a:lnTo>
                    <a:pt x="520797" y="434765"/>
                  </a:lnTo>
                  <a:lnTo>
                    <a:pt x="521868" y="434644"/>
                  </a:lnTo>
                  <a:lnTo>
                    <a:pt x="522940" y="434524"/>
                  </a:lnTo>
                  <a:lnTo>
                    <a:pt x="524011" y="434404"/>
                  </a:lnTo>
                  <a:lnTo>
                    <a:pt x="525083" y="434284"/>
                  </a:lnTo>
                  <a:lnTo>
                    <a:pt x="526155" y="434163"/>
                  </a:lnTo>
                  <a:lnTo>
                    <a:pt x="527226" y="434042"/>
                  </a:lnTo>
                  <a:lnTo>
                    <a:pt x="528298" y="433922"/>
                  </a:lnTo>
                  <a:lnTo>
                    <a:pt x="529369" y="433801"/>
                  </a:lnTo>
                  <a:lnTo>
                    <a:pt x="530441" y="433680"/>
                  </a:lnTo>
                  <a:lnTo>
                    <a:pt x="531513" y="433559"/>
                  </a:lnTo>
                  <a:lnTo>
                    <a:pt x="532584" y="433438"/>
                  </a:lnTo>
                  <a:lnTo>
                    <a:pt x="533656" y="433316"/>
                  </a:lnTo>
                  <a:lnTo>
                    <a:pt x="534727" y="433195"/>
                  </a:lnTo>
                  <a:lnTo>
                    <a:pt x="535799" y="433073"/>
                  </a:lnTo>
                  <a:lnTo>
                    <a:pt x="536870" y="432952"/>
                  </a:lnTo>
                  <a:lnTo>
                    <a:pt x="537942" y="432830"/>
                  </a:lnTo>
                  <a:lnTo>
                    <a:pt x="539014" y="432708"/>
                  </a:lnTo>
                  <a:lnTo>
                    <a:pt x="540085" y="432586"/>
                  </a:lnTo>
                  <a:lnTo>
                    <a:pt x="541157" y="432464"/>
                  </a:lnTo>
                  <a:lnTo>
                    <a:pt x="542228" y="432342"/>
                  </a:lnTo>
                  <a:lnTo>
                    <a:pt x="543300" y="432219"/>
                  </a:lnTo>
                  <a:lnTo>
                    <a:pt x="544372" y="432097"/>
                  </a:lnTo>
                  <a:lnTo>
                    <a:pt x="545443" y="431974"/>
                  </a:lnTo>
                  <a:lnTo>
                    <a:pt x="546515" y="431851"/>
                  </a:lnTo>
                  <a:lnTo>
                    <a:pt x="547586" y="431728"/>
                  </a:lnTo>
                  <a:lnTo>
                    <a:pt x="548658" y="431605"/>
                  </a:lnTo>
                  <a:lnTo>
                    <a:pt x="549730" y="431482"/>
                  </a:lnTo>
                  <a:lnTo>
                    <a:pt x="550801" y="431359"/>
                  </a:lnTo>
                  <a:lnTo>
                    <a:pt x="551873" y="431235"/>
                  </a:lnTo>
                  <a:lnTo>
                    <a:pt x="552944" y="431112"/>
                  </a:lnTo>
                  <a:lnTo>
                    <a:pt x="554016" y="430988"/>
                  </a:lnTo>
                  <a:lnTo>
                    <a:pt x="555088" y="430864"/>
                  </a:lnTo>
                  <a:lnTo>
                    <a:pt x="556159" y="430740"/>
                  </a:lnTo>
                  <a:lnTo>
                    <a:pt x="557231" y="430616"/>
                  </a:lnTo>
                  <a:lnTo>
                    <a:pt x="558302" y="430492"/>
                  </a:lnTo>
                  <a:lnTo>
                    <a:pt x="559374" y="430367"/>
                  </a:lnTo>
                  <a:lnTo>
                    <a:pt x="560446" y="430243"/>
                  </a:lnTo>
                  <a:lnTo>
                    <a:pt x="561517" y="430118"/>
                  </a:lnTo>
                  <a:lnTo>
                    <a:pt x="562589" y="429993"/>
                  </a:lnTo>
                  <a:lnTo>
                    <a:pt x="563660" y="429869"/>
                  </a:lnTo>
                  <a:lnTo>
                    <a:pt x="564732" y="429743"/>
                  </a:lnTo>
                  <a:lnTo>
                    <a:pt x="565804" y="429618"/>
                  </a:lnTo>
                  <a:lnTo>
                    <a:pt x="566875" y="429493"/>
                  </a:lnTo>
                  <a:lnTo>
                    <a:pt x="567947" y="429367"/>
                  </a:lnTo>
                  <a:lnTo>
                    <a:pt x="569018" y="429242"/>
                  </a:lnTo>
                  <a:lnTo>
                    <a:pt x="570090" y="429116"/>
                  </a:lnTo>
                  <a:lnTo>
                    <a:pt x="571162" y="428990"/>
                  </a:lnTo>
                  <a:lnTo>
                    <a:pt x="572233" y="428864"/>
                  </a:lnTo>
                  <a:lnTo>
                    <a:pt x="573305" y="428737"/>
                  </a:lnTo>
                  <a:lnTo>
                    <a:pt x="574376" y="428611"/>
                  </a:lnTo>
                  <a:lnTo>
                    <a:pt x="575448" y="428485"/>
                  </a:lnTo>
                  <a:lnTo>
                    <a:pt x="576520" y="428358"/>
                  </a:lnTo>
                  <a:lnTo>
                    <a:pt x="577591" y="428231"/>
                  </a:lnTo>
                  <a:lnTo>
                    <a:pt x="578663" y="428104"/>
                  </a:lnTo>
                  <a:lnTo>
                    <a:pt x="579734" y="427977"/>
                  </a:lnTo>
                  <a:lnTo>
                    <a:pt x="580806" y="427849"/>
                  </a:lnTo>
                  <a:lnTo>
                    <a:pt x="581878" y="427722"/>
                  </a:lnTo>
                  <a:lnTo>
                    <a:pt x="582949" y="427594"/>
                  </a:lnTo>
                  <a:lnTo>
                    <a:pt x="584021" y="427466"/>
                  </a:lnTo>
                  <a:lnTo>
                    <a:pt x="585092" y="427338"/>
                  </a:lnTo>
                  <a:lnTo>
                    <a:pt x="586164" y="427210"/>
                  </a:lnTo>
                  <a:lnTo>
                    <a:pt x="587236" y="427082"/>
                  </a:lnTo>
                  <a:lnTo>
                    <a:pt x="588307" y="426954"/>
                  </a:lnTo>
                  <a:lnTo>
                    <a:pt x="589379" y="426825"/>
                  </a:lnTo>
                  <a:lnTo>
                    <a:pt x="590450" y="426696"/>
                  </a:lnTo>
                  <a:lnTo>
                    <a:pt x="591522" y="426567"/>
                  </a:lnTo>
                  <a:lnTo>
                    <a:pt x="592594" y="426438"/>
                  </a:lnTo>
                  <a:lnTo>
                    <a:pt x="593665" y="426309"/>
                  </a:lnTo>
                  <a:lnTo>
                    <a:pt x="594737" y="426179"/>
                  </a:lnTo>
                  <a:lnTo>
                    <a:pt x="595808" y="426050"/>
                  </a:lnTo>
                  <a:lnTo>
                    <a:pt x="596880" y="425920"/>
                  </a:lnTo>
                  <a:lnTo>
                    <a:pt x="597952" y="425790"/>
                  </a:lnTo>
                  <a:lnTo>
                    <a:pt x="599023" y="425660"/>
                  </a:lnTo>
                  <a:lnTo>
                    <a:pt x="600095" y="425530"/>
                  </a:lnTo>
                  <a:lnTo>
                    <a:pt x="601166" y="425399"/>
                  </a:lnTo>
                  <a:lnTo>
                    <a:pt x="602238" y="425269"/>
                  </a:lnTo>
                  <a:lnTo>
                    <a:pt x="603310" y="425138"/>
                  </a:lnTo>
                  <a:lnTo>
                    <a:pt x="604381" y="425007"/>
                  </a:lnTo>
                  <a:lnTo>
                    <a:pt x="605453" y="424876"/>
                  </a:lnTo>
                  <a:lnTo>
                    <a:pt x="606524" y="424744"/>
                  </a:lnTo>
                  <a:lnTo>
                    <a:pt x="607596" y="424613"/>
                  </a:lnTo>
                  <a:lnTo>
                    <a:pt x="608668" y="424481"/>
                  </a:lnTo>
                  <a:lnTo>
                    <a:pt x="609739" y="424349"/>
                  </a:lnTo>
                  <a:lnTo>
                    <a:pt x="610811" y="424217"/>
                  </a:lnTo>
                  <a:lnTo>
                    <a:pt x="611882" y="424085"/>
                  </a:lnTo>
                  <a:lnTo>
                    <a:pt x="612954" y="423953"/>
                  </a:lnTo>
                  <a:lnTo>
                    <a:pt x="614026" y="423820"/>
                  </a:lnTo>
                  <a:lnTo>
                    <a:pt x="615097" y="423687"/>
                  </a:lnTo>
                  <a:lnTo>
                    <a:pt x="616169" y="423554"/>
                  </a:lnTo>
                  <a:lnTo>
                    <a:pt x="617240" y="423421"/>
                  </a:lnTo>
                  <a:lnTo>
                    <a:pt x="618312" y="423288"/>
                  </a:lnTo>
                  <a:lnTo>
                    <a:pt x="619384" y="423154"/>
                  </a:lnTo>
                  <a:lnTo>
                    <a:pt x="620455" y="423020"/>
                  </a:lnTo>
                  <a:lnTo>
                    <a:pt x="621527" y="422886"/>
                  </a:lnTo>
                  <a:lnTo>
                    <a:pt x="622598" y="422752"/>
                  </a:lnTo>
                  <a:lnTo>
                    <a:pt x="623670" y="422618"/>
                  </a:lnTo>
                  <a:lnTo>
                    <a:pt x="624742" y="422484"/>
                  </a:lnTo>
                  <a:lnTo>
                    <a:pt x="625813" y="422349"/>
                  </a:lnTo>
                  <a:lnTo>
                    <a:pt x="626885" y="422214"/>
                  </a:lnTo>
                  <a:lnTo>
                    <a:pt x="627956" y="422079"/>
                  </a:lnTo>
                  <a:lnTo>
                    <a:pt x="629028" y="421944"/>
                  </a:lnTo>
                  <a:lnTo>
                    <a:pt x="630100" y="421808"/>
                  </a:lnTo>
                  <a:lnTo>
                    <a:pt x="631171" y="421673"/>
                  </a:lnTo>
                  <a:lnTo>
                    <a:pt x="632243" y="421537"/>
                  </a:lnTo>
                  <a:lnTo>
                    <a:pt x="633314" y="421401"/>
                  </a:lnTo>
                  <a:lnTo>
                    <a:pt x="634386" y="421264"/>
                  </a:lnTo>
                  <a:lnTo>
                    <a:pt x="635458" y="421128"/>
                  </a:lnTo>
                  <a:lnTo>
                    <a:pt x="636529" y="420991"/>
                  </a:lnTo>
                  <a:lnTo>
                    <a:pt x="637601" y="420854"/>
                  </a:lnTo>
                  <a:lnTo>
                    <a:pt x="638672" y="420717"/>
                  </a:lnTo>
                  <a:lnTo>
                    <a:pt x="639744" y="420580"/>
                  </a:lnTo>
                  <a:lnTo>
                    <a:pt x="640816" y="420443"/>
                  </a:lnTo>
                  <a:lnTo>
                    <a:pt x="641887" y="420305"/>
                  </a:lnTo>
                  <a:lnTo>
                    <a:pt x="642959" y="420167"/>
                  </a:lnTo>
                  <a:lnTo>
                    <a:pt x="644030" y="420029"/>
                  </a:lnTo>
                  <a:lnTo>
                    <a:pt x="645102" y="419890"/>
                  </a:lnTo>
                  <a:lnTo>
                    <a:pt x="646174" y="419752"/>
                  </a:lnTo>
                  <a:lnTo>
                    <a:pt x="647245" y="419613"/>
                  </a:lnTo>
                  <a:lnTo>
                    <a:pt x="648317" y="419474"/>
                  </a:lnTo>
                  <a:lnTo>
                    <a:pt x="649388" y="419335"/>
                  </a:lnTo>
                  <a:lnTo>
                    <a:pt x="650460" y="419196"/>
                  </a:lnTo>
                  <a:lnTo>
                    <a:pt x="651532" y="419056"/>
                  </a:lnTo>
                  <a:lnTo>
                    <a:pt x="652603" y="418916"/>
                  </a:lnTo>
                  <a:lnTo>
                    <a:pt x="653675" y="418776"/>
                  </a:lnTo>
                  <a:lnTo>
                    <a:pt x="654746" y="418636"/>
                  </a:lnTo>
                  <a:lnTo>
                    <a:pt x="655818" y="418495"/>
                  </a:lnTo>
                  <a:lnTo>
                    <a:pt x="656890" y="418355"/>
                  </a:lnTo>
                  <a:lnTo>
                    <a:pt x="657961" y="418214"/>
                  </a:lnTo>
                  <a:lnTo>
                    <a:pt x="659033" y="418073"/>
                  </a:lnTo>
                  <a:lnTo>
                    <a:pt x="660104" y="417931"/>
                  </a:lnTo>
                  <a:lnTo>
                    <a:pt x="661176" y="417790"/>
                  </a:lnTo>
                  <a:lnTo>
                    <a:pt x="662248" y="417648"/>
                  </a:lnTo>
                  <a:lnTo>
                    <a:pt x="663319" y="417506"/>
                  </a:lnTo>
                  <a:lnTo>
                    <a:pt x="664391" y="417364"/>
                  </a:lnTo>
                  <a:lnTo>
                    <a:pt x="665462" y="417221"/>
                  </a:lnTo>
                  <a:lnTo>
                    <a:pt x="666534" y="417079"/>
                  </a:lnTo>
                  <a:lnTo>
                    <a:pt x="667606" y="416936"/>
                  </a:lnTo>
                  <a:lnTo>
                    <a:pt x="668677" y="416792"/>
                  </a:lnTo>
                  <a:lnTo>
                    <a:pt x="669749" y="416649"/>
                  </a:lnTo>
                  <a:lnTo>
                    <a:pt x="670820" y="416505"/>
                  </a:lnTo>
                  <a:lnTo>
                    <a:pt x="671892" y="416361"/>
                  </a:lnTo>
                  <a:lnTo>
                    <a:pt x="672964" y="416217"/>
                  </a:lnTo>
                  <a:lnTo>
                    <a:pt x="674035" y="416073"/>
                  </a:lnTo>
                  <a:lnTo>
                    <a:pt x="675107" y="415928"/>
                  </a:lnTo>
                  <a:lnTo>
                    <a:pt x="676178" y="415784"/>
                  </a:lnTo>
                  <a:lnTo>
                    <a:pt x="677250" y="415639"/>
                  </a:lnTo>
                  <a:lnTo>
                    <a:pt x="678322" y="415493"/>
                  </a:lnTo>
                  <a:lnTo>
                    <a:pt x="679393" y="415348"/>
                  </a:lnTo>
                  <a:lnTo>
                    <a:pt x="680465" y="415202"/>
                  </a:lnTo>
                  <a:lnTo>
                    <a:pt x="681536" y="415056"/>
                  </a:lnTo>
                  <a:lnTo>
                    <a:pt x="682608" y="414910"/>
                  </a:lnTo>
                  <a:lnTo>
                    <a:pt x="683680" y="414763"/>
                  </a:lnTo>
                  <a:lnTo>
                    <a:pt x="684751" y="414616"/>
                  </a:lnTo>
                  <a:lnTo>
                    <a:pt x="685823" y="414470"/>
                  </a:lnTo>
                  <a:lnTo>
                    <a:pt x="686894" y="414322"/>
                  </a:lnTo>
                  <a:lnTo>
                    <a:pt x="687966" y="414175"/>
                  </a:lnTo>
                  <a:lnTo>
                    <a:pt x="689038" y="414027"/>
                  </a:lnTo>
                  <a:lnTo>
                    <a:pt x="690109" y="413879"/>
                  </a:lnTo>
                  <a:lnTo>
                    <a:pt x="691181" y="413731"/>
                  </a:lnTo>
                  <a:lnTo>
                    <a:pt x="692252" y="413582"/>
                  </a:lnTo>
                  <a:lnTo>
                    <a:pt x="693324" y="413434"/>
                  </a:lnTo>
                  <a:lnTo>
                    <a:pt x="694396" y="413285"/>
                  </a:lnTo>
                  <a:lnTo>
                    <a:pt x="695467" y="413135"/>
                  </a:lnTo>
                  <a:lnTo>
                    <a:pt x="696539" y="412986"/>
                  </a:lnTo>
                  <a:lnTo>
                    <a:pt x="697610" y="412836"/>
                  </a:lnTo>
                  <a:lnTo>
                    <a:pt x="698682" y="412686"/>
                  </a:lnTo>
                  <a:lnTo>
                    <a:pt x="699754" y="412536"/>
                  </a:lnTo>
                  <a:lnTo>
                    <a:pt x="700825" y="412385"/>
                  </a:lnTo>
                  <a:lnTo>
                    <a:pt x="701897" y="412235"/>
                  </a:lnTo>
                  <a:lnTo>
                    <a:pt x="702968" y="412084"/>
                  </a:lnTo>
                  <a:lnTo>
                    <a:pt x="704040" y="411932"/>
                  </a:lnTo>
                  <a:lnTo>
                    <a:pt x="705112" y="411781"/>
                  </a:lnTo>
                  <a:lnTo>
                    <a:pt x="706183" y="411629"/>
                  </a:lnTo>
                  <a:lnTo>
                    <a:pt x="707255" y="411477"/>
                  </a:lnTo>
                  <a:lnTo>
                    <a:pt x="708326" y="411324"/>
                  </a:lnTo>
                  <a:lnTo>
                    <a:pt x="709398" y="411172"/>
                  </a:lnTo>
                  <a:lnTo>
                    <a:pt x="710469" y="411019"/>
                  </a:lnTo>
                  <a:lnTo>
                    <a:pt x="711541" y="410866"/>
                  </a:lnTo>
                  <a:lnTo>
                    <a:pt x="712613" y="410712"/>
                  </a:lnTo>
                  <a:lnTo>
                    <a:pt x="713684" y="410559"/>
                  </a:lnTo>
                  <a:lnTo>
                    <a:pt x="714756" y="410405"/>
                  </a:lnTo>
                  <a:lnTo>
                    <a:pt x="715827" y="410250"/>
                  </a:lnTo>
                  <a:lnTo>
                    <a:pt x="716899" y="410096"/>
                  </a:lnTo>
                  <a:lnTo>
                    <a:pt x="717971" y="409941"/>
                  </a:lnTo>
                  <a:lnTo>
                    <a:pt x="719042" y="409786"/>
                  </a:lnTo>
                  <a:lnTo>
                    <a:pt x="720114" y="409631"/>
                  </a:lnTo>
                  <a:lnTo>
                    <a:pt x="721185" y="409475"/>
                  </a:lnTo>
                  <a:lnTo>
                    <a:pt x="722257" y="409319"/>
                  </a:lnTo>
                  <a:lnTo>
                    <a:pt x="723329" y="409163"/>
                  </a:lnTo>
                  <a:lnTo>
                    <a:pt x="724400" y="409007"/>
                  </a:lnTo>
                  <a:lnTo>
                    <a:pt x="725472" y="408850"/>
                  </a:lnTo>
                  <a:lnTo>
                    <a:pt x="726543" y="408693"/>
                  </a:lnTo>
                  <a:lnTo>
                    <a:pt x="727615" y="408536"/>
                  </a:lnTo>
                  <a:lnTo>
                    <a:pt x="728687" y="408378"/>
                  </a:lnTo>
                  <a:lnTo>
                    <a:pt x="729758" y="408220"/>
                  </a:lnTo>
                  <a:lnTo>
                    <a:pt x="730830" y="408062"/>
                  </a:lnTo>
                  <a:lnTo>
                    <a:pt x="731901" y="407904"/>
                  </a:lnTo>
                  <a:lnTo>
                    <a:pt x="732973" y="407745"/>
                  </a:lnTo>
                  <a:lnTo>
                    <a:pt x="734045" y="407586"/>
                  </a:lnTo>
                  <a:lnTo>
                    <a:pt x="735116" y="407427"/>
                  </a:lnTo>
                  <a:lnTo>
                    <a:pt x="736188" y="407267"/>
                  </a:lnTo>
                  <a:lnTo>
                    <a:pt x="737259" y="407107"/>
                  </a:lnTo>
                  <a:lnTo>
                    <a:pt x="738331" y="406947"/>
                  </a:lnTo>
                  <a:lnTo>
                    <a:pt x="739403" y="406787"/>
                  </a:lnTo>
                  <a:lnTo>
                    <a:pt x="740474" y="406626"/>
                  </a:lnTo>
                  <a:lnTo>
                    <a:pt x="741546" y="406465"/>
                  </a:lnTo>
                  <a:lnTo>
                    <a:pt x="742617" y="406303"/>
                  </a:lnTo>
                  <a:lnTo>
                    <a:pt x="743689" y="406142"/>
                  </a:lnTo>
                  <a:lnTo>
                    <a:pt x="744761" y="405980"/>
                  </a:lnTo>
                  <a:lnTo>
                    <a:pt x="745832" y="405818"/>
                  </a:lnTo>
                  <a:lnTo>
                    <a:pt x="746904" y="405655"/>
                  </a:lnTo>
                  <a:lnTo>
                    <a:pt x="747975" y="405492"/>
                  </a:lnTo>
                  <a:lnTo>
                    <a:pt x="749047" y="405329"/>
                  </a:lnTo>
                  <a:lnTo>
                    <a:pt x="750119" y="405166"/>
                  </a:lnTo>
                  <a:lnTo>
                    <a:pt x="751190" y="405002"/>
                  </a:lnTo>
                  <a:lnTo>
                    <a:pt x="752262" y="404838"/>
                  </a:lnTo>
                  <a:lnTo>
                    <a:pt x="753333" y="404673"/>
                  </a:lnTo>
                  <a:lnTo>
                    <a:pt x="754405" y="404509"/>
                  </a:lnTo>
                  <a:lnTo>
                    <a:pt x="755477" y="404344"/>
                  </a:lnTo>
                  <a:lnTo>
                    <a:pt x="756548" y="404179"/>
                  </a:lnTo>
                  <a:lnTo>
                    <a:pt x="757620" y="404013"/>
                  </a:lnTo>
                  <a:lnTo>
                    <a:pt x="758691" y="403847"/>
                  </a:lnTo>
                  <a:lnTo>
                    <a:pt x="759763" y="403681"/>
                  </a:lnTo>
                  <a:lnTo>
                    <a:pt x="760835" y="403514"/>
                  </a:lnTo>
                  <a:lnTo>
                    <a:pt x="761906" y="403347"/>
                  </a:lnTo>
                  <a:lnTo>
                    <a:pt x="762978" y="403180"/>
                  </a:lnTo>
                  <a:lnTo>
                    <a:pt x="764049" y="403013"/>
                  </a:lnTo>
                  <a:lnTo>
                    <a:pt x="765121" y="402845"/>
                  </a:lnTo>
                  <a:lnTo>
                    <a:pt x="766193" y="402677"/>
                  </a:lnTo>
                  <a:lnTo>
                    <a:pt x="767264" y="402509"/>
                  </a:lnTo>
                  <a:lnTo>
                    <a:pt x="768336" y="402340"/>
                  </a:lnTo>
                  <a:lnTo>
                    <a:pt x="769407" y="402171"/>
                  </a:lnTo>
                  <a:lnTo>
                    <a:pt x="770479" y="402001"/>
                  </a:lnTo>
                  <a:lnTo>
                    <a:pt x="771551" y="401832"/>
                  </a:lnTo>
                  <a:lnTo>
                    <a:pt x="772622" y="401662"/>
                  </a:lnTo>
                  <a:lnTo>
                    <a:pt x="773694" y="401491"/>
                  </a:lnTo>
                  <a:lnTo>
                    <a:pt x="774765" y="401321"/>
                  </a:lnTo>
                  <a:lnTo>
                    <a:pt x="775837" y="401150"/>
                  </a:lnTo>
                  <a:lnTo>
                    <a:pt x="776909" y="400978"/>
                  </a:lnTo>
                  <a:lnTo>
                    <a:pt x="777980" y="400807"/>
                  </a:lnTo>
                  <a:lnTo>
                    <a:pt x="779052" y="400635"/>
                  </a:lnTo>
                  <a:lnTo>
                    <a:pt x="780123" y="400462"/>
                  </a:lnTo>
                  <a:lnTo>
                    <a:pt x="781195" y="400290"/>
                  </a:lnTo>
                  <a:lnTo>
                    <a:pt x="782267" y="400117"/>
                  </a:lnTo>
                  <a:lnTo>
                    <a:pt x="783338" y="399943"/>
                  </a:lnTo>
                  <a:lnTo>
                    <a:pt x="784410" y="399770"/>
                  </a:lnTo>
                  <a:lnTo>
                    <a:pt x="785481" y="399596"/>
                  </a:lnTo>
                  <a:lnTo>
                    <a:pt x="786553" y="399421"/>
                  </a:lnTo>
                  <a:lnTo>
                    <a:pt x="787625" y="399247"/>
                  </a:lnTo>
                  <a:lnTo>
                    <a:pt x="788696" y="399072"/>
                  </a:lnTo>
                  <a:lnTo>
                    <a:pt x="789768" y="398896"/>
                  </a:lnTo>
                  <a:lnTo>
                    <a:pt x="790839" y="398721"/>
                  </a:lnTo>
                  <a:lnTo>
                    <a:pt x="791911" y="398545"/>
                  </a:lnTo>
                  <a:lnTo>
                    <a:pt x="792983" y="398368"/>
                  </a:lnTo>
                  <a:lnTo>
                    <a:pt x="794054" y="398191"/>
                  </a:lnTo>
                  <a:lnTo>
                    <a:pt x="795126" y="398014"/>
                  </a:lnTo>
                  <a:lnTo>
                    <a:pt x="796197" y="397837"/>
                  </a:lnTo>
                  <a:lnTo>
                    <a:pt x="797269" y="397659"/>
                  </a:lnTo>
                  <a:lnTo>
                    <a:pt x="798341" y="397481"/>
                  </a:lnTo>
                  <a:lnTo>
                    <a:pt x="799412" y="397303"/>
                  </a:lnTo>
                  <a:lnTo>
                    <a:pt x="800484" y="397124"/>
                  </a:lnTo>
                  <a:lnTo>
                    <a:pt x="801555" y="396945"/>
                  </a:lnTo>
                  <a:lnTo>
                    <a:pt x="802627" y="396765"/>
                  </a:lnTo>
                  <a:lnTo>
                    <a:pt x="803699" y="396585"/>
                  </a:lnTo>
                  <a:lnTo>
                    <a:pt x="804770" y="396405"/>
                  </a:lnTo>
                  <a:lnTo>
                    <a:pt x="805842" y="396225"/>
                  </a:lnTo>
                  <a:lnTo>
                    <a:pt x="806913" y="396044"/>
                  </a:lnTo>
                  <a:lnTo>
                    <a:pt x="807985" y="395862"/>
                  </a:lnTo>
                  <a:lnTo>
                    <a:pt x="809057" y="395681"/>
                  </a:lnTo>
                  <a:lnTo>
                    <a:pt x="810128" y="395499"/>
                  </a:lnTo>
                  <a:lnTo>
                    <a:pt x="811200" y="395316"/>
                  </a:lnTo>
                  <a:lnTo>
                    <a:pt x="812271" y="395134"/>
                  </a:lnTo>
                  <a:lnTo>
                    <a:pt x="813343" y="394951"/>
                  </a:lnTo>
                  <a:lnTo>
                    <a:pt x="814415" y="394767"/>
                  </a:lnTo>
                  <a:lnTo>
                    <a:pt x="815486" y="394583"/>
                  </a:lnTo>
                  <a:lnTo>
                    <a:pt x="816558" y="394399"/>
                  </a:lnTo>
                  <a:lnTo>
                    <a:pt x="817629" y="394215"/>
                  </a:lnTo>
                  <a:lnTo>
                    <a:pt x="818701" y="394030"/>
                  </a:lnTo>
                  <a:lnTo>
                    <a:pt x="819773" y="393845"/>
                  </a:lnTo>
                  <a:lnTo>
                    <a:pt x="820844" y="393659"/>
                  </a:lnTo>
                  <a:lnTo>
                    <a:pt x="821916" y="393473"/>
                  </a:lnTo>
                  <a:lnTo>
                    <a:pt x="822987" y="393287"/>
                  </a:lnTo>
                  <a:lnTo>
                    <a:pt x="824059" y="393100"/>
                  </a:lnTo>
                  <a:lnTo>
                    <a:pt x="825131" y="392913"/>
                  </a:lnTo>
                  <a:lnTo>
                    <a:pt x="826202" y="392725"/>
                  </a:lnTo>
                  <a:lnTo>
                    <a:pt x="827274" y="392537"/>
                  </a:lnTo>
                  <a:lnTo>
                    <a:pt x="828345" y="392349"/>
                  </a:lnTo>
                  <a:lnTo>
                    <a:pt x="829417" y="392160"/>
                  </a:lnTo>
                  <a:lnTo>
                    <a:pt x="830489" y="391971"/>
                  </a:lnTo>
                  <a:lnTo>
                    <a:pt x="831560" y="391782"/>
                  </a:lnTo>
                  <a:lnTo>
                    <a:pt x="832632" y="391592"/>
                  </a:lnTo>
                  <a:lnTo>
                    <a:pt x="833703" y="391402"/>
                  </a:lnTo>
                  <a:lnTo>
                    <a:pt x="834775" y="391212"/>
                  </a:lnTo>
                  <a:lnTo>
                    <a:pt x="835847" y="391021"/>
                  </a:lnTo>
                  <a:lnTo>
                    <a:pt x="836918" y="390829"/>
                  </a:lnTo>
                  <a:lnTo>
                    <a:pt x="837990" y="390638"/>
                  </a:lnTo>
                  <a:lnTo>
                    <a:pt x="839061" y="390446"/>
                  </a:lnTo>
                  <a:lnTo>
                    <a:pt x="840133" y="390253"/>
                  </a:lnTo>
                  <a:lnTo>
                    <a:pt x="841205" y="390060"/>
                  </a:lnTo>
                  <a:lnTo>
                    <a:pt x="842276" y="389867"/>
                  </a:lnTo>
                  <a:lnTo>
                    <a:pt x="843348" y="389673"/>
                  </a:lnTo>
                  <a:lnTo>
                    <a:pt x="844419" y="389479"/>
                  </a:lnTo>
                  <a:lnTo>
                    <a:pt x="845491" y="389285"/>
                  </a:lnTo>
                  <a:lnTo>
                    <a:pt x="846563" y="389090"/>
                  </a:lnTo>
                  <a:lnTo>
                    <a:pt x="847634" y="388895"/>
                  </a:lnTo>
                  <a:lnTo>
                    <a:pt x="848706" y="388699"/>
                  </a:lnTo>
                  <a:lnTo>
                    <a:pt x="849777" y="388503"/>
                  </a:lnTo>
                  <a:lnTo>
                    <a:pt x="850849" y="388307"/>
                  </a:lnTo>
                  <a:lnTo>
                    <a:pt x="851921" y="388110"/>
                  </a:lnTo>
                  <a:lnTo>
                    <a:pt x="852992" y="387913"/>
                  </a:lnTo>
                  <a:lnTo>
                    <a:pt x="854064" y="387715"/>
                  </a:lnTo>
                  <a:lnTo>
                    <a:pt x="855135" y="387517"/>
                  </a:lnTo>
                  <a:lnTo>
                    <a:pt x="856207" y="387319"/>
                  </a:lnTo>
                  <a:lnTo>
                    <a:pt x="857279" y="387120"/>
                  </a:lnTo>
                  <a:lnTo>
                    <a:pt x="858350" y="386921"/>
                  </a:lnTo>
                  <a:lnTo>
                    <a:pt x="859422" y="386721"/>
                  </a:lnTo>
                  <a:lnTo>
                    <a:pt x="860493" y="386521"/>
                  </a:lnTo>
                  <a:lnTo>
                    <a:pt x="861565" y="386321"/>
                  </a:lnTo>
                  <a:lnTo>
                    <a:pt x="862637" y="386120"/>
                  </a:lnTo>
                  <a:lnTo>
                    <a:pt x="863708" y="385919"/>
                  </a:lnTo>
                  <a:lnTo>
                    <a:pt x="864780" y="385717"/>
                  </a:lnTo>
                  <a:lnTo>
                    <a:pt x="865851" y="385515"/>
                  </a:lnTo>
                  <a:lnTo>
                    <a:pt x="866923" y="385312"/>
                  </a:lnTo>
                  <a:lnTo>
                    <a:pt x="867995" y="385110"/>
                  </a:lnTo>
                  <a:lnTo>
                    <a:pt x="869066" y="384906"/>
                  </a:lnTo>
                  <a:lnTo>
                    <a:pt x="870138" y="384702"/>
                  </a:lnTo>
                  <a:lnTo>
                    <a:pt x="871209" y="384498"/>
                  </a:lnTo>
                  <a:lnTo>
                    <a:pt x="872281" y="384294"/>
                  </a:lnTo>
                  <a:lnTo>
                    <a:pt x="873353" y="384089"/>
                  </a:lnTo>
                  <a:lnTo>
                    <a:pt x="874424" y="383883"/>
                  </a:lnTo>
                  <a:lnTo>
                    <a:pt x="875496" y="383677"/>
                  </a:lnTo>
                  <a:lnTo>
                    <a:pt x="876567" y="383471"/>
                  </a:lnTo>
                  <a:lnTo>
                    <a:pt x="877639" y="383264"/>
                  </a:lnTo>
                  <a:lnTo>
                    <a:pt x="878711" y="383057"/>
                  </a:lnTo>
                  <a:lnTo>
                    <a:pt x="879782" y="382850"/>
                  </a:lnTo>
                  <a:lnTo>
                    <a:pt x="880854" y="382642"/>
                  </a:lnTo>
                  <a:lnTo>
                    <a:pt x="881925" y="382433"/>
                  </a:lnTo>
                  <a:lnTo>
                    <a:pt x="882997" y="382224"/>
                  </a:lnTo>
                  <a:lnTo>
                    <a:pt x="884069" y="382015"/>
                  </a:lnTo>
                  <a:lnTo>
                    <a:pt x="885140" y="381805"/>
                  </a:lnTo>
                  <a:lnTo>
                    <a:pt x="886212" y="381595"/>
                  </a:lnTo>
                  <a:lnTo>
                    <a:pt x="887283" y="381385"/>
                  </a:lnTo>
                  <a:lnTo>
                    <a:pt x="888355" y="381174"/>
                  </a:lnTo>
                  <a:lnTo>
                    <a:pt x="889426" y="380962"/>
                  </a:lnTo>
                  <a:lnTo>
                    <a:pt x="890498" y="380750"/>
                  </a:lnTo>
                  <a:lnTo>
                    <a:pt x="891570" y="380538"/>
                  </a:lnTo>
                  <a:lnTo>
                    <a:pt x="892641" y="380325"/>
                  </a:lnTo>
                  <a:lnTo>
                    <a:pt x="893713" y="380112"/>
                  </a:lnTo>
                  <a:lnTo>
                    <a:pt x="894784" y="379898"/>
                  </a:lnTo>
                  <a:lnTo>
                    <a:pt x="895856" y="379684"/>
                  </a:lnTo>
                  <a:lnTo>
                    <a:pt x="896928" y="379470"/>
                  </a:lnTo>
                  <a:lnTo>
                    <a:pt x="897999" y="379255"/>
                  </a:lnTo>
                  <a:lnTo>
                    <a:pt x="899071" y="379039"/>
                  </a:lnTo>
                  <a:lnTo>
                    <a:pt x="900142" y="378823"/>
                  </a:lnTo>
                  <a:lnTo>
                    <a:pt x="901214" y="378607"/>
                  </a:lnTo>
                  <a:lnTo>
                    <a:pt x="902286" y="378390"/>
                  </a:lnTo>
                  <a:lnTo>
                    <a:pt x="903357" y="378173"/>
                  </a:lnTo>
                  <a:lnTo>
                    <a:pt x="904429" y="377955"/>
                  </a:lnTo>
                  <a:lnTo>
                    <a:pt x="905500" y="377737"/>
                  </a:lnTo>
                  <a:lnTo>
                    <a:pt x="906572" y="377518"/>
                  </a:lnTo>
                  <a:lnTo>
                    <a:pt x="907644" y="377299"/>
                  </a:lnTo>
                  <a:lnTo>
                    <a:pt x="908715" y="377080"/>
                  </a:lnTo>
                  <a:lnTo>
                    <a:pt x="909787" y="376860"/>
                  </a:lnTo>
                  <a:lnTo>
                    <a:pt x="910858" y="376639"/>
                  </a:lnTo>
                  <a:lnTo>
                    <a:pt x="911930" y="376418"/>
                  </a:lnTo>
                  <a:lnTo>
                    <a:pt x="913002" y="376197"/>
                  </a:lnTo>
                  <a:lnTo>
                    <a:pt x="914073" y="375975"/>
                  </a:lnTo>
                  <a:lnTo>
                    <a:pt x="915145" y="375753"/>
                  </a:lnTo>
                  <a:lnTo>
                    <a:pt x="916216" y="375530"/>
                  </a:lnTo>
                  <a:lnTo>
                    <a:pt x="917288" y="375307"/>
                  </a:lnTo>
                  <a:lnTo>
                    <a:pt x="918360" y="375083"/>
                  </a:lnTo>
                  <a:lnTo>
                    <a:pt x="919431" y="374859"/>
                  </a:lnTo>
                  <a:lnTo>
                    <a:pt x="920503" y="374634"/>
                  </a:lnTo>
                  <a:lnTo>
                    <a:pt x="921574" y="374409"/>
                  </a:lnTo>
                  <a:lnTo>
                    <a:pt x="922646" y="374184"/>
                  </a:lnTo>
                  <a:lnTo>
                    <a:pt x="923718" y="373958"/>
                  </a:lnTo>
                  <a:lnTo>
                    <a:pt x="924789" y="373731"/>
                  </a:lnTo>
                  <a:lnTo>
                    <a:pt x="925861" y="373504"/>
                  </a:lnTo>
                  <a:lnTo>
                    <a:pt x="926932" y="373277"/>
                  </a:lnTo>
                  <a:lnTo>
                    <a:pt x="928004" y="373049"/>
                  </a:lnTo>
                  <a:lnTo>
                    <a:pt x="929076" y="372820"/>
                  </a:lnTo>
                  <a:lnTo>
                    <a:pt x="930147" y="372591"/>
                  </a:lnTo>
                  <a:lnTo>
                    <a:pt x="931219" y="372362"/>
                  </a:lnTo>
                  <a:lnTo>
                    <a:pt x="932290" y="372132"/>
                  </a:lnTo>
                  <a:lnTo>
                    <a:pt x="933362" y="371902"/>
                  </a:lnTo>
                  <a:lnTo>
                    <a:pt x="934434" y="371671"/>
                  </a:lnTo>
                  <a:lnTo>
                    <a:pt x="935505" y="371439"/>
                  </a:lnTo>
                  <a:lnTo>
                    <a:pt x="936577" y="371208"/>
                  </a:lnTo>
                  <a:lnTo>
                    <a:pt x="937648" y="370975"/>
                  </a:lnTo>
                  <a:lnTo>
                    <a:pt x="938720" y="370743"/>
                  </a:lnTo>
                  <a:lnTo>
                    <a:pt x="939792" y="370509"/>
                  </a:lnTo>
                  <a:lnTo>
                    <a:pt x="940863" y="370275"/>
                  </a:lnTo>
                  <a:lnTo>
                    <a:pt x="941935" y="370041"/>
                  </a:lnTo>
                  <a:lnTo>
                    <a:pt x="943006" y="369806"/>
                  </a:lnTo>
                  <a:lnTo>
                    <a:pt x="944078" y="369571"/>
                  </a:lnTo>
                  <a:lnTo>
                    <a:pt x="945150" y="369335"/>
                  </a:lnTo>
                  <a:lnTo>
                    <a:pt x="946221" y="369099"/>
                  </a:lnTo>
                  <a:lnTo>
                    <a:pt x="947293" y="368862"/>
                  </a:lnTo>
                  <a:lnTo>
                    <a:pt x="948364" y="368625"/>
                  </a:lnTo>
                  <a:lnTo>
                    <a:pt x="949436" y="368387"/>
                  </a:lnTo>
                  <a:lnTo>
                    <a:pt x="950508" y="368149"/>
                  </a:lnTo>
                  <a:lnTo>
                    <a:pt x="951579" y="367910"/>
                  </a:lnTo>
                  <a:lnTo>
                    <a:pt x="952651" y="367671"/>
                  </a:lnTo>
                  <a:lnTo>
                    <a:pt x="953722" y="367431"/>
                  </a:lnTo>
                  <a:lnTo>
                    <a:pt x="954794" y="367191"/>
                  </a:lnTo>
                  <a:lnTo>
                    <a:pt x="955866" y="366950"/>
                  </a:lnTo>
                  <a:lnTo>
                    <a:pt x="956937" y="366709"/>
                  </a:lnTo>
                  <a:lnTo>
                    <a:pt x="958009" y="366467"/>
                  </a:lnTo>
                  <a:lnTo>
                    <a:pt x="959080" y="366225"/>
                  </a:lnTo>
                  <a:lnTo>
                    <a:pt x="960152" y="365982"/>
                  </a:lnTo>
                  <a:lnTo>
                    <a:pt x="961224" y="365739"/>
                  </a:lnTo>
                  <a:lnTo>
                    <a:pt x="962295" y="365495"/>
                  </a:lnTo>
                  <a:lnTo>
                    <a:pt x="963367" y="365250"/>
                  </a:lnTo>
                  <a:lnTo>
                    <a:pt x="964438" y="365005"/>
                  </a:lnTo>
                  <a:lnTo>
                    <a:pt x="965510" y="364760"/>
                  </a:lnTo>
                  <a:lnTo>
                    <a:pt x="966582" y="364514"/>
                  </a:lnTo>
                  <a:lnTo>
                    <a:pt x="967653" y="364268"/>
                  </a:lnTo>
                  <a:lnTo>
                    <a:pt x="968725" y="364021"/>
                  </a:lnTo>
                  <a:lnTo>
                    <a:pt x="969796" y="363773"/>
                  </a:lnTo>
                  <a:lnTo>
                    <a:pt x="970868" y="363525"/>
                  </a:lnTo>
                  <a:lnTo>
                    <a:pt x="971940" y="363277"/>
                  </a:lnTo>
                  <a:lnTo>
                    <a:pt x="973011" y="363027"/>
                  </a:lnTo>
                  <a:lnTo>
                    <a:pt x="974083" y="362778"/>
                  </a:lnTo>
                  <a:lnTo>
                    <a:pt x="975154" y="362528"/>
                  </a:lnTo>
                  <a:lnTo>
                    <a:pt x="976226" y="362277"/>
                  </a:lnTo>
                  <a:lnTo>
                    <a:pt x="977298" y="362026"/>
                  </a:lnTo>
                  <a:lnTo>
                    <a:pt x="978369" y="361774"/>
                  </a:lnTo>
                  <a:lnTo>
                    <a:pt x="979441" y="361522"/>
                  </a:lnTo>
                  <a:lnTo>
                    <a:pt x="980512" y="361269"/>
                  </a:lnTo>
                  <a:lnTo>
                    <a:pt x="981584" y="361016"/>
                  </a:lnTo>
                  <a:lnTo>
                    <a:pt x="982656" y="360762"/>
                  </a:lnTo>
                  <a:lnTo>
                    <a:pt x="983727" y="360507"/>
                  </a:lnTo>
                  <a:lnTo>
                    <a:pt x="984799" y="360252"/>
                  </a:lnTo>
                  <a:lnTo>
                    <a:pt x="985870" y="359997"/>
                  </a:lnTo>
                  <a:lnTo>
                    <a:pt x="986942" y="359741"/>
                  </a:lnTo>
                  <a:lnTo>
                    <a:pt x="988014" y="359484"/>
                  </a:lnTo>
                  <a:lnTo>
                    <a:pt x="989085" y="359227"/>
                  </a:lnTo>
                  <a:lnTo>
                    <a:pt x="990157" y="358969"/>
                  </a:lnTo>
                  <a:lnTo>
                    <a:pt x="991228" y="358711"/>
                  </a:lnTo>
                  <a:lnTo>
                    <a:pt x="992300" y="358452"/>
                  </a:lnTo>
                  <a:lnTo>
                    <a:pt x="993372" y="358193"/>
                  </a:lnTo>
                  <a:lnTo>
                    <a:pt x="994443" y="357933"/>
                  </a:lnTo>
                  <a:lnTo>
                    <a:pt x="995515" y="357673"/>
                  </a:lnTo>
                  <a:lnTo>
                    <a:pt x="996586" y="357412"/>
                  </a:lnTo>
                  <a:lnTo>
                    <a:pt x="997658" y="357150"/>
                  </a:lnTo>
                  <a:lnTo>
                    <a:pt x="998730" y="356888"/>
                  </a:lnTo>
                  <a:lnTo>
                    <a:pt x="999801" y="356625"/>
                  </a:lnTo>
                  <a:lnTo>
                    <a:pt x="1000873" y="356362"/>
                  </a:lnTo>
                  <a:lnTo>
                    <a:pt x="1001944" y="356098"/>
                  </a:lnTo>
                  <a:lnTo>
                    <a:pt x="1003016" y="355834"/>
                  </a:lnTo>
                  <a:lnTo>
                    <a:pt x="1004088" y="355569"/>
                  </a:lnTo>
                  <a:lnTo>
                    <a:pt x="1005159" y="355304"/>
                  </a:lnTo>
                  <a:lnTo>
                    <a:pt x="1006231" y="355038"/>
                  </a:lnTo>
                  <a:lnTo>
                    <a:pt x="1007302" y="354771"/>
                  </a:lnTo>
                  <a:lnTo>
                    <a:pt x="1008374" y="354504"/>
                  </a:lnTo>
                  <a:lnTo>
                    <a:pt x="1009446" y="354236"/>
                  </a:lnTo>
                  <a:lnTo>
                    <a:pt x="1010517" y="353968"/>
                  </a:lnTo>
                  <a:lnTo>
                    <a:pt x="1011589" y="353699"/>
                  </a:lnTo>
                  <a:lnTo>
                    <a:pt x="1012660" y="353430"/>
                  </a:lnTo>
                  <a:lnTo>
                    <a:pt x="1013732" y="353160"/>
                  </a:lnTo>
                  <a:lnTo>
                    <a:pt x="1014804" y="352889"/>
                  </a:lnTo>
                  <a:lnTo>
                    <a:pt x="1015875" y="352618"/>
                  </a:lnTo>
                  <a:lnTo>
                    <a:pt x="1016947" y="352346"/>
                  </a:lnTo>
                  <a:lnTo>
                    <a:pt x="1018018" y="352074"/>
                  </a:lnTo>
                  <a:lnTo>
                    <a:pt x="1019090" y="351801"/>
                  </a:lnTo>
                  <a:lnTo>
                    <a:pt x="1020162" y="351527"/>
                  </a:lnTo>
                  <a:lnTo>
                    <a:pt x="1021233" y="351253"/>
                  </a:lnTo>
                  <a:lnTo>
                    <a:pt x="1022305" y="350979"/>
                  </a:lnTo>
                  <a:lnTo>
                    <a:pt x="1023376" y="350703"/>
                  </a:lnTo>
                  <a:lnTo>
                    <a:pt x="1024448" y="350427"/>
                  </a:lnTo>
                  <a:lnTo>
                    <a:pt x="1025520" y="350151"/>
                  </a:lnTo>
                  <a:lnTo>
                    <a:pt x="1026591" y="349874"/>
                  </a:lnTo>
                  <a:lnTo>
                    <a:pt x="1027663" y="349596"/>
                  </a:lnTo>
                  <a:lnTo>
                    <a:pt x="1028734" y="349318"/>
                  </a:lnTo>
                  <a:lnTo>
                    <a:pt x="1029806" y="349039"/>
                  </a:lnTo>
                  <a:lnTo>
                    <a:pt x="1030878" y="348760"/>
                  </a:lnTo>
                  <a:lnTo>
                    <a:pt x="1031949" y="348480"/>
                  </a:lnTo>
                  <a:lnTo>
                    <a:pt x="1033021" y="348199"/>
                  </a:lnTo>
                  <a:lnTo>
                    <a:pt x="1034092" y="347918"/>
                  </a:lnTo>
                  <a:lnTo>
                    <a:pt x="1035164" y="347637"/>
                  </a:lnTo>
                  <a:lnTo>
                    <a:pt x="1036236" y="347354"/>
                  </a:lnTo>
                  <a:lnTo>
                    <a:pt x="1037307" y="347071"/>
                  </a:lnTo>
                  <a:lnTo>
                    <a:pt x="1038379" y="346788"/>
                  </a:lnTo>
                  <a:lnTo>
                    <a:pt x="1039450" y="346503"/>
                  </a:lnTo>
                  <a:lnTo>
                    <a:pt x="1040522" y="346219"/>
                  </a:lnTo>
                  <a:lnTo>
                    <a:pt x="1041594" y="345933"/>
                  </a:lnTo>
                  <a:lnTo>
                    <a:pt x="1042665" y="345647"/>
                  </a:lnTo>
                  <a:lnTo>
                    <a:pt x="1043737" y="345361"/>
                  </a:lnTo>
                  <a:lnTo>
                    <a:pt x="1044808" y="345073"/>
                  </a:lnTo>
                  <a:lnTo>
                    <a:pt x="1045880" y="344786"/>
                  </a:lnTo>
                  <a:lnTo>
                    <a:pt x="1046952" y="344497"/>
                  </a:lnTo>
                  <a:lnTo>
                    <a:pt x="1048023" y="344208"/>
                  </a:lnTo>
                  <a:lnTo>
                    <a:pt x="1049095" y="343918"/>
                  </a:lnTo>
                  <a:lnTo>
                    <a:pt x="1050166" y="343628"/>
                  </a:lnTo>
                  <a:lnTo>
                    <a:pt x="1051238" y="343337"/>
                  </a:lnTo>
                  <a:lnTo>
                    <a:pt x="1052310" y="343046"/>
                  </a:lnTo>
                  <a:lnTo>
                    <a:pt x="1053381" y="342753"/>
                  </a:lnTo>
                  <a:lnTo>
                    <a:pt x="1054453" y="342461"/>
                  </a:lnTo>
                  <a:lnTo>
                    <a:pt x="1055524" y="342167"/>
                  </a:lnTo>
                  <a:lnTo>
                    <a:pt x="1056596" y="341873"/>
                  </a:lnTo>
                  <a:lnTo>
                    <a:pt x="1057668" y="341578"/>
                  </a:lnTo>
                  <a:lnTo>
                    <a:pt x="1058739" y="341283"/>
                  </a:lnTo>
                  <a:lnTo>
                    <a:pt x="1059811" y="340987"/>
                  </a:lnTo>
                  <a:lnTo>
                    <a:pt x="1060882" y="340691"/>
                  </a:lnTo>
                  <a:lnTo>
                    <a:pt x="1061954" y="340393"/>
                  </a:lnTo>
                  <a:lnTo>
                    <a:pt x="1063026" y="340096"/>
                  </a:lnTo>
                  <a:lnTo>
                    <a:pt x="1064097" y="339797"/>
                  </a:lnTo>
                  <a:lnTo>
                    <a:pt x="1065169" y="339498"/>
                  </a:lnTo>
                  <a:lnTo>
                    <a:pt x="1066240" y="339198"/>
                  </a:lnTo>
                  <a:lnTo>
                    <a:pt x="1067312" y="338898"/>
                  </a:lnTo>
                  <a:lnTo>
                    <a:pt x="1068383" y="338597"/>
                  </a:lnTo>
                  <a:lnTo>
                    <a:pt x="1069455" y="338295"/>
                  </a:lnTo>
                  <a:lnTo>
                    <a:pt x="1070527" y="337993"/>
                  </a:lnTo>
                  <a:lnTo>
                    <a:pt x="1071598" y="337690"/>
                  </a:lnTo>
                  <a:lnTo>
                    <a:pt x="1072670" y="337386"/>
                  </a:lnTo>
                  <a:lnTo>
                    <a:pt x="1073741" y="337082"/>
                  </a:lnTo>
                  <a:lnTo>
                    <a:pt x="1074813" y="336777"/>
                  </a:lnTo>
                  <a:lnTo>
                    <a:pt x="1075885" y="336472"/>
                  </a:lnTo>
                  <a:lnTo>
                    <a:pt x="1076956" y="336166"/>
                  </a:lnTo>
                  <a:lnTo>
                    <a:pt x="1078028" y="335859"/>
                  </a:lnTo>
                  <a:lnTo>
                    <a:pt x="1079099" y="335551"/>
                  </a:lnTo>
                  <a:lnTo>
                    <a:pt x="1080171" y="335243"/>
                  </a:lnTo>
                  <a:lnTo>
                    <a:pt x="1081243" y="334934"/>
                  </a:lnTo>
                  <a:lnTo>
                    <a:pt x="1082314" y="334625"/>
                  </a:lnTo>
                  <a:lnTo>
                    <a:pt x="1083386" y="334315"/>
                  </a:lnTo>
                  <a:lnTo>
                    <a:pt x="1084457" y="334004"/>
                  </a:lnTo>
                  <a:lnTo>
                    <a:pt x="1085529" y="333693"/>
                  </a:lnTo>
                  <a:lnTo>
                    <a:pt x="1086601" y="333381"/>
                  </a:lnTo>
                  <a:lnTo>
                    <a:pt x="1087672" y="333068"/>
                  </a:lnTo>
                  <a:lnTo>
                    <a:pt x="1088744" y="332755"/>
                  </a:lnTo>
                  <a:lnTo>
                    <a:pt x="1089815" y="332441"/>
                  </a:lnTo>
                  <a:lnTo>
                    <a:pt x="1090887" y="332127"/>
                  </a:lnTo>
                  <a:lnTo>
                    <a:pt x="1091959" y="331812"/>
                  </a:lnTo>
                  <a:lnTo>
                    <a:pt x="1093030" y="331496"/>
                  </a:lnTo>
                  <a:lnTo>
                    <a:pt x="1094102" y="331179"/>
                  </a:lnTo>
                  <a:lnTo>
                    <a:pt x="1095173" y="330863"/>
                  </a:lnTo>
                  <a:lnTo>
                    <a:pt x="1096245" y="330545"/>
                  </a:lnTo>
                  <a:lnTo>
                    <a:pt x="1097317" y="330227"/>
                  </a:lnTo>
                  <a:lnTo>
                    <a:pt x="1098388" y="329908"/>
                  </a:lnTo>
                  <a:lnTo>
                    <a:pt x="1099460" y="329589"/>
                  </a:lnTo>
                  <a:lnTo>
                    <a:pt x="1100531" y="329269"/>
                  </a:lnTo>
                  <a:lnTo>
                    <a:pt x="1101603" y="328948"/>
                  </a:lnTo>
                  <a:lnTo>
                    <a:pt x="1102675" y="328627"/>
                  </a:lnTo>
                  <a:lnTo>
                    <a:pt x="1103746" y="328306"/>
                  </a:lnTo>
                  <a:lnTo>
                    <a:pt x="1104818" y="327983"/>
                  </a:lnTo>
                  <a:lnTo>
                    <a:pt x="1105889" y="327661"/>
                  </a:lnTo>
                  <a:lnTo>
                    <a:pt x="1106961" y="327337"/>
                  </a:lnTo>
                  <a:lnTo>
                    <a:pt x="1108033" y="327013"/>
                  </a:lnTo>
                  <a:lnTo>
                    <a:pt x="1109104" y="326689"/>
                  </a:lnTo>
                  <a:lnTo>
                    <a:pt x="1110176" y="326364"/>
                  </a:lnTo>
                  <a:lnTo>
                    <a:pt x="1111247" y="326038"/>
                  </a:lnTo>
                  <a:lnTo>
                    <a:pt x="1112319" y="325712"/>
                  </a:lnTo>
                  <a:lnTo>
                    <a:pt x="1113391" y="325385"/>
                  </a:lnTo>
                  <a:lnTo>
                    <a:pt x="1114462" y="325058"/>
                  </a:lnTo>
                  <a:lnTo>
                    <a:pt x="1115534" y="324730"/>
                  </a:lnTo>
                  <a:lnTo>
                    <a:pt x="1116605" y="324402"/>
                  </a:lnTo>
                  <a:lnTo>
                    <a:pt x="1117677" y="324073"/>
                  </a:lnTo>
                  <a:lnTo>
                    <a:pt x="1118749" y="323743"/>
                  </a:lnTo>
                  <a:lnTo>
                    <a:pt x="1119820" y="323413"/>
                  </a:lnTo>
                  <a:lnTo>
                    <a:pt x="1120892" y="323083"/>
                  </a:lnTo>
                  <a:lnTo>
                    <a:pt x="1121963" y="322752"/>
                  </a:lnTo>
                  <a:lnTo>
                    <a:pt x="1123035" y="322420"/>
                  </a:lnTo>
                  <a:lnTo>
                    <a:pt x="1124107" y="322088"/>
                  </a:lnTo>
                  <a:lnTo>
                    <a:pt x="1125178" y="321755"/>
                  </a:lnTo>
                  <a:lnTo>
                    <a:pt x="1126250" y="321422"/>
                  </a:lnTo>
                  <a:lnTo>
                    <a:pt x="1127321" y="321089"/>
                  </a:lnTo>
                  <a:lnTo>
                    <a:pt x="1128393" y="320755"/>
                  </a:lnTo>
                  <a:lnTo>
                    <a:pt x="1129465" y="320420"/>
                  </a:lnTo>
                  <a:lnTo>
                    <a:pt x="1130536" y="320085"/>
                  </a:lnTo>
                  <a:lnTo>
                    <a:pt x="1131608" y="319749"/>
                  </a:lnTo>
                  <a:lnTo>
                    <a:pt x="1132679" y="319413"/>
                  </a:lnTo>
                  <a:lnTo>
                    <a:pt x="1133751" y="319076"/>
                  </a:lnTo>
                  <a:lnTo>
                    <a:pt x="1134823" y="318739"/>
                  </a:lnTo>
                  <a:lnTo>
                    <a:pt x="1135894" y="318402"/>
                  </a:lnTo>
                  <a:lnTo>
                    <a:pt x="1136966" y="318064"/>
                  </a:lnTo>
                  <a:lnTo>
                    <a:pt x="1138037" y="317725"/>
                  </a:lnTo>
                  <a:lnTo>
                    <a:pt x="1139109" y="317386"/>
                  </a:lnTo>
                  <a:lnTo>
                    <a:pt x="1140181" y="317047"/>
                  </a:lnTo>
                  <a:lnTo>
                    <a:pt x="1141252" y="316707"/>
                  </a:lnTo>
                  <a:lnTo>
                    <a:pt x="1142324" y="316366"/>
                  </a:lnTo>
                  <a:lnTo>
                    <a:pt x="1143395" y="316025"/>
                  </a:lnTo>
                  <a:lnTo>
                    <a:pt x="1144467" y="315684"/>
                  </a:lnTo>
                  <a:lnTo>
                    <a:pt x="1145539" y="315342"/>
                  </a:lnTo>
                  <a:lnTo>
                    <a:pt x="1146610" y="315000"/>
                  </a:lnTo>
                  <a:lnTo>
                    <a:pt x="1147682" y="314657"/>
                  </a:lnTo>
                  <a:lnTo>
                    <a:pt x="1148753" y="314314"/>
                  </a:lnTo>
                  <a:lnTo>
                    <a:pt x="1149825" y="313971"/>
                  </a:lnTo>
                  <a:lnTo>
                    <a:pt x="1150897" y="313627"/>
                  </a:lnTo>
                  <a:lnTo>
                    <a:pt x="1151968" y="313282"/>
                  </a:lnTo>
                  <a:lnTo>
                    <a:pt x="1153040" y="312937"/>
                  </a:lnTo>
                  <a:lnTo>
                    <a:pt x="1154111" y="312592"/>
                  </a:lnTo>
                  <a:lnTo>
                    <a:pt x="1155183" y="312246"/>
                  </a:lnTo>
                  <a:lnTo>
                    <a:pt x="1156255" y="311900"/>
                  </a:lnTo>
                  <a:lnTo>
                    <a:pt x="1157326" y="311554"/>
                  </a:lnTo>
                  <a:lnTo>
                    <a:pt x="1158398" y="311207"/>
                  </a:lnTo>
                  <a:lnTo>
                    <a:pt x="1159469" y="310859"/>
                  </a:lnTo>
                  <a:lnTo>
                    <a:pt x="1160541" y="310511"/>
                  </a:lnTo>
                  <a:lnTo>
                    <a:pt x="1161613" y="310163"/>
                  </a:lnTo>
                  <a:lnTo>
                    <a:pt x="1162684" y="309815"/>
                  </a:lnTo>
                  <a:lnTo>
                    <a:pt x="1163756" y="309466"/>
                  </a:lnTo>
                  <a:lnTo>
                    <a:pt x="1164827" y="309116"/>
                  </a:lnTo>
                  <a:lnTo>
                    <a:pt x="1165899" y="308766"/>
                  </a:lnTo>
                  <a:lnTo>
                    <a:pt x="1166971" y="308416"/>
                  </a:lnTo>
                  <a:lnTo>
                    <a:pt x="1168042" y="308066"/>
                  </a:lnTo>
                  <a:lnTo>
                    <a:pt x="1169114" y="307715"/>
                  </a:lnTo>
                  <a:lnTo>
                    <a:pt x="1170185" y="307363"/>
                  </a:lnTo>
                  <a:lnTo>
                    <a:pt x="1171257" y="307012"/>
                  </a:lnTo>
                  <a:lnTo>
                    <a:pt x="1172329" y="306660"/>
                  </a:lnTo>
                  <a:lnTo>
                    <a:pt x="1173400" y="306307"/>
                  </a:lnTo>
                  <a:lnTo>
                    <a:pt x="1174472" y="305955"/>
                  </a:lnTo>
                  <a:lnTo>
                    <a:pt x="1175543" y="305601"/>
                  </a:lnTo>
                  <a:lnTo>
                    <a:pt x="1176615" y="305248"/>
                  </a:lnTo>
                  <a:lnTo>
                    <a:pt x="1177687" y="304894"/>
                  </a:lnTo>
                  <a:lnTo>
                    <a:pt x="1178758" y="304540"/>
                  </a:lnTo>
                  <a:lnTo>
                    <a:pt x="1179830" y="304185"/>
                  </a:lnTo>
                  <a:lnTo>
                    <a:pt x="1180901" y="303830"/>
                  </a:lnTo>
                  <a:lnTo>
                    <a:pt x="1181973" y="303475"/>
                  </a:lnTo>
                  <a:lnTo>
                    <a:pt x="1183045" y="303120"/>
                  </a:lnTo>
                  <a:lnTo>
                    <a:pt x="1184116" y="302764"/>
                  </a:lnTo>
                  <a:lnTo>
                    <a:pt x="1185188" y="302408"/>
                  </a:lnTo>
                  <a:lnTo>
                    <a:pt x="1186259" y="302051"/>
                  </a:lnTo>
                  <a:lnTo>
                    <a:pt x="1187331" y="301694"/>
                  </a:lnTo>
                  <a:lnTo>
                    <a:pt x="1188403" y="301337"/>
                  </a:lnTo>
                  <a:lnTo>
                    <a:pt x="1189474" y="300980"/>
                  </a:lnTo>
                  <a:lnTo>
                    <a:pt x="1190546" y="300622"/>
                  </a:lnTo>
                  <a:lnTo>
                    <a:pt x="1191617" y="300264"/>
                  </a:lnTo>
                  <a:lnTo>
                    <a:pt x="1192689" y="299905"/>
                  </a:lnTo>
                  <a:lnTo>
                    <a:pt x="1193761" y="299546"/>
                  </a:lnTo>
                  <a:lnTo>
                    <a:pt x="1194832" y="299187"/>
                  </a:lnTo>
                  <a:lnTo>
                    <a:pt x="1195904" y="298828"/>
                  </a:lnTo>
                  <a:lnTo>
                    <a:pt x="1196975" y="298469"/>
                  </a:lnTo>
                  <a:lnTo>
                    <a:pt x="1198047" y="298109"/>
                  </a:lnTo>
                  <a:lnTo>
                    <a:pt x="1199119" y="297749"/>
                  </a:lnTo>
                  <a:lnTo>
                    <a:pt x="1200190" y="297388"/>
                  </a:lnTo>
                  <a:lnTo>
                    <a:pt x="1201262" y="297027"/>
                  </a:lnTo>
                  <a:lnTo>
                    <a:pt x="1202333" y="296666"/>
                  </a:lnTo>
                  <a:lnTo>
                    <a:pt x="1203405" y="296305"/>
                  </a:lnTo>
                  <a:lnTo>
                    <a:pt x="1204477" y="295944"/>
                  </a:lnTo>
                  <a:lnTo>
                    <a:pt x="1205548" y="295582"/>
                  </a:lnTo>
                  <a:lnTo>
                    <a:pt x="1206620" y="295220"/>
                  </a:lnTo>
                  <a:lnTo>
                    <a:pt x="1207691" y="294857"/>
                  </a:lnTo>
                  <a:lnTo>
                    <a:pt x="1208763" y="294495"/>
                  </a:lnTo>
                  <a:lnTo>
                    <a:pt x="1209835" y="294132"/>
                  </a:lnTo>
                  <a:lnTo>
                    <a:pt x="1210906" y="293769"/>
                  </a:lnTo>
                  <a:lnTo>
                    <a:pt x="1211978" y="293406"/>
                  </a:lnTo>
                  <a:lnTo>
                    <a:pt x="1213049" y="293042"/>
                  </a:lnTo>
                  <a:lnTo>
                    <a:pt x="1214121" y="292679"/>
                  </a:lnTo>
                  <a:lnTo>
                    <a:pt x="1215193" y="292315"/>
                  </a:lnTo>
                  <a:lnTo>
                    <a:pt x="1216264" y="291950"/>
                  </a:lnTo>
                  <a:lnTo>
                    <a:pt x="1217336" y="291586"/>
                  </a:lnTo>
                  <a:lnTo>
                    <a:pt x="1218407" y="291221"/>
                  </a:lnTo>
                  <a:lnTo>
                    <a:pt x="1219479" y="290856"/>
                  </a:lnTo>
                  <a:lnTo>
                    <a:pt x="1220551" y="290491"/>
                  </a:lnTo>
                  <a:lnTo>
                    <a:pt x="1221622" y="290126"/>
                  </a:lnTo>
                  <a:lnTo>
                    <a:pt x="1222694" y="289761"/>
                  </a:lnTo>
                  <a:lnTo>
                    <a:pt x="1223765" y="289395"/>
                  </a:lnTo>
                  <a:lnTo>
                    <a:pt x="1224837" y="289029"/>
                  </a:lnTo>
                  <a:lnTo>
                    <a:pt x="1225909" y="288663"/>
                  </a:lnTo>
                  <a:lnTo>
                    <a:pt x="1226980" y="288297"/>
                  </a:lnTo>
                  <a:lnTo>
                    <a:pt x="1228052" y="287930"/>
                  </a:lnTo>
                  <a:lnTo>
                    <a:pt x="1229123" y="287564"/>
                  </a:lnTo>
                  <a:lnTo>
                    <a:pt x="1230195" y="287197"/>
                  </a:lnTo>
                  <a:lnTo>
                    <a:pt x="1231267" y="286830"/>
                  </a:lnTo>
                  <a:lnTo>
                    <a:pt x="1232338" y="286463"/>
                  </a:lnTo>
                  <a:lnTo>
                    <a:pt x="1233410" y="286095"/>
                  </a:lnTo>
                  <a:lnTo>
                    <a:pt x="1234481" y="285728"/>
                  </a:lnTo>
                  <a:lnTo>
                    <a:pt x="1235553" y="285360"/>
                  </a:lnTo>
                  <a:lnTo>
                    <a:pt x="1236625" y="284992"/>
                  </a:lnTo>
                  <a:lnTo>
                    <a:pt x="1237696" y="284624"/>
                  </a:lnTo>
                  <a:lnTo>
                    <a:pt x="1238768" y="284256"/>
                  </a:lnTo>
                  <a:lnTo>
                    <a:pt x="1239839" y="283888"/>
                  </a:lnTo>
                  <a:lnTo>
                    <a:pt x="1240911" y="283520"/>
                  </a:lnTo>
                  <a:lnTo>
                    <a:pt x="1241983" y="283151"/>
                  </a:lnTo>
                  <a:lnTo>
                    <a:pt x="1243054" y="282782"/>
                  </a:lnTo>
                  <a:lnTo>
                    <a:pt x="1244126" y="282414"/>
                  </a:lnTo>
                  <a:lnTo>
                    <a:pt x="1245197" y="282045"/>
                  </a:lnTo>
                  <a:lnTo>
                    <a:pt x="1246269" y="281676"/>
                  </a:lnTo>
                  <a:lnTo>
                    <a:pt x="1247340" y="281306"/>
                  </a:lnTo>
                  <a:lnTo>
                    <a:pt x="1248412" y="280937"/>
                  </a:lnTo>
                  <a:lnTo>
                    <a:pt x="1249484" y="280568"/>
                  </a:lnTo>
                  <a:lnTo>
                    <a:pt x="1250555" y="280198"/>
                  </a:lnTo>
                  <a:lnTo>
                    <a:pt x="1251627" y="279829"/>
                  </a:lnTo>
                  <a:lnTo>
                    <a:pt x="1252698" y="279459"/>
                  </a:lnTo>
                  <a:lnTo>
                    <a:pt x="1253770" y="279089"/>
                  </a:lnTo>
                  <a:lnTo>
                    <a:pt x="1254842" y="278719"/>
                  </a:lnTo>
                  <a:lnTo>
                    <a:pt x="1255913" y="278349"/>
                  </a:lnTo>
                  <a:lnTo>
                    <a:pt x="1256985" y="277979"/>
                  </a:lnTo>
                  <a:lnTo>
                    <a:pt x="1258056" y="277609"/>
                  </a:lnTo>
                  <a:lnTo>
                    <a:pt x="1259128" y="277239"/>
                  </a:lnTo>
                  <a:lnTo>
                    <a:pt x="1260200" y="276868"/>
                  </a:lnTo>
                  <a:lnTo>
                    <a:pt x="1261271" y="276498"/>
                  </a:lnTo>
                  <a:lnTo>
                    <a:pt x="1262343" y="276128"/>
                  </a:lnTo>
                  <a:lnTo>
                    <a:pt x="1263414" y="275757"/>
                  </a:lnTo>
                  <a:lnTo>
                    <a:pt x="1264486" y="275386"/>
                  </a:lnTo>
                  <a:lnTo>
                    <a:pt x="1265558" y="275016"/>
                  </a:lnTo>
                  <a:lnTo>
                    <a:pt x="1266629" y="274645"/>
                  </a:lnTo>
                  <a:lnTo>
                    <a:pt x="1267701" y="274274"/>
                  </a:lnTo>
                  <a:lnTo>
                    <a:pt x="1268772" y="273904"/>
                  </a:lnTo>
                  <a:lnTo>
                    <a:pt x="1269844" y="273533"/>
                  </a:lnTo>
                  <a:lnTo>
                    <a:pt x="1270916" y="273162"/>
                  </a:lnTo>
                  <a:lnTo>
                    <a:pt x="1271987" y="272791"/>
                  </a:lnTo>
                  <a:lnTo>
                    <a:pt x="1273059" y="272420"/>
                  </a:lnTo>
                  <a:lnTo>
                    <a:pt x="1274130" y="272049"/>
                  </a:lnTo>
                  <a:lnTo>
                    <a:pt x="1275202" y="271678"/>
                  </a:lnTo>
                  <a:lnTo>
                    <a:pt x="1276274" y="271307"/>
                  </a:lnTo>
                  <a:lnTo>
                    <a:pt x="1277345" y="270936"/>
                  </a:lnTo>
                  <a:lnTo>
                    <a:pt x="1278417" y="270565"/>
                  </a:lnTo>
                  <a:lnTo>
                    <a:pt x="1279488" y="270194"/>
                  </a:lnTo>
                  <a:lnTo>
                    <a:pt x="1280560" y="269823"/>
                  </a:lnTo>
                  <a:lnTo>
                    <a:pt x="1281632" y="269452"/>
                  </a:lnTo>
                  <a:lnTo>
                    <a:pt x="1282703" y="269081"/>
                  </a:lnTo>
                  <a:lnTo>
                    <a:pt x="1283775" y="268710"/>
                  </a:lnTo>
                  <a:lnTo>
                    <a:pt x="1284846" y="268339"/>
                  </a:lnTo>
                  <a:lnTo>
                    <a:pt x="1285918" y="267968"/>
                  </a:lnTo>
                  <a:lnTo>
                    <a:pt x="1286990" y="267597"/>
                  </a:lnTo>
                  <a:lnTo>
                    <a:pt x="1288061" y="267226"/>
                  </a:lnTo>
                  <a:lnTo>
                    <a:pt x="1289133" y="266855"/>
                  </a:lnTo>
                  <a:lnTo>
                    <a:pt x="1290204" y="266484"/>
                  </a:lnTo>
                  <a:lnTo>
                    <a:pt x="1291276" y="266114"/>
                  </a:lnTo>
                  <a:lnTo>
                    <a:pt x="1292348" y="265743"/>
                  </a:lnTo>
                  <a:lnTo>
                    <a:pt x="1293419" y="265372"/>
                  </a:lnTo>
                  <a:lnTo>
                    <a:pt x="1294491" y="265001"/>
                  </a:lnTo>
                  <a:lnTo>
                    <a:pt x="1295562" y="264631"/>
                  </a:lnTo>
                  <a:lnTo>
                    <a:pt x="1296634" y="264260"/>
                  </a:lnTo>
                  <a:lnTo>
                    <a:pt x="1297706" y="263890"/>
                  </a:lnTo>
                  <a:lnTo>
                    <a:pt x="1298777" y="263519"/>
                  </a:lnTo>
                  <a:lnTo>
                    <a:pt x="1299849" y="263149"/>
                  </a:lnTo>
                  <a:lnTo>
                    <a:pt x="1300920" y="262778"/>
                  </a:lnTo>
                  <a:lnTo>
                    <a:pt x="1301992" y="262408"/>
                  </a:lnTo>
                  <a:lnTo>
                    <a:pt x="1303064" y="262038"/>
                  </a:lnTo>
                  <a:lnTo>
                    <a:pt x="1304135" y="261668"/>
                  </a:lnTo>
                  <a:lnTo>
                    <a:pt x="1305207" y="261298"/>
                  </a:lnTo>
                  <a:lnTo>
                    <a:pt x="1306278" y="260928"/>
                  </a:lnTo>
                  <a:lnTo>
                    <a:pt x="1307350" y="260558"/>
                  </a:lnTo>
                  <a:lnTo>
                    <a:pt x="1308422" y="260188"/>
                  </a:lnTo>
                  <a:lnTo>
                    <a:pt x="1309493" y="259819"/>
                  </a:lnTo>
                  <a:lnTo>
                    <a:pt x="1310565" y="259449"/>
                  </a:lnTo>
                  <a:lnTo>
                    <a:pt x="1311636" y="259080"/>
                  </a:lnTo>
                  <a:lnTo>
                    <a:pt x="1312708" y="258710"/>
                  </a:lnTo>
                  <a:lnTo>
                    <a:pt x="1313780" y="258341"/>
                  </a:lnTo>
                  <a:lnTo>
                    <a:pt x="1314851" y="257972"/>
                  </a:lnTo>
                  <a:lnTo>
                    <a:pt x="1315923" y="257603"/>
                  </a:lnTo>
                  <a:lnTo>
                    <a:pt x="1316994" y="257235"/>
                  </a:lnTo>
                  <a:lnTo>
                    <a:pt x="1318066" y="256866"/>
                  </a:lnTo>
                  <a:lnTo>
                    <a:pt x="1319138" y="256497"/>
                  </a:lnTo>
                  <a:lnTo>
                    <a:pt x="1320209" y="256129"/>
                  </a:lnTo>
                  <a:lnTo>
                    <a:pt x="1321281" y="255761"/>
                  </a:lnTo>
                  <a:lnTo>
                    <a:pt x="1322352" y="255393"/>
                  </a:lnTo>
                  <a:lnTo>
                    <a:pt x="1323424" y="255025"/>
                  </a:lnTo>
                  <a:lnTo>
                    <a:pt x="1324496" y="254657"/>
                  </a:lnTo>
                  <a:lnTo>
                    <a:pt x="1325567" y="254290"/>
                  </a:lnTo>
                  <a:lnTo>
                    <a:pt x="1326639" y="253922"/>
                  </a:lnTo>
                  <a:lnTo>
                    <a:pt x="1327710" y="253555"/>
                  </a:lnTo>
                  <a:lnTo>
                    <a:pt x="1328782" y="253188"/>
                  </a:lnTo>
                  <a:lnTo>
                    <a:pt x="1329854" y="252821"/>
                  </a:lnTo>
                  <a:lnTo>
                    <a:pt x="1330925" y="252454"/>
                  </a:lnTo>
                  <a:lnTo>
                    <a:pt x="1331997" y="252088"/>
                  </a:lnTo>
                  <a:lnTo>
                    <a:pt x="1333068" y="251721"/>
                  </a:lnTo>
                  <a:lnTo>
                    <a:pt x="1334140" y="251355"/>
                  </a:lnTo>
                  <a:lnTo>
                    <a:pt x="1335212" y="250989"/>
                  </a:lnTo>
                  <a:lnTo>
                    <a:pt x="1336283" y="250624"/>
                  </a:lnTo>
                  <a:lnTo>
                    <a:pt x="1337355" y="250258"/>
                  </a:lnTo>
                  <a:lnTo>
                    <a:pt x="1338426" y="249893"/>
                  </a:lnTo>
                  <a:lnTo>
                    <a:pt x="1339498" y="249528"/>
                  </a:lnTo>
                  <a:lnTo>
                    <a:pt x="1340570" y="249163"/>
                  </a:lnTo>
                  <a:lnTo>
                    <a:pt x="1341641" y="248798"/>
                  </a:lnTo>
                  <a:lnTo>
                    <a:pt x="1342713" y="248434"/>
                  </a:lnTo>
                  <a:lnTo>
                    <a:pt x="1343784" y="248069"/>
                  </a:lnTo>
                  <a:lnTo>
                    <a:pt x="1344856" y="247705"/>
                  </a:lnTo>
                  <a:lnTo>
                    <a:pt x="1345928" y="247342"/>
                  </a:lnTo>
                  <a:lnTo>
                    <a:pt x="1346999" y="246978"/>
                  </a:lnTo>
                  <a:lnTo>
                    <a:pt x="1348071" y="246615"/>
                  </a:lnTo>
                  <a:lnTo>
                    <a:pt x="1349142" y="246252"/>
                  </a:lnTo>
                  <a:lnTo>
                    <a:pt x="1350214" y="245889"/>
                  </a:lnTo>
                  <a:lnTo>
                    <a:pt x="1351286" y="245527"/>
                  </a:lnTo>
                  <a:lnTo>
                    <a:pt x="1352357" y="245165"/>
                  </a:lnTo>
                  <a:lnTo>
                    <a:pt x="1353429" y="244803"/>
                  </a:lnTo>
                  <a:lnTo>
                    <a:pt x="1354500" y="244441"/>
                  </a:lnTo>
                  <a:lnTo>
                    <a:pt x="1355572" y="244080"/>
                  </a:lnTo>
                  <a:lnTo>
                    <a:pt x="1356644" y="243719"/>
                  </a:lnTo>
                  <a:lnTo>
                    <a:pt x="1357715" y="243358"/>
                  </a:lnTo>
                  <a:lnTo>
                    <a:pt x="1358787" y="242998"/>
                  </a:lnTo>
                  <a:lnTo>
                    <a:pt x="1359858" y="242637"/>
                  </a:lnTo>
                  <a:lnTo>
                    <a:pt x="1360930" y="242277"/>
                  </a:lnTo>
                  <a:lnTo>
                    <a:pt x="1362002" y="241918"/>
                  </a:lnTo>
                  <a:lnTo>
                    <a:pt x="1363073" y="241559"/>
                  </a:lnTo>
                  <a:lnTo>
                    <a:pt x="1364145" y="241200"/>
                  </a:lnTo>
                  <a:lnTo>
                    <a:pt x="1365216" y="240841"/>
                  </a:lnTo>
                  <a:lnTo>
                    <a:pt x="1366288" y="240483"/>
                  </a:lnTo>
                  <a:lnTo>
                    <a:pt x="1367360" y="240125"/>
                  </a:lnTo>
                  <a:lnTo>
                    <a:pt x="1368431" y="239767"/>
                  </a:lnTo>
                  <a:lnTo>
                    <a:pt x="1369503" y="239410"/>
                  </a:lnTo>
                  <a:lnTo>
                    <a:pt x="1370574" y="239053"/>
                  </a:lnTo>
                  <a:lnTo>
                    <a:pt x="1371646" y="238696"/>
                  </a:lnTo>
                  <a:lnTo>
                    <a:pt x="1372718" y="238340"/>
                  </a:lnTo>
                  <a:lnTo>
                    <a:pt x="1373789" y="237984"/>
                  </a:lnTo>
                  <a:lnTo>
                    <a:pt x="1374861" y="237628"/>
                  </a:lnTo>
                  <a:lnTo>
                    <a:pt x="1375932" y="237273"/>
                  </a:lnTo>
                  <a:lnTo>
                    <a:pt x="1377004" y="236918"/>
                  </a:lnTo>
                  <a:lnTo>
                    <a:pt x="1378076" y="236563"/>
                  </a:lnTo>
                  <a:lnTo>
                    <a:pt x="1379147" y="236209"/>
                  </a:lnTo>
                  <a:lnTo>
                    <a:pt x="1380219" y="235855"/>
                  </a:lnTo>
                  <a:lnTo>
                    <a:pt x="1381290" y="235502"/>
                  </a:lnTo>
                  <a:lnTo>
                    <a:pt x="1382362" y="235149"/>
                  </a:lnTo>
                  <a:lnTo>
                    <a:pt x="1383434" y="234796"/>
                  </a:lnTo>
                  <a:lnTo>
                    <a:pt x="1384505" y="234444"/>
                  </a:lnTo>
                  <a:lnTo>
                    <a:pt x="1385577" y="234092"/>
                  </a:lnTo>
                  <a:lnTo>
                    <a:pt x="1386648" y="233741"/>
                  </a:lnTo>
                  <a:lnTo>
                    <a:pt x="1387720" y="233390"/>
                  </a:lnTo>
                  <a:lnTo>
                    <a:pt x="1388792" y="233039"/>
                  </a:lnTo>
                  <a:lnTo>
                    <a:pt x="1389863" y="232689"/>
                  </a:lnTo>
                  <a:lnTo>
                    <a:pt x="1390935" y="232339"/>
                  </a:lnTo>
                  <a:lnTo>
                    <a:pt x="1392006" y="231990"/>
                  </a:lnTo>
                  <a:lnTo>
                    <a:pt x="1393078" y="231641"/>
                  </a:lnTo>
                  <a:lnTo>
                    <a:pt x="1394150" y="231292"/>
                  </a:lnTo>
                  <a:lnTo>
                    <a:pt x="1395221" y="230944"/>
                  </a:lnTo>
                  <a:lnTo>
                    <a:pt x="1396293" y="230596"/>
                  </a:lnTo>
                  <a:lnTo>
                    <a:pt x="1397364" y="230249"/>
                  </a:lnTo>
                  <a:lnTo>
                    <a:pt x="1398436" y="229902"/>
                  </a:lnTo>
                  <a:lnTo>
                    <a:pt x="1399508" y="229556"/>
                  </a:lnTo>
                  <a:lnTo>
                    <a:pt x="1400579" y="229210"/>
                  </a:lnTo>
                  <a:lnTo>
                    <a:pt x="1401651" y="228865"/>
                  </a:lnTo>
                  <a:lnTo>
                    <a:pt x="1402722" y="228520"/>
                  </a:lnTo>
                  <a:lnTo>
                    <a:pt x="1403794" y="228175"/>
                  </a:lnTo>
                  <a:lnTo>
                    <a:pt x="1404866" y="227831"/>
                  </a:lnTo>
                  <a:lnTo>
                    <a:pt x="1405937" y="227488"/>
                  </a:lnTo>
                  <a:lnTo>
                    <a:pt x="1407009" y="227145"/>
                  </a:lnTo>
                  <a:lnTo>
                    <a:pt x="1408080" y="226802"/>
                  </a:lnTo>
                  <a:lnTo>
                    <a:pt x="1409152" y="226460"/>
                  </a:lnTo>
                  <a:lnTo>
                    <a:pt x="1410224" y="226119"/>
                  </a:lnTo>
                  <a:lnTo>
                    <a:pt x="1411295" y="225778"/>
                  </a:lnTo>
                  <a:lnTo>
                    <a:pt x="1412367" y="225437"/>
                  </a:lnTo>
                  <a:lnTo>
                    <a:pt x="1413438" y="225097"/>
                  </a:lnTo>
                  <a:lnTo>
                    <a:pt x="1414510" y="224758"/>
                  </a:lnTo>
                  <a:lnTo>
                    <a:pt x="1415582" y="224419"/>
                  </a:lnTo>
                  <a:lnTo>
                    <a:pt x="1416653" y="224080"/>
                  </a:lnTo>
                  <a:lnTo>
                    <a:pt x="1417725" y="223742"/>
                  </a:lnTo>
                  <a:lnTo>
                    <a:pt x="1418796" y="223405"/>
                  </a:lnTo>
                  <a:lnTo>
                    <a:pt x="1419868" y="223068"/>
                  </a:lnTo>
                  <a:lnTo>
                    <a:pt x="1420939" y="222732"/>
                  </a:lnTo>
                  <a:lnTo>
                    <a:pt x="1422011" y="222396"/>
                  </a:lnTo>
                  <a:lnTo>
                    <a:pt x="1423083" y="222061"/>
                  </a:lnTo>
                  <a:lnTo>
                    <a:pt x="1424154" y="221726"/>
                  </a:lnTo>
                  <a:lnTo>
                    <a:pt x="1425226" y="221392"/>
                  </a:lnTo>
                  <a:lnTo>
                    <a:pt x="1426297" y="221058"/>
                  </a:lnTo>
                  <a:lnTo>
                    <a:pt x="1427369" y="220725"/>
                  </a:lnTo>
                  <a:lnTo>
                    <a:pt x="1428441" y="220393"/>
                  </a:lnTo>
                  <a:lnTo>
                    <a:pt x="1429512" y="220061"/>
                  </a:lnTo>
                  <a:lnTo>
                    <a:pt x="1430584" y="219730"/>
                  </a:lnTo>
                  <a:lnTo>
                    <a:pt x="1431655" y="219399"/>
                  </a:lnTo>
                  <a:lnTo>
                    <a:pt x="1432727" y="219069"/>
                  </a:lnTo>
                  <a:lnTo>
                    <a:pt x="1433799" y="218739"/>
                  </a:lnTo>
                  <a:lnTo>
                    <a:pt x="1434870" y="218410"/>
                  </a:lnTo>
                  <a:lnTo>
                    <a:pt x="1435942" y="218082"/>
                  </a:lnTo>
                  <a:lnTo>
                    <a:pt x="1437013" y="217754"/>
                  </a:lnTo>
                  <a:lnTo>
                    <a:pt x="1438085" y="217427"/>
                  </a:lnTo>
                  <a:lnTo>
                    <a:pt x="1439157" y="217101"/>
                  </a:lnTo>
                  <a:lnTo>
                    <a:pt x="1440228" y="216775"/>
                  </a:lnTo>
                  <a:lnTo>
                    <a:pt x="1441300" y="216450"/>
                  </a:lnTo>
                  <a:lnTo>
                    <a:pt x="1442371" y="216125"/>
                  </a:lnTo>
                  <a:lnTo>
                    <a:pt x="1443443" y="215801"/>
                  </a:lnTo>
                  <a:lnTo>
                    <a:pt x="1444515" y="215478"/>
                  </a:lnTo>
                  <a:lnTo>
                    <a:pt x="1445586" y="215155"/>
                  </a:lnTo>
                  <a:lnTo>
                    <a:pt x="1446658" y="214833"/>
                  </a:lnTo>
                  <a:lnTo>
                    <a:pt x="1447729" y="214512"/>
                  </a:lnTo>
                  <a:lnTo>
                    <a:pt x="1448801" y="214191"/>
                  </a:lnTo>
                  <a:lnTo>
                    <a:pt x="1449873" y="213871"/>
                  </a:lnTo>
                  <a:lnTo>
                    <a:pt x="1450944" y="213551"/>
                  </a:lnTo>
                  <a:lnTo>
                    <a:pt x="1452016" y="213233"/>
                  </a:lnTo>
                  <a:lnTo>
                    <a:pt x="1453087" y="212914"/>
                  </a:lnTo>
                  <a:lnTo>
                    <a:pt x="1454159" y="212597"/>
                  </a:lnTo>
                  <a:lnTo>
                    <a:pt x="1455231" y="212280"/>
                  </a:lnTo>
                  <a:lnTo>
                    <a:pt x="1456302" y="211964"/>
                  </a:lnTo>
                  <a:lnTo>
                    <a:pt x="1457374" y="211649"/>
                  </a:lnTo>
                  <a:lnTo>
                    <a:pt x="1458445" y="211334"/>
                  </a:lnTo>
                  <a:lnTo>
                    <a:pt x="1459517" y="211020"/>
                  </a:lnTo>
                  <a:lnTo>
                    <a:pt x="1460589" y="210707"/>
                  </a:lnTo>
                  <a:lnTo>
                    <a:pt x="1461660" y="210395"/>
                  </a:lnTo>
                  <a:lnTo>
                    <a:pt x="1462732" y="210083"/>
                  </a:lnTo>
                  <a:lnTo>
                    <a:pt x="1463803" y="209772"/>
                  </a:lnTo>
                  <a:lnTo>
                    <a:pt x="1464875" y="209461"/>
                  </a:lnTo>
                  <a:lnTo>
                    <a:pt x="1465947" y="209152"/>
                  </a:lnTo>
                  <a:lnTo>
                    <a:pt x="1467018" y="208843"/>
                  </a:lnTo>
                  <a:lnTo>
                    <a:pt x="1468090" y="208534"/>
                  </a:lnTo>
                  <a:lnTo>
                    <a:pt x="1469161" y="208227"/>
                  </a:lnTo>
                  <a:lnTo>
                    <a:pt x="1470233" y="207920"/>
                  </a:lnTo>
                  <a:lnTo>
                    <a:pt x="1471305" y="207614"/>
                  </a:lnTo>
                  <a:lnTo>
                    <a:pt x="1472376" y="207309"/>
                  </a:lnTo>
                  <a:lnTo>
                    <a:pt x="1473448" y="207005"/>
                  </a:lnTo>
                  <a:lnTo>
                    <a:pt x="1474519" y="206701"/>
                  </a:lnTo>
                  <a:lnTo>
                    <a:pt x="1475591" y="206398"/>
                  </a:lnTo>
                  <a:lnTo>
                    <a:pt x="1476663" y="206096"/>
                  </a:lnTo>
                  <a:lnTo>
                    <a:pt x="1477734" y="205795"/>
                  </a:lnTo>
                  <a:lnTo>
                    <a:pt x="1478806" y="205494"/>
                  </a:lnTo>
                  <a:lnTo>
                    <a:pt x="1479877" y="205194"/>
                  </a:lnTo>
                  <a:lnTo>
                    <a:pt x="1480949" y="204895"/>
                  </a:lnTo>
                  <a:lnTo>
                    <a:pt x="1482021" y="204597"/>
                  </a:lnTo>
                  <a:lnTo>
                    <a:pt x="1483092" y="204300"/>
                  </a:lnTo>
                  <a:lnTo>
                    <a:pt x="1484164" y="204003"/>
                  </a:lnTo>
                  <a:lnTo>
                    <a:pt x="1485235" y="203707"/>
                  </a:lnTo>
                  <a:lnTo>
                    <a:pt x="1486307" y="203412"/>
                  </a:lnTo>
                  <a:lnTo>
                    <a:pt x="1487379" y="203118"/>
                  </a:lnTo>
                  <a:lnTo>
                    <a:pt x="1488450" y="202825"/>
                  </a:lnTo>
                  <a:lnTo>
                    <a:pt x="1489522" y="202533"/>
                  </a:lnTo>
                  <a:lnTo>
                    <a:pt x="1490593" y="202241"/>
                  </a:lnTo>
                  <a:lnTo>
                    <a:pt x="1491665" y="201950"/>
                  </a:lnTo>
                  <a:lnTo>
                    <a:pt x="1492737" y="201660"/>
                  </a:lnTo>
                  <a:lnTo>
                    <a:pt x="1493808" y="201371"/>
                  </a:lnTo>
                  <a:lnTo>
                    <a:pt x="1494880" y="201083"/>
                  </a:lnTo>
                  <a:lnTo>
                    <a:pt x="1495951" y="200795"/>
                  </a:lnTo>
                  <a:lnTo>
                    <a:pt x="1497023" y="200509"/>
                  </a:lnTo>
                  <a:lnTo>
                    <a:pt x="1498095" y="200223"/>
                  </a:lnTo>
                  <a:lnTo>
                    <a:pt x="1499166" y="199938"/>
                  </a:lnTo>
                  <a:lnTo>
                    <a:pt x="1500238" y="199654"/>
                  </a:lnTo>
                  <a:lnTo>
                    <a:pt x="1501309" y="199371"/>
                  </a:lnTo>
                  <a:lnTo>
                    <a:pt x="1502381" y="199089"/>
                  </a:lnTo>
                  <a:lnTo>
                    <a:pt x="1503453" y="198807"/>
                  </a:lnTo>
                  <a:lnTo>
                    <a:pt x="1504524" y="198527"/>
                  </a:lnTo>
                  <a:lnTo>
                    <a:pt x="1505596" y="198247"/>
                  </a:lnTo>
                  <a:lnTo>
                    <a:pt x="1506667" y="197969"/>
                  </a:lnTo>
                  <a:lnTo>
                    <a:pt x="1507739" y="197691"/>
                  </a:lnTo>
                  <a:lnTo>
                    <a:pt x="1508811" y="197414"/>
                  </a:lnTo>
                  <a:lnTo>
                    <a:pt x="1509882" y="197138"/>
                  </a:lnTo>
                  <a:lnTo>
                    <a:pt x="1510954" y="196863"/>
                  </a:lnTo>
                  <a:lnTo>
                    <a:pt x="1512025" y="196589"/>
                  </a:lnTo>
                  <a:lnTo>
                    <a:pt x="1513097" y="196316"/>
                  </a:lnTo>
                  <a:lnTo>
                    <a:pt x="1514169" y="196044"/>
                  </a:lnTo>
                  <a:lnTo>
                    <a:pt x="1515240" y="195773"/>
                  </a:lnTo>
                  <a:lnTo>
                    <a:pt x="1516312" y="195502"/>
                  </a:lnTo>
                  <a:lnTo>
                    <a:pt x="1517383" y="195233"/>
                  </a:lnTo>
                  <a:lnTo>
                    <a:pt x="1518455" y="194965"/>
                  </a:lnTo>
                  <a:lnTo>
                    <a:pt x="1519527" y="194697"/>
                  </a:lnTo>
                  <a:lnTo>
                    <a:pt x="1520598" y="194431"/>
                  </a:lnTo>
                  <a:lnTo>
                    <a:pt x="1521670" y="194165"/>
                  </a:lnTo>
                  <a:lnTo>
                    <a:pt x="1522741" y="193901"/>
                  </a:lnTo>
                  <a:lnTo>
                    <a:pt x="1523813" y="193637"/>
                  </a:lnTo>
                  <a:lnTo>
                    <a:pt x="1524885" y="193374"/>
                  </a:lnTo>
                  <a:lnTo>
                    <a:pt x="1525956" y="193113"/>
                  </a:lnTo>
                  <a:lnTo>
                    <a:pt x="1527028" y="192852"/>
                  </a:lnTo>
                  <a:lnTo>
                    <a:pt x="1528099" y="192593"/>
                  </a:lnTo>
                  <a:lnTo>
                    <a:pt x="1529171" y="192334"/>
                  </a:lnTo>
                  <a:lnTo>
                    <a:pt x="1530243" y="192076"/>
                  </a:lnTo>
                  <a:lnTo>
                    <a:pt x="1531314" y="191820"/>
                  </a:lnTo>
                  <a:lnTo>
                    <a:pt x="1532386" y="191564"/>
                  </a:lnTo>
                  <a:lnTo>
                    <a:pt x="1533457" y="191309"/>
                  </a:lnTo>
                  <a:lnTo>
                    <a:pt x="1534529" y="191056"/>
                  </a:lnTo>
                  <a:lnTo>
                    <a:pt x="1535601" y="190803"/>
                  </a:lnTo>
                  <a:lnTo>
                    <a:pt x="1536672" y="190552"/>
                  </a:lnTo>
                  <a:lnTo>
                    <a:pt x="1537744" y="190301"/>
                  </a:lnTo>
                  <a:lnTo>
                    <a:pt x="1538815" y="190052"/>
                  </a:lnTo>
                  <a:lnTo>
                    <a:pt x="1539887" y="189803"/>
                  </a:lnTo>
                  <a:lnTo>
                    <a:pt x="1540959" y="189556"/>
                  </a:lnTo>
                  <a:lnTo>
                    <a:pt x="1542030" y="189310"/>
                  </a:lnTo>
                  <a:lnTo>
                    <a:pt x="1543102" y="189064"/>
                  </a:lnTo>
                  <a:lnTo>
                    <a:pt x="1544173" y="188820"/>
                  </a:lnTo>
                  <a:lnTo>
                    <a:pt x="1545245" y="188577"/>
                  </a:lnTo>
                  <a:lnTo>
                    <a:pt x="1546317" y="188335"/>
                  </a:lnTo>
                  <a:lnTo>
                    <a:pt x="1547388" y="188094"/>
                  </a:lnTo>
                  <a:lnTo>
                    <a:pt x="1548460" y="187854"/>
                  </a:lnTo>
                  <a:lnTo>
                    <a:pt x="1549531" y="187615"/>
                  </a:lnTo>
                  <a:lnTo>
                    <a:pt x="1550603" y="187377"/>
                  </a:lnTo>
                  <a:lnTo>
                    <a:pt x="1551675" y="187140"/>
                  </a:lnTo>
                  <a:lnTo>
                    <a:pt x="1552746" y="186905"/>
                  </a:lnTo>
                  <a:lnTo>
                    <a:pt x="1553818" y="186670"/>
                  </a:lnTo>
                  <a:lnTo>
                    <a:pt x="1554889" y="186436"/>
                  </a:lnTo>
                  <a:lnTo>
                    <a:pt x="1555961" y="186203"/>
                  </a:lnTo>
                  <a:lnTo>
                    <a:pt x="1557033" y="185972"/>
                  </a:lnTo>
                  <a:lnTo>
                    <a:pt x="1558104" y="185741"/>
                  </a:lnTo>
                  <a:lnTo>
                    <a:pt x="1559176" y="185512"/>
                  </a:lnTo>
                  <a:lnTo>
                    <a:pt x="1560247" y="185283"/>
                  </a:lnTo>
                  <a:lnTo>
                    <a:pt x="1561319" y="185056"/>
                  </a:lnTo>
                  <a:lnTo>
                    <a:pt x="1562391" y="184829"/>
                  </a:lnTo>
                  <a:lnTo>
                    <a:pt x="1563462" y="184603"/>
                  </a:lnTo>
                  <a:lnTo>
                    <a:pt x="1564534" y="184379"/>
                  </a:lnTo>
                  <a:lnTo>
                    <a:pt x="1565605" y="184156"/>
                  </a:lnTo>
                  <a:lnTo>
                    <a:pt x="1566677" y="183933"/>
                  </a:lnTo>
                  <a:lnTo>
                    <a:pt x="1567749" y="183712"/>
                  </a:lnTo>
                  <a:lnTo>
                    <a:pt x="1568820" y="183491"/>
                  </a:lnTo>
                  <a:lnTo>
                    <a:pt x="1569892" y="183272"/>
                  </a:lnTo>
                  <a:lnTo>
                    <a:pt x="1570963" y="183053"/>
                  </a:lnTo>
                  <a:lnTo>
                    <a:pt x="1572035" y="182836"/>
                  </a:lnTo>
                  <a:lnTo>
                    <a:pt x="1573107" y="182620"/>
                  </a:lnTo>
                  <a:lnTo>
                    <a:pt x="1574178" y="182404"/>
                  </a:lnTo>
                  <a:lnTo>
                    <a:pt x="1575250" y="182190"/>
                  </a:lnTo>
                  <a:lnTo>
                    <a:pt x="1576321" y="181976"/>
                  </a:lnTo>
                  <a:lnTo>
                    <a:pt x="1577393" y="181764"/>
                  </a:lnTo>
                  <a:lnTo>
                    <a:pt x="1578465" y="181552"/>
                  </a:lnTo>
                  <a:lnTo>
                    <a:pt x="1579536" y="181342"/>
                  </a:lnTo>
                  <a:lnTo>
                    <a:pt x="1580608" y="181132"/>
                  </a:lnTo>
                  <a:lnTo>
                    <a:pt x="1581679" y="180924"/>
                  </a:lnTo>
                  <a:lnTo>
                    <a:pt x="1582751" y="180716"/>
                  </a:lnTo>
                  <a:lnTo>
                    <a:pt x="1583823" y="180510"/>
                  </a:lnTo>
                  <a:lnTo>
                    <a:pt x="1584894" y="180304"/>
                  </a:lnTo>
                  <a:lnTo>
                    <a:pt x="1585966" y="180100"/>
                  </a:lnTo>
                  <a:lnTo>
                    <a:pt x="1587037" y="179896"/>
                  </a:lnTo>
                  <a:lnTo>
                    <a:pt x="1588109" y="179693"/>
                  </a:lnTo>
                  <a:lnTo>
                    <a:pt x="1589181" y="179492"/>
                  </a:lnTo>
                  <a:lnTo>
                    <a:pt x="1590252" y="179291"/>
                  </a:lnTo>
                  <a:lnTo>
                    <a:pt x="1591324" y="179091"/>
                  </a:lnTo>
                  <a:lnTo>
                    <a:pt x="1592395" y="178893"/>
                  </a:lnTo>
                  <a:lnTo>
                    <a:pt x="1593467" y="178695"/>
                  </a:lnTo>
                  <a:lnTo>
                    <a:pt x="1594539" y="178498"/>
                  </a:lnTo>
                  <a:lnTo>
                    <a:pt x="1595610" y="178302"/>
                  </a:lnTo>
                  <a:lnTo>
                    <a:pt x="1596682" y="178107"/>
                  </a:lnTo>
                  <a:lnTo>
                    <a:pt x="1597753" y="177913"/>
                  </a:lnTo>
                  <a:lnTo>
                    <a:pt x="1598825" y="177720"/>
                  </a:lnTo>
                  <a:lnTo>
                    <a:pt x="1599896" y="177528"/>
                  </a:lnTo>
                  <a:lnTo>
                    <a:pt x="1600968" y="177336"/>
                  </a:lnTo>
                  <a:lnTo>
                    <a:pt x="1602040" y="177146"/>
                  </a:lnTo>
                  <a:lnTo>
                    <a:pt x="1603111" y="176957"/>
                  </a:lnTo>
                  <a:lnTo>
                    <a:pt x="1604183" y="176768"/>
                  </a:lnTo>
                  <a:lnTo>
                    <a:pt x="1605254" y="176581"/>
                  </a:lnTo>
                  <a:lnTo>
                    <a:pt x="1606326" y="176395"/>
                  </a:lnTo>
                  <a:lnTo>
                    <a:pt x="1607398" y="176209"/>
                  </a:lnTo>
                  <a:lnTo>
                    <a:pt x="1608469" y="176024"/>
                  </a:lnTo>
                  <a:lnTo>
                    <a:pt x="1609541" y="175840"/>
                  </a:lnTo>
                  <a:lnTo>
                    <a:pt x="1610612" y="175658"/>
                  </a:lnTo>
                  <a:lnTo>
                    <a:pt x="1611684" y="175476"/>
                  </a:lnTo>
                  <a:lnTo>
                    <a:pt x="1612756" y="175295"/>
                  </a:lnTo>
                  <a:lnTo>
                    <a:pt x="1613827" y="175115"/>
                  </a:lnTo>
                  <a:lnTo>
                    <a:pt x="1614899" y="174935"/>
                  </a:lnTo>
                  <a:lnTo>
                    <a:pt x="1615970" y="174757"/>
                  </a:lnTo>
                  <a:lnTo>
                    <a:pt x="1617042" y="174580"/>
                  </a:lnTo>
                  <a:lnTo>
                    <a:pt x="1618114" y="174403"/>
                  </a:lnTo>
                  <a:lnTo>
                    <a:pt x="1619185" y="174228"/>
                  </a:lnTo>
                  <a:lnTo>
                    <a:pt x="1620257" y="174053"/>
                  </a:lnTo>
                  <a:lnTo>
                    <a:pt x="1621328" y="173879"/>
                  </a:lnTo>
                  <a:lnTo>
                    <a:pt x="1622400" y="173707"/>
                  </a:lnTo>
                  <a:lnTo>
                    <a:pt x="1623472" y="173535"/>
                  </a:lnTo>
                  <a:lnTo>
                    <a:pt x="1624543" y="173363"/>
                  </a:lnTo>
                  <a:lnTo>
                    <a:pt x="1625615" y="173193"/>
                  </a:lnTo>
                  <a:lnTo>
                    <a:pt x="1626686" y="173024"/>
                  </a:lnTo>
                  <a:lnTo>
                    <a:pt x="1627758" y="172856"/>
                  </a:lnTo>
                  <a:lnTo>
                    <a:pt x="1628830" y="172688"/>
                  </a:lnTo>
                  <a:lnTo>
                    <a:pt x="1629901" y="172521"/>
                  </a:lnTo>
                  <a:lnTo>
                    <a:pt x="1630973" y="172356"/>
                  </a:lnTo>
                  <a:lnTo>
                    <a:pt x="1632044" y="172191"/>
                  </a:lnTo>
                  <a:lnTo>
                    <a:pt x="1633116" y="172027"/>
                  </a:lnTo>
                  <a:lnTo>
                    <a:pt x="1634188" y="171863"/>
                  </a:lnTo>
                  <a:lnTo>
                    <a:pt x="1635259" y="171701"/>
                  </a:lnTo>
                  <a:lnTo>
                    <a:pt x="1636331" y="171540"/>
                  </a:lnTo>
                  <a:lnTo>
                    <a:pt x="1637402" y="171379"/>
                  </a:lnTo>
                  <a:lnTo>
                    <a:pt x="1638474" y="171219"/>
                  </a:lnTo>
                  <a:lnTo>
                    <a:pt x="1639546" y="171060"/>
                  </a:lnTo>
                  <a:lnTo>
                    <a:pt x="1640617" y="170902"/>
                  </a:lnTo>
                  <a:lnTo>
                    <a:pt x="1641689" y="170745"/>
                  </a:lnTo>
                  <a:lnTo>
                    <a:pt x="1642760" y="170589"/>
                  </a:lnTo>
                  <a:lnTo>
                    <a:pt x="1643832" y="170433"/>
                  </a:lnTo>
                  <a:lnTo>
                    <a:pt x="1644904" y="170279"/>
                  </a:lnTo>
                  <a:lnTo>
                    <a:pt x="1645975" y="170125"/>
                  </a:lnTo>
                  <a:lnTo>
                    <a:pt x="1647047" y="169972"/>
                  </a:lnTo>
                  <a:lnTo>
                    <a:pt x="1648118" y="169820"/>
                  </a:lnTo>
                  <a:lnTo>
                    <a:pt x="1649190" y="169669"/>
                  </a:lnTo>
                  <a:lnTo>
                    <a:pt x="1650262" y="169518"/>
                  </a:lnTo>
                  <a:lnTo>
                    <a:pt x="1651333" y="169368"/>
                  </a:lnTo>
                  <a:lnTo>
                    <a:pt x="1652405" y="169220"/>
                  </a:lnTo>
                  <a:lnTo>
                    <a:pt x="1653476" y="169072"/>
                  </a:lnTo>
                  <a:lnTo>
                    <a:pt x="1654548" y="168925"/>
                  </a:lnTo>
                  <a:lnTo>
                    <a:pt x="1655620" y="168778"/>
                  </a:lnTo>
                  <a:lnTo>
                    <a:pt x="1656691" y="168633"/>
                  </a:lnTo>
                  <a:lnTo>
                    <a:pt x="1657763" y="168488"/>
                  </a:lnTo>
                  <a:lnTo>
                    <a:pt x="1658834" y="168344"/>
                  </a:lnTo>
                  <a:lnTo>
                    <a:pt x="1659906" y="168201"/>
                  </a:lnTo>
                  <a:lnTo>
                    <a:pt x="1660978" y="168059"/>
                  </a:lnTo>
                  <a:lnTo>
                    <a:pt x="1662049" y="167917"/>
                  </a:lnTo>
                  <a:lnTo>
                    <a:pt x="1663121" y="167777"/>
                  </a:lnTo>
                  <a:lnTo>
                    <a:pt x="1664192" y="167637"/>
                  </a:lnTo>
                  <a:lnTo>
                    <a:pt x="1665264" y="167498"/>
                  </a:lnTo>
                  <a:lnTo>
                    <a:pt x="1666336" y="167359"/>
                  </a:lnTo>
                  <a:lnTo>
                    <a:pt x="1667407" y="167222"/>
                  </a:lnTo>
                  <a:lnTo>
                    <a:pt x="1668479" y="167085"/>
                  </a:lnTo>
                  <a:lnTo>
                    <a:pt x="1669550" y="166949"/>
                  </a:lnTo>
                  <a:lnTo>
                    <a:pt x="1670622" y="166814"/>
                  </a:lnTo>
                  <a:lnTo>
                    <a:pt x="1671694" y="166680"/>
                  </a:lnTo>
                  <a:lnTo>
                    <a:pt x="1672765" y="166546"/>
                  </a:lnTo>
                  <a:lnTo>
                    <a:pt x="1673837" y="166413"/>
                  </a:lnTo>
                  <a:lnTo>
                    <a:pt x="1674908" y="166281"/>
                  </a:lnTo>
                  <a:lnTo>
                    <a:pt x="1675980" y="166150"/>
                  </a:lnTo>
                  <a:lnTo>
                    <a:pt x="1677052" y="166020"/>
                  </a:lnTo>
                  <a:lnTo>
                    <a:pt x="1678123" y="165890"/>
                  </a:lnTo>
                  <a:lnTo>
                    <a:pt x="1679195" y="165761"/>
                  </a:lnTo>
                  <a:lnTo>
                    <a:pt x="1680266" y="165633"/>
                  </a:lnTo>
                  <a:lnTo>
                    <a:pt x="1681338" y="165505"/>
                  </a:lnTo>
                  <a:lnTo>
                    <a:pt x="1682410" y="165379"/>
                  </a:lnTo>
                  <a:lnTo>
                    <a:pt x="1683481" y="165253"/>
                  </a:lnTo>
                  <a:lnTo>
                    <a:pt x="1684553" y="165128"/>
                  </a:lnTo>
                  <a:lnTo>
                    <a:pt x="1685624" y="165003"/>
                  </a:lnTo>
                  <a:lnTo>
                    <a:pt x="1686696" y="164880"/>
                  </a:lnTo>
                  <a:lnTo>
                    <a:pt x="1687768" y="164757"/>
                  </a:lnTo>
                  <a:lnTo>
                    <a:pt x="1688839" y="164634"/>
                  </a:lnTo>
                  <a:lnTo>
                    <a:pt x="1689911" y="164513"/>
                  </a:lnTo>
                  <a:lnTo>
                    <a:pt x="1690982" y="164392"/>
                  </a:lnTo>
                  <a:lnTo>
                    <a:pt x="1692054" y="164272"/>
                  </a:lnTo>
                  <a:lnTo>
                    <a:pt x="1693126" y="164153"/>
                  </a:lnTo>
                  <a:lnTo>
                    <a:pt x="1694197" y="164035"/>
                  </a:lnTo>
                  <a:lnTo>
                    <a:pt x="1695269" y="163917"/>
                  </a:lnTo>
                  <a:lnTo>
                    <a:pt x="1696340" y="163800"/>
                  </a:lnTo>
                  <a:lnTo>
                    <a:pt x="1697412" y="163683"/>
                  </a:lnTo>
                  <a:lnTo>
                    <a:pt x="1698484" y="163568"/>
                  </a:lnTo>
                  <a:lnTo>
                    <a:pt x="1699555" y="163453"/>
                  </a:lnTo>
                  <a:lnTo>
                    <a:pt x="1700627" y="163339"/>
                  </a:lnTo>
                  <a:lnTo>
                    <a:pt x="1701698" y="163225"/>
                  </a:lnTo>
                  <a:lnTo>
                    <a:pt x="1702770" y="163112"/>
                  </a:lnTo>
                  <a:lnTo>
                    <a:pt x="1703842" y="163000"/>
                  </a:lnTo>
                  <a:lnTo>
                    <a:pt x="1704913" y="162889"/>
                  </a:lnTo>
                  <a:lnTo>
                    <a:pt x="1705985" y="162778"/>
                  </a:lnTo>
                  <a:lnTo>
                    <a:pt x="1707056" y="162668"/>
                  </a:lnTo>
                  <a:lnTo>
                    <a:pt x="1708128" y="162559"/>
                  </a:lnTo>
                  <a:lnTo>
                    <a:pt x="1709200" y="162450"/>
                  </a:lnTo>
                  <a:lnTo>
                    <a:pt x="1710271" y="162342"/>
                  </a:lnTo>
                  <a:lnTo>
                    <a:pt x="1711343" y="162235"/>
                  </a:lnTo>
                  <a:lnTo>
                    <a:pt x="1712414" y="162129"/>
                  </a:lnTo>
                  <a:lnTo>
                    <a:pt x="1713486" y="162023"/>
                  </a:lnTo>
                  <a:lnTo>
                    <a:pt x="1714558" y="161918"/>
                  </a:lnTo>
                  <a:lnTo>
                    <a:pt x="1715629" y="161813"/>
                  </a:lnTo>
                  <a:lnTo>
                    <a:pt x="1716701" y="161709"/>
                  </a:lnTo>
                  <a:lnTo>
                    <a:pt x="1717772" y="161606"/>
                  </a:lnTo>
                  <a:lnTo>
                    <a:pt x="1718844" y="161504"/>
                  </a:lnTo>
                  <a:lnTo>
                    <a:pt x="1719916" y="161402"/>
                  </a:lnTo>
                  <a:lnTo>
                    <a:pt x="1720987" y="161301"/>
                  </a:lnTo>
                  <a:lnTo>
                    <a:pt x="1722059" y="161200"/>
                  </a:lnTo>
                  <a:lnTo>
                    <a:pt x="1723130" y="161101"/>
                  </a:lnTo>
                  <a:lnTo>
                    <a:pt x="1724202" y="161001"/>
                  </a:lnTo>
                  <a:lnTo>
                    <a:pt x="1725274" y="160903"/>
                  </a:lnTo>
                  <a:lnTo>
                    <a:pt x="1726345" y="160805"/>
                  </a:lnTo>
                  <a:lnTo>
                    <a:pt x="1727417" y="160708"/>
                  </a:lnTo>
                  <a:lnTo>
                    <a:pt x="1728488" y="160611"/>
                  </a:lnTo>
                  <a:lnTo>
                    <a:pt x="1729560" y="160515"/>
                  </a:lnTo>
                  <a:lnTo>
                    <a:pt x="1730632" y="160420"/>
                  </a:lnTo>
                  <a:lnTo>
                    <a:pt x="1731703" y="160325"/>
                  </a:lnTo>
                  <a:lnTo>
                    <a:pt x="1732775" y="160231"/>
                  </a:lnTo>
                  <a:lnTo>
                    <a:pt x="1733846" y="160138"/>
                  </a:lnTo>
                  <a:lnTo>
                    <a:pt x="1734918" y="160045"/>
                  </a:lnTo>
                  <a:lnTo>
                    <a:pt x="1735990" y="159953"/>
                  </a:lnTo>
                  <a:lnTo>
                    <a:pt x="1737061" y="159862"/>
                  </a:lnTo>
                  <a:lnTo>
                    <a:pt x="1738133" y="159771"/>
                  </a:lnTo>
                  <a:lnTo>
                    <a:pt x="1739204" y="159680"/>
                  </a:lnTo>
                  <a:lnTo>
                    <a:pt x="1740276" y="159591"/>
                  </a:lnTo>
                  <a:lnTo>
                    <a:pt x="1741348" y="159502"/>
                  </a:lnTo>
                  <a:lnTo>
                    <a:pt x="1742419" y="159413"/>
                  </a:lnTo>
                  <a:lnTo>
                    <a:pt x="1743491" y="159326"/>
                  </a:lnTo>
                  <a:lnTo>
                    <a:pt x="1744562" y="159238"/>
                  </a:lnTo>
                  <a:lnTo>
                    <a:pt x="1745634" y="159152"/>
                  </a:lnTo>
                  <a:lnTo>
                    <a:pt x="1746706" y="159066"/>
                  </a:lnTo>
                  <a:lnTo>
                    <a:pt x="1747777" y="158980"/>
                  </a:lnTo>
                  <a:lnTo>
                    <a:pt x="1748849" y="158896"/>
                  </a:lnTo>
                  <a:lnTo>
                    <a:pt x="1749920" y="158811"/>
                  </a:lnTo>
                  <a:lnTo>
                    <a:pt x="1750992" y="158728"/>
                  </a:lnTo>
                  <a:lnTo>
                    <a:pt x="1752064" y="158645"/>
                  </a:lnTo>
                  <a:lnTo>
                    <a:pt x="1753135" y="158562"/>
                  </a:lnTo>
                  <a:lnTo>
                    <a:pt x="1754207" y="158480"/>
                  </a:lnTo>
                  <a:lnTo>
                    <a:pt x="1755278" y="158399"/>
                  </a:lnTo>
                  <a:lnTo>
                    <a:pt x="1756350" y="158318"/>
                  </a:lnTo>
                  <a:lnTo>
                    <a:pt x="1757422" y="158238"/>
                  </a:lnTo>
                  <a:lnTo>
                    <a:pt x="1758493" y="158159"/>
                  </a:lnTo>
                  <a:lnTo>
                    <a:pt x="1759565" y="158080"/>
                  </a:lnTo>
                  <a:lnTo>
                    <a:pt x="1760636" y="158001"/>
                  </a:lnTo>
                  <a:lnTo>
                    <a:pt x="1761708" y="157923"/>
                  </a:lnTo>
                  <a:lnTo>
                    <a:pt x="1762780" y="157846"/>
                  </a:lnTo>
                  <a:lnTo>
                    <a:pt x="1763851" y="157769"/>
                  </a:lnTo>
                  <a:lnTo>
                    <a:pt x="1764923" y="157693"/>
                  </a:lnTo>
                  <a:lnTo>
                    <a:pt x="1765994" y="157618"/>
                  </a:lnTo>
                  <a:lnTo>
                    <a:pt x="1767066" y="157542"/>
                  </a:lnTo>
                  <a:lnTo>
                    <a:pt x="1768138" y="157468"/>
                  </a:lnTo>
                  <a:lnTo>
                    <a:pt x="1769209" y="157394"/>
                  </a:lnTo>
                  <a:lnTo>
                    <a:pt x="1770281" y="157321"/>
                  </a:lnTo>
                  <a:lnTo>
                    <a:pt x="1771352" y="157248"/>
                  </a:lnTo>
                  <a:lnTo>
                    <a:pt x="1772424" y="157175"/>
                  </a:lnTo>
                  <a:lnTo>
                    <a:pt x="1773496" y="157103"/>
                  </a:lnTo>
                  <a:lnTo>
                    <a:pt x="1774567" y="157032"/>
                  </a:lnTo>
                  <a:lnTo>
                    <a:pt x="1775639" y="156961"/>
                  </a:lnTo>
                  <a:lnTo>
                    <a:pt x="1776710" y="156891"/>
                  </a:lnTo>
                  <a:lnTo>
                    <a:pt x="1777782" y="156821"/>
                  </a:lnTo>
                  <a:lnTo>
                    <a:pt x="1778853" y="156752"/>
                  </a:lnTo>
                  <a:lnTo>
                    <a:pt x="1779925" y="156683"/>
                  </a:lnTo>
                  <a:lnTo>
                    <a:pt x="1780997" y="156615"/>
                  </a:lnTo>
                  <a:lnTo>
                    <a:pt x="1782068" y="156548"/>
                  </a:lnTo>
                  <a:lnTo>
                    <a:pt x="1783140" y="156480"/>
                  </a:lnTo>
                  <a:lnTo>
                    <a:pt x="1784211" y="156414"/>
                  </a:lnTo>
                  <a:lnTo>
                    <a:pt x="1785283" y="156348"/>
                  </a:lnTo>
                  <a:lnTo>
                    <a:pt x="1786355" y="156282"/>
                  </a:lnTo>
                  <a:lnTo>
                    <a:pt x="1787426" y="156217"/>
                  </a:lnTo>
                  <a:lnTo>
                    <a:pt x="1788498" y="156152"/>
                  </a:lnTo>
                  <a:lnTo>
                    <a:pt x="1789569" y="156088"/>
                  </a:lnTo>
                  <a:lnTo>
                    <a:pt x="1790641" y="156024"/>
                  </a:lnTo>
                  <a:lnTo>
                    <a:pt x="1791713" y="155961"/>
                  </a:lnTo>
                  <a:lnTo>
                    <a:pt x="1792784" y="155899"/>
                  </a:lnTo>
                  <a:lnTo>
                    <a:pt x="1793856" y="155836"/>
                  </a:lnTo>
                  <a:lnTo>
                    <a:pt x="1794927" y="155775"/>
                  </a:lnTo>
                  <a:lnTo>
                    <a:pt x="1795999" y="155713"/>
                  </a:lnTo>
                  <a:lnTo>
                    <a:pt x="1797071" y="155653"/>
                  </a:lnTo>
                  <a:lnTo>
                    <a:pt x="1798142" y="155592"/>
                  </a:lnTo>
                  <a:lnTo>
                    <a:pt x="1799214" y="155533"/>
                  </a:lnTo>
                  <a:lnTo>
                    <a:pt x="1800285" y="155473"/>
                  </a:lnTo>
                  <a:lnTo>
                    <a:pt x="1801357" y="155414"/>
                  </a:lnTo>
                  <a:lnTo>
                    <a:pt x="1802429" y="155356"/>
                  </a:lnTo>
                  <a:lnTo>
                    <a:pt x="1803500" y="155298"/>
                  </a:lnTo>
                  <a:lnTo>
                    <a:pt x="1804572" y="155240"/>
                  </a:lnTo>
                  <a:lnTo>
                    <a:pt x="1805643" y="155183"/>
                  </a:lnTo>
                  <a:lnTo>
                    <a:pt x="1806715" y="155127"/>
                  </a:lnTo>
                  <a:lnTo>
                    <a:pt x="1807787" y="155071"/>
                  </a:lnTo>
                  <a:lnTo>
                    <a:pt x="1808858" y="155015"/>
                  </a:lnTo>
                  <a:lnTo>
                    <a:pt x="1809930" y="154960"/>
                  </a:lnTo>
                  <a:lnTo>
                    <a:pt x="1811001" y="154905"/>
                  </a:lnTo>
                  <a:lnTo>
                    <a:pt x="1812073" y="154850"/>
                  </a:lnTo>
                  <a:lnTo>
                    <a:pt x="1813145" y="154796"/>
                  </a:lnTo>
                  <a:lnTo>
                    <a:pt x="1814216" y="154743"/>
                  </a:lnTo>
                  <a:lnTo>
                    <a:pt x="1815288" y="154690"/>
                  </a:lnTo>
                  <a:lnTo>
                    <a:pt x="1816359" y="154637"/>
                  </a:lnTo>
                  <a:lnTo>
                    <a:pt x="1817431" y="154585"/>
                  </a:lnTo>
                  <a:lnTo>
                    <a:pt x="1818503" y="154533"/>
                  </a:lnTo>
                  <a:lnTo>
                    <a:pt x="1819574" y="154482"/>
                  </a:lnTo>
                  <a:lnTo>
                    <a:pt x="1820646" y="154430"/>
                  </a:lnTo>
                  <a:lnTo>
                    <a:pt x="1821717" y="154380"/>
                  </a:lnTo>
                  <a:lnTo>
                    <a:pt x="1822789" y="154330"/>
                  </a:lnTo>
                  <a:lnTo>
                    <a:pt x="1823861" y="154280"/>
                  </a:lnTo>
                  <a:lnTo>
                    <a:pt x="1824932" y="154231"/>
                  </a:lnTo>
                  <a:lnTo>
                    <a:pt x="1826004" y="154182"/>
                  </a:lnTo>
                  <a:lnTo>
                    <a:pt x="1827075" y="154133"/>
                  </a:lnTo>
                  <a:lnTo>
                    <a:pt x="1828147" y="154085"/>
                  </a:lnTo>
                  <a:lnTo>
                    <a:pt x="1829219" y="154037"/>
                  </a:lnTo>
                  <a:lnTo>
                    <a:pt x="1830290" y="153990"/>
                  </a:lnTo>
                  <a:lnTo>
                    <a:pt x="1831362" y="153943"/>
                  </a:lnTo>
                  <a:lnTo>
                    <a:pt x="1832433" y="153896"/>
                  </a:lnTo>
                  <a:lnTo>
                    <a:pt x="1833505" y="153850"/>
                  </a:lnTo>
                  <a:lnTo>
                    <a:pt x="1834577" y="153804"/>
                  </a:lnTo>
                  <a:lnTo>
                    <a:pt x="1835648" y="153759"/>
                  </a:lnTo>
                  <a:lnTo>
                    <a:pt x="1836720" y="153713"/>
                  </a:lnTo>
                  <a:lnTo>
                    <a:pt x="1837791" y="153669"/>
                  </a:lnTo>
                  <a:lnTo>
                    <a:pt x="1838863" y="153624"/>
                  </a:lnTo>
                  <a:lnTo>
                    <a:pt x="1839935" y="153580"/>
                  </a:lnTo>
                  <a:lnTo>
                    <a:pt x="1841006" y="153537"/>
                  </a:lnTo>
                  <a:lnTo>
                    <a:pt x="1842078" y="153493"/>
                  </a:lnTo>
                  <a:lnTo>
                    <a:pt x="1843149" y="153451"/>
                  </a:lnTo>
                  <a:lnTo>
                    <a:pt x="1844221" y="153408"/>
                  </a:lnTo>
                  <a:lnTo>
                    <a:pt x="1845293" y="153366"/>
                  </a:lnTo>
                  <a:lnTo>
                    <a:pt x="1846364" y="153324"/>
                  </a:lnTo>
                  <a:lnTo>
                    <a:pt x="1847436" y="153282"/>
                  </a:lnTo>
                  <a:lnTo>
                    <a:pt x="1848507" y="153241"/>
                  </a:lnTo>
                  <a:lnTo>
                    <a:pt x="1849579" y="153200"/>
                  </a:lnTo>
                  <a:lnTo>
                    <a:pt x="1850651" y="153160"/>
                  </a:lnTo>
                  <a:lnTo>
                    <a:pt x="1851722" y="153120"/>
                  </a:lnTo>
                  <a:lnTo>
                    <a:pt x="1852794" y="153080"/>
                  </a:lnTo>
                  <a:lnTo>
                    <a:pt x="1853865" y="153041"/>
                  </a:lnTo>
                  <a:lnTo>
                    <a:pt x="1854937" y="153001"/>
                  </a:lnTo>
                  <a:lnTo>
                    <a:pt x="1856009" y="152963"/>
                  </a:lnTo>
                  <a:lnTo>
                    <a:pt x="1857080" y="152924"/>
                  </a:lnTo>
                  <a:lnTo>
                    <a:pt x="1858152" y="152886"/>
                  </a:lnTo>
                  <a:lnTo>
                    <a:pt x="1859223" y="152848"/>
                  </a:lnTo>
                  <a:lnTo>
                    <a:pt x="1860295" y="152810"/>
                  </a:lnTo>
                  <a:lnTo>
                    <a:pt x="1861367" y="152773"/>
                  </a:lnTo>
                  <a:lnTo>
                    <a:pt x="1862438" y="152736"/>
                  </a:lnTo>
                  <a:lnTo>
                    <a:pt x="1863510" y="152700"/>
                  </a:lnTo>
                  <a:lnTo>
                    <a:pt x="1864581" y="152663"/>
                  </a:lnTo>
                  <a:lnTo>
                    <a:pt x="1865653" y="152627"/>
                  </a:lnTo>
                  <a:lnTo>
                    <a:pt x="1866725" y="152591"/>
                  </a:lnTo>
                  <a:lnTo>
                    <a:pt x="1867796" y="152556"/>
                  </a:lnTo>
                  <a:lnTo>
                    <a:pt x="1868868" y="152521"/>
                  </a:lnTo>
                  <a:lnTo>
                    <a:pt x="1869939" y="152486"/>
                  </a:lnTo>
                  <a:lnTo>
                    <a:pt x="1871011" y="152451"/>
                  </a:lnTo>
                  <a:lnTo>
                    <a:pt x="1872083" y="152417"/>
                  </a:lnTo>
                  <a:lnTo>
                    <a:pt x="1873154" y="152383"/>
                  </a:lnTo>
                  <a:lnTo>
                    <a:pt x="1874226" y="152349"/>
                  </a:lnTo>
                  <a:lnTo>
                    <a:pt x="1875297" y="152316"/>
                  </a:lnTo>
                  <a:lnTo>
                    <a:pt x="1876369" y="152283"/>
                  </a:lnTo>
                  <a:lnTo>
                    <a:pt x="1877441" y="152250"/>
                  </a:lnTo>
                  <a:lnTo>
                    <a:pt x="1878512" y="152217"/>
                  </a:lnTo>
                  <a:lnTo>
                    <a:pt x="1879584" y="152185"/>
                  </a:lnTo>
                  <a:lnTo>
                    <a:pt x="1880655" y="152153"/>
                  </a:lnTo>
                  <a:lnTo>
                    <a:pt x="1881727" y="152121"/>
                  </a:lnTo>
                  <a:lnTo>
                    <a:pt x="1882799" y="152089"/>
                  </a:lnTo>
                  <a:lnTo>
                    <a:pt x="1883870" y="152058"/>
                  </a:lnTo>
                  <a:lnTo>
                    <a:pt x="1884942" y="152027"/>
                  </a:lnTo>
                  <a:lnTo>
                    <a:pt x="1886013" y="151996"/>
                  </a:lnTo>
                  <a:lnTo>
                    <a:pt x="1887085" y="151965"/>
                  </a:lnTo>
                  <a:lnTo>
                    <a:pt x="1888157" y="151935"/>
                  </a:lnTo>
                  <a:lnTo>
                    <a:pt x="1889228" y="151905"/>
                  </a:lnTo>
                  <a:lnTo>
                    <a:pt x="1890300" y="151875"/>
                  </a:lnTo>
                  <a:lnTo>
                    <a:pt x="1891371" y="151845"/>
                  </a:lnTo>
                  <a:lnTo>
                    <a:pt x="1892443" y="151816"/>
                  </a:lnTo>
                  <a:lnTo>
                    <a:pt x="1893515" y="151787"/>
                  </a:lnTo>
                  <a:lnTo>
                    <a:pt x="1894586" y="151758"/>
                  </a:lnTo>
                  <a:lnTo>
                    <a:pt x="1895658" y="151729"/>
                  </a:lnTo>
                  <a:lnTo>
                    <a:pt x="1896729" y="151701"/>
                  </a:lnTo>
                  <a:lnTo>
                    <a:pt x="1897801" y="151672"/>
                  </a:lnTo>
                  <a:lnTo>
                    <a:pt x="1898873" y="151644"/>
                  </a:lnTo>
                  <a:lnTo>
                    <a:pt x="1899944" y="151616"/>
                  </a:lnTo>
                  <a:lnTo>
                    <a:pt x="1901016" y="151589"/>
                  </a:lnTo>
                  <a:lnTo>
                    <a:pt x="1902087" y="151561"/>
                  </a:lnTo>
                  <a:lnTo>
                    <a:pt x="1903159" y="151534"/>
                  </a:lnTo>
                  <a:lnTo>
                    <a:pt x="1904231" y="151507"/>
                  </a:lnTo>
                  <a:lnTo>
                    <a:pt x="1905302" y="151480"/>
                  </a:lnTo>
                  <a:lnTo>
                    <a:pt x="1906374" y="151453"/>
                  </a:lnTo>
                  <a:lnTo>
                    <a:pt x="1907445" y="151427"/>
                  </a:lnTo>
                  <a:lnTo>
                    <a:pt x="1908517" y="151401"/>
                  </a:lnTo>
                  <a:lnTo>
                    <a:pt x="1909589" y="151375"/>
                  </a:lnTo>
                  <a:lnTo>
                    <a:pt x="1910660" y="151349"/>
                  </a:lnTo>
                  <a:lnTo>
                    <a:pt x="1911732" y="151323"/>
                  </a:lnTo>
                  <a:lnTo>
                    <a:pt x="1912803" y="151297"/>
                  </a:lnTo>
                  <a:lnTo>
                    <a:pt x="1913875" y="151272"/>
                  </a:lnTo>
                  <a:lnTo>
                    <a:pt x="1914947" y="151247"/>
                  </a:lnTo>
                  <a:lnTo>
                    <a:pt x="1916018" y="151222"/>
                  </a:lnTo>
                  <a:lnTo>
                    <a:pt x="1917090" y="151197"/>
                  </a:lnTo>
                  <a:lnTo>
                    <a:pt x="1918161" y="151172"/>
                  </a:lnTo>
                  <a:lnTo>
                    <a:pt x="1919233" y="151148"/>
                  </a:lnTo>
                  <a:lnTo>
                    <a:pt x="1920305" y="151123"/>
                  </a:lnTo>
                  <a:lnTo>
                    <a:pt x="1921376" y="151099"/>
                  </a:lnTo>
                  <a:lnTo>
                    <a:pt x="1922448" y="151075"/>
                  </a:lnTo>
                  <a:lnTo>
                    <a:pt x="1923519" y="151051"/>
                  </a:lnTo>
                  <a:lnTo>
                    <a:pt x="1924591" y="151027"/>
                  </a:lnTo>
                  <a:lnTo>
                    <a:pt x="1925663" y="151004"/>
                  </a:lnTo>
                  <a:lnTo>
                    <a:pt x="1926734" y="150980"/>
                  </a:lnTo>
                  <a:lnTo>
                    <a:pt x="1927806" y="150957"/>
                  </a:lnTo>
                  <a:lnTo>
                    <a:pt x="1928877" y="150934"/>
                  </a:lnTo>
                  <a:lnTo>
                    <a:pt x="1929949" y="150911"/>
                  </a:lnTo>
                  <a:lnTo>
                    <a:pt x="1931021" y="150888"/>
                  </a:lnTo>
                  <a:lnTo>
                    <a:pt x="1932092" y="150865"/>
                  </a:lnTo>
                  <a:lnTo>
                    <a:pt x="1933164" y="150842"/>
                  </a:lnTo>
                  <a:lnTo>
                    <a:pt x="1934235" y="150820"/>
                  </a:lnTo>
                  <a:lnTo>
                    <a:pt x="1935307" y="150797"/>
                  </a:lnTo>
                  <a:lnTo>
                    <a:pt x="1936379" y="150775"/>
                  </a:lnTo>
                  <a:lnTo>
                    <a:pt x="1937450" y="150753"/>
                  </a:lnTo>
                  <a:lnTo>
                    <a:pt x="1938522" y="150731"/>
                  </a:lnTo>
                  <a:lnTo>
                    <a:pt x="1939593" y="150709"/>
                  </a:lnTo>
                  <a:lnTo>
                    <a:pt x="1940665" y="150687"/>
                  </a:lnTo>
                  <a:lnTo>
                    <a:pt x="1941737" y="150665"/>
                  </a:lnTo>
                  <a:lnTo>
                    <a:pt x="1942808" y="150643"/>
                  </a:lnTo>
                  <a:lnTo>
                    <a:pt x="1943880" y="150622"/>
                  </a:lnTo>
                  <a:lnTo>
                    <a:pt x="1944951" y="150600"/>
                  </a:lnTo>
                  <a:lnTo>
                    <a:pt x="1946023" y="150579"/>
                  </a:lnTo>
                  <a:lnTo>
                    <a:pt x="1947095" y="150558"/>
                  </a:lnTo>
                  <a:lnTo>
                    <a:pt x="1948166" y="150537"/>
                  </a:lnTo>
                  <a:lnTo>
                    <a:pt x="1949238" y="150515"/>
                  </a:lnTo>
                  <a:lnTo>
                    <a:pt x="1950309" y="150494"/>
                  </a:lnTo>
                  <a:lnTo>
                    <a:pt x="1951381" y="150473"/>
                  </a:lnTo>
                  <a:lnTo>
                    <a:pt x="1952453" y="150453"/>
                  </a:lnTo>
                  <a:lnTo>
                    <a:pt x="1953524" y="150432"/>
                  </a:lnTo>
                  <a:lnTo>
                    <a:pt x="1954596" y="150411"/>
                  </a:lnTo>
                  <a:lnTo>
                    <a:pt x="1955667" y="150390"/>
                  </a:lnTo>
                  <a:lnTo>
                    <a:pt x="1956739" y="150370"/>
                  </a:lnTo>
                  <a:lnTo>
                    <a:pt x="1957810" y="150349"/>
                  </a:lnTo>
                  <a:lnTo>
                    <a:pt x="1958882" y="150329"/>
                  </a:lnTo>
                  <a:lnTo>
                    <a:pt x="1959954" y="150308"/>
                  </a:lnTo>
                  <a:lnTo>
                    <a:pt x="1961025" y="150288"/>
                  </a:lnTo>
                  <a:lnTo>
                    <a:pt x="1962097" y="150268"/>
                  </a:lnTo>
                  <a:lnTo>
                    <a:pt x="1963168" y="150247"/>
                  </a:lnTo>
                  <a:lnTo>
                    <a:pt x="1964240" y="150227"/>
                  </a:lnTo>
                  <a:lnTo>
                    <a:pt x="1965312" y="150207"/>
                  </a:lnTo>
                  <a:lnTo>
                    <a:pt x="1966383" y="150187"/>
                  </a:lnTo>
                  <a:lnTo>
                    <a:pt x="1967455" y="150167"/>
                  </a:lnTo>
                  <a:lnTo>
                    <a:pt x="1968526" y="150147"/>
                  </a:lnTo>
                  <a:lnTo>
                    <a:pt x="1969598" y="150127"/>
                  </a:lnTo>
                  <a:lnTo>
                    <a:pt x="1970670" y="150107"/>
                  </a:lnTo>
                  <a:lnTo>
                    <a:pt x="1971741" y="150087"/>
                  </a:lnTo>
                  <a:lnTo>
                    <a:pt x="1972813" y="150067"/>
                  </a:lnTo>
                  <a:lnTo>
                    <a:pt x="1973884" y="150047"/>
                  </a:lnTo>
                  <a:lnTo>
                    <a:pt x="1974956" y="150027"/>
                  </a:lnTo>
                  <a:lnTo>
                    <a:pt x="1976028" y="150007"/>
                  </a:lnTo>
                  <a:lnTo>
                    <a:pt x="1977099" y="149987"/>
                  </a:lnTo>
                  <a:lnTo>
                    <a:pt x="1978171" y="149967"/>
                  </a:lnTo>
                  <a:lnTo>
                    <a:pt x="1979242" y="149947"/>
                  </a:lnTo>
                  <a:lnTo>
                    <a:pt x="1980314" y="149928"/>
                  </a:lnTo>
                  <a:lnTo>
                    <a:pt x="1981386" y="149908"/>
                  </a:lnTo>
                  <a:lnTo>
                    <a:pt x="1982457" y="149888"/>
                  </a:lnTo>
                  <a:lnTo>
                    <a:pt x="1983529" y="149868"/>
                  </a:lnTo>
                  <a:lnTo>
                    <a:pt x="1984600" y="149848"/>
                  </a:lnTo>
                  <a:lnTo>
                    <a:pt x="1985672" y="149828"/>
                  </a:lnTo>
                  <a:lnTo>
                    <a:pt x="1986744" y="149808"/>
                  </a:lnTo>
                  <a:lnTo>
                    <a:pt x="1987815" y="149788"/>
                  </a:lnTo>
                  <a:lnTo>
                    <a:pt x="1988887" y="149768"/>
                  </a:lnTo>
                  <a:lnTo>
                    <a:pt x="1989958" y="149748"/>
                  </a:lnTo>
                  <a:lnTo>
                    <a:pt x="1991030" y="149728"/>
                  </a:lnTo>
                  <a:lnTo>
                    <a:pt x="1992102" y="149708"/>
                  </a:lnTo>
                  <a:lnTo>
                    <a:pt x="1993173" y="149688"/>
                  </a:lnTo>
                  <a:lnTo>
                    <a:pt x="1994245" y="149668"/>
                  </a:lnTo>
                  <a:lnTo>
                    <a:pt x="1995316" y="149648"/>
                  </a:lnTo>
                  <a:lnTo>
                    <a:pt x="1996388" y="149628"/>
                  </a:lnTo>
                  <a:lnTo>
                    <a:pt x="1997460" y="149608"/>
                  </a:lnTo>
                  <a:lnTo>
                    <a:pt x="1998531" y="149588"/>
                  </a:lnTo>
                  <a:lnTo>
                    <a:pt x="1999603" y="149567"/>
                  </a:lnTo>
                  <a:lnTo>
                    <a:pt x="2000674" y="149547"/>
                  </a:lnTo>
                  <a:lnTo>
                    <a:pt x="2001746" y="149527"/>
                  </a:lnTo>
                  <a:lnTo>
                    <a:pt x="2002818" y="149506"/>
                  </a:lnTo>
                  <a:lnTo>
                    <a:pt x="2003889" y="149486"/>
                  </a:lnTo>
                  <a:lnTo>
                    <a:pt x="2004961" y="149465"/>
                  </a:lnTo>
                  <a:lnTo>
                    <a:pt x="2006032" y="149445"/>
                  </a:lnTo>
                  <a:lnTo>
                    <a:pt x="2007104" y="149424"/>
                  </a:lnTo>
                  <a:lnTo>
                    <a:pt x="2008176" y="149403"/>
                  </a:lnTo>
                  <a:lnTo>
                    <a:pt x="2009247" y="149383"/>
                  </a:lnTo>
                  <a:lnTo>
                    <a:pt x="2010319" y="149362"/>
                  </a:lnTo>
                  <a:lnTo>
                    <a:pt x="2011390" y="149341"/>
                  </a:lnTo>
                  <a:lnTo>
                    <a:pt x="2012462" y="149320"/>
                  </a:lnTo>
                  <a:lnTo>
                    <a:pt x="2013534" y="149299"/>
                  </a:lnTo>
                  <a:lnTo>
                    <a:pt x="2014605" y="149277"/>
                  </a:lnTo>
                  <a:lnTo>
                    <a:pt x="2015677" y="149256"/>
                  </a:lnTo>
                  <a:lnTo>
                    <a:pt x="2016748" y="149235"/>
                  </a:lnTo>
                  <a:lnTo>
                    <a:pt x="2017820" y="149213"/>
                  </a:lnTo>
                  <a:lnTo>
                    <a:pt x="2018892" y="149192"/>
                  </a:lnTo>
                  <a:lnTo>
                    <a:pt x="2019963" y="149170"/>
                  </a:lnTo>
                  <a:lnTo>
                    <a:pt x="2021035" y="149148"/>
                  </a:lnTo>
                  <a:lnTo>
                    <a:pt x="2022106" y="149126"/>
                  </a:lnTo>
                  <a:lnTo>
                    <a:pt x="2023178" y="149104"/>
                  </a:lnTo>
                  <a:lnTo>
                    <a:pt x="2024250" y="149082"/>
                  </a:lnTo>
                  <a:lnTo>
                    <a:pt x="2025321" y="149060"/>
                  </a:lnTo>
                  <a:lnTo>
                    <a:pt x="2026393" y="149038"/>
                  </a:lnTo>
                  <a:lnTo>
                    <a:pt x="2027464" y="149015"/>
                  </a:lnTo>
                  <a:lnTo>
                    <a:pt x="2028536" y="148993"/>
                  </a:lnTo>
                  <a:lnTo>
                    <a:pt x="2029608" y="148970"/>
                  </a:lnTo>
                  <a:lnTo>
                    <a:pt x="2030679" y="148947"/>
                  </a:lnTo>
                  <a:lnTo>
                    <a:pt x="2031751" y="148924"/>
                  </a:lnTo>
                  <a:lnTo>
                    <a:pt x="2032822" y="148901"/>
                  </a:lnTo>
                  <a:lnTo>
                    <a:pt x="2033894" y="148878"/>
                  </a:lnTo>
                  <a:lnTo>
                    <a:pt x="2034966" y="148855"/>
                  </a:lnTo>
                  <a:lnTo>
                    <a:pt x="2036037" y="148831"/>
                  </a:lnTo>
                  <a:lnTo>
                    <a:pt x="2037109" y="148807"/>
                  </a:lnTo>
                  <a:lnTo>
                    <a:pt x="2038180" y="148784"/>
                  </a:lnTo>
                  <a:lnTo>
                    <a:pt x="2039252" y="148760"/>
                  </a:lnTo>
                  <a:lnTo>
                    <a:pt x="2040324" y="148736"/>
                  </a:lnTo>
                  <a:lnTo>
                    <a:pt x="2041395" y="148711"/>
                  </a:lnTo>
                  <a:lnTo>
                    <a:pt x="2042467" y="148687"/>
                  </a:lnTo>
                  <a:lnTo>
                    <a:pt x="2043538" y="148663"/>
                  </a:lnTo>
                  <a:lnTo>
                    <a:pt x="2044610" y="148638"/>
                  </a:lnTo>
                  <a:lnTo>
                    <a:pt x="2045682" y="148613"/>
                  </a:lnTo>
                  <a:lnTo>
                    <a:pt x="2046753" y="148588"/>
                  </a:lnTo>
                  <a:lnTo>
                    <a:pt x="2047825" y="148563"/>
                  </a:lnTo>
                  <a:lnTo>
                    <a:pt x="2048896" y="148537"/>
                  </a:lnTo>
                  <a:lnTo>
                    <a:pt x="2049968" y="148512"/>
                  </a:lnTo>
                  <a:lnTo>
                    <a:pt x="2051040" y="148486"/>
                  </a:lnTo>
                  <a:lnTo>
                    <a:pt x="2052111" y="148460"/>
                  </a:lnTo>
                  <a:lnTo>
                    <a:pt x="2053183" y="148434"/>
                  </a:lnTo>
                  <a:lnTo>
                    <a:pt x="2054254" y="148408"/>
                  </a:lnTo>
                  <a:lnTo>
                    <a:pt x="2055326" y="148382"/>
                  </a:lnTo>
                  <a:lnTo>
                    <a:pt x="2056398" y="148356"/>
                  </a:lnTo>
                  <a:lnTo>
                    <a:pt x="2057469" y="148329"/>
                  </a:lnTo>
                  <a:lnTo>
                    <a:pt x="2058541" y="148302"/>
                  </a:lnTo>
                  <a:lnTo>
                    <a:pt x="2059612" y="148275"/>
                  </a:lnTo>
                  <a:lnTo>
                    <a:pt x="2060684" y="148248"/>
                  </a:lnTo>
                  <a:lnTo>
                    <a:pt x="2061756" y="148221"/>
                  </a:lnTo>
                  <a:lnTo>
                    <a:pt x="2062827" y="148194"/>
                  </a:lnTo>
                  <a:lnTo>
                    <a:pt x="2063899" y="148166"/>
                  </a:lnTo>
                  <a:lnTo>
                    <a:pt x="2064970" y="148139"/>
                  </a:lnTo>
                  <a:lnTo>
                    <a:pt x="2066042" y="148111"/>
                  </a:lnTo>
                  <a:lnTo>
                    <a:pt x="2067114" y="148083"/>
                  </a:lnTo>
                  <a:lnTo>
                    <a:pt x="2068185" y="148055"/>
                  </a:lnTo>
                  <a:lnTo>
                    <a:pt x="2069257" y="148026"/>
                  </a:lnTo>
                  <a:lnTo>
                    <a:pt x="2070328" y="147998"/>
                  </a:lnTo>
                  <a:lnTo>
                    <a:pt x="2071400" y="147969"/>
                  </a:lnTo>
                  <a:lnTo>
                    <a:pt x="2072472" y="147940"/>
                  </a:lnTo>
                  <a:lnTo>
                    <a:pt x="2073543" y="147912"/>
                  </a:lnTo>
                  <a:lnTo>
                    <a:pt x="2074615" y="147882"/>
                  </a:lnTo>
                  <a:lnTo>
                    <a:pt x="2075686" y="147853"/>
                  </a:lnTo>
                  <a:lnTo>
                    <a:pt x="2076758" y="147824"/>
                  </a:lnTo>
                  <a:lnTo>
                    <a:pt x="2077830" y="147794"/>
                  </a:lnTo>
                  <a:lnTo>
                    <a:pt x="2078901" y="147765"/>
                  </a:lnTo>
                  <a:lnTo>
                    <a:pt x="2079973" y="147735"/>
                  </a:lnTo>
                  <a:lnTo>
                    <a:pt x="2081044" y="147705"/>
                  </a:lnTo>
                  <a:lnTo>
                    <a:pt x="2082116" y="147675"/>
                  </a:lnTo>
                  <a:lnTo>
                    <a:pt x="2083188" y="147644"/>
                  </a:lnTo>
                  <a:lnTo>
                    <a:pt x="2084259" y="147614"/>
                  </a:lnTo>
                  <a:lnTo>
                    <a:pt x="2085331" y="147583"/>
                  </a:lnTo>
                  <a:lnTo>
                    <a:pt x="2086402" y="147553"/>
                  </a:lnTo>
                  <a:lnTo>
                    <a:pt x="2087474" y="147522"/>
                  </a:lnTo>
                  <a:lnTo>
                    <a:pt x="2088546" y="147491"/>
                  </a:lnTo>
                  <a:lnTo>
                    <a:pt x="2089617" y="147459"/>
                  </a:lnTo>
                  <a:lnTo>
                    <a:pt x="2090689" y="147428"/>
                  </a:lnTo>
                  <a:lnTo>
                    <a:pt x="2091760" y="147397"/>
                  </a:lnTo>
                  <a:lnTo>
                    <a:pt x="2092832" y="147365"/>
                  </a:lnTo>
                  <a:lnTo>
                    <a:pt x="2093904" y="147333"/>
                  </a:lnTo>
                  <a:lnTo>
                    <a:pt x="2094975" y="147301"/>
                  </a:lnTo>
                  <a:lnTo>
                    <a:pt x="2096047" y="147269"/>
                  </a:lnTo>
                  <a:lnTo>
                    <a:pt x="2097118" y="147237"/>
                  </a:lnTo>
                  <a:lnTo>
                    <a:pt x="2098190" y="147204"/>
                  </a:lnTo>
                  <a:lnTo>
                    <a:pt x="2099262" y="147172"/>
                  </a:lnTo>
                  <a:lnTo>
                    <a:pt x="2100333" y="147139"/>
                  </a:lnTo>
                  <a:lnTo>
                    <a:pt x="2101405" y="147106"/>
                  </a:lnTo>
                  <a:lnTo>
                    <a:pt x="2102476" y="147073"/>
                  </a:lnTo>
                  <a:lnTo>
                    <a:pt x="2103548" y="147040"/>
                  </a:lnTo>
                  <a:lnTo>
                    <a:pt x="2104620" y="147007"/>
                  </a:lnTo>
                  <a:lnTo>
                    <a:pt x="2105691" y="146973"/>
                  </a:lnTo>
                  <a:lnTo>
                    <a:pt x="2106763" y="146940"/>
                  </a:lnTo>
                  <a:lnTo>
                    <a:pt x="2107834" y="146906"/>
                  </a:lnTo>
                  <a:lnTo>
                    <a:pt x="2108906" y="146872"/>
                  </a:lnTo>
                  <a:lnTo>
                    <a:pt x="2109978" y="146838"/>
                  </a:lnTo>
                  <a:lnTo>
                    <a:pt x="2111049" y="146804"/>
                  </a:lnTo>
                  <a:lnTo>
                    <a:pt x="2112121" y="146770"/>
                  </a:lnTo>
                  <a:lnTo>
                    <a:pt x="2113192" y="146735"/>
                  </a:lnTo>
                  <a:lnTo>
                    <a:pt x="2114264" y="146700"/>
                  </a:lnTo>
                  <a:lnTo>
                    <a:pt x="2115336" y="146666"/>
                  </a:lnTo>
                  <a:lnTo>
                    <a:pt x="2116407" y="146631"/>
                  </a:lnTo>
                  <a:lnTo>
                    <a:pt x="2117479" y="146596"/>
                  </a:lnTo>
                  <a:lnTo>
                    <a:pt x="2118550" y="146560"/>
                  </a:lnTo>
                  <a:lnTo>
                    <a:pt x="2119622" y="146525"/>
                  </a:lnTo>
                  <a:lnTo>
                    <a:pt x="2120694" y="146490"/>
                  </a:lnTo>
                  <a:lnTo>
                    <a:pt x="2121765" y="146454"/>
                  </a:lnTo>
                  <a:lnTo>
                    <a:pt x="2122837" y="146418"/>
                  </a:lnTo>
                  <a:lnTo>
                    <a:pt x="2123908" y="146382"/>
                  </a:lnTo>
                  <a:lnTo>
                    <a:pt x="2124980" y="146346"/>
                  </a:lnTo>
                  <a:lnTo>
                    <a:pt x="2126052" y="146310"/>
                  </a:lnTo>
                  <a:lnTo>
                    <a:pt x="2127123" y="146273"/>
                  </a:lnTo>
                  <a:lnTo>
                    <a:pt x="2128195" y="146237"/>
                  </a:lnTo>
                  <a:lnTo>
                    <a:pt x="2129266" y="146200"/>
                  </a:lnTo>
                  <a:lnTo>
                    <a:pt x="2130338" y="146163"/>
                  </a:lnTo>
                  <a:lnTo>
                    <a:pt x="2131409" y="146126"/>
                  </a:lnTo>
                  <a:lnTo>
                    <a:pt x="2132481" y="146089"/>
                  </a:lnTo>
                  <a:lnTo>
                    <a:pt x="2133553" y="146052"/>
                  </a:lnTo>
                  <a:lnTo>
                    <a:pt x="2134624" y="146015"/>
                  </a:lnTo>
                  <a:lnTo>
                    <a:pt x="2135696" y="145977"/>
                  </a:lnTo>
                  <a:lnTo>
                    <a:pt x="2136767" y="145939"/>
                  </a:lnTo>
                  <a:lnTo>
                    <a:pt x="2137839" y="145901"/>
                  </a:lnTo>
                  <a:lnTo>
                    <a:pt x="2138911" y="145863"/>
                  </a:lnTo>
                  <a:lnTo>
                    <a:pt x="2139982" y="145825"/>
                  </a:lnTo>
                  <a:lnTo>
                    <a:pt x="2141054" y="145787"/>
                  </a:lnTo>
                  <a:lnTo>
                    <a:pt x="2142125" y="145749"/>
                  </a:lnTo>
                  <a:lnTo>
                    <a:pt x="2143197" y="145710"/>
                  </a:lnTo>
                  <a:lnTo>
                    <a:pt x="2144269" y="145671"/>
                  </a:lnTo>
                  <a:lnTo>
                    <a:pt x="2145340" y="145633"/>
                  </a:lnTo>
                  <a:lnTo>
                    <a:pt x="2146412" y="145594"/>
                  </a:lnTo>
                  <a:lnTo>
                    <a:pt x="2147483" y="145554"/>
                  </a:lnTo>
                  <a:lnTo>
                    <a:pt x="2148555" y="145515"/>
                  </a:lnTo>
                  <a:lnTo>
                    <a:pt x="2149627" y="145476"/>
                  </a:lnTo>
                  <a:lnTo>
                    <a:pt x="2150698" y="145436"/>
                  </a:lnTo>
                  <a:lnTo>
                    <a:pt x="2151770" y="145397"/>
                  </a:lnTo>
                  <a:lnTo>
                    <a:pt x="2152841" y="145357"/>
                  </a:lnTo>
                  <a:lnTo>
                    <a:pt x="2153913" y="145317"/>
                  </a:lnTo>
                  <a:lnTo>
                    <a:pt x="2154985" y="145277"/>
                  </a:lnTo>
                  <a:lnTo>
                    <a:pt x="2156056" y="145236"/>
                  </a:lnTo>
                  <a:lnTo>
                    <a:pt x="2157128" y="145196"/>
                  </a:lnTo>
                  <a:lnTo>
                    <a:pt x="2158199" y="145155"/>
                  </a:lnTo>
                  <a:lnTo>
                    <a:pt x="2159271" y="145115"/>
                  </a:lnTo>
                  <a:lnTo>
                    <a:pt x="2160343" y="145074"/>
                  </a:lnTo>
                  <a:lnTo>
                    <a:pt x="2161414" y="145033"/>
                  </a:lnTo>
                  <a:lnTo>
                    <a:pt x="2162486" y="144992"/>
                  </a:lnTo>
                  <a:lnTo>
                    <a:pt x="2163557" y="144951"/>
                  </a:lnTo>
                  <a:lnTo>
                    <a:pt x="2164629" y="144909"/>
                  </a:lnTo>
                  <a:lnTo>
                    <a:pt x="2165701" y="144868"/>
                  </a:lnTo>
                  <a:lnTo>
                    <a:pt x="2166772" y="144826"/>
                  </a:lnTo>
                  <a:lnTo>
                    <a:pt x="2167844" y="144784"/>
                  </a:lnTo>
                  <a:lnTo>
                    <a:pt x="2168915" y="144742"/>
                  </a:lnTo>
                  <a:lnTo>
                    <a:pt x="2169987" y="144700"/>
                  </a:lnTo>
                  <a:lnTo>
                    <a:pt x="2171059" y="144658"/>
                  </a:lnTo>
                  <a:lnTo>
                    <a:pt x="2172130" y="144616"/>
                  </a:lnTo>
                  <a:lnTo>
                    <a:pt x="2173202" y="144573"/>
                  </a:lnTo>
                  <a:lnTo>
                    <a:pt x="2174273" y="144530"/>
                  </a:lnTo>
                  <a:lnTo>
                    <a:pt x="2175345" y="144488"/>
                  </a:lnTo>
                  <a:lnTo>
                    <a:pt x="2176417" y="144445"/>
                  </a:lnTo>
                  <a:lnTo>
                    <a:pt x="2177488" y="144402"/>
                  </a:lnTo>
                  <a:lnTo>
                    <a:pt x="2178560" y="144358"/>
                  </a:lnTo>
                  <a:lnTo>
                    <a:pt x="2179631" y="144315"/>
                  </a:lnTo>
                  <a:lnTo>
                    <a:pt x="2180703" y="144272"/>
                  </a:lnTo>
                  <a:lnTo>
                    <a:pt x="2181775" y="144228"/>
                  </a:lnTo>
                  <a:lnTo>
                    <a:pt x="2182846" y="144184"/>
                  </a:lnTo>
                  <a:lnTo>
                    <a:pt x="2183918" y="144140"/>
                  </a:lnTo>
                  <a:lnTo>
                    <a:pt x="2184989" y="144096"/>
                  </a:lnTo>
                  <a:lnTo>
                    <a:pt x="2186061" y="144052"/>
                  </a:lnTo>
                  <a:lnTo>
                    <a:pt x="2187133" y="144008"/>
                  </a:lnTo>
                  <a:lnTo>
                    <a:pt x="2188204" y="143964"/>
                  </a:lnTo>
                  <a:lnTo>
                    <a:pt x="2189276" y="143919"/>
                  </a:lnTo>
                  <a:lnTo>
                    <a:pt x="2190347" y="143874"/>
                  </a:lnTo>
                  <a:lnTo>
                    <a:pt x="2191419" y="143829"/>
                  </a:lnTo>
                  <a:lnTo>
                    <a:pt x="2192491" y="143785"/>
                  </a:lnTo>
                  <a:lnTo>
                    <a:pt x="2193562" y="143739"/>
                  </a:lnTo>
                  <a:lnTo>
                    <a:pt x="2194634" y="143694"/>
                  </a:lnTo>
                  <a:lnTo>
                    <a:pt x="2195705" y="143649"/>
                  </a:lnTo>
                  <a:lnTo>
                    <a:pt x="2196777" y="143603"/>
                  </a:lnTo>
                  <a:lnTo>
                    <a:pt x="2197849" y="143558"/>
                  </a:lnTo>
                  <a:lnTo>
                    <a:pt x="2198920" y="143512"/>
                  </a:lnTo>
                  <a:lnTo>
                    <a:pt x="2199992" y="143466"/>
                  </a:lnTo>
                  <a:lnTo>
                    <a:pt x="2201063" y="143420"/>
                  </a:lnTo>
                  <a:lnTo>
                    <a:pt x="2202135" y="143374"/>
                  </a:lnTo>
                  <a:lnTo>
                    <a:pt x="2203207" y="143327"/>
                  </a:lnTo>
                  <a:lnTo>
                    <a:pt x="2204278" y="143281"/>
                  </a:lnTo>
                  <a:lnTo>
                    <a:pt x="2205350" y="143234"/>
                  </a:lnTo>
                  <a:lnTo>
                    <a:pt x="2206421" y="143188"/>
                  </a:lnTo>
                  <a:lnTo>
                    <a:pt x="2207493" y="143141"/>
                  </a:lnTo>
                  <a:lnTo>
                    <a:pt x="2208565" y="143094"/>
                  </a:lnTo>
                  <a:lnTo>
                    <a:pt x="2209636" y="143047"/>
                  </a:lnTo>
                  <a:lnTo>
                    <a:pt x="2210708" y="142999"/>
                  </a:lnTo>
                  <a:lnTo>
                    <a:pt x="2211779" y="142952"/>
                  </a:lnTo>
                  <a:lnTo>
                    <a:pt x="2212851" y="142905"/>
                  </a:lnTo>
                  <a:lnTo>
                    <a:pt x="2213923" y="142857"/>
                  </a:lnTo>
                  <a:lnTo>
                    <a:pt x="2214994" y="142809"/>
                  </a:lnTo>
                  <a:lnTo>
                    <a:pt x="2216066" y="142761"/>
                  </a:lnTo>
                  <a:lnTo>
                    <a:pt x="2217137" y="142713"/>
                  </a:lnTo>
                  <a:lnTo>
                    <a:pt x="2218209" y="142665"/>
                  </a:lnTo>
                  <a:lnTo>
                    <a:pt x="2219281" y="142617"/>
                  </a:lnTo>
                  <a:lnTo>
                    <a:pt x="2220352" y="142568"/>
                  </a:lnTo>
                  <a:lnTo>
                    <a:pt x="2221424" y="142520"/>
                  </a:lnTo>
                  <a:lnTo>
                    <a:pt x="2222495" y="142471"/>
                  </a:lnTo>
                  <a:lnTo>
                    <a:pt x="2223567" y="142422"/>
                  </a:lnTo>
                  <a:lnTo>
                    <a:pt x="2224639" y="142373"/>
                  </a:lnTo>
                  <a:lnTo>
                    <a:pt x="2225710" y="142324"/>
                  </a:lnTo>
                  <a:lnTo>
                    <a:pt x="2226782" y="142275"/>
                  </a:lnTo>
                  <a:lnTo>
                    <a:pt x="2227853" y="142225"/>
                  </a:lnTo>
                  <a:lnTo>
                    <a:pt x="2228925" y="142176"/>
                  </a:lnTo>
                  <a:lnTo>
                    <a:pt x="2229997" y="142126"/>
                  </a:lnTo>
                  <a:lnTo>
                    <a:pt x="2231068" y="142077"/>
                  </a:lnTo>
                  <a:lnTo>
                    <a:pt x="2232140" y="142027"/>
                  </a:lnTo>
                  <a:lnTo>
                    <a:pt x="2233211" y="141977"/>
                  </a:lnTo>
                  <a:lnTo>
                    <a:pt x="2234283" y="141927"/>
                  </a:lnTo>
                  <a:lnTo>
                    <a:pt x="2235355" y="141876"/>
                  </a:lnTo>
                  <a:lnTo>
                    <a:pt x="2236426" y="141826"/>
                  </a:lnTo>
                  <a:lnTo>
                    <a:pt x="2237498" y="141775"/>
                  </a:lnTo>
                  <a:lnTo>
                    <a:pt x="2238569" y="141725"/>
                  </a:lnTo>
                  <a:lnTo>
                    <a:pt x="2239641" y="141674"/>
                  </a:lnTo>
                  <a:lnTo>
                    <a:pt x="2240713" y="141623"/>
                  </a:lnTo>
                  <a:lnTo>
                    <a:pt x="2241784" y="141572"/>
                  </a:lnTo>
                  <a:lnTo>
                    <a:pt x="2242856" y="141521"/>
                  </a:lnTo>
                  <a:lnTo>
                    <a:pt x="2243927" y="141470"/>
                  </a:lnTo>
                  <a:lnTo>
                    <a:pt x="2244999" y="141418"/>
                  </a:lnTo>
                  <a:lnTo>
                    <a:pt x="2246071" y="141367"/>
                  </a:lnTo>
                  <a:lnTo>
                    <a:pt x="2247142" y="141315"/>
                  </a:lnTo>
                  <a:lnTo>
                    <a:pt x="2248214" y="141263"/>
                  </a:lnTo>
                  <a:lnTo>
                    <a:pt x="2249285" y="141211"/>
                  </a:lnTo>
                  <a:lnTo>
                    <a:pt x="2250357" y="141159"/>
                  </a:lnTo>
                  <a:lnTo>
                    <a:pt x="2251429" y="141107"/>
                  </a:lnTo>
                  <a:lnTo>
                    <a:pt x="2252500" y="141055"/>
                  </a:lnTo>
                  <a:lnTo>
                    <a:pt x="2253572" y="141002"/>
                  </a:lnTo>
                  <a:lnTo>
                    <a:pt x="2254643" y="140950"/>
                  </a:lnTo>
                  <a:lnTo>
                    <a:pt x="2255715" y="140897"/>
                  </a:lnTo>
                  <a:lnTo>
                    <a:pt x="2256787" y="140844"/>
                  </a:lnTo>
                  <a:lnTo>
                    <a:pt x="2257858" y="140791"/>
                  </a:lnTo>
                  <a:lnTo>
                    <a:pt x="2258930" y="140738"/>
                  </a:lnTo>
                  <a:lnTo>
                    <a:pt x="2260001" y="140685"/>
                  </a:lnTo>
                  <a:lnTo>
                    <a:pt x="2261073" y="140632"/>
                  </a:lnTo>
                  <a:lnTo>
                    <a:pt x="2262145" y="140578"/>
                  </a:lnTo>
                  <a:lnTo>
                    <a:pt x="2263216" y="140525"/>
                  </a:lnTo>
                  <a:lnTo>
                    <a:pt x="2264288" y="140471"/>
                  </a:lnTo>
                  <a:lnTo>
                    <a:pt x="2265359" y="140417"/>
                  </a:lnTo>
                  <a:lnTo>
                    <a:pt x="2266431" y="140363"/>
                  </a:lnTo>
                  <a:lnTo>
                    <a:pt x="2267503" y="140309"/>
                  </a:lnTo>
                  <a:lnTo>
                    <a:pt x="2268574" y="140255"/>
                  </a:lnTo>
                  <a:lnTo>
                    <a:pt x="2269646" y="140201"/>
                  </a:lnTo>
                  <a:lnTo>
                    <a:pt x="2270717" y="140146"/>
                  </a:lnTo>
                  <a:lnTo>
                    <a:pt x="2271789" y="140092"/>
                  </a:lnTo>
                  <a:lnTo>
                    <a:pt x="2272861" y="140037"/>
                  </a:lnTo>
                  <a:lnTo>
                    <a:pt x="2273932" y="139982"/>
                  </a:lnTo>
                  <a:lnTo>
                    <a:pt x="2275004" y="139927"/>
                  </a:lnTo>
                  <a:lnTo>
                    <a:pt x="2276075" y="139872"/>
                  </a:lnTo>
                  <a:lnTo>
                    <a:pt x="2277147" y="139817"/>
                  </a:lnTo>
                  <a:lnTo>
                    <a:pt x="2278219" y="139762"/>
                  </a:lnTo>
                  <a:lnTo>
                    <a:pt x="2279290" y="139706"/>
                  </a:lnTo>
                  <a:lnTo>
                    <a:pt x="2280362" y="139651"/>
                  </a:lnTo>
                  <a:lnTo>
                    <a:pt x="2281433" y="139595"/>
                  </a:lnTo>
                  <a:lnTo>
                    <a:pt x="2282505" y="139539"/>
                  </a:lnTo>
                  <a:lnTo>
                    <a:pt x="2283577" y="139483"/>
                  </a:lnTo>
                  <a:lnTo>
                    <a:pt x="2284648" y="139427"/>
                  </a:lnTo>
                  <a:lnTo>
                    <a:pt x="2285720" y="139371"/>
                  </a:lnTo>
                  <a:lnTo>
                    <a:pt x="2286791" y="139315"/>
                  </a:lnTo>
                  <a:lnTo>
                    <a:pt x="2287863" y="139258"/>
                  </a:lnTo>
                  <a:lnTo>
                    <a:pt x="2288935" y="139202"/>
                  </a:lnTo>
                  <a:lnTo>
                    <a:pt x="2290006" y="139145"/>
                  </a:lnTo>
                  <a:lnTo>
                    <a:pt x="2291078" y="139089"/>
                  </a:lnTo>
                  <a:lnTo>
                    <a:pt x="2292149" y="139032"/>
                  </a:lnTo>
                  <a:lnTo>
                    <a:pt x="2293221" y="138975"/>
                  </a:lnTo>
                  <a:lnTo>
                    <a:pt x="2294293" y="138917"/>
                  </a:lnTo>
                  <a:lnTo>
                    <a:pt x="2295364" y="138860"/>
                  </a:lnTo>
                  <a:lnTo>
                    <a:pt x="2296436" y="138803"/>
                  </a:lnTo>
                  <a:lnTo>
                    <a:pt x="2297507" y="138745"/>
                  </a:lnTo>
                  <a:lnTo>
                    <a:pt x="2298579" y="138688"/>
                  </a:lnTo>
                  <a:lnTo>
                    <a:pt x="2299651" y="138630"/>
                  </a:lnTo>
                  <a:lnTo>
                    <a:pt x="2300722" y="138572"/>
                  </a:lnTo>
                  <a:lnTo>
                    <a:pt x="2301794" y="138514"/>
                  </a:lnTo>
                  <a:lnTo>
                    <a:pt x="2302865" y="138456"/>
                  </a:lnTo>
                  <a:lnTo>
                    <a:pt x="2303937" y="138398"/>
                  </a:lnTo>
                  <a:lnTo>
                    <a:pt x="2305009" y="138340"/>
                  </a:lnTo>
                  <a:lnTo>
                    <a:pt x="2306080" y="138281"/>
                  </a:lnTo>
                  <a:lnTo>
                    <a:pt x="2307152" y="138223"/>
                  </a:lnTo>
                  <a:lnTo>
                    <a:pt x="2308223" y="138164"/>
                  </a:lnTo>
                  <a:lnTo>
                    <a:pt x="2309295" y="138105"/>
                  </a:lnTo>
                  <a:lnTo>
                    <a:pt x="2310366" y="138046"/>
                  </a:lnTo>
                  <a:lnTo>
                    <a:pt x="2311438" y="137987"/>
                  </a:lnTo>
                  <a:lnTo>
                    <a:pt x="2312510" y="137928"/>
                  </a:lnTo>
                  <a:lnTo>
                    <a:pt x="2313581" y="137869"/>
                  </a:lnTo>
                  <a:lnTo>
                    <a:pt x="2314653" y="137809"/>
                  </a:lnTo>
                  <a:lnTo>
                    <a:pt x="2315724" y="137750"/>
                  </a:lnTo>
                  <a:lnTo>
                    <a:pt x="2316796" y="137690"/>
                  </a:lnTo>
                  <a:lnTo>
                    <a:pt x="2317868" y="137631"/>
                  </a:lnTo>
                  <a:lnTo>
                    <a:pt x="2318939" y="137571"/>
                  </a:lnTo>
                  <a:lnTo>
                    <a:pt x="2320011" y="137511"/>
                  </a:lnTo>
                  <a:lnTo>
                    <a:pt x="2321082" y="137451"/>
                  </a:lnTo>
                  <a:lnTo>
                    <a:pt x="2322154" y="137390"/>
                  </a:lnTo>
                  <a:lnTo>
                    <a:pt x="2323226" y="137330"/>
                  </a:lnTo>
                  <a:lnTo>
                    <a:pt x="2324297" y="137270"/>
                  </a:lnTo>
                  <a:lnTo>
                    <a:pt x="2325369" y="137209"/>
                  </a:lnTo>
                  <a:lnTo>
                    <a:pt x="2326440" y="137148"/>
                  </a:lnTo>
                  <a:lnTo>
                    <a:pt x="2327512" y="137088"/>
                  </a:lnTo>
                  <a:lnTo>
                    <a:pt x="2328584" y="137027"/>
                  </a:lnTo>
                  <a:lnTo>
                    <a:pt x="2329655" y="136966"/>
                  </a:lnTo>
                  <a:lnTo>
                    <a:pt x="2330727" y="136905"/>
                  </a:lnTo>
                  <a:lnTo>
                    <a:pt x="2331798" y="136843"/>
                  </a:lnTo>
                  <a:lnTo>
                    <a:pt x="2332870" y="136782"/>
                  </a:lnTo>
                  <a:lnTo>
                    <a:pt x="2333942" y="136721"/>
                  </a:lnTo>
                  <a:lnTo>
                    <a:pt x="2335013" y="136659"/>
                  </a:lnTo>
                  <a:lnTo>
                    <a:pt x="2336085" y="136597"/>
                  </a:lnTo>
                  <a:lnTo>
                    <a:pt x="2337156" y="136535"/>
                  </a:lnTo>
                  <a:lnTo>
                    <a:pt x="2338228" y="136474"/>
                  </a:lnTo>
                  <a:lnTo>
                    <a:pt x="2339300" y="136412"/>
                  </a:lnTo>
                  <a:lnTo>
                    <a:pt x="2340371" y="136349"/>
                  </a:lnTo>
                  <a:lnTo>
                    <a:pt x="2341443" y="136287"/>
                  </a:lnTo>
                  <a:lnTo>
                    <a:pt x="2342514" y="136225"/>
                  </a:lnTo>
                  <a:lnTo>
                    <a:pt x="2343586" y="136162"/>
                  </a:lnTo>
                  <a:lnTo>
                    <a:pt x="2344658" y="136100"/>
                  </a:lnTo>
                  <a:lnTo>
                    <a:pt x="2345729" y="136037"/>
                  </a:lnTo>
                  <a:lnTo>
                    <a:pt x="2346801" y="135974"/>
                  </a:lnTo>
                  <a:lnTo>
                    <a:pt x="2347872" y="135911"/>
                  </a:lnTo>
                  <a:lnTo>
                    <a:pt x="2348944" y="135848"/>
                  </a:lnTo>
                  <a:lnTo>
                    <a:pt x="2350016" y="135785"/>
                  </a:lnTo>
                  <a:lnTo>
                    <a:pt x="2351087" y="135722"/>
                  </a:lnTo>
                  <a:lnTo>
                    <a:pt x="2352159" y="135658"/>
                  </a:lnTo>
                  <a:lnTo>
                    <a:pt x="2353230" y="135595"/>
                  </a:lnTo>
                  <a:lnTo>
                    <a:pt x="2354302" y="135531"/>
                  </a:lnTo>
                  <a:lnTo>
                    <a:pt x="2355374" y="135467"/>
                  </a:lnTo>
                  <a:lnTo>
                    <a:pt x="2356445" y="135404"/>
                  </a:lnTo>
                  <a:lnTo>
                    <a:pt x="2357517" y="135340"/>
                  </a:lnTo>
                  <a:lnTo>
                    <a:pt x="2358588" y="135276"/>
                  </a:lnTo>
                  <a:lnTo>
                    <a:pt x="2359660" y="135211"/>
                  </a:lnTo>
                  <a:lnTo>
                    <a:pt x="2360732" y="135147"/>
                  </a:lnTo>
                  <a:lnTo>
                    <a:pt x="2361803" y="135083"/>
                  </a:lnTo>
                  <a:lnTo>
                    <a:pt x="2362875" y="135018"/>
                  </a:lnTo>
                  <a:lnTo>
                    <a:pt x="2363946" y="134954"/>
                  </a:lnTo>
                  <a:lnTo>
                    <a:pt x="2365018" y="134889"/>
                  </a:lnTo>
                  <a:lnTo>
                    <a:pt x="2366090" y="134824"/>
                  </a:lnTo>
                  <a:lnTo>
                    <a:pt x="2367161" y="134759"/>
                  </a:lnTo>
                  <a:lnTo>
                    <a:pt x="2368233" y="134694"/>
                  </a:lnTo>
                  <a:lnTo>
                    <a:pt x="2369304" y="134629"/>
                  </a:lnTo>
                  <a:lnTo>
                    <a:pt x="2370376" y="134564"/>
                  </a:lnTo>
                  <a:lnTo>
                    <a:pt x="2371448" y="134498"/>
                  </a:lnTo>
                  <a:lnTo>
                    <a:pt x="2372519" y="134433"/>
                  </a:lnTo>
                  <a:lnTo>
                    <a:pt x="2373591" y="134367"/>
                  </a:lnTo>
                  <a:lnTo>
                    <a:pt x="2374662" y="134301"/>
                  </a:lnTo>
                  <a:lnTo>
                    <a:pt x="2375734" y="134236"/>
                  </a:lnTo>
                  <a:lnTo>
                    <a:pt x="2376806" y="134170"/>
                  </a:lnTo>
                  <a:lnTo>
                    <a:pt x="2377877" y="134104"/>
                  </a:lnTo>
                  <a:lnTo>
                    <a:pt x="2378949" y="134038"/>
                  </a:lnTo>
                  <a:lnTo>
                    <a:pt x="2380020" y="133971"/>
                  </a:lnTo>
                  <a:lnTo>
                    <a:pt x="2381092" y="133905"/>
                  </a:lnTo>
                  <a:lnTo>
                    <a:pt x="2382164" y="133839"/>
                  </a:lnTo>
                  <a:lnTo>
                    <a:pt x="2383235" y="133772"/>
                  </a:lnTo>
                  <a:lnTo>
                    <a:pt x="2384307" y="133705"/>
                  </a:lnTo>
                  <a:lnTo>
                    <a:pt x="2385378" y="133638"/>
                  </a:lnTo>
                  <a:lnTo>
                    <a:pt x="2386450" y="133572"/>
                  </a:lnTo>
                  <a:lnTo>
                    <a:pt x="2387522" y="133505"/>
                  </a:lnTo>
                  <a:lnTo>
                    <a:pt x="2388593" y="133438"/>
                  </a:lnTo>
                  <a:lnTo>
                    <a:pt x="2389665" y="133370"/>
                  </a:lnTo>
                  <a:lnTo>
                    <a:pt x="2390736" y="133303"/>
                  </a:lnTo>
                  <a:lnTo>
                    <a:pt x="2391808" y="133236"/>
                  </a:lnTo>
                  <a:lnTo>
                    <a:pt x="2392880" y="133168"/>
                  </a:lnTo>
                  <a:lnTo>
                    <a:pt x="2393951" y="133100"/>
                  </a:lnTo>
                  <a:lnTo>
                    <a:pt x="2395023" y="133033"/>
                  </a:lnTo>
                  <a:lnTo>
                    <a:pt x="2396094" y="132965"/>
                  </a:lnTo>
                  <a:lnTo>
                    <a:pt x="2397166" y="132897"/>
                  </a:lnTo>
                  <a:lnTo>
                    <a:pt x="2398238" y="132829"/>
                  </a:lnTo>
                  <a:lnTo>
                    <a:pt x="2399309" y="132761"/>
                  </a:lnTo>
                  <a:lnTo>
                    <a:pt x="2400381" y="132692"/>
                  </a:lnTo>
                  <a:lnTo>
                    <a:pt x="2401452" y="132624"/>
                  </a:lnTo>
                  <a:lnTo>
                    <a:pt x="2402524" y="132556"/>
                  </a:lnTo>
                  <a:lnTo>
                    <a:pt x="2403596" y="132487"/>
                  </a:lnTo>
                  <a:lnTo>
                    <a:pt x="2404667" y="132418"/>
                  </a:lnTo>
                  <a:lnTo>
                    <a:pt x="2405739" y="132350"/>
                  </a:lnTo>
                  <a:lnTo>
                    <a:pt x="2406810" y="132281"/>
                  </a:lnTo>
                  <a:lnTo>
                    <a:pt x="2407882" y="132212"/>
                  </a:lnTo>
                  <a:lnTo>
                    <a:pt x="2408954" y="132143"/>
                  </a:lnTo>
                  <a:lnTo>
                    <a:pt x="2410025" y="132073"/>
                  </a:lnTo>
                  <a:lnTo>
                    <a:pt x="2411097" y="132004"/>
                  </a:lnTo>
                  <a:lnTo>
                    <a:pt x="2412168" y="131935"/>
                  </a:lnTo>
                  <a:lnTo>
                    <a:pt x="2413240" y="131865"/>
                  </a:lnTo>
                  <a:lnTo>
                    <a:pt x="2414312" y="131796"/>
                  </a:lnTo>
                  <a:lnTo>
                    <a:pt x="2415383" y="131726"/>
                  </a:lnTo>
                  <a:lnTo>
                    <a:pt x="2416455" y="131656"/>
                  </a:lnTo>
                  <a:lnTo>
                    <a:pt x="2417526" y="131586"/>
                  </a:lnTo>
                  <a:lnTo>
                    <a:pt x="2418598" y="131516"/>
                  </a:lnTo>
                  <a:lnTo>
                    <a:pt x="2419670" y="131446"/>
                  </a:lnTo>
                  <a:lnTo>
                    <a:pt x="2420741" y="131376"/>
                  </a:lnTo>
                  <a:lnTo>
                    <a:pt x="2421813" y="131306"/>
                  </a:lnTo>
                  <a:lnTo>
                    <a:pt x="2422884" y="131235"/>
                  </a:lnTo>
                  <a:lnTo>
                    <a:pt x="2423956" y="131165"/>
                  </a:lnTo>
                  <a:lnTo>
                    <a:pt x="2425028" y="131094"/>
                  </a:lnTo>
                  <a:lnTo>
                    <a:pt x="2426099" y="131023"/>
                  </a:lnTo>
                  <a:lnTo>
                    <a:pt x="2427171" y="130953"/>
                  </a:lnTo>
                  <a:lnTo>
                    <a:pt x="2428242" y="130882"/>
                  </a:lnTo>
                  <a:lnTo>
                    <a:pt x="2429314" y="130811"/>
                  </a:lnTo>
                  <a:lnTo>
                    <a:pt x="2430386" y="130739"/>
                  </a:lnTo>
                  <a:lnTo>
                    <a:pt x="2431457" y="130668"/>
                  </a:lnTo>
                  <a:lnTo>
                    <a:pt x="2432529" y="130597"/>
                  </a:lnTo>
                  <a:lnTo>
                    <a:pt x="2433600" y="130526"/>
                  </a:lnTo>
                  <a:lnTo>
                    <a:pt x="2434672" y="130454"/>
                  </a:lnTo>
                  <a:lnTo>
                    <a:pt x="2435744" y="130382"/>
                  </a:lnTo>
                  <a:lnTo>
                    <a:pt x="2436815" y="130311"/>
                  </a:lnTo>
                  <a:lnTo>
                    <a:pt x="2437887" y="130239"/>
                  </a:lnTo>
                  <a:lnTo>
                    <a:pt x="2438958" y="130167"/>
                  </a:lnTo>
                  <a:lnTo>
                    <a:pt x="2440030" y="130095"/>
                  </a:lnTo>
                  <a:lnTo>
                    <a:pt x="2441102" y="130023"/>
                  </a:lnTo>
                  <a:lnTo>
                    <a:pt x="2442173" y="129951"/>
                  </a:lnTo>
                  <a:lnTo>
                    <a:pt x="2443245" y="129878"/>
                  </a:lnTo>
                  <a:lnTo>
                    <a:pt x="2444316" y="129806"/>
                  </a:lnTo>
                  <a:lnTo>
                    <a:pt x="2445388" y="129733"/>
                  </a:lnTo>
                  <a:lnTo>
                    <a:pt x="2446460" y="129661"/>
                  </a:lnTo>
                  <a:lnTo>
                    <a:pt x="2447531" y="129588"/>
                  </a:lnTo>
                  <a:lnTo>
                    <a:pt x="2448603" y="129515"/>
                  </a:lnTo>
                  <a:lnTo>
                    <a:pt x="2449674" y="129442"/>
                  </a:lnTo>
                  <a:lnTo>
                    <a:pt x="2450746" y="129369"/>
                  </a:lnTo>
                  <a:lnTo>
                    <a:pt x="2451818" y="129296"/>
                  </a:lnTo>
                  <a:lnTo>
                    <a:pt x="2452889" y="129223"/>
                  </a:lnTo>
                  <a:lnTo>
                    <a:pt x="2453961" y="129150"/>
                  </a:lnTo>
                  <a:lnTo>
                    <a:pt x="2455032" y="129076"/>
                  </a:lnTo>
                  <a:lnTo>
                    <a:pt x="2456104" y="129003"/>
                  </a:lnTo>
                  <a:lnTo>
                    <a:pt x="2457176" y="128929"/>
                  </a:lnTo>
                  <a:lnTo>
                    <a:pt x="2458247" y="128856"/>
                  </a:lnTo>
                  <a:lnTo>
                    <a:pt x="2459319" y="128782"/>
                  </a:lnTo>
                  <a:lnTo>
                    <a:pt x="2460390" y="128708"/>
                  </a:lnTo>
                  <a:lnTo>
                    <a:pt x="2461462" y="128634"/>
                  </a:lnTo>
                  <a:lnTo>
                    <a:pt x="2462534" y="128560"/>
                  </a:lnTo>
                  <a:lnTo>
                    <a:pt x="2463605" y="128486"/>
                  </a:lnTo>
                  <a:lnTo>
                    <a:pt x="2464677" y="128412"/>
                  </a:lnTo>
                  <a:lnTo>
                    <a:pt x="2465748" y="128337"/>
                  </a:lnTo>
                  <a:lnTo>
                    <a:pt x="2466820" y="128263"/>
                  </a:lnTo>
                  <a:lnTo>
                    <a:pt x="2467892" y="128189"/>
                  </a:lnTo>
                  <a:lnTo>
                    <a:pt x="2468963" y="128114"/>
                  </a:lnTo>
                  <a:lnTo>
                    <a:pt x="2470035" y="128039"/>
                  </a:lnTo>
                  <a:lnTo>
                    <a:pt x="2471106" y="127964"/>
                  </a:lnTo>
                  <a:lnTo>
                    <a:pt x="2472178" y="127889"/>
                  </a:lnTo>
                  <a:lnTo>
                    <a:pt x="2473250" y="127814"/>
                  </a:lnTo>
                  <a:lnTo>
                    <a:pt x="2474321" y="127739"/>
                  </a:lnTo>
                  <a:lnTo>
                    <a:pt x="2475393" y="127664"/>
                  </a:lnTo>
                  <a:lnTo>
                    <a:pt x="2476464" y="127589"/>
                  </a:lnTo>
                  <a:lnTo>
                    <a:pt x="2477536" y="127514"/>
                  </a:lnTo>
                  <a:lnTo>
                    <a:pt x="2478608" y="127438"/>
                  </a:lnTo>
                  <a:lnTo>
                    <a:pt x="2479679" y="127363"/>
                  </a:lnTo>
                  <a:lnTo>
                    <a:pt x="2480751" y="127287"/>
                  </a:lnTo>
                  <a:lnTo>
                    <a:pt x="2481822" y="127211"/>
                  </a:lnTo>
                  <a:lnTo>
                    <a:pt x="2482894" y="127135"/>
                  </a:lnTo>
                  <a:lnTo>
                    <a:pt x="2483966" y="127059"/>
                  </a:lnTo>
                  <a:lnTo>
                    <a:pt x="2485037" y="126983"/>
                  </a:lnTo>
                  <a:lnTo>
                    <a:pt x="2486109" y="126907"/>
                  </a:lnTo>
                  <a:lnTo>
                    <a:pt x="2487180" y="126831"/>
                  </a:lnTo>
                  <a:lnTo>
                    <a:pt x="2488252" y="126755"/>
                  </a:lnTo>
                  <a:lnTo>
                    <a:pt x="2489323" y="126679"/>
                  </a:lnTo>
                  <a:lnTo>
                    <a:pt x="2490395" y="126602"/>
                  </a:lnTo>
                  <a:lnTo>
                    <a:pt x="2491467" y="126525"/>
                  </a:lnTo>
                  <a:lnTo>
                    <a:pt x="2492538" y="126449"/>
                  </a:lnTo>
                  <a:lnTo>
                    <a:pt x="2493610" y="126372"/>
                  </a:lnTo>
                  <a:lnTo>
                    <a:pt x="2494681" y="126295"/>
                  </a:lnTo>
                  <a:lnTo>
                    <a:pt x="2495753" y="126218"/>
                  </a:lnTo>
                  <a:lnTo>
                    <a:pt x="2496825" y="126141"/>
                  </a:lnTo>
                  <a:lnTo>
                    <a:pt x="2497896" y="126064"/>
                  </a:lnTo>
                  <a:lnTo>
                    <a:pt x="2498968" y="125987"/>
                  </a:lnTo>
                  <a:lnTo>
                    <a:pt x="2500039" y="125910"/>
                  </a:lnTo>
                  <a:lnTo>
                    <a:pt x="2501111" y="125832"/>
                  </a:lnTo>
                  <a:lnTo>
                    <a:pt x="2502183" y="125755"/>
                  </a:lnTo>
                  <a:lnTo>
                    <a:pt x="2503254" y="125677"/>
                  </a:lnTo>
                  <a:lnTo>
                    <a:pt x="2504326" y="125600"/>
                  </a:lnTo>
                  <a:lnTo>
                    <a:pt x="2505397" y="125522"/>
                  </a:lnTo>
                  <a:lnTo>
                    <a:pt x="2506469" y="125444"/>
                  </a:lnTo>
                  <a:lnTo>
                    <a:pt x="2507541" y="125366"/>
                  </a:lnTo>
                  <a:lnTo>
                    <a:pt x="2508612" y="125288"/>
                  </a:lnTo>
                  <a:lnTo>
                    <a:pt x="2509684" y="125210"/>
                  </a:lnTo>
                  <a:lnTo>
                    <a:pt x="2510755" y="125132"/>
                  </a:lnTo>
                  <a:lnTo>
                    <a:pt x="2511827" y="125054"/>
                  </a:lnTo>
                  <a:lnTo>
                    <a:pt x="2512899" y="124976"/>
                  </a:lnTo>
                  <a:lnTo>
                    <a:pt x="2513970" y="124897"/>
                  </a:lnTo>
                  <a:lnTo>
                    <a:pt x="2515042" y="124819"/>
                  </a:lnTo>
                  <a:lnTo>
                    <a:pt x="2516113" y="124740"/>
                  </a:lnTo>
                  <a:lnTo>
                    <a:pt x="2517185" y="124661"/>
                  </a:lnTo>
                  <a:lnTo>
                    <a:pt x="2518257" y="124583"/>
                  </a:lnTo>
                  <a:lnTo>
                    <a:pt x="2519328" y="124504"/>
                  </a:lnTo>
                  <a:lnTo>
                    <a:pt x="2520400" y="124425"/>
                  </a:lnTo>
                  <a:lnTo>
                    <a:pt x="2521471" y="124346"/>
                  </a:lnTo>
                  <a:lnTo>
                    <a:pt x="2522543" y="124267"/>
                  </a:lnTo>
                  <a:lnTo>
                    <a:pt x="2523615" y="124187"/>
                  </a:lnTo>
                  <a:lnTo>
                    <a:pt x="2524686" y="124108"/>
                  </a:lnTo>
                  <a:lnTo>
                    <a:pt x="2525758" y="124029"/>
                  </a:lnTo>
                  <a:lnTo>
                    <a:pt x="2526829" y="123949"/>
                  </a:lnTo>
                  <a:lnTo>
                    <a:pt x="2527901" y="123870"/>
                  </a:lnTo>
                  <a:lnTo>
                    <a:pt x="2528973" y="123790"/>
                  </a:lnTo>
                  <a:lnTo>
                    <a:pt x="2530044" y="123710"/>
                  </a:lnTo>
                  <a:lnTo>
                    <a:pt x="2531116" y="123631"/>
                  </a:lnTo>
                  <a:lnTo>
                    <a:pt x="2532187" y="123551"/>
                  </a:lnTo>
                  <a:lnTo>
                    <a:pt x="2533259" y="123471"/>
                  </a:lnTo>
                  <a:lnTo>
                    <a:pt x="2534331" y="123391"/>
                  </a:lnTo>
                  <a:lnTo>
                    <a:pt x="2535402" y="123310"/>
                  </a:lnTo>
                  <a:lnTo>
                    <a:pt x="2536474" y="123230"/>
                  </a:lnTo>
                  <a:lnTo>
                    <a:pt x="2537545" y="123150"/>
                  </a:lnTo>
                  <a:lnTo>
                    <a:pt x="2538617" y="123070"/>
                  </a:lnTo>
                  <a:lnTo>
                    <a:pt x="2539689" y="122989"/>
                  </a:lnTo>
                  <a:lnTo>
                    <a:pt x="2540760" y="122909"/>
                  </a:lnTo>
                  <a:lnTo>
                    <a:pt x="2541832" y="122828"/>
                  </a:lnTo>
                  <a:lnTo>
                    <a:pt x="2542903" y="122747"/>
                  </a:lnTo>
                  <a:lnTo>
                    <a:pt x="2543975" y="122666"/>
                  </a:lnTo>
                  <a:lnTo>
                    <a:pt x="2545047" y="122585"/>
                  </a:lnTo>
                  <a:lnTo>
                    <a:pt x="2546118" y="122504"/>
                  </a:lnTo>
                  <a:lnTo>
                    <a:pt x="2547190" y="122423"/>
                  </a:lnTo>
                  <a:lnTo>
                    <a:pt x="2548261" y="122342"/>
                  </a:lnTo>
                  <a:lnTo>
                    <a:pt x="2549333" y="122261"/>
                  </a:lnTo>
                  <a:lnTo>
                    <a:pt x="2550405" y="122180"/>
                  </a:lnTo>
                  <a:lnTo>
                    <a:pt x="2551476" y="122098"/>
                  </a:lnTo>
                  <a:lnTo>
                    <a:pt x="2552548" y="122017"/>
                  </a:lnTo>
                  <a:lnTo>
                    <a:pt x="2553619" y="121935"/>
                  </a:lnTo>
                  <a:lnTo>
                    <a:pt x="2554691" y="121854"/>
                  </a:lnTo>
                  <a:lnTo>
                    <a:pt x="2555763" y="121772"/>
                  </a:lnTo>
                  <a:lnTo>
                    <a:pt x="2556834" y="121690"/>
                  </a:lnTo>
                  <a:lnTo>
                    <a:pt x="2557906" y="121608"/>
                  </a:lnTo>
                  <a:lnTo>
                    <a:pt x="2558977" y="121526"/>
                  </a:lnTo>
                  <a:lnTo>
                    <a:pt x="2560049" y="121444"/>
                  </a:lnTo>
                  <a:lnTo>
                    <a:pt x="2561121" y="121362"/>
                  </a:lnTo>
                  <a:lnTo>
                    <a:pt x="2562192" y="121280"/>
                  </a:lnTo>
                  <a:lnTo>
                    <a:pt x="2563264" y="121198"/>
                  </a:lnTo>
                  <a:lnTo>
                    <a:pt x="2564335" y="121115"/>
                  </a:lnTo>
                  <a:lnTo>
                    <a:pt x="2565407" y="121033"/>
                  </a:lnTo>
                  <a:lnTo>
                    <a:pt x="2566479" y="120950"/>
                  </a:lnTo>
                  <a:lnTo>
                    <a:pt x="2567550" y="120868"/>
                  </a:lnTo>
                  <a:lnTo>
                    <a:pt x="2568622" y="120785"/>
                  </a:lnTo>
                  <a:lnTo>
                    <a:pt x="2569693" y="120702"/>
                  </a:lnTo>
                  <a:lnTo>
                    <a:pt x="2570765" y="120620"/>
                  </a:lnTo>
                  <a:lnTo>
                    <a:pt x="2571837" y="120537"/>
                  </a:lnTo>
                  <a:lnTo>
                    <a:pt x="2572908" y="120454"/>
                  </a:lnTo>
                  <a:lnTo>
                    <a:pt x="2573980" y="120371"/>
                  </a:lnTo>
                  <a:lnTo>
                    <a:pt x="2575051" y="120288"/>
                  </a:lnTo>
                  <a:lnTo>
                    <a:pt x="2576123" y="120204"/>
                  </a:lnTo>
                  <a:lnTo>
                    <a:pt x="2577195" y="120121"/>
                  </a:lnTo>
                  <a:lnTo>
                    <a:pt x="2578266" y="120038"/>
                  </a:lnTo>
                  <a:lnTo>
                    <a:pt x="2579338" y="119954"/>
                  </a:lnTo>
                  <a:lnTo>
                    <a:pt x="2580409" y="119871"/>
                  </a:lnTo>
                  <a:lnTo>
                    <a:pt x="2581481" y="119787"/>
                  </a:lnTo>
                  <a:lnTo>
                    <a:pt x="2582553" y="119703"/>
                  </a:lnTo>
                  <a:lnTo>
                    <a:pt x="2583624" y="119620"/>
                  </a:lnTo>
                  <a:lnTo>
                    <a:pt x="2584696" y="119536"/>
                  </a:lnTo>
                  <a:lnTo>
                    <a:pt x="2585767" y="119452"/>
                  </a:lnTo>
                  <a:lnTo>
                    <a:pt x="2586839" y="119368"/>
                  </a:lnTo>
                  <a:lnTo>
                    <a:pt x="2587911" y="119284"/>
                  </a:lnTo>
                  <a:lnTo>
                    <a:pt x="2588982" y="119200"/>
                  </a:lnTo>
                  <a:lnTo>
                    <a:pt x="2590054" y="119115"/>
                  </a:lnTo>
                  <a:lnTo>
                    <a:pt x="2591125" y="119031"/>
                  </a:lnTo>
                  <a:lnTo>
                    <a:pt x="2592197" y="118947"/>
                  </a:lnTo>
                  <a:lnTo>
                    <a:pt x="2593269" y="118862"/>
                  </a:lnTo>
                  <a:lnTo>
                    <a:pt x="2594340" y="118778"/>
                  </a:lnTo>
                  <a:lnTo>
                    <a:pt x="2595412" y="118693"/>
                  </a:lnTo>
                  <a:lnTo>
                    <a:pt x="2596483" y="118609"/>
                  </a:lnTo>
                  <a:lnTo>
                    <a:pt x="2597555" y="118524"/>
                  </a:lnTo>
                  <a:lnTo>
                    <a:pt x="2598627" y="118439"/>
                  </a:lnTo>
                  <a:lnTo>
                    <a:pt x="2599698" y="118354"/>
                  </a:lnTo>
                  <a:lnTo>
                    <a:pt x="2600770" y="118269"/>
                  </a:lnTo>
                  <a:lnTo>
                    <a:pt x="2601841" y="118184"/>
                  </a:lnTo>
                  <a:lnTo>
                    <a:pt x="2602913" y="118099"/>
                  </a:lnTo>
                  <a:lnTo>
                    <a:pt x="2603985" y="118014"/>
                  </a:lnTo>
                  <a:lnTo>
                    <a:pt x="2605056" y="117929"/>
                  </a:lnTo>
                  <a:lnTo>
                    <a:pt x="2606128" y="117843"/>
                  </a:lnTo>
                  <a:lnTo>
                    <a:pt x="2607199" y="117758"/>
                  </a:lnTo>
                  <a:lnTo>
                    <a:pt x="2608271" y="117672"/>
                  </a:lnTo>
                  <a:lnTo>
                    <a:pt x="2609343" y="117587"/>
                  </a:lnTo>
                  <a:lnTo>
                    <a:pt x="2610414" y="117501"/>
                  </a:lnTo>
                  <a:lnTo>
                    <a:pt x="2611486" y="117415"/>
                  </a:lnTo>
                  <a:lnTo>
                    <a:pt x="2612557" y="117330"/>
                  </a:lnTo>
                  <a:lnTo>
                    <a:pt x="2613629" y="117244"/>
                  </a:lnTo>
                  <a:lnTo>
                    <a:pt x="2614701" y="117158"/>
                  </a:lnTo>
                  <a:lnTo>
                    <a:pt x="2615772" y="117072"/>
                  </a:lnTo>
                  <a:lnTo>
                    <a:pt x="2616844" y="116986"/>
                  </a:lnTo>
                  <a:lnTo>
                    <a:pt x="2617915" y="116900"/>
                  </a:lnTo>
                  <a:lnTo>
                    <a:pt x="2618987" y="116813"/>
                  </a:lnTo>
                  <a:lnTo>
                    <a:pt x="2620059" y="116727"/>
                  </a:lnTo>
                  <a:lnTo>
                    <a:pt x="2621130" y="116641"/>
                  </a:lnTo>
                  <a:lnTo>
                    <a:pt x="2622202" y="116554"/>
                  </a:lnTo>
                  <a:lnTo>
                    <a:pt x="2623273" y="116468"/>
                  </a:lnTo>
                  <a:lnTo>
                    <a:pt x="2624345" y="116381"/>
                  </a:lnTo>
                  <a:lnTo>
                    <a:pt x="2625417" y="116295"/>
                  </a:lnTo>
                  <a:lnTo>
                    <a:pt x="2626488" y="116208"/>
                  </a:lnTo>
                  <a:lnTo>
                    <a:pt x="2627560" y="116121"/>
                  </a:lnTo>
                  <a:lnTo>
                    <a:pt x="2628631" y="116034"/>
                  </a:lnTo>
                  <a:lnTo>
                    <a:pt x="2629703" y="115948"/>
                  </a:lnTo>
                  <a:lnTo>
                    <a:pt x="2630775" y="115861"/>
                  </a:lnTo>
                  <a:lnTo>
                    <a:pt x="2631846" y="115774"/>
                  </a:lnTo>
                  <a:lnTo>
                    <a:pt x="2632918" y="115686"/>
                  </a:lnTo>
                  <a:lnTo>
                    <a:pt x="2633989" y="115599"/>
                  </a:lnTo>
                  <a:lnTo>
                    <a:pt x="2635061" y="115512"/>
                  </a:lnTo>
                  <a:lnTo>
                    <a:pt x="2636133" y="115425"/>
                  </a:lnTo>
                  <a:lnTo>
                    <a:pt x="2637204" y="115337"/>
                  </a:lnTo>
                  <a:lnTo>
                    <a:pt x="2638276" y="115250"/>
                  </a:lnTo>
                  <a:lnTo>
                    <a:pt x="2639347" y="115162"/>
                  </a:lnTo>
                  <a:lnTo>
                    <a:pt x="2640419" y="115075"/>
                  </a:lnTo>
                  <a:lnTo>
                    <a:pt x="2641491" y="114987"/>
                  </a:lnTo>
                  <a:lnTo>
                    <a:pt x="2642562" y="114899"/>
                  </a:lnTo>
                  <a:lnTo>
                    <a:pt x="2643634" y="114811"/>
                  </a:lnTo>
                  <a:lnTo>
                    <a:pt x="2644705" y="114724"/>
                  </a:lnTo>
                  <a:lnTo>
                    <a:pt x="2645777" y="114636"/>
                  </a:lnTo>
                  <a:lnTo>
                    <a:pt x="2646849" y="114548"/>
                  </a:lnTo>
                  <a:lnTo>
                    <a:pt x="2647920" y="114460"/>
                  </a:lnTo>
                  <a:lnTo>
                    <a:pt x="2648992" y="114371"/>
                  </a:lnTo>
                  <a:lnTo>
                    <a:pt x="2650063" y="114283"/>
                  </a:lnTo>
                  <a:lnTo>
                    <a:pt x="2651135" y="114195"/>
                  </a:lnTo>
                  <a:lnTo>
                    <a:pt x="2652207" y="114107"/>
                  </a:lnTo>
                  <a:lnTo>
                    <a:pt x="2653278" y="114018"/>
                  </a:lnTo>
                  <a:lnTo>
                    <a:pt x="2654350" y="113930"/>
                  </a:lnTo>
                  <a:lnTo>
                    <a:pt x="2655421" y="113841"/>
                  </a:lnTo>
                  <a:lnTo>
                    <a:pt x="2656493" y="113753"/>
                  </a:lnTo>
                  <a:lnTo>
                    <a:pt x="2657565" y="113664"/>
                  </a:lnTo>
                  <a:lnTo>
                    <a:pt x="2658636" y="113575"/>
                  </a:lnTo>
                  <a:lnTo>
                    <a:pt x="2659708" y="113486"/>
                  </a:lnTo>
                  <a:lnTo>
                    <a:pt x="2660779" y="113398"/>
                  </a:lnTo>
                  <a:lnTo>
                    <a:pt x="2661851" y="113309"/>
                  </a:lnTo>
                  <a:lnTo>
                    <a:pt x="2662922" y="113220"/>
                  </a:lnTo>
                  <a:lnTo>
                    <a:pt x="2663994" y="113131"/>
                  </a:lnTo>
                  <a:lnTo>
                    <a:pt x="2665066" y="113042"/>
                  </a:lnTo>
                  <a:lnTo>
                    <a:pt x="2666137" y="112952"/>
                  </a:lnTo>
                  <a:lnTo>
                    <a:pt x="2667209" y="112863"/>
                  </a:lnTo>
                  <a:lnTo>
                    <a:pt x="2668280" y="112774"/>
                  </a:lnTo>
                  <a:lnTo>
                    <a:pt x="2669352" y="112684"/>
                  </a:lnTo>
                  <a:lnTo>
                    <a:pt x="2670424" y="112595"/>
                  </a:lnTo>
                  <a:lnTo>
                    <a:pt x="2671495" y="112505"/>
                  </a:lnTo>
                  <a:lnTo>
                    <a:pt x="2672567" y="112416"/>
                  </a:lnTo>
                  <a:lnTo>
                    <a:pt x="2673638" y="112326"/>
                  </a:lnTo>
                  <a:lnTo>
                    <a:pt x="2674710" y="112237"/>
                  </a:lnTo>
                  <a:lnTo>
                    <a:pt x="2675782" y="112147"/>
                  </a:lnTo>
                  <a:lnTo>
                    <a:pt x="2676853" y="112057"/>
                  </a:lnTo>
                  <a:lnTo>
                    <a:pt x="2677925" y="111967"/>
                  </a:lnTo>
                  <a:lnTo>
                    <a:pt x="2678996" y="111877"/>
                  </a:lnTo>
                  <a:lnTo>
                    <a:pt x="2680068" y="111787"/>
                  </a:lnTo>
                  <a:lnTo>
                    <a:pt x="2681140" y="111697"/>
                  </a:lnTo>
                  <a:lnTo>
                    <a:pt x="2682211" y="111607"/>
                  </a:lnTo>
                  <a:lnTo>
                    <a:pt x="2683283" y="111517"/>
                  </a:lnTo>
                  <a:lnTo>
                    <a:pt x="2684354" y="111427"/>
                  </a:lnTo>
                  <a:lnTo>
                    <a:pt x="2685426" y="111336"/>
                  </a:lnTo>
                  <a:lnTo>
                    <a:pt x="2686498" y="111246"/>
                  </a:lnTo>
                  <a:lnTo>
                    <a:pt x="2687569" y="111156"/>
                  </a:lnTo>
                  <a:lnTo>
                    <a:pt x="2688641" y="111065"/>
                  </a:lnTo>
                  <a:lnTo>
                    <a:pt x="2689712" y="110974"/>
                  </a:lnTo>
                  <a:lnTo>
                    <a:pt x="2690784" y="110884"/>
                  </a:lnTo>
                  <a:lnTo>
                    <a:pt x="2691856" y="110793"/>
                  </a:lnTo>
                  <a:lnTo>
                    <a:pt x="2692927" y="110702"/>
                  </a:lnTo>
                  <a:lnTo>
                    <a:pt x="2693999" y="110612"/>
                  </a:lnTo>
                  <a:lnTo>
                    <a:pt x="2695070" y="110521"/>
                  </a:lnTo>
                  <a:lnTo>
                    <a:pt x="2696142" y="110430"/>
                  </a:lnTo>
                  <a:lnTo>
                    <a:pt x="2697214" y="110339"/>
                  </a:lnTo>
                  <a:lnTo>
                    <a:pt x="2698285" y="110248"/>
                  </a:lnTo>
                  <a:lnTo>
                    <a:pt x="2699357" y="110157"/>
                  </a:lnTo>
                  <a:lnTo>
                    <a:pt x="2700428" y="110066"/>
                  </a:lnTo>
                  <a:lnTo>
                    <a:pt x="2701500" y="109975"/>
                  </a:lnTo>
                  <a:lnTo>
                    <a:pt x="2702572" y="109883"/>
                  </a:lnTo>
                  <a:lnTo>
                    <a:pt x="2703643" y="109792"/>
                  </a:lnTo>
                  <a:lnTo>
                    <a:pt x="2704715" y="109701"/>
                  </a:lnTo>
                  <a:lnTo>
                    <a:pt x="2705786" y="109609"/>
                  </a:lnTo>
                  <a:lnTo>
                    <a:pt x="2706858" y="109518"/>
                  </a:lnTo>
                  <a:lnTo>
                    <a:pt x="2707930" y="109426"/>
                  </a:lnTo>
                  <a:lnTo>
                    <a:pt x="2709001" y="109334"/>
                  </a:lnTo>
                  <a:lnTo>
                    <a:pt x="2710073" y="109243"/>
                  </a:lnTo>
                  <a:lnTo>
                    <a:pt x="2711144" y="109151"/>
                  </a:lnTo>
                  <a:lnTo>
                    <a:pt x="2712216" y="109059"/>
                  </a:lnTo>
                  <a:lnTo>
                    <a:pt x="2713288" y="108967"/>
                  </a:lnTo>
                  <a:lnTo>
                    <a:pt x="2714359" y="108876"/>
                  </a:lnTo>
                  <a:lnTo>
                    <a:pt x="2715431" y="108784"/>
                  </a:lnTo>
                  <a:lnTo>
                    <a:pt x="2716502" y="108692"/>
                  </a:lnTo>
                  <a:lnTo>
                    <a:pt x="2717574" y="108600"/>
                  </a:lnTo>
                  <a:lnTo>
                    <a:pt x="2718646" y="108507"/>
                  </a:lnTo>
                  <a:lnTo>
                    <a:pt x="2719717" y="108415"/>
                  </a:lnTo>
                  <a:lnTo>
                    <a:pt x="2720789" y="108323"/>
                  </a:lnTo>
                  <a:lnTo>
                    <a:pt x="2721860" y="108231"/>
                  </a:lnTo>
                  <a:lnTo>
                    <a:pt x="2722932" y="108138"/>
                  </a:lnTo>
                  <a:lnTo>
                    <a:pt x="2724004" y="108046"/>
                  </a:lnTo>
                  <a:lnTo>
                    <a:pt x="2725075" y="107954"/>
                  </a:lnTo>
                  <a:lnTo>
                    <a:pt x="2726147" y="107861"/>
                  </a:lnTo>
                  <a:lnTo>
                    <a:pt x="2727218" y="107769"/>
                  </a:lnTo>
                  <a:lnTo>
                    <a:pt x="2728290" y="107676"/>
                  </a:lnTo>
                  <a:lnTo>
                    <a:pt x="2729362" y="107583"/>
                  </a:lnTo>
                  <a:lnTo>
                    <a:pt x="2730433" y="107491"/>
                  </a:lnTo>
                  <a:lnTo>
                    <a:pt x="2731505" y="107398"/>
                  </a:lnTo>
                  <a:lnTo>
                    <a:pt x="2732576" y="107305"/>
                  </a:lnTo>
                  <a:lnTo>
                    <a:pt x="2733648" y="107212"/>
                  </a:lnTo>
                  <a:lnTo>
                    <a:pt x="2734720" y="107119"/>
                  </a:lnTo>
                  <a:lnTo>
                    <a:pt x="2735791" y="107026"/>
                  </a:lnTo>
                  <a:lnTo>
                    <a:pt x="2736863" y="106933"/>
                  </a:lnTo>
                  <a:lnTo>
                    <a:pt x="2737934" y="106840"/>
                  </a:lnTo>
                  <a:lnTo>
                    <a:pt x="2739006" y="106747"/>
                  </a:lnTo>
                  <a:lnTo>
                    <a:pt x="2740078" y="106654"/>
                  </a:lnTo>
                  <a:lnTo>
                    <a:pt x="2741149" y="106560"/>
                  </a:lnTo>
                  <a:lnTo>
                    <a:pt x="2742221" y="106467"/>
                  </a:lnTo>
                  <a:lnTo>
                    <a:pt x="2743292" y="106374"/>
                  </a:lnTo>
                  <a:lnTo>
                    <a:pt x="2744364" y="106280"/>
                  </a:lnTo>
                  <a:lnTo>
                    <a:pt x="2745436" y="106187"/>
                  </a:lnTo>
                  <a:lnTo>
                    <a:pt x="2746507" y="106093"/>
                  </a:lnTo>
                  <a:lnTo>
                    <a:pt x="2747579" y="106000"/>
                  </a:lnTo>
                  <a:lnTo>
                    <a:pt x="2748650" y="105906"/>
                  </a:lnTo>
                  <a:lnTo>
                    <a:pt x="2749722" y="105813"/>
                  </a:lnTo>
                  <a:lnTo>
                    <a:pt x="2750794" y="105719"/>
                  </a:lnTo>
                  <a:lnTo>
                    <a:pt x="2751865" y="105625"/>
                  </a:lnTo>
                  <a:lnTo>
                    <a:pt x="2752937" y="105531"/>
                  </a:lnTo>
                  <a:lnTo>
                    <a:pt x="2754008" y="105437"/>
                  </a:lnTo>
                  <a:lnTo>
                    <a:pt x="2755080" y="105343"/>
                  </a:lnTo>
                  <a:lnTo>
                    <a:pt x="2756152" y="105250"/>
                  </a:lnTo>
                  <a:lnTo>
                    <a:pt x="2757223" y="105155"/>
                  </a:lnTo>
                  <a:lnTo>
                    <a:pt x="2758295" y="105061"/>
                  </a:lnTo>
                  <a:lnTo>
                    <a:pt x="2759366" y="104967"/>
                  </a:lnTo>
                  <a:lnTo>
                    <a:pt x="2760438" y="104873"/>
                  </a:lnTo>
                  <a:lnTo>
                    <a:pt x="2761510" y="104779"/>
                  </a:lnTo>
                  <a:lnTo>
                    <a:pt x="2762581" y="104685"/>
                  </a:lnTo>
                  <a:lnTo>
                    <a:pt x="2763653" y="104590"/>
                  </a:lnTo>
                  <a:lnTo>
                    <a:pt x="2764724" y="104496"/>
                  </a:lnTo>
                  <a:lnTo>
                    <a:pt x="2765796" y="104402"/>
                  </a:lnTo>
                  <a:lnTo>
                    <a:pt x="2766868" y="104307"/>
                  </a:lnTo>
                  <a:lnTo>
                    <a:pt x="2767939" y="104213"/>
                  </a:lnTo>
                  <a:lnTo>
                    <a:pt x="2769011" y="104118"/>
                  </a:lnTo>
                  <a:lnTo>
                    <a:pt x="2770082" y="104024"/>
                  </a:lnTo>
                  <a:lnTo>
                    <a:pt x="2771154" y="103929"/>
                  </a:lnTo>
                  <a:lnTo>
                    <a:pt x="2772226" y="103834"/>
                  </a:lnTo>
                  <a:lnTo>
                    <a:pt x="2773297" y="103739"/>
                  </a:lnTo>
                  <a:lnTo>
                    <a:pt x="2774369" y="103645"/>
                  </a:lnTo>
                  <a:lnTo>
                    <a:pt x="2775440" y="103550"/>
                  </a:lnTo>
                  <a:lnTo>
                    <a:pt x="2776512" y="103455"/>
                  </a:lnTo>
                  <a:lnTo>
                    <a:pt x="2777584" y="103360"/>
                  </a:lnTo>
                  <a:lnTo>
                    <a:pt x="2778655" y="103265"/>
                  </a:lnTo>
                  <a:lnTo>
                    <a:pt x="2779727" y="103170"/>
                  </a:lnTo>
                  <a:lnTo>
                    <a:pt x="2780798" y="103075"/>
                  </a:lnTo>
                  <a:lnTo>
                    <a:pt x="2781870" y="102980"/>
                  </a:lnTo>
                  <a:lnTo>
                    <a:pt x="2782942" y="102885"/>
                  </a:lnTo>
                  <a:lnTo>
                    <a:pt x="2784013" y="102789"/>
                  </a:lnTo>
                  <a:lnTo>
                    <a:pt x="2785085" y="102694"/>
                  </a:lnTo>
                  <a:lnTo>
                    <a:pt x="2786156" y="102599"/>
                  </a:lnTo>
                  <a:lnTo>
                    <a:pt x="2787228" y="102504"/>
                  </a:lnTo>
                  <a:lnTo>
                    <a:pt x="2788300" y="102408"/>
                  </a:lnTo>
                  <a:lnTo>
                    <a:pt x="2789371" y="102313"/>
                  </a:lnTo>
                  <a:lnTo>
                    <a:pt x="2790443" y="102217"/>
                  </a:lnTo>
                  <a:lnTo>
                    <a:pt x="2791514" y="102122"/>
                  </a:lnTo>
                  <a:lnTo>
                    <a:pt x="2792586" y="102026"/>
                  </a:lnTo>
                  <a:lnTo>
                    <a:pt x="2793658" y="101931"/>
                  </a:lnTo>
                  <a:lnTo>
                    <a:pt x="2794729" y="101835"/>
                  </a:lnTo>
                  <a:lnTo>
                    <a:pt x="2795801" y="101739"/>
                  </a:lnTo>
                  <a:lnTo>
                    <a:pt x="2796872" y="101644"/>
                  </a:lnTo>
                  <a:lnTo>
                    <a:pt x="2797944" y="101548"/>
                  </a:lnTo>
                  <a:lnTo>
                    <a:pt x="2799016" y="101452"/>
                  </a:lnTo>
                  <a:lnTo>
                    <a:pt x="2800087" y="101356"/>
                  </a:lnTo>
                  <a:lnTo>
                    <a:pt x="2801159" y="101260"/>
                  </a:lnTo>
                  <a:lnTo>
                    <a:pt x="2802230" y="101164"/>
                  </a:lnTo>
                  <a:lnTo>
                    <a:pt x="2803302" y="101068"/>
                  </a:lnTo>
                  <a:lnTo>
                    <a:pt x="2804374" y="100972"/>
                  </a:lnTo>
                  <a:lnTo>
                    <a:pt x="2805445" y="100876"/>
                  </a:lnTo>
                  <a:lnTo>
                    <a:pt x="2806517" y="100780"/>
                  </a:lnTo>
                  <a:lnTo>
                    <a:pt x="2807588" y="100684"/>
                  </a:lnTo>
                  <a:lnTo>
                    <a:pt x="2808660" y="100588"/>
                  </a:lnTo>
                  <a:lnTo>
                    <a:pt x="2809732" y="100491"/>
                  </a:lnTo>
                  <a:lnTo>
                    <a:pt x="2810803" y="100395"/>
                  </a:lnTo>
                  <a:lnTo>
                    <a:pt x="2811875" y="100299"/>
                  </a:lnTo>
                  <a:lnTo>
                    <a:pt x="2812946" y="100202"/>
                  </a:lnTo>
                  <a:lnTo>
                    <a:pt x="2814018" y="100106"/>
                  </a:lnTo>
                  <a:lnTo>
                    <a:pt x="2815090" y="100010"/>
                  </a:lnTo>
                  <a:lnTo>
                    <a:pt x="2816161" y="99913"/>
                  </a:lnTo>
                  <a:lnTo>
                    <a:pt x="2817233" y="99817"/>
                  </a:lnTo>
                  <a:lnTo>
                    <a:pt x="2818304" y="99720"/>
                  </a:lnTo>
                  <a:lnTo>
                    <a:pt x="2819376" y="99623"/>
                  </a:lnTo>
                  <a:lnTo>
                    <a:pt x="2820448" y="99527"/>
                  </a:lnTo>
                  <a:lnTo>
                    <a:pt x="2821519" y="99430"/>
                  </a:lnTo>
                  <a:lnTo>
                    <a:pt x="2822591" y="99333"/>
                  </a:lnTo>
                  <a:lnTo>
                    <a:pt x="2823662" y="99237"/>
                  </a:lnTo>
                  <a:lnTo>
                    <a:pt x="2824734" y="99140"/>
                  </a:lnTo>
                  <a:lnTo>
                    <a:pt x="2825806" y="99043"/>
                  </a:lnTo>
                  <a:lnTo>
                    <a:pt x="2826877" y="98946"/>
                  </a:lnTo>
                  <a:lnTo>
                    <a:pt x="2827949" y="98849"/>
                  </a:lnTo>
                  <a:lnTo>
                    <a:pt x="2829020" y="98752"/>
                  </a:lnTo>
                  <a:lnTo>
                    <a:pt x="2830092" y="98655"/>
                  </a:lnTo>
                  <a:lnTo>
                    <a:pt x="2831164" y="98558"/>
                  </a:lnTo>
                  <a:lnTo>
                    <a:pt x="2832235" y="98461"/>
                  </a:lnTo>
                  <a:lnTo>
                    <a:pt x="2833307" y="98364"/>
                  </a:lnTo>
                  <a:lnTo>
                    <a:pt x="2834378" y="98267"/>
                  </a:lnTo>
                  <a:lnTo>
                    <a:pt x="2835450" y="98170"/>
                  </a:lnTo>
                  <a:lnTo>
                    <a:pt x="2836522" y="98072"/>
                  </a:lnTo>
                  <a:lnTo>
                    <a:pt x="2837593" y="97975"/>
                  </a:lnTo>
                  <a:lnTo>
                    <a:pt x="2838665" y="97878"/>
                  </a:lnTo>
                  <a:lnTo>
                    <a:pt x="2839736" y="97780"/>
                  </a:lnTo>
                  <a:lnTo>
                    <a:pt x="2840808" y="97683"/>
                  </a:lnTo>
                  <a:lnTo>
                    <a:pt x="2841879" y="97586"/>
                  </a:lnTo>
                  <a:lnTo>
                    <a:pt x="2842951" y="97488"/>
                  </a:lnTo>
                  <a:lnTo>
                    <a:pt x="2844023" y="97391"/>
                  </a:lnTo>
                  <a:lnTo>
                    <a:pt x="2845094" y="97293"/>
                  </a:lnTo>
                  <a:lnTo>
                    <a:pt x="2846166" y="97196"/>
                  </a:lnTo>
                  <a:lnTo>
                    <a:pt x="2847237" y="97098"/>
                  </a:lnTo>
                  <a:lnTo>
                    <a:pt x="2848309" y="97001"/>
                  </a:lnTo>
                  <a:lnTo>
                    <a:pt x="2849381" y="96903"/>
                  </a:lnTo>
                  <a:lnTo>
                    <a:pt x="2850452" y="96805"/>
                  </a:lnTo>
                  <a:lnTo>
                    <a:pt x="2851524" y="96707"/>
                  </a:lnTo>
                  <a:lnTo>
                    <a:pt x="2852595" y="96610"/>
                  </a:lnTo>
                  <a:lnTo>
                    <a:pt x="2853667" y="96512"/>
                  </a:lnTo>
                  <a:lnTo>
                    <a:pt x="2854739" y="96414"/>
                  </a:lnTo>
                  <a:lnTo>
                    <a:pt x="2855810" y="96316"/>
                  </a:lnTo>
                  <a:lnTo>
                    <a:pt x="2856882" y="96218"/>
                  </a:lnTo>
                  <a:lnTo>
                    <a:pt x="2857953" y="96120"/>
                  </a:lnTo>
                  <a:lnTo>
                    <a:pt x="2859025" y="96022"/>
                  </a:lnTo>
                  <a:lnTo>
                    <a:pt x="2860097" y="95924"/>
                  </a:lnTo>
                  <a:lnTo>
                    <a:pt x="2861168" y="95826"/>
                  </a:lnTo>
                  <a:lnTo>
                    <a:pt x="2862240" y="95728"/>
                  </a:lnTo>
                  <a:lnTo>
                    <a:pt x="2863311" y="95630"/>
                  </a:lnTo>
                  <a:lnTo>
                    <a:pt x="2864383" y="95532"/>
                  </a:lnTo>
                  <a:lnTo>
                    <a:pt x="2865455" y="95434"/>
                  </a:lnTo>
                  <a:lnTo>
                    <a:pt x="2866526" y="95336"/>
                  </a:lnTo>
                  <a:lnTo>
                    <a:pt x="2867598" y="95238"/>
                  </a:lnTo>
                  <a:lnTo>
                    <a:pt x="2868669" y="95139"/>
                  </a:lnTo>
                  <a:lnTo>
                    <a:pt x="2869741" y="95041"/>
                  </a:lnTo>
                  <a:lnTo>
                    <a:pt x="2870813" y="94943"/>
                  </a:lnTo>
                  <a:lnTo>
                    <a:pt x="2871884" y="94844"/>
                  </a:lnTo>
                  <a:lnTo>
                    <a:pt x="2872956" y="94746"/>
                  </a:lnTo>
                  <a:lnTo>
                    <a:pt x="2874027" y="94648"/>
                  </a:lnTo>
                  <a:lnTo>
                    <a:pt x="2875099" y="94549"/>
                  </a:lnTo>
                  <a:lnTo>
                    <a:pt x="2876171" y="94451"/>
                  </a:lnTo>
                  <a:lnTo>
                    <a:pt x="2877242" y="94352"/>
                  </a:lnTo>
                  <a:lnTo>
                    <a:pt x="2878314" y="94254"/>
                  </a:lnTo>
                  <a:lnTo>
                    <a:pt x="2879385" y="94155"/>
                  </a:lnTo>
                  <a:lnTo>
                    <a:pt x="2880457" y="94056"/>
                  </a:lnTo>
                  <a:lnTo>
                    <a:pt x="2881529" y="93958"/>
                  </a:lnTo>
                  <a:lnTo>
                    <a:pt x="2882600" y="93859"/>
                  </a:lnTo>
                  <a:lnTo>
                    <a:pt x="2883672" y="93761"/>
                  </a:lnTo>
                  <a:lnTo>
                    <a:pt x="2884743" y="93662"/>
                  </a:lnTo>
                  <a:lnTo>
                    <a:pt x="2885815" y="93563"/>
                  </a:lnTo>
                  <a:lnTo>
                    <a:pt x="2886887" y="93464"/>
                  </a:lnTo>
                  <a:lnTo>
                    <a:pt x="2887958" y="93366"/>
                  </a:lnTo>
                  <a:lnTo>
                    <a:pt x="2889030" y="93267"/>
                  </a:lnTo>
                  <a:lnTo>
                    <a:pt x="2890101" y="93168"/>
                  </a:lnTo>
                  <a:lnTo>
                    <a:pt x="2891173" y="93069"/>
                  </a:lnTo>
                  <a:lnTo>
                    <a:pt x="2892245" y="92970"/>
                  </a:lnTo>
                  <a:lnTo>
                    <a:pt x="2893316" y="92871"/>
                  </a:lnTo>
                  <a:lnTo>
                    <a:pt x="2894388" y="92772"/>
                  </a:lnTo>
                  <a:lnTo>
                    <a:pt x="2895459" y="92673"/>
                  </a:lnTo>
                  <a:lnTo>
                    <a:pt x="2896531" y="92574"/>
                  </a:lnTo>
                  <a:lnTo>
                    <a:pt x="2897603" y="92475"/>
                  </a:lnTo>
                  <a:lnTo>
                    <a:pt x="2898674" y="92376"/>
                  </a:lnTo>
                  <a:lnTo>
                    <a:pt x="2899746" y="92277"/>
                  </a:lnTo>
                  <a:lnTo>
                    <a:pt x="2900817" y="92178"/>
                  </a:lnTo>
                  <a:lnTo>
                    <a:pt x="2901889" y="92079"/>
                  </a:lnTo>
                  <a:lnTo>
                    <a:pt x="2902961" y="91979"/>
                  </a:lnTo>
                  <a:lnTo>
                    <a:pt x="2904032" y="91880"/>
                  </a:lnTo>
                  <a:lnTo>
                    <a:pt x="2905104" y="91781"/>
                  </a:lnTo>
                  <a:lnTo>
                    <a:pt x="2906175" y="91682"/>
                  </a:lnTo>
                  <a:lnTo>
                    <a:pt x="2907247" y="91583"/>
                  </a:lnTo>
                  <a:lnTo>
                    <a:pt x="2908319" y="91483"/>
                  </a:lnTo>
                  <a:lnTo>
                    <a:pt x="2909390" y="91384"/>
                  </a:lnTo>
                  <a:lnTo>
                    <a:pt x="2910462" y="91285"/>
                  </a:lnTo>
                  <a:lnTo>
                    <a:pt x="2911533" y="91185"/>
                  </a:lnTo>
                  <a:lnTo>
                    <a:pt x="2912605" y="91086"/>
                  </a:lnTo>
                  <a:lnTo>
                    <a:pt x="2913677" y="90986"/>
                  </a:lnTo>
                  <a:lnTo>
                    <a:pt x="2914748" y="90887"/>
                  </a:lnTo>
                  <a:lnTo>
                    <a:pt x="2915820" y="90787"/>
                  </a:lnTo>
                  <a:lnTo>
                    <a:pt x="2916891" y="90688"/>
                  </a:lnTo>
                  <a:lnTo>
                    <a:pt x="2917963" y="90588"/>
                  </a:lnTo>
                  <a:lnTo>
                    <a:pt x="2919035" y="90489"/>
                  </a:lnTo>
                  <a:lnTo>
                    <a:pt x="2920106" y="90389"/>
                  </a:lnTo>
                  <a:lnTo>
                    <a:pt x="2921178" y="90290"/>
                  </a:lnTo>
                  <a:lnTo>
                    <a:pt x="2922249" y="90190"/>
                  </a:lnTo>
                  <a:lnTo>
                    <a:pt x="2923321" y="90090"/>
                  </a:lnTo>
                  <a:lnTo>
                    <a:pt x="2924393" y="89991"/>
                  </a:lnTo>
                  <a:lnTo>
                    <a:pt x="2925464" y="89891"/>
                  </a:lnTo>
                  <a:lnTo>
                    <a:pt x="2926536" y="89791"/>
                  </a:lnTo>
                  <a:lnTo>
                    <a:pt x="2927607" y="89692"/>
                  </a:lnTo>
                  <a:lnTo>
                    <a:pt x="2928679" y="89592"/>
                  </a:lnTo>
                  <a:lnTo>
                    <a:pt x="2929751" y="89492"/>
                  </a:lnTo>
                  <a:lnTo>
                    <a:pt x="2930822" y="89392"/>
                  </a:lnTo>
                  <a:lnTo>
                    <a:pt x="2931894" y="89292"/>
                  </a:lnTo>
                  <a:lnTo>
                    <a:pt x="2932965" y="89193"/>
                  </a:lnTo>
                  <a:lnTo>
                    <a:pt x="2934037" y="89093"/>
                  </a:lnTo>
                  <a:lnTo>
                    <a:pt x="2935109" y="88993"/>
                  </a:lnTo>
                  <a:lnTo>
                    <a:pt x="2936180" y="88893"/>
                  </a:lnTo>
                  <a:lnTo>
                    <a:pt x="2937252" y="88793"/>
                  </a:lnTo>
                  <a:lnTo>
                    <a:pt x="2938323" y="88693"/>
                  </a:lnTo>
                  <a:lnTo>
                    <a:pt x="2939395" y="88593"/>
                  </a:lnTo>
                  <a:lnTo>
                    <a:pt x="2940467" y="88493"/>
                  </a:lnTo>
                  <a:lnTo>
                    <a:pt x="2941538" y="88393"/>
                  </a:lnTo>
                  <a:lnTo>
                    <a:pt x="2942610" y="88293"/>
                  </a:lnTo>
                  <a:lnTo>
                    <a:pt x="2943681" y="88193"/>
                  </a:lnTo>
                  <a:lnTo>
                    <a:pt x="2944753" y="88093"/>
                  </a:lnTo>
                  <a:lnTo>
                    <a:pt x="2945825" y="87993"/>
                  </a:lnTo>
                  <a:lnTo>
                    <a:pt x="2946896" y="87893"/>
                  </a:lnTo>
                  <a:lnTo>
                    <a:pt x="2947968" y="87793"/>
                  </a:lnTo>
                  <a:lnTo>
                    <a:pt x="2949039" y="87693"/>
                  </a:lnTo>
                  <a:lnTo>
                    <a:pt x="2950111" y="87592"/>
                  </a:lnTo>
                  <a:lnTo>
                    <a:pt x="2951183" y="87492"/>
                  </a:lnTo>
                  <a:lnTo>
                    <a:pt x="2952254" y="87392"/>
                  </a:lnTo>
                  <a:lnTo>
                    <a:pt x="2953326" y="87292"/>
                  </a:lnTo>
                  <a:lnTo>
                    <a:pt x="2954397" y="87192"/>
                  </a:lnTo>
                  <a:lnTo>
                    <a:pt x="2955469" y="87091"/>
                  </a:lnTo>
                  <a:lnTo>
                    <a:pt x="2956541" y="86991"/>
                  </a:lnTo>
                  <a:lnTo>
                    <a:pt x="2957612" y="86891"/>
                  </a:lnTo>
                  <a:lnTo>
                    <a:pt x="2958684" y="86790"/>
                  </a:lnTo>
                  <a:lnTo>
                    <a:pt x="2959755" y="86690"/>
                  </a:lnTo>
                  <a:lnTo>
                    <a:pt x="2960827" y="86590"/>
                  </a:lnTo>
                  <a:lnTo>
                    <a:pt x="2961899" y="86489"/>
                  </a:lnTo>
                  <a:lnTo>
                    <a:pt x="2962970" y="86389"/>
                  </a:lnTo>
                  <a:lnTo>
                    <a:pt x="2964042" y="86289"/>
                  </a:lnTo>
                  <a:lnTo>
                    <a:pt x="2965113" y="86188"/>
                  </a:lnTo>
                  <a:lnTo>
                    <a:pt x="2966185" y="86088"/>
                  </a:lnTo>
                  <a:lnTo>
                    <a:pt x="2967257" y="85988"/>
                  </a:lnTo>
                  <a:lnTo>
                    <a:pt x="2968328" y="85887"/>
                  </a:lnTo>
                  <a:lnTo>
                    <a:pt x="2969400" y="85787"/>
                  </a:lnTo>
                  <a:lnTo>
                    <a:pt x="2970471" y="85686"/>
                  </a:lnTo>
                  <a:lnTo>
                    <a:pt x="2971543" y="85586"/>
                  </a:lnTo>
                  <a:lnTo>
                    <a:pt x="2972615" y="85485"/>
                  </a:lnTo>
                  <a:lnTo>
                    <a:pt x="2973686" y="85385"/>
                  </a:lnTo>
                  <a:lnTo>
                    <a:pt x="2974758" y="85284"/>
                  </a:lnTo>
                  <a:lnTo>
                    <a:pt x="2975829" y="85184"/>
                  </a:lnTo>
                  <a:lnTo>
                    <a:pt x="2976901" y="85083"/>
                  </a:lnTo>
                  <a:lnTo>
                    <a:pt x="2977973" y="84982"/>
                  </a:lnTo>
                  <a:lnTo>
                    <a:pt x="2979044" y="84882"/>
                  </a:lnTo>
                  <a:lnTo>
                    <a:pt x="2980116" y="84781"/>
                  </a:lnTo>
                  <a:lnTo>
                    <a:pt x="2981187" y="84681"/>
                  </a:lnTo>
                  <a:lnTo>
                    <a:pt x="2982259" y="84580"/>
                  </a:lnTo>
                  <a:lnTo>
                    <a:pt x="2983331" y="84479"/>
                  </a:lnTo>
                  <a:lnTo>
                    <a:pt x="2984402" y="84379"/>
                  </a:lnTo>
                  <a:lnTo>
                    <a:pt x="2985474" y="84278"/>
                  </a:lnTo>
                  <a:lnTo>
                    <a:pt x="2986545" y="84177"/>
                  </a:lnTo>
                  <a:lnTo>
                    <a:pt x="2987617" y="84077"/>
                  </a:lnTo>
                  <a:lnTo>
                    <a:pt x="2988689" y="83976"/>
                  </a:lnTo>
                  <a:lnTo>
                    <a:pt x="2989760" y="83875"/>
                  </a:lnTo>
                  <a:lnTo>
                    <a:pt x="2990832" y="83775"/>
                  </a:lnTo>
                  <a:lnTo>
                    <a:pt x="2991903" y="83674"/>
                  </a:lnTo>
                  <a:lnTo>
                    <a:pt x="2992975" y="83573"/>
                  </a:lnTo>
                  <a:lnTo>
                    <a:pt x="2994047" y="83472"/>
                  </a:lnTo>
                  <a:lnTo>
                    <a:pt x="2995118" y="83372"/>
                  </a:lnTo>
                  <a:lnTo>
                    <a:pt x="2996190" y="83271"/>
                  </a:lnTo>
                  <a:lnTo>
                    <a:pt x="2997261" y="83170"/>
                  </a:lnTo>
                  <a:lnTo>
                    <a:pt x="2998333" y="83069"/>
                  </a:lnTo>
                  <a:lnTo>
                    <a:pt x="2999405" y="82968"/>
                  </a:lnTo>
                  <a:lnTo>
                    <a:pt x="3000476" y="82868"/>
                  </a:lnTo>
                  <a:lnTo>
                    <a:pt x="3001548" y="82767"/>
                  </a:lnTo>
                  <a:lnTo>
                    <a:pt x="3002619" y="82666"/>
                  </a:lnTo>
                  <a:lnTo>
                    <a:pt x="3003691" y="82565"/>
                  </a:lnTo>
                  <a:lnTo>
                    <a:pt x="3004763" y="82464"/>
                  </a:lnTo>
                  <a:lnTo>
                    <a:pt x="3005834" y="82363"/>
                  </a:lnTo>
                  <a:lnTo>
                    <a:pt x="3006906" y="82262"/>
                  </a:lnTo>
                  <a:lnTo>
                    <a:pt x="3007977" y="82162"/>
                  </a:lnTo>
                  <a:lnTo>
                    <a:pt x="3009049" y="82061"/>
                  </a:lnTo>
                  <a:lnTo>
                    <a:pt x="3010121" y="81960"/>
                  </a:lnTo>
                  <a:lnTo>
                    <a:pt x="3011192" y="81859"/>
                  </a:lnTo>
                  <a:lnTo>
                    <a:pt x="3012264" y="81758"/>
                  </a:lnTo>
                  <a:lnTo>
                    <a:pt x="3013335" y="81657"/>
                  </a:lnTo>
                  <a:lnTo>
                    <a:pt x="3014407" y="81556"/>
                  </a:lnTo>
                  <a:lnTo>
                    <a:pt x="3015479" y="81455"/>
                  </a:lnTo>
                  <a:lnTo>
                    <a:pt x="3016550" y="81354"/>
                  </a:lnTo>
                  <a:lnTo>
                    <a:pt x="3017622" y="81253"/>
                  </a:lnTo>
                  <a:lnTo>
                    <a:pt x="3018693" y="81152"/>
                  </a:lnTo>
                  <a:lnTo>
                    <a:pt x="3019765" y="81051"/>
                  </a:lnTo>
                  <a:lnTo>
                    <a:pt x="3020836" y="80950"/>
                  </a:lnTo>
                  <a:lnTo>
                    <a:pt x="3021908" y="80849"/>
                  </a:lnTo>
                  <a:lnTo>
                    <a:pt x="3022980" y="80748"/>
                  </a:lnTo>
                  <a:lnTo>
                    <a:pt x="3024051" y="80647"/>
                  </a:lnTo>
                  <a:lnTo>
                    <a:pt x="3025123" y="80546"/>
                  </a:lnTo>
                  <a:lnTo>
                    <a:pt x="3026194" y="80445"/>
                  </a:lnTo>
                  <a:lnTo>
                    <a:pt x="3027266" y="80344"/>
                  </a:lnTo>
                  <a:lnTo>
                    <a:pt x="3028338" y="80243"/>
                  </a:lnTo>
                  <a:lnTo>
                    <a:pt x="3029409" y="80142"/>
                  </a:lnTo>
                  <a:lnTo>
                    <a:pt x="3030481" y="80041"/>
                  </a:lnTo>
                  <a:lnTo>
                    <a:pt x="3031552" y="79940"/>
                  </a:lnTo>
                  <a:lnTo>
                    <a:pt x="3032624" y="79839"/>
                  </a:lnTo>
                  <a:lnTo>
                    <a:pt x="3033696" y="79738"/>
                  </a:lnTo>
                  <a:lnTo>
                    <a:pt x="3034767" y="79637"/>
                  </a:lnTo>
                  <a:lnTo>
                    <a:pt x="3035839" y="79536"/>
                  </a:lnTo>
                  <a:lnTo>
                    <a:pt x="3036910" y="79435"/>
                  </a:lnTo>
                  <a:lnTo>
                    <a:pt x="3037982" y="79334"/>
                  </a:lnTo>
                  <a:lnTo>
                    <a:pt x="3039054" y="79233"/>
                  </a:lnTo>
                  <a:lnTo>
                    <a:pt x="3040125" y="79132"/>
                  </a:lnTo>
                  <a:lnTo>
                    <a:pt x="3041197" y="79030"/>
                  </a:lnTo>
                  <a:lnTo>
                    <a:pt x="3042268" y="78929"/>
                  </a:lnTo>
                  <a:lnTo>
                    <a:pt x="3043340" y="78828"/>
                  </a:lnTo>
                  <a:lnTo>
                    <a:pt x="3044412" y="78727"/>
                  </a:lnTo>
                  <a:lnTo>
                    <a:pt x="3045483" y="78626"/>
                  </a:lnTo>
                  <a:lnTo>
                    <a:pt x="3046555" y="78525"/>
                  </a:lnTo>
                  <a:lnTo>
                    <a:pt x="3047626" y="78424"/>
                  </a:lnTo>
                  <a:lnTo>
                    <a:pt x="3048698" y="78323"/>
                  </a:lnTo>
                  <a:lnTo>
                    <a:pt x="3049770" y="78221"/>
                  </a:lnTo>
                  <a:lnTo>
                    <a:pt x="3050841" y="78120"/>
                  </a:lnTo>
                  <a:lnTo>
                    <a:pt x="3051913" y="78019"/>
                  </a:lnTo>
                  <a:lnTo>
                    <a:pt x="3052984" y="77918"/>
                  </a:lnTo>
                  <a:lnTo>
                    <a:pt x="3054056" y="77817"/>
                  </a:lnTo>
                  <a:lnTo>
                    <a:pt x="3055128" y="77715"/>
                  </a:lnTo>
                  <a:lnTo>
                    <a:pt x="3056199" y="77614"/>
                  </a:lnTo>
                  <a:lnTo>
                    <a:pt x="3057271" y="77513"/>
                  </a:lnTo>
                  <a:lnTo>
                    <a:pt x="3058342" y="77412"/>
                  </a:lnTo>
                  <a:lnTo>
                    <a:pt x="3059414" y="77311"/>
                  </a:lnTo>
                  <a:lnTo>
                    <a:pt x="3060486" y="77209"/>
                  </a:lnTo>
                  <a:lnTo>
                    <a:pt x="3061557" y="77108"/>
                  </a:lnTo>
                  <a:lnTo>
                    <a:pt x="3062629" y="77007"/>
                  </a:lnTo>
                  <a:lnTo>
                    <a:pt x="3063700" y="76906"/>
                  </a:lnTo>
                  <a:lnTo>
                    <a:pt x="3064772" y="76804"/>
                  </a:lnTo>
                  <a:lnTo>
                    <a:pt x="3065844" y="76703"/>
                  </a:lnTo>
                  <a:lnTo>
                    <a:pt x="3066915" y="76602"/>
                  </a:lnTo>
                  <a:lnTo>
                    <a:pt x="3067987" y="76500"/>
                  </a:lnTo>
                  <a:lnTo>
                    <a:pt x="3069058" y="76399"/>
                  </a:lnTo>
                  <a:lnTo>
                    <a:pt x="3070130" y="76298"/>
                  </a:lnTo>
                  <a:lnTo>
                    <a:pt x="3071202" y="76197"/>
                  </a:lnTo>
                  <a:lnTo>
                    <a:pt x="3072273" y="76095"/>
                  </a:lnTo>
                  <a:lnTo>
                    <a:pt x="3073345" y="75994"/>
                  </a:lnTo>
                  <a:lnTo>
                    <a:pt x="3074416" y="75893"/>
                  </a:lnTo>
                  <a:lnTo>
                    <a:pt x="3075488" y="75791"/>
                  </a:lnTo>
                  <a:lnTo>
                    <a:pt x="3076560" y="75690"/>
                  </a:lnTo>
                  <a:lnTo>
                    <a:pt x="3077631" y="75589"/>
                  </a:lnTo>
                  <a:lnTo>
                    <a:pt x="3078703" y="75487"/>
                  </a:lnTo>
                  <a:lnTo>
                    <a:pt x="3079774" y="75386"/>
                  </a:lnTo>
                  <a:lnTo>
                    <a:pt x="3080846" y="75284"/>
                  </a:lnTo>
                  <a:lnTo>
                    <a:pt x="3081918" y="75183"/>
                  </a:lnTo>
                  <a:lnTo>
                    <a:pt x="3082989" y="75082"/>
                  </a:lnTo>
                  <a:lnTo>
                    <a:pt x="3084061" y="74980"/>
                  </a:lnTo>
                  <a:lnTo>
                    <a:pt x="3085132" y="74879"/>
                  </a:lnTo>
                  <a:lnTo>
                    <a:pt x="3086204" y="74778"/>
                  </a:lnTo>
                  <a:lnTo>
                    <a:pt x="3087276" y="74676"/>
                  </a:lnTo>
                  <a:lnTo>
                    <a:pt x="3088347" y="74575"/>
                  </a:lnTo>
                  <a:lnTo>
                    <a:pt x="3089419" y="74473"/>
                  </a:lnTo>
                  <a:lnTo>
                    <a:pt x="3090490" y="74372"/>
                  </a:lnTo>
                  <a:lnTo>
                    <a:pt x="3091562" y="74270"/>
                  </a:lnTo>
                  <a:lnTo>
                    <a:pt x="3092634" y="74169"/>
                  </a:lnTo>
                  <a:lnTo>
                    <a:pt x="3093705" y="74067"/>
                  </a:lnTo>
                  <a:lnTo>
                    <a:pt x="3094777" y="73966"/>
                  </a:lnTo>
                  <a:lnTo>
                    <a:pt x="3095848" y="73865"/>
                  </a:lnTo>
                  <a:lnTo>
                    <a:pt x="3096920" y="73763"/>
                  </a:lnTo>
                  <a:lnTo>
                    <a:pt x="3097992" y="73662"/>
                  </a:lnTo>
                  <a:lnTo>
                    <a:pt x="3099063" y="73560"/>
                  </a:lnTo>
                  <a:lnTo>
                    <a:pt x="3100135" y="73459"/>
                  </a:lnTo>
                  <a:lnTo>
                    <a:pt x="3101206" y="73357"/>
                  </a:lnTo>
                  <a:lnTo>
                    <a:pt x="3102278" y="73256"/>
                  </a:lnTo>
                  <a:lnTo>
                    <a:pt x="3103350" y="73154"/>
                  </a:lnTo>
                  <a:lnTo>
                    <a:pt x="3104421" y="73053"/>
                  </a:lnTo>
                  <a:lnTo>
                    <a:pt x="3105493" y="72951"/>
                  </a:lnTo>
                  <a:lnTo>
                    <a:pt x="3106564" y="72849"/>
                  </a:lnTo>
                  <a:lnTo>
                    <a:pt x="3107636" y="72748"/>
                  </a:lnTo>
                  <a:lnTo>
                    <a:pt x="3108708" y="72646"/>
                  </a:lnTo>
                  <a:lnTo>
                    <a:pt x="3109779" y="72545"/>
                  </a:lnTo>
                  <a:lnTo>
                    <a:pt x="3110851" y="72443"/>
                  </a:lnTo>
                  <a:lnTo>
                    <a:pt x="3111922" y="72342"/>
                  </a:lnTo>
                  <a:lnTo>
                    <a:pt x="3112994" y="72240"/>
                  </a:lnTo>
                  <a:lnTo>
                    <a:pt x="3114066" y="72138"/>
                  </a:lnTo>
                  <a:lnTo>
                    <a:pt x="3115137" y="72037"/>
                  </a:lnTo>
                  <a:lnTo>
                    <a:pt x="3116209" y="71935"/>
                  </a:lnTo>
                  <a:lnTo>
                    <a:pt x="3117280" y="71834"/>
                  </a:lnTo>
                  <a:lnTo>
                    <a:pt x="3118352" y="71732"/>
                  </a:lnTo>
                  <a:lnTo>
                    <a:pt x="3119424" y="71630"/>
                  </a:lnTo>
                  <a:lnTo>
                    <a:pt x="3120495" y="71529"/>
                  </a:lnTo>
                  <a:lnTo>
                    <a:pt x="3121567" y="71427"/>
                  </a:lnTo>
                  <a:lnTo>
                    <a:pt x="3122638" y="71325"/>
                  </a:lnTo>
                  <a:lnTo>
                    <a:pt x="3123710" y="71224"/>
                  </a:lnTo>
                  <a:lnTo>
                    <a:pt x="3124782" y="71122"/>
                  </a:lnTo>
                  <a:lnTo>
                    <a:pt x="3125853" y="71021"/>
                  </a:lnTo>
                  <a:lnTo>
                    <a:pt x="3126925" y="70919"/>
                  </a:lnTo>
                  <a:lnTo>
                    <a:pt x="3127996" y="70817"/>
                  </a:lnTo>
                  <a:lnTo>
                    <a:pt x="3129068" y="70715"/>
                  </a:lnTo>
                  <a:lnTo>
                    <a:pt x="3130140" y="70614"/>
                  </a:lnTo>
                  <a:lnTo>
                    <a:pt x="3131211" y="70512"/>
                  </a:lnTo>
                  <a:lnTo>
                    <a:pt x="3132283" y="70410"/>
                  </a:lnTo>
                  <a:lnTo>
                    <a:pt x="3133354" y="70309"/>
                  </a:lnTo>
                  <a:lnTo>
                    <a:pt x="3134426" y="70207"/>
                  </a:lnTo>
                  <a:lnTo>
                    <a:pt x="3135498" y="70105"/>
                  </a:lnTo>
                  <a:lnTo>
                    <a:pt x="3136569" y="70003"/>
                  </a:lnTo>
                  <a:lnTo>
                    <a:pt x="3137641" y="69902"/>
                  </a:lnTo>
                  <a:lnTo>
                    <a:pt x="3138712" y="69800"/>
                  </a:lnTo>
                  <a:lnTo>
                    <a:pt x="3139784" y="69698"/>
                  </a:lnTo>
                  <a:lnTo>
                    <a:pt x="3140856" y="69596"/>
                  </a:lnTo>
                  <a:lnTo>
                    <a:pt x="3141927" y="69495"/>
                  </a:lnTo>
                  <a:lnTo>
                    <a:pt x="3142999" y="69393"/>
                  </a:lnTo>
                  <a:lnTo>
                    <a:pt x="3144070" y="69291"/>
                  </a:lnTo>
                  <a:lnTo>
                    <a:pt x="3145142" y="69189"/>
                  </a:lnTo>
                  <a:lnTo>
                    <a:pt x="3146214" y="69087"/>
                  </a:lnTo>
                  <a:lnTo>
                    <a:pt x="3147285" y="68986"/>
                  </a:lnTo>
                  <a:lnTo>
                    <a:pt x="3148357" y="68884"/>
                  </a:lnTo>
                  <a:lnTo>
                    <a:pt x="3149428" y="68782"/>
                  </a:lnTo>
                  <a:lnTo>
                    <a:pt x="3150500" y="68680"/>
                  </a:lnTo>
                  <a:lnTo>
                    <a:pt x="3151572" y="68578"/>
                  </a:lnTo>
                  <a:lnTo>
                    <a:pt x="3152643" y="68476"/>
                  </a:lnTo>
                  <a:lnTo>
                    <a:pt x="3153715" y="68375"/>
                  </a:lnTo>
                  <a:lnTo>
                    <a:pt x="3154786" y="68273"/>
                  </a:lnTo>
                  <a:lnTo>
                    <a:pt x="3155858" y="68171"/>
                  </a:lnTo>
                  <a:lnTo>
                    <a:pt x="3156930" y="68069"/>
                  </a:lnTo>
                  <a:lnTo>
                    <a:pt x="3158001" y="67967"/>
                  </a:lnTo>
                  <a:lnTo>
                    <a:pt x="3159073" y="67865"/>
                  </a:lnTo>
                  <a:lnTo>
                    <a:pt x="3160144" y="67763"/>
                  </a:lnTo>
                  <a:lnTo>
                    <a:pt x="3161216" y="67661"/>
                  </a:lnTo>
                  <a:lnTo>
                    <a:pt x="3162288" y="67560"/>
                  </a:lnTo>
                  <a:lnTo>
                    <a:pt x="3163359" y="67458"/>
                  </a:lnTo>
                  <a:lnTo>
                    <a:pt x="3164431" y="67356"/>
                  </a:lnTo>
                  <a:lnTo>
                    <a:pt x="3165502" y="67254"/>
                  </a:lnTo>
                  <a:lnTo>
                    <a:pt x="3166574" y="67152"/>
                  </a:lnTo>
                  <a:lnTo>
                    <a:pt x="3167646" y="67050"/>
                  </a:lnTo>
                  <a:lnTo>
                    <a:pt x="3168717" y="66948"/>
                  </a:lnTo>
                  <a:lnTo>
                    <a:pt x="3169789" y="66846"/>
                  </a:lnTo>
                  <a:lnTo>
                    <a:pt x="3170860" y="66744"/>
                  </a:lnTo>
                  <a:lnTo>
                    <a:pt x="3171932" y="66642"/>
                  </a:lnTo>
                  <a:lnTo>
                    <a:pt x="3173004" y="66540"/>
                  </a:lnTo>
                  <a:lnTo>
                    <a:pt x="3174075" y="66438"/>
                  </a:lnTo>
                  <a:lnTo>
                    <a:pt x="3175147" y="66336"/>
                  </a:lnTo>
                  <a:lnTo>
                    <a:pt x="3176218" y="66234"/>
                  </a:lnTo>
                  <a:lnTo>
                    <a:pt x="3177290" y="66132"/>
                  </a:lnTo>
                  <a:lnTo>
                    <a:pt x="3178362" y="66030"/>
                  </a:lnTo>
                  <a:lnTo>
                    <a:pt x="3179433" y="65928"/>
                  </a:lnTo>
                  <a:lnTo>
                    <a:pt x="3180505" y="65826"/>
                  </a:lnTo>
                  <a:lnTo>
                    <a:pt x="3181576" y="65724"/>
                  </a:lnTo>
                  <a:lnTo>
                    <a:pt x="3182648" y="65622"/>
                  </a:lnTo>
                  <a:lnTo>
                    <a:pt x="3183720" y="65520"/>
                  </a:lnTo>
                  <a:lnTo>
                    <a:pt x="3184791" y="65418"/>
                  </a:lnTo>
                  <a:lnTo>
                    <a:pt x="3185863" y="65316"/>
                  </a:lnTo>
                  <a:lnTo>
                    <a:pt x="3186934" y="65214"/>
                  </a:lnTo>
                  <a:lnTo>
                    <a:pt x="3188006" y="65112"/>
                  </a:lnTo>
                  <a:lnTo>
                    <a:pt x="3189078" y="65009"/>
                  </a:lnTo>
                  <a:lnTo>
                    <a:pt x="3190149" y="64907"/>
                  </a:lnTo>
                  <a:lnTo>
                    <a:pt x="3191221" y="64805"/>
                  </a:lnTo>
                  <a:lnTo>
                    <a:pt x="3192292" y="64703"/>
                  </a:lnTo>
                  <a:lnTo>
                    <a:pt x="3193364" y="64601"/>
                  </a:lnTo>
                  <a:lnTo>
                    <a:pt x="3194436" y="64499"/>
                  </a:lnTo>
                  <a:lnTo>
                    <a:pt x="3195507" y="64397"/>
                  </a:lnTo>
                  <a:lnTo>
                    <a:pt x="3196579" y="64295"/>
                  </a:lnTo>
                  <a:lnTo>
                    <a:pt x="3197650" y="64192"/>
                  </a:lnTo>
                  <a:lnTo>
                    <a:pt x="3198722" y="64090"/>
                  </a:lnTo>
                  <a:lnTo>
                    <a:pt x="3199793" y="63988"/>
                  </a:lnTo>
                  <a:lnTo>
                    <a:pt x="3200865" y="63886"/>
                  </a:lnTo>
                  <a:lnTo>
                    <a:pt x="3201937" y="63784"/>
                  </a:lnTo>
                  <a:lnTo>
                    <a:pt x="3203008" y="63682"/>
                  </a:lnTo>
                  <a:lnTo>
                    <a:pt x="3204080" y="63579"/>
                  </a:lnTo>
                  <a:lnTo>
                    <a:pt x="3205151" y="63477"/>
                  </a:lnTo>
                  <a:lnTo>
                    <a:pt x="3206223" y="63375"/>
                  </a:lnTo>
                  <a:lnTo>
                    <a:pt x="3207295" y="63273"/>
                  </a:lnTo>
                  <a:lnTo>
                    <a:pt x="3208366" y="63171"/>
                  </a:lnTo>
                  <a:lnTo>
                    <a:pt x="3209438" y="63068"/>
                  </a:lnTo>
                  <a:lnTo>
                    <a:pt x="3210509" y="62966"/>
                  </a:lnTo>
                  <a:lnTo>
                    <a:pt x="3211581" y="62864"/>
                  </a:lnTo>
                  <a:lnTo>
                    <a:pt x="3212653" y="62762"/>
                  </a:lnTo>
                  <a:lnTo>
                    <a:pt x="3213724" y="62659"/>
                  </a:lnTo>
                  <a:lnTo>
                    <a:pt x="3214796" y="62557"/>
                  </a:lnTo>
                  <a:lnTo>
                    <a:pt x="3215867" y="62455"/>
                  </a:lnTo>
                  <a:lnTo>
                    <a:pt x="3216939" y="62353"/>
                  </a:lnTo>
                  <a:lnTo>
                    <a:pt x="3218011" y="62250"/>
                  </a:lnTo>
                  <a:lnTo>
                    <a:pt x="3219082" y="62148"/>
                  </a:lnTo>
                  <a:lnTo>
                    <a:pt x="3220154" y="62046"/>
                  </a:lnTo>
                  <a:lnTo>
                    <a:pt x="3221225" y="61943"/>
                  </a:lnTo>
                  <a:lnTo>
                    <a:pt x="3222297" y="61841"/>
                  </a:lnTo>
                  <a:lnTo>
                    <a:pt x="3223369" y="61739"/>
                  </a:lnTo>
                  <a:lnTo>
                    <a:pt x="3224440" y="61636"/>
                  </a:lnTo>
                  <a:lnTo>
                    <a:pt x="3225512" y="61534"/>
                  </a:lnTo>
                  <a:lnTo>
                    <a:pt x="3226583" y="61432"/>
                  </a:lnTo>
                  <a:lnTo>
                    <a:pt x="3227655" y="61329"/>
                  </a:lnTo>
                  <a:lnTo>
                    <a:pt x="3228727" y="61227"/>
                  </a:lnTo>
                  <a:lnTo>
                    <a:pt x="3229798" y="61125"/>
                  </a:lnTo>
                  <a:lnTo>
                    <a:pt x="3230870" y="61022"/>
                  </a:lnTo>
                  <a:lnTo>
                    <a:pt x="3231941" y="60920"/>
                  </a:lnTo>
                  <a:lnTo>
                    <a:pt x="3233013" y="60818"/>
                  </a:lnTo>
                  <a:lnTo>
                    <a:pt x="3234085" y="60715"/>
                  </a:lnTo>
                  <a:lnTo>
                    <a:pt x="3235156" y="60613"/>
                  </a:lnTo>
                  <a:lnTo>
                    <a:pt x="3236228" y="60510"/>
                  </a:lnTo>
                  <a:lnTo>
                    <a:pt x="3237299" y="60408"/>
                  </a:lnTo>
                  <a:lnTo>
                    <a:pt x="3238371" y="60306"/>
                  </a:lnTo>
                  <a:lnTo>
                    <a:pt x="3239443" y="60203"/>
                  </a:lnTo>
                  <a:lnTo>
                    <a:pt x="3240514" y="60101"/>
                  </a:lnTo>
                  <a:lnTo>
                    <a:pt x="3241586" y="59998"/>
                  </a:lnTo>
                  <a:lnTo>
                    <a:pt x="3242657" y="59896"/>
                  </a:lnTo>
                  <a:lnTo>
                    <a:pt x="3243729" y="59793"/>
                  </a:lnTo>
                  <a:lnTo>
                    <a:pt x="3244801" y="59691"/>
                  </a:lnTo>
                  <a:lnTo>
                    <a:pt x="3245872" y="59588"/>
                  </a:lnTo>
                  <a:lnTo>
                    <a:pt x="3246944" y="59486"/>
                  </a:lnTo>
                  <a:lnTo>
                    <a:pt x="3248015" y="59383"/>
                  </a:lnTo>
                  <a:lnTo>
                    <a:pt x="3249087" y="59281"/>
                  </a:lnTo>
                  <a:lnTo>
                    <a:pt x="3250159" y="59179"/>
                  </a:lnTo>
                  <a:lnTo>
                    <a:pt x="3251230" y="59076"/>
                  </a:lnTo>
                  <a:lnTo>
                    <a:pt x="3252302" y="58973"/>
                  </a:lnTo>
                  <a:lnTo>
                    <a:pt x="3253373" y="58871"/>
                  </a:lnTo>
                  <a:lnTo>
                    <a:pt x="3254445" y="58768"/>
                  </a:lnTo>
                  <a:lnTo>
                    <a:pt x="3255517" y="58666"/>
                  </a:lnTo>
                  <a:lnTo>
                    <a:pt x="3256588" y="58563"/>
                  </a:lnTo>
                  <a:lnTo>
                    <a:pt x="3257660" y="58461"/>
                  </a:lnTo>
                  <a:lnTo>
                    <a:pt x="3258731" y="58358"/>
                  </a:lnTo>
                  <a:lnTo>
                    <a:pt x="3259803" y="58256"/>
                  </a:lnTo>
                  <a:lnTo>
                    <a:pt x="3260875" y="58153"/>
                  </a:lnTo>
                  <a:lnTo>
                    <a:pt x="3261946" y="58051"/>
                  </a:lnTo>
                  <a:lnTo>
                    <a:pt x="3263018" y="57948"/>
                  </a:lnTo>
                  <a:lnTo>
                    <a:pt x="3264089" y="57845"/>
                  </a:lnTo>
                  <a:lnTo>
                    <a:pt x="3265161" y="57743"/>
                  </a:lnTo>
                  <a:lnTo>
                    <a:pt x="3266233" y="57640"/>
                  </a:lnTo>
                  <a:lnTo>
                    <a:pt x="3267304" y="57538"/>
                  </a:lnTo>
                  <a:lnTo>
                    <a:pt x="3268376" y="57435"/>
                  </a:lnTo>
                  <a:lnTo>
                    <a:pt x="3269447" y="57332"/>
                  </a:lnTo>
                  <a:lnTo>
                    <a:pt x="3270519" y="57230"/>
                  </a:lnTo>
                  <a:lnTo>
                    <a:pt x="3271591" y="57127"/>
                  </a:lnTo>
                  <a:lnTo>
                    <a:pt x="3272662" y="57024"/>
                  </a:lnTo>
                  <a:lnTo>
                    <a:pt x="3273734" y="56922"/>
                  </a:lnTo>
                  <a:lnTo>
                    <a:pt x="3274805" y="56819"/>
                  </a:lnTo>
                  <a:lnTo>
                    <a:pt x="3275877" y="56716"/>
                  </a:lnTo>
                  <a:lnTo>
                    <a:pt x="3276949" y="56614"/>
                  </a:lnTo>
                  <a:lnTo>
                    <a:pt x="3278020" y="56511"/>
                  </a:lnTo>
                  <a:lnTo>
                    <a:pt x="3279092" y="56408"/>
                  </a:lnTo>
                  <a:lnTo>
                    <a:pt x="3280163" y="56306"/>
                  </a:lnTo>
                  <a:lnTo>
                    <a:pt x="3281235" y="56203"/>
                  </a:lnTo>
                  <a:lnTo>
                    <a:pt x="3282307" y="56100"/>
                  </a:lnTo>
                  <a:lnTo>
                    <a:pt x="3283378" y="55998"/>
                  </a:lnTo>
                  <a:lnTo>
                    <a:pt x="3284450" y="55895"/>
                  </a:lnTo>
                  <a:lnTo>
                    <a:pt x="3285521" y="55792"/>
                  </a:lnTo>
                  <a:lnTo>
                    <a:pt x="3286593" y="55689"/>
                  </a:lnTo>
                  <a:lnTo>
                    <a:pt x="3287665" y="55587"/>
                  </a:lnTo>
                  <a:lnTo>
                    <a:pt x="3288736" y="55484"/>
                  </a:lnTo>
                  <a:lnTo>
                    <a:pt x="3289808" y="55381"/>
                  </a:lnTo>
                  <a:lnTo>
                    <a:pt x="3290879" y="55278"/>
                  </a:lnTo>
                  <a:lnTo>
                    <a:pt x="3291951" y="55176"/>
                  </a:lnTo>
                  <a:lnTo>
                    <a:pt x="3293023" y="55073"/>
                  </a:lnTo>
                  <a:lnTo>
                    <a:pt x="3294094" y="54970"/>
                  </a:lnTo>
                  <a:lnTo>
                    <a:pt x="3295166" y="54867"/>
                  </a:lnTo>
                  <a:lnTo>
                    <a:pt x="3296237" y="54764"/>
                  </a:lnTo>
                  <a:lnTo>
                    <a:pt x="3297309" y="54662"/>
                  </a:lnTo>
                  <a:lnTo>
                    <a:pt x="3298381" y="54559"/>
                  </a:lnTo>
                  <a:lnTo>
                    <a:pt x="3299452" y="54456"/>
                  </a:lnTo>
                  <a:lnTo>
                    <a:pt x="3300524" y="54353"/>
                  </a:lnTo>
                  <a:lnTo>
                    <a:pt x="3301595" y="54250"/>
                  </a:lnTo>
                  <a:lnTo>
                    <a:pt x="3302667" y="54147"/>
                  </a:lnTo>
                  <a:lnTo>
                    <a:pt x="3303739" y="54044"/>
                  </a:lnTo>
                  <a:lnTo>
                    <a:pt x="3304810" y="53942"/>
                  </a:lnTo>
                  <a:lnTo>
                    <a:pt x="3305882" y="53839"/>
                  </a:lnTo>
                  <a:lnTo>
                    <a:pt x="3306953" y="53736"/>
                  </a:lnTo>
                  <a:lnTo>
                    <a:pt x="3308025" y="53633"/>
                  </a:lnTo>
                  <a:lnTo>
                    <a:pt x="3309097" y="53530"/>
                  </a:lnTo>
                  <a:lnTo>
                    <a:pt x="3310168" y="53427"/>
                  </a:lnTo>
                  <a:lnTo>
                    <a:pt x="3311240" y="53324"/>
                  </a:lnTo>
                  <a:lnTo>
                    <a:pt x="3312311" y="53221"/>
                  </a:lnTo>
                  <a:lnTo>
                    <a:pt x="3313383" y="53118"/>
                  </a:lnTo>
                  <a:lnTo>
                    <a:pt x="3314455" y="53016"/>
                  </a:lnTo>
                  <a:lnTo>
                    <a:pt x="3315526" y="52913"/>
                  </a:lnTo>
                  <a:lnTo>
                    <a:pt x="3316598" y="52810"/>
                  </a:lnTo>
                  <a:lnTo>
                    <a:pt x="3317669" y="52707"/>
                  </a:lnTo>
                  <a:lnTo>
                    <a:pt x="3318741" y="52604"/>
                  </a:lnTo>
                  <a:lnTo>
                    <a:pt x="3319813" y="52501"/>
                  </a:lnTo>
                  <a:lnTo>
                    <a:pt x="3320884" y="52398"/>
                  </a:lnTo>
                  <a:lnTo>
                    <a:pt x="3321956" y="52295"/>
                  </a:lnTo>
                  <a:lnTo>
                    <a:pt x="3323027" y="52192"/>
                  </a:lnTo>
                  <a:lnTo>
                    <a:pt x="3324099" y="52089"/>
                  </a:lnTo>
                  <a:lnTo>
                    <a:pt x="3325171" y="51986"/>
                  </a:lnTo>
                  <a:lnTo>
                    <a:pt x="3326242" y="51883"/>
                  </a:lnTo>
                  <a:lnTo>
                    <a:pt x="3327314" y="51780"/>
                  </a:lnTo>
                  <a:lnTo>
                    <a:pt x="3328385" y="51677"/>
                  </a:lnTo>
                  <a:lnTo>
                    <a:pt x="3329457" y="51574"/>
                  </a:lnTo>
                  <a:lnTo>
                    <a:pt x="3330529" y="51471"/>
                  </a:lnTo>
                  <a:lnTo>
                    <a:pt x="3331600" y="51368"/>
                  </a:lnTo>
                  <a:lnTo>
                    <a:pt x="3332672" y="51265"/>
                  </a:lnTo>
                  <a:lnTo>
                    <a:pt x="3333743" y="51162"/>
                  </a:lnTo>
                  <a:lnTo>
                    <a:pt x="3334815" y="51059"/>
                  </a:lnTo>
                  <a:lnTo>
                    <a:pt x="3335887" y="50955"/>
                  </a:lnTo>
                  <a:lnTo>
                    <a:pt x="3336958" y="50852"/>
                  </a:lnTo>
                  <a:lnTo>
                    <a:pt x="3338030" y="50749"/>
                  </a:lnTo>
                  <a:lnTo>
                    <a:pt x="3339101" y="50646"/>
                  </a:lnTo>
                  <a:lnTo>
                    <a:pt x="3340173" y="50543"/>
                  </a:lnTo>
                  <a:lnTo>
                    <a:pt x="3341245" y="50440"/>
                  </a:lnTo>
                  <a:lnTo>
                    <a:pt x="3342316" y="50337"/>
                  </a:lnTo>
                  <a:lnTo>
                    <a:pt x="3343388" y="50234"/>
                  </a:lnTo>
                  <a:lnTo>
                    <a:pt x="3344459" y="50131"/>
                  </a:lnTo>
                  <a:lnTo>
                    <a:pt x="3345531" y="50027"/>
                  </a:lnTo>
                  <a:lnTo>
                    <a:pt x="3346603" y="49924"/>
                  </a:lnTo>
                  <a:lnTo>
                    <a:pt x="3347674" y="49821"/>
                  </a:lnTo>
                  <a:lnTo>
                    <a:pt x="3348746" y="49718"/>
                  </a:lnTo>
                  <a:lnTo>
                    <a:pt x="3349817" y="49615"/>
                  </a:lnTo>
                  <a:lnTo>
                    <a:pt x="3350889" y="49512"/>
                  </a:lnTo>
                  <a:lnTo>
                    <a:pt x="3351961" y="49409"/>
                  </a:lnTo>
                  <a:lnTo>
                    <a:pt x="3353032" y="49305"/>
                  </a:lnTo>
                  <a:lnTo>
                    <a:pt x="3354104" y="49202"/>
                  </a:lnTo>
                  <a:lnTo>
                    <a:pt x="3355175" y="49099"/>
                  </a:lnTo>
                  <a:lnTo>
                    <a:pt x="3356247" y="48996"/>
                  </a:lnTo>
                  <a:lnTo>
                    <a:pt x="3357319" y="48892"/>
                  </a:lnTo>
                  <a:lnTo>
                    <a:pt x="3358390" y="48789"/>
                  </a:lnTo>
                  <a:lnTo>
                    <a:pt x="3359462" y="48686"/>
                  </a:lnTo>
                  <a:lnTo>
                    <a:pt x="3360533" y="48583"/>
                  </a:lnTo>
                  <a:lnTo>
                    <a:pt x="3361605" y="48480"/>
                  </a:lnTo>
                  <a:lnTo>
                    <a:pt x="3362677" y="48376"/>
                  </a:lnTo>
                  <a:lnTo>
                    <a:pt x="3363748" y="48273"/>
                  </a:lnTo>
                  <a:lnTo>
                    <a:pt x="3364820" y="48170"/>
                  </a:lnTo>
                  <a:lnTo>
                    <a:pt x="3365891" y="48067"/>
                  </a:lnTo>
                  <a:lnTo>
                    <a:pt x="3366963" y="47963"/>
                  </a:lnTo>
                  <a:lnTo>
                    <a:pt x="3368035" y="47860"/>
                  </a:lnTo>
                  <a:lnTo>
                    <a:pt x="3369106" y="47757"/>
                  </a:lnTo>
                  <a:lnTo>
                    <a:pt x="3370178" y="47653"/>
                  </a:lnTo>
                  <a:lnTo>
                    <a:pt x="3371249" y="47550"/>
                  </a:lnTo>
                  <a:lnTo>
                    <a:pt x="3372321" y="47447"/>
                  </a:lnTo>
                  <a:lnTo>
                    <a:pt x="3373392" y="47343"/>
                  </a:lnTo>
                  <a:lnTo>
                    <a:pt x="3374464" y="47240"/>
                  </a:lnTo>
                  <a:lnTo>
                    <a:pt x="3375536" y="47137"/>
                  </a:lnTo>
                  <a:lnTo>
                    <a:pt x="3376607" y="47033"/>
                  </a:lnTo>
                  <a:lnTo>
                    <a:pt x="3377679" y="46930"/>
                  </a:lnTo>
                  <a:lnTo>
                    <a:pt x="3378750" y="46827"/>
                  </a:lnTo>
                  <a:lnTo>
                    <a:pt x="3379822" y="46723"/>
                  </a:lnTo>
                  <a:lnTo>
                    <a:pt x="3380894" y="46620"/>
                  </a:lnTo>
                  <a:lnTo>
                    <a:pt x="3381965" y="46517"/>
                  </a:lnTo>
                  <a:lnTo>
                    <a:pt x="3383037" y="46413"/>
                  </a:lnTo>
                  <a:lnTo>
                    <a:pt x="3384108" y="46310"/>
                  </a:lnTo>
                  <a:lnTo>
                    <a:pt x="3385180" y="46206"/>
                  </a:lnTo>
                  <a:lnTo>
                    <a:pt x="3386252" y="46103"/>
                  </a:lnTo>
                  <a:lnTo>
                    <a:pt x="3387323" y="45999"/>
                  </a:lnTo>
                  <a:lnTo>
                    <a:pt x="3388395" y="45896"/>
                  </a:lnTo>
                  <a:lnTo>
                    <a:pt x="3389466" y="45793"/>
                  </a:lnTo>
                  <a:lnTo>
                    <a:pt x="3390538" y="45689"/>
                  </a:lnTo>
                  <a:lnTo>
                    <a:pt x="3391610" y="45586"/>
                  </a:lnTo>
                  <a:lnTo>
                    <a:pt x="3392681" y="45482"/>
                  </a:lnTo>
                  <a:lnTo>
                    <a:pt x="3393753" y="45379"/>
                  </a:lnTo>
                  <a:lnTo>
                    <a:pt x="3394824" y="45275"/>
                  </a:lnTo>
                  <a:lnTo>
                    <a:pt x="3395896" y="45172"/>
                  </a:lnTo>
                  <a:lnTo>
                    <a:pt x="3396968" y="45068"/>
                  </a:lnTo>
                  <a:lnTo>
                    <a:pt x="3398039" y="44965"/>
                  </a:lnTo>
                  <a:lnTo>
                    <a:pt x="3399111" y="44861"/>
                  </a:lnTo>
                  <a:lnTo>
                    <a:pt x="3400182" y="44758"/>
                  </a:lnTo>
                  <a:lnTo>
                    <a:pt x="3401254" y="44654"/>
                  </a:lnTo>
                  <a:lnTo>
                    <a:pt x="3402326" y="44551"/>
                  </a:lnTo>
                  <a:lnTo>
                    <a:pt x="3403397" y="44447"/>
                  </a:lnTo>
                  <a:lnTo>
                    <a:pt x="3404469" y="44344"/>
                  </a:lnTo>
                  <a:lnTo>
                    <a:pt x="3405540" y="44240"/>
                  </a:lnTo>
                  <a:lnTo>
                    <a:pt x="3406612" y="44137"/>
                  </a:lnTo>
                  <a:lnTo>
                    <a:pt x="3407684" y="44033"/>
                  </a:lnTo>
                  <a:lnTo>
                    <a:pt x="3408755" y="43930"/>
                  </a:lnTo>
                  <a:lnTo>
                    <a:pt x="3409827" y="43826"/>
                  </a:lnTo>
                  <a:lnTo>
                    <a:pt x="3410898" y="43722"/>
                  </a:lnTo>
                  <a:lnTo>
                    <a:pt x="3411970" y="43619"/>
                  </a:lnTo>
                  <a:lnTo>
                    <a:pt x="3413042" y="43515"/>
                  </a:lnTo>
                  <a:lnTo>
                    <a:pt x="3414113" y="43412"/>
                  </a:lnTo>
                  <a:lnTo>
                    <a:pt x="3415185" y="43308"/>
                  </a:lnTo>
                  <a:lnTo>
                    <a:pt x="3416256" y="43204"/>
                  </a:lnTo>
                  <a:lnTo>
                    <a:pt x="3417328" y="43101"/>
                  </a:lnTo>
                  <a:lnTo>
                    <a:pt x="3418400" y="42997"/>
                  </a:lnTo>
                  <a:lnTo>
                    <a:pt x="3419471" y="42894"/>
                  </a:lnTo>
                  <a:lnTo>
                    <a:pt x="3420543" y="42790"/>
                  </a:lnTo>
                  <a:lnTo>
                    <a:pt x="3421614" y="42686"/>
                  </a:lnTo>
                  <a:lnTo>
                    <a:pt x="3422686" y="42583"/>
                  </a:lnTo>
                  <a:lnTo>
                    <a:pt x="3423758" y="42479"/>
                  </a:lnTo>
                  <a:lnTo>
                    <a:pt x="3424829" y="42375"/>
                  </a:lnTo>
                  <a:lnTo>
                    <a:pt x="3425901" y="42272"/>
                  </a:lnTo>
                  <a:lnTo>
                    <a:pt x="3426972" y="42168"/>
                  </a:lnTo>
                  <a:lnTo>
                    <a:pt x="3428044" y="42064"/>
                  </a:lnTo>
                  <a:lnTo>
                    <a:pt x="3429116" y="41961"/>
                  </a:lnTo>
                  <a:lnTo>
                    <a:pt x="3430187" y="41857"/>
                  </a:lnTo>
                  <a:lnTo>
                    <a:pt x="3431259" y="41753"/>
                  </a:lnTo>
                  <a:lnTo>
                    <a:pt x="3432330" y="41649"/>
                  </a:lnTo>
                  <a:lnTo>
                    <a:pt x="3433402" y="41546"/>
                  </a:lnTo>
                  <a:lnTo>
                    <a:pt x="3434474" y="41442"/>
                  </a:lnTo>
                  <a:lnTo>
                    <a:pt x="3435545" y="41338"/>
                  </a:lnTo>
                  <a:lnTo>
                    <a:pt x="3436617" y="41234"/>
                  </a:lnTo>
                  <a:lnTo>
                    <a:pt x="3437688" y="41131"/>
                  </a:lnTo>
                  <a:lnTo>
                    <a:pt x="3438760" y="41027"/>
                  </a:lnTo>
                  <a:lnTo>
                    <a:pt x="3439832" y="40923"/>
                  </a:lnTo>
                  <a:lnTo>
                    <a:pt x="3440903" y="40819"/>
                  </a:lnTo>
                  <a:lnTo>
                    <a:pt x="3441975" y="40716"/>
                  </a:lnTo>
                  <a:lnTo>
                    <a:pt x="3443046" y="40612"/>
                  </a:lnTo>
                  <a:lnTo>
                    <a:pt x="3444118" y="40508"/>
                  </a:lnTo>
                  <a:lnTo>
                    <a:pt x="3445190" y="40404"/>
                  </a:lnTo>
                  <a:lnTo>
                    <a:pt x="3446261" y="40300"/>
                  </a:lnTo>
                  <a:lnTo>
                    <a:pt x="3447333" y="40196"/>
                  </a:lnTo>
                  <a:lnTo>
                    <a:pt x="3448404" y="40093"/>
                  </a:lnTo>
                  <a:lnTo>
                    <a:pt x="3449476" y="39989"/>
                  </a:lnTo>
                  <a:lnTo>
                    <a:pt x="3450548" y="39885"/>
                  </a:lnTo>
                  <a:lnTo>
                    <a:pt x="3451619" y="39781"/>
                  </a:lnTo>
                  <a:lnTo>
                    <a:pt x="3452691" y="39677"/>
                  </a:lnTo>
                  <a:lnTo>
                    <a:pt x="3453762" y="39573"/>
                  </a:lnTo>
                  <a:lnTo>
                    <a:pt x="3454834" y="39470"/>
                  </a:lnTo>
                  <a:lnTo>
                    <a:pt x="3455906" y="39366"/>
                  </a:lnTo>
                  <a:lnTo>
                    <a:pt x="3456977" y="39262"/>
                  </a:lnTo>
                  <a:lnTo>
                    <a:pt x="3458049" y="39158"/>
                  </a:lnTo>
                  <a:lnTo>
                    <a:pt x="3459120" y="39054"/>
                  </a:lnTo>
                  <a:lnTo>
                    <a:pt x="3460192" y="38950"/>
                  </a:lnTo>
                  <a:lnTo>
                    <a:pt x="3461264" y="38846"/>
                  </a:lnTo>
                  <a:lnTo>
                    <a:pt x="3462335" y="38742"/>
                  </a:lnTo>
                  <a:lnTo>
                    <a:pt x="3463407" y="38638"/>
                  </a:lnTo>
                  <a:lnTo>
                    <a:pt x="3464478" y="38534"/>
                  </a:lnTo>
                  <a:lnTo>
                    <a:pt x="3465550" y="38430"/>
                  </a:lnTo>
                  <a:lnTo>
                    <a:pt x="3466622" y="38326"/>
                  </a:lnTo>
                  <a:lnTo>
                    <a:pt x="3467693" y="38222"/>
                  </a:lnTo>
                  <a:lnTo>
                    <a:pt x="3468765" y="38118"/>
                  </a:lnTo>
                  <a:lnTo>
                    <a:pt x="3469836" y="38014"/>
                  </a:lnTo>
                  <a:lnTo>
                    <a:pt x="3470908" y="37910"/>
                  </a:lnTo>
                  <a:lnTo>
                    <a:pt x="3471980" y="37807"/>
                  </a:lnTo>
                  <a:lnTo>
                    <a:pt x="3473051" y="37703"/>
                  </a:lnTo>
                  <a:lnTo>
                    <a:pt x="3474123" y="37599"/>
                  </a:lnTo>
                  <a:lnTo>
                    <a:pt x="3475194" y="37494"/>
                  </a:lnTo>
                  <a:lnTo>
                    <a:pt x="3476266" y="37390"/>
                  </a:lnTo>
                  <a:lnTo>
                    <a:pt x="3477338" y="37286"/>
                  </a:lnTo>
                  <a:lnTo>
                    <a:pt x="3478409" y="37182"/>
                  </a:lnTo>
                  <a:lnTo>
                    <a:pt x="3479481" y="37078"/>
                  </a:lnTo>
                  <a:lnTo>
                    <a:pt x="3480552" y="36974"/>
                  </a:lnTo>
                  <a:lnTo>
                    <a:pt x="3481624" y="36870"/>
                  </a:lnTo>
                  <a:lnTo>
                    <a:pt x="3482696" y="36766"/>
                  </a:lnTo>
                  <a:lnTo>
                    <a:pt x="3483767" y="36662"/>
                  </a:lnTo>
                  <a:lnTo>
                    <a:pt x="3484839" y="36558"/>
                  </a:lnTo>
                  <a:lnTo>
                    <a:pt x="3485910" y="36454"/>
                  </a:lnTo>
                  <a:lnTo>
                    <a:pt x="3486982" y="36350"/>
                  </a:lnTo>
                  <a:lnTo>
                    <a:pt x="3488054" y="36246"/>
                  </a:lnTo>
                  <a:lnTo>
                    <a:pt x="3489125" y="36142"/>
                  </a:lnTo>
                  <a:lnTo>
                    <a:pt x="3490197" y="36038"/>
                  </a:lnTo>
                  <a:lnTo>
                    <a:pt x="3491268" y="35933"/>
                  </a:lnTo>
                  <a:lnTo>
                    <a:pt x="3492340" y="35829"/>
                  </a:lnTo>
                  <a:lnTo>
                    <a:pt x="3493412" y="35725"/>
                  </a:lnTo>
                  <a:lnTo>
                    <a:pt x="3494483" y="35621"/>
                  </a:lnTo>
                  <a:lnTo>
                    <a:pt x="3495555" y="35517"/>
                  </a:lnTo>
                  <a:lnTo>
                    <a:pt x="3496626" y="35413"/>
                  </a:lnTo>
                  <a:lnTo>
                    <a:pt x="3497698" y="35309"/>
                  </a:lnTo>
                  <a:lnTo>
                    <a:pt x="3498770" y="35204"/>
                  </a:lnTo>
                  <a:lnTo>
                    <a:pt x="3499841" y="35100"/>
                  </a:lnTo>
                  <a:lnTo>
                    <a:pt x="3500913" y="34996"/>
                  </a:lnTo>
                  <a:lnTo>
                    <a:pt x="3501984" y="34892"/>
                  </a:lnTo>
                  <a:lnTo>
                    <a:pt x="3503056" y="34788"/>
                  </a:lnTo>
                  <a:lnTo>
                    <a:pt x="3504128" y="34683"/>
                  </a:lnTo>
                  <a:lnTo>
                    <a:pt x="3505199" y="34579"/>
                  </a:lnTo>
                  <a:lnTo>
                    <a:pt x="3506271" y="34475"/>
                  </a:lnTo>
                  <a:lnTo>
                    <a:pt x="3507342" y="34371"/>
                  </a:lnTo>
                  <a:lnTo>
                    <a:pt x="3508414" y="34266"/>
                  </a:lnTo>
                  <a:lnTo>
                    <a:pt x="3509486" y="34162"/>
                  </a:lnTo>
                  <a:lnTo>
                    <a:pt x="3510557" y="34058"/>
                  </a:lnTo>
                  <a:lnTo>
                    <a:pt x="3511629" y="33954"/>
                  </a:lnTo>
                  <a:lnTo>
                    <a:pt x="3512700" y="33849"/>
                  </a:lnTo>
                  <a:lnTo>
                    <a:pt x="3513772" y="33745"/>
                  </a:lnTo>
                  <a:lnTo>
                    <a:pt x="3514844" y="33641"/>
                  </a:lnTo>
                  <a:lnTo>
                    <a:pt x="3515915" y="33537"/>
                  </a:lnTo>
                  <a:lnTo>
                    <a:pt x="3516987" y="33432"/>
                  </a:lnTo>
                  <a:lnTo>
                    <a:pt x="3518058" y="33328"/>
                  </a:lnTo>
                  <a:lnTo>
                    <a:pt x="3519130" y="33224"/>
                  </a:lnTo>
                  <a:lnTo>
                    <a:pt x="3520202" y="33119"/>
                  </a:lnTo>
                  <a:lnTo>
                    <a:pt x="3521273" y="33015"/>
                  </a:lnTo>
                  <a:lnTo>
                    <a:pt x="3522345" y="32911"/>
                  </a:lnTo>
                  <a:lnTo>
                    <a:pt x="3523416" y="32806"/>
                  </a:lnTo>
                  <a:lnTo>
                    <a:pt x="3524488" y="32702"/>
                  </a:lnTo>
                  <a:lnTo>
                    <a:pt x="3525560" y="32598"/>
                  </a:lnTo>
                  <a:lnTo>
                    <a:pt x="3526631" y="32493"/>
                  </a:lnTo>
                  <a:lnTo>
                    <a:pt x="3527703" y="32389"/>
                  </a:lnTo>
                  <a:lnTo>
                    <a:pt x="3528774" y="32285"/>
                  </a:lnTo>
                  <a:lnTo>
                    <a:pt x="3529846" y="32180"/>
                  </a:lnTo>
                  <a:lnTo>
                    <a:pt x="3530918" y="32076"/>
                  </a:lnTo>
                  <a:lnTo>
                    <a:pt x="3531989" y="31971"/>
                  </a:lnTo>
                  <a:lnTo>
                    <a:pt x="3533061" y="31867"/>
                  </a:lnTo>
                  <a:lnTo>
                    <a:pt x="3534132" y="31763"/>
                  </a:lnTo>
                  <a:lnTo>
                    <a:pt x="3535204" y="31658"/>
                  </a:lnTo>
                  <a:lnTo>
                    <a:pt x="3536276" y="31554"/>
                  </a:lnTo>
                  <a:lnTo>
                    <a:pt x="3537347" y="31449"/>
                  </a:lnTo>
                  <a:lnTo>
                    <a:pt x="3538419" y="31345"/>
                  </a:lnTo>
                  <a:lnTo>
                    <a:pt x="3539490" y="31240"/>
                  </a:lnTo>
                  <a:lnTo>
                    <a:pt x="3540562" y="31136"/>
                  </a:lnTo>
                  <a:lnTo>
                    <a:pt x="3541634" y="31031"/>
                  </a:lnTo>
                  <a:lnTo>
                    <a:pt x="3542705" y="30927"/>
                  </a:lnTo>
                  <a:lnTo>
                    <a:pt x="3543777" y="30822"/>
                  </a:lnTo>
                  <a:lnTo>
                    <a:pt x="3544848" y="30718"/>
                  </a:lnTo>
                  <a:lnTo>
                    <a:pt x="3545920" y="30613"/>
                  </a:lnTo>
                  <a:lnTo>
                    <a:pt x="3546992" y="30509"/>
                  </a:lnTo>
                  <a:lnTo>
                    <a:pt x="3548063" y="30404"/>
                  </a:lnTo>
                  <a:lnTo>
                    <a:pt x="3549135" y="30300"/>
                  </a:lnTo>
                  <a:lnTo>
                    <a:pt x="3550206" y="30195"/>
                  </a:lnTo>
                  <a:lnTo>
                    <a:pt x="3551278" y="30091"/>
                  </a:lnTo>
                  <a:lnTo>
                    <a:pt x="3552349" y="29986"/>
                  </a:lnTo>
                  <a:lnTo>
                    <a:pt x="3553421" y="29882"/>
                  </a:lnTo>
                  <a:lnTo>
                    <a:pt x="3554493" y="29777"/>
                  </a:lnTo>
                  <a:lnTo>
                    <a:pt x="3555564" y="29673"/>
                  </a:lnTo>
                  <a:lnTo>
                    <a:pt x="3556636" y="29568"/>
                  </a:lnTo>
                  <a:lnTo>
                    <a:pt x="3557707" y="29464"/>
                  </a:lnTo>
                  <a:lnTo>
                    <a:pt x="3558779" y="29359"/>
                  </a:lnTo>
                  <a:lnTo>
                    <a:pt x="3559851" y="29254"/>
                  </a:lnTo>
                  <a:lnTo>
                    <a:pt x="3560922" y="29150"/>
                  </a:lnTo>
                  <a:lnTo>
                    <a:pt x="3561994" y="29045"/>
                  </a:lnTo>
                  <a:lnTo>
                    <a:pt x="3563065" y="28941"/>
                  </a:lnTo>
                  <a:lnTo>
                    <a:pt x="3564137" y="28836"/>
                  </a:lnTo>
                  <a:lnTo>
                    <a:pt x="3565209" y="28731"/>
                  </a:lnTo>
                  <a:lnTo>
                    <a:pt x="3566280" y="28627"/>
                  </a:lnTo>
                  <a:lnTo>
                    <a:pt x="3567352" y="28522"/>
                  </a:lnTo>
                  <a:lnTo>
                    <a:pt x="3568423" y="28417"/>
                  </a:lnTo>
                  <a:lnTo>
                    <a:pt x="3569495" y="28313"/>
                  </a:lnTo>
                  <a:lnTo>
                    <a:pt x="3570567" y="28208"/>
                  </a:lnTo>
                  <a:lnTo>
                    <a:pt x="3571638" y="28103"/>
                  </a:lnTo>
                  <a:lnTo>
                    <a:pt x="3572710" y="27999"/>
                  </a:lnTo>
                  <a:lnTo>
                    <a:pt x="3573781" y="27894"/>
                  </a:lnTo>
                  <a:lnTo>
                    <a:pt x="3574853" y="27789"/>
                  </a:lnTo>
                  <a:lnTo>
                    <a:pt x="3575925" y="27685"/>
                  </a:lnTo>
                  <a:lnTo>
                    <a:pt x="3576996" y="27580"/>
                  </a:lnTo>
                  <a:lnTo>
                    <a:pt x="3578068" y="27475"/>
                  </a:lnTo>
                  <a:lnTo>
                    <a:pt x="3579139" y="27371"/>
                  </a:lnTo>
                  <a:lnTo>
                    <a:pt x="3580211" y="27266"/>
                  </a:lnTo>
                  <a:lnTo>
                    <a:pt x="3581283" y="27161"/>
                  </a:lnTo>
                  <a:lnTo>
                    <a:pt x="3582354" y="27056"/>
                  </a:lnTo>
                  <a:lnTo>
                    <a:pt x="3583426" y="26952"/>
                  </a:lnTo>
                  <a:lnTo>
                    <a:pt x="3584497" y="26847"/>
                  </a:lnTo>
                  <a:lnTo>
                    <a:pt x="3585569" y="26742"/>
                  </a:lnTo>
                  <a:lnTo>
                    <a:pt x="3586641" y="26637"/>
                  </a:lnTo>
                  <a:lnTo>
                    <a:pt x="3587712" y="26532"/>
                  </a:lnTo>
                  <a:lnTo>
                    <a:pt x="3588784" y="26428"/>
                  </a:lnTo>
                  <a:lnTo>
                    <a:pt x="3589855" y="26323"/>
                  </a:lnTo>
                  <a:lnTo>
                    <a:pt x="3590927" y="26218"/>
                  </a:lnTo>
                  <a:lnTo>
                    <a:pt x="3591999" y="26113"/>
                  </a:lnTo>
                  <a:lnTo>
                    <a:pt x="3593070" y="26008"/>
                  </a:lnTo>
                  <a:lnTo>
                    <a:pt x="3594142" y="25904"/>
                  </a:lnTo>
                  <a:lnTo>
                    <a:pt x="3595213" y="25799"/>
                  </a:lnTo>
                  <a:lnTo>
                    <a:pt x="3596285" y="25694"/>
                  </a:lnTo>
                  <a:lnTo>
                    <a:pt x="3597357" y="25589"/>
                  </a:lnTo>
                  <a:lnTo>
                    <a:pt x="3598428" y="25484"/>
                  </a:lnTo>
                  <a:lnTo>
                    <a:pt x="3599500" y="25379"/>
                  </a:lnTo>
                  <a:lnTo>
                    <a:pt x="3600571" y="25275"/>
                  </a:lnTo>
                  <a:lnTo>
                    <a:pt x="3601643" y="25170"/>
                  </a:lnTo>
                  <a:lnTo>
                    <a:pt x="3602715" y="25065"/>
                  </a:lnTo>
                  <a:lnTo>
                    <a:pt x="3603786" y="24960"/>
                  </a:lnTo>
                  <a:lnTo>
                    <a:pt x="3604858" y="24855"/>
                  </a:lnTo>
                  <a:lnTo>
                    <a:pt x="3605929" y="24750"/>
                  </a:lnTo>
                  <a:lnTo>
                    <a:pt x="3607001" y="24645"/>
                  </a:lnTo>
                  <a:lnTo>
                    <a:pt x="3608073" y="24540"/>
                  </a:lnTo>
                  <a:lnTo>
                    <a:pt x="3609144" y="24435"/>
                  </a:lnTo>
                  <a:lnTo>
                    <a:pt x="3610216" y="24330"/>
                  </a:lnTo>
                  <a:lnTo>
                    <a:pt x="3611287" y="24225"/>
                  </a:lnTo>
                  <a:lnTo>
                    <a:pt x="3612359" y="24121"/>
                  </a:lnTo>
                  <a:lnTo>
                    <a:pt x="3613431" y="24016"/>
                  </a:lnTo>
                  <a:lnTo>
                    <a:pt x="3614502" y="23911"/>
                  </a:lnTo>
                  <a:lnTo>
                    <a:pt x="3615574" y="23806"/>
                  </a:lnTo>
                  <a:lnTo>
                    <a:pt x="3616645" y="23701"/>
                  </a:lnTo>
                  <a:lnTo>
                    <a:pt x="3617717" y="23596"/>
                  </a:lnTo>
                  <a:lnTo>
                    <a:pt x="3618789" y="23491"/>
                  </a:lnTo>
                  <a:lnTo>
                    <a:pt x="3619860" y="23386"/>
                  </a:lnTo>
                  <a:lnTo>
                    <a:pt x="3620932" y="23281"/>
                  </a:lnTo>
                  <a:lnTo>
                    <a:pt x="3622003" y="23176"/>
                  </a:lnTo>
                  <a:lnTo>
                    <a:pt x="3623075" y="23071"/>
                  </a:lnTo>
                  <a:lnTo>
                    <a:pt x="3624147" y="22966"/>
                  </a:lnTo>
                  <a:lnTo>
                    <a:pt x="3625218" y="22861"/>
                  </a:lnTo>
                  <a:lnTo>
                    <a:pt x="3626290" y="22755"/>
                  </a:lnTo>
                  <a:lnTo>
                    <a:pt x="3627361" y="22650"/>
                  </a:lnTo>
                  <a:lnTo>
                    <a:pt x="3628433" y="22545"/>
                  </a:lnTo>
                  <a:lnTo>
                    <a:pt x="3629505" y="22440"/>
                  </a:lnTo>
                  <a:lnTo>
                    <a:pt x="3630576" y="22335"/>
                  </a:lnTo>
                  <a:lnTo>
                    <a:pt x="3631648" y="22230"/>
                  </a:lnTo>
                  <a:lnTo>
                    <a:pt x="3632719" y="22125"/>
                  </a:lnTo>
                  <a:lnTo>
                    <a:pt x="3633791" y="22020"/>
                  </a:lnTo>
                  <a:lnTo>
                    <a:pt x="3634863" y="21915"/>
                  </a:lnTo>
                  <a:lnTo>
                    <a:pt x="3635934" y="21810"/>
                  </a:lnTo>
                  <a:lnTo>
                    <a:pt x="3637006" y="21705"/>
                  </a:lnTo>
                  <a:lnTo>
                    <a:pt x="3638077" y="21600"/>
                  </a:lnTo>
                  <a:lnTo>
                    <a:pt x="3639149" y="21494"/>
                  </a:lnTo>
                  <a:lnTo>
                    <a:pt x="3640221" y="21389"/>
                  </a:lnTo>
                  <a:lnTo>
                    <a:pt x="3641292" y="21284"/>
                  </a:lnTo>
                  <a:lnTo>
                    <a:pt x="3642364" y="21179"/>
                  </a:lnTo>
                  <a:lnTo>
                    <a:pt x="3643435" y="21074"/>
                  </a:lnTo>
                  <a:lnTo>
                    <a:pt x="3644507" y="20969"/>
                  </a:lnTo>
                  <a:lnTo>
                    <a:pt x="3645579" y="20863"/>
                  </a:lnTo>
                  <a:lnTo>
                    <a:pt x="3646650" y="20758"/>
                  </a:lnTo>
                  <a:lnTo>
                    <a:pt x="3647722" y="20653"/>
                  </a:lnTo>
                  <a:lnTo>
                    <a:pt x="3648793" y="20548"/>
                  </a:lnTo>
                  <a:lnTo>
                    <a:pt x="3649865" y="20443"/>
                  </a:lnTo>
                  <a:lnTo>
                    <a:pt x="3650937" y="20337"/>
                  </a:lnTo>
                  <a:lnTo>
                    <a:pt x="3652008" y="20232"/>
                  </a:lnTo>
                  <a:lnTo>
                    <a:pt x="3653080" y="20127"/>
                  </a:lnTo>
                  <a:lnTo>
                    <a:pt x="3654151" y="20022"/>
                  </a:lnTo>
                  <a:lnTo>
                    <a:pt x="3655223" y="19917"/>
                  </a:lnTo>
                  <a:lnTo>
                    <a:pt x="3656295" y="19811"/>
                  </a:lnTo>
                  <a:lnTo>
                    <a:pt x="3657366" y="19706"/>
                  </a:lnTo>
                  <a:lnTo>
                    <a:pt x="3658438" y="19601"/>
                  </a:lnTo>
                  <a:lnTo>
                    <a:pt x="3659509" y="19495"/>
                  </a:lnTo>
                  <a:lnTo>
                    <a:pt x="3660581" y="19390"/>
                  </a:lnTo>
                  <a:lnTo>
                    <a:pt x="3661653" y="19285"/>
                  </a:lnTo>
                  <a:lnTo>
                    <a:pt x="3662724" y="19180"/>
                  </a:lnTo>
                  <a:lnTo>
                    <a:pt x="3663796" y="19074"/>
                  </a:lnTo>
                  <a:lnTo>
                    <a:pt x="3664867" y="18969"/>
                  </a:lnTo>
                  <a:lnTo>
                    <a:pt x="3665939" y="18864"/>
                  </a:lnTo>
                  <a:lnTo>
                    <a:pt x="3667011" y="18758"/>
                  </a:lnTo>
                  <a:lnTo>
                    <a:pt x="3668082" y="18653"/>
                  </a:lnTo>
                  <a:lnTo>
                    <a:pt x="3669154" y="18548"/>
                  </a:lnTo>
                  <a:lnTo>
                    <a:pt x="3670225" y="18442"/>
                  </a:lnTo>
                  <a:lnTo>
                    <a:pt x="3671297" y="18337"/>
                  </a:lnTo>
                  <a:lnTo>
                    <a:pt x="3672369" y="18232"/>
                  </a:lnTo>
                  <a:lnTo>
                    <a:pt x="3673440" y="18126"/>
                  </a:lnTo>
                  <a:lnTo>
                    <a:pt x="3674512" y="18021"/>
                  </a:lnTo>
                  <a:lnTo>
                    <a:pt x="3675583" y="17916"/>
                  </a:lnTo>
                  <a:lnTo>
                    <a:pt x="3676655" y="17810"/>
                  </a:lnTo>
                  <a:lnTo>
                    <a:pt x="3677727" y="17705"/>
                  </a:lnTo>
                  <a:lnTo>
                    <a:pt x="3678798" y="17599"/>
                  </a:lnTo>
                  <a:lnTo>
                    <a:pt x="3679870" y="17494"/>
                  </a:lnTo>
                  <a:lnTo>
                    <a:pt x="3680941" y="17388"/>
                  </a:lnTo>
                  <a:lnTo>
                    <a:pt x="3682013" y="17283"/>
                  </a:lnTo>
                  <a:lnTo>
                    <a:pt x="3683085" y="17178"/>
                  </a:lnTo>
                  <a:lnTo>
                    <a:pt x="3684156" y="17072"/>
                  </a:lnTo>
                  <a:lnTo>
                    <a:pt x="3685228" y="16967"/>
                  </a:lnTo>
                  <a:lnTo>
                    <a:pt x="3686299" y="16861"/>
                  </a:lnTo>
                  <a:lnTo>
                    <a:pt x="3687371" y="16756"/>
                  </a:lnTo>
                  <a:lnTo>
                    <a:pt x="3688443" y="16650"/>
                  </a:lnTo>
                  <a:lnTo>
                    <a:pt x="3689514" y="16545"/>
                  </a:lnTo>
                  <a:lnTo>
                    <a:pt x="3690586" y="16439"/>
                  </a:lnTo>
                  <a:lnTo>
                    <a:pt x="3691657" y="16334"/>
                  </a:lnTo>
                  <a:lnTo>
                    <a:pt x="3692729" y="16228"/>
                  </a:lnTo>
                  <a:lnTo>
                    <a:pt x="3693801" y="16123"/>
                  </a:lnTo>
                  <a:lnTo>
                    <a:pt x="3694872" y="16017"/>
                  </a:lnTo>
                  <a:lnTo>
                    <a:pt x="3695944" y="15912"/>
                  </a:lnTo>
                  <a:lnTo>
                    <a:pt x="3697015" y="15806"/>
                  </a:lnTo>
                  <a:lnTo>
                    <a:pt x="3698087" y="15701"/>
                  </a:lnTo>
                  <a:lnTo>
                    <a:pt x="3699159" y="15595"/>
                  </a:lnTo>
                  <a:lnTo>
                    <a:pt x="3700230" y="15490"/>
                  </a:lnTo>
                  <a:lnTo>
                    <a:pt x="3701302" y="15384"/>
                  </a:lnTo>
                  <a:lnTo>
                    <a:pt x="3702373" y="15279"/>
                  </a:lnTo>
                  <a:lnTo>
                    <a:pt x="3703445" y="15173"/>
                  </a:lnTo>
                  <a:lnTo>
                    <a:pt x="3704517" y="15067"/>
                  </a:lnTo>
                  <a:lnTo>
                    <a:pt x="3705588" y="14962"/>
                  </a:lnTo>
                  <a:lnTo>
                    <a:pt x="3706660" y="14856"/>
                  </a:lnTo>
                  <a:lnTo>
                    <a:pt x="3707731" y="14751"/>
                  </a:lnTo>
                  <a:lnTo>
                    <a:pt x="3708803" y="14645"/>
                  </a:lnTo>
                  <a:lnTo>
                    <a:pt x="3709875" y="14539"/>
                  </a:lnTo>
                  <a:lnTo>
                    <a:pt x="3710946" y="14434"/>
                  </a:lnTo>
                  <a:lnTo>
                    <a:pt x="3712018" y="14328"/>
                  </a:lnTo>
                  <a:lnTo>
                    <a:pt x="3713089" y="14222"/>
                  </a:lnTo>
                  <a:lnTo>
                    <a:pt x="3714161" y="14117"/>
                  </a:lnTo>
                  <a:lnTo>
                    <a:pt x="3715233" y="14011"/>
                  </a:lnTo>
                  <a:lnTo>
                    <a:pt x="3716304" y="13905"/>
                  </a:lnTo>
                  <a:lnTo>
                    <a:pt x="3717376" y="13800"/>
                  </a:lnTo>
                  <a:lnTo>
                    <a:pt x="3718447" y="13694"/>
                  </a:lnTo>
                  <a:lnTo>
                    <a:pt x="3719519" y="13588"/>
                  </a:lnTo>
                  <a:lnTo>
                    <a:pt x="3720591" y="13483"/>
                  </a:lnTo>
                  <a:lnTo>
                    <a:pt x="3721662" y="13377"/>
                  </a:lnTo>
                  <a:lnTo>
                    <a:pt x="3722734" y="13271"/>
                  </a:lnTo>
                  <a:lnTo>
                    <a:pt x="3723805" y="13166"/>
                  </a:lnTo>
                  <a:lnTo>
                    <a:pt x="3724877" y="13060"/>
                  </a:lnTo>
                  <a:lnTo>
                    <a:pt x="3725949" y="12954"/>
                  </a:lnTo>
                  <a:lnTo>
                    <a:pt x="3727020" y="12848"/>
                  </a:lnTo>
                  <a:lnTo>
                    <a:pt x="3728092" y="12743"/>
                  </a:lnTo>
                  <a:lnTo>
                    <a:pt x="3729163" y="12637"/>
                  </a:lnTo>
                  <a:lnTo>
                    <a:pt x="3730235" y="12531"/>
                  </a:lnTo>
                  <a:lnTo>
                    <a:pt x="3731306" y="12425"/>
                  </a:lnTo>
                  <a:lnTo>
                    <a:pt x="3732378" y="12320"/>
                  </a:lnTo>
                  <a:lnTo>
                    <a:pt x="3733450" y="12214"/>
                  </a:lnTo>
                  <a:lnTo>
                    <a:pt x="3734521" y="12108"/>
                  </a:lnTo>
                  <a:lnTo>
                    <a:pt x="3735593" y="12002"/>
                  </a:lnTo>
                  <a:lnTo>
                    <a:pt x="3736664" y="11896"/>
                  </a:lnTo>
                  <a:lnTo>
                    <a:pt x="3737736" y="11791"/>
                  </a:lnTo>
                  <a:lnTo>
                    <a:pt x="3738808" y="11685"/>
                  </a:lnTo>
                  <a:lnTo>
                    <a:pt x="3739879" y="11579"/>
                  </a:lnTo>
                  <a:lnTo>
                    <a:pt x="3740951" y="11473"/>
                  </a:lnTo>
                  <a:lnTo>
                    <a:pt x="3742022" y="11367"/>
                  </a:lnTo>
                  <a:lnTo>
                    <a:pt x="3743094" y="11261"/>
                  </a:lnTo>
                  <a:lnTo>
                    <a:pt x="3744166" y="11156"/>
                  </a:lnTo>
                  <a:lnTo>
                    <a:pt x="3745237" y="11050"/>
                  </a:lnTo>
                  <a:lnTo>
                    <a:pt x="3746309" y="10944"/>
                  </a:lnTo>
                  <a:lnTo>
                    <a:pt x="3747380" y="10838"/>
                  </a:lnTo>
                  <a:lnTo>
                    <a:pt x="3748452" y="10732"/>
                  </a:lnTo>
                  <a:lnTo>
                    <a:pt x="3749524" y="10626"/>
                  </a:lnTo>
                  <a:lnTo>
                    <a:pt x="3750595" y="10520"/>
                  </a:lnTo>
                  <a:lnTo>
                    <a:pt x="3751667" y="10414"/>
                  </a:lnTo>
                  <a:lnTo>
                    <a:pt x="3752738" y="10309"/>
                  </a:lnTo>
                  <a:lnTo>
                    <a:pt x="3753810" y="10203"/>
                  </a:lnTo>
                  <a:lnTo>
                    <a:pt x="3754882" y="10097"/>
                  </a:lnTo>
                  <a:lnTo>
                    <a:pt x="3755953" y="9991"/>
                  </a:lnTo>
                  <a:lnTo>
                    <a:pt x="3757025" y="9885"/>
                  </a:lnTo>
                  <a:lnTo>
                    <a:pt x="3758096" y="9779"/>
                  </a:lnTo>
                  <a:lnTo>
                    <a:pt x="3759168" y="9673"/>
                  </a:lnTo>
                  <a:lnTo>
                    <a:pt x="3760240" y="9567"/>
                  </a:lnTo>
                  <a:lnTo>
                    <a:pt x="3761311" y="9461"/>
                  </a:lnTo>
                  <a:lnTo>
                    <a:pt x="3762383" y="9355"/>
                  </a:lnTo>
                  <a:lnTo>
                    <a:pt x="3763454" y="9249"/>
                  </a:lnTo>
                  <a:lnTo>
                    <a:pt x="3764526" y="9143"/>
                  </a:lnTo>
                  <a:lnTo>
                    <a:pt x="3765598" y="9037"/>
                  </a:lnTo>
                  <a:lnTo>
                    <a:pt x="3766669" y="8931"/>
                  </a:lnTo>
                  <a:lnTo>
                    <a:pt x="3767741" y="8825"/>
                  </a:lnTo>
                  <a:lnTo>
                    <a:pt x="3768812" y="8719"/>
                  </a:lnTo>
                  <a:lnTo>
                    <a:pt x="3769884" y="8613"/>
                  </a:lnTo>
                  <a:lnTo>
                    <a:pt x="3770956" y="8507"/>
                  </a:lnTo>
                  <a:lnTo>
                    <a:pt x="3772027" y="8401"/>
                  </a:lnTo>
                  <a:lnTo>
                    <a:pt x="3773099" y="8295"/>
                  </a:lnTo>
                  <a:lnTo>
                    <a:pt x="3774170" y="8189"/>
                  </a:lnTo>
                  <a:lnTo>
                    <a:pt x="3775242" y="8083"/>
                  </a:lnTo>
                  <a:lnTo>
                    <a:pt x="3776314" y="7977"/>
                  </a:lnTo>
                  <a:lnTo>
                    <a:pt x="3777385" y="7870"/>
                  </a:lnTo>
                  <a:lnTo>
                    <a:pt x="3778457" y="7764"/>
                  </a:lnTo>
                  <a:lnTo>
                    <a:pt x="3779528" y="7658"/>
                  </a:lnTo>
                  <a:lnTo>
                    <a:pt x="3780600" y="7552"/>
                  </a:lnTo>
                  <a:lnTo>
                    <a:pt x="3781672" y="7446"/>
                  </a:lnTo>
                  <a:lnTo>
                    <a:pt x="3782743" y="7340"/>
                  </a:lnTo>
                  <a:lnTo>
                    <a:pt x="3783815" y="7234"/>
                  </a:lnTo>
                  <a:lnTo>
                    <a:pt x="3784886" y="7128"/>
                  </a:lnTo>
                  <a:lnTo>
                    <a:pt x="3785958" y="7021"/>
                  </a:lnTo>
                  <a:lnTo>
                    <a:pt x="3787030" y="6915"/>
                  </a:lnTo>
                  <a:lnTo>
                    <a:pt x="3788101" y="6809"/>
                  </a:lnTo>
                  <a:lnTo>
                    <a:pt x="3789173" y="6703"/>
                  </a:lnTo>
                  <a:lnTo>
                    <a:pt x="3790244" y="6597"/>
                  </a:lnTo>
                  <a:lnTo>
                    <a:pt x="3791316" y="6491"/>
                  </a:lnTo>
                  <a:lnTo>
                    <a:pt x="3792388" y="6384"/>
                  </a:lnTo>
                  <a:lnTo>
                    <a:pt x="3793459" y="6278"/>
                  </a:lnTo>
                  <a:lnTo>
                    <a:pt x="3794531" y="6172"/>
                  </a:lnTo>
                  <a:lnTo>
                    <a:pt x="3795602" y="6066"/>
                  </a:lnTo>
                  <a:lnTo>
                    <a:pt x="3796674" y="5960"/>
                  </a:lnTo>
                  <a:lnTo>
                    <a:pt x="3797746" y="5853"/>
                  </a:lnTo>
                  <a:lnTo>
                    <a:pt x="3798817" y="5747"/>
                  </a:lnTo>
                  <a:lnTo>
                    <a:pt x="3799889" y="5641"/>
                  </a:lnTo>
                  <a:lnTo>
                    <a:pt x="3800960" y="5535"/>
                  </a:lnTo>
                  <a:lnTo>
                    <a:pt x="3802032" y="5428"/>
                  </a:lnTo>
                  <a:lnTo>
                    <a:pt x="3803104" y="5322"/>
                  </a:lnTo>
                  <a:lnTo>
                    <a:pt x="3804175" y="5216"/>
                  </a:lnTo>
                  <a:lnTo>
                    <a:pt x="3805247" y="5110"/>
                  </a:lnTo>
                  <a:lnTo>
                    <a:pt x="3806318" y="5003"/>
                  </a:lnTo>
                  <a:lnTo>
                    <a:pt x="3807390" y="4897"/>
                  </a:lnTo>
                  <a:lnTo>
                    <a:pt x="3808462" y="4791"/>
                  </a:lnTo>
                  <a:lnTo>
                    <a:pt x="3809533" y="4684"/>
                  </a:lnTo>
                  <a:lnTo>
                    <a:pt x="3810605" y="4578"/>
                  </a:lnTo>
                  <a:lnTo>
                    <a:pt x="3811676" y="4472"/>
                  </a:lnTo>
                  <a:lnTo>
                    <a:pt x="3812748" y="4365"/>
                  </a:lnTo>
                  <a:lnTo>
                    <a:pt x="3813820" y="4259"/>
                  </a:lnTo>
                  <a:lnTo>
                    <a:pt x="3814891" y="4153"/>
                  </a:lnTo>
                  <a:lnTo>
                    <a:pt x="3815963" y="4046"/>
                  </a:lnTo>
                  <a:lnTo>
                    <a:pt x="3817034" y="3940"/>
                  </a:lnTo>
                  <a:lnTo>
                    <a:pt x="3818106" y="3834"/>
                  </a:lnTo>
                  <a:lnTo>
                    <a:pt x="3819178" y="3727"/>
                  </a:lnTo>
                  <a:lnTo>
                    <a:pt x="3820249" y="3621"/>
                  </a:lnTo>
                  <a:lnTo>
                    <a:pt x="3821321" y="3515"/>
                  </a:lnTo>
                  <a:lnTo>
                    <a:pt x="3822392" y="3408"/>
                  </a:lnTo>
                  <a:lnTo>
                    <a:pt x="3823464" y="3302"/>
                  </a:lnTo>
                  <a:lnTo>
                    <a:pt x="3824536" y="3195"/>
                  </a:lnTo>
                  <a:lnTo>
                    <a:pt x="3825607" y="3089"/>
                  </a:lnTo>
                  <a:lnTo>
                    <a:pt x="3826679" y="2982"/>
                  </a:lnTo>
                  <a:lnTo>
                    <a:pt x="3827750" y="2876"/>
                  </a:lnTo>
                  <a:lnTo>
                    <a:pt x="3828822" y="2770"/>
                  </a:lnTo>
                  <a:lnTo>
                    <a:pt x="3829894" y="2663"/>
                  </a:lnTo>
                  <a:lnTo>
                    <a:pt x="3830965" y="2557"/>
                  </a:lnTo>
                  <a:lnTo>
                    <a:pt x="3832037" y="2450"/>
                  </a:lnTo>
                  <a:lnTo>
                    <a:pt x="3833108" y="2344"/>
                  </a:lnTo>
                  <a:lnTo>
                    <a:pt x="3834180" y="2237"/>
                  </a:lnTo>
                  <a:lnTo>
                    <a:pt x="3835252" y="2131"/>
                  </a:lnTo>
                  <a:lnTo>
                    <a:pt x="3836323" y="2024"/>
                  </a:lnTo>
                  <a:lnTo>
                    <a:pt x="3837395" y="1918"/>
                  </a:lnTo>
                  <a:lnTo>
                    <a:pt x="3838466" y="1811"/>
                  </a:lnTo>
                  <a:lnTo>
                    <a:pt x="3839538" y="1705"/>
                  </a:lnTo>
                  <a:lnTo>
                    <a:pt x="3840610" y="1598"/>
                  </a:lnTo>
                  <a:lnTo>
                    <a:pt x="3841681" y="1492"/>
                  </a:lnTo>
                  <a:lnTo>
                    <a:pt x="3842753" y="1385"/>
                  </a:lnTo>
                  <a:lnTo>
                    <a:pt x="3843824" y="1279"/>
                  </a:lnTo>
                  <a:lnTo>
                    <a:pt x="3844896" y="1172"/>
                  </a:lnTo>
                  <a:lnTo>
                    <a:pt x="3845968" y="1066"/>
                  </a:lnTo>
                  <a:lnTo>
                    <a:pt x="3847039" y="959"/>
                  </a:lnTo>
                  <a:lnTo>
                    <a:pt x="3848111" y="852"/>
                  </a:lnTo>
                  <a:lnTo>
                    <a:pt x="3849182" y="746"/>
                  </a:lnTo>
                  <a:lnTo>
                    <a:pt x="3850254" y="639"/>
                  </a:lnTo>
                  <a:lnTo>
                    <a:pt x="3851326" y="533"/>
                  </a:lnTo>
                  <a:lnTo>
                    <a:pt x="3852397" y="426"/>
                  </a:lnTo>
                  <a:lnTo>
                    <a:pt x="3853469" y="319"/>
                  </a:lnTo>
                  <a:lnTo>
                    <a:pt x="3854540" y="213"/>
                  </a:lnTo>
                  <a:lnTo>
                    <a:pt x="3855612" y="106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684231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x30"/>
            <p:cNvSpPr/>
            <p:nvPr/>
          </p:nvSpPr>
          <p:spPr>
            <a:xfrm>
              <a:off x="877065" y="386610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0.307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877065" y="646782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0.827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84231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x33"/>
            <p:cNvSpPr/>
            <p:nvPr/>
          </p:nvSpPr>
          <p:spPr>
            <a:xfrm>
              <a:off x="443933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43933" y="220939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43933" y="154159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43933" y="87380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43933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649437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649437" y="225644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649437" y="15886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649437" y="9208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649437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15796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27922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400484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tx46"/>
            <p:cNvSpPr/>
            <p:nvPr/>
          </p:nvSpPr>
          <p:spPr>
            <a:xfrm>
              <a:off x="15441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8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756720" y="2986867"/>
              <a:ext cx="71048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9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933795" y="2986867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455891" y="3239309"/>
              <a:ext cx="31336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0" name="rc50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5034264" y="259033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5034264" y="192254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5034264" y="1254746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5034264" y="586949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42570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6572412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7719115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8865819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5034264" y="292423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5034264" y="225644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5034264" y="92084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5034264" y="253051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5999061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7145764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8292467" y="253051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034264" y="498648"/>
              <a:ext cx="3856684" cy="1957526"/>
            </a:xfrm>
            <a:custGeom>
              <a:avLst/>
              <a:gdLst/>
              <a:ahLst/>
              <a:cxnLst/>
              <a:rect l="0" t="0" r="0" b="0"/>
              <a:pathLst>
                <a:path w="3856684" h="1957526">
                  <a:moveTo>
                    <a:pt x="0" y="412913"/>
                  </a:moveTo>
                  <a:lnTo>
                    <a:pt x="1071" y="414859"/>
                  </a:lnTo>
                  <a:lnTo>
                    <a:pt x="2143" y="416802"/>
                  </a:lnTo>
                  <a:lnTo>
                    <a:pt x="3214" y="418743"/>
                  </a:lnTo>
                  <a:lnTo>
                    <a:pt x="4286" y="420682"/>
                  </a:lnTo>
                  <a:lnTo>
                    <a:pt x="5357" y="422618"/>
                  </a:lnTo>
                  <a:lnTo>
                    <a:pt x="6429" y="424551"/>
                  </a:lnTo>
                  <a:lnTo>
                    <a:pt x="7501" y="426483"/>
                  </a:lnTo>
                  <a:lnTo>
                    <a:pt x="8572" y="428412"/>
                  </a:lnTo>
                  <a:lnTo>
                    <a:pt x="9644" y="430338"/>
                  </a:lnTo>
                  <a:lnTo>
                    <a:pt x="10715" y="432263"/>
                  </a:lnTo>
                  <a:lnTo>
                    <a:pt x="11787" y="434185"/>
                  </a:lnTo>
                  <a:lnTo>
                    <a:pt x="12859" y="436104"/>
                  </a:lnTo>
                  <a:lnTo>
                    <a:pt x="13930" y="438021"/>
                  </a:lnTo>
                  <a:lnTo>
                    <a:pt x="15002" y="439936"/>
                  </a:lnTo>
                  <a:lnTo>
                    <a:pt x="16073" y="441848"/>
                  </a:lnTo>
                  <a:lnTo>
                    <a:pt x="17145" y="443758"/>
                  </a:lnTo>
                  <a:lnTo>
                    <a:pt x="18217" y="445666"/>
                  </a:lnTo>
                  <a:lnTo>
                    <a:pt x="19288" y="447571"/>
                  </a:lnTo>
                  <a:lnTo>
                    <a:pt x="20360" y="449474"/>
                  </a:lnTo>
                  <a:lnTo>
                    <a:pt x="21431" y="451375"/>
                  </a:lnTo>
                  <a:lnTo>
                    <a:pt x="22503" y="453273"/>
                  </a:lnTo>
                  <a:lnTo>
                    <a:pt x="23575" y="455169"/>
                  </a:lnTo>
                  <a:lnTo>
                    <a:pt x="24646" y="457062"/>
                  </a:lnTo>
                  <a:lnTo>
                    <a:pt x="25718" y="458954"/>
                  </a:lnTo>
                  <a:lnTo>
                    <a:pt x="26789" y="460842"/>
                  </a:lnTo>
                  <a:lnTo>
                    <a:pt x="27861" y="462729"/>
                  </a:lnTo>
                  <a:lnTo>
                    <a:pt x="28933" y="464613"/>
                  </a:lnTo>
                  <a:lnTo>
                    <a:pt x="30004" y="466495"/>
                  </a:lnTo>
                  <a:lnTo>
                    <a:pt x="31076" y="468374"/>
                  </a:lnTo>
                  <a:lnTo>
                    <a:pt x="32147" y="470251"/>
                  </a:lnTo>
                  <a:lnTo>
                    <a:pt x="33219" y="472126"/>
                  </a:lnTo>
                  <a:lnTo>
                    <a:pt x="34291" y="473998"/>
                  </a:lnTo>
                  <a:lnTo>
                    <a:pt x="35362" y="475868"/>
                  </a:lnTo>
                  <a:lnTo>
                    <a:pt x="36434" y="477736"/>
                  </a:lnTo>
                  <a:lnTo>
                    <a:pt x="37505" y="479601"/>
                  </a:lnTo>
                  <a:lnTo>
                    <a:pt x="38577" y="481464"/>
                  </a:lnTo>
                  <a:lnTo>
                    <a:pt x="39649" y="483325"/>
                  </a:lnTo>
                  <a:lnTo>
                    <a:pt x="40720" y="485183"/>
                  </a:lnTo>
                  <a:lnTo>
                    <a:pt x="41792" y="487039"/>
                  </a:lnTo>
                  <a:lnTo>
                    <a:pt x="42863" y="488893"/>
                  </a:lnTo>
                  <a:lnTo>
                    <a:pt x="43935" y="490744"/>
                  </a:lnTo>
                  <a:lnTo>
                    <a:pt x="45007" y="492593"/>
                  </a:lnTo>
                  <a:lnTo>
                    <a:pt x="46078" y="494440"/>
                  </a:lnTo>
                  <a:lnTo>
                    <a:pt x="47150" y="496284"/>
                  </a:lnTo>
                  <a:lnTo>
                    <a:pt x="48221" y="498126"/>
                  </a:lnTo>
                  <a:lnTo>
                    <a:pt x="49293" y="499966"/>
                  </a:lnTo>
                  <a:lnTo>
                    <a:pt x="50365" y="501803"/>
                  </a:lnTo>
                  <a:lnTo>
                    <a:pt x="51436" y="503638"/>
                  </a:lnTo>
                  <a:lnTo>
                    <a:pt x="52508" y="505471"/>
                  </a:lnTo>
                  <a:lnTo>
                    <a:pt x="53579" y="507301"/>
                  </a:lnTo>
                  <a:lnTo>
                    <a:pt x="54651" y="509129"/>
                  </a:lnTo>
                  <a:lnTo>
                    <a:pt x="55723" y="510955"/>
                  </a:lnTo>
                  <a:lnTo>
                    <a:pt x="56794" y="512778"/>
                  </a:lnTo>
                  <a:lnTo>
                    <a:pt x="57866" y="514599"/>
                  </a:lnTo>
                  <a:lnTo>
                    <a:pt x="58937" y="516418"/>
                  </a:lnTo>
                  <a:lnTo>
                    <a:pt x="60009" y="518234"/>
                  </a:lnTo>
                  <a:lnTo>
                    <a:pt x="61081" y="520048"/>
                  </a:lnTo>
                  <a:lnTo>
                    <a:pt x="62152" y="521860"/>
                  </a:lnTo>
                  <a:lnTo>
                    <a:pt x="63224" y="523670"/>
                  </a:lnTo>
                  <a:lnTo>
                    <a:pt x="64295" y="525477"/>
                  </a:lnTo>
                  <a:lnTo>
                    <a:pt x="65367" y="527282"/>
                  </a:lnTo>
                  <a:lnTo>
                    <a:pt x="66439" y="529084"/>
                  </a:lnTo>
                  <a:lnTo>
                    <a:pt x="67510" y="530884"/>
                  </a:lnTo>
                  <a:lnTo>
                    <a:pt x="68582" y="532682"/>
                  </a:lnTo>
                  <a:lnTo>
                    <a:pt x="69653" y="534478"/>
                  </a:lnTo>
                  <a:lnTo>
                    <a:pt x="70725" y="536271"/>
                  </a:lnTo>
                  <a:lnTo>
                    <a:pt x="71797" y="538062"/>
                  </a:lnTo>
                  <a:lnTo>
                    <a:pt x="72868" y="539851"/>
                  </a:lnTo>
                  <a:lnTo>
                    <a:pt x="73940" y="541637"/>
                  </a:lnTo>
                  <a:lnTo>
                    <a:pt x="75011" y="543421"/>
                  </a:lnTo>
                  <a:lnTo>
                    <a:pt x="76083" y="545203"/>
                  </a:lnTo>
                  <a:lnTo>
                    <a:pt x="77155" y="546982"/>
                  </a:lnTo>
                  <a:lnTo>
                    <a:pt x="78226" y="548760"/>
                  </a:lnTo>
                  <a:lnTo>
                    <a:pt x="79298" y="550534"/>
                  </a:lnTo>
                  <a:lnTo>
                    <a:pt x="80369" y="552307"/>
                  </a:lnTo>
                  <a:lnTo>
                    <a:pt x="81441" y="554077"/>
                  </a:lnTo>
                  <a:lnTo>
                    <a:pt x="82513" y="555845"/>
                  </a:lnTo>
                  <a:lnTo>
                    <a:pt x="83584" y="557611"/>
                  </a:lnTo>
                  <a:lnTo>
                    <a:pt x="84656" y="559374"/>
                  </a:lnTo>
                  <a:lnTo>
                    <a:pt x="85727" y="561135"/>
                  </a:lnTo>
                  <a:lnTo>
                    <a:pt x="86799" y="562894"/>
                  </a:lnTo>
                  <a:lnTo>
                    <a:pt x="87871" y="564651"/>
                  </a:lnTo>
                  <a:lnTo>
                    <a:pt x="88942" y="566405"/>
                  </a:lnTo>
                  <a:lnTo>
                    <a:pt x="90014" y="568157"/>
                  </a:lnTo>
                  <a:lnTo>
                    <a:pt x="91085" y="569906"/>
                  </a:lnTo>
                  <a:lnTo>
                    <a:pt x="92157" y="571654"/>
                  </a:lnTo>
                  <a:lnTo>
                    <a:pt x="93229" y="573399"/>
                  </a:lnTo>
                  <a:lnTo>
                    <a:pt x="94300" y="575142"/>
                  </a:lnTo>
                  <a:lnTo>
                    <a:pt x="95372" y="576882"/>
                  </a:lnTo>
                  <a:lnTo>
                    <a:pt x="96443" y="578620"/>
                  </a:lnTo>
                  <a:lnTo>
                    <a:pt x="97515" y="580356"/>
                  </a:lnTo>
                  <a:lnTo>
                    <a:pt x="98587" y="582090"/>
                  </a:lnTo>
                  <a:lnTo>
                    <a:pt x="99658" y="583821"/>
                  </a:lnTo>
                  <a:lnTo>
                    <a:pt x="100730" y="585550"/>
                  </a:lnTo>
                  <a:lnTo>
                    <a:pt x="101801" y="587277"/>
                  </a:lnTo>
                  <a:lnTo>
                    <a:pt x="102873" y="589001"/>
                  </a:lnTo>
                  <a:lnTo>
                    <a:pt x="103945" y="590723"/>
                  </a:lnTo>
                  <a:lnTo>
                    <a:pt x="105016" y="592443"/>
                  </a:lnTo>
                  <a:lnTo>
                    <a:pt x="106088" y="594161"/>
                  </a:lnTo>
                  <a:lnTo>
                    <a:pt x="107159" y="595876"/>
                  </a:lnTo>
                  <a:lnTo>
                    <a:pt x="108231" y="597589"/>
                  </a:lnTo>
                  <a:lnTo>
                    <a:pt x="109303" y="599300"/>
                  </a:lnTo>
                  <a:lnTo>
                    <a:pt x="110374" y="601009"/>
                  </a:lnTo>
                  <a:lnTo>
                    <a:pt x="111446" y="602715"/>
                  </a:lnTo>
                  <a:lnTo>
                    <a:pt x="112517" y="604419"/>
                  </a:lnTo>
                  <a:lnTo>
                    <a:pt x="113589" y="606121"/>
                  </a:lnTo>
                  <a:lnTo>
                    <a:pt x="114661" y="607820"/>
                  </a:lnTo>
                  <a:lnTo>
                    <a:pt x="115732" y="609517"/>
                  </a:lnTo>
                  <a:lnTo>
                    <a:pt x="116804" y="611212"/>
                  </a:lnTo>
                  <a:lnTo>
                    <a:pt x="117875" y="612905"/>
                  </a:lnTo>
                  <a:lnTo>
                    <a:pt x="118947" y="614595"/>
                  </a:lnTo>
                  <a:lnTo>
                    <a:pt x="120019" y="616283"/>
                  </a:lnTo>
                  <a:lnTo>
                    <a:pt x="121090" y="617969"/>
                  </a:lnTo>
                  <a:lnTo>
                    <a:pt x="122162" y="619652"/>
                  </a:lnTo>
                  <a:lnTo>
                    <a:pt x="123233" y="621334"/>
                  </a:lnTo>
                  <a:lnTo>
                    <a:pt x="124305" y="623013"/>
                  </a:lnTo>
                  <a:lnTo>
                    <a:pt x="125377" y="624689"/>
                  </a:lnTo>
                  <a:lnTo>
                    <a:pt x="126448" y="626364"/>
                  </a:lnTo>
                  <a:lnTo>
                    <a:pt x="127520" y="628036"/>
                  </a:lnTo>
                  <a:lnTo>
                    <a:pt x="128591" y="629706"/>
                  </a:lnTo>
                  <a:lnTo>
                    <a:pt x="129663" y="631373"/>
                  </a:lnTo>
                  <a:lnTo>
                    <a:pt x="130735" y="633039"/>
                  </a:lnTo>
                  <a:lnTo>
                    <a:pt x="131806" y="634702"/>
                  </a:lnTo>
                  <a:lnTo>
                    <a:pt x="132878" y="636363"/>
                  </a:lnTo>
                  <a:lnTo>
                    <a:pt x="133949" y="638021"/>
                  </a:lnTo>
                  <a:lnTo>
                    <a:pt x="135021" y="639678"/>
                  </a:lnTo>
                  <a:lnTo>
                    <a:pt x="136093" y="641332"/>
                  </a:lnTo>
                  <a:lnTo>
                    <a:pt x="137164" y="642983"/>
                  </a:lnTo>
                  <a:lnTo>
                    <a:pt x="138236" y="644633"/>
                  </a:lnTo>
                  <a:lnTo>
                    <a:pt x="139307" y="646280"/>
                  </a:lnTo>
                  <a:lnTo>
                    <a:pt x="140379" y="647925"/>
                  </a:lnTo>
                  <a:lnTo>
                    <a:pt x="141451" y="649568"/>
                  </a:lnTo>
                  <a:lnTo>
                    <a:pt x="142522" y="651208"/>
                  </a:lnTo>
                  <a:lnTo>
                    <a:pt x="143594" y="652847"/>
                  </a:lnTo>
                  <a:lnTo>
                    <a:pt x="144665" y="654483"/>
                  </a:lnTo>
                  <a:lnTo>
                    <a:pt x="145737" y="656116"/>
                  </a:lnTo>
                  <a:lnTo>
                    <a:pt x="146809" y="657748"/>
                  </a:lnTo>
                  <a:lnTo>
                    <a:pt x="147880" y="659377"/>
                  </a:lnTo>
                  <a:lnTo>
                    <a:pt x="148952" y="661004"/>
                  </a:lnTo>
                  <a:lnTo>
                    <a:pt x="150023" y="662628"/>
                  </a:lnTo>
                  <a:lnTo>
                    <a:pt x="151095" y="664251"/>
                  </a:lnTo>
                  <a:lnTo>
                    <a:pt x="152167" y="665871"/>
                  </a:lnTo>
                  <a:lnTo>
                    <a:pt x="153238" y="667489"/>
                  </a:lnTo>
                  <a:lnTo>
                    <a:pt x="154310" y="669104"/>
                  </a:lnTo>
                  <a:lnTo>
                    <a:pt x="155381" y="670718"/>
                  </a:lnTo>
                  <a:lnTo>
                    <a:pt x="156453" y="672329"/>
                  </a:lnTo>
                  <a:lnTo>
                    <a:pt x="157525" y="673938"/>
                  </a:lnTo>
                  <a:lnTo>
                    <a:pt x="158596" y="675544"/>
                  </a:lnTo>
                  <a:lnTo>
                    <a:pt x="159668" y="677149"/>
                  </a:lnTo>
                  <a:lnTo>
                    <a:pt x="160739" y="678751"/>
                  </a:lnTo>
                  <a:lnTo>
                    <a:pt x="161811" y="680350"/>
                  </a:lnTo>
                  <a:lnTo>
                    <a:pt x="162883" y="681948"/>
                  </a:lnTo>
                  <a:lnTo>
                    <a:pt x="163954" y="683543"/>
                  </a:lnTo>
                  <a:lnTo>
                    <a:pt x="165026" y="685136"/>
                  </a:lnTo>
                  <a:lnTo>
                    <a:pt x="166097" y="686727"/>
                  </a:lnTo>
                  <a:lnTo>
                    <a:pt x="167169" y="688316"/>
                  </a:lnTo>
                  <a:lnTo>
                    <a:pt x="168241" y="689902"/>
                  </a:lnTo>
                  <a:lnTo>
                    <a:pt x="169312" y="691486"/>
                  </a:lnTo>
                  <a:lnTo>
                    <a:pt x="170384" y="693068"/>
                  </a:lnTo>
                  <a:lnTo>
                    <a:pt x="171455" y="694647"/>
                  </a:lnTo>
                  <a:lnTo>
                    <a:pt x="172527" y="696225"/>
                  </a:lnTo>
                  <a:lnTo>
                    <a:pt x="173599" y="697800"/>
                  </a:lnTo>
                  <a:lnTo>
                    <a:pt x="174670" y="699372"/>
                  </a:lnTo>
                  <a:lnTo>
                    <a:pt x="175742" y="700943"/>
                  </a:lnTo>
                  <a:lnTo>
                    <a:pt x="176813" y="702511"/>
                  </a:lnTo>
                  <a:lnTo>
                    <a:pt x="177885" y="704077"/>
                  </a:lnTo>
                  <a:lnTo>
                    <a:pt x="178956" y="705641"/>
                  </a:lnTo>
                  <a:lnTo>
                    <a:pt x="180028" y="707202"/>
                  </a:lnTo>
                  <a:lnTo>
                    <a:pt x="181100" y="708762"/>
                  </a:lnTo>
                  <a:lnTo>
                    <a:pt x="182171" y="710318"/>
                  </a:lnTo>
                  <a:lnTo>
                    <a:pt x="183243" y="711873"/>
                  </a:lnTo>
                  <a:lnTo>
                    <a:pt x="184314" y="713426"/>
                  </a:lnTo>
                  <a:lnTo>
                    <a:pt x="185386" y="714976"/>
                  </a:lnTo>
                  <a:lnTo>
                    <a:pt x="186458" y="716524"/>
                  </a:lnTo>
                  <a:lnTo>
                    <a:pt x="187529" y="718069"/>
                  </a:lnTo>
                  <a:lnTo>
                    <a:pt x="188601" y="719613"/>
                  </a:lnTo>
                  <a:lnTo>
                    <a:pt x="189672" y="721154"/>
                  </a:lnTo>
                  <a:lnTo>
                    <a:pt x="190744" y="722693"/>
                  </a:lnTo>
                  <a:lnTo>
                    <a:pt x="191816" y="724230"/>
                  </a:lnTo>
                  <a:lnTo>
                    <a:pt x="192887" y="725764"/>
                  </a:lnTo>
                  <a:lnTo>
                    <a:pt x="193959" y="727296"/>
                  </a:lnTo>
                  <a:lnTo>
                    <a:pt x="195030" y="728826"/>
                  </a:lnTo>
                  <a:lnTo>
                    <a:pt x="196102" y="730354"/>
                  </a:lnTo>
                  <a:lnTo>
                    <a:pt x="197174" y="731879"/>
                  </a:lnTo>
                  <a:lnTo>
                    <a:pt x="198245" y="733402"/>
                  </a:lnTo>
                  <a:lnTo>
                    <a:pt x="199317" y="734923"/>
                  </a:lnTo>
                  <a:lnTo>
                    <a:pt x="200388" y="736442"/>
                  </a:lnTo>
                  <a:lnTo>
                    <a:pt x="201460" y="737958"/>
                  </a:lnTo>
                  <a:lnTo>
                    <a:pt x="202532" y="739472"/>
                  </a:lnTo>
                  <a:lnTo>
                    <a:pt x="203603" y="740984"/>
                  </a:lnTo>
                  <a:lnTo>
                    <a:pt x="204675" y="742494"/>
                  </a:lnTo>
                  <a:lnTo>
                    <a:pt x="205746" y="744001"/>
                  </a:lnTo>
                  <a:lnTo>
                    <a:pt x="206818" y="745506"/>
                  </a:lnTo>
                  <a:lnTo>
                    <a:pt x="207890" y="747009"/>
                  </a:lnTo>
                  <a:lnTo>
                    <a:pt x="208961" y="748510"/>
                  </a:lnTo>
                  <a:lnTo>
                    <a:pt x="210033" y="750008"/>
                  </a:lnTo>
                  <a:lnTo>
                    <a:pt x="211104" y="751504"/>
                  </a:lnTo>
                  <a:lnTo>
                    <a:pt x="212176" y="752998"/>
                  </a:lnTo>
                  <a:lnTo>
                    <a:pt x="213248" y="754489"/>
                  </a:lnTo>
                  <a:lnTo>
                    <a:pt x="214319" y="755978"/>
                  </a:lnTo>
                  <a:lnTo>
                    <a:pt x="215391" y="757465"/>
                  </a:lnTo>
                  <a:lnTo>
                    <a:pt x="216462" y="758950"/>
                  </a:lnTo>
                  <a:lnTo>
                    <a:pt x="217534" y="760433"/>
                  </a:lnTo>
                  <a:lnTo>
                    <a:pt x="218606" y="761913"/>
                  </a:lnTo>
                  <a:lnTo>
                    <a:pt x="219677" y="763391"/>
                  </a:lnTo>
                  <a:lnTo>
                    <a:pt x="220749" y="764866"/>
                  </a:lnTo>
                  <a:lnTo>
                    <a:pt x="221820" y="766340"/>
                  </a:lnTo>
                  <a:lnTo>
                    <a:pt x="222892" y="767811"/>
                  </a:lnTo>
                  <a:lnTo>
                    <a:pt x="223964" y="769280"/>
                  </a:lnTo>
                  <a:lnTo>
                    <a:pt x="225035" y="770746"/>
                  </a:lnTo>
                  <a:lnTo>
                    <a:pt x="226107" y="772211"/>
                  </a:lnTo>
                  <a:lnTo>
                    <a:pt x="227178" y="773673"/>
                  </a:lnTo>
                  <a:lnTo>
                    <a:pt x="228250" y="775133"/>
                  </a:lnTo>
                  <a:lnTo>
                    <a:pt x="229322" y="776590"/>
                  </a:lnTo>
                  <a:lnTo>
                    <a:pt x="230393" y="778046"/>
                  </a:lnTo>
                  <a:lnTo>
                    <a:pt x="231465" y="779499"/>
                  </a:lnTo>
                  <a:lnTo>
                    <a:pt x="232536" y="780949"/>
                  </a:lnTo>
                  <a:lnTo>
                    <a:pt x="233608" y="782398"/>
                  </a:lnTo>
                  <a:lnTo>
                    <a:pt x="234680" y="783844"/>
                  </a:lnTo>
                  <a:lnTo>
                    <a:pt x="235751" y="785288"/>
                  </a:lnTo>
                  <a:lnTo>
                    <a:pt x="236823" y="786729"/>
                  </a:lnTo>
                  <a:lnTo>
                    <a:pt x="237894" y="788169"/>
                  </a:lnTo>
                  <a:lnTo>
                    <a:pt x="238966" y="789606"/>
                  </a:lnTo>
                  <a:lnTo>
                    <a:pt x="240038" y="791041"/>
                  </a:lnTo>
                  <a:lnTo>
                    <a:pt x="241109" y="792473"/>
                  </a:lnTo>
                  <a:lnTo>
                    <a:pt x="242181" y="793904"/>
                  </a:lnTo>
                  <a:lnTo>
                    <a:pt x="243252" y="795332"/>
                  </a:lnTo>
                  <a:lnTo>
                    <a:pt x="244324" y="796757"/>
                  </a:lnTo>
                  <a:lnTo>
                    <a:pt x="245396" y="798181"/>
                  </a:lnTo>
                  <a:lnTo>
                    <a:pt x="246467" y="799602"/>
                  </a:lnTo>
                  <a:lnTo>
                    <a:pt x="247539" y="801021"/>
                  </a:lnTo>
                  <a:lnTo>
                    <a:pt x="248610" y="802437"/>
                  </a:lnTo>
                  <a:lnTo>
                    <a:pt x="249682" y="803852"/>
                  </a:lnTo>
                  <a:lnTo>
                    <a:pt x="250754" y="805264"/>
                  </a:lnTo>
                  <a:lnTo>
                    <a:pt x="251825" y="806673"/>
                  </a:lnTo>
                  <a:lnTo>
                    <a:pt x="252897" y="808081"/>
                  </a:lnTo>
                  <a:lnTo>
                    <a:pt x="253968" y="809486"/>
                  </a:lnTo>
                  <a:lnTo>
                    <a:pt x="255040" y="810889"/>
                  </a:lnTo>
                  <a:lnTo>
                    <a:pt x="256112" y="812290"/>
                  </a:lnTo>
                  <a:lnTo>
                    <a:pt x="257183" y="813688"/>
                  </a:lnTo>
                  <a:lnTo>
                    <a:pt x="258255" y="815084"/>
                  </a:lnTo>
                  <a:lnTo>
                    <a:pt x="259326" y="816478"/>
                  </a:lnTo>
                  <a:lnTo>
                    <a:pt x="260398" y="817869"/>
                  </a:lnTo>
                  <a:lnTo>
                    <a:pt x="261470" y="819258"/>
                  </a:lnTo>
                  <a:lnTo>
                    <a:pt x="262541" y="820645"/>
                  </a:lnTo>
                  <a:lnTo>
                    <a:pt x="263613" y="822030"/>
                  </a:lnTo>
                  <a:lnTo>
                    <a:pt x="264684" y="823412"/>
                  </a:lnTo>
                  <a:lnTo>
                    <a:pt x="265756" y="824792"/>
                  </a:lnTo>
                  <a:lnTo>
                    <a:pt x="266828" y="826169"/>
                  </a:lnTo>
                  <a:lnTo>
                    <a:pt x="267899" y="827545"/>
                  </a:lnTo>
                  <a:lnTo>
                    <a:pt x="268971" y="828918"/>
                  </a:lnTo>
                  <a:lnTo>
                    <a:pt x="270042" y="830289"/>
                  </a:lnTo>
                  <a:lnTo>
                    <a:pt x="271114" y="831657"/>
                  </a:lnTo>
                  <a:lnTo>
                    <a:pt x="272186" y="833023"/>
                  </a:lnTo>
                  <a:lnTo>
                    <a:pt x="273257" y="834387"/>
                  </a:lnTo>
                  <a:lnTo>
                    <a:pt x="274329" y="835748"/>
                  </a:lnTo>
                  <a:lnTo>
                    <a:pt x="275400" y="837108"/>
                  </a:lnTo>
                  <a:lnTo>
                    <a:pt x="276472" y="838465"/>
                  </a:lnTo>
                  <a:lnTo>
                    <a:pt x="277544" y="839819"/>
                  </a:lnTo>
                  <a:lnTo>
                    <a:pt x="278615" y="841171"/>
                  </a:lnTo>
                  <a:lnTo>
                    <a:pt x="279687" y="842521"/>
                  </a:lnTo>
                  <a:lnTo>
                    <a:pt x="280758" y="843869"/>
                  </a:lnTo>
                  <a:lnTo>
                    <a:pt x="281830" y="845214"/>
                  </a:lnTo>
                  <a:lnTo>
                    <a:pt x="282902" y="846557"/>
                  </a:lnTo>
                  <a:lnTo>
                    <a:pt x="283973" y="847898"/>
                  </a:lnTo>
                  <a:lnTo>
                    <a:pt x="285045" y="849237"/>
                  </a:lnTo>
                  <a:lnTo>
                    <a:pt x="286116" y="850573"/>
                  </a:lnTo>
                  <a:lnTo>
                    <a:pt x="287188" y="851906"/>
                  </a:lnTo>
                  <a:lnTo>
                    <a:pt x="288260" y="853238"/>
                  </a:lnTo>
                  <a:lnTo>
                    <a:pt x="289331" y="854567"/>
                  </a:lnTo>
                  <a:lnTo>
                    <a:pt x="290403" y="855894"/>
                  </a:lnTo>
                  <a:lnTo>
                    <a:pt x="291474" y="857218"/>
                  </a:lnTo>
                  <a:lnTo>
                    <a:pt x="292546" y="858540"/>
                  </a:lnTo>
                  <a:lnTo>
                    <a:pt x="293618" y="859860"/>
                  </a:lnTo>
                  <a:lnTo>
                    <a:pt x="294689" y="861177"/>
                  </a:lnTo>
                  <a:lnTo>
                    <a:pt x="295761" y="862492"/>
                  </a:lnTo>
                  <a:lnTo>
                    <a:pt x="296832" y="863805"/>
                  </a:lnTo>
                  <a:lnTo>
                    <a:pt x="297904" y="865115"/>
                  </a:lnTo>
                  <a:lnTo>
                    <a:pt x="298976" y="866424"/>
                  </a:lnTo>
                  <a:lnTo>
                    <a:pt x="300047" y="867729"/>
                  </a:lnTo>
                  <a:lnTo>
                    <a:pt x="301119" y="869033"/>
                  </a:lnTo>
                  <a:lnTo>
                    <a:pt x="302190" y="870334"/>
                  </a:lnTo>
                  <a:lnTo>
                    <a:pt x="303262" y="871632"/>
                  </a:lnTo>
                  <a:lnTo>
                    <a:pt x="304334" y="872929"/>
                  </a:lnTo>
                  <a:lnTo>
                    <a:pt x="305405" y="874223"/>
                  </a:lnTo>
                  <a:lnTo>
                    <a:pt x="306477" y="875514"/>
                  </a:lnTo>
                  <a:lnTo>
                    <a:pt x="307548" y="876804"/>
                  </a:lnTo>
                  <a:lnTo>
                    <a:pt x="308620" y="878090"/>
                  </a:lnTo>
                  <a:lnTo>
                    <a:pt x="309692" y="879375"/>
                  </a:lnTo>
                  <a:lnTo>
                    <a:pt x="310763" y="880657"/>
                  </a:lnTo>
                  <a:lnTo>
                    <a:pt x="311835" y="881937"/>
                  </a:lnTo>
                  <a:lnTo>
                    <a:pt x="312906" y="883214"/>
                  </a:lnTo>
                  <a:lnTo>
                    <a:pt x="313978" y="884490"/>
                  </a:lnTo>
                  <a:lnTo>
                    <a:pt x="315050" y="885762"/>
                  </a:lnTo>
                  <a:lnTo>
                    <a:pt x="316121" y="887033"/>
                  </a:lnTo>
                  <a:lnTo>
                    <a:pt x="317193" y="888301"/>
                  </a:lnTo>
                  <a:lnTo>
                    <a:pt x="318264" y="889566"/>
                  </a:lnTo>
                  <a:lnTo>
                    <a:pt x="319336" y="890829"/>
                  </a:lnTo>
                  <a:lnTo>
                    <a:pt x="320408" y="892090"/>
                  </a:lnTo>
                  <a:lnTo>
                    <a:pt x="321479" y="893349"/>
                  </a:lnTo>
                  <a:lnTo>
                    <a:pt x="322551" y="894605"/>
                  </a:lnTo>
                  <a:lnTo>
                    <a:pt x="323622" y="895858"/>
                  </a:lnTo>
                  <a:lnTo>
                    <a:pt x="324694" y="897110"/>
                  </a:lnTo>
                  <a:lnTo>
                    <a:pt x="325766" y="898359"/>
                  </a:lnTo>
                  <a:lnTo>
                    <a:pt x="326837" y="899605"/>
                  </a:lnTo>
                  <a:lnTo>
                    <a:pt x="327909" y="900849"/>
                  </a:lnTo>
                  <a:lnTo>
                    <a:pt x="328980" y="902091"/>
                  </a:lnTo>
                  <a:lnTo>
                    <a:pt x="330052" y="903330"/>
                  </a:lnTo>
                  <a:lnTo>
                    <a:pt x="331124" y="904567"/>
                  </a:lnTo>
                  <a:lnTo>
                    <a:pt x="332195" y="905802"/>
                  </a:lnTo>
                  <a:lnTo>
                    <a:pt x="333267" y="907034"/>
                  </a:lnTo>
                  <a:lnTo>
                    <a:pt x="334338" y="908264"/>
                  </a:lnTo>
                  <a:lnTo>
                    <a:pt x="335410" y="909491"/>
                  </a:lnTo>
                  <a:lnTo>
                    <a:pt x="336482" y="910716"/>
                  </a:lnTo>
                  <a:lnTo>
                    <a:pt x="337553" y="911938"/>
                  </a:lnTo>
                  <a:lnTo>
                    <a:pt x="338625" y="913158"/>
                  </a:lnTo>
                  <a:lnTo>
                    <a:pt x="339696" y="914376"/>
                  </a:lnTo>
                  <a:lnTo>
                    <a:pt x="340768" y="915591"/>
                  </a:lnTo>
                  <a:lnTo>
                    <a:pt x="341840" y="916804"/>
                  </a:lnTo>
                  <a:lnTo>
                    <a:pt x="342911" y="918014"/>
                  </a:lnTo>
                  <a:lnTo>
                    <a:pt x="343983" y="919222"/>
                  </a:lnTo>
                  <a:lnTo>
                    <a:pt x="345054" y="920428"/>
                  </a:lnTo>
                  <a:lnTo>
                    <a:pt x="346126" y="921631"/>
                  </a:lnTo>
                  <a:lnTo>
                    <a:pt x="347198" y="922831"/>
                  </a:lnTo>
                  <a:lnTo>
                    <a:pt x="348269" y="924030"/>
                  </a:lnTo>
                  <a:lnTo>
                    <a:pt x="349341" y="925225"/>
                  </a:lnTo>
                  <a:lnTo>
                    <a:pt x="350412" y="926419"/>
                  </a:lnTo>
                  <a:lnTo>
                    <a:pt x="351484" y="927610"/>
                  </a:lnTo>
                  <a:lnTo>
                    <a:pt x="352556" y="928798"/>
                  </a:lnTo>
                  <a:lnTo>
                    <a:pt x="353627" y="929984"/>
                  </a:lnTo>
                  <a:lnTo>
                    <a:pt x="354699" y="931167"/>
                  </a:lnTo>
                  <a:lnTo>
                    <a:pt x="355770" y="932348"/>
                  </a:lnTo>
                  <a:lnTo>
                    <a:pt x="356842" y="933527"/>
                  </a:lnTo>
                  <a:lnTo>
                    <a:pt x="357913" y="934703"/>
                  </a:lnTo>
                  <a:lnTo>
                    <a:pt x="358985" y="935877"/>
                  </a:lnTo>
                  <a:lnTo>
                    <a:pt x="360057" y="937048"/>
                  </a:lnTo>
                  <a:lnTo>
                    <a:pt x="361128" y="938216"/>
                  </a:lnTo>
                  <a:lnTo>
                    <a:pt x="362200" y="939383"/>
                  </a:lnTo>
                  <a:lnTo>
                    <a:pt x="363271" y="940546"/>
                  </a:lnTo>
                  <a:lnTo>
                    <a:pt x="364343" y="941707"/>
                  </a:lnTo>
                  <a:lnTo>
                    <a:pt x="365415" y="942866"/>
                  </a:lnTo>
                  <a:lnTo>
                    <a:pt x="366486" y="944022"/>
                  </a:lnTo>
                  <a:lnTo>
                    <a:pt x="367558" y="945176"/>
                  </a:lnTo>
                  <a:lnTo>
                    <a:pt x="368629" y="946327"/>
                  </a:lnTo>
                  <a:lnTo>
                    <a:pt x="369701" y="947476"/>
                  </a:lnTo>
                  <a:lnTo>
                    <a:pt x="370773" y="948622"/>
                  </a:lnTo>
                  <a:lnTo>
                    <a:pt x="371844" y="949766"/>
                  </a:lnTo>
                  <a:lnTo>
                    <a:pt x="372916" y="950907"/>
                  </a:lnTo>
                  <a:lnTo>
                    <a:pt x="373987" y="952046"/>
                  </a:lnTo>
                  <a:lnTo>
                    <a:pt x="375059" y="953182"/>
                  </a:lnTo>
                  <a:lnTo>
                    <a:pt x="376131" y="954316"/>
                  </a:lnTo>
                  <a:lnTo>
                    <a:pt x="377202" y="955447"/>
                  </a:lnTo>
                  <a:lnTo>
                    <a:pt x="378274" y="956576"/>
                  </a:lnTo>
                  <a:lnTo>
                    <a:pt x="379345" y="957702"/>
                  </a:lnTo>
                  <a:lnTo>
                    <a:pt x="380417" y="958826"/>
                  </a:lnTo>
                  <a:lnTo>
                    <a:pt x="381489" y="959947"/>
                  </a:lnTo>
                  <a:lnTo>
                    <a:pt x="382560" y="961065"/>
                  </a:lnTo>
                  <a:lnTo>
                    <a:pt x="383632" y="962181"/>
                  </a:lnTo>
                  <a:lnTo>
                    <a:pt x="384703" y="963295"/>
                  </a:lnTo>
                  <a:lnTo>
                    <a:pt x="385775" y="964406"/>
                  </a:lnTo>
                  <a:lnTo>
                    <a:pt x="386847" y="965514"/>
                  </a:lnTo>
                  <a:lnTo>
                    <a:pt x="387918" y="966620"/>
                  </a:lnTo>
                  <a:lnTo>
                    <a:pt x="388990" y="967723"/>
                  </a:lnTo>
                  <a:lnTo>
                    <a:pt x="390061" y="968824"/>
                  </a:lnTo>
                  <a:lnTo>
                    <a:pt x="391133" y="969922"/>
                  </a:lnTo>
                  <a:lnTo>
                    <a:pt x="392205" y="971017"/>
                  </a:lnTo>
                  <a:lnTo>
                    <a:pt x="393276" y="972110"/>
                  </a:lnTo>
                  <a:lnTo>
                    <a:pt x="394348" y="973200"/>
                  </a:lnTo>
                  <a:lnTo>
                    <a:pt x="395419" y="974288"/>
                  </a:lnTo>
                  <a:lnTo>
                    <a:pt x="396491" y="975373"/>
                  </a:lnTo>
                  <a:lnTo>
                    <a:pt x="397563" y="976456"/>
                  </a:lnTo>
                  <a:lnTo>
                    <a:pt x="398634" y="977536"/>
                  </a:lnTo>
                  <a:lnTo>
                    <a:pt x="399706" y="978614"/>
                  </a:lnTo>
                  <a:lnTo>
                    <a:pt x="400777" y="979688"/>
                  </a:lnTo>
                  <a:lnTo>
                    <a:pt x="401849" y="980761"/>
                  </a:lnTo>
                  <a:lnTo>
                    <a:pt x="402921" y="981830"/>
                  </a:lnTo>
                  <a:lnTo>
                    <a:pt x="403992" y="982897"/>
                  </a:lnTo>
                  <a:lnTo>
                    <a:pt x="405064" y="983962"/>
                  </a:lnTo>
                  <a:lnTo>
                    <a:pt x="406135" y="985023"/>
                  </a:lnTo>
                  <a:lnTo>
                    <a:pt x="407207" y="986083"/>
                  </a:lnTo>
                  <a:lnTo>
                    <a:pt x="408279" y="987139"/>
                  </a:lnTo>
                  <a:lnTo>
                    <a:pt x="409350" y="988193"/>
                  </a:lnTo>
                  <a:lnTo>
                    <a:pt x="410422" y="989244"/>
                  </a:lnTo>
                  <a:lnTo>
                    <a:pt x="411493" y="990293"/>
                  </a:lnTo>
                  <a:lnTo>
                    <a:pt x="412565" y="991338"/>
                  </a:lnTo>
                  <a:lnTo>
                    <a:pt x="413637" y="992382"/>
                  </a:lnTo>
                  <a:lnTo>
                    <a:pt x="414708" y="993422"/>
                  </a:lnTo>
                  <a:lnTo>
                    <a:pt x="415780" y="994460"/>
                  </a:lnTo>
                  <a:lnTo>
                    <a:pt x="416851" y="995495"/>
                  </a:lnTo>
                  <a:lnTo>
                    <a:pt x="417923" y="996527"/>
                  </a:lnTo>
                  <a:lnTo>
                    <a:pt x="418995" y="997557"/>
                  </a:lnTo>
                  <a:lnTo>
                    <a:pt x="420066" y="998583"/>
                  </a:lnTo>
                  <a:lnTo>
                    <a:pt x="421138" y="999608"/>
                  </a:lnTo>
                  <a:lnTo>
                    <a:pt x="422209" y="1000629"/>
                  </a:lnTo>
                  <a:lnTo>
                    <a:pt x="423281" y="1001647"/>
                  </a:lnTo>
                  <a:lnTo>
                    <a:pt x="424353" y="1002663"/>
                  </a:lnTo>
                  <a:lnTo>
                    <a:pt x="425424" y="1003676"/>
                  </a:lnTo>
                  <a:lnTo>
                    <a:pt x="426496" y="1004686"/>
                  </a:lnTo>
                  <a:lnTo>
                    <a:pt x="427567" y="1005694"/>
                  </a:lnTo>
                  <a:lnTo>
                    <a:pt x="428639" y="1006698"/>
                  </a:lnTo>
                  <a:lnTo>
                    <a:pt x="429711" y="1007700"/>
                  </a:lnTo>
                  <a:lnTo>
                    <a:pt x="430782" y="1008699"/>
                  </a:lnTo>
                  <a:lnTo>
                    <a:pt x="431854" y="1009695"/>
                  </a:lnTo>
                  <a:lnTo>
                    <a:pt x="432925" y="1010689"/>
                  </a:lnTo>
                  <a:lnTo>
                    <a:pt x="433997" y="1011679"/>
                  </a:lnTo>
                  <a:lnTo>
                    <a:pt x="435069" y="1012667"/>
                  </a:lnTo>
                  <a:lnTo>
                    <a:pt x="436140" y="1013651"/>
                  </a:lnTo>
                  <a:lnTo>
                    <a:pt x="437212" y="1014633"/>
                  </a:lnTo>
                  <a:lnTo>
                    <a:pt x="438283" y="1015612"/>
                  </a:lnTo>
                  <a:lnTo>
                    <a:pt x="439355" y="1016588"/>
                  </a:lnTo>
                  <a:lnTo>
                    <a:pt x="440427" y="1017561"/>
                  </a:lnTo>
                  <a:lnTo>
                    <a:pt x="441498" y="1018532"/>
                  </a:lnTo>
                  <a:lnTo>
                    <a:pt x="442570" y="1019499"/>
                  </a:lnTo>
                  <a:lnTo>
                    <a:pt x="443641" y="1020463"/>
                  </a:lnTo>
                  <a:lnTo>
                    <a:pt x="444713" y="1021425"/>
                  </a:lnTo>
                  <a:lnTo>
                    <a:pt x="445785" y="1022383"/>
                  </a:lnTo>
                  <a:lnTo>
                    <a:pt x="446856" y="1023339"/>
                  </a:lnTo>
                  <a:lnTo>
                    <a:pt x="447928" y="1024292"/>
                  </a:lnTo>
                  <a:lnTo>
                    <a:pt x="448999" y="1025241"/>
                  </a:lnTo>
                  <a:lnTo>
                    <a:pt x="450071" y="1026188"/>
                  </a:lnTo>
                  <a:lnTo>
                    <a:pt x="451143" y="1027132"/>
                  </a:lnTo>
                  <a:lnTo>
                    <a:pt x="452214" y="1028072"/>
                  </a:lnTo>
                  <a:lnTo>
                    <a:pt x="453286" y="1029010"/>
                  </a:lnTo>
                  <a:lnTo>
                    <a:pt x="454357" y="1029945"/>
                  </a:lnTo>
                  <a:lnTo>
                    <a:pt x="455429" y="1030877"/>
                  </a:lnTo>
                  <a:lnTo>
                    <a:pt x="456501" y="1031805"/>
                  </a:lnTo>
                  <a:lnTo>
                    <a:pt x="457572" y="1032731"/>
                  </a:lnTo>
                  <a:lnTo>
                    <a:pt x="458644" y="1033654"/>
                  </a:lnTo>
                  <a:lnTo>
                    <a:pt x="459715" y="1034573"/>
                  </a:lnTo>
                  <a:lnTo>
                    <a:pt x="460787" y="1035490"/>
                  </a:lnTo>
                  <a:lnTo>
                    <a:pt x="461859" y="1036403"/>
                  </a:lnTo>
                  <a:lnTo>
                    <a:pt x="462930" y="1037314"/>
                  </a:lnTo>
                  <a:lnTo>
                    <a:pt x="464002" y="1038221"/>
                  </a:lnTo>
                  <a:lnTo>
                    <a:pt x="465073" y="1039125"/>
                  </a:lnTo>
                  <a:lnTo>
                    <a:pt x="466145" y="1040027"/>
                  </a:lnTo>
                  <a:lnTo>
                    <a:pt x="467217" y="1040925"/>
                  </a:lnTo>
                  <a:lnTo>
                    <a:pt x="468288" y="1041820"/>
                  </a:lnTo>
                  <a:lnTo>
                    <a:pt x="469360" y="1042712"/>
                  </a:lnTo>
                  <a:lnTo>
                    <a:pt x="470431" y="1043601"/>
                  </a:lnTo>
                  <a:lnTo>
                    <a:pt x="471503" y="1044486"/>
                  </a:lnTo>
                  <a:lnTo>
                    <a:pt x="472575" y="1045369"/>
                  </a:lnTo>
                  <a:lnTo>
                    <a:pt x="473646" y="1046248"/>
                  </a:lnTo>
                  <a:lnTo>
                    <a:pt x="474718" y="1047125"/>
                  </a:lnTo>
                  <a:lnTo>
                    <a:pt x="475789" y="1047998"/>
                  </a:lnTo>
                  <a:lnTo>
                    <a:pt x="476861" y="1048868"/>
                  </a:lnTo>
                  <a:lnTo>
                    <a:pt x="477933" y="1049735"/>
                  </a:lnTo>
                  <a:lnTo>
                    <a:pt x="479004" y="1050599"/>
                  </a:lnTo>
                  <a:lnTo>
                    <a:pt x="480076" y="1051459"/>
                  </a:lnTo>
                  <a:lnTo>
                    <a:pt x="481147" y="1052316"/>
                  </a:lnTo>
                  <a:lnTo>
                    <a:pt x="482219" y="1053171"/>
                  </a:lnTo>
                  <a:lnTo>
                    <a:pt x="483291" y="1054022"/>
                  </a:lnTo>
                  <a:lnTo>
                    <a:pt x="484362" y="1054869"/>
                  </a:lnTo>
                  <a:lnTo>
                    <a:pt x="485434" y="1055714"/>
                  </a:lnTo>
                  <a:lnTo>
                    <a:pt x="486505" y="1056555"/>
                  </a:lnTo>
                  <a:lnTo>
                    <a:pt x="487577" y="1057394"/>
                  </a:lnTo>
                  <a:lnTo>
                    <a:pt x="488649" y="1058229"/>
                  </a:lnTo>
                  <a:lnTo>
                    <a:pt x="489720" y="1059060"/>
                  </a:lnTo>
                  <a:lnTo>
                    <a:pt x="490792" y="1059889"/>
                  </a:lnTo>
                  <a:lnTo>
                    <a:pt x="491863" y="1060714"/>
                  </a:lnTo>
                  <a:lnTo>
                    <a:pt x="492935" y="1061536"/>
                  </a:lnTo>
                  <a:lnTo>
                    <a:pt x="494007" y="1062355"/>
                  </a:lnTo>
                  <a:lnTo>
                    <a:pt x="495078" y="1063170"/>
                  </a:lnTo>
                  <a:lnTo>
                    <a:pt x="496150" y="1063983"/>
                  </a:lnTo>
                  <a:lnTo>
                    <a:pt x="497221" y="1064792"/>
                  </a:lnTo>
                  <a:lnTo>
                    <a:pt x="498293" y="1065597"/>
                  </a:lnTo>
                  <a:lnTo>
                    <a:pt x="499365" y="1066400"/>
                  </a:lnTo>
                  <a:lnTo>
                    <a:pt x="500436" y="1067199"/>
                  </a:lnTo>
                  <a:lnTo>
                    <a:pt x="501508" y="1067995"/>
                  </a:lnTo>
                  <a:lnTo>
                    <a:pt x="502579" y="1068788"/>
                  </a:lnTo>
                  <a:lnTo>
                    <a:pt x="503651" y="1069577"/>
                  </a:lnTo>
                  <a:lnTo>
                    <a:pt x="504723" y="1070363"/>
                  </a:lnTo>
                  <a:lnTo>
                    <a:pt x="505794" y="1071146"/>
                  </a:lnTo>
                  <a:lnTo>
                    <a:pt x="506866" y="1071925"/>
                  </a:lnTo>
                  <a:lnTo>
                    <a:pt x="507937" y="1072701"/>
                  </a:lnTo>
                  <a:lnTo>
                    <a:pt x="509009" y="1073474"/>
                  </a:lnTo>
                  <a:lnTo>
                    <a:pt x="510081" y="1074243"/>
                  </a:lnTo>
                  <a:lnTo>
                    <a:pt x="511152" y="1075009"/>
                  </a:lnTo>
                  <a:lnTo>
                    <a:pt x="512224" y="1075772"/>
                  </a:lnTo>
                  <a:lnTo>
                    <a:pt x="513295" y="1076531"/>
                  </a:lnTo>
                  <a:lnTo>
                    <a:pt x="514367" y="1077287"/>
                  </a:lnTo>
                  <a:lnTo>
                    <a:pt x="515439" y="1078040"/>
                  </a:lnTo>
                  <a:lnTo>
                    <a:pt x="516510" y="1078789"/>
                  </a:lnTo>
                  <a:lnTo>
                    <a:pt x="517582" y="1079535"/>
                  </a:lnTo>
                  <a:lnTo>
                    <a:pt x="518653" y="1080278"/>
                  </a:lnTo>
                  <a:lnTo>
                    <a:pt x="519725" y="1081017"/>
                  </a:lnTo>
                  <a:lnTo>
                    <a:pt x="520797" y="1081753"/>
                  </a:lnTo>
                  <a:lnTo>
                    <a:pt x="521868" y="1082486"/>
                  </a:lnTo>
                  <a:lnTo>
                    <a:pt x="522940" y="1083215"/>
                  </a:lnTo>
                  <a:lnTo>
                    <a:pt x="524011" y="1083940"/>
                  </a:lnTo>
                  <a:lnTo>
                    <a:pt x="525083" y="1084663"/>
                  </a:lnTo>
                  <a:lnTo>
                    <a:pt x="526155" y="1085382"/>
                  </a:lnTo>
                  <a:lnTo>
                    <a:pt x="527226" y="1086097"/>
                  </a:lnTo>
                  <a:lnTo>
                    <a:pt x="528298" y="1086809"/>
                  </a:lnTo>
                  <a:lnTo>
                    <a:pt x="529369" y="1087518"/>
                  </a:lnTo>
                  <a:lnTo>
                    <a:pt x="530441" y="1088223"/>
                  </a:lnTo>
                  <a:lnTo>
                    <a:pt x="531513" y="1088925"/>
                  </a:lnTo>
                  <a:lnTo>
                    <a:pt x="532584" y="1089624"/>
                  </a:lnTo>
                  <a:lnTo>
                    <a:pt x="533656" y="1090319"/>
                  </a:lnTo>
                  <a:lnTo>
                    <a:pt x="534727" y="1091010"/>
                  </a:lnTo>
                  <a:lnTo>
                    <a:pt x="535799" y="1091699"/>
                  </a:lnTo>
                  <a:lnTo>
                    <a:pt x="536870" y="1092383"/>
                  </a:lnTo>
                  <a:lnTo>
                    <a:pt x="537942" y="1093065"/>
                  </a:lnTo>
                  <a:lnTo>
                    <a:pt x="539014" y="1093743"/>
                  </a:lnTo>
                  <a:lnTo>
                    <a:pt x="540085" y="1094417"/>
                  </a:lnTo>
                  <a:lnTo>
                    <a:pt x="541157" y="1095088"/>
                  </a:lnTo>
                  <a:lnTo>
                    <a:pt x="542228" y="1095756"/>
                  </a:lnTo>
                  <a:lnTo>
                    <a:pt x="543300" y="1096420"/>
                  </a:lnTo>
                  <a:lnTo>
                    <a:pt x="544372" y="1097080"/>
                  </a:lnTo>
                  <a:lnTo>
                    <a:pt x="545443" y="1097737"/>
                  </a:lnTo>
                  <a:lnTo>
                    <a:pt x="546515" y="1098391"/>
                  </a:lnTo>
                  <a:lnTo>
                    <a:pt x="547586" y="1099041"/>
                  </a:lnTo>
                  <a:lnTo>
                    <a:pt x="548658" y="1099688"/>
                  </a:lnTo>
                  <a:lnTo>
                    <a:pt x="549730" y="1100332"/>
                  </a:lnTo>
                  <a:lnTo>
                    <a:pt x="550801" y="1100972"/>
                  </a:lnTo>
                  <a:lnTo>
                    <a:pt x="551873" y="1101608"/>
                  </a:lnTo>
                  <a:lnTo>
                    <a:pt x="552944" y="1102241"/>
                  </a:lnTo>
                  <a:lnTo>
                    <a:pt x="554016" y="1102870"/>
                  </a:lnTo>
                  <a:lnTo>
                    <a:pt x="555088" y="1103496"/>
                  </a:lnTo>
                  <a:lnTo>
                    <a:pt x="556159" y="1104119"/>
                  </a:lnTo>
                  <a:lnTo>
                    <a:pt x="557231" y="1104738"/>
                  </a:lnTo>
                  <a:lnTo>
                    <a:pt x="558302" y="1105353"/>
                  </a:lnTo>
                  <a:lnTo>
                    <a:pt x="559374" y="1105965"/>
                  </a:lnTo>
                  <a:lnTo>
                    <a:pt x="560446" y="1106574"/>
                  </a:lnTo>
                  <a:lnTo>
                    <a:pt x="561517" y="1107179"/>
                  </a:lnTo>
                  <a:lnTo>
                    <a:pt x="562589" y="1107781"/>
                  </a:lnTo>
                  <a:lnTo>
                    <a:pt x="563660" y="1108379"/>
                  </a:lnTo>
                  <a:lnTo>
                    <a:pt x="564732" y="1108973"/>
                  </a:lnTo>
                  <a:lnTo>
                    <a:pt x="565804" y="1109564"/>
                  </a:lnTo>
                  <a:lnTo>
                    <a:pt x="566875" y="1110152"/>
                  </a:lnTo>
                  <a:lnTo>
                    <a:pt x="567947" y="1110736"/>
                  </a:lnTo>
                  <a:lnTo>
                    <a:pt x="569018" y="1111317"/>
                  </a:lnTo>
                  <a:lnTo>
                    <a:pt x="570090" y="1111894"/>
                  </a:lnTo>
                  <a:lnTo>
                    <a:pt x="571162" y="1112467"/>
                  </a:lnTo>
                  <a:lnTo>
                    <a:pt x="572233" y="1113037"/>
                  </a:lnTo>
                  <a:lnTo>
                    <a:pt x="573305" y="1113604"/>
                  </a:lnTo>
                  <a:lnTo>
                    <a:pt x="574376" y="1114167"/>
                  </a:lnTo>
                  <a:lnTo>
                    <a:pt x="575448" y="1114727"/>
                  </a:lnTo>
                  <a:lnTo>
                    <a:pt x="576520" y="1115283"/>
                  </a:lnTo>
                  <a:lnTo>
                    <a:pt x="577591" y="1115835"/>
                  </a:lnTo>
                  <a:lnTo>
                    <a:pt x="578663" y="1116384"/>
                  </a:lnTo>
                  <a:lnTo>
                    <a:pt x="579734" y="1116930"/>
                  </a:lnTo>
                  <a:lnTo>
                    <a:pt x="580806" y="1117472"/>
                  </a:lnTo>
                  <a:lnTo>
                    <a:pt x="581878" y="1118010"/>
                  </a:lnTo>
                  <a:lnTo>
                    <a:pt x="582949" y="1118545"/>
                  </a:lnTo>
                  <a:lnTo>
                    <a:pt x="584021" y="1119077"/>
                  </a:lnTo>
                  <a:lnTo>
                    <a:pt x="585092" y="1119605"/>
                  </a:lnTo>
                  <a:lnTo>
                    <a:pt x="586164" y="1120129"/>
                  </a:lnTo>
                  <a:lnTo>
                    <a:pt x="587236" y="1120650"/>
                  </a:lnTo>
                  <a:lnTo>
                    <a:pt x="588307" y="1121168"/>
                  </a:lnTo>
                  <a:lnTo>
                    <a:pt x="589379" y="1121682"/>
                  </a:lnTo>
                  <a:lnTo>
                    <a:pt x="590450" y="1122192"/>
                  </a:lnTo>
                  <a:lnTo>
                    <a:pt x="591522" y="1122699"/>
                  </a:lnTo>
                  <a:lnTo>
                    <a:pt x="592594" y="1123203"/>
                  </a:lnTo>
                  <a:lnTo>
                    <a:pt x="593665" y="1123702"/>
                  </a:lnTo>
                  <a:lnTo>
                    <a:pt x="594737" y="1124199"/>
                  </a:lnTo>
                  <a:lnTo>
                    <a:pt x="595808" y="1124692"/>
                  </a:lnTo>
                  <a:lnTo>
                    <a:pt x="596880" y="1125181"/>
                  </a:lnTo>
                  <a:lnTo>
                    <a:pt x="597952" y="1125667"/>
                  </a:lnTo>
                  <a:lnTo>
                    <a:pt x="599023" y="1126150"/>
                  </a:lnTo>
                  <a:lnTo>
                    <a:pt x="600095" y="1126629"/>
                  </a:lnTo>
                  <a:lnTo>
                    <a:pt x="601166" y="1127104"/>
                  </a:lnTo>
                  <a:lnTo>
                    <a:pt x="602238" y="1127576"/>
                  </a:lnTo>
                  <a:lnTo>
                    <a:pt x="603310" y="1128044"/>
                  </a:lnTo>
                  <a:lnTo>
                    <a:pt x="604381" y="1128509"/>
                  </a:lnTo>
                  <a:lnTo>
                    <a:pt x="605453" y="1128971"/>
                  </a:lnTo>
                  <a:lnTo>
                    <a:pt x="606524" y="1129429"/>
                  </a:lnTo>
                  <a:lnTo>
                    <a:pt x="607596" y="1129883"/>
                  </a:lnTo>
                  <a:lnTo>
                    <a:pt x="608668" y="1130334"/>
                  </a:lnTo>
                  <a:lnTo>
                    <a:pt x="609739" y="1130782"/>
                  </a:lnTo>
                  <a:lnTo>
                    <a:pt x="610811" y="1131226"/>
                  </a:lnTo>
                  <a:lnTo>
                    <a:pt x="611882" y="1131666"/>
                  </a:lnTo>
                  <a:lnTo>
                    <a:pt x="612954" y="1132103"/>
                  </a:lnTo>
                  <a:lnTo>
                    <a:pt x="614026" y="1132537"/>
                  </a:lnTo>
                  <a:lnTo>
                    <a:pt x="615097" y="1132967"/>
                  </a:lnTo>
                  <a:lnTo>
                    <a:pt x="616169" y="1133393"/>
                  </a:lnTo>
                  <a:lnTo>
                    <a:pt x="617240" y="1133817"/>
                  </a:lnTo>
                  <a:lnTo>
                    <a:pt x="618312" y="1134236"/>
                  </a:lnTo>
                  <a:lnTo>
                    <a:pt x="619384" y="1134652"/>
                  </a:lnTo>
                  <a:lnTo>
                    <a:pt x="620455" y="1135065"/>
                  </a:lnTo>
                  <a:lnTo>
                    <a:pt x="621527" y="1135475"/>
                  </a:lnTo>
                  <a:lnTo>
                    <a:pt x="622598" y="1135880"/>
                  </a:lnTo>
                  <a:lnTo>
                    <a:pt x="623670" y="1136283"/>
                  </a:lnTo>
                  <a:lnTo>
                    <a:pt x="624742" y="1136682"/>
                  </a:lnTo>
                  <a:lnTo>
                    <a:pt x="625813" y="1137077"/>
                  </a:lnTo>
                  <a:lnTo>
                    <a:pt x="626885" y="1137469"/>
                  </a:lnTo>
                  <a:lnTo>
                    <a:pt x="627956" y="1137858"/>
                  </a:lnTo>
                  <a:lnTo>
                    <a:pt x="629028" y="1138243"/>
                  </a:lnTo>
                  <a:lnTo>
                    <a:pt x="630100" y="1138625"/>
                  </a:lnTo>
                  <a:lnTo>
                    <a:pt x="631171" y="1139003"/>
                  </a:lnTo>
                  <a:lnTo>
                    <a:pt x="632243" y="1139378"/>
                  </a:lnTo>
                  <a:lnTo>
                    <a:pt x="633314" y="1139749"/>
                  </a:lnTo>
                  <a:lnTo>
                    <a:pt x="634386" y="1140117"/>
                  </a:lnTo>
                  <a:lnTo>
                    <a:pt x="635458" y="1140482"/>
                  </a:lnTo>
                  <a:lnTo>
                    <a:pt x="636529" y="1140843"/>
                  </a:lnTo>
                  <a:lnTo>
                    <a:pt x="637601" y="1141201"/>
                  </a:lnTo>
                  <a:lnTo>
                    <a:pt x="638672" y="1141555"/>
                  </a:lnTo>
                  <a:lnTo>
                    <a:pt x="639744" y="1141906"/>
                  </a:lnTo>
                  <a:lnTo>
                    <a:pt x="640816" y="1142254"/>
                  </a:lnTo>
                  <a:lnTo>
                    <a:pt x="641887" y="1142598"/>
                  </a:lnTo>
                  <a:lnTo>
                    <a:pt x="642959" y="1142939"/>
                  </a:lnTo>
                  <a:lnTo>
                    <a:pt x="644030" y="1143277"/>
                  </a:lnTo>
                  <a:lnTo>
                    <a:pt x="645102" y="1143611"/>
                  </a:lnTo>
                  <a:lnTo>
                    <a:pt x="646174" y="1143941"/>
                  </a:lnTo>
                  <a:lnTo>
                    <a:pt x="647245" y="1144269"/>
                  </a:lnTo>
                  <a:lnTo>
                    <a:pt x="648317" y="1144593"/>
                  </a:lnTo>
                  <a:lnTo>
                    <a:pt x="649388" y="1144913"/>
                  </a:lnTo>
                  <a:lnTo>
                    <a:pt x="650460" y="1145231"/>
                  </a:lnTo>
                  <a:lnTo>
                    <a:pt x="651532" y="1145545"/>
                  </a:lnTo>
                  <a:lnTo>
                    <a:pt x="652603" y="1145855"/>
                  </a:lnTo>
                  <a:lnTo>
                    <a:pt x="653675" y="1146162"/>
                  </a:lnTo>
                  <a:lnTo>
                    <a:pt x="654746" y="1146466"/>
                  </a:lnTo>
                  <a:lnTo>
                    <a:pt x="655818" y="1146767"/>
                  </a:lnTo>
                  <a:lnTo>
                    <a:pt x="656890" y="1147064"/>
                  </a:lnTo>
                  <a:lnTo>
                    <a:pt x="657961" y="1147358"/>
                  </a:lnTo>
                  <a:lnTo>
                    <a:pt x="659033" y="1147649"/>
                  </a:lnTo>
                  <a:lnTo>
                    <a:pt x="660104" y="1147936"/>
                  </a:lnTo>
                  <a:lnTo>
                    <a:pt x="661176" y="1148220"/>
                  </a:lnTo>
                  <a:lnTo>
                    <a:pt x="662248" y="1148501"/>
                  </a:lnTo>
                  <a:lnTo>
                    <a:pt x="663319" y="1148779"/>
                  </a:lnTo>
                  <a:lnTo>
                    <a:pt x="664391" y="1149053"/>
                  </a:lnTo>
                  <a:lnTo>
                    <a:pt x="665462" y="1149324"/>
                  </a:lnTo>
                  <a:lnTo>
                    <a:pt x="666534" y="1149592"/>
                  </a:lnTo>
                  <a:lnTo>
                    <a:pt x="667606" y="1149856"/>
                  </a:lnTo>
                  <a:lnTo>
                    <a:pt x="668677" y="1150117"/>
                  </a:lnTo>
                  <a:lnTo>
                    <a:pt x="669749" y="1150375"/>
                  </a:lnTo>
                  <a:lnTo>
                    <a:pt x="670820" y="1150630"/>
                  </a:lnTo>
                  <a:lnTo>
                    <a:pt x="671892" y="1150881"/>
                  </a:lnTo>
                  <a:lnTo>
                    <a:pt x="672964" y="1151130"/>
                  </a:lnTo>
                  <a:lnTo>
                    <a:pt x="674035" y="1151375"/>
                  </a:lnTo>
                  <a:lnTo>
                    <a:pt x="675107" y="1151617"/>
                  </a:lnTo>
                  <a:lnTo>
                    <a:pt x="676178" y="1151855"/>
                  </a:lnTo>
                  <a:lnTo>
                    <a:pt x="677250" y="1152091"/>
                  </a:lnTo>
                  <a:lnTo>
                    <a:pt x="678322" y="1152323"/>
                  </a:lnTo>
                  <a:lnTo>
                    <a:pt x="679393" y="1152552"/>
                  </a:lnTo>
                  <a:lnTo>
                    <a:pt x="680465" y="1152778"/>
                  </a:lnTo>
                  <a:lnTo>
                    <a:pt x="681536" y="1153001"/>
                  </a:lnTo>
                  <a:lnTo>
                    <a:pt x="682608" y="1153220"/>
                  </a:lnTo>
                  <a:lnTo>
                    <a:pt x="683680" y="1153437"/>
                  </a:lnTo>
                  <a:lnTo>
                    <a:pt x="684751" y="1153650"/>
                  </a:lnTo>
                  <a:lnTo>
                    <a:pt x="685823" y="1153860"/>
                  </a:lnTo>
                  <a:lnTo>
                    <a:pt x="686894" y="1154067"/>
                  </a:lnTo>
                  <a:lnTo>
                    <a:pt x="687966" y="1154271"/>
                  </a:lnTo>
                  <a:lnTo>
                    <a:pt x="689038" y="1154472"/>
                  </a:lnTo>
                  <a:lnTo>
                    <a:pt x="690109" y="1154669"/>
                  </a:lnTo>
                  <a:lnTo>
                    <a:pt x="691181" y="1154864"/>
                  </a:lnTo>
                  <a:lnTo>
                    <a:pt x="692252" y="1155055"/>
                  </a:lnTo>
                  <a:lnTo>
                    <a:pt x="693324" y="1155244"/>
                  </a:lnTo>
                  <a:lnTo>
                    <a:pt x="694396" y="1155429"/>
                  </a:lnTo>
                  <a:lnTo>
                    <a:pt x="695467" y="1155611"/>
                  </a:lnTo>
                  <a:lnTo>
                    <a:pt x="696539" y="1155791"/>
                  </a:lnTo>
                  <a:lnTo>
                    <a:pt x="697610" y="1155967"/>
                  </a:lnTo>
                  <a:lnTo>
                    <a:pt x="698682" y="1156140"/>
                  </a:lnTo>
                  <a:lnTo>
                    <a:pt x="699754" y="1156310"/>
                  </a:lnTo>
                  <a:lnTo>
                    <a:pt x="700825" y="1156477"/>
                  </a:lnTo>
                  <a:lnTo>
                    <a:pt x="701897" y="1156641"/>
                  </a:lnTo>
                  <a:lnTo>
                    <a:pt x="702968" y="1156802"/>
                  </a:lnTo>
                  <a:lnTo>
                    <a:pt x="704040" y="1156961"/>
                  </a:lnTo>
                  <a:lnTo>
                    <a:pt x="705112" y="1157116"/>
                  </a:lnTo>
                  <a:lnTo>
                    <a:pt x="706183" y="1157268"/>
                  </a:lnTo>
                  <a:lnTo>
                    <a:pt x="707255" y="1157417"/>
                  </a:lnTo>
                  <a:lnTo>
                    <a:pt x="708326" y="1157563"/>
                  </a:lnTo>
                  <a:lnTo>
                    <a:pt x="709398" y="1157706"/>
                  </a:lnTo>
                  <a:lnTo>
                    <a:pt x="710469" y="1157847"/>
                  </a:lnTo>
                  <a:lnTo>
                    <a:pt x="711541" y="1157984"/>
                  </a:lnTo>
                  <a:lnTo>
                    <a:pt x="712613" y="1158119"/>
                  </a:lnTo>
                  <a:lnTo>
                    <a:pt x="713684" y="1158250"/>
                  </a:lnTo>
                  <a:lnTo>
                    <a:pt x="714756" y="1158379"/>
                  </a:lnTo>
                  <a:lnTo>
                    <a:pt x="715827" y="1158505"/>
                  </a:lnTo>
                  <a:lnTo>
                    <a:pt x="716899" y="1158628"/>
                  </a:lnTo>
                  <a:lnTo>
                    <a:pt x="717971" y="1158748"/>
                  </a:lnTo>
                  <a:lnTo>
                    <a:pt x="719042" y="1158865"/>
                  </a:lnTo>
                  <a:lnTo>
                    <a:pt x="720114" y="1158979"/>
                  </a:lnTo>
                  <a:lnTo>
                    <a:pt x="721185" y="1159091"/>
                  </a:lnTo>
                  <a:lnTo>
                    <a:pt x="722257" y="1159199"/>
                  </a:lnTo>
                  <a:lnTo>
                    <a:pt x="723329" y="1159305"/>
                  </a:lnTo>
                  <a:lnTo>
                    <a:pt x="724400" y="1159408"/>
                  </a:lnTo>
                  <a:lnTo>
                    <a:pt x="725472" y="1159508"/>
                  </a:lnTo>
                  <a:lnTo>
                    <a:pt x="726543" y="1159606"/>
                  </a:lnTo>
                  <a:lnTo>
                    <a:pt x="727615" y="1159700"/>
                  </a:lnTo>
                  <a:lnTo>
                    <a:pt x="728687" y="1159792"/>
                  </a:lnTo>
                  <a:lnTo>
                    <a:pt x="729758" y="1159881"/>
                  </a:lnTo>
                  <a:lnTo>
                    <a:pt x="730830" y="1159968"/>
                  </a:lnTo>
                  <a:lnTo>
                    <a:pt x="731901" y="1160051"/>
                  </a:lnTo>
                  <a:lnTo>
                    <a:pt x="732973" y="1160132"/>
                  </a:lnTo>
                  <a:lnTo>
                    <a:pt x="734045" y="1160211"/>
                  </a:lnTo>
                  <a:lnTo>
                    <a:pt x="735116" y="1160286"/>
                  </a:lnTo>
                  <a:lnTo>
                    <a:pt x="736188" y="1160359"/>
                  </a:lnTo>
                  <a:lnTo>
                    <a:pt x="737259" y="1160429"/>
                  </a:lnTo>
                  <a:lnTo>
                    <a:pt x="738331" y="1160496"/>
                  </a:lnTo>
                  <a:lnTo>
                    <a:pt x="739403" y="1160561"/>
                  </a:lnTo>
                  <a:lnTo>
                    <a:pt x="740474" y="1160623"/>
                  </a:lnTo>
                  <a:lnTo>
                    <a:pt x="741546" y="1160683"/>
                  </a:lnTo>
                  <a:lnTo>
                    <a:pt x="742617" y="1160740"/>
                  </a:lnTo>
                  <a:lnTo>
                    <a:pt x="743689" y="1160794"/>
                  </a:lnTo>
                  <a:lnTo>
                    <a:pt x="744761" y="1160845"/>
                  </a:lnTo>
                  <a:lnTo>
                    <a:pt x="745832" y="1160894"/>
                  </a:lnTo>
                  <a:lnTo>
                    <a:pt x="746904" y="1160941"/>
                  </a:lnTo>
                  <a:lnTo>
                    <a:pt x="747975" y="1160985"/>
                  </a:lnTo>
                  <a:lnTo>
                    <a:pt x="749047" y="1161026"/>
                  </a:lnTo>
                  <a:lnTo>
                    <a:pt x="750119" y="1161065"/>
                  </a:lnTo>
                  <a:lnTo>
                    <a:pt x="751190" y="1161101"/>
                  </a:lnTo>
                  <a:lnTo>
                    <a:pt x="752262" y="1161134"/>
                  </a:lnTo>
                  <a:lnTo>
                    <a:pt x="753333" y="1161166"/>
                  </a:lnTo>
                  <a:lnTo>
                    <a:pt x="754405" y="1161194"/>
                  </a:lnTo>
                  <a:lnTo>
                    <a:pt x="755477" y="1161220"/>
                  </a:lnTo>
                  <a:lnTo>
                    <a:pt x="756548" y="1161244"/>
                  </a:lnTo>
                  <a:lnTo>
                    <a:pt x="757620" y="1161265"/>
                  </a:lnTo>
                  <a:lnTo>
                    <a:pt x="758691" y="1161284"/>
                  </a:lnTo>
                  <a:lnTo>
                    <a:pt x="759763" y="1161300"/>
                  </a:lnTo>
                  <a:lnTo>
                    <a:pt x="760835" y="1161314"/>
                  </a:lnTo>
                  <a:lnTo>
                    <a:pt x="761906" y="1161325"/>
                  </a:lnTo>
                  <a:lnTo>
                    <a:pt x="762978" y="1161334"/>
                  </a:lnTo>
                  <a:lnTo>
                    <a:pt x="764049" y="1161341"/>
                  </a:lnTo>
                  <a:lnTo>
                    <a:pt x="765121" y="1161345"/>
                  </a:lnTo>
                  <a:lnTo>
                    <a:pt x="766193" y="1161347"/>
                  </a:lnTo>
                  <a:lnTo>
                    <a:pt x="767264" y="1161346"/>
                  </a:lnTo>
                  <a:lnTo>
                    <a:pt x="768336" y="1161343"/>
                  </a:lnTo>
                  <a:lnTo>
                    <a:pt x="769407" y="1161338"/>
                  </a:lnTo>
                  <a:lnTo>
                    <a:pt x="770479" y="1161331"/>
                  </a:lnTo>
                  <a:lnTo>
                    <a:pt x="771551" y="1161321"/>
                  </a:lnTo>
                  <a:lnTo>
                    <a:pt x="772622" y="1161308"/>
                  </a:lnTo>
                  <a:lnTo>
                    <a:pt x="773694" y="1161294"/>
                  </a:lnTo>
                  <a:lnTo>
                    <a:pt x="774765" y="1161277"/>
                  </a:lnTo>
                  <a:lnTo>
                    <a:pt x="775837" y="1161258"/>
                  </a:lnTo>
                  <a:lnTo>
                    <a:pt x="776909" y="1161237"/>
                  </a:lnTo>
                  <a:lnTo>
                    <a:pt x="777980" y="1161213"/>
                  </a:lnTo>
                  <a:lnTo>
                    <a:pt x="779052" y="1161187"/>
                  </a:lnTo>
                  <a:lnTo>
                    <a:pt x="780123" y="1161159"/>
                  </a:lnTo>
                  <a:lnTo>
                    <a:pt x="781195" y="1161129"/>
                  </a:lnTo>
                  <a:lnTo>
                    <a:pt x="782267" y="1161097"/>
                  </a:lnTo>
                  <a:lnTo>
                    <a:pt x="783338" y="1161062"/>
                  </a:lnTo>
                  <a:lnTo>
                    <a:pt x="784410" y="1161025"/>
                  </a:lnTo>
                  <a:lnTo>
                    <a:pt x="785481" y="1160986"/>
                  </a:lnTo>
                  <a:lnTo>
                    <a:pt x="786553" y="1160945"/>
                  </a:lnTo>
                  <a:lnTo>
                    <a:pt x="787625" y="1160902"/>
                  </a:lnTo>
                  <a:lnTo>
                    <a:pt x="788696" y="1160856"/>
                  </a:lnTo>
                  <a:lnTo>
                    <a:pt x="789768" y="1160809"/>
                  </a:lnTo>
                  <a:lnTo>
                    <a:pt x="790839" y="1160759"/>
                  </a:lnTo>
                  <a:lnTo>
                    <a:pt x="791911" y="1160707"/>
                  </a:lnTo>
                  <a:lnTo>
                    <a:pt x="792983" y="1160654"/>
                  </a:lnTo>
                  <a:lnTo>
                    <a:pt x="794054" y="1160598"/>
                  </a:lnTo>
                  <a:lnTo>
                    <a:pt x="795126" y="1160540"/>
                  </a:lnTo>
                  <a:lnTo>
                    <a:pt x="796197" y="1160480"/>
                  </a:lnTo>
                  <a:lnTo>
                    <a:pt x="797269" y="1160418"/>
                  </a:lnTo>
                  <a:lnTo>
                    <a:pt x="798341" y="1160354"/>
                  </a:lnTo>
                  <a:lnTo>
                    <a:pt x="799412" y="1160288"/>
                  </a:lnTo>
                  <a:lnTo>
                    <a:pt x="800484" y="1160220"/>
                  </a:lnTo>
                  <a:lnTo>
                    <a:pt x="801555" y="1160150"/>
                  </a:lnTo>
                  <a:lnTo>
                    <a:pt x="802627" y="1160078"/>
                  </a:lnTo>
                  <a:lnTo>
                    <a:pt x="803699" y="1160005"/>
                  </a:lnTo>
                  <a:lnTo>
                    <a:pt x="804770" y="1159929"/>
                  </a:lnTo>
                  <a:lnTo>
                    <a:pt x="805842" y="1159851"/>
                  </a:lnTo>
                  <a:lnTo>
                    <a:pt x="806913" y="1159772"/>
                  </a:lnTo>
                  <a:lnTo>
                    <a:pt x="807985" y="1159690"/>
                  </a:lnTo>
                  <a:lnTo>
                    <a:pt x="809057" y="1159607"/>
                  </a:lnTo>
                  <a:lnTo>
                    <a:pt x="810128" y="1159521"/>
                  </a:lnTo>
                  <a:lnTo>
                    <a:pt x="811200" y="1159434"/>
                  </a:lnTo>
                  <a:lnTo>
                    <a:pt x="812271" y="1159345"/>
                  </a:lnTo>
                  <a:lnTo>
                    <a:pt x="813343" y="1159254"/>
                  </a:lnTo>
                  <a:lnTo>
                    <a:pt x="814415" y="1159162"/>
                  </a:lnTo>
                  <a:lnTo>
                    <a:pt x="815486" y="1159067"/>
                  </a:lnTo>
                  <a:lnTo>
                    <a:pt x="816558" y="1158971"/>
                  </a:lnTo>
                  <a:lnTo>
                    <a:pt x="817629" y="1158873"/>
                  </a:lnTo>
                  <a:lnTo>
                    <a:pt x="818701" y="1158773"/>
                  </a:lnTo>
                  <a:lnTo>
                    <a:pt x="819773" y="1158672"/>
                  </a:lnTo>
                  <a:lnTo>
                    <a:pt x="820844" y="1158568"/>
                  </a:lnTo>
                  <a:lnTo>
                    <a:pt x="821916" y="1158463"/>
                  </a:lnTo>
                  <a:lnTo>
                    <a:pt x="822987" y="1158357"/>
                  </a:lnTo>
                  <a:lnTo>
                    <a:pt x="824059" y="1158248"/>
                  </a:lnTo>
                  <a:lnTo>
                    <a:pt x="825131" y="1158138"/>
                  </a:lnTo>
                  <a:lnTo>
                    <a:pt x="826202" y="1158026"/>
                  </a:lnTo>
                  <a:lnTo>
                    <a:pt x="827274" y="1157913"/>
                  </a:lnTo>
                  <a:lnTo>
                    <a:pt x="828345" y="1157797"/>
                  </a:lnTo>
                  <a:lnTo>
                    <a:pt x="829417" y="1157680"/>
                  </a:lnTo>
                  <a:lnTo>
                    <a:pt x="830489" y="1157562"/>
                  </a:lnTo>
                  <a:lnTo>
                    <a:pt x="831560" y="1157442"/>
                  </a:lnTo>
                  <a:lnTo>
                    <a:pt x="832632" y="1157320"/>
                  </a:lnTo>
                  <a:lnTo>
                    <a:pt x="833703" y="1157197"/>
                  </a:lnTo>
                  <a:lnTo>
                    <a:pt x="834775" y="1157072"/>
                  </a:lnTo>
                  <a:lnTo>
                    <a:pt x="835847" y="1156946"/>
                  </a:lnTo>
                  <a:lnTo>
                    <a:pt x="836918" y="1156818"/>
                  </a:lnTo>
                  <a:lnTo>
                    <a:pt x="837990" y="1156688"/>
                  </a:lnTo>
                  <a:lnTo>
                    <a:pt x="839061" y="1156557"/>
                  </a:lnTo>
                  <a:lnTo>
                    <a:pt x="840133" y="1156424"/>
                  </a:lnTo>
                  <a:lnTo>
                    <a:pt x="841205" y="1156290"/>
                  </a:lnTo>
                  <a:lnTo>
                    <a:pt x="842276" y="1156155"/>
                  </a:lnTo>
                  <a:lnTo>
                    <a:pt x="843348" y="1156018"/>
                  </a:lnTo>
                  <a:lnTo>
                    <a:pt x="844419" y="1155879"/>
                  </a:lnTo>
                  <a:lnTo>
                    <a:pt x="845491" y="1155739"/>
                  </a:lnTo>
                  <a:lnTo>
                    <a:pt x="846563" y="1155598"/>
                  </a:lnTo>
                  <a:lnTo>
                    <a:pt x="847634" y="1155455"/>
                  </a:lnTo>
                  <a:lnTo>
                    <a:pt x="848706" y="1155311"/>
                  </a:lnTo>
                  <a:lnTo>
                    <a:pt x="849777" y="1155165"/>
                  </a:lnTo>
                  <a:lnTo>
                    <a:pt x="850849" y="1155018"/>
                  </a:lnTo>
                  <a:lnTo>
                    <a:pt x="851921" y="1154870"/>
                  </a:lnTo>
                  <a:lnTo>
                    <a:pt x="852992" y="1154720"/>
                  </a:lnTo>
                  <a:lnTo>
                    <a:pt x="854064" y="1154569"/>
                  </a:lnTo>
                  <a:lnTo>
                    <a:pt x="855135" y="1154416"/>
                  </a:lnTo>
                  <a:lnTo>
                    <a:pt x="856207" y="1154262"/>
                  </a:lnTo>
                  <a:lnTo>
                    <a:pt x="857279" y="1154107"/>
                  </a:lnTo>
                  <a:lnTo>
                    <a:pt x="858350" y="1153951"/>
                  </a:lnTo>
                  <a:lnTo>
                    <a:pt x="859422" y="1153793"/>
                  </a:lnTo>
                  <a:lnTo>
                    <a:pt x="860493" y="1153634"/>
                  </a:lnTo>
                  <a:lnTo>
                    <a:pt x="861565" y="1153474"/>
                  </a:lnTo>
                  <a:lnTo>
                    <a:pt x="862637" y="1153312"/>
                  </a:lnTo>
                  <a:lnTo>
                    <a:pt x="863708" y="1153149"/>
                  </a:lnTo>
                  <a:lnTo>
                    <a:pt x="864780" y="1152985"/>
                  </a:lnTo>
                  <a:lnTo>
                    <a:pt x="865851" y="1152820"/>
                  </a:lnTo>
                  <a:lnTo>
                    <a:pt x="866923" y="1152654"/>
                  </a:lnTo>
                  <a:lnTo>
                    <a:pt x="867995" y="1152486"/>
                  </a:lnTo>
                  <a:lnTo>
                    <a:pt x="869066" y="1152318"/>
                  </a:lnTo>
                  <a:lnTo>
                    <a:pt x="870138" y="1152148"/>
                  </a:lnTo>
                  <a:lnTo>
                    <a:pt x="871209" y="1151977"/>
                  </a:lnTo>
                  <a:lnTo>
                    <a:pt x="872281" y="1151804"/>
                  </a:lnTo>
                  <a:lnTo>
                    <a:pt x="873353" y="1151631"/>
                  </a:lnTo>
                  <a:lnTo>
                    <a:pt x="874424" y="1151457"/>
                  </a:lnTo>
                  <a:lnTo>
                    <a:pt x="875496" y="1151281"/>
                  </a:lnTo>
                  <a:lnTo>
                    <a:pt x="876567" y="1151104"/>
                  </a:lnTo>
                  <a:lnTo>
                    <a:pt x="877639" y="1150927"/>
                  </a:lnTo>
                  <a:lnTo>
                    <a:pt x="878711" y="1150748"/>
                  </a:lnTo>
                  <a:lnTo>
                    <a:pt x="879782" y="1150568"/>
                  </a:lnTo>
                  <a:lnTo>
                    <a:pt x="880854" y="1150387"/>
                  </a:lnTo>
                  <a:lnTo>
                    <a:pt x="881925" y="1150206"/>
                  </a:lnTo>
                  <a:lnTo>
                    <a:pt x="882997" y="1150023"/>
                  </a:lnTo>
                  <a:lnTo>
                    <a:pt x="884069" y="1149839"/>
                  </a:lnTo>
                  <a:lnTo>
                    <a:pt x="885140" y="1149654"/>
                  </a:lnTo>
                  <a:lnTo>
                    <a:pt x="886212" y="1149468"/>
                  </a:lnTo>
                  <a:lnTo>
                    <a:pt x="887283" y="1149281"/>
                  </a:lnTo>
                  <a:lnTo>
                    <a:pt x="888355" y="1149093"/>
                  </a:lnTo>
                  <a:lnTo>
                    <a:pt x="889426" y="1148905"/>
                  </a:lnTo>
                  <a:lnTo>
                    <a:pt x="890498" y="1148715"/>
                  </a:lnTo>
                  <a:lnTo>
                    <a:pt x="891570" y="1148525"/>
                  </a:lnTo>
                  <a:lnTo>
                    <a:pt x="892641" y="1148333"/>
                  </a:lnTo>
                  <a:lnTo>
                    <a:pt x="893713" y="1148141"/>
                  </a:lnTo>
                  <a:lnTo>
                    <a:pt x="894784" y="1147948"/>
                  </a:lnTo>
                  <a:lnTo>
                    <a:pt x="895856" y="1147754"/>
                  </a:lnTo>
                  <a:lnTo>
                    <a:pt x="896928" y="1147559"/>
                  </a:lnTo>
                  <a:lnTo>
                    <a:pt x="897999" y="1147363"/>
                  </a:lnTo>
                  <a:lnTo>
                    <a:pt x="899071" y="1147166"/>
                  </a:lnTo>
                  <a:lnTo>
                    <a:pt x="900142" y="1146969"/>
                  </a:lnTo>
                  <a:lnTo>
                    <a:pt x="901214" y="1146771"/>
                  </a:lnTo>
                  <a:lnTo>
                    <a:pt x="902286" y="1146572"/>
                  </a:lnTo>
                  <a:lnTo>
                    <a:pt x="903357" y="1146372"/>
                  </a:lnTo>
                  <a:lnTo>
                    <a:pt x="904429" y="1146171"/>
                  </a:lnTo>
                  <a:lnTo>
                    <a:pt x="905500" y="1145970"/>
                  </a:lnTo>
                  <a:lnTo>
                    <a:pt x="906572" y="1145768"/>
                  </a:lnTo>
                  <a:lnTo>
                    <a:pt x="907644" y="1145565"/>
                  </a:lnTo>
                  <a:lnTo>
                    <a:pt x="908715" y="1145362"/>
                  </a:lnTo>
                  <a:lnTo>
                    <a:pt x="909787" y="1145158"/>
                  </a:lnTo>
                  <a:lnTo>
                    <a:pt x="910858" y="1144953"/>
                  </a:lnTo>
                  <a:lnTo>
                    <a:pt x="911930" y="1144747"/>
                  </a:lnTo>
                  <a:lnTo>
                    <a:pt x="913002" y="1144541"/>
                  </a:lnTo>
                  <a:lnTo>
                    <a:pt x="914073" y="1144334"/>
                  </a:lnTo>
                  <a:lnTo>
                    <a:pt x="915145" y="1144126"/>
                  </a:lnTo>
                  <a:lnTo>
                    <a:pt x="916216" y="1143918"/>
                  </a:lnTo>
                  <a:lnTo>
                    <a:pt x="917288" y="1143709"/>
                  </a:lnTo>
                  <a:lnTo>
                    <a:pt x="918360" y="1143500"/>
                  </a:lnTo>
                  <a:lnTo>
                    <a:pt x="919431" y="1143290"/>
                  </a:lnTo>
                  <a:lnTo>
                    <a:pt x="920503" y="1143079"/>
                  </a:lnTo>
                  <a:lnTo>
                    <a:pt x="921574" y="1142868"/>
                  </a:lnTo>
                  <a:lnTo>
                    <a:pt x="922646" y="1142656"/>
                  </a:lnTo>
                  <a:lnTo>
                    <a:pt x="923718" y="1142444"/>
                  </a:lnTo>
                  <a:lnTo>
                    <a:pt x="924789" y="1142231"/>
                  </a:lnTo>
                  <a:lnTo>
                    <a:pt x="925861" y="1142018"/>
                  </a:lnTo>
                  <a:lnTo>
                    <a:pt x="926932" y="1141804"/>
                  </a:lnTo>
                  <a:lnTo>
                    <a:pt x="928004" y="1141589"/>
                  </a:lnTo>
                  <a:lnTo>
                    <a:pt x="929076" y="1141375"/>
                  </a:lnTo>
                  <a:lnTo>
                    <a:pt x="930147" y="1141159"/>
                  </a:lnTo>
                  <a:lnTo>
                    <a:pt x="931219" y="1140943"/>
                  </a:lnTo>
                  <a:lnTo>
                    <a:pt x="932290" y="1140727"/>
                  </a:lnTo>
                  <a:lnTo>
                    <a:pt x="933362" y="1140510"/>
                  </a:lnTo>
                  <a:lnTo>
                    <a:pt x="934434" y="1140293"/>
                  </a:lnTo>
                  <a:lnTo>
                    <a:pt x="935505" y="1140075"/>
                  </a:lnTo>
                  <a:lnTo>
                    <a:pt x="936577" y="1139857"/>
                  </a:lnTo>
                  <a:lnTo>
                    <a:pt x="937648" y="1139639"/>
                  </a:lnTo>
                  <a:lnTo>
                    <a:pt x="938720" y="1139420"/>
                  </a:lnTo>
                  <a:lnTo>
                    <a:pt x="939792" y="1139201"/>
                  </a:lnTo>
                  <a:lnTo>
                    <a:pt x="940863" y="1138981"/>
                  </a:lnTo>
                  <a:lnTo>
                    <a:pt x="941935" y="1138761"/>
                  </a:lnTo>
                  <a:lnTo>
                    <a:pt x="943006" y="1138541"/>
                  </a:lnTo>
                  <a:lnTo>
                    <a:pt x="944078" y="1138320"/>
                  </a:lnTo>
                  <a:lnTo>
                    <a:pt x="945150" y="1138100"/>
                  </a:lnTo>
                  <a:lnTo>
                    <a:pt x="946221" y="1137878"/>
                  </a:lnTo>
                  <a:lnTo>
                    <a:pt x="947293" y="1137657"/>
                  </a:lnTo>
                  <a:lnTo>
                    <a:pt x="948364" y="1137435"/>
                  </a:lnTo>
                  <a:lnTo>
                    <a:pt x="949436" y="1137213"/>
                  </a:lnTo>
                  <a:lnTo>
                    <a:pt x="950508" y="1136990"/>
                  </a:lnTo>
                  <a:lnTo>
                    <a:pt x="951579" y="1136768"/>
                  </a:lnTo>
                  <a:lnTo>
                    <a:pt x="952651" y="1136545"/>
                  </a:lnTo>
                  <a:lnTo>
                    <a:pt x="953722" y="1136322"/>
                  </a:lnTo>
                  <a:lnTo>
                    <a:pt x="954794" y="1136099"/>
                  </a:lnTo>
                  <a:lnTo>
                    <a:pt x="955866" y="1135875"/>
                  </a:lnTo>
                  <a:lnTo>
                    <a:pt x="956937" y="1135651"/>
                  </a:lnTo>
                  <a:lnTo>
                    <a:pt x="958009" y="1135427"/>
                  </a:lnTo>
                  <a:lnTo>
                    <a:pt x="959080" y="1135203"/>
                  </a:lnTo>
                  <a:lnTo>
                    <a:pt x="960152" y="1134979"/>
                  </a:lnTo>
                  <a:lnTo>
                    <a:pt x="961224" y="1134755"/>
                  </a:lnTo>
                  <a:lnTo>
                    <a:pt x="962295" y="1134530"/>
                  </a:lnTo>
                  <a:lnTo>
                    <a:pt x="963367" y="1134305"/>
                  </a:lnTo>
                  <a:lnTo>
                    <a:pt x="964438" y="1134081"/>
                  </a:lnTo>
                  <a:lnTo>
                    <a:pt x="965510" y="1133856"/>
                  </a:lnTo>
                  <a:lnTo>
                    <a:pt x="966582" y="1133631"/>
                  </a:lnTo>
                  <a:lnTo>
                    <a:pt x="967653" y="1133405"/>
                  </a:lnTo>
                  <a:lnTo>
                    <a:pt x="968725" y="1133180"/>
                  </a:lnTo>
                  <a:lnTo>
                    <a:pt x="969796" y="1132955"/>
                  </a:lnTo>
                  <a:lnTo>
                    <a:pt x="970868" y="1132730"/>
                  </a:lnTo>
                  <a:lnTo>
                    <a:pt x="971940" y="1132504"/>
                  </a:lnTo>
                  <a:lnTo>
                    <a:pt x="973011" y="1132279"/>
                  </a:lnTo>
                  <a:lnTo>
                    <a:pt x="974083" y="1132053"/>
                  </a:lnTo>
                  <a:lnTo>
                    <a:pt x="975154" y="1131828"/>
                  </a:lnTo>
                  <a:lnTo>
                    <a:pt x="976226" y="1131603"/>
                  </a:lnTo>
                  <a:lnTo>
                    <a:pt x="977298" y="1131377"/>
                  </a:lnTo>
                  <a:lnTo>
                    <a:pt x="978369" y="1131152"/>
                  </a:lnTo>
                  <a:lnTo>
                    <a:pt x="979441" y="1130926"/>
                  </a:lnTo>
                  <a:lnTo>
                    <a:pt x="980512" y="1130701"/>
                  </a:lnTo>
                  <a:lnTo>
                    <a:pt x="981584" y="1130476"/>
                  </a:lnTo>
                  <a:lnTo>
                    <a:pt x="982656" y="1130250"/>
                  </a:lnTo>
                  <a:lnTo>
                    <a:pt x="983727" y="1130025"/>
                  </a:lnTo>
                  <a:lnTo>
                    <a:pt x="984799" y="1129800"/>
                  </a:lnTo>
                  <a:lnTo>
                    <a:pt x="985870" y="1129575"/>
                  </a:lnTo>
                  <a:lnTo>
                    <a:pt x="986942" y="1129350"/>
                  </a:lnTo>
                  <a:lnTo>
                    <a:pt x="988014" y="1129126"/>
                  </a:lnTo>
                  <a:lnTo>
                    <a:pt x="989085" y="1128901"/>
                  </a:lnTo>
                  <a:lnTo>
                    <a:pt x="990157" y="1128676"/>
                  </a:lnTo>
                  <a:lnTo>
                    <a:pt x="991228" y="1128452"/>
                  </a:lnTo>
                  <a:lnTo>
                    <a:pt x="992300" y="1128228"/>
                  </a:lnTo>
                  <a:lnTo>
                    <a:pt x="993372" y="1128004"/>
                  </a:lnTo>
                  <a:lnTo>
                    <a:pt x="994443" y="1127780"/>
                  </a:lnTo>
                  <a:lnTo>
                    <a:pt x="995515" y="1127556"/>
                  </a:lnTo>
                  <a:lnTo>
                    <a:pt x="996586" y="1127333"/>
                  </a:lnTo>
                  <a:lnTo>
                    <a:pt x="997658" y="1127109"/>
                  </a:lnTo>
                  <a:lnTo>
                    <a:pt x="998730" y="1126886"/>
                  </a:lnTo>
                  <a:lnTo>
                    <a:pt x="999801" y="1126663"/>
                  </a:lnTo>
                  <a:lnTo>
                    <a:pt x="1000873" y="1126441"/>
                  </a:lnTo>
                  <a:lnTo>
                    <a:pt x="1001944" y="1126218"/>
                  </a:lnTo>
                  <a:lnTo>
                    <a:pt x="1003016" y="1125996"/>
                  </a:lnTo>
                  <a:lnTo>
                    <a:pt x="1004088" y="1125774"/>
                  </a:lnTo>
                  <a:lnTo>
                    <a:pt x="1005159" y="1125553"/>
                  </a:lnTo>
                  <a:lnTo>
                    <a:pt x="1006231" y="1125332"/>
                  </a:lnTo>
                  <a:lnTo>
                    <a:pt x="1007302" y="1125111"/>
                  </a:lnTo>
                  <a:lnTo>
                    <a:pt x="1008374" y="1124890"/>
                  </a:lnTo>
                  <a:lnTo>
                    <a:pt x="1009446" y="1124670"/>
                  </a:lnTo>
                  <a:lnTo>
                    <a:pt x="1010517" y="1124450"/>
                  </a:lnTo>
                  <a:lnTo>
                    <a:pt x="1011589" y="1124230"/>
                  </a:lnTo>
                  <a:lnTo>
                    <a:pt x="1012660" y="1124010"/>
                  </a:lnTo>
                  <a:lnTo>
                    <a:pt x="1013732" y="1123791"/>
                  </a:lnTo>
                  <a:lnTo>
                    <a:pt x="1014804" y="1123573"/>
                  </a:lnTo>
                  <a:lnTo>
                    <a:pt x="1015875" y="1123355"/>
                  </a:lnTo>
                  <a:lnTo>
                    <a:pt x="1016947" y="1123137"/>
                  </a:lnTo>
                  <a:lnTo>
                    <a:pt x="1018018" y="1122919"/>
                  </a:lnTo>
                  <a:lnTo>
                    <a:pt x="1019090" y="1122702"/>
                  </a:lnTo>
                  <a:lnTo>
                    <a:pt x="1020162" y="1122485"/>
                  </a:lnTo>
                  <a:lnTo>
                    <a:pt x="1021233" y="1122269"/>
                  </a:lnTo>
                  <a:lnTo>
                    <a:pt x="1022305" y="1122053"/>
                  </a:lnTo>
                  <a:lnTo>
                    <a:pt x="1023376" y="1121838"/>
                  </a:lnTo>
                  <a:lnTo>
                    <a:pt x="1024448" y="1121623"/>
                  </a:lnTo>
                  <a:lnTo>
                    <a:pt x="1025520" y="1121409"/>
                  </a:lnTo>
                  <a:lnTo>
                    <a:pt x="1026591" y="1121195"/>
                  </a:lnTo>
                  <a:lnTo>
                    <a:pt x="1027663" y="1120981"/>
                  </a:lnTo>
                  <a:lnTo>
                    <a:pt x="1028734" y="1120768"/>
                  </a:lnTo>
                  <a:lnTo>
                    <a:pt x="1029806" y="1120556"/>
                  </a:lnTo>
                  <a:lnTo>
                    <a:pt x="1030878" y="1120344"/>
                  </a:lnTo>
                  <a:lnTo>
                    <a:pt x="1031949" y="1120132"/>
                  </a:lnTo>
                  <a:lnTo>
                    <a:pt x="1033021" y="1119921"/>
                  </a:lnTo>
                  <a:lnTo>
                    <a:pt x="1034092" y="1119711"/>
                  </a:lnTo>
                  <a:lnTo>
                    <a:pt x="1035164" y="1119501"/>
                  </a:lnTo>
                  <a:lnTo>
                    <a:pt x="1036236" y="1119292"/>
                  </a:lnTo>
                  <a:lnTo>
                    <a:pt x="1037307" y="1119083"/>
                  </a:lnTo>
                  <a:lnTo>
                    <a:pt x="1038379" y="1118875"/>
                  </a:lnTo>
                  <a:lnTo>
                    <a:pt x="1039450" y="1118667"/>
                  </a:lnTo>
                  <a:lnTo>
                    <a:pt x="1040522" y="1118460"/>
                  </a:lnTo>
                  <a:lnTo>
                    <a:pt x="1041594" y="1118254"/>
                  </a:lnTo>
                  <a:lnTo>
                    <a:pt x="1042665" y="1118048"/>
                  </a:lnTo>
                  <a:lnTo>
                    <a:pt x="1043737" y="1117843"/>
                  </a:lnTo>
                  <a:lnTo>
                    <a:pt x="1044808" y="1117639"/>
                  </a:lnTo>
                  <a:lnTo>
                    <a:pt x="1045880" y="1117435"/>
                  </a:lnTo>
                  <a:lnTo>
                    <a:pt x="1046952" y="1117232"/>
                  </a:lnTo>
                  <a:lnTo>
                    <a:pt x="1048023" y="1117029"/>
                  </a:lnTo>
                  <a:lnTo>
                    <a:pt x="1049095" y="1116827"/>
                  </a:lnTo>
                  <a:lnTo>
                    <a:pt x="1050166" y="1116626"/>
                  </a:lnTo>
                  <a:lnTo>
                    <a:pt x="1051238" y="1116426"/>
                  </a:lnTo>
                  <a:lnTo>
                    <a:pt x="1052310" y="1116226"/>
                  </a:lnTo>
                  <a:lnTo>
                    <a:pt x="1053381" y="1116027"/>
                  </a:lnTo>
                  <a:lnTo>
                    <a:pt x="1054453" y="1115828"/>
                  </a:lnTo>
                  <a:lnTo>
                    <a:pt x="1055524" y="1115631"/>
                  </a:lnTo>
                  <a:lnTo>
                    <a:pt x="1056596" y="1115434"/>
                  </a:lnTo>
                  <a:lnTo>
                    <a:pt x="1057668" y="1115237"/>
                  </a:lnTo>
                  <a:lnTo>
                    <a:pt x="1058739" y="1115042"/>
                  </a:lnTo>
                  <a:lnTo>
                    <a:pt x="1059811" y="1114847"/>
                  </a:lnTo>
                  <a:lnTo>
                    <a:pt x="1060882" y="1114653"/>
                  </a:lnTo>
                  <a:lnTo>
                    <a:pt x="1061954" y="1114460"/>
                  </a:lnTo>
                  <a:lnTo>
                    <a:pt x="1063026" y="1114268"/>
                  </a:lnTo>
                  <a:lnTo>
                    <a:pt x="1064097" y="1114076"/>
                  </a:lnTo>
                  <a:lnTo>
                    <a:pt x="1065169" y="1113885"/>
                  </a:lnTo>
                  <a:lnTo>
                    <a:pt x="1066240" y="1113696"/>
                  </a:lnTo>
                  <a:lnTo>
                    <a:pt x="1067312" y="1113506"/>
                  </a:lnTo>
                  <a:lnTo>
                    <a:pt x="1068383" y="1113318"/>
                  </a:lnTo>
                  <a:lnTo>
                    <a:pt x="1069455" y="1113131"/>
                  </a:lnTo>
                  <a:lnTo>
                    <a:pt x="1070527" y="1112944"/>
                  </a:lnTo>
                  <a:lnTo>
                    <a:pt x="1071598" y="1112758"/>
                  </a:lnTo>
                  <a:lnTo>
                    <a:pt x="1072670" y="1112573"/>
                  </a:lnTo>
                  <a:lnTo>
                    <a:pt x="1073741" y="1112389"/>
                  </a:lnTo>
                  <a:lnTo>
                    <a:pt x="1074813" y="1112206"/>
                  </a:lnTo>
                  <a:lnTo>
                    <a:pt x="1075885" y="1112024"/>
                  </a:lnTo>
                  <a:lnTo>
                    <a:pt x="1076956" y="1111842"/>
                  </a:lnTo>
                  <a:lnTo>
                    <a:pt x="1078028" y="1111662"/>
                  </a:lnTo>
                  <a:lnTo>
                    <a:pt x="1079099" y="1111482"/>
                  </a:lnTo>
                  <a:lnTo>
                    <a:pt x="1080171" y="1111304"/>
                  </a:lnTo>
                  <a:lnTo>
                    <a:pt x="1081243" y="1111126"/>
                  </a:lnTo>
                  <a:lnTo>
                    <a:pt x="1082314" y="1110949"/>
                  </a:lnTo>
                  <a:lnTo>
                    <a:pt x="1083386" y="1110774"/>
                  </a:lnTo>
                  <a:lnTo>
                    <a:pt x="1084457" y="1110599"/>
                  </a:lnTo>
                  <a:lnTo>
                    <a:pt x="1085529" y="1110425"/>
                  </a:lnTo>
                  <a:lnTo>
                    <a:pt x="1086601" y="1110252"/>
                  </a:lnTo>
                  <a:lnTo>
                    <a:pt x="1087672" y="1110080"/>
                  </a:lnTo>
                  <a:lnTo>
                    <a:pt x="1088744" y="1109909"/>
                  </a:lnTo>
                  <a:lnTo>
                    <a:pt x="1089815" y="1109739"/>
                  </a:lnTo>
                  <a:lnTo>
                    <a:pt x="1090887" y="1109570"/>
                  </a:lnTo>
                  <a:lnTo>
                    <a:pt x="1091959" y="1109402"/>
                  </a:lnTo>
                  <a:lnTo>
                    <a:pt x="1093030" y="1109235"/>
                  </a:lnTo>
                  <a:lnTo>
                    <a:pt x="1094102" y="1109069"/>
                  </a:lnTo>
                  <a:lnTo>
                    <a:pt x="1095173" y="1108905"/>
                  </a:lnTo>
                  <a:lnTo>
                    <a:pt x="1096245" y="1108741"/>
                  </a:lnTo>
                  <a:lnTo>
                    <a:pt x="1097317" y="1108578"/>
                  </a:lnTo>
                  <a:lnTo>
                    <a:pt x="1098388" y="1108416"/>
                  </a:lnTo>
                  <a:lnTo>
                    <a:pt x="1099460" y="1108256"/>
                  </a:lnTo>
                  <a:lnTo>
                    <a:pt x="1100531" y="1108096"/>
                  </a:lnTo>
                  <a:lnTo>
                    <a:pt x="1101603" y="1107938"/>
                  </a:lnTo>
                  <a:lnTo>
                    <a:pt x="1102675" y="1107780"/>
                  </a:lnTo>
                  <a:lnTo>
                    <a:pt x="1103746" y="1107624"/>
                  </a:lnTo>
                  <a:lnTo>
                    <a:pt x="1104818" y="1107469"/>
                  </a:lnTo>
                  <a:lnTo>
                    <a:pt x="1105889" y="1107315"/>
                  </a:lnTo>
                  <a:lnTo>
                    <a:pt x="1106961" y="1107162"/>
                  </a:lnTo>
                  <a:lnTo>
                    <a:pt x="1108033" y="1107010"/>
                  </a:lnTo>
                  <a:lnTo>
                    <a:pt x="1109104" y="1106860"/>
                  </a:lnTo>
                  <a:lnTo>
                    <a:pt x="1110176" y="1106710"/>
                  </a:lnTo>
                  <a:lnTo>
                    <a:pt x="1111247" y="1106562"/>
                  </a:lnTo>
                  <a:lnTo>
                    <a:pt x="1112319" y="1106415"/>
                  </a:lnTo>
                  <a:lnTo>
                    <a:pt x="1113391" y="1106269"/>
                  </a:lnTo>
                  <a:lnTo>
                    <a:pt x="1114462" y="1106124"/>
                  </a:lnTo>
                  <a:lnTo>
                    <a:pt x="1115534" y="1105980"/>
                  </a:lnTo>
                  <a:lnTo>
                    <a:pt x="1116605" y="1105838"/>
                  </a:lnTo>
                  <a:lnTo>
                    <a:pt x="1117677" y="1105697"/>
                  </a:lnTo>
                  <a:lnTo>
                    <a:pt x="1118749" y="1105557"/>
                  </a:lnTo>
                  <a:lnTo>
                    <a:pt x="1119820" y="1105418"/>
                  </a:lnTo>
                  <a:lnTo>
                    <a:pt x="1120892" y="1105280"/>
                  </a:lnTo>
                  <a:lnTo>
                    <a:pt x="1121963" y="1105144"/>
                  </a:lnTo>
                  <a:lnTo>
                    <a:pt x="1123035" y="1105009"/>
                  </a:lnTo>
                  <a:lnTo>
                    <a:pt x="1124107" y="1104875"/>
                  </a:lnTo>
                  <a:lnTo>
                    <a:pt x="1125178" y="1104743"/>
                  </a:lnTo>
                  <a:lnTo>
                    <a:pt x="1126250" y="1104611"/>
                  </a:lnTo>
                  <a:lnTo>
                    <a:pt x="1127321" y="1104481"/>
                  </a:lnTo>
                  <a:lnTo>
                    <a:pt x="1128393" y="1104353"/>
                  </a:lnTo>
                  <a:lnTo>
                    <a:pt x="1129465" y="1104225"/>
                  </a:lnTo>
                  <a:lnTo>
                    <a:pt x="1130536" y="1104099"/>
                  </a:lnTo>
                  <a:lnTo>
                    <a:pt x="1131608" y="1103974"/>
                  </a:lnTo>
                  <a:lnTo>
                    <a:pt x="1132679" y="1103850"/>
                  </a:lnTo>
                  <a:lnTo>
                    <a:pt x="1133751" y="1103728"/>
                  </a:lnTo>
                  <a:lnTo>
                    <a:pt x="1134823" y="1103607"/>
                  </a:lnTo>
                  <a:lnTo>
                    <a:pt x="1135894" y="1103488"/>
                  </a:lnTo>
                  <a:lnTo>
                    <a:pt x="1136966" y="1103369"/>
                  </a:lnTo>
                  <a:lnTo>
                    <a:pt x="1138037" y="1103252"/>
                  </a:lnTo>
                  <a:lnTo>
                    <a:pt x="1139109" y="1103137"/>
                  </a:lnTo>
                  <a:lnTo>
                    <a:pt x="1140181" y="1103023"/>
                  </a:lnTo>
                  <a:lnTo>
                    <a:pt x="1141252" y="1102910"/>
                  </a:lnTo>
                  <a:lnTo>
                    <a:pt x="1142324" y="1102798"/>
                  </a:lnTo>
                  <a:lnTo>
                    <a:pt x="1143395" y="1102688"/>
                  </a:lnTo>
                  <a:lnTo>
                    <a:pt x="1144467" y="1102579"/>
                  </a:lnTo>
                  <a:lnTo>
                    <a:pt x="1145539" y="1102472"/>
                  </a:lnTo>
                  <a:lnTo>
                    <a:pt x="1146610" y="1102366"/>
                  </a:lnTo>
                  <a:lnTo>
                    <a:pt x="1147682" y="1102262"/>
                  </a:lnTo>
                  <a:lnTo>
                    <a:pt x="1148753" y="1102158"/>
                  </a:lnTo>
                  <a:lnTo>
                    <a:pt x="1149825" y="1102057"/>
                  </a:lnTo>
                  <a:lnTo>
                    <a:pt x="1150897" y="1101956"/>
                  </a:lnTo>
                  <a:lnTo>
                    <a:pt x="1151968" y="1101857"/>
                  </a:lnTo>
                  <a:lnTo>
                    <a:pt x="1153040" y="1101760"/>
                  </a:lnTo>
                  <a:lnTo>
                    <a:pt x="1154111" y="1101663"/>
                  </a:lnTo>
                  <a:lnTo>
                    <a:pt x="1155183" y="1101568"/>
                  </a:lnTo>
                  <a:lnTo>
                    <a:pt x="1156255" y="1101475"/>
                  </a:lnTo>
                  <a:lnTo>
                    <a:pt x="1157326" y="1101383"/>
                  </a:lnTo>
                  <a:lnTo>
                    <a:pt x="1158398" y="1101292"/>
                  </a:lnTo>
                  <a:lnTo>
                    <a:pt x="1159469" y="1101202"/>
                  </a:lnTo>
                  <a:lnTo>
                    <a:pt x="1160541" y="1101114"/>
                  </a:lnTo>
                  <a:lnTo>
                    <a:pt x="1161613" y="1101027"/>
                  </a:lnTo>
                  <a:lnTo>
                    <a:pt x="1162684" y="1100942"/>
                  </a:lnTo>
                  <a:lnTo>
                    <a:pt x="1163756" y="1100858"/>
                  </a:lnTo>
                  <a:lnTo>
                    <a:pt x="1164827" y="1100775"/>
                  </a:lnTo>
                  <a:lnTo>
                    <a:pt x="1165899" y="1100694"/>
                  </a:lnTo>
                  <a:lnTo>
                    <a:pt x="1166971" y="1100613"/>
                  </a:lnTo>
                  <a:lnTo>
                    <a:pt x="1168042" y="1100534"/>
                  </a:lnTo>
                  <a:lnTo>
                    <a:pt x="1169114" y="1100457"/>
                  </a:lnTo>
                  <a:lnTo>
                    <a:pt x="1170185" y="1100381"/>
                  </a:lnTo>
                  <a:lnTo>
                    <a:pt x="1171257" y="1100306"/>
                  </a:lnTo>
                  <a:lnTo>
                    <a:pt x="1172329" y="1100232"/>
                  </a:lnTo>
                  <a:lnTo>
                    <a:pt x="1173400" y="1100159"/>
                  </a:lnTo>
                  <a:lnTo>
                    <a:pt x="1174472" y="1100088"/>
                  </a:lnTo>
                  <a:lnTo>
                    <a:pt x="1175543" y="1100018"/>
                  </a:lnTo>
                  <a:lnTo>
                    <a:pt x="1176615" y="1099950"/>
                  </a:lnTo>
                  <a:lnTo>
                    <a:pt x="1177687" y="1099882"/>
                  </a:lnTo>
                  <a:lnTo>
                    <a:pt x="1178758" y="1099816"/>
                  </a:lnTo>
                  <a:lnTo>
                    <a:pt x="1179830" y="1099752"/>
                  </a:lnTo>
                  <a:lnTo>
                    <a:pt x="1180901" y="1099688"/>
                  </a:lnTo>
                  <a:lnTo>
                    <a:pt x="1181973" y="1099626"/>
                  </a:lnTo>
                  <a:lnTo>
                    <a:pt x="1183045" y="1099565"/>
                  </a:lnTo>
                  <a:lnTo>
                    <a:pt x="1184116" y="1099505"/>
                  </a:lnTo>
                  <a:lnTo>
                    <a:pt x="1185188" y="1099446"/>
                  </a:lnTo>
                  <a:lnTo>
                    <a:pt x="1186259" y="1099388"/>
                  </a:lnTo>
                  <a:lnTo>
                    <a:pt x="1187331" y="1099332"/>
                  </a:lnTo>
                  <a:lnTo>
                    <a:pt x="1188403" y="1099277"/>
                  </a:lnTo>
                  <a:lnTo>
                    <a:pt x="1189474" y="1099223"/>
                  </a:lnTo>
                  <a:lnTo>
                    <a:pt x="1190546" y="1099171"/>
                  </a:lnTo>
                  <a:lnTo>
                    <a:pt x="1191617" y="1099119"/>
                  </a:lnTo>
                  <a:lnTo>
                    <a:pt x="1192689" y="1099069"/>
                  </a:lnTo>
                  <a:lnTo>
                    <a:pt x="1193761" y="1099020"/>
                  </a:lnTo>
                  <a:lnTo>
                    <a:pt x="1194832" y="1098972"/>
                  </a:lnTo>
                  <a:lnTo>
                    <a:pt x="1195904" y="1098925"/>
                  </a:lnTo>
                  <a:lnTo>
                    <a:pt x="1196975" y="1098880"/>
                  </a:lnTo>
                  <a:lnTo>
                    <a:pt x="1198047" y="1098835"/>
                  </a:lnTo>
                  <a:lnTo>
                    <a:pt x="1199119" y="1098792"/>
                  </a:lnTo>
                  <a:lnTo>
                    <a:pt x="1200190" y="1098750"/>
                  </a:lnTo>
                  <a:lnTo>
                    <a:pt x="1201262" y="1098709"/>
                  </a:lnTo>
                  <a:lnTo>
                    <a:pt x="1202333" y="1098669"/>
                  </a:lnTo>
                  <a:lnTo>
                    <a:pt x="1203405" y="1098630"/>
                  </a:lnTo>
                  <a:lnTo>
                    <a:pt x="1204477" y="1098593"/>
                  </a:lnTo>
                  <a:lnTo>
                    <a:pt x="1205548" y="1098556"/>
                  </a:lnTo>
                  <a:lnTo>
                    <a:pt x="1206620" y="1098521"/>
                  </a:lnTo>
                  <a:lnTo>
                    <a:pt x="1207691" y="1098486"/>
                  </a:lnTo>
                  <a:lnTo>
                    <a:pt x="1208763" y="1098453"/>
                  </a:lnTo>
                  <a:lnTo>
                    <a:pt x="1209835" y="1098421"/>
                  </a:lnTo>
                  <a:lnTo>
                    <a:pt x="1210906" y="1098390"/>
                  </a:lnTo>
                  <a:lnTo>
                    <a:pt x="1211978" y="1098360"/>
                  </a:lnTo>
                  <a:lnTo>
                    <a:pt x="1213049" y="1098331"/>
                  </a:lnTo>
                  <a:lnTo>
                    <a:pt x="1214121" y="1098303"/>
                  </a:lnTo>
                  <a:lnTo>
                    <a:pt x="1215193" y="1098276"/>
                  </a:lnTo>
                  <a:lnTo>
                    <a:pt x="1216264" y="1098250"/>
                  </a:lnTo>
                  <a:lnTo>
                    <a:pt x="1217336" y="1098226"/>
                  </a:lnTo>
                  <a:lnTo>
                    <a:pt x="1218407" y="1098202"/>
                  </a:lnTo>
                  <a:lnTo>
                    <a:pt x="1219479" y="1098179"/>
                  </a:lnTo>
                  <a:lnTo>
                    <a:pt x="1220551" y="1098158"/>
                  </a:lnTo>
                  <a:lnTo>
                    <a:pt x="1221622" y="1098137"/>
                  </a:lnTo>
                  <a:lnTo>
                    <a:pt x="1222694" y="1098117"/>
                  </a:lnTo>
                  <a:lnTo>
                    <a:pt x="1223765" y="1098099"/>
                  </a:lnTo>
                  <a:lnTo>
                    <a:pt x="1224837" y="1098081"/>
                  </a:lnTo>
                  <a:lnTo>
                    <a:pt x="1225909" y="1098064"/>
                  </a:lnTo>
                  <a:lnTo>
                    <a:pt x="1226980" y="1098049"/>
                  </a:lnTo>
                  <a:lnTo>
                    <a:pt x="1228052" y="1098034"/>
                  </a:lnTo>
                  <a:lnTo>
                    <a:pt x="1229123" y="1098020"/>
                  </a:lnTo>
                  <a:lnTo>
                    <a:pt x="1230195" y="1098008"/>
                  </a:lnTo>
                  <a:lnTo>
                    <a:pt x="1231267" y="1097996"/>
                  </a:lnTo>
                  <a:lnTo>
                    <a:pt x="1232338" y="1097985"/>
                  </a:lnTo>
                  <a:lnTo>
                    <a:pt x="1233410" y="1097975"/>
                  </a:lnTo>
                  <a:lnTo>
                    <a:pt x="1234481" y="1097966"/>
                  </a:lnTo>
                  <a:lnTo>
                    <a:pt x="1235553" y="1097958"/>
                  </a:lnTo>
                  <a:lnTo>
                    <a:pt x="1236625" y="1097951"/>
                  </a:lnTo>
                  <a:lnTo>
                    <a:pt x="1237696" y="1097945"/>
                  </a:lnTo>
                  <a:lnTo>
                    <a:pt x="1238768" y="1097939"/>
                  </a:lnTo>
                  <a:lnTo>
                    <a:pt x="1239839" y="1097935"/>
                  </a:lnTo>
                  <a:lnTo>
                    <a:pt x="1240911" y="1097931"/>
                  </a:lnTo>
                  <a:lnTo>
                    <a:pt x="1241983" y="1097929"/>
                  </a:lnTo>
                  <a:lnTo>
                    <a:pt x="1243054" y="1097927"/>
                  </a:lnTo>
                  <a:lnTo>
                    <a:pt x="1244126" y="1097926"/>
                  </a:lnTo>
                  <a:lnTo>
                    <a:pt x="1245197" y="1097926"/>
                  </a:lnTo>
                  <a:lnTo>
                    <a:pt x="1246269" y="1097927"/>
                  </a:lnTo>
                  <a:lnTo>
                    <a:pt x="1247340" y="1097928"/>
                  </a:lnTo>
                  <a:lnTo>
                    <a:pt x="1248412" y="1097931"/>
                  </a:lnTo>
                  <a:lnTo>
                    <a:pt x="1249484" y="1097934"/>
                  </a:lnTo>
                  <a:lnTo>
                    <a:pt x="1250555" y="1097938"/>
                  </a:lnTo>
                  <a:lnTo>
                    <a:pt x="1251627" y="1097943"/>
                  </a:lnTo>
                  <a:lnTo>
                    <a:pt x="1252698" y="1097949"/>
                  </a:lnTo>
                  <a:lnTo>
                    <a:pt x="1253770" y="1097956"/>
                  </a:lnTo>
                  <a:lnTo>
                    <a:pt x="1254842" y="1097963"/>
                  </a:lnTo>
                  <a:lnTo>
                    <a:pt x="1255913" y="1097971"/>
                  </a:lnTo>
                  <a:lnTo>
                    <a:pt x="1256985" y="1097980"/>
                  </a:lnTo>
                  <a:lnTo>
                    <a:pt x="1258056" y="1097990"/>
                  </a:lnTo>
                  <a:lnTo>
                    <a:pt x="1259128" y="1098001"/>
                  </a:lnTo>
                  <a:lnTo>
                    <a:pt x="1260200" y="1098012"/>
                  </a:lnTo>
                  <a:lnTo>
                    <a:pt x="1261271" y="1098024"/>
                  </a:lnTo>
                  <a:lnTo>
                    <a:pt x="1262343" y="1098037"/>
                  </a:lnTo>
                  <a:lnTo>
                    <a:pt x="1263414" y="1098050"/>
                  </a:lnTo>
                  <a:lnTo>
                    <a:pt x="1264486" y="1098065"/>
                  </a:lnTo>
                  <a:lnTo>
                    <a:pt x="1265558" y="1098080"/>
                  </a:lnTo>
                  <a:lnTo>
                    <a:pt x="1266629" y="1098095"/>
                  </a:lnTo>
                  <a:lnTo>
                    <a:pt x="1267701" y="1098112"/>
                  </a:lnTo>
                  <a:lnTo>
                    <a:pt x="1268772" y="1098129"/>
                  </a:lnTo>
                  <a:lnTo>
                    <a:pt x="1269844" y="1098147"/>
                  </a:lnTo>
                  <a:lnTo>
                    <a:pt x="1270916" y="1098165"/>
                  </a:lnTo>
                  <a:lnTo>
                    <a:pt x="1271987" y="1098184"/>
                  </a:lnTo>
                  <a:lnTo>
                    <a:pt x="1273059" y="1098204"/>
                  </a:lnTo>
                  <a:lnTo>
                    <a:pt x="1274130" y="1098225"/>
                  </a:lnTo>
                  <a:lnTo>
                    <a:pt x="1275202" y="1098246"/>
                  </a:lnTo>
                  <a:lnTo>
                    <a:pt x="1276274" y="1098268"/>
                  </a:lnTo>
                  <a:lnTo>
                    <a:pt x="1277345" y="1098290"/>
                  </a:lnTo>
                  <a:lnTo>
                    <a:pt x="1278417" y="1098314"/>
                  </a:lnTo>
                  <a:lnTo>
                    <a:pt x="1279488" y="1098337"/>
                  </a:lnTo>
                  <a:lnTo>
                    <a:pt x="1280560" y="1098362"/>
                  </a:lnTo>
                  <a:lnTo>
                    <a:pt x="1281632" y="1098387"/>
                  </a:lnTo>
                  <a:lnTo>
                    <a:pt x="1282703" y="1098412"/>
                  </a:lnTo>
                  <a:lnTo>
                    <a:pt x="1283775" y="1098438"/>
                  </a:lnTo>
                  <a:lnTo>
                    <a:pt x="1284846" y="1098465"/>
                  </a:lnTo>
                  <a:lnTo>
                    <a:pt x="1285918" y="1098493"/>
                  </a:lnTo>
                  <a:lnTo>
                    <a:pt x="1286990" y="1098521"/>
                  </a:lnTo>
                  <a:lnTo>
                    <a:pt x="1288061" y="1098549"/>
                  </a:lnTo>
                  <a:lnTo>
                    <a:pt x="1289133" y="1098578"/>
                  </a:lnTo>
                  <a:lnTo>
                    <a:pt x="1290204" y="1098608"/>
                  </a:lnTo>
                  <a:lnTo>
                    <a:pt x="1291276" y="1098638"/>
                  </a:lnTo>
                  <a:lnTo>
                    <a:pt x="1292348" y="1098669"/>
                  </a:lnTo>
                  <a:lnTo>
                    <a:pt x="1293419" y="1098700"/>
                  </a:lnTo>
                  <a:lnTo>
                    <a:pt x="1294491" y="1098732"/>
                  </a:lnTo>
                  <a:lnTo>
                    <a:pt x="1295562" y="1098764"/>
                  </a:lnTo>
                  <a:lnTo>
                    <a:pt x="1296634" y="1098797"/>
                  </a:lnTo>
                  <a:lnTo>
                    <a:pt x="1297706" y="1098830"/>
                  </a:lnTo>
                  <a:lnTo>
                    <a:pt x="1298777" y="1098864"/>
                  </a:lnTo>
                  <a:lnTo>
                    <a:pt x="1299849" y="1098898"/>
                  </a:lnTo>
                  <a:lnTo>
                    <a:pt x="1300920" y="1098933"/>
                  </a:lnTo>
                  <a:lnTo>
                    <a:pt x="1301992" y="1098968"/>
                  </a:lnTo>
                  <a:lnTo>
                    <a:pt x="1303064" y="1099004"/>
                  </a:lnTo>
                  <a:lnTo>
                    <a:pt x="1304135" y="1099040"/>
                  </a:lnTo>
                  <a:lnTo>
                    <a:pt x="1305207" y="1099076"/>
                  </a:lnTo>
                  <a:lnTo>
                    <a:pt x="1306278" y="1099113"/>
                  </a:lnTo>
                  <a:lnTo>
                    <a:pt x="1307350" y="1099151"/>
                  </a:lnTo>
                  <a:lnTo>
                    <a:pt x="1308422" y="1099188"/>
                  </a:lnTo>
                  <a:lnTo>
                    <a:pt x="1309493" y="1099227"/>
                  </a:lnTo>
                  <a:lnTo>
                    <a:pt x="1310565" y="1099265"/>
                  </a:lnTo>
                  <a:lnTo>
                    <a:pt x="1311636" y="1099304"/>
                  </a:lnTo>
                  <a:lnTo>
                    <a:pt x="1312708" y="1099344"/>
                  </a:lnTo>
                  <a:lnTo>
                    <a:pt x="1313780" y="1099384"/>
                  </a:lnTo>
                  <a:lnTo>
                    <a:pt x="1314851" y="1099424"/>
                  </a:lnTo>
                  <a:lnTo>
                    <a:pt x="1315923" y="1099464"/>
                  </a:lnTo>
                  <a:lnTo>
                    <a:pt x="1316994" y="1099505"/>
                  </a:lnTo>
                  <a:lnTo>
                    <a:pt x="1318066" y="1099547"/>
                  </a:lnTo>
                  <a:lnTo>
                    <a:pt x="1319138" y="1099588"/>
                  </a:lnTo>
                  <a:lnTo>
                    <a:pt x="1320209" y="1099630"/>
                  </a:lnTo>
                  <a:lnTo>
                    <a:pt x="1321281" y="1099672"/>
                  </a:lnTo>
                  <a:lnTo>
                    <a:pt x="1322352" y="1099715"/>
                  </a:lnTo>
                  <a:lnTo>
                    <a:pt x="1323424" y="1099758"/>
                  </a:lnTo>
                  <a:lnTo>
                    <a:pt x="1324496" y="1099801"/>
                  </a:lnTo>
                  <a:lnTo>
                    <a:pt x="1325567" y="1099845"/>
                  </a:lnTo>
                  <a:lnTo>
                    <a:pt x="1326639" y="1099888"/>
                  </a:lnTo>
                  <a:lnTo>
                    <a:pt x="1327710" y="1099932"/>
                  </a:lnTo>
                  <a:lnTo>
                    <a:pt x="1328782" y="1099977"/>
                  </a:lnTo>
                  <a:lnTo>
                    <a:pt x="1329854" y="1100021"/>
                  </a:lnTo>
                  <a:lnTo>
                    <a:pt x="1330925" y="1100066"/>
                  </a:lnTo>
                  <a:lnTo>
                    <a:pt x="1331997" y="1100111"/>
                  </a:lnTo>
                  <a:lnTo>
                    <a:pt x="1333068" y="1100157"/>
                  </a:lnTo>
                  <a:lnTo>
                    <a:pt x="1334140" y="1100202"/>
                  </a:lnTo>
                  <a:lnTo>
                    <a:pt x="1335212" y="1100248"/>
                  </a:lnTo>
                  <a:lnTo>
                    <a:pt x="1336283" y="1100294"/>
                  </a:lnTo>
                  <a:lnTo>
                    <a:pt x="1337355" y="1100340"/>
                  </a:lnTo>
                  <a:lnTo>
                    <a:pt x="1338426" y="1100387"/>
                  </a:lnTo>
                  <a:lnTo>
                    <a:pt x="1339498" y="1100433"/>
                  </a:lnTo>
                  <a:lnTo>
                    <a:pt x="1340570" y="1100480"/>
                  </a:lnTo>
                  <a:lnTo>
                    <a:pt x="1341641" y="1100527"/>
                  </a:lnTo>
                  <a:lnTo>
                    <a:pt x="1342713" y="1100574"/>
                  </a:lnTo>
                  <a:lnTo>
                    <a:pt x="1343784" y="1100622"/>
                  </a:lnTo>
                  <a:lnTo>
                    <a:pt x="1344856" y="1100669"/>
                  </a:lnTo>
                  <a:lnTo>
                    <a:pt x="1345928" y="1100717"/>
                  </a:lnTo>
                  <a:lnTo>
                    <a:pt x="1346999" y="1100764"/>
                  </a:lnTo>
                  <a:lnTo>
                    <a:pt x="1348071" y="1100812"/>
                  </a:lnTo>
                  <a:lnTo>
                    <a:pt x="1349142" y="1100860"/>
                  </a:lnTo>
                  <a:lnTo>
                    <a:pt x="1350214" y="1100908"/>
                  </a:lnTo>
                  <a:lnTo>
                    <a:pt x="1351286" y="1100957"/>
                  </a:lnTo>
                  <a:lnTo>
                    <a:pt x="1352357" y="1101005"/>
                  </a:lnTo>
                  <a:lnTo>
                    <a:pt x="1353429" y="1101053"/>
                  </a:lnTo>
                  <a:lnTo>
                    <a:pt x="1354500" y="1101102"/>
                  </a:lnTo>
                  <a:lnTo>
                    <a:pt x="1355572" y="1101150"/>
                  </a:lnTo>
                  <a:lnTo>
                    <a:pt x="1356644" y="1101199"/>
                  </a:lnTo>
                  <a:lnTo>
                    <a:pt x="1357715" y="1101247"/>
                  </a:lnTo>
                  <a:lnTo>
                    <a:pt x="1358787" y="1101296"/>
                  </a:lnTo>
                  <a:lnTo>
                    <a:pt x="1359858" y="1101345"/>
                  </a:lnTo>
                  <a:lnTo>
                    <a:pt x="1360930" y="1101394"/>
                  </a:lnTo>
                  <a:lnTo>
                    <a:pt x="1362002" y="1101443"/>
                  </a:lnTo>
                  <a:lnTo>
                    <a:pt x="1363073" y="1101491"/>
                  </a:lnTo>
                  <a:lnTo>
                    <a:pt x="1364145" y="1101540"/>
                  </a:lnTo>
                  <a:lnTo>
                    <a:pt x="1365216" y="1101589"/>
                  </a:lnTo>
                  <a:lnTo>
                    <a:pt x="1366288" y="1101638"/>
                  </a:lnTo>
                  <a:lnTo>
                    <a:pt x="1367360" y="1101687"/>
                  </a:lnTo>
                  <a:lnTo>
                    <a:pt x="1368431" y="1101735"/>
                  </a:lnTo>
                  <a:lnTo>
                    <a:pt x="1369503" y="1101784"/>
                  </a:lnTo>
                  <a:lnTo>
                    <a:pt x="1370574" y="1101833"/>
                  </a:lnTo>
                  <a:lnTo>
                    <a:pt x="1371646" y="1101882"/>
                  </a:lnTo>
                  <a:lnTo>
                    <a:pt x="1372718" y="1101930"/>
                  </a:lnTo>
                  <a:lnTo>
                    <a:pt x="1373789" y="1101979"/>
                  </a:lnTo>
                  <a:lnTo>
                    <a:pt x="1374861" y="1102027"/>
                  </a:lnTo>
                  <a:lnTo>
                    <a:pt x="1375932" y="1102076"/>
                  </a:lnTo>
                  <a:lnTo>
                    <a:pt x="1377004" y="1102124"/>
                  </a:lnTo>
                  <a:lnTo>
                    <a:pt x="1378076" y="1102172"/>
                  </a:lnTo>
                  <a:lnTo>
                    <a:pt x="1379147" y="1102220"/>
                  </a:lnTo>
                  <a:lnTo>
                    <a:pt x="1380219" y="1102268"/>
                  </a:lnTo>
                  <a:lnTo>
                    <a:pt x="1381290" y="1102316"/>
                  </a:lnTo>
                  <a:lnTo>
                    <a:pt x="1382362" y="1102364"/>
                  </a:lnTo>
                  <a:lnTo>
                    <a:pt x="1383434" y="1102411"/>
                  </a:lnTo>
                  <a:lnTo>
                    <a:pt x="1384505" y="1102459"/>
                  </a:lnTo>
                  <a:lnTo>
                    <a:pt x="1385577" y="1102506"/>
                  </a:lnTo>
                  <a:lnTo>
                    <a:pt x="1386648" y="1102553"/>
                  </a:lnTo>
                  <a:lnTo>
                    <a:pt x="1387720" y="1102600"/>
                  </a:lnTo>
                  <a:lnTo>
                    <a:pt x="1388792" y="1102647"/>
                  </a:lnTo>
                  <a:lnTo>
                    <a:pt x="1389863" y="1102694"/>
                  </a:lnTo>
                  <a:lnTo>
                    <a:pt x="1390935" y="1102740"/>
                  </a:lnTo>
                  <a:lnTo>
                    <a:pt x="1392006" y="1102787"/>
                  </a:lnTo>
                  <a:lnTo>
                    <a:pt x="1393078" y="1102833"/>
                  </a:lnTo>
                  <a:lnTo>
                    <a:pt x="1394150" y="1102879"/>
                  </a:lnTo>
                  <a:lnTo>
                    <a:pt x="1395221" y="1102924"/>
                  </a:lnTo>
                  <a:lnTo>
                    <a:pt x="1396293" y="1102970"/>
                  </a:lnTo>
                  <a:lnTo>
                    <a:pt x="1397364" y="1103015"/>
                  </a:lnTo>
                  <a:lnTo>
                    <a:pt x="1398436" y="1103060"/>
                  </a:lnTo>
                  <a:lnTo>
                    <a:pt x="1399508" y="1103104"/>
                  </a:lnTo>
                  <a:lnTo>
                    <a:pt x="1400579" y="1103149"/>
                  </a:lnTo>
                  <a:lnTo>
                    <a:pt x="1401651" y="1103193"/>
                  </a:lnTo>
                  <a:lnTo>
                    <a:pt x="1402722" y="1103236"/>
                  </a:lnTo>
                  <a:lnTo>
                    <a:pt x="1403794" y="1103280"/>
                  </a:lnTo>
                  <a:lnTo>
                    <a:pt x="1404866" y="1103323"/>
                  </a:lnTo>
                  <a:lnTo>
                    <a:pt x="1405937" y="1103366"/>
                  </a:lnTo>
                  <a:lnTo>
                    <a:pt x="1407009" y="1103409"/>
                  </a:lnTo>
                  <a:lnTo>
                    <a:pt x="1408080" y="1103451"/>
                  </a:lnTo>
                  <a:lnTo>
                    <a:pt x="1409152" y="1103493"/>
                  </a:lnTo>
                  <a:lnTo>
                    <a:pt x="1410224" y="1103535"/>
                  </a:lnTo>
                  <a:lnTo>
                    <a:pt x="1411295" y="1103576"/>
                  </a:lnTo>
                  <a:lnTo>
                    <a:pt x="1412367" y="1103617"/>
                  </a:lnTo>
                  <a:lnTo>
                    <a:pt x="1413438" y="1103658"/>
                  </a:lnTo>
                  <a:lnTo>
                    <a:pt x="1414510" y="1103698"/>
                  </a:lnTo>
                  <a:lnTo>
                    <a:pt x="1415582" y="1103738"/>
                  </a:lnTo>
                  <a:lnTo>
                    <a:pt x="1416653" y="1103777"/>
                  </a:lnTo>
                  <a:lnTo>
                    <a:pt x="1417725" y="1103816"/>
                  </a:lnTo>
                  <a:lnTo>
                    <a:pt x="1418796" y="1103855"/>
                  </a:lnTo>
                  <a:lnTo>
                    <a:pt x="1419868" y="1103893"/>
                  </a:lnTo>
                  <a:lnTo>
                    <a:pt x="1420939" y="1103931"/>
                  </a:lnTo>
                  <a:lnTo>
                    <a:pt x="1422011" y="1103969"/>
                  </a:lnTo>
                  <a:lnTo>
                    <a:pt x="1423083" y="1104006"/>
                  </a:lnTo>
                  <a:lnTo>
                    <a:pt x="1424154" y="1104043"/>
                  </a:lnTo>
                  <a:lnTo>
                    <a:pt x="1425226" y="1104079"/>
                  </a:lnTo>
                  <a:lnTo>
                    <a:pt x="1426297" y="1104114"/>
                  </a:lnTo>
                  <a:lnTo>
                    <a:pt x="1427369" y="1104150"/>
                  </a:lnTo>
                  <a:lnTo>
                    <a:pt x="1428441" y="1104184"/>
                  </a:lnTo>
                  <a:lnTo>
                    <a:pt x="1429512" y="1104219"/>
                  </a:lnTo>
                  <a:lnTo>
                    <a:pt x="1430584" y="1104253"/>
                  </a:lnTo>
                  <a:lnTo>
                    <a:pt x="1431655" y="1104286"/>
                  </a:lnTo>
                  <a:lnTo>
                    <a:pt x="1432727" y="1104319"/>
                  </a:lnTo>
                  <a:lnTo>
                    <a:pt x="1433799" y="1104351"/>
                  </a:lnTo>
                  <a:lnTo>
                    <a:pt x="1434870" y="1104383"/>
                  </a:lnTo>
                  <a:lnTo>
                    <a:pt x="1435942" y="1104414"/>
                  </a:lnTo>
                  <a:lnTo>
                    <a:pt x="1437013" y="1104445"/>
                  </a:lnTo>
                  <a:lnTo>
                    <a:pt x="1438085" y="1104475"/>
                  </a:lnTo>
                  <a:lnTo>
                    <a:pt x="1439157" y="1104505"/>
                  </a:lnTo>
                  <a:lnTo>
                    <a:pt x="1440228" y="1104534"/>
                  </a:lnTo>
                  <a:lnTo>
                    <a:pt x="1441300" y="1104563"/>
                  </a:lnTo>
                  <a:lnTo>
                    <a:pt x="1442371" y="1104591"/>
                  </a:lnTo>
                  <a:lnTo>
                    <a:pt x="1443443" y="1104618"/>
                  </a:lnTo>
                  <a:lnTo>
                    <a:pt x="1444515" y="1104645"/>
                  </a:lnTo>
                  <a:lnTo>
                    <a:pt x="1445586" y="1104671"/>
                  </a:lnTo>
                  <a:lnTo>
                    <a:pt x="1446658" y="1104697"/>
                  </a:lnTo>
                  <a:lnTo>
                    <a:pt x="1447729" y="1104722"/>
                  </a:lnTo>
                  <a:lnTo>
                    <a:pt x="1448801" y="1104747"/>
                  </a:lnTo>
                  <a:lnTo>
                    <a:pt x="1449873" y="1104771"/>
                  </a:lnTo>
                  <a:lnTo>
                    <a:pt x="1450944" y="1104794"/>
                  </a:lnTo>
                  <a:lnTo>
                    <a:pt x="1452016" y="1104816"/>
                  </a:lnTo>
                  <a:lnTo>
                    <a:pt x="1453087" y="1104838"/>
                  </a:lnTo>
                  <a:lnTo>
                    <a:pt x="1454159" y="1104860"/>
                  </a:lnTo>
                  <a:lnTo>
                    <a:pt x="1455231" y="1104880"/>
                  </a:lnTo>
                  <a:lnTo>
                    <a:pt x="1456302" y="1104900"/>
                  </a:lnTo>
                  <a:lnTo>
                    <a:pt x="1457374" y="1104920"/>
                  </a:lnTo>
                  <a:lnTo>
                    <a:pt x="1458445" y="1104938"/>
                  </a:lnTo>
                  <a:lnTo>
                    <a:pt x="1459517" y="1104956"/>
                  </a:lnTo>
                  <a:lnTo>
                    <a:pt x="1460589" y="1104973"/>
                  </a:lnTo>
                  <a:lnTo>
                    <a:pt x="1461660" y="1104990"/>
                  </a:lnTo>
                  <a:lnTo>
                    <a:pt x="1462732" y="1105006"/>
                  </a:lnTo>
                  <a:lnTo>
                    <a:pt x="1463803" y="1105021"/>
                  </a:lnTo>
                  <a:lnTo>
                    <a:pt x="1464875" y="1105035"/>
                  </a:lnTo>
                  <a:lnTo>
                    <a:pt x="1465947" y="1105049"/>
                  </a:lnTo>
                  <a:lnTo>
                    <a:pt x="1467018" y="1105062"/>
                  </a:lnTo>
                  <a:lnTo>
                    <a:pt x="1468090" y="1105074"/>
                  </a:lnTo>
                  <a:lnTo>
                    <a:pt x="1469161" y="1105085"/>
                  </a:lnTo>
                  <a:lnTo>
                    <a:pt x="1470233" y="1105096"/>
                  </a:lnTo>
                  <a:lnTo>
                    <a:pt x="1471305" y="1105106"/>
                  </a:lnTo>
                  <a:lnTo>
                    <a:pt x="1472376" y="1105115"/>
                  </a:lnTo>
                  <a:lnTo>
                    <a:pt x="1473448" y="1105123"/>
                  </a:lnTo>
                  <a:lnTo>
                    <a:pt x="1474519" y="1105131"/>
                  </a:lnTo>
                  <a:lnTo>
                    <a:pt x="1475591" y="1105138"/>
                  </a:lnTo>
                  <a:lnTo>
                    <a:pt x="1476663" y="1105144"/>
                  </a:lnTo>
                  <a:lnTo>
                    <a:pt x="1477734" y="1105149"/>
                  </a:lnTo>
                  <a:lnTo>
                    <a:pt x="1478806" y="1105153"/>
                  </a:lnTo>
                  <a:lnTo>
                    <a:pt x="1479877" y="1105156"/>
                  </a:lnTo>
                  <a:lnTo>
                    <a:pt x="1480949" y="1105159"/>
                  </a:lnTo>
                  <a:lnTo>
                    <a:pt x="1482021" y="1105161"/>
                  </a:lnTo>
                  <a:lnTo>
                    <a:pt x="1483092" y="1105162"/>
                  </a:lnTo>
                  <a:lnTo>
                    <a:pt x="1484164" y="1105162"/>
                  </a:lnTo>
                  <a:lnTo>
                    <a:pt x="1485235" y="1105161"/>
                  </a:lnTo>
                  <a:lnTo>
                    <a:pt x="1486307" y="1105159"/>
                  </a:lnTo>
                  <a:lnTo>
                    <a:pt x="1487379" y="1105157"/>
                  </a:lnTo>
                  <a:lnTo>
                    <a:pt x="1488450" y="1105154"/>
                  </a:lnTo>
                  <a:lnTo>
                    <a:pt x="1489522" y="1105149"/>
                  </a:lnTo>
                  <a:lnTo>
                    <a:pt x="1490593" y="1105144"/>
                  </a:lnTo>
                  <a:lnTo>
                    <a:pt x="1491665" y="1105138"/>
                  </a:lnTo>
                  <a:lnTo>
                    <a:pt x="1492737" y="1105131"/>
                  </a:lnTo>
                  <a:lnTo>
                    <a:pt x="1493808" y="1105123"/>
                  </a:lnTo>
                  <a:lnTo>
                    <a:pt x="1494880" y="1105114"/>
                  </a:lnTo>
                  <a:lnTo>
                    <a:pt x="1495951" y="1105104"/>
                  </a:lnTo>
                  <a:lnTo>
                    <a:pt x="1497023" y="1105094"/>
                  </a:lnTo>
                  <a:lnTo>
                    <a:pt x="1498095" y="1105082"/>
                  </a:lnTo>
                  <a:lnTo>
                    <a:pt x="1499166" y="1105069"/>
                  </a:lnTo>
                  <a:lnTo>
                    <a:pt x="1500238" y="1105056"/>
                  </a:lnTo>
                  <a:lnTo>
                    <a:pt x="1501309" y="1105041"/>
                  </a:lnTo>
                  <a:lnTo>
                    <a:pt x="1502381" y="1105026"/>
                  </a:lnTo>
                  <a:lnTo>
                    <a:pt x="1503453" y="1105009"/>
                  </a:lnTo>
                  <a:lnTo>
                    <a:pt x="1504524" y="1104992"/>
                  </a:lnTo>
                  <a:lnTo>
                    <a:pt x="1505596" y="1104973"/>
                  </a:lnTo>
                  <a:lnTo>
                    <a:pt x="1506667" y="1104954"/>
                  </a:lnTo>
                  <a:lnTo>
                    <a:pt x="1507739" y="1104933"/>
                  </a:lnTo>
                  <a:lnTo>
                    <a:pt x="1508811" y="1104912"/>
                  </a:lnTo>
                  <a:lnTo>
                    <a:pt x="1509882" y="1104889"/>
                  </a:lnTo>
                  <a:lnTo>
                    <a:pt x="1510954" y="1104866"/>
                  </a:lnTo>
                  <a:lnTo>
                    <a:pt x="1512025" y="1104841"/>
                  </a:lnTo>
                  <a:lnTo>
                    <a:pt x="1513097" y="1104815"/>
                  </a:lnTo>
                  <a:lnTo>
                    <a:pt x="1514169" y="1104789"/>
                  </a:lnTo>
                  <a:lnTo>
                    <a:pt x="1515240" y="1104761"/>
                  </a:lnTo>
                  <a:lnTo>
                    <a:pt x="1516312" y="1104732"/>
                  </a:lnTo>
                  <a:lnTo>
                    <a:pt x="1517383" y="1104702"/>
                  </a:lnTo>
                  <a:lnTo>
                    <a:pt x="1518455" y="1104672"/>
                  </a:lnTo>
                  <a:lnTo>
                    <a:pt x="1519527" y="1104640"/>
                  </a:lnTo>
                  <a:lnTo>
                    <a:pt x="1520598" y="1104606"/>
                  </a:lnTo>
                  <a:lnTo>
                    <a:pt x="1521670" y="1104572"/>
                  </a:lnTo>
                  <a:lnTo>
                    <a:pt x="1522741" y="1104537"/>
                  </a:lnTo>
                  <a:lnTo>
                    <a:pt x="1523813" y="1104501"/>
                  </a:lnTo>
                  <a:lnTo>
                    <a:pt x="1524885" y="1104463"/>
                  </a:lnTo>
                  <a:lnTo>
                    <a:pt x="1525956" y="1104425"/>
                  </a:lnTo>
                  <a:lnTo>
                    <a:pt x="1527028" y="1104385"/>
                  </a:lnTo>
                  <a:lnTo>
                    <a:pt x="1528099" y="1104344"/>
                  </a:lnTo>
                  <a:lnTo>
                    <a:pt x="1529171" y="1104302"/>
                  </a:lnTo>
                  <a:lnTo>
                    <a:pt x="1530243" y="1104259"/>
                  </a:lnTo>
                  <a:lnTo>
                    <a:pt x="1531314" y="1104215"/>
                  </a:lnTo>
                  <a:lnTo>
                    <a:pt x="1532386" y="1104169"/>
                  </a:lnTo>
                  <a:lnTo>
                    <a:pt x="1533457" y="1104123"/>
                  </a:lnTo>
                  <a:lnTo>
                    <a:pt x="1534529" y="1104075"/>
                  </a:lnTo>
                  <a:lnTo>
                    <a:pt x="1535601" y="1104026"/>
                  </a:lnTo>
                  <a:lnTo>
                    <a:pt x="1536672" y="1103976"/>
                  </a:lnTo>
                  <a:lnTo>
                    <a:pt x="1537744" y="1103925"/>
                  </a:lnTo>
                  <a:lnTo>
                    <a:pt x="1538815" y="1103872"/>
                  </a:lnTo>
                  <a:lnTo>
                    <a:pt x="1539887" y="1103819"/>
                  </a:lnTo>
                  <a:lnTo>
                    <a:pt x="1540959" y="1103764"/>
                  </a:lnTo>
                  <a:lnTo>
                    <a:pt x="1542030" y="1103708"/>
                  </a:lnTo>
                  <a:lnTo>
                    <a:pt x="1543102" y="1103651"/>
                  </a:lnTo>
                  <a:lnTo>
                    <a:pt x="1544173" y="1103592"/>
                  </a:lnTo>
                  <a:lnTo>
                    <a:pt x="1545245" y="1103532"/>
                  </a:lnTo>
                  <a:lnTo>
                    <a:pt x="1546317" y="1103472"/>
                  </a:lnTo>
                  <a:lnTo>
                    <a:pt x="1547388" y="1103409"/>
                  </a:lnTo>
                  <a:lnTo>
                    <a:pt x="1548460" y="1103346"/>
                  </a:lnTo>
                  <a:lnTo>
                    <a:pt x="1549531" y="1103282"/>
                  </a:lnTo>
                  <a:lnTo>
                    <a:pt x="1550603" y="1103216"/>
                  </a:lnTo>
                  <a:lnTo>
                    <a:pt x="1551675" y="1103149"/>
                  </a:lnTo>
                  <a:lnTo>
                    <a:pt x="1552746" y="1103080"/>
                  </a:lnTo>
                  <a:lnTo>
                    <a:pt x="1553818" y="1103011"/>
                  </a:lnTo>
                  <a:lnTo>
                    <a:pt x="1554889" y="1102940"/>
                  </a:lnTo>
                  <a:lnTo>
                    <a:pt x="1555961" y="1102868"/>
                  </a:lnTo>
                  <a:lnTo>
                    <a:pt x="1557033" y="1102794"/>
                  </a:lnTo>
                  <a:lnTo>
                    <a:pt x="1558104" y="1102720"/>
                  </a:lnTo>
                  <a:lnTo>
                    <a:pt x="1559176" y="1102644"/>
                  </a:lnTo>
                  <a:lnTo>
                    <a:pt x="1560247" y="1102566"/>
                  </a:lnTo>
                  <a:lnTo>
                    <a:pt x="1561319" y="1102488"/>
                  </a:lnTo>
                  <a:lnTo>
                    <a:pt x="1562391" y="1102408"/>
                  </a:lnTo>
                  <a:lnTo>
                    <a:pt x="1563462" y="1102327"/>
                  </a:lnTo>
                  <a:lnTo>
                    <a:pt x="1564534" y="1102244"/>
                  </a:lnTo>
                  <a:lnTo>
                    <a:pt x="1565605" y="1102161"/>
                  </a:lnTo>
                  <a:lnTo>
                    <a:pt x="1566677" y="1102075"/>
                  </a:lnTo>
                  <a:lnTo>
                    <a:pt x="1567749" y="1101989"/>
                  </a:lnTo>
                  <a:lnTo>
                    <a:pt x="1568820" y="1101901"/>
                  </a:lnTo>
                  <a:lnTo>
                    <a:pt x="1569892" y="1101812"/>
                  </a:lnTo>
                  <a:lnTo>
                    <a:pt x="1570963" y="1101722"/>
                  </a:lnTo>
                  <a:lnTo>
                    <a:pt x="1572035" y="1101630"/>
                  </a:lnTo>
                  <a:lnTo>
                    <a:pt x="1573107" y="1101537"/>
                  </a:lnTo>
                  <a:lnTo>
                    <a:pt x="1574178" y="1101443"/>
                  </a:lnTo>
                  <a:lnTo>
                    <a:pt x="1575250" y="1101347"/>
                  </a:lnTo>
                  <a:lnTo>
                    <a:pt x="1576321" y="1101250"/>
                  </a:lnTo>
                  <a:lnTo>
                    <a:pt x="1577393" y="1101151"/>
                  </a:lnTo>
                  <a:lnTo>
                    <a:pt x="1578465" y="1101052"/>
                  </a:lnTo>
                  <a:lnTo>
                    <a:pt x="1579536" y="1100950"/>
                  </a:lnTo>
                  <a:lnTo>
                    <a:pt x="1580608" y="1100848"/>
                  </a:lnTo>
                  <a:lnTo>
                    <a:pt x="1581679" y="1100744"/>
                  </a:lnTo>
                  <a:lnTo>
                    <a:pt x="1582751" y="1100639"/>
                  </a:lnTo>
                  <a:lnTo>
                    <a:pt x="1583823" y="1100532"/>
                  </a:lnTo>
                  <a:lnTo>
                    <a:pt x="1584894" y="1100424"/>
                  </a:lnTo>
                  <a:lnTo>
                    <a:pt x="1585966" y="1100315"/>
                  </a:lnTo>
                  <a:lnTo>
                    <a:pt x="1587037" y="1100204"/>
                  </a:lnTo>
                  <a:lnTo>
                    <a:pt x="1588109" y="1100092"/>
                  </a:lnTo>
                  <a:lnTo>
                    <a:pt x="1589181" y="1099978"/>
                  </a:lnTo>
                  <a:lnTo>
                    <a:pt x="1590252" y="1099863"/>
                  </a:lnTo>
                  <a:lnTo>
                    <a:pt x="1591324" y="1099747"/>
                  </a:lnTo>
                  <a:lnTo>
                    <a:pt x="1592395" y="1099629"/>
                  </a:lnTo>
                  <a:lnTo>
                    <a:pt x="1593467" y="1099510"/>
                  </a:lnTo>
                  <a:lnTo>
                    <a:pt x="1594539" y="1099390"/>
                  </a:lnTo>
                  <a:lnTo>
                    <a:pt x="1595610" y="1099268"/>
                  </a:lnTo>
                  <a:lnTo>
                    <a:pt x="1596682" y="1099144"/>
                  </a:lnTo>
                  <a:lnTo>
                    <a:pt x="1597753" y="1099020"/>
                  </a:lnTo>
                  <a:lnTo>
                    <a:pt x="1598825" y="1098894"/>
                  </a:lnTo>
                  <a:lnTo>
                    <a:pt x="1599896" y="1098766"/>
                  </a:lnTo>
                  <a:lnTo>
                    <a:pt x="1600968" y="1098637"/>
                  </a:lnTo>
                  <a:lnTo>
                    <a:pt x="1602040" y="1098507"/>
                  </a:lnTo>
                  <a:lnTo>
                    <a:pt x="1603111" y="1098375"/>
                  </a:lnTo>
                  <a:lnTo>
                    <a:pt x="1604183" y="1098242"/>
                  </a:lnTo>
                  <a:lnTo>
                    <a:pt x="1605254" y="1098107"/>
                  </a:lnTo>
                  <a:lnTo>
                    <a:pt x="1606326" y="1097971"/>
                  </a:lnTo>
                  <a:lnTo>
                    <a:pt x="1607398" y="1097834"/>
                  </a:lnTo>
                  <a:lnTo>
                    <a:pt x="1608469" y="1097695"/>
                  </a:lnTo>
                  <a:lnTo>
                    <a:pt x="1609541" y="1097555"/>
                  </a:lnTo>
                  <a:lnTo>
                    <a:pt x="1610612" y="1097413"/>
                  </a:lnTo>
                  <a:lnTo>
                    <a:pt x="1611684" y="1097270"/>
                  </a:lnTo>
                  <a:lnTo>
                    <a:pt x="1612756" y="1097126"/>
                  </a:lnTo>
                  <a:lnTo>
                    <a:pt x="1613827" y="1096980"/>
                  </a:lnTo>
                  <a:lnTo>
                    <a:pt x="1614899" y="1096832"/>
                  </a:lnTo>
                  <a:lnTo>
                    <a:pt x="1615970" y="1096684"/>
                  </a:lnTo>
                  <a:lnTo>
                    <a:pt x="1617042" y="1096534"/>
                  </a:lnTo>
                  <a:lnTo>
                    <a:pt x="1618114" y="1096382"/>
                  </a:lnTo>
                  <a:lnTo>
                    <a:pt x="1619185" y="1096229"/>
                  </a:lnTo>
                  <a:lnTo>
                    <a:pt x="1620257" y="1096075"/>
                  </a:lnTo>
                  <a:lnTo>
                    <a:pt x="1621328" y="1095919"/>
                  </a:lnTo>
                  <a:lnTo>
                    <a:pt x="1622400" y="1095762"/>
                  </a:lnTo>
                  <a:lnTo>
                    <a:pt x="1623472" y="1095603"/>
                  </a:lnTo>
                  <a:lnTo>
                    <a:pt x="1624543" y="1095443"/>
                  </a:lnTo>
                  <a:lnTo>
                    <a:pt x="1625615" y="1095282"/>
                  </a:lnTo>
                  <a:lnTo>
                    <a:pt x="1626686" y="1095119"/>
                  </a:lnTo>
                  <a:lnTo>
                    <a:pt x="1627758" y="1094955"/>
                  </a:lnTo>
                  <a:lnTo>
                    <a:pt x="1628830" y="1094789"/>
                  </a:lnTo>
                  <a:lnTo>
                    <a:pt x="1629901" y="1094622"/>
                  </a:lnTo>
                  <a:lnTo>
                    <a:pt x="1630973" y="1094454"/>
                  </a:lnTo>
                  <a:lnTo>
                    <a:pt x="1632044" y="1094284"/>
                  </a:lnTo>
                  <a:lnTo>
                    <a:pt x="1633116" y="1094113"/>
                  </a:lnTo>
                  <a:lnTo>
                    <a:pt x="1634188" y="1093941"/>
                  </a:lnTo>
                  <a:lnTo>
                    <a:pt x="1635259" y="1093767"/>
                  </a:lnTo>
                  <a:lnTo>
                    <a:pt x="1636331" y="1093591"/>
                  </a:lnTo>
                  <a:lnTo>
                    <a:pt x="1637402" y="1093415"/>
                  </a:lnTo>
                  <a:lnTo>
                    <a:pt x="1638474" y="1093237"/>
                  </a:lnTo>
                  <a:lnTo>
                    <a:pt x="1639546" y="1093057"/>
                  </a:lnTo>
                  <a:lnTo>
                    <a:pt x="1640617" y="1092877"/>
                  </a:lnTo>
                  <a:lnTo>
                    <a:pt x="1641689" y="1092695"/>
                  </a:lnTo>
                  <a:lnTo>
                    <a:pt x="1642760" y="1092511"/>
                  </a:lnTo>
                  <a:lnTo>
                    <a:pt x="1643832" y="1092327"/>
                  </a:lnTo>
                  <a:lnTo>
                    <a:pt x="1644904" y="1092141"/>
                  </a:lnTo>
                  <a:lnTo>
                    <a:pt x="1645975" y="1091953"/>
                  </a:lnTo>
                  <a:lnTo>
                    <a:pt x="1647047" y="1091765"/>
                  </a:lnTo>
                  <a:lnTo>
                    <a:pt x="1648118" y="1091575"/>
                  </a:lnTo>
                  <a:lnTo>
                    <a:pt x="1649190" y="1091383"/>
                  </a:lnTo>
                  <a:lnTo>
                    <a:pt x="1650262" y="1091191"/>
                  </a:lnTo>
                  <a:lnTo>
                    <a:pt x="1651333" y="1090997"/>
                  </a:lnTo>
                  <a:lnTo>
                    <a:pt x="1652405" y="1090802"/>
                  </a:lnTo>
                  <a:lnTo>
                    <a:pt x="1653476" y="1090605"/>
                  </a:lnTo>
                  <a:lnTo>
                    <a:pt x="1654548" y="1090408"/>
                  </a:lnTo>
                  <a:lnTo>
                    <a:pt x="1655620" y="1090209"/>
                  </a:lnTo>
                  <a:lnTo>
                    <a:pt x="1656691" y="1090008"/>
                  </a:lnTo>
                  <a:lnTo>
                    <a:pt x="1657763" y="1088881"/>
                  </a:lnTo>
                  <a:lnTo>
                    <a:pt x="1658834" y="1087691"/>
                  </a:lnTo>
                  <a:lnTo>
                    <a:pt x="1659906" y="1086504"/>
                  </a:lnTo>
                  <a:lnTo>
                    <a:pt x="1660978" y="1085319"/>
                  </a:lnTo>
                  <a:lnTo>
                    <a:pt x="1662049" y="1084138"/>
                  </a:lnTo>
                  <a:lnTo>
                    <a:pt x="1663121" y="1082961"/>
                  </a:lnTo>
                  <a:lnTo>
                    <a:pt x="1664192" y="1081786"/>
                  </a:lnTo>
                  <a:lnTo>
                    <a:pt x="1665264" y="1080614"/>
                  </a:lnTo>
                  <a:lnTo>
                    <a:pt x="1666336" y="1079446"/>
                  </a:lnTo>
                  <a:lnTo>
                    <a:pt x="1667407" y="1078280"/>
                  </a:lnTo>
                  <a:lnTo>
                    <a:pt x="1668479" y="1077118"/>
                  </a:lnTo>
                  <a:lnTo>
                    <a:pt x="1669550" y="1075959"/>
                  </a:lnTo>
                  <a:lnTo>
                    <a:pt x="1670622" y="1074803"/>
                  </a:lnTo>
                  <a:lnTo>
                    <a:pt x="1671694" y="1073650"/>
                  </a:lnTo>
                  <a:lnTo>
                    <a:pt x="1672765" y="1072500"/>
                  </a:lnTo>
                  <a:lnTo>
                    <a:pt x="1673837" y="1071352"/>
                  </a:lnTo>
                  <a:lnTo>
                    <a:pt x="1674908" y="1070208"/>
                  </a:lnTo>
                  <a:lnTo>
                    <a:pt x="1675980" y="1069067"/>
                  </a:lnTo>
                  <a:lnTo>
                    <a:pt x="1677052" y="1067929"/>
                  </a:lnTo>
                  <a:lnTo>
                    <a:pt x="1678123" y="1066794"/>
                  </a:lnTo>
                  <a:lnTo>
                    <a:pt x="1679195" y="1065661"/>
                  </a:lnTo>
                  <a:lnTo>
                    <a:pt x="1680266" y="1064532"/>
                  </a:lnTo>
                  <a:lnTo>
                    <a:pt x="1681338" y="1063405"/>
                  </a:lnTo>
                  <a:lnTo>
                    <a:pt x="1682410" y="1062282"/>
                  </a:lnTo>
                  <a:lnTo>
                    <a:pt x="1683481" y="1061161"/>
                  </a:lnTo>
                  <a:lnTo>
                    <a:pt x="1684553" y="1060043"/>
                  </a:lnTo>
                  <a:lnTo>
                    <a:pt x="1685624" y="1058927"/>
                  </a:lnTo>
                  <a:lnTo>
                    <a:pt x="1686696" y="1057815"/>
                  </a:lnTo>
                  <a:lnTo>
                    <a:pt x="1687768" y="1056705"/>
                  </a:lnTo>
                  <a:lnTo>
                    <a:pt x="1688839" y="1055598"/>
                  </a:lnTo>
                  <a:lnTo>
                    <a:pt x="1689911" y="1054494"/>
                  </a:lnTo>
                  <a:lnTo>
                    <a:pt x="1690982" y="1053393"/>
                  </a:lnTo>
                  <a:lnTo>
                    <a:pt x="1692054" y="1052294"/>
                  </a:lnTo>
                  <a:lnTo>
                    <a:pt x="1693126" y="1051198"/>
                  </a:lnTo>
                  <a:lnTo>
                    <a:pt x="1694197" y="1050105"/>
                  </a:lnTo>
                  <a:lnTo>
                    <a:pt x="1695269" y="1049014"/>
                  </a:lnTo>
                  <a:lnTo>
                    <a:pt x="1696340" y="1047926"/>
                  </a:lnTo>
                  <a:lnTo>
                    <a:pt x="1697412" y="1046841"/>
                  </a:lnTo>
                  <a:lnTo>
                    <a:pt x="1698484" y="1045758"/>
                  </a:lnTo>
                  <a:lnTo>
                    <a:pt x="1699555" y="1044678"/>
                  </a:lnTo>
                  <a:lnTo>
                    <a:pt x="1700627" y="1043600"/>
                  </a:lnTo>
                  <a:lnTo>
                    <a:pt x="1701698" y="1042525"/>
                  </a:lnTo>
                  <a:lnTo>
                    <a:pt x="1702770" y="1041452"/>
                  </a:lnTo>
                  <a:lnTo>
                    <a:pt x="1703842" y="1040382"/>
                  </a:lnTo>
                  <a:lnTo>
                    <a:pt x="1704913" y="1039314"/>
                  </a:lnTo>
                  <a:lnTo>
                    <a:pt x="1705985" y="1038249"/>
                  </a:lnTo>
                  <a:lnTo>
                    <a:pt x="1707056" y="1037186"/>
                  </a:lnTo>
                  <a:lnTo>
                    <a:pt x="1708128" y="1036126"/>
                  </a:lnTo>
                  <a:lnTo>
                    <a:pt x="1709200" y="1035068"/>
                  </a:lnTo>
                  <a:lnTo>
                    <a:pt x="1710271" y="1034012"/>
                  </a:lnTo>
                  <a:lnTo>
                    <a:pt x="1711343" y="1032959"/>
                  </a:lnTo>
                  <a:lnTo>
                    <a:pt x="1712414" y="1031908"/>
                  </a:lnTo>
                  <a:lnTo>
                    <a:pt x="1713486" y="1030859"/>
                  </a:lnTo>
                  <a:lnTo>
                    <a:pt x="1714558" y="1029813"/>
                  </a:lnTo>
                  <a:lnTo>
                    <a:pt x="1715629" y="1028769"/>
                  </a:lnTo>
                  <a:lnTo>
                    <a:pt x="1716701" y="1027727"/>
                  </a:lnTo>
                  <a:lnTo>
                    <a:pt x="1717772" y="1026688"/>
                  </a:lnTo>
                  <a:lnTo>
                    <a:pt x="1718844" y="1025650"/>
                  </a:lnTo>
                  <a:lnTo>
                    <a:pt x="1719916" y="1024615"/>
                  </a:lnTo>
                  <a:lnTo>
                    <a:pt x="1720987" y="1023582"/>
                  </a:lnTo>
                  <a:lnTo>
                    <a:pt x="1722059" y="1022552"/>
                  </a:lnTo>
                  <a:lnTo>
                    <a:pt x="1723130" y="1021523"/>
                  </a:lnTo>
                  <a:lnTo>
                    <a:pt x="1724202" y="1020496"/>
                  </a:lnTo>
                  <a:lnTo>
                    <a:pt x="1725274" y="1019472"/>
                  </a:lnTo>
                  <a:lnTo>
                    <a:pt x="1726345" y="1018449"/>
                  </a:lnTo>
                  <a:lnTo>
                    <a:pt x="1727417" y="1017429"/>
                  </a:lnTo>
                  <a:lnTo>
                    <a:pt x="1728488" y="1016411"/>
                  </a:lnTo>
                  <a:lnTo>
                    <a:pt x="1729560" y="1015394"/>
                  </a:lnTo>
                  <a:lnTo>
                    <a:pt x="1730632" y="1014380"/>
                  </a:lnTo>
                  <a:lnTo>
                    <a:pt x="1731703" y="1013367"/>
                  </a:lnTo>
                  <a:lnTo>
                    <a:pt x="1732775" y="1012357"/>
                  </a:lnTo>
                  <a:lnTo>
                    <a:pt x="1733846" y="1011348"/>
                  </a:lnTo>
                  <a:lnTo>
                    <a:pt x="1734918" y="1010342"/>
                  </a:lnTo>
                  <a:lnTo>
                    <a:pt x="1735990" y="1009337"/>
                  </a:lnTo>
                  <a:lnTo>
                    <a:pt x="1737061" y="1008334"/>
                  </a:lnTo>
                  <a:lnTo>
                    <a:pt x="1738133" y="1007333"/>
                  </a:lnTo>
                  <a:lnTo>
                    <a:pt x="1739204" y="1006333"/>
                  </a:lnTo>
                  <a:lnTo>
                    <a:pt x="1740276" y="1005336"/>
                  </a:lnTo>
                  <a:lnTo>
                    <a:pt x="1741348" y="1004340"/>
                  </a:lnTo>
                  <a:lnTo>
                    <a:pt x="1742419" y="1003346"/>
                  </a:lnTo>
                  <a:lnTo>
                    <a:pt x="1743491" y="1002354"/>
                  </a:lnTo>
                  <a:lnTo>
                    <a:pt x="1744562" y="1001363"/>
                  </a:lnTo>
                  <a:lnTo>
                    <a:pt x="1745634" y="1000374"/>
                  </a:lnTo>
                  <a:lnTo>
                    <a:pt x="1746706" y="999387"/>
                  </a:lnTo>
                  <a:lnTo>
                    <a:pt x="1747777" y="998401"/>
                  </a:lnTo>
                  <a:lnTo>
                    <a:pt x="1748849" y="997417"/>
                  </a:lnTo>
                  <a:lnTo>
                    <a:pt x="1749920" y="996434"/>
                  </a:lnTo>
                  <a:lnTo>
                    <a:pt x="1750992" y="995453"/>
                  </a:lnTo>
                  <a:lnTo>
                    <a:pt x="1752064" y="994474"/>
                  </a:lnTo>
                  <a:lnTo>
                    <a:pt x="1753135" y="993496"/>
                  </a:lnTo>
                  <a:lnTo>
                    <a:pt x="1754207" y="992519"/>
                  </a:lnTo>
                  <a:lnTo>
                    <a:pt x="1755278" y="991544"/>
                  </a:lnTo>
                  <a:lnTo>
                    <a:pt x="1756350" y="990571"/>
                  </a:lnTo>
                  <a:lnTo>
                    <a:pt x="1757422" y="989599"/>
                  </a:lnTo>
                  <a:lnTo>
                    <a:pt x="1758493" y="988628"/>
                  </a:lnTo>
                  <a:lnTo>
                    <a:pt x="1759565" y="987659"/>
                  </a:lnTo>
                  <a:lnTo>
                    <a:pt x="1760636" y="986691"/>
                  </a:lnTo>
                  <a:lnTo>
                    <a:pt x="1761708" y="985724"/>
                  </a:lnTo>
                  <a:lnTo>
                    <a:pt x="1762780" y="984759"/>
                  </a:lnTo>
                  <a:lnTo>
                    <a:pt x="1763851" y="983795"/>
                  </a:lnTo>
                  <a:lnTo>
                    <a:pt x="1764923" y="982832"/>
                  </a:lnTo>
                  <a:lnTo>
                    <a:pt x="1765994" y="981871"/>
                  </a:lnTo>
                  <a:lnTo>
                    <a:pt x="1767066" y="980911"/>
                  </a:lnTo>
                  <a:lnTo>
                    <a:pt x="1768138" y="979952"/>
                  </a:lnTo>
                  <a:lnTo>
                    <a:pt x="1769209" y="978994"/>
                  </a:lnTo>
                  <a:lnTo>
                    <a:pt x="1770281" y="978037"/>
                  </a:lnTo>
                  <a:lnTo>
                    <a:pt x="1771352" y="977082"/>
                  </a:lnTo>
                  <a:lnTo>
                    <a:pt x="1772424" y="976127"/>
                  </a:lnTo>
                  <a:lnTo>
                    <a:pt x="1773496" y="975174"/>
                  </a:lnTo>
                  <a:lnTo>
                    <a:pt x="1774567" y="974222"/>
                  </a:lnTo>
                  <a:lnTo>
                    <a:pt x="1775639" y="973270"/>
                  </a:lnTo>
                  <a:lnTo>
                    <a:pt x="1776710" y="972320"/>
                  </a:lnTo>
                  <a:lnTo>
                    <a:pt x="1777782" y="971371"/>
                  </a:lnTo>
                  <a:lnTo>
                    <a:pt x="1778853" y="970423"/>
                  </a:lnTo>
                  <a:lnTo>
                    <a:pt x="1779925" y="969476"/>
                  </a:lnTo>
                  <a:lnTo>
                    <a:pt x="1780997" y="968529"/>
                  </a:lnTo>
                  <a:lnTo>
                    <a:pt x="1782068" y="967584"/>
                  </a:lnTo>
                  <a:lnTo>
                    <a:pt x="1783140" y="966640"/>
                  </a:lnTo>
                  <a:lnTo>
                    <a:pt x="1784211" y="965696"/>
                  </a:lnTo>
                  <a:lnTo>
                    <a:pt x="1785283" y="964754"/>
                  </a:lnTo>
                  <a:lnTo>
                    <a:pt x="1786355" y="963812"/>
                  </a:lnTo>
                  <a:lnTo>
                    <a:pt x="1787426" y="962871"/>
                  </a:lnTo>
                  <a:lnTo>
                    <a:pt x="1788498" y="961931"/>
                  </a:lnTo>
                  <a:lnTo>
                    <a:pt x="1789569" y="960991"/>
                  </a:lnTo>
                  <a:lnTo>
                    <a:pt x="1790641" y="960053"/>
                  </a:lnTo>
                  <a:lnTo>
                    <a:pt x="1791713" y="959115"/>
                  </a:lnTo>
                  <a:lnTo>
                    <a:pt x="1792784" y="958177"/>
                  </a:lnTo>
                  <a:lnTo>
                    <a:pt x="1793856" y="957241"/>
                  </a:lnTo>
                  <a:lnTo>
                    <a:pt x="1794927" y="956305"/>
                  </a:lnTo>
                  <a:lnTo>
                    <a:pt x="1795999" y="955370"/>
                  </a:lnTo>
                  <a:lnTo>
                    <a:pt x="1797071" y="954436"/>
                  </a:lnTo>
                  <a:lnTo>
                    <a:pt x="1798142" y="953502"/>
                  </a:lnTo>
                  <a:lnTo>
                    <a:pt x="1799214" y="952568"/>
                  </a:lnTo>
                  <a:lnTo>
                    <a:pt x="1800285" y="951636"/>
                  </a:lnTo>
                  <a:lnTo>
                    <a:pt x="1801357" y="950704"/>
                  </a:lnTo>
                  <a:lnTo>
                    <a:pt x="1802429" y="949772"/>
                  </a:lnTo>
                  <a:lnTo>
                    <a:pt x="1803500" y="948841"/>
                  </a:lnTo>
                  <a:lnTo>
                    <a:pt x="1804572" y="947910"/>
                  </a:lnTo>
                  <a:lnTo>
                    <a:pt x="1805643" y="946980"/>
                  </a:lnTo>
                  <a:lnTo>
                    <a:pt x="1806715" y="946051"/>
                  </a:lnTo>
                  <a:lnTo>
                    <a:pt x="1807787" y="945122"/>
                  </a:lnTo>
                  <a:lnTo>
                    <a:pt x="1808858" y="944193"/>
                  </a:lnTo>
                  <a:lnTo>
                    <a:pt x="1809930" y="943265"/>
                  </a:lnTo>
                  <a:lnTo>
                    <a:pt x="1811001" y="942337"/>
                  </a:lnTo>
                  <a:lnTo>
                    <a:pt x="1812073" y="941409"/>
                  </a:lnTo>
                  <a:lnTo>
                    <a:pt x="1813145" y="940482"/>
                  </a:lnTo>
                  <a:lnTo>
                    <a:pt x="1814216" y="939555"/>
                  </a:lnTo>
                  <a:lnTo>
                    <a:pt x="1815288" y="938629"/>
                  </a:lnTo>
                  <a:lnTo>
                    <a:pt x="1816359" y="937702"/>
                  </a:lnTo>
                  <a:lnTo>
                    <a:pt x="1817431" y="936777"/>
                  </a:lnTo>
                  <a:lnTo>
                    <a:pt x="1818503" y="935851"/>
                  </a:lnTo>
                  <a:lnTo>
                    <a:pt x="1819574" y="934926"/>
                  </a:lnTo>
                  <a:lnTo>
                    <a:pt x="1820646" y="934000"/>
                  </a:lnTo>
                  <a:lnTo>
                    <a:pt x="1821717" y="933075"/>
                  </a:lnTo>
                  <a:lnTo>
                    <a:pt x="1822789" y="932151"/>
                  </a:lnTo>
                  <a:lnTo>
                    <a:pt x="1823861" y="931226"/>
                  </a:lnTo>
                  <a:lnTo>
                    <a:pt x="1824932" y="930302"/>
                  </a:lnTo>
                  <a:lnTo>
                    <a:pt x="1826004" y="929378"/>
                  </a:lnTo>
                  <a:lnTo>
                    <a:pt x="1827075" y="928454"/>
                  </a:lnTo>
                  <a:lnTo>
                    <a:pt x="1828147" y="927530"/>
                  </a:lnTo>
                  <a:lnTo>
                    <a:pt x="1829219" y="926606"/>
                  </a:lnTo>
                  <a:lnTo>
                    <a:pt x="1830290" y="925682"/>
                  </a:lnTo>
                  <a:lnTo>
                    <a:pt x="1831362" y="924759"/>
                  </a:lnTo>
                  <a:lnTo>
                    <a:pt x="1832433" y="923835"/>
                  </a:lnTo>
                  <a:lnTo>
                    <a:pt x="1833505" y="922911"/>
                  </a:lnTo>
                  <a:lnTo>
                    <a:pt x="1834577" y="921988"/>
                  </a:lnTo>
                  <a:lnTo>
                    <a:pt x="1835648" y="921064"/>
                  </a:lnTo>
                  <a:lnTo>
                    <a:pt x="1836720" y="920141"/>
                  </a:lnTo>
                  <a:lnTo>
                    <a:pt x="1837791" y="919217"/>
                  </a:lnTo>
                  <a:lnTo>
                    <a:pt x="1838863" y="918294"/>
                  </a:lnTo>
                  <a:lnTo>
                    <a:pt x="1839935" y="917370"/>
                  </a:lnTo>
                  <a:lnTo>
                    <a:pt x="1841006" y="916447"/>
                  </a:lnTo>
                  <a:lnTo>
                    <a:pt x="1842078" y="915523"/>
                  </a:lnTo>
                  <a:lnTo>
                    <a:pt x="1843149" y="914599"/>
                  </a:lnTo>
                  <a:lnTo>
                    <a:pt x="1844221" y="913676"/>
                  </a:lnTo>
                  <a:lnTo>
                    <a:pt x="1845293" y="912752"/>
                  </a:lnTo>
                  <a:lnTo>
                    <a:pt x="1846364" y="911828"/>
                  </a:lnTo>
                  <a:lnTo>
                    <a:pt x="1847436" y="910903"/>
                  </a:lnTo>
                  <a:lnTo>
                    <a:pt x="1848507" y="909979"/>
                  </a:lnTo>
                  <a:lnTo>
                    <a:pt x="1849579" y="909055"/>
                  </a:lnTo>
                  <a:lnTo>
                    <a:pt x="1850651" y="908130"/>
                  </a:lnTo>
                  <a:lnTo>
                    <a:pt x="1851722" y="907205"/>
                  </a:lnTo>
                  <a:lnTo>
                    <a:pt x="1852794" y="906280"/>
                  </a:lnTo>
                  <a:lnTo>
                    <a:pt x="1853865" y="905355"/>
                  </a:lnTo>
                  <a:lnTo>
                    <a:pt x="1854937" y="904429"/>
                  </a:lnTo>
                  <a:lnTo>
                    <a:pt x="1856009" y="903504"/>
                  </a:lnTo>
                  <a:lnTo>
                    <a:pt x="1857080" y="902578"/>
                  </a:lnTo>
                  <a:lnTo>
                    <a:pt x="1858152" y="901652"/>
                  </a:lnTo>
                  <a:lnTo>
                    <a:pt x="1859223" y="900725"/>
                  </a:lnTo>
                  <a:lnTo>
                    <a:pt x="1860295" y="899799"/>
                  </a:lnTo>
                  <a:lnTo>
                    <a:pt x="1861367" y="898872"/>
                  </a:lnTo>
                  <a:lnTo>
                    <a:pt x="1862438" y="897945"/>
                  </a:lnTo>
                  <a:lnTo>
                    <a:pt x="1863510" y="897017"/>
                  </a:lnTo>
                  <a:lnTo>
                    <a:pt x="1864581" y="896089"/>
                  </a:lnTo>
                  <a:lnTo>
                    <a:pt x="1865653" y="895161"/>
                  </a:lnTo>
                  <a:lnTo>
                    <a:pt x="1866725" y="894233"/>
                  </a:lnTo>
                  <a:lnTo>
                    <a:pt x="1867796" y="893304"/>
                  </a:lnTo>
                  <a:lnTo>
                    <a:pt x="1868868" y="892375"/>
                  </a:lnTo>
                  <a:lnTo>
                    <a:pt x="1869939" y="891445"/>
                  </a:lnTo>
                  <a:lnTo>
                    <a:pt x="1871011" y="890515"/>
                  </a:lnTo>
                  <a:lnTo>
                    <a:pt x="1872083" y="889585"/>
                  </a:lnTo>
                  <a:lnTo>
                    <a:pt x="1873154" y="888654"/>
                  </a:lnTo>
                  <a:lnTo>
                    <a:pt x="1874226" y="887723"/>
                  </a:lnTo>
                  <a:lnTo>
                    <a:pt x="1875297" y="886792"/>
                  </a:lnTo>
                  <a:lnTo>
                    <a:pt x="1876369" y="885860"/>
                  </a:lnTo>
                  <a:lnTo>
                    <a:pt x="1877441" y="884928"/>
                  </a:lnTo>
                  <a:lnTo>
                    <a:pt x="1878512" y="883995"/>
                  </a:lnTo>
                  <a:lnTo>
                    <a:pt x="1879584" y="883062"/>
                  </a:lnTo>
                  <a:lnTo>
                    <a:pt x="1880655" y="882128"/>
                  </a:lnTo>
                  <a:lnTo>
                    <a:pt x="1881727" y="881195"/>
                  </a:lnTo>
                  <a:lnTo>
                    <a:pt x="1882799" y="880260"/>
                  </a:lnTo>
                  <a:lnTo>
                    <a:pt x="1883870" y="879325"/>
                  </a:lnTo>
                  <a:lnTo>
                    <a:pt x="1884942" y="878390"/>
                  </a:lnTo>
                  <a:lnTo>
                    <a:pt x="1886013" y="877454"/>
                  </a:lnTo>
                  <a:lnTo>
                    <a:pt x="1887085" y="876518"/>
                  </a:lnTo>
                  <a:lnTo>
                    <a:pt x="1888157" y="875581"/>
                  </a:lnTo>
                  <a:lnTo>
                    <a:pt x="1889228" y="874644"/>
                  </a:lnTo>
                  <a:lnTo>
                    <a:pt x="1890300" y="873706"/>
                  </a:lnTo>
                  <a:lnTo>
                    <a:pt x="1891371" y="872768"/>
                  </a:lnTo>
                  <a:lnTo>
                    <a:pt x="1892443" y="871829"/>
                  </a:lnTo>
                  <a:lnTo>
                    <a:pt x="1893515" y="870890"/>
                  </a:lnTo>
                  <a:lnTo>
                    <a:pt x="1894586" y="869950"/>
                  </a:lnTo>
                  <a:lnTo>
                    <a:pt x="1895658" y="869010"/>
                  </a:lnTo>
                  <a:lnTo>
                    <a:pt x="1896729" y="868069"/>
                  </a:lnTo>
                  <a:lnTo>
                    <a:pt x="1897801" y="867128"/>
                  </a:lnTo>
                  <a:lnTo>
                    <a:pt x="1898873" y="866186"/>
                  </a:lnTo>
                  <a:lnTo>
                    <a:pt x="1899944" y="865244"/>
                  </a:lnTo>
                  <a:lnTo>
                    <a:pt x="1901016" y="864301"/>
                  </a:lnTo>
                  <a:lnTo>
                    <a:pt x="1902087" y="863357"/>
                  </a:lnTo>
                  <a:lnTo>
                    <a:pt x="1903159" y="862413"/>
                  </a:lnTo>
                  <a:lnTo>
                    <a:pt x="1904231" y="861469"/>
                  </a:lnTo>
                  <a:lnTo>
                    <a:pt x="1905302" y="860524"/>
                  </a:lnTo>
                  <a:lnTo>
                    <a:pt x="1906374" y="859578"/>
                  </a:lnTo>
                  <a:lnTo>
                    <a:pt x="1907445" y="858632"/>
                  </a:lnTo>
                  <a:lnTo>
                    <a:pt x="1908517" y="857685"/>
                  </a:lnTo>
                  <a:lnTo>
                    <a:pt x="1909589" y="856738"/>
                  </a:lnTo>
                  <a:lnTo>
                    <a:pt x="1910660" y="855790"/>
                  </a:lnTo>
                  <a:lnTo>
                    <a:pt x="1911732" y="854842"/>
                  </a:lnTo>
                  <a:lnTo>
                    <a:pt x="1912803" y="853893"/>
                  </a:lnTo>
                  <a:lnTo>
                    <a:pt x="1913875" y="852943"/>
                  </a:lnTo>
                  <a:lnTo>
                    <a:pt x="1914947" y="851993"/>
                  </a:lnTo>
                  <a:lnTo>
                    <a:pt x="1916018" y="851042"/>
                  </a:lnTo>
                  <a:lnTo>
                    <a:pt x="1917090" y="850091"/>
                  </a:lnTo>
                  <a:lnTo>
                    <a:pt x="1918161" y="849139"/>
                  </a:lnTo>
                  <a:lnTo>
                    <a:pt x="1919233" y="848186"/>
                  </a:lnTo>
                  <a:lnTo>
                    <a:pt x="1920305" y="847233"/>
                  </a:lnTo>
                  <a:lnTo>
                    <a:pt x="1921376" y="846280"/>
                  </a:lnTo>
                  <a:lnTo>
                    <a:pt x="1922448" y="845325"/>
                  </a:lnTo>
                  <a:lnTo>
                    <a:pt x="1923519" y="844371"/>
                  </a:lnTo>
                  <a:lnTo>
                    <a:pt x="1924591" y="843415"/>
                  </a:lnTo>
                  <a:lnTo>
                    <a:pt x="1925663" y="842459"/>
                  </a:lnTo>
                  <a:lnTo>
                    <a:pt x="1926734" y="841503"/>
                  </a:lnTo>
                  <a:lnTo>
                    <a:pt x="1927806" y="840546"/>
                  </a:lnTo>
                  <a:lnTo>
                    <a:pt x="1928877" y="839588"/>
                  </a:lnTo>
                  <a:lnTo>
                    <a:pt x="1929949" y="838629"/>
                  </a:lnTo>
                  <a:lnTo>
                    <a:pt x="1931021" y="837671"/>
                  </a:lnTo>
                  <a:lnTo>
                    <a:pt x="1932092" y="836711"/>
                  </a:lnTo>
                  <a:lnTo>
                    <a:pt x="1933164" y="835751"/>
                  </a:lnTo>
                  <a:lnTo>
                    <a:pt x="1934235" y="834790"/>
                  </a:lnTo>
                  <a:lnTo>
                    <a:pt x="1935307" y="833829"/>
                  </a:lnTo>
                  <a:lnTo>
                    <a:pt x="1936379" y="832867"/>
                  </a:lnTo>
                  <a:lnTo>
                    <a:pt x="1937450" y="831905"/>
                  </a:lnTo>
                  <a:lnTo>
                    <a:pt x="1938522" y="830942"/>
                  </a:lnTo>
                  <a:lnTo>
                    <a:pt x="1939593" y="829978"/>
                  </a:lnTo>
                  <a:lnTo>
                    <a:pt x="1940665" y="829014"/>
                  </a:lnTo>
                  <a:lnTo>
                    <a:pt x="1941737" y="828049"/>
                  </a:lnTo>
                  <a:lnTo>
                    <a:pt x="1942808" y="827084"/>
                  </a:lnTo>
                  <a:lnTo>
                    <a:pt x="1943880" y="826118"/>
                  </a:lnTo>
                  <a:lnTo>
                    <a:pt x="1944951" y="825152"/>
                  </a:lnTo>
                  <a:lnTo>
                    <a:pt x="1946023" y="824185"/>
                  </a:lnTo>
                  <a:lnTo>
                    <a:pt x="1947095" y="823217"/>
                  </a:lnTo>
                  <a:lnTo>
                    <a:pt x="1948166" y="822249"/>
                  </a:lnTo>
                  <a:lnTo>
                    <a:pt x="1949238" y="821280"/>
                  </a:lnTo>
                  <a:lnTo>
                    <a:pt x="1950309" y="820311"/>
                  </a:lnTo>
                  <a:lnTo>
                    <a:pt x="1951381" y="819341"/>
                  </a:lnTo>
                  <a:lnTo>
                    <a:pt x="1952453" y="818371"/>
                  </a:lnTo>
                  <a:lnTo>
                    <a:pt x="1953524" y="817400"/>
                  </a:lnTo>
                  <a:lnTo>
                    <a:pt x="1954596" y="816428"/>
                  </a:lnTo>
                  <a:lnTo>
                    <a:pt x="1955667" y="815456"/>
                  </a:lnTo>
                  <a:lnTo>
                    <a:pt x="1956739" y="814484"/>
                  </a:lnTo>
                  <a:lnTo>
                    <a:pt x="1957810" y="813511"/>
                  </a:lnTo>
                  <a:lnTo>
                    <a:pt x="1958882" y="812537"/>
                  </a:lnTo>
                  <a:lnTo>
                    <a:pt x="1959954" y="811563"/>
                  </a:lnTo>
                  <a:lnTo>
                    <a:pt x="1961025" y="810588"/>
                  </a:lnTo>
                  <a:lnTo>
                    <a:pt x="1962097" y="809613"/>
                  </a:lnTo>
                  <a:lnTo>
                    <a:pt x="1963168" y="808637"/>
                  </a:lnTo>
                  <a:lnTo>
                    <a:pt x="1964240" y="807661"/>
                  </a:lnTo>
                  <a:lnTo>
                    <a:pt x="1965312" y="806684"/>
                  </a:lnTo>
                  <a:lnTo>
                    <a:pt x="1966383" y="805707"/>
                  </a:lnTo>
                  <a:lnTo>
                    <a:pt x="1967455" y="804729"/>
                  </a:lnTo>
                  <a:lnTo>
                    <a:pt x="1968526" y="803751"/>
                  </a:lnTo>
                  <a:lnTo>
                    <a:pt x="1969598" y="802772"/>
                  </a:lnTo>
                  <a:lnTo>
                    <a:pt x="1970670" y="801793"/>
                  </a:lnTo>
                  <a:lnTo>
                    <a:pt x="1971741" y="800813"/>
                  </a:lnTo>
                  <a:lnTo>
                    <a:pt x="1972813" y="799833"/>
                  </a:lnTo>
                  <a:lnTo>
                    <a:pt x="1973884" y="798852"/>
                  </a:lnTo>
                  <a:lnTo>
                    <a:pt x="1974956" y="797871"/>
                  </a:lnTo>
                  <a:lnTo>
                    <a:pt x="1976028" y="796889"/>
                  </a:lnTo>
                  <a:lnTo>
                    <a:pt x="1977099" y="795907"/>
                  </a:lnTo>
                  <a:lnTo>
                    <a:pt x="1978171" y="794924"/>
                  </a:lnTo>
                  <a:lnTo>
                    <a:pt x="1979242" y="793941"/>
                  </a:lnTo>
                  <a:lnTo>
                    <a:pt x="1980314" y="792958"/>
                  </a:lnTo>
                  <a:lnTo>
                    <a:pt x="1981386" y="791974"/>
                  </a:lnTo>
                  <a:lnTo>
                    <a:pt x="1982457" y="790989"/>
                  </a:lnTo>
                  <a:lnTo>
                    <a:pt x="1983529" y="790005"/>
                  </a:lnTo>
                  <a:lnTo>
                    <a:pt x="1984600" y="789019"/>
                  </a:lnTo>
                  <a:lnTo>
                    <a:pt x="1985672" y="788034"/>
                  </a:lnTo>
                  <a:lnTo>
                    <a:pt x="1986744" y="787048"/>
                  </a:lnTo>
                  <a:lnTo>
                    <a:pt x="1987815" y="786061"/>
                  </a:lnTo>
                  <a:lnTo>
                    <a:pt x="1988887" y="785074"/>
                  </a:lnTo>
                  <a:lnTo>
                    <a:pt x="1989958" y="784087"/>
                  </a:lnTo>
                  <a:lnTo>
                    <a:pt x="1991030" y="783099"/>
                  </a:lnTo>
                  <a:lnTo>
                    <a:pt x="1992102" y="782111"/>
                  </a:lnTo>
                  <a:lnTo>
                    <a:pt x="1993173" y="781123"/>
                  </a:lnTo>
                  <a:lnTo>
                    <a:pt x="1994245" y="780134"/>
                  </a:lnTo>
                  <a:lnTo>
                    <a:pt x="1995316" y="779145"/>
                  </a:lnTo>
                  <a:lnTo>
                    <a:pt x="1996388" y="778156"/>
                  </a:lnTo>
                  <a:lnTo>
                    <a:pt x="1997460" y="777166"/>
                  </a:lnTo>
                  <a:lnTo>
                    <a:pt x="1998531" y="776176"/>
                  </a:lnTo>
                  <a:lnTo>
                    <a:pt x="1999603" y="775185"/>
                  </a:lnTo>
                  <a:lnTo>
                    <a:pt x="2000674" y="774194"/>
                  </a:lnTo>
                  <a:lnTo>
                    <a:pt x="2001746" y="773203"/>
                  </a:lnTo>
                  <a:lnTo>
                    <a:pt x="2002818" y="772212"/>
                  </a:lnTo>
                  <a:lnTo>
                    <a:pt x="2003889" y="771220"/>
                  </a:lnTo>
                  <a:lnTo>
                    <a:pt x="2004961" y="770228"/>
                  </a:lnTo>
                  <a:lnTo>
                    <a:pt x="2006032" y="769235"/>
                  </a:lnTo>
                  <a:lnTo>
                    <a:pt x="2007104" y="768243"/>
                  </a:lnTo>
                  <a:lnTo>
                    <a:pt x="2008176" y="767250"/>
                  </a:lnTo>
                  <a:lnTo>
                    <a:pt x="2009247" y="766256"/>
                  </a:lnTo>
                  <a:lnTo>
                    <a:pt x="2010319" y="765263"/>
                  </a:lnTo>
                  <a:lnTo>
                    <a:pt x="2011390" y="764269"/>
                  </a:lnTo>
                  <a:lnTo>
                    <a:pt x="2012462" y="763275"/>
                  </a:lnTo>
                  <a:lnTo>
                    <a:pt x="2013534" y="762281"/>
                  </a:lnTo>
                  <a:lnTo>
                    <a:pt x="2014605" y="761287"/>
                  </a:lnTo>
                  <a:lnTo>
                    <a:pt x="2015677" y="760292"/>
                  </a:lnTo>
                  <a:lnTo>
                    <a:pt x="2016748" y="759297"/>
                  </a:lnTo>
                  <a:lnTo>
                    <a:pt x="2017820" y="758302"/>
                  </a:lnTo>
                  <a:lnTo>
                    <a:pt x="2018892" y="757307"/>
                  </a:lnTo>
                  <a:lnTo>
                    <a:pt x="2019963" y="756311"/>
                  </a:lnTo>
                  <a:lnTo>
                    <a:pt x="2021035" y="755315"/>
                  </a:lnTo>
                  <a:lnTo>
                    <a:pt x="2022106" y="754320"/>
                  </a:lnTo>
                  <a:lnTo>
                    <a:pt x="2023178" y="753324"/>
                  </a:lnTo>
                  <a:lnTo>
                    <a:pt x="2024250" y="752327"/>
                  </a:lnTo>
                  <a:lnTo>
                    <a:pt x="2025321" y="751331"/>
                  </a:lnTo>
                  <a:lnTo>
                    <a:pt x="2026393" y="750335"/>
                  </a:lnTo>
                  <a:lnTo>
                    <a:pt x="2027464" y="749338"/>
                  </a:lnTo>
                  <a:lnTo>
                    <a:pt x="2028536" y="748341"/>
                  </a:lnTo>
                  <a:lnTo>
                    <a:pt x="2029608" y="747344"/>
                  </a:lnTo>
                  <a:lnTo>
                    <a:pt x="2030679" y="746348"/>
                  </a:lnTo>
                  <a:lnTo>
                    <a:pt x="2031751" y="745350"/>
                  </a:lnTo>
                  <a:lnTo>
                    <a:pt x="2032822" y="744353"/>
                  </a:lnTo>
                  <a:lnTo>
                    <a:pt x="2033894" y="743356"/>
                  </a:lnTo>
                  <a:lnTo>
                    <a:pt x="2034966" y="742359"/>
                  </a:lnTo>
                  <a:lnTo>
                    <a:pt x="2036037" y="741362"/>
                  </a:lnTo>
                  <a:lnTo>
                    <a:pt x="2037109" y="740364"/>
                  </a:lnTo>
                  <a:lnTo>
                    <a:pt x="2038180" y="739367"/>
                  </a:lnTo>
                  <a:lnTo>
                    <a:pt x="2039252" y="738369"/>
                  </a:lnTo>
                  <a:lnTo>
                    <a:pt x="2040324" y="737372"/>
                  </a:lnTo>
                  <a:lnTo>
                    <a:pt x="2041395" y="736374"/>
                  </a:lnTo>
                  <a:lnTo>
                    <a:pt x="2042467" y="735377"/>
                  </a:lnTo>
                  <a:lnTo>
                    <a:pt x="2043538" y="734379"/>
                  </a:lnTo>
                  <a:lnTo>
                    <a:pt x="2044610" y="733382"/>
                  </a:lnTo>
                  <a:lnTo>
                    <a:pt x="2045682" y="732384"/>
                  </a:lnTo>
                  <a:lnTo>
                    <a:pt x="2046753" y="731387"/>
                  </a:lnTo>
                  <a:lnTo>
                    <a:pt x="2047825" y="730390"/>
                  </a:lnTo>
                  <a:lnTo>
                    <a:pt x="2048896" y="729392"/>
                  </a:lnTo>
                  <a:lnTo>
                    <a:pt x="2049968" y="728395"/>
                  </a:lnTo>
                  <a:lnTo>
                    <a:pt x="2051040" y="727398"/>
                  </a:lnTo>
                  <a:lnTo>
                    <a:pt x="2052111" y="726401"/>
                  </a:lnTo>
                  <a:lnTo>
                    <a:pt x="2053183" y="725404"/>
                  </a:lnTo>
                  <a:lnTo>
                    <a:pt x="2054254" y="724407"/>
                  </a:lnTo>
                  <a:lnTo>
                    <a:pt x="2055326" y="723410"/>
                  </a:lnTo>
                  <a:lnTo>
                    <a:pt x="2056398" y="722413"/>
                  </a:lnTo>
                  <a:lnTo>
                    <a:pt x="2057469" y="721417"/>
                  </a:lnTo>
                  <a:lnTo>
                    <a:pt x="2058541" y="720420"/>
                  </a:lnTo>
                  <a:lnTo>
                    <a:pt x="2059612" y="719424"/>
                  </a:lnTo>
                  <a:lnTo>
                    <a:pt x="2060684" y="718428"/>
                  </a:lnTo>
                  <a:lnTo>
                    <a:pt x="2061756" y="717432"/>
                  </a:lnTo>
                  <a:lnTo>
                    <a:pt x="2062827" y="716436"/>
                  </a:lnTo>
                  <a:lnTo>
                    <a:pt x="2063899" y="715441"/>
                  </a:lnTo>
                  <a:lnTo>
                    <a:pt x="2064970" y="714446"/>
                  </a:lnTo>
                  <a:lnTo>
                    <a:pt x="2066042" y="713450"/>
                  </a:lnTo>
                  <a:lnTo>
                    <a:pt x="2067114" y="712456"/>
                  </a:lnTo>
                  <a:lnTo>
                    <a:pt x="2068185" y="711461"/>
                  </a:lnTo>
                  <a:lnTo>
                    <a:pt x="2069257" y="710467"/>
                  </a:lnTo>
                  <a:lnTo>
                    <a:pt x="2070328" y="709472"/>
                  </a:lnTo>
                  <a:lnTo>
                    <a:pt x="2071400" y="708479"/>
                  </a:lnTo>
                  <a:lnTo>
                    <a:pt x="2072472" y="707485"/>
                  </a:lnTo>
                  <a:lnTo>
                    <a:pt x="2073543" y="706492"/>
                  </a:lnTo>
                  <a:lnTo>
                    <a:pt x="2074615" y="705499"/>
                  </a:lnTo>
                  <a:lnTo>
                    <a:pt x="2075686" y="704506"/>
                  </a:lnTo>
                  <a:lnTo>
                    <a:pt x="2076758" y="703514"/>
                  </a:lnTo>
                  <a:lnTo>
                    <a:pt x="2077830" y="702522"/>
                  </a:lnTo>
                  <a:lnTo>
                    <a:pt x="2078901" y="701530"/>
                  </a:lnTo>
                  <a:lnTo>
                    <a:pt x="2079973" y="700539"/>
                  </a:lnTo>
                  <a:lnTo>
                    <a:pt x="2081044" y="699548"/>
                  </a:lnTo>
                  <a:lnTo>
                    <a:pt x="2082116" y="698557"/>
                  </a:lnTo>
                  <a:lnTo>
                    <a:pt x="2083188" y="697567"/>
                  </a:lnTo>
                  <a:lnTo>
                    <a:pt x="2084259" y="696577"/>
                  </a:lnTo>
                  <a:lnTo>
                    <a:pt x="2085331" y="695588"/>
                  </a:lnTo>
                  <a:lnTo>
                    <a:pt x="2086402" y="694599"/>
                  </a:lnTo>
                  <a:lnTo>
                    <a:pt x="2087474" y="693610"/>
                  </a:lnTo>
                  <a:lnTo>
                    <a:pt x="2088546" y="692622"/>
                  </a:lnTo>
                  <a:lnTo>
                    <a:pt x="2089617" y="691635"/>
                  </a:lnTo>
                  <a:lnTo>
                    <a:pt x="2090689" y="690647"/>
                  </a:lnTo>
                  <a:lnTo>
                    <a:pt x="2091760" y="689661"/>
                  </a:lnTo>
                  <a:lnTo>
                    <a:pt x="2092832" y="688675"/>
                  </a:lnTo>
                  <a:lnTo>
                    <a:pt x="2093904" y="687689"/>
                  </a:lnTo>
                  <a:lnTo>
                    <a:pt x="2094975" y="686704"/>
                  </a:lnTo>
                  <a:lnTo>
                    <a:pt x="2096047" y="685719"/>
                  </a:lnTo>
                  <a:lnTo>
                    <a:pt x="2097118" y="684735"/>
                  </a:lnTo>
                  <a:lnTo>
                    <a:pt x="2098190" y="683752"/>
                  </a:lnTo>
                  <a:lnTo>
                    <a:pt x="2099262" y="682769"/>
                  </a:lnTo>
                  <a:lnTo>
                    <a:pt x="2100333" y="681786"/>
                  </a:lnTo>
                  <a:lnTo>
                    <a:pt x="2101405" y="680804"/>
                  </a:lnTo>
                  <a:lnTo>
                    <a:pt x="2102476" y="679823"/>
                  </a:lnTo>
                  <a:lnTo>
                    <a:pt x="2103548" y="678843"/>
                  </a:lnTo>
                  <a:lnTo>
                    <a:pt x="2104620" y="677863"/>
                  </a:lnTo>
                  <a:lnTo>
                    <a:pt x="2105691" y="676883"/>
                  </a:lnTo>
                  <a:lnTo>
                    <a:pt x="2106763" y="675905"/>
                  </a:lnTo>
                  <a:lnTo>
                    <a:pt x="2107834" y="674926"/>
                  </a:lnTo>
                  <a:lnTo>
                    <a:pt x="2108906" y="673949"/>
                  </a:lnTo>
                  <a:lnTo>
                    <a:pt x="2109978" y="672972"/>
                  </a:lnTo>
                  <a:lnTo>
                    <a:pt x="2111049" y="671996"/>
                  </a:lnTo>
                  <a:lnTo>
                    <a:pt x="2112121" y="671021"/>
                  </a:lnTo>
                  <a:lnTo>
                    <a:pt x="2113192" y="670047"/>
                  </a:lnTo>
                  <a:lnTo>
                    <a:pt x="2114264" y="669073"/>
                  </a:lnTo>
                  <a:lnTo>
                    <a:pt x="2115336" y="668100"/>
                  </a:lnTo>
                  <a:lnTo>
                    <a:pt x="2116407" y="667127"/>
                  </a:lnTo>
                  <a:lnTo>
                    <a:pt x="2117479" y="666156"/>
                  </a:lnTo>
                  <a:lnTo>
                    <a:pt x="2118550" y="665185"/>
                  </a:lnTo>
                  <a:lnTo>
                    <a:pt x="2119622" y="664215"/>
                  </a:lnTo>
                  <a:lnTo>
                    <a:pt x="2120694" y="663246"/>
                  </a:lnTo>
                  <a:lnTo>
                    <a:pt x="2121765" y="662277"/>
                  </a:lnTo>
                  <a:lnTo>
                    <a:pt x="2122837" y="661310"/>
                  </a:lnTo>
                  <a:lnTo>
                    <a:pt x="2123908" y="660343"/>
                  </a:lnTo>
                  <a:lnTo>
                    <a:pt x="2124980" y="659377"/>
                  </a:lnTo>
                  <a:lnTo>
                    <a:pt x="2126052" y="658412"/>
                  </a:lnTo>
                  <a:lnTo>
                    <a:pt x="2127123" y="657448"/>
                  </a:lnTo>
                  <a:lnTo>
                    <a:pt x="2128195" y="656485"/>
                  </a:lnTo>
                  <a:lnTo>
                    <a:pt x="2129266" y="655522"/>
                  </a:lnTo>
                  <a:lnTo>
                    <a:pt x="2130338" y="654561"/>
                  </a:lnTo>
                  <a:lnTo>
                    <a:pt x="2131409" y="653600"/>
                  </a:lnTo>
                  <a:lnTo>
                    <a:pt x="2132481" y="652641"/>
                  </a:lnTo>
                  <a:lnTo>
                    <a:pt x="2133553" y="651682"/>
                  </a:lnTo>
                  <a:lnTo>
                    <a:pt x="2134624" y="650725"/>
                  </a:lnTo>
                  <a:lnTo>
                    <a:pt x="2135696" y="649768"/>
                  </a:lnTo>
                  <a:lnTo>
                    <a:pt x="2136767" y="648812"/>
                  </a:lnTo>
                  <a:lnTo>
                    <a:pt x="2137839" y="647858"/>
                  </a:lnTo>
                  <a:lnTo>
                    <a:pt x="2138911" y="646904"/>
                  </a:lnTo>
                  <a:lnTo>
                    <a:pt x="2139982" y="645951"/>
                  </a:lnTo>
                  <a:lnTo>
                    <a:pt x="2141054" y="645000"/>
                  </a:lnTo>
                  <a:lnTo>
                    <a:pt x="2142125" y="644049"/>
                  </a:lnTo>
                  <a:lnTo>
                    <a:pt x="2143197" y="643100"/>
                  </a:lnTo>
                  <a:lnTo>
                    <a:pt x="2144269" y="642152"/>
                  </a:lnTo>
                  <a:lnTo>
                    <a:pt x="2145340" y="641204"/>
                  </a:lnTo>
                  <a:lnTo>
                    <a:pt x="2146412" y="640258"/>
                  </a:lnTo>
                  <a:lnTo>
                    <a:pt x="2147483" y="639313"/>
                  </a:lnTo>
                  <a:lnTo>
                    <a:pt x="2148555" y="638369"/>
                  </a:lnTo>
                  <a:lnTo>
                    <a:pt x="2149627" y="637426"/>
                  </a:lnTo>
                  <a:lnTo>
                    <a:pt x="2150698" y="636485"/>
                  </a:lnTo>
                  <a:lnTo>
                    <a:pt x="2151770" y="635544"/>
                  </a:lnTo>
                  <a:lnTo>
                    <a:pt x="2152841" y="634605"/>
                  </a:lnTo>
                  <a:lnTo>
                    <a:pt x="2153913" y="633667"/>
                  </a:lnTo>
                  <a:lnTo>
                    <a:pt x="2154985" y="632730"/>
                  </a:lnTo>
                  <a:lnTo>
                    <a:pt x="2156056" y="631795"/>
                  </a:lnTo>
                  <a:lnTo>
                    <a:pt x="2157128" y="630860"/>
                  </a:lnTo>
                  <a:lnTo>
                    <a:pt x="2158199" y="629927"/>
                  </a:lnTo>
                  <a:lnTo>
                    <a:pt x="2159271" y="628995"/>
                  </a:lnTo>
                  <a:lnTo>
                    <a:pt x="2160343" y="628065"/>
                  </a:lnTo>
                  <a:lnTo>
                    <a:pt x="2161414" y="627136"/>
                  </a:lnTo>
                  <a:lnTo>
                    <a:pt x="2162486" y="626208"/>
                  </a:lnTo>
                  <a:lnTo>
                    <a:pt x="2163557" y="625281"/>
                  </a:lnTo>
                  <a:lnTo>
                    <a:pt x="2164629" y="624356"/>
                  </a:lnTo>
                  <a:lnTo>
                    <a:pt x="2165701" y="623432"/>
                  </a:lnTo>
                  <a:lnTo>
                    <a:pt x="2166772" y="622509"/>
                  </a:lnTo>
                  <a:lnTo>
                    <a:pt x="2167844" y="621588"/>
                  </a:lnTo>
                  <a:lnTo>
                    <a:pt x="2168915" y="620668"/>
                  </a:lnTo>
                  <a:lnTo>
                    <a:pt x="2169987" y="619749"/>
                  </a:lnTo>
                  <a:lnTo>
                    <a:pt x="2171059" y="618832"/>
                  </a:lnTo>
                  <a:lnTo>
                    <a:pt x="2172130" y="617917"/>
                  </a:lnTo>
                  <a:lnTo>
                    <a:pt x="2173202" y="617002"/>
                  </a:lnTo>
                  <a:lnTo>
                    <a:pt x="2174273" y="616090"/>
                  </a:lnTo>
                  <a:lnTo>
                    <a:pt x="2175345" y="615178"/>
                  </a:lnTo>
                  <a:lnTo>
                    <a:pt x="2176417" y="614269"/>
                  </a:lnTo>
                  <a:lnTo>
                    <a:pt x="2177488" y="613360"/>
                  </a:lnTo>
                  <a:lnTo>
                    <a:pt x="2178560" y="612453"/>
                  </a:lnTo>
                  <a:lnTo>
                    <a:pt x="2179631" y="611548"/>
                  </a:lnTo>
                  <a:lnTo>
                    <a:pt x="2180703" y="610644"/>
                  </a:lnTo>
                  <a:lnTo>
                    <a:pt x="2181775" y="609742"/>
                  </a:lnTo>
                  <a:lnTo>
                    <a:pt x="2182846" y="608842"/>
                  </a:lnTo>
                  <a:lnTo>
                    <a:pt x="2183918" y="607942"/>
                  </a:lnTo>
                  <a:lnTo>
                    <a:pt x="2184989" y="607045"/>
                  </a:lnTo>
                  <a:lnTo>
                    <a:pt x="2186061" y="606149"/>
                  </a:lnTo>
                  <a:lnTo>
                    <a:pt x="2187133" y="605255"/>
                  </a:lnTo>
                  <a:lnTo>
                    <a:pt x="2188204" y="604362"/>
                  </a:lnTo>
                  <a:lnTo>
                    <a:pt x="2189276" y="603471"/>
                  </a:lnTo>
                  <a:lnTo>
                    <a:pt x="2190347" y="602582"/>
                  </a:lnTo>
                  <a:lnTo>
                    <a:pt x="2191419" y="601694"/>
                  </a:lnTo>
                  <a:lnTo>
                    <a:pt x="2192491" y="600808"/>
                  </a:lnTo>
                  <a:lnTo>
                    <a:pt x="2193562" y="599923"/>
                  </a:lnTo>
                  <a:lnTo>
                    <a:pt x="2194634" y="599041"/>
                  </a:lnTo>
                  <a:lnTo>
                    <a:pt x="2195705" y="598159"/>
                  </a:lnTo>
                  <a:lnTo>
                    <a:pt x="2196777" y="597280"/>
                  </a:lnTo>
                  <a:lnTo>
                    <a:pt x="2197849" y="596402"/>
                  </a:lnTo>
                  <a:lnTo>
                    <a:pt x="2198920" y="595526"/>
                  </a:lnTo>
                  <a:lnTo>
                    <a:pt x="2199992" y="594651"/>
                  </a:lnTo>
                  <a:lnTo>
                    <a:pt x="2201063" y="593778"/>
                  </a:lnTo>
                  <a:lnTo>
                    <a:pt x="2202135" y="592907"/>
                  </a:lnTo>
                  <a:lnTo>
                    <a:pt x="2203207" y="592037"/>
                  </a:lnTo>
                  <a:lnTo>
                    <a:pt x="2204278" y="591169"/>
                  </a:lnTo>
                  <a:lnTo>
                    <a:pt x="2205350" y="590303"/>
                  </a:lnTo>
                  <a:lnTo>
                    <a:pt x="2206421" y="589439"/>
                  </a:lnTo>
                  <a:lnTo>
                    <a:pt x="2207493" y="588576"/>
                  </a:lnTo>
                  <a:lnTo>
                    <a:pt x="2208565" y="587714"/>
                  </a:lnTo>
                  <a:lnTo>
                    <a:pt x="2209636" y="586855"/>
                  </a:lnTo>
                  <a:lnTo>
                    <a:pt x="2210708" y="585997"/>
                  </a:lnTo>
                  <a:lnTo>
                    <a:pt x="2211779" y="585141"/>
                  </a:lnTo>
                  <a:lnTo>
                    <a:pt x="2212851" y="584286"/>
                  </a:lnTo>
                  <a:lnTo>
                    <a:pt x="2213923" y="583434"/>
                  </a:lnTo>
                  <a:lnTo>
                    <a:pt x="2214994" y="582582"/>
                  </a:lnTo>
                  <a:lnTo>
                    <a:pt x="2216066" y="581733"/>
                  </a:lnTo>
                  <a:lnTo>
                    <a:pt x="2217137" y="580885"/>
                  </a:lnTo>
                  <a:lnTo>
                    <a:pt x="2218209" y="580039"/>
                  </a:lnTo>
                  <a:lnTo>
                    <a:pt x="2219281" y="579195"/>
                  </a:lnTo>
                  <a:lnTo>
                    <a:pt x="2220352" y="578352"/>
                  </a:lnTo>
                  <a:lnTo>
                    <a:pt x="2221424" y="577511"/>
                  </a:lnTo>
                  <a:lnTo>
                    <a:pt x="2222495" y="576672"/>
                  </a:lnTo>
                  <a:lnTo>
                    <a:pt x="2223567" y="575834"/>
                  </a:lnTo>
                  <a:lnTo>
                    <a:pt x="2224639" y="574998"/>
                  </a:lnTo>
                  <a:lnTo>
                    <a:pt x="2225710" y="574164"/>
                  </a:lnTo>
                  <a:lnTo>
                    <a:pt x="2226782" y="573332"/>
                  </a:lnTo>
                  <a:lnTo>
                    <a:pt x="2227853" y="572501"/>
                  </a:lnTo>
                  <a:lnTo>
                    <a:pt x="2228925" y="571672"/>
                  </a:lnTo>
                  <a:lnTo>
                    <a:pt x="2229997" y="570845"/>
                  </a:lnTo>
                  <a:lnTo>
                    <a:pt x="2231068" y="570019"/>
                  </a:lnTo>
                  <a:lnTo>
                    <a:pt x="2232140" y="569195"/>
                  </a:lnTo>
                  <a:lnTo>
                    <a:pt x="2233211" y="568373"/>
                  </a:lnTo>
                  <a:lnTo>
                    <a:pt x="2234283" y="567552"/>
                  </a:lnTo>
                  <a:lnTo>
                    <a:pt x="2235355" y="566734"/>
                  </a:lnTo>
                  <a:lnTo>
                    <a:pt x="2236426" y="565917"/>
                  </a:lnTo>
                  <a:lnTo>
                    <a:pt x="2237498" y="565101"/>
                  </a:lnTo>
                  <a:lnTo>
                    <a:pt x="2238569" y="564288"/>
                  </a:lnTo>
                  <a:lnTo>
                    <a:pt x="2239641" y="563476"/>
                  </a:lnTo>
                  <a:lnTo>
                    <a:pt x="2240713" y="562666"/>
                  </a:lnTo>
                  <a:lnTo>
                    <a:pt x="2241784" y="561857"/>
                  </a:lnTo>
                  <a:lnTo>
                    <a:pt x="2242856" y="561051"/>
                  </a:lnTo>
                  <a:lnTo>
                    <a:pt x="2243927" y="560246"/>
                  </a:lnTo>
                  <a:lnTo>
                    <a:pt x="2244999" y="559442"/>
                  </a:lnTo>
                  <a:lnTo>
                    <a:pt x="2246071" y="558641"/>
                  </a:lnTo>
                  <a:lnTo>
                    <a:pt x="2247142" y="557841"/>
                  </a:lnTo>
                  <a:lnTo>
                    <a:pt x="2248214" y="557043"/>
                  </a:lnTo>
                  <a:lnTo>
                    <a:pt x="2249285" y="556247"/>
                  </a:lnTo>
                  <a:lnTo>
                    <a:pt x="2250357" y="555452"/>
                  </a:lnTo>
                  <a:lnTo>
                    <a:pt x="2251429" y="554659"/>
                  </a:lnTo>
                  <a:lnTo>
                    <a:pt x="2252500" y="553868"/>
                  </a:lnTo>
                  <a:lnTo>
                    <a:pt x="2253572" y="553078"/>
                  </a:lnTo>
                  <a:lnTo>
                    <a:pt x="2254643" y="552291"/>
                  </a:lnTo>
                  <a:lnTo>
                    <a:pt x="2255715" y="551505"/>
                  </a:lnTo>
                  <a:lnTo>
                    <a:pt x="2256787" y="550721"/>
                  </a:lnTo>
                  <a:lnTo>
                    <a:pt x="2257858" y="549938"/>
                  </a:lnTo>
                  <a:lnTo>
                    <a:pt x="2258930" y="549157"/>
                  </a:lnTo>
                  <a:lnTo>
                    <a:pt x="2260001" y="548378"/>
                  </a:lnTo>
                  <a:lnTo>
                    <a:pt x="2261073" y="547601"/>
                  </a:lnTo>
                  <a:lnTo>
                    <a:pt x="2262145" y="546826"/>
                  </a:lnTo>
                  <a:lnTo>
                    <a:pt x="2263216" y="546052"/>
                  </a:lnTo>
                  <a:lnTo>
                    <a:pt x="2264288" y="545280"/>
                  </a:lnTo>
                  <a:lnTo>
                    <a:pt x="2265359" y="544510"/>
                  </a:lnTo>
                  <a:lnTo>
                    <a:pt x="2266431" y="543741"/>
                  </a:lnTo>
                  <a:lnTo>
                    <a:pt x="2267503" y="542974"/>
                  </a:lnTo>
                  <a:lnTo>
                    <a:pt x="2268574" y="542209"/>
                  </a:lnTo>
                  <a:lnTo>
                    <a:pt x="2269646" y="541446"/>
                  </a:lnTo>
                  <a:lnTo>
                    <a:pt x="2270717" y="540684"/>
                  </a:lnTo>
                  <a:lnTo>
                    <a:pt x="2271789" y="539924"/>
                  </a:lnTo>
                  <a:lnTo>
                    <a:pt x="2272861" y="539166"/>
                  </a:lnTo>
                  <a:lnTo>
                    <a:pt x="2273932" y="538410"/>
                  </a:lnTo>
                  <a:lnTo>
                    <a:pt x="2275004" y="537655"/>
                  </a:lnTo>
                  <a:lnTo>
                    <a:pt x="2276075" y="536902"/>
                  </a:lnTo>
                  <a:lnTo>
                    <a:pt x="2277147" y="536151"/>
                  </a:lnTo>
                  <a:lnTo>
                    <a:pt x="2278219" y="535402"/>
                  </a:lnTo>
                  <a:lnTo>
                    <a:pt x="2279290" y="534654"/>
                  </a:lnTo>
                  <a:lnTo>
                    <a:pt x="2280362" y="533908"/>
                  </a:lnTo>
                  <a:lnTo>
                    <a:pt x="2281433" y="533164"/>
                  </a:lnTo>
                  <a:lnTo>
                    <a:pt x="2282505" y="532422"/>
                  </a:lnTo>
                  <a:lnTo>
                    <a:pt x="2283577" y="531681"/>
                  </a:lnTo>
                  <a:lnTo>
                    <a:pt x="2284648" y="530942"/>
                  </a:lnTo>
                  <a:lnTo>
                    <a:pt x="2285720" y="530205"/>
                  </a:lnTo>
                  <a:lnTo>
                    <a:pt x="2286791" y="529470"/>
                  </a:lnTo>
                  <a:lnTo>
                    <a:pt x="2287863" y="528736"/>
                  </a:lnTo>
                  <a:lnTo>
                    <a:pt x="2288935" y="528004"/>
                  </a:lnTo>
                  <a:lnTo>
                    <a:pt x="2290006" y="527274"/>
                  </a:lnTo>
                  <a:lnTo>
                    <a:pt x="2291078" y="526545"/>
                  </a:lnTo>
                  <a:lnTo>
                    <a:pt x="2292149" y="525819"/>
                  </a:lnTo>
                  <a:lnTo>
                    <a:pt x="2293221" y="525094"/>
                  </a:lnTo>
                  <a:lnTo>
                    <a:pt x="2294293" y="524370"/>
                  </a:lnTo>
                  <a:lnTo>
                    <a:pt x="2295364" y="523649"/>
                  </a:lnTo>
                  <a:lnTo>
                    <a:pt x="2296436" y="522929"/>
                  </a:lnTo>
                  <a:lnTo>
                    <a:pt x="2297507" y="522211"/>
                  </a:lnTo>
                  <a:lnTo>
                    <a:pt x="2298579" y="521495"/>
                  </a:lnTo>
                  <a:lnTo>
                    <a:pt x="2299651" y="520781"/>
                  </a:lnTo>
                  <a:lnTo>
                    <a:pt x="2300722" y="520068"/>
                  </a:lnTo>
                  <a:lnTo>
                    <a:pt x="2301794" y="519357"/>
                  </a:lnTo>
                  <a:lnTo>
                    <a:pt x="2302865" y="518648"/>
                  </a:lnTo>
                  <a:lnTo>
                    <a:pt x="2303937" y="517940"/>
                  </a:lnTo>
                  <a:lnTo>
                    <a:pt x="2305009" y="517234"/>
                  </a:lnTo>
                  <a:lnTo>
                    <a:pt x="2306080" y="516530"/>
                  </a:lnTo>
                  <a:lnTo>
                    <a:pt x="2307152" y="515828"/>
                  </a:lnTo>
                  <a:lnTo>
                    <a:pt x="2308223" y="515127"/>
                  </a:lnTo>
                  <a:lnTo>
                    <a:pt x="2309295" y="514429"/>
                  </a:lnTo>
                  <a:lnTo>
                    <a:pt x="2310366" y="513732"/>
                  </a:lnTo>
                  <a:lnTo>
                    <a:pt x="2311438" y="513036"/>
                  </a:lnTo>
                  <a:lnTo>
                    <a:pt x="2312510" y="512343"/>
                  </a:lnTo>
                  <a:lnTo>
                    <a:pt x="2313581" y="511651"/>
                  </a:lnTo>
                  <a:lnTo>
                    <a:pt x="2314653" y="510961"/>
                  </a:lnTo>
                  <a:lnTo>
                    <a:pt x="2315724" y="510272"/>
                  </a:lnTo>
                  <a:lnTo>
                    <a:pt x="2316796" y="509586"/>
                  </a:lnTo>
                  <a:lnTo>
                    <a:pt x="2317868" y="508901"/>
                  </a:lnTo>
                  <a:lnTo>
                    <a:pt x="2318939" y="508218"/>
                  </a:lnTo>
                  <a:lnTo>
                    <a:pt x="2320011" y="507536"/>
                  </a:lnTo>
                  <a:lnTo>
                    <a:pt x="2321082" y="506857"/>
                  </a:lnTo>
                  <a:lnTo>
                    <a:pt x="2322154" y="506179"/>
                  </a:lnTo>
                  <a:lnTo>
                    <a:pt x="2323226" y="505503"/>
                  </a:lnTo>
                  <a:lnTo>
                    <a:pt x="2324297" y="504828"/>
                  </a:lnTo>
                  <a:lnTo>
                    <a:pt x="2325369" y="504155"/>
                  </a:lnTo>
                  <a:lnTo>
                    <a:pt x="2326440" y="503484"/>
                  </a:lnTo>
                  <a:lnTo>
                    <a:pt x="2327512" y="502815"/>
                  </a:lnTo>
                  <a:lnTo>
                    <a:pt x="2328584" y="502147"/>
                  </a:lnTo>
                  <a:lnTo>
                    <a:pt x="2329655" y="501482"/>
                  </a:lnTo>
                  <a:lnTo>
                    <a:pt x="2330727" y="500818"/>
                  </a:lnTo>
                  <a:lnTo>
                    <a:pt x="2331798" y="500155"/>
                  </a:lnTo>
                  <a:lnTo>
                    <a:pt x="2332870" y="499495"/>
                  </a:lnTo>
                  <a:lnTo>
                    <a:pt x="2333942" y="498836"/>
                  </a:lnTo>
                  <a:lnTo>
                    <a:pt x="2335013" y="498179"/>
                  </a:lnTo>
                  <a:lnTo>
                    <a:pt x="2336085" y="497523"/>
                  </a:lnTo>
                  <a:lnTo>
                    <a:pt x="2337156" y="496869"/>
                  </a:lnTo>
                  <a:lnTo>
                    <a:pt x="2338228" y="496217"/>
                  </a:lnTo>
                  <a:lnTo>
                    <a:pt x="2339300" y="495567"/>
                  </a:lnTo>
                  <a:lnTo>
                    <a:pt x="2340371" y="494919"/>
                  </a:lnTo>
                  <a:lnTo>
                    <a:pt x="2341443" y="494272"/>
                  </a:lnTo>
                  <a:lnTo>
                    <a:pt x="2342514" y="493627"/>
                  </a:lnTo>
                  <a:lnTo>
                    <a:pt x="2343586" y="492983"/>
                  </a:lnTo>
                  <a:lnTo>
                    <a:pt x="2344658" y="492342"/>
                  </a:lnTo>
                  <a:lnTo>
                    <a:pt x="2345729" y="491702"/>
                  </a:lnTo>
                  <a:lnTo>
                    <a:pt x="2346801" y="491063"/>
                  </a:lnTo>
                  <a:lnTo>
                    <a:pt x="2347872" y="490427"/>
                  </a:lnTo>
                  <a:lnTo>
                    <a:pt x="2348944" y="489792"/>
                  </a:lnTo>
                  <a:lnTo>
                    <a:pt x="2350016" y="489159"/>
                  </a:lnTo>
                  <a:lnTo>
                    <a:pt x="2351087" y="488527"/>
                  </a:lnTo>
                  <a:lnTo>
                    <a:pt x="2352159" y="487898"/>
                  </a:lnTo>
                  <a:lnTo>
                    <a:pt x="2353230" y="487270"/>
                  </a:lnTo>
                  <a:lnTo>
                    <a:pt x="2354302" y="486644"/>
                  </a:lnTo>
                  <a:lnTo>
                    <a:pt x="2355374" y="486019"/>
                  </a:lnTo>
                  <a:lnTo>
                    <a:pt x="2356445" y="485396"/>
                  </a:lnTo>
                  <a:lnTo>
                    <a:pt x="2357517" y="484775"/>
                  </a:lnTo>
                  <a:lnTo>
                    <a:pt x="2358588" y="484156"/>
                  </a:lnTo>
                  <a:lnTo>
                    <a:pt x="2359660" y="483538"/>
                  </a:lnTo>
                  <a:lnTo>
                    <a:pt x="2360732" y="482922"/>
                  </a:lnTo>
                  <a:lnTo>
                    <a:pt x="2361803" y="482308"/>
                  </a:lnTo>
                  <a:lnTo>
                    <a:pt x="2362875" y="481695"/>
                  </a:lnTo>
                  <a:lnTo>
                    <a:pt x="2363946" y="481084"/>
                  </a:lnTo>
                  <a:lnTo>
                    <a:pt x="2365018" y="480475"/>
                  </a:lnTo>
                  <a:lnTo>
                    <a:pt x="2366090" y="479867"/>
                  </a:lnTo>
                  <a:lnTo>
                    <a:pt x="2367161" y="479261"/>
                  </a:lnTo>
                  <a:lnTo>
                    <a:pt x="2368233" y="478657"/>
                  </a:lnTo>
                  <a:lnTo>
                    <a:pt x="2369304" y="478055"/>
                  </a:lnTo>
                  <a:lnTo>
                    <a:pt x="2370376" y="477454"/>
                  </a:lnTo>
                  <a:lnTo>
                    <a:pt x="2371448" y="476855"/>
                  </a:lnTo>
                  <a:lnTo>
                    <a:pt x="2372519" y="476257"/>
                  </a:lnTo>
                  <a:lnTo>
                    <a:pt x="2373591" y="475662"/>
                  </a:lnTo>
                  <a:lnTo>
                    <a:pt x="2374662" y="475068"/>
                  </a:lnTo>
                  <a:lnTo>
                    <a:pt x="2375734" y="474475"/>
                  </a:lnTo>
                  <a:lnTo>
                    <a:pt x="2376806" y="473885"/>
                  </a:lnTo>
                  <a:lnTo>
                    <a:pt x="2377877" y="473296"/>
                  </a:lnTo>
                  <a:lnTo>
                    <a:pt x="2378949" y="472708"/>
                  </a:lnTo>
                  <a:lnTo>
                    <a:pt x="2380020" y="472123"/>
                  </a:lnTo>
                  <a:lnTo>
                    <a:pt x="2381092" y="471539"/>
                  </a:lnTo>
                  <a:lnTo>
                    <a:pt x="2382164" y="470957"/>
                  </a:lnTo>
                  <a:lnTo>
                    <a:pt x="2383235" y="470376"/>
                  </a:lnTo>
                  <a:lnTo>
                    <a:pt x="2384307" y="469797"/>
                  </a:lnTo>
                  <a:lnTo>
                    <a:pt x="2385378" y="469220"/>
                  </a:lnTo>
                  <a:lnTo>
                    <a:pt x="2386450" y="468644"/>
                  </a:lnTo>
                  <a:lnTo>
                    <a:pt x="2387522" y="468070"/>
                  </a:lnTo>
                  <a:lnTo>
                    <a:pt x="2388593" y="467498"/>
                  </a:lnTo>
                  <a:lnTo>
                    <a:pt x="2389665" y="466927"/>
                  </a:lnTo>
                  <a:lnTo>
                    <a:pt x="2390736" y="466358"/>
                  </a:lnTo>
                  <a:lnTo>
                    <a:pt x="2391808" y="465791"/>
                  </a:lnTo>
                  <a:lnTo>
                    <a:pt x="2392880" y="465226"/>
                  </a:lnTo>
                  <a:lnTo>
                    <a:pt x="2393951" y="464662"/>
                  </a:lnTo>
                  <a:lnTo>
                    <a:pt x="2395023" y="464099"/>
                  </a:lnTo>
                  <a:lnTo>
                    <a:pt x="2396094" y="463539"/>
                  </a:lnTo>
                  <a:lnTo>
                    <a:pt x="2397166" y="462980"/>
                  </a:lnTo>
                  <a:lnTo>
                    <a:pt x="2398238" y="462422"/>
                  </a:lnTo>
                  <a:lnTo>
                    <a:pt x="2399309" y="461867"/>
                  </a:lnTo>
                  <a:lnTo>
                    <a:pt x="2400381" y="461313"/>
                  </a:lnTo>
                  <a:lnTo>
                    <a:pt x="2401452" y="460760"/>
                  </a:lnTo>
                  <a:lnTo>
                    <a:pt x="2402524" y="460209"/>
                  </a:lnTo>
                  <a:lnTo>
                    <a:pt x="2403596" y="459660"/>
                  </a:lnTo>
                  <a:lnTo>
                    <a:pt x="2404667" y="459113"/>
                  </a:lnTo>
                  <a:lnTo>
                    <a:pt x="2405739" y="458567"/>
                  </a:lnTo>
                  <a:lnTo>
                    <a:pt x="2406810" y="458023"/>
                  </a:lnTo>
                  <a:lnTo>
                    <a:pt x="2407882" y="457480"/>
                  </a:lnTo>
                  <a:lnTo>
                    <a:pt x="2408954" y="456939"/>
                  </a:lnTo>
                  <a:lnTo>
                    <a:pt x="2410025" y="456400"/>
                  </a:lnTo>
                  <a:lnTo>
                    <a:pt x="2411097" y="455862"/>
                  </a:lnTo>
                  <a:lnTo>
                    <a:pt x="2412168" y="455326"/>
                  </a:lnTo>
                  <a:lnTo>
                    <a:pt x="2413240" y="454792"/>
                  </a:lnTo>
                  <a:lnTo>
                    <a:pt x="2414312" y="454259"/>
                  </a:lnTo>
                  <a:lnTo>
                    <a:pt x="2415383" y="453728"/>
                  </a:lnTo>
                  <a:lnTo>
                    <a:pt x="2416455" y="453198"/>
                  </a:lnTo>
                  <a:lnTo>
                    <a:pt x="2417526" y="452670"/>
                  </a:lnTo>
                  <a:lnTo>
                    <a:pt x="2418598" y="452144"/>
                  </a:lnTo>
                  <a:lnTo>
                    <a:pt x="2419670" y="451619"/>
                  </a:lnTo>
                  <a:lnTo>
                    <a:pt x="2420741" y="451096"/>
                  </a:lnTo>
                  <a:lnTo>
                    <a:pt x="2421813" y="450574"/>
                  </a:lnTo>
                  <a:lnTo>
                    <a:pt x="2422884" y="450054"/>
                  </a:lnTo>
                  <a:lnTo>
                    <a:pt x="2423956" y="449536"/>
                  </a:lnTo>
                  <a:lnTo>
                    <a:pt x="2425028" y="449019"/>
                  </a:lnTo>
                  <a:lnTo>
                    <a:pt x="2426099" y="448504"/>
                  </a:lnTo>
                  <a:lnTo>
                    <a:pt x="2427171" y="447991"/>
                  </a:lnTo>
                  <a:lnTo>
                    <a:pt x="2428242" y="447479"/>
                  </a:lnTo>
                  <a:lnTo>
                    <a:pt x="2429314" y="446969"/>
                  </a:lnTo>
                  <a:lnTo>
                    <a:pt x="2430386" y="446460"/>
                  </a:lnTo>
                  <a:lnTo>
                    <a:pt x="2431457" y="445953"/>
                  </a:lnTo>
                  <a:lnTo>
                    <a:pt x="2432529" y="445447"/>
                  </a:lnTo>
                  <a:lnTo>
                    <a:pt x="2433600" y="444943"/>
                  </a:lnTo>
                  <a:lnTo>
                    <a:pt x="2434672" y="444441"/>
                  </a:lnTo>
                  <a:lnTo>
                    <a:pt x="2435744" y="443940"/>
                  </a:lnTo>
                  <a:lnTo>
                    <a:pt x="2436815" y="443441"/>
                  </a:lnTo>
                  <a:lnTo>
                    <a:pt x="2437887" y="442943"/>
                  </a:lnTo>
                  <a:lnTo>
                    <a:pt x="2438958" y="442447"/>
                  </a:lnTo>
                  <a:lnTo>
                    <a:pt x="2440030" y="441953"/>
                  </a:lnTo>
                  <a:lnTo>
                    <a:pt x="2441102" y="441460"/>
                  </a:lnTo>
                  <a:lnTo>
                    <a:pt x="2442173" y="440968"/>
                  </a:lnTo>
                  <a:lnTo>
                    <a:pt x="2443245" y="440479"/>
                  </a:lnTo>
                  <a:lnTo>
                    <a:pt x="2444316" y="439990"/>
                  </a:lnTo>
                  <a:lnTo>
                    <a:pt x="2445388" y="439504"/>
                  </a:lnTo>
                  <a:lnTo>
                    <a:pt x="2446460" y="439019"/>
                  </a:lnTo>
                  <a:lnTo>
                    <a:pt x="2447531" y="438535"/>
                  </a:lnTo>
                  <a:lnTo>
                    <a:pt x="2448603" y="438053"/>
                  </a:lnTo>
                  <a:lnTo>
                    <a:pt x="2449674" y="437573"/>
                  </a:lnTo>
                  <a:lnTo>
                    <a:pt x="2450746" y="437094"/>
                  </a:lnTo>
                  <a:lnTo>
                    <a:pt x="2451818" y="436617"/>
                  </a:lnTo>
                  <a:lnTo>
                    <a:pt x="2452889" y="436141"/>
                  </a:lnTo>
                  <a:lnTo>
                    <a:pt x="2453961" y="435667"/>
                  </a:lnTo>
                  <a:lnTo>
                    <a:pt x="2455032" y="435194"/>
                  </a:lnTo>
                  <a:lnTo>
                    <a:pt x="2456104" y="434723"/>
                  </a:lnTo>
                  <a:lnTo>
                    <a:pt x="2457176" y="434253"/>
                  </a:lnTo>
                  <a:lnTo>
                    <a:pt x="2458247" y="433785"/>
                  </a:lnTo>
                  <a:lnTo>
                    <a:pt x="2459319" y="433318"/>
                  </a:lnTo>
                  <a:lnTo>
                    <a:pt x="2460390" y="432853"/>
                  </a:lnTo>
                  <a:lnTo>
                    <a:pt x="2461462" y="432390"/>
                  </a:lnTo>
                  <a:lnTo>
                    <a:pt x="2462534" y="431928"/>
                  </a:lnTo>
                  <a:lnTo>
                    <a:pt x="2463605" y="431467"/>
                  </a:lnTo>
                  <a:lnTo>
                    <a:pt x="2464677" y="431008"/>
                  </a:lnTo>
                  <a:lnTo>
                    <a:pt x="2465748" y="430551"/>
                  </a:lnTo>
                  <a:lnTo>
                    <a:pt x="2466820" y="430095"/>
                  </a:lnTo>
                  <a:lnTo>
                    <a:pt x="2467892" y="429641"/>
                  </a:lnTo>
                  <a:lnTo>
                    <a:pt x="2468963" y="429188"/>
                  </a:lnTo>
                  <a:lnTo>
                    <a:pt x="2470035" y="428736"/>
                  </a:lnTo>
                  <a:lnTo>
                    <a:pt x="2471106" y="428287"/>
                  </a:lnTo>
                  <a:lnTo>
                    <a:pt x="2472178" y="427838"/>
                  </a:lnTo>
                  <a:lnTo>
                    <a:pt x="2473250" y="427391"/>
                  </a:lnTo>
                  <a:lnTo>
                    <a:pt x="2474321" y="426946"/>
                  </a:lnTo>
                  <a:lnTo>
                    <a:pt x="2475393" y="426502"/>
                  </a:lnTo>
                  <a:lnTo>
                    <a:pt x="2476464" y="426060"/>
                  </a:lnTo>
                  <a:lnTo>
                    <a:pt x="2477536" y="425619"/>
                  </a:lnTo>
                  <a:lnTo>
                    <a:pt x="2478608" y="425179"/>
                  </a:lnTo>
                  <a:lnTo>
                    <a:pt x="2479679" y="424741"/>
                  </a:lnTo>
                  <a:lnTo>
                    <a:pt x="2480751" y="424305"/>
                  </a:lnTo>
                  <a:lnTo>
                    <a:pt x="2481822" y="423870"/>
                  </a:lnTo>
                  <a:lnTo>
                    <a:pt x="2482894" y="423436"/>
                  </a:lnTo>
                  <a:lnTo>
                    <a:pt x="2483966" y="423004"/>
                  </a:lnTo>
                  <a:lnTo>
                    <a:pt x="2485037" y="422574"/>
                  </a:lnTo>
                  <a:lnTo>
                    <a:pt x="2486109" y="422145"/>
                  </a:lnTo>
                  <a:lnTo>
                    <a:pt x="2487180" y="421717"/>
                  </a:lnTo>
                  <a:lnTo>
                    <a:pt x="2488252" y="421291"/>
                  </a:lnTo>
                  <a:lnTo>
                    <a:pt x="2489323" y="420866"/>
                  </a:lnTo>
                  <a:lnTo>
                    <a:pt x="2490395" y="420443"/>
                  </a:lnTo>
                  <a:lnTo>
                    <a:pt x="2491467" y="420021"/>
                  </a:lnTo>
                  <a:lnTo>
                    <a:pt x="2492538" y="419601"/>
                  </a:lnTo>
                  <a:lnTo>
                    <a:pt x="2493610" y="419182"/>
                  </a:lnTo>
                  <a:lnTo>
                    <a:pt x="2494681" y="418764"/>
                  </a:lnTo>
                  <a:lnTo>
                    <a:pt x="2495753" y="418348"/>
                  </a:lnTo>
                  <a:lnTo>
                    <a:pt x="2496825" y="417934"/>
                  </a:lnTo>
                  <a:lnTo>
                    <a:pt x="2497896" y="417521"/>
                  </a:lnTo>
                  <a:lnTo>
                    <a:pt x="2498968" y="417109"/>
                  </a:lnTo>
                  <a:lnTo>
                    <a:pt x="2500039" y="416699"/>
                  </a:lnTo>
                  <a:lnTo>
                    <a:pt x="2501111" y="416290"/>
                  </a:lnTo>
                  <a:lnTo>
                    <a:pt x="2502183" y="415883"/>
                  </a:lnTo>
                  <a:lnTo>
                    <a:pt x="2503254" y="415477"/>
                  </a:lnTo>
                  <a:lnTo>
                    <a:pt x="2504326" y="415072"/>
                  </a:lnTo>
                  <a:lnTo>
                    <a:pt x="2505397" y="414669"/>
                  </a:lnTo>
                  <a:lnTo>
                    <a:pt x="2506469" y="414267"/>
                  </a:lnTo>
                  <a:lnTo>
                    <a:pt x="2507541" y="413867"/>
                  </a:lnTo>
                  <a:lnTo>
                    <a:pt x="2508612" y="413468"/>
                  </a:lnTo>
                  <a:lnTo>
                    <a:pt x="2509684" y="413070"/>
                  </a:lnTo>
                  <a:lnTo>
                    <a:pt x="2510755" y="412674"/>
                  </a:lnTo>
                  <a:lnTo>
                    <a:pt x="2511827" y="412280"/>
                  </a:lnTo>
                  <a:lnTo>
                    <a:pt x="2512899" y="411886"/>
                  </a:lnTo>
                  <a:lnTo>
                    <a:pt x="2513970" y="411494"/>
                  </a:lnTo>
                  <a:lnTo>
                    <a:pt x="2515042" y="411104"/>
                  </a:lnTo>
                  <a:lnTo>
                    <a:pt x="2516113" y="410715"/>
                  </a:lnTo>
                  <a:lnTo>
                    <a:pt x="2517185" y="410327"/>
                  </a:lnTo>
                  <a:lnTo>
                    <a:pt x="2518257" y="409941"/>
                  </a:lnTo>
                  <a:lnTo>
                    <a:pt x="2519328" y="409556"/>
                  </a:lnTo>
                  <a:lnTo>
                    <a:pt x="2520400" y="409172"/>
                  </a:lnTo>
                  <a:lnTo>
                    <a:pt x="2521471" y="408790"/>
                  </a:lnTo>
                  <a:lnTo>
                    <a:pt x="2522543" y="408409"/>
                  </a:lnTo>
                  <a:lnTo>
                    <a:pt x="2523615" y="408029"/>
                  </a:lnTo>
                  <a:lnTo>
                    <a:pt x="2524686" y="407651"/>
                  </a:lnTo>
                  <a:lnTo>
                    <a:pt x="2525758" y="407275"/>
                  </a:lnTo>
                  <a:lnTo>
                    <a:pt x="2526829" y="406899"/>
                  </a:lnTo>
                  <a:lnTo>
                    <a:pt x="2527901" y="406525"/>
                  </a:lnTo>
                  <a:lnTo>
                    <a:pt x="2528973" y="406152"/>
                  </a:lnTo>
                  <a:lnTo>
                    <a:pt x="2530044" y="405781"/>
                  </a:lnTo>
                  <a:lnTo>
                    <a:pt x="2531116" y="405411"/>
                  </a:lnTo>
                  <a:lnTo>
                    <a:pt x="2532187" y="405042"/>
                  </a:lnTo>
                  <a:lnTo>
                    <a:pt x="2533259" y="404675"/>
                  </a:lnTo>
                  <a:lnTo>
                    <a:pt x="2534331" y="404309"/>
                  </a:lnTo>
                  <a:lnTo>
                    <a:pt x="2535402" y="403944"/>
                  </a:lnTo>
                  <a:lnTo>
                    <a:pt x="2536474" y="403581"/>
                  </a:lnTo>
                  <a:lnTo>
                    <a:pt x="2537545" y="403219"/>
                  </a:lnTo>
                  <a:lnTo>
                    <a:pt x="2538617" y="402858"/>
                  </a:lnTo>
                  <a:lnTo>
                    <a:pt x="2539689" y="402499"/>
                  </a:lnTo>
                  <a:lnTo>
                    <a:pt x="2540760" y="402141"/>
                  </a:lnTo>
                  <a:lnTo>
                    <a:pt x="2541832" y="401784"/>
                  </a:lnTo>
                  <a:lnTo>
                    <a:pt x="2542903" y="401429"/>
                  </a:lnTo>
                  <a:lnTo>
                    <a:pt x="2543975" y="401075"/>
                  </a:lnTo>
                  <a:lnTo>
                    <a:pt x="2545047" y="400722"/>
                  </a:lnTo>
                  <a:lnTo>
                    <a:pt x="2546118" y="400371"/>
                  </a:lnTo>
                  <a:lnTo>
                    <a:pt x="2547190" y="400020"/>
                  </a:lnTo>
                  <a:lnTo>
                    <a:pt x="2548261" y="399672"/>
                  </a:lnTo>
                  <a:lnTo>
                    <a:pt x="2549333" y="399324"/>
                  </a:lnTo>
                  <a:lnTo>
                    <a:pt x="2550405" y="398978"/>
                  </a:lnTo>
                  <a:lnTo>
                    <a:pt x="2551476" y="398633"/>
                  </a:lnTo>
                  <a:lnTo>
                    <a:pt x="2552548" y="398289"/>
                  </a:lnTo>
                  <a:lnTo>
                    <a:pt x="2553619" y="397947"/>
                  </a:lnTo>
                  <a:lnTo>
                    <a:pt x="2554691" y="397605"/>
                  </a:lnTo>
                  <a:lnTo>
                    <a:pt x="2555763" y="397265"/>
                  </a:lnTo>
                  <a:lnTo>
                    <a:pt x="2556834" y="396927"/>
                  </a:lnTo>
                  <a:lnTo>
                    <a:pt x="2557906" y="396589"/>
                  </a:lnTo>
                  <a:lnTo>
                    <a:pt x="2558977" y="396253"/>
                  </a:lnTo>
                  <a:lnTo>
                    <a:pt x="2560049" y="395919"/>
                  </a:lnTo>
                  <a:lnTo>
                    <a:pt x="2561121" y="395585"/>
                  </a:lnTo>
                  <a:lnTo>
                    <a:pt x="2562192" y="395253"/>
                  </a:lnTo>
                  <a:lnTo>
                    <a:pt x="2563264" y="394922"/>
                  </a:lnTo>
                  <a:lnTo>
                    <a:pt x="2564335" y="394592"/>
                  </a:lnTo>
                  <a:lnTo>
                    <a:pt x="2565407" y="394263"/>
                  </a:lnTo>
                  <a:lnTo>
                    <a:pt x="2566479" y="393936"/>
                  </a:lnTo>
                  <a:lnTo>
                    <a:pt x="2567550" y="393610"/>
                  </a:lnTo>
                  <a:lnTo>
                    <a:pt x="2568622" y="393285"/>
                  </a:lnTo>
                  <a:lnTo>
                    <a:pt x="2569693" y="392961"/>
                  </a:lnTo>
                  <a:lnTo>
                    <a:pt x="2570765" y="392639"/>
                  </a:lnTo>
                  <a:lnTo>
                    <a:pt x="2571837" y="392318"/>
                  </a:lnTo>
                  <a:lnTo>
                    <a:pt x="2572908" y="391998"/>
                  </a:lnTo>
                  <a:lnTo>
                    <a:pt x="2573980" y="391679"/>
                  </a:lnTo>
                  <a:lnTo>
                    <a:pt x="2575051" y="391361"/>
                  </a:lnTo>
                  <a:lnTo>
                    <a:pt x="2576123" y="391045"/>
                  </a:lnTo>
                  <a:lnTo>
                    <a:pt x="2577195" y="390730"/>
                  </a:lnTo>
                  <a:lnTo>
                    <a:pt x="2578266" y="390416"/>
                  </a:lnTo>
                  <a:lnTo>
                    <a:pt x="2579338" y="390103"/>
                  </a:lnTo>
                  <a:lnTo>
                    <a:pt x="2580409" y="389792"/>
                  </a:lnTo>
                  <a:lnTo>
                    <a:pt x="2581481" y="389481"/>
                  </a:lnTo>
                  <a:lnTo>
                    <a:pt x="2582553" y="389172"/>
                  </a:lnTo>
                  <a:lnTo>
                    <a:pt x="2583624" y="388864"/>
                  </a:lnTo>
                  <a:lnTo>
                    <a:pt x="2584696" y="388558"/>
                  </a:lnTo>
                  <a:lnTo>
                    <a:pt x="2585767" y="388252"/>
                  </a:lnTo>
                  <a:lnTo>
                    <a:pt x="2586839" y="387948"/>
                  </a:lnTo>
                  <a:lnTo>
                    <a:pt x="2587911" y="387644"/>
                  </a:lnTo>
                  <a:lnTo>
                    <a:pt x="2588982" y="387342"/>
                  </a:lnTo>
                  <a:lnTo>
                    <a:pt x="2590054" y="387041"/>
                  </a:lnTo>
                  <a:lnTo>
                    <a:pt x="2591125" y="386742"/>
                  </a:lnTo>
                  <a:lnTo>
                    <a:pt x="2592197" y="386443"/>
                  </a:lnTo>
                  <a:lnTo>
                    <a:pt x="2593269" y="386146"/>
                  </a:lnTo>
                  <a:lnTo>
                    <a:pt x="2594340" y="385849"/>
                  </a:lnTo>
                  <a:lnTo>
                    <a:pt x="2595412" y="385554"/>
                  </a:lnTo>
                  <a:lnTo>
                    <a:pt x="2596483" y="385260"/>
                  </a:lnTo>
                  <a:lnTo>
                    <a:pt x="2597555" y="384967"/>
                  </a:lnTo>
                  <a:lnTo>
                    <a:pt x="2598627" y="384676"/>
                  </a:lnTo>
                  <a:lnTo>
                    <a:pt x="2599698" y="384385"/>
                  </a:lnTo>
                  <a:lnTo>
                    <a:pt x="2600770" y="384095"/>
                  </a:lnTo>
                  <a:lnTo>
                    <a:pt x="2601841" y="383807"/>
                  </a:lnTo>
                  <a:lnTo>
                    <a:pt x="2602913" y="383520"/>
                  </a:lnTo>
                  <a:lnTo>
                    <a:pt x="2603985" y="383234"/>
                  </a:lnTo>
                  <a:lnTo>
                    <a:pt x="2605056" y="382949"/>
                  </a:lnTo>
                  <a:lnTo>
                    <a:pt x="2606128" y="382665"/>
                  </a:lnTo>
                  <a:lnTo>
                    <a:pt x="2607199" y="382382"/>
                  </a:lnTo>
                  <a:lnTo>
                    <a:pt x="2608271" y="382101"/>
                  </a:lnTo>
                  <a:lnTo>
                    <a:pt x="2609343" y="381820"/>
                  </a:lnTo>
                  <a:lnTo>
                    <a:pt x="2610414" y="381541"/>
                  </a:lnTo>
                  <a:lnTo>
                    <a:pt x="2611486" y="381262"/>
                  </a:lnTo>
                  <a:lnTo>
                    <a:pt x="2612557" y="380985"/>
                  </a:lnTo>
                  <a:lnTo>
                    <a:pt x="2613629" y="380709"/>
                  </a:lnTo>
                  <a:lnTo>
                    <a:pt x="2614701" y="380434"/>
                  </a:lnTo>
                  <a:lnTo>
                    <a:pt x="2615772" y="380160"/>
                  </a:lnTo>
                  <a:lnTo>
                    <a:pt x="2616844" y="379887"/>
                  </a:lnTo>
                  <a:lnTo>
                    <a:pt x="2617915" y="379615"/>
                  </a:lnTo>
                  <a:lnTo>
                    <a:pt x="2618987" y="379344"/>
                  </a:lnTo>
                  <a:lnTo>
                    <a:pt x="2620059" y="379074"/>
                  </a:lnTo>
                  <a:lnTo>
                    <a:pt x="2621130" y="378806"/>
                  </a:lnTo>
                  <a:lnTo>
                    <a:pt x="2622202" y="378538"/>
                  </a:lnTo>
                  <a:lnTo>
                    <a:pt x="2623273" y="378272"/>
                  </a:lnTo>
                  <a:lnTo>
                    <a:pt x="2624345" y="378006"/>
                  </a:lnTo>
                  <a:lnTo>
                    <a:pt x="2625417" y="377742"/>
                  </a:lnTo>
                  <a:lnTo>
                    <a:pt x="2626488" y="377478"/>
                  </a:lnTo>
                  <a:lnTo>
                    <a:pt x="2627560" y="377216"/>
                  </a:lnTo>
                  <a:lnTo>
                    <a:pt x="2628631" y="376954"/>
                  </a:lnTo>
                  <a:lnTo>
                    <a:pt x="2629703" y="376694"/>
                  </a:lnTo>
                  <a:lnTo>
                    <a:pt x="2630775" y="376435"/>
                  </a:lnTo>
                  <a:lnTo>
                    <a:pt x="2631846" y="376176"/>
                  </a:lnTo>
                  <a:lnTo>
                    <a:pt x="2632918" y="375919"/>
                  </a:lnTo>
                  <a:lnTo>
                    <a:pt x="2633989" y="375663"/>
                  </a:lnTo>
                  <a:lnTo>
                    <a:pt x="2635061" y="375408"/>
                  </a:lnTo>
                  <a:lnTo>
                    <a:pt x="2636133" y="375154"/>
                  </a:lnTo>
                  <a:lnTo>
                    <a:pt x="2637204" y="374900"/>
                  </a:lnTo>
                  <a:lnTo>
                    <a:pt x="2638276" y="374648"/>
                  </a:lnTo>
                  <a:lnTo>
                    <a:pt x="2639347" y="374397"/>
                  </a:lnTo>
                  <a:lnTo>
                    <a:pt x="2640419" y="374147"/>
                  </a:lnTo>
                  <a:lnTo>
                    <a:pt x="2641491" y="373897"/>
                  </a:lnTo>
                  <a:lnTo>
                    <a:pt x="2642562" y="373649"/>
                  </a:lnTo>
                  <a:lnTo>
                    <a:pt x="2643634" y="373402"/>
                  </a:lnTo>
                  <a:lnTo>
                    <a:pt x="2644705" y="373156"/>
                  </a:lnTo>
                  <a:lnTo>
                    <a:pt x="2645777" y="372910"/>
                  </a:lnTo>
                  <a:lnTo>
                    <a:pt x="2646849" y="372666"/>
                  </a:lnTo>
                  <a:lnTo>
                    <a:pt x="2647920" y="372423"/>
                  </a:lnTo>
                  <a:lnTo>
                    <a:pt x="2648992" y="372180"/>
                  </a:lnTo>
                  <a:lnTo>
                    <a:pt x="2650063" y="371939"/>
                  </a:lnTo>
                  <a:lnTo>
                    <a:pt x="2651135" y="371698"/>
                  </a:lnTo>
                  <a:lnTo>
                    <a:pt x="2652207" y="371459"/>
                  </a:lnTo>
                  <a:lnTo>
                    <a:pt x="2653278" y="371220"/>
                  </a:lnTo>
                  <a:lnTo>
                    <a:pt x="2654350" y="370982"/>
                  </a:lnTo>
                  <a:lnTo>
                    <a:pt x="2655421" y="370746"/>
                  </a:lnTo>
                  <a:lnTo>
                    <a:pt x="2656493" y="370510"/>
                  </a:lnTo>
                  <a:lnTo>
                    <a:pt x="2657565" y="370275"/>
                  </a:lnTo>
                  <a:lnTo>
                    <a:pt x="2658636" y="370041"/>
                  </a:lnTo>
                  <a:lnTo>
                    <a:pt x="2659708" y="369808"/>
                  </a:lnTo>
                  <a:lnTo>
                    <a:pt x="2660779" y="369576"/>
                  </a:lnTo>
                  <a:lnTo>
                    <a:pt x="2661851" y="369345"/>
                  </a:lnTo>
                  <a:lnTo>
                    <a:pt x="2662922" y="369114"/>
                  </a:lnTo>
                  <a:lnTo>
                    <a:pt x="2663994" y="368885"/>
                  </a:lnTo>
                  <a:lnTo>
                    <a:pt x="2665066" y="368657"/>
                  </a:lnTo>
                  <a:lnTo>
                    <a:pt x="2666137" y="368429"/>
                  </a:lnTo>
                  <a:lnTo>
                    <a:pt x="2667209" y="368202"/>
                  </a:lnTo>
                  <a:lnTo>
                    <a:pt x="2668280" y="367977"/>
                  </a:lnTo>
                  <a:lnTo>
                    <a:pt x="2669352" y="367752"/>
                  </a:lnTo>
                  <a:lnTo>
                    <a:pt x="2670424" y="367528"/>
                  </a:lnTo>
                  <a:lnTo>
                    <a:pt x="2671495" y="367305"/>
                  </a:lnTo>
                  <a:lnTo>
                    <a:pt x="2672567" y="367083"/>
                  </a:lnTo>
                  <a:lnTo>
                    <a:pt x="2673638" y="366861"/>
                  </a:lnTo>
                  <a:lnTo>
                    <a:pt x="2674710" y="366641"/>
                  </a:lnTo>
                  <a:lnTo>
                    <a:pt x="2675782" y="366421"/>
                  </a:lnTo>
                  <a:lnTo>
                    <a:pt x="2676853" y="366202"/>
                  </a:lnTo>
                  <a:lnTo>
                    <a:pt x="2677925" y="365984"/>
                  </a:lnTo>
                  <a:lnTo>
                    <a:pt x="2678996" y="365767"/>
                  </a:lnTo>
                  <a:lnTo>
                    <a:pt x="2680068" y="365551"/>
                  </a:lnTo>
                  <a:lnTo>
                    <a:pt x="2681140" y="365336"/>
                  </a:lnTo>
                  <a:lnTo>
                    <a:pt x="2682211" y="365121"/>
                  </a:lnTo>
                  <a:lnTo>
                    <a:pt x="2683283" y="364908"/>
                  </a:lnTo>
                  <a:lnTo>
                    <a:pt x="2684354" y="364695"/>
                  </a:lnTo>
                  <a:lnTo>
                    <a:pt x="2685426" y="364483"/>
                  </a:lnTo>
                  <a:lnTo>
                    <a:pt x="2686498" y="364271"/>
                  </a:lnTo>
                  <a:lnTo>
                    <a:pt x="2687569" y="364061"/>
                  </a:lnTo>
                  <a:lnTo>
                    <a:pt x="2688641" y="363852"/>
                  </a:lnTo>
                  <a:lnTo>
                    <a:pt x="2689712" y="363643"/>
                  </a:lnTo>
                  <a:lnTo>
                    <a:pt x="2690784" y="363435"/>
                  </a:lnTo>
                  <a:lnTo>
                    <a:pt x="2691856" y="363228"/>
                  </a:lnTo>
                  <a:lnTo>
                    <a:pt x="2692927" y="363021"/>
                  </a:lnTo>
                  <a:lnTo>
                    <a:pt x="2693999" y="362816"/>
                  </a:lnTo>
                  <a:lnTo>
                    <a:pt x="2695070" y="362611"/>
                  </a:lnTo>
                  <a:lnTo>
                    <a:pt x="2696142" y="362407"/>
                  </a:lnTo>
                  <a:lnTo>
                    <a:pt x="2697214" y="362204"/>
                  </a:lnTo>
                  <a:lnTo>
                    <a:pt x="2698285" y="362002"/>
                  </a:lnTo>
                  <a:lnTo>
                    <a:pt x="2699357" y="361800"/>
                  </a:lnTo>
                  <a:lnTo>
                    <a:pt x="2700428" y="361599"/>
                  </a:lnTo>
                  <a:lnTo>
                    <a:pt x="2701500" y="361399"/>
                  </a:lnTo>
                  <a:lnTo>
                    <a:pt x="2702572" y="361200"/>
                  </a:lnTo>
                  <a:lnTo>
                    <a:pt x="2703643" y="361001"/>
                  </a:lnTo>
                  <a:lnTo>
                    <a:pt x="2704715" y="360803"/>
                  </a:lnTo>
                  <a:lnTo>
                    <a:pt x="2705786" y="360606"/>
                  </a:lnTo>
                  <a:lnTo>
                    <a:pt x="2706858" y="360410"/>
                  </a:lnTo>
                  <a:lnTo>
                    <a:pt x="2707930" y="360214"/>
                  </a:lnTo>
                  <a:lnTo>
                    <a:pt x="2709001" y="360020"/>
                  </a:lnTo>
                  <a:lnTo>
                    <a:pt x="2710073" y="359825"/>
                  </a:lnTo>
                  <a:lnTo>
                    <a:pt x="2711144" y="359632"/>
                  </a:lnTo>
                  <a:lnTo>
                    <a:pt x="2712216" y="359439"/>
                  </a:lnTo>
                  <a:lnTo>
                    <a:pt x="2713288" y="359248"/>
                  </a:lnTo>
                  <a:lnTo>
                    <a:pt x="2714359" y="359056"/>
                  </a:lnTo>
                  <a:lnTo>
                    <a:pt x="2715431" y="358866"/>
                  </a:lnTo>
                  <a:lnTo>
                    <a:pt x="2716502" y="358676"/>
                  </a:lnTo>
                  <a:lnTo>
                    <a:pt x="2717574" y="358487"/>
                  </a:lnTo>
                  <a:lnTo>
                    <a:pt x="2718646" y="358299"/>
                  </a:lnTo>
                  <a:lnTo>
                    <a:pt x="2719717" y="358111"/>
                  </a:lnTo>
                  <a:lnTo>
                    <a:pt x="2720789" y="357924"/>
                  </a:lnTo>
                  <a:lnTo>
                    <a:pt x="2721860" y="357738"/>
                  </a:lnTo>
                  <a:lnTo>
                    <a:pt x="2722932" y="357552"/>
                  </a:lnTo>
                  <a:lnTo>
                    <a:pt x="2724004" y="357367"/>
                  </a:lnTo>
                  <a:lnTo>
                    <a:pt x="2725075" y="357183"/>
                  </a:lnTo>
                  <a:lnTo>
                    <a:pt x="2726147" y="357000"/>
                  </a:lnTo>
                  <a:lnTo>
                    <a:pt x="2727218" y="356817"/>
                  </a:lnTo>
                  <a:lnTo>
                    <a:pt x="2728290" y="356634"/>
                  </a:lnTo>
                  <a:lnTo>
                    <a:pt x="2729362" y="356453"/>
                  </a:lnTo>
                  <a:lnTo>
                    <a:pt x="2730433" y="356272"/>
                  </a:lnTo>
                  <a:lnTo>
                    <a:pt x="2731505" y="356092"/>
                  </a:lnTo>
                  <a:lnTo>
                    <a:pt x="2732576" y="355912"/>
                  </a:lnTo>
                  <a:lnTo>
                    <a:pt x="2733648" y="355733"/>
                  </a:lnTo>
                  <a:lnTo>
                    <a:pt x="2734720" y="355555"/>
                  </a:lnTo>
                  <a:lnTo>
                    <a:pt x="2735791" y="355377"/>
                  </a:lnTo>
                  <a:lnTo>
                    <a:pt x="2736863" y="355200"/>
                  </a:lnTo>
                  <a:lnTo>
                    <a:pt x="2737934" y="355024"/>
                  </a:lnTo>
                  <a:lnTo>
                    <a:pt x="2739006" y="354848"/>
                  </a:lnTo>
                  <a:lnTo>
                    <a:pt x="2740078" y="354673"/>
                  </a:lnTo>
                  <a:lnTo>
                    <a:pt x="2741149" y="354498"/>
                  </a:lnTo>
                  <a:lnTo>
                    <a:pt x="2742221" y="354324"/>
                  </a:lnTo>
                  <a:lnTo>
                    <a:pt x="2743292" y="354151"/>
                  </a:lnTo>
                  <a:lnTo>
                    <a:pt x="2744364" y="353978"/>
                  </a:lnTo>
                  <a:lnTo>
                    <a:pt x="2745436" y="353806"/>
                  </a:lnTo>
                  <a:lnTo>
                    <a:pt x="2746507" y="353634"/>
                  </a:lnTo>
                  <a:lnTo>
                    <a:pt x="2747579" y="353463"/>
                  </a:lnTo>
                  <a:lnTo>
                    <a:pt x="2748650" y="353293"/>
                  </a:lnTo>
                  <a:lnTo>
                    <a:pt x="2749722" y="353123"/>
                  </a:lnTo>
                  <a:lnTo>
                    <a:pt x="2750794" y="352954"/>
                  </a:lnTo>
                  <a:lnTo>
                    <a:pt x="2751865" y="352785"/>
                  </a:lnTo>
                  <a:lnTo>
                    <a:pt x="2752937" y="352617"/>
                  </a:lnTo>
                  <a:lnTo>
                    <a:pt x="2754008" y="352450"/>
                  </a:lnTo>
                  <a:lnTo>
                    <a:pt x="2755080" y="352283"/>
                  </a:lnTo>
                  <a:lnTo>
                    <a:pt x="2756152" y="352116"/>
                  </a:lnTo>
                  <a:lnTo>
                    <a:pt x="2757223" y="351951"/>
                  </a:lnTo>
                  <a:lnTo>
                    <a:pt x="2758295" y="351785"/>
                  </a:lnTo>
                  <a:lnTo>
                    <a:pt x="2759366" y="351620"/>
                  </a:lnTo>
                  <a:lnTo>
                    <a:pt x="2760438" y="351456"/>
                  </a:lnTo>
                  <a:lnTo>
                    <a:pt x="2761510" y="351293"/>
                  </a:lnTo>
                  <a:lnTo>
                    <a:pt x="2762581" y="351129"/>
                  </a:lnTo>
                  <a:lnTo>
                    <a:pt x="2763653" y="350967"/>
                  </a:lnTo>
                  <a:lnTo>
                    <a:pt x="2764724" y="350805"/>
                  </a:lnTo>
                  <a:lnTo>
                    <a:pt x="2765796" y="350643"/>
                  </a:lnTo>
                  <a:lnTo>
                    <a:pt x="2766868" y="350482"/>
                  </a:lnTo>
                  <a:lnTo>
                    <a:pt x="2767939" y="350321"/>
                  </a:lnTo>
                  <a:lnTo>
                    <a:pt x="2769011" y="350161"/>
                  </a:lnTo>
                  <a:lnTo>
                    <a:pt x="2770082" y="350002"/>
                  </a:lnTo>
                  <a:lnTo>
                    <a:pt x="2771154" y="349843"/>
                  </a:lnTo>
                  <a:lnTo>
                    <a:pt x="2772226" y="349684"/>
                  </a:lnTo>
                  <a:lnTo>
                    <a:pt x="2773297" y="349526"/>
                  </a:lnTo>
                  <a:lnTo>
                    <a:pt x="2774369" y="349368"/>
                  </a:lnTo>
                  <a:lnTo>
                    <a:pt x="2775440" y="349211"/>
                  </a:lnTo>
                  <a:lnTo>
                    <a:pt x="2776512" y="349055"/>
                  </a:lnTo>
                  <a:lnTo>
                    <a:pt x="2777584" y="348898"/>
                  </a:lnTo>
                  <a:lnTo>
                    <a:pt x="2778655" y="348743"/>
                  </a:lnTo>
                  <a:lnTo>
                    <a:pt x="2779727" y="348587"/>
                  </a:lnTo>
                  <a:lnTo>
                    <a:pt x="2780798" y="348433"/>
                  </a:lnTo>
                  <a:lnTo>
                    <a:pt x="2781870" y="348278"/>
                  </a:lnTo>
                  <a:lnTo>
                    <a:pt x="2782942" y="348124"/>
                  </a:lnTo>
                  <a:lnTo>
                    <a:pt x="2784013" y="347971"/>
                  </a:lnTo>
                  <a:lnTo>
                    <a:pt x="2785085" y="347818"/>
                  </a:lnTo>
                  <a:lnTo>
                    <a:pt x="2786156" y="347665"/>
                  </a:lnTo>
                  <a:lnTo>
                    <a:pt x="2787228" y="347513"/>
                  </a:lnTo>
                  <a:lnTo>
                    <a:pt x="2788300" y="347362"/>
                  </a:lnTo>
                  <a:lnTo>
                    <a:pt x="2789371" y="347210"/>
                  </a:lnTo>
                  <a:lnTo>
                    <a:pt x="2790443" y="347059"/>
                  </a:lnTo>
                  <a:lnTo>
                    <a:pt x="2791514" y="346909"/>
                  </a:lnTo>
                  <a:lnTo>
                    <a:pt x="2792586" y="346759"/>
                  </a:lnTo>
                  <a:lnTo>
                    <a:pt x="2793658" y="346609"/>
                  </a:lnTo>
                  <a:lnTo>
                    <a:pt x="2794729" y="346460"/>
                  </a:lnTo>
                  <a:lnTo>
                    <a:pt x="2795801" y="346311"/>
                  </a:lnTo>
                  <a:lnTo>
                    <a:pt x="2796872" y="346163"/>
                  </a:lnTo>
                  <a:lnTo>
                    <a:pt x="2797944" y="346015"/>
                  </a:lnTo>
                  <a:lnTo>
                    <a:pt x="2799016" y="345867"/>
                  </a:lnTo>
                  <a:lnTo>
                    <a:pt x="2800087" y="345720"/>
                  </a:lnTo>
                  <a:lnTo>
                    <a:pt x="2801159" y="345573"/>
                  </a:lnTo>
                  <a:lnTo>
                    <a:pt x="2802230" y="345426"/>
                  </a:lnTo>
                  <a:lnTo>
                    <a:pt x="2803302" y="345280"/>
                  </a:lnTo>
                  <a:lnTo>
                    <a:pt x="2804374" y="345134"/>
                  </a:lnTo>
                  <a:lnTo>
                    <a:pt x="2805445" y="344989"/>
                  </a:lnTo>
                  <a:lnTo>
                    <a:pt x="2806517" y="344844"/>
                  </a:lnTo>
                  <a:lnTo>
                    <a:pt x="2807588" y="344699"/>
                  </a:lnTo>
                  <a:lnTo>
                    <a:pt x="2808660" y="344555"/>
                  </a:lnTo>
                  <a:lnTo>
                    <a:pt x="2809732" y="344411"/>
                  </a:lnTo>
                  <a:lnTo>
                    <a:pt x="2810803" y="344267"/>
                  </a:lnTo>
                  <a:lnTo>
                    <a:pt x="2811875" y="344124"/>
                  </a:lnTo>
                  <a:lnTo>
                    <a:pt x="2812946" y="343981"/>
                  </a:lnTo>
                  <a:lnTo>
                    <a:pt x="2814018" y="343838"/>
                  </a:lnTo>
                  <a:lnTo>
                    <a:pt x="2815090" y="343695"/>
                  </a:lnTo>
                  <a:lnTo>
                    <a:pt x="2816161" y="343553"/>
                  </a:lnTo>
                  <a:lnTo>
                    <a:pt x="2817233" y="343412"/>
                  </a:lnTo>
                  <a:lnTo>
                    <a:pt x="2818304" y="343270"/>
                  </a:lnTo>
                  <a:lnTo>
                    <a:pt x="2819376" y="343129"/>
                  </a:lnTo>
                  <a:lnTo>
                    <a:pt x="2820448" y="342988"/>
                  </a:lnTo>
                  <a:lnTo>
                    <a:pt x="2821519" y="342848"/>
                  </a:lnTo>
                  <a:lnTo>
                    <a:pt x="2822591" y="342707"/>
                  </a:lnTo>
                  <a:lnTo>
                    <a:pt x="2823662" y="342567"/>
                  </a:lnTo>
                  <a:lnTo>
                    <a:pt x="2824734" y="342428"/>
                  </a:lnTo>
                  <a:lnTo>
                    <a:pt x="2825806" y="342288"/>
                  </a:lnTo>
                  <a:lnTo>
                    <a:pt x="2826877" y="342149"/>
                  </a:lnTo>
                  <a:lnTo>
                    <a:pt x="2827949" y="342010"/>
                  </a:lnTo>
                  <a:lnTo>
                    <a:pt x="2829020" y="341872"/>
                  </a:lnTo>
                  <a:lnTo>
                    <a:pt x="2830092" y="341733"/>
                  </a:lnTo>
                  <a:lnTo>
                    <a:pt x="2831164" y="341595"/>
                  </a:lnTo>
                  <a:lnTo>
                    <a:pt x="2832235" y="341457"/>
                  </a:lnTo>
                  <a:lnTo>
                    <a:pt x="2833307" y="341320"/>
                  </a:lnTo>
                  <a:lnTo>
                    <a:pt x="2834378" y="341182"/>
                  </a:lnTo>
                  <a:lnTo>
                    <a:pt x="2835450" y="341045"/>
                  </a:lnTo>
                  <a:lnTo>
                    <a:pt x="2836522" y="340909"/>
                  </a:lnTo>
                  <a:lnTo>
                    <a:pt x="2837593" y="340772"/>
                  </a:lnTo>
                  <a:lnTo>
                    <a:pt x="2838665" y="340635"/>
                  </a:lnTo>
                  <a:lnTo>
                    <a:pt x="2839736" y="340499"/>
                  </a:lnTo>
                  <a:lnTo>
                    <a:pt x="2840808" y="340363"/>
                  </a:lnTo>
                  <a:lnTo>
                    <a:pt x="2841879" y="340228"/>
                  </a:lnTo>
                  <a:lnTo>
                    <a:pt x="2842951" y="340092"/>
                  </a:lnTo>
                  <a:lnTo>
                    <a:pt x="2844023" y="339957"/>
                  </a:lnTo>
                  <a:lnTo>
                    <a:pt x="2845094" y="339822"/>
                  </a:lnTo>
                  <a:lnTo>
                    <a:pt x="2846166" y="339687"/>
                  </a:lnTo>
                  <a:lnTo>
                    <a:pt x="2847237" y="339552"/>
                  </a:lnTo>
                  <a:lnTo>
                    <a:pt x="2848309" y="339417"/>
                  </a:lnTo>
                  <a:lnTo>
                    <a:pt x="2849381" y="339283"/>
                  </a:lnTo>
                  <a:lnTo>
                    <a:pt x="2850452" y="339149"/>
                  </a:lnTo>
                  <a:lnTo>
                    <a:pt x="2851524" y="339015"/>
                  </a:lnTo>
                  <a:lnTo>
                    <a:pt x="2852595" y="338881"/>
                  </a:lnTo>
                  <a:lnTo>
                    <a:pt x="2853667" y="338747"/>
                  </a:lnTo>
                  <a:lnTo>
                    <a:pt x="2854739" y="338614"/>
                  </a:lnTo>
                  <a:lnTo>
                    <a:pt x="2855810" y="338481"/>
                  </a:lnTo>
                  <a:lnTo>
                    <a:pt x="2856882" y="338347"/>
                  </a:lnTo>
                  <a:lnTo>
                    <a:pt x="2857953" y="338214"/>
                  </a:lnTo>
                  <a:lnTo>
                    <a:pt x="2859025" y="338081"/>
                  </a:lnTo>
                  <a:lnTo>
                    <a:pt x="2860097" y="337949"/>
                  </a:lnTo>
                  <a:lnTo>
                    <a:pt x="2861168" y="337816"/>
                  </a:lnTo>
                  <a:lnTo>
                    <a:pt x="2862240" y="337684"/>
                  </a:lnTo>
                  <a:lnTo>
                    <a:pt x="2863311" y="337551"/>
                  </a:lnTo>
                  <a:lnTo>
                    <a:pt x="2864383" y="337419"/>
                  </a:lnTo>
                  <a:lnTo>
                    <a:pt x="2865455" y="337287"/>
                  </a:lnTo>
                  <a:lnTo>
                    <a:pt x="2866526" y="337155"/>
                  </a:lnTo>
                  <a:lnTo>
                    <a:pt x="2867598" y="337023"/>
                  </a:lnTo>
                  <a:lnTo>
                    <a:pt x="2868669" y="336891"/>
                  </a:lnTo>
                  <a:lnTo>
                    <a:pt x="2869741" y="336760"/>
                  </a:lnTo>
                  <a:lnTo>
                    <a:pt x="2870813" y="336628"/>
                  </a:lnTo>
                  <a:lnTo>
                    <a:pt x="2871884" y="336497"/>
                  </a:lnTo>
                  <a:lnTo>
                    <a:pt x="2872956" y="336365"/>
                  </a:lnTo>
                  <a:lnTo>
                    <a:pt x="2874027" y="336234"/>
                  </a:lnTo>
                  <a:lnTo>
                    <a:pt x="2875099" y="336103"/>
                  </a:lnTo>
                  <a:lnTo>
                    <a:pt x="2876171" y="335972"/>
                  </a:lnTo>
                  <a:lnTo>
                    <a:pt x="2877242" y="335841"/>
                  </a:lnTo>
                  <a:lnTo>
                    <a:pt x="2878314" y="335710"/>
                  </a:lnTo>
                  <a:lnTo>
                    <a:pt x="2879385" y="335579"/>
                  </a:lnTo>
                  <a:lnTo>
                    <a:pt x="2880457" y="335448"/>
                  </a:lnTo>
                  <a:lnTo>
                    <a:pt x="2881529" y="335317"/>
                  </a:lnTo>
                  <a:lnTo>
                    <a:pt x="2882600" y="335186"/>
                  </a:lnTo>
                  <a:lnTo>
                    <a:pt x="2883672" y="335056"/>
                  </a:lnTo>
                  <a:lnTo>
                    <a:pt x="2884743" y="334925"/>
                  </a:lnTo>
                  <a:lnTo>
                    <a:pt x="2885815" y="334795"/>
                  </a:lnTo>
                  <a:lnTo>
                    <a:pt x="2886887" y="334664"/>
                  </a:lnTo>
                  <a:lnTo>
                    <a:pt x="2887958" y="334534"/>
                  </a:lnTo>
                  <a:lnTo>
                    <a:pt x="2889030" y="334403"/>
                  </a:lnTo>
                  <a:lnTo>
                    <a:pt x="2890101" y="334273"/>
                  </a:lnTo>
                  <a:lnTo>
                    <a:pt x="2891173" y="334142"/>
                  </a:lnTo>
                  <a:lnTo>
                    <a:pt x="2892245" y="334012"/>
                  </a:lnTo>
                  <a:lnTo>
                    <a:pt x="2893316" y="333881"/>
                  </a:lnTo>
                  <a:lnTo>
                    <a:pt x="2894388" y="333751"/>
                  </a:lnTo>
                  <a:lnTo>
                    <a:pt x="2895459" y="333621"/>
                  </a:lnTo>
                  <a:lnTo>
                    <a:pt x="2896531" y="333490"/>
                  </a:lnTo>
                  <a:lnTo>
                    <a:pt x="2897603" y="333360"/>
                  </a:lnTo>
                  <a:lnTo>
                    <a:pt x="2898674" y="333229"/>
                  </a:lnTo>
                  <a:lnTo>
                    <a:pt x="2899746" y="333099"/>
                  </a:lnTo>
                  <a:lnTo>
                    <a:pt x="2900817" y="332969"/>
                  </a:lnTo>
                  <a:lnTo>
                    <a:pt x="2901889" y="332838"/>
                  </a:lnTo>
                  <a:lnTo>
                    <a:pt x="2902961" y="332708"/>
                  </a:lnTo>
                  <a:lnTo>
                    <a:pt x="2904032" y="332577"/>
                  </a:lnTo>
                  <a:lnTo>
                    <a:pt x="2905104" y="332447"/>
                  </a:lnTo>
                  <a:lnTo>
                    <a:pt x="2906175" y="332316"/>
                  </a:lnTo>
                  <a:lnTo>
                    <a:pt x="2907247" y="332185"/>
                  </a:lnTo>
                  <a:lnTo>
                    <a:pt x="2908319" y="332055"/>
                  </a:lnTo>
                  <a:lnTo>
                    <a:pt x="2909390" y="331924"/>
                  </a:lnTo>
                  <a:lnTo>
                    <a:pt x="2910462" y="331793"/>
                  </a:lnTo>
                  <a:lnTo>
                    <a:pt x="2911533" y="331663"/>
                  </a:lnTo>
                  <a:lnTo>
                    <a:pt x="2912605" y="331532"/>
                  </a:lnTo>
                  <a:lnTo>
                    <a:pt x="2913677" y="331401"/>
                  </a:lnTo>
                  <a:lnTo>
                    <a:pt x="2914748" y="331270"/>
                  </a:lnTo>
                  <a:lnTo>
                    <a:pt x="2915820" y="331139"/>
                  </a:lnTo>
                  <a:lnTo>
                    <a:pt x="2916891" y="331007"/>
                  </a:lnTo>
                  <a:lnTo>
                    <a:pt x="2917963" y="330876"/>
                  </a:lnTo>
                  <a:lnTo>
                    <a:pt x="2919035" y="330745"/>
                  </a:lnTo>
                  <a:lnTo>
                    <a:pt x="2920106" y="330614"/>
                  </a:lnTo>
                  <a:lnTo>
                    <a:pt x="2921178" y="330482"/>
                  </a:lnTo>
                  <a:lnTo>
                    <a:pt x="2922249" y="330350"/>
                  </a:lnTo>
                  <a:lnTo>
                    <a:pt x="2923321" y="330219"/>
                  </a:lnTo>
                  <a:lnTo>
                    <a:pt x="2924393" y="330087"/>
                  </a:lnTo>
                  <a:lnTo>
                    <a:pt x="2925464" y="329955"/>
                  </a:lnTo>
                  <a:lnTo>
                    <a:pt x="2926536" y="329823"/>
                  </a:lnTo>
                  <a:lnTo>
                    <a:pt x="2927607" y="329691"/>
                  </a:lnTo>
                  <a:lnTo>
                    <a:pt x="2928679" y="329559"/>
                  </a:lnTo>
                  <a:lnTo>
                    <a:pt x="2929751" y="329426"/>
                  </a:lnTo>
                  <a:lnTo>
                    <a:pt x="2930822" y="329294"/>
                  </a:lnTo>
                  <a:lnTo>
                    <a:pt x="2931894" y="329161"/>
                  </a:lnTo>
                  <a:lnTo>
                    <a:pt x="2932965" y="329028"/>
                  </a:lnTo>
                  <a:lnTo>
                    <a:pt x="2934037" y="328895"/>
                  </a:lnTo>
                  <a:lnTo>
                    <a:pt x="2935109" y="328762"/>
                  </a:lnTo>
                  <a:lnTo>
                    <a:pt x="2936180" y="328629"/>
                  </a:lnTo>
                  <a:lnTo>
                    <a:pt x="2937252" y="328496"/>
                  </a:lnTo>
                  <a:lnTo>
                    <a:pt x="2938323" y="328362"/>
                  </a:lnTo>
                  <a:lnTo>
                    <a:pt x="2939395" y="328229"/>
                  </a:lnTo>
                  <a:lnTo>
                    <a:pt x="2940467" y="328095"/>
                  </a:lnTo>
                  <a:lnTo>
                    <a:pt x="2941538" y="327961"/>
                  </a:lnTo>
                  <a:lnTo>
                    <a:pt x="2942610" y="327826"/>
                  </a:lnTo>
                  <a:lnTo>
                    <a:pt x="2943681" y="327692"/>
                  </a:lnTo>
                  <a:lnTo>
                    <a:pt x="2944753" y="327558"/>
                  </a:lnTo>
                  <a:lnTo>
                    <a:pt x="2945825" y="327423"/>
                  </a:lnTo>
                  <a:lnTo>
                    <a:pt x="2946896" y="327288"/>
                  </a:lnTo>
                  <a:lnTo>
                    <a:pt x="2947968" y="327153"/>
                  </a:lnTo>
                  <a:lnTo>
                    <a:pt x="2949039" y="327018"/>
                  </a:lnTo>
                  <a:lnTo>
                    <a:pt x="2950111" y="326882"/>
                  </a:lnTo>
                  <a:lnTo>
                    <a:pt x="2951183" y="326746"/>
                  </a:lnTo>
                  <a:lnTo>
                    <a:pt x="2952254" y="326610"/>
                  </a:lnTo>
                  <a:lnTo>
                    <a:pt x="2953326" y="326474"/>
                  </a:lnTo>
                  <a:lnTo>
                    <a:pt x="2954397" y="326338"/>
                  </a:lnTo>
                  <a:lnTo>
                    <a:pt x="2955469" y="326201"/>
                  </a:lnTo>
                  <a:lnTo>
                    <a:pt x="2956541" y="326065"/>
                  </a:lnTo>
                  <a:lnTo>
                    <a:pt x="2957612" y="325928"/>
                  </a:lnTo>
                  <a:lnTo>
                    <a:pt x="2958684" y="325790"/>
                  </a:lnTo>
                  <a:lnTo>
                    <a:pt x="2959755" y="325653"/>
                  </a:lnTo>
                  <a:lnTo>
                    <a:pt x="2960827" y="325515"/>
                  </a:lnTo>
                  <a:lnTo>
                    <a:pt x="2961899" y="325377"/>
                  </a:lnTo>
                  <a:lnTo>
                    <a:pt x="2962970" y="325239"/>
                  </a:lnTo>
                  <a:lnTo>
                    <a:pt x="2964042" y="325101"/>
                  </a:lnTo>
                  <a:lnTo>
                    <a:pt x="2965113" y="324962"/>
                  </a:lnTo>
                  <a:lnTo>
                    <a:pt x="2966185" y="324823"/>
                  </a:lnTo>
                  <a:lnTo>
                    <a:pt x="2967257" y="324684"/>
                  </a:lnTo>
                  <a:lnTo>
                    <a:pt x="2968328" y="324544"/>
                  </a:lnTo>
                  <a:lnTo>
                    <a:pt x="2969400" y="324405"/>
                  </a:lnTo>
                  <a:lnTo>
                    <a:pt x="2970471" y="324265"/>
                  </a:lnTo>
                  <a:lnTo>
                    <a:pt x="2971543" y="324124"/>
                  </a:lnTo>
                  <a:lnTo>
                    <a:pt x="2972615" y="323984"/>
                  </a:lnTo>
                  <a:lnTo>
                    <a:pt x="2973686" y="323843"/>
                  </a:lnTo>
                  <a:lnTo>
                    <a:pt x="2974758" y="323702"/>
                  </a:lnTo>
                  <a:lnTo>
                    <a:pt x="2975829" y="323561"/>
                  </a:lnTo>
                  <a:lnTo>
                    <a:pt x="2976901" y="323419"/>
                  </a:lnTo>
                  <a:lnTo>
                    <a:pt x="2977973" y="323277"/>
                  </a:lnTo>
                  <a:lnTo>
                    <a:pt x="2979044" y="323135"/>
                  </a:lnTo>
                  <a:lnTo>
                    <a:pt x="2980116" y="322992"/>
                  </a:lnTo>
                  <a:lnTo>
                    <a:pt x="2981187" y="322849"/>
                  </a:lnTo>
                  <a:lnTo>
                    <a:pt x="2982259" y="322706"/>
                  </a:lnTo>
                  <a:lnTo>
                    <a:pt x="2983331" y="322562"/>
                  </a:lnTo>
                  <a:lnTo>
                    <a:pt x="2984402" y="322418"/>
                  </a:lnTo>
                  <a:lnTo>
                    <a:pt x="2985474" y="322274"/>
                  </a:lnTo>
                  <a:lnTo>
                    <a:pt x="2986545" y="322130"/>
                  </a:lnTo>
                  <a:lnTo>
                    <a:pt x="2987617" y="321985"/>
                  </a:lnTo>
                  <a:lnTo>
                    <a:pt x="2988689" y="321840"/>
                  </a:lnTo>
                  <a:lnTo>
                    <a:pt x="2989760" y="321694"/>
                  </a:lnTo>
                  <a:lnTo>
                    <a:pt x="2990832" y="321548"/>
                  </a:lnTo>
                  <a:lnTo>
                    <a:pt x="2991903" y="321402"/>
                  </a:lnTo>
                  <a:lnTo>
                    <a:pt x="2992975" y="321256"/>
                  </a:lnTo>
                  <a:lnTo>
                    <a:pt x="2994047" y="321109"/>
                  </a:lnTo>
                  <a:lnTo>
                    <a:pt x="2995118" y="320962"/>
                  </a:lnTo>
                  <a:lnTo>
                    <a:pt x="2996190" y="320814"/>
                  </a:lnTo>
                  <a:lnTo>
                    <a:pt x="2997261" y="320666"/>
                  </a:lnTo>
                  <a:lnTo>
                    <a:pt x="2998333" y="320518"/>
                  </a:lnTo>
                  <a:lnTo>
                    <a:pt x="2999405" y="320369"/>
                  </a:lnTo>
                  <a:lnTo>
                    <a:pt x="3000476" y="320220"/>
                  </a:lnTo>
                  <a:lnTo>
                    <a:pt x="3001548" y="320071"/>
                  </a:lnTo>
                  <a:lnTo>
                    <a:pt x="3002619" y="319921"/>
                  </a:lnTo>
                  <a:lnTo>
                    <a:pt x="3003691" y="319771"/>
                  </a:lnTo>
                  <a:lnTo>
                    <a:pt x="3004763" y="319620"/>
                  </a:lnTo>
                  <a:lnTo>
                    <a:pt x="3005834" y="319469"/>
                  </a:lnTo>
                  <a:lnTo>
                    <a:pt x="3006906" y="319318"/>
                  </a:lnTo>
                  <a:lnTo>
                    <a:pt x="3007977" y="319166"/>
                  </a:lnTo>
                  <a:lnTo>
                    <a:pt x="3009049" y="319014"/>
                  </a:lnTo>
                  <a:lnTo>
                    <a:pt x="3010121" y="318861"/>
                  </a:lnTo>
                  <a:lnTo>
                    <a:pt x="3011192" y="318708"/>
                  </a:lnTo>
                  <a:lnTo>
                    <a:pt x="3012264" y="318555"/>
                  </a:lnTo>
                  <a:lnTo>
                    <a:pt x="3013335" y="318401"/>
                  </a:lnTo>
                  <a:lnTo>
                    <a:pt x="3014407" y="318247"/>
                  </a:lnTo>
                  <a:lnTo>
                    <a:pt x="3015479" y="318092"/>
                  </a:lnTo>
                  <a:lnTo>
                    <a:pt x="3016550" y="317937"/>
                  </a:lnTo>
                  <a:lnTo>
                    <a:pt x="3017622" y="317782"/>
                  </a:lnTo>
                  <a:lnTo>
                    <a:pt x="3018693" y="317626"/>
                  </a:lnTo>
                  <a:lnTo>
                    <a:pt x="3019765" y="317470"/>
                  </a:lnTo>
                  <a:lnTo>
                    <a:pt x="3020836" y="317313"/>
                  </a:lnTo>
                  <a:lnTo>
                    <a:pt x="3021908" y="317156"/>
                  </a:lnTo>
                  <a:lnTo>
                    <a:pt x="3022980" y="316998"/>
                  </a:lnTo>
                  <a:lnTo>
                    <a:pt x="3024051" y="316840"/>
                  </a:lnTo>
                  <a:lnTo>
                    <a:pt x="3025123" y="316681"/>
                  </a:lnTo>
                  <a:lnTo>
                    <a:pt x="3026194" y="316522"/>
                  </a:lnTo>
                  <a:lnTo>
                    <a:pt x="3027266" y="316363"/>
                  </a:lnTo>
                  <a:lnTo>
                    <a:pt x="3028338" y="316203"/>
                  </a:lnTo>
                  <a:lnTo>
                    <a:pt x="3029409" y="316043"/>
                  </a:lnTo>
                  <a:lnTo>
                    <a:pt x="3030481" y="315882"/>
                  </a:lnTo>
                  <a:lnTo>
                    <a:pt x="3031552" y="315721"/>
                  </a:lnTo>
                  <a:lnTo>
                    <a:pt x="3032624" y="315559"/>
                  </a:lnTo>
                  <a:lnTo>
                    <a:pt x="3033696" y="315397"/>
                  </a:lnTo>
                  <a:lnTo>
                    <a:pt x="3034767" y="315234"/>
                  </a:lnTo>
                  <a:lnTo>
                    <a:pt x="3035839" y="315071"/>
                  </a:lnTo>
                  <a:lnTo>
                    <a:pt x="3036910" y="314907"/>
                  </a:lnTo>
                  <a:lnTo>
                    <a:pt x="3037982" y="314743"/>
                  </a:lnTo>
                  <a:lnTo>
                    <a:pt x="3039054" y="314578"/>
                  </a:lnTo>
                  <a:lnTo>
                    <a:pt x="3040125" y="314413"/>
                  </a:lnTo>
                  <a:lnTo>
                    <a:pt x="3041197" y="314247"/>
                  </a:lnTo>
                  <a:lnTo>
                    <a:pt x="3042268" y="314081"/>
                  </a:lnTo>
                  <a:lnTo>
                    <a:pt x="3043340" y="313915"/>
                  </a:lnTo>
                  <a:lnTo>
                    <a:pt x="3044412" y="313747"/>
                  </a:lnTo>
                  <a:lnTo>
                    <a:pt x="3045483" y="313580"/>
                  </a:lnTo>
                  <a:lnTo>
                    <a:pt x="3046555" y="313412"/>
                  </a:lnTo>
                  <a:lnTo>
                    <a:pt x="3047626" y="313243"/>
                  </a:lnTo>
                  <a:lnTo>
                    <a:pt x="3048698" y="313074"/>
                  </a:lnTo>
                  <a:lnTo>
                    <a:pt x="3049770" y="312904"/>
                  </a:lnTo>
                  <a:lnTo>
                    <a:pt x="3050841" y="312734"/>
                  </a:lnTo>
                  <a:lnTo>
                    <a:pt x="3051913" y="312563"/>
                  </a:lnTo>
                  <a:lnTo>
                    <a:pt x="3052984" y="312392"/>
                  </a:lnTo>
                  <a:lnTo>
                    <a:pt x="3054056" y="312220"/>
                  </a:lnTo>
                  <a:lnTo>
                    <a:pt x="3055128" y="312047"/>
                  </a:lnTo>
                  <a:lnTo>
                    <a:pt x="3056199" y="311874"/>
                  </a:lnTo>
                  <a:lnTo>
                    <a:pt x="3057271" y="311701"/>
                  </a:lnTo>
                  <a:lnTo>
                    <a:pt x="3058342" y="311527"/>
                  </a:lnTo>
                  <a:lnTo>
                    <a:pt x="3059414" y="311352"/>
                  </a:lnTo>
                  <a:lnTo>
                    <a:pt x="3060486" y="311177"/>
                  </a:lnTo>
                  <a:lnTo>
                    <a:pt x="3061557" y="311002"/>
                  </a:lnTo>
                  <a:lnTo>
                    <a:pt x="3062629" y="310825"/>
                  </a:lnTo>
                  <a:lnTo>
                    <a:pt x="3063700" y="310649"/>
                  </a:lnTo>
                  <a:lnTo>
                    <a:pt x="3064772" y="310471"/>
                  </a:lnTo>
                  <a:lnTo>
                    <a:pt x="3065844" y="310293"/>
                  </a:lnTo>
                  <a:lnTo>
                    <a:pt x="3066915" y="310115"/>
                  </a:lnTo>
                  <a:lnTo>
                    <a:pt x="3067987" y="309936"/>
                  </a:lnTo>
                  <a:lnTo>
                    <a:pt x="3069058" y="309756"/>
                  </a:lnTo>
                  <a:lnTo>
                    <a:pt x="3070130" y="309576"/>
                  </a:lnTo>
                  <a:lnTo>
                    <a:pt x="3071202" y="309395"/>
                  </a:lnTo>
                  <a:lnTo>
                    <a:pt x="3072273" y="309214"/>
                  </a:lnTo>
                  <a:lnTo>
                    <a:pt x="3073345" y="309032"/>
                  </a:lnTo>
                  <a:lnTo>
                    <a:pt x="3074416" y="308850"/>
                  </a:lnTo>
                  <a:lnTo>
                    <a:pt x="3075488" y="308667"/>
                  </a:lnTo>
                  <a:lnTo>
                    <a:pt x="3076560" y="308483"/>
                  </a:lnTo>
                  <a:lnTo>
                    <a:pt x="3077631" y="308299"/>
                  </a:lnTo>
                  <a:lnTo>
                    <a:pt x="3078703" y="308114"/>
                  </a:lnTo>
                  <a:lnTo>
                    <a:pt x="3079774" y="307928"/>
                  </a:lnTo>
                  <a:lnTo>
                    <a:pt x="3080846" y="307742"/>
                  </a:lnTo>
                  <a:lnTo>
                    <a:pt x="3081918" y="307555"/>
                  </a:lnTo>
                  <a:lnTo>
                    <a:pt x="3082989" y="307368"/>
                  </a:lnTo>
                  <a:lnTo>
                    <a:pt x="3084061" y="307180"/>
                  </a:lnTo>
                  <a:lnTo>
                    <a:pt x="3085132" y="306992"/>
                  </a:lnTo>
                  <a:lnTo>
                    <a:pt x="3086204" y="306803"/>
                  </a:lnTo>
                  <a:lnTo>
                    <a:pt x="3087276" y="306613"/>
                  </a:lnTo>
                  <a:lnTo>
                    <a:pt x="3088347" y="306422"/>
                  </a:lnTo>
                  <a:lnTo>
                    <a:pt x="3089419" y="306231"/>
                  </a:lnTo>
                  <a:lnTo>
                    <a:pt x="3090490" y="306040"/>
                  </a:lnTo>
                  <a:lnTo>
                    <a:pt x="3091562" y="305848"/>
                  </a:lnTo>
                  <a:lnTo>
                    <a:pt x="3092634" y="305655"/>
                  </a:lnTo>
                  <a:lnTo>
                    <a:pt x="3093705" y="305461"/>
                  </a:lnTo>
                  <a:lnTo>
                    <a:pt x="3094777" y="305267"/>
                  </a:lnTo>
                  <a:lnTo>
                    <a:pt x="3095848" y="305072"/>
                  </a:lnTo>
                  <a:lnTo>
                    <a:pt x="3096920" y="304877"/>
                  </a:lnTo>
                  <a:lnTo>
                    <a:pt x="3097992" y="304681"/>
                  </a:lnTo>
                  <a:lnTo>
                    <a:pt x="3099063" y="304484"/>
                  </a:lnTo>
                  <a:lnTo>
                    <a:pt x="3100135" y="304287"/>
                  </a:lnTo>
                  <a:lnTo>
                    <a:pt x="3101206" y="304089"/>
                  </a:lnTo>
                  <a:lnTo>
                    <a:pt x="3102278" y="303890"/>
                  </a:lnTo>
                  <a:lnTo>
                    <a:pt x="3103350" y="303691"/>
                  </a:lnTo>
                  <a:lnTo>
                    <a:pt x="3104421" y="303491"/>
                  </a:lnTo>
                  <a:lnTo>
                    <a:pt x="3105493" y="303290"/>
                  </a:lnTo>
                  <a:lnTo>
                    <a:pt x="3106564" y="303089"/>
                  </a:lnTo>
                  <a:lnTo>
                    <a:pt x="3107636" y="302887"/>
                  </a:lnTo>
                  <a:lnTo>
                    <a:pt x="3108708" y="302684"/>
                  </a:lnTo>
                  <a:lnTo>
                    <a:pt x="3109779" y="302481"/>
                  </a:lnTo>
                  <a:lnTo>
                    <a:pt x="3110851" y="302277"/>
                  </a:lnTo>
                  <a:lnTo>
                    <a:pt x="3111922" y="302072"/>
                  </a:lnTo>
                  <a:lnTo>
                    <a:pt x="3112994" y="301867"/>
                  </a:lnTo>
                  <a:lnTo>
                    <a:pt x="3114066" y="301661"/>
                  </a:lnTo>
                  <a:lnTo>
                    <a:pt x="3115137" y="301454"/>
                  </a:lnTo>
                  <a:lnTo>
                    <a:pt x="3116209" y="301247"/>
                  </a:lnTo>
                  <a:lnTo>
                    <a:pt x="3117280" y="301039"/>
                  </a:lnTo>
                  <a:lnTo>
                    <a:pt x="3118352" y="300830"/>
                  </a:lnTo>
                  <a:lnTo>
                    <a:pt x="3119424" y="300621"/>
                  </a:lnTo>
                  <a:lnTo>
                    <a:pt x="3120495" y="300410"/>
                  </a:lnTo>
                  <a:lnTo>
                    <a:pt x="3121567" y="300200"/>
                  </a:lnTo>
                  <a:lnTo>
                    <a:pt x="3122638" y="299988"/>
                  </a:lnTo>
                  <a:lnTo>
                    <a:pt x="3123710" y="299776"/>
                  </a:lnTo>
                  <a:lnTo>
                    <a:pt x="3124782" y="299563"/>
                  </a:lnTo>
                  <a:lnTo>
                    <a:pt x="3125853" y="299349"/>
                  </a:lnTo>
                  <a:lnTo>
                    <a:pt x="3126925" y="299135"/>
                  </a:lnTo>
                  <a:lnTo>
                    <a:pt x="3127996" y="298920"/>
                  </a:lnTo>
                  <a:lnTo>
                    <a:pt x="3129068" y="298704"/>
                  </a:lnTo>
                  <a:lnTo>
                    <a:pt x="3130140" y="298488"/>
                  </a:lnTo>
                  <a:lnTo>
                    <a:pt x="3131211" y="298271"/>
                  </a:lnTo>
                  <a:lnTo>
                    <a:pt x="3132283" y="298053"/>
                  </a:lnTo>
                  <a:lnTo>
                    <a:pt x="3133354" y="297834"/>
                  </a:lnTo>
                  <a:lnTo>
                    <a:pt x="3134426" y="297615"/>
                  </a:lnTo>
                  <a:lnTo>
                    <a:pt x="3135498" y="297395"/>
                  </a:lnTo>
                  <a:lnTo>
                    <a:pt x="3136569" y="297174"/>
                  </a:lnTo>
                  <a:lnTo>
                    <a:pt x="3137641" y="296953"/>
                  </a:lnTo>
                  <a:lnTo>
                    <a:pt x="3138712" y="296730"/>
                  </a:lnTo>
                  <a:lnTo>
                    <a:pt x="3139784" y="296508"/>
                  </a:lnTo>
                  <a:lnTo>
                    <a:pt x="3140856" y="296284"/>
                  </a:lnTo>
                  <a:lnTo>
                    <a:pt x="3141927" y="296060"/>
                  </a:lnTo>
                  <a:lnTo>
                    <a:pt x="3142999" y="295835"/>
                  </a:lnTo>
                  <a:lnTo>
                    <a:pt x="3144070" y="295609"/>
                  </a:lnTo>
                  <a:lnTo>
                    <a:pt x="3145142" y="295382"/>
                  </a:lnTo>
                  <a:lnTo>
                    <a:pt x="3146214" y="295155"/>
                  </a:lnTo>
                  <a:lnTo>
                    <a:pt x="3147285" y="294927"/>
                  </a:lnTo>
                  <a:lnTo>
                    <a:pt x="3148357" y="294698"/>
                  </a:lnTo>
                  <a:lnTo>
                    <a:pt x="3149428" y="294469"/>
                  </a:lnTo>
                  <a:lnTo>
                    <a:pt x="3150500" y="294239"/>
                  </a:lnTo>
                  <a:lnTo>
                    <a:pt x="3151572" y="294008"/>
                  </a:lnTo>
                  <a:lnTo>
                    <a:pt x="3152643" y="293777"/>
                  </a:lnTo>
                  <a:lnTo>
                    <a:pt x="3153715" y="293544"/>
                  </a:lnTo>
                  <a:lnTo>
                    <a:pt x="3154786" y="293311"/>
                  </a:lnTo>
                  <a:lnTo>
                    <a:pt x="3155858" y="293078"/>
                  </a:lnTo>
                  <a:lnTo>
                    <a:pt x="3156930" y="292843"/>
                  </a:lnTo>
                  <a:lnTo>
                    <a:pt x="3158001" y="292608"/>
                  </a:lnTo>
                  <a:lnTo>
                    <a:pt x="3159073" y="292372"/>
                  </a:lnTo>
                  <a:lnTo>
                    <a:pt x="3160144" y="292136"/>
                  </a:lnTo>
                  <a:lnTo>
                    <a:pt x="3161216" y="291899"/>
                  </a:lnTo>
                  <a:lnTo>
                    <a:pt x="3162288" y="291661"/>
                  </a:lnTo>
                  <a:lnTo>
                    <a:pt x="3163359" y="291422"/>
                  </a:lnTo>
                  <a:lnTo>
                    <a:pt x="3164431" y="291182"/>
                  </a:lnTo>
                  <a:lnTo>
                    <a:pt x="3165502" y="290942"/>
                  </a:lnTo>
                  <a:lnTo>
                    <a:pt x="3166574" y="290701"/>
                  </a:lnTo>
                  <a:lnTo>
                    <a:pt x="3167646" y="290460"/>
                  </a:lnTo>
                  <a:lnTo>
                    <a:pt x="3168717" y="290218"/>
                  </a:lnTo>
                  <a:lnTo>
                    <a:pt x="3169789" y="289975"/>
                  </a:lnTo>
                  <a:lnTo>
                    <a:pt x="3170860" y="289731"/>
                  </a:lnTo>
                  <a:lnTo>
                    <a:pt x="3171932" y="289486"/>
                  </a:lnTo>
                  <a:lnTo>
                    <a:pt x="3173004" y="289241"/>
                  </a:lnTo>
                  <a:lnTo>
                    <a:pt x="3174075" y="288995"/>
                  </a:lnTo>
                  <a:lnTo>
                    <a:pt x="3175147" y="288749"/>
                  </a:lnTo>
                  <a:lnTo>
                    <a:pt x="3176218" y="288501"/>
                  </a:lnTo>
                  <a:lnTo>
                    <a:pt x="3177290" y="288253"/>
                  </a:lnTo>
                  <a:lnTo>
                    <a:pt x="3178362" y="288005"/>
                  </a:lnTo>
                  <a:lnTo>
                    <a:pt x="3179433" y="287755"/>
                  </a:lnTo>
                  <a:lnTo>
                    <a:pt x="3180505" y="287505"/>
                  </a:lnTo>
                  <a:lnTo>
                    <a:pt x="3181576" y="287254"/>
                  </a:lnTo>
                  <a:lnTo>
                    <a:pt x="3182648" y="287002"/>
                  </a:lnTo>
                  <a:lnTo>
                    <a:pt x="3183720" y="286750"/>
                  </a:lnTo>
                  <a:lnTo>
                    <a:pt x="3184791" y="286497"/>
                  </a:lnTo>
                  <a:lnTo>
                    <a:pt x="3185863" y="286243"/>
                  </a:lnTo>
                  <a:lnTo>
                    <a:pt x="3186934" y="285989"/>
                  </a:lnTo>
                  <a:lnTo>
                    <a:pt x="3188006" y="285733"/>
                  </a:lnTo>
                  <a:lnTo>
                    <a:pt x="3189078" y="285478"/>
                  </a:lnTo>
                  <a:lnTo>
                    <a:pt x="3190149" y="285221"/>
                  </a:lnTo>
                  <a:lnTo>
                    <a:pt x="3191221" y="284964"/>
                  </a:lnTo>
                  <a:lnTo>
                    <a:pt x="3192292" y="284705"/>
                  </a:lnTo>
                  <a:lnTo>
                    <a:pt x="3193364" y="284447"/>
                  </a:lnTo>
                  <a:lnTo>
                    <a:pt x="3194436" y="284187"/>
                  </a:lnTo>
                  <a:lnTo>
                    <a:pt x="3195507" y="283927"/>
                  </a:lnTo>
                  <a:lnTo>
                    <a:pt x="3196579" y="283666"/>
                  </a:lnTo>
                  <a:lnTo>
                    <a:pt x="3197650" y="283404"/>
                  </a:lnTo>
                  <a:lnTo>
                    <a:pt x="3198722" y="283142"/>
                  </a:lnTo>
                  <a:lnTo>
                    <a:pt x="3199793" y="282879"/>
                  </a:lnTo>
                  <a:lnTo>
                    <a:pt x="3200865" y="282615"/>
                  </a:lnTo>
                  <a:lnTo>
                    <a:pt x="3201937" y="282351"/>
                  </a:lnTo>
                  <a:lnTo>
                    <a:pt x="3203008" y="282085"/>
                  </a:lnTo>
                  <a:lnTo>
                    <a:pt x="3204080" y="281819"/>
                  </a:lnTo>
                  <a:lnTo>
                    <a:pt x="3205151" y="281553"/>
                  </a:lnTo>
                  <a:lnTo>
                    <a:pt x="3206223" y="281285"/>
                  </a:lnTo>
                  <a:lnTo>
                    <a:pt x="3207295" y="281017"/>
                  </a:lnTo>
                  <a:lnTo>
                    <a:pt x="3208366" y="280748"/>
                  </a:lnTo>
                  <a:lnTo>
                    <a:pt x="3209438" y="280479"/>
                  </a:lnTo>
                  <a:lnTo>
                    <a:pt x="3210509" y="280209"/>
                  </a:lnTo>
                  <a:lnTo>
                    <a:pt x="3211581" y="279938"/>
                  </a:lnTo>
                  <a:lnTo>
                    <a:pt x="3212653" y="279666"/>
                  </a:lnTo>
                  <a:lnTo>
                    <a:pt x="3213724" y="279394"/>
                  </a:lnTo>
                  <a:lnTo>
                    <a:pt x="3214796" y="279121"/>
                  </a:lnTo>
                  <a:lnTo>
                    <a:pt x="3215867" y="278847"/>
                  </a:lnTo>
                  <a:lnTo>
                    <a:pt x="3216939" y="278572"/>
                  </a:lnTo>
                  <a:lnTo>
                    <a:pt x="3218011" y="278297"/>
                  </a:lnTo>
                  <a:lnTo>
                    <a:pt x="3219082" y="278021"/>
                  </a:lnTo>
                  <a:lnTo>
                    <a:pt x="3220154" y="277745"/>
                  </a:lnTo>
                  <a:lnTo>
                    <a:pt x="3221225" y="277467"/>
                  </a:lnTo>
                  <a:lnTo>
                    <a:pt x="3222297" y="277189"/>
                  </a:lnTo>
                  <a:lnTo>
                    <a:pt x="3223369" y="276910"/>
                  </a:lnTo>
                  <a:lnTo>
                    <a:pt x="3224440" y="276631"/>
                  </a:lnTo>
                  <a:lnTo>
                    <a:pt x="3225512" y="276351"/>
                  </a:lnTo>
                  <a:lnTo>
                    <a:pt x="3226583" y="276070"/>
                  </a:lnTo>
                  <a:lnTo>
                    <a:pt x="3227655" y="275788"/>
                  </a:lnTo>
                  <a:lnTo>
                    <a:pt x="3228727" y="275506"/>
                  </a:lnTo>
                  <a:lnTo>
                    <a:pt x="3229798" y="275223"/>
                  </a:lnTo>
                  <a:lnTo>
                    <a:pt x="3230870" y="274939"/>
                  </a:lnTo>
                  <a:lnTo>
                    <a:pt x="3231941" y="274654"/>
                  </a:lnTo>
                  <a:lnTo>
                    <a:pt x="3233013" y="274369"/>
                  </a:lnTo>
                  <a:lnTo>
                    <a:pt x="3234085" y="274083"/>
                  </a:lnTo>
                  <a:lnTo>
                    <a:pt x="3235156" y="273797"/>
                  </a:lnTo>
                  <a:lnTo>
                    <a:pt x="3236228" y="273509"/>
                  </a:lnTo>
                  <a:lnTo>
                    <a:pt x="3237299" y="273221"/>
                  </a:lnTo>
                  <a:lnTo>
                    <a:pt x="3238371" y="272933"/>
                  </a:lnTo>
                  <a:lnTo>
                    <a:pt x="3239443" y="272643"/>
                  </a:lnTo>
                  <a:lnTo>
                    <a:pt x="3240514" y="272353"/>
                  </a:lnTo>
                  <a:lnTo>
                    <a:pt x="3241586" y="272062"/>
                  </a:lnTo>
                  <a:lnTo>
                    <a:pt x="3242657" y="271771"/>
                  </a:lnTo>
                  <a:lnTo>
                    <a:pt x="3243729" y="271478"/>
                  </a:lnTo>
                  <a:lnTo>
                    <a:pt x="3244801" y="271185"/>
                  </a:lnTo>
                  <a:lnTo>
                    <a:pt x="3245872" y="270892"/>
                  </a:lnTo>
                  <a:lnTo>
                    <a:pt x="3246944" y="270597"/>
                  </a:lnTo>
                  <a:lnTo>
                    <a:pt x="3248015" y="270302"/>
                  </a:lnTo>
                  <a:lnTo>
                    <a:pt x="3249087" y="270006"/>
                  </a:lnTo>
                  <a:lnTo>
                    <a:pt x="3250159" y="269710"/>
                  </a:lnTo>
                  <a:lnTo>
                    <a:pt x="3251230" y="269413"/>
                  </a:lnTo>
                  <a:lnTo>
                    <a:pt x="3252302" y="269115"/>
                  </a:lnTo>
                  <a:lnTo>
                    <a:pt x="3253373" y="268816"/>
                  </a:lnTo>
                  <a:lnTo>
                    <a:pt x="3254445" y="268517"/>
                  </a:lnTo>
                  <a:lnTo>
                    <a:pt x="3255517" y="268217"/>
                  </a:lnTo>
                  <a:lnTo>
                    <a:pt x="3256588" y="267916"/>
                  </a:lnTo>
                  <a:lnTo>
                    <a:pt x="3257660" y="267614"/>
                  </a:lnTo>
                  <a:lnTo>
                    <a:pt x="3258731" y="267312"/>
                  </a:lnTo>
                  <a:lnTo>
                    <a:pt x="3259803" y="267009"/>
                  </a:lnTo>
                  <a:lnTo>
                    <a:pt x="3260875" y="266706"/>
                  </a:lnTo>
                  <a:lnTo>
                    <a:pt x="3261946" y="266401"/>
                  </a:lnTo>
                  <a:lnTo>
                    <a:pt x="3263018" y="266097"/>
                  </a:lnTo>
                  <a:lnTo>
                    <a:pt x="3264089" y="265791"/>
                  </a:lnTo>
                  <a:lnTo>
                    <a:pt x="3265161" y="265484"/>
                  </a:lnTo>
                  <a:lnTo>
                    <a:pt x="3266233" y="265177"/>
                  </a:lnTo>
                  <a:lnTo>
                    <a:pt x="3267304" y="264870"/>
                  </a:lnTo>
                  <a:lnTo>
                    <a:pt x="3268376" y="264561"/>
                  </a:lnTo>
                  <a:lnTo>
                    <a:pt x="3269447" y="264252"/>
                  </a:lnTo>
                  <a:lnTo>
                    <a:pt x="3270519" y="263942"/>
                  </a:lnTo>
                  <a:lnTo>
                    <a:pt x="3271591" y="263631"/>
                  </a:lnTo>
                  <a:lnTo>
                    <a:pt x="3272662" y="263320"/>
                  </a:lnTo>
                  <a:lnTo>
                    <a:pt x="3273734" y="263008"/>
                  </a:lnTo>
                  <a:lnTo>
                    <a:pt x="3274805" y="262695"/>
                  </a:lnTo>
                  <a:lnTo>
                    <a:pt x="3275877" y="262382"/>
                  </a:lnTo>
                  <a:lnTo>
                    <a:pt x="3276949" y="262068"/>
                  </a:lnTo>
                  <a:lnTo>
                    <a:pt x="3278020" y="261753"/>
                  </a:lnTo>
                  <a:lnTo>
                    <a:pt x="3279092" y="261437"/>
                  </a:lnTo>
                  <a:lnTo>
                    <a:pt x="3280163" y="261121"/>
                  </a:lnTo>
                  <a:lnTo>
                    <a:pt x="3281235" y="260804"/>
                  </a:lnTo>
                  <a:lnTo>
                    <a:pt x="3282307" y="260487"/>
                  </a:lnTo>
                  <a:lnTo>
                    <a:pt x="3283378" y="260168"/>
                  </a:lnTo>
                  <a:lnTo>
                    <a:pt x="3284450" y="259849"/>
                  </a:lnTo>
                  <a:lnTo>
                    <a:pt x="3285521" y="259530"/>
                  </a:lnTo>
                  <a:lnTo>
                    <a:pt x="3286593" y="259209"/>
                  </a:lnTo>
                  <a:lnTo>
                    <a:pt x="3287665" y="258888"/>
                  </a:lnTo>
                  <a:lnTo>
                    <a:pt x="3288736" y="258566"/>
                  </a:lnTo>
                  <a:lnTo>
                    <a:pt x="3289808" y="258244"/>
                  </a:lnTo>
                  <a:lnTo>
                    <a:pt x="3290879" y="257921"/>
                  </a:lnTo>
                  <a:lnTo>
                    <a:pt x="3291951" y="257597"/>
                  </a:lnTo>
                  <a:lnTo>
                    <a:pt x="3293023" y="257272"/>
                  </a:lnTo>
                  <a:lnTo>
                    <a:pt x="3294094" y="256947"/>
                  </a:lnTo>
                  <a:lnTo>
                    <a:pt x="3295166" y="256621"/>
                  </a:lnTo>
                  <a:lnTo>
                    <a:pt x="3296237" y="256294"/>
                  </a:lnTo>
                  <a:lnTo>
                    <a:pt x="3297309" y="255967"/>
                  </a:lnTo>
                  <a:lnTo>
                    <a:pt x="3298381" y="255639"/>
                  </a:lnTo>
                  <a:lnTo>
                    <a:pt x="3299452" y="255310"/>
                  </a:lnTo>
                  <a:lnTo>
                    <a:pt x="3300524" y="254980"/>
                  </a:lnTo>
                  <a:lnTo>
                    <a:pt x="3301595" y="254650"/>
                  </a:lnTo>
                  <a:lnTo>
                    <a:pt x="3302667" y="254319"/>
                  </a:lnTo>
                  <a:lnTo>
                    <a:pt x="3303739" y="253988"/>
                  </a:lnTo>
                  <a:lnTo>
                    <a:pt x="3304810" y="253656"/>
                  </a:lnTo>
                  <a:lnTo>
                    <a:pt x="3305882" y="253323"/>
                  </a:lnTo>
                  <a:lnTo>
                    <a:pt x="3306953" y="252989"/>
                  </a:lnTo>
                  <a:lnTo>
                    <a:pt x="3308025" y="252655"/>
                  </a:lnTo>
                  <a:lnTo>
                    <a:pt x="3309097" y="252320"/>
                  </a:lnTo>
                  <a:lnTo>
                    <a:pt x="3310168" y="251984"/>
                  </a:lnTo>
                  <a:lnTo>
                    <a:pt x="3311240" y="251648"/>
                  </a:lnTo>
                  <a:lnTo>
                    <a:pt x="3312311" y="251311"/>
                  </a:lnTo>
                  <a:lnTo>
                    <a:pt x="3313383" y="250973"/>
                  </a:lnTo>
                  <a:lnTo>
                    <a:pt x="3314455" y="250634"/>
                  </a:lnTo>
                  <a:lnTo>
                    <a:pt x="3315526" y="250295"/>
                  </a:lnTo>
                  <a:lnTo>
                    <a:pt x="3316598" y="249956"/>
                  </a:lnTo>
                  <a:lnTo>
                    <a:pt x="3317669" y="249615"/>
                  </a:lnTo>
                  <a:lnTo>
                    <a:pt x="3318741" y="249274"/>
                  </a:lnTo>
                  <a:lnTo>
                    <a:pt x="3319813" y="248932"/>
                  </a:lnTo>
                  <a:lnTo>
                    <a:pt x="3320884" y="248589"/>
                  </a:lnTo>
                  <a:lnTo>
                    <a:pt x="3321956" y="248246"/>
                  </a:lnTo>
                  <a:lnTo>
                    <a:pt x="3323027" y="247902"/>
                  </a:lnTo>
                  <a:lnTo>
                    <a:pt x="3324099" y="247557"/>
                  </a:lnTo>
                  <a:lnTo>
                    <a:pt x="3325171" y="247212"/>
                  </a:lnTo>
                  <a:lnTo>
                    <a:pt x="3326242" y="246866"/>
                  </a:lnTo>
                  <a:lnTo>
                    <a:pt x="3327314" y="246519"/>
                  </a:lnTo>
                  <a:lnTo>
                    <a:pt x="3328385" y="246172"/>
                  </a:lnTo>
                  <a:lnTo>
                    <a:pt x="3329457" y="245824"/>
                  </a:lnTo>
                  <a:lnTo>
                    <a:pt x="3330529" y="245475"/>
                  </a:lnTo>
                  <a:lnTo>
                    <a:pt x="3331600" y="245126"/>
                  </a:lnTo>
                  <a:lnTo>
                    <a:pt x="3332672" y="244776"/>
                  </a:lnTo>
                  <a:lnTo>
                    <a:pt x="3333743" y="244425"/>
                  </a:lnTo>
                  <a:lnTo>
                    <a:pt x="3334815" y="244073"/>
                  </a:lnTo>
                  <a:lnTo>
                    <a:pt x="3335887" y="243721"/>
                  </a:lnTo>
                  <a:lnTo>
                    <a:pt x="3336958" y="243368"/>
                  </a:lnTo>
                  <a:lnTo>
                    <a:pt x="3338030" y="243015"/>
                  </a:lnTo>
                  <a:lnTo>
                    <a:pt x="3339101" y="242660"/>
                  </a:lnTo>
                  <a:lnTo>
                    <a:pt x="3340173" y="242305"/>
                  </a:lnTo>
                  <a:lnTo>
                    <a:pt x="3341245" y="241950"/>
                  </a:lnTo>
                  <a:lnTo>
                    <a:pt x="3342316" y="241594"/>
                  </a:lnTo>
                  <a:lnTo>
                    <a:pt x="3343388" y="241237"/>
                  </a:lnTo>
                  <a:lnTo>
                    <a:pt x="3344459" y="240879"/>
                  </a:lnTo>
                  <a:lnTo>
                    <a:pt x="3345531" y="240521"/>
                  </a:lnTo>
                  <a:lnTo>
                    <a:pt x="3346603" y="240162"/>
                  </a:lnTo>
                  <a:lnTo>
                    <a:pt x="3347674" y="239802"/>
                  </a:lnTo>
                  <a:lnTo>
                    <a:pt x="3348746" y="239442"/>
                  </a:lnTo>
                  <a:lnTo>
                    <a:pt x="3349817" y="239081"/>
                  </a:lnTo>
                  <a:lnTo>
                    <a:pt x="3350889" y="238719"/>
                  </a:lnTo>
                  <a:lnTo>
                    <a:pt x="3351961" y="238357"/>
                  </a:lnTo>
                  <a:lnTo>
                    <a:pt x="3353032" y="237994"/>
                  </a:lnTo>
                  <a:lnTo>
                    <a:pt x="3354104" y="237630"/>
                  </a:lnTo>
                  <a:lnTo>
                    <a:pt x="3355175" y="237265"/>
                  </a:lnTo>
                  <a:lnTo>
                    <a:pt x="3356247" y="236900"/>
                  </a:lnTo>
                  <a:lnTo>
                    <a:pt x="3357319" y="236534"/>
                  </a:lnTo>
                  <a:lnTo>
                    <a:pt x="3358390" y="236168"/>
                  </a:lnTo>
                  <a:lnTo>
                    <a:pt x="3359462" y="235801"/>
                  </a:lnTo>
                  <a:lnTo>
                    <a:pt x="3360533" y="235433"/>
                  </a:lnTo>
                  <a:lnTo>
                    <a:pt x="3361605" y="235065"/>
                  </a:lnTo>
                  <a:lnTo>
                    <a:pt x="3362677" y="234696"/>
                  </a:lnTo>
                  <a:lnTo>
                    <a:pt x="3363748" y="234326"/>
                  </a:lnTo>
                  <a:lnTo>
                    <a:pt x="3364820" y="233955"/>
                  </a:lnTo>
                  <a:lnTo>
                    <a:pt x="3365891" y="233584"/>
                  </a:lnTo>
                  <a:lnTo>
                    <a:pt x="3366963" y="233212"/>
                  </a:lnTo>
                  <a:lnTo>
                    <a:pt x="3368035" y="232840"/>
                  </a:lnTo>
                  <a:lnTo>
                    <a:pt x="3369106" y="232467"/>
                  </a:lnTo>
                  <a:lnTo>
                    <a:pt x="3370178" y="232093"/>
                  </a:lnTo>
                  <a:lnTo>
                    <a:pt x="3371249" y="231718"/>
                  </a:lnTo>
                  <a:lnTo>
                    <a:pt x="3372321" y="231343"/>
                  </a:lnTo>
                  <a:lnTo>
                    <a:pt x="3373392" y="230967"/>
                  </a:lnTo>
                  <a:lnTo>
                    <a:pt x="3374464" y="230591"/>
                  </a:lnTo>
                  <a:lnTo>
                    <a:pt x="3375536" y="230213"/>
                  </a:lnTo>
                  <a:lnTo>
                    <a:pt x="3376607" y="229836"/>
                  </a:lnTo>
                  <a:lnTo>
                    <a:pt x="3377679" y="229457"/>
                  </a:lnTo>
                  <a:lnTo>
                    <a:pt x="3378750" y="229078"/>
                  </a:lnTo>
                  <a:lnTo>
                    <a:pt x="3379822" y="228698"/>
                  </a:lnTo>
                  <a:lnTo>
                    <a:pt x="3380894" y="228317"/>
                  </a:lnTo>
                  <a:lnTo>
                    <a:pt x="3381965" y="227936"/>
                  </a:lnTo>
                  <a:lnTo>
                    <a:pt x="3383037" y="227554"/>
                  </a:lnTo>
                  <a:lnTo>
                    <a:pt x="3384108" y="227172"/>
                  </a:lnTo>
                  <a:lnTo>
                    <a:pt x="3385180" y="226789"/>
                  </a:lnTo>
                  <a:lnTo>
                    <a:pt x="3386252" y="226405"/>
                  </a:lnTo>
                  <a:lnTo>
                    <a:pt x="3387323" y="226020"/>
                  </a:lnTo>
                  <a:lnTo>
                    <a:pt x="3388395" y="225635"/>
                  </a:lnTo>
                  <a:lnTo>
                    <a:pt x="3389466" y="225249"/>
                  </a:lnTo>
                  <a:lnTo>
                    <a:pt x="3390538" y="224863"/>
                  </a:lnTo>
                  <a:lnTo>
                    <a:pt x="3391610" y="224476"/>
                  </a:lnTo>
                  <a:lnTo>
                    <a:pt x="3392681" y="224088"/>
                  </a:lnTo>
                  <a:lnTo>
                    <a:pt x="3393753" y="223699"/>
                  </a:lnTo>
                  <a:lnTo>
                    <a:pt x="3394824" y="223310"/>
                  </a:lnTo>
                  <a:lnTo>
                    <a:pt x="3395896" y="222920"/>
                  </a:lnTo>
                  <a:lnTo>
                    <a:pt x="3396968" y="222530"/>
                  </a:lnTo>
                  <a:lnTo>
                    <a:pt x="3398039" y="222139"/>
                  </a:lnTo>
                  <a:lnTo>
                    <a:pt x="3399111" y="221747"/>
                  </a:lnTo>
                  <a:lnTo>
                    <a:pt x="3400182" y="221354"/>
                  </a:lnTo>
                  <a:lnTo>
                    <a:pt x="3401254" y="220961"/>
                  </a:lnTo>
                  <a:lnTo>
                    <a:pt x="3402326" y="220567"/>
                  </a:lnTo>
                  <a:lnTo>
                    <a:pt x="3403397" y="220173"/>
                  </a:lnTo>
                  <a:lnTo>
                    <a:pt x="3404469" y="219778"/>
                  </a:lnTo>
                  <a:lnTo>
                    <a:pt x="3405540" y="219382"/>
                  </a:lnTo>
                  <a:lnTo>
                    <a:pt x="3406612" y="218986"/>
                  </a:lnTo>
                  <a:lnTo>
                    <a:pt x="3407684" y="218589"/>
                  </a:lnTo>
                  <a:lnTo>
                    <a:pt x="3408755" y="218191"/>
                  </a:lnTo>
                  <a:lnTo>
                    <a:pt x="3409827" y="217793"/>
                  </a:lnTo>
                  <a:lnTo>
                    <a:pt x="3410898" y="217394"/>
                  </a:lnTo>
                  <a:lnTo>
                    <a:pt x="3411970" y="216994"/>
                  </a:lnTo>
                  <a:lnTo>
                    <a:pt x="3413042" y="216593"/>
                  </a:lnTo>
                  <a:lnTo>
                    <a:pt x="3414113" y="216192"/>
                  </a:lnTo>
                  <a:lnTo>
                    <a:pt x="3415185" y="215791"/>
                  </a:lnTo>
                  <a:lnTo>
                    <a:pt x="3416256" y="215389"/>
                  </a:lnTo>
                  <a:lnTo>
                    <a:pt x="3417328" y="214986"/>
                  </a:lnTo>
                  <a:lnTo>
                    <a:pt x="3418400" y="214582"/>
                  </a:lnTo>
                  <a:lnTo>
                    <a:pt x="3419471" y="214178"/>
                  </a:lnTo>
                  <a:lnTo>
                    <a:pt x="3420543" y="213773"/>
                  </a:lnTo>
                  <a:lnTo>
                    <a:pt x="3421614" y="213367"/>
                  </a:lnTo>
                  <a:lnTo>
                    <a:pt x="3422686" y="212961"/>
                  </a:lnTo>
                  <a:lnTo>
                    <a:pt x="3423758" y="212554"/>
                  </a:lnTo>
                  <a:lnTo>
                    <a:pt x="3424829" y="212147"/>
                  </a:lnTo>
                  <a:lnTo>
                    <a:pt x="3425901" y="211738"/>
                  </a:lnTo>
                  <a:lnTo>
                    <a:pt x="3426972" y="211330"/>
                  </a:lnTo>
                  <a:lnTo>
                    <a:pt x="3428044" y="210920"/>
                  </a:lnTo>
                  <a:lnTo>
                    <a:pt x="3429116" y="210510"/>
                  </a:lnTo>
                  <a:lnTo>
                    <a:pt x="3430187" y="210099"/>
                  </a:lnTo>
                  <a:lnTo>
                    <a:pt x="3431259" y="209688"/>
                  </a:lnTo>
                  <a:lnTo>
                    <a:pt x="3432330" y="209276"/>
                  </a:lnTo>
                  <a:lnTo>
                    <a:pt x="3433402" y="208863"/>
                  </a:lnTo>
                  <a:lnTo>
                    <a:pt x="3434474" y="208450"/>
                  </a:lnTo>
                  <a:lnTo>
                    <a:pt x="3435545" y="208036"/>
                  </a:lnTo>
                  <a:lnTo>
                    <a:pt x="3436617" y="207621"/>
                  </a:lnTo>
                  <a:lnTo>
                    <a:pt x="3437688" y="207206"/>
                  </a:lnTo>
                  <a:lnTo>
                    <a:pt x="3438760" y="206790"/>
                  </a:lnTo>
                  <a:lnTo>
                    <a:pt x="3439832" y="206373"/>
                  </a:lnTo>
                  <a:lnTo>
                    <a:pt x="3440903" y="205956"/>
                  </a:lnTo>
                  <a:lnTo>
                    <a:pt x="3441975" y="205538"/>
                  </a:lnTo>
                  <a:lnTo>
                    <a:pt x="3443046" y="205120"/>
                  </a:lnTo>
                  <a:lnTo>
                    <a:pt x="3444118" y="204701"/>
                  </a:lnTo>
                  <a:lnTo>
                    <a:pt x="3445190" y="204281"/>
                  </a:lnTo>
                  <a:lnTo>
                    <a:pt x="3446261" y="203861"/>
                  </a:lnTo>
                  <a:lnTo>
                    <a:pt x="3447333" y="203440"/>
                  </a:lnTo>
                  <a:lnTo>
                    <a:pt x="3448404" y="203018"/>
                  </a:lnTo>
                  <a:lnTo>
                    <a:pt x="3449476" y="202596"/>
                  </a:lnTo>
                  <a:lnTo>
                    <a:pt x="3450548" y="202173"/>
                  </a:lnTo>
                  <a:lnTo>
                    <a:pt x="3451619" y="201749"/>
                  </a:lnTo>
                  <a:lnTo>
                    <a:pt x="3452691" y="201325"/>
                  </a:lnTo>
                  <a:lnTo>
                    <a:pt x="3453762" y="200900"/>
                  </a:lnTo>
                  <a:lnTo>
                    <a:pt x="3454834" y="200474"/>
                  </a:lnTo>
                  <a:lnTo>
                    <a:pt x="3455906" y="200048"/>
                  </a:lnTo>
                  <a:lnTo>
                    <a:pt x="3456977" y="199621"/>
                  </a:lnTo>
                  <a:lnTo>
                    <a:pt x="3458049" y="199194"/>
                  </a:lnTo>
                  <a:lnTo>
                    <a:pt x="3459120" y="198766"/>
                  </a:lnTo>
                  <a:lnTo>
                    <a:pt x="3460192" y="198337"/>
                  </a:lnTo>
                  <a:lnTo>
                    <a:pt x="3461264" y="197908"/>
                  </a:lnTo>
                  <a:lnTo>
                    <a:pt x="3462335" y="197478"/>
                  </a:lnTo>
                  <a:lnTo>
                    <a:pt x="3463407" y="197047"/>
                  </a:lnTo>
                  <a:lnTo>
                    <a:pt x="3464478" y="196616"/>
                  </a:lnTo>
                  <a:lnTo>
                    <a:pt x="3465550" y="196184"/>
                  </a:lnTo>
                  <a:lnTo>
                    <a:pt x="3466622" y="195752"/>
                  </a:lnTo>
                  <a:lnTo>
                    <a:pt x="3467693" y="195319"/>
                  </a:lnTo>
                  <a:lnTo>
                    <a:pt x="3468765" y="194885"/>
                  </a:lnTo>
                  <a:lnTo>
                    <a:pt x="3469836" y="194450"/>
                  </a:lnTo>
                  <a:lnTo>
                    <a:pt x="3470908" y="194015"/>
                  </a:lnTo>
                  <a:lnTo>
                    <a:pt x="3471980" y="193580"/>
                  </a:lnTo>
                  <a:lnTo>
                    <a:pt x="3473051" y="193144"/>
                  </a:lnTo>
                  <a:lnTo>
                    <a:pt x="3474123" y="192707"/>
                  </a:lnTo>
                  <a:lnTo>
                    <a:pt x="3475194" y="192269"/>
                  </a:lnTo>
                  <a:lnTo>
                    <a:pt x="3476266" y="191831"/>
                  </a:lnTo>
                  <a:lnTo>
                    <a:pt x="3477338" y="191392"/>
                  </a:lnTo>
                  <a:lnTo>
                    <a:pt x="3478409" y="190953"/>
                  </a:lnTo>
                  <a:lnTo>
                    <a:pt x="3479481" y="190513"/>
                  </a:lnTo>
                  <a:lnTo>
                    <a:pt x="3480552" y="190072"/>
                  </a:lnTo>
                  <a:lnTo>
                    <a:pt x="3481624" y="189631"/>
                  </a:lnTo>
                  <a:lnTo>
                    <a:pt x="3482696" y="189189"/>
                  </a:lnTo>
                  <a:lnTo>
                    <a:pt x="3483767" y="188746"/>
                  </a:lnTo>
                  <a:lnTo>
                    <a:pt x="3484839" y="188303"/>
                  </a:lnTo>
                  <a:lnTo>
                    <a:pt x="3485910" y="187859"/>
                  </a:lnTo>
                  <a:lnTo>
                    <a:pt x="3486982" y="187415"/>
                  </a:lnTo>
                  <a:lnTo>
                    <a:pt x="3488054" y="186970"/>
                  </a:lnTo>
                  <a:lnTo>
                    <a:pt x="3489125" y="186524"/>
                  </a:lnTo>
                  <a:lnTo>
                    <a:pt x="3490197" y="186078"/>
                  </a:lnTo>
                  <a:lnTo>
                    <a:pt x="3491268" y="185631"/>
                  </a:lnTo>
                  <a:lnTo>
                    <a:pt x="3492340" y="185183"/>
                  </a:lnTo>
                  <a:lnTo>
                    <a:pt x="3493412" y="184735"/>
                  </a:lnTo>
                  <a:lnTo>
                    <a:pt x="3494483" y="184287"/>
                  </a:lnTo>
                  <a:lnTo>
                    <a:pt x="3495555" y="183837"/>
                  </a:lnTo>
                  <a:lnTo>
                    <a:pt x="3496626" y="183387"/>
                  </a:lnTo>
                  <a:lnTo>
                    <a:pt x="3497698" y="182937"/>
                  </a:lnTo>
                  <a:lnTo>
                    <a:pt x="3498770" y="182485"/>
                  </a:lnTo>
                  <a:lnTo>
                    <a:pt x="3499841" y="182033"/>
                  </a:lnTo>
                  <a:lnTo>
                    <a:pt x="3500913" y="181581"/>
                  </a:lnTo>
                  <a:lnTo>
                    <a:pt x="3501984" y="181128"/>
                  </a:lnTo>
                  <a:lnTo>
                    <a:pt x="3503056" y="180674"/>
                  </a:lnTo>
                  <a:lnTo>
                    <a:pt x="3504128" y="180220"/>
                  </a:lnTo>
                  <a:lnTo>
                    <a:pt x="3505199" y="179765"/>
                  </a:lnTo>
                  <a:lnTo>
                    <a:pt x="3506271" y="179309"/>
                  </a:lnTo>
                  <a:lnTo>
                    <a:pt x="3507342" y="178853"/>
                  </a:lnTo>
                  <a:lnTo>
                    <a:pt x="3508414" y="178396"/>
                  </a:lnTo>
                  <a:lnTo>
                    <a:pt x="3509486" y="177939"/>
                  </a:lnTo>
                  <a:lnTo>
                    <a:pt x="3510557" y="177481"/>
                  </a:lnTo>
                  <a:lnTo>
                    <a:pt x="3511629" y="177022"/>
                  </a:lnTo>
                  <a:lnTo>
                    <a:pt x="3512700" y="176563"/>
                  </a:lnTo>
                  <a:lnTo>
                    <a:pt x="3513772" y="176103"/>
                  </a:lnTo>
                  <a:lnTo>
                    <a:pt x="3514844" y="175643"/>
                  </a:lnTo>
                  <a:lnTo>
                    <a:pt x="3515915" y="175182"/>
                  </a:lnTo>
                  <a:lnTo>
                    <a:pt x="3516987" y="174720"/>
                  </a:lnTo>
                  <a:lnTo>
                    <a:pt x="3518058" y="174258"/>
                  </a:lnTo>
                  <a:lnTo>
                    <a:pt x="3519130" y="173795"/>
                  </a:lnTo>
                  <a:lnTo>
                    <a:pt x="3520202" y="173331"/>
                  </a:lnTo>
                  <a:lnTo>
                    <a:pt x="3521273" y="172867"/>
                  </a:lnTo>
                  <a:lnTo>
                    <a:pt x="3522345" y="172403"/>
                  </a:lnTo>
                  <a:lnTo>
                    <a:pt x="3523416" y="171937"/>
                  </a:lnTo>
                  <a:lnTo>
                    <a:pt x="3524488" y="171471"/>
                  </a:lnTo>
                  <a:lnTo>
                    <a:pt x="3525560" y="171005"/>
                  </a:lnTo>
                  <a:lnTo>
                    <a:pt x="3526631" y="170538"/>
                  </a:lnTo>
                  <a:lnTo>
                    <a:pt x="3527703" y="170070"/>
                  </a:lnTo>
                  <a:lnTo>
                    <a:pt x="3528774" y="169602"/>
                  </a:lnTo>
                  <a:lnTo>
                    <a:pt x="3529846" y="169133"/>
                  </a:lnTo>
                  <a:lnTo>
                    <a:pt x="3530918" y="168663"/>
                  </a:lnTo>
                  <a:lnTo>
                    <a:pt x="3531989" y="168193"/>
                  </a:lnTo>
                  <a:lnTo>
                    <a:pt x="3533061" y="167722"/>
                  </a:lnTo>
                  <a:lnTo>
                    <a:pt x="3534132" y="167251"/>
                  </a:lnTo>
                  <a:lnTo>
                    <a:pt x="3535204" y="166779"/>
                  </a:lnTo>
                  <a:lnTo>
                    <a:pt x="3536276" y="166306"/>
                  </a:lnTo>
                  <a:lnTo>
                    <a:pt x="3537347" y="165833"/>
                  </a:lnTo>
                  <a:lnTo>
                    <a:pt x="3538419" y="165359"/>
                  </a:lnTo>
                  <a:lnTo>
                    <a:pt x="3539490" y="164885"/>
                  </a:lnTo>
                  <a:lnTo>
                    <a:pt x="3540562" y="164410"/>
                  </a:lnTo>
                  <a:lnTo>
                    <a:pt x="3541634" y="163934"/>
                  </a:lnTo>
                  <a:lnTo>
                    <a:pt x="3542705" y="163458"/>
                  </a:lnTo>
                  <a:lnTo>
                    <a:pt x="3543777" y="162981"/>
                  </a:lnTo>
                  <a:lnTo>
                    <a:pt x="3544848" y="162504"/>
                  </a:lnTo>
                  <a:lnTo>
                    <a:pt x="3545920" y="162026"/>
                  </a:lnTo>
                  <a:lnTo>
                    <a:pt x="3546992" y="161547"/>
                  </a:lnTo>
                  <a:lnTo>
                    <a:pt x="3548063" y="161068"/>
                  </a:lnTo>
                  <a:lnTo>
                    <a:pt x="3549135" y="160588"/>
                  </a:lnTo>
                  <a:lnTo>
                    <a:pt x="3550206" y="160108"/>
                  </a:lnTo>
                  <a:lnTo>
                    <a:pt x="3551278" y="159627"/>
                  </a:lnTo>
                  <a:lnTo>
                    <a:pt x="3552349" y="159146"/>
                  </a:lnTo>
                  <a:lnTo>
                    <a:pt x="3553421" y="158663"/>
                  </a:lnTo>
                  <a:lnTo>
                    <a:pt x="3554493" y="158181"/>
                  </a:lnTo>
                  <a:lnTo>
                    <a:pt x="3555564" y="157697"/>
                  </a:lnTo>
                  <a:lnTo>
                    <a:pt x="3556636" y="157213"/>
                  </a:lnTo>
                  <a:lnTo>
                    <a:pt x="3557707" y="156729"/>
                  </a:lnTo>
                  <a:lnTo>
                    <a:pt x="3558779" y="156244"/>
                  </a:lnTo>
                  <a:lnTo>
                    <a:pt x="3559851" y="155758"/>
                  </a:lnTo>
                  <a:lnTo>
                    <a:pt x="3560922" y="155272"/>
                  </a:lnTo>
                  <a:lnTo>
                    <a:pt x="3561994" y="154785"/>
                  </a:lnTo>
                  <a:lnTo>
                    <a:pt x="3563065" y="154297"/>
                  </a:lnTo>
                  <a:lnTo>
                    <a:pt x="3564137" y="153809"/>
                  </a:lnTo>
                  <a:lnTo>
                    <a:pt x="3565209" y="153321"/>
                  </a:lnTo>
                  <a:lnTo>
                    <a:pt x="3566280" y="152832"/>
                  </a:lnTo>
                  <a:lnTo>
                    <a:pt x="3567352" y="152342"/>
                  </a:lnTo>
                  <a:lnTo>
                    <a:pt x="3568423" y="151851"/>
                  </a:lnTo>
                  <a:lnTo>
                    <a:pt x="3569495" y="151360"/>
                  </a:lnTo>
                  <a:lnTo>
                    <a:pt x="3570567" y="150869"/>
                  </a:lnTo>
                  <a:lnTo>
                    <a:pt x="3571638" y="150376"/>
                  </a:lnTo>
                  <a:lnTo>
                    <a:pt x="3572710" y="149884"/>
                  </a:lnTo>
                  <a:lnTo>
                    <a:pt x="3573781" y="149390"/>
                  </a:lnTo>
                  <a:lnTo>
                    <a:pt x="3574853" y="148896"/>
                  </a:lnTo>
                  <a:lnTo>
                    <a:pt x="3575925" y="148402"/>
                  </a:lnTo>
                  <a:lnTo>
                    <a:pt x="3576996" y="147907"/>
                  </a:lnTo>
                  <a:lnTo>
                    <a:pt x="3578068" y="147411"/>
                  </a:lnTo>
                  <a:lnTo>
                    <a:pt x="3579139" y="146915"/>
                  </a:lnTo>
                  <a:lnTo>
                    <a:pt x="3580211" y="146418"/>
                  </a:lnTo>
                  <a:lnTo>
                    <a:pt x="3581283" y="145921"/>
                  </a:lnTo>
                  <a:lnTo>
                    <a:pt x="3582354" y="145423"/>
                  </a:lnTo>
                  <a:lnTo>
                    <a:pt x="3583426" y="144924"/>
                  </a:lnTo>
                  <a:lnTo>
                    <a:pt x="3584497" y="144425"/>
                  </a:lnTo>
                  <a:lnTo>
                    <a:pt x="3585569" y="143925"/>
                  </a:lnTo>
                  <a:lnTo>
                    <a:pt x="3586641" y="143425"/>
                  </a:lnTo>
                  <a:lnTo>
                    <a:pt x="3587712" y="142924"/>
                  </a:lnTo>
                  <a:lnTo>
                    <a:pt x="3588784" y="142422"/>
                  </a:lnTo>
                  <a:lnTo>
                    <a:pt x="3589855" y="141920"/>
                  </a:lnTo>
                  <a:lnTo>
                    <a:pt x="3590927" y="141418"/>
                  </a:lnTo>
                  <a:lnTo>
                    <a:pt x="3591999" y="140914"/>
                  </a:lnTo>
                  <a:lnTo>
                    <a:pt x="3593070" y="140410"/>
                  </a:lnTo>
                  <a:lnTo>
                    <a:pt x="3594142" y="139906"/>
                  </a:lnTo>
                  <a:lnTo>
                    <a:pt x="3595213" y="139401"/>
                  </a:lnTo>
                  <a:lnTo>
                    <a:pt x="3596285" y="138896"/>
                  </a:lnTo>
                  <a:lnTo>
                    <a:pt x="3597357" y="138389"/>
                  </a:lnTo>
                  <a:lnTo>
                    <a:pt x="3598428" y="137883"/>
                  </a:lnTo>
                  <a:lnTo>
                    <a:pt x="3599500" y="137376"/>
                  </a:lnTo>
                  <a:lnTo>
                    <a:pt x="3600571" y="136868"/>
                  </a:lnTo>
                  <a:lnTo>
                    <a:pt x="3601643" y="136359"/>
                  </a:lnTo>
                  <a:lnTo>
                    <a:pt x="3602715" y="135850"/>
                  </a:lnTo>
                  <a:lnTo>
                    <a:pt x="3603786" y="135341"/>
                  </a:lnTo>
                  <a:lnTo>
                    <a:pt x="3604858" y="134831"/>
                  </a:lnTo>
                  <a:lnTo>
                    <a:pt x="3605929" y="134320"/>
                  </a:lnTo>
                  <a:lnTo>
                    <a:pt x="3607001" y="133809"/>
                  </a:lnTo>
                  <a:lnTo>
                    <a:pt x="3608073" y="133297"/>
                  </a:lnTo>
                  <a:lnTo>
                    <a:pt x="3609144" y="132784"/>
                  </a:lnTo>
                  <a:lnTo>
                    <a:pt x="3610216" y="132271"/>
                  </a:lnTo>
                  <a:lnTo>
                    <a:pt x="3611287" y="131758"/>
                  </a:lnTo>
                  <a:lnTo>
                    <a:pt x="3612359" y="131244"/>
                  </a:lnTo>
                  <a:lnTo>
                    <a:pt x="3613431" y="130729"/>
                  </a:lnTo>
                  <a:lnTo>
                    <a:pt x="3614502" y="130214"/>
                  </a:lnTo>
                  <a:lnTo>
                    <a:pt x="3615574" y="129698"/>
                  </a:lnTo>
                  <a:lnTo>
                    <a:pt x="3616645" y="129182"/>
                  </a:lnTo>
                  <a:lnTo>
                    <a:pt x="3617717" y="128665"/>
                  </a:lnTo>
                  <a:lnTo>
                    <a:pt x="3618789" y="128147"/>
                  </a:lnTo>
                  <a:lnTo>
                    <a:pt x="3619860" y="127629"/>
                  </a:lnTo>
                  <a:lnTo>
                    <a:pt x="3620932" y="127110"/>
                  </a:lnTo>
                  <a:lnTo>
                    <a:pt x="3622003" y="126591"/>
                  </a:lnTo>
                  <a:lnTo>
                    <a:pt x="3623075" y="126071"/>
                  </a:lnTo>
                  <a:lnTo>
                    <a:pt x="3624147" y="125551"/>
                  </a:lnTo>
                  <a:lnTo>
                    <a:pt x="3625218" y="125030"/>
                  </a:lnTo>
                  <a:lnTo>
                    <a:pt x="3626290" y="124508"/>
                  </a:lnTo>
                  <a:lnTo>
                    <a:pt x="3627361" y="123986"/>
                  </a:lnTo>
                  <a:lnTo>
                    <a:pt x="3628433" y="123464"/>
                  </a:lnTo>
                  <a:lnTo>
                    <a:pt x="3629505" y="122941"/>
                  </a:lnTo>
                  <a:lnTo>
                    <a:pt x="3630576" y="122417"/>
                  </a:lnTo>
                  <a:lnTo>
                    <a:pt x="3631648" y="121893"/>
                  </a:lnTo>
                  <a:lnTo>
                    <a:pt x="3632719" y="121368"/>
                  </a:lnTo>
                  <a:lnTo>
                    <a:pt x="3633791" y="120842"/>
                  </a:lnTo>
                  <a:lnTo>
                    <a:pt x="3634863" y="120316"/>
                  </a:lnTo>
                  <a:lnTo>
                    <a:pt x="3635934" y="119790"/>
                  </a:lnTo>
                  <a:lnTo>
                    <a:pt x="3637006" y="119263"/>
                  </a:lnTo>
                  <a:lnTo>
                    <a:pt x="3638077" y="118735"/>
                  </a:lnTo>
                  <a:lnTo>
                    <a:pt x="3639149" y="118207"/>
                  </a:lnTo>
                  <a:lnTo>
                    <a:pt x="3640221" y="117678"/>
                  </a:lnTo>
                  <a:lnTo>
                    <a:pt x="3641292" y="117149"/>
                  </a:lnTo>
                  <a:lnTo>
                    <a:pt x="3642364" y="116619"/>
                  </a:lnTo>
                  <a:lnTo>
                    <a:pt x="3643435" y="116088"/>
                  </a:lnTo>
                  <a:lnTo>
                    <a:pt x="3644507" y="115557"/>
                  </a:lnTo>
                  <a:lnTo>
                    <a:pt x="3645579" y="115026"/>
                  </a:lnTo>
                  <a:lnTo>
                    <a:pt x="3646650" y="114494"/>
                  </a:lnTo>
                  <a:lnTo>
                    <a:pt x="3647722" y="113961"/>
                  </a:lnTo>
                  <a:lnTo>
                    <a:pt x="3648793" y="113428"/>
                  </a:lnTo>
                  <a:lnTo>
                    <a:pt x="3649865" y="112894"/>
                  </a:lnTo>
                  <a:lnTo>
                    <a:pt x="3650937" y="112360"/>
                  </a:lnTo>
                  <a:lnTo>
                    <a:pt x="3652008" y="111825"/>
                  </a:lnTo>
                  <a:lnTo>
                    <a:pt x="3653080" y="111290"/>
                  </a:lnTo>
                  <a:lnTo>
                    <a:pt x="3654151" y="110754"/>
                  </a:lnTo>
                  <a:lnTo>
                    <a:pt x="3655223" y="110217"/>
                  </a:lnTo>
                  <a:lnTo>
                    <a:pt x="3656295" y="109680"/>
                  </a:lnTo>
                  <a:lnTo>
                    <a:pt x="3657366" y="109142"/>
                  </a:lnTo>
                  <a:lnTo>
                    <a:pt x="3658438" y="108604"/>
                  </a:lnTo>
                  <a:lnTo>
                    <a:pt x="3659509" y="108065"/>
                  </a:lnTo>
                  <a:lnTo>
                    <a:pt x="3660581" y="107526"/>
                  </a:lnTo>
                  <a:lnTo>
                    <a:pt x="3661653" y="106986"/>
                  </a:lnTo>
                  <a:lnTo>
                    <a:pt x="3662724" y="106446"/>
                  </a:lnTo>
                  <a:lnTo>
                    <a:pt x="3663796" y="105905"/>
                  </a:lnTo>
                  <a:lnTo>
                    <a:pt x="3664867" y="105363"/>
                  </a:lnTo>
                  <a:lnTo>
                    <a:pt x="3665939" y="104821"/>
                  </a:lnTo>
                  <a:lnTo>
                    <a:pt x="3667011" y="104279"/>
                  </a:lnTo>
                  <a:lnTo>
                    <a:pt x="3668082" y="103736"/>
                  </a:lnTo>
                  <a:lnTo>
                    <a:pt x="3669154" y="103192"/>
                  </a:lnTo>
                  <a:lnTo>
                    <a:pt x="3670225" y="102648"/>
                  </a:lnTo>
                  <a:lnTo>
                    <a:pt x="3671297" y="102103"/>
                  </a:lnTo>
                  <a:lnTo>
                    <a:pt x="3672369" y="101558"/>
                  </a:lnTo>
                  <a:lnTo>
                    <a:pt x="3673440" y="101012"/>
                  </a:lnTo>
                  <a:lnTo>
                    <a:pt x="3674512" y="100466"/>
                  </a:lnTo>
                  <a:lnTo>
                    <a:pt x="3675583" y="99919"/>
                  </a:lnTo>
                  <a:lnTo>
                    <a:pt x="3676655" y="99371"/>
                  </a:lnTo>
                  <a:lnTo>
                    <a:pt x="3677727" y="98823"/>
                  </a:lnTo>
                  <a:lnTo>
                    <a:pt x="3678798" y="98275"/>
                  </a:lnTo>
                  <a:lnTo>
                    <a:pt x="3679870" y="97725"/>
                  </a:lnTo>
                  <a:lnTo>
                    <a:pt x="3680941" y="97176"/>
                  </a:lnTo>
                  <a:lnTo>
                    <a:pt x="3682013" y="96626"/>
                  </a:lnTo>
                  <a:lnTo>
                    <a:pt x="3683085" y="96075"/>
                  </a:lnTo>
                  <a:lnTo>
                    <a:pt x="3684156" y="95524"/>
                  </a:lnTo>
                  <a:lnTo>
                    <a:pt x="3685228" y="94972"/>
                  </a:lnTo>
                  <a:lnTo>
                    <a:pt x="3686299" y="94419"/>
                  </a:lnTo>
                  <a:lnTo>
                    <a:pt x="3687371" y="93867"/>
                  </a:lnTo>
                  <a:lnTo>
                    <a:pt x="3688443" y="93313"/>
                  </a:lnTo>
                  <a:lnTo>
                    <a:pt x="3689514" y="92759"/>
                  </a:lnTo>
                  <a:lnTo>
                    <a:pt x="3690586" y="92205"/>
                  </a:lnTo>
                  <a:lnTo>
                    <a:pt x="3691657" y="91650"/>
                  </a:lnTo>
                  <a:lnTo>
                    <a:pt x="3692729" y="91094"/>
                  </a:lnTo>
                  <a:lnTo>
                    <a:pt x="3693801" y="90538"/>
                  </a:lnTo>
                  <a:lnTo>
                    <a:pt x="3694872" y="89981"/>
                  </a:lnTo>
                  <a:lnTo>
                    <a:pt x="3695944" y="89424"/>
                  </a:lnTo>
                  <a:lnTo>
                    <a:pt x="3697015" y="88866"/>
                  </a:lnTo>
                  <a:lnTo>
                    <a:pt x="3698087" y="88308"/>
                  </a:lnTo>
                  <a:lnTo>
                    <a:pt x="3699159" y="87749"/>
                  </a:lnTo>
                  <a:lnTo>
                    <a:pt x="3700230" y="87190"/>
                  </a:lnTo>
                  <a:lnTo>
                    <a:pt x="3701302" y="86630"/>
                  </a:lnTo>
                  <a:lnTo>
                    <a:pt x="3702373" y="86070"/>
                  </a:lnTo>
                  <a:lnTo>
                    <a:pt x="3703445" y="85509"/>
                  </a:lnTo>
                  <a:lnTo>
                    <a:pt x="3704517" y="84947"/>
                  </a:lnTo>
                  <a:lnTo>
                    <a:pt x="3705588" y="84385"/>
                  </a:lnTo>
                  <a:lnTo>
                    <a:pt x="3706660" y="83823"/>
                  </a:lnTo>
                  <a:lnTo>
                    <a:pt x="3707731" y="83260"/>
                  </a:lnTo>
                  <a:lnTo>
                    <a:pt x="3708803" y="82696"/>
                  </a:lnTo>
                  <a:lnTo>
                    <a:pt x="3709875" y="82132"/>
                  </a:lnTo>
                  <a:lnTo>
                    <a:pt x="3710946" y="81568"/>
                  </a:lnTo>
                  <a:lnTo>
                    <a:pt x="3712018" y="81002"/>
                  </a:lnTo>
                  <a:lnTo>
                    <a:pt x="3713089" y="80437"/>
                  </a:lnTo>
                  <a:lnTo>
                    <a:pt x="3714161" y="79870"/>
                  </a:lnTo>
                  <a:lnTo>
                    <a:pt x="3715233" y="79304"/>
                  </a:lnTo>
                  <a:lnTo>
                    <a:pt x="3716304" y="78736"/>
                  </a:lnTo>
                  <a:lnTo>
                    <a:pt x="3717376" y="78169"/>
                  </a:lnTo>
                  <a:lnTo>
                    <a:pt x="3718447" y="77600"/>
                  </a:lnTo>
                  <a:lnTo>
                    <a:pt x="3719519" y="77031"/>
                  </a:lnTo>
                  <a:lnTo>
                    <a:pt x="3720591" y="76462"/>
                  </a:lnTo>
                  <a:lnTo>
                    <a:pt x="3721662" y="75892"/>
                  </a:lnTo>
                  <a:lnTo>
                    <a:pt x="3722734" y="75322"/>
                  </a:lnTo>
                  <a:lnTo>
                    <a:pt x="3723805" y="74751"/>
                  </a:lnTo>
                  <a:lnTo>
                    <a:pt x="3724877" y="74179"/>
                  </a:lnTo>
                  <a:lnTo>
                    <a:pt x="3725949" y="73607"/>
                  </a:lnTo>
                  <a:lnTo>
                    <a:pt x="3727020" y="73035"/>
                  </a:lnTo>
                  <a:lnTo>
                    <a:pt x="3728092" y="72462"/>
                  </a:lnTo>
                  <a:lnTo>
                    <a:pt x="3729163" y="71888"/>
                  </a:lnTo>
                  <a:lnTo>
                    <a:pt x="3730235" y="71314"/>
                  </a:lnTo>
                  <a:lnTo>
                    <a:pt x="3731306" y="70739"/>
                  </a:lnTo>
                  <a:lnTo>
                    <a:pt x="3732378" y="70164"/>
                  </a:lnTo>
                  <a:lnTo>
                    <a:pt x="3733450" y="69588"/>
                  </a:lnTo>
                  <a:lnTo>
                    <a:pt x="3734521" y="69012"/>
                  </a:lnTo>
                  <a:lnTo>
                    <a:pt x="3735593" y="68435"/>
                  </a:lnTo>
                  <a:lnTo>
                    <a:pt x="3736664" y="67858"/>
                  </a:lnTo>
                  <a:lnTo>
                    <a:pt x="3737736" y="67280"/>
                  </a:lnTo>
                  <a:lnTo>
                    <a:pt x="3738808" y="66702"/>
                  </a:lnTo>
                  <a:lnTo>
                    <a:pt x="3739879" y="66123"/>
                  </a:lnTo>
                  <a:lnTo>
                    <a:pt x="3740951" y="65544"/>
                  </a:lnTo>
                  <a:lnTo>
                    <a:pt x="3742022" y="64964"/>
                  </a:lnTo>
                  <a:lnTo>
                    <a:pt x="3743094" y="64384"/>
                  </a:lnTo>
                  <a:lnTo>
                    <a:pt x="3744166" y="63803"/>
                  </a:lnTo>
                  <a:lnTo>
                    <a:pt x="3745237" y="63222"/>
                  </a:lnTo>
                  <a:lnTo>
                    <a:pt x="3746309" y="62640"/>
                  </a:lnTo>
                  <a:lnTo>
                    <a:pt x="3747380" y="62057"/>
                  </a:lnTo>
                  <a:lnTo>
                    <a:pt x="3748452" y="61474"/>
                  </a:lnTo>
                  <a:lnTo>
                    <a:pt x="3749524" y="60891"/>
                  </a:lnTo>
                  <a:lnTo>
                    <a:pt x="3750595" y="60307"/>
                  </a:lnTo>
                  <a:lnTo>
                    <a:pt x="3751667" y="59722"/>
                  </a:lnTo>
                  <a:lnTo>
                    <a:pt x="3752738" y="59137"/>
                  </a:lnTo>
                  <a:lnTo>
                    <a:pt x="3753810" y="58552"/>
                  </a:lnTo>
                  <a:lnTo>
                    <a:pt x="3754882" y="57966"/>
                  </a:lnTo>
                  <a:lnTo>
                    <a:pt x="3755953" y="57379"/>
                  </a:lnTo>
                  <a:lnTo>
                    <a:pt x="3757025" y="56792"/>
                  </a:lnTo>
                  <a:lnTo>
                    <a:pt x="3758096" y="56205"/>
                  </a:lnTo>
                  <a:lnTo>
                    <a:pt x="3759168" y="55616"/>
                  </a:lnTo>
                  <a:lnTo>
                    <a:pt x="3760240" y="55028"/>
                  </a:lnTo>
                  <a:lnTo>
                    <a:pt x="3761311" y="54439"/>
                  </a:lnTo>
                  <a:lnTo>
                    <a:pt x="3762383" y="53849"/>
                  </a:lnTo>
                  <a:lnTo>
                    <a:pt x="3763454" y="53259"/>
                  </a:lnTo>
                  <a:lnTo>
                    <a:pt x="3764526" y="52668"/>
                  </a:lnTo>
                  <a:lnTo>
                    <a:pt x="3765598" y="52077"/>
                  </a:lnTo>
                  <a:lnTo>
                    <a:pt x="3766669" y="51485"/>
                  </a:lnTo>
                  <a:lnTo>
                    <a:pt x="3767741" y="50893"/>
                  </a:lnTo>
                  <a:lnTo>
                    <a:pt x="3768812" y="50301"/>
                  </a:lnTo>
                  <a:lnTo>
                    <a:pt x="3769884" y="49707"/>
                  </a:lnTo>
                  <a:lnTo>
                    <a:pt x="3770956" y="49114"/>
                  </a:lnTo>
                  <a:lnTo>
                    <a:pt x="3772027" y="48519"/>
                  </a:lnTo>
                  <a:lnTo>
                    <a:pt x="3773099" y="47925"/>
                  </a:lnTo>
                  <a:lnTo>
                    <a:pt x="3774170" y="47330"/>
                  </a:lnTo>
                  <a:lnTo>
                    <a:pt x="3775242" y="46734"/>
                  </a:lnTo>
                  <a:lnTo>
                    <a:pt x="3776314" y="46138"/>
                  </a:lnTo>
                  <a:lnTo>
                    <a:pt x="3777385" y="45541"/>
                  </a:lnTo>
                  <a:lnTo>
                    <a:pt x="3778457" y="44944"/>
                  </a:lnTo>
                  <a:lnTo>
                    <a:pt x="3779528" y="44346"/>
                  </a:lnTo>
                  <a:lnTo>
                    <a:pt x="3780600" y="43747"/>
                  </a:lnTo>
                  <a:lnTo>
                    <a:pt x="3781672" y="43149"/>
                  </a:lnTo>
                  <a:lnTo>
                    <a:pt x="3782743" y="42549"/>
                  </a:lnTo>
                  <a:lnTo>
                    <a:pt x="3783815" y="41950"/>
                  </a:lnTo>
                  <a:lnTo>
                    <a:pt x="3784886" y="41349"/>
                  </a:lnTo>
                  <a:lnTo>
                    <a:pt x="3785958" y="40749"/>
                  </a:lnTo>
                  <a:lnTo>
                    <a:pt x="3787030" y="40147"/>
                  </a:lnTo>
                  <a:lnTo>
                    <a:pt x="3788101" y="39545"/>
                  </a:lnTo>
                  <a:lnTo>
                    <a:pt x="3789173" y="38943"/>
                  </a:lnTo>
                  <a:lnTo>
                    <a:pt x="3790244" y="38340"/>
                  </a:lnTo>
                  <a:lnTo>
                    <a:pt x="3791316" y="37737"/>
                  </a:lnTo>
                  <a:lnTo>
                    <a:pt x="3792388" y="37133"/>
                  </a:lnTo>
                  <a:lnTo>
                    <a:pt x="3793459" y="36529"/>
                  </a:lnTo>
                  <a:lnTo>
                    <a:pt x="3794531" y="35924"/>
                  </a:lnTo>
                  <a:lnTo>
                    <a:pt x="3795602" y="35319"/>
                  </a:lnTo>
                  <a:lnTo>
                    <a:pt x="3796674" y="34713"/>
                  </a:lnTo>
                  <a:lnTo>
                    <a:pt x="3797746" y="34107"/>
                  </a:lnTo>
                  <a:lnTo>
                    <a:pt x="3798817" y="33500"/>
                  </a:lnTo>
                  <a:lnTo>
                    <a:pt x="3799889" y="32893"/>
                  </a:lnTo>
                  <a:lnTo>
                    <a:pt x="3800960" y="32285"/>
                  </a:lnTo>
                  <a:lnTo>
                    <a:pt x="3802032" y="31676"/>
                  </a:lnTo>
                  <a:lnTo>
                    <a:pt x="3803104" y="31068"/>
                  </a:lnTo>
                  <a:lnTo>
                    <a:pt x="3804175" y="30458"/>
                  </a:lnTo>
                  <a:lnTo>
                    <a:pt x="3805247" y="29849"/>
                  </a:lnTo>
                  <a:lnTo>
                    <a:pt x="3806318" y="29238"/>
                  </a:lnTo>
                  <a:lnTo>
                    <a:pt x="3807390" y="28627"/>
                  </a:lnTo>
                  <a:lnTo>
                    <a:pt x="3808462" y="28016"/>
                  </a:lnTo>
                  <a:lnTo>
                    <a:pt x="3809533" y="27404"/>
                  </a:lnTo>
                  <a:lnTo>
                    <a:pt x="3810605" y="26792"/>
                  </a:lnTo>
                  <a:lnTo>
                    <a:pt x="3811676" y="26179"/>
                  </a:lnTo>
                  <a:lnTo>
                    <a:pt x="3812748" y="25566"/>
                  </a:lnTo>
                  <a:lnTo>
                    <a:pt x="3813820" y="24952"/>
                  </a:lnTo>
                  <a:lnTo>
                    <a:pt x="3814891" y="24338"/>
                  </a:lnTo>
                  <a:lnTo>
                    <a:pt x="3815963" y="23723"/>
                  </a:lnTo>
                  <a:lnTo>
                    <a:pt x="3817034" y="23108"/>
                  </a:lnTo>
                  <a:lnTo>
                    <a:pt x="3818106" y="22492"/>
                  </a:lnTo>
                  <a:lnTo>
                    <a:pt x="3819178" y="21876"/>
                  </a:lnTo>
                  <a:lnTo>
                    <a:pt x="3820249" y="21259"/>
                  </a:lnTo>
                  <a:lnTo>
                    <a:pt x="3821321" y="20642"/>
                  </a:lnTo>
                  <a:lnTo>
                    <a:pt x="3822392" y="20024"/>
                  </a:lnTo>
                  <a:lnTo>
                    <a:pt x="3823464" y="19406"/>
                  </a:lnTo>
                  <a:lnTo>
                    <a:pt x="3824536" y="18787"/>
                  </a:lnTo>
                  <a:lnTo>
                    <a:pt x="3825607" y="18168"/>
                  </a:lnTo>
                  <a:lnTo>
                    <a:pt x="3826679" y="17549"/>
                  </a:lnTo>
                  <a:lnTo>
                    <a:pt x="3827750" y="16928"/>
                  </a:lnTo>
                  <a:lnTo>
                    <a:pt x="3828822" y="16308"/>
                  </a:lnTo>
                  <a:lnTo>
                    <a:pt x="3829894" y="15687"/>
                  </a:lnTo>
                  <a:lnTo>
                    <a:pt x="3830965" y="15065"/>
                  </a:lnTo>
                  <a:lnTo>
                    <a:pt x="3832037" y="14443"/>
                  </a:lnTo>
                  <a:lnTo>
                    <a:pt x="3833108" y="13820"/>
                  </a:lnTo>
                  <a:lnTo>
                    <a:pt x="3834180" y="13197"/>
                  </a:lnTo>
                  <a:lnTo>
                    <a:pt x="3835252" y="12573"/>
                  </a:lnTo>
                  <a:lnTo>
                    <a:pt x="3836323" y="11949"/>
                  </a:lnTo>
                  <a:lnTo>
                    <a:pt x="3837395" y="11325"/>
                  </a:lnTo>
                  <a:lnTo>
                    <a:pt x="3838466" y="10700"/>
                  </a:lnTo>
                  <a:lnTo>
                    <a:pt x="3839538" y="10074"/>
                  </a:lnTo>
                  <a:lnTo>
                    <a:pt x="3840610" y="9448"/>
                  </a:lnTo>
                  <a:lnTo>
                    <a:pt x="3841681" y="8822"/>
                  </a:lnTo>
                  <a:lnTo>
                    <a:pt x="3842753" y="8195"/>
                  </a:lnTo>
                  <a:lnTo>
                    <a:pt x="3843824" y="7567"/>
                  </a:lnTo>
                  <a:lnTo>
                    <a:pt x="3844896" y="6939"/>
                  </a:lnTo>
                  <a:lnTo>
                    <a:pt x="3845968" y="6311"/>
                  </a:lnTo>
                  <a:lnTo>
                    <a:pt x="3847039" y="5682"/>
                  </a:lnTo>
                  <a:lnTo>
                    <a:pt x="3848111" y="5052"/>
                  </a:lnTo>
                  <a:lnTo>
                    <a:pt x="3849182" y="4422"/>
                  </a:lnTo>
                  <a:lnTo>
                    <a:pt x="3850254" y="3792"/>
                  </a:lnTo>
                  <a:lnTo>
                    <a:pt x="3851326" y="3161"/>
                  </a:lnTo>
                  <a:lnTo>
                    <a:pt x="3852397" y="2530"/>
                  </a:lnTo>
                  <a:lnTo>
                    <a:pt x="3853469" y="1898"/>
                  </a:lnTo>
                  <a:lnTo>
                    <a:pt x="3854540" y="1266"/>
                  </a:lnTo>
                  <a:lnTo>
                    <a:pt x="3855612" y="633"/>
                  </a:lnTo>
                  <a:lnTo>
                    <a:pt x="3856684" y="0"/>
                  </a:lnTo>
                  <a:lnTo>
                    <a:pt x="3856684" y="1046104"/>
                  </a:lnTo>
                  <a:lnTo>
                    <a:pt x="3855612" y="1045975"/>
                  </a:lnTo>
                  <a:lnTo>
                    <a:pt x="3854540" y="1045845"/>
                  </a:lnTo>
                  <a:lnTo>
                    <a:pt x="3853469" y="1045716"/>
                  </a:lnTo>
                  <a:lnTo>
                    <a:pt x="3852397" y="1045588"/>
                  </a:lnTo>
                  <a:lnTo>
                    <a:pt x="3851326" y="1045459"/>
                  </a:lnTo>
                  <a:lnTo>
                    <a:pt x="3850254" y="1045330"/>
                  </a:lnTo>
                  <a:lnTo>
                    <a:pt x="3849182" y="1045202"/>
                  </a:lnTo>
                  <a:lnTo>
                    <a:pt x="3848111" y="1045074"/>
                  </a:lnTo>
                  <a:lnTo>
                    <a:pt x="3847039" y="1044946"/>
                  </a:lnTo>
                  <a:lnTo>
                    <a:pt x="3845968" y="1044818"/>
                  </a:lnTo>
                  <a:lnTo>
                    <a:pt x="3844896" y="1044691"/>
                  </a:lnTo>
                  <a:lnTo>
                    <a:pt x="3843824" y="1044563"/>
                  </a:lnTo>
                  <a:lnTo>
                    <a:pt x="3842753" y="1044436"/>
                  </a:lnTo>
                  <a:lnTo>
                    <a:pt x="3841681" y="1044309"/>
                  </a:lnTo>
                  <a:lnTo>
                    <a:pt x="3840610" y="1044182"/>
                  </a:lnTo>
                  <a:lnTo>
                    <a:pt x="3839538" y="1044055"/>
                  </a:lnTo>
                  <a:lnTo>
                    <a:pt x="3838466" y="1043929"/>
                  </a:lnTo>
                  <a:lnTo>
                    <a:pt x="3837395" y="1043802"/>
                  </a:lnTo>
                  <a:lnTo>
                    <a:pt x="3836323" y="1043676"/>
                  </a:lnTo>
                  <a:lnTo>
                    <a:pt x="3835252" y="1043550"/>
                  </a:lnTo>
                  <a:lnTo>
                    <a:pt x="3834180" y="1043424"/>
                  </a:lnTo>
                  <a:lnTo>
                    <a:pt x="3833108" y="1043298"/>
                  </a:lnTo>
                  <a:lnTo>
                    <a:pt x="3832037" y="1043173"/>
                  </a:lnTo>
                  <a:lnTo>
                    <a:pt x="3830965" y="1043047"/>
                  </a:lnTo>
                  <a:lnTo>
                    <a:pt x="3829894" y="1042922"/>
                  </a:lnTo>
                  <a:lnTo>
                    <a:pt x="3828822" y="1042797"/>
                  </a:lnTo>
                  <a:lnTo>
                    <a:pt x="3827750" y="1042672"/>
                  </a:lnTo>
                  <a:lnTo>
                    <a:pt x="3826679" y="1042548"/>
                  </a:lnTo>
                  <a:lnTo>
                    <a:pt x="3825607" y="1042423"/>
                  </a:lnTo>
                  <a:lnTo>
                    <a:pt x="3824536" y="1042299"/>
                  </a:lnTo>
                  <a:lnTo>
                    <a:pt x="3823464" y="1042175"/>
                  </a:lnTo>
                  <a:lnTo>
                    <a:pt x="3822392" y="1042051"/>
                  </a:lnTo>
                  <a:lnTo>
                    <a:pt x="3821321" y="1041927"/>
                  </a:lnTo>
                  <a:lnTo>
                    <a:pt x="3820249" y="1041804"/>
                  </a:lnTo>
                  <a:lnTo>
                    <a:pt x="3819178" y="1041680"/>
                  </a:lnTo>
                  <a:lnTo>
                    <a:pt x="3818106" y="1041557"/>
                  </a:lnTo>
                  <a:lnTo>
                    <a:pt x="3817034" y="1041434"/>
                  </a:lnTo>
                  <a:lnTo>
                    <a:pt x="3815963" y="1041311"/>
                  </a:lnTo>
                  <a:lnTo>
                    <a:pt x="3814891" y="1041188"/>
                  </a:lnTo>
                  <a:lnTo>
                    <a:pt x="3813820" y="1041066"/>
                  </a:lnTo>
                  <a:lnTo>
                    <a:pt x="3812748" y="1040944"/>
                  </a:lnTo>
                  <a:lnTo>
                    <a:pt x="3811676" y="1040822"/>
                  </a:lnTo>
                  <a:lnTo>
                    <a:pt x="3810605" y="1040700"/>
                  </a:lnTo>
                  <a:lnTo>
                    <a:pt x="3809533" y="1040578"/>
                  </a:lnTo>
                  <a:lnTo>
                    <a:pt x="3808462" y="1040456"/>
                  </a:lnTo>
                  <a:lnTo>
                    <a:pt x="3807390" y="1040335"/>
                  </a:lnTo>
                  <a:lnTo>
                    <a:pt x="3806318" y="1040214"/>
                  </a:lnTo>
                  <a:lnTo>
                    <a:pt x="3805247" y="1040093"/>
                  </a:lnTo>
                  <a:lnTo>
                    <a:pt x="3804175" y="1039972"/>
                  </a:lnTo>
                  <a:lnTo>
                    <a:pt x="3803104" y="1039851"/>
                  </a:lnTo>
                  <a:lnTo>
                    <a:pt x="3802032" y="1039731"/>
                  </a:lnTo>
                  <a:lnTo>
                    <a:pt x="3800960" y="1039611"/>
                  </a:lnTo>
                  <a:lnTo>
                    <a:pt x="3799889" y="1039491"/>
                  </a:lnTo>
                  <a:lnTo>
                    <a:pt x="3798817" y="1039371"/>
                  </a:lnTo>
                  <a:lnTo>
                    <a:pt x="3797746" y="1039251"/>
                  </a:lnTo>
                  <a:lnTo>
                    <a:pt x="3796674" y="1039132"/>
                  </a:lnTo>
                  <a:lnTo>
                    <a:pt x="3795602" y="1039012"/>
                  </a:lnTo>
                  <a:lnTo>
                    <a:pt x="3794531" y="1038893"/>
                  </a:lnTo>
                  <a:lnTo>
                    <a:pt x="3793459" y="1038774"/>
                  </a:lnTo>
                  <a:lnTo>
                    <a:pt x="3792388" y="1038656"/>
                  </a:lnTo>
                  <a:lnTo>
                    <a:pt x="3791316" y="1038537"/>
                  </a:lnTo>
                  <a:lnTo>
                    <a:pt x="3790244" y="1038419"/>
                  </a:lnTo>
                  <a:lnTo>
                    <a:pt x="3789173" y="1038301"/>
                  </a:lnTo>
                  <a:lnTo>
                    <a:pt x="3788101" y="1038183"/>
                  </a:lnTo>
                  <a:lnTo>
                    <a:pt x="3787030" y="1038065"/>
                  </a:lnTo>
                  <a:lnTo>
                    <a:pt x="3785958" y="1037947"/>
                  </a:lnTo>
                  <a:lnTo>
                    <a:pt x="3784886" y="1037830"/>
                  </a:lnTo>
                  <a:lnTo>
                    <a:pt x="3783815" y="1037713"/>
                  </a:lnTo>
                  <a:lnTo>
                    <a:pt x="3782743" y="1037596"/>
                  </a:lnTo>
                  <a:lnTo>
                    <a:pt x="3781672" y="1037479"/>
                  </a:lnTo>
                  <a:lnTo>
                    <a:pt x="3780600" y="1037363"/>
                  </a:lnTo>
                  <a:lnTo>
                    <a:pt x="3779528" y="1037246"/>
                  </a:lnTo>
                  <a:lnTo>
                    <a:pt x="3778457" y="1037130"/>
                  </a:lnTo>
                  <a:lnTo>
                    <a:pt x="3777385" y="1037014"/>
                  </a:lnTo>
                  <a:lnTo>
                    <a:pt x="3776314" y="1036898"/>
                  </a:lnTo>
                  <a:lnTo>
                    <a:pt x="3775242" y="1036783"/>
                  </a:lnTo>
                  <a:lnTo>
                    <a:pt x="3774170" y="1036667"/>
                  </a:lnTo>
                  <a:lnTo>
                    <a:pt x="3773099" y="1036552"/>
                  </a:lnTo>
                  <a:lnTo>
                    <a:pt x="3772027" y="1036437"/>
                  </a:lnTo>
                  <a:lnTo>
                    <a:pt x="3770956" y="1036322"/>
                  </a:lnTo>
                  <a:lnTo>
                    <a:pt x="3769884" y="1036208"/>
                  </a:lnTo>
                  <a:lnTo>
                    <a:pt x="3768812" y="1036093"/>
                  </a:lnTo>
                  <a:lnTo>
                    <a:pt x="3767741" y="1035979"/>
                  </a:lnTo>
                  <a:lnTo>
                    <a:pt x="3766669" y="1035865"/>
                  </a:lnTo>
                  <a:lnTo>
                    <a:pt x="3765598" y="1035751"/>
                  </a:lnTo>
                  <a:lnTo>
                    <a:pt x="3764526" y="1035638"/>
                  </a:lnTo>
                  <a:lnTo>
                    <a:pt x="3763454" y="1035524"/>
                  </a:lnTo>
                  <a:lnTo>
                    <a:pt x="3762383" y="1035411"/>
                  </a:lnTo>
                  <a:lnTo>
                    <a:pt x="3761311" y="1035298"/>
                  </a:lnTo>
                  <a:lnTo>
                    <a:pt x="3760240" y="1035186"/>
                  </a:lnTo>
                  <a:lnTo>
                    <a:pt x="3759168" y="1035073"/>
                  </a:lnTo>
                  <a:lnTo>
                    <a:pt x="3758096" y="1034961"/>
                  </a:lnTo>
                  <a:lnTo>
                    <a:pt x="3757025" y="1034849"/>
                  </a:lnTo>
                  <a:lnTo>
                    <a:pt x="3755953" y="1034737"/>
                  </a:lnTo>
                  <a:lnTo>
                    <a:pt x="3754882" y="1034625"/>
                  </a:lnTo>
                  <a:lnTo>
                    <a:pt x="3753810" y="1034513"/>
                  </a:lnTo>
                  <a:lnTo>
                    <a:pt x="3752738" y="1034402"/>
                  </a:lnTo>
                  <a:lnTo>
                    <a:pt x="3751667" y="1034291"/>
                  </a:lnTo>
                  <a:lnTo>
                    <a:pt x="3750595" y="1034180"/>
                  </a:lnTo>
                  <a:lnTo>
                    <a:pt x="3749524" y="1034069"/>
                  </a:lnTo>
                  <a:lnTo>
                    <a:pt x="3748452" y="1033959"/>
                  </a:lnTo>
                  <a:lnTo>
                    <a:pt x="3747380" y="1033849"/>
                  </a:lnTo>
                  <a:lnTo>
                    <a:pt x="3746309" y="1033739"/>
                  </a:lnTo>
                  <a:lnTo>
                    <a:pt x="3745237" y="1033629"/>
                  </a:lnTo>
                  <a:lnTo>
                    <a:pt x="3744166" y="1033519"/>
                  </a:lnTo>
                  <a:lnTo>
                    <a:pt x="3743094" y="1033410"/>
                  </a:lnTo>
                  <a:lnTo>
                    <a:pt x="3742022" y="1033300"/>
                  </a:lnTo>
                  <a:lnTo>
                    <a:pt x="3740951" y="1033191"/>
                  </a:lnTo>
                  <a:lnTo>
                    <a:pt x="3739879" y="1033083"/>
                  </a:lnTo>
                  <a:lnTo>
                    <a:pt x="3738808" y="1032974"/>
                  </a:lnTo>
                  <a:lnTo>
                    <a:pt x="3737736" y="1032866"/>
                  </a:lnTo>
                  <a:lnTo>
                    <a:pt x="3736664" y="1032758"/>
                  </a:lnTo>
                  <a:lnTo>
                    <a:pt x="3735593" y="1032650"/>
                  </a:lnTo>
                  <a:lnTo>
                    <a:pt x="3734521" y="1032542"/>
                  </a:lnTo>
                  <a:lnTo>
                    <a:pt x="3733450" y="1032435"/>
                  </a:lnTo>
                  <a:lnTo>
                    <a:pt x="3732378" y="1032327"/>
                  </a:lnTo>
                  <a:lnTo>
                    <a:pt x="3731306" y="1032220"/>
                  </a:lnTo>
                  <a:lnTo>
                    <a:pt x="3730235" y="1032113"/>
                  </a:lnTo>
                  <a:lnTo>
                    <a:pt x="3729163" y="1032007"/>
                  </a:lnTo>
                  <a:lnTo>
                    <a:pt x="3728092" y="1031900"/>
                  </a:lnTo>
                  <a:lnTo>
                    <a:pt x="3727020" y="1031794"/>
                  </a:lnTo>
                  <a:lnTo>
                    <a:pt x="3725949" y="1031688"/>
                  </a:lnTo>
                  <a:lnTo>
                    <a:pt x="3724877" y="1031582"/>
                  </a:lnTo>
                  <a:lnTo>
                    <a:pt x="3723805" y="1031477"/>
                  </a:lnTo>
                  <a:lnTo>
                    <a:pt x="3722734" y="1031372"/>
                  </a:lnTo>
                  <a:lnTo>
                    <a:pt x="3721662" y="1031267"/>
                  </a:lnTo>
                  <a:lnTo>
                    <a:pt x="3720591" y="1031162"/>
                  </a:lnTo>
                  <a:lnTo>
                    <a:pt x="3719519" y="1031057"/>
                  </a:lnTo>
                  <a:lnTo>
                    <a:pt x="3718447" y="1030953"/>
                  </a:lnTo>
                  <a:lnTo>
                    <a:pt x="3717376" y="1030848"/>
                  </a:lnTo>
                  <a:lnTo>
                    <a:pt x="3716304" y="1030745"/>
                  </a:lnTo>
                  <a:lnTo>
                    <a:pt x="3715233" y="1030641"/>
                  </a:lnTo>
                  <a:lnTo>
                    <a:pt x="3714161" y="1030537"/>
                  </a:lnTo>
                  <a:lnTo>
                    <a:pt x="3713089" y="1030434"/>
                  </a:lnTo>
                  <a:lnTo>
                    <a:pt x="3712018" y="1030331"/>
                  </a:lnTo>
                  <a:lnTo>
                    <a:pt x="3710946" y="1030228"/>
                  </a:lnTo>
                  <a:lnTo>
                    <a:pt x="3709875" y="1030125"/>
                  </a:lnTo>
                  <a:lnTo>
                    <a:pt x="3708803" y="1030023"/>
                  </a:lnTo>
                  <a:lnTo>
                    <a:pt x="3707731" y="1029921"/>
                  </a:lnTo>
                  <a:lnTo>
                    <a:pt x="3706660" y="1029819"/>
                  </a:lnTo>
                  <a:lnTo>
                    <a:pt x="3705588" y="1029717"/>
                  </a:lnTo>
                  <a:lnTo>
                    <a:pt x="3704517" y="1029616"/>
                  </a:lnTo>
                  <a:lnTo>
                    <a:pt x="3703445" y="1029515"/>
                  </a:lnTo>
                  <a:lnTo>
                    <a:pt x="3702373" y="1029414"/>
                  </a:lnTo>
                  <a:lnTo>
                    <a:pt x="3701302" y="1029313"/>
                  </a:lnTo>
                  <a:lnTo>
                    <a:pt x="3700230" y="1029212"/>
                  </a:lnTo>
                  <a:lnTo>
                    <a:pt x="3699159" y="1029112"/>
                  </a:lnTo>
                  <a:lnTo>
                    <a:pt x="3698087" y="1029012"/>
                  </a:lnTo>
                  <a:lnTo>
                    <a:pt x="3697015" y="1028912"/>
                  </a:lnTo>
                  <a:lnTo>
                    <a:pt x="3695944" y="1028812"/>
                  </a:lnTo>
                  <a:lnTo>
                    <a:pt x="3694872" y="1028713"/>
                  </a:lnTo>
                  <a:lnTo>
                    <a:pt x="3693801" y="1028614"/>
                  </a:lnTo>
                  <a:lnTo>
                    <a:pt x="3692729" y="1028515"/>
                  </a:lnTo>
                  <a:lnTo>
                    <a:pt x="3691657" y="1028416"/>
                  </a:lnTo>
                  <a:lnTo>
                    <a:pt x="3690586" y="1028318"/>
                  </a:lnTo>
                  <a:lnTo>
                    <a:pt x="3689514" y="1028220"/>
                  </a:lnTo>
                  <a:lnTo>
                    <a:pt x="3688443" y="1028122"/>
                  </a:lnTo>
                  <a:lnTo>
                    <a:pt x="3687371" y="1028024"/>
                  </a:lnTo>
                  <a:lnTo>
                    <a:pt x="3686299" y="1027926"/>
                  </a:lnTo>
                  <a:lnTo>
                    <a:pt x="3685228" y="1027829"/>
                  </a:lnTo>
                  <a:lnTo>
                    <a:pt x="3684156" y="1027732"/>
                  </a:lnTo>
                  <a:lnTo>
                    <a:pt x="3683085" y="1027635"/>
                  </a:lnTo>
                  <a:lnTo>
                    <a:pt x="3682013" y="1027539"/>
                  </a:lnTo>
                  <a:lnTo>
                    <a:pt x="3680941" y="1027442"/>
                  </a:lnTo>
                  <a:lnTo>
                    <a:pt x="3679870" y="1027346"/>
                  </a:lnTo>
                  <a:lnTo>
                    <a:pt x="3678798" y="1027251"/>
                  </a:lnTo>
                  <a:lnTo>
                    <a:pt x="3677727" y="1027155"/>
                  </a:lnTo>
                  <a:lnTo>
                    <a:pt x="3676655" y="1027060"/>
                  </a:lnTo>
                  <a:lnTo>
                    <a:pt x="3675583" y="1026965"/>
                  </a:lnTo>
                  <a:lnTo>
                    <a:pt x="3674512" y="1026870"/>
                  </a:lnTo>
                  <a:lnTo>
                    <a:pt x="3673440" y="1026775"/>
                  </a:lnTo>
                  <a:lnTo>
                    <a:pt x="3672369" y="1026681"/>
                  </a:lnTo>
                  <a:lnTo>
                    <a:pt x="3671297" y="1026587"/>
                  </a:lnTo>
                  <a:lnTo>
                    <a:pt x="3670225" y="1026493"/>
                  </a:lnTo>
                  <a:lnTo>
                    <a:pt x="3669154" y="1026399"/>
                  </a:lnTo>
                  <a:lnTo>
                    <a:pt x="3668082" y="1026306"/>
                  </a:lnTo>
                  <a:lnTo>
                    <a:pt x="3667011" y="1026213"/>
                  </a:lnTo>
                  <a:lnTo>
                    <a:pt x="3665939" y="1026120"/>
                  </a:lnTo>
                  <a:lnTo>
                    <a:pt x="3664867" y="1026027"/>
                  </a:lnTo>
                  <a:lnTo>
                    <a:pt x="3663796" y="1025935"/>
                  </a:lnTo>
                  <a:lnTo>
                    <a:pt x="3662724" y="1025842"/>
                  </a:lnTo>
                  <a:lnTo>
                    <a:pt x="3661653" y="1025751"/>
                  </a:lnTo>
                  <a:lnTo>
                    <a:pt x="3660581" y="1025659"/>
                  </a:lnTo>
                  <a:lnTo>
                    <a:pt x="3659509" y="1025567"/>
                  </a:lnTo>
                  <a:lnTo>
                    <a:pt x="3658438" y="1025476"/>
                  </a:lnTo>
                  <a:lnTo>
                    <a:pt x="3657366" y="1025385"/>
                  </a:lnTo>
                  <a:lnTo>
                    <a:pt x="3656295" y="1025295"/>
                  </a:lnTo>
                  <a:lnTo>
                    <a:pt x="3655223" y="1025204"/>
                  </a:lnTo>
                  <a:lnTo>
                    <a:pt x="3654151" y="1025114"/>
                  </a:lnTo>
                  <a:lnTo>
                    <a:pt x="3653080" y="1025024"/>
                  </a:lnTo>
                  <a:lnTo>
                    <a:pt x="3652008" y="1024935"/>
                  </a:lnTo>
                  <a:lnTo>
                    <a:pt x="3650937" y="1024845"/>
                  </a:lnTo>
                  <a:lnTo>
                    <a:pt x="3649865" y="1024756"/>
                  </a:lnTo>
                  <a:lnTo>
                    <a:pt x="3648793" y="1024667"/>
                  </a:lnTo>
                  <a:lnTo>
                    <a:pt x="3647722" y="1024579"/>
                  </a:lnTo>
                  <a:lnTo>
                    <a:pt x="3646650" y="1024490"/>
                  </a:lnTo>
                  <a:lnTo>
                    <a:pt x="3645579" y="1024402"/>
                  </a:lnTo>
                  <a:lnTo>
                    <a:pt x="3644507" y="1024314"/>
                  </a:lnTo>
                  <a:lnTo>
                    <a:pt x="3643435" y="1024227"/>
                  </a:lnTo>
                  <a:lnTo>
                    <a:pt x="3642364" y="1024139"/>
                  </a:lnTo>
                  <a:lnTo>
                    <a:pt x="3641292" y="1024052"/>
                  </a:lnTo>
                  <a:lnTo>
                    <a:pt x="3640221" y="1023965"/>
                  </a:lnTo>
                  <a:lnTo>
                    <a:pt x="3639149" y="1023879"/>
                  </a:lnTo>
                  <a:lnTo>
                    <a:pt x="3638077" y="1023793"/>
                  </a:lnTo>
                  <a:lnTo>
                    <a:pt x="3637006" y="1023707"/>
                  </a:lnTo>
                  <a:lnTo>
                    <a:pt x="3635934" y="1023621"/>
                  </a:lnTo>
                  <a:lnTo>
                    <a:pt x="3634863" y="1023535"/>
                  </a:lnTo>
                  <a:lnTo>
                    <a:pt x="3633791" y="1023450"/>
                  </a:lnTo>
                  <a:lnTo>
                    <a:pt x="3632719" y="1023365"/>
                  </a:lnTo>
                  <a:lnTo>
                    <a:pt x="3631648" y="1023280"/>
                  </a:lnTo>
                  <a:lnTo>
                    <a:pt x="3630576" y="1023196"/>
                  </a:lnTo>
                  <a:lnTo>
                    <a:pt x="3629505" y="1023112"/>
                  </a:lnTo>
                  <a:lnTo>
                    <a:pt x="3628433" y="1023028"/>
                  </a:lnTo>
                  <a:lnTo>
                    <a:pt x="3627361" y="1022944"/>
                  </a:lnTo>
                  <a:lnTo>
                    <a:pt x="3626290" y="1022861"/>
                  </a:lnTo>
                  <a:lnTo>
                    <a:pt x="3625218" y="1022777"/>
                  </a:lnTo>
                  <a:lnTo>
                    <a:pt x="3624147" y="1022695"/>
                  </a:lnTo>
                  <a:lnTo>
                    <a:pt x="3623075" y="1022612"/>
                  </a:lnTo>
                  <a:lnTo>
                    <a:pt x="3622003" y="1022530"/>
                  </a:lnTo>
                  <a:lnTo>
                    <a:pt x="3620932" y="1022448"/>
                  </a:lnTo>
                  <a:lnTo>
                    <a:pt x="3619860" y="1022366"/>
                  </a:lnTo>
                  <a:lnTo>
                    <a:pt x="3618789" y="1022284"/>
                  </a:lnTo>
                  <a:lnTo>
                    <a:pt x="3617717" y="1022203"/>
                  </a:lnTo>
                  <a:lnTo>
                    <a:pt x="3616645" y="1022122"/>
                  </a:lnTo>
                  <a:lnTo>
                    <a:pt x="3615574" y="1022041"/>
                  </a:lnTo>
                  <a:lnTo>
                    <a:pt x="3614502" y="1021961"/>
                  </a:lnTo>
                  <a:lnTo>
                    <a:pt x="3613431" y="1021881"/>
                  </a:lnTo>
                  <a:lnTo>
                    <a:pt x="3612359" y="1021801"/>
                  </a:lnTo>
                  <a:lnTo>
                    <a:pt x="3611287" y="1021721"/>
                  </a:lnTo>
                  <a:lnTo>
                    <a:pt x="3610216" y="1021642"/>
                  </a:lnTo>
                  <a:lnTo>
                    <a:pt x="3609144" y="1021563"/>
                  </a:lnTo>
                  <a:lnTo>
                    <a:pt x="3608073" y="1021484"/>
                  </a:lnTo>
                  <a:lnTo>
                    <a:pt x="3607001" y="1021405"/>
                  </a:lnTo>
                  <a:lnTo>
                    <a:pt x="3605929" y="1021327"/>
                  </a:lnTo>
                  <a:lnTo>
                    <a:pt x="3604858" y="1021249"/>
                  </a:lnTo>
                  <a:lnTo>
                    <a:pt x="3603786" y="1021171"/>
                  </a:lnTo>
                  <a:lnTo>
                    <a:pt x="3602715" y="1021094"/>
                  </a:lnTo>
                  <a:lnTo>
                    <a:pt x="3601643" y="1021017"/>
                  </a:lnTo>
                  <a:lnTo>
                    <a:pt x="3600571" y="1020940"/>
                  </a:lnTo>
                  <a:lnTo>
                    <a:pt x="3599500" y="1020863"/>
                  </a:lnTo>
                  <a:lnTo>
                    <a:pt x="3598428" y="1020787"/>
                  </a:lnTo>
                  <a:lnTo>
                    <a:pt x="3597357" y="1020711"/>
                  </a:lnTo>
                  <a:lnTo>
                    <a:pt x="3596285" y="1020635"/>
                  </a:lnTo>
                  <a:lnTo>
                    <a:pt x="3595213" y="1020560"/>
                  </a:lnTo>
                  <a:lnTo>
                    <a:pt x="3594142" y="1020484"/>
                  </a:lnTo>
                  <a:lnTo>
                    <a:pt x="3593070" y="1020409"/>
                  </a:lnTo>
                  <a:lnTo>
                    <a:pt x="3591999" y="1020335"/>
                  </a:lnTo>
                  <a:lnTo>
                    <a:pt x="3590927" y="1020260"/>
                  </a:lnTo>
                  <a:lnTo>
                    <a:pt x="3589855" y="1020186"/>
                  </a:lnTo>
                  <a:lnTo>
                    <a:pt x="3588784" y="1020113"/>
                  </a:lnTo>
                  <a:lnTo>
                    <a:pt x="3587712" y="1020039"/>
                  </a:lnTo>
                  <a:lnTo>
                    <a:pt x="3586641" y="1019966"/>
                  </a:lnTo>
                  <a:lnTo>
                    <a:pt x="3585569" y="1019893"/>
                  </a:lnTo>
                  <a:lnTo>
                    <a:pt x="3584497" y="1019820"/>
                  </a:lnTo>
                  <a:lnTo>
                    <a:pt x="3583426" y="1019748"/>
                  </a:lnTo>
                  <a:lnTo>
                    <a:pt x="3582354" y="1019676"/>
                  </a:lnTo>
                  <a:lnTo>
                    <a:pt x="3581283" y="1019604"/>
                  </a:lnTo>
                  <a:lnTo>
                    <a:pt x="3580211" y="1019533"/>
                  </a:lnTo>
                  <a:lnTo>
                    <a:pt x="3579139" y="1019461"/>
                  </a:lnTo>
                  <a:lnTo>
                    <a:pt x="3578068" y="1019391"/>
                  </a:lnTo>
                  <a:lnTo>
                    <a:pt x="3576996" y="1019320"/>
                  </a:lnTo>
                  <a:lnTo>
                    <a:pt x="3575925" y="1019250"/>
                  </a:lnTo>
                  <a:lnTo>
                    <a:pt x="3574853" y="1019179"/>
                  </a:lnTo>
                  <a:lnTo>
                    <a:pt x="3573781" y="1019110"/>
                  </a:lnTo>
                  <a:lnTo>
                    <a:pt x="3572710" y="1019040"/>
                  </a:lnTo>
                  <a:lnTo>
                    <a:pt x="3571638" y="1018971"/>
                  </a:lnTo>
                  <a:lnTo>
                    <a:pt x="3570567" y="1018902"/>
                  </a:lnTo>
                  <a:lnTo>
                    <a:pt x="3569495" y="1018834"/>
                  </a:lnTo>
                  <a:lnTo>
                    <a:pt x="3568423" y="1018765"/>
                  </a:lnTo>
                  <a:lnTo>
                    <a:pt x="3567352" y="1018697"/>
                  </a:lnTo>
                  <a:lnTo>
                    <a:pt x="3566280" y="1018630"/>
                  </a:lnTo>
                  <a:lnTo>
                    <a:pt x="3565209" y="1018562"/>
                  </a:lnTo>
                  <a:lnTo>
                    <a:pt x="3564137" y="1018495"/>
                  </a:lnTo>
                  <a:lnTo>
                    <a:pt x="3563065" y="1018428"/>
                  </a:lnTo>
                  <a:lnTo>
                    <a:pt x="3561994" y="1018362"/>
                  </a:lnTo>
                  <a:lnTo>
                    <a:pt x="3560922" y="1018296"/>
                  </a:lnTo>
                  <a:lnTo>
                    <a:pt x="3559851" y="1018230"/>
                  </a:lnTo>
                  <a:lnTo>
                    <a:pt x="3558779" y="1018164"/>
                  </a:lnTo>
                  <a:lnTo>
                    <a:pt x="3557707" y="1018099"/>
                  </a:lnTo>
                  <a:lnTo>
                    <a:pt x="3556636" y="1018034"/>
                  </a:lnTo>
                  <a:lnTo>
                    <a:pt x="3555564" y="1017969"/>
                  </a:lnTo>
                  <a:lnTo>
                    <a:pt x="3554493" y="1017905"/>
                  </a:lnTo>
                  <a:lnTo>
                    <a:pt x="3553421" y="1017841"/>
                  </a:lnTo>
                  <a:lnTo>
                    <a:pt x="3552349" y="1017777"/>
                  </a:lnTo>
                  <a:lnTo>
                    <a:pt x="3551278" y="1017713"/>
                  </a:lnTo>
                  <a:lnTo>
                    <a:pt x="3550206" y="1017650"/>
                  </a:lnTo>
                  <a:lnTo>
                    <a:pt x="3549135" y="1017587"/>
                  </a:lnTo>
                  <a:lnTo>
                    <a:pt x="3548063" y="1017524"/>
                  </a:lnTo>
                  <a:lnTo>
                    <a:pt x="3546992" y="1017462"/>
                  </a:lnTo>
                  <a:lnTo>
                    <a:pt x="3545920" y="1017400"/>
                  </a:lnTo>
                  <a:lnTo>
                    <a:pt x="3544848" y="1017339"/>
                  </a:lnTo>
                  <a:lnTo>
                    <a:pt x="3543777" y="1017277"/>
                  </a:lnTo>
                  <a:lnTo>
                    <a:pt x="3542705" y="1017216"/>
                  </a:lnTo>
                  <a:lnTo>
                    <a:pt x="3541634" y="1017155"/>
                  </a:lnTo>
                  <a:lnTo>
                    <a:pt x="3540562" y="1017095"/>
                  </a:lnTo>
                  <a:lnTo>
                    <a:pt x="3539490" y="1017035"/>
                  </a:lnTo>
                  <a:lnTo>
                    <a:pt x="3538419" y="1016975"/>
                  </a:lnTo>
                  <a:lnTo>
                    <a:pt x="3537347" y="1016915"/>
                  </a:lnTo>
                  <a:lnTo>
                    <a:pt x="3536276" y="1016856"/>
                  </a:lnTo>
                  <a:lnTo>
                    <a:pt x="3535204" y="1016797"/>
                  </a:lnTo>
                  <a:lnTo>
                    <a:pt x="3534132" y="1016739"/>
                  </a:lnTo>
                  <a:lnTo>
                    <a:pt x="3533061" y="1016680"/>
                  </a:lnTo>
                  <a:lnTo>
                    <a:pt x="3531989" y="1016622"/>
                  </a:lnTo>
                  <a:lnTo>
                    <a:pt x="3530918" y="1016565"/>
                  </a:lnTo>
                  <a:lnTo>
                    <a:pt x="3529846" y="1016507"/>
                  </a:lnTo>
                  <a:lnTo>
                    <a:pt x="3528774" y="1016450"/>
                  </a:lnTo>
                  <a:lnTo>
                    <a:pt x="3527703" y="1016394"/>
                  </a:lnTo>
                  <a:lnTo>
                    <a:pt x="3526631" y="1016337"/>
                  </a:lnTo>
                  <a:lnTo>
                    <a:pt x="3525560" y="1016281"/>
                  </a:lnTo>
                  <a:lnTo>
                    <a:pt x="3524488" y="1016225"/>
                  </a:lnTo>
                  <a:lnTo>
                    <a:pt x="3523416" y="1016170"/>
                  </a:lnTo>
                  <a:lnTo>
                    <a:pt x="3522345" y="1016115"/>
                  </a:lnTo>
                  <a:lnTo>
                    <a:pt x="3521273" y="1016060"/>
                  </a:lnTo>
                  <a:lnTo>
                    <a:pt x="3520202" y="1016006"/>
                  </a:lnTo>
                  <a:lnTo>
                    <a:pt x="3519130" y="1015951"/>
                  </a:lnTo>
                  <a:lnTo>
                    <a:pt x="3518058" y="1015897"/>
                  </a:lnTo>
                  <a:lnTo>
                    <a:pt x="3516987" y="1015844"/>
                  </a:lnTo>
                  <a:lnTo>
                    <a:pt x="3515915" y="1015791"/>
                  </a:lnTo>
                  <a:lnTo>
                    <a:pt x="3514844" y="1015738"/>
                  </a:lnTo>
                  <a:lnTo>
                    <a:pt x="3513772" y="1015685"/>
                  </a:lnTo>
                  <a:lnTo>
                    <a:pt x="3512700" y="1015633"/>
                  </a:lnTo>
                  <a:lnTo>
                    <a:pt x="3511629" y="1015581"/>
                  </a:lnTo>
                  <a:lnTo>
                    <a:pt x="3510557" y="1015529"/>
                  </a:lnTo>
                  <a:lnTo>
                    <a:pt x="3509486" y="1015478"/>
                  </a:lnTo>
                  <a:lnTo>
                    <a:pt x="3508414" y="1015427"/>
                  </a:lnTo>
                  <a:lnTo>
                    <a:pt x="3507342" y="1015377"/>
                  </a:lnTo>
                  <a:lnTo>
                    <a:pt x="3506271" y="1015326"/>
                  </a:lnTo>
                  <a:lnTo>
                    <a:pt x="3505199" y="1015276"/>
                  </a:lnTo>
                  <a:lnTo>
                    <a:pt x="3504128" y="1015227"/>
                  </a:lnTo>
                  <a:lnTo>
                    <a:pt x="3503056" y="1015177"/>
                  </a:lnTo>
                  <a:lnTo>
                    <a:pt x="3501984" y="1015128"/>
                  </a:lnTo>
                  <a:lnTo>
                    <a:pt x="3500913" y="1015080"/>
                  </a:lnTo>
                  <a:lnTo>
                    <a:pt x="3499841" y="1015031"/>
                  </a:lnTo>
                  <a:lnTo>
                    <a:pt x="3498770" y="1014983"/>
                  </a:lnTo>
                  <a:lnTo>
                    <a:pt x="3497698" y="1014936"/>
                  </a:lnTo>
                  <a:lnTo>
                    <a:pt x="3496626" y="1014888"/>
                  </a:lnTo>
                  <a:lnTo>
                    <a:pt x="3495555" y="1014841"/>
                  </a:lnTo>
                  <a:lnTo>
                    <a:pt x="3494483" y="1014794"/>
                  </a:lnTo>
                  <a:lnTo>
                    <a:pt x="3493412" y="1014748"/>
                  </a:lnTo>
                  <a:lnTo>
                    <a:pt x="3492340" y="1014702"/>
                  </a:lnTo>
                  <a:lnTo>
                    <a:pt x="3491268" y="1014656"/>
                  </a:lnTo>
                  <a:lnTo>
                    <a:pt x="3490197" y="1014611"/>
                  </a:lnTo>
                  <a:lnTo>
                    <a:pt x="3489125" y="1014566"/>
                  </a:lnTo>
                  <a:lnTo>
                    <a:pt x="3488054" y="1014521"/>
                  </a:lnTo>
                  <a:lnTo>
                    <a:pt x="3486982" y="1014477"/>
                  </a:lnTo>
                  <a:lnTo>
                    <a:pt x="3485910" y="1014433"/>
                  </a:lnTo>
                  <a:lnTo>
                    <a:pt x="3484839" y="1014389"/>
                  </a:lnTo>
                  <a:lnTo>
                    <a:pt x="3483767" y="1014346"/>
                  </a:lnTo>
                  <a:lnTo>
                    <a:pt x="3482696" y="1014303"/>
                  </a:lnTo>
                  <a:lnTo>
                    <a:pt x="3481624" y="1014260"/>
                  </a:lnTo>
                  <a:lnTo>
                    <a:pt x="3480552" y="1014218"/>
                  </a:lnTo>
                  <a:lnTo>
                    <a:pt x="3479481" y="1014176"/>
                  </a:lnTo>
                  <a:lnTo>
                    <a:pt x="3478409" y="1014134"/>
                  </a:lnTo>
                  <a:lnTo>
                    <a:pt x="3477338" y="1014093"/>
                  </a:lnTo>
                  <a:lnTo>
                    <a:pt x="3476266" y="1014052"/>
                  </a:lnTo>
                  <a:lnTo>
                    <a:pt x="3475194" y="1014011"/>
                  </a:lnTo>
                  <a:lnTo>
                    <a:pt x="3474123" y="1013971"/>
                  </a:lnTo>
                  <a:lnTo>
                    <a:pt x="3473051" y="1013931"/>
                  </a:lnTo>
                  <a:lnTo>
                    <a:pt x="3471980" y="1013891"/>
                  </a:lnTo>
                  <a:lnTo>
                    <a:pt x="3470908" y="1013852"/>
                  </a:lnTo>
                  <a:lnTo>
                    <a:pt x="3469836" y="1013813"/>
                  </a:lnTo>
                  <a:lnTo>
                    <a:pt x="3468765" y="1013775"/>
                  </a:lnTo>
                  <a:lnTo>
                    <a:pt x="3467693" y="1013736"/>
                  </a:lnTo>
                  <a:lnTo>
                    <a:pt x="3466622" y="1013698"/>
                  </a:lnTo>
                  <a:lnTo>
                    <a:pt x="3465550" y="1013661"/>
                  </a:lnTo>
                  <a:lnTo>
                    <a:pt x="3464478" y="1013624"/>
                  </a:lnTo>
                  <a:lnTo>
                    <a:pt x="3463407" y="1013587"/>
                  </a:lnTo>
                  <a:lnTo>
                    <a:pt x="3462335" y="1013550"/>
                  </a:lnTo>
                  <a:lnTo>
                    <a:pt x="3461264" y="1013514"/>
                  </a:lnTo>
                  <a:lnTo>
                    <a:pt x="3460192" y="1013478"/>
                  </a:lnTo>
                  <a:lnTo>
                    <a:pt x="3459120" y="1013443"/>
                  </a:lnTo>
                  <a:lnTo>
                    <a:pt x="3458049" y="1013408"/>
                  </a:lnTo>
                  <a:lnTo>
                    <a:pt x="3456977" y="1013373"/>
                  </a:lnTo>
                  <a:lnTo>
                    <a:pt x="3455906" y="1013338"/>
                  </a:lnTo>
                  <a:lnTo>
                    <a:pt x="3454834" y="1013304"/>
                  </a:lnTo>
                  <a:lnTo>
                    <a:pt x="3453762" y="1013271"/>
                  </a:lnTo>
                  <a:lnTo>
                    <a:pt x="3452691" y="1013237"/>
                  </a:lnTo>
                  <a:lnTo>
                    <a:pt x="3451619" y="1013204"/>
                  </a:lnTo>
                  <a:lnTo>
                    <a:pt x="3450548" y="1013172"/>
                  </a:lnTo>
                  <a:lnTo>
                    <a:pt x="3449476" y="1013139"/>
                  </a:lnTo>
                  <a:lnTo>
                    <a:pt x="3448404" y="1013107"/>
                  </a:lnTo>
                  <a:lnTo>
                    <a:pt x="3447333" y="1013076"/>
                  </a:lnTo>
                  <a:lnTo>
                    <a:pt x="3446261" y="1013045"/>
                  </a:lnTo>
                  <a:lnTo>
                    <a:pt x="3445190" y="1013014"/>
                  </a:lnTo>
                  <a:lnTo>
                    <a:pt x="3444118" y="1012983"/>
                  </a:lnTo>
                  <a:lnTo>
                    <a:pt x="3443046" y="1012953"/>
                  </a:lnTo>
                  <a:lnTo>
                    <a:pt x="3441975" y="1012923"/>
                  </a:lnTo>
                  <a:lnTo>
                    <a:pt x="3440903" y="1012894"/>
                  </a:lnTo>
                  <a:lnTo>
                    <a:pt x="3439832" y="1012865"/>
                  </a:lnTo>
                  <a:lnTo>
                    <a:pt x="3438760" y="1012836"/>
                  </a:lnTo>
                  <a:lnTo>
                    <a:pt x="3437688" y="1012808"/>
                  </a:lnTo>
                  <a:lnTo>
                    <a:pt x="3436617" y="1012780"/>
                  </a:lnTo>
                  <a:lnTo>
                    <a:pt x="3435545" y="1012752"/>
                  </a:lnTo>
                  <a:lnTo>
                    <a:pt x="3434474" y="1012725"/>
                  </a:lnTo>
                  <a:lnTo>
                    <a:pt x="3433402" y="1012698"/>
                  </a:lnTo>
                  <a:lnTo>
                    <a:pt x="3432330" y="1012671"/>
                  </a:lnTo>
                  <a:lnTo>
                    <a:pt x="3431259" y="1012645"/>
                  </a:lnTo>
                  <a:lnTo>
                    <a:pt x="3430187" y="1012619"/>
                  </a:lnTo>
                  <a:lnTo>
                    <a:pt x="3429116" y="1012593"/>
                  </a:lnTo>
                  <a:lnTo>
                    <a:pt x="3428044" y="1012568"/>
                  </a:lnTo>
                  <a:lnTo>
                    <a:pt x="3426972" y="1012544"/>
                  </a:lnTo>
                  <a:lnTo>
                    <a:pt x="3425901" y="1012519"/>
                  </a:lnTo>
                  <a:lnTo>
                    <a:pt x="3424829" y="1012495"/>
                  </a:lnTo>
                  <a:lnTo>
                    <a:pt x="3423758" y="1012472"/>
                  </a:lnTo>
                  <a:lnTo>
                    <a:pt x="3422686" y="1012448"/>
                  </a:lnTo>
                  <a:lnTo>
                    <a:pt x="3421614" y="1012425"/>
                  </a:lnTo>
                  <a:lnTo>
                    <a:pt x="3420543" y="1012403"/>
                  </a:lnTo>
                  <a:lnTo>
                    <a:pt x="3419471" y="1012381"/>
                  </a:lnTo>
                  <a:lnTo>
                    <a:pt x="3418400" y="1012359"/>
                  </a:lnTo>
                  <a:lnTo>
                    <a:pt x="3417328" y="1012337"/>
                  </a:lnTo>
                  <a:lnTo>
                    <a:pt x="3416256" y="1012316"/>
                  </a:lnTo>
                  <a:lnTo>
                    <a:pt x="3415185" y="1012295"/>
                  </a:lnTo>
                  <a:lnTo>
                    <a:pt x="3414113" y="1012275"/>
                  </a:lnTo>
                  <a:lnTo>
                    <a:pt x="3413042" y="1012255"/>
                  </a:lnTo>
                  <a:lnTo>
                    <a:pt x="3411970" y="1012236"/>
                  </a:lnTo>
                  <a:lnTo>
                    <a:pt x="3410898" y="1012216"/>
                  </a:lnTo>
                  <a:lnTo>
                    <a:pt x="3409827" y="1012197"/>
                  </a:lnTo>
                  <a:lnTo>
                    <a:pt x="3408755" y="1012179"/>
                  </a:lnTo>
                  <a:lnTo>
                    <a:pt x="3407684" y="1012161"/>
                  </a:lnTo>
                  <a:lnTo>
                    <a:pt x="3406612" y="1012143"/>
                  </a:lnTo>
                  <a:lnTo>
                    <a:pt x="3405540" y="1012126"/>
                  </a:lnTo>
                  <a:lnTo>
                    <a:pt x="3404469" y="1012109"/>
                  </a:lnTo>
                  <a:lnTo>
                    <a:pt x="3403397" y="1012092"/>
                  </a:lnTo>
                  <a:lnTo>
                    <a:pt x="3402326" y="1012076"/>
                  </a:lnTo>
                  <a:lnTo>
                    <a:pt x="3401254" y="1012060"/>
                  </a:lnTo>
                  <a:lnTo>
                    <a:pt x="3400182" y="1012045"/>
                  </a:lnTo>
                  <a:lnTo>
                    <a:pt x="3399111" y="1012029"/>
                  </a:lnTo>
                  <a:lnTo>
                    <a:pt x="3398039" y="1012015"/>
                  </a:lnTo>
                  <a:lnTo>
                    <a:pt x="3396968" y="1012000"/>
                  </a:lnTo>
                  <a:lnTo>
                    <a:pt x="3395896" y="1011986"/>
                  </a:lnTo>
                  <a:lnTo>
                    <a:pt x="3394824" y="1011973"/>
                  </a:lnTo>
                  <a:lnTo>
                    <a:pt x="3393753" y="1011960"/>
                  </a:lnTo>
                  <a:lnTo>
                    <a:pt x="3392681" y="1011947"/>
                  </a:lnTo>
                  <a:lnTo>
                    <a:pt x="3391610" y="1011934"/>
                  </a:lnTo>
                  <a:lnTo>
                    <a:pt x="3390538" y="1011922"/>
                  </a:lnTo>
                  <a:lnTo>
                    <a:pt x="3389466" y="1011911"/>
                  </a:lnTo>
                  <a:lnTo>
                    <a:pt x="3388395" y="1011899"/>
                  </a:lnTo>
                  <a:lnTo>
                    <a:pt x="3387323" y="1011888"/>
                  </a:lnTo>
                  <a:lnTo>
                    <a:pt x="3386252" y="1011878"/>
                  </a:lnTo>
                  <a:lnTo>
                    <a:pt x="3385180" y="1011868"/>
                  </a:lnTo>
                  <a:lnTo>
                    <a:pt x="3384108" y="1011858"/>
                  </a:lnTo>
                  <a:lnTo>
                    <a:pt x="3383037" y="1011849"/>
                  </a:lnTo>
                  <a:lnTo>
                    <a:pt x="3381965" y="1011840"/>
                  </a:lnTo>
                  <a:lnTo>
                    <a:pt x="3380894" y="1011831"/>
                  </a:lnTo>
                  <a:lnTo>
                    <a:pt x="3379822" y="1011823"/>
                  </a:lnTo>
                  <a:lnTo>
                    <a:pt x="3378750" y="1011815"/>
                  </a:lnTo>
                  <a:lnTo>
                    <a:pt x="3377679" y="1011807"/>
                  </a:lnTo>
                  <a:lnTo>
                    <a:pt x="3376607" y="1011800"/>
                  </a:lnTo>
                  <a:lnTo>
                    <a:pt x="3375536" y="1011794"/>
                  </a:lnTo>
                  <a:lnTo>
                    <a:pt x="3374464" y="1011787"/>
                  </a:lnTo>
                  <a:lnTo>
                    <a:pt x="3373392" y="1011781"/>
                  </a:lnTo>
                  <a:lnTo>
                    <a:pt x="3372321" y="1011776"/>
                  </a:lnTo>
                  <a:lnTo>
                    <a:pt x="3371249" y="1011771"/>
                  </a:lnTo>
                  <a:lnTo>
                    <a:pt x="3370178" y="1011766"/>
                  </a:lnTo>
                  <a:lnTo>
                    <a:pt x="3369106" y="1011762"/>
                  </a:lnTo>
                  <a:lnTo>
                    <a:pt x="3368035" y="1011758"/>
                  </a:lnTo>
                  <a:lnTo>
                    <a:pt x="3366963" y="1011754"/>
                  </a:lnTo>
                  <a:lnTo>
                    <a:pt x="3365891" y="1011751"/>
                  </a:lnTo>
                  <a:lnTo>
                    <a:pt x="3364820" y="1011748"/>
                  </a:lnTo>
                  <a:lnTo>
                    <a:pt x="3363748" y="1011746"/>
                  </a:lnTo>
                  <a:lnTo>
                    <a:pt x="3362677" y="1011744"/>
                  </a:lnTo>
                  <a:lnTo>
                    <a:pt x="3361605" y="1011742"/>
                  </a:lnTo>
                  <a:lnTo>
                    <a:pt x="3360533" y="1011741"/>
                  </a:lnTo>
                  <a:lnTo>
                    <a:pt x="3359462" y="1011740"/>
                  </a:lnTo>
                  <a:lnTo>
                    <a:pt x="3358390" y="1011740"/>
                  </a:lnTo>
                  <a:lnTo>
                    <a:pt x="3357319" y="1011740"/>
                  </a:lnTo>
                  <a:lnTo>
                    <a:pt x="3356247" y="1011740"/>
                  </a:lnTo>
                  <a:lnTo>
                    <a:pt x="3355175" y="1011741"/>
                  </a:lnTo>
                  <a:lnTo>
                    <a:pt x="3354104" y="1011742"/>
                  </a:lnTo>
                  <a:lnTo>
                    <a:pt x="3353032" y="1011744"/>
                  </a:lnTo>
                  <a:lnTo>
                    <a:pt x="3351961" y="1011746"/>
                  </a:lnTo>
                  <a:lnTo>
                    <a:pt x="3350889" y="1011748"/>
                  </a:lnTo>
                  <a:lnTo>
                    <a:pt x="3349817" y="1011751"/>
                  </a:lnTo>
                  <a:lnTo>
                    <a:pt x="3348746" y="1011754"/>
                  </a:lnTo>
                  <a:lnTo>
                    <a:pt x="3347674" y="1011758"/>
                  </a:lnTo>
                  <a:lnTo>
                    <a:pt x="3346603" y="1011762"/>
                  </a:lnTo>
                  <a:lnTo>
                    <a:pt x="3345531" y="1011766"/>
                  </a:lnTo>
                  <a:lnTo>
                    <a:pt x="3344459" y="1011771"/>
                  </a:lnTo>
                  <a:lnTo>
                    <a:pt x="3343388" y="1011776"/>
                  </a:lnTo>
                  <a:lnTo>
                    <a:pt x="3342316" y="1011782"/>
                  </a:lnTo>
                  <a:lnTo>
                    <a:pt x="3341245" y="1011788"/>
                  </a:lnTo>
                  <a:lnTo>
                    <a:pt x="3340173" y="1011794"/>
                  </a:lnTo>
                  <a:lnTo>
                    <a:pt x="3339101" y="1011801"/>
                  </a:lnTo>
                  <a:lnTo>
                    <a:pt x="3338030" y="1011808"/>
                  </a:lnTo>
                  <a:lnTo>
                    <a:pt x="3336958" y="1011816"/>
                  </a:lnTo>
                  <a:lnTo>
                    <a:pt x="3335887" y="1011824"/>
                  </a:lnTo>
                  <a:lnTo>
                    <a:pt x="3334815" y="1011832"/>
                  </a:lnTo>
                  <a:lnTo>
                    <a:pt x="3333743" y="1011841"/>
                  </a:lnTo>
                  <a:lnTo>
                    <a:pt x="3332672" y="1011850"/>
                  </a:lnTo>
                  <a:lnTo>
                    <a:pt x="3331600" y="1011860"/>
                  </a:lnTo>
                  <a:lnTo>
                    <a:pt x="3330529" y="1011870"/>
                  </a:lnTo>
                  <a:lnTo>
                    <a:pt x="3329457" y="1011880"/>
                  </a:lnTo>
                  <a:lnTo>
                    <a:pt x="3328385" y="1011891"/>
                  </a:lnTo>
                  <a:lnTo>
                    <a:pt x="3327314" y="1011903"/>
                  </a:lnTo>
                  <a:lnTo>
                    <a:pt x="3326242" y="1011914"/>
                  </a:lnTo>
                  <a:lnTo>
                    <a:pt x="3325171" y="1011926"/>
                  </a:lnTo>
                  <a:lnTo>
                    <a:pt x="3324099" y="1011939"/>
                  </a:lnTo>
                  <a:lnTo>
                    <a:pt x="3323027" y="1011952"/>
                  </a:lnTo>
                  <a:lnTo>
                    <a:pt x="3321956" y="1011965"/>
                  </a:lnTo>
                  <a:lnTo>
                    <a:pt x="3320884" y="1011979"/>
                  </a:lnTo>
                  <a:lnTo>
                    <a:pt x="3319813" y="1011993"/>
                  </a:lnTo>
                  <a:lnTo>
                    <a:pt x="3318741" y="1012007"/>
                  </a:lnTo>
                  <a:lnTo>
                    <a:pt x="3317669" y="1012022"/>
                  </a:lnTo>
                  <a:lnTo>
                    <a:pt x="3316598" y="1012038"/>
                  </a:lnTo>
                  <a:lnTo>
                    <a:pt x="3315526" y="1012054"/>
                  </a:lnTo>
                  <a:lnTo>
                    <a:pt x="3314455" y="1012070"/>
                  </a:lnTo>
                  <a:lnTo>
                    <a:pt x="3313383" y="1012086"/>
                  </a:lnTo>
                  <a:lnTo>
                    <a:pt x="3312311" y="1012103"/>
                  </a:lnTo>
                  <a:lnTo>
                    <a:pt x="3311240" y="1012121"/>
                  </a:lnTo>
                  <a:lnTo>
                    <a:pt x="3310168" y="1012139"/>
                  </a:lnTo>
                  <a:lnTo>
                    <a:pt x="3309097" y="1012157"/>
                  </a:lnTo>
                  <a:lnTo>
                    <a:pt x="3308025" y="1012176"/>
                  </a:lnTo>
                  <a:lnTo>
                    <a:pt x="3306953" y="1012195"/>
                  </a:lnTo>
                  <a:lnTo>
                    <a:pt x="3305882" y="1012214"/>
                  </a:lnTo>
                  <a:lnTo>
                    <a:pt x="3304810" y="1012234"/>
                  </a:lnTo>
                  <a:lnTo>
                    <a:pt x="3303739" y="1012255"/>
                  </a:lnTo>
                  <a:lnTo>
                    <a:pt x="3302667" y="1012275"/>
                  </a:lnTo>
                  <a:lnTo>
                    <a:pt x="3301595" y="1012297"/>
                  </a:lnTo>
                  <a:lnTo>
                    <a:pt x="3300524" y="1012318"/>
                  </a:lnTo>
                  <a:lnTo>
                    <a:pt x="3299452" y="1012340"/>
                  </a:lnTo>
                  <a:lnTo>
                    <a:pt x="3298381" y="1012363"/>
                  </a:lnTo>
                  <a:lnTo>
                    <a:pt x="3297309" y="1012386"/>
                  </a:lnTo>
                  <a:lnTo>
                    <a:pt x="3296237" y="1012409"/>
                  </a:lnTo>
                  <a:lnTo>
                    <a:pt x="3295166" y="1012433"/>
                  </a:lnTo>
                  <a:lnTo>
                    <a:pt x="3294094" y="1012457"/>
                  </a:lnTo>
                  <a:lnTo>
                    <a:pt x="3293023" y="1012481"/>
                  </a:lnTo>
                  <a:lnTo>
                    <a:pt x="3291951" y="1012506"/>
                  </a:lnTo>
                  <a:lnTo>
                    <a:pt x="3290879" y="1012532"/>
                  </a:lnTo>
                  <a:lnTo>
                    <a:pt x="3289808" y="1012557"/>
                  </a:lnTo>
                  <a:lnTo>
                    <a:pt x="3288736" y="1012584"/>
                  </a:lnTo>
                  <a:lnTo>
                    <a:pt x="3287665" y="1012610"/>
                  </a:lnTo>
                  <a:lnTo>
                    <a:pt x="3286593" y="1012637"/>
                  </a:lnTo>
                  <a:lnTo>
                    <a:pt x="3285521" y="1012665"/>
                  </a:lnTo>
                  <a:lnTo>
                    <a:pt x="3284450" y="1012693"/>
                  </a:lnTo>
                  <a:lnTo>
                    <a:pt x="3283378" y="1012721"/>
                  </a:lnTo>
                  <a:lnTo>
                    <a:pt x="3282307" y="1012750"/>
                  </a:lnTo>
                  <a:lnTo>
                    <a:pt x="3281235" y="1012779"/>
                  </a:lnTo>
                  <a:lnTo>
                    <a:pt x="3280163" y="1012809"/>
                  </a:lnTo>
                  <a:lnTo>
                    <a:pt x="3279092" y="1012839"/>
                  </a:lnTo>
                  <a:lnTo>
                    <a:pt x="3278020" y="1012869"/>
                  </a:lnTo>
                  <a:lnTo>
                    <a:pt x="3276949" y="1012900"/>
                  </a:lnTo>
                  <a:lnTo>
                    <a:pt x="3275877" y="1012932"/>
                  </a:lnTo>
                  <a:lnTo>
                    <a:pt x="3274805" y="1012963"/>
                  </a:lnTo>
                  <a:lnTo>
                    <a:pt x="3273734" y="1012996"/>
                  </a:lnTo>
                  <a:lnTo>
                    <a:pt x="3272662" y="1013028"/>
                  </a:lnTo>
                  <a:lnTo>
                    <a:pt x="3271591" y="1013061"/>
                  </a:lnTo>
                  <a:lnTo>
                    <a:pt x="3270519" y="1013095"/>
                  </a:lnTo>
                  <a:lnTo>
                    <a:pt x="3269447" y="1013129"/>
                  </a:lnTo>
                  <a:lnTo>
                    <a:pt x="3268376" y="1013163"/>
                  </a:lnTo>
                  <a:lnTo>
                    <a:pt x="3267304" y="1013198"/>
                  </a:lnTo>
                  <a:lnTo>
                    <a:pt x="3266233" y="1013233"/>
                  </a:lnTo>
                  <a:lnTo>
                    <a:pt x="3265161" y="1013269"/>
                  </a:lnTo>
                  <a:lnTo>
                    <a:pt x="3264089" y="1013305"/>
                  </a:lnTo>
                  <a:lnTo>
                    <a:pt x="3263018" y="1013341"/>
                  </a:lnTo>
                  <a:lnTo>
                    <a:pt x="3261946" y="1013378"/>
                  </a:lnTo>
                  <a:lnTo>
                    <a:pt x="3260875" y="1013415"/>
                  </a:lnTo>
                  <a:lnTo>
                    <a:pt x="3259803" y="1013453"/>
                  </a:lnTo>
                  <a:lnTo>
                    <a:pt x="3258731" y="1013491"/>
                  </a:lnTo>
                  <a:lnTo>
                    <a:pt x="3257660" y="1013530"/>
                  </a:lnTo>
                  <a:lnTo>
                    <a:pt x="3256588" y="1013569"/>
                  </a:lnTo>
                  <a:lnTo>
                    <a:pt x="3255517" y="1013609"/>
                  </a:lnTo>
                  <a:lnTo>
                    <a:pt x="3254445" y="1013648"/>
                  </a:lnTo>
                  <a:lnTo>
                    <a:pt x="3253373" y="1013689"/>
                  </a:lnTo>
                  <a:lnTo>
                    <a:pt x="3252302" y="1013730"/>
                  </a:lnTo>
                  <a:lnTo>
                    <a:pt x="3251230" y="1013771"/>
                  </a:lnTo>
                  <a:lnTo>
                    <a:pt x="3250159" y="1013813"/>
                  </a:lnTo>
                  <a:lnTo>
                    <a:pt x="3249087" y="1013855"/>
                  </a:lnTo>
                  <a:lnTo>
                    <a:pt x="3248015" y="1013897"/>
                  </a:lnTo>
                  <a:lnTo>
                    <a:pt x="3246944" y="1013940"/>
                  </a:lnTo>
                  <a:lnTo>
                    <a:pt x="3245872" y="1013984"/>
                  </a:lnTo>
                  <a:lnTo>
                    <a:pt x="3244801" y="1014028"/>
                  </a:lnTo>
                  <a:lnTo>
                    <a:pt x="3243729" y="1014072"/>
                  </a:lnTo>
                  <a:lnTo>
                    <a:pt x="3242657" y="1014117"/>
                  </a:lnTo>
                  <a:lnTo>
                    <a:pt x="3241586" y="1014162"/>
                  </a:lnTo>
                  <a:lnTo>
                    <a:pt x="3240514" y="1014207"/>
                  </a:lnTo>
                  <a:lnTo>
                    <a:pt x="3239443" y="1014253"/>
                  </a:lnTo>
                  <a:lnTo>
                    <a:pt x="3238371" y="1014300"/>
                  </a:lnTo>
                  <a:lnTo>
                    <a:pt x="3237299" y="1014347"/>
                  </a:lnTo>
                  <a:lnTo>
                    <a:pt x="3236228" y="1014394"/>
                  </a:lnTo>
                  <a:lnTo>
                    <a:pt x="3235156" y="1014442"/>
                  </a:lnTo>
                  <a:lnTo>
                    <a:pt x="3234085" y="1014490"/>
                  </a:lnTo>
                  <a:lnTo>
                    <a:pt x="3233013" y="1014539"/>
                  </a:lnTo>
                  <a:lnTo>
                    <a:pt x="3231941" y="1014588"/>
                  </a:lnTo>
                  <a:lnTo>
                    <a:pt x="3230870" y="1014637"/>
                  </a:lnTo>
                  <a:lnTo>
                    <a:pt x="3229798" y="1014687"/>
                  </a:lnTo>
                  <a:lnTo>
                    <a:pt x="3228727" y="1014738"/>
                  </a:lnTo>
                  <a:lnTo>
                    <a:pt x="3227655" y="1014789"/>
                  </a:lnTo>
                  <a:lnTo>
                    <a:pt x="3226583" y="1014840"/>
                  </a:lnTo>
                  <a:lnTo>
                    <a:pt x="3225512" y="1014892"/>
                  </a:lnTo>
                  <a:lnTo>
                    <a:pt x="3224440" y="1014944"/>
                  </a:lnTo>
                  <a:lnTo>
                    <a:pt x="3223369" y="1014997"/>
                  </a:lnTo>
                  <a:lnTo>
                    <a:pt x="3222297" y="1015050"/>
                  </a:lnTo>
                  <a:lnTo>
                    <a:pt x="3221225" y="1015103"/>
                  </a:lnTo>
                  <a:lnTo>
                    <a:pt x="3220154" y="1015157"/>
                  </a:lnTo>
                  <a:lnTo>
                    <a:pt x="3219082" y="1015212"/>
                  </a:lnTo>
                  <a:lnTo>
                    <a:pt x="3218011" y="1015266"/>
                  </a:lnTo>
                  <a:lnTo>
                    <a:pt x="3216939" y="1015322"/>
                  </a:lnTo>
                  <a:lnTo>
                    <a:pt x="3215867" y="1015377"/>
                  </a:lnTo>
                  <a:lnTo>
                    <a:pt x="3214796" y="1015434"/>
                  </a:lnTo>
                  <a:lnTo>
                    <a:pt x="3213724" y="1015490"/>
                  </a:lnTo>
                  <a:lnTo>
                    <a:pt x="3212653" y="1015547"/>
                  </a:lnTo>
                  <a:lnTo>
                    <a:pt x="3211581" y="1015605"/>
                  </a:lnTo>
                  <a:lnTo>
                    <a:pt x="3210509" y="1015663"/>
                  </a:lnTo>
                  <a:lnTo>
                    <a:pt x="3209438" y="1015721"/>
                  </a:lnTo>
                  <a:lnTo>
                    <a:pt x="3208366" y="1015780"/>
                  </a:lnTo>
                  <a:lnTo>
                    <a:pt x="3207295" y="1015839"/>
                  </a:lnTo>
                  <a:lnTo>
                    <a:pt x="3206223" y="1015899"/>
                  </a:lnTo>
                  <a:lnTo>
                    <a:pt x="3205151" y="1015959"/>
                  </a:lnTo>
                  <a:lnTo>
                    <a:pt x="3204080" y="1016020"/>
                  </a:lnTo>
                  <a:lnTo>
                    <a:pt x="3203008" y="1016081"/>
                  </a:lnTo>
                  <a:lnTo>
                    <a:pt x="3201937" y="1016142"/>
                  </a:lnTo>
                  <a:lnTo>
                    <a:pt x="3200865" y="1016204"/>
                  </a:lnTo>
                  <a:lnTo>
                    <a:pt x="3199793" y="1016267"/>
                  </a:lnTo>
                  <a:lnTo>
                    <a:pt x="3198722" y="1016329"/>
                  </a:lnTo>
                  <a:lnTo>
                    <a:pt x="3197650" y="1016393"/>
                  </a:lnTo>
                  <a:lnTo>
                    <a:pt x="3196579" y="1016456"/>
                  </a:lnTo>
                  <a:lnTo>
                    <a:pt x="3195507" y="1016521"/>
                  </a:lnTo>
                  <a:lnTo>
                    <a:pt x="3194436" y="1016585"/>
                  </a:lnTo>
                  <a:lnTo>
                    <a:pt x="3193364" y="1016650"/>
                  </a:lnTo>
                  <a:lnTo>
                    <a:pt x="3192292" y="1016716"/>
                  </a:lnTo>
                  <a:lnTo>
                    <a:pt x="3191221" y="1016782"/>
                  </a:lnTo>
                  <a:lnTo>
                    <a:pt x="3190149" y="1016848"/>
                  </a:lnTo>
                  <a:lnTo>
                    <a:pt x="3189078" y="1016915"/>
                  </a:lnTo>
                  <a:lnTo>
                    <a:pt x="3188006" y="1016982"/>
                  </a:lnTo>
                  <a:lnTo>
                    <a:pt x="3186934" y="1017050"/>
                  </a:lnTo>
                  <a:lnTo>
                    <a:pt x="3185863" y="1017118"/>
                  </a:lnTo>
                  <a:lnTo>
                    <a:pt x="3184791" y="1017187"/>
                  </a:lnTo>
                  <a:lnTo>
                    <a:pt x="3183720" y="1017256"/>
                  </a:lnTo>
                  <a:lnTo>
                    <a:pt x="3182648" y="1017326"/>
                  </a:lnTo>
                  <a:lnTo>
                    <a:pt x="3181576" y="1017396"/>
                  </a:lnTo>
                  <a:lnTo>
                    <a:pt x="3180505" y="1017466"/>
                  </a:lnTo>
                  <a:lnTo>
                    <a:pt x="3179433" y="1017537"/>
                  </a:lnTo>
                  <a:lnTo>
                    <a:pt x="3178362" y="1017608"/>
                  </a:lnTo>
                  <a:lnTo>
                    <a:pt x="3177290" y="1017680"/>
                  </a:lnTo>
                  <a:lnTo>
                    <a:pt x="3176218" y="1017753"/>
                  </a:lnTo>
                  <a:lnTo>
                    <a:pt x="3175147" y="1017825"/>
                  </a:lnTo>
                  <a:lnTo>
                    <a:pt x="3174075" y="1017898"/>
                  </a:lnTo>
                  <a:lnTo>
                    <a:pt x="3173004" y="1017972"/>
                  </a:lnTo>
                  <a:lnTo>
                    <a:pt x="3171932" y="1018046"/>
                  </a:lnTo>
                  <a:lnTo>
                    <a:pt x="3170860" y="1018121"/>
                  </a:lnTo>
                  <a:lnTo>
                    <a:pt x="3169789" y="1018196"/>
                  </a:lnTo>
                  <a:lnTo>
                    <a:pt x="3168717" y="1018271"/>
                  </a:lnTo>
                  <a:lnTo>
                    <a:pt x="3167646" y="1018347"/>
                  </a:lnTo>
                  <a:lnTo>
                    <a:pt x="3166574" y="1018423"/>
                  </a:lnTo>
                  <a:lnTo>
                    <a:pt x="3165502" y="1018500"/>
                  </a:lnTo>
                  <a:lnTo>
                    <a:pt x="3164431" y="1018577"/>
                  </a:lnTo>
                  <a:lnTo>
                    <a:pt x="3163359" y="1018655"/>
                  </a:lnTo>
                  <a:lnTo>
                    <a:pt x="3162288" y="1018733"/>
                  </a:lnTo>
                  <a:lnTo>
                    <a:pt x="3161216" y="1018811"/>
                  </a:lnTo>
                  <a:lnTo>
                    <a:pt x="3160144" y="1018890"/>
                  </a:lnTo>
                  <a:lnTo>
                    <a:pt x="3159073" y="1018970"/>
                  </a:lnTo>
                  <a:lnTo>
                    <a:pt x="3158001" y="1019050"/>
                  </a:lnTo>
                  <a:lnTo>
                    <a:pt x="3156930" y="1019130"/>
                  </a:lnTo>
                  <a:lnTo>
                    <a:pt x="3155858" y="1019211"/>
                  </a:lnTo>
                  <a:lnTo>
                    <a:pt x="3154786" y="1019292"/>
                  </a:lnTo>
                  <a:lnTo>
                    <a:pt x="3153715" y="1019374"/>
                  </a:lnTo>
                  <a:lnTo>
                    <a:pt x="3152643" y="1019456"/>
                  </a:lnTo>
                  <a:lnTo>
                    <a:pt x="3151572" y="1019539"/>
                  </a:lnTo>
                  <a:lnTo>
                    <a:pt x="3150500" y="1019622"/>
                  </a:lnTo>
                  <a:lnTo>
                    <a:pt x="3149428" y="1019705"/>
                  </a:lnTo>
                  <a:lnTo>
                    <a:pt x="3148357" y="1019789"/>
                  </a:lnTo>
                  <a:lnTo>
                    <a:pt x="3147285" y="1019874"/>
                  </a:lnTo>
                  <a:lnTo>
                    <a:pt x="3146214" y="1019959"/>
                  </a:lnTo>
                  <a:lnTo>
                    <a:pt x="3145142" y="1020044"/>
                  </a:lnTo>
                  <a:lnTo>
                    <a:pt x="3144070" y="1020130"/>
                  </a:lnTo>
                  <a:lnTo>
                    <a:pt x="3142999" y="1020216"/>
                  </a:lnTo>
                  <a:lnTo>
                    <a:pt x="3141927" y="1020303"/>
                  </a:lnTo>
                  <a:lnTo>
                    <a:pt x="3140856" y="1020390"/>
                  </a:lnTo>
                  <a:lnTo>
                    <a:pt x="3139784" y="1020478"/>
                  </a:lnTo>
                  <a:lnTo>
                    <a:pt x="3138712" y="1020566"/>
                  </a:lnTo>
                  <a:lnTo>
                    <a:pt x="3137641" y="1020654"/>
                  </a:lnTo>
                  <a:lnTo>
                    <a:pt x="3136569" y="1020743"/>
                  </a:lnTo>
                  <a:lnTo>
                    <a:pt x="3135498" y="1020833"/>
                  </a:lnTo>
                  <a:lnTo>
                    <a:pt x="3134426" y="1020923"/>
                  </a:lnTo>
                  <a:lnTo>
                    <a:pt x="3133354" y="1021013"/>
                  </a:lnTo>
                  <a:lnTo>
                    <a:pt x="3132283" y="1021104"/>
                  </a:lnTo>
                  <a:lnTo>
                    <a:pt x="3131211" y="1021195"/>
                  </a:lnTo>
                  <a:lnTo>
                    <a:pt x="3130140" y="1021287"/>
                  </a:lnTo>
                  <a:lnTo>
                    <a:pt x="3129068" y="1021379"/>
                  </a:lnTo>
                  <a:lnTo>
                    <a:pt x="3127996" y="1021471"/>
                  </a:lnTo>
                  <a:lnTo>
                    <a:pt x="3126925" y="1021564"/>
                  </a:lnTo>
                  <a:lnTo>
                    <a:pt x="3125853" y="1021658"/>
                  </a:lnTo>
                  <a:lnTo>
                    <a:pt x="3124782" y="1021752"/>
                  </a:lnTo>
                  <a:lnTo>
                    <a:pt x="3123710" y="1021846"/>
                  </a:lnTo>
                  <a:lnTo>
                    <a:pt x="3122638" y="1021941"/>
                  </a:lnTo>
                  <a:lnTo>
                    <a:pt x="3121567" y="1022036"/>
                  </a:lnTo>
                  <a:lnTo>
                    <a:pt x="3120495" y="1022132"/>
                  </a:lnTo>
                  <a:lnTo>
                    <a:pt x="3119424" y="1022228"/>
                  </a:lnTo>
                  <a:lnTo>
                    <a:pt x="3118352" y="1022325"/>
                  </a:lnTo>
                  <a:lnTo>
                    <a:pt x="3117280" y="1022422"/>
                  </a:lnTo>
                  <a:lnTo>
                    <a:pt x="3116209" y="1022520"/>
                  </a:lnTo>
                  <a:lnTo>
                    <a:pt x="3115137" y="1022618"/>
                  </a:lnTo>
                  <a:lnTo>
                    <a:pt x="3114066" y="1022716"/>
                  </a:lnTo>
                  <a:lnTo>
                    <a:pt x="3112994" y="1022815"/>
                  </a:lnTo>
                  <a:lnTo>
                    <a:pt x="3111922" y="1022914"/>
                  </a:lnTo>
                  <a:lnTo>
                    <a:pt x="3110851" y="1023014"/>
                  </a:lnTo>
                  <a:lnTo>
                    <a:pt x="3109779" y="1023114"/>
                  </a:lnTo>
                  <a:lnTo>
                    <a:pt x="3108708" y="1023215"/>
                  </a:lnTo>
                  <a:lnTo>
                    <a:pt x="3107636" y="1023316"/>
                  </a:lnTo>
                  <a:lnTo>
                    <a:pt x="3106564" y="1023417"/>
                  </a:lnTo>
                  <a:lnTo>
                    <a:pt x="3105493" y="1023519"/>
                  </a:lnTo>
                  <a:lnTo>
                    <a:pt x="3104421" y="1023622"/>
                  </a:lnTo>
                  <a:lnTo>
                    <a:pt x="3103350" y="1023724"/>
                  </a:lnTo>
                  <a:lnTo>
                    <a:pt x="3102278" y="1023828"/>
                  </a:lnTo>
                  <a:lnTo>
                    <a:pt x="3101206" y="1023931"/>
                  </a:lnTo>
                  <a:lnTo>
                    <a:pt x="3100135" y="1024035"/>
                  </a:lnTo>
                  <a:lnTo>
                    <a:pt x="3099063" y="1024140"/>
                  </a:lnTo>
                  <a:lnTo>
                    <a:pt x="3097992" y="1024245"/>
                  </a:lnTo>
                  <a:lnTo>
                    <a:pt x="3096920" y="1024350"/>
                  </a:lnTo>
                  <a:lnTo>
                    <a:pt x="3095848" y="1024456"/>
                  </a:lnTo>
                  <a:lnTo>
                    <a:pt x="3094777" y="1024562"/>
                  </a:lnTo>
                  <a:lnTo>
                    <a:pt x="3093705" y="1024669"/>
                  </a:lnTo>
                  <a:lnTo>
                    <a:pt x="3092634" y="1024776"/>
                  </a:lnTo>
                  <a:lnTo>
                    <a:pt x="3091562" y="1024884"/>
                  </a:lnTo>
                  <a:lnTo>
                    <a:pt x="3090490" y="1024991"/>
                  </a:lnTo>
                  <a:lnTo>
                    <a:pt x="3089419" y="1025100"/>
                  </a:lnTo>
                  <a:lnTo>
                    <a:pt x="3088347" y="1025209"/>
                  </a:lnTo>
                  <a:lnTo>
                    <a:pt x="3087276" y="1025318"/>
                  </a:lnTo>
                  <a:lnTo>
                    <a:pt x="3086204" y="1025427"/>
                  </a:lnTo>
                  <a:lnTo>
                    <a:pt x="3085132" y="1025538"/>
                  </a:lnTo>
                  <a:lnTo>
                    <a:pt x="3084061" y="1025648"/>
                  </a:lnTo>
                  <a:lnTo>
                    <a:pt x="3082989" y="1025759"/>
                  </a:lnTo>
                  <a:lnTo>
                    <a:pt x="3081918" y="1025870"/>
                  </a:lnTo>
                  <a:lnTo>
                    <a:pt x="3080846" y="1025982"/>
                  </a:lnTo>
                  <a:lnTo>
                    <a:pt x="3079774" y="1026094"/>
                  </a:lnTo>
                  <a:lnTo>
                    <a:pt x="3078703" y="1026207"/>
                  </a:lnTo>
                  <a:lnTo>
                    <a:pt x="3077631" y="1026320"/>
                  </a:lnTo>
                  <a:lnTo>
                    <a:pt x="3076560" y="1026433"/>
                  </a:lnTo>
                  <a:lnTo>
                    <a:pt x="3075488" y="1026547"/>
                  </a:lnTo>
                  <a:lnTo>
                    <a:pt x="3074416" y="1026661"/>
                  </a:lnTo>
                  <a:lnTo>
                    <a:pt x="3073345" y="1026776"/>
                  </a:lnTo>
                  <a:lnTo>
                    <a:pt x="3072273" y="1026891"/>
                  </a:lnTo>
                  <a:lnTo>
                    <a:pt x="3071202" y="1027006"/>
                  </a:lnTo>
                  <a:lnTo>
                    <a:pt x="3070130" y="1027122"/>
                  </a:lnTo>
                  <a:lnTo>
                    <a:pt x="3069058" y="1027238"/>
                  </a:lnTo>
                  <a:lnTo>
                    <a:pt x="3067987" y="1027355"/>
                  </a:lnTo>
                  <a:lnTo>
                    <a:pt x="3066915" y="1027472"/>
                  </a:lnTo>
                  <a:lnTo>
                    <a:pt x="3065844" y="1027589"/>
                  </a:lnTo>
                  <a:lnTo>
                    <a:pt x="3064772" y="1027707"/>
                  </a:lnTo>
                  <a:lnTo>
                    <a:pt x="3063700" y="1027825"/>
                  </a:lnTo>
                  <a:lnTo>
                    <a:pt x="3062629" y="1027944"/>
                  </a:lnTo>
                  <a:lnTo>
                    <a:pt x="3061557" y="1028063"/>
                  </a:lnTo>
                  <a:lnTo>
                    <a:pt x="3060486" y="1028182"/>
                  </a:lnTo>
                  <a:lnTo>
                    <a:pt x="3059414" y="1028302"/>
                  </a:lnTo>
                  <a:lnTo>
                    <a:pt x="3058342" y="1028422"/>
                  </a:lnTo>
                  <a:lnTo>
                    <a:pt x="3057271" y="1028543"/>
                  </a:lnTo>
                  <a:lnTo>
                    <a:pt x="3056199" y="1028664"/>
                  </a:lnTo>
                  <a:lnTo>
                    <a:pt x="3055128" y="1028785"/>
                  </a:lnTo>
                  <a:lnTo>
                    <a:pt x="3054056" y="1028907"/>
                  </a:lnTo>
                  <a:lnTo>
                    <a:pt x="3052984" y="1029029"/>
                  </a:lnTo>
                  <a:lnTo>
                    <a:pt x="3051913" y="1029152"/>
                  </a:lnTo>
                  <a:lnTo>
                    <a:pt x="3050841" y="1029275"/>
                  </a:lnTo>
                  <a:lnTo>
                    <a:pt x="3049770" y="1029398"/>
                  </a:lnTo>
                  <a:lnTo>
                    <a:pt x="3048698" y="1029522"/>
                  </a:lnTo>
                  <a:lnTo>
                    <a:pt x="3047626" y="1029646"/>
                  </a:lnTo>
                  <a:lnTo>
                    <a:pt x="3046555" y="1029770"/>
                  </a:lnTo>
                  <a:lnTo>
                    <a:pt x="3045483" y="1029895"/>
                  </a:lnTo>
                  <a:lnTo>
                    <a:pt x="3044412" y="1030020"/>
                  </a:lnTo>
                  <a:lnTo>
                    <a:pt x="3043340" y="1030146"/>
                  </a:lnTo>
                  <a:lnTo>
                    <a:pt x="3042268" y="1030272"/>
                  </a:lnTo>
                  <a:lnTo>
                    <a:pt x="3041197" y="1030398"/>
                  </a:lnTo>
                  <a:lnTo>
                    <a:pt x="3040125" y="1030524"/>
                  </a:lnTo>
                  <a:lnTo>
                    <a:pt x="3039054" y="1030652"/>
                  </a:lnTo>
                  <a:lnTo>
                    <a:pt x="3037982" y="1030779"/>
                  </a:lnTo>
                  <a:lnTo>
                    <a:pt x="3036910" y="1030907"/>
                  </a:lnTo>
                  <a:lnTo>
                    <a:pt x="3035839" y="1031035"/>
                  </a:lnTo>
                  <a:lnTo>
                    <a:pt x="3034767" y="1031163"/>
                  </a:lnTo>
                  <a:lnTo>
                    <a:pt x="3033696" y="1031292"/>
                  </a:lnTo>
                  <a:lnTo>
                    <a:pt x="3032624" y="1031421"/>
                  </a:lnTo>
                  <a:lnTo>
                    <a:pt x="3031552" y="1031551"/>
                  </a:lnTo>
                  <a:lnTo>
                    <a:pt x="3030481" y="1031681"/>
                  </a:lnTo>
                  <a:lnTo>
                    <a:pt x="3029409" y="1031811"/>
                  </a:lnTo>
                  <a:lnTo>
                    <a:pt x="3028338" y="1031942"/>
                  </a:lnTo>
                  <a:lnTo>
                    <a:pt x="3027266" y="1032073"/>
                  </a:lnTo>
                  <a:lnTo>
                    <a:pt x="3026194" y="1032204"/>
                  </a:lnTo>
                  <a:lnTo>
                    <a:pt x="3025123" y="1032336"/>
                  </a:lnTo>
                  <a:lnTo>
                    <a:pt x="3024051" y="1032468"/>
                  </a:lnTo>
                  <a:lnTo>
                    <a:pt x="3022980" y="1032600"/>
                  </a:lnTo>
                  <a:lnTo>
                    <a:pt x="3021908" y="1032733"/>
                  </a:lnTo>
                  <a:lnTo>
                    <a:pt x="3020836" y="1032866"/>
                  </a:lnTo>
                  <a:lnTo>
                    <a:pt x="3019765" y="1033000"/>
                  </a:lnTo>
                  <a:lnTo>
                    <a:pt x="3018693" y="1033134"/>
                  </a:lnTo>
                  <a:lnTo>
                    <a:pt x="3017622" y="1033268"/>
                  </a:lnTo>
                  <a:lnTo>
                    <a:pt x="3016550" y="1033402"/>
                  </a:lnTo>
                  <a:lnTo>
                    <a:pt x="3015479" y="1033537"/>
                  </a:lnTo>
                  <a:lnTo>
                    <a:pt x="3014407" y="1033672"/>
                  </a:lnTo>
                  <a:lnTo>
                    <a:pt x="3013335" y="1033807"/>
                  </a:lnTo>
                  <a:lnTo>
                    <a:pt x="3012264" y="1033943"/>
                  </a:lnTo>
                  <a:lnTo>
                    <a:pt x="3011192" y="1034079"/>
                  </a:lnTo>
                  <a:lnTo>
                    <a:pt x="3010121" y="1034216"/>
                  </a:lnTo>
                  <a:lnTo>
                    <a:pt x="3009049" y="1034353"/>
                  </a:lnTo>
                  <a:lnTo>
                    <a:pt x="3007977" y="1034490"/>
                  </a:lnTo>
                  <a:lnTo>
                    <a:pt x="3006906" y="1034627"/>
                  </a:lnTo>
                  <a:lnTo>
                    <a:pt x="3005834" y="1034765"/>
                  </a:lnTo>
                  <a:lnTo>
                    <a:pt x="3004763" y="1034903"/>
                  </a:lnTo>
                  <a:lnTo>
                    <a:pt x="3003691" y="1035041"/>
                  </a:lnTo>
                  <a:lnTo>
                    <a:pt x="3002619" y="1035180"/>
                  </a:lnTo>
                  <a:lnTo>
                    <a:pt x="3001548" y="1035319"/>
                  </a:lnTo>
                  <a:lnTo>
                    <a:pt x="3000476" y="1035459"/>
                  </a:lnTo>
                  <a:lnTo>
                    <a:pt x="2999405" y="1035598"/>
                  </a:lnTo>
                  <a:lnTo>
                    <a:pt x="2998333" y="1035738"/>
                  </a:lnTo>
                  <a:lnTo>
                    <a:pt x="2997261" y="1035878"/>
                  </a:lnTo>
                  <a:lnTo>
                    <a:pt x="2996190" y="1036019"/>
                  </a:lnTo>
                  <a:lnTo>
                    <a:pt x="2995118" y="1036160"/>
                  </a:lnTo>
                  <a:lnTo>
                    <a:pt x="2994047" y="1036301"/>
                  </a:lnTo>
                  <a:lnTo>
                    <a:pt x="2992975" y="1036443"/>
                  </a:lnTo>
                  <a:lnTo>
                    <a:pt x="2991903" y="1036584"/>
                  </a:lnTo>
                  <a:lnTo>
                    <a:pt x="2990832" y="1036727"/>
                  </a:lnTo>
                  <a:lnTo>
                    <a:pt x="2989760" y="1036869"/>
                  </a:lnTo>
                  <a:lnTo>
                    <a:pt x="2988689" y="1037012"/>
                  </a:lnTo>
                  <a:lnTo>
                    <a:pt x="2987617" y="1037155"/>
                  </a:lnTo>
                  <a:lnTo>
                    <a:pt x="2986545" y="1037298"/>
                  </a:lnTo>
                  <a:lnTo>
                    <a:pt x="2985474" y="1037442"/>
                  </a:lnTo>
                  <a:lnTo>
                    <a:pt x="2984402" y="1037585"/>
                  </a:lnTo>
                  <a:lnTo>
                    <a:pt x="2983331" y="1037730"/>
                  </a:lnTo>
                  <a:lnTo>
                    <a:pt x="2982259" y="1037874"/>
                  </a:lnTo>
                  <a:lnTo>
                    <a:pt x="2981187" y="1038019"/>
                  </a:lnTo>
                  <a:lnTo>
                    <a:pt x="2980116" y="1038164"/>
                  </a:lnTo>
                  <a:lnTo>
                    <a:pt x="2979044" y="1038309"/>
                  </a:lnTo>
                  <a:lnTo>
                    <a:pt x="2977973" y="1038455"/>
                  </a:lnTo>
                  <a:lnTo>
                    <a:pt x="2976901" y="1038600"/>
                  </a:lnTo>
                  <a:lnTo>
                    <a:pt x="2975829" y="1038747"/>
                  </a:lnTo>
                  <a:lnTo>
                    <a:pt x="2974758" y="1038893"/>
                  </a:lnTo>
                  <a:lnTo>
                    <a:pt x="2973686" y="1039040"/>
                  </a:lnTo>
                  <a:lnTo>
                    <a:pt x="2972615" y="1039187"/>
                  </a:lnTo>
                  <a:lnTo>
                    <a:pt x="2971543" y="1039334"/>
                  </a:lnTo>
                  <a:lnTo>
                    <a:pt x="2970471" y="1039481"/>
                  </a:lnTo>
                  <a:lnTo>
                    <a:pt x="2969400" y="1039629"/>
                  </a:lnTo>
                  <a:lnTo>
                    <a:pt x="2968328" y="1039777"/>
                  </a:lnTo>
                  <a:lnTo>
                    <a:pt x="2967257" y="1039925"/>
                  </a:lnTo>
                  <a:lnTo>
                    <a:pt x="2966185" y="1040074"/>
                  </a:lnTo>
                  <a:lnTo>
                    <a:pt x="2965113" y="1040223"/>
                  </a:lnTo>
                  <a:lnTo>
                    <a:pt x="2964042" y="1040372"/>
                  </a:lnTo>
                  <a:lnTo>
                    <a:pt x="2962970" y="1040521"/>
                  </a:lnTo>
                  <a:lnTo>
                    <a:pt x="2961899" y="1040671"/>
                  </a:lnTo>
                  <a:lnTo>
                    <a:pt x="2960827" y="1040820"/>
                  </a:lnTo>
                  <a:lnTo>
                    <a:pt x="2959755" y="1040970"/>
                  </a:lnTo>
                  <a:lnTo>
                    <a:pt x="2958684" y="1041121"/>
                  </a:lnTo>
                  <a:lnTo>
                    <a:pt x="2957612" y="1041271"/>
                  </a:lnTo>
                  <a:lnTo>
                    <a:pt x="2956541" y="1041422"/>
                  </a:lnTo>
                  <a:lnTo>
                    <a:pt x="2955469" y="1041573"/>
                  </a:lnTo>
                  <a:lnTo>
                    <a:pt x="2954397" y="1041724"/>
                  </a:lnTo>
                  <a:lnTo>
                    <a:pt x="2953326" y="1041876"/>
                  </a:lnTo>
                  <a:lnTo>
                    <a:pt x="2952254" y="1042027"/>
                  </a:lnTo>
                  <a:lnTo>
                    <a:pt x="2951183" y="1042179"/>
                  </a:lnTo>
                  <a:lnTo>
                    <a:pt x="2950111" y="1042332"/>
                  </a:lnTo>
                  <a:lnTo>
                    <a:pt x="2949039" y="1042484"/>
                  </a:lnTo>
                  <a:lnTo>
                    <a:pt x="2947968" y="1042637"/>
                  </a:lnTo>
                  <a:lnTo>
                    <a:pt x="2946896" y="1042790"/>
                  </a:lnTo>
                  <a:lnTo>
                    <a:pt x="2945825" y="1042943"/>
                  </a:lnTo>
                  <a:lnTo>
                    <a:pt x="2944753" y="1043096"/>
                  </a:lnTo>
                  <a:lnTo>
                    <a:pt x="2943681" y="1043250"/>
                  </a:lnTo>
                  <a:lnTo>
                    <a:pt x="2942610" y="1043403"/>
                  </a:lnTo>
                  <a:lnTo>
                    <a:pt x="2941538" y="1043557"/>
                  </a:lnTo>
                  <a:lnTo>
                    <a:pt x="2940467" y="1043712"/>
                  </a:lnTo>
                  <a:lnTo>
                    <a:pt x="2939395" y="1043866"/>
                  </a:lnTo>
                  <a:lnTo>
                    <a:pt x="2938323" y="1044021"/>
                  </a:lnTo>
                  <a:lnTo>
                    <a:pt x="2937252" y="1044175"/>
                  </a:lnTo>
                  <a:lnTo>
                    <a:pt x="2936180" y="1044331"/>
                  </a:lnTo>
                  <a:lnTo>
                    <a:pt x="2935109" y="1044486"/>
                  </a:lnTo>
                  <a:lnTo>
                    <a:pt x="2934037" y="1044641"/>
                  </a:lnTo>
                  <a:lnTo>
                    <a:pt x="2932965" y="1044797"/>
                  </a:lnTo>
                  <a:lnTo>
                    <a:pt x="2931894" y="1044953"/>
                  </a:lnTo>
                  <a:lnTo>
                    <a:pt x="2930822" y="1045109"/>
                  </a:lnTo>
                  <a:lnTo>
                    <a:pt x="2929751" y="1045265"/>
                  </a:lnTo>
                  <a:lnTo>
                    <a:pt x="2928679" y="1045421"/>
                  </a:lnTo>
                  <a:lnTo>
                    <a:pt x="2927607" y="1045578"/>
                  </a:lnTo>
                  <a:lnTo>
                    <a:pt x="2926536" y="1045735"/>
                  </a:lnTo>
                  <a:lnTo>
                    <a:pt x="2925464" y="1045892"/>
                  </a:lnTo>
                  <a:lnTo>
                    <a:pt x="2924393" y="1046049"/>
                  </a:lnTo>
                  <a:lnTo>
                    <a:pt x="2923321" y="1046206"/>
                  </a:lnTo>
                  <a:lnTo>
                    <a:pt x="2922249" y="1046364"/>
                  </a:lnTo>
                  <a:lnTo>
                    <a:pt x="2921178" y="1046522"/>
                  </a:lnTo>
                  <a:lnTo>
                    <a:pt x="2920106" y="1046680"/>
                  </a:lnTo>
                  <a:lnTo>
                    <a:pt x="2919035" y="1046838"/>
                  </a:lnTo>
                  <a:lnTo>
                    <a:pt x="2917963" y="1046996"/>
                  </a:lnTo>
                  <a:lnTo>
                    <a:pt x="2916891" y="1047154"/>
                  </a:lnTo>
                  <a:lnTo>
                    <a:pt x="2915820" y="1047313"/>
                  </a:lnTo>
                  <a:lnTo>
                    <a:pt x="2914748" y="1047472"/>
                  </a:lnTo>
                  <a:lnTo>
                    <a:pt x="2913677" y="1047631"/>
                  </a:lnTo>
                  <a:lnTo>
                    <a:pt x="2912605" y="1047790"/>
                  </a:lnTo>
                  <a:lnTo>
                    <a:pt x="2911533" y="1047949"/>
                  </a:lnTo>
                  <a:lnTo>
                    <a:pt x="2910462" y="1048109"/>
                  </a:lnTo>
                  <a:lnTo>
                    <a:pt x="2909390" y="1048268"/>
                  </a:lnTo>
                  <a:lnTo>
                    <a:pt x="2908319" y="1048428"/>
                  </a:lnTo>
                  <a:lnTo>
                    <a:pt x="2907247" y="1048588"/>
                  </a:lnTo>
                  <a:lnTo>
                    <a:pt x="2906175" y="1048748"/>
                  </a:lnTo>
                  <a:lnTo>
                    <a:pt x="2905104" y="1048908"/>
                  </a:lnTo>
                  <a:lnTo>
                    <a:pt x="2904032" y="1049068"/>
                  </a:lnTo>
                  <a:lnTo>
                    <a:pt x="2902961" y="1049229"/>
                  </a:lnTo>
                  <a:lnTo>
                    <a:pt x="2901889" y="1049389"/>
                  </a:lnTo>
                  <a:lnTo>
                    <a:pt x="2900817" y="1049550"/>
                  </a:lnTo>
                  <a:lnTo>
                    <a:pt x="2899746" y="1049711"/>
                  </a:lnTo>
                  <a:lnTo>
                    <a:pt x="2898674" y="1049872"/>
                  </a:lnTo>
                  <a:lnTo>
                    <a:pt x="2897603" y="1050033"/>
                  </a:lnTo>
                  <a:lnTo>
                    <a:pt x="2896531" y="1050195"/>
                  </a:lnTo>
                  <a:lnTo>
                    <a:pt x="2895459" y="1050356"/>
                  </a:lnTo>
                  <a:lnTo>
                    <a:pt x="2894388" y="1050518"/>
                  </a:lnTo>
                  <a:lnTo>
                    <a:pt x="2893316" y="1050679"/>
                  </a:lnTo>
                  <a:lnTo>
                    <a:pt x="2892245" y="1050841"/>
                  </a:lnTo>
                  <a:lnTo>
                    <a:pt x="2891173" y="1051003"/>
                  </a:lnTo>
                  <a:lnTo>
                    <a:pt x="2890101" y="1051165"/>
                  </a:lnTo>
                  <a:lnTo>
                    <a:pt x="2889030" y="1051327"/>
                  </a:lnTo>
                  <a:lnTo>
                    <a:pt x="2887958" y="1051490"/>
                  </a:lnTo>
                  <a:lnTo>
                    <a:pt x="2886887" y="1051652"/>
                  </a:lnTo>
                  <a:lnTo>
                    <a:pt x="2885815" y="1051814"/>
                  </a:lnTo>
                  <a:lnTo>
                    <a:pt x="2884743" y="1051977"/>
                  </a:lnTo>
                  <a:lnTo>
                    <a:pt x="2883672" y="1052140"/>
                  </a:lnTo>
                  <a:lnTo>
                    <a:pt x="2882600" y="1052303"/>
                  </a:lnTo>
                  <a:lnTo>
                    <a:pt x="2881529" y="1052466"/>
                  </a:lnTo>
                  <a:lnTo>
                    <a:pt x="2880457" y="1052629"/>
                  </a:lnTo>
                  <a:lnTo>
                    <a:pt x="2879385" y="1052792"/>
                  </a:lnTo>
                  <a:lnTo>
                    <a:pt x="2878314" y="1052955"/>
                  </a:lnTo>
                  <a:lnTo>
                    <a:pt x="2877242" y="1053118"/>
                  </a:lnTo>
                  <a:lnTo>
                    <a:pt x="2876171" y="1053282"/>
                  </a:lnTo>
                  <a:lnTo>
                    <a:pt x="2875099" y="1053445"/>
                  </a:lnTo>
                  <a:lnTo>
                    <a:pt x="2874027" y="1053609"/>
                  </a:lnTo>
                  <a:lnTo>
                    <a:pt x="2872956" y="1053773"/>
                  </a:lnTo>
                  <a:lnTo>
                    <a:pt x="2871884" y="1053936"/>
                  </a:lnTo>
                  <a:lnTo>
                    <a:pt x="2870813" y="1054100"/>
                  </a:lnTo>
                  <a:lnTo>
                    <a:pt x="2869741" y="1054264"/>
                  </a:lnTo>
                  <a:lnTo>
                    <a:pt x="2868669" y="1054428"/>
                  </a:lnTo>
                  <a:lnTo>
                    <a:pt x="2867598" y="1054592"/>
                  </a:lnTo>
                  <a:lnTo>
                    <a:pt x="2866526" y="1054757"/>
                  </a:lnTo>
                  <a:lnTo>
                    <a:pt x="2865455" y="1054921"/>
                  </a:lnTo>
                  <a:lnTo>
                    <a:pt x="2864383" y="1055085"/>
                  </a:lnTo>
                  <a:lnTo>
                    <a:pt x="2863311" y="1055250"/>
                  </a:lnTo>
                  <a:lnTo>
                    <a:pt x="2862240" y="1055414"/>
                  </a:lnTo>
                  <a:lnTo>
                    <a:pt x="2861168" y="1055579"/>
                  </a:lnTo>
                  <a:lnTo>
                    <a:pt x="2860097" y="1055743"/>
                  </a:lnTo>
                  <a:lnTo>
                    <a:pt x="2859025" y="1055908"/>
                  </a:lnTo>
                  <a:lnTo>
                    <a:pt x="2857953" y="1056072"/>
                  </a:lnTo>
                  <a:lnTo>
                    <a:pt x="2856882" y="1056237"/>
                  </a:lnTo>
                  <a:lnTo>
                    <a:pt x="2855810" y="1056402"/>
                  </a:lnTo>
                  <a:lnTo>
                    <a:pt x="2854739" y="1056567"/>
                  </a:lnTo>
                  <a:lnTo>
                    <a:pt x="2853667" y="1056732"/>
                  </a:lnTo>
                  <a:lnTo>
                    <a:pt x="2852595" y="1056897"/>
                  </a:lnTo>
                  <a:lnTo>
                    <a:pt x="2851524" y="1057062"/>
                  </a:lnTo>
                  <a:lnTo>
                    <a:pt x="2850452" y="1057227"/>
                  </a:lnTo>
                  <a:lnTo>
                    <a:pt x="2849381" y="1057392"/>
                  </a:lnTo>
                  <a:lnTo>
                    <a:pt x="2848309" y="1057557"/>
                  </a:lnTo>
                  <a:lnTo>
                    <a:pt x="2847237" y="1057722"/>
                  </a:lnTo>
                  <a:lnTo>
                    <a:pt x="2846166" y="1057887"/>
                  </a:lnTo>
                  <a:lnTo>
                    <a:pt x="2845094" y="1058053"/>
                  </a:lnTo>
                  <a:lnTo>
                    <a:pt x="2844023" y="1058218"/>
                  </a:lnTo>
                  <a:lnTo>
                    <a:pt x="2842951" y="1058383"/>
                  </a:lnTo>
                  <a:lnTo>
                    <a:pt x="2841879" y="1058548"/>
                  </a:lnTo>
                  <a:lnTo>
                    <a:pt x="2840808" y="1058714"/>
                  </a:lnTo>
                  <a:lnTo>
                    <a:pt x="2839736" y="1058879"/>
                  </a:lnTo>
                  <a:lnTo>
                    <a:pt x="2838665" y="1059044"/>
                  </a:lnTo>
                  <a:lnTo>
                    <a:pt x="2837593" y="1059210"/>
                  </a:lnTo>
                  <a:lnTo>
                    <a:pt x="2836522" y="1059375"/>
                  </a:lnTo>
                  <a:lnTo>
                    <a:pt x="2835450" y="1059541"/>
                  </a:lnTo>
                  <a:lnTo>
                    <a:pt x="2834378" y="1059706"/>
                  </a:lnTo>
                  <a:lnTo>
                    <a:pt x="2833307" y="1059872"/>
                  </a:lnTo>
                  <a:lnTo>
                    <a:pt x="2832235" y="1060037"/>
                  </a:lnTo>
                  <a:lnTo>
                    <a:pt x="2831164" y="1060202"/>
                  </a:lnTo>
                  <a:lnTo>
                    <a:pt x="2830092" y="1060368"/>
                  </a:lnTo>
                  <a:lnTo>
                    <a:pt x="2829020" y="1060533"/>
                  </a:lnTo>
                  <a:lnTo>
                    <a:pt x="2827949" y="1060699"/>
                  </a:lnTo>
                  <a:lnTo>
                    <a:pt x="2826877" y="1060864"/>
                  </a:lnTo>
                  <a:lnTo>
                    <a:pt x="2825806" y="1061030"/>
                  </a:lnTo>
                  <a:lnTo>
                    <a:pt x="2824734" y="1061195"/>
                  </a:lnTo>
                  <a:lnTo>
                    <a:pt x="2823662" y="1061360"/>
                  </a:lnTo>
                  <a:lnTo>
                    <a:pt x="2822591" y="1061526"/>
                  </a:lnTo>
                  <a:lnTo>
                    <a:pt x="2821519" y="1061691"/>
                  </a:lnTo>
                  <a:lnTo>
                    <a:pt x="2820448" y="1061857"/>
                  </a:lnTo>
                  <a:lnTo>
                    <a:pt x="2819376" y="1062022"/>
                  </a:lnTo>
                  <a:lnTo>
                    <a:pt x="2818304" y="1062187"/>
                  </a:lnTo>
                  <a:lnTo>
                    <a:pt x="2817233" y="1062353"/>
                  </a:lnTo>
                  <a:lnTo>
                    <a:pt x="2816161" y="1062518"/>
                  </a:lnTo>
                  <a:lnTo>
                    <a:pt x="2815090" y="1062683"/>
                  </a:lnTo>
                  <a:lnTo>
                    <a:pt x="2814018" y="1062848"/>
                  </a:lnTo>
                  <a:lnTo>
                    <a:pt x="2812946" y="1063013"/>
                  </a:lnTo>
                  <a:lnTo>
                    <a:pt x="2811875" y="1063179"/>
                  </a:lnTo>
                  <a:lnTo>
                    <a:pt x="2810803" y="1063344"/>
                  </a:lnTo>
                  <a:lnTo>
                    <a:pt x="2809732" y="1063509"/>
                  </a:lnTo>
                  <a:lnTo>
                    <a:pt x="2808660" y="1063674"/>
                  </a:lnTo>
                  <a:lnTo>
                    <a:pt x="2807588" y="1063839"/>
                  </a:lnTo>
                  <a:lnTo>
                    <a:pt x="2806517" y="1064004"/>
                  </a:lnTo>
                  <a:lnTo>
                    <a:pt x="2805445" y="1064169"/>
                  </a:lnTo>
                  <a:lnTo>
                    <a:pt x="2804374" y="1064333"/>
                  </a:lnTo>
                  <a:lnTo>
                    <a:pt x="2803302" y="1064498"/>
                  </a:lnTo>
                  <a:lnTo>
                    <a:pt x="2802230" y="1064663"/>
                  </a:lnTo>
                  <a:lnTo>
                    <a:pt x="2801159" y="1064828"/>
                  </a:lnTo>
                  <a:lnTo>
                    <a:pt x="2800087" y="1064992"/>
                  </a:lnTo>
                  <a:lnTo>
                    <a:pt x="2799016" y="1065157"/>
                  </a:lnTo>
                  <a:lnTo>
                    <a:pt x="2797944" y="1065321"/>
                  </a:lnTo>
                  <a:lnTo>
                    <a:pt x="2796872" y="1065486"/>
                  </a:lnTo>
                  <a:lnTo>
                    <a:pt x="2795801" y="1065650"/>
                  </a:lnTo>
                  <a:lnTo>
                    <a:pt x="2794729" y="1065814"/>
                  </a:lnTo>
                  <a:lnTo>
                    <a:pt x="2793658" y="1065979"/>
                  </a:lnTo>
                  <a:lnTo>
                    <a:pt x="2792586" y="1066143"/>
                  </a:lnTo>
                  <a:lnTo>
                    <a:pt x="2791514" y="1066307"/>
                  </a:lnTo>
                  <a:lnTo>
                    <a:pt x="2790443" y="1066471"/>
                  </a:lnTo>
                  <a:lnTo>
                    <a:pt x="2789371" y="1066635"/>
                  </a:lnTo>
                  <a:lnTo>
                    <a:pt x="2788300" y="1066799"/>
                  </a:lnTo>
                  <a:lnTo>
                    <a:pt x="2787228" y="1066962"/>
                  </a:lnTo>
                  <a:lnTo>
                    <a:pt x="2786156" y="1067126"/>
                  </a:lnTo>
                  <a:lnTo>
                    <a:pt x="2785085" y="1067290"/>
                  </a:lnTo>
                  <a:lnTo>
                    <a:pt x="2784013" y="1067453"/>
                  </a:lnTo>
                  <a:lnTo>
                    <a:pt x="2782942" y="1067617"/>
                  </a:lnTo>
                  <a:lnTo>
                    <a:pt x="2781870" y="1067780"/>
                  </a:lnTo>
                  <a:lnTo>
                    <a:pt x="2780798" y="1067943"/>
                  </a:lnTo>
                  <a:lnTo>
                    <a:pt x="2779727" y="1068106"/>
                  </a:lnTo>
                  <a:lnTo>
                    <a:pt x="2778655" y="1068269"/>
                  </a:lnTo>
                  <a:lnTo>
                    <a:pt x="2777584" y="1068432"/>
                  </a:lnTo>
                  <a:lnTo>
                    <a:pt x="2776512" y="1068595"/>
                  </a:lnTo>
                  <a:lnTo>
                    <a:pt x="2775440" y="1068758"/>
                  </a:lnTo>
                  <a:lnTo>
                    <a:pt x="2774369" y="1068920"/>
                  </a:lnTo>
                  <a:lnTo>
                    <a:pt x="2773297" y="1069083"/>
                  </a:lnTo>
                  <a:lnTo>
                    <a:pt x="2772226" y="1069245"/>
                  </a:lnTo>
                  <a:lnTo>
                    <a:pt x="2771154" y="1069407"/>
                  </a:lnTo>
                  <a:lnTo>
                    <a:pt x="2770082" y="1069569"/>
                  </a:lnTo>
                  <a:lnTo>
                    <a:pt x="2769011" y="1069731"/>
                  </a:lnTo>
                  <a:lnTo>
                    <a:pt x="2767939" y="1069893"/>
                  </a:lnTo>
                  <a:lnTo>
                    <a:pt x="2766868" y="1070055"/>
                  </a:lnTo>
                  <a:lnTo>
                    <a:pt x="2765796" y="1070217"/>
                  </a:lnTo>
                  <a:lnTo>
                    <a:pt x="2764724" y="1070378"/>
                  </a:lnTo>
                  <a:lnTo>
                    <a:pt x="2763653" y="1070539"/>
                  </a:lnTo>
                  <a:lnTo>
                    <a:pt x="2762581" y="1070701"/>
                  </a:lnTo>
                  <a:lnTo>
                    <a:pt x="2761510" y="1070862"/>
                  </a:lnTo>
                  <a:lnTo>
                    <a:pt x="2760438" y="1071023"/>
                  </a:lnTo>
                  <a:lnTo>
                    <a:pt x="2759366" y="1071184"/>
                  </a:lnTo>
                  <a:lnTo>
                    <a:pt x="2758295" y="1071344"/>
                  </a:lnTo>
                  <a:lnTo>
                    <a:pt x="2757223" y="1071505"/>
                  </a:lnTo>
                  <a:lnTo>
                    <a:pt x="2756152" y="1071665"/>
                  </a:lnTo>
                  <a:lnTo>
                    <a:pt x="2755080" y="1071825"/>
                  </a:lnTo>
                  <a:lnTo>
                    <a:pt x="2754008" y="1071986"/>
                  </a:lnTo>
                  <a:lnTo>
                    <a:pt x="2752937" y="1072145"/>
                  </a:lnTo>
                  <a:lnTo>
                    <a:pt x="2751865" y="1072305"/>
                  </a:lnTo>
                  <a:lnTo>
                    <a:pt x="2750794" y="1072465"/>
                  </a:lnTo>
                  <a:lnTo>
                    <a:pt x="2749722" y="1072624"/>
                  </a:lnTo>
                  <a:lnTo>
                    <a:pt x="2748650" y="1072784"/>
                  </a:lnTo>
                  <a:lnTo>
                    <a:pt x="2747579" y="1072943"/>
                  </a:lnTo>
                  <a:lnTo>
                    <a:pt x="2746507" y="1073102"/>
                  </a:lnTo>
                  <a:lnTo>
                    <a:pt x="2745436" y="1073261"/>
                  </a:lnTo>
                  <a:lnTo>
                    <a:pt x="2744364" y="1073419"/>
                  </a:lnTo>
                  <a:lnTo>
                    <a:pt x="2743292" y="1073578"/>
                  </a:lnTo>
                  <a:lnTo>
                    <a:pt x="2742221" y="1073736"/>
                  </a:lnTo>
                  <a:lnTo>
                    <a:pt x="2741149" y="1073894"/>
                  </a:lnTo>
                  <a:lnTo>
                    <a:pt x="2740078" y="1074052"/>
                  </a:lnTo>
                  <a:lnTo>
                    <a:pt x="2739006" y="1074210"/>
                  </a:lnTo>
                  <a:lnTo>
                    <a:pt x="2737934" y="1074367"/>
                  </a:lnTo>
                  <a:lnTo>
                    <a:pt x="2736863" y="1074525"/>
                  </a:lnTo>
                  <a:lnTo>
                    <a:pt x="2735791" y="1074682"/>
                  </a:lnTo>
                  <a:lnTo>
                    <a:pt x="2734720" y="1074839"/>
                  </a:lnTo>
                  <a:lnTo>
                    <a:pt x="2733648" y="1074996"/>
                  </a:lnTo>
                  <a:lnTo>
                    <a:pt x="2732576" y="1075153"/>
                  </a:lnTo>
                  <a:lnTo>
                    <a:pt x="2731505" y="1075309"/>
                  </a:lnTo>
                  <a:lnTo>
                    <a:pt x="2730433" y="1075465"/>
                  </a:lnTo>
                  <a:lnTo>
                    <a:pt x="2729362" y="1075621"/>
                  </a:lnTo>
                  <a:lnTo>
                    <a:pt x="2728290" y="1075777"/>
                  </a:lnTo>
                  <a:lnTo>
                    <a:pt x="2727218" y="1075933"/>
                  </a:lnTo>
                  <a:lnTo>
                    <a:pt x="2726147" y="1076088"/>
                  </a:lnTo>
                  <a:lnTo>
                    <a:pt x="2725075" y="1076243"/>
                  </a:lnTo>
                  <a:lnTo>
                    <a:pt x="2724004" y="1076399"/>
                  </a:lnTo>
                  <a:lnTo>
                    <a:pt x="2722932" y="1076553"/>
                  </a:lnTo>
                  <a:lnTo>
                    <a:pt x="2721860" y="1076708"/>
                  </a:lnTo>
                  <a:lnTo>
                    <a:pt x="2720789" y="1076862"/>
                  </a:lnTo>
                  <a:lnTo>
                    <a:pt x="2719717" y="1077016"/>
                  </a:lnTo>
                  <a:lnTo>
                    <a:pt x="2718646" y="1077170"/>
                  </a:lnTo>
                  <a:lnTo>
                    <a:pt x="2717574" y="1077324"/>
                  </a:lnTo>
                  <a:lnTo>
                    <a:pt x="2716502" y="1077478"/>
                  </a:lnTo>
                  <a:lnTo>
                    <a:pt x="2715431" y="1077631"/>
                  </a:lnTo>
                  <a:lnTo>
                    <a:pt x="2714359" y="1077784"/>
                  </a:lnTo>
                  <a:lnTo>
                    <a:pt x="2713288" y="1077937"/>
                  </a:lnTo>
                  <a:lnTo>
                    <a:pt x="2712216" y="1078089"/>
                  </a:lnTo>
                  <a:lnTo>
                    <a:pt x="2711144" y="1078242"/>
                  </a:lnTo>
                  <a:lnTo>
                    <a:pt x="2710073" y="1078394"/>
                  </a:lnTo>
                  <a:lnTo>
                    <a:pt x="2709001" y="1078546"/>
                  </a:lnTo>
                  <a:lnTo>
                    <a:pt x="2707930" y="1078697"/>
                  </a:lnTo>
                  <a:lnTo>
                    <a:pt x="2706858" y="1078849"/>
                  </a:lnTo>
                  <a:lnTo>
                    <a:pt x="2705786" y="1079000"/>
                  </a:lnTo>
                  <a:lnTo>
                    <a:pt x="2704715" y="1079151"/>
                  </a:lnTo>
                  <a:lnTo>
                    <a:pt x="2703643" y="1079302"/>
                  </a:lnTo>
                  <a:lnTo>
                    <a:pt x="2702572" y="1079452"/>
                  </a:lnTo>
                  <a:lnTo>
                    <a:pt x="2701500" y="1079602"/>
                  </a:lnTo>
                  <a:lnTo>
                    <a:pt x="2700428" y="1079752"/>
                  </a:lnTo>
                  <a:lnTo>
                    <a:pt x="2699357" y="1079902"/>
                  </a:lnTo>
                  <a:lnTo>
                    <a:pt x="2698285" y="1080051"/>
                  </a:lnTo>
                  <a:lnTo>
                    <a:pt x="2697214" y="1080200"/>
                  </a:lnTo>
                  <a:lnTo>
                    <a:pt x="2696142" y="1080349"/>
                  </a:lnTo>
                  <a:lnTo>
                    <a:pt x="2695070" y="1080498"/>
                  </a:lnTo>
                  <a:lnTo>
                    <a:pt x="2693999" y="1080646"/>
                  </a:lnTo>
                  <a:lnTo>
                    <a:pt x="2692927" y="1080794"/>
                  </a:lnTo>
                  <a:lnTo>
                    <a:pt x="2691856" y="1080942"/>
                  </a:lnTo>
                  <a:lnTo>
                    <a:pt x="2690784" y="1081089"/>
                  </a:lnTo>
                  <a:lnTo>
                    <a:pt x="2689712" y="1081237"/>
                  </a:lnTo>
                  <a:lnTo>
                    <a:pt x="2688641" y="1081384"/>
                  </a:lnTo>
                  <a:lnTo>
                    <a:pt x="2687569" y="1081530"/>
                  </a:lnTo>
                  <a:lnTo>
                    <a:pt x="2686498" y="1081677"/>
                  </a:lnTo>
                  <a:lnTo>
                    <a:pt x="2685426" y="1081823"/>
                  </a:lnTo>
                  <a:lnTo>
                    <a:pt x="2684354" y="1081969"/>
                  </a:lnTo>
                  <a:lnTo>
                    <a:pt x="2683283" y="1082114"/>
                  </a:lnTo>
                  <a:lnTo>
                    <a:pt x="2682211" y="1082260"/>
                  </a:lnTo>
                  <a:lnTo>
                    <a:pt x="2681140" y="1082405"/>
                  </a:lnTo>
                  <a:lnTo>
                    <a:pt x="2680068" y="1082549"/>
                  </a:lnTo>
                  <a:lnTo>
                    <a:pt x="2678996" y="1082694"/>
                  </a:lnTo>
                  <a:lnTo>
                    <a:pt x="2677925" y="1082838"/>
                  </a:lnTo>
                  <a:lnTo>
                    <a:pt x="2676853" y="1082982"/>
                  </a:lnTo>
                  <a:lnTo>
                    <a:pt x="2675782" y="1083125"/>
                  </a:lnTo>
                  <a:lnTo>
                    <a:pt x="2674710" y="1083268"/>
                  </a:lnTo>
                  <a:lnTo>
                    <a:pt x="2673638" y="1083411"/>
                  </a:lnTo>
                  <a:lnTo>
                    <a:pt x="2672567" y="1083554"/>
                  </a:lnTo>
                  <a:lnTo>
                    <a:pt x="2671495" y="1083696"/>
                  </a:lnTo>
                  <a:lnTo>
                    <a:pt x="2670424" y="1083838"/>
                  </a:lnTo>
                  <a:lnTo>
                    <a:pt x="2669352" y="1083980"/>
                  </a:lnTo>
                  <a:lnTo>
                    <a:pt x="2668280" y="1084121"/>
                  </a:lnTo>
                  <a:lnTo>
                    <a:pt x="2667209" y="1084262"/>
                  </a:lnTo>
                  <a:lnTo>
                    <a:pt x="2666137" y="1084403"/>
                  </a:lnTo>
                  <a:lnTo>
                    <a:pt x="2665066" y="1084543"/>
                  </a:lnTo>
                  <a:lnTo>
                    <a:pt x="2663994" y="1084683"/>
                  </a:lnTo>
                  <a:lnTo>
                    <a:pt x="2662922" y="1084823"/>
                  </a:lnTo>
                  <a:lnTo>
                    <a:pt x="2661851" y="1084962"/>
                  </a:lnTo>
                  <a:lnTo>
                    <a:pt x="2660779" y="1085101"/>
                  </a:lnTo>
                  <a:lnTo>
                    <a:pt x="2659708" y="1085240"/>
                  </a:lnTo>
                  <a:lnTo>
                    <a:pt x="2658636" y="1085378"/>
                  </a:lnTo>
                  <a:lnTo>
                    <a:pt x="2657565" y="1085516"/>
                  </a:lnTo>
                  <a:lnTo>
                    <a:pt x="2656493" y="1085654"/>
                  </a:lnTo>
                  <a:lnTo>
                    <a:pt x="2655421" y="1085792"/>
                  </a:lnTo>
                  <a:lnTo>
                    <a:pt x="2654350" y="1085929"/>
                  </a:lnTo>
                  <a:lnTo>
                    <a:pt x="2653278" y="1086065"/>
                  </a:lnTo>
                  <a:lnTo>
                    <a:pt x="2652207" y="1086202"/>
                  </a:lnTo>
                  <a:lnTo>
                    <a:pt x="2651135" y="1086338"/>
                  </a:lnTo>
                  <a:lnTo>
                    <a:pt x="2650063" y="1086473"/>
                  </a:lnTo>
                  <a:lnTo>
                    <a:pt x="2648992" y="1086609"/>
                  </a:lnTo>
                  <a:lnTo>
                    <a:pt x="2647920" y="1086744"/>
                  </a:lnTo>
                  <a:lnTo>
                    <a:pt x="2646849" y="1086878"/>
                  </a:lnTo>
                  <a:lnTo>
                    <a:pt x="2645777" y="1087013"/>
                  </a:lnTo>
                  <a:lnTo>
                    <a:pt x="2644705" y="1087146"/>
                  </a:lnTo>
                  <a:lnTo>
                    <a:pt x="2643634" y="1087280"/>
                  </a:lnTo>
                  <a:lnTo>
                    <a:pt x="2642562" y="1087413"/>
                  </a:lnTo>
                  <a:lnTo>
                    <a:pt x="2641491" y="1087546"/>
                  </a:lnTo>
                  <a:lnTo>
                    <a:pt x="2640419" y="1087678"/>
                  </a:lnTo>
                  <a:lnTo>
                    <a:pt x="2639347" y="1087810"/>
                  </a:lnTo>
                  <a:lnTo>
                    <a:pt x="2638276" y="1087942"/>
                  </a:lnTo>
                  <a:lnTo>
                    <a:pt x="2637204" y="1088073"/>
                  </a:lnTo>
                  <a:lnTo>
                    <a:pt x="2636133" y="1088204"/>
                  </a:lnTo>
                  <a:lnTo>
                    <a:pt x="2635061" y="1088335"/>
                  </a:lnTo>
                  <a:lnTo>
                    <a:pt x="2633989" y="1088465"/>
                  </a:lnTo>
                  <a:lnTo>
                    <a:pt x="2632918" y="1088595"/>
                  </a:lnTo>
                  <a:lnTo>
                    <a:pt x="2631846" y="1088724"/>
                  </a:lnTo>
                  <a:lnTo>
                    <a:pt x="2630775" y="1088854"/>
                  </a:lnTo>
                  <a:lnTo>
                    <a:pt x="2629703" y="1088982"/>
                  </a:lnTo>
                  <a:lnTo>
                    <a:pt x="2628631" y="1089110"/>
                  </a:lnTo>
                  <a:lnTo>
                    <a:pt x="2627560" y="1089238"/>
                  </a:lnTo>
                  <a:lnTo>
                    <a:pt x="2626488" y="1089366"/>
                  </a:lnTo>
                  <a:lnTo>
                    <a:pt x="2625417" y="1089493"/>
                  </a:lnTo>
                  <a:lnTo>
                    <a:pt x="2624345" y="1089620"/>
                  </a:lnTo>
                  <a:lnTo>
                    <a:pt x="2623273" y="1089746"/>
                  </a:lnTo>
                  <a:lnTo>
                    <a:pt x="2622202" y="1089872"/>
                  </a:lnTo>
                  <a:lnTo>
                    <a:pt x="2621130" y="1089997"/>
                  </a:lnTo>
                  <a:lnTo>
                    <a:pt x="2620059" y="1090123"/>
                  </a:lnTo>
                  <a:lnTo>
                    <a:pt x="2618987" y="1090247"/>
                  </a:lnTo>
                  <a:lnTo>
                    <a:pt x="2617915" y="1090372"/>
                  </a:lnTo>
                  <a:lnTo>
                    <a:pt x="2616844" y="1090495"/>
                  </a:lnTo>
                  <a:lnTo>
                    <a:pt x="2615772" y="1090619"/>
                  </a:lnTo>
                  <a:lnTo>
                    <a:pt x="2614701" y="1090742"/>
                  </a:lnTo>
                  <a:lnTo>
                    <a:pt x="2613629" y="1090865"/>
                  </a:lnTo>
                  <a:lnTo>
                    <a:pt x="2612557" y="1090987"/>
                  </a:lnTo>
                  <a:lnTo>
                    <a:pt x="2611486" y="1091109"/>
                  </a:lnTo>
                  <a:lnTo>
                    <a:pt x="2610414" y="1091230"/>
                  </a:lnTo>
                  <a:lnTo>
                    <a:pt x="2609343" y="1091351"/>
                  </a:lnTo>
                  <a:lnTo>
                    <a:pt x="2608271" y="1091472"/>
                  </a:lnTo>
                  <a:lnTo>
                    <a:pt x="2607199" y="1091592"/>
                  </a:lnTo>
                  <a:lnTo>
                    <a:pt x="2606128" y="1091711"/>
                  </a:lnTo>
                  <a:lnTo>
                    <a:pt x="2605056" y="1091831"/>
                  </a:lnTo>
                  <a:lnTo>
                    <a:pt x="2603985" y="1091949"/>
                  </a:lnTo>
                  <a:lnTo>
                    <a:pt x="2602913" y="1092068"/>
                  </a:lnTo>
                  <a:lnTo>
                    <a:pt x="2601841" y="1092186"/>
                  </a:lnTo>
                  <a:lnTo>
                    <a:pt x="2600770" y="1092303"/>
                  </a:lnTo>
                  <a:lnTo>
                    <a:pt x="2599698" y="1092420"/>
                  </a:lnTo>
                  <a:lnTo>
                    <a:pt x="2598627" y="1092537"/>
                  </a:lnTo>
                  <a:lnTo>
                    <a:pt x="2597555" y="1092653"/>
                  </a:lnTo>
                  <a:lnTo>
                    <a:pt x="2596483" y="1092769"/>
                  </a:lnTo>
                  <a:lnTo>
                    <a:pt x="2595412" y="1092884"/>
                  </a:lnTo>
                  <a:lnTo>
                    <a:pt x="2594340" y="1092999"/>
                  </a:lnTo>
                  <a:lnTo>
                    <a:pt x="2593269" y="1093114"/>
                  </a:lnTo>
                  <a:lnTo>
                    <a:pt x="2592197" y="1093228"/>
                  </a:lnTo>
                  <a:lnTo>
                    <a:pt x="2591125" y="1093341"/>
                  </a:lnTo>
                  <a:lnTo>
                    <a:pt x="2590054" y="1093454"/>
                  </a:lnTo>
                  <a:lnTo>
                    <a:pt x="2588982" y="1093567"/>
                  </a:lnTo>
                  <a:lnTo>
                    <a:pt x="2587911" y="1093679"/>
                  </a:lnTo>
                  <a:lnTo>
                    <a:pt x="2586839" y="1093791"/>
                  </a:lnTo>
                  <a:lnTo>
                    <a:pt x="2585767" y="1093902"/>
                  </a:lnTo>
                  <a:lnTo>
                    <a:pt x="2584696" y="1094013"/>
                  </a:lnTo>
                  <a:lnTo>
                    <a:pt x="2583624" y="1094123"/>
                  </a:lnTo>
                  <a:lnTo>
                    <a:pt x="2582553" y="1094233"/>
                  </a:lnTo>
                  <a:lnTo>
                    <a:pt x="2581481" y="1094342"/>
                  </a:lnTo>
                  <a:lnTo>
                    <a:pt x="2580409" y="1094451"/>
                  </a:lnTo>
                  <a:lnTo>
                    <a:pt x="2579338" y="1094559"/>
                  </a:lnTo>
                  <a:lnTo>
                    <a:pt x="2578266" y="1094667"/>
                  </a:lnTo>
                  <a:lnTo>
                    <a:pt x="2577195" y="1094775"/>
                  </a:lnTo>
                  <a:lnTo>
                    <a:pt x="2576123" y="1094882"/>
                  </a:lnTo>
                  <a:lnTo>
                    <a:pt x="2575051" y="1094988"/>
                  </a:lnTo>
                  <a:lnTo>
                    <a:pt x="2573980" y="1095094"/>
                  </a:lnTo>
                  <a:lnTo>
                    <a:pt x="2572908" y="1095199"/>
                  </a:lnTo>
                  <a:lnTo>
                    <a:pt x="2571837" y="1095304"/>
                  </a:lnTo>
                  <a:lnTo>
                    <a:pt x="2570765" y="1095409"/>
                  </a:lnTo>
                  <a:lnTo>
                    <a:pt x="2569693" y="1095513"/>
                  </a:lnTo>
                  <a:lnTo>
                    <a:pt x="2568622" y="1095617"/>
                  </a:lnTo>
                  <a:lnTo>
                    <a:pt x="2567550" y="1095720"/>
                  </a:lnTo>
                  <a:lnTo>
                    <a:pt x="2566479" y="1095822"/>
                  </a:lnTo>
                  <a:lnTo>
                    <a:pt x="2565407" y="1095924"/>
                  </a:lnTo>
                  <a:lnTo>
                    <a:pt x="2564335" y="1096026"/>
                  </a:lnTo>
                  <a:lnTo>
                    <a:pt x="2563264" y="1096127"/>
                  </a:lnTo>
                  <a:lnTo>
                    <a:pt x="2562192" y="1096227"/>
                  </a:lnTo>
                  <a:lnTo>
                    <a:pt x="2561121" y="1096327"/>
                  </a:lnTo>
                  <a:lnTo>
                    <a:pt x="2560049" y="1096427"/>
                  </a:lnTo>
                  <a:lnTo>
                    <a:pt x="2558977" y="1096526"/>
                  </a:lnTo>
                  <a:lnTo>
                    <a:pt x="2557906" y="1096625"/>
                  </a:lnTo>
                  <a:lnTo>
                    <a:pt x="2556834" y="1096723"/>
                  </a:lnTo>
                  <a:lnTo>
                    <a:pt x="2555763" y="1096820"/>
                  </a:lnTo>
                  <a:lnTo>
                    <a:pt x="2554691" y="1096917"/>
                  </a:lnTo>
                  <a:lnTo>
                    <a:pt x="2553619" y="1097013"/>
                  </a:lnTo>
                  <a:lnTo>
                    <a:pt x="2552548" y="1097109"/>
                  </a:lnTo>
                  <a:lnTo>
                    <a:pt x="2551476" y="1097205"/>
                  </a:lnTo>
                  <a:lnTo>
                    <a:pt x="2550405" y="1097300"/>
                  </a:lnTo>
                  <a:lnTo>
                    <a:pt x="2549333" y="1097394"/>
                  </a:lnTo>
                  <a:lnTo>
                    <a:pt x="2548261" y="1097488"/>
                  </a:lnTo>
                  <a:lnTo>
                    <a:pt x="2547190" y="1097581"/>
                  </a:lnTo>
                  <a:lnTo>
                    <a:pt x="2546118" y="1097674"/>
                  </a:lnTo>
                  <a:lnTo>
                    <a:pt x="2545047" y="1097766"/>
                  </a:lnTo>
                  <a:lnTo>
                    <a:pt x="2543975" y="1097858"/>
                  </a:lnTo>
                  <a:lnTo>
                    <a:pt x="2542903" y="1097949"/>
                  </a:lnTo>
                  <a:lnTo>
                    <a:pt x="2541832" y="1098040"/>
                  </a:lnTo>
                  <a:lnTo>
                    <a:pt x="2540760" y="1098130"/>
                  </a:lnTo>
                  <a:lnTo>
                    <a:pt x="2539689" y="1098219"/>
                  </a:lnTo>
                  <a:lnTo>
                    <a:pt x="2538617" y="1098309"/>
                  </a:lnTo>
                  <a:lnTo>
                    <a:pt x="2537545" y="1098397"/>
                  </a:lnTo>
                  <a:lnTo>
                    <a:pt x="2536474" y="1098485"/>
                  </a:lnTo>
                  <a:lnTo>
                    <a:pt x="2535402" y="1098572"/>
                  </a:lnTo>
                  <a:lnTo>
                    <a:pt x="2534331" y="1098659"/>
                  </a:lnTo>
                  <a:lnTo>
                    <a:pt x="2533259" y="1098745"/>
                  </a:lnTo>
                  <a:lnTo>
                    <a:pt x="2532187" y="1098831"/>
                  </a:lnTo>
                  <a:lnTo>
                    <a:pt x="2531116" y="1098916"/>
                  </a:lnTo>
                  <a:lnTo>
                    <a:pt x="2530044" y="1099001"/>
                  </a:lnTo>
                  <a:lnTo>
                    <a:pt x="2528973" y="1099085"/>
                  </a:lnTo>
                  <a:lnTo>
                    <a:pt x="2527901" y="1099168"/>
                  </a:lnTo>
                  <a:lnTo>
                    <a:pt x="2526829" y="1099251"/>
                  </a:lnTo>
                  <a:lnTo>
                    <a:pt x="2525758" y="1099334"/>
                  </a:lnTo>
                  <a:lnTo>
                    <a:pt x="2524686" y="1099416"/>
                  </a:lnTo>
                  <a:lnTo>
                    <a:pt x="2523615" y="1099497"/>
                  </a:lnTo>
                  <a:lnTo>
                    <a:pt x="2522543" y="1099577"/>
                  </a:lnTo>
                  <a:lnTo>
                    <a:pt x="2521471" y="1099658"/>
                  </a:lnTo>
                  <a:lnTo>
                    <a:pt x="2520400" y="1099737"/>
                  </a:lnTo>
                  <a:lnTo>
                    <a:pt x="2519328" y="1099816"/>
                  </a:lnTo>
                  <a:lnTo>
                    <a:pt x="2518257" y="1099894"/>
                  </a:lnTo>
                  <a:lnTo>
                    <a:pt x="2517185" y="1099972"/>
                  </a:lnTo>
                  <a:lnTo>
                    <a:pt x="2516113" y="1100049"/>
                  </a:lnTo>
                  <a:lnTo>
                    <a:pt x="2515042" y="1100126"/>
                  </a:lnTo>
                  <a:lnTo>
                    <a:pt x="2513970" y="1100202"/>
                  </a:lnTo>
                  <a:lnTo>
                    <a:pt x="2512899" y="1100278"/>
                  </a:lnTo>
                  <a:lnTo>
                    <a:pt x="2511827" y="1100352"/>
                  </a:lnTo>
                  <a:lnTo>
                    <a:pt x="2510755" y="1100427"/>
                  </a:lnTo>
                  <a:lnTo>
                    <a:pt x="2509684" y="1100500"/>
                  </a:lnTo>
                  <a:lnTo>
                    <a:pt x="2508612" y="1100574"/>
                  </a:lnTo>
                  <a:lnTo>
                    <a:pt x="2507541" y="1100646"/>
                  </a:lnTo>
                  <a:lnTo>
                    <a:pt x="2506469" y="1100718"/>
                  </a:lnTo>
                  <a:lnTo>
                    <a:pt x="2505397" y="1100789"/>
                  </a:lnTo>
                  <a:lnTo>
                    <a:pt x="2504326" y="1100860"/>
                  </a:lnTo>
                  <a:lnTo>
                    <a:pt x="2503254" y="1100930"/>
                  </a:lnTo>
                  <a:lnTo>
                    <a:pt x="2502183" y="1101000"/>
                  </a:lnTo>
                  <a:lnTo>
                    <a:pt x="2501111" y="1101069"/>
                  </a:lnTo>
                  <a:lnTo>
                    <a:pt x="2500039" y="1101137"/>
                  </a:lnTo>
                  <a:lnTo>
                    <a:pt x="2498968" y="1101205"/>
                  </a:lnTo>
                  <a:lnTo>
                    <a:pt x="2497896" y="1101272"/>
                  </a:lnTo>
                  <a:lnTo>
                    <a:pt x="2496825" y="1101338"/>
                  </a:lnTo>
                  <a:lnTo>
                    <a:pt x="2495753" y="1101404"/>
                  </a:lnTo>
                  <a:lnTo>
                    <a:pt x="2494681" y="1101469"/>
                  </a:lnTo>
                  <a:lnTo>
                    <a:pt x="2493610" y="1101534"/>
                  </a:lnTo>
                  <a:lnTo>
                    <a:pt x="2492538" y="1101598"/>
                  </a:lnTo>
                  <a:lnTo>
                    <a:pt x="2491467" y="1101661"/>
                  </a:lnTo>
                  <a:lnTo>
                    <a:pt x="2490395" y="1101724"/>
                  </a:lnTo>
                  <a:lnTo>
                    <a:pt x="2489323" y="1101786"/>
                  </a:lnTo>
                  <a:lnTo>
                    <a:pt x="2488252" y="1101848"/>
                  </a:lnTo>
                  <a:lnTo>
                    <a:pt x="2487180" y="1101909"/>
                  </a:lnTo>
                  <a:lnTo>
                    <a:pt x="2486109" y="1101969"/>
                  </a:lnTo>
                  <a:lnTo>
                    <a:pt x="2485037" y="1102029"/>
                  </a:lnTo>
                  <a:lnTo>
                    <a:pt x="2483966" y="1102088"/>
                  </a:lnTo>
                  <a:lnTo>
                    <a:pt x="2482894" y="1102146"/>
                  </a:lnTo>
                  <a:lnTo>
                    <a:pt x="2481822" y="1102204"/>
                  </a:lnTo>
                  <a:lnTo>
                    <a:pt x="2480751" y="1102261"/>
                  </a:lnTo>
                  <a:lnTo>
                    <a:pt x="2479679" y="1102318"/>
                  </a:lnTo>
                  <a:lnTo>
                    <a:pt x="2478608" y="1102373"/>
                  </a:lnTo>
                  <a:lnTo>
                    <a:pt x="2477536" y="1102429"/>
                  </a:lnTo>
                  <a:lnTo>
                    <a:pt x="2476464" y="1102483"/>
                  </a:lnTo>
                  <a:lnTo>
                    <a:pt x="2475393" y="1102537"/>
                  </a:lnTo>
                  <a:lnTo>
                    <a:pt x="2474321" y="1102590"/>
                  </a:lnTo>
                  <a:lnTo>
                    <a:pt x="2473250" y="1102643"/>
                  </a:lnTo>
                  <a:lnTo>
                    <a:pt x="2472178" y="1102695"/>
                  </a:lnTo>
                  <a:lnTo>
                    <a:pt x="2471106" y="1102746"/>
                  </a:lnTo>
                  <a:lnTo>
                    <a:pt x="2470035" y="1102797"/>
                  </a:lnTo>
                  <a:lnTo>
                    <a:pt x="2468963" y="1102847"/>
                  </a:lnTo>
                  <a:lnTo>
                    <a:pt x="2467892" y="1102897"/>
                  </a:lnTo>
                  <a:lnTo>
                    <a:pt x="2466820" y="1102945"/>
                  </a:lnTo>
                  <a:lnTo>
                    <a:pt x="2465748" y="1102993"/>
                  </a:lnTo>
                  <a:lnTo>
                    <a:pt x="2464677" y="1103041"/>
                  </a:lnTo>
                  <a:lnTo>
                    <a:pt x="2463605" y="1103087"/>
                  </a:lnTo>
                  <a:lnTo>
                    <a:pt x="2462534" y="1103134"/>
                  </a:lnTo>
                  <a:lnTo>
                    <a:pt x="2461462" y="1103179"/>
                  </a:lnTo>
                  <a:lnTo>
                    <a:pt x="2460390" y="1103224"/>
                  </a:lnTo>
                  <a:lnTo>
                    <a:pt x="2459319" y="1103268"/>
                  </a:lnTo>
                  <a:lnTo>
                    <a:pt x="2458247" y="1103311"/>
                  </a:lnTo>
                  <a:lnTo>
                    <a:pt x="2457176" y="1103354"/>
                  </a:lnTo>
                  <a:lnTo>
                    <a:pt x="2456104" y="1103396"/>
                  </a:lnTo>
                  <a:lnTo>
                    <a:pt x="2455032" y="1103437"/>
                  </a:lnTo>
                  <a:lnTo>
                    <a:pt x="2453961" y="1103478"/>
                  </a:lnTo>
                  <a:lnTo>
                    <a:pt x="2452889" y="1103518"/>
                  </a:lnTo>
                  <a:lnTo>
                    <a:pt x="2451818" y="1103557"/>
                  </a:lnTo>
                  <a:lnTo>
                    <a:pt x="2450746" y="1103596"/>
                  </a:lnTo>
                  <a:lnTo>
                    <a:pt x="2449674" y="1103634"/>
                  </a:lnTo>
                  <a:lnTo>
                    <a:pt x="2448603" y="1103671"/>
                  </a:lnTo>
                  <a:lnTo>
                    <a:pt x="2447531" y="1103708"/>
                  </a:lnTo>
                  <a:lnTo>
                    <a:pt x="2446460" y="1103744"/>
                  </a:lnTo>
                  <a:lnTo>
                    <a:pt x="2445388" y="1103779"/>
                  </a:lnTo>
                  <a:lnTo>
                    <a:pt x="2444316" y="1103814"/>
                  </a:lnTo>
                  <a:lnTo>
                    <a:pt x="2443245" y="1103848"/>
                  </a:lnTo>
                  <a:lnTo>
                    <a:pt x="2442173" y="1103881"/>
                  </a:lnTo>
                  <a:lnTo>
                    <a:pt x="2441102" y="1103913"/>
                  </a:lnTo>
                  <a:lnTo>
                    <a:pt x="2440030" y="1103945"/>
                  </a:lnTo>
                  <a:lnTo>
                    <a:pt x="2438958" y="1103976"/>
                  </a:lnTo>
                  <a:lnTo>
                    <a:pt x="2437887" y="1104006"/>
                  </a:lnTo>
                  <a:lnTo>
                    <a:pt x="2436815" y="1104036"/>
                  </a:lnTo>
                  <a:lnTo>
                    <a:pt x="2435744" y="1104065"/>
                  </a:lnTo>
                  <a:lnTo>
                    <a:pt x="2434672" y="1104093"/>
                  </a:lnTo>
                  <a:lnTo>
                    <a:pt x="2433600" y="1104121"/>
                  </a:lnTo>
                  <a:lnTo>
                    <a:pt x="2432529" y="1104148"/>
                  </a:lnTo>
                  <a:lnTo>
                    <a:pt x="2431457" y="1104174"/>
                  </a:lnTo>
                  <a:lnTo>
                    <a:pt x="2430386" y="1104199"/>
                  </a:lnTo>
                  <a:lnTo>
                    <a:pt x="2429314" y="1104224"/>
                  </a:lnTo>
                  <a:lnTo>
                    <a:pt x="2428242" y="1104248"/>
                  </a:lnTo>
                  <a:lnTo>
                    <a:pt x="2427171" y="1104271"/>
                  </a:lnTo>
                  <a:lnTo>
                    <a:pt x="2426099" y="1104294"/>
                  </a:lnTo>
                  <a:lnTo>
                    <a:pt x="2425028" y="1104316"/>
                  </a:lnTo>
                  <a:lnTo>
                    <a:pt x="2423956" y="1104337"/>
                  </a:lnTo>
                  <a:lnTo>
                    <a:pt x="2422884" y="1104357"/>
                  </a:lnTo>
                  <a:lnTo>
                    <a:pt x="2421813" y="1104377"/>
                  </a:lnTo>
                  <a:lnTo>
                    <a:pt x="2420741" y="1104396"/>
                  </a:lnTo>
                  <a:lnTo>
                    <a:pt x="2419670" y="1104414"/>
                  </a:lnTo>
                  <a:lnTo>
                    <a:pt x="2418598" y="1104431"/>
                  </a:lnTo>
                  <a:lnTo>
                    <a:pt x="2417526" y="1104448"/>
                  </a:lnTo>
                  <a:lnTo>
                    <a:pt x="2416455" y="1104464"/>
                  </a:lnTo>
                  <a:lnTo>
                    <a:pt x="2415383" y="1104480"/>
                  </a:lnTo>
                  <a:lnTo>
                    <a:pt x="2414312" y="1104494"/>
                  </a:lnTo>
                  <a:lnTo>
                    <a:pt x="2413240" y="1104508"/>
                  </a:lnTo>
                  <a:lnTo>
                    <a:pt x="2412168" y="1104521"/>
                  </a:lnTo>
                  <a:lnTo>
                    <a:pt x="2411097" y="1104533"/>
                  </a:lnTo>
                  <a:lnTo>
                    <a:pt x="2410025" y="1104545"/>
                  </a:lnTo>
                  <a:lnTo>
                    <a:pt x="2408954" y="1104556"/>
                  </a:lnTo>
                  <a:lnTo>
                    <a:pt x="2407882" y="1104566"/>
                  </a:lnTo>
                  <a:lnTo>
                    <a:pt x="2406810" y="1104575"/>
                  </a:lnTo>
                  <a:lnTo>
                    <a:pt x="2405739" y="1104584"/>
                  </a:lnTo>
                  <a:lnTo>
                    <a:pt x="2404667" y="1104592"/>
                  </a:lnTo>
                  <a:lnTo>
                    <a:pt x="2403596" y="1104599"/>
                  </a:lnTo>
                  <a:lnTo>
                    <a:pt x="2402524" y="1104605"/>
                  </a:lnTo>
                  <a:lnTo>
                    <a:pt x="2401452" y="1104611"/>
                  </a:lnTo>
                  <a:lnTo>
                    <a:pt x="2400381" y="1104616"/>
                  </a:lnTo>
                  <a:lnTo>
                    <a:pt x="2399309" y="1104620"/>
                  </a:lnTo>
                  <a:lnTo>
                    <a:pt x="2398238" y="1104623"/>
                  </a:lnTo>
                  <a:lnTo>
                    <a:pt x="2397166" y="1104626"/>
                  </a:lnTo>
                  <a:lnTo>
                    <a:pt x="2396094" y="1104628"/>
                  </a:lnTo>
                  <a:lnTo>
                    <a:pt x="2395023" y="1104629"/>
                  </a:lnTo>
                  <a:lnTo>
                    <a:pt x="2393951" y="1104629"/>
                  </a:lnTo>
                  <a:lnTo>
                    <a:pt x="2392880" y="1104629"/>
                  </a:lnTo>
                  <a:lnTo>
                    <a:pt x="2391808" y="1104627"/>
                  </a:lnTo>
                  <a:lnTo>
                    <a:pt x="2390736" y="1104625"/>
                  </a:lnTo>
                  <a:lnTo>
                    <a:pt x="2389665" y="1104623"/>
                  </a:lnTo>
                  <a:lnTo>
                    <a:pt x="2388593" y="1104619"/>
                  </a:lnTo>
                  <a:lnTo>
                    <a:pt x="2387522" y="1104615"/>
                  </a:lnTo>
                  <a:lnTo>
                    <a:pt x="2386450" y="1104610"/>
                  </a:lnTo>
                  <a:lnTo>
                    <a:pt x="2385378" y="1104604"/>
                  </a:lnTo>
                  <a:lnTo>
                    <a:pt x="2384307" y="1104597"/>
                  </a:lnTo>
                  <a:lnTo>
                    <a:pt x="2383235" y="1104590"/>
                  </a:lnTo>
                  <a:lnTo>
                    <a:pt x="2382164" y="1104582"/>
                  </a:lnTo>
                  <a:lnTo>
                    <a:pt x="2381092" y="1104573"/>
                  </a:lnTo>
                  <a:lnTo>
                    <a:pt x="2380020" y="1104563"/>
                  </a:lnTo>
                  <a:lnTo>
                    <a:pt x="2378949" y="1104552"/>
                  </a:lnTo>
                  <a:lnTo>
                    <a:pt x="2377877" y="1104541"/>
                  </a:lnTo>
                  <a:lnTo>
                    <a:pt x="2376806" y="1104529"/>
                  </a:lnTo>
                  <a:lnTo>
                    <a:pt x="2375734" y="1104516"/>
                  </a:lnTo>
                  <a:lnTo>
                    <a:pt x="2374662" y="1104502"/>
                  </a:lnTo>
                  <a:lnTo>
                    <a:pt x="2373591" y="1104488"/>
                  </a:lnTo>
                  <a:lnTo>
                    <a:pt x="2372519" y="1104473"/>
                  </a:lnTo>
                  <a:lnTo>
                    <a:pt x="2371448" y="1104456"/>
                  </a:lnTo>
                  <a:lnTo>
                    <a:pt x="2370376" y="1104440"/>
                  </a:lnTo>
                  <a:lnTo>
                    <a:pt x="2369304" y="1104422"/>
                  </a:lnTo>
                  <a:lnTo>
                    <a:pt x="2368233" y="1104403"/>
                  </a:lnTo>
                  <a:lnTo>
                    <a:pt x="2367161" y="1104384"/>
                  </a:lnTo>
                  <a:lnTo>
                    <a:pt x="2366090" y="1104364"/>
                  </a:lnTo>
                  <a:lnTo>
                    <a:pt x="2365018" y="1104343"/>
                  </a:lnTo>
                  <a:lnTo>
                    <a:pt x="2363946" y="1104322"/>
                  </a:lnTo>
                  <a:lnTo>
                    <a:pt x="2362875" y="1104299"/>
                  </a:lnTo>
                  <a:lnTo>
                    <a:pt x="2361803" y="1104276"/>
                  </a:lnTo>
                  <a:lnTo>
                    <a:pt x="2360732" y="1104252"/>
                  </a:lnTo>
                  <a:lnTo>
                    <a:pt x="2359660" y="1104227"/>
                  </a:lnTo>
                  <a:lnTo>
                    <a:pt x="2358588" y="1104201"/>
                  </a:lnTo>
                  <a:lnTo>
                    <a:pt x="2357517" y="1104175"/>
                  </a:lnTo>
                  <a:lnTo>
                    <a:pt x="2356445" y="1104147"/>
                  </a:lnTo>
                  <a:lnTo>
                    <a:pt x="2355374" y="1104119"/>
                  </a:lnTo>
                  <a:lnTo>
                    <a:pt x="2354302" y="1104090"/>
                  </a:lnTo>
                  <a:lnTo>
                    <a:pt x="2353230" y="1104060"/>
                  </a:lnTo>
                  <a:lnTo>
                    <a:pt x="2352159" y="1104030"/>
                  </a:lnTo>
                  <a:lnTo>
                    <a:pt x="2351087" y="1103998"/>
                  </a:lnTo>
                  <a:lnTo>
                    <a:pt x="2350016" y="1103966"/>
                  </a:lnTo>
                  <a:lnTo>
                    <a:pt x="2348944" y="1103933"/>
                  </a:lnTo>
                  <a:lnTo>
                    <a:pt x="2347872" y="1103899"/>
                  </a:lnTo>
                  <a:lnTo>
                    <a:pt x="2346801" y="1103864"/>
                  </a:lnTo>
                  <a:lnTo>
                    <a:pt x="2345729" y="1103829"/>
                  </a:lnTo>
                  <a:lnTo>
                    <a:pt x="2344658" y="1103792"/>
                  </a:lnTo>
                  <a:lnTo>
                    <a:pt x="2343586" y="1103755"/>
                  </a:lnTo>
                  <a:lnTo>
                    <a:pt x="2342514" y="1103717"/>
                  </a:lnTo>
                  <a:lnTo>
                    <a:pt x="2341443" y="1103678"/>
                  </a:lnTo>
                  <a:lnTo>
                    <a:pt x="2340371" y="1103638"/>
                  </a:lnTo>
                  <a:lnTo>
                    <a:pt x="2339300" y="1103598"/>
                  </a:lnTo>
                  <a:lnTo>
                    <a:pt x="2338228" y="1103556"/>
                  </a:lnTo>
                  <a:lnTo>
                    <a:pt x="2337156" y="1103514"/>
                  </a:lnTo>
                  <a:lnTo>
                    <a:pt x="2336085" y="1103471"/>
                  </a:lnTo>
                  <a:lnTo>
                    <a:pt x="2335013" y="1103427"/>
                  </a:lnTo>
                  <a:lnTo>
                    <a:pt x="2333942" y="1103382"/>
                  </a:lnTo>
                  <a:lnTo>
                    <a:pt x="2332870" y="1103337"/>
                  </a:lnTo>
                  <a:lnTo>
                    <a:pt x="2331798" y="1103290"/>
                  </a:lnTo>
                  <a:lnTo>
                    <a:pt x="2330727" y="1103243"/>
                  </a:lnTo>
                  <a:lnTo>
                    <a:pt x="2329655" y="1103195"/>
                  </a:lnTo>
                  <a:lnTo>
                    <a:pt x="2328584" y="1103146"/>
                  </a:lnTo>
                  <a:lnTo>
                    <a:pt x="2327512" y="1103096"/>
                  </a:lnTo>
                  <a:lnTo>
                    <a:pt x="2326440" y="1103045"/>
                  </a:lnTo>
                  <a:lnTo>
                    <a:pt x="2325369" y="1102994"/>
                  </a:lnTo>
                  <a:lnTo>
                    <a:pt x="2324297" y="1102941"/>
                  </a:lnTo>
                  <a:lnTo>
                    <a:pt x="2323226" y="1102888"/>
                  </a:lnTo>
                  <a:lnTo>
                    <a:pt x="2322154" y="1102834"/>
                  </a:lnTo>
                  <a:lnTo>
                    <a:pt x="2321082" y="1102779"/>
                  </a:lnTo>
                  <a:lnTo>
                    <a:pt x="2320011" y="1102723"/>
                  </a:lnTo>
                  <a:lnTo>
                    <a:pt x="2318939" y="1102666"/>
                  </a:lnTo>
                  <a:lnTo>
                    <a:pt x="2317868" y="1102609"/>
                  </a:lnTo>
                  <a:lnTo>
                    <a:pt x="2316796" y="1102550"/>
                  </a:lnTo>
                  <a:lnTo>
                    <a:pt x="2315724" y="1102491"/>
                  </a:lnTo>
                  <a:lnTo>
                    <a:pt x="2314653" y="1102431"/>
                  </a:lnTo>
                  <a:lnTo>
                    <a:pt x="2313581" y="1102370"/>
                  </a:lnTo>
                  <a:lnTo>
                    <a:pt x="2312510" y="1102308"/>
                  </a:lnTo>
                  <a:lnTo>
                    <a:pt x="2311438" y="1102245"/>
                  </a:lnTo>
                  <a:lnTo>
                    <a:pt x="2310366" y="1102182"/>
                  </a:lnTo>
                  <a:lnTo>
                    <a:pt x="2309295" y="1102117"/>
                  </a:lnTo>
                  <a:lnTo>
                    <a:pt x="2308223" y="1102052"/>
                  </a:lnTo>
                  <a:lnTo>
                    <a:pt x="2307152" y="1101986"/>
                  </a:lnTo>
                  <a:lnTo>
                    <a:pt x="2306080" y="1101918"/>
                  </a:lnTo>
                  <a:lnTo>
                    <a:pt x="2305009" y="1101850"/>
                  </a:lnTo>
                  <a:lnTo>
                    <a:pt x="2303937" y="1101782"/>
                  </a:lnTo>
                  <a:lnTo>
                    <a:pt x="2302865" y="1101712"/>
                  </a:lnTo>
                  <a:lnTo>
                    <a:pt x="2301794" y="1101641"/>
                  </a:lnTo>
                  <a:lnTo>
                    <a:pt x="2300722" y="1101570"/>
                  </a:lnTo>
                  <a:lnTo>
                    <a:pt x="2299651" y="1101497"/>
                  </a:lnTo>
                  <a:lnTo>
                    <a:pt x="2298579" y="1101424"/>
                  </a:lnTo>
                  <a:lnTo>
                    <a:pt x="2297507" y="1101350"/>
                  </a:lnTo>
                  <a:lnTo>
                    <a:pt x="2296436" y="1101275"/>
                  </a:lnTo>
                  <a:lnTo>
                    <a:pt x="2295364" y="1101199"/>
                  </a:lnTo>
                  <a:lnTo>
                    <a:pt x="2294293" y="1101122"/>
                  </a:lnTo>
                  <a:lnTo>
                    <a:pt x="2293221" y="1101044"/>
                  </a:lnTo>
                  <a:lnTo>
                    <a:pt x="2292149" y="1100966"/>
                  </a:lnTo>
                  <a:lnTo>
                    <a:pt x="2291078" y="1100886"/>
                  </a:lnTo>
                  <a:lnTo>
                    <a:pt x="2290006" y="1100806"/>
                  </a:lnTo>
                  <a:lnTo>
                    <a:pt x="2288935" y="1100724"/>
                  </a:lnTo>
                  <a:lnTo>
                    <a:pt x="2287863" y="1100642"/>
                  </a:lnTo>
                  <a:lnTo>
                    <a:pt x="2286791" y="1100559"/>
                  </a:lnTo>
                  <a:lnTo>
                    <a:pt x="2285720" y="1100475"/>
                  </a:lnTo>
                  <a:lnTo>
                    <a:pt x="2284648" y="1100390"/>
                  </a:lnTo>
                  <a:lnTo>
                    <a:pt x="2283577" y="1100304"/>
                  </a:lnTo>
                  <a:lnTo>
                    <a:pt x="2282505" y="1100218"/>
                  </a:lnTo>
                  <a:lnTo>
                    <a:pt x="2281433" y="1100130"/>
                  </a:lnTo>
                  <a:lnTo>
                    <a:pt x="2280362" y="1100042"/>
                  </a:lnTo>
                  <a:lnTo>
                    <a:pt x="2279290" y="1099952"/>
                  </a:lnTo>
                  <a:lnTo>
                    <a:pt x="2278219" y="1099862"/>
                  </a:lnTo>
                  <a:lnTo>
                    <a:pt x="2277147" y="1099771"/>
                  </a:lnTo>
                  <a:lnTo>
                    <a:pt x="2276075" y="1099679"/>
                  </a:lnTo>
                  <a:lnTo>
                    <a:pt x="2275004" y="1099586"/>
                  </a:lnTo>
                  <a:lnTo>
                    <a:pt x="2273932" y="1099492"/>
                  </a:lnTo>
                  <a:lnTo>
                    <a:pt x="2272861" y="1099397"/>
                  </a:lnTo>
                  <a:lnTo>
                    <a:pt x="2271789" y="1099301"/>
                  </a:lnTo>
                  <a:lnTo>
                    <a:pt x="2270717" y="1099204"/>
                  </a:lnTo>
                  <a:lnTo>
                    <a:pt x="2269646" y="1099107"/>
                  </a:lnTo>
                  <a:lnTo>
                    <a:pt x="2268574" y="1099008"/>
                  </a:lnTo>
                  <a:lnTo>
                    <a:pt x="2267503" y="1098909"/>
                  </a:lnTo>
                  <a:lnTo>
                    <a:pt x="2266431" y="1098809"/>
                  </a:lnTo>
                  <a:lnTo>
                    <a:pt x="2265359" y="1098707"/>
                  </a:lnTo>
                  <a:lnTo>
                    <a:pt x="2264288" y="1098605"/>
                  </a:lnTo>
                  <a:lnTo>
                    <a:pt x="2263216" y="1098502"/>
                  </a:lnTo>
                  <a:lnTo>
                    <a:pt x="2262145" y="1098398"/>
                  </a:lnTo>
                  <a:lnTo>
                    <a:pt x="2261073" y="1098293"/>
                  </a:lnTo>
                  <a:lnTo>
                    <a:pt x="2260001" y="1098188"/>
                  </a:lnTo>
                  <a:lnTo>
                    <a:pt x="2258930" y="1098081"/>
                  </a:lnTo>
                  <a:lnTo>
                    <a:pt x="2257858" y="1097973"/>
                  </a:lnTo>
                  <a:lnTo>
                    <a:pt x="2256787" y="1097865"/>
                  </a:lnTo>
                  <a:lnTo>
                    <a:pt x="2255715" y="1097755"/>
                  </a:lnTo>
                  <a:lnTo>
                    <a:pt x="2254643" y="1097645"/>
                  </a:lnTo>
                  <a:lnTo>
                    <a:pt x="2253572" y="1097533"/>
                  </a:lnTo>
                  <a:lnTo>
                    <a:pt x="2252500" y="1097421"/>
                  </a:lnTo>
                  <a:lnTo>
                    <a:pt x="2251429" y="1097308"/>
                  </a:lnTo>
                  <a:lnTo>
                    <a:pt x="2250357" y="1097194"/>
                  </a:lnTo>
                  <a:lnTo>
                    <a:pt x="2249285" y="1097079"/>
                  </a:lnTo>
                  <a:lnTo>
                    <a:pt x="2248214" y="1096963"/>
                  </a:lnTo>
                  <a:lnTo>
                    <a:pt x="2247142" y="1096846"/>
                  </a:lnTo>
                  <a:lnTo>
                    <a:pt x="2246071" y="1096728"/>
                  </a:lnTo>
                  <a:lnTo>
                    <a:pt x="2244999" y="1096609"/>
                  </a:lnTo>
                  <a:lnTo>
                    <a:pt x="2243927" y="1096489"/>
                  </a:lnTo>
                  <a:lnTo>
                    <a:pt x="2242856" y="1096369"/>
                  </a:lnTo>
                  <a:lnTo>
                    <a:pt x="2241784" y="1096247"/>
                  </a:lnTo>
                  <a:lnTo>
                    <a:pt x="2240713" y="1096124"/>
                  </a:lnTo>
                  <a:lnTo>
                    <a:pt x="2239641" y="1096001"/>
                  </a:lnTo>
                  <a:lnTo>
                    <a:pt x="2238569" y="1095877"/>
                  </a:lnTo>
                  <a:lnTo>
                    <a:pt x="2237498" y="1095751"/>
                  </a:lnTo>
                  <a:lnTo>
                    <a:pt x="2236426" y="1095625"/>
                  </a:lnTo>
                  <a:lnTo>
                    <a:pt x="2235355" y="1095498"/>
                  </a:lnTo>
                  <a:lnTo>
                    <a:pt x="2234283" y="1095370"/>
                  </a:lnTo>
                  <a:lnTo>
                    <a:pt x="2233211" y="1095240"/>
                  </a:lnTo>
                  <a:lnTo>
                    <a:pt x="2232140" y="1095110"/>
                  </a:lnTo>
                  <a:lnTo>
                    <a:pt x="2231068" y="1094979"/>
                  </a:lnTo>
                  <a:lnTo>
                    <a:pt x="2229997" y="1094848"/>
                  </a:lnTo>
                  <a:lnTo>
                    <a:pt x="2228925" y="1094715"/>
                  </a:lnTo>
                  <a:lnTo>
                    <a:pt x="2227853" y="1094581"/>
                  </a:lnTo>
                  <a:lnTo>
                    <a:pt x="2226782" y="1094446"/>
                  </a:lnTo>
                  <a:lnTo>
                    <a:pt x="2225710" y="1094311"/>
                  </a:lnTo>
                  <a:lnTo>
                    <a:pt x="2224639" y="1094174"/>
                  </a:lnTo>
                  <a:lnTo>
                    <a:pt x="2223567" y="1094036"/>
                  </a:lnTo>
                  <a:lnTo>
                    <a:pt x="2222495" y="1093898"/>
                  </a:lnTo>
                  <a:lnTo>
                    <a:pt x="2221424" y="1093758"/>
                  </a:lnTo>
                  <a:lnTo>
                    <a:pt x="2220352" y="1093618"/>
                  </a:lnTo>
                  <a:lnTo>
                    <a:pt x="2219281" y="1093477"/>
                  </a:lnTo>
                  <a:lnTo>
                    <a:pt x="2218209" y="1093334"/>
                  </a:lnTo>
                  <a:lnTo>
                    <a:pt x="2217137" y="1093191"/>
                  </a:lnTo>
                  <a:lnTo>
                    <a:pt x="2216066" y="1093047"/>
                  </a:lnTo>
                  <a:lnTo>
                    <a:pt x="2214994" y="1092902"/>
                  </a:lnTo>
                  <a:lnTo>
                    <a:pt x="2213923" y="1092756"/>
                  </a:lnTo>
                  <a:lnTo>
                    <a:pt x="2212851" y="1092609"/>
                  </a:lnTo>
                  <a:lnTo>
                    <a:pt x="2211779" y="1092461"/>
                  </a:lnTo>
                  <a:lnTo>
                    <a:pt x="2210708" y="1092312"/>
                  </a:lnTo>
                  <a:lnTo>
                    <a:pt x="2209636" y="1092162"/>
                  </a:lnTo>
                  <a:lnTo>
                    <a:pt x="2208565" y="1092011"/>
                  </a:lnTo>
                  <a:lnTo>
                    <a:pt x="2207493" y="1091860"/>
                  </a:lnTo>
                  <a:lnTo>
                    <a:pt x="2206421" y="1091707"/>
                  </a:lnTo>
                  <a:lnTo>
                    <a:pt x="2205350" y="1091553"/>
                  </a:lnTo>
                  <a:lnTo>
                    <a:pt x="2204278" y="1091399"/>
                  </a:lnTo>
                  <a:lnTo>
                    <a:pt x="2203207" y="1091243"/>
                  </a:lnTo>
                  <a:lnTo>
                    <a:pt x="2202135" y="1091087"/>
                  </a:lnTo>
                  <a:lnTo>
                    <a:pt x="2201063" y="1090929"/>
                  </a:lnTo>
                  <a:lnTo>
                    <a:pt x="2199992" y="1090771"/>
                  </a:lnTo>
                  <a:lnTo>
                    <a:pt x="2198920" y="1090611"/>
                  </a:lnTo>
                  <a:lnTo>
                    <a:pt x="2197849" y="1090451"/>
                  </a:lnTo>
                  <a:lnTo>
                    <a:pt x="2196777" y="1090290"/>
                  </a:lnTo>
                  <a:lnTo>
                    <a:pt x="2195705" y="1090128"/>
                  </a:lnTo>
                  <a:lnTo>
                    <a:pt x="2194634" y="1089965"/>
                  </a:lnTo>
                  <a:lnTo>
                    <a:pt x="2193562" y="1089801"/>
                  </a:lnTo>
                  <a:lnTo>
                    <a:pt x="2192491" y="1089636"/>
                  </a:lnTo>
                  <a:lnTo>
                    <a:pt x="2191419" y="1089470"/>
                  </a:lnTo>
                  <a:lnTo>
                    <a:pt x="2190347" y="1089303"/>
                  </a:lnTo>
                  <a:lnTo>
                    <a:pt x="2189276" y="1089135"/>
                  </a:lnTo>
                  <a:lnTo>
                    <a:pt x="2188204" y="1088966"/>
                  </a:lnTo>
                  <a:lnTo>
                    <a:pt x="2187133" y="1088796"/>
                  </a:lnTo>
                  <a:lnTo>
                    <a:pt x="2186061" y="1088626"/>
                  </a:lnTo>
                  <a:lnTo>
                    <a:pt x="2184989" y="1088454"/>
                  </a:lnTo>
                  <a:lnTo>
                    <a:pt x="2183918" y="1088281"/>
                  </a:lnTo>
                  <a:lnTo>
                    <a:pt x="2182846" y="1088108"/>
                  </a:lnTo>
                  <a:lnTo>
                    <a:pt x="2181775" y="1087934"/>
                  </a:lnTo>
                  <a:lnTo>
                    <a:pt x="2180703" y="1087758"/>
                  </a:lnTo>
                  <a:lnTo>
                    <a:pt x="2179631" y="1087582"/>
                  </a:lnTo>
                  <a:lnTo>
                    <a:pt x="2178560" y="1087405"/>
                  </a:lnTo>
                  <a:lnTo>
                    <a:pt x="2177488" y="1087228"/>
                  </a:lnTo>
                  <a:lnTo>
                    <a:pt x="2176417" y="1087049"/>
                  </a:lnTo>
                  <a:lnTo>
                    <a:pt x="2175345" y="1086869"/>
                  </a:lnTo>
                  <a:lnTo>
                    <a:pt x="2174273" y="1086689"/>
                  </a:lnTo>
                  <a:lnTo>
                    <a:pt x="2173202" y="1086508"/>
                  </a:lnTo>
                  <a:lnTo>
                    <a:pt x="2172130" y="1086326"/>
                  </a:lnTo>
                  <a:lnTo>
                    <a:pt x="2171059" y="1086144"/>
                  </a:lnTo>
                  <a:lnTo>
                    <a:pt x="2169987" y="1085960"/>
                  </a:lnTo>
                  <a:lnTo>
                    <a:pt x="2168915" y="1085776"/>
                  </a:lnTo>
                  <a:lnTo>
                    <a:pt x="2167844" y="1085592"/>
                  </a:lnTo>
                  <a:lnTo>
                    <a:pt x="2166772" y="1085406"/>
                  </a:lnTo>
                  <a:lnTo>
                    <a:pt x="2165701" y="1085220"/>
                  </a:lnTo>
                  <a:lnTo>
                    <a:pt x="2164629" y="1085033"/>
                  </a:lnTo>
                  <a:lnTo>
                    <a:pt x="2163557" y="1084845"/>
                  </a:lnTo>
                  <a:lnTo>
                    <a:pt x="2162486" y="1084657"/>
                  </a:lnTo>
                  <a:lnTo>
                    <a:pt x="2161414" y="1084468"/>
                  </a:lnTo>
                  <a:lnTo>
                    <a:pt x="2160343" y="1084279"/>
                  </a:lnTo>
                  <a:lnTo>
                    <a:pt x="2159271" y="1084088"/>
                  </a:lnTo>
                  <a:lnTo>
                    <a:pt x="2158199" y="1083898"/>
                  </a:lnTo>
                  <a:lnTo>
                    <a:pt x="2157128" y="1083706"/>
                  </a:lnTo>
                  <a:lnTo>
                    <a:pt x="2156056" y="1083514"/>
                  </a:lnTo>
                  <a:lnTo>
                    <a:pt x="2154985" y="1083322"/>
                  </a:lnTo>
                  <a:lnTo>
                    <a:pt x="2153913" y="1083129"/>
                  </a:lnTo>
                  <a:lnTo>
                    <a:pt x="2152841" y="1082935"/>
                  </a:lnTo>
                  <a:lnTo>
                    <a:pt x="2151770" y="1082741"/>
                  </a:lnTo>
                  <a:lnTo>
                    <a:pt x="2150698" y="1082546"/>
                  </a:lnTo>
                  <a:lnTo>
                    <a:pt x="2149627" y="1082351"/>
                  </a:lnTo>
                  <a:lnTo>
                    <a:pt x="2148555" y="1082155"/>
                  </a:lnTo>
                  <a:lnTo>
                    <a:pt x="2147483" y="1081959"/>
                  </a:lnTo>
                  <a:lnTo>
                    <a:pt x="2146412" y="1081762"/>
                  </a:lnTo>
                  <a:lnTo>
                    <a:pt x="2145340" y="1081565"/>
                  </a:lnTo>
                  <a:lnTo>
                    <a:pt x="2144269" y="1081368"/>
                  </a:lnTo>
                  <a:lnTo>
                    <a:pt x="2143197" y="1081170"/>
                  </a:lnTo>
                  <a:lnTo>
                    <a:pt x="2142125" y="1080971"/>
                  </a:lnTo>
                  <a:lnTo>
                    <a:pt x="2141054" y="1080772"/>
                  </a:lnTo>
                  <a:lnTo>
                    <a:pt x="2139982" y="1080573"/>
                  </a:lnTo>
                  <a:lnTo>
                    <a:pt x="2138911" y="1080373"/>
                  </a:lnTo>
                  <a:lnTo>
                    <a:pt x="2137839" y="1080173"/>
                  </a:lnTo>
                  <a:lnTo>
                    <a:pt x="2136767" y="1079973"/>
                  </a:lnTo>
                  <a:lnTo>
                    <a:pt x="2135696" y="1079772"/>
                  </a:lnTo>
                  <a:lnTo>
                    <a:pt x="2134624" y="1079571"/>
                  </a:lnTo>
                  <a:lnTo>
                    <a:pt x="2133553" y="1079370"/>
                  </a:lnTo>
                  <a:lnTo>
                    <a:pt x="2132481" y="1079168"/>
                  </a:lnTo>
                  <a:lnTo>
                    <a:pt x="2131409" y="1078966"/>
                  </a:lnTo>
                  <a:lnTo>
                    <a:pt x="2130338" y="1078764"/>
                  </a:lnTo>
                  <a:lnTo>
                    <a:pt x="2129266" y="1078562"/>
                  </a:lnTo>
                  <a:lnTo>
                    <a:pt x="2128195" y="1078359"/>
                  </a:lnTo>
                  <a:lnTo>
                    <a:pt x="2127123" y="1078156"/>
                  </a:lnTo>
                  <a:lnTo>
                    <a:pt x="2126052" y="1077953"/>
                  </a:lnTo>
                  <a:lnTo>
                    <a:pt x="2124980" y="1077749"/>
                  </a:lnTo>
                  <a:lnTo>
                    <a:pt x="2123908" y="1077546"/>
                  </a:lnTo>
                  <a:lnTo>
                    <a:pt x="2122837" y="1077342"/>
                  </a:lnTo>
                  <a:lnTo>
                    <a:pt x="2121765" y="1077138"/>
                  </a:lnTo>
                  <a:lnTo>
                    <a:pt x="2120694" y="1076934"/>
                  </a:lnTo>
                  <a:lnTo>
                    <a:pt x="2119622" y="1076730"/>
                  </a:lnTo>
                  <a:lnTo>
                    <a:pt x="2118550" y="1076525"/>
                  </a:lnTo>
                  <a:lnTo>
                    <a:pt x="2117479" y="1076321"/>
                  </a:lnTo>
                  <a:lnTo>
                    <a:pt x="2116407" y="1076116"/>
                  </a:lnTo>
                  <a:lnTo>
                    <a:pt x="2115336" y="1075911"/>
                  </a:lnTo>
                  <a:lnTo>
                    <a:pt x="2114264" y="1075707"/>
                  </a:lnTo>
                  <a:lnTo>
                    <a:pt x="2113192" y="1075502"/>
                  </a:lnTo>
                  <a:lnTo>
                    <a:pt x="2112121" y="1075297"/>
                  </a:lnTo>
                  <a:lnTo>
                    <a:pt x="2111049" y="1075092"/>
                  </a:lnTo>
                  <a:lnTo>
                    <a:pt x="2109978" y="1074887"/>
                  </a:lnTo>
                  <a:lnTo>
                    <a:pt x="2108906" y="1074682"/>
                  </a:lnTo>
                  <a:lnTo>
                    <a:pt x="2107834" y="1074477"/>
                  </a:lnTo>
                  <a:lnTo>
                    <a:pt x="2106763" y="1074272"/>
                  </a:lnTo>
                  <a:lnTo>
                    <a:pt x="2105691" y="1074067"/>
                  </a:lnTo>
                  <a:lnTo>
                    <a:pt x="2104620" y="1073862"/>
                  </a:lnTo>
                  <a:lnTo>
                    <a:pt x="2103548" y="1073657"/>
                  </a:lnTo>
                  <a:lnTo>
                    <a:pt x="2102476" y="1073452"/>
                  </a:lnTo>
                  <a:lnTo>
                    <a:pt x="2101405" y="1073247"/>
                  </a:lnTo>
                  <a:lnTo>
                    <a:pt x="2100333" y="1073042"/>
                  </a:lnTo>
                  <a:lnTo>
                    <a:pt x="2099262" y="1072838"/>
                  </a:lnTo>
                  <a:lnTo>
                    <a:pt x="2098190" y="1072633"/>
                  </a:lnTo>
                  <a:lnTo>
                    <a:pt x="2097118" y="1072429"/>
                  </a:lnTo>
                  <a:lnTo>
                    <a:pt x="2096047" y="1072225"/>
                  </a:lnTo>
                  <a:lnTo>
                    <a:pt x="2094975" y="1072021"/>
                  </a:lnTo>
                  <a:lnTo>
                    <a:pt x="2093904" y="1071817"/>
                  </a:lnTo>
                  <a:lnTo>
                    <a:pt x="2092832" y="1071613"/>
                  </a:lnTo>
                  <a:lnTo>
                    <a:pt x="2091760" y="1071409"/>
                  </a:lnTo>
                  <a:lnTo>
                    <a:pt x="2090689" y="1071206"/>
                  </a:lnTo>
                  <a:lnTo>
                    <a:pt x="2089617" y="1071003"/>
                  </a:lnTo>
                  <a:lnTo>
                    <a:pt x="2088546" y="1070800"/>
                  </a:lnTo>
                  <a:lnTo>
                    <a:pt x="2087474" y="1070597"/>
                  </a:lnTo>
                  <a:lnTo>
                    <a:pt x="2086402" y="1070395"/>
                  </a:lnTo>
                  <a:lnTo>
                    <a:pt x="2085331" y="1070193"/>
                  </a:lnTo>
                  <a:lnTo>
                    <a:pt x="2084259" y="1069991"/>
                  </a:lnTo>
                  <a:lnTo>
                    <a:pt x="2083188" y="1069790"/>
                  </a:lnTo>
                  <a:lnTo>
                    <a:pt x="2082116" y="1069588"/>
                  </a:lnTo>
                  <a:lnTo>
                    <a:pt x="2081044" y="1069387"/>
                  </a:lnTo>
                  <a:lnTo>
                    <a:pt x="2079973" y="1069187"/>
                  </a:lnTo>
                  <a:lnTo>
                    <a:pt x="2078901" y="1068987"/>
                  </a:lnTo>
                  <a:lnTo>
                    <a:pt x="2077830" y="1068787"/>
                  </a:lnTo>
                  <a:lnTo>
                    <a:pt x="2076758" y="1068587"/>
                  </a:lnTo>
                  <a:lnTo>
                    <a:pt x="2075686" y="1068388"/>
                  </a:lnTo>
                  <a:lnTo>
                    <a:pt x="2074615" y="1068190"/>
                  </a:lnTo>
                  <a:lnTo>
                    <a:pt x="2073543" y="1067991"/>
                  </a:lnTo>
                  <a:lnTo>
                    <a:pt x="2072472" y="1067793"/>
                  </a:lnTo>
                  <a:lnTo>
                    <a:pt x="2071400" y="1067596"/>
                  </a:lnTo>
                  <a:lnTo>
                    <a:pt x="2070328" y="1067399"/>
                  </a:lnTo>
                  <a:lnTo>
                    <a:pt x="2069257" y="1067202"/>
                  </a:lnTo>
                  <a:lnTo>
                    <a:pt x="2068185" y="1067006"/>
                  </a:lnTo>
                  <a:lnTo>
                    <a:pt x="2067114" y="1066811"/>
                  </a:lnTo>
                  <a:lnTo>
                    <a:pt x="2066042" y="1066616"/>
                  </a:lnTo>
                  <a:lnTo>
                    <a:pt x="2064970" y="1066421"/>
                  </a:lnTo>
                  <a:lnTo>
                    <a:pt x="2063899" y="1066227"/>
                  </a:lnTo>
                  <a:lnTo>
                    <a:pt x="2062827" y="1066034"/>
                  </a:lnTo>
                  <a:lnTo>
                    <a:pt x="2061756" y="1065841"/>
                  </a:lnTo>
                  <a:lnTo>
                    <a:pt x="2060684" y="1065649"/>
                  </a:lnTo>
                  <a:lnTo>
                    <a:pt x="2059612" y="1065457"/>
                  </a:lnTo>
                  <a:lnTo>
                    <a:pt x="2058541" y="1065266"/>
                  </a:lnTo>
                  <a:lnTo>
                    <a:pt x="2057469" y="1065075"/>
                  </a:lnTo>
                  <a:lnTo>
                    <a:pt x="2056398" y="1064885"/>
                  </a:lnTo>
                  <a:lnTo>
                    <a:pt x="2055326" y="1064696"/>
                  </a:lnTo>
                  <a:lnTo>
                    <a:pt x="2054254" y="1064508"/>
                  </a:lnTo>
                  <a:lnTo>
                    <a:pt x="2053183" y="1064320"/>
                  </a:lnTo>
                  <a:lnTo>
                    <a:pt x="2052111" y="1064132"/>
                  </a:lnTo>
                  <a:lnTo>
                    <a:pt x="2051040" y="1063946"/>
                  </a:lnTo>
                  <a:lnTo>
                    <a:pt x="2049968" y="1063760"/>
                  </a:lnTo>
                  <a:lnTo>
                    <a:pt x="2048896" y="1063574"/>
                  </a:lnTo>
                  <a:lnTo>
                    <a:pt x="2047825" y="1063390"/>
                  </a:lnTo>
                  <a:lnTo>
                    <a:pt x="2046753" y="1063206"/>
                  </a:lnTo>
                  <a:lnTo>
                    <a:pt x="2045682" y="1063023"/>
                  </a:lnTo>
                  <a:lnTo>
                    <a:pt x="2044610" y="1062841"/>
                  </a:lnTo>
                  <a:lnTo>
                    <a:pt x="2043538" y="1062659"/>
                  </a:lnTo>
                  <a:lnTo>
                    <a:pt x="2042467" y="1062479"/>
                  </a:lnTo>
                  <a:lnTo>
                    <a:pt x="2041395" y="1062299"/>
                  </a:lnTo>
                  <a:lnTo>
                    <a:pt x="2040324" y="1062120"/>
                  </a:lnTo>
                  <a:lnTo>
                    <a:pt x="2039252" y="1061941"/>
                  </a:lnTo>
                  <a:lnTo>
                    <a:pt x="2038180" y="1061764"/>
                  </a:lnTo>
                  <a:lnTo>
                    <a:pt x="2037109" y="1061587"/>
                  </a:lnTo>
                  <a:lnTo>
                    <a:pt x="2036037" y="1061412"/>
                  </a:lnTo>
                  <a:lnTo>
                    <a:pt x="2034966" y="1061237"/>
                  </a:lnTo>
                  <a:lnTo>
                    <a:pt x="2033894" y="1061063"/>
                  </a:lnTo>
                  <a:lnTo>
                    <a:pt x="2032822" y="1060890"/>
                  </a:lnTo>
                  <a:lnTo>
                    <a:pt x="2031751" y="1060718"/>
                  </a:lnTo>
                  <a:lnTo>
                    <a:pt x="2030679" y="1060546"/>
                  </a:lnTo>
                  <a:lnTo>
                    <a:pt x="2029608" y="1060376"/>
                  </a:lnTo>
                  <a:lnTo>
                    <a:pt x="2028536" y="1060207"/>
                  </a:lnTo>
                  <a:lnTo>
                    <a:pt x="2027464" y="1060038"/>
                  </a:lnTo>
                  <a:lnTo>
                    <a:pt x="2026393" y="1059871"/>
                  </a:lnTo>
                  <a:lnTo>
                    <a:pt x="2025321" y="1059704"/>
                  </a:lnTo>
                  <a:lnTo>
                    <a:pt x="2024250" y="1059539"/>
                  </a:lnTo>
                  <a:lnTo>
                    <a:pt x="2023178" y="1059374"/>
                  </a:lnTo>
                  <a:lnTo>
                    <a:pt x="2022106" y="1059211"/>
                  </a:lnTo>
                  <a:lnTo>
                    <a:pt x="2021035" y="1059049"/>
                  </a:lnTo>
                  <a:lnTo>
                    <a:pt x="2019963" y="1058887"/>
                  </a:lnTo>
                  <a:lnTo>
                    <a:pt x="2018892" y="1058727"/>
                  </a:lnTo>
                  <a:lnTo>
                    <a:pt x="2017820" y="1058568"/>
                  </a:lnTo>
                  <a:lnTo>
                    <a:pt x="2016748" y="1058410"/>
                  </a:lnTo>
                  <a:lnTo>
                    <a:pt x="2015677" y="1058253"/>
                  </a:lnTo>
                  <a:lnTo>
                    <a:pt x="2014605" y="1058097"/>
                  </a:lnTo>
                  <a:lnTo>
                    <a:pt x="2013534" y="1057942"/>
                  </a:lnTo>
                  <a:lnTo>
                    <a:pt x="2012462" y="1057788"/>
                  </a:lnTo>
                  <a:lnTo>
                    <a:pt x="2011390" y="1057635"/>
                  </a:lnTo>
                  <a:lnTo>
                    <a:pt x="2010319" y="1057484"/>
                  </a:lnTo>
                  <a:lnTo>
                    <a:pt x="2009247" y="1057334"/>
                  </a:lnTo>
                  <a:lnTo>
                    <a:pt x="2008176" y="1057185"/>
                  </a:lnTo>
                  <a:lnTo>
                    <a:pt x="2007104" y="1057037"/>
                  </a:lnTo>
                  <a:lnTo>
                    <a:pt x="2006032" y="1056890"/>
                  </a:lnTo>
                  <a:lnTo>
                    <a:pt x="2004961" y="1056745"/>
                  </a:lnTo>
                  <a:lnTo>
                    <a:pt x="2003889" y="1056600"/>
                  </a:lnTo>
                  <a:lnTo>
                    <a:pt x="2002818" y="1056457"/>
                  </a:lnTo>
                  <a:lnTo>
                    <a:pt x="2001746" y="1056316"/>
                  </a:lnTo>
                  <a:lnTo>
                    <a:pt x="2000674" y="1056175"/>
                  </a:lnTo>
                  <a:lnTo>
                    <a:pt x="1999603" y="1056036"/>
                  </a:lnTo>
                  <a:lnTo>
                    <a:pt x="1998531" y="1055898"/>
                  </a:lnTo>
                  <a:lnTo>
                    <a:pt x="1997460" y="1055761"/>
                  </a:lnTo>
                  <a:lnTo>
                    <a:pt x="1996388" y="1055626"/>
                  </a:lnTo>
                  <a:lnTo>
                    <a:pt x="1995316" y="1055492"/>
                  </a:lnTo>
                  <a:lnTo>
                    <a:pt x="1994245" y="1055359"/>
                  </a:lnTo>
                  <a:lnTo>
                    <a:pt x="1993173" y="1055227"/>
                  </a:lnTo>
                  <a:lnTo>
                    <a:pt x="1992102" y="1055097"/>
                  </a:lnTo>
                  <a:lnTo>
                    <a:pt x="1991030" y="1054969"/>
                  </a:lnTo>
                  <a:lnTo>
                    <a:pt x="1989958" y="1054841"/>
                  </a:lnTo>
                  <a:lnTo>
                    <a:pt x="1988887" y="1054715"/>
                  </a:lnTo>
                  <a:lnTo>
                    <a:pt x="1987815" y="1054591"/>
                  </a:lnTo>
                  <a:lnTo>
                    <a:pt x="1986744" y="1054467"/>
                  </a:lnTo>
                  <a:lnTo>
                    <a:pt x="1985672" y="1054346"/>
                  </a:lnTo>
                  <a:lnTo>
                    <a:pt x="1984600" y="1054225"/>
                  </a:lnTo>
                  <a:lnTo>
                    <a:pt x="1983529" y="1054106"/>
                  </a:lnTo>
                  <a:lnTo>
                    <a:pt x="1982457" y="1053989"/>
                  </a:lnTo>
                  <a:lnTo>
                    <a:pt x="1981386" y="1053873"/>
                  </a:lnTo>
                  <a:lnTo>
                    <a:pt x="1980314" y="1053758"/>
                  </a:lnTo>
                  <a:lnTo>
                    <a:pt x="1979242" y="1053645"/>
                  </a:lnTo>
                  <a:lnTo>
                    <a:pt x="1978171" y="1053533"/>
                  </a:lnTo>
                  <a:lnTo>
                    <a:pt x="1977099" y="1053423"/>
                  </a:lnTo>
                  <a:lnTo>
                    <a:pt x="1976028" y="1053315"/>
                  </a:lnTo>
                  <a:lnTo>
                    <a:pt x="1974956" y="1053207"/>
                  </a:lnTo>
                  <a:lnTo>
                    <a:pt x="1973884" y="1053102"/>
                  </a:lnTo>
                  <a:lnTo>
                    <a:pt x="1972813" y="1052998"/>
                  </a:lnTo>
                  <a:lnTo>
                    <a:pt x="1971741" y="1052895"/>
                  </a:lnTo>
                  <a:lnTo>
                    <a:pt x="1970670" y="1052794"/>
                  </a:lnTo>
                  <a:lnTo>
                    <a:pt x="1969598" y="1052695"/>
                  </a:lnTo>
                  <a:lnTo>
                    <a:pt x="1968526" y="1052597"/>
                  </a:lnTo>
                  <a:lnTo>
                    <a:pt x="1967455" y="1052501"/>
                  </a:lnTo>
                  <a:lnTo>
                    <a:pt x="1966383" y="1052406"/>
                  </a:lnTo>
                  <a:lnTo>
                    <a:pt x="1965312" y="1052313"/>
                  </a:lnTo>
                  <a:lnTo>
                    <a:pt x="1964240" y="1052221"/>
                  </a:lnTo>
                  <a:lnTo>
                    <a:pt x="1963168" y="1052131"/>
                  </a:lnTo>
                  <a:lnTo>
                    <a:pt x="1962097" y="1052043"/>
                  </a:lnTo>
                  <a:lnTo>
                    <a:pt x="1961025" y="1051957"/>
                  </a:lnTo>
                  <a:lnTo>
                    <a:pt x="1959954" y="1051872"/>
                  </a:lnTo>
                  <a:lnTo>
                    <a:pt x="1958882" y="1051788"/>
                  </a:lnTo>
                  <a:lnTo>
                    <a:pt x="1957810" y="1051707"/>
                  </a:lnTo>
                  <a:lnTo>
                    <a:pt x="1956739" y="1051627"/>
                  </a:lnTo>
                  <a:lnTo>
                    <a:pt x="1955667" y="1051548"/>
                  </a:lnTo>
                  <a:lnTo>
                    <a:pt x="1954596" y="1051472"/>
                  </a:lnTo>
                  <a:lnTo>
                    <a:pt x="1953524" y="1051397"/>
                  </a:lnTo>
                  <a:lnTo>
                    <a:pt x="1952453" y="1051324"/>
                  </a:lnTo>
                  <a:lnTo>
                    <a:pt x="1951381" y="1051252"/>
                  </a:lnTo>
                  <a:lnTo>
                    <a:pt x="1950309" y="1051182"/>
                  </a:lnTo>
                  <a:lnTo>
                    <a:pt x="1949238" y="1051114"/>
                  </a:lnTo>
                  <a:lnTo>
                    <a:pt x="1948166" y="1051048"/>
                  </a:lnTo>
                  <a:lnTo>
                    <a:pt x="1947095" y="1050983"/>
                  </a:lnTo>
                  <a:lnTo>
                    <a:pt x="1946023" y="1050921"/>
                  </a:lnTo>
                  <a:lnTo>
                    <a:pt x="1944951" y="1050860"/>
                  </a:lnTo>
                  <a:lnTo>
                    <a:pt x="1943880" y="1050800"/>
                  </a:lnTo>
                  <a:lnTo>
                    <a:pt x="1942808" y="1050743"/>
                  </a:lnTo>
                  <a:lnTo>
                    <a:pt x="1941737" y="1050687"/>
                  </a:lnTo>
                  <a:lnTo>
                    <a:pt x="1940665" y="1050633"/>
                  </a:lnTo>
                  <a:lnTo>
                    <a:pt x="1939593" y="1050581"/>
                  </a:lnTo>
                  <a:lnTo>
                    <a:pt x="1938522" y="1050531"/>
                  </a:lnTo>
                  <a:lnTo>
                    <a:pt x="1937450" y="1050482"/>
                  </a:lnTo>
                  <a:lnTo>
                    <a:pt x="1936379" y="1050435"/>
                  </a:lnTo>
                  <a:lnTo>
                    <a:pt x="1935307" y="1050390"/>
                  </a:lnTo>
                  <a:lnTo>
                    <a:pt x="1934235" y="1050347"/>
                  </a:lnTo>
                  <a:lnTo>
                    <a:pt x="1933164" y="1050306"/>
                  </a:lnTo>
                  <a:lnTo>
                    <a:pt x="1932092" y="1050267"/>
                  </a:lnTo>
                  <a:lnTo>
                    <a:pt x="1931021" y="1050229"/>
                  </a:lnTo>
                  <a:lnTo>
                    <a:pt x="1929949" y="1050194"/>
                  </a:lnTo>
                  <a:lnTo>
                    <a:pt x="1928877" y="1050160"/>
                  </a:lnTo>
                  <a:lnTo>
                    <a:pt x="1927806" y="1050128"/>
                  </a:lnTo>
                  <a:lnTo>
                    <a:pt x="1926734" y="1050098"/>
                  </a:lnTo>
                  <a:lnTo>
                    <a:pt x="1925663" y="1050069"/>
                  </a:lnTo>
                  <a:lnTo>
                    <a:pt x="1924591" y="1050043"/>
                  </a:lnTo>
                  <a:lnTo>
                    <a:pt x="1923519" y="1050019"/>
                  </a:lnTo>
                  <a:lnTo>
                    <a:pt x="1922448" y="1049996"/>
                  </a:lnTo>
                  <a:lnTo>
                    <a:pt x="1921376" y="1049975"/>
                  </a:lnTo>
                  <a:lnTo>
                    <a:pt x="1920305" y="1049957"/>
                  </a:lnTo>
                  <a:lnTo>
                    <a:pt x="1919233" y="1049940"/>
                  </a:lnTo>
                  <a:lnTo>
                    <a:pt x="1918161" y="1049925"/>
                  </a:lnTo>
                  <a:lnTo>
                    <a:pt x="1917090" y="1049912"/>
                  </a:lnTo>
                  <a:lnTo>
                    <a:pt x="1916018" y="1049901"/>
                  </a:lnTo>
                  <a:lnTo>
                    <a:pt x="1914947" y="1049892"/>
                  </a:lnTo>
                  <a:lnTo>
                    <a:pt x="1913875" y="1049885"/>
                  </a:lnTo>
                  <a:lnTo>
                    <a:pt x="1912803" y="1049879"/>
                  </a:lnTo>
                  <a:lnTo>
                    <a:pt x="1911732" y="1049876"/>
                  </a:lnTo>
                  <a:lnTo>
                    <a:pt x="1910660" y="1049875"/>
                  </a:lnTo>
                  <a:lnTo>
                    <a:pt x="1909589" y="1049875"/>
                  </a:lnTo>
                  <a:lnTo>
                    <a:pt x="1908517" y="1049878"/>
                  </a:lnTo>
                  <a:lnTo>
                    <a:pt x="1907445" y="1049882"/>
                  </a:lnTo>
                  <a:lnTo>
                    <a:pt x="1906374" y="1049888"/>
                  </a:lnTo>
                  <a:lnTo>
                    <a:pt x="1905302" y="1049897"/>
                  </a:lnTo>
                  <a:lnTo>
                    <a:pt x="1904231" y="1049907"/>
                  </a:lnTo>
                  <a:lnTo>
                    <a:pt x="1903159" y="1049919"/>
                  </a:lnTo>
                  <a:lnTo>
                    <a:pt x="1902087" y="1049934"/>
                  </a:lnTo>
                  <a:lnTo>
                    <a:pt x="1901016" y="1049950"/>
                  </a:lnTo>
                  <a:lnTo>
                    <a:pt x="1899944" y="1049968"/>
                  </a:lnTo>
                  <a:lnTo>
                    <a:pt x="1898873" y="1049988"/>
                  </a:lnTo>
                  <a:lnTo>
                    <a:pt x="1897801" y="1050010"/>
                  </a:lnTo>
                  <a:lnTo>
                    <a:pt x="1896729" y="1050034"/>
                  </a:lnTo>
                  <a:lnTo>
                    <a:pt x="1895658" y="1050060"/>
                  </a:lnTo>
                  <a:lnTo>
                    <a:pt x="1894586" y="1050089"/>
                  </a:lnTo>
                  <a:lnTo>
                    <a:pt x="1893515" y="1050119"/>
                  </a:lnTo>
                  <a:lnTo>
                    <a:pt x="1892443" y="1050151"/>
                  </a:lnTo>
                  <a:lnTo>
                    <a:pt x="1891371" y="1050185"/>
                  </a:lnTo>
                  <a:lnTo>
                    <a:pt x="1890300" y="1050221"/>
                  </a:lnTo>
                  <a:lnTo>
                    <a:pt x="1889228" y="1050259"/>
                  </a:lnTo>
                  <a:lnTo>
                    <a:pt x="1888157" y="1050299"/>
                  </a:lnTo>
                  <a:lnTo>
                    <a:pt x="1887085" y="1050341"/>
                  </a:lnTo>
                  <a:lnTo>
                    <a:pt x="1886013" y="1050384"/>
                  </a:lnTo>
                  <a:lnTo>
                    <a:pt x="1884942" y="1050430"/>
                  </a:lnTo>
                  <a:lnTo>
                    <a:pt x="1883870" y="1050478"/>
                  </a:lnTo>
                  <a:lnTo>
                    <a:pt x="1882799" y="1050528"/>
                  </a:lnTo>
                  <a:lnTo>
                    <a:pt x="1881727" y="1050580"/>
                  </a:lnTo>
                  <a:lnTo>
                    <a:pt x="1880655" y="1050634"/>
                  </a:lnTo>
                  <a:lnTo>
                    <a:pt x="1879584" y="1050690"/>
                  </a:lnTo>
                  <a:lnTo>
                    <a:pt x="1878512" y="1050748"/>
                  </a:lnTo>
                  <a:lnTo>
                    <a:pt x="1877441" y="1050807"/>
                  </a:lnTo>
                  <a:lnTo>
                    <a:pt x="1876369" y="1050869"/>
                  </a:lnTo>
                  <a:lnTo>
                    <a:pt x="1875297" y="1050933"/>
                  </a:lnTo>
                  <a:lnTo>
                    <a:pt x="1874226" y="1050999"/>
                  </a:lnTo>
                  <a:lnTo>
                    <a:pt x="1873154" y="1051066"/>
                  </a:lnTo>
                  <a:lnTo>
                    <a:pt x="1872083" y="1051136"/>
                  </a:lnTo>
                  <a:lnTo>
                    <a:pt x="1871011" y="1051208"/>
                  </a:lnTo>
                  <a:lnTo>
                    <a:pt x="1869939" y="1051281"/>
                  </a:lnTo>
                  <a:lnTo>
                    <a:pt x="1868868" y="1051357"/>
                  </a:lnTo>
                  <a:lnTo>
                    <a:pt x="1867796" y="1051434"/>
                  </a:lnTo>
                  <a:lnTo>
                    <a:pt x="1866725" y="1051514"/>
                  </a:lnTo>
                  <a:lnTo>
                    <a:pt x="1865653" y="1051595"/>
                  </a:lnTo>
                  <a:lnTo>
                    <a:pt x="1864581" y="1051678"/>
                  </a:lnTo>
                  <a:lnTo>
                    <a:pt x="1863510" y="1051764"/>
                  </a:lnTo>
                  <a:lnTo>
                    <a:pt x="1862438" y="1051851"/>
                  </a:lnTo>
                  <a:lnTo>
                    <a:pt x="1861367" y="1051940"/>
                  </a:lnTo>
                  <a:lnTo>
                    <a:pt x="1860295" y="1052031"/>
                  </a:lnTo>
                  <a:lnTo>
                    <a:pt x="1859223" y="1052124"/>
                  </a:lnTo>
                  <a:lnTo>
                    <a:pt x="1858152" y="1052219"/>
                  </a:lnTo>
                  <a:lnTo>
                    <a:pt x="1857080" y="1052316"/>
                  </a:lnTo>
                  <a:lnTo>
                    <a:pt x="1856009" y="1052415"/>
                  </a:lnTo>
                  <a:lnTo>
                    <a:pt x="1854937" y="1052516"/>
                  </a:lnTo>
                  <a:lnTo>
                    <a:pt x="1853865" y="1052618"/>
                  </a:lnTo>
                  <a:lnTo>
                    <a:pt x="1852794" y="1052723"/>
                  </a:lnTo>
                  <a:lnTo>
                    <a:pt x="1851722" y="1052829"/>
                  </a:lnTo>
                  <a:lnTo>
                    <a:pt x="1850651" y="1052937"/>
                  </a:lnTo>
                  <a:lnTo>
                    <a:pt x="1849579" y="1053048"/>
                  </a:lnTo>
                  <a:lnTo>
                    <a:pt x="1848507" y="1053160"/>
                  </a:lnTo>
                  <a:lnTo>
                    <a:pt x="1847436" y="1053273"/>
                  </a:lnTo>
                  <a:lnTo>
                    <a:pt x="1846364" y="1053389"/>
                  </a:lnTo>
                  <a:lnTo>
                    <a:pt x="1845293" y="1053507"/>
                  </a:lnTo>
                  <a:lnTo>
                    <a:pt x="1844221" y="1053626"/>
                  </a:lnTo>
                  <a:lnTo>
                    <a:pt x="1843149" y="1053748"/>
                  </a:lnTo>
                  <a:lnTo>
                    <a:pt x="1842078" y="1053871"/>
                  </a:lnTo>
                  <a:lnTo>
                    <a:pt x="1841006" y="1053996"/>
                  </a:lnTo>
                  <a:lnTo>
                    <a:pt x="1839935" y="1054122"/>
                  </a:lnTo>
                  <a:lnTo>
                    <a:pt x="1838863" y="1054251"/>
                  </a:lnTo>
                  <a:lnTo>
                    <a:pt x="1837791" y="1054381"/>
                  </a:lnTo>
                  <a:lnTo>
                    <a:pt x="1836720" y="1054513"/>
                  </a:lnTo>
                  <a:lnTo>
                    <a:pt x="1835648" y="1054647"/>
                  </a:lnTo>
                  <a:lnTo>
                    <a:pt x="1834577" y="1054783"/>
                  </a:lnTo>
                  <a:lnTo>
                    <a:pt x="1833505" y="1054920"/>
                  </a:lnTo>
                  <a:lnTo>
                    <a:pt x="1832433" y="1055060"/>
                  </a:lnTo>
                  <a:lnTo>
                    <a:pt x="1831362" y="1055201"/>
                  </a:lnTo>
                  <a:lnTo>
                    <a:pt x="1830290" y="1055343"/>
                  </a:lnTo>
                  <a:lnTo>
                    <a:pt x="1829219" y="1055488"/>
                  </a:lnTo>
                  <a:lnTo>
                    <a:pt x="1828147" y="1055634"/>
                  </a:lnTo>
                  <a:lnTo>
                    <a:pt x="1827075" y="1055782"/>
                  </a:lnTo>
                  <a:lnTo>
                    <a:pt x="1826004" y="1055931"/>
                  </a:lnTo>
                  <a:lnTo>
                    <a:pt x="1824932" y="1056082"/>
                  </a:lnTo>
                  <a:lnTo>
                    <a:pt x="1823861" y="1056235"/>
                  </a:lnTo>
                  <a:lnTo>
                    <a:pt x="1822789" y="1056390"/>
                  </a:lnTo>
                  <a:lnTo>
                    <a:pt x="1821717" y="1056546"/>
                  </a:lnTo>
                  <a:lnTo>
                    <a:pt x="1820646" y="1056704"/>
                  </a:lnTo>
                  <a:lnTo>
                    <a:pt x="1819574" y="1056863"/>
                  </a:lnTo>
                  <a:lnTo>
                    <a:pt x="1818503" y="1057024"/>
                  </a:lnTo>
                  <a:lnTo>
                    <a:pt x="1817431" y="1057187"/>
                  </a:lnTo>
                  <a:lnTo>
                    <a:pt x="1816359" y="1057351"/>
                  </a:lnTo>
                  <a:lnTo>
                    <a:pt x="1815288" y="1057517"/>
                  </a:lnTo>
                  <a:lnTo>
                    <a:pt x="1814216" y="1057684"/>
                  </a:lnTo>
                  <a:lnTo>
                    <a:pt x="1813145" y="1057853"/>
                  </a:lnTo>
                  <a:lnTo>
                    <a:pt x="1812073" y="1058024"/>
                  </a:lnTo>
                  <a:lnTo>
                    <a:pt x="1811001" y="1058195"/>
                  </a:lnTo>
                  <a:lnTo>
                    <a:pt x="1809930" y="1058369"/>
                  </a:lnTo>
                  <a:lnTo>
                    <a:pt x="1808858" y="1058544"/>
                  </a:lnTo>
                  <a:lnTo>
                    <a:pt x="1807787" y="1058720"/>
                  </a:lnTo>
                  <a:lnTo>
                    <a:pt x="1806715" y="1058898"/>
                  </a:lnTo>
                  <a:lnTo>
                    <a:pt x="1805643" y="1059078"/>
                  </a:lnTo>
                  <a:lnTo>
                    <a:pt x="1804572" y="1059259"/>
                  </a:lnTo>
                  <a:lnTo>
                    <a:pt x="1803500" y="1059441"/>
                  </a:lnTo>
                  <a:lnTo>
                    <a:pt x="1802429" y="1059625"/>
                  </a:lnTo>
                  <a:lnTo>
                    <a:pt x="1801357" y="1059810"/>
                  </a:lnTo>
                  <a:lnTo>
                    <a:pt x="1800285" y="1059996"/>
                  </a:lnTo>
                  <a:lnTo>
                    <a:pt x="1799214" y="1060184"/>
                  </a:lnTo>
                  <a:lnTo>
                    <a:pt x="1798142" y="1060373"/>
                  </a:lnTo>
                  <a:lnTo>
                    <a:pt x="1797071" y="1060564"/>
                  </a:lnTo>
                  <a:lnTo>
                    <a:pt x="1795999" y="1060756"/>
                  </a:lnTo>
                  <a:lnTo>
                    <a:pt x="1794927" y="1060949"/>
                  </a:lnTo>
                  <a:lnTo>
                    <a:pt x="1793856" y="1061143"/>
                  </a:lnTo>
                  <a:lnTo>
                    <a:pt x="1792784" y="1061339"/>
                  </a:lnTo>
                  <a:lnTo>
                    <a:pt x="1791713" y="1061536"/>
                  </a:lnTo>
                  <a:lnTo>
                    <a:pt x="1790641" y="1061735"/>
                  </a:lnTo>
                  <a:lnTo>
                    <a:pt x="1789569" y="1061934"/>
                  </a:lnTo>
                  <a:lnTo>
                    <a:pt x="1788498" y="1062135"/>
                  </a:lnTo>
                  <a:lnTo>
                    <a:pt x="1787426" y="1062337"/>
                  </a:lnTo>
                  <a:lnTo>
                    <a:pt x="1786355" y="1062540"/>
                  </a:lnTo>
                  <a:lnTo>
                    <a:pt x="1785283" y="1062744"/>
                  </a:lnTo>
                  <a:lnTo>
                    <a:pt x="1784211" y="1062950"/>
                  </a:lnTo>
                  <a:lnTo>
                    <a:pt x="1783140" y="1063156"/>
                  </a:lnTo>
                  <a:lnTo>
                    <a:pt x="1782068" y="1063364"/>
                  </a:lnTo>
                  <a:lnTo>
                    <a:pt x="1780997" y="1063572"/>
                  </a:lnTo>
                  <a:lnTo>
                    <a:pt x="1779925" y="1063782"/>
                  </a:lnTo>
                  <a:lnTo>
                    <a:pt x="1778853" y="1063993"/>
                  </a:lnTo>
                  <a:lnTo>
                    <a:pt x="1777782" y="1064205"/>
                  </a:lnTo>
                  <a:lnTo>
                    <a:pt x="1776710" y="1064418"/>
                  </a:lnTo>
                  <a:lnTo>
                    <a:pt x="1775639" y="1064632"/>
                  </a:lnTo>
                  <a:lnTo>
                    <a:pt x="1774567" y="1064847"/>
                  </a:lnTo>
                  <a:lnTo>
                    <a:pt x="1773496" y="1065063"/>
                  </a:lnTo>
                  <a:lnTo>
                    <a:pt x="1772424" y="1065280"/>
                  </a:lnTo>
                  <a:lnTo>
                    <a:pt x="1771352" y="1065498"/>
                  </a:lnTo>
                  <a:lnTo>
                    <a:pt x="1770281" y="1065716"/>
                  </a:lnTo>
                  <a:lnTo>
                    <a:pt x="1769209" y="1065936"/>
                  </a:lnTo>
                  <a:lnTo>
                    <a:pt x="1768138" y="1066157"/>
                  </a:lnTo>
                  <a:lnTo>
                    <a:pt x="1767066" y="1066378"/>
                  </a:lnTo>
                  <a:lnTo>
                    <a:pt x="1765994" y="1066600"/>
                  </a:lnTo>
                  <a:lnTo>
                    <a:pt x="1764923" y="1066823"/>
                  </a:lnTo>
                  <a:lnTo>
                    <a:pt x="1763851" y="1067047"/>
                  </a:lnTo>
                  <a:lnTo>
                    <a:pt x="1762780" y="1067272"/>
                  </a:lnTo>
                  <a:lnTo>
                    <a:pt x="1761708" y="1067497"/>
                  </a:lnTo>
                  <a:lnTo>
                    <a:pt x="1760636" y="1067723"/>
                  </a:lnTo>
                  <a:lnTo>
                    <a:pt x="1759565" y="1067950"/>
                  </a:lnTo>
                  <a:lnTo>
                    <a:pt x="1758493" y="1068178"/>
                  </a:lnTo>
                  <a:lnTo>
                    <a:pt x="1757422" y="1068406"/>
                  </a:lnTo>
                  <a:lnTo>
                    <a:pt x="1756350" y="1068635"/>
                  </a:lnTo>
                  <a:lnTo>
                    <a:pt x="1755278" y="1068864"/>
                  </a:lnTo>
                  <a:lnTo>
                    <a:pt x="1754207" y="1069095"/>
                  </a:lnTo>
                  <a:lnTo>
                    <a:pt x="1753135" y="1069325"/>
                  </a:lnTo>
                  <a:lnTo>
                    <a:pt x="1752064" y="1069557"/>
                  </a:lnTo>
                  <a:lnTo>
                    <a:pt x="1750992" y="1069789"/>
                  </a:lnTo>
                  <a:lnTo>
                    <a:pt x="1749920" y="1070021"/>
                  </a:lnTo>
                  <a:lnTo>
                    <a:pt x="1748849" y="1070254"/>
                  </a:lnTo>
                  <a:lnTo>
                    <a:pt x="1747777" y="1070488"/>
                  </a:lnTo>
                  <a:lnTo>
                    <a:pt x="1746706" y="1070722"/>
                  </a:lnTo>
                  <a:lnTo>
                    <a:pt x="1745634" y="1070957"/>
                  </a:lnTo>
                  <a:lnTo>
                    <a:pt x="1744562" y="1071191"/>
                  </a:lnTo>
                  <a:lnTo>
                    <a:pt x="1743491" y="1071427"/>
                  </a:lnTo>
                  <a:lnTo>
                    <a:pt x="1742419" y="1071663"/>
                  </a:lnTo>
                  <a:lnTo>
                    <a:pt x="1741348" y="1071899"/>
                  </a:lnTo>
                  <a:lnTo>
                    <a:pt x="1740276" y="1072135"/>
                  </a:lnTo>
                  <a:lnTo>
                    <a:pt x="1739204" y="1072372"/>
                  </a:lnTo>
                  <a:lnTo>
                    <a:pt x="1738133" y="1072609"/>
                  </a:lnTo>
                  <a:lnTo>
                    <a:pt x="1737061" y="1072847"/>
                  </a:lnTo>
                  <a:lnTo>
                    <a:pt x="1735990" y="1073085"/>
                  </a:lnTo>
                  <a:lnTo>
                    <a:pt x="1734918" y="1073323"/>
                  </a:lnTo>
                  <a:lnTo>
                    <a:pt x="1733846" y="1073561"/>
                  </a:lnTo>
                  <a:lnTo>
                    <a:pt x="1732775" y="1073800"/>
                  </a:lnTo>
                  <a:lnTo>
                    <a:pt x="1731703" y="1074038"/>
                  </a:lnTo>
                  <a:lnTo>
                    <a:pt x="1730632" y="1074277"/>
                  </a:lnTo>
                  <a:lnTo>
                    <a:pt x="1729560" y="1074516"/>
                  </a:lnTo>
                  <a:lnTo>
                    <a:pt x="1728488" y="1074756"/>
                  </a:lnTo>
                  <a:lnTo>
                    <a:pt x="1727417" y="1074995"/>
                  </a:lnTo>
                  <a:lnTo>
                    <a:pt x="1726345" y="1075234"/>
                  </a:lnTo>
                  <a:lnTo>
                    <a:pt x="1725274" y="1075474"/>
                  </a:lnTo>
                  <a:lnTo>
                    <a:pt x="1724202" y="1075713"/>
                  </a:lnTo>
                  <a:lnTo>
                    <a:pt x="1723130" y="1075953"/>
                  </a:lnTo>
                  <a:lnTo>
                    <a:pt x="1722059" y="1076193"/>
                  </a:lnTo>
                  <a:lnTo>
                    <a:pt x="1720987" y="1076432"/>
                  </a:lnTo>
                  <a:lnTo>
                    <a:pt x="1719916" y="1076672"/>
                  </a:lnTo>
                  <a:lnTo>
                    <a:pt x="1718844" y="1076911"/>
                  </a:lnTo>
                  <a:lnTo>
                    <a:pt x="1717772" y="1077151"/>
                  </a:lnTo>
                  <a:lnTo>
                    <a:pt x="1716701" y="1077390"/>
                  </a:lnTo>
                  <a:lnTo>
                    <a:pt x="1715629" y="1077629"/>
                  </a:lnTo>
                  <a:lnTo>
                    <a:pt x="1714558" y="1077868"/>
                  </a:lnTo>
                  <a:lnTo>
                    <a:pt x="1713486" y="1078107"/>
                  </a:lnTo>
                  <a:lnTo>
                    <a:pt x="1712414" y="1078346"/>
                  </a:lnTo>
                  <a:lnTo>
                    <a:pt x="1711343" y="1078585"/>
                  </a:lnTo>
                  <a:lnTo>
                    <a:pt x="1710271" y="1078823"/>
                  </a:lnTo>
                  <a:lnTo>
                    <a:pt x="1709200" y="1079061"/>
                  </a:lnTo>
                  <a:lnTo>
                    <a:pt x="1708128" y="1079299"/>
                  </a:lnTo>
                  <a:lnTo>
                    <a:pt x="1707056" y="1079536"/>
                  </a:lnTo>
                  <a:lnTo>
                    <a:pt x="1705985" y="1079774"/>
                  </a:lnTo>
                  <a:lnTo>
                    <a:pt x="1704913" y="1080011"/>
                  </a:lnTo>
                  <a:lnTo>
                    <a:pt x="1703842" y="1080247"/>
                  </a:lnTo>
                  <a:lnTo>
                    <a:pt x="1702770" y="1080484"/>
                  </a:lnTo>
                  <a:lnTo>
                    <a:pt x="1701698" y="1080719"/>
                  </a:lnTo>
                  <a:lnTo>
                    <a:pt x="1700627" y="1080955"/>
                  </a:lnTo>
                  <a:lnTo>
                    <a:pt x="1699555" y="1081190"/>
                  </a:lnTo>
                  <a:lnTo>
                    <a:pt x="1698484" y="1081424"/>
                  </a:lnTo>
                  <a:lnTo>
                    <a:pt x="1697412" y="1081659"/>
                  </a:lnTo>
                  <a:lnTo>
                    <a:pt x="1696340" y="1081892"/>
                  </a:lnTo>
                  <a:lnTo>
                    <a:pt x="1695269" y="1082125"/>
                  </a:lnTo>
                  <a:lnTo>
                    <a:pt x="1694197" y="1082358"/>
                  </a:lnTo>
                  <a:lnTo>
                    <a:pt x="1693126" y="1082590"/>
                  </a:lnTo>
                  <a:lnTo>
                    <a:pt x="1692054" y="1082821"/>
                  </a:lnTo>
                  <a:lnTo>
                    <a:pt x="1690982" y="1083052"/>
                  </a:lnTo>
                  <a:lnTo>
                    <a:pt x="1689911" y="1083282"/>
                  </a:lnTo>
                  <a:lnTo>
                    <a:pt x="1688839" y="1083512"/>
                  </a:lnTo>
                  <a:lnTo>
                    <a:pt x="1687768" y="1083741"/>
                  </a:lnTo>
                  <a:lnTo>
                    <a:pt x="1686696" y="1083969"/>
                  </a:lnTo>
                  <a:lnTo>
                    <a:pt x="1685624" y="1084197"/>
                  </a:lnTo>
                  <a:lnTo>
                    <a:pt x="1684553" y="1084424"/>
                  </a:lnTo>
                  <a:lnTo>
                    <a:pt x="1683481" y="1084650"/>
                  </a:lnTo>
                  <a:lnTo>
                    <a:pt x="1682410" y="1084876"/>
                  </a:lnTo>
                  <a:lnTo>
                    <a:pt x="1681338" y="1085100"/>
                  </a:lnTo>
                  <a:lnTo>
                    <a:pt x="1680266" y="1085324"/>
                  </a:lnTo>
                  <a:lnTo>
                    <a:pt x="1679195" y="1085547"/>
                  </a:lnTo>
                  <a:lnTo>
                    <a:pt x="1678123" y="1085769"/>
                  </a:lnTo>
                  <a:lnTo>
                    <a:pt x="1677052" y="1085991"/>
                  </a:lnTo>
                  <a:lnTo>
                    <a:pt x="1675980" y="1086211"/>
                  </a:lnTo>
                  <a:lnTo>
                    <a:pt x="1674908" y="1086431"/>
                  </a:lnTo>
                  <a:lnTo>
                    <a:pt x="1673837" y="1086649"/>
                  </a:lnTo>
                  <a:lnTo>
                    <a:pt x="1672765" y="1086867"/>
                  </a:lnTo>
                  <a:lnTo>
                    <a:pt x="1671694" y="1087084"/>
                  </a:lnTo>
                  <a:lnTo>
                    <a:pt x="1670622" y="1087300"/>
                  </a:lnTo>
                  <a:lnTo>
                    <a:pt x="1669550" y="1087515"/>
                  </a:lnTo>
                  <a:lnTo>
                    <a:pt x="1668479" y="1087728"/>
                  </a:lnTo>
                  <a:lnTo>
                    <a:pt x="1667407" y="1087941"/>
                  </a:lnTo>
                  <a:lnTo>
                    <a:pt x="1666336" y="1088153"/>
                  </a:lnTo>
                  <a:lnTo>
                    <a:pt x="1665264" y="1088364"/>
                  </a:lnTo>
                  <a:lnTo>
                    <a:pt x="1664192" y="1088573"/>
                  </a:lnTo>
                  <a:lnTo>
                    <a:pt x="1663121" y="1088782"/>
                  </a:lnTo>
                  <a:lnTo>
                    <a:pt x="1662049" y="1088989"/>
                  </a:lnTo>
                  <a:lnTo>
                    <a:pt x="1660978" y="1089195"/>
                  </a:lnTo>
                  <a:lnTo>
                    <a:pt x="1659906" y="1089400"/>
                  </a:lnTo>
                  <a:lnTo>
                    <a:pt x="1658834" y="1089604"/>
                  </a:lnTo>
                  <a:lnTo>
                    <a:pt x="1657763" y="1089807"/>
                  </a:lnTo>
                  <a:lnTo>
                    <a:pt x="1656691" y="1090075"/>
                  </a:lnTo>
                  <a:lnTo>
                    <a:pt x="1655620" y="1091272"/>
                  </a:lnTo>
                  <a:lnTo>
                    <a:pt x="1654548" y="1092472"/>
                  </a:lnTo>
                  <a:lnTo>
                    <a:pt x="1653476" y="1093676"/>
                  </a:lnTo>
                  <a:lnTo>
                    <a:pt x="1652405" y="1094882"/>
                  </a:lnTo>
                  <a:lnTo>
                    <a:pt x="1651333" y="1096092"/>
                  </a:lnTo>
                  <a:lnTo>
                    <a:pt x="1650262" y="1097305"/>
                  </a:lnTo>
                  <a:lnTo>
                    <a:pt x="1649190" y="1098521"/>
                  </a:lnTo>
                  <a:lnTo>
                    <a:pt x="1648118" y="1099740"/>
                  </a:lnTo>
                  <a:lnTo>
                    <a:pt x="1647047" y="1100962"/>
                  </a:lnTo>
                  <a:lnTo>
                    <a:pt x="1645975" y="1102187"/>
                  </a:lnTo>
                  <a:lnTo>
                    <a:pt x="1644904" y="1103415"/>
                  </a:lnTo>
                  <a:lnTo>
                    <a:pt x="1643832" y="1104647"/>
                  </a:lnTo>
                  <a:lnTo>
                    <a:pt x="1642760" y="1105881"/>
                  </a:lnTo>
                  <a:lnTo>
                    <a:pt x="1641689" y="1107118"/>
                  </a:lnTo>
                  <a:lnTo>
                    <a:pt x="1640617" y="1108359"/>
                  </a:lnTo>
                  <a:lnTo>
                    <a:pt x="1639546" y="1109602"/>
                  </a:lnTo>
                  <a:lnTo>
                    <a:pt x="1638474" y="1110848"/>
                  </a:lnTo>
                  <a:lnTo>
                    <a:pt x="1637402" y="1112097"/>
                  </a:lnTo>
                  <a:lnTo>
                    <a:pt x="1636331" y="1113349"/>
                  </a:lnTo>
                  <a:lnTo>
                    <a:pt x="1635259" y="1114604"/>
                  </a:lnTo>
                  <a:lnTo>
                    <a:pt x="1634188" y="1115862"/>
                  </a:lnTo>
                  <a:lnTo>
                    <a:pt x="1633116" y="1117123"/>
                  </a:lnTo>
                  <a:lnTo>
                    <a:pt x="1632044" y="1118386"/>
                  </a:lnTo>
                  <a:lnTo>
                    <a:pt x="1630973" y="1119652"/>
                  </a:lnTo>
                  <a:lnTo>
                    <a:pt x="1629901" y="1120921"/>
                  </a:lnTo>
                  <a:lnTo>
                    <a:pt x="1628830" y="1122193"/>
                  </a:lnTo>
                  <a:lnTo>
                    <a:pt x="1627758" y="1123467"/>
                  </a:lnTo>
                  <a:lnTo>
                    <a:pt x="1626686" y="1124745"/>
                  </a:lnTo>
                  <a:lnTo>
                    <a:pt x="1625615" y="1126024"/>
                  </a:lnTo>
                  <a:lnTo>
                    <a:pt x="1624543" y="1127307"/>
                  </a:lnTo>
                  <a:lnTo>
                    <a:pt x="1623472" y="1128592"/>
                  </a:lnTo>
                  <a:lnTo>
                    <a:pt x="1622400" y="1129880"/>
                  </a:lnTo>
                  <a:lnTo>
                    <a:pt x="1621328" y="1131170"/>
                  </a:lnTo>
                  <a:lnTo>
                    <a:pt x="1620257" y="1132463"/>
                  </a:lnTo>
                  <a:lnTo>
                    <a:pt x="1619185" y="1133759"/>
                  </a:lnTo>
                  <a:lnTo>
                    <a:pt x="1618114" y="1135057"/>
                  </a:lnTo>
                  <a:lnTo>
                    <a:pt x="1617042" y="1136358"/>
                  </a:lnTo>
                  <a:lnTo>
                    <a:pt x="1615970" y="1137661"/>
                  </a:lnTo>
                  <a:lnTo>
                    <a:pt x="1614899" y="1138966"/>
                  </a:lnTo>
                  <a:lnTo>
                    <a:pt x="1613827" y="1140274"/>
                  </a:lnTo>
                  <a:lnTo>
                    <a:pt x="1612756" y="1141585"/>
                  </a:lnTo>
                  <a:lnTo>
                    <a:pt x="1611684" y="1142897"/>
                  </a:lnTo>
                  <a:lnTo>
                    <a:pt x="1610612" y="1144213"/>
                  </a:lnTo>
                  <a:lnTo>
                    <a:pt x="1609541" y="1145530"/>
                  </a:lnTo>
                  <a:lnTo>
                    <a:pt x="1608469" y="1146850"/>
                  </a:lnTo>
                  <a:lnTo>
                    <a:pt x="1607398" y="1148172"/>
                  </a:lnTo>
                  <a:lnTo>
                    <a:pt x="1606326" y="1149496"/>
                  </a:lnTo>
                  <a:lnTo>
                    <a:pt x="1605254" y="1150823"/>
                  </a:lnTo>
                  <a:lnTo>
                    <a:pt x="1604183" y="1152152"/>
                  </a:lnTo>
                  <a:lnTo>
                    <a:pt x="1603111" y="1153483"/>
                  </a:lnTo>
                  <a:lnTo>
                    <a:pt x="1602040" y="1154816"/>
                  </a:lnTo>
                  <a:lnTo>
                    <a:pt x="1600968" y="1156152"/>
                  </a:lnTo>
                  <a:lnTo>
                    <a:pt x="1599896" y="1157489"/>
                  </a:lnTo>
                  <a:lnTo>
                    <a:pt x="1598825" y="1158829"/>
                  </a:lnTo>
                  <a:lnTo>
                    <a:pt x="1597753" y="1160171"/>
                  </a:lnTo>
                  <a:lnTo>
                    <a:pt x="1596682" y="1161514"/>
                  </a:lnTo>
                  <a:lnTo>
                    <a:pt x="1595610" y="1162860"/>
                  </a:lnTo>
                  <a:lnTo>
                    <a:pt x="1594539" y="1164208"/>
                  </a:lnTo>
                  <a:lnTo>
                    <a:pt x="1593467" y="1165558"/>
                  </a:lnTo>
                  <a:lnTo>
                    <a:pt x="1592395" y="1166909"/>
                  </a:lnTo>
                  <a:lnTo>
                    <a:pt x="1591324" y="1168263"/>
                  </a:lnTo>
                  <a:lnTo>
                    <a:pt x="1590252" y="1169619"/>
                  </a:lnTo>
                  <a:lnTo>
                    <a:pt x="1589181" y="1170976"/>
                  </a:lnTo>
                  <a:lnTo>
                    <a:pt x="1588109" y="1172335"/>
                  </a:lnTo>
                  <a:lnTo>
                    <a:pt x="1587037" y="1173696"/>
                  </a:lnTo>
                  <a:lnTo>
                    <a:pt x="1585966" y="1175059"/>
                  </a:lnTo>
                  <a:lnTo>
                    <a:pt x="1584894" y="1176424"/>
                  </a:lnTo>
                  <a:lnTo>
                    <a:pt x="1583823" y="1177791"/>
                  </a:lnTo>
                  <a:lnTo>
                    <a:pt x="1582751" y="1179159"/>
                  </a:lnTo>
                  <a:lnTo>
                    <a:pt x="1581679" y="1180529"/>
                  </a:lnTo>
                  <a:lnTo>
                    <a:pt x="1580608" y="1181900"/>
                  </a:lnTo>
                  <a:lnTo>
                    <a:pt x="1579536" y="1183273"/>
                  </a:lnTo>
                  <a:lnTo>
                    <a:pt x="1578465" y="1184648"/>
                  </a:lnTo>
                  <a:lnTo>
                    <a:pt x="1577393" y="1186025"/>
                  </a:lnTo>
                  <a:lnTo>
                    <a:pt x="1576321" y="1187403"/>
                  </a:lnTo>
                  <a:lnTo>
                    <a:pt x="1575250" y="1188782"/>
                  </a:lnTo>
                  <a:lnTo>
                    <a:pt x="1574178" y="1190163"/>
                  </a:lnTo>
                  <a:lnTo>
                    <a:pt x="1573107" y="1191546"/>
                  </a:lnTo>
                  <a:lnTo>
                    <a:pt x="1572035" y="1192930"/>
                  </a:lnTo>
                  <a:lnTo>
                    <a:pt x="1570963" y="1194316"/>
                  </a:lnTo>
                  <a:lnTo>
                    <a:pt x="1569892" y="1195703"/>
                  </a:lnTo>
                  <a:lnTo>
                    <a:pt x="1568820" y="1197091"/>
                  </a:lnTo>
                  <a:lnTo>
                    <a:pt x="1567749" y="1198481"/>
                  </a:lnTo>
                  <a:lnTo>
                    <a:pt x="1566677" y="1199872"/>
                  </a:lnTo>
                  <a:lnTo>
                    <a:pt x="1565605" y="1201264"/>
                  </a:lnTo>
                  <a:lnTo>
                    <a:pt x="1564534" y="1202658"/>
                  </a:lnTo>
                  <a:lnTo>
                    <a:pt x="1563462" y="1204053"/>
                  </a:lnTo>
                  <a:lnTo>
                    <a:pt x="1562391" y="1205449"/>
                  </a:lnTo>
                  <a:lnTo>
                    <a:pt x="1561319" y="1206847"/>
                  </a:lnTo>
                  <a:lnTo>
                    <a:pt x="1560247" y="1208245"/>
                  </a:lnTo>
                  <a:lnTo>
                    <a:pt x="1559176" y="1209645"/>
                  </a:lnTo>
                  <a:lnTo>
                    <a:pt x="1558104" y="1211046"/>
                  </a:lnTo>
                  <a:lnTo>
                    <a:pt x="1557033" y="1212448"/>
                  </a:lnTo>
                  <a:lnTo>
                    <a:pt x="1555961" y="1213851"/>
                  </a:lnTo>
                  <a:lnTo>
                    <a:pt x="1554889" y="1215255"/>
                  </a:lnTo>
                  <a:lnTo>
                    <a:pt x="1553818" y="1216661"/>
                  </a:lnTo>
                  <a:lnTo>
                    <a:pt x="1552746" y="1218067"/>
                  </a:lnTo>
                  <a:lnTo>
                    <a:pt x="1551675" y="1219474"/>
                  </a:lnTo>
                  <a:lnTo>
                    <a:pt x="1550603" y="1220883"/>
                  </a:lnTo>
                  <a:lnTo>
                    <a:pt x="1549531" y="1222292"/>
                  </a:lnTo>
                  <a:lnTo>
                    <a:pt x="1548460" y="1223702"/>
                  </a:lnTo>
                  <a:lnTo>
                    <a:pt x="1547388" y="1225113"/>
                  </a:lnTo>
                  <a:lnTo>
                    <a:pt x="1546317" y="1226525"/>
                  </a:lnTo>
                  <a:lnTo>
                    <a:pt x="1545245" y="1227938"/>
                  </a:lnTo>
                  <a:lnTo>
                    <a:pt x="1544173" y="1229351"/>
                  </a:lnTo>
                  <a:lnTo>
                    <a:pt x="1543102" y="1230766"/>
                  </a:lnTo>
                  <a:lnTo>
                    <a:pt x="1542030" y="1232181"/>
                  </a:lnTo>
                  <a:lnTo>
                    <a:pt x="1540959" y="1233597"/>
                  </a:lnTo>
                  <a:lnTo>
                    <a:pt x="1539887" y="1235013"/>
                  </a:lnTo>
                  <a:lnTo>
                    <a:pt x="1538815" y="1236431"/>
                  </a:lnTo>
                  <a:lnTo>
                    <a:pt x="1537744" y="1237849"/>
                  </a:lnTo>
                  <a:lnTo>
                    <a:pt x="1536672" y="1239267"/>
                  </a:lnTo>
                  <a:lnTo>
                    <a:pt x="1535601" y="1240687"/>
                  </a:lnTo>
                  <a:lnTo>
                    <a:pt x="1534529" y="1242107"/>
                  </a:lnTo>
                  <a:lnTo>
                    <a:pt x="1533457" y="1243527"/>
                  </a:lnTo>
                  <a:lnTo>
                    <a:pt x="1532386" y="1244948"/>
                  </a:lnTo>
                  <a:lnTo>
                    <a:pt x="1531314" y="1246370"/>
                  </a:lnTo>
                  <a:lnTo>
                    <a:pt x="1530243" y="1247792"/>
                  </a:lnTo>
                  <a:lnTo>
                    <a:pt x="1529171" y="1249214"/>
                  </a:lnTo>
                  <a:lnTo>
                    <a:pt x="1528099" y="1250637"/>
                  </a:lnTo>
                  <a:lnTo>
                    <a:pt x="1527028" y="1252060"/>
                  </a:lnTo>
                  <a:lnTo>
                    <a:pt x="1525956" y="1253484"/>
                  </a:lnTo>
                  <a:lnTo>
                    <a:pt x="1524885" y="1254908"/>
                  </a:lnTo>
                  <a:lnTo>
                    <a:pt x="1523813" y="1256333"/>
                  </a:lnTo>
                  <a:lnTo>
                    <a:pt x="1522741" y="1257758"/>
                  </a:lnTo>
                  <a:lnTo>
                    <a:pt x="1521670" y="1259183"/>
                  </a:lnTo>
                  <a:lnTo>
                    <a:pt x="1520598" y="1260608"/>
                  </a:lnTo>
                  <a:lnTo>
                    <a:pt x="1519527" y="1262034"/>
                  </a:lnTo>
                  <a:lnTo>
                    <a:pt x="1518455" y="1263460"/>
                  </a:lnTo>
                  <a:lnTo>
                    <a:pt x="1517383" y="1264886"/>
                  </a:lnTo>
                  <a:lnTo>
                    <a:pt x="1516312" y="1266313"/>
                  </a:lnTo>
                  <a:lnTo>
                    <a:pt x="1515240" y="1267739"/>
                  </a:lnTo>
                  <a:lnTo>
                    <a:pt x="1514169" y="1269166"/>
                  </a:lnTo>
                  <a:lnTo>
                    <a:pt x="1513097" y="1270593"/>
                  </a:lnTo>
                  <a:lnTo>
                    <a:pt x="1512025" y="1272020"/>
                  </a:lnTo>
                  <a:lnTo>
                    <a:pt x="1510954" y="1273447"/>
                  </a:lnTo>
                  <a:lnTo>
                    <a:pt x="1509882" y="1274874"/>
                  </a:lnTo>
                  <a:lnTo>
                    <a:pt x="1508811" y="1276301"/>
                  </a:lnTo>
                  <a:lnTo>
                    <a:pt x="1507739" y="1277728"/>
                  </a:lnTo>
                  <a:lnTo>
                    <a:pt x="1506667" y="1279155"/>
                  </a:lnTo>
                  <a:lnTo>
                    <a:pt x="1505596" y="1280582"/>
                  </a:lnTo>
                  <a:lnTo>
                    <a:pt x="1504524" y="1282009"/>
                  </a:lnTo>
                  <a:lnTo>
                    <a:pt x="1503453" y="1283436"/>
                  </a:lnTo>
                  <a:lnTo>
                    <a:pt x="1502381" y="1284863"/>
                  </a:lnTo>
                  <a:lnTo>
                    <a:pt x="1501309" y="1286290"/>
                  </a:lnTo>
                  <a:lnTo>
                    <a:pt x="1500238" y="1287716"/>
                  </a:lnTo>
                  <a:lnTo>
                    <a:pt x="1499166" y="1289142"/>
                  </a:lnTo>
                  <a:lnTo>
                    <a:pt x="1498095" y="1290569"/>
                  </a:lnTo>
                  <a:lnTo>
                    <a:pt x="1497023" y="1291995"/>
                  </a:lnTo>
                  <a:lnTo>
                    <a:pt x="1495951" y="1293420"/>
                  </a:lnTo>
                  <a:lnTo>
                    <a:pt x="1494880" y="1294846"/>
                  </a:lnTo>
                  <a:lnTo>
                    <a:pt x="1493808" y="1296271"/>
                  </a:lnTo>
                  <a:lnTo>
                    <a:pt x="1492737" y="1297696"/>
                  </a:lnTo>
                  <a:lnTo>
                    <a:pt x="1491665" y="1299120"/>
                  </a:lnTo>
                  <a:lnTo>
                    <a:pt x="1490593" y="1300544"/>
                  </a:lnTo>
                  <a:lnTo>
                    <a:pt x="1489522" y="1301968"/>
                  </a:lnTo>
                  <a:lnTo>
                    <a:pt x="1488450" y="1303392"/>
                  </a:lnTo>
                  <a:lnTo>
                    <a:pt x="1487379" y="1304815"/>
                  </a:lnTo>
                  <a:lnTo>
                    <a:pt x="1486307" y="1306237"/>
                  </a:lnTo>
                  <a:lnTo>
                    <a:pt x="1485235" y="1307659"/>
                  </a:lnTo>
                  <a:lnTo>
                    <a:pt x="1484164" y="1309081"/>
                  </a:lnTo>
                  <a:lnTo>
                    <a:pt x="1483092" y="1310502"/>
                  </a:lnTo>
                  <a:lnTo>
                    <a:pt x="1482021" y="1311923"/>
                  </a:lnTo>
                  <a:lnTo>
                    <a:pt x="1480949" y="1313343"/>
                  </a:lnTo>
                  <a:lnTo>
                    <a:pt x="1479877" y="1314762"/>
                  </a:lnTo>
                  <a:lnTo>
                    <a:pt x="1478806" y="1316181"/>
                  </a:lnTo>
                  <a:lnTo>
                    <a:pt x="1477734" y="1317600"/>
                  </a:lnTo>
                  <a:lnTo>
                    <a:pt x="1476663" y="1319017"/>
                  </a:lnTo>
                  <a:lnTo>
                    <a:pt x="1475591" y="1320434"/>
                  </a:lnTo>
                  <a:lnTo>
                    <a:pt x="1474519" y="1321851"/>
                  </a:lnTo>
                  <a:lnTo>
                    <a:pt x="1473448" y="1323266"/>
                  </a:lnTo>
                  <a:lnTo>
                    <a:pt x="1472376" y="1324681"/>
                  </a:lnTo>
                  <a:lnTo>
                    <a:pt x="1471305" y="1326096"/>
                  </a:lnTo>
                  <a:lnTo>
                    <a:pt x="1470233" y="1327509"/>
                  </a:lnTo>
                  <a:lnTo>
                    <a:pt x="1469161" y="1328922"/>
                  </a:lnTo>
                  <a:lnTo>
                    <a:pt x="1468090" y="1330334"/>
                  </a:lnTo>
                  <a:lnTo>
                    <a:pt x="1467018" y="1331745"/>
                  </a:lnTo>
                  <a:lnTo>
                    <a:pt x="1465947" y="1333156"/>
                  </a:lnTo>
                  <a:lnTo>
                    <a:pt x="1464875" y="1334565"/>
                  </a:lnTo>
                  <a:lnTo>
                    <a:pt x="1463803" y="1335974"/>
                  </a:lnTo>
                  <a:lnTo>
                    <a:pt x="1462732" y="1337382"/>
                  </a:lnTo>
                  <a:lnTo>
                    <a:pt x="1461660" y="1338788"/>
                  </a:lnTo>
                  <a:lnTo>
                    <a:pt x="1460589" y="1340194"/>
                  </a:lnTo>
                  <a:lnTo>
                    <a:pt x="1459517" y="1341599"/>
                  </a:lnTo>
                  <a:lnTo>
                    <a:pt x="1458445" y="1343003"/>
                  </a:lnTo>
                  <a:lnTo>
                    <a:pt x="1457374" y="1344407"/>
                  </a:lnTo>
                  <a:lnTo>
                    <a:pt x="1456302" y="1345809"/>
                  </a:lnTo>
                  <a:lnTo>
                    <a:pt x="1455231" y="1347210"/>
                  </a:lnTo>
                  <a:lnTo>
                    <a:pt x="1454159" y="1348610"/>
                  </a:lnTo>
                  <a:lnTo>
                    <a:pt x="1453087" y="1350009"/>
                  </a:lnTo>
                  <a:lnTo>
                    <a:pt x="1452016" y="1351406"/>
                  </a:lnTo>
                  <a:lnTo>
                    <a:pt x="1450944" y="1352803"/>
                  </a:lnTo>
                  <a:lnTo>
                    <a:pt x="1449873" y="1354199"/>
                  </a:lnTo>
                  <a:lnTo>
                    <a:pt x="1448801" y="1355594"/>
                  </a:lnTo>
                  <a:lnTo>
                    <a:pt x="1447729" y="1356987"/>
                  </a:lnTo>
                  <a:lnTo>
                    <a:pt x="1446658" y="1358379"/>
                  </a:lnTo>
                  <a:lnTo>
                    <a:pt x="1445586" y="1359770"/>
                  </a:lnTo>
                  <a:lnTo>
                    <a:pt x="1444515" y="1361160"/>
                  </a:lnTo>
                  <a:lnTo>
                    <a:pt x="1443443" y="1362549"/>
                  </a:lnTo>
                  <a:lnTo>
                    <a:pt x="1442371" y="1363936"/>
                  </a:lnTo>
                  <a:lnTo>
                    <a:pt x="1441300" y="1365322"/>
                  </a:lnTo>
                  <a:lnTo>
                    <a:pt x="1440228" y="1366707"/>
                  </a:lnTo>
                  <a:lnTo>
                    <a:pt x="1439157" y="1368091"/>
                  </a:lnTo>
                  <a:lnTo>
                    <a:pt x="1438085" y="1369473"/>
                  </a:lnTo>
                  <a:lnTo>
                    <a:pt x="1437013" y="1370854"/>
                  </a:lnTo>
                  <a:lnTo>
                    <a:pt x="1435942" y="1372233"/>
                  </a:lnTo>
                  <a:lnTo>
                    <a:pt x="1434870" y="1373612"/>
                  </a:lnTo>
                  <a:lnTo>
                    <a:pt x="1433799" y="1374988"/>
                  </a:lnTo>
                  <a:lnTo>
                    <a:pt x="1432727" y="1376364"/>
                  </a:lnTo>
                  <a:lnTo>
                    <a:pt x="1431655" y="1377738"/>
                  </a:lnTo>
                  <a:lnTo>
                    <a:pt x="1430584" y="1379111"/>
                  </a:lnTo>
                  <a:lnTo>
                    <a:pt x="1429512" y="1380482"/>
                  </a:lnTo>
                  <a:lnTo>
                    <a:pt x="1428441" y="1381851"/>
                  </a:lnTo>
                  <a:lnTo>
                    <a:pt x="1427369" y="1383220"/>
                  </a:lnTo>
                  <a:lnTo>
                    <a:pt x="1426297" y="1384586"/>
                  </a:lnTo>
                  <a:lnTo>
                    <a:pt x="1425226" y="1385952"/>
                  </a:lnTo>
                  <a:lnTo>
                    <a:pt x="1424154" y="1387315"/>
                  </a:lnTo>
                  <a:lnTo>
                    <a:pt x="1423083" y="1388677"/>
                  </a:lnTo>
                  <a:lnTo>
                    <a:pt x="1422011" y="1390038"/>
                  </a:lnTo>
                  <a:lnTo>
                    <a:pt x="1420939" y="1391397"/>
                  </a:lnTo>
                  <a:lnTo>
                    <a:pt x="1419868" y="1392754"/>
                  </a:lnTo>
                  <a:lnTo>
                    <a:pt x="1418796" y="1394110"/>
                  </a:lnTo>
                  <a:lnTo>
                    <a:pt x="1417725" y="1395464"/>
                  </a:lnTo>
                  <a:lnTo>
                    <a:pt x="1416653" y="1396817"/>
                  </a:lnTo>
                  <a:lnTo>
                    <a:pt x="1415582" y="1398168"/>
                  </a:lnTo>
                  <a:lnTo>
                    <a:pt x="1414510" y="1399517"/>
                  </a:lnTo>
                  <a:lnTo>
                    <a:pt x="1413438" y="1400864"/>
                  </a:lnTo>
                  <a:lnTo>
                    <a:pt x="1412367" y="1402210"/>
                  </a:lnTo>
                  <a:lnTo>
                    <a:pt x="1411295" y="1403554"/>
                  </a:lnTo>
                  <a:lnTo>
                    <a:pt x="1410224" y="1404897"/>
                  </a:lnTo>
                  <a:lnTo>
                    <a:pt x="1409152" y="1406237"/>
                  </a:lnTo>
                  <a:lnTo>
                    <a:pt x="1408080" y="1407576"/>
                  </a:lnTo>
                  <a:lnTo>
                    <a:pt x="1407009" y="1408913"/>
                  </a:lnTo>
                  <a:lnTo>
                    <a:pt x="1405937" y="1410248"/>
                  </a:lnTo>
                  <a:lnTo>
                    <a:pt x="1404866" y="1411582"/>
                  </a:lnTo>
                  <a:lnTo>
                    <a:pt x="1403794" y="1412913"/>
                  </a:lnTo>
                  <a:lnTo>
                    <a:pt x="1402722" y="1414243"/>
                  </a:lnTo>
                  <a:lnTo>
                    <a:pt x="1401651" y="1415571"/>
                  </a:lnTo>
                  <a:lnTo>
                    <a:pt x="1400579" y="1416897"/>
                  </a:lnTo>
                  <a:lnTo>
                    <a:pt x="1399508" y="1418221"/>
                  </a:lnTo>
                  <a:lnTo>
                    <a:pt x="1398436" y="1419543"/>
                  </a:lnTo>
                  <a:lnTo>
                    <a:pt x="1397364" y="1420864"/>
                  </a:lnTo>
                  <a:lnTo>
                    <a:pt x="1396293" y="1422182"/>
                  </a:lnTo>
                  <a:lnTo>
                    <a:pt x="1395221" y="1423499"/>
                  </a:lnTo>
                  <a:lnTo>
                    <a:pt x="1394150" y="1424813"/>
                  </a:lnTo>
                  <a:lnTo>
                    <a:pt x="1393078" y="1426126"/>
                  </a:lnTo>
                  <a:lnTo>
                    <a:pt x="1392006" y="1427436"/>
                  </a:lnTo>
                  <a:lnTo>
                    <a:pt x="1390935" y="1428745"/>
                  </a:lnTo>
                  <a:lnTo>
                    <a:pt x="1389863" y="1430052"/>
                  </a:lnTo>
                  <a:lnTo>
                    <a:pt x="1388792" y="1431356"/>
                  </a:lnTo>
                  <a:lnTo>
                    <a:pt x="1387720" y="1432659"/>
                  </a:lnTo>
                  <a:lnTo>
                    <a:pt x="1386648" y="1433959"/>
                  </a:lnTo>
                  <a:lnTo>
                    <a:pt x="1385577" y="1435258"/>
                  </a:lnTo>
                  <a:lnTo>
                    <a:pt x="1384505" y="1436554"/>
                  </a:lnTo>
                  <a:lnTo>
                    <a:pt x="1383434" y="1437848"/>
                  </a:lnTo>
                  <a:lnTo>
                    <a:pt x="1382362" y="1439140"/>
                  </a:lnTo>
                  <a:lnTo>
                    <a:pt x="1381290" y="1440430"/>
                  </a:lnTo>
                  <a:lnTo>
                    <a:pt x="1380219" y="1441718"/>
                  </a:lnTo>
                  <a:lnTo>
                    <a:pt x="1379147" y="1443004"/>
                  </a:lnTo>
                  <a:lnTo>
                    <a:pt x="1378076" y="1444287"/>
                  </a:lnTo>
                  <a:lnTo>
                    <a:pt x="1377004" y="1445569"/>
                  </a:lnTo>
                  <a:lnTo>
                    <a:pt x="1375932" y="1446848"/>
                  </a:lnTo>
                  <a:lnTo>
                    <a:pt x="1374861" y="1448125"/>
                  </a:lnTo>
                  <a:lnTo>
                    <a:pt x="1373789" y="1449400"/>
                  </a:lnTo>
                  <a:lnTo>
                    <a:pt x="1372718" y="1450673"/>
                  </a:lnTo>
                  <a:lnTo>
                    <a:pt x="1371646" y="1451943"/>
                  </a:lnTo>
                  <a:lnTo>
                    <a:pt x="1370574" y="1453211"/>
                  </a:lnTo>
                  <a:lnTo>
                    <a:pt x="1369503" y="1454477"/>
                  </a:lnTo>
                  <a:lnTo>
                    <a:pt x="1368431" y="1455741"/>
                  </a:lnTo>
                  <a:lnTo>
                    <a:pt x="1367360" y="1457002"/>
                  </a:lnTo>
                  <a:lnTo>
                    <a:pt x="1366288" y="1458261"/>
                  </a:lnTo>
                  <a:lnTo>
                    <a:pt x="1365216" y="1459518"/>
                  </a:lnTo>
                  <a:lnTo>
                    <a:pt x="1364145" y="1460772"/>
                  </a:lnTo>
                  <a:lnTo>
                    <a:pt x="1363073" y="1462024"/>
                  </a:lnTo>
                  <a:lnTo>
                    <a:pt x="1362002" y="1463274"/>
                  </a:lnTo>
                  <a:lnTo>
                    <a:pt x="1360930" y="1464522"/>
                  </a:lnTo>
                  <a:lnTo>
                    <a:pt x="1359858" y="1465767"/>
                  </a:lnTo>
                  <a:lnTo>
                    <a:pt x="1358787" y="1467009"/>
                  </a:lnTo>
                  <a:lnTo>
                    <a:pt x="1357715" y="1468250"/>
                  </a:lnTo>
                  <a:lnTo>
                    <a:pt x="1356644" y="1469488"/>
                  </a:lnTo>
                  <a:lnTo>
                    <a:pt x="1355572" y="1470723"/>
                  </a:lnTo>
                  <a:lnTo>
                    <a:pt x="1354500" y="1471956"/>
                  </a:lnTo>
                  <a:lnTo>
                    <a:pt x="1353429" y="1473187"/>
                  </a:lnTo>
                  <a:lnTo>
                    <a:pt x="1352357" y="1474415"/>
                  </a:lnTo>
                  <a:lnTo>
                    <a:pt x="1351286" y="1475641"/>
                  </a:lnTo>
                  <a:lnTo>
                    <a:pt x="1350214" y="1476864"/>
                  </a:lnTo>
                  <a:lnTo>
                    <a:pt x="1349142" y="1478085"/>
                  </a:lnTo>
                  <a:lnTo>
                    <a:pt x="1348071" y="1479303"/>
                  </a:lnTo>
                  <a:lnTo>
                    <a:pt x="1346999" y="1480519"/>
                  </a:lnTo>
                  <a:lnTo>
                    <a:pt x="1345928" y="1481733"/>
                  </a:lnTo>
                  <a:lnTo>
                    <a:pt x="1344856" y="1482944"/>
                  </a:lnTo>
                  <a:lnTo>
                    <a:pt x="1343784" y="1484152"/>
                  </a:lnTo>
                  <a:lnTo>
                    <a:pt x="1342713" y="1485358"/>
                  </a:lnTo>
                  <a:lnTo>
                    <a:pt x="1341641" y="1486561"/>
                  </a:lnTo>
                  <a:lnTo>
                    <a:pt x="1340570" y="1487762"/>
                  </a:lnTo>
                  <a:lnTo>
                    <a:pt x="1339498" y="1488960"/>
                  </a:lnTo>
                  <a:lnTo>
                    <a:pt x="1338426" y="1490155"/>
                  </a:lnTo>
                  <a:lnTo>
                    <a:pt x="1337355" y="1491348"/>
                  </a:lnTo>
                  <a:lnTo>
                    <a:pt x="1336283" y="1492539"/>
                  </a:lnTo>
                  <a:lnTo>
                    <a:pt x="1335212" y="1493726"/>
                  </a:lnTo>
                  <a:lnTo>
                    <a:pt x="1334140" y="1494911"/>
                  </a:lnTo>
                  <a:lnTo>
                    <a:pt x="1333068" y="1496094"/>
                  </a:lnTo>
                  <a:lnTo>
                    <a:pt x="1331997" y="1497274"/>
                  </a:lnTo>
                  <a:lnTo>
                    <a:pt x="1330925" y="1498451"/>
                  </a:lnTo>
                  <a:lnTo>
                    <a:pt x="1329854" y="1499626"/>
                  </a:lnTo>
                  <a:lnTo>
                    <a:pt x="1328782" y="1500798"/>
                  </a:lnTo>
                  <a:lnTo>
                    <a:pt x="1327710" y="1501967"/>
                  </a:lnTo>
                  <a:lnTo>
                    <a:pt x="1326639" y="1503133"/>
                  </a:lnTo>
                  <a:lnTo>
                    <a:pt x="1325567" y="1504297"/>
                  </a:lnTo>
                  <a:lnTo>
                    <a:pt x="1324496" y="1505458"/>
                  </a:lnTo>
                  <a:lnTo>
                    <a:pt x="1323424" y="1506617"/>
                  </a:lnTo>
                  <a:lnTo>
                    <a:pt x="1322352" y="1507773"/>
                  </a:lnTo>
                  <a:lnTo>
                    <a:pt x="1321281" y="1508926"/>
                  </a:lnTo>
                  <a:lnTo>
                    <a:pt x="1320209" y="1510076"/>
                  </a:lnTo>
                  <a:lnTo>
                    <a:pt x="1319138" y="1511223"/>
                  </a:lnTo>
                  <a:lnTo>
                    <a:pt x="1318066" y="1512368"/>
                  </a:lnTo>
                  <a:lnTo>
                    <a:pt x="1316994" y="1513510"/>
                  </a:lnTo>
                  <a:lnTo>
                    <a:pt x="1315923" y="1514649"/>
                  </a:lnTo>
                  <a:lnTo>
                    <a:pt x="1314851" y="1515786"/>
                  </a:lnTo>
                  <a:lnTo>
                    <a:pt x="1313780" y="1516920"/>
                  </a:lnTo>
                  <a:lnTo>
                    <a:pt x="1312708" y="1518050"/>
                  </a:lnTo>
                  <a:lnTo>
                    <a:pt x="1311636" y="1519178"/>
                  </a:lnTo>
                  <a:lnTo>
                    <a:pt x="1310565" y="1520304"/>
                  </a:lnTo>
                  <a:lnTo>
                    <a:pt x="1309493" y="1521426"/>
                  </a:lnTo>
                  <a:lnTo>
                    <a:pt x="1308422" y="1522546"/>
                  </a:lnTo>
                  <a:lnTo>
                    <a:pt x="1307350" y="1523662"/>
                  </a:lnTo>
                  <a:lnTo>
                    <a:pt x="1306278" y="1524776"/>
                  </a:lnTo>
                  <a:lnTo>
                    <a:pt x="1305207" y="1525887"/>
                  </a:lnTo>
                  <a:lnTo>
                    <a:pt x="1304135" y="1526996"/>
                  </a:lnTo>
                  <a:lnTo>
                    <a:pt x="1303064" y="1528101"/>
                  </a:lnTo>
                  <a:lnTo>
                    <a:pt x="1301992" y="1529203"/>
                  </a:lnTo>
                  <a:lnTo>
                    <a:pt x="1300920" y="1530303"/>
                  </a:lnTo>
                  <a:lnTo>
                    <a:pt x="1299849" y="1531399"/>
                  </a:lnTo>
                  <a:lnTo>
                    <a:pt x="1298777" y="1532493"/>
                  </a:lnTo>
                  <a:lnTo>
                    <a:pt x="1297706" y="1533584"/>
                  </a:lnTo>
                  <a:lnTo>
                    <a:pt x="1296634" y="1534672"/>
                  </a:lnTo>
                  <a:lnTo>
                    <a:pt x="1295562" y="1535757"/>
                  </a:lnTo>
                  <a:lnTo>
                    <a:pt x="1294491" y="1536839"/>
                  </a:lnTo>
                  <a:lnTo>
                    <a:pt x="1293419" y="1537918"/>
                  </a:lnTo>
                  <a:lnTo>
                    <a:pt x="1292348" y="1538994"/>
                  </a:lnTo>
                  <a:lnTo>
                    <a:pt x="1291276" y="1540067"/>
                  </a:lnTo>
                  <a:lnTo>
                    <a:pt x="1290204" y="1541138"/>
                  </a:lnTo>
                  <a:lnTo>
                    <a:pt x="1289133" y="1542205"/>
                  </a:lnTo>
                  <a:lnTo>
                    <a:pt x="1288061" y="1543269"/>
                  </a:lnTo>
                  <a:lnTo>
                    <a:pt x="1286990" y="1544331"/>
                  </a:lnTo>
                  <a:lnTo>
                    <a:pt x="1285918" y="1545389"/>
                  </a:lnTo>
                  <a:lnTo>
                    <a:pt x="1284846" y="1546444"/>
                  </a:lnTo>
                  <a:lnTo>
                    <a:pt x="1283775" y="1547496"/>
                  </a:lnTo>
                  <a:lnTo>
                    <a:pt x="1282703" y="1548546"/>
                  </a:lnTo>
                  <a:lnTo>
                    <a:pt x="1281632" y="1549592"/>
                  </a:lnTo>
                  <a:lnTo>
                    <a:pt x="1280560" y="1550635"/>
                  </a:lnTo>
                  <a:lnTo>
                    <a:pt x="1279488" y="1551675"/>
                  </a:lnTo>
                  <a:lnTo>
                    <a:pt x="1278417" y="1552713"/>
                  </a:lnTo>
                  <a:lnTo>
                    <a:pt x="1277345" y="1553747"/>
                  </a:lnTo>
                  <a:lnTo>
                    <a:pt x="1276274" y="1554778"/>
                  </a:lnTo>
                  <a:lnTo>
                    <a:pt x="1275202" y="1555806"/>
                  </a:lnTo>
                  <a:lnTo>
                    <a:pt x="1274130" y="1556831"/>
                  </a:lnTo>
                  <a:lnTo>
                    <a:pt x="1273059" y="1557853"/>
                  </a:lnTo>
                  <a:lnTo>
                    <a:pt x="1271987" y="1558871"/>
                  </a:lnTo>
                  <a:lnTo>
                    <a:pt x="1270916" y="1559887"/>
                  </a:lnTo>
                  <a:lnTo>
                    <a:pt x="1269844" y="1560900"/>
                  </a:lnTo>
                  <a:lnTo>
                    <a:pt x="1268772" y="1561909"/>
                  </a:lnTo>
                  <a:lnTo>
                    <a:pt x="1267701" y="1562916"/>
                  </a:lnTo>
                  <a:lnTo>
                    <a:pt x="1266629" y="1563919"/>
                  </a:lnTo>
                  <a:lnTo>
                    <a:pt x="1265558" y="1564919"/>
                  </a:lnTo>
                  <a:lnTo>
                    <a:pt x="1264486" y="1565916"/>
                  </a:lnTo>
                  <a:lnTo>
                    <a:pt x="1263414" y="1566910"/>
                  </a:lnTo>
                  <a:lnTo>
                    <a:pt x="1262343" y="1567901"/>
                  </a:lnTo>
                  <a:lnTo>
                    <a:pt x="1261271" y="1568888"/>
                  </a:lnTo>
                  <a:lnTo>
                    <a:pt x="1260200" y="1569873"/>
                  </a:lnTo>
                  <a:lnTo>
                    <a:pt x="1259128" y="1570854"/>
                  </a:lnTo>
                  <a:lnTo>
                    <a:pt x="1258056" y="1571832"/>
                  </a:lnTo>
                  <a:lnTo>
                    <a:pt x="1256985" y="1572807"/>
                  </a:lnTo>
                  <a:lnTo>
                    <a:pt x="1255913" y="1573779"/>
                  </a:lnTo>
                  <a:lnTo>
                    <a:pt x="1254842" y="1574748"/>
                  </a:lnTo>
                  <a:lnTo>
                    <a:pt x="1253770" y="1575713"/>
                  </a:lnTo>
                  <a:lnTo>
                    <a:pt x="1252698" y="1576675"/>
                  </a:lnTo>
                  <a:lnTo>
                    <a:pt x="1251627" y="1577634"/>
                  </a:lnTo>
                  <a:lnTo>
                    <a:pt x="1250555" y="1578590"/>
                  </a:lnTo>
                  <a:lnTo>
                    <a:pt x="1249484" y="1579543"/>
                  </a:lnTo>
                  <a:lnTo>
                    <a:pt x="1248412" y="1580492"/>
                  </a:lnTo>
                  <a:lnTo>
                    <a:pt x="1247340" y="1581439"/>
                  </a:lnTo>
                  <a:lnTo>
                    <a:pt x="1246269" y="1582382"/>
                  </a:lnTo>
                  <a:lnTo>
                    <a:pt x="1245197" y="1583321"/>
                  </a:lnTo>
                  <a:lnTo>
                    <a:pt x="1244126" y="1584258"/>
                  </a:lnTo>
                  <a:lnTo>
                    <a:pt x="1243054" y="1585191"/>
                  </a:lnTo>
                  <a:lnTo>
                    <a:pt x="1241983" y="1586121"/>
                  </a:lnTo>
                  <a:lnTo>
                    <a:pt x="1240911" y="1587048"/>
                  </a:lnTo>
                  <a:lnTo>
                    <a:pt x="1239839" y="1587972"/>
                  </a:lnTo>
                  <a:lnTo>
                    <a:pt x="1238768" y="1588892"/>
                  </a:lnTo>
                  <a:lnTo>
                    <a:pt x="1237696" y="1589809"/>
                  </a:lnTo>
                  <a:lnTo>
                    <a:pt x="1236625" y="1590723"/>
                  </a:lnTo>
                  <a:lnTo>
                    <a:pt x="1235553" y="1591633"/>
                  </a:lnTo>
                  <a:lnTo>
                    <a:pt x="1234481" y="1592540"/>
                  </a:lnTo>
                  <a:lnTo>
                    <a:pt x="1233410" y="1593444"/>
                  </a:lnTo>
                  <a:lnTo>
                    <a:pt x="1232338" y="1594345"/>
                  </a:lnTo>
                  <a:lnTo>
                    <a:pt x="1231267" y="1595242"/>
                  </a:lnTo>
                  <a:lnTo>
                    <a:pt x="1230195" y="1596136"/>
                  </a:lnTo>
                  <a:lnTo>
                    <a:pt x="1229123" y="1597027"/>
                  </a:lnTo>
                  <a:lnTo>
                    <a:pt x="1228052" y="1597914"/>
                  </a:lnTo>
                  <a:lnTo>
                    <a:pt x="1226980" y="1598798"/>
                  </a:lnTo>
                  <a:lnTo>
                    <a:pt x="1225909" y="1599679"/>
                  </a:lnTo>
                  <a:lnTo>
                    <a:pt x="1224837" y="1600556"/>
                  </a:lnTo>
                  <a:lnTo>
                    <a:pt x="1223765" y="1601431"/>
                  </a:lnTo>
                  <a:lnTo>
                    <a:pt x="1222694" y="1602301"/>
                  </a:lnTo>
                  <a:lnTo>
                    <a:pt x="1221622" y="1603169"/>
                  </a:lnTo>
                  <a:lnTo>
                    <a:pt x="1220551" y="1604033"/>
                  </a:lnTo>
                  <a:lnTo>
                    <a:pt x="1219479" y="1604894"/>
                  </a:lnTo>
                  <a:lnTo>
                    <a:pt x="1218407" y="1605751"/>
                  </a:lnTo>
                  <a:lnTo>
                    <a:pt x="1217336" y="1606605"/>
                  </a:lnTo>
                  <a:lnTo>
                    <a:pt x="1216264" y="1607456"/>
                  </a:lnTo>
                  <a:lnTo>
                    <a:pt x="1215193" y="1608303"/>
                  </a:lnTo>
                  <a:lnTo>
                    <a:pt x="1214121" y="1609147"/>
                  </a:lnTo>
                  <a:lnTo>
                    <a:pt x="1213049" y="1609987"/>
                  </a:lnTo>
                  <a:lnTo>
                    <a:pt x="1211978" y="1610825"/>
                  </a:lnTo>
                  <a:lnTo>
                    <a:pt x="1210906" y="1611658"/>
                  </a:lnTo>
                  <a:lnTo>
                    <a:pt x="1209835" y="1612489"/>
                  </a:lnTo>
                  <a:lnTo>
                    <a:pt x="1208763" y="1613316"/>
                  </a:lnTo>
                  <a:lnTo>
                    <a:pt x="1207691" y="1614139"/>
                  </a:lnTo>
                  <a:lnTo>
                    <a:pt x="1206620" y="1614959"/>
                  </a:lnTo>
                  <a:lnTo>
                    <a:pt x="1205548" y="1615776"/>
                  </a:lnTo>
                  <a:lnTo>
                    <a:pt x="1204477" y="1616590"/>
                  </a:lnTo>
                  <a:lnTo>
                    <a:pt x="1203405" y="1617400"/>
                  </a:lnTo>
                  <a:lnTo>
                    <a:pt x="1202333" y="1618206"/>
                  </a:lnTo>
                  <a:lnTo>
                    <a:pt x="1201262" y="1619009"/>
                  </a:lnTo>
                  <a:lnTo>
                    <a:pt x="1200190" y="1619809"/>
                  </a:lnTo>
                  <a:lnTo>
                    <a:pt x="1199119" y="1620605"/>
                  </a:lnTo>
                  <a:lnTo>
                    <a:pt x="1198047" y="1621398"/>
                  </a:lnTo>
                  <a:lnTo>
                    <a:pt x="1196975" y="1622187"/>
                  </a:lnTo>
                  <a:lnTo>
                    <a:pt x="1195904" y="1622973"/>
                  </a:lnTo>
                  <a:lnTo>
                    <a:pt x="1194832" y="1623756"/>
                  </a:lnTo>
                  <a:lnTo>
                    <a:pt x="1193761" y="1624535"/>
                  </a:lnTo>
                  <a:lnTo>
                    <a:pt x="1192689" y="1625311"/>
                  </a:lnTo>
                  <a:lnTo>
                    <a:pt x="1191617" y="1626083"/>
                  </a:lnTo>
                  <a:lnTo>
                    <a:pt x="1190546" y="1626851"/>
                  </a:lnTo>
                  <a:lnTo>
                    <a:pt x="1189474" y="1627617"/>
                  </a:lnTo>
                  <a:lnTo>
                    <a:pt x="1188403" y="1628378"/>
                  </a:lnTo>
                  <a:lnTo>
                    <a:pt x="1187331" y="1629137"/>
                  </a:lnTo>
                  <a:lnTo>
                    <a:pt x="1186259" y="1629891"/>
                  </a:lnTo>
                  <a:lnTo>
                    <a:pt x="1185188" y="1630643"/>
                  </a:lnTo>
                  <a:lnTo>
                    <a:pt x="1184116" y="1631390"/>
                  </a:lnTo>
                  <a:lnTo>
                    <a:pt x="1183045" y="1632135"/>
                  </a:lnTo>
                  <a:lnTo>
                    <a:pt x="1181973" y="1632876"/>
                  </a:lnTo>
                  <a:lnTo>
                    <a:pt x="1180901" y="1633613"/>
                  </a:lnTo>
                  <a:lnTo>
                    <a:pt x="1179830" y="1634347"/>
                  </a:lnTo>
                  <a:lnTo>
                    <a:pt x="1178758" y="1635077"/>
                  </a:lnTo>
                  <a:lnTo>
                    <a:pt x="1177687" y="1635804"/>
                  </a:lnTo>
                  <a:lnTo>
                    <a:pt x="1176615" y="1636527"/>
                  </a:lnTo>
                  <a:lnTo>
                    <a:pt x="1175543" y="1637247"/>
                  </a:lnTo>
                  <a:lnTo>
                    <a:pt x="1174472" y="1637963"/>
                  </a:lnTo>
                  <a:lnTo>
                    <a:pt x="1173400" y="1638676"/>
                  </a:lnTo>
                  <a:lnTo>
                    <a:pt x="1172329" y="1639385"/>
                  </a:lnTo>
                  <a:lnTo>
                    <a:pt x="1171257" y="1640091"/>
                  </a:lnTo>
                  <a:lnTo>
                    <a:pt x="1170185" y="1640793"/>
                  </a:lnTo>
                  <a:lnTo>
                    <a:pt x="1169114" y="1641492"/>
                  </a:lnTo>
                  <a:lnTo>
                    <a:pt x="1168042" y="1642187"/>
                  </a:lnTo>
                  <a:lnTo>
                    <a:pt x="1166971" y="1642878"/>
                  </a:lnTo>
                  <a:lnTo>
                    <a:pt x="1165899" y="1643566"/>
                  </a:lnTo>
                  <a:lnTo>
                    <a:pt x="1164827" y="1644251"/>
                  </a:lnTo>
                  <a:lnTo>
                    <a:pt x="1163756" y="1644931"/>
                  </a:lnTo>
                  <a:lnTo>
                    <a:pt x="1162684" y="1645609"/>
                  </a:lnTo>
                  <a:lnTo>
                    <a:pt x="1161613" y="1646283"/>
                  </a:lnTo>
                  <a:lnTo>
                    <a:pt x="1160541" y="1646953"/>
                  </a:lnTo>
                  <a:lnTo>
                    <a:pt x="1159469" y="1647619"/>
                  </a:lnTo>
                  <a:lnTo>
                    <a:pt x="1158398" y="1648282"/>
                  </a:lnTo>
                  <a:lnTo>
                    <a:pt x="1157326" y="1648942"/>
                  </a:lnTo>
                  <a:lnTo>
                    <a:pt x="1156255" y="1649598"/>
                  </a:lnTo>
                  <a:lnTo>
                    <a:pt x="1155183" y="1650250"/>
                  </a:lnTo>
                  <a:lnTo>
                    <a:pt x="1154111" y="1650899"/>
                  </a:lnTo>
                  <a:lnTo>
                    <a:pt x="1153040" y="1651544"/>
                  </a:lnTo>
                  <a:lnTo>
                    <a:pt x="1151968" y="1652186"/>
                  </a:lnTo>
                  <a:lnTo>
                    <a:pt x="1150897" y="1652823"/>
                  </a:lnTo>
                  <a:lnTo>
                    <a:pt x="1149825" y="1653458"/>
                  </a:lnTo>
                  <a:lnTo>
                    <a:pt x="1148753" y="1654089"/>
                  </a:lnTo>
                  <a:lnTo>
                    <a:pt x="1147682" y="1654716"/>
                  </a:lnTo>
                  <a:lnTo>
                    <a:pt x="1146610" y="1655339"/>
                  </a:lnTo>
                  <a:lnTo>
                    <a:pt x="1145539" y="1655959"/>
                  </a:lnTo>
                  <a:lnTo>
                    <a:pt x="1144467" y="1656576"/>
                  </a:lnTo>
                  <a:lnTo>
                    <a:pt x="1143395" y="1657188"/>
                  </a:lnTo>
                  <a:lnTo>
                    <a:pt x="1142324" y="1657797"/>
                  </a:lnTo>
                  <a:lnTo>
                    <a:pt x="1141252" y="1658403"/>
                  </a:lnTo>
                  <a:lnTo>
                    <a:pt x="1140181" y="1659005"/>
                  </a:lnTo>
                  <a:lnTo>
                    <a:pt x="1139109" y="1659603"/>
                  </a:lnTo>
                  <a:lnTo>
                    <a:pt x="1138037" y="1660198"/>
                  </a:lnTo>
                  <a:lnTo>
                    <a:pt x="1136966" y="1660790"/>
                  </a:lnTo>
                  <a:lnTo>
                    <a:pt x="1135894" y="1661378"/>
                  </a:lnTo>
                  <a:lnTo>
                    <a:pt x="1134823" y="1661962"/>
                  </a:lnTo>
                  <a:lnTo>
                    <a:pt x="1133751" y="1662543"/>
                  </a:lnTo>
                  <a:lnTo>
                    <a:pt x="1132679" y="1663121"/>
                  </a:lnTo>
                  <a:lnTo>
                    <a:pt x="1131608" y="1663695"/>
                  </a:lnTo>
                  <a:lnTo>
                    <a:pt x="1130536" y="1664265"/>
                  </a:lnTo>
                  <a:lnTo>
                    <a:pt x="1129465" y="1664833"/>
                  </a:lnTo>
                  <a:lnTo>
                    <a:pt x="1128393" y="1665397"/>
                  </a:lnTo>
                  <a:lnTo>
                    <a:pt x="1127321" y="1665957"/>
                  </a:lnTo>
                  <a:lnTo>
                    <a:pt x="1126250" y="1666514"/>
                  </a:lnTo>
                  <a:lnTo>
                    <a:pt x="1125178" y="1667068"/>
                  </a:lnTo>
                  <a:lnTo>
                    <a:pt x="1124107" y="1667618"/>
                  </a:lnTo>
                  <a:lnTo>
                    <a:pt x="1123035" y="1668165"/>
                  </a:lnTo>
                  <a:lnTo>
                    <a:pt x="1121963" y="1668709"/>
                  </a:lnTo>
                  <a:lnTo>
                    <a:pt x="1120892" y="1669250"/>
                  </a:lnTo>
                  <a:lnTo>
                    <a:pt x="1119820" y="1669787"/>
                  </a:lnTo>
                  <a:lnTo>
                    <a:pt x="1118749" y="1670321"/>
                  </a:lnTo>
                  <a:lnTo>
                    <a:pt x="1117677" y="1670851"/>
                  </a:lnTo>
                  <a:lnTo>
                    <a:pt x="1116605" y="1671379"/>
                  </a:lnTo>
                  <a:lnTo>
                    <a:pt x="1115534" y="1671903"/>
                  </a:lnTo>
                  <a:lnTo>
                    <a:pt x="1114462" y="1672424"/>
                  </a:lnTo>
                  <a:lnTo>
                    <a:pt x="1113391" y="1672942"/>
                  </a:lnTo>
                  <a:lnTo>
                    <a:pt x="1112319" y="1673456"/>
                  </a:lnTo>
                  <a:lnTo>
                    <a:pt x="1111247" y="1673968"/>
                  </a:lnTo>
                  <a:lnTo>
                    <a:pt x="1110176" y="1674476"/>
                  </a:lnTo>
                  <a:lnTo>
                    <a:pt x="1109104" y="1674981"/>
                  </a:lnTo>
                  <a:lnTo>
                    <a:pt x="1108033" y="1675483"/>
                  </a:lnTo>
                  <a:lnTo>
                    <a:pt x="1106961" y="1675982"/>
                  </a:lnTo>
                  <a:lnTo>
                    <a:pt x="1105889" y="1676478"/>
                  </a:lnTo>
                  <a:lnTo>
                    <a:pt x="1104818" y="1676970"/>
                  </a:lnTo>
                  <a:lnTo>
                    <a:pt x="1103746" y="1677460"/>
                  </a:lnTo>
                  <a:lnTo>
                    <a:pt x="1102675" y="1677946"/>
                  </a:lnTo>
                  <a:lnTo>
                    <a:pt x="1101603" y="1678430"/>
                  </a:lnTo>
                  <a:lnTo>
                    <a:pt x="1100531" y="1678910"/>
                  </a:lnTo>
                  <a:lnTo>
                    <a:pt x="1099460" y="1679387"/>
                  </a:lnTo>
                  <a:lnTo>
                    <a:pt x="1098388" y="1679862"/>
                  </a:lnTo>
                  <a:lnTo>
                    <a:pt x="1097317" y="1680333"/>
                  </a:lnTo>
                  <a:lnTo>
                    <a:pt x="1096245" y="1680801"/>
                  </a:lnTo>
                  <a:lnTo>
                    <a:pt x="1095173" y="1681267"/>
                  </a:lnTo>
                  <a:lnTo>
                    <a:pt x="1094102" y="1681729"/>
                  </a:lnTo>
                  <a:lnTo>
                    <a:pt x="1093030" y="1682189"/>
                  </a:lnTo>
                  <a:lnTo>
                    <a:pt x="1091959" y="1682645"/>
                  </a:lnTo>
                  <a:lnTo>
                    <a:pt x="1090887" y="1683099"/>
                  </a:lnTo>
                  <a:lnTo>
                    <a:pt x="1089815" y="1683549"/>
                  </a:lnTo>
                  <a:lnTo>
                    <a:pt x="1088744" y="1683997"/>
                  </a:lnTo>
                  <a:lnTo>
                    <a:pt x="1087672" y="1684442"/>
                  </a:lnTo>
                  <a:lnTo>
                    <a:pt x="1086601" y="1684884"/>
                  </a:lnTo>
                  <a:lnTo>
                    <a:pt x="1085529" y="1685323"/>
                  </a:lnTo>
                  <a:lnTo>
                    <a:pt x="1084457" y="1685759"/>
                  </a:lnTo>
                  <a:lnTo>
                    <a:pt x="1083386" y="1686193"/>
                  </a:lnTo>
                  <a:lnTo>
                    <a:pt x="1082314" y="1686623"/>
                  </a:lnTo>
                  <a:lnTo>
                    <a:pt x="1081243" y="1687051"/>
                  </a:lnTo>
                  <a:lnTo>
                    <a:pt x="1080171" y="1687476"/>
                  </a:lnTo>
                  <a:lnTo>
                    <a:pt x="1079099" y="1687898"/>
                  </a:lnTo>
                  <a:lnTo>
                    <a:pt x="1078028" y="1688318"/>
                  </a:lnTo>
                  <a:lnTo>
                    <a:pt x="1076956" y="1688734"/>
                  </a:lnTo>
                  <a:lnTo>
                    <a:pt x="1075885" y="1689148"/>
                  </a:lnTo>
                  <a:lnTo>
                    <a:pt x="1074813" y="1689559"/>
                  </a:lnTo>
                  <a:lnTo>
                    <a:pt x="1073741" y="1689968"/>
                  </a:lnTo>
                  <a:lnTo>
                    <a:pt x="1072670" y="1690373"/>
                  </a:lnTo>
                  <a:lnTo>
                    <a:pt x="1071598" y="1690776"/>
                  </a:lnTo>
                  <a:lnTo>
                    <a:pt x="1070527" y="1691177"/>
                  </a:lnTo>
                  <a:lnTo>
                    <a:pt x="1069455" y="1691574"/>
                  </a:lnTo>
                  <a:lnTo>
                    <a:pt x="1068383" y="1691969"/>
                  </a:lnTo>
                  <a:lnTo>
                    <a:pt x="1067312" y="1692361"/>
                  </a:lnTo>
                  <a:lnTo>
                    <a:pt x="1066240" y="1692751"/>
                  </a:lnTo>
                  <a:lnTo>
                    <a:pt x="1065169" y="1693138"/>
                  </a:lnTo>
                  <a:lnTo>
                    <a:pt x="1064097" y="1693522"/>
                  </a:lnTo>
                  <a:lnTo>
                    <a:pt x="1063026" y="1693904"/>
                  </a:lnTo>
                  <a:lnTo>
                    <a:pt x="1061954" y="1694283"/>
                  </a:lnTo>
                  <a:lnTo>
                    <a:pt x="1060882" y="1694660"/>
                  </a:lnTo>
                  <a:lnTo>
                    <a:pt x="1059811" y="1695034"/>
                  </a:lnTo>
                  <a:lnTo>
                    <a:pt x="1058739" y="1695405"/>
                  </a:lnTo>
                  <a:lnTo>
                    <a:pt x="1057668" y="1695774"/>
                  </a:lnTo>
                  <a:lnTo>
                    <a:pt x="1056596" y="1696141"/>
                  </a:lnTo>
                  <a:lnTo>
                    <a:pt x="1055524" y="1696504"/>
                  </a:lnTo>
                  <a:lnTo>
                    <a:pt x="1054453" y="1696866"/>
                  </a:lnTo>
                  <a:lnTo>
                    <a:pt x="1053381" y="1697224"/>
                  </a:lnTo>
                  <a:lnTo>
                    <a:pt x="1052310" y="1697581"/>
                  </a:lnTo>
                  <a:lnTo>
                    <a:pt x="1051238" y="1697934"/>
                  </a:lnTo>
                  <a:lnTo>
                    <a:pt x="1050166" y="1698286"/>
                  </a:lnTo>
                  <a:lnTo>
                    <a:pt x="1049095" y="1698635"/>
                  </a:lnTo>
                  <a:lnTo>
                    <a:pt x="1048023" y="1698981"/>
                  </a:lnTo>
                  <a:lnTo>
                    <a:pt x="1046952" y="1699325"/>
                  </a:lnTo>
                  <a:lnTo>
                    <a:pt x="1045880" y="1699667"/>
                  </a:lnTo>
                  <a:lnTo>
                    <a:pt x="1044808" y="1700006"/>
                  </a:lnTo>
                  <a:lnTo>
                    <a:pt x="1043737" y="1700342"/>
                  </a:lnTo>
                  <a:lnTo>
                    <a:pt x="1042665" y="1700677"/>
                  </a:lnTo>
                  <a:lnTo>
                    <a:pt x="1041594" y="1701009"/>
                  </a:lnTo>
                  <a:lnTo>
                    <a:pt x="1040522" y="1701338"/>
                  </a:lnTo>
                  <a:lnTo>
                    <a:pt x="1039450" y="1701666"/>
                  </a:lnTo>
                  <a:lnTo>
                    <a:pt x="1038379" y="1701990"/>
                  </a:lnTo>
                  <a:lnTo>
                    <a:pt x="1037307" y="1702313"/>
                  </a:lnTo>
                  <a:lnTo>
                    <a:pt x="1036236" y="1702633"/>
                  </a:lnTo>
                  <a:lnTo>
                    <a:pt x="1035164" y="1702951"/>
                  </a:lnTo>
                  <a:lnTo>
                    <a:pt x="1034092" y="1703267"/>
                  </a:lnTo>
                  <a:lnTo>
                    <a:pt x="1033021" y="1703580"/>
                  </a:lnTo>
                  <a:lnTo>
                    <a:pt x="1031949" y="1703891"/>
                  </a:lnTo>
                  <a:lnTo>
                    <a:pt x="1030878" y="1704200"/>
                  </a:lnTo>
                  <a:lnTo>
                    <a:pt x="1029806" y="1704506"/>
                  </a:lnTo>
                  <a:lnTo>
                    <a:pt x="1028734" y="1704810"/>
                  </a:lnTo>
                  <a:lnTo>
                    <a:pt x="1027663" y="1705112"/>
                  </a:lnTo>
                  <a:lnTo>
                    <a:pt x="1026591" y="1705412"/>
                  </a:lnTo>
                  <a:lnTo>
                    <a:pt x="1025520" y="1705710"/>
                  </a:lnTo>
                  <a:lnTo>
                    <a:pt x="1024448" y="1706005"/>
                  </a:lnTo>
                  <a:lnTo>
                    <a:pt x="1023376" y="1706298"/>
                  </a:lnTo>
                  <a:lnTo>
                    <a:pt x="1022305" y="1706589"/>
                  </a:lnTo>
                  <a:lnTo>
                    <a:pt x="1021233" y="1706878"/>
                  </a:lnTo>
                  <a:lnTo>
                    <a:pt x="1020162" y="1707164"/>
                  </a:lnTo>
                  <a:lnTo>
                    <a:pt x="1019090" y="1707449"/>
                  </a:lnTo>
                  <a:lnTo>
                    <a:pt x="1018018" y="1707731"/>
                  </a:lnTo>
                  <a:lnTo>
                    <a:pt x="1016947" y="1708011"/>
                  </a:lnTo>
                  <a:lnTo>
                    <a:pt x="1015875" y="1708289"/>
                  </a:lnTo>
                  <a:lnTo>
                    <a:pt x="1014804" y="1708565"/>
                  </a:lnTo>
                  <a:lnTo>
                    <a:pt x="1013732" y="1708839"/>
                  </a:lnTo>
                  <a:lnTo>
                    <a:pt x="1012660" y="1709111"/>
                  </a:lnTo>
                  <a:lnTo>
                    <a:pt x="1011589" y="1709381"/>
                  </a:lnTo>
                  <a:lnTo>
                    <a:pt x="1010517" y="1709648"/>
                  </a:lnTo>
                  <a:lnTo>
                    <a:pt x="1009446" y="1709914"/>
                  </a:lnTo>
                  <a:lnTo>
                    <a:pt x="1008374" y="1710178"/>
                  </a:lnTo>
                  <a:lnTo>
                    <a:pt x="1007302" y="1710439"/>
                  </a:lnTo>
                  <a:lnTo>
                    <a:pt x="1006231" y="1710699"/>
                  </a:lnTo>
                  <a:lnTo>
                    <a:pt x="1005159" y="1710956"/>
                  </a:lnTo>
                  <a:lnTo>
                    <a:pt x="1004088" y="1711211"/>
                  </a:lnTo>
                  <a:lnTo>
                    <a:pt x="1003016" y="1711465"/>
                  </a:lnTo>
                  <a:lnTo>
                    <a:pt x="1001944" y="1711716"/>
                  </a:lnTo>
                  <a:lnTo>
                    <a:pt x="1000873" y="1711966"/>
                  </a:lnTo>
                  <a:lnTo>
                    <a:pt x="999801" y="1712214"/>
                  </a:lnTo>
                  <a:lnTo>
                    <a:pt x="998730" y="1712459"/>
                  </a:lnTo>
                  <a:lnTo>
                    <a:pt x="997658" y="1712703"/>
                  </a:lnTo>
                  <a:lnTo>
                    <a:pt x="996586" y="1712945"/>
                  </a:lnTo>
                  <a:lnTo>
                    <a:pt x="995515" y="1713184"/>
                  </a:lnTo>
                  <a:lnTo>
                    <a:pt x="994443" y="1713422"/>
                  </a:lnTo>
                  <a:lnTo>
                    <a:pt x="993372" y="1713658"/>
                  </a:lnTo>
                  <a:lnTo>
                    <a:pt x="992300" y="1713892"/>
                  </a:lnTo>
                  <a:lnTo>
                    <a:pt x="991228" y="1714125"/>
                  </a:lnTo>
                  <a:lnTo>
                    <a:pt x="990157" y="1714355"/>
                  </a:lnTo>
                  <a:lnTo>
                    <a:pt x="989085" y="1714584"/>
                  </a:lnTo>
                  <a:lnTo>
                    <a:pt x="988014" y="1714810"/>
                  </a:lnTo>
                  <a:lnTo>
                    <a:pt x="986942" y="1715035"/>
                  </a:lnTo>
                  <a:lnTo>
                    <a:pt x="985870" y="1715258"/>
                  </a:lnTo>
                  <a:lnTo>
                    <a:pt x="984799" y="1715480"/>
                  </a:lnTo>
                  <a:lnTo>
                    <a:pt x="983727" y="1715699"/>
                  </a:lnTo>
                  <a:lnTo>
                    <a:pt x="982656" y="1715917"/>
                  </a:lnTo>
                  <a:lnTo>
                    <a:pt x="981584" y="1716132"/>
                  </a:lnTo>
                  <a:lnTo>
                    <a:pt x="980512" y="1716347"/>
                  </a:lnTo>
                  <a:lnTo>
                    <a:pt x="979441" y="1716559"/>
                  </a:lnTo>
                  <a:lnTo>
                    <a:pt x="978369" y="1716769"/>
                  </a:lnTo>
                  <a:lnTo>
                    <a:pt x="977298" y="1716978"/>
                  </a:lnTo>
                  <a:lnTo>
                    <a:pt x="976226" y="1717185"/>
                  </a:lnTo>
                  <a:lnTo>
                    <a:pt x="975154" y="1717391"/>
                  </a:lnTo>
                  <a:lnTo>
                    <a:pt x="974083" y="1717594"/>
                  </a:lnTo>
                  <a:lnTo>
                    <a:pt x="973011" y="1717796"/>
                  </a:lnTo>
                  <a:lnTo>
                    <a:pt x="971940" y="1717997"/>
                  </a:lnTo>
                  <a:lnTo>
                    <a:pt x="970868" y="1718195"/>
                  </a:lnTo>
                  <a:lnTo>
                    <a:pt x="969796" y="1718392"/>
                  </a:lnTo>
                  <a:lnTo>
                    <a:pt x="968725" y="1718587"/>
                  </a:lnTo>
                  <a:lnTo>
                    <a:pt x="967653" y="1718781"/>
                  </a:lnTo>
                  <a:lnTo>
                    <a:pt x="966582" y="1718973"/>
                  </a:lnTo>
                  <a:lnTo>
                    <a:pt x="965510" y="1719163"/>
                  </a:lnTo>
                  <a:lnTo>
                    <a:pt x="964438" y="1719352"/>
                  </a:lnTo>
                  <a:lnTo>
                    <a:pt x="963367" y="1719539"/>
                  </a:lnTo>
                  <a:lnTo>
                    <a:pt x="962295" y="1719725"/>
                  </a:lnTo>
                  <a:lnTo>
                    <a:pt x="961224" y="1719909"/>
                  </a:lnTo>
                  <a:lnTo>
                    <a:pt x="960152" y="1720091"/>
                  </a:lnTo>
                  <a:lnTo>
                    <a:pt x="959080" y="1720272"/>
                  </a:lnTo>
                  <a:lnTo>
                    <a:pt x="958009" y="1720451"/>
                  </a:lnTo>
                  <a:lnTo>
                    <a:pt x="956937" y="1720629"/>
                  </a:lnTo>
                  <a:lnTo>
                    <a:pt x="955866" y="1720805"/>
                  </a:lnTo>
                  <a:lnTo>
                    <a:pt x="954794" y="1720980"/>
                  </a:lnTo>
                  <a:lnTo>
                    <a:pt x="953722" y="1721153"/>
                  </a:lnTo>
                  <a:lnTo>
                    <a:pt x="952651" y="1721325"/>
                  </a:lnTo>
                  <a:lnTo>
                    <a:pt x="951579" y="1721495"/>
                  </a:lnTo>
                  <a:lnTo>
                    <a:pt x="950508" y="1721664"/>
                  </a:lnTo>
                  <a:lnTo>
                    <a:pt x="949436" y="1721831"/>
                  </a:lnTo>
                  <a:lnTo>
                    <a:pt x="948364" y="1721997"/>
                  </a:lnTo>
                  <a:lnTo>
                    <a:pt x="947293" y="1722161"/>
                  </a:lnTo>
                  <a:lnTo>
                    <a:pt x="946221" y="1722324"/>
                  </a:lnTo>
                  <a:lnTo>
                    <a:pt x="945150" y="1722485"/>
                  </a:lnTo>
                  <a:lnTo>
                    <a:pt x="944078" y="1722645"/>
                  </a:lnTo>
                  <a:lnTo>
                    <a:pt x="943006" y="1722804"/>
                  </a:lnTo>
                  <a:lnTo>
                    <a:pt x="941935" y="1722961"/>
                  </a:lnTo>
                  <a:lnTo>
                    <a:pt x="940863" y="1723117"/>
                  </a:lnTo>
                  <a:lnTo>
                    <a:pt x="939792" y="1723271"/>
                  </a:lnTo>
                  <a:lnTo>
                    <a:pt x="938720" y="1723424"/>
                  </a:lnTo>
                  <a:lnTo>
                    <a:pt x="937648" y="1723576"/>
                  </a:lnTo>
                  <a:lnTo>
                    <a:pt x="936577" y="1723726"/>
                  </a:lnTo>
                  <a:lnTo>
                    <a:pt x="935505" y="1723875"/>
                  </a:lnTo>
                  <a:lnTo>
                    <a:pt x="934434" y="1724023"/>
                  </a:lnTo>
                  <a:lnTo>
                    <a:pt x="933362" y="1724169"/>
                  </a:lnTo>
                  <a:lnTo>
                    <a:pt x="932290" y="1724314"/>
                  </a:lnTo>
                  <a:lnTo>
                    <a:pt x="931219" y="1724458"/>
                  </a:lnTo>
                  <a:lnTo>
                    <a:pt x="930147" y="1724600"/>
                  </a:lnTo>
                  <a:lnTo>
                    <a:pt x="929076" y="1724741"/>
                  </a:lnTo>
                  <a:lnTo>
                    <a:pt x="928004" y="1724881"/>
                  </a:lnTo>
                  <a:lnTo>
                    <a:pt x="926932" y="1725020"/>
                  </a:lnTo>
                  <a:lnTo>
                    <a:pt x="925861" y="1725157"/>
                  </a:lnTo>
                  <a:lnTo>
                    <a:pt x="924789" y="1725293"/>
                  </a:lnTo>
                  <a:lnTo>
                    <a:pt x="923718" y="1725428"/>
                  </a:lnTo>
                  <a:lnTo>
                    <a:pt x="922646" y="1725562"/>
                  </a:lnTo>
                  <a:lnTo>
                    <a:pt x="921574" y="1725695"/>
                  </a:lnTo>
                  <a:lnTo>
                    <a:pt x="920503" y="1725826"/>
                  </a:lnTo>
                  <a:lnTo>
                    <a:pt x="919431" y="1725956"/>
                  </a:lnTo>
                  <a:lnTo>
                    <a:pt x="918360" y="1726085"/>
                  </a:lnTo>
                  <a:lnTo>
                    <a:pt x="917288" y="1726213"/>
                  </a:lnTo>
                  <a:lnTo>
                    <a:pt x="916216" y="1726339"/>
                  </a:lnTo>
                  <a:lnTo>
                    <a:pt x="915145" y="1726465"/>
                  </a:lnTo>
                  <a:lnTo>
                    <a:pt x="914073" y="1726589"/>
                  </a:lnTo>
                  <a:lnTo>
                    <a:pt x="913002" y="1726713"/>
                  </a:lnTo>
                  <a:lnTo>
                    <a:pt x="911930" y="1726835"/>
                  </a:lnTo>
                  <a:lnTo>
                    <a:pt x="910858" y="1726956"/>
                  </a:lnTo>
                  <a:lnTo>
                    <a:pt x="909787" y="1727076"/>
                  </a:lnTo>
                  <a:lnTo>
                    <a:pt x="908715" y="1727194"/>
                  </a:lnTo>
                  <a:lnTo>
                    <a:pt x="907644" y="1727312"/>
                  </a:lnTo>
                  <a:lnTo>
                    <a:pt x="906572" y="1727429"/>
                  </a:lnTo>
                  <a:lnTo>
                    <a:pt x="905500" y="1727544"/>
                  </a:lnTo>
                  <a:lnTo>
                    <a:pt x="904429" y="1727659"/>
                  </a:lnTo>
                  <a:lnTo>
                    <a:pt x="903357" y="1727773"/>
                  </a:lnTo>
                  <a:lnTo>
                    <a:pt x="902286" y="1727885"/>
                  </a:lnTo>
                  <a:lnTo>
                    <a:pt x="901214" y="1727997"/>
                  </a:lnTo>
                  <a:lnTo>
                    <a:pt x="900142" y="1728107"/>
                  </a:lnTo>
                  <a:lnTo>
                    <a:pt x="899071" y="1728217"/>
                  </a:lnTo>
                  <a:lnTo>
                    <a:pt x="897999" y="1728325"/>
                  </a:lnTo>
                  <a:lnTo>
                    <a:pt x="896928" y="1728433"/>
                  </a:lnTo>
                  <a:lnTo>
                    <a:pt x="895856" y="1728540"/>
                  </a:lnTo>
                  <a:lnTo>
                    <a:pt x="894784" y="1728645"/>
                  </a:lnTo>
                  <a:lnTo>
                    <a:pt x="893713" y="1728750"/>
                  </a:lnTo>
                  <a:lnTo>
                    <a:pt x="892641" y="1728854"/>
                  </a:lnTo>
                  <a:lnTo>
                    <a:pt x="891570" y="1728957"/>
                  </a:lnTo>
                  <a:lnTo>
                    <a:pt x="890498" y="1729059"/>
                  </a:lnTo>
                  <a:lnTo>
                    <a:pt x="889426" y="1729160"/>
                  </a:lnTo>
                  <a:lnTo>
                    <a:pt x="888355" y="1729260"/>
                  </a:lnTo>
                  <a:lnTo>
                    <a:pt x="887283" y="1729359"/>
                  </a:lnTo>
                  <a:lnTo>
                    <a:pt x="886212" y="1729458"/>
                  </a:lnTo>
                  <a:lnTo>
                    <a:pt x="885140" y="1729556"/>
                  </a:lnTo>
                  <a:lnTo>
                    <a:pt x="884069" y="1729652"/>
                  </a:lnTo>
                  <a:lnTo>
                    <a:pt x="882997" y="1729748"/>
                  </a:lnTo>
                  <a:lnTo>
                    <a:pt x="881925" y="1729843"/>
                  </a:lnTo>
                  <a:lnTo>
                    <a:pt x="880854" y="1729938"/>
                  </a:lnTo>
                  <a:lnTo>
                    <a:pt x="879782" y="1730031"/>
                  </a:lnTo>
                  <a:lnTo>
                    <a:pt x="878711" y="1730124"/>
                  </a:lnTo>
                  <a:lnTo>
                    <a:pt x="877639" y="1730216"/>
                  </a:lnTo>
                  <a:lnTo>
                    <a:pt x="876567" y="1730307"/>
                  </a:lnTo>
                  <a:lnTo>
                    <a:pt x="875496" y="1730397"/>
                  </a:lnTo>
                  <a:lnTo>
                    <a:pt x="874424" y="1730487"/>
                  </a:lnTo>
                  <a:lnTo>
                    <a:pt x="873353" y="1730576"/>
                  </a:lnTo>
                  <a:lnTo>
                    <a:pt x="872281" y="1730664"/>
                  </a:lnTo>
                  <a:lnTo>
                    <a:pt x="871209" y="1730751"/>
                  </a:lnTo>
                  <a:lnTo>
                    <a:pt x="870138" y="1730838"/>
                  </a:lnTo>
                  <a:lnTo>
                    <a:pt x="869066" y="1730924"/>
                  </a:lnTo>
                  <a:lnTo>
                    <a:pt x="867995" y="1731009"/>
                  </a:lnTo>
                  <a:lnTo>
                    <a:pt x="866923" y="1731094"/>
                  </a:lnTo>
                  <a:lnTo>
                    <a:pt x="865851" y="1731178"/>
                  </a:lnTo>
                  <a:lnTo>
                    <a:pt x="864780" y="1731261"/>
                  </a:lnTo>
                  <a:lnTo>
                    <a:pt x="863708" y="1731344"/>
                  </a:lnTo>
                  <a:lnTo>
                    <a:pt x="862637" y="1731426"/>
                  </a:lnTo>
                  <a:lnTo>
                    <a:pt x="861565" y="1731507"/>
                  </a:lnTo>
                  <a:lnTo>
                    <a:pt x="860493" y="1731588"/>
                  </a:lnTo>
                  <a:lnTo>
                    <a:pt x="859422" y="1731668"/>
                  </a:lnTo>
                  <a:lnTo>
                    <a:pt x="858350" y="1731748"/>
                  </a:lnTo>
                  <a:lnTo>
                    <a:pt x="857279" y="1731827"/>
                  </a:lnTo>
                  <a:lnTo>
                    <a:pt x="856207" y="1731905"/>
                  </a:lnTo>
                  <a:lnTo>
                    <a:pt x="855135" y="1731983"/>
                  </a:lnTo>
                  <a:lnTo>
                    <a:pt x="854064" y="1732060"/>
                  </a:lnTo>
                  <a:lnTo>
                    <a:pt x="852992" y="1732137"/>
                  </a:lnTo>
                  <a:lnTo>
                    <a:pt x="851921" y="1732213"/>
                  </a:lnTo>
                  <a:lnTo>
                    <a:pt x="850849" y="1732289"/>
                  </a:lnTo>
                  <a:lnTo>
                    <a:pt x="849777" y="1732364"/>
                  </a:lnTo>
                  <a:lnTo>
                    <a:pt x="848706" y="1732439"/>
                  </a:lnTo>
                  <a:lnTo>
                    <a:pt x="847634" y="1732513"/>
                  </a:lnTo>
                  <a:lnTo>
                    <a:pt x="846563" y="1732586"/>
                  </a:lnTo>
                  <a:lnTo>
                    <a:pt x="845491" y="1732660"/>
                  </a:lnTo>
                  <a:lnTo>
                    <a:pt x="844419" y="1732732"/>
                  </a:lnTo>
                  <a:lnTo>
                    <a:pt x="843348" y="1732805"/>
                  </a:lnTo>
                  <a:lnTo>
                    <a:pt x="842276" y="1732876"/>
                  </a:lnTo>
                  <a:lnTo>
                    <a:pt x="841205" y="1732948"/>
                  </a:lnTo>
                  <a:lnTo>
                    <a:pt x="840133" y="1733019"/>
                  </a:lnTo>
                  <a:lnTo>
                    <a:pt x="839061" y="1733089"/>
                  </a:lnTo>
                  <a:lnTo>
                    <a:pt x="837990" y="1733160"/>
                  </a:lnTo>
                  <a:lnTo>
                    <a:pt x="836918" y="1733229"/>
                  </a:lnTo>
                  <a:lnTo>
                    <a:pt x="835847" y="1733299"/>
                  </a:lnTo>
                  <a:lnTo>
                    <a:pt x="834775" y="1733368"/>
                  </a:lnTo>
                  <a:lnTo>
                    <a:pt x="833703" y="1733437"/>
                  </a:lnTo>
                  <a:lnTo>
                    <a:pt x="832632" y="1733505"/>
                  </a:lnTo>
                  <a:lnTo>
                    <a:pt x="831560" y="1733573"/>
                  </a:lnTo>
                  <a:lnTo>
                    <a:pt x="830489" y="1733641"/>
                  </a:lnTo>
                  <a:lnTo>
                    <a:pt x="829417" y="1733708"/>
                  </a:lnTo>
                  <a:lnTo>
                    <a:pt x="828345" y="1733775"/>
                  </a:lnTo>
                  <a:lnTo>
                    <a:pt x="827274" y="1733842"/>
                  </a:lnTo>
                  <a:lnTo>
                    <a:pt x="826202" y="1733908"/>
                  </a:lnTo>
                  <a:lnTo>
                    <a:pt x="825131" y="1733974"/>
                  </a:lnTo>
                  <a:lnTo>
                    <a:pt x="824059" y="1734040"/>
                  </a:lnTo>
                  <a:lnTo>
                    <a:pt x="822987" y="1734106"/>
                  </a:lnTo>
                  <a:lnTo>
                    <a:pt x="821916" y="1734171"/>
                  </a:lnTo>
                  <a:lnTo>
                    <a:pt x="820844" y="1734236"/>
                  </a:lnTo>
                  <a:lnTo>
                    <a:pt x="819773" y="1734301"/>
                  </a:lnTo>
                  <a:lnTo>
                    <a:pt x="818701" y="1734366"/>
                  </a:lnTo>
                  <a:lnTo>
                    <a:pt x="817629" y="1734431"/>
                  </a:lnTo>
                  <a:lnTo>
                    <a:pt x="816558" y="1734495"/>
                  </a:lnTo>
                  <a:lnTo>
                    <a:pt x="815486" y="1734559"/>
                  </a:lnTo>
                  <a:lnTo>
                    <a:pt x="814415" y="1734623"/>
                  </a:lnTo>
                  <a:lnTo>
                    <a:pt x="813343" y="1734687"/>
                  </a:lnTo>
                  <a:lnTo>
                    <a:pt x="812271" y="1734750"/>
                  </a:lnTo>
                  <a:lnTo>
                    <a:pt x="811200" y="1734814"/>
                  </a:lnTo>
                  <a:lnTo>
                    <a:pt x="810128" y="1734877"/>
                  </a:lnTo>
                  <a:lnTo>
                    <a:pt x="809057" y="1734941"/>
                  </a:lnTo>
                  <a:lnTo>
                    <a:pt x="807985" y="1735004"/>
                  </a:lnTo>
                  <a:lnTo>
                    <a:pt x="806913" y="1735067"/>
                  </a:lnTo>
                  <a:lnTo>
                    <a:pt x="805842" y="1735130"/>
                  </a:lnTo>
                  <a:lnTo>
                    <a:pt x="804770" y="1735192"/>
                  </a:lnTo>
                  <a:lnTo>
                    <a:pt x="803699" y="1735255"/>
                  </a:lnTo>
                  <a:lnTo>
                    <a:pt x="802627" y="1735318"/>
                  </a:lnTo>
                  <a:lnTo>
                    <a:pt x="801555" y="1735381"/>
                  </a:lnTo>
                  <a:lnTo>
                    <a:pt x="800484" y="1735443"/>
                  </a:lnTo>
                  <a:lnTo>
                    <a:pt x="799412" y="1735506"/>
                  </a:lnTo>
                  <a:lnTo>
                    <a:pt x="798341" y="1735568"/>
                  </a:lnTo>
                  <a:lnTo>
                    <a:pt x="797269" y="1735631"/>
                  </a:lnTo>
                  <a:lnTo>
                    <a:pt x="796197" y="1735693"/>
                  </a:lnTo>
                  <a:lnTo>
                    <a:pt x="795126" y="1735756"/>
                  </a:lnTo>
                  <a:lnTo>
                    <a:pt x="794054" y="1735819"/>
                  </a:lnTo>
                  <a:lnTo>
                    <a:pt x="792983" y="1735881"/>
                  </a:lnTo>
                  <a:lnTo>
                    <a:pt x="791911" y="1735944"/>
                  </a:lnTo>
                  <a:lnTo>
                    <a:pt x="790839" y="1736007"/>
                  </a:lnTo>
                  <a:lnTo>
                    <a:pt x="789768" y="1736069"/>
                  </a:lnTo>
                  <a:lnTo>
                    <a:pt x="788696" y="1736132"/>
                  </a:lnTo>
                  <a:lnTo>
                    <a:pt x="787625" y="1736195"/>
                  </a:lnTo>
                  <a:lnTo>
                    <a:pt x="786553" y="1736258"/>
                  </a:lnTo>
                  <a:lnTo>
                    <a:pt x="785481" y="1736321"/>
                  </a:lnTo>
                  <a:lnTo>
                    <a:pt x="784410" y="1736384"/>
                  </a:lnTo>
                  <a:lnTo>
                    <a:pt x="783338" y="1736447"/>
                  </a:lnTo>
                  <a:lnTo>
                    <a:pt x="782267" y="1736511"/>
                  </a:lnTo>
                  <a:lnTo>
                    <a:pt x="781195" y="1736574"/>
                  </a:lnTo>
                  <a:lnTo>
                    <a:pt x="780123" y="1736638"/>
                  </a:lnTo>
                  <a:lnTo>
                    <a:pt x="779052" y="1736702"/>
                  </a:lnTo>
                  <a:lnTo>
                    <a:pt x="777980" y="1736766"/>
                  </a:lnTo>
                  <a:lnTo>
                    <a:pt x="776909" y="1736830"/>
                  </a:lnTo>
                  <a:lnTo>
                    <a:pt x="775837" y="1736894"/>
                  </a:lnTo>
                  <a:lnTo>
                    <a:pt x="774765" y="1736959"/>
                  </a:lnTo>
                  <a:lnTo>
                    <a:pt x="773694" y="1737024"/>
                  </a:lnTo>
                  <a:lnTo>
                    <a:pt x="772622" y="1737089"/>
                  </a:lnTo>
                  <a:lnTo>
                    <a:pt x="771551" y="1737154"/>
                  </a:lnTo>
                  <a:lnTo>
                    <a:pt x="770479" y="1737219"/>
                  </a:lnTo>
                  <a:lnTo>
                    <a:pt x="769407" y="1737285"/>
                  </a:lnTo>
                  <a:lnTo>
                    <a:pt x="768336" y="1737351"/>
                  </a:lnTo>
                  <a:lnTo>
                    <a:pt x="767264" y="1737417"/>
                  </a:lnTo>
                  <a:lnTo>
                    <a:pt x="766193" y="1737483"/>
                  </a:lnTo>
                  <a:lnTo>
                    <a:pt x="765121" y="1737550"/>
                  </a:lnTo>
                  <a:lnTo>
                    <a:pt x="764049" y="1737617"/>
                  </a:lnTo>
                  <a:lnTo>
                    <a:pt x="762978" y="1737685"/>
                  </a:lnTo>
                  <a:lnTo>
                    <a:pt x="761906" y="1737752"/>
                  </a:lnTo>
                  <a:lnTo>
                    <a:pt x="760835" y="1737820"/>
                  </a:lnTo>
                  <a:lnTo>
                    <a:pt x="759763" y="1737888"/>
                  </a:lnTo>
                  <a:lnTo>
                    <a:pt x="758691" y="1737957"/>
                  </a:lnTo>
                  <a:lnTo>
                    <a:pt x="757620" y="1738026"/>
                  </a:lnTo>
                  <a:lnTo>
                    <a:pt x="756548" y="1738095"/>
                  </a:lnTo>
                  <a:lnTo>
                    <a:pt x="755477" y="1738165"/>
                  </a:lnTo>
                  <a:lnTo>
                    <a:pt x="754405" y="1738235"/>
                  </a:lnTo>
                  <a:lnTo>
                    <a:pt x="753333" y="1738305"/>
                  </a:lnTo>
                  <a:lnTo>
                    <a:pt x="752262" y="1738376"/>
                  </a:lnTo>
                  <a:lnTo>
                    <a:pt x="751190" y="1738447"/>
                  </a:lnTo>
                  <a:lnTo>
                    <a:pt x="750119" y="1738519"/>
                  </a:lnTo>
                  <a:lnTo>
                    <a:pt x="749047" y="1738591"/>
                  </a:lnTo>
                  <a:lnTo>
                    <a:pt x="747975" y="1738663"/>
                  </a:lnTo>
                  <a:lnTo>
                    <a:pt x="746904" y="1738736"/>
                  </a:lnTo>
                  <a:lnTo>
                    <a:pt x="745832" y="1738809"/>
                  </a:lnTo>
                  <a:lnTo>
                    <a:pt x="744761" y="1738883"/>
                  </a:lnTo>
                  <a:lnTo>
                    <a:pt x="743689" y="1738957"/>
                  </a:lnTo>
                  <a:lnTo>
                    <a:pt x="742617" y="1739032"/>
                  </a:lnTo>
                  <a:lnTo>
                    <a:pt x="741546" y="1739107"/>
                  </a:lnTo>
                  <a:lnTo>
                    <a:pt x="740474" y="1739182"/>
                  </a:lnTo>
                  <a:lnTo>
                    <a:pt x="739403" y="1739259"/>
                  </a:lnTo>
                  <a:lnTo>
                    <a:pt x="738331" y="1739335"/>
                  </a:lnTo>
                  <a:lnTo>
                    <a:pt x="737259" y="1739412"/>
                  </a:lnTo>
                  <a:lnTo>
                    <a:pt x="736188" y="1739490"/>
                  </a:lnTo>
                  <a:lnTo>
                    <a:pt x="735116" y="1739568"/>
                  </a:lnTo>
                  <a:lnTo>
                    <a:pt x="734045" y="1739647"/>
                  </a:lnTo>
                  <a:lnTo>
                    <a:pt x="732973" y="1739726"/>
                  </a:lnTo>
                  <a:lnTo>
                    <a:pt x="731901" y="1739806"/>
                  </a:lnTo>
                  <a:lnTo>
                    <a:pt x="730830" y="1739886"/>
                  </a:lnTo>
                  <a:lnTo>
                    <a:pt x="729758" y="1739967"/>
                  </a:lnTo>
                  <a:lnTo>
                    <a:pt x="728687" y="1740049"/>
                  </a:lnTo>
                  <a:lnTo>
                    <a:pt x="727615" y="1740131"/>
                  </a:lnTo>
                  <a:lnTo>
                    <a:pt x="726543" y="1740214"/>
                  </a:lnTo>
                  <a:lnTo>
                    <a:pt x="725472" y="1740297"/>
                  </a:lnTo>
                  <a:lnTo>
                    <a:pt x="724400" y="1740381"/>
                  </a:lnTo>
                  <a:lnTo>
                    <a:pt x="723329" y="1740465"/>
                  </a:lnTo>
                  <a:lnTo>
                    <a:pt x="722257" y="1740550"/>
                  </a:lnTo>
                  <a:lnTo>
                    <a:pt x="721185" y="1740636"/>
                  </a:lnTo>
                  <a:lnTo>
                    <a:pt x="720114" y="1740723"/>
                  </a:lnTo>
                  <a:lnTo>
                    <a:pt x="719042" y="1740810"/>
                  </a:lnTo>
                  <a:lnTo>
                    <a:pt x="717971" y="1740897"/>
                  </a:lnTo>
                  <a:lnTo>
                    <a:pt x="716899" y="1740986"/>
                  </a:lnTo>
                  <a:lnTo>
                    <a:pt x="715827" y="1741075"/>
                  </a:lnTo>
                  <a:lnTo>
                    <a:pt x="714756" y="1741164"/>
                  </a:lnTo>
                  <a:lnTo>
                    <a:pt x="713684" y="1741255"/>
                  </a:lnTo>
                  <a:lnTo>
                    <a:pt x="712613" y="1741346"/>
                  </a:lnTo>
                  <a:lnTo>
                    <a:pt x="711541" y="1741438"/>
                  </a:lnTo>
                  <a:lnTo>
                    <a:pt x="710469" y="1741530"/>
                  </a:lnTo>
                  <a:lnTo>
                    <a:pt x="709398" y="1741623"/>
                  </a:lnTo>
                  <a:lnTo>
                    <a:pt x="708326" y="1741717"/>
                  </a:lnTo>
                  <a:lnTo>
                    <a:pt x="707255" y="1741812"/>
                  </a:lnTo>
                  <a:lnTo>
                    <a:pt x="706183" y="1741907"/>
                  </a:lnTo>
                  <a:lnTo>
                    <a:pt x="705112" y="1742004"/>
                  </a:lnTo>
                  <a:lnTo>
                    <a:pt x="704040" y="1742101"/>
                  </a:lnTo>
                  <a:lnTo>
                    <a:pt x="702968" y="1742198"/>
                  </a:lnTo>
                  <a:lnTo>
                    <a:pt x="701897" y="1742297"/>
                  </a:lnTo>
                  <a:lnTo>
                    <a:pt x="700825" y="1742396"/>
                  </a:lnTo>
                  <a:lnTo>
                    <a:pt x="699754" y="1742496"/>
                  </a:lnTo>
                  <a:lnTo>
                    <a:pt x="698682" y="1742596"/>
                  </a:lnTo>
                  <a:lnTo>
                    <a:pt x="697610" y="1742698"/>
                  </a:lnTo>
                  <a:lnTo>
                    <a:pt x="696539" y="1742800"/>
                  </a:lnTo>
                  <a:lnTo>
                    <a:pt x="695467" y="1742904"/>
                  </a:lnTo>
                  <a:lnTo>
                    <a:pt x="694396" y="1743007"/>
                  </a:lnTo>
                  <a:lnTo>
                    <a:pt x="693324" y="1743112"/>
                  </a:lnTo>
                  <a:lnTo>
                    <a:pt x="692252" y="1743218"/>
                  </a:lnTo>
                  <a:lnTo>
                    <a:pt x="691181" y="1743324"/>
                  </a:lnTo>
                  <a:lnTo>
                    <a:pt x="690109" y="1743432"/>
                  </a:lnTo>
                  <a:lnTo>
                    <a:pt x="689038" y="1743540"/>
                  </a:lnTo>
                  <a:lnTo>
                    <a:pt x="687966" y="1743649"/>
                  </a:lnTo>
                  <a:lnTo>
                    <a:pt x="686894" y="1743758"/>
                  </a:lnTo>
                  <a:lnTo>
                    <a:pt x="685823" y="1743869"/>
                  </a:lnTo>
                  <a:lnTo>
                    <a:pt x="684751" y="1743981"/>
                  </a:lnTo>
                  <a:lnTo>
                    <a:pt x="683680" y="1744093"/>
                  </a:lnTo>
                  <a:lnTo>
                    <a:pt x="682608" y="1744206"/>
                  </a:lnTo>
                  <a:lnTo>
                    <a:pt x="681536" y="1744320"/>
                  </a:lnTo>
                  <a:lnTo>
                    <a:pt x="680465" y="1744435"/>
                  </a:lnTo>
                  <a:lnTo>
                    <a:pt x="679393" y="1744551"/>
                  </a:lnTo>
                  <a:lnTo>
                    <a:pt x="678322" y="1744668"/>
                  </a:lnTo>
                  <a:lnTo>
                    <a:pt x="677250" y="1744786"/>
                  </a:lnTo>
                  <a:lnTo>
                    <a:pt x="676178" y="1744905"/>
                  </a:lnTo>
                  <a:lnTo>
                    <a:pt x="675107" y="1745024"/>
                  </a:lnTo>
                  <a:lnTo>
                    <a:pt x="674035" y="1745145"/>
                  </a:lnTo>
                  <a:lnTo>
                    <a:pt x="672964" y="1745266"/>
                  </a:lnTo>
                  <a:lnTo>
                    <a:pt x="671892" y="1745389"/>
                  </a:lnTo>
                  <a:lnTo>
                    <a:pt x="670820" y="1745512"/>
                  </a:lnTo>
                  <a:lnTo>
                    <a:pt x="669749" y="1745636"/>
                  </a:lnTo>
                  <a:lnTo>
                    <a:pt x="668677" y="1745761"/>
                  </a:lnTo>
                  <a:lnTo>
                    <a:pt x="667606" y="1745887"/>
                  </a:lnTo>
                  <a:lnTo>
                    <a:pt x="666534" y="1746014"/>
                  </a:lnTo>
                  <a:lnTo>
                    <a:pt x="665462" y="1746143"/>
                  </a:lnTo>
                  <a:lnTo>
                    <a:pt x="664391" y="1746272"/>
                  </a:lnTo>
                  <a:lnTo>
                    <a:pt x="663319" y="1746402"/>
                  </a:lnTo>
                  <a:lnTo>
                    <a:pt x="662248" y="1746533"/>
                  </a:lnTo>
                  <a:lnTo>
                    <a:pt x="661176" y="1746664"/>
                  </a:lnTo>
                  <a:lnTo>
                    <a:pt x="660104" y="1746797"/>
                  </a:lnTo>
                  <a:lnTo>
                    <a:pt x="659033" y="1746931"/>
                  </a:lnTo>
                  <a:lnTo>
                    <a:pt x="657961" y="1747066"/>
                  </a:lnTo>
                  <a:lnTo>
                    <a:pt x="656890" y="1747202"/>
                  </a:lnTo>
                  <a:lnTo>
                    <a:pt x="655818" y="1747339"/>
                  </a:lnTo>
                  <a:lnTo>
                    <a:pt x="654746" y="1747477"/>
                  </a:lnTo>
                  <a:lnTo>
                    <a:pt x="653675" y="1747616"/>
                  </a:lnTo>
                  <a:lnTo>
                    <a:pt x="652603" y="1747756"/>
                  </a:lnTo>
                  <a:lnTo>
                    <a:pt x="651532" y="1747897"/>
                  </a:lnTo>
                  <a:lnTo>
                    <a:pt x="650460" y="1748039"/>
                  </a:lnTo>
                  <a:lnTo>
                    <a:pt x="649388" y="1748182"/>
                  </a:lnTo>
                  <a:lnTo>
                    <a:pt x="648317" y="1748326"/>
                  </a:lnTo>
                  <a:lnTo>
                    <a:pt x="647245" y="1748471"/>
                  </a:lnTo>
                  <a:lnTo>
                    <a:pt x="646174" y="1748617"/>
                  </a:lnTo>
                  <a:lnTo>
                    <a:pt x="645102" y="1748764"/>
                  </a:lnTo>
                  <a:lnTo>
                    <a:pt x="644030" y="1748913"/>
                  </a:lnTo>
                  <a:lnTo>
                    <a:pt x="642959" y="1749062"/>
                  </a:lnTo>
                  <a:lnTo>
                    <a:pt x="641887" y="1749212"/>
                  </a:lnTo>
                  <a:lnTo>
                    <a:pt x="640816" y="1749364"/>
                  </a:lnTo>
                  <a:lnTo>
                    <a:pt x="639744" y="1749516"/>
                  </a:lnTo>
                  <a:lnTo>
                    <a:pt x="638672" y="1749669"/>
                  </a:lnTo>
                  <a:lnTo>
                    <a:pt x="637601" y="1749824"/>
                  </a:lnTo>
                  <a:lnTo>
                    <a:pt x="636529" y="1749980"/>
                  </a:lnTo>
                  <a:lnTo>
                    <a:pt x="635458" y="1750136"/>
                  </a:lnTo>
                  <a:lnTo>
                    <a:pt x="634386" y="1750294"/>
                  </a:lnTo>
                  <a:lnTo>
                    <a:pt x="633314" y="1750453"/>
                  </a:lnTo>
                  <a:lnTo>
                    <a:pt x="632243" y="1750613"/>
                  </a:lnTo>
                  <a:lnTo>
                    <a:pt x="631171" y="1750774"/>
                  </a:lnTo>
                  <a:lnTo>
                    <a:pt x="630100" y="1750936"/>
                  </a:lnTo>
                  <a:lnTo>
                    <a:pt x="629028" y="1751099"/>
                  </a:lnTo>
                  <a:lnTo>
                    <a:pt x="627956" y="1751263"/>
                  </a:lnTo>
                  <a:lnTo>
                    <a:pt x="626885" y="1751429"/>
                  </a:lnTo>
                  <a:lnTo>
                    <a:pt x="625813" y="1751595"/>
                  </a:lnTo>
                  <a:lnTo>
                    <a:pt x="624742" y="1751763"/>
                  </a:lnTo>
                  <a:lnTo>
                    <a:pt x="623670" y="1751931"/>
                  </a:lnTo>
                  <a:lnTo>
                    <a:pt x="622598" y="1752101"/>
                  </a:lnTo>
                  <a:lnTo>
                    <a:pt x="621527" y="1752272"/>
                  </a:lnTo>
                  <a:lnTo>
                    <a:pt x="620455" y="1752444"/>
                  </a:lnTo>
                  <a:lnTo>
                    <a:pt x="619384" y="1752617"/>
                  </a:lnTo>
                  <a:lnTo>
                    <a:pt x="618312" y="1752791"/>
                  </a:lnTo>
                  <a:lnTo>
                    <a:pt x="617240" y="1752966"/>
                  </a:lnTo>
                  <a:lnTo>
                    <a:pt x="616169" y="1753142"/>
                  </a:lnTo>
                  <a:lnTo>
                    <a:pt x="615097" y="1753320"/>
                  </a:lnTo>
                  <a:lnTo>
                    <a:pt x="614026" y="1753498"/>
                  </a:lnTo>
                  <a:lnTo>
                    <a:pt x="612954" y="1753678"/>
                  </a:lnTo>
                  <a:lnTo>
                    <a:pt x="611882" y="1753859"/>
                  </a:lnTo>
                  <a:lnTo>
                    <a:pt x="610811" y="1754041"/>
                  </a:lnTo>
                  <a:lnTo>
                    <a:pt x="609739" y="1754224"/>
                  </a:lnTo>
                  <a:lnTo>
                    <a:pt x="608668" y="1754408"/>
                  </a:lnTo>
                  <a:lnTo>
                    <a:pt x="607596" y="1754593"/>
                  </a:lnTo>
                  <a:lnTo>
                    <a:pt x="606524" y="1754780"/>
                  </a:lnTo>
                  <a:lnTo>
                    <a:pt x="605453" y="1754967"/>
                  </a:lnTo>
                  <a:lnTo>
                    <a:pt x="604381" y="1755156"/>
                  </a:lnTo>
                  <a:lnTo>
                    <a:pt x="603310" y="1755346"/>
                  </a:lnTo>
                  <a:lnTo>
                    <a:pt x="602238" y="1755537"/>
                  </a:lnTo>
                  <a:lnTo>
                    <a:pt x="601166" y="1755729"/>
                  </a:lnTo>
                  <a:lnTo>
                    <a:pt x="600095" y="1755922"/>
                  </a:lnTo>
                  <a:lnTo>
                    <a:pt x="599023" y="1756116"/>
                  </a:lnTo>
                  <a:lnTo>
                    <a:pt x="597952" y="1756312"/>
                  </a:lnTo>
                  <a:lnTo>
                    <a:pt x="596880" y="1756508"/>
                  </a:lnTo>
                  <a:lnTo>
                    <a:pt x="595808" y="1756706"/>
                  </a:lnTo>
                  <a:lnTo>
                    <a:pt x="594737" y="1756905"/>
                  </a:lnTo>
                  <a:lnTo>
                    <a:pt x="593665" y="1757105"/>
                  </a:lnTo>
                  <a:lnTo>
                    <a:pt x="592594" y="1757306"/>
                  </a:lnTo>
                  <a:lnTo>
                    <a:pt x="591522" y="1757508"/>
                  </a:lnTo>
                  <a:lnTo>
                    <a:pt x="590450" y="1757711"/>
                  </a:lnTo>
                  <a:lnTo>
                    <a:pt x="589379" y="1757916"/>
                  </a:lnTo>
                  <a:lnTo>
                    <a:pt x="588307" y="1758121"/>
                  </a:lnTo>
                  <a:lnTo>
                    <a:pt x="587236" y="1758328"/>
                  </a:lnTo>
                  <a:lnTo>
                    <a:pt x="586164" y="1758536"/>
                  </a:lnTo>
                  <a:lnTo>
                    <a:pt x="585092" y="1758745"/>
                  </a:lnTo>
                  <a:lnTo>
                    <a:pt x="584021" y="1758955"/>
                  </a:lnTo>
                  <a:lnTo>
                    <a:pt x="582949" y="1759166"/>
                  </a:lnTo>
                  <a:lnTo>
                    <a:pt x="581878" y="1759379"/>
                  </a:lnTo>
                  <a:lnTo>
                    <a:pt x="580806" y="1759592"/>
                  </a:lnTo>
                  <a:lnTo>
                    <a:pt x="579734" y="1759807"/>
                  </a:lnTo>
                  <a:lnTo>
                    <a:pt x="578663" y="1760023"/>
                  </a:lnTo>
                  <a:lnTo>
                    <a:pt x="577591" y="1760239"/>
                  </a:lnTo>
                  <a:lnTo>
                    <a:pt x="576520" y="1760457"/>
                  </a:lnTo>
                  <a:lnTo>
                    <a:pt x="575448" y="1760677"/>
                  </a:lnTo>
                  <a:lnTo>
                    <a:pt x="574376" y="1760897"/>
                  </a:lnTo>
                  <a:lnTo>
                    <a:pt x="573305" y="1761118"/>
                  </a:lnTo>
                  <a:lnTo>
                    <a:pt x="572233" y="1761341"/>
                  </a:lnTo>
                  <a:lnTo>
                    <a:pt x="571162" y="1761565"/>
                  </a:lnTo>
                  <a:lnTo>
                    <a:pt x="570090" y="1761789"/>
                  </a:lnTo>
                  <a:lnTo>
                    <a:pt x="569018" y="1762015"/>
                  </a:lnTo>
                  <a:lnTo>
                    <a:pt x="567947" y="1762242"/>
                  </a:lnTo>
                  <a:lnTo>
                    <a:pt x="566875" y="1762470"/>
                  </a:lnTo>
                  <a:lnTo>
                    <a:pt x="565804" y="1762700"/>
                  </a:lnTo>
                  <a:lnTo>
                    <a:pt x="564732" y="1762930"/>
                  </a:lnTo>
                  <a:lnTo>
                    <a:pt x="563660" y="1763162"/>
                  </a:lnTo>
                  <a:lnTo>
                    <a:pt x="562589" y="1763394"/>
                  </a:lnTo>
                  <a:lnTo>
                    <a:pt x="561517" y="1763628"/>
                  </a:lnTo>
                  <a:lnTo>
                    <a:pt x="560446" y="1763863"/>
                  </a:lnTo>
                  <a:lnTo>
                    <a:pt x="559374" y="1764099"/>
                  </a:lnTo>
                  <a:lnTo>
                    <a:pt x="558302" y="1764336"/>
                  </a:lnTo>
                  <a:lnTo>
                    <a:pt x="557231" y="1764574"/>
                  </a:lnTo>
                  <a:lnTo>
                    <a:pt x="556159" y="1764813"/>
                  </a:lnTo>
                  <a:lnTo>
                    <a:pt x="555088" y="1765054"/>
                  </a:lnTo>
                  <a:lnTo>
                    <a:pt x="554016" y="1765295"/>
                  </a:lnTo>
                  <a:lnTo>
                    <a:pt x="552944" y="1765538"/>
                  </a:lnTo>
                  <a:lnTo>
                    <a:pt x="551873" y="1765781"/>
                  </a:lnTo>
                  <a:lnTo>
                    <a:pt x="550801" y="1766026"/>
                  </a:lnTo>
                  <a:lnTo>
                    <a:pt x="549730" y="1766272"/>
                  </a:lnTo>
                  <a:lnTo>
                    <a:pt x="548658" y="1766519"/>
                  </a:lnTo>
                  <a:lnTo>
                    <a:pt x="547586" y="1766767"/>
                  </a:lnTo>
                  <a:lnTo>
                    <a:pt x="546515" y="1767016"/>
                  </a:lnTo>
                  <a:lnTo>
                    <a:pt x="545443" y="1767266"/>
                  </a:lnTo>
                  <a:lnTo>
                    <a:pt x="544372" y="1767518"/>
                  </a:lnTo>
                  <a:lnTo>
                    <a:pt x="543300" y="1767770"/>
                  </a:lnTo>
                  <a:lnTo>
                    <a:pt x="542228" y="1768023"/>
                  </a:lnTo>
                  <a:lnTo>
                    <a:pt x="541157" y="1768278"/>
                  </a:lnTo>
                  <a:lnTo>
                    <a:pt x="540085" y="1768534"/>
                  </a:lnTo>
                  <a:lnTo>
                    <a:pt x="539014" y="1768790"/>
                  </a:lnTo>
                  <a:lnTo>
                    <a:pt x="537942" y="1769048"/>
                  </a:lnTo>
                  <a:lnTo>
                    <a:pt x="536870" y="1769307"/>
                  </a:lnTo>
                  <a:lnTo>
                    <a:pt x="535799" y="1769567"/>
                  </a:lnTo>
                  <a:lnTo>
                    <a:pt x="534727" y="1769828"/>
                  </a:lnTo>
                  <a:lnTo>
                    <a:pt x="533656" y="1770090"/>
                  </a:lnTo>
                  <a:lnTo>
                    <a:pt x="532584" y="1770353"/>
                  </a:lnTo>
                  <a:lnTo>
                    <a:pt x="531513" y="1770617"/>
                  </a:lnTo>
                  <a:lnTo>
                    <a:pt x="530441" y="1770882"/>
                  </a:lnTo>
                  <a:lnTo>
                    <a:pt x="529369" y="1771148"/>
                  </a:lnTo>
                  <a:lnTo>
                    <a:pt x="528298" y="1771416"/>
                  </a:lnTo>
                  <a:lnTo>
                    <a:pt x="527226" y="1771684"/>
                  </a:lnTo>
                  <a:lnTo>
                    <a:pt x="526155" y="1771953"/>
                  </a:lnTo>
                  <a:lnTo>
                    <a:pt x="525083" y="1772224"/>
                  </a:lnTo>
                  <a:lnTo>
                    <a:pt x="524011" y="1772495"/>
                  </a:lnTo>
                  <a:lnTo>
                    <a:pt x="522940" y="1772768"/>
                  </a:lnTo>
                  <a:lnTo>
                    <a:pt x="521868" y="1773041"/>
                  </a:lnTo>
                  <a:lnTo>
                    <a:pt x="520797" y="1773316"/>
                  </a:lnTo>
                  <a:lnTo>
                    <a:pt x="519725" y="1773591"/>
                  </a:lnTo>
                  <a:lnTo>
                    <a:pt x="518653" y="1773868"/>
                  </a:lnTo>
                  <a:lnTo>
                    <a:pt x="517582" y="1774145"/>
                  </a:lnTo>
                  <a:lnTo>
                    <a:pt x="516510" y="1774424"/>
                  </a:lnTo>
                  <a:lnTo>
                    <a:pt x="515439" y="1774704"/>
                  </a:lnTo>
                  <a:lnTo>
                    <a:pt x="514367" y="1774984"/>
                  </a:lnTo>
                  <a:lnTo>
                    <a:pt x="513295" y="1775266"/>
                  </a:lnTo>
                  <a:lnTo>
                    <a:pt x="512224" y="1775549"/>
                  </a:lnTo>
                  <a:lnTo>
                    <a:pt x="511152" y="1775832"/>
                  </a:lnTo>
                  <a:lnTo>
                    <a:pt x="510081" y="1776117"/>
                  </a:lnTo>
                  <a:lnTo>
                    <a:pt x="509009" y="1776402"/>
                  </a:lnTo>
                  <a:lnTo>
                    <a:pt x="507937" y="1776689"/>
                  </a:lnTo>
                  <a:lnTo>
                    <a:pt x="506866" y="1776977"/>
                  </a:lnTo>
                  <a:lnTo>
                    <a:pt x="505794" y="1777265"/>
                  </a:lnTo>
                  <a:lnTo>
                    <a:pt x="504723" y="1777555"/>
                  </a:lnTo>
                  <a:lnTo>
                    <a:pt x="503651" y="1777845"/>
                  </a:lnTo>
                  <a:lnTo>
                    <a:pt x="502579" y="1778137"/>
                  </a:lnTo>
                  <a:lnTo>
                    <a:pt x="501508" y="1778429"/>
                  </a:lnTo>
                  <a:lnTo>
                    <a:pt x="500436" y="1778722"/>
                  </a:lnTo>
                  <a:lnTo>
                    <a:pt x="499365" y="1779017"/>
                  </a:lnTo>
                  <a:lnTo>
                    <a:pt x="498293" y="1779312"/>
                  </a:lnTo>
                  <a:lnTo>
                    <a:pt x="497221" y="1779608"/>
                  </a:lnTo>
                  <a:lnTo>
                    <a:pt x="496150" y="1779906"/>
                  </a:lnTo>
                  <a:lnTo>
                    <a:pt x="495078" y="1780204"/>
                  </a:lnTo>
                  <a:lnTo>
                    <a:pt x="494007" y="1780503"/>
                  </a:lnTo>
                  <a:lnTo>
                    <a:pt x="492935" y="1780803"/>
                  </a:lnTo>
                  <a:lnTo>
                    <a:pt x="491863" y="1781104"/>
                  </a:lnTo>
                  <a:lnTo>
                    <a:pt x="490792" y="1781406"/>
                  </a:lnTo>
                  <a:lnTo>
                    <a:pt x="489720" y="1781708"/>
                  </a:lnTo>
                  <a:lnTo>
                    <a:pt x="488649" y="1782012"/>
                  </a:lnTo>
                  <a:lnTo>
                    <a:pt x="487577" y="1782317"/>
                  </a:lnTo>
                  <a:lnTo>
                    <a:pt x="486505" y="1782622"/>
                  </a:lnTo>
                  <a:lnTo>
                    <a:pt x="485434" y="1782929"/>
                  </a:lnTo>
                  <a:lnTo>
                    <a:pt x="484362" y="1783236"/>
                  </a:lnTo>
                  <a:lnTo>
                    <a:pt x="483291" y="1783544"/>
                  </a:lnTo>
                  <a:lnTo>
                    <a:pt x="482219" y="1783854"/>
                  </a:lnTo>
                  <a:lnTo>
                    <a:pt x="481147" y="1784164"/>
                  </a:lnTo>
                  <a:lnTo>
                    <a:pt x="480076" y="1784475"/>
                  </a:lnTo>
                  <a:lnTo>
                    <a:pt x="479004" y="1784786"/>
                  </a:lnTo>
                  <a:lnTo>
                    <a:pt x="477933" y="1785099"/>
                  </a:lnTo>
                  <a:lnTo>
                    <a:pt x="476861" y="1785413"/>
                  </a:lnTo>
                  <a:lnTo>
                    <a:pt x="475789" y="1785727"/>
                  </a:lnTo>
                  <a:lnTo>
                    <a:pt x="474718" y="1786043"/>
                  </a:lnTo>
                  <a:lnTo>
                    <a:pt x="473646" y="1786359"/>
                  </a:lnTo>
                  <a:lnTo>
                    <a:pt x="472575" y="1786676"/>
                  </a:lnTo>
                  <a:lnTo>
                    <a:pt x="471503" y="1786994"/>
                  </a:lnTo>
                  <a:lnTo>
                    <a:pt x="470431" y="1787312"/>
                  </a:lnTo>
                  <a:lnTo>
                    <a:pt x="469360" y="1787632"/>
                  </a:lnTo>
                  <a:lnTo>
                    <a:pt x="468288" y="1787952"/>
                  </a:lnTo>
                  <a:lnTo>
                    <a:pt x="467217" y="1788274"/>
                  </a:lnTo>
                  <a:lnTo>
                    <a:pt x="466145" y="1788596"/>
                  </a:lnTo>
                  <a:lnTo>
                    <a:pt x="465073" y="1788919"/>
                  </a:lnTo>
                  <a:lnTo>
                    <a:pt x="464002" y="1789242"/>
                  </a:lnTo>
                  <a:lnTo>
                    <a:pt x="462930" y="1789567"/>
                  </a:lnTo>
                  <a:lnTo>
                    <a:pt x="461859" y="1789892"/>
                  </a:lnTo>
                  <a:lnTo>
                    <a:pt x="460787" y="1790219"/>
                  </a:lnTo>
                  <a:lnTo>
                    <a:pt x="459715" y="1790546"/>
                  </a:lnTo>
                  <a:lnTo>
                    <a:pt x="458644" y="1790874"/>
                  </a:lnTo>
                  <a:lnTo>
                    <a:pt x="457572" y="1791202"/>
                  </a:lnTo>
                  <a:lnTo>
                    <a:pt x="456501" y="1791532"/>
                  </a:lnTo>
                  <a:lnTo>
                    <a:pt x="455429" y="1791862"/>
                  </a:lnTo>
                  <a:lnTo>
                    <a:pt x="454357" y="1792193"/>
                  </a:lnTo>
                  <a:lnTo>
                    <a:pt x="453286" y="1792525"/>
                  </a:lnTo>
                  <a:lnTo>
                    <a:pt x="452214" y="1792857"/>
                  </a:lnTo>
                  <a:lnTo>
                    <a:pt x="451143" y="1793190"/>
                  </a:lnTo>
                  <a:lnTo>
                    <a:pt x="450071" y="1793524"/>
                  </a:lnTo>
                  <a:lnTo>
                    <a:pt x="448999" y="1793859"/>
                  </a:lnTo>
                  <a:lnTo>
                    <a:pt x="447928" y="1794195"/>
                  </a:lnTo>
                  <a:lnTo>
                    <a:pt x="446856" y="1794531"/>
                  </a:lnTo>
                  <a:lnTo>
                    <a:pt x="445785" y="1794868"/>
                  </a:lnTo>
                  <a:lnTo>
                    <a:pt x="444713" y="1795206"/>
                  </a:lnTo>
                  <a:lnTo>
                    <a:pt x="443641" y="1795545"/>
                  </a:lnTo>
                  <a:lnTo>
                    <a:pt x="442570" y="1795884"/>
                  </a:lnTo>
                  <a:lnTo>
                    <a:pt x="441498" y="1796224"/>
                  </a:lnTo>
                  <a:lnTo>
                    <a:pt x="440427" y="1796565"/>
                  </a:lnTo>
                  <a:lnTo>
                    <a:pt x="439355" y="1796907"/>
                  </a:lnTo>
                  <a:lnTo>
                    <a:pt x="438283" y="1797249"/>
                  </a:lnTo>
                  <a:lnTo>
                    <a:pt x="437212" y="1797592"/>
                  </a:lnTo>
                  <a:lnTo>
                    <a:pt x="436140" y="1797935"/>
                  </a:lnTo>
                  <a:lnTo>
                    <a:pt x="435069" y="1798280"/>
                  </a:lnTo>
                  <a:lnTo>
                    <a:pt x="433997" y="1798625"/>
                  </a:lnTo>
                  <a:lnTo>
                    <a:pt x="432925" y="1798971"/>
                  </a:lnTo>
                  <a:lnTo>
                    <a:pt x="431854" y="1799317"/>
                  </a:lnTo>
                  <a:lnTo>
                    <a:pt x="430782" y="1799664"/>
                  </a:lnTo>
                  <a:lnTo>
                    <a:pt x="429711" y="1800012"/>
                  </a:lnTo>
                  <a:lnTo>
                    <a:pt x="428639" y="1800361"/>
                  </a:lnTo>
                  <a:lnTo>
                    <a:pt x="427567" y="1800710"/>
                  </a:lnTo>
                  <a:lnTo>
                    <a:pt x="426496" y="1801060"/>
                  </a:lnTo>
                  <a:lnTo>
                    <a:pt x="425424" y="1801410"/>
                  </a:lnTo>
                  <a:lnTo>
                    <a:pt x="424353" y="1801761"/>
                  </a:lnTo>
                  <a:lnTo>
                    <a:pt x="423281" y="1802113"/>
                  </a:lnTo>
                  <a:lnTo>
                    <a:pt x="422209" y="1802466"/>
                  </a:lnTo>
                  <a:lnTo>
                    <a:pt x="421138" y="1802819"/>
                  </a:lnTo>
                  <a:lnTo>
                    <a:pt x="420066" y="1803172"/>
                  </a:lnTo>
                  <a:lnTo>
                    <a:pt x="418995" y="1803527"/>
                  </a:lnTo>
                  <a:lnTo>
                    <a:pt x="417923" y="1803882"/>
                  </a:lnTo>
                  <a:lnTo>
                    <a:pt x="416851" y="1804237"/>
                  </a:lnTo>
                  <a:lnTo>
                    <a:pt x="415780" y="1804594"/>
                  </a:lnTo>
                  <a:lnTo>
                    <a:pt x="414708" y="1804951"/>
                  </a:lnTo>
                  <a:lnTo>
                    <a:pt x="413637" y="1805308"/>
                  </a:lnTo>
                  <a:lnTo>
                    <a:pt x="412565" y="1805666"/>
                  </a:lnTo>
                  <a:lnTo>
                    <a:pt x="411493" y="1806025"/>
                  </a:lnTo>
                  <a:lnTo>
                    <a:pt x="410422" y="1806384"/>
                  </a:lnTo>
                  <a:lnTo>
                    <a:pt x="409350" y="1806744"/>
                  </a:lnTo>
                  <a:lnTo>
                    <a:pt x="408279" y="1807105"/>
                  </a:lnTo>
                  <a:lnTo>
                    <a:pt x="407207" y="1807466"/>
                  </a:lnTo>
                  <a:lnTo>
                    <a:pt x="406135" y="1807827"/>
                  </a:lnTo>
                  <a:lnTo>
                    <a:pt x="405064" y="1808190"/>
                  </a:lnTo>
                  <a:lnTo>
                    <a:pt x="403992" y="1808553"/>
                  </a:lnTo>
                  <a:lnTo>
                    <a:pt x="402921" y="1808916"/>
                  </a:lnTo>
                  <a:lnTo>
                    <a:pt x="401849" y="1809280"/>
                  </a:lnTo>
                  <a:lnTo>
                    <a:pt x="400777" y="1809644"/>
                  </a:lnTo>
                  <a:lnTo>
                    <a:pt x="399706" y="1810010"/>
                  </a:lnTo>
                  <a:lnTo>
                    <a:pt x="398634" y="1810375"/>
                  </a:lnTo>
                  <a:lnTo>
                    <a:pt x="397563" y="1810741"/>
                  </a:lnTo>
                  <a:lnTo>
                    <a:pt x="396491" y="1811108"/>
                  </a:lnTo>
                  <a:lnTo>
                    <a:pt x="395419" y="1811475"/>
                  </a:lnTo>
                  <a:lnTo>
                    <a:pt x="394348" y="1811843"/>
                  </a:lnTo>
                  <a:lnTo>
                    <a:pt x="393276" y="1812211"/>
                  </a:lnTo>
                  <a:lnTo>
                    <a:pt x="392205" y="1812580"/>
                  </a:lnTo>
                  <a:lnTo>
                    <a:pt x="391133" y="1812949"/>
                  </a:lnTo>
                  <a:lnTo>
                    <a:pt x="390061" y="1813319"/>
                  </a:lnTo>
                  <a:lnTo>
                    <a:pt x="388990" y="1813690"/>
                  </a:lnTo>
                  <a:lnTo>
                    <a:pt x="387918" y="1814060"/>
                  </a:lnTo>
                  <a:lnTo>
                    <a:pt x="386847" y="1814432"/>
                  </a:lnTo>
                  <a:lnTo>
                    <a:pt x="385775" y="1814804"/>
                  </a:lnTo>
                  <a:lnTo>
                    <a:pt x="384703" y="1815176"/>
                  </a:lnTo>
                  <a:lnTo>
                    <a:pt x="383632" y="1815549"/>
                  </a:lnTo>
                  <a:lnTo>
                    <a:pt x="382560" y="1815922"/>
                  </a:lnTo>
                  <a:lnTo>
                    <a:pt x="381489" y="1816296"/>
                  </a:lnTo>
                  <a:lnTo>
                    <a:pt x="380417" y="1816670"/>
                  </a:lnTo>
                  <a:lnTo>
                    <a:pt x="379345" y="1817045"/>
                  </a:lnTo>
                  <a:lnTo>
                    <a:pt x="378274" y="1817420"/>
                  </a:lnTo>
                  <a:lnTo>
                    <a:pt x="377202" y="1817795"/>
                  </a:lnTo>
                  <a:lnTo>
                    <a:pt x="376131" y="1818172"/>
                  </a:lnTo>
                  <a:lnTo>
                    <a:pt x="375059" y="1818548"/>
                  </a:lnTo>
                  <a:lnTo>
                    <a:pt x="373987" y="1818925"/>
                  </a:lnTo>
                  <a:lnTo>
                    <a:pt x="372916" y="1819302"/>
                  </a:lnTo>
                  <a:lnTo>
                    <a:pt x="371844" y="1819680"/>
                  </a:lnTo>
                  <a:lnTo>
                    <a:pt x="370773" y="1820058"/>
                  </a:lnTo>
                  <a:lnTo>
                    <a:pt x="369701" y="1820437"/>
                  </a:lnTo>
                  <a:lnTo>
                    <a:pt x="368629" y="1820816"/>
                  </a:lnTo>
                  <a:lnTo>
                    <a:pt x="367558" y="1821196"/>
                  </a:lnTo>
                  <a:lnTo>
                    <a:pt x="366486" y="1821576"/>
                  </a:lnTo>
                  <a:lnTo>
                    <a:pt x="365415" y="1821956"/>
                  </a:lnTo>
                  <a:lnTo>
                    <a:pt x="364343" y="1822337"/>
                  </a:lnTo>
                  <a:lnTo>
                    <a:pt x="363271" y="1822718"/>
                  </a:lnTo>
                  <a:lnTo>
                    <a:pt x="362200" y="1823100"/>
                  </a:lnTo>
                  <a:lnTo>
                    <a:pt x="361128" y="1823482"/>
                  </a:lnTo>
                  <a:lnTo>
                    <a:pt x="360057" y="1823864"/>
                  </a:lnTo>
                  <a:lnTo>
                    <a:pt x="358985" y="1824247"/>
                  </a:lnTo>
                  <a:lnTo>
                    <a:pt x="357913" y="1824630"/>
                  </a:lnTo>
                  <a:lnTo>
                    <a:pt x="356842" y="1825013"/>
                  </a:lnTo>
                  <a:lnTo>
                    <a:pt x="355770" y="1825397"/>
                  </a:lnTo>
                  <a:lnTo>
                    <a:pt x="354699" y="1825781"/>
                  </a:lnTo>
                  <a:lnTo>
                    <a:pt x="353627" y="1826166"/>
                  </a:lnTo>
                  <a:lnTo>
                    <a:pt x="352556" y="1826551"/>
                  </a:lnTo>
                  <a:lnTo>
                    <a:pt x="351484" y="1826936"/>
                  </a:lnTo>
                  <a:lnTo>
                    <a:pt x="350412" y="1827322"/>
                  </a:lnTo>
                  <a:lnTo>
                    <a:pt x="349341" y="1827708"/>
                  </a:lnTo>
                  <a:lnTo>
                    <a:pt x="348269" y="1828094"/>
                  </a:lnTo>
                  <a:lnTo>
                    <a:pt x="347198" y="1828481"/>
                  </a:lnTo>
                  <a:lnTo>
                    <a:pt x="346126" y="1828868"/>
                  </a:lnTo>
                  <a:lnTo>
                    <a:pt x="345054" y="1829255"/>
                  </a:lnTo>
                  <a:lnTo>
                    <a:pt x="343983" y="1829643"/>
                  </a:lnTo>
                  <a:lnTo>
                    <a:pt x="342911" y="1830031"/>
                  </a:lnTo>
                  <a:lnTo>
                    <a:pt x="341840" y="1830419"/>
                  </a:lnTo>
                  <a:lnTo>
                    <a:pt x="340768" y="1830808"/>
                  </a:lnTo>
                  <a:lnTo>
                    <a:pt x="339696" y="1831197"/>
                  </a:lnTo>
                  <a:lnTo>
                    <a:pt x="338625" y="1831586"/>
                  </a:lnTo>
                  <a:lnTo>
                    <a:pt x="337553" y="1831976"/>
                  </a:lnTo>
                  <a:lnTo>
                    <a:pt x="336482" y="1832366"/>
                  </a:lnTo>
                  <a:lnTo>
                    <a:pt x="335410" y="1832756"/>
                  </a:lnTo>
                  <a:lnTo>
                    <a:pt x="334338" y="1833147"/>
                  </a:lnTo>
                  <a:lnTo>
                    <a:pt x="333267" y="1833538"/>
                  </a:lnTo>
                  <a:lnTo>
                    <a:pt x="332195" y="1833929"/>
                  </a:lnTo>
                  <a:lnTo>
                    <a:pt x="331124" y="1834320"/>
                  </a:lnTo>
                  <a:lnTo>
                    <a:pt x="330052" y="1834712"/>
                  </a:lnTo>
                  <a:lnTo>
                    <a:pt x="328980" y="1835104"/>
                  </a:lnTo>
                  <a:lnTo>
                    <a:pt x="327909" y="1835496"/>
                  </a:lnTo>
                  <a:lnTo>
                    <a:pt x="326837" y="1835889"/>
                  </a:lnTo>
                  <a:lnTo>
                    <a:pt x="325766" y="1836281"/>
                  </a:lnTo>
                  <a:lnTo>
                    <a:pt x="324694" y="1836674"/>
                  </a:lnTo>
                  <a:lnTo>
                    <a:pt x="323622" y="1837068"/>
                  </a:lnTo>
                  <a:lnTo>
                    <a:pt x="322551" y="1837461"/>
                  </a:lnTo>
                  <a:lnTo>
                    <a:pt x="321479" y="1837855"/>
                  </a:lnTo>
                  <a:lnTo>
                    <a:pt x="320408" y="1838249"/>
                  </a:lnTo>
                  <a:lnTo>
                    <a:pt x="319336" y="1838644"/>
                  </a:lnTo>
                  <a:lnTo>
                    <a:pt x="318264" y="1839038"/>
                  </a:lnTo>
                  <a:lnTo>
                    <a:pt x="317193" y="1839433"/>
                  </a:lnTo>
                  <a:lnTo>
                    <a:pt x="316121" y="1839828"/>
                  </a:lnTo>
                  <a:lnTo>
                    <a:pt x="315050" y="1840224"/>
                  </a:lnTo>
                  <a:lnTo>
                    <a:pt x="313978" y="1840619"/>
                  </a:lnTo>
                  <a:lnTo>
                    <a:pt x="312906" y="1841015"/>
                  </a:lnTo>
                  <a:lnTo>
                    <a:pt x="311835" y="1841411"/>
                  </a:lnTo>
                  <a:lnTo>
                    <a:pt x="310763" y="1841807"/>
                  </a:lnTo>
                  <a:lnTo>
                    <a:pt x="309692" y="1842204"/>
                  </a:lnTo>
                  <a:lnTo>
                    <a:pt x="308620" y="1842600"/>
                  </a:lnTo>
                  <a:lnTo>
                    <a:pt x="307548" y="1842997"/>
                  </a:lnTo>
                  <a:lnTo>
                    <a:pt x="306477" y="1843394"/>
                  </a:lnTo>
                  <a:lnTo>
                    <a:pt x="305405" y="1843792"/>
                  </a:lnTo>
                  <a:lnTo>
                    <a:pt x="304334" y="1844189"/>
                  </a:lnTo>
                  <a:lnTo>
                    <a:pt x="303262" y="1844587"/>
                  </a:lnTo>
                  <a:lnTo>
                    <a:pt x="302190" y="1844985"/>
                  </a:lnTo>
                  <a:lnTo>
                    <a:pt x="301119" y="1845383"/>
                  </a:lnTo>
                  <a:lnTo>
                    <a:pt x="300047" y="1845781"/>
                  </a:lnTo>
                  <a:lnTo>
                    <a:pt x="298976" y="1846180"/>
                  </a:lnTo>
                  <a:lnTo>
                    <a:pt x="297904" y="1846579"/>
                  </a:lnTo>
                  <a:lnTo>
                    <a:pt x="296832" y="1846978"/>
                  </a:lnTo>
                  <a:lnTo>
                    <a:pt x="295761" y="1847377"/>
                  </a:lnTo>
                  <a:lnTo>
                    <a:pt x="294689" y="1847776"/>
                  </a:lnTo>
                  <a:lnTo>
                    <a:pt x="293618" y="1848175"/>
                  </a:lnTo>
                  <a:lnTo>
                    <a:pt x="292546" y="1848575"/>
                  </a:lnTo>
                  <a:lnTo>
                    <a:pt x="291474" y="1848975"/>
                  </a:lnTo>
                  <a:lnTo>
                    <a:pt x="290403" y="1849375"/>
                  </a:lnTo>
                  <a:lnTo>
                    <a:pt x="289331" y="1849775"/>
                  </a:lnTo>
                  <a:lnTo>
                    <a:pt x="288260" y="1850175"/>
                  </a:lnTo>
                  <a:lnTo>
                    <a:pt x="287188" y="1850576"/>
                  </a:lnTo>
                  <a:lnTo>
                    <a:pt x="286116" y="1850976"/>
                  </a:lnTo>
                  <a:lnTo>
                    <a:pt x="285045" y="1851377"/>
                  </a:lnTo>
                  <a:lnTo>
                    <a:pt x="283973" y="1851778"/>
                  </a:lnTo>
                  <a:lnTo>
                    <a:pt x="282902" y="1852179"/>
                  </a:lnTo>
                  <a:lnTo>
                    <a:pt x="281830" y="1852580"/>
                  </a:lnTo>
                  <a:lnTo>
                    <a:pt x="280758" y="1852982"/>
                  </a:lnTo>
                  <a:lnTo>
                    <a:pt x="279687" y="1853383"/>
                  </a:lnTo>
                  <a:lnTo>
                    <a:pt x="278615" y="1853785"/>
                  </a:lnTo>
                  <a:lnTo>
                    <a:pt x="277544" y="1854187"/>
                  </a:lnTo>
                  <a:lnTo>
                    <a:pt x="276472" y="1854589"/>
                  </a:lnTo>
                  <a:lnTo>
                    <a:pt x="275400" y="1854991"/>
                  </a:lnTo>
                  <a:lnTo>
                    <a:pt x="274329" y="1855393"/>
                  </a:lnTo>
                  <a:lnTo>
                    <a:pt x="273257" y="1855795"/>
                  </a:lnTo>
                  <a:lnTo>
                    <a:pt x="272186" y="1856198"/>
                  </a:lnTo>
                  <a:lnTo>
                    <a:pt x="271114" y="1856600"/>
                  </a:lnTo>
                  <a:lnTo>
                    <a:pt x="270042" y="1857003"/>
                  </a:lnTo>
                  <a:lnTo>
                    <a:pt x="268971" y="1857406"/>
                  </a:lnTo>
                  <a:lnTo>
                    <a:pt x="267899" y="1857808"/>
                  </a:lnTo>
                  <a:lnTo>
                    <a:pt x="266828" y="1858211"/>
                  </a:lnTo>
                  <a:lnTo>
                    <a:pt x="265756" y="1858615"/>
                  </a:lnTo>
                  <a:lnTo>
                    <a:pt x="264684" y="1859018"/>
                  </a:lnTo>
                  <a:lnTo>
                    <a:pt x="263613" y="1859421"/>
                  </a:lnTo>
                  <a:lnTo>
                    <a:pt x="262541" y="1859825"/>
                  </a:lnTo>
                  <a:lnTo>
                    <a:pt x="261470" y="1860228"/>
                  </a:lnTo>
                  <a:lnTo>
                    <a:pt x="260398" y="1860632"/>
                  </a:lnTo>
                  <a:lnTo>
                    <a:pt x="259326" y="1861036"/>
                  </a:lnTo>
                  <a:lnTo>
                    <a:pt x="258255" y="1861439"/>
                  </a:lnTo>
                  <a:lnTo>
                    <a:pt x="257183" y="1861843"/>
                  </a:lnTo>
                  <a:lnTo>
                    <a:pt x="256112" y="1862247"/>
                  </a:lnTo>
                  <a:lnTo>
                    <a:pt x="255040" y="1862651"/>
                  </a:lnTo>
                  <a:lnTo>
                    <a:pt x="253968" y="1863056"/>
                  </a:lnTo>
                  <a:lnTo>
                    <a:pt x="252897" y="1863460"/>
                  </a:lnTo>
                  <a:lnTo>
                    <a:pt x="251825" y="1863864"/>
                  </a:lnTo>
                  <a:lnTo>
                    <a:pt x="250754" y="1864269"/>
                  </a:lnTo>
                  <a:lnTo>
                    <a:pt x="249682" y="1864673"/>
                  </a:lnTo>
                  <a:lnTo>
                    <a:pt x="248610" y="1865078"/>
                  </a:lnTo>
                  <a:lnTo>
                    <a:pt x="247539" y="1865482"/>
                  </a:lnTo>
                  <a:lnTo>
                    <a:pt x="246467" y="1865887"/>
                  </a:lnTo>
                  <a:lnTo>
                    <a:pt x="245396" y="1866292"/>
                  </a:lnTo>
                  <a:lnTo>
                    <a:pt x="244324" y="1866696"/>
                  </a:lnTo>
                  <a:lnTo>
                    <a:pt x="243252" y="1867101"/>
                  </a:lnTo>
                  <a:lnTo>
                    <a:pt x="242181" y="1867506"/>
                  </a:lnTo>
                  <a:lnTo>
                    <a:pt x="241109" y="1867911"/>
                  </a:lnTo>
                  <a:lnTo>
                    <a:pt x="240038" y="1868316"/>
                  </a:lnTo>
                  <a:lnTo>
                    <a:pt x="238966" y="1868721"/>
                  </a:lnTo>
                  <a:lnTo>
                    <a:pt x="237894" y="1869127"/>
                  </a:lnTo>
                  <a:lnTo>
                    <a:pt x="236823" y="1869532"/>
                  </a:lnTo>
                  <a:lnTo>
                    <a:pt x="235751" y="1869937"/>
                  </a:lnTo>
                  <a:lnTo>
                    <a:pt x="234680" y="1870342"/>
                  </a:lnTo>
                  <a:lnTo>
                    <a:pt x="233608" y="1870748"/>
                  </a:lnTo>
                  <a:lnTo>
                    <a:pt x="232536" y="1871153"/>
                  </a:lnTo>
                  <a:lnTo>
                    <a:pt x="231465" y="1871559"/>
                  </a:lnTo>
                  <a:lnTo>
                    <a:pt x="230393" y="1871964"/>
                  </a:lnTo>
                  <a:lnTo>
                    <a:pt x="229322" y="1872369"/>
                  </a:lnTo>
                  <a:lnTo>
                    <a:pt x="228250" y="1872775"/>
                  </a:lnTo>
                  <a:lnTo>
                    <a:pt x="227178" y="1873181"/>
                  </a:lnTo>
                  <a:lnTo>
                    <a:pt x="226107" y="1873586"/>
                  </a:lnTo>
                  <a:lnTo>
                    <a:pt x="225035" y="1873992"/>
                  </a:lnTo>
                  <a:lnTo>
                    <a:pt x="223964" y="1874397"/>
                  </a:lnTo>
                  <a:lnTo>
                    <a:pt x="222892" y="1874803"/>
                  </a:lnTo>
                  <a:lnTo>
                    <a:pt x="221820" y="1875209"/>
                  </a:lnTo>
                  <a:lnTo>
                    <a:pt x="220749" y="1875614"/>
                  </a:lnTo>
                  <a:lnTo>
                    <a:pt x="219677" y="1876020"/>
                  </a:lnTo>
                  <a:lnTo>
                    <a:pt x="218606" y="1876426"/>
                  </a:lnTo>
                  <a:lnTo>
                    <a:pt x="217534" y="1876832"/>
                  </a:lnTo>
                  <a:lnTo>
                    <a:pt x="216462" y="1877237"/>
                  </a:lnTo>
                  <a:lnTo>
                    <a:pt x="215391" y="1877643"/>
                  </a:lnTo>
                  <a:lnTo>
                    <a:pt x="214319" y="1878049"/>
                  </a:lnTo>
                  <a:lnTo>
                    <a:pt x="213248" y="1878455"/>
                  </a:lnTo>
                  <a:lnTo>
                    <a:pt x="212176" y="1878860"/>
                  </a:lnTo>
                  <a:lnTo>
                    <a:pt x="211104" y="1879266"/>
                  </a:lnTo>
                  <a:lnTo>
                    <a:pt x="210033" y="1879672"/>
                  </a:lnTo>
                  <a:lnTo>
                    <a:pt x="208961" y="1880078"/>
                  </a:lnTo>
                  <a:lnTo>
                    <a:pt x="207890" y="1880484"/>
                  </a:lnTo>
                  <a:lnTo>
                    <a:pt x="206818" y="1880889"/>
                  </a:lnTo>
                  <a:lnTo>
                    <a:pt x="205746" y="1881295"/>
                  </a:lnTo>
                  <a:lnTo>
                    <a:pt x="204675" y="1881701"/>
                  </a:lnTo>
                  <a:lnTo>
                    <a:pt x="203603" y="1882107"/>
                  </a:lnTo>
                  <a:lnTo>
                    <a:pt x="202532" y="1882512"/>
                  </a:lnTo>
                  <a:lnTo>
                    <a:pt x="201460" y="1882918"/>
                  </a:lnTo>
                  <a:lnTo>
                    <a:pt x="200388" y="1883324"/>
                  </a:lnTo>
                  <a:lnTo>
                    <a:pt x="199317" y="1883730"/>
                  </a:lnTo>
                  <a:lnTo>
                    <a:pt x="198245" y="1884135"/>
                  </a:lnTo>
                  <a:lnTo>
                    <a:pt x="197174" y="1884541"/>
                  </a:lnTo>
                  <a:lnTo>
                    <a:pt x="196102" y="1884947"/>
                  </a:lnTo>
                  <a:lnTo>
                    <a:pt x="195030" y="1885352"/>
                  </a:lnTo>
                  <a:lnTo>
                    <a:pt x="193959" y="1885758"/>
                  </a:lnTo>
                  <a:lnTo>
                    <a:pt x="192887" y="1886163"/>
                  </a:lnTo>
                  <a:lnTo>
                    <a:pt x="191816" y="1886569"/>
                  </a:lnTo>
                  <a:lnTo>
                    <a:pt x="190744" y="1886974"/>
                  </a:lnTo>
                  <a:lnTo>
                    <a:pt x="189672" y="1887380"/>
                  </a:lnTo>
                  <a:lnTo>
                    <a:pt x="188601" y="1887785"/>
                  </a:lnTo>
                  <a:lnTo>
                    <a:pt x="187529" y="1888191"/>
                  </a:lnTo>
                  <a:lnTo>
                    <a:pt x="186458" y="1888596"/>
                  </a:lnTo>
                  <a:lnTo>
                    <a:pt x="185386" y="1889001"/>
                  </a:lnTo>
                  <a:lnTo>
                    <a:pt x="184314" y="1889407"/>
                  </a:lnTo>
                  <a:lnTo>
                    <a:pt x="183243" y="1889812"/>
                  </a:lnTo>
                  <a:lnTo>
                    <a:pt x="182171" y="1890217"/>
                  </a:lnTo>
                  <a:lnTo>
                    <a:pt x="181100" y="1890622"/>
                  </a:lnTo>
                  <a:lnTo>
                    <a:pt x="180028" y="1891027"/>
                  </a:lnTo>
                  <a:lnTo>
                    <a:pt x="178956" y="1891432"/>
                  </a:lnTo>
                  <a:lnTo>
                    <a:pt x="177885" y="1891838"/>
                  </a:lnTo>
                  <a:lnTo>
                    <a:pt x="176813" y="1892242"/>
                  </a:lnTo>
                  <a:lnTo>
                    <a:pt x="175742" y="1892647"/>
                  </a:lnTo>
                  <a:lnTo>
                    <a:pt x="174670" y="1893052"/>
                  </a:lnTo>
                  <a:lnTo>
                    <a:pt x="173599" y="1893457"/>
                  </a:lnTo>
                  <a:lnTo>
                    <a:pt x="172527" y="1893862"/>
                  </a:lnTo>
                  <a:lnTo>
                    <a:pt x="171455" y="1894267"/>
                  </a:lnTo>
                  <a:lnTo>
                    <a:pt x="170384" y="1894671"/>
                  </a:lnTo>
                  <a:lnTo>
                    <a:pt x="169312" y="1895076"/>
                  </a:lnTo>
                  <a:lnTo>
                    <a:pt x="168241" y="1895480"/>
                  </a:lnTo>
                  <a:lnTo>
                    <a:pt x="167169" y="1895885"/>
                  </a:lnTo>
                  <a:lnTo>
                    <a:pt x="166097" y="1896289"/>
                  </a:lnTo>
                  <a:lnTo>
                    <a:pt x="165026" y="1896694"/>
                  </a:lnTo>
                  <a:lnTo>
                    <a:pt x="163954" y="1897098"/>
                  </a:lnTo>
                  <a:lnTo>
                    <a:pt x="162883" y="1897502"/>
                  </a:lnTo>
                  <a:lnTo>
                    <a:pt x="161811" y="1897906"/>
                  </a:lnTo>
                  <a:lnTo>
                    <a:pt x="160739" y="1898310"/>
                  </a:lnTo>
                  <a:lnTo>
                    <a:pt x="159668" y="1898714"/>
                  </a:lnTo>
                  <a:lnTo>
                    <a:pt x="158596" y="1899118"/>
                  </a:lnTo>
                  <a:lnTo>
                    <a:pt x="157525" y="1899522"/>
                  </a:lnTo>
                  <a:lnTo>
                    <a:pt x="156453" y="1899926"/>
                  </a:lnTo>
                  <a:lnTo>
                    <a:pt x="155381" y="1900330"/>
                  </a:lnTo>
                  <a:lnTo>
                    <a:pt x="154310" y="1900733"/>
                  </a:lnTo>
                  <a:lnTo>
                    <a:pt x="153238" y="1901137"/>
                  </a:lnTo>
                  <a:lnTo>
                    <a:pt x="152167" y="1901540"/>
                  </a:lnTo>
                  <a:lnTo>
                    <a:pt x="151095" y="1901944"/>
                  </a:lnTo>
                  <a:lnTo>
                    <a:pt x="150023" y="1902347"/>
                  </a:lnTo>
                  <a:lnTo>
                    <a:pt x="148952" y="1902750"/>
                  </a:lnTo>
                  <a:lnTo>
                    <a:pt x="147880" y="1903153"/>
                  </a:lnTo>
                  <a:lnTo>
                    <a:pt x="146809" y="1903556"/>
                  </a:lnTo>
                  <a:lnTo>
                    <a:pt x="145737" y="1903959"/>
                  </a:lnTo>
                  <a:lnTo>
                    <a:pt x="144665" y="1904362"/>
                  </a:lnTo>
                  <a:lnTo>
                    <a:pt x="143594" y="1904765"/>
                  </a:lnTo>
                  <a:lnTo>
                    <a:pt x="142522" y="1905168"/>
                  </a:lnTo>
                  <a:lnTo>
                    <a:pt x="141451" y="1905570"/>
                  </a:lnTo>
                  <a:lnTo>
                    <a:pt x="140379" y="1905973"/>
                  </a:lnTo>
                  <a:lnTo>
                    <a:pt x="139307" y="1906375"/>
                  </a:lnTo>
                  <a:lnTo>
                    <a:pt x="138236" y="1906777"/>
                  </a:lnTo>
                  <a:lnTo>
                    <a:pt x="137164" y="1907180"/>
                  </a:lnTo>
                  <a:lnTo>
                    <a:pt x="136093" y="1907582"/>
                  </a:lnTo>
                  <a:lnTo>
                    <a:pt x="135021" y="1907984"/>
                  </a:lnTo>
                  <a:lnTo>
                    <a:pt x="133949" y="1908386"/>
                  </a:lnTo>
                  <a:lnTo>
                    <a:pt x="132878" y="1908787"/>
                  </a:lnTo>
                  <a:lnTo>
                    <a:pt x="131806" y="1909189"/>
                  </a:lnTo>
                  <a:lnTo>
                    <a:pt x="130735" y="1909591"/>
                  </a:lnTo>
                  <a:lnTo>
                    <a:pt x="129663" y="1909992"/>
                  </a:lnTo>
                  <a:lnTo>
                    <a:pt x="128591" y="1910394"/>
                  </a:lnTo>
                  <a:lnTo>
                    <a:pt x="127520" y="1910795"/>
                  </a:lnTo>
                  <a:lnTo>
                    <a:pt x="126448" y="1911196"/>
                  </a:lnTo>
                  <a:lnTo>
                    <a:pt x="125377" y="1911597"/>
                  </a:lnTo>
                  <a:lnTo>
                    <a:pt x="124305" y="1911998"/>
                  </a:lnTo>
                  <a:lnTo>
                    <a:pt x="123233" y="1912399"/>
                  </a:lnTo>
                  <a:lnTo>
                    <a:pt x="122162" y="1912800"/>
                  </a:lnTo>
                  <a:lnTo>
                    <a:pt x="121090" y="1913200"/>
                  </a:lnTo>
                  <a:lnTo>
                    <a:pt x="120019" y="1913601"/>
                  </a:lnTo>
                  <a:lnTo>
                    <a:pt x="118947" y="1914001"/>
                  </a:lnTo>
                  <a:lnTo>
                    <a:pt x="117875" y="1914402"/>
                  </a:lnTo>
                  <a:lnTo>
                    <a:pt x="116804" y="1914802"/>
                  </a:lnTo>
                  <a:lnTo>
                    <a:pt x="115732" y="1915202"/>
                  </a:lnTo>
                  <a:lnTo>
                    <a:pt x="114661" y="1915602"/>
                  </a:lnTo>
                  <a:lnTo>
                    <a:pt x="113589" y="1916001"/>
                  </a:lnTo>
                  <a:lnTo>
                    <a:pt x="112517" y="1916401"/>
                  </a:lnTo>
                  <a:lnTo>
                    <a:pt x="111446" y="1916801"/>
                  </a:lnTo>
                  <a:lnTo>
                    <a:pt x="110374" y="1917200"/>
                  </a:lnTo>
                  <a:lnTo>
                    <a:pt x="109303" y="1917599"/>
                  </a:lnTo>
                  <a:lnTo>
                    <a:pt x="108231" y="1917999"/>
                  </a:lnTo>
                  <a:lnTo>
                    <a:pt x="107159" y="1918398"/>
                  </a:lnTo>
                  <a:lnTo>
                    <a:pt x="106088" y="1918797"/>
                  </a:lnTo>
                  <a:lnTo>
                    <a:pt x="105016" y="1919195"/>
                  </a:lnTo>
                  <a:lnTo>
                    <a:pt x="103945" y="1919594"/>
                  </a:lnTo>
                  <a:lnTo>
                    <a:pt x="102873" y="1919993"/>
                  </a:lnTo>
                  <a:lnTo>
                    <a:pt x="101801" y="1920391"/>
                  </a:lnTo>
                  <a:lnTo>
                    <a:pt x="100730" y="1920789"/>
                  </a:lnTo>
                  <a:lnTo>
                    <a:pt x="99658" y="1921187"/>
                  </a:lnTo>
                  <a:lnTo>
                    <a:pt x="98587" y="1921585"/>
                  </a:lnTo>
                  <a:lnTo>
                    <a:pt x="97515" y="1921983"/>
                  </a:lnTo>
                  <a:lnTo>
                    <a:pt x="96443" y="1922381"/>
                  </a:lnTo>
                  <a:lnTo>
                    <a:pt x="95372" y="1922779"/>
                  </a:lnTo>
                  <a:lnTo>
                    <a:pt x="94300" y="1923176"/>
                  </a:lnTo>
                  <a:lnTo>
                    <a:pt x="93229" y="1923573"/>
                  </a:lnTo>
                  <a:lnTo>
                    <a:pt x="92157" y="1923971"/>
                  </a:lnTo>
                  <a:lnTo>
                    <a:pt x="91085" y="1924368"/>
                  </a:lnTo>
                  <a:lnTo>
                    <a:pt x="90014" y="1924765"/>
                  </a:lnTo>
                  <a:lnTo>
                    <a:pt x="88942" y="1925161"/>
                  </a:lnTo>
                  <a:lnTo>
                    <a:pt x="87871" y="1925558"/>
                  </a:lnTo>
                  <a:lnTo>
                    <a:pt x="86799" y="1925954"/>
                  </a:lnTo>
                  <a:lnTo>
                    <a:pt x="85727" y="1926351"/>
                  </a:lnTo>
                  <a:lnTo>
                    <a:pt x="84656" y="1926747"/>
                  </a:lnTo>
                  <a:lnTo>
                    <a:pt x="83584" y="1927143"/>
                  </a:lnTo>
                  <a:lnTo>
                    <a:pt x="82513" y="1927539"/>
                  </a:lnTo>
                  <a:lnTo>
                    <a:pt x="81441" y="1927935"/>
                  </a:lnTo>
                  <a:lnTo>
                    <a:pt x="80369" y="1928330"/>
                  </a:lnTo>
                  <a:lnTo>
                    <a:pt x="79298" y="1928726"/>
                  </a:lnTo>
                  <a:lnTo>
                    <a:pt x="78226" y="1929121"/>
                  </a:lnTo>
                  <a:lnTo>
                    <a:pt x="77155" y="1929516"/>
                  </a:lnTo>
                  <a:lnTo>
                    <a:pt x="76083" y="1929911"/>
                  </a:lnTo>
                  <a:lnTo>
                    <a:pt x="75011" y="1930306"/>
                  </a:lnTo>
                  <a:lnTo>
                    <a:pt x="73940" y="1930701"/>
                  </a:lnTo>
                  <a:lnTo>
                    <a:pt x="72868" y="1931095"/>
                  </a:lnTo>
                  <a:lnTo>
                    <a:pt x="71797" y="1931490"/>
                  </a:lnTo>
                  <a:lnTo>
                    <a:pt x="70725" y="1931884"/>
                  </a:lnTo>
                  <a:lnTo>
                    <a:pt x="69653" y="1932278"/>
                  </a:lnTo>
                  <a:lnTo>
                    <a:pt x="68582" y="1932672"/>
                  </a:lnTo>
                  <a:lnTo>
                    <a:pt x="67510" y="1933066"/>
                  </a:lnTo>
                  <a:lnTo>
                    <a:pt x="66439" y="1933459"/>
                  </a:lnTo>
                  <a:lnTo>
                    <a:pt x="65367" y="1933853"/>
                  </a:lnTo>
                  <a:lnTo>
                    <a:pt x="64295" y="1934246"/>
                  </a:lnTo>
                  <a:lnTo>
                    <a:pt x="63224" y="1934639"/>
                  </a:lnTo>
                  <a:lnTo>
                    <a:pt x="62152" y="1935032"/>
                  </a:lnTo>
                  <a:lnTo>
                    <a:pt x="61081" y="1935425"/>
                  </a:lnTo>
                  <a:lnTo>
                    <a:pt x="60009" y="1935817"/>
                  </a:lnTo>
                  <a:lnTo>
                    <a:pt x="58937" y="1936210"/>
                  </a:lnTo>
                  <a:lnTo>
                    <a:pt x="57866" y="1936602"/>
                  </a:lnTo>
                  <a:lnTo>
                    <a:pt x="56794" y="1936994"/>
                  </a:lnTo>
                  <a:lnTo>
                    <a:pt x="55723" y="1937386"/>
                  </a:lnTo>
                  <a:lnTo>
                    <a:pt x="54651" y="1937778"/>
                  </a:lnTo>
                  <a:lnTo>
                    <a:pt x="53579" y="1938170"/>
                  </a:lnTo>
                  <a:lnTo>
                    <a:pt x="52508" y="1938561"/>
                  </a:lnTo>
                  <a:lnTo>
                    <a:pt x="51436" y="1938953"/>
                  </a:lnTo>
                  <a:lnTo>
                    <a:pt x="50365" y="1939344"/>
                  </a:lnTo>
                  <a:lnTo>
                    <a:pt x="49293" y="1939735"/>
                  </a:lnTo>
                  <a:lnTo>
                    <a:pt x="48221" y="1940125"/>
                  </a:lnTo>
                  <a:lnTo>
                    <a:pt x="47150" y="1940516"/>
                  </a:lnTo>
                  <a:lnTo>
                    <a:pt x="46078" y="1940907"/>
                  </a:lnTo>
                  <a:lnTo>
                    <a:pt x="45007" y="1941297"/>
                  </a:lnTo>
                  <a:lnTo>
                    <a:pt x="43935" y="1941687"/>
                  </a:lnTo>
                  <a:lnTo>
                    <a:pt x="42863" y="1942077"/>
                  </a:lnTo>
                  <a:lnTo>
                    <a:pt x="41792" y="1942467"/>
                  </a:lnTo>
                  <a:lnTo>
                    <a:pt x="40720" y="1942856"/>
                  </a:lnTo>
                  <a:lnTo>
                    <a:pt x="39649" y="1943246"/>
                  </a:lnTo>
                  <a:lnTo>
                    <a:pt x="38577" y="1943635"/>
                  </a:lnTo>
                  <a:lnTo>
                    <a:pt x="37505" y="1944024"/>
                  </a:lnTo>
                  <a:lnTo>
                    <a:pt x="36434" y="1944413"/>
                  </a:lnTo>
                  <a:lnTo>
                    <a:pt x="35362" y="1944802"/>
                  </a:lnTo>
                  <a:lnTo>
                    <a:pt x="34291" y="1945190"/>
                  </a:lnTo>
                  <a:lnTo>
                    <a:pt x="33219" y="1945578"/>
                  </a:lnTo>
                  <a:lnTo>
                    <a:pt x="32147" y="1945967"/>
                  </a:lnTo>
                  <a:lnTo>
                    <a:pt x="31076" y="1946355"/>
                  </a:lnTo>
                  <a:lnTo>
                    <a:pt x="30004" y="1946742"/>
                  </a:lnTo>
                  <a:lnTo>
                    <a:pt x="28933" y="1947130"/>
                  </a:lnTo>
                  <a:lnTo>
                    <a:pt x="27861" y="1947518"/>
                  </a:lnTo>
                  <a:lnTo>
                    <a:pt x="26789" y="1947905"/>
                  </a:lnTo>
                  <a:lnTo>
                    <a:pt x="25718" y="1948292"/>
                  </a:lnTo>
                  <a:lnTo>
                    <a:pt x="24646" y="1948679"/>
                  </a:lnTo>
                  <a:lnTo>
                    <a:pt x="23575" y="1949065"/>
                  </a:lnTo>
                  <a:lnTo>
                    <a:pt x="22503" y="1949452"/>
                  </a:lnTo>
                  <a:lnTo>
                    <a:pt x="21431" y="1949838"/>
                  </a:lnTo>
                  <a:lnTo>
                    <a:pt x="20360" y="1950225"/>
                  </a:lnTo>
                  <a:lnTo>
                    <a:pt x="19288" y="1950611"/>
                  </a:lnTo>
                  <a:lnTo>
                    <a:pt x="18217" y="1950996"/>
                  </a:lnTo>
                  <a:lnTo>
                    <a:pt x="17145" y="1951382"/>
                  </a:lnTo>
                  <a:lnTo>
                    <a:pt x="16073" y="1951767"/>
                  </a:lnTo>
                  <a:lnTo>
                    <a:pt x="15002" y="1952153"/>
                  </a:lnTo>
                  <a:lnTo>
                    <a:pt x="13930" y="1952538"/>
                  </a:lnTo>
                  <a:lnTo>
                    <a:pt x="12859" y="1952922"/>
                  </a:lnTo>
                  <a:lnTo>
                    <a:pt x="11787" y="1953307"/>
                  </a:lnTo>
                  <a:lnTo>
                    <a:pt x="10715" y="1953692"/>
                  </a:lnTo>
                  <a:lnTo>
                    <a:pt x="9644" y="1954076"/>
                  </a:lnTo>
                  <a:lnTo>
                    <a:pt x="8572" y="1954460"/>
                  </a:lnTo>
                  <a:lnTo>
                    <a:pt x="7501" y="1954844"/>
                  </a:lnTo>
                  <a:lnTo>
                    <a:pt x="6429" y="1955228"/>
                  </a:lnTo>
                  <a:lnTo>
                    <a:pt x="5357" y="1955611"/>
                  </a:lnTo>
                  <a:lnTo>
                    <a:pt x="4286" y="1955994"/>
                  </a:lnTo>
                  <a:lnTo>
                    <a:pt x="3214" y="1956378"/>
                  </a:lnTo>
                  <a:lnTo>
                    <a:pt x="2143" y="1956760"/>
                  </a:lnTo>
                  <a:lnTo>
                    <a:pt x="1071" y="1957143"/>
                  </a:lnTo>
                  <a:lnTo>
                    <a:pt x="0" y="1957526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5034264" y="498648"/>
              <a:ext cx="3856684" cy="1161347"/>
            </a:xfrm>
            <a:custGeom>
              <a:avLst/>
              <a:gdLst/>
              <a:ahLst/>
              <a:cxnLst/>
              <a:rect l="0" t="0" r="0" b="0"/>
              <a:pathLst>
                <a:path w="3856684" h="1161347">
                  <a:moveTo>
                    <a:pt x="0" y="412913"/>
                  </a:moveTo>
                  <a:lnTo>
                    <a:pt x="1071" y="414859"/>
                  </a:lnTo>
                  <a:lnTo>
                    <a:pt x="2143" y="416802"/>
                  </a:lnTo>
                  <a:lnTo>
                    <a:pt x="3214" y="418743"/>
                  </a:lnTo>
                  <a:lnTo>
                    <a:pt x="4286" y="420682"/>
                  </a:lnTo>
                  <a:lnTo>
                    <a:pt x="5357" y="422618"/>
                  </a:lnTo>
                  <a:lnTo>
                    <a:pt x="6429" y="424551"/>
                  </a:lnTo>
                  <a:lnTo>
                    <a:pt x="7501" y="426483"/>
                  </a:lnTo>
                  <a:lnTo>
                    <a:pt x="8572" y="428412"/>
                  </a:lnTo>
                  <a:lnTo>
                    <a:pt x="9644" y="430338"/>
                  </a:lnTo>
                  <a:lnTo>
                    <a:pt x="10715" y="432263"/>
                  </a:lnTo>
                  <a:lnTo>
                    <a:pt x="11787" y="434185"/>
                  </a:lnTo>
                  <a:lnTo>
                    <a:pt x="12859" y="436104"/>
                  </a:lnTo>
                  <a:lnTo>
                    <a:pt x="13930" y="438021"/>
                  </a:lnTo>
                  <a:lnTo>
                    <a:pt x="15002" y="439936"/>
                  </a:lnTo>
                  <a:lnTo>
                    <a:pt x="16073" y="441848"/>
                  </a:lnTo>
                  <a:lnTo>
                    <a:pt x="17145" y="443758"/>
                  </a:lnTo>
                  <a:lnTo>
                    <a:pt x="18217" y="445666"/>
                  </a:lnTo>
                  <a:lnTo>
                    <a:pt x="19288" y="447571"/>
                  </a:lnTo>
                  <a:lnTo>
                    <a:pt x="20360" y="449474"/>
                  </a:lnTo>
                  <a:lnTo>
                    <a:pt x="21431" y="451375"/>
                  </a:lnTo>
                  <a:lnTo>
                    <a:pt x="22503" y="453273"/>
                  </a:lnTo>
                  <a:lnTo>
                    <a:pt x="23575" y="455169"/>
                  </a:lnTo>
                  <a:lnTo>
                    <a:pt x="24646" y="457062"/>
                  </a:lnTo>
                  <a:lnTo>
                    <a:pt x="25718" y="458954"/>
                  </a:lnTo>
                  <a:lnTo>
                    <a:pt x="26789" y="460842"/>
                  </a:lnTo>
                  <a:lnTo>
                    <a:pt x="27861" y="462729"/>
                  </a:lnTo>
                  <a:lnTo>
                    <a:pt x="28933" y="464613"/>
                  </a:lnTo>
                  <a:lnTo>
                    <a:pt x="30004" y="466495"/>
                  </a:lnTo>
                  <a:lnTo>
                    <a:pt x="31076" y="468374"/>
                  </a:lnTo>
                  <a:lnTo>
                    <a:pt x="32147" y="470251"/>
                  </a:lnTo>
                  <a:lnTo>
                    <a:pt x="33219" y="472126"/>
                  </a:lnTo>
                  <a:lnTo>
                    <a:pt x="34291" y="473998"/>
                  </a:lnTo>
                  <a:lnTo>
                    <a:pt x="35362" y="475868"/>
                  </a:lnTo>
                  <a:lnTo>
                    <a:pt x="36434" y="477736"/>
                  </a:lnTo>
                  <a:lnTo>
                    <a:pt x="37505" y="479601"/>
                  </a:lnTo>
                  <a:lnTo>
                    <a:pt x="38577" y="481464"/>
                  </a:lnTo>
                  <a:lnTo>
                    <a:pt x="39649" y="483325"/>
                  </a:lnTo>
                  <a:lnTo>
                    <a:pt x="40720" y="485183"/>
                  </a:lnTo>
                  <a:lnTo>
                    <a:pt x="41792" y="487039"/>
                  </a:lnTo>
                  <a:lnTo>
                    <a:pt x="42863" y="488893"/>
                  </a:lnTo>
                  <a:lnTo>
                    <a:pt x="43935" y="490744"/>
                  </a:lnTo>
                  <a:lnTo>
                    <a:pt x="45007" y="492593"/>
                  </a:lnTo>
                  <a:lnTo>
                    <a:pt x="46078" y="494440"/>
                  </a:lnTo>
                  <a:lnTo>
                    <a:pt x="47150" y="496284"/>
                  </a:lnTo>
                  <a:lnTo>
                    <a:pt x="48221" y="498126"/>
                  </a:lnTo>
                  <a:lnTo>
                    <a:pt x="49293" y="499966"/>
                  </a:lnTo>
                  <a:lnTo>
                    <a:pt x="50365" y="501803"/>
                  </a:lnTo>
                  <a:lnTo>
                    <a:pt x="51436" y="503638"/>
                  </a:lnTo>
                  <a:lnTo>
                    <a:pt x="52508" y="505471"/>
                  </a:lnTo>
                  <a:lnTo>
                    <a:pt x="53579" y="507301"/>
                  </a:lnTo>
                  <a:lnTo>
                    <a:pt x="54651" y="509129"/>
                  </a:lnTo>
                  <a:lnTo>
                    <a:pt x="55723" y="510955"/>
                  </a:lnTo>
                  <a:lnTo>
                    <a:pt x="56794" y="512778"/>
                  </a:lnTo>
                  <a:lnTo>
                    <a:pt x="57866" y="514599"/>
                  </a:lnTo>
                  <a:lnTo>
                    <a:pt x="58937" y="516418"/>
                  </a:lnTo>
                  <a:lnTo>
                    <a:pt x="60009" y="518234"/>
                  </a:lnTo>
                  <a:lnTo>
                    <a:pt x="61081" y="520048"/>
                  </a:lnTo>
                  <a:lnTo>
                    <a:pt x="62152" y="521860"/>
                  </a:lnTo>
                  <a:lnTo>
                    <a:pt x="63224" y="523670"/>
                  </a:lnTo>
                  <a:lnTo>
                    <a:pt x="64295" y="525477"/>
                  </a:lnTo>
                  <a:lnTo>
                    <a:pt x="65367" y="527282"/>
                  </a:lnTo>
                  <a:lnTo>
                    <a:pt x="66439" y="529084"/>
                  </a:lnTo>
                  <a:lnTo>
                    <a:pt x="67510" y="530884"/>
                  </a:lnTo>
                  <a:lnTo>
                    <a:pt x="68582" y="532682"/>
                  </a:lnTo>
                  <a:lnTo>
                    <a:pt x="69653" y="534478"/>
                  </a:lnTo>
                  <a:lnTo>
                    <a:pt x="70725" y="536271"/>
                  </a:lnTo>
                  <a:lnTo>
                    <a:pt x="71797" y="538062"/>
                  </a:lnTo>
                  <a:lnTo>
                    <a:pt x="72868" y="539851"/>
                  </a:lnTo>
                  <a:lnTo>
                    <a:pt x="73940" y="541637"/>
                  </a:lnTo>
                  <a:lnTo>
                    <a:pt x="75011" y="543421"/>
                  </a:lnTo>
                  <a:lnTo>
                    <a:pt x="76083" y="545203"/>
                  </a:lnTo>
                  <a:lnTo>
                    <a:pt x="77155" y="546982"/>
                  </a:lnTo>
                  <a:lnTo>
                    <a:pt x="78226" y="548760"/>
                  </a:lnTo>
                  <a:lnTo>
                    <a:pt x="79298" y="550534"/>
                  </a:lnTo>
                  <a:lnTo>
                    <a:pt x="80369" y="552307"/>
                  </a:lnTo>
                  <a:lnTo>
                    <a:pt x="81441" y="554077"/>
                  </a:lnTo>
                  <a:lnTo>
                    <a:pt x="82513" y="555845"/>
                  </a:lnTo>
                  <a:lnTo>
                    <a:pt x="83584" y="557611"/>
                  </a:lnTo>
                  <a:lnTo>
                    <a:pt x="84656" y="559374"/>
                  </a:lnTo>
                  <a:lnTo>
                    <a:pt x="85727" y="561135"/>
                  </a:lnTo>
                  <a:lnTo>
                    <a:pt x="86799" y="562894"/>
                  </a:lnTo>
                  <a:lnTo>
                    <a:pt x="87871" y="564651"/>
                  </a:lnTo>
                  <a:lnTo>
                    <a:pt x="88942" y="566405"/>
                  </a:lnTo>
                  <a:lnTo>
                    <a:pt x="90014" y="568157"/>
                  </a:lnTo>
                  <a:lnTo>
                    <a:pt x="91085" y="569906"/>
                  </a:lnTo>
                  <a:lnTo>
                    <a:pt x="92157" y="571654"/>
                  </a:lnTo>
                  <a:lnTo>
                    <a:pt x="93229" y="573399"/>
                  </a:lnTo>
                  <a:lnTo>
                    <a:pt x="94300" y="575142"/>
                  </a:lnTo>
                  <a:lnTo>
                    <a:pt x="95372" y="576882"/>
                  </a:lnTo>
                  <a:lnTo>
                    <a:pt x="96443" y="578620"/>
                  </a:lnTo>
                  <a:lnTo>
                    <a:pt x="97515" y="580356"/>
                  </a:lnTo>
                  <a:lnTo>
                    <a:pt x="98587" y="582090"/>
                  </a:lnTo>
                  <a:lnTo>
                    <a:pt x="99658" y="583821"/>
                  </a:lnTo>
                  <a:lnTo>
                    <a:pt x="100730" y="585550"/>
                  </a:lnTo>
                  <a:lnTo>
                    <a:pt x="101801" y="587277"/>
                  </a:lnTo>
                  <a:lnTo>
                    <a:pt x="102873" y="589001"/>
                  </a:lnTo>
                  <a:lnTo>
                    <a:pt x="103945" y="590723"/>
                  </a:lnTo>
                  <a:lnTo>
                    <a:pt x="105016" y="592443"/>
                  </a:lnTo>
                  <a:lnTo>
                    <a:pt x="106088" y="594161"/>
                  </a:lnTo>
                  <a:lnTo>
                    <a:pt x="107159" y="595876"/>
                  </a:lnTo>
                  <a:lnTo>
                    <a:pt x="108231" y="597589"/>
                  </a:lnTo>
                  <a:lnTo>
                    <a:pt x="109303" y="599300"/>
                  </a:lnTo>
                  <a:lnTo>
                    <a:pt x="110374" y="601009"/>
                  </a:lnTo>
                  <a:lnTo>
                    <a:pt x="111446" y="602715"/>
                  </a:lnTo>
                  <a:lnTo>
                    <a:pt x="112517" y="604419"/>
                  </a:lnTo>
                  <a:lnTo>
                    <a:pt x="113589" y="606121"/>
                  </a:lnTo>
                  <a:lnTo>
                    <a:pt x="114661" y="607820"/>
                  </a:lnTo>
                  <a:lnTo>
                    <a:pt x="115732" y="609517"/>
                  </a:lnTo>
                  <a:lnTo>
                    <a:pt x="116804" y="611212"/>
                  </a:lnTo>
                  <a:lnTo>
                    <a:pt x="117875" y="612905"/>
                  </a:lnTo>
                  <a:lnTo>
                    <a:pt x="118947" y="614595"/>
                  </a:lnTo>
                  <a:lnTo>
                    <a:pt x="120019" y="616283"/>
                  </a:lnTo>
                  <a:lnTo>
                    <a:pt x="121090" y="617969"/>
                  </a:lnTo>
                  <a:lnTo>
                    <a:pt x="122162" y="619652"/>
                  </a:lnTo>
                  <a:lnTo>
                    <a:pt x="123233" y="621334"/>
                  </a:lnTo>
                  <a:lnTo>
                    <a:pt x="124305" y="623013"/>
                  </a:lnTo>
                  <a:lnTo>
                    <a:pt x="125377" y="624689"/>
                  </a:lnTo>
                  <a:lnTo>
                    <a:pt x="126448" y="626364"/>
                  </a:lnTo>
                  <a:lnTo>
                    <a:pt x="127520" y="628036"/>
                  </a:lnTo>
                  <a:lnTo>
                    <a:pt x="128591" y="629706"/>
                  </a:lnTo>
                  <a:lnTo>
                    <a:pt x="129663" y="631373"/>
                  </a:lnTo>
                  <a:lnTo>
                    <a:pt x="130735" y="633039"/>
                  </a:lnTo>
                  <a:lnTo>
                    <a:pt x="131806" y="634702"/>
                  </a:lnTo>
                  <a:lnTo>
                    <a:pt x="132878" y="636363"/>
                  </a:lnTo>
                  <a:lnTo>
                    <a:pt x="133949" y="638021"/>
                  </a:lnTo>
                  <a:lnTo>
                    <a:pt x="135021" y="639678"/>
                  </a:lnTo>
                  <a:lnTo>
                    <a:pt x="136093" y="641332"/>
                  </a:lnTo>
                  <a:lnTo>
                    <a:pt x="137164" y="642983"/>
                  </a:lnTo>
                  <a:lnTo>
                    <a:pt x="138236" y="644633"/>
                  </a:lnTo>
                  <a:lnTo>
                    <a:pt x="139307" y="646280"/>
                  </a:lnTo>
                  <a:lnTo>
                    <a:pt x="140379" y="647925"/>
                  </a:lnTo>
                  <a:lnTo>
                    <a:pt x="141451" y="649568"/>
                  </a:lnTo>
                  <a:lnTo>
                    <a:pt x="142522" y="651208"/>
                  </a:lnTo>
                  <a:lnTo>
                    <a:pt x="143594" y="652847"/>
                  </a:lnTo>
                  <a:lnTo>
                    <a:pt x="144665" y="654483"/>
                  </a:lnTo>
                  <a:lnTo>
                    <a:pt x="145737" y="656116"/>
                  </a:lnTo>
                  <a:lnTo>
                    <a:pt x="146809" y="657748"/>
                  </a:lnTo>
                  <a:lnTo>
                    <a:pt x="147880" y="659377"/>
                  </a:lnTo>
                  <a:lnTo>
                    <a:pt x="148952" y="661004"/>
                  </a:lnTo>
                  <a:lnTo>
                    <a:pt x="150023" y="662628"/>
                  </a:lnTo>
                  <a:lnTo>
                    <a:pt x="151095" y="664251"/>
                  </a:lnTo>
                  <a:lnTo>
                    <a:pt x="152167" y="665871"/>
                  </a:lnTo>
                  <a:lnTo>
                    <a:pt x="153238" y="667489"/>
                  </a:lnTo>
                  <a:lnTo>
                    <a:pt x="154310" y="669104"/>
                  </a:lnTo>
                  <a:lnTo>
                    <a:pt x="155381" y="670718"/>
                  </a:lnTo>
                  <a:lnTo>
                    <a:pt x="156453" y="672329"/>
                  </a:lnTo>
                  <a:lnTo>
                    <a:pt x="157525" y="673938"/>
                  </a:lnTo>
                  <a:lnTo>
                    <a:pt x="158596" y="675544"/>
                  </a:lnTo>
                  <a:lnTo>
                    <a:pt x="159668" y="677149"/>
                  </a:lnTo>
                  <a:lnTo>
                    <a:pt x="160739" y="678751"/>
                  </a:lnTo>
                  <a:lnTo>
                    <a:pt x="161811" y="680350"/>
                  </a:lnTo>
                  <a:lnTo>
                    <a:pt x="162883" y="681948"/>
                  </a:lnTo>
                  <a:lnTo>
                    <a:pt x="163954" y="683543"/>
                  </a:lnTo>
                  <a:lnTo>
                    <a:pt x="165026" y="685136"/>
                  </a:lnTo>
                  <a:lnTo>
                    <a:pt x="166097" y="686727"/>
                  </a:lnTo>
                  <a:lnTo>
                    <a:pt x="167169" y="688316"/>
                  </a:lnTo>
                  <a:lnTo>
                    <a:pt x="168241" y="689902"/>
                  </a:lnTo>
                  <a:lnTo>
                    <a:pt x="169312" y="691486"/>
                  </a:lnTo>
                  <a:lnTo>
                    <a:pt x="170384" y="693068"/>
                  </a:lnTo>
                  <a:lnTo>
                    <a:pt x="171455" y="694647"/>
                  </a:lnTo>
                  <a:lnTo>
                    <a:pt x="172527" y="696225"/>
                  </a:lnTo>
                  <a:lnTo>
                    <a:pt x="173599" y="697800"/>
                  </a:lnTo>
                  <a:lnTo>
                    <a:pt x="174670" y="699372"/>
                  </a:lnTo>
                  <a:lnTo>
                    <a:pt x="175742" y="700943"/>
                  </a:lnTo>
                  <a:lnTo>
                    <a:pt x="176813" y="702511"/>
                  </a:lnTo>
                  <a:lnTo>
                    <a:pt x="177885" y="704077"/>
                  </a:lnTo>
                  <a:lnTo>
                    <a:pt x="178956" y="705641"/>
                  </a:lnTo>
                  <a:lnTo>
                    <a:pt x="180028" y="707202"/>
                  </a:lnTo>
                  <a:lnTo>
                    <a:pt x="181100" y="708762"/>
                  </a:lnTo>
                  <a:lnTo>
                    <a:pt x="182171" y="710318"/>
                  </a:lnTo>
                  <a:lnTo>
                    <a:pt x="183243" y="711873"/>
                  </a:lnTo>
                  <a:lnTo>
                    <a:pt x="184314" y="713426"/>
                  </a:lnTo>
                  <a:lnTo>
                    <a:pt x="185386" y="714976"/>
                  </a:lnTo>
                  <a:lnTo>
                    <a:pt x="186458" y="716524"/>
                  </a:lnTo>
                  <a:lnTo>
                    <a:pt x="187529" y="718069"/>
                  </a:lnTo>
                  <a:lnTo>
                    <a:pt x="188601" y="719613"/>
                  </a:lnTo>
                  <a:lnTo>
                    <a:pt x="189672" y="721154"/>
                  </a:lnTo>
                  <a:lnTo>
                    <a:pt x="190744" y="722693"/>
                  </a:lnTo>
                  <a:lnTo>
                    <a:pt x="191816" y="724230"/>
                  </a:lnTo>
                  <a:lnTo>
                    <a:pt x="192887" y="725764"/>
                  </a:lnTo>
                  <a:lnTo>
                    <a:pt x="193959" y="727296"/>
                  </a:lnTo>
                  <a:lnTo>
                    <a:pt x="195030" y="728826"/>
                  </a:lnTo>
                  <a:lnTo>
                    <a:pt x="196102" y="730354"/>
                  </a:lnTo>
                  <a:lnTo>
                    <a:pt x="197174" y="731879"/>
                  </a:lnTo>
                  <a:lnTo>
                    <a:pt x="198245" y="733402"/>
                  </a:lnTo>
                  <a:lnTo>
                    <a:pt x="199317" y="734923"/>
                  </a:lnTo>
                  <a:lnTo>
                    <a:pt x="200388" y="736442"/>
                  </a:lnTo>
                  <a:lnTo>
                    <a:pt x="201460" y="737958"/>
                  </a:lnTo>
                  <a:lnTo>
                    <a:pt x="202532" y="739472"/>
                  </a:lnTo>
                  <a:lnTo>
                    <a:pt x="203603" y="740984"/>
                  </a:lnTo>
                  <a:lnTo>
                    <a:pt x="204675" y="742494"/>
                  </a:lnTo>
                  <a:lnTo>
                    <a:pt x="205746" y="744001"/>
                  </a:lnTo>
                  <a:lnTo>
                    <a:pt x="206818" y="745506"/>
                  </a:lnTo>
                  <a:lnTo>
                    <a:pt x="207890" y="747009"/>
                  </a:lnTo>
                  <a:lnTo>
                    <a:pt x="208961" y="748510"/>
                  </a:lnTo>
                  <a:lnTo>
                    <a:pt x="210033" y="750008"/>
                  </a:lnTo>
                  <a:lnTo>
                    <a:pt x="211104" y="751504"/>
                  </a:lnTo>
                  <a:lnTo>
                    <a:pt x="212176" y="752998"/>
                  </a:lnTo>
                  <a:lnTo>
                    <a:pt x="213248" y="754489"/>
                  </a:lnTo>
                  <a:lnTo>
                    <a:pt x="214319" y="755978"/>
                  </a:lnTo>
                  <a:lnTo>
                    <a:pt x="215391" y="757465"/>
                  </a:lnTo>
                  <a:lnTo>
                    <a:pt x="216462" y="758950"/>
                  </a:lnTo>
                  <a:lnTo>
                    <a:pt x="217534" y="760433"/>
                  </a:lnTo>
                  <a:lnTo>
                    <a:pt x="218606" y="761913"/>
                  </a:lnTo>
                  <a:lnTo>
                    <a:pt x="219677" y="763391"/>
                  </a:lnTo>
                  <a:lnTo>
                    <a:pt x="220749" y="764866"/>
                  </a:lnTo>
                  <a:lnTo>
                    <a:pt x="221820" y="766340"/>
                  </a:lnTo>
                  <a:lnTo>
                    <a:pt x="222892" y="767811"/>
                  </a:lnTo>
                  <a:lnTo>
                    <a:pt x="223964" y="769280"/>
                  </a:lnTo>
                  <a:lnTo>
                    <a:pt x="225035" y="770746"/>
                  </a:lnTo>
                  <a:lnTo>
                    <a:pt x="226107" y="772211"/>
                  </a:lnTo>
                  <a:lnTo>
                    <a:pt x="227178" y="773673"/>
                  </a:lnTo>
                  <a:lnTo>
                    <a:pt x="228250" y="775133"/>
                  </a:lnTo>
                  <a:lnTo>
                    <a:pt x="229322" y="776590"/>
                  </a:lnTo>
                  <a:lnTo>
                    <a:pt x="230393" y="778046"/>
                  </a:lnTo>
                  <a:lnTo>
                    <a:pt x="231465" y="779499"/>
                  </a:lnTo>
                  <a:lnTo>
                    <a:pt x="232536" y="780949"/>
                  </a:lnTo>
                  <a:lnTo>
                    <a:pt x="233608" y="782398"/>
                  </a:lnTo>
                  <a:lnTo>
                    <a:pt x="234680" y="783844"/>
                  </a:lnTo>
                  <a:lnTo>
                    <a:pt x="235751" y="785288"/>
                  </a:lnTo>
                  <a:lnTo>
                    <a:pt x="236823" y="786729"/>
                  </a:lnTo>
                  <a:lnTo>
                    <a:pt x="237894" y="788169"/>
                  </a:lnTo>
                  <a:lnTo>
                    <a:pt x="238966" y="789606"/>
                  </a:lnTo>
                  <a:lnTo>
                    <a:pt x="240038" y="791041"/>
                  </a:lnTo>
                  <a:lnTo>
                    <a:pt x="241109" y="792473"/>
                  </a:lnTo>
                  <a:lnTo>
                    <a:pt x="242181" y="793904"/>
                  </a:lnTo>
                  <a:lnTo>
                    <a:pt x="243252" y="795332"/>
                  </a:lnTo>
                  <a:lnTo>
                    <a:pt x="244324" y="796757"/>
                  </a:lnTo>
                  <a:lnTo>
                    <a:pt x="245396" y="798181"/>
                  </a:lnTo>
                  <a:lnTo>
                    <a:pt x="246467" y="799602"/>
                  </a:lnTo>
                  <a:lnTo>
                    <a:pt x="247539" y="801021"/>
                  </a:lnTo>
                  <a:lnTo>
                    <a:pt x="248610" y="802437"/>
                  </a:lnTo>
                  <a:lnTo>
                    <a:pt x="249682" y="803852"/>
                  </a:lnTo>
                  <a:lnTo>
                    <a:pt x="250754" y="805264"/>
                  </a:lnTo>
                  <a:lnTo>
                    <a:pt x="251825" y="806673"/>
                  </a:lnTo>
                  <a:lnTo>
                    <a:pt x="252897" y="808081"/>
                  </a:lnTo>
                  <a:lnTo>
                    <a:pt x="253968" y="809486"/>
                  </a:lnTo>
                  <a:lnTo>
                    <a:pt x="255040" y="810889"/>
                  </a:lnTo>
                  <a:lnTo>
                    <a:pt x="256112" y="812290"/>
                  </a:lnTo>
                  <a:lnTo>
                    <a:pt x="257183" y="813688"/>
                  </a:lnTo>
                  <a:lnTo>
                    <a:pt x="258255" y="815084"/>
                  </a:lnTo>
                  <a:lnTo>
                    <a:pt x="259326" y="816478"/>
                  </a:lnTo>
                  <a:lnTo>
                    <a:pt x="260398" y="817869"/>
                  </a:lnTo>
                  <a:lnTo>
                    <a:pt x="261470" y="819258"/>
                  </a:lnTo>
                  <a:lnTo>
                    <a:pt x="262541" y="820645"/>
                  </a:lnTo>
                  <a:lnTo>
                    <a:pt x="263613" y="822030"/>
                  </a:lnTo>
                  <a:lnTo>
                    <a:pt x="264684" y="823412"/>
                  </a:lnTo>
                  <a:lnTo>
                    <a:pt x="265756" y="824792"/>
                  </a:lnTo>
                  <a:lnTo>
                    <a:pt x="266828" y="826169"/>
                  </a:lnTo>
                  <a:lnTo>
                    <a:pt x="267899" y="827545"/>
                  </a:lnTo>
                  <a:lnTo>
                    <a:pt x="268971" y="828918"/>
                  </a:lnTo>
                  <a:lnTo>
                    <a:pt x="270042" y="830289"/>
                  </a:lnTo>
                  <a:lnTo>
                    <a:pt x="271114" y="831657"/>
                  </a:lnTo>
                  <a:lnTo>
                    <a:pt x="272186" y="833023"/>
                  </a:lnTo>
                  <a:lnTo>
                    <a:pt x="273257" y="834387"/>
                  </a:lnTo>
                  <a:lnTo>
                    <a:pt x="274329" y="835748"/>
                  </a:lnTo>
                  <a:lnTo>
                    <a:pt x="275400" y="837108"/>
                  </a:lnTo>
                  <a:lnTo>
                    <a:pt x="276472" y="838465"/>
                  </a:lnTo>
                  <a:lnTo>
                    <a:pt x="277544" y="839819"/>
                  </a:lnTo>
                  <a:lnTo>
                    <a:pt x="278615" y="841171"/>
                  </a:lnTo>
                  <a:lnTo>
                    <a:pt x="279687" y="842521"/>
                  </a:lnTo>
                  <a:lnTo>
                    <a:pt x="280758" y="843869"/>
                  </a:lnTo>
                  <a:lnTo>
                    <a:pt x="281830" y="845214"/>
                  </a:lnTo>
                  <a:lnTo>
                    <a:pt x="282902" y="846557"/>
                  </a:lnTo>
                  <a:lnTo>
                    <a:pt x="283973" y="847898"/>
                  </a:lnTo>
                  <a:lnTo>
                    <a:pt x="285045" y="849237"/>
                  </a:lnTo>
                  <a:lnTo>
                    <a:pt x="286116" y="850573"/>
                  </a:lnTo>
                  <a:lnTo>
                    <a:pt x="287188" y="851906"/>
                  </a:lnTo>
                  <a:lnTo>
                    <a:pt x="288260" y="853238"/>
                  </a:lnTo>
                  <a:lnTo>
                    <a:pt x="289331" y="854567"/>
                  </a:lnTo>
                  <a:lnTo>
                    <a:pt x="290403" y="855894"/>
                  </a:lnTo>
                  <a:lnTo>
                    <a:pt x="291474" y="857218"/>
                  </a:lnTo>
                  <a:lnTo>
                    <a:pt x="292546" y="858540"/>
                  </a:lnTo>
                  <a:lnTo>
                    <a:pt x="293618" y="859860"/>
                  </a:lnTo>
                  <a:lnTo>
                    <a:pt x="294689" y="861177"/>
                  </a:lnTo>
                  <a:lnTo>
                    <a:pt x="295761" y="862492"/>
                  </a:lnTo>
                  <a:lnTo>
                    <a:pt x="296832" y="863805"/>
                  </a:lnTo>
                  <a:lnTo>
                    <a:pt x="297904" y="865115"/>
                  </a:lnTo>
                  <a:lnTo>
                    <a:pt x="298976" y="866424"/>
                  </a:lnTo>
                  <a:lnTo>
                    <a:pt x="300047" y="867729"/>
                  </a:lnTo>
                  <a:lnTo>
                    <a:pt x="301119" y="869033"/>
                  </a:lnTo>
                  <a:lnTo>
                    <a:pt x="302190" y="870334"/>
                  </a:lnTo>
                  <a:lnTo>
                    <a:pt x="303262" y="871632"/>
                  </a:lnTo>
                  <a:lnTo>
                    <a:pt x="304334" y="872929"/>
                  </a:lnTo>
                  <a:lnTo>
                    <a:pt x="305405" y="874223"/>
                  </a:lnTo>
                  <a:lnTo>
                    <a:pt x="306477" y="875514"/>
                  </a:lnTo>
                  <a:lnTo>
                    <a:pt x="307548" y="876804"/>
                  </a:lnTo>
                  <a:lnTo>
                    <a:pt x="308620" y="878090"/>
                  </a:lnTo>
                  <a:lnTo>
                    <a:pt x="309692" y="879375"/>
                  </a:lnTo>
                  <a:lnTo>
                    <a:pt x="310763" y="880657"/>
                  </a:lnTo>
                  <a:lnTo>
                    <a:pt x="311835" y="881937"/>
                  </a:lnTo>
                  <a:lnTo>
                    <a:pt x="312906" y="883214"/>
                  </a:lnTo>
                  <a:lnTo>
                    <a:pt x="313978" y="884490"/>
                  </a:lnTo>
                  <a:lnTo>
                    <a:pt x="315050" y="885762"/>
                  </a:lnTo>
                  <a:lnTo>
                    <a:pt x="316121" y="887033"/>
                  </a:lnTo>
                  <a:lnTo>
                    <a:pt x="317193" y="888301"/>
                  </a:lnTo>
                  <a:lnTo>
                    <a:pt x="318264" y="889566"/>
                  </a:lnTo>
                  <a:lnTo>
                    <a:pt x="319336" y="890829"/>
                  </a:lnTo>
                  <a:lnTo>
                    <a:pt x="320408" y="892090"/>
                  </a:lnTo>
                  <a:lnTo>
                    <a:pt x="321479" y="893349"/>
                  </a:lnTo>
                  <a:lnTo>
                    <a:pt x="322551" y="894605"/>
                  </a:lnTo>
                  <a:lnTo>
                    <a:pt x="323622" y="895858"/>
                  </a:lnTo>
                  <a:lnTo>
                    <a:pt x="324694" y="897110"/>
                  </a:lnTo>
                  <a:lnTo>
                    <a:pt x="325766" y="898359"/>
                  </a:lnTo>
                  <a:lnTo>
                    <a:pt x="326837" y="899605"/>
                  </a:lnTo>
                  <a:lnTo>
                    <a:pt x="327909" y="900849"/>
                  </a:lnTo>
                  <a:lnTo>
                    <a:pt x="328980" y="902091"/>
                  </a:lnTo>
                  <a:lnTo>
                    <a:pt x="330052" y="903330"/>
                  </a:lnTo>
                  <a:lnTo>
                    <a:pt x="331124" y="904567"/>
                  </a:lnTo>
                  <a:lnTo>
                    <a:pt x="332195" y="905802"/>
                  </a:lnTo>
                  <a:lnTo>
                    <a:pt x="333267" y="907034"/>
                  </a:lnTo>
                  <a:lnTo>
                    <a:pt x="334338" y="908264"/>
                  </a:lnTo>
                  <a:lnTo>
                    <a:pt x="335410" y="909491"/>
                  </a:lnTo>
                  <a:lnTo>
                    <a:pt x="336482" y="910716"/>
                  </a:lnTo>
                  <a:lnTo>
                    <a:pt x="337553" y="911938"/>
                  </a:lnTo>
                  <a:lnTo>
                    <a:pt x="338625" y="913158"/>
                  </a:lnTo>
                  <a:lnTo>
                    <a:pt x="339696" y="914376"/>
                  </a:lnTo>
                  <a:lnTo>
                    <a:pt x="340768" y="915591"/>
                  </a:lnTo>
                  <a:lnTo>
                    <a:pt x="341840" y="916804"/>
                  </a:lnTo>
                  <a:lnTo>
                    <a:pt x="342911" y="918014"/>
                  </a:lnTo>
                  <a:lnTo>
                    <a:pt x="343983" y="919222"/>
                  </a:lnTo>
                  <a:lnTo>
                    <a:pt x="345054" y="920428"/>
                  </a:lnTo>
                  <a:lnTo>
                    <a:pt x="346126" y="921631"/>
                  </a:lnTo>
                  <a:lnTo>
                    <a:pt x="347198" y="922831"/>
                  </a:lnTo>
                  <a:lnTo>
                    <a:pt x="348269" y="924030"/>
                  </a:lnTo>
                  <a:lnTo>
                    <a:pt x="349341" y="925225"/>
                  </a:lnTo>
                  <a:lnTo>
                    <a:pt x="350412" y="926419"/>
                  </a:lnTo>
                  <a:lnTo>
                    <a:pt x="351484" y="927610"/>
                  </a:lnTo>
                  <a:lnTo>
                    <a:pt x="352556" y="928798"/>
                  </a:lnTo>
                  <a:lnTo>
                    <a:pt x="353627" y="929984"/>
                  </a:lnTo>
                  <a:lnTo>
                    <a:pt x="354699" y="931167"/>
                  </a:lnTo>
                  <a:lnTo>
                    <a:pt x="355770" y="932348"/>
                  </a:lnTo>
                  <a:lnTo>
                    <a:pt x="356842" y="933527"/>
                  </a:lnTo>
                  <a:lnTo>
                    <a:pt x="357913" y="934703"/>
                  </a:lnTo>
                  <a:lnTo>
                    <a:pt x="358985" y="935877"/>
                  </a:lnTo>
                  <a:lnTo>
                    <a:pt x="360057" y="937048"/>
                  </a:lnTo>
                  <a:lnTo>
                    <a:pt x="361128" y="938216"/>
                  </a:lnTo>
                  <a:lnTo>
                    <a:pt x="362200" y="939383"/>
                  </a:lnTo>
                  <a:lnTo>
                    <a:pt x="363271" y="940546"/>
                  </a:lnTo>
                  <a:lnTo>
                    <a:pt x="364343" y="941707"/>
                  </a:lnTo>
                  <a:lnTo>
                    <a:pt x="365415" y="942866"/>
                  </a:lnTo>
                  <a:lnTo>
                    <a:pt x="366486" y="944022"/>
                  </a:lnTo>
                  <a:lnTo>
                    <a:pt x="367558" y="945176"/>
                  </a:lnTo>
                  <a:lnTo>
                    <a:pt x="368629" y="946327"/>
                  </a:lnTo>
                  <a:lnTo>
                    <a:pt x="369701" y="947476"/>
                  </a:lnTo>
                  <a:lnTo>
                    <a:pt x="370773" y="948622"/>
                  </a:lnTo>
                  <a:lnTo>
                    <a:pt x="371844" y="949766"/>
                  </a:lnTo>
                  <a:lnTo>
                    <a:pt x="372916" y="950907"/>
                  </a:lnTo>
                  <a:lnTo>
                    <a:pt x="373987" y="952046"/>
                  </a:lnTo>
                  <a:lnTo>
                    <a:pt x="375059" y="953182"/>
                  </a:lnTo>
                  <a:lnTo>
                    <a:pt x="376131" y="954316"/>
                  </a:lnTo>
                  <a:lnTo>
                    <a:pt x="377202" y="955447"/>
                  </a:lnTo>
                  <a:lnTo>
                    <a:pt x="378274" y="956576"/>
                  </a:lnTo>
                  <a:lnTo>
                    <a:pt x="379345" y="957702"/>
                  </a:lnTo>
                  <a:lnTo>
                    <a:pt x="380417" y="958826"/>
                  </a:lnTo>
                  <a:lnTo>
                    <a:pt x="381489" y="959947"/>
                  </a:lnTo>
                  <a:lnTo>
                    <a:pt x="382560" y="961065"/>
                  </a:lnTo>
                  <a:lnTo>
                    <a:pt x="383632" y="962181"/>
                  </a:lnTo>
                  <a:lnTo>
                    <a:pt x="384703" y="963295"/>
                  </a:lnTo>
                  <a:lnTo>
                    <a:pt x="385775" y="964406"/>
                  </a:lnTo>
                  <a:lnTo>
                    <a:pt x="386847" y="965514"/>
                  </a:lnTo>
                  <a:lnTo>
                    <a:pt x="387918" y="966620"/>
                  </a:lnTo>
                  <a:lnTo>
                    <a:pt x="388990" y="967723"/>
                  </a:lnTo>
                  <a:lnTo>
                    <a:pt x="390061" y="968824"/>
                  </a:lnTo>
                  <a:lnTo>
                    <a:pt x="391133" y="969922"/>
                  </a:lnTo>
                  <a:lnTo>
                    <a:pt x="392205" y="971017"/>
                  </a:lnTo>
                  <a:lnTo>
                    <a:pt x="393276" y="972110"/>
                  </a:lnTo>
                  <a:lnTo>
                    <a:pt x="394348" y="973200"/>
                  </a:lnTo>
                  <a:lnTo>
                    <a:pt x="395419" y="974288"/>
                  </a:lnTo>
                  <a:lnTo>
                    <a:pt x="396491" y="975373"/>
                  </a:lnTo>
                  <a:lnTo>
                    <a:pt x="397563" y="976456"/>
                  </a:lnTo>
                  <a:lnTo>
                    <a:pt x="398634" y="977536"/>
                  </a:lnTo>
                  <a:lnTo>
                    <a:pt x="399706" y="978614"/>
                  </a:lnTo>
                  <a:lnTo>
                    <a:pt x="400777" y="979688"/>
                  </a:lnTo>
                  <a:lnTo>
                    <a:pt x="401849" y="980761"/>
                  </a:lnTo>
                  <a:lnTo>
                    <a:pt x="402921" y="981830"/>
                  </a:lnTo>
                  <a:lnTo>
                    <a:pt x="403992" y="982897"/>
                  </a:lnTo>
                  <a:lnTo>
                    <a:pt x="405064" y="983962"/>
                  </a:lnTo>
                  <a:lnTo>
                    <a:pt x="406135" y="985023"/>
                  </a:lnTo>
                  <a:lnTo>
                    <a:pt x="407207" y="986083"/>
                  </a:lnTo>
                  <a:lnTo>
                    <a:pt x="408279" y="987139"/>
                  </a:lnTo>
                  <a:lnTo>
                    <a:pt x="409350" y="988193"/>
                  </a:lnTo>
                  <a:lnTo>
                    <a:pt x="410422" y="989244"/>
                  </a:lnTo>
                  <a:lnTo>
                    <a:pt x="411493" y="990293"/>
                  </a:lnTo>
                  <a:lnTo>
                    <a:pt x="412565" y="991338"/>
                  </a:lnTo>
                  <a:lnTo>
                    <a:pt x="413637" y="992382"/>
                  </a:lnTo>
                  <a:lnTo>
                    <a:pt x="414708" y="993422"/>
                  </a:lnTo>
                  <a:lnTo>
                    <a:pt x="415780" y="994460"/>
                  </a:lnTo>
                  <a:lnTo>
                    <a:pt x="416851" y="995495"/>
                  </a:lnTo>
                  <a:lnTo>
                    <a:pt x="417923" y="996527"/>
                  </a:lnTo>
                  <a:lnTo>
                    <a:pt x="418995" y="997557"/>
                  </a:lnTo>
                  <a:lnTo>
                    <a:pt x="420066" y="998583"/>
                  </a:lnTo>
                  <a:lnTo>
                    <a:pt x="421138" y="999608"/>
                  </a:lnTo>
                  <a:lnTo>
                    <a:pt x="422209" y="1000629"/>
                  </a:lnTo>
                  <a:lnTo>
                    <a:pt x="423281" y="1001647"/>
                  </a:lnTo>
                  <a:lnTo>
                    <a:pt x="424353" y="1002663"/>
                  </a:lnTo>
                  <a:lnTo>
                    <a:pt x="425424" y="1003676"/>
                  </a:lnTo>
                  <a:lnTo>
                    <a:pt x="426496" y="1004686"/>
                  </a:lnTo>
                  <a:lnTo>
                    <a:pt x="427567" y="1005694"/>
                  </a:lnTo>
                  <a:lnTo>
                    <a:pt x="428639" y="1006698"/>
                  </a:lnTo>
                  <a:lnTo>
                    <a:pt x="429711" y="1007700"/>
                  </a:lnTo>
                  <a:lnTo>
                    <a:pt x="430782" y="1008699"/>
                  </a:lnTo>
                  <a:lnTo>
                    <a:pt x="431854" y="1009695"/>
                  </a:lnTo>
                  <a:lnTo>
                    <a:pt x="432925" y="1010689"/>
                  </a:lnTo>
                  <a:lnTo>
                    <a:pt x="433997" y="1011679"/>
                  </a:lnTo>
                  <a:lnTo>
                    <a:pt x="435069" y="1012667"/>
                  </a:lnTo>
                  <a:lnTo>
                    <a:pt x="436140" y="1013651"/>
                  </a:lnTo>
                  <a:lnTo>
                    <a:pt x="437212" y="1014633"/>
                  </a:lnTo>
                  <a:lnTo>
                    <a:pt x="438283" y="1015612"/>
                  </a:lnTo>
                  <a:lnTo>
                    <a:pt x="439355" y="1016588"/>
                  </a:lnTo>
                  <a:lnTo>
                    <a:pt x="440427" y="1017561"/>
                  </a:lnTo>
                  <a:lnTo>
                    <a:pt x="441498" y="1018532"/>
                  </a:lnTo>
                  <a:lnTo>
                    <a:pt x="442570" y="1019499"/>
                  </a:lnTo>
                  <a:lnTo>
                    <a:pt x="443641" y="1020463"/>
                  </a:lnTo>
                  <a:lnTo>
                    <a:pt x="444713" y="1021425"/>
                  </a:lnTo>
                  <a:lnTo>
                    <a:pt x="445785" y="1022383"/>
                  </a:lnTo>
                  <a:lnTo>
                    <a:pt x="446856" y="1023339"/>
                  </a:lnTo>
                  <a:lnTo>
                    <a:pt x="447928" y="1024292"/>
                  </a:lnTo>
                  <a:lnTo>
                    <a:pt x="448999" y="1025241"/>
                  </a:lnTo>
                  <a:lnTo>
                    <a:pt x="450071" y="1026188"/>
                  </a:lnTo>
                  <a:lnTo>
                    <a:pt x="451143" y="1027132"/>
                  </a:lnTo>
                  <a:lnTo>
                    <a:pt x="452214" y="1028072"/>
                  </a:lnTo>
                  <a:lnTo>
                    <a:pt x="453286" y="1029010"/>
                  </a:lnTo>
                  <a:lnTo>
                    <a:pt x="454357" y="1029945"/>
                  </a:lnTo>
                  <a:lnTo>
                    <a:pt x="455429" y="1030877"/>
                  </a:lnTo>
                  <a:lnTo>
                    <a:pt x="456501" y="1031805"/>
                  </a:lnTo>
                  <a:lnTo>
                    <a:pt x="457572" y="1032731"/>
                  </a:lnTo>
                  <a:lnTo>
                    <a:pt x="458644" y="1033654"/>
                  </a:lnTo>
                  <a:lnTo>
                    <a:pt x="459715" y="1034573"/>
                  </a:lnTo>
                  <a:lnTo>
                    <a:pt x="460787" y="1035490"/>
                  </a:lnTo>
                  <a:lnTo>
                    <a:pt x="461859" y="1036403"/>
                  </a:lnTo>
                  <a:lnTo>
                    <a:pt x="462930" y="1037314"/>
                  </a:lnTo>
                  <a:lnTo>
                    <a:pt x="464002" y="1038221"/>
                  </a:lnTo>
                  <a:lnTo>
                    <a:pt x="465073" y="1039125"/>
                  </a:lnTo>
                  <a:lnTo>
                    <a:pt x="466145" y="1040027"/>
                  </a:lnTo>
                  <a:lnTo>
                    <a:pt x="467217" y="1040925"/>
                  </a:lnTo>
                  <a:lnTo>
                    <a:pt x="468288" y="1041820"/>
                  </a:lnTo>
                  <a:lnTo>
                    <a:pt x="469360" y="1042712"/>
                  </a:lnTo>
                  <a:lnTo>
                    <a:pt x="470431" y="1043601"/>
                  </a:lnTo>
                  <a:lnTo>
                    <a:pt x="471503" y="1044486"/>
                  </a:lnTo>
                  <a:lnTo>
                    <a:pt x="472575" y="1045369"/>
                  </a:lnTo>
                  <a:lnTo>
                    <a:pt x="473646" y="1046248"/>
                  </a:lnTo>
                  <a:lnTo>
                    <a:pt x="474718" y="1047125"/>
                  </a:lnTo>
                  <a:lnTo>
                    <a:pt x="475789" y="1047998"/>
                  </a:lnTo>
                  <a:lnTo>
                    <a:pt x="476861" y="1048868"/>
                  </a:lnTo>
                  <a:lnTo>
                    <a:pt x="477933" y="1049735"/>
                  </a:lnTo>
                  <a:lnTo>
                    <a:pt x="479004" y="1050599"/>
                  </a:lnTo>
                  <a:lnTo>
                    <a:pt x="480076" y="1051459"/>
                  </a:lnTo>
                  <a:lnTo>
                    <a:pt x="481147" y="1052316"/>
                  </a:lnTo>
                  <a:lnTo>
                    <a:pt x="482219" y="1053171"/>
                  </a:lnTo>
                  <a:lnTo>
                    <a:pt x="483291" y="1054022"/>
                  </a:lnTo>
                  <a:lnTo>
                    <a:pt x="484362" y="1054869"/>
                  </a:lnTo>
                  <a:lnTo>
                    <a:pt x="485434" y="1055714"/>
                  </a:lnTo>
                  <a:lnTo>
                    <a:pt x="486505" y="1056555"/>
                  </a:lnTo>
                  <a:lnTo>
                    <a:pt x="487577" y="1057394"/>
                  </a:lnTo>
                  <a:lnTo>
                    <a:pt x="488649" y="1058229"/>
                  </a:lnTo>
                  <a:lnTo>
                    <a:pt x="489720" y="1059060"/>
                  </a:lnTo>
                  <a:lnTo>
                    <a:pt x="490792" y="1059889"/>
                  </a:lnTo>
                  <a:lnTo>
                    <a:pt x="491863" y="1060714"/>
                  </a:lnTo>
                  <a:lnTo>
                    <a:pt x="492935" y="1061536"/>
                  </a:lnTo>
                  <a:lnTo>
                    <a:pt x="494007" y="1062355"/>
                  </a:lnTo>
                  <a:lnTo>
                    <a:pt x="495078" y="1063170"/>
                  </a:lnTo>
                  <a:lnTo>
                    <a:pt x="496150" y="1063983"/>
                  </a:lnTo>
                  <a:lnTo>
                    <a:pt x="497221" y="1064792"/>
                  </a:lnTo>
                  <a:lnTo>
                    <a:pt x="498293" y="1065597"/>
                  </a:lnTo>
                  <a:lnTo>
                    <a:pt x="499365" y="1066400"/>
                  </a:lnTo>
                  <a:lnTo>
                    <a:pt x="500436" y="1067199"/>
                  </a:lnTo>
                  <a:lnTo>
                    <a:pt x="501508" y="1067995"/>
                  </a:lnTo>
                  <a:lnTo>
                    <a:pt x="502579" y="1068788"/>
                  </a:lnTo>
                  <a:lnTo>
                    <a:pt x="503651" y="1069577"/>
                  </a:lnTo>
                  <a:lnTo>
                    <a:pt x="504723" y="1070363"/>
                  </a:lnTo>
                  <a:lnTo>
                    <a:pt x="505794" y="1071146"/>
                  </a:lnTo>
                  <a:lnTo>
                    <a:pt x="506866" y="1071925"/>
                  </a:lnTo>
                  <a:lnTo>
                    <a:pt x="507937" y="1072701"/>
                  </a:lnTo>
                  <a:lnTo>
                    <a:pt x="509009" y="1073474"/>
                  </a:lnTo>
                  <a:lnTo>
                    <a:pt x="510081" y="1074243"/>
                  </a:lnTo>
                  <a:lnTo>
                    <a:pt x="511152" y="1075009"/>
                  </a:lnTo>
                  <a:lnTo>
                    <a:pt x="512224" y="1075772"/>
                  </a:lnTo>
                  <a:lnTo>
                    <a:pt x="513295" y="1076531"/>
                  </a:lnTo>
                  <a:lnTo>
                    <a:pt x="514367" y="1077287"/>
                  </a:lnTo>
                  <a:lnTo>
                    <a:pt x="515439" y="1078040"/>
                  </a:lnTo>
                  <a:lnTo>
                    <a:pt x="516510" y="1078789"/>
                  </a:lnTo>
                  <a:lnTo>
                    <a:pt x="517582" y="1079535"/>
                  </a:lnTo>
                  <a:lnTo>
                    <a:pt x="518653" y="1080278"/>
                  </a:lnTo>
                  <a:lnTo>
                    <a:pt x="519725" y="1081017"/>
                  </a:lnTo>
                  <a:lnTo>
                    <a:pt x="520797" y="1081753"/>
                  </a:lnTo>
                  <a:lnTo>
                    <a:pt x="521868" y="1082486"/>
                  </a:lnTo>
                  <a:lnTo>
                    <a:pt x="522940" y="1083215"/>
                  </a:lnTo>
                  <a:lnTo>
                    <a:pt x="524011" y="1083940"/>
                  </a:lnTo>
                  <a:lnTo>
                    <a:pt x="525083" y="1084663"/>
                  </a:lnTo>
                  <a:lnTo>
                    <a:pt x="526155" y="1085382"/>
                  </a:lnTo>
                  <a:lnTo>
                    <a:pt x="527226" y="1086097"/>
                  </a:lnTo>
                  <a:lnTo>
                    <a:pt x="528298" y="1086809"/>
                  </a:lnTo>
                  <a:lnTo>
                    <a:pt x="529369" y="1087518"/>
                  </a:lnTo>
                  <a:lnTo>
                    <a:pt x="530441" y="1088223"/>
                  </a:lnTo>
                  <a:lnTo>
                    <a:pt x="531513" y="1088925"/>
                  </a:lnTo>
                  <a:lnTo>
                    <a:pt x="532584" y="1089624"/>
                  </a:lnTo>
                  <a:lnTo>
                    <a:pt x="533656" y="1090319"/>
                  </a:lnTo>
                  <a:lnTo>
                    <a:pt x="534727" y="1091010"/>
                  </a:lnTo>
                  <a:lnTo>
                    <a:pt x="535799" y="1091699"/>
                  </a:lnTo>
                  <a:lnTo>
                    <a:pt x="536870" y="1092383"/>
                  </a:lnTo>
                  <a:lnTo>
                    <a:pt x="537942" y="1093065"/>
                  </a:lnTo>
                  <a:lnTo>
                    <a:pt x="539014" y="1093743"/>
                  </a:lnTo>
                  <a:lnTo>
                    <a:pt x="540085" y="1094417"/>
                  </a:lnTo>
                  <a:lnTo>
                    <a:pt x="541157" y="1095088"/>
                  </a:lnTo>
                  <a:lnTo>
                    <a:pt x="542228" y="1095756"/>
                  </a:lnTo>
                  <a:lnTo>
                    <a:pt x="543300" y="1096420"/>
                  </a:lnTo>
                  <a:lnTo>
                    <a:pt x="544372" y="1097080"/>
                  </a:lnTo>
                  <a:lnTo>
                    <a:pt x="545443" y="1097737"/>
                  </a:lnTo>
                  <a:lnTo>
                    <a:pt x="546515" y="1098391"/>
                  </a:lnTo>
                  <a:lnTo>
                    <a:pt x="547586" y="1099041"/>
                  </a:lnTo>
                  <a:lnTo>
                    <a:pt x="548658" y="1099688"/>
                  </a:lnTo>
                  <a:lnTo>
                    <a:pt x="549730" y="1100332"/>
                  </a:lnTo>
                  <a:lnTo>
                    <a:pt x="550801" y="1100972"/>
                  </a:lnTo>
                  <a:lnTo>
                    <a:pt x="551873" y="1101608"/>
                  </a:lnTo>
                  <a:lnTo>
                    <a:pt x="552944" y="1102241"/>
                  </a:lnTo>
                  <a:lnTo>
                    <a:pt x="554016" y="1102870"/>
                  </a:lnTo>
                  <a:lnTo>
                    <a:pt x="555088" y="1103496"/>
                  </a:lnTo>
                  <a:lnTo>
                    <a:pt x="556159" y="1104119"/>
                  </a:lnTo>
                  <a:lnTo>
                    <a:pt x="557231" y="1104738"/>
                  </a:lnTo>
                  <a:lnTo>
                    <a:pt x="558302" y="1105353"/>
                  </a:lnTo>
                  <a:lnTo>
                    <a:pt x="559374" y="1105965"/>
                  </a:lnTo>
                  <a:lnTo>
                    <a:pt x="560446" y="1106574"/>
                  </a:lnTo>
                  <a:lnTo>
                    <a:pt x="561517" y="1107179"/>
                  </a:lnTo>
                  <a:lnTo>
                    <a:pt x="562589" y="1107781"/>
                  </a:lnTo>
                  <a:lnTo>
                    <a:pt x="563660" y="1108379"/>
                  </a:lnTo>
                  <a:lnTo>
                    <a:pt x="564732" y="1108973"/>
                  </a:lnTo>
                  <a:lnTo>
                    <a:pt x="565804" y="1109564"/>
                  </a:lnTo>
                  <a:lnTo>
                    <a:pt x="566875" y="1110152"/>
                  </a:lnTo>
                  <a:lnTo>
                    <a:pt x="567947" y="1110736"/>
                  </a:lnTo>
                  <a:lnTo>
                    <a:pt x="569018" y="1111317"/>
                  </a:lnTo>
                  <a:lnTo>
                    <a:pt x="570090" y="1111894"/>
                  </a:lnTo>
                  <a:lnTo>
                    <a:pt x="571162" y="1112467"/>
                  </a:lnTo>
                  <a:lnTo>
                    <a:pt x="572233" y="1113037"/>
                  </a:lnTo>
                  <a:lnTo>
                    <a:pt x="573305" y="1113604"/>
                  </a:lnTo>
                  <a:lnTo>
                    <a:pt x="574376" y="1114167"/>
                  </a:lnTo>
                  <a:lnTo>
                    <a:pt x="575448" y="1114727"/>
                  </a:lnTo>
                  <a:lnTo>
                    <a:pt x="576520" y="1115283"/>
                  </a:lnTo>
                  <a:lnTo>
                    <a:pt x="577591" y="1115835"/>
                  </a:lnTo>
                  <a:lnTo>
                    <a:pt x="578663" y="1116384"/>
                  </a:lnTo>
                  <a:lnTo>
                    <a:pt x="579734" y="1116930"/>
                  </a:lnTo>
                  <a:lnTo>
                    <a:pt x="580806" y="1117472"/>
                  </a:lnTo>
                  <a:lnTo>
                    <a:pt x="581878" y="1118010"/>
                  </a:lnTo>
                  <a:lnTo>
                    <a:pt x="582949" y="1118545"/>
                  </a:lnTo>
                  <a:lnTo>
                    <a:pt x="584021" y="1119077"/>
                  </a:lnTo>
                  <a:lnTo>
                    <a:pt x="585092" y="1119605"/>
                  </a:lnTo>
                  <a:lnTo>
                    <a:pt x="586164" y="1120129"/>
                  </a:lnTo>
                  <a:lnTo>
                    <a:pt x="587236" y="1120650"/>
                  </a:lnTo>
                  <a:lnTo>
                    <a:pt x="588307" y="1121168"/>
                  </a:lnTo>
                  <a:lnTo>
                    <a:pt x="589379" y="1121682"/>
                  </a:lnTo>
                  <a:lnTo>
                    <a:pt x="590450" y="1122192"/>
                  </a:lnTo>
                  <a:lnTo>
                    <a:pt x="591522" y="1122699"/>
                  </a:lnTo>
                  <a:lnTo>
                    <a:pt x="592594" y="1123203"/>
                  </a:lnTo>
                  <a:lnTo>
                    <a:pt x="593665" y="1123702"/>
                  </a:lnTo>
                  <a:lnTo>
                    <a:pt x="594737" y="1124199"/>
                  </a:lnTo>
                  <a:lnTo>
                    <a:pt x="595808" y="1124692"/>
                  </a:lnTo>
                  <a:lnTo>
                    <a:pt x="596880" y="1125181"/>
                  </a:lnTo>
                  <a:lnTo>
                    <a:pt x="597952" y="1125667"/>
                  </a:lnTo>
                  <a:lnTo>
                    <a:pt x="599023" y="1126150"/>
                  </a:lnTo>
                  <a:lnTo>
                    <a:pt x="600095" y="1126629"/>
                  </a:lnTo>
                  <a:lnTo>
                    <a:pt x="601166" y="1127104"/>
                  </a:lnTo>
                  <a:lnTo>
                    <a:pt x="602238" y="1127576"/>
                  </a:lnTo>
                  <a:lnTo>
                    <a:pt x="603310" y="1128044"/>
                  </a:lnTo>
                  <a:lnTo>
                    <a:pt x="604381" y="1128509"/>
                  </a:lnTo>
                  <a:lnTo>
                    <a:pt x="605453" y="1128971"/>
                  </a:lnTo>
                  <a:lnTo>
                    <a:pt x="606524" y="1129429"/>
                  </a:lnTo>
                  <a:lnTo>
                    <a:pt x="607596" y="1129883"/>
                  </a:lnTo>
                  <a:lnTo>
                    <a:pt x="608668" y="1130334"/>
                  </a:lnTo>
                  <a:lnTo>
                    <a:pt x="609739" y="1130782"/>
                  </a:lnTo>
                  <a:lnTo>
                    <a:pt x="610811" y="1131226"/>
                  </a:lnTo>
                  <a:lnTo>
                    <a:pt x="611882" y="1131666"/>
                  </a:lnTo>
                  <a:lnTo>
                    <a:pt x="612954" y="1132103"/>
                  </a:lnTo>
                  <a:lnTo>
                    <a:pt x="614026" y="1132537"/>
                  </a:lnTo>
                  <a:lnTo>
                    <a:pt x="615097" y="1132967"/>
                  </a:lnTo>
                  <a:lnTo>
                    <a:pt x="616169" y="1133393"/>
                  </a:lnTo>
                  <a:lnTo>
                    <a:pt x="617240" y="1133817"/>
                  </a:lnTo>
                  <a:lnTo>
                    <a:pt x="618312" y="1134236"/>
                  </a:lnTo>
                  <a:lnTo>
                    <a:pt x="619384" y="1134652"/>
                  </a:lnTo>
                  <a:lnTo>
                    <a:pt x="620455" y="1135065"/>
                  </a:lnTo>
                  <a:lnTo>
                    <a:pt x="621527" y="1135475"/>
                  </a:lnTo>
                  <a:lnTo>
                    <a:pt x="622598" y="1135880"/>
                  </a:lnTo>
                  <a:lnTo>
                    <a:pt x="623670" y="1136283"/>
                  </a:lnTo>
                  <a:lnTo>
                    <a:pt x="624742" y="1136682"/>
                  </a:lnTo>
                  <a:lnTo>
                    <a:pt x="625813" y="1137077"/>
                  </a:lnTo>
                  <a:lnTo>
                    <a:pt x="626885" y="1137469"/>
                  </a:lnTo>
                  <a:lnTo>
                    <a:pt x="627956" y="1137858"/>
                  </a:lnTo>
                  <a:lnTo>
                    <a:pt x="629028" y="1138243"/>
                  </a:lnTo>
                  <a:lnTo>
                    <a:pt x="630100" y="1138625"/>
                  </a:lnTo>
                  <a:lnTo>
                    <a:pt x="631171" y="1139003"/>
                  </a:lnTo>
                  <a:lnTo>
                    <a:pt x="632243" y="1139378"/>
                  </a:lnTo>
                  <a:lnTo>
                    <a:pt x="633314" y="1139749"/>
                  </a:lnTo>
                  <a:lnTo>
                    <a:pt x="634386" y="1140117"/>
                  </a:lnTo>
                  <a:lnTo>
                    <a:pt x="635458" y="1140482"/>
                  </a:lnTo>
                  <a:lnTo>
                    <a:pt x="636529" y="1140843"/>
                  </a:lnTo>
                  <a:lnTo>
                    <a:pt x="637601" y="1141201"/>
                  </a:lnTo>
                  <a:lnTo>
                    <a:pt x="638672" y="1141555"/>
                  </a:lnTo>
                  <a:lnTo>
                    <a:pt x="639744" y="1141906"/>
                  </a:lnTo>
                  <a:lnTo>
                    <a:pt x="640816" y="1142254"/>
                  </a:lnTo>
                  <a:lnTo>
                    <a:pt x="641887" y="1142598"/>
                  </a:lnTo>
                  <a:lnTo>
                    <a:pt x="642959" y="1142939"/>
                  </a:lnTo>
                  <a:lnTo>
                    <a:pt x="644030" y="1143277"/>
                  </a:lnTo>
                  <a:lnTo>
                    <a:pt x="645102" y="1143611"/>
                  </a:lnTo>
                  <a:lnTo>
                    <a:pt x="646174" y="1143941"/>
                  </a:lnTo>
                  <a:lnTo>
                    <a:pt x="647245" y="1144269"/>
                  </a:lnTo>
                  <a:lnTo>
                    <a:pt x="648317" y="1144593"/>
                  </a:lnTo>
                  <a:lnTo>
                    <a:pt x="649388" y="1144913"/>
                  </a:lnTo>
                  <a:lnTo>
                    <a:pt x="650460" y="1145231"/>
                  </a:lnTo>
                  <a:lnTo>
                    <a:pt x="651532" y="1145545"/>
                  </a:lnTo>
                  <a:lnTo>
                    <a:pt x="652603" y="1145855"/>
                  </a:lnTo>
                  <a:lnTo>
                    <a:pt x="653675" y="1146162"/>
                  </a:lnTo>
                  <a:lnTo>
                    <a:pt x="654746" y="1146466"/>
                  </a:lnTo>
                  <a:lnTo>
                    <a:pt x="655818" y="1146767"/>
                  </a:lnTo>
                  <a:lnTo>
                    <a:pt x="656890" y="1147064"/>
                  </a:lnTo>
                  <a:lnTo>
                    <a:pt x="657961" y="1147358"/>
                  </a:lnTo>
                  <a:lnTo>
                    <a:pt x="659033" y="1147649"/>
                  </a:lnTo>
                  <a:lnTo>
                    <a:pt x="660104" y="1147936"/>
                  </a:lnTo>
                  <a:lnTo>
                    <a:pt x="661176" y="1148220"/>
                  </a:lnTo>
                  <a:lnTo>
                    <a:pt x="662248" y="1148501"/>
                  </a:lnTo>
                  <a:lnTo>
                    <a:pt x="663319" y="1148779"/>
                  </a:lnTo>
                  <a:lnTo>
                    <a:pt x="664391" y="1149053"/>
                  </a:lnTo>
                  <a:lnTo>
                    <a:pt x="665462" y="1149324"/>
                  </a:lnTo>
                  <a:lnTo>
                    <a:pt x="666534" y="1149592"/>
                  </a:lnTo>
                  <a:lnTo>
                    <a:pt x="667606" y="1149856"/>
                  </a:lnTo>
                  <a:lnTo>
                    <a:pt x="668677" y="1150117"/>
                  </a:lnTo>
                  <a:lnTo>
                    <a:pt x="669749" y="1150375"/>
                  </a:lnTo>
                  <a:lnTo>
                    <a:pt x="670820" y="1150630"/>
                  </a:lnTo>
                  <a:lnTo>
                    <a:pt x="671892" y="1150881"/>
                  </a:lnTo>
                  <a:lnTo>
                    <a:pt x="672964" y="1151130"/>
                  </a:lnTo>
                  <a:lnTo>
                    <a:pt x="674035" y="1151375"/>
                  </a:lnTo>
                  <a:lnTo>
                    <a:pt x="675107" y="1151617"/>
                  </a:lnTo>
                  <a:lnTo>
                    <a:pt x="676178" y="1151855"/>
                  </a:lnTo>
                  <a:lnTo>
                    <a:pt x="677250" y="1152091"/>
                  </a:lnTo>
                  <a:lnTo>
                    <a:pt x="678322" y="1152323"/>
                  </a:lnTo>
                  <a:lnTo>
                    <a:pt x="679393" y="1152552"/>
                  </a:lnTo>
                  <a:lnTo>
                    <a:pt x="680465" y="1152778"/>
                  </a:lnTo>
                  <a:lnTo>
                    <a:pt x="681536" y="1153001"/>
                  </a:lnTo>
                  <a:lnTo>
                    <a:pt x="682608" y="1153220"/>
                  </a:lnTo>
                  <a:lnTo>
                    <a:pt x="683680" y="1153437"/>
                  </a:lnTo>
                  <a:lnTo>
                    <a:pt x="684751" y="1153650"/>
                  </a:lnTo>
                  <a:lnTo>
                    <a:pt x="685823" y="1153860"/>
                  </a:lnTo>
                  <a:lnTo>
                    <a:pt x="686894" y="1154067"/>
                  </a:lnTo>
                  <a:lnTo>
                    <a:pt x="687966" y="1154271"/>
                  </a:lnTo>
                  <a:lnTo>
                    <a:pt x="689038" y="1154472"/>
                  </a:lnTo>
                  <a:lnTo>
                    <a:pt x="690109" y="1154669"/>
                  </a:lnTo>
                  <a:lnTo>
                    <a:pt x="691181" y="1154864"/>
                  </a:lnTo>
                  <a:lnTo>
                    <a:pt x="692252" y="1155055"/>
                  </a:lnTo>
                  <a:lnTo>
                    <a:pt x="693324" y="1155244"/>
                  </a:lnTo>
                  <a:lnTo>
                    <a:pt x="694396" y="1155429"/>
                  </a:lnTo>
                  <a:lnTo>
                    <a:pt x="695467" y="1155611"/>
                  </a:lnTo>
                  <a:lnTo>
                    <a:pt x="696539" y="1155791"/>
                  </a:lnTo>
                  <a:lnTo>
                    <a:pt x="697610" y="1155967"/>
                  </a:lnTo>
                  <a:lnTo>
                    <a:pt x="698682" y="1156140"/>
                  </a:lnTo>
                  <a:lnTo>
                    <a:pt x="699754" y="1156310"/>
                  </a:lnTo>
                  <a:lnTo>
                    <a:pt x="700825" y="1156477"/>
                  </a:lnTo>
                  <a:lnTo>
                    <a:pt x="701897" y="1156641"/>
                  </a:lnTo>
                  <a:lnTo>
                    <a:pt x="702968" y="1156802"/>
                  </a:lnTo>
                  <a:lnTo>
                    <a:pt x="704040" y="1156961"/>
                  </a:lnTo>
                  <a:lnTo>
                    <a:pt x="705112" y="1157116"/>
                  </a:lnTo>
                  <a:lnTo>
                    <a:pt x="706183" y="1157268"/>
                  </a:lnTo>
                  <a:lnTo>
                    <a:pt x="707255" y="1157417"/>
                  </a:lnTo>
                  <a:lnTo>
                    <a:pt x="708326" y="1157563"/>
                  </a:lnTo>
                  <a:lnTo>
                    <a:pt x="709398" y="1157706"/>
                  </a:lnTo>
                  <a:lnTo>
                    <a:pt x="710469" y="1157847"/>
                  </a:lnTo>
                  <a:lnTo>
                    <a:pt x="711541" y="1157984"/>
                  </a:lnTo>
                  <a:lnTo>
                    <a:pt x="712613" y="1158119"/>
                  </a:lnTo>
                  <a:lnTo>
                    <a:pt x="713684" y="1158250"/>
                  </a:lnTo>
                  <a:lnTo>
                    <a:pt x="714756" y="1158379"/>
                  </a:lnTo>
                  <a:lnTo>
                    <a:pt x="715827" y="1158505"/>
                  </a:lnTo>
                  <a:lnTo>
                    <a:pt x="716899" y="1158628"/>
                  </a:lnTo>
                  <a:lnTo>
                    <a:pt x="717971" y="1158748"/>
                  </a:lnTo>
                  <a:lnTo>
                    <a:pt x="719042" y="1158865"/>
                  </a:lnTo>
                  <a:lnTo>
                    <a:pt x="720114" y="1158979"/>
                  </a:lnTo>
                  <a:lnTo>
                    <a:pt x="721185" y="1159091"/>
                  </a:lnTo>
                  <a:lnTo>
                    <a:pt x="722257" y="1159199"/>
                  </a:lnTo>
                  <a:lnTo>
                    <a:pt x="723329" y="1159305"/>
                  </a:lnTo>
                  <a:lnTo>
                    <a:pt x="724400" y="1159408"/>
                  </a:lnTo>
                  <a:lnTo>
                    <a:pt x="725472" y="1159508"/>
                  </a:lnTo>
                  <a:lnTo>
                    <a:pt x="726543" y="1159606"/>
                  </a:lnTo>
                  <a:lnTo>
                    <a:pt x="727615" y="1159700"/>
                  </a:lnTo>
                  <a:lnTo>
                    <a:pt x="728687" y="1159792"/>
                  </a:lnTo>
                  <a:lnTo>
                    <a:pt x="729758" y="1159881"/>
                  </a:lnTo>
                  <a:lnTo>
                    <a:pt x="730830" y="1159968"/>
                  </a:lnTo>
                  <a:lnTo>
                    <a:pt x="731901" y="1160051"/>
                  </a:lnTo>
                  <a:lnTo>
                    <a:pt x="732973" y="1160132"/>
                  </a:lnTo>
                  <a:lnTo>
                    <a:pt x="734045" y="1160211"/>
                  </a:lnTo>
                  <a:lnTo>
                    <a:pt x="735116" y="1160286"/>
                  </a:lnTo>
                  <a:lnTo>
                    <a:pt x="736188" y="1160359"/>
                  </a:lnTo>
                  <a:lnTo>
                    <a:pt x="737259" y="1160429"/>
                  </a:lnTo>
                  <a:lnTo>
                    <a:pt x="738331" y="1160496"/>
                  </a:lnTo>
                  <a:lnTo>
                    <a:pt x="739403" y="1160561"/>
                  </a:lnTo>
                  <a:lnTo>
                    <a:pt x="740474" y="1160623"/>
                  </a:lnTo>
                  <a:lnTo>
                    <a:pt x="741546" y="1160683"/>
                  </a:lnTo>
                  <a:lnTo>
                    <a:pt x="742617" y="1160740"/>
                  </a:lnTo>
                  <a:lnTo>
                    <a:pt x="743689" y="1160794"/>
                  </a:lnTo>
                  <a:lnTo>
                    <a:pt x="744761" y="1160845"/>
                  </a:lnTo>
                  <a:lnTo>
                    <a:pt x="745832" y="1160894"/>
                  </a:lnTo>
                  <a:lnTo>
                    <a:pt x="746904" y="1160941"/>
                  </a:lnTo>
                  <a:lnTo>
                    <a:pt x="747975" y="1160985"/>
                  </a:lnTo>
                  <a:lnTo>
                    <a:pt x="749047" y="1161026"/>
                  </a:lnTo>
                  <a:lnTo>
                    <a:pt x="750119" y="1161065"/>
                  </a:lnTo>
                  <a:lnTo>
                    <a:pt x="751190" y="1161101"/>
                  </a:lnTo>
                  <a:lnTo>
                    <a:pt x="752262" y="1161134"/>
                  </a:lnTo>
                  <a:lnTo>
                    <a:pt x="753333" y="1161166"/>
                  </a:lnTo>
                  <a:lnTo>
                    <a:pt x="754405" y="1161194"/>
                  </a:lnTo>
                  <a:lnTo>
                    <a:pt x="755477" y="1161220"/>
                  </a:lnTo>
                  <a:lnTo>
                    <a:pt x="756548" y="1161244"/>
                  </a:lnTo>
                  <a:lnTo>
                    <a:pt x="757620" y="1161265"/>
                  </a:lnTo>
                  <a:lnTo>
                    <a:pt x="758691" y="1161284"/>
                  </a:lnTo>
                  <a:lnTo>
                    <a:pt x="759763" y="1161300"/>
                  </a:lnTo>
                  <a:lnTo>
                    <a:pt x="760835" y="1161314"/>
                  </a:lnTo>
                  <a:lnTo>
                    <a:pt x="761906" y="1161325"/>
                  </a:lnTo>
                  <a:lnTo>
                    <a:pt x="762978" y="1161334"/>
                  </a:lnTo>
                  <a:lnTo>
                    <a:pt x="764049" y="1161341"/>
                  </a:lnTo>
                  <a:lnTo>
                    <a:pt x="765121" y="1161345"/>
                  </a:lnTo>
                  <a:lnTo>
                    <a:pt x="766193" y="1161347"/>
                  </a:lnTo>
                  <a:lnTo>
                    <a:pt x="767264" y="1161346"/>
                  </a:lnTo>
                  <a:lnTo>
                    <a:pt x="768336" y="1161343"/>
                  </a:lnTo>
                  <a:lnTo>
                    <a:pt x="769407" y="1161338"/>
                  </a:lnTo>
                  <a:lnTo>
                    <a:pt x="770479" y="1161331"/>
                  </a:lnTo>
                  <a:lnTo>
                    <a:pt x="771551" y="1161321"/>
                  </a:lnTo>
                  <a:lnTo>
                    <a:pt x="772622" y="1161308"/>
                  </a:lnTo>
                  <a:lnTo>
                    <a:pt x="773694" y="1161294"/>
                  </a:lnTo>
                  <a:lnTo>
                    <a:pt x="774765" y="1161277"/>
                  </a:lnTo>
                  <a:lnTo>
                    <a:pt x="775837" y="1161258"/>
                  </a:lnTo>
                  <a:lnTo>
                    <a:pt x="776909" y="1161237"/>
                  </a:lnTo>
                  <a:lnTo>
                    <a:pt x="777980" y="1161213"/>
                  </a:lnTo>
                  <a:lnTo>
                    <a:pt x="779052" y="1161187"/>
                  </a:lnTo>
                  <a:lnTo>
                    <a:pt x="780123" y="1161159"/>
                  </a:lnTo>
                  <a:lnTo>
                    <a:pt x="781195" y="1161129"/>
                  </a:lnTo>
                  <a:lnTo>
                    <a:pt x="782267" y="1161097"/>
                  </a:lnTo>
                  <a:lnTo>
                    <a:pt x="783338" y="1161062"/>
                  </a:lnTo>
                  <a:lnTo>
                    <a:pt x="784410" y="1161025"/>
                  </a:lnTo>
                  <a:lnTo>
                    <a:pt x="785481" y="1160986"/>
                  </a:lnTo>
                  <a:lnTo>
                    <a:pt x="786553" y="1160945"/>
                  </a:lnTo>
                  <a:lnTo>
                    <a:pt x="787625" y="1160902"/>
                  </a:lnTo>
                  <a:lnTo>
                    <a:pt x="788696" y="1160856"/>
                  </a:lnTo>
                  <a:lnTo>
                    <a:pt x="789768" y="1160809"/>
                  </a:lnTo>
                  <a:lnTo>
                    <a:pt x="790839" y="1160759"/>
                  </a:lnTo>
                  <a:lnTo>
                    <a:pt x="791911" y="1160707"/>
                  </a:lnTo>
                  <a:lnTo>
                    <a:pt x="792983" y="1160654"/>
                  </a:lnTo>
                  <a:lnTo>
                    <a:pt x="794054" y="1160598"/>
                  </a:lnTo>
                  <a:lnTo>
                    <a:pt x="795126" y="1160540"/>
                  </a:lnTo>
                  <a:lnTo>
                    <a:pt x="796197" y="1160480"/>
                  </a:lnTo>
                  <a:lnTo>
                    <a:pt x="797269" y="1160418"/>
                  </a:lnTo>
                  <a:lnTo>
                    <a:pt x="798341" y="1160354"/>
                  </a:lnTo>
                  <a:lnTo>
                    <a:pt x="799412" y="1160288"/>
                  </a:lnTo>
                  <a:lnTo>
                    <a:pt x="800484" y="1160220"/>
                  </a:lnTo>
                  <a:lnTo>
                    <a:pt x="801555" y="1160150"/>
                  </a:lnTo>
                  <a:lnTo>
                    <a:pt x="802627" y="1160078"/>
                  </a:lnTo>
                  <a:lnTo>
                    <a:pt x="803699" y="1160005"/>
                  </a:lnTo>
                  <a:lnTo>
                    <a:pt x="804770" y="1159929"/>
                  </a:lnTo>
                  <a:lnTo>
                    <a:pt x="805842" y="1159851"/>
                  </a:lnTo>
                  <a:lnTo>
                    <a:pt x="806913" y="1159772"/>
                  </a:lnTo>
                  <a:lnTo>
                    <a:pt x="807985" y="1159690"/>
                  </a:lnTo>
                  <a:lnTo>
                    <a:pt x="809057" y="1159607"/>
                  </a:lnTo>
                  <a:lnTo>
                    <a:pt x="810128" y="1159521"/>
                  </a:lnTo>
                  <a:lnTo>
                    <a:pt x="811200" y="1159434"/>
                  </a:lnTo>
                  <a:lnTo>
                    <a:pt x="812271" y="1159345"/>
                  </a:lnTo>
                  <a:lnTo>
                    <a:pt x="813343" y="1159254"/>
                  </a:lnTo>
                  <a:lnTo>
                    <a:pt x="814415" y="1159162"/>
                  </a:lnTo>
                  <a:lnTo>
                    <a:pt x="815486" y="1159067"/>
                  </a:lnTo>
                  <a:lnTo>
                    <a:pt x="816558" y="1158971"/>
                  </a:lnTo>
                  <a:lnTo>
                    <a:pt x="817629" y="1158873"/>
                  </a:lnTo>
                  <a:lnTo>
                    <a:pt x="818701" y="1158773"/>
                  </a:lnTo>
                  <a:lnTo>
                    <a:pt x="819773" y="1158672"/>
                  </a:lnTo>
                  <a:lnTo>
                    <a:pt x="820844" y="1158568"/>
                  </a:lnTo>
                  <a:lnTo>
                    <a:pt x="821916" y="1158463"/>
                  </a:lnTo>
                  <a:lnTo>
                    <a:pt x="822987" y="1158357"/>
                  </a:lnTo>
                  <a:lnTo>
                    <a:pt x="824059" y="1158248"/>
                  </a:lnTo>
                  <a:lnTo>
                    <a:pt x="825131" y="1158138"/>
                  </a:lnTo>
                  <a:lnTo>
                    <a:pt x="826202" y="1158026"/>
                  </a:lnTo>
                  <a:lnTo>
                    <a:pt x="827274" y="1157913"/>
                  </a:lnTo>
                  <a:lnTo>
                    <a:pt x="828345" y="1157797"/>
                  </a:lnTo>
                  <a:lnTo>
                    <a:pt x="829417" y="1157680"/>
                  </a:lnTo>
                  <a:lnTo>
                    <a:pt x="830489" y="1157562"/>
                  </a:lnTo>
                  <a:lnTo>
                    <a:pt x="831560" y="1157442"/>
                  </a:lnTo>
                  <a:lnTo>
                    <a:pt x="832632" y="1157320"/>
                  </a:lnTo>
                  <a:lnTo>
                    <a:pt x="833703" y="1157197"/>
                  </a:lnTo>
                  <a:lnTo>
                    <a:pt x="834775" y="1157072"/>
                  </a:lnTo>
                  <a:lnTo>
                    <a:pt x="835847" y="1156946"/>
                  </a:lnTo>
                  <a:lnTo>
                    <a:pt x="836918" y="1156818"/>
                  </a:lnTo>
                  <a:lnTo>
                    <a:pt x="837990" y="1156688"/>
                  </a:lnTo>
                  <a:lnTo>
                    <a:pt x="839061" y="1156557"/>
                  </a:lnTo>
                  <a:lnTo>
                    <a:pt x="840133" y="1156424"/>
                  </a:lnTo>
                  <a:lnTo>
                    <a:pt x="841205" y="1156290"/>
                  </a:lnTo>
                  <a:lnTo>
                    <a:pt x="842276" y="1156155"/>
                  </a:lnTo>
                  <a:lnTo>
                    <a:pt x="843348" y="1156018"/>
                  </a:lnTo>
                  <a:lnTo>
                    <a:pt x="844419" y="1155879"/>
                  </a:lnTo>
                  <a:lnTo>
                    <a:pt x="845491" y="1155739"/>
                  </a:lnTo>
                  <a:lnTo>
                    <a:pt x="846563" y="1155598"/>
                  </a:lnTo>
                  <a:lnTo>
                    <a:pt x="847634" y="1155455"/>
                  </a:lnTo>
                  <a:lnTo>
                    <a:pt x="848706" y="1155311"/>
                  </a:lnTo>
                  <a:lnTo>
                    <a:pt x="849777" y="1155165"/>
                  </a:lnTo>
                  <a:lnTo>
                    <a:pt x="850849" y="1155018"/>
                  </a:lnTo>
                  <a:lnTo>
                    <a:pt x="851921" y="1154870"/>
                  </a:lnTo>
                  <a:lnTo>
                    <a:pt x="852992" y="1154720"/>
                  </a:lnTo>
                  <a:lnTo>
                    <a:pt x="854064" y="1154569"/>
                  </a:lnTo>
                  <a:lnTo>
                    <a:pt x="855135" y="1154416"/>
                  </a:lnTo>
                  <a:lnTo>
                    <a:pt x="856207" y="1154262"/>
                  </a:lnTo>
                  <a:lnTo>
                    <a:pt x="857279" y="1154107"/>
                  </a:lnTo>
                  <a:lnTo>
                    <a:pt x="858350" y="1153951"/>
                  </a:lnTo>
                  <a:lnTo>
                    <a:pt x="859422" y="1153793"/>
                  </a:lnTo>
                  <a:lnTo>
                    <a:pt x="860493" y="1153634"/>
                  </a:lnTo>
                  <a:lnTo>
                    <a:pt x="861565" y="1153474"/>
                  </a:lnTo>
                  <a:lnTo>
                    <a:pt x="862637" y="1153312"/>
                  </a:lnTo>
                  <a:lnTo>
                    <a:pt x="863708" y="1153149"/>
                  </a:lnTo>
                  <a:lnTo>
                    <a:pt x="864780" y="1152985"/>
                  </a:lnTo>
                  <a:lnTo>
                    <a:pt x="865851" y="1152820"/>
                  </a:lnTo>
                  <a:lnTo>
                    <a:pt x="866923" y="1152654"/>
                  </a:lnTo>
                  <a:lnTo>
                    <a:pt x="867995" y="1152486"/>
                  </a:lnTo>
                  <a:lnTo>
                    <a:pt x="869066" y="1152318"/>
                  </a:lnTo>
                  <a:lnTo>
                    <a:pt x="870138" y="1152148"/>
                  </a:lnTo>
                  <a:lnTo>
                    <a:pt x="871209" y="1151977"/>
                  </a:lnTo>
                  <a:lnTo>
                    <a:pt x="872281" y="1151804"/>
                  </a:lnTo>
                  <a:lnTo>
                    <a:pt x="873353" y="1151631"/>
                  </a:lnTo>
                  <a:lnTo>
                    <a:pt x="874424" y="1151457"/>
                  </a:lnTo>
                  <a:lnTo>
                    <a:pt x="875496" y="1151281"/>
                  </a:lnTo>
                  <a:lnTo>
                    <a:pt x="876567" y="1151104"/>
                  </a:lnTo>
                  <a:lnTo>
                    <a:pt x="877639" y="1150927"/>
                  </a:lnTo>
                  <a:lnTo>
                    <a:pt x="878711" y="1150748"/>
                  </a:lnTo>
                  <a:lnTo>
                    <a:pt x="879782" y="1150568"/>
                  </a:lnTo>
                  <a:lnTo>
                    <a:pt x="880854" y="1150387"/>
                  </a:lnTo>
                  <a:lnTo>
                    <a:pt x="881925" y="1150206"/>
                  </a:lnTo>
                  <a:lnTo>
                    <a:pt x="882997" y="1150023"/>
                  </a:lnTo>
                  <a:lnTo>
                    <a:pt x="884069" y="1149839"/>
                  </a:lnTo>
                  <a:lnTo>
                    <a:pt x="885140" y="1149654"/>
                  </a:lnTo>
                  <a:lnTo>
                    <a:pt x="886212" y="1149468"/>
                  </a:lnTo>
                  <a:lnTo>
                    <a:pt x="887283" y="1149281"/>
                  </a:lnTo>
                  <a:lnTo>
                    <a:pt x="888355" y="1149093"/>
                  </a:lnTo>
                  <a:lnTo>
                    <a:pt x="889426" y="1148905"/>
                  </a:lnTo>
                  <a:lnTo>
                    <a:pt x="890498" y="1148715"/>
                  </a:lnTo>
                  <a:lnTo>
                    <a:pt x="891570" y="1148525"/>
                  </a:lnTo>
                  <a:lnTo>
                    <a:pt x="892641" y="1148333"/>
                  </a:lnTo>
                  <a:lnTo>
                    <a:pt x="893713" y="1148141"/>
                  </a:lnTo>
                  <a:lnTo>
                    <a:pt x="894784" y="1147948"/>
                  </a:lnTo>
                  <a:lnTo>
                    <a:pt x="895856" y="1147754"/>
                  </a:lnTo>
                  <a:lnTo>
                    <a:pt x="896928" y="1147559"/>
                  </a:lnTo>
                  <a:lnTo>
                    <a:pt x="897999" y="1147363"/>
                  </a:lnTo>
                  <a:lnTo>
                    <a:pt x="899071" y="1147166"/>
                  </a:lnTo>
                  <a:lnTo>
                    <a:pt x="900142" y="1146969"/>
                  </a:lnTo>
                  <a:lnTo>
                    <a:pt x="901214" y="1146771"/>
                  </a:lnTo>
                  <a:lnTo>
                    <a:pt x="902286" y="1146572"/>
                  </a:lnTo>
                  <a:lnTo>
                    <a:pt x="903357" y="1146372"/>
                  </a:lnTo>
                  <a:lnTo>
                    <a:pt x="904429" y="1146171"/>
                  </a:lnTo>
                  <a:lnTo>
                    <a:pt x="905500" y="1145970"/>
                  </a:lnTo>
                  <a:lnTo>
                    <a:pt x="906572" y="1145768"/>
                  </a:lnTo>
                  <a:lnTo>
                    <a:pt x="907644" y="1145565"/>
                  </a:lnTo>
                  <a:lnTo>
                    <a:pt x="908715" y="1145362"/>
                  </a:lnTo>
                  <a:lnTo>
                    <a:pt x="909787" y="1145158"/>
                  </a:lnTo>
                  <a:lnTo>
                    <a:pt x="910858" y="1144953"/>
                  </a:lnTo>
                  <a:lnTo>
                    <a:pt x="911930" y="1144747"/>
                  </a:lnTo>
                  <a:lnTo>
                    <a:pt x="913002" y="1144541"/>
                  </a:lnTo>
                  <a:lnTo>
                    <a:pt x="914073" y="1144334"/>
                  </a:lnTo>
                  <a:lnTo>
                    <a:pt x="915145" y="1144126"/>
                  </a:lnTo>
                  <a:lnTo>
                    <a:pt x="916216" y="1143918"/>
                  </a:lnTo>
                  <a:lnTo>
                    <a:pt x="917288" y="1143709"/>
                  </a:lnTo>
                  <a:lnTo>
                    <a:pt x="918360" y="1143500"/>
                  </a:lnTo>
                  <a:lnTo>
                    <a:pt x="919431" y="1143290"/>
                  </a:lnTo>
                  <a:lnTo>
                    <a:pt x="920503" y="1143079"/>
                  </a:lnTo>
                  <a:lnTo>
                    <a:pt x="921574" y="1142868"/>
                  </a:lnTo>
                  <a:lnTo>
                    <a:pt x="922646" y="1142656"/>
                  </a:lnTo>
                  <a:lnTo>
                    <a:pt x="923718" y="1142444"/>
                  </a:lnTo>
                  <a:lnTo>
                    <a:pt x="924789" y="1142231"/>
                  </a:lnTo>
                  <a:lnTo>
                    <a:pt x="925861" y="1142018"/>
                  </a:lnTo>
                  <a:lnTo>
                    <a:pt x="926932" y="1141804"/>
                  </a:lnTo>
                  <a:lnTo>
                    <a:pt x="928004" y="1141589"/>
                  </a:lnTo>
                  <a:lnTo>
                    <a:pt x="929076" y="1141375"/>
                  </a:lnTo>
                  <a:lnTo>
                    <a:pt x="930147" y="1141159"/>
                  </a:lnTo>
                  <a:lnTo>
                    <a:pt x="931219" y="1140943"/>
                  </a:lnTo>
                  <a:lnTo>
                    <a:pt x="932290" y="1140727"/>
                  </a:lnTo>
                  <a:lnTo>
                    <a:pt x="933362" y="1140510"/>
                  </a:lnTo>
                  <a:lnTo>
                    <a:pt x="934434" y="1140293"/>
                  </a:lnTo>
                  <a:lnTo>
                    <a:pt x="935505" y="1140075"/>
                  </a:lnTo>
                  <a:lnTo>
                    <a:pt x="936577" y="1139857"/>
                  </a:lnTo>
                  <a:lnTo>
                    <a:pt x="937648" y="1139639"/>
                  </a:lnTo>
                  <a:lnTo>
                    <a:pt x="938720" y="1139420"/>
                  </a:lnTo>
                  <a:lnTo>
                    <a:pt x="939792" y="1139201"/>
                  </a:lnTo>
                  <a:lnTo>
                    <a:pt x="940863" y="1138981"/>
                  </a:lnTo>
                  <a:lnTo>
                    <a:pt x="941935" y="1138761"/>
                  </a:lnTo>
                  <a:lnTo>
                    <a:pt x="943006" y="1138541"/>
                  </a:lnTo>
                  <a:lnTo>
                    <a:pt x="944078" y="1138320"/>
                  </a:lnTo>
                  <a:lnTo>
                    <a:pt x="945150" y="1138100"/>
                  </a:lnTo>
                  <a:lnTo>
                    <a:pt x="946221" y="1137878"/>
                  </a:lnTo>
                  <a:lnTo>
                    <a:pt x="947293" y="1137657"/>
                  </a:lnTo>
                  <a:lnTo>
                    <a:pt x="948364" y="1137435"/>
                  </a:lnTo>
                  <a:lnTo>
                    <a:pt x="949436" y="1137213"/>
                  </a:lnTo>
                  <a:lnTo>
                    <a:pt x="950508" y="1136990"/>
                  </a:lnTo>
                  <a:lnTo>
                    <a:pt x="951579" y="1136768"/>
                  </a:lnTo>
                  <a:lnTo>
                    <a:pt x="952651" y="1136545"/>
                  </a:lnTo>
                  <a:lnTo>
                    <a:pt x="953722" y="1136322"/>
                  </a:lnTo>
                  <a:lnTo>
                    <a:pt x="954794" y="1136099"/>
                  </a:lnTo>
                  <a:lnTo>
                    <a:pt x="955866" y="1135875"/>
                  </a:lnTo>
                  <a:lnTo>
                    <a:pt x="956937" y="1135651"/>
                  </a:lnTo>
                  <a:lnTo>
                    <a:pt x="958009" y="1135427"/>
                  </a:lnTo>
                  <a:lnTo>
                    <a:pt x="959080" y="1135203"/>
                  </a:lnTo>
                  <a:lnTo>
                    <a:pt x="960152" y="1134979"/>
                  </a:lnTo>
                  <a:lnTo>
                    <a:pt x="961224" y="1134755"/>
                  </a:lnTo>
                  <a:lnTo>
                    <a:pt x="962295" y="1134530"/>
                  </a:lnTo>
                  <a:lnTo>
                    <a:pt x="963367" y="1134305"/>
                  </a:lnTo>
                  <a:lnTo>
                    <a:pt x="964438" y="1134081"/>
                  </a:lnTo>
                  <a:lnTo>
                    <a:pt x="965510" y="1133856"/>
                  </a:lnTo>
                  <a:lnTo>
                    <a:pt x="966582" y="1133631"/>
                  </a:lnTo>
                  <a:lnTo>
                    <a:pt x="967653" y="1133405"/>
                  </a:lnTo>
                  <a:lnTo>
                    <a:pt x="968725" y="1133180"/>
                  </a:lnTo>
                  <a:lnTo>
                    <a:pt x="969796" y="1132955"/>
                  </a:lnTo>
                  <a:lnTo>
                    <a:pt x="970868" y="1132730"/>
                  </a:lnTo>
                  <a:lnTo>
                    <a:pt x="971940" y="1132504"/>
                  </a:lnTo>
                  <a:lnTo>
                    <a:pt x="973011" y="1132279"/>
                  </a:lnTo>
                  <a:lnTo>
                    <a:pt x="974083" y="1132053"/>
                  </a:lnTo>
                  <a:lnTo>
                    <a:pt x="975154" y="1131828"/>
                  </a:lnTo>
                  <a:lnTo>
                    <a:pt x="976226" y="1131603"/>
                  </a:lnTo>
                  <a:lnTo>
                    <a:pt x="977298" y="1131377"/>
                  </a:lnTo>
                  <a:lnTo>
                    <a:pt x="978369" y="1131152"/>
                  </a:lnTo>
                  <a:lnTo>
                    <a:pt x="979441" y="1130926"/>
                  </a:lnTo>
                  <a:lnTo>
                    <a:pt x="980512" y="1130701"/>
                  </a:lnTo>
                  <a:lnTo>
                    <a:pt x="981584" y="1130476"/>
                  </a:lnTo>
                  <a:lnTo>
                    <a:pt x="982656" y="1130250"/>
                  </a:lnTo>
                  <a:lnTo>
                    <a:pt x="983727" y="1130025"/>
                  </a:lnTo>
                  <a:lnTo>
                    <a:pt x="984799" y="1129800"/>
                  </a:lnTo>
                  <a:lnTo>
                    <a:pt x="985870" y="1129575"/>
                  </a:lnTo>
                  <a:lnTo>
                    <a:pt x="986942" y="1129350"/>
                  </a:lnTo>
                  <a:lnTo>
                    <a:pt x="988014" y="1129126"/>
                  </a:lnTo>
                  <a:lnTo>
                    <a:pt x="989085" y="1128901"/>
                  </a:lnTo>
                  <a:lnTo>
                    <a:pt x="990157" y="1128676"/>
                  </a:lnTo>
                  <a:lnTo>
                    <a:pt x="991228" y="1128452"/>
                  </a:lnTo>
                  <a:lnTo>
                    <a:pt x="992300" y="1128228"/>
                  </a:lnTo>
                  <a:lnTo>
                    <a:pt x="993372" y="1128004"/>
                  </a:lnTo>
                  <a:lnTo>
                    <a:pt x="994443" y="1127780"/>
                  </a:lnTo>
                  <a:lnTo>
                    <a:pt x="995515" y="1127556"/>
                  </a:lnTo>
                  <a:lnTo>
                    <a:pt x="996586" y="1127333"/>
                  </a:lnTo>
                  <a:lnTo>
                    <a:pt x="997658" y="1127109"/>
                  </a:lnTo>
                  <a:lnTo>
                    <a:pt x="998730" y="1126886"/>
                  </a:lnTo>
                  <a:lnTo>
                    <a:pt x="999801" y="1126663"/>
                  </a:lnTo>
                  <a:lnTo>
                    <a:pt x="1000873" y="1126441"/>
                  </a:lnTo>
                  <a:lnTo>
                    <a:pt x="1001944" y="1126218"/>
                  </a:lnTo>
                  <a:lnTo>
                    <a:pt x="1003016" y="1125996"/>
                  </a:lnTo>
                  <a:lnTo>
                    <a:pt x="1004088" y="1125774"/>
                  </a:lnTo>
                  <a:lnTo>
                    <a:pt x="1005159" y="1125553"/>
                  </a:lnTo>
                  <a:lnTo>
                    <a:pt x="1006231" y="1125332"/>
                  </a:lnTo>
                  <a:lnTo>
                    <a:pt x="1007302" y="1125111"/>
                  </a:lnTo>
                  <a:lnTo>
                    <a:pt x="1008374" y="1124890"/>
                  </a:lnTo>
                  <a:lnTo>
                    <a:pt x="1009446" y="1124670"/>
                  </a:lnTo>
                  <a:lnTo>
                    <a:pt x="1010517" y="1124450"/>
                  </a:lnTo>
                  <a:lnTo>
                    <a:pt x="1011589" y="1124230"/>
                  </a:lnTo>
                  <a:lnTo>
                    <a:pt x="1012660" y="1124010"/>
                  </a:lnTo>
                  <a:lnTo>
                    <a:pt x="1013732" y="1123791"/>
                  </a:lnTo>
                  <a:lnTo>
                    <a:pt x="1014804" y="1123573"/>
                  </a:lnTo>
                  <a:lnTo>
                    <a:pt x="1015875" y="1123355"/>
                  </a:lnTo>
                  <a:lnTo>
                    <a:pt x="1016947" y="1123137"/>
                  </a:lnTo>
                  <a:lnTo>
                    <a:pt x="1018018" y="1122919"/>
                  </a:lnTo>
                  <a:lnTo>
                    <a:pt x="1019090" y="1122702"/>
                  </a:lnTo>
                  <a:lnTo>
                    <a:pt x="1020162" y="1122485"/>
                  </a:lnTo>
                  <a:lnTo>
                    <a:pt x="1021233" y="1122269"/>
                  </a:lnTo>
                  <a:lnTo>
                    <a:pt x="1022305" y="1122053"/>
                  </a:lnTo>
                  <a:lnTo>
                    <a:pt x="1023376" y="1121838"/>
                  </a:lnTo>
                  <a:lnTo>
                    <a:pt x="1024448" y="1121623"/>
                  </a:lnTo>
                  <a:lnTo>
                    <a:pt x="1025520" y="1121409"/>
                  </a:lnTo>
                  <a:lnTo>
                    <a:pt x="1026591" y="1121195"/>
                  </a:lnTo>
                  <a:lnTo>
                    <a:pt x="1027663" y="1120981"/>
                  </a:lnTo>
                  <a:lnTo>
                    <a:pt x="1028734" y="1120768"/>
                  </a:lnTo>
                  <a:lnTo>
                    <a:pt x="1029806" y="1120556"/>
                  </a:lnTo>
                  <a:lnTo>
                    <a:pt x="1030878" y="1120344"/>
                  </a:lnTo>
                  <a:lnTo>
                    <a:pt x="1031949" y="1120132"/>
                  </a:lnTo>
                  <a:lnTo>
                    <a:pt x="1033021" y="1119921"/>
                  </a:lnTo>
                  <a:lnTo>
                    <a:pt x="1034092" y="1119711"/>
                  </a:lnTo>
                  <a:lnTo>
                    <a:pt x="1035164" y="1119501"/>
                  </a:lnTo>
                  <a:lnTo>
                    <a:pt x="1036236" y="1119292"/>
                  </a:lnTo>
                  <a:lnTo>
                    <a:pt x="1037307" y="1119083"/>
                  </a:lnTo>
                  <a:lnTo>
                    <a:pt x="1038379" y="1118875"/>
                  </a:lnTo>
                  <a:lnTo>
                    <a:pt x="1039450" y="1118667"/>
                  </a:lnTo>
                  <a:lnTo>
                    <a:pt x="1040522" y="1118460"/>
                  </a:lnTo>
                  <a:lnTo>
                    <a:pt x="1041594" y="1118254"/>
                  </a:lnTo>
                  <a:lnTo>
                    <a:pt x="1042665" y="1118048"/>
                  </a:lnTo>
                  <a:lnTo>
                    <a:pt x="1043737" y="1117843"/>
                  </a:lnTo>
                  <a:lnTo>
                    <a:pt x="1044808" y="1117639"/>
                  </a:lnTo>
                  <a:lnTo>
                    <a:pt x="1045880" y="1117435"/>
                  </a:lnTo>
                  <a:lnTo>
                    <a:pt x="1046952" y="1117232"/>
                  </a:lnTo>
                  <a:lnTo>
                    <a:pt x="1048023" y="1117029"/>
                  </a:lnTo>
                  <a:lnTo>
                    <a:pt x="1049095" y="1116827"/>
                  </a:lnTo>
                  <a:lnTo>
                    <a:pt x="1050166" y="1116626"/>
                  </a:lnTo>
                  <a:lnTo>
                    <a:pt x="1051238" y="1116426"/>
                  </a:lnTo>
                  <a:lnTo>
                    <a:pt x="1052310" y="1116226"/>
                  </a:lnTo>
                  <a:lnTo>
                    <a:pt x="1053381" y="1116027"/>
                  </a:lnTo>
                  <a:lnTo>
                    <a:pt x="1054453" y="1115828"/>
                  </a:lnTo>
                  <a:lnTo>
                    <a:pt x="1055524" y="1115631"/>
                  </a:lnTo>
                  <a:lnTo>
                    <a:pt x="1056596" y="1115434"/>
                  </a:lnTo>
                  <a:lnTo>
                    <a:pt x="1057668" y="1115237"/>
                  </a:lnTo>
                  <a:lnTo>
                    <a:pt x="1058739" y="1115042"/>
                  </a:lnTo>
                  <a:lnTo>
                    <a:pt x="1059811" y="1114847"/>
                  </a:lnTo>
                  <a:lnTo>
                    <a:pt x="1060882" y="1114653"/>
                  </a:lnTo>
                  <a:lnTo>
                    <a:pt x="1061954" y="1114460"/>
                  </a:lnTo>
                  <a:lnTo>
                    <a:pt x="1063026" y="1114268"/>
                  </a:lnTo>
                  <a:lnTo>
                    <a:pt x="1064097" y="1114076"/>
                  </a:lnTo>
                  <a:lnTo>
                    <a:pt x="1065169" y="1113885"/>
                  </a:lnTo>
                  <a:lnTo>
                    <a:pt x="1066240" y="1113696"/>
                  </a:lnTo>
                  <a:lnTo>
                    <a:pt x="1067312" y="1113506"/>
                  </a:lnTo>
                  <a:lnTo>
                    <a:pt x="1068383" y="1113318"/>
                  </a:lnTo>
                  <a:lnTo>
                    <a:pt x="1069455" y="1113131"/>
                  </a:lnTo>
                  <a:lnTo>
                    <a:pt x="1070527" y="1112944"/>
                  </a:lnTo>
                  <a:lnTo>
                    <a:pt x="1071598" y="1112758"/>
                  </a:lnTo>
                  <a:lnTo>
                    <a:pt x="1072670" y="1112573"/>
                  </a:lnTo>
                  <a:lnTo>
                    <a:pt x="1073741" y="1112389"/>
                  </a:lnTo>
                  <a:lnTo>
                    <a:pt x="1074813" y="1112206"/>
                  </a:lnTo>
                  <a:lnTo>
                    <a:pt x="1075885" y="1112024"/>
                  </a:lnTo>
                  <a:lnTo>
                    <a:pt x="1076956" y="1111842"/>
                  </a:lnTo>
                  <a:lnTo>
                    <a:pt x="1078028" y="1111662"/>
                  </a:lnTo>
                  <a:lnTo>
                    <a:pt x="1079099" y="1111482"/>
                  </a:lnTo>
                  <a:lnTo>
                    <a:pt x="1080171" y="1111304"/>
                  </a:lnTo>
                  <a:lnTo>
                    <a:pt x="1081243" y="1111126"/>
                  </a:lnTo>
                  <a:lnTo>
                    <a:pt x="1082314" y="1110949"/>
                  </a:lnTo>
                  <a:lnTo>
                    <a:pt x="1083386" y="1110774"/>
                  </a:lnTo>
                  <a:lnTo>
                    <a:pt x="1084457" y="1110599"/>
                  </a:lnTo>
                  <a:lnTo>
                    <a:pt x="1085529" y="1110425"/>
                  </a:lnTo>
                  <a:lnTo>
                    <a:pt x="1086601" y="1110252"/>
                  </a:lnTo>
                  <a:lnTo>
                    <a:pt x="1087672" y="1110080"/>
                  </a:lnTo>
                  <a:lnTo>
                    <a:pt x="1088744" y="1109909"/>
                  </a:lnTo>
                  <a:lnTo>
                    <a:pt x="1089815" y="1109739"/>
                  </a:lnTo>
                  <a:lnTo>
                    <a:pt x="1090887" y="1109570"/>
                  </a:lnTo>
                  <a:lnTo>
                    <a:pt x="1091959" y="1109402"/>
                  </a:lnTo>
                  <a:lnTo>
                    <a:pt x="1093030" y="1109235"/>
                  </a:lnTo>
                  <a:lnTo>
                    <a:pt x="1094102" y="1109069"/>
                  </a:lnTo>
                  <a:lnTo>
                    <a:pt x="1095173" y="1108905"/>
                  </a:lnTo>
                  <a:lnTo>
                    <a:pt x="1096245" y="1108741"/>
                  </a:lnTo>
                  <a:lnTo>
                    <a:pt x="1097317" y="1108578"/>
                  </a:lnTo>
                  <a:lnTo>
                    <a:pt x="1098388" y="1108416"/>
                  </a:lnTo>
                  <a:lnTo>
                    <a:pt x="1099460" y="1108256"/>
                  </a:lnTo>
                  <a:lnTo>
                    <a:pt x="1100531" y="1108096"/>
                  </a:lnTo>
                  <a:lnTo>
                    <a:pt x="1101603" y="1107938"/>
                  </a:lnTo>
                  <a:lnTo>
                    <a:pt x="1102675" y="1107780"/>
                  </a:lnTo>
                  <a:lnTo>
                    <a:pt x="1103746" y="1107624"/>
                  </a:lnTo>
                  <a:lnTo>
                    <a:pt x="1104818" y="1107469"/>
                  </a:lnTo>
                  <a:lnTo>
                    <a:pt x="1105889" y="1107315"/>
                  </a:lnTo>
                  <a:lnTo>
                    <a:pt x="1106961" y="1107162"/>
                  </a:lnTo>
                  <a:lnTo>
                    <a:pt x="1108033" y="1107010"/>
                  </a:lnTo>
                  <a:lnTo>
                    <a:pt x="1109104" y="1106860"/>
                  </a:lnTo>
                  <a:lnTo>
                    <a:pt x="1110176" y="1106710"/>
                  </a:lnTo>
                  <a:lnTo>
                    <a:pt x="1111247" y="1106562"/>
                  </a:lnTo>
                  <a:lnTo>
                    <a:pt x="1112319" y="1106415"/>
                  </a:lnTo>
                  <a:lnTo>
                    <a:pt x="1113391" y="1106269"/>
                  </a:lnTo>
                  <a:lnTo>
                    <a:pt x="1114462" y="1106124"/>
                  </a:lnTo>
                  <a:lnTo>
                    <a:pt x="1115534" y="1105980"/>
                  </a:lnTo>
                  <a:lnTo>
                    <a:pt x="1116605" y="1105838"/>
                  </a:lnTo>
                  <a:lnTo>
                    <a:pt x="1117677" y="1105697"/>
                  </a:lnTo>
                  <a:lnTo>
                    <a:pt x="1118749" y="1105557"/>
                  </a:lnTo>
                  <a:lnTo>
                    <a:pt x="1119820" y="1105418"/>
                  </a:lnTo>
                  <a:lnTo>
                    <a:pt x="1120892" y="1105280"/>
                  </a:lnTo>
                  <a:lnTo>
                    <a:pt x="1121963" y="1105144"/>
                  </a:lnTo>
                  <a:lnTo>
                    <a:pt x="1123035" y="1105009"/>
                  </a:lnTo>
                  <a:lnTo>
                    <a:pt x="1124107" y="1104875"/>
                  </a:lnTo>
                  <a:lnTo>
                    <a:pt x="1125178" y="1104743"/>
                  </a:lnTo>
                  <a:lnTo>
                    <a:pt x="1126250" y="1104611"/>
                  </a:lnTo>
                  <a:lnTo>
                    <a:pt x="1127321" y="1104481"/>
                  </a:lnTo>
                  <a:lnTo>
                    <a:pt x="1128393" y="1104353"/>
                  </a:lnTo>
                  <a:lnTo>
                    <a:pt x="1129465" y="1104225"/>
                  </a:lnTo>
                  <a:lnTo>
                    <a:pt x="1130536" y="1104099"/>
                  </a:lnTo>
                  <a:lnTo>
                    <a:pt x="1131608" y="1103974"/>
                  </a:lnTo>
                  <a:lnTo>
                    <a:pt x="1132679" y="1103850"/>
                  </a:lnTo>
                  <a:lnTo>
                    <a:pt x="1133751" y="1103728"/>
                  </a:lnTo>
                  <a:lnTo>
                    <a:pt x="1134823" y="1103607"/>
                  </a:lnTo>
                  <a:lnTo>
                    <a:pt x="1135894" y="1103488"/>
                  </a:lnTo>
                  <a:lnTo>
                    <a:pt x="1136966" y="1103369"/>
                  </a:lnTo>
                  <a:lnTo>
                    <a:pt x="1138037" y="1103252"/>
                  </a:lnTo>
                  <a:lnTo>
                    <a:pt x="1139109" y="1103137"/>
                  </a:lnTo>
                  <a:lnTo>
                    <a:pt x="1140181" y="1103023"/>
                  </a:lnTo>
                  <a:lnTo>
                    <a:pt x="1141252" y="1102910"/>
                  </a:lnTo>
                  <a:lnTo>
                    <a:pt x="1142324" y="1102798"/>
                  </a:lnTo>
                  <a:lnTo>
                    <a:pt x="1143395" y="1102688"/>
                  </a:lnTo>
                  <a:lnTo>
                    <a:pt x="1144467" y="1102579"/>
                  </a:lnTo>
                  <a:lnTo>
                    <a:pt x="1145539" y="1102472"/>
                  </a:lnTo>
                  <a:lnTo>
                    <a:pt x="1146610" y="1102366"/>
                  </a:lnTo>
                  <a:lnTo>
                    <a:pt x="1147682" y="1102262"/>
                  </a:lnTo>
                  <a:lnTo>
                    <a:pt x="1148753" y="1102158"/>
                  </a:lnTo>
                  <a:lnTo>
                    <a:pt x="1149825" y="1102057"/>
                  </a:lnTo>
                  <a:lnTo>
                    <a:pt x="1150897" y="1101956"/>
                  </a:lnTo>
                  <a:lnTo>
                    <a:pt x="1151968" y="1101857"/>
                  </a:lnTo>
                  <a:lnTo>
                    <a:pt x="1153040" y="1101760"/>
                  </a:lnTo>
                  <a:lnTo>
                    <a:pt x="1154111" y="1101663"/>
                  </a:lnTo>
                  <a:lnTo>
                    <a:pt x="1155183" y="1101568"/>
                  </a:lnTo>
                  <a:lnTo>
                    <a:pt x="1156255" y="1101475"/>
                  </a:lnTo>
                  <a:lnTo>
                    <a:pt x="1157326" y="1101383"/>
                  </a:lnTo>
                  <a:lnTo>
                    <a:pt x="1158398" y="1101292"/>
                  </a:lnTo>
                  <a:lnTo>
                    <a:pt x="1159469" y="1101202"/>
                  </a:lnTo>
                  <a:lnTo>
                    <a:pt x="1160541" y="1101114"/>
                  </a:lnTo>
                  <a:lnTo>
                    <a:pt x="1161613" y="1101027"/>
                  </a:lnTo>
                  <a:lnTo>
                    <a:pt x="1162684" y="1100942"/>
                  </a:lnTo>
                  <a:lnTo>
                    <a:pt x="1163756" y="1100858"/>
                  </a:lnTo>
                  <a:lnTo>
                    <a:pt x="1164827" y="1100775"/>
                  </a:lnTo>
                  <a:lnTo>
                    <a:pt x="1165899" y="1100694"/>
                  </a:lnTo>
                  <a:lnTo>
                    <a:pt x="1166971" y="1100613"/>
                  </a:lnTo>
                  <a:lnTo>
                    <a:pt x="1168042" y="1100534"/>
                  </a:lnTo>
                  <a:lnTo>
                    <a:pt x="1169114" y="1100457"/>
                  </a:lnTo>
                  <a:lnTo>
                    <a:pt x="1170185" y="1100381"/>
                  </a:lnTo>
                  <a:lnTo>
                    <a:pt x="1171257" y="1100306"/>
                  </a:lnTo>
                  <a:lnTo>
                    <a:pt x="1172329" y="1100232"/>
                  </a:lnTo>
                  <a:lnTo>
                    <a:pt x="1173400" y="1100159"/>
                  </a:lnTo>
                  <a:lnTo>
                    <a:pt x="1174472" y="1100088"/>
                  </a:lnTo>
                  <a:lnTo>
                    <a:pt x="1175543" y="1100018"/>
                  </a:lnTo>
                  <a:lnTo>
                    <a:pt x="1176615" y="1099950"/>
                  </a:lnTo>
                  <a:lnTo>
                    <a:pt x="1177687" y="1099882"/>
                  </a:lnTo>
                  <a:lnTo>
                    <a:pt x="1178758" y="1099816"/>
                  </a:lnTo>
                  <a:lnTo>
                    <a:pt x="1179830" y="1099752"/>
                  </a:lnTo>
                  <a:lnTo>
                    <a:pt x="1180901" y="1099688"/>
                  </a:lnTo>
                  <a:lnTo>
                    <a:pt x="1181973" y="1099626"/>
                  </a:lnTo>
                  <a:lnTo>
                    <a:pt x="1183045" y="1099565"/>
                  </a:lnTo>
                  <a:lnTo>
                    <a:pt x="1184116" y="1099505"/>
                  </a:lnTo>
                  <a:lnTo>
                    <a:pt x="1185188" y="1099446"/>
                  </a:lnTo>
                  <a:lnTo>
                    <a:pt x="1186259" y="1099388"/>
                  </a:lnTo>
                  <a:lnTo>
                    <a:pt x="1187331" y="1099332"/>
                  </a:lnTo>
                  <a:lnTo>
                    <a:pt x="1188403" y="1099277"/>
                  </a:lnTo>
                  <a:lnTo>
                    <a:pt x="1189474" y="1099223"/>
                  </a:lnTo>
                  <a:lnTo>
                    <a:pt x="1190546" y="1099171"/>
                  </a:lnTo>
                  <a:lnTo>
                    <a:pt x="1191617" y="1099119"/>
                  </a:lnTo>
                  <a:lnTo>
                    <a:pt x="1192689" y="1099069"/>
                  </a:lnTo>
                  <a:lnTo>
                    <a:pt x="1193761" y="1099020"/>
                  </a:lnTo>
                  <a:lnTo>
                    <a:pt x="1194832" y="1098972"/>
                  </a:lnTo>
                  <a:lnTo>
                    <a:pt x="1195904" y="1098925"/>
                  </a:lnTo>
                  <a:lnTo>
                    <a:pt x="1196975" y="1098880"/>
                  </a:lnTo>
                  <a:lnTo>
                    <a:pt x="1198047" y="1098835"/>
                  </a:lnTo>
                  <a:lnTo>
                    <a:pt x="1199119" y="1098792"/>
                  </a:lnTo>
                  <a:lnTo>
                    <a:pt x="1200190" y="1098750"/>
                  </a:lnTo>
                  <a:lnTo>
                    <a:pt x="1201262" y="1098709"/>
                  </a:lnTo>
                  <a:lnTo>
                    <a:pt x="1202333" y="1098669"/>
                  </a:lnTo>
                  <a:lnTo>
                    <a:pt x="1203405" y="1098630"/>
                  </a:lnTo>
                  <a:lnTo>
                    <a:pt x="1204477" y="1098593"/>
                  </a:lnTo>
                  <a:lnTo>
                    <a:pt x="1205548" y="1098556"/>
                  </a:lnTo>
                  <a:lnTo>
                    <a:pt x="1206620" y="1098521"/>
                  </a:lnTo>
                  <a:lnTo>
                    <a:pt x="1207691" y="1098486"/>
                  </a:lnTo>
                  <a:lnTo>
                    <a:pt x="1208763" y="1098453"/>
                  </a:lnTo>
                  <a:lnTo>
                    <a:pt x="1209835" y="1098421"/>
                  </a:lnTo>
                  <a:lnTo>
                    <a:pt x="1210906" y="1098390"/>
                  </a:lnTo>
                  <a:lnTo>
                    <a:pt x="1211978" y="1098360"/>
                  </a:lnTo>
                  <a:lnTo>
                    <a:pt x="1213049" y="1098331"/>
                  </a:lnTo>
                  <a:lnTo>
                    <a:pt x="1214121" y="1098303"/>
                  </a:lnTo>
                  <a:lnTo>
                    <a:pt x="1215193" y="1098276"/>
                  </a:lnTo>
                  <a:lnTo>
                    <a:pt x="1216264" y="1098250"/>
                  </a:lnTo>
                  <a:lnTo>
                    <a:pt x="1217336" y="1098226"/>
                  </a:lnTo>
                  <a:lnTo>
                    <a:pt x="1218407" y="1098202"/>
                  </a:lnTo>
                  <a:lnTo>
                    <a:pt x="1219479" y="1098179"/>
                  </a:lnTo>
                  <a:lnTo>
                    <a:pt x="1220551" y="1098158"/>
                  </a:lnTo>
                  <a:lnTo>
                    <a:pt x="1221622" y="1098137"/>
                  </a:lnTo>
                  <a:lnTo>
                    <a:pt x="1222694" y="1098117"/>
                  </a:lnTo>
                  <a:lnTo>
                    <a:pt x="1223765" y="1098099"/>
                  </a:lnTo>
                  <a:lnTo>
                    <a:pt x="1224837" y="1098081"/>
                  </a:lnTo>
                  <a:lnTo>
                    <a:pt x="1225909" y="1098064"/>
                  </a:lnTo>
                  <a:lnTo>
                    <a:pt x="1226980" y="1098049"/>
                  </a:lnTo>
                  <a:lnTo>
                    <a:pt x="1228052" y="1098034"/>
                  </a:lnTo>
                  <a:lnTo>
                    <a:pt x="1229123" y="1098020"/>
                  </a:lnTo>
                  <a:lnTo>
                    <a:pt x="1230195" y="1098008"/>
                  </a:lnTo>
                  <a:lnTo>
                    <a:pt x="1231267" y="1097996"/>
                  </a:lnTo>
                  <a:lnTo>
                    <a:pt x="1232338" y="1097985"/>
                  </a:lnTo>
                  <a:lnTo>
                    <a:pt x="1233410" y="1097975"/>
                  </a:lnTo>
                  <a:lnTo>
                    <a:pt x="1234481" y="1097966"/>
                  </a:lnTo>
                  <a:lnTo>
                    <a:pt x="1235553" y="1097958"/>
                  </a:lnTo>
                  <a:lnTo>
                    <a:pt x="1236625" y="1097951"/>
                  </a:lnTo>
                  <a:lnTo>
                    <a:pt x="1237696" y="1097945"/>
                  </a:lnTo>
                  <a:lnTo>
                    <a:pt x="1238768" y="1097939"/>
                  </a:lnTo>
                  <a:lnTo>
                    <a:pt x="1239839" y="1097935"/>
                  </a:lnTo>
                  <a:lnTo>
                    <a:pt x="1240911" y="1097931"/>
                  </a:lnTo>
                  <a:lnTo>
                    <a:pt x="1241983" y="1097929"/>
                  </a:lnTo>
                  <a:lnTo>
                    <a:pt x="1243054" y="1097927"/>
                  </a:lnTo>
                  <a:lnTo>
                    <a:pt x="1244126" y="1097926"/>
                  </a:lnTo>
                  <a:lnTo>
                    <a:pt x="1245197" y="1097926"/>
                  </a:lnTo>
                  <a:lnTo>
                    <a:pt x="1246269" y="1097927"/>
                  </a:lnTo>
                  <a:lnTo>
                    <a:pt x="1247340" y="1097928"/>
                  </a:lnTo>
                  <a:lnTo>
                    <a:pt x="1248412" y="1097931"/>
                  </a:lnTo>
                  <a:lnTo>
                    <a:pt x="1249484" y="1097934"/>
                  </a:lnTo>
                  <a:lnTo>
                    <a:pt x="1250555" y="1097938"/>
                  </a:lnTo>
                  <a:lnTo>
                    <a:pt x="1251627" y="1097943"/>
                  </a:lnTo>
                  <a:lnTo>
                    <a:pt x="1252698" y="1097949"/>
                  </a:lnTo>
                  <a:lnTo>
                    <a:pt x="1253770" y="1097956"/>
                  </a:lnTo>
                  <a:lnTo>
                    <a:pt x="1254842" y="1097963"/>
                  </a:lnTo>
                  <a:lnTo>
                    <a:pt x="1255913" y="1097971"/>
                  </a:lnTo>
                  <a:lnTo>
                    <a:pt x="1256985" y="1097980"/>
                  </a:lnTo>
                  <a:lnTo>
                    <a:pt x="1258056" y="1097990"/>
                  </a:lnTo>
                  <a:lnTo>
                    <a:pt x="1259128" y="1098001"/>
                  </a:lnTo>
                  <a:lnTo>
                    <a:pt x="1260200" y="1098012"/>
                  </a:lnTo>
                  <a:lnTo>
                    <a:pt x="1261271" y="1098024"/>
                  </a:lnTo>
                  <a:lnTo>
                    <a:pt x="1262343" y="1098037"/>
                  </a:lnTo>
                  <a:lnTo>
                    <a:pt x="1263414" y="1098050"/>
                  </a:lnTo>
                  <a:lnTo>
                    <a:pt x="1264486" y="1098065"/>
                  </a:lnTo>
                  <a:lnTo>
                    <a:pt x="1265558" y="1098080"/>
                  </a:lnTo>
                  <a:lnTo>
                    <a:pt x="1266629" y="1098095"/>
                  </a:lnTo>
                  <a:lnTo>
                    <a:pt x="1267701" y="1098112"/>
                  </a:lnTo>
                  <a:lnTo>
                    <a:pt x="1268772" y="1098129"/>
                  </a:lnTo>
                  <a:lnTo>
                    <a:pt x="1269844" y="1098147"/>
                  </a:lnTo>
                  <a:lnTo>
                    <a:pt x="1270916" y="1098165"/>
                  </a:lnTo>
                  <a:lnTo>
                    <a:pt x="1271987" y="1098184"/>
                  </a:lnTo>
                  <a:lnTo>
                    <a:pt x="1273059" y="1098204"/>
                  </a:lnTo>
                  <a:lnTo>
                    <a:pt x="1274130" y="1098225"/>
                  </a:lnTo>
                  <a:lnTo>
                    <a:pt x="1275202" y="1098246"/>
                  </a:lnTo>
                  <a:lnTo>
                    <a:pt x="1276274" y="1098268"/>
                  </a:lnTo>
                  <a:lnTo>
                    <a:pt x="1277345" y="1098290"/>
                  </a:lnTo>
                  <a:lnTo>
                    <a:pt x="1278417" y="1098314"/>
                  </a:lnTo>
                  <a:lnTo>
                    <a:pt x="1279488" y="1098337"/>
                  </a:lnTo>
                  <a:lnTo>
                    <a:pt x="1280560" y="1098362"/>
                  </a:lnTo>
                  <a:lnTo>
                    <a:pt x="1281632" y="1098387"/>
                  </a:lnTo>
                  <a:lnTo>
                    <a:pt x="1282703" y="1098412"/>
                  </a:lnTo>
                  <a:lnTo>
                    <a:pt x="1283775" y="1098438"/>
                  </a:lnTo>
                  <a:lnTo>
                    <a:pt x="1284846" y="1098465"/>
                  </a:lnTo>
                  <a:lnTo>
                    <a:pt x="1285918" y="1098493"/>
                  </a:lnTo>
                  <a:lnTo>
                    <a:pt x="1286990" y="1098521"/>
                  </a:lnTo>
                  <a:lnTo>
                    <a:pt x="1288061" y="1098549"/>
                  </a:lnTo>
                  <a:lnTo>
                    <a:pt x="1289133" y="1098578"/>
                  </a:lnTo>
                  <a:lnTo>
                    <a:pt x="1290204" y="1098608"/>
                  </a:lnTo>
                  <a:lnTo>
                    <a:pt x="1291276" y="1098638"/>
                  </a:lnTo>
                  <a:lnTo>
                    <a:pt x="1292348" y="1098669"/>
                  </a:lnTo>
                  <a:lnTo>
                    <a:pt x="1293419" y="1098700"/>
                  </a:lnTo>
                  <a:lnTo>
                    <a:pt x="1294491" y="1098732"/>
                  </a:lnTo>
                  <a:lnTo>
                    <a:pt x="1295562" y="1098764"/>
                  </a:lnTo>
                  <a:lnTo>
                    <a:pt x="1296634" y="1098797"/>
                  </a:lnTo>
                  <a:lnTo>
                    <a:pt x="1297706" y="1098830"/>
                  </a:lnTo>
                  <a:lnTo>
                    <a:pt x="1298777" y="1098864"/>
                  </a:lnTo>
                  <a:lnTo>
                    <a:pt x="1299849" y="1098898"/>
                  </a:lnTo>
                  <a:lnTo>
                    <a:pt x="1300920" y="1098933"/>
                  </a:lnTo>
                  <a:lnTo>
                    <a:pt x="1301992" y="1098968"/>
                  </a:lnTo>
                  <a:lnTo>
                    <a:pt x="1303064" y="1099004"/>
                  </a:lnTo>
                  <a:lnTo>
                    <a:pt x="1304135" y="1099040"/>
                  </a:lnTo>
                  <a:lnTo>
                    <a:pt x="1305207" y="1099076"/>
                  </a:lnTo>
                  <a:lnTo>
                    <a:pt x="1306278" y="1099113"/>
                  </a:lnTo>
                  <a:lnTo>
                    <a:pt x="1307350" y="1099151"/>
                  </a:lnTo>
                  <a:lnTo>
                    <a:pt x="1308422" y="1099188"/>
                  </a:lnTo>
                  <a:lnTo>
                    <a:pt x="1309493" y="1099227"/>
                  </a:lnTo>
                  <a:lnTo>
                    <a:pt x="1310565" y="1099265"/>
                  </a:lnTo>
                  <a:lnTo>
                    <a:pt x="1311636" y="1099304"/>
                  </a:lnTo>
                  <a:lnTo>
                    <a:pt x="1312708" y="1099344"/>
                  </a:lnTo>
                  <a:lnTo>
                    <a:pt x="1313780" y="1099384"/>
                  </a:lnTo>
                  <a:lnTo>
                    <a:pt x="1314851" y="1099424"/>
                  </a:lnTo>
                  <a:lnTo>
                    <a:pt x="1315923" y="1099464"/>
                  </a:lnTo>
                  <a:lnTo>
                    <a:pt x="1316994" y="1099505"/>
                  </a:lnTo>
                  <a:lnTo>
                    <a:pt x="1318066" y="1099547"/>
                  </a:lnTo>
                  <a:lnTo>
                    <a:pt x="1319138" y="1099588"/>
                  </a:lnTo>
                  <a:lnTo>
                    <a:pt x="1320209" y="1099630"/>
                  </a:lnTo>
                  <a:lnTo>
                    <a:pt x="1321281" y="1099672"/>
                  </a:lnTo>
                  <a:lnTo>
                    <a:pt x="1322352" y="1099715"/>
                  </a:lnTo>
                  <a:lnTo>
                    <a:pt x="1323424" y="1099758"/>
                  </a:lnTo>
                  <a:lnTo>
                    <a:pt x="1324496" y="1099801"/>
                  </a:lnTo>
                  <a:lnTo>
                    <a:pt x="1325567" y="1099845"/>
                  </a:lnTo>
                  <a:lnTo>
                    <a:pt x="1326639" y="1099888"/>
                  </a:lnTo>
                  <a:lnTo>
                    <a:pt x="1327710" y="1099932"/>
                  </a:lnTo>
                  <a:lnTo>
                    <a:pt x="1328782" y="1099977"/>
                  </a:lnTo>
                  <a:lnTo>
                    <a:pt x="1329854" y="1100021"/>
                  </a:lnTo>
                  <a:lnTo>
                    <a:pt x="1330925" y="1100066"/>
                  </a:lnTo>
                  <a:lnTo>
                    <a:pt x="1331997" y="1100111"/>
                  </a:lnTo>
                  <a:lnTo>
                    <a:pt x="1333068" y="1100157"/>
                  </a:lnTo>
                  <a:lnTo>
                    <a:pt x="1334140" y="1100202"/>
                  </a:lnTo>
                  <a:lnTo>
                    <a:pt x="1335212" y="1100248"/>
                  </a:lnTo>
                  <a:lnTo>
                    <a:pt x="1336283" y="1100294"/>
                  </a:lnTo>
                  <a:lnTo>
                    <a:pt x="1337355" y="1100340"/>
                  </a:lnTo>
                  <a:lnTo>
                    <a:pt x="1338426" y="1100387"/>
                  </a:lnTo>
                  <a:lnTo>
                    <a:pt x="1339498" y="1100433"/>
                  </a:lnTo>
                  <a:lnTo>
                    <a:pt x="1340570" y="1100480"/>
                  </a:lnTo>
                  <a:lnTo>
                    <a:pt x="1341641" y="1100527"/>
                  </a:lnTo>
                  <a:lnTo>
                    <a:pt x="1342713" y="1100574"/>
                  </a:lnTo>
                  <a:lnTo>
                    <a:pt x="1343784" y="1100622"/>
                  </a:lnTo>
                  <a:lnTo>
                    <a:pt x="1344856" y="1100669"/>
                  </a:lnTo>
                  <a:lnTo>
                    <a:pt x="1345928" y="1100717"/>
                  </a:lnTo>
                  <a:lnTo>
                    <a:pt x="1346999" y="1100764"/>
                  </a:lnTo>
                  <a:lnTo>
                    <a:pt x="1348071" y="1100812"/>
                  </a:lnTo>
                  <a:lnTo>
                    <a:pt x="1349142" y="1100860"/>
                  </a:lnTo>
                  <a:lnTo>
                    <a:pt x="1350214" y="1100908"/>
                  </a:lnTo>
                  <a:lnTo>
                    <a:pt x="1351286" y="1100957"/>
                  </a:lnTo>
                  <a:lnTo>
                    <a:pt x="1352357" y="1101005"/>
                  </a:lnTo>
                  <a:lnTo>
                    <a:pt x="1353429" y="1101053"/>
                  </a:lnTo>
                  <a:lnTo>
                    <a:pt x="1354500" y="1101102"/>
                  </a:lnTo>
                  <a:lnTo>
                    <a:pt x="1355572" y="1101150"/>
                  </a:lnTo>
                  <a:lnTo>
                    <a:pt x="1356644" y="1101199"/>
                  </a:lnTo>
                  <a:lnTo>
                    <a:pt x="1357715" y="1101247"/>
                  </a:lnTo>
                  <a:lnTo>
                    <a:pt x="1358787" y="1101296"/>
                  </a:lnTo>
                  <a:lnTo>
                    <a:pt x="1359858" y="1101345"/>
                  </a:lnTo>
                  <a:lnTo>
                    <a:pt x="1360930" y="1101394"/>
                  </a:lnTo>
                  <a:lnTo>
                    <a:pt x="1362002" y="1101443"/>
                  </a:lnTo>
                  <a:lnTo>
                    <a:pt x="1363073" y="1101491"/>
                  </a:lnTo>
                  <a:lnTo>
                    <a:pt x="1364145" y="1101540"/>
                  </a:lnTo>
                  <a:lnTo>
                    <a:pt x="1365216" y="1101589"/>
                  </a:lnTo>
                  <a:lnTo>
                    <a:pt x="1366288" y="1101638"/>
                  </a:lnTo>
                  <a:lnTo>
                    <a:pt x="1367360" y="1101687"/>
                  </a:lnTo>
                  <a:lnTo>
                    <a:pt x="1368431" y="1101735"/>
                  </a:lnTo>
                  <a:lnTo>
                    <a:pt x="1369503" y="1101784"/>
                  </a:lnTo>
                  <a:lnTo>
                    <a:pt x="1370574" y="1101833"/>
                  </a:lnTo>
                  <a:lnTo>
                    <a:pt x="1371646" y="1101882"/>
                  </a:lnTo>
                  <a:lnTo>
                    <a:pt x="1372718" y="1101930"/>
                  </a:lnTo>
                  <a:lnTo>
                    <a:pt x="1373789" y="1101979"/>
                  </a:lnTo>
                  <a:lnTo>
                    <a:pt x="1374861" y="1102027"/>
                  </a:lnTo>
                  <a:lnTo>
                    <a:pt x="1375932" y="1102076"/>
                  </a:lnTo>
                  <a:lnTo>
                    <a:pt x="1377004" y="1102124"/>
                  </a:lnTo>
                  <a:lnTo>
                    <a:pt x="1378076" y="1102172"/>
                  </a:lnTo>
                  <a:lnTo>
                    <a:pt x="1379147" y="1102220"/>
                  </a:lnTo>
                  <a:lnTo>
                    <a:pt x="1380219" y="1102268"/>
                  </a:lnTo>
                  <a:lnTo>
                    <a:pt x="1381290" y="1102316"/>
                  </a:lnTo>
                  <a:lnTo>
                    <a:pt x="1382362" y="1102364"/>
                  </a:lnTo>
                  <a:lnTo>
                    <a:pt x="1383434" y="1102411"/>
                  </a:lnTo>
                  <a:lnTo>
                    <a:pt x="1384505" y="1102459"/>
                  </a:lnTo>
                  <a:lnTo>
                    <a:pt x="1385577" y="1102506"/>
                  </a:lnTo>
                  <a:lnTo>
                    <a:pt x="1386648" y="1102553"/>
                  </a:lnTo>
                  <a:lnTo>
                    <a:pt x="1387720" y="1102600"/>
                  </a:lnTo>
                  <a:lnTo>
                    <a:pt x="1388792" y="1102647"/>
                  </a:lnTo>
                  <a:lnTo>
                    <a:pt x="1389863" y="1102694"/>
                  </a:lnTo>
                  <a:lnTo>
                    <a:pt x="1390935" y="1102740"/>
                  </a:lnTo>
                  <a:lnTo>
                    <a:pt x="1392006" y="1102787"/>
                  </a:lnTo>
                  <a:lnTo>
                    <a:pt x="1393078" y="1102833"/>
                  </a:lnTo>
                  <a:lnTo>
                    <a:pt x="1394150" y="1102879"/>
                  </a:lnTo>
                  <a:lnTo>
                    <a:pt x="1395221" y="1102924"/>
                  </a:lnTo>
                  <a:lnTo>
                    <a:pt x="1396293" y="1102970"/>
                  </a:lnTo>
                  <a:lnTo>
                    <a:pt x="1397364" y="1103015"/>
                  </a:lnTo>
                  <a:lnTo>
                    <a:pt x="1398436" y="1103060"/>
                  </a:lnTo>
                  <a:lnTo>
                    <a:pt x="1399508" y="1103104"/>
                  </a:lnTo>
                  <a:lnTo>
                    <a:pt x="1400579" y="1103149"/>
                  </a:lnTo>
                  <a:lnTo>
                    <a:pt x="1401651" y="1103193"/>
                  </a:lnTo>
                  <a:lnTo>
                    <a:pt x="1402722" y="1103236"/>
                  </a:lnTo>
                  <a:lnTo>
                    <a:pt x="1403794" y="1103280"/>
                  </a:lnTo>
                  <a:lnTo>
                    <a:pt x="1404866" y="1103323"/>
                  </a:lnTo>
                  <a:lnTo>
                    <a:pt x="1405937" y="1103366"/>
                  </a:lnTo>
                  <a:lnTo>
                    <a:pt x="1407009" y="1103409"/>
                  </a:lnTo>
                  <a:lnTo>
                    <a:pt x="1408080" y="1103451"/>
                  </a:lnTo>
                  <a:lnTo>
                    <a:pt x="1409152" y="1103493"/>
                  </a:lnTo>
                  <a:lnTo>
                    <a:pt x="1410224" y="1103535"/>
                  </a:lnTo>
                  <a:lnTo>
                    <a:pt x="1411295" y="1103576"/>
                  </a:lnTo>
                  <a:lnTo>
                    <a:pt x="1412367" y="1103617"/>
                  </a:lnTo>
                  <a:lnTo>
                    <a:pt x="1413438" y="1103658"/>
                  </a:lnTo>
                  <a:lnTo>
                    <a:pt x="1414510" y="1103698"/>
                  </a:lnTo>
                  <a:lnTo>
                    <a:pt x="1415582" y="1103738"/>
                  </a:lnTo>
                  <a:lnTo>
                    <a:pt x="1416653" y="1103777"/>
                  </a:lnTo>
                  <a:lnTo>
                    <a:pt x="1417725" y="1103816"/>
                  </a:lnTo>
                  <a:lnTo>
                    <a:pt x="1418796" y="1103855"/>
                  </a:lnTo>
                  <a:lnTo>
                    <a:pt x="1419868" y="1103893"/>
                  </a:lnTo>
                  <a:lnTo>
                    <a:pt x="1420939" y="1103931"/>
                  </a:lnTo>
                  <a:lnTo>
                    <a:pt x="1422011" y="1103969"/>
                  </a:lnTo>
                  <a:lnTo>
                    <a:pt x="1423083" y="1104006"/>
                  </a:lnTo>
                  <a:lnTo>
                    <a:pt x="1424154" y="1104043"/>
                  </a:lnTo>
                  <a:lnTo>
                    <a:pt x="1425226" y="1104079"/>
                  </a:lnTo>
                  <a:lnTo>
                    <a:pt x="1426297" y="1104114"/>
                  </a:lnTo>
                  <a:lnTo>
                    <a:pt x="1427369" y="1104150"/>
                  </a:lnTo>
                  <a:lnTo>
                    <a:pt x="1428441" y="1104184"/>
                  </a:lnTo>
                  <a:lnTo>
                    <a:pt x="1429512" y="1104219"/>
                  </a:lnTo>
                  <a:lnTo>
                    <a:pt x="1430584" y="1104253"/>
                  </a:lnTo>
                  <a:lnTo>
                    <a:pt x="1431655" y="1104286"/>
                  </a:lnTo>
                  <a:lnTo>
                    <a:pt x="1432727" y="1104319"/>
                  </a:lnTo>
                  <a:lnTo>
                    <a:pt x="1433799" y="1104351"/>
                  </a:lnTo>
                  <a:lnTo>
                    <a:pt x="1434870" y="1104383"/>
                  </a:lnTo>
                  <a:lnTo>
                    <a:pt x="1435942" y="1104414"/>
                  </a:lnTo>
                  <a:lnTo>
                    <a:pt x="1437013" y="1104445"/>
                  </a:lnTo>
                  <a:lnTo>
                    <a:pt x="1438085" y="1104475"/>
                  </a:lnTo>
                  <a:lnTo>
                    <a:pt x="1439157" y="1104505"/>
                  </a:lnTo>
                  <a:lnTo>
                    <a:pt x="1440228" y="1104534"/>
                  </a:lnTo>
                  <a:lnTo>
                    <a:pt x="1441300" y="1104563"/>
                  </a:lnTo>
                  <a:lnTo>
                    <a:pt x="1442371" y="1104591"/>
                  </a:lnTo>
                  <a:lnTo>
                    <a:pt x="1443443" y="1104618"/>
                  </a:lnTo>
                  <a:lnTo>
                    <a:pt x="1444515" y="1104645"/>
                  </a:lnTo>
                  <a:lnTo>
                    <a:pt x="1445586" y="1104671"/>
                  </a:lnTo>
                  <a:lnTo>
                    <a:pt x="1446658" y="1104697"/>
                  </a:lnTo>
                  <a:lnTo>
                    <a:pt x="1447729" y="1104722"/>
                  </a:lnTo>
                  <a:lnTo>
                    <a:pt x="1448801" y="1104747"/>
                  </a:lnTo>
                  <a:lnTo>
                    <a:pt x="1449873" y="1104771"/>
                  </a:lnTo>
                  <a:lnTo>
                    <a:pt x="1450944" y="1104794"/>
                  </a:lnTo>
                  <a:lnTo>
                    <a:pt x="1452016" y="1104816"/>
                  </a:lnTo>
                  <a:lnTo>
                    <a:pt x="1453087" y="1104838"/>
                  </a:lnTo>
                  <a:lnTo>
                    <a:pt x="1454159" y="1104860"/>
                  </a:lnTo>
                  <a:lnTo>
                    <a:pt x="1455231" y="1104880"/>
                  </a:lnTo>
                  <a:lnTo>
                    <a:pt x="1456302" y="1104900"/>
                  </a:lnTo>
                  <a:lnTo>
                    <a:pt x="1457374" y="1104920"/>
                  </a:lnTo>
                  <a:lnTo>
                    <a:pt x="1458445" y="1104938"/>
                  </a:lnTo>
                  <a:lnTo>
                    <a:pt x="1459517" y="1104956"/>
                  </a:lnTo>
                  <a:lnTo>
                    <a:pt x="1460589" y="1104973"/>
                  </a:lnTo>
                  <a:lnTo>
                    <a:pt x="1461660" y="1104990"/>
                  </a:lnTo>
                  <a:lnTo>
                    <a:pt x="1462732" y="1105006"/>
                  </a:lnTo>
                  <a:lnTo>
                    <a:pt x="1463803" y="1105021"/>
                  </a:lnTo>
                  <a:lnTo>
                    <a:pt x="1464875" y="1105035"/>
                  </a:lnTo>
                  <a:lnTo>
                    <a:pt x="1465947" y="1105049"/>
                  </a:lnTo>
                  <a:lnTo>
                    <a:pt x="1467018" y="1105062"/>
                  </a:lnTo>
                  <a:lnTo>
                    <a:pt x="1468090" y="1105074"/>
                  </a:lnTo>
                  <a:lnTo>
                    <a:pt x="1469161" y="1105085"/>
                  </a:lnTo>
                  <a:lnTo>
                    <a:pt x="1470233" y="1105096"/>
                  </a:lnTo>
                  <a:lnTo>
                    <a:pt x="1471305" y="1105106"/>
                  </a:lnTo>
                  <a:lnTo>
                    <a:pt x="1472376" y="1105115"/>
                  </a:lnTo>
                  <a:lnTo>
                    <a:pt x="1473448" y="1105123"/>
                  </a:lnTo>
                  <a:lnTo>
                    <a:pt x="1474519" y="1105131"/>
                  </a:lnTo>
                  <a:lnTo>
                    <a:pt x="1475591" y="1105138"/>
                  </a:lnTo>
                  <a:lnTo>
                    <a:pt x="1476663" y="1105144"/>
                  </a:lnTo>
                  <a:lnTo>
                    <a:pt x="1477734" y="1105149"/>
                  </a:lnTo>
                  <a:lnTo>
                    <a:pt x="1478806" y="1105153"/>
                  </a:lnTo>
                  <a:lnTo>
                    <a:pt x="1479877" y="1105156"/>
                  </a:lnTo>
                  <a:lnTo>
                    <a:pt x="1480949" y="1105159"/>
                  </a:lnTo>
                  <a:lnTo>
                    <a:pt x="1482021" y="1105161"/>
                  </a:lnTo>
                  <a:lnTo>
                    <a:pt x="1483092" y="1105162"/>
                  </a:lnTo>
                  <a:lnTo>
                    <a:pt x="1484164" y="1105162"/>
                  </a:lnTo>
                  <a:lnTo>
                    <a:pt x="1485235" y="1105161"/>
                  </a:lnTo>
                  <a:lnTo>
                    <a:pt x="1486307" y="1105159"/>
                  </a:lnTo>
                  <a:lnTo>
                    <a:pt x="1487379" y="1105157"/>
                  </a:lnTo>
                  <a:lnTo>
                    <a:pt x="1488450" y="1105154"/>
                  </a:lnTo>
                  <a:lnTo>
                    <a:pt x="1489522" y="1105149"/>
                  </a:lnTo>
                  <a:lnTo>
                    <a:pt x="1490593" y="1105144"/>
                  </a:lnTo>
                  <a:lnTo>
                    <a:pt x="1491665" y="1105138"/>
                  </a:lnTo>
                  <a:lnTo>
                    <a:pt x="1492737" y="1105131"/>
                  </a:lnTo>
                  <a:lnTo>
                    <a:pt x="1493808" y="1105123"/>
                  </a:lnTo>
                  <a:lnTo>
                    <a:pt x="1494880" y="1105114"/>
                  </a:lnTo>
                  <a:lnTo>
                    <a:pt x="1495951" y="1105104"/>
                  </a:lnTo>
                  <a:lnTo>
                    <a:pt x="1497023" y="1105094"/>
                  </a:lnTo>
                  <a:lnTo>
                    <a:pt x="1498095" y="1105082"/>
                  </a:lnTo>
                  <a:lnTo>
                    <a:pt x="1499166" y="1105069"/>
                  </a:lnTo>
                  <a:lnTo>
                    <a:pt x="1500238" y="1105056"/>
                  </a:lnTo>
                  <a:lnTo>
                    <a:pt x="1501309" y="1105041"/>
                  </a:lnTo>
                  <a:lnTo>
                    <a:pt x="1502381" y="1105026"/>
                  </a:lnTo>
                  <a:lnTo>
                    <a:pt x="1503453" y="1105009"/>
                  </a:lnTo>
                  <a:lnTo>
                    <a:pt x="1504524" y="1104992"/>
                  </a:lnTo>
                  <a:lnTo>
                    <a:pt x="1505596" y="1104973"/>
                  </a:lnTo>
                  <a:lnTo>
                    <a:pt x="1506667" y="1104954"/>
                  </a:lnTo>
                  <a:lnTo>
                    <a:pt x="1507739" y="1104933"/>
                  </a:lnTo>
                  <a:lnTo>
                    <a:pt x="1508811" y="1104912"/>
                  </a:lnTo>
                  <a:lnTo>
                    <a:pt x="1509882" y="1104889"/>
                  </a:lnTo>
                  <a:lnTo>
                    <a:pt x="1510954" y="1104866"/>
                  </a:lnTo>
                  <a:lnTo>
                    <a:pt x="1512025" y="1104841"/>
                  </a:lnTo>
                  <a:lnTo>
                    <a:pt x="1513097" y="1104815"/>
                  </a:lnTo>
                  <a:lnTo>
                    <a:pt x="1514169" y="1104789"/>
                  </a:lnTo>
                  <a:lnTo>
                    <a:pt x="1515240" y="1104761"/>
                  </a:lnTo>
                  <a:lnTo>
                    <a:pt x="1516312" y="1104732"/>
                  </a:lnTo>
                  <a:lnTo>
                    <a:pt x="1517383" y="1104702"/>
                  </a:lnTo>
                  <a:lnTo>
                    <a:pt x="1518455" y="1104672"/>
                  </a:lnTo>
                  <a:lnTo>
                    <a:pt x="1519527" y="1104640"/>
                  </a:lnTo>
                  <a:lnTo>
                    <a:pt x="1520598" y="1104606"/>
                  </a:lnTo>
                  <a:lnTo>
                    <a:pt x="1521670" y="1104572"/>
                  </a:lnTo>
                  <a:lnTo>
                    <a:pt x="1522741" y="1104537"/>
                  </a:lnTo>
                  <a:lnTo>
                    <a:pt x="1523813" y="1104501"/>
                  </a:lnTo>
                  <a:lnTo>
                    <a:pt x="1524885" y="1104463"/>
                  </a:lnTo>
                  <a:lnTo>
                    <a:pt x="1525956" y="1104425"/>
                  </a:lnTo>
                  <a:lnTo>
                    <a:pt x="1527028" y="1104385"/>
                  </a:lnTo>
                  <a:lnTo>
                    <a:pt x="1528099" y="1104344"/>
                  </a:lnTo>
                  <a:lnTo>
                    <a:pt x="1529171" y="1104302"/>
                  </a:lnTo>
                  <a:lnTo>
                    <a:pt x="1530243" y="1104259"/>
                  </a:lnTo>
                  <a:lnTo>
                    <a:pt x="1531314" y="1104215"/>
                  </a:lnTo>
                  <a:lnTo>
                    <a:pt x="1532386" y="1104169"/>
                  </a:lnTo>
                  <a:lnTo>
                    <a:pt x="1533457" y="1104123"/>
                  </a:lnTo>
                  <a:lnTo>
                    <a:pt x="1534529" y="1104075"/>
                  </a:lnTo>
                  <a:lnTo>
                    <a:pt x="1535601" y="1104026"/>
                  </a:lnTo>
                  <a:lnTo>
                    <a:pt x="1536672" y="1103976"/>
                  </a:lnTo>
                  <a:lnTo>
                    <a:pt x="1537744" y="1103925"/>
                  </a:lnTo>
                  <a:lnTo>
                    <a:pt x="1538815" y="1103872"/>
                  </a:lnTo>
                  <a:lnTo>
                    <a:pt x="1539887" y="1103819"/>
                  </a:lnTo>
                  <a:lnTo>
                    <a:pt x="1540959" y="1103764"/>
                  </a:lnTo>
                  <a:lnTo>
                    <a:pt x="1542030" y="1103708"/>
                  </a:lnTo>
                  <a:lnTo>
                    <a:pt x="1543102" y="1103651"/>
                  </a:lnTo>
                  <a:lnTo>
                    <a:pt x="1544173" y="1103592"/>
                  </a:lnTo>
                  <a:lnTo>
                    <a:pt x="1545245" y="1103532"/>
                  </a:lnTo>
                  <a:lnTo>
                    <a:pt x="1546317" y="1103472"/>
                  </a:lnTo>
                  <a:lnTo>
                    <a:pt x="1547388" y="1103409"/>
                  </a:lnTo>
                  <a:lnTo>
                    <a:pt x="1548460" y="1103346"/>
                  </a:lnTo>
                  <a:lnTo>
                    <a:pt x="1549531" y="1103282"/>
                  </a:lnTo>
                  <a:lnTo>
                    <a:pt x="1550603" y="1103216"/>
                  </a:lnTo>
                  <a:lnTo>
                    <a:pt x="1551675" y="1103149"/>
                  </a:lnTo>
                  <a:lnTo>
                    <a:pt x="1552746" y="1103080"/>
                  </a:lnTo>
                  <a:lnTo>
                    <a:pt x="1553818" y="1103011"/>
                  </a:lnTo>
                  <a:lnTo>
                    <a:pt x="1554889" y="1102940"/>
                  </a:lnTo>
                  <a:lnTo>
                    <a:pt x="1555961" y="1102868"/>
                  </a:lnTo>
                  <a:lnTo>
                    <a:pt x="1557033" y="1102794"/>
                  </a:lnTo>
                  <a:lnTo>
                    <a:pt x="1558104" y="1102720"/>
                  </a:lnTo>
                  <a:lnTo>
                    <a:pt x="1559176" y="1102644"/>
                  </a:lnTo>
                  <a:lnTo>
                    <a:pt x="1560247" y="1102566"/>
                  </a:lnTo>
                  <a:lnTo>
                    <a:pt x="1561319" y="1102488"/>
                  </a:lnTo>
                  <a:lnTo>
                    <a:pt x="1562391" y="1102408"/>
                  </a:lnTo>
                  <a:lnTo>
                    <a:pt x="1563462" y="1102327"/>
                  </a:lnTo>
                  <a:lnTo>
                    <a:pt x="1564534" y="1102244"/>
                  </a:lnTo>
                  <a:lnTo>
                    <a:pt x="1565605" y="1102161"/>
                  </a:lnTo>
                  <a:lnTo>
                    <a:pt x="1566677" y="1102075"/>
                  </a:lnTo>
                  <a:lnTo>
                    <a:pt x="1567749" y="1101989"/>
                  </a:lnTo>
                  <a:lnTo>
                    <a:pt x="1568820" y="1101901"/>
                  </a:lnTo>
                  <a:lnTo>
                    <a:pt x="1569892" y="1101812"/>
                  </a:lnTo>
                  <a:lnTo>
                    <a:pt x="1570963" y="1101722"/>
                  </a:lnTo>
                  <a:lnTo>
                    <a:pt x="1572035" y="1101630"/>
                  </a:lnTo>
                  <a:lnTo>
                    <a:pt x="1573107" y="1101537"/>
                  </a:lnTo>
                  <a:lnTo>
                    <a:pt x="1574178" y="1101443"/>
                  </a:lnTo>
                  <a:lnTo>
                    <a:pt x="1575250" y="1101347"/>
                  </a:lnTo>
                  <a:lnTo>
                    <a:pt x="1576321" y="1101250"/>
                  </a:lnTo>
                  <a:lnTo>
                    <a:pt x="1577393" y="1101151"/>
                  </a:lnTo>
                  <a:lnTo>
                    <a:pt x="1578465" y="1101052"/>
                  </a:lnTo>
                  <a:lnTo>
                    <a:pt x="1579536" y="1100950"/>
                  </a:lnTo>
                  <a:lnTo>
                    <a:pt x="1580608" y="1100848"/>
                  </a:lnTo>
                  <a:lnTo>
                    <a:pt x="1581679" y="1100744"/>
                  </a:lnTo>
                  <a:lnTo>
                    <a:pt x="1582751" y="1100639"/>
                  </a:lnTo>
                  <a:lnTo>
                    <a:pt x="1583823" y="1100532"/>
                  </a:lnTo>
                  <a:lnTo>
                    <a:pt x="1584894" y="1100424"/>
                  </a:lnTo>
                  <a:lnTo>
                    <a:pt x="1585966" y="1100315"/>
                  </a:lnTo>
                  <a:lnTo>
                    <a:pt x="1587037" y="1100204"/>
                  </a:lnTo>
                  <a:lnTo>
                    <a:pt x="1588109" y="1100092"/>
                  </a:lnTo>
                  <a:lnTo>
                    <a:pt x="1589181" y="1099978"/>
                  </a:lnTo>
                  <a:lnTo>
                    <a:pt x="1590252" y="1099863"/>
                  </a:lnTo>
                  <a:lnTo>
                    <a:pt x="1591324" y="1099747"/>
                  </a:lnTo>
                  <a:lnTo>
                    <a:pt x="1592395" y="1099629"/>
                  </a:lnTo>
                  <a:lnTo>
                    <a:pt x="1593467" y="1099510"/>
                  </a:lnTo>
                  <a:lnTo>
                    <a:pt x="1594539" y="1099390"/>
                  </a:lnTo>
                  <a:lnTo>
                    <a:pt x="1595610" y="1099268"/>
                  </a:lnTo>
                  <a:lnTo>
                    <a:pt x="1596682" y="1099144"/>
                  </a:lnTo>
                  <a:lnTo>
                    <a:pt x="1597753" y="1099020"/>
                  </a:lnTo>
                  <a:lnTo>
                    <a:pt x="1598825" y="1098894"/>
                  </a:lnTo>
                  <a:lnTo>
                    <a:pt x="1599896" y="1098766"/>
                  </a:lnTo>
                  <a:lnTo>
                    <a:pt x="1600968" y="1098637"/>
                  </a:lnTo>
                  <a:lnTo>
                    <a:pt x="1602040" y="1098507"/>
                  </a:lnTo>
                  <a:lnTo>
                    <a:pt x="1603111" y="1098375"/>
                  </a:lnTo>
                  <a:lnTo>
                    <a:pt x="1604183" y="1098242"/>
                  </a:lnTo>
                  <a:lnTo>
                    <a:pt x="1605254" y="1098107"/>
                  </a:lnTo>
                  <a:lnTo>
                    <a:pt x="1606326" y="1097971"/>
                  </a:lnTo>
                  <a:lnTo>
                    <a:pt x="1607398" y="1097834"/>
                  </a:lnTo>
                  <a:lnTo>
                    <a:pt x="1608469" y="1097695"/>
                  </a:lnTo>
                  <a:lnTo>
                    <a:pt x="1609541" y="1097555"/>
                  </a:lnTo>
                  <a:lnTo>
                    <a:pt x="1610612" y="1097413"/>
                  </a:lnTo>
                  <a:lnTo>
                    <a:pt x="1611684" y="1097270"/>
                  </a:lnTo>
                  <a:lnTo>
                    <a:pt x="1612756" y="1097126"/>
                  </a:lnTo>
                  <a:lnTo>
                    <a:pt x="1613827" y="1096980"/>
                  </a:lnTo>
                  <a:lnTo>
                    <a:pt x="1614899" y="1096832"/>
                  </a:lnTo>
                  <a:lnTo>
                    <a:pt x="1615970" y="1096684"/>
                  </a:lnTo>
                  <a:lnTo>
                    <a:pt x="1617042" y="1096534"/>
                  </a:lnTo>
                  <a:lnTo>
                    <a:pt x="1618114" y="1096382"/>
                  </a:lnTo>
                  <a:lnTo>
                    <a:pt x="1619185" y="1096229"/>
                  </a:lnTo>
                  <a:lnTo>
                    <a:pt x="1620257" y="1096075"/>
                  </a:lnTo>
                  <a:lnTo>
                    <a:pt x="1621328" y="1095919"/>
                  </a:lnTo>
                  <a:lnTo>
                    <a:pt x="1622400" y="1095762"/>
                  </a:lnTo>
                  <a:lnTo>
                    <a:pt x="1623472" y="1095603"/>
                  </a:lnTo>
                  <a:lnTo>
                    <a:pt x="1624543" y="1095443"/>
                  </a:lnTo>
                  <a:lnTo>
                    <a:pt x="1625615" y="1095282"/>
                  </a:lnTo>
                  <a:lnTo>
                    <a:pt x="1626686" y="1095119"/>
                  </a:lnTo>
                  <a:lnTo>
                    <a:pt x="1627758" y="1094955"/>
                  </a:lnTo>
                  <a:lnTo>
                    <a:pt x="1628830" y="1094789"/>
                  </a:lnTo>
                  <a:lnTo>
                    <a:pt x="1629901" y="1094622"/>
                  </a:lnTo>
                  <a:lnTo>
                    <a:pt x="1630973" y="1094454"/>
                  </a:lnTo>
                  <a:lnTo>
                    <a:pt x="1632044" y="1094284"/>
                  </a:lnTo>
                  <a:lnTo>
                    <a:pt x="1633116" y="1094113"/>
                  </a:lnTo>
                  <a:lnTo>
                    <a:pt x="1634188" y="1093941"/>
                  </a:lnTo>
                  <a:lnTo>
                    <a:pt x="1635259" y="1093767"/>
                  </a:lnTo>
                  <a:lnTo>
                    <a:pt x="1636331" y="1093591"/>
                  </a:lnTo>
                  <a:lnTo>
                    <a:pt x="1637402" y="1093415"/>
                  </a:lnTo>
                  <a:lnTo>
                    <a:pt x="1638474" y="1093237"/>
                  </a:lnTo>
                  <a:lnTo>
                    <a:pt x="1639546" y="1093057"/>
                  </a:lnTo>
                  <a:lnTo>
                    <a:pt x="1640617" y="1092877"/>
                  </a:lnTo>
                  <a:lnTo>
                    <a:pt x="1641689" y="1092695"/>
                  </a:lnTo>
                  <a:lnTo>
                    <a:pt x="1642760" y="1092511"/>
                  </a:lnTo>
                  <a:lnTo>
                    <a:pt x="1643832" y="1092327"/>
                  </a:lnTo>
                  <a:lnTo>
                    <a:pt x="1644904" y="1092141"/>
                  </a:lnTo>
                  <a:lnTo>
                    <a:pt x="1645975" y="1091953"/>
                  </a:lnTo>
                  <a:lnTo>
                    <a:pt x="1647047" y="1091765"/>
                  </a:lnTo>
                  <a:lnTo>
                    <a:pt x="1648118" y="1091575"/>
                  </a:lnTo>
                  <a:lnTo>
                    <a:pt x="1649190" y="1091383"/>
                  </a:lnTo>
                  <a:lnTo>
                    <a:pt x="1650262" y="1091191"/>
                  </a:lnTo>
                  <a:lnTo>
                    <a:pt x="1651333" y="1090997"/>
                  </a:lnTo>
                  <a:lnTo>
                    <a:pt x="1652405" y="1090802"/>
                  </a:lnTo>
                  <a:lnTo>
                    <a:pt x="1653476" y="1090605"/>
                  </a:lnTo>
                  <a:lnTo>
                    <a:pt x="1654548" y="1090408"/>
                  </a:lnTo>
                  <a:lnTo>
                    <a:pt x="1655620" y="1090209"/>
                  </a:lnTo>
                  <a:lnTo>
                    <a:pt x="1656691" y="1090008"/>
                  </a:lnTo>
                  <a:lnTo>
                    <a:pt x="1657763" y="1088881"/>
                  </a:lnTo>
                  <a:lnTo>
                    <a:pt x="1658834" y="1087691"/>
                  </a:lnTo>
                  <a:lnTo>
                    <a:pt x="1659906" y="1086504"/>
                  </a:lnTo>
                  <a:lnTo>
                    <a:pt x="1660978" y="1085319"/>
                  </a:lnTo>
                  <a:lnTo>
                    <a:pt x="1662049" y="1084138"/>
                  </a:lnTo>
                  <a:lnTo>
                    <a:pt x="1663121" y="1082961"/>
                  </a:lnTo>
                  <a:lnTo>
                    <a:pt x="1664192" y="1081786"/>
                  </a:lnTo>
                  <a:lnTo>
                    <a:pt x="1665264" y="1080614"/>
                  </a:lnTo>
                  <a:lnTo>
                    <a:pt x="1666336" y="1079446"/>
                  </a:lnTo>
                  <a:lnTo>
                    <a:pt x="1667407" y="1078280"/>
                  </a:lnTo>
                  <a:lnTo>
                    <a:pt x="1668479" y="1077118"/>
                  </a:lnTo>
                  <a:lnTo>
                    <a:pt x="1669550" y="1075959"/>
                  </a:lnTo>
                  <a:lnTo>
                    <a:pt x="1670622" y="1074803"/>
                  </a:lnTo>
                  <a:lnTo>
                    <a:pt x="1671694" y="1073650"/>
                  </a:lnTo>
                  <a:lnTo>
                    <a:pt x="1672765" y="1072500"/>
                  </a:lnTo>
                  <a:lnTo>
                    <a:pt x="1673837" y="1071352"/>
                  </a:lnTo>
                  <a:lnTo>
                    <a:pt x="1674908" y="1070208"/>
                  </a:lnTo>
                  <a:lnTo>
                    <a:pt x="1675980" y="1069067"/>
                  </a:lnTo>
                  <a:lnTo>
                    <a:pt x="1677052" y="1067929"/>
                  </a:lnTo>
                  <a:lnTo>
                    <a:pt x="1678123" y="1066794"/>
                  </a:lnTo>
                  <a:lnTo>
                    <a:pt x="1679195" y="1065661"/>
                  </a:lnTo>
                  <a:lnTo>
                    <a:pt x="1680266" y="1064532"/>
                  </a:lnTo>
                  <a:lnTo>
                    <a:pt x="1681338" y="1063405"/>
                  </a:lnTo>
                  <a:lnTo>
                    <a:pt x="1682410" y="1062282"/>
                  </a:lnTo>
                  <a:lnTo>
                    <a:pt x="1683481" y="1061161"/>
                  </a:lnTo>
                  <a:lnTo>
                    <a:pt x="1684553" y="1060043"/>
                  </a:lnTo>
                  <a:lnTo>
                    <a:pt x="1685624" y="1058927"/>
                  </a:lnTo>
                  <a:lnTo>
                    <a:pt x="1686696" y="1057815"/>
                  </a:lnTo>
                  <a:lnTo>
                    <a:pt x="1687768" y="1056705"/>
                  </a:lnTo>
                  <a:lnTo>
                    <a:pt x="1688839" y="1055598"/>
                  </a:lnTo>
                  <a:lnTo>
                    <a:pt x="1689911" y="1054494"/>
                  </a:lnTo>
                  <a:lnTo>
                    <a:pt x="1690982" y="1053393"/>
                  </a:lnTo>
                  <a:lnTo>
                    <a:pt x="1692054" y="1052294"/>
                  </a:lnTo>
                  <a:lnTo>
                    <a:pt x="1693126" y="1051198"/>
                  </a:lnTo>
                  <a:lnTo>
                    <a:pt x="1694197" y="1050105"/>
                  </a:lnTo>
                  <a:lnTo>
                    <a:pt x="1695269" y="1049014"/>
                  </a:lnTo>
                  <a:lnTo>
                    <a:pt x="1696340" y="1047926"/>
                  </a:lnTo>
                  <a:lnTo>
                    <a:pt x="1697412" y="1046841"/>
                  </a:lnTo>
                  <a:lnTo>
                    <a:pt x="1698484" y="1045758"/>
                  </a:lnTo>
                  <a:lnTo>
                    <a:pt x="1699555" y="1044678"/>
                  </a:lnTo>
                  <a:lnTo>
                    <a:pt x="1700627" y="1043600"/>
                  </a:lnTo>
                  <a:lnTo>
                    <a:pt x="1701698" y="1042525"/>
                  </a:lnTo>
                  <a:lnTo>
                    <a:pt x="1702770" y="1041452"/>
                  </a:lnTo>
                  <a:lnTo>
                    <a:pt x="1703842" y="1040382"/>
                  </a:lnTo>
                  <a:lnTo>
                    <a:pt x="1704913" y="1039314"/>
                  </a:lnTo>
                  <a:lnTo>
                    <a:pt x="1705985" y="1038249"/>
                  </a:lnTo>
                  <a:lnTo>
                    <a:pt x="1707056" y="1037186"/>
                  </a:lnTo>
                  <a:lnTo>
                    <a:pt x="1708128" y="1036126"/>
                  </a:lnTo>
                  <a:lnTo>
                    <a:pt x="1709200" y="1035068"/>
                  </a:lnTo>
                  <a:lnTo>
                    <a:pt x="1710271" y="1034012"/>
                  </a:lnTo>
                  <a:lnTo>
                    <a:pt x="1711343" y="1032959"/>
                  </a:lnTo>
                  <a:lnTo>
                    <a:pt x="1712414" y="1031908"/>
                  </a:lnTo>
                  <a:lnTo>
                    <a:pt x="1713486" y="1030859"/>
                  </a:lnTo>
                  <a:lnTo>
                    <a:pt x="1714558" y="1029813"/>
                  </a:lnTo>
                  <a:lnTo>
                    <a:pt x="1715629" y="1028769"/>
                  </a:lnTo>
                  <a:lnTo>
                    <a:pt x="1716701" y="1027727"/>
                  </a:lnTo>
                  <a:lnTo>
                    <a:pt x="1717772" y="1026688"/>
                  </a:lnTo>
                  <a:lnTo>
                    <a:pt x="1718844" y="1025650"/>
                  </a:lnTo>
                  <a:lnTo>
                    <a:pt x="1719916" y="1024615"/>
                  </a:lnTo>
                  <a:lnTo>
                    <a:pt x="1720987" y="1023582"/>
                  </a:lnTo>
                  <a:lnTo>
                    <a:pt x="1722059" y="1022552"/>
                  </a:lnTo>
                  <a:lnTo>
                    <a:pt x="1723130" y="1021523"/>
                  </a:lnTo>
                  <a:lnTo>
                    <a:pt x="1724202" y="1020496"/>
                  </a:lnTo>
                  <a:lnTo>
                    <a:pt x="1725274" y="1019472"/>
                  </a:lnTo>
                  <a:lnTo>
                    <a:pt x="1726345" y="1018449"/>
                  </a:lnTo>
                  <a:lnTo>
                    <a:pt x="1727417" y="1017429"/>
                  </a:lnTo>
                  <a:lnTo>
                    <a:pt x="1728488" y="1016411"/>
                  </a:lnTo>
                  <a:lnTo>
                    <a:pt x="1729560" y="1015394"/>
                  </a:lnTo>
                  <a:lnTo>
                    <a:pt x="1730632" y="1014380"/>
                  </a:lnTo>
                  <a:lnTo>
                    <a:pt x="1731703" y="1013367"/>
                  </a:lnTo>
                  <a:lnTo>
                    <a:pt x="1732775" y="1012357"/>
                  </a:lnTo>
                  <a:lnTo>
                    <a:pt x="1733846" y="1011348"/>
                  </a:lnTo>
                  <a:lnTo>
                    <a:pt x="1734918" y="1010342"/>
                  </a:lnTo>
                  <a:lnTo>
                    <a:pt x="1735990" y="1009337"/>
                  </a:lnTo>
                  <a:lnTo>
                    <a:pt x="1737061" y="1008334"/>
                  </a:lnTo>
                  <a:lnTo>
                    <a:pt x="1738133" y="1007333"/>
                  </a:lnTo>
                  <a:lnTo>
                    <a:pt x="1739204" y="1006333"/>
                  </a:lnTo>
                  <a:lnTo>
                    <a:pt x="1740276" y="1005336"/>
                  </a:lnTo>
                  <a:lnTo>
                    <a:pt x="1741348" y="1004340"/>
                  </a:lnTo>
                  <a:lnTo>
                    <a:pt x="1742419" y="1003346"/>
                  </a:lnTo>
                  <a:lnTo>
                    <a:pt x="1743491" y="1002354"/>
                  </a:lnTo>
                  <a:lnTo>
                    <a:pt x="1744562" y="1001363"/>
                  </a:lnTo>
                  <a:lnTo>
                    <a:pt x="1745634" y="1000374"/>
                  </a:lnTo>
                  <a:lnTo>
                    <a:pt x="1746706" y="999387"/>
                  </a:lnTo>
                  <a:lnTo>
                    <a:pt x="1747777" y="998401"/>
                  </a:lnTo>
                  <a:lnTo>
                    <a:pt x="1748849" y="997417"/>
                  </a:lnTo>
                  <a:lnTo>
                    <a:pt x="1749920" y="996434"/>
                  </a:lnTo>
                  <a:lnTo>
                    <a:pt x="1750992" y="995453"/>
                  </a:lnTo>
                  <a:lnTo>
                    <a:pt x="1752064" y="994474"/>
                  </a:lnTo>
                  <a:lnTo>
                    <a:pt x="1753135" y="993496"/>
                  </a:lnTo>
                  <a:lnTo>
                    <a:pt x="1754207" y="992519"/>
                  </a:lnTo>
                  <a:lnTo>
                    <a:pt x="1755278" y="991544"/>
                  </a:lnTo>
                  <a:lnTo>
                    <a:pt x="1756350" y="990571"/>
                  </a:lnTo>
                  <a:lnTo>
                    <a:pt x="1757422" y="989599"/>
                  </a:lnTo>
                  <a:lnTo>
                    <a:pt x="1758493" y="988628"/>
                  </a:lnTo>
                  <a:lnTo>
                    <a:pt x="1759565" y="987659"/>
                  </a:lnTo>
                  <a:lnTo>
                    <a:pt x="1760636" y="986691"/>
                  </a:lnTo>
                  <a:lnTo>
                    <a:pt x="1761708" y="985724"/>
                  </a:lnTo>
                  <a:lnTo>
                    <a:pt x="1762780" y="984759"/>
                  </a:lnTo>
                  <a:lnTo>
                    <a:pt x="1763851" y="983795"/>
                  </a:lnTo>
                  <a:lnTo>
                    <a:pt x="1764923" y="982832"/>
                  </a:lnTo>
                  <a:lnTo>
                    <a:pt x="1765994" y="981871"/>
                  </a:lnTo>
                  <a:lnTo>
                    <a:pt x="1767066" y="980911"/>
                  </a:lnTo>
                  <a:lnTo>
                    <a:pt x="1768138" y="979952"/>
                  </a:lnTo>
                  <a:lnTo>
                    <a:pt x="1769209" y="978994"/>
                  </a:lnTo>
                  <a:lnTo>
                    <a:pt x="1770281" y="978037"/>
                  </a:lnTo>
                  <a:lnTo>
                    <a:pt x="1771352" y="977082"/>
                  </a:lnTo>
                  <a:lnTo>
                    <a:pt x="1772424" y="976127"/>
                  </a:lnTo>
                  <a:lnTo>
                    <a:pt x="1773496" y="975174"/>
                  </a:lnTo>
                  <a:lnTo>
                    <a:pt x="1774567" y="974222"/>
                  </a:lnTo>
                  <a:lnTo>
                    <a:pt x="1775639" y="973270"/>
                  </a:lnTo>
                  <a:lnTo>
                    <a:pt x="1776710" y="972320"/>
                  </a:lnTo>
                  <a:lnTo>
                    <a:pt x="1777782" y="971371"/>
                  </a:lnTo>
                  <a:lnTo>
                    <a:pt x="1778853" y="970423"/>
                  </a:lnTo>
                  <a:lnTo>
                    <a:pt x="1779925" y="969476"/>
                  </a:lnTo>
                  <a:lnTo>
                    <a:pt x="1780997" y="968529"/>
                  </a:lnTo>
                  <a:lnTo>
                    <a:pt x="1782068" y="967584"/>
                  </a:lnTo>
                  <a:lnTo>
                    <a:pt x="1783140" y="966640"/>
                  </a:lnTo>
                  <a:lnTo>
                    <a:pt x="1784211" y="965696"/>
                  </a:lnTo>
                  <a:lnTo>
                    <a:pt x="1785283" y="964754"/>
                  </a:lnTo>
                  <a:lnTo>
                    <a:pt x="1786355" y="963812"/>
                  </a:lnTo>
                  <a:lnTo>
                    <a:pt x="1787426" y="962871"/>
                  </a:lnTo>
                  <a:lnTo>
                    <a:pt x="1788498" y="961931"/>
                  </a:lnTo>
                  <a:lnTo>
                    <a:pt x="1789569" y="960991"/>
                  </a:lnTo>
                  <a:lnTo>
                    <a:pt x="1790641" y="960053"/>
                  </a:lnTo>
                  <a:lnTo>
                    <a:pt x="1791713" y="959115"/>
                  </a:lnTo>
                  <a:lnTo>
                    <a:pt x="1792784" y="958177"/>
                  </a:lnTo>
                  <a:lnTo>
                    <a:pt x="1793856" y="957241"/>
                  </a:lnTo>
                  <a:lnTo>
                    <a:pt x="1794927" y="956305"/>
                  </a:lnTo>
                  <a:lnTo>
                    <a:pt x="1795999" y="955370"/>
                  </a:lnTo>
                  <a:lnTo>
                    <a:pt x="1797071" y="954436"/>
                  </a:lnTo>
                  <a:lnTo>
                    <a:pt x="1798142" y="953502"/>
                  </a:lnTo>
                  <a:lnTo>
                    <a:pt x="1799214" y="952568"/>
                  </a:lnTo>
                  <a:lnTo>
                    <a:pt x="1800285" y="951636"/>
                  </a:lnTo>
                  <a:lnTo>
                    <a:pt x="1801357" y="950704"/>
                  </a:lnTo>
                  <a:lnTo>
                    <a:pt x="1802429" y="949772"/>
                  </a:lnTo>
                  <a:lnTo>
                    <a:pt x="1803500" y="948841"/>
                  </a:lnTo>
                  <a:lnTo>
                    <a:pt x="1804572" y="947910"/>
                  </a:lnTo>
                  <a:lnTo>
                    <a:pt x="1805643" y="946980"/>
                  </a:lnTo>
                  <a:lnTo>
                    <a:pt x="1806715" y="946051"/>
                  </a:lnTo>
                  <a:lnTo>
                    <a:pt x="1807787" y="945122"/>
                  </a:lnTo>
                  <a:lnTo>
                    <a:pt x="1808858" y="944193"/>
                  </a:lnTo>
                  <a:lnTo>
                    <a:pt x="1809930" y="943265"/>
                  </a:lnTo>
                  <a:lnTo>
                    <a:pt x="1811001" y="942337"/>
                  </a:lnTo>
                  <a:lnTo>
                    <a:pt x="1812073" y="941409"/>
                  </a:lnTo>
                  <a:lnTo>
                    <a:pt x="1813145" y="940482"/>
                  </a:lnTo>
                  <a:lnTo>
                    <a:pt x="1814216" y="939555"/>
                  </a:lnTo>
                  <a:lnTo>
                    <a:pt x="1815288" y="938629"/>
                  </a:lnTo>
                  <a:lnTo>
                    <a:pt x="1816359" y="937702"/>
                  </a:lnTo>
                  <a:lnTo>
                    <a:pt x="1817431" y="936777"/>
                  </a:lnTo>
                  <a:lnTo>
                    <a:pt x="1818503" y="935851"/>
                  </a:lnTo>
                  <a:lnTo>
                    <a:pt x="1819574" y="934926"/>
                  </a:lnTo>
                  <a:lnTo>
                    <a:pt x="1820646" y="934000"/>
                  </a:lnTo>
                  <a:lnTo>
                    <a:pt x="1821717" y="933075"/>
                  </a:lnTo>
                  <a:lnTo>
                    <a:pt x="1822789" y="932151"/>
                  </a:lnTo>
                  <a:lnTo>
                    <a:pt x="1823861" y="931226"/>
                  </a:lnTo>
                  <a:lnTo>
                    <a:pt x="1824932" y="930302"/>
                  </a:lnTo>
                  <a:lnTo>
                    <a:pt x="1826004" y="929378"/>
                  </a:lnTo>
                  <a:lnTo>
                    <a:pt x="1827075" y="928454"/>
                  </a:lnTo>
                  <a:lnTo>
                    <a:pt x="1828147" y="927530"/>
                  </a:lnTo>
                  <a:lnTo>
                    <a:pt x="1829219" y="926606"/>
                  </a:lnTo>
                  <a:lnTo>
                    <a:pt x="1830290" y="925682"/>
                  </a:lnTo>
                  <a:lnTo>
                    <a:pt x="1831362" y="924759"/>
                  </a:lnTo>
                  <a:lnTo>
                    <a:pt x="1832433" y="923835"/>
                  </a:lnTo>
                  <a:lnTo>
                    <a:pt x="1833505" y="922911"/>
                  </a:lnTo>
                  <a:lnTo>
                    <a:pt x="1834577" y="921988"/>
                  </a:lnTo>
                  <a:lnTo>
                    <a:pt x="1835648" y="921064"/>
                  </a:lnTo>
                  <a:lnTo>
                    <a:pt x="1836720" y="920141"/>
                  </a:lnTo>
                  <a:lnTo>
                    <a:pt x="1837791" y="919217"/>
                  </a:lnTo>
                  <a:lnTo>
                    <a:pt x="1838863" y="918294"/>
                  </a:lnTo>
                  <a:lnTo>
                    <a:pt x="1839935" y="917370"/>
                  </a:lnTo>
                  <a:lnTo>
                    <a:pt x="1841006" y="916447"/>
                  </a:lnTo>
                  <a:lnTo>
                    <a:pt x="1842078" y="915523"/>
                  </a:lnTo>
                  <a:lnTo>
                    <a:pt x="1843149" y="914599"/>
                  </a:lnTo>
                  <a:lnTo>
                    <a:pt x="1844221" y="913676"/>
                  </a:lnTo>
                  <a:lnTo>
                    <a:pt x="1845293" y="912752"/>
                  </a:lnTo>
                  <a:lnTo>
                    <a:pt x="1846364" y="911828"/>
                  </a:lnTo>
                  <a:lnTo>
                    <a:pt x="1847436" y="910903"/>
                  </a:lnTo>
                  <a:lnTo>
                    <a:pt x="1848507" y="909979"/>
                  </a:lnTo>
                  <a:lnTo>
                    <a:pt x="1849579" y="909055"/>
                  </a:lnTo>
                  <a:lnTo>
                    <a:pt x="1850651" y="908130"/>
                  </a:lnTo>
                  <a:lnTo>
                    <a:pt x="1851722" y="907205"/>
                  </a:lnTo>
                  <a:lnTo>
                    <a:pt x="1852794" y="906280"/>
                  </a:lnTo>
                  <a:lnTo>
                    <a:pt x="1853865" y="905355"/>
                  </a:lnTo>
                  <a:lnTo>
                    <a:pt x="1854937" y="904429"/>
                  </a:lnTo>
                  <a:lnTo>
                    <a:pt x="1856009" y="903504"/>
                  </a:lnTo>
                  <a:lnTo>
                    <a:pt x="1857080" y="902578"/>
                  </a:lnTo>
                  <a:lnTo>
                    <a:pt x="1858152" y="901652"/>
                  </a:lnTo>
                  <a:lnTo>
                    <a:pt x="1859223" y="900725"/>
                  </a:lnTo>
                  <a:lnTo>
                    <a:pt x="1860295" y="899799"/>
                  </a:lnTo>
                  <a:lnTo>
                    <a:pt x="1861367" y="898872"/>
                  </a:lnTo>
                  <a:lnTo>
                    <a:pt x="1862438" y="897945"/>
                  </a:lnTo>
                  <a:lnTo>
                    <a:pt x="1863510" y="897017"/>
                  </a:lnTo>
                  <a:lnTo>
                    <a:pt x="1864581" y="896089"/>
                  </a:lnTo>
                  <a:lnTo>
                    <a:pt x="1865653" y="895161"/>
                  </a:lnTo>
                  <a:lnTo>
                    <a:pt x="1866725" y="894233"/>
                  </a:lnTo>
                  <a:lnTo>
                    <a:pt x="1867796" y="893304"/>
                  </a:lnTo>
                  <a:lnTo>
                    <a:pt x="1868868" y="892375"/>
                  </a:lnTo>
                  <a:lnTo>
                    <a:pt x="1869939" y="891445"/>
                  </a:lnTo>
                  <a:lnTo>
                    <a:pt x="1871011" y="890515"/>
                  </a:lnTo>
                  <a:lnTo>
                    <a:pt x="1872083" y="889585"/>
                  </a:lnTo>
                  <a:lnTo>
                    <a:pt x="1873154" y="888654"/>
                  </a:lnTo>
                  <a:lnTo>
                    <a:pt x="1874226" y="887723"/>
                  </a:lnTo>
                  <a:lnTo>
                    <a:pt x="1875297" y="886792"/>
                  </a:lnTo>
                  <a:lnTo>
                    <a:pt x="1876369" y="885860"/>
                  </a:lnTo>
                  <a:lnTo>
                    <a:pt x="1877441" y="884928"/>
                  </a:lnTo>
                  <a:lnTo>
                    <a:pt x="1878512" y="883995"/>
                  </a:lnTo>
                  <a:lnTo>
                    <a:pt x="1879584" y="883062"/>
                  </a:lnTo>
                  <a:lnTo>
                    <a:pt x="1880655" y="882128"/>
                  </a:lnTo>
                  <a:lnTo>
                    <a:pt x="1881727" y="881195"/>
                  </a:lnTo>
                  <a:lnTo>
                    <a:pt x="1882799" y="880260"/>
                  </a:lnTo>
                  <a:lnTo>
                    <a:pt x="1883870" y="879325"/>
                  </a:lnTo>
                  <a:lnTo>
                    <a:pt x="1884942" y="878390"/>
                  </a:lnTo>
                  <a:lnTo>
                    <a:pt x="1886013" y="877454"/>
                  </a:lnTo>
                  <a:lnTo>
                    <a:pt x="1887085" y="876518"/>
                  </a:lnTo>
                  <a:lnTo>
                    <a:pt x="1888157" y="875581"/>
                  </a:lnTo>
                  <a:lnTo>
                    <a:pt x="1889228" y="874644"/>
                  </a:lnTo>
                  <a:lnTo>
                    <a:pt x="1890300" y="873706"/>
                  </a:lnTo>
                  <a:lnTo>
                    <a:pt x="1891371" y="872768"/>
                  </a:lnTo>
                  <a:lnTo>
                    <a:pt x="1892443" y="871829"/>
                  </a:lnTo>
                  <a:lnTo>
                    <a:pt x="1893515" y="870890"/>
                  </a:lnTo>
                  <a:lnTo>
                    <a:pt x="1894586" y="869950"/>
                  </a:lnTo>
                  <a:lnTo>
                    <a:pt x="1895658" y="869010"/>
                  </a:lnTo>
                  <a:lnTo>
                    <a:pt x="1896729" y="868069"/>
                  </a:lnTo>
                  <a:lnTo>
                    <a:pt x="1897801" y="867128"/>
                  </a:lnTo>
                  <a:lnTo>
                    <a:pt x="1898873" y="866186"/>
                  </a:lnTo>
                  <a:lnTo>
                    <a:pt x="1899944" y="865244"/>
                  </a:lnTo>
                  <a:lnTo>
                    <a:pt x="1901016" y="864301"/>
                  </a:lnTo>
                  <a:lnTo>
                    <a:pt x="1902087" y="863357"/>
                  </a:lnTo>
                  <a:lnTo>
                    <a:pt x="1903159" y="862413"/>
                  </a:lnTo>
                  <a:lnTo>
                    <a:pt x="1904231" y="861469"/>
                  </a:lnTo>
                  <a:lnTo>
                    <a:pt x="1905302" y="860524"/>
                  </a:lnTo>
                  <a:lnTo>
                    <a:pt x="1906374" y="859578"/>
                  </a:lnTo>
                  <a:lnTo>
                    <a:pt x="1907445" y="858632"/>
                  </a:lnTo>
                  <a:lnTo>
                    <a:pt x="1908517" y="857685"/>
                  </a:lnTo>
                  <a:lnTo>
                    <a:pt x="1909589" y="856738"/>
                  </a:lnTo>
                  <a:lnTo>
                    <a:pt x="1910660" y="855790"/>
                  </a:lnTo>
                  <a:lnTo>
                    <a:pt x="1911732" y="854842"/>
                  </a:lnTo>
                  <a:lnTo>
                    <a:pt x="1912803" y="853893"/>
                  </a:lnTo>
                  <a:lnTo>
                    <a:pt x="1913875" y="852943"/>
                  </a:lnTo>
                  <a:lnTo>
                    <a:pt x="1914947" y="851993"/>
                  </a:lnTo>
                  <a:lnTo>
                    <a:pt x="1916018" y="851042"/>
                  </a:lnTo>
                  <a:lnTo>
                    <a:pt x="1917090" y="850091"/>
                  </a:lnTo>
                  <a:lnTo>
                    <a:pt x="1918161" y="849139"/>
                  </a:lnTo>
                  <a:lnTo>
                    <a:pt x="1919233" y="848186"/>
                  </a:lnTo>
                  <a:lnTo>
                    <a:pt x="1920305" y="847233"/>
                  </a:lnTo>
                  <a:lnTo>
                    <a:pt x="1921376" y="846280"/>
                  </a:lnTo>
                  <a:lnTo>
                    <a:pt x="1922448" y="845325"/>
                  </a:lnTo>
                  <a:lnTo>
                    <a:pt x="1923519" y="844371"/>
                  </a:lnTo>
                  <a:lnTo>
                    <a:pt x="1924591" y="843415"/>
                  </a:lnTo>
                  <a:lnTo>
                    <a:pt x="1925663" y="842459"/>
                  </a:lnTo>
                  <a:lnTo>
                    <a:pt x="1926734" y="841503"/>
                  </a:lnTo>
                  <a:lnTo>
                    <a:pt x="1927806" y="840546"/>
                  </a:lnTo>
                  <a:lnTo>
                    <a:pt x="1928877" y="839588"/>
                  </a:lnTo>
                  <a:lnTo>
                    <a:pt x="1929949" y="838629"/>
                  </a:lnTo>
                  <a:lnTo>
                    <a:pt x="1931021" y="837671"/>
                  </a:lnTo>
                  <a:lnTo>
                    <a:pt x="1932092" y="836711"/>
                  </a:lnTo>
                  <a:lnTo>
                    <a:pt x="1933164" y="835751"/>
                  </a:lnTo>
                  <a:lnTo>
                    <a:pt x="1934235" y="834790"/>
                  </a:lnTo>
                  <a:lnTo>
                    <a:pt x="1935307" y="833829"/>
                  </a:lnTo>
                  <a:lnTo>
                    <a:pt x="1936379" y="832867"/>
                  </a:lnTo>
                  <a:lnTo>
                    <a:pt x="1937450" y="831905"/>
                  </a:lnTo>
                  <a:lnTo>
                    <a:pt x="1938522" y="830942"/>
                  </a:lnTo>
                  <a:lnTo>
                    <a:pt x="1939593" y="829978"/>
                  </a:lnTo>
                  <a:lnTo>
                    <a:pt x="1940665" y="829014"/>
                  </a:lnTo>
                  <a:lnTo>
                    <a:pt x="1941737" y="828049"/>
                  </a:lnTo>
                  <a:lnTo>
                    <a:pt x="1942808" y="827084"/>
                  </a:lnTo>
                  <a:lnTo>
                    <a:pt x="1943880" y="826118"/>
                  </a:lnTo>
                  <a:lnTo>
                    <a:pt x="1944951" y="825152"/>
                  </a:lnTo>
                  <a:lnTo>
                    <a:pt x="1946023" y="824185"/>
                  </a:lnTo>
                  <a:lnTo>
                    <a:pt x="1947095" y="823217"/>
                  </a:lnTo>
                  <a:lnTo>
                    <a:pt x="1948166" y="822249"/>
                  </a:lnTo>
                  <a:lnTo>
                    <a:pt x="1949238" y="821280"/>
                  </a:lnTo>
                  <a:lnTo>
                    <a:pt x="1950309" y="820311"/>
                  </a:lnTo>
                  <a:lnTo>
                    <a:pt x="1951381" y="819341"/>
                  </a:lnTo>
                  <a:lnTo>
                    <a:pt x="1952453" y="818371"/>
                  </a:lnTo>
                  <a:lnTo>
                    <a:pt x="1953524" y="817400"/>
                  </a:lnTo>
                  <a:lnTo>
                    <a:pt x="1954596" y="816428"/>
                  </a:lnTo>
                  <a:lnTo>
                    <a:pt x="1955667" y="815456"/>
                  </a:lnTo>
                  <a:lnTo>
                    <a:pt x="1956739" y="814484"/>
                  </a:lnTo>
                  <a:lnTo>
                    <a:pt x="1957810" y="813511"/>
                  </a:lnTo>
                  <a:lnTo>
                    <a:pt x="1958882" y="812537"/>
                  </a:lnTo>
                  <a:lnTo>
                    <a:pt x="1959954" y="811563"/>
                  </a:lnTo>
                  <a:lnTo>
                    <a:pt x="1961025" y="810588"/>
                  </a:lnTo>
                  <a:lnTo>
                    <a:pt x="1962097" y="809613"/>
                  </a:lnTo>
                  <a:lnTo>
                    <a:pt x="1963168" y="808637"/>
                  </a:lnTo>
                  <a:lnTo>
                    <a:pt x="1964240" y="807661"/>
                  </a:lnTo>
                  <a:lnTo>
                    <a:pt x="1965312" y="806684"/>
                  </a:lnTo>
                  <a:lnTo>
                    <a:pt x="1966383" y="805707"/>
                  </a:lnTo>
                  <a:lnTo>
                    <a:pt x="1967455" y="804729"/>
                  </a:lnTo>
                  <a:lnTo>
                    <a:pt x="1968526" y="803751"/>
                  </a:lnTo>
                  <a:lnTo>
                    <a:pt x="1969598" y="802772"/>
                  </a:lnTo>
                  <a:lnTo>
                    <a:pt x="1970670" y="801793"/>
                  </a:lnTo>
                  <a:lnTo>
                    <a:pt x="1971741" y="800813"/>
                  </a:lnTo>
                  <a:lnTo>
                    <a:pt x="1972813" y="799833"/>
                  </a:lnTo>
                  <a:lnTo>
                    <a:pt x="1973884" y="798852"/>
                  </a:lnTo>
                  <a:lnTo>
                    <a:pt x="1974956" y="797871"/>
                  </a:lnTo>
                  <a:lnTo>
                    <a:pt x="1976028" y="796889"/>
                  </a:lnTo>
                  <a:lnTo>
                    <a:pt x="1977099" y="795907"/>
                  </a:lnTo>
                  <a:lnTo>
                    <a:pt x="1978171" y="794924"/>
                  </a:lnTo>
                  <a:lnTo>
                    <a:pt x="1979242" y="793941"/>
                  </a:lnTo>
                  <a:lnTo>
                    <a:pt x="1980314" y="792958"/>
                  </a:lnTo>
                  <a:lnTo>
                    <a:pt x="1981386" y="791974"/>
                  </a:lnTo>
                  <a:lnTo>
                    <a:pt x="1982457" y="790989"/>
                  </a:lnTo>
                  <a:lnTo>
                    <a:pt x="1983529" y="790005"/>
                  </a:lnTo>
                  <a:lnTo>
                    <a:pt x="1984600" y="789019"/>
                  </a:lnTo>
                  <a:lnTo>
                    <a:pt x="1985672" y="788034"/>
                  </a:lnTo>
                  <a:lnTo>
                    <a:pt x="1986744" y="787048"/>
                  </a:lnTo>
                  <a:lnTo>
                    <a:pt x="1987815" y="786061"/>
                  </a:lnTo>
                  <a:lnTo>
                    <a:pt x="1988887" y="785074"/>
                  </a:lnTo>
                  <a:lnTo>
                    <a:pt x="1989958" y="784087"/>
                  </a:lnTo>
                  <a:lnTo>
                    <a:pt x="1991030" y="783099"/>
                  </a:lnTo>
                  <a:lnTo>
                    <a:pt x="1992102" y="782111"/>
                  </a:lnTo>
                  <a:lnTo>
                    <a:pt x="1993173" y="781123"/>
                  </a:lnTo>
                  <a:lnTo>
                    <a:pt x="1994245" y="780134"/>
                  </a:lnTo>
                  <a:lnTo>
                    <a:pt x="1995316" y="779145"/>
                  </a:lnTo>
                  <a:lnTo>
                    <a:pt x="1996388" y="778156"/>
                  </a:lnTo>
                  <a:lnTo>
                    <a:pt x="1997460" y="777166"/>
                  </a:lnTo>
                  <a:lnTo>
                    <a:pt x="1998531" y="776176"/>
                  </a:lnTo>
                  <a:lnTo>
                    <a:pt x="1999603" y="775185"/>
                  </a:lnTo>
                  <a:lnTo>
                    <a:pt x="2000674" y="774194"/>
                  </a:lnTo>
                  <a:lnTo>
                    <a:pt x="2001746" y="773203"/>
                  </a:lnTo>
                  <a:lnTo>
                    <a:pt x="2002818" y="772212"/>
                  </a:lnTo>
                  <a:lnTo>
                    <a:pt x="2003889" y="771220"/>
                  </a:lnTo>
                  <a:lnTo>
                    <a:pt x="2004961" y="770228"/>
                  </a:lnTo>
                  <a:lnTo>
                    <a:pt x="2006032" y="769235"/>
                  </a:lnTo>
                  <a:lnTo>
                    <a:pt x="2007104" y="768243"/>
                  </a:lnTo>
                  <a:lnTo>
                    <a:pt x="2008176" y="767250"/>
                  </a:lnTo>
                  <a:lnTo>
                    <a:pt x="2009247" y="766256"/>
                  </a:lnTo>
                  <a:lnTo>
                    <a:pt x="2010319" y="765263"/>
                  </a:lnTo>
                  <a:lnTo>
                    <a:pt x="2011390" y="764269"/>
                  </a:lnTo>
                  <a:lnTo>
                    <a:pt x="2012462" y="763275"/>
                  </a:lnTo>
                  <a:lnTo>
                    <a:pt x="2013534" y="762281"/>
                  </a:lnTo>
                  <a:lnTo>
                    <a:pt x="2014605" y="761287"/>
                  </a:lnTo>
                  <a:lnTo>
                    <a:pt x="2015677" y="760292"/>
                  </a:lnTo>
                  <a:lnTo>
                    <a:pt x="2016748" y="759297"/>
                  </a:lnTo>
                  <a:lnTo>
                    <a:pt x="2017820" y="758302"/>
                  </a:lnTo>
                  <a:lnTo>
                    <a:pt x="2018892" y="757307"/>
                  </a:lnTo>
                  <a:lnTo>
                    <a:pt x="2019963" y="756311"/>
                  </a:lnTo>
                  <a:lnTo>
                    <a:pt x="2021035" y="755315"/>
                  </a:lnTo>
                  <a:lnTo>
                    <a:pt x="2022106" y="754320"/>
                  </a:lnTo>
                  <a:lnTo>
                    <a:pt x="2023178" y="753324"/>
                  </a:lnTo>
                  <a:lnTo>
                    <a:pt x="2024250" y="752327"/>
                  </a:lnTo>
                  <a:lnTo>
                    <a:pt x="2025321" y="751331"/>
                  </a:lnTo>
                  <a:lnTo>
                    <a:pt x="2026393" y="750335"/>
                  </a:lnTo>
                  <a:lnTo>
                    <a:pt x="2027464" y="749338"/>
                  </a:lnTo>
                  <a:lnTo>
                    <a:pt x="2028536" y="748341"/>
                  </a:lnTo>
                  <a:lnTo>
                    <a:pt x="2029608" y="747344"/>
                  </a:lnTo>
                  <a:lnTo>
                    <a:pt x="2030679" y="746348"/>
                  </a:lnTo>
                  <a:lnTo>
                    <a:pt x="2031751" y="745350"/>
                  </a:lnTo>
                  <a:lnTo>
                    <a:pt x="2032822" y="744353"/>
                  </a:lnTo>
                  <a:lnTo>
                    <a:pt x="2033894" y="743356"/>
                  </a:lnTo>
                  <a:lnTo>
                    <a:pt x="2034966" y="742359"/>
                  </a:lnTo>
                  <a:lnTo>
                    <a:pt x="2036037" y="741362"/>
                  </a:lnTo>
                  <a:lnTo>
                    <a:pt x="2037109" y="740364"/>
                  </a:lnTo>
                  <a:lnTo>
                    <a:pt x="2038180" y="739367"/>
                  </a:lnTo>
                  <a:lnTo>
                    <a:pt x="2039252" y="738369"/>
                  </a:lnTo>
                  <a:lnTo>
                    <a:pt x="2040324" y="737372"/>
                  </a:lnTo>
                  <a:lnTo>
                    <a:pt x="2041395" y="736374"/>
                  </a:lnTo>
                  <a:lnTo>
                    <a:pt x="2042467" y="735377"/>
                  </a:lnTo>
                  <a:lnTo>
                    <a:pt x="2043538" y="734379"/>
                  </a:lnTo>
                  <a:lnTo>
                    <a:pt x="2044610" y="733382"/>
                  </a:lnTo>
                  <a:lnTo>
                    <a:pt x="2045682" y="732384"/>
                  </a:lnTo>
                  <a:lnTo>
                    <a:pt x="2046753" y="731387"/>
                  </a:lnTo>
                  <a:lnTo>
                    <a:pt x="2047825" y="730390"/>
                  </a:lnTo>
                  <a:lnTo>
                    <a:pt x="2048896" y="729392"/>
                  </a:lnTo>
                  <a:lnTo>
                    <a:pt x="2049968" y="728395"/>
                  </a:lnTo>
                  <a:lnTo>
                    <a:pt x="2051040" y="727398"/>
                  </a:lnTo>
                  <a:lnTo>
                    <a:pt x="2052111" y="726401"/>
                  </a:lnTo>
                  <a:lnTo>
                    <a:pt x="2053183" y="725404"/>
                  </a:lnTo>
                  <a:lnTo>
                    <a:pt x="2054254" y="724407"/>
                  </a:lnTo>
                  <a:lnTo>
                    <a:pt x="2055326" y="723410"/>
                  </a:lnTo>
                  <a:lnTo>
                    <a:pt x="2056398" y="722413"/>
                  </a:lnTo>
                  <a:lnTo>
                    <a:pt x="2057469" y="721417"/>
                  </a:lnTo>
                  <a:lnTo>
                    <a:pt x="2058541" y="720420"/>
                  </a:lnTo>
                  <a:lnTo>
                    <a:pt x="2059612" y="719424"/>
                  </a:lnTo>
                  <a:lnTo>
                    <a:pt x="2060684" y="718428"/>
                  </a:lnTo>
                  <a:lnTo>
                    <a:pt x="2061756" y="717432"/>
                  </a:lnTo>
                  <a:lnTo>
                    <a:pt x="2062827" y="716436"/>
                  </a:lnTo>
                  <a:lnTo>
                    <a:pt x="2063899" y="715441"/>
                  </a:lnTo>
                  <a:lnTo>
                    <a:pt x="2064970" y="714446"/>
                  </a:lnTo>
                  <a:lnTo>
                    <a:pt x="2066042" y="713450"/>
                  </a:lnTo>
                  <a:lnTo>
                    <a:pt x="2067114" y="712456"/>
                  </a:lnTo>
                  <a:lnTo>
                    <a:pt x="2068185" y="711461"/>
                  </a:lnTo>
                  <a:lnTo>
                    <a:pt x="2069257" y="710467"/>
                  </a:lnTo>
                  <a:lnTo>
                    <a:pt x="2070328" y="709472"/>
                  </a:lnTo>
                  <a:lnTo>
                    <a:pt x="2071400" y="708479"/>
                  </a:lnTo>
                  <a:lnTo>
                    <a:pt x="2072472" y="707485"/>
                  </a:lnTo>
                  <a:lnTo>
                    <a:pt x="2073543" y="706492"/>
                  </a:lnTo>
                  <a:lnTo>
                    <a:pt x="2074615" y="705499"/>
                  </a:lnTo>
                  <a:lnTo>
                    <a:pt x="2075686" y="704506"/>
                  </a:lnTo>
                  <a:lnTo>
                    <a:pt x="2076758" y="703514"/>
                  </a:lnTo>
                  <a:lnTo>
                    <a:pt x="2077830" y="702522"/>
                  </a:lnTo>
                  <a:lnTo>
                    <a:pt x="2078901" y="701530"/>
                  </a:lnTo>
                  <a:lnTo>
                    <a:pt x="2079973" y="700539"/>
                  </a:lnTo>
                  <a:lnTo>
                    <a:pt x="2081044" y="699548"/>
                  </a:lnTo>
                  <a:lnTo>
                    <a:pt x="2082116" y="698557"/>
                  </a:lnTo>
                  <a:lnTo>
                    <a:pt x="2083188" y="697567"/>
                  </a:lnTo>
                  <a:lnTo>
                    <a:pt x="2084259" y="696577"/>
                  </a:lnTo>
                  <a:lnTo>
                    <a:pt x="2085331" y="695588"/>
                  </a:lnTo>
                  <a:lnTo>
                    <a:pt x="2086402" y="694599"/>
                  </a:lnTo>
                  <a:lnTo>
                    <a:pt x="2087474" y="693610"/>
                  </a:lnTo>
                  <a:lnTo>
                    <a:pt x="2088546" y="692622"/>
                  </a:lnTo>
                  <a:lnTo>
                    <a:pt x="2089617" y="691635"/>
                  </a:lnTo>
                  <a:lnTo>
                    <a:pt x="2090689" y="690647"/>
                  </a:lnTo>
                  <a:lnTo>
                    <a:pt x="2091760" y="689661"/>
                  </a:lnTo>
                  <a:lnTo>
                    <a:pt x="2092832" y="688675"/>
                  </a:lnTo>
                  <a:lnTo>
                    <a:pt x="2093904" y="687689"/>
                  </a:lnTo>
                  <a:lnTo>
                    <a:pt x="2094975" y="686704"/>
                  </a:lnTo>
                  <a:lnTo>
                    <a:pt x="2096047" y="685719"/>
                  </a:lnTo>
                  <a:lnTo>
                    <a:pt x="2097118" y="684735"/>
                  </a:lnTo>
                  <a:lnTo>
                    <a:pt x="2098190" y="683752"/>
                  </a:lnTo>
                  <a:lnTo>
                    <a:pt x="2099262" y="682769"/>
                  </a:lnTo>
                  <a:lnTo>
                    <a:pt x="2100333" y="681786"/>
                  </a:lnTo>
                  <a:lnTo>
                    <a:pt x="2101405" y="680804"/>
                  </a:lnTo>
                  <a:lnTo>
                    <a:pt x="2102476" y="679823"/>
                  </a:lnTo>
                  <a:lnTo>
                    <a:pt x="2103548" y="678843"/>
                  </a:lnTo>
                  <a:lnTo>
                    <a:pt x="2104620" y="677863"/>
                  </a:lnTo>
                  <a:lnTo>
                    <a:pt x="2105691" y="676883"/>
                  </a:lnTo>
                  <a:lnTo>
                    <a:pt x="2106763" y="675905"/>
                  </a:lnTo>
                  <a:lnTo>
                    <a:pt x="2107834" y="674926"/>
                  </a:lnTo>
                  <a:lnTo>
                    <a:pt x="2108906" y="673949"/>
                  </a:lnTo>
                  <a:lnTo>
                    <a:pt x="2109978" y="672972"/>
                  </a:lnTo>
                  <a:lnTo>
                    <a:pt x="2111049" y="671996"/>
                  </a:lnTo>
                  <a:lnTo>
                    <a:pt x="2112121" y="671021"/>
                  </a:lnTo>
                  <a:lnTo>
                    <a:pt x="2113192" y="670047"/>
                  </a:lnTo>
                  <a:lnTo>
                    <a:pt x="2114264" y="669073"/>
                  </a:lnTo>
                  <a:lnTo>
                    <a:pt x="2115336" y="668100"/>
                  </a:lnTo>
                  <a:lnTo>
                    <a:pt x="2116407" y="667127"/>
                  </a:lnTo>
                  <a:lnTo>
                    <a:pt x="2117479" y="666156"/>
                  </a:lnTo>
                  <a:lnTo>
                    <a:pt x="2118550" y="665185"/>
                  </a:lnTo>
                  <a:lnTo>
                    <a:pt x="2119622" y="664215"/>
                  </a:lnTo>
                  <a:lnTo>
                    <a:pt x="2120694" y="663246"/>
                  </a:lnTo>
                  <a:lnTo>
                    <a:pt x="2121765" y="662277"/>
                  </a:lnTo>
                  <a:lnTo>
                    <a:pt x="2122837" y="661310"/>
                  </a:lnTo>
                  <a:lnTo>
                    <a:pt x="2123908" y="660343"/>
                  </a:lnTo>
                  <a:lnTo>
                    <a:pt x="2124980" y="659377"/>
                  </a:lnTo>
                  <a:lnTo>
                    <a:pt x="2126052" y="658412"/>
                  </a:lnTo>
                  <a:lnTo>
                    <a:pt x="2127123" y="657448"/>
                  </a:lnTo>
                  <a:lnTo>
                    <a:pt x="2128195" y="656485"/>
                  </a:lnTo>
                  <a:lnTo>
                    <a:pt x="2129266" y="655522"/>
                  </a:lnTo>
                  <a:lnTo>
                    <a:pt x="2130338" y="654561"/>
                  </a:lnTo>
                  <a:lnTo>
                    <a:pt x="2131409" y="653600"/>
                  </a:lnTo>
                  <a:lnTo>
                    <a:pt x="2132481" y="652641"/>
                  </a:lnTo>
                  <a:lnTo>
                    <a:pt x="2133553" y="651682"/>
                  </a:lnTo>
                  <a:lnTo>
                    <a:pt x="2134624" y="650725"/>
                  </a:lnTo>
                  <a:lnTo>
                    <a:pt x="2135696" y="649768"/>
                  </a:lnTo>
                  <a:lnTo>
                    <a:pt x="2136767" y="648812"/>
                  </a:lnTo>
                  <a:lnTo>
                    <a:pt x="2137839" y="647858"/>
                  </a:lnTo>
                  <a:lnTo>
                    <a:pt x="2138911" y="646904"/>
                  </a:lnTo>
                  <a:lnTo>
                    <a:pt x="2139982" y="645951"/>
                  </a:lnTo>
                  <a:lnTo>
                    <a:pt x="2141054" y="645000"/>
                  </a:lnTo>
                  <a:lnTo>
                    <a:pt x="2142125" y="644049"/>
                  </a:lnTo>
                  <a:lnTo>
                    <a:pt x="2143197" y="643100"/>
                  </a:lnTo>
                  <a:lnTo>
                    <a:pt x="2144269" y="642152"/>
                  </a:lnTo>
                  <a:lnTo>
                    <a:pt x="2145340" y="641204"/>
                  </a:lnTo>
                  <a:lnTo>
                    <a:pt x="2146412" y="640258"/>
                  </a:lnTo>
                  <a:lnTo>
                    <a:pt x="2147483" y="639313"/>
                  </a:lnTo>
                  <a:lnTo>
                    <a:pt x="2148555" y="638369"/>
                  </a:lnTo>
                  <a:lnTo>
                    <a:pt x="2149627" y="637426"/>
                  </a:lnTo>
                  <a:lnTo>
                    <a:pt x="2150698" y="636485"/>
                  </a:lnTo>
                  <a:lnTo>
                    <a:pt x="2151770" y="635544"/>
                  </a:lnTo>
                  <a:lnTo>
                    <a:pt x="2152841" y="634605"/>
                  </a:lnTo>
                  <a:lnTo>
                    <a:pt x="2153913" y="633667"/>
                  </a:lnTo>
                  <a:lnTo>
                    <a:pt x="2154985" y="632730"/>
                  </a:lnTo>
                  <a:lnTo>
                    <a:pt x="2156056" y="631795"/>
                  </a:lnTo>
                  <a:lnTo>
                    <a:pt x="2157128" y="630860"/>
                  </a:lnTo>
                  <a:lnTo>
                    <a:pt x="2158199" y="629927"/>
                  </a:lnTo>
                  <a:lnTo>
                    <a:pt x="2159271" y="628995"/>
                  </a:lnTo>
                  <a:lnTo>
                    <a:pt x="2160343" y="628065"/>
                  </a:lnTo>
                  <a:lnTo>
                    <a:pt x="2161414" y="627136"/>
                  </a:lnTo>
                  <a:lnTo>
                    <a:pt x="2162486" y="626208"/>
                  </a:lnTo>
                  <a:lnTo>
                    <a:pt x="2163557" y="625281"/>
                  </a:lnTo>
                  <a:lnTo>
                    <a:pt x="2164629" y="624356"/>
                  </a:lnTo>
                  <a:lnTo>
                    <a:pt x="2165701" y="623432"/>
                  </a:lnTo>
                  <a:lnTo>
                    <a:pt x="2166772" y="622509"/>
                  </a:lnTo>
                  <a:lnTo>
                    <a:pt x="2167844" y="621588"/>
                  </a:lnTo>
                  <a:lnTo>
                    <a:pt x="2168915" y="620668"/>
                  </a:lnTo>
                  <a:lnTo>
                    <a:pt x="2169987" y="619749"/>
                  </a:lnTo>
                  <a:lnTo>
                    <a:pt x="2171059" y="618832"/>
                  </a:lnTo>
                  <a:lnTo>
                    <a:pt x="2172130" y="617917"/>
                  </a:lnTo>
                  <a:lnTo>
                    <a:pt x="2173202" y="617002"/>
                  </a:lnTo>
                  <a:lnTo>
                    <a:pt x="2174273" y="616090"/>
                  </a:lnTo>
                  <a:lnTo>
                    <a:pt x="2175345" y="615178"/>
                  </a:lnTo>
                  <a:lnTo>
                    <a:pt x="2176417" y="614269"/>
                  </a:lnTo>
                  <a:lnTo>
                    <a:pt x="2177488" y="613360"/>
                  </a:lnTo>
                  <a:lnTo>
                    <a:pt x="2178560" y="612453"/>
                  </a:lnTo>
                  <a:lnTo>
                    <a:pt x="2179631" y="611548"/>
                  </a:lnTo>
                  <a:lnTo>
                    <a:pt x="2180703" y="610644"/>
                  </a:lnTo>
                  <a:lnTo>
                    <a:pt x="2181775" y="609742"/>
                  </a:lnTo>
                  <a:lnTo>
                    <a:pt x="2182846" y="608842"/>
                  </a:lnTo>
                  <a:lnTo>
                    <a:pt x="2183918" y="607942"/>
                  </a:lnTo>
                  <a:lnTo>
                    <a:pt x="2184989" y="607045"/>
                  </a:lnTo>
                  <a:lnTo>
                    <a:pt x="2186061" y="606149"/>
                  </a:lnTo>
                  <a:lnTo>
                    <a:pt x="2187133" y="605255"/>
                  </a:lnTo>
                  <a:lnTo>
                    <a:pt x="2188204" y="604362"/>
                  </a:lnTo>
                  <a:lnTo>
                    <a:pt x="2189276" y="603471"/>
                  </a:lnTo>
                  <a:lnTo>
                    <a:pt x="2190347" y="602582"/>
                  </a:lnTo>
                  <a:lnTo>
                    <a:pt x="2191419" y="601694"/>
                  </a:lnTo>
                  <a:lnTo>
                    <a:pt x="2192491" y="600808"/>
                  </a:lnTo>
                  <a:lnTo>
                    <a:pt x="2193562" y="599923"/>
                  </a:lnTo>
                  <a:lnTo>
                    <a:pt x="2194634" y="599041"/>
                  </a:lnTo>
                  <a:lnTo>
                    <a:pt x="2195705" y="598159"/>
                  </a:lnTo>
                  <a:lnTo>
                    <a:pt x="2196777" y="597280"/>
                  </a:lnTo>
                  <a:lnTo>
                    <a:pt x="2197849" y="596402"/>
                  </a:lnTo>
                  <a:lnTo>
                    <a:pt x="2198920" y="595526"/>
                  </a:lnTo>
                  <a:lnTo>
                    <a:pt x="2199992" y="594651"/>
                  </a:lnTo>
                  <a:lnTo>
                    <a:pt x="2201063" y="593778"/>
                  </a:lnTo>
                  <a:lnTo>
                    <a:pt x="2202135" y="592907"/>
                  </a:lnTo>
                  <a:lnTo>
                    <a:pt x="2203207" y="592037"/>
                  </a:lnTo>
                  <a:lnTo>
                    <a:pt x="2204278" y="591169"/>
                  </a:lnTo>
                  <a:lnTo>
                    <a:pt x="2205350" y="590303"/>
                  </a:lnTo>
                  <a:lnTo>
                    <a:pt x="2206421" y="589439"/>
                  </a:lnTo>
                  <a:lnTo>
                    <a:pt x="2207493" y="588576"/>
                  </a:lnTo>
                  <a:lnTo>
                    <a:pt x="2208565" y="587714"/>
                  </a:lnTo>
                  <a:lnTo>
                    <a:pt x="2209636" y="586855"/>
                  </a:lnTo>
                  <a:lnTo>
                    <a:pt x="2210708" y="585997"/>
                  </a:lnTo>
                  <a:lnTo>
                    <a:pt x="2211779" y="585141"/>
                  </a:lnTo>
                  <a:lnTo>
                    <a:pt x="2212851" y="584286"/>
                  </a:lnTo>
                  <a:lnTo>
                    <a:pt x="2213923" y="583434"/>
                  </a:lnTo>
                  <a:lnTo>
                    <a:pt x="2214994" y="582582"/>
                  </a:lnTo>
                  <a:lnTo>
                    <a:pt x="2216066" y="581733"/>
                  </a:lnTo>
                  <a:lnTo>
                    <a:pt x="2217137" y="580885"/>
                  </a:lnTo>
                  <a:lnTo>
                    <a:pt x="2218209" y="580039"/>
                  </a:lnTo>
                  <a:lnTo>
                    <a:pt x="2219281" y="579195"/>
                  </a:lnTo>
                  <a:lnTo>
                    <a:pt x="2220352" y="578352"/>
                  </a:lnTo>
                  <a:lnTo>
                    <a:pt x="2221424" y="577511"/>
                  </a:lnTo>
                  <a:lnTo>
                    <a:pt x="2222495" y="576672"/>
                  </a:lnTo>
                  <a:lnTo>
                    <a:pt x="2223567" y="575834"/>
                  </a:lnTo>
                  <a:lnTo>
                    <a:pt x="2224639" y="574998"/>
                  </a:lnTo>
                  <a:lnTo>
                    <a:pt x="2225710" y="574164"/>
                  </a:lnTo>
                  <a:lnTo>
                    <a:pt x="2226782" y="573332"/>
                  </a:lnTo>
                  <a:lnTo>
                    <a:pt x="2227853" y="572501"/>
                  </a:lnTo>
                  <a:lnTo>
                    <a:pt x="2228925" y="571672"/>
                  </a:lnTo>
                  <a:lnTo>
                    <a:pt x="2229997" y="570845"/>
                  </a:lnTo>
                  <a:lnTo>
                    <a:pt x="2231068" y="570019"/>
                  </a:lnTo>
                  <a:lnTo>
                    <a:pt x="2232140" y="569195"/>
                  </a:lnTo>
                  <a:lnTo>
                    <a:pt x="2233211" y="568373"/>
                  </a:lnTo>
                  <a:lnTo>
                    <a:pt x="2234283" y="567552"/>
                  </a:lnTo>
                  <a:lnTo>
                    <a:pt x="2235355" y="566734"/>
                  </a:lnTo>
                  <a:lnTo>
                    <a:pt x="2236426" y="565917"/>
                  </a:lnTo>
                  <a:lnTo>
                    <a:pt x="2237498" y="565101"/>
                  </a:lnTo>
                  <a:lnTo>
                    <a:pt x="2238569" y="564288"/>
                  </a:lnTo>
                  <a:lnTo>
                    <a:pt x="2239641" y="563476"/>
                  </a:lnTo>
                  <a:lnTo>
                    <a:pt x="2240713" y="562666"/>
                  </a:lnTo>
                  <a:lnTo>
                    <a:pt x="2241784" y="561857"/>
                  </a:lnTo>
                  <a:lnTo>
                    <a:pt x="2242856" y="561051"/>
                  </a:lnTo>
                  <a:lnTo>
                    <a:pt x="2243927" y="560246"/>
                  </a:lnTo>
                  <a:lnTo>
                    <a:pt x="2244999" y="559442"/>
                  </a:lnTo>
                  <a:lnTo>
                    <a:pt x="2246071" y="558641"/>
                  </a:lnTo>
                  <a:lnTo>
                    <a:pt x="2247142" y="557841"/>
                  </a:lnTo>
                  <a:lnTo>
                    <a:pt x="2248214" y="557043"/>
                  </a:lnTo>
                  <a:lnTo>
                    <a:pt x="2249285" y="556247"/>
                  </a:lnTo>
                  <a:lnTo>
                    <a:pt x="2250357" y="555452"/>
                  </a:lnTo>
                  <a:lnTo>
                    <a:pt x="2251429" y="554659"/>
                  </a:lnTo>
                  <a:lnTo>
                    <a:pt x="2252500" y="553868"/>
                  </a:lnTo>
                  <a:lnTo>
                    <a:pt x="2253572" y="553078"/>
                  </a:lnTo>
                  <a:lnTo>
                    <a:pt x="2254643" y="552291"/>
                  </a:lnTo>
                  <a:lnTo>
                    <a:pt x="2255715" y="551505"/>
                  </a:lnTo>
                  <a:lnTo>
                    <a:pt x="2256787" y="550721"/>
                  </a:lnTo>
                  <a:lnTo>
                    <a:pt x="2257858" y="549938"/>
                  </a:lnTo>
                  <a:lnTo>
                    <a:pt x="2258930" y="549157"/>
                  </a:lnTo>
                  <a:lnTo>
                    <a:pt x="2260001" y="548378"/>
                  </a:lnTo>
                  <a:lnTo>
                    <a:pt x="2261073" y="547601"/>
                  </a:lnTo>
                  <a:lnTo>
                    <a:pt x="2262145" y="546826"/>
                  </a:lnTo>
                  <a:lnTo>
                    <a:pt x="2263216" y="546052"/>
                  </a:lnTo>
                  <a:lnTo>
                    <a:pt x="2264288" y="545280"/>
                  </a:lnTo>
                  <a:lnTo>
                    <a:pt x="2265359" y="544510"/>
                  </a:lnTo>
                  <a:lnTo>
                    <a:pt x="2266431" y="543741"/>
                  </a:lnTo>
                  <a:lnTo>
                    <a:pt x="2267503" y="542974"/>
                  </a:lnTo>
                  <a:lnTo>
                    <a:pt x="2268574" y="542209"/>
                  </a:lnTo>
                  <a:lnTo>
                    <a:pt x="2269646" y="541446"/>
                  </a:lnTo>
                  <a:lnTo>
                    <a:pt x="2270717" y="540684"/>
                  </a:lnTo>
                  <a:lnTo>
                    <a:pt x="2271789" y="539924"/>
                  </a:lnTo>
                  <a:lnTo>
                    <a:pt x="2272861" y="539166"/>
                  </a:lnTo>
                  <a:lnTo>
                    <a:pt x="2273932" y="538410"/>
                  </a:lnTo>
                  <a:lnTo>
                    <a:pt x="2275004" y="537655"/>
                  </a:lnTo>
                  <a:lnTo>
                    <a:pt x="2276075" y="536902"/>
                  </a:lnTo>
                  <a:lnTo>
                    <a:pt x="2277147" y="536151"/>
                  </a:lnTo>
                  <a:lnTo>
                    <a:pt x="2278219" y="535402"/>
                  </a:lnTo>
                  <a:lnTo>
                    <a:pt x="2279290" y="534654"/>
                  </a:lnTo>
                  <a:lnTo>
                    <a:pt x="2280362" y="533908"/>
                  </a:lnTo>
                  <a:lnTo>
                    <a:pt x="2281433" y="533164"/>
                  </a:lnTo>
                  <a:lnTo>
                    <a:pt x="2282505" y="532422"/>
                  </a:lnTo>
                  <a:lnTo>
                    <a:pt x="2283577" y="531681"/>
                  </a:lnTo>
                  <a:lnTo>
                    <a:pt x="2284648" y="530942"/>
                  </a:lnTo>
                  <a:lnTo>
                    <a:pt x="2285720" y="530205"/>
                  </a:lnTo>
                  <a:lnTo>
                    <a:pt x="2286791" y="529470"/>
                  </a:lnTo>
                  <a:lnTo>
                    <a:pt x="2287863" y="528736"/>
                  </a:lnTo>
                  <a:lnTo>
                    <a:pt x="2288935" y="528004"/>
                  </a:lnTo>
                  <a:lnTo>
                    <a:pt x="2290006" y="527274"/>
                  </a:lnTo>
                  <a:lnTo>
                    <a:pt x="2291078" y="526545"/>
                  </a:lnTo>
                  <a:lnTo>
                    <a:pt x="2292149" y="525819"/>
                  </a:lnTo>
                  <a:lnTo>
                    <a:pt x="2293221" y="525094"/>
                  </a:lnTo>
                  <a:lnTo>
                    <a:pt x="2294293" y="524370"/>
                  </a:lnTo>
                  <a:lnTo>
                    <a:pt x="2295364" y="523649"/>
                  </a:lnTo>
                  <a:lnTo>
                    <a:pt x="2296436" y="522929"/>
                  </a:lnTo>
                  <a:lnTo>
                    <a:pt x="2297507" y="522211"/>
                  </a:lnTo>
                  <a:lnTo>
                    <a:pt x="2298579" y="521495"/>
                  </a:lnTo>
                  <a:lnTo>
                    <a:pt x="2299651" y="520781"/>
                  </a:lnTo>
                  <a:lnTo>
                    <a:pt x="2300722" y="520068"/>
                  </a:lnTo>
                  <a:lnTo>
                    <a:pt x="2301794" y="519357"/>
                  </a:lnTo>
                  <a:lnTo>
                    <a:pt x="2302865" y="518648"/>
                  </a:lnTo>
                  <a:lnTo>
                    <a:pt x="2303937" y="517940"/>
                  </a:lnTo>
                  <a:lnTo>
                    <a:pt x="2305009" y="517234"/>
                  </a:lnTo>
                  <a:lnTo>
                    <a:pt x="2306080" y="516530"/>
                  </a:lnTo>
                  <a:lnTo>
                    <a:pt x="2307152" y="515828"/>
                  </a:lnTo>
                  <a:lnTo>
                    <a:pt x="2308223" y="515127"/>
                  </a:lnTo>
                  <a:lnTo>
                    <a:pt x="2309295" y="514429"/>
                  </a:lnTo>
                  <a:lnTo>
                    <a:pt x="2310366" y="513732"/>
                  </a:lnTo>
                  <a:lnTo>
                    <a:pt x="2311438" y="513036"/>
                  </a:lnTo>
                  <a:lnTo>
                    <a:pt x="2312510" y="512343"/>
                  </a:lnTo>
                  <a:lnTo>
                    <a:pt x="2313581" y="511651"/>
                  </a:lnTo>
                  <a:lnTo>
                    <a:pt x="2314653" y="510961"/>
                  </a:lnTo>
                  <a:lnTo>
                    <a:pt x="2315724" y="510272"/>
                  </a:lnTo>
                  <a:lnTo>
                    <a:pt x="2316796" y="509586"/>
                  </a:lnTo>
                  <a:lnTo>
                    <a:pt x="2317868" y="508901"/>
                  </a:lnTo>
                  <a:lnTo>
                    <a:pt x="2318939" y="508218"/>
                  </a:lnTo>
                  <a:lnTo>
                    <a:pt x="2320011" y="507536"/>
                  </a:lnTo>
                  <a:lnTo>
                    <a:pt x="2321082" y="506857"/>
                  </a:lnTo>
                  <a:lnTo>
                    <a:pt x="2322154" y="506179"/>
                  </a:lnTo>
                  <a:lnTo>
                    <a:pt x="2323226" y="505503"/>
                  </a:lnTo>
                  <a:lnTo>
                    <a:pt x="2324297" y="504828"/>
                  </a:lnTo>
                  <a:lnTo>
                    <a:pt x="2325369" y="504155"/>
                  </a:lnTo>
                  <a:lnTo>
                    <a:pt x="2326440" y="503484"/>
                  </a:lnTo>
                  <a:lnTo>
                    <a:pt x="2327512" y="502815"/>
                  </a:lnTo>
                  <a:lnTo>
                    <a:pt x="2328584" y="502147"/>
                  </a:lnTo>
                  <a:lnTo>
                    <a:pt x="2329655" y="501482"/>
                  </a:lnTo>
                  <a:lnTo>
                    <a:pt x="2330727" y="500818"/>
                  </a:lnTo>
                  <a:lnTo>
                    <a:pt x="2331798" y="500155"/>
                  </a:lnTo>
                  <a:lnTo>
                    <a:pt x="2332870" y="499495"/>
                  </a:lnTo>
                  <a:lnTo>
                    <a:pt x="2333942" y="498836"/>
                  </a:lnTo>
                  <a:lnTo>
                    <a:pt x="2335013" y="498179"/>
                  </a:lnTo>
                  <a:lnTo>
                    <a:pt x="2336085" y="497523"/>
                  </a:lnTo>
                  <a:lnTo>
                    <a:pt x="2337156" y="496869"/>
                  </a:lnTo>
                  <a:lnTo>
                    <a:pt x="2338228" y="496217"/>
                  </a:lnTo>
                  <a:lnTo>
                    <a:pt x="2339300" y="495567"/>
                  </a:lnTo>
                  <a:lnTo>
                    <a:pt x="2340371" y="494919"/>
                  </a:lnTo>
                  <a:lnTo>
                    <a:pt x="2341443" y="494272"/>
                  </a:lnTo>
                  <a:lnTo>
                    <a:pt x="2342514" y="493627"/>
                  </a:lnTo>
                  <a:lnTo>
                    <a:pt x="2343586" y="492983"/>
                  </a:lnTo>
                  <a:lnTo>
                    <a:pt x="2344658" y="492342"/>
                  </a:lnTo>
                  <a:lnTo>
                    <a:pt x="2345729" y="491702"/>
                  </a:lnTo>
                  <a:lnTo>
                    <a:pt x="2346801" y="491063"/>
                  </a:lnTo>
                  <a:lnTo>
                    <a:pt x="2347872" y="490427"/>
                  </a:lnTo>
                  <a:lnTo>
                    <a:pt x="2348944" y="489792"/>
                  </a:lnTo>
                  <a:lnTo>
                    <a:pt x="2350016" y="489159"/>
                  </a:lnTo>
                  <a:lnTo>
                    <a:pt x="2351087" y="488527"/>
                  </a:lnTo>
                  <a:lnTo>
                    <a:pt x="2352159" y="487898"/>
                  </a:lnTo>
                  <a:lnTo>
                    <a:pt x="2353230" y="487270"/>
                  </a:lnTo>
                  <a:lnTo>
                    <a:pt x="2354302" y="486644"/>
                  </a:lnTo>
                  <a:lnTo>
                    <a:pt x="2355374" y="486019"/>
                  </a:lnTo>
                  <a:lnTo>
                    <a:pt x="2356445" y="485396"/>
                  </a:lnTo>
                  <a:lnTo>
                    <a:pt x="2357517" y="484775"/>
                  </a:lnTo>
                  <a:lnTo>
                    <a:pt x="2358588" y="484156"/>
                  </a:lnTo>
                  <a:lnTo>
                    <a:pt x="2359660" y="483538"/>
                  </a:lnTo>
                  <a:lnTo>
                    <a:pt x="2360732" y="482922"/>
                  </a:lnTo>
                  <a:lnTo>
                    <a:pt x="2361803" y="482308"/>
                  </a:lnTo>
                  <a:lnTo>
                    <a:pt x="2362875" y="481695"/>
                  </a:lnTo>
                  <a:lnTo>
                    <a:pt x="2363946" y="481084"/>
                  </a:lnTo>
                  <a:lnTo>
                    <a:pt x="2365018" y="480475"/>
                  </a:lnTo>
                  <a:lnTo>
                    <a:pt x="2366090" y="479867"/>
                  </a:lnTo>
                  <a:lnTo>
                    <a:pt x="2367161" y="479261"/>
                  </a:lnTo>
                  <a:lnTo>
                    <a:pt x="2368233" y="478657"/>
                  </a:lnTo>
                  <a:lnTo>
                    <a:pt x="2369304" y="478055"/>
                  </a:lnTo>
                  <a:lnTo>
                    <a:pt x="2370376" y="477454"/>
                  </a:lnTo>
                  <a:lnTo>
                    <a:pt x="2371448" y="476855"/>
                  </a:lnTo>
                  <a:lnTo>
                    <a:pt x="2372519" y="476257"/>
                  </a:lnTo>
                  <a:lnTo>
                    <a:pt x="2373591" y="475662"/>
                  </a:lnTo>
                  <a:lnTo>
                    <a:pt x="2374662" y="475068"/>
                  </a:lnTo>
                  <a:lnTo>
                    <a:pt x="2375734" y="474475"/>
                  </a:lnTo>
                  <a:lnTo>
                    <a:pt x="2376806" y="473885"/>
                  </a:lnTo>
                  <a:lnTo>
                    <a:pt x="2377877" y="473296"/>
                  </a:lnTo>
                  <a:lnTo>
                    <a:pt x="2378949" y="472708"/>
                  </a:lnTo>
                  <a:lnTo>
                    <a:pt x="2380020" y="472123"/>
                  </a:lnTo>
                  <a:lnTo>
                    <a:pt x="2381092" y="471539"/>
                  </a:lnTo>
                  <a:lnTo>
                    <a:pt x="2382164" y="470957"/>
                  </a:lnTo>
                  <a:lnTo>
                    <a:pt x="2383235" y="470376"/>
                  </a:lnTo>
                  <a:lnTo>
                    <a:pt x="2384307" y="469797"/>
                  </a:lnTo>
                  <a:lnTo>
                    <a:pt x="2385378" y="469220"/>
                  </a:lnTo>
                  <a:lnTo>
                    <a:pt x="2386450" y="468644"/>
                  </a:lnTo>
                  <a:lnTo>
                    <a:pt x="2387522" y="468070"/>
                  </a:lnTo>
                  <a:lnTo>
                    <a:pt x="2388593" y="467498"/>
                  </a:lnTo>
                  <a:lnTo>
                    <a:pt x="2389665" y="466927"/>
                  </a:lnTo>
                  <a:lnTo>
                    <a:pt x="2390736" y="466358"/>
                  </a:lnTo>
                  <a:lnTo>
                    <a:pt x="2391808" y="465791"/>
                  </a:lnTo>
                  <a:lnTo>
                    <a:pt x="2392880" y="465226"/>
                  </a:lnTo>
                  <a:lnTo>
                    <a:pt x="2393951" y="464662"/>
                  </a:lnTo>
                  <a:lnTo>
                    <a:pt x="2395023" y="464099"/>
                  </a:lnTo>
                  <a:lnTo>
                    <a:pt x="2396094" y="463539"/>
                  </a:lnTo>
                  <a:lnTo>
                    <a:pt x="2397166" y="462980"/>
                  </a:lnTo>
                  <a:lnTo>
                    <a:pt x="2398238" y="462422"/>
                  </a:lnTo>
                  <a:lnTo>
                    <a:pt x="2399309" y="461867"/>
                  </a:lnTo>
                  <a:lnTo>
                    <a:pt x="2400381" y="461313"/>
                  </a:lnTo>
                  <a:lnTo>
                    <a:pt x="2401452" y="460760"/>
                  </a:lnTo>
                  <a:lnTo>
                    <a:pt x="2402524" y="460209"/>
                  </a:lnTo>
                  <a:lnTo>
                    <a:pt x="2403596" y="459660"/>
                  </a:lnTo>
                  <a:lnTo>
                    <a:pt x="2404667" y="459113"/>
                  </a:lnTo>
                  <a:lnTo>
                    <a:pt x="2405739" y="458567"/>
                  </a:lnTo>
                  <a:lnTo>
                    <a:pt x="2406810" y="458023"/>
                  </a:lnTo>
                  <a:lnTo>
                    <a:pt x="2407882" y="457480"/>
                  </a:lnTo>
                  <a:lnTo>
                    <a:pt x="2408954" y="456939"/>
                  </a:lnTo>
                  <a:lnTo>
                    <a:pt x="2410025" y="456400"/>
                  </a:lnTo>
                  <a:lnTo>
                    <a:pt x="2411097" y="455862"/>
                  </a:lnTo>
                  <a:lnTo>
                    <a:pt x="2412168" y="455326"/>
                  </a:lnTo>
                  <a:lnTo>
                    <a:pt x="2413240" y="454792"/>
                  </a:lnTo>
                  <a:lnTo>
                    <a:pt x="2414312" y="454259"/>
                  </a:lnTo>
                  <a:lnTo>
                    <a:pt x="2415383" y="453728"/>
                  </a:lnTo>
                  <a:lnTo>
                    <a:pt x="2416455" y="453198"/>
                  </a:lnTo>
                  <a:lnTo>
                    <a:pt x="2417526" y="452670"/>
                  </a:lnTo>
                  <a:lnTo>
                    <a:pt x="2418598" y="452144"/>
                  </a:lnTo>
                  <a:lnTo>
                    <a:pt x="2419670" y="451619"/>
                  </a:lnTo>
                  <a:lnTo>
                    <a:pt x="2420741" y="451096"/>
                  </a:lnTo>
                  <a:lnTo>
                    <a:pt x="2421813" y="450574"/>
                  </a:lnTo>
                  <a:lnTo>
                    <a:pt x="2422884" y="450054"/>
                  </a:lnTo>
                  <a:lnTo>
                    <a:pt x="2423956" y="449536"/>
                  </a:lnTo>
                  <a:lnTo>
                    <a:pt x="2425028" y="449019"/>
                  </a:lnTo>
                  <a:lnTo>
                    <a:pt x="2426099" y="448504"/>
                  </a:lnTo>
                  <a:lnTo>
                    <a:pt x="2427171" y="447991"/>
                  </a:lnTo>
                  <a:lnTo>
                    <a:pt x="2428242" y="447479"/>
                  </a:lnTo>
                  <a:lnTo>
                    <a:pt x="2429314" y="446969"/>
                  </a:lnTo>
                  <a:lnTo>
                    <a:pt x="2430386" y="446460"/>
                  </a:lnTo>
                  <a:lnTo>
                    <a:pt x="2431457" y="445953"/>
                  </a:lnTo>
                  <a:lnTo>
                    <a:pt x="2432529" y="445447"/>
                  </a:lnTo>
                  <a:lnTo>
                    <a:pt x="2433600" y="444943"/>
                  </a:lnTo>
                  <a:lnTo>
                    <a:pt x="2434672" y="444441"/>
                  </a:lnTo>
                  <a:lnTo>
                    <a:pt x="2435744" y="443940"/>
                  </a:lnTo>
                  <a:lnTo>
                    <a:pt x="2436815" y="443441"/>
                  </a:lnTo>
                  <a:lnTo>
                    <a:pt x="2437887" y="442943"/>
                  </a:lnTo>
                  <a:lnTo>
                    <a:pt x="2438958" y="442447"/>
                  </a:lnTo>
                  <a:lnTo>
                    <a:pt x="2440030" y="441953"/>
                  </a:lnTo>
                  <a:lnTo>
                    <a:pt x="2441102" y="441460"/>
                  </a:lnTo>
                  <a:lnTo>
                    <a:pt x="2442173" y="440968"/>
                  </a:lnTo>
                  <a:lnTo>
                    <a:pt x="2443245" y="440479"/>
                  </a:lnTo>
                  <a:lnTo>
                    <a:pt x="2444316" y="439990"/>
                  </a:lnTo>
                  <a:lnTo>
                    <a:pt x="2445388" y="439504"/>
                  </a:lnTo>
                  <a:lnTo>
                    <a:pt x="2446460" y="439019"/>
                  </a:lnTo>
                  <a:lnTo>
                    <a:pt x="2447531" y="438535"/>
                  </a:lnTo>
                  <a:lnTo>
                    <a:pt x="2448603" y="438053"/>
                  </a:lnTo>
                  <a:lnTo>
                    <a:pt x="2449674" y="437573"/>
                  </a:lnTo>
                  <a:lnTo>
                    <a:pt x="2450746" y="437094"/>
                  </a:lnTo>
                  <a:lnTo>
                    <a:pt x="2451818" y="436617"/>
                  </a:lnTo>
                  <a:lnTo>
                    <a:pt x="2452889" y="436141"/>
                  </a:lnTo>
                  <a:lnTo>
                    <a:pt x="2453961" y="435667"/>
                  </a:lnTo>
                  <a:lnTo>
                    <a:pt x="2455032" y="435194"/>
                  </a:lnTo>
                  <a:lnTo>
                    <a:pt x="2456104" y="434723"/>
                  </a:lnTo>
                  <a:lnTo>
                    <a:pt x="2457176" y="434253"/>
                  </a:lnTo>
                  <a:lnTo>
                    <a:pt x="2458247" y="433785"/>
                  </a:lnTo>
                  <a:lnTo>
                    <a:pt x="2459319" y="433318"/>
                  </a:lnTo>
                  <a:lnTo>
                    <a:pt x="2460390" y="432853"/>
                  </a:lnTo>
                  <a:lnTo>
                    <a:pt x="2461462" y="432390"/>
                  </a:lnTo>
                  <a:lnTo>
                    <a:pt x="2462534" y="431928"/>
                  </a:lnTo>
                  <a:lnTo>
                    <a:pt x="2463605" y="431467"/>
                  </a:lnTo>
                  <a:lnTo>
                    <a:pt x="2464677" y="431008"/>
                  </a:lnTo>
                  <a:lnTo>
                    <a:pt x="2465748" y="430551"/>
                  </a:lnTo>
                  <a:lnTo>
                    <a:pt x="2466820" y="430095"/>
                  </a:lnTo>
                  <a:lnTo>
                    <a:pt x="2467892" y="429641"/>
                  </a:lnTo>
                  <a:lnTo>
                    <a:pt x="2468963" y="429188"/>
                  </a:lnTo>
                  <a:lnTo>
                    <a:pt x="2470035" y="428736"/>
                  </a:lnTo>
                  <a:lnTo>
                    <a:pt x="2471106" y="428287"/>
                  </a:lnTo>
                  <a:lnTo>
                    <a:pt x="2472178" y="427838"/>
                  </a:lnTo>
                  <a:lnTo>
                    <a:pt x="2473250" y="427391"/>
                  </a:lnTo>
                  <a:lnTo>
                    <a:pt x="2474321" y="426946"/>
                  </a:lnTo>
                  <a:lnTo>
                    <a:pt x="2475393" y="426502"/>
                  </a:lnTo>
                  <a:lnTo>
                    <a:pt x="2476464" y="426060"/>
                  </a:lnTo>
                  <a:lnTo>
                    <a:pt x="2477536" y="425619"/>
                  </a:lnTo>
                  <a:lnTo>
                    <a:pt x="2478608" y="425179"/>
                  </a:lnTo>
                  <a:lnTo>
                    <a:pt x="2479679" y="424741"/>
                  </a:lnTo>
                  <a:lnTo>
                    <a:pt x="2480751" y="424305"/>
                  </a:lnTo>
                  <a:lnTo>
                    <a:pt x="2481822" y="423870"/>
                  </a:lnTo>
                  <a:lnTo>
                    <a:pt x="2482894" y="423436"/>
                  </a:lnTo>
                  <a:lnTo>
                    <a:pt x="2483966" y="423004"/>
                  </a:lnTo>
                  <a:lnTo>
                    <a:pt x="2485037" y="422574"/>
                  </a:lnTo>
                  <a:lnTo>
                    <a:pt x="2486109" y="422145"/>
                  </a:lnTo>
                  <a:lnTo>
                    <a:pt x="2487180" y="421717"/>
                  </a:lnTo>
                  <a:lnTo>
                    <a:pt x="2488252" y="421291"/>
                  </a:lnTo>
                  <a:lnTo>
                    <a:pt x="2489323" y="420866"/>
                  </a:lnTo>
                  <a:lnTo>
                    <a:pt x="2490395" y="420443"/>
                  </a:lnTo>
                  <a:lnTo>
                    <a:pt x="2491467" y="420021"/>
                  </a:lnTo>
                  <a:lnTo>
                    <a:pt x="2492538" y="419601"/>
                  </a:lnTo>
                  <a:lnTo>
                    <a:pt x="2493610" y="419182"/>
                  </a:lnTo>
                  <a:lnTo>
                    <a:pt x="2494681" y="418764"/>
                  </a:lnTo>
                  <a:lnTo>
                    <a:pt x="2495753" y="418348"/>
                  </a:lnTo>
                  <a:lnTo>
                    <a:pt x="2496825" y="417934"/>
                  </a:lnTo>
                  <a:lnTo>
                    <a:pt x="2497896" y="417521"/>
                  </a:lnTo>
                  <a:lnTo>
                    <a:pt x="2498968" y="417109"/>
                  </a:lnTo>
                  <a:lnTo>
                    <a:pt x="2500039" y="416699"/>
                  </a:lnTo>
                  <a:lnTo>
                    <a:pt x="2501111" y="416290"/>
                  </a:lnTo>
                  <a:lnTo>
                    <a:pt x="2502183" y="415883"/>
                  </a:lnTo>
                  <a:lnTo>
                    <a:pt x="2503254" y="415477"/>
                  </a:lnTo>
                  <a:lnTo>
                    <a:pt x="2504326" y="415072"/>
                  </a:lnTo>
                  <a:lnTo>
                    <a:pt x="2505397" y="414669"/>
                  </a:lnTo>
                  <a:lnTo>
                    <a:pt x="2506469" y="414267"/>
                  </a:lnTo>
                  <a:lnTo>
                    <a:pt x="2507541" y="413867"/>
                  </a:lnTo>
                  <a:lnTo>
                    <a:pt x="2508612" y="413468"/>
                  </a:lnTo>
                  <a:lnTo>
                    <a:pt x="2509684" y="413070"/>
                  </a:lnTo>
                  <a:lnTo>
                    <a:pt x="2510755" y="412674"/>
                  </a:lnTo>
                  <a:lnTo>
                    <a:pt x="2511827" y="412280"/>
                  </a:lnTo>
                  <a:lnTo>
                    <a:pt x="2512899" y="411886"/>
                  </a:lnTo>
                  <a:lnTo>
                    <a:pt x="2513970" y="411494"/>
                  </a:lnTo>
                  <a:lnTo>
                    <a:pt x="2515042" y="411104"/>
                  </a:lnTo>
                  <a:lnTo>
                    <a:pt x="2516113" y="410715"/>
                  </a:lnTo>
                  <a:lnTo>
                    <a:pt x="2517185" y="410327"/>
                  </a:lnTo>
                  <a:lnTo>
                    <a:pt x="2518257" y="409941"/>
                  </a:lnTo>
                  <a:lnTo>
                    <a:pt x="2519328" y="409556"/>
                  </a:lnTo>
                  <a:lnTo>
                    <a:pt x="2520400" y="409172"/>
                  </a:lnTo>
                  <a:lnTo>
                    <a:pt x="2521471" y="408790"/>
                  </a:lnTo>
                  <a:lnTo>
                    <a:pt x="2522543" y="408409"/>
                  </a:lnTo>
                  <a:lnTo>
                    <a:pt x="2523615" y="408029"/>
                  </a:lnTo>
                  <a:lnTo>
                    <a:pt x="2524686" y="407651"/>
                  </a:lnTo>
                  <a:lnTo>
                    <a:pt x="2525758" y="407275"/>
                  </a:lnTo>
                  <a:lnTo>
                    <a:pt x="2526829" y="406899"/>
                  </a:lnTo>
                  <a:lnTo>
                    <a:pt x="2527901" y="406525"/>
                  </a:lnTo>
                  <a:lnTo>
                    <a:pt x="2528973" y="406152"/>
                  </a:lnTo>
                  <a:lnTo>
                    <a:pt x="2530044" y="405781"/>
                  </a:lnTo>
                  <a:lnTo>
                    <a:pt x="2531116" y="405411"/>
                  </a:lnTo>
                  <a:lnTo>
                    <a:pt x="2532187" y="405042"/>
                  </a:lnTo>
                  <a:lnTo>
                    <a:pt x="2533259" y="404675"/>
                  </a:lnTo>
                  <a:lnTo>
                    <a:pt x="2534331" y="404309"/>
                  </a:lnTo>
                  <a:lnTo>
                    <a:pt x="2535402" y="403944"/>
                  </a:lnTo>
                  <a:lnTo>
                    <a:pt x="2536474" y="403581"/>
                  </a:lnTo>
                  <a:lnTo>
                    <a:pt x="2537545" y="403219"/>
                  </a:lnTo>
                  <a:lnTo>
                    <a:pt x="2538617" y="402858"/>
                  </a:lnTo>
                  <a:lnTo>
                    <a:pt x="2539689" y="402499"/>
                  </a:lnTo>
                  <a:lnTo>
                    <a:pt x="2540760" y="402141"/>
                  </a:lnTo>
                  <a:lnTo>
                    <a:pt x="2541832" y="401784"/>
                  </a:lnTo>
                  <a:lnTo>
                    <a:pt x="2542903" y="401429"/>
                  </a:lnTo>
                  <a:lnTo>
                    <a:pt x="2543975" y="401075"/>
                  </a:lnTo>
                  <a:lnTo>
                    <a:pt x="2545047" y="400722"/>
                  </a:lnTo>
                  <a:lnTo>
                    <a:pt x="2546118" y="400371"/>
                  </a:lnTo>
                  <a:lnTo>
                    <a:pt x="2547190" y="400020"/>
                  </a:lnTo>
                  <a:lnTo>
                    <a:pt x="2548261" y="399672"/>
                  </a:lnTo>
                  <a:lnTo>
                    <a:pt x="2549333" y="399324"/>
                  </a:lnTo>
                  <a:lnTo>
                    <a:pt x="2550405" y="398978"/>
                  </a:lnTo>
                  <a:lnTo>
                    <a:pt x="2551476" y="398633"/>
                  </a:lnTo>
                  <a:lnTo>
                    <a:pt x="2552548" y="398289"/>
                  </a:lnTo>
                  <a:lnTo>
                    <a:pt x="2553619" y="397947"/>
                  </a:lnTo>
                  <a:lnTo>
                    <a:pt x="2554691" y="397605"/>
                  </a:lnTo>
                  <a:lnTo>
                    <a:pt x="2555763" y="397265"/>
                  </a:lnTo>
                  <a:lnTo>
                    <a:pt x="2556834" y="396927"/>
                  </a:lnTo>
                  <a:lnTo>
                    <a:pt x="2557906" y="396589"/>
                  </a:lnTo>
                  <a:lnTo>
                    <a:pt x="2558977" y="396253"/>
                  </a:lnTo>
                  <a:lnTo>
                    <a:pt x="2560049" y="395919"/>
                  </a:lnTo>
                  <a:lnTo>
                    <a:pt x="2561121" y="395585"/>
                  </a:lnTo>
                  <a:lnTo>
                    <a:pt x="2562192" y="395253"/>
                  </a:lnTo>
                  <a:lnTo>
                    <a:pt x="2563264" y="394922"/>
                  </a:lnTo>
                  <a:lnTo>
                    <a:pt x="2564335" y="394592"/>
                  </a:lnTo>
                  <a:lnTo>
                    <a:pt x="2565407" y="394263"/>
                  </a:lnTo>
                  <a:lnTo>
                    <a:pt x="2566479" y="393936"/>
                  </a:lnTo>
                  <a:lnTo>
                    <a:pt x="2567550" y="393610"/>
                  </a:lnTo>
                  <a:lnTo>
                    <a:pt x="2568622" y="393285"/>
                  </a:lnTo>
                  <a:lnTo>
                    <a:pt x="2569693" y="392961"/>
                  </a:lnTo>
                  <a:lnTo>
                    <a:pt x="2570765" y="392639"/>
                  </a:lnTo>
                  <a:lnTo>
                    <a:pt x="2571837" y="392318"/>
                  </a:lnTo>
                  <a:lnTo>
                    <a:pt x="2572908" y="391998"/>
                  </a:lnTo>
                  <a:lnTo>
                    <a:pt x="2573980" y="391679"/>
                  </a:lnTo>
                  <a:lnTo>
                    <a:pt x="2575051" y="391361"/>
                  </a:lnTo>
                  <a:lnTo>
                    <a:pt x="2576123" y="391045"/>
                  </a:lnTo>
                  <a:lnTo>
                    <a:pt x="2577195" y="390730"/>
                  </a:lnTo>
                  <a:lnTo>
                    <a:pt x="2578266" y="390416"/>
                  </a:lnTo>
                  <a:lnTo>
                    <a:pt x="2579338" y="390103"/>
                  </a:lnTo>
                  <a:lnTo>
                    <a:pt x="2580409" y="389792"/>
                  </a:lnTo>
                  <a:lnTo>
                    <a:pt x="2581481" y="389481"/>
                  </a:lnTo>
                  <a:lnTo>
                    <a:pt x="2582553" y="389172"/>
                  </a:lnTo>
                  <a:lnTo>
                    <a:pt x="2583624" y="388864"/>
                  </a:lnTo>
                  <a:lnTo>
                    <a:pt x="2584696" y="388558"/>
                  </a:lnTo>
                  <a:lnTo>
                    <a:pt x="2585767" y="388252"/>
                  </a:lnTo>
                  <a:lnTo>
                    <a:pt x="2586839" y="387948"/>
                  </a:lnTo>
                  <a:lnTo>
                    <a:pt x="2587911" y="387644"/>
                  </a:lnTo>
                  <a:lnTo>
                    <a:pt x="2588982" y="387342"/>
                  </a:lnTo>
                  <a:lnTo>
                    <a:pt x="2590054" y="387041"/>
                  </a:lnTo>
                  <a:lnTo>
                    <a:pt x="2591125" y="386742"/>
                  </a:lnTo>
                  <a:lnTo>
                    <a:pt x="2592197" y="386443"/>
                  </a:lnTo>
                  <a:lnTo>
                    <a:pt x="2593269" y="386146"/>
                  </a:lnTo>
                  <a:lnTo>
                    <a:pt x="2594340" y="385849"/>
                  </a:lnTo>
                  <a:lnTo>
                    <a:pt x="2595412" y="385554"/>
                  </a:lnTo>
                  <a:lnTo>
                    <a:pt x="2596483" y="385260"/>
                  </a:lnTo>
                  <a:lnTo>
                    <a:pt x="2597555" y="384967"/>
                  </a:lnTo>
                  <a:lnTo>
                    <a:pt x="2598627" y="384676"/>
                  </a:lnTo>
                  <a:lnTo>
                    <a:pt x="2599698" y="384385"/>
                  </a:lnTo>
                  <a:lnTo>
                    <a:pt x="2600770" y="384095"/>
                  </a:lnTo>
                  <a:lnTo>
                    <a:pt x="2601841" y="383807"/>
                  </a:lnTo>
                  <a:lnTo>
                    <a:pt x="2602913" y="383520"/>
                  </a:lnTo>
                  <a:lnTo>
                    <a:pt x="2603985" y="383234"/>
                  </a:lnTo>
                  <a:lnTo>
                    <a:pt x="2605056" y="382949"/>
                  </a:lnTo>
                  <a:lnTo>
                    <a:pt x="2606128" y="382665"/>
                  </a:lnTo>
                  <a:lnTo>
                    <a:pt x="2607199" y="382382"/>
                  </a:lnTo>
                  <a:lnTo>
                    <a:pt x="2608271" y="382101"/>
                  </a:lnTo>
                  <a:lnTo>
                    <a:pt x="2609343" y="381820"/>
                  </a:lnTo>
                  <a:lnTo>
                    <a:pt x="2610414" y="381541"/>
                  </a:lnTo>
                  <a:lnTo>
                    <a:pt x="2611486" y="381262"/>
                  </a:lnTo>
                  <a:lnTo>
                    <a:pt x="2612557" y="380985"/>
                  </a:lnTo>
                  <a:lnTo>
                    <a:pt x="2613629" y="380709"/>
                  </a:lnTo>
                  <a:lnTo>
                    <a:pt x="2614701" y="380434"/>
                  </a:lnTo>
                  <a:lnTo>
                    <a:pt x="2615772" y="380160"/>
                  </a:lnTo>
                  <a:lnTo>
                    <a:pt x="2616844" y="379887"/>
                  </a:lnTo>
                  <a:lnTo>
                    <a:pt x="2617915" y="379615"/>
                  </a:lnTo>
                  <a:lnTo>
                    <a:pt x="2618987" y="379344"/>
                  </a:lnTo>
                  <a:lnTo>
                    <a:pt x="2620059" y="379074"/>
                  </a:lnTo>
                  <a:lnTo>
                    <a:pt x="2621130" y="378806"/>
                  </a:lnTo>
                  <a:lnTo>
                    <a:pt x="2622202" y="378538"/>
                  </a:lnTo>
                  <a:lnTo>
                    <a:pt x="2623273" y="378272"/>
                  </a:lnTo>
                  <a:lnTo>
                    <a:pt x="2624345" y="378006"/>
                  </a:lnTo>
                  <a:lnTo>
                    <a:pt x="2625417" y="377742"/>
                  </a:lnTo>
                  <a:lnTo>
                    <a:pt x="2626488" y="377478"/>
                  </a:lnTo>
                  <a:lnTo>
                    <a:pt x="2627560" y="377216"/>
                  </a:lnTo>
                  <a:lnTo>
                    <a:pt x="2628631" y="376954"/>
                  </a:lnTo>
                  <a:lnTo>
                    <a:pt x="2629703" y="376694"/>
                  </a:lnTo>
                  <a:lnTo>
                    <a:pt x="2630775" y="376435"/>
                  </a:lnTo>
                  <a:lnTo>
                    <a:pt x="2631846" y="376176"/>
                  </a:lnTo>
                  <a:lnTo>
                    <a:pt x="2632918" y="375919"/>
                  </a:lnTo>
                  <a:lnTo>
                    <a:pt x="2633989" y="375663"/>
                  </a:lnTo>
                  <a:lnTo>
                    <a:pt x="2635061" y="375408"/>
                  </a:lnTo>
                  <a:lnTo>
                    <a:pt x="2636133" y="375154"/>
                  </a:lnTo>
                  <a:lnTo>
                    <a:pt x="2637204" y="374900"/>
                  </a:lnTo>
                  <a:lnTo>
                    <a:pt x="2638276" y="374648"/>
                  </a:lnTo>
                  <a:lnTo>
                    <a:pt x="2639347" y="374397"/>
                  </a:lnTo>
                  <a:lnTo>
                    <a:pt x="2640419" y="374147"/>
                  </a:lnTo>
                  <a:lnTo>
                    <a:pt x="2641491" y="373897"/>
                  </a:lnTo>
                  <a:lnTo>
                    <a:pt x="2642562" y="373649"/>
                  </a:lnTo>
                  <a:lnTo>
                    <a:pt x="2643634" y="373402"/>
                  </a:lnTo>
                  <a:lnTo>
                    <a:pt x="2644705" y="373156"/>
                  </a:lnTo>
                  <a:lnTo>
                    <a:pt x="2645777" y="372910"/>
                  </a:lnTo>
                  <a:lnTo>
                    <a:pt x="2646849" y="372666"/>
                  </a:lnTo>
                  <a:lnTo>
                    <a:pt x="2647920" y="372423"/>
                  </a:lnTo>
                  <a:lnTo>
                    <a:pt x="2648992" y="372180"/>
                  </a:lnTo>
                  <a:lnTo>
                    <a:pt x="2650063" y="371939"/>
                  </a:lnTo>
                  <a:lnTo>
                    <a:pt x="2651135" y="371698"/>
                  </a:lnTo>
                  <a:lnTo>
                    <a:pt x="2652207" y="371459"/>
                  </a:lnTo>
                  <a:lnTo>
                    <a:pt x="2653278" y="371220"/>
                  </a:lnTo>
                  <a:lnTo>
                    <a:pt x="2654350" y="370982"/>
                  </a:lnTo>
                  <a:lnTo>
                    <a:pt x="2655421" y="370746"/>
                  </a:lnTo>
                  <a:lnTo>
                    <a:pt x="2656493" y="370510"/>
                  </a:lnTo>
                  <a:lnTo>
                    <a:pt x="2657565" y="370275"/>
                  </a:lnTo>
                  <a:lnTo>
                    <a:pt x="2658636" y="370041"/>
                  </a:lnTo>
                  <a:lnTo>
                    <a:pt x="2659708" y="369808"/>
                  </a:lnTo>
                  <a:lnTo>
                    <a:pt x="2660779" y="369576"/>
                  </a:lnTo>
                  <a:lnTo>
                    <a:pt x="2661851" y="369345"/>
                  </a:lnTo>
                  <a:lnTo>
                    <a:pt x="2662922" y="369114"/>
                  </a:lnTo>
                  <a:lnTo>
                    <a:pt x="2663994" y="368885"/>
                  </a:lnTo>
                  <a:lnTo>
                    <a:pt x="2665066" y="368657"/>
                  </a:lnTo>
                  <a:lnTo>
                    <a:pt x="2666137" y="368429"/>
                  </a:lnTo>
                  <a:lnTo>
                    <a:pt x="2667209" y="368202"/>
                  </a:lnTo>
                  <a:lnTo>
                    <a:pt x="2668280" y="367977"/>
                  </a:lnTo>
                  <a:lnTo>
                    <a:pt x="2669352" y="367752"/>
                  </a:lnTo>
                  <a:lnTo>
                    <a:pt x="2670424" y="367528"/>
                  </a:lnTo>
                  <a:lnTo>
                    <a:pt x="2671495" y="367305"/>
                  </a:lnTo>
                  <a:lnTo>
                    <a:pt x="2672567" y="367083"/>
                  </a:lnTo>
                  <a:lnTo>
                    <a:pt x="2673638" y="366861"/>
                  </a:lnTo>
                  <a:lnTo>
                    <a:pt x="2674710" y="366641"/>
                  </a:lnTo>
                  <a:lnTo>
                    <a:pt x="2675782" y="366421"/>
                  </a:lnTo>
                  <a:lnTo>
                    <a:pt x="2676853" y="366202"/>
                  </a:lnTo>
                  <a:lnTo>
                    <a:pt x="2677925" y="365984"/>
                  </a:lnTo>
                  <a:lnTo>
                    <a:pt x="2678996" y="365767"/>
                  </a:lnTo>
                  <a:lnTo>
                    <a:pt x="2680068" y="365551"/>
                  </a:lnTo>
                  <a:lnTo>
                    <a:pt x="2681140" y="365336"/>
                  </a:lnTo>
                  <a:lnTo>
                    <a:pt x="2682211" y="365121"/>
                  </a:lnTo>
                  <a:lnTo>
                    <a:pt x="2683283" y="364908"/>
                  </a:lnTo>
                  <a:lnTo>
                    <a:pt x="2684354" y="364695"/>
                  </a:lnTo>
                  <a:lnTo>
                    <a:pt x="2685426" y="364483"/>
                  </a:lnTo>
                  <a:lnTo>
                    <a:pt x="2686498" y="364271"/>
                  </a:lnTo>
                  <a:lnTo>
                    <a:pt x="2687569" y="364061"/>
                  </a:lnTo>
                  <a:lnTo>
                    <a:pt x="2688641" y="363852"/>
                  </a:lnTo>
                  <a:lnTo>
                    <a:pt x="2689712" y="363643"/>
                  </a:lnTo>
                  <a:lnTo>
                    <a:pt x="2690784" y="363435"/>
                  </a:lnTo>
                  <a:lnTo>
                    <a:pt x="2691856" y="363228"/>
                  </a:lnTo>
                  <a:lnTo>
                    <a:pt x="2692927" y="363021"/>
                  </a:lnTo>
                  <a:lnTo>
                    <a:pt x="2693999" y="362816"/>
                  </a:lnTo>
                  <a:lnTo>
                    <a:pt x="2695070" y="362611"/>
                  </a:lnTo>
                  <a:lnTo>
                    <a:pt x="2696142" y="362407"/>
                  </a:lnTo>
                  <a:lnTo>
                    <a:pt x="2697214" y="362204"/>
                  </a:lnTo>
                  <a:lnTo>
                    <a:pt x="2698285" y="362002"/>
                  </a:lnTo>
                  <a:lnTo>
                    <a:pt x="2699357" y="361800"/>
                  </a:lnTo>
                  <a:lnTo>
                    <a:pt x="2700428" y="361599"/>
                  </a:lnTo>
                  <a:lnTo>
                    <a:pt x="2701500" y="361399"/>
                  </a:lnTo>
                  <a:lnTo>
                    <a:pt x="2702572" y="361200"/>
                  </a:lnTo>
                  <a:lnTo>
                    <a:pt x="2703643" y="361001"/>
                  </a:lnTo>
                  <a:lnTo>
                    <a:pt x="2704715" y="360803"/>
                  </a:lnTo>
                  <a:lnTo>
                    <a:pt x="2705786" y="360606"/>
                  </a:lnTo>
                  <a:lnTo>
                    <a:pt x="2706858" y="360410"/>
                  </a:lnTo>
                  <a:lnTo>
                    <a:pt x="2707930" y="360214"/>
                  </a:lnTo>
                  <a:lnTo>
                    <a:pt x="2709001" y="360020"/>
                  </a:lnTo>
                  <a:lnTo>
                    <a:pt x="2710073" y="359825"/>
                  </a:lnTo>
                  <a:lnTo>
                    <a:pt x="2711144" y="359632"/>
                  </a:lnTo>
                  <a:lnTo>
                    <a:pt x="2712216" y="359439"/>
                  </a:lnTo>
                  <a:lnTo>
                    <a:pt x="2713288" y="359248"/>
                  </a:lnTo>
                  <a:lnTo>
                    <a:pt x="2714359" y="359056"/>
                  </a:lnTo>
                  <a:lnTo>
                    <a:pt x="2715431" y="358866"/>
                  </a:lnTo>
                  <a:lnTo>
                    <a:pt x="2716502" y="358676"/>
                  </a:lnTo>
                  <a:lnTo>
                    <a:pt x="2717574" y="358487"/>
                  </a:lnTo>
                  <a:lnTo>
                    <a:pt x="2718646" y="358299"/>
                  </a:lnTo>
                  <a:lnTo>
                    <a:pt x="2719717" y="358111"/>
                  </a:lnTo>
                  <a:lnTo>
                    <a:pt x="2720789" y="357924"/>
                  </a:lnTo>
                  <a:lnTo>
                    <a:pt x="2721860" y="357738"/>
                  </a:lnTo>
                  <a:lnTo>
                    <a:pt x="2722932" y="357552"/>
                  </a:lnTo>
                  <a:lnTo>
                    <a:pt x="2724004" y="357367"/>
                  </a:lnTo>
                  <a:lnTo>
                    <a:pt x="2725075" y="357183"/>
                  </a:lnTo>
                  <a:lnTo>
                    <a:pt x="2726147" y="357000"/>
                  </a:lnTo>
                  <a:lnTo>
                    <a:pt x="2727218" y="356817"/>
                  </a:lnTo>
                  <a:lnTo>
                    <a:pt x="2728290" y="356634"/>
                  </a:lnTo>
                  <a:lnTo>
                    <a:pt x="2729362" y="356453"/>
                  </a:lnTo>
                  <a:lnTo>
                    <a:pt x="2730433" y="356272"/>
                  </a:lnTo>
                  <a:lnTo>
                    <a:pt x="2731505" y="356092"/>
                  </a:lnTo>
                  <a:lnTo>
                    <a:pt x="2732576" y="355912"/>
                  </a:lnTo>
                  <a:lnTo>
                    <a:pt x="2733648" y="355733"/>
                  </a:lnTo>
                  <a:lnTo>
                    <a:pt x="2734720" y="355555"/>
                  </a:lnTo>
                  <a:lnTo>
                    <a:pt x="2735791" y="355377"/>
                  </a:lnTo>
                  <a:lnTo>
                    <a:pt x="2736863" y="355200"/>
                  </a:lnTo>
                  <a:lnTo>
                    <a:pt x="2737934" y="355024"/>
                  </a:lnTo>
                  <a:lnTo>
                    <a:pt x="2739006" y="354848"/>
                  </a:lnTo>
                  <a:lnTo>
                    <a:pt x="2740078" y="354673"/>
                  </a:lnTo>
                  <a:lnTo>
                    <a:pt x="2741149" y="354498"/>
                  </a:lnTo>
                  <a:lnTo>
                    <a:pt x="2742221" y="354324"/>
                  </a:lnTo>
                  <a:lnTo>
                    <a:pt x="2743292" y="354151"/>
                  </a:lnTo>
                  <a:lnTo>
                    <a:pt x="2744364" y="353978"/>
                  </a:lnTo>
                  <a:lnTo>
                    <a:pt x="2745436" y="353806"/>
                  </a:lnTo>
                  <a:lnTo>
                    <a:pt x="2746507" y="353634"/>
                  </a:lnTo>
                  <a:lnTo>
                    <a:pt x="2747579" y="353463"/>
                  </a:lnTo>
                  <a:lnTo>
                    <a:pt x="2748650" y="353293"/>
                  </a:lnTo>
                  <a:lnTo>
                    <a:pt x="2749722" y="353123"/>
                  </a:lnTo>
                  <a:lnTo>
                    <a:pt x="2750794" y="352954"/>
                  </a:lnTo>
                  <a:lnTo>
                    <a:pt x="2751865" y="352785"/>
                  </a:lnTo>
                  <a:lnTo>
                    <a:pt x="2752937" y="352617"/>
                  </a:lnTo>
                  <a:lnTo>
                    <a:pt x="2754008" y="352450"/>
                  </a:lnTo>
                  <a:lnTo>
                    <a:pt x="2755080" y="352283"/>
                  </a:lnTo>
                  <a:lnTo>
                    <a:pt x="2756152" y="352116"/>
                  </a:lnTo>
                  <a:lnTo>
                    <a:pt x="2757223" y="351951"/>
                  </a:lnTo>
                  <a:lnTo>
                    <a:pt x="2758295" y="351785"/>
                  </a:lnTo>
                  <a:lnTo>
                    <a:pt x="2759366" y="351620"/>
                  </a:lnTo>
                  <a:lnTo>
                    <a:pt x="2760438" y="351456"/>
                  </a:lnTo>
                  <a:lnTo>
                    <a:pt x="2761510" y="351293"/>
                  </a:lnTo>
                  <a:lnTo>
                    <a:pt x="2762581" y="351129"/>
                  </a:lnTo>
                  <a:lnTo>
                    <a:pt x="2763653" y="350967"/>
                  </a:lnTo>
                  <a:lnTo>
                    <a:pt x="2764724" y="350805"/>
                  </a:lnTo>
                  <a:lnTo>
                    <a:pt x="2765796" y="350643"/>
                  </a:lnTo>
                  <a:lnTo>
                    <a:pt x="2766868" y="350482"/>
                  </a:lnTo>
                  <a:lnTo>
                    <a:pt x="2767939" y="350321"/>
                  </a:lnTo>
                  <a:lnTo>
                    <a:pt x="2769011" y="350161"/>
                  </a:lnTo>
                  <a:lnTo>
                    <a:pt x="2770082" y="350002"/>
                  </a:lnTo>
                  <a:lnTo>
                    <a:pt x="2771154" y="349843"/>
                  </a:lnTo>
                  <a:lnTo>
                    <a:pt x="2772226" y="349684"/>
                  </a:lnTo>
                  <a:lnTo>
                    <a:pt x="2773297" y="349526"/>
                  </a:lnTo>
                  <a:lnTo>
                    <a:pt x="2774369" y="349368"/>
                  </a:lnTo>
                  <a:lnTo>
                    <a:pt x="2775440" y="349211"/>
                  </a:lnTo>
                  <a:lnTo>
                    <a:pt x="2776512" y="349055"/>
                  </a:lnTo>
                  <a:lnTo>
                    <a:pt x="2777584" y="348898"/>
                  </a:lnTo>
                  <a:lnTo>
                    <a:pt x="2778655" y="348743"/>
                  </a:lnTo>
                  <a:lnTo>
                    <a:pt x="2779727" y="348587"/>
                  </a:lnTo>
                  <a:lnTo>
                    <a:pt x="2780798" y="348433"/>
                  </a:lnTo>
                  <a:lnTo>
                    <a:pt x="2781870" y="348278"/>
                  </a:lnTo>
                  <a:lnTo>
                    <a:pt x="2782942" y="348124"/>
                  </a:lnTo>
                  <a:lnTo>
                    <a:pt x="2784013" y="347971"/>
                  </a:lnTo>
                  <a:lnTo>
                    <a:pt x="2785085" y="347818"/>
                  </a:lnTo>
                  <a:lnTo>
                    <a:pt x="2786156" y="347665"/>
                  </a:lnTo>
                  <a:lnTo>
                    <a:pt x="2787228" y="347513"/>
                  </a:lnTo>
                  <a:lnTo>
                    <a:pt x="2788300" y="347362"/>
                  </a:lnTo>
                  <a:lnTo>
                    <a:pt x="2789371" y="347210"/>
                  </a:lnTo>
                  <a:lnTo>
                    <a:pt x="2790443" y="347059"/>
                  </a:lnTo>
                  <a:lnTo>
                    <a:pt x="2791514" y="346909"/>
                  </a:lnTo>
                  <a:lnTo>
                    <a:pt x="2792586" y="346759"/>
                  </a:lnTo>
                  <a:lnTo>
                    <a:pt x="2793658" y="346609"/>
                  </a:lnTo>
                  <a:lnTo>
                    <a:pt x="2794729" y="346460"/>
                  </a:lnTo>
                  <a:lnTo>
                    <a:pt x="2795801" y="346311"/>
                  </a:lnTo>
                  <a:lnTo>
                    <a:pt x="2796872" y="346163"/>
                  </a:lnTo>
                  <a:lnTo>
                    <a:pt x="2797944" y="346015"/>
                  </a:lnTo>
                  <a:lnTo>
                    <a:pt x="2799016" y="345867"/>
                  </a:lnTo>
                  <a:lnTo>
                    <a:pt x="2800087" y="345720"/>
                  </a:lnTo>
                  <a:lnTo>
                    <a:pt x="2801159" y="345573"/>
                  </a:lnTo>
                  <a:lnTo>
                    <a:pt x="2802230" y="345426"/>
                  </a:lnTo>
                  <a:lnTo>
                    <a:pt x="2803302" y="345280"/>
                  </a:lnTo>
                  <a:lnTo>
                    <a:pt x="2804374" y="345134"/>
                  </a:lnTo>
                  <a:lnTo>
                    <a:pt x="2805445" y="344989"/>
                  </a:lnTo>
                  <a:lnTo>
                    <a:pt x="2806517" y="344844"/>
                  </a:lnTo>
                  <a:lnTo>
                    <a:pt x="2807588" y="344699"/>
                  </a:lnTo>
                  <a:lnTo>
                    <a:pt x="2808660" y="344555"/>
                  </a:lnTo>
                  <a:lnTo>
                    <a:pt x="2809732" y="344411"/>
                  </a:lnTo>
                  <a:lnTo>
                    <a:pt x="2810803" y="344267"/>
                  </a:lnTo>
                  <a:lnTo>
                    <a:pt x="2811875" y="344124"/>
                  </a:lnTo>
                  <a:lnTo>
                    <a:pt x="2812946" y="343981"/>
                  </a:lnTo>
                  <a:lnTo>
                    <a:pt x="2814018" y="343838"/>
                  </a:lnTo>
                  <a:lnTo>
                    <a:pt x="2815090" y="343695"/>
                  </a:lnTo>
                  <a:lnTo>
                    <a:pt x="2816161" y="343553"/>
                  </a:lnTo>
                  <a:lnTo>
                    <a:pt x="2817233" y="343412"/>
                  </a:lnTo>
                  <a:lnTo>
                    <a:pt x="2818304" y="343270"/>
                  </a:lnTo>
                  <a:lnTo>
                    <a:pt x="2819376" y="343129"/>
                  </a:lnTo>
                  <a:lnTo>
                    <a:pt x="2820448" y="342988"/>
                  </a:lnTo>
                  <a:lnTo>
                    <a:pt x="2821519" y="342848"/>
                  </a:lnTo>
                  <a:lnTo>
                    <a:pt x="2822591" y="342707"/>
                  </a:lnTo>
                  <a:lnTo>
                    <a:pt x="2823662" y="342567"/>
                  </a:lnTo>
                  <a:lnTo>
                    <a:pt x="2824734" y="342428"/>
                  </a:lnTo>
                  <a:lnTo>
                    <a:pt x="2825806" y="342288"/>
                  </a:lnTo>
                  <a:lnTo>
                    <a:pt x="2826877" y="342149"/>
                  </a:lnTo>
                  <a:lnTo>
                    <a:pt x="2827949" y="342010"/>
                  </a:lnTo>
                  <a:lnTo>
                    <a:pt x="2829020" y="341872"/>
                  </a:lnTo>
                  <a:lnTo>
                    <a:pt x="2830092" y="341733"/>
                  </a:lnTo>
                  <a:lnTo>
                    <a:pt x="2831164" y="341595"/>
                  </a:lnTo>
                  <a:lnTo>
                    <a:pt x="2832235" y="341457"/>
                  </a:lnTo>
                  <a:lnTo>
                    <a:pt x="2833307" y="341320"/>
                  </a:lnTo>
                  <a:lnTo>
                    <a:pt x="2834378" y="341182"/>
                  </a:lnTo>
                  <a:lnTo>
                    <a:pt x="2835450" y="341045"/>
                  </a:lnTo>
                  <a:lnTo>
                    <a:pt x="2836522" y="340909"/>
                  </a:lnTo>
                  <a:lnTo>
                    <a:pt x="2837593" y="340772"/>
                  </a:lnTo>
                  <a:lnTo>
                    <a:pt x="2838665" y="340635"/>
                  </a:lnTo>
                  <a:lnTo>
                    <a:pt x="2839736" y="340499"/>
                  </a:lnTo>
                  <a:lnTo>
                    <a:pt x="2840808" y="340363"/>
                  </a:lnTo>
                  <a:lnTo>
                    <a:pt x="2841879" y="340228"/>
                  </a:lnTo>
                  <a:lnTo>
                    <a:pt x="2842951" y="340092"/>
                  </a:lnTo>
                  <a:lnTo>
                    <a:pt x="2844023" y="339957"/>
                  </a:lnTo>
                  <a:lnTo>
                    <a:pt x="2845094" y="339822"/>
                  </a:lnTo>
                  <a:lnTo>
                    <a:pt x="2846166" y="339687"/>
                  </a:lnTo>
                  <a:lnTo>
                    <a:pt x="2847237" y="339552"/>
                  </a:lnTo>
                  <a:lnTo>
                    <a:pt x="2848309" y="339417"/>
                  </a:lnTo>
                  <a:lnTo>
                    <a:pt x="2849381" y="339283"/>
                  </a:lnTo>
                  <a:lnTo>
                    <a:pt x="2850452" y="339149"/>
                  </a:lnTo>
                  <a:lnTo>
                    <a:pt x="2851524" y="339015"/>
                  </a:lnTo>
                  <a:lnTo>
                    <a:pt x="2852595" y="338881"/>
                  </a:lnTo>
                  <a:lnTo>
                    <a:pt x="2853667" y="338747"/>
                  </a:lnTo>
                  <a:lnTo>
                    <a:pt x="2854739" y="338614"/>
                  </a:lnTo>
                  <a:lnTo>
                    <a:pt x="2855810" y="338481"/>
                  </a:lnTo>
                  <a:lnTo>
                    <a:pt x="2856882" y="338347"/>
                  </a:lnTo>
                  <a:lnTo>
                    <a:pt x="2857953" y="338214"/>
                  </a:lnTo>
                  <a:lnTo>
                    <a:pt x="2859025" y="338081"/>
                  </a:lnTo>
                  <a:lnTo>
                    <a:pt x="2860097" y="337949"/>
                  </a:lnTo>
                  <a:lnTo>
                    <a:pt x="2861168" y="337816"/>
                  </a:lnTo>
                  <a:lnTo>
                    <a:pt x="2862240" y="337684"/>
                  </a:lnTo>
                  <a:lnTo>
                    <a:pt x="2863311" y="337551"/>
                  </a:lnTo>
                  <a:lnTo>
                    <a:pt x="2864383" y="337419"/>
                  </a:lnTo>
                  <a:lnTo>
                    <a:pt x="2865455" y="337287"/>
                  </a:lnTo>
                  <a:lnTo>
                    <a:pt x="2866526" y="337155"/>
                  </a:lnTo>
                  <a:lnTo>
                    <a:pt x="2867598" y="337023"/>
                  </a:lnTo>
                  <a:lnTo>
                    <a:pt x="2868669" y="336891"/>
                  </a:lnTo>
                  <a:lnTo>
                    <a:pt x="2869741" y="336760"/>
                  </a:lnTo>
                  <a:lnTo>
                    <a:pt x="2870813" y="336628"/>
                  </a:lnTo>
                  <a:lnTo>
                    <a:pt x="2871884" y="336497"/>
                  </a:lnTo>
                  <a:lnTo>
                    <a:pt x="2872956" y="336365"/>
                  </a:lnTo>
                  <a:lnTo>
                    <a:pt x="2874027" y="336234"/>
                  </a:lnTo>
                  <a:lnTo>
                    <a:pt x="2875099" y="336103"/>
                  </a:lnTo>
                  <a:lnTo>
                    <a:pt x="2876171" y="335972"/>
                  </a:lnTo>
                  <a:lnTo>
                    <a:pt x="2877242" y="335841"/>
                  </a:lnTo>
                  <a:lnTo>
                    <a:pt x="2878314" y="335710"/>
                  </a:lnTo>
                  <a:lnTo>
                    <a:pt x="2879385" y="335579"/>
                  </a:lnTo>
                  <a:lnTo>
                    <a:pt x="2880457" y="335448"/>
                  </a:lnTo>
                  <a:lnTo>
                    <a:pt x="2881529" y="335317"/>
                  </a:lnTo>
                  <a:lnTo>
                    <a:pt x="2882600" y="335186"/>
                  </a:lnTo>
                  <a:lnTo>
                    <a:pt x="2883672" y="335056"/>
                  </a:lnTo>
                  <a:lnTo>
                    <a:pt x="2884743" y="334925"/>
                  </a:lnTo>
                  <a:lnTo>
                    <a:pt x="2885815" y="334795"/>
                  </a:lnTo>
                  <a:lnTo>
                    <a:pt x="2886887" y="334664"/>
                  </a:lnTo>
                  <a:lnTo>
                    <a:pt x="2887958" y="334534"/>
                  </a:lnTo>
                  <a:lnTo>
                    <a:pt x="2889030" y="334403"/>
                  </a:lnTo>
                  <a:lnTo>
                    <a:pt x="2890101" y="334273"/>
                  </a:lnTo>
                  <a:lnTo>
                    <a:pt x="2891173" y="334142"/>
                  </a:lnTo>
                  <a:lnTo>
                    <a:pt x="2892245" y="334012"/>
                  </a:lnTo>
                  <a:lnTo>
                    <a:pt x="2893316" y="333881"/>
                  </a:lnTo>
                  <a:lnTo>
                    <a:pt x="2894388" y="333751"/>
                  </a:lnTo>
                  <a:lnTo>
                    <a:pt x="2895459" y="333621"/>
                  </a:lnTo>
                  <a:lnTo>
                    <a:pt x="2896531" y="333490"/>
                  </a:lnTo>
                  <a:lnTo>
                    <a:pt x="2897603" y="333360"/>
                  </a:lnTo>
                  <a:lnTo>
                    <a:pt x="2898674" y="333229"/>
                  </a:lnTo>
                  <a:lnTo>
                    <a:pt x="2899746" y="333099"/>
                  </a:lnTo>
                  <a:lnTo>
                    <a:pt x="2900817" y="332969"/>
                  </a:lnTo>
                  <a:lnTo>
                    <a:pt x="2901889" y="332838"/>
                  </a:lnTo>
                  <a:lnTo>
                    <a:pt x="2902961" y="332708"/>
                  </a:lnTo>
                  <a:lnTo>
                    <a:pt x="2904032" y="332577"/>
                  </a:lnTo>
                  <a:lnTo>
                    <a:pt x="2905104" y="332447"/>
                  </a:lnTo>
                  <a:lnTo>
                    <a:pt x="2906175" y="332316"/>
                  </a:lnTo>
                  <a:lnTo>
                    <a:pt x="2907247" y="332185"/>
                  </a:lnTo>
                  <a:lnTo>
                    <a:pt x="2908319" y="332055"/>
                  </a:lnTo>
                  <a:lnTo>
                    <a:pt x="2909390" y="331924"/>
                  </a:lnTo>
                  <a:lnTo>
                    <a:pt x="2910462" y="331793"/>
                  </a:lnTo>
                  <a:lnTo>
                    <a:pt x="2911533" y="331663"/>
                  </a:lnTo>
                  <a:lnTo>
                    <a:pt x="2912605" y="331532"/>
                  </a:lnTo>
                  <a:lnTo>
                    <a:pt x="2913677" y="331401"/>
                  </a:lnTo>
                  <a:lnTo>
                    <a:pt x="2914748" y="331270"/>
                  </a:lnTo>
                  <a:lnTo>
                    <a:pt x="2915820" y="331139"/>
                  </a:lnTo>
                  <a:lnTo>
                    <a:pt x="2916891" y="331007"/>
                  </a:lnTo>
                  <a:lnTo>
                    <a:pt x="2917963" y="330876"/>
                  </a:lnTo>
                  <a:lnTo>
                    <a:pt x="2919035" y="330745"/>
                  </a:lnTo>
                  <a:lnTo>
                    <a:pt x="2920106" y="330614"/>
                  </a:lnTo>
                  <a:lnTo>
                    <a:pt x="2921178" y="330482"/>
                  </a:lnTo>
                  <a:lnTo>
                    <a:pt x="2922249" y="330350"/>
                  </a:lnTo>
                  <a:lnTo>
                    <a:pt x="2923321" y="330219"/>
                  </a:lnTo>
                  <a:lnTo>
                    <a:pt x="2924393" y="330087"/>
                  </a:lnTo>
                  <a:lnTo>
                    <a:pt x="2925464" y="329955"/>
                  </a:lnTo>
                  <a:lnTo>
                    <a:pt x="2926536" y="329823"/>
                  </a:lnTo>
                  <a:lnTo>
                    <a:pt x="2927607" y="329691"/>
                  </a:lnTo>
                  <a:lnTo>
                    <a:pt x="2928679" y="329559"/>
                  </a:lnTo>
                  <a:lnTo>
                    <a:pt x="2929751" y="329426"/>
                  </a:lnTo>
                  <a:lnTo>
                    <a:pt x="2930822" y="329294"/>
                  </a:lnTo>
                  <a:lnTo>
                    <a:pt x="2931894" y="329161"/>
                  </a:lnTo>
                  <a:lnTo>
                    <a:pt x="2932965" y="329028"/>
                  </a:lnTo>
                  <a:lnTo>
                    <a:pt x="2934037" y="328895"/>
                  </a:lnTo>
                  <a:lnTo>
                    <a:pt x="2935109" y="328762"/>
                  </a:lnTo>
                  <a:lnTo>
                    <a:pt x="2936180" y="328629"/>
                  </a:lnTo>
                  <a:lnTo>
                    <a:pt x="2937252" y="328496"/>
                  </a:lnTo>
                  <a:lnTo>
                    <a:pt x="2938323" y="328362"/>
                  </a:lnTo>
                  <a:lnTo>
                    <a:pt x="2939395" y="328229"/>
                  </a:lnTo>
                  <a:lnTo>
                    <a:pt x="2940467" y="328095"/>
                  </a:lnTo>
                  <a:lnTo>
                    <a:pt x="2941538" y="327961"/>
                  </a:lnTo>
                  <a:lnTo>
                    <a:pt x="2942610" y="327826"/>
                  </a:lnTo>
                  <a:lnTo>
                    <a:pt x="2943681" y="327692"/>
                  </a:lnTo>
                  <a:lnTo>
                    <a:pt x="2944753" y="327558"/>
                  </a:lnTo>
                  <a:lnTo>
                    <a:pt x="2945825" y="327423"/>
                  </a:lnTo>
                  <a:lnTo>
                    <a:pt x="2946896" y="327288"/>
                  </a:lnTo>
                  <a:lnTo>
                    <a:pt x="2947968" y="327153"/>
                  </a:lnTo>
                  <a:lnTo>
                    <a:pt x="2949039" y="327018"/>
                  </a:lnTo>
                  <a:lnTo>
                    <a:pt x="2950111" y="326882"/>
                  </a:lnTo>
                  <a:lnTo>
                    <a:pt x="2951183" y="326746"/>
                  </a:lnTo>
                  <a:lnTo>
                    <a:pt x="2952254" y="326610"/>
                  </a:lnTo>
                  <a:lnTo>
                    <a:pt x="2953326" y="326474"/>
                  </a:lnTo>
                  <a:lnTo>
                    <a:pt x="2954397" y="326338"/>
                  </a:lnTo>
                  <a:lnTo>
                    <a:pt x="2955469" y="326201"/>
                  </a:lnTo>
                  <a:lnTo>
                    <a:pt x="2956541" y="326065"/>
                  </a:lnTo>
                  <a:lnTo>
                    <a:pt x="2957612" y="325928"/>
                  </a:lnTo>
                  <a:lnTo>
                    <a:pt x="2958684" y="325790"/>
                  </a:lnTo>
                  <a:lnTo>
                    <a:pt x="2959755" y="325653"/>
                  </a:lnTo>
                  <a:lnTo>
                    <a:pt x="2960827" y="325515"/>
                  </a:lnTo>
                  <a:lnTo>
                    <a:pt x="2961899" y="325377"/>
                  </a:lnTo>
                  <a:lnTo>
                    <a:pt x="2962970" y="325239"/>
                  </a:lnTo>
                  <a:lnTo>
                    <a:pt x="2964042" y="325101"/>
                  </a:lnTo>
                  <a:lnTo>
                    <a:pt x="2965113" y="324962"/>
                  </a:lnTo>
                  <a:lnTo>
                    <a:pt x="2966185" y="324823"/>
                  </a:lnTo>
                  <a:lnTo>
                    <a:pt x="2967257" y="324684"/>
                  </a:lnTo>
                  <a:lnTo>
                    <a:pt x="2968328" y="324544"/>
                  </a:lnTo>
                  <a:lnTo>
                    <a:pt x="2969400" y="324405"/>
                  </a:lnTo>
                  <a:lnTo>
                    <a:pt x="2970471" y="324265"/>
                  </a:lnTo>
                  <a:lnTo>
                    <a:pt x="2971543" y="324124"/>
                  </a:lnTo>
                  <a:lnTo>
                    <a:pt x="2972615" y="323984"/>
                  </a:lnTo>
                  <a:lnTo>
                    <a:pt x="2973686" y="323843"/>
                  </a:lnTo>
                  <a:lnTo>
                    <a:pt x="2974758" y="323702"/>
                  </a:lnTo>
                  <a:lnTo>
                    <a:pt x="2975829" y="323561"/>
                  </a:lnTo>
                  <a:lnTo>
                    <a:pt x="2976901" y="323419"/>
                  </a:lnTo>
                  <a:lnTo>
                    <a:pt x="2977973" y="323277"/>
                  </a:lnTo>
                  <a:lnTo>
                    <a:pt x="2979044" y="323135"/>
                  </a:lnTo>
                  <a:lnTo>
                    <a:pt x="2980116" y="322992"/>
                  </a:lnTo>
                  <a:lnTo>
                    <a:pt x="2981187" y="322849"/>
                  </a:lnTo>
                  <a:lnTo>
                    <a:pt x="2982259" y="322706"/>
                  </a:lnTo>
                  <a:lnTo>
                    <a:pt x="2983331" y="322562"/>
                  </a:lnTo>
                  <a:lnTo>
                    <a:pt x="2984402" y="322418"/>
                  </a:lnTo>
                  <a:lnTo>
                    <a:pt x="2985474" y="322274"/>
                  </a:lnTo>
                  <a:lnTo>
                    <a:pt x="2986545" y="322130"/>
                  </a:lnTo>
                  <a:lnTo>
                    <a:pt x="2987617" y="321985"/>
                  </a:lnTo>
                  <a:lnTo>
                    <a:pt x="2988689" y="321840"/>
                  </a:lnTo>
                  <a:lnTo>
                    <a:pt x="2989760" y="321694"/>
                  </a:lnTo>
                  <a:lnTo>
                    <a:pt x="2990832" y="321548"/>
                  </a:lnTo>
                  <a:lnTo>
                    <a:pt x="2991903" y="321402"/>
                  </a:lnTo>
                  <a:lnTo>
                    <a:pt x="2992975" y="321256"/>
                  </a:lnTo>
                  <a:lnTo>
                    <a:pt x="2994047" y="321109"/>
                  </a:lnTo>
                  <a:lnTo>
                    <a:pt x="2995118" y="320962"/>
                  </a:lnTo>
                  <a:lnTo>
                    <a:pt x="2996190" y="320814"/>
                  </a:lnTo>
                  <a:lnTo>
                    <a:pt x="2997261" y="320666"/>
                  </a:lnTo>
                  <a:lnTo>
                    <a:pt x="2998333" y="320518"/>
                  </a:lnTo>
                  <a:lnTo>
                    <a:pt x="2999405" y="320369"/>
                  </a:lnTo>
                  <a:lnTo>
                    <a:pt x="3000476" y="320220"/>
                  </a:lnTo>
                  <a:lnTo>
                    <a:pt x="3001548" y="320071"/>
                  </a:lnTo>
                  <a:lnTo>
                    <a:pt x="3002619" y="319921"/>
                  </a:lnTo>
                  <a:lnTo>
                    <a:pt x="3003691" y="319771"/>
                  </a:lnTo>
                  <a:lnTo>
                    <a:pt x="3004763" y="319620"/>
                  </a:lnTo>
                  <a:lnTo>
                    <a:pt x="3005834" y="319469"/>
                  </a:lnTo>
                  <a:lnTo>
                    <a:pt x="3006906" y="319318"/>
                  </a:lnTo>
                  <a:lnTo>
                    <a:pt x="3007977" y="319166"/>
                  </a:lnTo>
                  <a:lnTo>
                    <a:pt x="3009049" y="319014"/>
                  </a:lnTo>
                  <a:lnTo>
                    <a:pt x="3010121" y="318861"/>
                  </a:lnTo>
                  <a:lnTo>
                    <a:pt x="3011192" y="318708"/>
                  </a:lnTo>
                  <a:lnTo>
                    <a:pt x="3012264" y="318555"/>
                  </a:lnTo>
                  <a:lnTo>
                    <a:pt x="3013335" y="318401"/>
                  </a:lnTo>
                  <a:lnTo>
                    <a:pt x="3014407" y="318247"/>
                  </a:lnTo>
                  <a:lnTo>
                    <a:pt x="3015479" y="318092"/>
                  </a:lnTo>
                  <a:lnTo>
                    <a:pt x="3016550" y="317937"/>
                  </a:lnTo>
                  <a:lnTo>
                    <a:pt x="3017622" y="317782"/>
                  </a:lnTo>
                  <a:lnTo>
                    <a:pt x="3018693" y="317626"/>
                  </a:lnTo>
                  <a:lnTo>
                    <a:pt x="3019765" y="317470"/>
                  </a:lnTo>
                  <a:lnTo>
                    <a:pt x="3020836" y="317313"/>
                  </a:lnTo>
                  <a:lnTo>
                    <a:pt x="3021908" y="317156"/>
                  </a:lnTo>
                  <a:lnTo>
                    <a:pt x="3022980" y="316998"/>
                  </a:lnTo>
                  <a:lnTo>
                    <a:pt x="3024051" y="316840"/>
                  </a:lnTo>
                  <a:lnTo>
                    <a:pt x="3025123" y="316681"/>
                  </a:lnTo>
                  <a:lnTo>
                    <a:pt x="3026194" y="316522"/>
                  </a:lnTo>
                  <a:lnTo>
                    <a:pt x="3027266" y="316363"/>
                  </a:lnTo>
                  <a:lnTo>
                    <a:pt x="3028338" y="316203"/>
                  </a:lnTo>
                  <a:lnTo>
                    <a:pt x="3029409" y="316043"/>
                  </a:lnTo>
                  <a:lnTo>
                    <a:pt x="3030481" y="315882"/>
                  </a:lnTo>
                  <a:lnTo>
                    <a:pt x="3031552" y="315721"/>
                  </a:lnTo>
                  <a:lnTo>
                    <a:pt x="3032624" y="315559"/>
                  </a:lnTo>
                  <a:lnTo>
                    <a:pt x="3033696" y="315397"/>
                  </a:lnTo>
                  <a:lnTo>
                    <a:pt x="3034767" y="315234"/>
                  </a:lnTo>
                  <a:lnTo>
                    <a:pt x="3035839" y="315071"/>
                  </a:lnTo>
                  <a:lnTo>
                    <a:pt x="3036910" y="314907"/>
                  </a:lnTo>
                  <a:lnTo>
                    <a:pt x="3037982" y="314743"/>
                  </a:lnTo>
                  <a:lnTo>
                    <a:pt x="3039054" y="314578"/>
                  </a:lnTo>
                  <a:lnTo>
                    <a:pt x="3040125" y="314413"/>
                  </a:lnTo>
                  <a:lnTo>
                    <a:pt x="3041197" y="314247"/>
                  </a:lnTo>
                  <a:lnTo>
                    <a:pt x="3042268" y="314081"/>
                  </a:lnTo>
                  <a:lnTo>
                    <a:pt x="3043340" y="313915"/>
                  </a:lnTo>
                  <a:lnTo>
                    <a:pt x="3044412" y="313747"/>
                  </a:lnTo>
                  <a:lnTo>
                    <a:pt x="3045483" y="313580"/>
                  </a:lnTo>
                  <a:lnTo>
                    <a:pt x="3046555" y="313412"/>
                  </a:lnTo>
                  <a:lnTo>
                    <a:pt x="3047626" y="313243"/>
                  </a:lnTo>
                  <a:lnTo>
                    <a:pt x="3048698" y="313074"/>
                  </a:lnTo>
                  <a:lnTo>
                    <a:pt x="3049770" y="312904"/>
                  </a:lnTo>
                  <a:lnTo>
                    <a:pt x="3050841" y="312734"/>
                  </a:lnTo>
                  <a:lnTo>
                    <a:pt x="3051913" y="312563"/>
                  </a:lnTo>
                  <a:lnTo>
                    <a:pt x="3052984" y="312392"/>
                  </a:lnTo>
                  <a:lnTo>
                    <a:pt x="3054056" y="312220"/>
                  </a:lnTo>
                  <a:lnTo>
                    <a:pt x="3055128" y="312047"/>
                  </a:lnTo>
                  <a:lnTo>
                    <a:pt x="3056199" y="311874"/>
                  </a:lnTo>
                  <a:lnTo>
                    <a:pt x="3057271" y="311701"/>
                  </a:lnTo>
                  <a:lnTo>
                    <a:pt x="3058342" y="311527"/>
                  </a:lnTo>
                  <a:lnTo>
                    <a:pt x="3059414" y="311352"/>
                  </a:lnTo>
                  <a:lnTo>
                    <a:pt x="3060486" y="311177"/>
                  </a:lnTo>
                  <a:lnTo>
                    <a:pt x="3061557" y="311002"/>
                  </a:lnTo>
                  <a:lnTo>
                    <a:pt x="3062629" y="310825"/>
                  </a:lnTo>
                  <a:lnTo>
                    <a:pt x="3063700" y="310649"/>
                  </a:lnTo>
                  <a:lnTo>
                    <a:pt x="3064772" y="310471"/>
                  </a:lnTo>
                  <a:lnTo>
                    <a:pt x="3065844" y="310293"/>
                  </a:lnTo>
                  <a:lnTo>
                    <a:pt x="3066915" y="310115"/>
                  </a:lnTo>
                  <a:lnTo>
                    <a:pt x="3067987" y="309936"/>
                  </a:lnTo>
                  <a:lnTo>
                    <a:pt x="3069058" y="309756"/>
                  </a:lnTo>
                  <a:lnTo>
                    <a:pt x="3070130" y="309576"/>
                  </a:lnTo>
                  <a:lnTo>
                    <a:pt x="3071202" y="309395"/>
                  </a:lnTo>
                  <a:lnTo>
                    <a:pt x="3072273" y="309214"/>
                  </a:lnTo>
                  <a:lnTo>
                    <a:pt x="3073345" y="309032"/>
                  </a:lnTo>
                  <a:lnTo>
                    <a:pt x="3074416" y="308850"/>
                  </a:lnTo>
                  <a:lnTo>
                    <a:pt x="3075488" y="308667"/>
                  </a:lnTo>
                  <a:lnTo>
                    <a:pt x="3076560" y="308483"/>
                  </a:lnTo>
                  <a:lnTo>
                    <a:pt x="3077631" y="308299"/>
                  </a:lnTo>
                  <a:lnTo>
                    <a:pt x="3078703" y="308114"/>
                  </a:lnTo>
                  <a:lnTo>
                    <a:pt x="3079774" y="307928"/>
                  </a:lnTo>
                  <a:lnTo>
                    <a:pt x="3080846" y="307742"/>
                  </a:lnTo>
                  <a:lnTo>
                    <a:pt x="3081918" y="307555"/>
                  </a:lnTo>
                  <a:lnTo>
                    <a:pt x="3082989" y="307368"/>
                  </a:lnTo>
                  <a:lnTo>
                    <a:pt x="3084061" y="307180"/>
                  </a:lnTo>
                  <a:lnTo>
                    <a:pt x="3085132" y="306992"/>
                  </a:lnTo>
                  <a:lnTo>
                    <a:pt x="3086204" y="306803"/>
                  </a:lnTo>
                  <a:lnTo>
                    <a:pt x="3087276" y="306613"/>
                  </a:lnTo>
                  <a:lnTo>
                    <a:pt x="3088347" y="306422"/>
                  </a:lnTo>
                  <a:lnTo>
                    <a:pt x="3089419" y="306231"/>
                  </a:lnTo>
                  <a:lnTo>
                    <a:pt x="3090490" y="306040"/>
                  </a:lnTo>
                  <a:lnTo>
                    <a:pt x="3091562" y="305848"/>
                  </a:lnTo>
                  <a:lnTo>
                    <a:pt x="3092634" y="305655"/>
                  </a:lnTo>
                  <a:lnTo>
                    <a:pt x="3093705" y="305461"/>
                  </a:lnTo>
                  <a:lnTo>
                    <a:pt x="3094777" y="305267"/>
                  </a:lnTo>
                  <a:lnTo>
                    <a:pt x="3095848" y="305072"/>
                  </a:lnTo>
                  <a:lnTo>
                    <a:pt x="3096920" y="304877"/>
                  </a:lnTo>
                  <a:lnTo>
                    <a:pt x="3097992" y="304681"/>
                  </a:lnTo>
                  <a:lnTo>
                    <a:pt x="3099063" y="304484"/>
                  </a:lnTo>
                  <a:lnTo>
                    <a:pt x="3100135" y="304287"/>
                  </a:lnTo>
                  <a:lnTo>
                    <a:pt x="3101206" y="304089"/>
                  </a:lnTo>
                  <a:lnTo>
                    <a:pt x="3102278" y="303890"/>
                  </a:lnTo>
                  <a:lnTo>
                    <a:pt x="3103350" y="303691"/>
                  </a:lnTo>
                  <a:lnTo>
                    <a:pt x="3104421" y="303491"/>
                  </a:lnTo>
                  <a:lnTo>
                    <a:pt x="3105493" y="303290"/>
                  </a:lnTo>
                  <a:lnTo>
                    <a:pt x="3106564" y="303089"/>
                  </a:lnTo>
                  <a:lnTo>
                    <a:pt x="3107636" y="302887"/>
                  </a:lnTo>
                  <a:lnTo>
                    <a:pt x="3108708" y="302684"/>
                  </a:lnTo>
                  <a:lnTo>
                    <a:pt x="3109779" y="302481"/>
                  </a:lnTo>
                  <a:lnTo>
                    <a:pt x="3110851" y="302277"/>
                  </a:lnTo>
                  <a:lnTo>
                    <a:pt x="3111922" y="302072"/>
                  </a:lnTo>
                  <a:lnTo>
                    <a:pt x="3112994" y="301867"/>
                  </a:lnTo>
                  <a:lnTo>
                    <a:pt x="3114066" y="301661"/>
                  </a:lnTo>
                  <a:lnTo>
                    <a:pt x="3115137" y="301454"/>
                  </a:lnTo>
                  <a:lnTo>
                    <a:pt x="3116209" y="301247"/>
                  </a:lnTo>
                  <a:lnTo>
                    <a:pt x="3117280" y="301039"/>
                  </a:lnTo>
                  <a:lnTo>
                    <a:pt x="3118352" y="300830"/>
                  </a:lnTo>
                  <a:lnTo>
                    <a:pt x="3119424" y="300621"/>
                  </a:lnTo>
                  <a:lnTo>
                    <a:pt x="3120495" y="300410"/>
                  </a:lnTo>
                  <a:lnTo>
                    <a:pt x="3121567" y="300200"/>
                  </a:lnTo>
                  <a:lnTo>
                    <a:pt x="3122638" y="299988"/>
                  </a:lnTo>
                  <a:lnTo>
                    <a:pt x="3123710" y="299776"/>
                  </a:lnTo>
                  <a:lnTo>
                    <a:pt x="3124782" y="299563"/>
                  </a:lnTo>
                  <a:lnTo>
                    <a:pt x="3125853" y="299349"/>
                  </a:lnTo>
                  <a:lnTo>
                    <a:pt x="3126925" y="299135"/>
                  </a:lnTo>
                  <a:lnTo>
                    <a:pt x="3127996" y="298920"/>
                  </a:lnTo>
                  <a:lnTo>
                    <a:pt x="3129068" y="298704"/>
                  </a:lnTo>
                  <a:lnTo>
                    <a:pt x="3130140" y="298488"/>
                  </a:lnTo>
                  <a:lnTo>
                    <a:pt x="3131211" y="298271"/>
                  </a:lnTo>
                  <a:lnTo>
                    <a:pt x="3132283" y="298053"/>
                  </a:lnTo>
                  <a:lnTo>
                    <a:pt x="3133354" y="297834"/>
                  </a:lnTo>
                  <a:lnTo>
                    <a:pt x="3134426" y="297615"/>
                  </a:lnTo>
                  <a:lnTo>
                    <a:pt x="3135498" y="297395"/>
                  </a:lnTo>
                  <a:lnTo>
                    <a:pt x="3136569" y="297174"/>
                  </a:lnTo>
                  <a:lnTo>
                    <a:pt x="3137641" y="296953"/>
                  </a:lnTo>
                  <a:lnTo>
                    <a:pt x="3138712" y="296730"/>
                  </a:lnTo>
                  <a:lnTo>
                    <a:pt x="3139784" y="296508"/>
                  </a:lnTo>
                  <a:lnTo>
                    <a:pt x="3140856" y="296284"/>
                  </a:lnTo>
                  <a:lnTo>
                    <a:pt x="3141927" y="296060"/>
                  </a:lnTo>
                  <a:lnTo>
                    <a:pt x="3142999" y="295835"/>
                  </a:lnTo>
                  <a:lnTo>
                    <a:pt x="3144070" y="295609"/>
                  </a:lnTo>
                  <a:lnTo>
                    <a:pt x="3145142" y="295382"/>
                  </a:lnTo>
                  <a:lnTo>
                    <a:pt x="3146214" y="295155"/>
                  </a:lnTo>
                  <a:lnTo>
                    <a:pt x="3147285" y="294927"/>
                  </a:lnTo>
                  <a:lnTo>
                    <a:pt x="3148357" y="294698"/>
                  </a:lnTo>
                  <a:lnTo>
                    <a:pt x="3149428" y="294469"/>
                  </a:lnTo>
                  <a:lnTo>
                    <a:pt x="3150500" y="294239"/>
                  </a:lnTo>
                  <a:lnTo>
                    <a:pt x="3151572" y="294008"/>
                  </a:lnTo>
                  <a:lnTo>
                    <a:pt x="3152643" y="293777"/>
                  </a:lnTo>
                  <a:lnTo>
                    <a:pt x="3153715" y="293544"/>
                  </a:lnTo>
                  <a:lnTo>
                    <a:pt x="3154786" y="293311"/>
                  </a:lnTo>
                  <a:lnTo>
                    <a:pt x="3155858" y="293078"/>
                  </a:lnTo>
                  <a:lnTo>
                    <a:pt x="3156930" y="292843"/>
                  </a:lnTo>
                  <a:lnTo>
                    <a:pt x="3158001" y="292608"/>
                  </a:lnTo>
                  <a:lnTo>
                    <a:pt x="3159073" y="292372"/>
                  </a:lnTo>
                  <a:lnTo>
                    <a:pt x="3160144" y="292136"/>
                  </a:lnTo>
                  <a:lnTo>
                    <a:pt x="3161216" y="291899"/>
                  </a:lnTo>
                  <a:lnTo>
                    <a:pt x="3162288" y="291661"/>
                  </a:lnTo>
                  <a:lnTo>
                    <a:pt x="3163359" y="291422"/>
                  </a:lnTo>
                  <a:lnTo>
                    <a:pt x="3164431" y="291182"/>
                  </a:lnTo>
                  <a:lnTo>
                    <a:pt x="3165502" y="290942"/>
                  </a:lnTo>
                  <a:lnTo>
                    <a:pt x="3166574" y="290701"/>
                  </a:lnTo>
                  <a:lnTo>
                    <a:pt x="3167646" y="290460"/>
                  </a:lnTo>
                  <a:lnTo>
                    <a:pt x="3168717" y="290218"/>
                  </a:lnTo>
                  <a:lnTo>
                    <a:pt x="3169789" y="289975"/>
                  </a:lnTo>
                  <a:lnTo>
                    <a:pt x="3170860" y="289731"/>
                  </a:lnTo>
                  <a:lnTo>
                    <a:pt x="3171932" y="289486"/>
                  </a:lnTo>
                  <a:lnTo>
                    <a:pt x="3173004" y="289241"/>
                  </a:lnTo>
                  <a:lnTo>
                    <a:pt x="3174075" y="288995"/>
                  </a:lnTo>
                  <a:lnTo>
                    <a:pt x="3175147" y="288749"/>
                  </a:lnTo>
                  <a:lnTo>
                    <a:pt x="3176218" y="288501"/>
                  </a:lnTo>
                  <a:lnTo>
                    <a:pt x="3177290" y="288253"/>
                  </a:lnTo>
                  <a:lnTo>
                    <a:pt x="3178362" y="288005"/>
                  </a:lnTo>
                  <a:lnTo>
                    <a:pt x="3179433" y="287755"/>
                  </a:lnTo>
                  <a:lnTo>
                    <a:pt x="3180505" y="287505"/>
                  </a:lnTo>
                  <a:lnTo>
                    <a:pt x="3181576" y="287254"/>
                  </a:lnTo>
                  <a:lnTo>
                    <a:pt x="3182648" y="287002"/>
                  </a:lnTo>
                  <a:lnTo>
                    <a:pt x="3183720" y="286750"/>
                  </a:lnTo>
                  <a:lnTo>
                    <a:pt x="3184791" y="286497"/>
                  </a:lnTo>
                  <a:lnTo>
                    <a:pt x="3185863" y="286243"/>
                  </a:lnTo>
                  <a:lnTo>
                    <a:pt x="3186934" y="285989"/>
                  </a:lnTo>
                  <a:lnTo>
                    <a:pt x="3188006" y="285733"/>
                  </a:lnTo>
                  <a:lnTo>
                    <a:pt x="3189078" y="285478"/>
                  </a:lnTo>
                  <a:lnTo>
                    <a:pt x="3190149" y="285221"/>
                  </a:lnTo>
                  <a:lnTo>
                    <a:pt x="3191221" y="284964"/>
                  </a:lnTo>
                  <a:lnTo>
                    <a:pt x="3192292" y="284705"/>
                  </a:lnTo>
                  <a:lnTo>
                    <a:pt x="3193364" y="284447"/>
                  </a:lnTo>
                  <a:lnTo>
                    <a:pt x="3194436" y="284187"/>
                  </a:lnTo>
                  <a:lnTo>
                    <a:pt x="3195507" y="283927"/>
                  </a:lnTo>
                  <a:lnTo>
                    <a:pt x="3196579" y="283666"/>
                  </a:lnTo>
                  <a:lnTo>
                    <a:pt x="3197650" y="283404"/>
                  </a:lnTo>
                  <a:lnTo>
                    <a:pt x="3198722" y="283142"/>
                  </a:lnTo>
                  <a:lnTo>
                    <a:pt x="3199793" y="282879"/>
                  </a:lnTo>
                  <a:lnTo>
                    <a:pt x="3200865" y="282615"/>
                  </a:lnTo>
                  <a:lnTo>
                    <a:pt x="3201937" y="282351"/>
                  </a:lnTo>
                  <a:lnTo>
                    <a:pt x="3203008" y="282085"/>
                  </a:lnTo>
                  <a:lnTo>
                    <a:pt x="3204080" y="281819"/>
                  </a:lnTo>
                  <a:lnTo>
                    <a:pt x="3205151" y="281553"/>
                  </a:lnTo>
                  <a:lnTo>
                    <a:pt x="3206223" y="281285"/>
                  </a:lnTo>
                  <a:lnTo>
                    <a:pt x="3207295" y="281017"/>
                  </a:lnTo>
                  <a:lnTo>
                    <a:pt x="3208366" y="280748"/>
                  </a:lnTo>
                  <a:lnTo>
                    <a:pt x="3209438" y="280479"/>
                  </a:lnTo>
                  <a:lnTo>
                    <a:pt x="3210509" y="280209"/>
                  </a:lnTo>
                  <a:lnTo>
                    <a:pt x="3211581" y="279938"/>
                  </a:lnTo>
                  <a:lnTo>
                    <a:pt x="3212653" y="279666"/>
                  </a:lnTo>
                  <a:lnTo>
                    <a:pt x="3213724" y="279394"/>
                  </a:lnTo>
                  <a:lnTo>
                    <a:pt x="3214796" y="279121"/>
                  </a:lnTo>
                  <a:lnTo>
                    <a:pt x="3215867" y="278847"/>
                  </a:lnTo>
                  <a:lnTo>
                    <a:pt x="3216939" y="278572"/>
                  </a:lnTo>
                  <a:lnTo>
                    <a:pt x="3218011" y="278297"/>
                  </a:lnTo>
                  <a:lnTo>
                    <a:pt x="3219082" y="278021"/>
                  </a:lnTo>
                  <a:lnTo>
                    <a:pt x="3220154" y="277745"/>
                  </a:lnTo>
                  <a:lnTo>
                    <a:pt x="3221225" y="277467"/>
                  </a:lnTo>
                  <a:lnTo>
                    <a:pt x="3222297" y="277189"/>
                  </a:lnTo>
                  <a:lnTo>
                    <a:pt x="3223369" y="276910"/>
                  </a:lnTo>
                  <a:lnTo>
                    <a:pt x="3224440" y="276631"/>
                  </a:lnTo>
                  <a:lnTo>
                    <a:pt x="3225512" y="276351"/>
                  </a:lnTo>
                  <a:lnTo>
                    <a:pt x="3226583" y="276070"/>
                  </a:lnTo>
                  <a:lnTo>
                    <a:pt x="3227655" y="275788"/>
                  </a:lnTo>
                  <a:lnTo>
                    <a:pt x="3228727" y="275506"/>
                  </a:lnTo>
                  <a:lnTo>
                    <a:pt x="3229798" y="275223"/>
                  </a:lnTo>
                  <a:lnTo>
                    <a:pt x="3230870" y="274939"/>
                  </a:lnTo>
                  <a:lnTo>
                    <a:pt x="3231941" y="274654"/>
                  </a:lnTo>
                  <a:lnTo>
                    <a:pt x="3233013" y="274369"/>
                  </a:lnTo>
                  <a:lnTo>
                    <a:pt x="3234085" y="274083"/>
                  </a:lnTo>
                  <a:lnTo>
                    <a:pt x="3235156" y="273797"/>
                  </a:lnTo>
                  <a:lnTo>
                    <a:pt x="3236228" y="273509"/>
                  </a:lnTo>
                  <a:lnTo>
                    <a:pt x="3237299" y="273221"/>
                  </a:lnTo>
                  <a:lnTo>
                    <a:pt x="3238371" y="272933"/>
                  </a:lnTo>
                  <a:lnTo>
                    <a:pt x="3239443" y="272643"/>
                  </a:lnTo>
                  <a:lnTo>
                    <a:pt x="3240514" y="272353"/>
                  </a:lnTo>
                  <a:lnTo>
                    <a:pt x="3241586" y="272062"/>
                  </a:lnTo>
                  <a:lnTo>
                    <a:pt x="3242657" y="271771"/>
                  </a:lnTo>
                  <a:lnTo>
                    <a:pt x="3243729" y="271478"/>
                  </a:lnTo>
                  <a:lnTo>
                    <a:pt x="3244801" y="271185"/>
                  </a:lnTo>
                  <a:lnTo>
                    <a:pt x="3245872" y="270892"/>
                  </a:lnTo>
                  <a:lnTo>
                    <a:pt x="3246944" y="270597"/>
                  </a:lnTo>
                  <a:lnTo>
                    <a:pt x="3248015" y="270302"/>
                  </a:lnTo>
                  <a:lnTo>
                    <a:pt x="3249087" y="270006"/>
                  </a:lnTo>
                  <a:lnTo>
                    <a:pt x="3250159" y="269710"/>
                  </a:lnTo>
                  <a:lnTo>
                    <a:pt x="3251230" y="269413"/>
                  </a:lnTo>
                  <a:lnTo>
                    <a:pt x="3252302" y="269115"/>
                  </a:lnTo>
                  <a:lnTo>
                    <a:pt x="3253373" y="268816"/>
                  </a:lnTo>
                  <a:lnTo>
                    <a:pt x="3254445" y="268517"/>
                  </a:lnTo>
                  <a:lnTo>
                    <a:pt x="3255517" y="268217"/>
                  </a:lnTo>
                  <a:lnTo>
                    <a:pt x="3256588" y="267916"/>
                  </a:lnTo>
                  <a:lnTo>
                    <a:pt x="3257660" y="267614"/>
                  </a:lnTo>
                  <a:lnTo>
                    <a:pt x="3258731" y="267312"/>
                  </a:lnTo>
                  <a:lnTo>
                    <a:pt x="3259803" y="267009"/>
                  </a:lnTo>
                  <a:lnTo>
                    <a:pt x="3260875" y="266706"/>
                  </a:lnTo>
                  <a:lnTo>
                    <a:pt x="3261946" y="266401"/>
                  </a:lnTo>
                  <a:lnTo>
                    <a:pt x="3263018" y="266097"/>
                  </a:lnTo>
                  <a:lnTo>
                    <a:pt x="3264089" y="265791"/>
                  </a:lnTo>
                  <a:lnTo>
                    <a:pt x="3265161" y="265484"/>
                  </a:lnTo>
                  <a:lnTo>
                    <a:pt x="3266233" y="265177"/>
                  </a:lnTo>
                  <a:lnTo>
                    <a:pt x="3267304" y="264870"/>
                  </a:lnTo>
                  <a:lnTo>
                    <a:pt x="3268376" y="264561"/>
                  </a:lnTo>
                  <a:lnTo>
                    <a:pt x="3269447" y="264252"/>
                  </a:lnTo>
                  <a:lnTo>
                    <a:pt x="3270519" y="263942"/>
                  </a:lnTo>
                  <a:lnTo>
                    <a:pt x="3271591" y="263631"/>
                  </a:lnTo>
                  <a:lnTo>
                    <a:pt x="3272662" y="263320"/>
                  </a:lnTo>
                  <a:lnTo>
                    <a:pt x="3273734" y="263008"/>
                  </a:lnTo>
                  <a:lnTo>
                    <a:pt x="3274805" y="262695"/>
                  </a:lnTo>
                  <a:lnTo>
                    <a:pt x="3275877" y="262382"/>
                  </a:lnTo>
                  <a:lnTo>
                    <a:pt x="3276949" y="262068"/>
                  </a:lnTo>
                  <a:lnTo>
                    <a:pt x="3278020" y="261753"/>
                  </a:lnTo>
                  <a:lnTo>
                    <a:pt x="3279092" y="261437"/>
                  </a:lnTo>
                  <a:lnTo>
                    <a:pt x="3280163" y="261121"/>
                  </a:lnTo>
                  <a:lnTo>
                    <a:pt x="3281235" y="260804"/>
                  </a:lnTo>
                  <a:lnTo>
                    <a:pt x="3282307" y="260487"/>
                  </a:lnTo>
                  <a:lnTo>
                    <a:pt x="3283378" y="260168"/>
                  </a:lnTo>
                  <a:lnTo>
                    <a:pt x="3284450" y="259849"/>
                  </a:lnTo>
                  <a:lnTo>
                    <a:pt x="3285521" y="259530"/>
                  </a:lnTo>
                  <a:lnTo>
                    <a:pt x="3286593" y="259209"/>
                  </a:lnTo>
                  <a:lnTo>
                    <a:pt x="3287665" y="258888"/>
                  </a:lnTo>
                  <a:lnTo>
                    <a:pt x="3288736" y="258566"/>
                  </a:lnTo>
                  <a:lnTo>
                    <a:pt x="3289808" y="258244"/>
                  </a:lnTo>
                  <a:lnTo>
                    <a:pt x="3290879" y="257921"/>
                  </a:lnTo>
                  <a:lnTo>
                    <a:pt x="3291951" y="257597"/>
                  </a:lnTo>
                  <a:lnTo>
                    <a:pt x="3293023" y="257272"/>
                  </a:lnTo>
                  <a:lnTo>
                    <a:pt x="3294094" y="256947"/>
                  </a:lnTo>
                  <a:lnTo>
                    <a:pt x="3295166" y="256621"/>
                  </a:lnTo>
                  <a:lnTo>
                    <a:pt x="3296237" y="256294"/>
                  </a:lnTo>
                  <a:lnTo>
                    <a:pt x="3297309" y="255967"/>
                  </a:lnTo>
                  <a:lnTo>
                    <a:pt x="3298381" y="255639"/>
                  </a:lnTo>
                  <a:lnTo>
                    <a:pt x="3299452" y="255310"/>
                  </a:lnTo>
                  <a:lnTo>
                    <a:pt x="3300524" y="254980"/>
                  </a:lnTo>
                  <a:lnTo>
                    <a:pt x="3301595" y="254650"/>
                  </a:lnTo>
                  <a:lnTo>
                    <a:pt x="3302667" y="254319"/>
                  </a:lnTo>
                  <a:lnTo>
                    <a:pt x="3303739" y="253988"/>
                  </a:lnTo>
                  <a:lnTo>
                    <a:pt x="3304810" y="253656"/>
                  </a:lnTo>
                  <a:lnTo>
                    <a:pt x="3305882" y="253323"/>
                  </a:lnTo>
                  <a:lnTo>
                    <a:pt x="3306953" y="252989"/>
                  </a:lnTo>
                  <a:lnTo>
                    <a:pt x="3308025" y="252655"/>
                  </a:lnTo>
                  <a:lnTo>
                    <a:pt x="3309097" y="252320"/>
                  </a:lnTo>
                  <a:lnTo>
                    <a:pt x="3310168" y="251984"/>
                  </a:lnTo>
                  <a:lnTo>
                    <a:pt x="3311240" y="251648"/>
                  </a:lnTo>
                  <a:lnTo>
                    <a:pt x="3312311" y="251311"/>
                  </a:lnTo>
                  <a:lnTo>
                    <a:pt x="3313383" y="250973"/>
                  </a:lnTo>
                  <a:lnTo>
                    <a:pt x="3314455" y="250634"/>
                  </a:lnTo>
                  <a:lnTo>
                    <a:pt x="3315526" y="250295"/>
                  </a:lnTo>
                  <a:lnTo>
                    <a:pt x="3316598" y="249956"/>
                  </a:lnTo>
                  <a:lnTo>
                    <a:pt x="3317669" y="249615"/>
                  </a:lnTo>
                  <a:lnTo>
                    <a:pt x="3318741" y="249274"/>
                  </a:lnTo>
                  <a:lnTo>
                    <a:pt x="3319813" y="248932"/>
                  </a:lnTo>
                  <a:lnTo>
                    <a:pt x="3320884" y="248589"/>
                  </a:lnTo>
                  <a:lnTo>
                    <a:pt x="3321956" y="248246"/>
                  </a:lnTo>
                  <a:lnTo>
                    <a:pt x="3323027" y="247902"/>
                  </a:lnTo>
                  <a:lnTo>
                    <a:pt x="3324099" y="247557"/>
                  </a:lnTo>
                  <a:lnTo>
                    <a:pt x="3325171" y="247212"/>
                  </a:lnTo>
                  <a:lnTo>
                    <a:pt x="3326242" y="246866"/>
                  </a:lnTo>
                  <a:lnTo>
                    <a:pt x="3327314" y="246519"/>
                  </a:lnTo>
                  <a:lnTo>
                    <a:pt x="3328385" y="246172"/>
                  </a:lnTo>
                  <a:lnTo>
                    <a:pt x="3329457" y="245824"/>
                  </a:lnTo>
                  <a:lnTo>
                    <a:pt x="3330529" y="245475"/>
                  </a:lnTo>
                  <a:lnTo>
                    <a:pt x="3331600" y="245126"/>
                  </a:lnTo>
                  <a:lnTo>
                    <a:pt x="3332672" y="244776"/>
                  </a:lnTo>
                  <a:lnTo>
                    <a:pt x="3333743" y="244425"/>
                  </a:lnTo>
                  <a:lnTo>
                    <a:pt x="3334815" y="244073"/>
                  </a:lnTo>
                  <a:lnTo>
                    <a:pt x="3335887" y="243721"/>
                  </a:lnTo>
                  <a:lnTo>
                    <a:pt x="3336958" y="243368"/>
                  </a:lnTo>
                  <a:lnTo>
                    <a:pt x="3338030" y="243015"/>
                  </a:lnTo>
                  <a:lnTo>
                    <a:pt x="3339101" y="242660"/>
                  </a:lnTo>
                  <a:lnTo>
                    <a:pt x="3340173" y="242305"/>
                  </a:lnTo>
                  <a:lnTo>
                    <a:pt x="3341245" y="241950"/>
                  </a:lnTo>
                  <a:lnTo>
                    <a:pt x="3342316" y="241594"/>
                  </a:lnTo>
                  <a:lnTo>
                    <a:pt x="3343388" y="241237"/>
                  </a:lnTo>
                  <a:lnTo>
                    <a:pt x="3344459" y="240879"/>
                  </a:lnTo>
                  <a:lnTo>
                    <a:pt x="3345531" y="240521"/>
                  </a:lnTo>
                  <a:lnTo>
                    <a:pt x="3346603" y="240162"/>
                  </a:lnTo>
                  <a:lnTo>
                    <a:pt x="3347674" y="239802"/>
                  </a:lnTo>
                  <a:lnTo>
                    <a:pt x="3348746" y="239442"/>
                  </a:lnTo>
                  <a:lnTo>
                    <a:pt x="3349817" y="239081"/>
                  </a:lnTo>
                  <a:lnTo>
                    <a:pt x="3350889" y="238719"/>
                  </a:lnTo>
                  <a:lnTo>
                    <a:pt x="3351961" y="238357"/>
                  </a:lnTo>
                  <a:lnTo>
                    <a:pt x="3353032" y="237994"/>
                  </a:lnTo>
                  <a:lnTo>
                    <a:pt x="3354104" y="237630"/>
                  </a:lnTo>
                  <a:lnTo>
                    <a:pt x="3355175" y="237265"/>
                  </a:lnTo>
                  <a:lnTo>
                    <a:pt x="3356247" y="236900"/>
                  </a:lnTo>
                  <a:lnTo>
                    <a:pt x="3357319" y="236534"/>
                  </a:lnTo>
                  <a:lnTo>
                    <a:pt x="3358390" y="236168"/>
                  </a:lnTo>
                  <a:lnTo>
                    <a:pt x="3359462" y="235801"/>
                  </a:lnTo>
                  <a:lnTo>
                    <a:pt x="3360533" y="235433"/>
                  </a:lnTo>
                  <a:lnTo>
                    <a:pt x="3361605" y="235065"/>
                  </a:lnTo>
                  <a:lnTo>
                    <a:pt x="3362677" y="234696"/>
                  </a:lnTo>
                  <a:lnTo>
                    <a:pt x="3363748" y="234326"/>
                  </a:lnTo>
                  <a:lnTo>
                    <a:pt x="3364820" y="233955"/>
                  </a:lnTo>
                  <a:lnTo>
                    <a:pt x="3365891" y="233584"/>
                  </a:lnTo>
                  <a:lnTo>
                    <a:pt x="3366963" y="233212"/>
                  </a:lnTo>
                  <a:lnTo>
                    <a:pt x="3368035" y="232840"/>
                  </a:lnTo>
                  <a:lnTo>
                    <a:pt x="3369106" y="232467"/>
                  </a:lnTo>
                  <a:lnTo>
                    <a:pt x="3370178" y="232093"/>
                  </a:lnTo>
                  <a:lnTo>
                    <a:pt x="3371249" y="231718"/>
                  </a:lnTo>
                  <a:lnTo>
                    <a:pt x="3372321" y="231343"/>
                  </a:lnTo>
                  <a:lnTo>
                    <a:pt x="3373392" y="230967"/>
                  </a:lnTo>
                  <a:lnTo>
                    <a:pt x="3374464" y="230591"/>
                  </a:lnTo>
                  <a:lnTo>
                    <a:pt x="3375536" y="230213"/>
                  </a:lnTo>
                  <a:lnTo>
                    <a:pt x="3376607" y="229836"/>
                  </a:lnTo>
                  <a:lnTo>
                    <a:pt x="3377679" y="229457"/>
                  </a:lnTo>
                  <a:lnTo>
                    <a:pt x="3378750" y="229078"/>
                  </a:lnTo>
                  <a:lnTo>
                    <a:pt x="3379822" y="228698"/>
                  </a:lnTo>
                  <a:lnTo>
                    <a:pt x="3380894" y="228317"/>
                  </a:lnTo>
                  <a:lnTo>
                    <a:pt x="3381965" y="227936"/>
                  </a:lnTo>
                  <a:lnTo>
                    <a:pt x="3383037" y="227554"/>
                  </a:lnTo>
                  <a:lnTo>
                    <a:pt x="3384108" y="227172"/>
                  </a:lnTo>
                  <a:lnTo>
                    <a:pt x="3385180" y="226789"/>
                  </a:lnTo>
                  <a:lnTo>
                    <a:pt x="3386252" y="226405"/>
                  </a:lnTo>
                  <a:lnTo>
                    <a:pt x="3387323" y="226020"/>
                  </a:lnTo>
                  <a:lnTo>
                    <a:pt x="3388395" y="225635"/>
                  </a:lnTo>
                  <a:lnTo>
                    <a:pt x="3389466" y="225249"/>
                  </a:lnTo>
                  <a:lnTo>
                    <a:pt x="3390538" y="224863"/>
                  </a:lnTo>
                  <a:lnTo>
                    <a:pt x="3391610" y="224476"/>
                  </a:lnTo>
                  <a:lnTo>
                    <a:pt x="3392681" y="224088"/>
                  </a:lnTo>
                  <a:lnTo>
                    <a:pt x="3393753" y="223699"/>
                  </a:lnTo>
                  <a:lnTo>
                    <a:pt x="3394824" y="223310"/>
                  </a:lnTo>
                  <a:lnTo>
                    <a:pt x="3395896" y="222920"/>
                  </a:lnTo>
                  <a:lnTo>
                    <a:pt x="3396968" y="222530"/>
                  </a:lnTo>
                  <a:lnTo>
                    <a:pt x="3398039" y="222139"/>
                  </a:lnTo>
                  <a:lnTo>
                    <a:pt x="3399111" y="221747"/>
                  </a:lnTo>
                  <a:lnTo>
                    <a:pt x="3400182" y="221354"/>
                  </a:lnTo>
                  <a:lnTo>
                    <a:pt x="3401254" y="220961"/>
                  </a:lnTo>
                  <a:lnTo>
                    <a:pt x="3402326" y="220567"/>
                  </a:lnTo>
                  <a:lnTo>
                    <a:pt x="3403397" y="220173"/>
                  </a:lnTo>
                  <a:lnTo>
                    <a:pt x="3404469" y="219778"/>
                  </a:lnTo>
                  <a:lnTo>
                    <a:pt x="3405540" y="219382"/>
                  </a:lnTo>
                  <a:lnTo>
                    <a:pt x="3406612" y="218986"/>
                  </a:lnTo>
                  <a:lnTo>
                    <a:pt x="3407684" y="218589"/>
                  </a:lnTo>
                  <a:lnTo>
                    <a:pt x="3408755" y="218191"/>
                  </a:lnTo>
                  <a:lnTo>
                    <a:pt x="3409827" y="217793"/>
                  </a:lnTo>
                  <a:lnTo>
                    <a:pt x="3410898" y="217394"/>
                  </a:lnTo>
                  <a:lnTo>
                    <a:pt x="3411970" y="216994"/>
                  </a:lnTo>
                  <a:lnTo>
                    <a:pt x="3413042" y="216593"/>
                  </a:lnTo>
                  <a:lnTo>
                    <a:pt x="3414113" y="216192"/>
                  </a:lnTo>
                  <a:lnTo>
                    <a:pt x="3415185" y="215791"/>
                  </a:lnTo>
                  <a:lnTo>
                    <a:pt x="3416256" y="215389"/>
                  </a:lnTo>
                  <a:lnTo>
                    <a:pt x="3417328" y="214986"/>
                  </a:lnTo>
                  <a:lnTo>
                    <a:pt x="3418400" y="214582"/>
                  </a:lnTo>
                  <a:lnTo>
                    <a:pt x="3419471" y="214178"/>
                  </a:lnTo>
                  <a:lnTo>
                    <a:pt x="3420543" y="213773"/>
                  </a:lnTo>
                  <a:lnTo>
                    <a:pt x="3421614" y="213367"/>
                  </a:lnTo>
                  <a:lnTo>
                    <a:pt x="3422686" y="212961"/>
                  </a:lnTo>
                  <a:lnTo>
                    <a:pt x="3423758" y="212554"/>
                  </a:lnTo>
                  <a:lnTo>
                    <a:pt x="3424829" y="212147"/>
                  </a:lnTo>
                  <a:lnTo>
                    <a:pt x="3425901" y="211738"/>
                  </a:lnTo>
                  <a:lnTo>
                    <a:pt x="3426972" y="211330"/>
                  </a:lnTo>
                  <a:lnTo>
                    <a:pt x="3428044" y="210920"/>
                  </a:lnTo>
                  <a:lnTo>
                    <a:pt x="3429116" y="210510"/>
                  </a:lnTo>
                  <a:lnTo>
                    <a:pt x="3430187" y="210099"/>
                  </a:lnTo>
                  <a:lnTo>
                    <a:pt x="3431259" y="209688"/>
                  </a:lnTo>
                  <a:lnTo>
                    <a:pt x="3432330" y="209276"/>
                  </a:lnTo>
                  <a:lnTo>
                    <a:pt x="3433402" y="208863"/>
                  </a:lnTo>
                  <a:lnTo>
                    <a:pt x="3434474" y="208450"/>
                  </a:lnTo>
                  <a:lnTo>
                    <a:pt x="3435545" y="208036"/>
                  </a:lnTo>
                  <a:lnTo>
                    <a:pt x="3436617" y="207621"/>
                  </a:lnTo>
                  <a:lnTo>
                    <a:pt x="3437688" y="207206"/>
                  </a:lnTo>
                  <a:lnTo>
                    <a:pt x="3438760" y="206790"/>
                  </a:lnTo>
                  <a:lnTo>
                    <a:pt x="3439832" y="206373"/>
                  </a:lnTo>
                  <a:lnTo>
                    <a:pt x="3440903" y="205956"/>
                  </a:lnTo>
                  <a:lnTo>
                    <a:pt x="3441975" y="205538"/>
                  </a:lnTo>
                  <a:lnTo>
                    <a:pt x="3443046" y="205120"/>
                  </a:lnTo>
                  <a:lnTo>
                    <a:pt x="3444118" y="204701"/>
                  </a:lnTo>
                  <a:lnTo>
                    <a:pt x="3445190" y="204281"/>
                  </a:lnTo>
                  <a:lnTo>
                    <a:pt x="3446261" y="203861"/>
                  </a:lnTo>
                  <a:lnTo>
                    <a:pt x="3447333" y="203440"/>
                  </a:lnTo>
                  <a:lnTo>
                    <a:pt x="3448404" y="203018"/>
                  </a:lnTo>
                  <a:lnTo>
                    <a:pt x="3449476" y="202596"/>
                  </a:lnTo>
                  <a:lnTo>
                    <a:pt x="3450548" y="202173"/>
                  </a:lnTo>
                  <a:lnTo>
                    <a:pt x="3451619" y="201749"/>
                  </a:lnTo>
                  <a:lnTo>
                    <a:pt x="3452691" y="201325"/>
                  </a:lnTo>
                  <a:lnTo>
                    <a:pt x="3453762" y="200900"/>
                  </a:lnTo>
                  <a:lnTo>
                    <a:pt x="3454834" y="200474"/>
                  </a:lnTo>
                  <a:lnTo>
                    <a:pt x="3455906" y="200048"/>
                  </a:lnTo>
                  <a:lnTo>
                    <a:pt x="3456977" y="199621"/>
                  </a:lnTo>
                  <a:lnTo>
                    <a:pt x="3458049" y="199194"/>
                  </a:lnTo>
                  <a:lnTo>
                    <a:pt x="3459120" y="198766"/>
                  </a:lnTo>
                  <a:lnTo>
                    <a:pt x="3460192" y="198337"/>
                  </a:lnTo>
                  <a:lnTo>
                    <a:pt x="3461264" y="197908"/>
                  </a:lnTo>
                  <a:lnTo>
                    <a:pt x="3462335" y="197478"/>
                  </a:lnTo>
                  <a:lnTo>
                    <a:pt x="3463407" y="197047"/>
                  </a:lnTo>
                  <a:lnTo>
                    <a:pt x="3464478" y="196616"/>
                  </a:lnTo>
                  <a:lnTo>
                    <a:pt x="3465550" y="196184"/>
                  </a:lnTo>
                  <a:lnTo>
                    <a:pt x="3466622" y="195752"/>
                  </a:lnTo>
                  <a:lnTo>
                    <a:pt x="3467693" y="195319"/>
                  </a:lnTo>
                  <a:lnTo>
                    <a:pt x="3468765" y="194885"/>
                  </a:lnTo>
                  <a:lnTo>
                    <a:pt x="3469836" y="194450"/>
                  </a:lnTo>
                  <a:lnTo>
                    <a:pt x="3470908" y="194015"/>
                  </a:lnTo>
                  <a:lnTo>
                    <a:pt x="3471980" y="193580"/>
                  </a:lnTo>
                  <a:lnTo>
                    <a:pt x="3473051" y="193144"/>
                  </a:lnTo>
                  <a:lnTo>
                    <a:pt x="3474123" y="192707"/>
                  </a:lnTo>
                  <a:lnTo>
                    <a:pt x="3475194" y="192269"/>
                  </a:lnTo>
                  <a:lnTo>
                    <a:pt x="3476266" y="191831"/>
                  </a:lnTo>
                  <a:lnTo>
                    <a:pt x="3477338" y="191392"/>
                  </a:lnTo>
                  <a:lnTo>
                    <a:pt x="3478409" y="190953"/>
                  </a:lnTo>
                  <a:lnTo>
                    <a:pt x="3479481" y="190513"/>
                  </a:lnTo>
                  <a:lnTo>
                    <a:pt x="3480552" y="190072"/>
                  </a:lnTo>
                  <a:lnTo>
                    <a:pt x="3481624" y="189631"/>
                  </a:lnTo>
                  <a:lnTo>
                    <a:pt x="3482696" y="189189"/>
                  </a:lnTo>
                  <a:lnTo>
                    <a:pt x="3483767" y="188746"/>
                  </a:lnTo>
                  <a:lnTo>
                    <a:pt x="3484839" y="188303"/>
                  </a:lnTo>
                  <a:lnTo>
                    <a:pt x="3485910" y="187859"/>
                  </a:lnTo>
                  <a:lnTo>
                    <a:pt x="3486982" y="187415"/>
                  </a:lnTo>
                  <a:lnTo>
                    <a:pt x="3488054" y="186970"/>
                  </a:lnTo>
                  <a:lnTo>
                    <a:pt x="3489125" y="186524"/>
                  </a:lnTo>
                  <a:lnTo>
                    <a:pt x="3490197" y="186078"/>
                  </a:lnTo>
                  <a:lnTo>
                    <a:pt x="3491268" y="185631"/>
                  </a:lnTo>
                  <a:lnTo>
                    <a:pt x="3492340" y="185183"/>
                  </a:lnTo>
                  <a:lnTo>
                    <a:pt x="3493412" y="184735"/>
                  </a:lnTo>
                  <a:lnTo>
                    <a:pt x="3494483" y="184287"/>
                  </a:lnTo>
                  <a:lnTo>
                    <a:pt x="3495555" y="183837"/>
                  </a:lnTo>
                  <a:lnTo>
                    <a:pt x="3496626" y="183387"/>
                  </a:lnTo>
                  <a:lnTo>
                    <a:pt x="3497698" y="182937"/>
                  </a:lnTo>
                  <a:lnTo>
                    <a:pt x="3498770" y="182485"/>
                  </a:lnTo>
                  <a:lnTo>
                    <a:pt x="3499841" y="182033"/>
                  </a:lnTo>
                  <a:lnTo>
                    <a:pt x="3500913" y="181581"/>
                  </a:lnTo>
                  <a:lnTo>
                    <a:pt x="3501984" y="181128"/>
                  </a:lnTo>
                  <a:lnTo>
                    <a:pt x="3503056" y="180674"/>
                  </a:lnTo>
                  <a:lnTo>
                    <a:pt x="3504128" y="180220"/>
                  </a:lnTo>
                  <a:lnTo>
                    <a:pt x="3505199" y="179765"/>
                  </a:lnTo>
                  <a:lnTo>
                    <a:pt x="3506271" y="179309"/>
                  </a:lnTo>
                  <a:lnTo>
                    <a:pt x="3507342" y="178853"/>
                  </a:lnTo>
                  <a:lnTo>
                    <a:pt x="3508414" y="178396"/>
                  </a:lnTo>
                  <a:lnTo>
                    <a:pt x="3509486" y="177939"/>
                  </a:lnTo>
                  <a:lnTo>
                    <a:pt x="3510557" y="177481"/>
                  </a:lnTo>
                  <a:lnTo>
                    <a:pt x="3511629" y="177022"/>
                  </a:lnTo>
                  <a:lnTo>
                    <a:pt x="3512700" y="176563"/>
                  </a:lnTo>
                  <a:lnTo>
                    <a:pt x="3513772" y="176103"/>
                  </a:lnTo>
                  <a:lnTo>
                    <a:pt x="3514844" y="175643"/>
                  </a:lnTo>
                  <a:lnTo>
                    <a:pt x="3515915" y="175182"/>
                  </a:lnTo>
                  <a:lnTo>
                    <a:pt x="3516987" y="174720"/>
                  </a:lnTo>
                  <a:lnTo>
                    <a:pt x="3518058" y="174258"/>
                  </a:lnTo>
                  <a:lnTo>
                    <a:pt x="3519130" y="173795"/>
                  </a:lnTo>
                  <a:lnTo>
                    <a:pt x="3520202" y="173331"/>
                  </a:lnTo>
                  <a:lnTo>
                    <a:pt x="3521273" y="172867"/>
                  </a:lnTo>
                  <a:lnTo>
                    <a:pt x="3522345" y="172403"/>
                  </a:lnTo>
                  <a:lnTo>
                    <a:pt x="3523416" y="171937"/>
                  </a:lnTo>
                  <a:lnTo>
                    <a:pt x="3524488" y="171471"/>
                  </a:lnTo>
                  <a:lnTo>
                    <a:pt x="3525560" y="171005"/>
                  </a:lnTo>
                  <a:lnTo>
                    <a:pt x="3526631" y="170538"/>
                  </a:lnTo>
                  <a:lnTo>
                    <a:pt x="3527703" y="170070"/>
                  </a:lnTo>
                  <a:lnTo>
                    <a:pt x="3528774" y="169602"/>
                  </a:lnTo>
                  <a:lnTo>
                    <a:pt x="3529846" y="169133"/>
                  </a:lnTo>
                  <a:lnTo>
                    <a:pt x="3530918" y="168663"/>
                  </a:lnTo>
                  <a:lnTo>
                    <a:pt x="3531989" y="168193"/>
                  </a:lnTo>
                  <a:lnTo>
                    <a:pt x="3533061" y="167722"/>
                  </a:lnTo>
                  <a:lnTo>
                    <a:pt x="3534132" y="167251"/>
                  </a:lnTo>
                  <a:lnTo>
                    <a:pt x="3535204" y="166779"/>
                  </a:lnTo>
                  <a:lnTo>
                    <a:pt x="3536276" y="166306"/>
                  </a:lnTo>
                  <a:lnTo>
                    <a:pt x="3537347" y="165833"/>
                  </a:lnTo>
                  <a:lnTo>
                    <a:pt x="3538419" y="165359"/>
                  </a:lnTo>
                  <a:lnTo>
                    <a:pt x="3539490" y="164885"/>
                  </a:lnTo>
                  <a:lnTo>
                    <a:pt x="3540562" y="164410"/>
                  </a:lnTo>
                  <a:lnTo>
                    <a:pt x="3541634" y="163934"/>
                  </a:lnTo>
                  <a:lnTo>
                    <a:pt x="3542705" y="163458"/>
                  </a:lnTo>
                  <a:lnTo>
                    <a:pt x="3543777" y="162981"/>
                  </a:lnTo>
                  <a:lnTo>
                    <a:pt x="3544848" y="162504"/>
                  </a:lnTo>
                  <a:lnTo>
                    <a:pt x="3545920" y="162026"/>
                  </a:lnTo>
                  <a:lnTo>
                    <a:pt x="3546992" y="161547"/>
                  </a:lnTo>
                  <a:lnTo>
                    <a:pt x="3548063" y="161068"/>
                  </a:lnTo>
                  <a:lnTo>
                    <a:pt x="3549135" y="160588"/>
                  </a:lnTo>
                  <a:lnTo>
                    <a:pt x="3550206" y="160108"/>
                  </a:lnTo>
                  <a:lnTo>
                    <a:pt x="3551278" y="159627"/>
                  </a:lnTo>
                  <a:lnTo>
                    <a:pt x="3552349" y="159146"/>
                  </a:lnTo>
                  <a:lnTo>
                    <a:pt x="3553421" y="158663"/>
                  </a:lnTo>
                  <a:lnTo>
                    <a:pt x="3554493" y="158181"/>
                  </a:lnTo>
                  <a:lnTo>
                    <a:pt x="3555564" y="157697"/>
                  </a:lnTo>
                  <a:lnTo>
                    <a:pt x="3556636" y="157213"/>
                  </a:lnTo>
                  <a:lnTo>
                    <a:pt x="3557707" y="156729"/>
                  </a:lnTo>
                  <a:lnTo>
                    <a:pt x="3558779" y="156244"/>
                  </a:lnTo>
                  <a:lnTo>
                    <a:pt x="3559851" y="155758"/>
                  </a:lnTo>
                  <a:lnTo>
                    <a:pt x="3560922" y="155272"/>
                  </a:lnTo>
                  <a:lnTo>
                    <a:pt x="3561994" y="154785"/>
                  </a:lnTo>
                  <a:lnTo>
                    <a:pt x="3563065" y="154297"/>
                  </a:lnTo>
                  <a:lnTo>
                    <a:pt x="3564137" y="153809"/>
                  </a:lnTo>
                  <a:lnTo>
                    <a:pt x="3565209" y="153321"/>
                  </a:lnTo>
                  <a:lnTo>
                    <a:pt x="3566280" y="152832"/>
                  </a:lnTo>
                  <a:lnTo>
                    <a:pt x="3567352" y="152342"/>
                  </a:lnTo>
                  <a:lnTo>
                    <a:pt x="3568423" y="151851"/>
                  </a:lnTo>
                  <a:lnTo>
                    <a:pt x="3569495" y="151360"/>
                  </a:lnTo>
                  <a:lnTo>
                    <a:pt x="3570567" y="150869"/>
                  </a:lnTo>
                  <a:lnTo>
                    <a:pt x="3571638" y="150376"/>
                  </a:lnTo>
                  <a:lnTo>
                    <a:pt x="3572710" y="149884"/>
                  </a:lnTo>
                  <a:lnTo>
                    <a:pt x="3573781" y="149390"/>
                  </a:lnTo>
                  <a:lnTo>
                    <a:pt x="3574853" y="148896"/>
                  </a:lnTo>
                  <a:lnTo>
                    <a:pt x="3575925" y="148402"/>
                  </a:lnTo>
                  <a:lnTo>
                    <a:pt x="3576996" y="147907"/>
                  </a:lnTo>
                  <a:lnTo>
                    <a:pt x="3578068" y="147411"/>
                  </a:lnTo>
                  <a:lnTo>
                    <a:pt x="3579139" y="146915"/>
                  </a:lnTo>
                  <a:lnTo>
                    <a:pt x="3580211" y="146418"/>
                  </a:lnTo>
                  <a:lnTo>
                    <a:pt x="3581283" y="145921"/>
                  </a:lnTo>
                  <a:lnTo>
                    <a:pt x="3582354" y="145423"/>
                  </a:lnTo>
                  <a:lnTo>
                    <a:pt x="3583426" y="144924"/>
                  </a:lnTo>
                  <a:lnTo>
                    <a:pt x="3584497" y="144425"/>
                  </a:lnTo>
                  <a:lnTo>
                    <a:pt x="3585569" y="143925"/>
                  </a:lnTo>
                  <a:lnTo>
                    <a:pt x="3586641" y="143425"/>
                  </a:lnTo>
                  <a:lnTo>
                    <a:pt x="3587712" y="142924"/>
                  </a:lnTo>
                  <a:lnTo>
                    <a:pt x="3588784" y="142422"/>
                  </a:lnTo>
                  <a:lnTo>
                    <a:pt x="3589855" y="141920"/>
                  </a:lnTo>
                  <a:lnTo>
                    <a:pt x="3590927" y="141418"/>
                  </a:lnTo>
                  <a:lnTo>
                    <a:pt x="3591999" y="140914"/>
                  </a:lnTo>
                  <a:lnTo>
                    <a:pt x="3593070" y="140410"/>
                  </a:lnTo>
                  <a:lnTo>
                    <a:pt x="3594142" y="139906"/>
                  </a:lnTo>
                  <a:lnTo>
                    <a:pt x="3595213" y="139401"/>
                  </a:lnTo>
                  <a:lnTo>
                    <a:pt x="3596285" y="138896"/>
                  </a:lnTo>
                  <a:lnTo>
                    <a:pt x="3597357" y="138389"/>
                  </a:lnTo>
                  <a:lnTo>
                    <a:pt x="3598428" y="137883"/>
                  </a:lnTo>
                  <a:lnTo>
                    <a:pt x="3599500" y="137376"/>
                  </a:lnTo>
                  <a:lnTo>
                    <a:pt x="3600571" y="136868"/>
                  </a:lnTo>
                  <a:lnTo>
                    <a:pt x="3601643" y="136359"/>
                  </a:lnTo>
                  <a:lnTo>
                    <a:pt x="3602715" y="135850"/>
                  </a:lnTo>
                  <a:lnTo>
                    <a:pt x="3603786" y="135341"/>
                  </a:lnTo>
                  <a:lnTo>
                    <a:pt x="3604858" y="134831"/>
                  </a:lnTo>
                  <a:lnTo>
                    <a:pt x="3605929" y="134320"/>
                  </a:lnTo>
                  <a:lnTo>
                    <a:pt x="3607001" y="133809"/>
                  </a:lnTo>
                  <a:lnTo>
                    <a:pt x="3608073" y="133297"/>
                  </a:lnTo>
                  <a:lnTo>
                    <a:pt x="3609144" y="132784"/>
                  </a:lnTo>
                  <a:lnTo>
                    <a:pt x="3610216" y="132271"/>
                  </a:lnTo>
                  <a:lnTo>
                    <a:pt x="3611287" y="131758"/>
                  </a:lnTo>
                  <a:lnTo>
                    <a:pt x="3612359" y="131244"/>
                  </a:lnTo>
                  <a:lnTo>
                    <a:pt x="3613431" y="130729"/>
                  </a:lnTo>
                  <a:lnTo>
                    <a:pt x="3614502" y="130214"/>
                  </a:lnTo>
                  <a:lnTo>
                    <a:pt x="3615574" y="129698"/>
                  </a:lnTo>
                  <a:lnTo>
                    <a:pt x="3616645" y="129182"/>
                  </a:lnTo>
                  <a:lnTo>
                    <a:pt x="3617717" y="128665"/>
                  </a:lnTo>
                  <a:lnTo>
                    <a:pt x="3618789" y="128147"/>
                  </a:lnTo>
                  <a:lnTo>
                    <a:pt x="3619860" y="127629"/>
                  </a:lnTo>
                  <a:lnTo>
                    <a:pt x="3620932" y="127110"/>
                  </a:lnTo>
                  <a:lnTo>
                    <a:pt x="3622003" y="126591"/>
                  </a:lnTo>
                  <a:lnTo>
                    <a:pt x="3623075" y="126071"/>
                  </a:lnTo>
                  <a:lnTo>
                    <a:pt x="3624147" y="125551"/>
                  </a:lnTo>
                  <a:lnTo>
                    <a:pt x="3625218" y="125030"/>
                  </a:lnTo>
                  <a:lnTo>
                    <a:pt x="3626290" y="124508"/>
                  </a:lnTo>
                  <a:lnTo>
                    <a:pt x="3627361" y="123986"/>
                  </a:lnTo>
                  <a:lnTo>
                    <a:pt x="3628433" y="123464"/>
                  </a:lnTo>
                  <a:lnTo>
                    <a:pt x="3629505" y="122941"/>
                  </a:lnTo>
                  <a:lnTo>
                    <a:pt x="3630576" y="122417"/>
                  </a:lnTo>
                  <a:lnTo>
                    <a:pt x="3631648" y="121893"/>
                  </a:lnTo>
                  <a:lnTo>
                    <a:pt x="3632719" y="121368"/>
                  </a:lnTo>
                  <a:lnTo>
                    <a:pt x="3633791" y="120842"/>
                  </a:lnTo>
                  <a:lnTo>
                    <a:pt x="3634863" y="120316"/>
                  </a:lnTo>
                  <a:lnTo>
                    <a:pt x="3635934" y="119790"/>
                  </a:lnTo>
                  <a:lnTo>
                    <a:pt x="3637006" y="119263"/>
                  </a:lnTo>
                  <a:lnTo>
                    <a:pt x="3638077" y="118735"/>
                  </a:lnTo>
                  <a:lnTo>
                    <a:pt x="3639149" y="118207"/>
                  </a:lnTo>
                  <a:lnTo>
                    <a:pt x="3640221" y="117678"/>
                  </a:lnTo>
                  <a:lnTo>
                    <a:pt x="3641292" y="117149"/>
                  </a:lnTo>
                  <a:lnTo>
                    <a:pt x="3642364" y="116619"/>
                  </a:lnTo>
                  <a:lnTo>
                    <a:pt x="3643435" y="116088"/>
                  </a:lnTo>
                  <a:lnTo>
                    <a:pt x="3644507" y="115557"/>
                  </a:lnTo>
                  <a:lnTo>
                    <a:pt x="3645579" y="115026"/>
                  </a:lnTo>
                  <a:lnTo>
                    <a:pt x="3646650" y="114494"/>
                  </a:lnTo>
                  <a:lnTo>
                    <a:pt x="3647722" y="113961"/>
                  </a:lnTo>
                  <a:lnTo>
                    <a:pt x="3648793" y="113428"/>
                  </a:lnTo>
                  <a:lnTo>
                    <a:pt x="3649865" y="112894"/>
                  </a:lnTo>
                  <a:lnTo>
                    <a:pt x="3650937" y="112360"/>
                  </a:lnTo>
                  <a:lnTo>
                    <a:pt x="3652008" y="111825"/>
                  </a:lnTo>
                  <a:lnTo>
                    <a:pt x="3653080" y="111290"/>
                  </a:lnTo>
                  <a:lnTo>
                    <a:pt x="3654151" y="110754"/>
                  </a:lnTo>
                  <a:lnTo>
                    <a:pt x="3655223" y="110217"/>
                  </a:lnTo>
                  <a:lnTo>
                    <a:pt x="3656295" y="109680"/>
                  </a:lnTo>
                  <a:lnTo>
                    <a:pt x="3657366" y="109142"/>
                  </a:lnTo>
                  <a:lnTo>
                    <a:pt x="3658438" y="108604"/>
                  </a:lnTo>
                  <a:lnTo>
                    <a:pt x="3659509" y="108065"/>
                  </a:lnTo>
                  <a:lnTo>
                    <a:pt x="3660581" y="107526"/>
                  </a:lnTo>
                  <a:lnTo>
                    <a:pt x="3661653" y="106986"/>
                  </a:lnTo>
                  <a:lnTo>
                    <a:pt x="3662724" y="106446"/>
                  </a:lnTo>
                  <a:lnTo>
                    <a:pt x="3663796" y="105905"/>
                  </a:lnTo>
                  <a:lnTo>
                    <a:pt x="3664867" y="105363"/>
                  </a:lnTo>
                  <a:lnTo>
                    <a:pt x="3665939" y="104821"/>
                  </a:lnTo>
                  <a:lnTo>
                    <a:pt x="3667011" y="104279"/>
                  </a:lnTo>
                  <a:lnTo>
                    <a:pt x="3668082" y="103736"/>
                  </a:lnTo>
                  <a:lnTo>
                    <a:pt x="3669154" y="103192"/>
                  </a:lnTo>
                  <a:lnTo>
                    <a:pt x="3670225" y="102648"/>
                  </a:lnTo>
                  <a:lnTo>
                    <a:pt x="3671297" y="102103"/>
                  </a:lnTo>
                  <a:lnTo>
                    <a:pt x="3672369" y="101558"/>
                  </a:lnTo>
                  <a:lnTo>
                    <a:pt x="3673440" y="101012"/>
                  </a:lnTo>
                  <a:lnTo>
                    <a:pt x="3674512" y="100466"/>
                  </a:lnTo>
                  <a:lnTo>
                    <a:pt x="3675583" y="99919"/>
                  </a:lnTo>
                  <a:lnTo>
                    <a:pt x="3676655" y="99371"/>
                  </a:lnTo>
                  <a:lnTo>
                    <a:pt x="3677727" y="98823"/>
                  </a:lnTo>
                  <a:lnTo>
                    <a:pt x="3678798" y="98275"/>
                  </a:lnTo>
                  <a:lnTo>
                    <a:pt x="3679870" y="97725"/>
                  </a:lnTo>
                  <a:lnTo>
                    <a:pt x="3680941" y="97176"/>
                  </a:lnTo>
                  <a:lnTo>
                    <a:pt x="3682013" y="96626"/>
                  </a:lnTo>
                  <a:lnTo>
                    <a:pt x="3683085" y="96075"/>
                  </a:lnTo>
                  <a:lnTo>
                    <a:pt x="3684156" y="95524"/>
                  </a:lnTo>
                  <a:lnTo>
                    <a:pt x="3685228" y="94972"/>
                  </a:lnTo>
                  <a:lnTo>
                    <a:pt x="3686299" y="94419"/>
                  </a:lnTo>
                  <a:lnTo>
                    <a:pt x="3687371" y="93867"/>
                  </a:lnTo>
                  <a:lnTo>
                    <a:pt x="3688443" y="93313"/>
                  </a:lnTo>
                  <a:lnTo>
                    <a:pt x="3689514" y="92759"/>
                  </a:lnTo>
                  <a:lnTo>
                    <a:pt x="3690586" y="92205"/>
                  </a:lnTo>
                  <a:lnTo>
                    <a:pt x="3691657" y="91650"/>
                  </a:lnTo>
                  <a:lnTo>
                    <a:pt x="3692729" y="91094"/>
                  </a:lnTo>
                  <a:lnTo>
                    <a:pt x="3693801" y="90538"/>
                  </a:lnTo>
                  <a:lnTo>
                    <a:pt x="3694872" y="89981"/>
                  </a:lnTo>
                  <a:lnTo>
                    <a:pt x="3695944" y="89424"/>
                  </a:lnTo>
                  <a:lnTo>
                    <a:pt x="3697015" y="88866"/>
                  </a:lnTo>
                  <a:lnTo>
                    <a:pt x="3698087" y="88308"/>
                  </a:lnTo>
                  <a:lnTo>
                    <a:pt x="3699159" y="87749"/>
                  </a:lnTo>
                  <a:lnTo>
                    <a:pt x="3700230" y="87190"/>
                  </a:lnTo>
                  <a:lnTo>
                    <a:pt x="3701302" y="86630"/>
                  </a:lnTo>
                  <a:lnTo>
                    <a:pt x="3702373" y="86070"/>
                  </a:lnTo>
                  <a:lnTo>
                    <a:pt x="3703445" y="85509"/>
                  </a:lnTo>
                  <a:lnTo>
                    <a:pt x="3704517" y="84947"/>
                  </a:lnTo>
                  <a:lnTo>
                    <a:pt x="3705588" y="84385"/>
                  </a:lnTo>
                  <a:lnTo>
                    <a:pt x="3706660" y="83823"/>
                  </a:lnTo>
                  <a:lnTo>
                    <a:pt x="3707731" y="83260"/>
                  </a:lnTo>
                  <a:lnTo>
                    <a:pt x="3708803" y="82696"/>
                  </a:lnTo>
                  <a:lnTo>
                    <a:pt x="3709875" y="82132"/>
                  </a:lnTo>
                  <a:lnTo>
                    <a:pt x="3710946" y="81568"/>
                  </a:lnTo>
                  <a:lnTo>
                    <a:pt x="3712018" y="81002"/>
                  </a:lnTo>
                  <a:lnTo>
                    <a:pt x="3713089" y="80437"/>
                  </a:lnTo>
                  <a:lnTo>
                    <a:pt x="3714161" y="79870"/>
                  </a:lnTo>
                  <a:lnTo>
                    <a:pt x="3715233" y="79304"/>
                  </a:lnTo>
                  <a:lnTo>
                    <a:pt x="3716304" y="78736"/>
                  </a:lnTo>
                  <a:lnTo>
                    <a:pt x="3717376" y="78169"/>
                  </a:lnTo>
                  <a:lnTo>
                    <a:pt x="3718447" y="77600"/>
                  </a:lnTo>
                  <a:lnTo>
                    <a:pt x="3719519" y="77031"/>
                  </a:lnTo>
                  <a:lnTo>
                    <a:pt x="3720591" y="76462"/>
                  </a:lnTo>
                  <a:lnTo>
                    <a:pt x="3721662" y="75892"/>
                  </a:lnTo>
                  <a:lnTo>
                    <a:pt x="3722734" y="75322"/>
                  </a:lnTo>
                  <a:lnTo>
                    <a:pt x="3723805" y="74751"/>
                  </a:lnTo>
                  <a:lnTo>
                    <a:pt x="3724877" y="74179"/>
                  </a:lnTo>
                  <a:lnTo>
                    <a:pt x="3725949" y="73607"/>
                  </a:lnTo>
                  <a:lnTo>
                    <a:pt x="3727020" y="73035"/>
                  </a:lnTo>
                  <a:lnTo>
                    <a:pt x="3728092" y="72462"/>
                  </a:lnTo>
                  <a:lnTo>
                    <a:pt x="3729163" y="71888"/>
                  </a:lnTo>
                  <a:lnTo>
                    <a:pt x="3730235" y="71314"/>
                  </a:lnTo>
                  <a:lnTo>
                    <a:pt x="3731306" y="70739"/>
                  </a:lnTo>
                  <a:lnTo>
                    <a:pt x="3732378" y="70164"/>
                  </a:lnTo>
                  <a:lnTo>
                    <a:pt x="3733450" y="69588"/>
                  </a:lnTo>
                  <a:lnTo>
                    <a:pt x="3734521" y="69012"/>
                  </a:lnTo>
                  <a:lnTo>
                    <a:pt x="3735593" y="68435"/>
                  </a:lnTo>
                  <a:lnTo>
                    <a:pt x="3736664" y="67858"/>
                  </a:lnTo>
                  <a:lnTo>
                    <a:pt x="3737736" y="67280"/>
                  </a:lnTo>
                  <a:lnTo>
                    <a:pt x="3738808" y="66702"/>
                  </a:lnTo>
                  <a:lnTo>
                    <a:pt x="3739879" y="66123"/>
                  </a:lnTo>
                  <a:lnTo>
                    <a:pt x="3740951" y="65544"/>
                  </a:lnTo>
                  <a:lnTo>
                    <a:pt x="3742022" y="64964"/>
                  </a:lnTo>
                  <a:lnTo>
                    <a:pt x="3743094" y="64384"/>
                  </a:lnTo>
                  <a:lnTo>
                    <a:pt x="3744166" y="63803"/>
                  </a:lnTo>
                  <a:lnTo>
                    <a:pt x="3745237" y="63222"/>
                  </a:lnTo>
                  <a:lnTo>
                    <a:pt x="3746309" y="62640"/>
                  </a:lnTo>
                  <a:lnTo>
                    <a:pt x="3747380" y="62057"/>
                  </a:lnTo>
                  <a:lnTo>
                    <a:pt x="3748452" y="61474"/>
                  </a:lnTo>
                  <a:lnTo>
                    <a:pt x="3749524" y="60891"/>
                  </a:lnTo>
                  <a:lnTo>
                    <a:pt x="3750595" y="60307"/>
                  </a:lnTo>
                  <a:lnTo>
                    <a:pt x="3751667" y="59722"/>
                  </a:lnTo>
                  <a:lnTo>
                    <a:pt x="3752738" y="59137"/>
                  </a:lnTo>
                  <a:lnTo>
                    <a:pt x="3753810" y="58552"/>
                  </a:lnTo>
                  <a:lnTo>
                    <a:pt x="3754882" y="57966"/>
                  </a:lnTo>
                  <a:lnTo>
                    <a:pt x="3755953" y="57379"/>
                  </a:lnTo>
                  <a:lnTo>
                    <a:pt x="3757025" y="56792"/>
                  </a:lnTo>
                  <a:lnTo>
                    <a:pt x="3758096" y="56205"/>
                  </a:lnTo>
                  <a:lnTo>
                    <a:pt x="3759168" y="55616"/>
                  </a:lnTo>
                  <a:lnTo>
                    <a:pt x="3760240" y="55028"/>
                  </a:lnTo>
                  <a:lnTo>
                    <a:pt x="3761311" y="54439"/>
                  </a:lnTo>
                  <a:lnTo>
                    <a:pt x="3762383" y="53849"/>
                  </a:lnTo>
                  <a:lnTo>
                    <a:pt x="3763454" y="53259"/>
                  </a:lnTo>
                  <a:lnTo>
                    <a:pt x="3764526" y="52668"/>
                  </a:lnTo>
                  <a:lnTo>
                    <a:pt x="3765598" y="52077"/>
                  </a:lnTo>
                  <a:lnTo>
                    <a:pt x="3766669" y="51485"/>
                  </a:lnTo>
                  <a:lnTo>
                    <a:pt x="3767741" y="50893"/>
                  </a:lnTo>
                  <a:lnTo>
                    <a:pt x="3768812" y="50301"/>
                  </a:lnTo>
                  <a:lnTo>
                    <a:pt x="3769884" y="49707"/>
                  </a:lnTo>
                  <a:lnTo>
                    <a:pt x="3770956" y="49114"/>
                  </a:lnTo>
                  <a:lnTo>
                    <a:pt x="3772027" y="48519"/>
                  </a:lnTo>
                  <a:lnTo>
                    <a:pt x="3773099" y="47925"/>
                  </a:lnTo>
                  <a:lnTo>
                    <a:pt x="3774170" y="47330"/>
                  </a:lnTo>
                  <a:lnTo>
                    <a:pt x="3775242" y="46734"/>
                  </a:lnTo>
                  <a:lnTo>
                    <a:pt x="3776314" y="46138"/>
                  </a:lnTo>
                  <a:lnTo>
                    <a:pt x="3777385" y="45541"/>
                  </a:lnTo>
                  <a:lnTo>
                    <a:pt x="3778457" y="44944"/>
                  </a:lnTo>
                  <a:lnTo>
                    <a:pt x="3779528" y="44346"/>
                  </a:lnTo>
                  <a:lnTo>
                    <a:pt x="3780600" y="43747"/>
                  </a:lnTo>
                  <a:lnTo>
                    <a:pt x="3781672" y="43149"/>
                  </a:lnTo>
                  <a:lnTo>
                    <a:pt x="3782743" y="42549"/>
                  </a:lnTo>
                  <a:lnTo>
                    <a:pt x="3783815" y="41950"/>
                  </a:lnTo>
                  <a:lnTo>
                    <a:pt x="3784886" y="41349"/>
                  </a:lnTo>
                  <a:lnTo>
                    <a:pt x="3785958" y="40749"/>
                  </a:lnTo>
                  <a:lnTo>
                    <a:pt x="3787030" y="40147"/>
                  </a:lnTo>
                  <a:lnTo>
                    <a:pt x="3788101" y="39545"/>
                  </a:lnTo>
                  <a:lnTo>
                    <a:pt x="3789173" y="38943"/>
                  </a:lnTo>
                  <a:lnTo>
                    <a:pt x="3790244" y="38340"/>
                  </a:lnTo>
                  <a:lnTo>
                    <a:pt x="3791316" y="37737"/>
                  </a:lnTo>
                  <a:lnTo>
                    <a:pt x="3792388" y="37133"/>
                  </a:lnTo>
                  <a:lnTo>
                    <a:pt x="3793459" y="36529"/>
                  </a:lnTo>
                  <a:lnTo>
                    <a:pt x="3794531" y="35924"/>
                  </a:lnTo>
                  <a:lnTo>
                    <a:pt x="3795602" y="35319"/>
                  </a:lnTo>
                  <a:lnTo>
                    <a:pt x="3796674" y="34713"/>
                  </a:lnTo>
                  <a:lnTo>
                    <a:pt x="3797746" y="34107"/>
                  </a:lnTo>
                  <a:lnTo>
                    <a:pt x="3798817" y="33500"/>
                  </a:lnTo>
                  <a:lnTo>
                    <a:pt x="3799889" y="32893"/>
                  </a:lnTo>
                  <a:lnTo>
                    <a:pt x="3800960" y="32285"/>
                  </a:lnTo>
                  <a:lnTo>
                    <a:pt x="3802032" y="31676"/>
                  </a:lnTo>
                  <a:lnTo>
                    <a:pt x="3803104" y="31068"/>
                  </a:lnTo>
                  <a:lnTo>
                    <a:pt x="3804175" y="30458"/>
                  </a:lnTo>
                  <a:lnTo>
                    <a:pt x="3805247" y="29849"/>
                  </a:lnTo>
                  <a:lnTo>
                    <a:pt x="3806318" y="29238"/>
                  </a:lnTo>
                  <a:lnTo>
                    <a:pt x="3807390" y="28627"/>
                  </a:lnTo>
                  <a:lnTo>
                    <a:pt x="3808462" y="28016"/>
                  </a:lnTo>
                  <a:lnTo>
                    <a:pt x="3809533" y="27404"/>
                  </a:lnTo>
                  <a:lnTo>
                    <a:pt x="3810605" y="26792"/>
                  </a:lnTo>
                  <a:lnTo>
                    <a:pt x="3811676" y="26179"/>
                  </a:lnTo>
                  <a:lnTo>
                    <a:pt x="3812748" y="25566"/>
                  </a:lnTo>
                  <a:lnTo>
                    <a:pt x="3813820" y="24952"/>
                  </a:lnTo>
                  <a:lnTo>
                    <a:pt x="3814891" y="24338"/>
                  </a:lnTo>
                  <a:lnTo>
                    <a:pt x="3815963" y="23723"/>
                  </a:lnTo>
                  <a:lnTo>
                    <a:pt x="3817034" y="23108"/>
                  </a:lnTo>
                  <a:lnTo>
                    <a:pt x="3818106" y="22492"/>
                  </a:lnTo>
                  <a:lnTo>
                    <a:pt x="3819178" y="21876"/>
                  </a:lnTo>
                  <a:lnTo>
                    <a:pt x="3820249" y="21259"/>
                  </a:lnTo>
                  <a:lnTo>
                    <a:pt x="3821321" y="20642"/>
                  </a:lnTo>
                  <a:lnTo>
                    <a:pt x="3822392" y="20024"/>
                  </a:lnTo>
                  <a:lnTo>
                    <a:pt x="3823464" y="19406"/>
                  </a:lnTo>
                  <a:lnTo>
                    <a:pt x="3824536" y="18787"/>
                  </a:lnTo>
                  <a:lnTo>
                    <a:pt x="3825607" y="18168"/>
                  </a:lnTo>
                  <a:lnTo>
                    <a:pt x="3826679" y="17549"/>
                  </a:lnTo>
                  <a:lnTo>
                    <a:pt x="3827750" y="16928"/>
                  </a:lnTo>
                  <a:lnTo>
                    <a:pt x="3828822" y="16308"/>
                  </a:lnTo>
                  <a:lnTo>
                    <a:pt x="3829894" y="15687"/>
                  </a:lnTo>
                  <a:lnTo>
                    <a:pt x="3830965" y="15065"/>
                  </a:lnTo>
                  <a:lnTo>
                    <a:pt x="3832037" y="14443"/>
                  </a:lnTo>
                  <a:lnTo>
                    <a:pt x="3833108" y="13820"/>
                  </a:lnTo>
                  <a:lnTo>
                    <a:pt x="3834180" y="13197"/>
                  </a:lnTo>
                  <a:lnTo>
                    <a:pt x="3835252" y="12573"/>
                  </a:lnTo>
                  <a:lnTo>
                    <a:pt x="3836323" y="11949"/>
                  </a:lnTo>
                  <a:lnTo>
                    <a:pt x="3837395" y="11325"/>
                  </a:lnTo>
                  <a:lnTo>
                    <a:pt x="3838466" y="10700"/>
                  </a:lnTo>
                  <a:lnTo>
                    <a:pt x="3839538" y="10074"/>
                  </a:lnTo>
                  <a:lnTo>
                    <a:pt x="3840610" y="9448"/>
                  </a:lnTo>
                  <a:lnTo>
                    <a:pt x="3841681" y="8822"/>
                  </a:lnTo>
                  <a:lnTo>
                    <a:pt x="3842753" y="8195"/>
                  </a:lnTo>
                  <a:lnTo>
                    <a:pt x="3843824" y="7567"/>
                  </a:lnTo>
                  <a:lnTo>
                    <a:pt x="3844896" y="6939"/>
                  </a:lnTo>
                  <a:lnTo>
                    <a:pt x="3845968" y="6311"/>
                  </a:lnTo>
                  <a:lnTo>
                    <a:pt x="3847039" y="5682"/>
                  </a:lnTo>
                  <a:lnTo>
                    <a:pt x="3848111" y="5052"/>
                  </a:lnTo>
                  <a:lnTo>
                    <a:pt x="3849182" y="4422"/>
                  </a:lnTo>
                  <a:lnTo>
                    <a:pt x="3850254" y="3792"/>
                  </a:lnTo>
                  <a:lnTo>
                    <a:pt x="3851326" y="3161"/>
                  </a:lnTo>
                  <a:lnTo>
                    <a:pt x="3852397" y="2530"/>
                  </a:lnTo>
                  <a:lnTo>
                    <a:pt x="3853469" y="1898"/>
                  </a:lnTo>
                  <a:lnTo>
                    <a:pt x="3854540" y="1266"/>
                  </a:lnTo>
                  <a:lnTo>
                    <a:pt x="3855612" y="633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5034264" y="1510389"/>
              <a:ext cx="3856684" cy="945785"/>
            </a:xfrm>
            <a:custGeom>
              <a:avLst/>
              <a:gdLst/>
              <a:ahLst/>
              <a:cxnLst/>
              <a:rect l="0" t="0" r="0" b="0"/>
              <a:pathLst>
                <a:path w="3856684" h="945785">
                  <a:moveTo>
                    <a:pt x="3856684" y="34363"/>
                  </a:moveTo>
                  <a:lnTo>
                    <a:pt x="3855612" y="34234"/>
                  </a:lnTo>
                  <a:lnTo>
                    <a:pt x="3854540" y="34105"/>
                  </a:lnTo>
                  <a:lnTo>
                    <a:pt x="3853469" y="33976"/>
                  </a:lnTo>
                  <a:lnTo>
                    <a:pt x="3852397" y="33847"/>
                  </a:lnTo>
                  <a:lnTo>
                    <a:pt x="3851326" y="33718"/>
                  </a:lnTo>
                  <a:lnTo>
                    <a:pt x="3850254" y="33590"/>
                  </a:lnTo>
                  <a:lnTo>
                    <a:pt x="3849182" y="33462"/>
                  </a:lnTo>
                  <a:lnTo>
                    <a:pt x="3848111" y="33333"/>
                  </a:lnTo>
                  <a:lnTo>
                    <a:pt x="3847039" y="33206"/>
                  </a:lnTo>
                  <a:lnTo>
                    <a:pt x="3845968" y="33078"/>
                  </a:lnTo>
                  <a:lnTo>
                    <a:pt x="3844896" y="32950"/>
                  </a:lnTo>
                  <a:lnTo>
                    <a:pt x="3843824" y="32823"/>
                  </a:lnTo>
                  <a:lnTo>
                    <a:pt x="3842753" y="32695"/>
                  </a:lnTo>
                  <a:lnTo>
                    <a:pt x="3841681" y="32568"/>
                  </a:lnTo>
                  <a:lnTo>
                    <a:pt x="3840610" y="32441"/>
                  </a:lnTo>
                  <a:lnTo>
                    <a:pt x="3839538" y="32315"/>
                  </a:lnTo>
                  <a:lnTo>
                    <a:pt x="3838466" y="32188"/>
                  </a:lnTo>
                  <a:lnTo>
                    <a:pt x="3837395" y="32062"/>
                  </a:lnTo>
                  <a:lnTo>
                    <a:pt x="3836323" y="31935"/>
                  </a:lnTo>
                  <a:lnTo>
                    <a:pt x="3835252" y="31809"/>
                  </a:lnTo>
                  <a:lnTo>
                    <a:pt x="3834180" y="31683"/>
                  </a:lnTo>
                  <a:lnTo>
                    <a:pt x="3833108" y="31558"/>
                  </a:lnTo>
                  <a:lnTo>
                    <a:pt x="3832037" y="31432"/>
                  </a:lnTo>
                  <a:lnTo>
                    <a:pt x="3830965" y="31307"/>
                  </a:lnTo>
                  <a:lnTo>
                    <a:pt x="3829894" y="31182"/>
                  </a:lnTo>
                  <a:lnTo>
                    <a:pt x="3828822" y="31057"/>
                  </a:lnTo>
                  <a:lnTo>
                    <a:pt x="3827750" y="30932"/>
                  </a:lnTo>
                  <a:lnTo>
                    <a:pt x="3826679" y="30807"/>
                  </a:lnTo>
                  <a:lnTo>
                    <a:pt x="3825607" y="30683"/>
                  </a:lnTo>
                  <a:lnTo>
                    <a:pt x="3824536" y="30558"/>
                  </a:lnTo>
                  <a:lnTo>
                    <a:pt x="3823464" y="30434"/>
                  </a:lnTo>
                  <a:lnTo>
                    <a:pt x="3822392" y="30310"/>
                  </a:lnTo>
                  <a:lnTo>
                    <a:pt x="3821321" y="30187"/>
                  </a:lnTo>
                  <a:lnTo>
                    <a:pt x="3820249" y="30063"/>
                  </a:lnTo>
                  <a:lnTo>
                    <a:pt x="3819178" y="29940"/>
                  </a:lnTo>
                  <a:lnTo>
                    <a:pt x="3818106" y="29816"/>
                  </a:lnTo>
                  <a:lnTo>
                    <a:pt x="3817034" y="29693"/>
                  </a:lnTo>
                  <a:lnTo>
                    <a:pt x="3815963" y="29571"/>
                  </a:lnTo>
                  <a:lnTo>
                    <a:pt x="3814891" y="29448"/>
                  </a:lnTo>
                  <a:lnTo>
                    <a:pt x="3813820" y="29325"/>
                  </a:lnTo>
                  <a:lnTo>
                    <a:pt x="3812748" y="29203"/>
                  </a:lnTo>
                  <a:lnTo>
                    <a:pt x="3811676" y="29081"/>
                  </a:lnTo>
                  <a:lnTo>
                    <a:pt x="3810605" y="28959"/>
                  </a:lnTo>
                  <a:lnTo>
                    <a:pt x="3809533" y="28837"/>
                  </a:lnTo>
                  <a:lnTo>
                    <a:pt x="3808462" y="28716"/>
                  </a:lnTo>
                  <a:lnTo>
                    <a:pt x="3807390" y="28595"/>
                  </a:lnTo>
                  <a:lnTo>
                    <a:pt x="3806318" y="28473"/>
                  </a:lnTo>
                  <a:lnTo>
                    <a:pt x="3805247" y="28352"/>
                  </a:lnTo>
                  <a:lnTo>
                    <a:pt x="3804175" y="28232"/>
                  </a:lnTo>
                  <a:lnTo>
                    <a:pt x="3803104" y="28111"/>
                  </a:lnTo>
                  <a:lnTo>
                    <a:pt x="3802032" y="27991"/>
                  </a:lnTo>
                  <a:lnTo>
                    <a:pt x="3800960" y="27870"/>
                  </a:lnTo>
                  <a:lnTo>
                    <a:pt x="3799889" y="27750"/>
                  </a:lnTo>
                  <a:lnTo>
                    <a:pt x="3798817" y="27630"/>
                  </a:lnTo>
                  <a:lnTo>
                    <a:pt x="3797746" y="27511"/>
                  </a:lnTo>
                  <a:lnTo>
                    <a:pt x="3796674" y="27391"/>
                  </a:lnTo>
                  <a:lnTo>
                    <a:pt x="3795602" y="27272"/>
                  </a:lnTo>
                  <a:lnTo>
                    <a:pt x="3794531" y="27153"/>
                  </a:lnTo>
                  <a:lnTo>
                    <a:pt x="3793459" y="27034"/>
                  </a:lnTo>
                  <a:lnTo>
                    <a:pt x="3792388" y="26915"/>
                  </a:lnTo>
                  <a:lnTo>
                    <a:pt x="3791316" y="26797"/>
                  </a:lnTo>
                  <a:lnTo>
                    <a:pt x="3790244" y="26678"/>
                  </a:lnTo>
                  <a:lnTo>
                    <a:pt x="3789173" y="26560"/>
                  </a:lnTo>
                  <a:lnTo>
                    <a:pt x="3788101" y="26442"/>
                  </a:lnTo>
                  <a:lnTo>
                    <a:pt x="3787030" y="26325"/>
                  </a:lnTo>
                  <a:lnTo>
                    <a:pt x="3785958" y="26207"/>
                  </a:lnTo>
                  <a:lnTo>
                    <a:pt x="3784886" y="26090"/>
                  </a:lnTo>
                  <a:lnTo>
                    <a:pt x="3783815" y="25972"/>
                  </a:lnTo>
                  <a:lnTo>
                    <a:pt x="3782743" y="25855"/>
                  </a:lnTo>
                  <a:lnTo>
                    <a:pt x="3781672" y="25739"/>
                  </a:lnTo>
                  <a:lnTo>
                    <a:pt x="3780600" y="25622"/>
                  </a:lnTo>
                  <a:lnTo>
                    <a:pt x="3779528" y="25506"/>
                  </a:lnTo>
                  <a:lnTo>
                    <a:pt x="3778457" y="25390"/>
                  </a:lnTo>
                  <a:lnTo>
                    <a:pt x="3777385" y="25274"/>
                  </a:lnTo>
                  <a:lnTo>
                    <a:pt x="3776314" y="25158"/>
                  </a:lnTo>
                  <a:lnTo>
                    <a:pt x="3775242" y="25042"/>
                  </a:lnTo>
                  <a:lnTo>
                    <a:pt x="3774170" y="24927"/>
                  </a:lnTo>
                  <a:lnTo>
                    <a:pt x="3773099" y="24812"/>
                  </a:lnTo>
                  <a:lnTo>
                    <a:pt x="3772027" y="24697"/>
                  </a:lnTo>
                  <a:lnTo>
                    <a:pt x="3770956" y="24582"/>
                  </a:lnTo>
                  <a:lnTo>
                    <a:pt x="3769884" y="24467"/>
                  </a:lnTo>
                  <a:lnTo>
                    <a:pt x="3768812" y="24353"/>
                  </a:lnTo>
                  <a:lnTo>
                    <a:pt x="3767741" y="24239"/>
                  </a:lnTo>
                  <a:lnTo>
                    <a:pt x="3766669" y="24125"/>
                  </a:lnTo>
                  <a:lnTo>
                    <a:pt x="3765598" y="24011"/>
                  </a:lnTo>
                  <a:lnTo>
                    <a:pt x="3764526" y="23897"/>
                  </a:lnTo>
                  <a:lnTo>
                    <a:pt x="3763454" y="23784"/>
                  </a:lnTo>
                  <a:lnTo>
                    <a:pt x="3762383" y="23671"/>
                  </a:lnTo>
                  <a:lnTo>
                    <a:pt x="3761311" y="23558"/>
                  </a:lnTo>
                  <a:lnTo>
                    <a:pt x="3760240" y="23445"/>
                  </a:lnTo>
                  <a:lnTo>
                    <a:pt x="3759168" y="23332"/>
                  </a:lnTo>
                  <a:lnTo>
                    <a:pt x="3758096" y="23220"/>
                  </a:lnTo>
                  <a:lnTo>
                    <a:pt x="3757025" y="23108"/>
                  </a:lnTo>
                  <a:lnTo>
                    <a:pt x="3755953" y="22996"/>
                  </a:lnTo>
                  <a:lnTo>
                    <a:pt x="3754882" y="22884"/>
                  </a:lnTo>
                  <a:lnTo>
                    <a:pt x="3753810" y="22773"/>
                  </a:lnTo>
                  <a:lnTo>
                    <a:pt x="3752738" y="22662"/>
                  </a:lnTo>
                  <a:lnTo>
                    <a:pt x="3751667" y="22550"/>
                  </a:lnTo>
                  <a:lnTo>
                    <a:pt x="3750595" y="22440"/>
                  </a:lnTo>
                  <a:lnTo>
                    <a:pt x="3749524" y="22329"/>
                  </a:lnTo>
                  <a:lnTo>
                    <a:pt x="3748452" y="22218"/>
                  </a:lnTo>
                  <a:lnTo>
                    <a:pt x="3747380" y="22108"/>
                  </a:lnTo>
                  <a:lnTo>
                    <a:pt x="3746309" y="21998"/>
                  </a:lnTo>
                  <a:lnTo>
                    <a:pt x="3745237" y="21888"/>
                  </a:lnTo>
                  <a:lnTo>
                    <a:pt x="3744166" y="21779"/>
                  </a:lnTo>
                  <a:lnTo>
                    <a:pt x="3743094" y="21669"/>
                  </a:lnTo>
                  <a:lnTo>
                    <a:pt x="3742022" y="21560"/>
                  </a:lnTo>
                  <a:lnTo>
                    <a:pt x="3740951" y="21451"/>
                  </a:lnTo>
                  <a:lnTo>
                    <a:pt x="3739879" y="21342"/>
                  </a:lnTo>
                  <a:lnTo>
                    <a:pt x="3738808" y="21234"/>
                  </a:lnTo>
                  <a:lnTo>
                    <a:pt x="3737736" y="21125"/>
                  </a:lnTo>
                  <a:lnTo>
                    <a:pt x="3736664" y="21017"/>
                  </a:lnTo>
                  <a:lnTo>
                    <a:pt x="3735593" y="20909"/>
                  </a:lnTo>
                  <a:lnTo>
                    <a:pt x="3734521" y="20801"/>
                  </a:lnTo>
                  <a:lnTo>
                    <a:pt x="3733450" y="20694"/>
                  </a:lnTo>
                  <a:lnTo>
                    <a:pt x="3732378" y="20587"/>
                  </a:lnTo>
                  <a:lnTo>
                    <a:pt x="3731306" y="20480"/>
                  </a:lnTo>
                  <a:lnTo>
                    <a:pt x="3730235" y="20373"/>
                  </a:lnTo>
                  <a:lnTo>
                    <a:pt x="3729163" y="20266"/>
                  </a:lnTo>
                  <a:lnTo>
                    <a:pt x="3728092" y="20160"/>
                  </a:lnTo>
                  <a:lnTo>
                    <a:pt x="3727020" y="20054"/>
                  </a:lnTo>
                  <a:lnTo>
                    <a:pt x="3725949" y="19948"/>
                  </a:lnTo>
                  <a:lnTo>
                    <a:pt x="3724877" y="19842"/>
                  </a:lnTo>
                  <a:lnTo>
                    <a:pt x="3723805" y="19736"/>
                  </a:lnTo>
                  <a:lnTo>
                    <a:pt x="3722734" y="19631"/>
                  </a:lnTo>
                  <a:lnTo>
                    <a:pt x="3721662" y="19526"/>
                  </a:lnTo>
                  <a:lnTo>
                    <a:pt x="3720591" y="19421"/>
                  </a:lnTo>
                  <a:lnTo>
                    <a:pt x="3719519" y="19317"/>
                  </a:lnTo>
                  <a:lnTo>
                    <a:pt x="3718447" y="19212"/>
                  </a:lnTo>
                  <a:lnTo>
                    <a:pt x="3717376" y="19108"/>
                  </a:lnTo>
                  <a:lnTo>
                    <a:pt x="3716304" y="19004"/>
                  </a:lnTo>
                  <a:lnTo>
                    <a:pt x="3715233" y="18900"/>
                  </a:lnTo>
                  <a:lnTo>
                    <a:pt x="3714161" y="18797"/>
                  </a:lnTo>
                  <a:lnTo>
                    <a:pt x="3713089" y="18693"/>
                  </a:lnTo>
                  <a:lnTo>
                    <a:pt x="3712018" y="18590"/>
                  </a:lnTo>
                  <a:lnTo>
                    <a:pt x="3710946" y="18488"/>
                  </a:lnTo>
                  <a:lnTo>
                    <a:pt x="3709875" y="18385"/>
                  </a:lnTo>
                  <a:lnTo>
                    <a:pt x="3708803" y="18283"/>
                  </a:lnTo>
                  <a:lnTo>
                    <a:pt x="3707731" y="18180"/>
                  </a:lnTo>
                  <a:lnTo>
                    <a:pt x="3706660" y="18078"/>
                  </a:lnTo>
                  <a:lnTo>
                    <a:pt x="3705588" y="17977"/>
                  </a:lnTo>
                  <a:lnTo>
                    <a:pt x="3704517" y="17875"/>
                  </a:lnTo>
                  <a:lnTo>
                    <a:pt x="3703445" y="17774"/>
                  </a:lnTo>
                  <a:lnTo>
                    <a:pt x="3702373" y="17673"/>
                  </a:lnTo>
                  <a:lnTo>
                    <a:pt x="3701302" y="17572"/>
                  </a:lnTo>
                  <a:lnTo>
                    <a:pt x="3700230" y="17472"/>
                  </a:lnTo>
                  <a:lnTo>
                    <a:pt x="3699159" y="17371"/>
                  </a:lnTo>
                  <a:lnTo>
                    <a:pt x="3698087" y="17271"/>
                  </a:lnTo>
                  <a:lnTo>
                    <a:pt x="3697015" y="17171"/>
                  </a:lnTo>
                  <a:lnTo>
                    <a:pt x="3695944" y="17072"/>
                  </a:lnTo>
                  <a:lnTo>
                    <a:pt x="3694872" y="16972"/>
                  </a:lnTo>
                  <a:lnTo>
                    <a:pt x="3693801" y="16873"/>
                  </a:lnTo>
                  <a:lnTo>
                    <a:pt x="3692729" y="16774"/>
                  </a:lnTo>
                  <a:lnTo>
                    <a:pt x="3691657" y="16676"/>
                  </a:lnTo>
                  <a:lnTo>
                    <a:pt x="3690586" y="16577"/>
                  </a:lnTo>
                  <a:lnTo>
                    <a:pt x="3689514" y="16479"/>
                  </a:lnTo>
                  <a:lnTo>
                    <a:pt x="3688443" y="16381"/>
                  </a:lnTo>
                  <a:lnTo>
                    <a:pt x="3687371" y="16283"/>
                  </a:lnTo>
                  <a:lnTo>
                    <a:pt x="3686299" y="16186"/>
                  </a:lnTo>
                  <a:lnTo>
                    <a:pt x="3685228" y="16089"/>
                  </a:lnTo>
                  <a:lnTo>
                    <a:pt x="3684156" y="15992"/>
                  </a:lnTo>
                  <a:lnTo>
                    <a:pt x="3683085" y="15895"/>
                  </a:lnTo>
                  <a:lnTo>
                    <a:pt x="3682013" y="15798"/>
                  </a:lnTo>
                  <a:lnTo>
                    <a:pt x="3680941" y="15702"/>
                  </a:lnTo>
                  <a:lnTo>
                    <a:pt x="3679870" y="15606"/>
                  </a:lnTo>
                  <a:lnTo>
                    <a:pt x="3678798" y="15510"/>
                  </a:lnTo>
                  <a:lnTo>
                    <a:pt x="3677727" y="15414"/>
                  </a:lnTo>
                  <a:lnTo>
                    <a:pt x="3676655" y="15319"/>
                  </a:lnTo>
                  <a:lnTo>
                    <a:pt x="3675583" y="15224"/>
                  </a:lnTo>
                  <a:lnTo>
                    <a:pt x="3674512" y="15129"/>
                  </a:lnTo>
                  <a:lnTo>
                    <a:pt x="3673440" y="15035"/>
                  </a:lnTo>
                  <a:lnTo>
                    <a:pt x="3672369" y="14940"/>
                  </a:lnTo>
                  <a:lnTo>
                    <a:pt x="3671297" y="14846"/>
                  </a:lnTo>
                  <a:lnTo>
                    <a:pt x="3670225" y="14752"/>
                  </a:lnTo>
                  <a:lnTo>
                    <a:pt x="3669154" y="14659"/>
                  </a:lnTo>
                  <a:lnTo>
                    <a:pt x="3668082" y="14565"/>
                  </a:lnTo>
                  <a:lnTo>
                    <a:pt x="3667011" y="14472"/>
                  </a:lnTo>
                  <a:lnTo>
                    <a:pt x="3665939" y="14379"/>
                  </a:lnTo>
                  <a:lnTo>
                    <a:pt x="3664867" y="14286"/>
                  </a:lnTo>
                  <a:lnTo>
                    <a:pt x="3663796" y="14194"/>
                  </a:lnTo>
                  <a:lnTo>
                    <a:pt x="3662724" y="14102"/>
                  </a:lnTo>
                  <a:lnTo>
                    <a:pt x="3661653" y="14010"/>
                  </a:lnTo>
                  <a:lnTo>
                    <a:pt x="3660581" y="13918"/>
                  </a:lnTo>
                  <a:lnTo>
                    <a:pt x="3659509" y="13827"/>
                  </a:lnTo>
                  <a:lnTo>
                    <a:pt x="3658438" y="13736"/>
                  </a:lnTo>
                  <a:lnTo>
                    <a:pt x="3657366" y="13645"/>
                  </a:lnTo>
                  <a:lnTo>
                    <a:pt x="3656295" y="13554"/>
                  </a:lnTo>
                  <a:lnTo>
                    <a:pt x="3655223" y="13464"/>
                  </a:lnTo>
                  <a:lnTo>
                    <a:pt x="3654151" y="13374"/>
                  </a:lnTo>
                  <a:lnTo>
                    <a:pt x="3653080" y="13284"/>
                  </a:lnTo>
                  <a:lnTo>
                    <a:pt x="3652008" y="13194"/>
                  </a:lnTo>
                  <a:lnTo>
                    <a:pt x="3650937" y="13105"/>
                  </a:lnTo>
                  <a:lnTo>
                    <a:pt x="3649865" y="13016"/>
                  </a:lnTo>
                  <a:lnTo>
                    <a:pt x="3648793" y="12927"/>
                  </a:lnTo>
                  <a:lnTo>
                    <a:pt x="3647722" y="12838"/>
                  </a:lnTo>
                  <a:lnTo>
                    <a:pt x="3646650" y="12750"/>
                  </a:lnTo>
                  <a:lnTo>
                    <a:pt x="3645579" y="12662"/>
                  </a:lnTo>
                  <a:lnTo>
                    <a:pt x="3644507" y="12574"/>
                  </a:lnTo>
                  <a:lnTo>
                    <a:pt x="3643435" y="12486"/>
                  </a:lnTo>
                  <a:lnTo>
                    <a:pt x="3642364" y="12399"/>
                  </a:lnTo>
                  <a:lnTo>
                    <a:pt x="3641292" y="12312"/>
                  </a:lnTo>
                  <a:lnTo>
                    <a:pt x="3640221" y="12225"/>
                  </a:lnTo>
                  <a:lnTo>
                    <a:pt x="3639149" y="12138"/>
                  </a:lnTo>
                  <a:lnTo>
                    <a:pt x="3638077" y="12052"/>
                  </a:lnTo>
                  <a:lnTo>
                    <a:pt x="3637006" y="11966"/>
                  </a:lnTo>
                  <a:lnTo>
                    <a:pt x="3635934" y="11880"/>
                  </a:lnTo>
                  <a:lnTo>
                    <a:pt x="3634863" y="11795"/>
                  </a:lnTo>
                  <a:lnTo>
                    <a:pt x="3633791" y="11709"/>
                  </a:lnTo>
                  <a:lnTo>
                    <a:pt x="3632719" y="11624"/>
                  </a:lnTo>
                  <a:lnTo>
                    <a:pt x="3631648" y="11540"/>
                  </a:lnTo>
                  <a:lnTo>
                    <a:pt x="3630576" y="11455"/>
                  </a:lnTo>
                  <a:lnTo>
                    <a:pt x="3629505" y="11371"/>
                  </a:lnTo>
                  <a:lnTo>
                    <a:pt x="3628433" y="11287"/>
                  </a:lnTo>
                  <a:lnTo>
                    <a:pt x="3627361" y="11203"/>
                  </a:lnTo>
                  <a:lnTo>
                    <a:pt x="3626290" y="11120"/>
                  </a:lnTo>
                  <a:lnTo>
                    <a:pt x="3625218" y="11037"/>
                  </a:lnTo>
                  <a:lnTo>
                    <a:pt x="3624147" y="10954"/>
                  </a:lnTo>
                  <a:lnTo>
                    <a:pt x="3623075" y="10871"/>
                  </a:lnTo>
                  <a:lnTo>
                    <a:pt x="3622003" y="10789"/>
                  </a:lnTo>
                  <a:lnTo>
                    <a:pt x="3620932" y="10707"/>
                  </a:lnTo>
                  <a:lnTo>
                    <a:pt x="3619860" y="10625"/>
                  </a:lnTo>
                  <a:lnTo>
                    <a:pt x="3618789" y="10544"/>
                  </a:lnTo>
                  <a:lnTo>
                    <a:pt x="3617717" y="10462"/>
                  </a:lnTo>
                  <a:lnTo>
                    <a:pt x="3616645" y="10381"/>
                  </a:lnTo>
                  <a:lnTo>
                    <a:pt x="3615574" y="10301"/>
                  </a:lnTo>
                  <a:lnTo>
                    <a:pt x="3614502" y="10220"/>
                  </a:lnTo>
                  <a:lnTo>
                    <a:pt x="3613431" y="10140"/>
                  </a:lnTo>
                  <a:lnTo>
                    <a:pt x="3612359" y="10060"/>
                  </a:lnTo>
                  <a:lnTo>
                    <a:pt x="3611287" y="9980"/>
                  </a:lnTo>
                  <a:lnTo>
                    <a:pt x="3610216" y="9901"/>
                  </a:lnTo>
                  <a:lnTo>
                    <a:pt x="3609144" y="9822"/>
                  </a:lnTo>
                  <a:lnTo>
                    <a:pt x="3608073" y="9743"/>
                  </a:lnTo>
                  <a:lnTo>
                    <a:pt x="3607001" y="9665"/>
                  </a:lnTo>
                  <a:lnTo>
                    <a:pt x="3605929" y="9586"/>
                  </a:lnTo>
                  <a:lnTo>
                    <a:pt x="3604858" y="9508"/>
                  </a:lnTo>
                  <a:lnTo>
                    <a:pt x="3603786" y="9431"/>
                  </a:lnTo>
                  <a:lnTo>
                    <a:pt x="3602715" y="9353"/>
                  </a:lnTo>
                  <a:lnTo>
                    <a:pt x="3601643" y="9276"/>
                  </a:lnTo>
                  <a:lnTo>
                    <a:pt x="3600571" y="9199"/>
                  </a:lnTo>
                  <a:lnTo>
                    <a:pt x="3599500" y="9123"/>
                  </a:lnTo>
                  <a:lnTo>
                    <a:pt x="3598428" y="9046"/>
                  </a:lnTo>
                  <a:lnTo>
                    <a:pt x="3597357" y="8970"/>
                  </a:lnTo>
                  <a:lnTo>
                    <a:pt x="3596285" y="8894"/>
                  </a:lnTo>
                  <a:lnTo>
                    <a:pt x="3595213" y="8819"/>
                  </a:lnTo>
                  <a:lnTo>
                    <a:pt x="3594142" y="8744"/>
                  </a:lnTo>
                  <a:lnTo>
                    <a:pt x="3593070" y="8669"/>
                  </a:lnTo>
                  <a:lnTo>
                    <a:pt x="3591999" y="8594"/>
                  </a:lnTo>
                  <a:lnTo>
                    <a:pt x="3590927" y="8520"/>
                  </a:lnTo>
                  <a:lnTo>
                    <a:pt x="3589855" y="8446"/>
                  </a:lnTo>
                  <a:lnTo>
                    <a:pt x="3588784" y="8372"/>
                  </a:lnTo>
                  <a:lnTo>
                    <a:pt x="3587712" y="8299"/>
                  </a:lnTo>
                  <a:lnTo>
                    <a:pt x="3586641" y="8225"/>
                  </a:lnTo>
                  <a:lnTo>
                    <a:pt x="3585569" y="8152"/>
                  </a:lnTo>
                  <a:lnTo>
                    <a:pt x="3584497" y="8080"/>
                  </a:lnTo>
                  <a:lnTo>
                    <a:pt x="3583426" y="8007"/>
                  </a:lnTo>
                  <a:lnTo>
                    <a:pt x="3582354" y="7935"/>
                  </a:lnTo>
                  <a:lnTo>
                    <a:pt x="3581283" y="7864"/>
                  </a:lnTo>
                  <a:lnTo>
                    <a:pt x="3580211" y="7792"/>
                  </a:lnTo>
                  <a:lnTo>
                    <a:pt x="3579139" y="7721"/>
                  </a:lnTo>
                  <a:lnTo>
                    <a:pt x="3578068" y="7650"/>
                  </a:lnTo>
                  <a:lnTo>
                    <a:pt x="3576996" y="7579"/>
                  </a:lnTo>
                  <a:lnTo>
                    <a:pt x="3575925" y="7509"/>
                  </a:lnTo>
                  <a:lnTo>
                    <a:pt x="3574853" y="7439"/>
                  </a:lnTo>
                  <a:lnTo>
                    <a:pt x="3573781" y="7369"/>
                  </a:lnTo>
                  <a:lnTo>
                    <a:pt x="3572710" y="7300"/>
                  </a:lnTo>
                  <a:lnTo>
                    <a:pt x="3571638" y="7231"/>
                  </a:lnTo>
                  <a:lnTo>
                    <a:pt x="3570567" y="7162"/>
                  </a:lnTo>
                  <a:lnTo>
                    <a:pt x="3569495" y="7093"/>
                  </a:lnTo>
                  <a:lnTo>
                    <a:pt x="3568423" y="7025"/>
                  </a:lnTo>
                  <a:lnTo>
                    <a:pt x="3567352" y="6957"/>
                  </a:lnTo>
                  <a:lnTo>
                    <a:pt x="3566280" y="6889"/>
                  </a:lnTo>
                  <a:lnTo>
                    <a:pt x="3565209" y="6822"/>
                  </a:lnTo>
                  <a:lnTo>
                    <a:pt x="3564137" y="6755"/>
                  </a:lnTo>
                  <a:lnTo>
                    <a:pt x="3563065" y="6688"/>
                  </a:lnTo>
                  <a:lnTo>
                    <a:pt x="3561994" y="6621"/>
                  </a:lnTo>
                  <a:lnTo>
                    <a:pt x="3560922" y="6555"/>
                  </a:lnTo>
                  <a:lnTo>
                    <a:pt x="3559851" y="6489"/>
                  </a:lnTo>
                  <a:lnTo>
                    <a:pt x="3558779" y="6424"/>
                  </a:lnTo>
                  <a:lnTo>
                    <a:pt x="3557707" y="6358"/>
                  </a:lnTo>
                  <a:lnTo>
                    <a:pt x="3556636" y="6293"/>
                  </a:lnTo>
                  <a:lnTo>
                    <a:pt x="3555564" y="6229"/>
                  </a:lnTo>
                  <a:lnTo>
                    <a:pt x="3554493" y="6164"/>
                  </a:lnTo>
                  <a:lnTo>
                    <a:pt x="3553421" y="6100"/>
                  </a:lnTo>
                  <a:lnTo>
                    <a:pt x="3552349" y="6036"/>
                  </a:lnTo>
                  <a:lnTo>
                    <a:pt x="3551278" y="5973"/>
                  </a:lnTo>
                  <a:lnTo>
                    <a:pt x="3550206" y="5909"/>
                  </a:lnTo>
                  <a:lnTo>
                    <a:pt x="3549135" y="5847"/>
                  </a:lnTo>
                  <a:lnTo>
                    <a:pt x="3548063" y="5784"/>
                  </a:lnTo>
                  <a:lnTo>
                    <a:pt x="3546992" y="5722"/>
                  </a:lnTo>
                  <a:lnTo>
                    <a:pt x="3545920" y="5660"/>
                  </a:lnTo>
                  <a:lnTo>
                    <a:pt x="3544848" y="5598"/>
                  </a:lnTo>
                  <a:lnTo>
                    <a:pt x="3543777" y="5537"/>
                  </a:lnTo>
                  <a:lnTo>
                    <a:pt x="3542705" y="5476"/>
                  </a:lnTo>
                  <a:lnTo>
                    <a:pt x="3541634" y="5415"/>
                  </a:lnTo>
                  <a:lnTo>
                    <a:pt x="3540562" y="5354"/>
                  </a:lnTo>
                  <a:lnTo>
                    <a:pt x="3539490" y="5294"/>
                  </a:lnTo>
                  <a:lnTo>
                    <a:pt x="3538419" y="5234"/>
                  </a:lnTo>
                  <a:lnTo>
                    <a:pt x="3537347" y="5175"/>
                  </a:lnTo>
                  <a:lnTo>
                    <a:pt x="3536276" y="5116"/>
                  </a:lnTo>
                  <a:lnTo>
                    <a:pt x="3535204" y="5057"/>
                  </a:lnTo>
                  <a:lnTo>
                    <a:pt x="3534132" y="4998"/>
                  </a:lnTo>
                  <a:lnTo>
                    <a:pt x="3533061" y="4940"/>
                  </a:lnTo>
                  <a:lnTo>
                    <a:pt x="3531989" y="4882"/>
                  </a:lnTo>
                  <a:lnTo>
                    <a:pt x="3530918" y="4824"/>
                  </a:lnTo>
                  <a:lnTo>
                    <a:pt x="3529846" y="4767"/>
                  </a:lnTo>
                  <a:lnTo>
                    <a:pt x="3528774" y="4710"/>
                  </a:lnTo>
                  <a:lnTo>
                    <a:pt x="3527703" y="4653"/>
                  </a:lnTo>
                  <a:lnTo>
                    <a:pt x="3526631" y="4597"/>
                  </a:lnTo>
                  <a:lnTo>
                    <a:pt x="3525560" y="4541"/>
                  </a:lnTo>
                  <a:lnTo>
                    <a:pt x="3524488" y="4485"/>
                  </a:lnTo>
                  <a:lnTo>
                    <a:pt x="3523416" y="4429"/>
                  </a:lnTo>
                  <a:lnTo>
                    <a:pt x="3522345" y="4374"/>
                  </a:lnTo>
                  <a:lnTo>
                    <a:pt x="3521273" y="4319"/>
                  </a:lnTo>
                  <a:lnTo>
                    <a:pt x="3520202" y="4265"/>
                  </a:lnTo>
                  <a:lnTo>
                    <a:pt x="3519130" y="4211"/>
                  </a:lnTo>
                  <a:lnTo>
                    <a:pt x="3518058" y="4157"/>
                  </a:lnTo>
                  <a:lnTo>
                    <a:pt x="3516987" y="4103"/>
                  </a:lnTo>
                  <a:lnTo>
                    <a:pt x="3515915" y="4050"/>
                  </a:lnTo>
                  <a:lnTo>
                    <a:pt x="3514844" y="3997"/>
                  </a:lnTo>
                  <a:lnTo>
                    <a:pt x="3513772" y="3945"/>
                  </a:lnTo>
                  <a:lnTo>
                    <a:pt x="3512700" y="3892"/>
                  </a:lnTo>
                  <a:lnTo>
                    <a:pt x="3511629" y="3841"/>
                  </a:lnTo>
                  <a:lnTo>
                    <a:pt x="3510557" y="3789"/>
                  </a:lnTo>
                  <a:lnTo>
                    <a:pt x="3509486" y="3738"/>
                  </a:lnTo>
                  <a:lnTo>
                    <a:pt x="3508414" y="3687"/>
                  </a:lnTo>
                  <a:lnTo>
                    <a:pt x="3507342" y="3636"/>
                  </a:lnTo>
                  <a:lnTo>
                    <a:pt x="3506271" y="3586"/>
                  </a:lnTo>
                  <a:lnTo>
                    <a:pt x="3505199" y="3536"/>
                  </a:lnTo>
                  <a:lnTo>
                    <a:pt x="3504128" y="3486"/>
                  </a:lnTo>
                  <a:lnTo>
                    <a:pt x="3503056" y="3437"/>
                  </a:lnTo>
                  <a:lnTo>
                    <a:pt x="3501984" y="3388"/>
                  </a:lnTo>
                  <a:lnTo>
                    <a:pt x="3500913" y="3339"/>
                  </a:lnTo>
                  <a:lnTo>
                    <a:pt x="3499841" y="3291"/>
                  </a:lnTo>
                  <a:lnTo>
                    <a:pt x="3498770" y="3243"/>
                  </a:lnTo>
                  <a:lnTo>
                    <a:pt x="3497698" y="3195"/>
                  </a:lnTo>
                  <a:lnTo>
                    <a:pt x="3496626" y="3148"/>
                  </a:lnTo>
                  <a:lnTo>
                    <a:pt x="3495555" y="3101"/>
                  </a:lnTo>
                  <a:lnTo>
                    <a:pt x="3494483" y="3054"/>
                  </a:lnTo>
                  <a:lnTo>
                    <a:pt x="3493412" y="3008"/>
                  </a:lnTo>
                  <a:lnTo>
                    <a:pt x="3492340" y="2962"/>
                  </a:lnTo>
                  <a:lnTo>
                    <a:pt x="3491268" y="2916"/>
                  </a:lnTo>
                  <a:lnTo>
                    <a:pt x="3490197" y="2870"/>
                  </a:lnTo>
                  <a:lnTo>
                    <a:pt x="3489125" y="2825"/>
                  </a:lnTo>
                  <a:lnTo>
                    <a:pt x="3488054" y="2781"/>
                  </a:lnTo>
                  <a:lnTo>
                    <a:pt x="3486982" y="2736"/>
                  </a:lnTo>
                  <a:lnTo>
                    <a:pt x="3485910" y="2692"/>
                  </a:lnTo>
                  <a:lnTo>
                    <a:pt x="3484839" y="2649"/>
                  </a:lnTo>
                  <a:lnTo>
                    <a:pt x="3483767" y="2605"/>
                  </a:lnTo>
                  <a:lnTo>
                    <a:pt x="3482696" y="2562"/>
                  </a:lnTo>
                  <a:lnTo>
                    <a:pt x="3481624" y="2520"/>
                  </a:lnTo>
                  <a:lnTo>
                    <a:pt x="3480552" y="2477"/>
                  </a:lnTo>
                  <a:lnTo>
                    <a:pt x="3479481" y="2435"/>
                  </a:lnTo>
                  <a:lnTo>
                    <a:pt x="3478409" y="2394"/>
                  </a:lnTo>
                  <a:lnTo>
                    <a:pt x="3477338" y="2352"/>
                  </a:lnTo>
                  <a:lnTo>
                    <a:pt x="3476266" y="2311"/>
                  </a:lnTo>
                  <a:lnTo>
                    <a:pt x="3475194" y="2271"/>
                  </a:lnTo>
                  <a:lnTo>
                    <a:pt x="3474123" y="2230"/>
                  </a:lnTo>
                  <a:lnTo>
                    <a:pt x="3473051" y="2190"/>
                  </a:lnTo>
                  <a:lnTo>
                    <a:pt x="3471980" y="2151"/>
                  </a:lnTo>
                  <a:lnTo>
                    <a:pt x="3470908" y="2111"/>
                  </a:lnTo>
                  <a:lnTo>
                    <a:pt x="3469836" y="2073"/>
                  </a:lnTo>
                  <a:lnTo>
                    <a:pt x="3468765" y="2034"/>
                  </a:lnTo>
                  <a:lnTo>
                    <a:pt x="3467693" y="1996"/>
                  </a:lnTo>
                  <a:lnTo>
                    <a:pt x="3466622" y="1958"/>
                  </a:lnTo>
                  <a:lnTo>
                    <a:pt x="3465550" y="1920"/>
                  </a:lnTo>
                  <a:lnTo>
                    <a:pt x="3464478" y="1883"/>
                  </a:lnTo>
                  <a:lnTo>
                    <a:pt x="3463407" y="1846"/>
                  </a:lnTo>
                  <a:lnTo>
                    <a:pt x="3462335" y="1810"/>
                  </a:lnTo>
                  <a:lnTo>
                    <a:pt x="3461264" y="1774"/>
                  </a:lnTo>
                  <a:lnTo>
                    <a:pt x="3460192" y="1738"/>
                  </a:lnTo>
                  <a:lnTo>
                    <a:pt x="3459120" y="1702"/>
                  </a:lnTo>
                  <a:lnTo>
                    <a:pt x="3458049" y="1667"/>
                  </a:lnTo>
                  <a:lnTo>
                    <a:pt x="3456977" y="1632"/>
                  </a:lnTo>
                  <a:lnTo>
                    <a:pt x="3455906" y="1598"/>
                  </a:lnTo>
                  <a:lnTo>
                    <a:pt x="3454834" y="1564"/>
                  </a:lnTo>
                  <a:lnTo>
                    <a:pt x="3453762" y="1530"/>
                  </a:lnTo>
                  <a:lnTo>
                    <a:pt x="3452691" y="1497"/>
                  </a:lnTo>
                  <a:lnTo>
                    <a:pt x="3451619" y="1464"/>
                  </a:lnTo>
                  <a:lnTo>
                    <a:pt x="3450548" y="1431"/>
                  </a:lnTo>
                  <a:lnTo>
                    <a:pt x="3449476" y="1399"/>
                  </a:lnTo>
                  <a:lnTo>
                    <a:pt x="3448404" y="1367"/>
                  </a:lnTo>
                  <a:lnTo>
                    <a:pt x="3447333" y="1335"/>
                  </a:lnTo>
                  <a:lnTo>
                    <a:pt x="3446261" y="1304"/>
                  </a:lnTo>
                  <a:lnTo>
                    <a:pt x="3445190" y="1273"/>
                  </a:lnTo>
                  <a:lnTo>
                    <a:pt x="3444118" y="1243"/>
                  </a:lnTo>
                  <a:lnTo>
                    <a:pt x="3443046" y="1212"/>
                  </a:lnTo>
                  <a:lnTo>
                    <a:pt x="3441975" y="1183"/>
                  </a:lnTo>
                  <a:lnTo>
                    <a:pt x="3440903" y="1153"/>
                  </a:lnTo>
                  <a:lnTo>
                    <a:pt x="3439832" y="1124"/>
                  </a:lnTo>
                  <a:lnTo>
                    <a:pt x="3438760" y="1095"/>
                  </a:lnTo>
                  <a:lnTo>
                    <a:pt x="3437688" y="1067"/>
                  </a:lnTo>
                  <a:lnTo>
                    <a:pt x="3436617" y="1039"/>
                  </a:lnTo>
                  <a:lnTo>
                    <a:pt x="3435545" y="1011"/>
                  </a:lnTo>
                  <a:lnTo>
                    <a:pt x="3434474" y="984"/>
                  </a:lnTo>
                  <a:lnTo>
                    <a:pt x="3433402" y="957"/>
                  </a:lnTo>
                  <a:lnTo>
                    <a:pt x="3432330" y="930"/>
                  </a:lnTo>
                  <a:lnTo>
                    <a:pt x="3431259" y="904"/>
                  </a:lnTo>
                  <a:lnTo>
                    <a:pt x="3430187" y="878"/>
                  </a:lnTo>
                  <a:lnTo>
                    <a:pt x="3429116" y="853"/>
                  </a:lnTo>
                  <a:lnTo>
                    <a:pt x="3428044" y="828"/>
                  </a:lnTo>
                  <a:lnTo>
                    <a:pt x="3426972" y="803"/>
                  </a:lnTo>
                  <a:lnTo>
                    <a:pt x="3425901" y="779"/>
                  </a:lnTo>
                  <a:lnTo>
                    <a:pt x="3424829" y="755"/>
                  </a:lnTo>
                  <a:lnTo>
                    <a:pt x="3423758" y="731"/>
                  </a:lnTo>
                  <a:lnTo>
                    <a:pt x="3422686" y="708"/>
                  </a:lnTo>
                  <a:lnTo>
                    <a:pt x="3421614" y="685"/>
                  </a:lnTo>
                  <a:lnTo>
                    <a:pt x="3420543" y="662"/>
                  </a:lnTo>
                  <a:lnTo>
                    <a:pt x="3419471" y="640"/>
                  </a:lnTo>
                  <a:lnTo>
                    <a:pt x="3418400" y="618"/>
                  </a:lnTo>
                  <a:lnTo>
                    <a:pt x="3417328" y="597"/>
                  </a:lnTo>
                  <a:lnTo>
                    <a:pt x="3416256" y="576"/>
                  </a:lnTo>
                  <a:lnTo>
                    <a:pt x="3415185" y="555"/>
                  </a:lnTo>
                  <a:lnTo>
                    <a:pt x="3414113" y="535"/>
                  </a:lnTo>
                  <a:lnTo>
                    <a:pt x="3413042" y="515"/>
                  </a:lnTo>
                  <a:lnTo>
                    <a:pt x="3411970" y="495"/>
                  </a:lnTo>
                  <a:lnTo>
                    <a:pt x="3410898" y="476"/>
                  </a:lnTo>
                  <a:lnTo>
                    <a:pt x="3409827" y="457"/>
                  </a:lnTo>
                  <a:lnTo>
                    <a:pt x="3408755" y="438"/>
                  </a:lnTo>
                  <a:lnTo>
                    <a:pt x="3407684" y="420"/>
                  </a:lnTo>
                  <a:lnTo>
                    <a:pt x="3406612" y="403"/>
                  </a:lnTo>
                  <a:lnTo>
                    <a:pt x="3405540" y="385"/>
                  </a:lnTo>
                  <a:lnTo>
                    <a:pt x="3404469" y="368"/>
                  </a:lnTo>
                  <a:lnTo>
                    <a:pt x="3403397" y="352"/>
                  </a:lnTo>
                  <a:lnTo>
                    <a:pt x="3402326" y="335"/>
                  </a:lnTo>
                  <a:lnTo>
                    <a:pt x="3401254" y="320"/>
                  </a:lnTo>
                  <a:lnTo>
                    <a:pt x="3400182" y="304"/>
                  </a:lnTo>
                  <a:lnTo>
                    <a:pt x="3399111" y="289"/>
                  </a:lnTo>
                  <a:lnTo>
                    <a:pt x="3398039" y="274"/>
                  </a:lnTo>
                  <a:lnTo>
                    <a:pt x="3396968" y="260"/>
                  </a:lnTo>
                  <a:lnTo>
                    <a:pt x="3395896" y="246"/>
                  </a:lnTo>
                  <a:lnTo>
                    <a:pt x="3394824" y="232"/>
                  </a:lnTo>
                  <a:lnTo>
                    <a:pt x="3393753" y="219"/>
                  </a:lnTo>
                  <a:lnTo>
                    <a:pt x="3392681" y="206"/>
                  </a:lnTo>
                  <a:lnTo>
                    <a:pt x="3391610" y="194"/>
                  </a:lnTo>
                  <a:lnTo>
                    <a:pt x="3390538" y="182"/>
                  </a:lnTo>
                  <a:lnTo>
                    <a:pt x="3389466" y="170"/>
                  </a:lnTo>
                  <a:lnTo>
                    <a:pt x="3388395" y="159"/>
                  </a:lnTo>
                  <a:lnTo>
                    <a:pt x="3387323" y="148"/>
                  </a:lnTo>
                  <a:lnTo>
                    <a:pt x="3386252" y="137"/>
                  </a:lnTo>
                  <a:lnTo>
                    <a:pt x="3385180" y="127"/>
                  </a:lnTo>
                  <a:lnTo>
                    <a:pt x="3384108" y="117"/>
                  </a:lnTo>
                  <a:lnTo>
                    <a:pt x="3383037" y="108"/>
                  </a:lnTo>
                  <a:lnTo>
                    <a:pt x="3381965" y="99"/>
                  </a:lnTo>
                  <a:lnTo>
                    <a:pt x="3380894" y="90"/>
                  </a:lnTo>
                  <a:lnTo>
                    <a:pt x="3379822" y="82"/>
                  </a:lnTo>
                  <a:lnTo>
                    <a:pt x="3378750" y="74"/>
                  </a:lnTo>
                  <a:lnTo>
                    <a:pt x="3377679" y="67"/>
                  </a:lnTo>
                  <a:lnTo>
                    <a:pt x="3376607" y="60"/>
                  </a:lnTo>
                  <a:lnTo>
                    <a:pt x="3375536" y="53"/>
                  </a:lnTo>
                  <a:lnTo>
                    <a:pt x="3374464" y="47"/>
                  </a:lnTo>
                  <a:lnTo>
                    <a:pt x="3373392" y="41"/>
                  </a:lnTo>
                  <a:lnTo>
                    <a:pt x="3372321" y="35"/>
                  </a:lnTo>
                  <a:lnTo>
                    <a:pt x="3371249" y="30"/>
                  </a:lnTo>
                  <a:lnTo>
                    <a:pt x="3370178" y="26"/>
                  </a:lnTo>
                  <a:lnTo>
                    <a:pt x="3369106" y="21"/>
                  </a:lnTo>
                  <a:lnTo>
                    <a:pt x="3368035" y="17"/>
                  </a:lnTo>
                  <a:lnTo>
                    <a:pt x="3366963" y="14"/>
                  </a:lnTo>
                  <a:lnTo>
                    <a:pt x="3365891" y="11"/>
                  </a:lnTo>
                  <a:lnTo>
                    <a:pt x="3364820" y="8"/>
                  </a:lnTo>
                  <a:lnTo>
                    <a:pt x="3363748" y="5"/>
                  </a:lnTo>
                  <a:lnTo>
                    <a:pt x="3362677" y="3"/>
                  </a:lnTo>
                  <a:lnTo>
                    <a:pt x="3361605" y="2"/>
                  </a:lnTo>
                  <a:lnTo>
                    <a:pt x="3360533" y="1"/>
                  </a:lnTo>
                  <a:lnTo>
                    <a:pt x="3359462" y="0"/>
                  </a:lnTo>
                  <a:lnTo>
                    <a:pt x="3358390" y="0"/>
                  </a:lnTo>
                  <a:lnTo>
                    <a:pt x="3357319" y="0"/>
                  </a:lnTo>
                  <a:lnTo>
                    <a:pt x="3356247" y="0"/>
                  </a:lnTo>
                  <a:lnTo>
                    <a:pt x="3355175" y="1"/>
                  </a:lnTo>
                  <a:lnTo>
                    <a:pt x="3354104" y="2"/>
                  </a:lnTo>
                  <a:lnTo>
                    <a:pt x="3353032" y="3"/>
                  </a:lnTo>
                  <a:lnTo>
                    <a:pt x="3351961" y="5"/>
                  </a:lnTo>
                  <a:lnTo>
                    <a:pt x="3350889" y="8"/>
                  </a:lnTo>
                  <a:lnTo>
                    <a:pt x="3349817" y="11"/>
                  </a:lnTo>
                  <a:lnTo>
                    <a:pt x="3348746" y="14"/>
                  </a:lnTo>
                  <a:lnTo>
                    <a:pt x="3347674" y="17"/>
                  </a:lnTo>
                  <a:lnTo>
                    <a:pt x="3346603" y="21"/>
                  </a:lnTo>
                  <a:lnTo>
                    <a:pt x="3345531" y="26"/>
                  </a:lnTo>
                  <a:lnTo>
                    <a:pt x="3344459" y="31"/>
                  </a:lnTo>
                  <a:lnTo>
                    <a:pt x="3343388" y="36"/>
                  </a:lnTo>
                  <a:lnTo>
                    <a:pt x="3342316" y="41"/>
                  </a:lnTo>
                  <a:lnTo>
                    <a:pt x="3341245" y="47"/>
                  </a:lnTo>
                  <a:lnTo>
                    <a:pt x="3340173" y="54"/>
                  </a:lnTo>
                  <a:lnTo>
                    <a:pt x="3339101" y="60"/>
                  </a:lnTo>
                  <a:lnTo>
                    <a:pt x="3338030" y="68"/>
                  </a:lnTo>
                  <a:lnTo>
                    <a:pt x="3336958" y="75"/>
                  </a:lnTo>
                  <a:lnTo>
                    <a:pt x="3335887" y="83"/>
                  </a:lnTo>
                  <a:lnTo>
                    <a:pt x="3334815" y="92"/>
                  </a:lnTo>
                  <a:lnTo>
                    <a:pt x="3333743" y="101"/>
                  </a:lnTo>
                  <a:lnTo>
                    <a:pt x="3332672" y="110"/>
                  </a:lnTo>
                  <a:lnTo>
                    <a:pt x="3331600" y="119"/>
                  </a:lnTo>
                  <a:lnTo>
                    <a:pt x="3330529" y="129"/>
                  </a:lnTo>
                  <a:lnTo>
                    <a:pt x="3329457" y="140"/>
                  </a:lnTo>
                  <a:lnTo>
                    <a:pt x="3328385" y="151"/>
                  </a:lnTo>
                  <a:lnTo>
                    <a:pt x="3327314" y="162"/>
                  </a:lnTo>
                  <a:lnTo>
                    <a:pt x="3326242" y="174"/>
                  </a:lnTo>
                  <a:lnTo>
                    <a:pt x="3325171" y="186"/>
                  </a:lnTo>
                  <a:lnTo>
                    <a:pt x="3324099" y="198"/>
                  </a:lnTo>
                  <a:lnTo>
                    <a:pt x="3323027" y="211"/>
                  </a:lnTo>
                  <a:lnTo>
                    <a:pt x="3321956" y="225"/>
                  </a:lnTo>
                  <a:lnTo>
                    <a:pt x="3320884" y="238"/>
                  </a:lnTo>
                  <a:lnTo>
                    <a:pt x="3319813" y="252"/>
                  </a:lnTo>
                  <a:lnTo>
                    <a:pt x="3318741" y="267"/>
                  </a:lnTo>
                  <a:lnTo>
                    <a:pt x="3317669" y="282"/>
                  </a:lnTo>
                  <a:lnTo>
                    <a:pt x="3316598" y="297"/>
                  </a:lnTo>
                  <a:lnTo>
                    <a:pt x="3315526" y="313"/>
                  </a:lnTo>
                  <a:lnTo>
                    <a:pt x="3314455" y="329"/>
                  </a:lnTo>
                  <a:lnTo>
                    <a:pt x="3313383" y="346"/>
                  </a:lnTo>
                  <a:lnTo>
                    <a:pt x="3312311" y="363"/>
                  </a:lnTo>
                  <a:lnTo>
                    <a:pt x="3311240" y="380"/>
                  </a:lnTo>
                  <a:lnTo>
                    <a:pt x="3310168" y="398"/>
                  </a:lnTo>
                  <a:lnTo>
                    <a:pt x="3309097" y="416"/>
                  </a:lnTo>
                  <a:lnTo>
                    <a:pt x="3308025" y="435"/>
                  </a:lnTo>
                  <a:lnTo>
                    <a:pt x="3306953" y="454"/>
                  </a:lnTo>
                  <a:lnTo>
                    <a:pt x="3305882" y="474"/>
                  </a:lnTo>
                  <a:lnTo>
                    <a:pt x="3304810" y="494"/>
                  </a:lnTo>
                  <a:lnTo>
                    <a:pt x="3303739" y="514"/>
                  </a:lnTo>
                  <a:lnTo>
                    <a:pt x="3302667" y="535"/>
                  </a:lnTo>
                  <a:lnTo>
                    <a:pt x="3301595" y="556"/>
                  </a:lnTo>
                  <a:lnTo>
                    <a:pt x="3300524" y="578"/>
                  </a:lnTo>
                  <a:lnTo>
                    <a:pt x="3299452" y="600"/>
                  </a:lnTo>
                  <a:lnTo>
                    <a:pt x="3298381" y="622"/>
                  </a:lnTo>
                  <a:lnTo>
                    <a:pt x="3297309" y="645"/>
                  </a:lnTo>
                  <a:lnTo>
                    <a:pt x="3296237" y="668"/>
                  </a:lnTo>
                  <a:lnTo>
                    <a:pt x="3295166" y="692"/>
                  </a:lnTo>
                  <a:lnTo>
                    <a:pt x="3294094" y="716"/>
                  </a:lnTo>
                  <a:lnTo>
                    <a:pt x="3293023" y="741"/>
                  </a:lnTo>
                  <a:lnTo>
                    <a:pt x="3291951" y="766"/>
                  </a:lnTo>
                  <a:lnTo>
                    <a:pt x="3290879" y="791"/>
                  </a:lnTo>
                  <a:lnTo>
                    <a:pt x="3289808" y="817"/>
                  </a:lnTo>
                  <a:lnTo>
                    <a:pt x="3288736" y="843"/>
                  </a:lnTo>
                  <a:lnTo>
                    <a:pt x="3287665" y="870"/>
                  </a:lnTo>
                  <a:lnTo>
                    <a:pt x="3286593" y="897"/>
                  </a:lnTo>
                  <a:lnTo>
                    <a:pt x="3285521" y="924"/>
                  </a:lnTo>
                  <a:lnTo>
                    <a:pt x="3284450" y="952"/>
                  </a:lnTo>
                  <a:lnTo>
                    <a:pt x="3283378" y="981"/>
                  </a:lnTo>
                  <a:lnTo>
                    <a:pt x="3282307" y="1009"/>
                  </a:lnTo>
                  <a:lnTo>
                    <a:pt x="3281235" y="1039"/>
                  </a:lnTo>
                  <a:lnTo>
                    <a:pt x="3280163" y="1068"/>
                  </a:lnTo>
                  <a:lnTo>
                    <a:pt x="3279092" y="1098"/>
                  </a:lnTo>
                  <a:lnTo>
                    <a:pt x="3278020" y="1129"/>
                  </a:lnTo>
                  <a:lnTo>
                    <a:pt x="3276949" y="1160"/>
                  </a:lnTo>
                  <a:lnTo>
                    <a:pt x="3275877" y="1191"/>
                  </a:lnTo>
                  <a:lnTo>
                    <a:pt x="3274805" y="1223"/>
                  </a:lnTo>
                  <a:lnTo>
                    <a:pt x="3273734" y="1255"/>
                  </a:lnTo>
                  <a:lnTo>
                    <a:pt x="3272662" y="1288"/>
                  </a:lnTo>
                  <a:lnTo>
                    <a:pt x="3271591" y="1321"/>
                  </a:lnTo>
                  <a:lnTo>
                    <a:pt x="3270519" y="1354"/>
                  </a:lnTo>
                  <a:lnTo>
                    <a:pt x="3269447" y="1388"/>
                  </a:lnTo>
                  <a:lnTo>
                    <a:pt x="3268376" y="1422"/>
                  </a:lnTo>
                  <a:lnTo>
                    <a:pt x="3267304" y="1457"/>
                  </a:lnTo>
                  <a:lnTo>
                    <a:pt x="3266233" y="1492"/>
                  </a:lnTo>
                  <a:lnTo>
                    <a:pt x="3265161" y="1528"/>
                  </a:lnTo>
                  <a:lnTo>
                    <a:pt x="3264089" y="1564"/>
                  </a:lnTo>
                  <a:lnTo>
                    <a:pt x="3263018" y="1601"/>
                  </a:lnTo>
                  <a:lnTo>
                    <a:pt x="3261946" y="1637"/>
                  </a:lnTo>
                  <a:lnTo>
                    <a:pt x="3260875" y="1675"/>
                  </a:lnTo>
                  <a:lnTo>
                    <a:pt x="3259803" y="1713"/>
                  </a:lnTo>
                  <a:lnTo>
                    <a:pt x="3258731" y="1751"/>
                  </a:lnTo>
                  <a:lnTo>
                    <a:pt x="3257660" y="1789"/>
                  </a:lnTo>
                  <a:lnTo>
                    <a:pt x="3256588" y="1828"/>
                  </a:lnTo>
                  <a:lnTo>
                    <a:pt x="3255517" y="1868"/>
                  </a:lnTo>
                  <a:lnTo>
                    <a:pt x="3254445" y="1908"/>
                  </a:lnTo>
                  <a:lnTo>
                    <a:pt x="3253373" y="1948"/>
                  </a:lnTo>
                  <a:lnTo>
                    <a:pt x="3252302" y="1989"/>
                  </a:lnTo>
                  <a:lnTo>
                    <a:pt x="3251230" y="2030"/>
                  </a:lnTo>
                  <a:lnTo>
                    <a:pt x="3250159" y="2072"/>
                  </a:lnTo>
                  <a:lnTo>
                    <a:pt x="3249087" y="2114"/>
                  </a:lnTo>
                  <a:lnTo>
                    <a:pt x="3248015" y="2157"/>
                  </a:lnTo>
                  <a:lnTo>
                    <a:pt x="3246944" y="2200"/>
                  </a:lnTo>
                  <a:lnTo>
                    <a:pt x="3245872" y="2243"/>
                  </a:lnTo>
                  <a:lnTo>
                    <a:pt x="3244801" y="2287"/>
                  </a:lnTo>
                  <a:lnTo>
                    <a:pt x="3243729" y="2331"/>
                  </a:lnTo>
                  <a:lnTo>
                    <a:pt x="3242657" y="2376"/>
                  </a:lnTo>
                  <a:lnTo>
                    <a:pt x="3241586" y="2421"/>
                  </a:lnTo>
                  <a:lnTo>
                    <a:pt x="3240514" y="2467"/>
                  </a:lnTo>
                  <a:lnTo>
                    <a:pt x="3239443" y="2513"/>
                  </a:lnTo>
                  <a:lnTo>
                    <a:pt x="3238371" y="2559"/>
                  </a:lnTo>
                  <a:lnTo>
                    <a:pt x="3237299" y="2606"/>
                  </a:lnTo>
                  <a:lnTo>
                    <a:pt x="3236228" y="2654"/>
                  </a:lnTo>
                  <a:lnTo>
                    <a:pt x="3235156" y="2701"/>
                  </a:lnTo>
                  <a:lnTo>
                    <a:pt x="3234085" y="2750"/>
                  </a:lnTo>
                  <a:lnTo>
                    <a:pt x="3233013" y="2798"/>
                  </a:lnTo>
                  <a:lnTo>
                    <a:pt x="3231941" y="2847"/>
                  </a:lnTo>
                  <a:lnTo>
                    <a:pt x="3230870" y="2897"/>
                  </a:lnTo>
                  <a:lnTo>
                    <a:pt x="3229798" y="2947"/>
                  </a:lnTo>
                  <a:lnTo>
                    <a:pt x="3228727" y="2997"/>
                  </a:lnTo>
                  <a:lnTo>
                    <a:pt x="3227655" y="3048"/>
                  </a:lnTo>
                  <a:lnTo>
                    <a:pt x="3226583" y="3099"/>
                  </a:lnTo>
                  <a:lnTo>
                    <a:pt x="3225512" y="3151"/>
                  </a:lnTo>
                  <a:lnTo>
                    <a:pt x="3224440" y="3203"/>
                  </a:lnTo>
                  <a:lnTo>
                    <a:pt x="3223369" y="3256"/>
                  </a:lnTo>
                  <a:lnTo>
                    <a:pt x="3222297" y="3309"/>
                  </a:lnTo>
                  <a:lnTo>
                    <a:pt x="3221225" y="3363"/>
                  </a:lnTo>
                  <a:lnTo>
                    <a:pt x="3220154" y="3417"/>
                  </a:lnTo>
                  <a:lnTo>
                    <a:pt x="3219082" y="3471"/>
                  </a:lnTo>
                  <a:lnTo>
                    <a:pt x="3218011" y="3526"/>
                  </a:lnTo>
                  <a:lnTo>
                    <a:pt x="3216939" y="3581"/>
                  </a:lnTo>
                  <a:lnTo>
                    <a:pt x="3215867" y="3637"/>
                  </a:lnTo>
                  <a:lnTo>
                    <a:pt x="3214796" y="3693"/>
                  </a:lnTo>
                  <a:lnTo>
                    <a:pt x="3213724" y="3750"/>
                  </a:lnTo>
                  <a:lnTo>
                    <a:pt x="3212653" y="3807"/>
                  </a:lnTo>
                  <a:lnTo>
                    <a:pt x="3211581" y="3864"/>
                  </a:lnTo>
                  <a:lnTo>
                    <a:pt x="3210509" y="3922"/>
                  </a:lnTo>
                  <a:lnTo>
                    <a:pt x="3209438" y="3981"/>
                  </a:lnTo>
                  <a:lnTo>
                    <a:pt x="3208366" y="4039"/>
                  </a:lnTo>
                  <a:lnTo>
                    <a:pt x="3207295" y="4099"/>
                  </a:lnTo>
                  <a:lnTo>
                    <a:pt x="3206223" y="4158"/>
                  </a:lnTo>
                  <a:lnTo>
                    <a:pt x="3205151" y="4219"/>
                  </a:lnTo>
                  <a:lnTo>
                    <a:pt x="3204080" y="4279"/>
                  </a:lnTo>
                  <a:lnTo>
                    <a:pt x="3203008" y="4340"/>
                  </a:lnTo>
                  <a:lnTo>
                    <a:pt x="3201937" y="4402"/>
                  </a:lnTo>
                  <a:lnTo>
                    <a:pt x="3200865" y="4464"/>
                  </a:lnTo>
                  <a:lnTo>
                    <a:pt x="3199793" y="4526"/>
                  </a:lnTo>
                  <a:lnTo>
                    <a:pt x="3198722" y="4589"/>
                  </a:lnTo>
                  <a:lnTo>
                    <a:pt x="3197650" y="4652"/>
                  </a:lnTo>
                  <a:lnTo>
                    <a:pt x="3196579" y="4716"/>
                  </a:lnTo>
                  <a:lnTo>
                    <a:pt x="3195507" y="4780"/>
                  </a:lnTo>
                  <a:lnTo>
                    <a:pt x="3194436" y="4845"/>
                  </a:lnTo>
                  <a:lnTo>
                    <a:pt x="3193364" y="4910"/>
                  </a:lnTo>
                  <a:lnTo>
                    <a:pt x="3192292" y="4975"/>
                  </a:lnTo>
                  <a:lnTo>
                    <a:pt x="3191221" y="5041"/>
                  </a:lnTo>
                  <a:lnTo>
                    <a:pt x="3190149" y="5108"/>
                  </a:lnTo>
                  <a:lnTo>
                    <a:pt x="3189078" y="5175"/>
                  </a:lnTo>
                  <a:lnTo>
                    <a:pt x="3188006" y="5242"/>
                  </a:lnTo>
                  <a:lnTo>
                    <a:pt x="3186934" y="5310"/>
                  </a:lnTo>
                  <a:lnTo>
                    <a:pt x="3185863" y="5378"/>
                  </a:lnTo>
                  <a:lnTo>
                    <a:pt x="3184791" y="5447"/>
                  </a:lnTo>
                  <a:lnTo>
                    <a:pt x="3183720" y="5516"/>
                  </a:lnTo>
                  <a:lnTo>
                    <a:pt x="3182648" y="5585"/>
                  </a:lnTo>
                  <a:lnTo>
                    <a:pt x="3181576" y="5655"/>
                  </a:lnTo>
                  <a:lnTo>
                    <a:pt x="3180505" y="5726"/>
                  </a:lnTo>
                  <a:lnTo>
                    <a:pt x="3179433" y="5797"/>
                  </a:lnTo>
                  <a:lnTo>
                    <a:pt x="3178362" y="5868"/>
                  </a:lnTo>
                  <a:lnTo>
                    <a:pt x="3177290" y="5940"/>
                  </a:lnTo>
                  <a:lnTo>
                    <a:pt x="3176218" y="6012"/>
                  </a:lnTo>
                  <a:lnTo>
                    <a:pt x="3175147" y="6085"/>
                  </a:lnTo>
                  <a:lnTo>
                    <a:pt x="3174075" y="6158"/>
                  </a:lnTo>
                  <a:lnTo>
                    <a:pt x="3173004" y="6231"/>
                  </a:lnTo>
                  <a:lnTo>
                    <a:pt x="3171932" y="6306"/>
                  </a:lnTo>
                  <a:lnTo>
                    <a:pt x="3170860" y="6380"/>
                  </a:lnTo>
                  <a:lnTo>
                    <a:pt x="3169789" y="6455"/>
                  </a:lnTo>
                  <a:lnTo>
                    <a:pt x="3168717" y="6530"/>
                  </a:lnTo>
                  <a:lnTo>
                    <a:pt x="3167646" y="6606"/>
                  </a:lnTo>
                  <a:lnTo>
                    <a:pt x="3166574" y="6683"/>
                  </a:lnTo>
                  <a:lnTo>
                    <a:pt x="3165502" y="6759"/>
                  </a:lnTo>
                  <a:lnTo>
                    <a:pt x="3164431" y="6837"/>
                  </a:lnTo>
                  <a:lnTo>
                    <a:pt x="3163359" y="6914"/>
                  </a:lnTo>
                  <a:lnTo>
                    <a:pt x="3162288" y="6992"/>
                  </a:lnTo>
                  <a:lnTo>
                    <a:pt x="3161216" y="7071"/>
                  </a:lnTo>
                  <a:lnTo>
                    <a:pt x="3160144" y="7150"/>
                  </a:lnTo>
                  <a:lnTo>
                    <a:pt x="3159073" y="7229"/>
                  </a:lnTo>
                  <a:lnTo>
                    <a:pt x="3158001" y="7309"/>
                  </a:lnTo>
                  <a:lnTo>
                    <a:pt x="3156930" y="7390"/>
                  </a:lnTo>
                  <a:lnTo>
                    <a:pt x="3155858" y="7470"/>
                  </a:lnTo>
                  <a:lnTo>
                    <a:pt x="3154786" y="7552"/>
                  </a:lnTo>
                  <a:lnTo>
                    <a:pt x="3153715" y="7633"/>
                  </a:lnTo>
                  <a:lnTo>
                    <a:pt x="3152643" y="7716"/>
                  </a:lnTo>
                  <a:lnTo>
                    <a:pt x="3151572" y="7798"/>
                  </a:lnTo>
                  <a:lnTo>
                    <a:pt x="3150500" y="7881"/>
                  </a:lnTo>
                  <a:lnTo>
                    <a:pt x="3149428" y="7965"/>
                  </a:lnTo>
                  <a:lnTo>
                    <a:pt x="3148357" y="8049"/>
                  </a:lnTo>
                  <a:lnTo>
                    <a:pt x="3147285" y="8133"/>
                  </a:lnTo>
                  <a:lnTo>
                    <a:pt x="3146214" y="8218"/>
                  </a:lnTo>
                  <a:lnTo>
                    <a:pt x="3145142" y="8304"/>
                  </a:lnTo>
                  <a:lnTo>
                    <a:pt x="3144070" y="8389"/>
                  </a:lnTo>
                  <a:lnTo>
                    <a:pt x="3142999" y="8476"/>
                  </a:lnTo>
                  <a:lnTo>
                    <a:pt x="3141927" y="8562"/>
                  </a:lnTo>
                  <a:lnTo>
                    <a:pt x="3140856" y="8650"/>
                  </a:lnTo>
                  <a:lnTo>
                    <a:pt x="3139784" y="8737"/>
                  </a:lnTo>
                  <a:lnTo>
                    <a:pt x="3138712" y="8825"/>
                  </a:lnTo>
                  <a:lnTo>
                    <a:pt x="3137641" y="8914"/>
                  </a:lnTo>
                  <a:lnTo>
                    <a:pt x="3136569" y="9003"/>
                  </a:lnTo>
                  <a:lnTo>
                    <a:pt x="3135498" y="9092"/>
                  </a:lnTo>
                  <a:lnTo>
                    <a:pt x="3134426" y="9182"/>
                  </a:lnTo>
                  <a:lnTo>
                    <a:pt x="3133354" y="9272"/>
                  </a:lnTo>
                  <a:lnTo>
                    <a:pt x="3132283" y="9363"/>
                  </a:lnTo>
                  <a:lnTo>
                    <a:pt x="3131211" y="9454"/>
                  </a:lnTo>
                  <a:lnTo>
                    <a:pt x="3130140" y="9546"/>
                  </a:lnTo>
                  <a:lnTo>
                    <a:pt x="3129068" y="9638"/>
                  </a:lnTo>
                  <a:lnTo>
                    <a:pt x="3127996" y="9731"/>
                  </a:lnTo>
                  <a:lnTo>
                    <a:pt x="3126925" y="9824"/>
                  </a:lnTo>
                  <a:lnTo>
                    <a:pt x="3125853" y="9917"/>
                  </a:lnTo>
                  <a:lnTo>
                    <a:pt x="3124782" y="10011"/>
                  </a:lnTo>
                  <a:lnTo>
                    <a:pt x="3123710" y="10106"/>
                  </a:lnTo>
                  <a:lnTo>
                    <a:pt x="3122638" y="10201"/>
                  </a:lnTo>
                  <a:lnTo>
                    <a:pt x="3121567" y="10296"/>
                  </a:lnTo>
                  <a:lnTo>
                    <a:pt x="3120495" y="10392"/>
                  </a:lnTo>
                  <a:lnTo>
                    <a:pt x="3119424" y="10488"/>
                  </a:lnTo>
                  <a:lnTo>
                    <a:pt x="3118352" y="10584"/>
                  </a:lnTo>
                  <a:lnTo>
                    <a:pt x="3117280" y="10682"/>
                  </a:lnTo>
                  <a:lnTo>
                    <a:pt x="3116209" y="10779"/>
                  </a:lnTo>
                  <a:lnTo>
                    <a:pt x="3115137" y="10877"/>
                  </a:lnTo>
                  <a:lnTo>
                    <a:pt x="3114066" y="10975"/>
                  </a:lnTo>
                  <a:lnTo>
                    <a:pt x="3112994" y="11074"/>
                  </a:lnTo>
                  <a:lnTo>
                    <a:pt x="3111922" y="11174"/>
                  </a:lnTo>
                  <a:lnTo>
                    <a:pt x="3110851" y="11273"/>
                  </a:lnTo>
                  <a:lnTo>
                    <a:pt x="3109779" y="11374"/>
                  </a:lnTo>
                  <a:lnTo>
                    <a:pt x="3108708" y="11474"/>
                  </a:lnTo>
                  <a:lnTo>
                    <a:pt x="3107636" y="11575"/>
                  </a:lnTo>
                  <a:lnTo>
                    <a:pt x="3106564" y="11677"/>
                  </a:lnTo>
                  <a:lnTo>
                    <a:pt x="3105493" y="11779"/>
                  </a:lnTo>
                  <a:lnTo>
                    <a:pt x="3104421" y="11881"/>
                  </a:lnTo>
                  <a:lnTo>
                    <a:pt x="3103350" y="11984"/>
                  </a:lnTo>
                  <a:lnTo>
                    <a:pt x="3102278" y="12087"/>
                  </a:lnTo>
                  <a:lnTo>
                    <a:pt x="3101206" y="12191"/>
                  </a:lnTo>
                  <a:lnTo>
                    <a:pt x="3100135" y="12295"/>
                  </a:lnTo>
                  <a:lnTo>
                    <a:pt x="3099063" y="12399"/>
                  </a:lnTo>
                  <a:lnTo>
                    <a:pt x="3097992" y="12504"/>
                  </a:lnTo>
                  <a:lnTo>
                    <a:pt x="3096920" y="12610"/>
                  </a:lnTo>
                  <a:lnTo>
                    <a:pt x="3095848" y="12715"/>
                  </a:lnTo>
                  <a:lnTo>
                    <a:pt x="3094777" y="12822"/>
                  </a:lnTo>
                  <a:lnTo>
                    <a:pt x="3093705" y="12928"/>
                  </a:lnTo>
                  <a:lnTo>
                    <a:pt x="3092634" y="13035"/>
                  </a:lnTo>
                  <a:lnTo>
                    <a:pt x="3091562" y="13143"/>
                  </a:lnTo>
                  <a:lnTo>
                    <a:pt x="3090490" y="13251"/>
                  </a:lnTo>
                  <a:lnTo>
                    <a:pt x="3089419" y="13359"/>
                  </a:lnTo>
                  <a:lnTo>
                    <a:pt x="3088347" y="13468"/>
                  </a:lnTo>
                  <a:lnTo>
                    <a:pt x="3087276" y="13577"/>
                  </a:lnTo>
                  <a:lnTo>
                    <a:pt x="3086204" y="13687"/>
                  </a:lnTo>
                  <a:lnTo>
                    <a:pt x="3085132" y="13797"/>
                  </a:lnTo>
                  <a:lnTo>
                    <a:pt x="3084061" y="13907"/>
                  </a:lnTo>
                  <a:lnTo>
                    <a:pt x="3082989" y="14018"/>
                  </a:lnTo>
                  <a:lnTo>
                    <a:pt x="3081918" y="14130"/>
                  </a:lnTo>
                  <a:lnTo>
                    <a:pt x="3080846" y="14241"/>
                  </a:lnTo>
                  <a:lnTo>
                    <a:pt x="3079774" y="14354"/>
                  </a:lnTo>
                  <a:lnTo>
                    <a:pt x="3078703" y="14466"/>
                  </a:lnTo>
                  <a:lnTo>
                    <a:pt x="3077631" y="14579"/>
                  </a:lnTo>
                  <a:lnTo>
                    <a:pt x="3076560" y="14692"/>
                  </a:lnTo>
                  <a:lnTo>
                    <a:pt x="3075488" y="14806"/>
                  </a:lnTo>
                  <a:lnTo>
                    <a:pt x="3074416" y="14920"/>
                  </a:lnTo>
                  <a:lnTo>
                    <a:pt x="3073345" y="15035"/>
                  </a:lnTo>
                  <a:lnTo>
                    <a:pt x="3072273" y="15150"/>
                  </a:lnTo>
                  <a:lnTo>
                    <a:pt x="3071202" y="15265"/>
                  </a:lnTo>
                  <a:lnTo>
                    <a:pt x="3070130" y="15381"/>
                  </a:lnTo>
                  <a:lnTo>
                    <a:pt x="3069058" y="15498"/>
                  </a:lnTo>
                  <a:lnTo>
                    <a:pt x="3067987" y="15614"/>
                  </a:lnTo>
                  <a:lnTo>
                    <a:pt x="3066915" y="15731"/>
                  </a:lnTo>
                  <a:lnTo>
                    <a:pt x="3065844" y="15849"/>
                  </a:lnTo>
                  <a:lnTo>
                    <a:pt x="3064772" y="15966"/>
                  </a:lnTo>
                  <a:lnTo>
                    <a:pt x="3063700" y="16085"/>
                  </a:lnTo>
                  <a:lnTo>
                    <a:pt x="3062629" y="16203"/>
                  </a:lnTo>
                  <a:lnTo>
                    <a:pt x="3061557" y="16322"/>
                  </a:lnTo>
                  <a:lnTo>
                    <a:pt x="3060486" y="16442"/>
                  </a:lnTo>
                  <a:lnTo>
                    <a:pt x="3059414" y="16562"/>
                  </a:lnTo>
                  <a:lnTo>
                    <a:pt x="3058342" y="16682"/>
                  </a:lnTo>
                  <a:lnTo>
                    <a:pt x="3057271" y="16802"/>
                  </a:lnTo>
                  <a:lnTo>
                    <a:pt x="3056199" y="16923"/>
                  </a:lnTo>
                  <a:lnTo>
                    <a:pt x="3055128" y="17045"/>
                  </a:lnTo>
                  <a:lnTo>
                    <a:pt x="3054056" y="17166"/>
                  </a:lnTo>
                  <a:lnTo>
                    <a:pt x="3052984" y="17289"/>
                  </a:lnTo>
                  <a:lnTo>
                    <a:pt x="3051913" y="17411"/>
                  </a:lnTo>
                  <a:lnTo>
                    <a:pt x="3050841" y="17534"/>
                  </a:lnTo>
                  <a:lnTo>
                    <a:pt x="3049770" y="17657"/>
                  </a:lnTo>
                  <a:lnTo>
                    <a:pt x="3048698" y="17781"/>
                  </a:lnTo>
                  <a:lnTo>
                    <a:pt x="3047626" y="17905"/>
                  </a:lnTo>
                  <a:lnTo>
                    <a:pt x="3046555" y="18029"/>
                  </a:lnTo>
                  <a:lnTo>
                    <a:pt x="3045483" y="18154"/>
                  </a:lnTo>
                  <a:lnTo>
                    <a:pt x="3044412" y="18279"/>
                  </a:lnTo>
                  <a:lnTo>
                    <a:pt x="3043340" y="18405"/>
                  </a:lnTo>
                  <a:lnTo>
                    <a:pt x="3042268" y="18531"/>
                  </a:lnTo>
                  <a:lnTo>
                    <a:pt x="3041197" y="18657"/>
                  </a:lnTo>
                  <a:lnTo>
                    <a:pt x="3040125" y="18784"/>
                  </a:lnTo>
                  <a:lnTo>
                    <a:pt x="3039054" y="18911"/>
                  </a:lnTo>
                  <a:lnTo>
                    <a:pt x="3037982" y="19038"/>
                  </a:lnTo>
                  <a:lnTo>
                    <a:pt x="3036910" y="19166"/>
                  </a:lnTo>
                  <a:lnTo>
                    <a:pt x="3035839" y="19294"/>
                  </a:lnTo>
                  <a:lnTo>
                    <a:pt x="3034767" y="19423"/>
                  </a:lnTo>
                  <a:lnTo>
                    <a:pt x="3033696" y="19552"/>
                  </a:lnTo>
                  <a:lnTo>
                    <a:pt x="3032624" y="19681"/>
                  </a:lnTo>
                  <a:lnTo>
                    <a:pt x="3031552" y="19810"/>
                  </a:lnTo>
                  <a:lnTo>
                    <a:pt x="3030481" y="19940"/>
                  </a:lnTo>
                  <a:lnTo>
                    <a:pt x="3029409" y="20071"/>
                  </a:lnTo>
                  <a:lnTo>
                    <a:pt x="3028338" y="20201"/>
                  </a:lnTo>
                  <a:lnTo>
                    <a:pt x="3027266" y="20332"/>
                  </a:lnTo>
                  <a:lnTo>
                    <a:pt x="3026194" y="20464"/>
                  </a:lnTo>
                  <a:lnTo>
                    <a:pt x="3025123" y="20595"/>
                  </a:lnTo>
                  <a:lnTo>
                    <a:pt x="3024051" y="20728"/>
                  </a:lnTo>
                  <a:lnTo>
                    <a:pt x="3022980" y="20860"/>
                  </a:lnTo>
                  <a:lnTo>
                    <a:pt x="3021908" y="20993"/>
                  </a:lnTo>
                  <a:lnTo>
                    <a:pt x="3020836" y="21126"/>
                  </a:lnTo>
                  <a:lnTo>
                    <a:pt x="3019765" y="21259"/>
                  </a:lnTo>
                  <a:lnTo>
                    <a:pt x="3018693" y="21393"/>
                  </a:lnTo>
                  <a:lnTo>
                    <a:pt x="3017622" y="21527"/>
                  </a:lnTo>
                  <a:lnTo>
                    <a:pt x="3016550" y="21662"/>
                  </a:lnTo>
                  <a:lnTo>
                    <a:pt x="3015479" y="21796"/>
                  </a:lnTo>
                  <a:lnTo>
                    <a:pt x="3014407" y="21931"/>
                  </a:lnTo>
                  <a:lnTo>
                    <a:pt x="3013335" y="22067"/>
                  </a:lnTo>
                  <a:lnTo>
                    <a:pt x="3012264" y="22203"/>
                  </a:lnTo>
                  <a:lnTo>
                    <a:pt x="3011192" y="22339"/>
                  </a:lnTo>
                  <a:lnTo>
                    <a:pt x="3010121" y="22475"/>
                  </a:lnTo>
                  <a:lnTo>
                    <a:pt x="3009049" y="22612"/>
                  </a:lnTo>
                  <a:lnTo>
                    <a:pt x="3007977" y="22749"/>
                  </a:lnTo>
                  <a:lnTo>
                    <a:pt x="3006906" y="22887"/>
                  </a:lnTo>
                  <a:lnTo>
                    <a:pt x="3005834" y="23024"/>
                  </a:lnTo>
                  <a:lnTo>
                    <a:pt x="3004763" y="23162"/>
                  </a:lnTo>
                  <a:lnTo>
                    <a:pt x="3003691" y="23301"/>
                  </a:lnTo>
                  <a:lnTo>
                    <a:pt x="3002619" y="23440"/>
                  </a:lnTo>
                  <a:lnTo>
                    <a:pt x="3001548" y="23579"/>
                  </a:lnTo>
                  <a:lnTo>
                    <a:pt x="3000476" y="23718"/>
                  </a:lnTo>
                  <a:lnTo>
                    <a:pt x="2999405" y="23858"/>
                  </a:lnTo>
                  <a:lnTo>
                    <a:pt x="2998333" y="23998"/>
                  </a:lnTo>
                  <a:lnTo>
                    <a:pt x="2997261" y="24138"/>
                  </a:lnTo>
                  <a:lnTo>
                    <a:pt x="2996190" y="24278"/>
                  </a:lnTo>
                  <a:lnTo>
                    <a:pt x="2995118" y="24419"/>
                  </a:lnTo>
                  <a:lnTo>
                    <a:pt x="2994047" y="24561"/>
                  </a:lnTo>
                  <a:lnTo>
                    <a:pt x="2992975" y="24702"/>
                  </a:lnTo>
                  <a:lnTo>
                    <a:pt x="2991903" y="24844"/>
                  </a:lnTo>
                  <a:lnTo>
                    <a:pt x="2990832" y="24986"/>
                  </a:lnTo>
                  <a:lnTo>
                    <a:pt x="2989760" y="25128"/>
                  </a:lnTo>
                  <a:lnTo>
                    <a:pt x="2988689" y="25271"/>
                  </a:lnTo>
                  <a:lnTo>
                    <a:pt x="2987617" y="25414"/>
                  </a:lnTo>
                  <a:lnTo>
                    <a:pt x="2986545" y="25557"/>
                  </a:lnTo>
                  <a:lnTo>
                    <a:pt x="2985474" y="25701"/>
                  </a:lnTo>
                  <a:lnTo>
                    <a:pt x="2984402" y="25845"/>
                  </a:lnTo>
                  <a:lnTo>
                    <a:pt x="2983331" y="25989"/>
                  </a:lnTo>
                  <a:lnTo>
                    <a:pt x="2982259" y="26133"/>
                  </a:lnTo>
                  <a:lnTo>
                    <a:pt x="2981187" y="26278"/>
                  </a:lnTo>
                  <a:lnTo>
                    <a:pt x="2980116" y="26423"/>
                  </a:lnTo>
                  <a:lnTo>
                    <a:pt x="2979044" y="26568"/>
                  </a:lnTo>
                  <a:lnTo>
                    <a:pt x="2977973" y="26714"/>
                  </a:lnTo>
                  <a:lnTo>
                    <a:pt x="2976901" y="26860"/>
                  </a:lnTo>
                  <a:lnTo>
                    <a:pt x="2975829" y="27006"/>
                  </a:lnTo>
                  <a:lnTo>
                    <a:pt x="2974758" y="27152"/>
                  </a:lnTo>
                  <a:lnTo>
                    <a:pt x="2973686" y="27299"/>
                  </a:lnTo>
                  <a:lnTo>
                    <a:pt x="2972615" y="27446"/>
                  </a:lnTo>
                  <a:lnTo>
                    <a:pt x="2971543" y="27593"/>
                  </a:lnTo>
                  <a:lnTo>
                    <a:pt x="2970471" y="27741"/>
                  </a:lnTo>
                  <a:lnTo>
                    <a:pt x="2969400" y="27888"/>
                  </a:lnTo>
                  <a:lnTo>
                    <a:pt x="2968328" y="28036"/>
                  </a:lnTo>
                  <a:lnTo>
                    <a:pt x="2967257" y="28185"/>
                  </a:lnTo>
                  <a:lnTo>
                    <a:pt x="2966185" y="28333"/>
                  </a:lnTo>
                  <a:lnTo>
                    <a:pt x="2965113" y="28482"/>
                  </a:lnTo>
                  <a:lnTo>
                    <a:pt x="2964042" y="28631"/>
                  </a:lnTo>
                  <a:lnTo>
                    <a:pt x="2962970" y="28780"/>
                  </a:lnTo>
                  <a:lnTo>
                    <a:pt x="2961899" y="28930"/>
                  </a:lnTo>
                  <a:lnTo>
                    <a:pt x="2960827" y="29080"/>
                  </a:lnTo>
                  <a:lnTo>
                    <a:pt x="2959755" y="29230"/>
                  </a:lnTo>
                  <a:lnTo>
                    <a:pt x="2958684" y="29380"/>
                  </a:lnTo>
                  <a:lnTo>
                    <a:pt x="2957612" y="29531"/>
                  </a:lnTo>
                  <a:lnTo>
                    <a:pt x="2956541" y="29681"/>
                  </a:lnTo>
                  <a:lnTo>
                    <a:pt x="2955469" y="29832"/>
                  </a:lnTo>
                  <a:lnTo>
                    <a:pt x="2954397" y="29984"/>
                  </a:lnTo>
                  <a:lnTo>
                    <a:pt x="2953326" y="30135"/>
                  </a:lnTo>
                  <a:lnTo>
                    <a:pt x="2952254" y="30287"/>
                  </a:lnTo>
                  <a:lnTo>
                    <a:pt x="2951183" y="30439"/>
                  </a:lnTo>
                  <a:lnTo>
                    <a:pt x="2950111" y="30591"/>
                  </a:lnTo>
                  <a:lnTo>
                    <a:pt x="2949039" y="30744"/>
                  </a:lnTo>
                  <a:lnTo>
                    <a:pt x="2947968" y="30896"/>
                  </a:lnTo>
                  <a:lnTo>
                    <a:pt x="2946896" y="31049"/>
                  </a:lnTo>
                  <a:lnTo>
                    <a:pt x="2945825" y="31202"/>
                  </a:lnTo>
                  <a:lnTo>
                    <a:pt x="2944753" y="31356"/>
                  </a:lnTo>
                  <a:lnTo>
                    <a:pt x="2943681" y="31509"/>
                  </a:lnTo>
                  <a:lnTo>
                    <a:pt x="2942610" y="31663"/>
                  </a:lnTo>
                  <a:lnTo>
                    <a:pt x="2941538" y="31817"/>
                  </a:lnTo>
                  <a:lnTo>
                    <a:pt x="2940467" y="31971"/>
                  </a:lnTo>
                  <a:lnTo>
                    <a:pt x="2939395" y="32125"/>
                  </a:lnTo>
                  <a:lnTo>
                    <a:pt x="2938323" y="32280"/>
                  </a:lnTo>
                  <a:lnTo>
                    <a:pt x="2937252" y="32435"/>
                  </a:lnTo>
                  <a:lnTo>
                    <a:pt x="2936180" y="32590"/>
                  </a:lnTo>
                  <a:lnTo>
                    <a:pt x="2935109" y="32745"/>
                  </a:lnTo>
                  <a:lnTo>
                    <a:pt x="2934037" y="32901"/>
                  </a:lnTo>
                  <a:lnTo>
                    <a:pt x="2932965" y="33056"/>
                  </a:lnTo>
                  <a:lnTo>
                    <a:pt x="2931894" y="33212"/>
                  </a:lnTo>
                  <a:lnTo>
                    <a:pt x="2930822" y="33368"/>
                  </a:lnTo>
                  <a:lnTo>
                    <a:pt x="2929751" y="33524"/>
                  </a:lnTo>
                  <a:lnTo>
                    <a:pt x="2928679" y="33681"/>
                  </a:lnTo>
                  <a:lnTo>
                    <a:pt x="2927607" y="33838"/>
                  </a:lnTo>
                  <a:lnTo>
                    <a:pt x="2926536" y="33994"/>
                  </a:lnTo>
                  <a:lnTo>
                    <a:pt x="2925464" y="34151"/>
                  </a:lnTo>
                  <a:lnTo>
                    <a:pt x="2924393" y="34309"/>
                  </a:lnTo>
                  <a:lnTo>
                    <a:pt x="2923321" y="34466"/>
                  </a:lnTo>
                  <a:lnTo>
                    <a:pt x="2922249" y="34623"/>
                  </a:lnTo>
                  <a:lnTo>
                    <a:pt x="2921178" y="34781"/>
                  </a:lnTo>
                  <a:lnTo>
                    <a:pt x="2920106" y="34939"/>
                  </a:lnTo>
                  <a:lnTo>
                    <a:pt x="2919035" y="35097"/>
                  </a:lnTo>
                  <a:lnTo>
                    <a:pt x="2917963" y="35255"/>
                  </a:lnTo>
                  <a:lnTo>
                    <a:pt x="2916891" y="35414"/>
                  </a:lnTo>
                  <a:lnTo>
                    <a:pt x="2915820" y="35572"/>
                  </a:lnTo>
                  <a:lnTo>
                    <a:pt x="2914748" y="35731"/>
                  </a:lnTo>
                  <a:lnTo>
                    <a:pt x="2913677" y="35890"/>
                  </a:lnTo>
                  <a:lnTo>
                    <a:pt x="2912605" y="36049"/>
                  </a:lnTo>
                  <a:lnTo>
                    <a:pt x="2911533" y="36209"/>
                  </a:lnTo>
                  <a:lnTo>
                    <a:pt x="2910462" y="36368"/>
                  </a:lnTo>
                  <a:lnTo>
                    <a:pt x="2909390" y="36528"/>
                  </a:lnTo>
                  <a:lnTo>
                    <a:pt x="2908319" y="36687"/>
                  </a:lnTo>
                  <a:lnTo>
                    <a:pt x="2907247" y="36847"/>
                  </a:lnTo>
                  <a:lnTo>
                    <a:pt x="2906175" y="37007"/>
                  </a:lnTo>
                  <a:lnTo>
                    <a:pt x="2905104" y="37167"/>
                  </a:lnTo>
                  <a:lnTo>
                    <a:pt x="2904032" y="37328"/>
                  </a:lnTo>
                  <a:lnTo>
                    <a:pt x="2902961" y="37488"/>
                  </a:lnTo>
                  <a:lnTo>
                    <a:pt x="2901889" y="37649"/>
                  </a:lnTo>
                  <a:lnTo>
                    <a:pt x="2900817" y="37810"/>
                  </a:lnTo>
                  <a:lnTo>
                    <a:pt x="2899746" y="37970"/>
                  </a:lnTo>
                  <a:lnTo>
                    <a:pt x="2898674" y="38132"/>
                  </a:lnTo>
                  <a:lnTo>
                    <a:pt x="2897603" y="38293"/>
                  </a:lnTo>
                  <a:lnTo>
                    <a:pt x="2896531" y="38454"/>
                  </a:lnTo>
                  <a:lnTo>
                    <a:pt x="2895459" y="38615"/>
                  </a:lnTo>
                  <a:lnTo>
                    <a:pt x="2894388" y="38777"/>
                  </a:lnTo>
                  <a:lnTo>
                    <a:pt x="2893316" y="38939"/>
                  </a:lnTo>
                  <a:lnTo>
                    <a:pt x="2892245" y="39101"/>
                  </a:lnTo>
                  <a:lnTo>
                    <a:pt x="2891173" y="39262"/>
                  </a:lnTo>
                  <a:lnTo>
                    <a:pt x="2890101" y="39425"/>
                  </a:lnTo>
                  <a:lnTo>
                    <a:pt x="2889030" y="39587"/>
                  </a:lnTo>
                  <a:lnTo>
                    <a:pt x="2887958" y="39749"/>
                  </a:lnTo>
                  <a:lnTo>
                    <a:pt x="2886887" y="39911"/>
                  </a:lnTo>
                  <a:lnTo>
                    <a:pt x="2885815" y="40074"/>
                  </a:lnTo>
                  <a:lnTo>
                    <a:pt x="2884743" y="40237"/>
                  </a:lnTo>
                  <a:lnTo>
                    <a:pt x="2883672" y="40399"/>
                  </a:lnTo>
                  <a:lnTo>
                    <a:pt x="2882600" y="40562"/>
                  </a:lnTo>
                  <a:lnTo>
                    <a:pt x="2881529" y="40725"/>
                  </a:lnTo>
                  <a:lnTo>
                    <a:pt x="2880457" y="40888"/>
                  </a:lnTo>
                  <a:lnTo>
                    <a:pt x="2879385" y="41051"/>
                  </a:lnTo>
                  <a:lnTo>
                    <a:pt x="2878314" y="41215"/>
                  </a:lnTo>
                  <a:lnTo>
                    <a:pt x="2877242" y="41378"/>
                  </a:lnTo>
                  <a:lnTo>
                    <a:pt x="2876171" y="41541"/>
                  </a:lnTo>
                  <a:lnTo>
                    <a:pt x="2875099" y="41705"/>
                  </a:lnTo>
                  <a:lnTo>
                    <a:pt x="2874027" y="41868"/>
                  </a:lnTo>
                  <a:lnTo>
                    <a:pt x="2872956" y="42032"/>
                  </a:lnTo>
                  <a:lnTo>
                    <a:pt x="2871884" y="42196"/>
                  </a:lnTo>
                  <a:lnTo>
                    <a:pt x="2870813" y="42360"/>
                  </a:lnTo>
                  <a:lnTo>
                    <a:pt x="2869741" y="42524"/>
                  </a:lnTo>
                  <a:lnTo>
                    <a:pt x="2868669" y="42688"/>
                  </a:lnTo>
                  <a:lnTo>
                    <a:pt x="2867598" y="42852"/>
                  </a:lnTo>
                  <a:lnTo>
                    <a:pt x="2866526" y="43016"/>
                  </a:lnTo>
                  <a:lnTo>
                    <a:pt x="2865455" y="43180"/>
                  </a:lnTo>
                  <a:lnTo>
                    <a:pt x="2864383" y="43345"/>
                  </a:lnTo>
                  <a:lnTo>
                    <a:pt x="2863311" y="43509"/>
                  </a:lnTo>
                  <a:lnTo>
                    <a:pt x="2862240" y="43673"/>
                  </a:lnTo>
                  <a:lnTo>
                    <a:pt x="2861168" y="43838"/>
                  </a:lnTo>
                  <a:lnTo>
                    <a:pt x="2860097" y="44003"/>
                  </a:lnTo>
                  <a:lnTo>
                    <a:pt x="2859025" y="44167"/>
                  </a:lnTo>
                  <a:lnTo>
                    <a:pt x="2857953" y="44332"/>
                  </a:lnTo>
                  <a:lnTo>
                    <a:pt x="2856882" y="44497"/>
                  </a:lnTo>
                  <a:lnTo>
                    <a:pt x="2855810" y="44662"/>
                  </a:lnTo>
                  <a:lnTo>
                    <a:pt x="2854739" y="44826"/>
                  </a:lnTo>
                  <a:lnTo>
                    <a:pt x="2853667" y="44991"/>
                  </a:lnTo>
                  <a:lnTo>
                    <a:pt x="2852595" y="45156"/>
                  </a:lnTo>
                  <a:lnTo>
                    <a:pt x="2851524" y="45321"/>
                  </a:lnTo>
                  <a:lnTo>
                    <a:pt x="2850452" y="45486"/>
                  </a:lnTo>
                  <a:lnTo>
                    <a:pt x="2849381" y="45651"/>
                  </a:lnTo>
                  <a:lnTo>
                    <a:pt x="2848309" y="45816"/>
                  </a:lnTo>
                  <a:lnTo>
                    <a:pt x="2847237" y="45982"/>
                  </a:lnTo>
                  <a:lnTo>
                    <a:pt x="2846166" y="46147"/>
                  </a:lnTo>
                  <a:lnTo>
                    <a:pt x="2845094" y="46312"/>
                  </a:lnTo>
                  <a:lnTo>
                    <a:pt x="2844023" y="46477"/>
                  </a:lnTo>
                  <a:lnTo>
                    <a:pt x="2842951" y="46643"/>
                  </a:lnTo>
                  <a:lnTo>
                    <a:pt x="2841879" y="46808"/>
                  </a:lnTo>
                  <a:lnTo>
                    <a:pt x="2840808" y="46973"/>
                  </a:lnTo>
                  <a:lnTo>
                    <a:pt x="2839736" y="47139"/>
                  </a:lnTo>
                  <a:lnTo>
                    <a:pt x="2838665" y="47304"/>
                  </a:lnTo>
                  <a:lnTo>
                    <a:pt x="2837593" y="47469"/>
                  </a:lnTo>
                  <a:lnTo>
                    <a:pt x="2836522" y="47635"/>
                  </a:lnTo>
                  <a:lnTo>
                    <a:pt x="2835450" y="47800"/>
                  </a:lnTo>
                  <a:lnTo>
                    <a:pt x="2834378" y="47966"/>
                  </a:lnTo>
                  <a:lnTo>
                    <a:pt x="2833307" y="48131"/>
                  </a:lnTo>
                  <a:lnTo>
                    <a:pt x="2832235" y="48296"/>
                  </a:lnTo>
                  <a:lnTo>
                    <a:pt x="2831164" y="48462"/>
                  </a:lnTo>
                  <a:lnTo>
                    <a:pt x="2830092" y="48627"/>
                  </a:lnTo>
                  <a:lnTo>
                    <a:pt x="2829020" y="48793"/>
                  </a:lnTo>
                  <a:lnTo>
                    <a:pt x="2827949" y="48958"/>
                  </a:lnTo>
                  <a:lnTo>
                    <a:pt x="2826877" y="49124"/>
                  </a:lnTo>
                  <a:lnTo>
                    <a:pt x="2825806" y="49289"/>
                  </a:lnTo>
                  <a:lnTo>
                    <a:pt x="2824734" y="49454"/>
                  </a:lnTo>
                  <a:lnTo>
                    <a:pt x="2823662" y="49620"/>
                  </a:lnTo>
                  <a:lnTo>
                    <a:pt x="2822591" y="49785"/>
                  </a:lnTo>
                  <a:lnTo>
                    <a:pt x="2821519" y="49951"/>
                  </a:lnTo>
                  <a:lnTo>
                    <a:pt x="2820448" y="50116"/>
                  </a:lnTo>
                  <a:lnTo>
                    <a:pt x="2819376" y="50281"/>
                  </a:lnTo>
                  <a:lnTo>
                    <a:pt x="2818304" y="50447"/>
                  </a:lnTo>
                  <a:lnTo>
                    <a:pt x="2817233" y="50612"/>
                  </a:lnTo>
                  <a:lnTo>
                    <a:pt x="2816161" y="50777"/>
                  </a:lnTo>
                  <a:lnTo>
                    <a:pt x="2815090" y="50942"/>
                  </a:lnTo>
                  <a:lnTo>
                    <a:pt x="2814018" y="51108"/>
                  </a:lnTo>
                  <a:lnTo>
                    <a:pt x="2812946" y="51273"/>
                  </a:lnTo>
                  <a:lnTo>
                    <a:pt x="2811875" y="51438"/>
                  </a:lnTo>
                  <a:lnTo>
                    <a:pt x="2810803" y="51603"/>
                  </a:lnTo>
                  <a:lnTo>
                    <a:pt x="2809732" y="51768"/>
                  </a:lnTo>
                  <a:lnTo>
                    <a:pt x="2808660" y="51933"/>
                  </a:lnTo>
                  <a:lnTo>
                    <a:pt x="2807588" y="52098"/>
                  </a:lnTo>
                  <a:lnTo>
                    <a:pt x="2806517" y="52263"/>
                  </a:lnTo>
                  <a:lnTo>
                    <a:pt x="2805445" y="52428"/>
                  </a:lnTo>
                  <a:lnTo>
                    <a:pt x="2804374" y="52593"/>
                  </a:lnTo>
                  <a:lnTo>
                    <a:pt x="2803302" y="52758"/>
                  </a:lnTo>
                  <a:lnTo>
                    <a:pt x="2802230" y="52922"/>
                  </a:lnTo>
                  <a:lnTo>
                    <a:pt x="2801159" y="53087"/>
                  </a:lnTo>
                  <a:lnTo>
                    <a:pt x="2800087" y="53252"/>
                  </a:lnTo>
                  <a:lnTo>
                    <a:pt x="2799016" y="53416"/>
                  </a:lnTo>
                  <a:lnTo>
                    <a:pt x="2797944" y="53581"/>
                  </a:lnTo>
                  <a:lnTo>
                    <a:pt x="2796872" y="53745"/>
                  </a:lnTo>
                  <a:lnTo>
                    <a:pt x="2795801" y="53910"/>
                  </a:lnTo>
                  <a:lnTo>
                    <a:pt x="2794729" y="54074"/>
                  </a:lnTo>
                  <a:lnTo>
                    <a:pt x="2793658" y="54238"/>
                  </a:lnTo>
                  <a:lnTo>
                    <a:pt x="2792586" y="54402"/>
                  </a:lnTo>
                  <a:lnTo>
                    <a:pt x="2791514" y="54566"/>
                  </a:lnTo>
                  <a:lnTo>
                    <a:pt x="2790443" y="54730"/>
                  </a:lnTo>
                  <a:lnTo>
                    <a:pt x="2789371" y="54894"/>
                  </a:lnTo>
                  <a:lnTo>
                    <a:pt x="2788300" y="55058"/>
                  </a:lnTo>
                  <a:lnTo>
                    <a:pt x="2787228" y="55222"/>
                  </a:lnTo>
                  <a:lnTo>
                    <a:pt x="2786156" y="55386"/>
                  </a:lnTo>
                  <a:lnTo>
                    <a:pt x="2785085" y="55549"/>
                  </a:lnTo>
                  <a:lnTo>
                    <a:pt x="2784013" y="55713"/>
                  </a:lnTo>
                  <a:lnTo>
                    <a:pt x="2782942" y="55876"/>
                  </a:lnTo>
                  <a:lnTo>
                    <a:pt x="2781870" y="56039"/>
                  </a:lnTo>
                  <a:lnTo>
                    <a:pt x="2780798" y="56203"/>
                  </a:lnTo>
                  <a:lnTo>
                    <a:pt x="2779727" y="56366"/>
                  </a:lnTo>
                  <a:lnTo>
                    <a:pt x="2778655" y="56529"/>
                  </a:lnTo>
                  <a:lnTo>
                    <a:pt x="2777584" y="56692"/>
                  </a:lnTo>
                  <a:lnTo>
                    <a:pt x="2776512" y="56854"/>
                  </a:lnTo>
                  <a:lnTo>
                    <a:pt x="2775440" y="57017"/>
                  </a:lnTo>
                  <a:lnTo>
                    <a:pt x="2774369" y="57180"/>
                  </a:lnTo>
                  <a:lnTo>
                    <a:pt x="2773297" y="57342"/>
                  </a:lnTo>
                  <a:lnTo>
                    <a:pt x="2772226" y="57504"/>
                  </a:lnTo>
                  <a:lnTo>
                    <a:pt x="2771154" y="57667"/>
                  </a:lnTo>
                  <a:lnTo>
                    <a:pt x="2770082" y="57829"/>
                  </a:lnTo>
                  <a:lnTo>
                    <a:pt x="2769011" y="57991"/>
                  </a:lnTo>
                  <a:lnTo>
                    <a:pt x="2767939" y="58153"/>
                  </a:lnTo>
                  <a:lnTo>
                    <a:pt x="2766868" y="58314"/>
                  </a:lnTo>
                  <a:lnTo>
                    <a:pt x="2765796" y="58476"/>
                  </a:lnTo>
                  <a:lnTo>
                    <a:pt x="2764724" y="58638"/>
                  </a:lnTo>
                  <a:lnTo>
                    <a:pt x="2763653" y="58799"/>
                  </a:lnTo>
                  <a:lnTo>
                    <a:pt x="2762581" y="58960"/>
                  </a:lnTo>
                  <a:lnTo>
                    <a:pt x="2761510" y="59121"/>
                  </a:lnTo>
                  <a:lnTo>
                    <a:pt x="2760438" y="59282"/>
                  </a:lnTo>
                  <a:lnTo>
                    <a:pt x="2759366" y="59443"/>
                  </a:lnTo>
                  <a:lnTo>
                    <a:pt x="2758295" y="59604"/>
                  </a:lnTo>
                  <a:lnTo>
                    <a:pt x="2757223" y="59764"/>
                  </a:lnTo>
                  <a:lnTo>
                    <a:pt x="2756152" y="59925"/>
                  </a:lnTo>
                  <a:lnTo>
                    <a:pt x="2755080" y="60085"/>
                  </a:lnTo>
                  <a:lnTo>
                    <a:pt x="2754008" y="60245"/>
                  </a:lnTo>
                  <a:lnTo>
                    <a:pt x="2752937" y="60405"/>
                  </a:lnTo>
                  <a:lnTo>
                    <a:pt x="2751865" y="60565"/>
                  </a:lnTo>
                  <a:lnTo>
                    <a:pt x="2750794" y="60724"/>
                  </a:lnTo>
                  <a:lnTo>
                    <a:pt x="2749722" y="60884"/>
                  </a:lnTo>
                  <a:lnTo>
                    <a:pt x="2748650" y="61043"/>
                  </a:lnTo>
                  <a:lnTo>
                    <a:pt x="2747579" y="61202"/>
                  </a:lnTo>
                  <a:lnTo>
                    <a:pt x="2746507" y="61361"/>
                  </a:lnTo>
                  <a:lnTo>
                    <a:pt x="2745436" y="61520"/>
                  </a:lnTo>
                  <a:lnTo>
                    <a:pt x="2744364" y="61679"/>
                  </a:lnTo>
                  <a:lnTo>
                    <a:pt x="2743292" y="61837"/>
                  </a:lnTo>
                  <a:lnTo>
                    <a:pt x="2742221" y="61995"/>
                  </a:lnTo>
                  <a:lnTo>
                    <a:pt x="2741149" y="62154"/>
                  </a:lnTo>
                  <a:lnTo>
                    <a:pt x="2740078" y="62312"/>
                  </a:lnTo>
                  <a:lnTo>
                    <a:pt x="2739006" y="62469"/>
                  </a:lnTo>
                  <a:lnTo>
                    <a:pt x="2737934" y="62627"/>
                  </a:lnTo>
                  <a:lnTo>
                    <a:pt x="2736863" y="62784"/>
                  </a:lnTo>
                  <a:lnTo>
                    <a:pt x="2735791" y="62941"/>
                  </a:lnTo>
                  <a:lnTo>
                    <a:pt x="2734720" y="63098"/>
                  </a:lnTo>
                  <a:lnTo>
                    <a:pt x="2733648" y="63255"/>
                  </a:lnTo>
                  <a:lnTo>
                    <a:pt x="2732576" y="63412"/>
                  </a:lnTo>
                  <a:lnTo>
                    <a:pt x="2731505" y="63568"/>
                  </a:lnTo>
                  <a:lnTo>
                    <a:pt x="2730433" y="63725"/>
                  </a:lnTo>
                  <a:lnTo>
                    <a:pt x="2729362" y="63881"/>
                  </a:lnTo>
                  <a:lnTo>
                    <a:pt x="2728290" y="64037"/>
                  </a:lnTo>
                  <a:lnTo>
                    <a:pt x="2727218" y="64192"/>
                  </a:lnTo>
                  <a:lnTo>
                    <a:pt x="2726147" y="64348"/>
                  </a:lnTo>
                  <a:lnTo>
                    <a:pt x="2725075" y="64503"/>
                  </a:lnTo>
                  <a:lnTo>
                    <a:pt x="2724004" y="64658"/>
                  </a:lnTo>
                  <a:lnTo>
                    <a:pt x="2722932" y="64813"/>
                  </a:lnTo>
                  <a:lnTo>
                    <a:pt x="2721860" y="64967"/>
                  </a:lnTo>
                  <a:lnTo>
                    <a:pt x="2720789" y="65122"/>
                  </a:lnTo>
                  <a:lnTo>
                    <a:pt x="2719717" y="65276"/>
                  </a:lnTo>
                  <a:lnTo>
                    <a:pt x="2718646" y="65430"/>
                  </a:lnTo>
                  <a:lnTo>
                    <a:pt x="2717574" y="65584"/>
                  </a:lnTo>
                  <a:lnTo>
                    <a:pt x="2716502" y="65737"/>
                  </a:lnTo>
                  <a:lnTo>
                    <a:pt x="2715431" y="65890"/>
                  </a:lnTo>
                  <a:lnTo>
                    <a:pt x="2714359" y="66043"/>
                  </a:lnTo>
                  <a:lnTo>
                    <a:pt x="2713288" y="66196"/>
                  </a:lnTo>
                  <a:lnTo>
                    <a:pt x="2712216" y="66349"/>
                  </a:lnTo>
                  <a:lnTo>
                    <a:pt x="2711144" y="66501"/>
                  </a:lnTo>
                  <a:lnTo>
                    <a:pt x="2710073" y="66653"/>
                  </a:lnTo>
                  <a:lnTo>
                    <a:pt x="2709001" y="66805"/>
                  </a:lnTo>
                  <a:lnTo>
                    <a:pt x="2707930" y="66957"/>
                  </a:lnTo>
                  <a:lnTo>
                    <a:pt x="2706858" y="67108"/>
                  </a:lnTo>
                  <a:lnTo>
                    <a:pt x="2705786" y="67259"/>
                  </a:lnTo>
                  <a:lnTo>
                    <a:pt x="2704715" y="67410"/>
                  </a:lnTo>
                  <a:lnTo>
                    <a:pt x="2703643" y="67561"/>
                  </a:lnTo>
                  <a:lnTo>
                    <a:pt x="2702572" y="67711"/>
                  </a:lnTo>
                  <a:lnTo>
                    <a:pt x="2701500" y="67862"/>
                  </a:lnTo>
                  <a:lnTo>
                    <a:pt x="2700428" y="68012"/>
                  </a:lnTo>
                  <a:lnTo>
                    <a:pt x="2699357" y="68161"/>
                  </a:lnTo>
                  <a:lnTo>
                    <a:pt x="2698285" y="68311"/>
                  </a:lnTo>
                  <a:lnTo>
                    <a:pt x="2697214" y="68460"/>
                  </a:lnTo>
                  <a:lnTo>
                    <a:pt x="2696142" y="68609"/>
                  </a:lnTo>
                  <a:lnTo>
                    <a:pt x="2695070" y="68757"/>
                  </a:lnTo>
                  <a:lnTo>
                    <a:pt x="2693999" y="68906"/>
                  </a:lnTo>
                  <a:lnTo>
                    <a:pt x="2692927" y="69054"/>
                  </a:lnTo>
                  <a:lnTo>
                    <a:pt x="2691856" y="69201"/>
                  </a:lnTo>
                  <a:lnTo>
                    <a:pt x="2690784" y="69349"/>
                  </a:lnTo>
                  <a:lnTo>
                    <a:pt x="2689712" y="69496"/>
                  </a:lnTo>
                  <a:lnTo>
                    <a:pt x="2688641" y="69643"/>
                  </a:lnTo>
                  <a:lnTo>
                    <a:pt x="2687569" y="69790"/>
                  </a:lnTo>
                  <a:lnTo>
                    <a:pt x="2686498" y="69936"/>
                  </a:lnTo>
                  <a:lnTo>
                    <a:pt x="2685426" y="70082"/>
                  </a:lnTo>
                  <a:lnTo>
                    <a:pt x="2684354" y="70228"/>
                  </a:lnTo>
                  <a:lnTo>
                    <a:pt x="2683283" y="70374"/>
                  </a:lnTo>
                  <a:lnTo>
                    <a:pt x="2682211" y="70519"/>
                  </a:lnTo>
                  <a:lnTo>
                    <a:pt x="2681140" y="70664"/>
                  </a:lnTo>
                  <a:lnTo>
                    <a:pt x="2680068" y="70809"/>
                  </a:lnTo>
                  <a:lnTo>
                    <a:pt x="2678996" y="70953"/>
                  </a:lnTo>
                  <a:lnTo>
                    <a:pt x="2677925" y="71097"/>
                  </a:lnTo>
                  <a:lnTo>
                    <a:pt x="2676853" y="71241"/>
                  </a:lnTo>
                  <a:lnTo>
                    <a:pt x="2675782" y="71385"/>
                  </a:lnTo>
                  <a:lnTo>
                    <a:pt x="2674710" y="71528"/>
                  </a:lnTo>
                  <a:lnTo>
                    <a:pt x="2673638" y="71671"/>
                  </a:lnTo>
                  <a:lnTo>
                    <a:pt x="2672567" y="71813"/>
                  </a:lnTo>
                  <a:lnTo>
                    <a:pt x="2671495" y="71955"/>
                  </a:lnTo>
                  <a:lnTo>
                    <a:pt x="2670424" y="72097"/>
                  </a:lnTo>
                  <a:lnTo>
                    <a:pt x="2669352" y="72239"/>
                  </a:lnTo>
                  <a:lnTo>
                    <a:pt x="2668280" y="72380"/>
                  </a:lnTo>
                  <a:lnTo>
                    <a:pt x="2667209" y="72521"/>
                  </a:lnTo>
                  <a:lnTo>
                    <a:pt x="2666137" y="72662"/>
                  </a:lnTo>
                  <a:lnTo>
                    <a:pt x="2665066" y="72802"/>
                  </a:lnTo>
                  <a:lnTo>
                    <a:pt x="2663994" y="72943"/>
                  </a:lnTo>
                  <a:lnTo>
                    <a:pt x="2662922" y="73082"/>
                  </a:lnTo>
                  <a:lnTo>
                    <a:pt x="2661851" y="73222"/>
                  </a:lnTo>
                  <a:lnTo>
                    <a:pt x="2660779" y="73361"/>
                  </a:lnTo>
                  <a:lnTo>
                    <a:pt x="2659708" y="73499"/>
                  </a:lnTo>
                  <a:lnTo>
                    <a:pt x="2658636" y="73638"/>
                  </a:lnTo>
                  <a:lnTo>
                    <a:pt x="2657565" y="73776"/>
                  </a:lnTo>
                  <a:lnTo>
                    <a:pt x="2656493" y="73914"/>
                  </a:lnTo>
                  <a:lnTo>
                    <a:pt x="2655421" y="74051"/>
                  </a:lnTo>
                  <a:lnTo>
                    <a:pt x="2654350" y="74188"/>
                  </a:lnTo>
                  <a:lnTo>
                    <a:pt x="2653278" y="74325"/>
                  </a:lnTo>
                  <a:lnTo>
                    <a:pt x="2652207" y="74461"/>
                  </a:lnTo>
                  <a:lnTo>
                    <a:pt x="2651135" y="74597"/>
                  </a:lnTo>
                  <a:lnTo>
                    <a:pt x="2650063" y="74733"/>
                  </a:lnTo>
                  <a:lnTo>
                    <a:pt x="2648992" y="74868"/>
                  </a:lnTo>
                  <a:lnTo>
                    <a:pt x="2647920" y="75003"/>
                  </a:lnTo>
                  <a:lnTo>
                    <a:pt x="2646849" y="75138"/>
                  </a:lnTo>
                  <a:lnTo>
                    <a:pt x="2645777" y="75272"/>
                  </a:lnTo>
                  <a:lnTo>
                    <a:pt x="2644705" y="75406"/>
                  </a:lnTo>
                  <a:lnTo>
                    <a:pt x="2643634" y="75539"/>
                  </a:lnTo>
                  <a:lnTo>
                    <a:pt x="2642562" y="75673"/>
                  </a:lnTo>
                  <a:lnTo>
                    <a:pt x="2641491" y="75805"/>
                  </a:lnTo>
                  <a:lnTo>
                    <a:pt x="2640419" y="75938"/>
                  </a:lnTo>
                  <a:lnTo>
                    <a:pt x="2639347" y="76070"/>
                  </a:lnTo>
                  <a:lnTo>
                    <a:pt x="2638276" y="76202"/>
                  </a:lnTo>
                  <a:lnTo>
                    <a:pt x="2637204" y="76333"/>
                  </a:lnTo>
                  <a:lnTo>
                    <a:pt x="2636133" y="76464"/>
                  </a:lnTo>
                  <a:lnTo>
                    <a:pt x="2635061" y="76594"/>
                  </a:lnTo>
                  <a:lnTo>
                    <a:pt x="2633989" y="76725"/>
                  </a:lnTo>
                  <a:lnTo>
                    <a:pt x="2632918" y="76854"/>
                  </a:lnTo>
                  <a:lnTo>
                    <a:pt x="2631846" y="76984"/>
                  </a:lnTo>
                  <a:lnTo>
                    <a:pt x="2630775" y="77113"/>
                  </a:lnTo>
                  <a:lnTo>
                    <a:pt x="2629703" y="77242"/>
                  </a:lnTo>
                  <a:lnTo>
                    <a:pt x="2628631" y="77370"/>
                  </a:lnTo>
                  <a:lnTo>
                    <a:pt x="2627560" y="77498"/>
                  </a:lnTo>
                  <a:lnTo>
                    <a:pt x="2626488" y="77625"/>
                  </a:lnTo>
                  <a:lnTo>
                    <a:pt x="2625417" y="77752"/>
                  </a:lnTo>
                  <a:lnTo>
                    <a:pt x="2624345" y="77879"/>
                  </a:lnTo>
                  <a:lnTo>
                    <a:pt x="2623273" y="78005"/>
                  </a:lnTo>
                  <a:lnTo>
                    <a:pt x="2622202" y="78131"/>
                  </a:lnTo>
                  <a:lnTo>
                    <a:pt x="2621130" y="78257"/>
                  </a:lnTo>
                  <a:lnTo>
                    <a:pt x="2620059" y="78382"/>
                  </a:lnTo>
                  <a:lnTo>
                    <a:pt x="2618987" y="78507"/>
                  </a:lnTo>
                  <a:lnTo>
                    <a:pt x="2617915" y="78631"/>
                  </a:lnTo>
                  <a:lnTo>
                    <a:pt x="2616844" y="78755"/>
                  </a:lnTo>
                  <a:lnTo>
                    <a:pt x="2615772" y="78878"/>
                  </a:lnTo>
                  <a:lnTo>
                    <a:pt x="2614701" y="79001"/>
                  </a:lnTo>
                  <a:lnTo>
                    <a:pt x="2613629" y="79124"/>
                  </a:lnTo>
                  <a:lnTo>
                    <a:pt x="2612557" y="79246"/>
                  </a:lnTo>
                  <a:lnTo>
                    <a:pt x="2611486" y="79368"/>
                  </a:lnTo>
                  <a:lnTo>
                    <a:pt x="2610414" y="79489"/>
                  </a:lnTo>
                  <a:lnTo>
                    <a:pt x="2609343" y="79610"/>
                  </a:lnTo>
                  <a:lnTo>
                    <a:pt x="2608271" y="79731"/>
                  </a:lnTo>
                  <a:lnTo>
                    <a:pt x="2607199" y="79851"/>
                  </a:lnTo>
                  <a:lnTo>
                    <a:pt x="2606128" y="79971"/>
                  </a:lnTo>
                  <a:lnTo>
                    <a:pt x="2605056" y="80090"/>
                  </a:lnTo>
                  <a:lnTo>
                    <a:pt x="2603985" y="80209"/>
                  </a:lnTo>
                  <a:lnTo>
                    <a:pt x="2602913" y="80327"/>
                  </a:lnTo>
                  <a:lnTo>
                    <a:pt x="2601841" y="80445"/>
                  </a:lnTo>
                  <a:lnTo>
                    <a:pt x="2600770" y="80563"/>
                  </a:lnTo>
                  <a:lnTo>
                    <a:pt x="2599698" y="80680"/>
                  </a:lnTo>
                  <a:lnTo>
                    <a:pt x="2598627" y="80797"/>
                  </a:lnTo>
                  <a:lnTo>
                    <a:pt x="2597555" y="80913"/>
                  </a:lnTo>
                  <a:lnTo>
                    <a:pt x="2596483" y="81029"/>
                  </a:lnTo>
                  <a:lnTo>
                    <a:pt x="2595412" y="81144"/>
                  </a:lnTo>
                  <a:lnTo>
                    <a:pt x="2594340" y="81259"/>
                  </a:lnTo>
                  <a:lnTo>
                    <a:pt x="2593269" y="81373"/>
                  </a:lnTo>
                  <a:lnTo>
                    <a:pt x="2592197" y="81487"/>
                  </a:lnTo>
                  <a:lnTo>
                    <a:pt x="2591125" y="81601"/>
                  </a:lnTo>
                  <a:lnTo>
                    <a:pt x="2590054" y="81714"/>
                  </a:lnTo>
                  <a:lnTo>
                    <a:pt x="2588982" y="81826"/>
                  </a:lnTo>
                  <a:lnTo>
                    <a:pt x="2587911" y="81938"/>
                  </a:lnTo>
                  <a:lnTo>
                    <a:pt x="2586839" y="82050"/>
                  </a:lnTo>
                  <a:lnTo>
                    <a:pt x="2585767" y="82161"/>
                  </a:lnTo>
                  <a:lnTo>
                    <a:pt x="2584696" y="82272"/>
                  </a:lnTo>
                  <a:lnTo>
                    <a:pt x="2583624" y="82382"/>
                  </a:lnTo>
                  <a:lnTo>
                    <a:pt x="2582553" y="82492"/>
                  </a:lnTo>
                  <a:lnTo>
                    <a:pt x="2581481" y="82601"/>
                  </a:lnTo>
                  <a:lnTo>
                    <a:pt x="2580409" y="82710"/>
                  </a:lnTo>
                  <a:lnTo>
                    <a:pt x="2579338" y="82819"/>
                  </a:lnTo>
                  <a:lnTo>
                    <a:pt x="2578266" y="82927"/>
                  </a:lnTo>
                  <a:lnTo>
                    <a:pt x="2577195" y="83034"/>
                  </a:lnTo>
                  <a:lnTo>
                    <a:pt x="2576123" y="83141"/>
                  </a:lnTo>
                  <a:lnTo>
                    <a:pt x="2575051" y="83247"/>
                  </a:lnTo>
                  <a:lnTo>
                    <a:pt x="2573980" y="83353"/>
                  </a:lnTo>
                  <a:lnTo>
                    <a:pt x="2572908" y="83459"/>
                  </a:lnTo>
                  <a:lnTo>
                    <a:pt x="2571837" y="83564"/>
                  </a:lnTo>
                  <a:lnTo>
                    <a:pt x="2570765" y="83668"/>
                  </a:lnTo>
                  <a:lnTo>
                    <a:pt x="2569693" y="83773"/>
                  </a:lnTo>
                  <a:lnTo>
                    <a:pt x="2568622" y="83876"/>
                  </a:lnTo>
                  <a:lnTo>
                    <a:pt x="2567550" y="83979"/>
                  </a:lnTo>
                  <a:lnTo>
                    <a:pt x="2566479" y="84082"/>
                  </a:lnTo>
                  <a:lnTo>
                    <a:pt x="2565407" y="84184"/>
                  </a:lnTo>
                  <a:lnTo>
                    <a:pt x="2564335" y="84285"/>
                  </a:lnTo>
                  <a:lnTo>
                    <a:pt x="2563264" y="84386"/>
                  </a:lnTo>
                  <a:lnTo>
                    <a:pt x="2562192" y="84487"/>
                  </a:lnTo>
                  <a:lnTo>
                    <a:pt x="2561121" y="84587"/>
                  </a:lnTo>
                  <a:lnTo>
                    <a:pt x="2560049" y="84686"/>
                  </a:lnTo>
                  <a:lnTo>
                    <a:pt x="2558977" y="84786"/>
                  </a:lnTo>
                  <a:lnTo>
                    <a:pt x="2557906" y="84884"/>
                  </a:lnTo>
                  <a:lnTo>
                    <a:pt x="2556834" y="84982"/>
                  </a:lnTo>
                  <a:lnTo>
                    <a:pt x="2555763" y="85080"/>
                  </a:lnTo>
                  <a:lnTo>
                    <a:pt x="2554691" y="85176"/>
                  </a:lnTo>
                  <a:lnTo>
                    <a:pt x="2553619" y="85273"/>
                  </a:lnTo>
                  <a:lnTo>
                    <a:pt x="2552548" y="85369"/>
                  </a:lnTo>
                  <a:lnTo>
                    <a:pt x="2551476" y="85464"/>
                  </a:lnTo>
                  <a:lnTo>
                    <a:pt x="2550405" y="85559"/>
                  </a:lnTo>
                  <a:lnTo>
                    <a:pt x="2549333" y="85654"/>
                  </a:lnTo>
                  <a:lnTo>
                    <a:pt x="2548261" y="85747"/>
                  </a:lnTo>
                  <a:lnTo>
                    <a:pt x="2547190" y="85841"/>
                  </a:lnTo>
                  <a:lnTo>
                    <a:pt x="2546118" y="85934"/>
                  </a:lnTo>
                  <a:lnTo>
                    <a:pt x="2545047" y="86026"/>
                  </a:lnTo>
                  <a:lnTo>
                    <a:pt x="2543975" y="86117"/>
                  </a:lnTo>
                  <a:lnTo>
                    <a:pt x="2542903" y="86209"/>
                  </a:lnTo>
                  <a:lnTo>
                    <a:pt x="2541832" y="86299"/>
                  </a:lnTo>
                  <a:lnTo>
                    <a:pt x="2540760" y="86389"/>
                  </a:lnTo>
                  <a:lnTo>
                    <a:pt x="2539689" y="86479"/>
                  </a:lnTo>
                  <a:lnTo>
                    <a:pt x="2538617" y="86568"/>
                  </a:lnTo>
                  <a:lnTo>
                    <a:pt x="2537545" y="86656"/>
                  </a:lnTo>
                  <a:lnTo>
                    <a:pt x="2536474" y="86744"/>
                  </a:lnTo>
                  <a:lnTo>
                    <a:pt x="2535402" y="86832"/>
                  </a:lnTo>
                  <a:lnTo>
                    <a:pt x="2534331" y="86919"/>
                  </a:lnTo>
                  <a:lnTo>
                    <a:pt x="2533259" y="87005"/>
                  </a:lnTo>
                  <a:lnTo>
                    <a:pt x="2532187" y="87091"/>
                  </a:lnTo>
                  <a:lnTo>
                    <a:pt x="2531116" y="87176"/>
                  </a:lnTo>
                  <a:lnTo>
                    <a:pt x="2530044" y="87260"/>
                  </a:lnTo>
                  <a:lnTo>
                    <a:pt x="2528973" y="87344"/>
                  </a:lnTo>
                  <a:lnTo>
                    <a:pt x="2527901" y="87428"/>
                  </a:lnTo>
                  <a:lnTo>
                    <a:pt x="2526829" y="87511"/>
                  </a:lnTo>
                  <a:lnTo>
                    <a:pt x="2525758" y="87593"/>
                  </a:lnTo>
                  <a:lnTo>
                    <a:pt x="2524686" y="87675"/>
                  </a:lnTo>
                  <a:lnTo>
                    <a:pt x="2523615" y="87756"/>
                  </a:lnTo>
                  <a:lnTo>
                    <a:pt x="2522543" y="87837"/>
                  </a:lnTo>
                  <a:lnTo>
                    <a:pt x="2521471" y="87917"/>
                  </a:lnTo>
                  <a:lnTo>
                    <a:pt x="2520400" y="87997"/>
                  </a:lnTo>
                  <a:lnTo>
                    <a:pt x="2519328" y="88075"/>
                  </a:lnTo>
                  <a:lnTo>
                    <a:pt x="2518257" y="88154"/>
                  </a:lnTo>
                  <a:lnTo>
                    <a:pt x="2517185" y="88232"/>
                  </a:lnTo>
                  <a:lnTo>
                    <a:pt x="2516113" y="88309"/>
                  </a:lnTo>
                  <a:lnTo>
                    <a:pt x="2515042" y="88385"/>
                  </a:lnTo>
                  <a:lnTo>
                    <a:pt x="2513970" y="88462"/>
                  </a:lnTo>
                  <a:lnTo>
                    <a:pt x="2512899" y="88537"/>
                  </a:lnTo>
                  <a:lnTo>
                    <a:pt x="2511827" y="88612"/>
                  </a:lnTo>
                  <a:lnTo>
                    <a:pt x="2510755" y="88686"/>
                  </a:lnTo>
                  <a:lnTo>
                    <a:pt x="2509684" y="88760"/>
                  </a:lnTo>
                  <a:lnTo>
                    <a:pt x="2508612" y="88833"/>
                  </a:lnTo>
                  <a:lnTo>
                    <a:pt x="2507541" y="88905"/>
                  </a:lnTo>
                  <a:lnTo>
                    <a:pt x="2506469" y="88977"/>
                  </a:lnTo>
                  <a:lnTo>
                    <a:pt x="2505397" y="89049"/>
                  </a:lnTo>
                  <a:lnTo>
                    <a:pt x="2504326" y="89119"/>
                  </a:lnTo>
                  <a:lnTo>
                    <a:pt x="2503254" y="89190"/>
                  </a:lnTo>
                  <a:lnTo>
                    <a:pt x="2502183" y="89259"/>
                  </a:lnTo>
                  <a:lnTo>
                    <a:pt x="2501111" y="89328"/>
                  </a:lnTo>
                  <a:lnTo>
                    <a:pt x="2500039" y="89396"/>
                  </a:lnTo>
                  <a:lnTo>
                    <a:pt x="2498968" y="89464"/>
                  </a:lnTo>
                  <a:lnTo>
                    <a:pt x="2497896" y="89531"/>
                  </a:lnTo>
                  <a:lnTo>
                    <a:pt x="2496825" y="89598"/>
                  </a:lnTo>
                  <a:lnTo>
                    <a:pt x="2495753" y="89663"/>
                  </a:lnTo>
                  <a:lnTo>
                    <a:pt x="2494681" y="89729"/>
                  </a:lnTo>
                  <a:lnTo>
                    <a:pt x="2493610" y="89793"/>
                  </a:lnTo>
                  <a:lnTo>
                    <a:pt x="2492538" y="89857"/>
                  </a:lnTo>
                  <a:lnTo>
                    <a:pt x="2491467" y="89921"/>
                  </a:lnTo>
                  <a:lnTo>
                    <a:pt x="2490395" y="89984"/>
                  </a:lnTo>
                  <a:lnTo>
                    <a:pt x="2489323" y="90046"/>
                  </a:lnTo>
                  <a:lnTo>
                    <a:pt x="2488252" y="90107"/>
                  </a:lnTo>
                  <a:lnTo>
                    <a:pt x="2487180" y="90168"/>
                  </a:lnTo>
                  <a:lnTo>
                    <a:pt x="2486109" y="90229"/>
                  </a:lnTo>
                  <a:lnTo>
                    <a:pt x="2485037" y="90288"/>
                  </a:lnTo>
                  <a:lnTo>
                    <a:pt x="2483966" y="90347"/>
                  </a:lnTo>
                  <a:lnTo>
                    <a:pt x="2482894" y="90406"/>
                  </a:lnTo>
                  <a:lnTo>
                    <a:pt x="2481822" y="90463"/>
                  </a:lnTo>
                  <a:lnTo>
                    <a:pt x="2480751" y="90521"/>
                  </a:lnTo>
                  <a:lnTo>
                    <a:pt x="2479679" y="90577"/>
                  </a:lnTo>
                  <a:lnTo>
                    <a:pt x="2478608" y="90633"/>
                  </a:lnTo>
                  <a:lnTo>
                    <a:pt x="2477536" y="90688"/>
                  </a:lnTo>
                  <a:lnTo>
                    <a:pt x="2476464" y="90743"/>
                  </a:lnTo>
                  <a:lnTo>
                    <a:pt x="2475393" y="90797"/>
                  </a:lnTo>
                  <a:lnTo>
                    <a:pt x="2474321" y="90850"/>
                  </a:lnTo>
                  <a:lnTo>
                    <a:pt x="2473250" y="90903"/>
                  </a:lnTo>
                  <a:lnTo>
                    <a:pt x="2472178" y="90955"/>
                  </a:lnTo>
                  <a:lnTo>
                    <a:pt x="2471106" y="91006"/>
                  </a:lnTo>
                  <a:lnTo>
                    <a:pt x="2470035" y="91057"/>
                  </a:lnTo>
                  <a:lnTo>
                    <a:pt x="2468963" y="91107"/>
                  </a:lnTo>
                  <a:lnTo>
                    <a:pt x="2467892" y="91156"/>
                  </a:lnTo>
                  <a:lnTo>
                    <a:pt x="2466820" y="91205"/>
                  </a:lnTo>
                  <a:lnTo>
                    <a:pt x="2465748" y="91253"/>
                  </a:lnTo>
                  <a:lnTo>
                    <a:pt x="2464677" y="91300"/>
                  </a:lnTo>
                  <a:lnTo>
                    <a:pt x="2463605" y="91347"/>
                  </a:lnTo>
                  <a:lnTo>
                    <a:pt x="2462534" y="91393"/>
                  </a:lnTo>
                  <a:lnTo>
                    <a:pt x="2461462" y="91438"/>
                  </a:lnTo>
                  <a:lnTo>
                    <a:pt x="2460390" y="91483"/>
                  </a:lnTo>
                  <a:lnTo>
                    <a:pt x="2459319" y="91527"/>
                  </a:lnTo>
                  <a:lnTo>
                    <a:pt x="2458247" y="91571"/>
                  </a:lnTo>
                  <a:lnTo>
                    <a:pt x="2457176" y="91613"/>
                  </a:lnTo>
                  <a:lnTo>
                    <a:pt x="2456104" y="91655"/>
                  </a:lnTo>
                  <a:lnTo>
                    <a:pt x="2455032" y="91697"/>
                  </a:lnTo>
                  <a:lnTo>
                    <a:pt x="2453961" y="91737"/>
                  </a:lnTo>
                  <a:lnTo>
                    <a:pt x="2452889" y="91778"/>
                  </a:lnTo>
                  <a:lnTo>
                    <a:pt x="2451818" y="91817"/>
                  </a:lnTo>
                  <a:lnTo>
                    <a:pt x="2450746" y="91856"/>
                  </a:lnTo>
                  <a:lnTo>
                    <a:pt x="2449674" y="91894"/>
                  </a:lnTo>
                  <a:lnTo>
                    <a:pt x="2448603" y="91931"/>
                  </a:lnTo>
                  <a:lnTo>
                    <a:pt x="2447531" y="91967"/>
                  </a:lnTo>
                  <a:lnTo>
                    <a:pt x="2446460" y="92003"/>
                  </a:lnTo>
                  <a:lnTo>
                    <a:pt x="2445388" y="92039"/>
                  </a:lnTo>
                  <a:lnTo>
                    <a:pt x="2444316" y="92073"/>
                  </a:lnTo>
                  <a:lnTo>
                    <a:pt x="2443245" y="92107"/>
                  </a:lnTo>
                  <a:lnTo>
                    <a:pt x="2442173" y="92140"/>
                  </a:lnTo>
                  <a:lnTo>
                    <a:pt x="2441102" y="92173"/>
                  </a:lnTo>
                  <a:lnTo>
                    <a:pt x="2440030" y="92204"/>
                  </a:lnTo>
                  <a:lnTo>
                    <a:pt x="2438958" y="92235"/>
                  </a:lnTo>
                  <a:lnTo>
                    <a:pt x="2437887" y="92266"/>
                  </a:lnTo>
                  <a:lnTo>
                    <a:pt x="2436815" y="92296"/>
                  </a:lnTo>
                  <a:lnTo>
                    <a:pt x="2435744" y="92324"/>
                  </a:lnTo>
                  <a:lnTo>
                    <a:pt x="2434672" y="92353"/>
                  </a:lnTo>
                  <a:lnTo>
                    <a:pt x="2433600" y="92380"/>
                  </a:lnTo>
                  <a:lnTo>
                    <a:pt x="2432529" y="92407"/>
                  </a:lnTo>
                  <a:lnTo>
                    <a:pt x="2431457" y="92433"/>
                  </a:lnTo>
                  <a:lnTo>
                    <a:pt x="2430386" y="92459"/>
                  </a:lnTo>
                  <a:lnTo>
                    <a:pt x="2429314" y="92483"/>
                  </a:lnTo>
                  <a:lnTo>
                    <a:pt x="2428242" y="92507"/>
                  </a:lnTo>
                  <a:lnTo>
                    <a:pt x="2427171" y="92531"/>
                  </a:lnTo>
                  <a:lnTo>
                    <a:pt x="2426099" y="92553"/>
                  </a:lnTo>
                  <a:lnTo>
                    <a:pt x="2425028" y="92575"/>
                  </a:lnTo>
                  <a:lnTo>
                    <a:pt x="2423956" y="92596"/>
                  </a:lnTo>
                  <a:lnTo>
                    <a:pt x="2422884" y="92617"/>
                  </a:lnTo>
                  <a:lnTo>
                    <a:pt x="2421813" y="92636"/>
                  </a:lnTo>
                  <a:lnTo>
                    <a:pt x="2420741" y="92655"/>
                  </a:lnTo>
                  <a:lnTo>
                    <a:pt x="2419670" y="92673"/>
                  </a:lnTo>
                  <a:lnTo>
                    <a:pt x="2418598" y="92691"/>
                  </a:lnTo>
                  <a:lnTo>
                    <a:pt x="2417526" y="92708"/>
                  </a:lnTo>
                  <a:lnTo>
                    <a:pt x="2416455" y="92724"/>
                  </a:lnTo>
                  <a:lnTo>
                    <a:pt x="2415383" y="92739"/>
                  </a:lnTo>
                  <a:lnTo>
                    <a:pt x="2414312" y="92754"/>
                  </a:lnTo>
                  <a:lnTo>
                    <a:pt x="2413240" y="92767"/>
                  </a:lnTo>
                  <a:lnTo>
                    <a:pt x="2412168" y="92780"/>
                  </a:lnTo>
                  <a:lnTo>
                    <a:pt x="2411097" y="92793"/>
                  </a:lnTo>
                  <a:lnTo>
                    <a:pt x="2410025" y="92804"/>
                  </a:lnTo>
                  <a:lnTo>
                    <a:pt x="2408954" y="92815"/>
                  </a:lnTo>
                  <a:lnTo>
                    <a:pt x="2407882" y="92825"/>
                  </a:lnTo>
                  <a:lnTo>
                    <a:pt x="2406810" y="92835"/>
                  </a:lnTo>
                  <a:lnTo>
                    <a:pt x="2405739" y="92843"/>
                  </a:lnTo>
                  <a:lnTo>
                    <a:pt x="2404667" y="92851"/>
                  </a:lnTo>
                  <a:lnTo>
                    <a:pt x="2403596" y="92858"/>
                  </a:lnTo>
                  <a:lnTo>
                    <a:pt x="2402524" y="92865"/>
                  </a:lnTo>
                  <a:lnTo>
                    <a:pt x="2401452" y="92870"/>
                  </a:lnTo>
                  <a:lnTo>
                    <a:pt x="2400381" y="92875"/>
                  </a:lnTo>
                  <a:lnTo>
                    <a:pt x="2399309" y="92879"/>
                  </a:lnTo>
                  <a:lnTo>
                    <a:pt x="2398238" y="92883"/>
                  </a:lnTo>
                  <a:lnTo>
                    <a:pt x="2397166" y="92885"/>
                  </a:lnTo>
                  <a:lnTo>
                    <a:pt x="2396094" y="92887"/>
                  </a:lnTo>
                  <a:lnTo>
                    <a:pt x="2395023" y="92888"/>
                  </a:lnTo>
                  <a:lnTo>
                    <a:pt x="2393951" y="92889"/>
                  </a:lnTo>
                  <a:lnTo>
                    <a:pt x="2392880" y="92888"/>
                  </a:lnTo>
                  <a:lnTo>
                    <a:pt x="2391808" y="92887"/>
                  </a:lnTo>
                  <a:lnTo>
                    <a:pt x="2390736" y="92885"/>
                  </a:lnTo>
                  <a:lnTo>
                    <a:pt x="2389665" y="92882"/>
                  </a:lnTo>
                  <a:lnTo>
                    <a:pt x="2388593" y="92879"/>
                  </a:lnTo>
                  <a:lnTo>
                    <a:pt x="2387522" y="92874"/>
                  </a:lnTo>
                  <a:lnTo>
                    <a:pt x="2386450" y="92869"/>
                  </a:lnTo>
                  <a:lnTo>
                    <a:pt x="2385378" y="92863"/>
                  </a:lnTo>
                  <a:lnTo>
                    <a:pt x="2384307" y="92857"/>
                  </a:lnTo>
                  <a:lnTo>
                    <a:pt x="2383235" y="92849"/>
                  </a:lnTo>
                  <a:lnTo>
                    <a:pt x="2382164" y="92841"/>
                  </a:lnTo>
                  <a:lnTo>
                    <a:pt x="2381092" y="92832"/>
                  </a:lnTo>
                  <a:lnTo>
                    <a:pt x="2380020" y="92822"/>
                  </a:lnTo>
                  <a:lnTo>
                    <a:pt x="2378949" y="92812"/>
                  </a:lnTo>
                  <a:lnTo>
                    <a:pt x="2377877" y="92800"/>
                  </a:lnTo>
                  <a:lnTo>
                    <a:pt x="2376806" y="92788"/>
                  </a:lnTo>
                  <a:lnTo>
                    <a:pt x="2375734" y="92775"/>
                  </a:lnTo>
                  <a:lnTo>
                    <a:pt x="2374662" y="92762"/>
                  </a:lnTo>
                  <a:lnTo>
                    <a:pt x="2373591" y="92747"/>
                  </a:lnTo>
                  <a:lnTo>
                    <a:pt x="2372519" y="92732"/>
                  </a:lnTo>
                  <a:lnTo>
                    <a:pt x="2371448" y="92716"/>
                  </a:lnTo>
                  <a:lnTo>
                    <a:pt x="2370376" y="92699"/>
                  </a:lnTo>
                  <a:lnTo>
                    <a:pt x="2369304" y="92681"/>
                  </a:lnTo>
                  <a:lnTo>
                    <a:pt x="2368233" y="92663"/>
                  </a:lnTo>
                  <a:lnTo>
                    <a:pt x="2367161" y="92644"/>
                  </a:lnTo>
                  <a:lnTo>
                    <a:pt x="2366090" y="92624"/>
                  </a:lnTo>
                  <a:lnTo>
                    <a:pt x="2365018" y="92603"/>
                  </a:lnTo>
                  <a:lnTo>
                    <a:pt x="2363946" y="92581"/>
                  </a:lnTo>
                  <a:lnTo>
                    <a:pt x="2362875" y="92559"/>
                  </a:lnTo>
                  <a:lnTo>
                    <a:pt x="2361803" y="92535"/>
                  </a:lnTo>
                  <a:lnTo>
                    <a:pt x="2360732" y="92511"/>
                  </a:lnTo>
                  <a:lnTo>
                    <a:pt x="2359660" y="92486"/>
                  </a:lnTo>
                  <a:lnTo>
                    <a:pt x="2358588" y="92461"/>
                  </a:lnTo>
                  <a:lnTo>
                    <a:pt x="2357517" y="92434"/>
                  </a:lnTo>
                  <a:lnTo>
                    <a:pt x="2356445" y="92407"/>
                  </a:lnTo>
                  <a:lnTo>
                    <a:pt x="2355374" y="92379"/>
                  </a:lnTo>
                  <a:lnTo>
                    <a:pt x="2354302" y="92350"/>
                  </a:lnTo>
                  <a:lnTo>
                    <a:pt x="2353230" y="92320"/>
                  </a:lnTo>
                  <a:lnTo>
                    <a:pt x="2352159" y="92289"/>
                  </a:lnTo>
                  <a:lnTo>
                    <a:pt x="2351087" y="92258"/>
                  </a:lnTo>
                  <a:lnTo>
                    <a:pt x="2350016" y="92225"/>
                  </a:lnTo>
                  <a:lnTo>
                    <a:pt x="2348944" y="92192"/>
                  </a:lnTo>
                  <a:lnTo>
                    <a:pt x="2347872" y="92158"/>
                  </a:lnTo>
                  <a:lnTo>
                    <a:pt x="2346801" y="92124"/>
                  </a:lnTo>
                  <a:lnTo>
                    <a:pt x="2345729" y="92088"/>
                  </a:lnTo>
                  <a:lnTo>
                    <a:pt x="2344658" y="92052"/>
                  </a:lnTo>
                  <a:lnTo>
                    <a:pt x="2343586" y="92014"/>
                  </a:lnTo>
                  <a:lnTo>
                    <a:pt x="2342514" y="91976"/>
                  </a:lnTo>
                  <a:lnTo>
                    <a:pt x="2341443" y="91938"/>
                  </a:lnTo>
                  <a:lnTo>
                    <a:pt x="2340371" y="91898"/>
                  </a:lnTo>
                  <a:lnTo>
                    <a:pt x="2339300" y="91857"/>
                  </a:lnTo>
                  <a:lnTo>
                    <a:pt x="2338228" y="91816"/>
                  </a:lnTo>
                  <a:lnTo>
                    <a:pt x="2337156" y="91774"/>
                  </a:lnTo>
                  <a:lnTo>
                    <a:pt x="2336085" y="91731"/>
                  </a:lnTo>
                  <a:lnTo>
                    <a:pt x="2335013" y="91687"/>
                  </a:lnTo>
                  <a:lnTo>
                    <a:pt x="2333942" y="91642"/>
                  </a:lnTo>
                  <a:lnTo>
                    <a:pt x="2332870" y="91596"/>
                  </a:lnTo>
                  <a:lnTo>
                    <a:pt x="2331798" y="91550"/>
                  </a:lnTo>
                  <a:lnTo>
                    <a:pt x="2330727" y="91502"/>
                  </a:lnTo>
                  <a:lnTo>
                    <a:pt x="2329655" y="91454"/>
                  </a:lnTo>
                  <a:lnTo>
                    <a:pt x="2328584" y="91405"/>
                  </a:lnTo>
                  <a:lnTo>
                    <a:pt x="2327512" y="91355"/>
                  </a:lnTo>
                  <a:lnTo>
                    <a:pt x="2326440" y="91305"/>
                  </a:lnTo>
                  <a:lnTo>
                    <a:pt x="2325369" y="91253"/>
                  </a:lnTo>
                  <a:lnTo>
                    <a:pt x="2324297" y="91201"/>
                  </a:lnTo>
                  <a:lnTo>
                    <a:pt x="2323226" y="91148"/>
                  </a:lnTo>
                  <a:lnTo>
                    <a:pt x="2322154" y="91093"/>
                  </a:lnTo>
                  <a:lnTo>
                    <a:pt x="2321082" y="91038"/>
                  </a:lnTo>
                  <a:lnTo>
                    <a:pt x="2320011" y="90983"/>
                  </a:lnTo>
                  <a:lnTo>
                    <a:pt x="2318939" y="90926"/>
                  </a:lnTo>
                  <a:lnTo>
                    <a:pt x="2317868" y="90868"/>
                  </a:lnTo>
                  <a:lnTo>
                    <a:pt x="2316796" y="90810"/>
                  </a:lnTo>
                  <a:lnTo>
                    <a:pt x="2315724" y="90751"/>
                  </a:lnTo>
                  <a:lnTo>
                    <a:pt x="2314653" y="90690"/>
                  </a:lnTo>
                  <a:lnTo>
                    <a:pt x="2313581" y="90629"/>
                  </a:lnTo>
                  <a:lnTo>
                    <a:pt x="2312510" y="90568"/>
                  </a:lnTo>
                  <a:lnTo>
                    <a:pt x="2311438" y="90505"/>
                  </a:lnTo>
                  <a:lnTo>
                    <a:pt x="2310366" y="90441"/>
                  </a:lnTo>
                  <a:lnTo>
                    <a:pt x="2309295" y="90377"/>
                  </a:lnTo>
                  <a:lnTo>
                    <a:pt x="2308223" y="90311"/>
                  </a:lnTo>
                  <a:lnTo>
                    <a:pt x="2307152" y="90245"/>
                  </a:lnTo>
                  <a:lnTo>
                    <a:pt x="2306080" y="90178"/>
                  </a:lnTo>
                  <a:lnTo>
                    <a:pt x="2305009" y="90110"/>
                  </a:lnTo>
                  <a:lnTo>
                    <a:pt x="2303937" y="90041"/>
                  </a:lnTo>
                  <a:lnTo>
                    <a:pt x="2302865" y="89971"/>
                  </a:lnTo>
                  <a:lnTo>
                    <a:pt x="2301794" y="89901"/>
                  </a:lnTo>
                  <a:lnTo>
                    <a:pt x="2300722" y="89829"/>
                  </a:lnTo>
                  <a:lnTo>
                    <a:pt x="2299651" y="89757"/>
                  </a:lnTo>
                  <a:lnTo>
                    <a:pt x="2298579" y="89683"/>
                  </a:lnTo>
                  <a:lnTo>
                    <a:pt x="2297507" y="89609"/>
                  </a:lnTo>
                  <a:lnTo>
                    <a:pt x="2296436" y="89534"/>
                  </a:lnTo>
                  <a:lnTo>
                    <a:pt x="2295364" y="89458"/>
                  </a:lnTo>
                  <a:lnTo>
                    <a:pt x="2294293" y="89381"/>
                  </a:lnTo>
                  <a:lnTo>
                    <a:pt x="2293221" y="89304"/>
                  </a:lnTo>
                  <a:lnTo>
                    <a:pt x="2292149" y="89225"/>
                  </a:lnTo>
                  <a:lnTo>
                    <a:pt x="2291078" y="89145"/>
                  </a:lnTo>
                  <a:lnTo>
                    <a:pt x="2290006" y="89065"/>
                  </a:lnTo>
                  <a:lnTo>
                    <a:pt x="2288935" y="88984"/>
                  </a:lnTo>
                  <a:lnTo>
                    <a:pt x="2287863" y="88902"/>
                  </a:lnTo>
                  <a:lnTo>
                    <a:pt x="2286791" y="88818"/>
                  </a:lnTo>
                  <a:lnTo>
                    <a:pt x="2285720" y="88734"/>
                  </a:lnTo>
                  <a:lnTo>
                    <a:pt x="2284648" y="88650"/>
                  </a:lnTo>
                  <a:lnTo>
                    <a:pt x="2283577" y="88564"/>
                  </a:lnTo>
                  <a:lnTo>
                    <a:pt x="2282505" y="88477"/>
                  </a:lnTo>
                  <a:lnTo>
                    <a:pt x="2281433" y="88390"/>
                  </a:lnTo>
                  <a:lnTo>
                    <a:pt x="2280362" y="88301"/>
                  </a:lnTo>
                  <a:lnTo>
                    <a:pt x="2279290" y="88212"/>
                  </a:lnTo>
                  <a:lnTo>
                    <a:pt x="2278219" y="88121"/>
                  </a:lnTo>
                  <a:lnTo>
                    <a:pt x="2277147" y="88030"/>
                  </a:lnTo>
                  <a:lnTo>
                    <a:pt x="2276075" y="87938"/>
                  </a:lnTo>
                  <a:lnTo>
                    <a:pt x="2275004" y="87845"/>
                  </a:lnTo>
                  <a:lnTo>
                    <a:pt x="2273932" y="87751"/>
                  </a:lnTo>
                  <a:lnTo>
                    <a:pt x="2272861" y="87656"/>
                  </a:lnTo>
                  <a:lnTo>
                    <a:pt x="2271789" y="87561"/>
                  </a:lnTo>
                  <a:lnTo>
                    <a:pt x="2270717" y="87464"/>
                  </a:lnTo>
                  <a:lnTo>
                    <a:pt x="2269646" y="87366"/>
                  </a:lnTo>
                  <a:lnTo>
                    <a:pt x="2268574" y="87268"/>
                  </a:lnTo>
                  <a:lnTo>
                    <a:pt x="2267503" y="87168"/>
                  </a:lnTo>
                  <a:lnTo>
                    <a:pt x="2266431" y="87068"/>
                  </a:lnTo>
                  <a:lnTo>
                    <a:pt x="2265359" y="86967"/>
                  </a:lnTo>
                  <a:lnTo>
                    <a:pt x="2264288" y="86865"/>
                  </a:lnTo>
                  <a:lnTo>
                    <a:pt x="2263216" y="86762"/>
                  </a:lnTo>
                  <a:lnTo>
                    <a:pt x="2262145" y="86658"/>
                  </a:lnTo>
                  <a:lnTo>
                    <a:pt x="2261073" y="86553"/>
                  </a:lnTo>
                  <a:lnTo>
                    <a:pt x="2260001" y="86447"/>
                  </a:lnTo>
                  <a:lnTo>
                    <a:pt x="2258930" y="86340"/>
                  </a:lnTo>
                  <a:lnTo>
                    <a:pt x="2257858" y="86233"/>
                  </a:lnTo>
                  <a:lnTo>
                    <a:pt x="2256787" y="86124"/>
                  </a:lnTo>
                  <a:lnTo>
                    <a:pt x="2255715" y="86014"/>
                  </a:lnTo>
                  <a:lnTo>
                    <a:pt x="2254643" y="85904"/>
                  </a:lnTo>
                  <a:lnTo>
                    <a:pt x="2253572" y="85793"/>
                  </a:lnTo>
                  <a:lnTo>
                    <a:pt x="2252500" y="85680"/>
                  </a:lnTo>
                  <a:lnTo>
                    <a:pt x="2251429" y="85567"/>
                  </a:lnTo>
                  <a:lnTo>
                    <a:pt x="2250357" y="85453"/>
                  </a:lnTo>
                  <a:lnTo>
                    <a:pt x="2249285" y="85338"/>
                  </a:lnTo>
                  <a:lnTo>
                    <a:pt x="2248214" y="85222"/>
                  </a:lnTo>
                  <a:lnTo>
                    <a:pt x="2247142" y="85105"/>
                  </a:lnTo>
                  <a:lnTo>
                    <a:pt x="2246071" y="84987"/>
                  </a:lnTo>
                  <a:lnTo>
                    <a:pt x="2244999" y="84868"/>
                  </a:lnTo>
                  <a:lnTo>
                    <a:pt x="2243927" y="84749"/>
                  </a:lnTo>
                  <a:lnTo>
                    <a:pt x="2242856" y="84628"/>
                  </a:lnTo>
                  <a:lnTo>
                    <a:pt x="2241784" y="84506"/>
                  </a:lnTo>
                  <a:lnTo>
                    <a:pt x="2240713" y="84384"/>
                  </a:lnTo>
                  <a:lnTo>
                    <a:pt x="2239641" y="84260"/>
                  </a:lnTo>
                  <a:lnTo>
                    <a:pt x="2238569" y="84136"/>
                  </a:lnTo>
                  <a:lnTo>
                    <a:pt x="2237498" y="84011"/>
                  </a:lnTo>
                  <a:lnTo>
                    <a:pt x="2236426" y="83884"/>
                  </a:lnTo>
                  <a:lnTo>
                    <a:pt x="2235355" y="83757"/>
                  </a:lnTo>
                  <a:lnTo>
                    <a:pt x="2234283" y="83629"/>
                  </a:lnTo>
                  <a:lnTo>
                    <a:pt x="2233211" y="83500"/>
                  </a:lnTo>
                  <a:lnTo>
                    <a:pt x="2232140" y="83370"/>
                  </a:lnTo>
                  <a:lnTo>
                    <a:pt x="2231068" y="83239"/>
                  </a:lnTo>
                  <a:lnTo>
                    <a:pt x="2229997" y="83107"/>
                  </a:lnTo>
                  <a:lnTo>
                    <a:pt x="2228925" y="82974"/>
                  </a:lnTo>
                  <a:lnTo>
                    <a:pt x="2227853" y="82840"/>
                  </a:lnTo>
                  <a:lnTo>
                    <a:pt x="2226782" y="82706"/>
                  </a:lnTo>
                  <a:lnTo>
                    <a:pt x="2225710" y="82570"/>
                  </a:lnTo>
                  <a:lnTo>
                    <a:pt x="2224639" y="82433"/>
                  </a:lnTo>
                  <a:lnTo>
                    <a:pt x="2223567" y="82296"/>
                  </a:lnTo>
                  <a:lnTo>
                    <a:pt x="2222495" y="82157"/>
                  </a:lnTo>
                  <a:lnTo>
                    <a:pt x="2221424" y="82018"/>
                  </a:lnTo>
                  <a:lnTo>
                    <a:pt x="2220352" y="81877"/>
                  </a:lnTo>
                  <a:lnTo>
                    <a:pt x="2219281" y="81736"/>
                  </a:lnTo>
                  <a:lnTo>
                    <a:pt x="2218209" y="81594"/>
                  </a:lnTo>
                  <a:lnTo>
                    <a:pt x="2217137" y="81451"/>
                  </a:lnTo>
                  <a:lnTo>
                    <a:pt x="2216066" y="81306"/>
                  </a:lnTo>
                  <a:lnTo>
                    <a:pt x="2214994" y="81161"/>
                  </a:lnTo>
                  <a:lnTo>
                    <a:pt x="2213923" y="81015"/>
                  </a:lnTo>
                  <a:lnTo>
                    <a:pt x="2212851" y="80868"/>
                  </a:lnTo>
                  <a:lnTo>
                    <a:pt x="2211779" y="80720"/>
                  </a:lnTo>
                  <a:lnTo>
                    <a:pt x="2210708" y="80571"/>
                  </a:lnTo>
                  <a:lnTo>
                    <a:pt x="2209636" y="80422"/>
                  </a:lnTo>
                  <a:lnTo>
                    <a:pt x="2208565" y="80271"/>
                  </a:lnTo>
                  <a:lnTo>
                    <a:pt x="2207493" y="80119"/>
                  </a:lnTo>
                  <a:lnTo>
                    <a:pt x="2206421" y="79966"/>
                  </a:lnTo>
                  <a:lnTo>
                    <a:pt x="2205350" y="79813"/>
                  </a:lnTo>
                  <a:lnTo>
                    <a:pt x="2204278" y="79658"/>
                  </a:lnTo>
                  <a:lnTo>
                    <a:pt x="2203207" y="79502"/>
                  </a:lnTo>
                  <a:lnTo>
                    <a:pt x="2202135" y="79346"/>
                  </a:lnTo>
                  <a:lnTo>
                    <a:pt x="2201063" y="79189"/>
                  </a:lnTo>
                  <a:lnTo>
                    <a:pt x="2199992" y="79030"/>
                  </a:lnTo>
                  <a:lnTo>
                    <a:pt x="2198920" y="78871"/>
                  </a:lnTo>
                  <a:lnTo>
                    <a:pt x="2197849" y="78711"/>
                  </a:lnTo>
                  <a:lnTo>
                    <a:pt x="2196777" y="78549"/>
                  </a:lnTo>
                  <a:lnTo>
                    <a:pt x="2195705" y="78387"/>
                  </a:lnTo>
                  <a:lnTo>
                    <a:pt x="2194634" y="78224"/>
                  </a:lnTo>
                  <a:lnTo>
                    <a:pt x="2193562" y="78060"/>
                  </a:lnTo>
                  <a:lnTo>
                    <a:pt x="2192491" y="77895"/>
                  </a:lnTo>
                  <a:lnTo>
                    <a:pt x="2191419" y="77729"/>
                  </a:lnTo>
                  <a:lnTo>
                    <a:pt x="2190347" y="77562"/>
                  </a:lnTo>
                  <a:lnTo>
                    <a:pt x="2189276" y="77394"/>
                  </a:lnTo>
                  <a:lnTo>
                    <a:pt x="2188204" y="77225"/>
                  </a:lnTo>
                  <a:lnTo>
                    <a:pt x="2187133" y="77056"/>
                  </a:lnTo>
                  <a:lnTo>
                    <a:pt x="2186061" y="76885"/>
                  </a:lnTo>
                  <a:lnTo>
                    <a:pt x="2184989" y="76713"/>
                  </a:lnTo>
                  <a:lnTo>
                    <a:pt x="2183918" y="76541"/>
                  </a:lnTo>
                  <a:lnTo>
                    <a:pt x="2182846" y="76367"/>
                  </a:lnTo>
                  <a:lnTo>
                    <a:pt x="2181775" y="76193"/>
                  </a:lnTo>
                  <a:lnTo>
                    <a:pt x="2180703" y="76018"/>
                  </a:lnTo>
                  <a:lnTo>
                    <a:pt x="2179631" y="75842"/>
                  </a:lnTo>
                  <a:lnTo>
                    <a:pt x="2178560" y="75665"/>
                  </a:lnTo>
                  <a:lnTo>
                    <a:pt x="2177488" y="75487"/>
                  </a:lnTo>
                  <a:lnTo>
                    <a:pt x="2176417" y="75308"/>
                  </a:lnTo>
                  <a:lnTo>
                    <a:pt x="2175345" y="75129"/>
                  </a:lnTo>
                  <a:lnTo>
                    <a:pt x="2174273" y="74949"/>
                  </a:lnTo>
                  <a:lnTo>
                    <a:pt x="2173202" y="74768"/>
                  </a:lnTo>
                  <a:lnTo>
                    <a:pt x="2172130" y="74586"/>
                  </a:lnTo>
                  <a:lnTo>
                    <a:pt x="2171059" y="74403"/>
                  </a:lnTo>
                  <a:lnTo>
                    <a:pt x="2169987" y="74220"/>
                  </a:lnTo>
                  <a:lnTo>
                    <a:pt x="2168915" y="74036"/>
                  </a:lnTo>
                  <a:lnTo>
                    <a:pt x="2167844" y="73851"/>
                  </a:lnTo>
                  <a:lnTo>
                    <a:pt x="2166772" y="73666"/>
                  </a:lnTo>
                  <a:lnTo>
                    <a:pt x="2165701" y="73479"/>
                  </a:lnTo>
                  <a:lnTo>
                    <a:pt x="2164629" y="73292"/>
                  </a:lnTo>
                  <a:lnTo>
                    <a:pt x="2163557" y="73105"/>
                  </a:lnTo>
                  <a:lnTo>
                    <a:pt x="2162486" y="72917"/>
                  </a:lnTo>
                  <a:lnTo>
                    <a:pt x="2161414" y="72728"/>
                  </a:lnTo>
                  <a:lnTo>
                    <a:pt x="2160343" y="72538"/>
                  </a:lnTo>
                  <a:lnTo>
                    <a:pt x="2159271" y="72348"/>
                  </a:lnTo>
                  <a:lnTo>
                    <a:pt x="2158199" y="72157"/>
                  </a:lnTo>
                  <a:lnTo>
                    <a:pt x="2157128" y="71966"/>
                  </a:lnTo>
                  <a:lnTo>
                    <a:pt x="2156056" y="71774"/>
                  </a:lnTo>
                  <a:lnTo>
                    <a:pt x="2154985" y="71581"/>
                  </a:lnTo>
                  <a:lnTo>
                    <a:pt x="2153913" y="71388"/>
                  </a:lnTo>
                  <a:lnTo>
                    <a:pt x="2152841" y="71194"/>
                  </a:lnTo>
                  <a:lnTo>
                    <a:pt x="2151770" y="71000"/>
                  </a:lnTo>
                  <a:lnTo>
                    <a:pt x="2150698" y="70806"/>
                  </a:lnTo>
                  <a:lnTo>
                    <a:pt x="2149627" y="70610"/>
                  </a:lnTo>
                  <a:lnTo>
                    <a:pt x="2148555" y="70415"/>
                  </a:lnTo>
                  <a:lnTo>
                    <a:pt x="2147483" y="70218"/>
                  </a:lnTo>
                  <a:lnTo>
                    <a:pt x="2146412" y="70022"/>
                  </a:lnTo>
                  <a:lnTo>
                    <a:pt x="2145340" y="69825"/>
                  </a:lnTo>
                  <a:lnTo>
                    <a:pt x="2144269" y="69627"/>
                  </a:lnTo>
                  <a:lnTo>
                    <a:pt x="2143197" y="69429"/>
                  </a:lnTo>
                  <a:lnTo>
                    <a:pt x="2142125" y="69231"/>
                  </a:lnTo>
                  <a:lnTo>
                    <a:pt x="2141054" y="69032"/>
                  </a:lnTo>
                  <a:lnTo>
                    <a:pt x="2139982" y="68832"/>
                  </a:lnTo>
                  <a:lnTo>
                    <a:pt x="2138911" y="68633"/>
                  </a:lnTo>
                  <a:lnTo>
                    <a:pt x="2137839" y="68433"/>
                  </a:lnTo>
                  <a:lnTo>
                    <a:pt x="2136767" y="68232"/>
                  </a:lnTo>
                  <a:lnTo>
                    <a:pt x="2135696" y="68032"/>
                  </a:lnTo>
                  <a:lnTo>
                    <a:pt x="2134624" y="67831"/>
                  </a:lnTo>
                  <a:lnTo>
                    <a:pt x="2133553" y="67629"/>
                  </a:lnTo>
                  <a:lnTo>
                    <a:pt x="2132481" y="67428"/>
                  </a:lnTo>
                  <a:lnTo>
                    <a:pt x="2131409" y="67226"/>
                  </a:lnTo>
                  <a:lnTo>
                    <a:pt x="2130338" y="67024"/>
                  </a:lnTo>
                  <a:lnTo>
                    <a:pt x="2129266" y="66821"/>
                  </a:lnTo>
                  <a:lnTo>
                    <a:pt x="2128195" y="66618"/>
                  </a:lnTo>
                  <a:lnTo>
                    <a:pt x="2127123" y="66415"/>
                  </a:lnTo>
                  <a:lnTo>
                    <a:pt x="2126052" y="66212"/>
                  </a:lnTo>
                  <a:lnTo>
                    <a:pt x="2124980" y="66009"/>
                  </a:lnTo>
                  <a:lnTo>
                    <a:pt x="2123908" y="65805"/>
                  </a:lnTo>
                  <a:lnTo>
                    <a:pt x="2122837" y="65601"/>
                  </a:lnTo>
                  <a:lnTo>
                    <a:pt x="2121765" y="65398"/>
                  </a:lnTo>
                  <a:lnTo>
                    <a:pt x="2120694" y="65193"/>
                  </a:lnTo>
                  <a:lnTo>
                    <a:pt x="2119622" y="64989"/>
                  </a:lnTo>
                  <a:lnTo>
                    <a:pt x="2118550" y="64785"/>
                  </a:lnTo>
                  <a:lnTo>
                    <a:pt x="2117479" y="64580"/>
                  </a:lnTo>
                  <a:lnTo>
                    <a:pt x="2116407" y="64376"/>
                  </a:lnTo>
                  <a:lnTo>
                    <a:pt x="2115336" y="64171"/>
                  </a:lnTo>
                  <a:lnTo>
                    <a:pt x="2114264" y="63966"/>
                  </a:lnTo>
                  <a:lnTo>
                    <a:pt x="2113192" y="63761"/>
                  </a:lnTo>
                  <a:lnTo>
                    <a:pt x="2112121" y="63556"/>
                  </a:lnTo>
                  <a:lnTo>
                    <a:pt x="2111049" y="63351"/>
                  </a:lnTo>
                  <a:lnTo>
                    <a:pt x="2109978" y="63146"/>
                  </a:lnTo>
                  <a:lnTo>
                    <a:pt x="2108906" y="62941"/>
                  </a:lnTo>
                  <a:lnTo>
                    <a:pt x="2107834" y="62736"/>
                  </a:lnTo>
                  <a:lnTo>
                    <a:pt x="2106763" y="62531"/>
                  </a:lnTo>
                  <a:lnTo>
                    <a:pt x="2105691" y="62326"/>
                  </a:lnTo>
                  <a:lnTo>
                    <a:pt x="2104620" y="62121"/>
                  </a:lnTo>
                  <a:lnTo>
                    <a:pt x="2103548" y="61916"/>
                  </a:lnTo>
                  <a:lnTo>
                    <a:pt x="2102476" y="61711"/>
                  </a:lnTo>
                  <a:lnTo>
                    <a:pt x="2101405" y="61506"/>
                  </a:lnTo>
                  <a:lnTo>
                    <a:pt x="2100333" y="61302"/>
                  </a:lnTo>
                  <a:lnTo>
                    <a:pt x="2099262" y="61097"/>
                  </a:lnTo>
                  <a:lnTo>
                    <a:pt x="2098190" y="60893"/>
                  </a:lnTo>
                  <a:lnTo>
                    <a:pt x="2097118" y="60688"/>
                  </a:lnTo>
                  <a:lnTo>
                    <a:pt x="2096047" y="60484"/>
                  </a:lnTo>
                  <a:lnTo>
                    <a:pt x="2094975" y="60280"/>
                  </a:lnTo>
                  <a:lnTo>
                    <a:pt x="2093904" y="60076"/>
                  </a:lnTo>
                  <a:lnTo>
                    <a:pt x="2092832" y="59872"/>
                  </a:lnTo>
                  <a:lnTo>
                    <a:pt x="2091760" y="59669"/>
                  </a:lnTo>
                  <a:lnTo>
                    <a:pt x="2090689" y="59466"/>
                  </a:lnTo>
                  <a:lnTo>
                    <a:pt x="2089617" y="59262"/>
                  </a:lnTo>
                  <a:lnTo>
                    <a:pt x="2088546" y="59060"/>
                  </a:lnTo>
                  <a:lnTo>
                    <a:pt x="2087474" y="58857"/>
                  </a:lnTo>
                  <a:lnTo>
                    <a:pt x="2086402" y="58655"/>
                  </a:lnTo>
                  <a:lnTo>
                    <a:pt x="2085331" y="58452"/>
                  </a:lnTo>
                  <a:lnTo>
                    <a:pt x="2084259" y="58251"/>
                  </a:lnTo>
                  <a:lnTo>
                    <a:pt x="2083188" y="58049"/>
                  </a:lnTo>
                  <a:lnTo>
                    <a:pt x="2082116" y="57848"/>
                  </a:lnTo>
                  <a:lnTo>
                    <a:pt x="2081044" y="57647"/>
                  </a:lnTo>
                  <a:lnTo>
                    <a:pt x="2079973" y="57446"/>
                  </a:lnTo>
                  <a:lnTo>
                    <a:pt x="2078901" y="57246"/>
                  </a:lnTo>
                  <a:lnTo>
                    <a:pt x="2077830" y="57046"/>
                  </a:lnTo>
                  <a:lnTo>
                    <a:pt x="2076758" y="56847"/>
                  </a:lnTo>
                  <a:lnTo>
                    <a:pt x="2075686" y="56648"/>
                  </a:lnTo>
                  <a:lnTo>
                    <a:pt x="2074615" y="56449"/>
                  </a:lnTo>
                  <a:lnTo>
                    <a:pt x="2073543" y="56251"/>
                  </a:lnTo>
                  <a:lnTo>
                    <a:pt x="2072472" y="56053"/>
                  </a:lnTo>
                  <a:lnTo>
                    <a:pt x="2071400" y="55855"/>
                  </a:lnTo>
                  <a:lnTo>
                    <a:pt x="2070328" y="55658"/>
                  </a:lnTo>
                  <a:lnTo>
                    <a:pt x="2069257" y="55462"/>
                  </a:lnTo>
                  <a:lnTo>
                    <a:pt x="2068185" y="55266"/>
                  </a:lnTo>
                  <a:lnTo>
                    <a:pt x="2067114" y="55070"/>
                  </a:lnTo>
                  <a:lnTo>
                    <a:pt x="2066042" y="54875"/>
                  </a:lnTo>
                  <a:lnTo>
                    <a:pt x="2064970" y="54681"/>
                  </a:lnTo>
                  <a:lnTo>
                    <a:pt x="2063899" y="54487"/>
                  </a:lnTo>
                  <a:lnTo>
                    <a:pt x="2062827" y="54293"/>
                  </a:lnTo>
                  <a:lnTo>
                    <a:pt x="2061756" y="54101"/>
                  </a:lnTo>
                  <a:lnTo>
                    <a:pt x="2060684" y="53908"/>
                  </a:lnTo>
                  <a:lnTo>
                    <a:pt x="2059612" y="53716"/>
                  </a:lnTo>
                  <a:lnTo>
                    <a:pt x="2058541" y="53525"/>
                  </a:lnTo>
                  <a:lnTo>
                    <a:pt x="2057469" y="53335"/>
                  </a:lnTo>
                  <a:lnTo>
                    <a:pt x="2056398" y="53145"/>
                  </a:lnTo>
                  <a:lnTo>
                    <a:pt x="2055326" y="52956"/>
                  </a:lnTo>
                  <a:lnTo>
                    <a:pt x="2054254" y="52767"/>
                  </a:lnTo>
                  <a:lnTo>
                    <a:pt x="2053183" y="52579"/>
                  </a:lnTo>
                  <a:lnTo>
                    <a:pt x="2052111" y="52392"/>
                  </a:lnTo>
                  <a:lnTo>
                    <a:pt x="2051040" y="52205"/>
                  </a:lnTo>
                  <a:lnTo>
                    <a:pt x="2049968" y="52019"/>
                  </a:lnTo>
                  <a:lnTo>
                    <a:pt x="2048896" y="51834"/>
                  </a:lnTo>
                  <a:lnTo>
                    <a:pt x="2047825" y="51649"/>
                  </a:lnTo>
                  <a:lnTo>
                    <a:pt x="2046753" y="51466"/>
                  </a:lnTo>
                  <a:lnTo>
                    <a:pt x="2045682" y="51283"/>
                  </a:lnTo>
                  <a:lnTo>
                    <a:pt x="2044610" y="51100"/>
                  </a:lnTo>
                  <a:lnTo>
                    <a:pt x="2043538" y="50919"/>
                  </a:lnTo>
                  <a:lnTo>
                    <a:pt x="2042467" y="50738"/>
                  </a:lnTo>
                  <a:lnTo>
                    <a:pt x="2041395" y="50558"/>
                  </a:lnTo>
                  <a:lnTo>
                    <a:pt x="2040324" y="50379"/>
                  </a:lnTo>
                  <a:lnTo>
                    <a:pt x="2039252" y="50201"/>
                  </a:lnTo>
                  <a:lnTo>
                    <a:pt x="2038180" y="50023"/>
                  </a:lnTo>
                  <a:lnTo>
                    <a:pt x="2037109" y="49847"/>
                  </a:lnTo>
                  <a:lnTo>
                    <a:pt x="2036037" y="49671"/>
                  </a:lnTo>
                  <a:lnTo>
                    <a:pt x="2034966" y="49496"/>
                  </a:lnTo>
                  <a:lnTo>
                    <a:pt x="2033894" y="49322"/>
                  </a:lnTo>
                  <a:lnTo>
                    <a:pt x="2032822" y="49149"/>
                  </a:lnTo>
                  <a:lnTo>
                    <a:pt x="2031751" y="48977"/>
                  </a:lnTo>
                  <a:lnTo>
                    <a:pt x="2030679" y="48806"/>
                  </a:lnTo>
                  <a:lnTo>
                    <a:pt x="2029608" y="48635"/>
                  </a:lnTo>
                  <a:lnTo>
                    <a:pt x="2028536" y="48466"/>
                  </a:lnTo>
                  <a:lnTo>
                    <a:pt x="2027464" y="48298"/>
                  </a:lnTo>
                  <a:lnTo>
                    <a:pt x="2026393" y="48130"/>
                  </a:lnTo>
                  <a:lnTo>
                    <a:pt x="2025321" y="47964"/>
                  </a:lnTo>
                  <a:lnTo>
                    <a:pt x="2024250" y="47798"/>
                  </a:lnTo>
                  <a:lnTo>
                    <a:pt x="2023178" y="47634"/>
                  </a:lnTo>
                  <a:lnTo>
                    <a:pt x="2022106" y="47470"/>
                  </a:lnTo>
                  <a:lnTo>
                    <a:pt x="2021035" y="47308"/>
                  </a:lnTo>
                  <a:lnTo>
                    <a:pt x="2019963" y="47147"/>
                  </a:lnTo>
                  <a:lnTo>
                    <a:pt x="2018892" y="46986"/>
                  </a:lnTo>
                  <a:lnTo>
                    <a:pt x="2017820" y="46827"/>
                  </a:lnTo>
                  <a:lnTo>
                    <a:pt x="2016748" y="46669"/>
                  </a:lnTo>
                  <a:lnTo>
                    <a:pt x="2015677" y="46512"/>
                  </a:lnTo>
                  <a:lnTo>
                    <a:pt x="2014605" y="46356"/>
                  </a:lnTo>
                  <a:lnTo>
                    <a:pt x="2013534" y="46201"/>
                  </a:lnTo>
                  <a:lnTo>
                    <a:pt x="2012462" y="46048"/>
                  </a:lnTo>
                  <a:lnTo>
                    <a:pt x="2011390" y="45895"/>
                  </a:lnTo>
                  <a:lnTo>
                    <a:pt x="2010319" y="45744"/>
                  </a:lnTo>
                  <a:lnTo>
                    <a:pt x="2009247" y="45593"/>
                  </a:lnTo>
                  <a:lnTo>
                    <a:pt x="2008176" y="45444"/>
                  </a:lnTo>
                  <a:lnTo>
                    <a:pt x="2007104" y="45296"/>
                  </a:lnTo>
                  <a:lnTo>
                    <a:pt x="2006032" y="45150"/>
                  </a:lnTo>
                  <a:lnTo>
                    <a:pt x="2004961" y="45004"/>
                  </a:lnTo>
                  <a:lnTo>
                    <a:pt x="2003889" y="44860"/>
                  </a:lnTo>
                  <a:lnTo>
                    <a:pt x="2002818" y="44717"/>
                  </a:lnTo>
                  <a:lnTo>
                    <a:pt x="2001746" y="44575"/>
                  </a:lnTo>
                  <a:lnTo>
                    <a:pt x="2000674" y="44434"/>
                  </a:lnTo>
                  <a:lnTo>
                    <a:pt x="1999603" y="44295"/>
                  </a:lnTo>
                  <a:lnTo>
                    <a:pt x="1998531" y="44157"/>
                  </a:lnTo>
                  <a:lnTo>
                    <a:pt x="1997460" y="44021"/>
                  </a:lnTo>
                  <a:lnTo>
                    <a:pt x="1996388" y="43885"/>
                  </a:lnTo>
                  <a:lnTo>
                    <a:pt x="1995316" y="43751"/>
                  </a:lnTo>
                  <a:lnTo>
                    <a:pt x="1994245" y="43618"/>
                  </a:lnTo>
                  <a:lnTo>
                    <a:pt x="1993173" y="43487"/>
                  </a:lnTo>
                  <a:lnTo>
                    <a:pt x="1992102" y="43357"/>
                  </a:lnTo>
                  <a:lnTo>
                    <a:pt x="1991030" y="43228"/>
                  </a:lnTo>
                  <a:lnTo>
                    <a:pt x="1989958" y="43101"/>
                  </a:lnTo>
                  <a:lnTo>
                    <a:pt x="1988887" y="42975"/>
                  </a:lnTo>
                  <a:lnTo>
                    <a:pt x="1987815" y="42850"/>
                  </a:lnTo>
                  <a:lnTo>
                    <a:pt x="1986744" y="42727"/>
                  </a:lnTo>
                  <a:lnTo>
                    <a:pt x="1985672" y="42605"/>
                  </a:lnTo>
                  <a:lnTo>
                    <a:pt x="1984600" y="42485"/>
                  </a:lnTo>
                  <a:lnTo>
                    <a:pt x="1983529" y="42366"/>
                  </a:lnTo>
                  <a:lnTo>
                    <a:pt x="1982457" y="42248"/>
                  </a:lnTo>
                  <a:lnTo>
                    <a:pt x="1981386" y="42132"/>
                  </a:lnTo>
                  <a:lnTo>
                    <a:pt x="1980314" y="42018"/>
                  </a:lnTo>
                  <a:lnTo>
                    <a:pt x="1979242" y="41904"/>
                  </a:lnTo>
                  <a:lnTo>
                    <a:pt x="1978171" y="41793"/>
                  </a:lnTo>
                  <a:lnTo>
                    <a:pt x="1977099" y="41683"/>
                  </a:lnTo>
                  <a:lnTo>
                    <a:pt x="1976028" y="41574"/>
                  </a:lnTo>
                  <a:lnTo>
                    <a:pt x="1974956" y="41467"/>
                  </a:lnTo>
                  <a:lnTo>
                    <a:pt x="1973884" y="41361"/>
                  </a:lnTo>
                  <a:lnTo>
                    <a:pt x="1972813" y="41257"/>
                  </a:lnTo>
                  <a:lnTo>
                    <a:pt x="1971741" y="41155"/>
                  </a:lnTo>
                  <a:lnTo>
                    <a:pt x="1970670" y="41054"/>
                  </a:lnTo>
                  <a:lnTo>
                    <a:pt x="1969598" y="40954"/>
                  </a:lnTo>
                  <a:lnTo>
                    <a:pt x="1968526" y="40856"/>
                  </a:lnTo>
                  <a:lnTo>
                    <a:pt x="1967455" y="40760"/>
                  </a:lnTo>
                  <a:lnTo>
                    <a:pt x="1966383" y="40665"/>
                  </a:lnTo>
                  <a:lnTo>
                    <a:pt x="1965312" y="40572"/>
                  </a:lnTo>
                  <a:lnTo>
                    <a:pt x="1964240" y="40481"/>
                  </a:lnTo>
                  <a:lnTo>
                    <a:pt x="1963168" y="40391"/>
                  </a:lnTo>
                  <a:lnTo>
                    <a:pt x="1962097" y="40303"/>
                  </a:lnTo>
                  <a:lnTo>
                    <a:pt x="1961025" y="40216"/>
                  </a:lnTo>
                  <a:lnTo>
                    <a:pt x="1959954" y="40131"/>
                  </a:lnTo>
                  <a:lnTo>
                    <a:pt x="1958882" y="40048"/>
                  </a:lnTo>
                  <a:lnTo>
                    <a:pt x="1957810" y="39966"/>
                  </a:lnTo>
                  <a:lnTo>
                    <a:pt x="1956739" y="39886"/>
                  </a:lnTo>
                  <a:lnTo>
                    <a:pt x="1955667" y="39808"/>
                  </a:lnTo>
                  <a:lnTo>
                    <a:pt x="1954596" y="39731"/>
                  </a:lnTo>
                  <a:lnTo>
                    <a:pt x="1953524" y="39656"/>
                  </a:lnTo>
                  <a:lnTo>
                    <a:pt x="1952453" y="39583"/>
                  </a:lnTo>
                  <a:lnTo>
                    <a:pt x="1951381" y="39512"/>
                  </a:lnTo>
                  <a:lnTo>
                    <a:pt x="1950309" y="39442"/>
                  </a:lnTo>
                  <a:lnTo>
                    <a:pt x="1949238" y="39374"/>
                  </a:lnTo>
                  <a:lnTo>
                    <a:pt x="1948166" y="39307"/>
                  </a:lnTo>
                  <a:lnTo>
                    <a:pt x="1947095" y="39243"/>
                  </a:lnTo>
                  <a:lnTo>
                    <a:pt x="1946023" y="39180"/>
                  </a:lnTo>
                  <a:lnTo>
                    <a:pt x="1944951" y="39119"/>
                  </a:lnTo>
                  <a:lnTo>
                    <a:pt x="1943880" y="39060"/>
                  </a:lnTo>
                  <a:lnTo>
                    <a:pt x="1942808" y="39002"/>
                  </a:lnTo>
                  <a:lnTo>
                    <a:pt x="1941737" y="38946"/>
                  </a:lnTo>
                  <a:lnTo>
                    <a:pt x="1940665" y="38893"/>
                  </a:lnTo>
                  <a:lnTo>
                    <a:pt x="1939593" y="38840"/>
                  </a:lnTo>
                  <a:lnTo>
                    <a:pt x="1938522" y="38790"/>
                  </a:lnTo>
                  <a:lnTo>
                    <a:pt x="1937450" y="38742"/>
                  </a:lnTo>
                  <a:lnTo>
                    <a:pt x="1936379" y="38695"/>
                  </a:lnTo>
                  <a:lnTo>
                    <a:pt x="1935307" y="38650"/>
                  </a:lnTo>
                  <a:lnTo>
                    <a:pt x="1934235" y="38607"/>
                  </a:lnTo>
                  <a:lnTo>
                    <a:pt x="1933164" y="38566"/>
                  </a:lnTo>
                  <a:lnTo>
                    <a:pt x="1932092" y="38526"/>
                  </a:lnTo>
                  <a:lnTo>
                    <a:pt x="1931021" y="38489"/>
                  </a:lnTo>
                  <a:lnTo>
                    <a:pt x="1929949" y="38453"/>
                  </a:lnTo>
                  <a:lnTo>
                    <a:pt x="1928877" y="38419"/>
                  </a:lnTo>
                  <a:lnTo>
                    <a:pt x="1927806" y="38387"/>
                  </a:lnTo>
                  <a:lnTo>
                    <a:pt x="1926734" y="38357"/>
                  </a:lnTo>
                  <a:lnTo>
                    <a:pt x="1925663" y="38329"/>
                  </a:lnTo>
                  <a:lnTo>
                    <a:pt x="1924591" y="38303"/>
                  </a:lnTo>
                  <a:lnTo>
                    <a:pt x="1923519" y="38278"/>
                  </a:lnTo>
                  <a:lnTo>
                    <a:pt x="1922448" y="38256"/>
                  </a:lnTo>
                  <a:lnTo>
                    <a:pt x="1921376" y="38235"/>
                  </a:lnTo>
                  <a:lnTo>
                    <a:pt x="1920305" y="38216"/>
                  </a:lnTo>
                  <a:lnTo>
                    <a:pt x="1919233" y="38199"/>
                  </a:lnTo>
                  <a:lnTo>
                    <a:pt x="1918161" y="38184"/>
                  </a:lnTo>
                  <a:lnTo>
                    <a:pt x="1917090" y="38171"/>
                  </a:lnTo>
                  <a:lnTo>
                    <a:pt x="1916018" y="38160"/>
                  </a:lnTo>
                  <a:lnTo>
                    <a:pt x="1914947" y="38151"/>
                  </a:lnTo>
                  <a:lnTo>
                    <a:pt x="1913875" y="38144"/>
                  </a:lnTo>
                  <a:lnTo>
                    <a:pt x="1912803" y="38139"/>
                  </a:lnTo>
                  <a:lnTo>
                    <a:pt x="1911732" y="38135"/>
                  </a:lnTo>
                  <a:lnTo>
                    <a:pt x="1910660" y="38134"/>
                  </a:lnTo>
                  <a:lnTo>
                    <a:pt x="1909589" y="38135"/>
                  </a:lnTo>
                  <a:lnTo>
                    <a:pt x="1908517" y="38137"/>
                  </a:lnTo>
                  <a:lnTo>
                    <a:pt x="1907445" y="38141"/>
                  </a:lnTo>
                  <a:lnTo>
                    <a:pt x="1906374" y="38148"/>
                  </a:lnTo>
                  <a:lnTo>
                    <a:pt x="1905302" y="38156"/>
                  </a:lnTo>
                  <a:lnTo>
                    <a:pt x="1904231" y="38167"/>
                  </a:lnTo>
                  <a:lnTo>
                    <a:pt x="1903159" y="38179"/>
                  </a:lnTo>
                  <a:lnTo>
                    <a:pt x="1902087" y="38193"/>
                  </a:lnTo>
                  <a:lnTo>
                    <a:pt x="1901016" y="38209"/>
                  </a:lnTo>
                  <a:lnTo>
                    <a:pt x="1899944" y="38227"/>
                  </a:lnTo>
                  <a:lnTo>
                    <a:pt x="1898873" y="38248"/>
                  </a:lnTo>
                  <a:lnTo>
                    <a:pt x="1897801" y="38270"/>
                  </a:lnTo>
                  <a:lnTo>
                    <a:pt x="1896729" y="38294"/>
                  </a:lnTo>
                  <a:lnTo>
                    <a:pt x="1895658" y="38320"/>
                  </a:lnTo>
                  <a:lnTo>
                    <a:pt x="1894586" y="38348"/>
                  </a:lnTo>
                  <a:lnTo>
                    <a:pt x="1893515" y="38378"/>
                  </a:lnTo>
                  <a:lnTo>
                    <a:pt x="1892443" y="38410"/>
                  </a:lnTo>
                  <a:lnTo>
                    <a:pt x="1891371" y="38444"/>
                  </a:lnTo>
                  <a:lnTo>
                    <a:pt x="1890300" y="38480"/>
                  </a:lnTo>
                  <a:lnTo>
                    <a:pt x="1889228" y="38518"/>
                  </a:lnTo>
                  <a:lnTo>
                    <a:pt x="1888157" y="38558"/>
                  </a:lnTo>
                  <a:lnTo>
                    <a:pt x="1887085" y="38600"/>
                  </a:lnTo>
                  <a:lnTo>
                    <a:pt x="1886013" y="38644"/>
                  </a:lnTo>
                  <a:lnTo>
                    <a:pt x="1884942" y="38690"/>
                  </a:lnTo>
                  <a:lnTo>
                    <a:pt x="1883870" y="38738"/>
                  </a:lnTo>
                  <a:lnTo>
                    <a:pt x="1882799" y="38788"/>
                  </a:lnTo>
                  <a:lnTo>
                    <a:pt x="1881727" y="38839"/>
                  </a:lnTo>
                  <a:lnTo>
                    <a:pt x="1880655" y="38893"/>
                  </a:lnTo>
                  <a:lnTo>
                    <a:pt x="1879584" y="38949"/>
                  </a:lnTo>
                  <a:lnTo>
                    <a:pt x="1878512" y="39007"/>
                  </a:lnTo>
                  <a:lnTo>
                    <a:pt x="1877441" y="39067"/>
                  </a:lnTo>
                  <a:lnTo>
                    <a:pt x="1876369" y="39129"/>
                  </a:lnTo>
                  <a:lnTo>
                    <a:pt x="1875297" y="39192"/>
                  </a:lnTo>
                  <a:lnTo>
                    <a:pt x="1874226" y="39258"/>
                  </a:lnTo>
                  <a:lnTo>
                    <a:pt x="1873154" y="39326"/>
                  </a:lnTo>
                  <a:lnTo>
                    <a:pt x="1872083" y="39395"/>
                  </a:lnTo>
                  <a:lnTo>
                    <a:pt x="1871011" y="39467"/>
                  </a:lnTo>
                  <a:lnTo>
                    <a:pt x="1869939" y="39541"/>
                  </a:lnTo>
                  <a:lnTo>
                    <a:pt x="1868868" y="39616"/>
                  </a:lnTo>
                  <a:lnTo>
                    <a:pt x="1867796" y="39694"/>
                  </a:lnTo>
                  <a:lnTo>
                    <a:pt x="1866725" y="39773"/>
                  </a:lnTo>
                  <a:lnTo>
                    <a:pt x="1865653" y="39854"/>
                  </a:lnTo>
                  <a:lnTo>
                    <a:pt x="1864581" y="39938"/>
                  </a:lnTo>
                  <a:lnTo>
                    <a:pt x="1863510" y="40023"/>
                  </a:lnTo>
                  <a:lnTo>
                    <a:pt x="1862438" y="40110"/>
                  </a:lnTo>
                  <a:lnTo>
                    <a:pt x="1861367" y="40200"/>
                  </a:lnTo>
                  <a:lnTo>
                    <a:pt x="1860295" y="40291"/>
                  </a:lnTo>
                  <a:lnTo>
                    <a:pt x="1859223" y="40384"/>
                  </a:lnTo>
                  <a:lnTo>
                    <a:pt x="1858152" y="40479"/>
                  </a:lnTo>
                  <a:lnTo>
                    <a:pt x="1857080" y="40576"/>
                  </a:lnTo>
                  <a:lnTo>
                    <a:pt x="1856009" y="40674"/>
                  </a:lnTo>
                  <a:lnTo>
                    <a:pt x="1854937" y="40775"/>
                  </a:lnTo>
                  <a:lnTo>
                    <a:pt x="1853865" y="40878"/>
                  </a:lnTo>
                  <a:lnTo>
                    <a:pt x="1852794" y="40982"/>
                  </a:lnTo>
                  <a:lnTo>
                    <a:pt x="1851722" y="41089"/>
                  </a:lnTo>
                  <a:lnTo>
                    <a:pt x="1850651" y="41197"/>
                  </a:lnTo>
                  <a:lnTo>
                    <a:pt x="1849579" y="41307"/>
                  </a:lnTo>
                  <a:lnTo>
                    <a:pt x="1848507" y="41419"/>
                  </a:lnTo>
                  <a:lnTo>
                    <a:pt x="1847436" y="41533"/>
                  </a:lnTo>
                  <a:lnTo>
                    <a:pt x="1846364" y="41649"/>
                  </a:lnTo>
                  <a:lnTo>
                    <a:pt x="1845293" y="41766"/>
                  </a:lnTo>
                  <a:lnTo>
                    <a:pt x="1844221" y="41886"/>
                  </a:lnTo>
                  <a:lnTo>
                    <a:pt x="1843149" y="42007"/>
                  </a:lnTo>
                  <a:lnTo>
                    <a:pt x="1842078" y="42130"/>
                  </a:lnTo>
                  <a:lnTo>
                    <a:pt x="1841006" y="42255"/>
                  </a:lnTo>
                  <a:lnTo>
                    <a:pt x="1839935" y="42382"/>
                  </a:lnTo>
                  <a:lnTo>
                    <a:pt x="1838863" y="42510"/>
                  </a:lnTo>
                  <a:lnTo>
                    <a:pt x="1837791" y="42641"/>
                  </a:lnTo>
                  <a:lnTo>
                    <a:pt x="1836720" y="42773"/>
                  </a:lnTo>
                  <a:lnTo>
                    <a:pt x="1835648" y="42907"/>
                  </a:lnTo>
                  <a:lnTo>
                    <a:pt x="1834577" y="43042"/>
                  </a:lnTo>
                  <a:lnTo>
                    <a:pt x="1833505" y="43180"/>
                  </a:lnTo>
                  <a:lnTo>
                    <a:pt x="1832433" y="43319"/>
                  </a:lnTo>
                  <a:lnTo>
                    <a:pt x="1831362" y="43460"/>
                  </a:lnTo>
                  <a:lnTo>
                    <a:pt x="1830290" y="43603"/>
                  </a:lnTo>
                  <a:lnTo>
                    <a:pt x="1829219" y="43747"/>
                  </a:lnTo>
                  <a:lnTo>
                    <a:pt x="1828147" y="43893"/>
                  </a:lnTo>
                  <a:lnTo>
                    <a:pt x="1827075" y="44041"/>
                  </a:lnTo>
                  <a:lnTo>
                    <a:pt x="1826004" y="44191"/>
                  </a:lnTo>
                  <a:lnTo>
                    <a:pt x="1824932" y="44342"/>
                  </a:lnTo>
                  <a:lnTo>
                    <a:pt x="1823861" y="44495"/>
                  </a:lnTo>
                  <a:lnTo>
                    <a:pt x="1822789" y="44649"/>
                  </a:lnTo>
                  <a:lnTo>
                    <a:pt x="1821717" y="44805"/>
                  </a:lnTo>
                  <a:lnTo>
                    <a:pt x="1820646" y="44963"/>
                  </a:lnTo>
                  <a:lnTo>
                    <a:pt x="1819574" y="45122"/>
                  </a:lnTo>
                  <a:lnTo>
                    <a:pt x="1818503" y="45284"/>
                  </a:lnTo>
                  <a:lnTo>
                    <a:pt x="1817431" y="45446"/>
                  </a:lnTo>
                  <a:lnTo>
                    <a:pt x="1816359" y="45610"/>
                  </a:lnTo>
                  <a:lnTo>
                    <a:pt x="1815288" y="45776"/>
                  </a:lnTo>
                  <a:lnTo>
                    <a:pt x="1814216" y="45944"/>
                  </a:lnTo>
                  <a:lnTo>
                    <a:pt x="1813145" y="46113"/>
                  </a:lnTo>
                  <a:lnTo>
                    <a:pt x="1812073" y="46283"/>
                  </a:lnTo>
                  <a:lnTo>
                    <a:pt x="1811001" y="46455"/>
                  </a:lnTo>
                  <a:lnTo>
                    <a:pt x="1809930" y="46628"/>
                  </a:lnTo>
                  <a:lnTo>
                    <a:pt x="1808858" y="46803"/>
                  </a:lnTo>
                  <a:lnTo>
                    <a:pt x="1807787" y="46980"/>
                  </a:lnTo>
                  <a:lnTo>
                    <a:pt x="1806715" y="47158"/>
                  </a:lnTo>
                  <a:lnTo>
                    <a:pt x="1805643" y="47337"/>
                  </a:lnTo>
                  <a:lnTo>
                    <a:pt x="1804572" y="47518"/>
                  </a:lnTo>
                  <a:lnTo>
                    <a:pt x="1803500" y="47700"/>
                  </a:lnTo>
                  <a:lnTo>
                    <a:pt x="1802429" y="47884"/>
                  </a:lnTo>
                  <a:lnTo>
                    <a:pt x="1801357" y="48069"/>
                  </a:lnTo>
                  <a:lnTo>
                    <a:pt x="1800285" y="48256"/>
                  </a:lnTo>
                  <a:lnTo>
                    <a:pt x="1799214" y="48444"/>
                  </a:lnTo>
                  <a:lnTo>
                    <a:pt x="1798142" y="48633"/>
                  </a:lnTo>
                  <a:lnTo>
                    <a:pt x="1797071" y="48823"/>
                  </a:lnTo>
                  <a:lnTo>
                    <a:pt x="1795999" y="49015"/>
                  </a:lnTo>
                  <a:lnTo>
                    <a:pt x="1794927" y="49208"/>
                  </a:lnTo>
                  <a:lnTo>
                    <a:pt x="1793856" y="49403"/>
                  </a:lnTo>
                  <a:lnTo>
                    <a:pt x="1792784" y="49599"/>
                  </a:lnTo>
                  <a:lnTo>
                    <a:pt x="1791713" y="49796"/>
                  </a:lnTo>
                  <a:lnTo>
                    <a:pt x="1790641" y="49994"/>
                  </a:lnTo>
                  <a:lnTo>
                    <a:pt x="1789569" y="50194"/>
                  </a:lnTo>
                  <a:lnTo>
                    <a:pt x="1788498" y="50394"/>
                  </a:lnTo>
                  <a:lnTo>
                    <a:pt x="1787426" y="50596"/>
                  </a:lnTo>
                  <a:lnTo>
                    <a:pt x="1786355" y="50799"/>
                  </a:lnTo>
                  <a:lnTo>
                    <a:pt x="1785283" y="51004"/>
                  </a:lnTo>
                  <a:lnTo>
                    <a:pt x="1784211" y="51209"/>
                  </a:lnTo>
                  <a:lnTo>
                    <a:pt x="1783140" y="51416"/>
                  </a:lnTo>
                  <a:lnTo>
                    <a:pt x="1782068" y="51623"/>
                  </a:lnTo>
                  <a:lnTo>
                    <a:pt x="1780997" y="51832"/>
                  </a:lnTo>
                  <a:lnTo>
                    <a:pt x="1779925" y="52042"/>
                  </a:lnTo>
                  <a:lnTo>
                    <a:pt x="1778853" y="52253"/>
                  </a:lnTo>
                  <a:lnTo>
                    <a:pt x="1777782" y="52465"/>
                  </a:lnTo>
                  <a:lnTo>
                    <a:pt x="1776710" y="52678"/>
                  </a:lnTo>
                  <a:lnTo>
                    <a:pt x="1775639" y="52892"/>
                  </a:lnTo>
                  <a:lnTo>
                    <a:pt x="1774567" y="53107"/>
                  </a:lnTo>
                  <a:lnTo>
                    <a:pt x="1773496" y="53322"/>
                  </a:lnTo>
                  <a:lnTo>
                    <a:pt x="1772424" y="53539"/>
                  </a:lnTo>
                  <a:lnTo>
                    <a:pt x="1771352" y="53757"/>
                  </a:lnTo>
                  <a:lnTo>
                    <a:pt x="1770281" y="53976"/>
                  </a:lnTo>
                  <a:lnTo>
                    <a:pt x="1769209" y="54196"/>
                  </a:lnTo>
                  <a:lnTo>
                    <a:pt x="1768138" y="54416"/>
                  </a:lnTo>
                  <a:lnTo>
                    <a:pt x="1767066" y="54637"/>
                  </a:lnTo>
                  <a:lnTo>
                    <a:pt x="1765994" y="54860"/>
                  </a:lnTo>
                  <a:lnTo>
                    <a:pt x="1764923" y="55083"/>
                  </a:lnTo>
                  <a:lnTo>
                    <a:pt x="1763851" y="55307"/>
                  </a:lnTo>
                  <a:lnTo>
                    <a:pt x="1762780" y="55531"/>
                  </a:lnTo>
                  <a:lnTo>
                    <a:pt x="1761708" y="55757"/>
                  </a:lnTo>
                  <a:lnTo>
                    <a:pt x="1760636" y="55983"/>
                  </a:lnTo>
                  <a:lnTo>
                    <a:pt x="1759565" y="56210"/>
                  </a:lnTo>
                  <a:lnTo>
                    <a:pt x="1758493" y="56437"/>
                  </a:lnTo>
                  <a:lnTo>
                    <a:pt x="1757422" y="56665"/>
                  </a:lnTo>
                  <a:lnTo>
                    <a:pt x="1756350" y="56894"/>
                  </a:lnTo>
                  <a:lnTo>
                    <a:pt x="1755278" y="57124"/>
                  </a:lnTo>
                  <a:lnTo>
                    <a:pt x="1754207" y="57354"/>
                  </a:lnTo>
                  <a:lnTo>
                    <a:pt x="1753135" y="57585"/>
                  </a:lnTo>
                  <a:lnTo>
                    <a:pt x="1752064" y="57816"/>
                  </a:lnTo>
                  <a:lnTo>
                    <a:pt x="1750992" y="58048"/>
                  </a:lnTo>
                  <a:lnTo>
                    <a:pt x="1749920" y="58281"/>
                  </a:lnTo>
                  <a:lnTo>
                    <a:pt x="1748849" y="58514"/>
                  </a:lnTo>
                  <a:lnTo>
                    <a:pt x="1747777" y="58747"/>
                  </a:lnTo>
                  <a:lnTo>
                    <a:pt x="1746706" y="58981"/>
                  </a:lnTo>
                  <a:lnTo>
                    <a:pt x="1745634" y="59216"/>
                  </a:lnTo>
                  <a:lnTo>
                    <a:pt x="1744562" y="59451"/>
                  </a:lnTo>
                  <a:lnTo>
                    <a:pt x="1743491" y="59686"/>
                  </a:lnTo>
                  <a:lnTo>
                    <a:pt x="1742419" y="59922"/>
                  </a:lnTo>
                  <a:lnTo>
                    <a:pt x="1741348" y="60158"/>
                  </a:lnTo>
                  <a:lnTo>
                    <a:pt x="1740276" y="60395"/>
                  </a:lnTo>
                  <a:lnTo>
                    <a:pt x="1739204" y="60632"/>
                  </a:lnTo>
                  <a:lnTo>
                    <a:pt x="1738133" y="60869"/>
                  </a:lnTo>
                  <a:lnTo>
                    <a:pt x="1737061" y="61106"/>
                  </a:lnTo>
                  <a:lnTo>
                    <a:pt x="1735990" y="61344"/>
                  </a:lnTo>
                  <a:lnTo>
                    <a:pt x="1734918" y="61582"/>
                  </a:lnTo>
                  <a:lnTo>
                    <a:pt x="1733846" y="61821"/>
                  </a:lnTo>
                  <a:lnTo>
                    <a:pt x="1732775" y="62059"/>
                  </a:lnTo>
                  <a:lnTo>
                    <a:pt x="1731703" y="62298"/>
                  </a:lnTo>
                  <a:lnTo>
                    <a:pt x="1730632" y="62537"/>
                  </a:lnTo>
                  <a:lnTo>
                    <a:pt x="1729560" y="62776"/>
                  </a:lnTo>
                  <a:lnTo>
                    <a:pt x="1728488" y="63015"/>
                  </a:lnTo>
                  <a:lnTo>
                    <a:pt x="1727417" y="63254"/>
                  </a:lnTo>
                  <a:lnTo>
                    <a:pt x="1726345" y="63494"/>
                  </a:lnTo>
                  <a:lnTo>
                    <a:pt x="1725274" y="63733"/>
                  </a:lnTo>
                  <a:lnTo>
                    <a:pt x="1724202" y="63973"/>
                  </a:lnTo>
                  <a:lnTo>
                    <a:pt x="1723130" y="64212"/>
                  </a:lnTo>
                  <a:lnTo>
                    <a:pt x="1722059" y="64452"/>
                  </a:lnTo>
                  <a:lnTo>
                    <a:pt x="1720987" y="64692"/>
                  </a:lnTo>
                  <a:lnTo>
                    <a:pt x="1719916" y="64931"/>
                  </a:lnTo>
                  <a:lnTo>
                    <a:pt x="1718844" y="65171"/>
                  </a:lnTo>
                  <a:lnTo>
                    <a:pt x="1717772" y="65410"/>
                  </a:lnTo>
                  <a:lnTo>
                    <a:pt x="1716701" y="65649"/>
                  </a:lnTo>
                  <a:lnTo>
                    <a:pt x="1715629" y="65889"/>
                  </a:lnTo>
                  <a:lnTo>
                    <a:pt x="1714558" y="66128"/>
                  </a:lnTo>
                  <a:lnTo>
                    <a:pt x="1713486" y="66367"/>
                  </a:lnTo>
                  <a:lnTo>
                    <a:pt x="1712414" y="66605"/>
                  </a:lnTo>
                  <a:lnTo>
                    <a:pt x="1711343" y="66844"/>
                  </a:lnTo>
                  <a:lnTo>
                    <a:pt x="1710271" y="67082"/>
                  </a:lnTo>
                  <a:lnTo>
                    <a:pt x="1709200" y="67320"/>
                  </a:lnTo>
                  <a:lnTo>
                    <a:pt x="1708128" y="67558"/>
                  </a:lnTo>
                  <a:lnTo>
                    <a:pt x="1707056" y="67796"/>
                  </a:lnTo>
                  <a:lnTo>
                    <a:pt x="1705985" y="68033"/>
                  </a:lnTo>
                  <a:lnTo>
                    <a:pt x="1704913" y="68270"/>
                  </a:lnTo>
                  <a:lnTo>
                    <a:pt x="1703842" y="68507"/>
                  </a:lnTo>
                  <a:lnTo>
                    <a:pt x="1702770" y="68743"/>
                  </a:lnTo>
                  <a:lnTo>
                    <a:pt x="1701698" y="68979"/>
                  </a:lnTo>
                  <a:lnTo>
                    <a:pt x="1700627" y="69214"/>
                  </a:lnTo>
                  <a:lnTo>
                    <a:pt x="1699555" y="69449"/>
                  </a:lnTo>
                  <a:lnTo>
                    <a:pt x="1698484" y="69684"/>
                  </a:lnTo>
                  <a:lnTo>
                    <a:pt x="1697412" y="69918"/>
                  </a:lnTo>
                  <a:lnTo>
                    <a:pt x="1696340" y="70152"/>
                  </a:lnTo>
                  <a:lnTo>
                    <a:pt x="1695269" y="70385"/>
                  </a:lnTo>
                  <a:lnTo>
                    <a:pt x="1694197" y="70617"/>
                  </a:lnTo>
                  <a:lnTo>
                    <a:pt x="1693126" y="70849"/>
                  </a:lnTo>
                  <a:lnTo>
                    <a:pt x="1692054" y="71081"/>
                  </a:lnTo>
                  <a:lnTo>
                    <a:pt x="1690982" y="71312"/>
                  </a:lnTo>
                  <a:lnTo>
                    <a:pt x="1689911" y="71542"/>
                  </a:lnTo>
                  <a:lnTo>
                    <a:pt x="1688839" y="71772"/>
                  </a:lnTo>
                  <a:lnTo>
                    <a:pt x="1687768" y="72001"/>
                  </a:lnTo>
                  <a:lnTo>
                    <a:pt x="1686696" y="72229"/>
                  </a:lnTo>
                  <a:lnTo>
                    <a:pt x="1685624" y="72456"/>
                  </a:lnTo>
                  <a:lnTo>
                    <a:pt x="1684553" y="72683"/>
                  </a:lnTo>
                  <a:lnTo>
                    <a:pt x="1683481" y="72910"/>
                  </a:lnTo>
                  <a:lnTo>
                    <a:pt x="1682410" y="73135"/>
                  </a:lnTo>
                  <a:lnTo>
                    <a:pt x="1681338" y="73360"/>
                  </a:lnTo>
                  <a:lnTo>
                    <a:pt x="1680266" y="73583"/>
                  </a:lnTo>
                  <a:lnTo>
                    <a:pt x="1679195" y="73807"/>
                  </a:lnTo>
                  <a:lnTo>
                    <a:pt x="1678123" y="74029"/>
                  </a:lnTo>
                  <a:lnTo>
                    <a:pt x="1677052" y="74250"/>
                  </a:lnTo>
                  <a:lnTo>
                    <a:pt x="1675980" y="74471"/>
                  </a:lnTo>
                  <a:lnTo>
                    <a:pt x="1674908" y="74690"/>
                  </a:lnTo>
                  <a:lnTo>
                    <a:pt x="1673837" y="74909"/>
                  </a:lnTo>
                  <a:lnTo>
                    <a:pt x="1672765" y="75127"/>
                  </a:lnTo>
                  <a:lnTo>
                    <a:pt x="1671694" y="75343"/>
                  </a:lnTo>
                  <a:lnTo>
                    <a:pt x="1670622" y="75559"/>
                  </a:lnTo>
                  <a:lnTo>
                    <a:pt x="1669550" y="75774"/>
                  </a:lnTo>
                  <a:lnTo>
                    <a:pt x="1668479" y="75988"/>
                  </a:lnTo>
                  <a:lnTo>
                    <a:pt x="1667407" y="76201"/>
                  </a:lnTo>
                  <a:lnTo>
                    <a:pt x="1666336" y="76412"/>
                  </a:lnTo>
                  <a:lnTo>
                    <a:pt x="1665264" y="76623"/>
                  </a:lnTo>
                  <a:lnTo>
                    <a:pt x="1664192" y="76833"/>
                  </a:lnTo>
                  <a:lnTo>
                    <a:pt x="1663121" y="77041"/>
                  </a:lnTo>
                  <a:lnTo>
                    <a:pt x="1662049" y="77249"/>
                  </a:lnTo>
                  <a:lnTo>
                    <a:pt x="1660978" y="77455"/>
                  </a:lnTo>
                  <a:lnTo>
                    <a:pt x="1659906" y="77660"/>
                  </a:lnTo>
                  <a:lnTo>
                    <a:pt x="1658834" y="77864"/>
                  </a:lnTo>
                  <a:lnTo>
                    <a:pt x="1657763" y="78066"/>
                  </a:lnTo>
                  <a:lnTo>
                    <a:pt x="1656691" y="78335"/>
                  </a:lnTo>
                  <a:lnTo>
                    <a:pt x="1655620" y="79532"/>
                  </a:lnTo>
                  <a:lnTo>
                    <a:pt x="1654548" y="80732"/>
                  </a:lnTo>
                  <a:lnTo>
                    <a:pt x="1653476" y="81935"/>
                  </a:lnTo>
                  <a:lnTo>
                    <a:pt x="1652405" y="83142"/>
                  </a:lnTo>
                  <a:lnTo>
                    <a:pt x="1651333" y="84351"/>
                  </a:lnTo>
                  <a:lnTo>
                    <a:pt x="1650262" y="85564"/>
                  </a:lnTo>
                  <a:lnTo>
                    <a:pt x="1649190" y="86780"/>
                  </a:lnTo>
                  <a:lnTo>
                    <a:pt x="1648118" y="87999"/>
                  </a:lnTo>
                  <a:lnTo>
                    <a:pt x="1647047" y="89221"/>
                  </a:lnTo>
                  <a:lnTo>
                    <a:pt x="1645975" y="90447"/>
                  </a:lnTo>
                  <a:lnTo>
                    <a:pt x="1644904" y="91675"/>
                  </a:lnTo>
                  <a:lnTo>
                    <a:pt x="1643832" y="92906"/>
                  </a:lnTo>
                  <a:lnTo>
                    <a:pt x="1642760" y="94140"/>
                  </a:lnTo>
                  <a:lnTo>
                    <a:pt x="1641689" y="95378"/>
                  </a:lnTo>
                  <a:lnTo>
                    <a:pt x="1640617" y="96618"/>
                  </a:lnTo>
                  <a:lnTo>
                    <a:pt x="1639546" y="97861"/>
                  </a:lnTo>
                  <a:lnTo>
                    <a:pt x="1638474" y="99108"/>
                  </a:lnTo>
                  <a:lnTo>
                    <a:pt x="1637402" y="100357"/>
                  </a:lnTo>
                  <a:lnTo>
                    <a:pt x="1636331" y="101609"/>
                  </a:lnTo>
                  <a:lnTo>
                    <a:pt x="1635259" y="102864"/>
                  </a:lnTo>
                  <a:lnTo>
                    <a:pt x="1634188" y="104121"/>
                  </a:lnTo>
                  <a:lnTo>
                    <a:pt x="1633116" y="105382"/>
                  </a:lnTo>
                  <a:lnTo>
                    <a:pt x="1632044" y="106645"/>
                  </a:lnTo>
                  <a:lnTo>
                    <a:pt x="1630973" y="107912"/>
                  </a:lnTo>
                  <a:lnTo>
                    <a:pt x="1629901" y="109181"/>
                  </a:lnTo>
                  <a:lnTo>
                    <a:pt x="1628830" y="110452"/>
                  </a:lnTo>
                  <a:lnTo>
                    <a:pt x="1627758" y="111727"/>
                  </a:lnTo>
                  <a:lnTo>
                    <a:pt x="1626686" y="113004"/>
                  </a:lnTo>
                  <a:lnTo>
                    <a:pt x="1625615" y="114284"/>
                  </a:lnTo>
                  <a:lnTo>
                    <a:pt x="1624543" y="115566"/>
                  </a:lnTo>
                  <a:lnTo>
                    <a:pt x="1623472" y="116852"/>
                  </a:lnTo>
                  <a:lnTo>
                    <a:pt x="1622400" y="118140"/>
                  </a:lnTo>
                  <a:lnTo>
                    <a:pt x="1621328" y="119430"/>
                  </a:lnTo>
                  <a:lnTo>
                    <a:pt x="1620257" y="120723"/>
                  </a:lnTo>
                  <a:lnTo>
                    <a:pt x="1619185" y="122018"/>
                  </a:lnTo>
                  <a:lnTo>
                    <a:pt x="1618114" y="123317"/>
                  </a:lnTo>
                  <a:lnTo>
                    <a:pt x="1617042" y="124617"/>
                  </a:lnTo>
                  <a:lnTo>
                    <a:pt x="1615970" y="125920"/>
                  </a:lnTo>
                  <a:lnTo>
                    <a:pt x="1614899" y="127226"/>
                  </a:lnTo>
                  <a:lnTo>
                    <a:pt x="1613827" y="128534"/>
                  </a:lnTo>
                  <a:lnTo>
                    <a:pt x="1612756" y="129844"/>
                  </a:lnTo>
                  <a:lnTo>
                    <a:pt x="1611684" y="131157"/>
                  </a:lnTo>
                  <a:lnTo>
                    <a:pt x="1610612" y="132472"/>
                  </a:lnTo>
                  <a:lnTo>
                    <a:pt x="1609541" y="133790"/>
                  </a:lnTo>
                  <a:lnTo>
                    <a:pt x="1608469" y="135109"/>
                  </a:lnTo>
                  <a:lnTo>
                    <a:pt x="1607398" y="136432"/>
                  </a:lnTo>
                  <a:lnTo>
                    <a:pt x="1606326" y="137756"/>
                  </a:lnTo>
                  <a:lnTo>
                    <a:pt x="1605254" y="139083"/>
                  </a:lnTo>
                  <a:lnTo>
                    <a:pt x="1604183" y="140411"/>
                  </a:lnTo>
                  <a:lnTo>
                    <a:pt x="1603111" y="141742"/>
                  </a:lnTo>
                  <a:lnTo>
                    <a:pt x="1602040" y="143076"/>
                  </a:lnTo>
                  <a:lnTo>
                    <a:pt x="1600968" y="144411"/>
                  </a:lnTo>
                  <a:lnTo>
                    <a:pt x="1599896" y="145749"/>
                  </a:lnTo>
                  <a:lnTo>
                    <a:pt x="1598825" y="147088"/>
                  </a:lnTo>
                  <a:lnTo>
                    <a:pt x="1597753" y="148430"/>
                  </a:lnTo>
                  <a:lnTo>
                    <a:pt x="1596682" y="149774"/>
                  </a:lnTo>
                  <a:lnTo>
                    <a:pt x="1595610" y="151120"/>
                  </a:lnTo>
                  <a:lnTo>
                    <a:pt x="1594539" y="152467"/>
                  </a:lnTo>
                  <a:lnTo>
                    <a:pt x="1593467" y="153817"/>
                  </a:lnTo>
                  <a:lnTo>
                    <a:pt x="1592395" y="155169"/>
                  </a:lnTo>
                  <a:lnTo>
                    <a:pt x="1591324" y="156522"/>
                  </a:lnTo>
                  <a:lnTo>
                    <a:pt x="1590252" y="157878"/>
                  </a:lnTo>
                  <a:lnTo>
                    <a:pt x="1589181" y="159235"/>
                  </a:lnTo>
                  <a:lnTo>
                    <a:pt x="1588109" y="160595"/>
                  </a:lnTo>
                  <a:lnTo>
                    <a:pt x="1587037" y="161956"/>
                  </a:lnTo>
                  <a:lnTo>
                    <a:pt x="1585966" y="163319"/>
                  </a:lnTo>
                  <a:lnTo>
                    <a:pt x="1584894" y="164684"/>
                  </a:lnTo>
                  <a:lnTo>
                    <a:pt x="1583823" y="166050"/>
                  </a:lnTo>
                  <a:lnTo>
                    <a:pt x="1582751" y="167418"/>
                  </a:lnTo>
                  <a:lnTo>
                    <a:pt x="1581679" y="168788"/>
                  </a:lnTo>
                  <a:lnTo>
                    <a:pt x="1580608" y="170160"/>
                  </a:lnTo>
                  <a:lnTo>
                    <a:pt x="1579536" y="171533"/>
                  </a:lnTo>
                  <a:lnTo>
                    <a:pt x="1578465" y="172908"/>
                  </a:lnTo>
                  <a:lnTo>
                    <a:pt x="1577393" y="174284"/>
                  </a:lnTo>
                  <a:lnTo>
                    <a:pt x="1576321" y="175662"/>
                  </a:lnTo>
                  <a:lnTo>
                    <a:pt x="1575250" y="177042"/>
                  </a:lnTo>
                  <a:lnTo>
                    <a:pt x="1574178" y="178423"/>
                  </a:lnTo>
                  <a:lnTo>
                    <a:pt x="1573107" y="179805"/>
                  </a:lnTo>
                  <a:lnTo>
                    <a:pt x="1572035" y="181190"/>
                  </a:lnTo>
                  <a:lnTo>
                    <a:pt x="1570963" y="182575"/>
                  </a:lnTo>
                  <a:lnTo>
                    <a:pt x="1569892" y="183962"/>
                  </a:lnTo>
                  <a:lnTo>
                    <a:pt x="1568820" y="185350"/>
                  </a:lnTo>
                  <a:lnTo>
                    <a:pt x="1567749" y="186740"/>
                  </a:lnTo>
                  <a:lnTo>
                    <a:pt x="1566677" y="188131"/>
                  </a:lnTo>
                  <a:lnTo>
                    <a:pt x="1565605" y="189524"/>
                  </a:lnTo>
                  <a:lnTo>
                    <a:pt x="1564534" y="190917"/>
                  </a:lnTo>
                  <a:lnTo>
                    <a:pt x="1563462" y="192312"/>
                  </a:lnTo>
                  <a:lnTo>
                    <a:pt x="1562391" y="193709"/>
                  </a:lnTo>
                  <a:lnTo>
                    <a:pt x="1561319" y="195106"/>
                  </a:lnTo>
                  <a:lnTo>
                    <a:pt x="1560247" y="196505"/>
                  </a:lnTo>
                  <a:lnTo>
                    <a:pt x="1559176" y="197904"/>
                  </a:lnTo>
                  <a:lnTo>
                    <a:pt x="1558104" y="199305"/>
                  </a:lnTo>
                  <a:lnTo>
                    <a:pt x="1557033" y="200708"/>
                  </a:lnTo>
                  <a:lnTo>
                    <a:pt x="1555961" y="202111"/>
                  </a:lnTo>
                  <a:lnTo>
                    <a:pt x="1554889" y="203515"/>
                  </a:lnTo>
                  <a:lnTo>
                    <a:pt x="1553818" y="204920"/>
                  </a:lnTo>
                  <a:lnTo>
                    <a:pt x="1552746" y="206327"/>
                  </a:lnTo>
                  <a:lnTo>
                    <a:pt x="1551675" y="207734"/>
                  </a:lnTo>
                  <a:lnTo>
                    <a:pt x="1550603" y="209142"/>
                  </a:lnTo>
                  <a:lnTo>
                    <a:pt x="1549531" y="210551"/>
                  </a:lnTo>
                  <a:lnTo>
                    <a:pt x="1548460" y="211962"/>
                  </a:lnTo>
                  <a:lnTo>
                    <a:pt x="1547388" y="213373"/>
                  </a:lnTo>
                  <a:lnTo>
                    <a:pt x="1546317" y="214785"/>
                  </a:lnTo>
                  <a:lnTo>
                    <a:pt x="1545245" y="216197"/>
                  </a:lnTo>
                  <a:lnTo>
                    <a:pt x="1544173" y="217611"/>
                  </a:lnTo>
                  <a:lnTo>
                    <a:pt x="1543102" y="219025"/>
                  </a:lnTo>
                  <a:lnTo>
                    <a:pt x="1542030" y="220440"/>
                  </a:lnTo>
                  <a:lnTo>
                    <a:pt x="1540959" y="221856"/>
                  </a:lnTo>
                  <a:lnTo>
                    <a:pt x="1539887" y="223273"/>
                  </a:lnTo>
                  <a:lnTo>
                    <a:pt x="1538815" y="224690"/>
                  </a:lnTo>
                  <a:lnTo>
                    <a:pt x="1537744" y="226108"/>
                  </a:lnTo>
                  <a:lnTo>
                    <a:pt x="1536672" y="227527"/>
                  </a:lnTo>
                  <a:lnTo>
                    <a:pt x="1535601" y="228946"/>
                  </a:lnTo>
                  <a:lnTo>
                    <a:pt x="1534529" y="230366"/>
                  </a:lnTo>
                  <a:lnTo>
                    <a:pt x="1533457" y="231786"/>
                  </a:lnTo>
                  <a:lnTo>
                    <a:pt x="1532386" y="233207"/>
                  </a:lnTo>
                  <a:lnTo>
                    <a:pt x="1531314" y="234629"/>
                  </a:lnTo>
                  <a:lnTo>
                    <a:pt x="1530243" y="236051"/>
                  </a:lnTo>
                  <a:lnTo>
                    <a:pt x="1529171" y="237474"/>
                  </a:lnTo>
                  <a:lnTo>
                    <a:pt x="1528099" y="238897"/>
                  </a:lnTo>
                  <a:lnTo>
                    <a:pt x="1527028" y="240320"/>
                  </a:lnTo>
                  <a:lnTo>
                    <a:pt x="1525956" y="241744"/>
                  </a:lnTo>
                  <a:lnTo>
                    <a:pt x="1524885" y="243168"/>
                  </a:lnTo>
                  <a:lnTo>
                    <a:pt x="1523813" y="244592"/>
                  </a:lnTo>
                  <a:lnTo>
                    <a:pt x="1522741" y="246017"/>
                  </a:lnTo>
                  <a:lnTo>
                    <a:pt x="1521670" y="247442"/>
                  </a:lnTo>
                  <a:lnTo>
                    <a:pt x="1520598" y="248868"/>
                  </a:lnTo>
                  <a:lnTo>
                    <a:pt x="1519527" y="250294"/>
                  </a:lnTo>
                  <a:lnTo>
                    <a:pt x="1518455" y="251720"/>
                  </a:lnTo>
                  <a:lnTo>
                    <a:pt x="1517383" y="253146"/>
                  </a:lnTo>
                  <a:lnTo>
                    <a:pt x="1516312" y="254572"/>
                  </a:lnTo>
                  <a:lnTo>
                    <a:pt x="1515240" y="255999"/>
                  </a:lnTo>
                  <a:lnTo>
                    <a:pt x="1514169" y="257425"/>
                  </a:lnTo>
                  <a:lnTo>
                    <a:pt x="1513097" y="258852"/>
                  </a:lnTo>
                  <a:lnTo>
                    <a:pt x="1512025" y="260279"/>
                  </a:lnTo>
                  <a:lnTo>
                    <a:pt x="1510954" y="261706"/>
                  </a:lnTo>
                  <a:lnTo>
                    <a:pt x="1509882" y="263133"/>
                  </a:lnTo>
                  <a:lnTo>
                    <a:pt x="1508811" y="264560"/>
                  </a:lnTo>
                  <a:lnTo>
                    <a:pt x="1507739" y="265988"/>
                  </a:lnTo>
                  <a:lnTo>
                    <a:pt x="1506667" y="267415"/>
                  </a:lnTo>
                  <a:lnTo>
                    <a:pt x="1505596" y="268842"/>
                  </a:lnTo>
                  <a:lnTo>
                    <a:pt x="1504524" y="270269"/>
                  </a:lnTo>
                  <a:lnTo>
                    <a:pt x="1503453" y="271696"/>
                  </a:lnTo>
                  <a:lnTo>
                    <a:pt x="1502381" y="273122"/>
                  </a:lnTo>
                  <a:lnTo>
                    <a:pt x="1501309" y="274549"/>
                  </a:lnTo>
                  <a:lnTo>
                    <a:pt x="1500238" y="275976"/>
                  </a:lnTo>
                  <a:lnTo>
                    <a:pt x="1499166" y="277402"/>
                  </a:lnTo>
                  <a:lnTo>
                    <a:pt x="1498095" y="278828"/>
                  </a:lnTo>
                  <a:lnTo>
                    <a:pt x="1497023" y="280254"/>
                  </a:lnTo>
                  <a:lnTo>
                    <a:pt x="1495951" y="281680"/>
                  </a:lnTo>
                  <a:lnTo>
                    <a:pt x="1494880" y="283105"/>
                  </a:lnTo>
                  <a:lnTo>
                    <a:pt x="1493808" y="284530"/>
                  </a:lnTo>
                  <a:lnTo>
                    <a:pt x="1492737" y="285955"/>
                  </a:lnTo>
                  <a:lnTo>
                    <a:pt x="1491665" y="287380"/>
                  </a:lnTo>
                  <a:lnTo>
                    <a:pt x="1490593" y="288804"/>
                  </a:lnTo>
                  <a:lnTo>
                    <a:pt x="1489522" y="290228"/>
                  </a:lnTo>
                  <a:lnTo>
                    <a:pt x="1488450" y="291651"/>
                  </a:lnTo>
                  <a:lnTo>
                    <a:pt x="1487379" y="293074"/>
                  </a:lnTo>
                  <a:lnTo>
                    <a:pt x="1486307" y="294497"/>
                  </a:lnTo>
                  <a:lnTo>
                    <a:pt x="1485235" y="295919"/>
                  </a:lnTo>
                  <a:lnTo>
                    <a:pt x="1484164" y="297340"/>
                  </a:lnTo>
                  <a:lnTo>
                    <a:pt x="1483092" y="298761"/>
                  </a:lnTo>
                  <a:lnTo>
                    <a:pt x="1482021" y="300182"/>
                  </a:lnTo>
                  <a:lnTo>
                    <a:pt x="1480949" y="301602"/>
                  </a:lnTo>
                  <a:lnTo>
                    <a:pt x="1479877" y="303022"/>
                  </a:lnTo>
                  <a:lnTo>
                    <a:pt x="1478806" y="304441"/>
                  </a:lnTo>
                  <a:lnTo>
                    <a:pt x="1477734" y="305859"/>
                  </a:lnTo>
                  <a:lnTo>
                    <a:pt x="1476663" y="307277"/>
                  </a:lnTo>
                  <a:lnTo>
                    <a:pt x="1475591" y="308694"/>
                  </a:lnTo>
                  <a:lnTo>
                    <a:pt x="1474519" y="310110"/>
                  </a:lnTo>
                  <a:lnTo>
                    <a:pt x="1473448" y="311526"/>
                  </a:lnTo>
                  <a:lnTo>
                    <a:pt x="1472376" y="312941"/>
                  </a:lnTo>
                  <a:lnTo>
                    <a:pt x="1471305" y="314355"/>
                  </a:lnTo>
                  <a:lnTo>
                    <a:pt x="1470233" y="315769"/>
                  </a:lnTo>
                  <a:lnTo>
                    <a:pt x="1469161" y="317182"/>
                  </a:lnTo>
                  <a:lnTo>
                    <a:pt x="1468090" y="318594"/>
                  </a:lnTo>
                  <a:lnTo>
                    <a:pt x="1467018" y="320005"/>
                  </a:lnTo>
                  <a:lnTo>
                    <a:pt x="1465947" y="321415"/>
                  </a:lnTo>
                  <a:lnTo>
                    <a:pt x="1464875" y="322825"/>
                  </a:lnTo>
                  <a:lnTo>
                    <a:pt x="1463803" y="324233"/>
                  </a:lnTo>
                  <a:lnTo>
                    <a:pt x="1462732" y="325641"/>
                  </a:lnTo>
                  <a:lnTo>
                    <a:pt x="1461660" y="327048"/>
                  </a:lnTo>
                  <a:lnTo>
                    <a:pt x="1460589" y="328454"/>
                  </a:lnTo>
                  <a:lnTo>
                    <a:pt x="1459517" y="329859"/>
                  </a:lnTo>
                  <a:lnTo>
                    <a:pt x="1458445" y="331263"/>
                  </a:lnTo>
                  <a:lnTo>
                    <a:pt x="1457374" y="332666"/>
                  </a:lnTo>
                  <a:lnTo>
                    <a:pt x="1456302" y="334068"/>
                  </a:lnTo>
                  <a:lnTo>
                    <a:pt x="1455231" y="335469"/>
                  </a:lnTo>
                  <a:lnTo>
                    <a:pt x="1454159" y="336869"/>
                  </a:lnTo>
                  <a:lnTo>
                    <a:pt x="1453087" y="338268"/>
                  </a:lnTo>
                  <a:lnTo>
                    <a:pt x="1452016" y="339666"/>
                  </a:lnTo>
                  <a:lnTo>
                    <a:pt x="1450944" y="341063"/>
                  </a:lnTo>
                  <a:lnTo>
                    <a:pt x="1449873" y="342458"/>
                  </a:lnTo>
                  <a:lnTo>
                    <a:pt x="1448801" y="343853"/>
                  </a:lnTo>
                  <a:lnTo>
                    <a:pt x="1447729" y="345246"/>
                  </a:lnTo>
                  <a:lnTo>
                    <a:pt x="1446658" y="346639"/>
                  </a:lnTo>
                  <a:lnTo>
                    <a:pt x="1445586" y="348030"/>
                  </a:lnTo>
                  <a:lnTo>
                    <a:pt x="1444515" y="349419"/>
                  </a:lnTo>
                  <a:lnTo>
                    <a:pt x="1443443" y="350808"/>
                  </a:lnTo>
                  <a:lnTo>
                    <a:pt x="1442371" y="352196"/>
                  </a:lnTo>
                  <a:lnTo>
                    <a:pt x="1441300" y="353582"/>
                  </a:lnTo>
                  <a:lnTo>
                    <a:pt x="1440228" y="354966"/>
                  </a:lnTo>
                  <a:lnTo>
                    <a:pt x="1439157" y="356350"/>
                  </a:lnTo>
                  <a:lnTo>
                    <a:pt x="1438085" y="357732"/>
                  </a:lnTo>
                  <a:lnTo>
                    <a:pt x="1437013" y="359113"/>
                  </a:lnTo>
                  <a:lnTo>
                    <a:pt x="1435942" y="360493"/>
                  </a:lnTo>
                  <a:lnTo>
                    <a:pt x="1434870" y="361871"/>
                  </a:lnTo>
                  <a:lnTo>
                    <a:pt x="1433799" y="363248"/>
                  </a:lnTo>
                  <a:lnTo>
                    <a:pt x="1432727" y="364623"/>
                  </a:lnTo>
                  <a:lnTo>
                    <a:pt x="1431655" y="365997"/>
                  </a:lnTo>
                  <a:lnTo>
                    <a:pt x="1430584" y="367370"/>
                  </a:lnTo>
                  <a:lnTo>
                    <a:pt x="1429512" y="368741"/>
                  </a:lnTo>
                  <a:lnTo>
                    <a:pt x="1428441" y="370111"/>
                  </a:lnTo>
                  <a:lnTo>
                    <a:pt x="1427369" y="371479"/>
                  </a:lnTo>
                  <a:lnTo>
                    <a:pt x="1426297" y="372846"/>
                  </a:lnTo>
                  <a:lnTo>
                    <a:pt x="1425226" y="374211"/>
                  </a:lnTo>
                  <a:lnTo>
                    <a:pt x="1424154" y="375575"/>
                  </a:lnTo>
                  <a:lnTo>
                    <a:pt x="1423083" y="376937"/>
                  </a:lnTo>
                  <a:lnTo>
                    <a:pt x="1422011" y="378297"/>
                  </a:lnTo>
                  <a:lnTo>
                    <a:pt x="1420939" y="379656"/>
                  </a:lnTo>
                  <a:lnTo>
                    <a:pt x="1419868" y="381014"/>
                  </a:lnTo>
                  <a:lnTo>
                    <a:pt x="1418796" y="382370"/>
                  </a:lnTo>
                  <a:lnTo>
                    <a:pt x="1417725" y="383724"/>
                  </a:lnTo>
                  <a:lnTo>
                    <a:pt x="1416653" y="385076"/>
                  </a:lnTo>
                  <a:lnTo>
                    <a:pt x="1415582" y="386427"/>
                  </a:lnTo>
                  <a:lnTo>
                    <a:pt x="1414510" y="387776"/>
                  </a:lnTo>
                  <a:lnTo>
                    <a:pt x="1413438" y="389124"/>
                  </a:lnTo>
                  <a:lnTo>
                    <a:pt x="1412367" y="390470"/>
                  </a:lnTo>
                  <a:lnTo>
                    <a:pt x="1411295" y="391814"/>
                  </a:lnTo>
                  <a:lnTo>
                    <a:pt x="1410224" y="393156"/>
                  </a:lnTo>
                  <a:lnTo>
                    <a:pt x="1409152" y="394497"/>
                  </a:lnTo>
                  <a:lnTo>
                    <a:pt x="1408080" y="395835"/>
                  </a:lnTo>
                  <a:lnTo>
                    <a:pt x="1407009" y="397172"/>
                  </a:lnTo>
                  <a:lnTo>
                    <a:pt x="1405937" y="398508"/>
                  </a:lnTo>
                  <a:lnTo>
                    <a:pt x="1404866" y="399841"/>
                  </a:lnTo>
                  <a:lnTo>
                    <a:pt x="1403794" y="401173"/>
                  </a:lnTo>
                  <a:lnTo>
                    <a:pt x="1402722" y="402502"/>
                  </a:lnTo>
                  <a:lnTo>
                    <a:pt x="1401651" y="403830"/>
                  </a:lnTo>
                  <a:lnTo>
                    <a:pt x="1400579" y="405156"/>
                  </a:lnTo>
                  <a:lnTo>
                    <a:pt x="1399508" y="406481"/>
                  </a:lnTo>
                  <a:lnTo>
                    <a:pt x="1398436" y="407803"/>
                  </a:lnTo>
                  <a:lnTo>
                    <a:pt x="1397364" y="409123"/>
                  </a:lnTo>
                  <a:lnTo>
                    <a:pt x="1396293" y="410442"/>
                  </a:lnTo>
                  <a:lnTo>
                    <a:pt x="1395221" y="411758"/>
                  </a:lnTo>
                  <a:lnTo>
                    <a:pt x="1394150" y="413073"/>
                  </a:lnTo>
                  <a:lnTo>
                    <a:pt x="1393078" y="414385"/>
                  </a:lnTo>
                  <a:lnTo>
                    <a:pt x="1392006" y="415696"/>
                  </a:lnTo>
                  <a:lnTo>
                    <a:pt x="1390935" y="417004"/>
                  </a:lnTo>
                  <a:lnTo>
                    <a:pt x="1389863" y="418311"/>
                  </a:lnTo>
                  <a:lnTo>
                    <a:pt x="1388792" y="419616"/>
                  </a:lnTo>
                  <a:lnTo>
                    <a:pt x="1387720" y="420918"/>
                  </a:lnTo>
                  <a:lnTo>
                    <a:pt x="1386648" y="422219"/>
                  </a:lnTo>
                  <a:lnTo>
                    <a:pt x="1385577" y="423517"/>
                  </a:lnTo>
                  <a:lnTo>
                    <a:pt x="1384505" y="424813"/>
                  </a:lnTo>
                  <a:lnTo>
                    <a:pt x="1383434" y="426108"/>
                  </a:lnTo>
                  <a:lnTo>
                    <a:pt x="1382362" y="427400"/>
                  </a:lnTo>
                  <a:lnTo>
                    <a:pt x="1381290" y="428690"/>
                  </a:lnTo>
                  <a:lnTo>
                    <a:pt x="1380219" y="429978"/>
                  </a:lnTo>
                  <a:lnTo>
                    <a:pt x="1379147" y="431263"/>
                  </a:lnTo>
                  <a:lnTo>
                    <a:pt x="1378076" y="432547"/>
                  </a:lnTo>
                  <a:lnTo>
                    <a:pt x="1377004" y="433828"/>
                  </a:lnTo>
                  <a:lnTo>
                    <a:pt x="1375932" y="435108"/>
                  </a:lnTo>
                  <a:lnTo>
                    <a:pt x="1374861" y="436385"/>
                  </a:lnTo>
                  <a:lnTo>
                    <a:pt x="1373789" y="437659"/>
                  </a:lnTo>
                  <a:lnTo>
                    <a:pt x="1372718" y="438932"/>
                  </a:lnTo>
                  <a:lnTo>
                    <a:pt x="1371646" y="440202"/>
                  </a:lnTo>
                  <a:lnTo>
                    <a:pt x="1370574" y="441471"/>
                  </a:lnTo>
                  <a:lnTo>
                    <a:pt x="1369503" y="442737"/>
                  </a:lnTo>
                  <a:lnTo>
                    <a:pt x="1368431" y="444000"/>
                  </a:lnTo>
                  <a:lnTo>
                    <a:pt x="1367360" y="445262"/>
                  </a:lnTo>
                  <a:lnTo>
                    <a:pt x="1366288" y="446521"/>
                  </a:lnTo>
                  <a:lnTo>
                    <a:pt x="1365216" y="447777"/>
                  </a:lnTo>
                  <a:lnTo>
                    <a:pt x="1364145" y="449032"/>
                  </a:lnTo>
                  <a:lnTo>
                    <a:pt x="1363073" y="450284"/>
                  </a:lnTo>
                  <a:lnTo>
                    <a:pt x="1362002" y="451534"/>
                  </a:lnTo>
                  <a:lnTo>
                    <a:pt x="1360930" y="452781"/>
                  </a:lnTo>
                  <a:lnTo>
                    <a:pt x="1359858" y="454026"/>
                  </a:lnTo>
                  <a:lnTo>
                    <a:pt x="1358787" y="455269"/>
                  </a:lnTo>
                  <a:lnTo>
                    <a:pt x="1357715" y="456509"/>
                  </a:lnTo>
                  <a:lnTo>
                    <a:pt x="1356644" y="457747"/>
                  </a:lnTo>
                  <a:lnTo>
                    <a:pt x="1355572" y="458983"/>
                  </a:lnTo>
                  <a:lnTo>
                    <a:pt x="1354500" y="460216"/>
                  </a:lnTo>
                  <a:lnTo>
                    <a:pt x="1353429" y="461446"/>
                  </a:lnTo>
                  <a:lnTo>
                    <a:pt x="1352357" y="462675"/>
                  </a:lnTo>
                  <a:lnTo>
                    <a:pt x="1351286" y="463900"/>
                  </a:lnTo>
                  <a:lnTo>
                    <a:pt x="1350214" y="465124"/>
                  </a:lnTo>
                  <a:lnTo>
                    <a:pt x="1349142" y="466345"/>
                  </a:lnTo>
                  <a:lnTo>
                    <a:pt x="1348071" y="467563"/>
                  </a:lnTo>
                  <a:lnTo>
                    <a:pt x="1346999" y="468779"/>
                  </a:lnTo>
                  <a:lnTo>
                    <a:pt x="1345928" y="469992"/>
                  </a:lnTo>
                  <a:lnTo>
                    <a:pt x="1344856" y="471203"/>
                  </a:lnTo>
                  <a:lnTo>
                    <a:pt x="1343784" y="472411"/>
                  </a:lnTo>
                  <a:lnTo>
                    <a:pt x="1342713" y="473617"/>
                  </a:lnTo>
                  <a:lnTo>
                    <a:pt x="1341641" y="474820"/>
                  </a:lnTo>
                  <a:lnTo>
                    <a:pt x="1340570" y="476021"/>
                  </a:lnTo>
                  <a:lnTo>
                    <a:pt x="1339498" y="477219"/>
                  </a:lnTo>
                  <a:lnTo>
                    <a:pt x="1338426" y="478415"/>
                  </a:lnTo>
                  <a:lnTo>
                    <a:pt x="1337355" y="479608"/>
                  </a:lnTo>
                  <a:lnTo>
                    <a:pt x="1336283" y="480798"/>
                  </a:lnTo>
                  <a:lnTo>
                    <a:pt x="1335212" y="481986"/>
                  </a:lnTo>
                  <a:lnTo>
                    <a:pt x="1334140" y="483171"/>
                  </a:lnTo>
                  <a:lnTo>
                    <a:pt x="1333068" y="484353"/>
                  </a:lnTo>
                  <a:lnTo>
                    <a:pt x="1331997" y="485533"/>
                  </a:lnTo>
                  <a:lnTo>
                    <a:pt x="1330925" y="486711"/>
                  </a:lnTo>
                  <a:lnTo>
                    <a:pt x="1329854" y="487885"/>
                  </a:lnTo>
                  <a:lnTo>
                    <a:pt x="1328782" y="489057"/>
                  </a:lnTo>
                  <a:lnTo>
                    <a:pt x="1327710" y="490226"/>
                  </a:lnTo>
                  <a:lnTo>
                    <a:pt x="1326639" y="491393"/>
                  </a:lnTo>
                  <a:lnTo>
                    <a:pt x="1325567" y="492557"/>
                  </a:lnTo>
                  <a:lnTo>
                    <a:pt x="1324496" y="493718"/>
                  </a:lnTo>
                  <a:lnTo>
                    <a:pt x="1323424" y="494876"/>
                  </a:lnTo>
                  <a:lnTo>
                    <a:pt x="1322352" y="496032"/>
                  </a:lnTo>
                  <a:lnTo>
                    <a:pt x="1321281" y="497185"/>
                  </a:lnTo>
                  <a:lnTo>
                    <a:pt x="1320209" y="498335"/>
                  </a:lnTo>
                  <a:lnTo>
                    <a:pt x="1319138" y="499483"/>
                  </a:lnTo>
                  <a:lnTo>
                    <a:pt x="1318066" y="500628"/>
                  </a:lnTo>
                  <a:lnTo>
                    <a:pt x="1316994" y="501770"/>
                  </a:lnTo>
                  <a:lnTo>
                    <a:pt x="1315923" y="502909"/>
                  </a:lnTo>
                  <a:lnTo>
                    <a:pt x="1314851" y="504045"/>
                  </a:lnTo>
                  <a:lnTo>
                    <a:pt x="1313780" y="505179"/>
                  </a:lnTo>
                  <a:lnTo>
                    <a:pt x="1312708" y="506310"/>
                  </a:lnTo>
                  <a:lnTo>
                    <a:pt x="1311636" y="507438"/>
                  </a:lnTo>
                  <a:lnTo>
                    <a:pt x="1310565" y="508563"/>
                  </a:lnTo>
                  <a:lnTo>
                    <a:pt x="1309493" y="509686"/>
                  </a:lnTo>
                  <a:lnTo>
                    <a:pt x="1308422" y="510805"/>
                  </a:lnTo>
                  <a:lnTo>
                    <a:pt x="1307350" y="511922"/>
                  </a:lnTo>
                  <a:lnTo>
                    <a:pt x="1306278" y="513036"/>
                  </a:lnTo>
                  <a:lnTo>
                    <a:pt x="1305207" y="514147"/>
                  </a:lnTo>
                  <a:lnTo>
                    <a:pt x="1304135" y="515255"/>
                  </a:lnTo>
                  <a:lnTo>
                    <a:pt x="1303064" y="516360"/>
                  </a:lnTo>
                  <a:lnTo>
                    <a:pt x="1301992" y="517463"/>
                  </a:lnTo>
                  <a:lnTo>
                    <a:pt x="1300920" y="518562"/>
                  </a:lnTo>
                  <a:lnTo>
                    <a:pt x="1299849" y="519659"/>
                  </a:lnTo>
                  <a:lnTo>
                    <a:pt x="1298777" y="520753"/>
                  </a:lnTo>
                  <a:lnTo>
                    <a:pt x="1297706" y="521844"/>
                  </a:lnTo>
                  <a:lnTo>
                    <a:pt x="1296634" y="522931"/>
                  </a:lnTo>
                  <a:lnTo>
                    <a:pt x="1295562" y="524016"/>
                  </a:lnTo>
                  <a:lnTo>
                    <a:pt x="1294491" y="525098"/>
                  </a:lnTo>
                  <a:lnTo>
                    <a:pt x="1293419" y="526178"/>
                  </a:lnTo>
                  <a:lnTo>
                    <a:pt x="1292348" y="527254"/>
                  </a:lnTo>
                  <a:lnTo>
                    <a:pt x="1291276" y="528327"/>
                  </a:lnTo>
                  <a:lnTo>
                    <a:pt x="1290204" y="529397"/>
                  </a:lnTo>
                  <a:lnTo>
                    <a:pt x="1289133" y="530464"/>
                  </a:lnTo>
                  <a:lnTo>
                    <a:pt x="1288061" y="531529"/>
                  </a:lnTo>
                  <a:lnTo>
                    <a:pt x="1286990" y="532590"/>
                  </a:lnTo>
                  <a:lnTo>
                    <a:pt x="1285918" y="533648"/>
                  </a:lnTo>
                  <a:lnTo>
                    <a:pt x="1284846" y="534704"/>
                  </a:lnTo>
                  <a:lnTo>
                    <a:pt x="1283775" y="535756"/>
                  </a:lnTo>
                  <a:lnTo>
                    <a:pt x="1282703" y="536805"/>
                  </a:lnTo>
                  <a:lnTo>
                    <a:pt x="1281632" y="537851"/>
                  </a:lnTo>
                  <a:lnTo>
                    <a:pt x="1280560" y="538895"/>
                  </a:lnTo>
                  <a:lnTo>
                    <a:pt x="1279488" y="539935"/>
                  </a:lnTo>
                  <a:lnTo>
                    <a:pt x="1278417" y="540972"/>
                  </a:lnTo>
                  <a:lnTo>
                    <a:pt x="1277345" y="542006"/>
                  </a:lnTo>
                  <a:lnTo>
                    <a:pt x="1276274" y="543037"/>
                  </a:lnTo>
                  <a:lnTo>
                    <a:pt x="1275202" y="544065"/>
                  </a:lnTo>
                  <a:lnTo>
                    <a:pt x="1274130" y="545090"/>
                  </a:lnTo>
                  <a:lnTo>
                    <a:pt x="1273059" y="546112"/>
                  </a:lnTo>
                  <a:lnTo>
                    <a:pt x="1271987" y="547131"/>
                  </a:lnTo>
                  <a:lnTo>
                    <a:pt x="1270916" y="548147"/>
                  </a:lnTo>
                  <a:lnTo>
                    <a:pt x="1269844" y="549159"/>
                  </a:lnTo>
                  <a:lnTo>
                    <a:pt x="1268772" y="550169"/>
                  </a:lnTo>
                  <a:lnTo>
                    <a:pt x="1267701" y="551175"/>
                  </a:lnTo>
                  <a:lnTo>
                    <a:pt x="1266629" y="552178"/>
                  </a:lnTo>
                  <a:lnTo>
                    <a:pt x="1265558" y="553178"/>
                  </a:lnTo>
                  <a:lnTo>
                    <a:pt x="1264486" y="554175"/>
                  </a:lnTo>
                  <a:lnTo>
                    <a:pt x="1263414" y="555169"/>
                  </a:lnTo>
                  <a:lnTo>
                    <a:pt x="1262343" y="556160"/>
                  </a:lnTo>
                  <a:lnTo>
                    <a:pt x="1261271" y="557148"/>
                  </a:lnTo>
                  <a:lnTo>
                    <a:pt x="1260200" y="558132"/>
                  </a:lnTo>
                  <a:lnTo>
                    <a:pt x="1259128" y="559113"/>
                  </a:lnTo>
                  <a:lnTo>
                    <a:pt x="1258056" y="560092"/>
                  </a:lnTo>
                  <a:lnTo>
                    <a:pt x="1256985" y="561067"/>
                  </a:lnTo>
                  <a:lnTo>
                    <a:pt x="1255913" y="562038"/>
                  </a:lnTo>
                  <a:lnTo>
                    <a:pt x="1254842" y="563007"/>
                  </a:lnTo>
                  <a:lnTo>
                    <a:pt x="1253770" y="563973"/>
                  </a:lnTo>
                  <a:lnTo>
                    <a:pt x="1252698" y="564935"/>
                  </a:lnTo>
                  <a:lnTo>
                    <a:pt x="1251627" y="565894"/>
                  </a:lnTo>
                  <a:lnTo>
                    <a:pt x="1250555" y="566850"/>
                  </a:lnTo>
                  <a:lnTo>
                    <a:pt x="1249484" y="567802"/>
                  </a:lnTo>
                  <a:lnTo>
                    <a:pt x="1248412" y="568752"/>
                  </a:lnTo>
                  <a:lnTo>
                    <a:pt x="1247340" y="569698"/>
                  </a:lnTo>
                  <a:lnTo>
                    <a:pt x="1246269" y="570641"/>
                  </a:lnTo>
                  <a:lnTo>
                    <a:pt x="1245197" y="571581"/>
                  </a:lnTo>
                  <a:lnTo>
                    <a:pt x="1244126" y="572517"/>
                  </a:lnTo>
                  <a:lnTo>
                    <a:pt x="1243054" y="573451"/>
                  </a:lnTo>
                  <a:lnTo>
                    <a:pt x="1241983" y="574381"/>
                  </a:lnTo>
                  <a:lnTo>
                    <a:pt x="1240911" y="575307"/>
                  </a:lnTo>
                  <a:lnTo>
                    <a:pt x="1239839" y="576231"/>
                  </a:lnTo>
                  <a:lnTo>
                    <a:pt x="1238768" y="577151"/>
                  </a:lnTo>
                  <a:lnTo>
                    <a:pt x="1237696" y="578068"/>
                  </a:lnTo>
                  <a:lnTo>
                    <a:pt x="1236625" y="578982"/>
                  </a:lnTo>
                  <a:lnTo>
                    <a:pt x="1235553" y="579893"/>
                  </a:lnTo>
                  <a:lnTo>
                    <a:pt x="1234481" y="580800"/>
                  </a:lnTo>
                  <a:lnTo>
                    <a:pt x="1233410" y="581704"/>
                  </a:lnTo>
                  <a:lnTo>
                    <a:pt x="1232338" y="582604"/>
                  </a:lnTo>
                  <a:lnTo>
                    <a:pt x="1231267" y="583502"/>
                  </a:lnTo>
                  <a:lnTo>
                    <a:pt x="1230195" y="584396"/>
                  </a:lnTo>
                  <a:lnTo>
                    <a:pt x="1229123" y="585286"/>
                  </a:lnTo>
                  <a:lnTo>
                    <a:pt x="1228052" y="586174"/>
                  </a:lnTo>
                  <a:lnTo>
                    <a:pt x="1226980" y="587058"/>
                  </a:lnTo>
                  <a:lnTo>
                    <a:pt x="1225909" y="587938"/>
                  </a:lnTo>
                  <a:lnTo>
                    <a:pt x="1224837" y="588816"/>
                  </a:lnTo>
                  <a:lnTo>
                    <a:pt x="1223765" y="589690"/>
                  </a:lnTo>
                  <a:lnTo>
                    <a:pt x="1222694" y="590561"/>
                  </a:lnTo>
                  <a:lnTo>
                    <a:pt x="1221622" y="591428"/>
                  </a:lnTo>
                  <a:lnTo>
                    <a:pt x="1220551" y="592292"/>
                  </a:lnTo>
                  <a:lnTo>
                    <a:pt x="1219479" y="593153"/>
                  </a:lnTo>
                  <a:lnTo>
                    <a:pt x="1218407" y="594010"/>
                  </a:lnTo>
                  <a:lnTo>
                    <a:pt x="1217336" y="594864"/>
                  </a:lnTo>
                  <a:lnTo>
                    <a:pt x="1216264" y="595715"/>
                  </a:lnTo>
                  <a:lnTo>
                    <a:pt x="1215193" y="596562"/>
                  </a:lnTo>
                  <a:lnTo>
                    <a:pt x="1214121" y="597406"/>
                  </a:lnTo>
                  <a:lnTo>
                    <a:pt x="1213049" y="598247"/>
                  </a:lnTo>
                  <a:lnTo>
                    <a:pt x="1211978" y="599084"/>
                  </a:lnTo>
                  <a:lnTo>
                    <a:pt x="1210906" y="599918"/>
                  </a:lnTo>
                  <a:lnTo>
                    <a:pt x="1209835" y="600748"/>
                  </a:lnTo>
                  <a:lnTo>
                    <a:pt x="1208763" y="601575"/>
                  </a:lnTo>
                  <a:lnTo>
                    <a:pt x="1207691" y="602399"/>
                  </a:lnTo>
                  <a:lnTo>
                    <a:pt x="1206620" y="603219"/>
                  </a:lnTo>
                  <a:lnTo>
                    <a:pt x="1205548" y="604036"/>
                  </a:lnTo>
                  <a:lnTo>
                    <a:pt x="1204477" y="604849"/>
                  </a:lnTo>
                  <a:lnTo>
                    <a:pt x="1203405" y="605659"/>
                  </a:lnTo>
                  <a:lnTo>
                    <a:pt x="1202333" y="606466"/>
                  </a:lnTo>
                  <a:lnTo>
                    <a:pt x="1201262" y="607269"/>
                  </a:lnTo>
                  <a:lnTo>
                    <a:pt x="1200190" y="608068"/>
                  </a:lnTo>
                  <a:lnTo>
                    <a:pt x="1199119" y="608865"/>
                  </a:lnTo>
                  <a:lnTo>
                    <a:pt x="1198047" y="609658"/>
                  </a:lnTo>
                  <a:lnTo>
                    <a:pt x="1196975" y="610447"/>
                  </a:lnTo>
                  <a:lnTo>
                    <a:pt x="1195904" y="611233"/>
                  </a:lnTo>
                  <a:lnTo>
                    <a:pt x="1194832" y="612015"/>
                  </a:lnTo>
                  <a:lnTo>
                    <a:pt x="1193761" y="612794"/>
                  </a:lnTo>
                  <a:lnTo>
                    <a:pt x="1192689" y="613570"/>
                  </a:lnTo>
                  <a:lnTo>
                    <a:pt x="1191617" y="614342"/>
                  </a:lnTo>
                  <a:lnTo>
                    <a:pt x="1190546" y="615111"/>
                  </a:lnTo>
                  <a:lnTo>
                    <a:pt x="1189474" y="615876"/>
                  </a:lnTo>
                  <a:lnTo>
                    <a:pt x="1188403" y="616638"/>
                  </a:lnTo>
                  <a:lnTo>
                    <a:pt x="1187331" y="617396"/>
                  </a:lnTo>
                  <a:lnTo>
                    <a:pt x="1186259" y="618151"/>
                  </a:lnTo>
                  <a:lnTo>
                    <a:pt x="1185188" y="618902"/>
                  </a:lnTo>
                  <a:lnTo>
                    <a:pt x="1184116" y="619650"/>
                  </a:lnTo>
                  <a:lnTo>
                    <a:pt x="1183045" y="620394"/>
                  </a:lnTo>
                  <a:lnTo>
                    <a:pt x="1181973" y="621135"/>
                  </a:lnTo>
                  <a:lnTo>
                    <a:pt x="1180901" y="621872"/>
                  </a:lnTo>
                  <a:lnTo>
                    <a:pt x="1179830" y="622606"/>
                  </a:lnTo>
                  <a:lnTo>
                    <a:pt x="1178758" y="623336"/>
                  </a:lnTo>
                  <a:lnTo>
                    <a:pt x="1177687" y="624063"/>
                  </a:lnTo>
                  <a:lnTo>
                    <a:pt x="1176615" y="624787"/>
                  </a:lnTo>
                  <a:lnTo>
                    <a:pt x="1175543" y="625506"/>
                  </a:lnTo>
                  <a:lnTo>
                    <a:pt x="1174472" y="626223"/>
                  </a:lnTo>
                  <a:lnTo>
                    <a:pt x="1173400" y="626935"/>
                  </a:lnTo>
                  <a:lnTo>
                    <a:pt x="1172329" y="627645"/>
                  </a:lnTo>
                  <a:lnTo>
                    <a:pt x="1171257" y="628350"/>
                  </a:lnTo>
                  <a:lnTo>
                    <a:pt x="1170185" y="629052"/>
                  </a:lnTo>
                  <a:lnTo>
                    <a:pt x="1169114" y="629751"/>
                  </a:lnTo>
                  <a:lnTo>
                    <a:pt x="1168042" y="630446"/>
                  </a:lnTo>
                  <a:lnTo>
                    <a:pt x="1166971" y="631138"/>
                  </a:lnTo>
                  <a:lnTo>
                    <a:pt x="1165899" y="631826"/>
                  </a:lnTo>
                  <a:lnTo>
                    <a:pt x="1164827" y="632510"/>
                  </a:lnTo>
                  <a:lnTo>
                    <a:pt x="1163756" y="633191"/>
                  </a:lnTo>
                  <a:lnTo>
                    <a:pt x="1162684" y="633868"/>
                  </a:lnTo>
                  <a:lnTo>
                    <a:pt x="1161613" y="634542"/>
                  </a:lnTo>
                  <a:lnTo>
                    <a:pt x="1160541" y="635212"/>
                  </a:lnTo>
                  <a:lnTo>
                    <a:pt x="1159469" y="635879"/>
                  </a:lnTo>
                  <a:lnTo>
                    <a:pt x="1158398" y="636542"/>
                  </a:lnTo>
                  <a:lnTo>
                    <a:pt x="1157326" y="637201"/>
                  </a:lnTo>
                  <a:lnTo>
                    <a:pt x="1156255" y="637857"/>
                  </a:lnTo>
                  <a:lnTo>
                    <a:pt x="1155183" y="638510"/>
                  </a:lnTo>
                  <a:lnTo>
                    <a:pt x="1154111" y="639158"/>
                  </a:lnTo>
                  <a:lnTo>
                    <a:pt x="1153040" y="639803"/>
                  </a:lnTo>
                  <a:lnTo>
                    <a:pt x="1151968" y="640445"/>
                  </a:lnTo>
                  <a:lnTo>
                    <a:pt x="1150897" y="641083"/>
                  </a:lnTo>
                  <a:lnTo>
                    <a:pt x="1149825" y="641717"/>
                  </a:lnTo>
                  <a:lnTo>
                    <a:pt x="1148753" y="642348"/>
                  </a:lnTo>
                  <a:lnTo>
                    <a:pt x="1147682" y="642975"/>
                  </a:lnTo>
                  <a:lnTo>
                    <a:pt x="1146610" y="643599"/>
                  </a:lnTo>
                  <a:lnTo>
                    <a:pt x="1145539" y="644219"/>
                  </a:lnTo>
                  <a:lnTo>
                    <a:pt x="1144467" y="644835"/>
                  </a:lnTo>
                  <a:lnTo>
                    <a:pt x="1143395" y="645448"/>
                  </a:lnTo>
                  <a:lnTo>
                    <a:pt x="1142324" y="646057"/>
                  </a:lnTo>
                  <a:lnTo>
                    <a:pt x="1141252" y="646662"/>
                  </a:lnTo>
                  <a:lnTo>
                    <a:pt x="1140181" y="647264"/>
                  </a:lnTo>
                  <a:lnTo>
                    <a:pt x="1139109" y="647863"/>
                  </a:lnTo>
                  <a:lnTo>
                    <a:pt x="1138037" y="648458"/>
                  </a:lnTo>
                  <a:lnTo>
                    <a:pt x="1136966" y="649049"/>
                  </a:lnTo>
                  <a:lnTo>
                    <a:pt x="1135894" y="649637"/>
                  </a:lnTo>
                  <a:lnTo>
                    <a:pt x="1134823" y="650222"/>
                  </a:lnTo>
                  <a:lnTo>
                    <a:pt x="1133751" y="650803"/>
                  </a:lnTo>
                  <a:lnTo>
                    <a:pt x="1132679" y="651380"/>
                  </a:lnTo>
                  <a:lnTo>
                    <a:pt x="1131608" y="651954"/>
                  </a:lnTo>
                  <a:lnTo>
                    <a:pt x="1130536" y="652525"/>
                  </a:lnTo>
                  <a:lnTo>
                    <a:pt x="1129465" y="653092"/>
                  </a:lnTo>
                  <a:lnTo>
                    <a:pt x="1128393" y="653656"/>
                  </a:lnTo>
                  <a:lnTo>
                    <a:pt x="1127321" y="654216"/>
                  </a:lnTo>
                  <a:lnTo>
                    <a:pt x="1126250" y="654774"/>
                  </a:lnTo>
                  <a:lnTo>
                    <a:pt x="1125178" y="655327"/>
                  </a:lnTo>
                  <a:lnTo>
                    <a:pt x="1124107" y="655878"/>
                  </a:lnTo>
                  <a:lnTo>
                    <a:pt x="1123035" y="656425"/>
                  </a:lnTo>
                  <a:lnTo>
                    <a:pt x="1121963" y="656969"/>
                  </a:lnTo>
                  <a:lnTo>
                    <a:pt x="1120892" y="657509"/>
                  </a:lnTo>
                  <a:lnTo>
                    <a:pt x="1119820" y="658046"/>
                  </a:lnTo>
                  <a:lnTo>
                    <a:pt x="1118749" y="658580"/>
                  </a:lnTo>
                  <a:lnTo>
                    <a:pt x="1117677" y="659111"/>
                  </a:lnTo>
                  <a:lnTo>
                    <a:pt x="1116605" y="659638"/>
                  </a:lnTo>
                  <a:lnTo>
                    <a:pt x="1115534" y="660162"/>
                  </a:lnTo>
                  <a:lnTo>
                    <a:pt x="1114462" y="660683"/>
                  </a:lnTo>
                  <a:lnTo>
                    <a:pt x="1113391" y="661201"/>
                  </a:lnTo>
                  <a:lnTo>
                    <a:pt x="1112319" y="661716"/>
                  </a:lnTo>
                  <a:lnTo>
                    <a:pt x="1111247" y="662227"/>
                  </a:lnTo>
                  <a:lnTo>
                    <a:pt x="1110176" y="662735"/>
                  </a:lnTo>
                  <a:lnTo>
                    <a:pt x="1109104" y="663240"/>
                  </a:lnTo>
                  <a:lnTo>
                    <a:pt x="1108033" y="663742"/>
                  </a:lnTo>
                  <a:lnTo>
                    <a:pt x="1106961" y="664241"/>
                  </a:lnTo>
                  <a:lnTo>
                    <a:pt x="1105889" y="664737"/>
                  </a:lnTo>
                  <a:lnTo>
                    <a:pt x="1104818" y="665230"/>
                  </a:lnTo>
                  <a:lnTo>
                    <a:pt x="1103746" y="665719"/>
                  </a:lnTo>
                  <a:lnTo>
                    <a:pt x="1102675" y="666206"/>
                  </a:lnTo>
                  <a:lnTo>
                    <a:pt x="1101603" y="666689"/>
                  </a:lnTo>
                  <a:lnTo>
                    <a:pt x="1100531" y="667169"/>
                  </a:lnTo>
                  <a:lnTo>
                    <a:pt x="1099460" y="667647"/>
                  </a:lnTo>
                  <a:lnTo>
                    <a:pt x="1098388" y="668121"/>
                  </a:lnTo>
                  <a:lnTo>
                    <a:pt x="1097317" y="668592"/>
                  </a:lnTo>
                  <a:lnTo>
                    <a:pt x="1096245" y="669061"/>
                  </a:lnTo>
                  <a:lnTo>
                    <a:pt x="1095173" y="669526"/>
                  </a:lnTo>
                  <a:lnTo>
                    <a:pt x="1094102" y="669989"/>
                  </a:lnTo>
                  <a:lnTo>
                    <a:pt x="1093030" y="670448"/>
                  </a:lnTo>
                  <a:lnTo>
                    <a:pt x="1091959" y="670904"/>
                  </a:lnTo>
                  <a:lnTo>
                    <a:pt x="1090887" y="671358"/>
                  </a:lnTo>
                  <a:lnTo>
                    <a:pt x="1089815" y="671809"/>
                  </a:lnTo>
                  <a:lnTo>
                    <a:pt x="1088744" y="672256"/>
                  </a:lnTo>
                  <a:lnTo>
                    <a:pt x="1087672" y="672701"/>
                  </a:lnTo>
                  <a:lnTo>
                    <a:pt x="1086601" y="673143"/>
                  </a:lnTo>
                  <a:lnTo>
                    <a:pt x="1085529" y="673582"/>
                  </a:lnTo>
                  <a:lnTo>
                    <a:pt x="1084457" y="674019"/>
                  </a:lnTo>
                  <a:lnTo>
                    <a:pt x="1083386" y="674452"/>
                  </a:lnTo>
                  <a:lnTo>
                    <a:pt x="1082314" y="674883"/>
                  </a:lnTo>
                  <a:lnTo>
                    <a:pt x="1081243" y="675310"/>
                  </a:lnTo>
                  <a:lnTo>
                    <a:pt x="1080171" y="675735"/>
                  </a:lnTo>
                  <a:lnTo>
                    <a:pt x="1079099" y="676158"/>
                  </a:lnTo>
                  <a:lnTo>
                    <a:pt x="1078028" y="676577"/>
                  </a:lnTo>
                  <a:lnTo>
                    <a:pt x="1076956" y="676994"/>
                  </a:lnTo>
                  <a:lnTo>
                    <a:pt x="1075885" y="677408"/>
                  </a:lnTo>
                  <a:lnTo>
                    <a:pt x="1074813" y="677819"/>
                  </a:lnTo>
                  <a:lnTo>
                    <a:pt x="1073741" y="678227"/>
                  </a:lnTo>
                  <a:lnTo>
                    <a:pt x="1072670" y="678633"/>
                  </a:lnTo>
                  <a:lnTo>
                    <a:pt x="1071598" y="679036"/>
                  </a:lnTo>
                  <a:lnTo>
                    <a:pt x="1070527" y="679436"/>
                  </a:lnTo>
                  <a:lnTo>
                    <a:pt x="1069455" y="679834"/>
                  </a:lnTo>
                  <a:lnTo>
                    <a:pt x="1068383" y="680229"/>
                  </a:lnTo>
                  <a:lnTo>
                    <a:pt x="1067312" y="680621"/>
                  </a:lnTo>
                  <a:lnTo>
                    <a:pt x="1066240" y="681011"/>
                  </a:lnTo>
                  <a:lnTo>
                    <a:pt x="1065169" y="681398"/>
                  </a:lnTo>
                  <a:lnTo>
                    <a:pt x="1064097" y="681782"/>
                  </a:lnTo>
                  <a:lnTo>
                    <a:pt x="1063026" y="682164"/>
                  </a:lnTo>
                  <a:lnTo>
                    <a:pt x="1061954" y="682543"/>
                  </a:lnTo>
                  <a:lnTo>
                    <a:pt x="1060882" y="682919"/>
                  </a:lnTo>
                  <a:lnTo>
                    <a:pt x="1059811" y="683293"/>
                  </a:lnTo>
                  <a:lnTo>
                    <a:pt x="1058739" y="683665"/>
                  </a:lnTo>
                  <a:lnTo>
                    <a:pt x="1057668" y="684034"/>
                  </a:lnTo>
                  <a:lnTo>
                    <a:pt x="1056596" y="684400"/>
                  </a:lnTo>
                  <a:lnTo>
                    <a:pt x="1055524" y="684764"/>
                  </a:lnTo>
                  <a:lnTo>
                    <a:pt x="1054453" y="685125"/>
                  </a:lnTo>
                  <a:lnTo>
                    <a:pt x="1053381" y="685484"/>
                  </a:lnTo>
                  <a:lnTo>
                    <a:pt x="1052310" y="685840"/>
                  </a:lnTo>
                  <a:lnTo>
                    <a:pt x="1051238" y="686194"/>
                  </a:lnTo>
                  <a:lnTo>
                    <a:pt x="1050166" y="686545"/>
                  </a:lnTo>
                  <a:lnTo>
                    <a:pt x="1049095" y="686894"/>
                  </a:lnTo>
                  <a:lnTo>
                    <a:pt x="1048023" y="687241"/>
                  </a:lnTo>
                  <a:lnTo>
                    <a:pt x="1046952" y="687585"/>
                  </a:lnTo>
                  <a:lnTo>
                    <a:pt x="1045880" y="687926"/>
                  </a:lnTo>
                  <a:lnTo>
                    <a:pt x="1044808" y="688265"/>
                  </a:lnTo>
                  <a:lnTo>
                    <a:pt x="1043737" y="688602"/>
                  </a:lnTo>
                  <a:lnTo>
                    <a:pt x="1042665" y="688936"/>
                  </a:lnTo>
                  <a:lnTo>
                    <a:pt x="1041594" y="689268"/>
                  </a:lnTo>
                  <a:lnTo>
                    <a:pt x="1040522" y="689598"/>
                  </a:lnTo>
                  <a:lnTo>
                    <a:pt x="1039450" y="689925"/>
                  </a:lnTo>
                  <a:lnTo>
                    <a:pt x="1038379" y="690250"/>
                  </a:lnTo>
                  <a:lnTo>
                    <a:pt x="1037307" y="690572"/>
                  </a:lnTo>
                  <a:lnTo>
                    <a:pt x="1036236" y="690893"/>
                  </a:lnTo>
                  <a:lnTo>
                    <a:pt x="1035164" y="691210"/>
                  </a:lnTo>
                  <a:lnTo>
                    <a:pt x="1034092" y="691526"/>
                  </a:lnTo>
                  <a:lnTo>
                    <a:pt x="1033021" y="691839"/>
                  </a:lnTo>
                  <a:lnTo>
                    <a:pt x="1031949" y="692150"/>
                  </a:lnTo>
                  <a:lnTo>
                    <a:pt x="1030878" y="692459"/>
                  </a:lnTo>
                  <a:lnTo>
                    <a:pt x="1029806" y="692766"/>
                  </a:lnTo>
                  <a:lnTo>
                    <a:pt x="1028734" y="693070"/>
                  </a:lnTo>
                  <a:lnTo>
                    <a:pt x="1027663" y="693372"/>
                  </a:lnTo>
                  <a:lnTo>
                    <a:pt x="1026591" y="693671"/>
                  </a:lnTo>
                  <a:lnTo>
                    <a:pt x="1025520" y="693969"/>
                  </a:lnTo>
                  <a:lnTo>
                    <a:pt x="1024448" y="694264"/>
                  </a:lnTo>
                  <a:lnTo>
                    <a:pt x="1023376" y="694557"/>
                  </a:lnTo>
                  <a:lnTo>
                    <a:pt x="1022305" y="694848"/>
                  </a:lnTo>
                  <a:lnTo>
                    <a:pt x="1021233" y="695137"/>
                  </a:lnTo>
                  <a:lnTo>
                    <a:pt x="1020162" y="695424"/>
                  </a:lnTo>
                  <a:lnTo>
                    <a:pt x="1019090" y="695708"/>
                  </a:lnTo>
                  <a:lnTo>
                    <a:pt x="1018018" y="695991"/>
                  </a:lnTo>
                  <a:lnTo>
                    <a:pt x="1016947" y="696271"/>
                  </a:lnTo>
                  <a:lnTo>
                    <a:pt x="1015875" y="696549"/>
                  </a:lnTo>
                  <a:lnTo>
                    <a:pt x="1014804" y="696825"/>
                  </a:lnTo>
                  <a:lnTo>
                    <a:pt x="1013732" y="697099"/>
                  </a:lnTo>
                  <a:lnTo>
                    <a:pt x="1012660" y="697371"/>
                  </a:lnTo>
                  <a:lnTo>
                    <a:pt x="1011589" y="697640"/>
                  </a:lnTo>
                  <a:lnTo>
                    <a:pt x="1010517" y="697908"/>
                  </a:lnTo>
                  <a:lnTo>
                    <a:pt x="1009446" y="698173"/>
                  </a:lnTo>
                  <a:lnTo>
                    <a:pt x="1008374" y="698437"/>
                  </a:lnTo>
                  <a:lnTo>
                    <a:pt x="1007302" y="698698"/>
                  </a:lnTo>
                  <a:lnTo>
                    <a:pt x="1006231" y="698958"/>
                  </a:lnTo>
                  <a:lnTo>
                    <a:pt x="1005159" y="699215"/>
                  </a:lnTo>
                  <a:lnTo>
                    <a:pt x="1004088" y="699471"/>
                  </a:lnTo>
                  <a:lnTo>
                    <a:pt x="1003016" y="699724"/>
                  </a:lnTo>
                  <a:lnTo>
                    <a:pt x="1001944" y="699976"/>
                  </a:lnTo>
                  <a:lnTo>
                    <a:pt x="1000873" y="700225"/>
                  </a:lnTo>
                  <a:lnTo>
                    <a:pt x="999801" y="700473"/>
                  </a:lnTo>
                  <a:lnTo>
                    <a:pt x="998730" y="700719"/>
                  </a:lnTo>
                  <a:lnTo>
                    <a:pt x="997658" y="700962"/>
                  </a:lnTo>
                  <a:lnTo>
                    <a:pt x="996586" y="701204"/>
                  </a:lnTo>
                  <a:lnTo>
                    <a:pt x="995515" y="701444"/>
                  </a:lnTo>
                  <a:lnTo>
                    <a:pt x="994443" y="701682"/>
                  </a:lnTo>
                  <a:lnTo>
                    <a:pt x="993372" y="701918"/>
                  </a:lnTo>
                  <a:lnTo>
                    <a:pt x="992300" y="702152"/>
                  </a:lnTo>
                  <a:lnTo>
                    <a:pt x="991228" y="702384"/>
                  </a:lnTo>
                  <a:lnTo>
                    <a:pt x="990157" y="702615"/>
                  </a:lnTo>
                  <a:lnTo>
                    <a:pt x="989085" y="702843"/>
                  </a:lnTo>
                  <a:lnTo>
                    <a:pt x="988014" y="703070"/>
                  </a:lnTo>
                  <a:lnTo>
                    <a:pt x="986942" y="703295"/>
                  </a:lnTo>
                  <a:lnTo>
                    <a:pt x="985870" y="703518"/>
                  </a:lnTo>
                  <a:lnTo>
                    <a:pt x="984799" y="703739"/>
                  </a:lnTo>
                  <a:lnTo>
                    <a:pt x="983727" y="703958"/>
                  </a:lnTo>
                  <a:lnTo>
                    <a:pt x="982656" y="704176"/>
                  </a:lnTo>
                  <a:lnTo>
                    <a:pt x="981584" y="704392"/>
                  </a:lnTo>
                  <a:lnTo>
                    <a:pt x="980512" y="704606"/>
                  </a:lnTo>
                  <a:lnTo>
                    <a:pt x="979441" y="704818"/>
                  </a:lnTo>
                  <a:lnTo>
                    <a:pt x="978369" y="705029"/>
                  </a:lnTo>
                  <a:lnTo>
                    <a:pt x="977298" y="705238"/>
                  </a:lnTo>
                  <a:lnTo>
                    <a:pt x="976226" y="705445"/>
                  </a:lnTo>
                  <a:lnTo>
                    <a:pt x="975154" y="705650"/>
                  </a:lnTo>
                  <a:lnTo>
                    <a:pt x="974083" y="705854"/>
                  </a:lnTo>
                  <a:lnTo>
                    <a:pt x="973011" y="706056"/>
                  </a:lnTo>
                  <a:lnTo>
                    <a:pt x="971940" y="706256"/>
                  </a:lnTo>
                  <a:lnTo>
                    <a:pt x="970868" y="706455"/>
                  </a:lnTo>
                  <a:lnTo>
                    <a:pt x="969796" y="706652"/>
                  </a:lnTo>
                  <a:lnTo>
                    <a:pt x="968725" y="706847"/>
                  </a:lnTo>
                  <a:lnTo>
                    <a:pt x="967653" y="707041"/>
                  </a:lnTo>
                  <a:lnTo>
                    <a:pt x="966582" y="707233"/>
                  </a:lnTo>
                  <a:lnTo>
                    <a:pt x="965510" y="707423"/>
                  </a:lnTo>
                  <a:lnTo>
                    <a:pt x="964438" y="707612"/>
                  </a:lnTo>
                  <a:lnTo>
                    <a:pt x="963367" y="707799"/>
                  </a:lnTo>
                  <a:lnTo>
                    <a:pt x="962295" y="707984"/>
                  </a:lnTo>
                  <a:lnTo>
                    <a:pt x="961224" y="708168"/>
                  </a:lnTo>
                  <a:lnTo>
                    <a:pt x="960152" y="708351"/>
                  </a:lnTo>
                  <a:lnTo>
                    <a:pt x="959080" y="708532"/>
                  </a:lnTo>
                  <a:lnTo>
                    <a:pt x="958009" y="708711"/>
                  </a:lnTo>
                  <a:lnTo>
                    <a:pt x="956937" y="708889"/>
                  </a:lnTo>
                  <a:lnTo>
                    <a:pt x="955866" y="709065"/>
                  </a:lnTo>
                  <a:lnTo>
                    <a:pt x="954794" y="709239"/>
                  </a:lnTo>
                  <a:lnTo>
                    <a:pt x="953722" y="709413"/>
                  </a:lnTo>
                  <a:lnTo>
                    <a:pt x="952651" y="709584"/>
                  </a:lnTo>
                  <a:lnTo>
                    <a:pt x="951579" y="709754"/>
                  </a:lnTo>
                  <a:lnTo>
                    <a:pt x="950508" y="709923"/>
                  </a:lnTo>
                  <a:lnTo>
                    <a:pt x="949436" y="710090"/>
                  </a:lnTo>
                  <a:lnTo>
                    <a:pt x="948364" y="710256"/>
                  </a:lnTo>
                  <a:lnTo>
                    <a:pt x="947293" y="710420"/>
                  </a:lnTo>
                  <a:lnTo>
                    <a:pt x="946221" y="710583"/>
                  </a:lnTo>
                  <a:lnTo>
                    <a:pt x="945150" y="710745"/>
                  </a:lnTo>
                  <a:lnTo>
                    <a:pt x="944078" y="710905"/>
                  </a:lnTo>
                  <a:lnTo>
                    <a:pt x="943006" y="711063"/>
                  </a:lnTo>
                  <a:lnTo>
                    <a:pt x="941935" y="711220"/>
                  </a:lnTo>
                  <a:lnTo>
                    <a:pt x="940863" y="711376"/>
                  </a:lnTo>
                  <a:lnTo>
                    <a:pt x="939792" y="711530"/>
                  </a:lnTo>
                  <a:lnTo>
                    <a:pt x="938720" y="711683"/>
                  </a:lnTo>
                  <a:lnTo>
                    <a:pt x="937648" y="711835"/>
                  </a:lnTo>
                  <a:lnTo>
                    <a:pt x="936577" y="711986"/>
                  </a:lnTo>
                  <a:lnTo>
                    <a:pt x="935505" y="712134"/>
                  </a:lnTo>
                  <a:lnTo>
                    <a:pt x="934434" y="712282"/>
                  </a:lnTo>
                  <a:lnTo>
                    <a:pt x="933362" y="712428"/>
                  </a:lnTo>
                  <a:lnTo>
                    <a:pt x="932290" y="712574"/>
                  </a:lnTo>
                  <a:lnTo>
                    <a:pt x="931219" y="712717"/>
                  </a:lnTo>
                  <a:lnTo>
                    <a:pt x="930147" y="712860"/>
                  </a:lnTo>
                  <a:lnTo>
                    <a:pt x="929076" y="713001"/>
                  </a:lnTo>
                  <a:lnTo>
                    <a:pt x="928004" y="713141"/>
                  </a:lnTo>
                  <a:lnTo>
                    <a:pt x="926932" y="713279"/>
                  </a:lnTo>
                  <a:lnTo>
                    <a:pt x="925861" y="713417"/>
                  </a:lnTo>
                  <a:lnTo>
                    <a:pt x="924789" y="713553"/>
                  </a:lnTo>
                  <a:lnTo>
                    <a:pt x="923718" y="713688"/>
                  </a:lnTo>
                  <a:lnTo>
                    <a:pt x="922646" y="713822"/>
                  </a:lnTo>
                  <a:lnTo>
                    <a:pt x="921574" y="713954"/>
                  </a:lnTo>
                  <a:lnTo>
                    <a:pt x="920503" y="714085"/>
                  </a:lnTo>
                  <a:lnTo>
                    <a:pt x="919431" y="714216"/>
                  </a:lnTo>
                  <a:lnTo>
                    <a:pt x="918360" y="714344"/>
                  </a:lnTo>
                  <a:lnTo>
                    <a:pt x="917288" y="714472"/>
                  </a:lnTo>
                  <a:lnTo>
                    <a:pt x="916216" y="714599"/>
                  </a:lnTo>
                  <a:lnTo>
                    <a:pt x="915145" y="714724"/>
                  </a:lnTo>
                  <a:lnTo>
                    <a:pt x="914073" y="714849"/>
                  </a:lnTo>
                  <a:lnTo>
                    <a:pt x="913002" y="714972"/>
                  </a:lnTo>
                  <a:lnTo>
                    <a:pt x="911930" y="715094"/>
                  </a:lnTo>
                  <a:lnTo>
                    <a:pt x="910858" y="715215"/>
                  </a:lnTo>
                  <a:lnTo>
                    <a:pt x="909787" y="715335"/>
                  </a:lnTo>
                  <a:lnTo>
                    <a:pt x="908715" y="715454"/>
                  </a:lnTo>
                  <a:lnTo>
                    <a:pt x="907644" y="715572"/>
                  </a:lnTo>
                  <a:lnTo>
                    <a:pt x="906572" y="715688"/>
                  </a:lnTo>
                  <a:lnTo>
                    <a:pt x="905500" y="715804"/>
                  </a:lnTo>
                  <a:lnTo>
                    <a:pt x="904429" y="715919"/>
                  </a:lnTo>
                  <a:lnTo>
                    <a:pt x="903357" y="716032"/>
                  </a:lnTo>
                  <a:lnTo>
                    <a:pt x="902286" y="716145"/>
                  </a:lnTo>
                  <a:lnTo>
                    <a:pt x="901214" y="716256"/>
                  </a:lnTo>
                  <a:lnTo>
                    <a:pt x="900142" y="716367"/>
                  </a:lnTo>
                  <a:lnTo>
                    <a:pt x="899071" y="716476"/>
                  </a:lnTo>
                  <a:lnTo>
                    <a:pt x="897999" y="716585"/>
                  </a:lnTo>
                  <a:lnTo>
                    <a:pt x="896928" y="716692"/>
                  </a:lnTo>
                  <a:lnTo>
                    <a:pt x="895856" y="716799"/>
                  </a:lnTo>
                  <a:lnTo>
                    <a:pt x="894784" y="716905"/>
                  </a:lnTo>
                  <a:lnTo>
                    <a:pt x="893713" y="717010"/>
                  </a:lnTo>
                  <a:lnTo>
                    <a:pt x="892641" y="717113"/>
                  </a:lnTo>
                  <a:lnTo>
                    <a:pt x="891570" y="717216"/>
                  </a:lnTo>
                  <a:lnTo>
                    <a:pt x="890498" y="717318"/>
                  </a:lnTo>
                  <a:lnTo>
                    <a:pt x="889426" y="717419"/>
                  </a:lnTo>
                  <a:lnTo>
                    <a:pt x="888355" y="717520"/>
                  </a:lnTo>
                  <a:lnTo>
                    <a:pt x="887283" y="717619"/>
                  </a:lnTo>
                  <a:lnTo>
                    <a:pt x="886212" y="717717"/>
                  </a:lnTo>
                  <a:lnTo>
                    <a:pt x="885140" y="717815"/>
                  </a:lnTo>
                  <a:lnTo>
                    <a:pt x="884069" y="717912"/>
                  </a:lnTo>
                  <a:lnTo>
                    <a:pt x="882997" y="718008"/>
                  </a:lnTo>
                  <a:lnTo>
                    <a:pt x="881925" y="718103"/>
                  </a:lnTo>
                  <a:lnTo>
                    <a:pt x="880854" y="718197"/>
                  </a:lnTo>
                  <a:lnTo>
                    <a:pt x="879782" y="718291"/>
                  </a:lnTo>
                  <a:lnTo>
                    <a:pt x="878711" y="718383"/>
                  </a:lnTo>
                  <a:lnTo>
                    <a:pt x="877639" y="718475"/>
                  </a:lnTo>
                  <a:lnTo>
                    <a:pt x="876567" y="718566"/>
                  </a:lnTo>
                  <a:lnTo>
                    <a:pt x="875496" y="718657"/>
                  </a:lnTo>
                  <a:lnTo>
                    <a:pt x="874424" y="718746"/>
                  </a:lnTo>
                  <a:lnTo>
                    <a:pt x="873353" y="718835"/>
                  </a:lnTo>
                  <a:lnTo>
                    <a:pt x="872281" y="718923"/>
                  </a:lnTo>
                  <a:lnTo>
                    <a:pt x="871209" y="719011"/>
                  </a:lnTo>
                  <a:lnTo>
                    <a:pt x="870138" y="719097"/>
                  </a:lnTo>
                  <a:lnTo>
                    <a:pt x="869066" y="719183"/>
                  </a:lnTo>
                  <a:lnTo>
                    <a:pt x="867995" y="719269"/>
                  </a:lnTo>
                  <a:lnTo>
                    <a:pt x="866923" y="719353"/>
                  </a:lnTo>
                  <a:lnTo>
                    <a:pt x="865851" y="719437"/>
                  </a:lnTo>
                  <a:lnTo>
                    <a:pt x="864780" y="719521"/>
                  </a:lnTo>
                  <a:lnTo>
                    <a:pt x="863708" y="719603"/>
                  </a:lnTo>
                  <a:lnTo>
                    <a:pt x="862637" y="719685"/>
                  </a:lnTo>
                  <a:lnTo>
                    <a:pt x="861565" y="719767"/>
                  </a:lnTo>
                  <a:lnTo>
                    <a:pt x="860493" y="719847"/>
                  </a:lnTo>
                  <a:lnTo>
                    <a:pt x="859422" y="719928"/>
                  </a:lnTo>
                  <a:lnTo>
                    <a:pt x="858350" y="720007"/>
                  </a:lnTo>
                  <a:lnTo>
                    <a:pt x="857279" y="720086"/>
                  </a:lnTo>
                  <a:lnTo>
                    <a:pt x="856207" y="720165"/>
                  </a:lnTo>
                  <a:lnTo>
                    <a:pt x="855135" y="720242"/>
                  </a:lnTo>
                  <a:lnTo>
                    <a:pt x="854064" y="720320"/>
                  </a:lnTo>
                  <a:lnTo>
                    <a:pt x="852992" y="720396"/>
                  </a:lnTo>
                  <a:lnTo>
                    <a:pt x="851921" y="720473"/>
                  </a:lnTo>
                  <a:lnTo>
                    <a:pt x="850849" y="720548"/>
                  </a:lnTo>
                  <a:lnTo>
                    <a:pt x="849777" y="720623"/>
                  </a:lnTo>
                  <a:lnTo>
                    <a:pt x="848706" y="720698"/>
                  </a:lnTo>
                  <a:lnTo>
                    <a:pt x="847634" y="720772"/>
                  </a:lnTo>
                  <a:lnTo>
                    <a:pt x="846563" y="720846"/>
                  </a:lnTo>
                  <a:lnTo>
                    <a:pt x="845491" y="720919"/>
                  </a:lnTo>
                  <a:lnTo>
                    <a:pt x="844419" y="720992"/>
                  </a:lnTo>
                  <a:lnTo>
                    <a:pt x="843348" y="721064"/>
                  </a:lnTo>
                  <a:lnTo>
                    <a:pt x="842276" y="721136"/>
                  </a:lnTo>
                  <a:lnTo>
                    <a:pt x="841205" y="721207"/>
                  </a:lnTo>
                  <a:lnTo>
                    <a:pt x="840133" y="721278"/>
                  </a:lnTo>
                  <a:lnTo>
                    <a:pt x="839061" y="721349"/>
                  </a:lnTo>
                  <a:lnTo>
                    <a:pt x="837990" y="721419"/>
                  </a:lnTo>
                  <a:lnTo>
                    <a:pt x="836918" y="721489"/>
                  </a:lnTo>
                  <a:lnTo>
                    <a:pt x="835847" y="721558"/>
                  </a:lnTo>
                  <a:lnTo>
                    <a:pt x="834775" y="721627"/>
                  </a:lnTo>
                  <a:lnTo>
                    <a:pt x="833703" y="721696"/>
                  </a:lnTo>
                  <a:lnTo>
                    <a:pt x="832632" y="721764"/>
                  </a:lnTo>
                  <a:lnTo>
                    <a:pt x="831560" y="721832"/>
                  </a:lnTo>
                  <a:lnTo>
                    <a:pt x="830489" y="721900"/>
                  </a:lnTo>
                  <a:lnTo>
                    <a:pt x="829417" y="721967"/>
                  </a:lnTo>
                  <a:lnTo>
                    <a:pt x="828345" y="722034"/>
                  </a:lnTo>
                  <a:lnTo>
                    <a:pt x="827274" y="722101"/>
                  </a:lnTo>
                  <a:lnTo>
                    <a:pt x="826202" y="722168"/>
                  </a:lnTo>
                  <a:lnTo>
                    <a:pt x="825131" y="722234"/>
                  </a:lnTo>
                  <a:lnTo>
                    <a:pt x="824059" y="722300"/>
                  </a:lnTo>
                  <a:lnTo>
                    <a:pt x="822987" y="722365"/>
                  </a:lnTo>
                  <a:lnTo>
                    <a:pt x="821916" y="722431"/>
                  </a:lnTo>
                  <a:lnTo>
                    <a:pt x="820844" y="722496"/>
                  </a:lnTo>
                  <a:lnTo>
                    <a:pt x="819773" y="722561"/>
                  </a:lnTo>
                  <a:lnTo>
                    <a:pt x="818701" y="722625"/>
                  </a:lnTo>
                  <a:lnTo>
                    <a:pt x="817629" y="722690"/>
                  </a:lnTo>
                  <a:lnTo>
                    <a:pt x="816558" y="722754"/>
                  </a:lnTo>
                  <a:lnTo>
                    <a:pt x="815486" y="722818"/>
                  </a:lnTo>
                  <a:lnTo>
                    <a:pt x="814415" y="722882"/>
                  </a:lnTo>
                  <a:lnTo>
                    <a:pt x="813343" y="722946"/>
                  </a:lnTo>
                  <a:lnTo>
                    <a:pt x="812271" y="723010"/>
                  </a:lnTo>
                  <a:lnTo>
                    <a:pt x="811200" y="723073"/>
                  </a:lnTo>
                  <a:lnTo>
                    <a:pt x="810128" y="723137"/>
                  </a:lnTo>
                  <a:lnTo>
                    <a:pt x="809057" y="723200"/>
                  </a:lnTo>
                  <a:lnTo>
                    <a:pt x="807985" y="723263"/>
                  </a:lnTo>
                  <a:lnTo>
                    <a:pt x="806913" y="723326"/>
                  </a:lnTo>
                  <a:lnTo>
                    <a:pt x="805842" y="723389"/>
                  </a:lnTo>
                  <a:lnTo>
                    <a:pt x="804770" y="723452"/>
                  </a:lnTo>
                  <a:lnTo>
                    <a:pt x="803699" y="723515"/>
                  </a:lnTo>
                  <a:lnTo>
                    <a:pt x="802627" y="723577"/>
                  </a:lnTo>
                  <a:lnTo>
                    <a:pt x="801555" y="723640"/>
                  </a:lnTo>
                  <a:lnTo>
                    <a:pt x="800484" y="723703"/>
                  </a:lnTo>
                  <a:lnTo>
                    <a:pt x="799412" y="723765"/>
                  </a:lnTo>
                  <a:lnTo>
                    <a:pt x="798341" y="723828"/>
                  </a:lnTo>
                  <a:lnTo>
                    <a:pt x="797269" y="723890"/>
                  </a:lnTo>
                  <a:lnTo>
                    <a:pt x="796197" y="723953"/>
                  </a:lnTo>
                  <a:lnTo>
                    <a:pt x="795126" y="724015"/>
                  </a:lnTo>
                  <a:lnTo>
                    <a:pt x="794054" y="724078"/>
                  </a:lnTo>
                  <a:lnTo>
                    <a:pt x="792983" y="724141"/>
                  </a:lnTo>
                  <a:lnTo>
                    <a:pt x="791911" y="724203"/>
                  </a:lnTo>
                  <a:lnTo>
                    <a:pt x="790839" y="724266"/>
                  </a:lnTo>
                  <a:lnTo>
                    <a:pt x="789768" y="724329"/>
                  </a:lnTo>
                  <a:lnTo>
                    <a:pt x="788696" y="724392"/>
                  </a:lnTo>
                  <a:lnTo>
                    <a:pt x="787625" y="724454"/>
                  </a:lnTo>
                  <a:lnTo>
                    <a:pt x="786553" y="724517"/>
                  </a:lnTo>
                  <a:lnTo>
                    <a:pt x="785481" y="724580"/>
                  </a:lnTo>
                  <a:lnTo>
                    <a:pt x="784410" y="724644"/>
                  </a:lnTo>
                  <a:lnTo>
                    <a:pt x="783338" y="724707"/>
                  </a:lnTo>
                  <a:lnTo>
                    <a:pt x="782267" y="724770"/>
                  </a:lnTo>
                  <a:lnTo>
                    <a:pt x="781195" y="724834"/>
                  </a:lnTo>
                  <a:lnTo>
                    <a:pt x="780123" y="724897"/>
                  </a:lnTo>
                  <a:lnTo>
                    <a:pt x="779052" y="724961"/>
                  </a:lnTo>
                  <a:lnTo>
                    <a:pt x="777980" y="725025"/>
                  </a:lnTo>
                  <a:lnTo>
                    <a:pt x="776909" y="725090"/>
                  </a:lnTo>
                  <a:lnTo>
                    <a:pt x="775837" y="725154"/>
                  </a:lnTo>
                  <a:lnTo>
                    <a:pt x="774765" y="725218"/>
                  </a:lnTo>
                  <a:lnTo>
                    <a:pt x="773694" y="725283"/>
                  </a:lnTo>
                  <a:lnTo>
                    <a:pt x="772622" y="725348"/>
                  </a:lnTo>
                  <a:lnTo>
                    <a:pt x="771551" y="725413"/>
                  </a:lnTo>
                  <a:lnTo>
                    <a:pt x="770479" y="725479"/>
                  </a:lnTo>
                  <a:lnTo>
                    <a:pt x="769407" y="725544"/>
                  </a:lnTo>
                  <a:lnTo>
                    <a:pt x="768336" y="725610"/>
                  </a:lnTo>
                  <a:lnTo>
                    <a:pt x="767264" y="725676"/>
                  </a:lnTo>
                  <a:lnTo>
                    <a:pt x="766193" y="725743"/>
                  </a:lnTo>
                  <a:lnTo>
                    <a:pt x="765121" y="725810"/>
                  </a:lnTo>
                  <a:lnTo>
                    <a:pt x="764049" y="725877"/>
                  </a:lnTo>
                  <a:lnTo>
                    <a:pt x="762978" y="725944"/>
                  </a:lnTo>
                  <a:lnTo>
                    <a:pt x="761906" y="726012"/>
                  </a:lnTo>
                  <a:lnTo>
                    <a:pt x="760835" y="726079"/>
                  </a:lnTo>
                  <a:lnTo>
                    <a:pt x="759763" y="726148"/>
                  </a:lnTo>
                  <a:lnTo>
                    <a:pt x="758691" y="726216"/>
                  </a:lnTo>
                  <a:lnTo>
                    <a:pt x="757620" y="726285"/>
                  </a:lnTo>
                  <a:lnTo>
                    <a:pt x="756548" y="726355"/>
                  </a:lnTo>
                  <a:lnTo>
                    <a:pt x="755477" y="726424"/>
                  </a:lnTo>
                  <a:lnTo>
                    <a:pt x="754405" y="726494"/>
                  </a:lnTo>
                  <a:lnTo>
                    <a:pt x="753333" y="726565"/>
                  </a:lnTo>
                  <a:lnTo>
                    <a:pt x="752262" y="726635"/>
                  </a:lnTo>
                  <a:lnTo>
                    <a:pt x="751190" y="726706"/>
                  </a:lnTo>
                  <a:lnTo>
                    <a:pt x="750119" y="726778"/>
                  </a:lnTo>
                  <a:lnTo>
                    <a:pt x="749047" y="726850"/>
                  </a:lnTo>
                  <a:lnTo>
                    <a:pt x="747975" y="726922"/>
                  </a:lnTo>
                  <a:lnTo>
                    <a:pt x="746904" y="726995"/>
                  </a:lnTo>
                  <a:lnTo>
                    <a:pt x="745832" y="727069"/>
                  </a:lnTo>
                  <a:lnTo>
                    <a:pt x="744761" y="727142"/>
                  </a:lnTo>
                  <a:lnTo>
                    <a:pt x="743689" y="727217"/>
                  </a:lnTo>
                  <a:lnTo>
                    <a:pt x="742617" y="727291"/>
                  </a:lnTo>
                  <a:lnTo>
                    <a:pt x="741546" y="727366"/>
                  </a:lnTo>
                  <a:lnTo>
                    <a:pt x="740474" y="727442"/>
                  </a:lnTo>
                  <a:lnTo>
                    <a:pt x="739403" y="727518"/>
                  </a:lnTo>
                  <a:lnTo>
                    <a:pt x="738331" y="727595"/>
                  </a:lnTo>
                  <a:lnTo>
                    <a:pt x="737259" y="727672"/>
                  </a:lnTo>
                  <a:lnTo>
                    <a:pt x="736188" y="727749"/>
                  </a:lnTo>
                  <a:lnTo>
                    <a:pt x="735116" y="727828"/>
                  </a:lnTo>
                  <a:lnTo>
                    <a:pt x="734045" y="727906"/>
                  </a:lnTo>
                  <a:lnTo>
                    <a:pt x="732973" y="727986"/>
                  </a:lnTo>
                  <a:lnTo>
                    <a:pt x="731901" y="728065"/>
                  </a:lnTo>
                  <a:lnTo>
                    <a:pt x="730830" y="728146"/>
                  </a:lnTo>
                  <a:lnTo>
                    <a:pt x="729758" y="728227"/>
                  </a:lnTo>
                  <a:lnTo>
                    <a:pt x="728687" y="728308"/>
                  </a:lnTo>
                  <a:lnTo>
                    <a:pt x="727615" y="728390"/>
                  </a:lnTo>
                  <a:lnTo>
                    <a:pt x="726543" y="728473"/>
                  </a:lnTo>
                  <a:lnTo>
                    <a:pt x="725472" y="728556"/>
                  </a:lnTo>
                  <a:lnTo>
                    <a:pt x="724400" y="728640"/>
                  </a:lnTo>
                  <a:lnTo>
                    <a:pt x="723329" y="728725"/>
                  </a:lnTo>
                  <a:lnTo>
                    <a:pt x="722257" y="728810"/>
                  </a:lnTo>
                  <a:lnTo>
                    <a:pt x="721185" y="728896"/>
                  </a:lnTo>
                  <a:lnTo>
                    <a:pt x="720114" y="728982"/>
                  </a:lnTo>
                  <a:lnTo>
                    <a:pt x="719042" y="729069"/>
                  </a:lnTo>
                  <a:lnTo>
                    <a:pt x="717971" y="729157"/>
                  </a:lnTo>
                  <a:lnTo>
                    <a:pt x="716899" y="729245"/>
                  </a:lnTo>
                  <a:lnTo>
                    <a:pt x="715827" y="729334"/>
                  </a:lnTo>
                  <a:lnTo>
                    <a:pt x="714756" y="729424"/>
                  </a:lnTo>
                  <a:lnTo>
                    <a:pt x="713684" y="729514"/>
                  </a:lnTo>
                  <a:lnTo>
                    <a:pt x="712613" y="729605"/>
                  </a:lnTo>
                  <a:lnTo>
                    <a:pt x="711541" y="729697"/>
                  </a:lnTo>
                  <a:lnTo>
                    <a:pt x="710469" y="729790"/>
                  </a:lnTo>
                  <a:lnTo>
                    <a:pt x="709398" y="729883"/>
                  </a:lnTo>
                  <a:lnTo>
                    <a:pt x="708326" y="729977"/>
                  </a:lnTo>
                  <a:lnTo>
                    <a:pt x="707255" y="730072"/>
                  </a:lnTo>
                  <a:lnTo>
                    <a:pt x="706183" y="730167"/>
                  </a:lnTo>
                  <a:lnTo>
                    <a:pt x="705112" y="730263"/>
                  </a:lnTo>
                  <a:lnTo>
                    <a:pt x="704040" y="730360"/>
                  </a:lnTo>
                  <a:lnTo>
                    <a:pt x="702968" y="730458"/>
                  </a:lnTo>
                  <a:lnTo>
                    <a:pt x="701897" y="730556"/>
                  </a:lnTo>
                  <a:lnTo>
                    <a:pt x="700825" y="730655"/>
                  </a:lnTo>
                  <a:lnTo>
                    <a:pt x="699754" y="730755"/>
                  </a:lnTo>
                  <a:lnTo>
                    <a:pt x="698682" y="730856"/>
                  </a:lnTo>
                  <a:lnTo>
                    <a:pt x="697610" y="730957"/>
                  </a:lnTo>
                  <a:lnTo>
                    <a:pt x="696539" y="731060"/>
                  </a:lnTo>
                  <a:lnTo>
                    <a:pt x="695467" y="731163"/>
                  </a:lnTo>
                  <a:lnTo>
                    <a:pt x="694396" y="731267"/>
                  </a:lnTo>
                  <a:lnTo>
                    <a:pt x="693324" y="731372"/>
                  </a:lnTo>
                  <a:lnTo>
                    <a:pt x="692252" y="731477"/>
                  </a:lnTo>
                  <a:lnTo>
                    <a:pt x="691181" y="731584"/>
                  </a:lnTo>
                  <a:lnTo>
                    <a:pt x="690109" y="731691"/>
                  </a:lnTo>
                  <a:lnTo>
                    <a:pt x="689038" y="731799"/>
                  </a:lnTo>
                  <a:lnTo>
                    <a:pt x="687966" y="731908"/>
                  </a:lnTo>
                  <a:lnTo>
                    <a:pt x="686894" y="732018"/>
                  </a:lnTo>
                  <a:lnTo>
                    <a:pt x="685823" y="732128"/>
                  </a:lnTo>
                  <a:lnTo>
                    <a:pt x="684751" y="732240"/>
                  </a:lnTo>
                  <a:lnTo>
                    <a:pt x="683680" y="732352"/>
                  </a:lnTo>
                  <a:lnTo>
                    <a:pt x="682608" y="732466"/>
                  </a:lnTo>
                  <a:lnTo>
                    <a:pt x="681536" y="732580"/>
                  </a:lnTo>
                  <a:lnTo>
                    <a:pt x="680465" y="732695"/>
                  </a:lnTo>
                  <a:lnTo>
                    <a:pt x="679393" y="732811"/>
                  </a:lnTo>
                  <a:lnTo>
                    <a:pt x="678322" y="732928"/>
                  </a:lnTo>
                  <a:lnTo>
                    <a:pt x="677250" y="733045"/>
                  </a:lnTo>
                  <a:lnTo>
                    <a:pt x="676178" y="733164"/>
                  </a:lnTo>
                  <a:lnTo>
                    <a:pt x="675107" y="733284"/>
                  </a:lnTo>
                  <a:lnTo>
                    <a:pt x="674035" y="733404"/>
                  </a:lnTo>
                  <a:lnTo>
                    <a:pt x="672964" y="733526"/>
                  </a:lnTo>
                  <a:lnTo>
                    <a:pt x="671892" y="733648"/>
                  </a:lnTo>
                  <a:lnTo>
                    <a:pt x="670820" y="733771"/>
                  </a:lnTo>
                  <a:lnTo>
                    <a:pt x="669749" y="733896"/>
                  </a:lnTo>
                  <a:lnTo>
                    <a:pt x="668677" y="734021"/>
                  </a:lnTo>
                  <a:lnTo>
                    <a:pt x="667606" y="734147"/>
                  </a:lnTo>
                  <a:lnTo>
                    <a:pt x="666534" y="734274"/>
                  </a:lnTo>
                  <a:lnTo>
                    <a:pt x="665462" y="734402"/>
                  </a:lnTo>
                  <a:lnTo>
                    <a:pt x="664391" y="734531"/>
                  </a:lnTo>
                  <a:lnTo>
                    <a:pt x="663319" y="734661"/>
                  </a:lnTo>
                  <a:lnTo>
                    <a:pt x="662248" y="734792"/>
                  </a:lnTo>
                  <a:lnTo>
                    <a:pt x="661176" y="734924"/>
                  </a:lnTo>
                  <a:lnTo>
                    <a:pt x="660104" y="735057"/>
                  </a:lnTo>
                  <a:lnTo>
                    <a:pt x="659033" y="735191"/>
                  </a:lnTo>
                  <a:lnTo>
                    <a:pt x="657961" y="735326"/>
                  </a:lnTo>
                  <a:lnTo>
                    <a:pt x="656890" y="735462"/>
                  </a:lnTo>
                  <a:lnTo>
                    <a:pt x="655818" y="735599"/>
                  </a:lnTo>
                  <a:lnTo>
                    <a:pt x="654746" y="735737"/>
                  </a:lnTo>
                  <a:lnTo>
                    <a:pt x="653675" y="735875"/>
                  </a:lnTo>
                  <a:lnTo>
                    <a:pt x="652603" y="736015"/>
                  </a:lnTo>
                  <a:lnTo>
                    <a:pt x="651532" y="736156"/>
                  </a:lnTo>
                  <a:lnTo>
                    <a:pt x="650460" y="736298"/>
                  </a:lnTo>
                  <a:lnTo>
                    <a:pt x="649388" y="736441"/>
                  </a:lnTo>
                  <a:lnTo>
                    <a:pt x="648317" y="736585"/>
                  </a:lnTo>
                  <a:lnTo>
                    <a:pt x="647245" y="736731"/>
                  </a:lnTo>
                  <a:lnTo>
                    <a:pt x="646174" y="736877"/>
                  </a:lnTo>
                  <a:lnTo>
                    <a:pt x="645102" y="737024"/>
                  </a:lnTo>
                  <a:lnTo>
                    <a:pt x="644030" y="737172"/>
                  </a:lnTo>
                  <a:lnTo>
                    <a:pt x="642959" y="737321"/>
                  </a:lnTo>
                  <a:lnTo>
                    <a:pt x="641887" y="737472"/>
                  </a:lnTo>
                  <a:lnTo>
                    <a:pt x="640816" y="737623"/>
                  </a:lnTo>
                  <a:lnTo>
                    <a:pt x="639744" y="737775"/>
                  </a:lnTo>
                  <a:lnTo>
                    <a:pt x="638672" y="737929"/>
                  </a:lnTo>
                  <a:lnTo>
                    <a:pt x="637601" y="738083"/>
                  </a:lnTo>
                  <a:lnTo>
                    <a:pt x="636529" y="738239"/>
                  </a:lnTo>
                  <a:lnTo>
                    <a:pt x="635458" y="738396"/>
                  </a:lnTo>
                  <a:lnTo>
                    <a:pt x="634386" y="738554"/>
                  </a:lnTo>
                  <a:lnTo>
                    <a:pt x="633314" y="738712"/>
                  </a:lnTo>
                  <a:lnTo>
                    <a:pt x="632243" y="738872"/>
                  </a:lnTo>
                  <a:lnTo>
                    <a:pt x="631171" y="739033"/>
                  </a:lnTo>
                  <a:lnTo>
                    <a:pt x="630100" y="739195"/>
                  </a:lnTo>
                  <a:lnTo>
                    <a:pt x="629028" y="739358"/>
                  </a:lnTo>
                  <a:lnTo>
                    <a:pt x="627956" y="739523"/>
                  </a:lnTo>
                  <a:lnTo>
                    <a:pt x="626885" y="739688"/>
                  </a:lnTo>
                  <a:lnTo>
                    <a:pt x="625813" y="739854"/>
                  </a:lnTo>
                  <a:lnTo>
                    <a:pt x="624742" y="740022"/>
                  </a:lnTo>
                  <a:lnTo>
                    <a:pt x="623670" y="740191"/>
                  </a:lnTo>
                  <a:lnTo>
                    <a:pt x="622598" y="740360"/>
                  </a:lnTo>
                  <a:lnTo>
                    <a:pt x="621527" y="740531"/>
                  </a:lnTo>
                  <a:lnTo>
                    <a:pt x="620455" y="740703"/>
                  </a:lnTo>
                  <a:lnTo>
                    <a:pt x="619384" y="740876"/>
                  </a:lnTo>
                  <a:lnTo>
                    <a:pt x="618312" y="741050"/>
                  </a:lnTo>
                  <a:lnTo>
                    <a:pt x="617240" y="741225"/>
                  </a:lnTo>
                  <a:lnTo>
                    <a:pt x="616169" y="741402"/>
                  </a:lnTo>
                  <a:lnTo>
                    <a:pt x="615097" y="741579"/>
                  </a:lnTo>
                  <a:lnTo>
                    <a:pt x="614026" y="741758"/>
                  </a:lnTo>
                  <a:lnTo>
                    <a:pt x="612954" y="741938"/>
                  </a:lnTo>
                  <a:lnTo>
                    <a:pt x="611882" y="742118"/>
                  </a:lnTo>
                  <a:lnTo>
                    <a:pt x="610811" y="742300"/>
                  </a:lnTo>
                  <a:lnTo>
                    <a:pt x="609739" y="742483"/>
                  </a:lnTo>
                  <a:lnTo>
                    <a:pt x="608668" y="742668"/>
                  </a:lnTo>
                  <a:lnTo>
                    <a:pt x="607596" y="742853"/>
                  </a:lnTo>
                  <a:lnTo>
                    <a:pt x="606524" y="743039"/>
                  </a:lnTo>
                  <a:lnTo>
                    <a:pt x="605453" y="743227"/>
                  </a:lnTo>
                  <a:lnTo>
                    <a:pt x="604381" y="743415"/>
                  </a:lnTo>
                  <a:lnTo>
                    <a:pt x="603310" y="743605"/>
                  </a:lnTo>
                  <a:lnTo>
                    <a:pt x="602238" y="743796"/>
                  </a:lnTo>
                  <a:lnTo>
                    <a:pt x="601166" y="743988"/>
                  </a:lnTo>
                  <a:lnTo>
                    <a:pt x="600095" y="744181"/>
                  </a:lnTo>
                  <a:lnTo>
                    <a:pt x="599023" y="744376"/>
                  </a:lnTo>
                  <a:lnTo>
                    <a:pt x="597952" y="744571"/>
                  </a:lnTo>
                  <a:lnTo>
                    <a:pt x="596880" y="744768"/>
                  </a:lnTo>
                  <a:lnTo>
                    <a:pt x="595808" y="744965"/>
                  </a:lnTo>
                  <a:lnTo>
                    <a:pt x="594737" y="745164"/>
                  </a:lnTo>
                  <a:lnTo>
                    <a:pt x="593665" y="745364"/>
                  </a:lnTo>
                  <a:lnTo>
                    <a:pt x="592594" y="745565"/>
                  </a:lnTo>
                  <a:lnTo>
                    <a:pt x="591522" y="745767"/>
                  </a:lnTo>
                  <a:lnTo>
                    <a:pt x="590450" y="745971"/>
                  </a:lnTo>
                  <a:lnTo>
                    <a:pt x="589379" y="746175"/>
                  </a:lnTo>
                  <a:lnTo>
                    <a:pt x="588307" y="746381"/>
                  </a:lnTo>
                  <a:lnTo>
                    <a:pt x="587236" y="746587"/>
                  </a:lnTo>
                  <a:lnTo>
                    <a:pt x="586164" y="746795"/>
                  </a:lnTo>
                  <a:lnTo>
                    <a:pt x="585092" y="747004"/>
                  </a:lnTo>
                  <a:lnTo>
                    <a:pt x="584021" y="747214"/>
                  </a:lnTo>
                  <a:lnTo>
                    <a:pt x="582949" y="747426"/>
                  </a:lnTo>
                  <a:lnTo>
                    <a:pt x="581878" y="747638"/>
                  </a:lnTo>
                  <a:lnTo>
                    <a:pt x="580806" y="747852"/>
                  </a:lnTo>
                  <a:lnTo>
                    <a:pt x="579734" y="748066"/>
                  </a:lnTo>
                  <a:lnTo>
                    <a:pt x="578663" y="748282"/>
                  </a:lnTo>
                  <a:lnTo>
                    <a:pt x="577591" y="748499"/>
                  </a:lnTo>
                  <a:lnTo>
                    <a:pt x="576520" y="748717"/>
                  </a:lnTo>
                  <a:lnTo>
                    <a:pt x="575448" y="748936"/>
                  </a:lnTo>
                  <a:lnTo>
                    <a:pt x="574376" y="749156"/>
                  </a:lnTo>
                  <a:lnTo>
                    <a:pt x="573305" y="749378"/>
                  </a:lnTo>
                  <a:lnTo>
                    <a:pt x="572233" y="749600"/>
                  </a:lnTo>
                  <a:lnTo>
                    <a:pt x="571162" y="749824"/>
                  </a:lnTo>
                  <a:lnTo>
                    <a:pt x="570090" y="750049"/>
                  </a:lnTo>
                  <a:lnTo>
                    <a:pt x="569018" y="750275"/>
                  </a:lnTo>
                  <a:lnTo>
                    <a:pt x="567947" y="750502"/>
                  </a:lnTo>
                  <a:lnTo>
                    <a:pt x="566875" y="750730"/>
                  </a:lnTo>
                  <a:lnTo>
                    <a:pt x="565804" y="750959"/>
                  </a:lnTo>
                  <a:lnTo>
                    <a:pt x="564732" y="751190"/>
                  </a:lnTo>
                  <a:lnTo>
                    <a:pt x="563660" y="751421"/>
                  </a:lnTo>
                  <a:lnTo>
                    <a:pt x="562589" y="751654"/>
                  </a:lnTo>
                  <a:lnTo>
                    <a:pt x="561517" y="751887"/>
                  </a:lnTo>
                  <a:lnTo>
                    <a:pt x="560446" y="752122"/>
                  </a:lnTo>
                  <a:lnTo>
                    <a:pt x="559374" y="752358"/>
                  </a:lnTo>
                  <a:lnTo>
                    <a:pt x="558302" y="752595"/>
                  </a:lnTo>
                  <a:lnTo>
                    <a:pt x="557231" y="752833"/>
                  </a:lnTo>
                  <a:lnTo>
                    <a:pt x="556159" y="753073"/>
                  </a:lnTo>
                  <a:lnTo>
                    <a:pt x="555088" y="753313"/>
                  </a:lnTo>
                  <a:lnTo>
                    <a:pt x="554016" y="753554"/>
                  </a:lnTo>
                  <a:lnTo>
                    <a:pt x="552944" y="753797"/>
                  </a:lnTo>
                  <a:lnTo>
                    <a:pt x="551873" y="754041"/>
                  </a:lnTo>
                  <a:lnTo>
                    <a:pt x="550801" y="754286"/>
                  </a:lnTo>
                  <a:lnTo>
                    <a:pt x="549730" y="754531"/>
                  </a:lnTo>
                  <a:lnTo>
                    <a:pt x="548658" y="754778"/>
                  </a:lnTo>
                  <a:lnTo>
                    <a:pt x="547586" y="755026"/>
                  </a:lnTo>
                  <a:lnTo>
                    <a:pt x="546515" y="755276"/>
                  </a:lnTo>
                  <a:lnTo>
                    <a:pt x="545443" y="755526"/>
                  </a:lnTo>
                  <a:lnTo>
                    <a:pt x="544372" y="755777"/>
                  </a:lnTo>
                  <a:lnTo>
                    <a:pt x="543300" y="756029"/>
                  </a:lnTo>
                  <a:lnTo>
                    <a:pt x="542228" y="756283"/>
                  </a:lnTo>
                  <a:lnTo>
                    <a:pt x="541157" y="756537"/>
                  </a:lnTo>
                  <a:lnTo>
                    <a:pt x="540085" y="756793"/>
                  </a:lnTo>
                  <a:lnTo>
                    <a:pt x="539014" y="757050"/>
                  </a:lnTo>
                  <a:lnTo>
                    <a:pt x="537942" y="757308"/>
                  </a:lnTo>
                  <a:lnTo>
                    <a:pt x="536870" y="757566"/>
                  </a:lnTo>
                  <a:lnTo>
                    <a:pt x="535799" y="757826"/>
                  </a:lnTo>
                  <a:lnTo>
                    <a:pt x="534727" y="758087"/>
                  </a:lnTo>
                  <a:lnTo>
                    <a:pt x="533656" y="758349"/>
                  </a:lnTo>
                  <a:lnTo>
                    <a:pt x="532584" y="758612"/>
                  </a:lnTo>
                  <a:lnTo>
                    <a:pt x="531513" y="758876"/>
                  </a:lnTo>
                  <a:lnTo>
                    <a:pt x="530441" y="759142"/>
                  </a:lnTo>
                  <a:lnTo>
                    <a:pt x="529369" y="759408"/>
                  </a:lnTo>
                  <a:lnTo>
                    <a:pt x="528298" y="759675"/>
                  </a:lnTo>
                  <a:lnTo>
                    <a:pt x="527226" y="759944"/>
                  </a:lnTo>
                  <a:lnTo>
                    <a:pt x="526155" y="760213"/>
                  </a:lnTo>
                  <a:lnTo>
                    <a:pt x="525083" y="760483"/>
                  </a:lnTo>
                  <a:lnTo>
                    <a:pt x="524011" y="760755"/>
                  </a:lnTo>
                  <a:lnTo>
                    <a:pt x="522940" y="761027"/>
                  </a:lnTo>
                  <a:lnTo>
                    <a:pt x="521868" y="761301"/>
                  </a:lnTo>
                  <a:lnTo>
                    <a:pt x="520797" y="761575"/>
                  </a:lnTo>
                  <a:lnTo>
                    <a:pt x="519725" y="761851"/>
                  </a:lnTo>
                  <a:lnTo>
                    <a:pt x="518653" y="762127"/>
                  </a:lnTo>
                  <a:lnTo>
                    <a:pt x="517582" y="762405"/>
                  </a:lnTo>
                  <a:lnTo>
                    <a:pt x="516510" y="762684"/>
                  </a:lnTo>
                  <a:lnTo>
                    <a:pt x="515439" y="762963"/>
                  </a:lnTo>
                  <a:lnTo>
                    <a:pt x="514367" y="763244"/>
                  </a:lnTo>
                  <a:lnTo>
                    <a:pt x="513295" y="763525"/>
                  </a:lnTo>
                  <a:lnTo>
                    <a:pt x="512224" y="763808"/>
                  </a:lnTo>
                  <a:lnTo>
                    <a:pt x="511152" y="764092"/>
                  </a:lnTo>
                  <a:lnTo>
                    <a:pt x="510081" y="764376"/>
                  </a:lnTo>
                  <a:lnTo>
                    <a:pt x="509009" y="764662"/>
                  </a:lnTo>
                  <a:lnTo>
                    <a:pt x="507937" y="764948"/>
                  </a:lnTo>
                  <a:lnTo>
                    <a:pt x="506866" y="765236"/>
                  </a:lnTo>
                  <a:lnTo>
                    <a:pt x="505794" y="765525"/>
                  </a:lnTo>
                  <a:lnTo>
                    <a:pt x="504723" y="765814"/>
                  </a:lnTo>
                  <a:lnTo>
                    <a:pt x="503651" y="766105"/>
                  </a:lnTo>
                  <a:lnTo>
                    <a:pt x="502579" y="766396"/>
                  </a:lnTo>
                  <a:lnTo>
                    <a:pt x="501508" y="766688"/>
                  </a:lnTo>
                  <a:lnTo>
                    <a:pt x="500436" y="766982"/>
                  </a:lnTo>
                  <a:lnTo>
                    <a:pt x="499365" y="767276"/>
                  </a:lnTo>
                  <a:lnTo>
                    <a:pt x="498293" y="767572"/>
                  </a:lnTo>
                  <a:lnTo>
                    <a:pt x="497221" y="767868"/>
                  </a:lnTo>
                  <a:lnTo>
                    <a:pt x="496150" y="768165"/>
                  </a:lnTo>
                  <a:lnTo>
                    <a:pt x="495078" y="768463"/>
                  </a:lnTo>
                  <a:lnTo>
                    <a:pt x="494007" y="768762"/>
                  </a:lnTo>
                  <a:lnTo>
                    <a:pt x="492935" y="769062"/>
                  </a:lnTo>
                  <a:lnTo>
                    <a:pt x="491863" y="769363"/>
                  </a:lnTo>
                  <a:lnTo>
                    <a:pt x="490792" y="769665"/>
                  </a:lnTo>
                  <a:lnTo>
                    <a:pt x="489720" y="769968"/>
                  </a:lnTo>
                  <a:lnTo>
                    <a:pt x="488649" y="770272"/>
                  </a:lnTo>
                  <a:lnTo>
                    <a:pt x="487577" y="770576"/>
                  </a:lnTo>
                  <a:lnTo>
                    <a:pt x="486505" y="770882"/>
                  </a:lnTo>
                  <a:lnTo>
                    <a:pt x="485434" y="771188"/>
                  </a:lnTo>
                  <a:lnTo>
                    <a:pt x="484362" y="771496"/>
                  </a:lnTo>
                  <a:lnTo>
                    <a:pt x="483291" y="771804"/>
                  </a:lnTo>
                  <a:lnTo>
                    <a:pt x="482219" y="772113"/>
                  </a:lnTo>
                  <a:lnTo>
                    <a:pt x="481147" y="772423"/>
                  </a:lnTo>
                  <a:lnTo>
                    <a:pt x="480076" y="772734"/>
                  </a:lnTo>
                  <a:lnTo>
                    <a:pt x="479004" y="773046"/>
                  </a:lnTo>
                  <a:lnTo>
                    <a:pt x="477933" y="773359"/>
                  </a:lnTo>
                  <a:lnTo>
                    <a:pt x="476861" y="773672"/>
                  </a:lnTo>
                  <a:lnTo>
                    <a:pt x="475789" y="773987"/>
                  </a:lnTo>
                  <a:lnTo>
                    <a:pt x="474718" y="774302"/>
                  </a:lnTo>
                  <a:lnTo>
                    <a:pt x="473646" y="774618"/>
                  </a:lnTo>
                  <a:lnTo>
                    <a:pt x="472575" y="774935"/>
                  </a:lnTo>
                  <a:lnTo>
                    <a:pt x="471503" y="775253"/>
                  </a:lnTo>
                  <a:lnTo>
                    <a:pt x="470431" y="775572"/>
                  </a:lnTo>
                  <a:lnTo>
                    <a:pt x="469360" y="775891"/>
                  </a:lnTo>
                  <a:lnTo>
                    <a:pt x="468288" y="776212"/>
                  </a:lnTo>
                  <a:lnTo>
                    <a:pt x="467217" y="776533"/>
                  </a:lnTo>
                  <a:lnTo>
                    <a:pt x="466145" y="776855"/>
                  </a:lnTo>
                  <a:lnTo>
                    <a:pt x="465073" y="777178"/>
                  </a:lnTo>
                  <a:lnTo>
                    <a:pt x="464002" y="777502"/>
                  </a:lnTo>
                  <a:lnTo>
                    <a:pt x="462930" y="777827"/>
                  </a:lnTo>
                  <a:lnTo>
                    <a:pt x="461859" y="778152"/>
                  </a:lnTo>
                  <a:lnTo>
                    <a:pt x="460787" y="778478"/>
                  </a:lnTo>
                  <a:lnTo>
                    <a:pt x="459715" y="778805"/>
                  </a:lnTo>
                  <a:lnTo>
                    <a:pt x="458644" y="779133"/>
                  </a:lnTo>
                  <a:lnTo>
                    <a:pt x="457572" y="779462"/>
                  </a:lnTo>
                  <a:lnTo>
                    <a:pt x="456501" y="779791"/>
                  </a:lnTo>
                  <a:lnTo>
                    <a:pt x="455429" y="780121"/>
                  </a:lnTo>
                  <a:lnTo>
                    <a:pt x="454357" y="780452"/>
                  </a:lnTo>
                  <a:lnTo>
                    <a:pt x="453286" y="780784"/>
                  </a:lnTo>
                  <a:lnTo>
                    <a:pt x="452214" y="781117"/>
                  </a:lnTo>
                  <a:lnTo>
                    <a:pt x="451143" y="781450"/>
                  </a:lnTo>
                  <a:lnTo>
                    <a:pt x="450071" y="781784"/>
                  </a:lnTo>
                  <a:lnTo>
                    <a:pt x="448999" y="782119"/>
                  </a:lnTo>
                  <a:lnTo>
                    <a:pt x="447928" y="782454"/>
                  </a:lnTo>
                  <a:lnTo>
                    <a:pt x="446856" y="782791"/>
                  </a:lnTo>
                  <a:lnTo>
                    <a:pt x="445785" y="783128"/>
                  </a:lnTo>
                  <a:lnTo>
                    <a:pt x="444713" y="783466"/>
                  </a:lnTo>
                  <a:lnTo>
                    <a:pt x="443641" y="783804"/>
                  </a:lnTo>
                  <a:lnTo>
                    <a:pt x="442570" y="784144"/>
                  </a:lnTo>
                  <a:lnTo>
                    <a:pt x="441498" y="784484"/>
                  </a:lnTo>
                  <a:lnTo>
                    <a:pt x="440427" y="784825"/>
                  </a:lnTo>
                  <a:lnTo>
                    <a:pt x="439355" y="785166"/>
                  </a:lnTo>
                  <a:lnTo>
                    <a:pt x="438283" y="785508"/>
                  </a:lnTo>
                  <a:lnTo>
                    <a:pt x="437212" y="785851"/>
                  </a:lnTo>
                  <a:lnTo>
                    <a:pt x="436140" y="786195"/>
                  </a:lnTo>
                  <a:lnTo>
                    <a:pt x="435069" y="786539"/>
                  </a:lnTo>
                  <a:lnTo>
                    <a:pt x="433997" y="786884"/>
                  </a:lnTo>
                  <a:lnTo>
                    <a:pt x="432925" y="787230"/>
                  </a:lnTo>
                  <a:lnTo>
                    <a:pt x="431854" y="787577"/>
                  </a:lnTo>
                  <a:lnTo>
                    <a:pt x="430782" y="787924"/>
                  </a:lnTo>
                  <a:lnTo>
                    <a:pt x="429711" y="788272"/>
                  </a:lnTo>
                  <a:lnTo>
                    <a:pt x="428639" y="788620"/>
                  </a:lnTo>
                  <a:lnTo>
                    <a:pt x="427567" y="788969"/>
                  </a:lnTo>
                  <a:lnTo>
                    <a:pt x="426496" y="789319"/>
                  </a:lnTo>
                  <a:lnTo>
                    <a:pt x="425424" y="789670"/>
                  </a:lnTo>
                  <a:lnTo>
                    <a:pt x="424353" y="790021"/>
                  </a:lnTo>
                  <a:lnTo>
                    <a:pt x="423281" y="790373"/>
                  </a:lnTo>
                  <a:lnTo>
                    <a:pt x="422209" y="790725"/>
                  </a:lnTo>
                  <a:lnTo>
                    <a:pt x="421138" y="791078"/>
                  </a:lnTo>
                  <a:lnTo>
                    <a:pt x="420066" y="791432"/>
                  </a:lnTo>
                  <a:lnTo>
                    <a:pt x="418995" y="791786"/>
                  </a:lnTo>
                  <a:lnTo>
                    <a:pt x="417923" y="792141"/>
                  </a:lnTo>
                  <a:lnTo>
                    <a:pt x="416851" y="792497"/>
                  </a:lnTo>
                  <a:lnTo>
                    <a:pt x="415780" y="792853"/>
                  </a:lnTo>
                  <a:lnTo>
                    <a:pt x="414708" y="793210"/>
                  </a:lnTo>
                  <a:lnTo>
                    <a:pt x="413637" y="793568"/>
                  </a:lnTo>
                  <a:lnTo>
                    <a:pt x="412565" y="793926"/>
                  </a:lnTo>
                  <a:lnTo>
                    <a:pt x="411493" y="794284"/>
                  </a:lnTo>
                  <a:lnTo>
                    <a:pt x="410422" y="794644"/>
                  </a:lnTo>
                  <a:lnTo>
                    <a:pt x="409350" y="795004"/>
                  </a:lnTo>
                  <a:lnTo>
                    <a:pt x="408279" y="795364"/>
                  </a:lnTo>
                  <a:lnTo>
                    <a:pt x="407207" y="795725"/>
                  </a:lnTo>
                  <a:lnTo>
                    <a:pt x="406135" y="796087"/>
                  </a:lnTo>
                  <a:lnTo>
                    <a:pt x="405064" y="796449"/>
                  </a:lnTo>
                  <a:lnTo>
                    <a:pt x="403992" y="796812"/>
                  </a:lnTo>
                  <a:lnTo>
                    <a:pt x="402921" y="797175"/>
                  </a:lnTo>
                  <a:lnTo>
                    <a:pt x="401849" y="797539"/>
                  </a:lnTo>
                  <a:lnTo>
                    <a:pt x="400777" y="797904"/>
                  </a:lnTo>
                  <a:lnTo>
                    <a:pt x="399706" y="798269"/>
                  </a:lnTo>
                  <a:lnTo>
                    <a:pt x="398634" y="798635"/>
                  </a:lnTo>
                  <a:lnTo>
                    <a:pt x="397563" y="799001"/>
                  </a:lnTo>
                  <a:lnTo>
                    <a:pt x="396491" y="799367"/>
                  </a:lnTo>
                  <a:lnTo>
                    <a:pt x="395419" y="799735"/>
                  </a:lnTo>
                  <a:lnTo>
                    <a:pt x="394348" y="800102"/>
                  </a:lnTo>
                  <a:lnTo>
                    <a:pt x="393276" y="800471"/>
                  </a:lnTo>
                  <a:lnTo>
                    <a:pt x="392205" y="800840"/>
                  </a:lnTo>
                  <a:lnTo>
                    <a:pt x="391133" y="801209"/>
                  </a:lnTo>
                  <a:lnTo>
                    <a:pt x="390061" y="801579"/>
                  </a:lnTo>
                  <a:lnTo>
                    <a:pt x="388990" y="801949"/>
                  </a:lnTo>
                  <a:lnTo>
                    <a:pt x="387918" y="802320"/>
                  </a:lnTo>
                  <a:lnTo>
                    <a:pt x="386847" y="802691"/>
                  </a:lnTo>
                  <a:lnTo>
                    <a:pt x="385775" y="803063"/>
                  </a:lnTo>
                  <a:lnTo>
                    <a:pt x="384703" y="803435"/>
                  </a:lnTo>
                  <a:lnTo>
                    <a:pt x="383632" y="803808"/>
                  </a:lnTo>
                  <a:lnTo>
                    <a:pt x="382560" y="804181"/>
                  </a:lnTo>
                  <a:lnTo>
                    <a:pt x="381489" y="804555"/>
                  </a:lnTo>
                  <a:lnTo>
                    <a:pt x="380417" y="804929"/>
                  </a:lnTo>
                  <a:lnTo>
                    <a:pt x="379345" y="805304"/>
                  </a:lnTo>
                  <a:lnTo>
                    <a:pt x="378274" y="805679"/>
                  </a:lnTo>
                  <a:lnTo>
                    <a:pt x="377202" y="806055"/>
                  </a:lnTo>
                  <a:lnTo>
                    <a:pt x="376131" y="806431"/>
                  </a:lnTo>
                  <a:lnTo>
                    <a:pt x="375059" y="806808"/>
                  </a:lnTo>
                  <a:lnTo>
                    <a:pt x="373987" y="807184"/>
                  </a:lnTo>
                  <a:lnTo>
                    <a:pt x="372916" y="807562"/>
                  </a:lnTo>
                  <a:lnTo>
                    <a:pt x="371844" y="807940"/>
                  </a:lnTo>
                  <a:lnTo>
                    <a:pt x="370773" y="808318"/>
                  </a:lnTo>
                  <a:lnTo>
                    <a:pt x="369701" y="808697"/>
                  </a:lnTo>
                  <a:lnTo>
                    <a:pt x="368629" y="809076"/>
                  </a:lnTo>
                  <a:lnTo>
                    <a:pt x="367558" y="809455"/>
                  </a:lnTo>
                  <a:lnTo>
                    <a:pt x="366486" y="809835"/>
                  </a:lnTo>
                  <a:lnTo>
                    <a:pt x="365415" y="810216"/>
                  </a:lnTo>
                  <a:lnTo>
                    <a:pt x="364343" y="810596"/>
                  </a:lnTo>
                  <a:lnTo>
                    <a:pt x="363271" y="810977"/>
                  </a:lnTo>
                  <a:lnTo>
                    <a:pt x="362200" y="811359"/>
                  </a:lnTo>
                  <a:lnTo>
                    <a:pt x="361128" y="811741"/>
                  </a:lnTo>
                  <a:lnTo>
                    <a:pt x="360057" y="812123"/>
                  </a:lnTo>
                  <a:lnTo>
                    <a:pt x="358985" y="812506"/>
                  </a:lnTo>
                  <a:lnTo>
                    <a:pt x="357913" y="812889"/>
                  </a:lnTo>
                  <a:lnTo>
                    <a:pt x="356842" y="813273"/>
                  </a:lnTo>
                  <a:lnTo>
                    <a:pt x="355770" y="813657"/>
                  </a:lnTo>
                  <a:lnTo>
                    <a:pt x="354699" y="814041"/>
                  </a:lnTo>
                  <a:lnTo>
                    <a:pt x="353627" y="814425"/>
                  </a:lnTo>
                  <a:lnTo>
                    <a:pt x="352556" y="814810"/>
                  </a:lnTo>
                  <a:lnTo>
                    <a:pt x="351484" y="815196"/>
                  </a:lnTo>
                  <a:lnTo>
                    <a:pt x="350412" y="815581"/>
                  </a:lnTo>
                  <a:lnTo>
                    <a:pt x="349341" y="815967"/>
                  </a:lnTo>
                  <a:lnTo>
                    <a:pt x="348269" y="816354"/>
                  </a:lnTo>
                  <a:lnTo>
                    <a:pt x="347198" y="816740"/>
                  </a:lnTo>
                  <a:lnTo>
                    <a:pt x="346126" y="817127"/>
                  </a:lnTo>
                  <a:lnTo>
                    <a:pt x="345054" y="817515"/>
                  </a:lnTo>
                  <a:lnTo>
                    <a:pt x="343983" y="817903"/>
                  </a:lnTo>
                  <a:lnTo>
                    <a:pt x="342911" y="818291"/>
                  </a:lnTo>
                  <a:lnTo>
                    <a:pt x="341840" y="818679"/>
                  </a:lnTo>
                  <a:lnTo>
                    <a:pt x="340768" y="819068"/>
                  </a:lnTo>
                  <a:lnTo>
                    <a:pt x="339696" y="819457"/>
                  </a:lnTo>
                  <a:lnTo>
                    <a:pt x="338625" y="819846"/>
                  </a:lnTo>
                  <a:lnTo>
                    <a:pt x="337553" y="820236"/>
                  </a:lnTo>
                  <a:lnTo>
                    <a:pt x="336482" y="820625"/>
                  </a:lnTo>
                  <a:lnTo>
                    <a:pt x="335410" y="821016"/>
                  </a:lnTo>
                  <a:lnTo>
                    <a:pt x="334338" y="821406"/>
                  </a:lnTo>
                  <a:lnTo>
                    <a:pt x="333267" y="821797"/>
                  </a:lnTo>
                  <a:lnTo>
                    <a:pt x="332195" y="822188"/>
                  </a:lnTo>
                  <a:lnTo>
                    <a:pt x="331124" y="822580"/>
                  </a:lnTo>
                  <a:lnTo>
                    <a:pt x="330052" y="822971"/>
                  </a:lnTo>
                  <a:lnTo>
                    <a:pt x="328980" y="823363"/>
                  </a:lnTo>
                  <a:lnTo>
                    <a:pt x="327909" y="823756"/>
                  </a:lnTo>
                  <a:lnTo>
                    <a:pt x="326837" y="824148"/>
                  </a:lnTo>
                  <a:lnTo>
                    <a:pt x="325766" y="824541"/>
                  </a:lnTo>
                  <a:lnTo>
                    <a:pt x="324694" y="824934"/>
                  </a:lnTo>
                  <a:lnTo>
                    <a:pt x="323622" y="825327"/>
                  </a:lnTo>
                  <a:lnTo>
                    <a:pt x="322551" y="825721"/>
                  </a:lnTo>
                  <a:lnTo>
                    <a:pt x="321479" y="826115"/>
                  </a:lnTo>
                  <a:lnTo>
                    <a:pt x="320408" y="826509"/>
                  </a:lnTo>
                  <a:lnTo>
                    <a:pt x="319336" y="826903"/>
                  </a:lnTo>
                  <a:lnTo>
                    <a:pt x="318264" y="827298"/>
                  </a:lnTo>
                  <a:lnTo>
                    <a:pt x="317193" y="827693"/>
                  </a:lnTo>
                  <a:lnTo>
                    <a:pt x="316121" y="828088"/>
                  </a:lnTo>
                  <a:lnTo>
                    <a:pt x="315050" y="828483"/>
                  </a:lnTo>
                  <a:lnTo>
                    <a:pt x="313978" y="828879"/>
                  </a:lnTo>
                  <a:lnTo>
                    <a:pt x="312906" y="829274"/>
                  </a:lnTo>
                  <a:lnTo>
                    <a:pt x="311835" y="829670"/>
                  </a:lnTo>
                  <a:lnTo>
                    <a:pt x="310763" y="830067"/>
                  </a:lnTo>
                  <a:lnTo>
                    <a:pt x="309692" y="830463"/>
                  </a:lnTo>
                  <a:lnTo>
                    <a:pt x="308620" y="830860"/>
                  </a:lnTo>
                  <a:lnTo>
                    <a:pt x="307548" y="831257"/>
                  </a:lnTo>
                  <a:lnTo>
                    <a:pt x="306477" y="831654"/>
                  </a:lnTo>
                  <a:lnTo>
                    <a:pt x="305405" y="832051"/>
                  </a:lnTo>
                  <a:lnTo>
                    <a:pt x="304334" y="832449"/>
                  </a:lnTo>
                  <a:lnTo>
                    <a:pt x="303262" y="832846"/>
                  </a:lnTo>
                  <a:lnTo>
                    <a:pt x="302190" y="833244"/>
                  </a:lnTo>
                  <a:lnTo>
                    <a:pt x="301119" y="833643"/>
                  </a:lnTo>
                  <a:lnTo>
                    <a:pt x="300047" y="834041"/>
                  </a:lnTo>
                  <a:lnTo>
                    <a:pt x="298976" y="834439"/>
                  </a:lnTo>
                  <a:lnTo>
                    <a:pt x="297904" y="834838"/>
                  </a:lnTo>
                  <a:lnTo>
                    <a:pt x="296832" y="835237"/>
                  </a:lnTo>
                  <a:lnTo>
                    <a:pt x="295761" y="835636"/>
                  </a:lnTo>
                  <a:lnTo>
                    <a:pt x="294689" y="836035"/>
                  </a:lnTo>
                  <a:lnTo>
                    <a:pt x="293618" y="836435"/>
                  </a:lnTo>
                  <a:lnTo>
                    <a:pt x="292546" y="836834"/>
                  </a:lnTo>
                  <a:lnTo>
                    <a:pt x="291474" y="837234"/>
                  </a:lnTo>
                  <a:lnTo>
                    <a:pt x="290403" y="837634"/>
                  </a:lnTo>
                  <a:lnTo>
                    <a:pt x="289331" y="838034"/>
                  </a:lnTo>
                  <a:lnTo>
                    <a:pt x="288260" y="838435"/>
                  </a:lnTo>
                  <a:lnTo>
                    <a:pt x="287188" y="838835"/>
                  </a:lnTo>
                  <a:lnTo>
                    <a:pt x="286116" y="839236"/>
                  </a:lnTo>
                  <a:lnTo>
                    <a:pt x="285045" y="839637"/>
                  </a:lnTo>
                  <a:lnTo>
                    <a:pt x="283973" y="840037"/>
                  </a:lnTo>
                  <a:lnTo>
                    <a:pt x="282902" y="840439"/>
                  </a:lnTo>
                  <a:lnTo>
                    <a:pt x="281830" y="840840"/>
                  </a:lnTo>
                  <a:lnTo>
                    <a:pt x="280758" y="841241"/>
                  </a:lnTo>
                  <a:lnTo>
                    <a:pt x="279687" y="841643"/>
                  </a:lnTo>
                  <a:lnTo>
                    <a:pt x="278615" y="842044"/>
                  </a:lnTo>
                  <a:lnTo>
                    <a:pt x="277544" y="842446"/>
                  </a:lnTo>
                  <a:lnTo>
                    <a:pt x="276472" y="842848"/>
                  </a:lnTo>
                  <a:lnTo>
                    <a:pt x="275400" y="843250"/>
                  </a:lnTo>
                  <a:lnTo>
                    <a:pt x="274329" y="843652"/>
                  </a:lnTo>
                  <a:lnTo>
                    <a:pt x="273257" y="844055"/>
                  </a:lnTo>
                  <a:lnTo>
                    <a:pt x="272186" y="844457"/>
                  </a:lnTo>
                  <a:lnTo>
                    <a:pt x="271114" y="844860"/>
                  </a:lnTo>
                  <a:lnTo>
                    <a:pt x="270042" y="845262"/>
                  </a:lnTo>
                  <a:lnTo>
                    <a:pt x="268971" y="845665"/>
                  </a:lnTo>
                  <a:lnTo>
                    <a:pt x="267899" y="846068"/>
                  </a:lnTo>
                  <a:lnTo>
                    <a:pt x="266828" y="846471"/>
                  </a:lnTo>
                  <a:lnTo>
                    <a:pt x="265756" y="846874"/>
                  </a:lnTo>
                  <a:lnTo>
                    <a:pt x="264684" y="847277"/>
                  </a:lnTo>
                  <a:lnTo>
                    <a:pt x="263613" y="847681"/>
                  </a:lnTo>
                  <a:lnTo>
                    <a:pt x="262541" y="848084"/>
                  </a:lnTo>
                  <a:lnTo>
                    <a:pt x="261470" y="848488"/>
                  </a:lnTo>
                  <a:lnTo>
                    <a:pt x="260398" y="848891"/>
                  </a:lnTo>
                  <a:lnTo>
                    <a:pt x="259326" y="849295"/>
                  </a:lnTo>
                  <a:lnTo>
                    <a:pt x="258255" y="849699"/>
                  </a:lnTo>
                  <a:lnTo>
                    <a:pt x="257183" y="850103"/>
                  </a:lnTo>
                  <a:lnTo>
                    <a:pt x="256112" y="850507"/>
                  </a:lnTo>
                  <a:lnTo>
                    <a:pt x="255040" y="850911"/>
                  </a:lnTo>
                  <a:lnTo>
                    <a:pt x="253968" y="851315"/>
                  </a:lnTo>
                  <a:lnTo>
                    <a:pt x="252897" y="851719"/>
                  </a:lnTo>
                  <a:lnTo>
                    <a:pt x="251825" y="852124"/>
                  </a:lnTo>
                  <a:lnTo>
                    <a:pt x="250754" y="852528"/>
                  </a:lnTo>
                  <a:lnTo>
                    <a:pt x="249682" y="852932"/>
                  </a:lnTo>
                  <a:lnTo>
                    <a:pt x="248610" y="853337"/>
                  </a:lnTo>
                  <a:lnTo>
                    <a:pt x="247539" y="853742"/>
                  </a:lnTo>
                  <a:lnTo>
                    <a:pt x="246467" y="854146"/>
                  </a:lnTo>
                  <a:lnTo>
                    <a:pt x="245396" y="854551"/>
                  </a:lnTo>
                  <a:lnTo>
                    <a:pt x="244324" y="854956"/>
                  </a:lnTo>
                  <a:lnTo>
                    <a:pt x="243252" y="855361"/>
                  </a:lnTo>
                  <a:lnTo>
                    <a:pt x="242181" y="855766"/>
                  </a:lnTo>
                  <a:lnTo>
                    <a:pt x="241109" y="856171"/>
                  </a:lnTo>
                  <a:lnTo>
                    <a:pt x="240038" y="856576"/>
                  </a:lnTo>
                  <a:lnTo>
                    <a:pt x="238966" y="856981"/>
                  </a:lnTo>
                  <a:lnTo>
                    <a:pt x="237894" y="857386"/>
                  </a:lnTo>
                  <a:lnTo>
                    <a:pt x="236823" y="857791"/>
                  </a:lnTo>
                  <a:lnTo>
                    <a:pt x="235751" y="858197"/>
                  </a:lnTo>
                  <a:lnTo>
                    <a:pt x="234680" y="858602"/>
                  </a:lnTo>
                  <a:lnTo>
                    <a:pt x="233608" y="859007"/>
                  </a:lnTo>
                  <a:lnTo>
                    <a:pt x="232536" y="859413"/>
                  </a:lnTo>
                  <a:lnTo>
                    <a:pt x="231465" y="859818"/>
                  </a:lnTo>
                  <a:lnTo>
                    <a:pt x="230393" y="860223"/>
                  </a:lnTo>
                  <a:lnTo>
                    <a:pt x="229322" y="860629"/>
                  </a:lnTo>
                  <a:lnTo>
                    <a:pt x="228250" y="861034"/>
                  </a:lnTo>
                  <a:lnTo>
                    <a:pt x="227178" y="861440"/>
                  </a:lnTo>
                  <a:lnTo>
                    <a:pt x="226107" y="861846"/>
                  </a:lnTo>
                  <a:lnTo>
                    <a:pt x="225035" y="862251"/>
                  </a:lnTo>
                  <a:lnTo>
                    <a:pt x="223964" y="862657"/>
                  </a:lnTo>
                  <a:lnTo>
                    <a:pt x="222892" y="863063"/>
                  </a:lnTo>
                  <a:lnTo>
                    <a:pt x="221820" y="863468"/>
                  </a:lnTo>
                  <a:lnTo>
                    <a:pt x="220749" y="863874"/>
                  </a:lnTo>
                  <a:lnTo>
                    <a:pt x="219677" y="864280"/>
                  </a:lnTo>
                  <a:lnTo>
                    <a:pt x="218606" y="864685"/>
                  </a:lnTo>
                  <a:lnTo>
                    <a:pt x="217534" y="865091"/>
                  </a:lnTo>
                  <a:lnTo>
                    <a:pt x="216462" y="865497"/>
                  </a:lnTo>
                  <a:lnTo>
                    <a:pt x="215391" y="865903"/>
                  </a:lnTo>
                  <a:lnTo>
                    <a:pt x="214319" y="866308"/>
                  </a:lnTo>
                  <a:lnTo>
                    <a:pt x="213248" y="866714"/>
                  </a:lnTo>
                  <a:lnTo>
                    <a:pt x="212176" y="867120"/>
                  </a:lnTo>
                  <a:lnTo>
                    <a:pt x="211104" y="867526"/>
                  </a:lnTo>
                  <a:lnTo>
                    <a:pt x="210033" y="867931"/>
                  </a:lnTo>
                  <a:lnTo>
                    <a:pt x="208961" y="868337"/>
                  </a:lnTo>
                  <a:lnTo>
                    <a:pt x="207890" y="868743"/>
                  </a:lnTo>
                  <a:lnTo>
                    <a:pt x="206818" y="869149"/>
                  </a:lnTo>
                  <a:lnTo>
                    <a:pt x="205746" y="869555"/>
                  </a:lnTo>
                  <a:lnTo>
                    <a:pt x="204675" y="869960"/>
                  </a:lnTo>
                  <a:lnTo>
                    <a:pt x="203603" y="870366"/>
                  </a:lnTo>
                  <a:lnTo>
                    <a:pt x="202532" y="870772"/>
                  </a:lnTo>
                  <a:lnTo>
                    <a:pt x="201460" y="871178"/>
                  </a:lnTo>
                  <a:lnTo>
                    <a:pt x="200388" y="871583"/>
                  </a:lnTo>
                  <a:lnTo>
                    <a:pt x="199317" y="871989"/>
                  </a:lnTo>
                  <a:lnTo>
                    <a:pt x="198245" y="872395"/>
                  </a:lnTo>
                  <a:lnTo>
                    <a:pt x="197174" y="872800"/>
                  </a:lnTo>
                  <a:lnTo>
                    <a:pt x="196102" y="873206"/>
                  </a:lnTo>
                  <a:lnTo>
                    <a:pt x="195030" y="873612"/>
                  </a:lnTo>
                  <a:lnTo>
                    <a:pt x="193959" y="874017"/>
                  </a:lnTo>
                  <a:lnTo>
                    <a:pt x="192887" y="874423"/>
                  </a:lnTo>
                  <a:lnTo>
                    <a:pt x="191816" y="874828"/>
                  </a:lnTo>
                  <a:lnTo>
                    <a:pt x="190744" y="875234"/>
                  </a:lnTo>
                  <a:lnTo>
                    <a:pt x="189672" y="875639"/>
                  </a:lnTo>
                  <a:lnTo>
                    <a:pt x="188601" y="876045"/>
                  </a:lnTo>
                  <a:lnTo>
                    <a:pt x="187529" y="876450"/>
                  </a:lnTo>
                  <a:lnTo>
                    <a:pt x="186458" y="876855"/>
                  </a:lnTo>
                  <a:lnTo>
                    <a:pt x="185386" y="877261"/>
                  </a:lnTo>
                  <a:lnTo>
                    <a:pt x="184314" y="877666"/>
                  </a:lnTo>
                  <a:lnTo>
                    <a:pt x="183243" y="878071"/>
                  </a:lnTo>
                  <a:lnTo>
                    <a:pt x="182171" y="878477"/>
                  </a:lnTo>
                  <a:lnTo>
                    <a:pt x="181100" y="878882"/>
                  </a:lnTo>
                  <a:lnTo>
                    <a:pt x="180028" y="879287"/>
                  </a:lnTo>
                  <a:lnTo>
                    <a:pt x="178956" y="879692"/>
                  </a:lnTo>
                  <a:lnTo>
                    <a:pt x="177885" y="880097"/>
                  </a:lnTo>
                  <a:lnTo>
                    <a:pt x="176813" y="880502"/>
                  </a:lnTo>
                  <a:lnTo>
                    <a:pt x="175742" y="880907"/>
                  </a:lnTo>
                  <a:lnTo>
                    <a:pt x="174670" y="881312"/>
                  </a:lnTo>
                  <a:lnTo>
                    <a:pt x="173599" y="881717"/>
                  </a:lnTo>
                  <a:lnTo>
                    <a:pt x="172527" y="882121"/>
                  </a:lnTo>
                  <a:lnTo>
                    <a:pt x="171455" y="882526"/>
                  </a:lnTo>
                  <a:lnTo>
                    <a:pt x="170384" y="882931"/>
                  </a:lnTo>
                  <a:lnTo>
                    <a:pt x="169312" y="883335"/>
                  </a:lnTo>
                  <a:lnTo>
                    <a:pt x="168241" y="883740"/>
                  </a:lnTo>
                  <a:lnTo>
                    <a:pt x="167169" y="884144"/>
                  </a:lnTo>
                  <a:lnTo>
                    <a:pt x="166097" y="884549"/>
                  </a:lnTo>
                  <a:lnTo>
                    <a:pt x="165026" y="884953"/>
                  </a:lnTo>
                  <a:lnTo>
                    <a:pt x="163954" y="885357"/>
                  </a:lnTo>
                  <a:lnTo>
                    <a:pt x="162883" y="885762"/>
                  </a:lnTo>
                  <a:lnTo>
                    <a:pt x="161811" y="886166"/>
                  </a:lnTo>
                  <a:lnTo>
                    <a:pt x="160739" y="886570"/>
                  </a:lnTo>
                  <a:lnTo>
                    <a:pt x="159668" y="886974"/>
                  </a:lnTo>
                  <a:lnTo>
                    <a:pt x="158596" y="887378"/>
                  </a:lnTo>
                  <a:lnTo>
                    <a:pt x="157525" y="887782"/>
                  </a:lnTo>
                  <a:lnTo>
                    <a:pt x="156453" y="888185"/>
                  </a:lnTo>
                  <a:lnTo>
                    <a:pt x="155381" y="888589"/>
                  </a:lnTo>
                  <a:lnTo>
                    <a:pt x="154310" y="888993"/>
                  </a:lnTo>
                  <a:lnTo>
                    <a:pt x="153238" y="889396"/>
                  </a:lnTo>
                  <a:lnTo>
                    <a:pt x="152167" y="889800"/>
                  </a:lnTo>
                  <a:lnTo>
                    <a:pt x="151095" y="890203"/>
                  </a:lnTo>
                  <a:lnTo>
                    <a:pt x="150023" y="890606"/>
                  </a:lnTo>
                  <a:lnTo>
                    <a:pt x="148952" y="891010"/>
                  </a:lnTo>
                  <a:lnTo>
                    <a:pt x="147880" y="891413"/>
                  </a:lnTo>
                  <a:lnTo>
                    <a:pt x="146809" y="891816"/>
                  </a:lnTo>
                  <a:lnTo>
                    <a:pt x="145737" y="892219"/>
                  </a:lnTo>
                  <a:lnTo>
                    <a:pt x="144665" y="892622"/>
                  </a:lnTo>
                  <a:lnTo>
                    <a:pt x="143594" y="893024"/>
                  </a:lnTo>
                  <a:lnTo>
                    <a:pt x="142522" y="893427"/>
                  </a:lnTo>
                  <a:lnTo>
                    <a:pt x="141451" y="893830"/>
                  </a:lnTo>
                  <a:lnTo>
                    <a:pt x="140379" y="894232"/>
                  </a:lnTo>
                  <a:lnTo>
                    <a:pt x="139307" y="894635"/>
                  </a:lnTo>
                  <a:lnTo>
                    <a:pt x="138236" y="895037"/>
                  </a:lnTo>
                  <a:lnTo>
                    <a:pt x="137164" y="895439"/>
                  </a:lnTo>
                  <a:lnTo>
                    <a:pt x="136093" y="895841"/>
                  </a:lnTo>
                  <a:lnTo>
                    <a:pt x="135021" y="896243"/>
                  </a:lnTo>
                  <a:lnTo>
                    <a:pt x="133949" y="896645"/>
                  </a:lnTo>
                  <a:lnTo>
                    <a:pt x="132878" y="897047"/>
                  </a:lnTo>
                  <a:lnTo>
                    <a:pt x="131806" y="897449"/>
                  </a:lnTo>
                  <a:lnTo>
                    <a:pt x="130735" y="897850"/>
                  </a:lnTo>
                  <a:lnTo>
                    <a:pt x="129663" y="898252"/>
                  </a:lnTo>
                  <a:lnTo>
                    <a:pt x="128591" y="898653"/>
                  </a:lnTo>
                  <a:lnTo>
                    <a:pt x="127520" y="899054"/>
                  </a:lnTo>
                  <a:lnTo>
                    <a:pt x="126448" y="899456"/>
                  </a:lnTo>
                  <a:lnTo>
                    <a:pt x="125377" y="899857"/>
                  </a:lnTo>
                  <a:lnTo>
                    <a:pt x="124305" y="900258"/>
                  </a:lnTo>
                  <a:lnTo>
                    <a:pt x="123233" y="900658"/>
                  </a:lnTo>
                  <a:lnTo>
                    <a:pt x="122162" y="901059"/>
                  </a:lnTo>
                  <a:lnTo>
                    <a:pt x="121090" y="901460"/>
                  </a:lnTo>
                  <a:lnTo>
                    <a:pt x="120019" y="901860"/>
                  </a:lnTo>
                  <a:lnTo>
                    <a:pt x="118947" y="902261"/>
                  </a:lnTo>
                  <a:lnTo>
                    <a:pt x="117875" y="902661"/>
                  </a:lnTo>
                  <a:lnTo>
                    <a:pt x="116804" y="903061"/>
                  </a:lnTo>
                  <a:lnTo>
                    <a:pt x="115732" y="903461"/>
                  </a:lnTo>
                  <a:lnTo>
                    <a:pt x="114661" y="903861"/>
                  </a:lnTo>
                  <a:lnTo>
                    <a:pt x="113589" y="904261"/>
                  </a:lnTo>
                  <a:lnTo>
                    <a:pt x="112517" y="904661"/>
                  </a:lnTo>
                  <a:lnTo>
                    <a:pt x="111446" y="905060"/>
                  </a:lnTo>
                  <a:lnTo>
                    <a:pt x="110374" y="905460"/>
                  </a:lnTo>
                  <a:lnTo>
                    <a:pt x="109303" y="905859"/>
                  </a:lnTo>
                  <a:lnTo>
                    <a:pt x="108231" y="906258"/>
                  </a:lnTo>
                  <a:lnTo>
                    <a:pt x="107159" y="906657"/>
                  </a:lnTo>
                  <a:lnTo>
                    <a:pt x="106088" y="907056"/>
                  </a:lnTo>
                  <a:lnTo>
                    <a:pt x="105016" y="907455"/>
                  </a:lnTo>
                  <a:lnTo>
                    <a:pt x="103945" y="907854"/>
                  </a:lnTo>
                  <a:lnTo>
                    <a:pt x="102873" y="908252"/>
                  </a:lnTo>
                  <a:lnTo>
                    <a:pt x="101801" y="908650"/>
                  </a:lnTo>
                  <a:lnTo>
                    <a:pt x="100730" y="909049"/>
                  </a:lnTo>
                  <a:lnTo>
                    <a:pt x="99658" y="909447"/>
                  </a:lnTo>
                  <a:lnTo>
                    <a:pt x="98587" y="909845"/>
                  </a:lnTo>
                  <a:lnTo>
                    <a:pt x="97515" y="910243"/>
                  </a:lnTo>
                  <a:lnTo>
                    <a:pt x="96443" y="910640"/>
                  </a:lnTo>
                  <a:lnTo>
                    <a:pt x="95372" y="911038"/>
                  </a:lnTo>
                  <a:lnTo>
                    <a:pt x="94300" y="911436"/>
                  </a:lnTo>
                  <a:lnTo>
                    <a:pt x="93229" y="911833"/>
                  </a:lnTo>
                  <a:lnTo>
                    <a:pt x="92157" y="912230"/>
                  </a:lnTo>
                  <a:lnTo>
                    <a:pt x="91085" y="912627"/>
                  </a:lnTo>
                  <a:lnTo>
                    <a:pt x="90014" y="913024"/>
                  </a:lnTo>
                  <a:lnTo>
                    <a:pt x="88942" y="913421"/>
                  </a:lnTo>
                  <a:lnTo>
                    <a:pt x="87871" y="913817"/>
                  </a:lnTo>
                  <a:lnTo>
                    <a:pt x="86799" y="914214"/>
                  </a:lnTo>
                  <a:lnTo>
                    <a:pt x="85727" y="914610"/>
                  </a:lnTo>
                  <a:lnTo>
                    <a:pt x="84656" y="915006"/>
                  </a:lnTo>
                  <a:lnTo>
                    <a:pt x="83584" y="915402"/>
                  </a:lnTo>
                  <a:lnTo>
                    <a:pt x="82513" y="915798"/>
                  </a:lnTo>
                  <a:lnTo>
                    <a:pt x="81441" y="916194"/>
                  </a:lnTo>
                  <a:lnTo>
                    <a:pt x="80369" y="916590"/>
                  </a:lnTo>
                  <a:lnTo>
                    <a:pt x="79298" y="916985"/>
                  </a:lnTo>
                  <a:lnTo>
                    <a:pt x="78226" y="917380"/>
                  </a:lnTo>
                  <a:lnTo>
                    <a:pt x="77155" y="917776"/>
                  </a:lnTo>
                  <a:lnTo>
                    <a:pt x="76083" y="918171"/>
                  </a:lnTo>
                  <a:lnTo>
                    <a:pt x="75011" y="918565"/>
                  </a:lnTo>
                  <a:lnTo>
                    <a:pt x="73940" y="918960"/>
                  </a:lnTo>
                  <a:lnTo>
                    <a:pt x="72868" y="919355"/>
                  </a:lnTo>
                  <a:lnTo>
                    <a:pt x="71797" y="919749"/>
                  </a:lnTo>
                  <a:lnTo>
                    <a:pt x="70725" y="920143"/>
                  </a:lnTo>
                  <a:lnTo>
                    <a:pt x="69653" y="920537"/>
                  </a:lnTo>
                  <a:lnTo>
                    <a:pt x="68582" y="920931"/>
                  </a:lnTo>
                  <a:lnTo>
                    <a:pt x="67510" y="921325"/>
                  </a:lnTo>
                  <a:lnTo>
                    <a:pt x="66439" y="921719"/>
                  </a:lnTo>
                  <a:lnTo>
                    <a:pt x="65367" y="922112"/>
                  </a:lnTo>
                  <a:lnTo>
                    <a:pt x="64295" y="922505"/>
                  </a:lnTo>
                  <a:lnTo>
                    <a:pt x="63224" y="922898"/>
                  </a:lnTo>
                  <a:lnTo>
                    <a:pt x="62152" y="923291"/>
                  </a:lnTo>
                  <a:lnTo>
                    <a:pt x="61081" y="923684"/>
                  </a:lnTo>
                  <a:lnTo>
                    <a:pt x="60009" y="924077"/>
                  </a:lnTo>
                  <a:lnTo>
                    <a:pt x="58937" y="924469"/>
                  </a:lnTo>
                  <a:lnTo>
                    <a:pt x="57866" y="924862"/>
                  </a:lnTo>
                  <a:lnTo>
                    <a:pt x="56794" y="925254"/>
                  </a:lnTo>
                  <a:lnTo>
                    <a:pt x="55723" y="925646"/>
                  </a:lnTo>
                  <a:lnTo>
                    <a:pt x="54651" y="926038"/>
                  </a:lnTo>
                  <a:lnTo>
                    <a:pt x="53579" y="926429"/>
                  </a:lnTo>
                  <a:lnTo>
                    <a:pt x="52508" y="926821"/>
                  </a:lnTo>
                  <a:lnTo>
                    <a:pt x="51436" y="927212"/>
                  </a:lnTo>
                  <a:lnTo>
                    <a:pt x="50365" y="927603"/>
                  </a:lnTo>
                  <a:lnTo>
                    <a:pt x="49293" y="927994"/>
                  </a:lnTo>
                  <a:lnTo>
                    <a:pt x="48221" y="928385"/>
                  </a:lnTo>
                  <a:lnTo>
                    <a:pt x="47150" y="928776"/>
                  </a:lnTo>
                  <a:lnTo>
                    <a:pt x="46078" y="929166"/>
                  </a:lnTo>
                  <a:lnTo>
                    <a:pt x="45007" y="929556"/>
                  </a:lnTo>
                  <a:lnTo>
                    <a:pt x="43935" y="929946"/>
                  </a:lnTo>
                  <a:lnTo>
                    <a:pt x="42863" y="930336"/>
                  </a:lnTo>
                  <a:lnTo>
                    <a:pt x="41792" y="930726"/>
                  </a:lnTo>
                  <a:lnTo>
                    <a:pt x="40720" y="931116"/>
                  </a:lnTo>
                  <a:lnTo>
                    <a:pt x="39649" y="931505"/>
                  </a:lnTo>
                  <a:lnTo>
                    <a:pt x="38577" y="931894"/>
                  </a:lnTo>
                  <a:lnTo>
                    <a:pt x="37505" y="932283"/>
                  </a:lnTo>
                  <a:lnTo>
                    <a:pt x="36434" y="932672"/>
                  </a:lnTo>
                  <a:lnTo>
                    <a:pt x="35362" y="933061"/>
                  </a:lnTo>
                  <a:lnTo>
                    <a:pt x="34291" y="933450"/>
                  </a:lnTo>
                  <a:lnTo>
                    <a:pt x="33219" y="933838"/>
                  </a:lnTo>
                  <a:lnTo>
                    <a:pt x="32147" y="934226"/>
                  </a:lnTo>
                  <a:lnTo>
                    <a:pt x="31076" y="934614"/>
                  </a:lnTo>
                  <a:lnTo>
                    <a:pt x="30004" y="935002"/>
                  </a:lnTo>
                  <a:lnTo>
                    <a:pt x="28933" y="935390"/>
                  </a:lnTo>
                  <a:lnTo>
                    <a:pt x="27861" y="935777"/>
                  </a:lnTo>
                  <a:lnTo>
                    <a:pt x="26789" y="936164"/>
                  </a:lnTo>
                  <a:lnTo>
                    <a:pt x="25718" y="936551"/>
                  </a:lnTo>
                  <a:lnTo>
                    <a:pt x="24646" y="936938"/>
                  </a:lnTo>
                  <a:lnTo>
                    <a:pt x="23575" y="937325"/>
                  </a:lnTo>
                  <a:lnTo>
                    <a:pt x="22503" y="937711"/>
                  </a:lnTo>
                  <a:lnTo>
                    <a:pt x="21431" y="938098"/>
                  </a:lnTo>
                  <a:lnTo>
                    <a:pt x="20360" y="938484"/>
                  </a:lnTo>
                  <a:lnTo>
                    <a:pt x="19288" y="938870"/>
                  </a:lnTo>
                  <a:lnTo>
                    <a:pt x="18217" y="939256"/>
                  </a:lnTo>
                  <a:lnTo>
                    <a:pt x="17145" y="939641"/>
                  </a:lnTo>
                  <a:lnTo>
                    <a:pt x="16073" y="940027"/>
                  </a:lnTo>
                  <a:lnTo>
                    <a:pt x="15002" y="940412"/>
                  </a:lnTo>
                  <a:lnTo>
                    <a:pt x="13930" y="940797"/>
                  </a:lnTo>
                  <a:lnTo>
                    <a:pt x="12859" y="941182"/>
                  </a:lnTo>
                  <a:lnTo>
                    <a:pt x="11787" y="941567"/>
                  </a:lnTo>
                  <a:lnTo>
                    <a:pt x="10715" y="941951"/>
                  </a:lnTo>
                  <a:lnTo>
                    <a:pt x="9644" y="942335"/>
                  </a:lnTo>
                  <a:lnTo>
                    <a:pt x="8572" y="942719"/>
                  </a:lnTo>
                  <a:lnTo>
                    <a:pt x="7501" y="943103"/>
                  </a:lnTo>
                  <a:lnTo>
                    <a:pt x="6429" y="943487"/>
                  </a:lnTo>
                  <a:lnTo>
                    <a:pt x="5357" y="943871"/>
                  </a:lnTo>
                  <a:lnTo>
                    <a:pt x="4286" y="944254"/>
                  </a:lnTo>
                  <a:lnTo>
                    <a:pt x="3214" y="944637"/>
                  </a:lnTo>
                  <a:lnTo>
                    <a:pt x="2143" y="945020"/>
                  </a:lnTo>
                  <a:lnTo>
                    <a:pt x="1071" y="945403"/>
                  </a:lnTo>
                  <a:lnTo>
                    <a:pt x="0" y="945785"/>
                  </a:lnTo>
                  <a:lnTo>
                    <a:pt x="0" y="94578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5034264" y="1095013"/>
              <a:ext cx="3856684" cy="898116"/>
            </a:xfrm>
            <a:custGeom>
              <a:avLst/>
              <a:gdLst/>
              <a:ahLst/>
              <a:cxnLst/>
              <a:rect l="0" t="0" r="0" b="0"/>
              <a:pathLst>
                <a:path w="3856684" h="898116">
                  <a:moveTo>
                    <a:pt x="0" y="858627"/>
                  </a:moveTo>
                  <a:lnTo>
                    <a:pt x="1071" y="858700"/>
                  </a:lnTo>
                  <a:lnTo>
                    <a:pt x="2143" y="858773"/>
                  </a:lnTo>
                  <a:lnTo>
                    <a:pt x="3214" y="858846"/>
                  </a:lnTo>
                  <a:lnTo>
                    <a:pt x="4286" y="858919"/>
                  </a:lnTo>
                  <a:lnTo>
                    <a:pt x="5357" y="858992"/>
                  </a:lnTo>
                  <a:lnTo>
                    <a:pt x="6429" y="859065"/>
                  </a:lnTo>
                  <a:lnTo>
                    <a:pt x="7501" y="859138"/>
                  </a:lnTo>
                  <a:lnTo>
                    <a:pt x="8572" y="859210"/>
                  </a:lnTo>
                  <a:lnTo>
                    <a:pt x="9644" y="859283"/>
                  </a:lnTo>
                  <a:lnTo>
                    <a:pt x="10715" y="859356"/>
                  </a:lnTo>
                  <a:lnTo>
                    <a:pt x="11787" y="859429"/>
                  </a:lnTo>
                  <a:lnTo>
                    <a:pt x="12859" y="859502"/>
                  </a:lnTo>
                  <a:lnTo>
                    <a:pt x="13930" y="859575"/>
                  </a:lnTo>
                  <a:lnTo>
                    <a:pt x="15002" y="859647"/>
                  </a:lnTo>
                  <a:lnTo>
                    <a:pt x="16073" y="859720"/>
                  </a:lnTo>
                  <a:lnTo>
                    <a:pt x="17145" y="859793"/>
                  </a:lnTo>
                  <a:lnTo>
                    <a:pt x="18217" y="859866"/>
                  </a:lnTo>
                  <a:lnTo>
                    <a:pt x="19288" y="859939"/>
                  </a:lnTo>
                  <a:lnTo>
                    <a:pt x="20360" y="860011"/>
                  </a:lnTo>
                  <a:lnTo>
                    <a:pt x="21431" y="860084"/>
                  </a:lnTo>
                  <a:lnTo>
                    <a:pt x="22503" y="860157"/>
                  </a:lnTo>
                  <a:lnTo>
                    <a:pt x="23575" y="860230"/>
                  </a:lnTo>
                  <a:lnTo>
                    <a:pt x="24646" y="860303"/>
                  </a:lnTo>
                  <a:lnTo>
                    <a:pt x="25718" y="860375"/>
                  </a:lnTo>
                  <a:lnTo>
                    <a:pt x="26789" y="860448"/>
                  </a:lnTo>
                  <a:lnTo>
                    <a:pt x="27861" y="860521"/>
                  </a:lnTo>
                  <a:lnTo>
                    <a:pt x="28933" y="860594"/>
                  </a:lnTo>
                  <a:lnTo>
                    <a:pt x="30004" y="860666"/>
                  </a:lnTo>
                  <a:lnTo>
                    <a:pt x="31076" y="860739"/>
                  </a:lnTo>
                  <a:lnTo>
                    <a:pt x="32147" y="860812"/>
                  </a:lnTo>
                  <a:lnTo>
                    <a:pt x="33219" y="860885"/>
                  </a:lnTo>
                  <a:lnTo>
                    <a:pt x="34291" y="860957"/>
                  </a:lnTo>
                  <a:lnTo>
                    <a:pt x="35362" y="861030"/>
                  </a:lnTo>
                  <a:lnTo>
                    <a:pt x="36434" y="861103"/>
                  </a:lnTo>
                  <a:lnTo>
                    <a:pt x="37505" y="861175"/>
                  </a:lnTo>
                  <a:lnTo>
                    <a:pt x="38577" y="861248"/>
                  </a:lnTo>
                  <a:lnTo>
                    <a:pt x="39649" y="861321"/>
                  </a:lnTo>
                  <a:lnTo>
                    <a:pt x="40720" y="861393"/>
                  </a:lnTo>
                  <a:lnTo>
                    <a:pt x="41792" y="861466"/>
                  </a:lnTo>
                  <a:lnTo>
                    <a:pt x="42863" y="861539"/>
                  </a:lnTo>
                  <a:lnTo>
                    <a:pt x="43935" y="861612"/>
                  </a:lnTo>
                  <a:lnTo>
                    <a:pt x="45007" y="861684"/>
                  </a:lnTo>
                  <a:lnTo>
                    <a:pt x="46078" y="861757"/>
                  </a:lnTo>
                  <a:lnTo>
                    <a:pt x="47150" y="861830"/>
                  </a:lnTo>
                  <a:lnTo>
                    <a:pt x="48221" y="861902"/>
                  </a:lnTo>
                  <a:lnTo>
                    <a:pt x="49293" y="861975"/>
                  </a:lnTo>
                  <a:lnTo>
                    <a:pt x="50365" y="862047"/>
                  </a:lnTo>
                  <a:lnTo>
                    <a:pt x="51436" y="862120"/>
                  </a:lnTo>
                  <a:lnTo>
                    <a:pt x="52508" y="862193"/>
                  </a:lnTo>
                  <a:lnTo>
                    <a:pt x="53579" y="862265"/>
                  </a:lnTo>
                  <a:lnTo>
                    <a:pt x="54651" y="862338"/>
                  </a:lnTo>
                  <a:lnTo>
                    <a:pt x="55723" y="862411"/>
                  </a:lnTo>
                  <a:lnTo>
                    <a:pt x="56794" y="862483"/>
                  </a:lnTo>
                  <a:lnTo>
                    <a:pt x="57866" y="862556"/>
                  </a:lnTo>
                  <a:lnTo>
                    <a:pt x="58937" y="862628"/>
                  </a:lnTo>
                  <a:lnTo>
                    <a:pt x="60009" y="862701"/>
                  </a:lnTo>
                  <a:lnTo>
                    <a:pt x="61081" y="862774"/>
                  </a:lnTo>
                  <a:lnTo>
                    <a:pt x="62152" y="862846"/>
                  </a:lnTo>
                  <a:lnTo>
                    <a:pt x="63224" y="862919"/>
                  </a:lnTo>
                  <a:lnTo>
                    <a:pt x="64295" y="862991"/>
                  </a:lnTo>
                  <a:lnTo>
                    <a:pt x="65367" y="863064"/>
                  </a:lnTo>
                  <a:lnTo>
                    <a:pt x="66439" y="863136"/>
                  </a:lnTo>
                  <a:lnTo>
                    <a:pt x="67510" y="863209"/>
                  </a:lnTo>
                  <a:lnTo>
                    <a:pt x="68582" y="863282"/>
                  </a:lnTo>
                  <a:lnTo>
                    <a:pt x="69653" y="863354"/>
                  </a:lnTo>
                  <a:lnTo>
                    <a:pt x="70725" y="863427"/>
                  </a:lnTo>
                  <a:lnTo>
                    <a:pt x="71797" y="863499"/>
                  </a:lnTo>
                  <a:lnTo>
                    <a:pt x="72868" y="863572"/>
                  </a:lnTo>
                  <a:lnTo>
                    <a:pt x="73940" y="863644"/>
                  </a:lnTo>
                  <a:lnTo>
                    <a:pt x="75011" y="863717"/>
                  </a:lnTo>
                  <a:lnTo>
                    <a:pt x="76083" y="863789"/>
                  </a:lnTo>
                  <a:lnTo>
                    <a:pt x="77155" y="863862"/>
                  </a:lnTo>
                  <a:lnTo>
                    <a:pt x="78226" y="863934"/>
                  </a:lnTo>
                  <a:lnTo>
                    <a:pt x="79298" y="864007"/>
                  </a:lnTo>
                  <a:lnTo>
                    <a:pt x="80369" y="864079"/>
                  </a:lnTo>
                  <a:lnTo>
                    <a:pt x="81441" y="864152"/>
                  </a:lnTo>
                  <a:lnTo>
                    <a:pt x="82513" y="864224"/>
                  </a:lnTo>
                  <a:lnTo>
                    <a:pt x="83584" y="864297"/>
                  </a:lnTo>
                  <a:lnTo>
                    <a:pt x="84656" y="864369"/>
                  </a:lnTo>
                  <a:lnTo>
                    <a:pt x="85727" y="864442"/>
                  </a:lnTo>
                  <a:lnTo>
                    <a:pt x="86799" y="864514"/>
                  </a:lnTo>
                  <a:lnTo>
                    <a:pt x="87871" y="864587"/>
                  </a:lnTo>
                  <a:lnTo>
                    <a:pt x="88942" y="864659"/>
                  </a:lnTo>
                  <a:lnTo>
                    <a:pt x="90014" y="864731"/>
                  </a:lnTo>
                  <a:lnTo>
                    <a:pt x="91085" y="864804"/>
                  </a:lnTo>
                  <a:lnTo>
                    <a:pt x="92157" y="864876"/>
                  </a:lnTo>
                  <a:lnTo>
                    <a:pt x="93229" y="864949"/>
                  </a:lnTo>
                  <a:lnTo>
                    <a:pt x="94300" y="865021"/>
                  </a:lnTo>
                  <a:lnTo>
                    <a:pt x="95372" y="865094"/>
                  </a:lnTo>
                  <a:lnTo>
                    <a:pt x="96443" y="865166"/>
                  </a:lnTo>
                  <a:lnTo>
                    <a:pt x="97515" y="865238"/>
                  </a:lnTo>
                  <a:lnTo>
                    <a:pt x="98587" y="865311"/>
                  </a:lnTo>
                  <a:lnTo>
                    <a:pt x="99658" y="865383"/>
                  </a:lnTo>
                  <a:lnTo>
                    <a:pt x="100730" y="865456"/>
                  </a:lnTo>
                  <a:lnTo>
                    <a:pt x="101801" y="865528"/>
                  </a:lnTo>
                  <a:lnTo>
                    <a:pt x="102873" y="865600"/>
                  </a:lnTo>
                  <a:lnTo>
                    <a:pt x="103945" y="865673"/>
                  </a:lnTo>
                  <a:lnTo>
                    <a:pt x="105016" y="865745"/>
                  </a:lnTo>
                  <a:lnTo>
                    <a:pt x="106088" y="865817"/>
                  </a:lnTo>
                  <a:lnTo>
                    <a:pt x="107159" y="865890"/>
                  </a:lnTo>
                  <a:lnTo>
                    <a:pt x="108231" y="865962"/>
                  </a:lnTo>
                  <a:lnTo>
                    <a:pt x="109303" y="866034"/>
                  </a:lnTo>
                  <a:lnTo>
                    <a:pt x="110374" y="866107"/>
                  </a:lnTo>
                  <a:lnTo>
                    <a:pt x="111446" y="866179"/>
                  </a:lnTo>
                  <a:lnTo>
                    <a:pt x="112517" y="866251"/>
                  </a:lnTo>
                  <a:lnTo>
                    <a:pt x="113589" y="866324"/>
                  </a:lnTo>
                  <a:lnTo>
                    <a:pt x="114661" y="866396"/>
                  </a:lnTo>
                  <a:lnTo>
                    <a:pt x="115732" y="866468"/>
                  </a:lnTo>
                  <a:lnTo>
                    <a:pt x="116804" y="866541"/>
                  </a:lnTo>
                  <a:lnTo>
                    <a:pt x="117875" y="866613"/>
                  </a:lnTo>
                  <a:lnTo>
                    <a:pt x="118947" y="866685"/>
                  </a:lnTo>
                  <a:lnTo>
                    <a:pt x="120019" y="866758"/>
                  </a:lnTo>
                  <a:lnTo>
                    <a:pt x="121090" y="866830"/>
                  </a:lnTo>
                  <a:lnTo>
                    <a:pt x="122162" y="866902"/>
                  </a:lnTo>
                  <a:lnTo>
                    <a:pt x="123233" y="866974"/>
                  </a:lnTo>
                  <a:lnTo>
                    <a:pt x="124305" y="867047"/>
                  </a:lnTo>
                  <a:lnTo>
                    <a:pt x="125377" y="867119"/>
                  </a:lnTo>
                  <a:lnTo>
                    <a:pt x="126448" y="867191"/>
                  </a:lnTo>
                  <a:lnTo>
                    <a:pt x="127520" y="867263"/>
                  </a:lnTo>
                  <a:lnTo>
                    <a:pt x="128591" y="867336"/>
                  </a:lnTo>
                  <a:lnTo>
                    <a:pt x="129663" y="867408"/>
                  </a:lnTo>
                  <a:lnTo>
                    <a:pt x="130735" y="867480"/>
                  </a:lnTo>
                  <a:lnTo>
                    <a:pt x="131806" y="867552"/>
                  </a:lnTo>
                  <a:lnTo>
                    <a:pt x="132878" y="867625"/>
                  </a:lnTo>
                  <a:lnTo>
                    <a:pt x="133949" y="867697"/>
                  </a:lnTo>
                  <a:lnTo>
                    <a:pt x="135021" y="867769"/>
                  </a:lnTo>
                  <a:lnTo>
                    <a:pt x="136093" y="867841"/>
                  </a:lnTo>
                  <a:lnTo>
                    <a:pt x="137164" y="867913"/>
                  </a:lnTo>
                  <a:lnTo>
                    <a:pt x="138236" y="867986"/>
                  </a:lnTo>
                  <a:lnTo>
                    <a:pt x="139307" y="868058"/>
                  </a:lnTo>
                  <a:lnTo>
                    <a:pt x="140379" y="868130"/>
                  </a:lnTo>
                  <a:lnTo>
                    <a:pt x="141451" y="868202"/>
                  </a:lnTo>
                  <a:lnTo>
                    <a:pt x="142522" y="868274"/>
                  </a:lnTo>
                  <a:lnTo>
                    <a:pt x="143594" y="868347"/>
                  </a:lnTo>
                  <a:lnTo>
                    <a:pt x="144665" y="868419"/>
                  </a:lnTo>
                  <a:lnTo>
                    <a:pt x="145737" y="868491"/>
                  </a:lnTo>
                  <a:lnTo>
                    <a:pt x="146809" y="868563"/>
                  </a:lnTo>
                  <a:lnTo>
                    <a:pt x="147880" y="868635"/>
                  </a:lnTo>
                  <a:lnTo>
                    <a:pt x="148952" y="868707"/>
                  </a:lnTo>
                  <a:lnTo>
                    <a:pt x="150023" y="868779"/>
                  </a:lnTo>
                  <a:lnTo>
                    <a:pt x="151095" y="868852"/>
                  </a:lnTo>
                  <a:lnTo>
                    <a:pt x="152167" y="868924"/>
                  </a:lnTo>
                  <a:lnTo>
                    <a:pt x="153238" y="868996"/>
                  </a:lnTo>
                  <a:lnTo>
                    <a:pt x="154310" y="869068"/>
                  </a:lnTo>
                  <a:lnTo>
                    <a:pt x="155381" y="869140"/>
                  </a:lnTo>
                  <a:lnTo>
                    <a:pt x="156453" y="869212"/>
                  </a:lnTo>
                  <a:lnTo>
                    <a:pt x="157525" y="869284"/>
                  </a:lnTo>
                  <a:lnTo>
                    <a:pt x="158596" y="869356"/>
                  </a:lnTo>
                  <a:lnTo>
                    <a:pt x="159668" y="869428"/>
                  </a:lnTo>
                  <a:lnTo>
                    <a:pt x="160739" y="869501"/>
                  </a:lnTo>
                  <a:lnTo>
                    <a:pt x="161811" y="869573"/>
                  </a:lnTo>
                  <a:lnTo>
                    <a:pt x="162883" y="869645"/>
                  </a:lnTo>
                  <a:lnTo>
                    <a:pt x="163954" y="869717"/>
                  </a:lnTo>
                  <a:lnTo>
                    <a:pt x="165026" y="869789"/>
                  </a:lnTo>
                  <a:lnTo>
                    <a:pt x="166097" y="869861"/>
                  </a:lnTo>
                  <a:lnTo>
                    <a:pt x="167169" y="869933"/>
                  </a:lnTo>
                  <a:lnTo>
                    <a:pt x="168241" y="870005"/>
                  </a:lnTo>
                  <a:lnTo>
                    <a:pt x="169312" y="870077"/>
                  </a:lnTo>
                  <a:lnTo>
                    <a:pt x="170384" y="870149"/>
                  </a:lnTo>
                  <a:lnTo>
                    <a:pt x="171455" y="870221"/>
                  </a:lnTo>
                  <a:lnTo>
                    <a:pt x="172527" y="870293"/>
                  </a:lnTo>
                  <a:lnTo>
                    <a:pt x="173599" y="870365"/>
                  </a:lnTo>
                  <a:lnTo>
                    <a:pt x="174670" y="870437"/>
                  </a:lnTo>
                  <a:lnTo>
                    <a:pt x="175742" y="870509"/>
                  </a:lnTo>
                  <a:lnTo>
                    <a:pt x="176813" y="870581"/>
                  </a:lnTo>
                  <a:lnTo>
                    <a:pt x="177885" y="870653"/>
                  </a:lnTo>
                  <a:lnTo>
                    <a:pt x="178956" y="870725"/>
                  </a:lnTo>
                  <a:lnTo>
                    <a:pt x="180028" y="870797"/>
                  </a:lnTo>
                  <a:lnTo>
                    <a:pt x="181100" y="870869"/>
                  </a:lnTo>
                  <a:lnTo>
                    <a:pt x="182171" y="870941"/>
                  </a:lnTo>
                  <a:lnTo>
                    <a:pt x="183243" y="871013"/>
                  </a:lnTo>
                  <a:lnTo>
                    <a:pt x="184314" y="871085"/>
                  </a:lnTo>
                  <a:lnTo>
                    <a:pt x="185386" y="871157"/>
                  </a:lnTo>
                  <a:lnTo>
                    <a:pt x="186458" y="871229"/>
                  </a:lnTo>
                  <a:lnTo>
                    <a:pt x="187529" y="871301"/>
                  </a:lnTo>
                  <a:lnTo>
                    <a:pt x="188601" y="871373"/>
                  </a:lnTo>
                  <a:lnTo>
                    <a:pt x="189672" y="871445"/>
                  </a:lnTo>
                  <a:lnTo>
                    <a:pt x="190744" y="871517"/>
                  </a:lnTo>
                  <a:lnTo>
                    <a:pt x="191816" y="871589"/>
                  </a:lnTo>
                  <a:lnTo>
                    <a:pt x="192887" y="871661"/>
                  </a:lnTo>
                  <a:lnTo>
                    <a:pt x="193959" y="871732"/>
                  </a:lnTo>
                  <a:lnTo>
                    <a:pt x="195030" y="871804"/>
                  </a:lnTo>
                  <a:lnTo>
                    <a:pt x="196102" y="871876"/>
                  </a:lnTo>
                  <a:lnTo>
                    <a:pt x="197174" y="871948"/>
                  </a:lnTo>
                  <a:lnTo>
                    <a:pt x="198245" y="872020"/>
                  </a:lnTo>
                  <a:lnTo>
                    <a:pt x="199317" y="872092"/>
                  </a:lnTo>
                  <a:lnTo>
                    <a:pt x="200388" y="872164"/>
                  </a:lnTo>
                  <a:lnTo>
                    <a:pt x="201460" y="872236"/>
                  </a:lnTo>
                  <a:lnTo>
                    <a:pt x="202532" y="872308"/>
                  </a:lnTo>
                  <a:lnTo>
                    <a:pt x="203603" y="872379"/>
                  </a:lnTo>
                  <a:lnTo>
                    <a:pt x="204675" y="872451"/>
                  </a:lnTo>
                  <a:lnTo>
                    <a:pt x="205746" y="872523"/>
                  </a:lnTo>
                  <a:lnTo>
                    <a:pt x="206818" y="872595"/>
                  </a:lnTo>
                  <a:lnTo>
                    <a:pt x="207890" y="872667"/>
                  </a:lnTo>
                  <a:lnTo>
                    <a:pt x="208961" y="872739"/>
                  </a:lnTo>
                  <a:lnTo>
                    <a:pt x="210033" y="872811"/>
                  </a:lnTo>
                  <a:lnTo>
                    <a:pt x="211104" y="872882"/>
                  </a:lnTo>
                  <a:lnTo>
                    <a:pt x="212176" y="872954"/>
                  </a:lnTo>
                  <a:lnTo>
                    <a:pt x="213248" y="873026"/>
                  </a:lnTo>
                  <a:lnTo>
                    <a:pt x="214319" y="873098"/>
                  </a:lnTo>
                  <a:lnTo>
                    <a:pt x="215391" y="873170"/>
                  </a:lnTo>
                  <a:lnTo>
                    <a:pt x="216462" y="873241"/>
                  </a:lnTo>
                  <a:lnTo>
                    <a:pt x="217534" y="873313"/>
                  </a:lnTo>
                  <a:lnTo>
                    <a:pt x="218606" y="873385"/>
                  </a:lnTo>
                  <a:lnTo>
                    <a:pt x="219677" y="873457"/>
                  </a:lnTo>
                  <a:lnTo>
                    <a:pt x="220749" y="873529"/>
                  </a:lnTo>
                  <a:lnTo>
                    <a:pt x="221820" y="873600"/>
                  </a:lnTo>
                  <a:lnTo>
                    <a:pt x="222892" y="873672"/>
                  </a:lnTo>
                  <a:lnTo>
                    <a:pt x="223964" y="873744"/>
                  </a:lnTo>
                  <a:lnTo>
                    <a:pt x="225035" y="873816"/>
                  </a:lnTo>
                  <a:lnTo>
                    <a:pt x="226107" y="873887"/>
                  </a:lnTo>
                  <a:lnTo>
                    <a:pt x="227178" y="873959"/>
                  </a:lnTo>
                  <a:lnTo>
                    <a:pt x="228250" y="874031"/>
                  </a:lnTo>
                  <a:lnTo>
                    <a:pt x="229322" y="874103"/>
                  </a:lnTo>
                  <a:lnTo>
                    <a:pt x="230393" y="874174"/>
                  </a:lnTo>
                  <a:lnTo>
                    <a:pt x="231465" y="874246"/>
                  </a:lnTo>
                  <a:lnTo>
                    <a:pt x="232536" y="874318"/>
                  </a:lnTo>
                  <a:lnTo>
                    <a:pt x="233608" y="874390"/>
                  </a:lnTo>
                  <a:lnTo>
                    <a:pt x="234680" y="874461"/>
                  </a:lnTo>
                  <a:lnTo>
                    <a:pt x="235751" y="874533"/>
                  </a:lnTo>
                  <a:lnTo>
                    <a:pt x="236823" y="874605"/>
                  </a:lnTo>
                  <a:lnTo>
                    <a:pt x="237894" y="874676"/>
                  </a:lnTo>
                  <a:lnTo>
                    <a:pt x="238966" y="874748"/>
                  </a:lnTo>
                  <a:lnTo>
                    <a:pt x="240038" y="874820"/>
                  </a:lnTo>
                  <a:lnTo>
                    <a:pt x="241109" y="874891"/>
                  </a:lnTo>
                  <a:lnTo>
                    <a:pt x="242181" y="874963"/>
                  </a:lnTo>
                  <a:lnTo>
                    <a:pt x="243252" y="875035"/>
                  </a:lnTo>
                  <a:lnTo>
                    <a:pt x="244324" y="875106"/>
                  </a:lnTo>
                  <a:lnTo>
                    <a:pt x="245396" y="875178"/>
                  </a:lnTo>
                  <a:lnTo>
                    <a:pt x="246467" y="875250"/>
                  </a:lnTo>
                  <a:lnTo>
                    <a:pt x="247539" y="875321"/>
                  </a:lnTo>
                  <a:lnTo>
                    <a:pt x="248610" y="875393"/>
                  </a:lnTo>
                  <a:lnTo>
                    <a:pt x="249682" y="875465"/>
                  </a:lnTo>
                  <a:lnTo>
                    <a:pt x="250754" y="875536"/>
                  </a:lnTo>
                  <a:lnTo>
                    <a:pt x="251825" y="875608"/>
                  </a:lnTo>
                  <a:lnTo>
                    <a:pt x="252897" y="875679"/>
                  </a:lnTo>
                  <a:lnTo>
                    <a:pt x="253968" y="875751"/>
                  </a:lnTo>
                  <a:lnTo>
                    <a:pt x="255040" y="875823"/>
                  </a:lnTo>
                  <a:lnTo>
                    <a:pt x="256112" y="875894"/>
                  </a:lnTo>
                  <a:lnTo>
                    <a:pt x="257183" y="875966"/>
                  </a:lnTo>
                  <a:lnTo>
                    <a:pt x="258255" y="876037"/>
                  </a:lnTo>
                  <a:lnTo>
                    <a:pt x="259326" y="876109"/>
                  </a:lnTo>
                  <a:lnTo>
                    <a:pt x="260398" y="876181"/>
                  </a:lnTo>
                  <a:lnTo>
                    <a:pt x="261470" y="876252"/>
                  </a:lnTo>
                  <a:lnTo>
                    <a:pt x="262541" y="876324"/>
                  </a:lnTo>
                  <a:lnTo>
                    <a:pt x="263613" y="876395"/>
                  </a:lnTo>
                  <a:lnTo>
                    <a:pt x="264684" y="876467"/>
                  </a:lnTo>
                  <a:lnTo>
                    <a:pt x="265756" y="876538"/>
                  </a:lnTo>
                  <a:lnTo>
                    <a:pt x="266828" y="876610"/>
                  </a:lnTo>
                  <a:lnTo>
                    <a:pt x="267899" y="876682"/>
                  </a:lnTo>
                  <a:lnTo>
                    <a:pt x="268971" y="876753"/>
                  </a:lnTo>
                  <a:lnTo>
                    <a:pt x="270042" y="876825"/>
                  </a:lnTo>
                  <a:lnTo>
                    <a:pt x="271114" y="876896"/>
                  </a:lnTo>
                  <a:lnTo>
                    <a:pt x="272186" y="876968"/>
                  </a:lnTo>
                  <a:lnTo>
                    <a:pt x="273257" y="877039"/>
                  </a:lnTo>
                  <a:lnTo>
                    <a:pt x="274329" y="877111"/>
                  </a:lnTo>
                  <a:lnTo>
                    <a:pt x="275400" y="877182"/>
                  </a:lnTo>
                  <a:lnTo>
                    <a:pt x="276472" y="877254"/>
                  </a:lnTo>
                  <a:lnTo>
                    <a:pt x="277544" y="877325"/>
                  </a:lnTo>
                  <a:lnTo>
                    <a:pt x="278615" y="877397"/>
                  </a:lnTo>
                  <a:lnTo>
                    <a:pt x="279687" y="877468"/>
                  </a:lnTo>
                  <a:lnTo>
                    <a:pt x="280758" y="877540"/>
                  </a:lnTo>
                  <a:lnTo>
                    <a:pt x="281830" y="877611"/>
                  </a:lnTo>
                  <a:lnTo>
                    <a:pt x="282902" y="877683"/>
                  </a:lnTo>
                  <a:lnTo>
                    <a:pt x="283973" y="877754"/>
                  </a:lnTo>
                  <a:lnTo>
                    <a:pt x="285045" y="877826"/>
                  </a:lnTo>
                  <a:lnTo>
                    <a:pt x="286116" y="877897"/>
                  </a:lnTo>
                  <a:lnTo>
                    <a:pt x="287188" y="877968"/>
                  </a:lnTo>
                  <a:lnTo>
                    <a:pt x="288260" y="878040"/>
                  </a:lnTo>
                  <a:lnTo>
                    <a:pt x="289331" y="878111"/>
                  </a:lnTo>
                  <a:lnTo>
                    <a:pt x="290403" y="878183"/>
                  </a:lnTo>
                  <a:lnTo>
                    <a:pt x="291474" y="878254"/>
                  </a:lnTo>
                  <a:lnTo>
                    <a:pt x="292546" y="878326"/>
                  </a:lnTo>
                  <a:lnTo>
                    <a:pt x="293618" y="878397"/>
                  </a:lnTo>
                  <a:lnTo>
                    <a:pt x="294689" y="878468"/>
                  </a:lnTo>
                  <a:lnTo>
                    <a:pt x="295761" y="878540"/>
                  </a:lnTo>
                  <a:lnTo>
                    <a:pt x="296832" y="878611"/>
                  </a:lnTo>
                  <a:lnTo>
                    <a:pt x="297904" y="878683"/>
                  </a:lnTo>
                  <a:lnTo>
                    <a:pt x="298976" y="878754"/>
                  </a:lnTo>
                  <a:lnTo>
                    <a:pt x="300047" y="878825"/>
                  </a:lnTo>
                  <a:lnTo>
                    <a:pt x="301119" y="878897"/>
                  </a:lnTo>
                  <a:lnTo>
                    <a:pt x="302190" y="878968"/>
                  </a:lnTo>
                  <a:lnTo>
                    <a:pt x="303262" y="879039"/>
                  </a:lnTo>
                  <a:lnTo>
                    <a:pt x="304334" y="879111"/>
                  </a:lnTo>
                  <a:lnTo>
                    <a:pt x="305405" y="879182"/>
                  </a:lnTo>
                  <a:lnTo>
                    <a:pt x="306477" y="879254"/>
                  </a:lnTo>
                  <a:lnTo>
                    <a:pt x="307548" y="879325"/>
                  </a:lnTo>
                  <a:lnTo>
                    <a:pt x="308620" y="879396"/>
                  </a:lnTo>
                  <a:lnTo>
                    <a:pt x="309692" y="879468"/>
                  </a:lnTo>
                  <a:lnTo>
                    <a:pt x="310763" y="879539"/>
                  </a:lnTo>
                  <a:lnTo>
                    <a:pt x="311835" y="879610"/>
                  </a:lnTo>
                  <a:lnTo>
                    <a:pt x="312906" y="879682"/>
                  </a:lnTo>
                  <a:lnTo>
                    <a:pt x="313978" y="879753"/>
                  </a:lnTo>
                  <a:lnTo>
                    <a:pt x="315050" y="879824"/>
                  </a:lnTo>
                  <a:lnTo>
                    <a:pt x="316121" y="879895"/>
                  </a:lnTo>
                  <a:lnTo>
                    <a:pt x="317193" y="879967"/>
                  </a:lnTo>
                  <a:lnTo>
                    <a:pt x="318264" y="880038"/>
                  </a:lnTo>
                  <a:lnTo>
                    <a:pt x="319336" y="880109"/>
                  </a:lnTo>
                  <a:lnTo>
                    <a:pt x="320408" y="880181"/>
                  </a:lnTo>
                  <a:lnTo>
                    <a:pt x="321479" y="880252"/>
                  </a:lnTo>
                  <a:lnTo>
                    <a:pt x="322551" y="880323"/>
                  </a:lnTo>
                  <a:lnTo>
                    <a:pt x="323622" y="880394"/>
                  </a:lnTo>
                  <a:lnTo>
                    <a:pt x="324694" y="880466"/>
                  </a:lnTo>
                  <a:lnTo>
                    <a:pt x="325766" y="880537"/>
                  </a:lnTo>
                  <a:lnTo>
                    <a:pt x="326837" y="880608"/>
                  </a:lnTo>
                  <a:lnTo>
                    <a:pt x="327909" y="880679"/>
                  </a:lnTo>
                  <a:lnTo>
                    <a:pt x="328980" y="880751"/>
                  </a:lnTo>
                  <a:lnTo>
                    <a:pt x="330052" y="880822"/>
                  </a:lnTo>
                  <a:lnTo>
                    <a:pt x="331124" y="880893"/>
                  </a:lnTo>
                  <a:lnTo>
                    <a:pt x="332195" y="880964"/>
                  </a:lnTo>
                  <a:lnTo>
                    <a:pt x="333267" y="881036"/>
                  </a:lnTo>
                  <a:lnTo>
                    <a:pt x="334338" y="881107"/>
                  </a:lnTo>
                  <a:lnTo>
                    <a:pt x="335410" y="881178"/>
                  </a:lnTo>
                  <a:lnTo>
                    <a:pt x="336482" y="881249"/>
                  </a:lnTo>
                  <a:lnTo>
                    <a:pt x="337553" y="881320"/>
                  </a:lnTo>
                  <a:lnTo>
                    <a:pt x="338625" y="881392"/>
                  </a:lnTo>
                  <a:lnTo>
                    <a:pt x="339696" y="881463"/>
                  </a:lnTo>
                  <a:lnTo>
                    <a:pt x="340768" y="881534"/>
                  </a:lnTo>
                  <a:lnTo>
                    <a:pt x="341840" y="881605"/>
                  </a:lnTo>
                  <a:lnTo>
                    <a:pt x="342911" y="881676"/>
                  </a:lnTo>
                  <a:lnTo>
                    <a:pt x="343983" y="881747"/>
                  </a:lnTo>
                  <a:lnTo>
                    <a:pt x="345054" y="881819"/>
                  </a:lnTo>
                  <a:lnTo>
                    <a:pt x="346126" y="881890"/>
                  </a:lnTo>
                  <a:lnTo>
                    <a:pt x="347198" y="881961"/>
                  </a:lnTo>
                  <a:lnTo>
                    <a:pt x="348269" y="882032"/>
                  </a:lnTo>
                  <a:lnTo>
                    <a:pt x="349341" y="882103"/>
                  </a:lnTo>
                  <a:lnTo>
                    <a:pt x="350412" y="882174"/>
                  </a:lnTo>
                  <a:lnTo>
                    <a:pt x="351484" y="882245"/>
                  </a:lnTo>
                  <a:lnTo>
                    <a:pt x="352556" y="882317"/>
                  </a:lnTo>
                  <a:lnTo>
                    <a:pt x="353627" y="882388"/>
                  </a:lnTo>
                  <a:lnTo>
                    <a:pt x="354699" y="882459"/>
                  </a:lnTo>
                  <a:lnTo>
                    <a:pt x="355770" y="882530"/>
                  </a:lnTo>
                  <a:lnTo>
                    <a:pt x="356842" y="882601"/>
                  </a:lnTo>
                  <a:lnTo>
                    <a:pt x="357913" y="882672"/>
                  </a:lnTo>
                  <a:lnTo>
                    <a:pt x="358985" y="882743"/>
                  </a:lnTo>
                  <a:lnTo>
                    <a:pt x="360057" y="882814"/>
                  </a:lnTo>
                  <a:lnTo>
                    <a:pt x="361128" y="882885"/>
                  </a:lnTo>
                  <a:lnTo>
                    <a:pt x="362200" y="882956"/>
                  </a:lnTo>
                  <a:lnTo>
                    <a:pt x="363271" y="883027"/>
                  </a:lnTo>
                  <a:lnTo>
                    <a:pt x="364343" y="883099"/>
                  </a:lnTo>
                  <a:lnTo>
                    <a:pt x="365415" y="883170"/>
                  </a:lnTo>
                  <a:lnTo>
                    <a:pt x="366486" y="883241"/>
                  </a:lnTo>
                  <a:lnTo>
                    <a:pt x="367558" y="883312"/>
                  </a:lnTo>
                  <a:lnTo>
                    <a:pt x="368629" y="883383"/>
                  </a:lnTo>
                  <a:lnTo>
                    <a:pt x="369701" y="883454"/>
                  </a:lnTo>
                  <a:lnTo>
                    <a:pt x="370773" y="883525"/>
                  </a:lnTo>
                  <a:lnTo>
                    <a:pt x="371844" y="883596"/>
                  </a:lnTo>
                  <a:lnTo>
                    <a:pt x="372916" y="883667"/>
                  </a:lnTo>
                  <a:lnTo>
                    <a:pt x="373987" y="883738"/>
                  </a:lnTo>
                  <a:lnTo>
                    <a:pt x="375059" y="883809"/>
                  </a:lnTo>
                  <a:lnTo>
                    <a:pt x="376131" y="883880"/>
                  </a:lnTo>
                  <a:lnTo>
                    <a:pt x="377202" y="883951"/>
                  </a:lnTo>
                  <a:lnTo>
                    <a:pt x="378274" y="884022"/>
                  </a:lnTo>
                  <a:lnTo>
                    <a:pt x="379345" y="884093"/>
                  </a:lnTo>
                  <a:lnTo>
                    <a:pt x="380417" y="884164"/>
                  </a:lnTo>
                  <a:lnTo>
                    <a:pt x="381489" y="884235"/>
                  </a:lnTo>
                  <a:lnTo>
                    <a:pt x="382560" y="884306"/>
                  </a:lnTo>
                  <a:lnTo>
                    <a:pt x="383632" y="884377"/>
                  </a:lnTo>
                  <a:lnTo>
                    <a:pt x="384703" y="884448"/>
                  </a:lnTo>
                  <a:lnTo>
                    <a:pt x="385775" y="884519"/>
                  </a:lnTo>
                  <a:lnTo>
                    <a:pt x="386847" y="884590"/>
                  </a:lnTo>
                  <a:lnTo>
                    <a:pt x="387918" y="884661"/>
                  </a:lnTo>
                  <a:lnTo>
                    <a:pt x="388990" y="884731"/>
                  </a:lnTo>
                  <a:lnTo>
                    <a:pt x="390061" y="884802"/>
                  </a:lnTo>
                  <a:lnTo>
                    <a:pt x="391133" y="884873"/>
                  </a:lnTo>
                  <a:lnTo>
                    <a:pt x="392205" y="884944"/>
                  </a:lnTo>
                  <a:lnTo>
                    <a:pt x="393276" y="885015"/>
                  </a:lnTo>
                  <a:lnTo>
                    <a:pt x="394348" y="885086"/>
                  </a:lnTo>
                  <a:lnTo>
                    <a:pt x="395419" y="885157"/>
                  </a:lnTo>
                  <a:lnTo>
                    <a:pt x="396491" y="885228"/>
                  </a:lnTo>
                  <a:lnTo>
                    <a:pt x="397563" y="885299"/>
                  </a:lnTo>
                  <a:lnTo>
                    <a:pt x="398634" y="885370"/>
                  </a:lnTo>
                  <a:lnTo>
                    <a:pt x="399706" y="885441"/>
                  </a:lnTo>
                  <a:lnTo>
                    <a:pt x="400777" y="885511"/>
                  </a:lnTo>
                  <a:lnTo>
                    <a:pt x="401849" y="885582"/>
                  </a:lnTo>
                  <a:lnTo>
                    <a:pt x="402921" y="885653"/>
                  </a:lnTo>
                  <a:lnTo>
                    <a:pt x="403992" y="885724"/>
                  </a:lnTo>
                  <a:lnTo>
                    <a:pt x="405064" y="885795"/>
                  </a:lnTo>
                  <a:lnTo>
                    <a:pt x="406135" y="885866"/>
                  </a:lnTo>
                  <a:lnTo>
                    <a:pt x="407207" y="885937"/>
                  </a:lnTo>
                  <a:lnTo>
                    <a:pt x="408279" y="886007"/>
                  </a:lnTo>
                  <a:lnTo>
                    <a:pt x="409350" y="886078"/>
                  </a:lnTo>
                  <a:lnTo>
                    <a:pt x="410422" y="886149"/>
                  </a:lnTo>
                  <a:lnTo>
                    <a:pt x="411493" y="886220"/>
                  </a:lnTo>
                  <a:lnTo>
                    <a:pt x="412565" y="886291"/>
                  </a:lnTo>
                  <a:lnTo>
                    <a:pt x="413637" y="886361"/>
                  </a:lnTo>
                  <a:lnTo>
                    <a:pt x="414708" y="886432"/>
                  </a:lnTo>
                  <a:lnTo>
                    <a:pt x="415780" y="886503"/>
                  </a:lnTo>
                  <a:lnTo>
                    <a:pt x="416851" y="886573"/>
                  </a:lnTo>
                  <a:lnTo>
                    <a:pt x="417923" y="886644"/>
                  </a:lnTo>
                  <a:lnTo>
                    <a:pt x="418995" y="886715"/>
                  </a:lnTo>
                  <a:lnTo>
                    <a:pt x="420066" y="886785"/>
                  </a:lnTo>
                  <a:lnTo>
                    <a:pt x="421138" y="886856"/>
                  </a:lnTo>
                  <a:lnTo>
                    <a:pt x="422209" y="886926"/>
                  </a:lnTo>
                  <a:lnTo>
                    <a:pt x="423281" y="886997"/>
                  </a:lnTo>
                  <a:lnTo>
                    <a:pt x="424353" y="887067"/>
                  </a:lnTo>
                  <a:lnTo>
                    <a:pt x="425424" y="887138"/>
                  </a:lnTo>
                  <a:lnTo>
                    <a:pt x="426496" y="887208"/>
                  </a:lnTo>
                  <a:lnTo>
                    <a:pt x="427567" y="887278"/>
                  </a:lnTo>
                  <a:lnTo>
                    <a:pt x="428639" y="887349"/>
                  </a:lnTo>
                  <a:lnTo>
                    <a:pt x="429711" y="887419"/>
                  </a:lnTo>
                  <a:lnTo>
                    <a:pt x="430782" y="887489"/>
                  </a:lnTo>
                  <a:lnTo>
                    <a:pt x="431854" y="887559"/>
                  </a:lnTo>
                  <a:lnTo>
                    <a:pt x="432925" y="887629"/>
                  </a:lnTo>
                  <a:lnTo>
                    <a:pt x="433997" y="887699"/>
                  </a:lnTo>
                  <a:lnTo>
                    <a:pt x="435069" y="887769"/>
                  </a:lnTo>
                  <a:lnTo>
                    <a:pt x="436140" y="887839"/>
                  </a:lnTo>
                  <a:lnTo>
                    <a:pt x="437212" y="887908"/>
                  </a:lnTo>
                  <a:lnTo>
                    <a:pt x="438283" y="887978"/>
                  </a:lnTo>
                  <a:lnTo>
                    <a:pt x="439355" y="888048"/>
                  </a:lnTo>
                  <a:lnTo>
                    <a:pt x="440427" y="888117"/>
                  </a:lnTo>
                  <a:lnTo>
                    <a:pt x="441498" y="888187"/>
                  </a:lnTo>
                  <a:lnTo>
                    <a:pt x="442570" y="888256"/>
                  </a:lnTo>
                  <a:lnTo>
                    <a:pt x="443641" y="888326"/>
                  </a:lnTo>
                  <a:lnTo>
                    <a:pt x="444713" y="888395"/>
                  </a:lnTo>
                  <a:lnTo>
                    <a:pt x="445785" y="888464"/>
                  </a:lnTo>
                  <a:lnTo>
                    <a:pt x="446856" y="888533"/>
                  </a:lnTo>
                  <a:lnTo>
                    <a:pt x="447928" y="888602"/>
                  </a:lnTo>
                  <a:lnTo>
                    <a:pt x="448999" y="888671"/>
                  </a:lnTo>
                  <a:lnTo>
                    <a:pt x="450071" y="888740"/>
                  </a:lnTo>
                  <a:lnTo>
                    <a:pt x="451143" y="888809"/>
                  </a:lnTo>
                  <a:lnTo>
                    <a:pt x="452214" y="888877"/>
                  </a:lnTo>
                  <a:lnTo>
                    <a:pt x="453286" y="888946"/>
                  </a:lnTo>
                  <a:lnTo>
                    <a:pt x="454357" y="889014"/>
                  </a:lnTo>
                  <a:lnTo>
                    <a:pt x="455429" y="889083"/>
                  </a:lnTo>
                  <a:lnTo>
                    <a:pt x="456501" y="889151"/>
                  </a:lnTo>
                  <a:lnTo>
                    <a:pt x="457572" y="889219"/>
                  </a:lnTo>
                  <a:lnTo>
                    <a:pt x="458644" y="889287"/>
                  </a:lnTo>
                  <a:lnTo>
                    <a:pt x="459715" y="889355"/>
                  </a:lnTo>
                  <a:lnTo>
                    <a:pt x="460787" y="889423"/>
                  </a:lnTo>
                  <a:lnTo>
                    <a:pt x="461859" y="889490"/>
                  </a:lnTo>
                  <a:lnTo>
                    <a:pt x="462930" y="889558"/>
                  </a:lnTo>
                  <a:lnTo>
                    <a:pt x="464002" y="889625"/>
                  </a:lnTo>
                  <a:lnTo>
                    <a:pt x="465073" y="889693"/>
                  </a:lnTo>
                  <a:lnTo>
                    <a:pt x="466145" y="889760"/>
                  </a:lnTo>
                  <a:lnTo>
                    <a:pt x="467217" y="889827"/>
                  </a:lnTo>
                  <a:lnTo>
                    <a:pt x="468288" y="889894"/>
                  </a:lnTo>
                  <a:lnTo>
                    <a:pt x="469360" y="889961"/>
                  </a:lnTo>
                  <a:lnTo>
                    <a:pt x="470431" y="890028"/>
                  </a:lnTo>
                  <a:lnTo>
                    <a:pt x="471503" y="890094"/>
                  </a:lnTo>
                  <a:lnTo>
                    <a:pt x="472575" y="890161"/>
                  </a:lnTo>
                  <a:lnTo>
                    <a:pt x="473646" y="890227"/>
                  </a:lnTo>
                  <a:lnTo>
                    <a:pt x="474718" y="890293"/>
                  </a:lnTo>
                  <a:lnTo>
                    <a:pt x="475789" y="890359"/>
                  </a:lnTo>
                  <a:lnTo>
                    <a:pt x="476861" y="890425"/>
                  </a:lnTo>
                  <a:lnTo>
                    <a:pt x="477933" y="890491"/>
                  </a:lnTo>
                  <a:lnTo>
                    <a:pt x="479004" y="890557"/>
                  </a:lnTo>
                  <a:lnTo>
                    <a:pt x="480076" y="890622"/>
                  </a:lnTo>
                  <a:lnTo>
                    <a:pt x="481147" y="890688"/>
                  </a:lnTo>
                  <a:lnTo>
                    <a:pt x="482219" y="890753"/>
                  </a:lnTo>
                  <a:lnTo>
                    <a:pt x="483291" y="890818"/>
                  </a:lnTo>
                  <a:lnTo>
                    <a:pt x="484362" y="890883"/>
                  </a:lnTo>
                  <a:lnTo>
                    <a:pt x="485434" y="890947"/>
                  </a:lnTo>
                  <a:lnTo>
                    <a:pt x="486505" y="891012"/>
                  </a:lnTo>
                  <a:lnTo>
                    <a:pt x="487577" y="891076"/>
                  </a:lnTo>
                  <a:lnTo>
                    <a:pt x="488649" y="891141"/>
                  </a:lnTo>
                  <a:lnTo>
                    <a:pt x="489720" y="891205"/>
                  </a:lnTo>
                  <a:lnTo>
                    <a:pt x="490792" y="891269"/>
                  </a:lnTo>
                  <a:lnTo>
                    <a:pt x="491863" y="891332"/>
                  </a:lnTo>
                  <a:lnTo>
                    <a:pt x="492935" y="891396"/>
                  </a:lnTo>
                  <a:lnTo>
                    <a:pt x="494007" y="891459"/>
                  </a:lnTo>
                  <a:lnTo>
                    <a:pt x="495078" y="891523"/>
                  </a:lnTo>
                  <a:lnTo>
                    <a:pt x="496150" y="891586"/>
                  </a:lnTo>
                  <a:lnTo>
                    <a:pt x="497221" y="891649"/>
                  </a:lnTo>
                  <a:lnTo>
                    <a:pt x="498293" y="891711"/>
                  </a:lnTo>
                  <a:lnTo>
                    <a:pt x="499365" y="891774"/>
                  </a:lnTo>
                  <a:lnTo>
                    <a:pt x="500436" y="891836"/>
                  </a:lnTo>
                  <a:lnTo>
                    <a:pt x="501508" y="891898"/>
                  </a:lnTo>
                  <a:lnTo>
                    <a:pt x="502579" y="891960"/>
                  </a:lnTo>
                  <a:lnTo>
                    <a:pt x="503651" y="892022"/>
                  </a:lnTo>
                  <a:lnTo>
                    <a:pt x="504723" y="892084"/>
                  </a:lnTo>
                  <a:lnTo>
                    <a:pt x="505794" y="892145"/>
                  </a:lnTo>
                  <a:lnTo>
                    <a:pt x="506866" y="892206"/>
                  </a:lnTo>
                  <a:lnTo>
                    <a:pt x="507937" y="892267"/>
                  </a:lnTo>
                  <a:lnTo>
                    <a:pt x="509009" y="892328"/>
                  </a:lnTo>
                  <a:lnTo>
                    <a:pt x="510081" y="892389"/>
                  </a:lnTo>
                  <a:lnTo>
                    <a:pt x="511152" y="892449"/>
                  </a:lnTo>
                  <a:lnTo>
                    <a:pt x="512224" y="892509"/>
                  </a:lnTo>
                  <a:lnTo>
                    <a:pt x="513295" y="892569"/>
                  </a:lnTo>
                  <a:lnTo>
                    <a:pt x="514367" y="892629"/>
                  </a:lnTo>
                  <a:lnTo>
                    <a:pt x="515439" y="892689"/>
                  </a:lnTo>
                  <a:lnTo>
                    <a:pt x="516510" y="892748"/>
                  </a:lnTo>
                  <a:lnTo>
                    <a:pt x="517582" y="892807"/>
                  </a:lnTo>
                  <a:lnTo>
                    <a:pt x="518653" y="892866"/>
                  </a:lnTo>
                  <a:lnTo>
                    <a:pt x="519725" y="892925"/>
                  </a:lnTo>
                  <a:lnTo>
                    <a:pt x="520797" y="892983"/>
                  </a:lnTo>
                  <a:lnTo>
                    <a:pt x="521868" y="893041"/>
                  </a:lnTo>
                  <a:lnTo>
                    <a:pt x="522940" y="893099"/>
                  </a:lnTo>
                  <a:lnTo>
                    <a:pt x="524011" y="893157"/>
                  </a:lnTo>
                  <a:lnTo>
                    <a:pt x="525083" y="893215"/>
                  </a:lnTo>
                  <a:lnTo>
                    <a:pt x="526155" y="893272"/>
                  </a:lnTo>
                  <a:lnTo>
                    <a:pt x="527226" y="893329"/>
                  </a:lnTo>
                  <a:lnTo>
                    <a:pt x="528298" y="893386"/>
                  </a:lnTo>
                  <a:lnTo>
                    <a:pt x="529369" y="893443"/>
                  </a:lnTo>
                  <a:lnTo>
                    <a:pt x="530441" y="893499"/>
                  </a:lnTo>
                  <a:lnTo>
                    <a:pt x="531513" y="893555"/>
                  </a:lnTo>
                  <a:lnTo>
                    <a:pt x="532584" y="893611"/>
                  </a:lnTo>
                  <a:lnTo>
                    <a:pt x="533656" y="893667"/>
                  </a:lnTo>
                  <a:lnTo>
                    <a:pt x="534727" y="893722"/>
                  </a:lnTo>
                  <a:lnTo>
                    <a:pt x="535799" y="893777"/>
                  </a:lnTo>
                  <a:lnTo>
                    <a:pt x="536870" y="893832"/>
                  </a:lnTo>
                  <a:lnTo>
                    <a:pt x="537942" y="893887"/>
                  </a:lnTo>
                  <a:lnTo>
                    <a:pt x="539014" y="893941"/>
                  </a:lnTo>
                  <a:lnTo>
                    <a:pt x="540085" y="893995"/>
                  </a:lnTo>
                  <a:lnTo>
                    <a:pt x="541157" y="894049"/>
                  </a:lnTo>
                  <a:lnTo>
                    <a:pt x="542228" y="894103"/>
                  </a:lnTo>
                  <a:lnTo>
                    <a:pt x="543300" y="894156"/>
                  </a:lnTo>
                  <a:lnTo>
                    <a:pt x="544372" y="894209"/>
                  </a:lnTo>
                  <a:lnTo>
                    <a:pt x="545443" y="894262"/>
                  </a:lnTo>
                  <a:lnTo>
                    <a:pt x="546515" y="894315"/>
                  </a:lnTo>
                  <a:lnTo>
                    <a:pt x="547586" y="894367"/>
                  </a:lnTo>
                  <a:lnTo>
                    <a:pt x="548658" y="894419"/>
                  </a:lnTo>
                  <a:lnTo>
                    <a:pt x="549730" y="894471"/>
                  </a:lnTo>
                  <a:lnTo>
                    <a:pt x="550801" y="894522"/>
                  </a:lnTo>
                  <a:lnTo>
                    <a:pt x="551873" y="894573"/>
                  </a:lnTo>
                  <a:lnTo>
                    <a:pt x="552944" y="894624"/>
                  </a:lnTo>
                  <a:lnTo>
                    <a:pt x="554016" y="894675"/>
                  </a:lnTo>
                  <a:lnTo>
                    <a:pt x="555088" y="894725"/>
                  </a:lnTo>
                  <a:lnTo>
                    <a:pt x="556159" y="894775"/>
                  </a:lnTo>
                  <a:lnTo>
                    <a:pt x="557231" y="894825"/>
                  </a:lnTo>
                  <a:lnTo>
                    <a:pt x="558302" y="894875"/>
                  </a:lnTo>
                  <a:lnTo>
                    <a:pt x="559374" y="894924"/>
                  </a:lnTo>
                  <a:lnTo>
                    <a:pt x="560446" y="894973"/>
                  </a:lnTo>
                  <a:lnTo>
                    <a:pt x="561517" y="895021"/>
                  </a:lnTo>
                  <a:lnTo>
                    <a:pt x="562589" y="895069"/>
                  </a:lnTo>
                  <a:lnTo>
                    <a:pt x="563660" y="895117"/>
                  </a:lnTo>
                  <a:lnTo>
                    <a:pt x="564732" y="895165"/>
                  </a:lnTo>
                  <a:lnTo>
                    <a:pt x="565804" y="895212"/>
                  </a:lnTo>
                  <a:lnTo>
                    <a:pt x="566875" y="895260"/>
                  </a:lnTo>
                  <a:lnTo>
                    <a:pt x="567947" y="895306"/>
                  </a:lnTo>
                  <a:lnTo>
                    <a:pt x="569018" y="895353"/>
                  </a:lnTo>
                  <a:lnTo>
                    <a:pt x="570090" y="895399"/>
                  </a:lnTo>
                  <a:lnTo>
                    <a:pt x="571162" y="895445"/>
                  </a:lnTo>
                  <a:lnTo>
                    <a:pt x="572233" y="895490"/>
                  </a:lnTo>
                  <a:lnTo>
                    <a:pt x="573305" y="895535"/>
                  </a:lnTo>
                  <a:lnTo>
                    <a:pt x="574376" y="895580"/>
                  </a:lnTo>
                  <a:lnTo>
                    <a:pt x="575448" y="895625"/>
                  </a:lnTo>
                  <a:lnTo>
                    <a:pt x="576520" y="895669"/>
                  </a:lnTo>
                  <a:lnTo>
                    <a:pt x="577591" y="895713"/>
                  </a:lnTo>
                  <a:lnTo>
                    <a:pt x="578663" y="895756"/>
                  </a:lnTo>
                  <a:lnTo>
                    <a:pt x="579734" y="895800"/>
                  </a:lnTo>
                  <a:lnTo>
                    <a:pt x="580806" y="895843"/>
                  </a:lnTo>
                  <a:lnTo>
                    <a:pt x="581878" y="895885"/>
                  </a:lnTo>
                  <a:lnTo>
                    <a:pt x="582949" y="895927"/>
                  </a:lnTo>
                  <a:lnTo>
                    <a:pt x="584021" y="895969"/>
                  </a:lnTo>
                  <a:lnTo>
                    <a:pt x="585092" y="896011"/>
                  </a:lnTo>
                  <a:lnTo>
                    <a:pt x="586164" y="896052"/>
                  </a:lnTo>
                  <a:lnTo>
                    <a:pt x="587236" y="896093"/>
                  </a:lnTo>
                  <a:lnTo>
                    <a:pt x="588307" y="896133"/>
                  </a:lnTo>
                  <a:lnTo>
                    <a:pt x="589379" y="896174"/>
                  </a:lnTo>
                  <a:lnTo>
                    <a:pt x="590450" y="896213"/>
                  </a:lnTo>
                  <a:lnTo>
                    <a:pt x="591522" y="896253"/>
                  </a:lnTo>
                  <a:lnTo>
                    <a:pt x="592594" y="896292"/>
                  </a:lnTo>
                  <a:lnTo>
                    <a:pt x="593665" y="896331"/>
                  </a:lnTo>
                  <a:lnTo>
                    <a:pt x="594737" y="896369"/>
                  </a:lnTo>
                  <a:lnTo>
                    <a:pt x="595808" y="896407"/>
                  </a:lnTo>
                  <a:lnTo>
                    <a:pt x="596880" y="896445"/>
                  </a:lnTo>
                  <a:lnTo>
                    <a:pt x="597952" y="896482"/>
                  </a:lnTo>
                  <a:lnTo>
                    <a:pt x="599023" y="896519"/>
                  </a:lnTo>
                  <a:lnTo>
                    <a:pt x="600095" y="896556"/>
                  </a:lnTo>
                  <a:lnTo>
                    <a:pt x="601166" y="896592"/>
                  </a:lnTo>
                  <a:lnTo>
                    <a:pt x="602238" y="896628"/>
                  </a:lnTo>
                  <a:lnTo>
                    <a:pt x="603310" y="896663"/>
                  </a:lnTo>
                  <a:lnTo>
                    <a:pt x="604381" y="896698"/>
                  </a:lnTo>
                  <a:lnTo>
                    <a:pt x="605453" y="896733"/>
                  </a:lnTo>
                  <a:lnTo>
                    <a:pt x="606524" y="896767"/>
                  </a:lnTo>
                  <a:lnTo>
                    <a:pt x="607596" y="896801"/>
                  </a:lnTo>
                  <a:lnTo>
                    <a:pt x="608668" y="896835"/>
                  </a:lnTo>
                  <a:lnTo>
                    <a:pt x="609739" y="896868"/>
                  </a:lnTo>
                  <a:lnTo>
                    <a:pt x="610811" y="896901"/>
                  </a:lnTo>
                  <a:lnTo>
                    <a:pt x="611882" y="896933"/>
                  </a:lnTo>
                  <a:lnTo>
                    <a:pt x="612954" y="896965"/>
                  </a:lnTo>
                  <a:lnTo>
                    <a:pt x="614026" y="896997"/>
                  </a:lnTo>
                  <a:lnTo>
                    <a:pt x="615097" y="897028"/>
                  </a:lnTo>
                  <a:lnTo>
                    <a:pt x="616169" y="897059"/>
                  </a:lnTo>
                  <a:lnTo>
                    <a:pt x="617240" y="897090"/>
                  </a:lnTo>
                  <a:lnTo>
                    <a:pt x="618312" y="897120"/>
                  </a:lnTo>
                  <a:lnTo>
                    <a:pt x="619384" y="897149"/>
                  </a:lnTo>
                  <a:lnTo>
                    <a:pt x="620455" y="897178"/>
                  </a:lnTo>
                  <a:lnTo>
                    <a:pt x="621527" y="897207"/>
                  </a:lnTo>
                  <a:lnTo>
                    <a:pt x="622598" y="897236"/>
                  </a:lnTo>
                  <a:lnTo>
                    <a:pt x="623670" y="897264"/>
                  </a:lnTo>
                  <a:lnTo>
                    <a:pt x="624742" y="897291"/>
                  </a:lnTo>
                  <a:lnTo>
                    <a:pt x="625813" y="897318"/>
                  </a:lnTo>
                  <a:lnTo>
                    <a:pt x="626885" y="897345"/>
                  </a:lnTo>
                  <a:lnTo>
                    <a:pt x="627956" y="897371"/>
                  </a:lnTo>
                  <a:lnTo>
                    <a:pt x="629028" y="897397"/>
                  </a:lnTo>
                  <a:lnTo>
                    <a:pt x="630100" y="897423"/>
                  </a:lnTo>
                  <a:lnTo>
                    <a:pt x="631171" y="897448"/>
                  </a:lnTo>
                  <a:lnTo>
                    <a:pt x="632243" y="897473"/>
                  </a:lnTo>
                  <a:lnTo>
                    <a:pt x="633314" y="897497"/>
                  </a:lnTo>
                  <a:lnTo>
                    <a:pt x="634386" y="897521"/>
                  </a:lnTo>
                  <a:lnTo>
                    <a:pt x="635458" y="897544"/>
                  </a:lnTo>
                  <a:lnTo>
                    <a:pt x="636529" y="897567"/>
                  </a:lnTo>
                  <a:lnTo>
                    <a:pt x="637601" y="897589"/>
                  </a:lnTo>
                  <a:lnTo>
                    <a:pt x="638672" y="897611"/>
                  </a:lnTo>
                  <a:lnTo>
                    <a:pt x="639744" y="897633"/>
                  </a:lnTo>
                  <a:lnTo>
                    <a:pt x="640816" y="897654"/>
                  </a:lnTo>
                  <a:lnTo>
                    <a:pt x="641887" y="897675"/>
                  </a:lnTo>
                  <a:lnTo>
                    <a:pt x="642959" y="897695"/>
                  </a:lnTo>
                  <a:lnTo>
                    <a:pt x="644030" y="897715"/>
                  </a:lnTo>
                  <a:lnTo>
                    <a:pt x="645102" y="897734"/>
                  </a:lnTo>
                  <a:lnTo>
                    <a:pt x="646174" y="897753"/>
                  </a:lnTo>
                  <a:lnTo>
                    <a:pt x="647245" y="897772"/>
                  </a:lnTo>
                  <a:lnTo>
                    <a:pt x="648317" y="897790"/>
                  </a:lnTo>
                  <a:lnTo>
                    <a:pt x="649388" y="897807"/>
                  </a:lnTo>
                  <a:lnTo>
                    <a:pt x="650460" y="897824"/>
                  </a:lnTo>
                  <a:lnTo>
                    <a:pt x="651532" y="897841"/>
                  </a:lnTo>
                  <a:lnTo>
                    <a:pt x="652603" y="897857"/>
                  </a:lnTo>
                  <a:lnTo>
                    <a:pt x="653675" y="897873"/>
                  </a:lnTo>
                  <a:lnTo>
                    <a:pt x="654746" y="897888"/>
                  </a:lnTo>
                  <a:lnTo>
                    <a:pt x="655818" y="897903"/>
                  </a:lnTo>
                  <a:lnTo>
                    <a:pt x="656890" y="897917"/>
                  </a:lnTo>
                  <a:lnTo>
                    <a:pt x="657961" y="897931"/>
                  </a:lnTo>
                  <a:lnTo>
                    <a:pt x="659033" y="897944"/>
                  </a:lnTo>
                  <a:lnTo>
                    <a:pt x="660104" y="897957"/>
                  </a:lnTo>
                  <a:lnTo>
                    <a:pt x="661176" y="897969"/>
                  </a:lnTo>
                  <a:lnTo>
                    <a:pt x="662248" y="897981"/>
                  </a:lnTo>
                  <a:lnTo>
                    <a:pt x="663319" y="897992"/>
                  </a:lnTo>
                  <a:lnTo>
                    <a:pt x="664391" y="898003"/>
                  </a:lnTo>
                  <a:lnTo>
                    <a:pt x="665462" y="898014"/>
                  </a:lnTo>
                  <a:lnTo>
                    <a:pt x="666534" y="898024"/>
                  </a:lnTo>
                  <a:lnTo>
                    <a:pt x="667606" y="898033"/>
                  </a:lnTo>
                  <a:lnTo>
                    <a:pt x="668677" y="898042"/>
                  </a:lnTo>
                  <a:lnTo>
                    <a:pt x="669749" y="898050"/>
                  </a:lnTo>
                  <a:lnTo>
                    <a:pt x="670820" y="898058"/>
                  </a:lnTo>
                  <a:lnTo>
                    <a:pt x="671892" y="898066"/>
                  </a:lnTo>
                  <a:lnTo>
                    <a:pt x="672964" y="898073"/>
                  </a:lnTo>
                  <a:lnTo>
                    <a:pt x="674035" y="898079"/>
                  </a:lnTo>
                  <a:lnTo>
                    <a:pt x="675107" y="898085"/>
                  </a:lnTo>
                  <a:lnTo>
                    <a:pt x="676178" y="898091"/>
                  </a:lnTo>
                  <a:lnTo>
                    <a:pt x="677250" y="898095"/>
                  </a:lnTo>
                  <a:lnTo>
                    <a:pt x="678322" y="898100"/>
                  </a:lnTo>
                  <a:lnTo>
                    <a:pt x="679393" y="898104"/>
                  </a:lnTo>
                  <a:lnTo>
                    <a:pt x="680465" y="898107"/>
                  </a:lnTo>
                  <a:lnTo>
                    <a:pt x="681536" y="898110"/>
                  </a:lnTo>
                  <a:lnTo>
                    <a:pt x="682608" y="898112"/>
                  </a:lnTo>
                  <a:lnTo>
                    <a:pt x="683680" y="898114"/>
                  </a:lnTo>
                  <a:lnTo>
                    <a:pt x="684751" y="898115"/>
                  </a:lnTo>
                  <a:lnTo>
                    <a:pt x="685823" y="898116"/>
                  </a:lnTo>
                  <a:lnTo>
                    <a:pt x="686894" y="898116"/>
                  </a:lnTo>
                  <a:lnTo>
                    <a:pt x="687966" y="898116"/>
                  </a:lnTo>
                  <a:lnTo>
                    <a:pt x="689038" y="898115"/>
                  </a:lnTo>
                  <a:lnTo>
                    <a:pt x="690109" y="898114"/>
                  </a:lnTo>
                  <a:lnTo>
                    <a:pt x="691181" y="898112"/>
                  </a:lnTo>
                  <a:lnTo>
                    <a:pt x="692252" y="898109"/>
                  </a:lnTo>
                  <a:lnTo>
                    <a:pt x="693324" y="898106"/>
                  </a:lnTo>
                  <a:lnTo>
                    <a:pt x="694396" y="898103"/>
                  </a:lnTo>
                  <a:lnTo>
                    <a:pt x="695467" y="898099"/>
                  </a:lnTo>
                  <a:lnTo>
                    <a:pt x="696539" y="898094"/>
                  </a:lnTo>
                  <a:lnTo>
                    <a:pt x="697610" y="898089"/>
                  </a:lnTo>
                  <a:lnTo>
                    <a:pt x="698682" y="898083"/>
                  </a:lnTo>
                  <a:lnTo>
                    <a:pt x="699754" y="898077"/>
                  </a:lnTo>
                  <a:lnTo>
                    <a:pt x="700825" y="898070"/>
                  </a:lnTo>
                  <a:lnTo>
                    <a:pt x="701897" y="898063"/>
                  </a:lnTo>
                  <a:lnTo>
                    <a:pt x="702968" y="898055"/>
                  </a:lnTo>
                  <a:lnTo>
                    <a:pt x="704040" y="898046"/>
                  </a:lnTo>
                  <a:lnTo>
                    <a:pt x="705112" y="898037"/>
                  </a:lnTo>
                  <a:lnTo>
                    <a:pt x="706183" y="898028"/>
                  </a:lnTo>
                  <a:lnTo>
                    <a:pt x="707255" y="898017"/>
                  </a:lnTo>
                  <a:lnTo>
                    <a:pt x="708326" y="898007"/>
                  </a:lnTo>
                  <a:lnTo>
                    <a:pt x="709398" y="897995"/>
                  </a:lnTo>
                  <a:lnTo>
                    <a:pt x="710469" y="897983"/>
                  </a:lnTo>
                  <a:lnTo>
                    <a:pt x="711541" y="897971"/>
                  </a:lnTo>
                  <a:lnTo>
                    <a:pt x="712613" y="897958"/>
                  </a:lnTo>
                  <a:lnTo>
                    <a:pt x="713684" y="897944"/>
                  </a:lnTo>
                  <a:lnTo>
                    <a:pt x="714756" y="897930"/>
                  </a:lnTo>
                  <a:lnTo>
                    <a:pt x="715827" y="897915"/>
                  </a:lnTo>
                  <a:lnTo>
                    <a:pt x="716899" y="897900"/>
                  </a:lnTo>
                  <a:lnTo>
                    <a:pt x="717971" y="897884"/>
                  </a:lnTo>
                  <a:lnTo>
                    <a:pt x="719042" y="897867"/>
                  </a:lnTo>
                  <a:lnTo>
                    <a:pt x="720114" y="897850"/>
                  </a:lnTo>
                  <a:lnTo>
                    <a:pt x="721185" y="897832"/>
                  </a:lnTo>
                  <a:lnTo>
                    <a:pt x="722257" y="897814"/>
                  </a:lnTo>
                  <a:lnTo>
                    <a:pt x="723329" y="897795"/>
                  </a:lnTo>
                  <a:lnTo>
                    <a:pt x="724400" y="897775"/>
                  </a:lnTo>
                  <a:lnTo>
                    <a:pt x="725472" y="897755"/>
                  </a:lnTo>
                  <a:lnTo>
                    <a:pt x="726543" y="897735"/>
                  </a:lnTo>
                  <a:lnTo>
                    <a:pt x="727615" y="897713"/>
                  </a:lnTo>
                  <a:lnTo>
                    <a:pt x="728687" y="897691"/>
                  </a:lnTo>
                  <a:lnTo>
                    <a:pt x="729758" y="897669"/>
                  </a:lnTo>
                  <a:lnTo>
                    <a:pt x="730830" y="897645"/>
                  </a:lnTo>
                  <a:lnTo>
                    <a:pt x="731901" y="897622"/>
                  </a:lnTo>
                  <a:lnTo>
                    <a:pt x="732973" y="897597"/>
                  </a:lnTo>
                  <a:lnTo>
                    <a:pt x="734045" y="897572"/>
                  </a:lnTo>
                  <a:lnTo>
                    <a:pt x="735116" y="897547"/>
                  </a:lnTo>
                  <a:lnTo>
                    <a:pt x="736188" y="897520"/>
                  </a:lnTo>
                  <a:lnTo>
                    <a:pt x="737259" y="897493"/>
                  </a:lnTo>
                  <a:lnTo>
                    <a:pt x="738331" y="897466"/>
                  </a:lnTo>
                  <a:lnTo>
                    <a:pt x="739403" y="897438"/>
                  </a:lnTo>
                  <a:lnTo>
                    <a:pt x="740474" y="897409"/>
                  </a:lnTo>
                  <a:lnTo>
                    <a:pt x="741546" y="897379"/>
                  </a:lnTo>
                  <a:lnTo>
                    <a:pt x="742617" y="897349"/>
                  </a:lnTo>
                  <a:lnTo>
                    <a:pt x="743689" y="897319"/>
                  </a:lnTo>
                  <a:lnTo>
                    <a:pt x="744761" y="897287"/>
                  </a:lnTo>
                  <a:lnTo>
                    <a:pt x="745832" y="897255"/>
                  </a:lnTo>
                  <a:lnTo>
                    <a:pt x="746904" y="897223"/>
                  </a:lnTo>
                  <a:lnTo>
                    <a:pt x="747975" y="897189"/>
                  </a:lnTo>
                  <a:lnTo>
                    <a:pt x="749047" y="897156"/>
                  </a:lnTo>
                  <a:lnTo>
                    <a:pt x="750119" y="897121"/>
                  </a:lnTo>
                  <a:lnTo>
                    <a:pt x="751190" y="897086"/>
                  </a:lnTo>
                  <a:lnTo>
                    <a:pt x="752262" y="897050"/>
                  </a:lnTo>
                  <a:lnTo>
                    <a:pt x="753333" y="897013"/>
                  </a:lnTo>
                  <a:lnTo>
                    <a:pt x="754405" y="896976"/>
                  </a:lnTo>
                  <a:lnTo>
                    <a:pt x="755477" y="896938"/>
                  </a:lnTo>
                  <a:lnTo>
                    <a:pt x="756548" y="896900"/>
                  </a:lnTo>
                  <a:lnTo>
                    <a:pt x="757620" y="896861"/>
                  </a:lnTo>
                  <a:lnTo>
                    <a:pt x="758691" y="896821"/>
                  </a:lnTo>
                  <a:lnTo>
                    <a:pt x="759763" y="896780"/>
                  </a:lnTo>
                  <a:lnTo>
                    <a:pt x="760835" y="896739"/>
                  </a:lnTo>
                  <a:lnTo>
                    <a:pt x="761906" y="896697"/>
                  </a:lnTo>
                  <a:lnTo>
                    <a:pt x="762978" y="896655"/>
                  </a:lnTo>
                  <a:lnTo>
                    <a:pt x="764049" y="896612"/>
                  </a:lnTo>
                  <a:lnTo>
                    <a:pt x="765121" y="896568"/>
                  </a:lnTo>
                  <a:lnTo>
                    <a:pt x="766193" y="896523"/>
                  </a:lnTo>
                  <a:lnTo>
                    <a:pt x="767264" y="896478"/>
                  </a:lnTo>
                  <a:lnTo>
                    <a:pt x="768336" y="896432"/>
                  </a:lnTo>
                  <a:lnTo>
                    <a:pt x="769407" y="896385"/>
                  </a:lnTo>
                  <a:lnTo>
                    <a:pt x="770479" y="896338"/>
                  </a:lnTo>
                  <a:lnTo>
                    <a:pt x="771551" y="896290"/>
                  </a:lnTo>
                  <a:lnTo>
                    <a:pt x="772622" y="896241"/>
                  </a:lnTo>
                  <a:lnTo>
                    <a:pt x="773694" y="896192"/>
                  </a:lnTo>
                  <a:lnTo>
                    <a:pt x="774765" y="896142"/>
                  </a:lnTo>
                  <a:lnTo>
                    <a:pt x="775837" y="896091"/>
                  </a:lnTo>
                  <a:lnTo>
                    <a:pt x="776909" y="896040"/>
                  </a:lnTo>
                  <a:lnTo>
                    <a:pt x="777980" y="895988"/>
                  </a:lnTo>
                  <a:lnTo>
                    <a:pt x="779052" y="895935"/>
                  </a:lnTo>
                  <a:lnTo>
                    <a:pt x="780123" y="895881"/>
                  </a:lnTo>
                  <a:lnTo>
                    <a:pt x="781195" y="895827"/>
                  </a:lnTo>
                  <a:lnTo>
                    <a:pt x="782267" y="895772"/>
                  </a:lnTo>
                  <a:lnTo>
                    <a:pt x="783338" y="895716"/>
                  </a:lnTo>
                  <a:lnTo>
                    <a:pt x="784410" y="895660"/>
                  </a:lnTo>
                  <a:lnTo>
                    <a:pt x="785481" y="895602"/>
                  </a:lnTo>
                  <a:lnTo>
                    <a:pt x="786553" y="895545"/>
                  </a:lnTo>
                  <a:lnTo>
                    <a:pt x="787625" y="895486"/>
                  </a:lnTo>
                  <a:lnTo>
                    <a:pt x="788696" y="895427"/>
                  </a:lnTo>
                  <a:lnTo>
                    <a:pt x="789768" y="895367"/>
                  </a:lnTo>
                  <a:lnTo>
                    <a:pt x="790839" y="895306"/>
                  </a:lnTo>
                  <a:lnTo>
                    <a:pt x="791911" y="895244"/>
                  </a:lnTo>
                  <a:lnTo>
                    <a:pt x="792983" y="895182"/>
                  </a:lnTo>
                  <a:lnTo>
                    <a:pt x="794054" y="895119"/>
                  </a:lnTo>
                  <a:lnTo>
                    <a:pt x="795126" y="895055"/>
                  </a:lnTo>
                  <a:lnTo>
                    <a:pt x="796197" y="894991"/>
                  </a:lnTo>
                  <a:lnTo>
                    <a:pt x="797269" y="894926"/>
                  </a:lnTo>
                  <a:lnTo>
                    <a:pt x="798341" y="894860"/>
                  </a:lnTo>
                  <a:lnTo>
                    <a:pt x="799412" y="894793"/>
                  </a:lnTo>
                  <a:lnTo>
                    <a:pt x="800484" y="894725"/>
                  </a:lnTo>
                  <a:lnTo>
                    <a:pt x="801555" y="894657"/>
                  </a:lnTo>
                  <a:lnTo>
                    <a:pt x="802627" y="894588"/>
                  </a:lnTo>
                  <a:lnTo>
                    <a:pt x="803699" y="894518"/>
                  </a:lnTo>
                  <a:lnTo>
                    <a:pt x="804770" y="894448"/>
                  </a:lnTo>
                  <a:lnTo>
                    <a:pt x="805842" y="894377"/>
                  </a:lnTo>
                  <a:lnTo>
                    <a:pt x="806913" y="894305"/>
                  </a:lnTo>
                  <a:lnTo>
                    <a:pt x="807985" y="894232"/>
                  </a:lnTo>
                  <a:lnTo>
                    <a:pt x="809057" y="894158"/>
                  </a:lnTo>
                  <a:lnTo>
                    <a:pt x="810128" y="894084"/>
                  </a:lnTo>
                  <a:lnTo>
                    <a:pt x="811200" y="894009"/>
                  </a:lnTo>
                  <a:lnTo>
                    <a:pt x="812271" y="893933"/>
                  </a:lnTo>
                  <a:lnTo>
                    <a:pt x="813343" y="893857"/>
                  </a:lnTo>
                  <a:lnTo>
                    <a:pt x="814415" y="893779"/>
                  </a:lnTo>
                  <a:lnTo>
                    <a:pt x="815486" y="893701"/>
                  </a:lnTo>
                  <a:lnTo>
                    <a:pt x="816558" y="893622"/>
                  </a:lnTo>
                  <a:lnTo>
                    <a:pt x="817629" y="893542"/>
                  </a:lnTo>
                  <a:lnTo>
                    <a:pt x="818701" y="893462"/>
                  </a:lnTo>
                  <a:lnTo>
                    <a:pt x="819773" y="893380"/>
                  </a:lnTo>
                  <a:lnTo>
                    <a:pt x="820844" y="893298"/>
                  </a:lnTo>
                  <a:lnTo>
                    <a:pt x="821916" y="893215"/>
                  </a:lnTo>
                  <a:lnTo>
                    <a:pt x="822987" y="893132"/>
                  </a:lnTo>
                  <a:lnTo>
                    <a:pt x="824059" y="893047"/>
                  </a:lnTo>
                  <a:lnTo>
                    <a:pt x="825131" y="892962"/>
                  </a:lnTo>
                  <a:lnTo>
                    <a:pt x="826202" y="892876"/>
                  </a:lnTo>
                  <a:lnTo>
                    <a:pt x="827274" y="892789"/>
                  </a:lnTo>
                  <a:lnTo>
                    <a:pt x="828345" y="892701"/>
                  </a:lnTo>
                  <a:lnTo>
                    <a:pt x="829417" y="892613"/>
                  </a:lnTo>
                  <a:lnTo>
                    <a:pt x="830489" y="892523"/>
                  </a:lnTo>
                  <a:lnTo>
                    <a:pt x="831560" y="892433"/>
                  </a:lnTo>
                  <a:lnTo>
                    <a:pt x="832632" y="892342"/>
                  </a:lnTo>
                  <a:lnTo>
                    <a:pt x="833703" y="892250"/>
                  </a:lnTo>
                  <a:lnTo>
                    <a:pt x="834775" y="892158"/>
                  </a:lnTo>
                  <a:lnTo>
                    <a:pt x="835847" y="892064"/>
                  </a:lnTo>
                  <a:lnTo>
                    <a:pt x="836918" y="891970"/>
                  </a:lnTo>
                  <a:lnTo>
                    <a:pt x="837990" y="891875"/>
                  </a:lnTo>
                  <a:lnTo>
                    <a:pt x="839061" y="891779"/>
                  </a:lnTo>
                  <a:lnTo>
                    <a:pt x="840133" y="891682"/>
                  </a:lnTo>
                  <a:lnTo>
                    <a:pt x="841205" y="891585"/>
                  </a:lnTo>
                  <a:lnTo>
                    <a:pt x="842276" y="891486"/>
                  </a:lnTo>
                  <a:lnTo>
                    <a:pt x="843348" y="891387"/>
                  </a:lnTo>
                  <a:lnTo>
                    <a:pt x="844419" y="891287"/>
                  </a:lnTo>
                  <a:lnTo>
                    <a:pt x="845491" y="891186"/>
                  </a:lnTo>
                  <a:lnTo>
                    <a:pt x="846563" y="891084"/>
                  </a:lnTo>
                  <a:lnTo>
                    <a:pt x="847634" y="890982"/>
                  </a:lnTo>
                  <a:lnTo>
                    <a:pt x="848706" y="890878"/>
                  </a:lnTo>
                  <a:lnTo>
                    <a:pt x="849777" y="890774"/>
                  </a:lnTo>
                  <a:lnTo>
                    <a:pt x="850849" y="890669"/>
                  </a:lnTo>
                  <a:lnTo>
                    <a:pt x="851921" y="890563"/>
                  </a:lnTo>
                  <a:lnTo>
                    <a:pt x="852992" y="890456"/>
                  </a:lnTo>
                  <a:lnTo>
                    <a:pt x="854064" y="890348"/>
                  </a:lnTo>
                  <a:lnTo>
                    <a:pt x="855135" y="890239"/>
                  </a:lnTo>
                  <a:lnTo>
                    <a:pt x="856207" y="890130"/>
                  </a:lnTo>
                  <a:lnTo>
                    <a:pt x="857279" y="890020"/>
                  </a:lnTo>
                  <a:lnTo>
                    <a:pt x="858350" y="889908"/>
                  </a:lnTo>
                  <a:lnTo>
                    <a:pt x="859422" y="889796"/>
                  </a:lnTo>
                  <a:lnTo>
                    <a:pt x="860493" y="889683"/>
                  </a:lnTo>
                  <a:lnTo>
                    <a:pt x="861565" y="889569"/>
                  </a:lnTo>
                  <a:lnTo>
                    <a:pt x="862637" y="889455"/>
                  </a:lnTo>
                  <a:lnTo>
                    <a:pt x="863708" y="889339"/>
                  </a:lnTo>
                  <a:lnTo>
                    <a:pt x="864780" y="889222"/>
                  </a:lnTo>
                  <a:lnTo>
                    <a:pt x="865851" y="889105"/>
                  </a:lnTo>
                  <a:lnTo>
                    <a:pt x="866923" y="888987"/>
                  </a:lnTo>
                  <a:lnTo>
                    <a:pt x="867995" y="888868"/>
                  </a:lnTo>
                  <a:lnTo>
                    <a:pt x="869066" y="888748"/>
                  </a:lnTo>
                  <a:lnTo>
                    <a:pt x="870138" y="888627"/>
                  </a:lnTo>
                  <a:lnTo>
                    <a:pt x="871209" y="888505"/>
                  </a:lnTo>
                  <a:lnTo>
                    <a:pt x="872281" y="888382"/>
                  </a:lnTo>
                  <a:lnTo>
                    <a:pt x="873353" y="888258"/>
                  </a:lnTo>
                  <a:lnTo>
                    <a:pt x="874424" y="888134"/>
                  </a:lnTo>
                  <a:lnTo>
                    <a:pt x="875496" y="888008"/>
                  </a:lnTo>
                  <a:lnTo>
                    <a:pt x="876567" y="887882"/>
                  </a:lnTo>
                  <a:lnTo>
                    <a:pt x="877639" y="887754"/>
                  </a:lnTo>
                  <a:lnTo>
                    <a:pt x="878711" y="887626"/>
                  </a:lnTo>
                  <a:lnTo>
                    <a:pt x="879782" y="887497"/>
                  </a:lnTo>
                  <a:lnTo>
                    <a:pt x="880854" y="887367"/>
                  </a:lnTo>
                  <a:lnTo>
                    <a:pt x="881925" y="887236"/>
                  </a:lnTo>
                  <a:lnTo>
                    <a:pt x="882997" y="887104"/>
                  </a:lnTo>
                  <a:lnTo>
                    <a:pt x="884069" y="886971"/>
                  </a:lnTo>
                  <a:lnTo>
                    <a:pt x="885140" y="886837"/>
                  </a:lnTo>
                  <a:lnTo>
                    <a:pt x="886212" y="886703"/>
                  </a:lnTo>
                  <a:lnTo>
                    <a:pt x="887283" y="886567"/>
                  </a:lnTo>
                  <a:lnTo>
                    <a:pt x="888355" y="886431"/>
                  </a:lnTo>
                  <a:lnTo>
                    <a:pt x="889426" y="886293"/>
                  </a:lnTo>
                  <a:lnTo>
                    <a:pt x="890498" y="886155"/>
                  </a:lnTo>
                  <a:lnTo>
                    <a:pt x="891570" y="886015"/>
                  </a:lnTo>
                  <a:lnTo>
                    <a:pt x="892641" y="885875"/>
                  </a:lnTo>
                  <a:lnTo>
                    <a:pt x="893713" y="885733"/>
                  </a:lnTo>
                  <a:lnTo>
                    <a:pt x="894784" y="885591"/>
                  </a:lnTo>
                  <a:lnTo>
                    <a:pt x="895856" y="885448"/>
                  </a:lnTo>
                  <a:lnTo>
                    <a:pt x="896928" y="885304"/>
                  </a:lnTo>
                  <a:lnTo>
                    <a:pt x="897999" y="885159"/>
                  </a:lnTo>
                  <a:lnTo>
                    <a:pt x="899071" y="885013"/>
                  </a:lnTo>
                  <a:lnTo>
                    <a:pt x="900142" y="884866"/>
                  </a:lnTo>
                  <a:lnTo>
                    <a:pt x="901214" y="884717"/>
                  </a:lnTo>
                  <a:lnTo>
                    <a:pt x="902286" y="884568"/>
                  </a:lnTo>
                  <a:lnTo>
                    <a:pt x="903357" y="884419"/>
                  </a:lnTo>
                  <a:lnTo>
                    <a:pt x="904429" y="884268"/>
                  </a:lnTo>
                  <a:lnTo>
                    <a:pt x="905500" y="884116"/>
                  </a:lnTo>
                  <a:lnTo>
                    <a:pt x="906572" y="883963"/>
                  </a:lnTo>
                  <a:lnTo>
                    <a:pt x="907644" y="883809"/>
                  </a:lnTo>
                  <a:lnTo>
                    <a:pt x="908715" y="883654"/>
                  </a:lnTo>
                  <a:lnTo>
                    <a:pt x="909787" y="883498"/>
                  </a:lnTo>
                  <a:lnTo>
                    <a:pt x="910858" y="883341"/>
                  </a:lnTo>
                  <a:lnTo>
                    <a:pt x="911930" y="883183"/>
                  </a:lnTo>
                  <a:lnTo>
                    <a:pt x="913002" y="883025"/>
                  </a:lnTo>
                  <a:lnTo>
                    <a:pt x="914073" y="882865"/>
                  </a:lnTo>
                  <a:lnTo>
                    <a:pt x="915145" y="882704"/>
                  </a:lnTo>
                  <a:lnTo>
                    <a:pt x="916216" y="882542"/>
                  </a:lnTo>
                  <a:lnTo>
                    <a:pt x="917288" y="882379"/>
                  </a:lnTo>
                  <a:lnTo>
                    <a:pt x="918360" y="882215"/>
                  </a:lnTo>
                  <a:lnTo>
                    <a:pt x="919431" y="882051"/>
                  </a:lnTo>
                  <a:lnTo>
                    <a:pt x="920503" y="881885"/>
                  </a:lnTo>
                  <a:lnTo>
                    <a:pt x="921574" y="881718"/>
                  </a:lnTo>
                  <a:lnTo>
                    <a:pt x="922646" y="881550"/>
                  </a:lnTo>
                  <a:lnTo>
                    <a:pt x="923718" y="881381"/>
                  </a:lnTo>
                  <a:lnTo>
                    <a:pt x="924789" y="881211"/>
                  </a:lnTo>
                  <a:lnTo>
                    <a:pt x="925861" y="881040"/>
                  </a:lnTo>
                  <a:lnTo>
                    <a:pt x="926932" y="880868"/>
                  </a:lnTo>
                  <a:lnTo>
                    <a:pt x="928004" y="880695"/>
                  </a:lnTo>
                  <a:lnTo>
                    <a:pt x="929076" y="880521"/>
                  </a:lnTo>
                  <a:lnTo>
                    <a:pt x="930147" y="880346"/>
                  </a:lnTo>
                  <a:lnTo>
                    <a:pt x="931219" y="880170"/>
                  </a:lnTo>
                  <a:lnTo>
                    <a:pt x="932290" y="879993"/>
                  </a:lnTo>
                  <a:lnTo>
                    <a:pt x="933362" y="879814"/>
                  </a:lnTo>
                  <a:lnTo>
                    <a:pt x="934434" y="879635"/>
                  </a:lnTo>
                  <a:lnTo>
                    <a:pt x="935505" y="879455"/>
                  </a:lnTo>
                  <a:lnTo>
                    <a:pt x="936577" y="879273"/>
                  </a:lnTo>
                  <a:lnTo>
                    <a:pt x="937648" y="879091"/>
                  </a:lnTo>
                  <a:lnTo>
                    <a:pt x="938720" y="878907"/>
                  </a:lnTo>
                  <a:lnTo>
                    <a:pt x="939792" y="878723"/>
                  </a:lnTo>
                  <a:lnTo>
                    <a:pt x="940863" y="878537"/>
                  </a:lnTo>
                  <a:lnTo>
                    <a:pt x="941935" y="878351"/>
                  </a:lnTo>
                  <a:lnTo>
                    <a:pt x="943006" y="878163"/>
                  </a:lnTo>
                  <a:lnTo>
                    <a:pt x="944078" y="877974"/>
                  </a:lnTo>
                  <a:lnTo>
                    <a:pt x="945150" y="877784"/>
                  </a:lnTo>
                  <a:lnTo>
                    <a:pt x="946221" y="877593"/>
                  </a:lnTo>
                  <a:lnTo>
                    <a:pt x="947293" y="877401"/>
                  </a:lnTo>
                  <a:lnTo>
                    <a:pt x="948364" y="877208"/>
                  </a:lnTo>
                  <a:lnTo>
                    <a:pt x="949436" y="877014"/>
                  </a:lnTo>
                  <a:lnTo>
                    <a:pt x="950508" y="876819"/>
                  </a:lnTo>
                  <a:lnTo>
                    <a:pt x="951579" y="876622"/>
                  </a:lnTo>
                  <a:lnTo>
                    <a:pt x="952651" y="876425"/>
                  </a:lnTo>
                  <a:lnTo>
                    <a:pt x="953722" y="876226"/>
                  </a:lnTo>
                  <a:lnTo>
                    <a:pt x="954794" y="876027"/>
                  </a:lnTo>
                  <a:lnTo>
                    <a:pt x="955866" y="875826"/>
                  </a:lnTo>
                  <a:lnTo>
                    <a:pt x="956937" y="875624"/>
                  </a:lnTo>
                  <a:lnTo>
                    <a:pt x="958009" y="875421"/>
                  </a:lnTo>
                  <a:lnTo>
                    <a:pt x="959080" y="875217"/>
                  </a:lnTo>
                  <a:lnTo>
                    <a:pt x="960152" y="875012"/>
                  </a:lnTo>
                  <a:lnTo>
                    <a:pt x="961224" y="874805"/>
                  </a:lnTo>
                  <a:lnTo>
                    <a:pt x="962295" y="874598"/>
                  </a:lnTo>
                  <a:lnTo>
                    <a:pt x="963367" y="874389"/>
                  </a:lnTo>
                  <a:lnTo>
                    <a:pt x="964438" y="874180"/>
                  </a:lnTo>
                  <a:lnTo>
                    <a:pt x="965510" y="873969"/>
                  </a:lnTo>
                  <a:lnTo>
                    <a:pt x="966582" y="873757"/>
                  </a:lnTo>
                  <a:lnTo>
                    <a:pt x="967653" y="873544"/>
                  </a:lnTo>
                  <a:lnTo>
                    <a:pt x="968725" y="873330"/>
                  </a:lnTo>
                  <a:lnTo>
                    <a:pt x="969796" y="873114"/>
                  </a:lnTo>
                  <a:lnTo>
                    <a:pt x="970868" y="872898"/>
                  </a:lnTo>
                  <a:lnTo>
                    <a:pt x="971940" y="872680"/>
                  </a:lnTo>
                  <a:lnTo>
                    <a:pt x="973011" y="872462"/>
                  </a:lnTo>
                  <a:lnTo>
                    <a:pt x="974083" y="872242"/>
                  </a:lnTo>
                  <a:lnTo>
                    <a:pt x="975154" y="872021"/>
                  </a:lnTo>
                  <a:lnTo>
                    <a:pt x="976226" y="871799"/>
                  </a:lnTo>
                  <a:lnTo>
                    <a:pt x="977298" y="871575"/>
                  </a:lnTo>
                  <a:lnTo>
                    <a:pt x="978369" y="871351"/>
                  </a:lnTo>
                  <a:lnTo>
                    <a:pt x="979441" y="871125"/>
                  </a:lnTo>
                  <a:lnTo>
                    <a:pt x="980512" y="870898"/>
                  </a:lnTo>
                  <a:lnTo>
                    <a:pt x="981584" y="870670"/>
                  </a:lnTo>
                  <a:lnTo>
                    <a:pt x="982656" y="870441"/>
                  </a:lnTo>
                  <a:lnTo>
                    <a:pt x="983727" y="870211"/>
                  </a:lnTo>
                  <a:lnTo>
                    <a:pt x="984799" y="869979"/>
                  </a:lnTo>
                  <a:lnTo>
                    <a:pt x="985870" y="869746"/>
                  </a:lnTo>
                  <a:lnTo>
                    <a:pt x="986942" y="869513"/>
                  </a:lnTo>
                  <a:lnTo>
                    <a:pt x="988014" y="869278"/>
                  </a:lnTo>
                  <a:lnTo>
                    <a:pt x="989085" y="869041"/>
                  </a:lnTo>
                  <a:lnTo>
                    <a:pt x="990157" y="868804"/>
                  </a:lnTo>
                  <a:lnTo>
                    <a:pt x="991228" y="868565"/>
                  </a:lnTo>
                  <a:lnTo>
                    <a:pt x="992300" y="868325"/>
                  </a:lnTo>
                  <a:lnTo>
                    <a:pt x="993372" y="868084"/>
                  </a:lnTo>
                  <a:lnTo>
                    <a:pt x="994443" y="867842"/>
                  </a:lnTo>
                  <a:lnTo>
                    <a:pt x="995515" y="867599"/>
                  </a:lnTo>
                  <a:lnTo>
                    <a:pt x="996586" y="867354"/>
                  </a:lnTo>
                  <a:lnTo>
                    <a:pt x="997658" y="867108"/>
                  </a:lnTo>
                  <a:lnTo>
                    <a:pt x="998730" y="866861"/>
                  </a:lnTo>
                  <a:lnTo>
                    <a:pt x="999801" y="866613"/>
                  </a:lnTo>
                  <a:lnTo>
                    <a:pt x="1000873" y="866363"/>
                  </a:lnTo>
                  <a:lnTo>
                    <a:pt x="1001944" y="866112"/>
                  </a:lnTo>
                  <a:lnTo>
                    <a:pt x="1003016" y="865861"/>
                  </a:lnTo>
                  <a:lnTo>
                    <a:pt x="1004088" y="865607"/>
                  </a:lnTo>
                  <a:lnTo>
                    <a:pt x="1005159" y="865353"/>
                  </a:lnTo>
                  <a:lnTo>
                    <a:pt x="1006231" y="865097"/>
                  </a:lnTo>
                  <a:lnTo>
                    <a:pt x="1007302" y="864840"/>
                  </a:lnTo>
                  <a:lnTo>
                    <a:pt x="1008374" y="864582"/>
                  </a:lnTo>
                  <a:lnTo>
                    <a:pt x="1009446" y="864323"/>
                  </a:lnTo>
                  <a:lnTo>
                    <a:pt x="1010517" y="864062"/>
                  </a:lnTo>
                  <a:lnTo>
                    <a:pt x="1011589" y="863800"/>
                  </a:lnTo>
                  <a:lnTo>
                    <a:pt x="1012660" y="863537"/>
                  </a:lnTo>
                  <a:lnTo>
                    <a:pt x="1013732" y="863273"/>
                  </a:lnTo>
                  <a:lnTo>
                    <a:pt x="1014804" y="863007"/>
                  </a:lnTo>
                  <a:lnTo>
                    <a:pt x="1015875" y="862740"/>
                  </a:lnTo>
                  <a:lnTo>
                    <a:pt x="1016947" y="862472"/>
                  </a:lnTo>
                  <a:lnTo>
                    <a:pt x="1018018" y="862203"/>
                  </a:lnTo>
                  <a:lnTo>
                    <a:pt x="1019090" y="861932"/>
                  </a:lnTo>
                  <a:lnTo>
                    <a:pt x="1020162" y="861660"/>
                  </a:lnTo>
                  <a:lnTo>
                    <a:pt x="1021233" y="861387"/>
                  </a:lnTo>
                  <a:lnTo>
                    <a:pt x="1022305" y="861112"/>
                  </a:lnTo>
                  <a:lnTo>
                    <a:pt x="1023376" y="860836"/>
                  </a:lnTo>
                  <a:lnTo>
                    <a:pt x="1024448" y="860559"/>
                  </a:lnTo>
                  <a:lnTo>
                    <a:pt x="1025520" y="860281"/>
                  </a:lnTo>
                  <a:lnTo>
                    <a:pt x="1026591" y="860001"/>
                  </a:lnTo>
                  <a:lnTo>
                    <a:pt x="1027663" y="859720"/>
                  </a:lnTo>
                  <a:lnTo>
                    <a:pt x="1028734" y="859438"/>
                  </a:lnTo>
                  <a:lnTo>
                    <a:pt x="1029806" y="859154"/>
                  </a:lnTo>
                  <a:lnTo>
                    <a:pt x="1030878" y="858869"/>
                  </a:lnTo>
                  <a:lnTo>
                    <a:pt x="1031949" y="858583"/>
                  </a:lnTo>
                  <a:lnTo>
                    <a:pt x="1033021" y="858295"/>
                  </a:lnTo>
                  <a:lnTo>
                    <a:pt x="1034092" y="858006"/>
                  </a:lnTo>
                  <a:lnTo>
                    <a:pt x="1035164" y="857716"/>
                  </a:lnTo>
                  <a:lnTo>
                    <a:pt x="1036236" y="857425"/>
                  </a:lnTo>
                  <a:lnTo>
                    <a:pt x="1037307" y="857132"/>
                  </a:lnTo>
                  <a:lnTo>
                    <a:pt x="1038379" y="856838"/>
                  </a:lnTo>
                  <a:lnTo>
                    <a:pt x="1039450" y="856542"/>
                  </a:lnTo>
                  <a:lnTo>
                    <a:pt x="1040522" y="856245"/>
                  </a:lnTo>
                  <a:lnTo>
                    <a:pt x="1041594" y="855947"/>
                  </a:lnTo>
                  <a:lnTo>
                    <a:pt x="1042665" y="855648"/>
                  </a:lnTo>
                  <a:lnTo>
                    <a:pt x="1043737" y="855347"/>
                  </a:lnTo>
                  <a:lnTo>
                    <a:pt x="1044808" y="855045"/>
                  </a:lnTo>
                  <a:lnTo>
                    <a:pt x="1045880" y="854741"/>
                  </a:lnTo>
                  <a:lnTo>
                    <a:pt x="1046952" y="854436"/>
                  </a:lnTo>
                  <a:lnTo>
                    <a:pt x="1048023" y="854130"/>
                  </a:lnTo>
                  <a:lnTo>
                    <a:pt x="1049095" y="853822"/>
                  </a:lnTo>
                  <a:lnTo>
                    <a:pt x="1050166" y="853513"/>
                  </a:lnTo>
                  <a:lnTo>
                    <a:pt x="1051238" y="853203"/>
                  </a:lnTo>
                  <a:lnTo>
                    <a:pt x="1052310" y="852891"/>
                  </a:lnTo>
                  <a:lnTo>
                    <a:pt x="1053381" y="852578"/>
                  </a:lnTo>
                  <a:lnTo>
                    <a:pt x="1054453" y="852263"/>
                  </a:lnTo>
                  <a:lnTo>
                    <a:pt x="1055524" y="851948"/>
                  </a:lnTo>
                  <a:lnTo>
                    <a:pt x="1056596" y="851630"/>
                  </a:lnTo>
                  <a:lnTo>
                    <a:pt x="1057668" y="851312"/>
                  </a:lnTo>
                  <a:lnTo>
                    <a:pt x="1058739" y="850992"/>
                  </a:lnTo>
                  <a:lnTo>
                    <a:pt x="1059811" y="850670"/>
                  </a:lnTo>
                  <a:lnTo>
                    <a:pt x="1060882" y="850347"/>
                  </a:lnTo>
                  <a:lnTo>
                    <a:pt x="1061954" y="850023"/>
                  </a:lnTo>
                  <a:lnTo>
                    <a:pt x="1063026" y="849697"/>
                  </a:lnTo>
                  <a:lnTo>
                    <a:pt x="1064097" y="849370"/>
                  </a:lnTo>
                  <a:lnTo>
                    <a:pt x="1065169" y="849042"/>
                  </a:lnTo>
                  <a:lnTo>
                    <a:pt x="1066240" y="848712"/>
                  </a:lnTo>
                  <a:lnTo>
                    <a:pt x="1067312" y="848381"/>
                  </a:lnTo>
                  <a:lnTo>
                    <a:pt x="1068383" y="848048"/>
                  </a:lnTo>
                  <a:lnTo>
                    <a:pt x="1069455" y="847714"/>
                  </a:lnTo>
                  <a:lnTo>
                    <a:pt x="1070527" y="847378"/>
                  </a:lnTo>
                  <a:lnTo>
                    <a:pt x="1071598" y="847041"/>
                  </a:lnTo>
                  <a:lnTo>
                    <a:pt x="1072670" y="846703"/>
                  </a:lnTo>
                  <a:lnTo>
                    <a:pt x="1073741" y="846363"/>
                  </a:lnTo>
                  <a:lnTo>
                    <a:pt x="1074813" y="846021"/>
                  </a:lnTo>
                  <a:lnTo>
                    <a:pt x="1075885" y="845678"/>
                  </a:lnTo>
                  <a:lnTo>
                    <a:pt x="1076956" y="845334"/>
                  </a:lnTo>
                  <a:lnTo>
                    <a:pt x="1078028" y="844988"/>
                  </a:lnTo>
                  <a:lnTo>
                    <a:pt x="1079099" y="844641"/>
                  </a:lnTo>
                  <a:lnTo>
                    <a:pt x="1080171" y="844293"/>
                  </a:lnTo>
                  <a:lnTo>
                    <a:pt x="1081243" y="843943"/>
                  </a:lnTo>
                  <a:lnTo>
                    <a:pt x="1082314" y="843591"/>
                  </a:lnTo>
                  <a:lnTo>
                    <a:pt x="1083386" y="843238"/>
                  </a:lnTo>
                  <a:lnTo>
                    <a:pt x="1084457" y="842883"/>
                  </a:lnTo>
                  <a:lnTo>
                    <a:pt x="1085529" y="842527"/>
                  </a:lnTo>
                  <a:lnTo>
                    <a:pt x="1086601" y="842170"/>
                  </a:lnTo>
                  <a:lnTo>
                    <a:pt x="1087672" y="841811"/>
                  </a:lnTo>
                  <a:lnTo>
                    <a:pt x="1088744" y="841450"/>
                  </a:lnTo>
                  <a:lnTo>
                    <a:pt x="1089815" y="841089"/>
                  </a:lnTo>
                  <a:lnTo>
                    <a:pt x="1090887" y="840725"/>
                  </a:lnTo>
                  <a:lnTo>
                    <a:pt x="1091959" y="840360"/>
                  </a:lnTo>
                  <a:lnTo>
                    <a:pt x="1093030" y="839994"/>
                  </a:lnTo>
                  <a:lnTo>
                    <a:pt x="1094102" y="839626"/>
                  </a:lnTo>
                  <a:lnTo>
                    <a:pt x="1095173" y="839256"/>
                  </a:lnTo>
                  <a:lnTo>
                    <a:pt x="1096245" y="838885"/>
                  </a:lnTo>
                  <a:lnTo>
                    <a:pt x="1097317" y="838513"/>
                  </a:lnTo>
                  <a:lnTo>
                    <a:pt x="1098388" y="838139"/>
                  </a:lnTo>
                  <a:lnTo>
                    <a:pt x="1099460" y="837763"/>
                  </a:lnTo>
                  <a:lnTo>
                    <a:pt x="1100531" y="837386"/>
                  </a:lnTo>
                  <a:lnTo>
                    <a:pt x="1101603" y="837007"/>
                  </a:lnTo>
                  <a:lnTo>
                    <a:pt x="1102675" y="836627"/>
                  </a:lnTo>
                  <a:lnTo>
                    <a:pt x="1103746" y="836245"/>
                  </a:lnTo>
                  <a:lnTo>
                    <a:pt x="1104818" y="835862"/>
                  </a:lnTo>
                  <a:lnTo>
                    <a:pt x="1105889" y="835477"/>
                  </a:lnTo>
                  <a:lnTo>
                    <a:pt x="1106961" y="835091"/>
                  </a:lnTo>
                  <a:lnTo>
                    <a:pt x="1108033" y="834703"/>
                  </a:lnTo>
                  <a:lnTo>
                    <a:pt x="1109104" y="834313"/>
                  </a:lnTo>
                  <a:lnTo>
                    <a:pt x="1110176" y="833922"/>
                  </a:lnTo>
                  <a:lnTo>
                    <a:pt x="1111247" y="833529"/>
                  </a:lnTo>
                  <a:lnTo>
                    <a:pt x="1112319" y="833135"/>
                  </a:lnTo>
                  <a:lnTo>
                    <a:pt x="1113391" y="832739"/>
                  </a:lnTo>
                  <a:lnTo>
                    <a:pt x="1114462" y="832342"/>
                  </a:lnTo>
                  <a:lnTo>
                    <a:pt x="1115534" y="831943"/>
                  </a:lnTo>
                  <a:lnTo>
                    <a:pt x="1116605" y="831542"/>
                  </a:lnTo>
                  <a:lnTo>
                    <a:pt x="1117677" y="831140"/>
                  </a:lnTo>
                  <a:lnTo>
                    <a:pt x="1118749" y="830737"/>
                  </a:lnTo>
                  <a:lnTo>
                    <a:pt x="1119820" y="830331"/>
                  </a:lnTo>
                  <a:lnTo>
                    <a:pt x="1120892" y="829924"/>
                  </a:lnTo>
                  <a:lnTo>
                    <a:pt x="1121963" y="829516"/>
                  </a:lnTo>
                  <a:lnTo>
                    <a:pt x="1123035" y="829105"/>
                  </a:lnTo>
                  <a:lnTo>
                    <a:pt x="1124107" y="828694"/>
                  </a:lnTo>
                  <a:lnTo>
                    <a:pt x="1125178" y="828280"/>
                  </a:lnTo>
                  <a:lnTo>
                    <a:pt x="1126250" y="827865"/>
                  </a:lnTo>
                  <a:lnTo>
                    <a:pt x="1127321" y="827448"/>
                  </a:lnTo>
                  <a:lnTo>
                    <a:pt x="1128393" y="827030"/>
                  </a:lnTo>
                  <a:lnTo>
                    <a:pt x="1129465" y="826610"/>
                  </a:lnTo>
                  <a:lnTo>
                    <a:pt x="1130536" y="826188"/>
                  </a:lnTo>
                  <a:lnTo>
                    <a:pt x="1131608" y="825765"/>
                  </a:lnTo>
                  <a:lnTo>
                    <a:pt x="1132679" y="825340"/>
                  </a:lnTo>
                  <a:lnTo>
                    <a:pt x="1133751" y="824914"/>
                  </a:lnTo>
                  <a:lnTo>
                    <a:pt x="1134823" y="824485"/>
                  </a:lnTo>
                  <a:lnTo>
                    <a:pt x="1135894" y="824056"/>
                  </a:lnTo>
                  <a:lnTo>
                    <a:pt x="1136966" y="823624"/>
                  </a:lnTo>
                  <a:lnTo>
                    <a:pt x="1138037" y="823191"/>
                  </a:lnTo>
                  <a:lnTo>
                    <a:pt x="1139109" y="822756"/>
                  </a:lnTo>
                  <a:lnTo>
                    <a:pt x="1140181" y="822319"/>
                  </a:lnTo>
                  <a:lnTo>
                    <a:pt x="1141252" y="821881"/>
                  </a:lnTo>
                  <a:lnTo>
                    <a:pt x="1142324" y="821441"/>
                  </a:lnTo>
                  <a:lnTo>
                    <a:pt x="1143395" y="820999"/>
                  </a:lnTo>
                  <a:lnTo>
                    <a:pt x="1144467" y="820556"/>
                  </a:lnTo>
                  <a:lnTo>
                    <a:pt x="1145539" y="820111"/>
                  </a:lnTo>
                  <a:lnTo>
                    <a:pt x="1146610" y="819664"/>
                  </a:lnTo>
                  <a:lnTo>
                    <a:pt x="1147682" y="819216"/>
                  </a:lnTo>
                  <a:lnTo>
                    <a:pt x="1148753" y="818766"/>
                  </a:lnTo>
                  <a:lnTo>
                    <a:pt x="1149825" y="818314"/>
                  </a:lnTo>
                  <a:lnTo>
                    <a:pt x="1150897" y="817860"/>
                  </a:lnTo>
                  <a:lnTo>
                    <a:pt x="1151968" y="817405"/>
                  </a:lnTo>
                  <a:lnTo>
                    <a:pt x="1153040" y="816948"/>
                  </a:lnTo>
                  <a:lnTo>
                    <a:pt x="1154111" y="816490"/>
                  </a:lnTo>
                  <a:lnTo>
                    <a:pt x="1155183" y="816029"/>
                  </a:lnTo>
                  <a:lnTo>
                    <a:pt x="1156255" y="815567"/>
                  </a:lnTo>
                  <a:lnTo>
                    <a:pt x="1157326" y="815104"/>
                  </a:lnTo>
                  <a:lnTo>
                    <a:pt x="1158398" y="814639"/>
                  </a:lnTo>
                  <a:lnTo>
                    <a:pt x="1159469" y="814172"/>
                  </a:lnTo>
                  <a:lnTo>
                    <a:pt x="1160541" y="813703"/>
                  </a:lnTo>
                  <a:lnTo>
                    <a:pt x="1161613" y="813233"/>
                  </a:lnTo>
                  <a:lnTo>
                    <a:pt x="1162684" y="812761"/>
                  </a:lnTo>
                  <a:lnTo>
                    <a:pt x="1163756" y="812287"/>
                  </a:lnTo>
                  <a:lnTo>
                    <a:pt x="1164827" y="811812"/>
                  </a:lnTo>
                  <a:lnTo>
                    <a:pt x="1165899" y="811335"/>
                  </a:lnTo>
                  <a:lnTo>
                    <a:pt x="1166971" y="810857"/>
                  </a:lnTo>
                  <a:lnTo>
                    <a:pt x="1168042" y="810377"/>
                  </a:lnTo>
                  <a:lnTo>
                    <a:pt x="1169114" y="809895"/>
                  </a:lnTo>
                  <a:lnTo>
                    <a:pt x="1170185" y="809412"/>
                  </a:lnTo>
                  <a:lnTo>
                    <a:pt x="1171257" y="808927"/>
                  </a:lnTo>
                  <a:lnTo>
                    <a:pt x="1172329" y="808440"/>
                  </a:lnTo>
                  <a:lnTo>
                    <a:pt x="1173400" y="807952"/>
                  </a:lnTo>
                  <a:lnTo>
                    <a:pt x="1174472" y="807462"/>
                  </a:lnTo>
                  <a:lnTo>
                    <a:pt x="1175543" y="806971"/>
                  </a:lnTo>
                  <a:lnTo>
                    <a:pt x="1176615" y="806478"/>
                  </a:lnTo>
                  <a:lnTo>
                    <a:pt x="1177687" y="805983"/>
                  </a:lnTo>
                  <a:lnTo>
                    <a:pt x="1178758" y="805487"/>
                  </a:lnTo>
                  <a:lnTo>
                    <a:pt x="1179830" y="804989"/>
                  </a:lnTo>
                  <a:lnTo>
                    <a:pt x="1180901" y="804490"/>
                  </a:lnTo>
                  <a:lnTo>
                    <a:pt x="1181973" y="803989"/>
                  </a:lnTo>
                  <a:lnTo>
                    <a:pt x="1183045" y="803486"/>
                  </a:lnTo>
                  <a:lnTo>
                    <a:pt x="1184116" y="802982"/>
                  </a:lnTo>
                  <a:lnTo>
                    <a:pt x="1185188" y="802476"/>
                  </a:lnTo>
                  <a:lnTo>
                    <a:pt x="1186259" y="801969"/>
                  </a:lnTo>
                  <a:lnTo>
                    <a:pt x="1187331" y="801460"/>
                  </a:lnTo>
                  <a:lnTo>
                    <a:pt x="1188403" y="800949"/>
                  </a:lnTo>
                  <a:lnTo>
                    <a:pt x="1189474" y="800437"/>
                  </a:lnTo>
                  <a:lnTo>
                    <a:pt x="1190546" y="799924"/>
                  </a:lnTo>
                  <a:lnTo>
                    <a:pt x="1191617" y="799409"/>
                  </a:lnTo>
                  <a:lnTo>
                    <a:pt x="1192689" y="798892"/>
                  </a:lnTo>
                  <a:lnTo>
                    <a:pt x="1193761" y="798374"/>
                  </a:lnTo>
                  <a:lnTo>
                    <a:pt x="1194832" y="797854"/>
                  </a:lnTo>
                  <a:lnTo>
                    <a:pt x="1195904" y="797333"/>
                  </a:lnTo>
                  <a:lnTo>
                    <a:pt x="1196975" y="796810"/>
                  </a:lnTo>
                  <a:lnTo>
                    <a:pt x="1198047" y="796285"/>
                  </a:lnTo>
                  <a:lnTo>
                    <a:pt x="1199119" y="795760"/>
                  </a:lnTo>
                  <a:lnTo>
                    <a:pt x="1200190" y="795232"/>
                  </a:lnTo>
                  <a:lnTo>
                    <a:pt x="1201262" y="794703"/>
                  </a:lnTo>
                  <a:lnTo>
                    <a:pt x="1202333" y="794173"/>
                  </a:lnTo>
                  <a:lnTo>
                    <a:pt x="1203405" y="793641"/>
                  </a:lnTo>
                  <a:lnTo>
                    <a:pt x="1204477" y="793107"/>
                  </a:lnTo>
                  <a:lnTo>
                    <a:pt x="1205548" y="792572"/>
                  </a:lnTo>
                  <a:lnTo>
                    <a:pt x="1206620" y="792036"/>
                  </a:lnTo>
                  <a:lnTo>
                    <a:pt x="1207691" y="791498"/>
                  </a:lnTo>
                  <a:lnTo>
                    <a:pt x="1208763" y="790958"/>
                  </a:lnTo>
                  <a:lnTo>
                    <a:pt x="1209835" y="790417"/>
                  </a:lnTo>
                  <a:lnTo>
                    <a:pt x="1210906" y="789875"/>
                  </a:lnTo>
                  <a:lnTo>
                    <a:pt x="1211978" y="789331"/>
                  </a:lnTo>
                  <a:lnTo>
                    <a:pt x="1213049" y="788785"/>
                  </a:lnTo>
                  <a:lnTo>
                    <a:pt x="1214121" y="788238"/>
                  </a:lnTo>
                  <a:lnTo>
                    <a:pt x="1215193" y="787690"/>
                  </a:lnTo>
                  <a:lnTo>
                    <a:pt x="1216264" y="787140"/>
                  </a:lnTo>
                  <a:lnTo>
                    <a:pt x="1217336" y="786589"/>
                  </a:lnTo>
                  <a:lnTo>
                    <a:pt x="1218407" y="786036"/>
                  </a:lnTo>
                  <a:lnTo>
                    <a:pt x="1219479" y="785482"/>
                  </a:lnTo>
                  <a:lnTo>
                    <a:pt x="1220551" y="784926"/>
                  </a:lnTo>
                  <a:lnTo>
                    <a:pt x="1221622" y="784369"/>
                  </a:lnTo>
                  <a:lnTo>
                    <a:pt x="1222694" y="783810"/>
                  </a:lnTo>
                  <a:lnTo>
                    <a:pt x="1223765" y="783250"/>
                  </a:lnTo>
                  <a:lnTo>
                    <a:pt x="1224837" y="782689"/>
                  </a:lnTo>
                  <a:lnTo>
                    <a:pt x="1225909" y="782126"/>
                  </a:lnTo>
                  <a:lnTo>
                    <a:pt x="1226980" y="781562"/>
                  </a:lnTo>
                  <a:lnTo>
                    <a:pt x="1228052" y="780996"/>
                  </a:lnTo>
                  <a:lnTo>
                    <a:pt x="1229123" y="780429"/>
                  </a:lnTo>
                  <a:lnTo>
                    <a:pt x="1230195" y="779860"/>
                  </a:lnTo>
                  <a:lnTo>
                    <a:pt x="1231267" y="779290"/>
                  </a:lnTo>
                  <a:lnTo>
                    <a:pt x="1232338" y="778718"/>
                  </a:lnTo>
                  <a:lnTo>
                    <a:pt x="1233410" y="778146"/>
                  </a:lnTo>
                  <a:lnTo>
                    <a:pt x="1234481" y="777571"/>
                  </a:lnTo>
                  <a:lnTo>
                    <a:pt x="1235553" y="776996"/>
                  </a:lnTo>
                  <a:lnTo>
                    <a:pt x="1236625" y="776419"/>
                  </a:lnTo>
                  <a:lnTo>
                    <a:pt x="1237696" y="775840"/>
                  </a:lnTo>
                  <a:lnTo>
                    <a:pt x="1238768" y="775260"/>
                  </a:lnTo>
                  <a:lnTo>
                    <a:pt x="1239839" y="774679"/>
                  </a:lnTo>
                  <a:lnTo>
                    <a:pt x="1240911" y="774096"/>
                  </a:lnTo>
                  <a:lnTo>
                    <a:pt x="1241983" y="773512"/>
                  </a:lnTo>
                  <a:lnTo>
                    <a:pt x="1243054" y="772927"/>
                  </a:lnTo>
                  <a:lnTo>
                    <a:pt x="1244126" y="772340"/>
                  </a:lnTo>
                  <a:lnTo>
                    <a:pt x="1245197" y="771752"/>
                  </a:lnTo>
                  <a:lnTo>
                    <a:pt x="1246269" y="771163"/>
                  </a:lnTo>
                  <a:lnTo>
                    <a:pt x="1247340" y="770572"/>
                  </a:lnTo>
                  <a:lnTo>
                    <a:pt x="1248412" y="769980"/>
                  </a:lnTo>
                  <a:lnTo>
                    <a:pt x="1249484" y="769386"/>
                  </a:lnTo>
                  <a:lnTo>
                    <a:pt x="1250555" y="768791"/>
                  </a:lnTo>
                  <a:lnTo>
                    <a:pt x="1251627" y="768195"/>
                  </a:lnTo>
                  <a:lnTo>
                    <a:pt x="1252698" y="767598"/>
                  </a:lnTo>
                  <a:lnTo>
                    <a:pt x="1253770" y="766999"/>
                  </a:lnTo>
                  <a:lnTo>
                    <a:pt x="1254842" y="766399"/>
                  </a:lnTo>
                  <a:lnTo>
                    <a:pt x="1255913" y="765797"/>
                  </a:lnTo>
                  <a:lnTo>
                    <a:pt x="1256985" y="765194"/>
                  </a:lnTo>
                  <a:lnTo>
                    <a:pt x="1258056" y="764590"/>
                  </a:lnTo>
                  <a:lnTo>
                    <a:pt x="1259128" y="763985"/>
                  </a:lnTo>
                  <a:lnTo>
                    <a:pt x="1260200" y="763378"/>
                  </a:lnTo>
                  <a:lnTo>
                    <a:pt x="1261271" y="762770"/>
                  </a:lnTo>
                  <a:lnTo>
                    <a:pt x="1262343" y="762160"/>
                  </a:lnTo>
                  <a:lnTo>
                    <a:pt x="1263414" y="761550"/>
                  </a:lnTo>
                  <a:lnTo>
                    <a:pt x="1264486" y="760938"/>
                  </a:lnTo>
                  <a:lnTo>
                    <a:pt x="1265558" y="760324"/>
                  </a:lnTo>
                  <a:lnTo>
                    <a:pt x="1266629" y="759710"/>
                  </a:lnTo>
                  <a:lnTo>
                    <a:pt x="1267701" y="759094"/>
                  </a:lnTo>
                  <a:lnTo>
                    <a:pt x="1268772" y="758477"/>
                  </a:lnTo>
                  <a:lnTo>
                    <a:pt x="1269844" y="757859"/>
                  </a:lnTo>
                  <a:lnTo>
                    <a:pt x="1270916" y="757239"/>
                  </a:lnTo>
                  <a:lnTo>
                    <a:pt x="1271987" y="756618"/>
                  </a:lnTo>
                  <a:lnTo>
                    <a:pt x="1273059" y="755996"/>
                  </a:lnTo>
                  <a:lnTo>
                    <a:pt x="1274130" y="755372"/>
                  </a:lnTo>
                  <a:lnTo>
                    <a:pt x="1275202" y="754748"/>
                  </a:lnTo>
                  <a:lnTo>
                    <a:pt x="1276274" y="754122"/>
                  </a:lnTo>
                  <a:lnTo>
                    <a:pt x="1277345" y="753495"/>
                  </a:lnTo>
                  <a:lnTo>
                    <a:pt x="1278417" y="752866"/>
                  </a:lnTo>
                  <a:lnTo>
                    <a:pt x="1279488" y="752237"/>
                  </a:lnTo>
                  <a:lnTo>
                    <a:pt x="1280560" y="751606"/>
                  </a:lnTo>
                  <a:lnTo>
                    <a:pt x="1281632" y="750974"/>
                  </a:lnTo>
                  <a:lnTo>
                    <a:pt x="1282703" y="750340"/>
                  </a:lnTo>
                  <a:lnTo>
                    <a:pt x="1283775" y="749706"/>
                  </a:lnTo>
                  <a:lnTo>
                    <a:pt x="1284846" y="749070"/>
                  </a:lnTo>
                  <a:lnTo>
                    <a:pt x="1285918" y="748433"/>
                  </a:lnTo>
                  <a:lnTo>
                    <a:pt x="1286990" y="747795"/>
                  </a:lnTo>
                  <a:lnTo>
                    <a:pt x="1288061" y="747156"/>
                  </a:lnTo>
                  <a:lnTo>
                    <a:pt x="1289133" y="746515"/>
                  </a:lnTo>
                  <a:lnTo>
                    <a:pt x="1290204" y="745873"/>
                  </a:lnTo>
                  <a:lnTo>
                    <a:pt x="1291276" y="745230"/>
                  </a:lnTo>
                  <a:lnTo>
                    <a:pt x="1292348" y="744586"/>
                  </a:lnTo>
                  <a:lnTo>
                    <a:pt x="1293419" y="743941"/>
                  </a:lnTo>
                  <a:lnTo>
                    <a:pt x="1294491" y="743294"/>
                  </a:lnTo>
                  <a:lnTo>
                    <a:pt x="1295562" y="742647"/>
                  </a:lnTo>
                  <a:lnTo>
                    <a:pt x="1296634" y="741998"/>
                  </a:lnTo>
                  <a:lnTo>
                    <a:pt x="1297706" y="741348"/>
                  </a:lnTo>
                  <a:lnTo>
                    <a:pt x="1298777" y="740697"/>
                  </a:lnTo>
                  <a:lnTo>
                    <a:pt x="1299849" y="740045"/>
                  </a:lnTo>
                  <a:lnTo>
                    <a:pt x="1300920" y="739391"/>
                  </a:lnTo>
                  <a:lnTo>
                    <a:pt x="1301992" y="738737"/>
                  </a:lnTo>
                  <a:lnTo>
                    <a:pt x="1303064" y="738081"/>
                  </a:lnTo>
                  <a:lnTo>
                    <a:pt x="1304135" y="737424"/>
                  </a:lnTo>
                  <a:lnTo>
                    <a:pt x="1305207" y="736766"/>
                  </a:lnTo>
                  <a:lnTo>
                    <a:pt x="1306278" y="736107"/>
                  </a:lnTo>
                  <a:lnTo>
                    <a:pt x="1307350" y="735447"/>
                  </a:lnTo>
                  <a:lnTo>
                    <a:pt x="1308422" y="734785"/>
                  </a:lnTo>
                  <a:lnTo>
                    <a:pt x="1309493" y="734123"/>
                  </a:lnTo>
                  <a:lnTo>
                    <a:pt x="1310565" y="733459"/>
                  </a:lnTo>
                  <a:lnTo>
                    <a:pt x="1311636" y="732795"/>
                  </a:lnTo>
                  <a:lnTo>
                    <a:pt x="1312708" y="732129"/>
                  </a:lnTo>
                  <a:lnTo>
                    <a:pt x="1313780" y="731462"/>
                  </a:lnTo>
                  <a:lnTo>
                    <a:pt x="1314851" y="730794"/>
                  </a:lnTo>
                  <a:lnTo>
                    <a:pt x="1315923" y="730125"/>
                  </a:lnTo>
                  <a:lnTo>
                    <a:pt x="1316994" y="729455"/>
                  </a:lnTo>
                  <a:lnTo>
                    <a:pt x="1318066" y="728784"/>
                  </a:lnTo>
                  <a:lnTo>
                    <a:pt x="1319138" y="728112"/>
                  </a:lnTo>
                  <a:lnTo>
                    <a:pt x="1320209" y="727438"/>
                  </a:lnTo>
                  <a:lnTo>
                    <a:pt x="1321281" y="726764"/>
                  </a:lnTo>
                  <a:lnTo>
                    <a:pt x="1322352" y="726089"/>
                  </a:lnTo>
                  <a:lnTo>
                    <a:pt x="1323424" y="725412"/>
                  </a:lnTo>
                  <a:lnTo>
                    <a:pt x="1324496" y="724735"/>
                  </a:lnTo>
                  <a:lnTo>
                    <a:pt x="1325567" y="724056"/>
                  </a:lnTo>
                  <a:lnTo>
                    <a:pt x="1326639" y="723377"/>
                  </a:lnTo>
                  <a:lnTo>
                    <a:pt x="1327710" y="722696"/>
                  </a:lnTo>
                  <a:lnTo>
                    <a:pt x="1328782" y="722014"/>
                  </a:lnTo>
                  <a:lnTo>
                    <a:pt x="1329854" y="721332"/>
                  </a:lnTo>
                  <a:lnTo>
                    <a:pt x="1330925" y="720648"/>
                  </a:lnTo>
                  <a:lnTo>
                    <a:pt x="1331997" y="719963"/>
                  </a:lnTo>
                  <a:lnTo>
                    <a:pt x="1333068" y="719277"/>
                  </a:lnTo>
                  <a:lnTo>
                    <a:pt x="1334140" y="718591"/>
                  </a:lnTo>
                  <a:lnTo>
                    <a:pt x="1335212" y="717903"/>
                  </a:lnTo>
                  <a:lnTo>
                    <a:pt x="1336283" y="717214"/>
                  </a:lnTo>
                  <a:lnTo>
                    <a:pt x="1337355" y="716525"/>
                  </a:lnTo>
                  <a:lnTo>
                    <a:pt x="1338426" y="715834"/>
                  </a:lnTo>
                  <a:lnTo>
                    <a:pt x="1339498" y="715142"/>
                  </a:lnTo>
                  <a:lnTo>
                    <a:pt x="1340570" y="714450"/>
                  </a:lnTo>
                  <a:lnTo>
                    <a:pt x="1341641" y="713756"/>
                  </a:lnTo>
                  <a:lnTo>
                    <a:pt x="1342713" y="713061"/>
                  </a:lnTo>
                  <a:lnTo>
                    <a:pt x="1343784" y="712366"/>
                  </a:lnTo>
                  <a:lnTo>
                    <a:pt x="1344856" y="711669"/>
                  </a:lnTo>
                  <a:lnTo>
                    <a:pt x="1345928" y="710972"/>
                  </a:lnTo>
                  <a:lnTo>
                    <a:pt x="1346999" y="710273"/>
                  </a:lnTo>
                  <a:lnTo>
                    <a:pt x="1348071" y="709574"/>
                  </a:lnTo>
                  <a:lnTo>
                    <a:pt x="1349142" y="708874"/>
                  </a:lnTo>
                  <a:lnTo>
                    <a:pt x="1350214" y="708173"/>
                  </a:lnTo>
                  <a:lnTo>
                    <a:pt x="1351286" y="707471"/>
                  </a:lnTo>
                  <a:lnTo>
                    <a:pt x="1352357" y="706768"/>
                  </a:lnTo>
                  <a:lnTo>
                    <a:pt x="1353429" y="706064"/>
                  </a:lnTo>
                  <a:lnTo>
                    <a:pt x="1354500" y="705359"/>
                  </a:lnTo>
                  <a:lnTo>
                    <a:pt x="1355572" y="704653"/>
                  </a:lnTo>
                  <a:lnTo>
                    <a:pt x="1356644" y="703946"/>
                  </a:lnTo>
                  <a:lnTo>
                    <a:pt x="1357715" y="703239"/>
                  </a:lnTo>
                  <a:lnTo>
                    <a:pt x="1358787" y="702530"/>
                  </a:lnTo>
                  <a:lnTo>
                    <a:pt x="1359858" y="701821"/>
                  </a:lnTo>
                  <a:lnTo>
                    <a:pt x="1360930" y="701111"/>
                  </a:lnTo>
                  <a:lnTo>
                    <a:pt x="1362002" y="700400"/>
                  </a:lnTo>
                  <a:lnTo>
                    <a:pt x="1363073" y="699688"/>
                  </a:lnTo>
                  <a:lnTo>
                    <a:pt x="1364145" y="698975"/>
                  </a:lnTo>
                  <a:lnTo>
                    <a:pt x="1365216" y="698261"/>
                  </a:lnTo>
                  <a:lnTo>
                    <a:pt x="1366288" y="697547"/>
                  </a:lnTo>
                  <a:lnTo>
                    <a:pt x="1367360" y="696831"/>
                  </a:lnTo>
                  <a:lnTo>
                    <a:pt x="1368431" y="696115"/>
                  </a:lnTo>
                  <a:lnTo>
                    <a:pt x="1369503" y="695398"/>
                  </a:lnTo>
                  <a:lnTo>
                    <a:pt x="1370574" y="694680"/>
                  </a:lnTo>
                  <a:lnTo>
                    <a:pt x="1371646" y="693961"/>
                  </a:lnTo>
                  <a:lnTo>
                    <a:pt x="1372718" y="693242"/>
                  </a:lnTo>
                  <a:lnTo>
                    <a:pt x="1373789" y="692522"/>
                  </a:lnTo>
                  <a:lnTo>
                    <a:pt x="1374861" y="691800"/>
                  </a:lnTo>
                  <a:lnTo>
                    <a:pt x="1375932" y="691078"/>
                  </a:lnTo>
                  <a:lnTo>
                    <a:pt x="1377004" y="690356"/>
                  </a:lnTo>
                  <a:lnTo>
                    <a:pt x="1378076" y="689632"/>
                  </a:lnTo>
                  <a:lnTo>
                    <a:pt x="1379147" y="688908"/>
                  </a:lnTo>
                  <a:lnTo>
                    <a:pt x="1380219" y="688183"/>
                  </a:lnTo>
                  <a:lnTo>
                    <a:pt x="1381290" y="687457"/>
                  </a:lnTo>
                  <a:lnTo>
                    <a:pt x="1382362" y="686730"/>
                  </a:lnTo>
                  <a:lnTo>
                    <a:pt x="1383434" y="686003"/>
                  </a:lnTo>
                  <a:lnTo>
                    <a:pt x="1384505" y="685274"/>
                  </a:lnTo>
                  <a:lnTo>
                    <a:pt x="1385577" y="684545"/>
                  </a:lnTo>
                  <a:lnTo>
                    <a:pt x="1386648" y="683816"/>
                  </a:lnTo>
                  <a:lnTo>
                    <a:pt x="1387720" y="683085"/>
                  </a:lnTo>
                  <a:lnTo>
                    <a:pt x="1388792" y="682354"/>
                  </a:lnTo>
                  <a:lnTo>
                    <a:pt x="1389863" y="681622"/>
                  </a:lnTo>
                  <a:lnTo>
                    <a:pt x="1390935" y="680889"/>
                  </a:lnTo>
                  <a:lnTo>
                    <a:pt x="1392006" y="680156"/>
                  </a:lnTo>
                  <a:lnTo>
                    <a:pt x="1393078" y="679422"/>
                  </a:lnTo>
                  <a:lnTo>
                    <a:pt x="1394150" y="678687"/>
                  </a:lnTo>
                  <a:lnTo>
                    <a:pt x="1395221" y="677952"/>
                  </a:lnTo>
                  <a:lnTo>
                    <a:pt x="1396293" y="677215"/>
                  </a:lnTo>
                  <a:lnTo>
                    <a:pt x="1397364" y="676478"/>
                  </a:lnTo>
                  <a:lnTo>
                    <a:pt x="1398436" y="675741"/>
                  </a:lnTo>
                  <a:lnTo>
                    <a:pt x="1399508" y="675003"/>
                  </a:lnTo>
                  <a:lnTo>
                    <a:pt x="1400579" y="674264"/>
                  </a:lnTo>
                  <a:lnTo>
                    <a:pt x="1401651" y="673524"/>
                  </a:lnTo>
                  <a:lnTo>
                    <a:pt x="1402722" y="672784"/>
                  </a:lnTo>
                  <a:lnTo>
                    <a:pt x="1403794" y="672043"/>
                  </a:lnTo>
                  <a:lnTo>
                    <a:pt x="1404866" y="671301"/>
                  </a:lnTo>
                  <a:lnTo>
                    <a:pt x="1405937" y="670559"/>
                  </a:lnTo>
                  <a:lnTo>
                    <a:pt x="1407009" y="669816"/>
                  </a:lnTo>
                  <a:lnTo>
                    <a:pt x="1408080" y="669072"/>
                  </a:lnTo>
                  <a:lnTo>
                    <a:pt x="1409152" y="668328"/>
                  </a:lnTo>
                  <a:lnTo>
                    <a:pt x="1410224" y="667583"/>
                  </a:lnTo>
                  <a:lnTo>
                    <a:pt x="1411295" y="666838"/>
                  </a:lnTo>
                  <a:lnTo>
                    <a:pt x="1412367" y="666092"/>
                  </a:lnTo>
                  <a:lnTo>
                    <a:pt x="1413438" y="665345"/>
                  </a:lnTo>
                  <a:lnTo>
                    <a:pt x="1414510" y="664598"/>
                  </a:lnTo>
                  <a:lnTo>
                    <a:pt x="1415582" y="663850"/>
                  </a:lnTo>
                  <a:lnTo>
                    <a:pt x="1416653" y="663101"/>
                  </a:lnTo>
                  <a:lnTo>
                    <a:pt x="1417725" y="662352"/>
                  </a:lnTo>
                  <a:lnTo>
                    <a:pt x="1418796" y="661603"/>
                  </a:lnTo>
                  <a:lnTo>
                    <a:pt x="1419868" y="660853"/>
                  </a:lnTo>
                  <a:lnTo>
                    <a:pt x="1420939" y="660102"/>
                  </a:lnTo>
                  <a:lnTo>
                    <a:pt x="1422011" y="659351"/>
                  </a:lnTo>
                  <a:lnTo>
                    <a:pt x="1423083" y="658599"/>
                  </a:lnTo>
                  <a:lnTo>
                    <a:pt x="1424154" y="657846"/>
                  </a:lnTo>
                  <a:lnTo>
                    <a:pt x="1425226" y="657093"/>
                  </a:lnTo>
                  <a:lnTo>
                    <a:pt x="1426297" y="656340"/>
                  </a:lnTo>
                  <a:lnTo>
                    <a:pt x="1427369" y="655586"/>
                  </a:lnTo>
                  <a:lnTo>
                    <a:pt x="1428441" y="654831"/>
                  </a:lnTo>
                  <a:lnTo>
                    <a:pt x="1429512" y="654076"/>
                  </a:lnTo>
                  <a:lnTo>
                    <a:pt x="1430584" y="653321"/>
                  </a:lnTo>
                  <a:lnTo>
                    <a:pt x="1431655" y="652565"/>
                  </a:lnTo>
                  <a:lnTo>
                    <a:pt x="1432727" y="651808"/>
                  </a:lnTo>
                  <a:lnTo>
                    <a:pt x="1433799" y="651051"/>
                  </a:lnTo>
                  <a:lnTo>
                    <a:pt x="1434870" y="650293"/>
                  </a:lnTo>
                  <a:lnTo>
                    <a:pt x="1435942" y="649535"/>
                  </a:lnTo>
                  <a:lnTo>
                    <a:pt x="1437013" y="648777"/>
                  </a:lnTo>
                  <a:lnTo>
                    <a:pt x="1438085" y="648018"/>
                  </a:lnTo>
                  <a:lnTo>
                    <a:pt x="1439157" y="647258"/>
                  </a:lnTo>
                  <a:lnTo>
                    <a:pt x="1440228" y="646499"/>
                  </a:lnTo>
                  <a:lnTo>
                    <a:pt x="1441300" y="645738"/>
                  </a:lnTo>
                  <a:lnTo>
                    <a:pt x="1442371" y="644977"/>
                  </a:lnTo>
                  <a:lnTo>
                    <a:pt x="1443443" y="644216"/>
                  </a:lnTo>
                  <a:lnTo>
                    <a:pt x="1444515" y="643454"/>
                  </a:lnTo>
                  <a:lnTo>
                    <a:pt x="1445586" y="642692"/>
                  </a:lnTo>
                  <a:lnTo>
                    <a:pt x="1446658" y="641930"/>
                  </a:lnTo>
                  <a:lnTo>
                    <a:pt x="1447729" y="641167"/>
                  </a:lnTo>
                  <a:lnTo>
                    <a:pt x="1448801" y="640404"/>
                  </a:lnTo>
                  <a:lnTo>
                    <a:pt x="1449873" y="639640"/>
                  </a:lnTo>
                  <a:lnTo>
                    <a:pt x="1450944" y="638876"/>
                  </a:lnTo>
                  <a:lnTo>
                    <a:pt x="1452016" y="638111"/>
                  </a:lnTo>
                  <a:lnTo>
                    <a:pt x="1453087" y="637346"/>
                  </a:lnTo>
                  <a:lnTo>
                    <a:pt x="1454159" y="636581"/>
                  </a:lnTo>
                  <a:lnTo>
                    <a:pt x="1455231" y="635816"/>
                  </a:lnTo>
                  <a:lnTo>
                    <a:pt x="1456302" y="635050"/>
                  </a:lnTo>
                  <a:lnTo>
                    <a:pt x="1457374" y="634283"/>
                  </a:lnTo>
                  <a:lnTo>
                    <a:pt x="1458445" y="633517"/>
                  </a:lnTo>
                  <a:lnTo>
                    <a:pt x="1459517" y="632750"/>
                  </a:lnTo>
                  <a:lnTo>
                    <a:pt x="1460589" y="631982"/>
                  </a:lnTo>
                  <a:lnTo>
                    <a:pt x="1461660" y="631215"/>
                  </a:lnTo>
                  <a:lnTo>
                    <a:pt x="1462732" y="630447"/>
                  </a:lnTo>
                  <a:lnTo>
                    <a:pt x="1463803" y="629678"/>
                  </a:lnTo>
                  <a:lnTo>
                    <a:pt x="1464875" y="628910"/>
                  </a:lnTo>
                  <a:lnTo>
                    <a:pt x="1465947" y="628141"/>
                  </a:lnTo>
                  <a:lnTo>
                    <a:pt x="1467018" y="627372"/>
                  </a:lnTo>
                  <a:lnTo>
                    <a:pt x="1468090" y="626602"/>
                  </a:lnTo>
                  <a:lnTo>
                    <a:pt x="1469161" y="625832"/>
                  </a:lnTo>
                  <a:lnTo>
                    <a:pt x="1470233" y="625062"/>
                  </a:lnTo>
                  <a:lnTo>
                    <a:pt x="1471305" y="624292"/>
                  </a:lnTo>
                  <a:lnTo>
                    <a:pt x="1472376" y="623522"/>
                  </a:lnTo>
                  <a:lnTo>
                    <a:pt x="1473448" y="622751"/>
                  </a:lnTo>
                  <a:lnTo>
                    <a:pt x="1474519" y="621980"/>
                  </a:lnTo>
                  <a:lnTo>
                    <a:pt x="1475591" y="621208"/>
                  </a:lnTo>
                  <a:lnTo>
                    <a:pt x="1476663" y="620437"/>
                  </a:lnTo>
                  <a:lnTo>
                    <a:pt x="1477734" y="619665"/>
                  </a:lnTo>
                  <a:lnTo>
                    <a:pt x="1478806" y="618893"/>
                  </a:lnTo>
                  <a:lnTo>
                    <a:pt x="1479877" y="618121"/>
                  </a:lnTo>
                  <a:lnTo>
                    <a:pt x="1480949" y="617349"/>
                  </a:lnTo>
                  <a:lnTo>
                    <a:pt x="1482021" y="616576"/>
                  </a:lnTo>
                  <a:lnTo>
                    <a:pt x="1483092" y="615803"/>
                  </a:lnTo>
                  <a:lnTo>
                    <a:pt x="1484164" y="615030"/>
                  </a:lnTo>
                  <a:lnTo>
                    <a:pt x="1485235" y="614257"/>
                  </a:lnTo>
                  <a:lnTo>
                    <a:pt x="1486307" y="613484"/>
                  </a:lnTo>
                  <a:lnTo>
                    <a:pt x="1487379" y="612711"/>
                  </a:lnTo>
                  <a:lnTo>
                    <a:pt x="1488450" y="611937"/>
                  </a:lnTo>
                  <a:lnTo>
                    <a:pt x="1489522" y="611163"/>
                  </a:lnTo>
                  <a:lnTo>
                    <a:pt x="1490593" y="610389"/>
                  </a:lnTo>
                  <a:lnTo>
                    <a:pt x="1491665" y="609615"/>
                  </a:lnTo>
                  <a:lnTo>
                    <a:pt x="1492737" y="608841"/>
                  </a:lnTo>
                  <a:lnTo>
                    <a:pt x="1493808" y="608067"/>
                  </a:lnTo>
                  <a:lnTo>
                    <a:pt x="1494880" y="607292"/>
                  </a:lnTo>
                  <a:lnTo>
                    <a:pt x="1495951" y="606518"/>
                  </a:lnTo>
                  <a:lnTo>
                    <a:pt x="1497023" y="605743"/>
                  </a:lnTo>
                  <a:lnTo>
                    <a:pt x="1498095" y="604969"/>
                  </a:lnTo>
                  <a:lnTo>
                    <a:pt x="1499166" y="604194"/>
                  </a:lnTo>
                  <a:lnTo>
                    <a:pt x="1500238" y="603419"/>
                  </a:lnTo>
                  <a:lnTo>
                    <a:pt x="1501309" y="602644"/>
                  </a:lnTo>
                  <a:lnTo>
                    <a:pt x="1502381" y="601869"/>
                  </a:lnTo>
                  <a:lnTo>
                    <a:pt x="1503453" y="601094"/>
                  </a:lnTo>
                  <a:lnTo>
                    <a:pt x="1504524" y="600319"/>
                  </a:lnTo>
                  <a:lnTo>
                    <a:pt x="1505596" y="599544"/>
                  </a:lnTo>
                  <a:lnTo>
                    <a:pt x="1506667" y="598769"/>
                  </a:lnTo>
                  <a:lnTo>
                    <a:pt x="1507739" y="597994"/>
                  </a:lnTo>
                  <a:lnTo>
                    <a:pt x="1508811" y="597219"/>
                  </a:lnTo>
                  <a:lnTo>
                    <a:pt x="1509882" y="596444"/>
                  </a:lnTo>
                  <a:lnTo>
                    <a:pt x="1510954" y="595668"/>
                  </a:lnTo>
                  <a:lnTo>
                    <a:pt x="1512025" y="594893"/>
                  </a:lnTo>
                  <a:lnTo>
                    <a:pt x="1513097" y="594118"/>
                  </a:lnTo>
                  <a:lnTo>
                    <a:pt x="1514169" y="593343"/>
                  </a:lnTo>
                  <a:lnTo>
                    <a:pt x="1515240" y="592568"/>
                  </a:lnTo>
                  <a:lnTo>
                    <a:pt x="1516312" y="591793"/>
                  </a:lnTo>
                  <a:lnTo>
                    <a:pt x="1517383" y="591018"/>
                  </a:lnTo>
                  <a:lnTo>
                    <a:pt x="1518455" y="590243"/>
                  </a:lnTo>
                  <a:lnTo>
                    <a:pt x="1519527" y="589468"/>
                  </a:lnTo>
                  <a:lnTo>
                    <a:pt x="1520598" y="588693"/>
                  </a:lnTo>
                  <a:lnTo>
                    <a:pt x="1521670" y="587918"/>
                  </a:lnTo>
                  <a:lnTo>
                    <a:pt x="1522741" y="587143"/>
                  </a:lnTo>
                  <a:lnTo>
                    <a:pt x="1523813" y="586369"/>
                  </a:lnTo>
                  <a:lnTo>
                    <a:pt x="1524885" y="585594"/>
                  </a:lnTo>
                  <a:lnTo>
                    <a:pt x="1525956" y="584820"/>
                  </a:lnTo>
                  <a:lnTo>
                    <a:pt x="1527028" y="584046"/>
                  </a:lnTo>
                  <a:lnTo>
                    <a:pt x="1528099" y="583271"/>
                  </a:lnTo>
                  <a:lnTo>
                    <a:pt x="1529171" y="582497"/>
                  </a:lnTo>
                  <a:lnTo>
                    <a:pt x="1530243" y="581723"/>
                  </a:lnTo>
                  <a:lnTo>
                    <a:pt x="1531314" y="580950"/>
                  </a:lnTo>
                  <a:lnTo>
                    <a:pt x="1532386" y="580176"/>
                  </a:lnTo>
                  <a:lnTo>
                    <a:pt x="1533457" y="579403"/>
                  </a:lnTo>
                  <a:lnTo>
                    <a:pt x="1534529" y="578629"/>
                  </a:lnTo>
                  <a:lnTo>
                    <a:pt x="1535601" y="577856"/>
                  </a:lnTo>
                  <a:lnTo>
                    <a:pt x="1536672" y="577083"/>
                  </a:lnTo>
                  <a:lnTo>
                    <a:pt x="1537744" y="576310"/>
                  </a:lnTo>
                  <a:lnTo>
                    <a:pt x="1538815" y="575538"/>
                  </a:lnTo>
                  <a:lnTo>
                    <a:pt x="1539887" y="574766"/>
                  </a:lnTo>
                  <a:lnTo>
                    <a:pt x="1540959" y="573993"/>
                  </a:lnTo>
                  <a:lnTo>
                    <a:pt x="1542030" y="573222"/>
                  </a:lnTo>
                  <a:lnTo>
                    <a:pt x="1543102" y="572450"/>
                  </a:lnTo>
                  <a:lnTo>
                    <a:pt x="1544173" y="571678"/>
                  </a:lnTo>
                  <a:lnTo>
                    <a:pt x="1545245" y="570907"/>
                  </a:lnTo>
                  <a:lnTo>
                    <a:pt x="1546317" y="570136"/>
                  </a:lnTo>
                  <a:lnTo>
                    <a:pt x="1547388" y="569366"/>
                  </a:lnTo>
                  <a:lnTo>
                    <a:pt x="1548460" y="568595"/>
                  </a:lnTo>
                  <a:lnTo>
                    <a:pt x="1549531" y="567825"/>
                  </a:lnTo>
                  <a:lnTo>
                    <a:pt x="1550603" y="567055"/>
                  </a:lnTo>
                  <a:lnTo>
                    <a:pt x="1551675" y="566286"/>
                  </a:lnTo>
                  <a:lnTo>
                    <a:pt x="1552746" y="565516"/>
                  </a:lnTo>
                  <a:lnTo>
                    <a:pt x="1553818" y="564748"/>
                  </a:lnTo>
                  <a:lnTo>
                    <a:pt x="1554889" y="563979"/>
                  </a:lnTo>
                  <a:lnTo>
                    <a:pt x="1555961" y="563211"/>
                  </a:lnTo>
                  <a:lnTo>
                    <a:pt x="1557033" y="562443"/>
                  </a:lnTo>
                  <a:lnTo>
                    <a:pt x="1558104" y="561675"/>
                  </a:lnTo>
                  <a:lnTo>
                    <a:pt x="1559176" y="560908"/>
                  </a:lnTo>
                  <a:lnTo>
                    <a:pt x="1560247" y="560141"/>
                  </a:lnTo>
                  <a:lnTo>
                    <a:pt x="1561319" y="559374"/>
                  </a:lnTo>
                  <a:lnTo>
                    <a:pt x="1562391" y="558608"/>
                  </a:lnTo>
                  <a:lnTo>
                    <a:pt x="1563462" y="557842"/>
                  </a:lnTo>
                  <a:lnTo>
                    <a:pt x="1564534" y="557077"/>
                  </a:lnTo>
                  <a:lnTo>
                    <a:pt x="1565605" y="556312"/>
                  </a:lnTo>
                  <a:lnTo>
                    <a:pt x="1566677" y="555548"/>
                  </a:lnTo>
                  <a:lnTo>
                    <a:pt x="1567749" y="554783"/>
                  </a:lnTo>
                  <a:lnTo>
                    <a:pt x="1568820" y="554020"/>
                  </a:lnTo>
                  <a:lnTo>
                    <a:pt x="1569892" y="553256"/>
                  </a:lnTo>
                  <a:lnTo>
                    <a:pt x="1570963" y="552494"/>
                  </a:lnTo>
                  <a:lnTo>
                    <a:pt x="1572035" y="551731"/>
                  </a:lnTo>
                  <a:lnTo>
                    <a:pt x="1573107" y="550969"/>
                  </a:lnTo>
                  <a:lnTo>
                    <a:pt x="1574178" y="550208"/>
                  </a:lnTo>
                  <a:lnTo>
                    <a:pt x="1575250" y="549447"/>
                  </a:lnTo>
                  <a:lnTo>
                    <a:pt x="1576321" y="548686"/>
                  </a:lnTo>
                  <a:lnTo>
                    <a:pt x="1577393" y="547926"/>
                  </a:lnTo>
                  <a:lnTo>
                    <a:pt x="1578465" y="547167"/>
                  </a:lnTo>
                  <a:lnTo>
                    <a:pt x="1579536" y="546408"/>
                  </a:lnTo>
                  <a:lnTo>
                    <a:pt x="1580608" y="545649"/>
                  </a:lnTo>
                  <a:lnTo>
                    <a:pt x="1581679" y="544891"/>
                  </a:lnTo>
                  <a:lnTo>
                    <a:pt x="1582751" y="544134"/>
                  </a:lnTo>
                  <a:lnTo>
                    <a:pt x="1583823" y="543377"/>
                  </a:lnTo>
                  <a:lnTo>
                    <a:pt x="1584894" y="542621"/>
                  </a:lnTo>
                  <a:lnTo>
                    <a:pt x="1585966" y="541865"/>
                  </a:lnTo>
                  <a:lnTo>
                    <a:pt x="1587037" y="541110"/>
                  </a:lnTo>
                  <a:lnTo>
                    <a:pt x="1588109" y="540355"/>
                  </a:lnTo>
                  <a:lnTo>
                    <a:pt x="1589181" y="539601"/>
                  </a:lnTo>
                  <a:lnTo>
                    <a:pt x="1590252" y="538848"/>
                  </a:lnTo>
                  <a:lnTo>
                    <a:pt x="1591324" y="538095"/>
                  </a:lnTo>
                  <a:lnTo>
                    <a:pt x="1592395" y="537343"/>
                  </a:lnTo>
                  <a:lnTo>
                    <a:pt x="1593467" y="536591"/>
                  </a:lnTo>
                  <a:lnTo>
                    <a:pt x="1594539" y="535840"/>
                  </a:lnTo>
                  <a:lnTo>
                    <a:pt x="1595610" y="535090"/>
                  </a:lnTo>
                  <a:lnTo>
                    <a:pt x="1596682" y="534340"/>
                  </a:lnTo>
                  <a:lnTo>
                    <a:pt x="1597753" y="533591"/>
                  </a:lnTo>
                  <a:lnTo>
                    <a:pt x="1598825" y="532843"/>
                  </a:lnTo>
                  <a:lnTo>
                    <a:pt x="1599896" y="532095"/>
                  </a:lnTo>
                  <a:lnTo>
                    <a:pt x="1600968" y="531349"/>
                  </a:lnTo>
                  <a:lnTo>
                    <a:pt x="1602040" y="530602"/>
                  </a:lnTo>
                  <a:lnTo>
                    <a:pt x="1603111" y="529857"/>
                  </a:lnTo>
                  <a:lnTo>
                    <a:pt x="1604183" y="529112"/>
                  </a:lnTo>
                  <a:lnTo>
                    <a:pt x="1605254" y="528368"/>
                  </a:lnTo>
                  <a:lnTo>
                    <a:pt x="1606326" y="527624"/>
                  </a:lnTo>
                  <a:lnTo>
                    <a:pt x="1607398" y="526882"/>
                  </a:lnTo>
                  <a:lnTo>
                    <a:pt x="1608469" y="526140"/>
                  </a:lnTo>
                  <a:lnTo>
                    <a:pt x="1609541" y="525399"/>
                  </a:lnTo>
                  <a:lnTo>
                    <a:pt x="1610612" y="524658"/>
                  </a:lnTo>
                  <a:lnTo>
                    <a:pt x="1611684" y="523919"/>
                  </a:lnTo>
                  <a:lnTo>
                    <a:pt x="1612756" y="523180"/>
                  </a:lnTo>
                  <a:lnTo>
                    <a:pt x="1613827" y="522442"/>
                  </a:lnTo>
                  <a:lnTo>
                    <a:pt x="1614899" y="521705"/>
                  </a:lnTo>
                  <a:lnTo>
                    <a:pt x="1615970" y="520968"/>
                  </a:lnTo>
                  <a:lnTo>
                    <a:pt x="1617042" y="520233"/>
                  </a:lnTo>
                  <a:lnTo>
                    <a:pt x="1618114" y="519498"/>
                  </a:lnTo>
                  <a:lnTo>
                    <a:pt x="1619185" y="518764"/>
                  </a:lnTo>
                  <a:lnTo>
                    <a:pt x="1620257" y="518031"/>
                  </a:lnTo>
                  <a:lnTo>
                    <a:pt x="1621328" y="517299"/>
                  </a:lnTo>
                  <a:lnTo>
                    <a:pt x="1622400" y="516567"/>
                  </a:lnTo>
                  <a:lnTo>
                    <a:pt x="1623472" y="515837"/>
                  </a:lnTo>
                  <a:lnTo>
                    <a:pt x="1624543" y="515107"/>
                  </a:lnTo>
                  <a:lnTo>
                    <a:pt x="1625615" y="514379"/>
                  </a:lnTo>
                  <a:lnTo>
                    <a:pt x="1626686" y="513651"/>
                  </a:lnTo>
                  <a:lnTo>
                    <a:pt x="1627758" y="512924"/>
                  </a:lnTo>
                  <a:lnTo>
                    <a:pt x="1628830" y="512198"/>
                  </a:lnTo>
                  <a:lnTo>
                    <a:pt x="1629901" y="511473"/>
                  </a:lnTo>
                  <a:lnTo>
                    <a:pt x="1630973" y="510749"/>
                  </a:lnTo>
                  <a:lnTo>
                    <a:pt x="1632044" y="510026"/>
                  </a:lnTo>
                  <a:lnTo>
                    <a:pt x="1633116" y="509304"/>
                  </a:lnTo>
                  <a:lnTo>
                    <a:pt x="1634188" y="508582"/>
                  </a:lnTo>
                  <a:lnTo>
                    <a:pt x="1635259" y="507862"/>
                  </a:lnTo>
                  <a:lnTo>
                    <a:pt x="1636331" y="507143"/>
                  </a:lnTo>
                  <a:lnTo>
                    <a:pt x="1637402" y="506425"/>
                  </a:lnTo>
                  <a:lnTo>
                    <a:pt x="1638474" y="505707"/>
                  </a:lnTo>
                  <a:lnTo>
                    <a:pt x="1639546" y="504991"/>
                  </a:lnTo>
                  <a:lnTo>
                    <a:pt x="1640617" y="504276"/>
                  </a:lnTo>
                  <a:lnTo>
                    <a:pt x="1641689" y="503562"/>
                  </a:lnTo>
                  <a:lnTo>
                    <a:pt x="1642760" y="502849"/>
                  </a:lnTo>
                  <a:lnTo>
                    <a:pt x="1643832" y="502137"/>
                  </a:lnTo>
                  <a:lnTo>
                    <a:pt x="1644904" y="501426"/>
                  </a:lnTo>
                  <a:lnTo>
                    <a:pt x="1645975" y="500716"/>
                  </a:lnTo>
                  <a:lnTo>
                    <a:pt x="1647047" y="500007"/>
                  </a:lnTo>
                  <a:lnTo>
                    <a:pt x="1648118" y="499299"/>
                  </a:lnTo>
                  <a:lnTo>
                    <a:pt x="1649190" y="498592"/>
                  </a:lnTo>
                  <a:lnTo>
                    <a:pt x="1650262" y="497887"/>
                  </a:lnTo>
                  <a:lnTo>
                    <a:pt x="1651333" y="497182"/>
                  </a:lnTo>
                  <a:lnTo>
                    <a:pt x="1652405" y="496479"/>
                  </a:lnTo>
                  <a:lnTo>
                    <a:pt x="1653476" y="495777"/>
                  </a:lnTo>
                  <a:lnTo>
                    <a:pt x="1654548" y="495076"/>
                  </a:lnTo>
                  <a:lnTo>
                    <a:pt x="1655620" y="494376"/>
                  </a:lnTo>
                  <a:lnTo>
                    <a:pt x="1656691" y="493677"/>
                  </a:lnTo>
                  <a:lnTo>
                    <a:pt x="1657763" y="492980"/>
                  </a:lnTo>
                  <a:lnTo>
                    <a:pt x="1658834" y="492283"/>
                  </a:lnTo>
                  <a:lnTo>
                    <a:pt x="1659906" y="491588"/>
                  </a:lnTo>
                  <a:lnTo>
                    <a:pt x="1660978" y="490894"/>
                  </a:lnTo>
                  <a:lnTo>
                    <a:pt x="1662049" y="490202"/>
                  </a:lnTo>
                  <a:lnTo>
                    <a:pt x="1663121" y="489510"/>
                  </a:lnTo>
                  <a:lnTo>
                    <a:pt x="1664192" y="488819"/>
                  </a:lnTo>
                  <a:lnTo>
                    <a:pt x="1665264" y="488130"/>
                  </a:lnTo>
                  <a:lnTo>
                    <a:pt x="1666336" y="487442"/>
                  </a:lnTo>
                  <a:lnTo>
                    <a:pt x="1667407" y="486755"/>
                  </a:lnTo>
                  <a:lnTo>
                    <a:pt x="1668479" y="486069"/>
                  </a:lnTo>
                  <a:lnTo>
                    <a:pt x="1669550" y="485385"/>
                  </a:lnTo>
                  <a:lnTo>
                    <a:pt x="1670622" y="484701"/>
                  </a:lnTo>
                  <a:lnTo>
                    <a:pt x="1671694" y="484019"/>
                  </a:lnTo>
                  <a:lnTo>
                    <a:pt x="1672765" y="483338"/>
                  </a:lnTo>
                  <a:lnTo>
                    <a:pt x="1673837" y="482658"/>
                  </a:lnTo>
                  <a:lnTo>
                    <a:pt x="1674908" y="481980"/>
                  </a:lnTo>
                  <a:lnTo>
                    <a:pt x="1675980" y="481302"/>
                  </a:lnTo>
                  <a:lnTo>
                    <a:pt x="1677052" y="480626"/>
                  </a:lnTo>
                  <a:lnTo>
                    <a:pt x="1678123" y="479950"/>
                  </a:lnTo>
                  <a:lnTo>
                    <a:pt x="1679195" y="479276"/>
                  </a:lnTo>
                  <a:lnTo>
                    <a:pt x="1680266" y="478604"/>
                  </a:lnTo>
                  <a:lnTo>
                    <a:pt x="1681338" y="477932"/>
                  </a:lnTo>
                  <a:lnTo>
                    <a:pt x="1682410" y="477261"/>
                  </a:lnTo>
                  <a:lnTo>
                    <a:pt x="1683481" y="476592"/>
                  </a:lnTo>
                  <a:lnTo>
                    <a:pt x="1684553" y="475924"/>
                  </a:lnTo>
                  <a:lnTo>
                    <a:pt x="1685624" y="475257"/>
                  </a:lnTo>
                  <a:lnTo>
                    <a:pt x="1686696" y="474591"/>
                  </a:lnTo>
                  <a:lnTo>
                    <a:pt x="1687768" y="473926"/>
                  </a:lnTo>
                  <a:lnTo>
                    <a:pt x="1688839" y="473263"/>
                  </a:lnTo>
                  <a:lnTo>
                    <a:pt x="1689911" y="472600"/>
                  </a:lnTo>
                  <a:lnTo>
                    <a:pt x="1690982" y="471939"/>
                  </a:lnTo>
                  <a:lnTo>
                    <a:pt x="1692054" y="471279"/>
                  </a:lnTo>
                  <a:lnTo>
                    <a:pt x="1693126" y="470620"/>
                  </a:lnTo>
                  <a:lnTo>
                    <a:pt x="1694197" y="469963"/>
                  </a:lnTo>
                  <a:lnTo>
                    <a:pt x="1695269" y="469306"/>
                  </a:lnTo>
                  <a:lnTo>
                    <a:pt x="1696340" y="468651"/>
                  </a:lnTo>
                  <a:lnTo>
                    <a:pt x="1697412" y="467997"/>
                  </a:lnTo>
                  <a:lnTo>
                    <a:pt x="1698484" y="467343"/>
                  </a:lnTo>
                  <a:lnTo>
                    <a:pt x="1699555" y="466692"/>
                  </a:lnTo>
                  <a:lnTo>
                    <a:pt x="1700627" y="466041"/>
                  </a:lnTo>
                  <a:lnTo>
                    <a:pt x="1701698" y="465391"/>
                  </a:lnTo>
                  <a:lnTo>
                    <a:pt x="1702770" y="464743"/>
                  </a:lnTo>
                  <a:lnTo>
                    <a:pt x="1703842" y="464096"/>
                  </a:lnTo>
                  <a:lnTo>
                    <a:pt x="1704913" y="463450"/>
                  </a:lnTo>
                  <a:lnTo>
                    <a:pt x="1705985" y="462805"/>
                  </a:lnTo>
                  <a:lnTo>
                    <a:pt x="1707056" y="462161"/>
                  </a:lnTo>
                  <a:lnTo>
                    <a:pt x="1708128" y="461518"/>
                  </a:lnTo>
                  <a:lnTo>
                    <a:pt x="1709200" y="460877"/>
                  </a:lnTo>
                  <a:lnTo>
                    <a:pt x="1710271" y="460236"/>
                  </a:lnTo>
                  <a:lnTo>
                    <a:pt x="1711343" y="459597"/>
                  </a:lnTo>
                  <a:lnTo>
                    <a:pt x="1712414" y="458959"/>
                  </a:lnTo>
                  <a:lnTo>
                    <a:pt x="1713486" y="458322"/>
                  </a:lnTo>
                  <a:lnTo>
                    <a:pt x="1714558" y="457687"/>
                  </a:lnTo>
                  <a:lnTo>
                    <a:pt x="1715629" y="457052"/>
                  </a:lnTo>
                  <a:lnTo>
                    <a:pt x="1716701" y="456419"/>
                  </a:lnTo>
                  <a:lnTo>
                    <a:pt x="1717772" y="455787"/>
                  </a:lnTo>
                  <a:lnTo>
                    <a:pt x="1718844" y="455155"/>
                  </a:lnTo>
                  <a:lnTo>
                    <a:pt x="1719916" y="454526"/>
                  </a:lnTo>
                  <a:lnTo>
                    <a:pt x="1720987" y="453897"/>
                  </a:lnTo>
                  <a:lnTo>
                    <a:pt x="1722059" y="453269"/>
                  </a:lnTo>
                  <a:lnTo>
                    <a:pt x="1723130" y="452643"/>
                  </a:lnTo>
                  <a:lnTo>
                    <a:pt x="1724202" y="452017"/>
                  </a:lnTo>
                  <a:lnTo>
                    <a:pt x="1725274" y="451393"/>
                  </a:lnTo>
                  <a:lnTo>
                    <a:pt x="1726345" y="450770"/>
                  </a:lnTo>
                  <a:lnTo>
                    <a:pt x="1727417" y="450148"/>
                  </a:lnTo>
                  <a:lnTo>
                    <a:pt x="1728488" y="449527"/>
                  </a:lnTo>
                  <a:lnTo>
                    <a:pt x="1729560" y="448907"/>
                  </a:lnTo>
                  <a:lnTo>
                    <a:pt x="1730632" y="448289"/>
                  </a:lnTo>
                  <a:lnTo>
                    <a:pt x="1731703" y="447672"/>
                  </a:lnTo>
                  <a:lnTo>
                    <a:pt x="1732775" y="447055"/>
                  </a:lnTo>
                  <a:lnTo>
                    <a:pt x="1733846" y="446440"/>
                  </a:lnTo>
                  <a:lnTo>
                    <a:pt x="1734918" y="445826"/>
                  </a:lnTo>
                  <a:lnTo>
                    <a:pt x="1735990" y="445213"/>
                  </a:lnTo>
                  <a:lnTo>
                    <a:pt x="1737061" y="444602"/>
                  </a:lnTo>
                  <a:lnTo>
                    <a:pt x="1738133" y="443991"/>
                  </a:lnTo>
                  <a:lnTo>
                    <a:pt x="1739204" y="443382"/>
                  </a:lnTo>
                  <a:lnTo>
                    <a:pt x="1740276" y="442773"/>
                  </a:lnTo>
                  <a:lnTo>
                    <a:pt x="1741348" y="442166"/>
                  </a:lnTo>
                  <a:lnTo>
                    <a:pt x="1742419" y="441560"/>
                  </a:lnTo>
                  <a:lnTo>
                    <a:pt x="1743491" y="440955"/>
                  </a:lnTo>
                  <a:lnTo>
                    <a:pt x="1744562" y="440352"/>
                  </a:lnTo>
                  <a:lnTo>
                    <a:pt x="1745634" y="439749"/>
                  </a:lnTo>
                  <a:lnTo>
                    <a:pt x="1746706" y="439147"/>
                  </a:lnTo>
                  <a:lnTo>
                    <a:pt x="1747777" y="438547"/>
                  </a:lnTo>
                  <a:lnTo>
                    <a:pt x="1748849" y="437948"/>
                  </a:lnTo>
                  <a:lnTo>
                    <a:pt x="1749920" y="437350"/>
                  </a:lnTo>
                  <a:lnTo>
                    <a:pt x="1750992" y="436753"/>
                  </a:lnTo>
                  <a:lnTo>
                    <a:pt x="1752064" y="436157"/>
                  </a:lnTo>
                  <a:lnTo>
                    <a:pt x="1753135" y="435562"/>
                  </a:lnTo>
                  <a:lnTo>
                    <a:pt x="1754207" y="434968"/>
                  </a:lnTo>
                  <a:lnTo>
                    <a:pt x="1755278" y="434376"/>
                  </a:lnTo>
                  <a:lnTo>
                    <a:pt x="1756350" y="433784"/>
                  </a:lnTo>
                  <a:lnTo>
                    <a:pt x="1757422" y="433194"/>
                  </a:lnTo>
                  <a:lnTo>
                    <a:pt x="1758493" y="432605"/>
                  </a:lnTo>
                  <a:lnTo>
                    <a:pt x="1759565" y="432017"/>
                  </a:lnTo>
                  <a:lnTo>
                    <a:pt x="1760636" y="431430"/>
                  </a:lnTo>
                  <a:lnTo>
                    <a:pt x="1761708" y="430844"/>
                  </a:lnTo>
                  <a:lnTo>
                    <a:pt x="1762780" y="430259"/>
                  </a:lnTo>
                  <a:lnTo>
                    <a:pt x="1763851" y="429676"/>
                  </a:lnTo>
                  <a:lnTo>
                    <a:pt x="1764923" y="429093"/>
                  </a:lnTo>
                  <a:lnTo>
                    <a:pt x="1765994" y="428512"/>
                  </a:lnTo>
                  <a:lnTo>
                    <a:pt x="1767066" y="427931"/>
                  </a:lnTo>
                  <a:lnTo>
                    <a:pt x="1768138" y="427352"/>
                  </a:lnTo>
                  <a:lnTo>
                    <a:pt x="1769209" y="426774"/>
                  </a:lnTo>
                  <a:lnTo>
                    <a:pt x="1770281" y="426197"/>
                  </a:lnTo>
                  <a:lnTo>
                    <a:pt x="1771352" y="425621"/>
                  </a:lnTo>
                  <a:lnTo>
                    <a:pt x="1772424" y="425046"/>
                  </a:lnTo>
                  <a:lnTo>
                    <a:pt x="1773496" y="424473"/>
                  </a:lnTo>
                  <a:lnTo>
                    <a:pt x="1774567" y="423900"/>
                  </a:lnTo>
                  <a:lnTo>
                    <a:pt x="1775639" y="423329"/>
                  </a:lnTo>
                  <a:lnTo>
                    <a:pt x="1776710" y="422758"/>
                  </a:lnTo>
                  <a:lnTo>
                    <a:pt x="1777782" y="422189"/>
                  </a:lnTo>
                  <a:lnTo>
                    <a:pt x="1778853" y="421621"/>
                  </a:lnTo>
                  <a:lnTo>
                    <a:pt x="1779925" y="421054"/>
                  </a:lnTo>
                  <a:lnTo>
                    <a:pt x="1780997" y="420488"/>
                  </a:lnTo>
                  <a:lnTo>
                    <a:pt x="1782068" y="419923"/>
                  </a:lnTo>
                  <a:lnTo>
                    <a:pt x="1783140" y="419359"/>
                  </a:lnTo>
                  <a:lnTo>
                    <a:pt x="1784211" y="418796"/>
                  </a:lnTo>
                  <a:lnTo>
                    <a:pt x="1785283" y="418235"/>
                  </a:lnTo>
                  <a:lnTo>
                    <a:pt x="1786355" y="417674"/>
                  </a:lnTo>
                  <a:lnTo>
                    <a:pt x="1787426" y="417115"/>
                  </a:lnTo>
                  <a:lnTo>
                    <a:pt x="1788498" y="416556"/>
                  </a:lnTo>
                  <a:lnTo>
                    <a:pt x="1789569" y="415999"/>
                  </a:lnTo>
                  <a:lnTo>
                    <a:pt x="1790641" y="415443"/>
                  </a:lnTo>
                  <a:lnTo>
                    <a:pt x="1791713" y="414888"/>
                  </a:lnTo>
                  <a:lnTo>
                    <a:pt x="1792784" y="414334"/>
                  </a:lnTo>
                  <a:lnTo>
                    <a:pt x="1793856" y="413781"/>
                  </a:lnTo>
                  <a:lnTo>
                    <a:pt x="1794927" y="413229"/>
                  </a:lnTo>
                  <a:lnTo>
                    <a:pt x="1795999" y="412678"/>
                  </a:lnTo>
                  <a:lnTo>
                    <a:pt x="1797071" y="412129"/>
                  </a:lnTo>
                  <a:lnTo>
                    <a:pt x="1798142" y="411580"/>
                  </a:lnTo>
                  <a:lnTo>
                    <a:pt x="1799214" y="411032"/>
                  </a:lnTo>
                  <a:lnTo>
                    <a:pt x="1800285" y="410486"/>
                  </a:lnTo>
                  <a:lnTo>
                    <a:pt x="1801357" y="409940"/>
                  </a:lnTo>
                  <a:lnTo>
                    <a:pt x="1802429" y="409396"/>
                  </a:lnTo>
                  <a:lnTo>
                    <a:pt x="1803500" y="408853"/>
                  </a:lnTo>
                  <a:lnTo>
                    <a:pt x="1804572" y="408310"/>
                  </a:lnTo>
                  <a:lnTo>
                    <a:pt x="1805643" y="407769"/>
                  </a:lnTo>
                  <a:lnTo>
                    <a:pt x="1806715" y="407229"/>
                  </a:lnTo>
                  <a:lnTo>
                    <a:pt x="1807787" y="406690"/>
                  </a:lnTo>
                  <a:lnTo>
                    <a:pt x="1808858" y="406152"/>
                  </a:lnTo>
                  <a:lnTo>
                    <a:pt x="1809930" y="405615"/>
                  </a:lnTo>
                  <a:lnTo>
                    <a:pt x="1811001" y="405079"/>
                  </a:lnTo>
                  <a:lnTo>
                    <a:pt x="1812073" y="404545"/>
                  </a:lnTo>
                  <a:lnTo>
                    <a:pt x="1813145" y="404011"/>
                  </a:lnTo>
                  <a:lnTo>
                    <a:pt x="1814216" y="403478"/>
                  </a:lnTo>
                  <a:lnTo>
                    <a:pt x="1815288" y="402947"/>
                  </a:lnTo>
                  <a:lnTo>
                    <a:pt x="1816359" y="402416"/>
                  </a:lnTo>
                  <a:lnTo>
                    <a:pt x="1817431" y="401886"/>
                  </a:lnTo>
                  <a:lnTo>
                    <a:pt x="1818503" y="401358"/>
                  </a:lnTo>
                  <a:lnTo>
                    <a:pt x="1819574" y="400830"/>
                  </a:lnTo>
                  <a:lnTo>
                    <a:pt x="1820646" y="400304"/>
                  </a:lnTo>
                  <a:lnTo>
                    <a:pt x="1821717" y="399779"/>
                  </a:lnTo>
                  <a:lnTo>
                    <a:pt x="1822789" y="399254"/>
                  </a:lnTo>
                  <a:lnTo>
                    <a:pt x="1823861" y="398731"/>
                  </a:lnTo>
                  <a:lnTo>
                    <a:pt x="1824932" y="398209"/>
                  </a:lnTo>
                  <a:lnTo>
                    <a:pt x="1826004" y="397688"/>
                  </a:lnTo>
                  <a:lnTo>
                    <a:pt x="1827075" y="397168"/>
                  </a:lnTo>
                  <a:lnTo>
                    <a:pt x="1828147" y="396649"/>
                  </a:lnTo>
                  <a:lnTo>
                    <a:pt x="1829219" y="396130"/>
                  </a:lnTo>
                  <a:lnTo>
                    <a:pt x="1830290" y="395613"/>
                  </a:lnTo>
                  <a:lnTo>
                    <a:pt x="1831362" y="395097"/>
                  </a:lnTo>
                  <a:lnTo>
                    <a:pt x="1832433" y="394582"/>
                  </a:lnTo>
                  <a:lnTo>
                    <a:pt x="1833505" y="394069"/>
                  </a:lnTo>
                  <a:lnTo>
                    <a:pt x="1834577" y="393556"/>
                  </a:lnTo>
                  <a:lnTo>
                    <a:pt x="1835648" y="393044"/>
                  </a:lnTo>
                  <a:lnTo>
                    <a:pt x="1836720" y="392533"/>
                  </a:lnTo>
                  <a:lnTo>
                    <a:pt x="1837791" y="392023"/>
                  </a:lnTo>
                  <a:lnTo>
                    <a:pt x="1838863" y="391514"/>
                  </a:lnTo>
                  <a:lnTo>
                    <a:pt x="1839935" y="391006"/>
                  </a:lnTo>
                  <a:lnTo>
                    <a:pt x="1841006" y="390500"/>
                  </a:lnTo>
                  <a:lnTo>
                    <a:pt x="1842078" y="389994"/>
                  </a:lnTo>
                  <a:lnTo>
                    <a:pt x="1843149" y="389489"/>
                  </a:lnTo>
                  <a:lnTo>
                    <a:pt x="1844221" y="388985"/>
                  </a:lnTo>
                  <a:lnTo>
                    <a:pt x="1845293" y="388483"/>
                  </a:lnTo>
                  <a:lnTo>
                    <a:pt x="1846364" y="387981"/>
                  </a:lnTo>
                  <a:lnTo>
                    <a:pt x="1847436" y="387480"/>
                  </a:lnTo>
                  <a:lnTo>
                    <a:pt x="1848507" y="386981"/>
                  </a:lnTo>
                  <a:lnTo>
                    <a:pt x="1849579" y="386482"/>
                  </a:lnTo>
                  <a:lnTo>
                    <a:pt x="1850651" y="385984"/>
                  </a:lnTo>
                  <a:lnTo>
                    <a:pt x="1851722" y="385488"/>
                  </a:lnTo>
                  <a:lnTo>
                    <a:pt x="1852794" y="384992"/>
                  </a:lnTo>
                  <a:lnTo>
                    <a:pt x="1853865" y="384497"/>
                  </a:lnTo>
                  <a:lnTo>
                    <a:pt x="1854937" y="384004"/>
                  </a:lnTo>
                  <a:lnTo>
                    <a:pt x="1856009" y="383511"/>
                  </a:lnTo>
                  <a:lnTo>
                    <a:pt x="1857080" y="383019"/>
                  </a:lnTo>
                  <a:lnTo>
                    <a:pt x="1858152" y="382529"/>
                  </a:lnTo>
                  <a:lnTo>
                    <a:pt x="1859223" y="382039"/>
                  </a:lnTo>
                  <a:lnTo>
                    <a:pt x="1860295" y="381550"/>
                  </a:lnTo>
                  <a:lnTo>
                    <a:pt x="1861367" y="381063"/>
                  </a:lnTo>
                  <a:lnTo>
                    <a:pt x="1862438" y="380576"/>
                  </a:lnTo>
                  <a:lnTo>
                    <a:pt x="1863510" y="380090"/>
                  </a:lnTo>
                  <a:lnTo>
                    <a:pt x="1864581" y="379605"/>
                  </a:lnTo>
                  <a:lnTo>
                    <a:pt x="1865653" y="379122"/>
                  </a:lnTo>
                  <a:lnTo>
                    <a:pt x="1866725" y="378639"/>
                  </a:lnTo>
                  <a:lnTo>
                    <a:pt x="1867796" y="378157"/>
                  </a:lnTo>
                  <a:lnTo>
                    <a:pt x="1868868" y="377676"/>
                  </a:lnTo>
                  <a:lnTo>
                    <a:pt x="1869939" y="377196"/>
                  </a:lnTo>
                  <a:lnTo>
                    <a:pt x="1871011" y="376717"/>
                  </a:lnTo>
                  <a:lnTo>
                    <a:pt x="1872083" y="376240"/>
                  </a:lnTo>
                  <a:lnTo>
                    <a:pt x="1873154" y="375763"/>
                  </a:lnTo>
                  <a:lnTo>
                    <a:pt x="1874226" y="375287"/>
                  </a:lnTo>
                  <a:lnTo>
                    <a:pt x="1875297" y="374812"/>
                  </a:lnTo>
                  <a:lnTo>
                    <a:pt x="1876369" y="374338"/>
                  </a:lnTo>
                  <a:lnTo>
                    <a:pt x="1877441" y="373865"/>
                  </a:lnTo>
                  <a:lnTo>
                    <a:pt x="1878512" y="373392"/>
                  </a:lnTo>
                  <a:lnTo>
                    <a:pt x="1879584" y="372921"/>
                  </a:lnTo>
                  <a:lnTo>
                    <a:pt x="1880655" y="372451"/>
                  </a:lnTo>
                  <a:lnTo>
                    <a:pt x="1881727" y="371982"/>
                  </a:lnTo>
                  <a:lnTo>
                    <a:pt x="1882799" y="371514"/>
                  </a:lnTo>
                  <a:lnTo>
                    <a:pt x="1883870" y="371046"/>
                  </a:lnTo>
                  <a:lnTo>
                    <a:pt x="1884942" y="370580"/>
                  </a:lnTo>
                  <a:lnTo>
                    <a:pt x="1886013" y="370115"/>
                  </a:lnTo>
                  <a:lnTo>
                    <a:pt x="1887085" y="369650"/>
                  </a:lnTo>
                  <a:lnTo>
                    <a:pt x="1888157" y="369187"/>
                  </a:lnTo>
                  <a:lnTo>
                    <a:pt x="1889228" y="368724"/>
                  </a:lnTo>
                  <a:lnTo>
                    <a:pt x="1890300" y="368262"/>
                  </a:lnTo>
                  <a:lnTo>
                    <a:pt x="1891371" y="367802"/>
                  </a:lnTo>
                  <a:lnTo>
                    <a:pt x="1892443" y="367342"/>
                  </a:lnTo>
                  <a:lnTo>
                    <a:pt x="1893515" y="366883"/>
                  </a:lnTo>
                  <a:lnTo>
                    <a:pt x="1894586" y="366425"/>
                  </a:lnTo>
                  <a:lnTo>
                    <a:pt x="1895658" y="365968"/>
                  </a:lnTo>
                  <a:lnTo>
                    <a:pt x="1896729" y="365512"/>
                  </a:lnTo>
                  <a:lnTo>
                    <a:pt x="1897801" y="365057"/>
                  </a:lnTo>
                  <a:lnTo>
                    <a:pt x="1898873" y="364603"/>
                  </a:lnTo>
                  <a:lnTo>
                    <a:pt x="1899944" y="364150"/>
                  </a:lnTo>
                  <a:lnTo>
                    <a:pt x="1901016" y="363698"/>
                  </a:lnTo>
                  <a:lnTo>
                    <a:pt x="1902087" y="363246"/>
                  </a:lnTo>
                  <a:lnTo>
                    <a:pt x="1903159" y="362796"/>
                  </a:lnTo>
                  <a:lnTo>
                    <a:pt x="1904231" y="362346"/>
                  </a:lnTo>
                  <a:lnTo>
                    <a:pt x="1905302" y="361898"/>
                  </a:lnTo>
                  <a:lnTo>
                    <a:pt x="1906374" y="361450"/>
                  </a:lnTo>
                  <a:lnTo>
                    <a:pt x="1907445" y="361003"/>
                  </a:lnTo>
                  <a:lnTo>
                    <a:pt x="1908517" y="360557"/>
                  </a:lnTo>
                  <a:lnTo>
                    <a:pt x="1909589" y="360113"/>
                  </a:lnTo>
                  <a:lnTo>
                    <a:pt x="1910660" y="359669"/>
                  </a:lnTo>
                  <a:lnTo>
                    <a:pt x="1911732" y="359225"/>
                  </a:lnTo>
                  <a:lnTo>
                    <a:pt x="1912803" y="358783"/>
                  </a:lnTo>
                  <a:lnTo>
                    <a:pt x="1913875" y="358342"/>
                  </a:lnTo>
                  <a:lnTo>
                    <a:pt x="1914947" y="357901"/>
                  </a:lnTo>
                  <a:lnTo>
                    <a:pt x="1916018" y="357462"/>
                  </a:lnTo>
                  <a:lnTo>
                    <a:pt x="1917090" y="357023"/>
                  </a:lnTo>
                  <a:lnTo>
                    <a:pt x="1918161" y="356586"/>
                  </a:lnTo>
                  <a:lnTo>
                    <a:pt x="1919233" y="356149"/>
                  </a:lnTo>
                  <a:lnTo>
                    <a:pt x="1920305" y="355713"/>
                  </a:lnTo>
                  <a:lnTo>
                    <a:pt x="1921376" y="355278"/>
                  </a:lnTo>
                  <a:lnTo>
                    <a:pt x="1922448" y="354844"/>
                  </a:lnTo>
                  <a:lnTo>
                    <a:pt x="1923519" y="354410"/>
                  </a:lnTo>
                  <a:lnTo>
                    <a:pt x="1924591" y="353978"/>
                  </a:lnTo>
                  <a:lnTo>
                    <a:pt x="1925663" y="353546"/>
                  </a:lnTo>
                  <a:lnTo>
                    <a:pt x="1926734" y="353116"/>
                  </a:lnTo>
                  <a:lnTo>
                    <a:pt x="1927806" y="352686"/>
                  </a:lnTo>
                  <a:lnTo>
                    <a:pt x="1928877" y="352257"/>
                  </a:lnTo>
                  <a:lnTo>
                    <a:pt x="1929949" y="351829"/>
                  </a:lnTo>
                  <a:lnTo>
                    <a:pt x="1931021" y="351402"/>
                  </a:lnTo>
                  <a:lnTo>
                    <a:pt x="1932092" y="350976"/>
                  </a:lnTo>
                  <a:lnTo>
                    <a:pt x="1933164" y="350551"/>
                  </a:lnTo>
                  <a:lnTo>
                    <a:pt x="1934235" y="350126"/>
                  </a:lnTo>
                  <a:lnTo>
                    <a:pt x="1935307" y="349702"/>
                  </a:lnTo>
                  <a:lnTo>
                    <a:pt x="1936379" y="349280"/>
                  </a:lnTo>
                  <a:lnTo>
                    <a:pt x="1937450" y="348858"/>
                  </a:lnTo>
                  <a:lnTo>
                    <a:pt x="1938522" y="348437"/>
                  </a:lnTo>
                  <a:lnTo>
                    <a:pt x="1939593" y="348016"/>
                  </a:lnTo>
                  <a:lnTo>
                    <a:pt x="1940665" y="347597"/>
                  </a:lnTo>
                  <a:lnTo>
                    <a:pt x="1941737" y="347179"/>
                  </a:lnTo>
                  <a:lnTo>
                    <a:pt x="1942808" y="346761"/>
                  </a:lnTo>
                  <a:lnTo>
                    <a:pt x="1943880" y="346344"/>
                  </a:lnTo>
                  <a:lnTo>
                    <a:pt x="1944951" y="345928"/>
                  </a:lnTo>
                  <a:lnTo>
                    <a:pt x="1946023" y="345513"/>
                  </a:lnTo>
                  <a:lnTo>
                    <a:pt x="1947095" y="345099"/>
                  </a:lnTo>
                  <a:lnTo>
                    <a:pt x="1948166" y="344685"/>
                  </a:lnTo>
                  <a:lnTo>
                    <a:pt x="1949238" y="344273"/>
                  </a:lnTo>
                  <a:lnTo>
                    <a:pt x="1950309" y="343861"/>
                  </a:lnTo>
                  <a:lnTo>
                    <a:pt x="1951381" y="343450"/>
                  </a:lnTo>
                  <a:lnTo>
                    <a:pt x="1952453" y="343040"/>
                  </a:lnTo>
                  <a:lnTo>
                    <a:pt x="1953524" y="342631"/>
                  </a:lnTo>
                  <a:lnTo>
                    <a:pt x="1954596" y="342222"/>
                  </a:lnTo>
                  <a:lnTo>
                    <a:pt x="1955667" y="341815"/>
                  </a:lnTo>
                  <a:lnTo>
                    <a:pt x="1956739" y="341408"/>
                  </a:lnTo>
                  <a:lnTo>
                    <a:pt x="1957810" y="341002"/>
                  </a:lnTo>
                  <a:lnTo>
                    <a:pt x="1958882" y="340597"/>
                  </a:lnTo>
                  <a:lnTo>
                    <a:pt x="1959954" y="340193"/>
                  </a:lnTo>
                  <a:lnTo>
                    <a:pt x="1961025" y="339789"/>
                  </a:lnTo>
                  <a:lnTo>
                    <a:pt x="1962097" y="339387"/>
                  </a:lnTo>
                  <a:lnTo>
                    <a:pt x="1963168" y="338985"/>
                  </a:lnTo>
                  <a:lnTo>
                    <a:pt x="1964240" y="338584"/>
                  </a:lnTo>
                  <a:lnTo>
                    <a:pt x="1965312" y="338184"/>
                  </a:lnTo>
                  <a:lnTo>
                    <a:pt x="1966383" y="337784"/>
                  </a:lnTo>
                  <a:lnTo>
                    <a:pt x="1967455" y="337385"/>
                  </a:lnTo>
                  <a:lnTo>
                    <a:pt x="1968526" y="336988"/>
                  </a:lnTo>
                  <a:lnTo>
                    <a:pt x="1969598" y="336591"/>
                  </a:lnTo>
                  <a:lnTo>
                    <a:pt x="1970670" y="336194"/>
                  </a:lnTo>
                  <a:lnTo>
                    <a:pt x="1971741" y="335799"/>
                  </a:lnTo>
                  <a:lnTo>
                    <a:pt x="1972813" y="335404"/>
                  </a:lnTo>
                  <a:lnTo>
                    <a:pt x="1973884" y="335010"/>
                  </a:lnTo>
                  <a:lnTo>
                    <a:pt x="1974956" y="334617"/>
                  </a:lnTo>
                  <a:lnTo>
                    <a:pt x="1976028" y="334225"/>
                  </a:lnTo>
                  <a:lnTo>
                    <a:pt x="1977099" y="333834"/>
                  </a:lnTo>
                  <a:lnTo>
                    <a:pt x="1978171" y="333443"/>
                  </a:lnTo>
                  <a:lnTo>
                    <a:pt x="1979242" y="333053"/>
                  </a:lnTo>
                  <a:lnTo>
                    <a:pt x="1980314" y="332664"/>
                  </a:lnTo>
                  <a:lnTo>
                    <a:pt x="1981386" y="332275"/>
                  </a:lnTo>
                  <a:lnTo>
                    <a:pt x="1982457" y="331888"/>
                  </a:lnTo>
                  <a:lnTo>
                    <a:pt x="1983529" y="331501"/>
                  </a:lnTo>
                  <a:lnTo>
                    <a:pt x="1984600" y="331115"/>
                  </a:lnTo>
                  <a:lnTo>
                    <a:pt x="1985672" y="330730"/>
                  </a:lnTo>
                  <a:lnTo>
                    <a:pt x="1986744" y="330345"/>
                  </a:lnTo>
                  <a:lnTo>
                    <a:pt x="1987815" y="329961"/>
                  </a:lnTo>
                  <a:lnTo>
                    <a:pt x="1988887" y="329578"/>
                  </a:lnTo>
                  <a:lnTo>
                    <a:pt x="1989958" y="329196"/>
                  </a:lnTo>
                  <a:lnTo>
                    <a:pt x="1991030" y="328815"/>
                  </a:lnTo>
                  <a:lnTo>
                    <a:pt x="1992102" y="328434"/>
                  </a:lnTo>
                  <a:lnTo>
                    <a:pt x="1993173" y="328054"/>
                  </a:lnTo>
                  <a:lnTo>
                    <a:pt x="1994245" y="327675"/>
                  </a:lnTo>
                  <a:lnTo>
                    <a:pt x="1995316" y="327296"/>
                  </a:lnTo>
                  <a:lnTo>
                    <a:pt x="1996388" y="326919"/>
                  </a:lnTo>
                  <a:lnTo>
                    <a:pt x="1997460" y="326542"/>
                  </a:lnTo>
                  <a:lnTo>
                    <a:pt x="1998531" y="326165"/>
                  </a:lnTo>
                  <a:lnTo>
                    <a:pt x="1999603" y="325790"/>
                  </a:lnTo>
                  <a:lnTo>
                    <a:pt x="2000674" y="325415"/>
                  </a:lnTo>
                  <a:lnTo>
                    <a:pt x="2001746" y="325041"/>
                  </a:lnTo>
                  <a:lnTo>
                    <a:pt x="2002818" y="324668"/>
                  </a:lnTo>
                  <a:lnTo>
                    <a:pt x="2003889" y="324295"/>
                  </a:lnTo>
                  <a:lnTo>
                    <a:pt x="2004961" y="323923"/>
                  </a:lnTo>
                  <a:lnTo>
                    <a:pt x="2006032" y="323552"/>
                  </a:lnTo>
                  <a:lnTo>
                    <a:pt x="2007104" y="323182"/>
                  </a:lnTo>
                  <a:lnTo>
                    <a:pt x="2008176" y="322812"/>
                  </a:lnTo>
                  <a:lnTo>
                    <a:pt x="2009247" y="322443"/>
                  </a:lnTo>
                  <a:lnTo>
                    <a:pt x="2010319" y="322075"/>
                  </a:lnTo>
                  <a:lnTo>
                    <a:pt x="2011390" y="321707"/>
                  </a:lnTo>
                  <a:lnTo>
                    <a:pt x="2012462" y="321341"/>
                  </a:lnTo>
                  <a:lnTo>
                    <a:pt x="2013534" y="320974"/>
                  </a:lnTo>
                  <a:lnTo>
                    <a:pt x="2014605" y="320609"/>
                  </a:lnTo>
                  <a:lnTo>
                    <a:pt x="2015677" y="320244"/>
                  </a:lnTo>
                  <a:lnTo>
                    <a:pt x="2016748" y="319880"/>
                  </a:lnTo>
                  <a:lnTo>
                    <a:pt x="2017820" y="319517"/>
                  </a:lnTo>
                  <a:lnTo>
                    <a:pt x="2018892" y="319154"/>
                  </a:lnTo>
                  <a:lnTo>
                    <a:pt x="2019963" y="318793"/>
                  </a:lnTo>
                  <a:lnTo>
                    <a:pt x="2021035" y="318431"/>
                  </a:lnTo>
                  <a:lnTo>
                    <a:pt x="2022106" y="318071"/>
                  </a:lnTo>
                  <a:lnTo>
                    <a:pt x="2023178" y="317711"/>
                  </a:lnTo>
                  <a:lnTo>
                    <a:pt x="2024250" y="317352"/>
                  </a:lnTo>
                  <a:lnTo>
                    <a:pt x="2025321" y="316993"/>
                  </a:lnTo>
                  <a:lnTo>
                    <a:pt x="2026393" y="316636"/>
                  </a:lnTo>
                  <a:lnTo>
                    <a:pt x="2027464" y="316279"/>
                  </a:lnTo>
                  <a:lnTo>
                    <a:pt x="2028536" y="315922"/>
                  </a:lnTo>
                  <a:lnTo>
                    <a:pt x="2029608" y="315566"/>
                  </a:lnTo>
                  <a:lnTo>
                    <a:pt x="2030679" y="315211"/>
                  </a:lnTo>
                  <a:lnTo>
                    <a:pt x="2031751" y="314857"/>
                  </a:lnTo>
                  <a:lnTo>
                    <a:pt x="2032822" y="314503"/>
                  </a:lnTo>
                  <a:lnTo>
                    <a:pt x="2033894" y="314150"/>
                  </a:lnTo>
                  <a:lnTo>
                    <a:pt x="2034966" y="313798"/>
                  </a:lnTo>
                  <a:lnTo>
                    <a:pt x="2036037" y="313446"/>
                  </a:lnTo>
                  <a:lnTo>
                    <a:pt x="2037109" y="313095"/>
                  </a:lnTo>
                  <a:lnTo>
                    <a:pt x="2038180" y="312744"/>
                  </a:lnTo>
                  <a:lnTo>
                    <a:pt x="2039252" y="312395"/>
                  </a:lnTo>
                  <a:lnTo>
                    <a:pt x="2040324" y="312046"/>
                  </a:lnTo>
                  <a:lnTo>
                    <a:pt x="2041395" y="311697"/>
                  </a:lnTo>
                  <a:lnTo>
                    <a:pt x="2042467" y="311349"/>
                  </a:lnTo>
                  <a:lnTo>
                    <a:pt x="2043538" y="311002"/>
                  </a:lnTo>
                  <a:lnTo>
                    <a:pt x="2044610" y="310656"/>
                  </a:lnTo>
                  <a:lnTo>
                    <a:pt x="2045682" y="310310"/>
                  </a:lnTo>
                  <a:lnTo>
                    <a:pt x="2046753" y="309964"/>
                  </a:lnTo>
                  <a:lnTo>
                    <a:pt x="2047825" y="309620"/>
                  </a:lnTo>
                  <a:lnTo>
                    <a:pt x="2048896" y="309276"/>
                  </a:lnTo>
                  <a:lnTo>
                    <a:pt x="2049968" y="308932"/>
                  </a:lnTo>
                  <a:lnTo>
                    <a:pt x="2051040" y="308590"/>
                  </a:lnTo>
                  <a:lnTo>
                    <a:pt x="2052111" y="308247"/>
                  </a:lnTo>
                  <a:lnTo>
                    <a:pt x="2053183" y="307906"/>
                  </a:lnTo>
                  <a:lnTo>
                    <a:pt x="2054254" y="307565"/>
                  </a:lnTo>
                  <a:lnTo>
                    <a:pt x="2055326" y="307225"/>
                  </a:lnTo>
                  <a:lnTo>
                    <a:pt x="2056398" y="306885"/>
                  </a:lnTo>
                  <a:lnTo>
                    <a:pt x="2057469" y="306546"/>
                  </a:lnTo>
                  <a:lnTo>
                    <a:pt x="2058541" y="306208"/>
                  </a:lnTo>
                  <a:lnTo>
                    <a:pt x="2059612" y="305870"/>
                  </a:lnTo>
                  <a:lnTo>
                    <a:pt x="2060684" y="305533"/>
                  </a:lnTo>
                  <a:lnTo>
                    <a:pt x="2061756" y="305196"/>
                  </a:lnTo>
                  <a:lnTo>
                    <a:pt x="2062827" y="304860"/>
                  </a:lnTo>
                  <a:lnTo>
                    <a:pt x="2063899" y="304525"/>
                  </a:lnTo>
                  <a:lnTo>
                    <a:pt x="2064970" y="304190"/>
                  </a:lnTo>
                  <a:lnTo>
                    <a:pt x="2066042" y="303856"/>
                  </a:lnTo>
                  <a:lnTo>
                    <a:pt x="2067114" y="303522"/>
                  </a:lnTo>
                  <a:lnTo>
                    <a:pt x="2068185" y="303189"/>
                  </a:lnTo>
                  <a:lnTo>
                    <a:pt x="2069257" y="302857"/>
                  </a:lnTo>
                  <a:lnTo>
                    <a:pt x="2070328" y="302525"/>
                  </a:lnTo>
                  <a:lnTo>
                    <a:pt x="2071400" y="302193"/>
                  </a:lnTo>
                  <a:lnTo>
                    <a:pt x="2072472" y="301863"/>
                  </a:lnTo>
                  <a:lnTo>
                    <a:pt x="2073543" y="301533"/>
                  </a:lnTo>
                  <a:lnTo>
                    <a:pt x="2074615" y="301203"/>
                  </a:lnTo>
                  <a:lnTo>
                    <a:pt x="2075686" y="300874"/>
                  </a:lnTo>
                  <a:lnTo>
                    <a:pt x="2076758" y="300546"/>
                  </a:lnTo>
                  <a:lnTo>
                    <a:pt x="2077830" y="300218"/>
                  </a:lnTo>
                  <a:lnTo>
                    <a:pt x="2078901" y="299891"/>
                  </a:lnTo>
                  <a:lnTo>
                    <a:pt x="2079973" y="299564"/>
                  </a:lnTo>
                  <a:lnTo>
                    <a:pt x="2081044" y="299238"/>
                  </a:lnTo>
                  <a:lnTo>
                    <a:pt x="2082116" y="298912"/>
                  </a:lnTo>
                  <a:lnTo>
                    <a:pt x="2083188" y="298587"/>
                  </a:lnTo>
                  <a:lnTo>
                    <a:pt x="2084259" y="298263"/>
                  </a:lnTo>
                  <a:lnTo>
                    <a:pt x="2085331" y="297939"/>
                  </a:lnTo>
                  <a:lnTo>
                    <a:pt x="2086402" y="297615"/>
                  </a:lnTo>
                  <a:lnTo>
                    <a:pt x="2087474" y="297292"/>
                  </a:lnTo>
                  <a:lnTo>
                    <a:pt x="2088546" y="296970"/>
                  </a:lnTo>
                  <a:lnTo>
                    <a:pt x="2089617" y="296648"/>
                  </a:lnTo>
                  <a:lnTo>
                    <a:pt x="2090689" y="296327"/>
                  </a:lnTo>
                  <a:lnTo>
                    <a:pt x="2091760" y="296006"/>
                  </a:lnTo>
                  <a:lnTo>
                    <a:pt x="2092832" y="295686"/>
                  </a:lnTo>
                  <a:lnTo>
                    <a:pt x="2093904" y="295366"/>
                  </a:lnTo>
                  <a:lnTo>
                    <a:pt x="2094975" y="295047"/>
                  </a:lnTo>
                  <a:lnTo>
                    <a:pt x="2096047" y="294729"/>
                  </a:lnTo>
                  <a:lnTo>
                    <a:pt x="2097118" y="294411"/>
                  </a:lnTo>
                  <a:lnTo>
                    <a:pt x="2098190" y="294093"/>
                  </a:lnTo>
                  <a:lnTo>
                    <a:pt x="2099262" y="293776"/>
                  </a:lnTo>
                  <a:lnTo>
                    <a:pt x="2100333" y="293459"/>
                  </a:lnTo>
                  <a:lnTo>
                    <a:pt x="2101405" y="293143"/>
                  </a:lnTo>
                  <a:lnTo>
                    <a:pt x="2102476" y="292828"/>
                  </a:lnTo>
                  <a:lnTo>
                    <a:pt x="2103548" y="292513"/>
                  </a:lnTo>
                  <a:lnTo>
                    <a:pt x="2104620" y="292198"/>
                  </a:lnTo>
                  <a:lnTo>
                    <a:pt x="2105691" y="291884"/>
                  </a:lnTo>
                  <a:lnTo>
                    <a:pt x="2106763" y="291571"/>
                  </a:lnTo>
                  <a:lnTo>
                    <a:pt x="2107834" y="291258"/>
                  </a:lnTo>
                  <a:lnTo>
                    <a:pt x="2108906" y="290945"/>
                  </a:lnTo>
                  <a:lnTo>
                    <a:pt x="2109978" y="290633"/>
                  </a:lnTo>
                  <a:lnTo>
                    <a:pt x="2111049" y="290322"/>
                  </a:lnTo>
                  <a:lnTo>
                    <a:pt x="2112121" y="290011"/>
                  </a:lnTo>
                  <a:lnTo>
                    <a:pt x="2113192" y="289700"/>
                  </a:lnTo>
                  <a:lnTo>
                    <a:pt x="2114264" y="289390"/>
                  </a:lnTo>
                  <a:lnTo>
                    <a:pt x="2115336" y="289080"/>
                  </a:lnTo>
                  <a:lnTo>
                    <a:pt x="2116407" y="288771"/>
                  </a:lnTo>
                  <a:lnTo>
                    <a:pt x="2117479" y="288463"/>
                  </a:lnTo>
                  <a:lnTo>
                    <a:pt x="2118550" y="288154"/>
                  </a:lnTo>
                  <a:lnTo>
                    <a:pt x="2119622" y="287847"/>
                  </a:lnTo>
                  <a:lnTo>
                    <a:pt x="2120694" y="287539"/>
                  </a:lnTo>
                  <a:lnTo>
                    <a:pt x="2121765" y="287233"/>
                  </a:lnTo>
                  <a:lnTo>
                    <a:pt x="2122837" y="286926"/>
                  </a:lnTo>
                  <a:lnTo>
                    <a:pt x="2123908" y="286620"/>
                  </a:lnTo>
                  <a:lnTo>
                    <a:pt x="2124980" y="286315"/>
                  </a:lnTo>
                  <a:lnTo>
                    <a:pt x="2126052" y="286010"/>
                  </a:lnTo>
                  <a:lnTo>
                    <a:pt x="2127123" y="285705"/>
                  </a:lnTo>
                  <a:lnTo>
                    <a:pt x="2128195" y="285401"/>
                  </a:lnTo>
                  <a:lnTo>
                    <a:pt x="2129266" y="285098"/>
                  </a:lnTo>
                  <a:lnTo>
                    <a:pt x="2130338" y="284794"/>
                  </a:lnTo>
                  <a:lnTo>
                    <a:pt x="2131409" y="284492"/>
                  </a:lnTo>
                  <a:lnTo>
                    <a:pt x="2132481" y="284189"/>
                  </a:lnTo>
                  <a:lnTo>
                    <a:pt x="2133553" y="283887"/>
                  </a:lnTo>
                  <a:lnTo>
                    <a:pt x="2134624" y="283586"/>
                  </a:lnTo>
                  <a:lnTo>
                    <a:pt x="2135696" y="283285"/>
                  </a:lnTo>
                  <a:lnTo>
                    <a:pt x="2136767" y="282984"/>
                  </a:lnTo>
                  <a:lnTo>
                    <a:pt x="2137839" y="282684"/>
                  </a:lnTo>
                  <a:lnTo>
                    <a:pt x="2138911" y="282384"/>
                  </a:lnTo>
                  <a:lnTo>
                    <a:pt x="2139982" y="282085"/>
                  </a:lnTo>
                  <a:lnTo>
                    <a:pt x="2141054" y="281786"/>
                  </a:lnTo>
                  <a:lnTo>
                    <a:pt x="2142125" y="281488"/>
                  </a:lnTo>
                  <a:lnTo>
                    <a:pt x="2143197" y="281189"/>
                  </a:lnTo>
                  <a:lnTo>
                    <a:pt x="2144269" y="280892"/>
                  </a:lnTo>
                  <a:lnTo>
                    <a:pt x="2145340" y="280594"/>
                  </a:lnTo>
                  <a:lnTo>
                    <a:pt x="2146412" y="280297"/>
                  </a:lnTo>
                  <a:lnTo>
                    <a:pt x="2147483" y="280001"/>
                  </a:lnTo>
                  <a:lnTo>
                    <a:pt x="2148555" y="279705"/>
                  </a:lnTo>
                  <a:lnTo>
                    <a:pt x="2149627" y="279409"/>
                  </a:lnTo>
                  <a:lnTo>
                    <a:pt x="2150698" y="279114"/>
                  </a:lnTo>
                  <a:lnTo>
                    <a:pt x="2151770" y="278819"/>
                  </a:lnTo>
                  <a:lnTo>
                    <a:pt x="2152841" y="278524"/>
                  </a:lnTo>
                  <a:lnTo>
                    <a:pt x="2153913" y="278230"/>
                  </a:lnTo>
                  <a:lnTo>
                    <a:pt x="2154985" y="277936"/>
                  </a:lnTo>
                  <a:lnTo>
                    <a:pt x="2156056" y="277643"/>
                  </a:lnTo>
                  <a:lnTo>
                    <a:pt x="2157128" y="277350"/>
                  </a:lnTo>
                  <a:lnTo>
                    <a:pt x="2158199" y="277057"/>
                  </a:lnTo>
                  <a:lnTo>
                    <a:pt x="2159271" y="276765"/>
                  </a:lnTo>
                  <a:lnTo>
                    <a:pt x="2160343" y="276473"/>
                  </a:lnTo>
                  <a:lnTo>
                    <a:pt x="2161414" y="276181"/>
                  </a:lnTo>
                  <a:lnTo>
                    <a:pt x="2162486" y="275890"/>
                  </a:lnTo>
                  <a:lnTo>
                    <a:pt x="2163557" y="275599"/>
                  </a:lnTo>
                  <a:lnTo>
                    <a:pt x="2164629" y="275309"/>
                  </a:lnTo>
                  <a:lnTo>
                    <a:pt x="2165701" y="275019"/>
                  </a:lnTo>
                  <a:lnTo>
                    <a:pt x="2166772" y="274729"/>
                  </a:lnTo>
                  <a:lnTo>
                    <a:pt x="2167844" y="274439"/>
                  </a:lnTo>
                  <a:lnTo>
                    <a:pt x="2168915" y="274150"/>
                  </a:lnTo>
                  <a:lnTo>
                    <a:pt x="2169987" y="273862"/>
                  </a:lnTo>
                  <a:lnTo>
                    <a:pt x="2171059" y="273573"/>
                  </a:lnTo>
                  <a:lnTo>
                    <a:pt x="2172130" y="273285"/>
                  </a:lnTo>
                  <a:lnTo>
                    <a:pt x="2173202" y="272997"/>
                  </a:lnTo>
                  <a:lnTo>
                    <a:pt x="2174273" y="272710"/>
                  </a:lnTo>
                  <a:lnTo>
                    <a:pt x="2175345" y="272423"/>
                  </a:lnTo>
                  <a:lnTo>
                    <a:pt x="2176417" y="272136"/>
                  </a:lnTo>
                  <a:lnTo>
                    <a:pt x="2177488" y="271850"/>
                  </a:lnTo>
                  <a:lnTo>
                    <a:pt x="2178560" y="271563"/>
                  </a:lnTo>
                  <a:lnTo>
                    <a:pt x="2179631" y="271278"/>
                  </a:lnTo>
                  <a:lnTo>
                    <a:pt x="2180703" y="270992"/>
                  </a:lnTo>
                  <a:lnTo>
                    <a:pt x="2181775" y="270707"/>
                  </a:lnTo>
                  <a:lnTo>
                    <a:pt x="2182846" y="270422"/>
                  </a:lnTo>
                  <a:lnTo>
                    <a:pt x="2183918" y="270138"/>
                  </a:lnTo>
                  <a:lnTo>
                    <a:pt x="2184989" y="269853"/>
                  </a:lnTo>
                  <a:lnTo>
                    <a:pt x="2186061" y="269569"/>
                  </a:lnTo>
                  <a:lnTo>
                    <a:pt x="2187133" y="269286"/>
                  </a:lnTo>
                  <a:lnTo>
                    <a:pt x="2188204" y="269002"/>
                  </a:lnTo>
                  <a:lnTo>
                    <a:pt x="2189276" y="268719"/>
                  </a:lnTo>
                  <a:lnTo>
                    <a:pt x="2190347" y="268436"/>
                  </a:lnTo>
                  <a:lnTo>
                    <a:pt x="2191419" y="268154"/>
                  </a:lnTo>
                  <a:lnTo>
                    <a:pt x="2192491" y="267872"/>
                  </a:lnTo>
                  <a:lnTo>
                    <a:pt x="2193562" y="267590"/>
                  </a:lnTo>
                  <a:lnTo>
                    <a:pt x="2194634" y="267308"/>
                  </a:lnTo>
                  <a:lnTo>
                    <a:pt x="2195705" y="267027"/>
                  </a:lnTo>
                  <a:lnTo>
                    <a:pt x="2196777" y="266746"/>
                  </a:lnTo>
                  <a:lnTo>
                    <a:pt x="2197849" y="266465"/>
                  </a:lnTo>
                  <a:lnTo>
                    <a:pt x="2198920" y="266185"/>
                  </a:lnTo>
                  <a:lnTo>
                    <a:pt x="2199992" y="265905"/>
                  </a:lnTo>
                  <a:lnTo>
                    <a:pt x="2201063" y="265625"/>
                  </a:lnTo>
                  <a:lnTo>
                    <a:pt x="2202135" y="265345"/>
                  </a:lnTo>
                  <a:lnTo>
                    <a:pt x="2203207" y="265066"/>
                  </a:lnTo>
                  <a:lnTo>
                    <a:pt x="2204278" y="264787"/>
                  </a:lnTo>
                  <a:lnTo>
                    <a:pt x="2205350" y="264508"/>
                  </a:lnTo>
                  <a:lnTo>
                    <a:pt x="2206421" y="264230"/>
                  </a:lnTo>
                  <a:lnTo>
                    <a:pt x="2207493" y="263952"/>
                  </a:lnTo>
                  <a:lnTo>
                    <a:pt x="2208565" y="263674"/>
                  </a:lnTo>
                  <a:lnTo>
                    <a:pt x="2209636" y="263397"/>
                  </a:lnTo>
                  <a:lnTo>
                    <a:pt x="2210708" y="263119"/>
                  </a:lnTo>
                  <a:lnTo>
                    <a:pt x="2211779" y="262842"/>
                  </a:lnTo>
                  <a:lnTo>
                    <a:pt x="2212851" y="262566"/>
                  </a:lnTo>
                  <a:lnTo>
                    <a:pt x="2213923" y="262289"/>
                  </a:lnTo>
                  <a:lnTo>
                    <a:pt x="2214994" y="262013"/>
                  </a:lnTo>
                  <a:lnTo>
                    <a:pt x="2216066" y="261738"/>
                  </a:lnTo>
                  <a:lnTo>
                    <a:pt x="2217137" y="261462"/>
                  </a:lnTo>
                  <a:lnTo>
                    <a:pt x="2218209" y="261187"/>
                  </a:lnTo>
                  <a:lnTo>
                    <a:pt x="2219281" y="260912"/>
                  </a:lnTo>
                  <a:lnTo>
                    <a:pt x="2220352" y="260637"/>
                  </a:lnTo>
                  <a:lnTo>
                    <a:pt x="2221424" y="260363"/>
                  </a:lnTo>
                  <a:lnTo>
                    <a:pt x="2222495" y="260089"/>
                  </a:lnTo>
                  <a:lnTo>
                    <a:pt x="2223567" y="259815"/>
                  </a:lnTo>
                  <a:lnTo>
                    <a:pt x="2224639" y="259542"/>
                  </a:lnTo>
                  <a:lnTo>
                    <a:pt x="2225710" y="259269"/>
                  </a:lnTo>
                  <a:lnTo>
                    <a:pt x="2226782" y="258996"/>
                  </a:lnTo>
                  <a:lnTo>
                    <a:pt x="2227853" y="258723"/>
                  </a:lnTo>
                  <a:lnTo>
                    <a:pt x="2228925" y="258451"/>
                  </a:lnTo>
                  <a:lnTo>
                    <a:pt x="2229997" y="258179"/>
                  </a:lnTo>
                  <a:lnTo>
                    <a:pt x="2231068" y="257907"/>
                  </a:lnTo>
                  <a:lnTo>
                    <a:pt x="2232140" y="257636"/>
                  </a:lnTo>
                  <a:lnTo>
                    <a:pt x="2233211" y="257364"/>
                  </a:lnTo>
                  <a:lnTo>
                    <a:pt x="2234283" y="257093"/>
                  </a:lnTo>
                  <a:lnTo>
                    <a:pt x="2235355" y="256823"/>
                  </a:lnTo>
                  <a:lnTo>
                    <a:pt x="2236426" y="256553"/>
                  </a:lnTo>
                  <a:lnTo>
                    <a:pt x="2237498" y="256283"/>
                  </a:lnTo>
                  <a:lnTo>
                    <a:pt x="2238569" y="256013"/>
                  </a:lnTo>
                  <a:lnTo>
                    <a:pt x="2239641" y="255743"/>
                  </a:lnTo>
                  <a:lnTo>
                    <a:pt x="2240713" y="255474"/>
                  </a:lnTo>
                  <a:lnTo>
                    <a:pt x="2241784" y="255205"/>
                  </a:lnTo>
                  <a:lnTo>
                    <a:pt x="2242856" y="254937"/>
                  </a:lnTo>
                  <a:lnTo>
                    <a:pt x="2243927" y="254668"/>
                  </a:lnTo>
                  <a:lnTo>
                    <a:pt x="2244999" y="254400"/>
                  </a:lnTo>
                  <a:lnTo>
                    <a:pt x="2246071" y="254132"/>
                  </a:lnTo>
                  <a:lnTo>
                    <a:pt x="2247142" y="253865"/>
                  </a:lnTo>
                  <a:lnTo>
                    <a:pt x="2248214" y="253598"/>
                  </a:lnTo>
                  <a:lnTo>
                    <a:pt x="2249285" y="253331"/>
                  </a:lnTo>
                  <a:lnTo>
                    <a:pt x="2250357" y="253064"/>
                  </a:lnTo>
                  <a:lnTo>
                    <a:pt x="2251429" y="252798"/>
                  </a:lnTo>
                  <a:lnTo>
                    <a:pt x="2252500" y="252532"/>
                  </a:lnTo>
                  <a:lnTo>
                    <a:pt x="2253572" y="252266"/>
                  </a:lnTo>
                  <a:lnTo>
                    <a:pt x="2254643" y="252001"/>
                  </a:lnTo>
                  <a:lnTo>
                    <a:pt x="2255715" y="251735"/>
                  </a:lnTo>
                  <a:lnTo>
                    <a:pt x="2256787" y="251470"/>
                  </a:lnTo>
                  <a:lnTo>
                    <a:pt x="2257858" y="251206"/>
                  </a:lnTo>
                  <a:lnTo>
                    <a:pt x="2258930" y="250941"/>
                  </a:lnTo>
                  <a:lnTo>
                    <a:pt x="2260001" y="250677"/>
                  </a:lnTo>
                  <a:lnTo>
                    <a:pt x="2261073" y="250413"/>
                  </a:lnTo>
                  <a:lnTo>
                    <a:pt x="2262145" y="250150"/>
                  </a:lnTo>
                  <a:lnTo>
                    <a:pt x="2263216" y="249887"/>
                  </a:lnTo>
                  <a:lnTo>
                    <a:pt x="2264288" y="249624"/>
                  </a:lnTo>
                  <a:lnTo>
                    <a:pt x="2265359" y="249361"/>
                  </a:lnTo>
                  <a:lnTo>
                    <a:pt x="2266431" y="249098"/>
                  </a:lnTo>
                  <a:lnTo>
                    <a:pt x="2267503" y="248836"/>
                  </a:lnTo>
                  <a:lnTo>
                    <a:pt x="2268574" y="248574"/>
                  </a:lnTo>
                  <a:lnTo>
                    <a:pt x="2269646" y="248313"/>
                  </a:lnTo>
                  <a:lnTo>
                    <a:pt x="2270717" y="248051"/>
                  </a:lnTo>
                  <a:lnTo>
                    <a:pt x="2271789" y="247790"/>
                  </a:lnTo>
                  <a:lnTo>
                    <a:pt x="2272861" y="247530"/>
                  </a:lnTo>
                  <a:lnTo>
                    <a:pt x="2273932" y="247269"/>
                  </a:lnTo>
                  <a:lnTo>
                    <a:pt x="2275004" y="247009"/>
                  </a:lnTo>
                  <a:lnTo>
                    <a:pt x="2276075" y="246749"/>
                  </a:lnTo>
                  <a:lnTo>
                    <a:pt x="2277147" y="246489"/>
                  </a:lnTo>
                  <a:lnTo>
                    <a:pt x="2278219" y="246230"/>
                  </a:lnTo>
                  <a:lnTo>
                    <a:pt x="2279290" y="245971"/>
                  </a:lnTo>
                  <a:lnTo>
                    <a:pt x="2280362" y="245712"/>
                  </a:lnTo>
                  <a:lnTo>
                    <a:pt x="2281433" y="245453"/>
                  </a:lnTo>
                  <a:lnTo>
                    <a:pt x="2282505" y="245195"/>
                  </a:lnTo>
                  <a:lnTo>
                    <a:pt x="2283577" y="244937"/>
                  </a:lnTo>
                  <a:lnTo>
                    <a:pt x="2284648" y="244679"/>
                  </a:lnTo>
                  <a:lnTo>
                    <a:pt x="2285720" y="244422"/>
                  </a:lnTo>
                  <a:lnTo>
                    <a:pt x="2286791" y="244165"/>
                  </a:lnTo>
                  <a:lnTo>
                    <a:pt x="2287863" y="243908"/>
                  </a:lnTo>
                  <a:lnTo>
                    <a:pt x="2288935" y="243651"/>
                  </a:lnTo>
                  <a:lnTo>
                    <a:pt x="2290006" y="243395"/>
                  </a:lnTo>
                  <a:lnTo>
                    <a:pt x="2291078" y="243139"/>
                  </a:lnTo>
                  <a:lnTo>
                    <a:pt x="2292149" y="242883"/>
                  </a:lnTo>
                  <a:lnTo>
                    <a:pt x="2293221" y="242627"/>
                  </a:lnTo>
                  <a:lnTo>
                    <a:pt x="2294293" y="242372"/>
                  </a:lnTo>
                  <a:lnTo>
                    <a:pt x="2295364" y="242117"/>
                  </a:lnTo>
                  <a:lnTo>
                    <a:pt x="2296436" y="241862"/>
                  </a:lnTo>
                  <a:lnTo>
                    <a:pt x="2297507" y="241608"/>
                  </a:lnTo>
                  <a:lnTo>
                    <a:pt x="2298579" y="241353"/>
                  </a:lnTo>
                  <a:lnTo>
                    <a:pt x="2299651" y="241100"/>
                  </a:lnTo>
                  <a:lnTo>
                    <a:pt x="2300722" y="240846"/>
                  </a:lnTo>
                  <a:lnTo>
                    <a:pt x="2301794" y="240592"/>
                  </a:lnTo>
                  <a:lnTo>
                    <a:pt x="2302865" y="240339"/>
                  </a:lnTo>
                  <a:lnTo>
                    <a:pt x="2303937" y="240087"/>
                  </a:lnTo>
                  <a:lnTo>
                    <a:pt x="2305009" y="239834"/>
                  </a:lnTo>
                  <a:lnTo>
                    <a:pt x="2306080" y="239582"/>
                  </a:lnTo>
                  <a:lnTo>
                    <a:pt x="2307152" y="239330"/>
                  </a:lnTo>
                  <a:lnTo>
                    <a:pt x="2308223" y="239078"/>
                  </a:lnTo>
                  <a:lnTo>
                    <a:pt x="2309295" y="238826"/>
                  </a:lnTo>
                  <a:lnTo>
                    <a:pt x="2310366" y="238575"/>
                  </a:lnTo>
                  <a:lnTo>
                    <a:pt x="2311438" y="238324"/>
                  </a:lnTo>
                  <a:lnTo>
                    <a:pt x="2312510" y="238073"/>
                  </a:lnTo>
                  <a:lnTo>
                    <a:pt x="2313581" y="237823"/>
                  </a:lnTo>
                  <a:lnTo>
                    <a:pt x="2314653" y="237573"/>
                  </a:lnTo>
                  <a:lnTo>
                    <a:pt x="2315724" y="237323"/>
                  </a:lnTo>
                  <a:lnTo>
                    <a:pt x="2316796" y="237073"/>
                  </a:lnTo>
                  <a:lnTo>
                    <a:pt x="2317868" y="236824"/>
                  </a:lnTo>
                  <a:lnTo>
                    <a:pt x="2318939" y="236575"/>
                  </a:lnTo>
                  <a:lnTo>
                    <a:pt x="2320011" y="236326"/>
                  </a:lnTo>
                  <a:lnTo>
                    <a:pt x="2321082" y="236077"/>
                  </a:lnTo>
                  <a:lnTo>
                    <a:pt x="2322154" y="235829"/>
                  </a:lnTo>
                  <a:lnTo>
                    <a:pt x="2323226" y="235581"/>
                  </a:lnTo>
                  <a:lnTo>
                    <a:pt x="2324297" y="235333"/>
                  </a:lnTo>
                  <a:lnTo>
                    <a:pt x="2325369" y="235086"/>
                  </a:lnTo>
                  <a:lnTo>
                    <a:pt x="2326440" y="234838"/>
                  </a:lnTo>
                  <a:lnTo>
                    <a:pt x="2327512" y="234591"/>
                  </a:lnTo>
                  <a:lnTo>
                    <a:pt x="2328584" y="234345"/>
                  </a:lnTo>
                  <a:lnTo>
                    <a:pt x="2329655" y="234098"/>
                  </a:lnTo>
                  <a:lnTo>
                    <a:pt x="2330727" y="233852"/>
                  </a:lnTo>
                  <a:lnTo>
                    <a:pt x="2331798" y="233606"/>
                  </a:lnTo>
                  <a:lnTo>
                    <a:pt x="2332870" y="233360"/>
                  </a:lnTo>
                  <a:lnTo>
                    <a:pt x="2333942" y="233115"/>
                  </a:lnTo>
                  <a:lnTo>
                    <a:pt x="2335013" y="232870"/>
                  </a:lnTo>
                  <a:lnTo>
                    <a:pt x="2336085" y="232625"/>
                  </a:lnTo>
                  <a:lnTo>
                    <a:pt x="2337156" y="232380"/>
                  </a:lnTo>
                  <a:lnTo>
                    <a:pt x="2338228" y="232136"/>
                  </a:lnTo>
                  <a:lnTo>
                    <a:pt x="2339300" y="231892"/>
                  </a:lnTo>
                  <a:lnTo>
                    <a:pt x="2340371" y="231648"/>
                  </a:lnTo>
                  <a:lnTo>
                    <a:pt x="2341443" y="231404"/>
                  </a:lnTo>
                  <a:lnTo>
                    <a:pt x="2342514" y="231161"/>
                  </a:lnTo>
                  <a:lnTo>
                    <a:pt x="2343586" y="230918"/>
                  </a:lnTo>
                  <a:lnTo>
                    <a:pt x="2344658" y="230675"/>
                  </a:lnTo>
                  <a:lnTo>
                    <a:pt x="2345729" y="230433"/>
                  </a:lnTo>
                  <a:lnTo>
                    <a:pt x="2346801" y="230190"/>
                  </a:lnTo>
                  <a:lnTo>
                    <a:pt x="2347872" y="229948"/>
                  </a:lnTo>
                  <a:lnTo>
                    <a:pt x="2348944" y="229707"/>
                  </a:lnTo>
                  <a:lnTo>
                    <a:pt x="2350016" y="229465"/>
                  </a:lnTo>
                  <a:lnTo>
                    <a:pt x="2351087" y="229224"/>
                  </a:lnTo>
                  <a:lnTo>
                    <a:pt x="2352159" y="228983"/>
                  </a:lnTo>
                  <a:lnTo>
                    <a:pt x="2353230" y="228742"/>
                  </a:lnTo>
                  <a:lnTo>
                    <a:pt x="2354302" y="228502"/>
                  </a:lnTo>
                  <a:lnTo>
                    <a:pt x="2355374" y="228261"/>
                  </a:lnTo>
                  <a:lnTo>
                    <a:pt x="2356445" y="228021"/>
                  </a:lnTo>
                  <a:lnTo>
                    <a:pt x="2357517" y="227782"/>
                  </a:lnTo>
                  <a:lnTo>
                    <a:pt x="2358588" y="227542"/>
                  </a:lnTo>
                  <a:lnTo>
                    <a:pt x="2359660" y="227303"/>
                  </a:lnTo>
                  <a:lnTo>
                    <a:pt x="2360732" y="227064"/>
                  </a:lnTo>
                  <a:lnTo>
                    <a:pt x="2361803" y="226825"/>
                  </a:lnTo>
                  <a:lnTo>
                    <a:pt x="2362875" y="226587"/>
                  </a:lnTo>
                  <a:lnTo>
                    <a:pt x="2363946" y="226349"/>
                  </a:lnTo>
                  <a:lnTo>
                    <a:pt x="2365018" y="226111"/>
                  </a:lnTo>
                  <a:lnTo>
                    <a:pt x="2366090" y="225873"/>
                  </a:lnTo>
                  <a:lnTo>
                    <a:pt x="2367161" y="225636"/>
                  </a:lnTo>
                  <a:lnTo>
                    <a:pt x="2368233" y="225399"/>
                  </a:lnTo>
                  <a:lnTo>
                    <a:pt x="2369304" y="225162"/>
                  </a:lnTo>
                  <a:lnTo>
                    <a:pt x="2370376" y="224925"/>
                  </a:lnTo>
                  <a:lnTo>
                    <a:pt x="2371448" y="224689"/>
                  </a:lnTo>
                  <a:lnTo>
                    <a:pt x="2372519" y="224452"/>
                  </a:lnTo>
                  <a:lnTo>
                    <a:pt x="2373591" y="224216"/>
                  </a:lnTo>
                  <a:lnTo>
                    <a:pt x="2374662" y="223981"/>
                  </a:lnTo>
                  <a:lnTo>
                    <a:pt x="2375734" y="223745"/>
                  </a:lnTo>
                  <a:lnTo>
                    <a:pt x="2376806" y="223510"/>
                  </a:lnTo>
                  <a:lnTo>
                    <a:pt x="2377877" y="223275"/>
                  </a:lnTo>
                  <a:lnTo>
                    <a:pt x="2378949" y="223041"/>
                  </a:lnTo>
                  <a:lnTo>
                    <a:pt x="2380020" y="222806"/>
                  </a:lnTo>
                  <a:lnTo>
                    <a:pt x="2381092" y="222572"/>
                  </a:lnTo>
                  <a:lnTo>
                    <a:pt x="2382164" y="222338"/>
                  </a:lnTo>
                  <a:lnTo>
                    <a:pt x="2383235" y="222105"/>
                  </a:lnTo>
                  <a:lnTo>
                    <a:pt x="2384307" y="221871"/>
                  </a:lnTo>
                  <a:lnTo>
                    <a:pt x="2385378" y="221638"/>
                  </a:lnTo>
                  <a:lnTo>
                    <a:pt x="2386450" y="221405"/>
                  </a:lnTo>
                  <a:lnTo>
                    <a:pt x="2387522" y="221172"/>
                  </a:lnTo>
                  <a:lnTo>
                    <a:pt x="2388593" y="220940"/>
                  </a:lnTo>
                  <a:lnTo>
                    <a:pt x="2389665" y="220708"/>
                  </a:lnTo>
                  <a:lnTo>
                    <a:pt x="2390736" y="220476"/>
                  </a:lnTo>
                  <a:lnTo>
                    <a:pt x="2391808" y="220244"/>
                  </a:lnTo>
                  <a:lnTo>
                    <a:pt x="2392880" y="220013"/>
                  </a:lnTo>
                  <a:lnTo>
                    <a:pt x="2393951" y="219782"/>
                  </a:lnTo>
                  <a:lnTo>
                    <a:pt x="2395023" y="219551"/>
                  </a:lnTo>
                  <a:lnTo>
                    <a:pt x="2396094" y="219320"/>
                  </a:lnTo>
                  <a:lnTo>
                    <a:pt x="2397166" y="219090"/>
                  </a:lnTo>
                  <a:lnTo>
                    <a:pt x="2398238" y="218859"/>
                  </a:lnTo>
                  <a:lnTo>
                    <a:pt x="2399309" y="218630"/>
                  </a:lnTo>
                  <a:lnTo>
                    <a:pt x="2400381" y="218400"/>
                  </a:lnTo>
                  <a:lnTo>
                    <a:pt x="2401452" y="218170"/>
                  </a:lnTo>
                  <a:lnTo>
                    <a:pt x="2402524" y="217941"/>
                  </a:lnTo>
                  <a:lnTo>
                    <a:pt x="2403596" y="217712"/>
                  </a:lnTo>
                  <a:lnTo>
                    <a:pt x="2404667" y="217483"/>
                  </a:lnTo>
                  <a:lnTo>
                    <a:pt x="2405739" y="217255"/>
                  </a:lnTo>
                  <a:lnTo>
                    <a:pt x="2406810" y="217027"/>
                  </a:lnTo>
                  <a:lnTo>
                    <a:pt x="2407882" y="216799"/>
                  </a:lnTo>
                  <a:lnTo>
                    <a:pt x="2408954" y="216571"/>
                  </a:lnTo>
                  <a:lnTo>
                    <a:pt x="2410025" y="216343"/>
                  </a:lnTo>
                  <a:lnTo>
                    <a:pt x="2411097" y="216116"/>
                  </a:lnTo>
                  <a:lnTo>
                    <a:pt x="2412168" y="215889"/>
                  </a:lnTo>
                  <a:lnTo>
                    <a:pt x="2413240" y="215662"/>
                  </a:lnTo>
                  <a:lnTo>
                    <a:pt x="2414312" y="215436"/>
                  </a:lnTo>
                  <a:lnTo>
                    <a:pt x="2415383" y="215210"/>
                  </a:lnTo>
                  <a:lnTo>
                    <a:pt x="2416455" y="214983"/>
                  </a:lnTo>
                  <a:lnTo>
                    <a:pt x="2417526" y="214758"/>
                  </a:lnTo>
                  <a:lnTo>
                    <a:pt x="2418598" y="214532"/>
                  </a:lnTo>
                  <a:lnTo>
                    <a:pt x="2419670" y="214307"/>
                  </a:lnTo>
                  <a:lnTo>
                    <a:pt x="2420741" y="214082"/>
                  </a:lnTo>
                  <a:lnTo>
                    <a:pt x="2421813" y="213857"/>
                  </a:lnTo>
                  <a:lnTo>
                    <a:pt x="2422884" y="213632"/>
                  </a:lnTo>
                  <a:lnTo>
                    <a:pt x="2423956" y="213408"/>
                  </a:lnTo>
                  <a:lnTo>
                    <a:pt x="2425028" y="213184"/>
                  </a:lnTo>
                  <a:lnTo>
                    <a:pt x="2426099" y="212960"/>
                  </a:lnTo>
                  <a:lnTo>
                    <a:pt x="2427171" y="212736"/>
                  </a:lnTo>
                  <a:lnTo>
                    <a:pt x="2428242" y="212512"/>
                  </a:lnTo>
                  <a:lnTo>
                    <a:pt x="2429314" y="212289"/>
                  </a:lnTo>
                  <a:lnTo>
                    <a:pt x="2430386" y="212066"/>
                  </a:lnTo>
                  <a:lnTo>
                    <a:pt x="2431457" y="211844"/>
                  </a:lnTo>
                  <a:lnTo>
                    <a:pt x="2432529" y="211621"/>
                  </a:lnTo>
                  <a:lnTo>
                    <a:pt x="2433600" y="211399"/>
                  </a:lnTo>
                  <a:lnTo>
                    <a:pt x="2434672" y="211177"/>
                  </a:lnTo>
                  <a:lnTo>
                    <a:pt x="2435744" y="210955"/>
                  </a:lnTo>
                  <a:lnTo>
                    <a:pt x="2436815" y="210733"/>
                  </a:lnTo>
                  <a:lnTo>
                    <a:pt x="2437887" y="210512"/>
                  </a:lnTo>
                  <a:lnTo>
                    <a:pt x="2438958" y="210291"/>
                  </a:lnTo>
                  <a:lnTo>
                    <a:pt x="2440030" y="210070"/>
                  </a:lnTo>
                  <a:lnTo>
                    <a:pt x="2441102" y="209850"/>
                  </a:lnTo>
                  <a:lnTo>
                    <a:pt x="2442173" y="209629"/>
                  </a:lnTo>
                  <a:lnTo>
                    <a:pt x="2443245" y="209409"/>
                  </a:lnTo>
                  <a:lnTo>
                    <a:pt x="2444316" y="209189"/>
                  </a:lnTo>
                  <a:lnTo>
                    <a:pt x="2445388" y="208969"/>
                  </a:lnTo>
                  <a:lnTo>
                    <a:pt x="2446460" y="208750"/>
                  </a:lnTo>
                  <a:lnTo>
                    <a:pt x="2447531" y="208531"/>
                  </a:lnTo>
                  <a:lnTo>
                    <a:pt x="2448603" y="208312"/>
                  </a:lnTo>
                  <a:lnTo>
                    <a:pt x="2449674" y="208093"/>
                  </a:lnTo>
                  <a:lnTo>
                    <a:pt x="2450746" y="207874"/>
                  </a:lnTo>
                  <a:lnTo>
                    <a:pt x="2451818" y="207656"/>
                  </a:lnTo>
                  <a:lnTo>
                    <a:pt x="2452889" y="207438"/>
                  </a:lnTo>
                  <a:lnTo>
                    <a:pt x="2453961" y="207220"/>
                  </a:lnTo>
                  <a:lnTo>
                    <a:pt x="2455032" y="207003"/>
                  </a:lnTo>
                  <a:lnTo>
                    <a:pt x="2456104" y="206785"/>
                  </a:lnTo>
                  <a:lnTo>
                    <a:pt x="2457176" y="206568"/>
                  </a:lnTo>
                  <a:lnTo>
                    <a:pt x="2458247" y="206351"/>
                  </a:lnTo>
                  <a:lnTo>
                    <a:pt x="2459319" y="206134"/>
                  </a:lnTo>
                  <a:lnTo>
                    <a:pt x="2460390" y="205918"/>
                  </a:lnTo>
                  <a:lnTo>
                    <a:pt x="2461462" y="205702"/>
                  </a:lnTo>
                  <a:lnTo>
                    <a:pt x="2462534" y="205486"/>
                  </a:lnTo>
                  <a:lnTo>
                    <a:pt x="2463605" y="205270"/>
                  </a:lnTo>
                  <a:lnTo>
                    <a:pt x="2464677" y="205054"/>
                  </a:lnTo>
                  <a:lnTo>
                    <a:pt x="2465748" y="204839"/>
                  </a:lnTo>
                  <a:lnTo>
                    <a:pt x="2466820" y="204624"/>
                  </a:lnTo>
                  <a:lnTo>
                    <a:pt x="2467892" y="204409"/>
                  </a:lnTo>
                  <a:lnTo>
                    <a:pt x="2468963" y="204194"/>
                  </a:lnTo>
                  <a:lnTo>
                    <a:pt x="2470035" y="203980"/>
                  </a:lnTo>
                  <a:lnTo>
                    <a:pt x="2471106" y="203766"/>
                  </a:lnTo>
                  <a:lnTo>
                    <a:pt x="2472178" y="203552"/>
                  </a:lnTo>
                  <a:lnTo>
                    <a:pt x="2473250" y="203338"/>
                  </a:lnTo>
                  <a:lnTo>
                    <a:pt x="2474321" y="203124"/>
                  </a:lnTo>
                  <a:lnTo>
                    <a:pt x="2475393" y="202911"/>
                  </a:lnTo>
                  <a:lnTo>
                    <a:pt x="2476464" y="202698"/>
                  </a:lnTo>
                  <a:lnTo>
                    <a:pt x="2477536" y="202485"/>
                  </a:lnTo>
                  <a:lnTo>
                    <a:pt x="2478608" y="202272"/>
                  </a:lnTo>
                  <a:lnTo>
                    <a:pt x="2479679" y="202060"/>
                  </a:lnTo>
                  <a:lnTo>
                    <a:pt x="2480751" y="201848"/>
                  </a:lnTo>
                  <a:lnTo>
                    <a:pt x="2481822" y="201636"/>
                  </a:lnTo>
                  <a:lnTo>
                    <a:pt x="2482894" y="201424"/>
                  </a:lnTo>
                  <a:lnTo>
                    <a:pt x="2483966" y="201213"/>
                  </a:lnTo>
                  <a:lnTo>
                    <a:pt x="2485037" y="201001"/>
                  </a:lnTo>
                  <a:lnTo>
                    <a:pt x="2486109" y="200790"/>
                  </a:lnTo>
                  <a:lnTo>
                    <a:pt x="2487180" y="200579"/>
                  </a:lnTo>
                  <a:lnTo>
                    <a:pt x="2488252" y="200369"/>
                  </a:lnTo>
                  <a:lnTo>
                    <a:pt x="2489323" y="200158"/>
                  </a:lnTo>
                  <a:lnTo>
                    <a:pt x="2490395" y="199948"/>
                  </a:lnTo>
                  <a:lnTo>
                    <a:pt x="2491467" y="199738"/>
                  </a:lnTo>
                  <a:lnTo>
                    <a:pt x="2492538" y="199528"/>
                  </a:lnTo>
                  <a:lnTo>
                    <a:pt x="2493610" y="199319"/>
                  </a:lnTo>
                  <a:lnTo>
                    <a:pt x="2494681" y="199109"/>
                  </a:lnTo>
                  <a:lnTo>
                    <a:pt x="2495753" y="198900"/>
                  </a:lnTo>
                  <a:lnTo>
                    <a:pt x="2496825" y="198691"/>
                  </a:lnTo>
                  <a:lnTo>
                    <a:pt x="2497896" y="198483"/>
                  </a:lnTo>
                  <a:lnTo>
                    <a:pt x="2498968" y="198274"/>
                  </a:lnTo>
                  <a:lnTo>
                    <a:pt x="2500039" y="198066"/>
                  </a:lnTo>
                  <a:lnTo>
                    <a:pt x="2501111" y="197858"/>
                  </a:lnTo>
                  <a:lnTo>
                    <a:pt x="2502183" y="197650"/>
                  </a:lnTo>
                  <a:lnTo>
                    <a:pt x="2503254" y="197442"/>
                  </a:lnTo>
                  <a:lnTo>
                    <a:pt x="2504326" y="197235"/>
                  </a:lnTo>
                  <a:lnTo>
                    <a:pt x="2505397" y="197028"/>
                  </a:lnTo>
                  <a:lnTo>
                    <a:pt x="2506469" y="196821"/>
                  </a:lnTo>
                  <a:lnTo>
                    <a:pt x="2507541" y="196614"/>
                  </a:lnTo>
                  <a:lnTo>
                    <a:pt x="2508612" y="196408"/>
                  </a:lnTo>
                  <a:lnTo>
                    <a:pt x="2509684" y="196201"/>
                  </a:lnTo>
                  <a:lnTo>
                    <a:pt x="2510755" y="195995"/>
                  </a:lnTo>
                  <a:lnTo>
                    <a:pt x="2511827" y="195789"/>
                  </a:lnTo>
                  <a:lnTo>
                    <a:pt x="2512899" y="195583"/>
                  </a:lnTo>
                  <a:lnTo>
                    <a:pt x="2513970" y="195378"/>
                  </a:lnTo>
                  <a:lnTo>
                    <a:pt x="2515042" y="195173"/>
                  </a:lnTo>
                  <a:lnTo>
                    <a:pt x="2516113" y="194968"/>
                  </a:lnTo>
                  <a:lnTo>
                    <a:pt x="2517185" y="194763"/>
                  </a:lnTo>
                  <a:lnTo>
                    <a:pt x="2518257" y="194558"/>
                  </a:lnTo>
                  <a:lnTo>
                    <a:pt x="2519328" y="194354"/>
                  </a:lnTo>
                  <a:lnTo>
                    <a:pt x="2520400" y="194150"/>
                  </a:lnTo>
                  <a:lnTo>
                    <a:pt x="2521471" y="193946"/>
                  </a:lnTo>
                  <a:lnTo>
                    <a:pt x="2522543" y="193742"/>
                  </a:lnTo>
                  <a:lnTo>
                    <a:pt x="2523615" y="193538"/>
                  </a:lnTo>
                  <a:lnTo>
                    <a:pt x="2524686" y="193335"/>
                  </a:lnTo>
                  <a:lnTo>
                    <a:pt x="2525758" y="193132"/>
                  </a:lnTo>
                  <a:lnTo>
                    <a:pt x="2526829" y="192929"/>
                  </a:lnTo>
                  <a:lnTo>
                    <a:pt x="2527901" y="192726"/>
                  </a:lnTo>
                  <a:lnTo>
                    <a:pt x="2528973" y="192523"/>
                  </a:lnTo>
                  <a:lnTo>
                    <a:pt x="2530044" y="192321"/>
                  </a:lnTo>
                  <a:lnTo>
                    <a:pt x="2531116" y="192119"/>
                  </a:lnTo>
                  <a:lnTo>
                    <a:pt x="2532187" y="191917"/>
                  </a:lnTo>
                  <a:lnTo>
                    <a:pt x="2533259" y="191715"/>
                  </a:lnTo>
                  <a:lnTo>
                    <a:pt x="2534331" y="191514"/>
                  </a:lnTo>
                  <a:lnTo>
                    <a:pt x="2535402" y="191312"/>
                  </a:lnTo>
                  <a:lnTo>
                    <a:pt x="2536474" y="191111"/>
                  </a:lnTo>
                  <a:lnTo>
                    <a:pt x="2537545" y="190911"/>
                  </a:lnTo>
                  <a:lnTo>
                    <a:pt x="2538617" y="190710"/>
                  </a:lnTo>
                  <a:lnTo>
                    <a:pt x="2539689" y="190509"/>
                  </a:lnTo>
                  <a:lnTo>
                    <a:pt x="2540760" y="190309"/>
                  </a:lnTo>
                  <a:lnTo>
                    <a:pt x="2541832" y="190109"/>
                  </a:lnTo>
                  <a:lnTo>
                    <a:pt x="2542903" y="189909"/>
                  </a:lnTo>
                  <a:lnTo>
                    <a:pt x="2543975" y="189709"/>
                  </a:lnTo>
                  <a:lnTo>
                    <a:pt x="2545047" y="189510"/>
                  </a:lnTo>
                  <a:lnTo>
                    <a:pt x="2546118" y="189311"/>
                  </a:lnTo>
                  <a:lnTo>
                    <a:pt x="2547190" y="189112"/>
                  </a:lnTo>
                  <a:lnTo>
                    <a:pt x="2548261" y="188913"/>
                  </a:lnTo>
                  <a:lnTo>
                    <a:pt x="2549333" y="188714"/>
                  </a:lnTo>
                  <a:lnTo>
                    <a:pt x="2550405" y="188516"/>
                  </a:lnTo>
                  <a:lnTo>
                    <a:pt x="2551476" y="188317"/>
                  </a:lnTo>
                  <a:lnTo>
                    <a:pt x="2552548" y="188119"/>
                  </a:lnTo>
                  <a:lnTo>
                    <a:pt x="2553619" y="187921"/>
                  </a:lnTo>
                  <a:lnTo>
                    <a:pt x="2554691" y="187724"/>
                  </a:lnTo>
                  <a:lnTo>
                    <a:pt x="2555763" y="187526"/>
                  </a:lnTo>
                  <a:lnTo>
                    <a:pt x="2556834" y="187329"/>
                  </a:lnTo>
                  <a:lnTo>
                    <a:pt x="2557906" y="187132"/>
                  </a:lnTo>
                  <a:lnTo>
                    <a:pt x="2558977" y="186935"/>
                  </a:lnTo>
                  <a:lnTo>
                    <a:pt x="2560049" y="186738"/>
                  </a:lnTo>
                  <a:lnTo>
                    <a:pt x="2561121" y="186542"/>
                  </a:lnTo>
                  <a:lnTo>
                    <a:pt x="2562192" y="186346"/>
                  </a:lnTo>
                  <a:lnTo>
                    <a:pt x="2563264" y="186150"/>
                  </a:lnTo>
                  <a:lnTo>
                    <a:pt x="2564335" y="185954"/>
                  </a:lnTo>
                  <a:lnTo>
                    <a:pt x="2565407" y="185758"/>
                  </a:lnTo>
                  <a:lnTo>
                    <a:pt x="2566479" y="185563"/>
                  </a:lnTo>
                  <a:lnTo>
                    <a:pt x="2567550" y="185367"/>
                  </a:lnTo>
                  <a:lnTo>
                    <a:pt x="2568622" y="185172"/>
                  </a:lnTo>
                  <a:lnTo>
                    <a:pt x="2569693" y="184977"/>
                  </a:lnTo>
                  <a:lnTo>
                    <a:pt x="2570765" y="184783"/>
                  </a:lnTo>
                  <a:lnTo>
                    <a:pt x="2571837" y="184588"/>
                  </a:lnTo>
                  <a:lnTo>
                    <a:pt x="2572908" y="184394"/>
                  </a:lnTo>
                  <a:lnTo>
                    <a:pt x="2573980" y="184200"/>
                  </a:lnTo>
                  <a:lnTo>
                    <a:pt x="2575051" y="184006"/>
                  </a:lnTo>
                  <a:lnTo>
                    <a:pt x="2576123" y="183812"/>
                  </a:lnTo>
                  <a:lnTo>
                    <a:pt x="2577195" y="183618"/>
                  </a:lnTo>
                  <a:lnTo>
                    <a:pt x="2578266" y="183425"/>
                  </a:lnTo>
                  <a:lnTo>
                    <a:pt x="2579338" y="183232"/>
                  </a:lnTo>
                  <a:lnTo>
                    <a:pt x="2580409" y="183039"/>
                  </a:lnTo>
                  <a:lnTo>
                    <a:pt x="2581481" y="182846"/>
                  </a:lnTo>
                  <a:lnTo>
                    <a:pt x="2582553" y="182654"/>
                  </a:lnTo>
                  <a:lnTo>
                    <a:pt x="2583624" y="182461"/>
                  </a:lnTo>
                  <a:lnTo>
                    <a:pt x="2584696" y="182269"/>
                  </a:lnTo>
                  <a:lnTo>
                    <a:pt x="2585767" y="182077"/>
                  </a:lnTo>
                  <a:lnTo>
                    <a:pt x="2586839" y="181885"/>
                  </a:lnTo>
                  <a:lnTo>
                    <a:pt x="2587911" y="181693"/>
                  </a:lnTo>
                  <a:lnTo>
                    <a:pt x="2588982" y="181502"/>
                  </a:lnTo>
                  <a:lnTo>
                    <a:pt x="2590054" y="181311"/>
                  </a:lnTo>
                  <a:lnTo>
                    <a:pt x="2591125" y="181120"/>
                  </a:lnTo>
                  <a:lnTo>
                    <a:pt x="2592197" y="180929"/>
                  </a:lnTo>
                  <a:lnTo>
                    <a:pt x="2593269" y="180738"/>
                  </a:lnTo>
                  <a:lnTo>
                    <a:pt x="2594340" y="180547"/>
                  </a:lnTo>
                  <a:lnTo>
                    <a:pt x="2595412" y="180357"/>
                  </a:lnTo>
                  <a:lnTo>
                    <a:pt x="2596483" y="180167"/>
                  </a:lnTo>
                  <a:lnTo>
                    <a:pt x="2597555" y="179977"/>
                  </a:lnTo>
                  <a:lnTo>
                    <a:pt x="2598627" y="179787"/>
                  </a:lnTo>
                  <a:lnTo>
                    <a:pt x="2599698" y="179598"/>
                  </a:lnTo>
                  <a:lnTo>
                    <a:pt x="2600770" y="179408"/>
                  </a:lnTo>
                  <a:lnTo>
                    <a:pt x="2601841" y="179219"/>
                  </a:lnTo>
                  <a:lnTo>
                    <a:pt x="2602913" y="179030"/>
                  </a:lnTo>
                  <a:lnTo>
                    <a:pt x="2603985" y="178841"/>
                  </a:lnTo>
                  <a:lnTo>
                    <a:pt x="2605056" y="178653"/>
                  </a:lnTo>
                  <a:lnTo>
                    <a:pt x="2606128" y="178464"/>
                  </a:lnTo>
                  <a:lnTo>
                    <a:pt x="2607199" y="178276"/>
                  </a:lnTo>
                  <a:lnTo>
                    <a:pt x="2608271" y="178088"/>
                  </a:lnTo>
                  <a:lnTo>
                    <a:pt x="2609343" y="177900"/>
                  </a:lnTo>
                  <a:lnTo>
                    <a:pt x="2610414" y="177712"/>
                  </a:lnTo>
                  <a:lnTo>
                    <a:pt x="2611486" y="177524"/>
                  </a:lnTo>
                  <a:lnTo>
                    <a:pt x="2612557" y="177337"/>
                  </a:lnTo>
                  <a:lnTo>
                    <a:pt x="2613629" y="177150"/>
                  </a:lnTo>
                  <a:lnTo>
                    <a:pt x="2614701" y="176963"/>
                  </a:lnTo>
                  <a:lnTo>
                    <a:pt x="2615772" y="176776"/>
                  </a:lnTo>
                  <a:lnTo>
                    <a:pt x="2616844" y="176589"/>
                  </a:lnTo>
                  <a:lnTo>
                    <a:pt x="2617915" y="176403"/>
                  </a:lnTo>
                  <a:lnTo>
                    <a:pt x="2618987" y="176216"/>
                  </a:lnTo>
                  <a:lnTo>
                    <a:pt x="2620059" y="176030"/>
                  </a:lnTo>
                  <a:lnTo>
                    <a:pt x="2621130" y="175844"/>
                  </a:lnTo>
                  <a:lnTo>
                    <a:pt x="2622202" y="175659"/>
                  </a:lnTo>
                  <a:lnTo>
                    <a:pt x="2623273" y="175473"/>
                  </a:lnTo>
                  <a:lnTo>
                    <a:pt x="2624345" y="175287"/>
                  </a:lnTo>
                  <a:lnTo>
                    <a:pt x="2625417" y="175102"/>
                  </a:lnTo>
                  <a:lnTo>
                    <a:pt x="2626488" y="174917"/>
                  </a:lnTo>
                  <a:lnTo>
                    <a:pt x="2627560" y="174732"/>
                  </a:lnTo>
                  <a:lnTo>
                    <a:pt x="2628631" y="174548"/>
                  </a:lnTo>
                  <a:lnTo>
                    <a:pt x="2629703" y="174363"/>
                  </a:lnTo>
                  <a:lnTo>
                    <a:pt x="2630775" y="174179"/>
                  </a:lnTo>
                  <a:lnTo>
                    <a:pt x="2631846" y="173994"/>
                  </a:lnTo>
                  <a:lnTo>
                    <a:pt x="2632918" y="173810"/>
                  </a:lnTo>
                  <a:lnTo>
                    <a:pt x="2633989" y="173627"/>
                  </a:lnTo>
                  <a:lnTo>
                    <a:pt x="2635061" y="173443"/>
                  </a:lnTo>
                  <a:lnTo>
                    <a:pt x="2636133" y="173259"/>
                  </a:lnTo>
                  <a:lnTo>
                    <a:pt x="2637204" y="173076"/>
                  </a:lnTo>
                  <a:lnTo>
                    <a:pt x="2638276" y="172893"/>
                  </a:lnTo>
                  <a:lnTo>
                    <a:pt x="2639347" y="172710"/>
                  </a:lnTo>
                  <a:lnTo>
                    <a:pt x="2640419" y="172527"/>
                  </a:lnTo>
                  <a:lnTo>
                    <a:pt x="2641491" y="172345"/>
                  </a:lnTo>
                  <a:lnTo>
                    <a:pt x="2642562" y="172162"/>
                  </a:lnTo>
                  <a:lnTo>
                    <a:pt x="2643634" y="171980"/>
                  </a:lnTo>
                  <a:lnTo>
                    <a:pt x="2644705" y="171798"/>
                  </a:lnTo>
                  <a:lnTo>
                    <a:pt x="2645777" y="171616"/>
                  </a:lnTo>
                  <a:lnTo>
                    <a:pt x="2646849" y="171434"/>
                  </a:lnTo>
                  <a:lnTo>
                    <a:pt x="2647920" y="171252"/>
                  </a:lnTo>
                  <a:lnTo>
                    <a:pt x="2648992" y="171071"/>
                  </a:lnTo>
                  <a:lnTo>
                    <a:pt x="2650063" y="170890"/>
                  </a:lnTo>
                  <a:lnTo>
                    <a:pt x="2651135" y="170708"/>
                  </a:lnTo>
                  <a:lnTo>
                    <a:pt x="2652207" y="170527"/>
                  </a:lnTo>
                  <a:lnTo>
                    <a:pt x="2653278" y="170347"/>
                  </a:lnTo>
                  <a:lnTo>
                    <a:pt x="2654350" y="170166"/>
                  </a:lnTo>
                  <a:lnTo>
                    <a:pt x="2655421" y="169986"/>
                  </a:lnTo>
                  <a:lnTo>
                    <a:pt x="2656493" y="169805"/>
                  </a:lnTo>
                  <a:lnTo>
                    <a:pt x="2657565" y="169625"/>
                  </a:lnTo>
                  <a:lnTo>
                    <a:pt x="2658636" y="169445"/>
                  </a:lnTo>
                  <a:lnTo>
                    <a:pt x="2659708" y="169266"/>
                  </a:lnTo>
                  <a:lnTo>
                    <a:pt x="2660779" y="169086"/>
                  </a:lnTo>
                  <a:lnTo>
                    <a:pt x="2661851" y="168907"/>
                  </a:lnTo>
                  <a:lnTo>
                    <a:pt x="2662922" y="168727"/>
                  </a:lnTo>
                  <a:lnTo>
                    <a:pt x="2663994" y="168548"/>
                  </a:lnTo>
                  <a:lnTo>
                    <a:pt x="2665066" y="168369"/>
                  </a:lnTo>
                  <a:lnTo>
                    <a:pt x="2666137" y="168190"/>
                  </a:lnTo>
                  <a:lnTo>
                    <a:pt x="2667209" y="168012"/>
                  </a:lnTo>
                  <a:lnTo>
                    <a:pt x="2668280" y="167833"/>
                  </a:lnTo>
                  <a:lnTo>
                    <a:pt x="2669352" y="167655"/>
                  </a:lnTo>
                  <a:lnTo>
                    <a:pt x="2670424" y="167477"/>
                  </a:lnTo>
                  <a:lnTo>
                    <a:pt x="2671495" y="167299"/>
                  </a:lnTo>
                  <a:lnTo>
                    <a:pt x="2672567" y="167121"/>
                  </a:lnTo>
                  <a:lnTo>
                    <a:pt x="2673638" y="166943"/>
                  </a:lnTo>
                  <a:lnTo>
                    <a:pt x="2674710" y="166766"/>
                  </a:lnTo>
                  <a:lnTo>
                    <a:pt x="2675782" y="166589"/>
                  </a:lnTo>
                  <a:lnTo>
                    <a:pt x="2676853" y="166411"/>
                  </a:lnTo>
                  <a:lnTo>
                    <a:pt x="2677925" y="166234"/>
                  </a:lnTo>
                  <a:lnTo>
                    <a:pt x="2678996" y="166058"/>
                  </a:lnTo>
                  <a:lnTo>
                    <a:pt x="2680068" y="165881"/>
                  </a:lnTo>
                  <a:lnTo>
                    <a:pt x="2681140" y="165704"/>
                  </a:lnTo>
                  <a:lnTo>
                    <a:pt x="2682211" y="165528"/>
                  </a:lnTo>
                  <a:lnTo>
                    <a:pt x="2683283" y="165352"/>
                  </a:lnTo>
                  <a:lnTo>
                    <a:pt x="2684354" y="165176"/>
                  </a:lnTo>
                  <a:lnTo>
                    <a:pt x="2685426" y="165000"/>
                  </a:lnTo>
                  <a:lnTo>
                    <a:pt x="2686498" y="164824"/>
                  </a:lnTo>
                  <a:lnTo>
                    <a:pt x="2687569" y="164648"/>
                  </a:lnTo>
                  <a:lnTo>
                    <a:pt x="2688641" y="164473"/>
                  </a:lnTo>
                  <a:lnTo>
                    <a:pt x="2689712" y="164298"/>
                  </a:lnTo>
                  <a:lnTo>
                    <a:pt x="2690784" y="164122"/>
                  </a:lnTo>
                  <a:lnTo>
                    <a:pt x="2691856" y="163947"/>
                  </a:lnTo>
                  <a:lnTo>
                    <a:pt x="2692927" y="163773"/>
                  </a:lnTo>
                  <a:lnTo>
                    <a:pt x="2693999" y="163598"/>
                  </a:lnTo>
                  <a:lnTo>
                    <a:pt x="2695070" y="163423"/>
                  </a:lnTo>
                  <a:lnTo>
                    <a:pt x="2696142" y="163249"/>
                  </a:lnTo>
                  <a:lnTo>
                    <a:pt x="2697214" y="163075"/>
                  </a:lnTo>
                  <a:lnTo>
                    <a:pt x="2698285" y="162901"/>
                  </a:lnTo>
                  <a:lnTo>
                    <a:pt x="2699357" y="162727"/>
                  </a:lnTo>
                  <a:lnTo>
                    <a:pt x="2700428" y="162553"/>
                  </a:lnTo>
                  <a:lnTo>
                    <a:pt x="2701500" y="162380"/>
                  </a:lnTo>
                  <a:lnTo>
                    <a:pt x="2702572" y="162206"/>
                  </a:lnTo>
                  <a:lnTo>
                    <a:pt x="2703643" y="162033"/>
                  </a:lnTo>
                  <a:lnTo>
                    <a:pt x="2704715" y="161860"/>
                  </a:lnTo>
                  <a:lnTo>
                    <a:pt x="2705786" y="161687"/>
                  </a:lnTo>
                  <a:lnTo>
                    <a:pt x="2706858" y="161514"/>
                  </a:lnTo>
                  <a:lnTo>
                    <a:pt x="2707930" y="161341"/>
                  </a:lnTo>
                  <a:lnTo>
                    <a:pt x="2709001" y="161169"/>
                  </a:lnTo>
                  <a:lnTo>
                    <a:pt x="2710073" y="160996"/>
                  </a:lnTo>
                  <a:lnTo>
                    <a:pt x="2711144" y="160824"/>
                  </a:lnTo>
                  <a:lnTo>
                    <a:pt x="2712216" y="160652"/>
                  </a:lnTo>
                  <a:lnTo>
                    <a:pt x="2713288" y="160480"/>
                  </a:lnTo>
                  <a:lnTo>
                    <a:pt x="2714359" y="160308"/>
                  </a:lnTo>
                  <a:lnTo>
                    <a:pt x="2715431" y="160136"/>
                  </a:lnTo>
                  <a:lnTo>
                    <a:pt x="2716502" y="159965"/>
                  </a:lnTo>
                  <a:lnTo>
                    <a:pt x="2717574" y="159793"/>
                  </a:lnTo>
                  <a:lnTo>
                    <a:pt x="2718646" y="159622"/>
                  </a:lnTo>
                  <a:lnTo>
                    <a:pt x="2719717" y="159451"/>
                  </a:lnTo>
                  <a:lnTo>
                    <a:pt x="2720789" y="159280"/>
                  </a:lnTo>
                  <a:lnTo>
                    <a:pt x="2721860" y="159109"/>
                  </a:lnTo>
                  <a:lnTo>
                    <a:pt x="2722932" y="158939"/>
                  </a:lnTo>
                  <a:lnTo>
                    <a:pt x="2724004" y="158768"/>
                  </a:lnTo>
                  <a:lnTo>
                    <a:pt x="2725075" y="158598"/>
                  </a:lnTo>
                  <a:lnTo>
                    <a:pt x="2726147" y="158428"/>
                  </a:lnTo>
                  <a:lnTo>
                    <a:pt x="2727218" y="158257"/>
                  </a:lnTo>
                  <a:lnTo>
                    <a:pt x="2728290" y="158087"/>
                  </a:lnTo>
                  <a:lnTo>
                    <a:pt x="2729362" y="157918"/>
                  </a:lnTo>
                  <a:lnTo>
                    <a:pt x="2730433" y="157748"/>
                  </a:lnTo>
                  <a:lnTo>
                    <a:pt x="2731505" y="157578"/>
                  </a:lnTo>
                  <a:lnTo>
                    <a:pt x="2732576" y="157409"/>
                  </a:lnTo>
                  <a:lnTo>
                    <a:pt x="2733648" y="157240"/>
                  </a:lnTo>
                  <a:lnTo>
                    <a:pt x="2734720" y="157071"/>
                  </a:lnTo>
                  <a:lnTo>
                    <a:pt x="2735791" y="156902"/>
                  </a:lnTo>
                  <a:lnTo>
                    <a:pt x="2736863" y="156733"/>
                  </a:lnTo>
                  <a:lnTo>
                    <a:pt x="2737934" y="156564"/>
                  </a:lnTo>
                  <a:lnTo>
                    <a:pt x="2739006" y="156396"/>
                  </a:lnTo>
                  <a:lnTo>
                    <a:pt x="2740078" y="156227"/>
                  </a:lnTo>
                  <a:lnTo>
                    <a:pt x="2741149" y="156059"/>
                  </a:lnTo>
                  <a:lnTo>
                    <a:pt x="2742221" y="155891"/>
                  </a:lnTo>
                  <a:lnTo>
                    <a:pt x="2743292" y="155723"/>
                  </a:lnTo>
                  <a:lnTo>
                    <a:pt x="2744364" y="155555"/>
                  </a:lnTo>
                  <a:lnTo>
                    <a:pt x="2745436" y="155387"/>
                  </a:lnTo>
                  <a:lnTo>
                    <a:pt x="2746507" y="155220"/>
                  </a:lnTo>
                  <a:lnTo>
                    <a:pt x="2747579" y="155052"/>
                  </a:lnTo>
                  <a:lnTo>
                    <a:pt x="2748650" y="154885"/>
                  </a:lnTo>
                  <a:lnTo>
                    <a:pt x="2749722" y="154718"/>
                  </a:lnTo>
                  <a:lnTo>
                    <a:pt x="2750794" y="154551"/>
                  </a:lnTo>
                  <a:lnTo>
                    <a:pt x="2751865" y="154384"/>
                  </a:lnTo>
                  <a:lnTo>
                    <a:pt x="2752937" y="154217"/>
                  </a:lnTo>
                  <a:lnTo>
                    <a:pt x="2754008" y="154050"/>
                  </a:lnTo>
                  <a:lnTo>
                    <a:pt x="2755080" y="153884"/>
                  </a:lnTo>
                  <a:lnTo>
                    <a:pt x="2756152" y="153718"/>
                  </a:lnTo>
                  <a:lnTo>
                    <a:pt x="2757223" y="153551"/>
                  </a:lnTo>
                  <a:lnTo>
                    <a:pt x="2758295" y="153385"/>
                  </a:lnTo>
                  <a:lnTo>
                    <a:pt x="2759366" y="153219"/>
                  </a:lnTo>
                  <a:lnTo>
                    <a:pt x="2760438" y="153053"/>
                  </a:lnTo>
                  <a:lnTo>
                    <a:pt x="2761510" y="152888"/>
                  </a:lnTo>
                  <a:lnTo>
                    <a:pt x="2762581" y="152722"/>
                  </a:lnTo>
                  <a:lnTo>
                    <a:pt x="2763653" y="152557"/>
                  </a:lnTo>
                  <a:lnTo>
                    <a:pt x="2764724" y="152391"/>
                  </a:lnTo>
                  <a:lnTo>
                    <a:pt x="2765796" y="152226"/>
                  </a:lnTo>
                  <a:lnTo>
                    <a:pt x="2766868" y="152061"/>
                  </a:lnTo>
                  <a:lnTo>
                    <a:pt x="2767939" y="151896"/>
                  </a:lnTo>
                  <a:lnTo>
                    <a:pt x="2769011" y="151731"/>
                  </a:lnTo>
                  <a:lnTo>
                    <a:pt x="2770082" y="151566"/>
                  </a:lnTo>
                  <a:lnTo>
                    <a:pt x="2771154" y="151402"/>
                  </a:lnTo>
                  <a:lnTo>
                    <a:pt x="2772226" y="151237"/>
                  </a:lnTo>
                  <a:lnTo>
                    <a:pt x="2773297" y="151073"/>
                  </a:lnTo>
                  <a:lnTo>
                    <a:pt x="2774369" y="150909"/>
                  </a:lnTo>
                  <a:lnTo>
                    <a:pt x="2775440" y="150745"/>
                  </a:lnTo>
                  <a:lnTo>
                    <a:pt x="2776512" y="150581"/>
                  </a:lnTo>
                  <a:lnTo>
                    <a:pt x="2777584" y="150417"/>
                  </a:lnTo>
                  <a:lnTo>
                    <a:pt x="2778655" y="150253"/>
                  </a:lnTo>
                  <a:lnTo>
                    <a:pt x="2779727" y="150090"/>
                  </a:lnTo>
                  <a:lnTo>
                    <a:pt x="2780798" y="149926"/>
                  </a:lnTo>
                  <a:lnTo>
                    <a:pt x="2781870" y="149763"/>
                  </a:lnTo>
                  <a:lnTo>
                    <a:pt x="2782942" y="149600"/>
                  </a:lnTo>
                  <a:lnTo>
                    <a:pt x="2784013" y="149437"/>
                  </a:lnTo>
                  <a:lnTo>
                    <a:pt x="2785085" y="149274"/>
                  </a:lnTo>
                  <a:lnTo>
                    <a:pt x="2786156" y="149111"/>
                  </a:lnTo>
                  <a:lnTo>
                    <a:pt x="2787228" y="148948"/>
                  </a:lnTo>
                  <a:lnTo>
                    <a:pt x="2788300" y="148786"/>
                  </a:lnTo>
                  <a:lnTo>
                    <a:pt x="2789371" y="148623"/>
                  </a:lnTo>
                  <a:lnTo>
                    <a:pt x="2790443" y="148461"/>
                  </a:lnTo>
                  <a:lnTo>
                    <a:pt x="2791514" y="148299"/>
                  </a:lnTo>
                  <a:lnTo>
                    <a:pt x="2792586" y="148136"/>
                  </a:lnTo>
                  <a:lnTo>
                    <a:pt x="2793658" y="147974"/>
                  </a:lnTo>
                  <a:lnTo>
                    <a:pt x="2794729" y="147813"/>
                  </a:lnTo>
                  <a:lnTo>
                    <a:pt x="2795801" y="147651"/>
                  </a:lnTo>
                  <a:lnTo>
                    <a:pt x="2796872" y="147489"/>
                  </a:lnTo>
                  <a:lnTo>
                    <a:pt x="2797944" y="147328"/>
                  </a:lnTo>
                  <a:lnTo>
                    <a:pt x="2799016" y="147166"/>
                  </a:lnTo>
                  <a:lnTo>
                    <a:pt x="2800087" y="147005"/>
                  </a:lnTo>
                  <a:lnTo>
                    <a:pt x="2801159" y="146844"/>
                  </a:lnTo>
                  <a:lnTo>
                    <a:pt x="2802230" y="146683"/>
                  </a:lnTo>
                  <a:lnTo>
                    <a:pt x="2803302" y="146522"/>
                  </a:lnTo>
                  <a:lnTo>
                    <a:pt x="2804374" y="146361"/>
                  </a:lnTo>
                  <a:lnTo>
                    <a:pt x="2805445" y="146200"/>
                  </a:lnTo>
                  <a:lnTo>
                    <a:pt x="2806517" y="146040"/>
                  </a:lnTo>
                  <a:lnTo>
                    <a:pt x="2807588" y="145879"/>
                  </a:lnTo>
                  <a:lnTo>
                    <a:pt x="2808660" y="145719"/>
                  </a:lnTo>
                  <a:lnTo>
                    <a:pt x="2809732" y="145558"/>
                  </a:lnTo>
                  <a:lnTo>
                    <a:pt x="2810803" y="145398"/>
                  </a:lnTo>
                  <a:lnTo>
                    <a:pt x="2811875" y="145238"/>
                  </a:lnTo>
                  <a:lnTo>
                    <a:pt x="2812946" y="145078"/>
                  </a:lnTo>
                  <a:lnTo>
                    <a:pt x="2814018" y="144919"/>
                  </a:lnTo>
                  <a:lnTo>
                    <a:pt x="2815090" y="144759"/>
                  </a:lnTo>
                  <a:lnTo>
                    <a:pt x="2816161" y="144599"/>
                  </a:lnTo>
                  <a:lnTo>
                    <a:pt x="2817233" y="144440"/>
                  </a:lnTo>
                  <a:lnTo>
                    <a:pt x="2818304" y="144280"/>
                  </a:lnTo>
                  <a:lnTo>
                    <a:pt x="2819376" y="144121"/>
                  </a:lnTo>
                  <a:lnTo>
                    <a:pt x="2820448" y="143962"/>
                  </a:lnTo>
                  <a:lnTo>
                    <a:pt x="2821519" y="143803"/>
                  </a:lnTo>
                  <a:lnTo>
                    <a:pt x="2822591" y="143644"/>
                  </a:lnTo>
                  <a:lnTo>
                    <a:pt x="2823662" y="143485"/>
                  </a:lnTo>
                  <a:lnTo>
                    <a:pt x="2824734" y="143326"/>
                  </a:lnTo>
                  <a:lnTo>
                    <a:pt x="2825806" y="143168"/>
                  </a:lnTo>
                  <a:lnTo>
                    <a:pt x="2826877" y="143009"/>
                  </a:lnTo>
                  <a:lnTo>
                    <a:pt x="2827949" y="142851"/>
                  </a:lnTo>
                  <a:lnTo>
                    <a:pt x="2829020" y="142693"/>
                  </a:lnTo>
                  <a:lnTo>
                    <a:pt x="2830092" y="142534"/>
                  </a:lnTo>
                  <a:lnTo>
                    <a:pt x="2831164" y="142376"/>
                  </a:lnTo>
                  <a:lnTo>
                    <a:pt x="2832235" y="142218"/>
                  </a:lnTo>
                  <a:lnTo>
                    <a:pt x="2833307" y="142060"/>
                  </a:lnTo>
                  <a:lnTo>
                    <a:pt x="2834378" y="141903"/>
                  </a:lnTo>
                  <a:lnTo>
                    <a:pt x="2835450" y="141745"/>
                  </a:lnTo>
                  <a:lnTo>
                    <a:pt x="2836522" y="141587"/>
                  </a:lnTo>
                  <a:lnTo>
                    <a:pt x="2837593" y="141430"/>
                  </a:lnTo>
                  <a:lnTo>
                    <a:pt x="2838665" y="141273"/>
                  </a:lnTo>
                  <a:lnTo>
                    <a:pt x="2839736" y="141115"/>
                  </a:lnTo>
                  <a:lnTo>
                    <a:pt x="2840808" y="140958"/>
                  </a:lnTo>
                  <a:lnTo>
                    <a:pt x="2841879" y="140801"/>
                  </a:lnTo>
                  <a:lnTo>
                    <a:pt x="2842951" y="140644"/>
                  </a:lnTo>
                  <a:lnTo>
                    <a:pt x="2844023" y="140487"/>
                  </a:lnTo>
                  <a:lnTo>
                    <a:pt x="2845094" y="140331"/>
                  </a:lnTo>
                  <a:lnTo>
                    <a:pt x="2846166" y="140174"/>
                  </a:lnTo>
                  <a:lnTo>
                    <a:pt x="2847237" y="140017"/>
                  </a:lnTo>
                  <a:lnTo>
                    <a:pt x="2848309" y="139861"/>
                  </a:lnTo>
                  <a:lnTo>
                    <a:pt x="2849381" y="139705"/>
                  </a:lnTo>
                  <a:lnTo>
                    <a:pt x="2850452" y="139548"/>
                  </a:lnTo>
                  <a:lnTo>
                    <a:pt x="2851524" y="139392"/>
                  </a:lnTo>
                  <a:lnTo>
                    <a:pt x="2852595" y="139236"/>
                  </a:lnTo>
                  <a:lnTo>
                    <a:pt x="2853667" y="139080"/>
                  </a:lnTo>
                  <a:lnTo>
                    <a:pt x="2854739" y="138924"/>
                  </a:lnTo>
                  <a:lnTo>
                    <a:pt x="2855810" y="138769"/>
                  </a:lnTo>
                  <a:lnTo>
                    <a:pt x="2856882" y="138613"/>
                  </a:lnTo>
                  <a:lnTo>
                    <a:pt x="2857953" y="138457"/>
                  </a:lnTo>
                  <a:lnTo>
                    <a:pt x="2859025" y="138302"/>
                  </a:lnTo>
                  <a:lnTo>
                    <a:pt x="2860097" y="138146"/>
                  </a:lnTo>
                  <a:lnTo>
                    <a:pt x="2861168" y="137991"/>
                  </a:lnTo>
                  <a:lnTo>
                    <a:pt x="2862240" y="137836"/>
                  </a:lnTo>
                  <a:lnTo>
                    <a:pt x="2863311" y="137681"/>
                  </a:lnTo>
                  <a:lnTo>
                    <a:pt x="2864383" y="137526"/>
                  </a:lnTo>
                  <a:lnTo>
                    <a:pt x="2865455" y="137371"/>
                  </a:lnTo>
                  <a:lnTo>
                    <a:pt x="2866526" y="137216"/>
                  </a:lnTo>
                  <a:lnTo>
                    <a:pt x="2867598" y="137061"/>
                  </a:lnTo>
                  <a:lnTo>
                    <a:pt x="2868669" y="136907"/>
                  </a:lnTo>
                  <a:lnTo>
                    <a:pt x="2869741" y="136752"/>
                  </a:lnTo>
                  <a:lnTo>
                    <a:pt x="2870813" y="136598"/>
                  </a:lnTo>
                  <a:lnTo>
                    <a:pt x="2871884" y="136443"/>
                  </a:lnTo>
                  <a:lnTo>
                    <a:pt x="2872956" y="136289"/>
                  </a:lnTo>
                  <a:lnTo>
                    <a:pt x="2874027" y="136135"/>
                  </a:lnTo>
                  <a:lnTo>
                    <a:pt x="2875099" y="135981"/>
                  </a:lnTo>
                  <a:lnTo>
                    <a:pt x="2876171" y="135827"/>
                  </a:lnTo>
                  <a:lnTo>
                    <a:pt x="2877242" y="135673"/>
                  </a:lnTo>
                  <a:lnTo>
                    <a:pt x="2878314" y="135519"/>
                  </a:lnTo>
                  <a:lnTo>
                    <a:pt x="2879385" y="135365"/>
                  </a:lnTo>
                  <a:lnTo>
                    <a:pt x="2880457" y="135211"/>
                  </a:lnTo>
                  <a:lnTo>
                    <a:pt x="2881529" y="135058"/>
                  </a:lnTo>
                  <a:lnTo>
                    <a:pt x="2882600" y="134904"/>
                  </a:lnTo>
                  <a:lnTo>
                    <a:pt x="2883672" y="134751"/>
                  </a:lnTo>
                  <a:lnTo>
                    <a:pt x="2884743" y="134598"/>
                  </a:lnTo>
                  <a:lnTo>
                    <a:pt x="2885815" y="134444"/>
                  </a:lnTo>
                  <a:lnTo>
                    <a:pt x="2886887" y="134291"/>
                  </a:lnTo>
                  <a:lnTo>
                    <a:pt x="2887958" y="134138"/>
                  </a:lnTo>
                  <a:lnTo>
                    <a:pt x="2889030" y="133985"/>
                  </a:lnTo>
                  <a:lnTo>
                    <a:pt x="2890101" y="133832"/>
                  </a:lnTo>
                  <a:lnTo>
                    <a:pt x="2891173" y="133679"/>
                  </a:lnTo>
                  <a:lnTo>
                    <a:pt x="2892245" y="133527"/>
                  </a:lnTo>
                  <a:lnTo>
                    <a:pt x="2893316" y="133374"/>
                  </a:lnTo>
                  <a:lnTo>
                    <a:pt x="2894388" y="133221"/>
                  </a:lnTo>
                  <a:lnTo>
                    <a:pt x="2895459" y="133069"/>
                  </a:lnTo>
                  <a:lnTo>
                    <a:pt x="2896531" y="132917"/>
                  </a:lnTo>
                  <a:lnTo>
                    <a:pt x="2897603" y="132764"/>
                  </a:lnTo>
                  <a:lnTo>
                    <a:pt x="2898674" y="132612"/>
                  </a:lnTo>
                  <a:lnTo>
                    <a:pt x="2899746" y="132460"/>
                  </a:lnTo>
                  <a:lnTo>
                    <a:pt x="2900817" y="132308"/>
                  </a:lnTo>
                  <a:lnTo>
                    <a:pt x="2901889" y="132156"/>
                  </a:lnTo>
                  <a:lnTo>
                    <a:pt x="2902961" y="132004"/>
                  </a:lnTo>
                  <a:lnTo>
                    <a:pt x="2904032" y="131852"/>
                  </a:lnTo>
                  <a:lnTo>
                    <a:pt x="2905104" y="131700"/>
                  </a:lnTo>
                  <a:lnTo>
                    <a:pt x="2906175" y="131548"/>
                  </a:lnTo>
                  <a:lnTo>
                    <a:pt x="2907247" y="131397"/>
                  </a:lnTo>
                  <a:lnTo>
                    <a:pt x="2908319" y="131245"/>
                  </a:lnTo>
                  <a:lnTo>
                    <a:pt x="2909390" y="131094"/>
                  </a:lnTo>
                  <a:lnTo>
                    <a:pt x="2910462" y="130942"/>
                  </a:lnTo>
                  <a:lnTo>
                    <a:pt x="2911533" y="130791"/>
                  </a:lnTo>
                  <a:lnTo>
                    <a:pt x="2912605" y="130640"/>
                  </a:lnTo>
                  <a:lnTo>
                    <a:pt x="2913677" y="130489"/>
                  </a:lnTo>
                  <a:lnTo>
                    <a:pt x="2914748" y="130338"/>
                  </a:lnTo>
                  <a:lnTo>
                    <a:pt x="2915820" y="130186"/>
                  </a:lnTo>
                  <a:lnTo>
                    <a:pt x="2916891" y="130036"/>
                  </a:lnTo>
                  <a:lnTo>
                    <a:pt x="2917963" y="129885"/>
                  </a:lnTo>
                  <a:lnTo>
                    <a:pt x="2919035" y="129734"/>
                  </a:lnTo>
                  <a:lnTo>
                    <a:pt x="2920106" y="129583"/>
                  </a:lnTo>
                  <a:lnTo>
                    <a:pt x="2921178" y="129432"/>
                  </a:lnTo>
                  <a:lnTo>
                    <a:pt x="2922249" y="129282"/>
                  </a:lnTo>
                  <a:lnTo>
                    <a:pt x="2923321" y="129131"/>
                  </a:lnTo>
                  <a:lnTo>
                    <a:pt x="2924393" y="128981"/>
                  </a:lnTo>
                  <a:lnTo>
                    <a:pt x="2925464" y="128831"/>
                  </a:lnTo>
                  <a:lnTo>
                    <a:pt x="2926536" y="128680"/>
                  </a:lnTo>
                  <a:lnTo>
                    <a:pt x="2927607" y="128530"/>
                  </a:lnTo>
                  <a:lnTo>
                    <a:pt x="2928679" y="128380"/>
                  </a:lnTo>
                  <a:lnTo>
                    <a:pt x="2929751" y="128230"/>
                  </a:lnTo>
                  <a:lnTo>
                    <a:pt x="2930822" y="128080"/>
                  </a:lnTo>
                  <a:lnTo>
                    <a:pt x="2931894" y="127930"/>
                  </a:lnTo>
                  <a:lnTo>
                    <a:pt x="2932965" y="127780"/>
                  </a:lnTo>
                  <a:lnTo>
                    <a:pt x="2934037" y="127630"/>
                  </a:lnTo>
                  <a:lnTo>
                    <a:pt x="2935109" y="127480"/>
                  </a:lnTo>
                  <a:lnTo>
                    <a:pt x="2936180" y="127330"/>
                  </a:lnTo>
                  <a:lnTo>
                    <a:pt x="2937252" y="127181"/>
                  </a:lnTo>
                  <a:lnTo>
                    <a:pt x="2938323" y="127031"/>
                  </a:lnTo>
                  <a:lnTo>
                    <a:pt x="2939395" y="126882"/>
                  </a:lnTo>
                  <a:lnTo>
                    <a:pt x="2940467" y="126732"/>
                  </a:lnTo>
                  <a:lnTo>
                    <a:pt x="2941538" y="126583"/>
                  </a:lnTo>
                  <a:lnTo>
                    <a:pt x="2942610" y="126434"/>
                  </a:lnTo>
                  <a:lnTo>
                    <a:pt x="2943681" y="126284"/>
                  </a:lnTo>
                  <a:lnTo>
                    <a:pt x="2944753" y="126135"/>
                  </a:lnTo>
                  <a:lnTo>
                    <a:pt x="2945825" y="125986"/>
                  </a:lnTo>
                  <a:lnTo>
                    <a:pt x="2946896" y="125837"/>
                  </a:lnTo>
                  <a:lnTo>
                    <a:pt x="2947968" y="125688"/>
                  </a:lnTo>
                  <a:lnTo>
                    <a:pt x="2949039" y="125539"/>
                  </a:lnTo>
                  <a:lnTo>
                    <a:pt x="2950111" y="125390"/>
                  </a:lnTo>
                  <a:lnTo>
                    <a:pt x="2951183" y="125241"/>
                  </a:lnTo>
                  <a:lnTo>
                    <a:pt x="2952254" y="125093"/>
                  </a:lnTo>
                  <a:lnTo>
                    <a:pt x="2953326" y="124944"/>
                  </a:lnTo>
                  <a:lnTo>
                    <a:pt x="2954397" y="124795"/>
                  </a:lnTo>
                  <a:lnTo>
                    <a:pt x="2955469" y="124647"/>
                  </a:lnTo>
                  <a:lnTo>
                    <a:pt x="2956541" y="124498"/>
                  </a:lnTo>
                  <a:lnTo>
                    <a:pt x="2957612" y="124350"/>
                  </a:lnTo>
                  <a:lnTo>
                    <a:pt x="2958684" y="124201"/>
                  </a:lnTo>
                  <a:lnTo>
                    <a:pt x="2959755" y="124053"/>
                  </a:lnTo>
                  <a:lnTo>
                    <a:pt x="2960827" y="123905"/>
                  </a:lnTo>
                  <a:lnTo>
                    <a:pt x="2961899" y="123756"/>
                  </a:lnTo>
                  <a:lnTo>
                    <a:pt x="2962970" y="123608"/>
                  </a:lnTo>
                  <a:lnTo>
                    <a:pt x="2964042" y="123460"/>
                  </a:lnTo>
                  <a:lnTo>
                    <a:pt x="2965113" y="123312"/>
                  </a:lnTo>
                  <a:lnTo>
                    <a:pt x="2966185" y="123164"/>
                  </a:lnTo>
                  <a:lnTo>
                    <a:pt x="2967257" y="123016"/>
                  </a:lnTo>
                  <a:lnTo>
                    <a:pt x="2968328" y="122868"/>
                  </a:lnTo>
                  <a:lnTo>
                    <a:pt x="2969400" y="122720"/>
                  </a:lnTo>
                  <a:lnTo>
                    <a:pt x="2970471" y="122572"/>
                  </a:lnTo>
                  <a:lnTo>
                    <a:pt x="2971543" y="122425"/>
                  </a:lnTo>
                  <a:lnTo>
                    <a:pt x="2972615" y="122277"/>
                  </a:lnTo>
                  <a:lnTo>
                    <a:pt x="2973686" y="122129"/>
                  </a:lnTo>
                  <a:lnTo>
                    <a:pt x="2974758" y="121982"/>
                  </a:lnTo>
                  <a:lnTo>
                    <a:pt x="2975829" y="121834"/>
                  </a:lnTo>
                  <a:lnTo>
                    <a:pt x="2976901" y="121687"/>
                  </a:lnTo>
                  <a:lnTo>
                    <a:pt x="2977973" y="121539"/>
                  </a:lnTo>
                  <a:lnTo>
                    <a:pt x="2979044" y="121392"/>
                  </a:lnTo>
                  <a:lnTo>
                    <a:pt x="2980116" y="121244"/>
                  </a:lnTo>
                  <a:lnTo>
                    <a:pt x="2981187" y="121097"/>
                  </a:lnTo>
                  <a:lnTo>
                    <a:pt x="2982259" y="120950"/>
                  </a:lnTo>
                  <a:lnTo>
                    <a:pt x="2983331" y="120803"/>
                  </a:lnTo>
                  <a:lnTo>
                    <a:pt x="2984402" y="120656"/>
                  </a:lnTo>
                  <a:lnTo>
                    <a:pt x="2985474" y="120508"/>
                  </a:lnTo>
                  <a:lnTo>
                    <a:pt x="2986545" y="120361"/>
                  </a:lnTo>
                  <a:lnTo>
                    <a:pt x="2987617" y="120214"/>
                  </a:lnTo>
                  <a:lnTo>
                    <a:pt x="2988689" y="120067"/>
                  </a:lnTo>
                  <a:lnTo>
                    <a:pt x="2989760" y="119920"/>
                  </a:lnTo>
                  <a:lnTo>
                    <a:pt x="2990832" y="119774"/>
                  </a:lnTo>
                  <a:lnTo>
                    <a:pt x="2991903" y="119627"/>
                  </a:lnTo>
                  <a:lnTo>
                    <a:pt x="2992975" y="119480"/>
                  </a:lnTo>
                  <a:lnTo>
                    <a:pt x="2994047" y="119333"/>
                  </a:lnTo>
                  <a:lnTo>
                    <a:pt x="2995118" y="119186"/>
                  </a:lnTo>
                  <a:lnTo>
                    <a:pt x="2996190" y="119040"/>
                  </a:lnTo>
                  <a:lnTo>
                    <a:pt x="2997261" y="118893"/>
                  </a:lnTo>
                  <a:lnTo>
                    <a:pt x="2998333" y="118747"/>
                  </a:lnTo>
                  <a:lnTo>
                    <a:pt x="2999405" y="118600"/>
                  </a:lnTo>
                  <a:lnTo>
                    <a:pt x="3000476" y="118454"/>
                  </a:lnTo>
                  <a:lnTo>
                    <a:pt x="3001548" y="118307"/>
                  </a:lnTo>
                  <a:lnTo>
                    <a:pt x="3002619" y="118161"/>
                  </a:lnTo>
                  <a:lnTo>
                    <a:pt x="3003691" y="118014"/>
                  </a:lnTo>
                  <a:lnTo>
                    <a:pt x="3004763" y="117868"/>
                  </a:lnTo>
                  <a:lnTo>
                    <a:pt x="3005834" y="117722"/>
                  </a:lnTo>
                  <a:lnTo>
                    <a:pt x="3006906" y="117575"/>
                  </a:lnTo>
                  <a:lnTo>
                    <a:pt x="3007977" y="117429"/>
                  </a:lnTo>
                  <a:lnTo>
                    <a:pt x="3009049" y="117283"/>
                  </a:lnTo>
                  <a:lnTo>
                    <a:pt x="3010121" y="117137"/>
                  </a:lnTo>
                  <a:lnTo>
                    <a:pt x="3011192" y="116991"/>
                  </a:lnTo>
                  <a:lnTo>
                    <a:pt x="3012264" y="116845"/>
                  </a:lnTo>
                  <a:lnTo>
                    <a:pt x="3013335" y="116699"/>
                  </a:lnTo>
                  <a:lnTo>
                    <a:pt x="3014407" y="116553"/>
                  </a:lnTo>
                  <a:lnTo>
                    <a:pt x="3015479" y="116407"/>
                  </a:lnTo>
                  <a:lnTo>
                    <a:pt x="3016550" y="116261"/>
                  </a:lnTo>
                  <a:lnTo>
                    <a:pt x="3017622" y="116115"/>
                  </a:lnTo>
                  <a:lnTo>
                    <a:pt x="3018693" y="115969"/>
                  </a:lnTo>
                  <a:lnTo>
                    <a:pt x="3019765" y="115823"/>
                  </a:lnTo>
                  <a:lnTo>
                    <a:pt x="3020836" y="115677"/>
                  </a:lnTo>
                  <a:lnTo>
                    <a:pt x="3021908" y="115532"/>
                  </a:lnTo>
                  <a:lnTo>
                    <a:pt x="3022980" y="115386"/>
                  </a:lnTo>
                  <a:lnTo>
                    <a:pt x="3024051" y="115240"/>
                  </a:lnTo>
                  <a:lnTo>
                    <a:pt x="3025123" y="115095"/>
                  </a:lnTo>
                  <a:lnTo>
                    <a:pt x="3026194" y="114949"/>
                  </a:lnTo>
                  <a:lnTo>
                    <a:pt x="3027266" y="114803"/>
                  </a:lnTo>
                  <a:lnTo>
                    <a:pt x="3028338" y="114658"/>
                  </a:lnTo>
                  <a:lnTo>
                    <a:pt x="3029409" y="114512"/>
                  </a:lnTo>
                  <a:lnTo>
                    <a:pt x="3030481" y="114367"/>
                  </a:lnTo>
                  <a:lnTo>
                    <a:pt x="3031552" y="114221"/>
                  </a:lnTo>
                  <a:lnTo>
                    <a:pt x="3032624" y="114076"/>
                  </a:lnTo>
                  <a:lnTo>
                    <a:pt x="3033696" y="113930"/>
                  </a:lnTo>
                  <a:lnTo>
                    <a:pt x="3034767" y="113785"/>
                  </a:lnTo>
                  <a:lnTo>
                    <a:pt x="3035839" y="113640"/>
                  </a:lnTo>
                  <a:lnTo>
                    <a:pt x="3036910" y="113494"/>
                  </a:lnTo>
                  <a:lnTo>
                    <a:pt x="3037982" y="113349"/>
                  </a:lnTo>
                  <a:lnTo>
                    <a:pt x="3039054" y="113204"/>
                  </a:lnTo>
                  <a:lnTo>
                    <a:pt x="3040125" y="113058"/>
                  </a:lnTo>
                  <a:lnTo>
                    <a:pt x="3041197" y="112913"/>
                  </a:lnTo>
                  <a:lnTo>
                    <a:pt x="3042268" y="112768"/>
                  </a:lnTo>
                  <a:lnTo>
                    <a:pt x="3043340" y="112623"/>
                  </a:lnTo>
                  <a:lnTo>
                    <a:pt x="3044412" y="112477"/>
                  </a:lnTo>
                  <a:lnTo>
                    <a:pt x="3045483" y="112332"/>
                  </a:lnTo>
                  <a:lnTo>
                    <a:pt x="3046555" y="112187"/>
                  </a:lnTo>
                  <a:lnTo>
                    <a:pt x="3047626" y="112042"/>
                  </a:lnTo>
                  <a:lnTo>
                    <a:pt x="3048698" y="111897"/>
                  </a:lnTo>
                  <a:lnTo>
                    <a:pt x="3049770" y="111752"/>
                  </a:lnTo>
                  <a:lnTo>
                    <a:pt x="3050841" y="111607"/>
                  </a:lnTo>
                  <a:lnTo>
                    <a:pt x="3051913" y="111462"/>
                  </a:lnTo>
                  <a:lnTo>
                    <a:pt x="3052984" y="111317"/>
                  </a:lnTo>
                  <a:lnTo>
                    <a:pt x="3054056" y="111172"/>
                  </a:lnTo>
                  <a:lnTo>
                    <a:pt x="3055128" y="111027"/>
                  </a:lnTo>
                  <a:lnTo>
                    <a:pt x="3056199" y="110882"/>
                  </a:lnTo>
                  <a:lnTo>
                    <a:pt x="3057271" y="110737"/>
                  </a:lnTo>
                  <a:lnTo>
                    <a:pt x="3058342" y="110592"/>
                  </a:lnTo>
                  <a:lnTo>
                    <a:pt x="3059414" y="110447"/>
                  </a:lnTo>
                  <a:lnTo>
                    <a:pt x="3060486" y="110303"/>
                  </a:lnTo>
                  <a:lnTo>
                    <a:pt x="3061557" y="110158"/>
                  </a:lnTo>
                  <a:lnTo>
                    <a:pt x="3062629" y="110013"/>
                  </a:lnTo>
                  <a:lnTo>
                    <a:pt x="3063700" y="109868"/>
                  </a:lnTo>
                  <a:lnTo>
                    <a:pt x="3064772" y="109723"/>
                  </a:lnTo>
                  <a:lnTo>
                    <a:pt x="3065844" y="109578"/>
                  </a:lnTo>
                  <a:lnTo>
                    <a:pt x="3066915" y="109434"/>
                  </a:lnTo>
                  <a:lnTo>
                    <a:pt x="3067987" y="109289"/>
                  </a:lnTo>
                  <a:lnTo>
                    <a:pt x="3069058" y="109144"/>
                  </a:lnTo>
                  <a:lnTo>
                    <a:pt x="3070130" y="109000"/>
                  </a:lnTo>
                  <a:lnTo>
                    <a:pt x="3071202" y="108855"/>
                  </a:lnTo>
                  <a:lnTo>
                    <a:pt x="3072273" y="108710"/>
                  </a:lnTo>
                  <a:lnTo>
                    <a:pt x="3073345" y="108565"/>
                  </a:lnTo>
                  <a:lnTo>
                    <a:pt x="3074416" y="108421"/>
                  </a:lnTo>
                  <a:lnTo>
                    <a:pt x="3075488" y="108276"/>
                  </a:lnTo>
                  <a:lnTo>
                    <a:pt x="3076560" y="108131"/>
                  </a:lnTo>
                  <a:lnTo>
                    <a:pt x="3077631" y="107987"/>
                  </a:lnTo>
                  <a:lnTo>
                    <a:pt x="3078703" y="107842"/>
                  </a:lnTo>
                  <a:lnTo>
                    <a:pt x="3079774" y="107698"/>
                  </a:lnTo>
                  <a:lnTo>
                    <a:pt x="3080846" y="107553"/>
                  </a:lnTo>
                  <a:lnTo>
                    <a:pt x="3081918" y="107408"/>
                  </a:lnTo>
                  <a:lnTo>
                    <a:pt x="3082989" y="107264"/>
                  </a:lnTo>
                  <a:lnTo>
                    <a:pt x="3084061" y="107119"/>
                  </a:lnTo>
                  <a:lnTo>
                    <a:pt x="3085132" y="106975"/>
                  </a:lnTo>
                  <a:lnTo>
                    <a:pt x="3086204" y="106830"/>
                  </a:lnTo>
                  <a:lnTo>
                    <a:pt x="3087276" y="106685"/>
                  </a:lnTo>
                  <a:lnTo>
                    <a:pt x="3088347" y="106541"/>
                  </a:lnTo>
                  <a:lnTo>
                    <a:pt x="3089419" y="106396"/>
                  </a:lnTo>
                  <a:lnTo>
                    <a:pt x="3090490" y="106252"/>
                  </a:lnTo>
                  <a:lnTo>
                    <a:pt x="3091562" y="106107"/>
                  </a:lnTo>
                  <a:lnTo>
                    <a:pt x="3092634" y="105963"/>
                  </a:lnTo>
                  <a:lnTo>
                    <a:pt x="3093705" y="105818"/>
                  </a:lnTo>
                  <a:lnTo>
                    <a:pt x="3094777" y="105674"/>
                  </a:lnTo>
                  <a:lnTo>
                    <a:pt x="3095848" y="105529"/>
                  </a:lnTo>
                  <a:lnTo>
                    <a:pt x="3096920" y="105385"/>
                  </a:lnTo>
                  <a:lnTo>
                    <a:pt x="3097992" y="105240"/>
                  </a:lnTo>
                  <a:lnTo>
                    <a:pt x="3099063" y="105096"/>
                  </a:lnTo>
                  <a:lnTo>
                    <a:pt x="3100135" y="104951"/>
                  </a:lnTo>
                  <a:lnTo>
                    <a:pt x="3101206" y="104807"/>
                  </a:lnTo>
                  <a:lnTo>
                    <a:pt x="3102278" y="104662"/>
                  </a:lnTo>
                  <a:lnTo>
                    <a:pt x="3103350" y="104518"/>
                  </a:lnTo>
                  <a:lnTo>
                    <a:pt x="3104421" y="104373"/>
                  </a:lnTo>
                  <a:lnTo>
                    <a:pt x="3105493" y="104229"/>
                  </a:lnTo>
                  <a:lnTo>
                    <a:pt x="3106564" y="104084"/>
                  </a:lnTo>
                  <a:lnTo>
                    <a:pt x="3107636" y="103940"/>
                  </a:lnTo>
                  <a:lnTo>
                    <a:pt x="3108708" y="103795"/>
                  </a:lnTo>
                  <a:lnTo>
                    <a:pt x="3109779" y="103651"/>
                  </a:lnTo>
                  <a:lnTo>
                    <a:pt x="3110851" y="103506"/>
                  </a:lnTo>
                  <a:lnTo>
                    <a:pt x="3111922" y="103361"/>
                  </a:lnTo>
                  <a:lnTo>
                    <a:pt x="3112994" y="103217"/>
                  </a:lnTo>
                  <a:lnTo>
                    <a:pt x="3114066" y="103072"/>
                  </a:lnTo>
                  <a:lnTo>
                    <a:pt x="3115137" y="102928"/>
                  </a:lnTo>
                  <a:lnTo>
                    <a:pt x="3116209" y="102783"/>
                  </a:lnTo>
                  <a:lnTo>
                    <a:pt x="3117280" y="102639"/>
                  </a:lnTo>
                  <a:lnTo>
                    <a:pt x="3118352" y="102494"/>
                  </a:lnTo>
                  <a:lnTo>
                    <a:pt x="3119424" y="102350"/>
                  </a:lnTo>
                  <a:lnTo>
                    <a:pt x="3120495" y="102205"/>
                  </a:lnTo>
                  <a:lnTo>
                    <a:pt x="3121567" y="102061"/>
                  </a:lnTo>
                  <a:lnTo>
                    <a:pt x="3122638" y="101916"/>
                  </a:lnTo>
                  <a:lnTo>
                    <a:pt x="3123710" y="101771"/>
                  </a:lnTo>
                  <a:lnTo>
                    <a:pt x="3124782" y="101627"/>
                  </a:lnTo>
                  <a:lnTo>
                    <a:pt x="3125853" y="101482"/>
                  </a:lnTo>
                  <a:lnTo>
                    <a:pt x="3126925" y="101338"/>
                  </a:lnTo>
                  <a:lnTo>
                    <a:pt x="3127996" y="101193"/>
                  </a:lnTo>
                  <a:lnTo>
                    <a:pt x="3129068" y="101048"/>
                  </a:lnTo>
                  <a:lnTo>
                    <a:pt x="3130140" y="100904"/>
                  </a:lnTo>
                  <a:lnTo>
                    <a:pt x="3131211" y="100759"/>
                  </a:lnTo>
                  <a:lnTo>
                    <a:pt x="3132283" y="100614"/>
                  </a:lnTo>
                  <a:lnTo>
                    <a:pt x="3133354" y="100470"/>
                  </a:lnTo>
                  <a:lnTo>
                    <a:pt x="3134426" y="100325"/>
                  </a:lnTo>
                  <a:lnTo>
                    <a:pt x="3135498" y="100180"/>
                  </a:lnTo>
                  <a:lnTo>
                    <a:pt x="3136569" y="100036"/>
                  </a:lnTo>
                  <a:lnTo>
                    <a:pt x="3137641" y="99891"/>
                  </a:lnTo>
                  <a:lnTo>
                    <a:pt x="3138712" y="99746"/>
                  </a:lnTo>
                  <a:lnTo>
                    <a:pt x="3139784" y="99601"/>
                  </a:lnTo>
                  <a:lnTo>
                    <a:pt x="3140856" y="99457"/>
                  </a:lnTo>
                  <a:lnTo>
                    <a:pt x="3141927" y="99312"/>
                  </a:lnTo>
                  <a:lnTo>
                    <a:pt x="3142999" y="99167"/>
                  </a:lnTo>
                  <a:lnTo>
                    <a:pt x="3144070" y="99022"/>
                  </a:lnTo>
                  <a:lnTo>
                    <a:pt x="3145142" y="98878"/>
                  </a:lnTo>
                  <a:lnTo>
                    <a:pt x="3146214" y="98733"/>
                  </a:lnTo>
                  <a:lnTo>
                    <a:pt x="3147285" y="98588"/>
                  </a:lnTo>
                  <a:lnTo>
                    <a:pt x="3148357" y="98443"/>
                  </a:lnTo>
                  <a:lnTo>
                    <a:pt x="3149428" y="98298"/>
                  </a:lnTo>
                  <a:lnTo>
                    <a:pt x="3150500" y="98153"/>
                  </a:lnTo>
                  <a:lnTo>
                    <a:pt x="3151572" y="98008"/>
                  </a:lnTo>
                  <a:lnTo>
                    <a:pt x="3152643" y="97864"/>
                  </a:lnTo>
                  <a:lnTo>
                    <a:pt x="3153715" y="97719"/>
                  </a:lnTo>
                  <a:lnTo>
                    <a:pt x="3154786" y="97574"/>
                  </a:lnTo>
                  <a:lnTo>
                    <a:pt x="3155858" y="97429"/>
                  </a:lnTo>
                  <a:lnTo>
                    <a:pt x="3156930" y="97284"/>
                  </a:lnTo>
                  <a:lnTo>
                    <a:pt x="3158001" y="97139"/>
                  </a:lnTo>
                  <a:lnTo>
                    <a:pt x="3159073" y="96994"/>
                  </a:lnTo>
                  <a:lnTo>
                    <a:pt x="3160144" y="96849"/>
                  </a:lnTo>
                  <a:lnTo>
                    <a:pt x="3161216" y="96704"/>
                  </a:lnTo>
                  <a:lnTo>
                    <a:pt x="3162288" y="96559"/>
                  </a:lnTo>
                  <a:lnTo>
                    <a:pt x="3163359" y="96414"/>
                  </a:lnTo>
                  <a:lnTo>
                    <a:pt x="3164431" y="96269"/>
                  </a:lnTo>
                  <a:lnTo>
                    <a:pt x="3165502" y="96124"/>
                  </a:lnTo>
                  <a:lnTo>
                    <a:pt x="3166574" y="95979"/>
                  </a:lnTo>
                  <a:lnTo>
                    <a:pt x="3167646" y="95834"/>
                  </a:lnTo>
                  <a:lnTo>
                    <a:pt x="3168717" y="95689"/>
                  </a:lnTo>
                  <a:lnTo>
                    <a:pt x="3169789" y="95544"/>
                  </a:lnTo>
                  <a:lnTo>
                    <a:pt x="3170860" y="95398"/>
                  </a:lnTo>
                  <a:lnTo>
                    <a:pt x="3171932" y="95253"/>
                  </a:lnTo>
                  <a:lnTo>
                    <a:pt x="3173004" y="95108"/>
                  </a:lnTo>
                  <a:lnTo>
                    <a:pt x="3174075" y="94963"/>
                  </a:lnTo>
                  <a:lnTo>
                    <a:pt x="3175147" y="94818"/>
                  </a:lnTo>
                  <a:lnTo>
                    <a:pt x="3176218" y="94673"/>
                  </a:lnTo>
                  <a:lnTo>
                    <a:pt x="3177290" y="94528"/>
                  </a:lnTo>
                  <a:lnTo>
                    <a:pt x="3178362" y="94382"/>
                  </a:lnTo>
                  <a:lnTo>
                    <a:pt x="3179433" y="94237"/>
                  </a:lnTo>
                  <a:lnTo>
                    <a:pt x="3180505" y="94092"/>
                  </a:lnTo>
                  <a:lnTo>
                    <a:pt x="3181576" y="93947"/>
                  </a:lnTo>
                  <a:lnTo>
                    <a:pt x="3182648" y="93802"/>
                  </a:lnTo>
                  <a:lnTo>
                    <a:pt x="3183720" y="93656"/>
                  </a:lnTo>
                  <a:lnTo>
                    <a:pt x="3184791" y="93511"/>
                  </a:lnTo>
                  <a:lnTo>
                    <a:pt x="3185863" y="93366"/>
                  </a:lnTo>
                  <a:lnTo>
                    <a:pt x="3186934" y="93221"/>
                  </a:lnTo>
                  <a:lnTo>
                    <a:pt x="3188006" y="93075"/>
                  </a:lnTo>
                  <a:lnTo>
                    <a:pt x="3189078" y="92930"/>
                  </a:lnTo>
                  <a:lnTo>
                    <a:pt x="3190149" y="92785"/>
                  </a:lnTo>
                  <a:lnTo>
                    <a:pt x="3191221" y="92639"/>
                  </a:lnTo>
                  <a:lnTo>
                    <a:pt x="3192292" y="92494"/>
                  </a:lnTo>
                  <a:lnTo>
                    <a:pt x="3193364" y="92349"/>
                  </a:lnTo>
                  <a:lnTo>
                    <a:pt x="3194436" y="92203"/>
                  </a:lnTo>
                  <a:lnTo>
                    <a:pt x="3195507" y="92058"/>
                  </a:lnTo>
                  <a:lnTo>
                    <a:pt x="3196579" y="91912"/>
                  </a:lnTo>
                  <a:lnTo>
                    <a:pt x="3197650" y="91767"/>
                  </a:lnTo>
                  <a:lnTo>
                    <a:pt x="3198722" y="91622"/>
                  </a:lnTo>
                  <a:lnTo>
                    <a:pt x="3199793" y="91476"/>
                  </a:lnTo>
                  <a:lnTo>
                    <a:pt x="3200865" y="91331"/>
                  </a:lnTo>
                  <a:lnTo>
                    <a:pt x="3201937" y="91185"/>
                  </a:lnTo>
                  <a:lnTo>
                    <a:pt x="3203008" y="91040"/>
                  </a:lnTo>
                  <a:lnTo>
                    <a:pt x="3204080" y="90894"/>
                  </a:lnTo>
                  <a:lnTo>
                    <a:pt x="3205151" y="90749"/>
                  </a:lnTo>
                  <a:lnTo>
                    <a:pt x="3206223" y="90603"/>
                  </a:lnTo>
                  <a:lnTo>
                    <a:pt x="3207295" y="90458"/>
                  </a:lnTo>
                  <a:lnTo>
                    <a:pt x="3208366" y="90312"/>
                  </a:lnTo>
                  <a:lnTo>
                    <a:pt x="3209438" y="90167"/>
                  </a:lnTo>
                  <a:lnTo>
                    <a:pt x="3210509" y="90021"/>
                  </a:lnTo>
                  <a:lnTo>
                    <a:pt x="3211581" y="89876"/>
                  </a:lnTo>
                  <a:lnTo>
                    <a:pt x="3212653" y="89730"/>
                  </a:lnTo>
                  <a:lnTo>
                    <a:pt x="3213724" y="89585"/>
                  </a:lnTo>
                  <a:lnTo>
                    <a:pt x="3214796" y="89439"/>
                  </a:lnTo>
                  <a:lnTo>
                    <a:pt x="3215867" y="89293"/>
                  </a:lnTo>
                  <a:lnTo>
                    <a:pt x="3216939" y="89148"/>
                  </a:lnTo>
                  <a:lnTo>
                    <a:pt x="3218011" y="89002"/>
                  </a:lnTo>
                  <a:lnTo>
                    <a:pt x="3219082" y="88856"/>
                  </a:lnTo>
                  <a:lnTo>
                    <a:pt x="3220154" y="88711"/>
                  </a:lnTo>
                  <a:lnTo>
                    <a:pt x="3221225" y="88565"/>
                  </a:lnTo>
                  <a:lnTo>
                    <a:pt x="3222297" y="88419"/>
                  </a:lnTo>
                  <a:lnTo>
                    <a:pt x="3223369" y="88274"/>
                  </a:lnTo>
                  <a:lnTo>
                    <a:pt x="3224440" y="88128"/>
                  </a:lnTo>
                  <a:lnTo>
                    <a:pt x="3225512" y="87982"/>
                  </a:lnTo>
                  <a:lnTo>
                    <a:pt x="3226583" y="87837"/>
                  </a:lnTo>
                  <a:lnTo>
                    <a:pt x="3227655" y="87691"/>
                  </a:lnTo>
                  <a:lnTo>
                    <a:pt x="3228727" y="87545"/>
                  </a:lnTo>
                  <a:lnTo>
                    <a:pt x="3229798" y="87399"/>
                  </a:lnTo>
                  <a:lnTo>
                    <a:pt x="3230870" y="87254"/>
                  </a:lnTo>
                  <a:lnTo>
                    <a:pt x="3231941" y="87108"/>
                  </a:lnTo>
                  <a:lnTo>
                    <a:pt x="3233013" y="86962"/>
                  </a:lnTo>
                  <a:lnTo>
                    <a:pt x="3234085" y="86816"/>
                  </a:lnTo>
                  <a:lnTo>
                    <a:pt x="3235156" y="86670"/>
                  </a:lnTo>
                  <a:lnTo>
                    <a:pt x="3236228" y="86524"/>
                  </a:lnTo>
                  <a:lnTo>
                    <a:pt x="3237299" y="86379"/>
                  </a:lnTo>
                  <a:lnTo>
                    <a:pt x="3238371" y="86233"/>
                  </a:lnTo>
                  <a:lnTo>
                    <a:pt x="3239443" y="86087"/>
                  </a:lnTo>
                  <a:lnTo>
                    <a:pt x="3240514" y="85941"/>
                  </a:lnTo>
                  <a:lnTo>
                    <a:pt x="3241586" y="85795"/>
                  </a:lnTo>
                  <a:lnTo>
                    <a:pt x="3242657" y="85649"/>
                  </a:lnTo>
                  <a:lnTo>
                    <a:pt x="3243729" y="85503"/>
                  </a:lnTo>
                  <a:lnTo>
                    <a:pt x="3244801" y="85357"/>
                  </a:lnTo>
                  <a:lnTo>
                    <a:pt x="3245872" y="85211"/>
                  </a:lnTo>
                  <a:lnTo>
                    <a:pt x="3246944" y="85065"/>
                  </a:lnTo>
                  <a:lnTo>
                    <a:pt x="3248015" y="84919"/>
                  </a:lnTo>
                  <a:lnTo>
                    <a:pt x="3249087" y="84773"/>
                  </a:lnTo>
                  <a:lnTo>
                    <a:pt x="3250159" y="84627"/>
                  </a:lnTo>
                  <a:lnTo>
                    <a:pt x="3251230" y="84481"/>
                  </a:lnTo>
                  <a:lnTo>
                    <a:pt x="3252302" y="84335"/>
                  </a:lnTo>
                  <a:lnTo>
                    <a:pt x="3253373" y="84189"/>
                  </a:lnTo>
                  <a:lnTo>
                    <a:pt x="3254445" y="84043"/>
                  </a:lnTo>
                  <a:lnTo>
                    <a:pt x="3255517" y="83897"/>
                  </a:lnTo>
                  <a:lnTo>
                    <a:pt x="3256588" y="83751"/>
                  </a:lnTo>
                  <a:lnTo>
                    <a:pt x="3257660" y="83605"/>
                  </a:lnTo>
                  <a:lnTo>
                    <a:pt x="3258731" y="83459"/>
                  </a:lnTo>
                  <a:lnTo>
                    <a:pt x="3259803" y="83313"/>
                  </a:lnTo>
                  <a:lnTo>
                    <a:pt x="3260875" y="83167"/>
                  </a:lnTo>
                  <a:lnTo>
                    <a:pt x="3261946" y="83021"/>
                  </a:lnTo>
                  <a:lnTo>
                    <a:pt x="3263018" y="82874"/>
                  </a:lnTo>
                  <a:lnTo>
                    <a:pt x="3264089" y="82728"/>
                  </a:lnTo>
                  <a:lnTo>
                    <a:pt x="3265161" y="82582"/>
                  </a:lnTo>
                  <a:lnTo>
                    <a:pt x="3266233" y="82436"/>
                  </a:lnTo>
                  <a:lnTo>
                    <a:pt x="3267304" y="82290"/>
                  </a:lnTo>
                  <a:lnTo>
                    <a:pt x="3268376" y="82144"/>
                  </a:lnTo>
                  <a:lnTo>
                    <a:pt x="3269447" y="81997"/>
                  </a:lnTo>
                  <a:lnTo>
                    <a:pt x="3270519" y="81851"/>
                  </a:lnTo>
                  <a:lnTo>
                    <a:pt x="3271591" y="81705"/>
                  </a:lnTo>
                  <a:lnTo>
                    <a:pt x="3272662" y="81559"/>
                  </a:lnTo>
                  <a:lnTo>
                    <a:pt x="3273734" y="81412"/>
                  </a:lnTo>
                  <a:lnTo>
                    <a:pt x="3274805" y="81266"/>
                  </a:lnTo>
                  <a:lnTo>
                    <a:pt x="3275877" y="81120"/>
                  </a:lnTo>
                  <a:lnTo>
                    <a:pt x="3276949" y="80973"/>
                  </a:lnTo>
                  <a:lnTo>
                    <a:pt x="3278020" y="80827"/>
                  </a:lnTo>
                  <a:lnTo>
                    <a:pt x="3279092" y="80681"/>
                  </a:lnTo>
                  <a:lnTo>
                    <a:pt x="3280163" y="80534"/>
                  </a:lnTo>
                  <a:lnTo>
                    <a:pt x="3281235" y="80388"/>
                  </a:lnTo>
                  <a:lnTo>
                    <a:pt x="3282307" y="80242"/>
                  </a:lnTo>
                  <a:lnTo>
                    <a:pt x="3283378" y="80095"/>
                  </a:lnTo>
                  <a:lnTo>
                    <a:pt x="3284450" y="79949"/>
                  </a:lnTo>
                  <a:lnTo>
                    <a:pt x="3285521" y="79803"/>
                  </a:lnTo>
                  <a:lnTo>
                    <a:pt x="3286593" y="79656"/>
                  </a:lnTo>
                  <a:lnTo>
                    <a:pt x="3287665" y="79510"/>
                  </a:lnTo>
                  <a:lnTo>
                    <a:pt x="3288736" y="79363"/>
                  </a:lnTo>
                  <a:lnTo>
                    <a:pt x="3289808" y="79217"/>
                  </a:lnTo>
                  <a:lnTo>
                    <a:pt x="3290879" y="79070"/>
                  </a:lnTo>
                  <a:lnTo>
                    <a:pt x="3291951" y="78924"/>
                  </a:lnTo>
                  <a:lnTo>
                    <a:pt x="3293023" y="78777"/>
                  </a:lnTo>
                  <a:lnTo>
                    <a:pt x="3294094" y="78631"/>
                  </a:lnTo>
                  <a:lnTo>
                    <a:pt x="3295166" y="78484"/>
                  </a:lnTo>
                  <a:lnTo>
                    <a:pt x="3296237" y="78338"/>
                  </a:lnTo>
                  <a:lnTo>
                    <a:pt x="3297309" y="78191"/>
                  </a:lnTo>
                  <a:lnTo>
                    <a:pt x="3298381" y="78045"/>
                  </a:lnTo>
                  <a:lnTo>
                    <a:pt x="3299452" y="77898"/>
                  </a:lnTo>
                  <a:lnTo>
                    <a:pt x="3300524" y="77752"/>
                  </a:lnTo>
                  <a:lnTo>
                    <a:pt x="3301595" y="77605"/>
                  </a:lnTo>
                  <a:lnTo>
                    <a:pt x="3302667" y="77458"/>
                  </a:lnTo>
                  <a:lnTo>
                    <a:pt x="3303739" y="77312"/>
                  </a:lnTo>
                  <a:lnTo>
                    <a:pt x="3304810" y="77165"/>
                  </a:lnTo>
                  <a:lnTo>
                    <a:pt x="3305882" y="77019"/>
                  </a:lnTo>
                  <a:lnTo>
                    <a:pt x="3306953" y="76872"/>
                  </a:lnTo>
                  <a:lnTo>
                    <a:pt x="3308025" y="76725"/>
                  </a:lnTo>
                  <a:lnTo>
                    <a:pt x="3309097" y="76579"/>
                  </a:lnTo>
                  <a:lnTo>
                    <a:pt x="3310168" y="76432"/>
                  </a:lnTo>
                  <a:lnTo>
                    <a:pt x="3311240" y="76285"/>
                  </a:lnTo>
                  <a:lnTo>
                    <a:pt x="3312311" y="76139"/>
                  </a:lnTo>
                  <a:lnTo>
                    <a:pt x="3313383" y="75992"/>
                  </a:lnTo>
                  <a:lnTo>
                    <a:pt x="3314455" y="75845"/>
                  </a:lnTo>
                  <a:lnTo>
                    <a:pt x="3315526" y="75698"/>
                  </a:lnTo>
                  <a:lnTo>
                    <a:pt x="3316598" y="75552"/>
                  </a:lnTo>
                  <a:lnTo>
                    <a:pt x="3317669" y="75405"/>
                  </a:lnTo>
                  <a:lnTo>
                    <a:pt x="3318741" y="75258"/>
                  </a:lnTo>
                  <a:lnTo>
                    <a:pt x="3319813" y="75111"/>
                  </a:lnTo>
                  <a:lnTo>
                    <a:pt x="3320884" y="74964"/>
                  </a:lnTo>
                  <a:lnTo>
                    <a:pt x="3321956" y="74818"/>
                  </a:lnTo>
                  <a:lnTo>
                    <a:pt x="3323027" y="74671"/>
                  </a:lnTo>
                  <a:lnTo>
                    <a:pt x="3324099" y="74524"/>
                  </a:lnTo>
                  <a:lnTo>
                    <a:pt x="3325171" y="74377"/>
                  </a:lnTo>
                  <a:lnTo>
                    <a:pt x="3326242" y="74230"/>
                  </a:lnTo>
                  <a:lnTo>
                    <a:pt x="3327314" y="74083"/>
                  </a:lnTo>
                  <a:lnTo>
                    <a:pt x="3328385" y="73936"/>
                  </a:lnTo>
                  <a:lnTo>
                    <a:pt x="3329457" y="73789"/>
                  </a:lnTo>
                  <a:lnTo>
                    <a:pt x="3330529" y="73643"/>
                  </a:lnTo>
                  <a:lnTo>
                    <a:pt x="3331600" y="73496"/>
                  </a:lnTo>
                  <a:lnTo>
                    <a:pt x="3332672" y="73349"/>
                  </a:lnTo>
                  <a:lnTo>
                    <a:pt x="3333743" y="73202"/>
                  </a:lnTo>
                  <a:lnTo>
                    <a:pt x="3334815" y="73055"/>
                  </a:lnTo>
                  <a:lnTo>
                    <a:pt x="3335887" y="72908"/>
                  </a:lnTo>
                  <a:lnTo>
                    <a:pt x="3336958" y="72761"/>
                  </a:lnTo>
                  <a:lnTo>
                    <a:pt x="3338030" y="72614"/>
                  </a:lnTo>
                  <a:lnTo>
                    <a:pt x="3339101" y="72467"/>
                  </a:lnTo>
                  <a:lnTo>
                    <a:pt x="3340173" y="72320"/>
                  </a:lnTo>
                  <a:lnTo>
                    <a:pt x="3341245" y="72173"/>
                  </a:lnTo>
                  <a:lnTo>
                    <a:pt x="3342316" y="72026"/>
                  </a:lnTo>
                  <a:lnTo>
                    <a:pt x="3343388" y="71879"/>
                  </a:lnTo>
                  <a:lnTo>
                    <a:pt x="3344459" y="71731"/>
                  </a:lnTo>
                  <a:lnTo>
                    <a:pt x="3345531" y="71584"/>
                  </a:lnTo>
                  <a:lnTo>
                    <a:pt x="3346603" y="71437"/>
                  </a:lnTo>
                  <a:lnTo>
                    <a:pt x="3347674" y="71290"/>
                  </a:lnTo>
                  <a:lnTo>
                    <a:pt x="3348746" y="71143"/>
                  </a:lnTo>
                  <a:lnTo>
                    <a:pt x="3349817" y="70996"/>
                  </a:lnTo>
                  <a:lnTo>
                    <a:pt x="3350889" y="70849"/>
                  </a:lnTo>
                  <a:lnTo>
                    <a:pt x="3351961" y="70702"/>
                  </a:lnTo>
                  <a:lnTo>
                    <a:pt x="3353032" y="70554"/>
                  </a:lnTo>
                  <a:lnTo>
                    <a:pt x="3354104" y="70407"/>
                  </a:lnTo>
                  <a:lnTo>
                    <a:pt x="3355175" y="70260"/>
                  </a:lnTo>
                  <a:lnTo>
                    <a:pt x="3356247" y="70113"/>
                  </a:lnTo>
                  <a:lnTo>
                    <a:pt x="3357319" y="69966"/>
                  </a:lnTo>
                  <a:lnTo>
                    <a:pt x="3358390" y="69818"/>
                  </a:lnTo>
                  <a:lnTo>
                    <a:pt x="3359462" y="69671"/>
                  </a:lnTo>
                  <a:lnTo>
                    <a:pt x="3360533" y="69524"/>
                  </a:lnTo>
                  <a:lnTo>
                    <a:pt x="3361605" y="69377"/>
                  </a:lnTo>
                  <a:lnTo>
                    <a:pt x="3362677" y="69229"/>
                  </a:lnTo>
                  <a:lnTo>
                    <a:pt x="3363748" y="69082"/>
                  </a:lnTo>
                  <a:lnTo>
                    <a:pt x="3364820" y="68935"/>
                  </a:lnTo>
                  <a:lnTo>
                    <a:pt x="3365891" y="68787"/>
                  </a:lnTo>
                  <a:lnTo>
                    <a:pt x="3366963" y="68640"/>
                  </a:lnTo>
                  <a:lnTo>
                    <a:pt x="3368035" y="68493"/>
                  </a:lnTo>
                  <a:lnTo>
                    <a:pt x="3369106" y="68345"/>
                  </a:lnTo>
                  <a:lnTo>
                    <a:pt x="3370178" y="68198"/>
                  </a:lnTo>
                  <a:lnTo>
                    <a:pt x="3371249" y="68050"/>
                  </a:lnTo>
                  <a:lnTo>
                    <a:pt x="3372321" y="67903"/>
                  </a:lnTo>
                  <a:lnTo>
                    <a:pt x="3373392" y="67756"/>
                  </a:lnTo>
                  <a:lnTo>
                    <a:pt x="3374464" y="67608"/>
                  </a:lnTo>
                  <a:lnTo>
                    <a:pt x="3375536" y="67461"/>
                  </a:lnTo>
                  <a:lnTo>
                    <a:pt x="3376607" y="67313"/>
                  </a:lnTo>
                  <a:lnTo>
                    <a:pt x="3377679" y="67166"/>
                  </a:lnTo>
                  <a:lnTo>
                    <a:pt x="3378750" y="67018"/>
                  </a:lnTo>
                  <a:lnTo>
                    <a:pt x="3379822" y="66871"/>
                  </a:lnTo>
                  <a:lnTo>
                    <a:pt x="3380894" y="66723"/>
                  </a:lnTo>
                  <a:lnTo>
                    <a:pt x="3381965" y="66576"/>
                  </a:lnTo>
                  <a:lnTo>
                    <a:pt x="3383037" y="66428"/>
                  </a:lnTo>
                  <a:lnTo>
                    <a:pt x="3384108" y="66281"/>
                  </a:lnTo>
                  <a:lnTo>
                    <a:pt x="3385180" y="66133"/>
                  </a:lnTo>
                  <a:lnTo>
                    <a:pt x="3386252" y="65986"/>
                  </a:lnTo>
                  <a:lnTo>
                    <a:pt x="3387323" y="65838"/>
                  </a:lnTo>
                  <a:lnTo>
                    <a:pt x="3388395" y="65691"/>
                  </a:lnTo>
                  <a:lnTo>
                    <a:pt x="3389466" y="65543"/>
                  </a:lnTo>
                  <a:lnTo>
                    <a:pt x="3390538" y="65395"/>
                  </a:lnTo>
                  <a:lnTo>
                    <a:pt x="3391610" y="65248"/>
                  </a:lnTo>
                  <a:lnTo>
                    <a:pt x="3392681" y="65100"/>
                  </a:lnTo>
                  <a:lnTo>
                    <a:pt x="3393753" y="64953"/>
                  </a:lnTo>
                  <a:lnTo>
                    <a:pt x="3394824" y="64805"/>
                  </a:lnTo>
                  <a:lnTo>
                    <a:pt x="3395896" y="64657"/>
                  </a:lnTo>
                  <a:lnTo>
                    <a:pt x="3396968" y="64510"/>
                  </a:lnTo>
                  <a:lnTo>
                    <a:pt x="3398039" y="64362"/>
                  </a:lnTo>
                  <a:lnTo>
                    <a:pt x="3399111" y="64214"/>
                  </a:lnTo>
                  <a:lnTo>
                    <a:pt x="3400182" y="64066"/>
                  </a:lnTo>
                  <a:lnTo>
                    <a:pt x="3401254" y="63919"/>
                  </a:lnTo>
                  <a:lnTo>
                    <a:pt x="3402326" y="63771"/>
                  </a:lnTo>
                  <a:lnTo>
                    <a:pt x="3403397" y="63623"/>
                  </a:lnTo>
                  <a:lnTo>
                    <a:pt x="3404469" y="63475"/>
                  </a:lnTo>
                  <a:lnTo>
                    <a:pt x="3405540" y="63328"/>
                  </a:lnTo>
                  <a:lnTo>
                    <a:pt x="3406612" y="63180"/>
                  </a:lnTo>
                  <a:lnTo>
                    <a:pt x="3407684" y="63032"/>
                  </a:lnTo>
                  <a:lnTo>
                    <a:pt x="3408755" y="62884"/>
                  </a:lnTo>
                  <a:lnTo>
                    <a:pt x="3409827" y="62736"/>
                  </a:lnTo>
                  <a:lnTo>
                    <a:pt x="3410898" y="62588"/>
                  </a:lnTo>
                  <a:lnTo>
                    <a:pt x="3411970" y="62441"/>
                  </a:lnTo>
                  <a:lnTo>
                    <a:pt x="3413042" y="62293"/>
                  </a:lnTo>
                  <a:lnTo>
                    <a:pt x="3414113" y="62145"/>
                  </a:lnTo>
                  <a:lnTo>
                    <a:pt x="3415185" y="61997"/>
                  </a:lnTo>
                  <a:lnTo>
                    <a:pt x="3416256" y="61849"/>
                  </a:lnTo>
                  <a:lnTo>
                    <a:pt x="3417328" y="61701"/>
                  </a:lnTo>
                  <a:lnTo>
                    <a:pt x="3418400" y="61553"/>
                  </a:lnTo>
                  <a:lnTo>
                    <a:pt x="3419471" y="61405"/>
                  </a:lnTo>
                  <a:lnTo>
                    <a:pt x="3420543" y="61257"/>
                  </a:lnTo>
                  <a:lnTo>
                    <a:pt x="3421614" y="61109"/>
                  </a:lnTo>
                  <a:lnTo>
                    <a:pt x="3422686" y="60961"/>
                  </a:lnTo>
                  <a:lnTo>
                    <a:pt x="3423758" y="60813"/>
                  </a:lnTo>
                  <a:lnTo>
                    <a:pt x="3424829" y="60665"/>
                  </a:lnTo>
                  <a:lnTo>
                    <a:pt x="3425901" y="60517"/>
                  </a:lnTo>
                  <a:lnTo>
                    <a:pt x="3426972" y="60369"/>
                  </a:lnTo>
                  <a:lnTo>
                    <a:pt x="3428044" y="60221"/>
                  </a:lnTo>
                  <a:lnTo>
                    <a:pt x="3429116" y="60073"/>
                  </a:lnTo>
                  <a:lnTo>
                    <a:pt x="3430187" y="59925"/>
                  </a:lnTo>
                  <a:lnTo>
                    <a:pt x="3431259" y="59777"/>
                  </a:lnTo>
                  <a:lnTo>
                    <a:pt x="3432330" y="59629"/>
                  </a:lnTo>
                  <a:lnTo>
                    <a:pt x="3433402" y="59481"/>
                  </a:lnTo>
                  <a:lnTo>
                    <a:pt x="3434474" y="59333"/>
                  </a:lnTo>
                  <a:lnTo>
                    <a:pt x="3435545" y="59185"/>
                  </a:lnTo>
                  <a:lnTo>
                    <a:pt x="3436617" y="59037"/>
                  </a:lnTo>
                  <a:lnTo>
                    <a:pt x="3437688" y="58888"/>
                  </a:lnTo>
                  <a:lnTo>
                    <a:pt x="3438760" y="58740"/>
                  </a:lnTo>
                  <a:lnTo>
                    <a:pt x="3439832" y="58592"/>
                  </a:lnTo>
                  <a:lnTo>
                    <a:pt x="3440903" y="58444"/>
                  </a:lnTo>
                  <a:lnTo>
                    <a:pt x="3441975" y="58296"/>
                  </a:lnTo>
                  <a:lnTo>
                    <a:pt x="3443046" y="58147"/>
                  </a:lnTo>
                  <a:lnTo>
                    <a:pt x="3444118" y="57999"/>
                  </a:lnTo>
                  <a:lnTo>
                    <a:pt x="3445190" y="57851"/>
                  </a:lnTo>
                  <a:lnTo>
                    <a:pt x="3446261" y="57703"/>
                  </a:lnTo>
                  <a:lnTo>
                    <a:pt x="3447333" y="57554"/>
                  </a:lnTo>
                  <a:lnTo>
                    <a:pt x="3448404" y="57406"/>
                  </a:lnTo>
                  <a:lnTo>
                    <a:pt x="3449476" y="57258"/>
                  </a:lnTo>
                  <a:lnTo>
                    <a:pt x="3450548" y="57110"/>
                  </a:lnTo>
                  <a:lnTo>
                    <a:pt x="3451619" y="56961"/>
                  </a:lnTo>
                  <a:lnTo>
                    <a:pt x="3452691" y="56813"/>
                  </a:lnTo>
                  <a:lnTo>
                    <a:pt x="3453762" y="56665"/>
                  </a:lnTo>
                  <a:lnTo>
                    <a:pt x="3454834" y="56516"/>
                  </a:lnTo>
                  <a:lnTo>
                    <a:pt x="3455906" y="56368"/>
                  </a:lnTo>
                  <a:lnTo>
                    <a:pt x="3456977" y="56219"/>
                  </a:lnTo>
                  <a:lnTo>
                    <a:pt x="3458049" y="56071"/>
                  </a:lnTo>
                  <a:lnTo>
                    <a:pt x="3459120" y="55923"/>
                  </a:lnTo>
                  <a:lnTo>
                    <a:pt x="3460192" y="55774"/>
                  </a:lnTo>
                  <a:lnTo>
                    <a:pt x="3461264" y="55626"/>
                  </a:lnTo>
                  <a:lnTo>
                    <a:pt x="3462335" y="55477"/>
                  </a:lnTo>
                  <a:lnTo>
                    <a:pt x="3463407" y="55329"/>
                  </a:lnTo>
                  <a:lnTo>
                    <a:pt x="3464478" y="55180"/>
                  </a:lnTo>
                  <a:lnTo>
                    <a:pt x="3465550" y="55032"/>
                  </a:lnTo>
                  <a:lnTo>
                    <a:pt x="3466622" y="54884"/>
                  </a:lnTo>
                  <a:lnTo>
                    <a:pt x="3467693" y="54735"/>
                  </a:lnTo>
                  <a:lnTo>
                    <a:pt x="3468765" y="54586"/>
                  </a:lnTo>
                  <a:lnTo>
                    <a:pt x="3469836" y="54438"/>
                  </a:lnTo>
                  <a:lnTo>
                    <a:pt x="3470908" y="54289"/>
                  </a:lnTo>
                  <a:lnTo>
                    <a:pt x="3471980" y="54141"/>
                  </a:lnTo>
                  <a:lnTo>
                    <a:pt x="3473051" y="53992"/>
                  </a:lnTo>
                  <a:lnTo>
                    <a:pt x="3474123" y="53844"/>
                  </a:lnTo>
                  <a:lnTo>
                    <a:pt x="3475194" y="53695"/>
                  </a:lnTo>
                  <a:lnTo>
                    <a:pt x="3476266" y="53547"/>
                  </a:lnTo>
                  <a:lnTo>
                    <a:pt x="3477338" y="53398"/>
                  </a:lnTo>
                  <a:lnTo>
                    <a:pt x="3478409" y="53249"/>
                  </a:lnTo>
                  <a:lnTo>
                    <a:pt x="3479481" y="53101"/>
                  </a:lnTo>
                  <a:lnTo>
                    <a:pt x="3480552" y="52952"/>
                  </a:lnTo>
                  <a:lnTo>
                    <a:pt x="3481624" y="52803"/>
                  </a:lnTo>
                  <a:lnTo>
                    <a:pt x="3482696" y="52655"/>
                  </a:lnTo>
                  <a:lnTo>
                    <a:pt x="3483767" y="52506"/>
                  </a:lnTo>
                  <a:lnTo>
                    <a:pt x="3484839" y="52357"/>
                  </a:lnTo>
                  <a:lnTo>
                    <a:pt x="3485910" y="52209"/>
                  </a:lnTo>
                  <a:lnTo>
                    <a:pt x="3486982" y="52060"/>
                  </a:lnTo>
                  <a:lnTo>
                    <a:pt x="3488054" y="51911"/>
                  </a:lnTo>
                  <a:lnTo>
                    <a:pt x="3489125" y="51762"/>
                  </a:lnTo>
                  <a:lnTo>
                    <a:pt x="3490197" y="51614"/>
                  </a:lnTo>
                  <a:lnTo>
                    <a:pt x="3491268" y="51465"/>
                  </a:lnTo>
                  <a:lnTo>
                    <a:pt x="3492340" y="51316"/>
                  </a:lnTo>
                  <a:lnTo>
                    <a:pt x="3493412" y="51167"/>
                  </a:lnTo>
                  <a:lnTo>
                    <a:pt x="3494483" y="51018"/>
                  </a:lnTo>
                  <a:lnTo>
                    <a:pt x="3495555" y="50870"/>
                  </a:lnTo>
                  <a:lnTo>
                    <a:pt x="3496626" y="50721"/>
                  </a:lnTo>
                  <a:lnTo>
                    <a:pt x="3497698" y="50572"/>
                  </a:lnTo>
                  <a:lnTo>
                    <a:pt x="3498770" y="50423"/>
                  </a:lnTo>
                  <a:lnTo>
                    <a:pt x="3499841" y="50274"/>
                  </a:lnTo>
                  <a:lnTo>
                    <a:pt x="3500913" y="50125"/>
                  </a:lnTo>
                  <a:lnTo>
                    <a:pt x="3501984" y="49976"/>
                  </a:lnTo>
                  <a:lnTo>
                    <a:pt x="3503056" y="49827"/>
                  </a:lnTo>
                  <a:lnTo>
                    <a:pt x="3504128" y="49679"/>
                  </a:lnTo>
                  <a:lnTo>
                    <a:pt x="3505199" y="49530"/>
                  </a:lnTo>
                  <a:lnTo>
                    <a:pt x="3506271" y="49381"/>
                  </a:lnTo>
                  <a:lnTo>
                    <a:pt x="3507342" y="49232"/>
                  </a:lnTo>
                  <a:lnTo>
                    <a:pt x="3508414" y="49083"/>
                  </a:lnTo>
                  <a:lnTo>
                    <a:pt x="3509486" y="48934"/>
                  </a:lnTo>
                  <a:lnTo>
                    <a:pt x="3510557" y="48785"/>
                  </a:lnTo>
                  <a:lnTo>
                    <a:pt x="3511629" y="48636"/>
                  </a:lnTo>
                  <a:lnTo>
                    <a:pt x="3512700" y="48487"/>
                  </a:lnTo>
                  <a:lnTo>
                    <a:pt x="3513772" y="48338"/>
                  </a:lnTo>
                  <a:lnTo>
                    <a:pt x="3514844" y="48189"/>
                  </a:lnTo>
                  <a:lnTo>
                    <a:pt x="3515915" y="48040"/>
                  </a:lnTo>
                  <a:lnTo>
                    <a:pt x="3516987" y="47890"/>
                  </a:lnTo>
                  <a:lnTo>
                    <a:pt x="3518058" y="47741"/>
                  </a:lnTo>
                  <a:lnTo>
                    <a:pt x="3519130" y="47592"/>
                  </a:lnTo>
                  <a:lnTo>
                    <a:pt x="3520202" y="47443"/>
                  </a:lnTo>
                  <a:lnTo>
                    <a:pt x="3521273" y="47294"/>
                  </a:lnTo>
                  <a:lnTo>
                    <a:pt x="3522345" y="47145"/>
                  </a:lnTo>
                  <a:lnTo>
                    <a:pt x="3523416" y="46996"/>
                  </a:lnTo>
                  <a:lnTo>
                    <a:pt x="3524488" y="46847"/>
                  </a:lnTo>
                  <a:lnTo>
                    <a:pt x="3525560" y="46697"/>
                  </a:lnTo>
                  <a:lnTo>
                    <a:pt x="3526631" y="46548"/>
                  </a:lnTo>
                  <a:lnTo>
                    <a:pt x="3527703" y="46399"/>
                  </a:lnTo>
                  <a:lnTo>
                    <a:pt x="3528774" y="46250"/>
                  </a:lnTo>
                  <a:lnTo>
                    <a:pt x="3529846" y="46101"/>
                  </a:lnTo>
                  <a:lnTo>
                    <a:pt x="3530918" y="45951"/>
                  </a:lnTo>
                  <a:lnTo>
                    <a:pt x="3531989" y="45802"/>
                  </a:lnTo>
                  <a:lnTo>
                    <a:pt x="3533061" y="45653"/>
                  </a:lnTo>
                  <a:lnTo>
                    <a:pt x="3534132" y="45504"/>
                  </a:lnTo>
                  <a:lnTo>
                    <a:pt x="3535204" y="45354"/>
                  </a:lnTo>
                  <a:lnTo>
                    <a:pt x="3536276" y="45205"/>
                  </a:lnTo>
                  <a:lnTo>
                    <a:pt x="3537347" y="45056"/>
                  </a:lnTo>
                  <a:lnTo>
                    <a:pt x="3538419" y="44906"/>
                  </a:lnTo>
                  <a:lnTo>
                    <a:pt x="3539490" y="44757"/>
                  </a:lnTo>
                  <a:lnTo>
                    <a:pt x="3540562" y="44608"/>
                  </a:lnTo>
                  <a:lnTo>
                    <a:pt x="3541634" y="44458"/>
                  </a:lnTo>
                  <a:lnTo>
                    <a:pt x="3542705" y="44309"/>
                  </a:lnTo>
                  <a:lnTo>
                    <a:pt x="3543777" y="44160"/>
                  </a:lnTo>
                  <a:lnTo>
                    <a:pt x="3544848" y="44010"/>
                  </a:lnTo>
                  <a:lnTo>
                    <a:pt x="3545920" y="43861"/>
                  </a:lnTo>
                  <a:lnTo>
                    <a:pt x="3546992" y="43711"/>
                  </a:lnTo>
                  <a:lnTo>
                    <a:pt x="3548063" y="43562"/>
                  </a:lnTo>
                  <a:lnTo>
                    <a:pt x="3549135" y="43412"/>
                  </a:lnTo>
                  <a:lnTo>
                    <a:pt x="3550206" y="43263"/>
                  </a:lnTo>
                  <a:lnTo>
                    <a:pt x="3551278" y="43114"/>
                  </a:lnTo>
                  <a:lnTo>
                    <a:pt x="3552349" y="42964"/>
                  </a:lnTo>
                  <a:lnTo>
                    <a:pt x="3553421" y="42815"/>
                  </a:lnTo>
                  <a:lnTo>
                    <a:pt x="3554493" y="42665"/>
                  </a:lnTo>
                  <a:lnTo>
                    <a:pt x="3555564" y="42515"/>
                  </a:lnTo>
                  <a:lnTo>
                    <a:pt x="3556636" y="42366"/>
                  </a:lnTo>
                  <a:lnTo>
                    <a:pt x="3557707" y="42216"/>
                  </a:lnTo>
                  <a:lnTo>
                    <a:pt x="3558779" y="42067"/>
                  </a:lnTo>
                  <a:lnTo>
                    <a:pt x="3559851" y="41917"/>
                  </a:lnTo>
                  <a:lnTo>
                    <a:pt x="3560922" y="41768"/>
                  </a:lnTo>
                  <a:lnTo>
                    <a:pt x="3561994" y="41618"/>
                  </a:lnTo>
                  <a:lnTo>
                    <a:pt x="3563065" y="41468"/>
                  </a:lnTo>
                  <a:lnTo>
                    <a:pt x="3564137" y="41319"/>
                  </a:lnTo>
                  <a:lnTo>
                    <a:pt x="3565209" y="41169"/>
                  </a:lnTo>
                  <a:lnTo>
                    <a:pt x="3566280" y="41020"/>
                  </a:lnTo>
                  <a:lnTo>
                    <a:pt x="3567352" y="40870"/>
                  </a:lnTo>
                  <a:lnTo>
                    <a:pt x="3568423" y="40720"/>
                  </a:lnTo>
                  <a:lnTo>
                    <a:pt x="3569495" y="40571"/>
                  </a:lnTo>
                  <a:lnTo>
                    <a:pt x="3570567" y="40421"/>
                  </a:lnTo>
                  <a:lnTo>
                    <a:pt x="3571638" y="40271"/>
                  </a:lnTo>
                  <a:lnTo>
                    <a:pt x="3572710" y="40121"/>
                  </a:lnTo>
                  <a:lnTo>
                    <a:pt x="3573781" y="39972"/>
                  </a:lnTo>
                  <a:lnTo>
                    <a:pt x="3574853" y="39822"/>
                  </a:lnTo>
                  <a:lnTo>
                    <a:pt x="3575925" y="39672"/>
                  </a:lnTo>
                  <a:lnTo>
                    <a:pt x="3576996" y="39522"/>
                  </a:lnTo>
                  <a:lnTo>
                    <a:pt x="3578068" y="39373"/>
                  </a:lnTo>
                  <a:lnTo>
                    <a:pt x="3579139" y="39223"/>
                  </a:lnTo>
                  <a:lnTo>
                    <a:pt x="3580211" y="39073"/>
                  </a:lnTo>
                  <a:lnTo>
                    <a:pt x="3581283" y="38923"/>
                  </a:lnTo>
                  <a:lnTo>
                    <a:pt x="3582354" y="38773"/>
                  </a:lnTo>
                  <a:lnTo>
                    <a:pt x="3583426" y="38623"/>
                  </a:lnTo>
                  <a:lnTo>
                    <a:pt x="3584497" y="38474"/>
                  </a:lnTo>
                  <a:lnTo>
                    <a:pt x="3585569" y="38324"/>
                  </a:lnTo>
                  <a:lnTo>
                    <a:pt x="3586641" y="38174"/>
                  </a:lnTo>
                  <a:lnTo>
                    <a:pt x="3587712" y="38024"/>
                  </a:lnTo>
                  <a:lnTo>
                    <a:pt x="3588784" y="37874"/>
                  </a:lnTo>
                  <a:lnTo>
                    <a:pt x="3589855" y="37724"/>
                  </a:lnTo>
                  <a:lnTo>
                    <a:pt x="3590927" y="37574"/>
                  </a:lnTo>
                  <a:lnTo>
                    <a:pt x="3591999" y="37424"/>
                  </a:lnTo>
                  <a:lnTo>
                    <a:pt x="3593070" y="37274"/>
                  </a:lnTo>
                  <a:lnTo>
                    <a:pt x="3594142" y="37124"/>
                  </a:lnTo>
                  <a:lnTo>
                    <a:pt x="3595213" y="36974"/>
                  </a:lnTo>
                  <a:lnTo>
                    <a:pt x="3596285" y="36824"/>
                  </a:lnTo>
                  <a:lnTo>
                    <a:pt x="3597357" y="36674"/>
                  </a:lnTo>
                  <a:lnTo>
                    <a:pt x="3598428" y="36524"/>
                  </a:lnTo>
                  <a:lnTo>
                    <a:pt x="3599500" y="36374"/>
                  </a:lnTo>
                  <a:lnTo>
                    <a:pt x="3600571" y="36224"/>
                  </a:lnTo>
                  <a:lnTo>
                    <a:pt x="3601643" y="36074"/>
                  </a:lnTo>
                  <a:lnTo>
                    <a:pt x="3602715" y="35924"/>
                  </a:lnTo>
                  <a:lnTo>
                    <a:pt x="3603786" y="35774"/>
                  </a:lnTo>
                  <a:lnTo>
                    <a:pt x="3604858" y="35624"/>
                  </a:lnTo>
                  <a:lnTo>
                    <a:pt x="3605929" y="35474"/>
                  </a:lnTo>
                  <a:lnTo>
                    <a:pt x="3607001" y="35324"/>
                  </a:lnTo>
                  <a:lnTo>
                    <a:pt x="3608073" y="35173"/>
                  </a:lnTo>
                  <a:lnTo>
                    <a:pt x="3609144" y="35023"/>
                  </a:lnTo>
                  <a:lnTo>
                    <a:pt x="3610216" y="34873"/>
                  </a:lnTo>
                  <a:lnTo>
                    <a:pt x="3611287" y="34723"/>
                  </a:lnTo>
                  <a:lnTo>
                    <a:pt x="3612359" y="34573"/>
                  </a:lnTo>
                  <a:lnTo>
                    <a:pt x="3613431" y="34423"/>
                  </a:lnTo>
                  <a:lnTo>
                    <a:pt x="3614502" y="34272"/>
                  </a:lnTo>
                  <a:lnTo>
                    <a:pt x="3615574" y="34122"/>
                  </a:lnTo>
                  <a:lnTo>
                    <a:pt x="3616645" y="33972"/>
                  </a:lnTo>
                  <a:lnTo>
                    <a:pt x="3617717" y="33822"/>
                  </a:lnTo>
                  <a:lnTo>
                    <a:pt x="3618789" y="33671"/>
                  </a:lnTo>
                  <a:lnTo>
                    <a:pt x="3619860" y="33521"/>
                  </a:lnTo>
                  <a:lnTo>
                    <a:pt x="3620932" y="33371"/>
                  </a:lnTo>
                  <a:lnTo>
                    <a:pt x="3622003" y="33221"/>
                  </a:lnTo>
                  <a:lnTo>
                    <a:pt x="3623075" y="33070"/>
                  </a:lnTo>
                  <a:lnTo>
                    <a:pt x="3624147" y="32920"/>
                  </a:lnTo>
                  <a:lnTo>
                    <a:pt x="3625218" y="32770"/>
                  </a:lnTo>
                  <a:lnTo>
                    <a:pt x="3626290" y="32619"/>
                  </a:lnTo>
                  <a:lnTo>
                    <a:pt x="3627361" y="32469"/>
                  </a:lnTo>
                  <a:lnTo>
                    <a:pt x="3628433" y="32318"/>
                  </a:lnTo>
                  <a:lnTo>
                    <a:pt x="3629505" y="32168"/>
                  </a:lnTo>
                  <a:lnTo>
                    <a:pt x="3630576" y="32018"/>
                  </a:lnTo>
                  <a:lnTo>
                    <a:pt x="3631648" y="31867"/>
                  </a:lnTo>
                  <a:lnTo>
                    <a:pt x="3632719" y="31717"/>
                  </a:lnTo>
                  <a:lnTo>
                    <a:pt x="3633791" y="31566"/>
                  </a:lnTo>
                  <a:lnTo>
                    <a:pt x="3634863" y="31416"/>
                  </a:lnTo>
                  <a:lnTo>
                    <a:pt x="3635934" y="31265"/>
                  </a:lnTo>
                  <a:lnTo>
                    <a:pt x="3637006" y="31115"/>
                  </a:lnTo>
                  <a:lnTo>
                    <a:pt x="3638077" y="30964"/>
                  </a:lnTo>
                  <a:lnTo>
                    <a:pt x="3639149" y="30814"/>
                  </a:lnTo>
                  <a:lnTo>
                    <a:pt x="3640221" y="30663"/>
                  </a:lnTo>
                  <a:lnTo>
                    <a:pt x="3641292" y="30513"/>
                  </a:lnTo>
                  <a:lnTo>
                    <a:pt x="3642364" y="30362"/>
                  </a:lnTo>
                  <a:lnTo>
                    <a:pt x="3643435" y="30212"/>
                  </a:lnTo>
                  <a:lnTo>
                    <a:pt x="3644507" y="30061"/>
                  </a:lnTo>
                  <a:lnTo>
                    <a:pt x="3645579" y="29911"/>
                  </a:lnTo>
                  <a:lnTo>
                    <a:pt x="3646650" y="29760"/>
                  </a:lnTo>
                  <a:lnTo>
                    <a:pt x="3647722" y="29609"/>
                  </a:lnTo>
                  <a:lnTo>
                    <a:pt x="3648793" y="29459"/>
                  </a:lnTo>
                  <a:lnTo>
                    <a:pt x="3649865" y="29308"/>
                  </a:lnTo>
                  <a:lnTo>
                    <a:pt x="3650937" y="29158"/>
                  </a:lnTo>
                  <a:lnTo>
                    <a:pt x="3652008" y="29007"/>
                  </a:lnTo>
                  <a:lnTo>
                    <a:pt x="3653080" y="28856"/>
                  </a:lnTo>
                  <a:lnTo>
                    <a:pt x="3654151" y="28706"/>
                  </a:lnTo>
                  <a:lnTo>
                    <a:pt x="3655223" y="28555"/>
                  </a:lnTo>
                  <a:lnTo>
                    <a:pt x="3656295" y="28404"/>
                  </a:lnTo>
                  <a:lnTo>
                    <a:pt x="3657366" y="28253"/>
                  </a:lnTo>
                  <a:lnTo>
                    <a:pt x="3658438" y="28103"/>
                  </a:lnTo>
                  <a:lnTo>
                    <a:pt x="3659509" y="27952"/>
                  </a:lnTo>
                  <a:lnTo>
                    <a:pt x="3660581" y="27801"/>
                  </a:lnTo>
                  <a:lnTo>
                    <a:pt x="3661653" y="27650"/>
                  </a:lnTo>
                  <a:lnTo>
                    <a:pt x="3662724" y="27500"/>
                  </a:lnTo>
                  <a:lnTo>
                    <a:pt x="3663796" y="27349"/>
                  </a:lnTo>
                  <a:lnTo>
                    <a:pt x="3664867" y="27198"/>
                  </a:lnTo>
                  <a:lnTo>
                    <a:pt x="3665939" y="27047"/>
                  </a:lnTo>
                  <a:lnTo>
                    <a:pt x="3667011" y="26896"/>
                  </a:lnTo>
                  <a:lnTo>
                    <a:pt x="3668082" y="26746"/>
                  </a:lnTo>
                  <a:lnTo>
                    <a:pt x="3669154" y="26595"/>
                  </a:lnTo>
                  <a:lnTo>
                    <a:pt x="3670225" y="26444"/>
                  </a:lnTo>
                  <a:lnTo>
                    <a:pt x="3671297" y="26293"/>
                  </a:lnTo>
                  <a:lnTo>
                    <a:pt x="3672369" y="26142"/>
                  </a:lnTo>
                  <a:lnTo>
                    <a:pt x="3673440" y="25991"/>
                  </a:lnTo>
                  <a:lnTo>
                    <a:pt x="3674512" y="25840"/>
                  </a:lnTo>
                  <a:lnTo>
                    <a:pt x="3675583" y="25689"/>
                  </a:lnTo>
                  <a:lnTo>
                    <a:pt x="3676655" y="25538"/>
                  </a:lnTo>
                  <a:lnTo>
                    <a:pt x="3677727" y="25387"/>
                  </a:lnTo>
                  <a:lnTo>
                    <a:pt x="3678798" y="25236"/>
                  </a:lnTo>
                  <a:lnTo>
                    <a:pt x="3679870" y="25086"/>
                  </a:lnTo>
                  <a:lnTo>
                    <a:pt x="3680941" y="24935"/>
                  </a:lnTo>
                  <a:lnTo>
                    <a:pt x="3682013" y="24784"/>
                  </a:lnTo>
                  <a:lnTo>
                    <a:pt x="3683085" y="24632"/>
                  </a:lnTo>
                  <a:lnTo>
                    <a:pt x="3684156" y="24481"/>
                  </a:lnTo>
                  <a:lnTo>
                    <a:pt x="3685228" y="24330"/>
                  </a:lnTo>
                  <a:lnTo>
                    <a:pt x="3686299" y="24179"/>
                  </a:lnTo>
                  <a:lnTo>
                    <a:pt x="3687371" y="24028"/>
                  </a:lnTo>
                  <a:lnTo>
                    <a:pt x="3688443" y="23877"/>
                  </a:lnTo>
                  <a:lnTo>
                    <a:pt x="3689514" y="23726"/>
                  </a:lnTo>
                  <a:lnTo>
                    <a:pt x="3690586" y="23575"/>
                  </a:lnTo>
                  <a:lnTo>
                    <a:pt x="3691657" y="23424"/>
                  </a:lnTo>
                  <a:lnTo>
                    <a:pt x="3692729" y="23273"/>
                  </a:lnTo>
                  <a:lnTo>
                    <a:pt x="3693801" y="23122"/>
                  </a:lnTo>
                  <a:lnTo>
                    <a:pt x="3694872" y="22970"/>
                  </a:lnTo>
                  <a:lnTo>
                    <a:pt x="3695944" y="22819"/>
                  </a:lnTo>
                  <a:lnTo>
                    <a:pt x="3697015" y="22668"/>
                  </a:lnTo>
                  <a:lnTo>
                    <a:pt x="3698087" y="22517"/>
                  </a:lnTo>
                  <a:lnTo>
                    <a:pt x="3699159" y="22366"/>
                  </a:lnTo>
                  <a:lnTo>
                    <a:pt x="3700230" y="22214"/>
                  </a:lnTo>
                  <a:lnTo>
                    <a:pt x="3701302" y="22063"/>
                  </a:lnTo>
                  <a:lnTo>
                    <a:pt x="3702373" y="21912"/>
                  </a:lnTo>
                  <a:lnTo>
                    <a:pt x="3703445" y="21761"/>
                  </a:lnTo>
                  <a:lnTo>
                    <a:pt x="3704517" y="21609"/>
                  </a:lnTo>
                  <a:lnTo>
                    <a:pt x="3705588" y="21458"/>
                  </a:lnTo>
                  <a:lnTo>
                    <a:pt x="3706660" y="21307"/>
                  </a:lnTo>
                  <a:lnTo>
                    <a:pt x="3707731" y="21156"/>
                  </a:lnTo>
                  <a:lnTo>
                    <a:pt x="3708803" y="21004"/>
                  </a:lnTo>
                  <a:lnTo>
                    <a:pt x="3709875" y="20853"/>
                  </a:lnTo>
                  <a:lnTo>
                    <a:pt x="3710946" y="20702"/>
                  </a:lnTo>
                  <a:lnTo>
                    <a:pt x="3712018" y="20550"/>
                  </a:lnTo>
                  <a:lnTo>
                    <a:pt x="3713089" y="20399"/>
                  </a:lnTo>
                  <a:lnTo>
                    <a:pt x="3714161" y="20247"/>
                  </a:lnTo>
                  <a:lnTo>
                    <a:pt x="3715233" y="20096"/>
                  </a:lnTo>
                  <a:lnTo>
                    <a:pt x="3716304" y="19945"/>
                  </a:lnTo>
                  <a:lnTo>
                    <a:pt x="3717376" y="19793"/>
                  </a:lnTo>
                  <a:lnTo>
                    <a:pt x="3718447" y="19642"/>
                  </a:lnTo>
                  <a:lnTo>
                    <a:pt x="3719519" y="19490"/>
                  </a:lnTo>
                  <a:lnTo>
                    <a:pt x="3720591" y="19339"/>
                  </a:lnTo>
                  <a:lnTo>
                    <a:pt x="3721662" y="19187"/>
                  </a:lnTo>
                  <a:lnTo>
                    <a:pt x="3722734" y="19036"/>
                  </a:lnTo>
                  <a:lnTo>
                    <a:pt x="3723805" y="18884"/>
                  </a:lnTo>
                  <a:lnTo>
                    <a:pt x="3724877" y="18733"/>
                  </a:lnTo>
                  <a:lnTo>
                    <a:pt x="3725949" y="18581"/>
                  </a:lnTo>
                  <a:lnTo>
                    <a:pt x="3727020" y="18430"/>
                  </a:lnTo>
                  <a:lnTo>
                    <a:pt x="3728092" y="18278"/>
                  </a:lnTo>
                  <a:lnTo>
                    <a:pt x="3729163" y="18127"/>
                  </a:lnTo>
                  <a:lnTo>
                    <a:pt x="3730235" y="17975"/>
                  </a:lnTo>
                  <a:lnTo>
                    <a:pt x="3731306" y="17823"/>
                  </a:lnTo>
                  <a:lnTo>
                    <a:pt x="3732378" y="17672"/>
                  </a:lnTo>
                  <a:lnTo>
                    <a:pt x="3733450" y="17520"/>
                  </a:lnTo>
                  <a:lnTo>
                    <a:pt x="3734521" y="17369"/>
                  </a:lnTo>
                  <a:lnTo>
                    <a:pt x="3735593" y="17217"/>
                  </a:lnTo>
                  <a:lnTo>
                    <a:pt x="3736664" y="17065"/>
                  </a:lnTo>
                  <a:lnTo>
                    <a:pt x="3737736" y="16914"/>
                  </a:lnTo>
                  <a:lnTo>
                    <a:pt x="3738808" y="16762"/>
                  </a:lnTo>
                  <a:lnTo>
                    <a:pt x="3739879" y="16610"/>
                  </a:lnTo>
                  <a:lnTo>
                    <a:pt x="3740951" y="16459"/>
                  </a:lnTo>
                  <a:lnTo>
                    <a:pt x="3742022" y="16307"/>
                  </a:lnTo>
                  <a:lnTo>
                    <a:pt x="3743094" y="16155"/>
                  </a:lnTo>
                  <a:lnTo>
                    <a:pt x="3744166" y="16003"/>
                  </a:lnTo>
                  <a:lnTo>
                    <a:pt x="3745237" y="15852"/>
                  </a:lnTo>
                  <a:lnTo>
                    <a:pt x="3746309" y="15700"/>
                  </a:lnTo>
                  <a:lnTo>
                    <a:pt x="3747380" y="15548"/>
                  </a:lnTo>
                  <a:lnTo>
                    <a:pt x="3748452" y="15396"/>
                  </a:lnTo>
                  <a:lnTo>
                    <a:pt x="3749524" y="15244"/>
                  </a:lnTo>
                  <a:lnTo>
                    <a:pt x="3750595" y="15093"/>
                  </a:lnTo>
                  <a:lnTo>
                    <a:pt x="3751667" y="14941"/>
                  </a:lnTo>
                  <a:lnTo>
                    <a:pt x="3752738" y="14789"/>
                  </a:lnTo>
                  <a:lnTo>
                    <a:pt x="3753810" y="14637"/>
                  </a:lnTo>
                  <a:lnTo>
                    <a:pt x="3754882" y="14485"/>
                  </a:lnTo>
                  <a:lnTo>
                    <a:pt x="3755953" y="14333"/>
                  </a:lnTo>
                  <a:lnTo>
                    <a:pt x="3757025" y="14181"/>
                  </a:lnTo>
                  <a:lnTo>
                    <a:pt x="3758096" y="14030"/>
                  </a:lnTo>
                  <a:lnTo>
                    <a:pt x="3759168" y="13878"/>
                  </a:lnTo>
                  <a:lnTo>
                    <a:pt x="3760240" y="13726"/>
                  </a:lnTo>
                  <a:lnTo>
                    <a:pt x="3761311" y="13574"/>
                  </a:lnTo>
                  <a:lnTo>
                    <a:pt x="3762383" y="13422"/>
                  </a:lnTo>
                  <a:lnTo>
                    <a:pt x="3763454" y="13270"/>
                  </a:lnTo>
                  <a:lnTo>
                    <a:pt x="3764526" y="13118"/>
                  </a:lnTo>
                  <a:lnTo>
                    <a:pt x="3765598" y="12966"/>
                  </a:lnTo>
                  <a:lnTo>
                    <a:pt x="3766669" y="12814"/>
                  </a:lnTo>
                  <a:lnTo>
                    <a:pt x="3767741" y="12662"/>
                  </a:lnTo>
                  <a:lnTo>
                    <a:pt x="3768812" y="12510"/>
                  </a:lnTo>
                  <a:lnTo>
                    <a:pt x="3769884" y="12358"/>
                  </a:lnTo>
                  <a:lnTo>
                    <a:pt x="3770956" y="12206"/>
                  </a:lnTo>
                  <a:lnTo>
                    <a:pt x="3772027" y="12054"/>
                  </a:lnTo>
                  <a:lnTo>
                    <a:pt x="3773099" y="11902"/>
                  </a:lnTo>
                  <a:lnTo>
                    <a:pt x="3774170" y="11749"/>
                  </a:lnTo>
                  <a:lnTo>
                    <a:pt x="3775242" y="11597"/>
                  </a:lnTo>
                  <a:lnTo>
                    <a:pt x="3776314" y="11445"/>
                  </a:lnTo>
                  <a:lnTo>
                    <a:pt x="3777385" y="11293"/>
                  </a:lnTo>
                  <a:lnTo>
                    <a:pt x="3778457" y="11141"/>
                  </a:lnTo>
                  <a:lnTo>
                    <a:pt x="3779528" y="10989"/>
                  </a:lnTo>
                  <a:lnTo>
                    <a:pt x="3780600" y="10837"/>
                  </a:lnTo>
                  <a:lnTo>
                    <a:pt x="3781672" y="10684"/>
                  </a:lnTo>
                  <a:lnTo>
                    <a:pt x="3782743" y="10532"/>
                  </a:lnTo>
                  <a:lnTo>
                    <a:pt x="3783815" y="10380"/>
                  </a:lnTo>
                  <a:lnTo>
                    <a:pt x="3784886" y="10228"/>
                  </a:lnTo>
                  <a:lnTo>
                    <a:pt x="3785958" y="10075"/>
                  </a:lnTo>
                  <a:lnTo>
                    <a:pt x="3787030" y="9923"/>
                  </a:lnTo>
                  <a:lnTo>
                    <a:pt x="3788101" y="9771"/>
                  </a:lnTo>
                  <a:lnTo>
                    <a:pt x="3789173" y="9619"/>
                  </a:lnTo>
                  <a:lnTo>
                    <a:pt x="3790244" y="9466"/>
                  </a:lnTo>
                  <a:lnTo>
                    <a:pt x="3791316" y="9314"/>
                  </a:lnTo>
                  <a:lnTo>
                    <a:pt x="3792388" y="9162"/>
                  </a:lnTo>
                  <a:lnTo>
                    <a:pt x="3793459" y="9009"/>
                  </a:lnTo>
                  <a:lnTo>
                    <a:pt x="3794531" y="8857"/>
                  </a:lnTo>
                  <a:lnTo>
                    <a:pt x="3795602" y="8705"/>
                  </a:lnTo>
                  <a:lnTo>
                    <a:pt x="3796674" y="8552"/>
                  </a:lnTo>
                  <a:lnTo>
                    <a:pt x="3797746" y="8400"/>
                  </a:lnTo>
                  <a:lnTo>
                    <a:pt x="3798817" y="8248"/>
                  </a:lnTo>
                  <a:lnTo>
                    <a:pt x="3799889" y="8095"/>
                  </a:lnTo>
                  <a:lnTo>
                    <a:pt x="3800960" y="7943"/>
                  </a:lnTo>
                  <a:lnTo>
                    <a:pt x="3802032" y="7790"/>
                  </a:lnTo>
                  <a:lnTo>
                    <a:pt x="3803104" y="7638"/>
                  </a:lnTo>
                  <a:lnTo>
                    <a:pt x="3804175" y="7485"/>
                  </a:lnTo>
                  <a:lnTo>
                    <a:pt x="3805247" y="7333"/>
                  </a:lnTo>
                  <a:lnTo>
                    <a:pt x="3806318" y="7181"/>
                  </a:lnTo>
                  <a:lnTo>
                    <a:pt x="3807390" y="7028"/>
                  </a:lnTo>
                  <a:lnTo>
                    <a:pt x="3808462" y="6876"/>
                  </a:lnTo>
                  <a:lnTo>
                    <a:pt x="3809533" y="6723"/>
                  </a:lnTo>
                  <a:lnTo>
                    <a:pt x="3810605" y="6570"/>
                  </a:lnTo>
                  <a:lnTo>
                    <a:pt x="3811676" y="6418"/>
                  </a:lnTo>
                  <a:lnTo>
                    <a:pt x="3812748" y="6265"/>
                  </a:lnTo>
                  <a:lnTo>
                    <a:pt x="3813820" y="6113"/>
                  </a:lnTo>
                  <a:lnTo>
                    <a:pt x="3814891" y="5960"/>
                  </a:lnTo>
                  <a:lnTo>
                    <a:pt x="3815963" y="5808"/>
                  </a:lnTo>
                  <a:lnTo>
                    <a:pt x="3817034" y="5655"/>
                  </a:lnTo>
                  <a:lnTo>
                    <a:pt x="3818106" y="5502"/>
                  </a:lnTo>
                  <a:lnTo>
                    <a:pt x="3819178" y="5350"/>
                  </a:lnTo>
                  <a:lnTo>
                    <a:pt x="3820249" y="5197"/>
                  </a:lnTo>
                  <a:lnTo>
                    <a:pt x="3821321" y="5044"/>
                  </a:lnTo>
                  <a:lnTo>
                    <a:pt x="3822392" y="4892"/>
                  </a:lnTo>
                  <a:lnTo>
                    <a:pt x="3823464" y="4739"/>
                  </a:lnTo>
                  <a:lnTo>
                    <a:pt x="3824536" y="4586"/>
                  </a:lnTo>
                  <a:lnTo>
                    <a:pt x="3825607" y="4434"/>
                  </a:lnTo>
                  <a:lnTo>
                    <a:pt x="3826679" y="4281"/>
                  </a:lnTo>
                  <a:lnTo>
                    <a:pt x="3827750" y="4128"/>
                  </a:lnTo>
                  <a:lnTo>
                    <a:pt x="3828822" y="3975"/>
                  </a:lnTo>
                  <a:lnTo>
                    <a:pt x="3829894" y="3823"/>
                  </a:lnTo>
                  <a:lnTo>
                    <a:pt x="3830965" y="3670"/>
                  </a:lnTo>
                  <a:lnTo>
                    <a:pt x="3832037" y="3517"/>
                  </a:lnTo>
                  <a:lnTo>
                    <a:pt x="3833108" y="3364"/>
                  </a:lnTo>
                  <a:lnTo>
                    <a:pt x="3834180" y="3212"/>
                  </a:lnTo>
                  <a:lnTo>
                    <a:pt x="3835252" y="3059"/>
                  </a:lnTo>
                  <a:lnTo>
                    <a:pt x="3836323" y="2906"/>
                  </a:lnTo>
                  <a:lnTo>
                    <a:pt x="3837395" y="2753"/>
                  </a:lnTo>
                  <a:lnTo>
                    <a:pt x="3838466" y="2600"/>
                  </a:lnTo>
                  <a:lnTo>
                    <a:pt x="3839538" y="2447"/>
                  </a:lnTo>
                  <a:lnTo>
                    <a:pt x="3840610" y="2294"/>
                  </a:lnTo>
                  <a:lnTo>
                    <a:pt x="3841681" y="2141"/>
                  </a:lnTo>
                  <a:lnTo>
                    <a:pt x="3842753" y="1989"/>
                  </a:lnTo>
                  <a:lnTo>
                    <a:pt x="3843824" y="1836"/>
                  </a:lnTo>
                  <a:lnTo>
                    <a:pt x="3844896" y="1683"/>
                  </a:lnTo>
                  <a:lnTo>
                    <a:pt x="3845968" y="1530"/>
                  </a:lnTo>
                  <a:lnTo>
                    <a:pt x="3847039" y="1377"/>
                  </a:lnTo>
                  <a:lnTo>
                    <a:pt x="3848111" y="1224"/>
                  </a:lnTo>
                  <a:lnTo>
                    <a:pt x="3849182" y="1071"/>
                  </a:lnTo>
                  <a:lnTo>
                    <a:pt x="3850254" y="918"/>
                  </a:lnTo>
                  <a:lnTo>
                    <a:pt x="3851326" y="765"/>
                  </a:lnTo>
                  <a:lnTo>
                    <a:pt x="3852397" y="612"/>
                  </a:lnTo>
                  <a:lnTo>
                    <a:pt x="3853469" y="459"/>
                  </a:lnTo>
                  <a:lnTo>
                    <a:pt x="3854540" y="306"/>
                  </a:lnTo>
                  <a:lnTo>
                    <a:pt x="3855612" y="153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5034264" y="1588644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tx72"/>
            <p:cNvSpPr/>
            <p:nvPr/>
          </p:nvSpPr>
          <p:spPr>
            <a:xfrm>
              <a:off x="5227099" y="386610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227099" y="646782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0.276</a:t>
              </a:r>
            </a:p>
          </p:txBody>
        </p:sp>
        <p:sp>
          <p:nvSpPr>
            <p:cNvPr id="74" name="rc74"/>
            <p:cNvSpPr/>
            <p:nvPr/>
          </p:nvSpPr>
          <p:spPr>
            <a:xfrm>
              <a:off x="5034264" y="253051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tx75"/>
            <p:cNvSpPr/>
            <p:nvPr/>
          </p:nvSpPr>
          <p:spPr>
            <a:xfrm>
              <a:off x="4793966" y="287719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793966" y="220939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793966" y="1541598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793966" y="873801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793966" y="206005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80" name="pl80"/>
            <p:cNvSpPr/>
            <p:nvPr/>
          </p:nvSpPr>
          <p:spPr>
            <a:xfrm>
              <a:off x="4999470" y="29242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l81"/>
            <p:cNvSpPr/>
            <p:nvPr/>
          </p:nvSpPr>
          <p:spPr>
            <a:xfrm>
              <a:off x="4999470" y="225644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l82"/>
            <p:cNvSpPr/>
            <p:nvPr/>
          </p:nvSpPr>
          <p:spPr>
            <a:xfrm>
              <a:off x="4999470" y="15886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l83"/>
            <p:cNvSpPr/>
            <p:nvPr/>
          </p:nvSpPr>
          <p:spPr>
            <a:xfrm>
              <a:off x="4999470" y="9208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l84"/>
            <p:cNvSpPr/>
            <p:nvPr/>
          </p:nvSpPr>
          <p:spPr>
            <a:xfrm>
              <a:off x="4999470" y="253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l85"/>
            <p:cNvSpPr/>
            <p:nvPr/>
          </p:nvSpPr>
          <p:spPr>
            <a:xfrm>
              <a:off x="5999061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l86"/>
            <p:cNvSpPr/>
            <p:nvPr/>
          </p:nvSpPr>
          <p:spPr>
            <a:xfrm>
              <a:off x="7145764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8292467" y="292423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tx88"/>
            <p:cNvSpPr/>
            <p:nvPr/>
          </p:nvSpPr>
          <p:spPr>
            <a:xfrm>
              <a:off x="5910227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0.6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056930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203633" y="2986867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6573849" y="3239309"/>
              <a:ext cx="777514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 err="1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-ABSI</a:t>
              </a:r>
            </a:p>
          </p:txBody>
        </p:sp>
        <p:sp>
          <p:nvSpPr>
            <p:cNvPr id="92" name="rc92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684231" y="589281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94"/>
            <p:cNvSpPr/>
            <p:nvPr/>
          </p:nvSpPr>
          <p:spPr>
            <a:xfrm>
              <a:off x="684231" y="522501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684231" y="455722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l96"/>
            <p:cNvSpPr/>
            <p:nvPr/>
          </p:nvSpPr>
          <p:spPr>
            <a:xfrm>
              <a:off x="684231" y="388942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l97"/>
            <p:cNvSpPr/>
            <p:nvPr/>
          </p:nvSpPr>
          <p:spPr>
            <a:xfrm>
              <a:off x="958584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98"/>
            <p:cNvSpPr/>
            <p:nvPr/>
          </p:nvSpPr>
          <p:spPr>
            <a:xfrm>
              <a:off x="198066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99"/>
            <p:cNvSpPr/>
            <p:nvPr/>
          </p:nvSpPr>
          <p:spPr>
            <a:xfrm>
              <a:off x="300274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100"/>
            <p:cNvSpPr/>
            <p:nvPr/>
          </p:nvSpPr>
          <p:spPr>
            <a:xfrm>
              <a:off x="402483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684231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102"/>
            <p:cNvSpPr/>
            <p:nvPr/>
          </p:nvSpPr>
          <p:spPr>
            <a:xfrm>
              <a:off x="684231" y="55589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103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104"/>
            <p:cNvSpPr/>
            <p:nvPr/>
          </p:nvSpPr>
          <p:spPr>
            <a:xfrm>
              <a:off x="684231" y="422332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684231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469625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249170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351379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109"/>
            <p:cNvSpPr/>
            <p:nvPr/>
          </p:nvSpPr>
          <p:spPr>
            <a:xfrm>
              <a:off x="453587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684231" y="4156290"/>
              <a:ext cx="3856684" cy="1364226"/>
            </a:xfrm>
            <a:custGeom>
              <a:avLst/>
              <a:gdLst/>
              <a:ahLst/>
              <a:cxnLst/>
              <a:rect l="0" t="0" r="0" b="0"/>
              <a:pathLst>
                <a:path w="3856684" h="1364226">
                  <a:moveTo>
                    <a:pt x="0" y="145507"/>
                  </a:moveTo>
                  <a:lnTo>
                    <a:pt x="1071" y="146761"/>
                  </a:lnTo>
                  <a:lnTo>
                    <a:pt x="2143" y="148014"/>
                  </a:lnTo>
                  <a:lnTo>
                    <a:pt x="3214" y="149266"/>
                  </a:lnTo>
                  <a:lnTo>
                    <a:pt x="4286" y="150516"/>
                  </a:lnTo>
                  <a:lnTo>
                    <a:pt x="5357" y="151765"/>
                  </a:lnTo>
                  <a:lnTo>
                    <a:pt x="6429" y="153014"/>
                  </a:lnTo>
                  <a:lnTo>
                    <a:pt x="7501" y="154261"/>
                  </a:lnTo>
                  <a:lnTo>
                    <a:pt x="8572" y="155506"/>
                  </a:lnTo>
                  <a:lnTo>
                    <a:pt x="9644" y="156751"/>
                  </a:lnTo>
                  <a:lnTo>
                    <a:pt x="10715" y="157994"/>
                  </a:lnTo>
                  <a:lnTo>
                    <a:pt x="11787" y="159236"/>
                  </a:lnTo>
                  <a:lnTo>
                    <a:pt x="12859" y="160477"/>
                  </a:lnTo>
                  <a:lnTo>
                    <a:pt x="13930" y="161716"/>
                  </a:lnTo>
                  <a:lnTo>
                    <a:pt x="15002" y="162955"/>
                  </a:lnTo>
                  <a:lnTo>
                    <a:pt x="16073" y="164192"/>
                  </a:lnTo>
                  <a:lnTo>
                    <a:pt x="17145" y="165428"/>
                  </a:lnTo>
                  <a:lnTo>
                    <a:pt x="18217" y="166663"/>
                  </a:lnTo>
                  <a:lnTo>
                    <a:pt x="19288" y="167896"/>
                  </a:lnTo>
                  <a:lnTo>
                    <a:pt x="20360" y="169128"/>
                  </a:lnTo>
                  <a:lnTo>
                    <a:pt x="21431" y="170360"/>
                  </a:lnTo>
                  <a:lnTo>
                    <a:pt x="22503" y="171589"/>
                  </a:lnTo>
                  <a:lnTo>
                    <a:pt x="23575" y="172818"/>
                  </a:lnTo>
                  <a:lnTo>
                    <a:pt x="24646" y="174045"/>
                  </a:lnTo>
                  <a:lnTo>
                    <a:pt x="25718" y="175272"/>
                  </a:lnTo>
                  <a:lnTo>
                    <a:pt x="26789" y="176497"/>
                  </a:lnTo>
                  <a:lnTo>
                    <a:pt x="27861" y="177720"/>
                  </a:lnTo>
                  <a:lnTo>
                    <a:pt x="28933" y="178943"/>
                  </a:lnTo>
                  <a:lnTo>
                    <a:pt x="30004" y="180164"/>
                  </a:lnTo>
                  <a:lnTo>
                    <a:pt x="31076" y="181384"/>
                  </a:lnTo>
                  <a:lnTo>
                    <a:pt x="32147" y="182603"/>
                  </a:lnTo>
                  <a:lnTo>
                    <a:pt x="33219" y="183821"/>
                  </a:lnTo>
                  <a:lnTo>
                    <a:pt x="34291" y="185037"/>
                  </a:lnTo>
                  <a:lnTo>
                    <a:pt x="35362" y="186252"/>
                  </a:lnTo>
                  <a:lnTo>
                    <a:pt x="36434" y="187466"/>
                  </a:lnTo>
                  <a:lnTo>
                    <a:pt x="37505" y="188679"/>
                  </a:lnTo>
                  <a:lnTo>
                    <a:pt x="38577" y="189890"/>
                  </a:lnTo>
                  <a:lnTo>
                    <a:pt x="39649" y="191101"/>
                  </a:lnTo>
                  <a:lnTo>
                    <a:pt x="40720" y="192310"/>
                  </a:lnTo>
                  <a:lnTo>
                    <a:pt x="41792" y="193517"/>
                  </a:lnTo>
                  <a:lnTo>
                    <a:pt x="42863" y="194724"/>
                  </a:lnTo>
                  <a:lnTo>
                    <a:pt x="43935" y="195929"/>
                  </a:lnTo>
                  <a:lnTo>
                    <a:pt x="45007" y="197134"/>
                  </a:lnTo>
                  <a:lnTo>
                    <a:pt x="46078" y="198336"/>
                  </a:lnTo>
                  <a:lnTo>
                    <a:pt x="47150" y="199538"/>
                  </a:lnTo>
                  <a:lnTo>
                    <a:pt x="48221" y="200739"/>
                  </a:lnTo>
                  <a:lnTo>
                    <a:pt x="49293" y="201938"/>
                  </a:lnTo>
                  <a:lnTo>
                    <a:pt x="50365" y="203136"/>
                  </a:lnTo>
                  <a:lnTo>
                    <a:pt x="51436" y="204333"/>
                  </a:lnTo>
                  <a:lnTo>
                    <a:pt x="52508" y="205528"/>
                  </a:lnTo>
                  <a:lnTo>
                    <a:pt x="53579" y="206722"/>
                  </a:lnTo>
                  <a:lnTo>
                    <a:pt x="54651" y="207916"/>
                  </a:lnTo>
                  <a:lnTo>
                    <a:pt x="55723" y="209107"/>
                  </a:lnTo>
                  <a:lnTo>
                    <a:pt x="56794" y="210298"/>
                  </a:lnTo>
                  <a:lnTo>
                    <a:pt x="57866" y="211487"/>
                  </a:lnTo>
                  <a:lnTo>
                    <a:pt x="58937" y="212676"/>
                  </a:lnTo>
                  <a:lnTo>
                    <a:pt x="60009" y="213862"/>
                  </a:lnTo>
                  <a:lnTo>
                    <a:pt x="61081" y="215048"/>
                  </a:lnTo>
                  <a:lnTo>
                    <a:pt x="62152" y="216233"/>
                  </a:lnTo>
                  <a:lnTo>
                    <a:pt x="63224" y="217416"/>
                  </a:lnTo>
                  <a:lnTo>
                    <a:pt x="64295" y="218598"/>
                  </a:lnTo>
                  <a:lnTo>
                    <a:pt x="65367" y="219779"/>
                  </a:lnTo>
                  <a:lnTo>
                    <a:pt x="66439" y="220958"/>
                  </a:lnTo>
                  <a:lnTo>
                    <a:pt x="67510" y="222136"/>
                  </a:lnTo>
                  <a:lnTo>
                    <a:pt x="68582" y="223313"/>
                  </a:lnTo>
                  <a:lnTo>
                    <a:pt x="69653" y="224489"/>
                  </a:lnTo>
                  <a:lnTo>
                    <a:pt x="70725" y="225664"/>
                  </a:lnTo>
                  <a:lnTo>
                    <a:pt x="71797" y="226837"/>
                  </a:lnTo>
                  <a:lnTo>
                    <a:pt x="72868" y="228009"/>
                  </a:lnTo>
                  <a:lnTo>
                    <a:pt x="73940" y="229180"/>
                  </a:lnTo>
                  <a:lnTo>
                    <a:pt x="75011" y="230350"/>
                  </a:lnTo>
                  <a:lnTo>
                    <a:pt x="76083" y="231518"/>
                  </a:lnTo>
                  <a:lnTo>
                    <a:pt x="77155" y="232685"/>
                  </a:lnTo>
                  <a:lnTo>
                    <a:pt x="78226" y="233851"/>
                  </a:lnTo>
                  <a:lnTo>
                    <a:pt x="79298" y="235016"/>
                  </a:lnTo>
                  <a:lnTo>
                    <a:pt x="80369" y="236179"/>
                  </a:lnTo>
                  <a:lnTo>
                    <a:pt x="81441" y="237341"/>
                  </a:lnTo>
                  <a:lnTo>
                    <a:pt x="82513" y="238502"/>
                  </a:lnTo>
                  <a:lnTo>
                    <a:pt x="83584" y="239662"/>
                  </a:lnTo>
                  <a:lnTo>
                    <a:pt x="84656" y="240821"/>
                  </a:lnTo>
                  <a:lnTo>
                    <a:pt x="85727" y="241978"/>
                  </a:lnTo>
                  <a:lnTo>
                    <a:pt x="86799" y="243134"/>
                  </a:lnTo>
                  <a:lnTo>
                    <a:pt x="87871" y="244288"/>
                  </a:lnTo>
                  <a:lnTo>
                    <a:pt x="88942" y="245442"/>
                  </a:lnTo>
                  <a:lnTo>
                    <a:pt x="90014" y="246594"/>
                  </a:lnTo>
                  <a:lnTo>
                    <a:pt x="91085" y="247745"/>
                  </a:lnTo>
                  <a:lnTo>
                    <a:pt x="92157" y="248895"/>
                  </a:lnTo>
                  <a:lnTo>
                    <a:pt x="93229" y="250043"/>
                  </a:lnTo>
                  <a:lnTo>
                    <a:pt x="94300" y="251191"/>
                  </a:lnTo>
                  <a:lnTo>
                    <a:pt x="95372" y="252337"/>
                  </a:lnTo>
                  <a:lnTo>
                    <a:pt x="96443" y="253481"/>
                  </a:lnTo>
                  <a:lnTo>
                    <a:pt x="97515" y="254625"/>
                  </a:lnTo>
                  <a:lnTo>
                    <a:pt x="98587" y="255767"/>
                  </a:lnTo>
                  <a:lnTo>
                    <a:pt x="99658" y="256908"/>
                  </a:lnTo>
                  <a:lnTo>
                    <a:pt x="100730" y="258048"/>
                  </a:lnTo>
                  <a:lnTo>
                    <a:pt x="101801" y="259186"/>
                  </a:lnTo>
                  <a:lnTo>
                    <a:pt x="102873" y="260323"/>
                  </a:lnTo>
                  <a:lnTo>
                    <a:pt x="103945" y="261459"/>
                  </a:lnTo>
                  <a:lnTo>
                    <a:pt x="105016" y="262594"/>
                  </a:lnTo>
                  <a:lnTo>
                    <a:pt x="106088" y="263728"/>
                  </a:lnTo>
                  <a:lnTo>
                    <a:pt x="107159" y="264860"/>
                  </a:lnTo>
                  <a:lnTo>
                    <a:pt x="108231" y="265991"/>
                  </a:lnTo>
                  <a:lnTo>
                    <a:pt x="109303" y="267120"/>
                  </a:lnTo>
                  <a:lnTo>
                    <a:pt x="110374" y="268249"/>
                  </a:lnTo>
                  <a:lnTo>
                    <a:pt x="111446" y="269376"/>
                  </a:lnTo>
                  <a:lnTo>
                    <a:pt x="112517" y="270502"/>
                  </a:lnTo>
                  <a:lnTo>
                    <a:pt x="113589" y="271627"/>
                  </a:lnTo>
                  <a:lnTo>
                    <a:pt x="114661" y="272750"/>
                  </a:lnTo>
                  <a:lnTo>
                    <a:pt x="115732" y="273872"/>
                  </a:lnTo>
                  <a:lnTo>
                    <a:pt x="116804" y="274993"/>
                  </a:lnTo>
                  <a:lnTo>
                    <a:pt x="117875" y="276112"/>
                  </a:lnTo>
                  <a:lnTo>
                    <a:pt x="118947" y="277231"/>
                  </a:lnTo>
                  <a:lnTo>
                    <a:pt x="120019" y="278348"/>
                  </a:lnTo>
                  <a:lnTo>
                    <a:pt x="121090" y="279464"/>
                  </a:lnTo>
                  <a:lnTo>
                    <a:pt x="122162" y="280578"/>
                  </a:lnTo>
                  <a:lnTo>
                    <a:pt x="123233" y="281691"/>
                  </a:lnTo>
                  <a:lnTo>
                    <a:pt x="124305" y="282803"/>
                  </a:lnTo>
                  <a:lnTo>
                    <a:pt x="125377" y="283914"/>
                  </a:lnTo>
                  <a:lnTo>
                    <a:pt x="126448" y="285024"/>
                  </a:lnTo>
                  <a:lnTo>
                    <a:pt x="127520" y="286132"/>
                  </a:lnTo>
                  <a:lnTo>
                    <a:pt x="128591" y="287239"/>
                  </a:lnTo>
                  <a:lnTo>
                    <a:pt x="129663" y="288344"/>
                  </a:lnTo>
                  <a:lnTo>
                    <a:pt x="130735" y="289449"/>
                  </a:lnTo>
                  <a:lnTo>
                    <a:pt x="131806" y="290552"/>
                  </a:lnTo>
                  <a:lnTo>
                    <a:pt x="132878" y="291654"/>
                  </a:lnTo>
                  <a:lnTo>
                    <a:pt x="133949" y="292754"/>
                  </a:lnTo>
                  <a:lnTo>
                    <a:pt x="135021" y="293854"/>
                  </a:lnTo>
                  <a:lnTo>
                    <a:pt x="136093" y="294951"/>
                  </a:lnTo>
                  <a:lnTo>
                    <a:pt x="137164" y="296048"/>
                  </a:lnTo>
                  <a:lnTo>
                    <a:pt x="138236" y="297144"/>
                  </a:lnTo>
                  <a:lnTo>
                    <a:pt x="139307" y="298238"/>
                  </a:lnTo>
                  <a:lnTo>
                    <a:pt x="140379" y="299331"/>
                  </a:lnTo>
                  <a:lnTo>
                    <a:pt x="141451" y="300422"/>
                  </a:lnTo>
                  <a:lnTo>
                    <a:pt x="142522" y="301513"/>
                  </a:lnTo>
                  <a:lnTo>
                    <a:pt x="143594" y="302602"/>
                  </a:lnTo>
                  <a:lnTo>
                    <a:pt x="144665" y="303689"/>
                  </a:lnTo>
                  <a:lnTo>
                    <a:pt x="145737" y="304776"/>
                  </a:lnTo>
                  <a:lnTo>
                    <a:pt x="146809" y="305861"/>
                  </a:lnTo>
                  <a:lnTo>
                    <a:pt x="147880" y="306945"/>
                  </a:lnTo>
                  <a:lnTo>
                    <a:pt x="148952" y="308027"/>
                  </a:lnTo>
                  <a:lnTo>
                    <a:pt x="150023" y="309109"/>
                  </a:lnTo>
                  <a:lnTo>
                    <a:pt x="151095" y="310189"/>
                  </a:lnTo>
                  <a:lnTo>
                    <a:pt x="152167" y="311267"/>
                  </a:lnTo>
                  <a:lnTo>
                    <a:pt x="153238" y="312345"/>
                  </a:lnTo>
                  <a:lnTo>
                    <a:pt x="154310" y="313421"/>
                  </a:lnTo>
                  <a:lnTo>
                    <a:pt x="155381" y="314496"/>
                  </a:lnTo>
                  <a:lnTo>
                    <a:pt x="156453" y="315569"/>
                  </a:lnTo>
                  <a:lnTo>
                    <a:pt x="157525" y="316641"/>
                  </a:lnTo>
                  <a:lnTo>
                    <a:pt x="158596" y="317712"/>
                  </a:lnTo>
                  <a:lnTo>
                    <a:pt x="159668" y="318782"/>
                  </a:lnTo>
                  <a:lnTo>
                    <a:pt x="160739" y="319850"/>
                  </a:lnTo>
                  <a:lnTo>
                    <a:pt x="161811" y="320917"/>
                  </a:lnTo>
                  <a:lnTo>
                    <a:pt x="162883" y="321983"/>
                  </a:lnTo>
                  <a:lnTo>
                    <a:pt x="163954" y="323048"/>
                  </a:lnTo>
                  <a:lnTo>
                    <a:pt x="165026" y="324111"/>
                  </a:lnTo>
                  <a:lnTo>
                    <a:pt x="166097" y="325172"/>
                  </a:lnTo>
                  <a:lnTo>
                    <a:pt x="167169" y="326233"/>
                  </a:lnTo>
                  <a:lnTo>
                    <a:pt x="168241" y="327292"/>
                  </a:lnTo>
                  <a:lnTo>
                    <a:pt x="169312" y="328350"/>
                  </a:lnTo>
                  <a:lnTo>
                    <a:pt x="170384" y="329407"/>
                  </a:lnTo>
                  <a:lnTo>
                    <a:pt x="171455" y="330462"/>
                  </a:lnTo>
                  <a:lnTo>
                    <a:pt x="172527" y="331516"/>
                  </a:lnTo>
                  <a:lnTo>
                    <a:pt x="173599" y="332569"/>
                  </a:lnTo>
                  <a:lnTo>
                    <a:pt x="174670" y="333620"/>
                  </a:lnTo>
                  <a:lnTo>
                    <a:pt x="175742" y="334670"/>
                  </a:lnTo>
                  <a:lnTo>
                    <a:pt x="176813" y="335719"/>
                  </a:lnTo>
                  <a:lnTo>
                    <a:pt x="177885" y="336766"/>
                  </a:lnTo>
                  <a:lnTo>
                    <a:pt x="178956" y="337812"/>
                  </a:lnTo>
                  <a:lnTo>
                    <a:pt x="180028" y="338857"/>
                  </a:lnTo>
                  <a:lnTo>
                    <a:pt x="181100" y="339900"/>
                  </a:lnTo>
                  <a:lnTo>
                    <a:pt x="182171" y="340942"/>
                  </a:lnTo>
                  <a:lnTo>
                    <a:pt x="183243" y="341983"/>
                  </a:lnTo>
                  <a:lnTo>
                    <a:pt x="184314" y="343022"/>
                  </a:lnTo>
                  <a:lnTo>
                    <a:pt x="185386" y="344060"/>
                  </a:lnTo>
                  <a:lnTo>
                    <a:pt x="186458" y="345097"/>
                  </a:lnTo>
                  <a:lnTo>
                    <a:pt x="187529" y="346133"/>
                  </a:lnTo>
                  <a:lnTo>
                    <a:pt x="188601" y="347167"/>
                  </a:lnTo>
                  <a:lnTo>
                    <a:pt x="189672" y="348200"/>
                  </a:lnTo>
                  <a:lnTo>
                    <a:pt x="190744" y="349231"/>
                  </a:lnTo>
                  <a:lnTo>
                    <a:pt x="191816" y="350261"/>
                  </a:lnTo>
                  <a:lnTo>
                    <a:pt x="192887" y="351290"/>
                  </a:lnTo>
                  <a:lnTo>
                    <a:pt x="193959" y="352317"/>
                  </a:lnTo>
                  <a:lnTo>
                    <a:pt x="195030" y="353343"/>
                  </a:lnTo>
                  <a:lnTo>
                    <a:pt x="196102" y="354368"/>
                  </a:lnTo>
                  <a:lnTo>
                    <a:pt x="197174" y="355392"/>
                  </a:lnTo>
                  <a:lnTo>
                    <a:pt x="198245" y="356414"/>
                  </a:lnTo>
                  <a:lnTo>
                    <a:pt x="199317" y="357434"/>
                  </a:lnTo>
                  <a:lnTo>
                    <a:pt x="200388" y="358454"/>
                  </a:lnTo>
                  <a:lnTo>
                    <a:pt x="201460" y="359472"/>
                  </a:lnTo>
                  <a:lnTo>
                    <a:pt x="202532" y="360488"/>
                  </a:lnTo>
                  <a:lnTo>
                    <a:pt x="203603" y="361504"/>
                  </a:lnTo>
                  <a:lnTo>
                    <a:pt x="204675" y="362518"/>
                  </a:lnTo>
                  <a:lnTo>
                    <a:pt x="205746" y="363530"/>
                  </a:lnTo>
                  <a:lnTo>
                    <a:pt x="206818" y="364541"/>
                  </a:lnTo>
                  <a:lnTo>
                    <a:pt x="207890" y="365551"/>
                  </a:lnTo>
                  <a:lnTo>
                    <a:pt x="208961" y="366560"/>
                  </a:lnTo>
                  <a:lnTo>
                    <a:pt x="210033" y="367567"/>
                  </a:lnTo>
                  <a:lnTo>
                    <a:pt x="211104" y="368573"/>
                  </a:lnTo>
                  <a:lnTo>
                    <a:pt x="212176" y="369577"/>
                  </a:lnTo>
                  <a:lnTo>
                    <a:pt x="213248" y="370580"/>
                  </a:lnTo>
                  <a:lnTo>
                    <a:pt x="214319" y="371582"/>
                  </a:lnTo>
                  <a:lnTo>
                    <a:pt x="215391" y="372582"/>
                  </a:lnTo>
                  <a:lnTo>
                    <a:pt x="216462" y="373581"/>
                  </a:lnTo>
                  <a:lnTo>
                    <a:pt x="217534" y="374579"/>
                  </a:lnTo>
                  <a:lnTo>
                    <a:pt x="218606" y="375575"/>
                  </a:lnTo>
                  <a:lnTo>
                    <a:pt x="219677" y="376570"/>
                  </a:lnTo>
                  <a:lnTo>
                    <a:pt x="220749" y="377564"/>
                  </a:lnTo>
                  <a:lnTo>
                    <a:pt x="221820" y="378556"/>
                  </a:lnTo>
                  <a:lnTo>
                    <a:pt x="222892" y="379546"/>
                  </a:lnTo>
                  <a:lnTo>
                    <a:pt x="223964" y="380536"/>
                  </a:lnTo>
                  <a:lnTo>
                    <a:pt x="225035" y="381524"/>
                  </a:lnTo>
                  <a:lnTo>
                    <a:pt x="226107" y="382510"/>
                  </a:lnTo>
                  <a:lnTo>
                    <a:pt x="227178" y="383496"/>
                  </a:lnTo>
                  <a:lnTo>
                    <a:pt x="228250" y="384479"/>
                  </a:lnTo>
                  <a:lnTo>
                    <a:pt x="229322" y="385462"/>
                  </a:lnTo>
                  <a:lnTo>
                    <a:pt x="230393" y="386443"/>
                  </a:lnTo>
                  <a:lnTo>
                    <a:pt x="231465" y="387422"/>
                  </a:lnTo>
                  <a:lnTo>
                    <a:pt x="232536" y="388401"/>
                  </a:lnTo>
                  <a:lnTo>
                    <a:pt x="233608" y="389377"/>
                  </a:lnTo>
                  <a:lnTo>
                    <a:pt x="234680" y="390353"/>
                  </a:lnTo>
                  <a:lnTo>
                    <a:pt x="235751" y="391327"/>
                  </a:lnTo>
                  <a:lnTo>
                    <a:pt x="236823" y="392300"/>
                  </a:lnTo>
                  <a:lnTo>
                    <a:pt x="237894" y="393271"/>
                  </a:lnTo>
                  <a:lnTo>
                    <a:pt x="238966" y="394241"/>
                  </a:lnTo>
                  <a:lnTo>
                    <a:pt x="240038" y="395209"/>
                  </a:lnTo>
                  <a:lnTo>
                    <a:pt x="241109" y="396176"/>
                  </a:lnTo>
                  <a:lnTo>
                    <a:pt x="242181" y="397142"/>
                  </a:lnTo>
                  <a:lnTo>
                    <a:pt x="243252" y="398106"/>
                  </a:lnTo>
                  <a:lnTo>
                    <a:pt x="244324" y="399068"/>
                  </a:lnTo>
                  <a:lnTo>
                    <a:pt x="245396" y="400030"/>
                  </a:lnTo>
                  <a:lnTo>
                    <a:pt x="246467" y="400990"/>
                  </a:lnTo>
                  <a:lnTo>
                    <a:pt x="247539" y="401948"/>
                  </a:lnTo>
                  <a:lnTo>
                    <a:pt x="248610" y="402905"/>
                  </a:lnTo>
                  <a:lnTo>
                    <a:pt x="249682" y="403861"/>
                  </a:lnTo>
                  <a:lnTo>
                    <a:pt x="250754" y="404815"/>
                  </a:lnTo>
                  <a:lnTo>
                    <a:pt x="251825" y="405768"/>
                  </a:lnTo>
                  <a:lnTo>
                    <a:pt x="252897" y="406719"/>
                  </a:lnTo>
                  <a:lnTo>
                    <a:pt x="253968" y="407669"/>
                  </a:lnTo>
                  <a:lnTo>
                    <a:pt x="255040" y="408618"/>
                  </a:lnTo>
                  <a:lnTo>
                    <a:pt x="256112" y="409565"/>
                  </a:lnTo>
                  <a:lnTo>
                    <a:pt x="257183" y="410510"/>
                  </a:lnTo>
                  <a:lnTo>
                    <a:pt x="258255" y="411455"/>
                  </a:lnTo>
                  <a:lnTo>
                    <a:pt x="259326" y="412397"/>
                  </a:lnTo>
                  <a:lnTo>
                    <a:pt x="260398" y="413339"/>
                  </a:lnTo>
                  <a:lnTo>
                    <a:pt x="261470" y="414278"/>
                  </a:lnTo>
                  <a:lnTo>
                    <a:pt x="262541" y="415217"/>
                  </a:lnTo>
                  <a:lnTo>
                    <a:pt x="263613" y="416154"/>
                  </a:lnTo>
                  <a:lnTo>
                    <a:pt x="264684" y="417089"/>
                  </a:lnTo>
                  <a:lnTo>
                    <a:pt x="265756" y="418023"/>
                  </a:lnTo>
                  <a:lnTo>
                    <a:pt x="266828" y="418956"/>
                  </a:lnTo>
                  <a:lnTo>
                    <a:pt x="267899" y="419887"/>
                  </a:lnTo>
                  <a:lnTo>
                    <a:pt x="268971" y="420817"/>
                  </a:lnTo>
                  <a:lnTo>
                    <a:pt x="270042" y="421745"/>
                  </a:lnTo>
                  <a:lnTo>
                    <a:pt x="271114" y="422671"/>
                  </a:lnTo>
                  <a:lnTo>
                    <a:pt x="272186" y="423597"/>
                  </a:lnTo>
                  <a:lnTo>
                    <a:pt x="273257" y="424520"/>
                  </a:lnTo>
                  <a:lnTo>
                    <a:pt x="274329" y="425443"/>
                  </a:lnTo>
                  <a:lnTo>
                    <a:pt x="275400" y="426364"/>
                  </a:lnTo>
                  <a:lnTo>
                    <a:pt x="276472" y="427283"/>
                  </a:lnTo>
                  <a:lnTo>
                    <a:pt x="277544" y="428201"/>
                  </a:lnTo>
                  <a:lnTo>
                    <a:pt x="278615" y="429117"/>
                  </a:lnTo>
                  <a:lnTo>
                    <a:pt x="279687" y="430032"/>
                  </a:lnTo>
                  <a:lnTo>
                    <a:pt x="280758" y="430945"/>
                  </a:lnTo>
                  <a:lnTo>
                    <a:pt x="281830" y="431857"/>
                  </a:lnTo>
                  <a:lnTo>
                    <a:pt x="282902" y="432768"/>
                  </a:lnTo>
                  <a:lnTo>
                    <a:pt x="283973" y="433677"/>
                  </a:lnTo>
                  <a:lnTo>
                    <a:pt x="285045" y="434584"/>
                  </a:lnTo>
                  <a:lnTo>
                    <a:pt x="286116" y="435490"/>
                  </a:lnTo>
                  <a:lnTo>
                    <a:pt x="287188" y="436394"/>
                  </a:lnTo>
                  <a:lnTo>
                    <a:pt x="288260" y="437297"/>
                  </a:lnTo>
                  <a:lnTo>
                    <a:pt x="289331" y="438199"/>
                  </a:lnTo>
                  <a:lnTo>
                    <a:pt x="290403" y="439099"/>
                  </a:lnTo>
                  <a:lnTo>
                    <a:pt x="291474" y="439997"/>
                  </a:lnTo>
                  <a:lnTo>
                    <a:pt x="292546" y="440894"/>
                  </a:lnTo>
                  <a:lnTo>
                    <a:pt x="293618" y="441789"/>
                  </a:lnTo>
                  <a:lnTo>
                    <a:pt x="294689" y="442683"/>
                  </a:lnTo>
                  <a:lnTo>
                    <a:pt x="295761" y="443575"/>
                  </a:lnTo>
                  <a:lnTo>
                    <a:pt x="296832" y="444466"/>
                  </a:lnTo>
                  <a:lnTo>
                    <a:pt x="297904" y="445355"/>
                  </a:lnTo>
                  <a:lnTo>
                    <a:pt x="298976" y="446243"/>
                  </a:lnTo>
                  <a:lnTo>
                    <a:pt x="300047" y="447129"/>
                  </a:lnTo>
                  <a:lnTo>
                    <a:pt x="301119" y="448014"/>
                  </a:lnTo>
                  <a:lnTo>
                    <a:pt x="302190" y="448897"/>
                  </a:lnTo>
                  <a:lnTo>
                    <a:pt x="303262" y="449778"/>
                  </a:lnTo>
                  <a:lnTo>
                    <a:pt x="304334" y="450658"/>
                  </a:lnTo>
                  <a:lnTo>
                    <a:pt x="305405" y="451537"/>
                  </a:lnTo>
                  <a:lnTo>
                    <a:pt x="306477" y="452414"/>
                  </a:lnTo>
                  <a:lnTo>
                    <a:pt x="307548" y="453289"/>
                  </a:lnTo>
                  <a:lnTo>
                    <a:pt x="308620" y="454163"/>
                  </a:lnTo>
                  <a:lnTo>
                    <a:pt x="309692" y="455035"/>
                  </a:lnTo>
                  <a:lnTo>
                    <a:pt x="310763" y="455906"/>
                  </a:lnTo>
                  <a:lnTo>
                    <a:pt x="311835" y="456775"/>
                  </a:lnTo>
                  <a:lnTo>
                    <a:pt x="312906" y="457643"/>
                  </a:lnTo>
                  <a:lnTo>
                    <a:pt x="313978" y="458509"/>
                  </a:lnTo>
                  <a:lnTo>
                    <a:pt x="315050" y="459373"/>
                  </a:lnTo>
                  <a:lnTo>
                    <a:pt x="316121" y="460236"/>
                  </a:lnTo>
                  <a:lnTo>
                    <a:pt x="317193" y="461097"/>
                  </a:lnTo>
                  <a:lnTo>
                    <a:pt x="318264" y="461957"/>
                  </a:lnTo>
                  <a:lnTo>
                    <a:pt x="319336" y="462815"/>
                  </a:lnTo>
                  <a:lnTo>
                    <a:pt x="320408" y="463672"/>
                  </a:lnTo>
                  <a:lnTo>
                    <a:pt x="321479" y="464527"/>
                  </a:lnTo>
                  <a:lnTo>
                    <a:pt x="322551" y="465380"/>
                  </a:lnTo>
                  <a:lnTo>
                    <a:pt x="323622" y="466232"/>
                  </a:lnTo>
                  <a:lnTo>
                    <a:pt x="324694" y="467082"/>
                  </a:lnTo>
                  <a:lnTo>
                    <a:pt x="325766" y="467930"/>
                  </a:lnTo>
                  <a:lnTo>
                    <a:pt x="326837" y="468777"/>
                  </a:lnTo>
                  <a:lnTo>
                    <a:pt x="327909" y="469623"/>
                  </a:lnTo>
                  <a:lnTo>
                    <a:pt x="328980" y="470466"/>
                  </a:lnTo>
                  <a:lnTo>
                    <a:pt x="330052" y="471309"/>
                  </a:lnTo>
                  <a:lnTo>
                    <a:pt x="331124" y="472149"/>
                  </a:lnTo>
                  <a:lnTo>
                    <a:pt x="332195" y="472988"/>
                  </a:lnTo>
                  <a:lnTo>
                    <a:pt x="333267" y="473825"/>
                  </a:lnTo>
                  <a:lnTo>
                    <a:pt x="334338" y="474661"/>
                  </a:lnTo>
                  <a:lnTo>
                    <a:pt x="335410" y="475495"/>
                  </a:lnTo>
                  <a:lnTo>
                    <a:pt x="336482" y="476327"/>
                  </a:lnTo>
                  <a:lnTo>
                    <a:pt x="337553" y="477158"/>
                  </a:lnTo>
                  <a:lnTo>
                    <a:pt x="338625" y="477987"/>
                  </a:lnTo>
                  <a:lnTo>
                    <a:pt x="339696" y="478815"/>
                  </a:lnTo>
                  <a:lnTo>
                    <a:pt x="340768" y="479640"/>
                  </a:lnTo>
                  <a:lnTo>
                    <a:pt x="341840" y="480464"/>
                  </a:lnTo>
                  <a:lnTo>
                    <a:pt x="342911" y="481287"/>
                  </a:lnTo>
                  <a:lnTo>
                    <a:pt x="343983" y="482108"/>
                  </a:lnTo>
                  <a:lnTo>
                    <a:pt x="345054" y="482927"/>
                  </a:lnTo>
                  <a:lnTo>
                    <a:pt x="346126" y="483745"/>
                  </a:lnTo>
                  <a:lnTo>
                    <a:pt x="347198" y="484560"/>
                  </a:lnTo>
                  <a:lnTo>
                    <a:pt x="348269" y="485375"/>
                  </a:lnTo>
                  <a:lnTo>
                    <a:pt x="349341" y="486187"/>
                  </a:lnTo>
                  <a:lnTo>
                    <a:pt x="350412" y="486998"/>
                  </a:lnTo>
                  <a:lnTo>
                    <a:pt x="351484" y="487807"/>
                  </a:lnTo>
                  <a:lnTo>
                    <a:pt x="352556" y="488615"/>
                  </a:lnTo>
                  <a:lnTo>
                    <a:pt x="353627" y="489421"/>
                  </a:lnTo>
                  <a:lnTo>
                    <a:pt x="354699" y="490225"/>
                  </a:lnTo>
                  <a:lnTo>
                    <a:pt x="355770" y="491027"/>
                  </a:lnTo>
                  <a:lnTo>
                    <a:pt x="356842" y="491828"/>
                  </a:lnTo>
                  <a:lnTo>
                    <a:pt x="357913" y="492627"/>
                  </a:lnTo>
                  <a:lnTo>
                    <a:pt x="358985" y="493424"/>
                  </a:lnTo>
                  <a:lnTo>
                    <a:pt x="360057" y="494220"/>
                  </a:lnTo>
                  <a:lnTo>
                    <a:pt x="361128" y="495014"/>
                  </a:lnTo>
                  <a:lnTo>
                    <a:pt x="362200" y="495806"/>
                  </a:lnTo>
                  <a:lnTo>
                    <a:pt x="363271" y="496597"/>
                  </a:lnTo>
                  <a:lnTo>
                    <a:pt x="364343" y="497385"/>
                  </a:lnTo>
                  <a:lnTo>
                    <a:pt x="365415" y="498172"/>
                  </a:lnTo>
                  <a:lnTo>
                    <a:pt x="366486" y="498958"/>
                  </a:lnTo>
                  <a:lnTo>
                    <a:pt x="367558" y="499741"/>
                  </a:lnTo>
                  <a:lnTo>
                    <a:pt x="368629" y="500523"/>
                  </a:lnTo>
                  <a:lnTo>
                    <a:pt x="369701" y="501303"/>
                  </a:lnTo>
                  <a:lnTo>
                    <a:pt x="370773" y="502082"/>
                  </a:lnTo>
                  <a:lnTo>
                    <a:pt x="371844" y="502858"/>
                  </a:lnTo>
                  <a:lnTo>
                    <a:pt x="372916" y="503633"/>
                  </a:lnTo>
                  <a:lnTo>
                    <a:pt x="373987" y="504406"/>
                  </a:lnTo>
                  <a:lnTo>
                    <a:pt x="375059" y="505178"/>
                  </a:lnTo>
                  <a:lnTo>
                    <a:pt x="376131" y="505947"/>
                  </a:lnTo>
                  <a:lnTo>
                    <a:pt x="377202" y="506715"/>
                  </a:lnTo>
                  <a:lnTo>
                    <a:pt x="378274" y="507481"/>
                  </a:lnTo>
                  <a:lnTo>
                    <a:pt x="379345" y="508246"/>
                  </a:lnTo>
                  <a:lnTo>
                    <a:pt x="380417" y="509008"/>
                  </a:lnTo>
                  <a:lnTo>
                    <a:pt x="381489" y="509769"/>
                  </a:lnTo>
                  <a:lnTo>
                    <a:pt x="382560" y="510528"/>
                  </a:lnTo>
                  <a:lnTo>
                    <a:pt x="383632" y="511285"/>
                  </a:lnTo>
                  <a:lnTo>
                    <a:pt x="384703" y="512040"/>
                  </a:lnTo>
                  <a:lnTo>
                    <a:pt x="385775" y="512794"/>
                  </a:lnTo>
                  <a:lnTo>
                    <a:pt x="386847" y="513546"/>
                  </a:lnTo>
                  <a:lnTo>
                    <a:pt x="387918" y="514296"/>
                  </a:lnTo>
                  <a:lnTo>
                    <a:pt x="388990" y="515044"/>
                  </a:lnTo>
                  <a:lnTo>
                    <a:pt x="390061" y="515790"/>
                  </a:lnTo>
                  <a:lnTo>
                    <a:pt x="391133" y="516535"/>
                  </a:lnTo>
                  <a:lnTo>
                    <a:pt x="392205" y="517278"/>
                  </a:lnTo>
                  <a:lnTo>
                    <a:pt x="393276" y="518019"/>
                  </a:lnTo>
                  <a:lnTo>
                    <a:pt x="394348" y="518758"/>
                  </a:lnTo>
                  <a:lnTo>
                    <a:pt x="395419" y="519495"/>
                  </a:lnTo>
                  <a:lnTo>
                    <a:pt x="396491" y="520230"/>
                  </a:lnTo>
                  <a:lnTo>
                    <a:pt x="397563" y="520964"/>
                  </a:lnTo>
                  <a:lnTo>
                    <a:pt x="398634" y="521696"/>
                  </a:lnTo>
                  <a:lnTo>
                    <a:pt x="399706" y="522425"/>
                  </a:lnTo>
                  <a:lnTo>
                    <a:pt x="400777" y="523153"/>
                  </a:lnTo>
                  <a:lnTo>
                    <a:pt x="401849" y="523880"/>
                  </a:lnTo>
                  <a:lnTo>
                    <a:pt x="402921" y="524604"/>
                  </a:lnTo>
                  <a:lnTo>
                    <a:pt x="403992" y="525326"/>
                  </a:lnTo>
                  <a:lnTo>
                    <a:pt x="405064" y="526047"/>
                  </a:lnTo>
                  <a:lnTo>
                    <a:pt x="406135" y="526766"/>
                  </a:lnTo>
                  <a:lnTo>
                    <a:pt x="407207" y="527482"/>
                  </a:lnTo>
                  <a:lnTo>
                    <a:pt x="408279" y="528197"/>
                  </a:lnTo>
                  <a:lnTo>
                    <a:pt x="409350" y="528910"/>
                  </a:lnTo>
                  <a:lnTo>
                    <a:pt x="410422" y="529621"/>
                  </a:lnTo>
                  <a:lnTo>
                    <a:pt x="411493" y="530330"/>
                  </a:lnTo>
                  <a:lnTo>
                    <a:pt x="412565" y="531037"/>
                  </a:lnTo>
                  <a:lnTo>
                    <a:pt x="413637" y="531743"/>
                  </a:lnTo>
                  <a:lnTo>
                    <a:pt x="414708" y="532446"/>
                  </a:lnTo>
                  <a:lnTo>
                    <a:pt x="415780" y="533147"/>
                  </a:lnTo>
                  <a:lnTo>
                    <a:pt x="416851" y="533847"/>
                  </a:lnTo>
                  <a:lnTo>
                    <a:pt x="417923" y="534544"/>
                  </a:lnTo>
                  <a:lnTo>
                    <a:pt x="418995" y="535239"/>
                  </a:lnTo>
                  <a:lnTo>
                    <a:pt x="420066" y="535933"/>
                  </a:lnTo>
                  <a:lnTo>
                    <a:pt x="421138" y="536624"/>
                  </a:lnTo>
                  <a:lnTo>
                    <a:pt x="422209" y="537314"/>
                  </a:lnTo>
                  <a:lnTo>
                    <a:pt x="423281" y="538001"/>
                  </a:lnTo>
                  <a:lnTo>
                    <a:pt x="424353" y="538687"/>
                  </a:lnTo>
                  <a:lnTo>
                    <a:pt x="425424" y="539370"/>
                  </a:lnTo>
                  <a:lnTo>
                    <a:pt x="426496" y="540052"/>
                  </a:lnTo>
                  <a:lnTo>
                    <a:pt x="427567" y="540731"/>
                  </a:lnTo>
                  <a:lnTo>
                    <a:pt x="428639" y="541409"/>
                  </a:lnTo>
                  <a:lnTo>
                    <a:pt x="429711" y="542084"/>
                  </a:lnTo>
                  <a:lnTo>
                    <a:pt x="430782" y="542757"/>
                  </a:lnTo>
                  <a:lnTo>
                    <a:pt x="431854" y="543428"/>
                  </a:lnTo>
                  <a:lnTo>
                    <a:pt x="432925" y="544098"/>
                  </a:lnTo>
                  <a:lnTo>
                    <a:pt x="433997" y="544765"/>
                  </a:lnTo>
                  <a:lnTo>
                    <a:pt x="435069" y="545430"/>
                  </a:lnTo>
                  <a:lnTo>
                    <a:pt x="436140" y="546093"/>
                  </a:lnTo>
                  <a:lnTo>
                    <a:pt x="437212" y="546754"/>
                  </a:lnTo>
                  <a:lnTo>
                    <a:pt x="438283" y="547413"/>
                  </a:lnTo>
                  <a:lnTo>
                    <a:pt x="439355" y="548069"/>
                  </a:lnTo>
                  <a:lnTo>
                    <a:pt x="440427" y="548724"/>
                  </a:lnTo>
                  <a:lnTo>
                    <a:pt x="441498" y="549376"/>
                  </a:lnTo>
                  <a:lnTo>
                    <a:pt x="442570" y="550027"/>
                  </a:lnTo>
                  <a:lnTo>
                    <a:pt x="443641" y="550675"/>
                  </a:lnTo>
                  <a:lnTo>
                    <a:pt x="444713" y="551321"/>
                  </a:lnTo>
                  <a:lnTo>
                    <a:pt x="445785" y="551965"/>
                  </a:lnTo>
                  <a:lnTo>
                    <a:pt x="446856" y="552607"/>
                  </a:lnTo>
                  <a:lnTo>
                    <a:pt x="447928" y="553247"/>
                  </a:lnTo>
                  <a:lnTo>
                    <a:pt x="448999" y="553885"/>
                  </a:lnTo>
                  <a:lnTo>
                    <a:pt x="450071" y="554520"/>
                  </a:lnTo>
                  <a:lnTo>
                    <a:pt x="451143" y="555153"/>
                  </a:lnTo>
                  <a:lnTo>
                    <a:pt x="452214" y="555785"/>
                  </a:lnTo>
                  <a:lnTo>
                    <a:pt x="453286" y="556413"/>
                  </a:lnTo>
                  <a:lnTo>
                    <a:pt x="454357" y="557040"/>
                  </a:lnTo>
                  <a:lnTo>
                    <a:pt x="455429" y="557665"/>
                  </a:lnTo>
                  <a:lnTo>
                    <a:pt x="456501" y="558287"/>
                  </a:lnTo>
                  <a:lnTo>
                    <a:pt x="457572" y="558908"/>
                  </a:lnTo>
                  <a:lnTo>
                    <a:pt x="458644" y="559526"/>
                  </a:lnTo>
                  <a:lnTo>
                    <a:pt x="459715" y="560141"/>
                  </a:lnTo>
                  <a:lnTo>
                    <a:pt x="460787" y="560755"/>
                  </a:lnTo>
                  <a:lnTo>
                    <a:pt x="461859" y="561366"/>
                  </a:lnTo>
                  <a:lnTo>
                    <a:pt x="462930" y="561976"/>
                  </a:lnTo>
                  <a:lnTo>
                    <a:pt x="464002" y="562583"/>
                  </a:lnTo>
                  <a:lnTo>
                    <a:pt x="465073" y="563187"/>
                  </a:lnTo>
                  <a:lnTo>
                    <a:pt x="466145" y="563790"/>
                  </a:lnTo>
                  <a:lnTo>
                    <a:pt x="467217" y="564390"/>
                  </a:lnTo>
                  <a:lnTo>
                    <a:pt x="468288" y="564988"/>
                  </a:lnTo>
                  <a:lnTo>
                    <a:pt x="469360" y="565584"/>
                  </a:lnTo>
                  <a:lnTo>
                    <a:pt x="470431" y="566177"/>
                  </a:lnTo>
                  <a:lnTo>
                    <a:pt x="471503" y="566769"/>
                  </a:lnTo>
                  <a:lnTo>
                    <a:pt x="472575" y="567358"/>
                  </a:lnTo>
                  <a:lnTo>
                    <a:pt x="473646" y="567944"/>
                  </a:lnTo>
                  <a:lnTo>
                    <a:pt x="474718" y="568529"/>
                  </a:lnTo>
                  <a:lnTo>
                    <a:pt x="475789" y="569111"/>
                  </a:lnTo>
                  <a:lnTo>
                    <a:pt x="476861" y="569691"/>
                  </a:lnTo>
                  <a:lnTo>
                    <a:pt x="477933" y="570268"/>
                  </a:lnTo>
                  <a:lnTo>
                    <a:pt x="479004" y="570844"/>
                  </a:lnTo>
                  <a:lnTo>
                    <a:pt x="480076" y="571417"/>
                  </a:lnTo>
                  <a:lnTo>
                    <a:pt x="481147" y="571988"/>
                  </a:lnTo>
                  <a:lnTo>
                    <a:pt x="482219" y="572556"/>
                  </a:lnTo>
                  <a:lnTo>
                    <a:pt x="483291" y="573122"/>
                  </a:lnTo>
                  <a:lnTo>
                    <a:pt x="484362" y="573686"/>
                  </a:lnTo>
                  <a:lnTo>
                    <a:pt x="485434" y="574247"/>
                  </a:lnTo>
                  <a:lnTo>
                    <a:pt x="486505" y="574806"/>
                  </a:lnTo>
                  <a:lnTo>
                    <a:pt x="487577" y="575363"/>
                  </a:lnTo>
                  <a:lnTo>
                    <a:pt x="488649" y="575918"/>
                  </a:lnTo>
                  <a:lnTo>
                    <a:pt x="489720" y="576470"/>
                  </a:lnTo>
                  <a:lnTo>
                    <a:pt x="490792" y="577020"/>
                  </a:lnTo>
                  <a:lnTo>
                    <a:pt x="491863" y="577567"/>
                  </a:lnTo>
                  <a:lnTo>
                    <a:pt x="492935" y="578112"/>
                  </a:lnTo>
                  <a:lnTo>
                    <a:pt x="494007" y="578655"/>
                  </a:lnTo>
                  <a:lnTo>
                    <a:pt x="495078" y="579196"/>
                  </a:lnTo>
                  <a:lnTo>
                    <a:pt x="496150" y="579734"/>
                  </a:lnTo>
                  <a:lnTo>
                    <a:pt x="497221" y="580269"/>
                  </a:lnTo>
                  <a:lnTo>
                    <a:pt x="498293" y="580803"/>
                  </a:lnTo>
                  <a:lnTo>
                    <a:pt x="499365" y="581334"/>
                  </a:lnTo>
                  <a:lnTo>
                    <a:pt x="500436" y="581862"/>
                  </a:lnTo>
                  <a:lnTo>
                    <a:pt x="501508" y="582388"/>
                  </a:lnTo>
                  <a:lnTo>
                    <a:pt x="502579" y="582912"/>
                  </a:lnTo>
                  <a:lnTo>
                    <a:pt x="503651" y="583434"/>
                  </a:lnTo>
                  <a:lnTo>
                    <a:pt x="504723" y="583953"/>
                  </a:lnTo>
                  <a:lnTo>
                    <a:pt x="505794" y="584470"/>
                  </a:lnTo>
                  <a:lnTo>
                    <a:pt x="506866" y="584984"/>
                  </a:lnTo>
                  <a:lnTo>
                    <a:pt x="507937" y="585496"/>
                  </a:lnTo>
                  <a:lnTo>
                    <a:pt x="509009" y="586005"/>
                  </a:lnTo>
                  <a:lnTo>
                    <a:pt x="510081" y="586512"/>
                  </a:lnTo>
                  <a:lnTo>
                    <a:pt x="511152" y="587017"/>
                  </a:lnTo>
                  <a:lnTo>
                    <a:pt x="512224" y="587519"/>
                  </a:lnTo>
                  <a:lnTo>
                    <a:pt x="513295" y="588019"/>
                  </a:lnTo>
                  <a:lnTo>
                    <a:pt x="514367" y="588517"/>
                  </a:lnTo>
                  <a:lnTo>
                    <a:pt x="515439" y="589012"/>
                  </a:lnTo>
                  <a:lnTo>
                    <a:pt x="516510" y="589504"/>
                  </a:lnTo>
                  <a:lnTo>
                    <a:pt x="517582" y="589995"/>
                  </a:lnTo>
                  <a:lnTo>
                    <a:pt x="518653" y="590482"/>
                  </a:lnTo>
                  <a:lnTo>
                    <a:pt x="519725" y="590968"/>
                  </a:lnTo>
                  <a:lnTo>
                    <a:pt x="520797" y="591451"/>
                  </a:lnTo>
                  <a:lnTo>
                    <a:pt x="521868" y="591931"/>
                  </a:lnTo>
                  <a:lnTo>
                    <a:pt x="522940" y="592409"/>
                  </a:lnTo>
                  <a:lnTo>
                    <a:pt x="524011" y="592885"/>
                  </a:lnTo>
                  <a:lnTo>
                    <a:pt x="525083" y="593358"/>
                  </a:lnTo>
                  <a:lnTo>
                    <a:pt x="526155" y="593829"/>
                  </a:lnTo>
                  <a:lnTo>
                    <a:pt x="527226" y="594297"/>
                  </a:lnTo>
                  <a:lnTo>
                    <a:pt x="528298" y="594763"/>
                  </a:lnTo>
                  <a:lnTo>
                    <a:pt x="529369" y="595226"/>
                  </a:lnTo>
                  <a:lnTo>
                    <a:pt x="530441" y="595687"/>
                  </a:lnTo>
                  <a:lnTo>
                    <a:pt x="531513" y="596146"/>
                  </a:lnTo>
                  <a:lnTo>
                    <a:pt x="532584" y="596602"/>
                  </a:lnTo>
                  <a:lnTo>
                    <a:pt x="533656" y="597056"/>
                  </a:lnTo>
                  <a:lnTo>
                    <a:pt x="534727" y="597507"/>
                  </a:lnTo>
                  <a:lnTo>
                    <a:pt x="535799" y="597956"/>
                  </a:lnTo>
                  <a:lnTo>
                    <a:pt x="536870" y="598402"/>
                  </a:lnTo>
                  <a:lnTo>
                    <a:pt x="537942" y="598846"/>
                  </a:lnTo>
                  <a:lnTo>
                    <a:pt x="539014" y="599287"/>
                  </a:lnTo>
                  <a:lnTo>
                    <a:pt x="540085" y="599726"/>
                  </a:lnTo>
                  <a:lnTo>
                    <a:pt x="541157" y="600162"/>
                  </a:lnTo>
                  <a:lnTo>
                    <a:pt x="542228" y="600596"/>
                  </a:lnTo>
                  <a:lnTo>
                    <a:pt x="543300" y="601028"/>
                  </a:lnTo>
                  <a:lnTo>
                    <a:pt x="544372" y="601457"/>
                  </a:lnTo>
                  <a:lnTo>
                    <a:pt x="545443" y="601883"/>
                  </a:lnTo>
                  <a:lnTo>
                    <a:pt x="546515" y="602307"/>
                  </a:lnTo>
                  <a:lnTo>
                    <a:pt x="547586" y="602729"/>
                  </a:lnTo>
                  <a:lnTo>
                    <a:pt x="548658" y="603148"/>
                  </a:lnTo>
                  <a:lnTo>
                    <a:pt x="549730" y="603565"/>
                  </a:lnTo>
                  <a:lnTo>
                    <a:pt x="550801" y="603979"/>
                  </a:lnTo>
                  <a:lnTo>
                    <a:pt x="551873" y="604391"/>
                  </a:lnTo>
                  <a:lnTo>
                    <a:pt x="552944" y="604800"/>
                  </a:lnTo>
                  <a:lnTo>
                    <a:pt x="554016" y="605207"/>
                  </a:lnTo>
                  <a:lnTo>
                    <a:pt x="555088" y="605611"/>
                  </a:lnTo>
                  <a:lnTo>
                    <a:pt x="556159" y="606013"/>
                  </a:lnTo>
                  <a:lnTo>
                    <a:pt x="557231" y="606412"/>
                  </a:lnTo>
                  <a:lnTo>
                    <a:pt x="558302" y="606809"/>
                  </a:lnTo>
                  <a:lnTo>
                    <a:pt x="559374" y="607204"/>
                  </a:lnTo>
                  <a:lnTo>
                    <a:pt x="560446" y="607596"/>
                  </a:lnTo>
                  <a:lnTo>
                    <a:pt x="561517" y="607985"/>
                  </a:lnTo>
                  <a:lnTo>
                    <a:pt x="562589" y="608372"/>
                  </a:lnTo>
                  <a:lnTo>
                    <a:pt x="563660" y="608757"/>
                  </a:lnTo>
                  <a:lnTo>
                    <a:pt x="564732" y="609139"/>
                  </a:lnTo>
                  <a:lnTo>
                    <a:pt x="565804" y="609518"/>
                  </a:lnTo>
                  <a:lnTo>
                    <a:pt x="566875" y="609895"/>
                  </a:lnTo>
                  <a:lnTo>
                    <a:pt x="567947" y="610270"/>
                  </a:lnTo>
                  <a:lnTo>
                    <a:pt x="569018" y="610642"/>
                  </a:lnTo>
                  <a:lnTo>
                    <a:pt x="570090" y="611012"/>
                  </a:lnTo>
                  <a:lnTo>
                    <a:pt x="571162" y="611379"/>
                  </a:lnTo>
                  <a:lnTo>
                    <a:pt x="572233" y="611744"/>
                  </a:lnTo>
                  <a:lnTo>
                    <a:pt x="573305" y="612106"/>
                  </a:lnTo>
                  <a:lnTo>
                    <a:pt x="574376" y="612466"/>
                  </a:lnTo>
                  <a:lnTo>
                    <a:pt x="575448" y="612823"/>
                  </a:lnTo>
                  <a:lnTo>
                    <a:pt x="576520" y="613178"/>
                  </a:lnTo>
                  <a:lnTo>
                    <a:pt x="577591" y="613531"/>
                  </a:lnTo>
                  <a:lnTo>
                    <a:pt x="578663" y="613881"/>
                  </a:lnTo>
                  <a:lnTo>
                    <a:pt x="579734" y="614228"/>
                  </a:lnTo>
                  <a:lnTo>
                    <a:pt x="580806" y="614573"/>
                  </a:lnTo>
                  <a:lnTo>
                    <a:pt x="581878" y="614916"/>
                  </a:lnTo>
                  <a:lnTo>
                    <a:pt x="582949" y="615256"/>
                  </a:lnTo>
                  <a:lnTo>
                    <a:pt x="584021" y="615594"/>
                  </a:lnTo>
                  <a:lnTo>
                    <a:pt x="585092" y="615929"/>
                  </a:lnTo>
                  <a:lnTo>
                    <a:pt x="586164" y="616262"/>
                  </a:lnTo>
                  <a:lnTo>
                    <a:pt x="587236" y="616592"/>
                  </a:lnTo>
                  <a:lnTo>
                    <a:pt x="588307" y="616920"/>
                  </a:lnTo>
                  <a:lnTo>
                    <a:pt x="589379" y="617245"/>
                  </a:lnTo>
                  <a:lnTo>
                    <a:pt x="590450" y="617568"/>
                  </a:lnTo>
                  <a:lnTo>
                    <a:pt x="591522" y="617889"/>
                  </a:lnTo>
                  <a:lnTo>
                    <a:pt x="592594" y="618207"/>
                  </a:lnTo>
                  <a:lnTo>
                    <a:pt x="593665" y="618522"/>
                  </a:lnTo>
                  <a:lnTo>
                    <a:pt x="594737" y="618835"/>
                  </a:lnTo>
                  <a:lnTo>
                    <a:pt x="595808" y="619146"/>
                  </a:lnTo>
                  <a:lnTo>
                    <a:pt x="596880" y="619455"/>
                  </a:lnTo>
                  <a:lnTo>
                    <a:pt x="597952" y="619760"/>
                  </a:lnTo>
                  <a:lnTo>
                    <a:pt x="599023" y="620064"/>
                  </a:lnTo>
                  <a:lnTo>
                    <a:pt x="600095" y="620365"/>
                  </a:lnTo>
                  <a:lnTo>
                    <a:pt x="601166" y="620664"/>
                  </a:lnTo>
                  <a:lnTo>
                    <a:pt x="602238" y="620960"/>
                  </a:lnTo>
                  <a:lnTo>
                    <a:pt x="603310" y="621254"/>
                  </a:lnTo>
                  <a:lnTo>
                    <a:pt x="604381" y="621545"/>
                  </a:lnTo>
                  <a:lnTo>
                    <a:pt x="605453" y="621834"/>
                  </a:lnTo>
                  <a:lnTo>
                    <a:pt x="606524" y="622120"/>
                  </a:lnTo>
                  <a:lnTo>
                    <a:pt x="607596" y="622405"/>
                  </a:lnTo>
                  <a:lnTo>
                    <a:pt x="608668" y="622686"/>
                  </a:lnTo>
                  <a:lnTo>
                    <a:pt x="609739" y="622966"/>
                  </a:lnTo>
                  <a:lnTo>
                    <a:pt x="610811" y="623243"/>
                  </a:lnTo>
                  <a:lnTo>
                    <a:pt x="611882" y="623517"/>
                  </a:lnTo>
                  <a:lnTo>
                    <a:pt x="612954" y="623789"/>
                  </a:lnTo>
                  <a:lnTo>
                    <a:pt x="614026" y="624059"/>
                  </a:lnTo>
                  <a:lnTo>
                    <a:pt x="615097" y="624327"/>
                  </a:lnTo>
                  <a:lnTo>
                    <a:pt x="616169" y="624592"/>
                  </a:lnTo>
                  <a:lnTo>
                    <a:pt x="617240" y="624854"/>
                  </a:lnTo>
                  <a:lnTo>
                    <a:pt x="618312" y="625115"/>
                  </a:lnTo>
                  <a:lnTo>
                    <a:pt x="619384" y="625372"/>
                  </a:lnTo>
                  <a:lnTo>
                    <a:pt x="620455" y="625628"/>
                  </a:lnTo>
                  <a:lnTo>
                    <a:pt x="621527" y="625881"/>
                  </a:lnTo>
                  <a:lnTo>
                    <a:pt x="622598" y="626132"/>
                  </a:lnTo>
                  <a:lnTo>
                    <a:pt x="623670" y="626381"/>
                  </a:lnTo>
                  <a:lnTo>
                    <a:pt x="624742" y="626627"/>
                  </a:lnTo>
                  <a:lnTo>
                    <a:pt x="625813" y="626871"/>
                  </a:lnTo>
                  <a:lnTo>
                    <a:pt x="626885" y="627112"/>
                  </a:lnTo>
                  <a:lnTo>
                    <a:pt x="627956" y="627351"/>
                  </a:lnTo>
                  <a:lnTo>
                    <a:pt x="629028" y="627588"/>
                  </a:lnTo>
                  <a:lnTo>
                    <a:pt x="630100" y="627822"/>
                  </a:lnTo>
                  <a:lnTo>
                    <a:pt x="631171" y="628055"/>
                  </a:lnTo>
                  <a:lnTo>
                    <a:pt x="632243" y="628284"/>
                  </a:lnTo>
                  <a:lnTo>
                    <a:pt x="633314" y="628512"/>
                  </a:lnTo>
                  <a:lnTo>
                    <a:pt x="634386" y="628737"/>
                  </a:lnTo>
                  <a:lnTo>
                    <a:pt x="635458" y="628960"/>
                  </a:lnTo>
                  <a:lnTo>
                    <a:pt x="636529" y="629181"/>
                  </a:lnTo>
                  <a:lnTo>
                    <a:pt x="637601" y="629399"/>
                  </a:lnTo>
                  <a:lnTo>
                    <a:pt x="638672" y="629615"/>
                  </a:lnTo>
                  <a:lnTo>
                    <a:pt x="639744" y="629829"/>
                  </a:lnTo>
                  <a:lnTo>
                    <a:pt x="640816" y="630040"/>
                  </a:lnTo>
                  <a:lnTo>
                    <a:pt x="641887" y="630250"/>
                  </a:lnTo>
                  <a:lnTo>
                    <a:pt x="642959" y="630457"/>
                  </a:lnTo>
                  <a:lnTo>
                    <a:pt x="644030" y="630661"/>
                  </a:lnTo>
                  <a:lnTo>
                    <a:pt x="645102" y="630864"/>
                  </a:lnTo>
                  <a:lnTo>
                    <a:pt x="646174" y="631064"/>
                  </a:lnTo>
                  <a:lnTo>
                    <a:pt x="647245" y="631262"/>
                  </a:lnTo>
                  <a:lnTo>
                    <a:pt x="648317" y="631458"/>
                  </a:lnTo>
                  <a:lnTo>
                    <a:pt x="649388" y="631651"/>
                  </a:lnTo>
                  <a:lnTo>
                    <a:pt x="650460" y="631843"/>
                  </a:lnTo>
                  <a:lnTo>
                    <a:pt x="651532" y="632032"/>
                  </a:lnTo>
                  <a:lnTo>
                    <a:pt x="652603" y="632219"/>
                  </a:lnTo>
                  <a:lnTo>
                    <a:pt x="653675" y="632403"/>
                  </a:lnTo>
                  <a:lnTo>
                    <a:pt x="654746" y="632586"/>
                  </a:lnTo>
                  <a:lnTo>
                    <a:pt x="655818" y="632766"/>
                  </a:lnTo>
                  <a:lnTo>
                    <a:pt x="656890" y="632944"/>
                  </a:lnTo>
                  <a:lnTo>
                    <a:pt x="657961" y="633120"/>
                  </a:lnTo>
                  <a:lnTo>
                    <a:pt x="659033" y="633294"/>
                  </a:lnTo>
                  <a:lnTo>
                    <a:pt x="660104" y="633465"/>
                  </a:lnTo>
                  <a:lnTo>
                    <a:pt x="661176" y="633634"/>
                  </a:lnTo>
                  <a:lnTo>
                    <a:pt x="662248" y="633802"/>
                  </a:lnTo>
                  <a:lnTo>
                    <a:pt x="663319" y="633967"/>
                  </a:lnTo>
                  <a:lnTo>
                    <a:pt x="664391" y="634130"/>
                  </a:lnTo>
                  <a:lnTo>
                    <a:pt x="665462" y="634290"/>
                  </a:lnTo>
                  <a:lnTo>
                    <a:pt x="666534" y="634449"/>
                  </a:lnTo>
                  <a:lnTo>
                    <a:pt x="667606" y="634606"/>
                  </a:lnTo>
                  <a:lnTo>
                    <a:pt x="668677" y="634760"/>
                  </a:lnTo>
                  <a:lnTo>
                    <a:pt x="669749" y="634912"/>
                  </a:lnTo>
                  <a:lnTo>
                    <a:pt x="670820" y="635063"/>
                  </a:lnTo>
                  <a:lnTo>
                    <a:pt x="671892" y="635211"/>
                  </a:lnTo>
                  <a:lnTo>
                    <a:pt x="672964" y="635357"/>
                  </a:lnTo>
                  <a:lnTo>
                    <a:pt x="674035" y="635501"/>
                  </a:lnTo>
                  <a:lnTo>
                    <a:pt x="675107" y="635643"/>
                  </a:lnTo>
                  <a:lnTo>
                    <a:pt x="676178" y="635782"/>
                  </a:lnTo>
                  <a:lnTo>
                    <a:pt x="677250" y="635920"/>
                  </a:lnTo>
                  <a:lnTo>
                    <a:pt x="678322" y="636056"/>
                  </a:lnTo>
                  <a:lnTo>
                    <a:pt x="679393" y="636190"/>
                  </a:lnTo>
                  <a:lnTo>
                    <a:pt x="680465" y="636321"/>
                  </a:lnTo>
                  <a:lnTo>
                    <a:pt x="681536" y="636451"/>
                  </a:lnTo>
                  <a:lnTo>
                    <a:pt x="682608" y="636578"/>
                  </a:lnTo>
                  <a:lnTo>
                    <a:pt x="683680" y="636704"/>
                  </a:lnTo>
                  <a:lnTo>
                    <a:pt x="684751" y="636827"/>
                  </a:lnTo>
                  <a:lnTo>
                    <a:pt x="685823" y="636949"/>
                  </a:lnTo>
                  <a:lnTo>
                    <a:pt x="686894" y="637069"/>
                  </a:lnTo>
                  <a:lnTo>
                    <a:pt x="687966" y="637186"/>
                  </a:lnTo>
                  <a:lnTo>
                    <a:pt x="689038" y="637302"/>
                  </a:lnTo>
                  <a:lnTo>
                    <a:pt x="690109" y="637415"/>
                  </a:lnTo>
                  <a:lnTo>
                    <a:pt x="691181" y="637527"/>
                  </a:lnTo>
                  <a:lnTo>
                    <a:pt x="692252" y="637637"/>
                  </a:lnTo>
                  <a:lnTo>
                    <a:pt x="693324" y="637745"/>
                  </a:lnTo>
                  <a:lnTo>
                    <a:pt x="694396" y="637850"/>
                  </a:lnTo>
                  <a:lnTo>
                    <a:pt x="695467" y="637954"/>
                  </a:lnTo>
                  <a:lnTo>
                    <a:pt x="696539" y="638056"/>
                  </a:lnTo>
                  <a:lnTo>
                    <a:pt x="697610" y="638156"/>
                  </a:lnTo>
                  <a:lnTo>
                    <a:pt x="698682" y="638255"/>
                  </a:lnTo>
                  <a:lnTo>
                    <a:pt x="699754" y="638351"/>
                  </a:lnTo>
                  <a:lnTo>
                    <a:pt x="700825" y="638445"/>
                  </a:lnTo>
                  <a:lnTo>
                    <a:pt x="701897" y="638538"/>
                  </a:lnTo>
                  <a:lnTo>
                    <a:pt x="702968" y="638628"/>
                  </a:lnTo>
                  <a:lnTo>
                    <a:pt x="704040" y="638717"/>
                  </a:lnTo>
                  <a:lnTo>
                    <a:pt x="705112" y="638804"/>
                  </a:lnTo>
                  <a:lnTo>
                    <a:pt x="706183" y="638889"/>
                  </a:lnTo>
                  <a:lnTo>
                    <a:pt x="707255" y="638973"/>
                  </a:lnTo>
                  <a:lnTo>
                    <a:pt x="708326" y="639054"/>
                  </a:lnTo>
                  <a:lnTo>
                    <a:pt x="709398" y="639134"/>
                  </a:lnTo>
                  <a:lnTo>
                    <a:pt x="710469" y="639212"/>
                  </a:lnTo>
                  <a:lnTo>
                    <a:pt x="711541" y="639288"/>
                  </a:lnTo>
                  <a:lnTo>
                    <a:pt x="712613" y="639362"/>
                  </a:lnTo>
                  <a:lnTo>
                    <a:pt x="713684" y="639434"/>
                  </a:lnTo>
                  <a:lnTo>
                    <a:pt x="714756" y="639505"/>
                  </a:lnTo>
                  <a:lnTo>
                    <a:pt x="715827" y="639574"/>
                  </a:lnTo>
                  <a:lnTo>
                    <a:pt x="716899" y="639641"/>
                  </a:lnTo>
                  <a:lnTo>
                    <a:pt x="717971" y="639706"/>
                  </a:lnTo>
                  <a:lnTo>
                    <a:pt x="719042" y="639770"/>
                  </a:lnTo>
                  <a:lnTo>
                    <a:pt x="720114" y="639832"/>
                  </a:lnTo>
                  <a:lnTo>
                    <a:pt x="721185" y="639892"/>
                  </a:lnTo>
                  <a:lnTo>
                    <a:pt x="722257" y="639951"/>
                  </a:lnTo>
                  <a:lnTo>
                    <a:pt x="723329" y="640008"/>
                  </a:lnTo>
                  <a:lnTo>
                    <a:pt x="724400" y="640063"/>
                  </a:lnTo>
                  <a:lnTo>
                    <a:pt x="725472" y="640116"/>
                  </a:lnTo>
                  <a:lnTo>
                    <a:pt x="726543" y="640168"/>
                  </a:lnTo>
                  <a:lnTo>
                    <a:pt x="727615" y="640218"/>
                  </a:lnTo>
                  <a:lnTo>
                    <a:pt x="728687" y="640267"/>
                  </a:lnTo>
                  <a:lnTo>
                    <a:pt x="729758" y="640314"/>
                  </a:lnTo>
                  <a:lnTo>
                    <a:pt x="730830" y="640359"/>
                  </a:lnTo>
                  <a:lnTo>
                    <a:pt x="731901" y="640402"/>
                  </a:lnTo>
                  <a:lnTo>
                    <a:pt x="732973" y="640444"/>
                  </a:lnTo>
                  <a:lnTo>
                    <a:pt x="734045" y="640485"/>
                  </a:lnTo>
                  <a:lnTo>
                    <a:pt x="735116" y="640524"/>
                  </a:lnTo>
                  <a:lnTo>
                    <a:pt x="736188" y="640561"/>
                  </a:lnTo>
                  <a:lnTo>
                    <a:pt x="737259" y="640596"/>
                  </a:lnTo>
                  <a:lnTo>
                    <a:pt x="738331" y="640630"/>
                  </a:lnTo>
                  <a:lnTo>
                    <a:pt x="739403" y="640663"/>
                  </a:lnTo>
                  <a:lnTo>
                    <a:pt x="740474" y="640694"/>
                  </a:lnTo>
                  <a:lnTo>
                    <a:pt x="741546" y="640723"/>
                  </a:lnTo>
                  <a:lnTo>
                    <a:pt x="742617" y="640751"/>
                  </a:lnTo>
                  <a:lnTo>
                    <a:pt x="743689" y="640778"/>
                  </a:lnTo>
                  <a:lnTo>
                    <a:pt x="744761" y="640802"/>
                  </a:lnTo>
                  <a:lnTo>
                    <a:pt x="745832" y="640826"/>
                  </a:lnTo>
                  <a:lnTo>
                    <a:pt x="746904" y="640848"/>
                  </a:lnTo>
                  <a:lnTo>
                    <a:pt x="747975" y="640868"/>
                  </a:lnTo>
                  <a:lnTo>
                    <a:pt x="749047" y="640887"/>
                  </a:lnTo>
                  <a:lnTo>
                    <a:pt x="750119" y="640905"/>
                  </a:lnTo>
                  <a:lnTo>
                    <a:pt x="751190" y="640921"/>
                  </a:lnTo>
                  <a:lnTo>
                    <a:pt x="752262" y="640935"/>
                  </a:lnTo>
                  <a:lnTo>
                    <a:pt x="753333" y="640948"/>
                  </a:lnTo>
                  <a:lnTo>
                    <a:pt x="754405" y="640960"/>
                  </a:lnTo>
                  <a:lnTo>
                    <a:pt x="755477" y="640970"/>
                  </a:lnTo>
                  <a:lnTo>
                    <a:pt x="756548" y="640979"/>
                  </a:lnTo>
                  <a:lnTo>
                    <a:pt x="757620" y="640987"/>
                  </a:lnTo>
                  <a:lnTo>
                    <a:pt x="758691" y="640993"/>
                  </a:lnTo>
                  <a:lnTo>
                    <a:pt x="759763" y="640998"/>
                  </a:lnTo>
                  <a:lnTo>
                    <a:pt x="760835" y="641001"/>
                  </a:lnTo>
                  <a:lnTo>
                    <a:pt x="761906" y="641004"/>
                  </a:lnTo>
                  <a:lnTo>
                    <a:pt x="762978" y="641004"/>
                  </a:lnTo>
                  <a:lnTo>
                    <a:pt x="764049" y="641004"/>
                  </a:lnTo>
                  <a:lnTo>
                    <a:pt x="765121" y="641002"/>
                  </a:lnTo>
                  <a:lnTo>
                    <a:pt x="766193" y="640999"/>
                  </a:lnTo>
                  <a:lnTo>
                    <a:pt x="767264" y="640994"/>
                  </a:lnTo>
                  <a:lnTo>
                    <a:pt x="768336" y="640989"/>
                  </a:lnTo>
                  <a:lnTo>
                    <a:pt x="769407" y="640982"/>
                  </a:lnTo>
                  <a:lnTo>
                    <a:pt x="770479" y="640973"/>
                  </a:lnTo>
                  <a:lnTo>
                    <a:pt x="771551" y="640964"/>
                  </a:lnTo>
                  <a:lnTo>
                    <a:pt x="772622" y="640953"/>
                  </a:lnTo>
                  <a:lnTo>
                    <a:pt x="773694" y="640941"/>
                  </a:lnTo>
                  <a:lnTo>
                    <a:pt x="774765" y="640928"/>
                  </a:lnTo>
                  <a:lnTo>
                    <a:pt x="775837" y="640913"/>
                  </a:lnTo>
                  <a:lnTo>
                    <a:pt x="776909" y="640898"/>
                  </a:lnTo>
                  <a:lnTo>
                    <a:pt x="777980" y="640881"/>
                  </a:lnTo>
                  <a:lnTo>
                    <a:pt x="779052" y="640863"/>
                  </a:lnTo>
                  <a:lnTo>
                    <a:pt x="780123" y="640844"/>
                  </a:lnTo>
                  <a:lnTo>
                    <a:pt x="781195" y="640823"/>
                  </a:lnTo>
                  <a:lnTo>
                    <a:pt x="782267" y="640802"/>
                  </a:lnTo>
                  <a:lnTo>
                    <a:pt x="783338" y="640779"/>
                  </a:lnTo>
                  <a:lnTo>
                    <a:pt x="784410" y="640755"/>
                  </a:lnTo>
                  <a:lnTo>
                    <a:pt x="785481" y="640731"/>
                  </a:lnTo>
                  <a:lnTo>
                    <a:pt x="786553" y="640705"/>
                  </a:lnTo>
                  <a:lnTo>
                    <a:pt x="787625" y="640678"/>
                  </a:lnTo>
                  <a:lnTo>
                    <a:pt x="788696" y="640649"/>
                  </a:lnTo>
                  <a:lnTo>
                    <a:pt x="789768" y="640620"/>
                  </a:lnTo>
                  <a:lnTo>
                    <a:pt x="790839" y="640590"/>
                  </a:lnTo>
                  <a:lnTo>
                    <a:pt x="791911" y="640559"/>
                  </a:lnTo>
                  <a:lnTo>
                    <a:pt x="792983" y="640526"/>
                  </a:lnTo>
                  <a:lnTo>
                    <a:pt x="794054" y="640493"/>
                  </a:lnTo>
                  <a:lnTo>
                    <a:pt x="795126" y="640458"/>
                  </a:lnTo>
                  <a:lnTo>
                    <a:pt x="796197" y="640423"/>
                  </a:lnTo>
                  <a:lnTo>
                    <a:pt x="797269" y="640386"/>
                  </a:lnTo>
                  <a:lnTo>
                    <a:pt x="798341" y="640349"/>
                  </a:lnTo>
                  <a:lnTo>
                    <a:pt x="799412" y="640310"/>
                  </a:lnTo>
                  <a:lnTo>
                    <a:pt x="800484" y="640271"/>
                  </a:lnTo>
                  <a:lnTo>
                    <a:pt x="801555" y="640231"/>
                  </a:lnTo>
                  <a:lnTo>
                    <a:pt x="802627" y="640189"/>
                  </a:lnTo>
                  <a:lnTo>
                    <a:pt x="803699" y="640147"/>
                  </a:lnTo>
                  <a:lnTo>
                    <a:pt x="804770" y="640104"/>
                  </a:lnTo>
                  <a:lnTo>
                    <a:pt x="805842" y="640060"/>
                  </a:lnTo>
                  <a:lnTo>
                    <a:pt x="806913" y="640015"/>
                  </a:lnTo>
                  <a:lnTo>
                    <a:pt x="807985" y="639969"/>
                  </a:lnTo>
                  <a:lnTo>
                    <a:pt x="809057" y="639922"/>
                  </a:lnTo>
                  <a:lnTo>
                    <a:pt x="810128" y="639875"/>
                  </a:lnTo>
                  <a:lnTo>
                    <a:pt x="811200" y="639826"/>
                  </a:lnTo>
                  <a:lnTo>
                    <a:pt x="812271" y="639777"/>
                  </a:lnTo>
                  <a:lnTo>
                    <a:pt x="813343" y="639727"/>
                  </a:lnTo>
                  <a:lnTo>
                    <a:pt x="814415" y="639676"/>
                  </a:lnTo>
                  <a:lnTo>
                    <a:pt x="815486" y="639624"/>
                  </a:lnTo>
                  <a:lnTo>
                    <a:pt x="816558" y="639571"/>
                  </a:lnTo>
                  <a:lnTo>
                    <a:pt x="817629" y="639518"/>
                  </a:lnTo>
                  <a:lnTo>
                    <a:pt x="818701" y="639463"/>
                  </a:lnTo>
                  <a:lnTo>
                    <a:pt x="819773" y="639408"/>
                  </a:lnTo>
                  <a:lnTo>
                    <a:pt x="820844" y="639353"/>
                  </a:lnTo>
                  <a:lnTo>
                    <a:pt x="821916" y="639296"/>
                  </a:lnTo>
                  <a:lnTo>
                    <a:pt x="822987" y="639239"/>
                  </a:lnTo>
                  <a:lnTo>
                    <a:pt x="824059" y="639181"/>
                  </a:lnTo>
                  <a:lnTo>
                    <a:pt x="825131" y="639122"/>
                  </a:lnTo>
                  <a:lnTo>
                    <a:pt x="826202" y="639063"/>
                  </a:lnTo>
                  <a:lnTo>
                    <a:pt x="827274" y="639002"/>
                  </a:lnTo>
                  <a:lnTo>
                    <a:pt x="828345" y="638942"/>
                  </a:lnTo>
                  <a:lnTo>
                    <a:pt x="829417" y="638880"/>
                  </a:lnTo>
                  <a:lnTo>
                    <a:pt x="830489" y="638818"/>
                  </a:lnTo>
                  <a:lnTo>
                    <a:pt x="831560" y="638755"/>
                  </a:lnTo>
                  <a:lnTo>
                    <a:pt x="832632" y="638691"/>
                  </a:lnTo>
                  <a:lnTo>
                    <a:pt x="833703" y="638627"/>
                  </a:lnTo>
                  <a:lnTo>
                    <a:pt x="834775" y="638563"/>
                  </a:lnTo>
                  <a:lnTo>
                    <a:pt x="835847" y="638497"/>
                  </a:lnTo>
                  <a:lnTo>
                    <a:pt x="836918" y="638431"/>
                  </a:lnTo>
                  <a:lnTo>
                    <a:pt x="837990" y="638364"/>
                  </a:lnTo>
                  <a:lnTo>
                    <a:pt x="839061" y="638297"/>
                  </a:lnTo>
                  <a:lnTo>
                    <a:pt x="840133" y="638230"/>
                  </a:lnTo>
                  <a:lnTo>
                    <a:pt x="841205" y="638161"/>
                  </a:lnTo>
                  <a:lnTo>
                    <a:pt x="842276" y="638092"/>
                  </a:lnTo>
                  <a:lnTo>
                    <a:pt x="843348" y="638023"/>
                  </a:lnTo>
                  <a:lnTo>
                    <a:pt x="844419" y="637953"/>
                  </a:lnTo>
                  <a:lnTo>
                    <a:pt x="845491" y="637882"/>
                  </a:lnTo>
                  <a:lnTo>
                    <a:pt x="846563" y="637811"/>
                  </a:lnTo>
                  <a:lnTo>
                    <a:pt x="847634" y="637740"/>
                  </a:lnTo>
                  <a:lnTo>
                    <a:pt x="848706" y="637668"/>
                  </a:lnTo>
                  <a:lnTo>
                    <a:pt x="849777" y="637595"/>
                  </a:lnTo>
                  <a:lnTo>
                    <a:pt x="850849" y="637522"/>
                  </a:lnTo>
                  <a:lnTo>
                    <a:pt x="851921" y="637449"/>
                  </a:lnTo>
                  <a:lnTo>
                    <a:pt x="852992" y="637375"/>
                  </a:lnTo>
                  <a:lnTo>
                    <a:pt x="854064" y="637301"/>
                  </a:lnTo>
                  <a:lnTo>
                    <a:pt x="855135" y="637226"/>
                  </a:lnTo>
                  <a:lnTo>
                    <a:pt x="856207" y="637151"/>
                  </a:lnTo>
                  <a:lnTo>
                    <a:pt x="857279" y="637075"/>
                  </a:lnTo>
                  <a:lnTo>
                    <a:pt x="858350" y="636999"/>
                  </a:lnTo>
                  <a:lnTo>
                    <a:pt x="859422" y="636923"/>
                  </a:lnTo>
                  <a:lnTo>
                    <a:pt x="860493" y="636846"/>
                  </a:lnTo>
                  <a:lnTo>
                    <a:pt x="861565" y="636769"/>
                  </a:lnTo>
                  <a:lnTo>
                    <a:pt x="862637" y="636692"/>
                  </a:lnTo>
                  <a:lnTo>
                    <a:pt x="863708" y="636614"/>
                  </a:lnTo>
                  <a:lnTo>
                    <a:pt x="864780" y="636536"/>
                  </a:lnTo>
                  <a:lnTo>
                    <a:pt x="865851" y="636457"/>
                  </a:lnTo>
                  <a:lnTo>
                    <a:pt x="866923" y="636379"/>
                  </a:lnTo>
                  <a:lnTo>
                    <a:pt x="867995" y="636300"/>
                  </a:lnTo>
                  <a:lnTo>
                    <a:pt x="869066" y="636220"/>
                  </a:lnTo>
                  <a:lnTo>
                    <a:pt x="870138" y="636141"/>
                  </a:lnTo>
                  <a:lnTo>
                    <a:pt x="871209" y="636061"/>
                  </a:lnTo>
                  <a:lnTo>
                    <a:pt x="872281" y="635980"/>
                  </a:lnTo>
                  <a:lnTo>
                    <a:pt x="873353" y="635900"/>
                  </a:lnTo>
                  <a:lnTo>
                    <a:pt x="874424" y="635819"/>
                  </a:lnTo>
                  <a:lnTo>
                    <a:pt x="875496" y="635738"/>
                  </a:lnTo>
                  <a:lnTo>
                    <a:pt x="876567" y="635657"/>
                  </a:lnTo>
                  <a:lnTo>
                    <a:pt x="877639" y="635576"/>
                  </a:lnTo>
                  <a:lnTo>
                    <a:pt x="878711" y="635494"/>
                  </a:lnTo>
                  <a:lnTo>
                    <a:pt x="879782" y="635413"/>
                  </a:lnTo>
                  <a:lnTo>
                    <a:pt x="880854" y="635331"/>
                  </a:lnTo>
                  <a:lnTo>
                    <a:pt x="881925" y="635249"/>
                  </a:lnTo>
                  <a:lnTo>
                    <a:pt x="882997" y="635166"/>
                  </a:lnTo>
                  <a:lnTo>
                    <a:pt x="884069" y="635084"/>
                  </a:lnTo>
                  <a:lnTo>
                    <a:pt x="885140" y="635001"/>
                  </a:lnTo>
                  <a:lnTo>
                    <a:pt x="886212" y="634919"/>
                  </a:lnTo>
                  <a:lnTo>
                    <a:pt x="887283" y="634836"/>
                  </a:lnTo>
                  <a:lnTo>
                    <a:pt x="888355" y="634753"/>
                  </a:lnTo>
                  <a:lnTo>
                    <a:pt x="889426" y="634670"/>
                  </a:lnTo>
                  <a:lnTo>
                    <a:pt x="890498" y="634587"/>
                  </a:lnTo>
                  <a:lnTo>
                    <a:pt x="891570" y="634503"/>
                  </a:lnTo>
                  <a:lnTo>
                    <a:pt x="892641" y="634420"/>
                  </a:lnTo>
                  <a:lnTo>
                    <a:pt x="893713" y="634337"/>
                  </a:lnTo>
                  <a:lnTo>
                    <a:pt x="894784" y="634253"/>
                  </a:lnTo>
                  <a:lnTo>
                    <a:pt x="895856" y="634170"/>
                  </a:lnTo>
                  <a:lnTo>
                    <a:pt x="896928" y="634086"/>
                  </a:lnTo>
                  <a:lnTo>
                    <a:pt x="897999" y="634003"/>
                  </a:lnTo>
                  <a:lnTo>
                    <a:pt x="899071" y="633919"/>
                  </a:lnTo>
                  <a:lnTo>
                    <a:pt x="900142" y="633836"/>
                  </a:lnTo>
                  <a:lnTo>
                    <a:pt x="901214" y="633752"/>
                  </a:lnTo>
                  <a:lnTo>
                    <a:pt x="902286" y="633669"/>
                  </a:lnTo>
                  <a:lnTo>
                    <a:pt x="903357" y="633585"/>
                  </a:lnTo>
                  <a:lnTo>
                    <a:pt x="904429" y="633502"/>
                  </a:lnTo>
                  <a:lnTo>
                    <a:pt x="905500" y="633419"/>
                  </a:lnTo>
                  <a:lnTo>
                    <a:pt x="906572" y="633335"/>
                  </a:lnTo>
                  <a:lnTo>
                    <a:pt x="907644" y="633252"/>
                  </a:lnTo>
                  <a:lnTo>
                    <a:pt x="908715" y="633169"/>
                  </a:lnTo>
                  <a:lnTo>
                    <a:pt x="909787" y="633086"/>
                  </a:lnTo>
                  <a:lnTo>
                    <a:pt x="910858" y="633003"/>
                  </a:lnTo>
                  <a:lnTo>
                    <a:pt x="911930" y="632920"/>
                  </a:lnTo>
                  <a:lnTo>
                    <a:pt x="913002" y="632837"/>
                  </a:lnTo>
                  <a:lnTo>
                    <a:pt x="914073" y="632754"/>
                  </a:lnTo>
                  <a:lnTo>
                    <a:pt x="915145" y="632672"/>
                  </a:lnTo>
                  <a:lnTo>
                    <a:pt x="916216" y="632590"/>
                  </a:lnTo>
                  <a:lnTo>
                    <a:pt x="917288" y="632507"/>
                  </a:lnTo>
                  <a:lnTo>
                    <a:pt x="918360" y="632425"/>
                  </a:lnTo>
                  <a:lnTo>
                    <a:pt x="919431" y="632343"/>
                  </a:lnTo>
                  <a:lnTo>
                    <a:pt x="920503" y="632262"/>
                  </a:lnTo>
                  <a:lnTo>
                    <a:pt x="921574" y="632180"/>
                  </a:lnTo>
                  <a:lnTo>
                    <a:pt x="922646" y="632099"/>
                  </a:lnTo>
                  <a:lnTo>
                    <a:pt x="923718" y="632018"/>
                  </a:lnTo>
                  <a:lnTo>
                    <a:pt x="924789" y="631937"/>
                  </a:lnTo>
                  <a:lnTo>
                    <a:pt x="925861" y="631856"/>
                  </a:lnTo>
                  <a:lnTo>
                    <a:pt x="926932" y="631776"/>
                  </a:lnTo>
                  <a:lnTo>
                    <a:pt x="928004" y="631695"/>
                  </a:lnTo>
                  <a:lnTo>
                    <a:pt x="929076" y="631616"/>
                  </a:lnTo>
                  <a:lnTo>
                    <a:pt x="930147" y="631536"/>
                  </a:lnTo>
                  <a:lnTo>
                    <a:pt x="931219" y="631456"/>
                  </a:lnTo>
                  <a:lnTo>
                    <a:pt x="932290" y="631377"/>
                  </a:lnTo>
                  <a:lnTo>
                    <a:pt x="933362" y="631299"/>
                  </a:lnTo>
                  <a:lnTo>
                    <a:pt x="934434" y="631220"/>
                  </a:lnTo>
                  <a:lnTo>
                    <a:pt x="935505" y="631142"/>
                  </a:lnTo>
                  <a:lnTo>
                    <a:pt x="936577" y="631064"/>
                  </a:lnTo>
                  <a:lnTo>
                    <a:pt x="937648" y="630986"/>
                  </a:lnTo>
                  <a:lnTo>
                    <a:pt x="938720" y="630909"/>
                  </a:lnTo>
                  <a:lnTo>
                    <a:pt x="939792" y="630832"/>
                  </a:lnTo>
                  <a:lnTo>
                    <a:pt x="940863" y="630756"/>
                  </a:lnTo>
                  <a:lnTo>
                    <a:pt x="941935" y="630680"/>
                  </a:lnTo>
                  <a:lnTo>
                    <a:pt x="943006" y="630604"/>
                  </a:lnTo>
                  <a:lnTo>
                    <a:pt x="944078" y="630529"/>
                  </a:lnTo>
                  <a:lnTo>
                    <a:pt x="945150" y="630454"/>
                  </a:lnTo>
                  <a:lnTo>
                    <a:pt x="946221" y="630379"/>
                  </a:lnTo>
                  <a:lnTo>
                    <a:pt x="947293" y="630305"/>
                  </a:lnTo>
                  <a:lnTo>
                    <a:pt x="948364" y="630231"/>
                  </a:lnTo>
                  <a:lnTo>
                    <a:pt x="949436" y="630158"/>
                  </a:lnTo>
                  <a:lnTo>
                    <a:pt x="950508" y="630085"/>
                  </a:lnTo>
                  <a:lnTo>
                    <a:pt x="951579" y="630012"/>
                  </a:lnTo>
                  <a:lnTo>
                    <a:pt x="952651" y="629940"/>
                  </a:lnTo>
                  <a:lnTo>
                    <a:pt x="953722" y="629869"/>
                  </a:lnTo>
                  <a:lnTo>
                    <a:pt x="954794" y="629798"/>
                  </a:lnTo>
                  <a:lnTo>
                    <a:pt x="955866" y="629727"/>
                  </a:lnTo>
                  <a:lnTo>
                    <a:pt x="956937" y="629657"/>
                  </a:lnTo>
                  <a:lnTo>
                    <a:pt x="958009" y="629588"/>
                  </a:lnTo>
                  <a:lnTo>
                    <a:pt x="959080" y="629519"/>
                  </a:lnTo>
                  <a:lnTo>
                    <a:pt x="960152" y="629450"/>
                  </a:lnTo>
                  <a:lnTo>
                    <a:pt x="961224" y="629382"/>
                  </a:lnTo>
                  <a:lnTo>
                    <a:pt x="962295" y="629315"/>
                  </a:lnTo>
                  <a:lnTo>
                    <a:pt x="963367" y="629248"/>
                  </a:lnTo>
                  <a:lnTo>
                    <a:pt x="964438" y="629182"/>
                  </a:lnTo>
                  <a:lnTo>
                    <a:pt x="965510" y="629116"/>
                  </a:lnTo>
                  <a:lnTo>
                    <a:pt x="966582" y="629051"/>
                  </a:lnTo>
                  <a:lnTo>
                    <a:pt x="967653" y="628986"/>
                  </a:lnTo>
                  <a:lnTo>
                    <a:pt x="968725" y="628922"/>
                  </a:lnTo>
                  <a:lnTo>
                    <a:pt x="969796" y="628858"/>
                  </a:lnTo>
                  <a:lnTo>
                    <a:pt x="970868" y="628796"/>
                  </a:lnTo>
                  <a:lnTo>
                    <a:pt x="971940" y="628733"/>
                  </a:lnTo>
                  <a:lnTo>
                    <a:pt x="973011" y="628672"/>
                  </a:lnTo>
                  <a:lnTo>
                    <a:pt x="974083" y="628611"/>
                  </a:lnTo>
                  <a:lnTo>
                    <a:pt x="975154" y="628550"/>
                  </a:lnTo>
                  <a:lnTo>
                    <a:pt x="976226" y="628491"/>
                  </a:lnTo>
                  <a:lnTo>
                    <a:pt x="977298" y="628432"/>
                  </a:lnTo>
                  <a:lnTo>
                    <a:pt x="978369" y="628373"/>
                  </a:lnTo>
                  <a:lnTo>
                    <a:pt x="979441" y="628316"/>
                  </a:lnTo>
                  <a:lnTo>
                    <a:pt x="980512" y="628259"/>
                  </a:lnTo>
                  <a:lnTo>
                    <a:pt x="981584" y="628202"/>
                  </a:lnTo>
                  <a:lnTo>
                    <a:pt x="982656" y="628147"/>
                  </a:lnTo>
                  <a:lnTo>
                    <a:pt x="983727" y="628092"/>
                  </a:lnTo>
                  <a:lnTo>
                    <a:pt x="984799" y="628038"/>
                  </a:lnTo>
                  <a:lnTo>
                    <a:pt x="985870" y="627984"/>
                  </a:lnTo>
                  <a:lnTo>
                    <a:pt x="986942" y="627931"/>
                  </a:lnTo>
                  <a:lnTo>
                    <a:pt x="988014" y="627879"/>
                  </a:lnTo>
                  <a:lnTo>
                    <a:pt x="989085" y="627828"/>
                  </a:lnTo>
                  <a:lnTo>
                    <a:pt x="990157" y="627778"/>
                  </a:lnTo>
                  <a:lnTo>
                    <a:pt x="991228" y="627728"/>
                  </a:lnTo>
                  <a:lnTo>
                    <a:pt x="992300" y="627679"/>
                  </a:lnTo>
                  <a:lnTo>
                    <a:pt x="993372" y="627631"/>
                  </a:lnTo>
                  <a:lnTo>
                    <a:pt x="994443" y="627583"/>
                  </a:lnTo>
                  <a:lnTo>
                    <a:pt x="995515" y="627537"/>
                  </a:lnTo>
                  <a:lnTo>
                    <a:pt x="996586" y="627491"/>
                  </a:lnTo>
                  <a:lnTo>
                    <a:pt x="997658" y="627446"/>
                  </a:lnTo>
                  <a:lnTo>
                    <a:pt x="998730" y="627402"/>
                  </a:lnTo>
                  <a:lnTo>
                    <a:pt x="999801" y="627359"/>
                  </a:lnTo>
                  <a:lnTo>
                    <a:pt x="1000873" y="627316"/>
                  </a:lnTo>
                  <a:lnTo>
                    <a:pt x="1001944" y="627275"/>
                  </a:lnTo>
                  <a:lnTo>
                    <a:pt x="1003016" y="627234"/>
                  </a:lnTo>
                  <a:lnTo>
                    <a:pt x="1004088" y="627194"/>
                  </a:lnTo>
                  <a:lnTo>
                    <a:pt x="1005159" y="627155"/>
                  </a:lnTo>
                  <a:lnTo>
                    <a:pt x="1006231" y="627117"/>
                  </a:lnTo>
                  <a:lnTo>
                    <a:pt x="1007302" y="627079"/>
                  </a:lnTo>
                  <a:lnTo>
                    <a:pt x="1008374" y="627043"/>
                  </a:lnTo>
                  <a:lnTo>
                    <a:pt x="1009446" y="627008"/>
                  </a:lnTo>
                  <a:lnTo>
                    <a:pt x="1010517" y="626973"/>
                  </a:lnTo>
                  <a:lnTo>
                    <a:pt x="1011589" y="626939"/>
                  </a:lnTo>
                  <a:lnTo>
                    <a:pt x="1012660" y="626907"/>
                  </a:lnTo>
                  <a:lnTo>
                    <a:pt x="1013732" y="626875"/>
                  </a:lnTo>
                  <a:lnTo>
                    <a:pt x="1014804" y="626844"/>
                  </a:lnTo>
                  <a:lnTo>
                    <a:pt x="1015875" y="626814"/>
                  </a:lnTo>
                  <a:lnTo>
                    <a:pt x="1016947" y="626785"/>
                  </a:lnTo>
                  <a:lnTo>
                    <a:pt x="1018018" y="626757"/>
                  </a:lnTo>
                  <a:lnTo>
                    <a:pt x="1019090" y="626730"/>
                  </a:lnTo>
                  <a:lnTo>
                    <a:pt x="1020162" y="626704"/>
                  </a:lnTo>
                  <a:lnTo>
                    <a:pt x="1021233" y="626679"/>
                  </a:lnTo>
                  <a:lnTo>
                    <a:pt x="1022305" y="626655"/>
                  </a:lnTo>
                  <a:lnTo>
                    <a:pt x="1023376" y="626632"/>
                  </a:lnTo>
                  <a:lnTo>
                    <a:pt x="1024448" y="626610"/>
                  </a:lnTo>
                  <a:lnTo>
                    <a:pt x="1025520" y="626589"/>
                  </a:lnTo>
                  <a:lnTo>
                    <a:pt x="1026591" y="626569"/>
                  </a:lnTo>
                  <a:lnTo>
                    <a:pt x="1027663" y="626550"/>
                  </a:lnTo>
                  <a:lnTo>
                    <a:pt x="1028734" y="626532"/>
                  </a:lnTo>
                  <a:lnTo>
                    <a:pt x="1029806" y="626515"/>
                  </a:lnTo>
                  <a:lnTo>
                    <a:pt x="1030878" y="626499"/>
                  </a:lnTo>
                  <a:lnTo>
                    <a:pt x="1031949" y="626484"/>
                  </a:lnTo>
                  <a:lnTo>
                    <a:pt x="1033021" y="626470"/>
                  </a:lnTo>
                  <a:lnTo>
                    <a:pt x="1034092" y="626458"/>
                  </a:lnTo>
                  <a:lnTo>
                    <a:pt x="1035164" y="626446"/>
                  </a:lnTo>
                  <a:lnTo>
                    <a:pt x="1036236" y="626436"/>
                  </a:lnTo>
                  <a:lnTo>
                    <a:pt x="1037307" y="626426"/>
                  </a:lnTo>
                  <a:lnTo>
                    <a:pt x="1038379" y="626418"/>
                  </a:lnTo>
                  <a:lnTo>
                    <a:pt x="1039450" y="626411"/>
                  </a:lnTo>
                  <a:lnTo>
                    <a:pt x="1040522" y="626405"/>
                  </a:lnTo>
                  <a:lnTo>
                    <a:pt x="1041594" y="626400"/>
                  </a:lnTo>
                  <a:lnTo>
                    <a:pt x="1042665" y="626396"/>
                  </a:lnTo>
                  <a:lnTo>
                    <a:pt x="1043737" y="626394"/>
                  </a:lnTo>
                  <a:lnTo>
                    <a:pt x="1044808" y="626392"/>
                  </a:lnTo>
                  <a:lnTo>
                    <a:pt x="1045880" y="626392"/>
                  </a:lnTo>
                  <a:lnTo>
                    <a:pt x="1046952" y="626393"/>
                  </a:lnTo>
                  <a:lnTo>
                    <a:pt x="1048023" y="626395"/>
                  </a:lnTo>
                  <a:lnTo>
                    <a:pt x="1049095" y="626398"/>
                  </a:lnTo>
                  <a:lnTo>
                    <a:pt x="1050166" y="626402"/>
                  </a:lnTo>
                  <a:lnTo>
                    <a:pt x="1051238" y="626408"/>
                  </a:lnTo>
                  <a:lnTo>
                    <a:pt x="1052310" y="626414"/>
                  </a:lnTo>
                  <a:lnTo>
                    <a:pt x="1053381" y="626422"/>
                  </a:lnTo>
                  <a:lnTo>
                    <a:pt x="1054453" y="626431"/>
                  </a:lnTo>
                  <a:lnTo>
                    <a:pt x="1055524" y="626442"/>
                  </a:lnTo>
                  <a:lnTo>
                    <a:pt x="1056596" y="626453"/>
                  </a:lnTo>
                  <a:lnTo>
                    <a:pt x="1057668" y="626466"/>
                  </a:lnTo>
                  <a:lnTo>
                    <a:pt x="1058739" y="626480"/>
                  </a:lnTo>
                  <a:lnTo>
                    <a:pt x="1059811" y="626495"/>
                  </a:lnTo>
                  <a:lnTo>
                    <a:pt x="1060882" y="626512"/>
                  </a:lnTo>
                  <a:lnTo>
                    <a:pt x="1061954" y="626530"/>
                  </a:lnTo>
                  <a:lnTo>
                    <a:pt x="1063026" y="626549"/>
                  </a:lnTo>
                  <a:lnTo>
                    <a:pt x="1064097" y="626569"/>
                  </a:lnTo>
                  <a:lnTo>
                    <a:pt x="1065169" y="626591"/>
                  </a:lnTo>
                  <a:lnTo>
                    <a:pt x="1066240" y="626614"/>
                  </a:lnTo>
                  <a:lnTo>
                    <a:pt x="1067312" y="626638"/>
                  </a:lnTo>
                  <a:lnTo>
                    <a:pt x="1068383" y="626663"/>
                  </a:lnTo>
                  <a:lnTo>
                    <a:pt x="1069455" y="626690"/>
                  </a:lnTo>
                  <a:lnTo>
                    <a:pt x="1070527" y="626718"/>
                  </a:lnTo>
                  <a:lnTo>
                    <a:pt x="1071598" y="626748"/>
                  </a:lnTo>
                  <a:lnTo>
                    <a:pt x="1072670" y="626778"/>
                  </a:lnTo>
                  <a:lnTo>
                    <a:pt x="1073741" y="626811"/>
                  </a:lnTo>
                  <a:lnTo>
                    <a:pt x="1074813" y="626844"/>
                  </a:lnTo>
                  <a:lnTo>
                    <a:pt x="1075885" y="626879"/>
                  </a:lnTo>
                  <a:lnTo>
                    <a:pt x="1076956" y="626915"/>
                  </a:lnTo>
                  <a:lnTo>
                    <a:pt x="1078028" y="626952"/>
                  </a:lnTo>
                  <a:lnTo>
                    <a:pt x="1079099" y="626991"/>
                  </a:lnTo>
                  <a:lnTo>
                    <a:pt x="1080171" y="627031"/>
                  </a:lnTo>
                  <a:lnTo>
                    <a:pt x="1081243" y="627073"/>
                  </a:lnTo>
                  <a:lnTo>
                    <a:pt x="1082314" y="627116"/>
                  </a:lnTo>
                  <a:lnTo>
                    <a:pt x="1083386" y="627160"/>
                  </a:lnTo>
                  <a:lnTo>
                    <a:pt x="1084457" y="627206"/>
                  </a:lnTo>
                  <a:lnTo>
                    <a:pt x="1085529" y="627253"/>
                  </a:lnTo>
                  <a:lnTo>
                    <a:pt x="1086601" y="627302"/>
                  </a:lnTo>
                  <a:lnTo>
                    <a:pt x="1087672" y="627352"/>
                  </a:lnTo>
                  <a:lnTo>
                    <a:pt x="1088744" y="627403"/>
                  </a:lnTo>
                  <a:lnTo>
                    <a:pt x="1089815" y="627456"/>
                  </a:lnTo>
                  <a:lnTo>
                    <a:pt x="1090887" y="627510"/>
                  </a:lnTo>
                  <a:lnTo>
                    <a:pt x="1091959" y="627566"/>
                  </a:lnTo>
                  <a:lnTo>
                    <a:pt x="1093030" y="627623"/>
                  </a:lnTo>
                  <a:lnTo>
                    <a:pt x="1094102" y="627681"/>
                  </a:lnTo>
                  <a:lnTo>
                    <a:pt x="1095173" y="627741"/>
                  </a:lnTo>
                  <a:lnTo>
                    <a:pt x="1096245" y="627803"/>
                  </a:lnTo>
                  <a:lnTo>
                    <a:pt x="1097317" y="627866"/>
                  </a:lnTo>
                  <a:lnTo>
                    <a:pt x="1098388" y="627930"/>
                  </a:lnTo>
                  <a:lnTo>
                    <a:pt x="1099460" y="627996"/>
                  </a:lnTo>
                  <a:lnTo>
                    <a:pt x="1100531" y="628063"/>
                  </a:lnTo>
                  <a:lnTo>
                    <a:pt x="1101603" y="628132"/>
                  </a:lnTo>
                  <a:lnTo>
                    <a:pt x="1102675" y="628203"/>
                  </a:lnTo>
                  <a:lnTo>
                    <a:pt x="1103746" y="628274"/>
                  </a:lnTo>
                  <a:lnTo>
                    <a:pt x="1104818" y="628348"/>
                  </a:lnTo>
                  <a:lnTo>
                    <a:pt x="1105889" y="628423"/>
                  </a:lnTo>
                  <a:lnTo>
                    <a:pt x="1106961" y="628499"/>
                  </a:lnTo>
                  <a:lnTo>
                    <a:pt x="1108033" y="628577"/>
                  </a:lnTo>
                  <a:lnTo>
                    <a:pt x="1109104" y="628657"/>
                  </a:lnTo>
                  <a:lnTo>
                    <a:pt x="1110176" y="628738"/>
                  </a:lnTo>
                  <a:lnTo>
                    <a:pt x="1111247" y="628820"/>
                  </a:lnTo>
                  <a:lnTo>
                    <a:pt x="1112319" y="628904"/>
                  </a:lnTo>
                  <a:lnTo>
                    <a:pt x="1113391" y="628990"/>
                  </a:lnTo>
                  <a:lnTo>
                    <a:pt x="1114462" y="629077"/>
                  </a:lnTo>
                  <a:lnTo>
                    <a:pt x="1115534" y="629166"/>
                  </a:lnTo>
                  <a:lnTo>
                    <a:pt x="1116605" y="629256"/>
                  </a:lnTo>
                  <a:lnTo>
                    <a:pt x="1117677" y="629348"/>
                  </a:lnTo>
                  <a:lnTo>
                    <a:pt x="1118749" y="629442"/>
                  </a:lnTo>
                  <a:lnTo>
                    <a:pt x="1119820" y="629537"/>
                  </a:lnTo>
                  <a:lnTo>
                    <a:pt x="1120892" y="629633"/>
                  </a:lnTo>
                  <a:lnTo>
                    <a:pt x="1121963" y="629732"/>
                  </a:lnTo>
                  <a:lnTo>
                    <a:pt x="1123035" y="629832"/>
                  </a:lnTo>
                  <a:lnTo>
                    <a:pt x="1124107" y="629933"/>
                  </a:lnTo>
                  <a:lnTo>
                    <a:pt x="1125178" y="630036"/>
                  </a:lnTo>
                  <a:lnTo>
                    <a:pt x="1126250" y="630141"/>
                  </a:lnTo>
                  <a:lnTo>
                    <a:pt x="1127321" y="630247"/>
                  </a:lnTo>
                  <a:lnTo>
                    <a:pt x="1128393" y="630355"/>
                  </a:lnTo>
                  <a:lnTo>
                    <a:pt x="1129465" y="630465"/>
                  </a:lnTo>
                  <a:lnTo>
                    <a:pt x="1130536" y="630576"/>
                  </a:lnTo>
                  <a:lnTo>
                    <a:pt x="1131608" y="630689"/>
                  </a:lnTo>
                  <a:lnTo>
                    <a:pt x="1132679" y="630803"/>
                  </a:lnTo>
                  <a:lnTo>
                    <a:pt x="1133751" y="630919"/>
                  </a:lnTo>
                  <a:lnTo>
                    <a:pt x="1134823" y="631037"/>
                  </a:lnTo>
                  <a:lnTo>
                    <a:pt x="1135894" y="631156"/>
                  </a:lnTo>
                  <a:lnTo>
                    <a:pt x="1136966" y="631277"/>
                  </a:lnTo>
                  <a:lnTo>
                    <a:pt x="1138037" y="631399"/>
                  </a:lnTo>
                  <a:lnTo>
                    <a:pt x="1139109" y="631523"/>
                  </a:lnTo>
                  <a:lnTo>
                    <a:pt x="1140181" y="631648"/>
                  </a:lnTo>
                  <a:lnTo>
                    <a:pt x="1141252" y="631775"/>
                  </a:lnTo>
                  <a:lnTo>
                    <a:pt x="1142324" y="631904"/>
                  </a:lnTo>
                  <a:lnTo>
                    <a:pt x="1143395" y="632034"/>
                  </a:lnTo>
                  <a:lnTo>
                    <a:pt x="1144467" y="632165"/>
                  </a:lnTo>
                  <a:lnTo>
                    <a:pt x="1145539" y="632299"/>
                  </a:lnTo>
                  <a:lnTo>
                    <a:pt x="1146610" y="632433"/>
                  </a:lnTo>
                  <a:lnTo>
                    <a:pt x="1147682" y="632569"/>
                  </a:lnTo>
                  <a:lnTo>
                    <a:pt x="1148753" y="632707"/>
                  </a:lnTo>
                  <a:lnTo>
                    <a:pt x="1149825" y="632846"/>
                  </a:lnTo>
                  <a:lnTo>
                    <a:pt x="1150897" y="632987"/>
                  </a:lnTo>
                  <a:lnTo>
                    <a:pt x="1151968" y="633129"/>
                  </a:lnTo>
                  <a:lnTo>
                    <a:pt x="1153040" y="633272"/>
                  </a:lnTo>
                  <a:lnTo>
                    <a:pt x="1154111" y="633417"/>
                  </a:lnTo>
                  <a:lnTo>
                    <a:pt x="1155183" y="633564"/>
                  </a:lnTo>
                  <a:lnTo>
                    <a:pt x="1156255" y="633712"/>
                  </a:lnTo>
                  <a:lnTo>
                    <a:pt x="1157326" y="633861"/>
                  </a:lnTo>
                  <a:lnTo>
                    <a:pt x="1158398" y="634012"/>
                  </a:lnTo>
                  <a:lnTo>
                    <a:pt x="1159469" y="634164"/>
                  </a:lnTo>
                  <a:lnTo>
                    <a:pt x="1160541" y="634318"/>
                  </a:lnTo>
                  <a:lnTo>
                    <a:pt x="1161613" y="634473"/>
                  </a:lnTo>
                  <a:lnTo>
                    <a:pt x="1162684" y="634630"/>
                  </a:lnTo>
                  <a:lnTo>
                    <a:pt x="1163756" y="634787"/>
                  </a:lnTo>
                  <a:lnTo>
                    <a:pt x="1164827" y="634947"/>
                  </a:lnTo>
                  <a:lnTo>
                    <a:pt x="1165899" y="635108"/>
                  </a:lnTo>
                  <a:lnTo>
                    <a:pt x="1166971" y="635270"/>
                  </a:lnTo>
                  <a:lnTo>
                    <a:pt x="1168042" y="635433"/>
                  </a:lnTo>
                  <a:lnTo>
                    <a:pt x="1169114" y="635598"/>
                  </a:lnTo>
                  <a:lnTo>
                    <a:pt x="1170185" y="635764"/>
                  </a:lnTo>
                  <a:lnTo>
                    <a:pt x="1171257" y="635932"/>
                  </a:lnTo>
                  <a:lnTo>
                    <a:pt x="1172329" y="636101"/>
                  </a:lnTo>
                  <a:lnTo>
                    <a:pt x="1173400" y="636271"/>
                  </a:lnTo>
                  <a:lnTo>
                    <a:pt x="1174472" y="636443"/>
                  </a:lnTo>
                  <a:lnTo>
                    <a:pt x="1175543" y="636616"/>
                  </a:lnTo>
                  <a:lnTo>
                    <a:pt x="1176615" y="636790"/>
                  </a:lnTo>
                  <a:lnTo>
                    <a:pt x="1177687" y="636965"/>
                  </a:lnTo>
                  <a:lnTo>
                    <a:pt x="1178758" y="637142"/>
                  </a:lnTo>
                  <a:lnTo>
                    <a:pt x="1179830" y="637320"/>
                  </a:lnTo>
                  <a:lnTo>
                    <a:pt x="1180901" y="637500"/>
                  </a:lnTo>
                  <a:lnTo>
                    <a:pt x="1181973" y="637681"/>
                  </a:lnTo>
                  <a:lnTo>
                    <a:pt x="1183045" y="637863"/>
                  </a:lnTo>
                  <a:lnTo>
                    <a:pt x="1184116" y="638046"/>
                  </a:lnTo>
                  <a:lnTo>
                    <a:pt x="1185188" y="638230"/>
                  </a:lnTo>
                  <a:lnTo>
                    <a:pt x="1186259" y="638416"/>
                  </a:lnTo>
                  <a:lnTo>
                    <a:pt x="1187331" y="638603"/>
                  </a:lnTo>
                  <a:lnTo>
                    <a:pt x="1188403" y="638792"/>
                  </a:lnTo>
                  <a:lnTo>
                    <a:pt x="1189474" y="638981"/>
                  </a:lnTo>
                  <a:lnTo>
                    <a:pt x="1190546" y="639172"/>
                  </a:lnTo>
                  <a:lnTo>
                    <a:pt x="1191617" y="639364"/>
                  </a:lnTo>
                  <a:lnTo>
                    <a:pt x="1192689" y="639557"/>
                  </a:lnTo>
                  <a:lnTo>
                    <a:pt x="1193761" y="639751"/>
                  </a:lnTo>
                  <a:lnTo>
                    <a:pt x="1194832" y="639947"/>
                  </a:lnTo>
                  <a:lnTo>
                    <a:pt x="1195904" y="640144"/>
                  </a:lnTo>
                  <a:lnTo>
                    <a:pt x="1196975" y="640342"/>
                  </a:lnTo>
                  <a:lnTo>
                    <a:pt x="1198047" y="640541"/>
                  </a:lnTo>
                  <a:lnTo>
                    <a:pt x="1199119" y="640741"/>
                  </a:lnTo>
                  <a:lnTo>
                    <a:pt x="1200190" y="640942"/>
                  </a:lnTo>
                  <a:lnTo>
                    <a:pt x="1201262" y="641145"/>
                  </a:lnTo>
                  <a:lnTo>
                    <a:pt x="1202333" y="641349"/>
                  </a:lnTo>
                  <a:lnTo>
                    <a:pt x="1203405" y="641553"/>
                  </a:lnTo>
                  <a:lnTo>
                    <a:pt x="1204477" y="641759"/>
                  </a:lnTo>
                  <a:lnTo>
                    <a:pt x="1205548" y="641966"/>
                  </a:lnTo>
                  <a:lnTo>
                    <a:pt x="1206620" y="642175"/>
                  </a:lnTo>
                  <a:lnTo>
                    <a:pt x="1207691" y="642384"/>
                  </a:lnTo>
                  <a:lnTo>
                    <a:pt x="1208763" y="642594"/>
                  </a:lnTo>
                  <a:lnTo>
                    <a:pt x="1209835" y="642806"/>
                  </a:lnTo>
                  <a:lnTo>
                    <a:pt x="1210906" y="643018"/>
                  </a:lnTo>
                  <a:lnTo>
                    <a:pt x="1211978" y="643232"/>
                  </a:lnTo>
                  <a:lnTo>
                    <a:pt x="1213049" y="643447"/>
                  </a:lnTo>
                  <a:lnTo>
                    <a:pt x="1214121" y="643662"/>
                  </a:lnTo>
                  <a:lnTo>
                    <a:pt x="1215193" y="643879"/>
                  </a:lnTo>
                  <a:lnTo>
                    <a:pt x="1216264" y="644097"/>
                  </a:lnTo>
                  <a:lnTo>
                    <a:pt x="1217336" y="644316"/>
                  </a:lnTo>
                  <a:lnTo>
                    <a:pt x="1218407" y="644536"/>
                  </a:lnTo>
                  <a:lnTo>
                    <a:pt x="1219479" y="644757"/>
                  </a:lnTo>
                  <a:lnTo>
                    <a:pt x="1220551" y="644979"/>
                  </a:lnTo>
                  <a:lnTo>
                    <a:pt x="1221622" y="645201"/>
                  </a:lnTo>
                  <a:lnTo>
                    <a:pt x="1222694" y="645425"/>
                  </a:lnTo>
                  <a:lnTo>
                    <a:pt x="1223765" y="645650"/>
                  </a:lnTo>
                  <a:lnTo>
                    <a:pt x="1224837" y="645876"/>
                  </a:lnTo>
                  <a:lnTo>
                    <a:pt x="1225909" y="646103"/>
                  </a:lnTo>
                  <a:lnTo>
                    <a:pt x="1226980" y="646331"/>
                  </a:lnTo>
                  <a:lnTo>
                    <a:pt x="1228052" y="646560"/>
                  </a:lnTo>
                  <a:lnTo>
                    <a:pt x="1229123" y="646789"/>
                  </a:lnTo>
                  <a:lnTo>
                    <a:pt x="1230195" y="647020"/>
                  </a:lnTo>
                  <a:lnTo>
                    <a:pt x="1231267" y="647251"/>
                  </a:lnTo>
                  <a:lnTo>
                    <a:pt x="1232338" y="647484"/>
                  </a:lnTo>
                  <a:lnTo>
                    <a:pt x="1233410" y="647717"/>
                  </a:lnTo>
                  <a:lnTo>
                    <a:pt x="1234481" y="647952"/>
                  </a:lnTo>
                  <a:lnTo>
                    <a:pt x="1235553" y="648187"/>
                  </a:lnTo>
                  <a:lnTo>
                    <a:pt x="1236625" y="648423"/>
                  </a:lnTo>
                  <a:lnTo>
                    <a:pt x="1237696" y="648660"/>
                  </a:lnTo>
                  <a:lnTo>
                    <a:pt x="1238768" y="648898"/>
                  </a:lnTo>
                  <a:lnTo>
                    <a:pt x="1239839" y="649136"/>
                  </a:lnTo>
                  <a:lnTo>
                    <a:pt x="1240911" y="649376"/>
                  </a:lnTo>
                  <a:lnTo>
                    <a:pt x="1241983" y="649616"/>
                  </a:lnTo>
                  <a:lnTo>
                    <a:pt x="1243054" y="649858"/>
                  </a:lnTo>
                  <a:lnTo>
                    <a:pt x="1244126" y="650100"/>
                  </a:lnTo>
                  <a:lnTo>
                    <a:pt x="1245197" y="650343"/>
                  </a:lnTo>
                  <a:lnTo>
                    <a:pt x="1246269" y="650586"/>
                  </a:lnTo>
                  <a:lnTo>
                    <a:pt x="1247340" y="650831"/>
                  </a:lnTo>
                  <a:lnTo>
                    <a:pt x="1248412" y="651076"/>
                  </a:lnTo>
                  <a:lnTo>
                    <a:pt x="1249484" y="651322"/>
                  </a:lnTo>
                  <a:lnTo>
                    <a:pt x="1250555" y="651569"/>
                  </a:lnTo>
                  <a:lnTo>
                    <a:pt x="1251627" y="651817"/>
                  </a:lnTo>
                  <a:lnTo>
                    <a:pt x="1252698" y="652066"/>
                  </a:lnTo>
                  <a:lnTo>
                    <a:pt x="1253770" y="652315"/>
                  </a:lnTo>
                  <a:lnTo>
                    <a:pt x="1254842" y="652565"/>
                  </a:lnTo>
                  <a:lnTo>
                    <a:pt x="1255913" y="652815"/>
                  </a:lnTo>
                  <a:lnTo>
                    <a:pt x="1256985" y="653067"/>
                  </a:lnTo>
                  <a:lnTo>
                    <a:pt x="1258056" y="653319"/>
                  </a:lnTo>
                  <a:lnTo>
                    <a:pt x="1259128" y="653572"/>
                  </a:lnTo>
                  <a:lnTo>
                    <a:pt x="1260200" y="653826"/>
                  </a:lnTo>
                  <a:lnTo>
                    <a:pt x="1261271" y="654080"/>
                  </a:lnTo>
                  <a:lnTo>
                    <a:pt x="1262343" y="654335"/>
                  </a:lnTo>
                  <a:lnTo>
                    <a:pt x="1263414" y="654591"/>
                  </a:lnTo>
                  <a:lnTo>
                    <a:pt x="1264486" y="654847"/>
                  </a:lnTo>
                  <a:lnTo>
                    <a:pt x="1265558" y="655104"/>
                  </a:lnTo>
                  <a:lnTo>
                    <a:pt x="1266629" y="655362"/>
                  </a:lnTo>
                  <a:lnTo>
                    <a:pt x="1267701" y="655621"/>
                  </a:lnTo>
                  <a:lnTo>
                    <a:pt x="1268772" y="655880"/>
                  </a:lnTo>
                  <a:lnTo>
                    <a:pt x="1269844" y="656139"/>
                  </a:lnTo>
                  <a:lnTo>
                    <a:pt x="1270916" y="656400"/>
                  </a:lnTo>
                  <a:lnTo>
                    <a:pt x="1271987" y="656661"/>
                  </a:lnTo>
                  <a:lnTo>
                    <a:pt x="1273059" y="656922"/>
                  </a:lnTo>
                  <a:lnTo>
                    <a:pt x="1274130" y="657184"/>
                  </a:lnTo>
                  <a:lnTo>
                    <a:pt x="1275202" y="657447"/>
                  </a:lnTo>
                  <a:lnTo>
                    <a:pt x="1276274" y="657711"/>
                  </a:lnTo>
                  <a:lnTo>
                    <a:pt x="1277345" y="657975"/>
                  </a:lnTo>
                  <a:lnTo>
                    <a:pt x="1278417" y="658239"/>
                  </a:lnTo>
                  <a:lnTo>
                    <a:pt x="1279488" y="658504"/>
                  </a:lnTo>
                  <a:lnTo>
                    <a:pt x="1280560" y="658770"/>
                  </a:lnTo>
                  <a:lnTo>
                    <a:pt x="1281632" y="659036"/>
                  </a:lnTo>
                  <a:lnTo>
                    <a:pt x="1282703" y="659303"/>
                  </a:lnTo>
                  <a:lnTo>
                    <a:pt x="1283775" y="659570"/>
                  </a:lnTo>
                  <a:lnTo>
                    <a:pt x="1284846" y="659838"/>
                  </a:lnTo>
                  <a:lnTo>
                    <a:pt x="1285918" y="660106"/>
                  </a:lnTo>
                  <a:lnTo>
                    <a:pt x="1286990" y="660375"/>
                  </a:lnTo>
                  <a:lnTo>
                    <a:pt x="1288061" y="660645"/>
                  </a:lnTo>
                  <a:lnTo>
                    <a:pt x="1289133" y="660915"/>
                  </a:lnTo>
                  <a:lnTo>
                    <a:pt x="1290204" y="661185"/>
                  </a:lnTo>
                  <a:lnTo>
                    <a:pt x="1291276" y="661456"/>
                  </a:lnTo>
                  <a:lnTo>
                    <a:pt x="1292348" y="661727"/>
                  </a:lnTo>
                  <a:lnTo>
                    <a:pt x="1293419" y="661999"/>
                  </a:lnTo>
                  <a:lnTo>
                    <a:pt x="1294491" y="662271"/>
                  </a:lnTo>
                  <a:lnTo>
                    <a:pt x="1295562" y="662544"/>
                  </a:lnTo>
                  <a:lnTo>
                    <a:pt x="1296634" y="662817"/>
                  </a:lnTo>
                  <a:lnTo>
                    <a:pt x="1297706" y="663091"/>
                  </a:lnTo>
                  <a:lnTo>
                    <a:pt x="1298777" y="663365"/>
                  </a:lnTo>
                  <a:lnTo>
                    <a:pt x="1299849" y="663639"/>
                  </a:lnTo>
                  <a:lnTo>
                    <a:pt x="1300920" y="663914"/>
                  </a:lnTo>
                  <a:lnTo>
                    <a:pt x="1301992" y="664189"/>
                  </a:lnTo>
                  <a:lnTo>
                    <a:pt x="1303064" y="664465"/>
                  </a:lnTo>
                  <a:lnTo>
                    <a:pt x="1304135" y="664741"/>
                  </a:lnTo>
                  <a:lnTo>
                    <a:pt x="1305207" y="665017"/>
                  </a:lnTo>
                  <a:lnTo>
                    <a:pt x="1306278" y="665294"/>
                  </a:lnTo>
                  <a:lnTo>
                    <a:pt x="1307350" y="665571"/>
                  </a:lnTo>
                  <a:lnTo>
                    <a:pt x="1308422" y="665849"/>
                  </a:lnTo>
                  <a:lnTo>
                    <a:pt x="1309493" y="666126"/>
                  </a:lnTo>
                  <a:lnTo>
                    <a:pt x="1310565" y="666405"/>
                  </a:lnTo>
                  <a:lnTo>
                    <a:pt x="1311636" y="666683"/>
                  </a:lnTo>
                  <a:lnTo>
                    <a:pt x="1312708" y="666962"/>
                  </a:lnTo>
                  <a:lnTo>
                    <a:pt x="1313780" y="667241"/>
                  </a:lnTo>
                  <a:lnTo>
                    <a:pt x="1314851" y="667521"/>
                  </a:lnTo>
                  <a:lnTo>
                    <a:pt x="1315923" y="667800"/>
                  </a:lnTo>
                  <a:lnTo>
                    <a:pt x="1316994" y="668080"/>
                  </a:lnTo>
                  <a:lnTo>
                    <a:pt x="1318066" y="668361"/>
                  </a:lnTo>
                  <a:lnTo>
                    <a:pt x="1319138" y="668641"/>
                  </a:lnTo>
                  <a:lnTo>
                    <a:pt x="1320209" y="668922"/>
                  </a:lnTo>
                  <a:lnTo>
                    <a:pt x="1321281" y="669203"/>
                  </a:lnTo>
                  <a:lnTo>
                    <a:pt x="1322352" y="669485"/>
                  </a:lnTo>
                  <a:lnTo>
                    <a:pt x="1323424" y="669766"/>
                  </a:lnTo>
                  <a:lnTo>
                    <a:pt x="1324496" y="670048"/>
                  </a:lnTo>
                  <a:lnTo>
                    <a:pt x="1325567" y="670330"/>
                  </a:lnTo>
                  <a:lnTo>
                    <a:pt x="1326639" y="670613"/>
                  </a:lnTo>
                  <a:lnTo>
                    <a:pt x="1327710" y="670895"/>
                  </a:lnTo>
                  <a:lnTo>
                    <a:pt x="1328782" y="671178"/>
                  </a:lnTo>
                  <a:lnTo>
                    <a:pt x="1329854" y="671461"/>
                  </a:lnTo>
                  <a:lnTo>
                    <a:pt x="1330925" y="671744"/>
                  </a:lnTo>
                  <a:lnTo>
                    <a:pt x="1331997" y="672027"/>
                  </a:lnTo>
                  <a:lnTo>
                    <a:pt x="1333068" y="672311"/>
                  </a:lnTo>
                  <a:lnTo>
                    <a:pt x="1334140" y="672595"/>
                  </a:lnTo>
                  <a:lnTo>
                    <a:pt x="1335212" y="672878"/>
                  </a:lnTo>
                  <a:lnTo>
                    <a:pt x="1336283" y="673162"/>
                  </a:lnTo>
                  <a:lnTo>
                    <a:pt x="1337355" y="673446"/>
                  </a:lnTo>
                  <a:lnTo>
                    <a:pt x="1338426" y="673731"/>
                  </a:lnTo>
                  <a:lnTo>
                    <a:pt x="1339498" y="674015"/>
                  </a:lnTo>
                  <a:lnTo>
                    <a:pt x="1340570" y="674300"/>
                  </a:lnTo>
                  <a:lnTo>
                    <a:pt x="1341641" y="674584"/>
                  </a:lnTo>
                  <a:lnTo>
                    <a:pt x="1342713" y="674869"/>
                  </a:lnTo>
                  <a:lnTo>
                    <a:pt x="1343784" y="675154"/>
                  </a:lnTo>
                  <a:lnTo>
                    <a:pt x="1344856" y="675439"/>
                  </a:lnTo>
                  <a:lnTo>
                    <a:pt x="1345928" y="675724"/>
                  </a:lnTo>
                  <a:lnTo>
                    <a:pt x="1346999" y="676009"/>
                  </a:lnTo>
                  <a:lnTo>
                    <a:pt x="1348071" y="676294"/>
                  </a:lnTo>
                  <a:lnTo>
                    <a:pt x="1349142" y="676579"/>
                  </a:lnTo>
                  <a:lnTo>
                    <a:pt x="1350214" y="676864"/>
                  </a:lnTo>
                  <a:lnTo>
                    <a:pt x="1351286" y="677150"/>
                  </a:lnTo>
                  <a:lnTo>
                    <a:pt x="1352357" y="677435"/>
                  </a:lnTo>
                  <a:lnTo>
                    <a:pt x="1353429" y="677721"/>
                  </a:lnTo>
                  <a:lnTo>
                    <a:pt x="1354500" y="678006"/>
                  </a:lnTo>
                  <a:lnTo>
                    <a:pt x="1355572" y="678291"/>
                  </a:lnTo>
                  <a:lnTo>
                    <a:pt x="1356644" y="678577"/>
                  </a:lnTo>
                  <a:lnTo>
                    <a:pt x="1357715" y="678862"/>
                  </a:lnTo>
                  <a:lnTo>
                    <a:pt x="1358787" y="679148"/>
                  </a:lnTo>
                  <a:lnTo>
                    <a:pt x="1359858" y="679433"/>
                  </a:lnTo>
                  <a:lnTo>
                    <a:pt x="1360930" y="679719"/>
                  </a:lnTo>
                  <a:lnTo>
                    <a:pt x="1362002" y="680004"/>
                  </a:lnTo>
                  <a:lnTo>
                    <a:pt x="1363073" y="680289"/>
                  </a:lnTo>
                  <a:lnTo>
                    <a:pt x="1364145" y="680575"/>
                  </a:lnTo>
                  <a:lnTo>
                    <a:pt x="1365216" y="680860"/>
                  </a:lnTo>
                  <a:lnTo>
                    <a:pt x="1366288" y="681145"/>
                  </a:lnTo>
                  <a:lnTo>
                    <a:pt x="1367360" y="681430"/>
                  </a:lnTo>
                  <a:lnTo>
                    <a:pt x="1368431" y="681715"/>
                  </a:lnTo>
                  <a:lnTo>
                    <a:pt x="1369503" y="682000"/>
                  </a:lnTo>
                  <a:lnTo>
                    <a:pt x="1370574" y="682285"/>
                  </a:lnTo>
                  <a:lnTo>
                    <a:pt x="1371646" y="682570"/>
                  </a:lnTo>
                  <a:lnTo>
                    <a:pt x="1372718" y="682855"/>
                  </a:lnTo>
                  <a:lnTo>
                    <a:pt x="1373789" y="683139"/>
                  </a:lnTo>
                  <a:lnTo>
                    <a:pt x="1374861" y="683424"/>
                  </a:lnTo>
                  <a:lnTo>
                    <a:pt x="1375932" y="683708"/>
                  </a:lnTo>
                  <a:lnTo>
                    <a:pt x="1377004" y="683992"/>
                  </a:lnTo>
                  <a:lnTo>
                    <a:pt x="1378076" y="684277"/>
                  </a:lnTo>
                  <a:lnTo>
                    <a:pt x="1379147" y="684561"/>
                  </a:lnTo>
                  <a:lnTo>
                    <a:pt x="1380219" y="684844"/>
                  </a:lnTo>
                  <a:lnTo>
                    <a:pt x="1381290" y="685128"/>
                  </a:lnTo>
                  <a:lnTo>
                    <a:pt x="1382362" y="685412"/>
                  </a:lnTo>
                  <a:lnTo>
                    <a:pt x="1383434" y="685695"/>
                  </a:lnTo>
                  <a:lnTo>
                    <a:pt x="1384505" y="685978"/>
                  </a:lnTo>
                  <a:lnTo>
                    <a:pt x="1385577" y="686261"/>
                  </a:lnTo>
                  <a:lnTo>
                    <a:pt x="1386648" y="686544"/>
                  </a:lnTo>
                  <a:lnTo>
                    <a:pt x="1387720" y="686826"/>
                  </a:lnTo>
                  <a:lnTo>
                    <a:pt x="1388792" y="687109"/>
                  </a:lnTo>
                  <a:lnTo>
                    <a:pt x="1389863" y="687391"/>
                  </a:lnTo>
                  <a:lnTo>
                    <a:pt x="1390935" y="687673"/>
                  </a:lnTo>
                  <a:lnTo>
                    <a:pt x="1392006" y="687955"/>
                  </a:lnTo>
                  <a:lnTo>
                    <a:pt x="1393078" y="688236"/>
                  </a:lnTo>
                  <a:lnTo>
                    <a:pt x="1394150" y="688517"/>
                  </a:lnTo>
                  <a:lnTo>
                    <a:pt x="1395221" y="688798"/>
                  </a:lnTo>
                  <a:lnTo>
                    <a:pt x="1396293" y="689079"/>
                  </a:lnTo>
                  <a:lnTo>
                    <a:pt x="1397364" y="689360"/>
                  </a:lnTo>
                  <a:lnTo>
                    <a:pt x="1398436" y="689640"/>
                  </a:lnTo>
                  <a:lnTo>
                    <a:pt x="1399508" y="689920"/>
                  </a:lnTo>
                  <a:lnTo>
                    <a:pt x="1400579" y="690199"/>
                  </a:lnTo>
                  <a:lnTo>
                    <a:pt x="1401651" y="690479"/>
                  </a:lnTo>
                  <a:lnTo>
                    <a:pt x="1402722" y="690758"/>
                  </a:lnTo>
                  <a:lnTo>
                    <a:pt x="1403794" y="691037"/>
                  </a:lnTo>
                  <a:lnTo>
                    <a:pt x="1404866" y="691315"/>
                  </a:lnTo>
                  <a:lnTo>
                    <a:pt x="1405937" y="691593"/>
                  </a:lnTo>
                  <a:lnTo>
                    <a:pt x="1407009" y="691871"/>
                  </a:lnTo>
                  <a:lnTo>
                    <a:pt x="1408080" y="692149"/>
                  </a:lnTo>
                  <a:lnTo>
                    <a:pt x="1409152" y="692426"/>
                  </a:lnTo>
                  <a:lnTo>
                    <a:pt x="1410224" y="692703"/>
                  </a:lnTo>
                  <a:lnTo>
                    <a:pt x="1411295" y="692980"/>
                  </a:lnTo>
                  <a:lnTo>
                    <a:pt x="1412367" y="693256"/>
                  </a:lnTo>
                  <a:lnTo>
                    <a:pt x="1413438" y="693532"/>
                  </a:lnTo>
                  <a:lnTo>
                    <a:pt x="1414510" y="693807"/>
                  </a:lnTo>
                  <a:lnTo>
                    <a:pt x="1415582" y="694082"/>
                  </a:lnTo>
                  <a:lnTo>
                    <a:pt x="1416653" y="694357"/>
                  </a:lnTo>
                  <a:lnTo>
                    <a:pt x="1417725" y="694631"/>
                  </a:lnTo>
                  <a:lnTo>
                    <a:pt x="1418796" y="694905"/>
                  </a:lnTo>
                  <a:lnTo>
                    <a:pt x="1419868" y="695179"/>
                  </a:lnTo>
                  <a:lnTo>
                    <a:pt x="1420939" y="695452"/>
                  </a:lnTo>
                  <a:lnTo>
                    <a:pt x="1422011" y="695725"/>
                  </a:lnTo>
                  <a:lnTo>
                    <a:pt x="1423083" y="695997"/>
                  </a:lnTo>
                  <a:lnTo>
                    <a:pt x="1424154" y="696269"/>
                  </a:lnTo>
                  <a:lnTo>
                    <a:pt x="1425226" y="696540"/>
                  </a:lnTo>
                  <a:lnTo>
                    <a:pt x="1426297" y="696811"/>
                  </a:lnTo>
                  <a:lnTo>
                    <a:pt x="1427369" y="697082"/>
                  </a:lnTo>
                  <a:lnTo>
                    <a:pt x="1428441" y="697352"/>
                  </a:lnTo>
                  <a:lnTo>
                    <a:pt x="1429512" y="697622"/>
                  </a:lnTo>
                  <a:lnTo>
                    <a:pt x="1430584" y="697891"/>
                  </a:lnTo>
                  <a:lnTo>
                    <a:pt x="1431655" y="698160"/>
                  </a:lnTo>
                  <a:lnTo>
                    <a:pt x="1432727" y="698429"/>
                  </a:lnTo>
                  <a:lnTo>
                    <a:pt x="1433799" y="698697"/>
                  </a:lnTo>
                  <a:lnTo>
                    <a:pt x="1434870" y="698964"/>
                  </a:lnTo>
                  <a:lnTo>
                    <a:pt x="1435942" y="699231"/>
                  </a:lnTo>
                  <a:lnTo>
                    <a:pt x="1437013" y="699497"/>
                  </a:lnTo>
                  <a:lnTo>
                    <a:pt x="1438085" y="699763"/>
                  </a:lnTo>
                  <a:lnTo>
                    <a:pt x="1439157" y="700029"/>
                  </a:lnTo>
                  <a:lnTo>
                    <a:pt x="1440228" y="700294"/>
                  </a:lnTo>
                  <a:lnTo>
                    <a:pt x="1441300" y="700558"/>
                  </a:lnTo>
                  <a:lnTo>
                    <a:pt x="1442371" y="700822"/>
                  </a:lnTo>
                  <a:lnTo>
                    <a:pt x="1443443" y="701086"/>
                  </a:lnTo>
                  <a:lnTo>
                    <a:pt x="1444515" y="701348"/>
                  </a:lnTo>
                  <a:lnTo>
                    <a:pt x="1445586" y="701611"/>
                  </a:lnTo>
                  <a:lnTo>
                    <a:pt x="1446658" y="701873"/>
                  </a:lnTo>
                  <a:lnTo>
                    <a:pt x="1447729" y="702134"/>
                  </a:lnTo>
                  <a:lnTo>
                    <a:pt x="1448801" y="702395"/>
                  </a:lnTo>
                  <a:lnTo>
                    <a:pt x="1449873" y="702655"/>
                  </a:lnTo>
                  <a:lnTo>
                    <a:pt x="1450944" y="702915"/>
                  </a:lnTo>
                  <a:lnTo>
                    <a:pt x="1452016" y="703174"/>
                  </a:lnTo>
                  <a:lnTo>
                    <a:pt x="1453087" y="703432"/>
                  </a:lnTo>
                  <a:lnTo>
                    <a:pt x="1454159" y="703690"/>
                  </a:lnTo>
                  <a:lnTo>
                    <a:pt x="1455231" y="703947"/>
                  </a:lnTo>
                  <a:lnTo>
                    <a:pt x="1456302" y="704204"/>
                  </a:lnTo>
                  <a:lnTo>
                    <a:pt x="1457374" y="704460"/>
                  </a:lnTo>
                  <a:lnTo>
                    <a:pt x="1458445" y="704716"/>
                  </a:lnTo>
                  <a:lnTo>
                    <a:pt x="1459517" y="704971"/>
                  </a:lnTo>
                  <a:lnTo>
                    <a:pt x="1460589" y="705225"/>
                  </a:lnTo>
                  <a:lnTo>
                    <a:pt x="1461660" y="705479"/>
                  </a:lnTo>
                  <a:lnTo>
                    <a:pt x="1462732" y="705732"/>
                  </a:lnTo>
                  <a:lnTo>
                    <a:pt x="1463803" y="705985"/>
                  </a:lnTo>
                  <a:lnTo>
                    <a:pt x="1464875" y="706237"/>
                  </a:lnTo>
                  <a:lnTo>
                    <a:pt x="1465947" y="706488"/>
                  </a:lnTo>
                  <a:lnTo>
                    <a:pt x="1467018" y="706739"/>
                  </a:lnTo>
                  <a:lnTo>
                    <a:pt x="1468090" y="706989"/>
                  </a:lnTo>
                  <a:lnTo>
                    <a:pt x="1469161" y="707238"/>
                  </a:lnTo>
                  <a:lnTo>
                    <a:pt x="1470233" y="707487"/>
                  </a:lnTo>
                  <a:lnTo>
                    <a:pt x="1471305" y="707735"/>
                  </a:lnTo>
                  <a:lnTo>
                    <a:pt x="1472376" y="707983"/>
                  </a:lnTo>
                  <a:lnTo>
                    <a:pt x="1473448" y="708230"/>
                  </a:lnTo>
                  <a:lnTo>
                    <a:pt x="1474519" y="708476"/>
                  </a:lnTo>
                  <a:lnTo>
                    <a:pt x="1475591" y="708721"/>
                  </a:lnTo>
                  <a:lnTo>
                    <a:pt x="1476663" y="708966"/>
                  </a:lnTo>
                  <a:lnTo>
                    <a:pt x="1477734" y="709211"/>
                  </a:lnTo>
                  <a:lnTo>
                    <a:pt x="1478806" y="709454"/>
                  </a:lnTo>
                  <a:lnTo>
                    <a:pt x="1479877" y="709697"/>
                  </a:lnTo>
                  <a:lnTo>
                    <a:pt x="1480949" y="709939"/>
                  </a:lnTo>
                  <a:lnTo>
                    <a:pt x="1482021" y="710181"/>
                  </a:lnTo>
                  <a:lnTo>
                    <a:pt x="1483092" y="710421"/>
                  </a:lnTo>
                  <a:lnTo>
                    <a:pt x="1484164" y="710662"/>
                  </a:lnTo>
                  <a:lnTo>
                    <a:pt x="1485235" y="710901"/>
                  </a:lnTo>
                  <a:lnTo>
                    <a:pt x="1486307" y="711140"/>
                  </a:lnTo>
                  <a:lnTo>
                    <a:pt x="1487379" y="711378"/>
                  </a:lnTo>
                  <a:lnTo>
                    <a:pt x="1488450" y="711615"/>
                  </a:lnTo>
                  <a:lnTo>
                    <a:pt x="1489522" y="711852"/>
                  </a:lnTo>
                  <a:lnTo>
                    <a:pt x="1490593" y="712088"/>
                  </a:lnTo>
                  <a:lnTo>
                    <a:pt x="1491665" y="712323"/>
                  </a:lnTo>
                  <a:lnTo>
                    <a:pt x="1492737" y="712557"/>
                  </a:lnTo>
                  <a:lnTo>
                    <a:pt x="1493808" y="712791"/>
                  </a:lnTo>
                  <a:lnTo>
                    <a:pt x="1494880" y="713024"/>
                  </a:lnTo>
                  <a:lnTo>
                    <a:pt x="1495951" y="713256"/>
                  </a:lnTo>
                  <a:lnTo>
                    <a:pt x="1497023" y="713488"/>
                  </a:lnTo>
                  <a:lnTo>
                    <a:pt x="1498095" y="713719"/>
                  </a:lnTo>
                  <a:lnTo>
                    <a:pt x="1499166" y="713949"/>
                  </a:lnTo>
                  <a:lnTo>
                    <a:pt x="1500238" y="714178"/>
                  </a:lnTo>
                  <a:lnTo>
                    <a:pt x="1501309" y="714407"/>
                  </a:lnTo>
                  <a:lnTo>
                    <a:pt x="1502381" y="714635"/>
                  </a:lnTo>
                  <a:lnTo>
                    <a:pt x="1503453" y="714862"/>
                  </a:lnTo>
                  <a:lnTo>
                    <a:pt x="1504524" y="715089"/>
                  </a:lnTo>
                  <a:lnTo>
                    <a:pt x="1505596" y="715314"/>
                  </a:lnTo>
                  <a:lnTo>
                    <a:pt x="1506667" y="715539"/>
                  </a:lnTo>
                  <a:lnTo>
                    <a:pt x="1507739" y="715764"/>
                  </a:lnTo>
                  <a:lnTo>
                    <a:pt x="1508811" y="715987"/>
                  </a:lnTo>
                  <a:lnTo>
                    <a:pt x="1509882" y="716210"/>
                  </a:lnTo>
                  <a:lnTo>
                    <a:pt x="1510954" y="716432"/>
                  </a:lnTo>
                  <a:lnTo>
                    <a:pt x="1512025" y="716653"/>
                  </a:lnTo>
                  <a:lnTo>
                    <a:pt x="1513097" y="716873"/>
                  </a:lnTo>
                  <a:lnTo>
                    <a:pt x="1514169" y="717093"/>
                  </a:lnTo>
                  <a:lnTo>
                    <a:pt x="1515240" y="717312"/>
                  </a:lnTo>
                  <a:lnTo>
                    <a:pt x="1516312" y="717530"/>
                  </a:lnTo>
                  <a:lnTo>
                    <a:pt x="1517383" y="717748"/>
                  </a:lnTo>
                  <a:lnTo>
                    <a:pt x="1518455" y="717964"/>
                  </a:lnTo>
                  <a:lnTo>
                    <a:pt x="1519527" y="718180"/>
                  </a:lnTo>
                  <a:lnTo>
                    <a:pt x="1520598" y="718395"/>
                  </a:lnTo>
                  <a:lnTo>
                    <a:pt x="1521670" y="718610"/>
                  </a:lnTo>
                  <a:lnTo>
                    <a:pt x="1522741" y="718823"/>
                  </a:lnTo>
                  <a:lnTo>
                    <a:pt x="1523813" y="719036"/>
                  </a:lnTo>
                  <a:lnTo>
                    <a:pt x="1524885" y="719248"/>
                  </a:lnTo>
                  <a:lnTo>
                    <a:pt x="1525956" y="719460"/>
                  </a:lnTo>
                  <a:lnTo>
                    <a:pt x="1527028" y="719670"/>
                  </a:lnTo>
                  <a:lnTo>
                    <a:pt x="1528099" y="719880"/>
                  </a:lnTo>
                  <a:lnTo>
                    <a:pt x="1529171" y="720089"/>
                  </a:lnTo>
                  <a:lnTo>
                    <a:pt x="1530243" y="720298"/>
                  </a:lnTo>
                  <a:lnTo>
                    <a:pt x="1531314" y="720505"/>
                  </a:lnTo>
                  <a:lnTo>
                    <a:pt x="1532386" y="720712"/>
                  </a:lnTo>
                  <a:lnTo>
                    <a:pt x="1533457" y="720918"/>
                  </a:lnTo>
                  <a:lnTo>
                    <a:pt x="1534529" y="721123"/>
                  </a:lnTo>
                  <a:lnTo>
                    <a:pt x="1535601" y="721328"/>
                  </a:lnTo>
                  <a:lnTo>
                    <a:pt x="1536672" y="721532"/>
                  </a:lnTo>
                  <a:lnTo>
                    <a:pt x="1537744" y="721735"/>
                  </a:lnTo>
                  <a:lnTo>
                    <a:pt x="1538815" y="721937"/>
                  </a:lnTo>
                  <a:lnTo>
                    <a:pt x="1539887" y="722138"/>
                  </a:lnTo>
                  <a:lnTo>
                    <a:pt x="1540959" y="722339"/>
                  </a:lnTo>
                  <a:lnTo>
                    <a:pt x="1542030" y="722539"/>
                  </a:lnTo>
                  <a:lnTo>
                    <a:pt x="1543102" y="722739"/>
                  </a:lnTo>
                  <a:lnTo>
                    <a:pt x="1544173" y="722937"/>
                  </a:lnTo>
                  <a:lnTo>
                    <a:pt x="1545245" y="723135"/>
                  </a:lnTo>
                  <a:lnTo>
                    <a:pt x="1546317" y="723332"/>
                  </a:lnTo>
                  <a:lnTo>
                    <a:pt x="1547388" y="723528"/>
                  </a:lnTo>
                  <a:lnTo>
                    <a:pt x="1548460" y="723724"/>
                  </a:lnTo>
                  <a:lnTo>
                    <a:pt x="1549531" y="723919"/>
                  </a:lnTo>
                  <a:lnTo>
                    <a:pt x="1550603" y="724113"/>
                  </a:lnTo>
                  <a:lnTo>
                    <a:pt x="1551675" y="724306"/>
                  </a:lnTo>
                  <a:lnTo>
                    <a:pt x="1552746" y="724499"/>
                  </a:lnTo>
                  <a:lnTo>
                    <a:pt x="1553818" y="724691"/>
                  </a:lnTo>
                  <a:lnTo>
                    <a:pt x="1554889" y="724882"/>
                  </a:lnTo>
                  <a:lnTo>
                    <a:pt x="1555961" y="725073"/>
                  </a:lnTo>
                  <a:lnTo>
                    <a:pt x="1557033" y="725263"/>
                  </a:lnTo>
                  <a:lnTo>
                    <a:pt x="1558104" y="725452"/>
                  </a:lnTo>
                  <a:lnTo>
                    <a:pt x="1559176" y="725640"/>
                  </a:lnTo>
                  <a:lnTo>
                    <a:pt x="1560247" y="725828"/>
                  </a:lnTo>
                  <a:lnTo>
                    <a:pt x="1561319" y="726015"/>
                  </a:lnTo>
                  <a:lnTo>
                    <a:pt x="1562391" y="726202"/>
                  </a:lnTo>
                  <a:lnTo>
                    <a:pt x="1563462" y="726388"/>
                  </a:lnTo>
                  <a:lnTo>
                    <a:pt x="1564534" y="726573"/>
                  </a:lnTo>
                  <a:lnTo>
                    <a:pt x="1565605" y="726757"/>
                  </a:lnTo>
                  <a:lnTo>
                    <a:pt x="1566677" y="726941"/>
                  </a:lnTo>
                  <a:lnTo>
                    <a:pt x="1567749" y="727124"/>
                  </a:lnTo>
                  <a:lnTo>
                    <a:pt x="1568820" y="727306"/>
                  </a:lnTo>
                  <a:lnTo>
                    <a:pt x="1569892" y="727488"/>
                  </a:lnTo>
                  <a:lnTo>
                    <a:pt x="1570963" y="727670"/>
                  </a:lnTo>
                  <a:lnTo>
                    <a:pt x="1572035" y="727850"/>
                  </a:lnTo>
                  <a:lnTo>
                    <a:pt x="1573107" y="728030"/>
                  </a:lnTo>
                  <a:lnTo>
                    <a:pt x="1574178" y="728209"/>
                  </a:lnTo>
                  <a:lnTo>
                    <a:pt x="1575250" y="728388"/>
                  </a:lnTo>
                  <a:lnTo>
                    <a:pt x="1576321" y="728566"/>
                  </a:lnTo>
                  <a:lnTo>
                    <a:pt x="1577393" y="728744"/>
                  </a:lnTo>
                  <a:lnTo>
                    <a:pt x="1578465" y="728921"/>
                  </a:lnTo>
                  <a:lnTo>
                    <a:pt x="1579536" y="729097"/>
                  </a:lnTo>
                  <a:lnTo>
                    <a:pt x="1580608" y="729273"/>
                  </a:lnTo>
                  <a:lnTo>
                    <a:pt x="1581679" y="729449"/>
                  </a:lnTo>
                  <a:lnTo>
                    <a:pt x="1582751" y="729623"/>
                  </a:lnTo>
                  <a:lnTo>
                    <a:pt x="1583823" y="729798"/>
                  </a:lnTo>
                  <a:lnTo>
                    <a:pt x="1584894" y="729971"/>
                  </a:lnTo>
                  <a:lnTo>
                    <a:pt x="1585966" y="730145"/>
                  </a:lnTo>
                  <a:lnTo>
                    <a:pt x="1587037" y="730317"/>
                  </a:lnTo>
                  <a:lnTo>
                    <a:pt x="1588109" y="730490"/>
                  </a:lnTo>
                  <a:lnTo>
                    <a:pt x="1589181" y="730661"/>
                  </a:lnTo>
                  <a:lnTo>
                    <a:pt x="1590252" y="730833"/>
                  </a:lnTo>
                  <a:lnTo>
                    <a:pt x="1591324" y="731003"/>
                  </a:lnTo>
                  <a:lnTo>
                    <a:pt x="1592395" y="731174"/>
                  </a:lnTo>
                  <a:lnTo>
                    <a:pt x="1593467" y="731344"/>
                  </a:lnTo>
                  <a:lnTo>
                    <a:pt x="1594539" y="731513"/>
                  </a:lnTo>
                  <a:lnTo>
                    <a:pt x="1595610" y="731682"/>
                  </a:lnTo>
                  <a:lnTo>
                    <a:pt x="1596682" y="731851"/>
                  </a:lnTo>
                  <a:lnTo>
                    <a:pt x="1597753" y="732020"/>
                  </a:lnTo>
                  <a:lnTo>
                    <a:pt x="1598825" y="732187"/>
                  </a:lnTo>
                  <a:lnTo>
                    <a:pt x="1599896" y="732355"/>
                  </a:lnTo>
                  <a:lnTo>
                    <a:pt x="1600968" y="732522"/>
                  </a:lnTo>
                  <a:lnTo>
                    <a:pt x="1602040" y="732689"/>
                  </a:lnTo>
                  <a:lnTo>
                    <a:pt x="1603111" y="732856"/>
                  </a:lnTo>
                  <a:lnTo>
                    <a:pt x="1604183" y="733022"/>
                  </a:lnTo>
                  <a:lnTo>
                    <a:pt x="1605254" y="733188"/>
                  </a:lnTo>
                  <a:lnTo>
                    <a:pt x="1606326" y="733354"/>
                  </a:lnTo>
                  <a:lnTo>
                    <a:pt x="1607398" y="733520"/>
                  </a:lnTo>
                  <a:lnTo>
                    <a:pt x="1608469" y="733685"/>
                  </a:lnTo>
                  <a:lnTo>
                    <a:pt x="1609541" y="733850"/>
                  </a:lnTo>
                  <a:lnTo>
                    <a:pt x="1610612" y="734015"/>
                  </a:lnTo>
                  <a:lnTo>
                    <a:pt x="1611684" y="734179"/>
                  </a:lnTo>
                  <a:lnTo>
                    <a:pt x="1612756" y="734344"/>
                  </a:lnTo>
                  <a:lnTo>
                    <a:pt x="1613827" y="734508"/>
                  </a:lnTo>
                  <a:lnTo>
                    <a:pt x="1614899" y="734673"/>
                  </a:lnTo>
                  <a:lnTo>
                    <a:pt x="1615970" y="734796"/>
                  </a:lnTo>
                  <a:lnTo>
                    <a:pt x="1617042" y="734198"/>
                  </a:lnTo>
                  <a:lnTo>
                    <a:pt x="1618114" y="733604"/>
                  </a:lnTo>
                  <a:lnTo>
                    <a:pt x="1619185" y="733012"/>
                  </a:lnTo>
                  <a:lnTo>
                    <a:pt x="1620257" y="732423"/>
                  </a:lnTo>
                  <a:lnTo>
                    <a:pt x="1621328" y="731836"/>
                  </a:lnTo>
                  <a:lnTo>
                    <a:pt x="1622400" y="731251"/>
                  </a:lnTo>
                  <a:lnTo>
                    <a:pt x="1623472" y="730670"/>
                  </a:lnTo>
                  <a:lnTo>
                    <a:pt x="1624543" y="730090"/>
                  </a:lnTo>
                  <a:lnTo>
                    <a:pt x="1625615" y="729513"/>
                  </a:lnTo>
                  <a:lnTo>
                    <a:pt x="1626686" y="728938"/>
                  </a:lnTo>
                  <a:lnTo>
                    <a:pt x="1627758" y="728366"/>
                  </a:lnTo>
                  <a:lnTo>
                    <a:pt x="1628830" y="727796"/>
                  </a:lnTo>
                  <a:lnTo>
                    <a:pt x="1629901" y="727229"/>
                  </a:lnTo>
                  <a:lnTo>
                    <a:pt x="1630973" y="726663"/>
                  </a:lnTo>
                  <a:lnTo>
                    <a:pt x="1632044" y="726100"/>
                  </a:lnTo>
                  <a:lnTo>
                    <a:pt x="1633116" y="725540"/>
                  </a:lnTo>
                  <a:lnTo>
                    <a:pt x="1634188" y="724981"/>
                  </a:lnTo>
                  <a:lnTo>
                    <a:pt x="1635259" y="724425"/>
                  </a:lnTo>
                  <a:lnTo>
                    <a:pt x="1636331" y="723871"/>
                  </a:lnTo>
                  <a:lnTo>
                    <a:pt x="1637402" y="723319"/>
                  </a:lnTo>
                  <a:lnTo>
                    <a:pt x="1638474" y="722769"/>
                  </a:lnTo>
                  <a:lnTo>
                    <a:pt x="1639546" y="722221"/>
                  </a:lnTo>
                  <a:lnTo>
                    <a:pt x="1640617" y="721675"/>
                  </a:lnTo>
                  <a:lnTo>
                    <a:pt x="1641689" y="721131"/>
                  </a:lnTo>
                  <a:lnTo>
                    <a:pt x="1642760" y="720590"/>
                  </a:lnTo>
                  <a:lnTo>
                    <a:pt x="1643832" y="720050"/>
                  </a:lnTo>
                  <a:lnTo>
                    <a:pt x="1644904" y="719512"/>
                  </a:lnTo>
                  <a:lnTo>
                    <a:pt x="1645975" y="718976"/>
                  </a:lnTo>
                  <a:lnTo>
                    <a:pt x="1647047" y="718443"/>
                  </a:lnTo>
                  <a:lnTo>
                    <a:pt x="1648118" y="717911"/>
                  </a:lnTo>
                  <a:lnTo>
                    <a:pt x="1649190" y="717380"/>
                  </a:lnTo>
                  <a:lnTo>
                    <a:pt x="1650262" y="716852"/>
                  </a:lnTo>
                  <a:lnTo>
                    <a:pt x="1651333" y="716326"/>
                  </a:lnTo>
                  <a:lnTo>
                    <a:pt x="1652405" y="715801"/>
                  </a:lnTo>
                  <a:lnTo>
                    <a:pt x="1653476" y="715278"/>
                  </a:lnTo>
                  <a:lnTo>
                    <a:pt x="1654548" y="714757"/>
                  </a:lnTo>
                  <a:lnTo>
                    <a:pt x="1655620" y="714238"/>
                  </a:lnTo>
                  <a:lnTo>
                    <a:pt x="1656691" y="713720"/>
                  </a:lnTo>
                  <a:lnTo>
                    <a:pt x="1657763" y="713204"/>
                  </a:lnTo>
                  <a:lnTo>
                    <a:pt x="1658834" y="712689"/>
                  </a:lnTo>
                  <a:lnTo>
                    <a:pt x="1659906" y="712177"/>
                  </a:lnTo>
                  <a:lnTo>
                    <a:pt x="1660978" y="711665"/>
                  </a:lnTo>
                  <a:lnTo>
                    <a:pt x="1662049" y="711156"/>
                  </a:lnTo>
                  <a:lnTo>
                    <a:pt x="1663121" y="710648"/>
                  </a:lnTo>
                  <a:lnTo>
                    <a:pt x="1664192" y="710141"/>
                  </a:lnTo>
                  <a:lnTo>
                    <a:pt x="1665264" y="709636"/>
                  </a:lnTo>
                  <a:lnTo>
                    <a:pt x="1666336" y="709132"/>
                  </a:lnTo>
                  <a:lnTo>
                    <a:pt x="1667407" y="708630"/>
                  </a:lnTo>
                  <a:lnTo>
                    <a:pt x="1668479" y="708130"/>
                  </a:lnTo>
                  <a:lnTo>
                    <a:pt x="1669550" y="707630"/>
                  </a:lnTo>
                  <a:lnTo>
                    <a:pt x="1670622" y="707132"/>
                  </a:lnTo>
                  <a:lnTo>
                    <a:pt x="1671694" y="706636"/>
                  </a:lnTo>
                  <a:lnTo>
                    <a:pt x="1672765" y="706140"/>
                  </a:lnTo>
                  <a:lnTo>
                    <a:pt x="1673837" y="705646"/>
                  </a:lnTo>
                  <a:lnTo>
                    <a:pt x="1674908" y="705154"/>
                  </a:lnTo>
                  <a:lnTo>
                    <a:pt x="1675980" y="704662"/>
                  </a:lnTo>
                  <a:lnTo>
                    <a:pt x="1677052" y="704172"/>
                  </a:lnTo>
                  <a:lnTo>
                    <a:pt x="1678123" y="703683"/>
                  </a:lnTo>
                  <a:lnTo>
                    <a:pt x="1679195" y="703195"/>
                  </a:lnTo>
                  <a:lnTo>
                    <a:pt x="1680266" y="702709"/>
                  </a:lnTo>
                  <a:lnTo>
                    <a:pt x="1681338" y="702223"/>
                  </a:lnTo>
                  <a:lnTo>
                    <a:pt x="1682410" y="701739"/>
                  </a:lnTo>
                  <a:lnTo>
                    <a:pt x="1683481" y="701256"/>
                  </a:lnTo>
                  <a:lnTo>
                    <a:pt x="1684553" y="700774"/>
                  </a:lnTo>
                  <a:lnTo>
                    <a:pt x="1685624" y="700292"/>
                  </a:lnTo>
                  <a:lnTo>
                    <a:pt x="1686696" y="699812"/>
                  </a:lnTo>
                  <a:lnTo>
                    <a:pt x="1687768" y="699333"/>
                  </a:lnTo>
                  <a:lnTo>
                    <a:pt x="1688839" y="698855"/>
                  </a:lnTo>
                  <a:lnTo>
                    <a:pt x="1689911" y="698378"/>
                  </a:lnTo>
                  <a:lnTo>
                    <a:pt x="1690982" y="697902"/>
                  </a:lnTo>
                  <a:lnTo>
                    <a:pt x="1692054" y="697427"/>
                  </a:lnTo>
                  <a:lnTo>
                    <a:pt x="1693126" y="696952"/>
                  </a:lnTo>
                  <a:lnTo>
                    <a:pt x="1694197" y="696479"/>
                  </a:lnTo>
                  <a:lnTo>
                    <a:pt x="1695269" y="696006"/>
                  </a:lnTo>
                  <a:lnTo>
                    <a:pt x="1696340" y="695534"/>
                  </a:lnTo>
                  <a:lnTo>
                    <a:pt x="1697412" y="695063"/>
                  </a:lnTo>
                  <a:lnTo>
                    <a:pt x="1698484" y="694593"/>
                  </a:lnTo>
                  <a:lnTo>
                    <a:pt x="1699555" y="694124"/>
                  </a:lnTo>
                  <a:lnTo>
                    <a:pt x="1700627" y="693655"/>
                  </a:lnTo>
                  <a:lnTo>
                    <a:pt x="1701698" y="693187"/>
                  </a:lnTo>
                  <a:lnTo>
                    <a:pt x="1702770" y="692720"/>
                  </a:lnTo>
                  <a:lnTo>
                    <a:pt x="1703842" y="692253"/>
                  </a:lnTo>
                  <a:lnTo>
                    <a:pt x="1704913" y="691787"/>
                  </a:lnTo>
                  <a:lnTo>
                    <a:pt x="1705985" y="691322"/>
                  </a:lnTo>
                  <a:lnTo>
                    <a:pt x="1707056" y="690858"/>
                  </a:lnTo>
                  <a:lnTo>
                    <a:pt x="1708128" y="690394"/>
                  </a:lnTo>
                  <a:lnTo>
                    <a:pt x="1709200" y="689930"/>
                  </a:lnTo>
                  <a:lnTo>
                    <a:pt x="1710271" y="689468"/>
                  </a:lnTo>
                  <a:lnTo>
                    <a:pt x="1711343" y="689005"/>
                  </a:lnTo>
                  <a:lnTo>
                    <a:pt x="1712414" y="688544"/>
                  </a:lnTo>
                  <a:lnTo>
                    <a:pt x="1713486" y="688083"/>
                  </a:lnTo>
                  <a:lnTo>
                    <a:pt x="1714558" y="687622"/>
                  </a:lnTo>
                  <a:lnTo>
                    <a:pt x="1715629" y="687162"/>
                  </a:lnTo>
                  <a:lnTo>
                    <a:pt x="1716701" y="686702"/>
                  </a:lnTo>
                  <a:lnTo>
                    <a:pt x="1717772" y="686243"/>
                  </a:lnTo>
                  <a:lnTo>
                    <a:pt x="1718844" y="685784"/>
                  </a:lnTo>
                  <a:lnTo>
                    <a:pt x="1719916" y="685326"/>
                  </a:lnTo>
                  <a:lnTo>
                    <a:pt x="1720987" y="684868"/>
                  </a:lnTo>
                  <a:lnTo>
                    <a:pt x="1722059" y="684410"/>
                  </a:lnTo>
                  <a:lnTo>
                    <a:pt x="1723130" y="683953"/>
                  </a:lnTo>
                  <a:lnTo>
                    <a:pt x="1724202" y="683496"/>
                  </a:lnTo>
                  <a:lnTo>
                    <a:pt x="1725274" y="683039"/>
                  </a:lnTo>
                  <a:lnTo>
                    <a:pt x="1726345" y="682583"/>
                  </a:lnTo>
                  <a:lnTo>
                    <a:pt x="1727417" y="682127"/>
                  </a:lnTo>
                  <a:lnTo>
                    <a:pt x="1728488" y="681671"/>
                  </a:lnTo>
                  <a:lnTo>
                    <a:pt x="1729560" y="681216"/>
                  </a:lnTo>
                  <a:lnTo>
                    <a:pt x="1730632" y="680761"/>
                  </a:lnTo>
                  <a:lnTo>
                    <a:pt x="1731703" y="680306"/>
                  </a:lnTo>
                  <a:lnTo>
                    <a:pt x="1732775" y="679851"/>
                  </a:lnTo>
                  <a:lnTo>
                    <a:pt x="1733846" y="679396"/>
                  </a:lnTo>
                  <a:lnTo>
                    <a:pt x="1734918" y="678942"/>
                  </a:lnTo>
                  <a:lnTo>
                    <a:pt x="1735990" y="678488"/>
                  </a:lnTo>
                  <a:lnTo>
                    <a:pt x="1737061" y="678034"/>
                  </a:lnTo>
                  <a:lnTo>
                    <a:pt x="1738133" y="677580"/>
                  </a:lnTo>
                  <a:lnTo>
                    <a:pt x="1739204" y="677126"/>
                  </a:lnTo>
                  <a:lnTo>
                    <a:pt x="1740276" y="676673"/>
                  </a:lnTo>
                  <a:lnTo>
                    <a:pt x="1741348" y="676219"/>
                  </a:lnTo>
                  <a:lnTo>
                    <a:pt x="1742419" y="675766"/>
                  </a:lnTo>
                  <a:lnTo>
                    <a:pt x="1743491" y="675312"/>
                  </a:lnTo>
                  <a:lnTo>
                    <a:pt x="1744562" y="674859"/>
                  </a:lnTo>
                  <a:lnTo>
                    <a:pt x="1745634" y="674406"/>
                  </a:lnTo>
                  <a:lnTo>
                    <a:pt x="1746706" y="673953"/>
                  </a:lnTo>
                  <a:lnTo>
                    <a:pt x="1747777" y="673499"/>
                  </a:lnTo>
                  <a:lnTo>
                    <a:pt x="1748849" y="673046"/>
                  </a:lnTo>
                  <a:lnTo>
                    <a:pt x="1749920" y="672593"/>
                  </a:lnTo>
                  <a:lnTo>
                    <a:pt x="1750992" y="672140"/>
                  </a:lnTo>
                  <a:lnTo>
                    <a:pt x="1752064" y="671687"/>
                  </a:lnTo>
                  <a:lnTo>
                    <a:pt x="1753135" y="671233"/>
                  </a:lnTo>
                  <a:lnTo>
                    <a:pt x="1754207" y="670780"/>
                  </a:lnTo>
                  <a:lnTo>
                    <a:pt x="1755278" y="670327"/>
                  </a:lnTo>
                  <a:lnTo>
                    <a:pt x="1756350" y="669873"/>
                  </a:lnTo>
                  <a:lnTo>
                    <a:pt x="1757422" y="669420"/>
                  </a:lnTo>
                  <a:lnTo>
                    <a:pt x="1758493" y="668966"/>
                  </a:lnTo>
                  <a:lnTo>
                    <a:pt x="1759565" y="668512"/>
                  </a:lnTo>
                  <a:lnTo>
                    <a:pt x="1760636" y="668059"/>
                  </a:lnTo>
                  <a:lnTo>
                    <a:pt x="1761708" y="667605"/>
                  </a:lnTo>
                  <a:lnTo>
                    <a:pt x="1762780" y="667151"/>
                  </a:lnTo>
                  <a:lnTo>
                    <a:pt x="1763851" y="666696"/>
                  </a:lnTo>
                  <a:lnTo>
                    <a:pt x="1764923" y="666242"/>
                  </a:lnTo>
                  <a:lnTo>
                    <a:pt x="1765994" y="665787"/>
                  </a:lnTo>
                  <a:lnTo>
                    <a:pt x="1767066" y="665333"/>
                  </a:lnTo>
                  <a:lnTo>
                    <a:pt x="1768138" y="664878"/>
                  </a:lnTo>
                  <a:lnTo>
                    <a:pt x="1769209" y="664423"/>
                  </a:lnTo>
                  <a:lnTo>
                    <a:pt x="1770281" y="663967"/>
                  </a:lnTo>
                  <a:lnTo>
                    <a:pt x="1771352" y="663512"/>
                  </a:lnTo>
                  <a:lnTo>
                    <a:pt x="1772424" y="663056"/>
                  </a:lnTo>
                  <a:lnTo>
                    <a:pt x="1773496" y="662600"/>
                  </a:lnTo>
                  <a:lnTo>
                    <a:pt x="1774567" y="662144"/>
                  </a:lnTo>
                  <a:lnTo>
                    <a:pt x="1775639" y="661687"/>
                  </a:lnTo>
                  <a:lnTo>
                    <a:pt x="1776710" y="661230"/>
                  </a:lnTo>
                  <a:lnTo>
                    <a:pt x="1777782" y="660773"/>
                  </a:lnTo>
                  <a:lnTo>
                    <a:pt x="1778853" y="660316"/>
                  </a:lnTo>
                  <a:lnTo>
                    <a:pt x="1779925" y="659859"/>
                  </a:lnTo>
                  <a:lnTo>
                    <a:pt x="1780997" y="659401"/>
                  </a:lnTo>
                  <a:lnTo>
                    <a:pt x="1782068" y="658943"/>
                  </a:lnTo>
                  <a:lnTo>
                    <a:pt x="1783140" y="658484"/>
                  </a:lnTo>
                  <a:lnTo>
                    <a:pt x="1784211" y="658025"/>
                  </a:lnTo>
                  <a:lnTo>
                    <a:pt x="1785283" y="657566"/>
                  </a:lnTo>
                  <a:lnTo>
                    <a:pt x="1786355" y="657107"/>
                  </a:lnTo>
                  <a:lnTo>
                    <a:pt x="1787426" y="656647"/>
                  </a:lnTo>
                  <a:lnTo>
                    <a:pt x="1788498" y="656187"/>
                  </a:lnTo>
                  <a:lnTo>
                    <a:pt x="1789569" y="655727"/>
                  </a:lnTo>
                  <a:lnTo>
                    <a:pt x="1790641" y="655266"/>
                  </a:lnTo>
                  <a:lnTo>
                    <a:pt x="1791713" y="654805"/>
                  </a:lnTo>
                  <a:lnTo>
                    <a:pt x="1792784" y="654344"/>
                  </a:lnTo>
                  <a:lnTo>
                    <a:pt x="1793856" y="653882"/>
                  </a:lnTo>
                  <a:lnTo>
                    <a:pt x="1794927" y="653420"/>
                  </a:lnTo>
                  <a:lnTo>
                    <a:pt x="1795999" y="652957"/>
                  </a:lnTo>
                  <a:lnTo>
                    <a:pt x="1797071" y="652494"/>
                  </a:lnTo>
                  <a:lnTo>
                    <a:pt x="1798142" y="652031"/>
                  </a:lnTo>
                  <a:lnTo>
                    <a:pt x="1799214" y="651567"/>
                  </a:lnTo>
                  <a:lnTo>
                    <a:pt x="1800285" y="651103"/>
                  </a:lnTo>
                  <a:lnTo>
                    <a:pt x="1801357" y="650639"/>
                  </a:lnTo>
                  <a:lnTo>
                    <a:pt x="1802429" y="650174"/>
                  </a:lnTo>
                  <a:lnTo>
                    <a:pt x="1803500" y="649709"/>
                  </a:lnTo>
                  <a:lnTo>
                    <a:pt x="1804572" y="649243"/>
                  </a:lnTo>
                  <a:lnTo>
                    <a:pt x="1805643" y="648777"/>
                  </a:lnTo>
                  <a:lnTo>
                    <a:pt x="1806715" y="648310"/>
                  </a:lnTo>
                  <a:lnTo>
                    <a:pt x="1807787" y="647843"/>
                  </a:lnTo>
                  <a:lnTo>
                    <a:pt x="1808858" y="647376"/>
                  </a:lnTo>
                  <a:lnTo>
                    <a:pt x="1809930" y="646908"/>
                  </a:lnTo>
                  <a:lnTo>
                    <a:pt x="1811001" y="646440"/>
                  </a:lnTo>
                  <a:lnTo>
                    <a:pt x="1812073" y="645971"/>
                  </a:lnTo>
                  <a:lnTo>
                    <a:pt x="1813145" y="645502"/>
                  </a:lnTo>
                  <a:lnTo>
                    <a:pt x="1814216" y="645032"/>
                  </a:lnTo>
                  <a:lnTo>
                    <a:pt x="1815288" y="644562"/>
                  </a:lnTo>
                  <a:lnTo>
                    <a:pt x="1816359" y="644092"/>
                  </a:lnTo>
                  <a:lnTo>
                    <a:pt x="1817431" y="643621"/>
                  </a:lnTo>
                  <a:lnTo>
                    <a:pt x="1818503" y="643150"/>
                  </a:lnTo>
                  <a:lnTo>
                    <a:pt x="1819574" y="642678"/>
                  </a:lnTo>
                  <a:lnTo>
                    <a:pt x="1820646" y="642205"/>
                  </a:lnTo>
                  <a:lnTo>
                    <a:pt x="1821717" y="641733"/>
                  </a:lnTo>
                  <a:lnTo>
                    <a:pt x="1822789" y="641259"/>
                  </a:lnTo>
                  <a:lnTo>
                    <a:pt x="1823861" y="640786"/>
                  </a:lnTo>
                  <a:lnTo>
                    <a:pt x="1824932" y="640312"/>
                  </a:lnTo>
                  <a:lnTo>
                    <a:pt x="1826004" y="639837"/>
                  </a:lnTo>
                  <a:lnTo>
                    <a:pt x="1827075" y="639362"/>
                  </a:lnTo>
                  <a:lnTo>
                    <a:pt x="1828147" y="638886"/>
                  </a:lnTo>
                  <a:lnTo>
                    <a:pt x="1829219" y="638410"/>
                  </a:lnTo>
                  <a:lnTo>
                    <a:pt x="1830290" y="637934"/>
                  </a:lnTo>
                  <a:lnTo>
                    <a:pt x="1831362" y="637457"/>
                  </a:lnTo>
                  <a:lnTo>
                    <a:pt x="1832433" y="636979"/>
                  </a:lnTo>
                  <a:lnTo>
                    <a:pt x="1833505" y="636501"/>
                  </a:lnTo>
                  <a:lnTo>
                    <a:pt x="1834577" y="636023"/>
                  </a:lnTo>
                  <a:lnTo>
                    <a:pt x="1835648" y="635544"/>
                  </a:lnTo>
                  <a:lnTo>
                    <a:pt x="1836720" y="635065"/>
                  </a:lnTo>
                  <a:lnTo>
                    <a:pt x="1837791" y="634585"/>
                  </a:lnTo>
                  <a:lnTo>
                    <a:pt x="1838863" y="634104"/>
                  </a:lnTo>
                  <a:lnTo>
                    <a:pt x="1839935" y="633623"/>
                  </a:lnTo>
                  <a:lnTo>
                    <a:pt x="1841006" y="633142"/>
                  </a:lnTo>
                  <a:lnTo>
                    <a:pt x="1842078" y="632660"/>
                  </a:lnTo>
                  <a:lnTo>
                    <a:pt x="1843149" y="632178"/>
                  </a:lnTo>
                  <a:lnTo>
                    <a:pt x="1844221" y="631695"/>
                  </a:lnTo>
                  <a:lnTo>
                    <a:pt x="1845293" y="631212"/>
                  </a:lnTo>
                  <a:lnTo>
                    <a:pt x="1846364" y="630728"/>
                  </a:lnTo>
                  <a:lnTo>
                    <a:pt x="1847436" y="630244"/>
                  </a:lnTo>
                  <a:lnTo>
                    <a:pt x="1848507" y="629759"/>
                  </a:lnTo>
                  <a:lnTo>
                    <a:pt x="1849579" y="629274"/>
                  </a:lnTo>
                  <a:lnTo>
                    <a:pt x="1850651" y="628788"/>
                  </a:lnTo>
                  <a:lnTo>
                    <a:pt x="1851722" y="628302"/>
                  </a:lnTo>
                  <a:lnTo>
                    <a:pt x="1852794" y="627815"/>
                  </a:lnTo>
                  <a:lnTo>
                    <a:pt x="1853865" y="627328"/>
                  </a:lnTo>
                  <a:lnTo>
                    <a:pt x="1854937" y="626841"/>
                  </a:lnTo>
                  <a:lnTo>
                    <a:pt x="1856009" y="626352"/>
                  </a:lnTo>
                  <a:lnTo>
                    <a:pt x="1857080" y="625864"/>
                  </a:lnTo>
                  <a:lnTo>
                    <a:pt x="1858152" y="625375"/>
                  </a:lnTo>
                  <a:lnTo>
                    <a:pt x="1859223" y="624885"/>
                  </a:lnTo>
                  <a:lnTo>
                    <a:pt x="1860295" y="624395"/>
                  </a:lnTo>
                  <a:lnTo>
                    <a:pt x="1861367" y="623905"/>
                  </a:lnTo>
                  <a:lnTo>
                    <a:pt x="1862438" y="623414"/>
                  </a:lnTo>
                  <a:lnTo>
                    <a:pt x="1863510" y="622922"/>
                  </a:lnTo>
                  <a:lnTo>
                    <a:pt x="1864581" y="622430"/>
                  </a:lnTo>
                  <a:lnTo>
                    <a:pt x="1865653" y="621938"/>
                  </a:lnTo>
                  <a:lnTo>
                    <a:pt x="1866725" y="621445"/>
                  </a:lnTo>
                  <a:lnTo>
                    <a:pt x="1867796" y="620952"/>
                  </a:lnTo>
                  <a:lnTo>
                    <a:pt x="1868868" y="620458"/>
                  </a:lnTo>
                  <a:lnTo>
                    <a:pt x="1869939" y="619964"/>
                  </a:lnTo>
                  <a:lnTo>
                    <a:pt x="1871011" y="619469"/>
                  </a:lnTo>
                  <a:lnTo>
                    <a:pt x="1872083" y="618974"/>
                  </a:lnTo>
                  <a:lnTo>
                    <a:pt x="1873154" y="618478"/>
                  </a:lnTo>
                  <a:lnTo>
                    <a:pt x="1874226" y="617982"/>
                  </a:lnTo>
                  <a:lnTo>
                    <a:pt x="1875297" y="617486"/>
                  </a:lnTo>
                  <a:lnTo>
                    <a:pt x="1876369" y="616989"/>
                  </a:lnTo>
                  <a:lnTo>
                    <a:pt x="1877441" y="616492"/>
                  </a:lnTo>
                  <a:lnTo>
                    <a:pt x="1878512" y="615994"/>
                  </a:lnTo>
                  <a:lnTo>
                    <a:pt x="1879584" y="615495"/>
                  </a:lnTo>
                  <a:lnTo>
                    <a:pt x="1880655" y="614997"/>
                  </a:lnTo>
                  <a:lnTo>
                    <a:pt x="1881727" y="614497"/>
                  </a:lnTo>
                  <a:lnTo>
                    <a:pt x="1882799" y="613998"/>
                  </a:lnTo>
                  <a:lnTo>
                    <a:pt x="1883870" y="613498"/>
                  </a:lnTo>
                  <a:lnTo>
                    <a:pt x="1884942" y="612997"/>
                  </a:lnTo>
                  <a:lnTo>
                    <a:pt x="1886013" y="612497"/>
                  </a:lnTo>
                  <a:lnTo>
                    <a:pt x="1887085" y="611995"/>
                  </a:lnTo>
                  <a:lnTo>
                    <a:pt x="1888157" y="611494"/>
                  </a:lnTo>
                  <a:lnTo>
                    <a:pt x="1889228" y="610991"/>
                  </a:lnTo>
                  <a:lnTo>
                    <a:pt x="1890300" y="610489"/>
                  </a:lnTo>
                  <a:lnTo>
                    <a:pt x="1891371" y="609986"/>
                  </a:lnTo>
                  <a:lnTo>
                    <a:pt x="1892443" y="609483"/>
                  </a:lnTo>
                  <a:lnTo>
                    <a:pt x="1893515" y="608979"/>
                  </a:lnTo>
                  <a:lnTo>
                    <a:pt x="1894586" y="608475"/>
                  </a:lnTo>
                  <a:lnTo>
                    <a:pt x="1895658" y="607970"/>
                  </a:lnTo>
                  <a:lnTo>
                    <a:pt x="1896729" y="607465"/>
                  </a:lnTo>
                  <a:lnTo>
                    <a:pt x="1897801" y="606960"/>
                  </a:lnTo>
                  <a:lnTo>
                    <a:pt x="1898873" y="606454"/>
                  </a:lnTo>
                  <a:lnTo>
                    <a:pt x="1899944" y="605948"/>
                  </a:lnTo>
                  <a:lnTo>
                    <a:pt x="1901016" y="605441"/>
                  </a:lnTo>
                  <a:lnTo>
                    <a:pt x="1902087" y="604935"/>
                  </a:lnTo>
                  <a:lnTo>
                    <a:pt x="1903159" y="604427"/>
                  </a:lnTo>
                  <a:lnTo>
                    <a:pt x="1904231" y="603920"/>
                  </a:lnTo>
                  <a:lnTo>
                    <a:pt x="1905302" y="603412"/>
                  </a:lnTo>
                  <a:lnTo>
                    <a:pt x="1906374" y="602903"/>
                  </a:lnTo>
                  <a:lnTo>
                    <a:pt x="1907445" y="602395"/>
                  </a:lnTo>
                  <a:lnTo>
                    <a:pt x="1908517" y="601886"/>
                  </a:lnTo>
                  <a:lnTo>
                    <a:pt x="1909589" y="601376"/>
                  </a:lnTo>
                  <a:lnTo>
                    <a:pt x="1910660" y="600867"/>
                  </a:lnTo>
                  <a:lnTo>
                    <a:pt x="1911732" y="600357"/>
                  </a:lnTo>
                  <a:lnTo>
                    <a:pt x="1912803" y="599846"/>
                  </a:lnTo>
                  <a:lnTo>
                    <a:pt x="1913875" y="599335"/>
                  </a:lnTo>
                  <a:lnTo>
                    <a:pt x="1914947" y="598824"/>
                  </a:lnTo>
                  <a:lnTo>
                    <a:pt x="1916018" y="598313"/>
                  </a:lnTo>
                  <a:lnTo>
                    <a:pt x="1917090" y="597801"/>
                  </a:lnTo>
                  <a:lnTo>
                    <a:pt x="1918161" y="597289"/>
                  </a:lnTo>
                  <a:lnTo>
                    <a:pt x="1919233" y="596777"/>
                  </a:lnTo>
                  <a:lnTo>
                    <a:pt x="1920305" y="596264"/>
                  </a:lnTo>
                  <a:lnTo>
                    <a:pt x="1921376" y="595751"/>
                  </a:lnTo>
                  <a:lnTo>
                    <a:pt x="1922448" y="595238"/>
                  </a:lnTo>
                  <a:lnTo>
                    <a:pt x="1923519" y="594725"/>
                  </a:lnTo>
                  <a:lnTo>
                    <a:pt x="1924591" y="594211"/>
                  </a:lnTo>
                  <a:lnTo>
                    <a:pt x="1925663" y="593697"/>
                  </a:lnTo>
                  <a:lnTo>
                    <a:pt x="1926734" y="593182"/>
                  </a:lnTo>
                  <a:lnTo>
                    <a:pt x="1927806" y="592668"/>
                  </a:lnTo>
                  <a:lnTo>
                    <a:pt x="1928877" y="592153"/>
                  </a:lnTo>
                  <a:lnTo>
                    <a:pt x="1929949" y="591638"/>
                  </a:lnTo>
                  <a:lnTo>
                    <a:pt x="1931021" y="591122"/>
                  </a:lnTo>
                  <a:lnTo>
                    <a:pt x="1932092" y="590607"/>
                  </a:lnTo>
                  <a:lnTo>
                    <a:pt x="1933164" y="590091"/>
                  </a:lnTo>
                  <a:lnTo>
                    <a:pt x="1934235" y="589574"/>
                  </a:lnTo>
                  <a:lnTo>
                    <a:pt x="1935307" y="589058"/>
                  </a:lnTo>
                  <a:lnTo>
                    <a:pt x="1936379" y="588541"/>
                  </a:lnTo>
                  <a:lnTo>
                    <a:pt x="1937450" y="588025"/>
                  </a:lnTo>
                  <a:lnTo>
                    <a:pt x="1938522" y="587507"/>
                  </a:lnTo>
                  <a:lnTo>
                    <a:pt x="1939593" y="586990"/>
                  </a:lnTo>
                  <a:lnTo>
                    <a:pt x="1940665" y="586473"/>
                  </a:lnTo>
                  <a:lnTo>
                    <a:pt x="1941737" y="585955"/>
                  </a:lnTo>
                  <a:lnTo>
                    <a:pt x="1942808" y="585437"/>
                  </a:lnTo>
                  <a:lnTo>
                    <a:pt x="1943880" y="584919"/>
                  </a:lnTo>
                  <a:lnTo>
                    <a:pt x="1944951" y="584401"/>
                  </a:lnTo>
                  <a:lnTo>
                    <a:pt x="1946023" y="583882"/>
                  </a:lnTo>
                  <a:lnTo>
                    <a:pt x="1947095" y="583363"/>
                  </a:lnTo>
                  <a:lnTo>
                    <a:pt x="1948166" y="582845"/>
                  </a:lnTo>
                  <a:lnTo>
                    <a:pt x="1949238" y="582325"/>
                  </a:lnTo>
                  <a:lnTo>
                    <a:pt x="1950309" y="581806"/>
                  </a:lnTo>
                  <a:lnTo>
                    <a:pt x="1951381" y="581287"/>
                  </a:lnTo>
                  <a:lnTo>
                    <a:pt x="1952453" y="580767"/>
                  </a:lnTo>
                  <a:lnTo>
                    <a:pt x="1953524" y="580248"/>
                  </a:lnTo>
                  <a:lnTo>
                    <a:pt x="1954596" y="579728"/>
                  </a:lnTo>
                  <a:lnTo>
                    <a:pt x="1955667" y="579208"/>
                  </a:lnTo>
                  <a:lnTo>
                    <a:pt x="1956739" y="578688"/>
                  </a:lnTo>
                  <a:lnTo>
                    <a:pt x="1957810" y="578168"/>
                  </a:lnTo>
                  <a:lnTo>
                    <a:pt x="1958882" y="577648"/>
                  </a:lnTo>
                  <a:lnTo>
                    <a:pt x="1959954" y="577127"/>
                  </a:lnTo>
                  <a:lnTo>
                    <a:pt x="1961025" y="576607"/>
                  </a:lnTo>
                  <a:lnTo>
                    <a:pt x="1962097" y="576086"/>
                  </a:lnTo>
                  <a:lnTo>
                    <a:pt x="1963168" y="575565"/>
                  </a:lnTo>
                  <a:lnTo>
                    <a:pt x="1964240" y="575044"/>
                  </a:lnTo>
                  <a:lnTo>
                    <a:pt x="1965312" y="574524"/>
                  </a:lnTo>
                  <a:lnTo>
                    <a:pt x="1966383" y="574003"/>
                  </a:lnTo>
                  <a:lnTo>
                    <a:pt x="1967455" y="573482"/>
                  </a:lnTo>
                  <a:lnTo>
                    <a:pt x="1968526" y="572960"/>
                  </a:lnTo>
                  <a:lnTo>
                    <a:pt x="1969598" y="572439"/>
                  </a:lnTo>
                  <a:lnTo>
                    <a:pt x="1970670" y="571918"/>
                  </a:lnTo>
                  <a:lnTo>
                    <a:pt x="1971741" y="571397"/>
                  </a:lnTo>
                  <a:lnTo>
                    <a:pt x="1972813" y="570876"/>
                  </a:lnTo>
                  <a:lnTo>
                    <a:pt x="1973884" y="570354"/>
                  </a:lnTo>
                  <a:lnTo>
                    <a:pt x="1974956" y="569833"/>
                  </a:lnTo>
                  <a:lnTo>
                    <a:pt x="1976028" y="569311"/>
                  </a:lnTo>
                  <a:lnTo>
                    <a:pt x="1977099" y="568790"/>
                  </a:lnTo>
                  <a:lnTo>
                    <a:pt x="1978171" y="568269"/>
                  </a:lnTo>
                  <a:lnTo>
                    <a:pt x="1979242" y="567747"/>
                  </a:lnTo>
                  <a:lnTo>
                    <a:pt x="1980314" y="567226"/>
                  </a:lnTo>
                  <a:lnTo>
                    <a:pt x="1981386" y="566704"/>
                  </a:lnTo>
                  <a:lnTo>
                    <a:pt x="1982457" y="566183"/>
                  </a:lnTo>
                  <a:lnTo>
                    <a:pt x="1983529" y="565661"/>
                  </a:lnTo>
                  <a:lnTo>
                    <a:pt x="1984600" y="565140"/>
                  </a:lnTo>
                  <a:lnTo>
                    <a:pt x="1985672" y="564619"/>
                  </a:lnTo>
                  <a:lnTo>
                    <a:pt x="1986744" y="564098"/>
                  </a:lnTo>
                  <a:lnTo>
                    <a:pt x="1987815" y="563576"/>
                  </a:lnTo>
                  <a:lnTo>
                    <a:pt x="1988887" y="563055"/>
                  </a:lnTo>
                  <a:lnTo>
                    <a:pt x="1989958" y="562534"/>
                  </a:lnTo>
                  <a:lnTo>
                    <a:pt x="1991030" y="562013"/>
                  </a:lnTo>
                  <a:lnTo>
                    <a:pt x="1992102" y="561492"/>
                  </a:lnTo>
                  <a:lnTo>
                    <a:pt x="1993173" y="560971"/>
                  </a:lnTo>
                  <a:lnTo>
                    <a:pt x="1994245" y="560450"/>
                  </a:lnTo>
                  <a:lnTo>
                    <a:pt x="1995316" y="559929"/>
                  </a:lnTo>
                  <a:lnTo>
                    <a:pt x="1996388" y="559409"/>
                  </a:lnTo>
                  <a:lnTo>
                    <a:pt x="1997460" y="558888"/>
                  </a:lnTo>
                  <a:lnTo>
                    <a:pt x="1998531" y="558368"/>
                  </a:lnTo>
                  <a:lnTo>
                    <a:pt x="1999603" y="557848"/>
                  </a:lnTo>
                  <a:lnTo>
                    <a:pt x="2000674" y="557327"/>
                  </a:lnTo>
                  <a:lnTo>
                    <a:pt x="2001746" y="556807"/>
                  </a:lnTo>
                  <a:lnTo>
                    <a:pt x="2002818" y="556287"/>
                  </a:lnTo>
                  <a:lnTo>
                    <a:pt x="2003889" y="555768"/>
                  </a:lnTo>
                  <a:lnTo>
                    <a:pt x="2004961" y="555248"/>
                  </a:lnTo>
                  <a:lnTo>
                    <a:pt x="2006032" y="554729"/>
                  </a:lnTo>
                  <a:lnTo>
                    <a:pt x="2007104" y="554209"/>
                  </a:lnTo>
                  <a:lnTo>
                    <a:pt x="2008176" y="553690"/>
                  </a:lnTo>
                  <a:lnTo>
                    <a:pt x="2009247" y="553171"/>
                  </a:lnTo>
                  <a:lnTo>
                    <a:pt x="2010319" y="552653"/>
                  </a:lnTo>
                  <a:lnTo>
                    <a:pt x="2011390" y="552134"/>
                  </a:lnTo>
                  <a:lnTo>
                    <a:pt x="2012462" y="551616"/>
                  </a:lnTo>
                  <a:lnTo>
                    <a:pt x="2013534" y="551098"/>
                  </a:lnTo>
                  <a:lnTo>
                    <a:pt x="2014605" y="550580"/>
                  </a:lnTo>
                  <a:lnTo>
                    <a:pt x="2015677" y="550062"/>
                  </a:lnTo>
                  <a:lnTo>
                    <a:pt x="2016748" y="549544"/>
                  </a:lnTo>
                  <a:lnTo>
                    <a:pt x="2017820" y="549027"/>
                  </a:lnTo>
                  <a:lnTo>
                    <a:pt x="2018892" y="548510"/>
                  </a:lnTo>
                  <a:lnTo>
                    <a:pt x="2019963" y="547993"/>
                  </a:lnTo>
                  <a:lnTo>
                    <a:pt x="2021035" y="547477"/>
                  </a:lnTo>
                  <a:lnTo>
                    <a:pt x="2022106" y="546961"/>
                  </a:lnTo>
                  <a:lnTo>
                    <a:pt x="2023178" y="546445"/>
                  </a:lnTo>
                  <a:lnTo>
                    <a:pt x="2024250" y="545929"/>
                  </a:lnTo>
                  <a:lnTo>
                    <a:pt x="2025321" y="545414"/>
                  </a:lnTo>
                  <a:lnTo>
                    <a:pt x="2026393" y="544899"/>
                  </a:lnTo>
                  <a:lnTo>
                    <a:pt x="2027464" y="544384"/>
                  </a:lnTo>
                  <a:lnTo>
                    <a:pt x="2028536" y="543869"/>
                  </a:lnTo>
                  <a:lnTo>
                    <a:pt x="2029608" y="543355"/>
                  </a:lnTo>
                  <a:lnTo>
                    <a:pt x="2030679" y="542841"/>
                  </a:lnTo>
                  <a:lnTo>
                    <a:pt x="2031751" y="542328"/>
                  </a:lnTo>
                  <a:lnTo>
                    <a:pt x="2032822" y="541814"/>
                  </a:lnTo>
                  <a:lnTo>
                    <a:pt x="2033894" y="541302"/>
                  </a:lnTo>
                  <a:lnTo>
                    <a:pt x="2034966" y="540789"/>
                  </a:lnTo>
                  <a:lnTo>
                    <a:pt x="2036037" y="540277"/>
                  </a:lnTo>
                  <a:lnTo>
                    <a:pt x="2037109" y="539765"/>
                  </a:lnTo>
                  <a:lnTo>
                    <a:pt x="2038180" y="539254"/>
                  </a:lnTo>
                  <a:lnTo>
                    <a:pt x="2039252" y="538743"/>
                  </a:lnTo>
                  <a:lnTo>
                    <a:pt x="2040324" y="538232"/>
                  </a:lnTo>
                  <a:lnTo>
                    <a:pt x="2041395" y="537722"/>
                  </a:lnTo>
                  <a:lnTo>
                    <a:pt x="2042467" y="537212"/>
                  </a:lnTo>
                  <a:lnTo>
                    <a:pt x="2043538" y="536702"/>
                  </a:lnTo>
                  <a:lnTo>
                    <a:pt x="2044610" y="536193"/>
                  </a:lnTo>
                  <a:lnTo>
                    <a:pt x="2045682" y="535685"/>
                  </a:lnTo>
                  <a:lnTo>
                    <a:pt x="2046753" y="535176"/>
                  </a:lnTo>
                  <a:lnTo>
                    <a:pt x="2047825" y="534669"/>
                  </a:lnTo>
                  <a:lnTo>
                    <a:pt x="2048896" y="534161"/>
                  </a:lnTo>
                  <a:lnTo>
                    <a:pt x="2049968" y="533654"/>
                  </a:lnTo>
                  <a:lnTo>
                    <a:pt x="2051040" y="533148"/>
                  </a:lnTo>
                  <a:lnTo>
                    <a:pt x="2052111" y="532642"/>
                  </a:lnTo>
                  <a:lnTo>
                    <a:pt x="2053183" y="532136"/>
                  </a:lnTo>
                  <a:lnTo>
                    <a:pt x="2054254" y="531631"/>
                  </a:lnTo>
                  <a:lnTo>
                    <a:pt x="2055326" y="531127"/>
                  </a:lnTo>
                  <a:lnTo>
                    <a:pt x="2056398" y="530623"/>
                  </a:lnTo>
                  <a:lnTo>
                    <a:pt x="2057469" y="530119"/>
                  </a:lnTo>
                  <a:lnTo>
                    <a:pt x="2058541" y="529616"/>
                  </a:lnTo>
                  <a:lnTo>
                    <a:pt x="2059612" y="529114"/>
                  </a:lnTo>
                  <a:lnTo>
                    <a:pt x="2060684" y="528612"/>
                  </a:lnTo>
                  <a:lnTo>
                    <a:pt x="2061756" y="528111"/>
                  </a:lnTo>
                  <a:lnTo>
                    <a:pt x="2062827" y="527610"/>
                  </a:lnTo>
                  <a:lnTo>
                    <a:pt x="2063899" y="527109"/>
                  </a:lnTo>
                  <a:lnTo>
                    <a:pt x="2064970" y="526610"/>
                  </a:lnTo>
                  <a:lnTo>
                    <a:pt x="2066042" y="526110"/>
                  </a:lnTo>
                  <a:lnTo>
                    <a:pt x="2067114" y="525612"/>
                  </a:lnTo>
                  <a:lnTo>
                    <a:pt x="2068185" y="525114"/>
                  </a:lnTo>
                  <a:lnTo>
                    <a:pt x="2069257" y="524616"/>
                  </a:lnTo>
                  <a:lnTo>
                    <a:pt x="2070328" y="524119"/>
                  </a:lnTo>
                  <a:lnTo>
                    <a:pt x="2071400" y="523623"/>
                  </a:lnTo>
                  <a:lnTo>
                    <a:pt x="2072472" y="523127"/>
                  </a:lnTo>
                  <a:lnTo>
                    <a:pt x="2073543" y="522632"/>
                  </a:lnTo>
                  <a:lnTo>
                    <a:pt x="2074615" y="522138"/>
                  </a:lnTo>
                  <a:lnTo>
                    <a:pt x="2075686" y="521644"/>
                  </a:lnTo>
                  <a:lnTo>
                    <a:pt x="2076758" y="521151"/>
                  </a:lnTo>
                  <a:lnTo>
                    <a:pt x="2077830" y="520659"/>
                  </a:lnTo>
                  <a:lnTo>
                    <a:pt x="2078901" y="520167"/>
                  </a:lnTo>
                  <a:lnTo>
                    <a:pt x="2079973" y="519675"/>
                  </a:lnTo>
                  <a:lnTo>
                    <a:pt x="2081044" y="519185"/>
                  </a:lnTo>
                  <a:lnTo>
                    <a:pt x="2082116" y="518695"/>
                  </a:lnTo>
                  <a:lnTo>
                    <a:pt x="2083188" y="518206"/>
                  </a:lnTo>
                  <a:lnTo>
                    <a:pt x="2084259" y="517718"/>
                  </a:lnTo>
                  <a:lnTo>
                    <a:pt x="2085331" y="517230"/>
                  </a:lnTo>
                  <a:lnTo>
                    <a:pt x="2086402" y="516743"/>
                  </a:lnTo>
                  <a:lnTo>
                    <a:pt x="2087474" y="516256"/>
                  </a:lnTo>
                  <a:lnTo>
                    <a:pt x="2088546" y="515771"/>
                  </a:lnTo>
                  <a:lnTo>
                    <a:pt x="2089617" y="515286"/>
                  </a:lnTo>
                  <a:lnTo>
                    <a:pt x="2090689" y="514802"/>
                  </a:lnTo>
                  <a:lnTo>
                    <a:pt x="2091760" y="514319"/>
                  </a:lnTo>
                  <a:lnTo>
                    <a:pt x="2092832" y="513836"/>
                  </a:lnTo>
                  <a:lnTo>
                    <a:pt x="2093904" y="513354"/>
                  </a:lnTo>
                  <a:lnTo>
                    <a:pt x="2094975" y="512873"/>
                  </a:lnTo>
                  <a:lnTo>
                    <a:pt x="2096047" y="512393"/>
                  </a:lnTo>
                  <a:lnTo>
                    <a:pt x="2097118" y="511913"/>
                  </a:lnTo>
                  <a:lnTo>
                    <a:pt x="2098190" y="511435"/>
                  </a:lnTo>
                  <a:lnTo>
                    <a:pt x="2099262" y="510957"/>
                  </a:lnTo>
                  <a:lnTo>
                    <a:pt x="2100333" y="510480"/>
                  </a:lnTo>
                  <a:lnTo>
                    <a:pt x="2101405" y="510003"/>
                  </a:lnTo>
                  <a:lnTo>
                    <a:pt x="2102476" y="509528"/>
                  </a:lnTo>
                  <a:lnTo>
                    <a:pt x="2103548" y="509053"/>
                  </a:lnTo>
                  <a:lnTo>
                    <a:pt x="2104620" y="508579"/>
                  </a:lnTo>
                  <a:lnTo>
                    <a:pt x="2105691" y="508107"/>
                  </a:lnTo>
                  <a:lnTo>
                    <a:pt x="2106763" y="507634"/>
                  </a:lnTo>
                  <a:lnTo>
                    <a:pt x="2107834" y="507163"/>
                  </a:lnTo>
                  <a:lnTo>
                    <a:pt x="2108906" y="506693"/>
                  </a:lnTo>
                  <a:lnTo>
                    <a:pt x="2109978" y="506224"/>
                  </a:lnTo>
                  <a:lnTo>
                    <a:pt x="2111049" y="505755"/>
                  </a:lnTo>
                  <a:lnTo>
                    <a:pt x="2112121" y="505287"/>
                  </a:lnTo>
                  <a:lnTo>
                    <a:pt x="2113192" y="504821"/>
                  </a:lnTo>
                  <a:lnTo>
                    <a:pt x="2114264" y="504355"/>
                  </a:lnTo>
                  <a:lnTo>
                    <a:pt x="2115336" y="503890"/>
                  </a:lnTo>
                  <a:lnTo>
                    <a:pt x="2116407" y="503426"/>
                  </a:lnTo>
                  <a:lnTo>
                    <a:pt x="2117479" y="502963"/>
                  </a:lnTo>
                  <a:lnTo>
                    <a:pt x="2118550" y="502501"/>
                  </a:lnTo>
                  <a:lnTo>
                    <a:pt x="2119622" y="502040"/>
                  </a:lnTo>
                  <a:lnTo>
                    <a:pt x="2120694" y="501580"/>
                  </a:lnTo>
                  <a:lnTo>
                    <a:pt x="2121765" y="501120"/>
                  </a:lnTo>
                  <a:lnTo>
                    <a:pt x="2122837" y="500662"/>
                  </a:lnTo>
                  <a:lnTo>
                    <a:pt x="2123908" y="500205"/>
                  </a:lnTo>
                  <a:lnTo>
                    <a:pt x="2124980" y="499749"/>
                  </a:lnTo>
                  <a:lnTo>
                    <a:pt x="2126052" y="499293"/>
                  </a:lnTo>
                  <a:lnTo>
                    <a:pt x="2127123" y="498839"/>
                  </a:lnTo>
                  <a:lnTo>
                    <a:pt x="2128195" y="498386"/>
                  </a:lnTo>
                  <a:lnTo>
                    <a:pt x="2129266" y="497934"/>
                  </a:lnTo>
                  <a:lnTo>
                    <a:pt x="2130338" y="497483"/>
                  </a:lnTo>
                  <a:lnTo>
                    <a:pt x="2131409" y="497033"/>
                  </a:lnTo>
                  <a:lnTo>
                    <a:pt x="2132481" y="496584"/>
                  </a:lnTo>
                  <a:lnTo>
                    <a:pt x="2133553" y="496136"/>
                  </a:lnTo>
                  <a:lnTo>
                    <a:pt x="2134624" y="495689"/>
                  </a:lnTo>
                  <a:lnTo>
                    <a:pt x="2135696" y="495243"/>
                  </a:lnTo>
                  <a:lnTo>
                    <a:pt x="2136767" y="494798"/>
                  </a:lnTo>
                  <a:lnTo>
                    <a:pt x="2137839" y="494354"/>
                  </a:lnTo>
                  <a:lnTo>
                    <a:pt x="2138911" y="493912"/>
                  </a:lnTo>
                  <a:lnTo>
                    <a:pt x="2139982" y="493470"/>
                  </a:lnTo>
                  <a:lnTo>
                    <a:pt x="2141054" y="493030"/>
                  </a:lnTo>
                  <a:lnTo>
                    <a:pt x="2142125" y="492591"/>
                  </a:lnTo>
                  <a:lnTo>
                    <a:pt x="2143197" y="492153"/>
                  </a:lnTo>
                  <a:lnTo>
                    <a:pt x="2144269" y="491715"/>
                  </a:lnTo>
                  <a:lnTo>
                    <a:pt x="2145340" y="491280"/>
                  </a:lnTo>
                  <a:lnTo>
                    <a:pt x="2146412" y="490845"/>
                  </a:lnTo>
                  <a:lnTo>
                    <a:pt x="2147483" y="490411"/>
                  </a:lnTo>
                  <a:lnTo>
                    <a:pt x="2148555" y="489979"/>
                  </a:lnTo>
                  <a:lnTo>
                    <a:pt x="2149627" y="489547"/>
                  </a:lnTo>
                  <a:lnTo>
                    <a:pt x="2150698" y="489117"/>
                  </a:lnTo>
                  <a:lnTo>
                    <a:pt x="2151770" y="488688"/>
                  </a:lnTo>
                  <a:lnTo>
                    <a:pt x="2152841" y="488259"/>
                  </a:lnTo>
                  <a:lnTo>
                    <a:pt x="2153913" y="487832"/>
                  </a:lnTo>
                  <a:lnTo>
                    <a:pt x="2154985" y="487407"/>
                  </a:lnTo>
                  <a:lnTo>
                    <a:pt x="2156056" y="486982"/>
                  </a:lnTo>
                  <a:lnTo>
                    <a:pt x="2157128" y="486558"/>
                  </a:lnTo>
                  <a:lnTo>
                    <a:pt x="2158199" y="486136"/>
                  </a:lnTo>
                  <a:lnTo>
                    <a:pt x="2159271" y="485714"/>
                  </a:lnTo>
                  <a:lnTo>
                    <a:pt x="2160343" y="485294"/>
                  </a:lnTo>
                  <a:lnTo>
                    <a:pt x="2161414" y="484875"/>
                  </a:lnTo>
                  <a:lnTo>
                    <a:pt x="2162486" y="484457"/>
                  </a:lnTo>
                  <a:lnTo>
                    <a:pt x="2163557" y="484040"/>
                  </a:lnTo>
                  <a:lnTo>
                    <a:pt x="2164629" y="483624"/>
                  </a:lnTo>
                  <a:lnTo>
                    <a:pt x="2165701" y="483209"/>
                  </a:lnTo>
                  <a:lnTo>
                    <a:pt x="2166772" y="482796"/>
                  </a:lnTo>
                  <a:lnTo>
                    <a:pt x="2167844" y="482383"/>
                  </a:lnTo>
                  <a:lnTo>
                    <a:pt x="2168915" y="481972"/>
                  </a:lnTo>
                  <a:lnTo>
                    <a:pt x="2169987" y="481561"/>
                  </a:lnTo>
                  <a:lnTo>
                    <a:pt x="2171059" y="481152"/>
                  </a:lnTo>
                  <a:lnTo>
                    <a:pt x="2172130" y="480744"/>
                  </a:lnTo>
                  <a:lnTo>
                    <a:pt x="2173202" y="480337"/>
                  </a:lnTo>
                  <a:lnTo>
                    <a:pt x="2174273" y="479932"/>
                  </a:lnTo>
                  <a:lnTo>
                    <a:pt x="2175345" y="479527"/>
                  </a:lnTo>
                  <a:lnTo>
                    <a:pt x="2176417" y="479123"/>
                  </a:lnTo>
                  <a:lnTo>
                    <a:pt x="2177488" y="478721"/>
                  </a:lnTo>
                  <a:lnTo>
                    <a:pt x="2178560" y="478319"/>
                  </a:lnTo>
                  <a:lnTo>
                    <a:pt x="2179631" y="477919"/>
                  </a:lnTo>
                  <a:lnTo>
                    <a:pt x="2180703" y="477520"/>
                  </a:lnTo>
                  <a:lnTo>
                    <a:pt x="2181775" y="477122"/>
                  </a:lnTo>
                  <a:lnTo>
                    <a:pt x="2182846" y="476725"/>
                  </a:lnTo>
                  <a:lnTo>
                    <a:pt x="2183918" y="476329"/>
                  </a:lnTo>
                  <a:lnTo>
                    <a:pt x="2184989" y="475935"/>
                  </a:lnTo>
                  <a:lnTo>
                    <a:pt x="2186061" y="475541"/>
                  </a:lnTo>
                  <a:lnTo>
                    <a:pt x="2187133" y="475149"/>
                  </a:lnTo>
                  <a:lnTo>
                    <a:pt x="2188204" y="474757"/>
                  </a:lnTo>
                  <a:lnTo>
                    <a:pt x="2189276" y="474367"/>
                  </a:lnTo>
                  <a:lnTo>
                    <a:pt x="2190347" y="473978"/>
                  </a:lnTo>
                  <a:lnTo>
                    <a:pt x="2191419" y="473590"/>
                  </a:lnTo>
                  <a:lnTo>
                    <a:pt x="2192491" y="473203"/>
                  </a:lnTo>
                  <a:lnTo>
                    <a:pt x="2193562" y="472817"/>
                  </a:lnTo>
                  <a:lnTo>
                    <a:pt x="2194634" y="472432"/>
                  </a:lnTo>
                  <a:lnTo>
                    <a:pt x="2195705" y="472049"/>
                  </a:lnTo>
                  <a:lnTo>
                    <a:pt x="2196777" y="471666"/>
                  </a:lnTo>
                  <a:lnTo>
                    <a:pt x="2197849" y="471285"/>
                  </a:lnTo>
                  <a:lnTo>
                    <a:pt x="2198920" y="470904"/>
                  </a:lnTo>
                  <a:lnTo>
                    <a:pt x="2199992" y="470525"/>
                  </a:lnTo>
                  <a:lnTo>
                    <a:pt x="2201063" y="470147"/>
                  </a:lnTo>
                  <a:lnTo>
                    <a:pt x="2202135" y="469770"/>
                  </a:lnTo>
                  <a:lnTo>
                    <a:pt x="2203207" y="469394"/>
                  </a:lnTo>
                  <a:lnTo>
                    <a:pt x="2204278" y="469019"/>
                  </a:lnTo>
                  <a:lnTo>
                    <a:pt x="2205350" y="468645"/>
                  </a:lnTo>
                  <a:lnTo>
                    <a:pt x="2206421" y="468273"/>
                  </a:lnTo>
                  <a:lnTo>
                    <a:pt x="2207493" y="467901"/>
                  </a:lnTo>
                  <a:lnTo>
                    <a:pt x="2208565" y="467531"/>
                  </a:lnTo>
                  <a:lnTo>
                    <a:pt x="2209636" y="467161"/>
                  </a:lnTo>
                  <a:lnTo>
                    <a:pt x="2210708" y="466793"/>
                  </a:lnTo>
                  <a:lnTo>
                    <a:pt x="2211779" y="466426"/>
                  </a:lnTo>
                  <a:lnTo>
                    <a:pt x="2212851" y="466060"/>
                  </a:lnTo>
                  <a:lnTo>
                    <a:pt x="2213923" y="465695"/>
                  </a:lnTo>
                  <a:lnTo>
                    <a:pt x="2214994" y="465331"/>
                  </a:lnTo>
                  <a:lnTo>
                    <a:pt x="2216066" y="464968"/>
                  </a:lnTo>
                  <a:lnTo>
                    <a:pt x="2217137" y="464607"/>
                  </a:lnTo>
                  <a:lnTo>
                    <a:pt x="2218209" y="464246"/>
                  </a:lnTo>
                  <a:lnTo>
                    <a:pt x="2219281" y="463886"/>
                  </a:lnTo>
                  <a:lnTo>
                    <a:pt x="2220352" y="463528"/>
                  </a:lnTo>
                  <a:lnTo>
                    <a:pt x="2221424" y="463171"/>
                  </a:lnTo>
                  <a:lnTo>
                    <a:pt x="2222495" y="462814"/>
                  </a:lnTo>
                  <a:lnTo>
                    <a:pt x="2223567" y="462459"/>
                  </a:lnTo>
                  <a:lnTo>
                    <a:pt x="2224639" y="462105"/>
                  </a:lnTo>
                  <a:lnTo>
                    <a:pt x="2225710" y="461752"/>
                  </a:lnTo>
                  <a:lnTo>
                    <a:pt x="2226782" y="461400"/>
                  </a:lnTo>
                  <a:lnTo>
                    <a:pt x="2227853" y="461049"/>
                  </a:lnTo>
                  <a:lnTo>
                    <a:pt x="2228925" y="460700"/>
                  </a:lnTo>
                  <a:lnTo>
                    <a:pt x="2229997" y="460351"/>
                  </a:lnTo>
                  <a:lnTo>
                    <a:pt x="2231068" y="460003"/>
                  </a:lnTo>
                  <a:lnTo>
                    <a:pt x="2232140" y="459657"/>
                  </a:lnTo>
                  <a:lnTo>
                    <a:pt x="2233211" y="459311"/>
                  </a:lnTo>
                  <a:lnTo>
                    <a:pt x="2234283" y="458967"/>
                  </a:lnTo>
                  <a:lnTo>
                    <a:pt x="2235355" y="458623"/>
                  </a:lnTo>
                  <a:lnTo>
                    <a:pt x="2236426" y="458281"/>
                  </a:lnTo>
                  <a:lnTo>
                    <a:pt x="2237498" y="457940"/>
                  </a:lnTo>
                  <a:lnTo>
                    <a:pt x="2238569" y="457600"/>
                  </a:lnTo>
                  <a:lnTo>
                    <a:pt x="2239641" y="457261"/>
                  </a:lnTo>
                  <a:lnTo>
                    <a:pt x="2240713" y="456923"/>
                  </a:lnTo>
                  <a:lnTo>
                    <a:pt x="2241784" y="456586"/>
                  </a:lnTo>
                  <a:lnTo>
                    <a:pt x="2242856" y="456250"/>
                  </a:lnTo>
                  <a:lnTo>
                    <a:pt x="2243927" y="455915"/>
                  </a:lnTo>
                  <a:lnTo>
                    <a:pt x="2244999" y="455582"/>
                  </a:lnTo>
                  <a:lnTo>
                    <a:pt x="2246071" y="455249"/>
                  </a:lnTo>
                  <a:lnTo>
                    <a:pt x="2247142" y="454917"/>
                  </a:lnTo>
                  <a:lnTo>
                    <a:pt x="2248214" y="454587"/>
                  </a:lnTo>
                  <a:lnTo>
                    <a:pt x="2249285" y="454257"/>
                  </a:lnTo>
                  <a:lnTo>
                    <a:pt x="2250357" y="453929"/>
                  </a:lnTo>
                  <a:lnTo>
                    <a:pt x="2251429" y="453601"/>
                  </a:lnTo>
                  <a:lnTo>
                    <a:pt x="2252500" y="453275"/>
                  </a:lnTo>
                  <a:lnTo>
                    <a:pt x="2253572" y="452950"/>
                  </a:lnTo>
                  <a:lnTo>
                    <a:pt x="2254643" y="452626"/>
                  </a:lnTo>
                  <a:lnTo>
                    <a:pt x="2255715" y="452302"/>
                  </a:lnTo>
                  <a:lnTo>
                    <a:pt x="2256787" y="451980"/>
                  </a:lnTo>
                  <a:lnTo>
                    <a:pt x="2257858" y="451659"/>
                  </a:lnTo>
                  <a:lnTo>
                    <a:pt x="2258930" y="451339"/>
                  </a:lnTo>
                  <a:lnTo>
                    <a:pt x="2260001" y="451020"/>
                  </a:lnTo>
                  <a:lnTo>
                    <a:pt x="2261073" y="450702"/>
                  </a:lnTo>
                  <a:lnTo>
                    <a:pt x="2262145" y="450385"/>
                  </a:lnTo>
                  <a:lnTo>
                    <a:pt x="2263216" y="450070"/>
                  </a:lnTo>
                  <a:lnTo>
                    <a:pt x="2264288" y="449755"/>
                  </a:lnTo>
                  <a:lnTo>
                    <a:pt x="2265359" y="449441"/>
                  </a:lnTo>
                  <a:lnTo>
                    <a:pt x="2266431" y="449128"/>
                  </a:lnTo>
                  <a:lnTo>
                    <a:pt x="2267503" y="448817"/>
                  </a:lnTo>
                  <a:lnTo>
                    <a:pt x="2268574" y="448506"/>
                  </a:lnTo>
                  <a:lnTo>
                    <a:pt x="2269646" y="448196"/>
                  </a:lnTo>
                  <a:lnTo>
                    <a:pt x="2270717" y="447888"/>
                  </a:lnTo>
                  <a:lnTo>
                    <a:pt x="2271789" y="447580"/>
                  </a:lnTo>
                  <a:lnTo>
                    <a:pt x="2272861" y="447274"/>
                  </a:lnTo>
                  <a:lnTo>
                    <a:pt x="2273932" y="446968"/>
                  </a:lnTo>
                  <a:lnTo>
                    <a:pt x="2275004" y="446664"/>
                  </a:lnTo>
                  <a:lnTo>
                    <a:pt x="2276075" y="446360"/>
                  </a:lnTo>
                  <a:lnTo>
                    <a:pt x="2277147" y="446058"/>
                  </a:lnTo>
                  <a:lnTo>
                    <a:pt x="2278219" y="445756"/>
                  </a:lnTo>
                  <a:lnTo>
                    <a:pt x="2279290" y="445456"/>
                  </a:lnTo>
                  <a:lnTo>
                    <a:pt x="2280362" y="445157"/>
                  </a:lnTo>
                  <a:lnTo>
                    <a:pt x="2281433" y="444858"/>
                  </a:lnTo>
                  <a:lnTo>
                    <a:pt x="2282505" y="444561"/>
                  </a:lnTo>
                  <a:lnTo>
                    <a:pt x="2283577" y="444265"/>
                  </a:lnTo>
                  <a:lnTo>
                    <a:pt x="2284648" y="443969"/>
                  </a:lnTo>
                  <a:lnTo>
                    <a:pt x="2285720" y="443675"/>
                  </a:lnTo>
                  <a:lnTo>
                    <a:pt x="2286791" y="443382"/>
                  </a:lnTo>
                  <a:lnTo>
                    <a:pt x="2287863" y="443090"/>
                  </a:lnTo>
                  <a:lnTo>
                    <a:pt x="2288935" y="442798"/>
                  </a:lnTo>
                  <a:lnTo>
                    <a:pt x="2290006" y="442508"/>
                  </a:lnTo>
                  <a:lnTo>
                    <a:pt x="2291078" y="442219"/>
                  </a:lnTo>
                  <a:lnTo>
                    <a:pt x="2292149" y="441931"/>
                  </a:lnTo>
                  <a:lnTo>
                    <a:pt x="2293221" y="441643"/>
                  </a:lnTo>
                  <a:lnTo>
                    <a:pt x="2294293" y="441357"/>
                  </a:lnTo>
                  <a:lnTo>
                    <a:pt x="2295364" y="441072"/>
                  </a:lnTo>
                  <a:lnTo>
                    <a:pt x="2296436" y="440788"/>
                  </a:lnTo>
                  <a:lnTo>
                    <a:pt x="2297507" y="440504"/>
                  </a:lnTo>
                  <a:lnTo>
                    <a:pt x="2298579" y="440222"/>
                  </a:lnTo>
                  <a:lnTo>
                    <a:pt x="2299651" y="439941"/>
                  </a:lnTo>
                  <a:lnTo>
                    <a:pt x="2300722" y="439661"/>
                  </a:lnTo>
                  <a:lnTo>
                    <a:pt x="2301794" y="439381"/>
                  </a:lnTo>
                  <a:lnTo>
                    <a:pt x="2302865" y="439103"/>
                  </a:lnTo>
                  <a:lnTo>
                    <a:pt x="2303937" y="438826"/>
                  </a:lnTo>
                  <a:lnTo>
                    <a:pt x="2305009" y="438549"/>
                  </a:lnTo>
                  <a:lnTo>
                    <a:pt x="2306080" y="438274"/>
                  </a:lnTo>
                  <a:lnTo>
                    <a:pt x="2307152" y="438000"/>
                  </a:lnTo>
                  <a:lnTo>
                    <a:pt x="2308223" y="437726"/>
                  </a:lnTo>
                  <a:lnTo>
                    <a:pt x="2309295" y="437454"/>
                  </a:lnTo>
                  <a:lnTo>
                    <a:pt x="2310366" y="437182"/>
                  </a:lnTo>
                  <a:lnTo>
                    <a:pt x="2311438" y="436912"/>
                  </a:lnTo>
                  <a:lnTo>
                    <a:pt x="2312510" y="436643"/>
                  </a:lnTo>
                  <a:lnTo>
                    <a:pt x="2313581" y="436374"/>
                  </a:lnTo>
                  <a:lnTo>
                    <a:pt x="2314653" y="436106"/>
                  </a:lnTo>
                  <a:lnTo>
                    <a:pt x="2315724" y="435840"/>
                  </a:lnTo>
                  <a:lnTo>
                    <a:pt x="2316796" y="435574"/>
                  </a:lnTo>
                  <a:lnTo>
                    <a:pt x="2317868" y="435310"/>
                  </a:lnTo>
                  <a:lnTo>
                    <a:pt x="2318939" y="435046"/>
                  </a:lnTo>
                  <a:lnTo>
                    <a:pt x="2320011" y="434783"/>
                  </a:lnTo>
                  <a:lnTo>
                    <a:pt x="2321082" y="434521"/>
                  </a:lnTo>
                  <a:lnTo>
                    <a:pt x="2322154" y="434261"/>
                  </a:lnTo>
                  <a:lnTo>
                    <a:pt x="2323226" y="434001"/>
                  </a:lnTo>
                  <a:lnTo>
                    <a:pt x="2324297" y="433742"/>
                  </a:lnTo>
                  <a:lnTo>
                    <a:pt x="2325369" y="433484"/>
                  </a:lnTo>
                  <a:lnTo>
                    <a:pt x="2326440" y="433227"/>
                  </a:lnTo>
                  <a:lnTo>
                    <a:pt x="2327512" y="432971"/>
                  </a:lnTo>
                  <a:lnTo>
                    <a:pt x="2328584" y="432716"/>
                  </a:lnTo>
                  <a:lnTo>
                    <a:pt x="2329655" y="432461"/>
                  </a:lnTo>
                  <a:lnTo>
                    <a:pt x="2330727" y="432208"/>
                  </a:lnTo>
                  <a:lnTo>
                    <a:pt x="2331798" y="431956"/>
                  </a:lnTo>
                  <a:lnTo>
                    <a:pt x="2332870" y="431705"/>
                  </a:lnTo>
                  <a:lnTo>
                    <a:pt x="2333942" y="431454"/>
                  </a:lnTo>
                  <a:lnTo>
                    <a:pt x="2335013" y="431205"/>
                  </a:lnTo>
                  <a:lnTo>
                    <a:pt x="2336085" y="430956"/>
                  </a:lnTo>
                  <a:lnTo>
                    <a:pt x="2337156" y="430709"/>
                  </a:lnTo>
                  <a:lnTo>
                    <a:pt x="2338228" y="430462"/>
                  </a:lnTo>
                  <a:lnTo>
                    <a:pt x="2339300" y="430216"/>
                  </a:lnTo>
                  <a:lnTo>
                    <a:pt x="2340371" y="429971"/>
                  </a:lnTo>
                  <a:lnTo>
                    <a:pt x="2341443" y="429727"/>
                  </a:lnTo>
                  <a:lnTo>
                    <a:pt x="2342514" y="429484"/>
                  </a:lnTo>
                  <a:lnTo>
                    <a:pt x="2343586" y="429242"/>
                  </a:lnTo>
                  <a:lnTo>
                    <a:pt x="2344658" y="429001"/>
                  </a:lnTo>
                  <a:lnTo>
                    <a:pt x="2345729" y="428761"/>
                  </a:lnTo>
                  <a:lnTo>
                    <a:pt x="2346801" y="428522"/>
                  </a:lnTo>
                  <a:lnTo>
                    <a:pt x="2347872" y="428283"/>
                  </a:lnTo>
                  <a:lnTo>
                    <a:pt x="2348944" y="428046"/>
                  </a:lnTo>
                  <a:lnTo>
                    <a:pt x="2350016" y="427809"/>
                  </a:lnTo>
                  <a:lnTo>
                    <a:pt x="2351087" y="427573"/>
                  </a:lnTo>
                  <a:lnTo>
                    <a:pt x="2352159" y="427339"/>
                  </a:lnTo>
                  <a:lnTo>
                    <a:pt x="2353230" y="427105"/>
                  </a:lnTo>
                  <a:lnTo>
                    <a:pt x="2354302" y="426872"/>
                  </a:lnTo>
                  <a:lnTo>
                    <a:pt x="2355374" y="426640"/>
                  </a:lnTo>
                  <a:lnTo>
                    <a:pt x="2356445" y="426408"/>
                  </a:lnTo>
                  <a:lnTo>
                    <a:pt x="2357517" y="426178"/>
                  </a:lnTo>
                  <a:lnTo>
                    <a:pt x="2358588" y="425949"/>
                  </a:lnTo>
                  <a:lnTo>
                    <a:pt x="2359660" y="425720"/>
                  </a:lnTo>
                  <a:lnTo>
                    <a:pt x="2360732" y="425493"/>
                  </a:lnTo>
                  <a:lnTo>
                    <a:pt x="2361803" y="425266"/>
                  </a:lnTo>
                  <a:lnTo>
                    <a:pt x="2362875" y="425040"/>
                  </a:lnTo>
                  <a:lnTo>
                    <a:pt x="2363946" y="424815"/>
                  </a:lnTo>
                  <a:lnTo>
                    <a:pt x="2365018" y="424591"/>
                  </a:lnTo>
                  <a:lnTo>
                    <a:pt x="2366090" y="424368"/>
                  </a:lnTo>
                  <a:lnTo>
                    <a:pt x="2367161" y="424145"/>
                  </a:lnTo>
                  <a:lnTo>
                    <a:pt x="2368233" y="423924"/>
                  </a:lnTo>
                  <a:lnTo>
                    <a:pt x="2369304" y="423703"/>
                  </a:lnTo>
                  <a:lnTo>
                    <a:pt x="2370376" y="423484"/>
                  </a:lnTo>
                  <a:lnTo>
                    <a:pt x="2371448" y="423265"/>
                  </a:lnTo>
                  <a:lnTo>
                    <a:pt x="2372519" y="423047"/>
                  </a:lnTo>
                  <a:lnTo>
                    <a:pt x="2373591" y="422830"/>
                  </a:lnTo>
                  <a:lnTo>
                    <a:pt x="2374662" y="422613"/>
                  </a:lnTo>
                  <a:lnTo>
                    <a:pt x="2375734" y="422398"/>
                  </a:lnTo>
                  <a:lnTo>
                    <a:pt x="2376806" y="422183"/>
                  </a:lnTo>
                  <a:lnTo>
                    <a:pt x="2377877" y="421970"/>
                  </a:lnTo>
                  <a:lnTo>
                    <a:pt x="2378949" y="421757"/>
                  </a:lnTo>
                  <a:lnTo>
                    <a:pt x="2380020" y="421545"/>
                  </a:lnTo>
                  <a:lnTo>
                    <a:pt x="2381092" y="421334"/>
                  </a:lnTo>
                  <a:lnTo>
                    <a:pt x="2382164" y="421124"/>
                  </a:lnTo>
                  <a:lnTo>
                    <a:pt x="2383235" y="420914"/>
                  </a:lnTo>
                  <a:lnTo>
                    <a:pt x="2384307" y="420705"/>
                  </a:lnTo>
                  <a:lnTo>
                    <a:pt x="2385378" y="420498"/>
                  </a:lnTo>
                  <a:lnTo>
                    <a:pt x="2386450" y="420291"/>
                  </a:lnTo>
                  <a:lnTo>
                    <a:pt x="2387522" y="420085"/>
                  </a:lnTo>
                  <a:lnTo>
                    <a:pt x="2388593" y="419879"/>
                  </a:lnTo>
                  <a:lnTo>
                    <a:pt x="2389665" y="419675"/>
                  </a:lnTo>
                  <a:lnTo>
                    <a:pt x="2390736" y="419471"/>
                  </a:lnTo>
                  <a:lnTo>
                    <a:pt x="2391808" y="419269"/>
                  </a:lnTo>
                  <a:lnTo>
                    <a:pt x="2392880" y="419067"/>
                  </a:lnTo>
                  <a:lnTo>
                    <a:pt x="2393951" y="418866"/>
                  </a:lnTo>
                  <a:lnTo>
                    <a:pt x="2395023" y="418665"/>
                  </a:lnTo>
                  <a:lnTo>
                    <a:pt x="2396094" y="418466"/>
                  </a:lnTo>
                  <a:lnTo>
                    <a:pt x="2397166" y="418267"/>
                  </a:lnTo>
                  <a:lnTo>
                    <a:pt x="2398238" y="418069"/>
                  </a:lnTo>
                  <a:lnTo>
                    <a:pt x="2399309" y="417872"/>
                  </a:lnTo>
                  <a:lnTo>
                    <a:pt x="2400381" y="417676"/>
                  </a:lnTo>
                  <a:lnTo>
                    <a:pt x="2401452" y="417481"/>
                  </a:lnTo>
                  <a:lnTo>
                    <a:pt x="2402524" y="417286"/>
                  </a:lnTo>
                  <a:lnTo>
                    <a:pt x="2403596" y="417092"/>
                  </a:lnTo>
                  <a:lnTo>
                    <a:pt x="2404667" y="416899"/>
                  </a:lnTo>
                  <a:lnTo>
                    <a:pt x="2405739" y="416707"/>
                  </a:lnTo>
                  <a:lnTo>
                    <a:pt x="2406810" y="416516"/>
                  </a:lnTo>
                  <a:lnTo>
                    <a:pt x="2407882" y="416325"/>
                  </a:lnTo>
                  <a:lnTo>
                    <a:pt x="2408954" y="416135"/>
                  </a:lnTo>
                  <a:lnTo>
                    <a:pt x="2410025" y="415946"/>
                  </a:lnTo>
                  <a:lnTo>
                    <a:pt x="2411097" y="415758"/>
                  </a:lnTo>
                  <a:lnTo>
                    <a:pt x="2412168" y="415570"/>
                  </a:lnTo>
                  <a:lnTo>
                    <a:pt x="2413240" y="415384"/>
                  </a:lnTo>
                  <a:lnTo>
                    <a:pt x="2414312" y="415198"/>
                  </a:lnTo>
                  <a:lnTo>
                    <a:pt x="2415383" y="415013"/>
                  </a:lnTo>
                  <a:lnTo>
                    <a:pt x="2416455" y="414828"/>
                  </a:lnTo>
                  <a:lnTo>
                    <a:pt x="2417526" y="414645"/>
                  </a:lnTo>
                  <a:lnTo>
                    <a:pt x="2418598" y="414462"/>
                  </a:lnTo>
                  <a:lnTo>
                    <a:pt x="2419670" y="414280"/>
                  </a:lnTo>
                  <a:lnTo>
                    <a:pt x="2420741" y="414098"/>
                  </a:lnTo>
                  <a:lnTo>
                    <a:pt x="2421813" y="413918"/>
                  </a:lnTo>
                  <a:lnTo>
                    <a:pt x="2422884" y="413738"/>
                  </a:lnTo>
                  <a:lnTo>
                    <a:pt x="2423956" y="413559"/>
                  </a:lnTo>
                  <a:lnTo>
                    <a:pt x="2425028" y="413381"/>
                  </a:lnTo>
                  <a:lnTo>
                    <a:pt x="2426099" y="413203"/>
                  </a:lnTo>
                  <a:lnTo>
                    <a:pt x="2427171" y="413027"/>
                  </a:lnTo>
                  <a:lnTo>
                    <a:pt x="2428242" y="412851"/>
                  </a:lnTo>
                  <a:lnTo>
                    <a:pt x="2429314" y="412675"/>
                  </a:lnTo>
                  <a:lnTo>
                    <a:pt x="2430386" y="412501"/>
                  </a:lnTo>
                  <a:lnTo>
                    <a:pt x="2431457" y="412327"/>
                  </a:lnTo>
                  <a:lnTo>
                    <a:pt x="2432529" y="412154"/>
                  </a:lnTo>
                  <a:lnTo>
                    <a:pt x="2433600" y="411982"/>
                  </a:lnTo>
                  <a:lnTo>
                    <a:pt x="2434672" y="411810"/>
                  </a:lnTo>
                  <a:lnTo>
                    <a:pt x="2435744" y="411640"/>
                  </a:lnTo>
                  <a:lnTo>
                    <a:pt x="2436815" y="411470"/>
                  </a:lnTo>
                  <a:lnTo>
                    <a:pt x="2437887" y="411300"/>
                  </a:lnTo>
                  <a:lnTo>
                    <a:pt x="2438958" y="411132"/>
                  </a:lnTo>
                  <a:lnTo>
                    <a:pt x="2440030" y="410964"/>
                  </a:lnTo>
                  <a:lnTo>
                    <a:pt x="2441102" y="410796"/>
                  </a:lnTo>
                  <a:lnTo>
                    <a:pt x="2442173" y="410630"/>
                  </a:lnTo>
                  <a:lnTo>
                    <a:pt x="2443245" y="410464"/>
                  </a:lnTo>
                  <a:lnTo>
                    <a:pt x="2444316" y="410299"/>
                  </a:lnTo>
                  <a:lnTo>
                    <a:pt x="2445388" y="410135"/>
                  </a:lnTo>
                  <a:lnTo>
                    <a:pt x="2446460" y="409971"/>
                  </a:lnTo>
                  <a:lnTo>
                    <a:pt x="2447531" y="409808"/>
                  </a:lnTo>
                  <a:lnTo>
                    <a:pt x="2448603" y="409646"/>
                  </a:lnTo>
                  <a:lnTo>
                    <a:pt x="2449674" y="409485"/>
                  </a:lnTo>
                  <a:lnTo>
                    <a:pt x="2450746" y="409324"/>
                  </a:lnTo>
                  <a:lnTo>
                    <a:pt x="2451818" y="409164"/>
                  </a:lnTo>
                  <a:lnTo>
                    <a:pt x="2452889" y="409004"/>
                  </a:lnTo>
                  <a:lnTo>
                    <a:pt x="2453961" y="408846"/>
                  </a:lnTo>
                  <a:lnTo>
                    <a:pt x="2455032" y="408687"/>
                  </a:lnTo>
                  <a:lnTo>
                    <a:pt x="2456104" y="408530"/>
                  </a:lnTo>
                  <a:lnTo>
                    <a:pt x="2457176" y="408373"/>
                  </a:lnTo>
                  <a:lnTo>
                    <a:pt x="2458247" y="408217"/>
                  </a:lnTo>
                  <a:lnTo>
                    <a:pt x="2459319" y="408062"/>
                  </a:lnTo>
                  <a:lnTo>
                    <a:pt x="2460390" y="407907"/>
                  </a:lnTo>
                  <a:lnTo>
                    <a:pt x="2461462" y="407754"/>
                  </a:lnTo>
                  <a:lnTo>
                    <a:pt x="2462534" y="407600"/>
                  </a:lnTo>
                  <a:lnTo>
                    <a:pt x="2463605" y="407448"/>
                  </a:lnTo>
                  <a:lnTo>
                    <a:pt x="2464677" y="407296"/>
                  </a:lnTo>
                  <a:lnTo>
                    <a:pt x="2465748" y="407144"/>
                  </a:lnTo>
                  <a:lnTo>
                    <a:pt x="2466820" y="406994"/>
                  </a:lnTo>
                  <a:lnTo>
                    <a:pt x="2467892" y="406844"/>
                  </a:lnTo>
                  <a:lnTo>
                    <a:pt x="2468963" y="406694"/>
                  </a:lnTo>
                  <a:lnTo>
                    <a:pt x="2470035" y="406546"/>
                  </a:lnTo>
                  <a:lnTo>
                    <a:pt x="2471106" y="406398"/>
                  </a:lnTo>
                  <a:lnTo>
                    <a:pt x="2472178" y="406250"/>
                  </a:lnTo>
                  <a:lnTo>
                    <a:pt x="2473250" y="406104"/>
                  </a:lnTo>
                  <a:lnTo>
                    <a:pt x="2474321" y="405957"/>
                  </a:lnTo>
                  <a:lnTo>
                    <a:pt x="2475393" y="405812"/>
                  </a:lnTo>
                  <a:lnTo>
                    <a:pt x="2476464" y="405667"/>
                  </a:lnTo>
                  <a:lnTo>
                    <a:pt x="2477536" y="405523"/>
                  </a:lnTo>
                  <a:lnTo>
                    <a:pt x="2478608" y="405379"/>
                  </a:lnTo>
                  <a:lnTo>
                    <a:pt x="2479679" y="405237"/>
                  </a:lnTo>
                  <a:lnTo>
                    <a:pt x="2480751" y="405094"/>
                  </a:lnTo>
                  <a:lnTo>
                    <a:pt x="2481822" y="404953"/>
                  </a:lnTo>
                  <a:lnTo>
                    <a:pt x="2482894" y="404812"/>
                  </a:lnTo>
                  <a:lnTo>
                    <a:pt x="2483966" y="404671"/>
                  </a:lnTo>
                  <a:lnTo>
                    <a:pt x="2485037" y="404531"/>
                  </a:lnTo>
                  <a:lnTo>
                    <a:pt x="2486109" y="404392"/>
                  </a:lnTo>
                  <a:lnTo>
                    <a:pt x="2487180" y="404253"/>
                  </a:lnTo>
                  <a:lnTo>
                    <a:pt x="2488252" y="404115"/>
                  </a:lnTo>
                  <a:lnTo>
                    <a:pt x="2489323" y="403978"/>
                  </a:lnTo>
                  <a:lnTo>
                    <a:pt x="2490395" y="403841"/>
                  </a:lnTo>
                  <a:lnTo>
                    <a:pt x="2491467" y="403705"/>
                  </a:lnTo>
                  <a:lnTo>
                    <a:pt x="2492538" y="403570"/>
                  </a:lnTo>
                  <a:lnTo>
                    <a:pt x="2493610" y="403435"/>
                  </a:lnTo>
                  <a:lnTo>
                    <a:pt x="2494681" y="403300"/>
                  </a:lnTo>
                  <a:lnTo>
                    <a:pt x="2495753" y="403166"/>
                  </a:lnTo>
                  <a:lnTo>
                    <a:pt x="2496825" y="403033"/>
                  </a:lnTo>
                  <a:lnTo>
                    <a:pt x="2497896" y="402901"/>
                  </a:lnTo>
                  <a:lnTo>
                    <a:pt x="2498968" y="402769"/>
                  </a:lnTo>
                  <a:lnTo>
                    <a:pt x="2500039" y="402637"/>
                  </a:lnTo>
                  <a:lnTo>
                    <a:pt x="2501111" y="402506"/>
                  </a:lnTo>
                  <a:lnTo>
                    <a:pt x="2502183" y="402376"/>
                  </a:lnTo>
                  <a:lnTo>
                    <a:pt x="2503254" y="402246"/>
                  </a:lnTo>
                  <a:lnTo>
                    <a:pt x="2504326" y="402117"/>
                  </a:lnTo>
                  <a:lnTo>
                    <a:pt x="2505397" y="401988"/>
                  </a:lnTo>
                  <a:lnTo>
                    <a:pt x="2506469" y="401860"/>
                  </a:lnTo>
                  <a:lnTo>
                    <a:pt x="2507541" y="401733"/>
                  </a:lnTo>
                  <a:lnTo>
                    <a:pt x="2508612" y="401606"/>
                  </a:lnTo>
                  <a:lnTo>
                    <a:pt x="2509684" y="401479"/>
                  </a:lnTo>
                  <a:lnTo>
                    <a:pt x="2510755" y="401354"/>
                  </a:lnTo>
                  <a:lnTo>
                    <a:pt x="2511827" y="401228"/>
                  </a:lnTo>
                  <a:lnTo>
                    <a:pt x="2512899" y="401104"/>
                  </a:lnTo>
                  <a:lnTo>
                    <a:pt x="2513970" y="400979"/>
                  </a:lnTo>
                  <a:lnTo>
                    <a:pt x="2515042" y="400856"/>
                  </a:lnTo>
                  <a:lnTo>
                    <a:pt x="2516113" y="400733"/>
                  </a:lnTo>
                  <a:lnTo>
                    <a:pt x="2517185" y="400610"/>
                  </a:lnTo>
                  <a:lnTo>
                    <a:pt x="2518257" y="400488"/>
                  </a:lnTo>
                  <a:lnTo>
                    <a:pt x="2519328" y="400366"/>
                  </a:lnTo>
                  <a:lnTo>
                    <a:pt x="2520400" y="400245"/>
                  </a:lnTo>
                  <a:lnTo>
                    <a:pt x="2521471" y="400125"/>
                  </a:lnTo>
                  <a:lnTo>
                    <a:pt x="2522543" y="400005"/>
                  </a:lnTo>
                  <a:lnTo>
                    <a:pt x="2523615" y="399886"/>
                  </a:lnTo>
                  <a:lnTo>
                    <a:pt x="2524686" y="399767"/>
                  </a:lnTo>
                  <a:lnTo>
                    <a:pt x="2525758" y="399648"/>
                  </a:lnTo>
                  <a:lnTo>
                    <a:pt x="2526829" y="399530"/>
                  </a:lnTo>
                  <a:lnTo>
                    <a:pt x="2527901" y="399413"/>
                  </a:lnTo>
                  <a:lnTo>
                    <a:pt x="2528973" y="399296"/>
                  </a:lnTo>
                  <a:lnTo>
                    <a:pt x="2530044" y="399180"/>
                  </a:lnTo>
                  <a:lnTo>
                    <a:pt x="2531116" y="399064"/>
                  </a:lnTo>
                  <a:lnTo>
                    <a:pt x="2532187" y="398948"/>
                  </a:lnTo>
                  <a:lnTo>
                    <a:pt x="2533259" y="398834"/>
                  </a:lnTo>
                  <a:lnTo>
                    <a:pt x="2534331" y="398719"/>
                  </a:lnTo>
                  <a:lnTo>
                    <a:pt x="2535402" y="398605"/>
                  </a:lnTo>
                  <a:lnTo>
                    <a:pt x="2536474" y="398492"/>
                  </a:lnTo>
                  <a:lnTo>
                    <a:pt x="2537545" y="398379"/>
                  </a:lnTo>
                  <a:lnTo>
                    <a:pt x="2538617" y="398266"/>
                  </a:lnTo>
                  <a:lnTo>
                    <a:pt x="2539689" y="398154"/>
                  </a:lnTo>
                  <a:lnTo>
                    <a:pt x="2540760" y="398043"/>
                  </a:lnTo>
                  <a:lnTo>
                    <a:pt x="2541832" y="397932"/>
                  </a:lnTo>
                  <a:lnTo>
                    <a:pt x="2542903" y="397821"/>
                  </a:lnTo>
                  <a:lnTo>
                    <a:pt x="2543975" y="397711"/>
                  </a:lnTo>
                  <a:lnTo>
                    <a:pt x="2545047" y="397601"/>
                  </a:lnTo>
                  <a:lnTo>
                    <a:pt x="2546118" y="397492"/>
                  </a:lnTo>
                  <a:lnTo>
                    <a:pt x="2547190" y="397383"/>
                  </a:lnTo>
                  <a:lnTo>
                    <a:pt x="2548261" y="397275"/>
                  </a:lnTo>
                  <a:lnTo>
                    <a:pt x="2549333" y="397167"/>
                  </a:lnTo>
                  <a:lnTo>
                    <a:pt x="2550405" y="397060"/>
                  </a:lnTo>
                  <a:lnTo>
                    <a:pt x="2551476" y="396953"/>
                  </a:lnTo>
                  <a:lnTo>
                    <a:pt x="2552548" y="396846"/>
                  </a:lnTo>
                  <a:lnTo>
                    <a:pt x="2553619" y="396740"/>
                  </a:lnTo>
                  <a:lnTo>
                    <a:pt x="2554691" y="396635"/>
                  </a:lnTo>
                  <a:lnTo>
                    <a:pt x="2555763" y="396530"/>
                  </a:lnTo>
                  <a:lnTo>
                    <a:pt x="2556834" y="396425"/>
                  </a:lnTo>
                  <a:lnTo>
                    <a:pt x="2557906" y="396320"/>
                  </a:lnTo>
                  <a:lnTo>
                    <a:pt x="2558977" y="396216"/>
                  </a:lnTo>
                  <a:lnTo>
                    <a:pt x="2560049" y="396113"/>
                  </a:lnTo>
                  <a:lnTo>
                    <a:pt x="2561121" y="396010"/>
                  </a:lnTo>
                  <a:lnTo>
                    <a:pt x="2562192" y="395907"/>
                  </a:lnTo>
                  <a:lnTo>
                    <a:pt x="2563264" y="395805"/>
                  </a:lnTo>
                  <a:lnTo>
                    <a:pt x="2564335" y="395703"/>
                  </a:lnTo>
                  <a:lnTo>
                    <a:pt x="2565407" y="395602"/>
                  </a:lnTo>
                  <a:lnTo>
                    <a:pt x="2566479" y="395501"/>
                  </a:lnTo>
                  <a:lnTo>
                    <a:pt x="2567550" y="395400"/>
                  </a:lnTo>
                  <a:lnTo>
                    <a:pt x="2568622" y="395300"/>
                  </a:lnTo>
                  <a:lnTo>
                    <a:pt x="2569693" y="395200"/>
                  </a:lnTo>
                  <a:lnTo>
                    <a:pt x="2570765" y="395100"/>
                  </a:lnTo>
                  <a:lnTo>
                    <a:pt x="2571837" y="395001"/>
                  </a:lnTo>
                  <a:lnTo>
                    <a:pt x="2572908" y="394903"/>
                  </a:lnTo>
                  <a:lnTo>
                    <a:pt x="2573980" y="394804"/>
                  </a:lnTo>
                  <a:lnTo>
                    <a:pt x="2575051" y="394706"/>
                  </a:lnTo>
                  <a:lnTo>
                    <a:pt x="2576123" y="394609"/>
                  </a:lnTo>
                  <a:lnTo>
                    <a:pt x="2577195" y="394512"/>
                  </a:lnTo>
                  <a:lnTo>
                    <a:pt x="2578266" y="394415"/>
                  </a:lnTo>
                  <a:lnTo>
                    <a:pt x="2579338" y="394319"/>
                  </a:lnTo>
                  <a:lnTo>
                    <a:pt x="2580409" y="394222"/>
                  </a:lnTo>
                  <a:lnTo>
                    <a:pt x="2581481" y="394127"/>
                  </a:lnTo>
                  <a:lnTo>
                    <a:pt x="2582553" y="394031"/>
                  </a:lnTo>
                  <a:lnTo>
                    <a:pt x="2583624" y="393936"/>
                  </a:lnTo>
                  <a:lnTo>
                    <a:pt x="2584696" y="393842"/>
                  </a:lnTo>
                  <a:lnTo>
                    <a:pt x="2585767" y="393748"/>
                  </a:lnTo>
                  <a:lnTo>
                    <a:pt x="2586839" y="393654"/>
                  </a:lnTo>
                  <a:lnTo>
                    <a:pt x="2587911" y="393560"/>
                  </a:lnTo>
                  <a:lnTo>
                    <a:pt x="2588982" y="393467"/>
                  </a:lnTo>
                  <a:lnTo>
                    <a:pt x="2590054" y="393374"/>
                  </a:lnTo>
                  <a:lnTo>
                    <a:pt x="2591125" y="393281"/>
                  </a:lnTo>
                  <a:lnTo>
                    <a:pt x="2592197" y="393189"/>
                  </a:lnTo>
                  <a:lnTo>
                    <a:pt x="2593269" y="393097"/>
                  </a:lnTo>
                  <a:lnTo>
                    <a:pt x="2594340" y="393006"/>
                  </a:lnTo>
                  <a:lnTo>
                    <a:pt x="2595412" y="392914"/>
                  </a:lnTo>
                  <a:lnTo>
                    <a:pt x="2596483" y="392823"/>
                  </a:lnTo>
                  <a:lnTo>
                    <a:pt x="2597555" y="392733"/>
                  </a:lnTo>
                  <a:lnTo>
                    <a:pt x="2598627" y="392642"/>
                  </a:lnTo>
                  <a:lnTo>
                    <a:pt x="2599698" y="392552"/>
                  </a:lnTo>
                  <a:lnTo>
                    <a:pt x="2600770" y="392463"/>
                  </a:lnTo>
                  <a:lnTo>
                    <a:pt x="2601841" y="392373"/>
                  </a:lnTo>
                  <a:lnTo>
                    <a:pt x="2602913" y="392284"/>
                  </a:lnTo>
                  <a:lnTo>
                    <a:pt x="2603985" y="392195"/>
                  </a:lnTo>
                  <a:lnTo>
                    <a:pt x="2605056" y="392107"/>
                  </a:lnTo>
                  <a:lnTo>
                    <a:pt x="2606128" y="392019"/>
                  </a:lnTo>
                  <a:lnTo>
                    <a:pt x="2607199" y="391931"/>
                  </a:lnTo>
                  <a:lnTo>
                    <a:pt x="2608271" y="391843"/>
                  </a:lnTo>
                  <a:lnTo>
                    <a:pt x="2609343" y="391756"/>
                  </a:lnTo>
                  <a:lnTo>
                    <a:pt x="2610414" y="391669"/>
                  </a:lnTo>
                  <a:lnTo>
                    <a:pt x="2611486" y="391582"/>
                  </a:lnTo>
                  <a:lnTo>
                    <a:pt x="2612557" y="391496"/>
                  </a:lnTo>
                  <a:lnTo>
                    <a:pt x="2613629" y="391409"/>
                  </a:lnTo>
                  <a:lnTo>
                    <a:pt x="2614701" y="391323"/>
                  </a:lnTo>
                  <a:lnTo>
                    <a:pt x="2615772" y="391238"/>
                  </a:lnTo>
                  <a:lnTo>
                    <a:pt x="2616844" y="391152"/>
                  </a:lnTo>
                  <a:lnTo>
                    <a:pt x="2617915" y="391067"/>
                  </a:lnTo>
                  <a:lnTo>
                    <a:pt x="2618987" y="390982"/>
                  </a:lnTo>
                  <a:lnTo>
                    <a:pt x="2620059" y="390897"/>
                  </a:lnTo>
                  <a:lnTo>
                    <a:pt x="2621130" y="390813"/>
                  </a:lnTo>
                  <a:lnTo>
                    <a:pt x="2622202" y="390729"/>
                  </a:lnTo>
                  <a:lnTo>
                    <a:pt x="2623273" y="390645"/>
                  </a:lnTo>
                  <a:lnTo>
                    <a:pt x="2624345" y="390561"/>
                  </a:lnTo>
                  <a:lnTo>
                    <a:pt x="2625417" y="390478"/>
                  </a:lnTo>
                  <a:lnTo>
                    <a:pt x="2626488" y="390395"/>
                  </a:lnTo>
                  <a:lnTo>
                    <a:pt x="2627560" y="390312"/>
                  </a:lnTo>
                  <a:lnTo>
                    <a:pt x="2628631" y="390229"/>
                  </a:lnTo>
                  <a:lnTo>
                    <a:pt x="2629703" y="390146"/>
                  </a:lnTo>
                  <a:lnTo>
                    <a:pt x="2630775" y="390064"/>
                  </a:lnTo>
                  <a:lnTo>
                    <a:pt x="2631846" y="389982"/>
                  </a:lnTo>
                  <a:lnTo>
                    <a:pt x="2632918" y="389900"/>
                  </a:lnTo>
                  <a:lnTo>
                    <a:pt x="2633989" y="389818"/>
                  </a:lnTo>
                  <a:lnTo>
                    <a:pt x="2635061" y="389737"/>
                  </a:lnTo>
                  <a:lnTo>
                    <a:pt x="2636133" y="389656"/>
                  </a:lnTo>
                  <a:lnTo>
                    <a:pt x="2637204" y="389575"/>
                  </a:lnTo>
                  <a:lnTo>
                    <a:pt x="2638276" y="389494"/>
                  </a:lnTo>
                  <a:lnTo>
                    <a:pt x="2639347" y="389413"/>
                  </a:lnTo>
                  <a:lnTo>
                    <a:pt x="2640419" y="389333"/>
                  </a:lnTo>
                  <a:lnTo>
                    <a:pt x="2641491" y="389253"/>
                  </a:lnTo>
                  <a:lnTo>
                    <a:pt x="2642562" y="389173"/>
                  </a:lnTo>
                  <a:lnTo>
                    <a:pt x="2643634" y="389093"/>
                  </a:lnTo>
                  <a:lnTo>
                    <a:pt x="2644705" y="389013"/>
                  </a:lnTo>
                  <a:lnTo>
                    <a:pt x="2645777" y="388933"/>
                  </a:lnTo>
                  <a:lnTo>
                    <a:pt x="2646849" y="388854"/>
                  </a:lnTo>
                  <a:lnTo>
                    <a:pt x="2647920" y="388775"/>
                  </a:lnTo>
                  <a:lnTo>
                    <a:pt x="2648992" y="388696"/>
                  </a:lnTo>
                  <a:lnTo>
                    <a:pt x="2650063" y="388617"/>
                  </a:lnTo>
                  <a:lnTo>
                    <a:pt x="2651135" y="388538"/>
                  </a:lnTo>
                  <a:lnTo>
                    <a:pt x="2652207" y="388460"/>
                  </a:lnTo>
                  <a:lnTo>
                    <a:pt x="2653278" y="388382"/>
                  </a:lnTo>
                  <a:lnTo>
                    <a:pt x="2654350" y="388303"/>
                  </a:lnTo>
                  <a:lnTo>
                    <a:pt x="2655421" y="388225"/>
                  </a:lnTo>
                  <a:lnTo>
                    <a:pt x="2656493" y="388147"/>
                  </a:lnTo>
                  <a:lnTo>
                    <a:pt x="2657565" y="388070"/>
                  </a:lnTo>
                  <a:lnTo>
                    <a:pt x="2658636" y="387992"/>
                  </a:lnTo>
                  <a:lnTo>
                    <a:pt x="2659708" y="387915"/>
                  </a:lnTo>
                  <a:lnTo>
                    <a:pt x="2660779" y="387837"/>
                  </a:lnTo>
                  <a:lnTo>
                    <a:pt x="2661851" y="387760"/>
                  </a:lnTo>
                  <a:lnTo>
                    <a:pt x="2662922" y="387683"/>
                  </a:lnTo>
                  <a:lnTo>
                    <a:pt x="2663994" y="387606"/>
                  </a:lnTo>
                  <a:lnTo>
                    <a:pt x="2665066" y="387529"/>
                  </a:lnTo>
                  <a:lnTo>
                    <a:pt x="2666137" y="387453"/>
                  </a:lnTo>
                  <a:lnTo>
                    <a:pt x="2667209" y="387376"/>
                  </a:lnTo>
                  <a:lnTo>
                    <a:pt x="2668280" y="387300"/>
                  </a:lnTo>
                  <a:lnTo>
                    <a:pt x="2669352" y="387223"/>
                  </a:lnTo>
                  <a:lnTo>
                    <a:pt x="2670424" y="387147"/>
                  </a:lnTo>
                  <a:lnTo>
                    <a:pt x="2671495" y="387071"/>
                  </a:lnTo>
                  <a:lnTo>
                    <a:pt x="2672567" y="386995"/>
                  </a:lnTo>
                  <a:lnTo>
                    <a:pt x="2673638" y="386919"/>
                  </a:lnTo>
                  <a:lnTo>
                    <a:pt x="2674710" y="386843"/>
                  </a:lnTo>
                  <a:lnTo>
                    <a:pt x="2675782" y="386767"/>
                  </a:lnTo>
                  <a:lnTo>
                    <a:pt x="2676853" y="386691"/>
                  </a:lnTo>
                  <a:lnTo>
                    <a:pt x="2677925" y="386616"/>
                  </a:lnTo>
                  <a:lnTo>
                    <a:pt x="2678996" y="386540"/>
                  </a:lnTo>
                  <a:lnTo>
                    <a:pt x="2680068" y="386465"/>
                  </a:lnTo>
                  <a:lnTo>
                    <a:pt x="2681140" y="386390"/>
                  </a:lnTo>
                  <a:lnTo>
                    <a:pt x="2682211" y="386314"/>
                  </a:lnTo>
                  <a:lnTo>
                    <a:pt x="2683283" y="386239"/>
                  </a:lnTo>
                  <a:lnTo>
                    <a:pt x="2684354" y="386164"/>
                  </a:lnTo>
                  <a:lnTo>
                    <a:pt x="2685426" y="386089"/>
                  </a:lnTo>
                  <a:lnTo>
                    <a:pt x="2686498" y="386014"/>
                  </a:lnTo>
                  <a:lnTo>
                    <a:pt x="2687569" y="385939"/>
                  </a:lnTo>
                  <a:lnTo>
                    <a:pt x="2688641" y="385864"/>
                  </a:lnTo>
                  <a:lnTo>
                    <a:pt x="2689712" y="385789"/>
                  </a:lnTo>
                  <a:lnTo>
                    <a:pt x="2690784" y="385714"/>
                  </a:lnTo>
                  <a:lnTo>
                    <a:pt x="2691856" y="385639"/>
                  </a:lnTo>
                  <a:lnTo>
                    <a:pt x="2692927" y="385565"/>
                  </a:lnTo>
                  <a:lnTo>
                    <a:pt x="2693999" y="385490"/>
                  </a:lnTo>
                  <a:lnTo>
                    <a:pt x="2695070" y="385415"/>
                  </a:lnTo>
                  <a:lnTo>
                    <a:pt x="2696142" y="385341"/>
                  </a:lnTo>
                  <a:lnTo>
                    <a:pt x="2697214" y="385266"/>
                  </a:lnTo>
                  <a:lnTo>
                    <a:pt x="2698285" y="385192"/>
                  </a:lnTo>
                  <a:lnTo>
                    <a:pt x="2699357" y="385117"/>
                  </a:lnTo>
                  <a:lnTo>
                    <a:pt x="2700428" y="385042"/>
                  </a:lnTo>
                  <a:lnTo>
                    <a:pt x="2701500" y="384968"/>
                  </a:lnTo>
                  <a:lnTo>
                    <a:pt x="2702572" y="384893"/>
                  </a:lnTo>
                  <a:lnTo>
                    <a:pt x="2703643" y="384819"/>
                  </a:lnTo>
                  <a:lnTo>
                    <a:pt x="2704715" y="384744"/>
                  </a:lnTo>
                  <a:lnTo>
                    <a:pt x="2705786" y="384670"/>
                  </a:lnTo>
                  <a:lnTo>
                    <a:pt x="2706858" y="384595"/>
                  </a:lnTo>
                  <a:lnTo>
                    <a:pt x="2707930" y="384521"/>
                  </a:lnTo>
                  <a:lnTo>
                    <a:pt x="2709001" y="384446"/>
                  </a:lnTo>
                  <a:lnTo>
                    <a:pt x="2710073" y="384372"/>
                  </a:lnTo>
                  <a:lnTo>
                    <a:pt x="2711144" y="384297"/>
                  </a:lnTo>
                  <a:lnTo>
                    <a:pt x="2712216" y="384223"/>
                  </a:lnTo>
                  <a:lnTo>
                    <a:pt x="2713288" y="384148"/>
                  </a:lnTo>
                  <a:lnTo>
                    <a:pt x="2714359" y="384074"/>
                  </a:lnTo>
                  <a:lnTo>
                    <a:pt x="2715431" y="383999"/>
                  </a:lnTo>
                  <a:lnTo>
                    <a:pt x="2716502" y="383925"/>
                  </a:lnTo>
                  <a:lnTo>
                    <a:pt x="2717574" y="383850"/>
                  </a:lnTo>
                  <a:lnTo>
                    <a:pt x="2718646" y="383775"/>
                  </a:lnTo>
                  <a:lnTo>
                    <a:pt x="2719717" y="383701"/>
                  </a:lnTo>
                  <a:lnTo>
                    <a:pt x="2720789" y="383626"/>
                  </a:lnTo>
                  <a:lnTo>
                    <a:pt x="2721860" y="383551"/>
                  </a:lnTo>
                  <a:lnTo>
                    <a:pt x="2722932" y="383476"/>
                  </a:lnTo>
                  <a:lnTo>
                    <a:pt x="2724004" y="383401"/>
                  </a:lnTo>
                  <a:lnTo>
                    <a:pt x="2725075" y="383326"/>
                  </a:lnTo>
                  <a:lnTo>
                    <a:pt x="2726147" y="383251"/>
                  </a:lnTo>
                  <a:lnTo>
                    <a:pt x="2727218" y="383176"/>
                  </a:lnTo>
                  <a:lnTo>
                    <a:pt x="2728290" y="383101"/>
                  </a:lnTo>
                  <a:lnTo>
                    <a:pt x="2729362" y="383026"/>
                  </a:lnTo>
                  <a:lnTo>
                    <a:pt x="2730433" y="382950"/>
                  </a:lnTo>
                  <a:lnTo>
                    <a:pt x="2731505" y="382875"/>
                  </a:lnTo>
                  <a:lnTo>
                    <a:pt x="2732576" y="382800"/>
                  </a:lnTo>
                  <a:lnTo>
                    <a:pt x="2733648" y="382724"/>
                  </a:lnTo>
                  <a:lnTo>
                    <a:pt x="2734720" y="382649"/>
                  </a:lnTo>
                  <a:lnTo>
                    <a:pt x="2735791" y="382573"/>
                  </a:lnTo>
                  <a:lnTo>
                    <a:pt x="2736863" y="382497"/>
                  </a:lnTo>
                  <a:lnTo>
                    <a:pt x="2737934" y="382421"/>
                  </a:lnTo>
                  <a:lnTo>
                    <a:pt x="2739006" y="382345"/>
                  </a:lnTo>
                  <a:lnTo>
                    <a:pt x="2740078" y="382269"/>
                  </a:lnTo>
                  <a:lnTo>
                    <a:pt x="2741149" y="382193"/>
                  </a:lnTo>
                  <a:lnTo>
                    <a:pt x="2742221" y="382117"/>
                  </a:lnTo>
                  <a:lnTo>
                    <a:pt x="2743292" y="382041"/>
                  </a:lnTo>
                  <a:lnTo>
                    <a:pt x="2744364" y="381964"/>
                  </a:lnTo>
                  <a:lnTo>
                    <a:pt x="2745436" y="381888"/>
                  </a:lnTo>
                  <a:lnTo>
                    <a:pt x="2746507" y="381811"/>
                  </a:lnTo>
                  <a:lnTo>
                    <a:pt x="2747579" y="381734"/>
                  </a:lnTo>
                  <a:lnTo>
                    <a:pt x="2748650" y="381657"/>
                  </a:lnTo>
                  <a:lnTo>
                    <a:pt x="2749722" y="381580"/>
                  </a:lnTo>
                  <a:lnTo>
                    <a:pt x="2750794" y="381503"/>
                  </a:lnTo>
                  <a:lnTo>
                    <a:pt x="2751865" y="381426"/>
                  </a:lnTo>
                  <a:lnTo>
                    <a:pt x="2752937" y="381348"/>
                  </a:lnTo>
                  <a:lnTo>
                    <a:pt x="2754008" y="381271"/>
                  </a:lnTo>
                  <a:lnTo>
                    <a:pt x="2755080" y="381193"/>
                  </a:lnTo>
                  <a:lnTo>
                    <a:pt x="2756152" y="381115"/>
                  </a:lnTo>
                  <a:lnTo>
                    <a:pt x="2757223" y="381037"/>
                  </a:lnTo>
                  <a:lnTo>
                    <a:pt x="2758295" y="380959"/>
                  </a:lnTo>
                  <a:lnTo>
                    <a:pt x="2759366" y="380880"/>
                  </a:lnTo>
                  <a:lnTo>
                    <a:pt x="2760438" y="380802"/>
                  </a:lnTo>
                  <a:lnTo>
                    <a:pt x="2761510" y="380723"/>
                  </a:lnTo>
                  <a:lnTo>
                    <a:pt x="2762581" y="380645"/>
                  </a:lnTo>
                  <a:lnTo>
                    <a:pt x="2763653" y="380566"/>
                  </a:lnTo>
                  <a:lnTo>
                    <a:pt x="2764724" y="380486"/>
                  </a:lnTo>
                  <a:lnTo>
                    <a:pt x="2765796" y="380407"/>
                  </a:lnTo>
                  <a:lnTo>
                    <a:pt x="2766868" y="380328"/>
                  </a:lnTo>
                  <a:lnTo>
                    <a:pt x="2767939" y="380248"/>
                  </a:lnTo>
                  <a:lnTo>
                    <a:pt x="2769011" y="380168"/>
                  </a:lnTo>
                  <a:lnTo>
                    <a:pt x="2770082" y="380088"/>
                  </a:lnTo>
                  <a:lnTo>
                    <a:pt x="2771154" y="380008"/>
                  </a:lnTo>
                  <a:lnTo>
                    <a:pt x="2772226" y="379928"/>
                  </a:lnTo>
                  <a:lnTo>
                    <a:pt x="2773297" y="379847"/>
                  </a:lnTo>
                  <a:lnTo>
                    <a:pt x="2774369" y="379766"/>
                  </a:lnTo>
                  <a:lnTo>
                    <a:pt x="2775440" y="379685"/>
                  </a:lnTo>
                  <a:lnTo>
                    <a:pt x="2776512" y="379604"/>
                  </a:lnTo>
                  <a:lnTo>
                    <a:pt x="2777584" y="379523"/>
                  </a:lnTo>
                  <a:lnTo>
                    <a:pt x="2778655" y="379441"/>
                  </a:lnTo>
                  <a:lnTo>
                    <a:pt x="2779727" y="379359"/>
                  </a:lnTo>
                  <a:lnTo>
                    <a:pt x="2780798" y="379277"/>
                  </a:lnTo>
                  <a:lnTo>
                    <a:pt x="2781870" y="379195"/>
                  </a:lnTo>
                  <a:lnTo>
                    <a:pt x="2782942" y="379112"/>
                  </a:lnTo>
                  <a:lnTo>
                    <a:pt x="2784013" y="379030"/>
                  </a:lnTo>
                  <a:lnTo>
                    <a:pt x="2785085" y="378947"/>
                  </a:lnTo>
                  <a:lnTo>
                    <a:pt x="2786156" y="378864"/>
                  </a:lnTo>
                  <a:lnTo>
                    <a:pt x="2787228" y="378780"/>
                  </a:lnTo>
                  <a:lnTo>
                    <a:pt x="2788300" y="378697"/>
                  </a:lnTo>
                  <a:lnTo>
                    <a:pt x="2789371" y="378613"/>
                  </a:lnTo>
                  <a:lnTo>
                    <a:pt x="2790443" y="378529"/>
                  </a:lnTo>
                  <a:lnTo>
                    <a:pt x="2791514" y="378444"/>
                  </a:lnTo>
                  <a:lnTo>
                    <a:pt x="2792586" y="378360"/>
                  </a:lnTo>
                  <a:lnTo>
                    <a:pt x="2793658" y="378275"/>
                  </a:lnTo>
                  <a:lnTo>
                    <a:pt x="2794729" y="378190"/>
                  </a:lnTo>
                  <a:lnTo>
                    <a:pt x="2795801" y="378105"/>
                  </a:lnTo>
                  <a:lnTo>
                    <a:pt x="2796872" y="378019"/>
                  </a:lnTo>
                  <a:lnTo>
                    <a:pt x="2797944" y="377933"/>
                  </a:lnTo>
                  <a:lnTo>
                    <a:pt x="2799016" y="377847"/>
                  </a:lnTo>
                  <a:lnTo>
                    <a:pt x="2800087" y="377761"/>
                  </a:lnTo>
                  <a:lnTo>
                    <a:pt x="2801159" y="377674"/>
                  </a:lnTo>
                  <a:lnTo>
                    <a:pt x="2802230" y="377587"/>
                  </a:lnTo>
                  <a:lnTo>
                    <a:pt x="2803302" y="377500"/>
                  </a:lnTo>
                  <a:lnTo>
                    <a:pt x="2804374" y="377412"/>
                  </a:lnTo>
                  <a:lnTo>
                    <a:pt x="2805445" y="377324"/>
                  </a:lnTo>
                  <a:lnTo>
                    <a:pt x="2806517" y="377236"/>
                  </a:lnTo>
                  <a:lnTo>
                    <a:pt x="2807588" y="377148"/>
                  </a:lnTo>
                  <a:lnTo>
                    <a:pt x="2808660" y="377059"/>
                  </a:lnTo>
                  <a:lnTo>
                    <a:pt x="2809732" y="376970"/>
                  </a:lnTo>
                  <a:lnTo>
                    <a:pt x="2810803" y="376881"/>
                  </a:lnTo>
                  <a:lnTo>
                    <a:pt x="2811875" y="376792"/>
                  </a:lnTo>
                  <a:lnTo>
                    <a:pt x="2812946" y="376702"/>
                  </a:lnTo>
                  <a:lnTo>
                    <a:pt x="2814018" y="376612"/>
                  </a:lnTo>
                  <a:lnTo>
                    <a:pt x="2815090" y="376521"/>
                  </a:lnTo>
                  <a:lnTo>
                    <a:pt x="2816161" y="376430"/>
                  </a:lnTo>
                  <a:lnTo>
                    <a:pt x="2817233" y="376339"/>
                  </a:lnTo>
                  <a:lnTo>
                    <a:pt x="2818304" y="376248"/>
                  </a:lnTo>
                  <a:lnTo>
                    <a:pt x="2819376" y="376156"/>
                  </a:lnTo>
                  <a:lnTo>
                    <a:pt x="2820448" y="376064"/>
                  </a:lnTo>
                  <a:lnTo>
                    <a:pt x="2821519" y="375972"/>
                  </a:lnTo>
                  <a:lnTo>
                    <a:pt x="2822591" y="375879"/>
                  </a:lnTo>
                  <a:lnTo>
                    <a:pt x="2823662" y="375786"/>
                  </a:lnTo>
                  <a:lnTo>
                    <a:pt x="2824734" y="375692"/>
                  </a:lnTo>
                  <a:lnTo>
                    <a:pt x="2825806" y="375599"/>
                  </a:lnTo>
                  <a:lnTo>
                    <a:pt x="2826877" y="375505"/>
                  </a:lnTo>
                  <a:lnTo>
                    <a:pt x="2827949" y="375410"/>
                  </a:lnTo>
                  <a:lnTo>
                    <a:pt x="2829020" y="375315"/>
                  </a:lnTo>
                  <a:lnTo>
                    <a:pt x="2830092" y="375220"/>
                  </a:lnTo>
                  <a:lnTo>
                    <a:pt x="2831164" y="375125"/>
                  </a:lnTo>
                  <a:lnTo>
                    <a:pt x="2832235" y="375029"/>
                  </a:lnTo>
                  <a:lnTo>
                    <a:pt x="2833307" y="374933"/>
                  </a:lnTo>
                  <a:lnTo>
                    <a:pt x="2834378" y="374836"/>
                  </a:lnTo>
                  <a:lnTo>
                    <a:pt x="2835450" y="374740"/>
                  </a:lnTo>
                  <a:lnTo>
                    <a:pt x="2836522" y="374642"/>
                  </a:lnTo>
                  <a:lnTo>
                    <a:pt x="2837593" y="374545"/>
                  </a:lnTo>
                  <a:lnTo>
                    <a:pt x="2838665" y="374447"/>
                  </a:lnTo>
                  <a:lnTo>
                    <a:pt x="2839736" y="374348"/>
                  </a:lnTo>
                  <a:lnTo>
                    <a:pt x="2840808" y="374249"/>
                  </a:lnTo>
                  <a:lnTo>
                    <a:pt x="2841879" y="374150"/>
                  </a:lnTo>
                  <a:lnTo>
                    <a:pt x="2842951" y="374051"/>
                  </a:lnTo>
                  <a:lnTo>
                    <a:pt x="2844023" y="373951"/>
                  </a:lnTo>
                  <a:lnTo>
                    <a:pt x="2845094" y="373851"/>
                  </a:lnTo>
                  <a:lnTo>
                    <a:pt x="2846166" y="373750"/>
                  </a:lnTo>
                  <a:lnTo>
                    <a:pt x="2847237" y="373649"/>
                  </a:lnTo>
                  <a:lnTo>
                    <a:pt x="2848309" y="373547"/>
                  </a:lnTo>
                  <a:lnTo>
                    <a:pt x="2849381" y="373445"/>
                  </a:lnTo>
                  <a:lnTo>
                    <a:pt x="2850452" y="373343"/>
                  </a:lnTo>
                  <a:lnTo>
                    <a:pt x="2851524" y="373241"/>
                  </a:lnTo>
                  <a:lnTo>
                    <a:pt x="2852595" y="373137"/>
                  </a:lnTo>
                  <a:lnTo>
                    <a:pt x="2853667" y="373034"/>
                  </a:lnTo>
                  <a:lnTo>
                    <a:pt x="2854739" y="372930"/>
                  </a:lnTo>
                  <a:lnTo>
                    <a:pt x="2855810" y="372826"/>
                  </a:lnTo>
                  <a:lnTo>
                    <a:pt x="2856882" y="372721"/>
                  </a:lnTo>
                  <a:lnTo>
                    <a:pt x="2857953" y="372616"/>
                  </a:lnTo>
                  <a:lnTo>
                    <a:pt x="2859025" y="372510"/>
                  </a:lnTo>
                  <a:lnTo>
                    <a:pt x="2860097" y="372404"/>
                  </a:lnTo>
                  <a:lnTo>
                    <a:pt x="2861168" y="372298"/>
                  </a:lnTo>
                  <a:lnTo>
                    <a:pt x="2862240" y="372191"/>
                  </a:lnTo>
                  <a:lnTo>
                    <a:pt x="2863311" y="372083"/>
                  </a:lnTo>
                  <a:lnTo>
                    <a:pt x="2864383" y="371976"/>
                  </a:lnTo>
                  <a:lnTo>
                    <a:pt x="2865455" y="371868"/>
                  </a:lnTo>
                  <a:lnTo>
                    <a:pt x="2866526" y="371759"/>
                  </a:lnTo>
                  <a:lnTo>
                    <a:pt x="2867598" y="371650"/>
                  </a:lnTo>
                  <a:lnTo>
                    <a:pt x="2868669" y="371540"/>
                  </a:lnTo>
                  <a:lnTo>
                    <a:pt x="2869741" y="371430"/>
                  </a:lnTo>
                  <a:lnTo>
                    <a:pt x="2870813" y="371320"/>
                  </a:lnTo>
                  <a:lnTo>
                    <a:pt x="2871884" y="371209"/>
                  </a:lnTo>
                  <a:lnTo>
                    <a:pt x="2872956" y="371098"/>
                  </a:lnTo>
                  <a:lnTo>
                    <a:pt x="2874027" y="370986"/>
                  </a:lnTo>
                  <a:lnTo>
                    <a:pt x="2875099" y="370874"/>
                  </a:lnTo>
                  <a:lnTo>
                    <a:pt x="2876171" y="370761"/>
                  </a:lnTo>
                  <a:lnTo>
                    <a:pt x="2877242" y="370648"/>
                  </a:lnTo>
                  <a:lnTo>
                    <a:pt x="2878314" y="370534"/>
                  </a:lnTo>
                  <a:lnTo>
                    <a:pt x="2879385" y="370420"/>
                  </a:lnTo>
                  <a:lnTo>
                    <a:pt x="2880457" y="370305"/>
                  </a:lnTo>
                  <a:lnTo>
                    <a:pt x="2881529" y="370190"/>
                  </a:lnTo>
                  <a:lnTo>
                    <a:pt x="2882600" y="370074"/>
                  </a:lnTo>
                  <a:lnTo>
                    <a:pt x="2883672" y="369958"/>
                  </a:lnTo>
                  <a:lnTo>
                    <a:pt x="2884743" y="369842"/>
                  </a:lnTo>
                  <a:lnTo>
                    <a:pt x="2885815" y="369725"/>
                  </a:lnTo>
                  <a:lnTo>
                    <a:pt x="2886887" y="369607"/>
                  </a:lnTo>
                  <a:lnTo>
                    <a:pt x="2887958" y="369489"/>
                  </a:lnTo>
                  <a:lnTo>
                    <a:pt x="2889030" y="369371"/>
                  </a:lnTo>
                  <a:lnTo>
                    <a:pt x="2890101" y="369252"/>
                  </a:lnTo>
                  <a:lnTo>
                    <a:pt x="2891173" y="369132"/>
                  </a:lnTo>
                  <a:lnTo>
                    <a:pt x="2892245" y="369012"/>
                  </a:lnTo>
                  <a:lnTo>
                    <a:pt x="2893316" y="368892"/>
                  </a:lnTo>
                  <a:lnTo>
                    <a:pt x="2894388" y="368771"/>
                  </a:lnTo>
                  <a:lnTo>
                    <a:pt x="2895459" y="368649"/>
                  </a:lnTo>
                  <a:lnTo>
                    <a:pt x="2896531" y="368527"/>
                  </a:lnTo>
                  <a:lnTo>
                    <a:pt x="2897603" y="368404"/>
                  </a:lnTo>
                  <a:lnTo>
                    <a:pt x="2898674" y="368281"/>
                  </a:lnTo>
                  <a:lnTo>
                    <a:pt x="2899746" y="368158"/>
                  </a:lnTo>
                  <a:lnTo>
                    <a:pt x="2900817" y="368034"/>
                  </a:lnTo>
                  <a:lnTo>
                    <a:pt x="2901889" y="367909"/>
                  </a:lnTo>
                  <a:lnTo>
                    <a:pt x="2902961" y="367784"/>
                  </a:lnTo>
                  <a:lnTo>
                    <a:pt x="2904032" y="367658"/>
                  </a:lnTo>
                  <a:lnTo>
                    <a:pt x="2905104" y="367532"/>
                  </a:lnTo>
                  <a:lnTo>
                    <a:pt x="2906175" y="367405"/>
                  </a:lnTo>
                  <a:lnTo>
                    <a:pt x="2907247" y="367278"/>
                  </a:lnTo>
                  <a:lnTo>
                    <a:pt x="2908319" y="367150"/>
                  </a:lnTo>
                  <a:lnTo>
                    <a:pt x="2909390" y="367021"/>
                  </a:lnTo>
                  <a:lnTo>
                    <a:pt x="2910462" y="366892"/>
                  </a:lnTo>
                  <a:lnTo>
                    <a:pt x="2911533" y="366763"/>
                  </a:lnTo>
                  <a:lnTo>
                    <a:pt x="2912605" y="366633"/>
                  </a:lnTo>
                  <a:lnTo>
                    <a:pt x="2913677" y="366502"/>
                  </a:lnTo>
                  <a:lnTo>
                    <a:pt x="2914748" y="366371"/>
                  </a:lnTo>
                  <a:lnTo>
                    <a:pt x="2915820" y="366239"/>
                  </a:lnTo>
                  <a:lnTo>
                    <a:pt x="2916891" y="366107"/>
                  </a:lnTo>
                  <a:lnTo>
                    <a:pt x="2917963" y="365974"/>
                  </a:lnTo>
                  <a:lnTo>
                    <a:pt x="2919035" y="365841"/>
                  </a:lnTo>
                  <a:lnTo>
                    <a:pt x="2920106" y="365707"/>
                  </a:lnTo>
                  <a:lnTo>
                    <a:pt x="2921178" y="365573"/>
                  </a:lnTo>
                  <a:lnTo>
                    <a:pt x="2922249" y="365438"/>
                  </a:lnTo>
                  <a:lnTo>
                    <a:pt x="2923321" y="365302"/>
                  </a:lnTo>
                  <a:lnTo>
                    <a:pt x="2924393" y="365166"/>
                  </a:lnTo>
                  <a:lnTo>
                    <a:pt x="2925464" y="365029"/>
                  </a:lnTo>
                  <a:lnTo>
                    <a:pt x="2926536" y="364892"/>
                  </a:lnTo>
                  <a:lnTo>
                    <a:pt x="2927607" y="364754"/>
                  </a:lnTo>
                  <a:lnTo>
                    <a:pt x="2928679" y="364615"/>
                  </a:lnTo>
                  <a:lnTo>
                    <a:pt x="2929751" y="364476"/>
                  </a:lnTo>
                  <a:lnTo>
                    <a:pt x="2930822" y="364336"/>
                  </a:lnTo>
                  <a:lnTo>
                    <a:pt x="2931894" y="364196"/>
                  </a:lnTo>
                  <a:lnTo>
                    <a:pt x="2932965" y="364055"/>
                  </a:lnTo>
                  <a:lnTo>
                    <a:pt x="2934037" y="363914"/>
                  </a:lnTo>
                  <a:lnTo>
                    <a:pt x="2935109" y="363772"/>
                  </a:lnTo>
                  <a:lnTo>
                    <a:pt x="2936180" y="363629"/>
                  </a:lnTo>
                  <a:lnTo>
                    <a:pt x="2937252" y="363486"/>
                  </a:lnTo>
                  <a:lnTo>
                    <a:pt x="2938323" y="363342"/>
                  </a:lnTo>
                  <a:lnTo>
                    <a:pt x="2939395" y="363198"/>
                  </a:lnTo>
                  <a:lnTo>
                    <a:pt x="2940467" y="363053"/>
                  </a:lnTo>
                  <a:lnTo>
                    <a:pt x="2941538" y="362907"/>
                  </a:lnTo>
                  <a:lnTo>
                    <a:pt x="2942610" y="362761"/>
                  </a:lnTo>
                  <a:lnTo>
                    <a:pt x="2943681" y="362614"/>
                  </a:lnTo>
                  <a:lnTo>
                    <a:pt x="2944753" y="362467"/>
                  </a:lnTo>
                  <a:lnTo>
                    <a:pt x="2945825" y="362319"/>
                  </a:lnTo>
                  <a:lnTo>
                    <a:pt x="2946896" y="362170"/>
                  </a:lnTo>
                  <a:lnTo>
                    <a:pt x="2947968" y="362021"/>
                  </a:lnTo>
                  <a:lnTo>
                    <a:pt x="2949039" y="361871"/>
                  </a:lnTo>
                  <a:lnTo>
                    <a:pt x="2950111" y="361720"/>
                  </a:lnTo>
                  <a:lnTo>
                    <a:pt x="2951183" y="361569"/>
                  </a:lnTo>
                  <a:lnTo>
                    <a:pt x="2952254" y="361417"/>
                  </a:lnTo>
                  <a:lnTo>
                    <a:pt x="2953326" y="361265"/>
                  </a:lnTo>
                  <a:lnTo>
                    <a:pt x="2954397" y="361112"/>
                  </a:lnTo>
                  <a:lnTo>
                    <a:pt x="2955469" y="360958"/>
                  </a:lnTo>
                  <a:lnTo>
                    <a:pt x="2956541" y="360804"/>
                  </a:lnTo>
                  <a:lnTo>
                    <a:pt x="2957612" y="360649"/>
                  </a:lnTo>
                  <a:lnTo>
                    <a:pt x="2958684" y="360493"/>
                  </a:lnTo>
                  <a:lnTo>
                    <a:pt x="2959755" y="360337"/>
                  </a:lnTo>
                  <a:lnTo>
                    <a:pt x="2960827" y="360180"/>
                  </a:lnTo>
                  <a:lnTo>
                    <a:pt x="2961899" y="360023"/>
                  </a:lnTo>
                  <a:lnTo>
                    <a:pt x="2962970" y="359865"/>
                  </a:lnTo>
                  <a:lnTo>
                    <a:pt x="2964042" y="359706"/>
                  </a:lnTo>
                  <a:lnTo>
                    <a:pt x="2965113" y="359547"/>
                  </a:lnTo>
                  <a:lnTo>
                    <a:pt x="2966185" y="359387"/>
                  </a:lnTo>
                  <a:lnTo>
                    <a:pt x="2967257" y="359226"/>
                  </a:lnTo>
                  <a:lnTo>
                    <a:pt x="2968328" y="359065"/>
                  </a:lnTo>
                  <a:lnTo>
                    <a:pt x="2969400" y="358903"/>
                  </a:lnTo>
                  <a:lnTo>
                    <a:pt x="2970471" y="358740"/>
                  </a:lnTo>
                  <a:lnTo>
                    <a:pt x="2971543" y="358577"/>
                  </a:lnTo>
                  <a:lnTo>
                    <a:pt x="2972615" y="358413"/>
                  </a:lnTo>
                  <a:lnTo>
                    <a:pt x="2973686" y="358248"/>
                  </a:lnTo>
                  <a:lnTo>
                    <a:pt x="2974758" y="358083"/>
                  </a:lnTo>
                  <a:lnTo>
                    <a:pt x="2975829" y="357917"/>
                  </a:lnTo>
                  <a:lnTo>
                    <a:pt x="2976901" y="357750"/>
                  </a:lnTo>
                  <a:lnTo>
                    <a:pt x="2977973" y="357583"/>
                  </a:lnTo>
                  <a:lnTo>
                    <a:pt x="2979044" y="357415"/>
                  </a:lnTo>
                  <a:lnTo>
                    <a:pt x="2980116" y="357247"/>
                  </a:lnTo>
                  <a:lnTo>
                    <a:pt x="2981187" y="357077"/>
                  </a:lnTo>
                  <a:lnTo>
                    <a:pt x="2982259" y="356907"/>
                  </a:lnTo>
                  <a:lnTo>
                    <a:pt x="2983331" y="356737"/>
                  </a:lnTo>
                  <a:lnTo>
                    <a:pt x="2984402" y="356565"/>
                  </a:lnTo>
                  <a:lnTo>
                    <a:pt x="2985474" y="356394"/>
                  </a:lnTo>
                  <a:lnTo>
                    <a:pt x="2986545" y="356221"/>
                  </a:lnTo>
                  <a:lnTo>
                    <a:pt x="2987617" y="356048"/>
                  </a:lnTo>
                  <a:lnTo>
                    <a:pt x="2988689" y="355874"/>
                  </a:lnTo>
                  <a:lnTo>
                    <a:pt x="2989760" y="355699"/>
                  </a:lnTo>
                  <a:lnTo>
                    <a:pt x="2990832" y="355524"/>
                  </a:lnTo>
                  <a:lnTo>
                    <a:pt x="2991903" y="355347"/>
                  </a:lnTo>
                  <a:lnTo>
                    <a:pt x="2992975" y="355171"/>
                  </a:lnTo>
                  <a:lnTo>
                    <a:pt x="2994047" y="354993"/>
                  </a:lnTo>
                  <a:lnTo>
                    <a:pt x="2995118" y="354815"/>
                  </a:lnTo>
                  <a:lnTo>
                    <a:pt x="2996190" y="354636"/>
                  </a:lnTo>
                  <a:lnTo>
                    <a:pt x="2997261" y="354457"/>
                  </a:lnTo>
                  <a:lnTo>
                    <a:pt x="2998333" y="354277"/>
                  </a:lnTo>
                  <a:lnTo>
                    <a:pt x="2999405" y="354096"/>
                  </a:lnTo>
                  <a:lnTo>
                    <a:pt x="3000476" y="353914"/>
                  </a:lnTo>
                  <a:lnTo>
                    <a:pt x="3001548" y="353732"/>
                  </a:lnTo>
                  <a:lnTo>
                    <a:pt x="3002619" y="353549"/>
                  </a:lnTo>
                  <a:lnTo>
                    <a:pt x="3003691" y="353366"/>
                  </a:lnTo>
                  <a:lnTo>
                    <a:pt x="3004763" y="353181"/>
                  </a:lnTo>
                  <a:lnTo>
                    <a:pt x="3005834" y="352996"/>
                  </a:lnTo>
                  <a:lnTo>
                    <a:pt x="3006906" y="352810"/>
                  </a:lnTo>
                  <a:lnTo>
                    <a:pt x="3007977" y="352624"/>
                  </a:lnTo>
                  <a:lnTo>
                    <a:pt x="3009049" y="352437"/>
                  </a:lnTo>
                  <a:lnTo>
                    <a:pt x="3010121" y="352249"/>
                  </a:lnTo>
                  <a:lnTo>
                    <a:pt x="3011192" y="352060"/>
                  </a:lnTo>
                  <a:lnTo>
                    <a:pt x="3012264" y="351871"/>
                  </a:lnTo>
                  <a:lnTo>
                    <a:pt x="3013335" y="351681"/>
                  </a:lnTo>
                  <a:lnTo>
                    <a:pt x="3014407" y="351490"/>
                  </a:lnTo>
                  <a:lnTo>
                    <a:pt x="3015479" y="351299"/>
                  </a:lnTo>
                  <a:lnTo>
                    <a:pt x="3016550" y="351107"/>
                  </a:lnTo>
                  <a:lnTo>
                    <a:pt x="3017622" y="350914"/>
                  </a:lnTo>
                  <a:lnTo>
                    <a:pt x="3018693" y="350720"/>
                  </a:lnTo>
                  <a:lnTo>
                    <a:pt x="3019765" y="350526"/>
                  </a:lnTo>
                  <a:lnTo>
                    <a:pt x="3020836" y="350331"/>
                  </a:lnTo>
                  <a:lnTo>
                    <a:pt x="3021908" y="350135"/>
                  </a:lnTo>
                  <a:lnTo>
                    <a:pt x="3022980" y="349939"/>
                  </a:lnTo>
                  <a:lnTo>
                    <a:pt x="3024051" y="349742"/>
                  </a:lnTo>
                  <a:lnTo>
                    <a:pt x="3025123" y="349544"/>
                  </a:lnTo>
                  <a:lnTo>
                    <a:pt x="3026194" y="349345"/>
                  </a:lnTo>
                  <a:lnTo>
                    <a:pt x="3027266" y="349146"/>
                  </a:lnTo>
                  <a:lnTo>
                    <a:pt x="3028338" y="348946"/>
                  </a:lnTo>
                  <a:lnTo>
                    <a:pt x="3029409" y="348745"/>
                  </a:lnTo>
                  <a:lnTo>
                    <a:pt x="3030481" y="348544"/>
                  </a:lnTo>
                  <a:lnTo>
                    <a:pt x="3031552" y="348342"/>
                  </a:lnTo>
                  <a:lnTo>
                    <a:pt x="3032624" y="348139"/>
                  </a:lnTo>
                  <a:lnTo>
                    <a:pt x="3033696" y="347935"/>
                  </a:lnTo>
                  <a:lnTo>
                    <a:pt x="3034767" y="347731"/>
                  </a:lnTo>
                  <a:lnTo>
                    <a:pt x="3035839" y="347526"/>
                  </a:lnTo>
                  <a:lnTo>
                    <a:pt x="3036910" y="347320"/>
                  </a:lnTo>
                  <a:lnTo>
                    <a:pt x="3037982" y="347113"/>
                  </a:lnTo>
                  <a:lnTo>
                    <a:pt x="3039054" y="346906"/>
                  </a:lnTo>
                  <a:lnTo>
                    <a:pt x="3040125" y="346698"/>
                  </a:lnTo>
                  <a:lnTo>
                    <a:pt x="3041197" y="346489"/>
                  </a:lnTo>
                  <a:lnTo>
                    <a:pt x="3042268" y="346279"/>
                  </a:lnTo>
                  <a:lnTo>
                    <a:pt x="3043340" y="346069"/>
                  </a:lnTo>
                  <a:lnTo>
                    <a:pt x="3044412" y="345858"/>
                  </a:lnTo>
                  <a:lnTo>
                    <a:pt x="3045483" y="345647"/>
                  </a:lnTo>
                  <a:lnTo>
                    <a:pt x="3046555" y="345434"/>
                  </a:lnTo>
                  <a:lnTo>
                    <a:pt x="3047626" y="345221"/>
                  </a:lnTo>
                  <a:lnTo>
                    <a:pt x="3048698" y="345007"/>
                  </a:lnTo>
                  <a:lnTo>
                    <a:pt x="3049770" y="344792"/>
                  </a:lnTo>
                  <a:lnTo>
                    <a:pt x="3050841" y="344577"/>
                  </a:lnTo>
                  <a:lnTo>
                    <a:pt x="3051913" y="344361"/>
                  </a:lnTo>
                  <a:lnTo>
                    <a:pt x="3052984" y="344144"/>
                  </a:lnTo>
                  <a:lnTo>
                    <a:pt x="3054056" y="343926"/>
                  </a:lnTo>
                  <a:lnTo>
                    <a:pt x="3055128" y="343708"/>
                  </a:lnTo>
                  <a:lnTo>
                    <a:pt x="3056199" y="343489"/>
                  </a:lnTo>
                  <a:lnTo>
                    <a:pt x="3057271" y="343269"/>
                  </a:lnTo>
                  <a:lnTo>
                    <a:pt x="3058342" y="343048"/>
                  </a:lnTo>
                  <a:lnTo>
                    <a:pt x="3059414" y="342827"/>
                  </a:lnTo>
                  <a:lnTo>
                    <a:pt x="3060486" y="342605"/>
                  </a:lnTo>
                  <a:lnTo>
                    <a:pt x="3061557" y="342382"/>
                  </a:lnTo>
                  <a:lnTo>
                    <a:pt x="3062629" y="342158"/>
                  </a:lnTo>
                  <a:lnTo>
                    <a:pt x="3063700" y="341934"/>
                  </a:lnTo>
                  <a:lnTo>
                    <a:pt x="3064772" y="341709"/>
                  </a:lnTo>
                  <a:lnTo>
                    <a:pt x="3065844" y="341483"/>
                  </a:lnTo>
                  <a:lnTo>
                    <a:pt x="3066915" y="341256"/>
                  </a:lnTo>
                  <a:lnTo>
                    <a:pt x="3067987" y="341029"/>
                  </a:lnTo>
                  <a:lnTo>
                    <a:pt x="3069058" y="340801"/>
                  </a:lnTo>
                  <a:lnTo>
                    <a:pt x="3070130" y="340572"/>
                  </a:lnTo>
                  <a:lnTo>
                    <a:pt x="3071202" y="340342"/>
                  </a:lnTo>
                  <a:lnTo>
                    <a:pt x="3072273" y="340112"/>
                  </a:lnTo>
                  <a:lnTo>
                    <a:pt x="3073345" y="339881"/>
                  </a:lnTo>
                  <a:lnTo>
                    <a:pt x="3074416" y="339649"/>
                  </a:lnTo>
                  <a:lnTo>
                    <a:pt x="3075488" y="339416"/>
                  </a:lnTo>
                  <a:lnTo>
                    <a:pt x="3076560" y="339183"/>
                  </a:lnTo>
                  <a:lnTo>
                    <a:pt x="3077631" y="338949"/>
                  </a:lnTo>
                  <a:lnTo>
                    <a:pt x="3078703" y="338714"/>
                  </a:lnTo>
                  <a:lnTo>
                    <a:pt x="3079774" y="338478"/>
                  </a:lnTo>
                  <a:lnTo>
                    <a:pt x="3080846" y="338242"/>
                  </a:lnTo>
                  <a:lnTo>
                    <a:pt x="3081918" y="338005"/>
                  </a:lnTo>
                  <a:lnTo>
                    <a:pt x="3082989" y="337767"/>
                  </a:lnTo>
                  <a:lnTo>
                    <a:pt x="3084061" y="337528"/>
                  </a:lnTo>
                  <a:lnTo>
                    <a:pt x="3085132" y="337289"/>
                  </a:lnTo>
                  <a:lnTo>
                    <a:pt x="3086204" y="337049"/>
                  </a:lnTo>
                  <a:lnTo>
                    <a:pt x="3087276" y="336808"/>
                  </a:lnTo>
                  <a:lnTo>
                    <a:pt x="3088347" y="336566"/>
                  </a:lnTo>
                  <a:lnTo>
                    <a:pt x="3089419" y="336324"/>
                  </a:lnTo>
                  <a:lnTo>
                    <a:pt x="3090490" y="336081"/>
                  </a:lnTo>
                  <a:lnTo>
                    <a:pt x="3091562" y="335837"/>
                  </a:lnTo>
                  <a:lnTo>
                    <a:pt x="3092634" y="335592"/>
                  </a:lnTo>
                  <a:lnTo>
                    <a:pt x="3093705" y="335347"/>
                  </a:lnTo>
                  <a:lnTo>
                    <a:pt x="3094777" y="335101"/>
                  </a:lnTo>
                  <a:lnTo>
                    <a:pt x="3095848" y="334854"/>
                  </a:lnTo>
                  <a:lnTo>
                    <a:pt x="3096920" y="334606"/>
                  </a:lnTo>
                  <a:lnTo>
                    <a:pt x="3097992" y="334358"/>
                  </a:lnTo>
                  <a:lnTo>
                    <a:pt x="3099063" y="334109"/>
                  </a:lnTo>
                  <a:lnTo>
                    <a:pt x="3100135" y="333859"/>
                  </a:lnTo>
                  <a:lnTo>
                    <a:pt x="3101206" y="333608"/>
                  </a:lnTo>
                  <a:lnTo>
                    <a:pt x="3102278" y="333356"/>
                  </a:lnTo>
                  <a:lnTo>
                    <a:pt x="3103350" y="333104"/>
                  </a:lnTo>
                  <a:lnTo>
                    <a:pt x="3104421" y="332851"/>
                  </a:lnTo>
                  <a:lnTo>
                    <a:pt x="3105493" y="332598"/>
                  </a:lnTo>
                  <a:lnTo>
                    <a:pt x="3106564" y="332343"/>
                  </a:lnTo>
                  <a:lnTo>
                    <a:pt x="3107636" y="332088"/>
                  </a:lnTo>
                  <a:lnTo>
                    <a:pt x="3108708" y="331832"/>
                  </a:lnTo>
                  <a:lnTo>
                    <a:pt x="3109779" y="331575"/>
                  </a:lnTo>
                  <a:lnTo>
                    <a:pt x="3110851" y="331318"/>
                  </a:lnTo>
                  <a:lnTo>
                    <a:pt x="3111922" y="331059"/>
                  </a:lnTo>
                  <a:lnTo>
                    <a:pt x="3112994" y="330800"/>
                  </a:lnTo>
                  <a:lnTo>
                    <a:pt x="3114066" y="330541"/>
                  </a:lnTo>
                  <a:lnTo>
                    <a:pt x="3115137" y="330280"/>
                  </a:lnTo>
                  <a:lnTo>
                    <a:pt x="3116209" y="330019"/>
                  </a:lnTo>
                  <a:lnTo>
                    <a:pt x="3117280" y="329757"/>
                  </a:lnTo>
                  <a:lnTo>
                    <a:pt x="3118352" y="329494"/>
                  </a:lnTo>
                  <a:lnTo>
                    <a:pt x="3119424" y="329231"/>
                  </a:lnTo>
                  <a:lnTo>
                    <a:pt x="3120495" y="328967"/>
                  </a:lnTo>
                  <a:lnTo>
                    <a:pt x="3121567" y="328702"/>
                  </a:lnTo>
                  <a:lnTo>
                    <a:pt x="3122638" y="328436"/>
                  </a:lnTo>
                  <a:lnTo>
                    <a:pt x="3123710" y="328169"/>
                  </a:lnTo>
                  <a:lnTo>
                    <a:pt x="3124782" y="327902"/>
                  </a:lnTo>
                  <a:lnTo>
                    <a:pt x="3125853" y="327634"/>
                  </a:lnTo>
                  <a:lnTo>
                    <a:pt x="3126925" y="327366"/>
                  </a:lnTo>
                  <a:lnTo>
                    <a:pt x="3127996" y="327096"/>
                  </a:lnTo>
                  <a:lnTo>
                    <a:pt x="3129068" y="326826"/>
                  </a:lnTo>
                  <a:lnTo>
                    <a:pt x="3130140" y="326555"/>
                  </a:lnTo>
                  <a:lnTo>
                    <a:pt x="3131211" y="326283"/>
                  </a:lnTo>
                  <a:lnTo>
                    <a:pt x="3132283" y="326011"/>
                  </a:lnTo>
                  <a:lnTo>
                    <a:pt x="3133354" y="325738"/>
                  </a:lnTo>
                  <a:lnTo>
                    <a:pt x="3134426" y="325464"/>
                  </a:lnTo>
                  <a:lnTo>
                    <a:pt x="3135498" y="325189"/>
                  </a:lnTo>
                  <a:lnTo>
                    <a:pt x="3136569" y="324914"/>
                  </a:lnTo>
                  <a:lnTo>
                    <a:pt x="3137641" y="324638"/>
                  </a:lnTo>
                  <a:lnTo>
                    <a:pt x="3138712" y="324361"/>
                  </a:lnTo>
                  <a:lnTo>
                    <a:pt x="3139784" y="324083"/>
                  </a:lnTo>
                  <a:lnTo>
                    <a:pt x="3140856" y="323805"/>
                  </a:lnTo>
                  <a:lnTo>
                    <a:pt x="3141927" y="323526"/>
                  </a:lnTo>
                  <a:lnTo>
                    <a:pt x="3142999" y="323246"/>
                  </a:lnTo>
                  <a:lnTo>
                    <a:pt x="3144070" y="322965"/>
                  </a:lnTo>
                  <a:lnTo>
                    <a:pt x="3145142" y="322684"/>
                  </a:lnTo>
                  <a:lnTo>
                    <a:pt x="3146214" y="322402"/>
                  </a:lnTo>
                  <a:lnTo>
                    <a:pt x="3147285" y="322119"/>
                  </a:lnTo>
                  <a:lnTo>
                    <a:pt x="3148357" y="321836"/>
                  </a:lnTo>
                  <a:lnTo>
                    <a:pt x="3149428" y="321552"/>
                  </a:lnTo>
                  <a:lnTo>
                    <a:pt x="3150500" y="321267"/>
                  </a:lnTo>
                  <a:lnTo>
                    <a:pt x="3151572" y="320981"/>
                  </a:lnTo>
                  <a:lnTo>
                    <a:pt x="3152643" y="320694"/>
                  </a:lnTo>
                  <a:lnTo>
                    <a:pt x="3153715" y="320407"/>
                  </a:lnTo>
                  <a:lnTo>
                    <a:pt x="3154786" y="320119"/>
                  </a:lnTo>
                  <a:lnTo>
                    <a:pt x="3155858" y="319831"/>
                  </a:lnTo>
                  <a:lnTo>
                    <a:pt x="3156930" y="319541"/>
                  </a:lnTo>
                  <a:lnTo>
                    <a:pt x="3158001" y="319251"/>
                  </a:lnTo>
                  <a:lnTo>
                    <a:pt x="3159073" y="318960"/>
                  </a:lnTo>
                  <a:lnTo>
                    <a:pt x="3160144" y="318669"/>
                  </a:lnTo>
                  <a:lnTo>
                    <a:pt x="3161216" y="318377"/>
                  </a:lnTo>
                  <a:lnTo>
                    <a:pt x="3162288" y="318084"/>
                  </a:lnTo>
                  <a:lnTo>
                    <a:pt x="3163359" y="317790"/>
                  </a:lnTo>
                  <a:lnTo>
                    <a:pt x="3164431" y="317495"/>
                  </a:lnTo>
                  <a:lnTo>
                    <a:pt x="3165502" y="317200"/>
                  </a:lnTo>
                  <a:lnTo>
                    <a:pt x="3166574" y="316904"/>
                  </a:lnTo>
                  <a:lnTo>
                    <a:pt x="3167646" y="316607"/>
                  </a:lnTo>
                  <a:lnTo>
                    <a:pt x="3168717" y="316310"/>
                  </a:lnTo>
                  <a:lnTo>
                    <a:pt x="3169789" y="316012"/>
                  </a:lnTo>
                  <a:lnTo>
                    <a:pt x="3170860" y="315713"/>
                  </a:lnTo>
                  <a:lnTo>
                    <a:pt x="3171932" y="315414"/>
                  </a:lnTo>
                  <a:lnTo>
                    <a:pt x="3173004" y="315113"/>
                  </a:lnTo>
                  <a:lnTo>
                    <a:pt x="3174075" y="314812"/>
                  </a:lnTo>
                  <a:lnTo>
                    <a:pt x="3175147" y="314510"/>
                  </a:lnTo>
                  <a:lnTo>
                    <a:pt x="3176218" y="314208"/>
                  </a:lnTo>
                  <a:lnTo>
                    <a:pt x="3177290" y="313905"/>
                  </a:lnTo>
                  <a:lnTo>
                    <a:pt x="3178362" y="313601"/>
                  </a:lnTo>
                  <a:lnTo>
                    <a:pt x="3179433" y="313296"/>
                  </a:lnTo>
                  <a:lnTo>
                    <a:pt x="3180505" y="312991"/>
                  </a:lnTo>
                  <a:lnTo>
                    <a:pt x="3181576" y="312685"/>
                  </a:lnTo>
                  <a:lnTo>
                    <a:pt x="3182648" y="312378"/>
                  </a:lnTo>
                  <a:lnTo>
                    <a:pt x="3183720" y="312071"/>
                  </a:lnTo>
                  <a:lnTo>
                    <a:pt x="3184791" y="311762"/>
                  </a:lnTo>
                  <a:lnTo>
                    <a:pt x="3185863" y="311453"/>
                  </a:lnTo>
                  <a:lnTo>
                    <a:pt x="3186934" y="311144"/>
                  </a:lnTo>
                  <a:lnTo>
                    <a:pt x="3188006" y="310833"/>
                  </a:lnTo>
                  <a:lnTo>
                    <a:pt x="3189078" y="310522"/>
                  </a:lnTo>
                  <a:lnTo>
                    <a:pt x="3190149" y="310210"/>
                  </a:lnTo>
                  <a:lnTo>
                    <a:pt x="3191221" y="309898"/>
                  </a:lnTo>
                  <a:lnTo>
                    <a:pt x="3192292" y="309585"/>
                  </a:lnTo>
                  <a:lnTo>
                    <a:pt x="3193364" y="309271"/>
                  </a:lnTo>
                  <a:lnTo>
                    <a:pt x="3194436" y="308956"/>
                  </a:lnTo>
                  <a:lnTo>
                    <a:pt x="3195507" y="308641"/>
                  </a:lnTo>
                  <a:lnTo>
                    <a:pt x="3196579" y="308325"/>
                  </a:lnTo>
                  <a:lnTo>
                    <a:pt x="3197650" y="308008"/>
                  </a:lnTo>
                  <a:lnTo>
                    <a:pt x="3198722" y="307690"/>
                  </a:lnTo>
                  <a:lnTo>
                    <a:pt x="3199793" y="307372"/>
                  </a:lnTo>
                  <a:lnTo>
                    <a:pt x="3200865" y="307053"/>
                  </a:lnTo>
                  <a:lnTo>
                    <a:pt x="3201937" y="306733"/>
                  </a:lnTo>
                  <a:lnTo>
                    <a:pt x="3203008" y="306413"/>
                  </a:lnTo>
                  <a:lnTo>
                    <a:pt x="3204080" y="306092"/>
                  </a:lnTo>
                  <a:lnTo>
                    <a:pt x="3205151" y="305770"/>
                  </a:lnTo>
                  <a:lnTo>
                    <a:pt x="3206223" y="305448"/>
                  </a:lnTo>
                  <a:lnTo>
                    <a:pt x="3207295" y="305124"/>
                  </a:lnTo>
                  <a:lnTo>
                    <a:pt x="3208366" y="304801"/>
                  </a:lnTo>
                  <a:lnTo>
                    <a:pt x="3209438" y="304476"/>
                  </a:lnTo>
                  <a:lnTo>
                    <a:pt x="3210509" y="304151"/>
                  </a:lnTo>
                  <a:lnTo>
                    <a:pt x="3211581" y="303825"/>
                  </a:lnTo>
                  <a:lnTo>
                    <a:pt x="3212653" y="303498"/>
                  </a:lnTo>
                  <a:lnTo>
                    <a:pt x="3213724" y="303170"/>
                  </a:lnTo>
                  <a:lnTo>
                    <a:pt x="3214796" y="302842"/>
                  </a:lnTo>
                  <a:lnTo>
                    <a:pt x="3215867" y="302513"/>
                  </a:lnTo>
                  <a:lnTo>
                    <a:pt x="3216939" y="302184"/>
                  </a:lnTo>
                  <a:lnTo>
                    <a:pt x="3218011" y="301854"/>
                  </a:lnTo>
                  <a:lnTo>
                    <a:pt x="3219082" y="301523"/>
                  </a:lnTo>
                  <a:lnTo>
                    <a:pt x="3220154" y="301191"/>
                  </a:lnTo>
                  <a:lnTo>
                    <a:pt x="3221225" y="300859"/>
                  </a:lnTo>
                  <a:lnTo>
                    <a:pt x="3222297" y="300526"/>
                  </a:lnTo>
                  <a:lnTo>
                    <a:pt x="3223369" y="300192"/>
                  </a:lnTo>
                  <a:lnTo>
                    <a:pt x="3224440" y="299858"/>
                  </a:lnTo>
                  <a:lnTo>
                    <a:pt x="3225512" y="299522"/>
                  </a:lnTo>
                  <a:lnTo>
                    <a:pt x="3226583" y="299187"/>
                  </a:lnTo>
                  <a:lnTo>
                    <a:pt x="3227655" y="298850"/>
                  </a:lnTo>
                  <a:lnTo>
                    <a:pt x="3228727" y="298513"/>
                  </a:lnTo>
                  <a:lnTo>
                    <a:pt x="3229798" y="298175"/>
                  </a:lnTo>
                  <a:lnTo>
                    <a:pt x="3230870" y="297836"/>
                  </a:lnTo>
                  <a:lnTo>
                    <a:pt x="3231941" y="297497"/>
                  </a:lnTo>
                  <a:lnTo>
                    <a:pt x="3233013" y="297157"/>
                  </a:lnTo>
                  <a:lnTo>
                    <a:pt x="3234085" y="296816"/>
                  </a:lnTo>
                  <a:lnTo>
                    <a:pt x="3235156" y="296475"/>
                  </a:lnTo>
                  <a:lnTo>
                    <a:pt x="3236228" y="296133"/>
                  </a:lnTo>
                  <a:lnTo>
                    <a:pt x="3237299" y="295790"/>
                  </a:lnTo>
                  <a:lnTo>
                    <a:pt x="3238371" y="295447"/>
                  </a:lnTo>
                  <a:lnTo>
                    <a:pt x="3239443" y="295103"/>
                  </a:lnTo>
                  <a:lnTo>
                    <a:pt x="3240514" y="294758"/>
                  </a:lnTo>
                  <a:lnTo>
                    <a:pt x="3241586" y="294412"/>
                  </a:lnTo>
                  <a:lnTo>
                    <a:pt x="3242657" y="294066"/>
                  </a:lnTo>
                  <a:lnTo>
                    <a:pt x="3243729" y="293719"/>
                  </a:lnTo>
                  <a:lnTo>
                    <a:pt x="3244801" y="293371"/>
                  </a:lnTo>
                  <a:lnTo>
                    <a:pt x="3245872" y="293023"/>
                  </a:lnTo>
                  <a:lnTo>
                    <a:pt x="3246944" y="292674"/>
                  </a:lnTo>
                  <a:lnTo>
                    <a:pt x="3248015" y="292325"/>
                  </a:lnTo>
                  <a:lnTo>
                    <a:pt x="3249087" y="291974"/>
                  </a:lnTo>
                  <a:lnTo>
                    <a:pt x="3250159" y="291623"/>
                  </a:lnTo>
                  <a:lnTo>
                    <a:pt x="3251230" y="291272"/>
                  </a:lnTo>
                  <a:lnTo>
                    <a:pt x="3252302" y="290919"/>
                  </a:lnTo>
                  <a:lnTo>
                    <a:pt x="3253373" y="290566"/>
                  </a:lnTo>
                  <a:lnTo>
                    <a:pt x="3254445" y="290212"/>
                  </a:lnTo>
                  <a:lnTo>
                    <a:pt x="3255517" y="289858"/>
                  </a:lnTo>
                  <a:lnTo>
                    <a:pt x="3256588" y="289503"/>
                  </a:lnTo>
                  <a:lnTo>
                    <a:pt x="3257660" y="289147"/>
                  </a:lnTo>
                  <a:lnTo>
                    <a:pt x="3258731" y="288791"/>
                  </a:lnTo>
                  <a:lnTo>
                    <a:pt x="3259803" y="288433"/>
                  </a:lnTo>
                  <a:lnTo>
                    <a:pt x="3260875" y="288076"/>
                  </a:lnTo>
                  <a:lnTo>
                    <a:pt x="3261946" y="287717"/>
                  </a:lnTo>
                  <a:lnTo>
                    <a:pt x="3263018" y="287358"/>
                  </a:lnTo>
                  <a:lnTo>
                    <a:pt x="3264089" y="286998"/>
                  </a:lnTo>
                  <a:lnTo>
                    <a:pt x="3265161" y="286638"/>
                  </a:lnTo>
                  <a:lnTo>
                    <a:pt x="3266233" y="286276"/>
                  </a:lnTo>
                  <a:lnTo>
                    <a:pt x="3267304" y="285914"/>
                  </a:lnTo>
                  <a:lnTo>
                    <a:pt x="3268376" y="285552"/>
                  </a:lnTo>
                  <a:lnTo>
                    <a:pt x="3269447" y="285189"/>
                  </a:lnTo>
                  <a:lnTo>
                    <a:pt x="3270519" y="284825"/>
                  </a:lnTo>
                  <a:lnTo>
                    <a:pt x="3271591" y="284460"/>
                  </a:lnTo>
                  <a:lnTo>
                    <a:pt x="3272662" y="284095"/>
                  </a:lnTo>
                  <a:lnTo>
                    <a:pt x="3273734" y="283729"/>
                  </a:lnTo>
                  <a:lnTo>
                    <a:pt x="3274805" y="283362"/>
                  </a:lnTo>
                  <a:lnTo>
                    <a:pt x="3275877" y="282995"/>
                  </a:lnTo>
                  <a:lnTo>
                    <a:pt x="3276949" y="282627"/>
                  </a:lnTo>
                  <a:lnTo>
                    <a:pt x="3278020" y="282259"/>
                  </a:lnTo>
                  <a:lnTo>
                    <a:pt x="3279092" y="281889"/>
                  </a:lnTo>
                  <a:lnTo>
                    <a:pt x="3280163" y="281520"/>
                  </a:lnTo>
                  <a:lnTo>
                    <a:pt x="3281235" y="281149"/>
                  </a:lnTo>
                  <a:lnTo>
                    <a:pt x="3282307" y="280778"/>
                  </a:lnTo>
                  <a:lnTo>
                    <a:pt x="3283378" y="280406"/>
                  </a:lnTo>
                  <a:lnTo>
                    <a:pt x="3284450" y="280033"/>
                  </a:lnTo>
                  <a:lnTo>
                    <a:pt x="3285521" y="279660"/>
                  </a:lnTo>
                  <a:lnTo>
                    <a:pt x="3286593" y="279286"/>
                  </a:lnTo>
                  <a:lnTo>
                    <a:pt x="3287665" y="278911"/>
                  </a:lnTo>
                  <a:lnTo>
                    <a:pt x="3288736" y="278536"/>
                  </a:lnTo>
                  <a:lnTo>
                    <a:pt x="3289808" y="278160"/>
                  </a:lnTo>
                  <a:lnTo>
                    <a:pt x="3290879" y="277784"/>
                  </a:lnTo>
                  <a:lnTo>
                    <a:pt x="3291951" y="277406"/>
                  </a:lnTo>
                  <a:lnTo>
                    <a:pt x="3293023" y="277029"/>
                  </a:lnTo>
                  <a:lnTo>
                    <a:pt x="3294094" y="276650"/>
                  </a:lnTo>
                  <a:lnTo>
                    <a:pt x="3295166" y="276271"/>
                  </a:lnTo>
                  <a:lnTo>
                    <a:pt x="3296237" y="275891"/>
                  </a:lnTo>
                  <a:lnTo>
                    <a:pt x="3297309" y="275510"/>
                  </a:lnTo>
                  <a:lnTo>
                    <a:pt x="3298381" y="275129"/>
                  </a:lnTo>
                  <a:lnTo>
                    <a:pt x="3299452" y="274747"/>
                  </a:lnTo>
                  <a:lnTo>
                    <a:pt x="3300524" y="274365"/>
                  </a:lnTo>
                  <a:lnTo>
                    <a:pt x="3301595" y="273982"/>
                  </a:lnTo>
                  <a:lnTo>
                    <a:pt x="3302667" y="273598"/>
                  </a:lnTo>
                  <a:lnTo>
                    <a:pt x="3303739" y="273214"/>
                  </a:lnTo>
                  <a:lnTo>
                    <a:pt x="3304810" y="272828"/>
                  </a:lnTo>
                  <a:lnTo>
                    <a:pt x="3305882" y="272443"/>
                  </a:lnTo>
                  <a:lnTo>
                    <a:pt x="3306953" y="272056"/>
                  </a:lnTo>
                  <a:lnTo>
                    <a:pt x="3308025" y="271669"/>
                  </a:lnTo>
                  <a:lnTo>
                    <a:pt x="3309097" y="271282"/>
                  </a:lnTo>
                  <a:lnTo>
                    <a:pt x="3310168" y="270893"/>
                  </a:lnTo>
                  <a:lnTo>
                    <a:pt x="3311240" y="270504"/>
                  </a:lnTo>
                  <a:lnTo>
                    <a:pt x="3312311" y="270114"/>
                  </a:lnTo>
                  <a:lnTo>
                    <a:pt x="3313383" y="269724"/>
                  </a:lnTo>
                  <a:lnTo>
                    <a:pt x="3314455" y="269333"/>
                  </a:lnTo>
                  <a:lnTo>
                    <a:pt x="3315526" y="268942"/>
                  </a:lnTo>
                  <a:lnTo>
                    <a:pt x="3316598" y="268549"/>
                  </a:lnTo>
                  <a:lnTo>
                    <a:pt x="3317669" y="268156"/>
                  </a:lnTo>
                  <a:lnTo>
                    <a:pt x="3318741" y="267763"/>
                  </a:lnTo>
                  <a:lnTo>
                    <a:pt x="3319813" y="267369"/>
                  </a:lnTo>
                  <a:lnTo>
                    <a:pt x="3320884" y="266974"/>
                  </a:lnTo>
                  <a:lnTo>
                    <a:pt x="3321956" y="266578"/>
                  </a:lnTo>
                  <a:lnTo>
                    <a:pt x="3323027" y="266182"/>
                  </a:lnTo>
                  <a:lnTo>
                    <a:pt x="3324099" y="265786"/>
                  </a:lnTo>
                  <a:lnTo>
                    <a:pt x="3325171" y="265388"/>
                  </a:lnTo>
                  <a:lnTo>
                    <a:pt x="3326242" y="264990"/>
                  </a:lnTo>
                  <a:lnTo>
                    <a:pt x="3327314" y="264591"/>
                  </a:lnTo>
                  <a:lnTo>
                    <a:pt x="3328385" y="264192"/>
                  </a:lnTo>
                  <a:lnTo>
                    <a:pt x="3329457" y="263792"/>
                  </a:lnTo>
                  <a:lnTo>
                    <a:pt x="3330529" y="263392"/>
                  </a:lnTo>
                  <a:lnTo>
                    <a:pt x="3331600" y="262990"/>
                  </a:lnTo>
                  <a:lnTo>
                    <a:pt x="3332672" y="262588"/>
                  </a:lnTo>
                  <a:lnTo>
                    <a:pt x="3333743" y="262186"/>
                  </a:lnTo>
                  <a:lnTo>
                    <a:pt x="3334815" y="261783"/>
                  </a:lnTo>
                  <a:lnTo>
                    <a:pt x="3335887" y="261379"/>
                  </a:lnTo>
                  <a:lnTo>
                    <a:pt x="3336958" y="260975"/>
                  </a:lnTo>
                  <a:lnTo>
                    <a:pt x="3338030" y="260570"/>
                  </a:lnTo>
                  <a:lnTo>
                    <a:pt x="3339101" y="260164"/>
                  </a:lnTo>
                  <a:lnTo>
                    <a:pt x="3340173" y="259757"/>
                  </a:lnTo>
                  <a:lnTo>
                    <a:pt x="3341245" y="259351"/>
                  </a:lnTo>
                  <a:lnTo>
                    <a:pt x="3342316" y="258943"/>
                  </a:lnTo>
                  <a:lnTo>
                    <a:pt x="3343388" y="258535"/>
                  </a:lnTo>
                  <a:lnTo>
                    <a:pt x="3344459" y="258126"/>
                  </a:lnTo>
                  <a:lnTo>
                    <a:pt x="3345531" y="257716"/>
                  </a:lnTo>
                  <a:lnTo>
                    <a:pt x="3346603" y="257306"/>
                  </a:lnTo>
                  <a:lnTo>
                    <a:pt x="3347674" y="256896"/>
                  </a:lnTo>
                  <a:lnTo>
                    <a:pt x="3348746" y="256484"/>
                  </a:lnTo>
                  <a:lnTo>
                    <a:pt x="3349817" y="256072"/>
                  </a:lnTo>
                  <a:lnTo>
                    <a:pt x="3350889" y="255660"/>
                  </a:lnTo>
                  <a:lnTo>
                    <a:pt x="3351961" y="255246"/>
                  </a:lnTo>
                  <a:lnTo>
                    <a:pt x="3353032" y="254832"/>
                  </a:lnTo>
                  <a:lnTo>
                    <a:pt x="3354104" y="254418"/>
                  </a:lnTo>
                  <a:lnTo>
                    <a:pt x="3355175" y="254003"/>
                  </a:lnTo>
                  <a:lnTo>
                    <a:pt x="3356247" y="253587"/>
                  </a:lnTo>
                  <a:lnTo>
                    <a:pt x="3357319" y="253171"/>
                  </a:lnTo>
                  <a:lnTo>
                    <a:pt x="3358390" y="252754"/>
                  </a:lnTo>
                  <a:lnTo>
                    <a:pt x="3359462" y="252336"/>
                  </a:lnTo>
                  <a:lnTo>
                    <a:pt x="3360533" y="251918"/>
                  </a:lnTo>
                  <a:lnTo>
                    <a:pt x="3361605" y="251499"/>
                  </a:lnTo>
                  <a:lnTo>
                    <a:pt x="3362677" y="251080"/>
                  </a:lnTo>
                  <a:lnTo>
                    <a:pt x="3363748" y="250659"/>
                  </a:lnTo>
                  <a:lnTo>
                    <a:pt x="3364820" y="250239"/>
                  </a:lnTo>
                  <a:lnTo>
                    <a:pt x="3365891" y="249817"/>
                  </a:lnTo>
                  <a:lnTo>
                    <a:pt x="3366963" y="249395"/>
                  </a:lnTo>
                  <a:lnTo>
                    <a:pt x="3368035" y="248973"/>
                  </a:lnTo>
                  <a:lnTo>
                    <a:pt x="3369106" y="248550"/>
                  </a:lnTo>
                  <a:lnTo>
                    <a:pt x="3370178" y="248126"/>
                  </a:lnTo>
                  <a:lnTo>
                    <a:pt x="3371249" y="247701"/>
                  </a:lnTo>
                  <a:lnTo>
                    <a:pt x="3372321" y="247276"/>
                  </a:lnTo>
                  <a:lnTo>
                    <a:pt x="3373392" y="246851"/>
                  </a:lnTo>
                  <a:lnTo>
                    <a:pt x="3374464" y="246424"/>
                  </a:lnTo>
                  <a:lnTo>
                    <a:pt x="3375536" y="245998"/>
                  </a:lnTo>
                  <a:lnTo>
                    <a:pt x="3376607" y="245570"/>
                  </a:lnTo>
                  <a:lnTo>
                    <a:pt x="3377679" y="245142"/>
                  </a:lnTo>
                  <a:lnTo>
                    <a:pt x="3378750" y="244713"/>
                  </a:lnTo>
                  <a:lnTo>
                    <a:pt x="3379822" y="244284"/>
                  </a:lnTo>
                  <a:lnTo>
                    <a:pt x="3380894" y="243854"/>
                  </a:lnTo>
                  <a:lnTo>
                    <a:pt x="3381965" y="243423"/>
                  </a:lnTo>
                  <a:lnTo>
                    <a:pt x="3383037" y="242992"/>
                  </a:lnTo>
                  <a:lnTo>
                    <a:pt x="3384108" y="242561"/>
                  </a:lnTo>
                  <a:lnTo>
                    <a:pt x="3385180" y="242128"/>
                  </a:lnTo>
                  <a:lnTo>
                    <a:pt x="3386252" y="241695"/>
                  </a:lnTo>
                  <a:lnTo>
                    <a:pt x="3387323" y="241262"/>
                  </a:lnTo>
                  <a:lnTo>
                    <a:pt x="3388395" y="240827"/>
                  </a:lnTo>
                  <a:lnTo>
                    <a:pt x="3389466" y="240393"/>
                  </a:lnTo>
                  <a:lnTo>
                    <a:pt x="3390538" y="239957"/>
                  </a:lnTo>
                  <a:lnTo>
                    <a:pt x="3391610" y="239521"/>
                  </a:lnTo>
                  <a:lnTo>
                    <a:pt x="3392681" y="239085"/>
                  </a:lnTo>
                  <a:lnTo>
                    <a:pt x="3393753" y="238647"/>
                  </a:lnTo>
                  <a:lnTo>
                    <a:pt x="3394824" y="238210"/>
                  </a:lnTo>
                  <a:lnTo>
                    <a:pt x="3395896" y="237771"/>
                  </a:lnTo>
                  <a:lnTo>
                    <a:pt x="3396968" y="237332"/>
                  </a:lnTo>
                  <a:lnTo>
                    <a:pt x="3398039" y="236892"/>
                  </a:lnTo>
                  <a:lnTo>
                    <a:pt x="3399111" y="236452"/>
                  </a:lnTo>
                  <a:lnTo>
                    <a:pt x="3400182" y="236011"/>
                  </a:lnTo>
                  <a:lnTo>
                    <a:pt x="3401254" y="235570"/>
                  </a:lnTo>
                  <a:lnTo>
                    <a:pt x="3402326" y="235128"/>
                  </a:lnTo>
                  <a:lnTo>
                    <a:pt x="3403397" y="234685"/>
                  </a:lnTo>
                  <a:lnTo>
                    <a:pt x="3404469" y="234242"/>
                  </a:lnTo>
                  <a:lnTo>
                    <a:pt x="3405540" y="233798"/>
                  </a:lnTo>
                  <a:lnTo>
                    <a:pt x="3406612" y="233354"/>
                  </a:lnTo>
                  <a:lnTo>
                    <a:pt x="3407684" y="232909"/>
                  </a:lnTo>
                  <a:lnTo>
                    <a:pt x="3408755" y="232463"/>
                  </a:lnTo>
                  <a:lnTo>
                    <a:pt x="3409827" y="232017"/>
                  </a:lnTo>
                  <a:lnTo>
                    <a:pt x="3410898" y="231570"/>
                  </a:lnTo>
                  <a:lnTo>
                    <a:pt x="3411970" y="231123"/>
                  </a:lnTo>
                  <a:lnTo>
                    <a:pt x="3413042" y="230675"/>
                  </a:lnTo>
                  <a:lnTo>
                    <a:pt x="3414113" y="230226"/>
                  </a:lnTo>
                  <a:lnTo>
                    <a:pt x="3415185" y="229777"/>
                  </a:lnTo>
                  <a:lnTo>
                    <a:pt x="3416256" y="229327"/>
                  </a:lnTo>
                  <a:lnTo>
                    <a:pt x="3417328" y="228877"/>
                  </a:lnTo>
                  <a:lnTo>
                    <a:pt x="3418400" y="228426"/>
                  </a:lnTo>
                  <a:lnTo>
                    <a:pt x="3419471" y="227975"/>
                  </a:lnTo>
                  <a:lnTo>
                    <a:pt x="3420543" y="227523"/>
                  </a:lnTo>
                  <a:lnTo>
                    <a:pt x="3421614" y="227070"/>
                  </a:lnTo>
                  <a:lnTo>
                    <a:pt x="3422686" y="226617"/>
                  </a:lnTo>
                  <a:lnTo>
                    <a:pt x="3423758" y="226163"/>
                  </a:lnTo>
                  <a:lnTo>
                    <a:pt x="3424829" y="225708"/>
                  </a:lnTo>
                  <a:lnTo>
                    <a:pt x="3425901" y="225253"/>
                  </a:lnTo>
                  <a:lnTo>
                    <a:pt x="3426972" y="224798"/>
                  </a:lnTo>
                  <a:lnTo>
                    <a:pt x="3428044" y="224341"/>
                  </a:lnTo>
                  <a:lnTo>
                    <a:pt x="3429116" y="223885"/>
                  </a:lnTo>
                  <a:lnTo>
                    <a:pt x="3430187" y="223427"/>
                  </a:lnTo>
                  <a:lnTo>
                    <a:pt x="3431259" y="222969"/>
                  </a:lnTo>
                  <a:lnTo>
                    <a:pt x="3432330" y="222511"/>
                  </a:lnTo>
                  <a:lnTo>
                    <a:pt x="3433402" y="222051"/>
                  </a:lnTo>
                  <a:lnTo>
                    <a:pt x="3434474" y="221592"/>
                  </a:lnTo>
                  <a:lnTo>
                    <a:pt x="3435545" y="221131"/>
                  </a:lnTo>
                  <a:lnTo>
                    <a:pt x="3436617" y="220671"/>
                  </a:lnTo>
                  <a:lnTo>
                    <a:pt x="3437688" y="220209"/>
                  </a:lnTo>
                  <a:lnTo>
                    <a:pt x="3438760" y="219747"/>
                  </a:lnTo>
                  <a:lnTo>
                    <a:pt x="3439832" y="219284"/>
                  </a:lnTo>
                  <a:lnTo>
                    <a:pt x="3440903" y="218821"/>
                  </a:lnTo>
                  <a:lnTo>
                    <a:pt x="3441975" y="218357"/>
                  </a:lnTo>
                  <a:lnTo>
                    <a:pt x="3443046" y="217893"/>
                  </a:lnTo>
                  <a:lnTo>
                    <a:pt x="3444118" y="217428"/>
                  </a:lnTo>
                  <a:lnTo>
                    <a:pt x="3445190" y="216963"/>
                  </a:lnTo>
                  <a:lnTo>
                    <a:pt x="3446261" y="216497"/>
                  </a:lnTo>
                  <a:lnTo>
                    <a:pt x="3447333" y="216030"/>
                  </a:lnTo>
                  <a:lnTo>
                    <a:pt x="3448404" y="215563"/>
                  </a:lnTo>
                  <a:lnTo>
                    <a:pt x="3449476" y="215095"/>
                  </a:lnTo>
                  <a:lnTo>
                    <a:pt x="3450548" y="214627"/>
                  </a:lnTo>
                  <a:lnTo>
                    <a:pt x="3451619" y="214158"/>
                  </a:lnTo>
                  <a:lnTo>
                    <a:pt x="3452691" y="213688"/>
                  </a:lnTo>
                  <a:lnTo>
                    <a:pt x="3453762" y="213218"/>
                  </a:lnTo>
                  <a:lnTo>
                    <a:pt x="3454834" y="212747"/>
                  </a:lnTo>
                  <a:lnTo>
                    <a:pt x="3455906" y="212276"/>
                  </a:lnTo>
                  <a:lnTo>
                    <a:pt x="3456977" y="211804"/>
                  </a:lnTo>
                  <a:lnTo>
                    <a:pt x="3458049" y="211332"/>
                  </a:lnTo>
                  <a:lnTo>
                    <a:pt x="3459120" y="210859"/>
                  </a:lnTo>
                  <a:lnTo>
                    <a:pt x="3460192" y="210385"/>
                  </a:lnTo>
                  <a:lnTo>
                    <a:pt x="3461264" y="209911"/>
                  </a:lnTo>
                  <a:lnTo>
                    <a:pt x="3462335" y="209437"/>
                  </a:lnTo>
                  <a:lnTo>
                    <a:pt x="3463407" y="208962"/>
                  </a:lnTo>
                  <a:lnTo>
                    <a:pt x="3464478" y="208486"/>
                  </a:lnTo>
                  <a:lnTo>
                    <a:pt x="3465550" y="208009"/>
                  </a:lnTo>
                  <a:lnTo>
                    <a:pt x="3466622" y="207533"/>
                  </a:lnTo>
                  <a:lnTo>
                    <a:pt x="3467693" y="207055"/>
                  </a:lnTo>
                  <a:lnTo>
                    <a:pt x="3468765" y="206577"/>
                  </a:lnTo>
                  <a:lnTo>
                    <a:pt x="3469836" y="206098"/>
                  </a:lnTo>
                  <a:lnTo>
                    <a:pt x="3470908" y="205619"/>
                  </a:lnTo>
                  <a:lnTo>
                    <a:pt x="3471980" y="205139"/>
                  </a:lnTo>
                  <a:lnTo>
                    <a:pt x="3473051" y="204659"/>
                  </a:lnTo>
                  <a:lnTo>
                    <a:pt x="3474123" y="204178"/>
                  </a:lnTo>
                  <a:lnTo>
                    <a:pt x="3475194" y="203697"/>
                  </a:lnTo>
                  <a:lnTo>
                    <a:pt x="3476266" y="203215"/>
                  </a:lnTo>
                  <a:lnTo>
                    <a:pt x="3477338" y="202732"/>
                  </a:lnTo>
                  <a:lnTo>
                    <a:pt x="3478409" y="202249"/>
                  </a:lnTo>
                  <a:lnTo>
                    <a:pt x="3479481" y="201766"/>
                  </a:lnTo>
                  <a:lnTo>
                    <a:pt x="3480552" y="201281"/>
                  </a:lnTo>
                  <a:lnTo>
                    <a:pt x="3481624" y="200797"/>
                  </a:lnTo>
                  <a:lnTo>
                    <a:pt x="3482696" y="200311"/>
                  </a:lnTo>
                  <a:lnTo>
                    <a:pt x="3483767" y="199825"/>
                  </a:lnTo>
                  <a:lnTo>
                    <a:pt x="3484839" y="199339"/>
                  </a:lnTo>
                  <a:lnTo>
                    <a:pt x="3485910" y="198852"/>
                  </a:lnTo>
                  <a:lnTo>
                    <a:pt x="3486982" y="198365"/>
                  </a:lnTo>
                  <a:lnTo>
                    <a:pt x="3488054" y="197876"/>
                  </a:lnTo>
                  <a:lnTo>
                    <a:pt x="3489125" y="197388"/>
                  </a:lnTo>
                  <a:lnTo>
                    <a:pt x="3490197" y="196899"/>
                  </a:lnTo>
                  <a:lnTo>
                    <a:pt x="3491268" y="196409"/>
                  </a:lnTo>
                  <a:lnTo>
                    <a:pt x="3492340" y="195918"/>
                  </a:lnTo>
                  <a:lnTo>
                    <a:pt x="3493412" y="195428"/>
                  </a:lnTo>
                  <a:lnTo>
                    <a:pt x="3494483" y="194936"/>
                  </a:lnTo>
                  <a:lnTo>
                    <a:pt x="3495555" y="194444"/>
                  </a:lnTo>
                  <a:lnTo>
                    <a:pt x="3496626" y="193952"/>
                  </a:lnTo>
                  <a:lnTo>
                    <a:pt x="3497698" y="193459"/>
                  </a:lnTo>
                  <a:lnTo>
                    <a:pt x="3498770" y="192965"/>
                  </a:lnTo>
                  <a:lnTo>
                    <a:pt x="3499841" y="192471"/>
                  </a:lnTo>
                  <a:lnTo>
                    <a:pt x="3500913" y="191976"/>
                  </a:lnTo>
                  <a:lnTo>
                    <a:pt x="3501984" y="191481"/>
                  </a:lnTo>
                  <a:lnTo>
                    <a:pt x="3503056" y="190985"/>
                  </a:lnTo>
                  <a:lnTo>
                    <a:pt x="3504128" y="190489"/>
                  </a:lnTo>
                  <a:lnTo>
                    <a:pt x="3505199" y="189992"/>
                  </a:lnTo>
                  <a:lnTo>
                    <a:pt x="3506271" y="189494"/>
                  </a:lnTo>
                  <a:lnTo>
                    <a:pt x="3507342" y="188996"/>
                  </a:lnTo>
                  <a:lnTo>
                    <a:pt x="3508414" y="188498"/>
                  </a:lnTo>
                  <a:lnTo>
                    <a:pt x="3509486" y="187999"/>
                  </a:lnTo>
                  <a:lnTo>
                    <a:pt x="3510557" y="187499"/>
                  </a:lnTo>
                  <a:lnTo>
                    <a:pt x="3511629" y="186999"/>
                  </a:lnTo>
                  <a:lnTo>
                    <a:pt x="3512700" y="186498"/>
                  </a:lnTo>
                  <a:lnTo>
                    <a:pt x="3513772" y="185997"/>
                  </a:lnTo>
                  <a:lnTo>
                    <a:pt x="3514844" y="185495"/>
                  </a:lnTo>
                  <a:lnTo>
                    <a:pt x="3515915" y="184993"/>
                  </a:lnTo>
                  <a:lnTo>
                    <a:pt x="3516987" y="184490"/>
                  </a:lnTo>
                  <a:lnTo>
                    <a:pt x="3518058" y="183986"/>
                  </a:lnTo>
                  <a:lnTo>
                    <a:pt x="3519130" y="183482"/>
                  </a:lnTo>
                  <a:lnTo>
                    <a:pt x="3520202" y="182978"/>
                  </a:lnTo>
                  <a:lnTo>
                    <a:pt x="3521273" y="182473"/>
                  </a:lnTo>
                  <a:lnTo>
                    <a:pt x="3522345" y="181967"/>
                  </a:lnTo>
                  <a:lnTo>
                    <a:pt x="3523416" y="181461"/>
                  </a:lnTo>
                  <a:lnTo>
                    <a:pt x="3524488" y="180954"/>
                  </a:lnTo>
                  <a:lnTo>
                    <a:pt x="3525560" y="180447"/>
                  </a:lnTo>
                  <a:lnTo>
                    <a:pt x="3526631" y="179939"/>
                  </a:lnTo>
                  <a:lnTo>
                    <a:pt x="3527703" y="179431"/>
                  </a:lnTo>
                  <a:lnTo>
                    <a:pt x="3528774" y="178922"/>
                  </a:lnTo>
                  <a:lnTo>
                    <a:pt x="3529846" y="178413"/>
                  </a:lnTo>
                  <a:lnTo>
                    <a:pt x="3530918" y="177903"/>
                  </a:lnTo>
                  <a:lnTo>
                    <a:pt x="3531989" y="177393"/>
                  </a:lnTo>
                  <a:lnTo>
                    <a:pt x="3533061" y="176882"/>
                  </a:lnTo>
                  <a:lnTo>
                    <a:pt x="3534132" y="176370"/>
                  </a:lnTo>
                  <a:lnTo>
                    <a:pt x="3535204" y="175858"/>
                  </a:lnTo>
                  <a:lnTo>
                    <a:pt x="3536276" y="175346"/>
                  </a:lnTo>
                  <a:lnTo>
                    <a:pt x="3537347" y="174833"/>
                  </a:lnTo>
                  <a:lnTo>
                    <a:pt x="3538419" y="174319"/>
                  </a:lnTo>
                  <a:lnTo>
                    <a:pt x="3539490" y="173805"/>
                  </a:lnTo>
                  <a:lnTo>
                    <a:pt x="3540562" y="173290"/>
                  </a:lnTo>
                  <a:lnTo>
                    <a:pt x="3541634" y="172775"/>
                  </a:lnTo>
                  <a:lnTo>
                    <a:pt x="3542705" y="172259"/>
                  </a:lnTo>
                  <a:lnTo>
                    <a:pt x="3543777" y="171743"/>
                  </a:lnTo>
                  <a:lnTo>
                    <a:pt x="3544848" y="171226"/>
                  </a:lnTo>
                  <a:lnTo>
                    <a:pt x="3545920" y="170709"/>
                  </a:lnTo>
                  <a:lnTo>
                    <a:pt x="3546992" y="170191"/>
                  </a:lnTo>
                  <a:lnTo>
                    <a:pt x="3548063" y="169673"/>
                  </a:lnTo>
                  <a:lnTo>
                    <a:pt x="3549135" y="169154"/>
                  </a:lnTo>
                  <a:lnTo>
                    <a:pt x="3550206" y="168634"/>
                  </a:lnTo>
                  <a:lnTo>
                    <a:pt x="3551278" y="168114"/>
                  </a:lnTo>
                  <a:lnTo>
                    <a:pt x="3552349" y="167594"/>
                  </a:lnTo>
                  <a:lnTo>
                    <a:pt x="3553421" y="167073"/>
                  </a:lnTo>
                  <a:lnTo>
                    <a:pt x="3554493" y="166551"/>
                  </a:lnTo>
                  <a:lnTo>
                    <a:pt x="3555564" y="166029"/>
                  </a:lnTo>
                  <a:lnTo>
                    <a:pt x="3556636" y="165507"/>
                  </a:lnTo>
                  <a:lnTo>
                    <a:pt x="3557707" y="164984"/>
                  </a:lnTo>
                  <a:lnTo>
                    <a:pt x="3558779" y="164460"/>
                  </a:lnTo>
                  <a:lnTo>
                    <a:pt x="3559851" y="163936"/>
                  </a:lnTo>
                  <a:lnTo>
                    <a:pt x="3560922" y="163411"/>
                  </a:lnTo>
                  <a:lnTo>
                    <a:pt x="3561994" y="162886"/>
                  </a:lnTo>
                  <a:lnTo>
                    <a:pt x="3563065" y="162360"/>
                  </a:lnTo>
                  <a:lnTo>
                    <a:pt x="3564137" y="161834"/>
                  </a:lnTo>
                  <a:lnTo>
                    <a:pt x="3565209" y="161307"/>
                  </a:lnTo>
                  <a:lnTo>
                    <a:pt x="3566280" y="160780"/>
                  </a:lnTo>
                  <a:lnTo>
                    <a:pt x="3567352" y="160252"/>
                  </a:lnTo>
                  <a:lnTo>
                    <a:pt x="3568423" y="159724"/>
                  </a:lnTo>
                  <a:lnTo>
                    <a:pt x="3569495" y="159195"/>
                  </a:lnTo>
                  <a:lnTo>
                    <a:pt x="3570567" y="158666"/>
                  </a:lnTo>
                  <a:lnTo>
                    <a:pt x="3571638" y="158136"/>
                  </a:lnTo>
                  <a:lnTo>
                    <a:pt x="3572710" y="157605"/>
                  </a:lnTo>
                  <a:lnTo>
                    <a:pt x="3573781" y="157075"/>
                  </a:lnTo>
                  <a:lnTo>
                    <a:pt x="3574853" y="156543"/>
                  </a:lnTo>
                  <a:lnTo>
                    <a:pt x="3575925" y="156011"/>
                  </a:lnTo>
                  <a:lnTo>
                    <a:pt x="3576996" y="155479"/>
                  </a:lnTo>
                  <a:lnTo>
                    <a:pt x="3578068" y="154946"/>
                  </a:lnTo>
                  <a:lnTo>
                    <a:pt x="3579139" y="154412"/>
                  </a:lnTo>
                  <a:lnTo>
                    <a:pt x="3580211" y="153878"/>
                  </a:lnTo>
                  <a:lnTo>
                    <a:pt x="3581283" y="153344"/>
                  </a:lnTo>
                  <a:lnTo>
                    <a:pt x="3582354" y="152809"/>
                  </a:lnTo>
                  <a:lnTo>
                    <a:pt x="3583426" y="152273"/>
                  </a:lnTo>
                  <a:lnTo>
                    <a:pt x="3584497" y="151737"/>
                  </a:lnTo>
                  <a:lnTo>
                    <a:pt x="3585569" y="151201"/>
                  </a:lnTo>
                  <a:lnTo>
                    <a:pt x="3586641" y="150664"/>
                  </a:lnTo>
                  <a:lnTo>
                    <a:pt x="3587712" y="150126"/>
                  </a:lnTo>
                  <a:lnTo>
                    <a:pt x="3588784" y="149588"/>
                  </a:lnTo>
                  <a:lnTo>
                    <a:pt x="3589855" y="149049"/>
                  </a:lnTo>
                  <a:lnTo>
                    <a:pt x="3590927" y="148510"/>
                  </a:lnTo>
                  <a:lnTo>
                    <a:pt x="3591999" y="147971"/>
                  </a:lnTo>
                  <a:lnTo>
                    <a:pt x="3593070" y="147431"/>
                  </a:lnTo>
                  <a:lnTo>
                    <a:pt x="3594142" y="146890"/>
                  </a:lnTo>
                  <a:lnTo>
                    <a:pt x="3595213" y="146349"/>
                  </a:lnTo>
                  <a:lnTo>
                    <a:pt x="3596285" y="145807"/>
                  </a:lnTo>
                  <a:lnTo>
                    <a:pt x="3597357" y="145265"/>
                  </a:lnTo>
                  <a:lnTo>
                    <a:pt x="3598428" y="144722"/>
                  </a:lnTo>
                  <a:lnTo>
                    <a:pt x="3599500" y="144179"/>
                  </a:lnTo>
                  <a:lnTo>
                    <a:pt x="3600571" y="143636"/>
                  </a:lnTo>
                  <a:lnTo>
                    <a:pt x="3601643" y="143091"/>
                  </a:lnTo>
                  <a:lnTo>
                    <a:pt x="3602715" y="142547"/>
                  </a:lnTo>
                  <a:lnTo>
                    <a:pt x="3603786" y="142002"/>
                  </a:lnTo>
                  <a:lnTo>
                    <a:pt x="3604858" y="141456"/>
                  </a:lnTo>
                  <a:lnTo>
                    <a:pt x="3605929" y="140910"/>
                  </a:lnTo>
                  <a:lnTo>
                    <a:pt x="3607001" y="140363"/>
                  </a:lnTo>
                  <a:lnTo>
                    <a:pt x="3608073" y="139816"/>
                  </a:lnTo>
                  <a:lnTo>
                    <a:pt x="3609144" y="139268"/>
                  </a:lnTo>
                  <a:lnTo>
                    <a:pt x="3610216" y="138720"/>
                  </a:lnTo>
                  <a:lnTo>
                    <a:pt x="3611287" y="138171"/>
                  </a:lnTo>
                  <a:lnTo>
                    <a:pt x="3612359" y="137622"/>
                  </a:lnTo>
                  <a:lnTo>
                    <a:pt x="3613431" y="137072"/>
                  </a:lnTo>
                  <a:lnTo>
                    <a:pt x="3614502" y="136522"/>
                  </a:lnTo>
                  <a:lnTo>
                    <a:pt x="3615574" y="135971"/>
                  </a:lnTo>
                  <a:lnTo>
                    <a:pt x="3616645" y="135420"/>
                  </a:lnTo>
                  <a:lnTo>
                    <a:pt x="3617717" y="134868"/>
                  </a:lnTo>
                  <a:lnTo>
                    <a:pt x="3618789" y="134316"/>
                  </a:lnTo>
                  <a:lnTo>
                    <a:pt x="3619860" y="133763"/>
                  </a:lnTo>
                  <a:lnTo>
                    <a:pt x="3620932" y="133210"/>
                  </a:lnTo>
                  <a:lnTo>
                    <a:pt x="3622003" y="132657"/>
                  </a:lnTo>
                  <a:lnTo>
                    <a:pt x="3623075" y="132102"/>
                  </a:lnTo>
                  <a:lnTo>
                    <a:pt x="3624147" y="131548"/>
                  </a:lnTo>
                  <a:lnTo>
                    <a:pt x="3625218" y="130992"/>
                  </a:lnTo>
                  <a:lnTo>
                    <a:pt x="3626290" y="130437"/>
                  </a:lnTo>
                  <a:lnTo>
                    <a:pt x="3627361" y="129881"/>
                  </a:lnTo>
                  <a:lnTo>
                    <a:pt x="3628433" y="129324"/>
                  </a:lnTo>
                  <a:lnTo>
                    <a:pt x="3629505" y="128767"/>
                  </a:lnTo>
                  <a:lnTo>
                    <a:pt x="3630576" y="128209"/>
                  </a:lnTo>
                  <a:lnTo>
                    <a:pt x="3631648" y="127651"/>
                  </a:lnTo>
                  <a:lnTo>
                    <a:pt x="3632719" y="127092"/>
                  </a:lnTo>
                  <a:lnTo>
                    <a:pt x="3633791" y="126533"/>
                  </a:lnTo>
                  <a:lnTo>
                    <a:pt x="3634863" y="125973"/>
                  </a:lnTo>
                  <a:lnTo>
                    <a:pt x="3635934" y="125413"/>
                  </a:lnTo>
                  <a:lnTo>
                    <a:pt x="3637006" y="124853"/>
                  </a:lnTo>
                  <a:lnTo>
                    <a:pt x="3638077" y="124291"/>
                  </a:lnTo>
                  <a:lnTo>
                    <a:pt x="3639149" y="123730"/>
                  </a:lnTo>
                  <a:lnTo>
                    <a:pt x="3640221" y="123168"/>
                  </a:lnTo>
                  <a:lnTo>
                    <a:pt x="3641292" y="122605"/>
                  </a:lnTo>
                  <a:lnTo>
                    <a:pt x="3642364" y="122042"/>
                  </a:lnTo>
                  <a:lnTo>
                    <a:pt x="3643435" y="121478"/>
                  </a:lnTo>
                  <a:lnTo>
                    <a:pt x="3644507" y="120914"/>
                  </a:lnTo>
                  <a:lnTo>
                    <a:pt x="3645579" y="120350"/>
                  </a:lnTo>
                  <a:lnTo>
                    <a:pt x="3646650" y="119785"/>
                  </a:lnTo>
                  <a:lnTo>
                    <a:pt x="3647722" y="119219"/>
                  </a:lnTo>
                  <a:lnTo>
                    <a:pt x="3648793" y="118653"/>
                  </a:lnTo>
                  <a:lnTo>
                    <a:pt x="3649865" y="118087"/>
                  </a:lnTo>
                  <a:lnTo>
                    <a:pt x="3650937" y="117520"/>
                  </a:lnTo>
                  <a:lnTo>
                    <a:pt x="3652008" y="116952"/>
                  </a:lnTo>
                  <a:lnTo>
                    <a:pt x="3653080" y="116384"/>
                  </a:lnTo>
                  <a:lnTo>
                    <a:pt x="3654151" y="115816"/>
                  </a:lnTo>
                  <a:lnTo>
                    <a:pt x="3655223" y="115247"/>
                  </a:lnTo>
                  <a:lnTo>
                    <a:pt x="3656295" y="114677"/>
                  </a:lnTo>
                  <a:lnTo>
                    <a:pt x="3657366" y="114107"/>
                  </a:lnTo>
                  <a:lnTo>
                    <a:pt x="3658438" y="113537"/>
                  </a:lnTo>
                  <a:lnTo>
                    <a:pt x="3659509" y="112966"/>
                  </a:lnTo>
                  <a:lnTo>
                    <a:pt x="3660581" y="112395"/>
                  </a:lnTo>
                  <a:lnTo>
                    <a:pt x="3661653" y="111823"/>
                  </a:lnTo>
                  <a:lnTo>
                    <a:pt x="3662724" y="111250"/>
                  </a:lnTo>
                  <a:lnTo>
                    <a:pt x="3663796" y="110678"/>
                  </a:lnTo>
                  <a:lnTo>
                    <a:pt x="3664867" y="110104"/>
                  </a:lnTo>
                  <a:lnTo>
                    <a:pt x="3665939" y="109531"/>
                  </a:lnTo>
                  <a:lnTo>
                    <a:pt x="3667011" y="108956"/>
                  </a:lnTo>
                  <a:lnTo>
                    <a:pt x="3668082" y="108382"/>
                  </a:lnTo>
                  <a:lnTo>
                    <a:pt x="3669154" y="107806"/>
                  </a:lnTo>
                  <a:lnTo>
                    <a:pt x="3670225" y="107231"/>
                  </a:lnTo>
                  <a:lnTo>
                    <a:pt x="3671297" y="106654"/>
                  </a:lnTo>
                  <a:lnTo>
                    <a:pt x="3672369" y="106078"/>
                  </a:lnTo>
                  <a:lnTo>
                    <a:pt x="3673440" y="105501"/>
                  </a:lnTo>
                  <a:lnTo>
                    <a:pt x="3674512" y="104923"/>
                  </a:lnTo>
                  <a:lnTo>
                    <a:pt x="3675583" y="104345"/>
                  </a:lnTo>
                  <a:lnTo>
                    <a:pt x="3676655" y="103766"/>
                  </a:lnTo>
                  <a:lnTo>
                    <a:pt x="3677727" y="103187"/>
                  </a:lnTo>
                  <a:lnTo>
                    <a:pt x="3678798" y="102607"/>
                  </a:lnTo>
                  <a:lnTo>
                    <a:pt x="3679870" y="102027"/>
                  </a:lnTo>
                  <a:lnTo>
                    <a:pt x="3680941" y="101447"/>
                  </a:lnTo>
                  <a:lnTo>
                    <a:pt x="3682013" y="100866"/>
                  </a:lnTo>
                  <a:lnTo>
                    <a:pt x="3683085" y="100284"/>
                  </a:lnTo>
                  <a:lnTo>
                    <a:pt x="3684156" y="99703"/>
                  </a:lnTo>
                  <a:lnTo>
                    <a:pt x="3685228" y="99120"/>
                  </a:lnTo>
                  <a:lnTo>
                    <a:pt x="3686299" y="98537"/>
                  </a:lnTo>
                  <a:lnTo>
                    <a:pt x="3687371" y="97954"/>
                  </a:lnTo>
                  <a:lnTo>
                    <a:pt x="3688443" y="97370"/>
                  </a:lnTo>
                  <a:lnTo>
                    <a:pt x="3689514" y="96786"/>
                  </a:lnTo>
                  <a:lnTo>
                    <a:pt x="3690586" y="96201"/>
                  </a:lnTo>
                  <a:lnTo>
                    <a:pt x="3691657" y="95616"/>
                  </a:lnTo>
                  <a:lnTo>
                    <a:pt x="3692729" y="95030"/>
                  </a:lnTo>
                  <a:lnTo>
                    <a:pt x="3693801" y="94444"/>
                  </a:lnTo>
                  <a:lnTo>
                    <a:pt x="3694872" y="93857"/>
                  </a:lnTo>
                  <a:lnTo>
                    <a:pt x="3695944" y="93270"/>
                  </a:lnTo>
                  <a:lnTo>
                    <a:pt x="3697015" y="92682"/>
                  </a:lnTo>
                  <a:lnTo>
                    <a:pt x="3698087" y="92094"/>
                  </a:lnTo>
                  <a:lnTo>
                    <a:pt x="3699159" y="91505"/>
                  </a:lnTo>
                  <a:lnTo>
                    <a:pt x="3700230" y="90916"/>
                  </a:lnTo>
                  <a:lnTo>
                    <a:pt x="3701302" y="90327"/>
                  </a:lnTo>
                  <a:lnTo>
                    <a:pt x="3702373" y="89737"/>
                  </a:lnTo>
                  <a:lnTo>
                    <a:pt x="3703445" y="89146"/>
                  </a:lnTo>
                  <a:lnTo>
                    <a:pt x="3704517" y="88555"/>
                  </a:lnTo>
                  <a:lnTo>
                    <a:pt x="3705588" y="87964"/>
                  </a:lnTo>
                  <a:lnTo>
                    <a:pt x="3706660" y="87372"/>
                  </a:lnTo>
                  <a:lnTo>
                    <a:pt x="3707731" y="86780"/>
                  </a:lnTo>
                  <a:lnTo>
                    <a:pt x="3708803" y="86187"/>
                  </a:lnTo>
                  <a:lnTo>
                    <a:pt x="3709875" y="85594"/>
                  </a:lnTo>
                  <a:lnTo>
                    <a:pt x="3710946" y="85000"/>
                  </a:lnTo>
                  <a:lnTo>
                    <a:pt x="3712018" y="84406"/>
                  </a:lnTo>
                  <a:lnTo>
                    <a:pt x="3713089" y="83811"/>
                  </a:lnTo>
                  <a:lnTo>
                    <a:pt x="3714161" y="83216"/>
                  </a:lnTo>
                  <a:lnTo>
                    <a:pt x="3715233" y="82620"/>
                  </a:lnTo>
                  <a:lnTo>
                    <a:pt x="3716304" y="82024"/>
                  </a:lnTo>
                  <a:lnTo>
                    <a:pt x="3717376" y="81427"/>
                  </a:lnTo>
                  <a:lnTo>
                    <a:pt x="3718447" y="80830"/>
                  </a:lnTo>
                  <a:lnTo>
                    <a:pt x="3719519" y="80233"/>
                  </a:lnTo>
                  <a:lnTo>
                    <a:pt x="3720591" y="79635"/>
                  </a:lnTo>
                  <a:lnTo>
                    <a:pt x="3721662" y="79036"/>
                  </a:lnTo>
                  <a:lnTo>
                    <a:pt x="3722734" y="78437"/>
                  </a:lnTo>
                  <a:lnTo>
                    <a:pt x="3723805" y="77838"/>
                  </a:lnTo>
                  <a:lnTo>
                    <a:pt x="3724877" y="77238"/>
                  </a:lnTo>
                  <a:lnTo>
                    <a:pt x="3725949" y="76638"/>
                  </a:lnTo>
                  <a:lnTo>
                    <a:pt x="3727020" y="76037"/>
                  </a:lnTo>
                  <a:lnTo>
                    <a:pt x="3728092" y="75436"/>
                  </a:lnTo>
                  <a:lnTo>
                    <a:pt x="3729163" y="74834"/>
                  </a:lnTo>
                  <a:lnTo>
                    <a:pt x="3730235" y="74232"/>
                  </a:lnTo>
                  <a:lnTo>
                    <a:pt x="3731306" y="73630"/>
                  </a:lnTo>
                  <a:lnTo>
                    <a:pt x="3732378" y="73026"/>
                  </a:lnTo>
                  <a:lnTo>
                    <a:pt x="3733450" y="72423"/>
                  </a:lnTo>
                  <a:lnTo>
                    <a:pt x="3734521" y="71819"/>
                  </a:lnTo>
                  <a:lnTo>
                    <a:pt x="3735593" y="71214"/>
                  </a:lnTo>
                  <a:lnTo>
                    <a:pt x="3736664" y="70610"/>
                  </a:lnTo>
                  <a:lnTo>
                    <a:pt x="3737736" y="70004"/>
                  </a:lnTo>
                  <a:lnTo>
                    <a:pt x="3738808" y="69398"/>
                  </a:lnTo>
                  <a:lnTo>
                    <a:pt x="3739879" y="68792"/>
                  </a:lnTo>
                  <a:lnTo>
                    <a:pt x="3740951" y="68185"/>
                  </a:lnTo>
                  <a:lnTo>
                    <a:pt x="3742022" y="67578"/>
                  </a:lnTo>
                  <a:lnTo>
                    <a:pt x="3743094" y="66970"/>
                  </a:lnTo>
                  <a:lnTo>
                    <a:pt x="3744166" y="66362"/>
                  </a:lnTo>
                  <a:lnTo>
                    <a:pt x="3745237" y="65754"/>
                  </a:lnTo>
                  <a:lnTo>
                    <a:pt x="3746309" y="65144"/>
                  </a:lnTo>
                  <a:lnTo>
                    <a:pt x="3747380" y="64535"/>
                  </a:lnTo>
                  <a:lnTo>
                    <a:pt x="3748452" y="63925"/>
                  </a:lnTo>
                  <a:lnTo>
                    <a:pt x="3749524" y="63314"/>
                  </a:lnTo>
                  <a:lnTo>
                    <a:pt x="3750595" y="62704"/>
                  </a:lnTo>
                  <a:lnTo>
                    <a:pt x="3751667" y="62092"/>
                  </a:lnTo>
                  <a:lnTo>
                    <a:pt x="3752738" y="61480"/>
                  </a:lnTo>
                  <a:lnTo>
                    <a:pt x="3753810" y="60868"/>
                  </a:lnTo>
                  <a:lnTo>
                    <a:pt x="3754882" y="60255"/>
                  </a:lnTo>
                  <a:lnTo>
                    <a:pt x="3755953" y="59642"/>
                  </a:lnTo>
                  <a:lnTo>
                    <a:pt x="3757025" y="59029"/>
                  </a:lnTo>
                  <a:lnTo>
                    <a:pt x="3758096" y="58414"/>
                  </a:lnTo>
                  <a:lnTo>
                    <a:pt x="3759168" y="57800"/>
                  </a:lnTo>
                  <a:lnTo>
                    <a:pt x="3760240" y="57185"/>
                  </a:lnTo>
                  <a:lnTo>
                    <a:pt x="3761311" y="56569"/>
                  </a:lnTo>
                  <a:lnTo>
                    <a:pt x="3762383" y="55953"/>
                  </a:lnTo>
                  <a:lnTo>
                    <a:pt x="3763454" y="55337"/>
                  </a:lnTo>
                  <a:lnTo>
                    <a:pt x="3764526" y="54720"/>
                  </a:lnTo>
                  <a:lnTo>
                    <a:pt x="3765598" y="54103"/>
                  </a:lnTo>
                  <a:lnTo>
                    <a:pt x="3766669" y="53485"/>
                  </a:lnTo>
                  <a:lnTo>
                    <a:pt x="3767741" y="52867"/>
                  </a:lnTo>
                  <a:lnTo>
                    <a:pt x="3768812" y="52248"/>
                  </a:lnTo>
                  <a:lnTo>
                    <a:pt x="3769884" y="51629"/>
                  </a:lnTo>
                  <a:lnTo>
                    <a:pt x="3770956" y="51010"/>
                  </a:lnTo>
                  <a:lnTo>
                    <a:pt x="3772027" y="50390"/>
                  </a:lnTo>
                  <a:lnTo>
                    <a:pt x="3773099" y="49769"/>
                  </a:lnTo>
                  <a:lnTo>
                    <a:pt x="3774170" y="49148"/>
                  </a:lnTo>
                  <a:lnTo>
                    <a:pt x="3775242" y="48527"/>
                  </a:lnTo>
                  <a:lnTo>
                    <a:pt x="3776314" y="47905"/>
                  </a:lnTo>
                  <a:lnTo>
                    <a:pt x="3777385" y="47283"/>
                  </a:lnTo>
                  <a:lnTo>
                    <a:pt x="3778457" y="46660"/>
                  </a:lnTo>
                  <a:lnTo>
                    <a:pt x="3779528" y="46037"/>
                  </a:lnTo>
                  <a:lnTo>
                    <a:pt x="3780600" y="45413"/>
                  </a:lnTo>
                  <a:lnTo>
                    <a:pt x="3781672" y="44789"/>
                  </a:lnTo>
                  <a:lnTo>
                    <a:pt x="3782743" y="44165"/>
                  </a:lnTo>
                  <a:lnTo>
                    <a:pt x="3783815" y="43540"/>
                  </a:lnTo>
                  <a:lnTo>
                    <a:pt x="3784886" y="42914"/>
                  </a:lnTo>
                  <a:lnTo>
                    <a:pt x="3785958" y="42289"/>
                  </a:lnTo>
                  <a:lnTo>
                    <a:pt x="3787030" y="41662"/>
                  </a:lnTo>
                  <a:lnTo>
                    <a:pt x="3788101" y="41035"/>
                  </a:lnTo>
                  <a:lnTo>
                    <a:pt x="3789173" y="40408"/>
                  </a:lnTo>
                  <a:lnTo>
                    <a:pt x="3790244" y="39781"/>
                  </a:lnTo>
                  <a:lnTo>
                    <a:pt x="3791316" y="39153"/>
                  </a:lnTo>
                  <a:lnTo>
                    <a:pt x="3792388" y="38524"/>
                  </a:lnTo>
                  <a:lnTo>
                    <a:pt x="3793459" y="37895"/>
                  </a:lnTo>
                  <a:lnTo>
                    <a:pt x="3794531" y="37265"/>
                  </a:lnTo>
                  <a:lnTo>
                    <a:pt x="3795602" y="36636"/>
                  </a:lnTo>
                  <a:lnTo>
                    <a:pt x="3796674" y="36005"/>
                  </a:lnTo>
                  <a:lnTo>
                    <a:pt x="3797746" y="35374"/>
                  </a:lnTo>
                  <a:lnTo>
                    <a:pt x="3798817" y="34743"/>
                  </a:lnTo>
                  <a:lnTo>
                    <a:pt x="3799889" y="34112"/>
                  </a:lnTo>
                  <a:lnTo>
                    <a:pt x="3800960" y="33479"/>
                  </a:lnTo>
                  <a:lnTo>
                    <a:pt x="3802032" y="32847"/>
                  </a:lnTo>
                  <a:lnTo>
                    <a:pt x="3803104" y="32214"/>
                  </a:lnTo>
                  <a:lnTo>
                    <a:pt x="3804175" y="31580"/>
                  </a:lnTo>
                  <a:lnTo>
                    <a:pt x="3805247" y="30946"/>
                  </a:lnTo>
                  <a:lnTo>
                    <a:pt x="3806318" y="30312"/>
                  </a:lnTo>
                  <a:lnTo>
                    <a:pt x="3807390" y="29677"/>
                  </a:lnTo>
                  <a:lnTo>
                    <a:pt x="3808462" y="29042"/>
                  </a:lnTo>
                  <a:lnTo>
                    <a:pt x="3809533" y="28406"/>
                  </a:lnTo>
                  <a:lnTo>
                    <a:pt x="3810605" y="27770"/>
                  </a:lnTo>
                  <a:lnTo>
                    <a:pt x="3811676" y="27134"/>
                  </a:lnTo>
                  <a:lnTo>
                    <a:pt x="3812748" y="26497"/>
                  </a:lnTo>
                  <a:lnTo>
                    <a:pt x="3813820" y="25859"/>
                  </a:lnTo>
                  <a:lnTo>
                    <a:pt x="3814891" y="25221"/>
                  </a:lnTo>
                  <a:lnTo>
                    <a:pt x="3815963" y="24583"/>
                  </a:lnTo>
                  <a:lnTo>
                    <a:pt x="3817034" y="23944"/>
                  </a:lnTo>
                  <a:lnTo>
                    <a:pt x="3818106" y="23305"/>
                  </a:lnTo>
                  <a:lnTo>
                    <a:pt x="3819178" y="22665"/>
                  </a:lnTo>
                  <a:lnTo>
                    <a:pt x="3820249" y="22025"/>
                  </a:lnTo>
                  <a:lnTo>
                    <a:pt x="3821321" y="21384"/>
                  </a:lnTo>
                  <a:lnTo>
                    <a:pt x="3822392" y="20743"/>
                  </a:lnTo>
                  <a:lnTo>
                    <a:pt x="3823464" y="20102"/>
                  </a:lnTo>
                  <a:lnTo>
                    <a:pt x="3824536" y="19460"/>
                  </a:lnTo>
                  <a:lnTo>
                    <a:pt x="3825607" y="18818"/>
                  </a:lnTo>
                  <a:lnTo>
                    <a:pt x="3826679" y="18175"/>
                  </a:lnTo>
                  <a:lnTo>
                    <a:pt x="3827750" y="17532"/>
                  </a:lnTo>
                  <a:lnTo>
                    <a:pt x="3828822" y="16888"/>
                  </a:lnTo>
                  <a:lnTo>
                    <a:pt x="3829894" y="16244"/>
                  </a:lnTo>
                  <a:lnTo>
                    <a:pt x="3830965" y="15600"/>
                  </a:lnTo>
                  <a:lnTo>
                    <a:pt x="3832037" y="14955"/>
                  </a:lnTo>
                  <a:lnTo>
                    <a:pt x="3833108" y="14309"/>
                  </a:lnTo>
                  <a:lnTo>
                    <a:pt x="3834180" y="13663"/>
                  </a:lnTo>
                  <a:lnTo>
                    <a:pt x="3835252" y="13017"/>
                  </a:lnTo>
                  <a:lnTo>
                    <a:pt x="3836323" y="12370"/>
                  </a:lnTo>
                  <a:lnTo>
                    <a:pt x="3837395" y="11723"/>
                  </a:lnTo>
                  <a:lnTo>
                    <a:pt x="3838466" y="11076"/>
                  </a:lnTo>
                  <a:lnTo>
                    <a:pt x="3839538" y="10427"/>
                  </a:lnTo>
                  <a:lnTo>
                    <a:pt x="3840610" y="9779"/>
                  </a:lnTo>
                  <a:lnTo>
                    <a:pt x="3841681" y="9130"/>
                  </a:lnTo>
                  <a:lnTo>
                    <a:pt x="3842753" y="8481"/>
                  </a:lnTo>
                  <a:lnTo>
                    <a:pt x="3843824" y="7831"/>
                  </a:lnTo>
                  <a:lnTo>
                    <a:pt x="3844896" y="7181"/>
                  </a:lnTo>
                  <a:lnTo>
                    <a:pt x="3845968" y="6530"/>
                  </a:lnTo>
                  <a:lnTo>
                    <a:pt x="3847039" y="5879"/>
                  </a:lnTo>
                  <a:lnTo>
                    <a:pt x="3848111" y="5227"/>
                  </a:lnTo>
                  <a:lnTo>
                    <a:pt x="3849182" y="4575"/>
                  </a:lnTo>
                  <a:lnTo>
                    <a:pt x="3850254" y="3923"/>
                  </a:lnTo>
                  <a:lnTo>
                    <a:pt x="3851326" y="3270"/>
                  </a:lnTo>
                  <a:lnTo>
                    <a:pt x="3852397" y="2617"/>
                  </a:lnTo>
                  <a:lnTo>
                    <a:pt x="3853469" y="1963"/>
                  </a:lnTo>
                  <a:lnTo>
                    <a:pt x="3854540" y="1309"/>
                  </a:lnTo>
                  <a:lnTo>
                    <a:pt x="3855612" y="655"/>
                  </a:lnTo>
                  <a:lnTo>
                    <a:pt x="3856684" y="0"/>
                  </a:lnTo>
                  <a:lnTo>
                    <a:pt x="3856684" y="1045583"/>
                  </a:lnTo>
                  <a:lnTo>
                    <a:pt x="3855612" y="1045404"/>
                  </a:lnTo>
                  <a:lnTo>
                    <a:pt x="3854540" y="1045225"/>
                  </a:lnTo>
                  <a:lnTo>
                    <a:pt x="3853469" y="1045046"/>
                  </a:lnTo>
                  <a:lnTo>
                    <a:pt x="3852397" y="1044868"/>
                  </a:lnTo>
                  <a:lnTo>
                    <a:pt x="3851326" y="1044689"/>
                  </a:lnTo>
                  <a:lnTo>
                    <a:pt x="3850254" y="1044511"/>
                  </a:lnTo>
                  <a:lnTo>
                    <a:pt x="3849182" y="1044333"/>
                  </a:lnTo>
                  <a:lnTo>
                    <a:pt x="3848111" y="1044154"/>
                  </a:lnTo>
                  <a:lnTo>
                    <a:pt x="3847039" y="1043976"/>
                  </a:lnTo>
                  <a:lnTo>
                    <a:pt x="3845968" y="1043798"/>
                  </a:lnTo>
                  <a:lnTo>
                    <a:pt x="3844896" y="1043620"/>
                  </a:lnTo>
                  <a:lnTo>
                    <a:pt x="3843824" y="1043442"/>
                  </a:lnTo>
                  <a:lnTo>
                    <a:pt x="3842753" y="1043264"/>
                  </a:lnTo>
                  <a:lnTo>
                    <a:pt x="3841681" y="1043087"/>
                  </a:lnTo>
                  <a:lnTo>
                    <a:pt x="3840610" y="1042909"/>
                  </a:lnTo>
                  <a:lnTo>
                    <a:pt x="3839538" y="1042731"/>
                  </a:lnTo>
                  <a:lnTo>
                    <a:pt x="3838466" y="1042554"/>
                  </a:lnTo>
                  <a:lnTo>
                    <a:pt x="3837395" y="1042377"/>
                  </a:lnTo>
                  <a:lnTo>
                    <a:pt x="3836323" y="1042199"/>
                  </a:lnTo>
                  <a:lnTo>
                    <a:pt x="3835252" y="1042022"/>
                  </a:lnTo>
                  <a:lnTo>
                    <a:pt x="3834180" y="1041845"/>
                  </a:lnTo>
                  <a:lnTo>
                    <a:pt x="3833108" y="1041668"/>
                  </a:lnTo>
                  <a:lnTo>
                    <a:pt x="3832037" y="1041491"/>
                  </a:lnTo>
                  <a:lnTo>
                    <a:pt x="3830965" y="1041314"/>
                  </a:lnTo>
                  <a:lnTo>
                    <a:pt x="3829894" y="1041137"/>
                  </a:lnTo>
                  <a:lnTo>
                    <a:pt x="3828822" y="1040961"/>
                  </a:lnTo>
                  <a:lnTo>
                    <a:pt x="3827750" y="1040784"/>
                  </a:lnTo>
                  <a:lnTo>
                    <a:pt x="3826679" y="1040608"/>
                  </a:lnTo>
                  <a:lnTo>
                    <a:pt x="3825607" y="1040431"/>
                  </a:lnTo>
                  <a:lnTo>
                    <a:pt x="3824536" y="1040255"/>
                  </a:lnTo>
                  <a:lnTo>
                    <a:pt x="3823464" y="1040079"/>
                  </a:lnTo>
                  <a:lnTo>
                    <a:pt x="3822392" y="1039902"/>
                  </a:lnTo>
                  <a:lnTo>
                    <a:pt x="3821321" y="1039726"/>
                  </a:lnTo>
                  <a:lnTo>
                    <a:pt x="3820249" y="1039550"/>
                  </a:lnTo>
                  <a:lnTo>
                    <a:pt x="3819178" y="1039374"/>
                  </a:lnTo>
                  <a:lnTo>
                    <a:pt x="3818106" y="1039199"/>
                  </a:lnTo>
                  <a:lnTo>
                    <a:pt x="3817034" y="1039023"/>
                  </a:lnTo>
                  <a:lnTo>
                    <a:pt x="3815963" y="1038847"/>
                  </a:lnTo>
                  <a:lnTo>
                    <a:pt x="3814891" y="1038672"/>
                  </a:lnTo>
                  <a:lnTo>
                    <a:pt x="3813820" y="1038496"/>
                  </a:lnTo>
                  <a:lnTo>
                    <a:pt x="3812748" y="1038321"/>
                  </a:lnTo>
                  <a:lnTo>
                    <a:pt x="3811676" y="1038146"/>
                  </a:lnTo>
                  <a:lnTo>
                    <a:pt x="3810605" y="1037971"/>
                  </a:lnTo>
                  <a:lnTo>
                    <a:pt x="3809533" y="1037796"/>
                  </a:lnTo>
                  <a:lnTo>
                    <a:pt x="3808462" y="1037621"/>
                  </a:lnTo>
                  <a:lnTo>
                    <a:pt x="3807390" y="1037446"/>
                  </a:lnTo>
                  <a:lnTo>
                    <a:pt x="3806318" y="1037271"/>
                  </a:lnTo>
                  <a:lnTo>
                    <a:pt x="3805247" y="1037097"/>
                  </a:lnTo>
                  <a:lnTo>
                    <a:pt x="3804175" y="1036922"/>
                  </a:lnTo>
                  <a:lnTo>
                    <a:pt x="3803104" y="1036748"/>
                  </a:lnTo>
                  <a:lnTo>
                    <a:pt x="3802032" y="1036573"/>
                  </a:lnTo>
                  <a:lnTo>
                    <a:pt x="3800960" y="1036399"/>
                  </a:lnTo>
                  <a:lnTo>
                    <a:pt x="3799889" y="1036225"/>
                  </a:lnTo>
                  <a:lnTo>
                    <a:pt x="3798817" y="1036051"/>
                  </a:lnTo>
                  <a:lnTo>
                    <a:pt x="3797746" y="1035877"/>
                  </a:lnTo>
                  <a:lnTo>
                    <a:pt x="3796674" y="1035703"/>
                  </a:lnTo>
                  <a:lnTo>
                    <a:pt x="3795602" y="1035529"/>
                  </a:lnTo>
                  <a:lnTo>
                    <a:pt x="3794531" y="1035355"/>
                  </a:lnTo>
                  <a:lnTo>
                    <a:pt x="3793459" y="1035182"/>
                  </a:lnTo>
                  <a:lnTo>
                    <a:pt x="3792388" y="1035008"/>
                  </a:lnTo>
                  <a:lnTo>
                    <a:pt x="3791316" y="1034835"/>
                  </a:lnTo>
                  <a:lnTo>
                    <a:pt x="3790244" y="1034662"/>
                  </a:lnTo>
                  <a:lnTo>
                    <a:pt x="3789173" y="1034488"/>
                  </a:lnTo>
                  <a:lnTo>
                    <a:pt x="3788101" y="1034315"/>
                  </a:lnTo>
                  <a:lnTo>
                    <a:pt x="3787030" y="1034142"/>
                  </a:lnTo>
                  <a:lnTo>
                    <a:pt x="3785958" y="1033969"/>
                  </a:lnTo>
                  <a:lnTo>
                    <a:pt x="3784886" y="1033797"/>
                  </a:lnTo>
                  <a:lnTo>
                    <a:pt x="3783815" y="1033624"/>
                  </a:lnTo>
                  <a:lnTo>
                    <a:pt x="3782743" y="1033451"/>
                  </a:lnTo>
                  <a:lnTo>
                    <a:pt x="3781672" y="1033279"/>
                  </a:lnTo>
                  <a:lnTo>
                    <a:pt x="3780600" y="1033107"/>
                  </a:lnTo>
                  <a:lnTo>
                    <a:pt x="3779528" y="1032934"/>
                  </a:lnTo>
                  <a:lnTo>
                    <a:pt x="3778457" y="1032762"/>
                  </a:lnTo>
                  <a:lnTo>
                    <a:pt x="3777385" y="1032590"/>
                  </a:lnTo>
                  <a:lnTo>
                    <a:pt x="3776314" y="1032418"/>
                  </a:lnTo>
                  <a:lnTo>
                    <a:pt x="3775242" y="1032246"/>
                  </a:lnTo>
                  <a:lnTo>
                    <a:pt x="3774170" y="1032075"/>
                  </a:lnTo>
                  <a:lnTo>
                    <a:pt x="3773099" y="1031903"/>
                  </a:lnTo>
                  <a:lnTo>
                    <a:pt x="3772027" y="1031731"/>
                  </a:lnTo>
                  <a:lnTo>
                    <a:pt x="3770956" y="1031560"/>
                  </a:lnTo>
                  <a:lnTo>
                    <a:pt x="3769884" y="1031389"/>
                  </a:lnTo>
                  <a:lnTo>
                    <a:pt x="3768812" y="1031217"/>
                  </a:lnTo>
                  <a:lnTo>
                    <a:pt x="3767741" y="1031046"/>
                  </a:lnTo>
                  <a:lnTo>
                    <a:pt x="3766669" y="1030875"/>
                  </a:lnTo>
                  <a:lnTo>
                    <a:pt x="3765598" y="1030704"/>
                  </a:lnTo>
                  <a:lnTo>
                    <a:pt x="3764526" y="1030534"/>
                  </a:lnTo>
                  <a:lnTo>
                    <a:pt x="3763454" y="1030363"/>
                  </a:lnTo>
                  <a:lnTo>
                    <a:pt x="3762383" y="1030192"/>
                  </a:lnTo>
                  <a:lnTo>
                    <a:pt x="3761311" y="1030022"/>
                  </a:lnTo>
                  <a:lnTo>
                    <a:pt x="3760240" y="1029852"/>
                  </a:lnTo>
                  <a:lnTo>
                    <a:pt x="3759168" y="1029681"/>
                  </a:lnTo>
                  <a:lnTo>
                    <a:pt x="3758096" y="1029511"/>
                  </a:lnTo>
                  <a:lnTo>
                    <a:pt x="3757025" y="1029341"/>
                  </a:lnTo>
                  <a:lnTo>
                    <a:pt x="3755953" y="1029171"/>
                  </a:lnTo>
                  <a:lnTo>
                    <a:pt x="3754882" y="1029002"/>
                  </a:lnTo>
                  <a:lnTo>
                    <a:pt x="3753810" y="1028832"/>
                  </a:lnTo>
                  <a:lnTo>
                    <a:pt x="3752738" y="1028662"/>
                  </a:lnTo>
                  <a:lnTo>
                    <a:pt x="3751667" y="1028493"/>
                  </a:lnTo>
                  <a:lnTo>
                    <a:pt x="3750595" y="1028324"/>
                  </a:lnTo>
                  <a:lnTo>
                    <a:pt x="3749524" y="1028154"/>
                  </a:lnTo>
                  <a:lnTo>
                    <a:pt x="3748452" y="1027985"/>
                  </a:lnTo>
                  <a:lnTo>
                    <a:pt x="3747380" y="1027816"/>
                  </a:lnTo>
                  <a:lnTo>
                    <a:pt x="3746309" y="1027647"/>
                  </a:lnTo>
                  <a:lnTo>
                    <a:pt x="3745237" y="1027479"/>
                  </a:lnTo>
                  <a:lnTo>
                    <a:pt x="3744166" y="1027310"/>
                  </a:lnTo>
                  <a:lnTo>
                    <a:pt x="3743094" y="1027142"/>
                  </a:lnTo>
                  <a:lnTo>
                    <a:pt x="3742022" y="1026973"/>
                  </a:lnTo>
                  <a:lnTo>
                    <a:pt x="3740951" y="1026805"/>
                  </a:lnTo>
                  <a:lnTo>
                    <a:pt x="3739879" y="1026637"/>
                  </a:lnTo>
                  <a:lnTo>
                    <a:pt x="3738808" y="1026469"/>
                  </a:lnTo>
                  <a:lnTo>
                    <a:pt x="3737736" y="1026301"/>
                  </a:lnTo>
                  <a:lnTo>
                    <a:pt x="3736664" y="1026133"/>
                  </a:lnTo>
                  <a:lnTo>
                    <a:pt x="3735593" y="1025965"/>
                  </a:lnTo>
                  <a:lnTo>
                    <a:pt x="3734521" y="1025797"/>
                  </a:lnTo>
                  <a:lnTo>
                    <a:pt x="3733450" y="1025630"/>
                  </a:lnTo>
                  <a:lnTo>
                    <a:pt x="3732378" y="1025463"/>
                  </a:lnTo>
                  <a:lnTo>
                    <a:pt x="3731306" y="1025295"/>
                  </a:lnTo>
                  <a:lnTo>
                    <a:pt x="3730235" y="1025128"/>
                  </a:lnTo>
                  <a:lnTo>
                    <a:pt x="3729163" y="1024961"/>
                  </a:lnTo>
                  <a:lnTo>
                    <a:pt x="3728092" y="1024794"/>
                  </a:lnTo>
                  <a:lnTo>
                    <a:pt x="3727020" y="1024628"/>
                  </a:lnTo>
                  <a:lnTo>
                    <a:pt x="3725949" y="1024461"/>
                  </a:lnTo>
                  <a:lnTo>
                    <a:pt x="3724877" y="1024295"/>
                  </a:lnTo>
                  <a:lnTo>
                    <a:pt x="3723805" y="1024128"/>
                  </a:lnTo>
                  <a:lnTo>
                    <a:pt x="3722734" y="1023962"/>
                  </a:lnTo>
                  <a:lnTo>
                    <a:pt x="3721662" y="1023796"/>
                  </a:lnTo>
                  <a:lnTo>
                    <a:pt x="3720591" y="1023630"/>
                  </a:lnTo>
                  <a:lnTo>
                    <a:pt x="3719519" y="1023464"/>
                  </a:lnTo>
                  <a:lnTo>
                    <a:pt x="3718447" y="1023298"/>
                  </a:lnTo>
                  <a:lnTo>
                    <a:pt x="3717376" y="1023132"/>
                  </a:lnTo>
                  <a:lnTo>
                    <a:pt x="3716304" y="1022967"/>
                  </a:lnTo>
                  <a:lnTo>
                    <a:pt x="3715233" y="1022802"/>
                  </a:lnTo>
                  <a:lnTo>
                    <a:pt x="3714161" y="1022636"/>
                  </a:lnTo>
                  <a:lnTo>
                    <a:pt x="3713089" y="1022471"/>
                  </a:lnTo>
                  <a:lnTo>
                    <a:pt x="3712018" y="1022306"/>
                  </a:lnTo>
                  <a:lnTo>
                    <a:pt x="3710946" y="1022141"/>
                  </a:lnTo>
                  <a:lnTo>
                    <a:pt x="3709875" y="1021977"/>
                  </a:lnTo>
                  <a:lnTo>
                    <a:pt x="3708803" y="1021812"/>
                  </a:lnTo>
                  <a:lnTo>
                    <a:pt x="3707731" y="1021647"/>
                  </a:lnTo>
                  <a:lnTo>
                    <a:pt x="3706660" y="1021483"/>
                  </a:lnTo>
                  <a:lnTo>
                    <a:pt x="3705588" y="1021319"/>
                  </a:lnTo>
                  <a:lnTo>
                    <a:pt x="3704517" y="1021155"/>
                  </a:lnTo>
                  <a:lnTo>
                    <a:pt x="3703445" y="1020991"/>
                  </a:lnTo>
                  <a:lnTo>
                    <a:pt x="3702373" y="1020827"/>
                  </a:lnTo>
                  <a:lnTo>
                    <a:pt x="3701302" y="1020663"/>
                  </a:lnTo>
                  <a:lnTo>
                    <a:pt x="3700230" y="1020500"/>
                  </a:lnTo>
                  <a:lnTo>
                    <a:pt x="3699159" y="1020336"/>
                  </a:lnTo>
                  <a:lnTo>
                    <a:pt x="3698087" y="1020173"/>
                  </a:lnTo>
                  <a:lnTo>
                    <a:pt x="3697015" y="1020010"/>
                  </a:lnTo>
                  <a:lnTo>
                    <a:pt x="3695944" y="1019846"/>
                  </a:lnTo>
                  <a:lnTo>
                    <a:pt x="3694872" y="1019684"/>
                  </a:lnTo>
                  <a:lnTo>
                    <a:pt x="3693801" y="1019521"/>
                  </a:lnTo>
                  <a:lnTo>
                    <a:pt x="3692729" y="1019358"/>
                  </a:lnTo>
                  <a:lnTo>
                    <a:pt x="3691657" y="1019196"/>
                  </a:lnTo>
                  <a:lnTo>
                    <a:pt x="3690586" y="1019033"/>
                  </a:lnTo>
                  <a:lnTo>
                    <a:pt x="3689514" y="1018871"/>
                  </a:lnTo>
                  <a:lnTo>
                    <a:pt x="3688443" y="1018709"/>
                  </a:lnTo>
                  <a:lnTo>
                    <a:pt x="3687371" y="1018547"/>
                  </a:lnTo>
                  <a:lnTo>
                    <a:pt x="3686299" y="1018385"/>
                  </a:lnTo>
                  <a:lnTo>
                    <a:pt x="3685228" y="1018223"/>
                  </a:lnTo>
                  <a:lnTo>
                    <a:pt x="3684156" y="1018062"/>
                  </a:lnTo>
                  <a:lnTo>
                    <a:pt x="3683085" y="1017900"/>
                  </a:lnTo>
                  <a:lnTo>
                    <a:pt x="3682013" y="1017739"/>
                  </a:lnTo>
                  <a:lnTo>
                    <a:pt x="3680941" y="1017578"/>
                  </a:lnTo>
                  <a:lnTo>
                    <a:pt x="3679870" y="1017417"/>
                  </a:lnTo>
                  <a:lnTo>
                    <a:pt x="3678798" y="1017256"/>
                  </a:lnTo>
                  <a:lnTo>
                    <a:pt x="3677727" y="1017095"/>
                  </a:lnTo>
                  <a:lnTo>
                    <a:pt x="3676655" y="1016935"/>
                  </a:lnTo>
                  <a:lnTo>
                    <a:pt x="3675583" y="1016774"/>
                  </a:lnTo>
                  <a:lnTo>
                    <a:pt x="3674512" y="1016614"/>
                  </a:lnTo>
                  <a:lnTo>
                    <a:pt x="3673440" y="1016454"/>
                  </a:lnTo>
                  <a:lnTo>
                    <a:pt x="3672369" y="1016294"/>
                  </a:lnTo>
                  <a:lnTo>
                    <a:pt x="3671297" y="1016134"/>
                  </a:lnTo>
                  <a:lnTo>
                    <a:pt x="3670225" y="1015974"/>
                  </a:lnTo>
                  <a:lnTo>
                    <a:pt x="3669154" y="1015814"/>
                  </a:lnTo>
                  <a:lnTo>
                    <a:pt x="3668082" y="1015655"/>
                  </a:lnTo>
                  <a:lnTo>
                    <a:pt x="3667011" y="1015496"/>
                  </a:lnTo>
                  <a:lnTo>
                    <a:pt x="3665939" y="1015336"/>
                  </a:lnTo>
                  <a:lnTo>
                    <a:pt x="3664867" y="1015177"/>
                  </a:lnTo>
                  <a:lnTo>
                    <a:pt x="3663796" y="1015019"/>
                  </a:lnTo>
                  <a:lnTo>
                    <a:pt x="3662724" y="1014860"/>
                  </a:lnTo>
                  <a:lnTo>
                    <a:pt x="3661653" y="1014701"/>
                  </a:lnTo>
                  <a:lnTo>
                    <a:pt x="3660581" y="1014543"/>
                  </a:lnTo>
                  <a:lnTo>
                    <a:pt x="3659509" y="1014385"/>
                  </a:lnTo>
                  <a:lnTo>
                    <a:pt x="3658438" y="1014226"/>
                  </a:lnTo>
                  <a:lnTo>
                    <a:pt x="3657366" y="1014068"/>
                  </a:lnTo>
                  <a:lnTo>
                    <a:pt x="3656295" y="1013911"/>
                  </a:lnTo>
                  <a:lnTo>
                    <a:pt x="3655223" y="1013753"/>
                  </a:lnTo>
                  <a:lnTo>
                    <a:pt x="3654151" y="1013595"/>
                  </a:lnTo>
                  <a:lnTo>
                    <a:pt x="3653080" y="1013438"/>
                  </a:lnTo>
                  <a:lnTo>
                    <a:pt x="3652008" y="1013281"/>
                  </a:lnTo>
                  <a:lnTo>
                    <a:pt x="3650937" y="1013124"/>
                  </a:lnTo>
                  <a:lnTo>
                    <a:pt x="3649865" y="1012967"/>
                  </a:lnTo>
                  <a:lnTo>
                    <a:pt x="3648793" y="1012810"/>
                  </a:lnTo>
                  <a:lnTo>
                    <a:pt x="3647722" y="1012653"/>
                  </a:lnTo>
                  <a:lnTo>
                    <a:pt x="3646650" y="1012497"/>
                  </a:lnTo>
                  <a:lnTo>
                    <a:pt x="3645579" y="1012340"/>
                  </a:lnTo>
                  <a:lnTo>
                    <a:pt x="3644507" y="1012184"/>
                  </a:lnTo>
                  <a:lnTo>
                    <a:pt x="3643435" y="1012028"/>
                  </a:lnTo>
                  <a:lnTo>
                    <a:pt x="3642364" y="1011872"/>
                  </a:lnTo>
                  <a:lnTo>
                    <a:pt x="3641292" y="1011717"/>
                  </a:lnTo>
                  <a:lnTo>
                    <a:pt x="3640221" y="1011561"/>
                  </a:lnTo>
                  <a:lnTo>
                    <a:pt x="3639149" y="1011406"/>
                  </a:lnTo>
                  <a:lnTo>
                    <a:pt x="3638077" y="1011250"/>
                  </a:lnTo>
                  <a:lnTo>
                    <a:pt x="3637006" y="1011095"/>
                  </a:lnTo>
                  <a:lnTo>
                    <a:pt x="3635934" y="1010940"/>
                  </a:lnTo>
                  <a:lnTo>
                    <a:pt x="3634863" y="1010786"/>
                  </a:lnTo>
                  <a:lnTo>
                    <a:pt x="3633791" y="1010631"/>
                  </a:lnTo>
                  <a:lnTo>
                    <a:pt x="3632719" y="1010476"/>
                  </a:lnTo>
                  <a:lnTo>
                    <a:pt x="3631648" y="1010322"/>
                  </a:lnTo>
                  <a:lnTo>
                    <a:pt x="3630576" y="1010168"/>
                  </a:lnTo>
                  <a:lnTo>
                    <a:pt x="3629505" y="1010014"/>
                  </a:lnTo>
                  <a:lnTo>
                    <a:pt x="3628433" y="1009860"/>
                  </a:lnTo>
                  <a:lnTo>
                    <a:pt x="3627361" y="1009707"/>
                  </a:lnTo>
                  <a:lnTo>
                    <a:pt x="3626290" y="1009553"/>
                  </a:lnTo>
                  <a:lnTo>
                    <a:pt x="3625218" y="1009400"/>
                  </a:lnTo>
                  <a:lnTo>
                    <a:pt x="3624147" y="1009247"/>
                  </a:lnTo>
                  <a:lnTo>
                    <a:pt x="3623075" y="1009094"/>
                  </a:lnTo>
                  <a:lnTo>
                    <a:pt x="3622003" y="1008941"/>
                  </a:lnTo>
                  <a:lnTo>
                    <a:pt x="3620932" y="1008788"/>
                  </a:lnTo>
                  <a:lnTo>
                    <a:pt x="3619860" y="1008635"/>
                  </a:lnTo>
                  <a:lnTo>
                    <a:pt x="3618789" y="1008483"/>
                  </a:lnTo>
                  <a:lnTo>
                    <a:pt x="3617717" y="1008331"/>
                  </a:lnTo>
                  <a:lnTo>
                    <a:pt x="3616645" y="1008179"/>
                  </a:lnTo>
                  <a:lnTo>
                    <a:pt x="3615574" y="1008027"/>
                  </a:lnTo>
                  <a:lnTo>
                    <a:pt x="3614502" y="1007875"/>
                  </a:lnTo>
                  <a:lnTo>
                    <a:pt x="3613431" y="1007724"/>
                  </a:lnTo>
                  <a:lnTo>
                    <a:pt x="3612359" y="1007572"/>
                  </a:lnTo>
                  <a:lnTo>
                    <a:pt x="3611287" y="1007421"/>
                  </a:lnTo>
                  <a:lnTo>
                    <a:pt x="3610216" y="1007270"/>
                  </a:lnTo>
                  <a:lnTo>
                    <a:pt x="3609144" y="1007119"/>
                  </a:lnTo>
                  <a:lnTo>
                    <a:pt x="3608073" y="1006969"/>
                  </a:lnTo>
                  <a:lnTo>
                    <a:pt x="3607001" y="1006818"/>
                  </a:lnTo>
                  <a:lnTo>
                    <a:pt x="3605929" y="1006668"/>
                  </a:lnTo>
                  <a:lnTo>
                    <a:pt x="3604858" y="1006518"/>
                  </a:lnTo>
                  <a:lnTo>
                    <a:pt x="3603786" y="1006368"/>
                  </a:lnTo>
                  <a:lnTo>
                    <a:pt x="3602715" y="1006218"/>
                  </a:lnTo>
                  <a:lnTo>
                    <a:pt x="3601643" y="1006068"/>
                  </a:lnTo>
                  <a:lnTo>
                    <a:pt x="3600571" y="1005919"/>
                  </a:lnTo>
                  <a:lnTo>
                    <a:pt x="3599500" y="1005769"/>
                  </a:lnTo>
                  <a:lnTo>
                    <a:pt x="3598428" y="1005620"/>
                  </a:lnTo>
                  <a:lnTo>
                    <a:pt x="3597357" y="1005471"/>
                  </a:lnTo>
                  <a:lnTo>
                    <a:pt x="3596285" y="1005323"/>
                  </a:lnTo>
                  <a:lnTo>
                    <a:pt x="3595213" y="1005174"/>
                  </a:lnTo>
                  <a:lnTo>
                    <a:pt x="3594142" y="1005025"/>
                  </a:lnTo>
                  <a:lnTo>
                    <a:pt x="3593070" y="1004877"/>
                  </a:lnTo>
                  <a:lnTo>
                    <a:pt x="3591999" y="1004729"/>
                  </a:lnTo>
                  <a:lnTo>
                    <a:pt x="3590927" y="1004581"/>
                  </a:lnTo>
                  <a:lnTo>
                    <a:pt x="3589855" y="1004433"/>
                  </a:lnTo>
                  <a:lnTo>
                    <a:pt x="3588784" y="1004286"/>
                  </a:lnTo>
                  <a:lnTo>
                    <a:pt x="3587712" y="1004139"/>
                  </a:lnTo>
                  <a:lnTo>
                    <a:pt x="3586641" y="1003991"/>
                  </a:lnTo>
                  <a:lnTo>
                    <a:pt x="3585569" y="1003844"/>
                  </a:lnTo>
                  <a:lnTo>
                    <a:pt x="3584497" y="1003698"/>
                  </a:lnTo>
                  <a:lnTo>
                    <a:pt x="3583426" y="1003551"/>
                  </a:lnTo>
                  <a:lnTo>
                    <a:pt x="3582354" y="1003404"/>
                  </a:lnTo>
                  <a:lnTo>
                    <a:pt x="3581283" y="1003258"/>
                  </a:lnTo>
                  <a:lnTo>
                    <a:pt x="3580211" y="1003112"/>
                  </a:lnTo>
                  <a:lnTo>
                    <a:pt x="3579139" y="1002966"/>
                  </a:lnTo>
                  <a:lnTo>
                    <a:pt x="3578068" y="1002820"/>
                  </a:lnTo>
                  <a:lnTo>
                    <a:pt x="3576996" y="1002675"/>
                  </a:lnTo>
                  <a:lnTo>
                    <a:pt x="3575925" y="1002529"/>
                  </a:lnTo>
                  <a:lnTo>
                    <a:pt x="3574853" y="1002384"/>
                  </a:lnTo>
                  <a:lnTo>
                    <a:pt x="3573781" y="1002239"/>
                  </a:lnTo>
                  <a:lnTo>
                    <a:pt x="3572710" y="1002095"/>
                  </a:lnTo>
                  <a:lnTo>
                    <a:pt x="3571638" y="1001950"/>
                  </a:lnTo>
                  <a:lnTo>
                    <a:pt x="3570567" y="1001805"/>
                  </a:lnTo>
                  <a:lnTo>
                    <a:pt x="3569495" y="1001661"/>
                  </a:lnTo>
                  <a:lnTo>
                    <a:pt x="3568423" y="1001517"/>
                  </a:lnTo>
                  <a:lnTo>
                    <a:pt x="3567352" y="1001373"/>
                  </a:lnTo>
                  <a:lnTo>
                    <a:pt x="3566280" y="1001230"/>
                  </a:lnTo>
                  <a:lnTo>
                    <a:pt x="3565209" y="1001086"/>
                  </a:lnTo>
                  <a:lnTo>
                    <a:pt x="3564137" y="1000943"/>
                  </a:lnTo>
                  <a:lnTo>
                    <a:pt x="3563065" y="1000800"/>
                  </a:lnTo>
                  <a:lnTo>
                    <a:pt x="3561994" y="1000657"/>
                  </a:lnTo>
                  <a:lnTo>
                    <a:pt x="3560922" y="1000514"/>
                  </a:lnTo>
                  <a:lnTo>
                    <a:pt x="3559851" y="1000372"/>
                  </a:lnTo>
                  <a:lnTo>
                    <a:pt x="3558779" y="1000229"/>
                  </a:lnTo>
                  <a:lnTo>
                    <a:pt x="3557707" y="1000087"/>
                  </a:lnTo>
                  <a:lnTo>
                    <a:pt x="3556636" y="999945"/>
                  </a:lnTo>
                  <a:lnTo>
                    <a:pt x="3555564" y="999803"/>
                  </a:lnTo>
                  <a:lnTo>
                    <a:pt x="3554493" y="999662"/>
                  </a:lnTo>
                  <a:lnTo>
                    <a:pt x="3553421" y="999520"/>
                  </a:lnTo>
                  <a:lnTo>
                    <a:pt x="3552349" y="999379"/>
                  </a:lnTo>
                  <a:lnTo>
                    <a:pt x="3551278" y="999238"/>
                  </a:lnTo>
                  <a:lnTo>
                    <a:pt x="3550206" y="999097"/>
                  </a:lnTo>
                  <a:lnTo>
                    <a:pt x="3549135" y="998957"/>
                  </a:lnTo>
                  <a:lnTo>
                    <a:pt x="3548063" y="998817"/>
                  </a:lnTo>
                  <a:lnTo>
                    <a:pt x="3546992" y="998676"/>
                  </a:lnTo>
                  <a:lnTo>
                    <a:pt x="3545920" y="998536"/>
                  </a:lnTo>
                  <a:lnTo>
                    <a:pt x="3544848" y="998397"/>
                  </a:lnTo>
                  <a:lnTo>
                    <a:pt x="3543777" y="998257"/>
                  </a:lnTo>
                  <a:lnTo>
                    <a:pt x="3542705" y="998118"/>
                  </a:lnTo>
                  <a:lnTo>
                    <a:pt x="3541634" y="997978"/>
                  </a:lnTo>
                  <a:lnTo>
                    <a:pt x="3540562" y="997839"/>
                  </a:lnTo>
                  <a:lnTo>
                    <a:pt x="3539490" y="997701"/>
                  </a:lnTo>
                  <a:lnTo>
                    <a:pt x="3538419" y="997562"/>
                  </a:lnTo>
                  <a:lnTo>
                    <a:pt x="3537347" y="997424"/>
                  </a:lnTo>
                  <a:lnTo>
                    <a:pt x="3536276" y="997286"/>
                  </a:lnTo>
                  <a:lnTo>
                    <a:pt x="3535204" y="997148"/>
                  </a:lnTo>
                  <a:lnTo>
                    <a:pt x="3534132" y="997010"/>
                  </a:lnTo>
                  <a:lnTo>
                    <a:pt x="3533061" y="996872"/>
                  </a:lnTo>
                  <a:lnTo>
                    <a:pt x="3531989" y="996735"/>
                  </a:lnTo>
                  <a:lnTo>
                    <a:pt x="3530918" y="996598"/>
                  </a:lnTo>
                  <a:lnTo>
                    <a:pt x="3529846" y="996461"/>
                  </a:lnTo>
                  <a:lnTo>
                    <a:pt x="3528774" y="996324"/>
                  </a:lnTo>
                  <a:lnTo>
                    <a:pt x="3527703" y="996188"/>
                  </a:lnTo>
                  <a:lnTo>
                    <a:pt x="3526631" y="996051"/>
                  </a:lnTo>
                  <a:lnTo>
                    <a:pt x="3525560" y="995915"/>
                  </a:lnTo>
                  <a:lnTo>
                    <a:pt x="3524488" y="995779"/>
                  </a:lnTo>
                  <a:lnTo>
                    <a:pt x="3523416" y="995644"/>
                  </a:lnTo>
                  <a:lnTo>
                    <a:pt x="3522345" y="995508"/>
                  </a:lnTo>
                  <a:lnTo>
                    <a:pt x="3521273" y="995373"/>
                  </a:lnTo>
                  <a:lnTo>
                    <a:pt x="3520202" y="995238"/>
                  </a:lnTo>
                  <a:lnTo>
                    <a:pt x="3519130" y="995103"/>
                  </a:lnTo>
                  <a:lnTo>
                    <a:pt x="3518058" y="994969"/>
                  </a:lnTo>
                  <a:lnTo>
                    <a:pt x="3516987" y="994834"/>
                  </a:lnTo>
                  <a:lnTo>
                    <a:pt x="3515915" y="994700"/>
                  </a:lnTo>
                  <a:lnTo>
                    <a:pt x="3514844" y="994566"/>
                  </a:lnTo>
                  <a:lnTo>
                    <a:pt x="3513772" y="994432"/>
                  </a:lnTo>
                  <a:lnTo>
                    <a:pt x="3512700" y="994299"/>
                  </a:lnTo>
                  <a:lnTo>
                    <a:pt x="3511629" y="994166"/>
                  </a:lnTo>
                  <a:lnTo>
                    <a:pt x="3510557" y="994032"/>
                  </a:lnTo>
                  <a:lnTo>
                    <a:pt x="3509486" y="993900"/>
                  </a:lnTo>
                  <a:lnTo>
                    <a:pt x="3508414" y="993767"/>
                  </a:lnTo>
                  <a:lnTo>
                    <a:pt x="3507342" y="993634"/>
                  </a:lnTo>
                  <a:lnTo>
                    <a:pt x="3506271" y="993502"/>
                  </a:lnTo>
                  <a:lnTo>
                    <a:pt x="3505199" y="993370"/>
                  </a:lnTo>
                  <a:lnTo>
                    <a:pt x="3504128" y="993239"/>
                  </a:lnTo>
                  <a:lnTo>
                    <a:pt x="3503056" y="993107"/>
                  </a:lnTo>
                  <a:lnTo>
                    <a:pt x="3501984" y="992976"/>
                  </a:lnTo>
                  <a:lnTo>
                    <a:pt x="3500913" y="992845"/>
                  </a:lnTo>
                  <a:lnTo>
                    <a:pt x="3499841" y="992714"/>
                  </a:lnTo>
                  <a:lnTo>
                    <a:pt x="3498770" y="992583"/>
                  </a:lnTo>
                  <a:lnTo>
                    <a:pt x="3497698" y="992453"/>
                  </a:lnTo>
                  <a:lnTo>
                    <a:pt x="3496626" y="992322"/>
                  </a:lnTo>
                  <a:lnTo>
                    <a:pt x="3495555" y="992192"/>
                  </a:lnTo>
                  <a:lnTo>
                    <a:pt x="3494483" y="992063"/>
                  </a:lnTo>
                  <a:lnTo>
                    <a:pt x="3493412" y="991933"/>
                  </a:lnTo>
                  <a:lnTo>
                    <a:pt x="3492340" y="991804"/>
                  </a:lnTo>
                  <a:lnTo>
                    <a:pt x="3491268" y="991675"/>
                  </a:lnTo>
                  <a:lnTo>
                    <a:pt x="3490197" y="991546"/>
                  </a:lnTo>
                  <a:lnTo>
                    <a:pt x="3489125" y="991417"/>
                  </a:lnTo>
                  <a:lnTo>
                    <a:pt x="3488054" y="991289"/>
                  </a:lnTo>
                  <a:lnTo>
                    <a:pt x="3486982" y="991161"/>
                  </a:lnTo>
                  <a:lnTo>
                    <a:pt x="3485910" y="991033"/>
                  </a:lnTo>
                  <a:lnTo>
                    <a:pt x="3484839" y="990905"/>
                  </a:lnTo>
                  <a:lnTo>
                    <a:pt x="3483767" y="990778"/>
                  </a:lnTo>
                  <a:lnTo>
                    <a:pt x="3482696" y="990650"/>
                  </a:lnTo>
                  <a:lnTo>
                    <a:pt x="3481624" y="990524"/>
                  </a:lnTo>
                  <a:lnTo>
                    <a:pt x="3480552" y="990397"/>
                  </a:lnTo>
                  <a:lnTo>
                    <a:pt x="3479481" y="990270"/>
                  </a:lnTo>
                  <a:lnTo>
                    <a:pt x="3478409" y="990144"/>
                  </a:lnTo>
                  <a:lnTo>
                    <a:pt x="3477338" y="990018"/>
                  </a:lnTo>
                  <a:lnTo>
                    <a:pt x="3476266" y="989892"/>
                  </a:lnTo>
                  <a:lnTo>
                    <a:pt x="3475194" y="989767"/>
                  </a:lnTo>
                  <a:lnTo>
                    <a:pt x="3474123" y="989641"/>
                  </a:lnTo>
                  <a:lnTo>
                    <a:pt x="3473051" y="989516"/>
                  </a:lnTo>
                  <a:lnTo>
                    <a:pt x="3471980" y="989391"/>
                  </a:lnTo>
                  <a:lnTo>
                    <a:pt x="3470908" y="989267"/>
                  </a:lnTo>
                  <a:lnTo>
                    <a:pt x="3469836" y="989142"/>
                  </a:lnTo>
                  <a:lnTo>
                    <a:pt x="3468765" y="989018"/>
                  </a:lnTo>
                  <a:lnTo>
                    <a:pt x="3467693" y="988894"/>
                  </a:lnTo>
                  <a:lnTo>
                    <a:pt x="3466622" y="988771"/>
                  </a:lnTo>
                  <a:lnTo>
                    <a:pt x="3465550" y="988647"/>
                  </a:lnTo>
                  <a:lnTo>
                    <a:pt x="3464478" y="988524"/>
                  </a:lnTo>
                  <a:lnTo>
                    <a:pt x="3463407" y="988401"/>
                  </a:lnTo>
                  <a:lnTo>
                    <a:pt x="3462335" y="988278"/>
                  </a:lnTo>
                  <a:lnTo>
                    <a:pt x="3461264" y="988156"/>
                  </a:lnTo>
                  <a:lnTo>
                    <a:pt x="3460192" y="988034"/>
                  </a:lnTo>
                  <a:lnTo>
                    <a:pt x="3459120" y="987912"/>
                  </a:lnTo>
                  <a:lnTo>
                    <a:pt x="3458049" y="987790"/>
                  </a:lnTo>
                  <a:lnTo>
                    <a:pt x="3456977" y="987669"/>
                  </a:lnTo>
                  <a:lnTo>
                    <a:pt x="3455906" y="987548"/>
                  </a:lnTo>
                  <a:lnTo>
                    <a:pt x="3454834" y="987427"/>
                  </a:lnTo>
                  <a:lnTo>
                    <a:pt x="3453762" y="987306"/>
                  </a:lnTo>
                  <a:lnTo>
                    <a:pt x="3452691" y="987185"/>
                  </a:lnTo>
                  <a:lnTo>
                    <a:pt x="3451619" y="987065"/>
                  </a:lnTo>
                  <a:lnTo>
                    <a:pt x="3450548" y="986945"/>
                  </a:lnTo>
                  <a:lnTo>
                    <a:pt x="3449476" y="986826"/>
                  </a:lnTo>
                  <a:lnTo>
                    <a:pt x="3448404" y="986706"/>
                  </a:lnTo>
                  <a:lnTo>
                    <a:pt x="3447333" y="986587"/>
                  </a:lnTo>
                  <a:lnTo>
                    <a:pt x="3446261" y="986468"/>
                  </a:lnTo>
                  <a:lnTo>
                    <a:pt x="3445190" y="986349"/>
                  </a:lnTo>
                  <a:lnTo>
                    <a:pt x="3444118" y="986231"/>
                  </a:lnTo>
                  <a:lnTo>
                    <a:pt x="3443046" y="986113"/>
                  </a:lnTo>
                  <a:lnTo>
                    <a:pt x="3441975" y="985995"/>
                  </a:lnTo>
                  <a:lnTo>
                    <a:pt x="3440903" y="985877"/>
                  </a:lnTo>
                  <a:lnTo>
                    <a:pt x="3439832" y="985760"/>
                  </a:lnTo>
                  <a:lnTo>
                    <a:pt x="3438760" y="985643"/>
                  </a:lnTo>
                  <a:lnTo>
                    <a:pt x="3437688" y="985526"/>
                  </a:lnTo>
                  <a:lnTo>
                    <a:pt x="3436617" y="985409"/>
                  </a:lnTo>
                  <a:lnTo>
                    <a:pt x="3435545" y="985293"/>
                  </a:lnTo>
                  <a:lnTo>
                    <a:pt x="3434474" y="985177"/>
                  </a:lnTo>
                  <a:lnTo>
                    <a:pt x="3433402" y="985061"/>
                  </a:lnTo>
                  <a:lnTo>
                    <a:pt x="3432330" y="984945"/>
                  </a:lnTo>
                  <a:lnTo>
                    <a:pt x="3431259" y="984830"/>
                  </a:lnTo>
                  <a:lnTo>
                    <a:pt x="3430187" y="984715"/>
                  </a:lnTo>
                  <a:lnTo>
                    <a:pt x="3429116" y="984600"/>
                  </a:lnTo>
                  <a:lnTo>
                    <a:pt x="3428044" y="984486"/>
                  </a:lnTo>
                  <a:lnTo>
                    <a:pt x="3426972" y="984371"/>
                  </a:lnTo>
                  <a:lnTo>
                    <a:pt x="3425901" y="984257"/>
                  </a:lnTo>
                  <a:lnTo>
                    <a:pt x="3424829" y="984144"/>
                  </a:lnTo>
                  <a:lnTo>
                    <a:pt x="3423758" y="984030"/>
                  </a:lnTo>
                  <a:lnTo>
                    <a:pt x="3422686" y="983917"/>
                  </a:lnTo>
                  <a:lnTo>
                    <a:pt x="3421614" y="983804"/>
                  </a:lnTo>
                  <a:lnTo>
                    <a:pt x="3420543" y="983692"/>
                  </a:lnTo>
                  <a:lnTo>
                    <a:pt x="3419471" y="983579"/>
                  </a:lnTo>
                  <a:lnTo>
                    <a:pt x="3418400" y="983467"/>
                  </a:lnTo>
                  <a:lnTo>
                    <a:pt x="3417328" y="983355"/>
                  </a:lnTo>
                  <a:lnTo>
                    <a:pt x="3416256" y="983244"/>
                  </a:lnTo>
                  <a:lnTo>
                    <a:pt x="3415185" y="983132"/>
                  </a:lnTo>
                  <a:lnTo>
                    <a:pt x="3414113" y="983021"/>
                  </a:lnTo>
                  <a:lnTo>
                    <a:pt x="3413042" y="982911"/>
                  </a:lnTo>
                  <a:lnTo>
                    <a:pt x="3411970" y="982800"/>
                  </a:lnTo>
                  <a:lnTo>
                    <a:pt x="3410898" y="982690"/>
                  </a:lnTo>
                  <a:lnTo>
                    <a:pt x="3409827" y="982580"/>
                  </a:lnTo>
                  <a:lnTo>
                    <a:pt x="3408755" y="982470"/>
                  </a:lnTo>
                  <a:lnTo>
                    <a:pt x="3407684" y="982361"/>
                  </a:lnTo>
                  <a:lnTo>
                    <a:pt x="3406612" y="982252"/>
                  </a:lnTo>
                  <a:lnTo>
                    <a:pt x="3405540" y="982143"/>
                  </a:lnTo>
                  <a:lnTo>
                    <a:pt x="3404469" y="982035"/>
                  </a:lnTo>
                  <a:lnTo>
                    <a:pt x="3403397" y="981926"/>
                  </a:lnTo>
                  <a:lnTo>
                    <a:pt x="3402326" y="981818"/>
                  </a:lnTo>
                  <a:lnTo>
                    <a:pt x="3401254" y="981711"/>
                  </a:lnTo>
                  <a:lnTo>
                    <a:pt x="3400182" y="981603"/>
                  </a:lnTo>
                  <a:lnTo>
                    <a:pt x="3399111" y="981496"/>
                  </a:lnTo>
                  <a:lnTo>
                    <a:pt x="3398039" y="981389"/>
                  </a:lnTo>
                  <a:lnTo>
                    <a:pt x="3396968" y="981283"/>
                  </a:lnTo>
                  <a:lnTo>
                    <a:pt x="3395896" y="981176"/>
                  </a:lnTo>
                  <a:lnTo>
                    <a:pt x="3394824" y="981070"/>
                  </a:lnTo>
                  <a:lnTo>
                    <a:pt x="3393753" y="980965"/>
                  </a:lnTo>
                  <a:lnTo>
                    <a:pt x="3392681" y="980859"/>
                  </a:lnTo>
                  <a:lnTo>
                    <a:pt x="3391610" y="980754"/>
                  </a:lnTo>
                  <a:lnTo>
                    <a:pt x="3390538" y="980649"/>
                  </a:lnTo>
                  <a:lnTo>
                    <a:pt x="3389466" y="980545"/>
                  </a:lnTo>
                  <a:lnTo>
                    <a:pt x="3388395" y="980440"/>
                  </a:lnTo>
                  <a:lnTo>
                    <a:pt x="3387323" y="980336"/>
                  </a:lnTo>
                  <a:lnTo>
                    <a:pt x="3386252" y="980233"/>
                  </a:lnTo>
                  <a:lnTo>
                    <a:pt x="3385180" y="980129"/>
                  </a:lnTo>
                  <a:lnTo>
                    <a:pt x="3384108" y="980026"/>
                  </a:lnTo>
                  <a:lnTo>
                    <a:pt x="3383037" y="979923"/>
                  </a:lnTo>
                  <a:lnTo>
                    <a:pt x="3381965" y="979821"/>
                  </a:lnTo>
                  <a:lnTo>
                    <a:pt x="3380894" y="979719"/>
                  </a:lnTo>
                  <a:lnTo>
                    <a:pt x="3379822" y="979617"/>
                  </a:lnTo>
                  <a:lnTo>
                    <a:pt x="3378750" y="979515"/>
                  </a:lnTo>
                  <a:lnTo>
                    <a:pt x="3377679" y="979414"/>
                  </a:lnTo>
                  <a:lnTo>
                    <a:pt x="3376607" y="979313"/>
                  </a:lnTo>
                  <a:lnTo>
                    <a:pt x="3375536" y="979212"/>
                  </a:lnTo>
                  <a:lnTo>
                    <a:pt x="3374464" y="979112"/>
                  </a:lnTo>
                  <a:lnTo>
                    <a:pt x="3373392" y="979011"/>
                  </a:lnTo>
                  <a:lnTo>
                    <a:pt x="3372321" y="978912"/>
                  </a:lnTo>
                  <a:lnTo>
                    <a:pt x="3371249" y="978812"/>
                  </a:lnTo>
                  <a:lnTo>
                    <a:pt x="3370178" y="978713"/>
                  </a:lnTo>
                  <a:lnTo>
                    <a:pt x="3369106" y="978614"/>
                  </a:lnTo>
                  <a:lnTo>
                    <a:pt x="3368035" y="978515"/>
                  </a:lnTo>
                  <a:lnTo>
                    <a:pt x="3366963" y="978417"/>
                  </a:lnTo>
                  <a:lnTo>
                    <a:pt x="3365891" y="978319"/>
                  </a:lnTo>
                  <a:lnTo>
                    <a:pt x="3364820" y="978221"/>
                  </a:lnTo>
                  <a:lnTo>
                    <a:pt x="3363748" y="978123"/>
                  </a:lnTo>
                  <a:lnTo>
                    <a:pt x="3362677" y="978026"/>
                  </a:lnTo>
                  <a:lnTo>
                    <a:pt x="3361605" y="977929"/>
                  </a:lnTo>
                  <a:lnTo>
                    <a:pt x="3360533" y="977833"/>
                  </a:lnTo>
                  <a:lnTo>
                    <a:pt x="3359462" y="977737"/>
                  </a:lnTo>
                  <a:lnTo>
                    <a:pt x="3358390" y="977641"/>
                  </a:lnTo>
                  <a:lnTo>
                    <a:pt x="3357319" y="977545"/>
                  </a:lnTo>
                  <a:lnTo>
                    <a:pt x="3356247" y="977450"/>
                  </a:lnTo>
                  <a:lnTo>
                    <a:pt x="3355175" y="977355"/>
                  </a:lnTo>
                  <a:lnTo>
                    <a:pt x="3354104" y="977260"/>
                  </a:lnTo>
                  <a:lnTo>
                    <a:pt x="3353032" y="977166"/>
                  </a:lnTo>
                  <a:lnTo>
                    <a:pt x="3351961" y="977072"/>
                  </a:lnTo>
                  <a:lnTo>
                    <a:pt x="3350889" y="976978"/>
                  </a:lnTo>
                  <a:lnTo>
                    <a:pt x="3349817" y="976885"/>
                  </a:lnTo>
                  <a:lnTo>
                    <a:pt x="3348746" y="976792"/>
                  </a:lnTo>
                  <a:lnTo>
                    <a:pt x="3347674" y="976699"/>
                  </a:lnTo>
                  <a:lnTo>
                    <a:pt x="3346603" y="976606"/>
                  </a:lnTo>
                  <a:lnTo>
                    <a:pt x="3345531" y="976514"/>
                  </a:lnTo>
                  <a:lnTo>
                    <a:pt x="3344459" y="976422"/>
                  </a:lnTo>
                  <a:lnTo>
                    <a:pt x="3343388" y="976331"/>
                  </a:lnTo>
                  <a:lnTo>
                    <a:pt x="3342316" y="976239"/>
                  </a:lnTo>
                  <a:lnTo>
                    <a:pt x="3341245" y="976149"/>
                  </a:lnTo>
                  <a:lnTo>
                    <a:pt x="3340173" y="976058"/>
                  </a:lnTo>
                  <a:lnTo>
                    <a:pt x="3339101" y="975968"/>
                  </a:lnTo>
                  <a:lnTo>
                    <a:pt x="3338030" y="975878"/>
                  </a:lnTo>
                  <a:lnTo>
                    <a:pt x="3336958" y="975788"/>
                  </a:lnTo>
                  <a:lnTo>
                    <a:pt x="3335887" y="975699"/>
                  </a:lnTo>
                  <a:lnTo>
                    <a:pt x="3334815" y="975610"/>
                  </a:lnTo>
                  <a:lnTo>
                    <a:pt x="3333743" y="975521"/>
                  </a:lnTo>
                  <a:lnTo>
                    <a:pt x="3332672" y="975433"/>
                  </a:lnTo>
                  <a:lnTo>
                    <a:pt x="3331600" y="975345"/>
                  </a:lnTo>
                  <a:lnTo>
                    <a:pt x="3330529" y="975257"/>
                  </a:lnTo>
                  <a:lnTo>
                    <a:pt x="3329457" y="975170"/>
                  </a:lnTo>
                  <a:lnTo>
                    <a:pt x="3328385" y="975083"/>
                  </a:lnTo>
                  <a:lnTo>
                    <a:pt x="3327314" y="974996"/>
                  </a:lnTo>
                  <a:lnTo>
                    <a:pt x="3326242" y="974910"/>
                  </a:lnTo>
                  <a:lnTo>
                    <a:pt x="3325171" y="974824"/>
                  </a:lnTo>
                  <a:lnTo>
                    <a:pt x="3324099" y="974738"/>
                  </a:lnTo>
                  <a:lnTo>
                    <a:pt x="3323027" y="974653"/>
                  </a:lnTo>
                  <a:lnTo>
                    <a:pt x="3321956" y="974568"/>
                  </a:lnTo>
                  <a:lnTo>
                    <a:pt x="3320884" y="974483"/>
                  </a:lnTo>
                  <a:lnTo>
                    <a:pt x="3319813" y="974398"/>
                  </a:lnTo>
                  <a:lnTo>
                    <a:pt x="3318741" y="974314"/>
                  </a:lnTo>
                  <a:lnTo>
                    <a:pt x="3317669" y="974231"/>
                  </a:lnTo>
                  <a:lnTo>
                    <a:pt x="3316598" y="974147"/>
                  </a:lnTo>
                  <a:lnTo>
                    <a:pt x="3315526" y="974064"/>
                  </a:lnTo>
                  <a:lnTo>
                    <a:pt x="3314455" y="973981"/>
                  </a:lnTo>
                  <a:lnTo>
                    <a:pt x="3313383" y="973899"/>
                  </a:lnTo>
                  <a:lnTo>
                    <a:pt x="3312311" y="973817"/>
                  </a:lnTo>
                  <a:lnTo>
                    <a:pt x="3311240" y="973735"/>
                  </a:lnTo>
                  <a:lnTo>
                    <a:pt x="3310168" y="973654"/>
                  </a:lnTo>
                  <a:lnTo>
                    <a:pt x="3309097" y="973573"/>
                  </a:lnTo>
                  <a:lnTo>
                    <a:pt x="3308025" y="973492"/>
                  </a:lnTo>
                  <a:lnTo>
                    <a:pt x="3306953" y="973412"/>
                  </a:lnTo>
                  <a:lnTo>
                    <a:pt x="3305882" y="973332"/>
                  </a:lnTo>
                  <a:lnTo>
                    <a:pt x="3304810" y="973252"/>
                  </a:lnTo>
                  <a:lnTo>
                    <a:pt x="3303739" y="973173"/>
                  </a:lnTo>
                  <a:lnTo>
                    <a:pt x="3302667" y="973094"/>
                  </a:lnTo>
                  <a:lnTo>
                    <a:pt x="3301595" y="973015"/>
                  </a:lnTo>
                  <a:lnTo>
                    <a:pt x="3300524" y="972937"/>
                  </a:lnTo>
                  <a:lnTo>
                    <a:pt x="3299452" y="972859"/>
                  </a:lnTo>
                  <a:lnTo>
                    <a:pt x="3298381" y="972781"/>
                  </a:lnTo>
                  <a:lnTo>
                    <a:pt x="3297309" y="972704"/>
                  </a:lnTo>
                  <a:lnTo>
                    <a:pt x="3296237" y="972627"/>
                  </a:lnTo>
                  <a:lnTo>
                    <a:pt x="3295166" y="972551"/>
                  </a:lnTo>
                  <a:lnTo>
                    <a:pt x="3294094" y="972474"/>
                  </a:lnTo>
                  <a:lnTo>
                    <a:pt x="3293023" y="972398"/>
                  </a:lnTo>
                  <a:lnTo>
                    <a:pt x="3291951" y="972323"/>
                  </a:lnTo>
                  <a:lnTo>
                    <a:pt x="3290879" y="972248"/>
                  </a:lnTo>
                  <a:lnTo>
                    <a:pt x="3289808" y="972173"/>
                  </a:lnTo>
                  <a:lnTo>
                    <a:pt x="3288736" y="972099"/>
                  </a:lnTo>
                  <a:lnTo>
                    <a:pt x="3287665" y="972024"/>
                  </a:lnTo>
                  <a:lnTo>
                    <a:pt x="3286593" y="971951"/>
                  </a:lnTo>
                  <a:lnTo>
                    <a:pt x="3285521" y="971877"/>
                  </a:lnTo>
                  <a:lnTo>
                    <a:pt x="3284450" y="971804"/>
                  </a:lnTo>
                  <a:lnTo>
                    <a:pt x="3283378" y="971731"/>
                  </a:lnTo>
                  <a:lnTo>
                    <a:pt x="3282307" y="971659"/>
                  </a:lnTo>
                  <a:lnTo>
                    <a:pt x="3281235" y="971587"/>
                  </a:lnTo>
                  <a:lnTo>
                    <a:pt x="3280163" y="971515"/>
                  </a:lnTo>
                  <a:lnTo>
                    <a:pt x="3279092" y="971444"/>
                  </a:lnTo>
                  <a:lnTo>
                    <a:pt x="3278020" y="971373"/>
                  </a:lnTo>
                  <a:lnTo>
                    <a:pt x="3276949" y="971303"/>
                  </a:lnTo>
                  <a:lnTo>
                    <a:pt x="3275877" y="971233"/>
                  </a:lnTo>
                  <a:lnTo>
                    <a:pt x="3274805" y="971163"/>
                  </a:lnTo>
                  <a:lnTo>
                    <a:pt x="3273734" y="971093"/>
                  </a:lnTo>
                  <a:lnTo>
                    <a:pt x="3272662" y="971024"/>
                  </a:lnTo>
                  <a:lnTo>
                    <a:pt x="3271591" y="970955"/>
                  </a:lnTo>
                  <a:lnTo>
                    <a:pt x="3270519" y="970887"/>
                  </a:lnTo>
                  <a:lnTo>
                    <a:pt x="3269447" y="970819"/>
                  </a:lnTo>
                  <a:lnTo>
                    <a:pt x="3268376" y="970751"/>
                  </a:lnTo>
                  <a:lnTo>
                    <a:pt x="3267304" y="970684"/>
                  </a:lnTo>
                  <a:lnTo>
                    <a:pt x="3266233" y="970617"/>
                  </a:lnTo>
                  <a:lnTo>
                    <a:pt x="3265161" y="970551"/>
                  </a:lnTo>
                  <a:lnTo>
                    <a:pt x="3264089" y="970484"/>
                  </a:lnTo>
                  <a:lnTo>
                    <a:pt x="3263018" y="970418"/>
                  </a:lnTo>
                  <a:lnTo>
                    <a:pt x="3261946" y="970353"/>
                  </a:lnTo>
                  <a:lnTo>
                    <a:pt x="3260875" y="970288"/>
                  </a:lnTo>
                  <a:lnTo>
                    <a:pt x="3259803" y="970223"/>
                  </a:lnTo>
                  <a:lnTo>
                    <a:pt x="3258731" y="970159"/>
                  </a:lnTo>
                  <a:lnTo>
                    <a:pt x="3257660" y="970095"/>
                  </a:lnTo>
                  <a:lnTo>
                    <a:pt x="3256588" y="970031"/>
                  </a:lnTo>
                  <a:lnTo>
                    <a:pt x="3255517" y="969968"/>
                  </a:lnTo>
                  <a:lnTo>
                    <a:pt x="3254445" y="969905"/>
                  </a:lnTo>
                  <a:lnTo>
                    <a:pt x="3253373" y="969843"/>
                  </a:lnTo>
                  <a:lnTo>
                    <a:pt x="3252302" y="969781"/>
                  </a:lnTo>
                  <a:lnTo>
                    <a:pt x="3251230" y="969719"/>
                  </a:lnTo>
                  <a:lnTo>
                    <a:pt x="3250159" y="969658"/>
                  </a:lnTo>
                  <a:lnTo>
                    <a:pt x="3249087" y="969597"/>
                  </a:lnTo>
                  <a:lnTo>
                    <a:pt x="3248015" y="969536"/>
                  </a:lnTo>
                  <a:lnTo>
                    <a:pt x="3246944" y="969476"/>
                  </a:lnTo>
                  <a:lnTo>
                    <a:pt x="3245872" y="969416"/>
                  </a:lnTo>
                  <a:lnTo>
                    <a:pt x="3244801" y="969356"/>
                  </a:lnTo>
                  <a:lnTo>
                    <a:pt x="3243729" y="969297"/>
                  </a:lnTo>
                  <a:lnTo>
                    <a:pt x="3242657" y="969239"/>
                  </a:lnTo>
                  <a:lnTo>
                    <a:pt x="3241586" y="969180"/>
                  </a:lnTo>
                  <a:lnTo>
                    <a:pt x="3240514" y="969122"/>
                  </a:lnTo>
                  <a:lnTo>
                    <a:pt x="3239443" y="969065"/>
                  </a:lnTo>
                  <a:lnTo>
                    <a:pt x="3238371" y="969008"/>
                  </a:lnTo>
                  <a:lnTo>
                    <a:pt x="3237299" y="968951"/>
                  </a:lnTo>
                  <a:lnTo>
                    <a:pt x="3236228" y="968894"/>
                  </a:lnTo>
                  <a:lnTo>
                    <a:pt x="3235156" y="968838"/>
                  </a:lnTo>
                  <a:lnTo>
                    <a:pt x="3234085" y="968783"/>
                  </a:lnTo>
                  <a:lnTo>
                    <a:pt x="3233013" y="968727"/>
                  </a:lnTo>
                  <a:lnTo>
                    <a:pt x="3231941" y="968673"/>
                  </a:lnTo>
                  <a:lnTo>
                    <a:pt x="3230870" y="968618"/>
                  </a:lnTo>
                  <a:lnTo>
                    <a:pt x="3229798" y="968564"/>
                  </a:lnTo>
                  <a:lnTo>
                    <a:pt x="3228727" y="968510"/>
                  </a:lnTo>
                  <a:lnTo>
                    <a:pt x="3227655" y="968457"/>
                  </a:lnTo>
                  <a:lnTo>
                    <a:pt x="3226583" y="968404"/>
                  </a:lnTo>
                  <a:lnTo>
                    <a:pt x="3225512" y="968352"/>
                  </a:lnTo>
                  <a:lnTo>
                    <a:pt x="3224440" y="968299"/>
                  </a:lnTo>
                  <a:lnTo>
                    <a:pt x="3223369" y="968248"/>
                  </a:lnTo>
                  <a:lnTo>
                    <a:pt x="3222297" y="968196"/>
                  </a:lnTo>
                  <a:lnTo>
                    <a:pt x="3221225" y="968145"/>
                  </a:lnTo>
                  <a:lnTo>
                    <a:pt x="3220154" y="968095"/>
                  </a:lnTo>
                  <a:lnTo>
                    <a:pt x="3219082" y="968045"/>
                  </a:lnTo>
                  <a:lnTo>
                    <a:pt x="3218011" y="967995"/>
                  </a:lnTo>
                  <a:lnTo>
                    <a:pt x="3216939" y="967945"/>
                  </a:lnTo>
                  <a:lnTo>
                    <a:pt x="3215867" y="967896"/>
                  </a:lnTo>
                  <a:lnTo>
                    <a:pt x="3214796" y="967848"/>
                  </a:lnTo>
                  <a:lnTo>
                    <a:pt x="3213724" y="967800"/>
                  </a:lnTo>
                  <a:lnTo>
                    <a:pt x="3212653" y="967752"/>
                  </a:lnTo>
                  <a:lnTo>
                    <a:pt x="3211581" y="967704"/>
                  </a:lnTo>
                  <a:lnTo>
                    <a:pt x="3210509" y="967658"/>
                  </a:lnTo>
                  <a:lnTo>
                    <a:pt x="3209438" y="967611"/>
                  </a:lnTo>
                  <a:lnTo>
                    <a:pt x="3208366" y="967565"/>
                  </a:lnTo>
                  <a:lnTo>
                    <a:pt x="3207295" y="967519"/>
                  </a:lnTo>
                  <a:lnTo>
                    <a:pt x="3206223" y="967474"/>
                  </a:lnTo>
                  <a:lnTo>
                    <a:pt x="3205151" y="967429"/>
                  </a:lnTo>
                  <a:lnTo>
                    <a:pt x="3204080" y="967384"/>
                  </a:lnTo>
                  <a:lnTo>
                    <a:pt x="3203008" y="967340"/>
                  </a:lnTo>
                  <a:lnTo>
                    <a:pt x="3201937" y="967296"/>
                  </a:lnTo>
                  <a:lnTo>
                    <a:pt x="3200865" y="967253"/>
                  </a:lnTo>
                  <a:lnTo>
                    <a:pt x="3199793" y="967210"/>
                  </a:lnTo>
                  <a:lnTo>
                    <a:pt x="3198722" y="967167"/>
                  </a:lnTo>
                  <a:lnTo>
                    <a:pt x="3197650" y="967125"/>
                  </a:lnTo>
                  <a:lnTo>
                    <a:pt x="3196579" y="967083"/>
                  </a:lnTo>
                  <a:lnTo>
                    <a:pt x="3195507" y="967042"/>
                  </a:lnTo>
                  <a:lnTo>
                    <a:pt x="3194436" y="967001"/>
                  </a:lnTo>
                  <a:lnTo>
                    <a:pt x="3193364" y="966961"/>
                  </a:lnTo>
                  <a:lnTo>
                    <a:pt x="3192292" y="966921"/>
                  </a:lnTo>
                  <a:lnTo>
                    <a:pt x="3191221" y="966881"/>
                  </a:lnTo>
                  <a:lnTo>
                    <a:pt x="3190149" y="966842"/>
                  </a:lnTo>
                  <a:lnTo>
                    <a:pt x="3189078" y="966803"/>
                  </a:lnTo>
                  <a:lnTo>
                    <a:pt x="3188006" y="966764"/>
                  </a:lnTo>
                  <a:lnTo>
                    <a:pt x="3186934" y="966726"/>
                  </a:lnTo>
                  <a:lnTo>
                    <a:pt x="3185863" y="966689"/>
                  </a:lnTo>
                  <a:lnTo>
                    <a:pt x="3184791" y="966651"/>
                  </a:lnTo>
                  <a:lnTo>
                    <a:pt x="3183720" y="966615"/>
                  </a:lnTo>
                  <a:lnTo>
                    <a:pt x="3182648" y="966578"/>
                  </a:lnTo>
                  <a:lnTo>
                    <a:pt x="3181576" y="966542"/>
                  </a:lnTo>
                  <a:lnTo>
                    <a:pt x="3180505" y="966507"/>
                  </a:lnTo>
                  <a:lnTo>
                    <a:pt x="3179433" y="966472"/>
                  </a:lnTo>
                  <a:lnTo>
                    <a:pt x="3178362" y="966437"/>
                  </a:lnTo>
                  <a:lnTo>
                    <a:pt x="3177290" y="966403"/>
                  </a:lnTo>
                  <a:lnTo>
                    <a:pt x="3176218" y="966369"/>
                  </a:lnTo>
                  <a:lnTo>
                    <a:pt x="3175147" y="966335"/>
                  </a:lnTo>
                  <a:lnTo>
                    <a:pt x="3174075" y="966302"/>
                  </a:lnTo>
                  <a:lnTo>
                    <a:pt x="3173004" y="966270"/>
                  </a:lnTo>
                  <a:lnTo>
                    <a:pt x="3171932" y="966238"/>
                  </a:lnTo>
                  <a:lnTo>
                    <a:pt x="3170860" y="966206"/>
                  </a:lnTo>
                  <a:lnTo>
                    <a:pt x="3169789" y="966175"/>
                  </a:lnTo>
                  <a:lnTo>
                    <a:pt x="3168717" y="966144"/>
                  </a:lnTo>
                  <a:lnTo>
                    <a:pt x="3167646" y="966113"/>
                  </a:lnTo>
                  <a:lnTo>
                    <a:pt x="3166574" y="966083"/>
                  </a:lnTo>
                  <a:lnTo>
                    <a:pt x="3165502" y="966053"/>
                  </a:lnTo>
                  <a:lnTo>
                    <a:pt x="3164431" y="966024"/>
                  </a:lnTo>
                  <a:lnTo>
                    <a:pt x="3163359" y="965995"/>
                  </a:lnTo>
                  <a:lnTo>
                    <a:pt x="3162288" y="965967"/>
                  </a:lnTo>
                  <a:lnTo>
                    <a:pt x="3161216" y="965939"/>
                  </a:lnTo>
                  <a:lnTo>
                    <a:pt x="3160144" y="965912"/>
                  </a:lnTo>
                  <a:lnTo>
                    <a:pt x="3159073" y="965885"/>
                  </a:lnTo>
                  <a:lnTo>
                    <a:pt x="3158001" y="965858"/>
                  </a:lnTo>
                  <a:lnTo>
                    <a:pt x="3156930" y="965832"/>
                  </a:lnTo>
                  <a:lnTo>
                    <a:pt x="3155858" y="965806"/>
                  </a:lnTo>
                  <a:lnTo>
                    <a:pt x="3154786" y="965781"/>
                  </a:lnTo>
                  <a:lnTo>
                    <a:pt x="3153715" y="965756"/>
                  </a:lnTo>
                  <a:lnTo>
                    <a:pt x="3152643" y="965731"/>
                  </a:lnTo>
                  <a:lnTo>
                    <a:pt x="3151572" y="965707"/>
                  </a:lnTo>
                  <a:lnTo>
                    <a:pt x="3150500" y="965684"/>
                  </a:lnTo>
                  <a:lnTo>
                    <a:pt x="3149428" y="965660"/>
                  </a:lnTo>
                  <a:lnTo>
                    <a:pt x="3148357" y="965638"/>
                  </a:lnTo>
                  <a:lnTo>
                    <a:pt x="3147285" y="965615"/>
                  </a:lnTo>
                  <a:lnTo>
                    <a:pt x="3146214" y="965593"/>
                  </a:lnTo>
                  <a:lnTo>
                    <a:pt x="3145142" y="965572"/>
                  </a:lnTo>
                  <a:lnTo>
                    <a:pt x="3144070" y="965551"/>
                  </a:lnTo>
                  <a:lnTo>
                    <a:pt x="3142999" y="965530"/>
                  </a:lnTo>
                  <a:lnTo>
                    <a:pt x="3141927" y="965510"/>
                  </a:lnTo>
                  <a:lnTo>
                    <a:pt x="3140856" y="965491"/>
                  </a:lnTo>
                  <a:lnTo>
                    <a:pt x="3139784" y="965471"/>
                  </a:lnTo>
                  <a:lnTo>
                    <a:pt x="3138712" y="965453"/>
                  </a:lnTo>
                  <a:lnTo>
                    <a:pt x="3137641" y="965434"/>
                  </a:lnTo>
                  <a:lnTo>
                    <a:pt x="3136569" y="965416"/>
                  </a:lnTo>
                  <a:lnTo>
                    <a:pt x="3135498" y="965399"/>
                  </a:lnTo>
                  <a:lnTo>
                    <a:pt x="3134426" y="965382"/>
                  </a:lnTo>
                  <a:lnTo>
                    <a:pt x="3133354" y="965365"/>
                  </a:lnTo>
                  <a:lnTo>
                    <a:pt x="3132283" y="965349"/>
                  </a:lnTo>
                  <a:lnTo>
                    <a:pt x="3131211" y="965333"/>
                  </a:lnTo>
                  <a:lnTo>
                    <a:pt x="3130140" y="965318"/>
                  </a:lnTo>
                  <a:lnTo>
                    <a:pt x="3129068" y="965303"/>
                  </a:lnTo>
                  <a:lnTo>
                    <a:pt x="3127996" y="965289"/>
                  </a:lnTo>
                  <a:lnTo>
                    <a:pt x="3126925" y="965275"/>
                  </a:lnTo>
                  <a:lnTo>
                    <a:pt x="3125853" y="965261"/>
                  </a:lnTo>
                  <a:lnTo>
                    <a:pt x="3124782" y="965248"/>
                  </a:lnTo>
                  <a:lnTo>
                    <a:pt x="3123710" y="965236"/>
                  </a:lnTo>
                  <a:lnTo>
                    <a:pt x="3122638" y="965224"/>
                  </a:lnTo>
                  <a:lnTo>
                    <a:pt x="3121567" y="965212"/>
                  </a:lnTo>
                  <a:lnTo>
                    <a:pt x="3120495" y="965201"/>
                  </a:lnTo>
                  <a:lnTo>
                    <a:pt x="3119424" y="965190"/>
                  </a:lnTo>
                  <a:lnTo>
                    <a:pt x="3118352" y="965179"/>
                  </a:lnTo>
                  <a:lnTo>
                    <a:pt x="3117280" y="965169"/>
                  </a:lnTo>
                  <a:lnTo>
                    <a:pt x="3116209" y="965160"/>
                  </a:lnTo>
                  <a:lnTo>
                    <a:pt x="3115137" y="965151"/>
                  </a:lnTo>
                  <a:lnTo>
                    <a:pt x="3114066" y="965142"/>
                  </a:lnTo>
                  <a:lnTo>
                    <a:pt x="3112994" y="965134"/>
                  </a:lnTo>
                  <a:lnTo>
                    <a:pt x="3111922" y="965127"/>
                  </a:lnTo>
                  <a:lnTo>
                    <a:pt x="3110851" y="965119"/>
                  </a:lnTo>
                  <a:lnTo>
                    <a:pt x="3109779" y="965113"/>
                  </a:lnTo>
                  <a:lnTo>
                    <a:pt x="3108708" y="965106"/>
                  </a:lnTo>
                  <a:lnTo>
                    <a:pt x="3107636" y="965101"/>
                  </a:lnTo>
                  <a:lnTo>
                    <a:pt x="3106564" y="965095"/>
                  </a:lnTo>
                  <a:lnTo>
                    <a:pt x="3105493" y="965090"/>
                  </a:lnTo>
                  <a:lnTo>
                    <a:pt x="3104421" y="965086"/>
                  </a:lnTo>
                  <a:lnTo>
                    <a:pt x="3103350" y="965082"/>
                  </a:lnTo>
                  <a:lnTo>
                    <a:pt x="3102278" y="965078"/>
                  </a:lnTo>
                  <a:lnTo>
                    <a:pt x="3101206" y="965075"/>
                  </a:lnTo>
                  <a:lnTo>
                    <a:pt x="3100135" y="965072"/>
                  </a:lnTo>
                  <a:lnTo>
                    <a:pt x="3099063" y="965070"/>
                  </a:lnTo>
                  <a:lnTo>
                    <a:pt x="3097992" y="965068"/>
                  </a:lnTo>
                  <a:lnTo>
                    <a:pt x="3096920" y="965067"/>
                  </a:lnTo>
                  <a:lnTo>
                    <a:pt x="3095848" y="965066"/>
                  </a:lnTo>
                  <a:lnTo>
                    <a:pt x="3094777" y="965066"/>
                  </a:lnTo>
                  <a:lnTo>
                    <a:pt x="3093705" y="965066"/>
                  </a:lnTo>
                  <a:lnTo>
                    <a:pt x="3092634" y="965067"/>
                  </a:lnTo>
                  <a:lnTo>
                    <a:pt x="3091562" y="965068"/>
                  </a:lnTo>
                  <a:lnTo>
                    <a:pt x="3090490" y="965069"/>
                  </a:lnTo>
                  <a:lnTo>
                    <a:pt x="3089419" y="965071"/>
                  </a:lnTo>
                  <a:lnTo>
                    <a:pt x="3088347" y="965073"/>
                  </a:lnTo>
                  <a:lnTo>
                    <a:pt x="3087276" y="965076"/>
                  </a:lnTo>
                  <a:lnTo>
                    <a:pt x="3086204" y="965079"/>
                  </a:lnTo>
                  <a:lnTo>
                    <a:pt x="3085132" y="965083"/>
                  </a:lnTo>
                  <a:lnTo>
                    <a:pt x="3084061" y="965087"/>
                  </a:lnTo>
                  <a:lnTo>
                    <a:pt x="3082989" y="965092"/>
                  </a:lnTo>
                  <a:lnTo>
                    <a:pt x="3081918" y="965097"/>
                  </a:lnTo>
                  <a:lnTo>
                    <a:pt x="3080846" y="965102"/>
                  </a:lnTo>
                  <a:lnTo>
                    <a:pt x="3079774" y="965108"/>
                  </a:lnTo>
                  <a:lnTo>
                    <a:pt x="3078703" y="965115"/>
                  </a:lnTo>
                  <a:lnTo>
                    <a:pt x="3077631" y="965122"/>
                  </a:lnTo>
                  <a:lnTo>
                    <a:pt x="3076560" y="965129"/>
                  </a:lnTo>
                  <a:lnTo>
                    <a:pt x="3075488" y="965137"/>
                  </a:lnTo>
                  <a:lnTo>
                    <a:pt x="3074416" y="965145"/>
                  </a:lnTo>
                  <a:lnTo>
                    <a:pt x="3073345" y="965154"/>
                  </a:lnTo>
                  <a:lnTo>
                    <a:pt x="3072273" y="965163"/>
                  </a:lnTo>
                  <a:lnTo>
                    <a:pt x="3071202" y="965172"/>
                  </a:lnTo>
                  <a:lnTo>
                    <a:pt x="3070130" y="965182"/>
                  </a:lnTo>
                  <a:lnTo>
                    <a:pt x="3069058" y="965193"/>
                  </a:lnTo>
                  <a:lnTo>
                    <a:pt x="3067987" y="965204"/>
                  </a:lnTo>
                  <a:lnTo>
                    <a:pt x="3066915" y="965215"/>
                  </a:lnTo>
                  <a:lnTo>
                    <a:pt x="3065844" y="965227"/>
                  </a:lnTo>
                  <a:lnTo>
                    <a:pt x="3064772" y="965239"/>
                  </a:lnTo>
                  <a:lnTo>
                    <a:pt x="3063700" y="965252"/>
                  </a:lnTo>
                  <a:lnTo>
                    <a:pt x="3062629" y="965265"/>
                  </a:lnTo>
                  <a:lnTo>
                    <a:pt x="3061557" y="965278"/>
                  </a:lnTo>
                  <a:lnTo>
                    <a:pt x="3060486" y="965292"/>
                  </a:lnTo>
                  <a:lnTo>
                    <a:pt x="3059414" y="965307"/>
                  </a:lnTo>
                  <a:lnTo>
                    <a:pt x="3058342" y="965321"/>
                  </a:lnTo>
                  <a:lnTo>
                    <a:pt x="3057271" y="965337"/>
                  </a:lnTo>
                  <a:lnTo>
                    <a:pt x="3056199" y="965352"/>
                  </a:lnTo>
                  <a:lnTo>
                    <a:pt x="3055128" y="965369"/>
                  </a:lnTo>
                  <a:lnTo>
                    <a:pt x="3054056" y="965385"/>
                  </a:lnTo>
                  <a:lnTo>
                    <a:pt x="3052984" y="965402"/>
                  </a:lnTo>
                  <a:lnTo>
                    <a:pt x="3051913" y="965420"/>
                  </a:lnTo>
                  <a:lnTo>
                    <a:pt x="3050841" y="965437"/>
                  </a:lnTo>
                  <a:lnTo>
                    <a:pt x="3049770" y="965456"/>
                  </a:lnTo>
                  <a:lnTo>
                    <a:pt x="3048698" y="965474"/>
                  </a:lnTo>
                  <a:lnTo>
                    <a:pt x="3047626" y="965494"/>
                  </a:lnTo>
                  <a:lnTo>
                    <a:pt x="3046555" y="965513"/>
                  </a:lnTo>
                  <a:lnTo>
                    <a:pt x="3045483" y="965533"/>
                  </a:lnTo>
                  <a:lnTo>
                    <a:pt x="3044412" y="965554"/>
                  </a:lnTo>
                  <a:lnTo>
                    <a:pt x="3043340" y="965575"/>
                  </a:lnTo>
                  <a:lnTo>
                    <a:pt x="3042268" y="965596"/>
                  </a:lnTo>
                  <a:lnTo>
                    <a:pt x="3041197" y="965618"/>
                  </a:lnTo>
                  <a:lnTo>
                    <a:pt x="3040125" y="965640"/>
                  </a:lnTo>
                  <a:lnTo>
                    <a:pt x="3039054" y="965662"/>
                  </a:lnTo>
                  <a:lnTo>
                    <a:pt x="3037982" y="965685"/>
                  </a:lnTo>
                  <a:lnTo>
                    <a:pt x="3036910" y="965709"/>
                  </a:lnTo>
                  <a:lnTo>
                    <a:pt x="3035839" y="965732"/>
                  </a:lnTo>
                  <a:lnTo>
                    <a:pt x="3034767" y="965757"/>
                  </a:lnTo>
                  <a:lnTo>
                    <a:pt x="3033696" y="965781"/>
                  </a:lnTo>
                  <a:lnTo>
                    <a:pt x="3032624" y="965806"/>
                  </a:lnTo>
                  <a:lnTo>
                    <a:pt x="3031552" y="965832"/>
                  </a:lnTo>
                  <a:lnTo>
                    <a:pt x="3030481" y="965858"/>
                  </a:lnTo>
                  <a:lnTo>
                    <a:pt x="3029409" y="965884"/>
                  </a:lnTo>
                  <a:lnTo>
                    <a:pt x="3028338" y="965911"/>
                  </a:lnTo>
                  <a:lnTo>
                    <a:pt x="3027266" y="965938"/>
                  </a:lnTo>
                  <a:lnTo>
                    <a:pt x="3026194" y="965965"/>
                  </a:lnTo>
                  <a:lnTo>
                    <a:pt x="3025123" y="965993"/>
                  </a:lnTo>
                  <a:lnTo>
                    <a:pt x="3024051" y="966022"/>
                  </a:lnTo>
                  <a:lnTo>
                    <a:pt x="3022980" y="966050"/>
                  </a:lnTo>
                  <a:lnTo>
                    <a:pt x="3021908" y="966079"/>
                  </a:lnTo>
                  <a:lnTo>
                    <a:pt x="3020836" y="966109"/>
                  </a:lnTo>
                  <a:lnTo>
                    <a:pt x="3019765" y="966139"/>
                  </a:lnTo>
                  <a:lnTo>
                    <a:pt x="3018693" y="966169"/>
                  </a:lnTo>
                  <a:lnTo>
                    <a:pt x="3017622" y="966200"/>
                  </a:lnTo>
                  <a:lnTo>
                    <a:pt x="3016550" y="966231"/>
                  </a:lnTo>
                  <a:lnTo>
                    <a:pt x="3015479" y="966263"/>
                  </a:lnTo>
                  <a:lnTo>
                    <a:pt x="3014407" y="966295"/>
                  </a:lnTo>
                  <a:lnTo>
                    <a:pt x="3013335" y="966327"/>
                  </a:lnTo>
                  <a:lnTo>
                    <a:pt x="3012264" y="966360"/>
                  </a:lnTo>
                  <a:lnTo>
                    <a:pt x="3011192" y="966393"/>
                  </a:lnTo>
                  <a:lnTo>
                    <a:pt x="3010121" y="966427"/>
                  </a:lnTo>
                  <a:lnTo>
                    <a:pt x="3009049" y="966460"/>
                  </a:lnTo>
                  <a:lnTo>
                    <a:pt x="3007977" y="966495"/>
                  </a:lnTo>
                  <a:lnTo>
                    <a:pt x="3006906" y="966529"/>
                  </a:lnTo>
                  <a:lnTo>
                    <a:pt x="3005834" y="966565"/>
                  </a:lnTo>
                  <a:lnTo>
                    <a:pt x="3004763" y="966600"/>
                  </a:lnTo>
                  <a:lnTo>
                    <a:pt x="3003691" y="966636"/>
                  </a:lnTo>
                  <a:lnTo>
                    <a:pt x="3002619" y="966672"/>
                  </a:lnTo>
                  <a:lnTo>
                    <a:pt x="3001548" y="966709"/>
                  </a:lnTo>
                  <a:lnTo>
                    <a:pt x="3000476" y="966746"/>
                  </a:lnTo>
                  <a:lnTo>
                    <a:pt x="2999405" y="966783"/>
                  </a:lnTo>
                  <a:lnTo>
                    <a:pt x="2998333" y="966821"/>
                  </a:lnTo>
                  <a:lnTo>
                    <a:pt x="2997261" y="966859"/>
                  </a:lnTo>
                  <a:lnTo>
                    <a:pt x="2996190" y="966898"/>
                  </a:lnTo>
                  <a:lnTo>
                    <a:pt x="2995118" y="966936"/>
                  </a:lnTo>
                  <a:lnTo>
                    <a:pt x="2994047" y="966976"/>
                  </a:lnTo>
                  <a:lnTo>
                    <a:pt x="2992975" y="967015"/>
                  </a:lnTo>
                  <a:lnTo>
                    <a:pt x="2991903" y="967055"/>
                  </a:lnTo>
                  <a:lnTo>
                    <a:pt x="2990832" y="967096"/>
                  </a:lnTo>
                  <a:lnTo>
                    <a:pt x="2989760" y="967136"/>
                  </a:lnTo>
                  <a:lnTo>
                    <a:pt x="2988689" y="967177"/>
                  </a:lnTo>
                  <a:lnTo>
                    <a:pt x="2987617" y="967219"/>
                  </a:lnTo>
                  <a:lnTo>
                    <a:pt x="2986545" y="967261"/>
                  </a:lnTo>
                  <a:lnTo>
                    <a:pt x="2985474" y="967303"/>
                  </a:lnTo>
                  <a:lnTo>
                    <a:pt x="2984402" y="967345"/>
                  </a:lnTo>
                  <a:lnTo>
                    <a:pt x="2983331" y="967388"/>
                  </a:lnTo>
                  <a:lnTo>
                    <a:pt x="2982259" y="967432"/>
                  </a:lnTo>
                  <a:lnTo>
                    <a:pt x="2981187" y="967475"/>
                  </a:lnTo>
                  <a:lnTo>
                    <a:pt x="2980116" y="967519"/>
                  </a:lnTo>
                  <a:lnTo>
                    <a:pt x="2979044" y="967564"/>
                  </a:lnTo>
                  <a:lnTo>
                    <a:pt x="2977973" y="967608"/>
                  </a:lnTo>
                  <a:lnTo>
                    <a:pt x="2976901" y="967653"/>
                  </a:lnTo>
                  <a:lnTo>
                    <a:pt x="2975829" y="967699"/>
                  </a:lnTo>
                  <a:lnTo>
                    <a:pt x="2974758" y="967744"/>
                  </a:lnTo>
                  <a:lnTo>
                    <a:pt x="2973686" y="967790"/>
                  </a:lnTo>
                  <a:lnTo>
                    <a:pt x="2972615" y="967837"/>
                  </a:lnTo>
                  <a:lnTo>
                    <a:pt x="2971543" y="967884"/>
                  </a:lnTo>
                  <a:lnTo>
                    <a:pt x="2970471" y="967931"/>
                  </a:lnTo>
                  <a:lnTo>
                    <a:pt x="2969400" y="967978"/>
                  </a:lnTo>
                  <a:lnTo>
                    <a:pt x="2968328" y="968026"/>
                  </a:lnTo>
                  <a:lnTo>
                    <a:pt x="2967257" y="968074"/>
                  </a:lnTo>
                  <a:lnTo>
                    <a:pt x="2966185" y="968122"/>
                  </a:lnTo>
                  <a:lnTo>
                    <a:pt x="2965113" y="968171"/>
                  </a:lnTo>
                  <a:lnTo>
                    <a:pt x="2964042" y="968220"/>
                  </a:lnTo>
                  <a:lnTo>
                    <a:pt x="2962970" y="968270"/>
                  </a:lnTo>
                  <a:lnTo>
                    <a:pt x="2961899" y="968319"/>
                  </a:lnTo>
                  <a:lnTo>
                    <a:pt x="2960827" y="968370"/>
                  </a:lnTo>
                  <a:lnTo>
                    <a:pt x="2959755" y="968420"/>
                  </a:lnTo>
                  <a:lnTo>
                    <a:pt x="2958684" y="968471"/>
                  </a:lnTo>
                  <a:lnTo>
                    <a:pt x="2957612" y="968522"/>
                  </a:lnTo>
                  <a:lnTo>
                    <a:pt x="2956541" y="968573"/>
                  </a:lnTo>
                  <a:lnTo>
                    <a:pt x="2955469" y="968625"/>
                  </a:lnTo>
                  <a:lnTo>
                    <a:pt x="2954397" y="968677"/>
                  </a:lnTo>
                  <a:lnTo>
                    <a:pt x="2953326" y="968729"/>
                  </a:lnTo>
                  <a:lnTo>
                    <a:pt x="2952254" y="968782"/>
                  </a:lnTo>
                  <a:lnTo>
                    <a:pt x="2951183" y="968835"/>
                  </a:lnTo>
                  <a:lnTo>
                    <a:pt x="2950111" y="968888"/>
                  </a:lnTo>
                  <a:lnTo>
                    <a:pt x="2949039" y="968941"/>
                  </a:lnTo>
                  <a:lnTo>
                    <a:pt x="2947968" y="968995"/>
                  </a:lnTo>
                  <a:lnTo>
                    <a:pt x="2946896" y="969049"/>
                  </a:lnTo>
                  <a:lnTo>
                    <a:pt x="2945825" y="969104"/>
                  </a:lnTo>
                  <a:lnTo>
                    <a:pt x="2944753" y="969159"/>
                  </a:lnTo>
                  <a:lnTo>
                    <a:pt x="2943681" y="969214"/>
                  </a:lnTo>
                  <a:lnTo>
                    <a:pt x="2942610" y="969269"/>
                  </a:lnTo>
                  <a:lnTo>
                    <a:pt x="2941538" y="969325"/>
                  </a:lnTo>
                  <a:lnTo>
                    <a:pt x="2940467" y="969381"/>
                  </a:lnTo>
                  <a:lnTo>
                    <a:pt x="2939395" y="969437"/>
                  </a:lnTo>
                  <a:lnTo>
                    <a:pt x="2938323" y="969493"/>
                  </a:lnTo>
                  <a:lnTo>
                    <a:pt x="2937252" y="969550"/>
                  </a:lnTo>
                  <a:lnTo>
                    <a:pt x="2936180" y="969607"/>
                  </a:lnTo>
                  <a:lnTo>
                    <a:pt x="2935109" y="969665"/>
                  </a:lnTo>
                  <a:lnTo>
                    <a:pt x="2934037" y="969722"/>
                  </a:lnTo>
                  <a:lnTo>
                    <a:pt x="2932965" y="969780"/>
                  </a:lnTo>
                  <a:lnTo>
                    <a:pt x="2931894" y="969839"/>
                  </a:lnTo>
                  <a:lnTo>
                    <a:pt x="2930822" y="969897"/>
                  </a:lnTo>
                  <a:lnTo>
                    <a:pt x="2929751" y="969956"/>
                  </a:lnTo>
                  <a:lnTo>
                    <a:pt x="2928679" y="970015"/>
                  </a:lnTo>
                  <a:lnTo>
                    <a:pt x="2927607" y="970074"/>
                  </a:lnTo>
                  <a:lnTo>
                    <a:pt x="2926536" y="970134"/>
                  </a:lnTo>
                  <a:lnTo>
                    <a:pt x="2925464" y="970194"/>
                  </a:lnTo>
                  <a:lnTo>
                    <a:pt x="2924393" y="970254"/>
                  </a:lnTo>
                  <a:lnTo>
                    <a:pt x="2923321" y="970314"/>
                  </a:lnTo>
                  <a:lnTo>
                    <a:pt x="2922249" y="970375"/>
                  </a:lnTo>
                  <a:lnTo>
                    <a:pt x="2921178" y="970436"/>
                  </a:lnTo>
                  <a:lnTo>
                    <a:pt x="2920106" y="970497"/>
                  </a:lnTo>
                  <a:lnTo>
                    <a:pt x="2919035" y="970558"/>
                  </a:lnTo>
                  <a:lnTo>
                    <a:pt x="2917963" y="970620"/>
                  </a:lnTo>
                  <a:lnTo>
                    <a:pt x="2916891" y="970682"/>
                  </a:lnTo>
                  <a:lnTo>
                    <a:pt x="2915820" y="970744"/>
                  </a:lnTo>
                  <a:lnTo>
                    <a:pt x="2914748" y="970807"/>
                  </a:lnTo>
                  <a:lnTo>
                    <a:pt x="2913677" y="970869"/>
                  </a:lnTo>
                  <a:lnTo>
                    <a:pt x="2912605" y="970932"/>
                  </a:lnTo>
                  <a:lnTo>
                    <a:pt x="2911533" y="970995"/>
                  </a:lnTo>
                  <a:lnTo>
                    <a:pt x="2910462" y="971059"/>
                  </a:lnTo>
                  <a:lnTo>
                    <a:pt x="2909390" y="971122"/>
                  </a:lnTo>
                  <a:lnTo>
                    <a:pt x="2908319" y="971186"/>
                  </a:lnTo>
                  <a:lnTo>
                    <a:pt x="2907247" y="971250"/>
                  </a:lnTo>
                  <a:lnTo>
                    <a:pt x="2906175" y="971315"/>
                  </a:lnTo>
                  <a:lnTo>
                    <a:pt x="2905104" y="971379"/>
                  </a:lnTo>
                  <a:lnTo>
                    <a:pt x="2904032" y="971444"/>
                  </a:lnTo>
                  <a:lnTo>
                    <a:pt x="2902961" y="971509"/>
                  </a:lnTo>
                  <a:lnTo>
                    <a:pt x="2901889" y="971574"/>
                  </a:lnTo>
                  <a:lnTo>
                    <a:pt x="2900817" y="971640"/>
                  </a:lnTo>
                  <a:lnTo>
                    <a:pt x="2899746" y="971706"/>
                  </a:lnTo>
                  <a:lnTo>
                    <a:pt x="2898674" y="971771"/>
                  </a:lnTo>
                  <a:lnTo>
                    <a:pt x="2897603" y="971838"/>
                  </a:lnTo>
                  <a:lnTo>
                    <a:pt x="2896531" y="971904"/>
                  </a:lnTo>
                  <a:lnTo>
                    <a:pt x="2895459" y="971970"/>
                  </a:lnTo>
                  <a:lnTo>
                    <a:pt x="2894388" y="972037"/>
                  </a:lnTo>
                  <a:lnTo>
                    <a:pt x="2893316" y="972104"/>
                  </a:lnTo>
                  <a:lnTo>
                    <a:pt x="2892245" y="972171"/>
                  </a:lnTo>
                  <a:lnTo>
                    <a:pt x="2891173" y="972239"/>
                  </a:lnTo>
                  <a:lnTo>
                    <a:pt x="2890101" y="972306"/>
                  </a:lnTo>
                  <a:lnTo>
                    <a:pt x="2889030" y="972374"/>
                  </a:lnTo>
                  <a:lnTo>
                    <a:pt x="2887958" y="972442"/>
                  </a:lnTo>
                  <a:lnTo>
                    <a:pt x="2886887" y="972510"/>
                  </a:lnTo>
                  <a:lnTo>
                    <a:pt x="2885815" y="972579"/>
                  </a:lnTo>
                  <a:lnTo>
                    <a:pt x="2884743" y="972647"/>
                  </a:lnTo>
                  <a:lnTo>
                    <a:pt x="2883672" y="972716"/>
                  </a:lnTo>
                  <a:lnTo>
                    <a:pt x="2882600" y="972785"/>
                  </a:lnTo>
                  <a:lnTo>
                    <a:pt x="2881529" y="972854"/>
                  </a:lnTo>
                  <a:lnTo>
                    <a:pt x="2880457" y="972923"/>
                  </a:lnTo>
                  <a:lnTo>
                    <a:pt x="2879385" y="972993"/>
                  </a:lnTo>
                  <a:lnTo>
                    <a:pt x="2878314" y="973062"/>
                  </a:lnTo>
                  <a:lnTo>
                    <a:pt x="2877242" y="973132"/>
                  </a:lnTo>
                  <a:lnTo>
                    <a:pt x="2876171" y="973202"/>
                  </a:lnTo>
                  <a:lnTo>
                    <a:pt x="2875099" y="973272"/>
                  </a:lnTo>
                  <a:lnTo>
                    <a:pt x="2874027" y="973343"/>
                  </a:lnTo>
                  <a:lnTo>
                    <a:pt x="2872956" y="973413"/>
                  </a:lnTo>
                  <a:lnTo>
                    <a:pt x="2871884" y="973484"/>
                  </a:lnTo>
                  <a:lnTo>
                    <a:pt x="2870813" y="973555"/>
                  </a:lnTo>
                  <a:lnTo>
                    <a:pt x="2869741" y="973625"/>
                  </a:lnTo>
                  <a:lnTo>
                    <a:pt x="2868669" y="973697"/>
                  </a:lnTo>
                  <a:lnTo>
                    <a:pt x="2867598" y="973768"/>
                  </a:lnTo>
                  <a:lnTo>
                    <a:pt x="2866526" y="973839"/>
                  </a:lnTo>
                  <a:lnTo>
                    <a:pt x="2865455" y="973911"/>
                  </a:lnTo>
                  <a:lnTo>
                    <a:pt x="2864383" y="973983"/>
                  </a:lnTo>
                  <a:lnTo>
                    <a:pt x="2863311" y="974055"/>
                  </a:lnTo>
                  <a:lnTo>
                    <a:pt x="2862240" y="974127"/>
                  </a:lnTo>
                  <a:lnTo>
                    <a:pt x="2861168" y="974199"/>
                  </a:lnTo>
                  <a:lnTo>
                    <a:pt x="2860097" y="974271"/>
                  </a:lnTo>
                  <a:lnTo>
                    <a:pt x="2859025" y="974344"/>
                  </a:lnTo>
                  <a:lnTo>
                    <a:pt x="2857953" y="974416"/>
                  </a:lnTo>
                  <a:lnTo>
                    <a:pt x="2856882" y="974489"/>
                  </a:lnTo>
                  <a:lnTo>
                    <a:pt x="2855810" y="974562"/>
                  </a:lnTo>
                  <a:lnTo>
                    <a:pt x="2854739" y="974635"/>
                  </a:lnTo>
                  <a:lnTo>
                    <a:pt x="2853667" y="974708"/>
                  </a:lnTo>
                  <a:lnTo>
                    <a:pt x="2852595" y="974781"/>
                  </a:lnTo>
                  <a:lnTo>
                    <a:pt x="2851524" y="974854"/>
                  </a:lnTo>
                  <a:lnTo>
                    <a:pt x="2850452" y="974928"/>
                  </a:lnTo>
                  <a:lnTo>
                    <a:pt x="2849381" y="975001"/>
                  </a:lnTo>
                  <a:lnTo>
                    <a:pt x="2848309" y="975075"/>
                  </a:lnTo>
                  <a:lnTo>
                    <a:pt x="2847237" y="975149"/>
                  </a:lnTo>
                  <a:lnTo>
                    <a:pt x="2846166" y="975223"/>
                  </a:lnTo>
                  <a:lnTo>
                    <a:pt x="2845094" y="975297"/>
                  </a:lnTo>
                  <a:lnTo>
                    <a:pt x="2844023" y="975371"/>
                  </a:lnTo>
                  <a:lnTo>
                    <a:pt x="2842951" y="975445"/>
                  </a:lnTo>
                  <a:lnTo>
                    <a:pt x="2841879" y="975519"/>
                  </a:lnTo>
                  <a:lnTo>
                    <a:pt x="2840808" y="975594"/>
                  </a:lnTo>
                  <a:lnTo>
                    <a:pt x="2839736" y="975668"/>
                  </a:lnTo>
                  <a:lnTo>
                    <a:pt x="2838665" y="975743"/>
                  </a:lnTo>
                  <a:lnTo>
                    <a:pt x="2837593" y="975818"/>
                  </a:lnTo>
                  <a:lnTo>
                    <a:pt x="2836522" y="975893"/>
                  </a:lnTo>
                  <a:lnTo>
                    <a:pt x="2835450" y="975967"/>
                  </a:lnTo>
                  <a:lnTo>
                    <a:pt x="2834378" y="976042"/>
                  </a:lnTo>
                  <a:lnTo>
                    <a:pt x="2833307" y="976117"/>
                  </a:lnTo>
                  <a:lnTo>
                    <a:pt x="2832235" y="976193"/>
                  </a:lnTo>
                  <a:lnTo>
                    <a:pt x="2831164" y="976268"/>
                  </a:lnTo>
                  <a:lnTo>
                    <a:pt x="2830092" y="976343"/>
                  </a:lnTo>
                  <a:lnTo>
                    <a:pt x="2829020" y="976418"/>
                  </a:lnTo>
                  <a:lnTo>
                    <a:pt x="2827949" y="976494"/>
                  </a:lnTo>
                  <a:lnTo>
                    <a:pt x="2826877" y="976569"/>
                  </a:lnTo>
                  <a:lnTo>
                    <a:pt x="2825806" y="976645"/>
                  </a:lnTo>
                  <a:lnTo>
                    <a:pt x="2824734" y="976720"/>
                  </a:lnTo>
                  <a:lnTo>
                    <a:pt x="2823662" y="976796"/>
                  </a:lnTo>
                  <a:lnTo>
                    <a:pt x="2822591" y="976872"/>
                  </a:lnTo>
                  <a:lnTo>
                    <a:pt x="2821519" y="976948"/>
                  </a:lnTo>
                  <a:lnTo>
                    <a:pt x="2820448" y="977023"/>
                  </a:lnTo>
                  <a:lnTo>
                    <a:pt x="2819376" y="977099"/>
                  </a:lnTo>
                  <a:lnTo>
                    <a:pt x="2818304" y="977175"/>
                  </a:lnTo>
                  <a:lnTo>
                    <a:pt x="2817233" y="977251"/>
                  </a:lnTo>
                  <a:lnTo>
                    <a:pt x="2816161" y="977327"/>
                  </a:lnTo>
                  <a:lnTo>
                    <a:pt x="2815090" y="977403"/>
                  </a:lnTo>
                  <a:lnTo>
                    <a:pt x="2814018" y="977479"/>
                  </a:lnTo>
                  <a:lnTo>
                    <a:pt x="2812946" y="977555"/>
                  </a:lnTo>
                  <a:lnTo>
                    <a:pt x="2811875" y="977632"/>
                  </a:lnTo>
                  <a:lnTo>
                    <a:pt x="2810803" y="977708"/>
                  </a:lnTo>
                  <a:lnTo>
                    <a:pt x="2809732" y="977784"/>
                  </a:lnTo>
                  <a:lnTo>
                    <a:pt x="2808660" y="977860"/>
                  </a:lnTo>
                  <a:lnTo>
                    <a:pt x="2807588" y="977937"/>
                  </a:lnTo>
                  <a:lnTo>
                    <a:pt x="2806517" y="978013"/>
                  </a:lnTo>
                  <a:lnTo>
                    <a:pt x="2805445" y="978089"/>
                  </a:lnTo>
                  <a:lnTo>
                    <a:pt x="2804374" y="978166"/>
                  </a:lnTo>
                  <a:lnTo>
                    <a:pt x="2803302" y="978242"/>
                  </a:lnTo>
                  <a:lnTo>
                    <a:pt x="2802230" y="978318"/>
                  </a:lnTo>
                  <a:lnTo>
                    <a:pt x="2801159" y="978395"/>
                  </a:lnTo>
                  <a:lnTo>
                    <a:pt x="2800087" y="978471"/>
                  </a:lnTo>
                  <a:lnTo>
                    <a:pt x="2799016" y="978547"/>
                  </a:lnTo>
                  <a:lnTo>
                    <a:pt x="2797944" y="978624"/>
                  </a:lnTo>
                  <a:lnTo>
                    <a:pt x="2796872" y="978700"/>
                  </a:lnTo>
                  <a:lnTo>
                    <a:pt x="2795801" y="978776"/>
                  </a:lnTo>
                  <a:lnTo>
                    <a:pt x="2794729" y="978853"/>
                  </a:lnTo>
                  <a:lnTo>
                    <a:pt x="2793658" y="978929"/>
                  </a:lnTo>
                  <a:lnTo>
                    <a:pt x="2792586" y="979005"/>
                  </a:lnTo>
                  <a:lnTo>
                    <a:pt x="2791514" y="979082"/>
                  </a:lnTo>
                  <a:lnTo>
                    <a:pt x="2790443" y="979158"/>
                  </a:lnTo>
                  <a:lnTo>
                    <a:pt x="2789371" y="979234"/>
                  </a:lnTo>
                  <a:lnTo>
                    <a:pt x="2788300" y="979311"/>
                  </a:lnTo>
                  <a:lnTo>
                    <a:pt x="2787228" y="979387"/>
                  </a:lnTo>
                  <a:lnTo>
                    <a:pt x="2786156" y="979463"/>
                  </a:lnTo>
                  <a:lnTo>
                    <a:pt x="2785085" y="979539"/>
                  </a:lnTo>
                  <a:lnTo>
                    <a:pt x="2784013" y="979615"/>
                  </a:lnTo>
                  <a:lnTo>
                    <a:pt x="2782942" y="979692"/>
                  </a:lnTo>
                  <a:lnTo>
                    <a:pt x="2781870" y="979768"/>
                  </a:lnTo>
                  <a:lnTo>
                    <a:pt x="2780798" y="979844"/>
                  </a:lnTo>
                  <a:lnTo>
                    <a:pt x="2779727" y="979920"/>
                  </a:lnTo>
                  <a:lnTo>
                    <a:pt x="2778655" y="979996"/>
                  </a:lnTo>
                  <a:lnTo>
                    <a:pt x="2777584" y="980072"/>
                  </a:lnTo>
                  <a:lnTo>
                    <a:pt x="2776512" y="980147"/>
                  </a:lnTo>
                  <a:lnTo>
                    <a:pt x="2775440" y="980223"/>
                  </a:lnTo>
                  <a:lnTo>
                    <a:pt x="2774369" y="980299"/>
                  </a:lnTo>
                  <a:lnTo>
                    <a:pt x="2773297" y="980375"/>
                  </a:lnTo>
                  <a:lnTo>
                    <a:pt x="2772226" y="980450"/>
                  </a:lnTo>
                  <a:lnTo>
                    <a:pt x="2771154" y="980526"/>
                  </a:lnTo>
                  <a:lnTo>
                    <a:pt x="2770082" y="980601"/>
                  </a:lnTo>
                  <a:lnTo>
                    <a:pt x="2769011" y="980677"/>
                  </a:lnTo>
                  <a:lnTo>
                    <a:pt x="2767939" y="980752"/>
                  </a:lnTo>
                  <a:lnTo>
                    <a:pt x="2766868" y="980828"/>
                  </a:lnTo>
                  <a:lnTo>
                    <a:pt x="2765796" y="980903"/>
                  </a:lnTo>
                  <a:lnTo>
                    <a:pt x="2764724" y="980978"/>
                  </a:lnTo>
                  <a:lnTo>
                    <a:pt x="2763653" y="981053"/>
                  </a:lnTo>
                  <a:lnTo>
                    <a:pt x="2762581" y="981128"/>
                  </a:lnTo>
                  <a:lnTo>
                    <a:pt x="2761510" y="981203"/>
                  </a:lnTo>
                  <a:lnTo>
                    <a:pt x="2760438" y="981278"/>
                  </a:lnTo>
                  <a:lnTo>
                    <a:pt x="2759366" y="981353"/>
                  </a:lnTo>
                  <a:lnTo>
                    <a:pt x="2758295" y="981427"/>
                  </a:lnTo>
                  <a:lnTo>
                    <a:pt x="2757223" y="981502"/>
                  </a:lnTo>
                  <a:lnTo>
                    <a:pt x="2756152" y="981576"/>
                  </a:lnTo>
                  <a:lnTo>
                    <a:pt x="2755080" y="981651"/>
                  </a:lnTo>
                  <a:lnTo>
                    <a:pt x="2754008" y="981725"/>
                  </a:lnTo>
                  <a:lnTo>
                    <a:pt x="2752937" y="981799"/>
                  </a:lnTo>
                  <a:lnTo>
                    <a:pt x="2751865" y="981873"/>
                  </a:lnTo>
                  <a:lnTo>
                    <a:pt x="2750794" y="981947"/>
                  </a:lnTo>
                  <a:lnTo>
                    <a:pt x="2749722" y="982021"/>
                  </a:lnTo>
                  <a:lnTo>
                    <a:pt x="2748650" y="982095"/>
                  </a:lnTo>
                  <a:lnTo>
                    <a:pt x="2747579" y="982168"/>
                  </a:lnTo>
                  <a:lnTo>
                    <a:pt x="2746507" y="982242"/>
                  </a:lnTo>
                  <a:lnTo>
                    <a:pt x="2745436" y="982315"/>
                  </a:lnTo>
                  <a:lnTo>
                    <a:pt x="2744364" y="982388"/>
                  </a:lnTo>
                  <a:lnTo>
                    <a:pt x="2743292" y="982461"/>
                  </a:lnTo>
                  <a:lnTo>
                    <a:pt x="2742221" y="982534"/>
                  </a:lnTo>
                  <a:lnTo>
                    <a:pt x="2741149" y="982607"/>
                  </a:lnTo>
                  <a:lnTo>
                    <a:pt x="2740078" y="982680"/>
                  </a:lnTo>
                  <a:lnTo>
                    <a:pt x="2739006" y="982752"/>
                  </a:lnTo>
                  <a:lnTo>
                    <a:pt x="2737934" y="982825"/>
                  </a:lnTo>
                  <a:lnTo>
                    <a:pt x="2736863" y="982897"/>
                  </a:lnTo>
                  <a:lnTo>
                    <a:pt x="2735791" y="982969"/>
                  </a:lnTo>
                  <a:lnTo>
                    <a:pt x="2734720" y="983041"/>
                  </a:lnTo>
                  <a:lnTo>
                    <a:pt x="2733648" y="983113"/>
                  </a:lnTo>
                  <a:lnTo>
                    <a:pt x="2732576" y="983185"/>
                  </a:lnTo>
                  <a:lnTo>
                    <a:pt x="2731505" y="983256"/>
                  </a:lnTo>
                  <a:lnTo>
                    <a:pt x="2730433" y="983327"/>
                  </a:lnTo>
                  <a:lnTo>
                    <a:pt x="2729362" y="983399"/>
                  </a:lnTo>
                  <a:lnTo>
                    <a:pt x="2728290" y="983470"/>
                  </a:lnTo>
                  <a:lnTo>
                    <a:pt x="2727218" y="983541"/>
                  </a:lnTo>
                  <a:lnTo>
                    <a:pt x="2726147" y="983611"/>
                  </a:lnTo>
                  <a:lnTo>
                    <a:pt x="2725075" y="983682"/>
                  </a:lnTo>
                  <a:lnTo>
                    <a:pt x="2724004" y="983752"/>
                  </a:lnTo>
                  <a:lnTo>
                    <a:pt x="2722932" y="983822"/>
                  </a:lnTo>
                  <a:lnTo>
                    <a:pt x="2721860" y="983892"/>
                  </a:lnTo>
                  <a:lnTo>
                    <a:pt x="2720789" y="983962"/>
                  </a:lnTo>
                  <a:lnTo>
                    <a:pt x="2719717" y="984032"/>
                  </a:lnTo>
                  <a:lnTo>
                    <a:pt x="2718646" y="984101"/>
                  </a:lnTo>
                  <a:lnTo>
                    <a:pt x="2717574" y="984171"/>
                  </a:lnTo>
                  <a:lnTo>
                    <a:pt x="2716502" y="984240"/>
                  </a:lnTo>
                  <a:lnTo>
                    <a:pt x="2715431" y="984309"/>
                  </a:lnTo>
                  <a:lnTo>
                    <a:pt x="2714359" y="984377"/>
                  </a:lnTo>
                  <a:lnTo>
                    <a:pt x="2713288" y="984446"/>
                  </a:lnTo>
                  <a:lnTo>
                    <a:pt x="2712216" y="984514"/>
                  </a:lnTo>
                  <a:lnTo>
                    <a:pt x="2711144" y="984582"/>
                  </a:lnTo>
                  <a:lnTo>
                    <a:pt x="2710073" y="984650"/>
                  </a:lnTo>
                  <a:lnTo>
                    <a:pt x="2709001" y="984718"/>
                  </a:lnTo>
                  <a:lnTo>
                    <a:pt x="2707930" y="984785"/>
                  </a:lnTo>
                  <a:lnTo>
                    <a:pt x="2706858" y="984852"/>
                  </a:lnTo>
                  <a:lnTo>
                    <a:pt x="2705786" y="984919"/>
                  </a:lnTo>
                  <a:lnTo>
                    <a:pt x="2704715" y="984986"/>
                  </a:lnTo>
                  <a:lnTo>
                    <a:pt x="2703643" y="985053"/>
                  </a:lnTo>
                  <a:lnTo>
                    <a:pt x="2702572" y="985119"/>
                  </a:lnTo>
                  <a:lnTo>
                    <a:pt x="2701500" y="985185"/>
                  </a:lnTo>
                  <a:lnTo>
                    <a:pt x="2700428" y="985251"/>
                  </a:lnTo>
                  <a:lnTo>
                    <a:pt x="2699357" y="985317"/>
                  </a:lnTo>
                  <a:lnTo>
                    <a:pt x="2698285" y="985382"/>
                  </a:lnTo>
                  <a:lnTo>
                    <a:pt x="2697214" y="985447"/>
                  </a:lnTo>
                  <a:lnTo>
                    <a:pt x="2696142" y="985512"/>
                  </a:lnTo>
                  <a:lnTo>
                    <a:pt x="2695070" y="985577"/>
                  </a:lnTo>
                  <a:lnTo>
                    <a:pt x="2693999" y="985641"/>
                  </a:lnTo>
                  <a:lnTo>
                    <a:pt x="2692927" y="985706"/>
                  </a:lnTo>
                  <a:lnTo>
                    <a:pt x="2691856" y="985770"/>
                  </a:lnTo>
                  <a:lnTo>
                    <a:pt x="2690784" y="985833"/>
                  </a:lnTo>
                  <a:lnTo>
                    <a:pt x="2689712" y="985897"/>
                  </a:lnTo>
                  <a:lnTo>
                    <a:pt x="2688641" y="985960"/>
                  </a:lnTo>
                  <a:lnTo>
                    <a:pt x="2687569" y="986023"/>
                  </a:lnTo>
                  <a:lnTo>
                    <a:pt x="2686498" y="986086"/>
                  </a:lnTo>
                  <a:lnTo>
                    <a:pt x="2685426" y="986148"/>
                  </a:lnTo>
                  <a:lnTo>
                    <a:pt x="2684354" y="986210"/>
                  </a:lnTo>
                  <a:lnTo>
                    <a:pt x="2683283" y="986272"/>
                  </a:lnTo>
                  <a:lnTo>
                    <a:pt x="2682211" y="986334"/>
                  </a:lnTo>
                  <a:lnTo>
                    <a:pt x="2681140" y="986395"/>
                  </a:lnTo>
                  <a:lnTo>
                    <a:pt x="2680068" y="986456"/>
                  </a:lnTo>
                  <a:lnTo>
                    <a:pt x="2678996" y="986517"/>
                  </a:lnTo>
                  <a:lnTo>
                    <a:pt x="2677925" y="986577"/>
                  </a:lnTo>
                  <a:lnTo>
                    <a:pt x="2676853" y="986637"/>
                  </a:lnTo>
                  <a:lnTo>
                    <a:pt x="2675782" y="986697"/>
                  </a:lnTo>
                  <a:lnTo>
                    <a:pt x="2674710" y="986757"/>
                  </a:lnTo>
                  <a:lnTo>
                    <a:pt x="2673638" y="986816"/>
                  </a:lnTo>
                  <a:lnTo>
                    <a:pt x="2672567" y="986875"/>
                  </a:lnTo>
                  <a:lnTo>
                    <a:pt x="2671495" y="986934"/>
                  </a:lnTo>
                  <a:lnTo>
                    <a:pt x="2670424" y="986992"/>
                  </a:lnTo>
                  <a:lnTo>
                    <a:pt x="2669352" y="987050"/>
                  </a:lnTo>
                  <a:lnTo>
                    <a:pt x="2668280" y="987108"/>
                  </a:lnTo>
                  <a:lnTo>
                    <a:pt x="2667209" y="987166"/>
                  </a:lnTo>
                  <a:lnTo>
                    <a:pt x="2666137" y="987223"/>
                  </a:lnTo>
                  <a:lnTo>
                    <a:pt x="2665066" y="987280"/>
                  </a:lnTo>
                  <a:lnTo>
                    <a:pt x="2663994" y="987336"/>
                  </a:lnTo>
                  <a:lnTo>
                    <a:pt x="2662922" y="987392"/>
                  </a:lnTo>
                  <a:lnTo>
                    <a:pt x="2661851" y="987448"/>
                  </a:lnTo>
                  <a:lnTo>
                    <a:pt x="2660779" y="987504"/>
                  </a:lnTo>
                  <a:lnTo>
                    <a:pt x="2659708" y="987559"/>
                  </a:lnTo>
                  <a:lnTo>
                    <a:pt x="2658636" y="987614"/>
                  </a:lnTo>
                  <a:lnTo>
                    <a:pt x="2657565" y="987669"/>
                  </a:lnTo>
                  <a:lnTo>
                    <a:pt x="2656493" y="987723"/>
                  </a:lnTo>
                  <a:lnTo>
                    <a:pt x="2655421" y="987777"/>
                  </a:lnTo>
                  <a:lnTo>
                    <a:pt x="2654350" y="987830"/>
                  </a:lnTo>
                  <a:lnTo>
                    <a:pt x="2653278" y="987883"/>
                  </a:lnTo>
                  <a:lnTo>
                    <a:pt x="2652207" y="987936"/>
                  </a:lnTo>
                  <a:lnTo>
                    <a:pt x="2651135" y="987989"/>
                  </a:lnTo>
                  <a:lnTo>
                    <a:pt x="2650063" y="988041"/>
                  </a:lnTo>
                  <a:lnTo>
                    <a:pt x="2648992" y="988093"/>
                  </a:lnTo>
                  <a:lnTo>
                    <a:pt x="2647920" y="988144"/>
                  </a:lnTo>
                  <a:lnTo>
                    <a:pt x="2646849" y="988195"/>
                  </a:lnTo>
                  <a:lnTo>
                    <a:pt x="2645777" y="988246"/>
                  </a:lnTo>
                  <a:lnTo>
                    <a:pt x="2644705" y="988297"/>
                  </a:lnTo>
                  <a:lnTo>
                    <a:pt x="2643634" y="988347"/>
                  </a:lnTo>
                  <a:lnTo>
                    <a:pt x="2642562" y="988396"/>
                  </a:lnTo>
                  <a:lnTo>
                    <a:pt x="2641491" y="988446"/>
                  </a:lnTo>
                  <a:lnTo>
                    <a:pt x="2640419" y="988494"/>
                  </a:lnTo>
                  <a:lnTo>
                    <a:pt x="2639347" y="988543"/>
                  </a:lnTo>
                  <a:lnTo>
                    <a:pt x="2638276" y="988591"/>
                  </a:lnTo>
                  <a:lnTo>
                    <a:pt x="2637204" y="988639"/>
                  </a:lnTo>
                  <a:lnTo>
                    <a:pt x="2636133" y="988686"/>
                  </a:lnTo>
                  <a:lnTo>
                    <a:pt x="2635061" y="988733"/>
                  </a:lnTo>
                  <a:lnTo>
                    <a:pt x="2633989" y="988780"/>
                  </a:lnTo>
                  <a:lnTo>
                    <a:pt x="2632918" y="988826"/>
                  </a:lnTo>
                  <a:lnTo>
                    <a:pt x="2631846" y="988872"/>
                  </a:lnTo>
                  <a:lnTo>
                    <a:pt x="2630775" y="988917"/>
                  </a:lnTo>
                  <a:lnTo>
                    <a:pt x="2629703" y="988962"/>
                  </a:lnTo>
                  <a:lnTo>
                    <a:pt x="2628631" y="989007"/>
                  </a:lnTo>
                  <a:lnTo>
                    <a:pt x="2627560" y="989051"/>
                  </a:lnTo>
                  <a:lnTo>
                    <a:pt x="2626488" y="989095"/>
                  </a:lnTo>
                  <a:lnTo>
                    <a:pt x="2625417" y="989139"/>
                  </a:lnTo>
                  <a:lnTo>
                    <a:pt x="2624345" y="989182"/>
                  </a:lnTo>
                  <a:lnTo>
                    <a:pt x="2623273" y="989224"/>
                  </a:lnTo>
                  <a:lnTo>
                    <a:pt x="2622202" y="989266"/>
                  </a:lnTo>
                  <a:lnTo>
                    <a:pt x="2621130" y="989308"/>
                  </a:lnTo>
                  <a:lnTo>
                    <a:pt x="2620059" y="989349"/>
                  </a:lnTo>
                  <a:lnTo>
                    <a:pt x="2618987" y="989390"/>
                  </a:lnTo>
                  <a:lnTo>
                    <a:pt x="2617915" y="989431"/>
                  </a:lnTo>
                  <a:lnTo>
                    <a:pt x="2616844" y="989471"/>
                  </a:lnTo>
                  <a:lnTo>
                    <a:pt x="2615772" y="989510"/>
                  </a:lnTo>
                  <a:lnTo>
                    <a:pt x="2614701" y="989550"/>
                  </a:lnTo>
                  <a:lnTo>
                    <a:pt x="2613629" y="989588"/>
                  </a:lnTo>
                  <a:lnTo>
                    <a:pt x="2612557" y="989627"/>
                  </a:lnTo>
                  <a:lnTo>
                    <a:pt x="2611486" y="989665"/>
                  </a:lnTo>
                  <a:lnTo>
                    <a:pt x="2610414" y="989702"/>
                  </a:lnTo>
                  <a:lnTo>
                    <a:pt x="2609343" y="989739"/>
                  </a:lnTo>
                  <a:lnTo>
                    <a:pt x="2608271" y="989775"/>
                  </a:lnTo>
                  <a:lnTo>
                    <a:pt x="2607199" y="989812"/>
                  </a:lnTo>
                  <a:lnTo>
                    <a:pt x="2606128" y="989847"/>
                  </a:lnTo>
                  <a:lnTo>
                    <a:pt x="2605056" y="989882"/>
                  </a:lnTo>
                  <a:lnTo>
                    <a:pt x="2603985" y="989917"/>
                  </a:lnTo>
                  <a:lnTo>
                    <a:pt x="2602913" y="989951"/>
                  </a:lnTo>
                  <a:lnTo>
                    <a:pt x="2601841" y="989985"/>
                  </a:lnTo>
                  <a:lnTo>
                    <a:pt x="2600770" y="990018"/>
                  </a:lnTo>
                  <a:lnTo>
                    <a:pt x="2599698" y="990051"/>
                  </a:lnTo>
                  <a:lnTo>
                    <a:pt x="2598627" y="990084"/>
                  </a:lnTo>
                  <a:lnTo>
                    <a:pt x="2597555" y="990115"/>
                  </a:lnTo>
                  <a:lnTo>
                    <a:pt x="2596483" y="990147"/>
                  </a:lnTo>
                  <a:lnTo>
                    <a:pt x="2595412" y="990178"/>
                  </a:lnTo>
                  <a:lnTo>
                    <a:pt x="2594340" y="990208"/>
                  </a:lnTo>
                  <a:lnTo>
                    <a:pt x="2593269" y="990238"/>
                  </a:lnTo>
                  <a:lnTo>
                    <a:pt x="2592197" y="990268"/>
                  </a:lnTo>
                  <a:lnTo>
                    <a:pt x="2591125" y="990297"/>
                  </a:lnTo>
                  <a:lnTo>
                    <a:pt x="2590054" y="990325"/>
                  </a:lnTo>
                  <a:lnTo>
                    <a:pt x="2588982" y="990353"/>
                  </a:lnTo>
                  <a:lnTo>
                    <a:pt x="2587911" y="990381"/>
                  </a:lnTo>
                  <a:lnTo>
                    <a:pt x="2586839" y="990408"/>
                  </a:lnTo>
                  <a:lnTo>
                    <a:pt x="2585767" y="990434"/>
                  </a:lnTo>
                  <a:lnTo>
                    <a:pt x="2584696" y="990460"/>
                  </a:lnTo>
                  <a:lnTo>
                    <a:pt x="2583624" y="990486"/>
                  </a:lnTo>
                  <a:lnTo>
                    <a:pt x="2582553" y="990511"/>
                  </a:lnTo>
                  <a:lnTo>
                    <a:pt x="2581481" y="990535"/>
                  </a:lnTo>
                  <a:lnTo>
                    <a:pt x="2580409" y="990559"/>
                  </a:lnTo>
                  <a:lnTo>
                    <a:pt x="2579338" y="990582"/>
                  </a:lnTo>
                  <a:lnTo>
                    <a:pt x="2578266" y="990605"/>
                  </a:lnTo>
                  <a:lnTo>
                    <a:pt x="2577195" y="990628"/>
                  </a:lnTo>
                  <a:lnTo>
                    <a:pt x="2576123" y="990650"/>
                  </a:lnTo>
                  <a:lnTo>
                    <a:pt x="2575051" y="990671"/>
                  </a:lnTo>
                  <a:lnTo>
                    <a:pt x="2573980" y="990692"/>
                  </a:lnTo>
                  <a:lnTo>
                    <a:pt x="2572908" y="990712"/>
                  </a:lnTo>
                  <a:lnTo>
                    <a:pt x="2571837" y="990732"/>
                  </a:lnTo>
                  <a:lnTo>
                    <a:pt x="2570765" y="990751"/>
                  </a:lnTo>
                  <a:lnTo>
                    <a:pt x="2569693" y="990770"/>
                  </a:lnTo>
                  <a:lnTo>
                    <a:pt x="2568622" y="990788"/>
                  </a:lnTo>
                  <a:lnTo>
                    <a:pt x="2567550" y="990805"/>
                  </a:lnTo>
                  <a:lnTo>
                    <a:pt x="2566479" y="990822"/>
                  </a:lnTo>
                  <a:lnTo>
                    <a:pt x="2565407" y="990839"/>
                  </a:lnTo>
                  <a:lnTo>
                    <a:pt x="2564335" y="990855"/>
                  </a:lnTo>
                  <a:lnTo>
                    <a:pt x="2563264" y="990870"/>
                  </a:lnTo>
                  <a:lnTo>
                    <a:pt x="2562192" y="990885"/>
                  </a:lnTo>
                  <a:lnTo>
                    <a:pt x="2561121" y="990899"/>
                  </a:lnTo>
                  <a:lnTo>
                    <a:pt x="2560049" y="990913"/>
                  </a:lnTo>
                  <a:lnTo>
                    <a:pt x="2558977" y="990926"/>
                  </a:lnTo>
                  <a:lnTo>
                    <a:pt x="2557906" y="990939"/>
                  </a:lnTo>
                  <a:lnTo>
                    <a:pt x="2556834" y="990951"/>
                  </a:lnTo>
                  <a:lnTo>
                    <a:pt x="2555763" y="990962"/>
                  </a:lnTo>
                  <a:lnTo>
                    <a:pt x="2554691" y="990973"/>
                  </a:lnTo>
                  <a:lnTo>
                    <a:pt x="2553619" y="990983"/>
                  </a:lnTo>
                  <a:lnTo>
                    <a:pt x="2552548" y="990993"/>
                  </a:lnTo>
                  <a:lnTo>
                    <a:pt x="2551476" y="991002"/>
                  </a:lnTo>
                  <a:lnTo>
                    <a:pt x="2550405" y="991010"/>
                  </a:lnTo>
                  <a:lnTo>
                    <a:pt x="2549333" y="991018"/>
                  </a:lnTo>
                  <a:lnTo>
                    <a:pt x="2548261" y="991026"/>
                  </a:lnTo>
                  <a:lnTo>
                    <a:pt x="2547190" y="991032"/>
                  </a:lnTo>
                  <a:lnTo>
                    <a:pt x="2546118" y="991039"/>
                  </a:lnTo>
                  <a:lnTo>
                    <a:pt x="2545047" y="991044"/>
                  </a:lnTo>
                  <a:lnTo>
                    <a:pt x="2543975" y="991049"/>
                  </a:lnTo>
                  <a:lnTo>
                    <a:pt x="2542903" y="991053"/>
                  </a:lnTo>
                  <a:lnTo>
                    <a:pt x="2541832" y="991057"/>
                  </a:lnTo>
                  <a:lnTo>
                    <a:pt x="2540760" y="991060"/>
                  </a:lnTo>
                  <a:lnTo>
                    <a:pt x="2539689" y="991063"/>
                  </a:lnTo>
                  <a:lnTo>
                    <a:pt x="2538617" y="991065"/>
                  </a:lnTo>
                  <a:lnTo>
                    <a:pt x="2537545" y="991066"/>
                  </a:lnTo>
                  <a:lnTo>
                    <a:pt x="2536474" y="991067"/>
                  </a:lnTo>
                  <a:lnTo>
                    <a:pt x="2535402" y="991067"/>
                  </a:lnTo>
                  <a:lnTo>
                    <a:pt x="2534331" y="991066"/>
                  </a:lnTo>
                  <a:lnTo>
                    <a:pt x="2533259" y="991065"/>
                  </a:lnTo>
                  <a:lnTo>
                    <a:pt x="2532187" y="991063"/>
                  </a:lnTo>
                  <a:lnTo>
                    <a:pt x="2531116" y="991061"/>
                  </a:lnTo>
                  <a:lnTo>
                    <a:pt x="2530044" y="991058"/>
                  </a:lnTo>
                  <a:lnTo>
                    <a:pt x="2528973" y="991054"/>
                  </a:lnTo>
                  <a:lnTo>
                    <a:pt x="2527901" y="991050"/>
                  </a:lnTo>
                  <a:lnTo>
                    <a:pt x="2526829" y="991045"/>
                  </a:lnTo>
                  <a:lnTo>
                    <a:pt x="2525758" y="991039"/>
                  </a:lnTo>
                  <a:lnTo>
                    <a:pt x="2524686" y="991033"/>
                  </a:lnTo>
                  <a:lnTo>
                    <a:pt x="2523615" y="991026"/>
                  </a:lnTo>
                  <a:lnTo>
                    <a:pt x="2522543" y="991018"/>
                  </a:lnTo>
                  <a:lnTo>
                    <a:pt x="2521471" y="991010"/>
                  </a:lnTo>
                  <a:lnTo>
                    <a:pt x="2520400" y="991001"/>
                  </a:lnTo>
                  <a:lnTo>
                    <a:pt x="2519328" y="990992"/>
                  </a:lnTo>
                  <a:lnTo>
                    <a:pt x="2518257" y="990982"/>
                  </a:lnTo>
                  <a:lnTo>
                    <a:pt x="2517185" y="990971"/>
                  </a:lnTo>
                  <a:lnTo>
                    <a:pt x="2516113" y="990959"/>
                  </a:lnTo>
                  <a:lnTo>
                    <a:pt x="2515042" y="990947"/>
                  </a:lnTo>
                  <a:lnTo>
                    <a:pt x="2513970" y="990934"/>
                  </a:lnTo>
                  <a:lnTo>
                    <a:pt x="2512899" y="990921"/>
                  </a:lnTo>
                  <a:lnTo>
                    <a:pt x="2511827" y="990907"/>
                  </a:lnTo>
                  <a:lnTo>
                    <a:pt x="2510755" y="990892"/>
                  </a:lnTo>
                  <a:lnTo>
                    <a:pt x="2509684" y="990876"/>
                  </a:lnTo>
                  <a:lnTo>
                    <a:pt x="2508612" y="990860"/>
                  </a:lnTo>
                  <a:lnTo>
                    <a:pt x="2507541" y="990843"/>
                  </a:lnTo>
                  <a:lnTo>
                    <a:pt x="2506469" y="990825"/>
                  </a:lnTo>
                  <a:lnTo>
                    <a:pt x="2505397" y="990807"/>
                  </a:lnTo>
                  <a:lnTo>
                    <a:pt x="2504326" y="990788"/>
                  </a:lnTo>
                  <a:lnTo>
                    <a:pt x="2503254" y="990769"/>
                  </a:lnTo>
                  <a:lnTo>
                    <a:pt x="2502183" y="990748"/>
                  </a:lnTo>
                  <a:lnTo>
                    <a:pt x="2501111" y="990727"/>
                  </a:lnTo>
                  <a:lnTo>
                    <a:pt x="2500039" y="990705"/>
                  </a:lnTo>
                  <a:lnTo>
                    <a:pt x="2498968" y="990683"/>
                  </a:lnTo>
                  <a:lnTo>
                    <a:pt x="2497896" y="990660"/>
                  </a:lnTo>
                  <a:lnTo>
                    <a:pt x="2496825" y="990636"/>
                  </a:lnTo>
                  <a:lnTo>
                    <a:pt x="2495753" y="990611"/>
                  </a:lnTo>
                  <a:lnTo>
                    <a:pt x="2494681" y="990586"/>
                  </a:lnTo>
                  <a:lnTo>
                    <a:pt x="2493610" y="990560"/>
                  </a:lnTo>
                  <a:lnTo>
                    <a:pt x="2492538" y="990533"/>
                  </a:lnTo>
                  <a:lnTo>
                    <a:pt x="2491467" y="990506"/>
                  </a:lnTo>
                  <a:lnTo>
                    <a:pt x="2490395" y="990478"/>
                  </a:lnTo>
                  <a:lnTo>
                    <a:pt x="2489323" y="990449"/>
                  </a:lnTo>
                  <a:lnTo>
                    <a:pt x="2488252" y="990419"/>
                  </a:lnTo>
                  <a:lnTo>
                    <a:pt x="2487180" y="990389"/>
                  </a:lnTo>
                  <a:lnTo>
                    <a:pt x="2486109" y="990358"/>
                  </a:lnTo>
                  <a:lnTo>
                    <a:pt x="2485037" y="990326"/>
                  </a:lnTo>
                  <a:lnTo>
                    <a:pt x="2483966" y="990293"/>
                  </a:lnTo>
                  <a:lnTo>
                    <a:pt x="2482894" y="990260"/>
                  </a:lnTo>
                  <a:lnTo>
                    <a:pt x="2481822" y="990226"/>
                  </a:lnTo>
                  <a:lnTo>
                    <a:pt x="2480751" y="990191"/>
                  </a:lnTo>
                  <a:lnTo>
                    <a:pt x="2479679" y="990156"/>
                  </a:lnTo>
                  <a:lnTo>
                    <a:pt x="2478608" y="990119"/>
                  </a:lnTo>
                  <a:lnTo>
                    <a:pt x="2477536" y="990082"/>
                  </a:lnTo>
                  <a:lnTo>
                    <a:pt x="2476464" y="990044"/>
                  </a:lnTo>
                  <a:lnTo>
                    <a:pt x="2475393" y="990006"/>
                  </a:lnTo>
                  <a:lnTo>
                    <a:pt x="2474321" y="989967"/>
                  </a:lnTo>
                  <a:lnTo>
                    <a:pt x="2473250" y="989926"/>
                  </a:lnTo>
                  <a:lnTo>
                    <a:pt x="2472178" y="989886"/>
                  </a:lnTo>
                  <a:lnTo>
                    <a:pt x="2471106" y="989844"/>
                  </a:lnTo>
                  <a:lnTo>
                    <a:pt x="2470035" y="989802"/>
                  </a:lnTo>
                  <a:lnTo>
                    <a:pt x="2468963" y="989758"/>
                  </a:lnTo>
                  <a:lnTo>
                    <a:pt x="2467892" y="989715"/>
                  </a:lnTo>
                  <a:lnTo>
                    <a:pt x="2466820" y="989670"/>
                  </a:lnTo>
                  <a:lnTo>
                    <a:pt x="2465748" y="989624"/>
                  </a:lnTo>
                  <a:lnTo>
                    <a:pt x="2464677" y="989578"/>
                  </a:lnTo>
                  <a:lnTo>
                    <a:pt x="2463605" y="989531"/>
                  </a:lnTo>
                  <a:lnTo>
                    <a:pt x="2462534" y="989483"/>
                  </a:lnTo>
                  <a:lnTo>
                    <a:pt x="2461462" y="989435"/>
                  </a:lnTo>
                  <a:lnTo>
                    <a:pt x="2460390" y="989385"/>
                  </a:lnTo>
                  <a:lnTo>
                    <a:pt x="2459319" y="989335"/>
                  </a:lnTo>
                  <a:lnTo>
                    <a:pt x="2458247" y="989284"/>
                  </a:lnTo>
                  <a:lnTo>
                    <a:pt x="2457176" y="989232"/>
                  </a:lnTo>
                  <a:lnTo>
                    <a:pt x="2456104" y="989179"/>
                  </a:lnTo>
                  <a:lnTo>
                    <a:pt x="2455032" y="989126"/>
                  </a:lnTo>
                  <a:lnTo>
                    <a:pt x="2453961" y="989072"/>
                  </a:lnTo>
                  <a:lnTo>
                    <a:pt x="2452889" y="989017"/>
                  </a:lnTo>
                  <a:lnTo>
                    <a:pt x="2451818" y="988961"/>
                  </a:lnTo>
                  <a:lnTo>
                    <a:pt x="2450746" y="988904"/>
                  </a:lnTo>
                  <a:lnTo>
                    <a:pt x="2449674" y="988847"/>
                  </a:lnTo>
                  <a:lnTo>
                    <a:pt x="2448603" y="988788"/>
                  </a:lnTo>
                  <a:lnTo>
                    <a:pt x="2447531" y="988729"/>
                  </a:lnTo>
                  <a:lnTo>
                    <a:pt x="2446460" y="988669"/>
                  </a:lnTo>
                  <a:lnTo>
                    <a:pt x="2445388" y="988609"/>
                  </a:lnTo>
                  <a:lnTo>
                    <a:pt x="2444316" y="988547"/>
                  </a:lnTo>
                  <a:lnTo>
                    <a:pt x="2443245" y="988485"/>
                  </a:lnTo>
                  <a:lnTo>
                    <a:pt x="2442173" y="988421"/>
                  </a:lnTo>
                  <a:lnTo>
                    <a:pt x="2441102" y="988357"/>
                  </a:lnTo>
                  <a:lnTo>
                    <a:pt x="2440030" y="988292"/>
                  </a:lnTo>
                  <a:lnTo>
                    <a:pt x="2438958" y="988227"/>
                  </a:lnTo>
                  <a:lnTo>
                    <a:pt x="2437887" y="988160"/>
                  </a:lnTo>
                  <a:lnTo>
                    <a:pt x="2436815" y="988092"/>
                  </a:lnTo>
                  <a:lnTo>
                    <a:pt x="2435744" y="988024"/>
                  </a:lnTo>
                  <a:lnTo>
                    <a:pt x="2434672" y="987955"/>
                  </a:lnTo>
                  <a:lnTo>
                    <a:pt x="2433600" y="987885"/>
                  </a:lnTo>
                  <a:lnTo>
                    <a:pt x="2432529" y="987814"/>
                  </a:lnTo>
                  <a:lnTo>
                    <a:pt x="2431457" y="987742"/>
                  </a:lnTo>
                  <a:lnTo>
                    <a:pt x="2430386" y="987670"/>
                  </a:lnTo>
                  <a:lnTo>
                    <a:pt x="2429314" y="987596"/>
                  </a:lnTo>
                  <a:lnTo>
                    <a:pt x="2428242" y="987522"/>
                  </a:lnTo>
                  <a:lnTo>
                    <a:pt x="2427171" y="987447"/>
                  </a:lnTo>
                  <a:lnTo>
                    <a:pt x="2426099" y="987371"/>
                  </a:lnTo>
                  <a:lnTo>
                    <a:pt x="2425028" y="987294"/>
                  </a:lnTo>
                  <a:lnTo>
                    <a:pt x="2423956" y="987216"/>
                  </a:lnTo>
                  <a:lnTo>
                    <a:pt x="2422884" y="987137"/>
                  </a:lnTo>
                  <a:lnTo>
                    <a:pt x="2421813" y="987058"/>
                  </a:lnTo>
                  <a:lnTo>
                    <a:pt x="2420741" y="986977"/>
                  </a:lnTo>
                  <a:lnTo>
                    <a:pt x="2419670" y="986896"/>
                  </a:lnTo>
                  <a:lnTo>
                    <a:pt x="2418598" y="986814"/>
                  </a:lnTo>
                  <a:lnTo>
                    <a:pt x="2417526" y="986730"/>
                  </a:lnTo>
                  <a:lnTo>
                    <a:pt x="2416455" y="986646"/>
                  </a:lnTo>
                  <a:lnTo>
                    <a:pt x="2415383" y="986562"/>
                  </a:lnTo>
                  <a:lnTo>
                    <a:pt x="2414312" y="986476"/>
                  </a:lnTo>
                  <a:lnTo>
                    <a:pt x="2413240" y="986389"/>
                  </a:lnTo>
                  <a:lnTo>
                    <a:pt x="2412168" y="986301"/>
                  </a:lnTo>
                  <a:lnTo>
                    <a:pt x="2411097" y="986213"/>
                  </a:lnTo>
                  <a:lnTo>
                    <a:pt x="2410025" y="986123"/>
                  </a:lnTo>
                  <a:lnTo>
                    <a:pt x="2408954" y="986033"/>
                  </a:lnTo>
                  <a:lnTo>
                    <a:pt x="2407882" y="985942"/>
                  </a:lnTo>
                  <a:lnTo>
                    <a:pt x="2406810" y="985850"/>
                  </a:lnTo>
                  <a:lnTo>
                    <a:pt x="2405739" y="985757"/>
                  </a:lnTo>
                  <a:lnTo>
                    <a:pt x="2404667" y="985663"/>
                  </a:lnTo>
                  <a:lnTo>
                    <a:pt x="2403596" y="985568"/>
                  </a:lnTo>
                  <a:lnTo>
                    <a:pt x="2402524" y="985472"/>
                  </a:lnTo>
                  <a:lnTo>
                    <a:pt x="2401452" y="985375"/>
                  </a:lnTo>
                  <a:lnTo>
                    <a:pt x="2400381" y="985277"/>
                  </a:lnTo>
                  <a:lnTo>
                    <a:pt x="2399309" y="985179"/>
                  </a:lnTo>
                  <a:lnTo>
                    <a:pt x="2398238" y="985079"/>
                  </a:lnTo>
                  <a:lnTo>
                    <a:pt x="2397166" y="984978"/>
                  </a:lnTo>
                  <a:lnTo>
                    <a:pt x="2396094" y="984877"/>
                  </a:lnTo>
                  <a:lnTo>
                    <a:pt x="2395023" y="984775"/>
                  </a:lnTo>
                  <a:lnTo>
                    <a:pt x="2393951" y="984671"/>
                  </a:lnTo>
                  <a:lnTo>
                    <a:pt x="2392880" y="984567"/>
                  </a:lnTo>
                  <a:lnTo>
                    <a:pt x="2391808" y="984462"/>
                  </a:lnTo>
                  <a:lnTo>
                    <a:pt x="2390736" y="984355"/>
                  </a:lnTo>
                  <a:lnTo>
                    <a:pt x="2389665" y="984248"/>
                  </a:lnTo>
                  <a:lnTo>
                    <a:pt x="2388593" y="984140"/>
                  </a:lnTo>
                  <a:lnTo>
                    <a:pt x="2387522" y="984031"/>
                  </a:lnTo>
                  <a:lnTo>
                    <a:pt x="2386450" y="983921"/>
                  </a:lnTo>
                  <a:lnTo>
                    <a:pt x="2385378" y="983810"/>
                  </a:lnTo>
                  <a:lnTo>
                    <a:pt x="2384307" y="983698"/>
                  </a:lnTo>
                  <a:lnTo>
                    <a:pt x="2383235" y="983585"/>
                  </a:lnTo>
                  <a:lnTo>
                    <a:pt x="2382164" y="983471"/>
                  </a:lnTo>
                  <a:lnTo>
                    <a:pt x="2381092" y="983356"/>
                  </a:lnTo>
                  <a:lnTo>
                    <a:pt x="2380020" y="983240"/>
                  </a:lnTo>
                  <a:lnTo>
                    <a:pt x="2378949" y="983124"/>
                  </a:lnTo>
                  <a:lnTo>
                    <a:pt x="2377877" y="983006"/>
                  </a:lnTo>
                  <a:lnTo>
                    <a:pt x="2376806" y="982887"/>
                  </a:lnTo>
                  <a:lnTo>
                    <a:pt x="2375734" y="982767"/>
                  </a:lnTo>
                  <a:lnTo>
                    <a:pt x="2374662" y="982646"/>
                  </a:lnTo>
                  <a:lnTo>
                    <a:pt x="2373591" y="982524"/>
                  </a:lnTo>
                  <a:lnTo>
                    <a:pt x="2372519" y="982402"/>
                  </a:lnTo>
                  <a:lnTo>
                    <a:pt x="2371448" y="982278"/>
                  </a:lnTo>
                  <a:lnTo>
                    <a:pt x="2370376" y="982153"/>
                  </a:lnTo>
                  <a:lnTo>
                    <a:pt x="2369304" y="982027"/>
                  </a:lnTo>
                  <a:lnTo>
                    <a:pt x="2368233" y="981900"/>
                  </a:lnTo>
                  <a:lnTo>
                    <a:pt x="2367161" y="981773"/>
                  </a:lnTo>
                  <a:lnTo>
                    <a:pt x="2366090" y="981644"/>
                  </a:lnTo>
                  <a:lnTo>
                    <a:pt x="2365018" y="981514"/>
                  </a:lnTo>
                  <a:lnTo>
                    <a:pt x="2363946" y="981383"/>
                  </a:lnTo>
                  <a:lnTo>
                    <a:pt x="2362875" y="981251"/>
                  </a:lnTo>
                  <a:lnTo>
                    <a:pt x="2361803" y="981118"/>
                  </a:lnTo>
                  <a:lnTo>
                    <a:pt x="2360732" y="980984"/>
                  </a:lnTo>
                  <a:lnTo>
                    <a:pt x="2359660" y="980850"/>
                  </a:lnTo>
                  <a:lnTo>
                    <a:pt x="2358588" y="980714"/>
                  </a:lnTo>
                  <a:lnTo>
                    <a:pt x="2357517" y="980577"/>
                  </a:lnTo>
                  <a:lnTo>
                    <a:pt x="2356445" y="980438"/>
                  </a:lnTo>
                  <a:lnTo>
                    <a:pt x="2355374" y="980299"/>
                  </a:lnTo>
                  <a:lnTo>
                    <a:pt x="2354302" y="980159"/>
                  </a:lnTo>
                  <a:lnTo>
                    <a:pt x="2353230" y="980018"/>
                  </a:lnTo>
                  <a:lnTo>
                    <a:pt x="2352159" y="979876"/>
                  </a:lnTo>
                  <a:lnTo>
                    <a:pt x="2351087" y="979733"/>
                  </a:lnTo>
                  <a:lnTo>
                    <a:pt x="2350016" y="979588"/>
                  </a:lnTo>
                  <a:lnTo>
                    <a:pt x="2348944" y="979443"/>
                  </a:lnTo>
                  <a:lnTo>
                    <a:pt x="2347872" y="979297"/>
                  </a:lnTo>
                  <a:lnTo>
                    <a:pt x="2346801" y="979149"/>
                  </a:lnTo>
                  <a:lnTo>
                    <a:pt x="2345729" y="979001"/>
                  </a:lnTo>
                  <a:lnTo>
                    <a:pt x="2344658" y="978851"/>
                  </a:lnTo>
                  <a:lnTo>
                    <a:pt x="2343586" y="978700"/>
                  </a:lnTo>
                  <a:lnTo>
                    <a:pt x="2342514" y="978549"/>
                  </a:lnTo>
                  <a:lnTo>
                    <a:pt x="2341443" y="978396"/>
                  </a:lnTo>
                  <a:lnTo>
                    <a:pt x="2340371" y="978242"/>
                  </a:lnTo>
                  <a:lnTo>
                    <a:pt x="2339300" y="978087"/>
                  </a:lnTo>
                  <a:lnTo>
                    <a:pt x="2338228" y="977931"/>
                  </a:lnTo>
                  <a:lnTo>
                    <a:pt x="2337156" y="977774"/>
                  </a:lnTo>
                  <a:lnTo>
                    <a:pt x="2336085" y="977616"/>
                  </a:lnTo>
                  <a:lnTo>
                    <a:pt x="2335013" y="977457"/>
                  </a:lnTo>
                  <a:lnTo>
                    <a:pt x="2333942" y="977296"/>
                  </a:lnTo>
                  <a:lnTo>
                    <a:pt x="2332870" y="977135"/>
                  </a:lnTo>
                  <a:lnTo>
                    <a:pt x="2331798" y="976972"/>
                  </a:lnTo>
                  <a:lnTo>
                    <a:pt x="2330727" y="976809"/>
                  </a:lnTo>
                  <a:lnTo>
                    <a:pt x="2329655" y="976644"/>
                  </a:lnTo>
                  <a:lnTo>
                    <a:pt x="2328584" y="976478"/>
                  </a:lnTo>
                  <a:lnTo>
                    <a:pt x="2327512" y="976311"/>
                  </a:lnTo>
                  <a:lnTo>
                    <a:pt x="2326440" y="976143"/>
                  </a:lnTo>
                  <a:lnTo>
                    <a:pt x="2325369" y="975974"/>
                  </a:lnTo>
                  <a:lnTo>
                    <a:pt x="2324297" y="975804"/>
                  </a:lnTo>
                  <a:lnTo>
                    <a:pt x="2323226" y="975632"/>
                  </a:lnTo>
                  <a:lnTo>
                    <a:pt x="2322154" y="975460"/>
                  </a:lnTo>
                  <a:lnTo>
                    <a:pt x="2321082" y="975286"/>
                  </a:lnTo>
                  <a:lnTo>
                    <a:pt x="2320011" y="975111"/>
                  </a:lnTo>
                  <a:lnTo>
                    <a:pt x="2318939" y="974936"/>
                  </a:lnTo>
                  <a:lnTo>
                    <a:pt x="2317868" y="974759"/>
                  </a:lnTo>
                  <a:lnTo>
                    <a:pt x="2316796" y="974580"/>
                  </a:lnTo>
                  <a:lnTo>
                    <a:pt x="2315724" y="974401"/>
                  </a:lnTo>
                  <a:lnTo>
                    <a:pt x="2314653" y="974221"/>
                  </a:lnTo>
                  <a:lnTo>
                    <a:pt x="2313581" y="974039"/>
                  </a:lnTo>
                  <a:lnTo>
                    <a:pt x="2312510" y="973857"/>
                  </a:lnTo>
                  <a:lnTo>
                    <a:pt x="2311438" y="973673"/>
                  </a:lnTo>
                  <a:lnTo>
                    <a:pt x="2310366" y="973488"/>
                  </a:lnTo>
                  <a:lnTo>
                    <a:pt x="2309295" y="973302"/>
                  </a:lnTo>
                  <a:lnTo>
                    <a:pt x="2308223" y="973115"/>
                  </a:lnTo>
                  <a:lnTo>
                    <a:pt x="2307152" y="972926"/>
                  </a:lnTo>
                  <a:lnTo>
                    <a:pt x="2306080" y="972737"/>
                  </a:lnTo>
                  <a:lnTo>
                    <a:pt x="2305009" y="972546"/>
                  </a:lnTo>
                  <a:lnTo>
                    <a:pt x="2303937" y="972354"/>
                  </a:lnTo>
                  <a:lnTo>
                    <a:pt x="2302865" y="972161"/>
                  </a:lnTo>
                  <a:lnTo>
                    <a:pt x="2301794" y="971967"/>
                  </a:lnTo>
                  <a:lnTo>
                    <a:pt x="2300722" y="971771"/>
                  </a:lnTo>
                  <a:lnTo>
                    <a:pt x="2299651" y="971575"/>
                  </a:lnTo>
                  <a:lnTo>
                    <a:pt x="2298579" y="971377"/>
                  </a:lnTo>
                  <a:lnTo>
                    <a:pt x="2297507" y="971178"/>
                  </a:lnTo>
                  <a:lnTo>
                    <a:pt x="2296436" y="970978"/>
                  </a:lnTo>
                  <a:lnTo>
                    <a:pt x="2295364" y="970777"/>
                  </a:lnTo>
                  <a:lnTo>
                    <a:pt x="2294293" y="970574"/>
                  </a:lnTo>
                  <a:lnTo>
                    <a:pt x="2293221" y="970371"/>
                  </a:lnTo>
                  <a:lnTo>
                    <a:pt x="2292149" y="970166"/>
                  </a:lnTo>
                  <a:lnTo>
                    <a:pt x="2291078" y="969960"/>
                  </a:lnTo>
                  <a:lnTo>
                    <a:pt x="2290006" y="969753"/>
                  </a:lnTo>
                  <a:lnTo>
                    <a:pt x="2288935" y="969544"/>
                  </a:lnTo>
                  <a:lnTo>
                    <a:pt x="2287863" y="969335"/>
                  </a:lnTo>
                  <a:lnTo>
                    <a:pt x="2286791" y="969124"/>
                  </a:lnTo>
                  <a:lnTo>
                    <a:pt x="2285720" y="968912"/>
                  </a:lnTo>
                  <a:lnTo>
                    <a:pt x="2284648" y="968699"/>
                  </a:lnTo>
                  <a:lnTo>
                    <a:pt x="2283577" y="968484"/>
                  </a:lnTo>
                  <a:lnTo>
                    <a:pt x="2282505" y="968268"/>
                  </a:lnTo>
                  <a:lnTo>
                    <a:pt x="2281433" y="968052"/>
                  </a:lnTo>
                  <a:lnTo>
                    <a:pt x="2280362" y="967833"/>
                  </a:lnTo>
                  <a:lnTo>
                    <a:pt x="2279290" y="967614"/>
                  </a:lnTo>
                  <a:lnTo>
                    <a:pt x="2278219" y="967394"/>
                  </a:lnTo>
                  <a:lnTo>
                    <a:pt x="2277147" y="967172"/>
                  </a:lnTo>
                  <a:lnTo>
                    <a:pt x="2276075" y="966949"/>
                  </a:lnTo>
                  <a:lnTo>
                    <a:pt x="2275004" y="966725"/>
                  </a:lnTo>
                  <a:lnTo>
                    <a:pt x="2273932" y="966499"/>
                  </a:lnTo>
                  <a:lnTo>
                    <a:pt x="2272861" y="966272"/>
                  </a:lnTo>
                  <a:lnTo>
                    <a:pt x="2271789" y="966044"/>
                  </a:lnTo>
                  <a:lnTo>
                    <a:pt x="2270717" y="965815"/>
                  </a:lnTo>
                  <a:lnTo>
                    <a:pt x="2269646" y="965585"/>
                  </a:lnTo>
                  <a:lnTo>
                    <a:pt x="2268574" y="965353"/>
                  </a:lnTo>
                  <a:lnTo>
                    <a:pt x="2267503" y="965120"/>
                  </a:lnTo>
                  <a:lnTo>
                    <a:pt x="2266431" y="964886"/>
                  </a:lnTo>
                  <a:lnTo>
                    <a:pt x="2265359" y="964650"/>
                  </a:lnTo>
                  <a:lnTo>
                    <a:pt x="2264288" y="964414"/>
                  </a:lnTo>
                  <a:lnTo>
                    <a:pt x="2263216" y="964176"/>
                  </a:lnTo>
                  <a:lnTo>
                    <a:pt x="2262145" y="963937"/>
                  </a:lnTo>
                  <a:lnTo>
                    <a:pt x="2261073" y="963696"/>
                  </a:lnTo>
                  <a:lnTo>
                    <a:pt x="2260001" y="963454"/>
                  </a:lnTo>
                  <a:lnTo>
                    <a:pt x="2258930" y="963211"/>
                  </a:lnTo>
                  <a:lnTo>
                    <a:pt x="2257858" y="962967"/>
                  </a:lnTo>
                  <a:lnTo>
                    <a:pt x="2256787" y="962721"/>
                  </a:lnTo>
                  <a:lnTo>
                    <a:pt x="2255715" y="962474"/>
                  </a:lnTo>
                  <a:lnTo>
                    <a:pt x="2254643" y="962226"/>
                  </a:lnTo>
                  <a:lnTo>
                    <a:pt x="2253572" y="961977"/>
                  </a:lnTo>
                  <a:lnTo>
                    <a:pt x="2252500" y="961726"/>
                  </a:lnTo>
                  <a:lnTo>
                    <a:pt x="2251429" y="961474"/>
                  </a:lnTo>
                  <a:lnTo>
                    <a:pt x="2250357" y="961220"/>
                  </a:lnTo>
                  <a:lnTo>
                    <a:pt x="2249285" y="960966"/>
                  </a:lnTo>
                  <a:lnTo>
                    <a:pt x="2248214" y="960710"/>
                  </a:lnTo>
                  <a:lnTo>
                    <a:pt x="2247142" y="960453"/>
                  </a:lnTo>
                  <a:lnTo>
                    <a:pt x="2246071" y="960194"/>
                  </a:lnTo>
                  <a:lnTo>
                    <a:pt x="2244999" y="959934"/>
                  </a:lnTo>
                  <a:lnTo>
                    <a:pt x="2243927" y="959673"/>
                  </a:lnTo>
                  <a:lnTo>
                    <a:pt x="2242856" y="959410"/>
                  </a:lnTo>
                  <a:lnTo>
                    <a:pt x="2241784" y="959147"/>
                  </a:lnTo>
                  <a:lnTo>
                    <a:pt x="2240713" y="958881"/>
                  </a:lnTo>
                  <a:lnTo>
                    <a:pt x="2239641" y="958615"/>
                  </a:lnTo>
                  <a:lnTo>
                    <a:pt x="2238569" y="958347"/>
                  </a:lnTo>
                  <a:lnTo>
                    <a:pt x="2237498" y="958078"/>
                  </a:lnTo>
                  <a:lnTo>
                    <a:pt x="2236426" y="957808"/>
                  </a:lnTo>
                  <a:lnTo>
                    <a:pt x="2235355" y="957536"/>
                  </a:lnTo>
                  <a:lnTo>
                    <a:pt x="2234283" y="957263"/>
                  </a:lnTo>
                  <a:lnTo>
                    <a:pt x="2233211" y="956988"/>
                  </a:lnTo>
                  <a:lnTo>
                    <a:pt x="2232140" y="956712"/>
                  </a:lnTo>
                  <a:lnTo>
                    <a:pt x="2231068" y="956435"/>
                  </a:lnTo>
                  <a:lnTo>
                    <a:pt x="2229997" y="956157"/>
                  </a:lnTo>
                  <a:lnTo>
                    <a:pt x="2228925" y="955877"/>
                  </a:lnTo>
                  <a:lnTo>
                    <a:pt x="2227853" y="955596"/>
                  </a:lnTo>
                  <a:lnTo>
                    <a:pt x="2226782" y="955313"/>
                  </a:lnTo>
                  <a:lnTo>
                    <a:pt x="2225710" y="955029"/>
                  </a:lnTo>
                  <a:lnTo>
                    <a:pt x="2224639" y="954744"/>
                  </a:lnTo>
                  <a:lnTo>
                    <a:pt x="2223567" y="954457"/>
                  </a:lnTo>
                  <a:lnTo>
                    <a:pt x="2222495" y="954169"/>
                  </a:lnTo>
                  <a:lnTo>
                    <a:pt x="2221424" y="953880"/>
                  </a:lnTo>
                  <a:lnTo>
                    <a:pt x="2220352" y="953589"/>
                  </a:lnTo>
                  <a:lnTo>
                    <a:pt x="2219281" y="953297"/>
                  </a:lnTo>
                  <a:lnTo>
                    <a:pt x="2218209" y="953003"/>
                  </a:lnTo>
                  <a:lnTo>
                    <a:pt x="2217137" y="952708"/>
                  </a:lnTo>
                  <a:lnTo>
                    <a:pt x="2216066" y="952412"/>
                  </a:lnTo>
                  <a:lnTo>
                    <a:pt x="2214994" y="952114"/>
                  </a:lnTo>
                  <a:lnTo>
                    <a:pt x="2213923" y="951815"/>
                  </a:lnTo>
                  <a:lnTo>
                    <a:pt x="2212851" y="951515"/>
                  </a:lnTo>
                  <a:lnTo>
                    <a:pt x="2211779" y="951213"/>
                  </a:lnTo>
                  <a:lnTo>
                    <a:pt x="2210708" y="950910"/>
                  </a:lnTo>
                  <a:lnTo>
                    <a:pt x="2209636" y="950605"/>
                  </a:lnTo>
                  <a:lnTo>
                    <a:pt x="2208565" y="950299"/>
                  </a:lnTo>
                  <a:lnTo>
                    <a:pt x="2207493" y="949991"/>
                  </a:lnTo>
                  <a:lnTo>
                    <a:pt x="2206421" y="949682"/>
                  </a:lnTo>
                  <a:lnTo>
                    <a:pt x="2205350" y="949372"/>
                  </a:lnTo>
                  <a:lnTo>
                    <a:pt x="2204278" y="949060"/>
                  </a:lnTo>
                  <a:lnTo>
                    <a:pt x="2203207" y="948747"/>
                  </a:lnTo>
                  <a:lnTo>
                    <a:pt x="2202135" y="948433"/>
                  </a:lnTo>
                  <a:lnTo>
                    <a:pt x="2201063" y="948117"/>
                  </a:lnTo>
                  <a:lnTo>
                    <a:pt x="2199992" y="947799"/>
                  </a:lnTo>
                  <a:lnTo>
                    <a:pt x="2198920" y="947481"/>
                  </a:lnTo>
                  <a:lnTo>
                    <a:pt x="2197849" y="947160"/>
                  </a:lnTo>
                  <a:lnTo>
                    <a:pt x="2196777" y="946839"/>
                  </a:lnTo>
                  <a:lnTo>
                    <a:pt x="2195705" y="946515"/>
                  </a:lnTo>
                  <a:lnTo>
                    <a:pt x="2194634" y="946191"/>
                  </a:lnTo>
                  <a:lnTo>
                    <a:pt x="2193562" y="945865"/>
                  </a:lnTo>
                  <a:lnTo>
                    <a:pt x="2192491" y="945537"/>
                  </a:lnTo>
                  <a:lnTo>
                    <a:pt x="2191419" y="945208"/>
                  </a:lnTo>
                  <a:lnTo>
                    <a:pt x="2190347" y="944878"/>
                  </a:lnTo>
                  <a:lnTo>
                    <a:pt x="2189276" y="944546"/>
                  </a:lnTo>
                  <a:lnTo>
                    <a:pt x="2188204" y="944213"/>
                  </a:lnTo>
                  <a:lnTo>
                    <a:pt x="2187133" y="943878"/>
                  </a:lnTo>
                  <a:lnTo>
                    <a:pt x="2186061" y="943542"/>
                  </a:lnTo>
                  <a:lnTo>
                    <a:pt x="2184989" y="943204"/>
                  </a:lnTo>
                  <a:lnTo>
                    <a:pt x="2183918" y="942865"/>
                  </a:lnTo>
                  <a:lnTo>
                    <a:pt x="2182846" y="942524"/>
                  </a:lnTo>
                  <a:lnTo>
                    <a:pt x="2181775" y="942182"/>
                  </a:lnTo>
                  <a:lnTo>
                    <a:pt x="2180703" y="941839"/>
                  </a:lnTo>
                  <a:lnTo>
                    <a:pt x="2179631" y="941494"/>
                  </a:lnTo>
                  <a:lnTo>
                    <a:pt x="2178560" y="941147"/>
                  </a:lnTo>
                  <a:lnTo>
                    <a:pt x="2177488" y="940799"/>
                  </a:lnTo>
                  <a:lnTo>
                    <a:pt x="2176417" y="940450"/>
                  </a:lnTo>
                  <a:lnTo>
                    <a:pt x="2175345" y="940098"/>
                  </a:lnTo>
                  <a:lnTo>
                    <a:pt x="2174273" y="939746"/>
                  </a:lnTo>
                  <a:lnTo>
                    <a:pt x="2173202" y="939392"/>
                  </a:lnTo>
                  <a:lnTo>
                    <a:pt x="2172130" y="939036"/>
                  </a:lnTo>
                  <a:lnTo>
                    <a:pt x="2171059" y="938679"/>
                  </a:lnTo>
                  <a:lnTo>
                    <a:pt x="2169987" y="938321"/>
                  </a:lnTo>
                  <a:lnTo>
                    <a:pt x="2168915" y="937961"/>
                  </a:lnTo>
                  <a:lnTo>
                    <a:pt x="2167844" y="937599"/>
                  </a:lnTo>
                  <a:lnTo>
                    <a:pt x="2166772" y="937236"/>
                  </a:lnTo>
                  <a:lnTo>
                    <a:pt x="2165701" y="936872"/>
                  </a:lnTo>
                  <a:lnTo>
                    <a:pt x="2164629" y="936506"/>
                  </a:lnTo>
                  <a:lnTo>
                    <a:pt x="2163557" y="936138"/>
                  </a:lnTo>
                  <a:lnTo>
                    <a:pt x="2162486" y="935769"/>
                  </a:lnTo>
                  <a:lnTo>
                    <a:pt x="2161414" y="935398"/>
                  </a:lnTo>
                  <a:lnTo>
                    <a:pt x="2160343" y="935026"/>
                  </a:lnTo>
                  <a:lnTo>
                    <a:pt x="2159271" y="934652"/>
                  </a:lnTo>
                  <a:lnTo>
                    <a:pt x="2158199" y="934277"/>
                  </a:lnTo>
                  <a:lnTo>
                    <a:pt x="2157128" y="933900"/>
                  </a:lnTo>
                  <a:lnTo>
                    <a:pt x="2156056" y="933522"/>
                  </a:lnTo>
                  <a:lnTo>
                    <a:pt x="2154985" y="933142"/>
                  </a:lnTo>
                  <a:lnTo>
                    <a:pt x="2153913" y="932761"/>
                  </a:lnTo>
                  <a:lnTo>
                    <a:pt x="2152841" y="932378"/>
                  </a:lnTo>
                  <a:lnTo>
                    <a:pt x="2151770" y="931993"/>
                  </a:lnTo>
                  <a:lnTo>
                    <a:pt x="2150698" y="931607"/>
                  </a:lnTo>
                  <a:lnTo>
                    <a:pt x="2149627" y="931219"/>
                  </a:lnTo>
                  <a:lnTo>
                    <a:pt x="2148555" y="930830"/>
                  </a:lnTo>
                  <a:lnTo>
                    <a:pt x="2147483" y="930439"/>
                  </a:lnTo>
                  <a:lnTo>
                    <a:pt x="2146412" y="930047"/>
                  </a:lnTo>
                  <a:lnTo>
                    <a:pt x="2145340" y="929653"/>
                  </a:lnTo>
                  <a:lnTo>
                    <a:pt x="2144269" y="929258"/>
                  </a:lnTo>
                  <a:lnTo>
                    <a:pt x="2143197" y="928860"/>
                  </a:lnTo>
                  <a:lnTo>
                    <a:pt x="2142125" y="928462"/>
                  </a:lnTo>
                  <a:lnTo>
                    <a:pt x="2141054" y="928062"/>
                  </a:lnTo>
                  <a:lnTo>
                    <a:pt x="2139982" y="927660"/>
                  </a:lnTo>
                  <a:lnTo>
                    <a:pt x="2138911" y="927256"/>
                  </a:lnTo>
                  <a:lnTo>
                    <a:pt x="2137839" y="926851"/>
                  </a:lnTo>
                  <a:lnTo>
                    <a:pt x="2136767" y="926445"/>
                  </a:lnTo>
                  <a:lnTo>
                    <a:pt x="2135696" y="926037"/>
                  </a:lnTo>
                  <a:lnTo>
                    <a:pt x="2134624" y="925627"/>
                  </a:lnTo>
                  <a:lnTo>
                    <a:pt x="2133553" y="925216"/>
                  </a:lnTo>
                  <a:lnTo>
                    <a:pt x="2132481" y="924803"/>
                  </a:lnTo>
                  <a:lnTo>
                    <a:pt x="2131409" y="924389"/>
                  </a:lnTo>
                  <a:lnTo>
                    <a:pt x="2130338" y="923973"/>
                  </a:lnTo>
                  <a:lnTo>
                    <a:pt x="2129266" y="923556"/>
                  </a:lnTo>
                  <a:lnTo>
                    <a:pt x="2128195" y="923137"/>
                  </a:lnTo>
                  <a:lnTo>
                    <a:pt x="2127123" y="922717"/>
                  </a:lnTo>
                  <a:lnTo>
                    <a:pt x="2126052" y="922295"/>
                  </a:lnTo>
                  <a:lnTo>
                    <a:pt x="2124980" y="921872"/>
                  </a:lnTo>
                  <a:lnTo>
                    <a:pt x="2123908" y="921448"/>
                  </a:lnTo>
                  <a:lnTo>
                    <a:pt x="2122837" y="921022"/>
                  </a:lnTo>
                  <a:lnTo>
                    <a:pt x="2121765" y="920594"/>
                  </a:lnTo>
                  <a:lnTo>
                    <a:pt x="2120694" y="920165"/>
                  </a:lnTo>
                  <a:lnTo>
                    <a:pt x="2119622" y="919735"/>
                  </a:lnTo>
                  <a:lnTo>
                    <a:pt x="2118550" y="919303"/>
                  </a:lnTo>
                  <a:lnTo>
                    <a:pt x="2117479" y="918870"/>
                  </a:lnTo>
                  <a:lnTo>
                    <a:pt x="2116407" y="918436"/>
                  </a:lnTo>
                  <a:lnTo>
                    <a:pt x="2115336" y="918000"/>
                  </a:lnTo>
                  <a:lnTo>
                    <a:pt x="2114264" y="917562"/>
                  </a:lnTo>
                  <a:lnTo>
                    <a:pt x="2113192" y="917124"/>
                  </a:lnTo>
                  <a:lnTo>
                    <a:pt x="2112121" y="916684"/>
                  </a:lnTo>
                  <a:lnTo>
                    <a:pt x="2111049" y="916243"/>
                  </a:lnTo>
                  <a:lnTo>
                    <a:pt x="2109978" y="915800"/>
                  </a:lnTo>
                  <a:lnTo>
                    <a:pt x="2108906" y="915356"/>
                  </a:lnTo>
                  <a:lnTo>
                    <a:pt x="2107834" y="914911"/>
                  </a:lnTo>
                  <a:lnTo>
                    <a:pt x="2106763" y="914464"/>
                  </a:lnTo>
                  <a:lnTo>
                    <a:pt x="2105691" y="914017"/>
                  </a:lnTo>
                  <a:lnTo>
                    <a:pt x="2104620" y="913568"/>
                  </a:lnTo>
                  <a:lnTo>
                    <a:pt x="2103548" y="913117"/>
                  </a:lnTo>
                  <a:lnTo>
                    <a:pt x="2102476" y="912666"/>
                  </a:lnTo>
                  <a:lnTo>
                    <a:pt x="2101405" y="912213"/>
                  </a:lnTo>
                  <a:lnTo>
                    <a:pt x="2100333" y="911759"/>
                  </a:lnTo>
                  <a:lnTo>
                    <a:pt x="2099262" y="911303"/>
                  </a:lnTo>
                  <a:lnTo>
                    <a:pt x="2098190" y="910847"/>
                  </a:lnTo>
                  <a:lnTo>
                    <a:pt x="2097118" y="910389"/>
                  </a:lnTo>
                  <a:lnTo>
                    <a:pt x="2096047" y="909930"/>
                  </a:lnTo>
                  <a:lnTo>
                    <a:pt x="2094975" y="909470"/>
                  </a:lnTo>
                  <a:lnTo>
                    <a:pt x="2093904" y="909009"/>
                  </a:lnTo>
                  <a:lnTo>
                    <a:pt x="2092832" y="908547"/>
                  </a:lnTo>
                  <a:lnTo>
                    <a:pt x="2091760" y="908083"/>
                  </a:lnTo>
                  <a:lnTo>
                    <a:pt x="2090689" y="907618"/>
                  </a:lnTo>
                  <a:lnTo>
                    <a:pt x="2089617" y="907152"/>
                  </a:lnTo>
                  <a:lnTo>
                    <a:pt x="2088546" y="906685"/>
                  </a:lnTo>
                  <a:lnTo>
                    <a:pt x="2087474" y="906217"/>
                  </a:lnTo>
                  <a:lnTo>
                    <a:pt x="2086402" y="905748"/>
                  </a:lnTo>
                  <a:lnTo>
                    <a:pt x="2085331" y="905278"/>
                  </a:lnTo>
                  <a:lnTo>
                    <a:pt x="2084259" y="904806"/>
                  </a:lnTo>
                  <a:lnTo>
                    <a:pt x="2083188" y="904334"/>
                  </a:lnTo>
                  <a:lnTo>
                    <a:pt x="2082116" y="903860"/>
                  </a:lnTo>
                  <a:lnTo>
                    <a:pt x="2081044" y="903386"/>
                  </a:lnTo>
                  <a:lnTo>
                    <a:pt x="2079973" y="902910"/>
                  </a:lnTo>
                  <a:lnTo>
                    <a:pt x="2078901" y="902434"/>
                  </a:lnTo>
                  <a:lnTo>
                    <a:pt x="2077830" y="901956"/>
                  </a:lnTo>
                  <a:lnTo>
                    <a:pt x="2076758" y="901477"/>
                  </a:lnTo>
                  <a:lnTo>
                    <a:pt x="2075686" y="900998"/>
                  </a:lnTo>
                  <a:lnTo>
                    <a:pt x="2074615" y="900517"/>
                  </a:lnTo>
                  <a:lnTo>
                    <a:pt x="2073543" y="900035"/>
                  </a:lnTo>
                  <a:lnTo>
                    <a:pt x="2072472" y="899553"/>
                  </a:lnTo>
                  <a:lnTo>
                    <a:pt x="2071400" y="899069"/>
                  </a:lnTo>
                  <a:lnTo>
                    <a:pt x="2070328" y="898585"/>
                  </a:lnTo>
                  <a:lnTo>
                    <a:pt x="2069257" y="898099"/>
                  </a:lnTo>
                  <a:lnTo>
                    <a:pt x="2068185" y="897613"/>
                  </a:lnTo>
                  <a:lnTo>
                    <a:pt x="2067114" y="897125"/>
                  </a:lnTo>
                  <a:lnTo>
                    <a:pt x="2066042" y="896637"/>
                  </a:lnTo>
                  <a:lnTo>
                    <a:pt x="2064970" y="896148"/>
                  </a:lnTo>
                  <a:lnTo>
                    <a:pt x="2063899" y="895658"/>
                  </a:lnTo>
                  <a:lnTo>
                    <a:pt x="2062827" y="895167"/>
                  </a:lnTo>
                  <a:lnTo>
                    <a:pt x="2061756" y="894676"/>
                  </a:lnTo>
                  <a:lnTo>
                    <a:pt x="2060684" y="894183"/>
                  </a:lnTo>
                  <a:lnTo>
                    <a:pt x="2059612" y="893690"/>
                  </a:lnTo>
                  <a:lnTo>
                    <a:pt x="2058541" y="893195"/>
                  </a:lnTo>
                  <a:lnTo>
                    <a:pt x="2057469" y="892700"/>
                  </a:lnTo>
                  <a:lnTo>
                    <a:pt x="2056398" y="892204"/>
                  </a:lnTo>
                  <a:lnTo>
                    <a:pt x="2055326" y="891708"/>
                  </a:lnTo>
                  <a:lnTo>
                    <a:pt x="2054254" y="891210"/>
                  </a:lnTo>
                  <a:lnTo>
                    <a:pt x="2053183" y="890712"/>
                  </a:lnTo>
                  <a:lnTo>
                    <a:pt x="2052111" y="890213"/>
                  </a:lnTo>
                  <a:lnTo>
                    <a:pt x="2051040" y="889713"/>
                  </a:lnTo>
                  <a:lnTo>
                    <a:pt x="2049968" y="889213"/>
                  </a:lnTo>
                  <a:lnTo>
                    <a:pt x="2048896" y="888712"/>
                  </a:lnTo>
                  <a:lnTo>
                    <a:pt x="2047825" y="888210"/>
                  </a:lnTo>
                  <a:lnTo>
                    <a:pt x="2046753" y="887707"/>
                  </a:lnTo>
                  <a:lnTo>
                    <a:pt x="2045682" y="887203"/>
                  </a:lnTo>
                  <a:lnTo>
                    <a:pt x="2044610" y="886699"/>
                  </a:lnTo>
                  <a:lnTo>
                    <a:pt x="2043538" y="886195"/>
                  </a:lnTo>
                  <a:lnTo>
                    <a:pt x="2042467" y="885689"/>
                  </a:lnTo>
                  <a:lnTo>
                    <a:pt x="2041395" y="885183"/>
                  </a:lnTo>
                  <a:lnTo>
                    <a:pt x="2040324" y="884676"/>
                  </a:lnTo>
                  <a:lnTo>
                    <a:pt x="2039252" y="884169"/>
                  </a:lnTo>
                  <a:lnTo>
                    <a:pt x="2038180" y="883661"/>
                  </a:lnTo>
                  <a:lnTo>
                    <a:pt x="2037109" y="883152"/>
                  </a:lnTo>
                  <a:lnTo>
                    <a:pt x="2036037" y="882643"/>
                  </a:lnTo>
                  <a:lnTo>
                    <a:pt x="2034966" y="882133"/>
                  </a:lnTo>
                  <a:lnTo>
                    <a:pt x="2033894" y="881623"/>
                  </a:lnTo>
                  <a:lnTo>
                    <a:pt x="2032822" y="881112"/>
                  </a:lnTo>
                  <a:lnTo>
                    <a:pt x="2031751" y="880600"/>
                  </a:lnTo>
                  <a:lnTo>
                    <a:pt x="2030679" y="880088"/>
                  </a:lnTo>
                  <a:lnTo>
                    <a:pt x="2029608" y="879576"/>
                  </a:lnTo>
                  <a:lnTo>
                    <a:pt x="2028536" y="879062"/>
                  </a:lnTo>
                  <a:lnTo>
                    <a:pt x="2027464" y="878549"/>
                  </a:lnTo>
                  <a:lnTo>
                    <a:pt x="2026393" y="878035"/>
                  </a:lnTo>
                  <a:lnTo>
                    <a:pt x="2025321" y="877520"/>
                  </a:lnTo>
                  <a:lnTo>
                    <a:pt x="2024250" y="877005"/>
                  </a:lnTo>
                  <a:lnTo>
                    <a:pt x="2023178" y="876489"/>
                  </a:lnTo>
                  <a:lnTo>
                    <a:pt x="2022106" y="875973"/>
                  </a:lnTo>
                  <a:lnTo>
                    <a:pt x="2021035" y="875457"/>
                  </a:lnTo>
                  <a:lnTo>
                    <a:pt x="2019963" y="874940"/>
                  </a:lnTo>
                  <a:lnTo>
                    <a:pt x="2018892" y="874422"/>
                  </a:lnTo>
                  <a:lnTo>
                    <a:pt x="2017820" y="873904"/>
                  </a:lnTo>
                  <a:lnTo>
                    <a:pt x="2016748" y="873386"/>
                  </a:lnTo>
                  <a:lnTo>
                    <a:pt x="2015677" y="872867"/>
                  </a:lnTo>
                  <a:lnTo>
                    <a:pt x="2014605" y="872348"/>
                  </a:lnTo>
                  <a:lnTo>
                    <a:pt x="2013534" y="871829"/>
                  </a:lnTo>
                  <a:lnTo>
                    <a:pt x="2012462" y="871309"/>
                  </a:lnTo>
                  <a:lnTo>
                    <a:pt x="2011390" y="870789"/>
                  </a:lnTo>
                  <a:lnTo>
                    <a:pt x="2010319" y="870269"/>
                  </a:lnTo>
                  <a:lnTo>
                    <a:pt x="2009247" y="869748"/>
                  </a:lnTo>
                  <a:lnTo>
                    <a:pt x="2008176" y="869227"/>
                  </a:lnTo>
                  <a:lnTo>
                    <a:pt x="2007104" y="868706"/>
                  </a:lnTo>
                  <a:lnTo>
                    <a:pt x="2006032" y="868184"/>
                  </a:lnTo>
                  <a:lnTo>
                    <a:pt x="2004961" y="867662"/>
                  </a:lnTo>
                  <a:lnTo>
                    <a:pt x="2003889" y="867140"/>
                  </a:lnTo>
                  <a:lnTo>
                    <a:pt x="2002818" y="866617"/>
                  </a:lnTo>
                  <a:lnTo>
                    <a:pt x="2001746" y="866095"/>
                  </a:lnTo>
                  <a:lnTo>
                    <a:pt x="2000674" y="865572"/>
                  </a:lnTo>
                  <a:lnTo>
                    <a:pt x="1999603" y="865049"/>
                  </a:lnTo>
                  <a:lnTo>
                    <a:pt x="1998531" y="864525"/>
                  </a:lnTo>
                  <a:lnTo>
                    <a:pt x="1997460" y="864002"/>
                  </a:lnTo>
                  <a:lnTo>
                    <a:pt x="1996388" y="863478"/>
                  </a:lnTo>
                  <a:lnTo>
                    <a:pt x="1995316" y="862954"/>
                  </a:lnTo>
                  <a:lnTo>
                    <a:pt x="1994245" y="862430"/>
                  </a:lnTo>
                  <a:lnTo>
                    <a:pt x="1993173" y="861905"/>
                  </a:lnTo>
                  <a:lnTo>
                    <a:pt x="1992102" y="861381"/>
                  </a:lnTo>
                  <a:lnTo>
                    <a:pt x="1991030" y="860856"/>
                  </a:lnTo>
                  <a:lnTo>
                    <a:pt x="1989958" y="860332"/>
                  </a:lnTo>
                  <a:lnTo>
                    <a:pt x="1988887" y="859807"/>
                  </a:lnTo>
                  <a:lnTo>
                    <a:pt x="1987815" y="859282"/>
                  </a:lnTo>
                  <a:lnTo>
                    <a:pt x="1986744" y="858757"/>
                  </a:lnTo>
                  <a:lnTo>
                    <a:pt x="1985672" y="858232"/>
                  </a:lnTo>
                  <a:lnTo>
                    <a:pt x="1984600" y="857707"/>
                  </a:lnTo>
                  <a:lnTo>
                    <a:pt x="1983529" y="857182"/>
                  </a:lnTo>
                  <a:lnTo>
                    <a:pt x="1982457" y="856657"/>
                  </a:lnTo>
                  <a:lnTo>
                    <a:pt x="1981386" y="856131"/>
                  </a:lnTo>
                  <a:lnTo>
                    <a:pt x="1980314" y="855606"/>
                  </a:lnTo>
                  <a:lnTo>
                    <a:pt x="1979242" y="855081"/>
                  </a:lnTo>
                  <a:lnTo>
                    <a:pt x="1978171" y="854556"/>
                  </a:lnTo>
                  <a:lnTo>
                    <a:pt x="1977099" y="854030"/>
                  </a:lnTo>
                  <a:lnTo>
                    <a:pt x="1976028" y="853505"/>
                  </a:lnTo>
                  <a:lnTo>
                    <a:pt x="1974956" y="852980"/>
                  </a:lnTo>
                  <a:lnTo>
                    <a:pt x="1973884" y="852455"/>
                  </a:lnTo>
                  <a:lnTo>
                    <a:pt x="1972813" y="851930"/>
                  </a:lnTo>
                  <a:lnTo>
                    <a:pt x="1971741" y="851405"/>
                  </a:lnTo>
                  <a:lnTo>
                    <a:pt x="1970670" y="850880"/>
                  </a:lnTo>
                  <a:lnTo>
                    <a:pt x="1969598" y="850355"/>
                  </a:lnTo>
                  <a:lnTo>
                    <a:pt x="1968526" y="849831"/>
                  </a:lnTo>
                  <a:lnTo>
                    <a:pt x="1967455" y="849306"/>
                  </a:lnTo>
                  <a:lnTo>
                    <a:pt x="1966383" y="848782"/>
                  </a:lnTo>
                  <a:lnTo>
                    <a:pt x="1965312" y="848257"/>
                  </a:lnTo>
                  <a:lnTo>
                    <a:pt x="1964240" y="847733"/>
                  </a:lnTo>
                  <a:lnTo>
                    <a:pt x="1963168" y="847209"/>
                  </a:lnTo>
                  <a:lnTo>
                    <a:pt x="1962097" y="846686"/>
                  </a:lnTo>
                  <a:lnTo>
                    <a:pt x="1961025" y="846162"/>
                  </a:lnTo>
                  <a:lnTo>
                    <a:pt x="1959954" y="845639"/>
                  </a:lnTo>
                  <a:lnTo>
                    <a:pt x="1958882" y="845116"/>
                  </a:lnTo>
                  <a:lnTo>
                    <a:pt x="1957810" y="844593"/>
                  </a:lnTo>
                  <a:lnTo>
                    <a:pt x="1956739" y="844070"/>
                  </a:lnTo>
                  <a:lnTo>
                    <a:pt x="1955667" y="843548"/>
                  </a:lnTo>
                  <a:lnTo>
                    <a:pt x="1954596" y="843025"/>
                  </a:lnTo>
                  <a:lnTo>
                    <a:pt x="1953524" y="842504"/>
                  </a:lnTo>
                  <a:lnTo>
                    <a:pt x="1952453" y="841982"/>
                  </a:lnTo>
                  <a:lnTo>
                    <a:pt x="1951381" y="841461"/>
                  </a:lnTo>
                  <a:lnTo>
                    <a:pt x="1950309" y="840940"/>
                  </a:lnTo>
                  <a:lnTo>
                    <a:pt x="1949238" y="840419"/>
                  </a:lnTo>
                  <a:lnTo>
                    <a:pt x="1948166" y="839899"/>
                  </a:lnTo>
                  <a:lnTo>
                    <a:pt x="1947095" y="839379"/>
                  </a:lnTo>
                  <a:lnTo>
                    <a:pt x="1946023" y="838859"/>
                  </a:lnTo>
                  <a:lnTo>
                    <a:pt x="1944951" y="838340"/>
                  </a:lnTo>
                  <a:lnTo>
                    <a:pt x="1943880" y="837821"/>
                  </a:lnTo>
                  <a:lnTo>
                    <a:pt x="1942808" y="837303"/>
                  </a:lnTo>
                  <a:lnTo>
                    <a:pt x="1941737" y="836784"/>
                  </a:lnTo>
                  <a:lnTo>
                    <a:pt x="1940665" y="836267"/>
                  </a:lnTo>
                  <a:lnTo>
                    <a:pt x="1939593" y="835750"/>
                  </a:lnTo>
                  <a:lnTo>
                    <a:pt x="1938522" y="835233"/>
                  </a:lnTo>
                  <a:lnTo>
                    <a:pt x="1937450" y="834716"/>
                  </a:lnTo>
                  <a:lnTo>
                    <a:pt x="1936379" y="834200"/>
                  </a:lnTo>
                  <a:lnTo>
                    <a:pt x="1935307" y="833685"/>
                  </a:lnTo>
                  <a:lnTo>
                    <a:pt x="1934235" y="833170"/>
                  </a:lnTo>
                  <a:lnTo>
                    <a:pt x="1933164" y="832656"/>
                  </a:lnTo>
                  <a:lnTo>
                    <a:pt x="1932092" y="832142"/>
                  </a:lnTo>
                  <a:lnTo>
                    <a:pt x="1931021" y="831628"/>
                  </a:lnTo>
                  <a:lnTo>
                    <a:pt x="1929949" y="831116"/>
                  </a:lnTo>
                  <a:lnTo>
                    <a:pt x="1928877" y="830603"/>
                  </a:lnTo>
                  <a:lnTo>
                    <a:pt x="1927806" y="830091"/>
                  </a:lnTo>
                  <a:lnTo>
                    <a:pt x="1926734" y="829580"/>
                  </a:lnTo>
                  <a:lnTo>
                    <a:pt x="1925663" y="829070"/>
                  </a:lnTo>
                  <a:lnTo>
                    <a:pt x="1924591" y="828560"/>
                  </a:lnTo>
                  <a:lnTo>
                    <a:pt x="1923519" y="828050"/>
                  </a:lnTo>
                  <a:lnTo>
                    <a:pt x="1922448" y="827541"/>
                  </a:lnTo>
                  <a:lnTo>
                    <a:pt x="1921376" y="827033"/>
                  </a:lnTo>
                  <a:lnTo>
                    <a:pt x="1920305" y="826526"/>
                  </a:lnTo>
                  <a:lnTo>
                    <a:pt x="1919233" y="826019"/>
                  </a:lnTo>
                  <a:lnTo>
                    <a:pt x="1918161" y="825512"/>
                  </a:lnTo>
                  <a:lnTo>
                    <a:pt x="1917090" y="825007"/>
                  </a:lnTo>
                  <a:lnTo>
                    <a:pt x="1916018" y="824502"/>
                  </a:lnTo>
                  <a:lnTo>
                    <a:pt x="1914947" y="823998"/>
                  </a:lnTo>
                  <a:lnTo>
                    <a:pt x="1913875" y="823494"/>
                  </a:lnTo>
                  <a:lnTo>
                    <a:pt x="1912803" y="822992"/>
                  </a:lnTo>
                  <a:lnTo>
                    <a:pt x="1911732" y="822490"/>
                  </a:lnTo>
                  <a:lnTo>
                    <a:pt x="1910660" y="821988"/>
                  </a:lnTo>
                  <a:lnTo>
                    <a:pt x="1909589" y="821488"/>
                  </a:lnTo>
                  <a:lnTo>
                    <a:pt x="1908517" y="820988"/>
                  </a:lnTo>
                  <a:lnTo>
                    <a:pt x="1907445" y="820489"/>
                  </a:lnTo>
                  <a:lnTo>
                    <a:pt x="1906374" y="819991"/>
                  </a:lnTo>
                  <a:lnTo>
                    <a:pt x="1905302" y="819493"/>
                  </a:lnTo>
                  <a:lnTo>
                    <a:pt x="1904231" y="818997"/>
                  </a:lnTo>
                  <a:lnTo>
                    <a:pt x="1903159" y="818501"/>
                  </a:lnTo>
                  <a:lnTo>
                    <a:pt x="1902087" y="818006"/>
                  </a:lnTo>
                  <a:lnTo>
                    <a:pt x="1901016" y="817512"/>
                  </a:lnTo>
                  <a:lnTo>
                    <a:pt x="1899944" y="817018"/>
                  </a:lnTo>
                  <a:lnTo>
                    <a:pt x="1898873" y="816526"/>
                  </a:lnTo>
                  <a:lnTo>
                    <a:pt x="1897801" y="816034"/>
                  </a:lnTo>
                  <a:lnTo>
                    <a:pt x="1896729" y="815544"/>
                  </a:lnTo>
                  <a:lnTo>
                    <a:pt x="1895658" y="815054"/>
                  </a:lnTo>
                  <a:lnTo>
                    <a:pt x="1894586" y="814565"/>
                  </a:lnTo>
                  <a:lnTo>
                    <a:pt x="1893515" y="814077"/>
                  </a:lnTo>
                  <a:lnTo>
                    <a:pt x="1892443" y="813590"/>
                  </a:lnTo>
                  <a:lnTo>
                    <a:pt x="1891371" y="813104"/>
                  </a:lnTo>
                  <a:lnTo>
                    <a:pt x="1890300" y="812619"/>
                  </a:lnTo>
                  <a:lnTo>
                    <a:pt x="1889228" y="812135"/>
                  </a:lnTo>
                  <a:lnTo>
                    <a:pt x="1888157" y="811652"/>
                  </a:lnTo>
                  <a:lnTo>
                    <a:pt x="1887085" y="811170"/>
                  </a:lnTo>
                  <a:lnTo>
                    <a:pt x="1886013" y="810688"/>
                  </a:lnTo>
                  <a:lnTo>
                    <a:pt x="1884942" y="810208"/>
                  </a:lnTo>
                  <a:lnTo>
                    <a:pt x="1883870" y="809729"/>
                  </a:lnTo>
                  <a:lnTo>
                    <a:pt x="1882799" y="809251"/>
                  </a:lnTo>
                  <a:lnTo>
                    <a:pt x="1881727" y="808774"/>
                  </a:lnTo>
                  <a:lnTo>
                    <a:pt x="1880655" y="808298"/>
                  </a:lnTo>
                  <a:lnTo>
                    <a:pt x="1879584" y="807823"/>
                  </a:lnTo>
                  <a:lnTo>
                    <a:pt x="1878512" y="807349"/>
                  </a:lnTo>
                  <a:lnTo>
                    <a:pt x="1877441" y="806876"/>
                  </a:lnTo>
                  <a:lnTo>
                    <a:pt x="1876369" y="806405"/>
                  </a:lnTo>
                  <a:lnTo>
                    <a:pt x="1875297" y="805934"/>
                  </a:lnTo>
                  <a:lnTo>
                    <a:pt x="1874226" y="805464"/>
                  </a:lnTo>
                  <a:lnTo>
                    <a:pt x="1873154" y="804996"/>
                  </a:lnTo>
                  <a:lnTo>
                    <a:pt x="1872083" y="804529"/>
                  </a:lnTo>
                  <a:lnTo>
                    <a:pt x="1871011" y="804063"/>
                  </a:lnTo>
                  <a:lnTo>
                    <a:pt x="1869939" y="803598"/>
                  </a:lnTo>
                  <a:lnTo>
                    <a:pt x="1868868" y="803134"/>
                  </a:lnTo>
                  <a:lnTo>
                    <a:pt x="1867796" y="802671"/>
                  </a:lnTo>
                  <a:lnTo>
                    <a:pt x="1866725" y="802210"/>
                  </a:lnTo>
                  <a:lnTo>
                    <a:pt x="1865653" y="801750"/>
                  </a:lnTo>
                  <a:lnTo>
                    <a:pt x="1864581" y="801291"/>
                  </a:lnTo>
                  <a:lnTo>
                    <a:pt x="1863510" y="800833"/>
                  </a:lnTo>
                  <a:lnTo>
                    <a:pt x="1862438" y="800376"/>
                  </a:lnTo>
                  <a:lnTo>
                    <a:pt x="1861367" y="799921"/>
                  </a:lnTo>
                  <a:lnTo>
                    <a:pt x="1860295" y="799467"/>
                  </a:lnTo>
                  <a:lnTo>
                    <a:pt x="1859223" y="799014"/>
                  </a:lnTo>
                  <a:lnTo>
                    <a:pt x="1858152" y="798562"/>
                  </a:lnTo>
                  <a:lnTo>
                    <a:pt x="1857080" y="798112"/>
                  </a:lnTo>
                  <a:lnTo>
                    <a:pt x="1856009" y="797663"/>
                  </a:lnTo>
                  <a:lnTo>
                    <a:pt x="1854937" y="797215"/>
                  </a:lnTo>
                  <a:lnTo>
                    <a:pt x="1853865" y="796769"/>
                  </a:lnTo>
                  <a:lnTo>
                    <a:pt x="1852794" y="796324"/>
                  </a:lnTo>
                  <a:lnTo>
                    <a:pt x="1851722" y="795880"/>
                  </a:lnTo>
                  <a:lnTo>
                    <a:pt x="1850651" y="795437"/>
                  </a:lnTo>
                  <a:lnTo>
                    <a:pt x="1849579" y="794996"/>
                  </a:lnTo>
                  <a:lnTo>
                    <a:pt x="1848507" y="794556"/>
                  </a:lnTo>
                  <a:lnTo>
                    <a:pt x="1847436" y="794118"/>
                  </a:lnTo>
                  <a:lnTo>
                    <a:pt x="1846364" y="793681"/>
                  </a:lnTo>
                  <a:lnTo>
                    <a:pt x="1845293" y="793245"/>
                  </a:lnTo>
                  <a:lnTo>
                    <a:pt x="1844221" y="792811"/>
                  </a:lnTo>
                  <a:lnTo>
                    <a:pt x="1843149" y="792378"/>
                  </a:lnTo>
                  <a:lnTo>
                    <a:pt x="1842078" y="791946"/>
                  </a:lnTo>
                  <a:lnTo>
                    <a:pt x="1841006" y="791516"/>
                  </a:lnTo>
                  <a:lnTo>
                    <a:pt x="1839935" y="791088"/>
                  </a:lnTo>
                  <a:lnTo>
                    <a:pt x="1838863" y="790660"/>
                  </a:lnTo>
                  <a:lnTo>
                    <a:pt x="1837791" y="790234"/>
                  </a:lnTo>
                  <a:lnTo>
                    <a:pt x="1836720" y="789810"/>
                  </a:lnTo>
                  <a:lnTo>
                    <a:pt x="1835648" y="789387"/>
                  </a:lnTo>
                  <a:lnTo>
                    <a:pt x="1834577" y="788966"/>
                  </a:lnTo>
                  <a:lnTo>
                    <a:pt x="1833505" y="788546"/>
                  </a:lnTo>
                  <a:lnTo>
                    <a:pt x="1832433" y="788127"/>
                  </a:lnTo>
                  <a:lnTo>
                    <a:pt x="1831362" y="787710"/>
                  </a:lnTo>
                  <a:lnTo>
                    <a:pt x="1830290" y="787294"/>
                  </a:lnTo>
                  <a:lnTo>
                    <a:pt x="1829219" y="786880"/>
                  </a:lnTo>
                  <a:lnTo>
                    <a:pt x="1828147" y="786468"/>
                  </a:lnTo>
                  <a:lnTo>
                    <a:pt x="1827075" y="786057"/>
                  </a:lnTo>
                  <a:lnTo>
                    <a:pt x="1826004" y="785647"/>
                  </a:lnTo>
                  <a:lnTo>
                    <a:pt x="1824932" y="785239"/>
                  </a:lnTo>
                  <a:lnTo>
                    <a:pt x="1823861" y="784833"/>
                  </a:lnTo>
                  <a:lnTo>
                    <a:pt x="1822789" y="784428"/>
                  </a:lnTo>
                  <a:lnTo>
                    <a:pt x="1821717" y="784024"/>
                  </a:lnTo>
                  <a:lnTo>
                    <a:pt x="1820646" y="783622"/>
                  </a:lnTo>
                  <a:lnTo>
                    <a:pt x="1819574" y="783222"/>
                  </a:lnTo>
                  <a:lnTo>
                    <a:pt x="1818503" y="782823"/>
                  </a:lnTo>
                  <a:lnTo>
                    <a:pt x="1817431" y="782426"/>
                  </a:lnTo>
                  <a:lnTo>
                    <a:pt x="1816359" y="782031"/>
                  </a:lnTo>
                  <a:lnTo>
                    <a:pt x="1815288" y="781637"/>
                  </a:lnTo>
                  <a:lnTo>
                    <a:pt x="1814216" y="781245"/>
                  </a:lnTo>
                  <a:lnTo>
                    <a:pt x="1813145" y="780854"/>
                  </a:lnTo>
                  <a:lnTo>
                    <a:pt x="1812073" y="780465"/>
                  </a:lnTo>
                  <a:lnTo>
                    <a:pt x="1811001" y="780077"/>
                  </a:lnTo>
                  <a:lnTo>
                    <a:pt x="1809930" y="779691"/>
                  </a:lnTo>
                  <a:lnTo>
                    <a:pt x="1808858" y="779307"/>
                  </a:lnTo>
                  <a:lnTo>
                    <a:pt x="1807787" y="778924"/>
                  </a:lnTo>
                  <a:lnTo>
                    <a:pt x="1806715" y="778543"/>
                  </a:lnTo>
                  <a:lnTo>
                    <a:pt x="1805643" y="778164"/>
                  </a:lnTo>
                  <a:lnTo>
                    <a:pt x="1804572" y="777786"/>
                  </a:lnTo>
                  <a:lnTo>
                    <a:pt x="1803500" y="777410"/>
                  </a:lnTo>
                  <a:lnTo>
                    <a:pt x="1802429" y="777035"/>
                  </a:lnTo>
                  <a:lnTo>
                    <a:pt x="1801357" y="776663"/>
                  </a:lnTo>
                  <a:lnTo>
                    <a:pt x="1800285" y="776291"/>
                  </a:lnTo>
                  <a:lnTo>
                    <a:pt x="1799214" y="775922"/>
                  </a:lnTo>
                  <a:lnTo>
                    <a:pt x="1798142" y="775554"/>
                  </a:lnTo>
                  <a:lnTo>
                    <a:pt x="1797071" y="775188"/>
                  </a:lnTo>
                  <a:lnTo>
                    <a:pt x="1795999" y="774824"/>
                  </a:lnTo>
                  <a:lnTo>
                    <a:pt x="1794927" y="774461"/>
                  </a:lnTo>
                  <a:lnTo>
                    <a:pt x="1793856" y="774100"/>
                  </a:lnTo>
                  <a:lnTo>
                    <a:pt x="1792784" y="773741"/>
                  </a:lnTo>
                  <a:lnTo>
                    <a:pt x="1791713" y="773383"/>
                  </a:lnTo>
                  <a:lnTo>
                    <a:pt x="1790641" y="773027"/>
                  </a:lnTo>
                  <a:lnTo>
                    <a:pt x="1789569" y="772673"/>
                  </a:lnTo>
                  <a:lnTo>
                    <a:pt x="1788498" y="772320"/>
                  </a:lnTo>
                  <a:lnTo>
                    <a:pt x="1787426" y="771969"/>
                  </a:lnTo>
                  <a:lnTo>
                    <a:pt x="1786355" y="771620"/>
                  </a:lnTo>
                  <a:lnTo>
                    <a:pt x="1785283" y="771273"/>
                  </a:lnTo>
                  <a:lnTo>
                    <a:pt x="1784211" y="770927"/>
                  </a:lnTo>
                  <a:lnTo>
                    <a:pt x="1783140" y="770583"/>
                  </a:lnTo>
                  <a:lnTo>
                    <a:pt x="1782068" y="770241"/>
                  </a:lnTo>
                  <a:lnTo>
                    <a:pt x="1780997" y="769900"/>
                  </a:lnTo>
                  <a:lnTo>
                    <a:pt x="1779925" y="769561"/>
                  </a:lnTo>
                  <a:lnTo>
                    <a:pt x="1778853" y="769224"/>
                  </a:lnTo>
                  <a:lnTo>
                    <a:pt x="1777782" y="768889"/>
                  </a:lnTo>
                  <a:lnTo>
                    <a:pt x="1776710" y="768555"/>
                  </a:lnTo>
                  <a:lnTo>
                    <a:pt x="1775639" y="768223"/>
                  </a:lnTo>
                  <a:lnTo>
                    <a:pt x="1774567" y="767893"/>
                  </a:lnTo>
                  <a:lnTo>
                    <a:pt x="1773496" y="767565"/>
                  </a:lnTo>
                  <a:lnTo>
                    <a:pt x="1772424" y="767238"/>
                  </a:lnTo>
                  <a:lnTo>
                    <a:pt x="1771352" y="766913"/>
                  </a:lnTo>
                  <a:lnTo>
                    <a:pt x="1770281" y="766590"/>
                  </a:lnTo>
                  <a:lnTo>
                    <a:pt x="1769209" y="766268"/>
                  </a:lnTo>
                  <a:lnTo>
                    <a:pt x="1768138" y="765949"/>
                  </a:lnTo>
                  <a:lnTo>
                    <a:pt x="1767066" y="765631"/>
                  </a:lnTo>
                  <a:lnTo>
                    <a:pt x="1765994" y="765314"/>
                  </a:lnTo>
                  <a:lnTo>
                    <a:pt x="1764923" y="765000"/>
                  </a:lnTo>
                  <a:lnTo>
                    <a:pt x="1763851" y="764687"/>
                  </a:lnTo>
                  <a:lnTo>
                    <a:pt x="1762780" y="764376"/>
                  </a:lnTo>
                  <a:lnTo>
                    <a:pt x="1761708" y="764066"/>
                  </a:lnTo>
                  <a:lnTo>
                    <a:pt x="1760636" y="763759"/>
                  </a:lnTo>
                  <a:lnTo>
                    <a:pt x="1759565" y="763453"/>
                  </a:lnTo>
                  <a:lnTo>
                    <a:pt x="1758493" y="763149"/>
                  </a:lnTo>
                  <a:lnTo>
                    <a:pt x="1757422" y="762846"/>
                  </a:lnTo>
                  <a:lnTo>
                    <a:pt x="1756350" y="762546"/>
                  </a:lnTo>
                  <a:lnTo>
                    <a:pt x="1755278" y="762247"/>
                  </a:lnTo>
                  <a:lnTo>
                    <a:pt x="1754207" y="761949"/>
                  </a:lnTo>
                  <a:lnTo>
                    <a:pt x="1753135" y="761654"/>
                  </a:lnTo>
                  <a:lnTo>
                    <a:pt x="1752064" y="761360"/>
                  </a:lnTo>
                  <a:lnTo>
                    <a:pt x="1750992" y="761068"/>
                  </a:lnTo>
                  <a:lnTo>
                    <a:pt x="1749920" y="760777"/>
                  </a:lnTo>
                  <a:lnTo>
                    <a:pt x="1748849" y="760489"/>
                  </a:lnTo>
                  <a:lnTo>
                    <a:pt x="1747777" y="760202"/>
                  </a:lnTo>
                  <a:lnTo>
                    <a:pt x="1746706" y="759916"/>
                  </a:lnTo>
                  <a:lnTo>
                    <a:pt x="1745634" y="759633"/>
                  </a:lnTo>
                  <a:lnTo>
                    <a:pt x="1744562" y="759351"/>
                  </a:lnTo>
                  <a:lnTo>
                    <a:pt x="1743491" y="759071"/>
                  </a:lnTo>
                  <a:lnTo>
                    <a:pt x="1742419" y="758792"/>
                  </a:lnTo>
                  <a:lnTo>
                    <a:pt x="1741348" y="758515"/>
                  </a:lnTo>
                  <a:lnTo>
                    <a:pt x="1740276" y="758240"/>
                  </a:lnTo>
                  <a:lnTo>
                    <a:pt x="1739204" y="757966"/>
                  </a:lnTo>
                  <a:lnTo>
                    <a:pt x="1738133" y="757694"/>
                  </a:lnTo>
                  <a:lnTo>
                    <a:pt x="1737061" y="757424"/>
                  </a:lnTo>
                  <a:lnTo>
                    <a:pt x="1735990" y="757156"/>
                  </a:lnTo>
                  <a:lnTo>
                    <a:pt x="1734918" y="756889"/>
                  </a:lnTo>
                  <a:lnTo>
                    <a:pt x="1733846" y="756623"/>
                  </a:lnTo>
                  <a:lnTo>
                    <a:pt x="1732775" y="756360"/>
                  </a:lnTo>
                  <a:lnTo>
                    <a:pt x="1731703" y="756098"/>
                  </a:lnTo>
                  <a:lnTo>
                    <a:pt x="1730632" y="755837"/>
                  </a:lnTo>
                  <a:lnTo>
                    <a:pt x="1729560" y="755578"/>
                  </a:lnTo>
                  <a:lnTo>
                    <a:pt x="1728488" y="755321"/>
                  </a:lnTo>
                  <a:lnTo>
                    <a:pt x="1727417" y="755066"/>
                  </a:lnTo>
                  <a:lnTo>
                    <a:pt x="1726345" y="754812"/>
                  </a:lnTo>
                  <a:lnTo>
                    <a:pt x="1725274" y="754559"/>
                  </a:lnTo>
                  <a:lnTo>
                    <a:pt x="1724202" y="754308"/>
                  </a:lnTo>
                  <a:lnTo>
                    <a:pt x="1723130" y="754059"/>
                  </a:lnTo>
                  <a:lnTo>
                    <a:pt x="1722059" y="753811"/>
                  </a:lnTo>
                  <a:lnTo>
                    <a:pt x="1720987" y="753565"/>
                  </a:lnTo>
                  <a:lnTo>
                    <a:pt x="1719916" y="753320"/>
                  </a:lnTo>
                  <a:lnTo>
                    <a:pt x="1718844" y="753077"/>
                  </a:lnTo>
                  <a:lnTo>
                    <a:pt x="1717772" y="752836"/>
                  </a:lnTo>
                  <a:lnTo>
                    <a:pt x="1716701" y="752596"/>
                  </a:lnTo>
                  <a:lnTo>
                    <a:pt x="1715629" y="752357"/>
                  </a:lnTo>
                  <a:lnTo>
                    <a:pt x="1714558" y="752120"/>
                  </a:lnTo>
                  <a:lnTo>
                    <a:pt x="1713486" y="751885"/>
                  </a:lnTo>
                  <a:lnTo>
                    <a:pt x="1712414" y="751650"/>
                  </a:lnTo>
                  <a:lnTo>
                    <a:pt x="1711343" y="751418"/>
                  </a:lnTo>
                  <a:lnTo>
                    <a:pt x="1710271" y="751187"/>
                  </a:lnTo>
                  <a:lnTo>
                    <a:pt x="1709200" y="750957"/>
                  </a:lnTo>
                  <a:lnTo>
                    <a:pt x="1708128" y="750729"/>
                  </a:lnTo>
                  <a:lnTo>
                    <a:pt x="1707056" y="750502"/>
                  </a:lnTo>
                  <a:lnTo>
                    <a:pt x="1705985" y="750276"/>
                  </a:lnTo>
                  <a:lnTo>
                    <a:pt x="1704913" y="750052"/>
                  </a:lnTo>
                  <a:lnTo>
                    <a:pt x="1703842" y="749830"/>
                  </a:lnTo>
                  <a:lnTo>
                    <a:pt x="1702770" y="749608"/>
                  </a:lnTo>
                  <a:lnTo>
                    <a:pt x="1701698" y="749388"/>
                  </a:lnTo>
                  <a:lnTo>
                    <a:pt x="1700627" y="749170"/>
                  </a:lnTo>
                  <a:lnTo>
                    <a:pt x="1699555" y="748952"/>
                  </a:lnTo>
                  <a:lnTo>
                    <a:pt x="1698484" y="748737"/>
                  </a:lnTo>
                  <a:lnTo>
                    <a:pt x="1697412" y="748522"/>
                  </a:lnTo>
                  <a:lnTo>
                    <a:pt x="1696340" y="748309"/>
                  </a:lnTo>
                  <a:lnTo>
                    <a:pt x="1695269" y="748097"/>
                  </a:lnTo>
                  <a:lnTo>
                    <a:pt x="1694197" y="747886"/>
                  </a:lnTo>
                  <a:lnTo>
                    <a:pt x="1693126" y="747676"/>
                  </a:lnTo>
                  <a:lnTo>
                    <a:pt x="1692054" y="747468"/>
                  </a:lnTo>
                  <a:lnTo>
                    <a:pt x="1690982" y="747261"/>
                  </a:lnTo>
                  <a:lnTo>
                    <a:pt x="1689911" y="747055"/>
                  </a:lnTo>
                  <a:lnTo>
                    <a:pt x="1688839" y="746851"/>
                  </a:lnTo>
                  <a:lnTo>
                    <a:pt x="1687768" y="746647"/>
                  </a:lnTo>
                  <a:lnTo>
                    <a:pt x="1686696" y="746445"/>
                  </a:lnTo>
                  <a:lnTo>
                    <a:pt x="1685624" y="746244"/>
                  </a:lnTo>
                  <a:lnTo>
                    <a:pt x="1684553" y="746044"/>
                  </a:lnTo>
                  <a:lnTo>
                    <a:pt x="1683481" y="745846"/>
                  </a:lnTo>
                  <a:lnTo>
                    <a:pt x="1682410" y="745648"/>
                  </a:lnTo>
                  <a:lnTo>
                    <a:pt x="1681338" y="745451"/>
                  </a:lnTo>
                  <a:lnTo>
                    <a:pt x="1680266" y="745256"/>
                  </a:lnTo>
                  <a:lnTo>
                    <a:pt x="1679195" y="745061"/>
                  </a:lnTo>
                  <a:lnTo>
                    <a:pt x="1678123" y="744868"/>
                  </a:lnTo>
                  <a:lnTo>
                    <a:pt x="1677052" y="744676"/>
                  </a:lnTo>
                  <a:lnTo>
                    <a:pt x="1675980" y="744484"/>
                  </a:lnTo>
                  <a:lnTo>
                    <a:pt x="1674908" y="744294"/>
                  </a:lnTo>
                  <a:lnTo>
                    <a:pt x="1673837" y="744105"/>
                  </a:lnTo>
                  <a:lnTo>
                    <a:pt x="1672765" y="743916"/>
                  </a:lnTo>
                  <a:lnTo>
                    <a:pt x="1671694" y="743729"/>
                  </a:lnTo>
                  <a:lnTo>
                    <a:pt x="1670622" y="743543"/>
                  </a:lnTo>
                  <a:lnTo>
                    <a:pt x="1669550" y="743357"/>
                  </a:lnTo>
                  <a:lnTo>
                    <a:pt x="1668479" y="743172"/>
                  </a:lnTo>
                  <a:lnTo>
                    <a:pt x="1667407" y="742989"/>
                  </a:lnTo>
                  <a:lnTo>
                    <a:pt x="1666336" y="742806"/>
                  </a:lnTo>
                  <a:lnTo>
                    <a:pt x="1665264" y="742624"/>
                  </a:lnTo>
                  <a:lnTo>
                    <a:pt x="1664192" y="742443"/>
                  </a:lnTo>
                  <a:lnTo>
                    <a:pt x="1663121" y="742262"/>
                  </a:lnTo>
                  <a:lnTo>
                    <a:pt x="1662049" y="742083"/>
                  </a:lnTo>
                  <a:lnTo>
                    <a:pt x="1660978" y="741904"/>
                  </a:lnTo>
                  <a:lnTo>
                    <a:pt x="1659906" y="741726"/>
                  </a:lnTo>
                  <a:lnTo>
                    <a:pt x="1658834" y="741548"/>
                  </a:lnTo>
                  <a:lnTo>
                    <a:pt x="1657763" y="741372"/>
                  </a:lnTo>
                  <a:lnTo>
                    <a:pt x="1656691" y="741196"/>
                  </a:lnTo>
                  <a:lnTo>
                    <a:pt x="1655620" y="741021"/>
                  </a:lnTo>
                  <a:lnTo>
                    <a:pt x="1654548" y="740846"/>
                  </a:lnTo>
                  <a:lnTo>
                    <a:pt x="1653476" y="740672"/>
                  </a:lnTo>
                  <a:lnTo>
                    <a:pt x="1652405" y="740499"/>
                  </a:lnTo>
                  <a:lnTo>
                    <a:pt x="1651333" y="740326"/>
                  </a:lnTo>
                  <a:lnTo>
                    <a:pt x="1650262" y="740154"/>
                  </a:lnTo>
                  <a:lnTo>
                    <a:pt x="1649190" y="739983"/>
                  </a:lnTo>
                  <a:lnTo>
                    <a:pt x="1648118" y="739812"/>
                  </a:lnTo>
                  <a:lnTo>
                    <a:pt x="1647047" y="739641"/>
                  </a:lnTo>
                  <a:lnTo>
                    <a:pt x="1645975" y="739471"/>
                  </a:lnTo>
                  <a:lnTo>
                    <a:pt x="1644904" y="739302"/>
                  </a:lnTo>
                  <a:lnTo>
                    <a:pt x="1643832" y="739133"/>
                  </a:lnTo>
                  <a:lnTo>
                    <a:pt x="1642760" y="738964"/>
                  </a:lnTo>
                  <a:lnTo>
                    <a:pt x="1641689" y="738796"/>
                  </a:lnTo>
                  <a:lnTo>
                    <a:pt x="1640617" y="738629"/>
                  </a:lnTo>
                  <a:lnTo>
                    <a:pt x="1639546" y="738461"/>
                  </a:lnTo>
                  <a:lnTo>
                    <a:pt x="1638474" y="738294"/>
                  </a:lnTo>
                  <a:lnTo>
                    <a:pt x="1637402" y="738128"/>
                  </a:lnTo>
                  <a:lnTo>
                    <a:pt x="1636331" y="737961"/>
                  </a:lnTo>
                  <a:lnTo>
                    <a:pt x="1635259" y="737795"/>
                  </a:lnTo>
                  <a:lnTo>
                    <a:pt x="1634188" y="737630"/>
                  </a:lnTo>
                  <a:lnTo>
                    <a:pt x="1633116" y="737464"/>
                  </a:lnTo>
                  <a:lnTo>
                    <a:pt x="1632044" y="737299"/>
                  </a:lnTo>
                  <a:lnTo>
                    <a:pt x="1630973" y="737134"/>
                  </a:lnTo>
                  <a:lnTo>
                    <a:pt x="1629901" y="736970"/>
                  </a:lnTo>
                  <a:lnTo>
                    <a:pt x="1628830" y="736805"/>
                  </a:lnTo>
                  <a:lnTo>
                    <a:pt x="1627758" y="736641"/>
                  </a:lnTo>
                  <a:lnTo>
                    <a:pt x="1626686" y="736476"/>
                  </a:lnTo>
                  <a:lnTo>
                    <a:pt x="1625615" y="736312"/>
                  </a:lnTo>
                  <a:lnTo>
                    <a:pt x="1624543" y="736148"/>
                  </a:lnTo>
                  <a:lnTo>
                    <a:pt x="1623472" y="735984"/>
                  </a:lnTo>
                  <a:lnTo>
                    <a:pt x="1622400" y="735820"/>
                  </a:lnTo>
                  <a:lnTo>
                    <a:pt x="1621328" y="735656"/>
                  </a:lnTo>
                  <a:lnTo>
                    <a:pt x="1620257" y="735492"/>
                  </a:lnTo>
                  <a:lnTo>
                    <a:pt x="1619185" y="735329"/>
                  </a:lnTo>
                  <a:lnTo>
                    <a:pt x="1618114" y="735165"/>
                  </a:lnTo>
                  <a:lnTo>
                    <a:pt x="1617042" y="735001"/>
                  </a:lnTo>
                  <a:lnTo>
                    <a:pt x="1615970" y="734837"/>
                  </a:lnTo>
                  <a:lnTo>
                    <a:pt x="1614899" y="735395"/>
                  </a:lnTo>
                  <a:lnTo>
                    <a:pt x="1613827" y="735998"/>
                  </a:lnTo>
                  <a:lnTo>
                    <a:pt x="1612756" y="736603"/>
                  </a:lnTo>
                  <a:lnTo>
                    <a:pt x="1611684" y="737210"/>
                  </a:lnTo>
                  <a:lnTo>
                    <a:pt x="1610612" y="737820"/>
                  </a:lnTo>
                  <a:lnTo>
                    <a:pt x="1609541" y="738433"/>
                  </a:lnTo>
                  <a:lnTo>
                    <a:pt x="1608469" y="739049"/>
                  </a:lnTo>
                  <a:lnTo>
                    <a:pt x="1607398" y="739667"/>
                  </a:lnTo>
                  <a:lnTo>
                    <a:pt x="1606326" y="740288"/>
                  </a:lnTo>
                  <a:lnTo>
                    <a:pt x="1605254" y="740911"/>
                  </a:lnTo>
                  <a:lnTo>
                    <a:pt x="1604183" y="741537"/>
                  </a:lnTo>
                  <a:lnTo>
                    <a:pt x="1603111" y="742166"/>
                  </a:lnTo>
                  <a:lnTo>
                    <a:pt x="1602040" y="742797"/>
                  </a:lnTo>
                  <a:lnTo>
                    <a:pt x="1600968" y="743431"/>
                  </a:lnTo>
                  <a:lnTo>
                    <a:pt x="1599896" y="744068"/>
                  </a:lnTo>
                  <a:lnTo>
                    <a:pt x="1598825" y="744707"/>
                  </a:lnTo>
                  <a:lnTo>
                    <a:pt x="1597753" y="745349"/>
                  </a:lnTo>
                  <a:lnTo>
                    <a:pt x="1596682" y="745994"/>
                  </a:lnTo>
                  <a:lnTo>
                    <a:pt x="1595610" y="746641"/>
                  </a:lnTo>
                  <a:lnTo>
                    <a:pt x="1594539" y="747291"/>
                  </a:lnTo>
                  <a:lnTo>
                    <a:pt x="1593467" y="747944"/>
                  </a:lnTo>
                  <a:lnTo>
                    <a:pt x="1592395" y="748599"/>
                  </a:lnTo>
                  <a:lnTo>
                    <a:pt x="1591324" y="749257"/>
                  </a:lnTo>
                  <a:lnTo>
                    <a:pt x="1590252" y="749917"/>
                  </a:lnTo>
                  <a:lnTo>
                    <a:pt x="1589181" y="750580"/>
                  </a:lnTo>
                  <a:lnTo>
                    <a:pt x="1588109" y="751246"/>
                  </a:lnTo>
                  <a:lnTo>
                    <a:pt x="1587037" y="751914"/>
                  </a:lnTo>
                  <a:lnTo>
                    <a:pt x="1585966" y="752585"/>
                  </a:lnTo>
                  <a:lnTo>
                    <a:pt x="1584894" y="753259"/>
                  </a:lnTo>
                  <a:lnTo>
                    <a:pt x="1583823" y="753935"/>
                  </a:lnTo>
                  <a:lnTo>
                    <a:pt x="1582751" y="754614"/>
                  </a:lnTo>
                  <a:lnTo>
                    <a:pt x="1581679" y="755295"/>
                  </a:lnTo>
                  <a:lnTo>
                    <a:pt x="1580608" y="755979"/>
                  </a:lnTo>
                  <a:lnTo>
                    <a:pt x="1579536" y="756665"/>
                  </a:lnTo>
                  <a:lnTo>
                    <a:pt x="1578465" y="757354"/>
                  </a:lnTo>
                  <a:lnTo>
                    <a:pt x="1577393" y="758046"/>
                  </a:lnTo>
                  <a:lnTo>
                    <a:pt x="1576321" y="758740"/>
                  </a:lnTo>
                  <a:lnTo>
                    <a:pt x="1575250" y="759437"/>
                  </a:lnTo>
                  <a:lnTo>
                    <a:pt x="1574178" y="760136"/>
                  </a:lnTo>
                  <a:lnTo>
                    <a:pt x="1573107" y="760838"/>
                  </a:lnTo>
                  <a:lnTo>
                    <a:pt x="1572035" y="761543"/>
                  </a:lnTo>
                  <a:lnTo>
                    <a:pt x="1570963" y="762250"/>
                  </a:lnTo>
                  <a:lnTo>
                    <a:pt x="1569892" y="762959"/>
                  </a:lnTo>
                  <a:lnTo>
                    <a:pt x="1568820" y="763671"/>
                  </a:lnTo>
                  <a:lnTo>
                    <a:pt x="1567749" y="764385"/>
                  </a:lnTo>
                  <a:lnTo>
                    <a:pt x="1566677" y="765102"/>
                  </a:lnTo>
                  <a:lnTo>
                    <a:pt x="1565605" y="765822"/>
                  </a:lnTo>
                  <a:lnTo>
                    <a:pt x="1564534" y="766543"/>
                  </a:lnTo>
                  <a:lnTo>
                    <a:pt x="1563462" y="767268"/>
                  </a:lnTo>
                  <a:lnTo>
                    <a:pt x="1562391" y="767995"/>
                  </a:lnTo>
                  <a:lnTo>
                    <a:pt x="1561319" y="768724"/>
                  </a:lnTo>
                  <a:lnTo>
                    <a:pt x="1560247" y="769455"/>
                  </a:lnTo>
                  <a:lnTo>
                    <a:pt x="1559176" y="770190"/>
                  </a:lnTo>
                  <a:lnTo>
                    <a:pt x="1558104" y="770926"/>
                  </a:lnTo>
                  <a:lnTo>
                    <a:pt x="1557033" y="771665"/>
                  </a:lnTo>
                  <a:lnTo>
                    <a:pt x="1555961" y="772406"/>
                  </a:lnTo>
                  <a:lnTo>
                    <a:pt x="1554889" y="773150"/>
                  </a:lnTo>
                  <a:lnTo>
                    <a:pt x="1553818" y="773896"/>
                  </a:lnTo>
                  <a:lnTo>
                    <a:pt x="1552746" y="774644"/>
                  </a:lnTo>
                  <a:lnTo>
                    <a:pt x="1551675" y="775395"/>
                  </a:lnTo>
                  <a:lnTo>
                    <a:pt x="1550603" y="776148"/>
                  </a:lnTo>
                  <a:lnTo>
                    <a:pt x="1549531" y="776903"/>
                  </a:lnTo>
                  <a:lnTo>
                    <a:pt x="1548460" y="777661"/>
                  </a:lnTo>
                  <a:lnTo>
                    <a:pt x="1547388" y="778421"/>
                  </a:lnTo>
                  <a:lnTo>
                    <a:pt x="1546317" y="779183"/>
                  </a:lnTo>
                  <a:lnTo>
                    <a:pt x="1545245" y="779948"/>
                  </a:lnTo>
                  <a:lnTo>
                    <a:pt x="1544173" y="780715"/>
                  </a:lnTo>
                  <a:lnTo>
                    <a:pt x="1543102" y="781484"/>
                  </a:lnTo>
                  <a:lnTo>
                    <a:pt x="1542030" y="782255"/>
                  </a:lnTo>
                  <a:lnTo>
                    <a:pt x="1540959" y="783028"/>
                  </a:lnTo>
                  <a:lnTo>
                    <a:pt x="1539887" y="783804"/>
                  </a:lnTo>
                  <a:lnTo>
                    <a:pt x="1538815" y="784582"/>
                  </a:lnTo>
                  <a:lnTo>
                    <a:pt x="1537744" y="785362"/>
                  </a:lnTo>
                  <a:lnTo>
                    <a:pt x="1536672" y="786144"/>
                  </a:lnTo>
                  <a:lnTo>
                    <a:pt x="1535601" y="786928"/>
                  </a:lnTo>
                  <a:lnTo>
                    <a:pt x="1534529" y="787715"/>
                  </a:lnTo>
                  <a:lnTo>
                    <a:pt x="1533457" y="788504"/>
                  </a:lnTo>
                  <a:lnTo>
                    <a:pt x="1532386" y="789294"/>
                  </a:lnTo>
                  <a:lnTo>
                    <a:pt x="1531314" y="790087"/>
                  </a:lnTo>
                  <a:lnTo>
                    <a:pt x="1530243" y="790882"/>
                  </a:lnTo>
                  <a:lnTo>
                    <a:pt x="1529171" y="791679"/>
                  </a:lnTo>
                  <a:lnTo>
                    <a:pt x="1528099" y="792478"/>
                  </a:lnTo>
                  <a:lnTo>
                    <a:pt x="1527028" y="793279"/>
                  </a:lnTo>
                  <a:lnTo>
                    <a:pt x="1525956" y="794082"/>
                  </a:lnTo>
                  <a:lnTo>
                    <a:pt x="1524885" y="794887"/>
                  </a:lnTo>
                  <a:lnTo>
                    <a:pt x="1523813" y="795694"/>
                  </a:lnTo>
                  <a:lnTo>
                    <a:pt x="1522741" y="796504"/>
                  </a:lnTo>
                  <a:lnTo>
                    <a:pt x="1521670" y="797315"/>
                  </a:lnTo>
                  <a:lnTo>
                    <a:pt x="1520598" y="798128"/>
                  </a:lnTo>
                  <a:lnTo>
                    <a:pt x="1519527" y="798942"/>
                  </a:lnTo>
                  <a:lnTo>
                    <a:pt x="1518455" y="799759"/>
                  </a:lnTo>
                  <a:lnTo>
                    <a:pt x="1517383" y="800578"/>
                  </a:lnTo>
                  <a:lnTo>
                    <a:pt x="1516312" y="801399"/>
                  </a:lnTo>
                  <a:lnTo>
                    <a:pt x="1515240" y="802221"/>
                  </a:lnTo>
                  <a:lnTo>
                    <a:pt x="1514169" y="803046"/>
                  </a:lnTo>
                  <a:lnTo>
                    <a:pt x="1513097" y="803872"/>
                  </a:lnTo>
                  <a:lnTo>
                    <a:pt x="1512025" y="804700"/>
                  </a:lnTo>
                  <a:lnTo>
                    <a:pt x="1510954" y="805530"/>
                  </a:lnTo>
                  <a:lnTo>
                    <a:pt x="1509882" y="806361"/>
                  </a:lnTo>
                  <a:lnTo>
                    <a:pt x="1508811" y="807195"/>
                  </a:lnTo>
                  <a:lnTo>
                    <a:pt x="1507739" y="808030"/>
                  </a:lnTo>
                  <a:lnTo>
                    <a:pt x="1506667" y="808867"/>
                  </a:lnTo>
                  <a:lnTo>
                    <a:pt x="1505596" y="809705"/>
                  </a:lnTo>
                  <a:lnTo>
                    <a:pt x="1504524" y="810546"/>
                  </a:lnTo>
                  <a:lnTo>
                    <a:pt x="1503453" y="811388"/>
                  </a:lnTo>
                  <a:lnTo>
                    <a:pt x="1502381" y="812231"/>
                  </a:lnTo>
                  <a:lnTo>
                    <a:pt x="1501309" y="813077"/>
                  </a:lnTo>
                  <a:lnTo>
                    <a:pt x="1500238" y="813924"/>
                  </a:lnTo>
                  <a:lnTo>
                    <a:pt x="1499166" y="814772"/>
                  </a:lnTo>
                  <a:lnTo>
                    <a:pt x="1498095" y="815622"/>
                  </a:lnTo>
                  <a:lnTo>
                    <a:pt x="1497023" y="816474"/>
                  </a:lnTo>
                  <a:lnTo>
                    <a:pt x="1495951" y="817328"/>
                  </a:lnTo>
                  <a:lnTo>
                    <a:pt x="1494880" y="818183"/>
                  </a:lnTo>
                  <a:lnTo>
                    <a:pt x="1493808" y="819039"/>
                  </a:lnTo>
                  <a:lnTo>
                    <a:pt x="1492737" y="819897"/>
                  </a:lnTo>
                  <a:lnTo>
                    <a:pt x="1491665" y="820757"/>
                  </a:lnTo>
                  <a:lnTo>
                    <a:pt x="1490593" y="821618"/>
                  </a:lnTo>
                  <a:lnTo>
                    <a:pt x="1489522" y="822481"/>
                  </a:lnTo>
                  <a:lnTo>
                    <a:pt x="1488450" y="823345"/>
                  </a:lnTo>
                  <a:lnTo>
                    <a:pt x="1487379" y="824210"/>
                  </a:lnTo>
                  <a:lnTo>
                    <a:pt x="1486307" y="825077"/>
                  </a:lnTo>
                  <a:lnTo>
                    <a:pt x="1485235" y="825945"/>
                  </a:lnTo>
                  <a:lnTo>
                    <a:pt x="1484164" y="826815"/>
                  </a:lnTo>
                  <a:lnTo>
                    <a:pt x="1483092" y="827686"/>
                  </a:lnTo>
                  <a:lnTo>
                    <a:pt x="1482021" y="828558"/>
                  </a:lnTo>
                  <a:lnTo>
                    <a:pt x="1480949" y="829432"/>
                  </a:lnTo>
                  <a:lnTo>
                    <a:pt x="1479877" y="830307"/>
                  </a:lnTo>
                  <a:lnTo>
                    <a:pt x="1478806" y="831183"/>
                  </a:lnTo>
                  <a:lnTo>
                    <a:pt x="1477734" y="832061"/>
                  </a:lnTo>
                  <a:lnTo>
                    <a:pt x="1476663" y="832940"/>
                  </a:lnTo>
                  <a:lnTo>
                    <a:pt x="1475591" y="833820"/>
                  </a:lnTo>
                  <a:lnTo>
                    <a:pt x="1474519" y="834702"/>
                  </a:lnTo>
                  <a:lnTo>
                    <a:pt x="1473448" y="835584"/>
                  </a:lnTo>
                  <a:lnTo>
                    <a:pt x="1472376" y="836468"/>
                  </a:lnTo>
                  <a:lnTo>
                    <a:pt x="1471305" y="837353"/>
                  </a:lnTo>
                  <a:lnTo>
                    <a:pt x="1470233" y="838239"/>
                  </a:lnTo>
                  <a:lnTo>
                    <a:pt x="1469161" y="839127"/>
                  </a:lnTo>
                  <a:lnTo>
                    <a:pt x="1468090" y="840015"/>
                  </a:lnTo>
                  <a:lnTo>
                    <a:pt x="1467018" y="840905"/>
                  </a:lnTo>
                  <a:lnTo>
                    <a:pt x="1465947" y="841796"/>
                  </a:lnTo>
                  <a:lnTo>
                    <a:pt x="1464875" y="842687"/>
                  </a:lnTo>
                  <a:lnTo>
                    <a:pt x="1463803" y="843580"/>
                  </a:lnTo>
                  <a:lnTo>
                    <a:pt x="1462732" y="844474"/>
                  </a:lnTo>
                  <a:lnTo>
                    <a:pt x="1461660" y="845369"/>
                  </a:lnTo>
                  <a:lnTo>
                    <a:pt x="1460589" y="846265"/>
                  </a:lnTo>
                  <a:lnTo>
                    <a:pt x="1459517" y="847162"/>
                  </a:lnTo>
                  <a:lnTo>
                    <a:pt x="1458445" y="848060"/>
                  </a:lnTo>
                  <a:lnTo>
                    <a:pt x="1457374" y="848959"/>
                  </a:lnTo>
                  <a:lnTo>
                    <a:pt x="1456302" y="849859"/>
                  </a:lnTo>
                  <a:lnTo>
                    <a:pt x="1455231" y="850759"/>
                  </a:lnTo>
                  <a:lnTo>
                    <a:pt x="1454159" y="851661"/>
                  </a:lnTo>
                  <a:lnTo>
                    <a:pt x="1453087" y="852564"/>
                  </a:lnTo>
                  <a:lnTo>
                    <a:pt x="1452016" y="853467"/>
                  </a:lnTo>
                  <a:lnTo>
                    <a:pt x="1450944" y="854371"/>
                  </a:lnTo>
                  <a:lnTo>
                    <a:pt x="1449873" y="855276"/>
                  </a:lnTo>
                  <a:lnTo>
                    <a:pt x="1448801" y="856182"/>
                  </a:lnTo>
                  <a:lnTo>
                    <a:pt x="1447729" y="857089"/>
                  </a:lnTo>
                  <a:lnTo>
                    <a:pt x="1446658" y="857997"/>
                  </a:lnTo>
                  <a:lnTo>
                    <a:pt x="1445586" y="858905"/>
                  </a:lnTo>
                  <a:lnTo>
                    <a:pt x="1444515" y="859814"/>
                  </a:lnTo>
                  <a:lnTo>
                    <a:pt x="1443443" y="860724"/>
                  </a:lnTo>
                  <a:lnTo>
                    <a:pt x="1442371" y="861634"/>
                  </a:lnTo>
                  <a:lnTo>
                    <a:pt x="1441300" y="862545"/>
                  </a:lnTo>
                  <a:lnTo>
                    <a:pt x="1440228" y="863457"/>
                  </a:lnTo>
                  <a:lnTo>
                    <a:pt x="1439157" y="864370"/>
                  </a:lnTo>
                  <a:lnTo>
                    <a:pt x="1438085" y="865283"/>
                  </a:lnTo>
                  <a:lnTo>
                    <a:pt x="1437013" y="866197"/>
                  </a:lnTo>
                  <a:lnTo>
                    <a:pt x="1435942" y="867111"/>
                  </a:lnTo>
                  <a:lnTo>
                    <a:pt x="1434870" y="868026"/>
                  </a:lnTo>
                  <a:lnTo>
                    <a:pt x="1433799" y="868942"/>
                  </a:lnTo>
                  <a:lnTo>
                    <a:pt x="1432727" y="869858"/>
                  </a:lnTo>
                  <a:lnTo>
                    <a:pt x="1431655" y="870775"/>
                  </a:lnTo>
                  <a:lnTo>
                    <a:pt x="1430584" y="871692"/>
                  </a:lnTo>
                  <a:lnTo>
                    <a:pt x="1429512" y="872610"/>
                  </a:lnTo>
                  <a:lnTo>
                    <a:pt x="1428441" y="873528"/>
                  </a:lnTo>
                  <a:lnTo>
                    <a:pt x="1427369" y="874446"/>
                  </a:lnTo>
                  <a:lnTo>
                    <a:pt x="1426297" y="875366"/>
                  </a:lnTo>
                  <a:lnTo>
                    <a:pt x="1425226" y="876285"/>
                  </a:lnTo>
                  <a:lnTo>
                    <a:pt x="1424154" y="877205"/>
                  </a:lnTo>
                  <a:lnTo>
                    <a:pt x="1423083" y="878126"/>
                  </a:lnTo>
                  <a:lnTo>
                    <a:pt x="1422011" y="879046"/>
                  </a:lnTo>
                  <a:lnTo>
                    <a:pt x="1420939" y="879968"/>
                  </a:lnTo>
                  <a:lnTo>
                    <a:pt x="1419868" y="880889"/>
                  </a:lnTo>
                  <a:lnTo>
                    <a:pt x="1418796" y="881811"/>
                  </a:lnTo>
                  <a:lnTo>
                    <a:pt x="1417725" y="882733"/>
                  </a:lnTo>
                  <a:lnTo>
                    <a:pt x="1416653" y="883656"/>
                  </a:lnTo>
                  <a:lnTo>
                    <a:pt x="1415582" y="884579"/>
                  </a:lnTo>
                  <a:lnTo>
                    <a:pt x="1414510" y="885502"/>
                  </a:lnTo>
                  <a:lnTo>
                    <a:pt x="1413438" y="886425"/>
                  </a:lnTo>
                  <a:lnTo>
                    <a:pt x="1412367" y="887349"/>
                  </a:lnTo>
                  <a:lnTo>
                    <a:pt x="1411295" y="888272"/>
                  </a:lnTo>
                  <a:lnTo>
                    <a:pt x="1410224" y="889196"/>
                  </a:lnTo>
                  <a:lnTo>
                    <a:pt x="1409152" y="890120"/>
                  </a:lnTo>
                  <a:lnTo>
                    <a:pt x="1408080" y="891045"/>
                  </a:lnTo>
                  <a:lnTo>
                    <a:pt x="1407009" y="891969"/>
                  </a:lnTo>
                  <a:lnTo>
                    <a:pt x="1405937" y="892894"/>
                  </a:lnTo>
                  <a:lnTo>
                    <a:pt x="1404866" y="893819"/>
                  </a:lnTo>
                  <a:lnTo>
                    <a:pt x="1403794" y="894744"/>
                  </a:lnTo>
                  <a:lnTo>
                    <a:pt x="1402722" y="895668"/>
                  </a:lnTo>
                  <a:lnTo>
                    <a:pt x="1401651" y="896593"/>
                  </a:lnTo>
                  <a:lnTo>
                    <a:pt x="1400579" y="897519"/>
                  </a:lnTo>
                  <a:lnTo>
                    <a:pt x="1399508" y="898444"/>
                  </a:lnTo>
                  <a:lnTo>
                    <a:pt x="1398436" y="899369"/>
                  </a:lnTo>
                  <a:lnTo>
                    <a:pt x="1397364" y="900294"/>
                  </a:lnTo>
                  <a:lnTo>
                    <a:pt x="1396293" y="901219"/>
                  </a:lnTo>
                  <a:lnTo>
                    <a:pt x="1395221" y="902144"/>
                  </a:lnTo>
                  <a:lnTo>
                    <a:pt x="1394150" y="903069"/>
                  </a:lnTo>
                  <a:lnTo>
                    <a:pt x="1393078" y="903994"/>
                  </a:lnTo>
                  <a:lnTo>
                    <a:pt x="1392006" y="904919"/>
                  </a:lnTo>
                  <a:lnTo>
                    <a:pt x="1390935" y="905844"/>
                  </a:lnTo>
                  <a:lnTo>
                    <a:pt x="1389863" y="906769"/>
                  </a:lnTo>
                  <a:lnTo>
                    <a:pt x="1388792" y="907693"/>
                  </a:lnTo>
                  <a:lnTo>
                    <a:pt x="1387720" y="908618"/>
                  </a:lnTo>
                  <a:lnTo>
                    <a:pt x="1386648" y="909542"/>
                  </a:lnTo>
                  <a:lnTo>
                    <a:pt x="1385577" y="910466"/>
                  </a:lnTo>
                  <a:lnTo>
                    <a:pt x="1384505" y="911390"/>
                  </a:lnTo>
                  <a:lnTo>
                    <a:pt x="1383434" y="912314"/>
                  </a:lnTo>
                  <a:lnTo>
                    <a:pt x="1382362" y="913237"/>
                  </a:lnTo>
                  <a:lnTo>
                    <a:pt x="1381290" y="914161"/>
                  </a:lnTo>
                  <a:lnTo>
                    <a:pt x="1380219" y="915084"/>
                  </a:lnTo>
                  <a:lnTo>
                    <a:pt x="1379147" y="916006"/>
                  </a:lnTo>
                  <a:lnTo>
                    <a:pt x="1378076" y="916929"/>
                  </a:lnTo>
                  <a:lnTo>
                    <a:pt x="1377004" y="917851"/>
                  </a:lnTo>
                  <a:lnTo>
                    <a:pt x="1375932" y="918773"/>
                  </a:lnTo>
                  <a:lnTo>
                    <a:pt x="1374861" y="919694"/>
                  </a:lnTo>
                  <a:lnTo>
                    <a:pt x="1373789" y="920616"/>
                  </a:lnTo>
                  <a:lnTo>
                    <a:pt x="1372718" y="921536"/>
                  </a:lnTo>
                  <a:lnTo>
                    <a:pt x="1371646" y="922457"/>
                  </a:lnTo>
                  <a:lnTo>
                    <a:pt x="1370574" y="923377"/>
                  </a:lnTo>
                  <a:lnTo>
                    <a:pt x="1369503" y="924296"/>
                  </a:lnTo>
                  <a:lnTo>
                    <a:pt x="1368431" y="925216"/>
                  </a:lnTo>
                  <a:lnTo>
                    <a:pt x="1367360" y="926134"/>
                  </a:lnTo>
                  <a:lnTo>
                    <a:pt x="1366288" y="927053"/>
                  </a:lnTo>
                  <a:lnTo>
                    <a:pt x="1365216" y="927971"/>
                  </a:lnTo>
                  <a:lnTo>
                    <a:pt x="1364145" y="928888"/>
                  </a:lnTo>
                  <a:lnTo>
                    <a:pt x="1363073" y="929805"/>
                  </a:lnTo>
                  <a:lnTo>
                    <a:pt x="1362002" y="930721"/>
                  </a:lnTo>
                  <a:lnTo>
                    <a:pt x="1360930" y="931637"/>
                  </a:lnTo>
                  <a:lnTo>
                    <a:pt x="1359858" y="932552"/>
                  </a:lnTo>
                  <a:lnTo>
                    <a:pt x="1358787" y="933467"/>
                  </a:lnTo>
                  <a:lnTo>
                    <a:pt x="1357715" y="934381"/>
                  </a:lnTo>
                  <a:lnTo>
                    <a:pt x="1356644" y="935295"/>
                  </a:lnTo>
                  <a:lnTo>
                    <a:pt x="1355572" y="936208"/>
                  </a:lnTo>
                  <a:lnTo>
                    <a:pt x="1354500" y="937120"/>
                  </a:lnTo>
                  <a:lnTo>
                    <a:pt x="1353429" y="938032"/>
                  </a:lnTo>
                  <a:lnTo>
                    <a:pt x="1352357" y="938943"/>
                  </a:lnTo>
                  <a:lnTo>
                    <a:pt x="1351286" y="939853"/>
                  </a:lnTo>
                  <a:lnTo>
                    <a:pt x="1350214" y="940763"/>
                  </a:lnTo>
                  <a:lnTo>
                    <a:pt x="1349142" y="941672"/>
                  </a:lnTo>
                  <a:lnTo>
                    <a:pt x="1348071" y="942580"/>
                  </a:lnTo>
                  <a:lnTo>
                    <a:pt x="1346999" y="943488"/>
                  </a:lnTo>
                  <a:lnTo>
                    <a:pt x="1345928" y="944395"/>
                  </a:lnTo>
                  <a:lnTo>
                    <a:pt x="1344856" y="945301"/>
                  </a:lnTo>
                  <a:lnTo>
                    <a:pt x="1343784" y="946206"/>
                  </a:lnTo>
                  <a:lnTo>
                    <a:pt x="1342713" y="947111"/>
                  </a:lnTo>
                  <a:lnTo>
                    <a:pt x="1341641" y="948015"/>
                  </a:lnTo>
                  <a:lnTo>
                    <a:pt x="1340570" y="948918"/>
                  </a:lnTo>
                  <a:lnTo>
                    <a:pt x="1339498" y="949820"/>
                  </a:lnTo>
                  <a:lnTo>
                    <a:pt x="1338426" y="950721"/>
                  </a:lnTo>
                  <a:lnTo>
                    <a:pt x="1337355" y="951621"/>
                  </a:lnTo>
                  <a:lnTo>
                    <a:pt x="1336283" y="952521"/>
                  </a:lnTo>
                  <a:lnTo>
                    <a:pt x="1335212" y="953420"/>
                  </a:lnTo>
                  <a:lnTo>
                    <a:pt x="1334140" y="954318"/>
                  </a:lnTo>
                  <a:lnTo>
                    <a:pt x="1333068" y="955214"/>
                  </a:lnTo>
                  <a:lnTo>
                    <a:pt x="1331997" y="956110"/>
                  </a:lnTo>
                  <a:lnTo>
                    <a:pt x="1330925" y="957005"/>
                  </a:lnTo>
                  <a:lnTo>
                    <a:pt x="1329854" y="957900"/>
                  </a:lnTo>
                  <a:lnTo>
                    <a:pt x="1328782" y="958793"/>
                  </a:lnTo>
                  <a:lnTo>
                    <a:pt x="1327710" y="959685"/>
                  </a:lnTo>
                  <a:lnTo>
                    <a:pt x="1326639" y="960576"/>
                  </a:lnTo>
                  <a:lnTo>
                    <a:pt x="1325567" y="961466"/>
                  </a:lnTo>
                  <a:lnTo>
                    <a:pt x="1324496" y="962355"/>
                  </a:lnTo>
                  <a:lnTo>
                    <a:pt x="1323424" y="963243"/>
                  </a:lnTo>
                  <a:lnTo>
                    <a:pt x="1322352" y="964131"/>
                  </a:lnTo>
                  <a:lnTo>
                    <a:pt x="1321281" y="965017"/>
                  </a:lnTo>
                  <a:lnTo>
                    <a:pt x="1320209" y="965901"/>
                  </a:lnTo>
                  <a:lnTo>
                    <a:pt x="1319138" y="966785"/>
                  </a:lnTo>
                  <a:lnTo>
                    <a:pt x="1318066" y="967668"/>
                  </a:lnTo>
                  <a:lnTo>
                    <a:pt x="1316994" y="968550"/>
                  </a:lnTo>
                  <a:lnTo>
                    <a:pt x="1315923" y="969430"/>
                  </a:lnTo>
                  <a:lnTo>
                    <a:pt x="1314851" y="970310"/>
                  </a:lnTo>
                  <a:lnTo>
                    <a:pt x="1313780" y="971188"/>
                  </a:lnTo>
                  <a:lnTo>
                    <a:pt x="1312708" y="972065"/>
                  </a:lnTo>
                  <a:lnTo>
                    <a:pt x="1311636" y="972941"/>
                  </a:lnTo>
                  <a:lnTo>
                    <a:pt x="1310565" y="973815"/>
                  </a:lnTo>
                  <a:lnTo>
                    <a:pt x="1309493" y="974689"/>
                  </a:lnTo>
                  <a:lnTo>
                    <a:pt x="1308422" y="975561"/>
                  </a:lnTo>
                  <a:lnTo>
                    <a:pt x="1307350" y="976432"/>
                  </a:lnTo>
                  <a:lnTo>
                    <a:pt x="1306278" y="977302"/>
                  </a:lnTo>
                  <a:lnTo>
                    <a:pt x="1305207" y="978171"/>
                  </a:lnTo>
                  <a:lnTo>
                    <a:pt x="1304135" y="979038"/>
                  </a:lnTo>
                  <a:lnTo>
                    <a:pt x="1303064" y="979904"/>
                  </a:lnTo>
                  <a:lnTo>
                    <a:pt x="1301992" y="980769"/>
                  </a:lnTo>
                  <a:lnTo>
                    <a:pt x="1300920" y="981632"/>
                  </a:lnTo>
                  <a:lnTo>
                    <a:pt x="1299849" y="982494"/>
                  </a:lnTo>
                  <a:lnTo>
                    <a:pt x="1298777" y="983355"/>
                  </a:lnTo>
                  <a:lnTo>
                    <a:pt x="1297706" y="984214"/>
                  </a:lnTo>
                  <a:lnTo>
                    <a:pt x="1296634" y="985072"/>
                  </a:lnTo>
                  <a:lnTo>
                    <a:pt x="1295562" y="985929"/>
                  </a:lnTo>
                  <a:lnTo>
                    <a:pt x="1294491" y="986784"/>
                  </a:lnTo>
                  <a:lnTo>
                    <a:pt x="1293419" y="987638"/>
                  </a:lnTo>
                  <a:lnTo>
                    <a:pt x="1292348" y="988490"/>
                  </a:lnTo>
                  <a:lnTo>
                    <a:pt x="1291276" y="989342"/>
                  </a:lnTo>
                  <a:lnTo>
                    <a:pt x="1290204" y="990191"/>
                  </a:lnTo>
                  <a:lnTo>
                    <a:pt x="1289133" y="991039"/>
                  </a:lnTo>
                  <a:lnTo>
                    <a:pt x="1288061" y="991886"/>
                  </a:lnTo>
                  <a:lnTo>
                    <a:pt x="1286990" y="992731"/>
                  </a:lnTo>
                  <a:lnTo>
                    <a:pt x="1285918" y="993575"/>
                  </a:lnTo>
                  <a:lnTo>
                    <a:pt x="1284846" y="994417"/>
                  </a:lnTo>
                  <a:lnTo>
                    <a:pt x="1283775" y="995258"/>
                  </a:lnTo>
                  <a:lnTo>
                    <a:pt x="1282703" y="996097"/>
                  </a:lnTo>
                  <a:lnTo>
                    <a:pt x="1281632" y="996935"/>
                  </a:lnTo>
                  <a:lnTo>
                    <a:pt x="1280560" y="997771"/>
                  </a:lnTo>
                  <a:lnTo>
                    <a:pt x="1279488" y="998606"/>
                  </a:lnTo>
                  <a:lnTo>
                    <a:pt x="1278417" y="999439"/>
                  </a:lnTo>
                  <a:lnTo>
                    <a:pt x="1277345" y="1000271"/>
                  </a:lnTo>
                  <a:lnTo>
                    <a:pt x="1276274" y="1001100"/>
                  </a:lnTo>
                  <a:lnTo>
                    <a:pt x="1275202" y="1001929"/>
                  </a:lnTo>
                  <a:lnTo>
                    <a:pt x="1274130" y="1002755"/>
                  </a:lnTo>
                  <a:lnTo>
                    <a:pt x="1273059" y="1003581"/>
                  </a:lnTo>
                  <a:lnTo>
                    <a:pt x="1271987" y="1004404"/>
                  </a:lnTo>
                  <a:lnTo>
                    <a:pt x="1270916" y="1005226"/>
                  </a:lnTo>
                  <a:lnTo>
                    <a:pt x="1269844" y="1006046"/>
                  </a:lnTo>
                  <a:lnTo>
                    <a:pt x="1268772" y="1006864"/>
                  </a:lnTo>
                  <a:lnTo>
                    <a:pt x="1267701" y="1007681"/>
                  </a:lnTo>
                  <a:lnTo>
                    <a:pt x="1266629" y="1008496"/>
                  </a:lnTo>
                  <a:lnTo>
                    <a:pt x="1265558" y="1009310"/>
                  </a:lnTo>
                  <a:lnTo>
                    <a:pt x="1264486" y="1010121"/>
                  </a:lnTo>
                  <a:lnTo>
                    <a:pt x="1263414" y="1010931"/>
                  </a:lnTo>
                  <a:lnTo>
                    <a:pt x="1262343" y="1011739"/>
                  </a:lnTo>
                  <a:lnTo>
                    <a:pt x="1261271" y="1012546"/>
                  </a:lnTo>
                  <a:lnTo>
                    <a:pt x="1260200" y="1013351"/>
                  </a:lnTo>
                  <a:lnTo>
                    <a:pt x="1259128" y="1014154"/>
                  </a:lnTo>
                  <a:lnTo>
                    <a:pt x="1258056" y="1014955"/>
                  </a:lnTo>
                  <a:lnTo>
                    <a:pt x="1256985" y="1015754"/>
                  </a:lnTo>
                  <a:lnTo>
                    <a:pt x="1255913" y="1016552"/>
                  </a:lnTo>
                  <a:lnTo>
                    <a:pt x="1254842" y="1017347"/>
                  </a:lnTo>
                  <a:lnTo>
                    <a:pt x="1253770" y="1018141"/>
                  </a:lnTo>
                  <a:lnTo>
                    <a:pt x="1252698" y="1018933"/>
                  </a:lnTo>
                  <a:lnTo>
                    <a:pt x="1251627" y="1019724"/>
                  </a:lnTo>
                  <a:lnTo>
                    <a:pt x="1250555" y="1020512"/>
                  </a:lnTo>
                  <a:lnTo>
                    <a:pt x="1249484" y="1021299"/>
                  </a:lnTo>
                  <a:lnTo>
                    <a:pt x="1248412" y="1022083"/>
                  </a:lnTo>
                  <a:lnTo>
                    <a:pt x="1247340" y="1022866"/>
                  </a:lnTo>
                  <a:lnTo>
                    <a:pt x="1246269" y="1023647"/>
                  </a:lnTo>
                  <a:lnTo>
                    <a:pt x="1245197" y="1024426"/>
                  </a:lnTo>
                  <a:lnTo>
                    <a:pt x="1244126" y="1025203"/>
                  </a:lnTo>
                  <a:lnTo>
                    <a:pt x="1243054" y="1025978"/>
                  </a:lnTo>
                  <a:lnTo>
                    <a:pt x="1241983" y="1026751"/>
                  </a:lnTo>
                  <a:lnTo>
                    <a:pt x="1240911" y="1027522"/>
                  </a:lnTo>
                  <a:lnTo>
                    <a:pt x="1239839" y="1028291"/>
                  </a:lnTo>
                  <a:lnTo>
                    <a:pt x="1238768" y="1029058"/>
                  </a:lnTo>
                  <a:lnTo>
                    <a:pt x="1237696" y="1029824"/>
                  </a:lnTo>
                  <a:lnTo>
                    <a:pt x="1236625" y="1030587"/>
                  </a:lnTo>
                  <a:lnTo>
                    <a:pt x="1235553" y="1031348"/>
                  </a:lnTo>
                  <a:lnTo>
                    <a:pt x="1234481" y="1032107"/>
                  </a:lnTo>
                  <a:lnTo>
                    <a:pt x="1233410" y="1032865"/>
                  </a:lnTo>
                  <a:lnTo>
                    <a:pt x="1232338" y="1033620"/>
                  </a:lnTo>
                  <a:lnTo>
                    <a:pt x="1231267" y="1034373"/>
                  </a:lnTo>
                  <a:lnTo>
                    <a:pt x="1230195" y="1035124"/>
                  </a:lnTo>
                  <a:lnTo>
                    <a:pt x="1229123" y="1035873"/>
                  </a:lnTo>
                  <a:lnTo>
                    <a:pt x="1228052" y="1036620"/>
                  </a:lnTo>
                  <a:lnTo>
                    <a:pt x="1226980" y="1037365"/>
                  </a:lnTo>
                  <a:lnTo>
                    <a:pt x="1225909" y="1038108"/>
                  </a:lnTo>
                  <a:lnTo>
                    <a:pt x="1224837" y="1038848"/>
                  </a:lnTo>
                  <a:lnTo>
                    <a:pt x="1223765" y="1039587"/>
                  </a:lnTo>
                  <a:lnTo>
                    <a:pt x="1222694" y="1040323"/>
                  </a:lnTo>
                  <a:lnTo>
                    <a:pt x="1221622" y="1041057"/>
                  </a:lnTo>
                  <a:lnTo>
                    <a:pt x="1220551" y="1041790"/>
                  </a:lnTo>
                  <a:lnTo>
                    <a:pt x="1219479" y="1042519"/>
                  </a:lnTo>
                  <a:lnTo>
                    <a:pt x="1218407" y="1043247"/>
                  </a:lnTo>
                  <a:lnTo>
                    <a:pt x="1217336" y="1043973"/>
                  </a:lnTo>
                  <a:lnTo>
                    <a:pt x="1216264" y="1044696"/>
                  </a:lnTo>
                  <a:lnTo>
                    <a:pt x="1215193" y="1045418"/>
                  </a:lnTo>
                  <a:lnTo>
                    <a:pt x="1214121" y="1046137"/>
                  </a:lnTo>
                  <a:lnTo>
                    <a:pt x="1213049" y="1046853"/>
                  </a:lnTo>
                  <a:lnTo>
                    <a:pt x="1211978" y="1047568"/>
                  </a:lnTo>
                  <a:lnTo>
                    <a:pt x="1210906" y="1048280"/>
                  </a:lnTo>
                  <a:lnTo>
                    <a:pt x="1209835" y="1048990"/>
                  </a:lnTo>
                  <a:lnTo>
                    <a:pt x="1208763" y="1049698"/>
                  </a:lnTo>
                  <a:lnTo>
                    <a:pt x="1207691" y="1050404"/>
                  </a:lnTo>
                  <a:lnTo>
                    <a:pt x="1206620" y="1051107"/>
                  </a:lnTo>
                  <a:lnTo>
                    <a:pt x="1205548" y="1051808"/>
                  </a:lnTo>
                  <a:lnTo>
                    <a:pt x="1204477" y="1052507"/>
                  </a:lnTo>
                  <a:lnTo>
                    <a:pt x="1203405" y="1053204"/>
                  </a:lnTo>
                  <a:lnTo>
                    <a:pt x="1202333" y="1053898"/>
                  </a:lnTo>
                  <a:lnTo>
                    <a:pt x="1201262" y="1054590"/>
                  </a:lnTo>
                  <a:lnTo>
                    <a:pt x="1200190" y="1055279"/>
                  </a:lnTo>
                  <a:lnTo>
                    <a:pt x="1199119" y="1055966"/>
                  </a:lnTo>
                  <a:lnTo>
                    <a:pt x="1198047" y="1056651"/>
                  </a:lnTo>
                  <a:lnTo>
                    <a:pt x="1196975" y="1057334"/>
                  </a:lnTo>
                  <a:lnTo>
                    <a:pt x="1195904" y="1058014"/>
                  </a:lnTo>
                  <a:lnTo>
                    <a:pt x="1194832" y="1058692"/>
                  </a:lnTo>
                  <a:lnTo>
                    <a:pt x="1193761" y="1059367"/>
                  </a:lnTo>
                  <a:lnTo>
                    <a:pt x="1192689" y="1060040"/>
                  </a:lnTo>
                  <a:lnTo>
                    <a:pt x="1191617" y="1060711"/>
                  </a:lnTo>
                  <a:lnTo>
                    <a:pt x="1190546" y="1061379"/>
                  </a:lnTo>
                  <a:lnTo>
                    <a:pt x="1189474" y="1062044"/>
                  </a:lnTo>
                  <a:lnTo>
                    <a:pt x="1188403" y="1062708"/>
                  </a:lnTo>
                  <a:lnTo>
                    <a:pt x="1187331" y="1063369"/>
                  </a:lnTo>
                  <a:lnTo>
                    <a:pt x="1186259" y="1064027"/>
                  </a:lnTo>
                  <a:lnTo>
                    <a:pt x="1185188" y="1064683"/>
                  </a:lnTo>
                  <a:lnTo>
                    <a:pt x="1184116" y="1065337"/>
                  </a:lnTo>
                  <a:lnTo>
                    <a:pt x="1183045" y="1065988"/>
                  </a:lnTo>
                  <a:lnTo>
                    <a:pt x="1181973" y="1066636"/>
                  </a:lnTo>
                  <a:lnTo>
                    <a:pt x="1180901" y="1067283"/>
                  </a:lnTo>
                  <a:lnTo>
                    <a:pt x="1179830" y="1067926"/>
                  </a:lnTo>
                  <a:lnTo>
                    <a:pt x="1178758" y="1068567"/>
                  </a:lnTo>
                  <a:lnTo>
                    <a:pt x="1177687" y="1069206"/>
                  </a:lnTo>
                  <a:lnTo>
                    <a:pt x="1176615" y="1069842"/>
                  </a:lnTo>
                  <a:lnTo>
                    <a:pt x="1175543" y="1070476"/>
                  </a:lnTo>
                  <a:lnTo>
                    <a:pt x="1174472" y="1071107"/>
                  </a:lnTo>
                  <a:lnTo>
                    <a:pt x="1173400" y="1071735"/>
                  </a:lnTo>
                  <a:lnTo>
                    <a:pt x="1172329" y="1072361"/>
                  </a:lnTo>
                  <a:lnTo>
                    <a:pt x="1171257" y="1072984"/>
                  </a:lnTo>
                  <a:lnTo>
                    <a:pt x="1170185" y="1073605"/>
                  </a:lnTo>
                  <a:lnTo>
                    <a:pt x="1169114" y="1074223"/>
                  </a:lnTo>
                  <a:lnTo>
                    <a:pt x="1168042" y="1074839"/>
                  </a:lnTo>
                  <a:lnTo>
                    <a:pt x="1166971" y="1075452"/>
                  </a:lnTo>
                  <a:lnTo>
                    <a:pt x="1165899" y="1076062"/>
                  </a:lnTo>
                  <a:lnTo>
                    <a:pt x="1164827" y="1076670"/>
                  </a:lnTo>
                  <a:lnTo>
                    <a:pt x="1163756" y="1077275"/>
                  </a:lnTo>
                  <a:lnTo>
                    <a:pt x="1162684" y="1077878"/>
                  </a:lnTo>
                  <a:lnTo>
                    <a:pt x="1161613" y="1078478"/>
                  </a:lnTo>
                  <a:lnTo>
                    <a:pt x="1160541" y="1079075"/>
                  </a:lnTo>
                  <a:lnTo>
                    <a:pt x="1159469" y="1079670"/>
                  </a:lnTo>
                  <a:lnTo>
                    <a:pt x="1158398" y="1080262"/>
                  </a:lnTo>
                  <a:lnTo>
                    <a:pt x="1157326" y="1080851"/>
                  </a:lnTo>
                  <a:lnTo>
                    <a:pt x="1156255" y="1081438"/>
                  </a:lnTo>
                  <a:lnTo>
                    <a:pt x="1155183" y="1082022"/>
                  </a:lnTo>
                  <a:lnTo>
                    <a:pt x="1154111" y="1082603"/>
                  </a:lnTo>
                  <a:lnTo>
                    <a:pt x="1153040" y="1083181"/>
                  </a:lnTo>
                  <a:lnTo>
                    <a:pt x="1151968" y="1083757"/>
                  </a:lnTo>
                  <a:lnTo>
                    <a:pt x="1150897" y="1084330"/>
                  </a:lnTo>
                  <a:lnTo>
                    <a:pt x="1149825" y="1084901"/>
                  </a:lnTo>
                  <a:lnTo>
                    <a:pt x="1148753" y="1085468"/>
                  </a:lnTo>
                  <a:lnTo>
                    <a:pt x="1147682" y="1086033"/>
                  </a:lnTo>
                  <a:lnTo>
                    <a:pt x="1146610" y="1086595"/>
                  </a:lnTo>
                  <a:lnTo>
                    <a:pt x="1145539" y="1087155"/>
                  </a:lnTo>
                  <a:lnTo>
                    <a:pt x="1144467" y="1087711"/>
                  </a:lnTo>
                  <a:lnTo>
                    <a:pt x="1143395" y="1088265"/>
                  </a:lnTo>
                  <a:lnTo>
                    <a:pt x="1142324" y="1088816"/>
                  </a:lnTo>
                  <a:lnTo>
                    <a:pt x="1141252" y="1089364"/>
                  </a:lnTo>
                  <a:lnTo>
                    <a:pt x="1140181" y="1089910"/>
                  </a:lnTo>
                  <a:lnTo>
                    <a:pt x="1139109" y="1090453"/>
                  </a:lnTo>
                  <a:lnTo>
                    <a:pt x="1138037" y="1090992"/>
                  </a:lnTo>
                  <a:lnTo>
                    <a:pt x="1136966" y="1091529"/>
                  </a:lnTo>
                  <a:lnTo>
                    <a:pt x="1135894" y="1092064"/>
                  </a:lnTo>
                  <a:lnTo>
                    <a:pt x="1134823" y="1092595"/>
                  </a:lnTo>
                  <a:lnTo>
                    <a:pt x="1133751" y="1093124"/>
                  </a:lnTo>
                  <a:lnTo>
                    <a:pt x="1132679" y="1093649"/>
                  </a:lnTo>
                  <a:lnTo>
                    <a:pt x="1131608" y="1094172"/>
                  </a:lnTo>
                  <a:lnTo>
                    <a:pt x="1130536" y="1094692"/>
                  </a:lnTo>
                  <a:lnTo>
                    <a:pt x="1129465" y="1095209"/>
                  </a:lnTo>
                  <a:lnTo>
                    <a:pt x="1128393" y="1095723"/>
                  </a:lnTo>
                  <a:lnTo>
                    <a:pt x="1127321" y="1096235"/>
                  </a:lnTo>
                  <a:lnTo>
                    <a:pt x="1126250" y="1096743"/>
                  </a:lnTo>
                  <a:lnTo>
                    <a:pt x="1125178" y="1097249"/>
                  </a:lnTo>
                  <a:lnTo>
                    <a:pt x="1124107" y="1097751"/>
                  </a:lnTo>
                  <a:lnTo>
                    <a:pt x="1123035" y="1098251"/>
                  </a:lnTo>
                  <a:lnTo>
                    <a:pt x="1121963" y="1098748"/>
                  </a:lnTo>
                  <a:lnTo>
                    <a:pt x="1120892" y="1099242"/>
                  </a:lnTo>
                  <a:lnTo>
                    <a:pt x="1119820" y="1099733"/>
                  </a:lnTo>
                  <a:lnTo>
                    <a:pt x="1118749" y="1100222"/>
                  </a:lnTo>
                  <a:lnTo>
                    <a:pt x="1117677" y="1100707"/>
                  </a:lnTo>
                  <a:lnTo>
                    <a:pt x="1116605" y="1101190"/>
                  </a:lnTo>
                  <a:lnTo>
                    <a:pt x="1115534" y="1101670"/>
                  </a:lnTo>
                  <a:lnTo>
                    <a:pt x="1114462" y="1102147"/>
                  </a:lnTo>
                  <a:lnTo>
                    <a:pt x="1113391" y="1102622"/>
                  </a:lnTo>
                  <a:lnTo>
                    <a:pt x="1112319" y="1103093"/>
                  </a:lnTo>
                  <a:lnTo>
                    <a:pt x="1111247" y="1103562"/>
                  </a:lnTo>
                  <a:lnTo>
                    <a:pt x="1110176" y="1104028"/>
                  </a:lnTo>
                  <a:lnTo>
                    <a:pt x="1109104" y="1104491"/>
                  </a:lnTo>
                  <a:lnTo>
                    <a:pt x="1108033" y="1104952"/>
                  </a:lnTo>
                  <a:lnTo>
                    <a:pt x="1106961" y="1105410"/>
                  </a:lnTo>
                  <a:lnTo>
                    <a:pt x="1105889" y="1105865"/>
                  </a:lnTo>
                  <a:lnTo>
                    <a:pt x="1104818" y="1106317"/>
                  </a:lnTo>
                  <a:lnTo>
                    <a:pt x="1103746" y="1106767"/>
                  </a:lnTo>
                  <a:lnTo>
                    <a:pt x="1102675" y="1107214"/>
                  </a:lnTo>
                  <a:lnTo>
                    <a:pt x="1101603" y="1107659"/>
                  </a:lnTo>
                  <a:lnTo>
                    <a:pt x="1100531" y="1108100"/>
                  </a:lnTo>
                  <a:lnTo>
                    <a:pt x="1099460" y="1108539"/>
                  </a:lnTo>
                  <a:lnTo>
                    <a:pt x="1098388" y="1108976"/>
                  </a:lnTo>
                  <a:lnTo>
                    <a:pt x="1097317" y="1109410"/>
                  </a:lnTo>
                  <a:lnTo>
                    <a:pt x="1096245" y="1109841"/>
                  </a:lnTo>
                  <a:lnTo>
                    <a:pt x="1095173" y="1110269"/>
                  </a:lnTo>
                  <a:lnTo>
                    <a:pt x="1094102" y="1110695"/>
                  </a:lnTo>
                  <a:lnTo>
                    <a:pt x="1093030" y="1111119"/>
                  </a:lnTo>
                  <a:lnTo>
                    <a:pt x="1091959" y="1111539"/>
                  </a:lnTo>
                  <a:lnTo>
                    <a:pt x="1090887" y="1111958"/>
                  </a:lnTo>
                  <a:lnTo>
                    <a:pt x="1089815" y="1112373"/>
                  </a:lnTo>
                  <a:lnTo>
                    <a:pt x="1088744" y="1112786"/>
                  </a:lnTo>
                  <a:lnTo>
                    <a:pt x="1087672" y="1113197"/>
                  </a:lnTo>
                  <a:lnTo>
                    <a:pt x="1086601" y="1113605"/>
                  </a:lnTo>
                  <a:lnTo>
                    <a:pt x="1085529" y="1114010"/>
                  </a:lnTo>
                  <a:lnTo>
                    <a:pt x="1084457" y="1114413"/>
                  </a:lnTo>
                  <a:lnTo>
                    <a:pt x="1083386" y="1114813"/>
                  </a:lnTo>
                  <a:lnTo>
                    <a:pt x="1082314" y="1115211"/>
                  </a:lnTo>
                  <a:lnTo>
                    <a:pt x="1081243" y="1115607"/>
                  </a:lnTo>
                  <a:lnTo>
                    <a:pt x="1080171" y="1116000"/>
                  </a:lnTo>
                  <a:lnTo>
                    <a:pt x="1079099" y="1116390"/>
                  </a:lnTo>
                  <a:lnTo>
                    <a:pt x="1078028" y="1116778"/>
                  </a:lnTo>
                  <a:lnTo>
                    <a:pt x="1076956" y="1117164"/>
                  </a:lnTo>
                  <a:lnTo>
                    <a:pt x="1075885" y="1117547"/>
                  </a:lnTo>
                  <a:lnTo>
                    <a:pt x="1074813" y="1117927"/>
                  </a:lnTo>
                  <a:lnTo>
                    <a:pt x="1073741" y="1118305"/>
                  </a:lnTo>
                  <a:lnTo>
                    <a:pt x="1072670" y="1118681"/>
                  </a:lnTo>
                  <a:lnTo>
                    <a:pt x="1071598" y="1119055"/>
                  </a:lnTo>
                  <a:lnTo>
                    <a:pt x="1070527" y="1119426"/>
                  </a:lnTo>
                  <a:lnTo>
                    <a:pt x="1069455" y="1119794"/>
                  </a:lnTo>
                  <a:lnTo>
                    <a:pt x="1068383" y="1120160"/>
                  </a:lnTo>
                  <a:lnTo>
                    <a:pt x="1067312" y="1120524"/>
                  </a:lnTo>
                  <a:lnTo>
                    <a:pt x="1066240" y="1120886"/>
                  </a:lnTo>
                  <a:lnTo>
                    <a:pt x="1065169" y="1121245"/>
                  </a:lnTo>
                  <a:lnTo>
                    <a:pt x="1064097" y="1121602"/>
                  </a:lnTo>
                  <a:lnTo>
                    <a:pt x="1063026" y="1121956"/>
                  </a:lnTo>
                  <a:lnTo>
                    <a:pt x="1061954" y="1122308"/>
                  </a:lnTo>
                  <a:lnTo>
                    <a:pt x="1060882" y="1122658"/>
                  </a:lnTo>
                  <a:lnTo>
                    <a:pt x="1059811" y="1123006"/>
                  </a:lnTo>
                  <a:lnTo>
                    <a:pt x="1058739" y="1123351"/>
                  </a:lnTo>
                  <a:lnTo>
                    <a:pt x="1057668" y="1123694"/>
                  </a:lnTo>
                  <a:lnTo>
                    <a:pt x="1056596" y="1124034"/>
                  </a:lnTo>
                  <a:lnTo>
                    <a:pt x="1055524" y="1124373"/>
                  </a:lnTo>
                  <a:lnTo>
                    <a:pt x="1054453" y="1124709"/>
                  </a:lnTo>
                  <a:lnTo>
                    <a:pt x="1053381" y="1125043"/>
                  </a:lnTo>
                  <a:lnTo>
                    <a:pt x="1052310" y="1125374"/>
                  </a:lnTo>
                  <a:lnTo>
                    <a:pt x="1051238" y="1125704"/>
                  </a:lnTo>
                  <a:lnTo>
                    <a:pt x="1050166" y="1126031"/>
                  </a:lnTo>
                  <a:lnTo>
                    <a:pt x="1049095" y="1126356"/>
                  </a:lnTo>
                  <a:lnTo>
                    <a:pt x="1048023" y="1126678"/>
                  </a:lnTo>
                  <a:lnTo>
                    <a:pt x="1046952" y="1126999"/>
                  </a:lnTo>
                  <a:lnTo>
                    <a:pt x="1045880" y="1127317"/>
                  </a:lnTo>
                  <a:lnTo>
                    <a:pt x="1044808" y="1127633"/>
                  </a:lnTo>
                  <a:lnTo>
                    <a:pt x="1043737" y="1127947"/>
                  </a:lnTo>
                  <a:lnTo>
                    <a:pt x="1042665" y="1128259"/>
                  </a:lnTo>
                  <a:lnTo>
                    <a:pt x="1041594" y="1128569"/>
                  </a:lnTo>
                  <a:lnTo>
                    <a:pt x="1040522" y="1128876"/>
                  </a:lnTo>
                  <a:lnTo>
                    <a:pt x="1039450" y="1129182"/>
                  </a:lnTo>
                  <a:lnTo>
                    <a:pt x="1038379" y="1129485"/>
                  </a:lnTo>
                  <a:lnTo>
                    <a:pt x="1037307" y="1129786"/>
                  </a:lnTo>
                  <a:lnTo>
                    <a:pt x="1036236" y="1130085"/>
                  </a:lnTo>
                  <a:lnTo>
                    <a:pt x="1035164" y="1130382"/>
                  </a:lnTo>
                  <a:lnTo>
                    <a:pt x="1034092" y="1130677"/>
                  </a:lnTo>
                  <a:lnTo>
                    <a:pt x="1033021" y="1130969"/>
                  </a:lnTo>
                  <a:lnTo>
                    <a:pt x="1031949" y="1131260"/>
                  </a:lnTo>
                  <a:lnTo>
                    <a:pt x="1030878" y="1131549"/>
                  </a:lnTo>
                  <a:lnTo>
                    <a:pt x="1029806" y="1131835"/>
                  </a:lnTo>
                  <a:lnTo>
                    <a:pt x="1028734" y="1132120"/>
                  </a:lnTo>
                  <a:lnTo>
                    <a:pt x="1027663" y="1132402"/>
                  </a:lnTo>
                  <a:lnTo>
                    <a:pt x="1026591" y="1132682"/>
                  </a:lnTo>
                  <a:lnTo>
                    <a:pt x="1025520" y="1132961"/>
                  </a:lnTo>
                  <a:lnTo>
                    <a:pt x="1024448" y="1133237"/>
                  </a:lnTo>
                  <a:lnTo>
                    <a:pt x="1023376" y="1133512"/>
                  </a:lnTo>
                  <a:lnTo>
                    <a:pt x="1022305" y="1133784"/>
                  </a:lnTo>
                  <a:lnTo>
                    <a:pt x="1021233" y="1134054"/>
                  </a:lnTo>
                  <a:lnTo>
                    <a:pt x="1020162" y="1134323"/>
                  </a:lnTo>
                  <a:lnTo>
                    <a:pt x="1019090" y="1134589"/>
                  </a:lnTo>
                  <a:lnTo>
                    <a:pt x="1018018" y="1134854"/>
                  </a:lnTo>
                  <a:lnTo>
                    <a:pt x="1016947" y="1135116"/>
                  </a:lnTo>
                  <a:lnTo>
                    <a:pt x="1015875" y="1135377"/>
                  </a:lnTo>
                  <a:lnTo>
                    <a:pt x="1014804" y="1135635"/>
                  </a:lnTo>
                  <a:lnTo>
                    <a:pt x="1013732" y="1135892"/>
                  </a:lnTo>
                  <a:lnTo>
                    <a:pt x="1012660" y="1136147"/>
                  </a:lnTo>
                  <a:lnTo>
                    <a:pt x="1011589" y="1136400"/>
                  </a:lnTo>
                  <a:lnTo>
                    <a:pt x="1010517" y="1136651"/>
                  </a:lnTo>
                  <a:lnTo>
                    <a:pt x="1009446" y="1136900"/>
                  </a:lnTo>
                  <a:lnTo>
                    <a:pt x="1008374" y="1137147"/>
                  </a:lnTo>
                  <a:lnTo>
                    <a:pt x="1007302" y="1137392"/>
                  </a:lnTo>
                  <a:lnTo>
                    <a:pt x="1006231" y="1137636"/>
                  </a:lnTo>
                  <a:lnTo>
                    <a:pt x="1005159" y="1137877"/>
                  </a:lnTo>
                  <a:lnTo>
                    <a:pt x="1004088" y="1138117"/>
                  </a:lnTo>
                  <a:lnTo>
                    <a:pt x="1003016" y="1138355"/>
                  </a:lnTo>
                  <a:lnTo>
                    <a:pt x="1001944" y="1138591"/>
                  </a:lnTo>
                  <a:lnTo>
                    <a:pt x="1000873" y="1138825"/>
                  </a:lnTo>
                  <a:lnTo>
                    <a:pt x="999801" y="1139058"/>
                  </a:lnTo>
                  <a:lnTo>
                    <a:pt x="998730" y="1139288"/>
                  </a:lnTo>
                  <a:lnTo>
                    <a:pt x="997658" y="1139517"/>
                  </a:lnTo>
                  <a:lnTo>
                    <a:pt x="996586" y="1139744"/>
                  </a:lnTo>
                  <a:lnTo>
                    <a:pt x="995515" y="1139969"/>
                  </a:lnTo>
                  <a:lnTo>
                    <a:pt x="994443" y="1140193"/>
                  </a:lnTo>
                  <a:lnTo>
                    <a:pt x="993372" y="1140415"/>
                  </a:lnTo>
                  <a:lnTo>
                    <a:pt x="992300" y="1140635"/>
                  </a:lnTo>
                  <a:lnTo>
                    <a:pt x="991228" y="1140853"/>
                  </a:lnTo>
                  <a:lnTo>
                    <a:pt x="990157" y="1141069"/>
                  </a:lnTo>
                  <a:lnTo>
                    <a:pt x="989085" y="1141284"/>
                  </a:lnTo>
                  <a:lnTo>
                    <a:pt x="988014" y="1141497"/>
                  </a:lnTo>
                  <a:lnTo>
                    <a:pt x="986942" y="1141708"/>
                  </a:lnTo>
                  <a:lnTo>
                    <a:pt x="985870" y="1141918"/>
                  </a:lnTo>
                  <a:lnTo>
                    <a:pt x="984799" y="1142126"/>
                  </a:lnTo>
                  <a:lnTo>
                    <a:pt x="983727" y="1142332"/>
                  </a:lnTo>
                  <a:lnTo>
                    <a:pt x="982656" y="1142537"/>
                  </a:lnTo>
                  <a:lnTo>
                    <a:pt x="981584" y="1142739"/>
                  </a:lnTo>
                  <a:lnTo>
                    <a:pt x="980512" y="1142941"/>
                  </a:lnTo>
                  <a:lnTo>
                    <a:pt x="979441" y="1143140"/>
                  </a:lnTo>
                  <a:lnTo>
                    <a:pt x="978369" y="1143338"/>
                  </a:lnTo>
                  <a:lnTo>
                    <a:pt x="977298" y="1143534"/>
                  </a:lnTo>
                  <a:lnTo>
                    <a:pt x="976226" y="1143729"/>
                  </a:lnTo>
                  <a:lnTo>
                    <a:pt x="975154" y="1143922"/>
                  </a:lnTo>
                  <a:lnTo>
                    <a:pt x="974083" y="1144114"/>
                  </a:lnTo>
                  <a:lnTo>
                    <a:pt x="973011" y="1144303"/>
                  </a:lnTo>
                  <a:lnTo>
                    <a:pt x="971940" y="1144492"/>
                  </a:lnTo>
                  <a:lnTo>
                    <a:pt x="970868" y="1144678"/>
                  </a:lnTo>
                  <a:lnTo>
                    <a:pt x="969796" y="1144863"/>
                  </a:lnTo>
                  <a:lnTo>
                    <a:pt x="968725" y="1145047"/>
                  </a:lnTo>
                  <a:lnTo>
                    <a:pt x="967653" y="1145229"/>
                  </a:lnTo>
                  <a:lnTo>
                    <a:pt x="966582" y="1145409"/>
                  </a:lnTo>
                  <a:lnTo>
                    <a:pt x="965510" y="1145588"/>
                  </a:lnTo>
                  <a:lnTo>
                    <a:pt x="964438" y="1145765"/>
                  </a:lnTo>
                  <a:lnTo>
                    <a:pt x="963367" y="1145941"/>
                  </a:lnTo>
                  <a:lnTo>
                    <a:pt x="962295" y="1146115"/>
                  </a:lnTo>
                  <a:lnTo>
                    <a:pt x="961224" y="1146288"/>
                  </a:lnTo>
                  <a:lnTo>
                    <a:pt x="960152" y="1146460"/>
                  </a:lnTo>
                  <a:lnTo>
                    <a:pt x="959080" y="1146629"/>
                  </a:lnTo>
                  <a:lnTo>
                    <a:pt x="958009" y="1146798"/>
                  </a:lnTo>
                  <a:lnTo>
                    <a:pt x="956937" y="1146964"/>
                  </a:lnTo>
                  <a:lnTo>
                    <a:pt x="955866" y="1147130"/>
                  </a:lnTo>
                  <a:lnTo>
                    <a:pt x="954794" y="1147294"/>
                  </a:lnTo>
                  <a:lnTo>
                    <a:pt x="953722" y="1147456"/>
                  </a:lnTo>
                  <a:lnTo>
                    <a:pt x="952651" y="1147617"/>
                  </a:lnTo>
                  <a:lnTo>
                    <a:pt x="951579" y="1147777"/>
                  </a:lnTo>
                  <a:lnTo>
                    <a:pt x="950508" y="1147935"/>
                  </a:lnTo>
                  <a:lnTo>
                    <a:pt x="949436" y="1148092"/>
                  </a:lnTo>
                  <a:lnTo>
                    <a:pt x="948364" y="1148247"/>
                  </a:lnTo>
                  <a:lnTo>
                    <a:pt x="947293" y="1148401"/>
                  </a:lnTo>
                  <a:lnTo>
                    <a:pt x="946221" y="1148553"/>
                  </a:lnTo>
                  <a:lnTo>
                    <a:pt x="945150" y="1148705"/>
                  </a:lnTo>
                  <a:lnTo>
                    <a:pt x="944078" y="1148854"/>
                  </a:lnTo>
                  <a:lnTo>
                    <a:pt x="943006" y="1149003"/>
                  </a:lnTo>
                  <a:lnTo>
                    <a:pt x="941935" y="1149150"/>
                  </a:lnTo>
                  <a:lnTo>
                    <a:pt x="940863" y="1149296"/>
                  </a:lnTo>
                  <a:lnTo>
                    <a:pt x="939792" y="1149440"/>
                  </a:lnTo>
                  <a:lnTo>
                    <a:pt x="938720" y="1149583"/>
                  </a:lnTo>
                  <a:lnTo>
                    <a:pt x="937648" y="1149725"/>
                  </a:lnTo>
                  <a:lnTo>
                    <a:pt x="936577" y="1149865"/>
                  </a:lnTo>
                  <a:lnTo>
                    <a:pt x="935505" y="1150005"/>
                  </a:lnTo>
                  <a:lnTo>
                    <a:pt x="934434" y="1150142"/>
                  </a:lnTo>
                  <a:lnTo>
                    <a:pt x="933362" y="1150279"/>
                  </a:lnTo>
                  <a:lnTo>
                    <a:pt x="932290" y="1150414"/>
                  </a:lnTo>
                  <a:lnTo>
                    <a:pt x="931219" y="1150548"/>
                  </a:lnTo>
                  <a:lnTo>
                    <a:pt x="930147" y="1150681"/>
                  </a:lnTo>
                  <a:lnTo>
                    <a:pt x="929076" y="1150812"/>
                  </a:lnTo>
                  <a:lnTo>
                    <a:pt x="928004" y="1150943"/>
                  </a:lnTo>
                  <a:lnTo>
                    <a:pt x="926932" y="1151072"/>
                  </a:lnTo>
                  <a:lnTo>
                    <a:pt x="925861" y="1151200"/>
                  </a:lnTo>
                  <a:lnTo>
                    <a:pt x="924789" y="1151326"/>
                  </a:lnTo>
                  <a:lnTo>
                    <a:pt x="923718" y="1151451"/>
                  </a:lnTo>
                  <a:lnTo>
                    <a:pt x="922646" y="1151576"/>
                  </a:lnTo>
                  <a:lnTo>
                    <a:pt x="921574" y="1151699"/>
                  </a:lnTo>
                  <a:lnTo>
                    <a:pt x="920503" y="1151820"/>
                  </a:lnTo>
                  <a:lnTo>
                    <a:pt x="919431" y="1151941"/>
                  </a:lnTo>
                  <a:lnTo>
                    <a:pt x="918360" y="1152061"/>
                  </a:lnTo>
                  <a:lnTo>
                    <a:pt x="917288" y="1152179"/>
                  </a:lnTo>
                  <a:lnTo>
                    <a:pt x="916216" y="1152296"/>
                  </a:lnTo>
                  <a:lnTo>
                    <a:pt x="915145" y="1152412"/>
                  </a:lnTo>
                  <a:lnTo>
                    <a:pt x="914073" y="1152527"/>
                  </a:lnTo>
                  <a:lnTo>
                    <a:pt x="913002" y="1152641"/>
                  </a:lnTo>
                  <a:lnTo>
                    <a:pt x="911930" y="1152753"/>
                  </a:lnTo>
                  <a:lnTo>
                    <a:pt x="910858" y="1152865"/>
                  </a:lnTo>
                  <a:lnTo>
                    <a:pt x="909787" y="1152975"/>
                  </a:lnTo>
                  <a:lnTo>
                    <a:pt x="908715" y="1153085"/>
                  </a:lnTo>
                  <a:lnTo>
                    <a:pt x="907644" y="1153193"/>
                  </a:lnTo>
                  <a:lnTo>
                    <a:pt x="906572" y="1153300"/>
                  </a:lnTo>
                  <a:lnTo>
                    <a:pt x="905500" y="1153406"/>
                  </a:lnTo>
                  <a:lnTo>
                    <a:pt x="904429" y="1153511"/>
                  </a:lnTo>
                  <a:lnTo>
                    <a:pt x="903357" y="1153615"/>
                  </a:lnTo>
                  <a:lnTo>
                    <a:pt x="902286" y="1153718"/>
                  </a:lnTo>
                  <a:lnTo>
                    <a:pt x="901214" y="1153820"/>
                  </a:lnTo>
                  <a:lnTo>
                    <a:pt x="900142" y="1153921"/>
                  </a:lnTo>
                  <a:lnTo>
                    <a:pt x="899071" y="1154021"/>
                  </a:lnTo>
                  <a:lnTo>
                    <a:pt x="897999" y="1154120"/>
                  </a:lnTo>
                  <a:lnTo>
                    <a:pt x="896928" y="1154218"/>
                  </a:lnTo>
                  <a:lnTo>
                    <a:pt x="895856" y="1154315"/>
                  </a:lnTo>
                  <a:lnTo>
                    <a:pt x="894784" y="1154411"/>
                  </a:lnTo>
                  <a:lnTo>
                    <a:pt x="893713" y="1154506"/>
                  </a:lnTo>
                  <a:lnTo>
                    <a:pt x="892641" y="1154600"/>
                  </a:lnTo>
                  <a:lnTo>
                    <a:pt x="891570" y="1154693"/>
                  </a:lnTo>
                  <a:lnTo>
                    <a:pt x="890498" y="1154786"/>
                  </a:lnTo>
                  <a:lnTo>
                    <a:pt x="889426" y="1154877"/>
                  </a:lnTo>
                  <a:lnTo>
                    <a:pt x="888355" y="1154967"/>
                  </a:lnTo>
                  <a:lnTo>
                    <a:pt x="887283" y="1155057"/>
                  </a:lnTo>
                  <a:lnTo>
                    <a:pt x="886212" y="1155145"/>
                  </a:lnTo>
                  <a:lnTo>
                    <a:pt x="885140" y="1155233"/>
                  </a:lnTo>
                  <a:lnTo>
                    <a:pt x="884069" y="1155320"/>
                  </a:lnTo>
                  <a:lnTo>
                    <a:pt x="882997" y="1155405"/>
                  </a:lnTo>
                  <a:lnTo>
                    <a:pt x="881925" y="1155490"/>
                  </a:lnTo>
                  <a:lnTo>
                    <a:pt x="880854" y="1155575"/>
                  </a:lnTo>
                  <a:lnTo>
                    <a:pt x="879782" y="1155658"/>
                  </a:lnTo>
                  <a:lnTo>
                    <a:pt x="878711" y="1155740"/>
                  </a:lnTo>
                  <a:lnTo>
                    <a:pt x="877639" y="1155822"/>
                  </a:lnTo>
                  <a:lnTo>
                    <a:pt x="876567" y="1155903"/>
                  </a:lnTo>
                  <a:lnTo>
                    <a:pt x="875496" y="1155983"/>
                  </a:lnTo>
                  <a:lnTo>
                    <a:pt x="874424" y="1156062"/>
                  </a:lnTo>
                  <a:lnTo>
                    <a:pt x="873353" y="1156140"/>
                  </a:lnTo>
                  <a:lnTo>
                    <a:pt x="872281" y="1156218"/>
                  </a:lnTo>
                  <a:lnTo>
                    <a:pt x="871209" y="1156294"/>
                  </a:lnTo>
                  <a:lnTo>
                    <a:pt x="870138" y="1156370"/>
                  </a:lnTo>
                  <a:lnTo>
                    <a:pt x="869066" y="1156446"/>
                  </a:lnTo>
                  <a:lnTo>
                    <a:pt x="867995" y="1156520"/>
                  </a:lnTo>
                  <a:lnTo>
                    <a:pt x="866923" y="1156594"/>
                  </a:lnTo>
                  <a:lnTo>
                    <a:pt x="865851" y="1156667"/>
                  </a:lnTo>
                  <a:lnTo>
                    <a:pt x="864780" y="1156739"/>
                  </a:lnTo>
                  <a:lnTo>
                    <a:pt x="863708" y="1156811"/>
                  </a:lnTo>
                  <a:lnTo>
                    <a:pt x="862637" y="1156882"/>
                  </a:lnTo>
                  <a:lnTo>
                    <a:pt x="861565" y="1156952"/>
                  </a:lnTo>
                  <a:lnTo>
                    <a:pt x="860493" y="1157021"/>
                  </a:lnTo>
                  <a:lnTo>
                    <a:pt x="859422" y="1157090"/>
                  </a:lnTo>
                  <a:lnTo>
                    <a:pt x="858350" y="1157158"/>
                  </a:lnTo>
                  <a:lnTo>
                    <a:pt x="857279" y="1157226"/>
                  </a:lnTo>
                  <a:lnTo>
                    <a:pt x="856207" y="1157292"/>
                  </a:lnTo>
                  <a:lnTo>
                    <a:pt x="855135" y="1157359"/>
                  </a:lnTo>
                  <a:lnTo>
                    <a:pt x="854064" y="1157424"/>
                  </a:lnTo>
                  <a:lnTo>
                    <a:pt x="852992" y="1157489"/>
                  </a:lnTo>
                  <a:lnTo>
                    <a:pt x="851921" y="1157553"/>
                  </a:lnTo>
                  <a:lnTo>
                    <a:pt x="850849" y="1157617"/>
                  </a:lnTo>
                  <a:lnTo>
                    <a:pt x="849777" y="1157680"/>
                  </a:lnTo>
                  <a:lnTo>
                    <a:pt x="848706" y="1157742"/>
                  </a:lnTo>
                  <a:lnTo>
                    <a:pt x="847634" y="1157804"/>
                  </a:lnTo>
                  <a:lnTo>
                    <a:pt x="846563" y="1157865"/>
                  </a:lnTo>
                  <a:lnTo>
                    <a:pt x="845491" y="1157926"/>
                  </a:lnTo>
                  <a:lnTo>
                    <a:pt x="844419" y="1157986"/>
                  </a:lnTo>
                  <a:lnTo>
                    <a:pt x="843348" y="1158046"/>
                  </a:lnTo>
                  <a:lnTo>
                    <a:pt x="842276" y="1158105"/>
                  </a:lnTo>
                  <a:lnTo>
                    <a:pt x="841205" y="1158163"/>
                  </a:lnTo>
                  <a:lnTo>
                    <a:pt x="840133" y="1158221"/>
                  </a:lnTo>
                  <a:lnTo>
                    <a:pt x="839061" y="1158279"/>
                  </a:lnTo>
                  <a:lnTo>
                    <a:pt x="837990" y="1158336"/>
                  </a:lnTo>
                  <a:lnTo>
                    <a:pt x="836918" y="1158392"/>
                  </a:lnTo>
                  <a:lnTo>
                    <a:pt x="835847" y="1158448"/>
                  </a:lnTo>
                  <a:lnTo>
                    <a:pt x="834775" y="1158504"/>
                  </a:lnTo>
                  <a:lnTo>
                    <a:pt x="833703" y="1158559"/>
                  </a:lnTo>
                  <a:lnTo>
                    <a:pt x="832632" y="1158613"/>
                  </a:lnTo>
                  <a:lnTo>
                    <a:pt x="831560" y="1158668"/>
                  </a:lnTo>
                  <a:lnTo>
                    <a:pt x="830489" y="1158721"/>
                  </a:lnTo>
                  <a:lnTo>
                    <a:pt x="829417" y="1158775"/>
                  </a:lnTo>
                  <a:lnTo>
                    <a:pt x="828345" y="1158827"/>
                  </a:lnTo>
                  <a:lnTo>
                    <a:pt x="827274" y="1158880"/>
                  </a:lnTo>
                  <a:lnTo>
                    <a:pt x="826202" y="1158932"/>
                  </a:lnTo>
                  <a:lnTo>
                    <a:pt x="825131" y="1158984"/>
                  </a:lnTo>
                  <a:lnTo>
                    <a:pt x="824059" y="1159035"/>
                  </a:lnTo>
                  <a:lnTo>
                    <a:pt x="822987" y="1159086"/>
                  </a:lnTo>
                  <a:lnTo>
                    <a:pt x="821916" y="1159136"/>
                  </a:lnTo>
                  <a:lnTo>
                    <a:pt x="820844" y="1159186"/>
                  </a:lnTo>
                  <a:lnTo>
                    <a:pt x="819773" y="1159236"/>
                  </a:lnTo>
                  <a:lnTo>
                    <a:pt x="818701" y="1159285"/>
                  </a:lnTo>
                  <a:lnTo>
                    <a:pt x="817629" y="1159335"/>
                  </a:lnTo>
                  <a:lnTo>
                    <a:pt x="816558" y="1159383"/>
                  </a:lnTo>
                  <a:lnTo>
                    <a:pt x="815486" y="1159432"/>
                  </a:lnTo>
                  <a:lnTo>
                    <a:pt x="814415" y="1159480"/>
                  </a:lnTo>
                  <a:lnTo>
                    <a:pt x="813343" y="1159528"/>
                  </a:lnTo>
                  <a:lnTo>
                    <a:pt x="812271" y="1159575"/>
                  </a:lnTo>
                  <a:lnTo>
                    <a:pt x="811200" y="1159623"/>
                  </a:lnTo>
                  <a:lnTo>
                    <a:pt x="810128" y="1159670"/>
                  </a:lnTo>
                  <a:lnTo>
                    <a:pt x="809057" y="1159716"/>
                  </a:lnTo>
                  <a:lnTo>
                    <a:pt x="807985" y="1159763"/>
                  </a:lnTo>
                  <a:lnTo>
                    <a:pt x="806913" y="1159809"/>
                  </a:lnTo>
                  <a:lnTo>
                    <a:pt x="805842" y="1159855"/>
                  </a:lnTo>
                  <a:lnTo>
                    <a:pt x="804770" y="1159901"/>
                  </a:lnTo>
                  <a:lnTo>
                    <a:pt x="803699" y="1159947"/>
                  </a:lnTo>
                  <a:lnTo>
                    <a:pt x="802627" y="1159992"/>
                  </a:lnTo>
                  <a:lnTo>
                    <a:pt x="801555" y="1160037"/>
                  </a:lnTo>
                  <a:lnTo>
                    <a:pt x="800484" y="1160082"/>
                  </a:lnTo>
                  <a:lnTo>
                    <a:pt x="799412" y="1160127"/>
                  </a:lnTo>
                  <a:lnTo>
                    <a:pt x="798341" y="1160171"/>
                  </a:lnTo>
                  <a:lnTo>
                    <a:pt x="797269" y="1160216"/>
                  </a:lnTo>
                  <a:lnTo>
                    <a:pt x="796197" y="1160260"/>
                  </a:lnTo>
                  <a:lnTo>
                    <a:pt x="795126" y="1160304"/>
                  </a:lnTo>
                  <a:lnTo>
                    <a:pt x="794054" y="1160348"/>
                  </a:lnTo>
                  <a:lnTo>
                    <a:pt x="792983" y="1160392"/>
                  </a:lnTo>
                  <a:lnTo>
                    <a:pt x="791911" y="1160436"/>
                  </a:lnTo>
                  <a:lnTo>
                    <a:pt x="790839" y="1160480"/>
                  </a:lnTo>
                  <a:lnTo>
                    <a:pt x="789768" y="1160523"/>
                  </a:lnTo>
                  <a:lnTo>
                    <a:pt x="788696" y="1160567"/>
                  </a:lnTo>
                  <a:lnTo>
                    <a:pt x="787625" y="1160610"/>
                  </a:lnTo>
                  <a:lnTo>
                    <a:pt x="786553" y="1160654"/>
                  </a:lnTo>
                  <a:lnTo>
                    <a:pt x="785481" y="1160697"/>
                  </a:lnTo>
                  <a:lnTo>
                    <a:pt x="784410" y="1160740"/>
                  </a:lnTo>
                  <a:lnTo>
                    <a:pt x="783338" y="1160783"/>
                  </a:lnTo>
                  <a:lnTo>
                    <a:pt x="782267" y="1160826"/>
                  </a:lnTo>
                  <a:lnTo>
                    <a:pt x="781195" y="1160869"/>
                  </a:lnTo>
                  <a:lnTo>
                    <a:pt x="780123" y="1160912"/>
                  </a:lnTo>
                  <a:lnTo>
                    <a:pt x="779052" y="1160955"/>
                  </a:lnTo>
                  <a:lnTo>
                    <a:pt x="777980" y="1160998"/>
                  </a:lnTo>
                  <a:lnTo>
                    <a:pt x="776909" y="1161042"/>
                  </a:lnTo>
                  <a:lnTo>
                    <a:pt x="775837" y="1161085"/>
                  </a:lnTo>
                  <a:lnTo>
                    <a:pt x="774765" y="1161128"/>
                  </a:lnTo>
                  <a:lnTo>
                    <a:pt x="773694" y="1161171"/>
                  </a:lnTo>
                  <a:lnTo>
                    <a:pt x="772622" y="1161214"/>
                  </a:lnTo>
                  <a:lnTo>
                    <a:pt x="771551" y="1161257"/>
                  </a:lnTo>
                  <a:lnTo>
                    <a:pt x="770479" y="1161300"/>
                  </a:lnTo>
                  <a:lnTo>
                    <a:pt x="769407" y="1161344"/>
                  </a:lnTo>
                  <a:lnTo>
                    <a:pt x="768336" y="1161387"/>
                  </a:lnTo>
                  <a:lnTo>
                    <a:pt x="767264" y="1161431"/>
                  </a:lnTo>
                  <a:lnTo>
                    <a:pt x="766193" y="1161474"/>
                  </a:lnTo>
                  <a:lnTo>
                    <a:pt x="765121" y="1161518"/>
                  </a:lnTo>
                  <a:lnTo>
                    <a:pt x="764049" y="1161562"/>
                  </a:lnTo>
                  <a:lnTo>
                    <a:pt x="762978" y="1161606"/>
                  </a:lnTo>
                  <a:lnTo>
                    <a:pt x="761906" y="1161650"/>
                  </a:lnTo>
                  <a:lnTo>
                    <a:pt x="760835" y="1161694"/>
                  </a:lnTo>
                  <a:lnTo>
                    <a:pt x="759763" y="1161738"/>
                  </a:lnTo>
                  <a:lnTo>
                    <a:pt x="758691" y="1161782"/>
                  </a:lnTo>
                  <a:lnTo>
                    <a:pt x="757620" y="1161827"/>
                  </a:lnTo>
                  <a:lnTo>
                    <a:pt x="756548" y="1161872"/>
                  </a:lnTo>
                  <a:lnTo>
                    <a:pt x="755477" y="1161917"/>
                  </a:lnTo>
                  <a:lnTo>
                    <a:pt x="754405" y="1161962"/>
                  </a:lnTo>
                  <a:lnTo>
                    <a:pt x="753333" y="1162007"/>
                  </a:lnTo>
                  <a:lnTo>
                    <a:pt x="752262" y="1162053"/>
                  </a:lnTo>
                  <a:lnTo>
                    <a:pt x="751190" y="1162099"/>
                  </a:lnTo>
                  <a:lnTo>
                    <a:pt x="750119" y="1162145"/>
                  </a:lnTo>
                  <a:lnTo>
                    <a:pt x="749047" y="1162191"/>
                  </a:lnTo>
                  <a:lnTo>
                    <a:pt x="747975" y="1162237"/>
                  </a:lnTo>
                  <a:lnTo>
                    <a:pt x="746904" y="1162284"/>
                  </a:lnTo>
                  <a:lnTo>
                    <a:pt x="745832" y="1162331"/>
                  </a:lnTo>
                  <a:lnTo>
                    <a:pt x="744761" y="1162378"/>
                  </a:lnTo>
                  <a:lnTo>
                    <a:pt x="743689" y="1162426"/>
                  </a:lnTo>
                  <a:lnTo>
                    <a:pt x="742617" y="1162474"/>
                  </a:lnTo>
                  <a:lnTo>
                    <a:pt x="741546" y="1162522"/>
                  </a:lnTo>
                  <a:lnTo>
                    <a:pt x="740474" y="1162570"/>
                  </a:lnTo>
                  <a:lnTo>
                    <a:pt x="739403" y="1162619"/>
                  </a:lnTo>
                  <a:lnTo>
                    <a:pt x="738331" y="1162668"/>
                  </a:lnTo>
                  <a:lnTo>
                    <a:pt x="737259" y="1162717"/>
                  </a:lnTo>
                  <a:lnTo>
                    <a:pt x="736188" y="1162767"/>
                  </a:lnTo>
                  <a:lnTo>
                    <a:pt x="735116" y="1162816"/>
                  </a:lnTo>
                  <a:lnTo>
                    <a:pt x="734045" y="1162867"/>
                  </a:lnTo>
                  <a:lnTo>
                    <a:pt x="732973" y="1162917"/>
                  </a:lnTo>
                  <a:lnTo>
                    <a:pt x="731901" y="1162968"/>
                  </a:lnTo>
                  <a:lnTo>
                    <a:pt x="730830" y="1163020"/>
                  </a:lnTo>
                  <a:lnTo>
                    <a:pt x="729758" y="1163072"/>
                  </a:lnTo>
                  <a:lnTo>
                    <a:pt x="728687" y="1163124"/>
                  </a:lnTo>
                  <a:lnTo>
                    <a:pt x="727615" y="1163176"/>
                  </a:lnTo>
                  <a:lnTo>
                    <a:pt x="726543" y="1163229"/>
                  </a:lnTo>
                  <a:lnTo>
                    <a:pt x="725472" y="1163283"/>
                  </a:lnTo>
                  <a:lnTo>
                    <a:pt x="724400" y="1163336"/>
                  </a:lnTo>
                  <a:lnTo>
                    <a:pt x="723329" y="1163391"/>
                  </a:lnTo>
                  <a:lnTo>
                    <a:pt x="722257" y="1163445"/>
                  </a:lnTo>
                  <a:lnTo>
                    <a:pt x="721185" y="1163500"/>
                  </a:lnTo>
                  <a:lnTo>
                    <a:pt x="720114" y="1163556"/>
                  </a:lnTo>
                  <a:lnTo>
                    <a:pt x="719042" y="1163612"/>
                  </a:lnTo>
                  <a:lnTo>
                    <a:pt x="717971" y="1163668"/>
                  </a:lnTo>
                  <a:lnTo>
                    <a:pt x="716899" y="1163725"/>
                  </a:lnTo>
                  <a:lnTo>
                    <a:pt x="715827" y="1163782"/>
                  </a:lnTo>
                  <a:lnTo>
                    <a:pt x="714756" y="1163840"/>
                  </a:lnTo>
                  <a:lnTo>
                    <a:pt x="713684" y="1163899"/>
                  </a:lnTo>
                  <a:lnTo>
                    <a:pt x="712613" y="1163957"/>
                  </a:lnTo>
                  <a:lnTo>
                    <a:pt x="711541" y="1164017"/>
                  </a:lnTo>
                  <a:lnTo>
                    <a:pt x="710469" y="1164077"/>
                  </a:lnTo>
                  <a:lnTo>
                    <a:pt x="709398" y="1164137"/>
                  </a:lnTo>
                  <a:lnTo>
                    <a:pt x="708326" y="1164198"/>
                  </a:lnTo>
                  <a:lnTo>
                    <a:pt x="707255" y="1164260"/>
                  </a:lnTo>
                  <a:lnTo>
                    <a:pt x="706183" y="1164322"/>
                  </a:lnTo>
                  <a:lnTo>
                    <a:pt x="705112" y="1164384"/>
                  </a:lnTo>
                  <a:lnTo>
                    <a:pt x="704040" y="1164447"/>
                  </a:lnTo>
                  <a:lnTo>
                    <a:pt x="702968" y="1164511"/>
                  </a:lnTo>
                  <a:lnTo>
                    <a:pt x="701897" y="1164575"/>
                  </a:lnTo>
                  <a:lnTo>
                    <a:pt x="700825" y="1164640"/>
                  </a:lnTo>
                  <a:lnTo>
                    <a:pt x="699754" y="1164706"/>
                  </a:lnTo>
                  <a:lnTo>
                    <a:pt x="698682" y="1164772"/>
                  </a:lnTo>
                  <a:lnTo>
                    <a:pt x="697610" y="1164838"/>
                  </a:lnTo>
                  <a:lnTo>
                    <a:pt x="696539" y="1164905"/>
                  </a:lnTo>
                  <a:lnTo>
                    <a:pt x="695467" y="1164973"/>
                  </a:lnTo>
                  <a:lnTo>
                    <a:pt x="694396" y="1165042"/>
                  </a:lnTo>
                  <a:lnTo>
                    <a:pt x="693324" y="1165111"/>
                  </a:lnTo>
                  <a:lnTo>
                    <a:pt x="692252" y="1165181"/>
                  </a:lnTo>
                  <a:lnTo>
                    <a:pt x="691181" y="1165251"/>
                  </a:lnTo>
                  <a:lnTo>
                    <a:pt x="690109" y="1165322"/>
                  </a:lnTo>
                  <a:lnTo>
                    <a:pt x="689038" y="1165394"/>
                  </a:lnTo>
                  <a:lnTo>
                    <a:pt x="687966" y="1165466"/>
                  </a:lnTo>
                  <a:lnTo>
                    <a:pt x="686894" y="1165539"/>
                  </a:lnTo>
                  <a:lnTo>
                    <a:pt x="685823" y="1165613"/>
                  </a:lnTo>
                  <a:lnTo>
                    <a:pt x="684751" y="1165688"/>
                  </a:lnTo>
                  <a:lnTo>
                    <a:pt x="683680" y="1165763"/>
                  </a:lnTo>
                  <a:lnTo>
                    <a:pt x="682608" y="1165838"/>
                  </a:lnTo>
                  <a:lnTo>
                    <a:pt x="681536" y="1165915"/>
                  </a:lnTo>
                  <a:lnTo>
                    <a:pt x="680465" y="1165992"/>
                  </a:lnTo>
                  <a:lnTo>
                    <a:pt x="679393" y="1166070"/>
                  </a:lnTo>
                  <a:lnTo>
                    <a:pt x="678322" y="1166149"/>
                  </a:lnTo>
                  <a:lnTo>
                    <a:pt x="677250" y="1166228"/>
                  </a:lnTo>
                  <a:lnTo>
                    <a:pt x="676178" y="1166308"/>
                  </a:lnTo>
                  <a:lnTo>
                    <a:pt x="675107" y="1166389"/>
                  </a:lnTo>
                  <a:lnTo>
                    <a:pt x="674035" y="1166471"/>
                  </a:lnTo>
                  <a:lnTo>
                    <a:pt x="672964" y="1166553"/>
                  </a:lnTo>
                  <a:lnTo>
                    <a:pt x="671892" y="1166636"/>
                  </a:lnTo>
                  <a:lnTo>
                    <a:pt x="670820" y="1166720"/>
                  </a:lnTo>
                  <a:lnTo>
                    <a:pt x="669749" y="1166805"/>
                  </a:lnTo>
                  <a:lnTo>
                    <a:pt x="668677" y="1166890"/>
                  </a:lnTo>
                  <a:lnTo>
                    <a:pt x="667606" y="1166976"/>
                  </a:lnTo>
                  <a:lnTo>
                    <a:pt x="666534" y="1167063"/>
                  </a:lnTo>
                  <a:lnTo>
                    <a:pt x="665462" y="1167151"/>
                  </a:lnTo>
                  <a:lnTo>
                    <a:pt x="664391" y="1167240"/>
                  </a:lnTo>
                  <a:lnTo>
                    <a:pt x="663319" y="1167329"/>
                  </a:lnTo>
                  <a:lnTo>
                    <a:pt x="662248" y="1167420"/>
                  </a:lnTo>
                  <a:lnTo>
                    <a:pt x="661176" y="1167511"/>
                  </a:lnTo>
                  <a:lnTo>
                    <a:pt x="660104" y="1167602"/>
                  </a:lnTo>
                  <a:lnTo>
                    <a:pt x="659033" y="1167695"/>
                  </a:lnTo>
                  <a:lnTo>
                    <a:pt x="657961" y="1167789"/>
                  </a:lnTo>
                  <a:lnTo>
                    <a:pt x="656890" y="1167883"/>
                  </a:lnTo>
                  <a:lnTo>
                    <a:pt x="655818" y="1167978"/>
                  </a:lnTo>
                  <a:lnTo>
                    <a:pt x="654746" y="1168074"/>
                  </a:lnTo>
                  <a:lnTo>
                    <a:pt x="653675" y="1168171"/>
                  </a:lnTo>
                  <a:lnTo>
                    <a:pt x="652603" y="1168269"/>
                  </a:lnTo>
                  <a:lnTo>
                    <a:pt x="651532" y="1168368"/>
                  </a:lnTo>
                  <a:lnTo>
                    <a:pt x="650460" y="1168467"/>
                  </a:lnTo>
                  <a:lnTo>
                    <a:pt x="649388" y="1168568"/>
                  </a:lnTo>
                  <a:lnTo>
                    <a:pt x="648317" y="1168669"/>
                  </a:lnTo>
                  <a:lnTo>
                    <a:pt x="647245" y="1168771"/>
                  </a:lnTo>
                  <a:lnTo>
                    <a:pt x="646174" y="1168874"/>
                  </a:lnTo>
                  <a:lnTo>
                    <a:pt x="645102" y="1168978"/>
                  </a:lnTo>
                  <a:lnTo>
                    <a:pt x="644030" y="1169083"/>
                  </a:lnTo>
                  <a:lnTo>
                    <a:pt x="642959" y="1169189"/>
                  </a:lnTo>
                  <a:lnTo>
                    <a:pt x="641887" y="1169295"/>
                  </a:lnTo>
                  <a:lnTo>
                    <a:pt x="640816" y="1169403"/>
                  </a:lnTo>
                  <a:lnTo>
                    <a:pt x="639744" y="1169511"/>
                  </a:lnTo>
                  <a:lnTo>
                    <a:pt x="638672" y="1169621"/>
                  </a:lnTo>
                  <a:lnTo>
                    <a:pt x="637601" y="1169731"/>
                  </a:lnTo>
                  <a:lnTo>
                    <a:pt x="636529" y="1169842"/>
                  </a:lnTo>
                  <a:lnTo>
                    <a:pt x="635458" y="1169955"/>
                  </a:lnTo>
                  <a:lnTo>
                    <a:pt x="634386" y="1170068"/>
                  </a:lnTo>
                  <a:lnTo>
                    <a:pt x="633314" y="1170182"/>
                  </a:lnTo>
                  <a:lnTo>
                    <a:pt x="632243" y="1170297"/>
                  </a:lnTo>
                  <a:lnTo>
                    <a:pt x="631171" y="1170413"/>
                  </a:lnTo>
                  <a:lnTo>
                    <a:pt x="630100" y="1170530"/>
                  </a:lnTo>
                  <a:lnTo>
                    <a:pt x="629028" y="1170648"/>
                  </a:lnTo>
                  <a:lnTo>
                    <a:pt x="627956" y="1170766"/>
                  </a:lnTo>
                  <a:lnTo>
                    <a:pt x="626885" y="1170886"/>
                  </a:lnTo>
                  <a:lnTo>
                    <a:pt x="625813" y="1171007"/>
                  </a:lnTo>
                  <a:lnTo>
                    <a:pt x="624742" y="1171129"/>
                  </a:lnTo>
                  <a:lnTo>
                    <a:pt x="623670" y="1171252"/>
                  </a:lnTo>
                  <a:lnTo>
                    <a:pt x="622598" y="1171375"/>
                  </a:lnTo>
                  <a:lnTo>
                    <a:pt x="621527" y="1171500"/>
                  </a:lnTo>
                  <a:lnTo>
                    <a:pt x="620455" y="1171626"/>
                  </a:lnTo>
                  <a:lnTo>
                    <a:pt x="619384" y="1171752"/>
                  </a:lnTo>
                  <a:lnTo>
                    <a:pt x="618312" y="1171880"/>
                  </a:lnTo>
                  <a:lnTo>
                    <a:pt x="617240" y="1172009"/>
                  </a:lnTo>
                  <a:lnTo>
                    <a:pt x="616169" y="1172139"/>
                  </a:lnTo>
                  <a:lnTo>
                    <a:pt x="615097" y="1172269"/>
                  </a:lnTo>
                  <a:lnTo>
                    <a:pt x="614026" y="1172401"/>
                  </a:lnTo>
                  <a:lnTo>
                    <a:pt x="612954" y="1172534"/>
                  </a:lnTo>
                  <a:lnTo>
                    <a:pt x="611882" y="1172667"/>
                  </a:lnTo>
                  <a:lnTo>
                    <a:pt x="610811" y="1172802"/>
                  </a:lnTo>
                  <a:lnTo>
                    <a:pt x="609739" y="1172938"/>
                  </a:lnTo>
                  <a:lnTo>
                    <a:pt x="608668" y="1173075"/>
                  </a:lnTo>
                  <a:lnTo>
                    <a:pt x="607596" y="1173213"/>
                  </a:lnTo>
                  <a:lnTo>
                    <a:pt x="606524" y="1173351"/>
                  </a:lnTo>
                  <a:lnTo>
                    <a:pt x="605453" y="1173491"/>
                  </a:lnTo>
                  <a:lnTo>
                    <a:pt x="604381" y="1173632"/>
                  </a:lnTo>
                  <a:lnTo>
                    <a:pt x="603310" y="1173774"/>
                  </a:lnTo>
                  <a:lnTo>
                    <a:pt x="602238" y="1173917"/>
                  </a:lnTo>
                  <a:lnTo>
                    <a:pt x="601166" y="1174061"/>
                  </a:lnTo>
                  <a:lnTo>
                    <a:pt x="600095" y="1174206"/>
                  </a:lnTo>
                  <a:lnTo>
                    <a:pt x="599023" y="1174353"/>
                  </a:lnTo>
                  <a:lnTo>
                    <a:pt x="597952" y="1174500"/>
                  </a:lnTo>
                  <a:lnTo>
                    <a:pt x="596880" y="1174648"/>
                  </a:lnTo>
                  <a:lnTo>
                    <a:pt x="595808" y="1174797"/>
                  </a:lnTo>
                  <a:lnTo>
                    <a:pt x="594737" y="1174948"/>
                  </a:lnTo>
                  <a:lnTo>
                    <a:pt x="593665" y="1175099"/>
                  </a:lnTo>
                  <a:lnTo>
                    <a:pt x="592594" y="1175251"/>
                  </a:lnTo>
                  <a:lnTo>
                    <a:pt x="591522" y="1175405"/>
                  </a:lnTo>
                  <a:lnTo>
                    <a:pt x="590450" y="1175560"/>
                  </a:lnTo>
                  <a:lnTo>
                    <a:pt x="589379" y="1175715"/>
                  </a:lnTo>
                  <a:lnTo>
                    <a:pt x="588307" y="1175872"/>
                  </a:lnTo>
                  <a:lnTo>
                    <a:pt x="587236" y="1176030"/>
                  </a:lnTo>
                  <a:lnTo>
                    <a:pt x="586164" y="1176189"/>
                  </a:lnTo>
                  <a:lnTo>
                    <a:pt x="585092" y="1176349"/>
                  </a:lnTo>
                  <a:lnTo>
                    <a:pt x="584021" y="1176510"/>
                  </a:lnTo>
                  <a:lnTo>
                    <a:pt x="582949" y="1176672"/>
                  </a:lnTo>
                  <a:lnTo>
                    <a:pt x="581878" y="1176835"/>
                  </a:lnTo>
                  <a:lnTo>
                    <a:pt x="580806" y="1176999"/>
                  </a:lnTo>
                  <a:lnTo>
                    <a:pt x="579734" y="1177164"/>
                  </a:lnTo>
                  <a:lnTo>
                    <a:pt x="578663" y="1177331"/>
                  </a:lnTo>
                  <a:lnTo>
                    <a:pt x="577591" y="1177498"/>
                  </a:lnTo>
                  <a:lnTo>
                    <a:pt x="576520" y="1177667"/>
                  </a:lnTo>
                  <a:lnTo>
                    <a:pt x="575448" y="1177836"/>
                  </a:lnTo>
                  <a:lnTo>
                    <a:pt x="574376" y="1178007"/>
                  </a:lnTo>
                  <a:lnTo>
                    <a:pt x="573305" y="1178179"/>
                  </a:lnTo>
                  <a:lnTo>
                    <a:pt x="572233" y="1178352"/>
                  </a:lnTo>
                  <a:lnTo>
                    <a:pt x="571162" y="1178526"/>
                  </a:lnTo>
                  <a:lnTo>
                    <a:pt x="570090" y="1178701"/>
                  </a:lnTo>
                  <a:lnTo>
                    <a:pt x="569018" y="1178877"/>
                  </a:lnTo>
                  <a:lnTo>
                    <a:pt x="567947" y="1179054"/>
                  </a:lnTo>
                  <a:lnTo>
                    <a:pt x="566875" y="1179233"/>
                  </a:lnTo>
                  <a:lnTo>
                    <a:pt x="565804" y="1179412"/>
                  </a:lnTo>
                  <a:lnTo>
                    <a:pt x="564732" y="1179593"/>
                  </a:lnTo>
                  <a:lnTo>
                    <a:pt x="563660" y="1179774"/>
                  </a:lnTo>
                  <a:lnTo>
                    <a:pt x="562589" y="1179957"/>
                  </a:lnTo>
                  <a:lnTo>
                    <a:pt x="561517" y="1180141"/>
                  </a:lnTo>
                  <a:lnTo>
                    <a:pt x="560446" y="1180326"/>
                  </a:lnTo>
                  <a:lnTo>
                    <a:pt x="559374" y="1180512"/>
                  </a:lnTo>
                  <a:lnTo>
                    <a:pt x="558302" y="1180699"/>
                  </a:lnTo>
                  <a:lnTo>
                    <a:pt x="557231" y="1180887"/>
                  </a:lnTo>
                  <a:lnTo>
                    <a:pt x="556159" y="1181076"/>
                  </a:lnTo>
                  <a:lnTo>
                    <a:pt x="555088" y="1181267"/>
                  </a:lnTo>
                  <a:lnTo>
                    <a:pt x="554016" y="1181458"/>
                  </a:lnTo>
                  <a:lnTo>
                    <a:pt x="552944" y="1181651"/>
                  </a:lnTo>
                  <a:lnTo>
                    <a:pt x="551873" y="1181844"/>
                  </a:lnTo>
                  <a:lnTo>
                    <a:pt x="550801" y="1182039"/>
                  </a:lnTo>
                  <a:lnTo>
                    <a:pt x="549730" y="1182235"/>
                  </a:lnTo>
                  <a:lnTo>
                    <a:pt x="548658" y="1182432"/>
                  </a:lnTo>
                  <a:lnTo>
                    <a:pt x="547586" y="1182630"/>
                  </a:lnTo>
                  <a:lnTo>
                    <a:pt x="546515" y="1182829"/>
                  </a:lnTo>
                  <a:lnTo>
                    <a:pt x="545443" y="1183029"/>
                  </a:lnTo>
                  <a:lnTo>
                    <a:pt x="544372" y="1183231"/>
                  </a:lnTo>
                  <a:lnTo>
                    <a:pt x="543300" y="1183433"/>
                  </a:lnTo>
                  <a:lnTo>
                    <a:pt x="542228" y="1183636"/>
                  </a:lnTo>
                  <a:lnTo>
                    <a:pt x="541157" y="1183841"/>
                  </a:lnTo>
                  <a:lnTo>
                    <a:pt x="540085" y="1184047"/>
                  </a:lnTo>
                  <a:lnTo>
                    <a:pt x="539014" y="1184253"/>
                  </a:lnTo>
                  <a:lnTo>
                    <a:pt x="537942" y="1184461"/>
                  </a:lnTo>
                  <a:lnTo>
                    <a:pt x="536870" y="1184670"/>
                  </a:lnTo>
                  <a:lnTo>
                    <a:pt x="535799" y="1184880"/>
                  </a:lnTo>
                  <a:lnTo>
                    <a:pt x="534727" y="1185091"/>
                  </a:lnTo>
                  <a:lnTo>
                    <a:pt x="533656" y="1185303"/>
                  </a:lnTo>
                  <a:lnTo>
                    <a:pt x="532584" y="1185517"/>
                  </a:lnTo>
                  <a:lnTo>
                    <a:pt x="531513" y="1185731"/>
                  </a:lnTo>
                  <a:lnTo>
                    <a:pt x="530441" y="1185947"/>
                  </a:lnTo>
                  <a:lnTo>
                    <a:pt x="529369" y="1186163"/>
                  </a:lnTo>
                  <a:lnTo>
                    <a:pt x="528298" y="1186381"/>
                  </a:lnTo>
                  <a:lnTo>
                    <a:pt x="527226" y="1186599"/>
                  </a:lnTo>
                  <a:lnTo>
                    <a:pt x="526155" y="1186819"/>
                  </a:lnTo>
                  <a:lnTo>
                    <a:pt x="525083" y="1187040"/>
                  </a:lnTo>
                  <a:lnTo>
                    <a:pt x="524011" y="1187262"/>
                  </a:lnTo>
                  <a:lnTo>
                    <a:pt x="522940" y="1187485"/>
                  </a:lnTo>
                  <a:lnTo>
                    <a:pt x="521868" y="1187709"/>
                  </a:lnTo>
                  <a:lnTo>
                    <a:pt x="520797" y="1187934"/>
                  </a:lnTo>
                  <a:lnTo>
                    <a:pt x="519725" y="1188160"/>
                  </a:lnTo>
                  <a:lnTo>
                    <a:pt x="518653" y="1188387"/>
                  </a:lnTo>
                  <a:lnTo>
                    <a:pt x="517582" y="1188616"/>
                  </a:lnTo>
                  <a:lnTo>
                    <a:pt x="516510" y="1188845"/>
                  </a:lnTo>
                  <a:lnTo>
                    <a:pt x="515439" y="1189075"/>
                  </a:lnTo>
                  <a:lnTo>
                    <a:pt x="514367" y="1189307"/>
                  </a:lnTo>
                  <a:lnTo>
                    <a:pt x="513295" y="1189539"/>
                  </a:lnTo>
                  <a:lnTo>
                    <a:pt x="512224" y="1189773"/>
                  </a:lnTo>
                  <a:lnTo>
                    <a:pt x="511152" y="1190008"/>
                  </a:lnTo>
                  <a:lnTo>
                    <a:pt x="510081" y="1190243"/>
                  </a:lnTo>
                  <a:lnTo>
                    <a:pt x="509009" y="1190480"/>
                  </a:lnTo>
                  <a:lnTo>
                    <a:pt x="507937" y="1190718"/>
                  </a:lnTo>
                  <a:lnTo>
                    <a:pt x="506866" y="1190957"/>
                  </a:lnTo>
                  <a:lnTo>
                    <a:pt x="505794" y="1191197"/>
                  </a:lnTo>
                  <a:lnTo>
                    <a:pt x="504723" y="1191438"/>
                  </a:lnTo>
                  <a:lnTo>
                    <a:pt x="503651" y="1191680"/>
                  </a:lnTo>
                  <a:lnTo>
                    <a:pt x="502579" y="1191923"/>
                  </a:lnTo>
                  <a:lnTo>
                    <a:pt x="501508" y="1192167"/>
                  </a:lnTo>
                  <a:lnTo>
                    <a:pt x="500436" y="1192412"/>
                  </a:lnTo>
                  <a:lnTo>
                    <a:pt x="499365" y="1192658"/>
                  </a:lnTo>
                  <a:lnTo>
                    <a:pt x="498293" y="1192905"/>
                  </a:lnTo>
                  <a:lnTo>
                    <a:pt x="497221" y="1193153"/>
                  </a:lnTo>
                  <a:lnTo>
                    <a:pt x="496150" y="1193402"/>
                  </a:lnTo>
                  <a:lnTo>
                    <a:pt x="495078" y="1193653"/>
                  </a:lnTo>
                  <a:lnTo>
                    <a:pt x="494007" y="1193904"/>
                  </a:lnTo>
                  <a:lnTo>
                    <a:pt x="492935" y="1194156"/>
                  </a:lnTo>
                  <a:lnTo>
                    <a:pt x="491863" y="1194409"/>
                  </a:lnTo>
                  <a:lnTo>
                    <a:pt x="490792" y="1194664"/>
                  </a:lnTo>
                  <a:lnTo>
                    <a:pt x="489720" y="1194919"/>
                  </a:lnTo>
                  <a:lnTo>
                    <a:pt x="488649" y="1195175"/>
                  </a:lnTo>
                  <a:lnTo>
                    <a:pt x="487577" y="1195432"/>
                  </a:lnTo>
                  <a:lnTo>
                    <a:pt x="486505" y="1195691"/>
                  </a:lnTo>
                  <a:lnTo>
                    <a:pt x="485434" y="1195950"/>
                  </a:lnTo>
                  <a:lnTo>
                    <a:pt x="484362" y="1196210"/>
                  </a:lnTo>
                  <a:lnTo>
                    <a:pt x="483291" y="1196472"/>
                  </a:lnTo>
                  <a:lnTo>
                    <a:pt x="482219" y="1196734"/>
                  </a:lnTo>
                  <a:lnTo>
                    <a:pt x="481147" y="1196997"/>
                  </a:lnTo>
                  <a:lnTo>
                    <a:pt x="480076" y="1197261"/>
                  </a:lnTo>
                  <a:lnTo>
                    <a:pt x="479004" y="1197527"/>
                  </a:lnTo>
                  <a:lnTo>
                    <a:pt x="477933" y="1197793"/>
                  </a:lnTo>
                  <a:lnTo>
                    <a:pt x="476861" y="1198060"/>
                  </a:lnTo>
                  <a:lnTo>
                    <a:pt x="475789" y="1198328"/>
                  </a:lnTo>
                  <a:lnTo>
                    <a:pt x="474718" y="1198597"/>
                  </a:lnTo>
                  <a:lnTo>
                    <a:pt x="473646" y="1198867"/>
                  </a:lnTo>
                  <a:lnTo>
                    <a:pt x="472575" y="1199138"/>
                  </a:lnTo>
                  <a:lnTo>
                    <a:pt x="471503" y="1199410"/>
                  </a:lnTo>
                  <a:lnTo>
                    <a:pt x="470431" y="1199683"/>
                  </a:lnTo>
                  <a:lnTo>
                    <a:pt x="469360" y="1199957"/>
                  </a:lnTo>
                  <a:lnTo>
                    <a:pt x="468288" y="1200232"/>
                  </a:lnTo>
                  <a:lnTo>
                    <a:pt x="467217" y="1200508"/>
                  </a:lnTo>
                  <a:lnTo>
                    <a:pt x="466145" y="1200785"/>
                  </a:lnTo>
                  <a:lnTo>
                    <a:pt x="465073" y="1201062"/>
                  </a:lnTo>
                  <a:lnTo>
                    <a:pt x="464002" y="1201341"/>
                  </a:lnTo>
                  <a:lnTo>
                    <a:pt x="462930" y="1201621"/>
                  </a:lnTo>
                  <a:lnTo>
                    <a:pt x="461859" y="1201901"/>
                  </a:lnTo>
                  <a:lnTo>
                    <a:pt x="460787" y="1202182"/>
                  </a:lnTo>
                  <a:lnTo>
                    <a:pt x="459715" y="1202465"/>
                  </a:lnTo>
                  <a:lnTo>
                    <a:pt x="458644" y="1202748"/>
                  </a:lnTo>
                  <a:lnTo>
                    <a:pt x="457572" y="1203032"/>
                  </a:lnTo>
                  <a:lnTo>
                    <a:pt x="456501" y="1203317"/>
                  </a:lnTo>
                  <a:lnTo>
                    <a:pt x="455429" y="1203603"/>
                  </a:lnTo>
                  <a:lnTo>
                    <a:pt x="454357" y="1203890"/>
                  </a:lnTo>
                  <a:lnTo>
                    <a:pt x="453286" y="1204178"/>
                  </a:lnTo>
                  <a:lnTo>
                    <a:pt x="452214" y="1204467"/>
                  </a:lnTo>
                  <a:lnTo>
                    <a:pt x="451143" y="1204756"/>
                  </a:lnTo>
                  <a:lnTo>
                    <a:pt x="450071" y="1205047"/>
                  </a:lnTo>
                  <a:lnTo>
                    <a:pt x="448999" y="1205338"/>
                  </a:lnTo>
                  <a:lnTo>
                    <a:pt x="447928" y="1205630"/>
                  </a:lnTo>
                  <a:lnTo>
                    <a:pt x="446856" y="1205924"/>
                  </a:lnTo>
                  <a:lnTo>
                    <a:pt x="445785" y="1206218"/>
                  </a:lnTo>
                  <a:lnTo>
                    <a:pt x="444713" y="1206513"/>
                  </a:lnTo>
                  <a:lnTo>
                    <a:pt x="443641" y="1206808"/>
                  </a:lnTo>
                  <a:lnTo>
                    <a:pt x="442570" y="1207105"/>
                  </a:lnTo>
                  <a:lnTo>
                    <a:pt x="441498" y="1207402"/>
                  </a:lnTo>
                  <a:lnTo>
                    <a:pt x="440427" y="1207701"/>
                  </a:lnTo>
                  <a:lnTo>
                    <a:pt x="439355" y="1208000"/>
                  </a:lnTo>
                  <a:lnTo>
                    <a:pt x="438283" y="1208300"/>
                  </a:lnTo>
                  <a:lnTo>
                    <a:pt x="437212" y="1208601"/>
                  </a:lnTo>
                  <a:lnTo>
                    <a:pt x="436140" y="1208903"/>
                  </a:lnTo>
                  <a:lnTo>
                    <a:pt x="435069" y="1209205"/>
                  </a:lnTo>
                  <a:lnTo>
                    <a:pt x="433997" y="1209509"/>
                  </a:lnTo>
                  <a:lnTo>
                    <a:pt x="432925" y="1209813"/>
                  </a:lnTo>
                  <a:lnTo>
                    <a:pt x="431854" y="1210118"/>
                  </a:lnTo>
                  <a:lnTo>
                    <a:pt x="430782" y="1210424"/>
                  </a:lnTo>
                  <a:lnTo>
                    <a:pt x="429711" y="1210731"/>
                  </a:lnTo>
                  <a:lnTo>
                    <a:pt x="428639" y="1211038"/>
                  </a:lnTo>
                  <a:lnTo>
                    <a:pt x="427567" y="1211347"/>
                  </a:lnTo>
                  <a:lnTo>
                    <a:pt x="426496" y="1211656"/>
                  </a:lnTo>
                  <a:lnTo>
                    <a:pt x="425424" y="1211966"/>
                  </a:lnTo>
                  <a:lnTo>
                    <a:pt x="424353" y="1212277"/>
                  </a:lnTo>
                  <a:lnTo>
                    <a:pt x="423281" y="1212588"/>
                  </a:lnTo>
                  <a:lnTo>
                    <a:pt x="422209" y="1212901"/>
                  </a:lnTo>
                  <a:lnTo>
                    <a:pt x="421138" y="1213214"/>
                  </a:lnTo>
                  <a:lnTo>
                    <a:pt x="420066" y="1213528"/>
                  </a:lnTo>
                  <a:lnTo>
                    <a:pt x="418995" y="1213843"/>
                  </a:lnTo>
                  <a:lnTo>
                    <a:pt x="417923" y="1214158"/>
                  </a:lnTo>
                  <a:lnTo>
                    <a:pt x="416851" y="1214474"/>
                  </a:lnTo>
                  <a:lnTo>
                    <a:pt x="415780" y="1214791"/>
                  </a:lnTo>
                  <a:lnTo>
                    <a:pt x="414708" y="1215109"/>
                  </a:lnTo>
                  <a:lnTo>
                    <a:pt x="413637" y="1215428"/>
                  </a:lnTo>
                  <a:lnTo>
                    <a:pt x="412565" y="1215747"/>
                  </a:lnTo>
                  <a:lnTo>
                    <a:pt x="411493" y="1216067"/>
                  </a:lnTo>
                  <a:lnTo>
                    <a:pt x="410422" y="1216388"/>
                  </a:lnTo>
                  <a:lnTo>
                    <a:pt x="409350" y="1216710"/>
                  </a:lnTo>
                  <a:lnTo>
                    <a:pt x="408279" y="1217032"/>
                  </a:lnTo>
                  <a:lnTo>
                    <a:pt x="407207" y="1217355"/>
                  </a:lnTo>
                  <a:lnTo>
                    <a:pt x="406135" y="1217679"/>
                  </a:lnTo>
                  <a:lnTo>
                    <a:pt x="405064" y="1218003"/>
                  </a:lnTo>
                  <a:lnTo>
                    <a:pt x="403992" y="1218328"/>
                  </a:lnTo>
                  <a:lnTo>
                    <a:pt x="402921" y="1218654"/>
                  </a:lnTo>
                  <a:lnTo>
                    <a:pt x="401849" y="1218981"/>
                  </a:lnTo>
                  <a:lnTo>
                    <a:pt x="400777" y="1219308"/>
                  </a:lnTo>
                  <a:lnTo>
                    <a:pt x="399706" y="1219637"/>
                  </a:lnTo>
                  <a:lnTo>
                    <a:pt x="398634" y="1219965"/>
                  </a:lnTo>
                  <a:lnTo>
                    <a:pt x="397563" y="1220295"/>
                  </a:lnTo>
                  <a:lnTo>
                    <a:pt x="396491" y="1220625"/>
                  </a:lnTo>
                  <a:lnTo>
                    <a:pt x="395419" y="1220956"/>
                  </a:lnTo>
                  <a:lnTo>
                    <a:pt x="394348" y="1221287"/>
                  </a:lnTo>
                  <a:lnTo>
                    <a:pt x="393276" y="1221620"/>
                  </a:lnTo>
                  <a:lnTo>
                    <a:pt x="392205" y="1221953"/>
                  </a:lnTo>
                  <a:lnTo>
                    <a:pt x="391133" y="1222286"/>
                  </a:lnTo>
                  <a:lnTo>
                    <a:pt x="390061" y="1222620"/>
                  </a:lnTo>
                  <a:lnTo>
                    <a:pt x="388990" y="1222955"/>
                  </a:lnTo>
                  <a:lnTo>
                    <a:pt x="387918" y="1223291"/>
                  </a:lnTo>
                  <a:lnTo>
                    <a:pt x="386847" y="1223627"/>
                  </a:lnTo>
                  <a:lnTo>
                    <a:pt x="385775" y="1223964"/>
                  </a:lnTo>
                  <a:lnTo>
                    <a:pt x="384703" y="1224302"/>
                  </a:lnTo>
                  <a:lnTo>
                    <a:pt x="383632" y="1224640"/>
                  </a:lnTo>
                  <a:lnTo>
                    <a:pt x="382560" y="1224979"/>
                  </a:lnTo>
                  <a:lnTo>
                    <a:pt x="381489" y="1225318"/>
                  </a:lnTo>
                  <a:lnTo>
                    <a:pt x="380417" y="1225658"/>
                  </a:lnTo>
                  <a:lnTo>
                    <a:pt x="379345" y="1225999"/>
                  </a:lnTo>
                  <a:lnTo>
                    <a:pt x="378274" y="1226340"/>
                  </a:lnTo>
                  <a:lnTo>
                    <a:pt x="377202" y="1226682"/>
                  </a:lnTo>
                  <a:lnTo>
                    <a:pt x="376131" y="1227025"/>
                  </a:lnTo>
                  <a:lnTo>
                    <a:pt x="375059" y="1227368"/>
                  </a:lnTo>
                  <a:lnTo>
                    <a:pt x="373987" y="1227711"/>
                  </a:lnTo>
                  <a:lnTo>
                    <a:pt x="372916" y="1228056"/>
                  </a:lnTo>
                  <a:lnTo>
                    <a:pt x="371844" y="1228401"/>
                  </a:lnTo>
                  <a:lnTo>
                    <a:pt x="370773" y="1228746"/>
                  </a:lnTo>
                  <a:lnTo>
                    <a:pt x="369701" y="1229092"/>
                  </a:lnTo>
                  <a:lnTo>
                    <a:pt x="368629" y="1229439"/>
                  </a:lnTo>
                  <a:lnTo>
                    <a:pt x="367558" y="1229786"/>
                  </a:lnTo>
                  <a:lnTo>
                    <a:pt x="366486" y="1230134"/>
                  </a:lnTo>
                  <a:lnTo>
                    <a:pt x="365415" y="1230483"/>
                  </a:lnTo>
                  <a:lnTo>
                    <a:pt x="364343" y="1230832"/>
                  </a:lnTo>
                  <a:lnTo>
                    <a:pt x="363271" y="1231181"/>
                  </a:lnTo>
                  <a:lnTo>
                    <a:pt x="362200" y="1231531"/>
                  </a:lnTo>
                  <a:lnTo>
                    <a:pt x="361128" y="1231882"/>
                  </a:lnTo>
                  <a:lnTo>
                    <a:pt x="360057" y="1232233"/>
                  </a:lnTo>
                  <a:lnTo>
                    <a:pt x="358985" y="1232585"/>
                  </a:lnTo>
                  <a:lnTo>
                    <a:pt x="357913" y="1232938"/>
                  </a:lnTo>
                  <a:lnTo>
                    <a:pt x="356842" y="1233290"/>
                  </a:lnTo>
                  <a:lnTo>
                    <a:pt x="355770" y="1233644"/>
                  </a:lnTo>
                  <a:lnTo>
                    <a:pt x="354699" y="1233998"/>
                  </a:lnTo>
                  <a:lnTo>
                    <a:pt x="353627" y="1234352"/>
                  </a:lnTo>
                  <a:lnTo>
                    <a:pt x="352556" y="1234707"/>
                  </a:lnTo>
                  <a:lnTo>
                    <a:pt x="351484" y="1235063"/>
                  </a:lnTo>
                  <a:lnTo>
                    <a:pt x="350412" y="1235419"/>
                  </a:lnTo>
                  <a:lnTo>
                    <a:pt x="349341" y="1235775"/>
                  </a:lnTo>
                  <a:lnTo>
                    <a:pt x="348269" y="1236132"/>
                  </a:lnTo>
                  <a:lnTo>
                    <a:pt x="347198" y="1236490"/>
                  </a:lnTo>
                  <a:lnTo>
                    <a:pt x="346126" y="1236848"/>
                  </a:lnTo>
                  <a:lnTo>
                    <a:pt x="345054" y="1237207"/>
                  </a:lnTo>
                  <a:lnTo>
                    <a:pt x="343983" y="1237566"/>
                  </a:lnTo>
                  <a:lnTo>
                    <a:pt x="342911" y="1237925"/>
                  </a:lnTo>
                  <a:lnTo>
                    <a:pt x="341840" y="1238285"/>
                  </a:lnTo>
                  <a:lnTo>
                    <a:pt x="340768" y="1238646"/>
                  </a:lnTo>
                  <a:lnTo>
                    <a:pt x="339696" y="1239007"/>
                  </a:lnTo>
                  <a:lnTo>
                    <a:pt x="338625" y="1239368"/>
                  </a:lnTo>
                  <a:lnTo>
                    <a:pt x="337553" y="1239730"/>
                  </a:lnTo>
                  <a:lnTo>
                    <a:pt x="336482" y="1240093"/>
                  </a:lnTo>
                  <a:lnTo>
                    <a:pt x="335410" y="1240456"/>
                  </a:lnTo>
                  <a:lnTo>
                    <a:pt x="334338" y="1240819"/>
                  </a:lnTo>
                  <a:lnTo>
                    <a:pt x="333267" y="1241183"/>
                  </a:lnTo>
                  <a:lnTo>
                    <a:pt x="332195" y="1241547"/>
                  </a:lnTo>
                  <a:lnTo>
                    <a:pt x="331124" y="1241912"/>
                  </a:lnTo>
                  <a:lnTo>
                    <a:pt x="330052" y="1242277"/>
                  </a:lnTo>
                  <a:lnTo>
                    <a:pt x="328980" y="1242643"/>
                  </a:lnTo>
                  <a:lnTo>
                    <a:pt x="327909" y="1243009"/>
                  </a:lnTo>
                  <a:lnTo>
                    <a:pt x="326837" y="1243375"/>
                  </a:lnTo>
                  <a:lnTo>
                    <a:pt x="325766" y="1243742"/>
                  </a:lnTo>
                  <a:lnTo>
                    <a:pt x="324694" y="1244110"/>
                  </a:lnTo>
                  <a:lnTo>
                    <a:pt x="323622" y="1244478"/>
                  </a:lnTo>
                  <a:lnTo>
                    <a:pt x="322551" y="1244846"/>
                  </a:lnTo>
                  <a:lnTo>
                    <a:pt x="321479" y="1245215"/>
                  </a:lnTo>
                  <a:lnTo>
                    <a:pt x="320408" y="1245584"/>
                  </a:lnTo>
                  <a:lnTo>
                    <a:pt x="319336" y="1245953"/>
                  </a:lnTo>
                  <a:lnTo>
                    <a:pt x="318264" y="1246323"/>
                  </a:lnTo>
                  <a:lnTo>
                    <a:pt x="317193" y="1246693"/>
                  </a:lnTo>
                  <a:lnTo>
                    <a:pt x="316121" y="1247064"/>
                  </a:lnTo>
                  <a:lnTo>
                    <a:pt x="315050" y="1247435"/>
                  </a:lnTo>
                  <a:lnTo>
                    <a:pt x="313978" y="1247807"/>
                  </a:lnTo>
                  <a:lnTo>
                    <a:pt x="312906" y="1248179"/>
                  </a:lnTo>
                  <a:lnTo>
                    <a:pt x="311835" y="1248551"/>
                  </a:lnTo>
                  <a:lnTo>
                    <a:pt x="310763" y="1248924"/>
                  </a:lnTo>
                  <a:lnTo>
                    <a:pt x="309692" y="1249297"/>
                  </a:lnTo>
                  <a:lnTo>
                    <a:pt x="308620" y="1249670"/>
                  </a:lnTo>
                  <a:lnTo>
                    <a:pt x="307548" y="1250044"/>
                  </a:lnTo>
                  <a:lnTo>
                    <a:pt x="306477" y="1250419"/>
                  </a:lnTo>
                  <a:lnTo>
                    <a:pt x="305405" y="1250793"/>
                  </a:lnTo>
                  <a:lnTo>
                    <a:pt x="304334" y="1251168"/>
                  </a:lnTo>
                  <a:lnTo>
                    <a:pt x="303262" y="1251544"/>
                  </a:lnTo>
                  <a:lnTo>
                    <a:pt x="302190" y="1251919"/>
                  </a:lnTo>
                  <a:lnTo>
                    <a:pt x="301119" y="1252295"/>
                  </a:lnTo>
                  <a:lnTo>
                    <a:pt x="300047" y="1252672"/>
                  </a:lnTo>
                  <a:lnTo>
                    <a:pt x="298976" y="1253049"/>
                  </a:lnTo>
                  <a:lnTo>
                    <a:pt x="297904" y="1253426"/>
                  </a:lnTo>
                  <a:lnTo>
                    <a:pt x="296832" y="1253803"/>
                  </a:lnTo>
                  <a:lnTo>
                    <a:pt x="295761" y="1254181"/>
                  </a:lnTo>
                  <a:lnTo>
                    <a:pt x="294689" y="1254559"/>
                  </a:lnTo>
                  <a:lnTo>
                    <a:pt x="293618" y="1254938"/>
                  </a:lnTo>
                  <a:lnTo>
                    <a:pt x="292546" y="1255317"/>
                  </a:lnTo>
                  <a:lnTo>
                    <a:pt x="291474" y="1255696"/>
                  </a:lnTo>
                  <a:lnTo>
                    <a:pt x="290403" y="1256076"/>
                  </a:lnTo>
                  <a:lnTo>
                    <a:pt x="289331" y="1256456"/>
                  </a:lnTo>
                  <a:lnTo>
                    <a:pt x="288260" y="1256836"/>
                  </a:lnTo>
                  <a:lnTo>
                    <a:pt x="287188" y="1257216"/>
                  </a:lnTo>
                  <a:lnTo>
                    <a:pt x="286116" y="1257597"/>
                  </a:lnTo>
                  <a:lnTo>
                    <a:pt x="285045" y="1257979"/>
                  </a:lnTo>
                  <a:lnTo>
                    <a:pt x="283973" y="1258360"/>
                  </a:lnTo>
                  <a:lnTo>
                    <a:pt x="282902" y="1258742"/>
                  </a:lnTo>
                  <a:lnTo>
                    <a:pt x="281830" y="1259124"/>
                  </a:lnTo>
                  <a:lnTo>
                    <a:pt x="280758" y="1259506"/>
                  </a:lnTo>
                  <a:lnTo>
                    <a:pt x="279687" y="1259889"/>
                  </a:lnTo>
                  <a:lnTo>
                    <a:pt x="278615" y="1260272"/>
                  </a:lnTo>
                  <a:lnTo>
                    <a:pt x="277544" y="1260656"/>
                  </a:lnTo>
                  <a:lnTo>
                    <a:pt x="276472" y="1261039"/>
                  </a:lnTo>
                  <a:lnTo>
                    <a:pt x="275400" y="1261423"/>
                  </a:lnTo>
                  <a:lnTo>
                    <a:pt x="274329" y="1261807"/>
                  </a:lnTo>
                  <a:lnTo>
                    <a:pt x="273257" y="1262192"/>
                  </a:lnTo>
                  <a:lnTo>
                    <a:pt x="272186" y="1262577"/>
                  </a:lnTo>
                  <a:lnTo>
                    <a:pt x="271114" y="1262962"/>
                  </a:lnTo>
                  <a:lnTo>
                    <a:pt x="270042" y="1263347"/>
                  </a:lnTo>
                  <a:lnTo>
                    <a:pt x="268971" y="1263733"/>
                  </a:lnTo>
                  <a:lnTo>
                    <a:pt x="267899" y="1264119"/>
                  </a:lnTo>
                  <a:lnTo>
                    <a:pt x="266828" y="1264505"/>
                  </a:lnTo>
                  <a:lnTo>
                    <a:pt x="265756" y="1264892"/>
                  </a:lnTo>
                  <a:lnTo>
                    <a:pt x="264684" y="1265278"/>
                  </a:lnTo>
                  <a:lnTo>
                    <a:pt x="263613" y="1265665"/>
                  </a:lnTo>
                  <a:lnTo>
                    <a:pt x="262541" y="1266053"/>
                  </a:lnTo>
                  <a:lnTo>
                    <a:pt x="261470" y="1266440"/>
                  </a:lnTo>
                  <a:lnTo>
                    <a:pt x="260398" y="1266828"/>
                  </a:lnTo>
                  <a:lnTo>
                    <a:pt x="259326" y="1267216"/>
                  </a:lnTo>
                  <a:lnTo>
                    <a:pt x="258255" y="1267604"/>
                  </a:lnTo>
                  <a:lnTo>
                    <a:pt x="257183" y="1267993"/>
                  </a:lnTo>
                  <a:lnTo>
                    <a:pt x="256112" y="1268382"/>
                  </a:lnTo>
                  <a:lnTo>
                    <a:pt x="255040" y="1268771"/>
                  </a:lnTo>
                  <a:lnTo>
                    <a:pt x="253968" y="1269160"/>
                  </a:lnTo>
                  <a:lnTo>
                    <a:pt x="252897" y="1269550"/>
                  </a:lnTo>
                  <a:lnTo>
                    <a:pt x="251825" y="1269939"/>
                  </a:lnTo>
                  <a:lnTo>
                    <a:pt x="250754" y="1270329"/>
                  </a:lnTo>
                  <a:lnTo>
                    <a:pt x="249682" y="1270720"/>
                  </a:lnTo>
                  <a:lnTo>
                    <a:pt x="248610" y="1271110"/>
                  </a:lnTo>
                  <a:lnTo>
                    <a:pt x="247539" y="1271501"/>
                  </a:lnTo>
                  <a:lnTo>
                    <a:pt x="246467" y="1271892"/>
                  </a:lnTo>
                  <a:lnTo>
                    <a:pt x="245396" y="1272283"/>
                  </a:lnTo>
                  <a:lnTo>
                    <a:pt x="244324" y="1272674"/>
                  </a:lnTo>
                  <a:lnTo>
                    <a:pt x="243252" y="1273066"/>
                  </a:lnTo>
                  <a:lnTo>
                    <a:pt x="242181" y="1273458"/>
                  </a:lnTo>
                  <a:lnTo>
                    <a:pt x="241109" y="1273850"/>
                  </a:lnTo>
                  <a:lnTo>
                    <a:pt x="240038" y="1274242"/>
                  </a:lnTo>
                  <a:lnTo>
                    <a:pt x="238966" y="1274634"/>
                  </a:lnTo>
                  <a:lnTo>
                    <a:pt x="237894" y="1275027"/>
                  </a:lnTo>
                  <a:lnTo>
                    <a:pt x="236823" y="1275420"/>
                  </a:lnTo>
                  <a:lnTo>
                    <a:pt x="235751" y="1275813"/>
                  </a:lnTo>
                  <a:lnTo>
                    <a:pt x="234680" y="1276206"/>
                  </a:lnTo>
                  <a:lnTo>
                    <a:pt x="233608" y="1276600"/>
                  </a:lnTo>
                  <a:lnTo>
                    <a:pt x="232536" y="1276993"/>
                  </a:lnTo>
                  <a:lnTo>
                    <a:pt x="231465" y="1277387"/>
                  </a:lnTo>
                  <a:lnTo>
                    <a:pt x="230393" y="1277781"/>
                  </a:lnTo>
                  <a:lnTo>
                    <a:pt x="229322" y="1278176"/>
                  </a:lnTo>
                  <a:lnTo>
                    <a:pt x="228250" y="1278570"/>
                  </a:lnTo>
                  <a:lnTo>
                    <a:pt x="227178" y="1278965"/>
                  </a:lnTo>
                  <a:lnTo>
                    <a:pt x="226107" y="1279360"/>
                  </a:lnTo>
                  <a:lnTo>
                    <a:pt x="225035" y="1279755"/>
                  </a:lnTo>
                  <a:lnTo>
                    <a:pt x="223964" y="1280150"/>
                  </a:lnTo>
                  <a:lnTo>
                    <a:pt x="222892" y="1280545"/>
                  </a:lnTo>
                  <a:lnTo>
                    <a:pt x="221820" y="1280941"/>
                  </a:lnTo>
                  <a:lnTo>
                    <a:pt x="220749" y="1281336"/>
                  </a:lnTo>
                  <a:lnTo>
                    <a:pt x="219677" y="1281732"/>
                  </a:lnTo>
                  <a:lnTo>
                    <a:pt x="218606" y="1282128"/>
                  </a:lnTo>
                  <a:lnTo>
                    <a:pt x="217534" y="1282525"/>
                  </a:lnTo>
                  <a:lnTo>
                    <a:pt x="216462" y="1282921"/>
                  </a:lnTo>
                  <a:lnTo>
                    <a:pt x="215391" y="1283318"/>
                  </a:lnTo>
                  <a:lnTo>
                    <a:pt x="214319" y="1283714"/>
                  </a:lnTo>
                  <a:lnTo>
                    <a:pt x="213248" y="1284111"/>
                  </a:lnTo>
                  <a:lnTo>
                    <a:pt x="212176" y="1284508"/>
                  </a:lnTo>
                  <a:lnTo>
                    <a:pt x="211104" y="1284905"/>
                  </a:lnTo>
                  <a:lnTo>
                    <a:pt x="210033" y="1285303"/>
                  </a:lnTo>
                  <a:lnTo>
                    <a:pt x="208961" y="1285700"/>
                  </a:lnTo>
                  <a:lnTo>
                    <a:pt x="207890" y="1286098"/>
                  </a:lnTo>
                  <a:lnTo>
                    <a:pt x="206818" y="1286496"/>
                  </a:lnTo>
                  <a:lnTo>
                    <a:pt x="205746" y="1286894"/>
                  </a:lnTo>
                  <a:lnTo>
                    <a:pt x="204675" y="1287292"/>
                  </a:lnTo>
                  <a:lnTo>
                    <a:pt x="203603" y="1287690"/>
                  </a:lnTo>
                  <a:lnTo>
                    <a:pt x="202532" y="1288088"/>
                  </a:lnTo>
                  <a:lnTo>
                    <a:pt x="201460" y="1288487"/>
                  </a:lnTo>
                  <a:lnTo>
                    <a:pt x="200388" y="1288886"/>
                  </a:lnTo>
                  <a:lnTo>
                    <a:pt x="199317" y="1289284"/>
                  </a:lnTo>
                  <a:lnTo>
                    <a:pt x="198245" y="1289683"/>
                  </a:lnTo>
                  <a:lnTo>
                    <a:pt x="197174" y="1290082"/>
                  </a:lnTo>
                  <a:lnTo>
                    <a:pt x="196102" y="1290482"/>
                  </a:lnTo>
                  <a:lnTo>
                    <a:pt x="195030" y="1290881"/>
                  </a:lnTo>
                  <a:lnTo>
                    <a:pt x="193959" y="1291280"/>
                  </a:lnTo>
                  <a:lnTo>
                    <a:pt x="192887" y="1291680"/>
                  </a:lnTo>
                  <a:lnTo>
                    <a:pt x="191816" y="1292080"/>
                  </a:lnTo>
                  <a:lnTo>
                    <a:pt x="190744" y="1292479"/>
                  </a:lnTo>
                  <a:lnTo>
                    <a:pt x="189672" y="1292879"/>
                  </a:lnTo>
                  <a:lnTo>
                    <a:pt x="188601" y="1293279"/>
                  </a:lnTo>
                  <a:lnTo>
                    <a:pt x="187529" y="1293680"/>
                  </a:lnTo>
                  <a:lnTo>
                    <a:pt x="186458" y="1294080"/>
                  </a:lnTo>
                  <a:lnTo>
                    <a:pt x="185386" y="1294480"/>
                  </a:lnTo>
                  <a:lnTo>
                    <a:pt x="184314" y="1294881"/>
                  </a:lnTo>
                  <a:lnTo>
                    <a:pt x="183243" y="1295281"/>
                  </a:lnTo>
                  <a:lnTo>
                    <a:pt x="182171" y="1295682"/>
                  </a:lnTo>
                  <a:lnTo>
                    <a:pt x="181100" y="1296083"/>
                  </a:lnTo>
                  <a:lnTo>
                    <a:pt x="180028" y="1296484"/>
                  </a:lnTo>
                  <a:lnTo>
                    <a:pt x="178956" y="1296885"/>
                  </a:lnTo>
                  <a:lnTo>
                    <a:pt x="177885" y="1297286"/>
                  </a:lnTo>
                  <a:lnTo>
                    <a:pt x="176813" y="1297687"/>
                  </a:lnTo>
                  <a:lnTo>
                    <a:pt x="175742" y="1298088"/>
                  </a:lnTo>
                  <a:lnTo>
                    <a:pt x="174670" y="1298490"/>
                  </a:lnTo>
                  <a:lnTo>
                    <a:pt x="173599" y="1298891"/>
                  </a:lnTo>
                  <a:lnTo>
                    <a:pt x="172527" y="1299293"/>
                  </a:lnTo>
                  <a:lnTo>
                    <a:pt x="171455" y="1299695"/>
                  </a:lnTo>
                  <a:lnTo>
                    <a:pt x="170384" y="1300096"/>
                  </a:lnTo>
                  <a:lnTo>
                    <a:pt x="169312" y="1300498"/>
                  </a:lnTo>
                  <a:lnTo>
                    <a:pt x="168241" y="1300900"/>
                  </a:lnTo>
                  <a:lnTo>
                    <a:pt x="167169" y="1301302"/>
                  </a:lnTo>
                  <a:lnTo>
                    <a:pt x="166097" y="1301704"/>
                  </a:lnTo>
                  <a:lnTo>
                    <a:pt x="165026" y="1302107"/>
                  </a:lnTo>
                  <a:lnTo>
                    <a:pt x="163954" y="1302509"/>
                  </a:lnTo>
                  <a:lnTo>
                    <a:pt x="162883" y="1302911"/>
                  </a:lnTo>
                  <a:lnTo>
                    <a:pt x="161811" y="1303314"/>
                  </a:lnTo>
                  <a:lnTo>
                    <a:pt x="160739" y="1303716"/>
                  </a:lnTo>
                  <a:lnTo>
                    <a:pt x="159668" y="1304119"/>
                  </a:lnTo>
                  <a:lnTo>
                    <a:pt x="158596" y="1304522"/>
                  </a:lnTo>
                  <a:lnTo>
                    <a:pt x="157525" y="1304924"/>
                  </a:lnTo>
                  <a:lnTo>
                    <a:pt x="156453" y="1305327"/>
                  </a:lnTo>
                  <a:lnTo>
                    <a:pt x="155381" y="1305730"/>
                  </a:lnTo>
                  <a:lnTo>
                    <a:pt x="154310" y="1306133"/>
                  </a:lnTo>
                  <a:lnTo>
                    <a:pt x="153238" y="1306536"/>
                  </a:lnTo>
                  <a:lnTo>
                    <a:pt x="152167" y="1306939"/>
                  </a:lnTo>
                  <a:lnTo>
                    <a:pt x="151095" y="1307342"/>
                  </a:lnTo>
                  <a:lnTo>
                    <a:pt x="150023" y="1307745"/>
                  </a:lnTo>
                  <a:lnTo>
                    <a:pt x="148952" y="1308149"/>
                  </a:lnTo>
                  <a:lnTo>
                    <a:pt x="147880" y="1308552"/>
                  </a:lnTo>
                  <a:lnTo>
                    <a:pt x="146809" y="1308955"/>
                  </a:lnTo>
                  <a:lnTo>
                    <a:pt x="145737" y="1309359"/>
                  </a:lnTo>
                  <a:lnTo>
                    <a:pt x="144665" y="1309762"/>
                  </a:lnTo>
                  <a:lnTo>
                    <a:pt x="143594" y="1310166"/>
                  </a:lnTo>
                  <a:lnTo>
                    <a:pt x="142522" y="1310569"/>
                  </a:lnTo>
                  <a:lnTo>
                    <a:pt x="141451" y="1310973"/>
                  </a:lnTo>
                  <a:lnTo>
                    <a:pt x="140379" y="1311376"/>
                  </a:lnTo>
                  <a:lnTo>
                    <a:pt x="139307" y="1311780"/>
                  </a:lnTo>
                  <a:lnTo>
                    <a:pt x="138236" y="1312184"/>
                  </a:lnTo>
                  <a:lnTo>
                    <a:pt x="137164" y="1312588"/>
                  </a:lnTo>
                  <a:lnTo>
                    <a:pt x="136093" y="1312992"/>
                  </a:lnTo>
                  <a:lnTo>
                    <a:pt x="135021" y="1313395"/>
                  </a:lnTo>
                  <a:lnTo>
                    <a:pt x="133949" y="1313799"/>
                  </a:lnTo>
                  <a:lnTo>
                    <a:pt x="132878" y="1314203"/>
                  </a:lnTo>
                  <a:lnTo>
                    <a:pt x="131806" y="1314607"/>
                  </a:lnTo>
                  <a:lnTo>
                    <a:pt x="130735" y="1315011"/>
                  </a:lnTo>
                  <a:lnTo>
                    <a:pt x="129663" y="1315415"/>
                  </a:lnTo>
                  <a:lnTo>
                    <a:pt x="128591" y="1315820"/>
                  </a:lnTo>
                  <a:lnTo>
                    <a:pt x="127520" y="1316224"/>
                  </a:lnTo>
                  <a:lnTo>
                    <a:pt x="126448" y="1316628"/>
                  </a:lnTo>
                  <a:lnTo>
                    <a:pt x="125377" y="1317032"/>
                  </a:lnTo>
                  <a:lnTo>
                    <a:pt x="124305" y="1317436"/>
                  </a:lnTo>
                  <a:lnTo>
                    <a:pt x="123233" y="1317840"/>
                  </a:lnTo>
                  <a:lnTo>
                    <a:pt x="122162" y="1318245"/>
                  </a:lnTo>
                  <a:lnTo>
                    <a:pt x="121090" y="1318649"/>
                  </a:lnTo>
                  <a:lnTo>
                    <a:pt x="120019" y="1319053"/>
                  </a:lnTo>
                  <a:lnTo>
                    <a:pt x="118947" y="1319458"/>
                  </a:lnTo>
                  <a:lnTo>
                    <a:pt x="117875" y="1319862"/>
                  </a:lnTo>
                  <a:lnTo>
                    <a:pt x="116804" y="1320266"/>
                  </a:lnTo>
                  <a:lnTo>
                    <a:pt x="115732" y="1320671"/>
                  </a:lnTo>
                  <a:lnTo>
                    <a:pt x="114661" y="1321075"/>
                  </a:lnTo>
                  <a:lnTo>
                    <a:pt x="113589" y="1321480"/>
                  </a:lnTo>
                  <a:lnTo>
                    <a:pt x="112517" y="1321884"/>
                  </a:lnTo>
                  <a:lnTo>
                    <a:pt x="111446" y="1322289"/>
                  </a:lnTo>
                  <a:lnTo>
                    <a:pt x="110374" y="1322693"/>
                  </a:lnTo>
                  <a:lnTo>
                    <a:pt x="109303" y="1323098"/>
                  </a:lnTo>
                  <a:lnTo>
                    <a:pt x="108231" y="1323502"/>
                  </a:lnTo>
                  <a:lnTo>
                    <a:pt x="107159" y="1323907"/>
                  </a:lnTo>
                  <a:lnTo>
                    <a:pt x="106088" y="1324311"/>
                  </a:lnTo>
                  <a:lnTo>
                    <a:pt x="105016" y="1324716"/>
                  </a:lnTo>
                  <a:lnTo>
                    <a:pt x="103945" y="1325120"/>
                  </a:lnTo>
                  <a:lnTo>
                    <a:pt x="102873" y="1325525"/>
                  </a:lnTo>
                  <a:lnTo>
                    <a:pt x="101801" y="1325929"/>
                  </a:lnTo>
                  <a:lnTo>
                    <a:pt x="100730" y="1326334"/>
                  </a:lnTo>
                  <a:lnTo>
                    <a:pt x="99658" y="1326738"/>
                  </a:lnTo>
                  <a:lnTo>
                    <a:pt x="98587" y="1327143"/>
                  </a:lnTo>
                  <a:lnTo>
                    <a:pt x="97515" y="1327547"/>
                  </a:lnTo>
                  <a:lnTo>
                    <a:pt x="96443" y="1327952"/>
                  </a:lnTo>
                  <a:lnTo>
                    <a:pt x="95372" y="1328356"/>
                  </a:lnTo>
                  <a:lnTo>
                    <a:pt x="94300" y="1328761"/>
                  </a:lnTo>
                  <a:lnTo>
                    <a:pt x="93229" y="1329165"/>
                  </a:lnTo>
                  <a:lnTo>
                    <a:pt x="92157" y="1329570"/>
                  </a:lnTo>
                  <a:lnTo>
                    <a:pt x="91085" y="1329974"/>
                  </a:lnTo>
                  <a:lnTo>
                    <a:pt x="90014" y="1330379"/>
                  </a:lnTo>
                  <a:lnTo>
                    <a:pt x="88942" y="1330783"/>
                  </a:lnTo>
                  <a:lnTo>
                    <a:pt x="87871" y="1331188"/>
                  </a:lnTo>
                  <a:lnTo>
                    <a:pt x="86799" y="1331592"/>
                  </a:lnTo>
                  <a:lnTo>
                    <a:pt x="85727" y="1331997"/>
                  </a:lnTo>
                  <a:lnTo>
                    <a:pt x="84656" y="1332401"/>
                  </a:lnTo>
                  <a:lnTo>
                    <a:pt x="83584" y="1332805"/>
                  </a:lnTo>
                  <a:lnTo>
                    <a:pt x="82513" y="1333210"/>
                  </a:lnTo>
                  <a:lnTo>
                    <a:pt x="81441" y="1333614"/>
                  </a:lnTo>
                  <a:lnTo>
                    <a:pt x="80369" y="1334019"/>
                  </a:lnTo>
                  <a:lnTo>
                    <a:pt x="79298" y="1334423"/>
                  </a:lnTo>
                  <a:lnTo>
                    <a:pt x="78226" y="1334827"/>
                  </a:lnTo>
                  <a:lnTo>
                    <a:pt x="77155" y="1335231"/>
                  </a:lnTo>
                  <a:lnTo>
                    <a:pt x="76083" y="1335636"/>
                  </a:lnTo>
                  <a:lnTo>
                    <a:pt x="75011" y="1336040"/>
                  </a:lnTo>
                  <a:lnTo>
                    <a:pt x="73940" y="1336444"/>
                  </a:lnTo>
                  <a:lnTo>
                    <a:pt x="72868" y="1336848"/>
                  </a:lnTo>
                  <a:lnTo>
                    <a:pt x="71797" y="1337253"/>
                  </a:lnTo>
                  <a:lnTo>
                    <a:pt x="70725" y="1337657"/>
                  </a:lnTo>
                  <a:lnTo>
                    <a:pt x="69653" y="1338061"/>
                  </a:lnTo>
                  <a:lnTo>
                    <a:pt x="68582" y="1338465"/>
                  </a:lnTo>
                  <a:lnTo>
                    <a:pt x="67510" y="1338869"/>
                  </a:lnTo>
                  <a:lnTo>
                    <a:pt x="66439" y="1339273"/>
                  </a:lnTo>
                  <a:lnTo>
                    <a:pt x="65367" y="1339677"/>
                  </a:lnTo>
                  <a:lnTo>
                    <a:pt x="64295" y="1340081"/>
                  </a:lnTo>
                  <a:lnTo>
                    <a:pt x="63224" y="1340485"/>
                  </a:lnTo>
                  <a:lnTo>
                    <a:pt x="62152" y="1340889"/>
                  </a:lnTo>
                  <a:lnTo>
                    <a:pt x="61081" y="1341293"/>
                  </a:lnTo>
                  <a:lnTo>
                    <a:pt x="60009" y="1341696"/>
                  </a:lnTo>
                  <a:lnTo>
                    <a:pt x="58937" y="1342100"/>
                  </a:lnTo>
                  <a:lnTo>
                    <a:pt x="57866" y="1342504"/>
                  </a:lnTo>
                  <a:lnTo>
                    <a:pt x="56794" y="1342908"/>
                  </a:lnTo>
                  <a:lnTo>
                    <a:pt x="55723" y="1343311"/>
                  </a:lnTo>
                  <a:lnTo>
                    <a:pt x="54651" y="1343715"/>
                  </a:lnTo>
                  <a:lnTo>
                    <a:pt x="53579" y="1344119"/>
                  </a:lnTo>
                  <a:lnTo>
                    <a:pt x="52508" y="1344522"/>
                  </a:lnTo>
                  <a:lnTo>
                    <a:pt x="51436" y="1344926"/>
                  </a:lnTo>
                  <a:lnTo>
                    <a:pt x="50365" y="1345329"/>
                  </a:lnTo>
                  <a:lnTo>
                    <a:pt x="49293" y="1345732"/>
                  </a:lnTo>
                  <a:lnTo>
                    <a:pt x="48221" y="1346136"/>
                  </a:lnTo>
                  <a:lnTo>
                    <a:pt x="47150" y="1346539"/>
                  </a:lnTo>
                  <a:lnTo>
                    <a:pt x="46078" y="1346942"/>
                  </a:lnTo>
                  <a:lnTo>
                    <a:pt x="45007" y="1347346"/>
                  </a:lnTo>
                  <a:lnTo>
                    <a:pt x="43935" y="1347749"/>
                  </a:lnTo>
                  <a:lnTo>
                    <a:pt x="42863" y="1348152"/>
                  </a:lnTo>
                  <a:lnTo>
                    <a:pt x="41792" y="1348555"/>
                  </a:lnTo>
                  <a:lnTo>
                    <a:pt x="40720" y="1348958"/>
                  </a:lnTo>
                  <a:lnTo>
                    <a:pt x="39649" y="1349361"/>
                  </a:lnTo>
                  <a:lnTo>
                    <a:pt x="38577" y="1349764"/>
                  </a:lnTo>
                  <a:lnTo>
                    <a:pt x="37505" y="1350167"/>
                  </a:lnTo>
                  <a:lnTo>
                    <a:pt x="36434" y="1350569"/>
                  </a:lnTo>
                  <a:lnTo>
                    <a:pt x="35362" y="1350972"/>
                  </a:lnTo>
                  <a:lnTo>
                    <a:pt x="34291" y="1351375"/>
                  </a:lnTo>
                  <a:lnTo>
                    <a:pt x="33219" y="1351778"/>
                  </a:lnTo>
                  <a:lnTo>
                    <a:pt x="32147" y="1352180"/>
                  </a:lnTo>
                  <a:lnTo>
                    <a:pt x="31076" y="1352583"/>
                  </a:lnTo>
                  <a:lnTo>
                    <a:pt x="30004" y="1352985"/>
                  </a:lnTo>
                  <a:lnTo>
                    <a:pt x="28933" y="1353387"/>
                  </a:lnTo>
                  <a:lnTo>
                    <a:pt x="27861" y="1353790"/>
                  </a:lnTo>
                  <a:lnTo>
                    <a:pt x="26789" y="1354192"/>
                  </a:lnTo>
                  <a:lnTo>
                    <a:pt x="25718" y="1354594"/>
                  </a:lnTo>
                  <a:lnTo>
                    <a:pt x="24646" y="1354996"/>
                  </a:lnTo>
                  <a:lnTo>
                    <a:pt x="23575" y="1355398"/>
                  </a:lnTo>
                  <a:lnTo>
                    <a:pt x="22503" y="1355800"/>
                  </a:lnTo>
                  <a:lnTo>
                    <a:pt x="21431" y="1356202"/>
                  </a:lnTo>
                  <a:lnTo>
                    <a:pt x="20360" y="1356604"/>
                  </a:lnTo>
                  <a:lnTo>
                    <a:pt x="19288" y="1357006"/>
                  </a:lnTo>
                  <a:lnTo>
                    <a:pt x="18217" y="1357408"/>
                  </a:lnTo>
                  <a:lnTo>
                    <a:pt x="17145" y="1357809"/>
                  </a:lnTo>
                  <a:lnTo>
                    <a:pt x="16073" y="1358211"/>
                  </a:lnTo>
                  <a:lnTo>
                    <a:pt x="15002" y="1358613"/>
                  </a:lnTo>
                  <a:lnTo>
                    <a:pt x="13930" y="1359014"/>
                  </a:lnTo>
                  <a:lnTo>
                    <a:pt x="12859" y="1359415"/>
                  </a:lnTo>
                  <a:lnTo>
                    <a:pt x="11787" y="1359817"/>
                  </a:lnTo>
                  <a:lnTo>
                    <a:pt x="10715" y="1360218"/>
                  </a:lnTo>
                  <a:lnTo>
                    <a:pt x="9644" y="1360619"/>
                  </a:lnTo>
                  <a:lnTo>
                    <a:pt x="8572" y="1361020"/>
                  </a:lnTo>
                  <a:lnTo>
                    <a:pt x="7501" y="1361421"/>
                  </a:lnTo>
                  <a:lnTo>
                    <a:pt x="6429" y="1361822"/>
                  </a:lnTo>
                  <a:lnTo>
                    <a:pt x="5357" y="1362223"/>
                  </a:lnTo>
                  <a:lnTo>
                    <a:pt x="4286" y="1362624"/>
                  </a:lnTo>
                  <a:lnTo>
                    <a:pt x="3214" y="1363025"/>
                  </a:lnTo>
                  <a:lnTo>
                    <a:pt x="2143" y="1363425"/>
                  </a:lnTo>
                  <a:lnTo>
                    <a:pt x="1071" y="1363826"/>
                  </a:lnTo>
                  <a:lnTo>
                    <a:pt x="0" y="1364226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684231" y="4156290"/>
              <a:ext cx="3856684" cy="734796"/>
            </a:xfrm>
            <a:custGeom>
              <a:avLst/>
              <a:gdLst/>
              <a:ahLst/>
              <a:cxnLst/>
              <a:rect l="0" t="0" r="0" b="0"/>
              <a:pathLst>
                <a:path w="3856684" h="734796">
                  <a:moveTo>
                    <a:pt x="0" y="145507"/>
                  </a:moveTo>
                  <a:lnTo>
                    <a:pt x="1071" y="146761"/>
                  </a:lnTo>
                  <a:lnTo>
                    <a:pt x="2143" y="148014"/>
                  </a:lnTo>
                  <a:lnTo>
                    <a:pt x="3214" y="149266"/>
                  </a:lnTo>
                  <a:lnTo>
                    <a:pt x="4286" y="150516"/>
                  </a:lnTo>
                  <a:lnTo>
                    <a:pt x="5357" y="151765"/>
                  </a:lnTo>
                  <a:lnTo>
                    <a:pt x="6429" y="153014"/>
                  </a:lnTo>
                  <a:lnTo>
                    <a:pt x="7501" y="154261"/>
                  </a:lnTo>
                  <a:lnTo>
                    <a:pt x="8572" y="155506"/>
                  </a:lnTo>
                  <a:lnTo>
                    <a:pt x="9644" y="156751"/>
                  </a:lnTo>
                  <a:lnTo>
                    <a:pt x="10715" y="157994"/>
                  </a:lnTo>
                  <a:lnTo>
                    <a:pt x="11787" y="159236"/>
                  </a:lnTo>
                  <a:lnTo>
                    <a:pt x="12859" y="160477"/>
                  </a:lnTo>
                  <a:lnTo>
                    <a:pt x="13930" y="161716"/>
                  </a:lnTo>
                  <a:lnTo>
                    <a:pt x="15002" y="162955"/>
                  </a:lnTo>
                  <a:lnTo>
                    <a:pt x="16073" y="164192"/>
                  </a:lnTo>
                  <a:lnTo>
                    <a:pt x="17145" y="165428"/>
                  </a:lnTo>
                  <a:lnTo>
                    <a:pt x="18217" y="166663"/>
                  </a:lnTo>
                  <a:lnTo>
                    <a:pt x="19288" y="167896"/>
                  </a:lnTo>
                  <a:lnTo>
                    <a:pt x="20360" y="169128"/>
                  </a:lnTo>
                  <a:lnTo>
                    <a:pt x="21431" y="170360"/>
                  </a:lnTo>
                  <a:lnTo>
                    <a:pt x="22503" y="171589"/>
                  </a:lnTo>
                  <a:lnTo>
                    <a:pt x="23575" y="172818"/>
                  </a:lnTo>
                  <a:lnTo>
                    <a:pt x="24646" y="174045"/>
                  </a:lnTo>
                  <a:lnTo>
                    <a:pt x="25718" y="175272"/>
                  </a:lnTo>
                  <a:lnTo>
                    <a:pt x="26789" y="176497"/>
                  </a:lnTo>
                  <a:lnTo>
                    <a:pt x="27861" y="177720"/>
                  </a:lnTo>
                  <a:lnTo>
                    <a:pt x="28933" y="178943"/>
                  </a:lnTo>
                  <a:lnTo>
                    <a:pt x="30004" y="180164"/>
                  </a:lnTo>
                  <a:lnTo>
                    <a:pt x="31076" y="181384"/>
                  </a:lnTo>
                  <a:lnTo>
                    <a:pt x="32147" y="182603"/>
                  </a:lnTo>
                  <a:lnTo>
                    <a:pt x="33219" y="183821"/>
                  </a:lnTo>
                  <a:lnTo>
                    <a:pt x="34291" y="185037"/>
                  </a:lnTo>
                  <a:lnTo>
                    <a:pt x="35362" y="186252"/>
                  </a:lnTo>
                  <a:lnTo>
                    <a:pt x="36434" y="187466"/>
                  </a:lnTo>
                  <a:lnTo>
                    <a:pt x="37505" y="188679"/>
                  </a:lnTo>
                  <a:lnTo>
                    <a:pt x="38577" y="189890"/>
                  </a:lnTo>
                  <a:lnTo>
                    <a:pt x="39649" y="191101"/>
                  </a:lnTo>
                  <a:lnTo>
                    <a:pt x="40720" y="192310"/>
                  </a:lnTo>
                  <a:lnTo>
                    <a:pt x="41792" y="193517"/>
                  </a:lnTo>
                  <a:lnTo>
                    <a:pt x="42863" y="194724"/>
                  </a:lnTo>
                  <a:lnTo>
                    <a:pt x="43935" y="195929"/>
                  </a:lnTo>
                  <a:lnTo>
                    <a:pt x="45007" y="197134"/>
                  </a:lnTo>
                  <a:lnTo>
                    <a:pt x="46078" y="198336"/>
                  </a:lnTo>
                  <a:lnTo>
                    <a:pt x="47150" y="199538"/>
                  </a:lnTo>
                  <a:lnTo>
                    <a:pt x="48221" y="200739"/>
                  </a:lnTo>
                  <a:lnTo>
                    <a:pt x="49293" y="201938"/>
                  </a:lnTo>
                  <a:lnTo>
                    <a:pt x="50365" y="203136"/>
                  </a:lnTo>
                  <a:lnTo>
                    <a:pt x="51436" y="204333"/>
                  </a:lnTo>
                  <a:lnTo>
                    <a:pt x="52508" y="205528"/>
                  </a:lnTo>
                  <a:lnTo>
                    <a:pt x="53579" y="206722"/>
                  </a:lnTo>
                  <a:lnTo>
                    <a:pt x="54651" y="207916"/>
                  </a:lnTo>
                  <a:lnTo>
                    <a:pt x="55723" y="209107"/>
                  </a:lnTo>
                  <a:lnTo>
                    <a:pt x="56794" y="210298"/>
                  </a:lnTo>
                  <a:lnTo>
                    <a:pt x="57866" y="211487"/>
                  </a:lnTo>
                  <a:lnTo>
                    <a:pt x="58937" y="212676"/>
                  </a:lnTo>
                  <a:lnTo>
                    <a:pt x="60009" y="213862"/>
                  </a:lnTo>
                  <a:lnTo>
                    <a:pt x="61081" y="215048"/>
                  </a:lnTo>
                  <a:lnTo>
                    <a:pt x="62152" y="216233"/>
                  </a:lnTo>
                  <a:lnTo>
                    <a:pt x="63224" y="217416"/>
                  </a:lnTo>
                  <a:lnTo>
                    <a:pt x="64295" y="218598"/>
                  </a:lnTo>
                  <a:lnTo>
                    <a:pt x="65367" y="219779"/>
                  </a:lnTo>
                  <a:lnTo>
                    <a:pt x="66439" y="220958"/>
                  </a:lnTo>
                  <a:lnTo>
                    <a:pt x="67510" y="222136"/>
                  </a:lnTo>
                  <a:lnTo>
                    <a:pt x="68582" y="223313"/>
                  </a:lnTo>
                  <a:lnTo>
                    <a:pt x="69653" y="224489"/>
                  </a:lnTo>
                  <a:lnTo>
                    <a:pt x="70725" y="225664"/>
                  </a:lnTo>
                  <a:lnTo>
                    <a:pt x="71797" y="226837"/>
                  </a:lnTo>
                  <a:lnTo>
                    <a:pt x="72868" y="228009"/>
                  </a:lnTo>
                  <a:lnTo>
                    <a:pt x="73940" y="229180"/>
                  </a:lnTo>
                  <a:lnTo>
                    <a:pt x="75011" y="230350"/>
                  </a:lnTo>
                  <a:lnTo>
                    <a:pt x="76083" y="231518"/>
                  </a:lnTo>
                  <a:lnTo>
                    <a:pt x="77155" y="232685"/>
                  </a:lnTo>
                  <a:lnTo>
                    <a:pt x="78226" y="233851"/>
                  </a:lnTo>
                  <a:lnTo>
                    <a:pt x="79298" y="235016"/>
                  </a:lnTo>
                  <a:lnTo>
                    <a:pt x="80369" y="236179"/>
                  </a:lnTo>
                  <a:lnTo>
                    <a:pt x="81441" y="237341"/>
                  </a:lnTo>
                  <a:lnTo>
                    <a:pt x="82513" y="238502"/>
                  </a:lnTo>
                  <a:lnTo>
                    <a:pt x="83584" y="239662"/>
                  </a:lnTo>
                  <a:lnTo>
                    <a:pt x="84656" y="240821"/>
                  </a:lnTo>
                  <a:lnTo>
                    <a:pt x="85727" y="241978"/>
                  </a:lnTo>
                  <a:lnTo>
                    <a:pt x="86799" y="243134"/>
                  </a:lnTo>
                  <a:lnTo>
                    <a:pt x="87871" y="244288"/>
                  </a:lnTo>
                  <a:lnTo>
                    <a:pt x="88942" y="245442"/>
                  </a:lnTo>
                  <a:lnTo>
                    <a:pt x="90014" y="246594"/>
                  </a:lnTo>
                  <a:lnTo>
                    <a:pt x="91085" y="247745"/>
                  </a:lnTo>
                  <a:lnTo>
                    <a:pt x="92157" y="248895"/>
                  </a:lnTo>
                  <a:lnTo>
                    <a:pt x="93229" y="250043"/>
                  </a:lnTo>
                  <a:lnTo>
                    <a:pt x="94300" y="251191"/>
                  </a:lnTo>
                  <a:lnTo>
                    <a:pt x="95372" y="252337"/>
                  </a:lnTo>
                  <a:lnTo>
                    <a:pt x="96443" y="253481"/>
                  </a:lnTo>
                  <a:lnTo>
                    <a:pt x="97515" y="254625"/>
                  </a:lnTo>
                  <a:lnTo>
                    <a:pt x="98587" y="255767"/>
                  </a:lnTo>
                  <a:lnTo>
                    <a:pt x="99658" y="256908"/>
                  </a:lnTo>
                  <a:lnTo>
                    <a:pt x="100730" y="258048"/>
                  </a:lnTo>
                  <a:lnTo>
                    <a:pt x="101801" y="259186"/>
                  </a:lnTo>
                  <a:lnTo>
                    <a:pt x="102873" y="260323"/>
                  </a:lnTo>
                  <a:lnTo>
                    <a:pt x="103945" y="261459"/>
                  </a:lnTo>
                  <a:lnTo>
                    <a:pt x="105016" y="262594"/>
                  </a:lnTo>
                  <a:lnTo>
                    <a:pt x="106088" y="263728"/>
                  </a:lnTo>
                  <a:lnTo>
                    <a:pt x="107159" y="264860"/>
                  </a:lnTo>
                  <a:lnTo>
                    <a:pt x="108231" y="265991"/>
                  </a:lnTo>
                  <a:lnTo>
                    <a:pt x="109303" y="267120"/>
                  </a:lnTo>
                  <a:lnTo>
                    <a:pt x="110374" y="268249"/>
                  </a:lnTo>
                  <a:lnTo>
                    <a:pt x="111446" y="269376"/>
                  </a:lnTo>
                  <a:lnTo>
                    <a:pt x="112517" y="270502"/>
                  </a:lnTo>
                  <a:lnTo>
                    <a:pt x="113589" y="271627"/>
                  </a:lnTo>
                  <a:lnTo>
                    <a:pt x="114661" y="272750"/>
                  </a:lnTo>
                  <a:lnTo>
                    <a:pt x="115732" y="273872"/>
                  </a:lnTo>
                  <a:lnTo>
                    <a:pt x="116804" y="274993"/>
                  </a:lnTo>
                  <a:lnTo>
                    <a:pt x="117875" y="276112"/>
                  </a:lnTo>
                  <a:lnTo>
                    <a:pt x="118947" y="277231"/>
                  </a:lnTo>
                  <a:lnTo>
                    <a:pt x="120019" y="278348"/>
                  </a:lnTo>
                  <a:lnTo>
                    <a:pt x="121090" y="279464"/>
                  </a:lnTo>
                  <a:lnTo>
                    <a:pt x="122162" y="280578"/>
                  </a:lnTo>
                  <a:lnTo>
                    <a:pt x="123233" y="281691"/>
                  </a:lnTo>
                  <a:lnTo>
                    <a:pt x="124305" y="282803"/>
                  </a:lnTo>
                  <a:lnTo>
                    <a:pt x="125377" y="283914"/>
                  </a:lnTo>
                  <a:lnTo>
                    <a:pt x="126448" y="285024"/>
                  </a:lnTo>
                  <a:lnTo>
                    <a:pt x="127520" y="286132"/>
                  </a:lnTo>
                  <a:lnTo>
                    <a:pt x="128591" y="287239"/>
                  </a:lnTo>
                  <a:lnTo>
                    <a:pt x="129663" y="288344"/>
                  </a:lnTo>
                  <a:lnTo>
                    <a:pt x="130735" y="289449"/>
                  </a:lnTo>
                  <a:lnTo>
                    <a:pt x="131806" y="290552"/>
                  </a:lnTo>
                  <a:lnTo>
                    <a:pt x="132878" y="291654"/>
                  </a:lnTo>
                  <a:lnTo>
                    <a:pt x="133949" y="292754"/>
                  </a:lnTo>
                  <a:lnTo>
                    <a:pt x="135021" y="293854"/>
                  </a:lnTo>
                  <a:lnTo>
                    <a:pt x="136093" y="294951"/>
                  </a:lnTo>
                  <a:lnTo>
                    <a:pt x="137164" y="296048"/>
                  </a:lnTo>
                  <a:lnTo>
                    <a:pt x="138236" y="297144"/>
                  </a:lnTo>
                  <a:lnTo>
                    <a:pt x="139307" y="298238"/>
                  </a:lnTo>
                  <a:lnTo>
                    <a:pt x="140379" y="299331"/>
                  </a:lnTo>
                  <a:lnTo>
                    <a:pt x="141451" y="300422"/>
                  </a:lnTo>
                  <a:lnTo>
                    <a:pt x="142522" y="301513"/>
                  </a:lnTo>
                  <a:lnTo>
                    <a:pt x="143594" y="302602"/>
                  </a:lnTo>
                  <a:lnTo>
                    <a:pt x="144665" y="303689"/>
                  </a:lnTo>
                  <a:lnTo>
                    <a:pt x="145737" y="304776"/>
                  </a:lnTo>
                  <a:lnTo>
                    <a:pt x="146809" y="305861"/>
                  </a:lnTo>
                  <a:lnTo>
                    <a:pt x="147880" y="306945"/>
                  </a:lnTo>
                  <a:lnTo>
                    <a:pt x="148952" y="308027"/>
                  </a:lnTo>
                  <a:lnTo>
                    <a:pt x="150023" y="309109"/>
                  </a:lnTo>
                  <a:lnTo>
                    <a:pt x="151095" y="310189"/>
                  </a:lnTo>
                  <a:lnTo>
                    <a:pt x="152167" y="311267"/>
                  </a:lnTo>
                  <a:lnTo>
                    <a:pt x="153238" y="312345"/>
                  </a:lnTo>
                  <a:lnTo>
                    <a:pt x="154310" y="313421"/>
                  </a:lnTo>
                  <a:lnTo>
                    <a:pt x="155381" y="314496"/>
                  </a:lnTo>
                  <a:lnTo>
                    <a:pt x="156453" y="315569"/>
                  </a:lnTo>
                  <a:lnTo>
                    <a:pt x="157525" y="316641"/>
                  </a:lnTo>
                  <a:lnTo>
                    <a:pt x="158596" y="317712"/>
                  </a:lnTo>
                  <a:lnTo>
                    <a:pt x="159668" y="318782"/>
                  </a:lnTo>
                  <a:lnTo>
                    <a:pt x="160739" y="319850"/>
                  </a:lnTo>
                  <a:lnTo>
                    <a:pt x="161811" y="320917"/>
                  </a:lnTo>
                  <a:lnTo>
                    <a:pt x="162883" y="321983"/>
                  </a:lnTo>
                  <a:lnTo>
                    <a:pt x="163954" y="323048"/>
                  </a:lnTo>
                  <a:lnTo>
                    <a:pt x="165026" y="324111"/>
                  </a:lnTo>
                  <a:lnTo>
                    <a:pt x="166097" y="325172"/>
                  </a:lnTo>
                  <a:lnTo>
                    <a:pt x="167169" y="326233"/>
                  </a:lnTo>
                  <a:lnTo>
                    <a:pt x="168241" y="327292"/>
                  </a:lnTo>
                  <a:lnTo>
                    <a:pt x="169312" y="328350"/>
                  </a:lnTo>
                  <a:lnTo>
                    <a:pt x="170384" y="329407"/>
                  </a:lnTo>
                  <a:lnTo>
                    <a:pt x="171455" y="330462"/>
                  </a:lnTo>
                  <a:lnTo>
                    <a:pt x="172527" y="331516"/>
                  </a:lnTo>
                  <a:lnTo>
                    <a:pt x="173599" y="332569"/>
                  </a:lnTo>
                  <a:lnTo>
                    <a:pt x="174670" y="333620"/>
                  </a:lnTo>
                  <a:lnTo>
                    <a:pt x="175742" y="334670"/>
                  </a:lnTo>
                  <a:lnTo>
                    <a:pt x="176813" y="335719"/>
                  </a:lnTo>
                  <a:lnTo>
                    <a:pt x="177885" y="336766"/>
                  </a:lnTo>
                  <a:lnTo>
                    <a:pt x="178956" y="337812"/>
                  </a:lnTo>
                  <a:lnTo>
                    <a:pt x="180028" y="338857"/>
                  </a:lnTo>
                  <a:lnTo>
                    <a:pt x="181100" y="339900"/>
                  </a:lnTo>
                  <a:lnTo>
                    <a:pt x="182171" y="340942"/>
                  </a:lnTo>
                  <a:lnTo>
                    <a:pt x="183243" y="341983"/>
                  </a:lnTo>
                  <a:lnTo>
                    <a:pt x="184314" y="343022"/>
                  </a:lnTo>
                  <a:lnTo>
                    <a:pt x="185386" y="344060"/>
                  </a:lnTo>
                  <a:lnTo>
                    <a:pt x="186458" y="345097"/>
                  </a:lnTo>
                  <a:lnTo>
                    <a:pt x="187529" y="346133"/>
                  </a:lnTo>
                  <a:lnTo>
                    <a:pt x="188601" y="347167"/>
                  </a:lnTo>
                  <a:lnTo>
                    <a:pt x="189672" y="348200"/>
                  </a:lnTo>
                  <a:lnTo>
                    <a:pt x="190744" y="349231"/>
                  </a:lnTo>
                  <a:lnTo>
                    <a:pt x="191816" y="350261"/>
                  </a:lnTo>
                  <a:lnTo>
                    <a:pt x="192887" y="351290"/>
                  </a:lnTo>
                  <a:lnTo>
                    <a:pt x="193959" y="352317"/>
                  </a:lnTo>
                  <a:lnTo>
                    <a:pt x="195030" y="353343"/>
                  </a:lnTo>
                  <a:lnTo>
                    <a:pt x="196102" y="354368"/>
                  </a:lnTo>
                  <a:lnTo>
                    <a:pt x="197174" y="355392"/>
                  </a:lnTo>
                  <a:lnTo>
                    <a:pt x="198245" y="356414"/>
                  </a:lnTo>
                  <a:lnTo>
                    <a:pt x="199317" y="357434"/>
                  </a:lnTo>
                  <a:lnTo>
                    <a:pt x="200388" y="358454"/>
                  </a:lnTo>
                  <a:lnTo>
                    <a:pt x="201460" y="359472"/>
                  </a:lnTo>
                  <a:lnTo>
                    <a:pt x="202532" y="360488"/>
                  </a:lnTo>
                  <a:lnTo>
                    <a:pt x="203603" y="361504"/>
                  </a:lnTo>
                  <a:lnTo>
                    <a:pt x="204675" y="362518"/>
                  </a:lnTo>
                  <a:lnTo>
                    <a:pt x="205746" y="363530"/>
                  </a:lnTo>
                  <a:lnTo>
                    <a:pt x="206818" y="364541"/>
                  </a:lnTo>
                  <a:lnTo>
                    <a:pt x="207890" y="365551"/>
                  </a:lnTo>
                  <a:lnTo>
                    <a:pt x="208961" y="366560"/>
                  </a:lnTo>
                  <a:lnTo>
                    <a:pt x="210033" y="367567"/>
                  </a:lnTo>
                  <a:lnTo>
                    <a:pt x="211104" y="368573"/>
                  </a:lnTo>
                  <a:lnTo>
                    <a:pt x="212176" y="369577"/>
                  </a:lnTo>
                  <a:lnTo>
                    <a:pt x="213248" y="370580"/>
                  </a:lnTo>
                  <a:lnTo>
                    <a:pt x="214319" y="371582"/>
                  </a:lnTo>
                  <a:lnTo>
                    <a:pt x="215391" y="372582"/>
                  </a:lnTo>
                  <a:lnTo>
                    <a:pt x="216462" y="373581"/>
                  </a:lnTo>
                  <a:lnTo>
                    <a:pt x="217534" y="374579"/>
                  </a:lnTo>
                  <a:lnTo>
                    <a:pt x="218606" y="375575"/>
                  </a:lnTo>
                  <a:lnTo>
                    <a:pt x="219677" y="376570"/>
                  </a:lnTo>
                  <a:lnTo>
                    <a:pt x="220749" y="377564"/>
                  </a:lnTo>
                  <a:lnTo>
                    <a:pt x="221820" y="378556"/>
                  </a:lnTo>
                  <a:lnTo>
                    <a:pt x="222892" y="379546"/>
                  </a:lnTo>
                  <a:lnTo>
                    <a:pt x="223964" y="380536"/>
                  </a:lnTo>
                  <a:lnTo>
                    <a:pt x="225035" y="381524"/>
                  </a:lnTo>
                  <a:lnTo>
                    <a:pt x="226107" y="382510"/>
                  </a:lnTo>
                  <a:lnTo>
                    <a:pt x="227178" y="383496"/>
                  </a:lnTo>
                  <a:lnTo>
                    <a:pt x="228250" y="384479"/>
                  </a:lnTo>
                  <a:lnTo>
                    <a:pt x="229322" y="385462"/>
                  </a:lnTo>
                  <a:lnTo>
                    <a:pt x="230393" y="386443"/>
                  </a:lnTo>
                  <a:lnTo>
                    <a:pt x="231465" y="387422"/>
                  </a:lnTo>
                  <a:lnTo>
                    <a:pt x="232536" y="388401"/>
                  </a:lnTo>
                  <a:lnTo>
                    <a:pt x="233608" y="389377"/>
                  </a:lnTo>
                  <a:lnTo>
                    <a:pt x="234680" y="390353"/>
                  </a:lnTo>
                  <a:lnTo>
                    <a:pt x="235751" y="391327"/>
                  </a:lnTo>
                  <a:lnTo>
                    <a:pt x="236823" y="392300"/>
                  </a:lnTo>
                  <a:lnTo>
                    <a:pt x="237894" y="393271"/>
                  </a:lnTo>
                  <a:lnTo>
                    <a:pt x="238966" y="394241"/>
                  </a:lnTo>
                  <a:lnTo>
                    <a:pt x="240038" y="395209"/>
                  </a:lnTo>
                  <a:lnTo>
                    <a:pt x="241109" y="396176"/>
                  </a:lnTo>
                  <a:lnTo>
                    <a:pt x="242181" y="397142"/>
                  </a:lnTo>
                  <a:lnTo>
                    <a:pt x="243252" y="398106"/>
                  </a:lnTo>
                  <a:lnTo>
                    <a:pt x="244324" y="399068"/>
                  </a:lnTo>
                  <a:lnTo>
                    <a:pt x="245396" y="400030"/>
                  </a:lnTo>
                  <a:lnTo>
                    <a:pt x="246467" y="400990"/>
                  </a:lnTo>
                  <a:lnTo>
                    <a:pt x="247539" y="401948"/>
                  </a:lnTo>
                  <a:lnTo>
                    <a:pt x="248610" y="402905"/>
                  </a:lnTo>
                  <a:lnTo>
                    <a:pt x="249682" y="403861"/>
                  </a:lnTo>
                  <a:lnTo>
                    <a:pt x="250754" y="404815"/>
                  </a:lnTo>
                  <a:lnTo>
                    <a:pt x="251825" y="405768"/>
                  </a:lnTo>
                  <a:lnTo>
                    <a:pt x="252897" y="406719"/>
                  </a:lnTo>
                  <a:lnTo>
                    <a:pt x="253968" y="407669"/>
                  </a:lnTo>
                  <a:lnTo>
                    <a:pt x="255040" y="408618"/>
                  </a:lnTo>
                  <a:lnTo>
                    <a:pt x="256112" y="409565"/>
                  </a:lnTo>
                  <a:lnTo>
                    <a:pt x="257183" y="410510"/>
                  </a:lnTo>
                  <a:lnTo>
                    <a:pt x="258255" y="411455"/>
                  </a:lnTo>
                  <a:lnTo>
                    <a:pt x="259326" y="412397"/>
                  </a:lnTo>
                  <a:lnTo>
                    <a:pt x="260398" y="413339"/>
                  </a:lnTo>
                  <a:lnTo>
                    <a:pt x="261470" y="414278"/>
                  </a:lnTo>
                  <a:lnTo>
                    <a:pt x="262541" y="415217"/>
                  </a:lnTo>
                  <a:lnTo>
                    <a:pt x="263613" y="416154"/>
                  </a:lnTo>
                  <a:lnTo>
                    <a:pt x="264684" y="417089"/>
                  </a:lnTo>
                  <a:lnTo>
                    <a:pt x="265756" y="418023"/>
                  </a:lnTo>
                  <a:lnTo>
                    <a:pt x="266828" y="418956"/>
                  </a:lnTo>
                  <a:lnTo>
                    <a:pt x="267899" y="419887"/>
                  </a:lnTo>
                  <a:lnTo>
                    <a:pt x="268971" y="420817"/>
                  </a:lnTo>
                  <a:lnTo>
                    <a:pt x="270042" y="421745"/>
                  </a:lnTo>
                  <a:lnTo>
                    <a:pt x="271114" y="422671"/>
                  </a:lnTo>
                  <a:lnTo>
                    <a:pt x="272186" y="423597"/>
                  </a:lnTo>
                  <a:lnTo>
                    <a:pt x="273257" y="424520"/>
                  </a:lnTo>
                  <a:lnTo>
                    <a:pt x="274329" y="425443"/>
                  </a:lnTo>
                  <a:lnTo>
                    <a:pt x="275400" y="426364"/>
                  </a:lnTo>
                  <a:lnTo>
                    <a:pt x="276472" y="427283"/>
                  </a:lnTo>
                  <a:lnTo>
                    <a:pt x="277544" y="428201"/>
                  </a:lnTo>
                  <a:lnTo>
                    <a:pt x="278615" y="429117"/>
                  </a:lnTo>
                  <a:lnTo>
                    <a:pt x="279687" y="430032"/>
                  </a:lnTo>
                  <a:lnTo>
                    <a:pt x="280758" y="430945"/>
                  </a:lnTo>
                  <a:lnTo>
                    <a:pt x="281830" y="431857"/>
                  </a:lnTo>
                  <a:lnTo>
                    <a:pt x="282902" y="432768"/>
                  </a:lnTo>
                  <a:lnTo>
                    <a:pt x="283973" y="433677"/>
                  </a:lnTo>
                  <a:lnTo>
                    <a:pt x="285045" y="434584"/>
                  </a:lnTo>
                  <a:lnTo>
                    <a:pt x="286116" y="435490"/>
                  </a:lnTo>
                  <a:lnTo>
                    <a:pt x="287188" y="436394"/>
                  </a:lnTo>
                  <a:lnTo>
                    <a:pt x="288260" y="437297"/>
                  </a:lnTo>
                  <a:lnTo>
                    <a:pt x="289331" y="438199"/>
                  </a:lnTo>
                  <a:lnTo>
                    <a:pt x="290403" y="439099"/>
                  </a:lnTo>
                  <a:lnTo>
                    <a:pt x="291474" y="439997"/>
                  </a:lnTo>
                  <a:lnTo>
                    <a:pt x="292546" y="440894"/>
                  </a:lnTo>
                  <a:lnTo>
                    <a:pt x="293618" y="441789"/>
                  </a:lnTo>
                  <a:lnTo>
                    <a:pt x="294689" y="442683"/>
                  </a:lnTo>
                  <a:lnTo>
                    <a:pt x="295761" y="443575"/>
                  </a:lnTo>
                  <a:lnTo>
                    <a:pt x="296832" y="444466"/>
                  </a:lnTo>
                  <a:lnTo>
                    <a:pt x="297904" y="445355"/>
                  </a:lnTo>
                  <a:lnTo>
                    <a:pt x="298976" y="446243"/>
                  </a:lnTo>
                  <a:lnTo>
                    <a:pt x="300047" y="447129"/>
                  </a:lnTo>
                  <a:lnTo>
                    <a:pt x="301119" y="448014"/>
                  </a:lnTo>
                  <a:lnTo>
                    <a:pt x="302190" y="448897"/>
                  </a:lnTo>
                  <a:lnTo>
                    <a:pt x="303262" y="449778"/>
                  </a:lnTo>
                  <a:lnTo>
                    <a:pt x="304334" y="450658"/>
                  </a:lnTo>
                  <a:lnTo>
                    <a:pt x="305405" y="451537"/>
                  </a:lnTo>
                  <a:lnTo>
                    <a:pt x="306477" y="452414"/>
                  </a:lnTo>
                  <a:lnTo>
                    <a:pt x="307548" y="453289"/>
                  </a:lnTo>
                  <a:lnTo>
                    <a:pt x="308620" y="454163"/>
                  </a:lnTo>
                  <a:lnTo>
                    <a:pt x="309692" y="455035"/>
                  </a:lnTo>
                  <a:lnTo>
                    <a:pt x="310763" y="455906"/>
                  </a:lnTo>
                  <a:lnTo>
                    <a:pt x="311835" y="456775"/>
                  </a:lnTo>
                  <a:lnTo>
                    <a:pt x="312906" y="457643"/>
                  </a:lnTo>
                  <a:lnTo>
                    <a:pt x="313978" y="458509"/>
                  </a:lnTo>
                  <a:lnTo>
                    <a:pt x="315050" y="459373"/>
                  </a:lnTo>
                  <a:lnTo>
                    <a:pt x="316121" y="460236"/>
                  </a:lnTo>
                  <a:lnTo>
                    <a:pt x="317193" y="461097"/>
                  </a:lnTo>
                  <a:lnTo>
                    <a:pt x="318264" y="461957"/>
                  </a:lnTo>
                  <a:lnTo>
                    <a:pt x="319336" y="462815"/>
                  </a:lnTo>
                  <a:lnTo>
                    <a:pt x="320408" y="463672"/>
                  </a:lnTo>
                  <a:lnTo>
                    <a:pt x="321479" y="464527"/>
                  </a:lnTo>
                  <a:lnTo>
                    <a:pt x="322551" y="465380"/>
                  </a:lnTo>
                  <a:lnTo>
                    <a:pt x="323622" y="466232"/>
                  </a:lnTo>
                  <a:lnTo>
                    <a:pt x="324694" y="467082"/>
                  </a:lnTo>
                  <a:lnTo>
                    <a:pt x="325766" y="467930"/>
                  </a:lnTo>
                  <a:lnTo>
                    <a:pt x="326837" y="468777"/>
                  </a:lnTo>
                  <a:lnTo>
                    <a:pt x="327909" y="469623"/>
                  </a:lnTo>
                  <a:lnTo>
                    <a:pt x="328980" y="470466"/>
                  </a:lnTo>
                  <a:lnTo>
                    <a:pt x="330052" y="471309"/>
                  </a:lnTo>
                  <a:lnTo>
                    <a:pt x="331124" y="472149"/>
                  </a:lnTo>
                  <a:lnTo>
                    <a:pt x="332195" y="472988"/>
                  </a:lnTo>
                  <a:lnTo>
                    <a:pt x="333267" y="473825"/>
                  </a:lnTo>
                  <a:lnTo>
                    <a:pt x="334338" y="474661"/>
                  </a:lnTo>
                  <a:lnTo>
                    <a:pt x="335410" y="475495"/>
                  </a:lnTo>
                  <a:lnTo>
                    <a:pt x="336482" y="476327"/>
                  </a:lnTo>
                  <a:lnTo>
                    <a:pt x="337553" y="477158"/>
                  </a:lnTo>
                  <a:lnTo>
                    <a:pt x="338625" y="477987"/>
                  </a:lnTo>
                  <a:lnTo>
                    <a:pt x="339696" y="478815"/>
                  </a:lnTo>
                  <a:lnTo>
                    <a:pt x="340768" y="479640"/>
                  </a:lnTo>
                  <a:lnTo>
                    <a:pt x="341840" y="480464"/>
                  </a:lnTo>
                  <a:lnTo>
                    <a:pt x="342911" y="481287"/>
                  </a:lnTo>
                  <a:lnTo>
                    <a:pt x="343983" y="482108"/>
                  </a:lnTo>
                  <a:lnTo>
                    <a:pt x="345054" y="482927"/>
                  </a:lnTo>
                  <a:lnTo>
                    <a:pt x="346126" y="483745"/>
                  </a:lnTo>
                  <a:lnTo>
                    <a:pt x="347198" y="484560"/>
                  </a:lnTo>
                  <a:lnTo>
                    <a:pt x="348269" y="485375"/>
                  </a:lnTo>
                  <a:lnTo>
                    <a:pt x="349341" y="486187"/>
                  </a:lnTo>
                  <a:lnTo>
                    <a:pt x="350412" y="486998"/>
                  </a:lnTo>
                  <a:lnTo>
                    <a:pt x="351484" y="487807"/>
                  </a:lnTo>
                  <a:lnTo>
                    <a:pt x="352556" y="488615"/>
                  </a:lnTo>
                  <a:lnTo>
                    <a:pt x="353627" y="489421"/>
                  </a:lnTo>
                  <a:lnTo>
                    <a:pt x="354699" y="490225"/>
                  </a:lnTo>
                  <a:lnTo>
                    <a:pt x="355770" y="491027"/>
                  </a:lnTo>
                  <a:lnTo>
                    <a:pt x="356842" y="491828"/>
                  </a:lnTo>
                  <a:lnTo>
                    <a:pt x="357913" y="492627"/>
                  </a:lnTo>
                  <a:lnTo>
                    <a:pt x="358985" y="493424"/>
                  </a:lnTo>
                  <a:lnTo>
                    <a:pt x="360057" y="494220"/>
                  </a:lnTo>
                  <a:lnTo>
                    <a:pt x="361128" y="495014"/>
                  </a:lnTo>
                  <a:lnTo>
                    <a:pt x="362200" y="495806"/>
                  </a:lnTo>
                  <a:lnTo>
                    <a:pt x="363271" y="496597"/>
                  </a:lnTo>
                  <a:lnTo>
                    <a:pt x="364343" y="497385"/>
                  </a:lnTo>
                  <a:lnTo>
                    <a:pt x="365415" y="498172"/>
                  </a:lnTo>
                  <a:lnTo>
                    <a:pt x="366486" y="498958"/>
                  </a:lnTo>
                  <a:lnTo>
                    <a:pt x="367558" y="499741"/>
                  </a:lnTo>
                  <a:lnTo>
                    <a:pt x="368629" y="500523"/>
                  </a:lnTo>
                  <a:lnTo>
                    <a:pt x="369701" y="501303"/>
                  </a:lnTo>
                  <a:lnTo>
                    <a:pt x="370773" y="502082"/>
                  </a:lnTo>
                  <a:lnTo>
                    <a:pt x="371844" y="502858"/>
                  </a:lnTo>
                  <a:lnTo>
                    <a:pt x="372916" y="503633"/>
                  </a:lnTo>
                  <a:lnTo>
                    <a:pt x="373987" y="504406"/>
                  </a:lnTo>
                  <a:lnTo>
                    <a:pt x="375059" y="505178"/>
                  </a:lnTo>
                  <a:lnTo>
                    <a:pt x="376131" y="505947"/>
                  </a:lnTo>
                  <a:lnTo>
                    <a:pt x="377202" y="506715"/>
                  </a:lnTo>
                  <a:lnTo>
                    <a:pt x="378274" y="507481"/>
                  </a:lnTo>
                  <a:lnTo>
                    <a:pt x="379345" y="508246"/>
                  </a:lnTo>
                  <a:lnTo>
                    <a:pt x="380417" y="509008"/>
                  </a:lnTo>
                  <a:lnTo>
                    <a:pt x="381489" y="509769"/>
                  </a:lnTo>
                  <a:lnTo>
                    <a:pt x="382560" y="510528"/>
                  </a:lnTo>
                  <a:lnTo>
                    <a:pt x="383632" y="511285"/>
                  </a:lnTo>
                  <a:lnTo>
                    <a:pt x="384703" y="512040"/>
                  </a:lnTo>
                  <a:lnTo>
                    <a:pt x="385775" y="512794"/>
                  </a:lnTo>
                  <a:lnTo>
                    <a:pt x="386847" y="513546"/>
                  </a:lnTo>
                  <a:lnTo>
                    <a:pt x="387918" y="514296"/>
                  </a:lnTo>
                  <a:lnTo>
                    <a:pt x="388990" y="515044"/>
                  </a:lnTo>
                  <a:lnTo>
                    <a:pt x="390061" y="515790"/>
                  </a:lnTo>
                  <a:lnTo>
                    <a:pt x="391133" y="516535"/>
                  </a:lnTo>
                  <a:lnTo>
                    <a:pt x="392205" y="517278"/>
                  </a:lnTo>
                  <a:lnTo>
                    <a:pt x="393276" y="518019"/>
                  </a:lnTo>
                  <a:lnTo>
                    <a:pt x="394348" y="518758"/>
                  </a:lnTo>
                  <a:lnTo>
                    <a:pt x="395419" y="519495"/>
                  </a:lnTo>
                  <a:lnTo>
                    <a:pt x="396491" y="520230"/>
                  </a:lnTo>
                  <a:lnTo>
                    <a:pt x="397563" y="520964"/>
                  </a:lnTo>
                  <a:lnTo>
                    <a:pt x="398634" y="521696"/>
                  </a:lnTo>
                  <a:lnTo>
                    <a:pt x="399706" y="522425"/>
                  </a:lnTo>
                  <a:lnTo>
                    <a:pt x="400777" y="523153"/>
                  </a:lnTo>
                  <a:lnTo>
                    <a:pt x="401849" y="523880"/>
                  </a:lnTo>
                  <a:lnTo>
                    <a:pt x="402921" y="524604"/>
                  </a:lnTo>
                  <a:lnTo>
                    <a:pt x="403992" y="525326"/>
                  </a:lnTo>
                  <a:lnTo>
                    <a:pt x="405064" y="526047"/>
                  </a:lnTo>
                  <a:lnTo>
                    <a:pt x="406135" y="526766"/>
                  </a:lnTo>
                  <a:lnTo>
                    <a:pt x="407207" y="527482"/>
                  </a:lnTo>
                  <a:lnTo>
                    <a:pt x="408279" y="528197"/>
                  </a:lnTo>
                  <a:lnTo>
                    <a:pt x="409350" y="528910"/>
                  </a:lnTo>
                  <a:lnTo>
                    <a:pt x="410422" y="529621"/>
                  </a:lnTo>
                  <a:lnTo>
                    <a:pt x="411493" y="530330"/>
                  </a:lnTo>
                  <a:lnTo>
                    <a:pt x="412565" y="531037"/>
                  </a:lnTo>
                  <a:lnTo>
                    <a:pt x="413637" y="531743"/>
                  </a:lnTo>
                  <a:lnTo>
                    <a:pt x="414708" y="532446"/>
                  </a:lnTo>
                  <a:lnTo>
                    <a:pt x="415780" y="533147"/>
                  </a:lnTo>
                  <a:lnTo>
                    <a:pt x="416851" y="533847"/>
                  </a:lnTo>
                  <a:lnTo>
                    <a:pt x="417923" y="534544"/>
                  </a:lnTo>
                  <a:lnTo>
                    <a:pt x="418995" y="535239"/>
                  </a:lnTo>
                  <a:lnTo>
                    <a:pt x="420066" y="535933"/>
                  </a:lnTo>
                  <a:lnTo>
                    <a:pt x="421138" y="536624"/>
                  </a:lnTo>
                  <a:lnTo>
                    <a:pt x="422209" y="537314"/>
                  </a:lnTo>
                  <a:lnTo>
                    <a:pt x="423281" y="538001"/>
                  </a:lnTo>
                  <a:lnTo>
                    <a:pt x="424353" y="538687"/>
                  </a:lnTo>
                  <a:lnTo>
                    <a:pt x="425424" y="539370"/>
                  </a:lnTo>
                  <a:lnTo>
                    <a:pt x="426496" y="540052"/>
                  </a:lnTo>
                  <a:lnTo>
                    <a:pt x="427567" y="540731"/>
                  </a:lnTo>
                  <a:lnTo>
                    <a:pt x="428639" y="541409"/>
                  </a:lnTo>
                  <a:lnTo>
                    <a:pt x="429711" y="542084"/>
                  </a:lnTo>
                  <a:lnTo>
                    <a:pt x="430782" y="542757"/>
                  </a:lnTo>
                  <a:lnTo>
                    <a:pt x="431854" y="543428"/>
                  </a:lnTo>
                  <a:lnTo>
                    <a:pt x="432925" y="544098"/>
                  </a:lnTo>
                  <a:lnTo>
                    <a:pt x="433997" y="544765"/>
                  </a:lnTo>
                  <a:lnTo>
                    <a:pt x="435069" y="545430"/>
                  </a:lnTo>
                  <a:lnTo>
                    <a:pt x="436140" y="546093"/>
                  </a:lnTo>
                  <a:lnTo>
                    <a:pt x="437212" y="546754"/>
                  </a:lnTo>
                  <a:lnTo>
                    <a:pt x="438283" y="547413"/>
                  </a:lnTo>
                  <a:lnTo>
                    <a:pt x="439355" y="548069"/>
                  </a:lnTo>
                  <a:lnTo>
                    <a:pt x="440427" y="548724"/>
                  </a:lnTo>
                  <a:lnTo>
                    <a:pt x="441498" y="549376"/>
                  </a:lnTo>
                  <a:lnTo>
                    <a:pt x="442570" y="550027"/>
                  </a:lnTo>
                  <a:lnTo>
                    <a:pt x="443641" y="550675"/>
                  </a:lnTo>
                  <a:lnTo>
                    <a:pt x="444713" y="551321"/>
                  </a:lnTo>
                  <a:lnTo>
                    <a:pt x="445785" y="551965"/>
                  </a:lnTo>
                  <a:lnTo>
                    <a:pt x="446856" y="552607"/>
                  </a:lnTo>
                  <a:lnTo>
                    <a:pt x="447928" y="553247"/>
                  </a:lnTo>
                  <a:lnTo>
                    <a:pt x="448999" y="553885"/>
                  </a:lnTo>
                  <a:lnTo>
                    <a:pt x="450071" y="554520"/>
                  </a:lnTo>
                  <a:lnTo>
                    <a:pt x="451143" y="555153"/>
                  </a:lnTo>
                  <a:lnTo>
                    <a:pt x="452214" y="555785"/>
                  </a:lnTo>
                  <a:lnTo>
                    <a:pt x="453286" y="556413"/>
                  </a:lnTo>
                  <a:lnTo>
                    <a:pt x="454357" y="557040"/>
                  </a:lnTo>
                  <a:lnTo>
                    <a:pt x="455429" y="557665"/>
                  </a:lnTo>
                  <a:lnTo>
                    <a:pt x="456501" y="558287"/>
                  </a:lnTo>
                  <a:lnTo>
                    <a:pt x="457572" y="558908"/>
                  </a:lnTo>
                  <a:lnTo>
                    <a:pt x="458644" y="559526"/>
                  </a:lnTo>
                  <a:lnTo>
                    <a:pt x="459715" y="560141"/>
                  </a:lnTo>
                  <a:lnTo>
                    <a:pt x="460787" y="560755"/>
                  </a:lnTo>
                  <a:lnTo>
                    <a:pt x="461859" y="561366"/>
                  </a:lnTo>
                  <a:lnTo>
                    <a:pt x="462930" y="561976"/>
                  </a:lnTo>
                  <a:lnTo>
                    <a:pt x="464002" y="562583"/>
                  </a:lnTo>
                  <a:lnTo>
                    <a:pt x="465073" y="563187"/>
                  </a:lnTo>
                  <a:lnTo>
                    <a:pt x="466145" y="563790"/>
                  </a:lnTo>
                  <a:lnTo>
                    <a:pt x="467217" y="564390"/>
                  </a:lnTo>
                  <a:lnTo>
                    <a:pt x="468288" y="564988"/>
                  </a:lnTo>
                  <a:lnTo>
                    <a:pt x="469360" y="565584"/>
                  </a:lnTo>
                  <a:lnTo>
                    <a:pt x="470431" y="566177"/>
                  </a:lnTo>
                  <a:lnTo>
                    <a:pt x="471503" y="566769"/>
                  </a:lnTo>
                  <a:lnTo>
                    <a:pt x="472575" y="567358"/>
                  </a:lnTo>
                  <a:lnTo>
                    <a:pt x="473646" y="567944"/>
                  </a:lnTo>
                  <a:lnTo>
                    <a:pt x="474718" y="568529"/>
                  </a:lnTo>
                  <a:lnTo>
                    <a:pt x="475789" y="569111"/>
                  </a:lnTo>
                  <a:lnTo>
                    <a:pt x="476861" y="569691"/>
                  </a:lnTo>
                  <a:lnTo>
                    <a:pt x="477933" y="570268"/>
                  </a:lnTo>
                  <a:lnTo>
                    <a:pt x="479004" y="570844"/>
                  </a:lnTo>
                  <a:lnTo>
                    <a:pt x="480076" y="571417"/>
                  </a:lnTo>
                  <a:lnTo>
                    <a:pt x="481147" y="571988"/>
                  </a:lnTo>
                  <a:lnTo>
                    <a:pt x="482219" y="572556"/>
                  </a:lnTo>
                  <a:lnTo>
                    <a:pt x="483291" y="573122"/>
                  </a:lnTo>
                  <a:lnTo>
                    <a:pt x="484362" y="573686"/>
                  </a:lnTo>
                  <a:lnTo>
                    <a:pt x="485434" y="574247"/>
                  </a:lnTo>
                  <a:lnTo>
                    <a:pt x="486505" y="574806"/>
                  </a:lnTo>
                  <a:lnTo>
                    <a:pt x="487577" y="575363"/>
                  </a:lnTo>
                  <a:lnTo>
                    <a:pt x="488649" y="575918"/>
                  </a:lnTo>
                  <a:lnTo>
                    <a:pt x="489720" y="576470"/>
                  </a:lnTo>
                  <a:lnTo>
                    <a:pt x="490792" y="577020"/>
                  </a:lnTo>
                  <a:lnTo>
                    <a:pt x="491863" y="577567"/>
                  </a:lnTo>
                  <a:lnTo>
                    <a:pt x="492935" y="578112"/>
                  </a:lnTo>
                  <a:lnTo>
                    <a:pt x="494007" y="578655"/>
                  </a:lnTo>
                  <a:lnTo>
                    <a:pt x="495078" y="579196"/>
                  </a:lnTo>
                  <a:lnTo>
                    <a:pt x="496150" y="579734"/>
                  </a:lnTo>
                  <a:lnTo>
                    <a:pt x="497221" y="580269"/>
                  </a:lnTo>
                  <a:lnTo>
                    <a:pt x="498293" y="580803"/>
                  </a:lnTo>
                  <a:lnTo>
                    <a:pt x="499365" y="581334"/>
                  </a:lnTo>
                  <a:lnTo>
                    <a:pt x="500436" y="581862"/>
                  </a:lnTo>
                  <a:lnTo>
                    <a:pt x="501508" y="582388"/>
                  </a:lnTo>
                  <a:lnTo>
                    <a:pt x="502579" y="582912"/>
                  </a:lnTo>
                  <a:lnTo>
                    <a:pt x="503651" y="583434"/>
                  </a:lnTo>
                  <a:lnTo>
                    <a:pt x="504723" y="583953"/>
                  </a:lnTo>
                  <a:lnTo>
                    <a:pt x="505794" y="584470"/>
                  </a:lnTo>
                  <a:lnTo>
                    <a:pt x="506866" y="584984"/>
                  </a:lnTo>
                  <a:lnTo>
                    <a:pt x="507937" y="585496"/>
                  </a:lnTo>
                  <a:lnTo>
                    <a:pt x="509009" y="586005"/>
                  </a:lnTo>
                  <a:lnTo>
                    <a:pt x="510081" y="586512"/>
                  </a:lnTo>
                  <a:lnTo>
                    <a:pt x="511152" y="587017"/>
                  </a:lnTo>
                  <a:lnTo>
                    <a:pt x="512224" y="587519"/>
                  </a:lnTo>
                  <a:lnTo>
                    <a:pt x="513295" y="588019"/>
                  </a:lnTo>
                  <a:lnTo>
                    <a:pt x="514367" y="588517"/>
                  </a:lnTo>
                  <a:lnTo>
                    <a:pt x="515439" y="589012"/>
                  </a:lnTo>
                  <a:lnTo>
                    <a:pt x="516510" y="589504"/>
                  </a:lnTo>
                  <a:lnTo>
                    <a:pt x="517582" y="589995"/>
                  </a:lnTo>
                  <a:lnTo>
                    <a:pt x="518653" y="590482"/>
                  </a:lnTo>
                  <a:lnTo>
                    <a:pt x="519725" y="590968"/>
                  </a:lnTo>
                  <a:lnTo>
                    <a:pt x="520797" y="591451"/>
                  </a:lnTo>
                  <a:lnTo>
                    <a:pt x="521868" y="591931"/>
                  </a:lnTo>
                  <a:lnTo>
                    <a:pt x="522940" y="592409"/>
                  </a:lnTo>
                  <a:lnTo>
                    <a:pt x="524011" y="592885"/>
                  </a:lnTo>
                  <a:lnTo>
                    <a:pt x="525083" y="593358"/>
                  </a:lnTo>
                  <a:lnTo>
                    <a:pt x="526155" y="593829"/>
                  </a:lnTo>
                  <a:lnTo>
                    <a:pt x="527226" y="594297"/>
                  </a:lnTo>
                  <a:lnTo>
                    <a:pt x="528298" y="594763"/>
                  </a:lnTo>
                  <a:lnTo>
                    <a:pt x="529369" y="595226"/>
                  </a:lnTo>
                  <a:lnTo>
                    <a:pt x="530441" y="595687"/>
                  </a:lnTo>
                  <a:lnTo>
                    <a:pt x="531513" y="596146"/>
                  </a:lnTo>
                  <a:lnTo>
                    <a:pt x="532584" y="596602"/>
                  </a:lnTo>
                  <a:lnTo>
                    <a:pt x="533656" y="597056"/>
                  </a:lnTo>
                  <a:lnTo>
                    <a:pt x="534727" y="597507"/>
                  </a:lnTo>
                  <a:lnTo>
                    <a:pt x="535799" y="597956"/>
                  </a:lnTo>
                  <a:lnTo>
                    <a:pt x="536870" y="598402"/>
                  </a:lnTo>
                  <a:lnTo>
                    <a:pt x="537942" y="598846"/>
                  </a:lnTo>
                  <a:lnTo>
                    <a:pt x="539014" y="599287"/>
                  </a:lnTo>
                  <a:lnTo>
                    <a:pt x="540085" y="599726"/>
                  </a:lnTo>
                  <a:lnTo>
                    <a:pt x="541157" y="600162"/>
                  </a:lnTo>
                  <a:lnTo>
                    <a:pt x="542228" y="600596"/>
                  </a:lnTo>
                  <a:lnTo>
                    <a:pt x="543300" y="601028"/>
                  </a:lnTo>
                  <a:lnTo>
                    <a:pt x="544372" y="601457"/>
                  </a:lnTo>
                  <a:lnTo>
                    <a:pt x="545443" y="601883"/>
                  </a:lnTo>
                  <a:lnTo>
                    <a:pt x="546515" y="602307"/>
                  </a:lnTo>
                  <a:lnTo>
                    <a:pt x="547586" y="602729"/>
                  </a:lnTo>
                  <a:lnTo>
                    <a:pt x="548658" y="603148"/>
                  </a:lnTo>
                  <a:lnTo>
                    <a:pt x="549730" y="603565"/>
                  </a:lnTo>
                  <a:lnTo>
                    <a:pt x="550801" y="603979"/>
                  </a:lnTo>
                  <a:lnTo>
                    <a:pt x="551873" y="604391"/>
                  </a:lnTo>
                  <a:lnTo>
                    <a:pt x="552944" y="604800"/>
                  </a:lnTo>
                  <a:lnTo>
                    <a:pt x="554016" y="605207"/>
                  </a:lnTo>
                  <a:lnTo>
                    <a:pt x="555088" y="605611"/>
                  </a:lnTo>
                  <a:lnTo>
                    <a:pt x="556159" y="606013"/>
                  </a:lnTo>
                  <a:lnTo>
                    <a:pt x="557231" y="606412"/>
                  </a:lnTo>
                  <a:lnTo>
                    <a:pt x="558302" y="606809"/>
                  </a:lnTo>
                  <a:lnTo>
                    <a:pt x="559374" y="607204"/>
                  </a:lnTo>
                  <a:lnTo>
                    <a:pt x="560446" y="607596"/>
                  </a:lnTo>
                  <a:lnTo>
                    <a:pt x="561517" y="607985"/>
                  </a:lnTo>
                  <a:lnTo>
                    <a:pt x="562589" y="608372"/>
                  </a:lnTo>
                  <a:lnTo>
                    <a:pt x="563660" y="608757"/>
                  </a:lnTo>
                  <a:lnTo>
                    <a:pt x="564732" y="609139"/>
                  </a:lnTo>
                  <a:lnTo>
                    <a:pt x="565804" y="609518"/>
                  </a:lnTo>
                  <a:lnTo>
                    <a:pt x="566875" y="609895"/>
                  </a:lnTo>
                  <a:lnTo>
                    <a:pt x="567947" y="610270"/>
                  </a:lnTo>
                  <a:lnTo>
                    <a:pt x="569018" y="610642"/>
                  </a:lnTo>
                  <a:lnTo>
                    <a:pt x="570090" y="611012"/>
                  </a:lnTo>
                  <a:lnTo>
                    <a:pt x="571162" y="611379"/>
                  </a:lnTo>
                  <a:lnTo>
                    <a:pt x="572233" y="611744"/>
                  </a:lnTo>
                  <a:lnTo>
                    <a:pt x="573305" y="612106"/>
                  </a:lnTo>
                  <a:lnTo>
                    <a:pt x="574376" y="612466"/>
                  </a:lnTo>
                  <a:lnTo>
                    <a:pt x="575448" y="612823"/>
                  </a:lnTo>
                  <a:lnTo>
                    <a:pt x="576520" y="613178"/>
                  </a:lnTo>
                  <a:lnTo>
                    <a:pt x="577591" y="613531"/>
                  </a:lnTo>
                  <a:lnTo>
                    <a:pt x="578663" y="613881"/>
                  </a:lnTo>
                  <a:lnTo>
                    <a:pt x="579734" y="614228"/>
                  </a:lnTo>
                  <a:lnTo>
                    <a:pt x="580806" y="614573"/>
                  </a:lnTo>
                  <a:lnTo>
                    <a:pt x="581878" y="614916"/>
                  </a:lnTo>
                  <a:lnTo>
                    <a:pt x="582949" y="615256"/>
                  </a:lnTo>
                  <a:lnTo>
                    <a:pt x="584021" y="615594"/>
                  </a:lnTo>
                  <a:lnTo>
                    <a:pt x="585092" y="615929"/>
                  </a:lnTo>
                  <a:lnTo>
                    <a:pt x="586164" y="616262"/>
                  </a:lnTo>
                  <a:lnTo>
                    <a:pt x="587236" y="616592"/>
                  </a:lnTo>
                  <a:lnTo>
                    <a:pt x="588307" y="616920"/>
                  </a:lnTo>
                  <a:lnTo>
                    <a:pt x="589379" y="617245"/>
                  </a:lnTo>
                  <a:lnTo>
                    <a:pt x="590450" y="617568"/>
                  </a:lnTo>
                  <a:lnTo>
                    <a:pt x="591522" y="617889"/>
                  </a:lnTo>
                  <a:lnTo>
                    <a:pt x="592594" y="618207"/>
                  </a:lnTo>
                  <a:lnTo>
                    <a:pt x="593665" y="618522"/>
                  </a:lnTo>
                  <a:lnTo>
                    <a:pt x="594737" y="618835"/>
                  </a:lnTo>
                  <a:lnTo>
                    <a:pt x="595808" y="619146"/>
                  </a:lnTo>
                  <a:lnTo>
                    <a:pt x="596880" y="619455"/>
                  </a:lnTo>
                  <a:lnTo>
                    <a:pt x="597952" y="619760"/>
                  </a:lnTo>
                  <a:lnTo>
                    <a:pt x="599023" y="620064"/>
                  </a:lnTo>
                  <a:lnTo>
                    <a:pt x="600095" y="620365"/>
                  </a:lnTo>
                  <a:lnTo>
                    <a:pt x="601166" y="620664"/>
                  </a:lnTo>
                  <a:lnTo>
                    <a:pt x="602238" y="620960"/>
                  </a:lnTo>
                  <a:lnTo>
                    <a:pt x="603310" y="621254"/>
                  </a:lnTo>
                  <a:lnTo>
                    <a:pt x="604381" y="621545"/>
                  </a:lnTo>
                  <a:lnTo>
                    <a:pt x="605453" y="621834"/>
                  </a:lnTo>
                  <a:lnTo>
                    <a:pt x="606524" y="622120"/>
                  </a:lnTo>
                  <a:lnTo>
                    <a:pt x="607596" y="622405"/>
                  </a:lnTo>
                  <a:lnTo>
                    <a:pt x="608668" y="622686"/>
                  </a:lnTo>
                  <a:lnTo>
                    <a:pt x="609739" y="622966"/>
                  </a:lnTo>
                  <a:lnTo>
                    <a:pt x="610811" y="623243"/>
                  </a:lnTo>
                  <a:lnTo>
                    <a:pt x="611882" y="623517"/>
                  </a:lnTo>
                  <a:lnTo>
                    <a:pt x="612954" y="623789"/>
                  </a:lnTo>
                  <a:lnTo>
                    <a:pt x="614026" y="624059"/>
                  </a:lnTo>
                  <a:lnTo>
                    <a:pt x="615097" y="624327"/>
                  </a:lnTo>
                  <a:lnTo>
                    <a:pt x="616169" y="624592"/>
                  </a:lnTo>
                  <a:lnTo>
                    <a:pt x="617240" y="624854"/>
                  </a:lnTo>
                  <a:lnTo>
                    <a:pt x="618312" y="625115"/>
                  </a:lnTo>
                  <a:lnTo>
                    <a:pt x="619384" y="625372"/>
                  </a:lnTo>
                  <a:lnTo>
                    <a:pt x="620455" y="625628"/>
                  </a:lnTo>
                  <a:lnTo>
                    <a:pt x="621527" y="625881"/>
                  </a:lnTo>
                  <a:lnTo>
                    <a:pt x="622598" y="626132"/>
                  </a:lnTo>
                  <a:lnTo>
                    <a:pt x="623670" y="626381"/>
                  </a:lnTo>
                  <a:lnTo>
                    <a:pt x="624742" y="626627"/>
                  </a:lnTo>
                  <a:lnTo>
                    <a:pt x="625813" y="626871"/>
                  </a:lnTo>
                  <a:lnTo>
                    <a:pt x="626885" y="627112"/>
                  </a:lnTo>
                  <a:lnTo>
                    <a:pt x="627956" y="627351"/>
                  </a:lnTo>
                  <a:lnTo>
                    <a:pt x="629028" y="627588"/>
                  </a:lnTo>
                  <a:lnTo>
                    <a:pt x="630100" y="627822"/>
                  </a:lnTo>
                  <a:lnTo>
                    <a:pt x="631171" y="628055"/>
                  </a:lnTo>
                  <a:lnTo>
                    <a:pt x="632243" y="628284"/>
                  </a:lnTo>
                  <a:lnTo>
                    <a:pt x="633314" y="628512"/>
                  </a:lnTo>
                  <a:lnTo>
                    <a:pt x="634386" y="628737"/>
                  </a:lnTo>
                  <a:lnTo>
                    <a:pt x="635458" y="628960"/>
                  </a:lnTo>
                  <a:lnTo>
                    <a:pt x="636529" y="629181"/>
                  </a:lnTo>
                  <a:lnTo>
                    <a:pt x="637601" y="629399"/>
                  </a:lnTo>
                  <a:lnTo>
                    <a:pt x="638672" y="629615"/>
                  </a:lnTo>
                  <a:lnTo>
                    <a:pt x="639744" y="629829"/>
                  </a:lnTo>
                  <a:lnTo>
                    <a:pt x="640816" y="630040"/>
                  </a:lnTo>
                  <a:lnTo>
                    <a:pt x="641887" y="630250"/>
                  </a:lnTo>
                  <a:lnTo>
                    <a:pt x="642959" y="630457"/>
                  </a:lnTo>
                  <a:lnTo>
                    <a:pt x="644030" y="630661"/>
                  </a:lnTo>
                  <a:lnTo>
                    <a:pt x="645102" y="630864"/>
                  </a:lnTo>
                  <a:lnTo>
                    <a:pt x="646174" y="631064"/>
                  </a:lnTo>
                  <a:lnTo>
                    <a:pt x="647245" y="631262"/>
                  </a:lnTo>
                  <a:lnTo>
                    <a:pt x="648317" y="631458"/>
                  </a:lnTo>
                  <a:lnTo>
                    <a:pt x="649388" y="631651"/>
                  </a:lnTo>
                  <a:lnTo>
                    <a:pt x="650460" y="631843"/>
                  </a:lnTo>
                  <a:lnTo>
                    <a:pt x="651532" y="632032"/>
                  </a:lnTo>
                  <a:lnTo>
                    <a:pt x="652603" y="632219"/>
                  </a:lnTo>
                  <a:lnTo>
                    <a:pt x="653675" y="632403"/>
                  </a:lnTo>
                  <a:lnTo>
                    <a:pt x="654746" y="632586"/>
                  </a:lnTo>
                  <a:lnTo>
                    <a:pt x="655818" y="632766"/>
                  </a:lnTo>
                  <a:lnTo>
                    <a:pt x="656890" y="632944"/>
                  </a:lnTo>
                  <a:lnTo>
                    <a:pt x="657961" y="633120"/>
                  </a:lnTo>
                  <a:lnTo>
                    <a:pt x="659033" y="633294"/>
                  </a:lnTo>
                  <a:lnTo>
                    <a:pt x="660104" y="633465"/>
                  </a:lnTo>
                  <a:lnTo>
                    <a:pt x="661176" y="633634"/>
                  </a:lnTo>
                  <a:lnTo>
                    <a:pt x="662248" y="633802"/>
                  </a:lnTo>
                  <a:lnTo>
                    <a:pt x="663319" y="633967"/>
                  </a:lnTo>
                  <a:lnTo>
                    <a:pt x="664391" y="634130"/>
                  </a:lnTo>
                  <a:lnTo>
                    <a:pt x="665462" y="634290"/>
                  </a:lnTo>
                  <a:lnTo>
                    <a:pt x="666534" y="634449"/>
                  </a:lnTo>
                  <a:lnTo>
                    <a:pt x="667606" y="634606"/>
                  </a:lnTo>
                  <a:lnTo>
                    <a:pt x="668677" y="634760"/>
                  </a:lnTo>
                  <a:lnTo>
                    <a:pt x="669749" y="634912"/>
                  </a:lnTo>
                  <a:lnTo>
                    <a:pt x="670820" y="635063"/>
                  </a:lnTo>
                  <a:lnTo>
                    <a:pt x="671892" y="635211"/>
                  </a:lnTo>
                  <a:lnTo>
                    <a:pt x="672964" y="635357"/>
                  </a:lnTo>
                  <a:lnTo>
                    <a:pt x="674035" y="635501"/>
                  </a:lnTo>
                  <a:lnTo>
                    <a:pt x="675107" y="635643"/>
                  </a:lnTo>
                  <a:lnTo>
                    <a:pt x="676178" y="635782"/>
                  </a:lnTo>
                  <a:lnTo>
                    <a:pt x="677250" y="635920"/>
                  </a:lnTo>
                  <a:lnTo>
                    <a:pt x="678322" y="636056"/>
                  </a:lnTo>
                  <a:lnTo>
                    <a:pt x="679393" y="636190"/>
                  </a:lnTo>
                  <a:lnTo>
                    <a:pt x="680465" y="636321"/>
                  </a:lnTo>
                  <a:lnTo>
                    <a:pt x="681536" y="636451"/>
                  </a:lnTo>
                  <a:lnTo>
                    <a:pt x="682608" y="636578"/>
                  </a:lnTo>
                  <a:lnTo>
                    <a:pt x="683680" y="636704"/>
                  </a:lnTo>
                  <a:lnTo>
                    <a:pt x="684751" y="636827"/>
                  </a:lnTo>
                  <a:lnTo>
                    <a:pt x="685823" y="636949"/>
                  </a:lnTo>
                  <a:lnTo>
                    <a:pt x="686894" y="637069"/>
                  </a:lnTo>
                  <a:lnTo>
                    <a:pt x="687966" y="637186"/>
                  </a:lnTo>
                  <a:lnTo>
                    <a:pt x="689038" y="637302"/>
                  </a:lnTo>
                  <a:lnTo>
                    <a:pt x="690109" y="637415"/>
                  </a:lnTo>
                  <a:lnTo>
                    <a:pt x="691181" y="637527"/>
                  </a:lnTo>
                  <a:lnTo>
                    <a:pt x="692252" y="637637"/>
                  </a:lnTo>
                  <a:lnTo>
                    <a:pt x="693324" y="637745"/>
                  </a:lnTo>
                  <a:lnTo>
                    <a:pt x="694396" y="637850"/>
                  </a:lnTo>
                  <a:lnTo>
                    <a:pt x="695467" y="637954"/>
                  </a:lnTo>
                  <a:lnTo>
                    <a:pt x="696539" y="638056"/>
                  </a:lnTo>
                  <a:lnTo>
                    <a:pt x="697610" y="638156"/>
                  </a:lnTo>
                  <a:lnTo>
                    <a:pt x="698682" y="638255"/>
                  </a:lnTo>
                  <a:lnTo>
                    <a:pt x="699754" y="638351"/>
                  </a:lnTo>
                  <a:lnTo>
                    <a:pt x="700825" y="638445"/>
                  </a:lnTo>
                  <a:lnTo>
                    <a:pt x="701897" y="638538"/>
                  </a:lnTo>
                  <a:lnTo>
                    <a:pt x="702968" y="638628"/>
                  </a:lnTo>
                  <a:lnTo>
                    <a:pt x="704040" y="638717"/>
                  </a:lnTo>
                  <a:lnTo>
                    <a:pt x="705112" y="638804"/>
                  </a:lnTo>
                  <a:lnTo>
                    <a:pt x="706183" y="638889"/>
                  </a:lnTo>
                  <a:lnTo>
                    <a:pt x="707255" y="638973"/>
                  </a:lnTo>
                  <a:lnTo>
                    <a:pt x="708326" y="639054"/>
                  </a:lnTo>
                  <a:lnTo>
                    <a:pt x="709398" y="639134"/>
                  </a:lnTo>
                  <a:lnTo>
                    <a:pt x="710469" y="639212"/>
                  </a:lnTo>
                  <a:lnTo>
                    <a:pt x="711541" y="639288"/>
                  </a:lnTo>
                  <a:lnTo>
                    <a:pt x="712613" y="639362"/>
                  </a:lnTo>
                  <a:lnTo>
                    <a:pt x="713684" y="639434"/>
                  </a:lnTo>
                  <a:lnTo>
                    <a:pt x="714756" y="639505"/>
                  </a:lnTo>
                  <a:lnTo>
                    <a:pt x="715827" y="639574"/>
                  </a:lnTo>
                  <a:lnTo>
                    <a:pt x="716899" y="639641"/>
                  </a:lnTo>
                  <a:lnTo>
                    <a:pt x="717971" y="639706"/>
                  </a:lnTo>
                  <a:lnTo>
                    <a:pt x="719042" y="639770"/>
                  </a:lnTo>
                  <a:lnTo>
                    <a:pt x="720114" y="639832"/>
                  </a:lnTo>
                  <a:lnTo>
                    <a:pt x="721185" y="639892"/>
                  </a:lnTo>
                  <a:lnTo>
                    <a:pt x="722257" y="639951"/>
                  </a:lnTo>
                  <a:lnTo>
                    <a:pt x="723329" y="640008"/>
                  </a:lnTo>
                  <a:lnTo>
                    <a:pt x="724400" y="640063"/>
                  </a:lnTo>
                  <a:lnTo>
                    <a:pt x="725472" y="640116"/>
                  </a:lnTo>
                  <a:lnTo>
                    <a:pt x="726543" y="640168"/>
                  </a:lnTo>
                  <a:lnTo>
                    <a:pt x="727615" y="640218"/>
                  </a:lnTo>
                  <a:lnTo>
                    <a:pt x="728687" y="640267"/>
                  </a:lnTo>
                  <a:lnTo>
                    <a:pt x="729758" y="640314"/>
                  </a:lnTo>
                  <a:lnTo>
                    <a:pt x="730830" y="640359"/>
                  </a:lnTo>
                  <a:lnTo>
                    <a:pt x="731901" y="640402"/>
                  </a:lnTo>
                  <a:lnTo>
                    <a:pt x="732973" y="640444"/>
                  </a:lnTo>
                  <a:lnTo>
                    <a:pt x="734045" y="640485"/>
                  </a:lnTo>
                  <a:lnTo>
                    <a:pt x="735116" y="640524"/>
                  </a:lnTo>
                  <a:lnTo>
                    <a:pt x="736188" y="640561"/>
                  </a:lnTo>
                  <a:lnTo>
                    <a:pt x="737259" y="640596"/>
                  </a:lnTo>
                  <a:lnTo>
                    <a:pt x="738331" y="640630"/>
                  </a:lnTo>
                  <a:lnTo>
                    <a:pt x="739403" y="640663"/>
                  </a:lnTo>
                  <a:lnTo>
                    <a:pt x="740474" y="640694"/>
                  </a:lnTo>
                  <a:lnTo>
                    <a:pt x="741546" y="640723"/>
                  </a:lnTo>
                  <a:lnTo>
                    <a:pt x="742617" y="640751"/>
                  </a:lnTo>
                  <a:lnTo>
                    <a:pt x="743689" y="640778"/>
                  </a:lnTo>
                  <a:lnTo>
                    <a:pt x="744761" y="640802"/>
                  </a:lnTo>
                  <a:lnTo>
                    <a:pt x="745832" y="640826"/>
                  </a:lnTo>
                  <a:lnTo>
                    <a:pt x="746904" y="640848"/>
                  </a:lnTo>
                  <a:lnTo>
                    <a:pt x="747975" y="640868"/>
                  </a:lnTo>
                  <a:lnTo>
                    <a:pt x="749047" y="640887"/>
                  </a:lnTo>
                  <a:lnTo>
                    <a:pt x="750119" y="640905"/>
                  </a:lnTo>
                  <a:lnTo>
                    <a:pt x="751190" y="640921"/>
                  </a:lnTo>
                  <a:lnTo>
                    <a:pt x="752262" y="640935"/>
                  </a:lnTo>
                  <a:lnTo>
                    <a:pt x="753333" y="640948"/>
                  </a:lnTo>
                  <a:lnTo>
                    <a:pt x="754405" y="640960"/>
                  </a:lnTo>
                  <a:lnTo>
                    <a:pt x="755477" y="640970"/>
                  </a:lnTo>
                  <a:lnTo>
                    <a:pt x="756548" y="640979"/>
                  </a:lnTo>
                  <a:lnTo>
                    <a:pt x="757620" y="640987"/>
                  </a:lnTo>
                  <a:lnTo>
                    <a:pt x="758691" y="640993"/>
                  </a:lnTo>
                  <a:lnTo>
                    <a:pt x="759763" y="640998"/>
                  </a:lnTo>
                  <a:lnTo>
                    <a:pt x="760835" y="641001"/>
                  </a:lnTo>
                  <a:lnTo>
                    <a:pt x="761906" y="641004"/>
                  </a:lnTo>
                  <a:lnTo>
                    <a:pt x="762978" y="641004"/>
                  </a:lnTo>
                  <a:lnTo>
                    <a:pt x="764049" y="641004"/>
                  </a:lnTo>
                  <a:lnTo>
                    <a:pt x="765121" y="641002"/>
                  </a:lnTo>
                  <a:lnTo>
                    <a:pt x="766193" y="640999"/>
                  </a:lnTo>
                  <a:lnTo>
                    <a:pt x="767264" y="640994"/>
                  </a:lnTo>
                  <a:lnTo>
                    <a:pt x="768336" y="640989"/>
                  </a:lnTo>
                  <a:lnTo>
                    <a:pt x="769407" y="640982"/>
                  </a:lnTo>
                  <a:lnTo>
                    <a:pt x="770479" y="640973"/>
                  </a:lnTo>
                  <a:lnTo>
                    <a:pt x="771551" y="640964"/>
                  </a:lnTo>
                  <a:lnTo>
                    <a:pt x="772622" y="640953"/>
                  </a:lnTo>
                  <a:lnTo>
                    <a:pt x="773694" y="640941"/>
                  </a:lnTo>
                  <a:lnTo>
                    <a:pt x="774765" y="640928"/>
                  </a:lnTo>
                  <a:lnTo>
                    <a:pt x="775837" y="640913"/>
                  </a:lnTo>
                  <a:lnTo>
                    <a:pt x="776909" y="640898"/>
                  </a:lnTo>
                  <a:lnTo>
                    <a:pt x="777980" y="640881"/>
                  </a:lnTo>
                  <a:lnTo>
                    <a:pt x="779052" y="640863"/>
                  </a:lnTo>
                  <a:lnTo>
                    <a:pt x="780123" y="640844"/>
                  </a:lnTo>
                  <a:lnTo>
                    <a:pt x="781195" y="640823"/>
                  </a:lnTo>
                  <a:lnTo>
                    <a:pt x="782267" y="640802"/>
                  </a:lnTo>
                  <a:lnTo>
                    <a:pt x="783338" y="640779"/>
                  </a:lnTo>
                  <a:lnTo>
                    <a:pt x="784410" y="640755"/>
                  </a:lnTo>
                  <a:lnTo>
                    <a:pt x="785481" y="640731"/>
                  </a:lnTo>
                  <a:lnTo>
                    <a:pt x="786553" y="640705"/>
                  </a:lnTo>
                  <a:lnTo>
                    <a:pt x="787625" y="640678"/>
                  </a:lnTo>
                  <a:lnTo>
                    <a:pt x="788696" y="640649"/>
                  </a:lnTo>
                  <a:lnTo>
                    <a:pt x="789768" y="640620"/>
                  </a:lnTo>
                  <a:lnTo>
                    <a:pt x="790839" y="640590"/>
                  </a:lnTo>
                  <a:lnTo>
                    <a:pt x="791911" y="640559"/>
                  </a:lnTo>
                  <a:lnTo>
                    <a:pt x="792983" y="640526"/>
                  </a:lnTo>
                  <a:lnTo>
                    <a:pt x="794054" y="640493"/>
                  </a:lnTo>
                  <a:lnTo>
                    <a:pt x="795126" y="640458"/>
                  </a:lnTo>
                  <a:lnTo>
                    <a:pt x="796197" y="640423"/>
                  </a:lnTo>
                  <a:lnTo>
                    <a:pt x="797269" y="640386"/>
                  </a:lnTo>
                  <a:lnTo>
                    <a:pt x="798341" y="640349"/>
                  </a:lnTo>
                  <a:lnTo>
                    <a:pt x="799412" y="640310"/>
                  </a:lnTo>
                  <a:lnTo>
                    <a:pt x="800484" y="640271"/>
                  </a:lnTo>
                  <a:lnTo>
                    <a:pt x="801555" y="640231"/>
                  </a:lnTo>
                  <a:lnTo>
                    <a:pt x="802627" y="640189"/>
                  </a:lnTo>
                  <a:lnTo>
                    <a:pt x="803699" y="640147"/>
                  </a:lnTo>
                  <a:lnTo>
                    <a:pt x="804770" y="640104"/>
                  </a:lnTo>
                  <a:lnTo>
                    <a:pt x="805842" y="640060"/>
                  </a:lnTo>
                  <a:lnTo>
                    <a:pt x="806913" y="640015"/>
                  </a:lnTo>
                  <a:lnTo>
                    <a:pt x="807985" y="639969"/>
                  </a:lnTo>
                  <a:lnTo>
                    <a:pt x="809057" y="639922"/>
                  </a:lnTo>
                  <a:lnTo>
                    <a:pt x="810128" y="639875"/>
                  </a:lnTo>
                  <a:lnTo>
                    <a:pt x="811200" y="639826"/>
                  </a:lnTo>
                  <a:lnTo>
                    <a:pt x="812271" y="639777"/>
                  </a:lnTo>
                  <a:lnTo>
                    <a:pt x="813343" y="639727"/>
                  </a:lnTo>
                  <a:lnTo>
                    <a:pt x="814415" y="639676"/>
                  </a:lnTo>
                  <a:lnTo>
                    <a:pt x="815486" y="639624"/>
                  </a:lnTo>
                  <a:lnTo>
                    <a:pt x="816558" y="639571"/>
                  </a:lnTo>
                  <a:lnTo>
                    <a:pt x="817629" y="639518"/>
                  </a:lnTo>
                  <a:lnTo>
                    <a:pt x="818701" y="639463"/>
                  </a:lnTo>
                  <a:lnTo>
                    <a:pt x="819773" y="639408"/>
                  </a:lnTo>
                  <a:lnTo>
                    <a:pt x="820844" y="639353"/>
                  </a:lnTo>
                  <a:lnTo>
                    <a:pt x="821916" y="639296"/>
                  </a:lnTo>
                  <a:lnTo>
                    <a:pt x="822987" y="639239"/>
                  </a:lnTo>
                  <a:lnTo>
                    <a:pt x="824059" y="639181"/>
                  </a:lnTo>
                  <a:lnTo>
                    <a:pt x="825131" y="639122"/>
                  </a:lnTo>
                  <a:lnTo>
                    <a:pt x="826202" y="639063"/>
                  </a:lnTo>
                  <a:lnTo>
                    <a:pt x="827274" y="639002"/>
                  </a:lnTo>
                  <a:lnTo>
                    <a:pt x="828345" y="638942"/>
                  </a:lnTo>
                  <a:lnTo>
                    <a:pt x="829417" y="638880"/>
                  </a:lnTo>
                  <a:lnTo>
                    <a:pt x="830489" y="638818"/>
                  </a:lnTo>
                  <a:lnTo>
                    <a:pt x="831560" y="638755"/>
                  </a:lnTo>
                  <a:lnTo>
                    <a:pt x="832632" y="638691"/>
                  </a:lnTo>
                  <a:lnTo>
                    <a:pt x="833703" y="638627"/>
                  </a:lnTo>
                  <a:lnTo>
                    <a:pt x="834775" y="638563"/>
                  </a:lnTo>
                  <a:lnTo>
                    <a:pt x="835847" y="638497"/>
                  </a:lnTo>
                  <a:lnTo>
                    <a:pt x="836918" y="638431"/>
                  </a:lnTo>
                  <a:lnTo>
                    <a:pt x="837990" y="638364"/>
                  </a:lnTo>
                  <a:lnTo>
                    <a:pt x="839061" y="638297"/>
                  </a:lnTo>
                  <a:lnTo>
                    <a:pt x="840133" y="638230"/>
                  </a:lnTo>
                  <a:lnTo>
                    <a:pt x="841205" y="638161"/>
                  </a:lnTo>
                  <a:lnTo>
                    <a:pt x="842276" y="638092"/>
                  </a:lnTo>
                  <a:lnTo>
                    <a:pt x="843348" y="638023"/>
                  </a:lnTo>
                  <a:lnTo>
                    <a:pt x="844419" y="637953"/>
                  </a:lnTo>
                  <a:lnTo>
                    <a:pt x="845491" y="637882"/>
                  </a:lnTo>
                  <a:lnTo>
                    <a:pt x="846563" y="637811"/>
                  </a:lnTo>
                  <a:lnTo>
                    <a:pt x="847634" y="637740"/>
                  </a:lnTo>
                  <a:lnTo>
                    <a:pt x="848706" y="637668"/>
                  </a:lnTo>
                  <a:lnTo>
                    <a:pt x="849777" y="637595"/>
                  </a:lnTo>
                  <a:lnTo>
                    <a:pt x="850849" y="637522"/>
                  </a:lnTo>
                  <a:lnTo>
                    <a:pt x="851921" y="637449"/>
                  </a:lnTo>
                  <a:lnTo>
                    <a:pt x="852992" y="637375"/>
                  </a:lnTo>
                  <a:lnTo>
                    <a:pt x="854064" y="637301"/>
                  </a:lnTo>
                  <a:lnTo>
                    <a:pt x="855135" y="637226"/>
                  </a:lnTo>
                  <a:lnTo>
                    <a:pt x="856207" y="637151"/>
                  </a:lnTo>
                  <a:lnTo>
                    <a:pt x="857279" y="637075"/>
                  </a:lnTo>
                  <a:lnTo>
                    <a:pt x="858350" y="636999"/>
                  </a:lnTo>
                  <a:lnTo>
                    <a:pt x="859422" y="636923"/>
                  </a:lnTo>
                  <a:lnTo>
                    <a:pt x="860493" y="636846"/>
                  </a:lnTo>
                  <a:lnTo>
                    <a:pt x="861565" y="636769"/>
                  </a:lnTo>
                  <a:lnTo>
                    <a:pt x="862637" y="636692"/>
                  </a:lnTo>
                  <a:lnTo>
                    <a:pt x="863708" y="636614"/>
                  </a:lnTo>
                  <a:lnTo>
                    <a:pt x="864780" y="636536"/>
                  </a:lnTo>
                  <a:lnTo>
                    <a:pt x="865851" y="636457"/>
                  </a:lnTo>
                  <a:lnTo>
                    <a:pt x="866923" y="636379"/>
                  </a:lnTo>
                  <a:lnTo>
                    <a:pt x="867995" y="636300"/>
                  </a:lnTo>
                  <a:lnTo>
                    <a:pt x="869066" y="636220"/>
                  </a:lnTo>
                  <a:lnTo>
                    <a:pt x="870138" y="636141"/>
                  </a:lnTo>
                  <a:lnTo>
                    <a:pt x="871209" y="636061"/>
                  </a:lnTo>
                  <a:lnTo>
                    <a:pt x="872281" y="635980"/>
                  </a:lnTo>
                  <a:lnTo>
                    <a:pt x="873353" y="635900"/>
                  </a:lnTo>
                  <a:lnTo>
                    <a:pt x="874424" y="635819"/>
                  </a:lnTo>
                  <a:lnTo>
                    <a:pt x="875496" y="635738"/>
                  </a:lnTo>
                  <a:lnTo>
                    <a:pt x="876567" y="635657"/>
                  </a:lnTo>
                  <a:lnTo>
                    <a:pt x="877639" y="635576"/>
                  </a:lnTo>
                  <a:lnTo>
                    <a:pt x="878711" y="635494"/>
                  </a:lnTo>
                  <a:lnTo>
                    <a:pt x="879782" y="635413"/>
                  </a:lnTo>
                  <a:lnTo>
                    <a:pt x="880854" y="635331"/>
                  </a:lnTo>
                  <a:lnTo>
                    <a:pt x="881925" y="635249"/>
                  </a:lnTo>
                  <a:lnTo>
                    <a:pt x="882997" y="635166"/>
                  </a:lnTo>
                  <a:lnTo>
                    <a:pt x="884069" y="635084"/>
                  </a:lnTo>
                  <a:lnTo>
                    <a:pt x="885140" y="635001"/>
                  </a:lnTo>
                  <a:lnTo>
                    <a:pt x="886212" y="634919"/>
                  </a:lnTo>
                  <a:lnTo>
                    <a:pt x="887283" y="634836"/>
                  </a:lnTo>
                  <a:lnTo>
                    <a:pt x="888355" y="634753"/>
                  </a:lnTo>
                  <a:lnTo>
                    <a:pt x="889426" y="634670"/>
                  </a:lnTo>
                  <a:lnTo>
                    <a:pt x="890498" y="634587"/>
                  </a:lnTo>
                  <a:lnTo>
                    <a:pt x="891570" y="634503"/>
                  </a:lnTo>
                  <a:lnTo>
                    <a:pt x="892641" y="634420"/>
                  </a:lnTo>
                  <a:lnTo>
                    <a:pt x="893713" y="634337"/>
                  </a:lnTo>
                  <a:lnTo>
                    <a:pt x="894784" y="634253"/>
                  </a:lnTo>
                  <a:lnTo>
                    <a:pt x="895856" y="634170"/>
                  </a:lnTo>
                  <a:lnTo>
                    <a:pt x="896928" y="634086"/>
                  </a:lnTo>
                  <a:lnTo>
                    <a:pt x="897999" y="634003"/>
                  </a:lnTo>
                  <a:lnTo>
                    <a:pt x="899071" y="633919"/>
                  </a:lnTo>
                  <a:lnTo>
                    <a:pt x="900142" y="633836"/>
                  </a:lnTo>
                  <a:lnTo>
                    <a:pt x="901214" y="633752"/>
                  </a:lnTo>
                  <a:lnTo>
                    <a:pt x="902286" y="633669"/>
                  </a:lnTo>
                  <a:lnTo>
                    <a:pt x="903357" y="633585"/>
                  </a:lnTo>
                  <a:lnTo>
                    <a:pt x="904429" y="633502"/>
                  </a:lnTo>
                  <a:lnTo>
                    <a:pt x="905500" y="633419"/>
                  </a:lnTo>
                  <a:lnTo>
                    <a:pt x="906572" y="633335"/>
                  </a:lnTo>
                  <a:lnTo>
                    <a:pt x="907644" y="633252"/>
                  </a:lnTo>
                  <a:lnTo>
                    <a:pt x="908715" y="633169"/>
                  </a:lnTo>
                  <a:lnTo>
                    <a:pt x="909787" y="633086"/>
                  </a:lnTo>
                  <a:lnTo>
                    <a:pt x="910858" y="633003"/>
                  </a:lnTo>
                  <a:lnTo>
                    <a:pt x="911930" y="632920"/>
                  </a:lnTo>
                  <a:lnTo>
                    <a:pt x="913002" y="632837"/>
                  </a:lnTo>
                  <a:lnTo>
                    <a:pt x="914073" y="632754"/>
                  </a:lnTo>
                  <a:lnTo>
                    <a:pt x="915145" y="632672"/>
                  </a:lnTo>
                  <a:lnTo>
                    <a:pt x="916216" y="632590"/>
                  </a:lnTo>
                  <a:lnTo>
                    <a:pt x="917288" y="632507"/>
                  </a:lnTo>
                  <a:lnTo>
                    <a:pt x="918360" y="632425"/>
                  </a:lnTo>
                  <a:lnTo>
                    <a:pt x="919431" y="632343"/>
                  </a:lnTo>
                  <a:lnTo>
                    <a:pt x="920503" y="632262"/>
                  </a:lnTo>
                  <a:lnTo>
                    <a:pt x="921574" y="632180"/>
                  </a:lnTo>
                  <a:lnTo>
                    <a:pt x="922646" y="632099"/>
                  </a:lnTo>
                  <a:lnTo>
                    <a:pt x="923718" y="632018"/>
                  </a:lnTo>
                  <a:lnTo>
                    <a:pt x="924789" y="631937"/>
                  </a:lnTo>
                  <a:lnTo>
                    <a:pt x="925861" y="631856"/>
                  </a:lnTo>
                  <a:lnTo>
                    <a:pt x="926932" y="631776"/>
                  </a:lnTo>
                  <a:lnTo>
                    <a:pt x="928004" y="631695"/>
                  </a:lnTo>
                  <a:lnTo>
                    <a:pt x="929076" y="631616"/>
                  </a:lnTo>
                  <a:lnTo>
                    <a:pt x="930147" y="631536"/>
                  </a:lnTo>
                  <a:lnTo>
                    <a:pt x="931219" y="631456"/>
                  </a:lnTo>
                  <a:lnTo>
                    <a:pt x="932290" y="631377"/>
                  </a:lnTo>
                  <a:lnTo>
                    <a:pt x="933362" y="631299"/>
                  </a:lnTo>
                  <a:lnTo>
                    <a:pt x="934434" y="631220"/>
                  </a:lnTo>
                  <a:lnTo>
                    <a:pt x="935505" y="631142"/>
                  </a:lnTo>
                  <a:lnTo>
                    <a:pt x="936577" y="631064"/>
                  </a:lnTo>
                  <a:lnTo>
                    <a:pt x="937648" y="630986"/>
                  </a:lnTo>
                  <a:lnTo>
                    <a:pt x="938720" y="630909"/>
                  </a:lnTo>
                  <a:lnTo>
                    <a:pt x="939792" y="630832"/>
                  </a:lnTo>
                  <a:lnTo>
                    <a:pt x="940863" y="630756"/>
                  </a:lnTo>
                  <a:lnTo>
                    <a:pt x="941935" y="630680"/>
                  </a:lnTo>
                  <a:lnTo>
                    <a:pt x="943006" y="630604"/>
                  </a:lnTo>
                  <a:lnTo>
                    <a:pt x="944078" y="630529"/>
                  </a:lnTo>
                  <a:lnTo>
                    <a:pt x="945150" y="630454"/>
                  </a:lnTo>
                  <a:lnTo>
                    <a:pt x="946221" y="630379"/>
                  </a:lnTo>
                  <a:lnTo>
                    <a:pt x="947293" y="630305"/>
                  </a:lnTo>
                  <a:lnTo>
                    <a:pt x="948364" y="630231"/>
                  </a:lnTo>
                  <a:lnTo>
                    <a:pt x="949436" y="630158"/>
                  </a:lnTo>
                  <a:lnTo>
                    <a:pt x="950508" y="630085"/>
                  </a:lnTo>
                  <a:lnTo>
                    <a:pt x="951579" y="630012"/>
                  </a:lnTo>
                  <a:lnTo>
                    <a:pt x="952651" y="629940"/>
                  </a:lnTo>
                  <a:lnTo>
                    <a:pt x="953722" y="629869"/>
                  </a:lnTo>
                  <a:lnTo>
                    <a:pt x="954794" y="629798"/>
                  </a:lnTo>
                  <a:lnTo>
                    <a:pt x="955866" y="629727"/>
                  </a:lnTo>
                  <a:lnTo>
                    <a:pt x="956937" y="629657"/>
                  </a:lnTo>
                  <a:lnTo>
                    <a:pt x="958009" y="629588"/>
                  </a:lnTo>
                  <a:lnTo>
                    <a:pt x="959080" y="629519"/>
                  </a:lnTo>
                  <a:lnTo>
                    <a:pt x="960152" y="629450"/>
                  </a:lnTo>
                  <a:lnTo>
                    <a:pt x="961224" y="629382"/>
                  </a:lnTo>
                  <a:lnTo>
                    <a:pt x="962295" y="629315"/>
                  </a:lnTo>
                  <a:lnTo>
                    <a:pt x="963367" y="629248"/>
                  </a:lnTo>
                  <a:lnTo>
                    <a:pt x="964438" y="629182"/>
                  </a:lnTo>
                  <a:lnTo>
                    <a:pt x="965510" y="629116"/>
                  </a:lnTo>
                  <a:lnTo>
                    <a:pt x="966582" y="629051"/>
                  </a:lnTo>
                  <a:lnTo>
                    <a:pt x="967653" y="628986"/>
                  </a:lnTo>
                  <a:lnTo>
                    <a:pt x="968725" y="628922"/>
                  </a:lnTo>
                  <a:lnTo>
                    <a:pt x="969796" y="628858"/>
                  </a:lnTo>
                  <a:lnTo>
                    <a:pt x="970868" y="628796"/>
                  </a:lnTo>
                  <a:lnTo>
                    <a:pt x="971940" y="628733"/>
                  </a:lnTo>
                  <a:lnTo>
                    <a:pt x="973011" y="628672"/>
                  </a:lnTo>
                  <a:lnTo>
                    <a:pt x="974083" y="628611"/>
                  </a:lnTo>
                  <a:lnTo>
                    <a:pt x="975154" y="628550"/>
                  </a:lnTo>
                  <a:lnTo>
                    <a:pt x="976226" y="628491"/>
                  </a:lnTo>
                  <a:lnTo>
                    <a:pt x="977298" y="628432"/>
                  </a:lnTo>
                  <a:lnTo>
                    <a:pt x="978369" y="628373"/>
                  </a:lnTo>
                  <a:lnTo>
                    <a:pt x="979441" y="628316"/>
                  </a:lnTo>
                  <a:lnTo>
                    <a:pt x="980512" y="628259"/>
                  </a:lnTo>
                  <a:lnTo>
                    <a:pt x="981584" y="628202"/>
                  </a:lnTo>
                  <a:lnTo>
                    <a:pt x="982656" y="628147"/>
                  </a:lnTo>
                  <a:lnTo>
                    <a:pt x="983727" y="628092"/>
                  </a:lnTo>
                  <a:lnTo>
                    <a:pt x="984799" y="628038"/>
                  </a:lnTo>
                  <a:lnTo>
                    <a:pt x="985870" y="627984"/>
                  </a:lnTo>
                  <a:lnTo>
                    <a:pt x="986942" y="627931"/>
                  </a:lnTo>
                  <a:lnTo>
                    <a:pt x="988014" y="627879"/>
                  </a:lnTo>
                  <a:lnTo>
                    <a:pt x="989085" y="627828"/>
                  </a:lnTo>
                  <a:lnTo>
                    <a:pt x="990157" y="627778"/>
                  </a:lnTo>
                  <a:lnTo>
                    <a:pt x="991228" y="627728"/>
                  </a:lnTo>
                  <a:lnTo>
                    <a:pt x="992300" y="627679"/>
                  </a:lnTo>
                  <a:lnTo>
                    <a:pt x="993372" y="627631"/>
                  </a:lnTo>
                  <a:lnTo>
                    <a:pt x="994443" y="627583"/>
                  </a:lnTo>
                  <a:lnTo>
                    <a:pt x="995515" y="627537"/>
                  </a:lnTo>
                  <a:lnTo>
                    <a:pt x="996586" y="627491"/>
                  </a:lnTo>
                  <a:lnTo>
                    <a:pt x="997658" y="627446"/>
                  </a:lnTo>
                  <a:lnTo>
                    <a:pt x="998730" y="627402"/>
                  </a:lnTo>
                  <a:lnTo>
                    <a:pt x="999801" y="627359"/>
                  </a:lnTo>
                  <a:lnTo>
                    <a:pt x="1000873" y="627316"/>
                  </a:lnTo>
                  <a:lnTo>
                    <a:pt x="1001944" y="627275"/>
                  </a:lnTo>
                  <a:lnTo>
                    <a:pt x="1003016" y="627234"/>
                  </a:lnTo>
                  <a:lnTo>
                    <a:pt x="1004088" y="627194"/>
                  </a:lnTo>
                  <a:lnTo>
                    <a:pt x="1005159" y="627155"/>
                  </a:lnTo>
                  <a:lnTo>
                    <a:pt x="1006231" y="627117"/>
                  </a:lnTo>
                  <a:lnTo>
                    <a:pt x="1007302" y="627079"/>
                  </a:lnTo>
                  <a:lnTo>
                    <a:pt x="1008374" y="627043"/>
                  </a:lnTo>
                  <a:lnTo>
                    <a:pt x="1009446" y="627008"/>
                  </a:lnTo>
                  <a:lnTo>
                    <a:pt x="1010517" y="626973"/>
                  </a:lnTo>
                  <a:lnTo>
                    <a:pt x="1011589" y="626939"/>
                  </a:lnTo>
                  <a:lnTo>
                    <a:pt x="1012660" y="626907"/>
                  </a:lnTo>
                  <a:lnTo>
                    <a:pt x="1013732" y="626875"/>
                  </a:lnTo>
                  <a:lnTo>
                    <a:pt x="1014804" y="626844"/>
                  </a:lnTo>
                  <a:lnTo>
                    <a:pt x="1015875" y="626814"/>
                  </a:lnTo>
                  <a:lnTo>
                    <a:pt x="1016947" y="626785"/>
                  </a:lnTo>
                  <a:lnTo>
                    <a:pt x="1018018" y="626757"/>
                  </a:lnTo>
                  <a:lnTo>
                    <a:pt x="1019090" y="626730"/>
                  </a:lnTo>
                  <a:lnTo>
                    <a:pt x="1020162" y="626704"/>
                  </a:lnTo>
                  <a:lnTo>
                    <a:pt x="1021233" y="626679"/>
                  </a:lnTo>
                  <a:lnTo>
                    <a:pt x="1022305" y="626655"/>
                  </a:lnTo>
                  <a:lnTo>
                    <a:pt x="1023376" y="626632"/>
                  </a:lnTo>
                  <a:lnTo>
                    <a:pt x="1024448" y="626610"/>
                  </a:lnTo>
                  <a:lnTo>
                    <a:pt x="1025520" y="626589"/>
                  </a:lnTo>
                  <a:lnTo>
                    <a:pt x="1026591" y="626569"/>
                  </a:lnTo>
                  <a:lnTo>
                    <a:pt x="1027663" y="626550"/>
                  </a:lnTo>
                  <a:lnTo>
                    <a:pt x="1028734" y="626532"/>
                  </a:lnTo>
                  <a:lnTo>
                    <a:pt x="1029806" y="626515"/>
                  </a:lnTo>
                  <a:lnTo>
                    <a:pt x="1030878" y="626499"/>
                  </a:lnTo>
                  <a:lnTo>
                    <a:pt x="1031949" y="626484"/>
                  </a:lnTo>
                  <a:lnTo>
                    <a:pt x="1033021" y="626470"/>
                  </a:lnTo>
                  <a:lnTo>
                    <a:pt x="1034092" y="626458"/>
                  </a:lnTo>
                  <a:lnTo>
                    <a:pt x="1035164" y="626446"/>
                  </a:lnTo>
                  <a:lnTo>
                    <a:pt x="1036236" y="626436"/>
                  </a:lnTo>
                  <a:lnTo>
                    <a:pt x="1037307" y="626426"/>
                  </a:lnTo>
                  <a:lnTo>
                    <a:pt x="1038379" y="626418"/>
                  </a:lnTo>
                  <a:lnTo>
                    <a:pt x="1039450" y="626411"/>
                  </a:lnTo>
                  <a:lnTo>
                    <a:pt x="1040522" y="626405"/>
                  </a:lnTo>
                  <a:lnTo>
                    <a:pt x="1041594" y="626400"/>
                  </a:lnTo>
                  <a:lnTo>
                    <a:pt x="1042665" y="626396"/>
                  </a:lnTo>
                  <a:lnTo>
                    <a:pt x="1043737" y="626394"/>
                  </a:lnTo>
                  <a:lnTo>
                    <a:pt x="1044808" y="626392"/>
                  </a:lnTo>
                  <a:lnTo>
                    <a:pt x="1045880" y="626392"/>
                  </a:lnTo>
                  <a:lnTo>
                    <a:pt x="1046952" y="626393"/>
                  </a:lnTo>
                  <a:lnTo>
                    <a:pt x="1048023" y="626395"/>
                  </a:lnTo>
                  <a:lnTo>
                    <a:pt x="1049095" y="626398"/>
                  </a:lnTo>
                  <a:lnTo>
                    <a:pt x="1050166" y="626402"/>
                  </a:lnTo>
                  <a:lnTo>
                    <a:pt x="1051238" y="626408"/>
                  </a:lnTo>
                  <a:lnTo>
                    <a:pt x="1052310" y="626414"/>
                  </a:lnTo>
                  <a:lnTo>
                    <a:pt x="1053381" y="626422"/>
                  </a:lnTo>
                  <a:lnTo>
                    <a:pt x="1054453" y="626431"/>
                  </a:lnTo>
                  <a:lnTo>
                    <a:pt x="1055524" y="626442"/>
                  </a:lnTo>
                  <a:lnTo>
                    <a:pt x="1056596" y="626453"/>
                  </a:lnTo>
                  <a:lnTo>
                    <a:pt x="1057668" y="626466"/>
                  </a:lnTo>
                  <a:lnTo>
                    <a:pt x="1058739" y="626480"/>
                  </a:lnTo>
                  <a:lnTo>
                    <a:pt x="1059811" y="626495"/>
                  </a:lnTo>
                  <a:lnTo>
                    <a:pt x="1060882" y="626512"/>
                  </a:lnTo>
                  <a:lnTo>
                    <a:pt x="1061954" y="626530"/>
                  </a:lnTo>
                  <a:lnTo>
                    <a:pt x="1063026" y="626549"/>
                  </a:lnTo>
                  <a:lnTo>
                    <a:pt x="1064097" y="626569"/>
                  </a:lnTo>
                  <a:lnTo>
                    <a:pt x="1065169" y="626591"/>
                  </a:lnTo>
                  <a:lnTo>
                    <a:pt x="1066240" y="626614"/>
                  </a:lnTo>
                  <a:lnTo>
                    <a:pt x="1067312" y="626638"/>
                  </a:lnTo>
                  <a:lnTo>
                    <a:pt x="1068383" y="626663"/>
                  </a:lnTo>
                  <a:lnTo>
                    <a:pt x="1069455" y="626690"/>
                  </a:lnTo>
                  <a:lnTo>
                    <a:pt x="1070527" y="626718"/>
                  </a:lnTo>
                  <a:lnTo>
                    <a:pt x="1071598" y="626748"/>
                  </a:lnTo>
                  <a:lnTo>
                    <a:pt x="1072670" y="626778"/>
                  </a:lnTo>
                  <a:lnTo>
                    <a:pt x="1073741" y="626811"/>
                  </a:lnTo>
                  <a:lnTo>
                    <a:pt x="1074813" y="626844"/>
                  </a:lnTo>
                  <a:lnTo>
                    <a:pt x="1075885" y="626879"/>
                  </a:lnTo>
                  <a:lnTo>
                    <a:pt x="1076956" y="626915"/>
                  </a:lnTo>
                  <a:lnTo>
                    <a:pt x="1078028" y="626952"/>
                  </a:lnTo>
                  <a:lnTo>
                    <a:pt x="1079099" y="626991"/>
                  </a:lnTo>
                  <a:lnTo>
                    <a:pt x="1080171" y="627031"/>
                  </a:lnTo>
                  <a:lnTo>
                    <a:pt x="1081243" y="627073"/>
                  </a:lnTo>
                  <a:lnTo>
                    <a:pt x="1082314" y="627116"/>
                  </a:lnTo>
                  <a:lnTo>
                    <a:pt x="1083386" y="627160"/>
                  </a:lnTo>
                  <a:lnTo>
                    <a:pt x="1084457" y="627206"/>
                  </a:lnTo>
                  <a:lnTo>
                    <a:pt x="1085529" y="627253"/>
                  </a:lnTo>
                  <a:lnTo>
                    <a:pt x="1086601" y="627302"/>
                  </a:lnTo>
                  <a:lnTo>
                    <a:pt x="1087672" y="627352"/>
                  </a:lnTo>
                  <a:lnTo>
                    <a:pt x="1088744" y="627403"/>
                  </a:lnTo>
                  <a:lnTo>
                    <a:pt x="1089815" y="627456"/>
                  </a:lnTo>
                  <a:lnTo>
                    <a:pt x="1090887" y="627510"/>
                  </a:lnTo>
                  <a:lnTo>
                    <a:pt x="1091959" y="627566"/>
                  </a:lnTo>
                  <a:lnTo>
                    <a:pt x="1093030" y="627623"/>
                  </a:lnTo>
                  <a:lnTo>
                    <a:pt x="1094102" y="627681"/>
                  </a:lnTo>
                  <a:lnTo>
                    <a:pt x="1095173" y="627741"/>
                  </a:lnTo>
                  <a:lnTo>
                    <a:pt x="1096245" y="627803"/>
                  </a:lnTo>
                  <a:lnTo>
                    <a:pt x="1097317" y="627866"/>
                  </a:lnTo>
                  <a:lnTo>
                    <a:pt x="1098388" y="627930"/>
                  </a:lnTo>
                  <a:lnTo>
                    <a:pt x="1099460" y="627996"/>
                  </a:lnTo>
                  <a:lnTo>
                    <a:pt x="1100531" y="628063"/>
                  </a:lnTo>
                  <a:lnTo>
                    <a:pt x="1101603" y="628132"/>
                  </a:lnTo>
                  <a:lnTo>
                    <a:pt x="1102675" y="628203"/>
                  </a:lnTo>
                  <a:lnTo>
                    <a:pt x="1103746" y="628274"/>
                  </a:lnTo>
                  <a:lnTo>
                    <a:pt x="1104818" y="628348"/>
                  </a:lnTo>
                  <a:lnTo>
                    <a:pt x="1105889" y="628423"/>
                  </a:lnTo>
                  <a:lnTo>
                    <a:pt x="1106961" y="628499"/>
                  </a:lnTo>
                  <a:lnTo>
                    <a:pt x="1108033" y="628577"/>
                  </a:lnTo>
                  <a:lnTo>
                    <a:pt x="1109104" y="628657"/>
                  </a:lnTo>
                  <a:lnTo>
                    <a:pt x="1110176" y="628738"/>
                  </a:lnTo>
                  <a:lnTo>
                    <a:pt x="1111247" y="628820"/>
                  </a:lnTo>
                  <a:lnTo>
                    <a:pt x="1112319" y="628904"/>
                  </a:lnTo>
                  <a:lnTo>
                    <a:pt x="1113391" y="628990"/>
                  </a:lnTo>
                  <a:lnTo>
                    <a:pt x="1114462" y="629077"/>
                  </a:lnTo>
                  <a:lnTo>
                    <a:pt x="1115534" y="629166"/>
                  </a:lnTo>
                  <a:lnTo>
                    <a:pt x="1116605" y="629256"/>
                  </a:lnTo>
                  <a:lnTo>
                    <a:pt x="1117677" y="629348"/>
                  </a:lnTo>
                  <a:lnTo>
                    <a:pt x="1118749" y="629442"/>
                  </a:lnTo>
                  <a:lnTo>
                    <a:pt x="1119820" y="629537"/>
                  </a:lnTo>
                  <a:lnTo>
                    <a:pt x="1120892" y="629633"/>
                  </a:lnTo>
                  <a:lnTo>
                    <a:pt x="1121963" y="629732"/>
                  </a:lnTo>
                  <a:lnTo>
                    <a:pt x="1123035" y="629832"/>
                  </a:lnTo>
                  <a:lnTo>
                    <a:pt x="1124107" y="629933"/>
                  </a:lnTo>
                  <a:lnTo>
                    <a:pt x="1125178" y="630036"/>
                  </a:lnTo>
                  <a:lnTo>
                    <a:pt x="1126250" y="630141"/>
                  </a:lnTo>
                  <a:lnTo>
                    <a:pt x="1127321" y="630247"/>
                  </a:lnTo>
                  <a:lnTo>
                    <a:pt x="1128393" y="630355"/>
                  </a:lnTo>
                  <a:lnTo>
                    <a:pt x="1129465" y="630465"/>
                  </a:lnTo>
                  <a:lnTo>
                    <a:pt x="1130536" y="630576"/>
                  </a:lnTo>
                  <a:lnTo>
                    <a:pt x="1131608" y="630689"/>
                  </a:lnTo>
                  <a:lnTo>
                    <a:pt x="1132679" y="630803"/>
                  </a:lnTo>
                  <a:lnTo>
                    <a:pt x="1133751" y="630919"/>
                  </a:lnTo>
                  <a:lnTo>
                    <a:pt x="1134823" y="631037"/>
                  </a:lnTo>
                  <a:lnTo>
                    <a:pt x="1135894" y="631156"/>
                  </a:lnTo>
                  <a:lnTo>
                    <a:pt x="1136966" y="631277"/>
                  </a:lnTo>
                  <a:lnTo>
                    <a:pt x="1138037" y="631399"/>
                  </a:lnTo>
                  <a:lnTo>
                    <a:pt x="1139109" y="631523"/>
                  </a:lnTo>
                  <a:lnTo>
                    <a:pt x="1140181" y="631648"/>
                  </a:lnTo>
                  <a:lnTo>
                    <a:pt x="1141252" y="631775"/>
                  </a:lnTo>
                  <a:lnTo>
                    <a:pt x="1142324" y="631904"/>
                  </a:lnTo>
                  <a:lnTo>
                    <a:pt x="1143395" y="632034"/>
                  </a:lnTo>
                  <a:lnTo>
                    <a:pt x="1144467" y="632165"/>
                  </a:lnTo>
                  <a:lnTo>
                    <a:pt x="1145539" y="632299"/>
                  </a:lnTo>
                  <a:lnTo>
                    <a:pt x="1146610" y="632433"/>
                  </a:lnTo>
                  <a:lnTo>
                    <a:pt x="1147682" y="632569"/>
                  </a:lnTo>
                  <a:lnTo>
                    <a:pt x="1148753" y="632707"/>
                  </a:lnTo>
                  <a:lnTo>
                    <a:pt x="1149825" y="632846"/>
                  </a:lnTo>
                  <a:lnTo>
                    <a:pt x="1150897" y="632987"/>
                  </a:lnTo>
                  <a:lnTo>
                    <a:pt x="1151968" y="633129"/>
                  </a:lnTo>
                  <a:lnTo>
                    <a:pt x="1153040" y="633272"/>
                  </a:lnTo>
                  <a:lnTo>
                    <a:pt x="1154111" y="633417"/>
                  </a:lnTo>
                  <a:lnTo>
                    <a:pt x="1155183" y="633564"/>
                  </a:lnTo>
                  <a:lnTo>
                    <a:pt x="1156255" y="633712"/>
                  </a:lnTo>
                  <a:lnTo>
                    <a:pt x="1157326" y="633861"/>
                  </a:lnTo>
                  <a:lnTo>
                    <a:pt x="1158398" y="634012"/>
                  </a:lnTo>
                  <a:lnTo>
                    <a:pt x="1159469" y="634164"/>
                  </a:lnTo>
                  <a:lnTo>
                    <a:pt x="1160541" y="634318"/>
                  </a:lnTo>
                  <a:lnTo>
                    <a:pt x="1161613" y="634473"/>
                  </a:lnTo>
                  <a:lnTo>
                    <a:pt x="1162684" y="634630"/>
                  </a:lnTo>
                  <a:lnTo>
                    <a:pt x="1163756" y="634787"/>
                  </a:lnTo>
                  <a:lnTo>
                    <a:pt x="1164827" y="634947"/>
                  </a:lnTo>
                  <a:lnTo>
                    <a:pt x="1165899" y="635108"/>
                  </a:lnTo>
                  <a:lnTo>
                    <a:pt x="1166971" y="635270"/>
                  </a:lnTo>
                  <a:lnTo>
                    <a:pt x="1168042" y="635433"/>
                  </a:lnTo>
                  <a:lnTo>
                    <a:pt x="1169114" y="635598"/>
                  </a:lnTo>
                  <a:lnTo>
                    <a:pt x="1170185" y="635764"/>
                  </a:lnTo>
                  <a:lnTo>
                    <a:pt x="1171257" y="635932"/>
                  </a:lnTo>
                  <a:lnTo>
                    <a:pt x="1172329" y="636101"/>
                  </a:lnTo>
                  <a:lnTo>
                    <a:pt x="1173400" y="636271"/>
                  </a:lnTo>
                  <a:lnTo>
                    <a:pt x="1174472" y="636443"/>
                  </a:lnTo>
                  <a:lnTo>
                    <a:pt x="1175543" y="636616"/>
                  </a:lnTo>
                  <a:lnTo>
                    <a:pt x="1176615" y="636790"/>
                  </a:lnTo>
                  <a:lnTo>
                    <a:pt x="1177687" y="636965"/>
                  </a:lnTo>
                  <a:lnTo>
                    <a:pt x="1178758" y="637142"/>
                  </a:lnTo>
                  <a:lnTo>
                    <a:pt x="1179830" y="637320"/>
                  </a:lnTo>
                  <a:lnTo>
                    <a:pt x="1180901" y="637500"/>
                  </a:lnTo>
                  <a:lnTo>
                    <a:pt x="1181973" y="637681"/>
                  </a:lnTo>
                  <a:lnTo>
                    <a:pt x="1183045" y="637863"/>
                  </a:lnTo>
                  <a:lnTo>
                    <a:pt x="1184116" y="638046"/>
                  </a:lnTo>
                  <a:lnTo>
                    <a:pt x="1185188" y="638230"/>
                  </a:lnTo>
                  <a:lnTo>
                    <a:pt x="1186259" y="638416"/>
                  </a:lnTo>
                  <a:lnTo>
                    <a:pt x="1187331" y="638603"/>
                  </a:lnTo>
                  <a:lnTo>
                    <a:pt x="1188403" y="638792"/>
                  </a:lnTo>
                  <a:lnTo>
                    <a:pt x="1189474" y="638981"/>
                  </a:lnTo>
                  <a:lnTo>
                    <a:pt x="1190546" y="639172"/>
                  </a:lnTo>
                  <a:lnTo>
                    <a:pt x="1191617" y="639364"/>
                  </a:lnTo>
                  <a:lnTo>
                    <a:pt x="1192689" y="639557"/>
                  </a:lnTo>
                  <a:lnTo>
                    <a:pt x="1193761" y="639751"/>
                  </a:lnTo>
                  <a:lnTo>
                    <a:pt x="1194832" y="639947"/>
                  </a:lnTo>
                  <a:lnTo>
                    <a:pt x="1195904" y="640144"/>
                  </a:lnTo>
                  <a:lnTo>
                    <a:pt x="1196975" y="640342"/>
                  </a:lnTo>
                  <a:lnTo>
                    <a:pt x="1198047" y="640541"/>
                  </a:lnTo>
                  <a:lnTo>
                    <a:pt x="1199119" y="640741"/>
                  </a:lnTo>
                  <a:lnTo>
                    <a:pt x="1200190" y="640942"/>
                  </a:lnTo>
                  <a:lnTo>
                    <a:pt x="1201262" y="641145"/>
                  </a:lnTo>
                  <a:lnTo>
                    <a:pt x="1202333" y="641349"/>
                  </a:lnTo>
                  <a:lnTo>
                    <a:pt x="1203405" y="641553"/>
                  </a:lnTo>
                  <a:lnTo>
                    <a:pt x="1204477" y="641759"/>
                  </a:lnTo>
                  <a:lnTo>
                    <a:pt x="1205548" y="641966"/>
                  </a:lnTo>
                  <a:lnTo>
                    <a:pt x="1206620" y="642175"/>
                  </a:lnTo>
                  <a:lnTo>
                    <a:pt x="1207691" y="642384"/>
                  </a:lnTo>
                  <a:lnTo>
                    <a:pt x="1208763" y="642594"/>
                  </a:lnTo>
                  <a:lnTo>
                    <a:pt x="1209835" y="642806"/>
                  </a:lnTo>
                  <a:lnTo>
                    <a:pt x="1210906" y="643018"/>
                  </a:lnTo>
                  <a:lnTo>
                    <a:pt x="1211978" y="643232"/>
                  </a:lnTo>
                  <a:lnTo>
                    <a:pt x="1213049" y="643447"/>
                  </a:lnTo>
                  <a:lnTo>
                    <a:pt x="1214121" y="643662"/>
                  </a:lnTo>
                  <a:lnTo>
                    <a:pt x="1215193" y="643879"/>
                  </a:lnTo>
                  <a:lnTo>
                    <a:pt x="1216264" y="644097"/>
                  </a:lnTo>
                  <a:lnTo>
                    <a:pt x="1217336" y="644316"/>
                  </a:lnTo>
                  <a:lnTo>
                    <a:pt x="1218407" y="644536"/>
                  </a:lnTo>
                  <a:lnTo>
                    <a:pt x="1219479" y="644757"/>
                  </a:lnTo>
                  <a:lnTo>
                    <a:pt x="1220551" y="644979"/>
                  </a:lnTo>
                  <a:lnTo>
                    <a:pt x="1221622" y="645201"/>
                  </a:lnTo>
                  <a:lnTo>
                    <a:pt x="1222694" y="645425"/>
                  </a:lnTo>
                  <a:lnTo>
                    <a:pt x="1223765" y="645650"/>
                  </a:lnTo>
                  <a:lnTo>
                    <a:pt x="1224837" y="645876"/>
                  </a:lnTo>
                  <a:lnTo>
                    <a:pt x="1225909" y="646103"/>
                  </a:lnTo>
                  <a:lnTo>
                    <a:pt x="1226980" y="646331"/>
                  </a:lnTo>
                  <a:lnTo>
                    <a:pt x="1228052" y="646560"/>
                  </a:lnTo>
                  <a:lnTo>
                    <a:pt x="1229123" y="646789"/>
                  </a:lnTo>
                  <a:lnTo>
                    <a:pt x="1230195" y="647020"/>
                  </a:lnTo>
                  <a:lnTo>
                    <a:pt x="1231267" y="647251"/>
                  </a:lnTo>
                  <a:lnTo>
                    <a:pt x="1232338" y="647484"/>
                  </a:lnTo>
                  <a:lnTo>
                    <a:pt x="1233410" y="647717"/>
                  </a:lnTo>
                  <a:lnTo>
                    <a:pt x="1234481" y="647952"/>
                  </a:lnTo>
                  <a:lnTo>
                    <a:pt x="1235553" y="648187"/>
                  </a:lnTo>
                  <a:lnTo>
                    <a:pt x="1236625" y="648423"/>
                  </a:lnTo>
                  <a:lnTo>
                    <a:pt x="1237696" y="648660"/>
                  </a:lnTo>
                  <a:lnTo>
                    <a:pt x="1238768" y="648898"/>
                  </a:lnTo>
                  <a:lnTo>
                    <a:pt x="1239839" y="649136"/>
                  </a:lnTo>
                  <a:lnTo>
                    <a:pt x="1240911" y="649376"/>
                  </a:lnTo>
                  <a:lnTo>
                    <a:pt x="1241983" y="649616"/>
                  </a:lnTo>
                  <a:lnTo>
                    <a:pt x="1243054" y="649858"/>
                  </a:lnTo>
                  <a:lnTo>
                    <a:pt x="1244126" y="650100"/>
                  </a:lnTo>
                  <a:lnTo>
                    <a:pt x="1245197" y="650343"/>
                  </a:lnTo>
                  <a:lnTo>
                    <a:pt x="1246269" y="650586"/>
                  </a:lnTo>
                  <a:lnTo>
                    <a:pt x="1247340" y="650831"/>
                  </a:lnTo>
                  <a:lnTo>
                    <a:pt x="1248412" y="651076"/>
                  </a:lnTo>
                  <a:lnTo>
                    <a:pt x="1249484" y="651322"/>
                  </a:lnTo>
                  <a:lnTo>
                    <a:pt x="1250555" y="651569"/>
                  </a:lnTo>
                  <a:lnTo>
                    <a:pt x="1251627" y="651817"/>
                  </a:lnTo>
                  <a:lnTo>
                    <a:pt x="1252698" y="652066"/>
                  </a:lnTo>
                  <a:lnTo>
                    <a:pt x="1253770" y="652315"/>
                  </a:lnTo>
                  <a:lnTo>
                    <a:pt x="1254842" y="652565"/>
                  </a:lnTo>
                  <a:lnTo>
                    <a:pt x="1255913" y="652815"/>
                  </a:lnTo>
                  <a:lnTo>
                    <a:pt x="1256985" y="653067"/>
                  </a:lnTo>
                  <a:lnTo>
                    <a:pt x="1258056" y="653319"/>
                  </a:lnTo>
                  <a:lnTo>
                    <a:pt x="1259128" y="653572"/>
                  </a:lnTo>
                  <a:lnTo>
                    <a:pt x="1260200" y="653826"/>
                  </a:lnTo>
                  <a:lnTo>
                    <a:pt x="1261271" y="654080"/>
                  </a:lnTo>
                  <a:lnTo>
                    <a:pt x="1262343" y="654335"/>
                  </a:lnTo>
                  <a:lnTo>
                    <a:pt x="1263414" y="654591"/>
                  </a:lnTo>
                  <a:lnTo>
                    <a:pt x="1264486" y="654847"/>
                  </a:lnTo>
                  <a:lnTo>
                    <a:pt x="1265558" y="655104"/>
                  </a:lnTo>
                  <a:lnTo>
                    <a:pt x="1266629" y="655362"/>
                  </a:lnTo>
                  <a:lnTo>
                    <a:pt x="1267701" y="655621"/>
                  </a:lnTo>
                  <a:lnTo>
                    <a:pt x="1268772" y="655880"/>
                  </a:lnTo>
                  <a:lnTo>
                    <a:pt x="1269844" y="656139"/>
                  </a:lnTo>
                  <a:lnTo>
                    <a:pt x="1270916" y="656400"/>
                  </a:lnTo>
                  <a:lnTo>
                    <a:pt x="1271987" y="656661"/>
                  </a:lnTo>
                  <a:lnTo>
                    <a:pt x="1273059" y="656922"/>
                  </a:lnTo>
                  <a:lnTo>
                    <a:pt x="1274130" y="657184"/>
                  </a:lnTo>
                  <a:lnTo>
                    <a:pt x="1275202" y="657447"/>
                  </a:lnTo>
                  <a:lnTo>
                    <a:pt x="1276274" y="657711"/>
                  </a:lnTo>
                  <a:lnTo>
                    <a:pt x="1277345" y="657975"/>
                  </a:lnTo>
                  <a:lnTo>
                    <a:pt x="1278417" y="658239"/>
                  </a:lnTo>
                  <a:lnTo>
                    <a:pt x="1279488" y="658504"/>
                  </a:lnTo>
                  <a:lnTo>
                    <a:pt x="1280560" y="658770"/>
                  </a:lnTo>
                  <a:lnTo>
                    <a:pt x="1281632" y="659036"/>
                  </a:lnTo>
                  <a:lnTo>
                    <a:pt x="1282703" y="659303"/>
                  </a:lnTo>
                  <a:lnTo>
                    <a:pt x="1283775" y="659570"/>
                  </a:lnTo>
                  <a:lnTo>
                    <a:pt x="1284846" y="659838"/>
                  </a:lnTo>
                  <a:lnTo>
                    <a:pt x="1285918" y="660106"/>
                  </a:lnTo>
                  <a:lnTo>
                    <a:pt x="1286990" y="660375"/>
                  </a:lnTo>
                  <a:lnTo>
                    <a:pt x="1288061" y="660645"/>
                  </a:lnTo>
                  <a:lnTo>
                    <a:pt x="1289133" y="660915"/>
                  </a:lnTo>
                  <a:lnTo>
                    <a:pt x="1290204" y="661185"/>
                  </a:lnTo>
                  <a:lnTo>
                    <a:pt x="1291276" y="661456"/>
                  </a:lnTo>
                  <a:lnTo>
                    <a:pt x="1292348" y="661727"/>
                  </a:lnTo>
                  <a:lnTo>
                    <a:pt x="1293419" y="661999"/>
                  </a:lnTo>
                  <a:lnTo>
                    <a:pt x="1294491" y="662271"/>
                  </a:lnTo>
                  <a:lnTo>
                    <a:pt x="1295562" y="662544"/>
                  </a:lnTo>
                  <a:lnTo>
                    <a:pt x="1296634" y="662817"/>
                  </a:lnTo>
                  <a:lnTo>
                    <a:pt x="1297706" y="663091"/>
                  </a:lnTo>
                  <a:lnTo>
                    <a:pt x="1298777" y="663365"/>
                  </a:lnTo>
                  <a:lnTo>
                    <a:pt x="1299849" y="663639"/>
                  </a:lnTo>
                  <a:lnTo>
                    <a:pt x="1300920" y="663914"/>
                  </a:lnTo>
                  <a:lnTo>
                    <a:pt x="1301992" y="664189"/>
                  </a:lnTo>
                  <a:lnTo>
                    <a:pt x="1303064" y="664465"/>
                  </a:lnTo>
                  <a:lnTo>
                    <a:pt x="1304135" y="664741"/>
                  </a:lnTo>
                  <a:lnTo>
                    <a:pt x="1305207" y="665017"/>
                  </a:lnTo>
                  <a:lnTo>
                    <a:pt x="1306278" y="665294"/>
                  </a:lnTo>
                  <a:lnTo>
                    <a:pt x="1307350" y="665571"/>
                  </a:lnTo>
                  <a:lnTo>
                    <a:pt x="1308422" y="665849"/>
                  </a:lnTo>
                  <a:lnTo>
                    <a:pt x="1309493" y="666126"/>
                  </a:lnTo>
                  <a:lnTo>
                    <a:pt x="1310565" y="666405"/>
                  </a:lnTo>
                  <a:lnTo>
                    <a:pt x="1311636" y="666683"/>
                  </a:lnTo>
                  <a:lnTo>
                    <a:pt x="1312708" y="666962"/>
                  </a:lnTo>
                  <a:lnTo>
                    <a:pt x="1313780" y="667241"/>
                  </a:lnTo>
                  <a:lnTo>
                    <a:pt x="1314851" y="667521"/>
                  </a:lnTo>
                  <a:lnTo>
                    <a:pt x="1315923" y="667800"/>
                  </a:lnTo>
                  <a:lnTo>
                    <a:pt x="1316994" y="668080"/>
                  </a:lnTo>
                  <a:lnTo>
                    <a:pt x="1318066" y="668361"/>
                  </a:lnTo>
                  <a:lnTo>
                    <a:pt x="1319138" y="668641"/>
                  </a:lnTo>
                  <a:lnTo>
                    <a:pt x="1320209" y="668922"/>
                  </a:lnTo>
                  <a:lnTo>
                    <a:pt x="1321281" y="669203"/>
                  </a:lnTo>
                  <a:lnTo>
                    <a:pt x="1322352" y="669485"/>
                  </a:lnTo>
                  <a:lnTo>
                    <a:pt x="1323424" y="669766"/>
                  </a:lnTo>
                  <a:lnTo>
                    <a:pt x="1324496" y="670048"/>
                  </a:lnTo>
                  <a:lnTo>
                    <a:pt x="1325567" y="670330"/>
                  </a:lnTo>
                  <a:lnTo>
                    <a:pt x="1326639" y="670613"/>
                  </a:lnTo>
                  <a:lnTo>
                    <a:pt x="1327710" y="670895"/>
                  </a:lnTo>
                  <a:lnTo>
                    <a:pt x="1328782" y="671178"/>
                  </a:lnTo>
                  <a:lnTo>
                    <a:pt x="1329854" y="671461"/>
                  </a:lnTo>
                  <a:lnTo>
                    <a:pt x="1330925" y="671744"/>
                  </a:lnTo>
                  <a:lnTo>
                    <a:pt x="1331997" y="672027"/>
                  </a:lnTo>
                  <a:lnTo>
                    <a:pt x="1333068" y="672311"/>
                  </a:lnTo>
                  <a:lnTo>
                    <a:pt x="1334140" y="672595"/>
                  </a:lnTo>
                  <a:lnTo>
                    <a:pt x="1335212" y="672878"/>
                  </a:lnTo>
                  <a:lnTo>
                    <a:pt x="1336283" y="673162"/>
                  </a:lnTo>
                  <a:lnTo>
                    <a:pt x="1337355" y="673446"/>
                  </a:lnTo>
                  <a:lnTo>
                    <a:pt x="1338426" y="673731"/>
                  </a:lnTo>
                  <a:lnTo>
                    <a:pt x="1339498" y="674015"/>
                  </a:lnTo>
                  <a:lnTo>
                    <a:pt x="1340570" y="674300"/>
                  </a:lnTo>
                  <a:lnTo>
                    <a:pt x="1341641" y="674584"/>
                  </a:lnTo>
                  <a:lnTo>
                    <a:pt x="1342713" y="674869"/>
                  </a:lnTo>
                  <a:lnTo>
                    <a:pt x="1343784" y="675154"/>
                  </a:lnTo>
                  <a:lnTo>
                    <a:pt x="1344856" y="675439"/>
                  </a:lnTo>
                  <a:lnTo>
                    <a:pt x="1345928" y="675724"/>
                  </a:lnTo>
                  <a:lnTo>
                    <a:pt x="1346999" y="676009"/>
                  </a:lnTo>
                  <a:lnTo>
                    <a:pt x="1348071" y="676294"/>
                  </a:lnTo>
                  <a:lnTo>
                    <a:pt x="1349142" y="676579"/>
                  </a:lnTo>
                  <a:lnTo>
                    <a:pt x="1350214" y="676864"/>
                  </a:lnTo>
                  <a:lnTo>
                    <a:pt x="1351286" y="677150"/>
                  </a:lnTo>
                  <a:lnTo>
                    <a:pt x="1352357" y="677435"/>
                  </a:lnTo>
                  <a:lnTo>
                    <a:pt x="1353429" y="677721"/>
                  </a:lnTo>
                  <a:lnTo>
                    <a:pt x="1354500" y="678006"/>
                  </a:lnTo>
                  <a:lnTo>
                    <a:pt x="1355572" y="678291"/>
                  </a:lnTo>
                  <a:lnTo>
                    <a:pt x="1356644" y="678577"/>
                  </a:lnTo>
                  <a:lnTo>
                    <a:pt x="1357715" y="678862"/>
                  </a:lnTo>
                  <a:lnTo>
                    <a:pt x="1358787" y="679148"/>
                  </a:lnTo>
                  <a:lnTo>
                    <a:pt x="1359858" y="679433"/>
                  </a:lnTo>
                  <a:lnTo>
                    <a:pt x="1360930" y="679719"/>
                  </a:lnTo>
                  <a:lnTo>
                    <a:pt x="1362002" y="680004"/>
                  </a:lnTo>
                  <a:lnTo>
                    <a:pt x="1363073" y="680289"/>
                  </a:lnTo>
                  <a:lnTo>
                    <a:pt x="1364145" y="680575"/>
                  </a:lnTo>
                  <a:lnTo>
                    <a:pt x="1365216" y="680860"/>
                  </a:lnTo>
                  <a:lnTo>
                    <a:pt x="1366288" y="681145"/>
                  </a:lnTo>
                  <a:lnTo>
                    <a:pt x="1367360" y="681430"/>
                  </a:lnTo>
                  <a:lnTo>
                    <a:pt x="1368431" y="681715"/>
                  </a:lnTo>
                  <a:lnTo>
                    <a:pt x="1369503" y="682000"/>
                  </a:lnTo>
                  <a:lnTo>
                    <a:pt x="1370574" y="682285"/>
                  </a:lnTo>
                  <a:lnTo>
                    <a:pt x="1371646" y="682570"/>
                  </a:lnTo>
                  <a:lnTo>
                    <a:pt x="1372718" y="682855"/>
                  </a:lnTo>
                  <a:lnTo>
                    <a:pt x="1373789" y="683139"/>
                  </a:lnTo>
                  <a:lnTo>
                    <a:pt x="1374861" y="683424"/>
                  </a:lnTo>
                  <a:lnTo>
                    <a:pt x="1375932" y="683708"/>
                  </a:lnTo>
                  <a:lnTo>
                    <a:pt x="1377004" y="683992"/>
                  </a:lnTo>
                  <a:lnTo>
                    <a:pt x="1378076" y="684277"/>
                  </a:lnTo>
                  <a:lnTo>
                    <a:pt x="1379147" y="684561"/>
                  </a:lnTo>
                  <a:lnTo>
                    <a:pt x="1380219" y="684844"/>
                  </a:lnTo>
                  <a:lnTo>
                    <a:pt x="1381290" y="685128"/>
                  </a:lnTo>
                  <a:lnTo>
                    <a:pt x="1382362" y="685412"/>
                  </a:lnTo>
                  <a:lnTo>
                    <a:pt x="1383434" y="685695"/>
                  </a:lnTo>
                  <a:lnTo>
                    <a:pt x="1384505" y="685978"/>
                  </a:lnTo>
                  <a:lnTo>
                    <a:pt x="1385577" y="686261"/>
                  </a:lnTo>
                  <a:lnTo>
                    <a:pt x="1386648" y="686544"/>
                  </a:lnTo>
                  <a:lnTo>
                    <a:pt x="1387720" y="686826"/>
                  </a:lnTo>
                  <a:lnTo>
                    <a:pt x="1388792" y="687109"/>
                  </a:lnTo>
                  <a:lnTo>
                    <a:pt x="1389863" y="687391"/>
                  </a:lnTo>
                  <a:lnTo>
                    <a:pt x="1390935" y="687673"/>
                  </a:lnTo>
                  <a:lnTo>
                    <a:pt x="1392006" y="687955"/>
                  </a:lnTo>
                  <a:lnTo>
                    <a:pt x="1393078" y="688236"/>
                  </a:lnTo>
                  <a:lnTo>
                    <a:pt x="1394150" y="688517"/>
                  </a:lnTo>
                  <a:lnTo>
                    <a:pt x="1395221" y="688798"/>
                  </a:lnTo>
                  <a:lnTo>
                    <a:pt x="1396293" y="689079"/>
                  </a:lnTo>
                  <a:lnTo>
                    <a:pt x="1397364" y="689360"/>
                  </a:lnTo>
                  <a:lnTo>
                    <a:pt x="1398436" y="689640"/>
                  </a:lnTo>
                  <a:lnTo>
                    <a:pt x="1399508" y="689920"/>
                  </a:lnTo>
                  <a:lnTo>
                    <a:pt x="1400579" y="690199"/>
                  </a:lnTo>
                  <a:lnTo>
                    <a:pt x="1401651" y="690479"/>
                  </a:lnTo>
                  <a:lnTo>
                    <a:pt x="1402722" y="690758"/>
                  </a:lnTo>
                  <a:lnTo>
                    <a:pt x="1403794" y="691037"/>
                  </a:lnTo>
                  <a:lnTo>
                    <a:pt x="1404866" y="691315"/>
                  </a:lnTo>
                  <a:lnTo>
                    <a:pt x="1405937" y="691593"/>
                  </a:lnTo>
                  <a:lnTo>
                    <a:pt x="1407009" y="691871"/>
                  </a:lnTo>
                  <a:lnTo>
                    <a:pt x="1408080" y="692149"/>
                  </a:lnTo>
                  <a:lnTo>
                    <a:pt x="1409152" y="692426"/>
                  </a:lnTo>
                  <a:lnTo>
                    <a:pt x="1410224" y="692703"/>
                  </a:lnTo>
                  <a:lnTo>
                    <a:pt x="1411295" y="692980"/>
                  </a:lnTo>
                  <a:lnTo>
                    <a:pt x="1412367" y="693256"/>
                  </a:lnTo>
                  <a:lnTo>
                    <a:pt x="1413438" y="693532"/>
                  </a:lnTo>
                  <a:lnTo>
                    <a:pt x="1414510" y="693807"/>
                  </a:lnTo>
                  <a:lnTo>
                    <a:pt x="1415582" y="694082"/>
                  </a:lnTo>
                  <a:lnTo>
                    <a:pt x="1416653" y="694357"/>
                  </a:lnTo>
                  <a:lnTo>
                    <a:pt x="1417725" y="694631"/>
                  </a:lnTo>
                  <a:lnTo>
                    <a:pt x="1418796" y="694905"/>
                  </a:lnTo>
                  <a:lnTo>
                    <a:pt x="1419868" y="695179"/>
                  </a:lnTo>
                  <a:lnTo>
                    <a:pt x="1420939" y="695452"/>
                  </a:lnTo>
                  <a:lnTo>
                    <a:pt x="1422011" y="695725"/>
                  </a:lnTo>
                  <a:lnTo>
                    <a:pt x="1423083" y="695997"/>
                  </a:lnTo>
                  <a:lnTo>
                    <a:pt x="1424154" y="696269"/>
                  </a:lnTo>
                  <a:lnTo>
                    <a:pt x="1425226" y="696540"/>
                  </a:lnTo>
                  <a:lnTo>
                    <a:pt x="1426297" y="696811"/>
                  </a:lnTo>
                  <a:lnTo>
                    <a:pt x="1427369" y="697082"/>
                  </a:lnTo>
                  <a:lnTo>
                    <a:pt x="1428441" y="697352"/>
                  </a:lnTo>
                  <a:lnTo>
                    <a:pt x="1429512" y="697622"/>
                  </a:lnTo>
                  <a:lnTo>
                    <a:pt x="1430584" y="697891"/>
                  </a:lnTo>
                  <a:lnTo>
                    <a:pt x="1431655" y="698160"/>
                  </a:lnTo>
                  <a:lnTo>
                    <a:pt x="1432727" y="698429"/>
                  </a:lnTo>
                  <a:lnTo>
                    <a:pt x="1433799" y="698697"/>
                  </a:lnTo>
                  <a:lnTo>
                    <a:pt x="1434870" y="698964"/>
                  </a:lnTo>
                  <a:lnTo>
                    <a:pt x="1435942" y="699231"/>
                  </a:lnTo>
                  <a:lnTo>
                    <a:pt x="1437013" y="699497"/>
                  </a:lnTo>
                  <a:lnTo>
                    <a:pt x="1438085" y="699763"/>
                  </a:lnTo>
                  <a:lnTo>
                    <a:pt x="1439157" y="700029"/>
                  </a:lnTo>
                  <a:lnTo>
                    <a:pt x="1440228" y="700294"/>
                  </a:lnTo>
                  <a:lnTo>
                    <a:pt x="1441300" y="700558"/>
                  </a:lnTo>
                  <a:lnTo>
                    <a:pt x="1442371" y="700822"/>
                  </a:lnTo>
                  <a:lnTo>
                    <a:pt x="1443443" y="701086"/>
                  </a:lnTo>
                  <a:lnTo>
                    <a:pt x="1444515" y="701348"/>
                  </a:lnTo>
                  <a:lnTo>
                    <a:pt x="1445586" y="701611"/>
                  </a:lnTo>
                  <a:lnTo>
                    <a:pt x="1446658" y="701873"/>
                  </a:lnTo>
                  <a:lnTo>
                    <a:pt x="1447729" y="702134"/>
                  </a:lnTo>
                  <a:lnTo>
                    <a:pt x="1448801" y="702395"/>
                  </a:lnTo>
                  <a:lnTo>
                    <a:pt x="1449873" y="702655"/>
                  </a:lnTo>
                  <a:lnTo>
                    <a:pt x="1450944" y="702915"/>
                  </a:lnTo>
                  <a:lnTo>
                    <a:pt x="1452016" y="703174"/>
                  </a:lnTo>
                  <a:lnTo>
                    <a:pt x="1453087" y="703432"/>
                  </a:lnTo>
                  <a:lnTo>
                    <a:pt x="1454159" y="703690"/>
                  </a:lnTo>
                  <a:lnTo>
                    <a:pt x="1455231" y="703947"/>
                  </a:lnTo>
                  <a:lnTo>
                    <a:pt x="1456302" y="704204"/>
                  </a:lnTo>
                  <a:lnTo>
                    <a:pt x="1457374" y="704460"/>
                  </a:lnTo>
                  <a:lnTo>
                    <a:pt x="1458445" y="704716"/>
                  </a:lnTo>
                  <a:lnTo>
                    <a:pt x="1459517" y="704971"/>
                  </a:lnTo>
                  <a:lnTo>
                    <a:pt x="1460589" y="705225"/>
                  </a:lnTo>
                  <a:lnTo>
                    <a:pt x="1461660" y="705479"/>
                  </a:lnTo>
                  <a:lnTo>
                    <a:pt x="1462732" y="705732"/>
                  </a:lnTo>
                  <a:lnTo>
                    <a:pt x="1463803" y="705985"/>
                  </a:lnTo>
                  <a:lnTo>
                    <a:pt x="1464875" y="706237"/>
                  </a:lnTo>
                  <a:lnTo>
                    <a:pt x="1465947" y="706488"/>
                  </a:lnTo>
                  <a:lnTo>
                    <a:pt x="1467018" y="706739"/>
                  </a:lnTo>
                  <a:lnTo>
                    <a:pt x="1468090" y="706989"/>
                  </a:lnTo>
                  <a:lnTo>
                    <a:pt x="1469161" y="707238"/>
                  </a:lnTo>
                  <a:lnTo>
                    <a:pt x="1470233" y="707487"/>
                  </a:lnTo>
                  <a:lnTo>
                    <a:pt x="1471305" y="707735"/>
                  </a:lnTo>
                  <a:lnTo>
                    <a:pt x="1472376" y="707983"/>
                  </a:lnTo>
                  <a:lnTo>
                    <a:pt x="1473448" y="708230"/>
                  </a:lnTo>
                  <a:lnTo>
                    <a:pt x="1474519" y="708476"/>
                  </a:lnTo>
                  <a:lnTo>
                    <a:pt x="1475591" y="708721"/>
                  </a:lnTo>
                  <a:lnTo>
                    <a:pt x="1476663" y="708966"/>
                  </a:lnTo>
                  <a:lnTo>
                    <a:pt x="1477734" y="709211"/>
                  </a:lnTo>
                  <a:lnTo>
                    <a:pt x="1478806" y="709454"/>
                  </a:lnTo>
                  <a:lnTo>
                    <a:pt x="1479877" y="709697"/>
                  </a:lnTo>
                  <a:lnTo>
                    <a:pt x="1480949" y="709939"/>
                  </a:lnTo>
                  <a:lnTo>
                    <a:pt x="1482021" y="710181"/>
                  </a:lnTo>
                  <a:lnTo>
                    <a:pt x="1483092" y="710421"/>
                  </a:lnTo>
                  <a:lnTo>
                    <a:pt x="1484164" y="710662"/>
                  </a:lnTo>
                  <a:lnTo>
                    <a:pt x="1485235" y="710901"/>
                  </a:lnTo>
                  <a:lnTo>
                    <a:pt x="1486307" y="711140"/>
                  </a:lnTo>
                  <a:lnTo>
                    <a:pt x="1487379" y="711378"/>
                  </a:lnTo>
                  <a:lnTo>
                    <a:pt x="1488450" y="711615"/>
                  </a:lnTo>
                  <a:lnTo>
                    <a:pt x="1489522" y="711852"/>
                  </a:lnTo>
                  <a:lnTo>
                    <a:pt x="1490593" y="712088"/>
                  </a:lnTo>
                  <a:lnTo>
                    <a:pt x="1491665" y="712323"/>
                  </a:lnTo>
                  <a:lnTo>
                    <a:pt x="1492737" y="712557"/>
                  </a:lnTo>
                  <a:lnTo>
                    <a:pt x="1493808" y="712791"/>
                  </a:lnTo>
                  <a:lnTo>
                    <a:pt x="1494880" y="713024"/>
                  </a:lnTo>
                  <a:lnTo>
                    <a:pt x="1495951" y="713256"/>
                  </a:lnTo>
                  <a:lnTo>
                    <a:pt x="1497023" y="713488"/>
                  </a:lnTo>
                  <a:lnTo>
                    <a:pt x="1498095" y="713719"/>
                  </a:lnTo>
                  <a:lnTo>
                    <a:pt x="1499166" y="713949"/>
                  </a:lnTo>
                  <a:lnTo>
                    <a:pt x="1500238" y="714178"/>
                  </a:lnTo>
                  <a:lnTo>
                    <a:pt x="1501309" y="714407"/>
                  </a:lnTo>
                  <a:lnTo>
                    <a:pt x="1502381" y="714635"/>
                  </a:lnTo>
                  <a:lnTo>
                    <a:pt x="1503453" y="714862"/>
                  </a:lnTo>
                  <a:lnTo>
                    <a:pt x="1504524" y="715089"/>
                  </a:lnTo>
                  <a:lnTo>
                    <a:pt x="1505596" y="715314"/>
                  </a:lnTo>
                  <a:lnTo>
                    <a:pt x="1506667" y="715539"/>
                  </a:lnTo>
                  <a:lnTo>
                    <a:pt x="1507739" y="715764"/>
                  </a:lnTo>
                  <a:lnTo>
                    <a:pt x="1508811" y="715987"/>
                  </a:lnTo>
                  <a:lnTo>
                    <a:pt x="1509882" y="716210"/>
                  </a:lnTo>
                  <a:lnTo>
                    <a:pt x="1510954" y="716432"/>
                  </a:lnTo>
                  <a:lnTo>
                    <a:pt x="1512025" y="716653"/>
                  </a:lnTo>
                  <a:lnTo>
                    <a:pt x="1513097" y="716873"/>
                  </a:lnTo>
                  <a:lnTo>
                    <a:pt x="1514169" y="717093"/>
                  </a:lnTo>
                  <a:lnTo>
                    <a:pt x="1515240" y="717312"/>
                  </a:lnTo>
                  <a:lnTo>
                    <a:pt x="1516312" y="717530"/>
                  </a:lnTo>
                  <a:lnTo>
                    <a:pt x="1517383" y="717748"/>
                  </a:lnTo>
                  <a:lnTo>
                    <a:pt x="1518455" y="717964"/>
                  </a:lnTo>
                  <a:lnTo>
                    <a:pt x="1519527" y="718180"/>
                  </a:lnTo>
                  <a:lnTo>
                    <a:pt x="1520598" y="718395"/>
                  </a:lnTo>
                  <a:lnTo>
                    <a:pt x="1521670" y="718610"/>
                  </a:lnTo>
                  <a:lnTo>
                    <a:pt x="1522741" y="718823"/>
                  </a:lnTo>
                  <a:lnTo>
                    <a:pt x="1523813" y="719036"/>
                  </a:lnTo>
                  <a:lnTo>
                    <a:pt x="1524885" y="719248"/>
                  </a:lnTo>
                  <a:lnTo>
                    <a:pt x="1525956" y="719460"/>
                  </a:lnTo>
                  <a:lnTo>
                    <a:pt x="1527028" y="719670"/>
                  </a:lnTo>
                  <a:lnTo>
                    <a:pt x="1528099" y="719880"/>
                  </a:lnTo>
                  <a:lnTo>
                    <a:pt x="1529171" y="720089"/>
                  </a:lnTo>
                  <a:lnTo>
                    <a:pt x="1530243" y="720298"/>
                  </a:lnTo>
                  <a:lnTo>
                    <a:pt x="1531314" y="720505"/>
                  </a:lnTo>
                  <a:lnTo>
                    <a:pt x="1532386" y="720712"/>
                  </a:lnTo>
                  <a:lnTo>
                    <a:pt x="1533457" y="720918"/>
                  </a:lnTo>
                  <a:lnTo>
                    <a:pt x="1534529" y="721123"/>
                  </a:lnTo>
                  <a:lnTo>
                    <a:pt x="1535601" y="721328"/>
                  </a:lnTo>
                  <a:lnTo>
                    <a:pt x="1536672" y="721532"/>
                  </a:lnTo>
                  <a:lnTo>
                    <a:pt x="1537744" y="721735"/>
                  </a:lnTo>
                  <a:lnTo>
                    <a:pt x="1538815" y="721937"/>
                  </a:lnTo>
                  <a:lnTo>
                    <a:pt x="1539887" y="722138"/>
                  </a:lnTo>
                  <a:lnTo>
                    <a:pt x="1540959" y="722339"/>
                  </a:lnTo>
                  <a:lnTo>
                    <a:pt x="1542030" y="722539"/>
                  </a:lnTo>
                  <a:lnTo>
                    <a:pt x="1543102" y="722739"/>
                  </a:lnTo>
                  <a:lnTo>
                    <a:pt x="1544173" y="722937"/>
                  </a:lnTo>
                  <a:lnTo>
                    <a:pt x="1545245" y="723135"/>
                  </a:lnTo>
                  <a:lnTo>
                    <a:pt x="1546317" y="723332"/>
                  </a:lnTo>
                  <a:lnTo>
                    <a:pt x="1547388" y="723528"/>
                  </a:lnTo>
                  <a:lnTo>
                    <a:pt x="1548460" y="723724"/>
                  </a:lnTo>
                  <a:lnTo>
                    <a:pt x="1549531" y="723919"/>
                  </a:lnTo>
                  <a:lnTo>
                    <a:pt x="1550603" y="724113"/>
                  </a:lnTo>
                  <a:lnTo>
                    <a:pt x="1551675" y="724306"/>
                  </a:lnTo>
                  <a:lnTo>
                    <a:pt x="1552746" y="724499"/>
                  </a:lnTo>
                  <a:lnTo>
                    <a:pt x="1553818" y="724691"/>
                  </a:lnTo>
                  <a:lnTo>
                    <a:pt x="1554889" y="724882"/>
                  </a:lnTo>
                  <a:lnTo>
                    <a:pt x="1555961" y="725073"/>
                  </a:lnTo>
                  <a:lnTo>
                    <a:pt x="1557033" y="725263"/>
                  </a:lnTo>
                  <a:lnTo>
                    <a:pt x="1558104" y="725452"/>
                  </a:lnTo>
                  <a:lnTo>
                    <a:pt x="1559176" y="725640"/>
                  </a:lnTo>
                  <a:lnTo>
                    <a:pt x="1560247" y="725828"/>
                  </a:lnTo>
                  <a:lnTo>
                    <a:pt x="1561319" y="726015"/>
                  </a:lnTo>
                  <a:lnTo>
                    <a:pt x="1562391" y="726202"/>
                  </a:lnTo>
                  <a:lnTo>
                    <a:pt x="1563462" y="726388"/>
                  </a:lnTo>
                  <a:lnTo>
                    <a:pt x="1564534" y="726573"/>
                  </a:lnTo>
                  <a:lnTo>
                    <a:pt x="1565605" y="726757"/>
                  </a:lnTo>
                  <a:lnTo>
                    <a:pt x="1566677" y="726941"/>
                  </a:lnTo>
                  <a:lnTo>
                    <a:pt x="1567749" y="727124"/>
                  </a:lnTo>
                  <a:lnTo>
                    <a:pt x="1568820" y="727306"/>
                  </a:lnTo>
                  <a:lnTo>
                    <a:pt x="1569892" y="727488"/>
                  </a:lnTo>
                  <a:lnTo>
                    <a:pt x="1570963" y="727670"/>
                  </a:lnTo>
                  <a:lnTo>
                    <a:pt x="1572035" y="727850"/>
                  </a:lnTo>
                  <a:lnTo>
                    <a:pt x="1573107" y="728030"/>
                  </a:lnTo>
                  <a:lnTo>
                    <a:pt x="1574178" y="728209"/>
                  </a:lnTo>
                  <a:lnTo>
                    <a:pt x="1575250" y="728388"/>
                  </a:lnTo>
                  <a:lnTo>
                    <a:pt x="1576321" y="728566"/>
                  </a:lnTo>
                  <a:lnTo>
                    <a:pt x="1577393" y="728744"/>
                  </a:lnTo>
                  <a:lnTo>
                    <a:pt x="1578465" y="728921"/>
                  </a:lnTo>
                  <a:lnTo>
                    <a:pt x="1579536" y="729097"/>
                  </a:lnTo>
                  <a:lnTo>
                    <a:pt x="1580608" y="729273"/>
                  </a:lnTo>
                  <a:lnTo>
                    <a:pt x="1581679" y="729449"/>
                  </a:lnTo>
                  <a:lnTo>
                    <a:pt x="1582751" y="729623"/>
                  </a:lnTo>
                  <a:lnTo>
                    <a:pt x="1583823" y="729798"/>
                  </a:lnTo>
                  <a:lnTo>
                    <a:pt x="1584894" y="729971"/>
                  </a:lnTo>
                  <a:lnTo>
                    <a:pt x="1585966" y="730145"/>
                  </a:lnTo>
                  <a:lnTo>
                    <a:pt x="1587037" y="730317"/>
                  </a:lnTo>
                  <a:lnTo>
                    <a:pt x="1588109" y="730490"/>
                  </a:lnTo>
                  <a:lnTo>
                    <a:pt x="1589181" y="730661"/>
                  </a:lnTo>
                  <a:lnTo>
                    <a:pt x="1590252" y="730833"/>
                  </a:lnTo>
                  <a:lnTo>
                    <a:pt x="1591324" y="731003"/>
                  </a:lnTo>
                  <a:lnTo>
                    <a:pt x="1592395" y="731174"/>
                  </a:lnTo>
                  <a:lnTo>
                    <a:pt x="1593467" y="731344"/>
                  </a:lnTo>
                  <a:lnTo>
                    <a:pt x="1594539" y="731513"/>
                  </a:lnTo>
                  <a:lnTo>
                    <a:pt x="1595610" y="731682"/>
                  </a:lnTo>
                  <a:lnTo>
                    <a:pt x="1596682" y="731851"/>
                  </a:lnTo>
                  <a:lnTo>
                    <a:pt x="1597753" y="732020"/>
                  </a:lnTo>
                  <a:lnTo>
                    <a:pt x="1598825" y="732187"/>
                  </a:lnTo>
                  <a:lnTo>
                    <a:pt x="1599896" y="732355"/>
                  </a:lnTo>
                  <a:lnTo>
                    <a:pt x="1600968" y="732522"/>
                  </a:lnTo>
                  <a:lnTo>
                    <a:pt x="1602040" y="732689"/>
                  </a:lnTo>
                  <a:lnTo>
                    <a:pt x="1603111" y="732856"/>
                  </a:lnTo>
                  <a:lnTo>
                    <a:pt x="1604183" y="733022"/>
                  </a:lnTo>
                  <a:lnTo>
                    <a:pt x="1605254" y="733188"/>
                  </a:lnTo>
                  <a:lnTo>
                    <a:pt x="1606326" y="733354"/>
                  </a:lnTo>
                  <a:lnTo>
                    <a:pt x="1607398" y="733520"/>
                  </a:lnTo>
                  <a:lnTo>
                    <a:pt x="1608469" y="733685"/>
                  </a:lnTo>
                  <a:lnTo>
                    <a:pt x="1609541" y="733850"/>
                  </a:lnTo>
                  <a:lnTo>
                    <a:pt x="1610612" y="734015"/>
                  </a:lnTo>
                  <a:lnTo>
                    <a:pt x="1611684" y="734179"/>
                  </a:lnTo>
                  <a:lnTo>
                    <a:pt x="1612756" y="734344"/>
                  </a:lnTo>
                  <a:lnTo>
                    <a:pt x="1613827" y="734508"/>
                  </a:lnTo>
                  <a:lnTo>
                    <a:pt x="1614899" y="734673"/>
                  </a:lnTo>
                  <a:lnTo>
                    <a:pt x="1615970" y="734796"/>
                  </a:lnTo>
                  <a:lnTo>
                    <a:pt x="1617042" y="734198"/>
                  </a:lnTo>
                  <a:lnTo>
                    <a:pt x="1618114" y="733604"/>
                  </a:lnTo>
                  <a:lnTo>
                    <a:pt x="1619185" y="733012"/>
                  </a:lnTo>
                  <a:lnTo>
                    <a:pt x="1620257" y="732423"/>
                  </a:lnTo>
                  <a:lnTo>
                    <a:pt x="1621328" y="731836"/>
                  </a:lnTo>
                  <a:lnTo>
                    <a:pt x="1622400" y="731251"/>
                  </a:lnTo>
                  <a:lnTo>
                    <a:pt x="1623472" y="730670"/>
                  </a:lnTo>
                  <a:lnTo>
                    <a:pt x="1624543" y="730090"/>
                  </a:lnTo>
                  <a:lnTo>
                    <a:pt x="1625615" y="729513"/>
                  </a:lnTo>
                  <a:lnTo>
                    <a:pt x="1626686" y="728938"/>
                  </a:lnTo>
                  <a:lnTo>
                    <a:pt x="1627758" y="728366"/>
                  </a:lnTo>
                  <a:lnTo>
                    <a:pt x="1628830" y="727796"/>
                  </a:lnTo>
                  <a:lnTo>
                    <a:pt x="1629901" y="727229"/>
                  </a:lnTo>
                  <a:lnTo>
                    <a:pt x="1630973" y="726663"/>
                  </a:lnTo>
                  <a:lnTo>
                    <a:pt x="1632044" y="726100"/>
                  </a:lnTo>
                  <a:lnTo>
                    <a:pt x="1633116" y="725540"/>
                  </a:lnTo>
                  <a:lnTo>
                    <a:pt x="1634188" y="724981"/>
                  </a:lnTo>
                  <a:lnTo>
                    <a:pt x="1635259" y="724425"/>
                  </a:lnTo>
                  <a:lnTo>
                    <a:pt x="1636331" y="723871"/>
                  </a:lnTo>
                  <a:lnTo>
                    <a:pt x="1637402" y="723319"/>
                  </a:lnTo>
                  <a:lnTo>
                    <a:pt x="1638474" y="722769"/>
                  </a:lnTo>
                  <a:lnTo>
                    <a:pt x="1639546" y="722221"/>
                  </a:lnTo>
                  <a:lnTo>
                    <a:pt x="1640617" y="721675"/>
                  </a:lnTo>
                  <a:lnTo>
                    <a:pt x="1641689" y="721131"/>
                  </a:lnTo>
                  <a:lnTo>
                    <a:pt x="1642760" y="720590"/>
                  </a:lnTo>
                  <a:lnTo>
                    <a:pt x="1643832" y="720050"/>
                  </a:lnTo>
                  <a:lnTo>
                    <a:pt x="1644904" y="719512"/>
                  </a:lnTo>
                  <a:lnTo>
                    <a:pt x="1645975" y="718976"/>
                  </a:lnTo>
                  <a:lnTo>
                    <a:pt x="1647047" y="718443"/>
                  </a:lnTo>
                  <a:lnTo>
                    <a:pt x="1648118" y="717911"/>
                  </a:lnTo>
                  <a:lnTo>
                    <a:pt x="1649190" y="717380"/>
                  </a:lnTo>
                  <a:lnTo>
                    <a:pt x="1650262" y="716852"/>
                  </a:lnTo>
                  <a:lnTo>
                    <a:pt x="1651333" y="716326"/>
                  </a:lnTo>
                  <a:lnTo>
                    <a:pt x="1652405" y="715801"/>
                  </a:lnTo>
                  <a:lnTo>
                    <a:pt x="1653476" y="715278"/>
                  </a:lnTo>
                  <a:lnTo>
                    <a:pt x="1654548" y="714757"/>
                  </a:lnTo>
                  <a:lnTo>
                    <a:pt x="1655620" y="714238"/>
                  </a:lnTo>
                  <a:lnTo>
                    <a:pt x="1656691" y="713720"/>
                  </a:lnTo>
                  <a:lnTo>
                    <a:pt x="1657763" y="713204"/>
                  </a:lnTo>
                  <a:lnTo>
                    <a:pt x="1658834" y="712689"/>
                  </a:lnTo>
                  <a:lnTo>
                    <a:pt x="1659906" y="712177"/>
                  </a:lnTo>
                  <a:lnTo>
                    <a:pt x="1660978" y="711665"/>
                  </a:lnTo>
                  <a:lnTo>
                    <a:pt x="1662049" y="711156"/>
                  </a:lnTo>
                  <a:lnTo>
                    <a:pt x="1663121" y="710648"/>
                  </a:lnTo>
                  <a:lnTo>
                    <a:pt x="1664192" y="710141"/>
                  </a:lnTo>
                  <a:lnTo>
                    <a:pt x="1665264" y="709636"/>
                  </a:lnTo>
                  <a:lnTo>
                    <a:pt x="1666336" y="709132"/>
                  </a:lnTo>
                  <a:lnTo>
                    <a:pt x="1667407" y="708630"/>
                  </a:lnTo>
                  <a:lnTo>
                    <a:pt x="1668479" y="708130"/>
                  </a:lnTo>
                  <a:lnTo>
                    <a:pt x="1669550" y="707630"/>
                  </a:lnTo>
                  <a:lnTo>
                    <a:pt x="1670622" y="707132"/>
                  </a:lnTo>
                  <a:lnTo>
                    <a:pt x="1671694" y="706636"/>
                  </a:lnTo>
                  <a:lnTo>
                    <a:pt x="1672765" y="706140"/>
                  </a:lnTo>
                  <a:lnTo>
                    <a:pt x="1673837" y="705646"/>
                  </a:lnTo>
                  <a:lnTo>
                    <a:pt x="1674908" y="705154"/>
                  </a:lnTo>
                  <a:lnTo>
                    <a:pt x="1675980" y="704662"/>
                  </a:lnTo>
                  <a:lnTo>
                    <a:pt x="1677052" y="704172"/>
                  </a:lnTo>
                  <a:lnTo>
                    <a:pt x="1678123" y="703683"/>
                  </a:lnTo>
                  <a:lnTo>
                    <a:pt x="1679195" y="703195"/>
                  </a:lnTo>
                  <a:lnTo>
                    <a:pt x="1680266" y="702709"/>
                  </a:lnTo>
                  <a:lnTo>
                    <a:pt x="1681338" y="702223"/>
                  </a:lnTo>
                  <a:lnTo>
                    <a:pt x="1682410" y="701739"/>
                  </a:lnTo>
                  <a:lnTo>
                    <a:pt x="1683481" y="701256"/>
                  </a:lnTo>
                  <a:lnTo>
                    <a:pt x="1684553" y="700774"/>
                  </a:lnTo>
                  <a:lnTo>
                    <a:pt x="1685624" y="700292"/>
                  </a:lnTo>
                  <a:lnTo>
                    <a:pt x="1686696" y="699812"/>
                  </a:lnTo>
                  <a:lnTo>
                    <a:pt x="1687768" y="699333"/>
                  </a:lnTo>
                  <a:lnTo>
                    <a:pt x="1688839" y="698855"/>
                  </a:lnTo>
                  <a:lnTo>
                    <a:pt x="1689911" y="698378"/>
                  </a:lnTo>
                  <a:lnTo>
                    <a:pt x="1690982" y="697902"/>
                  </a:lnTo>
                  <a:lnTo>
                    <a:pt x="1692054" y="697427"/>
                  </a:lnTo>
                  <a:lnTo>
                    <a:pt x="1693126" y="696952"/>
                  </a:lnTo>
                  <a:lnTo>
                    <a:pt x="1694197" y="696479"/>
                  </a:lnTo>
                  <a:lnTo>
                    <a:pt x="1695269" y="696006"/>
                  </a:lnTo>
                  <a:lnTo>
                    <a:pt x="1696340" y="695534"/>
                  </a:lnTo>
                  <a:lnTo>
                    <a:pt x="1697412" y="695063"/>
                  </a:lnTo>
                  <a:lnTo>
                    <a:pt x="1698484" y="694593"/>
                  </a:lnTo>
                  <a:lnTo>
                    <a:pt x="1699555" y="694124"/>
                  </a:lnTo>
                  <a:lnTo>
                    <a:pt x="1700627" y="693655"/>
                  </a:lnTo>
                  <a:lnTo>
                    <a:pt x="1701698" y="693187"/>
                  </a:lnTo>
                  <a:lnTo>
                    <a:pt x="1702770" y="692720"/>
                  </a:lnTo>
                  <a:lnTo>
                    <a:pt x="1703842" y="692253"/>
                  </a:lnTo>
                  <a:lnTo>
                    <a:pt x="1704913" y="691787"/>
                  </a:lnTo>
                  <a:lnTo>
                    <a:pt x="1705985" y="691322"/>
                  </a:lnTo>
                  <a:lnTo>
                    <a:pt x="1707056" y="690858"/>
                  </a:lnTo>
                  <a:lnTo>
                    <a:pt x="1708128" y="690394"/>
                  </a:lnTo>
                  <a:lnTo>
                    <a:pt x="1709200" y="689930"/>
                  </a:lnTo>
                  <a:lnTo>
                    <a:pt x="1710271" y="689468"/>
                  </a:lnTo>
                  <a:lnTo>
                    <a:pt x="1711343" y="689005"/>
                  </a:lnTo>
                  <a:lnTo>
                    <a:pt x="1712414" y="688544"/>
                  </a:lnTo>
                  <a:lnTo>
                    <a:pt x="1713486" y="688083"/>
                  </a:lnTo>
                  <a:lnTo>
                    <a:pt x="1714558" y="687622"/>
                  </a:lnTo>
                  <a:lnTo>
                    <a:pt x="1715629" y="687162"/>
                  </a:lnTo>
                  <a:lnTo>
                    <a:pt x="1716701" y="686702"/>
                  </a:lnTo>
                  <a:lnTo>
                    <a:pt x="1717772" y="686243"/>
                  </a:lnTo>
                  <a:lnTo>
                    <a:pt x="1718844" y="685784"/>
                  </a:lnTo>
                  <a:lnTo>
                    <a:pt x="1719916" y="685326"/>
                  </a:lnTo>
                  <a:lnTo>
                    <a:pt x="1720987" y="684868"/>
                  </a:lnTo>
                  <a:lnTo>
                    <a:pt x="1722059" y="684410"/>
                  </a:lnTo>
                  <a:lnTo>
                    <a:pt x="1723130" y="683953"/>
                  </a:lnTo>
                  <a:lnTo>
                    <a:pt x="1724202" y="683496"/>
                  </a:lnTo>
                  <a:lnTo>
                    <a:pt x="1725274" y="683039"/>
                  </a:lnTo>
                  <a:lnTo>
                    <a:pt x="1726345" y="682583"/>
                  </a:lnTo>
                  <a:lnTo>
                    <a:pt x="1727417" y="682127"/>
                  </a:lnTo>
                  <a:lnTo>
                    <a:pt x="1728488" y="681671"/>
                  </a:lnTo>
                  <a:lnTo>
                    <a:pt x="1729560" y="681216"/>
                  </a:lnTo>
                  <a:lnTo>
                    <a:pt x="1730632" y="680761"/>
                  </a:lnTo>
                  <a:lnTo>
                    <a:pt x="1731703" y="680306"/>
                  </a:lnTo>
                  <a:lnTo>
                    <a:pt x="1732775" y="679851"/>
                  </a:lnTo>
                  <a:lnTo>
                    <a:pt x="1733846" y="679396"/>
                  </a:lnTo>
                  <a:lnTo>
                    <a:pt x="1734918" y="678942"/>
                  </a:lnTo>
                  <a:lnTo>
                    <a:pt x="1735990" y="678488"/>
                  </a:lnTo>
                  <a:lnTo>
                    <a:pt x="1737061" y="678034"/>
                  </a:lnTo>
                  <a:lnTo>
                    <a:pt x="1738133" y="677580"/>
                  </a:lnTo>
                  <a:lnTo>
                    <a:pt x="1739204" y="677126"/>
                  </a:lnTo>
                  <a:lnTo>
                    <a:pt x="1740276" y="676673"/>
                  </a:lnTo>
                  <a:lnTo>
                    <a:pt x="1741348" y="676219"/>
                  </a:lnTo>
                  <a:lnTo>
                    <a:pt x="1742419" y="675766"/>
                  </a:lnTo>
                  <a:lnTo>
                    <a:pt x="1743491" y="675312"/>
                  </a:lnTo>
                  <a:lnTo>
                    <a:pt x="1744562" y="674859"/>
                  </a:lnTo>
                  <a:lnTo>
                    <a:pt x="1745634" y="674406"/>
                  </a:lnTo>
                  <a:lnTo>
                    <a:pt x="1746706" y="673953"/>
                  </a:lnTo>
                  <a:lnTo>
                    <a:pt x="1747777" y="673499"/>
                  </a:lnTo>
                  <a:lnTo>
                    <a:pt x="1748849" y="673046"/>
                  </a:lnTo>
                  <a:lnTo>
                    <a:pt x="1749920" y="672593"/>
                  </a:lnTo>
                  <a:lnTo>
                    <a:pt x="1750992" y="672140"/>
                  </a:lnTo>
                  <a:lnTo>
                    <a:pt x="1752064" y="671687"/>
                  </a:lnTo>
                  <a:lnTo>
                    <a:pt x="1753135" y="671233"/>
                  </a:lnTo>
                  <a:lnTo>
                    <a:pt x="1754207" y="670780"/>
                  </a:lnTo>
                  <a:lnTo>
                    <a:pt x="1755278" y="670327"/>
                  </a:lnTo>
                  <a:lnTo>
                    <a:pt x="1756350" y="669873"/>
                  </a:lnTo>
                  <a:lnTo>
                    <a:pt x="1757422" y="669420"/>
                  </a:lnTo>
                  <a:lnTo>
                    <a:pt x="1758493" y="668966"/>
                  </a:lnTo>
                  <a:lnTo>
                    <a:pt x="1759565" y="668512"/>
                  </a:lnTo>
                  <a:lnTo>
                    <a:pt x="1760636" y="668059"/>
                  </a:lnTo>
                  <a:lnTo>
                    <a:pt x="1761708" y="667605"/>
                  </a:lnTo>
                  <a:lnTo>
                    <a:pt x="1762780" y="667151"/>
                  </a:lnTo>
                  <a:lnTo>
                    <a:pt x="1763851" y="666696"/>
                  </a:lnTo>
                  <a:lnTo>
                    <a:pt x="1764923" y="666242"/>
                  </a:lnTo>
                  <a:lnTo>
                    <a:pt x="1765994" y="665787"/>
                  </a:lnTo>
                  <a:lnTo>
                    <a:pt x="1767066" y="665333"/>
                  </a:lnTo>
                  <a:lnTo>
                    <a:pt x="1768138" y="664878"/>
                  </a:lnTo>
                  <a:lnTo>
                    <a:pt x="1769209" y="664423"/>
                  </a:lnTo>
                  <a:lnTo>
                    <a:pt x="1770281" y="663967"/>
                  </a:lnTo>
                  <a:lnTo>
                    <a:pt x="1771352" y="663512"/>
                  </a:lnTo>
                  <a:lnTo>
                    <a:pt x="1772424" y="663056"/>
                  </a:lnTo>
                  <a:lnTo>
                    <a:pt x="1773496" y="662600"/>
                  </a:lnTo>
                  <a:lnTo>
                    <a:pt x="1774567" y="662144"/>
                  </a:lnTo>
                  <a:lnTo>
                    <a:pt x="1775639" y="661687"/>
                  </a:lnTo>
                  <a:lnTo>
                    <a:pt x="1776710" y="661230"/>
                  </a:lnTo>
                  <a:lnTo>
                    <a:pt x="1777782" y="660773"/>
                  </a:lnTo>
                  <a:lnTo>
                    <a:pt x="1778853" y="660316"/>
                  </a:lnTo>
                  <a:lnTo>
                    <a:pt x="1779925" y="659859"/>
                  </a:lnTo>
                  <a:lnTo>
                    <a:pt x="1780997" y="659401"/>
                  </a:lnTo>
                  <a:lnTo>
                    <a:pt x="1782068" y="658943"/>
                  </a:lnTo>
                  <a:lnTo>
                    <a:pt x="1783140" y="658484"/>
                  </a:lnTo>
                  <a:lnTo>
                    <a:pt x="1784211" y="658025"/>
                  </a:lnTo>
                  <a:lnTo>
                    <a:pt x="1785283" y="657566"/>
                  </a:lnTo>
                  <a:lnTo>
                    <a:pt x="1786355" y="657107"/>
                  </a:lnTo>
                  <a:lnTo>
                    <a:pt x="1787426" y="656647"/>
                  </a:lnTo>
                  <a:lnTo>
                    <a:pt x="1788498" y="656187"/>
                  </a:lnTo>
                  <a:lnTo>
                    <a:pt x="1789569" y="655727"/>
                  </a:lnTo>
                  <a:lnTo>
                    <a:pt x="1790641" y="655266"/>
                  </a:lnTo>
                  <a:lnTo>
                    <a:pt x="1791713" y="654805"/>
                  </a:lnTo>
                  <a:lnTo>
                    <a:pt x="1792784" y="654344"/>
                  </a:lnTo>
                  <a:lnTo>
                    <a:pt x="1793856" y="653882"/>
                  </a:lnTo>
                  <a:lnTo>
                    <a:pt x="1794927" y="653420"/>
                  </a:lnTo>
                  <a:lnTo>
                    <a:pt x="1795999" y="652957"/>
                  </a:lnTo>
                  <a:lnTo>
                    <a:pt x="1797071" y="652494"/>
                  </a:lnTo>
                  <a:lnTo>
                    <a:pt x="1798142" y="652031"/>
                  </a:lnTo>
                  <a:lnTo>
                    <a:pt x="1799214" y="651567"/>
                  </a:lnTo>
                  <a:lnTo>
                    <a:pt x="1800285" y="651103"/>
                  </a:lnTo>
                  <a:lnTo>
                    <a:pt x="1801357" y="650639"/>
                  </a:lnTo>
                  <a:lnTo>
                    <a:pt x="1802429" y="650174"/>
                  </a:lnTo>
                  <a:lnTo>
                    <a:pt x="1803500" y="649709"/>
                  </a:lnTo>
                  <a:lnTo>
                    <a:pt x="1804572" y="649243"/>
                  </a:lnTo>
                  <a:lnTo>
                    <a:pt x="1805643" y="648777"/>
                  </a:lnTo>
                  <a:lnTo>
                    <a:pt x="1806715" y="648310"/>
                  </a:lnTo>
                  <a:lnTo>
                    <a:pt x="1807787" y="647843"/>
                  </a:lnTo>
                  <a:lnTo>
                    <a:pt x="1808858" y="647376"/>
                  </a:lnTo>
                  <a:lnTo>
                    <a:pt x="1809930" y="646908"/>
                  </a:lnTo>
                  <a:lnTo>
                    <a:pt x="1811001" y="646440"/>
                  </a:lnTo>
                  <a:lnTo>
                    <a:pt x="1812073" y="645971"/>
                  </a:lnTo>
                  <a:lnTo>
                    <a:pt x="1813145" y="645502"/>
                  </a:lnTo>
                  <a:lnTo>
                    <a:pt x="1814216" y="645032"/>
                  </a:lnTo>
                  <a:lnTo>
                    <a:pt x="1815288" y="644562"/>
                  </a:lnTo>
                  <a:lnTo>
                    <a:pt x="1816359" y="644092"/>
                  </a:lnTo>
                  <a:lnTo>
                    <a:pt x="1817431" y="643621"/>
                  </a:lnTo>
                  <a:lnTo>
                    <a:pt x="1818503" y="643150"/>
                  </a:lnTo>
                  <a:lnTo>
                    <a:pt x="1819574" y="642678"/>
                  </a:lnTo>
                  <a:lnTo>
                    <a:pt x="1820646" y="642205"/>
                  </a:lnTo>
                  <a:lnTo>
                    <a:pt x="1821717" y="641733"/>
                  </a:lnTo>
                  <a:lnTo>
                    <a:pt x="1822789" y="641259"/>
                  </a:lnTo>
                  <a:lnTo>
                    <a:pt x="1823861" y="640786"/>
                  </a:lnTo>
                  <a:lnTo>
                    <a:pt x="1824932" y="640312"/>
                  </a:lnTo>
                  <a:lnTo>
                    <a:pt x="1826004" y="639837"/>
                  </a:lnTo>
                  <a:lnTo>
                    <a:pt x="1827075" y="639362"/>
                  </a:lnTo>
                  <a:lnTo>
                    <a:pt x="1828147" y="638886"/>
                  </a:lnTo>
                  <a:lnTo>
                    <a:pt x="1829219" y="638410"/>
                  </a:lnTo>
                  <a:lnTo>
                    <a:pt x="1830290" y="637934"/>
                  </a:lnTo>
                  <a:lnTo>
                    <a:pt x="1831362" y="637457"/>
                  </a:lnTo>
                  <a:lnTo>
                    <a:pt x="1832433" y="636979"/>
                  </a:lnTo>
                  <a:lnTo>
                    <a:pt x="1833505" y="636501"/>
                  </a:lnTo>
                  <a:lnTo>
                    <a:pt x="1834577" y="636023"/>
                  </a:lnTo>
                  <a:lnTo>
                    <a:pt x="1835648" y="635544"/>
                  </a:lnTo>
                  <a:lnTo>
                    <a:pt x="1836720" y="635065"/>
                  </a:lnTo>
                  <a:lnTo>
                    <a:pt x="1837791" y="634585"/>
                  </a:lnTo>
                  <a:lnTo>
                    <a:pt x="1838863" y="634104"/>
                  </a:lnTo>
                  <a:lnTo>
                    <a:pt x="1839935" y="633623"/>
                  </a:lnTo>
                  <a:lnTo>
                    <a:pt x="1841006" y="633142"/>
                  </a:lnTo>
                  <a:lnTo>
                    <a:pt x="1842078" y="632660"/>
                  </a:lnTo>
                  <a:lnTo>
                    <a:pt x="1843149" y="632178"/>
                  </a:lnTo>
                  <a:lnTo>
                    <a:pt x="1844221" y="631695"/>
                  </a:lnTo>
                  <a:lnTo>
                    <a:pt x="1845293" y="631212"/>
                  </a:lnTo>
                  <a:lnTo>
                    <a:pt x="1846364" y="630728"/>
                  </a:lnTo>
                  <a:lnTo>
                    <a:pt x="1847436" y="630244"/>
                  </a:lnTo>
                  <a:lnTo>
                    <a:pt x="1848507" y="629759"/>
                  </a:lnTo>
                  <a:lnTo>
                    <a:pt x="1849579" y="629274"/>
                  </a:lnTo>
                  <a:lnTo>
                    <a:pt x="1850651" y="628788"/>
                  </a:lnTo>
                  <a:lnTo>
                    <a:pt x="1851722" y="628302"/>
                  </a:lnTo>
                  <a:lnTo>
                    <a:pt x="1852794" y="627815"/>
                  </a:lnTo>
                  <a:lnTo>
                    <a:pt x="1853865" y="627328"/>
                  </a:lnTo>
                  <a:lnTo>
                    <a:pt x="1854937" y="626841"/>
                  </a:lnTo>
                  <a:lnTo>
                    <a:pt x="1856009" y="626352"/>
                  </a:lnTo>
                  <a:lnTo>
                    <a:pt x="1857080" y="625864"/>
                  </a:lnTo>
                  <a:lnTo>
                    <a:pt x="1858152" y="625375"/>
                  </a:lnTo>
                  <a:lnTo>
                    <a:pt x="1859223" y="624885"/>
                  </a:lnTo>
                  <a:lnTo>
                    <a:pt x="1860295" y="624395"/>
                  </a:lnTo>
                  <a:lnTo>
                    <a:pt x="1861367" y="623905"/>
                  </a:lnTo>
                  <a:lnTo>
                    <a:pt x="1862438" y="623414"/>
                  </a:lnTo>
                  <a:lnTo>
                    <a:pt x="1863510" y="622922"/>
                  </a:lnTo>
                  <a:lnTo>
                    <a:pt x="1864581" y="622430"/>
                  </a:lnTo>
                  <a:lnTo>
                    <a:pt x="1865653" y="621938"/>
                  </a:lnTo>
                  <a:lnTo>
                    <a:pt x="1866725" y="621445"/>
                  </a:lnTo>
                  <a:lnTo>
                    <a:pt x="1867796" y="620952"/>
                  </a:lnTo>
                  <a:lnTo>
                    <a:pt x="1868868" y="620458"/>
                  </a:lnTo>
                  <a:lnTo>
                    <a:pt x="1869939" y="619964"/>
                  </a:lnTo>
                  <a:lnTo>
                    <a:pt x="1871011" y="619469"/>
                  </a:lnTo>
                  <a:lnTo>
                    <a:pt x="1872083" y="618974"/>
                  </a:lnTo>
                  <a:lnTo>
                    <a:pt x="1873154" y="618478"/>
                  </a:lnTo>
                  <a:lnTo>
                    <a:pt x="1874226" y="617982"/>
                  </a:lnTo>
                  <a:lnTo>
                    <a:pt x="1875297" y="617486"/>
                  </a:lnTo>
                  <a:lnTo>
                    <a:pt x="1876369" y="616989"/>
                  </a:lnTo>
                  <a:lnTo>
                    <a:pt x="1877441" y="616492"/>
                  </a:lnTo>
                  <a:lnTo>
                    <a:pt x="1878512" y="615994"/>
                  </a:lnTo>
                  <a:lnTo>
                    <a:pt x="1879584" y="615495"/>
                  </a:lnTo>
                  <a:lnTo>
                    <a:pt x="1880655" y="614997"/>
                  </a:lnTo>
                  <a:lnTo>
                    <a:pt x="1881727" y="614497"/>
                  </a:lnTo>
                  <a:lnTo>
                    <a:pt x="1882799" y="613998"/>
                  </a:lnTo>
                  <a:lnTo>
                    <a:pt x="1883870" y="613498"/>
                  </a:lnTo>
                  <a:lnTo>
                    <a:pt x="1884942" y="612997"/>
                  </a:lnTo>
                  <a:lnTo>
                    <a:pt x="1886013" y="612497"/>
                  </a:lnTo>
                  <a:lnTo>
                    <a:pt x="1887085" y="611995"/>
                  </a:lnTo>
                  <a:lnTo>
                    <a:pt x="1888157" y="611494"/>
                  </a:lnTo>
                  <a:lnTo>
                    <a:pt x="1889228" y="610991"/>
                  </a:lnTo>
                  <a:lnTo>
                    <a:pt x="1890300" y="610489"/>
                  </a:lnTo>
                  <a:lnTo>
                    <a:pt x="1891371" y="609986"/>
                  </a:lnTo>
                  <a:lnTo>
                    <a:pt x="1892443" y="609483"/>
                  </a:lnTo>
                  <a:lnTo>
                    <a:pt x="1893515" y="608979"/>
                  </a:lnTo>
                  <a:lnTo>
                    <a:pt x="1894586" y="608475"/>
                  </a:lnTo>
                  <a:lnTo>
                    <a:pt x="1895658" y="607970"/>
                  </a:lnTo>
                  <a:lnTo>
                    <a:pt x="1896729" y="607465"/>
                  </a:lnTo>
                  <a:lnTo>
                    <a:pt x="1897801" y="606960"/>
                  </a:lnTo>
                  <a:lnTo>
                    <a:pt x="1898873" y="606454"/>
                  </a:lnTo>
                  <a:lnTo>
                    <a:pt x="1899944" y="605948"/>
                  </a:lnTo>
                  <a:lnTo>
                    <a:pt x="1901016" y="605441"/>
                  </a:lnTo>
                  <a:lnTo>
                    <a:pt x="1902087" y="604935"/>
                  </a:lnTo>
                  <a:lnTo>
                    <a:pt x="1903159" y="604427"/>
                  </a:lnTo>
                  <a:lnTo>
                    <a:pt x="1904231" y="603920"/>
                  </a:lnTo>
                  <a:lnTo>
                    <a:pt x="1905302" y="603412"/>
                  </a:lnTo>
                  <a:lnTo>
                    <a:pt x="1906374" y="602903"/>
                  </a:lnTo>
                  <a:lnTo>
                    <a:pt x="1907445" y="602395"/>
                  </a:lnTo>
                  <a:lnTo>
                    <a:pt x="1908517" y="601886"/>
                  </a:lnTo>
                  <a:lnTo>
                    <a:pt x="1909589" y="601376"/>
                  </a:lnTo>
                  <a:lnTo>
                    <a:pt x="1910660" y="600867"/>
                  </a:lnTo>
                  <a:lnTo>
                    <a:pt x="1911732" y="600357"/>
                  </a:lnTo>
                  <a:lnTo>
                    <a:pt x="1912803" y="599846"/>
                  </a:lnTo>
                  <a:lnTo>
                    <a:pt x="1913875" y="599335"/>
                  </a:lnTo>
                  <a:lnTo>
                    <a:pt x="1914947" y="598824"/>
                  </a:lnTo>
                  <a:lnTo>
                    <a:pt x="1916018" y="598313"/>
                  </a:lnTo>
                  <a:lnTo>
                    <a:pt x="1917090" y="597801"/>
                  </a:lnTo>
                  <a:lnTo>
                    <a:pt x="1918161" y="597289"/>
                  </a:lnTo>
                  <a:lnTo>
                    <a:pt x="1919233" y="596777"/>
                  </a:lnTo>
                  <a:lnTo>
                    <a:pt x="1920305" y="596264"/>
                  </a:lnTo>
                  <a:lnTo>
                    <a:pt x="1921376" y="595751"/>
                  </a:lnTo>
                  <a:lnTo>
                    <a:pt x="1922448" y="595238"/>
                  </a:lnTo>
                  <a:lnTo>
                    <a:pt x="1923519" y="594725"/>
                  </a:lnTo>
                  <a:lnTo>
                    <a:pt x="1924591" y="594211"/>
                  </a:lnTo>
                  <a:lnTo>
                    <a:pt x="1925663" y="593697"/>
                  </a:lnTo>
                  <a:lnTo>
                    <a:pt x="1926734" y="593182"/>
                  </a:lnTo>
                  <a:lnTo>
                    <a:pt x="1927806" y="592668"/>
                  </a:lnTo>
                  <a:lnTo>
                    <a:pt x="1928877" y="592153"/>
                  </a:lnTo>
                  <a:lnTo>
                    <a:pt x="1929949" y="591638"/>
                  </a:lnTo>
                  <a:lnTo>
                    <a:pt x="1931021" y="591122"/>
                  </a:lnTo>
                  <a:lnTo>
                    <a:pt x="1932092" y="590607"/>
                  </a:lnTo>
                  <a:lnTo>
                    <a:pt x="1933164" y="590091"/>
                  </a:lnTo>
                  <a:lnTo>
                    <a:pt x="1934235" y="589574"/>
                  </a:lnTo>
                  <a:lnTo>
                    <a:pt x="1935307" y="589058"/>
                  </a:lnTo>
                  <a:lnTo>
                    <a:pt x="1936379" y="588541"/>
                  </a:lnTo>
                  <a:lnTo>
                    <a:pt x="1937450" y="588025"/>
                  </a:lnTo>
                  <a:lnTo>
                    <a:pt x="1938522" y="587507"/>
                  </a:lnTo>
                  <a:lnTo>
                    <a:pt x="1939593" y="586990"/>
                  </a:lnTo>
                  <a:lnTo>
                    <a:pt x="1940665" y="586473"/>
                  </a:lnTo>
                  <a:lnTo>
                    <a:pt x="1941737" y="585955"/>
                  </a:lnTo>
                  <a:lnTo>
                    <a:pt x="1942808" y="585437"/>
                  </a:lnTo>
                  <a:lnTo>
                    <a:pt x="1943880" y="584919"/>
                  </a:lnTo>
                  <a:lnTo>
                    <a:pt x="1944951" y="584401"/>
                  </a:lnTo>
                  <a:lnTo>
                    <a:pt x="1946023" y="583882"/>
                  </a:lnTo>
                  <a:lnTo>
                    <a:pt x="1947095" y="583363"/>
                  </a:lnTo>
                  <a:lnTo>
                    <a:pt x="1948166" y="582845"/>
                  </a:lnTo>
                  <a:lnTo>
                    <a:pt x="1949238" y="582325"/>
                  </a:lnTo>
                  <a:lnTo>
                    <a:pt x="1950309" y="581806"/>
                  </a:lnTo>
                  <a:lnTo>
                    <a:pt x="1951381" y="581287"/>
                  </a:lnTo>
                  <a:lnTo>
                    <a:pt x="1952453" y="580767"/>
                  </a:lnTo>
                  <a:lnTo>
                    <a:pt x="1953524" y="580248"/>
                  </a:lnTo>
                  <a:lnTo>
                    <a:pt x="1954596" y="579728"/>
                  </a:lnTo>
                  <a:lnTo>
                    <a:pt x="1955667" y="579208"/>
                  </a:lnTo>
                  <a:lnTo>
                    <a:pt x="1956739" y="578688"/>
                  </a:lnTo>
                  <a:lnTo>
                    <a:pt x="1957810" y="578168"/>
                  </a:lnTo>
                  <a:lnTo>
                    <a:pt x="1958882" y="577648"/>
                  </a:lnTo>
                  <a:lnTo>
                    <a:pt x="1959954" y="577127"/>
                  </a:lnTo>
                  <a:lnTo>
                    <a:pt x="1961025" y="576607"/>
                  </a:lnTo>
                  <a:lnTo>
                    <a:pt x="1962097" y="576086"/>
                  </a:lnTo>
                  <a:lnTo>
                    <a:pt x="1963168" y="575565"/>
                  </a:lnTo>
                  <a:lnTo>
                    <a:pt x="1964240" y="575044"/>
                  </a:lnTo>
                  <a:lnTo>
                    <a:pt x="1965312" y="574524"/>
                  </a:lnTo>
                  <a:lnTo>
                    <a:pt x="1966383" y="574003"/>
                  </a:lnTo>
                  <a:lnTo>
                    <a:pt x="1967455" y="573482"/>
                  </a:lnTo>
                  <a:lnTo>
                    <a:pt x="1968526" y="572960"/>
                  </a:lnTo>
                  <a:lnTo>
                    <a:pt x="1969598" y="572439"/>
                  </a:lnTo>
                  <a:lnTo>
                    <a:pt x="1970670" y="571918"/>
                  </a:lnTo>
                  <a:lnTo>
                    <a:pt x="1971741" y="571397"/>
                  </a:lnTo>
                  <a:lnTo>
                    <a:pt x="1972813" y="570876"/>
                  </a:lnTo>
                  <a:lnTo>
                    <a:pt x="1973884" y="570354"/>
                  </a:lnTo>
                  <a:lnTo>
                    <a:pt x="1974956" y="569833"/>
                  </a:lnTo>
                  <a:lnTo>
                    <a:pt x="1976028" y="569311"/>
                  </a:lnTo>
                  <a:lnTo>
                    <a:pt x="1977099" y="568790"/>
                  </a:lnTo>
                  <a:lnTo>
                    <a:pt x="1978171" y="568269"/>
                  </a:lnTo>
                  <a:lnTo>
                    <a:pt x="1979242" y="567747"/>
                  </a:lnTo>
                  <a:lnTo>
                    <a:pt x="1980314" y="567226"/>
                  </a:lnTo>
                  <a:lnTo>
                    <a:pt x="1981386" y="566704"/>
                  </a:lnTo>
                  <a:lnTo>
                    <a:pt x="1982457" y="566183"/>
                  </a:lnTo>
                  <a:lnTo>
                    <a:pt x="1983529" y="565661"/>
                  </a:lnTo>
                  <a:lnTo>
                    <a:pt x="1984600" y="565140"/>
                  </a:lnTo>
                  <a:lnTo>
                    <a:pt x="1985672" y="564619"/>
                  </a:lnTo>
                  <a:lnTo>
                    <a:pt x="1986744" y="564098"/>
                  </a:lnTo>
                  <a:lnTo>
                    <a:pt x="1987815" y="563576"/>
                  </a:lnTo>
                  <a:lnTo>
                    <a:pt x="1988887" y="563055"/>
                  </a:lnTo>
                  <a:lnTo>
                    <a:pt x="1989958" y="562534"/>
                  </a:lnTo>
                  <a:lnTo>
                    <a:pt x="1991030" y="562013"/>
                  </a:lnTo>
                  <a:lnTo>
                    <a:pt x="1992102" y="561492"/>
                  </a:lnTo>
                  <a:lnTo>
                    <a:pt x="1993173" y="560971"/>
                  </a:lnTo>
                  <a:lnTo>
                    <a:pt x="1994245" y="560450"/>
                  </a:lnTo>
                  <a:lnTo>
                    <a:pt x="1995316" y="559929"/>
                  </a:lnTo>
                  <a:lnTo>
                    <a:pt x="1996388" y="559409"/>
                  </a:lnTo>
                  <a:lnTo>
                    <a:pt x="1997460" y="558888"/>
                  </a:lnTo>
                  <a:lnTo>
                    <a:pt x="1998531" y="558368"/>
                  </a:lnTo>
                  <a:lnTo>
                    <a:pt x="1999603" y="557848"/>
                  </a:lnTo>
                  <a:lnTo>
                    <a:pt x="2000674" y="557327"/>
                  </a:lnTo>
                  <a:lnTo>
                    <a:pt x="2001746" y="556807"/>
                  </a:lnTo>
                  <a:lnTo>
                    <a:pt x="2002818" y="556287"/>
                  </a:lnTo>
                  <a:lnTo>
                    <a:pt x="2003889" y="555768"/>
                  </a:lnTo>
                  <a:lnTo>
                    <a:pt x="2004961" y="555248"/>
                  </a:lnTo>
                  <a:lnTo>
                    <a:pt x="2006032" y="554729"/>
                  </a:lnTo>
                  <a:lnTo>
                    <a:pt x="2007104" y="554209"/>
                  </a:lnTo>
                  <a:lnTo>
                    <a:pt x="2008176" y="553690"/>
                  </a:lnTo>
                  <a:lnTo>
                    <a:pt x="2009247" y="553171"/>
                  </a:lnTo>
                  <a:lnTo>
                    <a:pt x="2010319" y="552653"/>
                  </a:lnTo>
                  <a:lnTo>
                    <a:pt x="2011390" y="552134"/>
                  </a:lnTo>
                  <a:lnTo>
                    <a:pt x="2012462" y="551616"/>
                  </a:lnTo>
                  <a:lnTo>
                    <a:pt x="2013534" y="551098"/>
                  </a:lnTo>
                  <a:lnTo>
                    <a:pt x="2014605" y="550580"/>
                  </a:lnTo>
                  <a:lnTo>
                    <a:pt x="2015677" y="550062"/>
                  </a:lnTo>
                  <a:lnTo>
                    <a:pt x="2016748" y="549544"/>
                  </a:lnTo>
                  <a:lnTo>
                    <a:pt x="2017820" y="549027"/>
                  </a:lnTo>
                  <a:lnTo>
                    <a:pt x="2018892" y="548510"/>
                  </a:lnTo>
                  <a:lnTo>
                    <a:pt x="2019963" y="547993"/>
                  </a:lnTo>
                  <a:lnTo>
                    <a:pt x="2021035" y="547477"/>
                  </a:lnTo>
                  <a:lnTo>
                    <a:pt x="2022106" y="546961"/>
                  </a:lnTo>
                  <a:lnTo>
                    <a:pt x="2023178" y="546445"/>
                  </a:lnTo>
                  <a:lnTo>
                    <a:pt x="2024250" y="545929"/>
                  </a:lnTo>
                  <a:lnTo>
                    <a:pt x="2025321" y="545414"/>
                  </a:lnTo>
                  <a:lnTo>
                    <a:pt x="2026393" y="544899"/>
                  </a:lnTo>
                  <a:lnTo>
                    <a:pt x="2027464" y="544384"/>
                  </a:lnTo>
                  <a:lnTo>
                    <a:pt x="2028536" y="543869"/>
                  </a:lnTo>
                  <a:lnTo>
                    <a:pt x="2029608" y="543355"/>
                  </a:lnTo>
                  <a:lnTo>
                    <a:pt x="2030679" y="542841"/>
                  </a:lnTo>
                  <a:lnTo>
                    <a:pt x="2031751" y="542328"/>
                  </a:lnTo>
                  <a:lnTo>
                    <a:pt x="2032822" y="541814"/>
                  </a:lnTo>
                  <a:lnTo>
                    <a:pt x="2033894" y="541302"/>
                  </a:lnTo>
                  <a:lnTo>
                    <a:pt x="2034966" y="540789"/>
                  </a:lnTo>
                  <a:lnTo>
                    <a:pt x="2036037" y="540277"/>
                  </a:lnTo>
                  <a:lnTo>
                    <a:pt x="2037109" y="539765"/>
                  </a:lnTo>
                  <a:lnTo>
                    <a:pt x="2038180" y="539254"/>
                  </a:lnTo>
                  <a:lnTo>
                    <a:pt x="2039252" y="538743"/>
                  </a:lnTo>
                  <a:lnTo>
                    <a:pt x="2040324" y="538232"/>
                  </a:lnTo>
                  <a:lnTo>
                    <a:pt x="2041395" y="537722"/>
                  </a:lnTo>
                  <a:lnTo>
                    <a:pt x="2042467" y="537212"/>
                  </a:lnTo>
                  <a:lnTo>
                    <a:pt x="2043538" y="536702"/>
                  </a:lnTo>
                  <a:lnTo>
                    <a:pt x="2044610" y="536193"/>
                  </a:lnTo>
                  <a:lnTo>
                    <a:pt x="2045682" y="535685"/>
                  </a:lnTo>
                  <a:lnTo>
                    <a:pt x="2046753" y="535176"/>
                  </a:lnTo>
                  <a:lnTo>
                    <a:pt x="2047825" y="534669"/>
                  </a:lnTo>
                  <a:lnTo>
                    <a:pt x="2048896" y="534161"/>
                  </a:lnTo>
                  <a:lnTo>
                    <a:pt x="2049968" y="533654"/>
                  </a:lnTo>
                  <a:lnTo>
                    <a:pt x="2051040" y="533148"/>
                  </a:lnTo>
                  <a:lnTo>
                    <a:pt x="2052111" y="532642"/>
                  </a:lnTo>
                  <a:lnTo>
                    <a:pt x="2053183" y="532136"/>
                  </a:lnTo>
                  <a:lnTo>
                    <a:pt x="2054254" y="531631"/>
                  </a:lnTo>
                  <a:lnTo>
                    <a:pt x="2055326" y="531127"/>
                  </a:lnTo>
                  <a:lnTo>
                    <a:pt x="2056398" y="530623"/>
                  </a:lnTo>
                  <a:lnTo>
                    <a:pt x="2057469" y="530119"/>
                  </a:lnTo>
                  <a:lnTo>
                    <a:pt x="2058541" y="529616"/>
                  </a:lnTo>
                  <a:lnTo>
                    <a:pt x="2059612" y="529114"/>
                  </a:lnTo>
                  <a:lnTo>
                    <a:pt x="2060684" y="528612"/>
                  </a:lnTo>
                  <a:lnTo>
                    <a:pt x="2061756" y="528111"/>
                  </a:lnTo>
                  <a:lnTo>
                    <a:pt x="2062827" y="527610"/>
                  </a:lnTo>
                  <a:lnTo>
                    <a:pt x="2063899" y="527109"/>
                  </a:lnTo>
                  <a:lnTo>
                    <a:pt x="2064970" y="526610"/>
                  </a:lnTo>
                  <a:lnTo>
                    <a:pt x="2066042" y="526110"/>
                  </a:lnTo>
                  <a:lnTo>
                    <a:pt x="2067114" y="525612"/>
                  </a:lnTo>
                  <a:lnTo>
                    <a:pt x="2068185" y="525114"/>
                  </a:lnTo>
                  <a:lnTo>
                    <a:pt x="2069257" y="524616"/>
                  </a:lnTo>
                  <a:lnTo>
                    <a:pt x="2070328" y="524119"/>
                  </a:lnTo>
                  <a:lnTo>
                    <a:pt x="2071400" y="523623"/>
                  </a:lnTo>
                  <a:lnTo>
                    <a:pt x="2072472" y="523127"/>
                  </a:lnTo>
                  <a:lnTo>
                    <a:pt x="2073543" y="522632"/>
                  </a:lnTo>
                  <a:lnTo>
                    <a:pt x="2074615" y="522138"/>
                  </a:lnTo>
                  <a:lnTo>
                    <a:pt x="2075686" y="521644"/>
                  </a:lnTo>
                  <a:lnTo>
                    <a:pt x="2076758" y="521151"/>
                  </a:lnTo>
                  <a:lnTo>
                    <a:pt x="2077830" y="520659"/>
                  </a:lnTo>
                  <a:lnTo>
                    <a:pt x="2078901" y="520167"/>
                  </a:lnTo>
                  <a:lnTo>
                    <a:pt x="2079973" y="519675"/>
                  </a:lnTo>
                  <a:lnTo>
                    <a:pt x="2081044" y="519185"/>
                  </a:lnTo>
                  <a:lnTo>
                    <a:pt x="2082116" y="518695"/>
                  </a:lnTo>
                  <a:lnTo>
                    <a:pt x="2083188" y="518206"/>
                  </a:lnTo>
                  <a:lnTo>
                    <a:pt x="2084259" y="517718"/>
                  </a:lnTo>
                  <a:lnTo>
                    <a:pt x="2085331" y="517230"/>
                  </a:lnTo>
                  <a:lnTo>
                    <a:pt x="2086402" y="516743"/>
                  </a:lnTo>
                  <a:lnTo>
                    <a:pt x="2087474" y="516256"/>
                  </a:lnTo>
                  <a:lnTo>
                    <a:pt x="2088546" y="515771"/>
                  </a:lnTo>
                  <a:lnTo>
                    <a:pt x="2089617" y="515286"/>
                  </a:lnTo>
                  <a:lnTo>
                    <a:pt x="2090689" y="514802"/>
                  </a:lnTo>
                  <a:lnTo>
                    <a:pt x="2091760" y="514319"/>
                  </a:lnTo>
                  <a:lnTo>
                    <a:pt x="2092832" y="513836"/>
                  </a:lnTo>
                  <a:lnTo>
                    <a:pt x="2093904" y="513354"/>
                  </a:lnTo>
                  <a:lnTo>
                    <a:pt x="2094975" y="512873"/>
                  </a:lnTo>
                  <a:lnTo>
                    <a:pt x="2096047" y="512393"/>
                  </a:lnTo>
                  <a:lnTo>
                    <a:pt x="2097118" y="511913"/>
                  </a:lnTo>
                  <a:lnTo>
                    <a:pt x="2098190" y="511435"/>
                  </a:lnTo>
                  <a:lnTo>
                    <a:pt x="2099262" y="510957"/>
                  </a:lnTo>
                  <a:lnTo>
                    <a:pt x="2100333" y="510480"/>
                  </a:lnTo>
                  <a:lnTo>
                    <a:pt x="2101405" y="510003"/>
                  </a:lnTo>
                  <a:lnTo>
                    <a:pt x="2102476" y="509528"/>
                  </a:lnTo>
                  <a:lnTo>
                    <a:pt x="2103548" y="509053"/>
                  </a:lnTo>
                  <a:lnTo>
                    <a:pt x="2104620" y="508579"/>
                  </a:lnTo>
                  <a:lnTo>
                    <a:pt x="2105691" y="508107"/>
                  </a:lnTo>
                  <a:lnTo>
                    <a:pt x="2106763" y="507634"/>
                  </a:lnTo>
                  <a:lnTo>
                    <a:pt x="2107834" y="507163"/>
                  </a:lnTo>
                  <a:lnTo>
                    <a:pt x="2108906" y="506693"/>
                  </a:lnTo>
                  <a:lnTo>
                    <a:pt x="2109978" y="506224"/>
                  </a:lnTo>
                  <a:lnTo>
                    <a:pt x="2111049" y="505755"/>
                  </a:lnTo>
                  <a:lnTo>
                    <a:pt x="2112121" y="505287"/>
                  </a:lnTo>
                  <a:lnTo>
                    <a:pt x="2113192" y="504821"/>
                  </a:lnTo>
                  <a:lnTo>
                    <a:pt x="2114264" y="504355"/>
                  </a:lnTo>
                  <a:lnTo>
                    <a:pt x="2115336" y="503890"/>
                  </a:lnTo>
                  <a:lnTo>
                    <a:pt x="2116407" y="503426"/>
                  </a:lnTo>
                  <a:lnTo>
                    <a:pt x="2117479" y="502963"/>
                  </a:lnTo>
                  <a:lnTo>
                    <a:pt x="2118550" y="502501"/>
                  </a:lnTo>
                  <a:lnTo>
                    <a:pt x="2119622" y="502040"/>
                  </a:lnTo>
                  <a:lnTo>
                    <a:pt x="2120694" y="501580"/>
                  </a:lnTo>
                  <a:lnTo>
                    <a:pt x="2121765" y="501120"/>
                  </a:lnTo>
                  <a:lnTo>
                    <a:pt x="2122837" y="500662"/>
                  </a:lnTo>
                  <a:lnTo>
                    <a:pt x="2123908" y="500205"/>
                  </a:lnTo>
                  <a:lnTo>
                    <a:pt x="2124980" y="499749"/>
                  </a:lnTo>
                  <a:lnTo>
                    <a:pt x="2126052" y="499293"/>
                  </a:lnTo>
                  <a:lnTo>
                    <a:pt x="2127123" y="498839"/>
                  </a:lnTo>
                  <a:lnTo>
                    <a:pt x="2128195" y="498386"/>
                  </a:lnTo>
                  <a:lnTo>
                    <a:pt x="2129266" y="497934"/>
                  </a:lnTo>
                  <a:lnTo>
                    <a:pt x="2130338" y="497483"/>
                  </a:lnTo>
                  <a:lnTo>
                    <a:pt x="2131409" y="497033"/>
                  </a:lnTo>
                  <a:lnTo>
                    <a:pt x="2132481" y="496584"/>
                  </a:lnTo>
                  <a:lnTo>
                    <a:pt x="2133553" y="496136"/>
                  </a:lnTo>
                  <a:lnTo>
                    <a:pt x="2134624" y="495689"/>
                  </a:lnTo>
                  <a:lnTo>
                    <a:pt x="2135696" y="495243"/>
                  </a:lnTo>
                  <a:lnTo>
                    <a:pt x="2136767" y="494798"/>
                  </a:lnTo>
                  <a:lnTo>
                    <a:pt x="2137839" y="494354"/>
                  </a:lnTo>
                  <a:lnTo>
                    <a:pt x="2138911" y="493912"/>
                  </a:lnTo>
                  <a:lnTo>
                    <a:pt x="2139982" y="493470"/>
                  </a:lnTo>
                  <a:lnTo>
                    <a:pt x="2141054" y="493030"/>
                  </a:lnTo>
                  <a:lnTo>
                    <a:pt x="2142125" y="492591"/>
                  </a:lnTo>
                  <a:lnTo>
                    <a:pt x="2143197" y="492153"/>
                  </a:lnTo>
                  <a:lnTo>
                    <a:pt x="2144269" y="491715"/>
                  </a:lnTo>
                  <a:lnTo>
                    <a:pt x="2145340" y="491280"/>
                  </a:lnTo>
                  <a:lnTo>
                    <a:pt x="2146412" y="490845"/>
                  </a:lnTo>
                  <a:lnTo>
                    <a:pt x="2147483" y="490411"/>
                  </a:lnTo>
                  <a:lnTo>
                    <a:pt x="2148555" y="489979"/>
                  </a:lnTo>
                  <a:lnTo>
                    <a:pt x="2149627" y="489547"/>
                  </a:lnTo>
                  <a:lnTo>
                    <a:pt x="2150698" y="489117"/>
                  </a:lnTo>
                  <a:lnTo>
                    <a:pt x="2151770" y="488688"/>
                  </a:lnTo>
                  <a:lnTo>
                    <a:pt x="2152841" y="488259"/>
                  </a:lnTo>
                  <a:lnTo>
                    <a:pt x="2153913" y="487832"/>
                  </a:lnTo>
                  <a:lnTo>
                    <a:pt x="2154985" y="487407"/>
                  </a:lnTo>
                  <a:lnTo>
                    <a:pt x="2156056" y="486982"/>
                  </a:lnTo>
                  <a:lnTo>
                    <a:pt x="2157128" y="486558"/>
                  </a:lnTo>
                  <a:lnTo>
                    <a:pt x="2158199" y="486136"/>
                  </a:lnTo>
                  <a:lnTo>
                    <a:pt x="2159271" y="485714"/>
                  </a:lnTo>
                  <a:lnTo>
                    <a:pt x="2160343" y="485294"/>
                  </a:lnTo>
                  <a:lnTo>
                    <a:pt x="2161414" y="484875"/>
                  </a:lnTo>
                  <a:lnTo>
                    <a:pt x="2162486" y="484457"/>
                  </a:lnTo>
                  <a:lnTo>
                    <a:pt x="2163557" y="484040"/>
                  </a:lnTo>
                  <a:lnTo>
                    <a:pt x="2164629" y="483624"/>
                  </a:lnTo>
                  <a:lnTo>
                    <a:pt x="2165701" y="483209"/>
                  </a:lnTo>
                  <a:lnTo>
                    <a:pt x="2166772" y="482796"/>
                  </a:lnTo>
                  <a:lnTo>
                    <a:pt x="2167844" y="482383"/>
                  </a:lnTo>
                  <a:lnTo>
                    <a:pt x="2168915" y="481972"/>
                  </a:lnTo>
                  <a:lnTo>
                    <a:pt x="2169987" y="481561"/>
                  </a:lnTo>
                  <a:lnTo>
                    <a:pt x="2171059" y="481152"/>
                  </a:lnTo>
                  <a:lnTo>
                    <a:pt x="2172130" y="480744"/>
                  </a:lnTo>
                  <a:lnTo>
                    <a:pt x="2173202" y="480337"/>
                  </a:lnTo>
                  <a:lnTo>
                    <a:pt x="2174273" y="479932"/>
                  </a:lnTo>
                  <a:lnTo>
                    <a:pt x="2175345" y="479527"/>
                  </a:lnTo>
                  <a:lnTo>
                    <a:pt x="2176417" y="479123"/>
                  </a:lnTo>
                  <a:lnTo>
                    <a:pt x="2177488" y="478721"/>
                  </a:lnTo>
                  <a:lnTo>
                    <a:pt x="2178560" y="478319"/>
                  </a:lnTo>
                  <a:lnTo>
                    <a:pt x="2179631" y="477919"/>
                  </a:lnTo>
                  <a:lnTo>
                    <a:pt x="2180703" y="477520"/>
                  </a:lnTo>
                  <a:lnTo>
                    <a:pt x="2181775" y="477122"/>
                  </a:lnTo>
                  <a:lnTo>
                    <a:pt x="2182846" y="476725"/>
                  </a:lnTo>
                  <a:lnTo>
                    <a:pt x="2183918" y="476329"/>
                  </a:lnTo>
                  <a:lnTo>
                    <a:pt x="2184989" y="475935"/>
                  </a:lnTo>
                  <a:lnTo>
                    <a:pt x="2186061" y="475541"/>
                  </a:lnTo>
                  <a:lnTo>
                    <a:pt x="2187133" y="475149"/>
                  </a:lnTo>
                  <a:lnTo>
                    <a:pt x="2188204" y="474757"/>
                  </a:lnTo>
                  <a:lnTo>
                    <a:pt x="2189276" y="474367"/>
                  </a:lnTo>
                  <a:lnTo>
                    <a:pt x="2190347" y="473978"/>
                  </a:lnTo>
                  <a:lnTo>
                    <a:pt x="2191419" y="473590"/>
                  </a:lnTo>
                  <a:lnTo>
                    <a:pt x="2192491" y="473203"/>
                  </a:lnTo>
                  <a:lnTo>
                    <a:pt x="2193562" y="472817"/>
                  </a:lnTo>
                  <a:lnTo>
                    <a:pt x="2194634" y="472432"/>
                  </a:lnTo>
                  <a:lnTo>
                    <a:pt x="2195705" y="472049"/>
                  </a:lnTo>
                  <a:lnTo>
                    <a:pt x="2196777" y="471666"/>
                  </a:lnTo>
                  <a:lnTo>
                    <a:pt x="2197849" y="471285"/>
                  </a:lnTo>
                  <a:lnTo>
                    <a:pt x="2198920" y="470904"/>
                  </a:lnTo>
                  <a:lnTo>
                    <a:pt x="2199992" y="470525"/>
                  </a:lnTo>
                  <a:lnTo>
                    <a:pt x="2201063" y="470147"/>
                  </a:lnTo>
                  <a:lnTo>
                    <a:pt x="2202135" y="469770"/>
                  </a:lnTo>
                  <a:lnTo>
                    <a:pt x="2203207" y="469394"/>
                  </a:lnTo>
                  <a:lnTo>
                    <a:pt x="2204278" y="469019"/>
                  </a:lnTo>
                  <a:lnTo>
                    <a:pt x="2205350" y="468645"/>
                  </a:lnTo>
                  <a:lnTo>
                    <a:pt x="2206421" y="468273"/>
                  </a:lnTo>
                  <a:lnTo>
                    <a:pt x="2207493" y="467901"/>
                  </a:lnTo>
                  <a:lnTo>
                    <a:pt x="2208565" y="467531"/>
                  </a:lnTo>
                  <a:lnTo>
                    <a:pt x="2209636" y="467161"/>
                  </a:lnTo>
                  <a:lnTo>
                    <a:pt x="2210708" y="466793"/>
                  </a:lnTo>
                  <a:lnTo>
                    <a:pt x="2211779" y="466426"/>
                  </a:lnTo>
                  <a:lnTo>
                    <a:pt x="2212851" y="466060"/>
                  </a:lnTo>
                  <a:lnTo>
                    <a:pt x="2213923" y="465695"/>
                  </a:lnTo>
                  <a:lnTo>
                    <a:pt x="2214994" y="465331"/>
                  </a:lnTo>
                  <a:lnTo>
                    <a:pt x="2216066" y="464968"/>
                  </a:lnTo>
                  <a:lnTo>
                    <a:pt x="2217137" y="464607"/>
                  </a:lnTo>
                  <a:lnTo>
                    <a:pt x="2218209" y="464246"/>
                  </a:lnTo>
                  <a:lnTo>
                    <a:pt x="2219281" y="463886"/>
                  </a:lnTo>
                  <a:lnTo>
                    <a:pt x="2220352" y="463528"/>
                  </a:lnTo>
                  <a:lnTo>
                    <a:pt x="2221424" y="463171"/>
                  </a:lnTo>
                  <a:lnTo>
                    <a:pt x="2222495" y="462814"/>
                  </a:lnTo>
                  <a:lnTo>
                    <a:pt x="2223567" y="462459"/>
                  </a:lnTo>
                  <a:lnTo>
                    <a:pt x="2224639" y="462105"/>
                  </a:lnTo>
                  <a:lnTo>
                    <a:pt x="2225710" y="461752"/>
                  </a:lnTo>
                  <a:lnTo>
                    <a:pt x="2226782" y="461400"/>
                  </a:lnTo>
                  <a:lnTo>
                    <a:pt x="2227853" y="461049"/>
                  </a:lnTo>
                  <a:lnTo>
                    <a:pt x="2228925" y="460700"/>
                  </a:lnTo>
                  <a:lnTo>
                    <a:pt x="2229997" y="460351"/>
                  </a:lnTo>
                  <a:lnTo>
                    <a:pt x="2231068" y="460003"/>
                  </a:lnTo>
                  <a:lnTo>
                    <a:pt x="2232140" y="459657"/>
                  </a:lnTo>
                  <a:lnTo>
                    <a:pt x="2233211" y="459311"/>
                  </a:lnTo>
                  <a:lnTo>
                    <a:pt x="2234283" y="458967"/>
                  </a:lnTo>
                  <a:lnTo>
                    <a:pt x="2235355" y="458623"/>
                  </a:lnTo>
                  <a:lnTo>
                    <a:pt x="2236426" y="458281"/>
                  </a:lnTo>
                  <a:lnTo>
                    <a:pt x="2237498" y="457940"/>
                  </a:lnTo>
                  <a:lnTo>
                    <a:pt x="2238569" y="457600"/>
                  </a:lnTo>
                  <a:lnTo>
                    <a:pt x="2239641" y="457261"/>
                  </a:lnTo>
                  <a:lnTo>
                    <a:pt x="2240713" y="456923"/>
                  </a:lnTo>
                  <a:lnTo>
                    <a:pt x="2241784" y="456586"/>
                  </a:lnTo>
                  <a:lnTo>
                    <a:pt x="2242856" y="456250"/>
                  </a:lnTo>
                  <a:lnTo>
                    <a:pt x="2243927" y="455915"/>
                  </a:lnTo>
                  <a:lnTo>
                    <a:pt x="2244999" y="455582"/>
                  </a:lnTo>
                  <a:lnTo>
                    <a:pt x="2246071" y="455249"/>
                  </a:lnTo>
                  <a:lnTo>
                    <a:pt x="2247142" y="454917"/>
                  </a:lnTo>
                  <a:lnTo>
                    <a:pt x="2248214" y="454587"/>
                  </a:lnTo>
                  <a:lnTo>
                    <a:pt x="2249285" y="454257"/>
                  </a:lnTo>
                  <a:lnTo>
                    <a:pt x="2250357" y="453929"/>
                  </a:lnTo>
                  <a:lnTo>
                    <a:pt x="2251429" y="453601"/>
                  </a:lnTo>
                  <a:lnTo>
                    <a:pt x="2252500" y="453275"/>
                  </a:lnTo>
                  <a:lnTo>
                    <a:pt x="2253572" y="452950"/>
                  </a:lnTo>
                  <a:lnTo>
                    <a:pt x="2254643" y="452626"/>
                  </a:lnTo>
                  <a:lnTo>
                    <a:pt x="2255715" y="452302"/>
                  </a:lnTo>
                  <a:lnTo>
                    <a:pt x="2256787" y="451980"/>
                  </a:lnTo>
                  <a:lnTo>
                    <a:pt x="2257858" y="451659"/>
                  </a:lnTo>
                  <a:lnTo>
                    <a:pt x="2258930" y="451339"/>
                  </a:lnTo>
                  <a:lnTo>
                    <a:pt x="2260001" y="451020"/>
                  </a:lnTo>
                  <a:lnTo>
                    <a:pt x="2261073" y="450702"/>
                  </a:lnTo>
                  <a:lnTo>
                    <a:pt x="2262145" y="450385"/>
                  </a:lnTo>
                  <a:lnTo>
                    <a:pt x="2263216" y="450070"/>
                  </a:lnTo>
                  <a:lnTo>
                    <a:pt x="2264288" y="449755"/>
                  </a:lnTo>
                  <a:lnTo>
                    <a:pt x="2265359" y="449441"/>
                  </a:lnTo>
                  <a:lnTo>
                    <a:pt x="2266431" y="449128"/>
                  </a:lnTo>
                  <a:lnTo>
                    <a:pt x="2267503" y="448817"/>
                  </a:lnTo>
                  <a:lnTo>
                    <a:pt x="2268574" y="448506"/>
                  </a:lnTo>
                  <a:lnTo>
                    <a:pt x="2269646" y="448196"/>
                  </a:lnTo>
                  <a:lnTo>
                    <a:pt x="2270717" y="447888"/>
                  </a:lnTo>
                  <a:lnTo>
                    <a:pt x="2271789" y="447580"/>
                  </a:lnTo>
                  <a:lnTo>
                    <a:pt x="2272861" y="447274"/>
                  </a:lnTo>
                  <a:lnTo>
                    <a:pt x="2273932" y="446968"/>
                  </a:lnTo>
                  <a:lnTo>
                    <a:pt x="2275004" y="446664"/>
                  </a:lnTo>
                  <a:lnTo>
                    <a:pt x="2276075" y="446360"/>
                  </a:lnTo>
                  <a:lnTo>
                    <a:pt x="2277147" y="446058"/>
                  </a:lnTo>
                  <a:lnTo>
                    <a:pt x="2278219" y="445756"/>
                  </a:lnTo>
                  <a:lnTo>
                    <a:pt x="2279290" y="445456"/>
                  </a:lnTo>
                  <a:lnTo>
                    <a:pt x="2280362" y="445157"/>
                  </a:lnTo>
                  <a:lnTo>
                    <a:pt x="2281433" y="444858"/>
                  </a:lnTo>
                  <a:lnTo>
                    <a:pt x="2282505" y="444561"/>
                  </a:lnTo>
                  <a:lnTo>
                    <a:pt x="2283577" y="444265"/>
                  </a:lnTo>
                  <a:lnTo>
                    <a:pt x="2284648" y="443969"/>
                  </a:lnTo>
                  <a:lnTo>
                    <a:pt x="2285720" y="443675"/>
                  </a:lnTo>
                  <a:lnTo>
                    <a:pt x="2286791" y="443382"/>
                  </a:lnTo>
                  <a:lnTo>
                    <a:pt x="2287863" y="443090"/>
                  </a:lnTo>
                  <a:lnTo>
                    <a:pt x="2288935" y="442798"/>
                  </a:lnTo>
                  <a:lnTo>
                    <a:pt x="2290006" y="442508"/>
                  </a:lnTo>
                  <a:lnTo>
                    <a:pt x="2291078" y="442219"/>
                  </a:lnTo>
                  <a:lnTo>
                    <a:pt x="2292149" y="441931"/>
                  </a:lnTo>
                  <a:lnTo>
                    <a:pt x="2293221" y="441643"/>
                  </a:lnTo>
                  <a:lnTo>
                    <a:pt x="2294293" y="441357"/>
                  </a:lnTo>
                  <a:lnTo>
                    <a:pt x="2295364" y="441072"/>
                  </a:lnTo>
                  <a:lnTo>
                    <a:pt x="2296436" y="440788"/>
                  </a:lnTo>
                  <a:lnTo>
                    <a:pt x="2297507" y="440504"/>
                  </a:lnTo>
                  <a:lnTo>
                    <a:pt x="2298579" y="440222"/>
                  </a:lnTo>
                  <a:lnTo>
                    <a:pt x="2299651" y="439941"/>
                  </a:lnTo>
                  <a:lnTo>
                    <a:pt x="2300722" y="439661"/>
                  </a:lnTo>
                  <a:lnTo>
                    <a:pt x="2301794" y="439381"/>
                  </a:lnTo>
                  <a:lnTo>
                    <a:pt x="2302865" y="439103"/>
                  </a:lnTo>
                  <a:lnTo>
                    <a:pt x="2303937" y="438826"/>
                  </a:lnTo>
                  <a:lnTo>
                    <a:pt x="2305009" y="438549"/>
                  </a:lnTo>
                  <a:lnTo>
                    <a:pt x="2306080" y="438274"/>
                  </a:lnTo>
                  <a:lnTo>
                    <a:pt x="2307152" y="438000"/>
                  </a:lnTo>
                  <a:lnTo>
                    <a:pt x="2308223" y="437726"/>
                  </a:lnTo>
                  <a:lnTo>
                    <a:pt x="2309295" y="437454"/>
                  </a:lnTo>
                  <a:lnTo>
                    <a:pt x="2310366" y="437182"/>
                  </a:lnTo>
                  <a:lnTo>
                    <a:pt x="2311438" y="436912"/>
                  </a:lnTo>
                  <a:lnTo>
                    <a:pt x="2312510" y="436643"/>
                  </a:lnTo>
                  <a:lnTo>
                    <a:pt x="2313581" y="436374"/>
                  </a:lnTo>
                  <a:lnTo>
                    <a:pt x="2314653" y="436106"/>
                  </a:lnTo>
                  <a:lnTo>
                    <a:pt x="2315724" y="435840"/>
                  </a:lnTo>
                  <a:lnTo>
                    <a:pt x="2316796" y="435574"/>
                  </a:lnTo>
                  <a:lnTo>
                    <a:pt x="2317868" y="435310"/>
                  </a:lnTo>
                  <a:lnTo>
                    <a:pt x="2318939" y="435046"/>
                  </a:lnTo>
                  <a:lnTo>
                    <a:pt x="2320011" y="434783"/>
                  </a:lnTo>
                  <a:lnTo>
                    <a:pt x="2321082" y="434521"/>
                  </a:lnTo>
                  <a:lnTo>
                    <a:pt x="2322154" y="434261"/>
                  </a:lnTo>
                  <a:lnTo>
                    <a:pt x="2323226" y="434001"/>
                  </a:lnTo>
                  <a:lnTo>
                    <a:pt x="2324297" y="433742"/>
                  </a:lnTo>
                  <a:lnTo>
                    <a:pt x="2325369" y="433484"/>
                  </a:lnTo>
                  <a:lnTo>
                    <a:pt x="2326440" y="433227"/>
                  </a:lnTo>
                  <a:lnTo>
                    <a:pt x="2327512" y="432971"/>
                  </a:lnTo>
                  <a:lnTo>
                    <a:pt x="2328584" y="432716"/>
                  </a:lnTo>
                  <a:lnTo>
                    <a:pt x="2329655" y="432461"/>
                  </a:lnTo>
                  <a:lnTo>
                    <a:pt x="2330727" y="432208"/>
                  </a:lnTo>
                  <a:lnTo>
                    <a:pt x="2331798" y="431956"/>
                  </a:lnTo>
                  <a:lnTo>
                    <a:pt x="2332870" y="431705"/>
                  </a:lnTo>
                  <a:lnTo>
                    <a:pt x="2333942" y="431454"/>
                  </a:lnTo>
                  <a:lnTo>
                    <a:pt x="2335013" y="431205"/>
                  </a:lnTo>
                  <a:lnTo>
                    <a:pt x="2336085" y="430956"/>
                  </a:lnTo>
                  <a:lnTo>
                    <a:pt x="2337156" y="430709"/>
                  </a:lnTo>
                  <a:lnTo>
                    <a:pt x="2338228" y="430462"/>
                  </a:lnTo>
                  <a:lnTo>
                    <a:pt x="2339300" y="430216"/>
                  </a:lnTo>
                  <a:lnTo>
                    <a:pt x="2340371" y="429971"/>
                  </a:lnTo>
                  <a:lnTo>
                    <a:pt x="2341443" y="429727"/>
                  </a:lnTo>
                  <a:lnTo>
                    <a:pt x="2342514" y="429484"/>
                  </a:lnTo>
                  <a:lnTo>
                    <a:pt x="2343586" y="429242"/>
                  </a:lnTo>
                  <a:lnTo>
                    <a:pt x="2344658" y="429001"/>
                  </a:lnTo>
                  <a:lnTo>
                    <a:pt x="2345729" y="428761"/>
                  </a:lnTo>
                  <a:lnTo>
                    <a:pt x="2346801" y="428522"/>
                  </a:lnTo>
                  <a:lnTo>
                    <a:pt x="2347872" y="428283"/>
                  </a:lnTo>
                  <a:lnTo>
                    <a:pt x="2348944" y="428046"/>
                  </a:lnTo>
                  <a:lnTo>
                    <a:pt x="2350016" y="427809"/>
                  </a:lnTo>
                  <a:lnTo>
                    <a:pt x="2351087" y="427573"/>
                  </a:lnTo>
                  <a:lnTo>
                    <a:pt x="2352159" y="427339"/>
                  </a:lnTo>
                  <a:lnTo>
                    <a:pt x="2353230" y="427105"/>
                  </a:lnTo>
                  <a:lnTo>
                    <a:pt x="2354302" y="426872"/>
                  </a:lnTo>
                  <a:lnTo>
                    <a:pt x="2355374" y="426640"/>
                  </a:lnTo>
                  <a:lnTo>
                    <a:pt x="2356445" y="426408"/>
                  </a:lnTo>
                  <a:lnTo>
                    <a:pt x="2357517" y="426178"/>
                  </a:lnTo>
                  <a:lnTo>
                    <a:pt x="2358588" y="425949"/>
                  </a:lnTo>
                  <a:lnTo>
                    <a:pt x="2359660" y="425720"/>
                  </a:lnTo>
                  <a:lnTo>
                    <a:pt x="2360732" y="425493"/>
                  </a:lnTo>
                  <a:lnTo>
                    <a:pt x="2361803" y="425266"/>
                  </a:lnTo>
                  <a:lnTo>
                    <a:pt x="2362875" y="425040"/>
                  </a:lnTo>
                  <a:lnTo>
                    <a:pt x="2363946" y="424815"/>
                  </a:lnTo>
                  <a:lnTo>
                    <a:pt x="2365018" y="424591"/>
                  </a:lnTo>
                  <a:lnTo>
                    <a:pt x="2366090" y="424368"/>
                  </a:lnTo>
                  <a:lnTo>
                    <a:pt x="2367161" y="424145"/>
                  </a:lnTo>
                  <a:lnTo>
                    <a:pt x="2368233" y="423924"/>
                  </a:lnTo>
                  <a:lnTo>
                    <a:pt x="2369304" y="423703"/>
                  </a:lnTo>
                  <a:lnTo>
                    <a:pt x="2370376" y="423484"/>
                  </a:lnTo>
                  <a:lnTo>
                    <a:pt x="2371448" y="423265"/>
                  </a:lnTo>
                  <a:lnTo>
                    <a:pt x="2372519" y="423047"/>
                  </a:lnTo>
                  <a:lnTo>
                    <a:pt x="2373591" y="422830"/>
                  </a:lnTo>
                  <a:lnTo>
                    <a:pt x="2374662" y="422613"/>
                  </a:lnTo>
                  <a:lnTo>
                    <a:pt x="2375734" y="422398"/>
                  </a:lnTo>
                  <a:lnTo>
                    <a:pt x="2376806" y="422183"/>
                  </a:lnTo>
                  <a:lnTo>
                    <a:pt x="2377877" y="421970"/>
                  </a:lnTo>
                  <a:lnTo>
                    <a:pt x="2378949" y="421757"/>
                  </a:lnTo>
                  <a:lnTo>
                    <a:pt x="2380020" y="421545"/>
                  </a:lnTo>
                  <a:lnTo>
                    <a:pt x="2381092" y="421334"/>
                  </a:lnTo>
                  <a:lnTo>
                    <a:pt x="2382164" y="421124"/>
                  </a:lnTo>
                  <a:lnTo>
                    <a:pt x="2383235" y="420914"/>
                  </a:lnTo>
                  <a:lnTo>
                    <a:pt x="2384307" y="420705"/>
                  </a:lnTo>
                  <a:lnTo>
                    <a:pt x="2385378" y="420498"/>
                  </a:lnTo>
                  <a:lnTo>
                    <a:pt x="2386450" y="420291"/>
                  </a:lnTo>
                  <a:lnTo>
                    <a:pt x="2387522" y="420085"/>
                  </a:lnTo>
                  <a:lnTo>
                    <a:pt x="2388593" y="419879"/>
                  </a:lnTo>
                  <a:lnTo>
                    <a:pt x="2389665" y="419675"/>
                  </a:lnTo>
                  <a:lnTo>
                    <a:pt x="2390736" y="419471"/>
                  </a:lnTo>
                  <a:lnTo>
                    <a:pt x="2391808" y="419269"/>
                  </a:lnTo>
                  <a:lnTo>
                    <a:pt x="2392880" y="419067"/>
                  </a:lnTo>
                  <a:lnTo>
                    <a:pt x="2393951" y="418866"/>
                  </a:lnTo>
                  <a:lnTo>
                    <a:pt x="2395023" y="418665"/>
                  </a:lnTo>
                  <a:lnTo>
                    <a:pt x="2396094" y="418466"/>
                  </a:lnTo>
                  <a:lnTo>
                    <a:pt x="2397166" y="418267"/>
                  </a:lnTo>
                  <a:lnTo>
                    <a:pt x="2398238" y="418069"/>
                  </a:lnTo>
                  <a:lnTo>
                    <a:pt x="2399309" y="417872"/>
                  </a:lnTo>
                  <a:lnTo>
                    <a:pt x="2400381" y="417676"/>
                  </a:lnTo>
                  <a:lnTo>
                    <a:pt x="2401452" y="417481"/>
                  </a:lnTo>
                  <a:lnTo>
                    <a:pt x="2402524" y="417286"/>
                  </a:lnTo>
                  <a:lnTo>
                    <a:pt x="2403596" y="417092"/>
                  </a:lnTo>
                  <a:lnTo>
                    <a:pt x="2404667" y="416899"/>
                  </a:lnTo>
                  <a:lnTo>
                    <a:pt x="2405739" y="416707"/>
                  </a:lnTo>
                  <a:lnTo>
                    <a:pt x="2406810" y="416516"/>
                  </a:lnTo>
                  <a:lnTo>
                    <a:pt x="2407882" y="416325"/>
                  </a:lnTo>
                  <a:lnTo>
                    <a:pt x="2408954" y="416135"/>
                  </a:lnTo>
                  <a:lnTo>
                    <a:pt x="2410025" y="415946"/>
                  </a:lnTo>
                  <a:lnTo>
                    <a:pt x="2411097" y="415758"/>
                  </a:lnTo>
                  <a:lnTo>
                    <a:pt x="2412168" y="415570"/>
                  </a:lnTo>
                  <a:lnTo>
                    <a:pt x="2413240" y="415384"/>
                  </a:lnTo>
                  <a:lnTo>
                    <a:pt x="2414312" y="415198"/>
                  </a:lnTo>
                  <a:lnTo>
                    <a:pt x="2415383" y="415013"/>
                  </a:lnTo>
                  <a:lnTo>
                    <a:pt x="2416455" y="414828"/>
                  </a:lnTo>
                  <a:lnTo>
                    <a:pt x="2417526" y="414645"/>
                  </a:lnTo>
                  <a:lnTo>
                    <a:pt x="2418598" y="414462"/>
                  </a:lnTo>
                  <a:lnTo>
                    <a:pt x="2419670" y="414280"/>
                  </a:lnTo>
                  <a:lnTo>
                    <a:pt x="2420741" y="414098"/>
                  </a:lnTo>
                  <a:lnTo>
                    <a:pt x="2421813" y="413918"/>
                  </a:lnTo>
                  <a:lnTo>
                    <a:pt x="2422884" y="413738"/>
                  </a:lnTo>
                  <a:lnTo>
                    <a:pt x="2423956" y="413559"/>
                  </a:lnTo>
                  <a:lnTo>
                    <a:pt x="2425028" y="413381"/>
                  </a:lnTo>
                  <a:lnTo>
                    <a:pt x="2426099" y="413203"/>
                  </a:lnTo>
                  <a:lnTo>
                    <a:pt x="2427171" y="413027"/>
                  </a:lnTo>
                  <a:lnTo>
                    <a:pt x="2428242" y="412851"/>
                  </a:lnTo>
                  <a:lnTo>
                    <a:pt x="2429314" y="412675"/>
                  </a:lnTo>
                  <a:lnTo>
                    <a:pt x="2430386" y="412501"/>
                  </a:lnTo>
                  <a:lnTo>
                    <a:pt x="2431457" y="412327"/>
                  </a:lnTo>
                  <a:lnTo>
                    <a:pt x="2432529" y="412154"/>
                  </a:lnTo>
                  <a:lnTo>
                    <a:pt x="2433600" y="411982"/>
                  </a:lnTo>
                  <a:lnTo>
                    <a:pt x="2434672" y="411810"/>
                  </a:lnTo>
                  <a:lnTo>
                    <a:pt x="2435744" y="411640"/>
                  </a:lnTo>
                  <a:lnTo>
                    <a:pt x="2436815" y="411470"/>
                  </a:lnTo>
                  <a:lnTo>
                    <a:pt x="2437887" y="411300"/>
                  </a:lnTo>
                  <a:lnTo>
                    <a:pt x="2438958" y="411132"/>
                  </a:lnTo>
                  <a:lnTo>
                    <a:pt x="2440030" y="410964"/>
                  </a:lnTo>
                  <a:lnTo>
                    <a:pt x="2441102" y="410796"/>
                  </a:lnTo>
                  <a:lnTo>
                    <a:pt x="2442173" y="410630"/>
                  </a:lnTo>
                  <a:lnTo>
                    <a:pt x="2443245" y="410464"/>
                  </a:lnTo>
                  <a:lnTo>
                    <a:pt x="2444316" y="410299"/>
                  </a:lnTo>
                  <a:lnTo>
                    <a:pt x="2445388" y="410135"/>
                  </a:lnTo>
                  <a:lnTo>
                    <a:pt x="2446460" y="409971"/>
                  </a:lnTo>
                  <a:lnTo>
                    <a:pt x="2447531" y="409808"/>
                  </a:lnTo>
                  <a:lnTo>
                    <a:pt x="2448603" y="409646"/>
                  </a:lnTo>
                  <a:lnTo>
                    <a:pt x="2449674" y="409485"/>
                  </a:lnTo>
                  <a:lnTo>
                    <a:pt x="2450746" y="409324"/>
                  </a:lnTo>
                  <a:lnTo>
                    <a:pt x="2451818" y="409164"/>
                  </a:lnTo>
                  <a:lnTo>
                    <a:pt x="2452889" y="409004"/>
                  </a:lnTo>
                  <a:lnTo>
                    <a:pt x="2453961" y="408846"/>
                  </a:lnTo>
                  <a:lnTo>
                    <a:pt x="2455032" y="408687"/>
                  </a:lnTo>
                  <a:lnTo>
                    <a:pt x="2456104" y="408530"/>
                  </a:lnTo>
                  <a:lnTo>
                    <a:pt x="2457176" y="408373"/>
                  </a:lnTo>
                  <a:lnTo>
                    <a:pt x="2458247" y="408217"/>
                  </a:lnTo>
                  <a:lnTo>
                    <a:pt x="2459319" y="408062"/>
                  </a:lnTo>
                  <a:lnTo>
                    <a:pt x="2460390" y="407907"/>
                  </a:lnTo>
                  <a:lnTo>
                    <a:pt x="2461462" y="407754"/>
                  </a:lnTo>
                  <a:lnTo>
                    <a:pt x="2462534" y="407600"/>
                  </a:lnTo>
                  <a:lnTo>
                    <a:pt x="2463605" y="407448"/>
                  </a:lnTo>
                  <a:lnTo>
                    <a:pt x="2464677" y="407296"/>
                  </a:lnTo>
                  <a:lnTo>
                    <a:pt x="2465748" y="407144"/>
                  </a:lnTo>
                  <a:lnTo>
                    <a:pt x="2466820" y="406994"/>
                  </a:lnTo>
                  <a:lnTo>
                    <a:pt x="2467892" y="406844"/>
                  </a:lnTo>
                  <a:lnTo>
                    <a:pt x="2468963" y="406694"/>
                  </a:lnTo>
                  <a:lnTo>
                    <a:pt x="2470035" y="406546"/>
                  </a:lnTo>
                  <a:lnTo>
                    <a:pt x="2471106" y="406398"/>
                  </a:lnTo>
                  <a:lnTo>
                    <a:pt x="2472178" y="406250"/>
                  </a:lnTo>
                  <a:lnTo>
                    <a:pt x="2473250" y="406104"/>
                  </a:lnTo>
                  <a:lnTo>
                    <a:pt x="2474321" y="405957"/>
                  </a:lnTo>
                  <a:lnTo>
                    <a:pt x="2475393" y="405812"/>
                  </a:lnTo>
                  <a:lnTo>
                    <a:pt x="2476464" y="405667"/>
                  </a:lnTo>
                  <a:lnTo>
                    <a:pt x="2477536" y="405523"/>
                  </a:lnTo>
                  <a:lnTo>
                    <a:pt x="2478608" y="405379"/>
                  </a:lnTo>
                  <a:lnTo>
                    <a:pt x="2479679" y="405237"/>
                  </a:lnTo>
                  <a:lnTo>
                    <a:pt x="2480751" y="405094"/>
                  </a:lnTo>
                  <a:lnTo>
                    <a:pt x="2481822" y="404953"/>
                  </a:lnTo>
                  <a:lnTo>
                    <a:pt x="2482894" y="404812"/>
                  </a:lnTo>
                  <a:lnTo>
                    <a:pt x="2483966" y="404671"/>
                  </a:lnTo>
                  <a:lnTo>
                    <a:pt x="2485037" y="404531"/>
                  </a:lnTo>
                  <a:lnTo>
                    <a:pt x="2486109" y="404392"/>
                  </a:lnTo>
                  <a:lnTo>
                    <a:pt x="2487180" y="404253"/>
                  </a:lnTo>
                  <a:lnTo>
                    <a:pt x="2488252" y="404115"/>
                  </a:lnTo>
                  <a:lnTo>
                    <a:pt x="2489323" y="403978"/>
                  </a:lnTo>
                  <a:lnTo>
                    <a:pt x="2490395" y="403841"/>
                  </a:lnTo>
                  <a:lnTo>
                    <a:pt x="2491467" y="403705"/>
                  </a:lnTo>
                  <a:lnTo>
                    <a:pt x="2492538" y="403570"/>
                  </a:lnTo>
                  <a:lnTo>
                    <a:pt x="2493610" y="403435"/>
                  </a:lnTo>
                  <a:lnTo>
                    <a:pt x="2494681" y="403300"/>
                  </a:lnTo>
                  <a:lnTo>
                    <a:pt x="2495753" y="403166"/>
                  </a:lnTo>
                  <a:lnTo>
                    <a:pt x="2496825" y="403033"/>
                  </a:lnTo>
                  <a:lnTo>
                    <a:pt x="2497896" y="402901"/>
                  </a:lnTo>
                  <a:lnTo>
                    <a:pt x="2498968" y="402769"/>
                  </a:lnTo>
                  <a:lnTo>
                    <a:pt x="2500039" y="402637"/>
                  </a:lnTo>
                  <a:lnTo>
                    <a:pt x="2501111" y="402506"/>
                  </a:lnTo>
                  <a:lnTo>
                    <a:pt x="2502183" y="402376"/>
                  </a:lnTo>
                  <a:lnTo>
                    <a:pt x="2503254" y="402246"/>
                  </a:lnTo>
                  <a:lnTo>
                    <a:pt x="2504326" y="402117"/>
                  </a:lnTo>
                  <a:lnTo>
                    <a:pt x="2505397" y="401988"/>
                  </a:lnTo>
                  <a:lnTo>
                    <a:pt x="2506469" y="401860"/>
                  </a:lnTo>
                  <a:lnTo>
                    <a:pt x="2507541" y="401733"/>
                  </a:lnTo>
                  <a:lnTo>
                    <a:pt x="2508612" y="401606"/>
                  </a:lnTo>
                  <a:lnTo>
                    <a:pt x="2509684" y="401479"/>
                  </a:lnTo>
                  <a:lnTo>
                    <a:pt x="2510755" y="401354"/>
                  </a:lnTo>
                  <a:lnTo>
                    <a:pt x="2511827" y="401228"/>
                  </a:lnTo>
                  <a:lnTo>
                    <a:pt x="2512899" y="401104"/>
                  </a:lnTo>
                  <a:lnTo>
                    <a:pt x="2513970" y="400979"/>
                  </a:lnTo>
                  <a:lnTo>
                    <a:pt x="2515042" y="400856"/>
                  </a:lnTo>
                  <a:lnTo>
                    <a:pt x="2516113" y="400733"/>
                  </a:lnTo>
                  <a:lnTo>
                    <a:pt x="2517185" y="400610"/>
                  </a:lnTo>
                  <a:lnTo>
                    <a:pt x="2518257" y="400488"/>
                  </a:lnTo>
                  <a:lnTo>
                    <a:pt x="2519328" y="400366"/>
                  </a:lnTo>
                  <a:lnTo>
                    <a:pt x="2520400" y="400245"/>
                  </a:lnTo>
                  <a:lnTo>
                    <a:pt x="2521471" y="400125"/>
                  </a:lnTo>
                  <a:lnTo>
                    <a:pt x="2522543" y="400005"/>
                  </a:lnTo>
                  <a:lnTo>
                    <a:pt x="2523615" y="399886"/>
                  </a:lnTo>
                  <a:lnTo>
                    <a:pt x="2524686" y="399767"/>
                  </a:lnTo>
                  <a:lnTo>
                    <a:pt x="2525758" y="399648"/>
                  </a:lnTo>
                  <a:lnTo>
                    <a:pt x="2526829" y="399530"/>
                  </a:lnTo>
                  <a:lnTo>
                    <a:pt x="2527901" y="399413"/>
                  </a:lnTo>
                  <a:lnTo>
                    <a:pt x="2528973" y="399296"/>
                  </a:lnTo>
                  <a:lnTo>
                    <a:pt x="2530044" y="399180"/>
                  </a:lnTo>
                  <a:lnTo>
                    <a:pt x="2531116" y="399064"/>
                  </a:lnTo>
                  <a:lnTo>
                    <a:pt x="2532187" y="398948"/>
                  </a:lnTo>
                  <a:lnTo>
                    <a:pt x="2533259" y="398834"/>
                  </a:lnTo>
                  <a:lnTo>
                    <a:pt x="2534331" y="398719"/>
                  </a:lnTo>
                  <a:lnTo>
                    <a:pt x="2535402" y="398605"/>
                  </a:lnTo>
                  <a:lnTo>
                    <a:pt x="2536474" y="398492"/>
                  </a:lnTo>
                  <a:lnTo>
                    <a:pt x="2537545" y="398379"/>
                  </a:lnTo>
                  <a:lnTo>
                    <a:pt x="2538617" y="398266"/>
                  </a:lnTo>
                  <a:lnTo>
                    <a:pt x="2539689" y="398154"/>
                  </a:lnTo>
                  <a:lnTo>
                    <a:pt x="2540760" y="398043"/>
                  </a:lnTo>
                  <a:lnTo>
                    <a:pt x="2541832" y="397932"/>
                  </a:lnTo>
                  <a:lnTo>
                    <a:pt x="2542903" y="397821"/>
                  </a:lnTo>
                  <a:lnTo>
                    <a:pt x="2543975" y="397711"/>
                  </a:lnTo>
                  <a:lnTo>
                    <a:pt x="2545047" y="397601"/>
                  </a:lnTo>
                  <a:lnTo>
                    <a:pt x="2546118" y="397492"/>
                  </a:lnTo>
                  <a:lnTo>
                    <a:pt x="2547190" y="397383"/>
                  </a:lnTo>
                  <a:lnTo>
                    <a:pt x="2548261" y="397275"/>
                  </a:lnTo>
                  <a:lnTo>
                    <a:pt x="2549333" y="397167"/>
                  </a:lnTo>
                  <a:lnTo>
                    <a:pt x="2550405" y="397060"/>
                  </a:lnTo>
                  <a:lnTo>
                    <a:pt x="2551476" y="396953"/>
                  </a:lnTo>
                  <a:lnTo>
                    <a:pt x="2552548" y="396846"/>
                  </a:lnTo>
                  <a:lnTo>
                    <a:pt x="2553619" y="396740"/>
                  </a:lnTo>
                  <a:lnTo>
                    <a:pt x="2554691" y="396635"/>
                  </a:lnTo>
                  <a:lnTo>
                    <a:pt x="2555763" y="396530"/>
                  </a:lnTo>
                  <a:lnTo>
                    <a:pt x="2556834" y="396425"/>
                  </a:lnTo>
                  <a:lnTo>
                    <a:pt x="2557906" y="396320"/>
                  </a:lnTo>
                  <a:lnTo>
                    <a:pt x="2558977" y="396216"/>
                  </a:lnTo>
                  <a:lnTo>
                    <a:pt x="2560049" y="396113"/>
                  </a:lnTo>
                  <a:lnTo>
                    <a:pt x="2561121" y="396010"/>
                  </a:lnTo>
                  <a:lnTo>
                    <a:pt x="2562192" y="395907"/>
                  </a:lnTo>
                  <a:lnTo>
                    <a:pt x="2563264" y="395805"/>
                  </a:lnTo>
                  <a:lnTo>
                    <a:pt x="2564335" y="395703"/>
                  </a:lnTo>
                  <a:lnTo>
                    <a:pt x="2565407" y="395602"/>
                  </a:lnTo>
                  <a:lnTo>
                    <a:pt x="2566479" y="395501"/>
                  </a:lnTo>
                  <a:lnTo>
                    <a:pt x="2567550" y="395400"/>
                  </a:lnTo>
                  <a:lnTo>
                    <a:pt x="2568622" y="395300"/>
                  </a:lnTo>
                  <a:lnTo>
                    <a:pt x="2569693" y="395200"/>
                  </a:lnTo>
                  <a:lnTo>
                    <a:pt x="2570765" y="395100"/>
                  </a:lnTo>
                  <a:lnTo>
                    <a:pt x="2571837" y="395001"/>
                  </a:lnTo>
                  <a:lnTo>
                    <a:pt x="2572908" y="394903"/>
                  </a:lnTo>
                  <a:lnTo>
                    <a:pt x="2573980" y="394804"/>
                  </a:lnTo>
                  <a:lnTo>
                    <a:pt x="2575051" y="394706"/>
                  </a:lnTo>
                  <a:lnTo>
                    <a:pt x="2576123" y="394609"/>
                  </a:lnTo>
                  <a:lnTo>
                    <a:pt x="2577195" y="394512"/>
                  </a:lnTo>
                  <a:lnTo>
                    <a:pt x="2578266" y="394415"/>
                  </a:lnTo>
                  <a:lnTo>
                    <a:pt x="2579338" y="394319"/>
                  </a:lnTo>
                  <a:lnTo>
                    <a:pt x="2580409" y="394222"/>
                  </a:lnTo>
                  <a:lnTo>
                    <a:pt x="2581481" y="394127"/>
                  </a:lnTo>
                  <a:lnTo>
                    <a:pt x="2582553" y="394031"/>
                  </a:lnTo>
                  <a:lnTo>
                    <a:pt x="2583624" y="393936"/>
                  </a:lnTo>
                  <a:lnTo>
                    <a:pt x="2584696" y="393842"/>
                  </a:lnTo>
                  <a:lnTo>
                    <a:pt x="2585767" y="393748"/>
                  </a:lnTo>
                  <a:lnTo>
                    <a:pt x="2586839" y="393654"/>
                  </a:lnTo>
                  <a:lnTo>
                    <a:pt x="2587911" y="393560"/>
                  </a:lnTo>
                  <a:lnTo>
                    <a:pt x="2588982" y="393467"/>
                  </a:lnTo>
                  <a:lnTo>
                    <a:pt x="2590054" y="393374"/>
                  </a:lnTo>
                  <a:lnTo>
                    <a:pt x="2591125" y="393281"/>
                  </a:lnTo>
                  <a:lnTo>
                    <a:pt x="2592197" y="393189"/>
                  </a:lnTo>
                  <a:lnTo>
                    <a:pt x="2593269" y="393097"/>
                  </a:lnTo>
                  <a:lnTo>
                    <a:pt x="2594340" y="393006"/>
                  </a:lnTo>
                  <a:lnTo>
                    <a:pt x="2595412" y="392914"/>
                  </a:lnTo>
                  <a:lnTo>
                    <a:pt x="2596483" y="392823"/>
                  </a:lnTo>
                  <a:lnTo>
                    <a:pt x="2597555" y="392733"/>
                  </a:lnTo>
                  <a:lnTo>
                    <a:pt x="2598627" y="392642"/>
                  </a:lnTo>
                  <a:lnTo>
                    <a:pt x="2599698" y="392552"/>
                  </a:lnTo>
                  <a:lnTo>
                    <a:pt x="2600770" y="392463"/>
                  </a:lnTo>
                  <a:lnTo>
                    <a:pt x="2601841" y="392373"/>
                  </a:lnTo>
                  <a:lnTo>
                    <a:pt x="2602913" y="392284"/>
                  </a:lnTo>
                  <a:lnTo>
                    <a:pt x="2603985" y="392195"/>
                  </a:lnTo>
                  <a:lnTo>
                    <a:pt x="2605056" y="392107"/>
                  </a:lnTo>
                  <a:lnTo>
                    <a:pt x="2606128" y="392019"/>
                  </a:lnTo>
                  <a:lnTo>
                    <a:pt x="2607199" y="391931"/>
                  </a:lnTo>
                  <a:lnTo>
                    <a:pt x="2608271" y="391843"/>
                  </a:lnTo>
                  <a:lnTo>
                    <a:pt x="2609343" y="391756"/>
                  </a:lnTo>
                  <a:lnTo>
                    <a:pt x="2610414" y="391669"/>
                  </a:lnTo>
                  <a:lnTo>
                    <a:pt x="2611486" y="391582"/>
                  </a:lnTo>
                  <a:lnTo>
                    <a:pt x="2612557" y="391496"/>
                  </a:lnTo>
                  <a:lnTo>
                    <a:pt x="2613629" y="391409"/>
                  </a:lnTo>
                  <a:lnTo>
                    <a:pt x="2614701" y="391323"/>
                  </a:lnTo>
                  <a:lnTo>
                    <a:pt x="2615772" y="391238"/>
                  </a:lnTo>
                  <a:lnTo>
                    <a:pt x="2616844" y="391152"/>
                  </a:lnTo>
                  <a:lnTo>
                    <a:pt x="2617915" y="391067"/>
                  </a:lnTo>
                  <a:lnTo>
                    <a:pt x="2618987" y="390982"/>
                  </a:lnTo>
                  <a:lnTo>
                    <a:pt x="2620059" y="390897"/>
                  </a:lnTo>
                  <a:lnTo>
                    <a:pt x="2621130" y="390813"/>
                  </a:lnTo>
                  <a:lnTo>
                    <a:pt x="2622202" y="390729"/>
                  </a:lnTo>
                  <a:lnTo>
                    <a:pt x="2623273" y="390645"/>
                  </a:lnTo>
                  <a:lnTo>
                    <a:pt x="2624345" y="390561"/>
                  </a:lnTo>
                  <a:lnTo>
                    <a:pt x="2625417" y="390478"/>
                  </a:lnTo>
                  <a:lnTo>
                    <a:pt x="2626488" y="390395"/>
                  </a:lnTo>
                  <a:lnTo>
                    <a:pt x="2627560" y="390312"/>
                  </a:lnTo>
                  <a:lnTo>
                    <a:pt x="2628631" y="390229"/>
                  </a:lnTo>
                  <a:lnTo>
                    <a:pt x="2629703" y="390146"/>
                  </a:lnTo>
                  <a:lnTo>
                    <a:pt x="2630775" y="390064"/>
                  </a:lnTo>
                  <a:lnTo>
                    <a:pt x="2631846" y="389982"/>
                  </a:lnTo>
                  <a:lnTo>
                    <a:pt x="2632918" y="389900"/>
                  </a:lnTo>
                  <a:lnTo>
                    <a:pt x="2633989" y="389818"/>
                  </a:lnTo>
                  <a:lnTo>
                    <a:pt x="2635061" y="389737"/>
                  </a:lnTo>
                  <a:lnTo>
                    <a:pt x="2636133" y="389656"/>
                  </a:lnTo>
                  <a:lnTo>
                    <a:pt x="2637204" y="389575"/>
                  </a:lnTo>
                  <a:lnTo>
                    <a:pt x="2638276" y="389494"/>
                  </a:lnTo>
                  <a:lnTo>
                    <a:pt x="2639347" y="389413"/>
                  </a:lnTo>
                  <a:lnTo>
                    <a:pt x="2640419" y="389333"/>
                  </a:lnTo>
                  <a:lnTo>
                    <a:pt x="2641491" y="389253"/>
                  </a:lnTo>
                  <a:lnTo>
                    <a:pt x="2642562" y="389173"/>
                  </a:lnTo>
                  <a:lnTo>
                    <a:pt x="2643634" y="389093"/>
                  </a:lnTo>
                  <a:lnTo>
                    <a:pt x="2644705" y="389013"/>
                  </a:lnTo>
                  <a:lnTo>
                    <a:pt x="2645777" y="388933"/>
                  </a:lnTo>
                  <a:lnTo>
                    <a:pt x="2646849" y="388854"/>
                  </a:lnTo>
                  <a:lnTo>
                    <a:pt x="2647920" y="388775"/>
                  </a:lnTo>
                  <a:lnTo>
                    <a:pt x="2648992" y="388696"/>
                  </a:lnTo>
                  <a:lnTo>
                    <a:pt x="2650063" y="388617"/>
                  </a:lnTo>
                  <a:lnTo>
                    <a:pt x="2651135" y="388538"/>
                  </a:lnTo>
                  <a:lnTo>
                    <a:pt x="2652207" y="388460"/>
                  </a:lnTo>
                  <a:lnTo>
                    <a:pt x="2653278" y="388382"/>
                  </a:lnTo>
                  <a:lnTo>
                    <a:pt x="2654350" y="388303"/>
                  </a:lnTo>
                  <a:lnTo>
                    <a:pt x="2655421" y="388225"/>
                  </a:lnTo>
                  <a:lnTo>
                    <a:pt x="2656493" y="388147"/>
                  </a:lnTo>
                  <a:lnTo>
                    <a:pt x="2657565" y="388070"/>
                  </a:lnTo>
                  <a:lnTo>
                    <a:pt x="2658636" y="387992"/>
                  </a:lnTo>
                  <a:lnTo>
                    <a:pt x="2659708" y="387915"/>
                  </a:lnTo>
                  <a:lnTo>
                    <a:pt x="2660779" y="387837"/>
                  </a:lnTo>
                  <a:lnTo>
                    <a:pt x="2661851" y="387760"/>
                  </a:lnTo>
                  <a:lnTo>
                    <a:pt x="2662922" y="387683"/>
                  </a:lnTo>
                  <a:lnTo>
                    <a:pt x="2663994" y="387606"/>
                  </a:lnTo>
                  <a:lnTo>
                    <a:pt x="2665066" y="387529"/>
                  </a:lnTo>
                  <a:lnTo>
                    <a:pt x="2666137" y="387453"/>
                  </a:lnTo>
                  <a:lnTo>
                    <a:pt x="2667209" y="387376"/>
                  </a:lnTo>
                  <a:lnTo>
                    <a:pt x="2668280" y="387300"/>
                  </a:lnTo>
                  <a:lnTo>
                    <a:pt x="2669352" y="387223"/>
                  </a:lnTo>
                  <a:lnTo>
                    <a:pt x="2670424" y="387147"/>
                  </a:lnTo>
                  <a:lnTo>
                    <a:pt x="2671495" y="387071"/>
                  </a:lnTo>
                  <a:lnTo>
                    <a:pt x="2672567" y="386995"/>
                  </a:lnTo>
                  <a:lnTo>
                    <a:pt x="2673638" y="386919"/>
                  </a:lnTo>
                  <a:lnTo>
                    <a:pt x="2674710" y="386843"/>
                  </a:lnTo>
                  <a:lnTo>
                    <a:pt x="2675782" y="386767"/>
                  </a:lnTo>
                  <a:lnTo>
                    <a:pt x="2676853" y="386691"/>
                  </a:lnTo>
                  <a:lnTo>
                    <a:pt x="2677925" y="386616"/>
                  </a:lnTo>
                  <a:lnTo>
                    <a:pt x="2678996" y="386540"/>
                  </a:lnTo>
                  <a:lnTo>
                    <a:pt x="2680068" y="386465"/>
                  </a:lnTo>
                  <a:lnTo>
                    <a:pt x="2681140" y="386390"/>
                  </a:lnTo>
                  <a:lnTo>
                    <a:pt x="2682211" y="386314"/>
                  </a:lnTo>
                  <a:lnTo>
                    <a:pt x="2683283" y="386239"/>
                  </a:lnTo>
                  <a:lnTo>
                    <a:pt x="2684354" y="386164"/>
                  </a:lnTo>
                  <a:lnTo>
                    <a:pt x="2685426" y="386089"/>
                  </a:lnTo>
                  <a:lnTo>
                    <a:pt x="2686498" y="386014"/>
                  </a:lnTo>
                  <a:lnTo>
                    <a:pt x="2687569" y="385939"/>
                  </a:lnTo>
                  <a:lnTo>
                    <a:pt x="2688641" y="385864"/>
                  </a:lnTo>
                  <a:lnTo>
                    <a:pt x="2689712" y="385789"/>
                  </a:lnTo>
                  <a:lnTo>
                    <a:pt x="2690784" y="385714"/>
                  </a:lnTo>
                  <a:lnTo>
                    <a:pt x="2691856" y="385639"/>
                  </a:lnTo>
                  <a:lnTo>
                    <a:pt x="2692927" y="385565"/>
                  </a:lnTo>
                  <a:lnTo>
                    <a:pt x="2693999" y="385490"/>
                  </a:lnTo>
                  <a:lnTo>
                    <a:pt x="2695070" y="385415"/>
                  </a:lnTo>
                  <a:lnTo>
                    <a:pt x="2696142" y="385341"/>
                  </a:lnTo>
                  <a:lnTo>
                    <a:pt x="2697214" y="385266"/>
                  </a:lnTo>
                  <a:lnTo>
                    <a:pt x="2698285" y="385192"/>
                  </a:lnTo>
                  <a:lnTo>
                    <a:pt x="2699357" y="385117"/>
                  </a:lnTo>
                  <a:lnTo>
                    <a:pt x="2700428" y="385042"/>
                  </a:lnTo>
                  <a:lnTo>
                    <a:pt x="2701500" y="384968"/>
                  </a:lnTo>
                  <a:lnTo>
                    <a:pt x="2702572" y="384893"/>
                  </a:lnTo>
                  <a:lnTo>
                    <a:pt x="2703643" y="384819"/>
                  </a:lnTo>
                  <a:lnTo>
                    <a:pt x="2704715" y="384744"/>
                  </a:lnTo>
                  <a:lnTo>
                    <a:pt x="2705786" y="384670"/>
                  </a:lnTo>
                  <a:lnTo>
                    <a:pt x="2706858" y="384595"/>
                  </a:lnTo>
                  <a:lnTo>
                    <a:pt x="2707930" y="384521"/>
                  </a:lnTo>
                  <a:lnTo>
                    <a:pt x="2709001" y="384446"/>
                  </a:lnTo>
                  <a:lnTo>
                    <a:pt x="2710073" y="384372"/>
                  </a:lnTo>
                  <a:lnTo>
                    <a:pt x="2711144" y="384297"/>
                  </a:lnTo>
                  <a:lnTo>
                    <a:pt x="2712216" y="384223"/>
                  </a:lnTo>
                  <a:lnTo>
                    <a:pt x="2713288" y="384148"/>
                  </a:lnTo>
                  <a:lnTo>
                    <a:pt x="2714359" y="384074"/>
                  </a:lnTo>
                  <a:lnTo>
                    <a:pt x="2715431" y="383999"/>
                  </a:lnTo>
                  <a:lnTo>
                    <a:pt x="2716502" y="383925"/>
                  </a:lnTo>
                  <a:lnTo>
                    <a:pt x="2717574" y="383850"/>
                  </a:lnTo>
                  <a:lnTo>
                    <a:pt x="2718646" y="383775"/>
                  </a:lnTo>
                  <a:lnTo>
                    <a:pt x="2719717" y="383701"/>
                  </a:lnTo>
                  <a:lnTo>
                    <a:pt x="2720789" y="383626"/>
                  </a:lnTo>
                  <a:lnTo>
                    <a:pt x="2721860" y="383551"/>
                  </a:lnTo>
                  <a:lnTo>
                    <a:pt x="2722932" y="383476"/>
                  </a:lnTo>
                  <a:lnTo>
                    <a:pt x="2724004" y="383401"/>
                  </a:lnTo>
                  <a:lnTo>
                    <a:pt x="2725075" y="383326"/>
                  </a:lnTo>
                  <a:lnTo>
                    <a:pt x="2726147" y="383251"/>
                  </a:lnTo>
                  <a:lnTo>
                    <a:pt x="2727218" y="383176"/>
                  </a:lnTo>
                  <a:lnTo>
                    <a:pt x="2728290" y="383101"/>
                  </a:lnTo>
                  <a:lnTo>
                    <a:pt x="2729362" y="383026"/>
                  </a:lnTo>
                  <a:lnTo>
                    <a:pt x="2730433" y="382950"/>
                  </a:lnTo>
                  <a:lnTo>
                    <a:pt x="2731505" y="382875"/>
                  </a:lnTo>
                  <a:lnTo>
                    <a:pt x="2732576" y="382800"/>
                  </a:lnTo>
                  <a:lnTo>
                    <a:pt x="2733648" y="382724"/>
                  </a:lnTo>
                  <a:lnTo>
                    <a:pt x="2734720" y="382649"/>
                  </a:lnTo>
                  <a:lnTo>
                    <a:pt x="2735791" y="382573"/>
                  </a:lnTo>
                  <a:lnTo>
                    <a:pt x="2736863" y="382497"/>
                  </a:lnTo>
                  <a:lnTo>
                    <a:pt x="2737934" y="382421"/>
                  </a:lnTo>
                  <a:lnTo>
                    <a:pt x="2739006" y="382345"/>
                  </a:lnTo>
                  <a:lnTo>
                    <a:pt x="2740078" y="382269"/>
                  </a:lnTo>
                  <a:lnTo>
                    <a:pt x="2741149" y="382193"/>
                  </a:lnTo>
                  <a:lnTo>
                    <a:pt x="2742221" y="382117"/>
                  </a:lnTo>
                  <a:lnTo>
                    <a:pt x="2743292" y="382041"/>
                  </a:lnTo>
                  <a:lnTo>
                    <a:pt x="2744364" y="381964"/>
                  </a:lnTo>
                  <a:lnTo>
                    <a:pt x="2745436" y="381888"/>
                  </a:lnTo>
                  <a:lnTo>
                    <a:pt x="2746507" y="381811"/>
                  </a:lnTo>
                  <a:lnTo>
                    <a:pt x="2747579" y="381734"/>
                  </a:lnTo>
                  <a:lnTo>
                    <a:pt x="2748650" y="381657"/>
                  </a:lnTo>
                  <a:lnTo>
                    <a:pt x="2749722" y="381580"/>
                  </a:lnTo>
                  <a:lnTo>
                    <a:pt x="2750794" y="381503"/>
                  </a:lnTo>
                  <a:lnTo>
                    <a:pt x="2751865" y="381426"/>
                  </a:lnTo>
                  <a:lnTo>
                    <a:pt x="2752937" y="381348"/>
                  </a:lnTo>
                  <a:lnTo>
                    <a:pt x="2754008" y="381271"/>
                  </a:lnTo>
                  <a:lnTo>
                    <a:pt x="2755080" y="381193"/>
                  </a:lnTo>
                  <a:lnTo>
                    <a:pt x="2756152" y="381115"/>
                  </a:lnTo>
                  <a:lnTo>
                    <a:pt x="2757223" y="381037"/>
                  </a:lnTo>
                  <a:lnTo>
                    <a:pt x="2758295" y="380959"/>
                  </a:lnTo>
                  <a:lnTo>
                    <a:pt x="2759366" y="380880"/>
                  </a:lnTo>
                  <a:lnTo>
                    <a:pt x="2760438" y="380802"/>
                  </a:lnTo>
                  <a:lnTo>
                    <a:pt x="2761510" y="380723"/>
                  </a:lnTo>
                  <a:lnTo>
                    <a:pt x="2762581" y="380645"/>
                  </a:lnTo>
                  <a:lnTo>
                    <a:pt x="2763653" y="380566"/>
                  </a:lnTo>
                  <a:lnTo>
                    <a:pt x="2764724" y="380486"/>
                  </a:lnTo>
                  <a:lnTo>
                    <a:pt x="2765796" y="380407"/>
                  </a:lnTo>
                  <a:lnTo>
                    <a:pt x="2766868" y="380328"/>
                  </a:lnTo>
                  <a:lnTo>
                    <a:pt x="2767939" y="380248"/>
                  </a:lnTo>
                  <a:lnTo>
                    <a:pt x="2769011" y="380168"/>
                  </a:lnTo>
                  <a:lnTo>
                    <a:pt x="2770082" y="380088"/>
                  </a:lnTo>
                  <a:lnTo>
                    <a:pt x="2771154" y="380008"/>
                  </a:lnTo>
                  <a:lnTo>
                    <a:pt x="2772226" y="379928"/>
                  </a:lnTo>
                  <a:lnTo>
                    <a:pt x="2773297" y="379847"/>
                  </a:lnTo>
                  <a:lnTo>
                    <a:pt x="2774369" y="379766"/>
                  </a:lnTo>
                  <a:lnTo>
                    <a:pt x="2775440" y="379685"/>
                  </a:lnTo>
                  <a:lnTo>
                    <a:pt x="2776512" y="379604"/>
                  </a:lnTo>
                  <a:lnTo>
                    <a:pt x="2777584" y="379523"/>
                  </a:lnTo>
                  <a:lnTo>
                    <a:pt x="2778655" y="379441"/>
                  </a:lnTo>
                  <a:lnTo>
                    <a:pt x="2779727" y="379359"/>
                  </a:lnTo>
                  <a:lnTo>
                    <a:pt x="2780798" y="379277"/>
                  </a:lnTo>
                  <a:lnTo>
                    <a:pt x="2781870" y="379195"/>
                  </a:lnTo>
                  <a:lnTo>
                    <a:pt x="2782942" y="379112"/>
                  </a:lnTo>
                  <a:lnTo>
                    <a:pt x="2784013" y="379030"/>
                  </a:lnTo>
                  <a:lnTo>
                    <a:pt x="2785085" y="378947"/>
                  </a:lnTo>
                  <a:lnTo>
                    <a:pt x="2786156" y="378864"/>
                  </a:lnTo>
                  <a:lnTo>
                    <a:pt x="2787228" y="378780"/>
                  </a:lnTo>
                  <a:lnTo>
                    <a:pt x="2788300" y="378697"/>
                  </a:lnTo>
                  <a:lnTo>
                    <a:pt x="2789371" y="378613"/>
                  </a:lnTo>
                  <a:lnTo>
                    <a:pt x="2790443" y="378529"/>
                  </a:lnTo>
                  <a:lnTo>
                    <a:pt x="2791514" y="378444"/>
                  </a:lnTo>
                  <a:lnTo>
                    <a:pt x="2792586" y="378360"/>
                  </a:lnTo>
                  <a:lnTo>
                    <a:pt x="2793658" y="378275"/>
                  </a:lnTo>
                  <a:lnTo>
                    <a:pt x="2794729" y="378190"/>
                  </a:lnTo>
                  <a:lnTo>
                    <a:pt x="2795801" y="378105"/>
                  </a:lnTo>
                  <a:lnTo>
                    <a:pt x="2796872" y="378019"/>
                  </a:lnTo>
                  <a:lnTo>
                    <a:pt x="2797944" y="377933"/>
                  </a:lnTo>
                  <a:lnTo>
                    <a:pt x="2799016" y="377847"/>
                  </a:lnTo>
                  <a:lnTo>
                    <a:pt x="2800087" y="377761"/>
                  </a:lnTo>
                  <a:lnTo>
                    <a:pt x="2801159" y="377674"/>
                  </a:lnTo>
                  <a:lnTo>
                    <a:pt x="2802230" y="377587"/>
                  </a:lnTo>
                  <a:lnTo>
                    <a:pt x="2803302" y="377500"/>
                  </a:lnTo>
                  <a:lnTo>
                    <a:pt x="2804374" y="377412"/>
                  </a:lnTo>
                  <a:lnTo>
                    <a:pt x="2805445" y="377324"/>
                  </a:lnTo>
                  <a:lnTo>
                    <a:pt x="2806517" y="377236"/>
                  </a:lnTo>
                  <a:lnTo>
                    <a:pt x="2807588" y="377148"/>
                  </a:lnTo>
                  <a:lnTo>
                    <a:pt x="2808660" y="377059"/>
                  </a:lnTo>
                  <a:lnTo>
                    <a:pt x="2809732" y="376970"/>
                  </a:lnTo>
                  <a:lnTo>
                    <a:pt x="2810803" y="376881"/>
                  </a:lnTo>
                  <a:lnTo>
                    <a:pt x="2811875" y="376792"/>
                  </a:lnTo>
                  <a:lnTo>
                    <a:pt x="2812946" y="376702"/>
                  </a:lnTo>
                  <a:lnTo>
                    <a:pt x="2814018" y="376612"/>
                  </a:lnTo>
                  <a:lnTo>
                    <a:pt x="2815090" y="376521"/>
                  </a:lnTo>
                  <a:lnTo>
                    <a:pt x="2816161" y="376430"/>
                  </a:lnTo>
                  <a:lnTo>
                    <a:pt x="2817233" y="376339"/>
                  </a:lnTo>
                  <a:lnTo>
                    <a:pt x="2818304" y="376248"/>
                  </a:lnTo>
                  <a:lnTo>
                    <a:pt x="2819376" y="376156"/>
                  </a:lnTo>
                  <a:lnTo>
                    <a:pt x="2820448" y="376064"/>
                  </a:lnTo>
                  <a:lnTo>
                    <a:pt x="2821519" y="375972"/>
                  </a:lnTo>
                  <a:lnTo>
                    <a:pt x="2822591" y="375879"/>
                  </a:lnTo>
                  <a:lnTo>
                    <a:pt x="2823662" y="375786"/>
                  </a:lnTo>
                  <a:lnTo>
                    <a:pt x="2824734" y="375692"/>
                  </a:lnTo>
                  <a:lnTo>
                    <a:pt x="2825806" y="375599"/>
                  </a:lnTo>
                  <a:lnTo>
                    <a:pt x="2826877" y="375505"/>
                  </a:lnTo>
                  <a:lnTo>
                    <a:pt x="2827949" y="375410"/>
                  </a:lnTo>
                  <a:lnTo>
                    <a:pt x="2829020" y="375315"/>
                  </a:lnTo>
                  <a:lnTo>
                    <a:pt x="2830092" y="375220"/>
                  </a:lnTo>
                  <a:lnTo>
                    <a:pt x="2831164" y="375125"/>
                  </a:lnTo>
                  <a:lnTo>
                    <a:pt x="2832235" y="375029"/>
                  </a:lnTo>
                  <a:lnTo>
                    <a:pt x="2833307" y="374933"/>
                  </a:lnTo>
                  <a:lnTo>
                    <a:pt x="2834378" y="374836"/>
                  </a:lnTo>
                  <a:lnTo>
                    <a:pt x="2835450" y="374740"/>
                  </a:lnTo>
                  <a:lnTo>
                    <a:pt x="2836522" y="374642"/>
                  </a:lnTo>
                  <a:lnTo>
                    <a:pt x="2837593" y="374545"/>
                  </a:lnTo>
                  <a:lnTo>
                    <a:pt x="2838665" y="374447"/>
                  </a:lnTo>
                  <a:lnTo>
                    <a:pt x="2839736" y="374348"/>
                  </a:lnTo>
                  <a:lnTo>
                    <a:pt x="2840808" y="374249"/>
                  </a:lnTo>
                  <a:lnTo>
                    <a:pt x="2841879" y="374150"/>
                  </a:lnTo>
                  <a:lnTo>
                    <a:pt x="2842951" y="374051"/>
                  </a:lnTo>
                  <a:lnTo>
                    <a:pt x="2844023" y="373951"/>
                  </a:lnTo>
                  <a:lnTo>
                    <a:pt x="2845094" y="373851"/>
                  </a:lnTo>
                  <a:lnTo>
                    <a:pt x="2846166" y="373750"/>
                  </a:lnTo>
                  <a:lnTo>
                    <a:pt x="2847237" y="373649"/>
                  </a:lnTo>
                  <a:lnTo>
                    <a:pt x="2848309" y="373547"/>
                  </a:lnTo>
                  <a:lnTo>
                    <a:pt x="2849381" y="373445"/>
                  </a:lnTo>
                  <a:lnTo>
                    <a:pt x="2850452" y="373343"/>
                  </a:lnTo>
                  <a:lnTo>
                    <a:pt x="2851524" y="373241"/>
                  </a:lnTo>
                  <a:lnTo>
                    <a:pt x="2852595" y="373137"/>
                  </a:lnTo>
                  <a:lnTo>
                    <a:pt x="2853667" y="373034"/>
                  </a:lnTo>
                  <a:lnTo>
                    <a:pt x="2854739" y="372930"/>
                  </a:lnTo>
                  <a:lnTo>
                    <a:pt x="2855810" y="372826"/>
                  </a:lnTo>
                  <a:lnTo>
                    <a:pt x="2856882" y="372721"/>
                  </a:lnTo>
                  <a:lnTo>
                    <a:pt x="2857953" y="372616"/>
                  </a:lnTo>
                  <a:lnTo>
                    <a:pt x="2859025" y="372510"/>
                  </a:lnTo>
                  <a:lnTo>
                    <a:pt x="2860097" y="372404"/>
                  </a:lnTo>
                  <a:lnTo>
                    <a:pt x="2861168" y="372298"/>
                  </a:lnTo>
                  <a:lnTo>
                    <a:pt x="2862240" y="372191"/>
                  </a:lnTo>
                  <a:lnTo>
                    <a:pt x="2863311" y="372083"/>
                  </a:lnTo>
                  <a:lnTo>
                    <a:pt x="2864383" y="371976"/>
                  </a:lnTo>
                  <a:lnTo>
                    <a:pt x="2865455" y="371868"/>
                  </a:lnTo>
                  <a:lnTo>
                    <a:pt x="2866526" y="371759"/>
                  </a:lnTo>
                  <a:lnTo>
                    <a:pt x="2867598" y="371650"/>
                  </a:lnTo>
                  <a:lnTo>
                    <a:pt x="2868669" y="371540"/>
                  </a:lnTo>
                  <a:lnTo>
                    <a:pt x="2869741" y="371430"/>
                  </a:lnTo>
                  <a:lnTo>
                    <a:pt x="2870813" y="371320"/>
                  </a:lnTo>
                  <a:lnTo>
                    <a:pt x="2871884" y="371209"/>
                  </a:lnTo>
                  <a:lnTo>
                    <a:pt x="2872956" y="371098"/>
                  </a:lnTo>
                  <a:lnTo>
                    <a:pt x="2874027" y="370986"/>
                  </a:lnTo>
                  <a:lnTo>
                    <a:pt x="2875099" y="370874"/>
                  </a:lnTo>
                  <a:lnTo>
                    <a:pt x="2876171" y="370761"/>
                  </a:lnTo>
                  <a:lnTo>
                    <a:pt x="2877242" y="370648"/>
                  </a:lnTo>
                  <a:lnTo>
                    <a:pt x="2878314" y="370534"/>
                  </a:lnTo>
                  <a:lnTo>
                    <a:pt x="2879385" y="370420"/>
                  </a:lnTo>
                  <a:lnTo>
                    <a:pt x="2880457" y="370305"/>
                  </a:lnTo>
                  <a:lnTo>
                    <a:pt x="2881529" y="370190"/>
                  </a:lnTo>
                  <a:lnTo>
                    <a:pt x="2882600" y="370074"/>
                  </a:lnTo>
                  <a:lnTo>
                    <a:pt x="2883672" y="369958"/>
                  </a:lnTo>
                  <a:lnTo>
                    <a:pt x="2884743" y="369842"/>
                  </a:lnTo>
                  <a:lnTo>
                    <a:pt x="2885815" y="369725"/>
                  </a:lnTo>
                  <a:lnTo>
                    <a:pt x="2886887" y="369607"/>
                  </a:lnTo>
                  <a:lnTo>
                    <a:pt x="2887958" y="369489"/>
                  </a:lnTo>
                  <a:lnTo>
                    <a:pt x="2889030" y="369371"/>
                  </a:lnTo>
                  <a:lnTo>
                    <a:pt x="2890101" y="369252"/>
                  </a:lnTo>
                  <a:lnTo>
                    <a:pt x="2891173" y="369132"/>
                  </a:lnTo>
                  <a:lnTo>
                    <a:pt x="2892245" y="369012"/>
                  </a:lnTo>
                  <a:lnTo>
                    <a:pt x="2893316" y="368892"/>
                  </a:lnTo>
                  <a:lnTo>
                    <a:pt x="2894388" y="368771"/>
                  </a:lnTo>
                  <a:lnTo>
                    <a:pt x="2895459" y="368649"/>
                  </a:lnTo>
                  <a:lnTo>
                    <a:pt x="2896531" y="368527"/>
                  </a:lnTo>
                  <a:lnTo>
                    <a:pt x="2897603" y="368404"/>
                  </a:lnTo>
                  <a:lnTo>
                    <a:pt x="2898674" y="368281"/>
                  </a:lnTo>
                  <a:lnTo>
                    <a:pt x="2899746" y="368158"/>
                  </a:lnTo>
                  <a:lnTo>
                    <a:pt x="2900817" y="368034"/>
                  </a:lnTo>
                  <a:lnTo>
                    <a:pt x="2901889" y="367909"/>
                  </a:lnTo>
                  <a:lnTo>
                    <a:pt x="2902961" y="367784"/>
                  </a:lnTo>
                  <a:lnTo>
                    <a:pt x="2904032" y="367658"/>
                  </a:lnTo>
                  <a:lnTo>
                    <a:pt x="2905104" y="367532"/>
                  </a:lnTo>
                  <a:lnTo>
                    <a:pt x="2906175" y="367405"/>
                  </a:lnTo>
                  <a:lnTo>
                    <a:pt x="2907247" y="367278"/>
                  </a:lnTo>
                  <a:lnTo>
                    <a:pt x="2908319" y="367150"/>
                  </a:lnTo>
                  <a:lnTo>
                    <a:pt x="2909390" y="367021"/>
                  </a:lnTo>
                  <a:lnTo>
                    <a:pt x="2910462" y="366892"/>
                  </a:lnTo>
                  <a:lnTo>
                    <a:pt x="2911533" y="366763"/>
                  </a:lnTo>
                  <a:lnTo>
                    <a:pt x="2912605" y="366633"/>
                  </a:lnTo>
                  <a:lnTo>
                    <a:pt x="2913677" y="366502"/>
                  </a:lnTo>
                  <a:lnTo>
                    <a:pt x="2914748" y="366371"/>
                  </a:lnTo>
                  <a:lnTo>
                    <a:pt x="2915820" y="366239"/>
                  </a:lnTo>
                  <a:lnTo>
                    <a:pt x="2916891" y="366107"/>
                  </a:lnTo>
                  <a:lnTo>
                    <a:pt x="2917963" y="365974"/>
                  </a:lnTo>
                  <a:lnTo>
                    <a:pt x="2919035" y="365841"/>
                  </a:lnTo>
                  <a:lnTo>
                    <a:pt x="2920106" y="365707"/>
                  </a:lnTo>
                  <a:lnTo>
                    <a:pt x="2921178" y="365573"/>
                  </a:lnTo>
                  <a:lnTo>
                    <a:pt x="2922249" y="365438"/>
                  </a:lnTo>
                  <a:lnTo>
                    <a:pt x="2923321" y="365302"/>
                  </a:lnTo>
                  <a:lnTo>
                    <a:pt x="2924393" y="365166"/>
                  </a:lnTo>
                  <a:lnTo>
                    <a:pt x="2925464" y="365029"/>
                  </a:lnTo>
                  <a:lnTo>
                    <a:pt x="2926536" y="364892"/>
                  </a:lnTo>
                  <a:lnTo>
                    <a:pt x="2927607" y="364754"/>
                  </a:lnTo>
                  <a:lnTo>
                    <a:pt x="2928679" y="364615"/>
                  </a:lnTo>
                  <a:lnTo>
                    <a:pt x="2929751" y="364476"/>
                  </a:lnTo>
                  <a:lnTo>
                    <a:pt x="2930822" y="364336"/>
                  </a:lnTo>
                  <a:lnTo>
                    <a:pt x="2931894" y="364196"/>
                  </a:lnTo>
                  <a:lnTo>
                    <a:pt x="2932965" y="364055"/>
                  </a:lnTo>
                  <a:lnTo>
                    <a:pt x="2934037" y="363914"/>
                  </a:lnTo>
                  <a:lnTo>
                    <a:pt x="2935109" y="363772"/>
                  </a:lnTo>
                  <a:lnTo>
                    <a:pt x="2936180" y="363629"/>
                  </a:lnTo>
                  <a:lnTo>
                    <a:pt x="2937252" y="363486"/>
                  </a:lnTo>
                  <a:lnTo>
                    <a:pt x="2938323" y="363342"/>
                  </a:lnTo>
                  <a:lnTo>
                    <a:pt x="2939395" y="363198"/>
                  </a:lnTo>
                  <a:lnTo>
                    <a:pt x="2940467" y="363053"/>
                  </a:lnTo>
                  <a:lnTo>
                    <a:pt x="2941538" y="362907"/>
                  </a:lnTo>
                  <a:lnTo>
                    <a:pt x="2942610" y="362761"/>
                  </a:lnTo>
                  <a:lnTo>
                    <a:pt x="2943681" y="362614"/>
                  </a:lnTo>
                  <a:lnTo>
                    <a:pt x="2944753" y="362467"/>
                  </a:lnTo>
                  <a:lnTo>
                    <a:pt x="2945825" y="362319"/>
                  </a:lnTo>
                  <a:lnTo>
                    <a:pt x="2946896" y="362170"/>
                  </a:lnTo>
                  <a:lnTo>
                    <a:pt x="2947968" y="362021"/>
                  </a:lnTo>
                  <a:lnTo>
                    <a:pt x="2949039" y="361871"/>
                  </a:lnTo>
                  <a:lnTo>
                    <a:pt x="2950111" y="361720"/>
                  </a:lnTo>
                  <a:lnTo>
                    <a:pt x="2951183" y="361569"/>
                  </a:lnTo>
                  <a:lnTo>
                    <a:pt x="2952254" y="361417"/>
                  </a:lnTo>
                  <a:lnTo>
                    <a:pt x="2953326" y="361265"/>
                  </a:lnTo>
                  <a:lnTo>
                    <a:pt x="2954397" y="361112"/>
                  </a:lnTo>
                  <a:lnTo>
                    <a:pt x="2955469" y="360958"/>
                  </a:lnTo>
                  <a:lnTo>
                    <a:pt x="2956541" y="360804"/>
                  </a:lnTo>
                  <a:lnTo>
                    <a:pt x="2957612" y="360649"/>
                  </a:lnTo>
                  <a:lnTo>
                    <a:pt x="2958684" y="360493"/>
                  </a:lnTo>
                  <a:lnTo>
                    <a:pt x="2959755" y="360337"/>
                  </a:lnTo>
                  <a:lnTo>
                    <a:pt x="2960827" y="360180"/>
                  </a:lnTo>
                  <a:lnTo>
                    <a:pt x="2961899" y="360023"/>
                  </a:lnTo>
                  <a:lnTo>
                    <a:pt x="2962970" y="359865"/>
                  </a:lnTo>
                  <a:lnTo>
                    <a:pt x="2964042" y="359706"/>
                  </a:lnTo>
                  <a:lnTo>
                    <a:pt x="2965113" y="359547"/>
                  </a:lnTo>
                  <a:lnTo>
                    <a:pt x="2966185" y="359387"/>
                  </a:lnTo>
                  <a:lnTo>
                    <a:pt x="2967257" y="359226"/>
                  </a:lnTo>
                  <a:lnTo>
                    <a:pt x="2968328" y="359065"/>
                  </a:lnTo>
                  <a:lnTo>
                    <a:pt x="2969400" y="358903"/>
                  </a:lnTo>
                  <a:lnTo>
                    <a:pt x="2970471" y="358740"/>
                  </a:lnTo>
                  <a:lnTo>
                    <a:pt x="2971543" y="358577"/>
                  </a:lnTo>
                  <a:lnTo>
                    <a:pt x="2972615" y="358413"/>
                  </a:lnTo>
                  <a:lnTo>
                    <a:pt x="2973686" y="358248"/>
                  </a:lnTo>
                  <a:lnTo>
                    <a:pt x="2974758" y="358083"/>
                  </a:lnTo>
                  <a:lnTo>
                    <a:pt x="2975829" y="357917"/>
                  </a:lnTo>
                  <a:lnTo>
                    <a:pt x="2976901" y="357750"/>
                  </a:lnTo>
                  <a:lnTo>
                    <a:pt x="2977973" y="357583"/>
                  </a:lnTo>
                  <a:lnTo>
                    <a:pt x="2979044" y="357415"/>
                  </a:lnTo>
                  <a:lnTo>
                    <a:pt x="2980116" y="357247"/>
                  </a:lnTo>
                  <a:lnTo>
                    <a:pt x="2981187" y="357077"/>
                  </a:lnTo>
                  <a:lnTo>
                    <a:pt x="2982259" y="356907"/>
                  </a:lnTo>
                  <a:lnTo>
                    <a:pt x="2983331" y="356737"/>
                  </a:lnTo>
                  <a:lnTo>
                    <a:pt x="2984402" y="356565"/>
                  </a:lnTo>
                  <a:lnTo>
                    <a:pt x="2985474" y="356394"/>
                  </a:lnTo>
                  <a:lnTo>
                    <a:pt x="2986545" y="356221"/>
                  </a:lnTo>
                  <a:lnTo>
                    <a:pt x="2987617" y="356048"/>
                  </a:lnTo>
                  <a:lnTo>
                    <a:pt x="2988689" y="355874"/>
                  </a:lnTo>
                  <a:lnTo>
                    <a:pt x="2989760" y="355699"/>
                  </a:lnTo>
                  <a:lnTo>
                    <a:pt x="2990832" y="355524"/>
                  </a:lnTo>
                  <a:lnTo>
                    <a:pt x="2991903" y="355347"/>
                  </a:lnTo>
                  <a:lnTo>
                    <a:pt x="2992975" y="355171"/>
                  </a:lnTo>
                  <a:lnTo>
                    <a:pt x="2994047" y="354993"/>
                  </a:lnTo>
                  <a:lnTo>
                    <a:pt x="2995118" y="354815"/>
                  </a:lnTo>
                  <a:lnTo>
                    <a:pt x="2996190" y="354636"/>
                  </a:lnTo>
                  <a:lnTo>
                    <a:pt x="2997261" y="354457"/>
                  </a:lnTo>
                  <a:lnTo>
                    <a:pt x="2998333" y="354277"/>
                  </a:lnTo>
                  <a:lnTo>
                    <a:pt x="2999405" y="354096"/>
                  </a:lnTo>
                  <a:lnTo>
                    <a:pt x="3000476" y="353914"/>
                  </a:lnTo>
                  <a:lnTo>
                    <a:pt x="3001548" y="353732"/>
                  </a:lnTo>
                  <a:lnTo>
                    <a:pt x="3002619" y="353549"/>
                  </a:lnTo>
                  <a:lnTo>
                    <a:pt x="3003691" y="353366"/>
                  </a:lnTo>
                  <a:lnTo>
                    <a:pt x="3004763" y="353181"/>
                  </a:lnTo>
                  <a:lnTo>
                    <a:pt x="3005834" y="352996"/>
                  </a:lnTo>
                  <a:lnTo>
                    <a:pt x="3006906" y="352810"/>
                  </a:lnTo>
                  <a:lnTo>
                    <a:pt x="3007977" y="352624"/>
                  </a:lnTo>
                  <a:lnTo>
                    <a:pt x="3009049" y="352437"/>
                  </a:lnTo>
                  <a:lnTo>
                    <a:pt x="3010121" y="352249"/>
                  </a:lnTo>
                  <a:lnTo>
                    <a:pt x="3011192" y="352060"/>
                  </a:lnTo>
                  <a:lnTo>
                    <a:pt x="3012264" y="351871"/>
                  </a:lnTo>
                  <a:lnTo>
                    <a:pt x="3013335" y="351681"/>
                  </a:lnTo>
                  <a:lnTo>
                    <a:pt x="3014407" y="351490"/>
                  </a:lnTo>
                  <a:lnTo>
                    <a:pt x="3015479" y="351299"/>
                  </a:lnTo>
                  <a:lnTo>
                    <a:pt x="3016550" y="351107"/>
                  </a:lnTo>
                  <a:lnTo>
                    <a:pt x="3017622" y="350914"/>
                  </a:lnTo>
                  <a:lnTo>
                    <a:pt x="3018693" y="350720"/>
                  </a:lnTo>
                  <a:lnTo>
                    <a:pt x="3019765" y="350526"/>
                  </a:lnTo>
                  <a:lnTo>
                    <a:pt x="3020836" y="350331"/>
                  </a:lnTo>
                  <a:lnTo>
                    <a:pt x="3021908" y="350135"/>
                  </a:lnTo>
                  <a:lnTo>
                    <a:pt x="3022980" y="349939"/>
                  </a:lnTo>
                  <a:lnTo>
                    <a:pt x="3024051" y="349742"/>
                  </a:lnTo>
                  <a:lnTo>
                    <a:pt x="3025123" y="349544"/>
                  </a:lnTo>
                  <a:lnTo>
                    <a:pt x="3026194" y="349345"/>
                  </a:lnTo>
                  <a:lnTo>
                    <a:pt x="3027266" y="349146"/>
                  </a:lnTo>
                  <a:lnTo>
                    <a:pt x="3028338" y="348946"/>
                  </a:lnTo>
                  <a:lnTo>
                    <a:pt x="3029409" y="348745"/>
                  </a:lnTo>
                  <a:lnTo>
                    <a:pt x="3030481" y="348544"/>
                  </a:lnTo>
                  <a:lnTo>
                    <a:pt x="3031552" y="348342"/>
                  </a:lnTo>
                  <a:lnTo>
                    <a:pt x="3032624" y="348139"/>
                  </a:lnTo>
                  <a:lnTo>
                    <a:pt x="3033696" y="347935"/>
                  </a:lnTo>
                  <a:lnTo>
                    <a:pt x="3034767" y="347731"/>
                  </a:lnTo>
                  <a:lnTo>
                    <a:pt x="3035839" y="347526"/>
                  </a:lnTo>
                  <a:lnTo>
                    <a:pt x="3036910" y="347320"/>
                  </a:lnTo>
                  <a:lnTo>
                    <a:pt x="3037982" y="347113"/>
                  </a:lnTo>
                  <a:lnTo>
                    <a:pt x="3039054" y="346906"/>
                  </a:lnTo>
                  <a:lnTo>
                    <a:pt x="3040125" y="346698"/>
                  </a:lnTo>
                  <a:lnTo>
                    <a:pt x="3041197" y="346489"/>
                  </a:lnTo>
                  <a:lnTo>
                    <a:pt x="3042268" y="346279"/>
                  </a:lnTo>
                  <a:lnTo>
                    <a:pt x="3043340" y="346069"/>
                  </a:lnTo>
                  <a:lnTo>
                    <a:pt x="3044412" y="345858"/>
                  </a:lnTo>
                  <a:lnTo>
                    <a:pt x="3045483" y="345647"/>
                  </a:lnTo>
                  <a:lnTo>
                    <a:pt x="3046555" y="345434"/>
                  </a:lnTo>
                  <a:lnTo>
                    <a:pt x="3047626" y="345221"/>
                  </a:lnTo>
                  <a:lnTo>
                    <a:pt x="3048698" y="345007"/>
                  </a:lnTo>
                  <a:lnTo>
                    <a:pt x="3049770" y="344792"/>
                  </a:lnTo>
                  <a:lnTo>
                    <a:pt x="3050841" y="344577"/>
                  </a:lnTo>
                  <a:lnTo>
                    <a:pt x="3051913" y="344361"/>
                  </a:lnTo>
                  <a:lnTo>
                    <a:pt x="3052984" y="344144"/>
                  </a:lnTo>
                  <a:lnTo>
                    <a:pt x="3054056" y="343926"/>
                  </a:lnTo>
                  <a:lnTo>
                    <a:pt x="3055128" y="343708"/>
                  </a:lnTo>
                  <a:lnTo>
                    <a:pt x="3056199" y="343489"/>
                  </a:lnTo>
                  <a:lnTo>
                    <a:pt x="3057271" y="343269"/>
                  </a:lnTo>
                  <a:lnTo>
                    <a:pt x="3058342" y="343048"/>
                  </a:lnTo>
                  <a:lnTo>
                    <a:pt x="3059414" y="342827"/>
                  </a:lnTo>
                  <a:lnTo>
                    <a:pt x="3060486" y="342605"/>
                  </a:lnTo>
                  <a:lnTo>
                    <a:pt x="3061557" y="342382"/>
                  </a:lnTo>
                  <a:lnTo>
                    <a:pt x="3062629" y="342158"/>
                  </a:lnTo>
                  <a:lnTo>
                    <a:pt x="3063700" y="341934"/>
                  </a:lnTo>
                  <a:lnTo>
                    <a:pt x="3064772" y="341709"/>
                  </a:lnTo>
                  <a:lnTo>
                    <a:pt x="3065844" y="341483"/>
                  </a:lnTo>
                  <a:lnTo>
                    <a:pt x="3066915" y="341256"/>
                  </a:lnTo>
                  <a:lnTo>
                    <a:pt x="3067987" y="341029"/>
                  </a:lnTo>
                  <a:lnTo>
                    <a:pt x="3069058" y="340801"/>
                  </a:lnTo>
                  <a:lnTo>
                    <a:pt x="3070130" y="340572"/>
                  </a:lnTo>
                  <a:lnTo>
                    <a:pt x="3071202" y="340342"/>
                  </a:lnTo>
                  <a:lnTo>
                    <a:pt x="3072273" y="340112"/>
                  </a:lnTo>
                  <a:lnTo>
                    <a:pt x="3073345" y="339881"/>
                  </a:lnTo>
                  <a:lnTo>
                    <a:pt x="3074416" y="339649"/>
                  </a:lnTo>
                  <a:lnTo>
                    <a:pt x="3075488" y="339416"/>
                  </a:lnTo>
                  <a:lnTo>
                    <a:pt x="3076560" y="339183"/>
                  </a:lnTo>
                  <a:lnTo>
                    <a:pt x="3077631" y="338949"/>
                  </a:lnTo>
                  <a:lnTo>
                    <a:pt x="3078703" y="338714"/>
                  </a:lnTo>
                  <a:lnTo>
                    <a:pt x="3079774" y="338478"/>
                  </a:lnTo>
                  <a:lnTo>
                    <a:pt x="3080846" y="338242"/>
                  </a:lnTo>
                  <a:lnTo>
                    <a:pt x="3081918" y="338005"/>
                  </a:lnTo>
                  <a:lnTo>
                    <a:pt x="3082989" y="337767"/>
                  </a:lnTo>
                  <a:lnTo>
                    <a:pt x="3084061" y="337528"/>
                  </a:lnTo>
                  <a:lnTo>
                    <a:pt x="3085132" y="337289"/>
                  </a:lnTo>
                  <a:lnTo>
                    <a:pt x="3086204" y="337049"/>
                  </a:lnTo>
                  <a:lnTo>
                    <a:pt x="3087276" y="336808"/>
                  </a:lnTo>
                  <a:lnTo>
                    <a:pt x="3088347" y="336566"/>
                  </a:lnTo>
                  <a:lnTo>
                    <a:pt x="3089419" y="336324"/>
                  </a:lnTo>
                  <a:lnTo>
                    <a:pt x="3090490" y="336081"/>
                  </a:lnTo>
                  <a:lnTo>
                    <a:pt x="3091562" y="335837"/>
                  </a:lnTo>
                  <a:lnTo>
                    <a:pt x="3092634" y="335592"/>
                  </a:lnTo>
                  <a:lnTo>
                    <a:pt x="3093705" y="335347"/>
                  </a:lnTo>
                  <a:lnTo>
                    <a:pt x="3094777" y="335101"/>
                  </a:lnTo>
                  <a:lnTo>
                    <a:pt x="3095848" y="334854"/>
                  </a:lnTo>
                  <a:lnTo>
                    <a:pt x="3096920" y="334606"/>
                  </a:lnTo>
                  <a:lnTo>
                    <a:pt x="3097992" y="334358"/>
                  </a:lnTo>
                  <a:lnTo>
                    <a:pt x="3099063" y="334109"/>
                  </a:lnTo>
                  <a:lnTo>
                    <a:pt x="3100135" y="333859"/>
                  </a:lnTo>
                  <a:lnTo>
                    <a:pt x="3101206" y="333608"/>
                  </a:lnTo>
                  <a:lnTo>
                    <a:pt x="3102278" y="333356"/>
                  </a:lnTo>
                  <a:lnTo>
                    <a:pt x="3103350" y="333104"/>
                  </a:lnTo>
                  <a:lnTo>
                    <a:pt x="3104421" y="332851"/>
                  </a:lnTo>
                  <a:lnTo>
                    <a:pt x="3105493" y="332598"/>
                  </a:lnTo>
                  <a:lnTo>
                    <a:pt x="3106564" y="332343"/>
                  </a:lnTo>
                  <a:lnTo>
                    <a:pt x="3107636" y="332088"/>
                  </a:lnTo>
                  <a:lnTo>
                    <a:pt x="3108708" y="331832"/>
                  </a:lnTo>
                  <a:lnTo>
                    <a:pt x="3109779" y="331575"/>
                  </a:lnTo>
                  <a:lnTo>
                    <a:pt x="3110851" y="331318"/>
                  </a:lnTo>
                  <a:lnTo>
                    <a:pt x="3111922" y="331059"/>
                  </a:lnTo>
                  <a:lnTo>
                    <a:pt x="3112994" y="330800"/>
                  </a:lnTo>
                  <a:lnTo>
                    <a:pt x="3114066" y="330541"/>
                  </a:lnTo>
                  <a:lnTo>
                    <a:pt x="3115137" y="330280"/>
                  </a:lnTo>
                  <a:lnTo>
                    <a:pt x="3116209" y="330019"/>
                  </a:lnTo>
                  <a:lnTo>
                    <a:pt x="3117280" y="329757"/>
                  </a:lnTo>
                  <a:lnTo>
                    <a:pt x="3118352" y="329494"/>
                  </a:lnTo>
                  <a:lnTo>
                    <a:pt x="3119424" y="329231"/>
                  </a:lnTo>
                  <a:lnTo>
                    <a:pt x="3120495" y="328967"/>
                  </a:lnTo>
                  <a:lnTo>
                    <a:pt x="3121567" y="328702"/>
                  </a:lnTo>
                  <a:lnTo>
                    <a:pt x="3122638" y="328436"/>
                  </a:lnTo>
                  <a:lnTo>
                    <a:pt x="3123710" y="328169"/>
                  </a:lnTo>
                  <a:lnTo>
                    <a:pt x="3124782" y="327902"/>
                  </a:lnTo>
                  <a:lnTo>
                    <a:pt x="3125853" y="327634"/>
                  </a:lnTo>
                  <a:lnTo>
                    <a:pt x="3126925" y="327366"/>
                  </a:lnTo>
                  <a:lnTo>
                    <a:pt x="3127996" y="327096"/>
                  </a:lnTo>
                  <a:lnTo>
                    <a:pt x="3129068" y="326826"/>
                  </a:lnTo>
                  <a:lnTo>
                    <a:pt x="3130140" y="326555"/>
                  </a:lnTo>
                  <a:lnTo>
                    <a:pt x="3131211" y="326283"/>
                  </a:lnTo>
                  <a:lnTo>
                    <a:pt x="3132283" y="326011"/>
                  </a:lnTo>
                  <a:lnTo>
                    <a:pt x="3133354" y="325738"/>
                  </a:lnTo>
                  <a:lnTo>
                    <a:pt x="3134426" y="325464"/>
                  </a:lnTo>
                  <a:lnTo>
                    <a:pt x="3135498" y="325189"/>
                  </a:lnTo>
                  <a:lnTo>
                    <a:pt x="3136569" y="324914"/>
                  </a:lnTo>
                  <a:lnTo>
                    <a:pt x="3137641" y="324638"/>
                  </a:lnTo>
                  <a:lnTo>
                    <a:pt x="3138712" y="324361"/>
                  </a:lnTo>
                  <a:lnTo>
                    <a:pt x="3139784" y="324083"/>
                  </a:lnTo>
                  <a:lnTo>
                    <a:pt x="3140856" y="323805"/>
                  </a:lnTo>
                  <a:lnTo>
                    <a:pt x="3141927" y="323526"/>
                  </a:lnTo>
                  <a:lnTo>
                    <a:pt x="3142999" y="323246"/>
                  </a:lnTo>
                  <a:lnTo>
                    <a:pt x="3144070" y="322965"/>
                  </a:lnTo>
                  <a:lnTo>
                    <a:pt x="3145142" y="322684"/>
                  </a:lnTo>
                  <a:lnTo>
                    <a:pt x="3146214" y="322402"/>
                  </a:lnTo>
                  <a:lnTo>
                    <a:pt x="3147285" y="322119"/>
                  </a:lnTo>
                  <a:lnTo>
                    <a:pt x="3148357" y="321836"/>
                  </a:lnTo>
                  <a:lnTo>
                    <a:pt x="3149428" y="321552"/>
                  </a:lnTo>
                  <a:lnTo>
                    <a:pt x="3150500" y="321267"/>
                  </a:lnTo>
                  <a:lnTo>
                    <a:pt x="3151572" y="320981"/>
                  </a:lnTo>
                  <a:lnTo>
                    <a:pt x="3152643" y="320694"/>
                  </a:lnTo>
                  <a:lnTo>
                    <a:pt x="3153715" y="320407"/>
                  </a:lnTo>
                  <a:lnTo>
                    <a:pt x="3154786" y="320119"/>
                  </a:lnTo>
                  <a:lnTo>
                    <a:pt x="3155858" y="319831"/>
                  </a:lnTo>
                  <a:lnTo>
                    <a:pt x="3156930" y="319541"/>
                  </a:lnTo>
                  <a:lnTo>
                    <a:pt x="3158001" y="319251"/>
                  </a:lnTo>
                  <a:lnTo>
                    <a:pt x="3159073" y="318960"/>
                  </a:lnTo>
                  <a:lnTo>
                    <a:pt x="3160144" y="318669"/>
                  </a:lnTo>
                  <a:lnTo>
                    <a:pt x="3161216" y="318377"/>
                  </a:lnTo>
                  <a:lnTo>
                    <a:pt x="3162288" y="318084"/>
                  </a:lnTo>
                  <a:lnTo>
                    <a:pt x="3163359" y="317790"/>
                  </a:lnTo>
                  <a:lnTo>
                    <a:pt x="3164431" y="317495"/>
                  </a:lnTo>
                  <a:lnTo>
                    <a:pt x="3165502" y="317200"/>
                  </a:lnTo>
                  <a:lnTo>
                    <a:pt x="3166574" y="316904"/>
                  </a:lnTo>
                  <a:lnTo>
                    <a:pt x="3167646" y="316607"/>
                  </a:lnTo>
                  <a:lnTo>
                    <a:pt x="3168717" y="316310"/>
                  </a:lnTo>
                  <a:lnTo>
                    <a:pt x="3169789" y="316012"/>
                  </a:lnTo>
                  <a:lnTo>
                    <a:pt x="3170860" y="315713"/>
                  </a:lnTo>
                  <a:lnTo>
                    <a:pt x="3171932" y="315414"/>
                  </a:lnTo>
                  <a:lnTo>
                    <a:pt x="3173004" y="315113"/>
                  </a:lnTo>
                  <a:lnTo>
                    <a:pt x="3174075" y="314812"/>
                  </a:lnTo>
                  <a:lnTo>
                    <a:pt x="3175147" y="314510"/>
                  </a:lnTo>
                  <a:lnTo>
                    <a:pt x="3176218" y="314208"/>
                  </a:lnTo>
                  <a:lnTo>
                    <a:pt x="3177290" y="313905"/>
                  </a:lnTo>
                  <a:lnTo>
                    <a:pt x="3178362" y="313601"/>
                  </a:lnTo>
                  <a:lnTo>
                    <a:pt x="3179433" y="313296"/>
                  </a:lnTo>
                  <a:lnTo>
                    <a:pt x="3180505" y="312991"/>
                  </a:lnTo>
                  <a:lnTo>
                    <a:pt x="3181576" y="312685"/>
                  </a:lnTo>
                  <a:lnTo>
                    <a:pt x="3182648" y="312378"/>
                  </a:lnTo>
                  <a:lnTo>
                    <a:pt x="3183720" y="312071"/>
                  </a:lnTo>
                  <a:lnTo>
                    <a:pt x="3184791" y="311762"/>
                  </a:lnTo>
                  <a:lnTo>
                    <a:pt x="3185863" y="311453"/>
                  </a:lnTo>
                  <a:lnTo>
                    <a:pt x="3186934" y="311144"/>
                  </a:lnTo>
                  <a:lnTo>
                    <a:pt x="3188006" y="310833"/>
                  </a:lnTo>
                  <a:lnTo>
                    <a:pt x="3189078" y="310522"/>
                  </a:lnTo>
                  <a:lnTo>
                    <a:pt x="3190149" y="310210"/>
                  </a:lnTo>
                  <a:lnTo>
                    <a:pt x="3191221" y="309898"/>
                  </a:lnTo>
                  <a:lnTo>
                    <a:pt x="3192292" y="309585"/>
                  </a:lnTo>
                  <a:lnTo>
                    <a:pt x="3193364" y="309271"/>
                  </a:lnTo>
                  <a:lnTo>
                    <a:pt x="3194436" y="308956"/>
                  </a:lnTo>
                  <a:lnTo>
                    <a:pt x="3195507" y="308641"/>
                  </a:lnTo>
                  <a:lnTo>
                    <a:pt x="3196579" y="308325"/>
                  </a:lnTo>
                  <a:lnTo>
                    <a:pt x="3197650" y="308008"/>
                  </a:lnTo>
                  <a:lnTo>
                    <a:pt x="3198722" y="307690"/>
                  </a:lnTo>
                  <a:lnTo>
                    <a:pt x="3199793" y="307372"/>
                  </a:lnTo>
                  <a:lnTo>
                    <a:pt x="3200865" y="307053"/>
                  </a:lnTo>
                  <a:lnTo>
                    <a:pt x="3201937" y="306733"/>
                  </a:lnTo>
                  <a:lnTo>
                    <a:pt x="3203008" y="306413"/>
                  </a:lnTo>
                  <a:lnTo>
                    <a:pt x="3204080" y="306092"/>
                  </a:lnTo>
                  <a:lnTo>
                    <a:pt x="3205151" y="305770"/>
                  </a:lnTo>
                  <a:lnTo>
                    <a:pt x="3206223" y="305448"/>
                  </a:lnTo>
                  <a:lnTo>
                    <a:pt x="3207295" y="305124"/>
                  </a:lnTo>
                  <a:lnTo>
                    <a:pt x="3208366" y="304801"/>
                  </a:lnTo>
                  <a:lnTo>
                    <a:pt x="3209438" y="304476"/>
                  </a:lnTo>
                  <a:lnTo>
                    <a:pt x="3210509" y="304151"/>
                  </a:lnTo>
                  <a:lnTo>
                    <a:pt x="3211581" y="303825"/>
                  </a:lnTo>
                  <a:lnTo>
                    <a:pt x="3212653" y="303498"/>
                  </a:lnTo>
                  <a:lnTo>
                    <a:pt x="3213724" y="303170"/>
                  </a:lnTo>
                  <a:lnTo>
                    <a:pt x="3214796" y="302842"/>
                  </a:lnTo>
                  <a:lnTo>
                    <a:pt x="3215867" y="302513"/>
                  </a:lnTo>
                  <a:lnTo>
                    <a:pt x="3216939" y="302184"/>
                  </a:lnTo>
                  <a:lnTo>
                    <a:pt x="3218011" y="301854"/>
                  </a:lnTo>
                  <a:lnTo>
                    <a:pt x="3219082" y="301523"/>
                  </a:lnTo>
                  <a:lnTo>
                    <a:pt x="3220154" y="301191"/>
                  </a:lnTo>
                  <a:lnTo>
                    <a:pt x="3221225" y="300859"/>
                  </a:lnTo>
                  <a:lnTo>
                    <a:pt x="3222297" y="300526"/>
                  </a:lnTo>
                  <a:lnTo>
                    <a:pt x="3223369" y="300192"/>
                  </a:lnTo>
                  <a:lnTo>
                    <a:pt x="3224440" y="299858"/>
                  </a:lnTo>
                  <a:lnTo>
                    <a:pt x="3225512" y="299522"/>
                  </a:lnTo>
                  <a:lnTo>
                    <a:pt x="3226583" y="299187"/>
                  </a:lnTo>
                  <a:lnTo>
                    <a:pt x="3227655" y="298850"/>
                  </a:lnTo>
                  <a:lnTo>
                    <a:pt x="3228727" y="298513"/>
                  </a:lnTo>
                  <a:lnTo>
                    <a:pt x="3229798" y="298175"/>
                  </a:lnTo>
                  <a:lnTo>
                    <a:pt x="3230870" y="297836"/>
                  </a:lnTo>
                  <a:lnTo>
                    <a:pt x="3231941" y="297497"/>
                  </a:lnTo>
                  <a:lnTo>
                    <a:pt x="3233013" y="297157"/>
                  </a:lnTo>
                  <a:lnTo>
                    <a:pt x="3234085" y="296816"/>
                  </a:lnTo>
                  <a:lnTo>
                    <a:pt x="3235156" y="296475"/>
                  </a:lnTo>
                  <a:lnTo>
                    <a:pt x="3236228" y="296133"/>
                  </a:lnTo>
                  <a:lnTo>
                    <a:pt x="3237299" y="295790"/>
                  </a:lnTo>
                  <a:lnTo>
                    <a:pt x="3238371" y="295447"/>
                  </a:lnTo>
                  <a:lnTo>
                    <a:pt x="3239443" y="295103"/>
                  </a:lnTo>
                  <a:lnTo>
                    <a:pt x="3240514" y="294758"/>
                  </a:lnTo>
                  <a:lnTo>
                    <a:pt x="3241586" y="294412"/>
                  </a:lnTo>
                  <a:lnTo>
                    <a:pt x="3242657" y="294066"/>
                  </a:lnTo>
                  <a:lnTo>
                    <a:pt x="3243729" y="293719"/>
                  </a:lnTo>
                  <a:lnTo>
                    <a:pt x="3244801" y="293371"/>
                  </a:lnTo>
                  <a:lnTo>
                    <a:pt x="3245872" y="293023"/>
                  </a:lnTo>
                  <a:lnTo>
                    <a:pt x="3246944" y="292674"/>
                  </a:lnTo>
                  <a:lnTo>
                    <a:pt x="3248015" y="292325"/>
                  </a:lnTo>
                  <a:lnTo>
                    <a:pt x="3249087" y="291974"/>
                  </a:lnTo>
                  <a:lnTo>
                    <a:pt x="3250159" y="291623"/>
                  </a:lnTo>
                  <a:lnTo>
                    <a:pt x="3251230" y="291272"/>
                  </a:lnTo>
                  <a:lnTo>
                    <a:pt x="3252302" y="290919"/>
                  </a:lnTo>
                  <a:lnTo>
                    <a:pt x="3253373" y="290566"/>
                  </a:lnTo>
                  <a:lnTo>
                    <a:pt x="3254445" y="290212"/>
                  </a:lnTo>
                  <a:lnTo>
                    <a:pt x="3255517" y="289858"/>
                  </a:lnTo>
                  <a:lnTo>
                    <a:pt x="3256588" y="289503"/>
                  </a:lnTo>
                  <a:lnTo>
                    <a:pt x="3257660" y="289147"/>
                  </a:lnTo>
                  <a:lnTo>
                    <a:pt x="3258731" y="288791"/>
                  </a:lnTo>
                  <a:lnTo>
                    <a:pt x="3259803" y="288433"/>
                  </a:lnTo>
                  <a:lnTo>
                    <a:pt x="3260875" y="288076"/>
                  </a:lnTo>
                  <a:lnTo>
                    <a:pt x="3261946" y="287717"/>
                  </a:lnTo>
                  <a:lnTo>
                    <a:pt x="3263018" y="287358"/>
                  </a:lnTo>
                  <a:lnTo>
                    <a:pt x="3264089" y="286998"/>
                  </a:lnTo>
                  <a:lnTo>
                    <a:pt x="3265161" y="286638"/>
                  </a:lnTo>
                  <a:lnTo>
                    <a:pt x="3266233" y="286276"/>
                  </a:lnTo>
                  <a:lnTo>
                    <a:pt x="3267304" y="285914"/>
                  </a:lnTo>
                  <a:lnTo>
                    <a:pt x="3268376" y="285552"/>
                  </a:lnTo>
                  <a:lnTo>
                    <a:pt x="3269447" y="285189"/>
                  </a:lnTo>
                  <a:lnTo>
                    <a:pt x="3270519" y="284825"/>
                  </a:lnTo>
                  <a:lnTo>
                    <a:pt x="3271591" y="284460"/>
                  </a:lnTo>
                  <a:lnTo>
                    <a:pt x="3272662" y="284095"/>
                  </a:lnTo>
                  <a:lnTo>
                    <a:pt x="3273734" y="283729"/>
                  </a:lnTo>
                  <a:lnTo>
                    <a:pt x="3274805" y="283362"/>
                  </a:lnTo>
                  <a:lnTo>
                    <a:pt x="3275877" y="282995"/>
                  </a:lnTo>
                  <a:lnTo>
                    <a:pt x="3276949" y="282627"/>
                  </a:lnTo>
                  <a:lnTo>
                    <a:pt x="3278020" y="282259"/>
                  </a:lnTo>
                  <a:lnTo>
                    <a:pt x="3279092" y="281889"/>
                  </a:lnTo>
                  <a:lnTo>
                    <a:pt x="3280163" y="281520"/>
                  </a:lnTo>
                  <a:lnTo>
                    <a:pt x="3281235" y="281149"/>
                  </a:lnTo>
                  <a:lnTo>
                    <a:pt x="3282307" y="280778"/>
                  </a:lnTo>
                  <a:lnTo>
                    <a:pt x="3283378" y="280406"/>
                  </a:lnTo>
                  <a:lnTo>
                    <a:pt x="3284450" y="280033"/>
                  </a:lnTo>
                  <a:lnTo>
                    <a:pt x="3285521" y="279660"/>
                  </a:lnTo>
                  <a:lnTo>
                    <a:pt x="3286593" y="279286"/>
                  </a:lnTo>
                  <a:lnTo>
                    <a:pt x="3287665" y="278911"/>
                  </a:lnTo>
                  <a:lnTo>
                    <a:pt x="3288736" y="278536"/>
                  </a:lnTo>
                  <a:lnTo>
                    <a:pt x="3289808" y="278160"/>
                  </a:lnTo>
                  <a:lnTo>
                    <a:pt x="3290879" y="277784"/>
                  </a:lnTo>
                  <a:lnTo>
                    <a:pt x="3291951" y="277406"/>
                  </a:lnTo>
                  <a:lnTo>
                    <a:pt x="3293023" y="277029"/>
                  </a:lnTo>
                  <a:lnTo>
                    <a:pt x="3294094" y="276650"/>
                  </a:lnTo>
                  <a:lnTo>
                    <a:pt x="3295166" y="276271"/>
                  </a:lnTo>
                  <a:lnTo>
                    <a:pt x="3296237" y="275891"/>
                  </a:lnTo>
                  <a:lnTo>
                    <a:pt x="3297309" y="275510"/>
                  </a:lnTo>
                  <a:lnTo>
                    <a:pt x="3298381" y="275129"/>
                  </a:lnTo>
                  <a:lnTo>
                    <a:pt x="3299452" y="274747"/>
                  </a:lnTo>
                  <a:lnTo>
                    <a:pt x="3300524" y="274365"/>
                  </a:lnTo>
                  <a:lnTo>
                    <a:pt x="3301595" y="273982"/>
                  </a:lnTo>
                  <a:lnTo>
                    <a:pt x="3302667" y="273598"/>
                  </a:lnTo>
                  <a:lnTo>
                    <a:pt x="3303739" y="273214"/>
                  </a:lnTo>
                  <a:lnTo>
                    <a:pt x="3304810" y="272828"/>
                  </a:lnTo>
                  <a:lnTo>
                    <a:pt x="3305882" y="272443"/>
                  </a:lnTo>
                  <a:lnTo>
                    <a:pt x="3306953" y="272056"/>
                  </a:lnTo>
                  <a:lnTo>
                    <a:pt x="3308025" y="271669"/>
                  </a:lnTo>
                  <a:lnTo>
                    <a:pt x="3309097" y="271282"/>
                  </a:lnTo>
                  <a:lnTo>
                    <a:pt x="3310168" y="270893"/>
                  </a:lnTo>
                  <a:lnTo>
                    <a:pt x="3311240" y="270504"/>
                  </a:lnTo>
                  <a:lnTo>
                    <a:pt x="3312311" y="270114"/>
                  </a:lnTo>
                  <a:lnTo>
                    <a:pt x="3313383" y="269724"/>
                  </a:lnTo>
                  <a:lnTo>
                    <a:pt x="3314455" y="269333"/>
                  </a:lnTo>
                  <a:lnTo>
                    <a:pt x="3315526" y="268942"/>
                  </a:lnTo>
                  <a:lnTo>
                    <a:pt x="3316598" y="268549"/>
                  </a:lnTo>
                  <a:lnTo>
                    <a:pt x="3317669" y="268156"/>
                  </a:lnTo>
                  <a:lnTo>
                    <a:pt x="3318741" y="267763"/>
                  </a:lnTo>
                  <a:lnTo>
                    <a:pt x="3319813" y="267369"/>
                  </a:lnTo>
                  <a:lnTo>
                    <a:pt x="3320884" y="266974"/>
                  </a:lnTo>
                  <a:lnTo>
                    <a:pt x="3321956" y="266578"/>
                  </a:lnTo>
                  <a:lnTo>
                    <a:pt x="3323027" y="266182"/>
                  </a:lnTo>
                  <a:lnTo>
                    <a:pt x="3324099" y="265786"/>
                  </a:lnTo>
                  <a:lnTo>
                    <a:pt x="3325171" y="265388"/>
                  </a:lnTo>
                  <a:lnTo>
                    <a:pt x="3326242" y="264990"/>
                  </a:lnTo>
                  <a:lnTo>
                    <a:pt x="3327314" y="264591"/>
                  </a:lnTo>
                  <a:lnTo>
                    <a:pt x="3328385" y="264192"/>
                  </a:lnTo>
                  <a:lnTo>
                    <a:pt x="3329457" y="263792"/>
                  </a:lnTo>
                  <a:lnTo>
                    <a:pt x="3330529" y="263392"/>
                  </a:lnTo>
                  <a:lnTo>
                    <a:pt x="3331600" y="262990"/>
                  </a:lnTo>
                  <a:lnTo>
                    <a:pt x="3332672" y="262588"/>
                  </a:lnTo>
                  <a:lnTo>
                    <a:pt x="3333743" y="262186"/>
                  </a:lnTo>
                  <a:lnTo>
                    <a:pt x="3334815" y="261783"/>
                  </a:lnTo>
                  <a:lnTo>
                    <a:pt x="3335887" y="261379"/>
                  </a:lnTo>
                  <a:lnTo>
                    <a:pt x="3336958" y="260975"/>
                  </a:lnTo>
                  <a:lnTo>
                    <a:pt x="3338030" y="260570"/>
                  </a:lnTo>
                  <a:lnTo>
                    <a:pt x="3339101" y="260164"/>
                  </a:lnTo>
                  <a:lnTo>
                    <a:pt x="3340173" y="259757"/>
                  </a:lnTo>
                  <a:lnTo>
                    <a:pt x="3341245" y="259351"/>
                  </a:lnTo>
                  <a:lnTo>
                    <a:pt x="3342316" y="258943"/>
                  </a:lnTo>
                  <a:lnTo>
                    <a:pt x="3343388" y="258535"/>
                  </a:lnTo>
                  <a:lnTo>
                    <a:pt x="3344459" y="258126"/>
                  </a:lnTo>
                  <a:lnTo>
                    <a:pt x="3345531" y="257716"/>
                  </a:lnTo>
                  <a:lnTo>
                    <a:pt x="3346603" y="257306"/>
                  </a:lnTo>
                  <a:lnTo>
                    <a:pt x="3347674" y="256896"/>
                  </a:lnTo>
                  <a:lnTo>
                    <a:pt x="3348746" y="256484"/>
                  </a:lnTo>
                  <a:lnTo>
                    <a:pt x="3349817" y="256072"/>
                  </a:lnTo>
                  <a:lnTo>
                    <a:pt x="3350889" y="255660"/>
                  </a:lnTo>
                  <a:lnTo>
                    <a:pt x="3351961" y="255246"/>
                  </a:lnTo>
                  <a:lnTo>
                    <a:pt x="3353032" y="254832"/>
                  </a:lnTo>
                  <a:lnTo>
                    <a:pt x="3354104" y="254418"/>
                  </a:lnTo>
                  <a:lnTo>
                    <a:pt x="3355175" y="254003"/>
                  </a:lnTo>
                  <a:lnTo>
                    <a:pt x="3356247" y="253587"/>
                  </a:lnTo>
                  <a:lnTo>
                    <a:pt x="3357319" y="253171"/>
                  </a:lnTo>
                  <a:lnTo>
                    <a:pt x="3358390" y="252754"/>
                  </a:lnTo>
                  <a:lnTo>
                    <a:pt x="3359462" y="252336"/>
                  </a:lnTo>
                  <a:lnTo>
                    <a:pt x="3360533" y="251918"/>
                  </a:lnTo>
                  <a:lnTo>
                    <a:pt x="3361605" y="251499"/>
                  </a:lnTo>
                  <a:lnTo>
                    <a:pt x="3362677" y="251080"/>
                  </a:lnTo>
                  <a:lnTo>
                    <a:pt x="3363748" y="250659"/>
                  </a:lnTo>
                  <a:lnTo>
                    <a:pt x="3364820" y="250239"/>
                  </a:lnTo>
                  <a:lnTo>
                    <a:pt x="3365891" y="249817"/>
                  </a:lnTo>
                  <a:lnTo>
                    <a:pt x="3366963" y="249395"/>
                  </a:lnTo>
                  <a:lnTo>
                    <a:pt x="3368035" y="248973"/>
                  </a:lnTo>
                  <a:lnTo>
                    <a:pt x="3369106" y="248550"/>
                  </a:lnTo>
                  <a:lnTo>
                    <a:pt x="3370178" y="248126"/>
                  </a:lnTo>
                  <a:lnTo>
                    <a:pt x="3371249" y="247701"/>
                  </a:lnTo>
                  <a:lnTo>
                    <a:pt x="3372321" y="247276"/>
                  </a:lnTo>
                  <a:lnTo>
                    <a:pt x="3373392" y="246851"/>
                  </a:lnTo>
                  <a:lnTo>
                    <a:pt x="3374464" y="246424"/>
                  </a:lnTo>
                  <a:lnTo>
                    <a:pt x="3375536" y="245998"/>
                  </a:lnTo>
                  <a:lnTo>
                    <a:pt x="3376607" y="245570"/>
                  </a:lnTo>
                  <a:lnTo>
                    <a:pt x="3377679" y="245142"/>
                  </a:lnTo>
                  <a:lnTo>
                    <a:pt x="3378750" y="244713"/>
                  </a:lnTo>
                  <a:lnTo>
                    <a:pt x="3379822" y="244284"/>
                  </a:lnTo>
                  <a:lnTo>
                    <a:pt x="3380894" y="243854"/>
                  </a:lnTo>
                  <a:lnTo>
                    <a:pt x="3381965" y="243423"/>
                  </a:lnTo>
                  <a:lnTo>
                    <a:pt x="3383037" y="242992"/>
                  </a:lnTo>
                  <a:lnTo>
                    <a:pt x="3384108" y="242561"/>
                  </a:lnTo>
                  <a:lnTo>
                    <a:pt x="3385180" y="242128"/>
                  </a:lnTo>
                  <a:lnTo>
                    <a:pt x="3386252" y="241695"/>
                  </a:lnTo>
                  <a:lnTo>
                    <a:pt x="3387323" y="241262"/>
                  </a:lnTo>
                  <a:lnTo>
                    <a:pt x="3388395" y="240827"/>
                  </a:lnTo>
                  <a:lnTo>
                    <a:pt x="3389466" y="240393"/>
                  </a:lnTo>
                  <a:lnTo>
                    <a:pt x="3390538" y="239957"/>
                  </a:lnTo>
                  <a:lnTo>
                    <a:pt x="3391610" y="239521"/>
                  </a:lnTo>
                  <a:lnTo>
                    <a:pt x="3392681" y="239085"/>
                  </a:lnTo>
                  <a:lnTo>
                    <a:pt x="3393753" y="238647"/>
                  </a:lnTo>
                  <a:lnTo>
                    <a:pt x="3394824" y="238210"/>
                  </a:lnTo>
                  <a:lnTo>
                    <a:pt x="3395896" y="237771"/>
                  </a:lnTo>
                  <a:lnTo>
                    <a:pt x="3396968" y="237332"/>
                  </a:lnTo>
                  <a:lnTo>
                    <a:pt x="3398039" y="236892"/>
                  </a:lnTo>
                  <a:lnTo>
                    <a:pt x="3399111" y="236452"/>
                  </a:lnTo>
                  <a:lnTo>
                    <a:pt x="3400182" y="236011"/>
                  </a:lnTo>
                  <a:lnTo>
                    <a:pt x="3401254" y="235570"/>
                  </a:lnTo>
                  <a:lnTo>
                    <a:pt x="3402326" y="235128"/>
                  </a:lnTo>
                  <a:lnTo>
                    <a:pt x="3403397" y="234685"/>
                  </a:lnTo>
                  <a:lnTo>
                    <a:pt x="3404469" y="234242"/>
                  </a:lnTo>
                  <a:lnTo>
                    <a:pt x="3405540" y="233798"/>
                  </a:lnTo>
                  <a:lnTo>
                    <a:pt x="3406612" y="233354"/>
                  </a:lnTo>
                  <a:lnTo>
                    <a:pt x="3407684" y="232909"/>
                  </a:lnTo>
                  <a:lnTo>
                    <a:pt x="3408755" y="232463"/>
                  </a:lnTo>
                  <a:lnTo>
                    <a:pt x="3409827" y="232017"/>
                  </a:lnTo>
                  <a:lnTo>
                    <a:pt x="3410898" y="231570"/>
                  </a:lnTo>
                  <a:lnTo>
                    <a:pt x="3411970" y="231123"/>
                  </a:lnTo>
                  <a:lnTo>
                    <a:pt x="3413042" y="230675"/>
                  </a:lnTo>
                  <a:lnTo>
                    <a:pt x="3414113" y="230226"/>
                  </a:lnTo>
                  <a:lnTo>
                    <a:pt x="3415185" y="229777"/>
                  </a:lnTo>
                  <a:lnTo>
                    <a:pt x="3416256" y="229327"/>
                  </a:lnTo>
                  <a:lnTo>
                    <a:pt x="3417328" y="228877"/>
                  </a:lnTo>
                  <a:lnTo>
                    <a:pt x="3418400" y="228426"/>
                  </a:lnTo>
                  <a:lnTo>
                    <a:pt x="3419471" y="227975"/>
                  </a:lnTo>
                  <a:lnTo>
                    <a:pt x="3420543" y="227523"/>
                  </a:lnTo>
                  <a:lnTo>
                    <a:pt x="3421614" y="227070"/>
                  </a:lnTo>
                  <a:lnTo>
                    <a:pt x="3422686" y="226617"/>
                  </a:lnTo>
                  <a:lnTo>
                    <a:pt x="3423758" y="226163"/>
                  </a:lnTo>
                  <a:lnTo>
                    <a:pt x="3424829" y="225708"/>
                  </a:lnTo>
                  <a:lnTo>
                    <a:pt x="3425901" y="225253"/>
                  </a:lnTo>
                  <a:lnTo>
                    <a:pt x="3426972" y="224798"/>
                  </a:lnTo>
                  <a:lnTo>
                    <a:pt x="3428044" y="224341"/>
                  </a:lnTo>
                  <a:lnTo>
                    <a:pt x="3429116" y="223885"/>
                  </a:lnTo>
                  <a:lnTo>
                    <a:pt x="3430187" y="223427"/>
                  </a:lnTo>
                  <a:lnTo>
                    <a:pt x="3431259" y="222969"/>
                  </a:lnTo>
                  <a:lnTo>
                    <a:pt x="3432330" y="222511"/>
                  </a:lnTo>
                  <a:lnTo>
                    <a:pt x="3433402" y="222051"/>
                  </a:lnTo>
                  <a:lnTo>
                    <a:pt x="3434474" y="221592"/>
                  </a:lnTo>
                  <a:lnTo>
                    <a:pt x="3435545" y="221131"/>
                  </a:lnTo>
                  <a:lnTo>
                    <a:pt x="3436617" y="220671"/>
                  </a:lnTo>
                  <a:lnTo>
                    <a:pt x="3437688" y="220209"/>
                  </a:lnTo>
                  <a:lnTo>
                    <a:pt x="3438760" y="219747"/>
                  </a:lnTo>
                  <a:lnTo>
                    <a:pt x="3439832" y="219284"/>
                  </a:lnTo>
                  <a:lnTo>
                    <a:pt x="3440903" y="218821"/>
                  </a:lnTo>
                  <a:lnTo>
                    <a:pt x="3441975" y="218357"/>
                  </a:lnTo>
                  <a:lnTo>
                    <a:pt x="3443046" y="217893"/>
                  </a:lnTo>
                  <a:lnTo>
                    <a:pt x="3444118" y="217428"/>
                  </a:lnTo>
                  <a:lnTo>
                    <a:pt x="3445190" y="216963"/>
                  </a:lnTo>
                  <a:lnTo>
                    <a:pt x="3446261" y="216497"/>
                  </a:lnTo>
                  <a:lnTo>
                    <a:pt x="3447333" y="216030"/>
                  </a:lnTo>
                  <a:lnTo>
                    <a:pt x="3448404" y="215563"/>
                  </a:lnTo>
                  <a:lnTo>
                    <a:pt x="3449476" y="215095"/>
                  </a:lnTo>
                  <a:lnTo>
                    <a:pt x="3450548" y="214627"/>
                  </a:lnTo>
                  <a:lnTo>
                    <a:pt x="3451619" y="214158"/>
                  </a:lnTo>
                  <a:lnTo>
                    <a:pt x="3452691" y="213688"/>
                  </a:lnTo>
                  <a:lnTo>
                    <a:pt x="3453762" y="213218"/>
                  </a:lnTo>
                  <a:lnTo>
                    <a:pt x="3454834" y="212747"/>
                  </a:lnTo>
                  <a:lnTo>
                    <a:pt x="3455906" y="212276"/>
                  </a:lnTo>
                  <a:lnTo>
                    <a:pt x="3456977" y="211804"/>
                  </a:lnTo>
                  <a:lnTo>
                    <a:pt x="3458049" y="211332"/>
                  </a:lnTo>
                  <a:lnTo>
                    <a:pt x="3459120" y="210859"/>
                  </a:lnTo>
                  <a:lnTo>
                    <a:pt x="3460192" y="210385"/>
                  </a:lnTo>
                  <a:lnTo>
                    <a:pt x="3461264" y="209911"/>
                  </a:lnTo>
                  <a:lnTo>
                    <a:pt x="3462335" y="209437"/>
                  </a:lnTo>
                  <a:lnTo>
                    <a:pt x="3463407" y="208962"/>
                  </a:lnTo>
                  <a:lnTo>
                    <a:pt x="3464478" y="208486"/>
                  </a:lnTo>
                  <a:lnTo>
                    <a:pt x="3465550" y="208009"/>
                  </a:lnTo>
                  <a:lnTo>
                    <a:pt x="3466622" y="207533"/>
                  </a:lnTo>
                  <a:lnTo>
                    <a:pt x="3467693" y="207055"/>
                  </a:lnTo>
                  <a:lnTo>
                    <a:pt x="3468765" y="206577"/>
                  </a:lnTo>
                  <a:lnTo>
                    <a:pt x="3469836" y="206098"/>
                  </a:lnTo>
                  <a:lnTo>
                    <a:pt x="3470908" y="205619"/>
                  </a:lnTo>
                  <a:lnTo>
                    <a:pt x="3471980" y="205139"/>
                  </a:lnTo>
                  <a:lnTo>
                    <a:pt x="3473051" y="204659"/>
                  </a:lnTo>
                  <a:lnTo>
                    <a:pt x="3474123" y="204178"/>
                  </a:lnTo>
                  <a:lnTo>
                    <a:pt x="3475194" y="203697"/>
                  </a:lnTo>
                  <a:lnTo>
                    <a:pt x="3476266" y="203215"/>
                  </a:lnTo>
                  <a:lnTo>
                    <a:pt x="3477338" y="202732"/>
                  </a:lnTo>
                  <a:lnTo>
                    <a:pt x="3478409" y="202249"/>
                  </a:lnTo>
                  <a:lnTo>
                    <a:pt x="3479481" y="201766"/>
                  </a:lnTo>
                  <a:lnTo>
                    <a:pt x="3480552" y="201281"/>
                  </a:lnTo>
                  <a:lnTo>
                    <a:pt x="3481624" y="200797"/>
                  </a:lnTo>
                  <a:lnTo>
                    <a:pt x="3482696" y="200311"/>
                  </a:lnTo>
                  <a:lnTo>
                    <a:pt x="3483767" y="199825"/>
                  </a:lnTo>
                  <a:lnTo>
                    <a:pt x="3484839" y="199339"/>
                  </a:lnTo>
                  <a:lnTo>
                    <a:pt x="3485910" y="198852"/>
                  </a:lnTo>
                  <a:lnTo>
                    <a:pt x="3486982" y="198365"/>
                  </a:lnTo>
                  <a:lnTo>
                    <a:pt x="3488054" y="197876"/>
                  </a:lnTo>
                  <a:lnTo>
                    <a:pt x="3489125" y="197388"/>
                  </a:lnTo>
                  <a:lnTo>
                    <a:pt x="3490197" y="196899"/>
                  </a:lnTo>
                  <a:lnTo>
                    <a:pt x="3491268" y="196409"/>
                  </a:lnTo>
                  <a:lnTo>
                    <a:pt x="3492340" y="195918"/>
                  </a:lnTo>
                  <a:lnTo>
                    <a:pt x="3493412" y="195428"/>
                  </a:lnTo>
                  <a:lnTo>
                    <a:pt x="3494483" y="194936"/>
                  </a:lnTo>
                  <a:lnTo>
                    <a:pt x="3495555" y="194444"/>
                  </a:lnTo>
                  <a:lnTo>
                    <a:pt x="3496626" y="193952"/>
                  </a:lnTo>
                  <a:lnTo>
                    <a:pt x="3497698" y="193459"/>
                  </a:lnTo>
                  <a:lnTo>
                    <a:pt x="3498770" y="192965"/>
                  </a:lnTo>
                  <a:lnTo>
                    <a:pt x="3499841" y="192471"/>
                  </a:lnTo>
                  <a:lnTo>
                    <a:pt x="3500913" y="191976"/>
                  </a:lnTo>
                  <a:lnTo>
                    <a:pt x="3501984" y="191481"/>
                  </a:lnTo>
                  <a:lnTo>
                    <a:pt x="3503056" y="190985"/>
                  </a:lnTo>
                  <a:lnTo>
                    <a:pt x="3504128" y="190489"/>
                  </a:lnTo>
                  <a:lnTo>
                    <a:pt x="3505199" y="189992"/>
                  </a:lnTo>
                  <a:lnTo>
                    <a:pt x="3506271" y="189494"/>
                  </a:lnTo>
                  <a:lnTo>
                    <a:pt x="3507342" y="188996"/>
                  </a:lnTo>
                  <a:lnTo>
                    <a:pt x="3508414" y="188498"/>
                  </a:lnTo>
                  <a:lnTo>
                    <a:pt x="3509486" y="187999"/>
                  </a:lnTo>
                  <a:lnTo>
                    <a:pt x="3510557" y="187499"/>
                  </a:lnTo>
                  <a:lnTo>
                    <a:pt x="3511629" y="186999"/>
                  </a:lnTo>
                  <a:lnTo>
                    <a:pt x="3512700" y="186498"/>
                  </a:lnTo>
                  <a:lnTo>
                    <a:pt x="3513772" y="185997"/>
                  </a:lnTo>
                  <a:lnTo>
                    <a:pt x="3514844" y="185495"/>
                  </a:lnTo>
                  <a:lnTo>
                    <a:pt x="3515915" y="184993"/>
                  </a:lnTo>
                  <a:lnTo>
                    <a:pt x="3516987" y="184490"/>
                  </a:lnTo>
                  <a:lnTo>
                    <a:pt x="3518058" y="183986"/>
                  </a:lnTo>
                  <a:lnTo>
                    <a:pt x="3519130" y="183482"/>
                  </a:lnTo>
                  <a:lnTo>
                    <a:pt x="3520202" y="182978"/>
                  </a:lnTo>
                  <a:lnTo>
                    <a:pt x="3521273" y="182473"/>
                  </a:lnTo>
                  <a:lnTo>
                    <a:pt x="3522345" y="181967"/>
                  </a:lnTo>
                  <a:lnTo>
                    <a:pt x="3523416" y="181461"/>
                  </a:lnTo>
                  <a:lnTo>
                    <a:pt x="3524488" y="180954"/>
                  </a:lnTo>
                  <a:lnTo>
                    <a:pt x="3525560" y="180447"/>
                  </a:lnTo>
                  <a:lnTo>
                    <a:pt x="3526631" y="179939"/>
                  </a:lnTo>
                  <a:lnTo>
                    <a:pt x="3527703" y="179431"/>
                  </a:lnTo>
                  <a:lnTo>
                    <a:pt x="3528774" y="178922"/>
                  </a:lnTo>
                  <a:lnTo>
                    <a:pt x="3529846" y="178413"/>
                  </a:lnTo>
                  <a:lnTo>
                    <a:pt x="3530918" y="177903"/>
                  </a:lnTo>
                  <a:lnTo>
                    <a:pt x="3531989" y="177393"/>
                  </a:lnTo>
                  <a:lnTo>
                    <a:pt x="3533061" y="176882"/>
                  </a:lnTo>
                  <a:lnTo>
                    <a:pt x="3534132" y="176370"/>
                  </a:lnTo>
                  <a:lnTo>
                    <a:pt x="3535204" y="175858"/>
                  </a:lnTo>
                  <a:lnTo>
                    <a:pt x="3536276" y="175346"/>
                  </a:lnTo>
                  <a:lnTo>
                    <a:pt x="3537347" y="174833"/>
                  </a:lnTo>
                  <a:lnTo>
                    <a:pt x="3538419" y="174319"/>
                  </a:lnTo>
                  <a:lnTo>
                    <a:pt x="3539490" y="173805"/>
                  </a:lnTo>
                  <a:lnTo>
                    <a:pt x="3540562" y="173290"/>
                  </a:lnTo>
                  <a:lnTo>
                    <a:pt x="3541634" y="172775"/>
                  </a:lnTo>
                  <a:lnTo>
                    <a:pt x="3542705" y="172259"/>
                  </a:lnTo>
                  <a:lnTo>
                    <a:pt x="3543777" y="171743"/>
                  </a:lnTo>
                  <a:lnTo>
                    <a:pt x="3544848" y="171226"/>
                  </a:lnTo>
                  <a:lnTo>
                    <a:pt x="3545920" y="170709"/>
                  </a:lnTo>
                  <a:lnTo>
                    <a:pt x="3546992" y="170191"/>
                  </a:lnTo>
                  <a:lnTo>
                    <a:pt x="3548063" y="169673"/>
                  </a:lnTo>
                  <a:lnTo>
                    <a:pt x="3549135" y="169154"/>
                  </a:lnTo>
                  <a:lnTo>
                    <a:pt x="3550206" y="168634"/>
                  </a:lnTo>
                  <a:lnTo>
                    <a:pt x="3551278" y="168114"/>
                  </a:lnTo>
                  <a:lnTo>
                    <a:pt x="3552349" y="167594"/>
                  </a:lnTo>
                  <a:lnTo>
                    <a:pt x="3553421" y="167073"/>
                  </a:lnTo>
                  <a:lnTo>
                    <a:pt x="3554493" y="166551"/>
                  </a:lnTo>
                  <a:lnTo>
                    <a:pt x="3555564" y="166029"/>
                  </a:lnTo>
                  <a:lnTo>
                    <a:pt x="3556636" y="165507"/>
                  </a:lnTo>
                  <a:lnTo>
                    <a:pt x="3557707" y="164984"/>
                  </a:lnTo>
                  <a:lnTo>
                    <a:pt x="3558779" y="164460"/>
                  </a:lnTo>
                  <a:lnTo>
                    <a:pt x="3559851" y="163936"/>
                  </a:lnTo>
                  <a:lnTo>
                    <a:pt x="3560922" y="163411"/>
                  </a:lnTo>
                  <a:lnTo>
                    <a:pt x="3561994" y="162886"/>
                  </a:lnTo>
                  <a:lnTo>
                    <a:pt x="3563065" y="162360"/>
                  </a:lnTo>
                  <a:lnTo>
                    <a:pt x="3564137" y="161834"/>
                  </a:lnTo>
                  <a:lnTo>
                    <a:pt x="3565209" y="161307"/>
                  </a:lnTo>
                  <a:lnTo>
                    <a:pt x="3566280" y="160780"/>
                  </a:lnTo>
                  <a:lnTo>
                    <a:pt x="3567352" y="160252"/>
                  </a:lnTo>
                  <a:lnTo>
                    <a:pt x="3568423" y="159724"/>
                  </a:lnTo>
                  <a:lnTo>
                    <a:pt x="3569495" y="159195"/>
                  </a:lnTo>
                  <a:lnTo>
                    <a:pt x="3570567" y="158666"/>
                  </a:lnTo>
                  <a:lnTo>
                    <a:pt x="3571638" y="158136"/>
                  </a:lnTo>
                  <a:lnTo>
                    <a:pt x="3572710" y="157605"/>
                  </a:lnTo>
                  <a:lnTo>
                    <a:pt x="3573781" y="157075"/>
                  </a:lnTo>
                  <a:lnTo>
                    <a:pt x="3574853" y="156543"/>
                  </a:lnTo>
                  <a:lnTo>
                    <a:pt x="3575925" y="156011"/>
                  </a:lnTo>
                  <a:lnTo>
                    <a:pt x="3576996" y="155479"/>
                  </a:lnTo>
                  <a:lnTo>
                    <a:pt x="3578068" y="154946"/>
                  </a:lnTo>
                  <a:lnTo>
                    <a:pt x="3579139" y="154412"/>
                  </a:lnTo>
                  <a:lnTo>
                    <a:pt x="3580211" y="153878"/>
                  </a:lnTo>
                  <a:lnTo>
                    <a:pt x="3581283" y="153344"/>
                  </a:lnTo>
                  <a:lnTo>
                    <a:pt x="3582354" y="152809"/>
                  </a:lnTo>
                  <a:lnTo>
                    <a:pt x="3583426" y="152273"/>
                  </a:lnTo>
                  <a:lnTo>
                    <a:pt x="3584497" y="151737"/>
                  </a:lnTo>
                  <a:lnTo>
                    <a:pt x="3585569" y="151201"/>
                  </a:lnTo>
                  <a:lnTo>
                    <a:pt x="3586641" y="150664"/>
                  </a:lnTo>
                  <a:lnTo>
                    <a:pt x="3587712" y="150126"/>
                  </a:lnTo>
                  <a:lnTo>
                    <a:pt x="3588784" y="149588"/>
                  </a:lnTo>
                  <a:lnTo>
                    <a:pt x="3589855" y="149049"/>
                  </a:lnTo>
                  <a:lnTo>
                    <a:pt x="3590927" y="148510"/>
                  </a:lnTo>
                  <a:lnTo>
                    <a:pt x="3591999" y="147971"/>
                  </a:lnTo>
                  <a:lnTo>
                    <a:pt x="3593070" y="147431"/>
                  </a:lnTo>
                  <a:lnTo>
                    <a:pt x="3594142" y="146890"/>
                  </a:lnTo>
                  <a:lnTo>
                    <a:pt x="3595213" y="146349"/>
                  </a:lnTo>
                  <a:lnTo>
                    <a:pt x="3596285" y="145807"/>
                  </a:lnTo>
                  <a:lnTo>
                    <a:pt x="3597357" y="145265"/>
                  </a:lnTo>
                  <a:lnTo>
                    <a:pt x="3598428" y="144722"/>
                  </a:lnTo>
                  <a:lnTo>
                    <a:pt x="3599500" y="144179"/>
                  </a:lnTo>
                  <a:lnTo>
                    <a:pt x="3600571" y="143636"/>
                  </a:lnTo>
                  <a:lnTo>
                    <a:pt x="3601643" y="143091"/>
                  </a:lnTo>
                  <a:lnTo>
                    <a:pt x="3602715" y="142547"/>
                  </a:lnTo>
                  <a:lnTo>
                    <a:pt x="3603786" y="142002"/>
                  </a:lnTo>
                  <a:lnTo>
                    <a:pt x="3604858" y="141456"/>
                  </a:lnTo>
                  <a:lnTo>
                    <a:pt x="3605929" y="140910"/>
                  </a:lnTo>
                  <a:lnTo>
                    <a:pt x="3607001" y="140363"/>
                  </a:lnTo>
                  <a:lnTo>
                    <a:pt x="3608073" y="139816"/>
                  </a:lnTo>
                  <a:lnTo>
                    <a:pt x="3609144" y="139268"/>
                  </a:lnTo>
                  <a:lnTo>
                    <a:pt x="3610216" y="138720"/>
                  </a:lnTo>
                  <a:lnTo>
                    <a:pt x="3611287" y="138171"/>
                  </a:lnTo>
                  <a:lnTo>
                    <a:pt x="3612359" y="137622"/>
                  </a:lnTo>
                  <a:lnTo>
                    <a:pt x="3613431" y="137072"/>
                  </a:lnTo>
                  <a:lnTo>
                    <a:pt x="3614502" y="136522"/>
                  </a:lnTo>
                  <a:lnTo>
                    <a:pt x="3615574" y="135971"/>
                  </a:lnTo>
                  <a:lnTo>
                    <a:pt x="3616645" y="135420"/>
                  </a:lnTo>
                  <a:lnTo>
                    <a:pt x="3617717" y="134868"/>
                  </a:lnTo>
                  <a:lnTo>
                    <a:pt x="3618789" y="134316"/>
                  </a:lnTo>
                  <a:lnTo>
                    <a:pt x="3619860" y="133763"/>
                  </a:lnTo>
                  <a:lnTo>
                    <a:pt x="3620932" y="133210"/>
                  </a:lnTo>
                  <a:lnTo>
                    <a:pt x="3622003" y="132657"/>
                  </a:lnTo>
                  <a:lnTo>
                    <a:pt x="3623075" y="132102"/>
                  </a:lnTo>
                  <a:lnTo>
                    <a:pt x="3624147" y="131548"/>
                  </a:lnTo>
                  <a:lnTo>
                    <a:pt x="3625218" y="130992"/>
                  </a:lnTo>
                  <a:lnTo>
                    <a:pt x="3626290" y="130437"/>
                  </a:lnTo>
                  <a:lnTo>
                    <a:pt x="3627361" y="129881"/>
                  </a:lnTo>
                  <a:lnTo>
                    <a:pt x="3628433" y="129324"/>
                  </a:lnTo>
                  <a:lnTo>
                    <a:pt x="3629505" y="128767"/>
                  </a:lnTo>
                  <a:lnTo>
                    <a:pt x="3630576" y="128209"/>
                  </a:lnTo>
                  <a:lnTo>
                    <a:pt x="3631648" y="127651"/>
                  </a:lnTo>
                  <a:lnTo>
                    <a:pt x="3632719" y="127092"/>
                  </a:lnTo>
                  <a:lnTo>
                    <a:pt x="3633791" y="126533"/>
                  </a:lnTo>
                  <a:lnTo>
                    <a:pt x="3634863" y="125973"/>
                  </a:lnTo>
                  <a:lnTo>
                    <a:pt x="3635934" y="125413"/>
                  </a:lnTo>
                  <a:lnTo>
                    <a:pt x="3637006" y="124853"/>
                  </a:lnTo>
                  <a:lnTo>
                    <a:pt x="3638077" y="124291"/>
                  </a:lnTo>
                  <a:lnTo>
                    <a:pt x="3639149" y="123730"/>
                  </a:lnTo>
                  <a:lnTo>
                    <a:pt x="3640221" y="123168"/>
                  </a:lnTo>
                  <a:lnTo>
                    <a:pt x="3641292" y="122605"/>
                  </a:lnTo>
                  <a:lnTo>
                    <a:pt x="3642364" y="122042"/>
                  </a:lnTo>
                  <a:lnTo>
                    <a:pt x="3643435" y="121478"/>
                  </a:lnTo>
                  <a:lnTo>
                    <a:pt x="3644507" y="120914"/>
                  </a:lnTo>
                  <a:lnTo>
                    <a:pt x="3645579" y="120350"/>
                  </a:lnTo>
                  <a:lnTo>
                    <a:pt x="3646650" y="119785"/>
                  </a:lnTo>
                  <a:lnTo>
                    <a:pt x="3647722" y="119219"/>
                  </a:lnTo>
                  <a:lnTo>
                    <a:pt x="3648793" y="118653"/>
                  </a:lnTo>
                  <a:lnTo>
                    <a:pt x="3649865" y="118087"/>
                  </a:lnTo>
                  <a:lnTo>
                    <a:pt x="3650937" y="117520"/>
                  </a:lnTo>
                  <a:lnTo>
                    <a:pt x="3652008" y="116952"/>
                  </a:lnTo>
                  <a:lnTo>
                    <a:pt x="3653080" y="116384"/>
                  </a:lnTo>
                  <a:lnTo>
                    <a:pt x="3654151" y="115816"/>
                  </a:lnTo>
                  <a:lnTo>
                    <a:pt x="3655223" y="115247"/>
                  </a:lnTo>
                  <a:lnTo>
                    <a:pt x="3656295" y="114677"/>
                  </a:lnTo>
                  <a:lnTo>
                    <a:pt x="3657366" y="114107"/>
                  </a:lnTo>
                  <a:lnTo>
                    <a:pt x="3658438" y="113537"/>
                  </a:lnTo>
                  <a:lnTo>
                    <a:pt x="3659509" y="112966"/>
                  </a:lnTo>
                  <a:lnTo>
                    <a:pt x="3660581" y="112395"/>
                  </a:lnTo>
                  <a:lnTo>
                    <a:pt x="3661653" y="111823"/>
                  </a:lnTo>
                  <a:lnTo>
                    <a:pt x="3662724" y="111250"/>
                  </a:lnTo>
                  <a:lnTo>
                    <a:pt x="3663796" y="110678"/>
                  </a:lnTo>
                  <a:lnTo>
                    <a:pt x="3664867" y="110104"/>
                  </a:lnTo>
                  <a:lnTo>
                    <a:pt x="3665939" y="109531"/>
                  </a:lnTo>
                  <a:lnTo>
                    <a:pt x="3667011" y="108956"/>
                  </a:lnTo>
                  <a:lnTo>
                    <a:pt x="3668082" y="108382"/>
                  </a:lnTo>
                  <a:lnTo>
                    <a:pt x="3669154" y="107806"/>
                  </a:lnTo>
                  <a:lnTo>
                    <a:pt x="3670225" y="107231"/>
                  </a:lnTo>
                  <a:lnTo>
                    <a:pt x="3671297" y="106654"/>
                  </a:lnTo>
                  <a:lnTo>
                    <a:pt x="3672369" y="106078"/>
                  </a:lnTo>
                  <a:lnTo>
                    <a:pt x="3673440" y="105501"/>
                  </a:lnTo>
                  <a:lnTo>
                    <a:pt x="3674512" y="104923"/>
                  </a:lnTo>
                  <a:lnTo>
                    <a:pt x="3675583" y="104345"/>
                  </a:lnTo>
                  <a:lnTo>
                    <a:pt x="3676655" y="103766"/>
                  </a:lnTo>
                  <a:lnTo>
                    <a:pt x="3677727" y="103187"/>
                  </a:lnTo>
                  <a:lnTo>
                    <a:pt x="3678798" y="102607"/>
                  </a:lnTo>
                  <a:lnTo>
                    <a:pt x="3679870" y="102027"/>
                  </a:lnTo>
                  <a:lnTo>
                    <a:pt x="3680941" y="101447"/>
                  </a:lnTo>
                  <a:lnTo>
                    <a:pt x="3682013" y="100866"/>
                  </a:lnTo>
                  <a:lnTo>
                    <a:pt x="3683085" y="100284"/>
                  </a:lnTo>
                  <a:lnTo>
                    <a:pt x="3684156" y="99703"/>
                  </a:lnTo>
                  <a:lnTo>
                    <a:pt x="3685228" y="99120"/>
                  </a:lnTo>
                  <a:lnTo>
                    <a:pt x="3686299" y="98537"/>
                  </a:lnTo>
                  <a:lnTo>
                    <a:pt x="3687371" y="97954"/>
                  </a:lnTo>
                  <a:lnTo>
                    <a:pt x="3688443" y="97370"/>
                  </a:lnTo>
                  <a:lnTo>
                    <a:pt x="3689514" y="96786"/>
                  </a:lnTo>
                  <a:lnTo>
                    <a:pt x="3690586" y="96201"/>
                  </a:lnTo>
                  <a:lnTo>
                    <a:pt x="3691657" y="95616"/>
                  </a:lnTo>
                  <a:lnTo>
                    <a:pt x="3692729" y="95030"/>
                  </a:lnTo>
                  <a:lnTo>
                    <a:pt x="3693801" y="94444"/>
                  </a:lnTo>
                  <a:lnTo>
                    <a:pt x="3694872" y="93857"/>
                  </a:lnTo>
                  <a:lnTo>
                    <a:pt x="3695944" y="93270"/>
                  </a:lnTo>
                  <a:lnTo>
                    <a:pt x="3697015" y="92682"/>
                  </a:lnTo>
                  <a:lnTo>
                    <a:pt x="3698087" y="92094"/>
                  </a:lnTo>
                  <a:lnTo>
                    <a:pt x="3699159" y="91505"/>
                  </a:lnTo>
                  <a:lnTo>
                    <a:pt x="3700230" y="90916"/>
                  </a:lnTo>
                  <a:lnTo>
                    <a:pt x="3701302" y="90327"/>
                  </a:lnTo>
                  <a:lnTo>
                    <a:pt x="3702373" y="89737"/>
                  </a:lnTo>
                  <a:lnTo>
                    <a:pt x="3703445" y="89146"/>
                  </a:lnTo>
                  <a:lnTo>
                    <a:pt x="3704517" y="88555"/>
                  </a:lnTo>
                  <a:lnTo>
                    <a:pt x="3705588" y="87964"/>
                  </a:lnTo>
                  <a:lnTo>
                    <a:pt x="3706660" y="87372"/>
                  </a:lnTo>
                  <a:lnTo>
                    <a:pt x="3707731" y="86780"/>
                  </a:lnTo>
                  <a:lnTo>
                    <a:pt x="3708803" y="86187"/>
                  </a:lnTo>
                  <a:lnTo>
                    <a:pt x="3709875" y="85594"/>
                  </a:lnTo>
                  <a:lnTo>
                    <a:pt x="3710946" y="85000"/>
                  </a:lnTo>
                  <a:lnTo>
                    <a:pt x="3712018" y="84406"/>
                  </a:lnTo>
                  <a:lnTo>
                    <a:pt x="3713089" y="83811"/>
                  </a:lnTo>
                  <a:lnTo>
                    <a:pt x="3714161" y="83216"/>
                  </a:lnTo>
                  <a:lnTo>
                    <a:pt x="3715233" y="82620"/>
                  </a:lnTo>
                  <a:lnTo>
                    <a:pt x="3716304" y="82024"/>
                  </a:lnTo>
                  <a:lnTo>
                    <a:pt x="3717376" y="81427"/>
                  </a:lnTo>
                  <a:lnTo>
                    <a:pt x="3718447" y="80830"/>
                  </a:lnTo>
                  <a:lnTo>
                    <a:pt x="3719519" y="80233"/>
                  </a:lnTo>
                  <a:lnTo>
                    <a:pt x="3720591" y="79635"/>
                  </a:lnTo>
                  <a:lnTo>
                    <a:pt x="3721662" y="79036"/>
                  </a:lnTo>
                  <a:lnTo>
                    <a:pt x="3722734" y="78437"/>
                  </a:lnTo>
                  <a:lnTo>
                    <a:pt x="3723805" y="77838"/>
                  </a:lnTo>
                  <a:lnTo>
                    <a:pt x="3724877" y="77238"/>
                  </a:lnTo>
                  <a:lnTo>
                    <a:pt x="3725949" y="76638"/>
                  </a:lnTo>
                  <a:lnTo>
                    <a:pt x="3727020" y="76037"/>
                  </a:lnTo>
                  <a:lnTo>
                    <a:pt x="3728092" y="75436"/>
                  </a:lnTo>
                  <a:lnTo>
                    <a:pt x="3729163" y="74834"/>
                  </a:lnTo>
                  <a:lnTo>
                    <a:pt x="3730235" y="74232"/>
                  </a:lnTo>
                  <a:lnTo>
                    <a:pt x="3731306" y="73630"/>
                  </a:lnTo>
                  <a:lnTo>
                    <a:pt x="3732378" y="73026"/>
                  </a:lnTo>
                  <a:lnTo>
                    <a:pt x="3733450" y="72423"/>
                  </a:lnTo>
                  <a:lnTo>
                    <a:pt x="3734521" y="71819"/>
                  </a:lnTo>
                  <a:lnTo>
                    <a:pt x="3735593" y="71214"/>
                  </a:lnTo>
                  <a:lnTo>
                    <a:pt x="3736664" y="70610"/>
                  </a:lnTo>
                  <a:lnTo>
                    <a:pt x="3737736" y="70004"/>
                  </a:lnTo>
                  <a:lnTo>
                    <a:pt x="3738808" y="69398"/>
                  </a:lnTo>
                  <a:lnTo>
                    <a:pt x="3739879" y="68792"/>
                  </a:lnTo>
                  <a:lnTo>
                    <a:pt x="3740951" y="68185"/>
                  </a:lnTo>
                  <a:lnTo>
                    <a:pt x="3742022" y="67578"/>
                  </a:lnTo>
                  <a:lnTo>
                    <a:pt x="3743094" y="66970"/>
                  </a:lnTo>
                  <a:lnTo>
                    <a:pt x="3744166" y="66362"/>
                  </a:lnTo>
                  <a:lnTo>
                    <a:pt x="3745237" y="65754"/>
                  </a:lnTo>
                  <a:lnTo>
                    <a:pt x="3746309" y="65144"/>
                  </a:lnTo>
                  <a:lnTo>
                    <a:pt x="3747380" y="64535"/>
                  </a:lnTo>
                  <a:lnTo>
                    <a:pt x="3748452" y="63925"/>
                  </a:lnTo>
                  <a:lnTo>
                    <a:pt x="3749524" y="63314"/>
                  </a:lnTo>
                  <a:lnTo>
                    <a:pt x="3750595" y="62704"/>
                  </a:lnTo>
                  <a:lnTo>
                    <a:pt x="3751667" y="62092"/>
                  </a:lnTo>
                  <a:lnTo>
                    <a:pt x="3752738" y="61480"/>
                  </a:lnTo>
                  <a:lnTo>
                    <a:pt x="3753810" y="60868"/>
                  </a:lnTo>
                  <a:lnTo>
                    <a:pt x="3754882" y="60255"/>
                  </a:lnTo>
                  <a:lnTo>
                    <a:pt x="3755953" y="59642"/>
                  </a:lnTo>
                  <a:lnTo>
                    <a:pt x="3757025" y="59029"/>
                  </a:lnTo>
                  <a:lnTo>
                    <a:pt x="3758096" y="58414"/>
                  </a:lnTo>
                  <a:lnTo>
                    <a:pt x="3759168" y="57800"/>
                  </a:lnTo>
                  <a:lnTo>
                    <a:pt x="3760240" y="57185"/>
                  </a:lnTo>
                  <a:lnTo>
                    <a:pt x="3761311" y="56569"/>
                  </a:lnTo>
                  <a:lnTo>
                    <a:pt x="3762383" y="55953"/>
                  </a:lnTo>
                  <a:lnTo>
                    <a:pt x="3763454" y="55337"/>
                  </a:lnTo>
                  <a:lnTo>
                    <a:pt x="3764526" y="54720"/>
                  </a:lnTo>
                  <a:lnTo>
                    <a:pt x="3765598" y="54103"/>
                  </a:lnTo>
                  <a:lnTo>
                    <a:pt x="3766669" y="53485"/>
                  </a:lnTo>
                  <a:lnTo>
                    <a:pt x="3767741" y="52867"/>
                  </a:lnTo>
                  <a:lnTo>
                    <a:pt x="3768812" y="52248"/>
                  </a:lnTo>
                  <a:lnTo>
                    <a:pt x="3769884" y="51629"/>
                  </a:lnTo>
                  <a:lnTo>
                    <a:pt x="3770956" y="51010"/>
                  </a:lnTo>
                  <a:lnTo>
                    <a:pt x="3772027" y="50390"/>
                  </a:lnTo>
                  <a:lnTo>
                    <a:pt x="3773099" y="49769"/>
                  </a:lnTo>
                  <a:lnTo>
                    <a:pt x="3774170" y="49148"/>
                  </a:lnTo>
                  <a:lnTo>
                    <a:pt x="3775242" y="48527"/>
                  </a:lnTo>
                  <a:lnTo>
                    <a:pt x="3776314" y="47905"/>
                  </a:lnTo>
                  <a:lnTo>
                    <a:pt x="3777385" y="47283"/>
                  </a:lnTo>
                  <a:lnTo>
                    <a:pt x="3778457" y="46660"/>
                  </a:lnTo>
                  <a:lnTo>
                    <a:pt x="3779528" y="46037"/>
                  </a:lnTo>
                  <a:lnTo>
                    <a:pt x="3780600" y="45413"/>
                  </a:lnTo>
                  <a:lnTo>
                    <a:pt x="3781672" y="44789"/>
                  </a:lnTo>
                  <a:lnTo>
                    <a:pt x="3782743" y="44165"/>
                  </a:lnTo>
                  <a:lnTo>
                    <a:pt x="3783815" y="43540"/>
                  </a:lnTo>
                  <a:lnTo>
                    <a:pt x="3784886" y="42914"/>
                  </a:lnTo>
                  <a:lnTo>
                    <a:pt x="3785958" y="42289"/>
                  </a:lnTo>
                  <a:lnTo>
                    <a:pt x="3787030" y="41662"/>
                  </a:lnTo>
                  <a:lnTo>
                    <a:pt x="3788101" y="41035"/>
                  </a:lnTo>
                  <a:lnTo>
                    <a:pt x="3789173" y="40408"/>
                  </a:lnTo>
                  <a:lnTo>
                    <a:pt x="3790244" y="39781"/>
                  </a:lnTo>
                  <a:lnTo>
                    <a:pt x="3791316" y="39153"/>
                  </a:lnTo>
                  <a:lnTo>
                    <a:pt x="3792388" y="38524"/>
                  </a:lnTo>
                  <a:lnTo>
                    <a:pt x="3793459" y="37895"/>
                  </a:lnTo>
                  <a:lnTo>
                    <a:pt x="3794531" y="37265"/>
                  </a:lnTo>
                  <a:lnTo>
                    <a:pt x="3795602" y="36636"/>
                  </a:lnTo>
                  <a:lnTo>
                    <a:pt x="3796674" y="36005"/>
                  </a:lnTo>
                  <a:lnTo>
                    <a:pt x="3797746" y="35374"/>
                  </a:lnTo>
                  <a:lnTo>
                    <a:pt x="3798817" y="34743"/>
                  </a:lnTo>
                  <a:lnTo>
                    <a:pt x="3799889" y="34112"/>
                  </a:lnTo>
                  <a:lnTo>
                    <a:pt x="3800960" y="33479"/>
                  </a:lnTo>
                  <a:lnTo>
                    <a:pt x="3802032" y="32847"/>
                  </a:lnTo>
                  <a:lnTo>
                    <a:pt x="3803104" y="32214"/>
                  </a:lnTo>
                  <a:lnTo>
                    <a:pt x="3804175" y="31580"/>
                  </a:lnTo>
                  <a:lnTo>
                    <a:pt x="3805247" y="30946"/>
                  </a:lnTo>
                  <a:lnTo>
                    <a:pt x="3806318" y="30312"/>
                  </a:lnTo>
                  <a:lnTo>
                    <a:pt x="3807390" y="29677"/>
                  </a:lnTo>
                  <a:lnTo>
                    <a:pt x="3808462" y="29042"/>
                  </a:lnTo>
                  <a:lnTo>
                    <a:pt x="3809533" y="28406"/>
                  </a:lnTo>
                  <a:lnTo>
                    <a:pt x="3810605" y="27770"/>
                  </a:lnTo>
                  <a:lnTo>
                    <a:pt x="3811676" y="27134"/>
                  </a:lnTo>
                  <a:lnTo>
                    <a:pt x="3812748" y="26497"/>
                  </a:lnTo>
                  <a:lnTo>
                    <a:pt x="3813820" y="25859"/>
                  </a:lnTo>
                  <a:lnTo>
                    <a:pt x="3814891" y="25221"/>
                  </a:lnTo>
                  <a:lnTo>
                    <a:pt x="3815963" y="24583"/>
                  </a:lnTo>
                  <a:lnTo>
                    <a:pt x="3817034" y="23944"/>
                  </a:lnTo>
                  <a:lnTo>
                    <a:pt x="3818106" y="23305"/>
                  </a:lnTo>
                  <a:lnTo>
                    <a:pt x="3819178" y="22665"/>
                  </a:lnTo>
                  <a:lnTo>
                    <a:pt x="3820249" y="22025"/>
                  </a:lnTo>
                  <a:lnTo>
                    <a:pt x="3821321" y="21384"/>
                  </a:lnTo>
                  <a:lnTo>
                    <a:pt x="3822392" y="20743"/>
                  </a:lnTo>
                  <a:lnTo>
                    <a:pt x="3823464" y="20102"/>
                  </a:lnTo>
                  <a:lnTo>
                    <a:pt x="3824536" y="19460"/>
                  </a:lnTo>
                  <a:lnTo>
                    <a:pt x="3825607" y="18818"/>
                  </a:lnTo>
                  <a:lnTo>
                    <a:pt x="3826679" y="18175"/>
                  </a:lnTo>
                  <a:lnTo>
                    <a:pt x="3827750" y="17532"/>
                  </a:lnTo>
                  <a:lnTo>
                    <a:pt x="3828822" y="16888"/>
                  </a:lnTo>
                  <a:lnTo>
                    <a:pt x="3829894" y="16244"/>
                  </a:lnTo>
                  <a:lnTo>
                    <a:pt x="3830965" y="15600"/>
                  </a:lnTo>
                  <a:lnTo>
                    <a:pt x="3832037" y="14955"/>
                  </a:lnTo>
                  <a:lnTo>
                    <a:pt x="3833108" y="14309"/>
                  </a:lnTo>
                  <a:lnTo>
                    <a:pt x="3834180" y="13663"/>
                  </a:lnTo>
                  <a:lnTo>
                    <a:pt x="3835252" y="13017"/>
                  </a:lnTo>
                  <a:lnTo>
                    <a:pt x="3836323" y="12370"/>
                  </a:lnTo>
                  <a:lnTo>
                    <a:pt x="3837395" y="11723"/>
                  </a:lnTo>
                  <a:lnTo>
                    <a:pt x="3838466" y="11076"/>
                  </a:lnTo>
                  <a:lnTo>
                    <a:pt x="3839538" y="10427"/>
                  </a:lnTo>
                  <a:lnTo>
                    <a:pt x="3840610" y="9779"/>
                  </a:lnTo>
                  <a:lnTo>
                    <a:pt x="3841681" y="9130"/>
                  </a:lnTo>
                  <a:lnTo>
                    <a:pt x="3842753" y="8481"/>
                  </a:lnTo>
                  <a:lnTo>
                    <a:pt x="3843824" y="7831"/>
                  </a:lnTo>
                  <a:lnTo>
                    <a:pt x="3844896" y="7181"/>
                  </a:lnTo>
                  <a:lnTo>
                    <a:pt x="3845968" y="6530"/>
                  </a:lnTo>
                  <a:lnTo>
                    <a:pt x="3847039" y="5879"/>
                  </a:lnTo>
                  <a:lnTo>
                    <a:pt x="3848111" y="5227"/>
                  </a:lnTo>
                  <a:lnTo>
                    <a:pt x="3849182" y="4575"/>
                  </a:lnTo>
                  <a:lnTo>
                    <a:pt x="3850254" y="3923"/>
                  </a:lnTo>
                  <a:lnTo>
                    <a:pt x="3851326" y="3270"/>
                  </a:lnTo>
                  <a:lnTo>
                    <a:pt x="3852397" y="2617"/>
                  </a:lnTo>
                  <a:lnTo>
                    <a:pt x="3853469" y="1963"/>
                  </a:lnTo>
                  <a:lnTo>
                    <a:pt x="3854540" y="1309"/>
                  </a:lnTo>
                  <a:lnTo>
                    <a:pt x="3855612" y="655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684231" y="4891127"/>
              <a:ext cx="3856684" cy="629389"/>
            </a:xfrm>
            <a:custGeom>
              <a:avLst/>
              <a:gdLst/>
              <a:ahLst/>
              <a:cxnLst/>
              <a:rect l="0" t="0" r="0" b="0"/>
              <a:pathLst>
                <a:path w="3856684" h="629389">
                  <a:moveTo>
                    <a:pt x="3856684" y="310745"/>
                  </a:moveTo>
                  <a:lnTo>
                    <a:pt x="3855612" y="310567"/>
                  </a:lnTo>
                  <a:lnTo>
                    <a:pt x="3854540" y="310388"/>
                  </a:lnTo>
                  <a:lnTo>
                    <a:pt x="3853469" y="310209"/>
                  </a:lnTo>
                  <a:lnTo>
                    <a:pt x="3852397" y="310031"/>
                  </a:lnTo>
                  <a:lnTo>
                    <a:pt x="3851326" y="309852"/>
                  </a:lnTo>
                  <a:lnTo>
                    <a:pt x="3850254" y="309674"/>
                  </a:lnTo>
                  <a:lnTo>
                    <a:pt x="3849182" y="309495"/>
                  </a:lnTo>
                  <a:lnTo>
                    <a:pt x="3848111" y="309317"/>
                  </a:lnTo>
                  <a:lnTo>
                    <a:pt x="3847039" y="309139"/>
                  </a:lnTo>
                  <a:lnTo>
                    <a:pt x="3845968" y="308961"/>
                  </a:lnTo>
                  <a:lnTo>
                    <a:pt x="3844896" y="308783"/>
                  </a:lnTo>
                  <a:lnTo>
                    <a:pt x="3843824" y="308605"/>
                  </a:lnTo>
                  <a:lnTo>
                    <a:pt x="3842753" y="308427"/>
                  </a:lnTo>
                  <a:lnTo>
                    <a:pt x="3841681" y="308249"/>
                  </a:lnTo>
                  <a:lnTo>
                    <a:pt x="3840610" y="308072"/>
                  </a:lnTo>
                  <a:lnTo>
                    <a:pt x="3839538" y="307894"/>
                  </a:lnTo>
                  <a:lnTo>
                    <a:pt x="3838466" y="307717"/>
                  </a:lnTo>
                  <a:lnTo>
                    <a:pt x="3837395" y="307539"/>
                  </a:lnTo>
                  <a:lnTo>
                    <a:pt x="3836323" y="307362"/>
                  </a:lnTo>
                  <a:lnTo>
                    <a:pt x="3835252" y="307185"/>
                  </a:lnTo>
                  <a:lnTo>
                    <a:pt x="3834180" y="307008"/>
                  </a:lnTo>
                  <a:lnTo>
                    <a:pt x="3833108" y="306831"/>
                  </a:lnTo>
                  <a:lnTo>
                    <a:pt x="3832037" y="306654"/>
                  </a:lnTo>
                  <a:lnTo>
                    <a:pt x="3830965" y="306477"/>
                  </a:lnTo>
                  <a:lnTo>
                    <a:pt x="3829894" y="306300"/>
                  </a:lnTo>
                  <a:lnTo>
                    <a:pt x="3828822" y="306123"/>
                  </a:lnTo>
                  <a:lnTo>
                    <a:pt x="3827750" y="305947"/>
                  </a:lnTo>
                  <a:lnTo>
                    <a:pt x="3826679" y="305770"/>
                  </a:lnTo>
                  <a:lnTo>
                    <a:pt x="3825607" y="305594"/>
                  </a:lnTo>
                  <a:lnTo>
                    <a:pt x="3824536" y="305418"/>
                  </a:lnTo>
                  <a:lnTo>
                    <a:pt x="3823464" y="305241"/>
                  </a:lnTo>
                  <a:lnTo>
                    <a:pt x="3822392" y="305065"/>
                  </a:lnTo>
                  <a:lnTo>
                    <a:pt x="3821321" y="304889"/>
                  </a:lnTo>
                  <a:lnTo>
                    <a:pt x="3820249" y="304713"/>
                  </a:lnTo>
                  <a:lnTo>
                    <a:pt x="3819178" y="304537"/>
                  </a:lnTo>
                  <a:lnTo>
                    <a:pt x="3818106" y="304361"/>
                  </a:lnTo>
                  <a:lnTo>
                    <a:pt x="3817034" y="304186"/>
                  </a:lnTo>
                  <a:lnTo>
                    <a:pt x="3815963" y="304010"/>
                  </a:lnTo>
                  <a:lnTo>
                    <a:pt x="3814891" y="303835"/>
                  </a:lnTo>
                  <a:lnTo>
                    <a:pt x="3813820" y="303659"/>
                  </a:lnTo>
                  <a:lnTo>
                    <a:pt x="3812748" y="303484"/>
                  </a:lnTo>
                  <a:lnTo>
                    <a:pt x="3811676" y="303309"/>
                  </a:lnTo>
                  <a:lnTo>
                    <a:pt x="3810605" y="303134"/>
                  </a:lnTo>
                  <a:lnTo>
                    <a:pt x="3809533" y="302959"/>
                  </a:lnTo>
                  <a:lnTo>
                    <a:pt x="3808462" y="302784"/>
                  </a:lnTo>
                  <a:lnTo>
                    <a:pt x="3807390" y="302609"/>
                  </a:lnTo>
                  <a:lnTo>
                    <a:pt x="3806318" y="302434"/>
                  </a:lnTo>
                  <a:lnTo>
                    <a:pt x="3805247" y="302259"/>
                  </a:lnTo>
                  <a:lnTo>
                    <a:pt x="3804175" y="302085"/>
                  </a:lnTo>
                  <a:lnTo>
                    <a:pt x="3803104" y="301910"/>
                  </a:lnTo>
                  <a:lnTo>
                    <a:pt x="3802032" y="301736"/>
                  </a:lnTo>
                  <a:lnTo>
                    <a:pt x="3800960" y="301562"/>
                  </a:lnTo>
                  <a:lnTo>
                    <a:pt x="3799889" y="301388"/>
                  </a:lnTo>
                  <a:lnTo>
                    <a:pt x="3798817" y="301213"/>
                  </a:lnTo>
                  <a:lnTo>
                    <a:pt x="3797746" y="301039"/>
                  </a:lnTo>
                  <a:lnTo>
                    <a:pt x="3796674" y="300866"/>
                  </a:lnTo>
                  <a:lnTo>
                    <a:pt x="3795602" y="300692"/>
                  </a:lnTo>
                  <a:lnTo>
                    <a:pt x="3794531" y="300518"/>
                  </a:lnTo>
                  <a:lnTo>
                    <a:pt x="3793459" y="300345"/>
                  </a:lnTo>
                  <a:lnTo>
                    <a:pt x="3792388" y="300171"/>
                  </a:lnTo>
                  <a:lnTo>
                    <a:pt x="3791316" y="299998"/>
                  </a:lnTo>
                  <a:lnTo>
                    <a:pt x="3790244" y="299824"/>
                  </a:lnTo>
                  <a:lnTo>
                    <a:pt x="3789173" y="299651"/>
                  </a:lnTo>
                  <a:lnTo>
                    <a:pt x="3788101" y="299478"/>
                  </a:lnTo>
                  <a:lnTo>
                    <a:pt x="3787030" y="299305"/>
                  </a:lnTo>
                  <a:lnTo>
                    <a:pt x="3785958" y="299132"/>
                  </a:lnTo>
                  <a:lnTo>
                    <a:pt x="3784886" y="298959"/>
                  </a:lnTo>
                  <a:lnTo>
                    <a:pt x="3783815" y="298787"/>
                  </a:lnTo>
                  <a:lnTo>
                    <a:pt x="3782743" y="298614"/>
                  </a:lnTo>
                  <a:lnTo>
                    <a:pt x="3781672" y="298442"/>
                  </a:lnTo>
                  <a:lnTo>
                    <a:pt x="3780600" y="298269"/>
                  </a:lnTo>
                  <a:lnTo>
                    <a:pt x="3779528" y="298097"/>
                  </a:lnTo>
                  <a:lnTo>
                    <a:pt x="3778457" y="297925"/>
                  </a:lnTo>
                  <a:lnTo>
                    <a:pt x="3777385" y="297753"/>
                  </a:lnTo>
                  <a:lnTo>
                    <a:pt x="3776314" y="297581"/>
                  </a:lnTo>
                  <a:lnTo>
                    <a:pt x="3775242" y="297409"/>
                  </a:lnTo>
                  <a:lnTo>
                    <a:pt x="3774170" y="297237"/>
                  </a:lnTo>
                  <a:lnTo>
                    <a:pt x="3773099" y="297066"/>
                  </a:lnTo>
                  <a:lnTo>
                    <a:pt x="3772027" y="296894"/>
                  </a:lnTo>
                  <a:lnTo>
                    <a:pt x="3770956" y="296723"/>
                  </a:lnTo>
                  <a:lnTo>
                    <a:pt x="3769884" y="296551"/>
                  </a:lnTo>
                  <a:lnTo>
                    <a:pt x="3768812" y="296380"/>
                  </a:lnTo>
                  <a:lnTo>
                    <a:pt x="3767741" y="296209"/>
                  </a:lnTo>
                  <a:lnTo>
                    <a:pt x="3766669" y="296038"/>
                  </a:lnTo>
                  <a:lnTo>
                    <a:pt x="3765598" y="295867"/>
                  </a:lnTo>
                  <a:lnTo>
                    <a:pt x="3764526" y="295697"/>
                  </a:lnTo>
                  <a:lnTo>
                    <a:pt x="3763454" y="295526"/>
                  </a:lnTo>
                  <a:lnTo>
                    <a:pt x="3762383" y="295355"/>
                  </a:lnTo>
                  <a:lnTo>
                    <a:pt x="3761311" y="295185"/>
                  </a:lnTo>
                  <a:lnTo>
                    <a:pt x="3760240" y="295014"/>
                  </a:lnTo>
                  <a:lnTo>
                    <a:pt x="3759168" y="294844"/>
                  </a:lnTo>
                  <a:lnTo>
                    <a:pt x="3758096" y="294674"/>
                  </a:lnTo>
                  <a:lnTo>
                    <a:pt x="3757025" y="294504"/>
                  </a:lnTo>
                  <a:lnTo>
                    <a:pt x="3755953" y="294334"/>
                  </a:lnTo>
                  <a:lnTo>
                    <a:pt x="3754882" y="294164"/>
                  </a:lnTo>
                  <a:lnTo>
                    <a:pt x="3753810" y="293995"/>
                  </a:lnTo>
                  <a:lnTo>
                    <a:pt x="3752738" y="293825"/>
                  </a:lnTo>
                  <a:lnTo>
                    <a:pt x="3751667" y="293656"/>
                  </a:lnTo>
                  <a:lnTo>
                    <a:pt x="3750595" y="293486"/>
                  </a:lnTo>
                  <a:lnTo>
                    <a:pt x="3749524" y="293317"/>
                  </a:lnTo>
                  <a:lnTo>
                    <a:pt x="3748452" y="293148"/>
                  </a:lnTo>
                  <a:lnTo>
                    <a:pt x="3747380" y="292979"/>
                  </a:lnTo>
                  <a:lnTo>
                    <a:pt x="3746309" y="292810"/>
                  </a:lnTo>
                  <a:lnTo>
                    <a:pt x="3745237" y="292641"/>
                  </a:lnTo>
                  <a:lnTo>
                    <a:pt x="3744166" y="292473"/>
                  </a:lnTo>
                  <a:lnTo>
                    <a:pt x="3743094" y="292304"/>
                  </a:lnTo>
                  <a:lnTo>
                    <a:pt x="3742022" y="292136"/>
                  </a:lnTo>
                  <a:lnTo>
                    <a:pt x="3740951" y="291968"/>
                  </a:lnTo>
                  <a:lnTo>
                    <a:pt x="3739879" y="291799"/>
                  </a:lnTo>
                  <a:lnTo>
                    <a:pt x="3738808" y="291631"/>
                  </a:lnTo>
                  <a:lnTo>
                    <a:pt x="3737736" y="291463"/>
                  </a:lnTo>
                  <a:lnTo>
                    <a:pt x="3736664" y="291296"/>
                  </a:lnTo>
                  <a:lnTo>
                    <a:pt x="3735593" y="291128"/>
                  </a:lnTo>
                  <a:lnTo>
                    <a:pt x="3734521" y="290960"/>
                  </a:lnTo>
                  <a:lnTo>
                    <a:pt x="3733450" y="290793"/>
                  </a:lnTo>
                  <a:lnTo>
                    <a:pt x="3732378" y="290625"/>
                  </a:lnTo>
                  <a:lnTo>
                    <a:pt x="3731306" y="290458"/>
                  </a:lnTo>
                  <a:lnTo>
                    <a:pt x="3730235" y="290291"/>
                  </a:lnTo>
                  <a:lnTo>
                    <a:pt x="3729163" y="290124"/>
                  </a:lnTo>
                  <a:lnTo>
                    <a:pt x="3728092" y="289957"/>
                  </a:lnTo>
                  <a:lnTo>
                    <a:pt x="3727020" y="289790"/>
                  </a:lnTo>
                  <a:lnTo>
                    <a:pt x="3725949" y="289624"/>
                  </a:lnTo>
                  <a:lnTo>
                    <a:pt x="3724877" y="289457"/>
                  </a:lnTo>
                  <a:lnTo>
                    <a:pt x="3723805" y="289291"/>
                  </a:lnTo>
                  <a:lnTo>
                    <a:pt x="3722734" y="289125"/>
                  </a:lnTo>
                  <a:lnTo>
                    <a:pt x="3721662" y="288959"/>
                  </a:lnTo>
                  <a:lnTo>
                    <a:pt x="3720591" y="288793"/>
                  </a:lnTo>
                  <a:lnTo>
                    <a:pt x="3719519" y="288627"/>
                  </a:lnTo>
                  <a:lnTo>
                    <a:pt x="3718447" y="288461"/>
                  </a:lnTo>
                  <a:lnTo>
                    <a:pt x="3717376" y="288295"/>
                  </a:lnTo>
                  <a:lnTo>
                    <a:pt x="3716304" y="288130"/>
                  </a:lnTo>
                  <a:lnTo>
                    <a:pt x="3715233" y="287964"/>
                  </a:lnTo>
                  <a:lnTo>
                    <a:pt x="3714161" y="287799"/>
                  </a:lnTo>
                  <a:lnTo>
                    <a:pt x="3713089" y="287634"/>
                  </a:lnTo>
                  <a:lnTo>
                    <a:pt x="3712018" y="287469"/>
                  </a:lnTo>
                  <a:lnTo>
                    <a:pt x="3710946" y="287304"/>
                  </a:lnTo>
                  <a:lnTo>
                    <a:pt x="3709875" y="287139"/>
                  </a:lnTo>
                  <a:lnTo>
                    <a:pt x="3708803" y="286975"/>
                  </a:lnTo>
                  <a:lnTo>
                    <a:pt x="3707731" y="286810"/>
                  </a:lnTo>
                  <a:lnTo>
                    <a:pt x="3706660" y="286646"/>
                  </a:lnTo>
                  <a:lnTo>
                    <a:pt x="3705588" y="286482"/>
                  </a:lnTo>
                  <a:lnTo>
                    <a:pt x="3704517" y="286317"/>
                  </a:lnTo>
                  <a:lnTo>
                    <a:pt x="3703445" y="286153"/>
                  </a:lnTo>
                  <a:lnTo>
                    <a:pt x="3702373" y="285990"/>
                  </a:lnTo>
                  <a:lnTo>
                    <a:pt x="3701302" y="285826"/>
                  </a:lnTo>
                  <a:lnTo>
                    <a:pt x="3700230" y="285662"/>
                  </a:lnTo>
                  <a:lnTo>
                    <a:pt x="3699159" y="285499"/>
                  </a:lnTo>
                  <a:lnTo>
                    <a:pt x="3698087" y="285336"/>
                  </a:lnTo>
                  <a:lnTo>
                    <a:pt x="3697015" y="285172"/>
                  </a:lnTo>
                  <a:lnTo>
                    <a:pt x="3695944" y="285009"/>
                  </a:lnTo>
                  <a:lnTo>
                    <a:pt x="3694872" y="284846"/>
                  </a:lnTo>
                  <a:lnTo>
                    <a:pt x="3693801" y="284684"/>
                  </a:lnTo>
                  <a:lnTo>
                    <a:pt x="3692729" y="284521"/>
                  </a:lnTo>
                  <a:lnTo>
                    <a:pt x="3691657" y="284358"/>
                  </a:lnTo>
                  <a:lnTo>
                    <a:pt x="3690586" y="284196"/>
                  </a:lnTo>
                  <a:lnTo>
                    <a:pt x="3689514" y="284034"/>
                  </a:lnTo>
                  <a:lnTo>
                    <a:pt x="3688443" y="283872"/>
                  </a:lnTo>
                  <a:lnTo>
                    <a:pt x="3687371" y="283710"/>
                  </a:lnTo>
                  <a:lnTo>
                    <a:pt x="3686299" y="283548"/>
                  </a:lnTo>
                  <a:lnTo>
                    <a:pt x="3685228" y="283386"/>
                  </a:lnTo>
                  <a:lnTo>
                    <a:pt x="3684156" y="283225"/>
                  </a:lnTo>
                  <a:lnTo>
                    <a:pt x="3683085" y="283063"/>
                  </a:lnTo>
                  <a:lnTo>
                    <a:pt x="3682013" y="282902"/>
                  </a:lnTo>
                  <a:lnTo>
                    <a:pt x="3680941" y="282741"/>
                  </a:lnTo>
                  <a:lnTo>
                    <a:pt x="3679870" y="282580"/>
                  </a:lnTo>
                  <a:lnTo>
                    <a:pt x="3678798" y="282419"/>
                  </a:lnTo>
                  <a:lnTo>
                    <a:pt x="3677727" y="282258"/>
                  </a:lnTo>
                  <a:lnTo>
                    <a:pt x="3676655" y="282097"/>
                  </a:lnTo>
                  <a:lnTo>
                    <a:pt x="3675583" y="281937"/>
                  </a:lnTo>
                  <a:lnTo>
                    <a:pt x="3674512" y="281777"/>
                  </a:lnTo>
                  <a:lnTo>
                    <a:pt x="3673440" y="281616"/>
                  </a:lnTo>
                  <a:lnTo>
                    <a:pt x="3672369" y="281456"/>
                  </a:lnTo>
                  <a:lnTo>
                    <a:pt x="3671297" y="281297"/>
                  </a:lnTo>
                  <a:lnTo>
                    <a:pt x="3670225" y="281137"/>
                  </a:lnTo>
                  <a:lnTo>
                    <a:pt x="3669154" y="280977"/>
                  </a:lnTo>
                  <a:lnTo>
                    <a:pt x="3668082" y="280818"/>
                  </a:lnTo>
                  <a:lnTo>
                    <a:pt x="3667011" y="280658"/>
                  </a:lnTo>
                  <a:lnTo>
                    <a:pt x="3665939" y="280499"/>
                  </a:lnTo>
                  <a:lnTo>
                    <a:pt x="3664867" y="280340"/>
                  </a:lnTo>
                  <a:lnTo>
                    <a:pt x="3663796" y="280181"/>
                  </a:lnTo>
                  <a:lnTo>
                    <a:pt x="3662724" y="280023"/>
                  </a:lnTo>
                  <a:lnTo>
                    <a:pt x="3661653" y="279864"/>
                  </a:lnTo>
                  <a:lnTo>
                    <a:pt x="3660581" y="279706"/>
                  </a:lnTo>
                  <a:lnTo>
                    <a:pt x="3659509" y="279547"/>
                  </a:lnTo>
                  <a:lnTo>
                    <a:pt x="3658438" y="279389"/>
                  </a:lnTo>
                  <a:lnTo>
                    <a:pt x="3657366" y="279231"/>
                  </a:lnTo>
                  <a:lnTo>
                    <a:pt x="3656295" y="279073"/>
                  </a:lnTo>
                  <a:lnTo>
                    <a:pt x="3655223" y="278916"/>
                  </a:lnTo>
                  <a:lnTo>
                    <a:pt x="3654151" y="278758"/>
                  </a:lnTo>
                  <a:lnTo>
                    <a:pt x="3653080" y="278601"/>
                  </a:lnTo>
                  <a:lnTo>
                    <a:pt x="3652008" y="278443"/>
                  </a:lnTo>
                  <a:lnTo>
                    <a:pt x="3650937" y="278286"/>
                  </a:lnTo>
                  <a:lnTo>
                    <a:pt x="3649865" y="278129"/>
                  </a:lnTo>
                  <a:lnTo>
                    <a:pt x="3648793" y="277973"/>
                  </a:lnTo>
                  <a:lnTo>
                    <a:pt x="3647722" y="277816"/>
                  </a:lnTo>
                  <a:lnTo>
                    <a:pt x="3646650" y="277659"/>
                  </a:lnTo>
                  <a:lnTo>
                    <a:pt x="3645579" y="277503"/>
                  </a:lnTo>
                  <a:lnTo>
                    <a:pt x="3644507" y="277347"/>
                  </a:lnTo>
                  <a:lnTo>
                    <a:pt x="3643435" y="277191"/>
                  </a:lnTo>
                  <a:lnTo>
                    <a:pt x="3642364" y="277035"/>
                  </a:lnTo>
                  <a:lnTo>
                    <a:pt x="3641292" y="276879"/>
                  </a:lnTo>
                  <a:lnTo>
                    <a:pt x="3640221" y="276724"/>
                  </a:lnTo>
                  <a:lnTo>
                    <a:pt x="3639149" y="276568"/>
                  </a:lnTo>
                  <a:lnTo>
                    <a:pt x="3638077" y="276413"/>
                  </a:lnTo>
                  <a:lnTo>
                    <a:pt x="3637006" y="276258"/>
                  </a:lnTo>
                  <a:lnTo>
                    <a:pt x="3635934" y="276103"/>
                  </a:lnTo>
                  <a:lnTo>
                    <a:pt x="3634863" y="275948"/>
                  </a:lnTo>
                  <a:lnTo>
                    <a:pt x="3633791" y="275794"/>
                  </a:lnTo>
                  <a:lnTo>
                    <a:pt x="3632719" y="275639"/>
                  </a:lnTo>
                  <a:lnTo>
                    <a:pt x="3631648" y="275485"/>
                  </a:lnTo>
                  <a:lnTo>
                    <a:pt x="3630576" y="275331"/>
                  </a:lnTo>
                  <a:lnTo>
                    <a:pt x="3629505" y="275177"/>
                  </a:lnTo>
                  <a:lnTo>
                    <a:pt x="3628433" y="275023"/>
                  </a:lnTo>
                  <a:lnTo>
                    <a:pt x="3627361" y="274869"/>
                  </a:lnTo>
                  <a:lnTo>
                    <a:pt x="3626290" y="274716"/>
                  </a:lnTo>
                  <a:lnTo>
                    <a:pt x="3625218" y="274562"/>
                  </a:lnTo>
                  <a:lnTo>
                    <a:pt x="3624147" y="274409"/>
                  </a:lnTo>
                  <a:lnTo>
                    <a:pt x="3623075" y="274256"/>
                  </a:lnTo>
                  <a:lnTo>
                    <a:pt x="3622003" y="274103"/>
                  </a:lnTo>
                  <a:lnTo>
                    <a:pt x="3620932" y="273951"/>
                  </a:lnTo>
                  <a:lnTo>
                    <a:pt x="3619860" y="273798"/>
                  </a:lnTo>
                  <a:lnTo>
                    <a:pt x="3618789" y="273646"/>
                  </a:lnTo>
                  <a:lnTo>
                    <a:pt x="3617717" y="273494"/>
                  </a:lnTo>
                  <a:lnTo>
                    <a:pt x="3616645" y="273342"/>
                  </a:lnTo>
                  <a:lnTo>
                    <a:pt x="3615574" y="273190"/>
                  </a:lnTo>
                  <a:lnTo>
                    <a:pt x="3614502" y="273038"/>
                  </a:lnTo>
                  <a:lnTo>
                    <a:pt x="3613431" y="272887"/>
                  </a:lnTo>
                  <a:lnTo>
                    <a:pt x="3612359" y="272735"/>
                  </a:lnTo>
                  <a:lnTo>
                    <a:pt x="3611287" y="272584"/>
                  </a:lnTo>
                  <a:lnTo>
                    <a:pt x="3610216" y="272433"/>
                  </a:lnTo>
                  <a:lnTo>
                    <a:pt x="3609144" y="272282"/>
                  </a:lnTo>
                  <a:lnTo>
                    <a:pt x="3608073" y="272131"/>
                  </a:lnTo>
                  <a:lnTo>
                    <a:pt x="3607001" y="271981"/>
                  </a:lnTo>
                  <a:lnTo>
                    <a:pt x="3605929" y="271831"/>
                  </a:lnTo>
                  <a:lnTo>
                    <a:pt x="3604858" y="271680"/>
                  </a:lnTo>
                  <a:lnTo>
                    <a:pt x="3603786" y="271530"/>
                  </a:lnTo>
                  <a:lnTo>
                    <a:pt x="3602715" y="271381"/>
                  </a:lnTo>
                  <a:lnTo>
                    <a:pt x="3601643" y="271231"/>
                  </a:lnTo>
                  <a:lnTo>
                    <a:pt x="3600571" y="271081"/>
                  </a:lnTo>
                  <a:lnTo>
                    <a:pt x="3599500" y="270932"/>
                  </a:lnTo>
                  <a:lnTo>
                    <a:pt x="3598428" y="270783"/>
                  </a:lnTo>
                  <a:lnTo>
                    <a:pt x="3597357" y="270634"/>
                  </a:lnTo>
                  <a:lnTo>
                    <a:pt x="3596285" y="270485"/>
                  </a:lnTo>
                  <a:lnTo>
                    <a:pt x="3595213" y="270337"/>
                  </a:lnTo>
                  <a:lnTo>
                    <a:pt x="3594142" y="270188"/>
                  </a:lnTo>
                  <a:lnTo>
                    <a:pt x="3593070" y="270040"/>
                  </a:lnTo>
                  <a:lnTo>
                    <a:pt x="3591999" y="269892"/>
                  </a:lnTo>
                  <a:lnTo>
                    <a:pt x="3590927" y="269744"/>
                  </a:lnTo>
                  <a:lnTo>
                    <a:pt x="3589855" y="269596"/>
                  </a:lnTo>
                  <a:lnTo>
                    <a:pt x="3588784" y="269449"/>
                  </a:lnTo>
                  <a:lnTo>
                    <a:pt x="3587712" y="269301"/>
                  </a:lnTo>
                  <a:lnTo>
                    <a:pt x="3586641" y="269154"/>
                  </a:lnTo>
                  <a:lnTo>
                    <a:pt x="3585569" y="269007"/>
                  </a:lnTo>
                  <a:lnTo>
                    <a:pt x="3584497" y="268860"/>
                  </a:lnTo>
                  <a:lnTo>
                    <a:pt x="3583426" y="268714"/>
                  </a:lnTo>
                  <a:lnTo>
                    <a:pt x="3582354" y="268567"/>
                  </a:lnTo>
                  <a:lnTo>
                    <a:pt x="3581283" y="268421"/>
                  </a:lnTo>
                  <a:lnTo>
                    <a:pt x="3580211" y="268275"/>
                  </a:lnTo>
                  <a:lnTo>
                    <a:pt x="3579139" y="268129"/>
                  </a:lnTo>
                  <a:lnTo>
                    <a:pt x="3578068" y="267983"/>
                  </a:lnTo>
                  <a:lnTo>
                    <a:pt x="3576996" y="267838"/>
                  </a:lnTo>
                  <a:lnTo>
                    <a:pt x="3575925" y="267692"/>
                  </a:lnTo>
                  <a:lnTo>
                    <a:pt x="3574853" y="267547"/>
                  </a:lnTo>
                  <a:lnTo>
                    <a:pt x="3573781" y="267402"/>
                  </a:lnTo>
                  <a:lnTo>
                    <a:pt x="3572710" y="267257"/>
                  </a:lnTo>
                  <a:lnTo>
                    <a:pt x="3571638" y="267113"/>
                  </a:lnTo>
                  <a:lnTo>
                    <a:pt x="3570567" y="266968"/>
                  </a:lnTo>
                  <a:lnTo>
                    <a:pt x="3569495" y="266824"/>
                  </a:lnTo>
                  <a:lnTo>
                    <a:pt x="3568423" y="266680"/>
                  </a:lnTo>
                  <a:lnTo>
                    <a:pt x="3567352" y="266536"/>
                  </a:lnTo>
                  <a:lnTo>
                    <a:pt x="3566280" y="266392"/>
                  </a:lnTo>
                  <a:lnTo>
                    <a:pt x="3565209" y="266249"/>
                  </a:lnTo>
                  <a:lnTo>
                    <a:pt x="3564137" y="266106"/>
                  </a:lnTo>
                  <a:lnTo>
                    <a:pt x="3563065" y="265963"/>
                  </a:lnTo>
                  <a:lnTo>
                    <a:pt x="3561994" y="265820"/>
                  </a:lnTo>
                  <a:lnTo>
                    <a:pt x="3560922" y="265677"/>
                  </a:lnTo>
                  <a:lnTo>
                    <a:pt x="3559851" y="265534"/>
                  </a:lnTo>
                  <a:lnTo>
                    <a:pt x="3558779" y="265392"/>
                  </a:lnTo>
                  <a:lnTo>
                    <a:pt x="3557707" y="265250"/>
                  </a:lnTo>
                  <a:lnTo>
                    <a:pt x="3556636" y="265108"/>
                  </a:lnTo>
                  <a:lnTo>
                    <a:pt x="3555564" y="264966"/>
                  </a:lnTo>
                  <a:lnTo>
                    <a:pt x="3554493" y="264825"/>
                  </a:lnTo>
                  <a:lnTo>
                    <a:pt x="3553421" y="264683"/>
                  </a:lnTo>
                  <a:lnTo>
                    <a:pt x="3552349" y="264542"/>
                  </a:lnTo>
                  <a:lnTo>
                    <a:pt x="3551278" y="264401"/>
                  </a:lnTo>
                  <a:lnTo>
                    <a:pt x="3550206" y="264260"/>
                  </a:lnTo>
                  <a:lnTo>
                    <a:pt x="3549135" y="264120"/>
                  </a:lnTo>
                  <a:lnTo>
                    <a:pt x="3548063" y="263979"/>
                  </a:lnTo>
                  <a:lnTo>
                    <a:pt x="3546992" y="263839"/>
                  </a:lnTo>
                  <a:lnTo>
                    <a:pt x="3545920" y="263699"/>
                  </a:lnTo>
                  <a:lnTo>
                    <a:pt x="3544848" y="263559"/>
                  </a:lnTo>
                  <a:lnTo>
                    <a:pt x="3543777" y="263420"/>
                  </a:lnTo>
                  <a:lnTo>
                    <a:pt x="3542705" y="263280"/>
                  </a:lnTo>
                  <a:lnTo>
                    <a:pt x="3541634" y="263141"/>
                  </a:lnTo>
                  <a:lnTo>
                    <a:pt x="3540562" y="263002"/>
                  </a:lnTo>
                  <a:lnTo>
                    <a:pt x="3539490" y="262863"/>
                  </a:lnTo>
                  <a:lnTo>
                    <a:pt x="3538419" y="262725"/>
                  </a:lnTo>
                  <a:lnTo>
                    <a:pt x="3537347" y="262587"/>
                  </a:lnTo>
                  <a:lnTo>
                    <a:pt x="3536276" y="262448"/>
                  </a:lnTo>
                  <a:lnTo>
                    <a:pt x="3535204" y="262310"/>
                  </a:lnTo>
                  <a:lnTo>
                    <a:pt x="3534132" y="262173"/>
                  </a:lnTo>
                  <a:lnTo>
                    <a:pt x="3533061" y="262035"/>
                  </a:lnTo>
                  <a:lnTo>
                    <a:pt x="3531989" y="261898"/>
                  </a:lnTo>
                  <a:lnTo>
                    <a:pt x="3530918" y="261761"/>
                  </a:lnTo>
                  <a:lnTo>
                    <a:pt x="3529846" y="261624"/>
                  </a:lnTo>
                  <a:lnTo>
                    <a:pt x="3528774" y="261487"/>
                  </a:lnTo>
                  <a:lnTo>
                    <a:pt x="3527703" y="261351"/>
                  </a:lnTo>
                  <a:lnTo>
                    <a:pt x="3526631" y="261214"/>
                  </a:lnTo>
                  <a:lnTo>
                    <a:pt x="3525560" y="261078"/>
                  </a:lnTo>
                  <a:lnTo>
                    <a:pt x="3524488" y="260942"/>
                  </a:lnTo>
                  <a:lnTo>
                    <a:pt x="3523416" y="260807"/>
                  </a:lnTo>
                  <a:lnTo>
                    <a:pt x="3522345" y="260671"/>
                  </a:lnTo>
                  <a:lnTo>
                    <a:pt x="3521273" y="260536"/>
                  </a:lnTo>
                  <a:lnTo>
                    <a:pt x="3520202" y="260401"/>
                  </a:lnTo>
                  <a:lnTo>
                    <a:pt x="3519130" y="260266"/>
                  </a:lnTo>
                  <a:lnTo>
                    <a:pt x="3518058" y="260131"/>
                  </a:lnTo>
                  <a:lnTo>
                    <a:pt x="3516987" y="259997"/>
                  </a:lnTo>
                  <a:lnTo>
                    <a:pt x="3515915" y="259863"/>
                  </a:lnTo>
                  <a:lnTo>
                    <a:pt x="3514844" y="259729"/>
                  </a:lnTo>
                  <a:lnTo>
                    <a:pt x="3513772" y="259595"/>
                  </a:lnTo>
                  <a:lnTo>
                    <a:pt x="3512700" y="259462"/>
                  </a:lnTo>
                  <a:lnTo>
                    <a:pt x="3511629" y="259328"/>
                  </a:lnTo>
                  <a:lnTo>
                    <a:pt x="3510557" y="259195"/>
                  </a:lnTo>
                  <a:lnTo>
                    <a:pt x="3509486" y="259062"/>
                  </a:lnTo>
                  <a:lnTo>
                    <a:pt x="3508414" y="258930"/>
                  </a:lnTo>
                  <a:lnTo>
                    <a:pt x="3507342" y="258797"/>
                  </a:lnTo>
                  <a:lnTo>
                    <a:pt x="3506271" y="258665"/>
                  </a:lnTo>
                  <a:lnTo>
                    <a:pt x="3505199" y="258533"/>
                  </a:lnTo>
                  <a:lnTo>
                    <a:pt x="3504128" y="258401"/>
                  </a:lnTo>
                  <a:lnTo>
                    <a:pt x="3503056" y="258270"/>
                  </a:lnTo>
                  <a:lnTo>
                    <a:pt x="3501984" y="258138"/>
                  </a:lnTo>
                  <a:lnTo>
                    <a:pt x="3500913" y="258007"/>
                  </a:lnTo>
                  <a:lnTo>
                    <a:pt x="3499841" y="257876"/>
                  </a:lnTo>
                  <a:lnTo>
                    <a:pt x="3498770" y="257746"/>
                  </a:lnTo>
                  <a:lnTo>
                    <a:pt x="3497698" y="257615"/>
                  </a:lnTo>
                  <a:lnTo>
                    <a:pt x="3496626" y="257485"/>
                  </a:lnTo>
                  <a:lnTo>
                    <a:pt x="3495555" y="257355"/>
                  </a:lnTo>
                  <a:lnTo>
                    <a:pt x="3494483" y="257225"/>
                  </a:lnTo>
                  <a:lnTo>
                    <a:pt x="3493412" y="257096"/>
                  </a:lnTo>
                  <a:lnTo>
                    <a:pt x="3492340" y="256967"/>
                  </a:lnTo>
                  <a:lnTo>
                    <a:pt x="3491268" y="256838"/>
                  </a:lnTo>
                  <a:lnTo>
                    <a:pt x="3490197" y="256709"/>
                  </a:lnTo>
                  <a:lnTo>
                    <a:pt x="3489125" y="256580"/>
                  </a:lnTo>
                  <a:lnTo>
                    <a:pt x="3488054" y="256452"/>
                  </a:lnTo>
                  <a:lnTo>
                    <a:pt x="3486982" y="256324"/>
                  </a:lnTo>
                  <a:lnTo>
                    <a:pt x="3485910" y="256196"/>
                  </a:lnTo>
                  <a:lnTo>
                    <a:pt x="3484839" y="256068"/>
                  </a:lnTo>
                  <a:lnTo>
                    <a:pt x="3483767" y="255941"/>
                  </a:lnTo>
                  <a:lnTo>
                    <a:pt x="3482696" y="255813"/>
                  </a:lnTo>
                  <a:lnTo>
                    <a:pt x="3481624" y="255686"/>
                  </a:lnTo>
                  <a:lnTo>
                    <a:pt x="3480552" y="255560"/>
                  </a:lnTo>
                  <a:lnTo>
                    <a:pt x="3479481" y="255433"/>
                  </a:lnTo>
                  <a:lnTo>
                    <a:pt x="3478409" y="255307"/>
                  </a:lnTo>
                  <a:lnTo>
                    <a:pt x="3477338" y="255181"/>
                  </a:lnTo>
                  <a:lnTo>
                    <a:pt x="3476266" y="255055"/>
                  </a:lnTo>
                  <a:lnTo>
                    <a:pt x="3475194" y="254929"/>
                  </a:lnTo>
                  <a:lnTo>
                    <a:pt x="3474123" y="254804"/>
                  </a:lnTo>
                  <a:lnTo>
                    <a:pt x="3473051" y="254679"/>
                  </a:lnTo>
                  <a:lnTo>
                    <a:pt x="3471980" y="254554"/>
                  </a:lnTo>
                  <a:lnTo>
                    <a:pt x="3470908" y="254429"/>
                  </a:lnTo>
                  <a:lnTo>
                    <a:pt x="3469836" y="254305"/>
                  </a:lnTo>
                  <a:lnTo>
                    <a:pt x="3468765" y="254181"/>
                  </a:lnTo>
                  <a:lnTo>
                    <a:pt x="3467693" y="254057"/>
                  </a:lnTo>
                  <a:lnTo>
                    <a:pt x="3466622" y="253933"/>
                  </a:lnTo>
                  <a:lnTo>
                    <a:pt x="3465550" y="253810"/>
                  </a:lnTo>
                  <a:lnTo>
                    <a:pt x="3464478" y="253687"/>
                  </a:lnTo>
                  <a:lnTo>
                    <a:pt x="3463407" y="253564"/>
                  </a:lnTo>
                  <a:lnTo>
                    <a:pt x="3462335" y="253441"/>
                  </a:lnTo>
                  <a:lnTo>
                    <a:pt x="3461264" y="253319"/>
                  </a:lnTo>
                  <a:lnTo>
                    <a:pt x="3460192" y="253197"/>
                  </a:lnTo>
                  <a:lnTo>
                    <a:pt x="3459120" y="253075"/>
                  </a:lnTo>
                  <a:lnTo>
                    <a:pt x="3458049" y="252953"/>
                  </a:lnTo>
                  <a:lnTo>
                    <a:pt x="3456977" y="252832"/>
                  </a:lnTo>
                  <a:lnTo>
                    <a:pt x="3455906" y="252710"/>
                  </a:lnTo>
                  <a:lnTo>
                    <a:pt x="3454834" y="252589"/>
                  </a:lnTo>
                  <a:lnTo>
                    <a:pt x="3453762" y="252469"/>
                  </a:lnTo>
                  <a:lnTo>
                    <a:pt x="3452691" y="252348"/>
                  </a:lnTo>
                  <a:lnTo>
                    <a:pt x="3451619" y="252228"/>
                  </a:lnTo>
                  <a:lnTo>
                    <a:pt x="3450548" y="252108"/>
                  </a:lnTo>
                  <a:lnTo>
                    <a:pt x="3449476" y="251988"/>
                  </a:lnTo>
                  <a:lnTo>
                    <a:pt x="3448404" y="251869"/>
                  </a:lnTo>
                  <a:lnTo>
                    <a:pt x="3447333" y="251750"/>
                  </a:lnTo>
                  <a:lnTo>
                    <a:pt x="3446261" y="251631"/>
                  </a:lnTo>
                  <a:lnTo>
                    <a:pt x="3445190" y="251512"/>
                  </a:lnTo>
                  <a:lnTo>
                    <a:pt x="3444118" y="251394"/>
                  </a:lnTo>
                  <a:lnTo>
                    <a:pt x="3443046" y="251276"/>
                  </a:lnTo>
                  <a:lnTo>
                    <a:pt x="3441975" y="251158"/>
                  </a:lnTo>
                  <a:lnTo>
                    <a:pt x="3440903" y="251040"/>
                  </a:lnTo>
                  <a:lnTo>
                    <a:pt x="3439832" y="250923"/>
                  </a:lnTo>
                  <a:lnTo>
                    <a:pt x="3438760" y="250805"/>
                  </a:lnTo>
                  <a:lnTo>
                    <a:pt x="3437688" y="250689"/>
                  </a:lnTo>
                  <a:lnTo>
                    <a:pt x="3436617" y="250572"/>
                  </a:lnTo>
                  <a:lnTo>
                    <a:pt x="3435545" y="250456"/>
                  </a:lnTo>
                  <a:lnTo>
                    <a:pt x="3434474" y="250340"/>
                  </a:lnTo>
                  <a:lnTo>
                    <a:pt x="3433402" y="250224"/>
                  </a:lnTo>
                  <a:lnTo>
                    <a:pt x="3432330" y="250108"/>
                  </a:lnTo>
                  <a:lnTo>
                    <a:pt x="3431259" y="249993"/>
                  </a:lnTo>
                  <a:lnTo>
                    <a:pt x="3430187" y="249878"/>
                  </a:lnTo>
                  <a:lnTo>
                    <a:pt x="3429116" y="249763"/>
                  </a:lnTo>
                  <a:lnTo>
                    <a:pt x="3428044" y="249648"/>
                  </a:lnTo>
                  <a:lnTo>
                    <a:pt x="3426972" y="249534"/>
                  </a:lnTo>
                  <a:lnTo>
                    <a:pt x="3425901" y="249420"/>
                  </a:lnTo>
                  <a:lnTo>
                    <a:pt x="3424829" y="249307"/>
                  </a:lnTo>
                  <a:lnTo>
                    <a:pt x="3423758" y="249193"/>
                  </a:lnTo>
                  <a:lnTo>
                    <a:pt x="3422686" y="249080"/>
                  </a:lnTo>
                  <a:lnTo>
                    <a:pt x="3421614" y="248967"/>
                  </a:lnTo>
                  <a:lnTo>
                    <a:pt x="3420543" y="248854"/>
                  </a:lnTo>
                  <a:lnTo>
                    <a:pt x="3419471" y="248742"/>
                  </a:lnTo>
                  <a:lnTo>
                    <a:pt x="3418400" y="248630"/>
                  </a:lnTo>
                  <a:lnTo>
                    <a:pt x="3417328" y="248518"/>
                  </a:lnTo>
                  <a:lnTo>
                    <a:pt x="3416256" y="248406"/>
                  </a:lnTo>
                  <a:lnTo>
                    <a:pt x="3415185" y="248295"/>
                  </a:lnTo>
                  <a:lnTo>
                    <a:pt x="3414113" y="248184"/>
                  </a:lnTo>
                  <a:lnTo>
                    <a:pt x="3413042" y="248073"/>
                  </a:lnTo>
                  <a:lnTo>
                    <a:pt x="3411970" y="247963"/>
                  </a:lnTo>
                  <a:lnTo>
                    <a:pt x="3410898" y="247853"/>
                  </a:lnTo>
                  <a:lnTo>
                    <a:pt x="3409827" y="247743"/>
                  </a:lnTo>
                  <a:lnTo>
                    <a:pt x="3408755" y="247633"/>
                  </a:lnTo>
                  <a:lnTo>
                    <a:pt x="3407684" y="247524"/>
                  </a:lnTo>
                  <a:lnTo>
                    <a:pt x="3406612" y="247415"/>
                  </a:lnTo>
                  <a:lnTo>
                    <a:pt x="3405540" y="247306"/>
                  </a:lnTo>
                  <a:lnTo>
                    <a:pt x="3404469" y="247197"/>
                  </a:lnTo>
                  <a:lnTo>
                    <a:pt x="3403397" y="247089"/>
                  </a:lnTo>
                  <a:lnTo>
                    <a:pt x="3402326" y="246981"/>
                  </a:lnTo>
                  <a:lnTo>
                    <a:pt x="3401254" y="246873"/>
                  </a:lnTo>
                  <a:lnTo>
                    <a:pt x="3400182" y="246766"/>
                  </a:lnTo>
                  <a:lnTo>
                    <a:pt x="3399111" y="246659"/>
                  </a:lnTo>
                  <a:lnTo>
                    <a:pt x="3398039" y="246552"/>
                  </a:lnTo>
                  <a:lnTo>
                    <a:pt x="3396968" y="246445"/>
                  </a:lnTo>
                  <a:lnTo>
                    <a:pt x="3395896" y="246339"/>
                  </a:lnTo>
                  <a:lnTo>
                    <a:pt x="3394824" y="246233"/>
                  </a:lnTo>
                  <a:lnTo>
                    <a:pt x="3393753" y="246127"/>
                  </a:lnTo>
                  <a:lnTo>
                    <a:pt x="3392681" y="246022"/>
                  </a:lnTo>
                  <a:lnTo>
                    <a:pt x="3391610" y="245917"/>
                  </a:lnTo>
                  <a:lnTo>
                    <a:pt x="3390538" y="245812"/>
                  </a:lnTo>
                  <a:lnTo>
                    <a:pt x="3389466" y="245708"/>
                  </a:lnTo>
                  <a:lnTo>
                    <a:pt x="3388395" y="245603"/>
                  </a:lnTo>
                  <a:lnTo>
                    <a:pt x="3387323" y="245499"/>
                  </a:lnTo>
                  <a:lnTo>
                    <a:pt x="3386252" y="245396"/>
                  </a:lnTo>
                  <a:lnTo>
                    <a:pt x="3385180" y="245292"/>
                  </a:lnTo>
                  <a:lnTo>
                    <a:pt x="3384108" y="245189"/>
                  </a:lnTo>
                  <a:lnTo>
                    <a:pt x="3383037" y="245086"/>
                  </a:lnTo>
                  <a:lnTo>
                    <a:pt x="3381965" y="244984"/>
                  </a:lnTo>
                  <a:lnTo>
                    <a:pt x="3380894" y="244882"/>
                  </a:lnTo>
                  <a:lnTo>
                    <a:pt x="3379822" y="244780"/>
                  </a:lnTo>
                  <a:lnTo>
                    <a:pt x="3378750" y="244678"/>
                  </a:lnTo>
                  <a:lnTo>
                    <a:pt x="3377679" y="244577"/>
                  </a:lnTo>
                  <a:lnTo>
                    <a:pt x="3376607" y="244476"/>
                  </a:lnTo>
                  <a:lnTo>
                    <a:pt x="3375536" y="244375"/>
                  </a:lnTo>
                  <a:lnTo>
                    <a:pt x="3374464" y="244274"/>
                  </a:lnTo>
                  <a:lnTo>
                    <a:pt x="3373392" y="244174"/>
                  </a:lnTo>
                  <a:lnTo>
                    <a:pt x="3372321" y="244074"/>
                  </a:lnTo>
                  <a:lnTo>
                    <a:pt x="3371249" y="243975"/>
                  </a:lnTo>
                  <a:lnTo>
                    <a:pt x="3370178" y="243875"/>
                  </a:lnTo>
                  <a:lnTo>
                    <a:pt x="3369106" y="243777"/>
                  </a:lnTo>
                  <a:lnTo>
                    <a:pt x="3368035" y="243678"/>
                  </a:lnTo>
                  <a:lnTo>
                    <a:pt x="3366963" y="243580"/>
                  </a:lnTo>
                  <a:lnTo>
                    <a:pt x="3365891" y="243481"/>
                  </a:lnTo>
                  <a:lnTo>
                    <a:pt x="3364820" y="243384"/>
                  </a:lnTo>
                  <a:lnTo>
                    <a:pt x="3363748" y="243286"/>
                  </a:lnTo>
                  <a:lnTo>
                    <a:pt x="3362677" y="243189"/>
                  </a:lnTo>
                  <a:lnTo>
                    <a:pt x="3361605" y="243092"/>
                  </a:lnTo>
                  <a:lnTo>
                    <a:pt x="3360533" y="242996"/>
                  </a:lnTo>
                  <a:lnTo>
                    <a:pt x="3359462" y="242900"/>
                  </a:lnTo>
                  <a:lnTo>
                    <a:pt x="3358390" y="242804"/>
                  </a:lnTo>
                  <a:lnTo>
                    <a:pt x="3357319" y="242708"/>
                  </a:lnTo>
                  <a:lnTo>
                    <a:pt x="3356247" y="242613"/>
                  </a:lnTo>
                  <a:lnTo>
                    <a:pt x="3355175" y="242518"/>
                  </a:lnTo>
                  <a:lnTo>
                    <a:pt x="3354104" y="242423"/>
                  </a:lnTo>
                  <a:lnTo>
                    <a:pt x="3353032" y="242329"/>
                  </a:lnTo>
                  <a:lnTo>
                    <a:pt x="3351961" y="242235"/>
                  </a:lnTo>
                  <a:lnTo>
                    <a:pt x="3350889" y="242141"/>
                  </a:lnTo>
                  <a:lnTo>
                    <a:pt x="3349817" y="242047"/>
                  </a:lnTo>
                  <a:lnTo>
                    <a:pt x="3348746" y="241954"/>
                  </a:lnTo>
                  <a:lnTo>
                    <a:pt x="3347674" y="241862"/>
                  </a:lnTo>
                  <a:lnTo>
                    <a:pt x="3346603" y="241769"/>
                  </a:lnTo>
                  <a:lnTo>
                    <a:pt x="3345531" y="241677"/>
                  </a:lnTo>
                  <a:lnTo>
                    <a:pt x="3344459" y="241585"/>
                  </a:lnTo>
                  <a:lnTo>
                    <a:pt x="3343388" y="241494"/>
                  </a:lnTo>
                  <a:lnTo>
                    <a:pt x="3342316" y="241402"/>
                  </a:lnTo>
                  <a:lnTo>
                    <a:pt x="3341245" y="241311"/>
                  </a:lnTo>
                  <a:lnTo>
                    <a:pt x="3340173" y="241221"/>
                  </a:lnTo>
                  <a:lnTo>
                    <a:pt x="3339101" y="241131"/>
                  </a:lnTo>
                  <a:lnTo>
                    <a:pt x="3338030" y="241041"/>
                  </a:lnTo>
                  <a:lnTo>
                    <a:pt x="3336958" y="240951"/>
                  </a:lnTo>
                  <a:lnTo>
                    <a:pt x="3335887" y="240862"/>
                  </a:lnTo>
                  <a:lnTo>
                    <a:pt x="3334815" y="240773"/>
                  </a:lnTo>
                  <a:lnTo>
                    <a:pt x="3333743" y="240684"/>
                  </a:lnTo>
                  <a:lnTo>
                    <a:pt x="3332672" y="240596"/>
                  </a:lnTo>
                  <a:lnTo>
                    <a:pt x="3331600" y="240508"/>
                  </a:lnTo>
                  <a:lnTo>
                    <a:pt x="3330529" y="240420"/>
                  </a:lnTo>
                  <a:lnTo>
                    <a:pt x="3329457" y="240333"/>
                  </a:lnTo>
                  <a:lnTo>
                    <a:pt x="3328385" y="240246"/>
                  </a:lnTo>
                  <a:lnTo>
                    <a:pt x="3327314" y="240159"/>
                  </a:lnTo>
                  <a:lnTo>
                    <a:pt x="3326242" y="240073"/>
                  </a:lnTo>
                  <a:lnTo>
                    <a:pt x="3325171" y="239987"/>
                  </a:lnTo>
                  <a:lnTo>
                    <a:pt x="3324099" y="239901"/>
                  </a:lnTo>
                  <a:lnTo>
                    <a:pt x="3323027" y="239815"/>
                  </a:lnTo>
                  <a:lnTo>
                    <a:pt x="3321956" y="239730"/>
                  </a:lnTo>
                  <a:lnTo>
                    <a:pt x="3320884" y="239646"/>
                  </a:lnTo>
                  <a:lnTo>
                    <a:pt x="3319813" y="239561"/>
                  </a:lnTo>
                  <a:lnTo>
                    <a:pt x="3318741" y="239477"/>
                  </a:lnTo>
                  <a:lnTo>
                    <a:pt x="3317669" y="239393"/>
                  </a:lnTo>
                  <a:lnTo>
                    <a:pt x="3316598" y="239310"/>
                  </a:lnTo>
                  <a:lnTo>
                    <a:pt x="3315526" y="239227"/>
                  </a:lnTo>
                  <a:lnTo>
                    <a:pt x="3314455" y="239144"/>
                  </a:lnTo>
                  <a:lnTo>
                    <a:pt x="3313383" y="239062"/>
                  </a:lnTo>
                  <a:lnTo>
                    <a:pt x="3312311" y="238980"/>
                  </a:lnTo>
                  <a:lnTo>
                    <a:pt x="3311240" y="238898"/>
                  </a:lnTo>
                  <a:lnTo>
                    <a:pt x="3310168" y="238817"/>
                  </a:lnTo>
                  <a:lnTo>
                    <a:pt x="3309097" y="238736"/>
                  </a:lnTo>
                  <a:lnTo>
                    <a:pt x="3308025" y="238655"/>
                  </a:lnTo>
                  <a:lnTo>
                    <a:pt x="3306953" y="238575"/>
                  </a:lnTo>
                  <a:lnTo>
                    <a:pt x="3305882" y="238495"/>
                  </a:lnTo>
                  <a:lnTo>
                    <a:pt x="3304810" y="238415"/>
                  </a:lnTo>
                  <a:lnTo>
                    <a:pt x="3303739" y="238336"/>
                  </a:lnTo>
                  <a:lnTo>
                    <a:pt x="3302667" y="238257"/>
                  </a:lnTo>
                  <a:lnTo>
                    <a:pt x="3301595" y="238178"/>
                  </a:lnTo>
                  <a:lnTo>
                    <a:pt x="3300524" y="238100"/>
                  </a:lnTo>
                  <a:lnTo>
                    <a:pt x="3299452" y="238022"/>
                  </a:lnTo>
                  <a:lnTo>
                    <a:pt x="3298381" y="237944"/>
                  </a:lnTo>
                  <a:lnTo>
                    <a:pt x="3297309" y="237867"/>
                  </a:lnTo>
                  <a:lnTo>
                    <a:pt x="3296237" y="237790"/>
                  </a:lnTo>
                  <a:lnTo>
                    <a:pt x="3295166" y="237713"/>
                  </a:lnTo>
                  <a:lnTo>
                    <a:pt x="3294094" y="237637"/>
                  </a:lnTo>
                  <a:lnTo>
                    <a:pt x="3293023" y="237561"/>
                  </a:lnTo>
                  <a:lnTo>
                    <a:pt x="3291951" y="237486"/>
                  </a:lnTo>
                  <a:lnTo>
                    <a:pt x="3290879" y="237411"/>
                  </a:lnTo>
                  <a:lnTo>
                    <a:pt x="3289808" y="237336"/>
                  </a:lnTo>
                  <a:lnTo>
                    <a:pt x="3288736" y="237261"/>
                  </a:lnTo>
                  <a:lnTo>
                    <a:pt x="3287665" y="237187"/>
                  </a:lnTo>
                  <a:lnTo>
                    <a:pt x="3286593" y="237113"/>
                  </a:lnTo>
                  <a:lnTo>
                    <a:pt x="3285521" y="237040"/>
                  </a:lnTo>
                  <a:lnTo>
                    <a:pt x="3284450" y="236967"/>
                  </a:lnTo>
                  <a:lnTo>
                    <a:pt x="3283378" y="236894"/>
                  </a:lnTo>
                  <a:lnTo>
                    <a:pt x="3282307" y="236822"/>
                  </a:lnTo>
                  <a:lnTo>
                    <a:pt x="3281235" y="236750"/>
                  </a:lnTo>
                  <a:lnTo>
                    <a:pt x="3280163" y="236678"/>
                  </a:lnTo>
                  <a:lnTo>
                    <a:pt x="3279092" y="236607"/>
                  </a:lnTo>
                  <a:lnTo>
                    <a:pt x="3278020" y="236536"/>
                  </a:lnTo>
                  <a:lnTo>
                    <a:pt x="3276949" y="236466"/>
                  </a:lnTo>
                  <a:lnTo>
                    <a:pt x="3275877" y="236395"/>
                  </a:lnTo>
                  <a:lnTo>
                    <a:pt x="3274805" y="236326"/>
                  </a:lnTo>
                  <a:lnTo>
                    <a:pt x="3273734" y="236256"/>
                  </a:lnTo>
                  <a:lnTo>
                    <a:pt x="3272662" y="236187"/>
                  </a:lnTo>
                  <a:lnTo>
                    <a:pt x="3271591" y="236118"/>
                  </a:lnTo>
                  <a:lnTo>
                    <a:pt x="3270519" y="236050"/>
                  </a:lnTo>
                  <a:lnTo>
                    <a:pt x="3269447" y="235982"/>
                  </a:lnTo>
                  <a:lnTo>
                    <a:pt x="3268376" y="235914"/>
                  </a:lnTo>
                  <a:lnTo>
                    <a:pt x="3267304" y="235847"/>
                  </a:lnTo>
                  <a:lnTo>
                    <a:pt x="3266233" y="235780"/>
                  </a:lnTo>
                  <a:lnTo>
                    <a:pt x="3265161" y="235713"/>
                  </a:lnTo>
                  <a:lnTo>
                    <a:pt x="3264089" y="235647"/>
                  </a:lnTo>
                  <a:lnTo>
                    <a:pt x="3263018" y="235581"/>
                  </a:lnTo>
                  <a:lnTo>
                    <a:pt x="3261946" y="235516"/>
                  </a:lnTo>
                  <a:lnTo>
                    <a:pt x="3260875" y="235451"/>
                  </a:lnTo>
                  <a:lnTo>
                    <a:pt x="3259803" y="235386"/>
                  </a:lnTo>
                  <a:lnTo>
                    <a:pt x="3258731" y="235322"/>
                  </a:lnTo>
                  <a:lnTo>
                    <a:pt x="3257660" y="235258"/>
                  </a:lnTo>
                  <a:lnTo>
                    <a:pt x="3256588" y="235194"/>
                  </a:lnTo>
                  <a:lnTo>
                    <a:pt x="3255517" y="235131"/>
                  </a:lnTo>
                  <a:lnTo>
                    <a:pt x="3254445" y="235068"/>
                  </a:lnTo>
                  <a:lnTo>
                    <a:pt x="3253373" y="235006"/>
                  </a:lnTo>
                  <a:lnTo>
                    <a:pt x="3252302" y="234943"/>
                  </a:lnTo>
                  <a:lnTo>
                    <a:pt x="3251230" y="234882"/>
                  </a:lnTo>
                  <a:lnTo>
                    <a:pt x="3250159" y="234820"/>
                  </a:lnTo>
                  <a:lnTo>
                    <a:pt x="3249087" y="234759"/>
                  </a:lnTo>
                  <a:lnTo>
                    <a:pt x="3248015" y="234699"/>
                  </a:lnTo>
                  <a:lnTo>
                    <a:pt x="3246944" y="234638"/>
                  </a:lnTo>
                  <a:lnTo>
                    <a:pt x="3245872" y="234579"/>
                  </a:lnTo>
                  <a:lnTo>
                    <a:pt x="3244801" y="234519"/>
                  </a:lnTo>
                  <a:lnTo>
                    <a:pt x="3243729" y="234460"/>
                  </a:lnTo>
                  <a:lnTo>
                    <a:pt x="3242657" y="234401"/>
                  </a:lnTo>
                  <a:lnTo>
                    <a:pt x="3241586" y="234343"/>
                  </a:lnTo>
                  <a:lnTo>
                    <a:pt x="3240514" y="234285"/>
                  </a:lnTo>
                  <a:lnTo>
                    <a:pt x="3239443" y="234228"/>
                  </a:lnTo>
                  <a:lnTo>
                    <a:pt x="3238371" y="234170"/>
                  </a:lnTo>
                  <a:lnTo>
                    <a:pt x="3237299" y="234114"/>
                  </a:lnTo>
                  <a:lnTo>
                    <a:pt x="3236228" y="234057"/>
                  </a:lnTo>
                  <a:lnTo>
                    <a:pt x="3235156" y="234001"/>
                  </a:lnTo>
                  <a:lnTo>
                    <a:pt x="3234085" y="233945"/>
                  </a:lnTo>
                  <a:lnTo>
                    <a:pt x="3233013" y="233890"/>
                  </a:lnTo>
                  <a:lnTo>
                    <a:pt x="3231941" y="233835"/>
                  </a:lnTo>
                  <a:lnTo>
                    <a:pt x="3230870" y="233781"/>
                  </a:lnTo>
                  <a:lnTo>
                    <a:pt x="3229798" y="233727"/>
                  </a:lnTo>
                  <a:lnTo>
                    <a:pt x="3228727" y="233673"/>
                  </a:lnTo>
                  <a:lnTo>
                    <a:pt x="3227655" y="233620"/>
                  </a:lnTo>
                  <a:lnTo>
                    <a:pt x="3226583" y="233567"/>
                  </a:lnTo>
                  <a:lnTo>
                    <a:pt x="3225512" y="233514"/>
                  </a:lnTo>
                  <a:lnTo>
                    <a:pt x="3224440" y="233462"/>
                  </a:lnTo>
                  <a:lnTo>
                    <a:pt x="3223369" y="233410"/>
                  </a:lnTo>
                  <a:lnTo>
                    <a:pt x="3222297" y="233359"/>
                  </a:lnTo>
                  <a:lnTo>
                    <a:pt x="3221225" y="233308"/>
                  </a:lnTo>
                  <a:lnTo>
                    <a:pt x="3220154" y="233258"/>
                  </a:lnTo>
                  <a:lnTo>
                    <a:pt x="3219082" y="233207"/>
                  </a:lnTo>
                  <a:lnTo>
                    <a:pt x="3218011" y="233158"/>
                  </a:lnTo>
                  <a:lnTo>
                    <a:pt x="3216939" y="233108"/>
                  </a:lnTo>
                  <a:lnTo>
                    <a:pt x="3215867" y="233059"/>
                  </a:lnTo>
                  <a:lnTo>
                    <a:pt x="3214796" y="233011"/>
                  </a:lnTo>
                  <a:lnTo>
                    <a:pt x="3213724" y="232962"/>
                  </a:lnTo>
                  <a:lnTo>
                    <a:pt x="3212653" y="232915"/>
                  </a:lnTo>
                  <a:lnTo>
                    <a:pt x="3211581" y="232867"/>
                  </a:lnTo>
                  <a:lnTo>
                    <a:pt x="3210509" y="232820"/>
                  </a:lnTo>
                  <a:lnTo>
                    <a:pt x="3209438" y="232774"/>
                  </a:lnTo>
                  <a:lnTo>
                    <a:pt x="3208366" y="232728"/>
                  </a:lnTo>
                  <a:lnTo>
                    <a:pt x="3207295" y="232682"/>
                  </a:lnTo>
                  <a:lnTo>
                    <a:pt x="3206223" y="232636"/>
                  </a:lnTo>
                  <a:lnTo>
                    <a:pt x="3205151" y="232591"/>
                  </a:lnTo>
                  <a:lnTo>
                    <a:pt x="3204080" y="232547"/>
                  </a:lnTo>
                  <a:lnTo>
                    <a:pt x="3203008" y="232503"/>
                  </a:lnTo>
                  <a:lnTo>
                    <a:pt x="3201937" y="232459"/>
                  </a:lnTo>
                  <a:lnTo>
                    <a:pt x="3200865" y="232416"/>
                  </a:lnTo>
                  <a:lnTo>
                    <a:pt x="3199793" y="232373"/>
                  </a:lnTo>
                  <a:lnTo>
                    <a:pt x="3198722" y="232330"/>
                  </a:lnTo>
                  <a:lnTo>
                    <a:pt x="3197650" y="232288"/>
                  </a:lnTo>
                  <a:lnTo>
                    <a:pt x="3196579" y="232246"/>
                  </a:lnTo>
                  <a:lnTo>
                    <a:pt x="3195507" y="232205"/>
                  </a:lnTo>
                  <a:lnTo>
                    <a:pt x="3194436" y="232164"/>
                  </a:lnTo>
                  <a:lnTo>
                    <a:pt x="3193364" y="232123"/>
                  </a:lnTo>
                  <a:lnTo>
                    <a:pt x="3192292" y="232083"/>
                  </a:lnTo>
                  <a:lnTo>
                    <a:pt x="3191221" y="232044"/>
                  </a:lnTo>
                  <a:lnTo>
                    <a:pt x="3190149" y="232004"/>
                  </a:lnTo>
                  <a:lnTo>
                    <a:pt x="3189078" y="231966"/>
                  </a:lnTo>
                  <a:lnTo>
                    <a:pt x="3188006" y="231927"/>
                  </a:lnTo>
                  <a:lnTo>
                    <a:pt x="3186934" y="231889"/>
                  </a:lnTo>
                  <a:lnTo>
                    <a:pt x="3185863" y="231851"/>
                  </a:lnTo>
                  <a:lnTo>
                    <a:pt x="3184791" y="231814"/>
                  </a:lnTo>
                  <a:lnTo>
                    <a:pt x="3183720" y="231777"/>
                  </a:lnTo>
                  <a:lnTo>
                    <a:pt x="3182648" y="231741"/>
                  </a:lnTo>
                  <a:lnTo>
                    <a:pt x="3181576" y="231705"/>
                  </a:lnTo>
                  <a:lnTo>
                    <a:pt x="3180505" y="231670"/>
                  </a:lnTo>
                  <a:lnTo>
                    <a:pt x="3179433" y="231634"/>
                  </a:lnTo>
                  <a:lnTo>
                    <a:pt x="3178362" y="231600"/>
                  </a:lnTo>
                  <a:lnTo>
                    <a:pt x="3177290" y="231565"/>
                  </a:lnTo>
                  <a:lnTo>
                    <a:pt x="3176218" y="231532"/>
                  </a:lnTo>
                  <a:lnTo>
                    <a:pt x="3175147" y="231498"/>
                  </a:lnTo>
                  <a:lnTo>
                    <a:pt x="3174075" y="231465"/>
                  </a:lnTo>
                  <a:lnTo>
                    <a:pt x="3173004" y="231433"/>
                  </a:lnTo>
                  <a:lnTo>
                    <a:pt x="3171932" y="231400"/>
                  </a:lnTo>
                  <a:lnTo>
                    <a:pt x="3170860" y="231369"/>
                  </a:lnTo>
                  <a:lnTo>
                    <a:pt x="3169789" y="231337"/>
                  </a:lnTo>
                  <a:lnTo>
                    <a:pt x="3168717" y="231306"/>
                  </a:lnTo>
                  <a:lnTo>
                    <a:pt x="3167646" y="231276"/>
                  </a:lnTo>
                  <a:lnTo>
                    <a:pt x="3166574" y="231246"/>
                  </a:lnTo>
                  <a:lnTo>
                    <a:pt x="3165502" y="231216"/>
                  </a:lnTo>
                  <a:lnTo>
                    <a:pt x="3164431" y="231187"/>
                  </a:lnTo>
                  <a:lnTo>
                    <a:pt x="3163359" y="231158"/>
                  </a:lnTo>
                  <a:lnTo>
                    <a:pt x="3162288" y="231130"/>
                  </a:lnTo>
                  <a:lnTo>
                    <a:pt x="3161216" y="231102"/>
                  </a:lnTo>
                  <a:lnTo>
                    <a:pt x="3160144" y="231074"/>
                  </a:lnTo>
                  <a:lnTo>
                    <a:pt x="3159073" y="231047"/>
                  </a:lnTo>
                  <a:lnTo>
                    <a:pt x="3158001" y="231021"/>
                  </a:lnTo>
                  <a:lnTo>
                    <a:pt x="3156930" y="230995"/>
                  </a:lnTo>
                  <a:lnTo>
                    <a:pt x="3155858" y="230969"/>
                  </a:lnTo>
                  <a:lnTo>
                    <a:pt x="3154786" y="230943"/>
                  </a:lnTo>
                  <a:lnTo>
                    <a:pt x="3153715" y="230919"/>
                  </a:lnTo>
                  <a:lnTo>
                    <a:pt x="3152643" y="230894"/>
                  </a:lnTo>
                  <a:lnTo>
                    <a:pt x="3151572" y="230870"/>
                  </a:lnTo>
                  <a:lnTo>
                    <a:pt x="3150500" y="230846"/>
                  </a:lnTo>
                  <a:lnTo>
                    <a:pt x="3149428" y="230823"/>
                  </a:lnTo>
                  <a:lnTo>
                    <a:pt x="3148357" y="230800"/>
                  </a:lnTo>
                  <a:lnTo>
                    <a:pt x="3147285" y="230778"/>
                  </a:lnTo>
                  <a:lnTo>
                    <a:pt x="3146214" y="230756"/>
                  </a:lnTo>
                  <a:lnTo>
                    <a:pt x="3145142" y="230735"/>
                  </a:lnTo>
                  <a:lnTo>
                    <a:pt x="3144070" y="230714"/>
                  </a:lnTo>
                  <a:lnTo>
                    <a:pt x="3142999" y="230693"/>
                  </a:lnTo>
                  <a:lnTo>
                    <a:pt x="3141927" y="230673"/>
                  </a:lnTo>
                  <a:lnTo>
                    <a:pt x="3140856" y="230653"/>
                  </a:lnTo>
                  <a:lnTo>
                    <a:pt x="3139784" y="230634"/>
                  </a:lnTo>
                  <a:lnTo>
                    <a:pt x="3138712" y="230615"/>
                  </a:lnTo>
                  <a:lnTo>
                    <a:pt x="3137641" y="230597"/>
                  </a:lnTo>
                  <a:lnTo>
                    <a:pt x="3136569" y="230579"/>
                  </a:lnTo>
                  <a:lnTo>
                    <a:pt x="3135498" y="230562"/>
                  </a:lnTo>
                  <a:lnTo>
                    <a:pt x="3134426" y="230545"/>
                  </a:lnTo>
                  <a:lnTo>
                    <a:pt x="3133354" y="230528"/>
                  </a:lnTo>
                  <a:lnTo>
                    <a:pt x="3132283" y="230512"/>
                  </a:lnTo>
                  <a:lnTo>
                    <a:pt x="3131211" y="230496"/>
                  </a:lnTo>
                  <a:lnTo>
                    <a:pt x="3130140" y="230481"/>
                  </a:lnTo>
                  <a:lnTo>
                    <a:pt x="3129068" y="230466"/>
                  </a:lnTo>
                  <a:lnTo>
                    <a:pt x="3127996" y="230452"/>
                  </a:lnTo>
                  <a:lnTo>
                    <a:pt x="3126925" y="230438"/>
                  </a:lnTo>
                  <a:lnTo>
                    <a:pt x="3125853" y="230424"/>
                  </a:lnTo>
                  <a:lnTo>
                    <a:pt x="3124782" y="230411"/>
                  </a:lnTo>
                  <a:lnTo>
                    <a:pt x="3123710" y="230398"/>
                  </a:lnTo>
                  <a:lnTo>
                    <a:pt x="3122638" y="230386"/>
                  </a:lnTo>
                  <a:lnTo>
                    <a:pt x="3121567" y="230375"/>
                  </a:lnTo>
                  <a:lnTo>
                    <a:pt x="3120495" y="230363"/>
                  </a:lnTo>
                  <a:lnTo>
                    <a:pt x="3119424" y="230353"/>
                  </a:lnTo>
                  <a:lnTo>
                    <a:pt x="3118352" y="230342"/>
                  </a:lnTo>
                  <a:lnTo>
                    <a:pt x="3117280" y="230332"/>
                  </a:lnTo>
                  <a:lnTo>
                    <a:pt x="3116209" y="230323"/>
                  </a:lnTo>
                  <a:lnTo>
                    <a:pt x="3115137" y="230314"/>
                  </a:lnTo>
                  <a:lnTo>
                    <a:pt x="3114066" y="230305"/>
                  </a:lnTo>
                  <a:lnTo>
                    <a:pt x="3112994" y="230297"/>
                  </a:lnTo>
                  <a:lnTo>
                    <a:pt x="3111922" y="230289"/>
                  </a:lnTo>
                  <a:lnTo>
                    <a:pt x="3110851" y="230282"/>
                  </a:lnTo>
                  <a:lnTo>
                    <a:pt x="3109779" y="230276"/>
                  </a:lnTo>
                  <a:lnTo>
                    <a:pt x="3108708" y="230269"/>
                  </a:lnTo>
                  <a:lnTo>
                    <a:pt x="3107636" y="230263"/>
                  </a:lnTo>
                  <a:lnTo>
                    <a:pt x="3106564" y="230258"/>
                  </a:lnTo>
                  <a:lnTo>
                    <a:pt x="3105493" y="230253"/>
                  </a:lnTo>
                  <a:lnTo>
                    <a:pt x="3104421" y="230249"/>
                  </a:lnTo>
                  <a:lnTo>
                    <a:pt x="3103350" y="230245"/>
                  </a:lnTo>
                  <a:lnTo>
                    <a:pt x="3102278" y="230241"/>
                  </a:lnTo>
                  <a:lnTo>
                    <a:pt x="3101206" y="230238"/>
                  </a:lnTo>
                  <a:lnTo>
                    <a:pt x="3100135" y="230235"/>
                  </a:lnTo>
                  <a:lnTo>
                    <a:pt x="3099063" y="230233"/>
                  </a:lnTo>
                  <a:lnTo>
                    <a:pt x="3097992" y="230231"/>
                  </a:lnTo>
                  <a:lnTo>
                    <a:pt x="3096920" y="230230"/>
                  </a:lnTo>
                  <a:lnTo>
                    <a:pt x="3095848" y="230229"/>
                  </a:lnTo>
                  <a:lnTo>
                    <a:pt x="3094777" y="230229"/>
                  </a:lnTo>
                  <a:lnTo>
                    <a:pt x="3093705" y="230229"/>
                  </a:lnTo>
                  <a:lnTo>
                    <a:pt x="3092634" y="230229"/>
                  </a:lnTo>
                  <a:lnTo>
                    <a:pt x="3091562" y="230230"/>
                  </a:lnTo>
                  <a:lnTo>
                    <a:pt x="3090490" y="230232"/>
                  </a:lnTo>
                  <a:lnTo>
                    <a:pt x="3089419" y="230234"/>
                  </a:lnTo>
                  <a:lnTo>
                    <a:pt x="3088347" y="230236"/>
                  </a:lnTo>
                  <a:lnTo>
                    <a:pt x="3087276" y="230239"/>
                  </a:lnTo>
                  <a:lnTo>
                    <a:pt x="3086204" y="230242"/>
                  </a:lnTo>
                  <a:lnTo>
                    <a:pt x="3085132" y="230246"/>
                  </a:lnTo>
                  <a:lnTo>
                    <a:pt x="3084061" y="230250"/>
                  </a:lnTo>
                  <a:lnTo>
                    <a:pt x="3082989" y="230255"/>
                  </a:lnTo>
                  <a:lnTo>
                    <a:pt x="3081918" y="230260"/>
                  </a:lnTo>
                  <a:lnTo>
                    <a:pt x="3080846" y="230265"/>
                  </a:lnTo>
                  <a:lnTo>
                    <a:pt x="3079774" y="230271"/>
                  </a:lnTo>
                  <a:lnTo>
                    <a:pt x="3078703" y="230278"/>
                  </a:lnTo>
                  <a:lnTo>
                    <a:pt x="3077631" y="230285"/>
                  </a:lnTo>
                  <a:lnTo>
                    <a:pt x="3076560" y="230292"/>
                  </a:lnTo>
                  <a:lnTo>
                    <a:pt x="3075488" y="230300"/>
                  </a:lnTo>
                  <a:lnTo>
                    <a:pt x="3074416" y="230308"/>
                  </a:lnTo>
                  <a:lnTo>
                    <a:pt x="3073345" y="230317"/>
                  </a:lnTo>
                  <a:lnTo>
                    <a:pt x="3072273" y="230326"/>
                  </a:lnTo>
                  <a:lnTo>
                    <a:pt x="3071202" y="230335"/>
                  </a:lnTo>
                  <a:lnTo>
                    <a:pt x="3070130" y="230345"/>
                  </a:lnTo>
                  <a:lnTo>
                    <a:pt x="3069058" y="230356"/>
                  </a:lnTo>
                  <a:lnTo>
                    <a:pt x="3067987" y="230366"/>
                  </a:lnTo>
                  <a:lnTo>
                    <a:pt x="3066915" y="230378"/>
                  </a:lnTo>
                  <a:lnTo>
                    <a:pt x="3065844" y="230390"/>
                  </a:lnTo>
                  <a:lnTo>
                    <a:pt x="3064772" y="230402"/>
                  </a:lnTo>
                  <a:lnTo>
                    <a:pt x="3063700" y="230414"/>
                  </a:lnTo>
                  <a:lnTo>
                    <a:pt x="3062629" y="230428"/>
                  </a:lnTo>
                  <a:lnTo>
                    <a:pt x="3061557" y="230441"/>
                  </a:lnTo>
                  <a:lnTo>
                    <a:pt x="3060486" y="230455"/>
                  </a:lnTo>
                  <a:lnTo>
                    <a:pt x="3059414" y="230469"/>
                  </a:lnTo>
                  <a:lnTo>
                    <a:pt x="3058342" y="230484"/>
                  </a:lnTo>
                  <a:lnTo>
                    <a:pt x="3057271" y="230499"/>
                  </a:lnTo>
                  <a:lnTo>
                    <a:pt x="3056199" y="230515"/>
                  </a:lnTo>
                  <a:lnTo>
                    <a:pt x="3055128" y="230531"/>
                  </a:lnTo>
                  <a:lnTo>
                    <a:pt x="3054056" y="230548"/>
                  </a:lnTo>
                  <a:lnTo>
                    <a:pt x="3052984" y="230565"/>
                  </a:lnTo>
                  <a:lnTo>
                    <a:pt x="3051913" y="230582"/>
                  </a:lnTo>
                  <a:lnTo>
                    <a:pt x="3050841" y="230600"/>
                  </a:lnTo>
                  <a:lnTo>
                    <a:pt x="3049770" y="230619"/>
                  </a:lnTo>
                  <a:lnTo>
                    <a:pt x="3048698" y="230637"/>
                  </a:lnTo>
                  <a:lnTo>
                    <a:pt x="3047626" y="230656"/>
                  </a:lnTo>
                  <a:lnTo>
                    <a:pt x="3046555" y="230676"/>
                  </a:lnTo>
                  <a:lnTo>
                    <a:pt x="3045483" y="230696"/>
                  </a:lnTo>
                  <a:lnTo>
                    <a:pt x="3044412" y="230716"/>
                  </a:lnTo>
                  <a:lnTo>
                    <a:pt x="3043340" y="230737"/>
                  </a:lnTo>
                  <a:lnTo>
                    <a:pt x="3042268" y="230759"/>
                  </a:lnTo>
                  <a:lnTo>
                    <a:pt x="3041197" y="230780"/>
                  </a:lnTo>
                  <a:lnTo>
                    <a:pt x="3040125" y="230802"/>
                  </a:lnTo>
                  <a:lnTo>
                    <a:pt x="3039054" y="230825"/>
                  </a:lnTo>
                  <a:lnTo>
                    <a:pt x="3037982" y="230848"/>
                  </a:lnTo>
                  <a:lnTo>
                    <a:pt x="3036910" y="230871"/>
                  </a:lnTo>
                  <a:lnTo>
                    <a:pt x="3035839" y="230895"/>
                  </a:lnTo>
                  <a:lnTo>
                    <a:pt x="3034767" y="230919"/>
                  </a:lnTo>
                  <a:lnTo>
                    <a:pt x="3033696" y="230944"/>
                  </a:lnTo>
                  <a:lnTo>
                    <a:pt x="3032624" y="230969"/>
                  </a:lnTo>
                  <a:lnTo>
                    <a:pt x="3031552" y="230995"/>
                  </a:lnTo>
                  <a:lnTo>
                    <a:pt x="3030481" y="231020"/>
                  </a:lnTo>
                  <a:lnTo>
                    <a:pt x="3029409" y="231047"/>
                  </a:lnTo>
                  <a:lnTo>
                    <a:pt x="3028338" y="231073"/>
                  </a:lnTo>
                  <a:lnTo>
                    <a:pt x="3027266" y="231101"/>
                  </a:lnTo>
                  <a:lnTo>
                    <a:pt x="3026194" y="231128"/>
                  </a:lnTo>
                  <a:lnTo>
                    <a:pt x="3025123" y="231156"/>
                  </a:lnTo>
                  <a:lnTo>
                    <a:pt x="3024051" y="231184"/>
                  </a:lnTo>
                  <a:lnTo>
                    <a:pt x="3022980" y="231213"/>
                  </a:lnTo>
                  <a:lnTo>
                    <a:pt x="3021908" y="231242"/>
                  </a:lnTo>
                  <a:lnTo>
                    <a:pt x="3020836" y="231272"/>
                  </a:lnTo>
                  <a:lnTo>
                    <a:pt x="3019765" y="231302"/>
                  </a:lnTo>
                  <a:lnTo>
                    <a:pt x="3018693" y="231332"/>
                  </a:lnTo>
                  <a:lnTo>
                    <a:pt x="3017622" y="231363"/>
                  </a:lnTo>
                  <a:lnTo>
                    <a:pt x="3016550" y="231394"/>
                  </a:lnTo>
                  <a:lnTo>
                    <a:pt x="3015479" y="231426"/>
                  </a:lnTo>
                  <a:lnTo>
                    <a:pt x="3014407" y="231458"/>
                  </a:lnTo>
                  <a:lnTo>
                    <a:pt x="3013335" y="231490"/>
                  </a:lnTo>
                  <a:lnTo>
                    <a:pt x="3012264" y="231523"/>
                  </a:lnTo>
                  <a:lnTo>
                    <a:pt x="3011192" y="231556"/>
                  </a:lnTo>
                  <a:lnTo>
                    <a:pt x="3010121" y="231589"/>
                  </a:lnTo>
                  <a:lnTo>
                    <a:pt x="3009049" y="231623"/>
                  </a:lnTo>
                  <a:lnTo>
                    <a:pt x="3007977" y="231658"/>
                  </a:lnTo>
                  <a:lnTo>
                    <a:pt x="3006906" y="231692"/>
                  </a:lnTo>
                  <a:lnTo>
                    <a:pt x="3005834" y="231727"/>
                  </a:lnTo>
                  <a:lnTo>
                    <a:pt x="3004763" y="231763"/>
                  </a:lnTo>
                  <a:lnTo>
                    <a:pt x="3003691" y="231799"/>
                  </a:lnTo>
                  <a:lnTo>
                    <a:pt x="3002619" y="231835"/>
                  </a:lnTo>
                  <a:lnTo>
                    <a:pt x="3001548" y="231872"/>
                  </a:lnTo>
                  <a:lnTo>
                    <a:pt x="3000476" y="231909"/>
                  </a:lnTo>
                  <a:lnTo>
                    <a:pt x="2999405" y="231946"/>
                  </a:lnTo>
                  <a:lnTo>
                    <a:pt x="2998333" y="231984"/>
                  </a:lnTo>
                  <a:lnTo>
                    <a:pt x="2997261" y="232022"/>
                  </a:lnTo>
                  <a:lnTo>
                    <a:pt x="2996190" y="232060"/>
                  </a:lnTo>
                  <a:lnTo>
                    <a:pt x="2995118" y="232099"/>
                  </a:lnTo>
                  <a:lnTo>
                    <a:pt x="2994047" y="232138"/>
                  </a:lnTo>
                  <a:lnTo>
                    <a:pt x="2992975" y="232178"/>
                  </a:lnTo>
                  <a:lnTo>
                    <a:pt x="2991903" y="232218"/>
                  </a:lnTo>
                  <a:lnTo>
                    <a:pt x="2990832" y="232258"/>
                  </a:lnTo>
                  <a:lnTo>
                    <a:pt x="2989760" y="232299"/>
                  </a:lnTo>
                  <a:lnTo>
                    <a:pt x="2988689" y="232340"/>
                  </a:lnTo>
                  <a:lnTo>
                    <a:pt x="2987617" y="232382"/>
                  </a:lnTo>
                  <a:lnTo>
                    <a:pt x="2986545" y="232424"/>
                  </a:lnTo>
                  <a:lnTo>
                    <a:pt x="2985474" y="232466"/>
                  </a:lnTo>
                  <a:lnTo>
                    <a:pt x="2984402" y="232508"/>
                  </a:lnTo>
                  <a:lnTo>
                    <a:pt x="2983331" y="232551"/>
                  </a:lnTo>
                  <a:lnTo>
                    <a:pt x="2982259" y="232594"/>
                  </a:lnTo>
                  <a:lnTo>
                    <a:pt x="2981187" y="232638"/>
                  </a:lnTo>
                  <a:lnTo>
                    <a:pt x="2980116" y="232682"/>
                  </a:lnTo>
                  <a:lnTo>
                    <a:pt x="2979044" y="232726"/>
                  </a:lnTo>
                  <a:lnTo>
                    <a:pt x="2977973" y="232771"/>
                  </a:lnTo>
                  <a:lnTo>
                    <a:pt x="2976901" y="232816"/>
                  </a:lnTo>
                  <a:lnTo>
                    <a:pt x="2975829" y="232861"/>
                  </a:lnTo>
                  <a:lnTo>
                    <a:pt x="2974758" y="232907"/>
                  </a:lnTo>
                  <a:lnTo>
                    <a:pt x="2973686" y="232953"/>
                  </a:lnTo>
                  <a:lnTo>
                    <a:pt x="2972615" y="233000"/>
                  </a:lnTo>
                  <a:lnTo>
                    <a:pt x="2971543" y="233046"/>
                  </a:lnTo>
                  <a:lnTo>
                    <a:pt x="2970471" y="233093"/>
                  </a:lnTo>
                  <a:lnTo>
                    <a:pt x="2969400" y="233141"/>
                  </a:lnTo>
                  <a:lnTo>
                    <a:pt x="2968328" y="233189"/>
                  </a:lnTo>
                  <a:lnTo>
                    <a:pt x="2967257" y="233237"/>
                  </a:lnTo>
                  <a:lnTo>
                    <a:pt x="2966185" y="233285"/>
                  </a:lnTo>
                  <a:lnTo>
                    <a:pt x="2965113" y="233334"/>
                  </a:lnTo>
                  <a:lnTo>
                    <a:pt x="2964042" y="233383"/>
                  </a:lnTo>
                  <a:lnTo>
                    <a:pt x="2962970" y="233432"/>
                  </a:lnTo>
                  <a:lnTo>
                    <a:pt x="2961899" y="233482"/>
                  </a:lnTo>
                  <a:lnTo>
                    <a:pt x="2960827" y="233532"/>
                  </a:lnTo>
                  <a:lnTo>
                    <a:pt x="2959755" y="233583"/>
                  </a:lnTo>
                  <a:lnTo>
                    <a:pt x="2958684" y="233633"/>
                  </a:lnTo>
                  <a:lnTo>
                    <a:pt x="2957612" y="233684"/>
                  </a:lnTo>
                  <a:lnTo>
                    <a:pt x="2956541" y="233736"/>
                  </a:lnTo>
                  <a:lnTo>
                    <a:pt x="2955469" y="233788"/>
                  </a:lnTo>
                  <a:lnTo>
                    <a:pt x="2954397" y="233840"/>
                  </a:lnTo>
                  <a:lnTo>
                    <a:pt x="2953326" y="233892"/>
                  </a:lnTo>
                  <a:lnTo>
                    <a:pt x="2952254" y="233944"/>
                  </a:lnTo>
                  <a:lnTo>
                    <a:pt x="2951183" y="233997"/>
                  </a:lnTo>
                  <a:lnTo>
                    <a:pt x="2950111" y="234051"/>
                  </a:lnTo>
                  <a:lnTo>
                    <a:pt x="2949039" y="234104"/>
                  </a:lnTo>
                  <a:lnTo>
                    <a:pt x="2947968" y="234158"/>
                  </a:lnTo>
                  <a:lnTo>
                    <a:pt x="2946896" y="234212"/>
                  </a:lnTo>
                  <a:lnTo>
                    <a:pt x="2945825" y="234267"/>
                  </a:lnTo>
                  <a:lnTo>
                    <a:pt x="2944753" y="234321"/>
                  </a:lnTo>
                  <a:lnTo>
                    <a:pt x="2943681" y="234377"/>
                  </a:lnTo>
                  <a:lnTo>
                    <a:pt x="2942610" y="234432"/>
                  </a:lnTo>
                  <a:lnTo>
                    <a:pt x="2941538" y="234488"/>
                  </a:lnTo>
                  <a:lnTo>
                    <a:pt x="2940467" y="234544"/>
                  </a:lnTo>
                  <a:lnTo>
                    <a:pt x="2939395" y="234600"/>
                  </a:lnTo>
                  <a:lnTo>
                    <a:pt x="2938323" y="234656"/>
                  </a:lnTo>
                  <a:lnTo>
                    <a:pt x="2937252" y="234713"/>
                  </a:lnTo>
                  <a:lnTo>
                    <a:pt x="2936180" y="234770"/>
                  </a:lnTo>
                  <a:lnTo>
                    <a:pt x="2935109" y="234828"/>
                  </a:lnTo>
                  <a:lnTo>
                    <a:pt x="2934037" y="234885"/>
                  </a:lnTo>
                  <a:lnTo>
                    <a:pt x="2932965" y="234943"/>
                  </a:lnTo>
                  <a:lnTo>
                    <a:pt x="2931894" y="235001"/>
                  </a:lnTo>
                  <a:lnTo>
                    <a:pt x="2930822" y="235060"/>
                  </a:lnTo>
                  <a:lnTo>
                    <a:pt x="2929751" y="235119"/>
                  </a:lnTo>
                  <a:lnTo>
                    <a:pt x="2928679" y="235178"/>
                  </a:lnTo>
                  <a:lnTo>
                    <a:pt x="2927607" y="235237"/>
                  </a:lnTo>
                  <a:lnTo>
                    <a:pt x="2926536" y="235297"/>
                  </a:lnTo>
                  <a:lnTo>
                    <a:pt x="2925464" y="235357"/>
                  </a:lnTo>
                  <a:lnTo>
                    <a:pt x="2924393" y="235417"/>
                  </a:lnTo>
                  <a:lnTo>
                    <a:pt x="2923321" y="235477"/>
                  </a:lnTo>
                  <a:lnTo>
                    <a:pt x="2922249" y="235538"/>
                  </a:lnTo>
                  <a:lnTo>
                    <a:pt x="2921178" y="235599"/>
                  </a:lnTo>
                  <a:lnTo>
                    <a:pt x="2920106" y="235660"/>
                  </a:lnTo>
                  <a:lnTo>
                    <a:pt x="2919035" y="235721"/>
                  </a:lnTo>
                  <a:lnTo>
                    <a:pt x="2917963" y="235783"/>
                  </a:lnTo>
                  <a:lnTo>
                    <a:pt x="2916891" y="235845"/>
                  </a:lnTo>
                  <a:lnTo>
                    <a:pt x="2915820" y="235907"/>
                  </a:lnTo>
                  <a:lnTo>
                    <a:pt x="2914748" y="235969"/>
                  </a:lnTo>
                  <a:lnTo>
                    <a:pt x="2913677" y="236032"/>
                  </a:lnTo>
                  <a:lnTo>
                    <a:pt x="2912605" y="236095"/>
                  </a:lnTo>
                  <a:lnTo>
                    <a:pt x="2911533" y="236158"/>
                  </a:lnTo>
                  <a:lnTo>
                    <a:pt x="2910462" y="236222"/>
                  </a:lnTo>
                  <a:lnTo>
                    <a:pt x="2909390" y="236285"/>
                  </a:lnTo>
                  <a:lnTo>
                    <a:pt x="2908319" y="236349"/>
                  </a:lnTo>
                  <a:lnTo>
                    <a:pt x="2907247" y="236413"/>
                  </a:lnTo>
                  <a:lnTo>
                    <a:pt x="2906175" y="236478"/>
                  </a:lnTo>
                  <a:lnTo>
                    <a:pt x="2905104" y="236542"/>
                  </a:lnTo>
                  <a:lnTo>
                    <a:pt x="2904032" y="236607"/>
                  </a:lnTo>
                  <a:lnTo>
                    <a:pt x="2902961" y="236672"/>
                  </a:lnTo>
                  <a:lnTo>
                    <a:pt x="2901889" y="236737"/>
                  </a:lnTo>
                  <a:lnTo>
                    <a:pt x="2900817" y="236803"/>
                  </a:lnTo>
                  <a:lnTo>
                    <a:pt x="2899746" y="236868"/>
                  </a:lnTo>
                  <a:lnTo>
                    <a:pt x="2898674" y="236934"/>
                  </a:lnTo>
                  <a:lnTo>
                    <a:pt x="2897603" y="237000"/>
                  </a:lnTo>
                  <a:lnTo>
                    <a:pt x="2896531" y="237067"/>
                  </a:lnTo>
                  <a:lnTo>
                    <a:pt x="2895459" y="237133"/>
                  </a:lnTo>
                  <a:lnTo>
                    <a:pt x="2894388" y="237200"/>
                  </a:lnTo>
                  <a:lnTo>
                    <a:pt x="2893316" y="237267"/>
                  </a:lnTo>
                  <a:lnTo>
                    <a:pt x="2892245" y="237334"/>
                  </a:lnTo>
                  <a:lnTo>
                    <a:pt x="2891173" y="237402"/>
                  </a:lnTo>
                  <a:lnTo>
                    <a:pt x="2890101" y="237469"/>
                  </a:lnTo>
                  <a:lnTo>
                    <a:pt x="2889030" y="237537"/>
                  </a:lnTo>
                  <a:lnTo>
                    <a:pt x="2887958" y="237605"/>
                  </a:lnTo>
                  <a:lnTo>
                    <a:pt x="2886887" y="237673"/>
                  </a:lnTo>
                  <a:lnTo>
                    <a:pt x="2885815" y="237741"/>
                  </a:lnTo>
                  <a:lnTo>
                    <a:pt x="2884743" y="237810"/>
                  </a:lnTo>
                  <a:lnTo>
                    <a:pt x="2883672" y="237879"/>
                  </a:lnTo>
                  <a:lnTo>
                    <a:pt x="2882600" y="237948"/>
                  </a:lnTo>
                  <a:lnTo>
                    <a:pt x="2881529" y="238017"/>
                  </a:lnTo>
                  <a:lnTo>
                    <a:pt x="2880457" y="238086"/>
                  </a:lnTo>
                  <a:lnTo>
                    <a:pt x="2879385" y="238155"/>
                  </a:lnTo>
                  <a:lnTo>
                    <a:pt x="2878314" y="238225"/>
                  </a:lnTo>
                  <a:lnTo>
                    <a:pt x="2877242" y="238295"/>
                  </a:lnTo>
                  <a:lnTo>
                    <a:pt x="2876171" y="238365"/>
                  </a:lnTo>
                  <a:lnTo>
                    <a:pt x="2875099" y="238435"/>
                  </a:lnTo>
                  <a:lnTo>
                    <a:pt x="2874027" y="238505"/>
                  </a:lnTo>
                  <a:lnTo>
                    <a:pt x="2872956" y="238576"/>
                  </a:lnTo>
                  <a:lnTo>
                    <a:pt x="2871884" y="238646"/>
                  </a:lnTo>
                  <a:lnTo>
                    <a:pt x="2870813" y="238717"/>
                  </a:lnTo>
                  <a:lnTo>
                    <a:pt x="2869741" y="238788"/>
                  </a:lnTo>
                  <a:lnTo>
                    <a:pt x="2868669" y="238859"/>
                  </a:lnTo>
                  <a:lnTo>
                    <a:pt x="2867598" y="238931"/>
                  </a:lnTo>
                  <a:lnTo>
                    <a:pt x="2866526" y="239002"/>
                  </a:lnTo>
                  <a:lnTo>
                    <a:pt x="2865455" y="239074"/>
                  </a:lnTo>
                  <a:lnTo>
                    <a:pt x="2864383" y="239145"/>
                  </a:lnTo>
                  <a:lnTo>
                    <a:pt x="2863311" y="239217"/>
                  </a:lnTo>
                  <a:lnTo>
                    <a:pt x="2862240" y="239289"/>
                  </a:lnTo>
                  <a:lnTo>
                    <a:pt x="2861168" y="239362"/>
                  </a:lnTo>
                  <a:lnTo>
                    <a:pt x="2860097" y="239434"/>
                  </a:lnTo>
                  <a:lnTo>
                    <a:pt x="2859025" y="239506"/>
                  </a:lnTo>
                  <a:lnTo>
                    <a:pt x="2857953" y="239579"/>
                  </a:lnTo>
                  <a:lnTo>
                    <a:pt x="2856882" y="239652"/>
                  </a:lnTo>
                  <a:lnTo>
                    <a:pt x="2855810" y="239724"/>
                  </a:lnTo>
                  <a:lnTo>
                    <a:pt x="2854739" y="239797"/>
                  </a:lnTo>
                  <a:lnTo>
                    <a:pt x="2853667" y="239871"/>
                  </a:lnTo>
                  <a:lnTo>
                    <a:pt x="2852595" y="239944"/>
                  </a:lnTo>
                  <a:lnTo>
                    <a:pt x="2851524" y="240017"/>
                  </a:lnTo>
                  <a:lnTo>
                    <a:pt x="2850452" y="240091"/>
                  </a:lnTo>
                  <a:lnTo>
                    <a:pt x="2849381" y="240164"/>
                  </a:lnTo>
                  <a:lnTo>
                    <a:pt x="2848309" y="240238"/>
                  </a:lnTo>
                  <a:lnTo>
                    <a:pt x="2847237" y="240312"/>
                  </a:lnTo>
                  <a:lnTo>
                    <a:pt x="2846166" y="240386"/>
                  </a:lnTo>
                  <a:lnTo>
                    <a:pt x="2845094" y="240460"/>
                  </a:lnTo>
                  <a:lnTo>
                    <a:pt x="2844023" y="240534"/>
                  </a:lnTo>
                  <a:lnTo>
                    <a:pt x="2842951" y="240608"/>
                  </a:lnTo>
                  <a:lnTo>
                    <a:pt x="2841879" y="240682"/>
                  </a:lnTo>
                  <a:lnTo>
                    <a:pt x="2840808" y="240757"/>
                  </a:lnTo>
                  <a:lnTo>
                    <a:pt x="2839736" y="240831"/>
                  </a:lnTo>
                  <a:lnTo>
                    <a:pt x="2838665" y="240906"/>
                  </a:lnTo>
                  <a:lnTo>
                    <a:pt x="2837593" y="240981"/>
                  </a:lnTo>
                  <a:lnTo>
                    <a:pt x="2836522" y="241055"/>
                  </a:lnTo>
                  <a:lnTo>
                    <a:pt x="2835450" y="241130"/>
                  </a:lnTo>
                  <a:lnTo>
                    <a:pt x="2834378" y="241205"/>
                  </a:lnTo>
                  <a:lnTo>
                    <a:pt x="2833307" y="241280"/>
                  </a:lnTo>
                  <a:lnTo>
                    <a:pt x="2832235" y="241355"/>
                  </a:lnTo>
                  <a:lnTo>
                    <a:pt x="2831164" y="241431"/>
                  </a:lnTo>
                  <a:lnTo>
                    <a:pt x="2830092" y="241506"/>
                  </a:lnTo>
                  <a:lnTo>
                    <a:pt x="2829020" y="241581"/>
                  </a:lnTo>
                  <a:lnTo>
                    <a:pt x="2827949" y="241657"/>
                  </a:lnTo>
                  <a:lnTo>
                    <a:pt x="2826877" y="241732"/>
                  </a:lnTo>
                  <a:lnTo>
                    <a:pt x="2825806" y="241808"/>
                  </a:lnTo>
                  <a:lnTo>
                    <a:pt x="2824734" y="241883"/>
                  </a:lnTo>
                  <a:lnTo>
                    <a:pt x="2823662" y="241959"/>
                  </a:lnTo>
                  <a:lnTo>
                    <a:pt x="2822591" y="242035"/>
                  </a:lnTo>
                  <a:lnTo>
                    <a:pt x="2821519" y="242110"/>
                  </a:lnTo>
                  <a:lnTo>
                    <a:pt x="2820448" y="242186"/>
                  </a:lnTo>
                  <a:lnTo>
                    <a:pt x="2819376" y="242262"/>
                  </a:lnTo>
                  <a:lnTo>
                    <a:pt x="2818304" y="242338"/>
                  </a:lnTo>
                  <a:lnTo>
                    <a:pt x="2817233" y="242414"/>
                  </a:lnTo>
                  <a:lnTo>
                    <a:pt x="2816161" y="242490"/>
                  </a:lnTo>
                  <a:lnTo>
                    <a:pt x="2815090" y="242566"/>
                  </a:lnTo>
                  <a:lnTo>
                    <a:pt x="2814018" y="242642"/>
                  </a:lnTo>
                  <a:lnTo>
                    <a:pt x="2812946" y="242718"/>
                  </a:lnTo>
                  <a:lnTo>
                    <a:pt x="2811875" y="242794"/>
                  </a:lnTo>
                  <a:lnTo>
                    <a:pt x="2810803" y="242871"/>
                  </a:lnTo>
                  <a:lnTo>
                    <a:pt x="2809732" y="242947"/>
                  </a:lnTo>
                  <a:lnTo>
                    <a:pt x="2808660" y="243023"/>
                  </a:lnTo>
                  <a:lnTo>
                    <a:pt x="2807588" y="243099"/>
                  </a:lnTo>
                  <a:lnTo>
                    <a:pt x="2806517" y="243176"/>
                  </a:lnTo>
                  <a:lnTo>
                    <a:pt x="2805445" y="243252"/>
                  </a:lnTo>
                  <a:lnTo>
                    <a:pt x="2804374" y="243328"/>
                  </a:lnTo>
                  <a:lnTo>
                    <a:pt x="2803302" y="243405"/>
                  </a:lnTo>
                  <a:lnTo>
                    <a:pt x="2802230" y="243481"/>
                  </a:lnTo>
                  <a:lnTo>
                    <a:pt x="2801159" y="243557"/>
                  </a:lnTo>
                  <a:lnTo>
                    <a:pt x="2800087" y="243634"/>
                  </a:lnTo>
                  <a:lnTo>
                    <a:pt x="2799016" y="243710"/>
                  </a:lnTo>
                  <a:lnTo>
                    <a:pt x="2797944" y="243786"/>
                  </a:lnTo>
                  <a:lnTo>
                    <a:pt x="2796872" y="243863"/>
                  </a:lnTo>
                  <a:lnTo>
                    <a:pt x="2795801" y="243939"/>
                  </a:lnTo>
                  <a:lnTo>
                    <a:pt x="2794729" y="244016"/>
                  </a:lnTo>
                  <a:lnTo>
                    <a:pt x="2793658" y="244092"/>
                  </a:lnTo>
                  <a:lnTo>
                    <a:pt x="2792586" y="244168"/>
                  </a:lnTo>
                  <a:lnTo>
                    <a:pt x="2791514" y="244245"/>
                  </a:lnTo>
                  <a:lnTo>
                    <a:pt x="2790443" y="244321"/>
                  </a:lnTo>
                  <a:lnTo>
                    <a:pt x="2789371" y="244397"/>
                  </a:lnTo>
                  <a:lnTo>
                    <a:pt x="2788300" y="244473"/>
                  </a:lnTo>
                  <a:lnTo>
                    <a:pt x="2787228" y="244550"/>
                  </a:lnTo>
                  <a:lnTo>
                    <a:pt x="2786156" y="244626"/>
                  </a:lnTo>
                  <a:lnTo>
                    <a:pt x="2785085" y="244702"/>
                  </a:lnTo>
                  <a:lnTo>
                    <a:pt x="2784013" y="244778"/>
                  </a:lnTo>
                  <a:lnTo>
                    <a:pt x="2782942" y="244854"/>
                  </a:lnTo>
                  <a:lnTo>
                    <a:pt x="2781870" y="244930"/>
                  </a:lnTo>
                  <a:lnTo>
                    <a:pt x="2780798" y="245006"/>
                  </a:lnTo>
                  <a:lnTo>
                    <a:pt x="2779727" y="245082"/>
                  </a:lnTo>
                  <a:lnTo>
                    <a:pt x="2778655" y="245158"/>
                  </a:lnTo>
                  <a:lnTo>
                    <a:pt x="2777584" y="245234"/>
                  </a:lnTo>
                  <a:lnTo>
                    <a:pt x="2776512" y="245310"/>
                  </a:lnTo>
                  <a:lnTo>
                    <a:pt x="2775440" y="245386"/>
                  </a:lnTo>
                  <a:lnTo>
                    <a:pt x="2774369" y="245462"/>
                  </a:lnTo>
                  <a:lnTo>
                    <a:pt x="2773297" y="245537"/>
                  </a:lnTo>
                  <a:lnTo>
                    <a:pt x="2772226" y="245613"/>
                  </a:lnTo>
                  <a:lnTo>
                    <a:pt x="2771154" y="245689"/>
                  </a:lnTo>
                  <a:lnTo>
                    <a:pt x="2770082" y="245764"/>
                  </a:lnTo>
                  <a:lnTo>
                    <a:pt x="2769011" y="245840"/>
                  </a:lnTo>
                  <a:lnTo>
                    <a:pt x="2767939" y="245915"/>
                  </a:lnTo>
                  <a:lnTo>
                    <a:pt x="2766868" y="245990"/>
                  </a:lnTo>
                  <a:lnTo>
                    <a:pt x="2765796" y="246066"/>
                  </a:lnTo>
                  <a:lnTo>
                    <a:pt x="2764724" y="246141"/>
                  </a:lnTo>
                  <a:lnTo>
                    <a:pt x="2763653" y="246216"/>
                  </a:lnTo>
                  <a:lnTo>
                    <a:pt x="2762581" y="246291"/>
                  </a:lnTo>
                  <a:lnTo>
                    <a:pt x="2761510" y="246366"/>
                  </a:lnTo>
                  <a:lnTo>
                    <a:pt x="2760438" y="246441"/>
                  </a:lnTo>
                  <a:lnTo>
                    <a:pt x="2759366" y="246515"/>
                  </a:lnTo>
                  <a:lnTo>
                    <a:pt x="2758295" y="246590"/>
                  </a:lnTo>
                  <a:lnTo>
                    <a:pt x="2757223" y="246665"/>
                  </a:lnTo>
                  <a:lnTo>
                    <a:pt x="2756152" y="246739"/>
                  </a:lnTo>
                  <a:lnTo>
                    <a:pt x="2755080" y="246813"/>
                  </a:lnTo>
                  <a:lnTo>
                    <a:pt x="2754008" y="246888"/>
                  </a:lnTo>
                  <a:lnTo>
                    <a:pt x="2752937" y="246962"/>
                  </a:lnTo>
                  <a:lnTo>
                    <a:pt x="2751865" y="247036"/>
                  </a:lnTo>
                  <a:lnTo>
                    <a:pt x="2750794" y="247110"/>
                  </a:lnTo>
                  <a:lnTo>
                    <a:pt x="2749722" y="247184"/>
                  </a:lnTo>
                  <a:lnTo>
                    <a:pt x="2748650" y="247257"/>
                  </a:lnTo>
                  <a:lnTo>
                    <a:pt x="2747579" y="247331"/>
                  </a:lnTo>
                  <a:lnTo>
                    <a:pt x="2746507" y="247404"/>
                  </a:lnTo>
                  <a:lnTo>
                    <a:pt x="2745436" y="247478"/>
                  </a:lnTo>
                  <a:lnTo>
                    <a:pt x="2744364" y="247551"/>
                  </a:lnTo>
                  <a:lnTo>
                    <a:pt x="2743292" y="247624"/>
                  </a:lnTo>
                  <a:lnTo>
                    <a:pt x="2742221" y="247697"/>
                  </a:lnTo>
                  <a:lnTo>
                    <a:pt x="2741149" y="247770"/>
                  </a:lnTo>
                  <a:lnTo>
                    <a:pt x="2740078" y="247843"/>
                  </a:lnTo>
                  <a:lnTo>
                    <a:pt x="2739006" y="247915"/>
                  </a:lnTo>
                  <a:lnTo>
                    <a:pt x="2737934" y="247988"/>
                  </a:lnTo>
                  <a:lnTo>
                    <a:pt x="2736863" y="248060"/>
                  </a:lnTo>
                  <a:lnTo>
                    <a:pt x="2735791" y="248132"/>
                  </a:lnTo>
                  <a:lnTo>
                    <a:pt x="2734720" y="248204"/>
                  </a:lnTo>
                  <a:lnTo>
                    <a:pt x="2733648" y="248276"/>
                  </a:lnTo>
                  <a:lnTo>
                    <a:pt x="2732576" y="248347"/>
                  </a:lnTo>
                  <a:lnTo>
                    <a:pt x="2731505" y="248419"/>
                  </a:lnTo>
                  <a:lnTo>
                    <a:pt x="2730433" y="248490"/>
                  </a:lnTo>
                  <a:lnTo>
                    <a:pt x="2729362" y="248562"/>
                  </a:lnTo>
                  <a:lnTo>
                    <a:pt x="2728290" y="248633"/>
                  </a:lnTo>
                  <a:lnTo>
                    <a:pt x="2727218" y="248703"/>
                  </a:lnTo>
                  <a:lnTo>
                    <a:pt x="2726147" y="248774"/>
                  </a:lnTo>
                  <a:lnTo>
                    <a:pt x="2725075" y="248845"/>
                  </a:lnTo>
                  <a:lnTo>
                    <a:pt x="2724004" y="248915"/>
                  </a:lnTo>
                  <a:lnTo>
                    <a:pt x="2722932" y="248985"/>
                  </a:lnTo>
                  <a:lnTo>
                    <a:pt x="2721860" y="249055"/>
                  </a:lnTo>
                  <a:lnTo>
                    <a:pt x="2720789" y="249125"/>
                  </a:lnTo>
                  <a:lnTo>
                    <a:pt x="2719717" y="249195"/>
                  </a:lnTo>
                  <a:lnTo>
                    <a:pt x="2718646" y="249264"/>
                  </a:lnTo>
                  <a:lnTo>
                    <a:pt x="2717574" y="249333"/>
                  </a:lnTo>
                  <a:lnTo>
                    <a:pt x="2716502" y="249402"/>
                  </a:lnTo>
                  <a:lnTo>
                    <a:pt x="2715431" y="249471"/>
                  </a:lnTo>
                  <a:lnTo>
                    <a:pt x="2714359" y="249540"/>
                  </a:lnTo>
                  <a:lnTo>
                    <a:pt x="2713288" y="249609"/>
                  </a:lnTo>
                  <a:lnTo>
                    <a:pt x="2712216" y="249677"/>
                  </a:lnTo>
                  <a:lnTo>
                    <a:pt x="2711144" y="249745"/>
                  </a:lnTo>
                  <a:lnTo>
                    <a:pt x="2710073" y="249813"/>
                  </a:lnTo>
                  <a:lnTo>
                    <a:pt x="2709001" y="249880"/>
                  </a:lnTo>
                  <a:lnTo>
                    <a:pt x="2707930" y="249948"/>
                  </a:lnTo>
                  <a:lnTo>
                    <a:pt x="2706858" y="250015"/>
                  </a:lnTo>
                  <a:lnTo>
                    <a:pt x="2705786" y="250082"/>
                  </a:lnTo>
                  <a:lnTo>
                    <a:pt x="2704715" y="250149"/>
                  </a:lnTo>
                  <a:lnTo>
                    <a:pt x="2703643" y="250215"/>
                  </a:lnTo>
                  <a:lnTo>
                    <a:pt x="2702572" y="250282"/>
                  </a:lnTo>
                  <a:lnTo>
                    <a:pt x="2701500" y="250348"/>
                  </a:lnTo>
                  <a:lnTo>
                    <a:pt x="2700428" y="250414"/>
                  </a:lnTo>
                  <a:lnTo>
                    <a:pt x="2699357" y="250480"/>
                  </a:lnTo>
                  <a:lnTo>
                    <a:pt x="2698285" y="250545"/>
                  </a:lnTo>
                  <a:lnTo>
                    <a:pt x="2697214" y="250610"/>
                  </a:lnTo>
                  <a:lnTo>
                    <a:pt x="2696142" y="250675"/>
                  </a:lnTo>
                  <a:lnTo>
                    <a:pt x="2695070" y="250740"/>
                  </a:lnTo>
                  <a:lnTo>
                    <a:pt x="2693999" y="250804"/>
                  </a:lnTo>
                  <a:lnTo>
                    <a:pt x="2692927" y="250868"/>
                  </a:lnTo>
                  <a:lnTo>
                    <a:pt x="2691856" y="250932"/>
                  </a:lnTo>
                  <a:lnTo>
                    <a:pt x="2690784" y="250996"/>
                  </a:lnTo>
                  <a:lnTo>
                    <a:pt x="2689712" y="251060"/>
                  </a:lnTo>
                  <a:lnTo>
                    <a:pt x="2688641" y="251123"/>
                  </a:lnTo>
                  <a:lnTo>
                    <a:pt x="2687569" y="251186"/>
                  </a:lnTo>
                  <a:lnTo>
                    <a:pt x="2686498" y="251248"/>
                  </a:lnTo>
                  <a:lnTo>
                    <a:pt x="2685426" y="251311"/>
                  </a:lnTo>
                  <a:lnTo>
                    <a:pt x="2684354" y="251373"/>
                  </a:lnTo>
                  <a:lnTo>
                    <a:pt x="2683283" y="251435"/>
                  </a:lnTo>
                  <a:lnTo>
                    <a:pt x="2682211" y="251496"/>
                  </a:lnTo>
                  <a:lnTo>
                    <a:pt x="2681140" y="251558"/>
                  </a:lnTo>
                  <a:lnTo>
                    <a:pt x="2680068" y="251619"/>
                  </a:lnTo>
                  <a:lnTo>
                    <a:pt x="2678996" y="251679"/>
                  </a:lnTo>
                  <a:lnTo>
                    <a:pt x="2677925" y="251740"/>
                  </a:lnTo>
                  <a:lnTo>
                    <a:pt x="2676853" y="251800"/>
                  </a:lnTo>
                  <a:lnTo>
                    <a:pt x="2675782" y="251860"/>
                  </a:lnTo>
                  <a:lnTo>
                    <a:pt x="2674710" y="251920"/>
                  </a:lnTo>
                  <a:lnTo>
                    <a:pt x="2673638" y="251979"/>
                  </a:lnTo>
                  <a:lnTo>
                    <a:pt x="2672567" y="252038"/>
                  </a:lnTo>
                  <a:lnTo>
                    <a:pt x="2671495" y="252097"/>
                  </a:lnTo>
                  <a:lnTo>
                    <a:pt x="2670424" y="252155"/>
                  </a:lnTo>
                  <a:lnTo>
                    <a:pt x="2669352" y="252213"/>
                  </a:lnTo>
                  <a:lnTo>
                    <a:pt x="2668280" y="252271"/>
                  </a:lnTo>
                  <a:lnTo>
                    <a:pt x="2667209" y="252328"/>
                  </a:lnTo>
                  <a:lnTo>
                    <a:pt x="2666137" y="252385"/>
                  </a:lnTo>
                  <a:lnTo>
                    <a:pt x="2665066" y="252442"/>
                  </a:lnTo>
                  <a:lnTo>
                    <a:pt x="2663994" y="252499"/>
                  </a:lnTo>
                  <a:lnTo>
                    <a:pt x="2662922" y="252555"/>
                  </a:lnTo>
                  <a:lnTo>
                    <a:pt x="2661851" y="252611"/>
                  </a:lnTo>
                  <a:lnTo>
                    <a:pt x="2660779" y="252667"/>
                  </a:lnTo>
                  <a:lnTo>
                    <a:pt x="2659708" y="252722"/>
                  </a:lnTo>
                  <a:lnTo>
                    <a:pt x="2658636" y="252777"/>
                  </a:lnTo>
                  <a:lnTo>
                    <a:pt x="2657565" y="252831"/>
                  </a:lnTo>
                  <a:lnTo>
                    <a:pt x="2656493" y="252886"/>
                  </a:lnTo>
                  <a:lnTo>
                    <a:pt x="2655421" y="252939"/>
                  </a:lnTo>
                  <a:lnTo>
                    <a:pt x="2654350" y="252993"/>
                  </a:lnTo>
                  <a:lnTo>
                    <a:pt x="2653278" y="253046"/>
                  </a:lnTo>
                  <a:lnTo>
                    <a:pt x="2652207" y="253099"/>
                  </a:lnTo>
                  <a:lnTo>
                    <a:pt x="2651135" y="253152"/>
                  </a:lnTo>
                  <a:lnTo>
                    <a:pt x="2650063" y="253204"/>
                  </a:lnTo>
                  <a:lnTo>
                    <a:pt x="2648992" y="253256"/>
                  </a:lnTo>
                  <a:lnTo>
                    <a:pt x="2647920" y="253307"/>
                  </a:lnTo>
                  <a:lnTo>
                    <a:pt x="2646849" y="253358"/>
                  </a:lnTo>
                  <a:lnTo>
                    <a:pt x="2645777" y="253409"/>
                  </a:lnTo>
                  <a:lnTo>
                    <a:pt x="2644705" y="253459"/>
                  </a:lnTo>
                  <a:lnTo>
                    <a:pt x="2643634" y="253509"/>
                  </a:lnTo>
                  <a:lnTo>
                    <a:pt x="2642562" y="253559"/>
                  </a:lnTo>
                  <a:lnTo>
                    <a:pt x="2641491" y="253608"/>
                  </a:lnTo>
                  <a:lnTo>
                    <a:pt x="2640419" y="253657"/>
                  </a:lnTo>
                  <a:lnTo>
                    <a:pt x="2639347" y="253706"/>
                  </a:lnTo>
                  <a:lnTo>
                    <a:pt x="2638276" y="253754"/>
                  </a:lnTo>
                  <a:lnTo>
                    <a:pt x="2637204" y="253802"/>
                  </a:lnTo>
                  <a:lnTo>
                    <a:pt x="2636133" y="253849"/>
                  </a:lnTo>
                  <a:lnTo>
                    <a:pt x="2635061" y="253896"/>
                  </a:lnTo>
                  <a:lnTo>
                    <a:pt x="2633989" y="253943"/>
                  </a:lnTo>
                  <a:lnTo>
                    <a:pt x="2632918" y="253989"/>
                  </a:lnTo>
                  <a:lnTo>
                    <a:pt x="2631846" y="254035"/>
                  </a:lnTo>
                  <a:lnTo>
                    <a:pt x="2630775" y="254080"/>
                  </a:lnTo>
                  <a:lnTo>
                    <a:pt x="2629703" y="254125"/>
                  </a:lnTo>
                  <a:lnTo>
                    <a:pt x="2628631" y="254170"/>
                  </a:lnTo>
                  <a:lnTo>
                    <a:pt x="2627560" y="254214"/>
                  </a:lnTo>
                  <a:lnTo>
                    <a:pt x="2626488" y="254258"/>
                  </a:lnTo>
                  <a:lnTo>
                    <a:pt x="2625417" y="254301"/>
                  </a:lnTo>
                  <a:lnTo>
                    <a:pt x="2624345" y="254344"/>
                  </a:lnTo>
                  <a:lnTo>
                    <a:pt x="2623273" y="254387"/>
                  </a:lnTo>
                  <a:lnTo>
                    <a:pt x="2622202" y="254429"/>
                  </a:lnTo>
                  <a:lnTo>
                    <a:pt x="2621130" y="254471"/>
                  </a:lnTo>
                  <a:lnTo>
                    <a:pt x="2620059" y="254512"/>
                  </a:lnTo>
                  <a:lnTo>
                    <a:pt x="2618987" y="254553"/>
                  </a:lnTo>
                  <a:lnTo>
                    <a:pt x="2617915" y="254594"/>
                  </a:lnTo>
                  <a:lnTo>
                    <a:pt x="2616844" y="254634"/>
                  </a:lnTo>
                  <a:lnTo>
                    <a:pt x="2615772" y="254673"/>
                  </a:lnTo>
                  <a:lnTo>
                    <a:pt x="2614701" y="254712"/>
                  </a:lnTo>
                  <a:lnTo>
                    <a:pt x="2613629" y="254751"/>
                  </a:lnTo>
                  <a:lnTo>
                    <a:pt x="2612557" y="254789"/>
                  </a:lnTo>
                  <a:lnTo>
                    <a:pt x="2611486" y="254827"/>
                  </a:lnTo>
                  <a:lnTo>
                    <a:pt x="2610414" y="254865"/>
                  </a:lnTo>
                  <a:lnTo>
                    <a:pt x="2609343" y="254902"/>
                  </a:lnTo>
                  <a:lnTo>
                    <a:pt x="2608271" y="254938"/>
                  </a:lnTo>
                  <a:lnTo>
                    <a:pt x="2607199" y="254974"/>
                  </a:lnTo>
                  <a:lnTo>
                    <a:pt x="2606128" y="255010"/>
                  </a:lnTo>
                  <a:lnTo>
                    <a:pt x="2605056" y="255045"/>
                  </a:lnTo>
                  <a:lnTo>
                    <a:pt x="2603985" y="255080"/>
                  </a:lnTo>
                  <a:lnTo>
                    <a:pt x="2602913" y="255114"/>
                  </a:lnTo>
                  <a:lnTo>
                    <a:pt x="2601841" y="255148"/>
                  </a:lnTo>
                  <a:lnTo>
                    <a:pt x="2600770" y="255181"/>
                  </a:lnTo>
                  <a:lnTo>
                    <a:pt x="2599698" y="255214"/>
                  </a:lnTo>
                  <a:lnTo>
                    <a:pt x="2598627" y="255246"/>
                  </a:lnTo>
                  <a:lnTo>
                    <a:pt x="2597555" y="255278"/>
                  </a:lnTo>
                  <a:lnTo>
                    <a:pt x="2596483" y="255310"/>
                  </a:lnTo>
                  <a:lnTo>
                    <a:pt x="2595412" y="255341"/>
                  </a:lnTo>
                  <a:lnTo>
                    <a:pt x="2594340" y="255371"/>
                  </a:lnTo>
                  <a:lnTo>
                    <a:pt x="2593269" y="255401"/>
                  </a:lnTo>
                  <a:lnTo>
                    <a:pt x="2592197" y="255430"/>
                  </a:lnTo>
                  <a:lnTo>
                    <a:pt x="2591125" y="255459"/>
                  </a:lnTo>
                  <a:lnTo>
                    <a:pt x="2590054" y="255488"/>
                  </a:lnTo>
                  <a:lnTo>
                    <a:pt x="2588982" y="255516"/>
                  </a:lnTo>
                  <a:lnTo>
                    <a:pt x="2587911" y="255543"/>
                  </a:lnTo>
                  <a:lnTo>
                    <a:pt x="2586839" y="255570"/>
                  </a:lnTo>
                  <a:lnTo>
                    <a:pt x="2585767" y="255597"/>
                  </a:lnTo>
                  <a:lnTo>
                    <a:pt x="2584696" y="255623"/>
                  </a:lnTo>
                  <a:lnTo>
                    <a:pt x="2583624" y="255648"/>
                  </a:lnTo>
                  <a:lnTo>
                    <a:pt x="2582553" y="255673"/>
                  </a:lnTo>
                  <a:lnTo>
                    <a:pt x="2581481" y="255698"/>
                  </a:lnTo>
                  <a:lnTo>
                    <a:pt x="2580409" y="255722"/>
                  </a:lnTo>
                  <a:lnTo>
                    <a:pt x="2579338" y="255745"/>
                  </a:lnTo>
                  <a:lnTo>
                    <a:pt x="2578266" y="255768"/>
                  </a:lnTo>
                  <a:lnTo>
                    <a:pt x="2577195" y="255791"/>
                  </a:lnTo>
                  <a:lnTo>
                    <a:pt x="2576123" y="255812"/>
                  </a:lnTo>
                  <a:lnTo>
                    <a:pt x="2575051" y="255834"/>
                  </a:lnTo>
                  <a:lnTo>
                    <a:pt x="2573980" y="255855"/>
                  </a:lnTo>
                  <a:lnTo>
                    <a:pt x="2572908" y="255875"/>
                  </a:lnTo>
                  <a:lnTo>
                    <a:pt x="2571837" y="255895"/>
                  </a:lnTo>
                  <a:lnTo>
                    <a:pt x="2570765" y="255914"/>
                  </a:lnTo>
                  <a:lnTo>
                    <a:pt x="2569693" y="255932"/>
                  </a:lnTo>
                  <a:lnTo>
                    <a:pt x="2568622" y="255951"/>
                  </a:lnTo>
                  <a:lnTo>
                    <a:pt x="2567550" y="255968"/>
                  </a:lnTo>
                  <a:lnTo>
                    <a:pt x="2566479" y="255985"/>
                  </a:lnTo>
                  <a:lnTo>
                    <a:pt x="2565407" y="256002"/>
                  </a:lnTo>
                  <a:lnTo>
                    <a:pt x="2564335" y="256018"/>
                  </a:lnTo>
                  <a:lnTo>
                    <a:pt x="2563264" y="256033"/>
                  </a:lnTo>
                  <a:lnTo>
                    <a:pt x="2562192" y="256048"/>
                  </a:lnTo>
                  <a:lnTo>
                    <a:pt x="2561121" y="256062"/>
                  </a:lnTo>
                  <a:lnTo>
                    <a:pt x="2560049" y="256076"/>
                  </a:lnTo>
                  <a:lnTo>
                    <a:pt x="2558977" y="256089"/>
                  </a:lnTo>
                  <a:lnTo>
                    <a:pt x="2557906" y="256101"/>
                  </a:lnTo>
                  <a:lnTo>
                    <a:pt x="2556834" y="256113"/>
                  </a:lnTo>
                  <a:lnTo>
                    <a:pt x="2555763" y="256125"/>
                  </a:lnTo>
                  <a:lnTo>
                    <a:pt x="2554691" y="256136"/>
                  </a:lnTo>
                  <a:lnTo>
                    <a:pt x="2553619" y="256146"/>
                  </a:lnTo>
                  <a:lnTo>
                    <a:pt x="2552548" y="256156"/>
                  </a:lnTo>
                  <a:lnTo>
                    <a:pt x="2551476" y="256165"/>
                  </a:lnTo>
                  <a:lnTo>
                    <a:pt x="2550405" y="256173"/>
                  </a:lnTo>
                  <a:lnTo>
                    <a:pt x="2549333" y="256181"/>
                  </a:lnTo>
                  <a:lnTo>
                    <a:pt x="2548261" y="256188"/>
                  </a:lnTo>
                  <a:lnTo>
                    <a:pt x="2547190" y="256195"/>
                  </a:lnTo>
                  <a:lnTo>
                    <a:pt x="2546118" y="256201"/>
                  </a:lnTo>
                  <a:lnTo>
                    <a:pt x="2545047" y="256207"/>
                  </a:lnTo>
                  <a:lnTo>
                    <a:pt x="2543975" y="256212"/>
                  </a:lnTo>
                  <a:lnTo>
                    <a:pt x="2542903" y="256216"/>
                  </a:lnTo>
                  <a:lnTo>
                    <a:pt x="2541832" y="256220"/>
                  </a:lnTo>
                  <a:lnTo>
                    <a:pt x="2540760" y="256223"/>
                  </a:lnTo>
                  <a:lnTo>
                    <a:pt x="2539689" y="256226"/>
                  </a:lnTo>
                  <a:lnTo>
                    <a:pt x="2538617" y="256228"/>
                  </a:lnTo>
                  <a:lnTo>
                    <a:pt x="2537545" y="256229"/>
                  </a:lnTo>
                  <a:lnTo>
                    <a:pt x="2536474" y="256230"/>
                  </a:lnTo>
                  <a:lnTo>
                    <a:pt x="2535402" y="256230"/>
                  </a:lnTo>
                  <a:lnTo>
                    <a:pt x="2534331" y="256229"/>
                  </a:lnTo>
                  <a:lnTo>
                    <a:pt x="2533259" y="256228"/>
                  </a:lnTo>
                  <a:lnTo>
                    <a:pt x="2532187" y="256226"/>
                  </a:lnTo>
                  <a:lnTo>
                    <a:pt x="2531116" y="256224"/>
                  </a:lnTo>
                  <a:lnTo>
                    <a:pt x="2530044" y="256221"/>
                  </a:lnTo>
                  <a:lnTo>
                    <a:pt x="2528973" y="256217"/>
                  </a:lnTo>
                  <a:lnTo>
                    <a:pt x="2527901" y="256213"/>
                  </a:lnTo>
                  <a:lnTo>
                    <a:pt x="2526829" y="256208"/>
                  </a:lnTo>
                  <a:lnTo>
                    <a:pt x="2525758" y="256202"/>
                  </a:lnTo>
                  <a:lnTo>
                    <a:pt x="2524686" y="256196"/>
                  </a:lnTo>
                  <a:lnTo>
                    <a:pt x="2523615" y="256189"/>
                  </a:lnTo>
                  <a:lnTo>
                    <a:pt x="2522543" y="256181"/>
                  </a:lnTo>
                  <a:lnTo>
                    <a:pt x="2521471" y="256173"/>
                  </a:lnTo>
                  <a:lnTo>
                    <a:pt x="2520400" y="256164"/>
                  </a:lnTo>
                  <a:lnTo>
                    <a:pt x="2519328" y="256155"/>
                  </a:lnTo>
                  <a:lnTo>
                    <a:pt x="2518257" y="256144"/>
                  </a:lnTo>
                  <a:lnTo>
                    <a:pt x="2517185" y="256134"/>
                  </a:lnTo>
                  <a:lnTo>
                    <a:pt x="2516113" y="256122"/>
                  </a:lnTo>
                  <a:lnTo>
                    <a:pt x="2515042" y="256110"/>
                  </a:lnTo>
                  <a:lnTo>
                    <a:pt x="2513970" y="256097"/>
                  </a:lnTo>
                  <a:lnTo>
                    <a:pt x="2512899" y="256084"/>
                  </a:lnTo>
                  <a:lnTo>
                    <a:pt x="2511827" y="256069"/>
                  </a:lnTo>
                  <a:lnTo>
                    <a:pt x="2510755" y="256055"/>
                  </a:lnTo>
                  <a:lnTo>
                    <a:pt x="2509684" y="256039"/>
                  </a:lnTo>
                  <a:lnTo>
                    <a:pt x="2508612" y="256023"/>
                  </a:lnTo>
                  <a:lnTo>
                    <a:pt x="2507541" y="256006"/>
                  </a:lnTo>
                  <a:lnTo>
                    <a:pt x="2506469" y="255988"/>
                  </a:lnTo>
                  <a:lnTo>
                    <a:pt x="2505397" y="255970"/>
                  </a:lnTo>
                  <a:lnTo>
                    <a:pt x="2504326" y="255951"/>
                  </a:lnTo>
                  <a:lnTo>
                    <a:pt x="2503254" y="255931"/>
                  </a:lnTo>
                  <a:lnTo>
                    <a:pt x="2502183" y="255911"/>
                  </a:lnTo>
                  <a:lnTo>
                    <a:pt x="2501111" y="255890"/>
                  </a:lnTo>
                  <a:lnTo>
                    <a:pt x="2500039" y="255868"/>
                  </a:lnTo>
                  <a:lnTo>
                    <a:pt x="2498968" y="255846"/>
                  </a:lnTo>
                  <a:lnTo>
                    <a:pt x="2497896" y="255823"/>
                  </a:lnTo>
                  <a:lnTo>
                    <a:pt x="2496825" y="255799"/>
                  </a:lnTo>
                  <a:lnTo>
                    <a:pt x="2495753" y="255774"/>
                  </a:lnTo>
                  <a:lnTo>
                    <a:pt x="2494681" y="255749"/>
                  </a:lnTo>
                  <a:lnTo>
                    <a:pt x="2493610" y="255723"/>
                  </a:lnTo>
                  <a:lnTo>
                    <a:pt x="2492538" y="255696"/>
                  </a:lnTo>
                  <a:lnTo>
                    <a:pt x="2491467" y="255669"/>
                  </a:lnTo>
                  <a:lnTo>
                    <a:pt x="2490395" y="255640"/>
                  </a:lnTo>
                  <a:lnTo>
                    <a:pt x="2489323" y="255612"/>
                  </a:lnTo>
                  <a:lnTo>
                    <a:pt x="2488252" y="255582"/>
                  </a:lnTo>
                  <a:lnTo>
                    <a:pt x="2487180" y="255552"/>
                  </a:lnTo>
                  <a:lnTo>
                    <a:pt x="2486109" y="255520"/>
                  </a:lnTo>
                  <a:lnTo>
                    <a:pt x="2485037" y="255489"/>
                  </a:lnTo>
                  <a:lnTo>
                    <a:pt x="2483966" y="255456"/>
                  </a:lnTo>
                  <a:lnTo>
                    <a:pt x="2482894" y="255423"/>
                  </a:lnTo>
                  <a:lnTo>
                    <a:pt x="2481822" y="255389"/>
                  </a:lnTo>
                  <a:lnTo>
                    <a:pt x="2480751" y="255354"/>
                  </a:lnTo>
                  <a:lnTo>
                    <a:pt x="2479679" y="255318"/>
                  </a:lnTo>
                  <a:lnTo>
                    <a:pt x="2478608" y="255282"/>
                  </a:lnTo>
                  <a:lnTo>
                    <a:pt x="2477536" y="255245"/>
                  </a:lnTo>
                  <a:lnTo>
                    <a:pt x="2476464" y="255207"/>
                  </a:lnTo>
                  <a:lnTo>
                    <a:pt x="2475393" y="255169"/>
                  </a:lnTo>
                  <a:lnTo>
                    <a:pt x="2474321" y="255129"/>
                  </a:lnTo>
                  <a:lnTo>
                    <a:pt x="2473250" y="255089"/>
                  </a:lnTo>
                  <a:lnTo>
                    <a:pt x="2472178" y="255048"/>
                  </a:lnTo>
                  <a:lnTo>
                    <a:pt x="2471106" y="255007"/>
                  </a:lnTo>
                  <a:lnTo>
                    <a:pt x="2470035" y="254964"/>
                  </a:lnTo>
                  <a:lnTo>
                    <a:pt x="2468963" y="254921"/>
                  </a:lnTo>
                  <a:lnTo>
                    <a:pt x="2467892" y="254877"/>
                  </a:lnTo>
                  <a:lnTo>
                    <a:pt x="2466820" y="254833"/>
                  </a:lnTo>
                  <a:lnTo>
                    <a:pt x="2465748" y="254787"/>
                  </a:lnTo>
                  <a:lnTo>
                    <a:pt x="2464677" y="254741"/>
                  </a:lnTo>
                  <a:lnTo>
                    <a:pt x="2463605" y="254694"/>
                  </a:lnTo>
                  <a:lnTo>
                    <a:pt x="2462534" y="254646"/>
                  </a:lnTo>
                  <a:lnTo>
                    <a:pt x="2461462" y="254597"/>
                  </a:lnTo>
                  <a:lnTo>
                    <a:pt x="2460390" y="254548"/>
                  </a:lnTo>
                  <a:lnTo>
                    <a:pt x="2459319" y="254498"/>
                  </a:lnTo>
                  <a:lnTo>
                    <a:pt x="2458247" y="254447"/>
                  </a:lnTo>
                  <a:lnTo>
                    <a:pt x="2457176" y="254395"/>
                  </a:lnTo>
                  <a:lnTo>
                    <a:pt x="2456104" y="254342"/>
                  </a:lnTo>
                  <a:lnTo>
                    <a:pt x="2455032" y="254289"/>
                  </a:lnTo>
                  <a:lnTo>
                    <a:pt x="2453961" y="254235"/>
                  </a:lnTo>
                  <a:lnTo>
                    <a:pt x="2452889" y="254180"/>
                  </a:lnTo>
                  <a:lnTo>
                    <a:pt x="2451818" y="254124"/>
                  </a:lnTo>
                  <a:lnTo>
                    <a:pt x="2450746" y="254067"/>
                  </a:lnTo>
                  <a:lnTo>
                    <a:pt x="2449674" y="254010"/>
                  </a:lnTo>
                  <a:lnTo>
                    <a:pt x="2448603" y="253951"/>
                  </a:lnTo>
                  <a:lnTo>
                    <a:pt x="2447531" y="253892"/>
                  </a:lnTo>
                  <a:lnTo>
                    <a:pt x="2446460" y="253832"/>
                  </a:lnTo>
                  <a:lnTo>
                    <a:pt x="2445388" y="253771"/>
                  </a:lnTo>
                  <a:lnTo>
                    <a:pt x="2444316" y="253710"/>
                  </a:lnTo>
                  <a:lnTo>
                    <a:pt x="2443245" y="253647"/>
                  </a:lnTo>
                  <a:lnTo>
                    <a:pt x="2442173" y="253584"/>
                  </a:lnTo>
                  <a:lnTo>
                    <a:pt x="2441102" y="253520"/>
                  </a:lnTo>
                  <a:lnTo>
                    <a:pt x="2440030" y="253455"/>
                  </a:lnTo>
                  <a:lnTo>
                    <a:pt x="2438958" y="253389"/>
                  </a:lnTo>
                  <a:lnTo>
                    <a:pt x="2437887" y="253323"/>
                  </a:lnTo>
                  <a:lnTo>
                    <a:pt x="2436815" y="253255"/>
                  </a:lnTo>
                  <a:lnTo>
                    <a:pt x="2435744" y="253187"/>
                  </a:lnTo>
                  <a:lnTo>
                    <a:pt x="2434672" y="253118"/>
                  </a:lnTo>
                  <a:lnTo>
                    <a:pt x="2433600" y="253048"/>
                  </a:lnTo>
                  <a:lnTo>
                    <a:pt x="2432529" y="252977"/>
                  </a:lnTo>
                  <a:lnTo>
                    <a:pt x="2431457" y="252905"/>
                  </a:lnTo>
                  <a:lnTo>
                    <a:pt x="2430386" y="252833"/>
                  </a:lnTo>
                  <a:lnTo>
                    <a:pt x="2429314" y="252759"/>
                  </a:lnTo>
                  <a:lnTo>
                    <a:pt x="2428242" y="252685"/>
                  </a:lnTo>
                  <a:lnTo>
                    <a:pt x="2427171" y="252610"/>
                  </a:lnTo>
                  <a:lnTo>
                    <a:pt x="2426099" y="252533"/>
                  </a:lnTo>
                  <a:lnTo>
                    <a:pt x="2425028" y="252457"/>
                  </a:lnTo>
                  <a:lnTo>
                    <a:pt x="2423956" y="252379"/>
                  </a:lnTo>
                  <a:lnTo>
                    <a:pt x="2422884" y="252300"/>
                  </a:lnTo>
                  <a:lnTo>
                    <a:pt x="2421813" y="252220"/>
                  </a:lnTo>
                  <a:lnTo>
                    <a:pt x="2420741" y="252140"/>
                  </a:lnTo>
                  <a:lnTo>
                    <a:pt x="2419670" y="252059"/>
                  </a:lnTo>
                  <a:lnTo>
                    <a:pt x="2418598" y="251976"/>
                  </a:lnTo>
                  <a:lnTo>
                    <a:pt x="2417526" y="251893"/>
                  </a:lnTo>
                  <a:lnTo>
                    <a:pt x="2416455" y="251809"/>
                  </a:lnTo>
                  <a:lnTo>
                    <a:pt x="2415383" y="251724"/>
                  </a:lnTo>
                  <a:lnTo>
                    <a:pt x="2414312" y="251639"/>
                  </a:lnTo>
                  <a:lnTo>
                    <a:pt x="2413240" y="251552"/>
                  </a:lnTo>
                  <a:lnTo>
                    <a:pt x="2412168" y="251464"/>
                  </a:lnTo>
                  <a:lnTo>
                    <a:pt x="2411097" y="251376"/>
                  </a:lnTo>
                  <a:lnTo>
                    <a:pt x="2410025" y="251286"/>
                  </a:lnTo>
                  <a:lnTo>
                    <a:pt x="2408954" y="251196"/>
                  </a:lnTo>
                  <a:lnTo>
                    <a:pt x="2407882" y="251105"/>
                  </a:lnTo>
                  <a:lnTo>
                    <a:pt x="2406810" y="251012"/>
                  </a:lnTo>
                  <a:lnTo>
                    <a:pt x="2405739" y="250919"/>
                  </a:lnTo>
                  <a:lnTo>
                    <a:pt x="2404667" y="250825"/>
                  </a:lnTo>
                  <a:lnTo>
                    <a:pt x="2403596" y="250730"/>
                  </a:lnTo>
                  <a:lnTo>
                    <a:pt x="2402524" y="250635"/>
                  </a:lnTo>
                  <a:lnTo>
                    <a:pt x="2401452" y="250538"/>
                  </a:lnTo>
                  <a:lnTo>
                    <a:pt x="2400381" y="250440"/>
                  </a:lnTo>
                  <a:lnTo>
                    <a:pt x="2399309" y="250341"/>
                  </a:lnTo>
                  <a:lnTo>
                    <a:pt x="2398238" y="250242"/>
                  </a:lnTo>
                  <a:lnTo>
                    <a:pt x="2397166" y="250141"/>
                  </a:lnTo>
                  <a:lnTo>
                    <a:pt x="2396094" y="250040"/>
                  </a:lnTo>
                  <a:lnTo>
                    <a:pt x="2395023" y="249937"/>
                  </a:lnTo>
                  <a:lnTo>
                    <a:pt x="2393951" y="249834"/>
                  </a:lnTo>
                  <a:lnTo>
                    <a:pt x="2392880" y="249730"/>
                  </a:lnTo>
                  <a:lnTo>
                    <a:pt x="2391808" y="249625"/>
                  </a:lnTo>
                  <a:lnTo>
                    <a:pt x="2390736" y="249518"/>
                  </a:lnTo>
                  <a:lnTo>
                    <a:pt x="2389665" y="249411"/>
                  </a:lnTo>
                  <a:lnTo>
                    <a:pt x="2388593" y="249303"/>
                  </a:lnTo>
                  <a:lnTo>
                    <a:pt x="2387522" y="249194"/>
                  </a:lnTo>
                  <a:lnTo>
                    <a:pt x="2386450" y="249084"/>
                  </a:lnTo>
                  <a:lnTo>
                    <a:pt x="2385378" y="248973"/>
                  </a:lnTo>
                  <a:lnTo>
                    <a:pt x="2384307" y="248861"/>
                  </a:lnTo>
                  <a:lnTo>
                    <a:pt x="2383235" y="248748"/>
                  </a:lnTo>
                  <a:lnTo>
                    <a:pt x="2382164" y="248634"/>
                  </a:lnTo>
                  <a:lnTo>
                    <a:pt x="2381092" y="248519"/>
                  </a:lnTo>
                  <a:lnTo>
                    <a:pt x="2380020" y="248403"/>
                  </a:lnTo>
                  <a:lnTo>
                    <a:pt x="2378949" y="248286"/>
                  </a:lnTo>
                  <a:lnTo>
                    <a:pt x="2377877" y="248169"/>
                  </a:lnTo>
                  <a:lnTo>
                    <a:pt x="2376806" y="248050"/>
                  </a:lnTo>
                  <a:lnTo>
                    <a:pt x="2375734" y="247930"/>
                  </a:lnTo>
                  <a:lnTo>
                    <a:pt x="2374662" y="247809"/>
                  </a:lnTo>
                  <a:lnTo>
                    <a:pt x="2373591" y="247687"/>
                  </a:lnTo>
                  <a:lnTo>
                    <a:pt x="2372519" y="247564"/>
                  </a:lnTo>
                  <a:lnTo>
                    <a:pt x="2371448" y="247441"/>
                  </a:lnTo>
                  <a:lnTo>
                    <a:pt x="2370376" y="247316"/>
                  </a:lnTo>
                  <a:lnTo>
                    <a:pt x="2369304" y="247190"/>
                  </a:lnTo>
                  <a:lnTo>
                    <a:pt x="2368233" y="247063"/>
                  </a:lnTo>
                  <a:lnTo>
                    <a:pt x="2367161" y="246935"/>
                  </a:lnTo>
                  <a:lnTo>
                    <a:pt x="2366090" y="246807"/>
                  </a:lnTo>
                  <a:lnTo>
                    <a:pt x="2365018" y="246677"/>
                  </a:lnTo>
                  <a:lnTo>
                    <a:pt x="2363946" y="246546"/>
                  </a:lnTo>
                  <a:lnTo>
                    <a:pt x="2362875" y="246414"/>
                  </a:lnTo>
                  <a:lnTo>
                    <a:pt x="2361803" y="246281"/>
                  </a:lnTo>
                  <a:lnTo>
                    <a:pt x="2360732" y="246147"/>
                  </a:lnTo>
                  <a:lnTo>
                    <a:pt x="2359660" y="246012"/>
                  </a:lnTo>
                  <a:lnTo>
                    <a:pt x="2358588" y="245876"/>
                  </a:lnTo>
                  <a:lnTo>
                    <a:pt x="2357517" y="245739"/>
                  </a:lnTo>
                  <a:lnTo>
                    <a:pt x="2356445" y="245601"/>
                  </a:lnTo>
                  <a:lnTo>
                    <a:pt x="2355374" y="245462"/>
                  </a:lnTo>
                  <a:lnTo>
                    <a:pt x="2354302" y="245322"/>
                  </a:lnTo>
                  <a:lnTo>
                    <a:pt x="2353230" y="245181"/>
                  </a:lnTo>
                  <a:lnTo>
                    <a:pt x="2352159" y="245039"/>
                  </a:lnTo>
                  <a:lnTo>
                    <a:pt x="2351087" y="244895"/>
                  </a:lnTo>
                  <a:lnTo>
                    <a:pt x="2350016" y="244751"/>
                  </a:lnTo>
                  <a:lnTo>
                    <a:pt x="2348944" y="244606"/>
                  </a:lnTo>
                  <a:lnTo>
                    <a:pt x="2347872" y="244459"/>
                  </a:lnTo>
                  <a:lnTo>
                    <a:pt x="2346801" y="244312"/>
                  </a:lnTo>
                  <a:lnTo>
                    <a:pt x="2345729" y="244163"/>
                  </a:lnTo>
                  <a:lnTo>
                    <a:pt x="2344658" y="244014"/>
                  </a:lnTo>
                  <a:lnTo>
                    <a:pt x="2343586" y="243863"/>
                  </a:lnTo>
                  <a:lnTo>
                    <a:pt x="2342514" y="243711"/>
                  </a:lnTo>
                  <a:lnTo>
                    <a:pt x="2341443" y="243559"/>
                  </a:lnTo>
                  <a:lnTo>
                    <a:pt x="2340371" y="243405"/>
                  </a:lnTo>
                  <a:lnTo>
                    <a:pt x="2339300" y="243250"/>
                  </a:lnTo>
                  <a:lnTo>
                    <a:pt x="2338228" y="243094"/>
                  </a:lnTo>
                  <a:lnTo>
                    <a:pt x="2337156" y="242937"/>
                  </a:lnTo>
                  <a:lnTo>
                    <a:pt x="2336085" y="242779"/>
                  </a:lnTo>
                  <a:lnTo>
                    <a:pt x="2335013" y="242619"/>
                  </a:lnTo>
                  <a:lnTo>
                    <a:pt x="2333942" y="242459"/>
                  </a:lnTo>
                  <a:lnTo>
                    <a:pt x="2332870" y="242298"/>
                  </a:lnTo>
                  <a:lnTo>
                    <a:pt x="2331798" y="242135"/>
                  </a:lnTo>
                  <a:lnTo>
                    <a:pt x="2330727" y="241971"/>
                  </a:lnTo>
                  <a:lnTo>
                    <a:pt x="2329655" y="241807"/>
                  </a:lnTo>
                  <a:lnTo>
                    <a:pt x="2328584" y="241641"/>
                  </a:lnTo>
                  <a:lnTo>
                    <a:pt x="2327512" y="241474"/>
                  </a:lnTo>
                  <a:lnTo>
                    <a:pt x="2326440" y="241306"/>
                  </a:lnTo>
                  <a:lnTo>
                    <a:pt x="2325369" y="241137"/>
                  </a:lnTo>
                  <a:lnTo>
                    <a:pt x="2324297" y="240966"/>
                  </a:lnTo>
                  <a:lnTo>
                    <a:pt x="2323226" y="240795"/>
                  </a:lnTo>
                  <a:lnTo>
                    <a:pt x="2322154" y="240623"/>
                  </a:lnTo>
                  <a:lnTo>
                    <a:pt x="2321082" y="240449"/>
                  </a:lnTo>
                  <a:lnTo>
                    <a:pt x="2320011" y="240274"/>
                  </a:lnTo>
                  <a:lnTo>
                    <a:pt x="2318939" y="240098"/>
                  </a:lnTo>
                  <a:lnTo>
                    <a:pt x="2317868" y="239921"/>
                  </a:lnTo>
                  <a:lnTo>
                    <a:pt x="2316796" y="239743"/>
                  </a:lnTo>
                  <a:lnTo>
                    <a:pt x="2315724" y="239564"/>
                  </a:lnTo>
                  <a:lnTo>
                    <a:pt x="2314653" y="239384"/>
                  </a:lnTo>
                  <a:lnTo>
                    <a:pt x="2313581" y="239202"/>
                  </a:lnTo>
                  <a:lnTo>
                    <a:pt x="2312510" y="239019"/>
                  </a:lnTo>
                  <a:lnTo>
                    <a:pt x="2311438" y="238836"/>
                  </a:lnTo>
                  <a:lnTo>
                    <a:pt x="2310366" y="238651"/>
                  </a:lnTo>
                  <a:lnTo>
                    <a:pt x="2309295" y="238465"/>
                  </a:lnTo>
                  <a:lnTo>
                    <a:pt x="2308223" y="238277"/>
                  </a:lnTo>
                  <a:lnTo>
                    <a:pt x="2307152" y="238089"/>
                  </a:lnTo>
                  <a:lnTo>
                    <a:pt x="2306080" y="237899"/>
                  </a:lnTo>
                  <a:lnTo>
                    <a:pt x="2305009" y="237709"/>
                  </a:lnTo>
                  <a:lnTo>
                    <a:pt x="2303937" y="237517"/>
                  </a:lnTo>
                  <a:lnTo>
                    <a:pt x="2302865" y="237324"/>
                  </a:lnTo>
                  <a:lnTo>
                    <a:pt x="2301794" y="237130"/>
                  </a:lnTo>
                  <a:lnTo>
                    <a:pt x="2300722" y="236934"/>
                  </a:lnTo>
                  <a:lnTo>
                    <a:pt x="2299651" y="236738"/>
                  </a:lnTo>
                  <a:lnTo>
                    <a:pt x="2298579" y="236540"/>
                  </a:lnTo>
                  <a:lnTo>
                    <a:pt x="2297507" y="236341"/>
                  </a:lnTo>
                  <a:lnTo>
                    <a:pt x="2296436" y="236141"/>
                  </a:lnTo>
                  <a:lnTo>
                    <a:pt x="2295364" y="235940"/>
                  </a:lnTo>
                  <a:lnTo>
                    <a:pt x="2294293" y="235737"/>
                  </a:lnTo>
                  <a:lnTo>
                    <a:pt x="2293221" y="235534"/>
                  </a:lnTo>
                  <a:lnTo>
                    <a:pt x="2292149" y="235329"/>
                  </a:lnTo>
                  <a:lnTo>
                    <a:pt x="2291078" y="235123"/>
                  </a:lnTo>
                  <a:lnTo>
                    <a:pt x="2290006" y="234916"/>
                  </a:lnTo>
                  <a:lnTo>
                    <a:pt x="2288935" y="234707"/>
                  </a:lnTo>
                  <a:lnTo>
                    <a:pt x="2287863" y="234497"/>
                  </a:lnTo>
                  <a:lnTo>
                    <a:pt x="2286791" y="234287"/>
                  </a:lnTo>
                  <a:lnTo>
                    <a:pt x="2285720" y="234075"/>
                  </a:lnTo>
                  <a:lnTo>
                    <a:pt x="2284648" y="233861"/>
                  </a:lnTo>
                  <a:lnTo>
                    <a:pt x="2283577" y="233647"/>
                  </a:lnTo>
                  <a:lnTo>
                    <a:pt x="2282505" y="233431"/>
                  </a:lnTo>
                  <a:lnTo>
                    <a:pt x="2281433" y="233214"/>
                  </a:lnTo>
                  <a:lnTo>
                    <a:pt x="2280362" y="232996"/>
                  </a:lnTo>
                  <a:lnTo>
                    <a:pt x="2279290" y="232777"/>
                  </a:lnTo>
                  <a:lnTo>
                    <a:pt x="2278219" y="232556"/>
                  </a:lnTo>
                  <a:lnTo>
                    <a:pt x="2277147" y="232335"/>
                  </a:lnTo>
                  <a:lnTo>
                    <a:pt x="2276075" y="232112"/>
                  </a:lnTo>
                  <a:lnTo>
                    <a:pt x="2275004" y="231887"/>
                  </a:lnTo>
                  <a:lnTo>
                    <a:pt x="2273932" y="231662"/>
                  </a:lnTo>
                  <a:lnTo>
                    <a:pt x="2272861" y="231435"/>
                  </a:lnTo>
                  <a:lnTo>
                    <a:pt x="2271789" y="231207"/>
                  </a:lnTo>
                  <a:lnTo>
                    <a:pt x="2270717" y="230978"/>
                  </a:lnTo>
                  <a:lnTo>
                    <a:pt x="2269646" y="230748"/>
                  </a:lnTo>
                  <a:lnTo>
                    <a:pt x="2268574" y="230516"/>
                  </a:lnTo>
                  <a:lnTo>
                    <a:pt x="2267503" y="230283"/>
                  </a:lnTo>
                  <a:lnTo>
                    <a:pt x="2266431" y="230049"/>
                  </a:lnTo>
                  <a:lnTo>
                    <a:pt x="2265359" y="229813"/>
                  </a:lnTo>
                  <a:lnTo>
                    <a:pt x="2264288" y="229577"/>
                  </a:lnTo>
                  <a:lnTo>
                    <a:pt x="2263216" y="229339"/>
                  </a:lnTo>
                  <a:lnTo>
                    <a:pt x="2262145" y="229099"/>
                  </a:lnTo>
                  <a:lnTo>
                    <a:pt x="2261073" y="228859"/>
                  </a:lnTo>
                  <a:lnTo>
                    <a:pt x="2260001" y="228617"/>
                  </a:lnTo>
                  <a:lnTo>
                    <a:pt x="2258930" y="228374"/>
                  </a:lnTo>
                  <a:lnTo>
                    <a:pt x="2257858" y="228130"/>
                  </a:lnTo>
                  <a:lnTo>
                    <a:pt x="2256787" y="227884"/>
                  </a:lnTo>
                  <a:lnTo>
                    <a:pt x="2255715" y="227637"/>
                  </a:lnTo>
                  <a:lnTo>
                    <a:pt x="2254643" y="227389"/>
                  </a:lnTo>
                  <a:lnTo>
                    <a:pt x="2253572" y="227139"/>
                  </a:lnTo>
                  <a:lnTo>
                    <a:pt x="2252500" y="226889"/>
                  </a:lnTo>
                  <a:lnTo>
                    <a:pt x="2251429" y="226637"/>
                  </a:lnTo>
                  <a:lnTo>
                    <a:pt x="2250357" y="226383"/>
                  </a:lnTo>
                  <a:lnTo>
                    <a:pt x="2249285" y="226129"/>
                  </a:lnTo>
                  <a:lnTo>
                    <a:pt x="2248214" y="225873"/>
                  </a:lnTo>
                  <a:lnTo>
                    <a:pt x="2247142" y="225615"/>
                  </a:lnTo>
                  <a:lnTo>
                    <a:pt x="2246071" y="225357"/>
                  </a:lnTo>
                  <a:lnTo>
                    <a:pt x="2244999" y="225097"/>
                  </a:lnTo>
                  <a:lnTo>
                    <a:pt x="2243927" y="224836"/>
                  </a:lnTo>
                  <a:lnTo>
                    <a:pt x="2242856" y="224573"/>
                  </a:lnTo>
                  <a:lnTo>
                    <a:pt x="2241784" y="224309"/>
                  </a:lnTo>
                  <a:lnTo>
                    <a:pt x="2240713" y="224044"/>
                  </a:lnTo>
                  <a:lnTo>
                    <a:pt x="2239641" y="223778"/>
                  </a:lnTo>
                  <a:lnTo>
                    <a:pt x="2238569" y="223510"/>
                  </a:lnTo>
                  <a:lnTo>
                    <a:pt x="2237498" y="223241"/>
                  </a:lnTo>
                  <a:lnTo>
                    <a:pt x="2236426" y="222970"/>
                  </a:lnTo>
                  <a:lnTo>
                    <a:pt x="2235355" y="222699"/>
                  </a:lnTo>
                  <a:lnTo>
                    <a:pt x="2234283" y="222425"/>
                  </a:lnTo>
                  <a:lnTo>
                    <a:pt x="2233211" y="222151"/>
                  </a:lnTo>
                  <a:lnTo>
                    <a:pt x="2232140" y="221875"/>
                  </a:lnTo>
                  <a:lnTo>
                    <a:pt x="2231068" y="221598"/>
                  </a:lnTo>
                  <a:lnTo>
                    <a:pt x="2229997" y="221319"/>
                  </a:lnTo>
                  <a:lnTo>
                    <a:pt x="2228925" y="221040"/>
                  </a:lnTo>
                  <a:lnTo>
                    <a:pt x="2227853" y="220758"/>
                  </a:lnTo>
                  <a:lnTo>
                    <a:pt x="2226782" y="220476"/>
                  </a:lnTo>
                  <a:lnTo>
                    <a:pt x="2225710" y="220192"/>
                  </a:lnTo>
                  <a:lnTo>
                    <a:pt x="2224639" y="219907"/>
                  </a:lnTo>
                  <a:lnTo>
                    <a:pt x="2223567" y="219620"/>
                  </a:lnTo>
                  <a:lnTo>
                    <a:pt x="2222495" y="219332"/>
                  </a:lnTo>
                  <a:lnTo>
                    <a:pt x="2221424" y="219042"/>
                  </a:lnTo>
                  <a:lnTo>
                    <a:pt x="2220352" y="218752"/>
                  </a:lnTo>
                  <a:lnTo>
                    <a:pt x="2219281" y="218460"/>
                  </a:lnTo>
                  <a:lnTo>
                    <a:pt x="2218209" y="218166"/>
                  </a:lnTo>
                  <a:lnTo>
                    <a:pt x="2217137" y="217871"/>
                  </a:lnTo>
                  <a:lnTo>
                    <a:pt x="2216066" y="217575"/>
                  </a:lnTo>
                  <a:lnTo>
                    <a:pt x="2214994" y="217277"/>
                  </a:lnTo>
                  <a:lnTo>
                    <a:pt x="2213923" y="216978"/>
                  </a:lnTo>
                  <a:lnTo>
                    <a:pt x="2212851" y="216678"/>
                  </a:lnTo>
                  <a:lnTo>
                    <a:pt x="2211779" y="216376"/>
                  </a:lnTo>
                  <a:lnTo>
                    <a:pt x="2210708" y="216072"/>
                  </a:lnTo>
                  <a:lnTo>
                    <a:pt x="2209636" y="215768"/>
                  </a:lnTo>
                  <a:lnTo>
                    <a:pt x="2208565" y="215462"/>
                  </a:lnTo>
                  <a:lnTo>
                    <a:pt x="2207493" y="215154"/>
                  </a:lnTo>
                  <a:lnTo>
                    <a:pt x="2206421" y="214845"/>
                  </a:lnTo>
                  <a:lnTo>
                    <a:pt x="2205350" y="214535"/>
                  </a:lnTo>
                  <a:lnTo>
                    <a:pt x="2204278" y="214223"/>
                  </a:lnTo>
                  <a:lnTo>
                    <a:pt x="2203207" y="213910"/>
                  </a:lnTo>
                  <a:lnTo>
                    <a:pt x="2202135" y="213596"/>
                  </a:lnTo>
                  <a:lnTo>
                    <a:pt x="2201063" y="213280"/>
                  </a:lnTo>
                  <a:lnTo>
                    <a:pt x="2199992" y="212962"/>
                  </a:lnTo>
                  <a:lnTo>
                    <a:pt x="2198920" y="212643"/>
                  </a:lnTo>
                  <a:lnTo>
                    <a:pt x="2197849" y="212323"/>
                  </a:lnTo>
                  <a:lnTo>
                    <a:pt x="2196777" y="212001"/>
                  </a:lnTo>
                  <a:lnTo>
                    <a:pt x="2195705" y="211678"/>
                  </a:lnTo>
                  <a:lnTo>
                    <a:pt x="2194634" y="211354"/>
                  </a:lnTo>
                  <a:lnTo>
                    <a:pt x="2193562" y="211028"/>
                  </a:lnTo>
                  <a:lnTo>
                    <a:pt x="2192491" y="210700"/>
                  </a:lnTo>
                  <a:lnTo>
                    <a:pt x="2191419" y="210371"/>
                  </a:lnTo>
                  <a:lnTo>
                    <a:pt x="2190347" y="210041"/>
                  </a:lnTo>
                  <a:lnTo>
                    <a:pt x="2189276" y="209709"/>
                  </a:lnTo>
                  <a:lnTo>
                    <a:pt x="2188204" y="209376"/>
                  </a:lnTo>
                  <a:lnTo>
                    <a:pt x="2187133" y="209041"/>
                  </a:lnTo>
                  <a:lnTo>
                    <a:pt x="2186061" y="208705"/>
                  </a:lnTo>
                  <a:lnTo>
                    <a:pt x="2184989" y="208367"/>
                  </a:lnTo>
                  <a:lnTo>
                    <a:pt x="2183918" y="208028"/>
                  </a:lnTo>
                  <a:lnTo>
                    <a:pt x="2182846" y="207687"/>
                  </a:lnTo>
                  <a:lnTo>
                    <a:pt x="2181775" y="207345"/>
                  </a:lnTo>
                  <a:lnTo>
                    <a:pt x="2180703" y="207001"/>
                  </a:lnTo>
                  <a:lnTo>
                    <a:pt x="2179631" y="206656"/>
                  </a:lnTo>
                  <a:lnTo>
                    <a:pt x="2178560" y="206310"/>
                  </a:lnTo>
                  <a:lnTo>
                    <a:pt x="2177488" y="205962"/>
                  </a:lnTo>
                  <a:lnTo>
                    <a:pt x="2176417" y="205612"/>
                  </a:lnTo>
                  <a:lnTo>
                    <a:pt x="2175345" y="205261"/>
                  </a:lnTo>
                  <a:lnTo>
                    <a:pt x="2174273" y="204909"/>
                  </a:lnTo>
                  <a:lnTo>
                    <a:pt x="2173202" y="204555"/>
                  </a:lnTo>
                  <a:lnTo>
                    <a:pt x="2172130" y="204199"/>
                  </a:lnTo>
                  <a:lnTo>
                    <a:pt x="2171059" y="203842"/>
                  </a:lnTo>
                  <a:lnTo>
                    <a:pt x="2169987" y="203484"/>
                  </a:lnTo>
                  <a:lnTo>
                    <a:pt x="2168915" y="203124"/>
                  </a:lnTo>
                  <a:lnTo>
                    <a:pt x="2167844" y="202762"/>
                  </a:lnTo>
                  <a:lnTo>
                    <a:pt x="2166772" y="202399"/>
                  </a:lnTo>
                  <a:lnTo>
                    <a:pt x="2165701" y="202035"/>
                  </a:lnTo>
                  <a:lnTo>
                    <a:pt x="2164629" y="201668"/>
                  </a:lnTo>
                  <a:lnTo>
                    <a:pt x="2163557" y="201301"/>
                  </a:lnTo>
                  <a:lnTo>
                    <a:pt x="2162486" y="200932"/>
                  </a:lnTo>
                  <a:lnTo>
                    <a:pt x="2161414" y="200561"/>
                  </a:lnTo>
                  <a:lnTo>
                    <a:pt x="2160343" y="200189"/>
                  </a:lnTo>
                  <a:lnTo>
                    <a:pt x="2159271" y="199815"/>
                  </a:lnTo>
                  <a:lnTo>
                    <a:pt x="2158199" y="199440"/>
                  </a:lnTo>
                  <a:lnTo>
                    <a:pt x="2157128" y="199063"/>
                  </a:lnTo>
                  <a:lnTo>
                    <a:pt x="2156056" y="198685"/>
                  </a:lnTo>
                  <a:lnTo>
                    <a:pt x="2154985" y="198305"/>
                  </a:lnTo>
                  <a:lnTo>
                    <a:pt x="2153913" y="197923"/>
                  </a:lnTo>
                  <a:lnTo>
                    <a:pt x="2152841" y="197540"/>
                  </a:lnTo>
                  <a:lnTo>
                    <a:pt x="2151770" y="197156"/>
                  </a:lnTo>
                  <a:lnTo>
                    <a:pt x="2150698" y="196770"/>
                  </a:lnTo>
                  <a:lnTo>
                    <a:pt x="2149627" y="196382"/>
                  </a:lnTo>
                  <a:lnTo>
                    <a:pt x="2148555" y="195993"/>
                  </a:lnTo>
                  <a:lnTo>
                    <a:pt x="2147483" y="195602"/>
                  </a:lnTo>
                  <a:lnTo>
                    <a:pt x="2146412" y="195210"/>
                  </a:lnTo>
                  <a:lnTo>
                    <a:pt x="2145340" y="194816"/>
                  </a:lnTo>
                  <a:lnTo>
                    <a:pt x="2144269" y="194420"/>
                  </a:lnTo>
                  <a:lnTo>
                    <a:pt x="2143197" y="194023"/>
                  </a:lnTo>
                  <a:lnTo>
                    <a:pt x="2142125" y="193625"/>
                  </a:lnTo>
                  <a:lnTo>
                    <a:pt x="2141054" y="193224"/>
                  </a:lnTo>
                  <a:lnTo>
                    <a:pt x="2139982" y="192823"/>
                  </a:lnTo>
                  <a:lnTo>
                    <a:pt x="2138911" y="192419"/>
                  </a:lnTo>
                  <a:lnTo>
                    <a:pt x="2137839" y="192014"/>
                  </a:lnTo>
                  <a:lnTo>
                    <a:pt x="2136767" y="191608"/>
                  </a:lnTo>
                  <a:lnTo>
                    <a:pt x="2135696" y="191200"/>
                  </a:lnTo>
                  <a:lnTo>
                    <a:pt x="2134624" y="190790"/>
                  </a:lnTo>
                  <a:lnTo>
                    <a:pt x="2133553" y="190379"/>
                  </a:lnTo>
                  <a:lnTo>
                    <a:pt x="2132481" y="189966"/>
                  </a:lnTo>
                  <a:lnTo>
                    <a:pt x="2131409" y="189552"/>
                  </a:lnTo>
                  <a:lnTo>
                    <a:pt x="2130338" y="189136"/>
                  </a:lnTo>
                  <a:lnTo>
                    <a:pt x="2129266" y="188719"/>
                  </a:lnTo>
                  <a:lnTo>
                    <a:pt x="2128195" y="188300"/>
                  </a:lnTo>
                  <a:lnTo>
                    <a:pt x="2127123" y="187880"/>
                  </a:lnTo>
                  <a:lnTo>
                    <a:pt x="2126052" y="187458"/>
                  </a:lnTo>
                  <a:lnTo>
                    <a:pt x="2124980" y="187035"/>
                  </a:lnTo>
                  <a:lnTo>
                    <a:pt x="2123908" y="186610"/>
                  </a:lnTo>
                  <a:lnTo>
                    <a:pt x="2122837" y="186184"/>
                  </a:lnTo>
                  <a:lnTo>
                    <a:pt x="2121765" y="185757"/>
                  </a:lnTo>
                  <a:lnTo>
                    <a:pt x="2120694" y="185328"/>
                  </a:lnTo>
                  <a:lnTo>
                    <a:pt x="2119622" y="184898"/>
                  </a:lnTo>
                  <a:lnTo>
                    <a:pt x="2118550" y="184466"/>
                  </a:lnTo>
                  <a:lnTo>
                    <a:pt x="2117479" y="184033"/>
                  </a:lnTo>
                  <a:lnTo>
                    <a:pt x="2116407" y="183598"/>
                  </a:lnTo>
                  <a:lnTo>
                    <a:pt x="2115336" y="183162"/>
                  </a:lnTo>
                  <a:lnTo>
                    <a:pt x="2114264" y="182725"/>
                  </a:lnTo>
                  <a:lnTo>
                    <a:pt x="2113192" y="182287"/>
                  </a:lnTo>
                  <a:lnTo>
                    <a:pt x="2112121" y="181847"/>
                  </a:lnTo>
                  <a:lnTo>
                    <a:pt x="2111049" y="181405"/>
                  </a:lnTo>
                  <a:lnTo>
                    <a:pt x="2109978" y="180963"/>
                  </a:lnTo>
                  <a:lnTo>
                    <a:pt x="2108906" y="180519"/>
                  </a:lnTo>
                  <a:lnTo>
                    <a:pt x="2107834" y="180074"/>
                  </a:lnTo>
                  <a:lnTo>
                    <a:pt x="2106763" y="179627"/>
                  </a:lnTo>
                  <a:lnTo>
                    <a:pt x="2105691" y="179179"/>
                  </a:lnTo>
                  <a:lnTo>
                    <a:pt x="2104620" y="178730"/>
                  </a:lnTo>
                  <a:lnTo>
                    <a:pt x="2103548" y="178280"/>
                  </a:lnTo>
                  <a:lnTo>
                    <a:pt x="2102476" y="177828"/>
                  </a:lnTo>
                  <a:lnTo>
                    <a:pt x="2101405" y="177376"/>
                  </a:lnTo>
                  <a:lnTo>
                    <a:pt x="2100333" y="176922"/>
                  </a:lnTo>
                  <a:lnTo>
                    <a:pt x="2099262" y="176466"/>
                  </a:lnTo>
                  <a:lnTo>
                    <a:pt x="2098190" y="176010"/>
                  </a:lnTo>
                  <a:lnTo>
                    <a:pt x="2097118" y="175552"/>
                  </a:lnTo>
                  <a:lnTo>
                    <a:pt x="2096047" y="175093"/>
                  </a:lnTo>
                  <a:lnTo>
                    <a:pt x="2094975" y="174633"/>
                  </a:lnTo>
                  <a:lnTo>
                    <a:pt x="2093904" y="174172"/>
                  </a:lnTo>
                  <a:lnTo>
                    <a:pt x="2092832" y="173709"/>
                  </a:lnTo>
                  <a:lnTo>
                    <a:pt x="2091760" y="173246"/>
                  </a:lnTo>
                  <a:lnTo>
                    <a:pt x="2090689" y="172781"/>
                  </a:lnTo>
                  <a:lnTo>
                    <a:pt x="2089617" y="172315"/>
                  </a:lnTo>
                  <a:lnTo>
                    <a:pt x="2088546" y="171848"/>
                  </a:lnTo>
                  <a:lnTo>
                    <a:pt x="2087474" y="171380"/>
                  </a:lnTo>
                  <a:lnTo>
                    <a:pt x="2086402" y="170911"/>
                  </a:lnTo>
                  <a:lnTo>
                    <a:pt x="2085331" y="170441"/>
                  </a:lnTo>
                  <a:lnTo>
                    <a:pt x="2084259" y="169969"/>
                  </a:lnTo>
                  <a:lnTo>
                    <a:pt x="2083188" y="169497"/>
                  </a:lnTo>
                  <a:lnTo>
                    <a:pt x="2082116" y="169023"/>
                  </a:lnTo>
                  <a:lnTo>
                    <a:pt x="2081044" y="168549"/>
                  </a:lnTo>
                  <a:lnTo>
                    <a:pt x="2079973" y="168073"/>
                  </a:lnTo>
                  <a:lnTo>
                    <a:pt x="2078901" y="167596"/>
                  </a:lnTo>
                  <a:lnTo>
                    <a:pt x="2077830" y="167119"/>
                  </a:lnTo>
                  <a:lnTo>
                    <a:pt x="2076758" y="166640"/>
                  </a:lnTo>
                  <a:lnTo>
                    <a:pt x="2075686" y="166160"/>
                  </a:lnTo>
                  <a:lnTo>
                    <a:pt x="2074615" y="165680"/>
                  </a:lnTo>
                  <a:lnTo>
                    <a:pt x="2073543" y="165198"/>
                  </a:lnTo>
                  <a:lnTo>
                    <a:pt x="2072472" y="164715"/>
                  </a:lnTo>
                  <a:lnTo>
                    <a:pt x="2071400" y="164232"/>
                  </a:lnTo>
                  <a:lnTo>
                    <a:pt x="2070328" y="163747"/>
                  </a:lnTo>
                  <a:lnTo>
                    <a:pt x="2069257" y="163262"/>
                  </a:lnTo>
                  <a:lnTo>
                    <a:pt x="2068185" y="162776"/>
                  </a:lnTo>
                  <a:lnTo>
                    <a:pt x="2067114" y="162288"/>
                  </a:lnTo>
                  <a:lnTo>
                    <a:pt x="2066042" y="161800"/>
                  </a:lnTo>
                  <a:lnTo>
                    <a:pt x="2064970" y="161311"/>
                  </a:lnTo>
                  <a:lnTo>
                    <a:pt x="2063899" y="160821"/>
                  </a:lnTo>
                  <a:lnTo>
                    <a:pt x="2062827" y="160330"/>
                  </a:lnTo>
                  <a:lnTo>
                    <a:pt x="2061756" y="159838"/>
                  </a:lnTo>
                  <a:lnTo>
                    <a:pt x="2060684" y="159346"/>
                  </a:lnTo>
                  <a:lnTo>
                    <a:pt x="2059612" y="158852"/>
                  </a:lnTo>
                  <a:lnTo>
                    <a:pt x="2058541" y="158358"/>
                  </a:lnTo>
                  <a:lnTo>
                    <a:pt x="2057469" y="157863"/>
                  </a:lnTo>
                  <a:lnTo>
                    <a:pt x="2056398" y="157367"/>
                  </a:lnTo>
                  <a:lnTo>
                    <a:pt x="2055326" y="156871"/>
                  </a:lnTo>
                  <a:lnTo>
                    <a:pt x="2054254" y="156373"/>
                  </a:lnTo>
                  <a:lnTo>
                    <a:pt x="2053183" y="155875"/>
                  </a:lnTo>
                  <a:lnTo>
                    <a:pt x="2052111" y="155376"/>
                  </a:lnTo>
                  <a:lnTo>
                    <a:pt x="2051040" y="154876"/>
                  </a:lnTo>
                  <a:lnTo>
                    <a:pt x="2049968" y="154376"/>
                  </a:lnTo>
                  <a:lnTo>
                    <a:pt x="2048896" y="153874"/>
                  </a:lnTo>
                  <a:lnTo>
                    <a:pt x="2047825" y="153372"/>
                  </a:lnTo>
                  <a:lnTo>
                    <a:pt x="2046753" y="152870"/>
                  </a:lnTo>
                  <a:lnTo>
                    <a:pt x="2045682" y="152366"/>
                  </a:lnTo>
                  <a:lnTo>
                    <a:pt x="2044610" y="151862"/>
                  </a:lnTo>
                  <a:lnTo>
                    <a:pt x="2043538" y="151357"/>
                  </a:lnTo>
                  <a:lnTo>
                    <a:pt x="2042467" y="150852"/>
                  </a:lnTo>
                  <a:lnTo>
                    <a:pt x="2041395" y="150346"/>
                  </a:lnTo>
                  <a:lnTo>
                    <a:pt x="2040324" y="149839"/>
                  </a:lnTo>
                  <a:lnTo>
                    <a:pt x="2039252" y="149332"/>
                  </a:lnTo>
                  <a:lnTo>
                    <a:pt x="2038180" y="148824"/>
                  </a:lnTo>
                  <a:lnTo>
                    <a:pt x="2037109" y="148315"/>
                  </a:lnTo>
                  <a:lnTo>
                    <a:pt x="2036037" y="147806"/>
                  </a:lnTo>
                  <a:lnTo>
                    <a:pt x="2034966" y="147296"/>
                  </a:lnTo>
                  <a:lnTo>
                    <a:pt x="2033894" y="146786"/>
                  </a:lnTo>
                  <a:lnTo>
                    <a:pt x="2032822" y="146275"/>
                  </a:lnTo>
                  <a:lnTo>
                    <a:pt x="2031751" y="145763"/>
                  </a:lnTo>
                  <a:lnTo>
                    <a:pt x="2030679" y="145251"/>
                  </a:lnTo>
                  <a:lnTo>
                    <a:pt x="2029608" y="144738"/>
                  </a:lnTo>
                  <a:lnTo>
                    <a:pt x="2028536" y="144225"/>
                  </a:lnTo>
                  <a:lnTo>
                    <a:pt x="2027464" y="143712"/>
                  </a:lnTo>
                  <a:lnTo>
                    <a:pt x="2026393" y="143197"/>
                  </a:lnTo>
                  <a:lnTo>
                    <a:pt x="2025321" y="142683"/>
                  </a:lnTo>
                  <a:lnTo>
                    <a:pt x="2024250" y="142168"/>
                  </a:lnTo>
                  <a:lnTo>
                    <a:pt x="2023178" y="141652"/>
                  </a:lnTo>
                  <a:lnTo>
                    <a:pt x="2022106" y="141136"/>
                  </a:lnTo>
                  <a:lnTo>
                    <a:pt x="2021035" y="140619"/>
                  </a:lnTo>
                  <a:lnTo>
                    <a:pt x="2019963" y="140102"/>
                  </a:lnTo>
                  <a:lnTo>
                    <a:pt x="2018892" y="139585"/>
                  </a:lnTo>
                  <a:lnTo>
                    <a:pt x="2017820" y="139067"/>
                  </a:lnTo>
                  <a:lnTo>
                    <a:pt x="2016748" y="138549"/>
                  </a:lnTo>
                  <a:lnTo>
                    <a:pt x="2015677" y="138030"/>
                  </a:lnTo>
                  <a:lnTo>
                    <a:pt x="2014605" y="137511"/>
                  </a:lnTo>
                  <a:lnTo>
                    <a:pt x="2013534" y="136992"/>
                  </a:lnTo>
                  <a:lnTo>
                    <a:pt x="2012462" y="136472"/>
                  </a:lnTo>
                  <a:lnTo>
                    <a:pt x="2011390" y="135952"/>
                  </a:lnTo>
                  <a:lnTo>
                    <a:pt x="2010319" y="135432"/>
                  </a:lnTo>
                  <a:lnTo>
                    <a:pt x="2009247" y="134911"/>
                  </a:lnTo>
                  <a:lnTo>
                    <a:pt x="2008176" y="134390"/>
                  </a:lnTo>
                  <a:lnTo>
                    <a:pt x="2007104" y="133868"/>
                  </a:lnTo>
                  <a:lnTo>
                    <a:pt x="2006032" y="133347"/>
                  </a:lnTo>
                  <a:lnTo>
                    <a:pt x="2004961" y="132825"/>
                  </a:lnTo>
                  <a:lnTo>
                    <a:pt x="2003889" y="132303"/>
                  </a:lnTo>
                  <a:lnTo>
                    <a:pt x="2002818" y="131780"/>
                  </a:lnTo>
                  <a:lnTo>
                    <a:pt x="2001746" y="131257"/>
                  </a:lnTo>
                  <a:lnTo>
                    <a:pt x="2000674" y="130735"/>
                  </a:lnTo>
                  <a:lnTo>
                    <a:pt x="1999603" y="130211"/>
                  </a:lnTo>
                  <a:lnTo>
                    <a:pt x="1998531" y="129688"/>
                  </a:lnTo>
                  <a:lnTo>
                    <a:pt x="1997460" y="129164"/>
                  </a:lnTo>
                  <a:lnTo>
                    <a:pt x="1996388" y="128641"/>
                  </a:lnTo>
                  <a:lnTo>
                    <a:pt x="1995316" y="128117"/>
                  </a:lnTo>
                  <a:lnTo>
                    <a:pt x="1994245" y="127593"/>
                  </a:lnTo>
                  <a:lnTo>
                    <a:pt x="1993173" y="127068"/>
                  </a:lnTo>
                  <a:lnTo>
                    <a:pt x="1992102" y="126544"/>
                  </a:lnTo>
                  <a:lnTo>
                    <a:pt x="1991030" y="126019"/>
                  </a:lnTo>
                  <a:lnTo>
                    <a:pt x="1989958" y="125495"/>
                  </a:lnTo>
                  <a:lnTo>
                    <a:pt x="1988887" y="124970"/>
                  </a:lnTo>
                  <a:lnTo>
                    <a:pt x="1987815" y="124445"/>
                  </a:lnTo>
                  <a:lnTo>
                    <a:pt x="1986744" y="123920"/>
                  </a:lnTo>
                  <a:lnTo>
                    <a:pt x="1985672" y="123395"/>
                  </a:lnTo>
                  <a:lnTo>
                    <a:pt x="1984600" y="122870"/>
                  </a:lnTo>
                  <a:lnTo>
                    <a:pt x="1983529" y="122345"/>
                  </a:lnTo>
                  <a:lnTo>
                    <a:pt x="1982457" y="121819"/>
                  </a:lnTo>
                  <a:lnTo>
                    <a:pt x="1981386" y="121294"/>
                  </a:lnTo>
                  <a:lnTo>
                    <a:pt x="1980314" y="120769"/>
                  </a:lnTo>
                  <a:lnTo>
                    <a:pt x="1979242" y="120244"/>
                  </a:lnTo>
                  <a:lnTo>
                    <a:pt x="1978171" y="119718"/>
                  </a:lnTo>
                  <a:lnTo>
                    <a:pt x="1977099" y="119193"/>
                  </a:lnTo>
                  <a:lnTo>
                    <a:pt x="1976028" y="118668"/>
                  </a:lnTo>
                  <a:lnTo>
                    <a:pt x="1974956" y="118143"/>
                  </a:lnTo>
                  <a:lnTo>
                    <a:pt x="1973884" y="117618"/>
                  </a:lnTo>
                  <a:lnTo>
                    <a:pt x="1972813" y="117093"/>
                  </a:lnTo>
                  <a:lnTo>
                    <a:pt x="1971741" y="116568"/>
                  </a:lnTo>
                  <a:lnTo>
                    <a:pt x="1970670" y="116043"/>
                  </a:lnTo>
                  <a:lnTo>
                    <a:pt x="1969598" y="115518"/>
                  </a:lnTo>
                  <a:lnTo>
                    <a:pt x="1968526" y="114993"/>
                  </a:lnTo>
                  <a:lnTo>
                    <a:pt x="1967455" y="114469"/>
                  </a:lnTo>
                  <a:lnTo>
                    <a:pt x="1966383" y="113945"/>
                  </a:lnTo>
                  <a:lnTo>
                    <a:pt x="1965312" y="113420"/>
                  </a:lnTo>
                  <a:lnTo>
                    <a:pt x="1964240" y="112896"/>
                  </a:lnTo>
                  <a:lnTo>
                    <a:pt x="1963168" y="112372"/>
                  </a:lnTo>
                  <a:lnTo>
                    <a:pt x="1962097" y="111848"/>
                  </a:lnTo>
                  <a:lnTo>
                    <a:pt x="1961025" y="111325"/>
                  </a:lnTo>
                  <a:lnTo>
                    <a:pt x="1959954" y="110802"/>
                  </a:lnTo>
                  <a:lnTo>
                    <a:pt x="1958882" y="110278"/>
                  </a:lnTo>
                  <a:lnTo>
                    <a:pt x="1957810" y="109756"/>
                  </a:lnTo>
                  <a:lnTo>
                    <a:pt x="1956739" y="109233"/>
                  </a:lnTo>
                  <a:lnTo>
                    <a:pt x="1955667" y="108710"/>
                  </a:lnTo>
                  <a:lnTo>
                    <a:pt x="1954596" y="108188"/>
                  </a:lnTo>
                  <a:lnTo>
                    <a:pt x="1953524" y="107666"/>
                  </a:lnTo>
                  <a:lnTo>
                    <a:pt x="1952453" y="107145"/>
                  </a:lnTo>
                  <a:lnTo>
                    <a:pt x="1951381" y="106624"/>
                  </a:lnTo>
                  <a:lnTo>
                    <a:pt x="1950309" y="106103"/>
                  </a:lnTo>
                  <a:lnTo>
                    <a:pt x="1949238" y="105582"/>
                  </a:lnTo>
                  <a:lnTo>
                    <a:pt x="1948166" y="105062"/>
                  </a:lnTo>
                  <a:lnTo>
                    <a:pt x="1947095" y="104542"/>
                  </a:lnTo>
                  <a:lnTo>
                    <a:pt x="1946023" y="104022"/>
                  </a:lnTo>
                  <a:lnTo>
                    <a:pt x="1944951" y="103503"/>
                  </a:lnTo>
                  <a:lnTo>
                    <a:pt x="1943880" y="102984"/>
                  </a:lnTo>
                  <a:lnTo>
                    <a:pt x="1942808" y="102465"/>
                  </a:lnTo>
                  <a:lnTo>
                    <a:pt x="1941737" y="101947"/>
                  </a:lnTo>
                  <a:lnTo>
                    <a:pt x="1940665" y="101430"/>
                  </a:lnTo>
                  <a:lnTo>
                    <a:pt x="1939593" y="100912"/>
                  </a:lnTo>
                  <a:lnTo>
                    <a:pt x="1938522" y="100396"/>
                  </a:lnTo>
                  <a:lnTo>
                    <a:pt x="1937450" y="99879"/>
                  </a:lnTo>
                  <a:lnTo>
                    <a:pt x="1936379" y="99363"/>
                  </a:lnTo>
                  <a:lnTo>
                    <a:pt x="1935307" y="98848"/>
                  </a:lnTo>
                  <a:lnTo>
                    <a:pt x="1934235" y="98333"/>
                  </a:lnTo>
                  <a:lnTo>
                    <a:pt x="1933164" y="97819"/>
                  </a:lnTo>
                  <a:lnTo>
                    <a:pt x="1932092" y="97305"/>
                  </a:lnTo>
                  <a:lnTo>
                    <a:pt x="1931021" y="96791"/>
                  </a:lnTo>
                  <a:lnTo>
                    <a:pt x="1929949" y="96278"/>
                  </a:lnTo>
                  <a:lnTo>
                    <a:pt x="1928877" y="95766"/>
                  </a:lnTo>
                  <a:lnTo>
                    <a:pt x="1927806" y="95254"/>
                  </a:lnTo>
                  <a:lnTo>
                    <a:pt x="1926734" y="94743"/>
                  </a:lnTo>
                  <a:lnTo>
                    <a:pt x="1925663" y="94232"/>
                  </a:lnTo>
                  <a:lnTo>
                    <a:pt x="1924591" y="93722"/>
                  </a:lnTo>
                  <a:lnTo>
                    <a:pt x="1923519" y="93213"/>
                  </a:lnTo>
                  <a:lnTo>
                    <a:pt x="1922448" y="92704"/>
                  </a:lnTo>
                  <a:lnTo>
                    <a:pt x="1921376" y="92196"/>
                  </a:lnTo>
                  <a:lnTo>
                    <a:pt x="1920305" y="91688"/>
                  </a:lnTo>
                  <a:lnTo>
                    <a:pt x="1919233" y="91182"/>
                  </a:lnTo>
                  <a:lnTo>
                    <a:pt x="1918161" y="90675"/>
                  </a:lnTo>
                  <a:lnTo>
                    <a:pt x="1917090" y="90170"/>
                  </a:lnTo>
                  <a:lnTo>
                    <a:pt x="1916018" y="89665"/>
                  </a:lnTo>
                  <a:lnTo>
                    <a:pt x="1914947" y="89161"/>
                  </a:lnTo>
                  <a:lnTo>
                    <a:pt x="1913875" y="88657"/>
                  </a:lnTo>
                  <a:lnTo>
                    <a:pt x="1912803" y="88154"/>
                  </a:lnTo>
                  <a:lnTo>
                    <a:pt x="1911732" y="87652"/>
                  </a:lnTo>
                  <a:lnTo>
                    <a:pt x="1910660" y="87151"/>
                  </a:lnTo>
                  <a:lnTo>
                    <a:pt x="1909589" y="86650"/>
                  </a:lnTo>
                  <a:lnTo>
                    <a:pt x="1908517" y="86151"/>
                  </a:lnTo>
                  <a:lnTo>
                    <a:pt x="1907445" y="85652"/>
                  </a:lnTo>
                  <a:lnTo>
                    <a:pt x="1906374" y="85153"/>
                  </a:lnTo>
                  <a:lnTo>
                    <a:pt x="1905302" y="84656"/>
                  </a:lnTo>
                  <a:lnTo>
                    <a:pt x="1904231" y="84159"/>
                  </a:lnTo>
                  <a:lnTo>
                    <a:pt x="1903159" y="83664"/>
                  </a:lnTo>
                  <a:lnTo>
                    <a:pt x="1902087" y="83169"/>
                  </a:lnTo>
                  <a:lnTo>
                    <a:pt x="1901016" y="82674"/>
                  </a:lnTo>
                  <a:lnTo>
                    <a:pt x="1899944" y="82181"/>
                  </a:lnTo>
                  <a:lnTo>
                    <a:pt x="1898873" y="81689"/>
                  </a:lnTo>
                  <a:lnTo>
                    <a:pt x="1897801" y="81197"/>
                  </a:lnTo>
                  <a:lnTo>
                    <a:pt x="1896729" y="80707"/>
                  </a:lnTo>
                  <a:lnTo>
                    <a:pt x="1895658" y="80217"/>
                  </a:lnTo>
                  <a:lnTo>
                    <a:pt x="1894586" y="79728"/>
                  </a:lnTo>
                  <a:lnTo>
                    <a:pt x="1893515" y="79240"/>
                  </a:lnTo>
                  <a:lnTo>
                    <a:pt x="1892443" y="78753"/>
                  </a:lnTo>
                  <a:lnTo>
                    <a:pt x="1891371" y="78267"/>
                  </a:lnTo>
                  <a:lnTo>
                    <a:pt x="1890300" y="77782"/>
                  </a:lnTo>
                  <a:lnTo>
                    <a:pt x="1889228" y="77298"/>
                  </a:lnTo>
                  <a:lnTo>
                    <a:pt x="1888157" y="76815"/>
                  </a:lnTo>
                  <a:lnTo>
                    <a:pt x="1887085" y="76332"/>
                  </a:lnTo>
                  <a:lnTo>
                    <a:pt x="1886013" y="75851"/>
                  </a:lnTo>
                  <a:lnTo>
                    <a:pt x="1884942" y="75371"/>
                  </a:lnTo>
                  <a:lnTo>
                    <a:pt x="1883870" y="74892"/>
                  </a:lnTo>
                  <a:lnTo>
                    <a:pt x="1882799" y="74414"/>
                  </a:lnTo>
                  <a:lnTo>
                    <a:pt x="1881727" y="73937"/>
                  </a:lnTo>
                  <a:lnTo>
                    <a:pt x="1880655" y="73461"/>
                  </a:lnTo>
                  <a:lnTo>
                    <a:pt x="1879584" y="72986"/>
                  </a:lnTo>
                  <a:lnTo>
                    <a:pt x="1878512" y="72512"/>
                  </a:lnTo>
                  <a:lnTo>
                    <a:pt x="1877441" y="72039"/>
                  </a:lnTo>
                  <a:lnTo>
                    <a:pt x="1876369" y="71567"/>
                  </a:lnTo>
                  <a:lnTo>
                    <a:pt x="1875297" y="71097"/>
                  </a:lnTo>
                  <a:lnTo>
                    <a:pt x="1874226" y="70627"/>
                  </a:lnTo>
                  <a:lnTo>
                    <a:pt x="1873154" y="70159"/>
                  </a:lnTo>
                  <a:lnTo>
                    <a:pt x="1872083" y="69692"/>
                  </a:lnTo>
                  <a:lnTo>
                    <a:pt x="1871011" y="69225"/>
                  </a:lnTo>
                  <a:lnTo>
                    <a:pt x="1869939" y="68760"/>
                  </a:lnTo>
                  <a:lnTo>
                    <a:pt x="1868868" y="68297"/>
                  </a:lnTo>
                  <a:lnTo>
                    <a:pt x="1867796" y="67834"/>
                  </a:lnTo>
                  <a:lnTo>
                    <a:pt x="1866725" y="67373"/>
                  </a:lnTo>
                  <a:lnTo>
                    <a:pt x="1865653" y="66912"/>
                  </a:lnTo>
                  <a:lnTo>
                    <a:pt x="1864581" y="66453"/>
                  </a:lnTo>
                  <a:lnTo>
                    <a:pt x="1863510" y="65996"/>
                  </a:lnTo>
                  <a:lnTo>
                    <a:pt x="1862438" y="65539"/>
                  </a:lnTo>
                  <a:lnTo>
                    <a:pt x="1861367" y="65084"/>
                  </a:lnTo>
                  <a:lnTo>
                    <a:pt x="1860295" y="64630"/>
                  </a:lnTo>
                  <a:lnTo>
                    <a:pt x="1859223" y="64177"/>
                  </a:lnTo>
                  <a:lnTo>
                    <a:pt x="1858152" y="63725"/>
                  </a:lnTo>
                  <a:lnTo>
                    <a:pt x="1857080" y="63275"/>
                  </a:lnTo>
                  <a:lnTo>
                    <a:pt x="1856009" y="62826"/>
                  </a:lnTo>
                  <a:lnTo>
                    <a:pt x="1854937" y="62378"/>
                  </a:lnTo>
                  <a:lnTo>
                    <a:pt x="1853865" y="61932"/>
                  </a:lnTo>
                  <a:lnTo>
                    <a:pt x="1852794" y="61486"/>
                  </a:lnTo>
                  <a:lnTo>
                    <a:pt x="1851722" y="61043"/>
                  </a:lnTo>
                  <a:lnTo>
                    <a:pt x="1850651" y="60600"/>
                  </a:lnTo>
                  <a:lnTo>
                    <a:pt x="1849579" y="60159"/>
                  </a:lnTo>
                  <a:lnTo>
                    <a:pt x="1848507" y="59719"/>
                  </a:lnTo>
                  <a:lnTo>
                    <a:pt x="1847436" y="59281"/>
                  </a:lnTo>
                  <a:lnTo>
                    <a:pt x="1846364" y="58844"/>
                  </a:lnTo>
                  <a:lnTo>
                    <a:pt x="1845293" y="58408"/>
                  </a:lnTo>
                  <a:lnTo>
                    <a:pt x="1844221" y="57974"/>
                  </a:lnTo>
                  <a:lnTo>
                    <a:pt x="1843149" y="57541"/>
                  </a:lnTo>
                  <a:lnTo>
                    <a:pt x="1842078" y="57109"/>
                  </a:lnTo>
                  <a:lnTo>
                    <a:pt x="1841006" y="56679"/>
                  </a:lnTo>
                  <a:lnTo>
                    <a:pt x="1839935" y="56250"/>
                  </a:lnTo>
                  <a:lnTo>
                    <a:pt x="1838863" y="55823"/>
                  </a:lnTo>
                  <a:lnTo>
                    <a:pt x="1837791" y="55397"/>
                  </a:lnTo>
                  <a:lnTo>
                    <a:pt x="1836720" y="54973"/>
                  </a:lnTo>
                  <a:lnTo>
                    <a:pt x="1835648" y="54550"/>
                  </a:lnTo>
                  <a:lnTo>
                    <a:pt x="1834577" y="54128"/>
                  </a:lnTo>
                  <a:lnTo>
                    <a:pt x="1833505" y="53708"/>
                  </a:lnTo>
                  <a:lnTo>
                    <a:pt x="1832433" y="53290"/>
                  </a:lnTo>
                  <a:lnTo>
                    <a:pt x="1831362" y="52873"/>
                  </a:lnTo>
                  <a:lnTo>
                    <a:pt x="1830290" y="52457"/>
                  </a:lnTo>
                  <a:lnTo>
                    <a:pt x="1829219" y="52043"/>
                  </a:lnTo>
                  <a:lnTo>
                    <a:pt x="1828147" y="51631"/>
                  </a:lnTo>
                  <a:lnTo>
                    <a:pt x="1827075" y="51219"/>
                  </a:lnTo>
                  <a:lnTo>
                    <a:pt x="1826004" y="50810"/>
                  </a:lnTo>
                  <a:lnTo>
                    <a:pt x="1824932" y="50402"/>
                  </a:lnTo>
                  <a:lnTo>
                    <a:pt x="1823861" y="49995"/>
                  </a:lnTo>
                  <a:lnTo>
                    <a:pt x="1822789" y="49590"/>
                  </a:lnTo>
                  <a:lnTo>
                    <a:pt x="1821717" y="49187"/>
                  </a:lnTo>
                  <a:lnTo>
                    <a:pt x="1820646" y="48785"/>
                  </a:lnTo>
                  <a:lnTo>
                    <a:pt x="1819574" y="48385"/>
                  </a:lnTo>
                  <a:lnTo>
                    <a:pt x="1818503" y="47986"/>
                  </a:lnTo>
                  <a:lnTo>
                    <a:pt x="1817431" y="47589"/>
                  </a:lnTo>
                  <a:lnTo>
                    <a:pt x="1816359" y="47194"/>
                  </a:lnTo>
                  <a:lnTo>
                    <a:pt x="1815288" y="46800"/>
                  </a:lnTo>
                  <a:lnTo>
                    <a:pt x="1814216" y="46407"/>
                  </a:lnTo>
                  <a:lnTo>
                    <a:pt x="1813145" y="46017"/>
                  </a:lnTo>
                  <a:lnTo>
                    <a:pt x="1812073" y="45627"/>
                  </a:lnTo>
                  <a:lnTo>
                    <a:pt x="1811001" y="45240"/>
                  </a:lnTo>
                  <a:lnTo>
                    <a:pt x="1809930" y="44854"/>
                  </a:lnTo>
                  <a:lnTo>
                    <a:pt x="1808858" y="44470"/>
                  </a:lnTo>
                  <a:lnTo>
                    <a:pt x="1807787" y="44087"/>
                  </a:lnTo>
                  <a:lnTo>
                    <a:pt x="1806715" y="43706"/>
                  </a:lnTo>
                  <a:lnTo>
                    <a:pt x="1805643" y="43327"/>
                  </a:lnTo>
                  <a:lnTo>
                    <a:pt x="1804572" y="42949"/>
                  </a:lnTo>
                  <a:lnTo>
                    <a:pt x="1803500" y="42573"/>
                  </a:lnTo>
                  <a:lnTo>
                    <a:pt x="1802429" y="42198"/>
                  </a:lnTo>
                  <a:lnTo>
                    <a:pt x="1801357" y="41825"/>
                  </a:lnTo>
                  <a:lnTo>
                    <a:pt x="1800285" y="41454"/>
                  </a:lnTo>
                  <a:lnTo>
                    <a:pt x="1799214" y="41085"/>
                  </a:lnTo>
                  <a:lnTo>
                    <a:pt x="1798142" y="40717"/>
                  </a:lnTo>
                  <a:lnTo>
                    <a:pt x="1797071" y="40351"/>
                  </a:lnTo>
                  <a:lnTo>
                    <a:pt x="1795999" y="39986"/>
                  </a:lnTo>
                  <a:lnTo>
                    <a:pt x="1794927" y="39624"/>
                  </a:lnTo>
                  <a:lnTo>
                    <a:pt x="1793856" y="39263"/>
                  </a:lnTo>
                  <a:lnTo>
                    <a:pt x="1792784" y="38903"/>
                  </a:lnTo>
                  <a:lnTo>
                    <a:pt x="1791713" y="38546"/>
                  </a:lnTo>
                  <a:lnTo>
                    <a:pt x="1790641" y="38190"/>
                  </a:lnTo>
                  <a:lnTo>
                    <a:pt x="1789569" y="37835"/>
                  </a:lnTo>
                  <a:lnTo>
                    <a:pt x="1788498" y="37483"/>
                  </a:lnTo>
                  <a:lnTo>
                    <a:pt x="1787426" y="37132"/>
                  </a:lnTo>
                  <a:lnTo>
                    <a:pt x="1786355" y="36783"/>
                  </a:lnTo>
                  <a:lnTo>
                    <a:pt x="1785283" y="36435"/>
                  </a:lnTo>
                  <a:lnTo>
                    <a:pt x="1784211" y="36090"/>
                  </a:lnTo>
                  <a:lnTo>
                    <a:pt x="1783140" y="35746"/>
                  </a:lnTo>
                  <a:lnTo>
                    <a:pt x="1782068" y="35404"/>
                  </a:lnTo>
                  <a:lnTo>
                    <a:pt x="1780997" y="35063"/>
                  </a:lnTo>
                  <a:lnTo>
                    <a:pt x="1779925" y="34724"/>
                  </a:lnTo>
                  <a:lnTo>
                    <a:pt x="1778853" y="34387"/>
                  </a:lnTo>
                  <a:lnTo>
                    <a:pt x="1777782" y="34052"/>
                  </a:lnTo>
                  <a:lnTo>
                    <a:pt x="1776710" y="33718"/>
                  </a:lnTo>
                  <a:lnTo>
                    <a:pt x="1775639" y="33386"/>
                  </a:lnTo>
                  <a:lnTo>
                    <a:pt x="1774567" y="33056"/>
                  </a:lnTo>
                  <a:lnTo>
                    <a:pt x="1773496" y="32728"/>
                  </a:lnTo>
                  <a:lnTo>
                    <a:pt x="1772424" y="32401"/>
                  </a:lnTo>
                  <a:lnTo>
                    <a:pt x="1771352" y="32076"/>
                  </a:lnTo>
                  <a:lnTo>
                    <a:pt x="1770281" y="31753"/>
                  </a:lnTo>
                  <a:lnTo>
                    <a:pt x="1769209" y="31431"/>
                  </a:lnTo>
                  <a:lnTo>
                    <a:pt x="1768138" y="31111"/>
                  </a:lnTo>
                  <a:lnTo>
                    <a:pt x="1767066" y="30793"/>
                  </a:lnTo>
                  <a:lnTo>
                    <a:pt x="1765994" y="30477"/>
                  </a:lnTo>
                  <a:lnTo>
                    <a:pt x="1764923" y="30163"/>
                  </a:lnTo>
                  <a:lnTo>
                    <a:pt x="1763851" y="29850"/>
                  </a:lnTo>
                  <a:lnTo>
                    <a:pt x="1762780" y="29539"/>
                  </a:lnTo>
                  <a:lnTo>
                    <a:pt x="1761708" y="29229"/>
                  </a:lnTo>
                  <a:lnTo>
                    <a:pt x="1760636" y="28922"/>
                  </a:lnTo>
                  <a:lnTo>
                    <a:pt x="1759565" y="28616"/>
                  </a:lnTo>
                  <a:lnTo>
                    <a:pt x="1758493" y="28312"/>
                  </a:lnTo>
                  <a:lnTo>
                    <a:pt x="1757422" y="28009"/>
                  </a:lnTo>
                  <a:lnTo>
                    <a:pt x="1756350" y="27708"/>
                  </a:lnTo>
                  <a:lnTo>
                    <a:pt x="1755278" y="27409"/>
                  </a:lnTo>
                  <a:lnTo>
                    <a:pt x="1754207" y="27112"/>
                  </a:lnTo>
                  <a:lnTo>
                    <a:pt x="1753135" y="26817"/>
                  </a:lnTo>
                  <a:lnTo>
                    <a:pt x="1752064" y="26523"/>
                  </a:lnTo>
                  <a:lnTo>
                    <a:pt x="1750992" y="26231"/>
                  </a:lnTo>
                  <a:lnTo>
                    <a:pt x="1749920" y="25940"/>
                  </a:lnTo>
                  <a:lnTo>
                    <a:pt x="1748849" y="25651"/>
                  </a:lnTo>
                  <a:lnTo>
                    <a:pt x="1747777" y="25364"/>
                  </a:lnTo>
                  <a:lnTo>
                    <a:pt x="1746706" y="25079"/>
                  </a:lnTo>
                  <a:lnTo>
                    <a:pt x="1745634" y="24795"/>
                  </a:lnTo>
                  <a:lnTo>
                    <a:pt x="1744562" y="24514"/>
                  </a:lnTo>
                  <a:lnTo>
                    <a:pt x="1743491" y="24233"/>
                  </a:lnTo>
                  <a:lnTo>
                    <a:pt x="1742419" y="23955"/>
                  </a:lnTo>
                  <a:lnTo>
                    <a:pt x="1741348" y="23678"/>
                  </a:lnTo>
                  <a:lnTo>
                    <a:pt x="1740276" y="23403"/>
                  </a:lnTo>
                  <a:lnTo>
                    <a:pt x="1739204" y="23129"/>
                  </a:lnTo>
                  <a:lnTo>
                    <a:pt x="1738133" y="22857"/>
                  </a:lnTo>
                  <a:lnTo>
                    <a:pt x="1737061" y="22587"/>
                  </a:lnTo>
                  <a:lnTo>
                    <a:pt x="1735990" y="22318"/>
                  </a:lnTo>
                  <a:lnTo>
                    <a:pt x="1734918" y="22051"/>
                  </a:lnTo>
                  <a:lnTo>
                    <a:pt x="1733846" y="21786"/>
                  </a:lnTo>
                  <a:lnTo>
                    <a:pt x="1732775" y="21522"/>
                  </a:lnTo>
                  <a:lnTo>
                    <a:pt x="1731703" y="21260"/>
                  </a:lnTo>
                  <a:lnTo>
                    <a:pt x="1730632" y="21000"/>
                  </a:lnTo>
                  <a:lnTo>
                    <a:pt x="1729560" y="20741"/>
                  </a:lnTo>
                  <a:lnTo>
                    <a:pt x="1728488" y="20484"/>
                  </a:lnTo>
                  <a:lnTo>
                    <a:pt x="1727417" y="20228"/>
                  </a:lnTo>
                  <a:lnTo>
                    <a:pt x="1726345" y="19974"/>
                  </a:lnTo>
                  <a:lnTo>
                    <a:pt x="1725274" y="19722"/>
                  </a:lnTo>
                  <a:lnTo>
                    <a:pt x="1724202" y="19471"/>
                  </a:lnTo>
                  <a:lnTo>
                    <a:pt x="1723130" y="19222"/>
                  </a:lnTo>
                  <a:lnTo>
                    <a:pt x="1722059" y="18974"/>
                  </a:lnTo>
                  <a:lnTo>
                    <a:pt x="1720987" y="18728"/>
                  </a:lnTo>
                  <a:lnTo>
                    <a:pt x="1719916" y="18483"/>
                  </a:lnTo>
                  <a:lnTo>
                    <a:pt x="1718844" y="18240"/>
                  </a:lnTo>
                  <a:lnTo>
                    <a:pt x="1717772" y="17999"/>
                  </a:lnTo>
                  <a:lnTo>
                    <a:pt x="1716701" y="17759"/>
                  </a:lnTo>
                  <a:lnTo>
                    <a:pt x="1715629" y="17520"/>
                  </a:lnTo>
                  <a:lnTo>
                    <a:pt x="1714558" y="17283"/>
                  </a:lnTo>
                  <a:lnTo>
                    <a:pt x="1713486" y="17047"/>
                  </a:lnTo>
                  <a:lnTo>
                    <a:pt x="1712414" y="16813"/>
                  </a:lnTo>
                  <a:lnTo>
                    <a:pt x="1711343" y="16581"/>
                  </a:lnTo>
                  <a:lnTo>
                    <a:pt x="1710271" y="16349"/>
                  </a:lnTo>
                  <a:lnTo>
                    <a:pt x="1709200" y="16120"/>
                  </a:lnTo>
                  <a:lnTo>
                    <a:pt x="1708128" y="15891"/>
                  </a:lnTo>
                  <a:lnTo>
                    <a:pt x="1707056" y="15665"/>
                  </a:lnTo>
                  <a:lnTo>
                    <a:pt x="1705985" y="15439"/>
                  </a:lnTo>
                  <a:lnTo>
                    <a:pt x="1704913" y="15215"/>
                  </a:lnTo>
                  <a:lnTo>
                    <a:pt x="1703842" y="14992"/>
                  </a:lnTo>
                  <a:lnTo>
                    <a:pt x="1702770" y="14771"/>
                  </a:lnTo>
                  <a:lnTo>
                    <a:pt x="1701698" y="14551"/>
                  </a:lnTo>
                  <a:lnTo>
                    <a:pt x="1700627" y="14333"/>
                  </a:lnTo>
                  <a:lnTo>
                    <a:pt x="1699555" y="14115"/>
                  </a:lnTo>
                  <a:lnTo>
                    <a:pt x="1698484" y="13899"/>
                  </a:lnTo>
                  <a:lnTo>
                    <a:pt x="1697412" y="13685"/>
                  </a:lnTo>
                  <a:lnTo>
                    <a:pt x="1696340" y="13471"/>
                  </a:lnTo>
                  <a:lnTo>
                    <a:pt x="1695269" y="13259"/>
                  </a:lnTo>
                  <a:lnTo>
                    <a:pt x="1694197" y="13049"/>
                  </a:lnTo>
                  <a:lnTo>
                    <a:pt x="1693126" y="12839"/>
                  </a:lnTo>
                  <a:lnTo>
                    <a:pt x="1692054" y="12631"/>
                  </a:lnTo>
                  <a:lnTo>
                    <a:pt x="1690982" y="12424"/>
                  </a:lnTo>
                  <a:lnTo>
                    <a:pt x="1689911" y="12218"/>
                  </a:lnTo>
                  <a:lnTo>
                    <a:pt x="1688839" y="12014"/>
                  </a:lnTo>
                  <a:lnTo>
                    <a:pt x="1687768" y="11810"/>
                  </a:lnTo>
                  <a:lnTo>
                    <a:pt x="1686696" y="11608"/>
                  </a:lnTo>
                  <a:lnTo>
                    <a:pt x="1685624" y="11407"/>
                  </a:lnTo>
                  <a:lnTo>
                    <a:pt x="1684553" y="11207"/>
                  </a:lnTo>
                  <a:lnTo>
                    <a:pt x="1683481" y="11008"/>
                  </a:lnTo>
                  <a:lnTo>
                    <a:pt x="1682410" y="10811"/>
                  </a:lnTo>
                  <a:lnTo>
                    <a:pt x="1681338" y="10614"/>
                  </a:lnTo>
                  <a:lnTo>
                    <a:pt x="1680266" y="10419"/>
                  </a:lnTo>
                  <a:lnTo>
                    <a:pt x="1679195" y="10224"/>
                  </a:lnTo>
                  <a:lnTo>
                    <a:pt x="1678123" y="10031"/>
                  </a:lnTo>
                  <a:lnTo>
                    <a:pt x="1677052" y="9839"/>
                  </a:lnTo>
                  <a:lnTo>
                    <a:pt x="1675980" y="9647"/>
                  </a:lnTo>
                  <a:lnTo>
                    <a:pt x="1674908" y="9457"/>
                  </a:lnTo>
                  <a:lnTo>
                    <a:pt x="1673837" y="9268"/>
                  </a:lnTo>
                  <a:lnTo>
                    <a:pt x="1672765" y="9079"/>
                  </a:lnTo>
                  <a:lnTo>
                    <a:pt x="1671694" y="8892"/>
                  </a:lnTo>
                  <a:lnTo>
                    <a:pt x="1670622" y="8705"/>
                  </a:lnTo>
                  <a:lnTo>
                    <a:pt x="1669550" y="8520"/>
                  </a:lnTo>
                  <a:lnTo>
                    <a:pt x="1668479" y="8335"/>
                  </a:lnTo>
                  <a:lnTo>
                    <a:pt x="1667407" y="8152"/>
                  </a:lnTo>
                  <a:lnTo>
                    <a:pt x="1666336" y="7969"/>
                  </a:lnTo>
                  <a:lnTo>
                    <a:pt x="1665264" y="7787"/>
                  </a:lnTo>
                  <a:lnTo>
                    <a:pt x="1664192" y="7605"/>
                  </a:lnTo>
                  <a:lnTo>
                    <a:pt x="1663121" y="7425"/>
                  </a:lnTo>
                  <a:lnTo>
                    <a:pt x="1662049" y="7245"/>
                  </a:lnTo>
                  <a:lnTo>
                    <a:pt x="1660978" y="7067"/>
                  </a:lnTo>
                  <a:lnTo>
                    <a:pt x="1659906" y="6889"/>
                  </a:lnTo>
                  <a:lnTo>
                    <a:pt x="1658834" y="6711"/>
                  </a:lnTo>
                  <a:lnTo>
                    <a:pt x="1657763" y="6535"/>
                  </a:lnTo>
                  <a:lnTo>
                    <a:pt x="1656691" y="6359"/>
                  </a:lnTo>
                  <a:lnTo>
                    <a:pt x="1655620" y="6184"/>
                  </a:lnTo>
                  <a:lnTo>
                    <a:pt x="1654548" y="6009"/>
                  </a:lnTo>
                  <a:lnTo>
                    <a:pt x="1653476" y="5835"/>
                  </a:lnTo>
                  <a:lnTo>
                    <a:pt x="1652405" y="5662"/>
                  </a:lnTo>
                  <a:lnTo>
                    <a:pt x="1651333" y="5489"/>
                  </a:lnTo>
                  <a:lnTo>
                    <a:pt x="1650262" y="5317"/>
                  </a:lnTo>
                  <a:lnTo>
                    <a:pt x="1649190" y="5145"/>
                  </a:lnTo>
                  <a:lnTo>
                    <a:pt x="1648118" y="4974"/>
                  </a:lnTo>
                  <a:lnTo>
                    <a:pt x="1647047" y="4804"/>
                  </a:lnTo>
                  <a:lnTo>
                    <a:pt x="1645975" y="4634"/>
                  </a:lnTo>
                  <a:lnTo>
                    <a:pt x="1644904" y="4465"/>
                  </a:lnTo>
                  <a:lnTo>
                    <a:pt x="1643832" y="4296"/>
                  </a:lnTo>
                  <a:lnTo>
                    <a:pt x="1642760" y="4127"/>
                  </a:lnTo>
                  <a:lnTo>
                    <a:pt x="1641689" y="3959"/>
                  </a:lnTo>
                  <a:lnTo>
                    <a:pt x="1640617" y="3791"/>
                  </a:lnTo>
                  <a:lnTo>
                    <a:pt x="1639546" y="3624"/>
                  </a:lnTo>
                  <a:lnTo>
                    <a:pt x="1638474" y="3457"/>
                  </a:lnTo>
                  <a:lnTo>
                    <a:pt x="1637402" y="3290"/>
                  </a:lnTo>
                  <a:lnTo>
                    <a:pt x="1636331" y="3124"/>
                  </a:lnTo>
                  <a:lnTo>
                    <a:pt x="1635259" y="2958"/>
                  </a:lnTo>
                  <a:lnTo>
                    <a:pt x="1634188" y="2793"/>
                  </a:lnTo>
                  <a:lnTo>
                    <a:pt x="1633116" y="2627"/>
                  </a:lnTo>
                  <a:lnTo>
                    <a:pt x="1632044" y="2462"/>
                  </a:lnTo>
                  <a:lnTo>
                    <a:pt x="1630973" y="2297"/>
                  </a:lnTo>
                  <a:lnTo>
                    <a:pt x="1629901" y="2132"/>
                  </a:lnTo>
                  <a:lnTo>
                    <a:pt x="1628830" y="1968"/>
                  </a:lnTo>
                  <a:lnTo>
                    <a:pt x="1627758" y="1803"/>
                  </a:lnTo>
                  <a:lnTo>
                    <a:pt x="1626686" y="1639"/>
                  </a:lnTo>
                  <a:lnTo>
                    <a:pt x="1625615" y="1475"/>
                  </a:lnTo>
                  <a:lnTo>
                    <a:pt x="1624543" y="1311"/>
                  </a:lnTo>
                  <a:lnTo>
                    <a:pt x="1623472" y="1147"/>
                  </a:lnTo>
                  <a:lnTo>
                    <a:pt x="1622400" y="983"/>
                  </a:lnTo>
                  <a:lnTo>
                    <a:pt x="1621328" y="819"/>
                  </a:lnTo>
                  <a:lnTo>
                    <a:pt x="1620257" y="655"/>
                  </a:lnTo>
                  <a:lnTo>
                    <a:pt x="1619185" y="491"/>
                  </a:lnTo>
                  <a:lnTo>
                    <a:pt x="1618114" y="327"/>
                  </a:lnTo>
                  <a:lnTo>
                    <a:pt x="1617042" y="164"/>
                  </a:lnTo>
                  <a:lnTo>
                    <a:pt x="1615970" y="0"/>
                  </a:lnTo>
                  <a:lnTo>
                    <a:pt x="1614899" y="558"/>
                  </a:lnTo>
                  <a:lnTo>
                    <a:pt x="1613827" y="1160"/>
                  </a:lnTo>
                  <a:lnTo>
                    <a:pt x="1612756" y="1765"/>
                  </a:lnTo>
                  <a:lnTo>
                    <a:pt x="1611684" y="2373"/>
                  </a:lnTo>
                  <a:lnTo>
                    <a:pt x="1610612" y="2983"/>
                  </a:lnTo>
                  <a:lnTo>
                    <a:pt x="1609541" y="3596"/>
                  </a:lnTo>
                  <a:lnTo>
                    <a:pt x="1608469" y="4212"/>
                  </a:lnTo>
                  <a:lnTo>
                    <a:pt x="1607398" y="4830"/>
                  </a:lnTo>
                  <a:lnTo>
                    <a:pt x="1606326" y="5450"/>
                  </a:lnTo>
                  <a:lnTo>
                    <a:pt x="1605254" y="6074"/>
                  </a:lnTo>
                  <a:lnTo>
                    <a:pt x="1604183" y="6700"/>
                  </a:lnTo>
                  <a:lnTo>
                    <a:pt x="1603111" y="7329"/>
                  </a:lnTo>
                  <a:lnTo>
                    <a:pt x="1602040" y="7960"/>
                  </a:lnTo>
                  <a:lnTo>
                    <a:pt x="1600968" y="8594"/>
                  </a:lnTo>
                  <a:lnTo>
                    <a:pt x="1599896" y="9231"/>
                  </a:lnTo>
                  <a:lnTo>
                    <a:pt x="1598825" y="9870"/>
                  </a:lnTo>
                  <a:lnTo>
                    <a:pt x="1597753" y="10512"/>
                  </a:lnTo>
                  <a:lnTo>
                    <a:pt x="1596682" y="11157"/>
                  </a:lnTo>
                  <a:lnTo>
                    <a:pt x="1595610" y="11804"/>
                  </a:lnTo>
                  <a:lnTo>
                    <a:pt x="1594539" y="12454"/>
                  </a:lnTo>
                  <a:lnTo>
                    <a:pt x="1593467" y="13107"/>
                  </a:lnTo>
                  <a:lnTo>
                    <a:pt x="1592395" y="13762"/>
                  </a:lnTo>
                  <a:lnTo>
                    <a:pt x="1591324" y="14420"/>
                  </a:lnTo>
                  <a:lnTo>
                    <a:pt x="1590252" y="15080"/>
                  </a:lnTo>
                  <a:lnTo>
                    <a:pt x="1589181" y="15743"/>
                  </a:lnTo>
                  <a:lnTo>
                    <a:pt x="1588109" y="16409"/>
                  </a:lnTo>
                  <a:lnTo>
                    <a:pt x="1587037" y="17077"/>
                  </a:lnTo>
                  <a:lnTo>
                    <a:pt x="1585966" y="17748"/>
                  </a:lnTo>
                  <a:lnTo>
                    <a:pt x="1584894" y="18422"/>
                  </a:lnTo>
                  <a:lnTo>
                    <a:pt x="1583823" y="19098"/>
                  </a:lnTo>
                  <a:lnTo>
                    <a:pt x="1582751" y="19776"/>
                  </a:lnTo>
                  <a:lnTo>
                    <a:pt x="1581679" y="20458"/>
                  </a:lnTo>
                  <a:lnTo>
                    <a:pt x="1580608" y="21142"/>
                  </a:lnTo>
                  <a:lnTo>
                    <a:pt x="1579536" y="21828"/>
                  </a:lnTo>
                  <a:lnTo>
                    <a:pt x="1578465" y="22517"/>
                  </a:lnTo>
                  <a:lnTo>
                    <a:pt x="1577393" y="23209"/>
                  </a:lnTo>
                  <a:lnTo>
                    <a:pt x="1576321" y="23903"/>
                  </a:lnTo>
                  <a:lnTo>
                    <a:pt x="1575250" y="24600"/>
                  </a:lnTo>
                  <a:lnTo>
                    <a:pt x="1574178" y="25299"/>
                  </a:lnTo>
                  <a:lnTo>
                    <a:pt x="1573107" y="26001"/>
                  </a:lnTo>
                  <a:lnTo>
                    <a:pt x="1572035" y="26705"/>
                  </a:lnTo>
                  <a:lnTo>
                    <a:pt x="1570963" y="27412"/>
                  </a:lnTo>
                  <a:lnTo>
                    <a:pt x="1569892" y="28122"/>
                  </a:lnTo>
                  <a:lnTo>
                    <a:pt x="1568820" y="28834"/>
                  </a:lnTo>
                  <a:lnTo>
                    <a:pt x="1567749" y="29548"/>
                  </a:lnTo>
                  <a:lnTo>
                    <a:pt x="1566677" y="30265"/>
                  </a:lnTo>
                  <a:lnTo>
                    <a:pt x="1565605" y="30984"/>
                  </a:lnTo>
                  <a:lnTo>
                    <a:pt x="1564534" y="31706"/>
                  </a:lnTo>
                  <a:lnTo>
                    <a:pt x="1563462" y="32431"/>
                  </a:lnTo>
                  <a:lnTo>
                    <a:pt x="1562391" y="33157"/>
                  </a:lnTo>
                  <a:lnTo>
                    <a:pt x="1561319" y="33887"/>
                  </a:lnTo>
                  <a:lnTo>
                    <a:pt x="1560247" y="34618"/>
                  </a:lnTo>
                  <a:lnTo>
                    <a:pt x="1559176" y="35352"/>
                  </a:lnTo>
                  <a:lnTo>
                    <a:pt x="1558104" y="36089"/>
                  </a:lnTo>
                  <a:lnTo>
                    <a:pt x="1557033" y="36828"/>
                  </a:lnTo>
                  <a:lnTo>
                    <a:pt x="1555961" y="37569"/>
                  </a:lnTo>
                  <a:lnTo>
                    <a:pt x="1554889" y="38313"/>
                  </a:lnTo>
                  <a:lnTo>
                    <a:pt x="1553818" y="39059"/>
                  </a:lnTo>
                  <a:lnTo>
                    <a:pt x="1552746" y="39807"/>
                  </a:lnTo>
                  <a:lnTo>
                    <a:pt x="1551675" y="40558"/>
                  </a:lnTo>
                  <a:lnTo>
                    <a:pt x="1550603" y="41311"/>
                  </a:lnTo>
                  <a:lnTo>
                    <a:pt x="1549531" y="42066"/>
                  </a:lnTo>
                  <a:lnTo>
                    <a:pt x="1548460" y="42824"/>
                  </a:lnTo>
                  <a:lnTo>
                    <a:pt x="1547388" y="43584"/>
                  </a:lnTo>
                  <a:lnTo>
                    <a:pt x="1546317" y="44346"/>
                  </a:lnTo>
                  <a:lnTo>
                    <a:pt x="1545245" y="45111"/>
                  </a:lnTo>
                  <a:lnTo>
                    <a:pt x="1544173" y="45877"/>
                  </a:lnTo>
                  <a:lnTo>
                    <a:pt x="1543102" y="46646"/>
                  </a:lnTo>
                  <a:lnTo>
                    <a:pt x="1542030" y="47418"/>
                  </a:lnTo>
                  <a:lnTo>
                    <a:pt x="1540959" y="48191"/>
                  </a:lnTo>
                  <a:lnTo>
                    <a:pt x="1539887" y="48967"/>
                  </a:lnTo>
                  <a:lnTo>
                    <a:pt x="1538815" y="49745"/>
                  </a:lnTo>
                  <a:lnTo>
                    <a:pt x="1537744" y="50525"/>
                  </a:lnTo>
                  <a:lnTo>
                    <a:pt x="1536672" y="51307"/>
                  </a:lnTo>
                  <a:lnTo>
                    <a:pt x="1535601" y="52091"/>
                  </a:lnTo>
                  <a:lnTo>
                    <a:pt x="1534529" y="52878"/>
                  </a:lnTo>
                  <a:lnTo>
                    <a:pt x="1533457" y="53666"/>
                  </a:lnTo>
                  <a:lnTo>
                    <a:pt x="1532386" y="54457"/>
                  </a:lnTo>
                  <a:lnTo>
                    <a:pt x="1531314" y="55250"/>
                  </a:lnTo>
                  <a:lnTo>
                    <a:pt x="1530243" y="56045"/>
                  </a:lnTo>
                  <a:lnTo>
                    <a:pt x="1529171" y="56842"/>
                  </a:lnTo>
                  <a:lnTo>
                    <a:pt x="1528099" y="57641"/>
                  </a:lnTo>
                  <a:lnTo>
                    <a:pt x="1527028" y="58442"/>
                  </a:lnTo>
                  <a:lnTo>
                    <a:pt x="1525956" y="59245"/>
                  </a:lnTo>
                  <a:lnTo>
                    <a:pt x="1524885" y="60050"/>
                  </a:lnTo>
                  <a:lnTo>
                    <a:pt x="1523813" y="60857"/>
                  </a:lnTo>
                  <a:lnTo>
                    <a:pt x="1522741" y="61666"/>
                  </a:lnTo>
                  <a:lnTo>
                    <a:pt x="1521670" y="62477"/>
                  </a:lnTo>
                  <a:lnTo>
                    <a:pt x="1520598" y="63290"/>
                  </a:lnTo>
                  <a:lnTo>
                    <a:pt x="1519527" y="64105"/>
                  </a:lnTo>
                  <a:lnTo>
                    <a:pt x="1518455" y="64922"/>
                  </a:lnTo>
                  <a:lnTo>
                    <a:pt x="1517383" y="65741"/>
                  </a:lnTo>
                  <a:lnTo>
                    <a:pt x="1516312" y="66561"/>
                  </a:lnTo>
                  <a:lnTo>
                    <a:pt x="1515240" y="67384"/>
                  </a:lnTo>
                  <a:lnTo>
                    <a:pt x="1514169" y="68208"/>
                  </a:lnTo>
                  <a:lnTo>
                    <a:pt x="1513097" y="69035"/>
                  </a:lnTo>
                  <a:lnTo>
                    <a:pt x="1512025" y="69863"/>
                  </a:lnTo>
                  <a:lnTo>
                    <a:pt x="1510954" y="70692"/>
                  </a:lnTo>
                  <a:lnTo>
                    <a:pt x="1509882" y="71524"/>
                  </a:lnTo>
                  <a:lnTo>
                    <a:pt x="1508811" y="72357"/>
                  </a:lnTo>
                  <a:lnTo>
                    <a:pt x="1507739" y="73192"/>
                  </a:lnTo>
                  <a:lnTo>
                    <a:pt x="1506667" y="74029"/>
                  </a:lnTo>
                  <a:lnTo>
                    <a:pt x="1505596" y="74868"/>
                  </a:lnTo>
                  <a:lnTo>
                    <a:pt x="1504524" y="75708"/>
                  </a:lnTo>
                  <a:lnTo>
                    <a:pt x="1503453" y="76550"/>
                  </a:lnTo>
                  <a:lnTo>
                    <a:pt x="1502381" y="77394"/>
                  </a:lnTo>
                  <a:lnTo>
                    <a:pt x="1501309" y="78239"/>
                  </a:lnTo>
                  <a:lnTo>
                    <a:pt x="1500238" y="79086"/>
                  </a:lnTo>
                  <a:lnTo>
                    <a:pt x="1499166" y="79935"/>
                  </a:lnTo>
                  <a:lnTo>
                    <a:pt x="1498095" y="80785"/>
                  </a:lnTo>
                  <a:lnTo>
                    <a:pt x="1497023" y="81637"/>
                  </a:lnTo>
                  <a:lnTo>
                    <a:pt x="1495951" y="82491"/>
                  </a:lnTo>
                  <a:lnTo>
                    <a:pt x="1494880" y="83346"/>
                  </a:lnTo>
                  <a:lnTo>
                    <a:pt x="1493808" y="84202"/>
                  </a:lnTo>
                  <a:lnTo>
                    <a:pt x="1492737" y="85060"/>
                  </a:lnTo>
                  <a:lnTo>
                    <a:pt x="1491665" y="85920"/>
                  </a:lnTo>
                  <a:lnTo>
                    <a:pt x="1490593" y="86781"/>
                  </a:lnTo>
                  <a:lnTo>
                    <a:pt x="1489522" y="87643"/>
                  </a:lnTo>
                  <a:lnTo>
                    <a:pt x="1488450" y="88507"/>
                  </a:lnTo>
                  <a:lnTo>
                    <a:pt x="1487379" y="89373"/>
                  </a:lnTo>
                  <a:lnTo>
                    <a:pt x="1486307" y="90240"/>
                  </a:lnTo>
                  <a:lnTo>
                    <a:pt x="1485235" y="91108"/>
                  </a:lnTo>
                  <a:lnTo>
                    <a:pt x="1484164" y="91978"/>
                  </a:lnTo>
                  <a:lnTo>
                    <a:pt x="1483092" y="92849"/>
                  </a:lnTo>
                  <a:lnTo>
                    <a:pt x="1482021" y="93721"/>
                  </a:lnTo>
                  <a:lnTo>
                    <a:pt x="1480949" y="94595"/>
                  </a:lnTo>
                  <a:lnTo>
                    <a:pt x="1479877" y="95470"/>
                  </a:lnTo>
                  <a:lnTo>
                    <a:pt x="1478806" y="96346"/>
                  </a:lnTo>
                  <a:lnTo>
                    <a:pt x="1477734" y="97224"/>
                  </a:lnTo>
                  <a:lnTo>
                    <a:pt x="1476663" y="98103"/>
                  </a:lnTo>
                  <a:lnTo>
                    <a:pt x="1475591" y="98983"/>
                  </a:lnTo>
                  <a:lnTo>
                    <a:pt x="1474519" y="99865"/>
                  </a:lnTo>
                  <a:lnTo>
                    <a:pt x="1473448" y="100747"/>
                  </a:lnTo>
                  <a:lnTo>
                    <a:pt x="1472376" y="101631"/>
                  </a:lnTo>
                  <a:lnTo>
                    <a:pt x="1471305" y="102516"/>
                  </a:lnTo>
                  <a:lnTo>
                    <a:pt x="1470233" y="103402"/>
                  </a:lnTo>
                  <a:lnTo>
                    <a:pt x="1469161" y="104290"/>
                  </a:lnTo>
                  <a:lnTo>
                    <a:pt x="1468090" y="105178"/>
                  </a:lnTo>
                  <a:lnTo>
                    <a:pt x="1467018" y="106068"/>
                  </a:lnTo>
                  <a:lnTo>
                    <a:pt x="1465947" y="106958"/>
                  </a:lnTo>
                  <a:lnTo>
                    <a:pt x="1464875" y="107850"/>
                  </a:lnTo>
                  <a:lnTo>
                    <a:pt x="1463803" y="108743"/>
                  </a:lnTo>
                  <a:lnTo>
                    <a:pt x="1462732" y="109637"/>
                  </a:lnTo>
                  <a:lnTo>
                    <a:pt x="1461660" y="110532"/>
                  </a:lnTo>
                  <a:lnTo>
                    <a:pt x="1460589" y="111428"/>
                  </a:lnTo>
                  <a:lnTo>
                    <a:pt x="1459517" y="112325"/>
                  </a:lnTo>
                  <a:lnTo>
                    <a:pt x="1458445" y="113223"/>
                  </a:lnTo>
                  <a:lnTo>
                    <a:pt x="1457374" y="114122"/>
                  </a:lnTo>
                  <a:lnTo>
                    <a:pt x="1456302" y="115021"/>
                  </a:lnTo>
                  <a:lnTo>
                    <a:pt x="1455231" y="115922"/>
                  </a:lnTo>
                  <a:lnTo>
                    <a:pt x="1454159" y="116824"/>
                  </a:lnTo>
                  <a:lnTo>
                    <a:pt x="1453087" y="117726"/>
                  </a:lnTo>
                  <a:lnTo>
                    <a:pt x="1452016" y="118630"/>
                  </a:lnTo>
                  <a:lnTo>
                    <a:pt x="1450944" y="119534"/>
                  </a:lnTo>
                  <a:lnTo>
                    <a:pt x="1449873" y="120439"/>
                  </a:lnTo>
                  <a:lnTo>
                    <a:pt x="1448801" y="121345"/>
                  </a:lnTo>
                  <a:lnTo>
                    <a:pt x="1447729" y="122252"/>
                  </a:lnTo>
                  <a:lnTo>
                    <a:pt x="1446658" y="123159"/>
                  </a:lnTo>
                  <a:lnTo>
                    <a:pt x="1445586" y="124068"/>
                  </a:lnTo>
                  <a:lnTo>
                    <a:pt x="1444515" y="124977"/>
                  </a:lnTo>
                  <a:lnTo>
                    <a:pt x="1443443" y="125886"/>
                  </a:lnTo>
                  <a:lnTo>
                    <a:pt x="1442371" y="126797"/>
                  </a:lnTo>
                  <a:lnTo>
                    <a:pt x="1441300" y="127708"/>
                  </a:lnTo>
                  <a:lnTo>
                    <a:pt x="1440228" y="128620"/>
                  </a:lnTo>
                  <a:lnTo>
                    <a:pt x="1439157" y="129533"/>
                  </a:lnTo>
                  <a:lnTo>
                    <a:pt x="1438085" y="130446"/>
                  </a:lnTo>
                  <a:lnTo>
                    <a:pt x="1437013" y="131360"/>
                  </a:lnTo>
                  <a:lnTo>
                    <a:pt x="1435942" y="132274"/>
                  </a:lnTo>
                  <a:lnTo>
                    <a:pt x="1434870" y="133189"/>
                  </a:lnTo>
                  <a:lnTo>
                    <a:pt x="1433799" y="134105"/>
                  </a:lnTo>
                  <a:lnTo>
                    <a:pt x="1432727" y="135021"/>
                  </a:lnTo>
                  <a:lnTo>
                    <a:pt x="1431655" y="135937"/>
                  </a:lnTo>
                  <a:lnTo>
                    <a:pt x="1430584" y="136855"/>
                  </a:lnTo>
                  <a:lnTo>
                    <a:pt x="1429512" y="137772"/>
                  </a:lnTo>
                  <a:lnTo>
                    <a:pt x="1428441" y="138691"/>
                  </a:lnTo>
                  <a:lnTo>
                    <a:pt x="1427369" y="139609"/>
                  </a:lnTo>
                  <a:lnTo>
                    <a:pt x="1426297" y="140528"/>
                  </a:lnTo>
                  <a:lnTo>
                    <a:pt x="1425226" y="141448"/>
                  </a:lnTo>
                  <a:lnTo>
                    <a:pt x="1424154" y="142368"/>
                  </a:lnTo>
                  <a:lnTo>
                    <a:pt x="1423083" y="143288"/>
                  </a:lnTo>
                  <a:lnTo>
                    <a:pt x="1422011" y="144209"/>
                  </a:lnTo>
                  <a:lnTo>
                    <a:pt x="1420939" y="145130"/>
                  </a:lnTo>
                  <a:lnTo>
                    <a:pt x="1419868" y="146052"/>
                  </a:lnTo>
                  <a:lnTo>
                    <a:pt x="1418796" y="146974"/>
                  </a:lnTo>
                  <a:lnTo>
                    <a:pt x="1417725" y="147896"/>
                  </a:lnTo>
                  <a:lnTo>
                    <a:pt x="1416653" y="148819"/>
                  </a:lnTo>
                  <a:lnTo>
                    <a:pt x="1415582" y="149741"/>
                  </a:lnTo>
                  <a:lnTo>
                    <a:pt x="1414510" y="150664"/>
                  </a:lnTo>
                  <a:lnTo>
                    <a:pt x="1413438" y="151588"/>
                  </a:lnTo>
                  <a:lnTo>
                    <a:pt x="1412367" y="152511"/>
                  </a:lnTo>
                  <a:lnTo>
                    <a:pt x="1411295" y="153435"/>
                  </a:lnTo>
                  <a:lnTo>
                    <a:pt x="1410224" y="154359"/>
                  </a:lnTo>
                  <a:lnTo>
                    <a:pt x="1409152" y="155283"/>
                  </a:lnTo>
                  <a:lnTo>
                    <a:pt x="1408080" y="156208"/>
                  </a:lnTo>
                  <a:lnTo>
                    <a:pt x="1407009" y="157132"/>
                  </a:lnTo>
                  <a:lnTo>
                    <a:pt x="1405937" y="158057"/>
                  </a:lnTo>
                  <a:lnTo>
                    <a:pt x="1404866" y="158981"/>
                  </a:lnTo>
                  <a:lnTo>
                    <a:pt x="1403794" y="159906"/>
                  </a:lnTo>
                  <a:lnTo>
                    <a:pt x="1402722" y="160831"/>
                  </a:lnTo>
                  <a:lnTo>
                    <a:pt x="1401651" y="161756"/>
                  </a:lnTo>
                  <a:lnTo>
                    <a:pt x="1400579" y="162681"/>
                  </a:lnTo>
                  <a:lnTo>
                    <a:pt x="1399508" y="163606"/>
                  </a:lnTo>
                  <a:lnTo>
                    <a:pt x="1398436" y="164532"/>
                  </a:lnTo>
                  <a:lnTo>
                    <a:pt x="1397364" y="165457"/>
                  </a:lnTo>
                  <a:lnTo>
                    <a:pt x="1396293" y="166382"/>
                  </a:lnTo>
                  <a:lnTo>
                    <a:pt x="1395221" y="167307"/>
                  </a:lnTo>
                  <a:lnTo>
                    <a:pt x="1394150" y="168232"/>
                  </a:lnTo>
                  <a:lnTo>
                    <a:pt x="1393078" y="169157"/>
                  </a:lnTo>
                  <a:lnTo>
                    <a:pt x="1392006" y="170082"/>
                  </a:lnTo>
                  <a:lnTo>
                    <a:pt x="1390935" y="171007"/>
                  </a:lnTo>
                  <a:lnTo>
                    <a:pt x="1389863" y="171931"/>
                  </a:lnTo>
                  <a:lnTo>
                    <a:pt x="1388792" y="172856"/>
                  </a:lnTo>
                  <a:lnTo>
                    <a:pt x="1387720" y="173780"/>
                  </a:lnTo>
                  <a:lnTo>
                    <a:pt x="1386648" y="174705"/>
                  </a:lnTo>
                  <a:lnTo>
                    <a:pt x="1385577" y="175629"/>
                  </a:lnTo>
                  <a:lnTo>
                    <a:pt x="1384505" y="176553"/>
                  </a:lnTo>
                  <a:lnTo>
                    <a:pt x="1383434" y="177477"/>
                  </a:lnTo>
                  <a:lnTo>
                    <a:pt x="1382362" y="178400"/>
                  </a:lnTo>
                  <a:lnTo>
                    <a:pt x="1381290" y="179323"/>
                  </a:lnTo>
                  <a:lnTo>
                    <a:pt x="1380219" y="180246"/>
                  </a:lnTo>
                  <a:lnTo>
                    <a:pt x="1379147" y="181169"/>
                  </a:lnTo>
                  <a:lnTo>
                    <a:pt x="1378076" y="182092"/>
                  </a:lnTo>
                  <a:lnTo>
                    <a:pt x="1377004" y="183014"/>
                  </a:lnTo>
                  <a:lnTo>
                    <a:pt x="1375932" y="183936"/>
                  </a:lnTo>
                  <a:lnTo>
                    <a:pt x="1374861" y="184857"/>
                  </a:lnTo>
                  <a:lnTo>
                    <a:pt x="1373789" y="185778"/>
                  </a:lnTo>
                  <a:lnTo>
                    <a:pt x="1372718" y="186699"/>
                  </a:lnTo>
                  <a:lnTo>
                    <a:pt x="1371646" y="187620"/>
                  </a:lnTo>
                  <a:lnTo>
                    <a:pt x="1370574" y="188540"/>
                  </a:lnTo>
                  <a:lnTo>
                    <a:pt x="1369503" y="189459"/>
                  </a:lnTo>
                  <a:lnTo>
                    <a:pt x="1368431" y="190379"/>
                  </a:lnTo>
                  <a:lnTo>
                    <a:pt x="1367360" y="191297"/>
                  </a:lnTo>
                  <a:lnTo>
                    <a:pt x="1366288" y="192216"/>
                  </a:lnTo>
                  <a:lnTo>
                    <a:pt x="1365216" y="193133"/>
                  </a:lnTo>
                  <a:lnTo>
                    <a:pt x="1364145" y="194051"/>
                  </a:lnTo>
                  <a:lnTo>
                    <a:pt x="1363073" y="194968"/>
                  </a:lnTo>
                  <a:lnTo>
                    <a:pt x="1362002" y="195884"/>
                  </a:lnTo>
                  <a:lnTo>
                    <a:pt x="1360930" y="196800"/>
                  </a:lnTo>
                  <a:lnTo>
                    <a:pt x="1359858" y="197715"/>
                  </a:lnTo>
                  <a:lnTo>
                    <a:pt x="1358787" y="198630"/>
                  </a:lnTo>
                  <a:lnTo>
                    <a:pt x="1357715" y="199544"/>
                  </a:lnTo>
                  <a:lnTo>
                    <a:pt x="1356644" y="200458"/>
                  </a:lnTo>
                  <a:lnTo>
                    <a:pt x="1355572" y="201371"/>
                  </a:lnTo>
                  <a:lnTo>
                    <a:pt x="1354500" y="202283"/>
                  </a:lnTo>
                  <a:lnTo>
                    <a:pt x="1353429" y="203195"/>
                  </a:lnTo>
                  <a:lnTo>
                    <a:pt x="1352357" y="204106"/>
                  </a:lnTo>
                  <a:lnTo>
                    <a:pt x="1351286" y="205016"/>
                  </a:lnTo>
                  <a:lnTo>
                    <a:pt x="1350214" y="205926"/>
                  </a:lnTo>
                  <a:lnTo>
                    <a:pt x="1349142" y="206835"/>
                  </a:lnTo>
                  <a:lnTo>
                    <a:pt x="1348071" y="207743"/>
                  </a:lnTo>
                  <a:lnTo>
                    <a:pt x="1346999" y="208651"/>
                  </a:lnTo>
                  <a:lnTo>
                    <a:pt x="1345928" y="209558"/>
                  </a:lnTo>
                  <a:lnTo>
                    <a:pt x="1344856" y="210464"/>
                  </a:lnTo>
                  <a:lnTo>
                    <a:pt x="1343784" y="211369"/>
                  </a:lnTo>
                  <a:lnTo>
                    <a:pt x="1342713" y="212274"/>
                  </a:lnTo>
                  <a:lnTo>
                    <a:pt x="1341641" y="213177"/>
                  </a:lnTo>
                  <a:lnTo>
                    <a:pt x="1340570" y="214080"/>
                  </a:lnTo>
                  <a:lnTo>
                    <a:pt x="1339498" y="214983"/>
                  </a:lnTo>
                  <a:lnTo>
                    <a:pt x="1338426" y="215884"/>
                  </a:lnTo>
                  <a:lnTo>
                    <a:pt x="1337355" y="216784"/>
                  </a:lnTo>
                  <a:lnTo>
                    <a:pt x="1336283" y="217684"/>
                  </a:lnTo>
                  <a:lnTo>
                    <a:pt x="1335212" y="218583"/>
                  </a:lnTo>
                  <a:lnTo>
                    <a:pt x="1334140" y="219480"/>
                  </a:lnTo>
                  <a:lnTo>
                    <a:pt x="1333068" y="220377"/>
                  </a:lnTo>
                  <a:lnTo>
                    <a:pt x="1331997" y="221273"/>
                  </a:lnTo>
                  <a:lnTo>
                    <a:pt x="1330925" y="222168"/>
                  </a:lnTo>
                  <a:lnTo>
                    <a:pt x="1329854" y="223062"/>
                  </a:lnTo>
                  <a:lnTo>
                    <a:pt x="1328782" y="223956"/>
                  </a:lnTo>
                  <a:lnTo>
                    <a:pt x="1327710" y="224848"/>
                  </a:lnTo>
                  <a:lnTo>
                    <a:pt x="1326639" y="225739"/>
                  </a:lnTo>
                  <a:lnTo>
                    <a:pt x="1325567" y="226629"/>
                  </a:lnTo>
                  <a:lnTo>
                    <a:pt x="1324496" y="227518"/>
                  </a:lnTo>
                  <a:lnTo>
                    <a:pt x="1323424" y="228406"/>
                  </a:lnTo>
                  <a:lnTo>
                    <a:pt x="1322352" y="229293"/>
                  </a:lnTo>
                  <a:lnTo>
                    <a:pt x="1321281" y="230179"/>
                  </a:lnTo>
                  <a:lnTo>
                    <a:pt x="1320209" y="231064"/>
                  </a:lnTo>
                  <a:lnTo>
                    <a:pt x="1319138" y="231948"/>
                  </a:lnTo>
                  <a:lnTo>
                    <a:pt x="1318066" y="232831"/>
                  </a:lnTo>
                  <a:lnTo>
                    <a:pt x="1316994" y="233713"/>
                  </a:lnTo>
                  <a:lnTo>
                    <a:pt x="1315923" y="234593"/>
                  </a:lnTo>
                  <a:lnTo>
                    <a:pt x="1314851" y="235472"/>
                  </a:lnTo>
                  <a:lnTo>
                    <a:pt x="1313780" y="236351"/>
                  </a:lnTo>
                  <a:lnTo>
                    <a:pt x="1312708" y="237228"/>
                  </a:lnTo>
                  <a:lnTo>
                    <a:pt x="1311636" y="238104"/>
                  </a:lnTo>
                  <a:lnTo>
                    <a:pt x="1310565" y="238978"/>
                  </a:lnTo>
                  <a:lnTo>
                    <a:pt x="1309493" y="239852"/>
                  </a:lnTo>
                  <a:lnTo>
                    <a:pt x="1308422" y="240724"/>
                  </a:lnTo>
                  <a:lnTo>
                    <a:pt x="1307350" y="241595"/>
                  </a:lnTo>
                  <a:lnTo>
                    <a:pt x="1306278" y="242465"/>
                  </a:lnTo>
                  <a:lnTo>
                    <a:pt x="1305207" y="243333"/>
                  </a:lnTo>
                  <a:lnTo>
                    <a:pt x="1304135" y="244201"/>
                  </a:lnTo>
                  <a:lnTo>
                    <a:pt x="1303064" y="245067"/>
                  </a:lnTo>
                  <a:lnTo>
                    <a:pt x="1301992" y="245931"/>
                  </a:lnTo>
                  <a:lnTo>
                    <a:pt x="1300920" y="246795"/>
                  </a:lnTo>
                  <a:lnTo>
                    <a:pt x="1299849" y="247657"/>
                  </a:lnTo>
                  <a:lnTo>
                    <a:pt x="1298777" y="248518"/>
                  </a:lnTo>
                  <a:lnTo>
                    <a:pt x="1297706" y="249377"/>
                  </a:lnTo>
                  <a:lnTo>
                    <a:pt x="1296634" y="250235"/>
                  </a:lnTo>
                  <a:lnTo>
                    <a:pt x="1295562" y="251092"/>
                  </a:lnTo>
                  <a:lnTo>
                    <a:pt x="1294491" y="251947"/>
                  </a:lnTo>
                  <a:lnTo>
                    <a:pt x="1293419" y="252801"/>
                  </a:lnTo>
                  <a:lnTo>
                    <a:pt x="1292348" y="253653"/>
                  </a:lnTo>
                  <a:lnTo>
                    <a:pt x="1291276" y="254504"/>
                  </a:lnTo>
                  <a:lnTo>
                    <a:pt x="1290204" y="255354"/>
                  </a:lnTo>
                  <a:lnTo>
                    <a:pt x="1289133" y="256202"/>
                  </a:lnTo>
                  <a:lnTo>
                    <a:pt x="1288061" y="257049"/>
                  </a:lnTo>
                  <a:lnTo>
                    <a:pt x="1286990" y="257894"/>
                  </a:lnTo>
                  <a:lnTo>
                    <a:pt x="1285918" y="258738"/>
                  </a:lnTo>
                  <a:lnTo>
                    <a:pt x="1284846" y="259580"/>
                  </a:lnTo>
                  <a:lnTo>
                    <a:pt x="1283775" y="260421"/>
                  </a:lnTo>
                  <a:lnTo>
                    <a:pt x="1282703" y="261260"/>
                  </a:lnTo>
                  <a:lnTo>
                    <a:pt x="1281632" y="262098"/>
                  </a:lnTo>
                  <a:lnTo>
                    <a:pt x="1280560" y="262934"/>
                  </a:lnTo>
                  <a:lnTo>
                    <a:pt x="1279488" y="263769"/>
                  </a:lnTo>
                  <a:lnTo>
                    <a:pt x="1278417" y="264602"/>
                  </a:lnTo>
                  <a:lnTo>
                    <a:pt x="1277345" y="265433"/>
                  </a:lnTo>
                  <a:lnTo>
                    <a:pt x="1276274" y="266263"/>
                  </a:lnTo>
                  <a:lnTo>
                    <a:pt x="1275202" y="267092"/>
                  </a:lnTo>
                  <a:lnTo>
                    <a:pt x="1274130" y="267918"/>
                  </a:lnTo>
                  <a:lnTo>
                    <a:pt x="1273059" y="268743"/>
                  </a:lnTo>
                  <a:lnTo>
                    <a:pt x="1271987" y="269567"/>
                  </a:lnTo>
                  <a:lnTo>
                    <a:pt x="1270916" y="270389"/>
                  </a:lnTo>
                  <a:lnTo>
                    <a:pt x="1269844" y="271209"/>
                  </a:lnTo>
                  <a:lnTo>
                    <a:pt x="1268772" y="272027"/>
                  </a:lnTo>
                  <a:lnTo>
                    <a:pt x="1267701" y="272844"/>
                  </a:lnTo>
                  <a:lnTo>
                    <a:pt x="1266629" y="273659"/>
                  </a:lnTo>
                  <a:lnTo>
                    <a:pt x="1265558" y="274472"/>
                  </a:lnTo>
                  <a:lnTo>
                    <a:pt x="1264486" y="275284"/>
                  </a:lnTo>
                  <a:lnTo>
                    <a:pt x="1263414" y="276094"/>
                  </a:lnTo>
                  <a:lnTo>
                    <a:pt x="1262343" y="276902"/>
                  </a:lnTo>
                  <a:lnTo>
                    <a:pt x="1261271" y="277709"/>
                  </a:lnTo>
                  <a:lnTo>
                    <a:pt x="1260200" y="278513"/>
                  </a:lnTo>
                  <a:lnTo>
                    <a:pt x="1259128" y="279316"/>
                  </a:lnTo>
                  <a:lnTo>
                    <a:pt x="1258056" y="280118"/>
                  </a:lnTo>
                  <a:lnTo>
                    <a:pt x="1256985" y="280917"/>
                  </a:lnTo>
                  <a:lnTo>
                    <a:pt x="1255913" y="281714"/>
                  </a:lnTo>
                  <a:lnTo>
                    <a:pt x="1254842" y="282510"/>
                  </a:lnTo>
                  <a:lnTo>
                    <a:pt x="1253770" y="283304"/>
                  </a:lnTo>
                  <a:lnTo>
                    <a:pt x="1252698" y="284096"/>
                  </a:lnTo>
                  <a:lnTo>
                    <a:pt x="1251627" y="284886"/>
                  </a:lnTo>
                  <a:lnTo>
                    <a:pt x="1250555" y="285675"/>
                  </a:lnTo>
                  <a:lnTo>
                    <a:pt x="1249484" y="286461"/>
                  </a:lnTo>
                  <a:lnTo>
                    <a:pt x="1248412" y="287246"/>
                  </a:lnTo>
                  <a:lnTo>
                    <a:pt x="1247340" y="288029"/>
                  </a:lnTo>
                  <a:lnTo>
                    <a:pt x="1246269" y="288810"/>
                  </a:lnTo>
                  <a:lnTo>
                    <a:pt x="1245197" y="289588"/>
                  </a:lnTo>
                  <a:lnTo>
                    <a:pt x="1244126" y="290365"/>
                  </a:lnTo>
                  <a:lnTo>
                    <a:pt x="1243054" y="291141"/>
                  </a:lnTo>
                  <a:lnTo>
                    <a:pt x="1241983" y="291914"/>
                  </a:lnTo>
                  <a:lnTo>
                    <a:pt x="1240911" y="292685"/>
                  </a:lnTo>
                  <a:lnTo>
                    <a:pt x="1239839" y="293454"/>
                  </a:lnTo>
                  <a:lnTo>
                    <a:pt x="1238768" y="294221"/>
                  </a:lnTo>
                  <a:lnTo>
                    <a:pt x="1237696" y="294987"/>
                  </a:lnTo>
                  <a:lnTo>
                    <a:pt x="1236625" y="295750"/>
                  </a:lnTo>
                  <a:lnTo>
                    <a:pt x="1235553" y="296511"/>
                  </a:lnTo>
                  <a:lnTo>
                    <a:pt x="1234481" y="297270"/>
                  </a:lnTo>
                  <a:lnTo>
                    <a:pt x="1233410" y="298027"/>
                  </a:lnTo>
                  <a:lnTo>
                    <a:pt x="1232338" y="298783"/>
                  </a:lnTo>
                  <a:lnTo>
                    <a:pt x="1231267" y="299536"/>
                  </a:lnTo>
                  <a:lnTo>
                    <a:pt x="1230195" y="300287"/>
                  </a:lnTo>
                  <a:lnTo>
                    <a:pt x="1229123" y="301036"/>
                  </a:lnTo>
                  <a:lnTo>
                    <a:pt x="1228052" y="301783"/>
                  </a:lnTo>
                  <a:lnTo>
                    <a:pt x="1226980" y="302528"/>
                  </a:lnTo>
                  <a:lnTo>
                    <a:pt x="1225909" y="303270"/>
                  </a:lnTo>
                  <a:lnTo>
                    <a:pt x="1224837" y="304011"/>
                  </a:lnTo>
                  <a:lnTo>
                    <a:pt x="1223765" y="304750"/>
                  </a:lnTo>
                  <a:lnTo>
                    <a:pt x="1222694" y="305486"/>
                  </a:lnTo>
                  <a:lnTo>
                    <a:pt x="1221622" y="306220"/>
                  </a:lnTo>
                  <a:lnTo>
                    <a:pt x="1220551" y="306952"/>
                  </a:lnTo>
                  <a:lnTo>
                    <a:pt x="1219479" y="307682"/>
                  </a:lnTo>
                  <a:lnTo>
                    <a:pt x="1218407" y="308410"/>
                  </a:lnTo>
                  <a:lnTo>
                    <a:pt x="1217336" y="309136"/>
                  </a:lnTo>
                  <a:lnTo>
                    <a:pt x="1216264" y="309859"/>
                  </a:lnTo>
                  <a:lnTo>
                    <a:pt x="1215193" y="310580"/>
                  </a:lnTo>
                  <a:lnTo>
                    <a:pt x="1214121" y="311299"/>
                  </a:lnTo>
                  <a:lnTo>
                    <a:pt x="1213049" y="312016"/>
                  </a:lnTo>
                  <a:lnTo>
                    <a:pt x="1211978" y="312731"/>
                  </a:lnTo>
                  <a:lnTo>
                    <a:pt x="1210906" y="313443"/>
                  </a:lnTo>
                  <a:lnTo>
                    <a:pt x="1209835" y="314153"/>
                  </a:lnTo>
                  <a:lnTo>
                    <a:pt x="1208763" y="314861"/>
                  </a:lnTo>
                  <a:lnTo>
                    <a:pt x="1207691" y="315567"/>
                  </a:lnTo>
                  <a:lnTo>
                    <a:pt x="1206620" y="316270"/>
                  </a:lnTo>
                  <a:lnTo>
                    <a:pt x="1205548" y="316971"/>
                  </a:lnTo>
                  <a:lnTo>
                    <a:pt x="1204477" y="317670"/>
                  </a:lnTo>
                  <a:lnTo>
                    <a:pt x="1203405" y="318366"/>
                  </a:lnTo>
                  <a:lnTo>
                    <a:pt x="1202333" y="319061"/>
                  </a:lnTo>
                  <a:lnTo>
                    <a:pt x="1201262" y="319752"/>
                  </a:lnTo>
                  <a:lnTo>
                    <a:pt x="1200190" y="320442"/>
                  </a:lnTo>
                  <a:lnTo>
                    <a:pt x="1199119" y="321129"/>
                  </a:lnTo>
                  <a:lnTo>
                    <a:pt x="1198047" y="321814"/>
                  </a:lnTo>
                  <a:lnTo>
                    <a:pt x="1196975" y="322496"/>
                  </a:lnTo>
                  <a:lnTo>
                    <a:pt x="1195904" y="323177"/>
                  </a:lnTo>
                  <a:lnTo>
                    <a:pt x="1194832" y="323854"/>
                  </a:lnTo>
                  <a:lnTo>
                    <a:pt x="1193761" y="324530"/>
                  </a:lnTo>
                  <a:lnTo>
                    <a:pt x="1192689" y="325203"/>
                  </a:lnTo>
                  <a:lnTo>
                    <a:pt x="1191617" y="325873"/>
                  </a:lnTo>
                  <a:lnTo>
                    <a:pt x="1190546" y="326542"/>
                  </a:lnTo>
                  <a:lnTo>
                    <a:pt x="1189474" y="327207"/>
                  </a:lnTo>
                  <a:lnTo>
                    <a:pt x="1188403" y="327871"/>
                  </a:lnTo>
                  <a:lnTo>
                    <a:pt x="1187331" y="328532"/>
                  </a:lnTo>
                  <a:lnTo>
                    <a:pt x="1186259" y="329190"/>
                  </a:lnTo>
                  <a:lnTo>
                    <a:pt x="1185188" y="329846"/>
                  </a:lnTo>
                  <a:lnTo>
                    <a:pt x="1184116" y="330500"/>
                  </a:lnTo>
                  <a:lnTo>
                    <a:pt x="1183045" y="331151"/>
                  </a:lnTo>
                  <a:lnTo>
                    <a:pt x="1181973" y="331799"/>
                  </a:lnTo>
                  <a:lnTo>
                    <a:pt x="1180901" y="332445"/>
                  </a:lnTo>
                  <a:lnTo>
                    <a:pt x="1179830" y="333089"/>
                  </a:lnTo>
                  <a:lnTo>
                    <a:pt x="1178758" y="333730"/>
                  </a:lnTo>
                  <a:lnTo>
                    <a:pt x="1177687" y="334369"/>
                  </a:lnTo>
                  <a:lnTo>
                    <a:pt x="1176615" y="335005"/>
                  </a:lnTo>
                  <a:lnTo>
                    <a:pt x="1175543" y="335638"/>
                  </a:lnTo>
                  <a:lnTo>
                    <a:pt x="1174472" y="336269"/>
                  </a:lnTo>
                  <a:lnTo>
                    <a:pt x="1173400" y="336898"/>
                  </a:lnTo>
                  <a:lnTo>
                    <a:pt x="1172329" y="337524"/>
                  </a:lnTo>
                  <a:lnTo>
                    <a:pt x="1171257" y="338147"/>
                  </a:lnTo>
                  <a:lnTo>
                    <a:pt x="1170185" y="338768"/>
                  </a:lnTo>
                  <a:lnTo>
                    <a:pt x="1169114" y="339386"/>
                  </a:lnTo>
                  <a:lnTo>
                    <a:pt x="1168042" y="340002"/>
                  </a:lnTo>
                  <a:lnTo>
                    <a:pt x="1166971" y="340615"/>
                  </a:lnTo>
                  <a:lnTo>
                    <a:pt x="1165899" y="341225"/>
                  </a:lnTo>
                  <a:lnTo>
                    <a:pt x="1164827" y="341833"/>
                  </a:lnTo>
                  <a:lnTo>
                    <a:pt x="1163756" y="342438"/>
                  </a:lnTo>
                  <a:lnTo>
                    <a:pt x="1162684" y="343041"/>
                  </a:lnTo>
                  <a:lnTo>
                    <a:pt x="1161613" y="343641"/>
                  </a:lnTo>
                  <a:lnTo>
                    <a:pt x="1160541" y="344238"/>
                  </a:lnTo>
                  <a:lnTo>
                    <a:pt x="1159469" y="344833"/>
                  </a:lnTo>
                  <a:lnTo>
                    <a:pt x="1158398" y="345425"/>
                  </a:lnTo>
                  <a:lnTo>
                    <a:pt x="1157326" y="346014"/>
                  </a:lnTo>
                  <a:lnTo>
                    <a:pt x="1156255" y="346600"/>
                  </a:lnTo>
                  <a:lnTo>
                    <a:pt x="1155183" y="347184"/>
                  </a:lnTo>
                  <a:lnTo>
                    <a:pt x="1154111" y="347766"/>
                  </a:lnTo>
                  <a:lnTo>
                    <a:pt x="1153040" y="348344"/>
                  </a:lnTo>
                  <a:lnTo>
                    <a:pt x="1151968" y="348920"/>
                  </a:lnTo>
                  <a:lnTo>
                    <a:pt x="1150897" y="349493"/>
                  </a:lnTo>
                  <a:lnTo>
                    <a:pt x="1149825" y="350063"/>
                  </a:lnTo>
                  <a:lnTo>
                    <a:pt x="1148753" y="350631"/>
                  </a:lnTo>
                  <a:lnTo>
                    <a:pt x="1147682" y="351196"/>
                  </a:lnTo>
                  <a:lnTo>
                    <a:pt x="1146610" y="351758"/>
                  </a:lnTo>
                  <a:lnTo>
                    <a:pt x="1145539" y="352317"/>
                  </a:lnTo>
                  <a:lnTo>
                    <a:pt x="1144467" y="352874"/>
                  </a:lnTo>
                  <a:lnTo>
                    <a:pt x="1143395" y="353428"/>
                  </a:lnTo>
                  <a:lnTo>
                    <a:pt x="1142324" y="353979"/>
                  </a:lnTo>
                  <a:lnTo>
                    <a:pt x="1141252" y="354527"/>
                  </a:lnTo>
                  <a:lnTo>
                    <a:pt x="1140181" y="355073"/>
                  </a:lnTo>
                  <a:lnTo>
                    <a:pt x="1139109" y="355615"/>
                  </a:lnTo>
                  <a:lnTo>
                    <a:pt x="1138037" y="356155"/>
                  </a:lnTo>
                  <a:lnTo>
                    <a:pt x="1136966" y="356692"/>
                  </a:lnTo>
                  <a:lnTo>
                    <a:pt x="1135894" y="357227"/>
                  </a:lnTo>
                  <a:lnTo>
                    <a:pt x="1134823" y="357758"/>
                  </a:lnTo>
                  <a:lnTo>
                    <a:pt x="1133751" y="358286"/>
                  </a:lnTo>
                  <a:lnTo>
                    <a:pt x="1132679" y="358812"/>
                  </a:lnTo>
                  <a:lnTo>
                    <a:pt x="1131608" y="359335"/>
                  </a:lnTo>
                  <a:lnTo>
                    <a:pt x="1130536" y="359855"/>
                  </a:lnTo>
                  <a:lnTo>
                    <a:pt x="1129465" y="360372"/>
                  </a:lnTo>
                  <a:lnTo>
                    <a:pt x="1128393" y="360886"/>
                  </a:lnTo>
                  <a:lnTo>
                    <a:pt x="1127321" y="361398"/>
                  </a:lnTo>
                  <a:lnTo>
                    <a:pt x="1126250" y="361906"/>
                  </a:lnTo>
                  <a:lnTo>
                    <a:pt x="1125178" y="362412"/>
                  </a:lnTo>
                  <a:lnTo>
                    <a:pt x="1124107" y="362914"/>
                  </a:lnTo>
                  <a:lnTo>
                    <a:pt x="1123035" y="363414"/>
                  </a:lnTo>
                  <a:lnTo>
                    <a:pt x="1121963" y="363911"/>
                  </a:lnTo>
                  <a:lnTo>
                    <a:pt x="1120892" y="364405"/>
                  </a:lnTo>
                  <a:lnTo>
                    <a:pt x="1119820" y="364896"/>
                  </a:lnTo>
                  <a:lnTo>
                    <a:pt x="1118749" y="365385"/>
                  </a:lnTo>
                  <a:lnTo>
                    <a:pt x="1117677" y="365870"/>
                  </a:lnTo>
                  <a:lnTo>
                    <a:pt x="1116605" y="366353"/>
                  </a:lnTo>
                  <a:lnTo>
                    <a:pt x="1115534" y="366833"/>
                  </a:lnTo>
                  <a:lnTo>
                    <a:pt x="1114462" y="367310"/>
                  </a:lnTo>
                  <a:lnTo>
                    <a:pt x="1113391" y="367784"/>
                  </a:lnTo>
                  <a:lnTo>
                    <a:pt x="1112319" y="368256"/>
                  </a:lnTo>
                  <a:lnTo>
                    <a:pt x="1111247" y="368725"/>
                  </a:lnTo>
                  <a:lnTo>
                    <a:pt x="1110176" y="369191"/>
                  </a:lnTo>
                  <a:lnTo>
                    <a:pt x="1109104" y="369654"/>
                  </a:lnTo>
                  <a:lnTo>
                    <a:pt x="1108033" y="370115"/>
                  </a:lnTo>
                  <a:lnTo>
                    <a:pt x="1106961" y="370573"/>
                  </a:lnTo>
                  <a:lnTo>
                    <a:pt x="1105889" y="371028"/>
                  </a:lnTo>
                  <a:lnTo>
                    <a:pt x="1104818" y="371480"/>
                  </a:lnTo>
                  <a:lnTo>
                    <a:pt x="1103746" y="371930"/>
                  </a:lnTo>
                  <a:lnTo>
                    <a:pt x="1102675" y="372377"/>
                  </a:lnTo>
                  <a:lnTo>
                    <a:pt x="1101603" y="372821"/>
                  </a:lnTo>
                  <a:lnTo>
                    <a:pt x="1100531" y="373263"/>
                  </a:lnTo>
                  <a:lnTo>
                    <a:pt x="1099460" y="373702"/>
                  </a:lnTo>
                  <a:lnTo>
                    <a:pt x="1098388" y="374139"/>
                  </a:lnTo>
                  <a:lnTo>
                    <a:pt x="1097317" y="374572"/>
                  </a:lnTo>
                  <a:lnTo>
                    <a:pt x="1096245" y="375004"/>
                  </a:lnTo>
                  <a:lnTo>
                    <a:pt x="1095173" y="375432"/>
                  </a:lnTo>
                  <a:lnTo>
                    <a:pt x="1094102" y="375858"/>
                  </a:lnTo>
                  <a:lnTo>
                    <a:pt x="1093030" y="376281"/>
                  </a:lnTo>
                  <a:lnTo>
                    <a:pt x="1091959" y="376702"/>
                  </a:lnTo>
                  <a:lnTo>
                    <a:pt x="1090887" y="377120"/>
                  </a:lnTo>
                  <a:lnTo>
                    <a:pt x="1089815" y="377536"/>
                  </a:lnTo>
                  <a:lnTo>
                    <a:pt x="1088744" y="377949"/>
                  </a:lnTo>
                  <a:lnTo>
                    <a:pt x="1087672" y="378359"/>
                  </a:lnTo>
                  <a:lnTo>
                    <a:pt x="1086601" y="378767"/>
                  </a:lnTo>
                  <a:lnTo>
                    <a:pt x="1085529" y="379173"/>
                  </a:lnTo>
                  <a:lnTo>
                    <a:pt x="1084457" y="379576"/>
                  </a:lnTo>
                  <a:lnTo>
                    <a:pt x="1083386" y="379976"/>
                  </a:lnTo>
                  <a:lnTo>
                    <a:pt x="1082314" y="380374"/>
                  </a:lnTo>
                  <a:lnTo>
                    <a:pt x="1081243" y="380769"/>
                  </a:lnTo>
                  <a:lnTo>
                    <a:pt x="1080171" y="381162"/>
                  </a:lnTo>
                  <a:lnTo>
                    <a:pt x="1079099" y="381553"/>
                  </a:lnTo>
                  <a:lnTo>
                    <a:pt x="1078028" y="381941"/>
                  </a:lnTo>
                  <a:lnTo>
                    <a:pt x="1076956" y="382326"/>
                  </a:lnTo>
                  <a:lnTo>
                    <a:pt x="1075885" y="382709"/>
                  </a:lnTo>
                  <a:lnTo>
                    <a:pt x="1074813" y="383090"/>
                  </a:lnTo>
                  <a:lnTo>
                    <a:pt x="1073741" y="383468"/>
                  </a:lnTo>
                  <a:lnTo>
                    <a:pt x="1072670" y="383844"/>
                  </a:lnTo>
                  <a:lnTo>
                    <a:pt x="1071598" y="384217"/>
                  </a:lnTo>
                  <a:lnTo>
                    <a:pt x="1070527" y="384588"/>
                  </a:lnTo>
                  <a:lnTo>
                    <a:pt x="1069455" y="384957"/>
                  </a:lnTo>
                  <a:lnTo>
                    <a:pt x="1068383" y="385323"/>
                  </a:lnTo>
                  <a:lnTo>
                    <a:pt x="1067312" y="385687"/>
                  </a:lnTo>
                  <a:lnTo>
                    <a:pt x="1066240" y="386049"/>
                  </a:lnTo>
                  <a:lnTo>
                    <a:pt x="1065169" y="386408"/>
                  </a:lnTo>
                  <a:lnTo>
                    <a:pt x="1064097" y="386764"/>
                  </a:lnTo>
                  <a:lnTo>
                    <a:pt x="1063026" y="387119"/>
                  </a:lnTo>
                  <a:lnTo>
                    <a:pt x="1061954" y="387471"/>
                  </a:lnTo>
                  <a:lnTo>
                    <a:pt x="1060882" y="387821"/>
                  </a:lnTo>
                  <a:lnTo>
                    <a:pt x="1059811" y="388168"/>
                  </a:lnTo>
                  <a:lnTo>
                    <a:pt x="1058739" y="388514"/>
                  </a:lnTo>
                  <a:lnTo>
                    <a:pt x="1057668" y="388856"/>
                  </a:lnTo>
                  <a:lnTo>
                    <a:pt x="1056596" y="389197"/>
                  </a:lnTo>
                  <a:lnTo>
                    <a:pt x="1055524" y="389535"/>
                  </a:lnTo>
                  <a:lnTo>
                    <a:pt x="1054453" y="389872"/>
                  </a:lnTo>
                  <a:lnTo>
                    <a:pt x="1053381" y="390205"/>
                  </a:lnTo>
                  <a:lnTo>
                    <a:pt x="1052310" y="390537"/>
                  </a:lnTo>
                  <a:lnTo>
                    <a:pt x="1051238" y="390866"/>
                  </a:lnTo>
                  <a:lnTo>
                    <a:pt x="1050166" y="391193"/>
                  </a:lnTo>
                  <a:lnTo>
                    <a:pt x="1049095" y="391518"/>
                  </a:lnTo>
                  <a:lnTo>
                    <a:pt x="1048023" y="391841"/>
                  </a:lnTo>
                  <a:lnTo>
                    <a:pt x="1046952" y="392162"/>
                  </a:lnTo>
                  <a:lnTo>
                    <a:pt x="1045880" y="392480"/>
                  </a:lnTo>
                  <a:lnTo>
                    <a:pt x="1044808" y="392796"/>
                  </a:lnTo>
                  <a:lnTo>
                    <a:pt x="1043737" y="393110"/>
                  </a:lnTo>
                  <a:lnTo>
                    <a:pt x="1042665" y="393422"/>
                  </a:lnTo>
                  <a:lnTo>
                    <a:pt x="1041594" y="393732"/>
                  </a:lnTo>
                  <a:lnTo>
                    <a:pt x="1040522" y="394039"/>
                  </a:lnTo>
                  <a:lnTo>
                    <a:pt x="1039450" y="394344"/>
                  </a:lnTo>
                  <a:lnTo>
                    <a:pt x="1038379" y="394648"/>
                  </a:lnTo>
                  <a:lnTo>
                    <a:pt x="1037307" y="394949"/>
                  </a:lnTo>
                  <a:lnTo>
                    <a:pt x="1036236" y="395248"/>
                  </a:lnTo>
                  <a:lnTo>
                    <a:pt x="1035164" y="395545"/>
                  </a:lnTo>
                  <a:lnTo>
                    <a:pt x="1034092" y="395839"/>
                  </a:lnTo>
                  <a:lnTo>
                    <a:pt x="1033021" y="396132"/>
                  </a:lnTo>
                  <a:lnTo>
                    <a:pt x="1031949" y="396423"/>
                  </a:lnTo>
                  <a:lnTo>
                    <a:pt x="1030878" y="396711"/>
                  </a:lnTo>
                  <a:lnTo>
                    <a:pt x="1029806" y="396998"/>
                  </a:lnTo>
                  <a:lnTo>
                    <a:pt x="1028734" y="397282"/>
                  </a:lnTo>
                  <a:lnTo>
                    <a:pt x="1027663" y="397565"/>
                  </a:lnTo>
                  <a:lnTo>
                    <a:pt x="1026591" y="397845"/>
                  </a:lnTo>
                  <a:lnTo>
                    <a:pt x="1025520" y="398124"/>
                  </a:lnTo>
                  <a:lnTo>
                    <a:pt x="1024448" y="398400"/>
                  </a:lnTo>
                  <a:lnTo>
                    <a:pt x="1023376" y="398674"/>
                  </a:lnTo>
                  <a:lnTo>
                    <a:pt x="1022305" y="398947"/>
                  </a:lnTo>
                  <a:lnTo>
                    <a:pt x="1021233" y="399217"/>
                  </a:lnTo>
                  <a:lnTo>
                    <a:pt x="1020162" y="399485"/>
                  </a:lnTo>
                  <a:lnTo>
                    <a:pt x="1019090" y="399752"/>
                  </a:lnTo>
                  <a:lnTo>
                    <a:pt x="1018018" y="400016"/>
                  </a:lnTo>
                  <a:lnTo>
                    <a:pt x="1016947" y="400279"/>
                  </a:lnTo>
                  <a:lnTo>
                    <a:pt x="1015875" y="400539"/>
                  </a:lnTo>
                  <a:lnTo>
                    <a:pt x="1014804" y="400798"/>
                  </a:lnTo>
                  <a:lnTo>
                    <a:pt x="1013732" y="401055"/>
                  </a:lnTo>
                  <a:lnTo>
                    <a:pt x="1012660" y="401310"/>
                  </a:lnTo>
                  <a:lnTo>
                    <a:pt x="1011589" y="401562"/>
                  </a:lnTo>
                  <a:lnTo>
                    <a:pt x="1010517" y="401813"/>
                  </a:lnTo>
                  <a:lnTo>
                    <a:pt x="1009446" y="402062"/>
                  </a:lnTo>
                  <a:lnTo>
                    <a:pt x="1008374" y="402310"/>
                  </a:lnTo>
                  <a:lnTo>
                    <a:pt x="1007302" y="402555"/>
                  </a:lnTo>
                  <a:lnTo>
                    <a:pt x="1006231" y="402798"/>
                  </a:lnTo>
                  <a:lnTo>
                    <a:pt x="1005159" y="403040"/>
                  </a:lnTo>
                  <a:lnTo>
                    <a:pt x="1004088" y="403280"/>
                  </a:lnTo>
                  <a:lnTo>
                    <a:pt x="1003016" y="403518"/>
                  </a:lnTo>
                  <a:lnTo>
                    <a:pt x="1001944" y="403754"/>
                  </a:lnTo>
                  <a:lnTo>
                    <a:pt x="1000873" y="403988"/>
                  </a:lnTo>
                  <a:lnTo>
                    <a:pt x="999801" y="404220"/>
                  </a:lnTo>
                  <a:lnTo>
                    <a:pt x="998730" y="404451"/>
                  </a:lnTo>
                  <a:lnTo>
                    <a:pt x="997658" y="404680"/>
                  </a:lnTo>
                  <a:lnTo>
                    <a:pt x="996586" y="404907"/>
                  </a:lnTo>
                  <a:lnTo>
                    <a:pt x="995515" y="405132"/>
                  </a:lnTo>
                  <a:lnTo>
                    <a:pt x="994443" y="405356"/>
                  </a:lnTo>
                  <a:lnTo>
                    <a:pt x="993372" y="405577"/>
                  </a:lnTo>
                  <a:lnTo>
                    <a:pt x="992300" y="405797"/>
                  </a:lnTo>
                  <a:lnTo>
                    <a:pt x="991228" y="406016"/>
                  </a:lnTo>
                  <a:lnTo>
                    <a:pt x="990157" y="406232"/>
                  </a:lnTo>
                  <a:lnTo>
                    <a:pt x="989085" y="406447"/>
                  </a:lnTo>
                  <a:lnTo>
                    <a:pt x="988014" y="406660"/>
                  </a:lnTo>
                  <a:lnTo>
                    <a:pt x="986942" y="406871"/>
                  </a:lnTo>
                  <a:lnTo>
                    <a:pt x="985870" y="407081"/>
                  </a:lnTo>
                  <a:lnTo>
                    <a:pt x="984799" y="407289"/>
                  </a:lnTo>
                  <a:lnTo>
                    <a:pt x="983727" y="407495"/>
                  </a:lnTo>
                  <a:lnTo>
                    <a:pt x="982656" y="407699"/>
                  </a:lnTo>
                  <a:lnTo>
                    <a:pt x="981584" y="407902"/>
                  </a:lnTo>
                  <a:lnTo>
                    <a:pt x="980512" y="408104"/>
                  </a:lnTo>
                  <a:lnTo>
                    <a:pt x="979441" y="408303"/>
                  </a:lnTo>
                  <a:lnTo>
                    <a:pt x="978369" y="408501"/>
                  </a:lnTo>
                  <a:lnTo>
                    <a:pt x="977298" y="408697"/>
                  </a:lnTo>
                  <a:lnTo>
                    <a:pt x="976226" y="408892"/>
                  </a:lnTo>
                  <a:lnTo>
                    <a:pt x="975154" y="409085"/>
                  </a:lnTo>
                  <a:lnTo>
                    <a:pt x="974083" y="409276"/>
                  </a:lnTo>
                  <a:lnTo>
                    <a:pt x="973011" y="409466"/>
                  </a:lnTo>
                  <a:lnTo>
                    <a:pt x="971940" y="409654"/>
                  </a:lnTo>
                  <a:lnTo>
                    <a:pt x="970868" y="409841"/>
                  </a:lnTo>
                  <a:lnTo>
                    <a:pt x="969796" y="410026"/>
                  </a:lnTo>
                  <a:lnTo>
                    <a:pt x="968725" y="410210"/>
                  </a:lnTo>
                  <a:lnTo>
                    <a:pt x="967653" y="410392"/>
                  </a:lnTo>
                  <a:lnTo>
                    <a:pt x="966582" y="410572"/>
                  </a:lnTo>
                  <a:lnTo>
                    <a:pt x="965510" y="410751"/>
                  </a:lnTo>
                  <a:lnTo>
                    <a:pt x="964438" y="410928"/>
                  </a:lnTo>
                  <a:lnTo>
                    <a:pt x="963367" y="411104"/>
                  </a:lnTo>
                  <a:lnTo>
                    <a:pt x="962295" y="411278"/>
                  </a:lnTo>
                  <a:lnTo>
                    <a:pt x="961224" y="411451"/>
                  </a:lnTo>
                  <a:lnTo>
                    <a:pt x="960152" y="411622"/>
                  </a:lnTo>
                  <a:lnTo>
                    <a:pt x="959080" y="411792"/>
                  </a:lnTo>
                  <a:lnTo>
                    <a:pt x="958009" y="411960"/>
                  </a:lnTo>
                  <a:lnTo>
                    <a:pt x="956937" y="412127"/>
                  </a:lnTo>
                  <a:lnTo>
                    <a:pt x="955866" y="412293"/>
                  </a:lnTo>
                  <a:lnTo>
                    <a:pt x="954794" y="412457"/>
                  </a:lnTo>
                  <a:lnTo>
                    <a:pt x="953722" y="412619"/>
                  </a:lnTo>
                  <a:lnTo>
                    <a:pt x="952651" y="412780"/>
                  </a:lnTo>
                  <a:lnTo>
                    <a:pt x="951579" y="412940"/>
                  </a:lnTo>
                  <a:lnTo>
                    <a:pt x="950508" y="413098"/>
                  </a:lnTo>
                  <a:lnTo>
                    <a:pt x="949436" y="413254"/>
                  </a:lnTo>
                  <a:lnTo>
                    <a:pt x="948364" y="413410"/>
                  </a:lnTo>
                  <a:lnTo>
                    <a:pt x="947293" y="413564"/>
                  </a:lnTo>
                  <a:lnTo>
                    <a:pt x="946221" y="413716"/>
                  </a:lnTo>
                  <a:lnTo>
                    <a:pt x="945150" y="413867"/>
                  </a:lnTo>
                  <a:lnTo>
                    <a:pt x="944078" y="414017"/>
                  </a:lnTo>
                  <a:lnTo>
                    <a:pt x="943006" y="414166"/>
                  </a:lnTo>
                  <a:lnTo>
                    <a:pt x="941935" y="414313"/>
                  </a:lnTo>
                  <a:lnTo>
                    <a:pt x="940863" y="414459"/>
                  </a:lnTo>
                  <a:lnTo>
                    <a:pt x="939792" y="414603"/>
                  </a:lnTo>
                  <a:lnTo>
                    <a:pt x="938720" y="414746"/>
                  </a:lnTo>
                  <a:lnTo>
                    <a:pt x="937648" y="414888"/>
                  </a:lnTo>
                  <a:lnTo>
                    <a:pt x="936577" y="415028"/>
                  </a:lnTo>
                  <a:lnTo>
                    <a:pt x="935505" y="415167"/>
                  </a:lnTo>
                  <a:lnTo>
                    <a:pt x="934434" y="415305"/>
                  </a:lnTo>
                  <a:lnTo>
                    <a:pt x="933362" y="415442"/>
                  </a:lnTo>
                  <a:lnTo>
                    <a:pt x="932290" y="415577"/>
                  </a:lnTo>
                  <a:lnTo>
                    <a:pt x="931219" y="415711"/>
                  </a:lnTo>
                  <a:lnTo>
                    <a:pt x="930147" y="415844"/>
                  </a:lnTo>
                  <a:lnTo>
                    <a:pt x="929076" y="415975"/>
                  </a:lnTo>
                  <a:lnTo>
                    <a:pt x="928004" y="416106"/>
                  </a:lnTo>
                  <a:lnTo>
                    <a:pt x="926932" y="416235"/>
                  </a:lnTo>
                  <a:lnTo>
                    <a:pt x="925861" y="416362"/>
                  </a:lnTo>
                  <a:lnTo>
                    <a:pt x="924789" y="416489"/>
                  </a:lnTo>
                  <a:lnTo>
                    <a:pt x="923718" y="416614"/>
                  </a:lnTo>
                  <a:lnTo>
                    <a:pt x="922646" y="416738"/>
                  </a:lnTo>
                  <a:lnTo>
                    <a:pt x="921574" y="416861"/>
                  </a:lnTo>
                  <a:lnTo>
                    <a:pt x="920503" y="416983"/>
                  </a:lnTo>
                  <a:lnTo>
                    <a:pt x="919431" y="417104"/>
                  </a:lnTo>
                  <a:lnTo>
                    <a:pt x="918360" y="417223"/>
                  </a:lnTo>
                  <a:lnTo>
                    <a:pt x="917288" y="417342"/>
                  </a:lnTo>
                  <a:lnTo>
                    <a:pt x="916216" y="417459"/>
                  </a:lnTo>
                  <a:lnTo>
                    <a:pt x="915145" y="417575"/>
                  </a:lnTo>
                  <a:lnTo>
                    <a:pt x="914073" y="417690"/>
                  </a:lnTo>
                  <a:lnTo>
                    <a:pt x="913002" y="417803"/>
                  </a:lnTo>
                  <a:lnTo>
                    <a:pt x="911930" y="417916"/>
                  </a:lnTo>
                  <a:lnTo>
                    <a:pt x="910858" y="418028"/>
                  </a:lnTo>
                  <a:lnTo>
                    <a:pt x="909787" y="418138"/>
                  </a:lnTo>
                  <a:lnTo>
                    <a:pt x="908715" y="418247"/>
                  </a:lnTo>
                  <a:lnTo>
                    <a:pt x="907644" y="418356"/>
                  </a:lnTo>
                  <a:lnTo>
                    <a:pt x="906572" y="418463"/>
                  </a:lnTo>
                  <a:lnTo>
                    <a:pt x="905500" y="418569"/>
                  </a:lnTo>
                  <a:lnTo>
                    <a:pt x="904429" y="418674"/>
                  </a:lnTo>
                  <a:lnTo>
                    <a:pt x="903357" y="418778"/>
                  </a:lnTo>
                  <a:lnTo>
                    <a:pt x="902286" y="418881"/>
                  </a:lnTo>
                  <a:lnTo>
                    <a:pt x="901214" y="418983"/>
                  </a:lnTo>
                  <a:lnTo>
                    <a:pt x="900142" y="419084"/>
                  </a:lnTo>
                  <a:lnTo>
                    <a:pt x="899071" y="419184"/>
                  </a:lnTo>
                  <a:lnTo>
                    <a:pt x="897999" y="419283"/>
                  </a:lnTo>
                  <a:lnTo>
                    <a:pt x="896928" y="419381"/>
                  </a:lnTo>
                  <a:lnTo>
                    <a:pt x="895856" y="419478"/>
                  </a:lnTo>
                  <a:lnTo>
                    <a:pt x="894784" y="419574"/>
                  </a:lnTo>
                  <a:lnTo>
                    <a:pt x="893713" y="419669"/>
                  </a:lnTo>
                  <a:lnTo>
                    <a:pt x="892641" y="419763"/>
                  </a:lnTo>
                  <a:lnTo>
                    <a:pt x="891570" y="419856"/>
                  </a:lnTo>
                  <a:lnTo>
                    <a:pt x="890498" y="419948"/>
                  </a:lnTo>
                  <a:lnTo>
                    <a:pt x="889426" y="420040"/>
                  </a:lnTo>
                  <a:lnTo>
                    <a:pt x="888355" y="420130"/>
                  </a:lnTo>
                  <a:lnTo>
                    <a:pt x="887283" y="420219"/>
                  </a:lnTo>
                  <a:lnTo>
                    <a:pt x="886212" y="420308"/>
                  </a:lnTo>
                  <a:lnTo>
                    <a:pt x="885140" y="420396"/>
                  </a:lnTo>
                  <a:lnTo>
                    <a:pt x="884069" y="420482"/>
                  </a:lnTo>
                  <a:lnTo>
                    <a:pt x="882997" y="420568"/>
                  </a:lnTo>
                  <a:lnTo>
                    <a:pt x="881925" y="420653"/>
                  </a:lnTo>
                  <a:lnTo>
                    <a:pt x="880854" y="420737"/>
                  </a:lnTo>
                  <a:lnTo>
                    <a:pt x="879782" y="420821"/>
                  </a:lnTo>
                  <a:lnTo>
                    <a:pt x="878711" y="420903"/>
                  </a:lnTo>
                  <a:lnTo>
                    <a:pt x="877639" y="420985"/>
                  </a:lnTo>
                  <a:lnTo>
                    <a:pt x="876567" y="421065"/>
                  </a:lnTo>
                  <a:lnTo>
                    <a:pt x="875496" y="421145"/>
                  </a:lnTo>
                  <a:lnTo>
                    <a:pt x="874424" y="421225"/>
                  </a:lnTo>
                  <a:lnTo>
                    <a:pt x="873353" y="421303"/>
                  </a:lnTo>
                  <a:lnTo>
                    <a:pt x="872281" y="421380"/>
                  </a:lnTo>
                  <a:lnTo>
                    <a:pt x="871209" y="421457"/>
                  </a:lnTo>
                  <a:lnTo>
                    <a:pt x="870138" y="421533"/>
                  </a:lnTo>
                  <a:lnTo>
                    <a:pt x="869066" y="421609"/>
                  </a:lnTo>
                  <a:lnTo>
                    <a:pt x="867995" y="421683"/>
                  </a:lnTo>
                  <a:lnTo>
                    <a:pt x="866923" y="421757"/>
                  </a:lnTo>
                  <a:lnTo>
                    <a:pt x="865851" y="421830"/>
                  </a:lnTo>
                  <a:lnTo>
                    <a:pt x="864780" y="421902"/>
                  </a:lnTo>
                  <a:lnTo>
                    <a:pt x="863708" y="421974"/>
                  </a:lnTo>
                  <a:lnTo>
                    <a:pt x="862637" y="422044"/>
                  </a:lnTo>
                  <a:lnTo>
                    <a:pt x="861565" y="422115"/>
                  </a:lnTo>
                  <a:lnTo>
                    <a:pt x="860493" y="422184"/>
                  </a:lnTo>
                  <a:lnTo>
                    <a:pt x="859422" y="422253"/>
                  </a:lnTo>
                  <a:lnTo>
                    <a:pt x="858350" y="422321"/>
                  </a:lnTo>
                  <a:lnTo>
                    <a:pt x="857279" y="422388"/>
                  </a:lnTo>
                  <a:lnTo>
                    <a:pt x="856207" y="422455"/>
                  </a:lnTo>
                  <a:lnTo>
                    <a:pt x="855135" y="422521"/>
                  </a:lnTo>
                  <a:lnTo>
                    <a:pt x="854064" y="422587"/>
                  </a:lnTo>
                  <a:lnTo>
                    <a:pt x="852992" y="422652"/>
                  </a:lnTo>
                  <a:lnTo>
                    <a:pt x="851921" y="422716"/>
                  </a:lnTo>
                  <a:lnTo>
                    <a:pt x="850849" y="422780"/>
                  </a:lnTo>
                  <a:lnTo>
                    <a:pt x="849777" y="422843"/>
                  </a:lnTo>
                  <a:lnTo>
                    <a:pt x="848706" y="422905"/>
                  </a:lnTo>
                  <a:lnTo>
                    <a:pt x="847634" y="422967"/>
                  </a:lnTo>
                  <a:lnTo>
                    <a:pt x="846563" y="423028"/>
                  </a:lnTo>
                  <a:lnTo>
                    <a:pt x="845491" y="423089"/>
                  </a:lnTo>
                  <a:lnTo>
                    <a:pt x="844419" y="423149"/>
                  </a:lnTo>
                  <a:lnTo>
                    <a:pt x="843348" y="423209"/>
                  </a:lnTo>
                  <a:lnTo>
                    <a:pt x="842276" y="423268"/>
                  </a:lnTo>
                  <a:lnTo>
                    <a:pt x="841205" y="423326"/>
                  </a:lnTo>
                  <a:lnTo>
                    <a:pt x="840133" y="423384"/>
                  </a:lnTo>
                  <a:lnTo>
                    <a:pt x="839061" y="423442"/>
                  </a:lnTo>
                  <a:lnTo>
                    <a:pt x="837990" y="423499"/>
                  </a:lnTo>
                  <a:lnTo>
                    <a:pt x="836918" y="423555"/>
                  </a:lnTo>
                  <a:lnTo>
                    <a:pt x="835847" y="423611"/>
                  </a:lnTo>
                  <a:lnTo>
                    <a:pt x="834775" y="423667"/>
                  </a:lnTo>
                  <a:lnTo>
                    <a:pt x="833703" y="423722"/>
                  </a:lnTo>
                  <a:lnTo>
                    <a:pt x="832632" y="423776"/>
                  </a:lnTo>
                  <a:lnTo>
                    <a:pt x="831560" y="423830"/>
                  </a:lnTo>
                  <a:lnTo>
                    <a:pt x="830489" y="423884"/>
                  </a:lnTo>
                  <a:lnTo>
                    <a:pt x="829417" y="423937"/>
                  </a:lnTo>
                  <a:lnTo>
                    <a:pt x="828345" y="423990"/>
                  </a:lnTo>
                  <a:lnTo>
                    <a:pt x="827274" y="424043"/>
                  </a:lnTo>
                  <a:lnTo>
                    <a:pt x="826202" y="424095"/>
                  </a:lnTo>
                  <a:lnTo>
                    <a:pt x="825131" y="424146"/>
                  </a:lnTo>
                  <a:lnTo>
                    <a:pt x="824059" y="424198"/>
                  </a:lnTo>
                  <a:lnTo>
                    <a:pt x="822987" y="424248"/>
                  </a:lnTo>
                  <a:lnTo>
                    <a:pt x="821916" y="424299"/>
                  </a:lnTo>
                  <a:lnTo>
                    <a:pt x="820844" y="424349"/>
                  </a:lnTo>
                  <a:lnTo>
                    <a:pt x="819773" y="424399"/>
                  </a:lnTo>
                  <a:lnTo>
                    <a:pt x="818701" y="424448"/>
                  </a:lnTo>
                  <a:lnTo>
                    <a:pt x="817629" y="424497"/>
                  </a:lnTo>
                  <a:lnTo>
                    <a:pt x="816558" y="424546"/>
                  </a:lnTo>
                  <a:lnTo>
                    <a:pt x="815486" y="424595"/>
                  </a:lnTo>
                  <a:lnTo>
                    <a:pt x="814415" y="424643"/>
                  </a:lnTo>
                  <a:lnTo>
                    <a:pt x="813343" y="424691"/>
                  </a:lnTo>
                  <a:lnTo>
                    <a:pt x="812271" y="424738"/>
                  </a:lnTo>
                  <a:lnTo>
                    <a:pt x="811200" y="424785"/>
                  </a:lnTo>
                  <a:lnTo>
                    <a:pt x="810128" y="424832"/>
                  </a:lnTo>
                  <a:lnTo>
                    <a:pt x="809057" y="424879"/>
                  </a:lnTo>
                  <a:lnTo>
                    <a:pt x="807985" y="424926"/>
                  </a:lnTo>
                  <a:lnTo>
                    <a:pt x="806913" y="424972"/>
                  </a:lnTo>
                  <a:lnTo>
                    <a:pt x="805842" y="425018"/>
                  </a:lnTo>
                  <a:lnTo>
                    <a:pt x="804770" y="425064"/>
                  </a:lnTo>
                  <a:lnTo>
                    <a:pt x="803699" y="425109"/>
                  </a:lnTo>
                  <a:lnTo>
                    <a:pt x="802627" y="425155"/>
                  </a:lnTo>
                  <a:lnTo>
                    <a:pt x="801555" y="425200"/>
                  </a:lnTo>
                  <a:lnTo>
                    <a:pt x="800484" y="425245"/>
                  </a:lnTo>
                  <a:lnTo>
                    <a:pt x="799412" y="425290"/>
                  </a:lnTo>
                  <a:lnTo>
                    <a:pt x="798341" y="425334"/>
                  </a:lnTo>
                  <a:lnTo>
                    <a:pt x="797269" y="425379"/>
                  </a:lnTo>
                  <a:lnTo>
                    <a:pt x="796197" y="425423"/>
                  </a:lnTo>
                  <a:lnTo>
                    <a:pt x="795126" y="425467"/>
                  </a:lnTo>
                  <a:lnTo>
                    <a:pt x="794054" y="425511"/>
                  </a:lnTo>
                  <a:lnTo>
                    <a:pt x="792983" y="425555"/>
                  </a:lnTo>
                  <a:lnTo>
                    <a:pt x="791911" y="425599"/>
                  </a:lnTo>
                  <a:lnTo>
                    <a:pt x="790839" y="425643"/>
                  </a:lnTo>
                  <a:lnTo>
                    <a:pt x="789768" y="425686"/>
                  </a:lnTo>
                  <a:lnTo>
                    <a:pt x="788696" y="425730"/>
                  </a:lnTo>
                  <a:lnTo>
                    <a:pt x="787625" y="425773"/>
                  </a:lnTo>
                  <a:lnTo>
                    <a:pt x="786553" y="425816"/>
                  </a:lnTo>
                  <a:lnTo>
                    <a:pt x="785481" y="425860"/>
                  </a:lnTo>
                  <a:lnTo>
                    <a:pt x="784410" y="425903"/>
                  </a:lnTo>
                  <a:lnTo>
                    <a:pt x="783338" y="425946"/>
                  </a:lnTo>
                  <a:lnTo>
                    <a:pt x="782267" y="425989"/>
                  </a:lnTo>
                  <a:lnTo>
                    <a:pt x="781195" y="426032"/>
                  </a:lnTo>
                  <a:lnTo>
                    <a:pt x="780123" y="426075"/>
                  </a:lnTo>
                  <a:lnTo>
                    <a:pt x="779052" y="426118"/>
                  </a:lnTo>
                  <a:lnTo>
                    <a:pt x="777980" y="426161"/>
                  </a:lnTo>
                  <a:lnTo>
                    <a:pt x="776909" y="426204"/>
                  </a:lnTo>
                  <a:lnTo>
                    <a:pt x="775837" y="426247"/>
                  </a:lnTo>
                  <a:lnTo>
                    <a:pt x="774765" y="426290"/>
                  </a:lnTo>
                  <a:lnTo>
                    <a:pt x="773694" y="426334"/>
                  </a:lnTo>
                  <a:lnTo>
                    <a:pt x="772622" y="426377"/>
                  </a:lnTo>
                  <a:lnTo>
                    <a:pt x="771551" y="426420"/>
                  </a:lnTo>
                  <a:lnTo>
                    <a:pt x="770479" y="426463"/>
                  </a:lnTo>
                  <a:lnTo>
                    <a:pt x="769407" y="426506"/>
                  </a:lnTo>
                  <a:lnTo>
                    <a:pt x="768336" y="426550"/>
                  </a:lnTo>
                  <a:lnTo>
                    <a:pt x="767264" y="426593"/>
                  </a:lnTo>
                  <a:lnTo>
                    <a:pt x="766193" y="426637"/>
                  </a:lnTo>
                  <a:lnTo>
                    <a:pt x="765121" y="426681"/>
                  </a:lnTo>
                  <a:lnTo>
                    <a:pt x="764049" y="426724"/>
                  </a:lnTo>
                  <a:lnTo>
                    <a:pt x="762978" y="426768"/>
                  </a:lnTo>
                  <a:lnTo>
                    <a:pt x="761906" y="426812"/>
                  </a:lnTo>
                  <a:lnTo>
                    <a:pt x="760835" y="426857"/>
                  </a:lnTo>
                  <a:lnTo>
                    <a:pt x="759763" y="426901"/>
                  </a:lnTo>
                  <a:lnTo>
                    <a:pt x="758691" y="426945"/>
                  </a:lnTo>
                  <a:lnTo>
                    <a:pt x="757620" y="426990"/>
                  </a:lnTo>
                  <a:lnTo>
                    <a:pt x="756548" y="427035"/>
                  </a:lnTo>
                  <a:lnTo>
                    <a:pt x="755477" y="427080"/>
                  </a:lnTo>
                  <a:lnTo>
                    <a:pt x="754405" y="427125"/>
                  </a:lnTo>
                  <a:lnTo>
                    <a:pt x="753333" y="427170"/>
                  </a:lnTo>
                  <a:lnTo>
                    <a:pt x="752262" y="427216"/>
                  </a:lnTo>
                  <a:lnTo>
                    <a:pt x="751190" y="427262"/>
                  </a:lnTo>
                  <a:lnTo>
                    <a:pt x="750119" y="427308"/>
                  </a:lnTo>
                  <a:lnTo>
                    <a:pt x="749047" y="427354"/>
                  </a:lnTo>
                  <a:lnTo>
                    <a:pt x="747975" y="427400"/>
                  </a:lnTo>
                  <a:lnTo>
                    <a:pt x="746904" y="427447"/>
                  </a:lnTo>
                  <a:lnTo>
                    <a:pt x="745832" y="427494"/>
                  </a:lnTo>
                  <a:lnTo>
                    <a:pt x="744761" y="427541"/>
                  </a:lnTo>
                  <a:lnTo>
                    <a:pt x="743689" y="427589"/>
                  </a:lnTo>
                  <a:lnTo>
                    <a:pt x="742617" y="427636"/>
                  </a:lnTo>
                  <a:lnTo>
                    <a:pt x="741546" y="427684"/>
                  </a:lnTo>
                  <a:lnTo>
                    <a:pt x="740474" y="427733"/>
                  </a:lnTo>
                  <a:lnTo>
                    <a:pt x="739403" y="427781"/>
                  </a:lnTo>
                  <a:lnTo>
                    <a:pt x="738331" y="427830"/>
                  </a:lnTo>
                  <a:lnTo>
                    <a:pt x="737259" y="427880"/>
                  </a:lnTo>
                  <a:lnTo>
                    <a:pt x="736188" y="427929"/>
                  </a:lnTo>
                  <a:lnTo>
                    <a:pt x="735116" y="427979"/>
                  </a:lnTo>
                  <a:lnTo>
                    <a:pt x="734045" y="428030"/>
                  </a:lnTo>
                  <a:lnTo>
                    <a:pt x="732973" y="428080"/>
                  </a:lnTo>
                  <a:lnTo>
                    <a:pt x="731901" y="428131"/>
                  </a:lnTo>
                  <a:lnTo>
                    <a:pt x="730830" y="428183"/>
                  </a:lnTo>
                  <a:lnTo>
                    <a:pt x="729758" y="428234"/>
                  </a:lnTo>
                  <a:lnTo>
                    <a:pt x="728687" y="428287"/>
                  </a:lnTo>
                  <a:lnTo>
                    <a:pt x="727615" y="428339"/>
                  </a:lnTo>
                  <a:lnTo>
                    <a:pt x="726543" y="428392"/>
                  </a:lnTo>
                  <a:lnTo>
                    <a:pt x="725472" y="428445"/>
                  </a:lnTo>
                  <a:lnTo>
                    <a:pt x="724400" y="428499"/>
                  </a:lnTo>
                  <a:lnTo>
                    <a:pt x="723329" y="428553"/>
                  </a:lnTo>
                  <a:lnTo>
                    <a:pt x="722257" y="428608"/>
                  </a:lnTo>
                  <a:lnTo>
                    <a:pt x="721185" y="428663"/>
                  </a:lnTo>
                  <a:lnTo>
                    <a:pt x="720114" y="428719"/>
                  </a:lnTo>
                  <a:lnTo>
                    <a:pt x="719042" y="428774"/>
                  </a:lnTo>
                  <a:lnTo>
                    <a:pt x="717971" y="428831"/>
                  </a:lnTo>
                  <a:lnTo>
                    <a:pt x="716899" y="428888"/>
                  </a:lnTo>
                  <a:lnTo>
                    <a:pt x="715827" y="428945"/>
                  </a:lnTo>
                  <a:lnTo>
                    <a:pt x="714756" y="429003"/>
                  </a:lnTo>
                  <a:lnTo>
                    <a:pt x="713684" y="429061"/>
                  </a:lnTo>
                  <a:lnTo>
                    <a:pt x="712613" y="429120"/>
                  </a:lnTo>
                  <a:lnTo>
                    <a:pt x="711541" y="429180"/>
                  </a:lnTo>
                  <a:lnTo>
                    <a:pt x="710469" y="429239"/>
                  </a:lnTo>
                  <a:lnTo>
                    <a:pt x="709398" y="429300"/>
                  </a:lnTo>
                  <a:lnTo>
                    <a:pt x="708326" y="429361"/>
                  </a:lnTo>
                  <a:lnTo>
                    <a:pt x="707255" y="429422"/>
                  </a:lnTo>
                  <a:lnTo>
                    <a:pt x="706183" y="429484"/>
                  </a:lnTo>
                  <a:lnTo>
                    <a:pt x="705112" y="429547"/>
                  </a:lnTo>
                  <a:lnTo>
                    <a:pt x="704040" y="429610"/>
                  </a:lnTo>
                  <a:lnTo>
                    <a:pt x="702968" y="429674"/>
                  </a:lnTo>
                  <a:lnTo>
                    <a:pt x="701897" y="429738"/>
                  </a:lnTo>
                  <a:lnTo>
                    <a:pt x="700825" y="429803"/>
                  </a:lnTo>
                  <a:lnTo>
                    <a:pt x="699754" y="429868"/>
                  </a:lnTo>
                  <a:lnTo>
                    <a:pt x="698682" y="429934"/>
                  </a:lnTo>
                  <a:lnTo>
                    <a:pt x="697610" y="430001"/>
                  </a:lnTo>
                  <a:lnTo>
                    <a:pt x="696539" y="430068"/>
                  </a:lnTo>
                  <a:lnTo>
                    <a:pt x="695467" y="430136"/>
                  </a:lnTo>
                  <a:lnTo>
                    <a:pt x="694396" y="430205"/>
                  </a:lnTo>
                  <a:lnTo>
                    <a:pt x="693324" y="430274"/>
                  </a:lnTo>
                  <a:lnTo>
                    <a:pt x="692252" y="430344"/>
                  </a:lnTo>
                  <a:lnTo>
                    <a:pt x="691181" y="430414"/>
                  </a:lnTo>
                  <a:lnTo>
                    <a:pt x="690109" y="430485"/>
                  </a:lnTo>
                  <a:lnTo>
                    <a:pt x="689038" y="430557"/>
                  </a:lnTo>
                  <a:lnTo>
                    <a:pt x="687966" y="430629"/>
                  </a:lnTo>
                  <a:lnTo>
                    <a:pt x="686894" y="430702"/>
                  </a:lnTo>
                  <a:lnTo>
                    <a:pt x="685823" y="430776"/>
                  </a:lnTo>
                  <a:lnTo>
                    <a:pt x="684751" y="430850"/>
                  </a:lnTo>
                  <a:lnTo>
                    <a:pt x="683680" y="430925"/>
                  </a:lnTo>
                  <a:lnTo>
                    <a:pt x="682608" y="431001"/>
                  </a:lnTo>
                  <a:lnTo>
                    <a:pt x="681536" y="431078"/>
                  </a:lnTo>
                  <a:lnTo>
                    <a:pt x="680465" y="431155"/>
                  </a:lnTo>
                  <a:lnTo>
                    <a:pt x="679393" y="431233"/>
                  </a:lnTo>
                  <a:lnTo>
                    <a:pt x="678322" y="431312"/>
                  </a:lnTo>
                  <a:lnTo>
                    <a:pt x="677250" y="431391"/>
                  </a:lnTo>
                  <a:lnTo>
                    <a:pt x="676178" y="431471"/>
                  </a:lnTo>
                  <a:lnTo>
                    <a:pt x="675107" y="431552"/>
                  </a:lnTo>
                  <a:lnTo>
                    <a:pt x="674035" y="431634"/>
                  </a:lnTo>
                  <a:lnTo>
                    <a:pt x="672964" y="431716"/>
                  </a:lnTo>
                  <a:lnTo>
                    <a:pt x="671892" y="431799"/>
                  </a:lnTo>
                  <a:lnTo>
                    <a:pt x="670820" y="431883"/>
                  </a:lnTo>
                  <a:lnTo>
                    <a:pt x="669749" y="431968"/>
                  </a:lnTo>
                  <a:lnTo>
                    <a:pt x="668677" y="432053"/>
                  </a:lnTo>
                  <a:lnTo>
                    <a:pt x="667606" y="432139"/>
                  </a:lnTo>
                  <a:lnTo>
                    <a:pt x="666534" y="432226"/>
                  </a:lnTo>
                  <a:lnTo>
                    <a:pt x="665462" y="432314"/>
                  </a:lnTo>
                  <a:lnTo>
                    <a:pt x="664391" y="432403"/>
                  </a:lnTo>
                  <a:lnTo>
                    <a:pt x="663319" y="432492"/>
                  </a:lnTo>
                  <a:lnTo>
                    <a:pt x="662248" y="432582"/>
                  </a:lnTo>
                  <a:lnTo>
                    <a:pt x="661176" y="432673"/>
                  </a:lnTo>
                  <a:lnTo>
                    <a:pt x="660104" y="432765"/>
                  </a:lnTo>
                  <a:lnTo>
                    <a:pt x="659033" y="432858"/>
                  </a:lnTo>
                  <a:lnTo>
                    <a:pt x="657961" y="432952"/>
                  </a:lnTo>
                  <a:lnTo>
                    <a:pt x="656890" y="433046"/>
                  </a:lnTo>
                  <a:lnTo>
                    <a:pt x="655818" y="433141"/>
                  </a:lnTo>
                  <a:lnTo>
                    <a:pt x="654746" y="433237"/>
                  </a:lnTo>
                  <a:lnTo>
                    <a:pt x="653675" y="433334"/>
                  </a:lnTo>
                  <a:lnTo>
                    <a:pt x="652603" y="433432"/>
                  </a:lnTo>
                  <a:lnTo>
                    <a:pt x="651532" y="433531"/>
                  </a:lnTo>
                  <a:lnTo>
                    <a:pt x="650460" y="433630"/>
                  </a:lnTo>
                  <a:lnTo>
                    <a:pt x="649388" y="433730"/>
                  </a:lnTo>
                  <a:lnTo>
                    <a:pt x="648317" y="433832"/>
                  </a:lnTo>
                  <a:lnTo>
                    <a:pt x="647245" y="433934"/>
                  </a:lnTo>
                  <a:lnTo>
                    <a:pt x="646174" y="434037"/>
                  </a:lnTo>
                  <a:lnTo>
                    <a:pt x="645102" y="434141"/>
                  </a:lnTo>
                  <a:lnTo>
                    <a:pt x="644030" y="434246"/>
                  </a:lnTo>
                  <a:lnTo>
                    <a:pt x="642959" y="434351"/>
                  </a:lnTo>
                  <a:lnTo>
                    <a:pt x="641887" y="434458"/>
                  </a:lnTo>
                  <a:lnTo>
                    <a:pt x="640816" y="434566"/>
                  </a:lnTo>
                  <a:lnTo>
                    <a:pt x="639744" y="434674"/>
                  </a:lnTo>
                  <a:lnTo>
                    <a:pt x="638672" y="434784"/>
                  </a:lnTo>
                  <a:lnTo>
                    <a:pt x="637601" y="434894"/>
                  </a:lnTo>
                  <a:lnTo>
                    <a:pt x="636529" y="435005"/>
                  </a:lnTo>
                  <a:lnTo>
                    <a:pt x="635458" y="435117"/>
                  </a:lnTo>
                  <a:lnTo>
                    <a:pt x="634386" y="435230"/>
                  </a:lnTo>
                  <a:lnTo>
                    <a:pt x="633314" y="435345"/>
                  </a:lnTo>
                  <a:lnTo>
                    <a:pt x="632243" y="435460"/>
                  </a:lnTo>
                  <a:lnTo>
                    <a:pt x="631171" y="435576"/>
                  </a:lnTo>
                  <a:lnTo>
                    <a:pt x="630100" y="435692"/>
                  </a:lnTo>
                  <a:lnTo>
                    <a:pt x="629028" y="435810"/>
                  </a:lnTo>
                  <a:lnTo>
                    <a:pt x="627956" y="435929"/>
                  </a:lnTo>
                  <a:lnTo>
                    <a:pt x="626885" y="436049"/>
                  </a:lnTo>
                  <a:lnTo>
                    <a:pt x="625813" y="436170"/>
                  </a:lnTo>
                  <a:lnTo>
                    <a:pt x="624742" y="436292"/>
                  </a:lnTo>
                  <a:lnTo>
                    <a:pt x="623670" y="436414"/>
                  </a:lnTo>
                  <a:lnTo>
                    <a:pt x="622598" y="436538"/>
                  </a:lnTo>
                  <a:lnTo>
                    <a:pt x="621527" y="436663"/>
                  </a:lnTo>
                  <a:lnTo>
                    <a:pt x="620455" y="436789"/>
                  </a:lnTo>
                  <a:lnTo>
                    <a:pt x="619384" y="436915"/>
                  </a:lnTo>
                  <a:lnTo>
                    <a:pt x="618312" y="437043"/>
                  </a:lnTo>
                  <a:lnTo>
                    <a:pt x="617240" y="437172"/>
                  </a:lnTo>
                  <a:lnTo>
                    <a:pt x="616169" y="437301"/>
                  </a:lnTo>
                  <a:lnTo>
                    <a:pt x="615097" y="437432"/>
                  </a:lnTo>
                  <a:lnTo>
                    <a:pt x="614026" y="437564"/>
                  </a:lnTo>
                  <a:lnTo>
                    <a:pt x="612954" y="437696"/>
                  </a:lnTo>
                  <a:lnTo>
                    <a:pt x="611882" y="437830"/>
                  </a:lnTo>
                  <a:lnTo>
                    <a:pt x="610811" y="437965"/>
                  </a:lnTo>
                  <a:lnTo>
                    <a:pt x="609739" y="438101"/>
                  </a:lnTo>
                  <a:lnTo>
                    <a:pt x="608668" y="438238"/>
                  </a:lnTo>
                  <a:lnTo>
                    <a:pt x="607596" y="438375"/>
                  </a:lnTo>
                  <a:lnTo>
                    <a:pt x="606524" y="438514"/>
                  </a:lnTo>
                  <a:lnTo>
                    <a:pt x="605453" y="438654"/>
                  </a:lnTo>
                  <a:lnTo>
                    <a:pt x="604381" y="438795"/>
                  </a:lnTo>
                  <a:lnTo>
                    <a:pt x="603310" y="438937"/>
                  </a:lnTo>
                  <a:lnTo>
                    <a:pt x="602238" y="439080"/>
                  </a:lnTo>
                  <a:lnTo>
                    <a:pt x="601166" y="439224"/>
                  </a:lnTo>
                  <a:lnTo>
                    <a:pt x="600095" y="439369"/>
                  </a:lnTo>
                  <a:lnTo>
                    <a:pt x="599023" y="439515"/>
                  </a:lnTo>
                  <a:lnTo>
                    <a:pt x="597952" y="439662"/>
                  </a:lnTo>
                  <a:lnTo>
                    <a:pt x="596880" y="439811"/>
                  </a:lnTo>
                  <a:lnTo>
                    <a:pt x="595808" y="439960"/>
                  </a:lnTo>
                  <a:lnTo>
                    <a:pt x="594737" y="440110"/>
                  </a:lnTo>
                  <a:lnTo>
                    <a:pt x="593665" y="440262"/>
                  </a:lnTo>
                  <a:lnTo>
                    <a:pt x="592594" y="440414"/>
                  </a:lnTo>
                  <a:lnTo>
                    <a:pt x="591522" y="440568"/>
                  </a:lnTo>
                  <a:lnTo>
                    <a:pt x="590450" y="440722"/>
                  </a:lnTo>
                  <a:lnTo>
                    <a:pt x="589379" y="440878"/>
                  </a:lnTo>
                  <a:lnTo>
                    <a:pt x="588307" y="441035"/>
                  </a:lnTo>
                  <a:lnTo>
                    <a:pt x="587236" y="441193"/>
                  </a:lnTo>
                  <a:lnTo>
                    <a:pt x="586164" y="441351"/>
                  </a:lnTo>
                  <a:lnTo>
                    <a:pt x="585092" y="441511"/>
                  </a:lnTo>
                  <a:lnTo>
                    <a:pt x="584021" y="441672"/>
                  </a:lnTo>
                  <a:lnTo>
                    <a:pt x="582949" y="441834"/>
                  </a:lnTo>
                  <a:lnTo>
                    <a:pt x="581878" y="441998"/>
                  </a:lnTo>
                  <a:lnTo>
                    <a:pt x="580806" y="442162"/>
                  </a:lnTo>
                  <a:lnTo>
                    <a:pt x="579734" y="442327"/>
                  </a:lnTo>
                  <a:lnTo>
                    <a:pt x="578663" y="442494"/>
                  </a:lnTo>
                  <a:lnTo>
                    <a:pt x="577591" y="442661"/>
                  </a:lnTo>
                  <a:lnTo>
                    <a:pt x="576520" y="442830"/>
                  </a:lnTo>
                  <a:lnTo>
                    <a:pt x="575448" y="442999"/>
                  </a:lnTo>
                  <a:lnTo>
                    <a:pt x="574376" y="443170"/>
                  </a:lnTo>
                  <a:lnTo>
                    <a:pt x="573305" y="443342"/>
                  </a:lnTo>
                  <a:lnTo>
                    <a:pt x="572233" y="443515"/>
                  </a:lnTo>
                  <a:lnTo>
                    <a:pt x="571162" y="443689"/>
                  </a:lnTo>
                  <a:lnTo>
                    <a:pt x="570090" y="443864"/>
                  </a:lnTo>
                  <a:lnTo>
                    <a:pt x="569018" y="444040"/>
                  </a:lnTo>
                  <a:lnTo>
                    <a:pt x="567947" y="444217"/>
                  </a:lnTo>
                  <a:lnTo>
                    <a:pt x="566875" y="444395"/>
                  </a:lnTo>
                  <a:lnTo>
                    <a:pt x="565804" y="444575"/>
                  </a:lnTo>
                  <a:lnTo>
                    <a:pt x="564732" y="444755"/>
                  </a:lnTo>
                  <a:lnTo>
                    <a:pt x="563660" y="444937"/>
                  </a:lnTo>
                  <a:lnTo>
                    <a:pt x="562589" y="445120"/>
                  </a:lnTo>
                  <a:lnTo>
                    <a:pt x="561517" y="445304"/>
                  </a:lnTo>
                  <a:lnTo>
                    <a:pt x="560446" y="445489"/>
                  </a:lnTo>
                  <a:lnTo>
                    <a:pt x="559374" y="445675"/>
                  </a:lnTo>
                  <a:lnTo>
                    <a:pt x="558302" y="445862"/>
                  </a:lnTo>
                  <a:lnTo>
                    <a:pt x="557231" y="446050"/>
                  </a:lnTo>
                  <a:lnTo>
                    <a:pt x="556159" y="446239"/>
                  </a:lnTo>
                  <a:lnTo>
                    <a:pt x="555088" y="446429"/>
                  </a:lnTo>
                  <a:lnTo>
                    <a:pt x="554016" y="446621"/>
                  </a:lnTo>
                  <a:lnTo>
                    <a:pt x="552944" y="446813"/>
                  </a:lnTo>
                  <a:lnTo>
                    <a:pt x="551873" y="447007"/>
                  </a:lnTo>
                  <a:lnTo>
                    <a:pt x="550801" y="447202"/>
                  </a:lnTo>
                  <a:lnTo>
                    <a:pt x="549730" y="447398"/>
                  </a:lnTo>
                  <a:lnTo>
                    <a:pt x="548658" y="447595"/>
                  </a:lnTo>
                  <a:lnTo>
                    <a:pt x="547586" y="447793"/>
                  </a:lnTo>
                  <a:lnTo>
                    <a:pt x="546515" y="447992"/>
                  </a:lnTo>
                  <a:lnTo>
                    <a:pt x="545443" y="448192"/>
                  </a:lnTo>
                  <a:lnTo>
                    <a:pt x="544372" y="448393"/>
                  </a:lnTo>
                  <a:lnTo>
                    <a:pt x="543300" y="448596"/>
                  </a:lnTo>
                  <a:lnTo>
                    <a:pt x="542228" y="448799"/>
                  </a:lnTo>
                  <a:lnTo>
                    <a:pt x="541157" y="449004"/>
                  </a:lnTo>
                  <a:lnTo>
                    <a:pt x="540085" y="449209"/>
                  </a:lnTo>
                  <a:lnTo>
                    <a:pt x="539014" y="449416"/>
                  </a:lnTo>
                  <a:lnTo>
                    <a:pt x="537942" y="449624"/>
                  </a:lnTo>
                  <a:lnTo>
                    <a:pt x="536870" y="449833"/>
                  </a:lnTo>
                  <a:lnTo>
                    <a:pt x="535799" y="450043"/>
                  </a:lnTo>
                  <a:lnTo>
                    <a:pt x="534727" y="450254"/>
                  </a:lnTo>
                  <a:lnTo>
                    <a:pt x="533656" y="450466"/>
                  </a:lnTo>
                  <a:lnTo>
                    <a:pt x="532584" y="450680"/>
                  </a:lnTo>
                  <a:lnTo>
                    <a:pt x="531513" y="450894"/>
                  </a:lnTo>
                  <a:lnTo>
                    <a:pt x="530441" y="451109"/>
                  </a:lnTo>
                  <a:lnTo>
                    <a:pt x="529369" y="451326"/>
                  </a:lnTo>
                  <a:lnTo>
                    <a:pt x="528298" y="451543"/>
                  </a:lnTo>
                  <a:lnTo>
                    <a:pt x="527226" y="451762"/>
                  </a:lnTo>
                  <a:lnTo>
                    <a:pt x="526155" y="451982"/>
                  </a:lnTo>
                  <a:lnTo>
                    <a:pt x="525083" y="452203"/>
                  </a:lnTo>
                  <a:lnTo>
                    <a:pt x="524011" y="452425"/>
                  </a:lnTo>
                  <a:lnTo>
                    <a:pt x="522940" y="452648"/>
                  </a:lnTo>
                  <a:lnTo>
                    <a:pt x="521868" y="452872"/>
                  </a:lnTo>
                  <a:lnTo>
                    <a:pt x="520797" y="453097"/>
                  </a:lnTo>
                  <a:lnTo>
                    <a:pt x="519725" y="453323"/>
                  </a:lnTo>
                  <a:lnTo>
                    <a:pt x="518653" y="453550"/>
                  </a:lnTo>
                  <a:lnTo>
                    <a:pt x="517582" y="453778"/>
                  </a:lnTo>
                  <a:lnTo>
                    <a:pt x="516510" y="454008"/>
                  </a:lnTo>
                  <a:lnTo>
                    <a:pt x="515439" y="454238"/>
                  </a:lnTo>
                  <a:lnTo>
                    <a:pt x="514367" y="454470"/>
                  </a:lnTo>
                  <a:lnTo>
                    <a:pt x="513295" y="454702"/>
                  </a:lnTo>
                  <a:lnTo>
                    <a:pt x="512224" y="454936"/>
                  </a:lnTo>
                  <a:lnTo>
                    <a:pt x="511152" y="455170"/>
                  </a:lnTo>
                  <a:lnTo>
                    <a:pt x="510081" y="455406"/>
                  </a:lnTo>
                  <a:lnTo>
                    <a:pt x="509009" y="455643"/>
                  </a:lnTo>
                  <a:lnTo>
                    <a:pt x="507937" y="455881"/>
                  </a:lnTo>
                  <a:lnTo>
                    <a:pt x="506866" y="456120"/>
                  </a:lnTo>
                  <a:lnTo>
                    <a:pt x="505794" y="456360"/>
                  </a:lnTo>
                  <a:lnTo>
                    <a:pt x="504723" y="456600"/>
                  </a:lnTo>
                  <a:lnTo>
                    <a:pt x="503651" y="456842"/>
                  </a:lnTo>
                  <a:lnTo>
                    <a:pt x="502579" y="457085"/>
                  </a:lnTo>
                  <a:lnTo>
                    <a:pt x="501508" y="457329"/>
                  </a:lnTo>
                  <a:lnTo>
                    <a:pt x="500436" y="457575"/>
                  </a:lnTo>
                  <a:lnTo>
                    <a:pt x="499365" y="457821"/>
                  </a:lnTo>
                  <a:lnTo>
                    <a:pt x="498293" y="458068"/>
                  </a:lnTo>
                  <a:lnTo>
                    <a:pt x="497221" y="458316"/>
                  </a:lnTo>
                  <a:lnTo>
                    <a:pt x="496150" y="458565"/>
                  </a:lnTo>
                  <a:lnTo>
                    <a:pt x="495078" y="458815"/>
                  </a:lnTo>
                  <a:lnTo>
                    <a:pt x="494007" y="459067"/>
                  </a:lnTo>
                  <a:lnTo>
                    <a:pt x="492935" y="459319"/>
                  </a:lnTo>
                  <a:lnTo>
                    <a:pt x="491863" y="459572"/>
                  </a:lnTo>
                  <a:lnTo>
                    <a:pt x="490792" y="459826"/>
                  </a:lnTo>
                  <a:lnTo>
                    <a:pt x="489720" y="460082"/>
                  </a:lnTo>
                  <a:lnTo>
                    <a:pt x="488649" y="460338"/>
                  </a:lnTo>
                  <a:lnTo>
                    <a:pt x="487577" y="460595"/>
                  </a:lnTo>
                  <a:lnTo>
                    <a:pt x="486505" y="460854"/>
                  </a:lnTo>
                  <a:lnTo>
                    <a:pt x="485434" y="461113"/>
                  </a:lnTo>
                  <a:lnTo>
                    <a:pt x="484362" y="461373"/>
                  </a:lnTo>
                  <a:lnTo>
                    <a:pt x="483291" y="461634"/>
                  </a:lnTo>
                  <a:lnTo>
                    <a:pt x="482219" y="461897"/>
                  </a:lnTo>
                  <a:lnTo>
                    <a:pt x="481147" y="462160"/>
                  </a:lnTo>
                  <a:lnTo>
                    <a:pt x="480076" y="462424"/>
                  </a:lnTo>
                  <a:lnTo>
                    <a:pt x="479004" y="462689"/>
                  </a:lnTo>
                  <a:lnTo>
                    <a:pt x="477933" y="462956"/>
                  </a:lnTo>
                  <a:lnTo>
                    <a:pt x="476861" y="463223"/>
                  </a:lnTo>
                  <a:lnTo>
                    <a:pt x="475789" y="463491"/>
                  </a:lnTo>
                  <a:lnTo>
                    <a:pt x="474718" y="463760"/>
                  </a:lnTo>
                  <a:lnTo>
                    <a:pt x="473646" y="464030"/>
                  </a:lnTo>
                  <a:lnTo>
                    <a:pt x="472575" y="464301"/>
                  </a:lnTo>
                  <a:lnTo>
                    <a:pt x="471503" y="464573"/>
                  </a:lnTo>
                  <a:lnTo>
                    <a:pt x="470431" y="464846"/>
                  </a:lnTo>
                  <a:lnTo>
                    <a:pt x="469360" y="465120"/>
                  </a:lnTo>
                  <a:lnTo>
                    <a:pt x="468288" y="465395"/>
                  </a:lnTo>
                  <a:lnTo>
                    <a:pt x="467217" y="465671"/>
                  </a:lnTo>
                  <a:lnTo>
                    <a:pt x="466145" y="465947"/>
                  </a:lnTo>
                  <a:lnTo>
                    <a:pt x="465073" y="466225"/>
                  </a:lnTo>
                  <a:lnTo>
                    <a:pt x="464002" y="466504"/>
                  </a:lnTo>
                  <a:lnTo>
                    <a:pt x="462930" y="466783"/>
                  </a:lnTo>
                  <a:lnTo>
                    <a:pt x="461859" y="467064"/>
                  </a:lnTo>
                  <a:lnTo>
                    <a:pt x="460787" y="467345"/>
                  </a:lnTo>
                  <a:lnTo>
                    <a:pt x="459715" y="467628"/>
                  </a:lnTo>
                  <a:lnTo>
                    <a:pt x="458644" y="467911"/>
                  </a:lnTo>
                  <a:lnTo>
                    <a:pt x="457572" y="468195"/>
                  </a:lnTo>
                  <a:lnTo>
                    <a:pt x="456501" y="468480"/>
                  </a:lnTo>
                  <a:lnTo>
                    <a:pt x="455429" y="468766"/>
                  </a:lnTo>
                  <a:lnTo>
                    <a:pt x="454357" y="469053"/>
                  </a:lnTo>
                  <a:lnTo>
                    <a:pt x="453286" y="469341"/>
                  </a:lnTo>
                  <a:lnTo>
                    <a:pt x="452214" y="469630"/>
                  </a:lnTo>
                  <a:lnTo>
                    <a:pt x="451143" y="469919"/>
                  </a:lnTo>
                  <a:lnTo>
                    <a:pt x="450071" y="470210"/>
                  </a:lnTo>
                  <a:lnTo>
                    <a:pt x="448999" y="470501"/>
                  </a:lnTo>
                  <a:lnTo>
                    <a:pt x="447928" y="470793"/>
                  </a:lnTo>
                  <a:lnTo>
                    <a:pt x="446856" y="471086"/>
                  </a:lnTo>
                  <a:lnTo>
                    <a:pt x="445785" y="471380"/>
                  </a:lnTo>
                  <a:lnTo>
                    <a:pt x="444713" y="471675"/>
                  </a:lnTo>
                  <a:lnTo>
                    <a:pt x="443641" y="471971"/>
                  </a:lnTo>
                  <a:lnTo>
                    <a:pt x="442570" y="472268"/>
                  </a:lnTo>
                  <a:lnTo>
                    <a:pt x="441498" y="472565"/>
                  </a:lnTo>
                  <a:lnTo>
                    <a:pt x="440427" y="472864"/>
                  </a:lnTo>
                  <a:lnTo>
                    <a:pt x="439355" y="473163"/>
                  </a:lnTo>
                  <a:lnTo>
                    <a:pt x="438283" y="473463"/>
                  </a:lnTo>
                  <a:lnTo>
                    <a:pt x="437212" y="473764"/>
                  </a:lnTo>
                  <a:lnTo>
                    <a:pt x="436140" y="474066"/>
                  </a:lnTo>
                  <a:lnTo>
                    <a:pt x="435069" y="474368"/>
                  </a:lnTo>
                  <a:lnTo>
                    <a:pt x="433997" y="474672"/>
                  </a:lnTo>
                  <a:lnTo>
                    <a:pt x="432925" y="474976"/>
                  </a:lnTo>
                  <a:lnTo>
                    <a:pt x="431854" y="475281"/>
                  </a:lnTo>
                  <a:lnTo>
                    <a:pt x="430782" y="475587"/>
                  </a:lnTo>
                  <a:lnTo>
                    <a:pt x="429711" y="475894"/>
                  </a:lnTo>
                  <a:lnTo>
                    <a:pt x="428639" y="476201"/>
                  </a:lnTo>
                  <a:lnTo>
                    <a:pt x="427567" y="476510"/>
                  </a:lnTo>
                  <a:lnTo>
                    <a:pt x="426496" y="476819"/>
                  </a:lnTo>
                  <a:lnTo>
                    <a:pt x="425424" y="477129"/>
                  </a:lnTo>
                  <a:lnTo>
                    <a:pt x="424353" y="477440"/>
                  </a:lnTo>
                  <a:lnTo>
                    <a:pt x="423281" y="477751"/>
                  </a:lnTo>
                  <a:lnTo>
                    <a:pt x="422209" y="478064"/>
                  </a:lnTo>
                  <a:lnTo>
                    <a:pt x="421138" y="478377"/>
                  </a:lnTo>
                  <a:lnTo>
                    <a:pt x="420066" y="478691"/>
                  </a:lnTo>
                  <a:lnTo>
                    <a:pt x="418995" y="479005"/>
                  </a:lnTo>
                  <a:lnTo>
                    <a:pt x="417923" y="479321"/>
                  </a:lnTo>
                  <a:lnTo>
                    <a:pt x="416851" y="479637"/>
                  </a:lnTo>
                  <a:lnTo>
                    <a:pt x="415780" y="479954"/>
                  </a:lnTo>
                  <a:lnTo>
                    <a:pt x="414708" y="480272"/>
                  </a:lnTo>
                  <a:lnTo>
                    <a:pt x="413637" y="480591"/>
                  </a:lnTo>
                  <a:lnTo>
                    <a:pt x="412565" y="480910"/>
                  </a:lnTo>
                  <a:lnTo>
                    <a:pt x="411493" y="481230"/>
                  </a:lnTo>
                  <a:lnTo>
                    <a:pt x="410422" y="481551"/>
                  </a:lnTo>
                  <a:lnTo>
                    <a:pt x="409350" y="481872"/>
                  </a:lnTo>
                  <a:lnTo>
                    <a:pt x="408279" y="482195"/>
                  </a:lnTo>
                  <a:lnTo>
                    <a:pt x="407207" y="482518"/>
                  </a:lnTo>
                  <a:lnTo>
                    <a:pt x="406135" y="482842"/>
                  </a:lnTo>
                  <a:lnTo>
                    <a:pt x="405064" y="483166"/>
                  </a:lnTo>
                  <a:lnTo>
                    <a:pt x="403992" y="483491"/>
                  </a:lnTo>
                  <a:lnTo>
                    <a:pt x="402921" y="483817"/>
                  </a:lnTo>
                  <a:lnTo>
                    <a:pt x="401849" y="484144"/>
                  </a:lnTo>
                  <a:lnTo>
                    <a:pt x="400777" y="484471"/>
                  </a:lnTo>
                  <a:lnTo>
                    <a:pt x="399706" y="484799"/>
                  </a:lnTo>
                  <a:lnTo>
                    <a:pt x="398634" y="485128"/>
                  </a:lnTo>
                  <a:lnTo>
                    <a:pt x="397563" y="485458"/>
                  </a:lnTo>
                  <a:lnTo>
                    <a:pt x="396491" y="485788"/>
                  </a:lnTo>
                  <a:lnTo>
                    <a:pt x="395419" y="486119"/>
                  </a:lnTo>
                  <a:lnTo>
                    <a:pt x="394348" y="486450"/>
                  </a:lnTo>
                  <a:lnTo>
                    <a:pt x="393276" y="486782"/>
                  </a:lnTo>
                  <a:lnTo>
                    <a:pt x="392205" y="487115"/>
                  </a:lnTo>
                  <a:lnTo>
                    <a:pt x="391133" y="487449"/>
                  </a:lnTo>
                  <a:lnTo>
                    <a:pt x="390061" y="487783"/>
                  </a:lnTo>
                  <a:lnTo>
                    <a:pt x="388990" y="488118"/>
                  </a:lnTo>
                  <a:lnTo>
                    <a:pt x="387918" y="488454"/>
                  </a:lnTo>
                  <a:lnTo>
                    <a:pt x="386847" y="488790"/>
                  </a:lnTo>
                  <a:lnTo>
                    <a:pt x="385775" y="489127"/>
                  </a:lnTo>
                  <a:lnTo>
                    <a:pt x="384703" y="489464"/>
                  </a:lnTo>
                  <a:lnTo>
                    <a:pt x="383632" y="489803"/>
                  </a:lnTo>
                  <a:lnTo>
                    <a:pt x="382560" y="490141"/>
                  </a:lnTo>
                  <a:lnTo>
                    <a:pt x="381489" y="490481"/>
                  </a:lnTo>
                  <a:lnTo>
                    <a:pt x="380417" y="490821"/>
                  </a:lnTo>
                  <a:lnTo>
                    <a:pt x="379345" y="491162"/>
                  </a:lnTo>
                  <a:lnTo>
                    <a:pt x="378274" y="491503"/>
                  </a:lnTo>
                  <a:lnTo>
                    <a:pt x="377202" y="491845"/>
                  </a:lnTo>
                  <a:lnTo>
                    <a:pt x="376131" y="492187"/>
                  </a:lnTo>
                  <a:lnTo>
                    <a:pt x="375059" y="492530"/>
                  </a:lnTo>
                  <a:lnTo>
                    <a:pt x="373987" y="492874"/>
                  </a:lnTo>
                  <a:lnTo>
                    <a:pt x="372916" y="493219"/>
                  </a:lnTo>
                  <a:lnTo>
                    <a:pt x="371844" y="493564"/>
                  </a:lnTo>
                  <a:lnTo>
                    <a:pt x="370773" y="493909"/>
                  </a:lnTo>
                  <a:lnTo>
                    <a:pt x="369701" y="494255"/>
                  </a:lnTo>
                  <a:lnTo>
                    <a:pt x="368629" y="494602"/>
                  </a:lnTo>
                  <a:lnTo>
                    <a:pt x="367558" y="494949"/>
                  </a:lnTo>
                  <a:lnTo>
                    <a:pt x="366486" y="495297"/>
                  </a:lnTo>
                  <a:lnTo>
                    <a:pt x="365415" y="495646"/>
                  </a:lnTo>
                  <a:lnTo>
                    <a:pt x="364343" y="495995"/>
                  </a:lnTo>
                  <a:lnTo>
                    <a:pt x="363271" y="496344"/>
                  </a:lnTo>
                  <a:lnTo>
                    <a:pt x="362200" y="496694"/>
                  </a:lnTo>
                  <a:lnTo>
                    <a:pt x="361128" y="497045"/>
                  </a:lnTo>
                  <a:lnTo>
                    <a:pt x="360057" y="497396"/>
                  </a:lnTo>
                  <a:lnTo>
                    <a:pt x="358985" y="497748"/>
                  </a:lnTo>
                  <a:lnTo>
                    <a:pt x="357913" y="498100"/>
                  </a:lnTo>
                  <a:lnTo>
                    <a:pt x="356842" y="498453"/>
                  </a:lnTo>
                  <a:lnTo>
                    <a:pt x="355770" y="498807"/>
                  </a:lnTo>
                  <a:lnTo>
                    <a:pt x="354699" y="499161"/>
                  </a:lnTo>
                  <a:lnTo>
                    <a:pt x="353627" y="499515"/>
                  </a:lnTo>
                  <a:lnTo>
                    <a:pt x="352556" y="499870"/>
                  </a:lnTo>
                  <a:lnTo>
                    <a:pt x="351484" y="500226"/>
                  </a:lnTo>
                  <a:lnTo>
                    <a:pt x="350412" y="500582"/>
                  </a:lnTo>
                  <a:lnTo>
                    <a:pt x="349341" y="500938"/>
                  </a:lnTo>
                  <a:lnTo>
                    <a:pt x="348269" y="501295"/>
                  </a:lnTo>
                  <a:lnTo>
                    <a:pt x="347198" y="501653"/>
                  </a:lnTo>
                  <a:lnTo>
                    <a:pt x="346126" y="502011"/>
                  </a:lnTo>
                  <a:lnTo>
                    <a:pt x="345054" y="502369"/>
                  </a:lnTo>
                  <a:lnTo>
                    <a:pt x="343983" y="502729"/>
                  </a:lnTo>
                  <a:lnTo>
                    <a:pt x="342911" y="503088"/>
                  </a:lnTo>
                  <a:lnTo>
                    <a:pt x="341840" y="503448"/>
                  </a:lnTo>
                  <a:lnTo>
                    <a:pt x="340768" y="503809"/>
                  </a:lnTo>
                  <a:lnTo>
                    <a:pt x="339696" y="504170"/>
                  </a:lnTo>
                  <a:lnTo>
                    <a:pt x="338625" y="504531"/>
                  </a:lnTo>
                  <a:lnTo>
                    <a:pt x="337553" y="504893"/>
                  </a:lnTo>
                  <a:lnTo>
                    <a:pt x="336482" y="505256"/>
                  </a:lnTo>
                  <a:lnTo>
                    <a:pt x="335410" y="505619"/>
                  </a:lnTo>
                  <a:lnTo>
                    <a:pt x="334338" y="505982"/>
                  </a:lnTo>
                  <a:lnTo>
                    <a:pt x="333267" y="506346"/>
                  </a:lnTo>
                  <a:lnTo>
                    <a:pt x="332195" y="506710"/>
                  </a:lnTo>
                  <a:lnTo>
                    <a:pt x="331124" y="507075"/>
                  </a:lnTo>
                  <a:lnTo>
                    <a:pt x="330052" y="507440"/>
                  </a:lnTo>
                  <a:lnTo>
                    <a:pt x="328980" y="507806"/>
                  </a:lnTo>
                  <a:lnTo>
                    <a:pt x="327909" y="508172"/>
                  </a:lnTo>
                  <a:lnTo>
                    <a:pt x="326837" y="508538"/>
                  </a:lnTo>
                  <a:lnTo>
                    <a:pt x="325766" y="508905"/>
                  </a:lnTo>
                  <a:lnTo>
                    <a:pt x="324694" y="509273"/>
                  </a:lnTo>
                  <a:lnTo>
                    <a:pt x="323622" y="509640"/>
                  </a:lnTo>
                  <a:lnTo>
                    <a:pt x="322551" y="510009"/>
                  </a:lnTo>
                  <a:lnTo>
                    <a:pt x="321479" y="510377"/>
                  </a:lnTo>
                  <a:lnTo>
                    <a:pt x="320408" y="510746"/>
                  </a:lnTo>
                  <a:lnTo>
                    <a:pt x="319336" y="511116"/>
                  </a:lnTo>
                  <a:lnTo>
                    <a:pt x="318264" y="511486"/>
                  </a:lnTo>
                  <a:lnTo>
                    <a:pt x="317193" y="511856"/>
                  </a:lnTo>
                  <a:lnTo>
                    <a:pt x="316121" y="512227"/>
                  </a:lnTo>
                  <a:lnTo>
                    <a:pt x="315050" y="512598"/>
                  </a:lnTo>
                  <a:lnTo>
                    <a:pt x="313978" y="512970"/>
                  </a:lnTo>
                  <a:lnTo>
                    <a:pt x="312906" y="513342"/>
                  </a:lnTo>
                  <a:lnTo>
                    <a:pt x="311835" y="513714"/>
                  </a:lnTo>
                  <a:lnTo>
                    <a:pt x="310763" y="514087"/>
                  </a:lnTo>
                  <a:lnTo>
                    <a:pt x="309692" y="514460"/>
                  </a:lnTo>
                  <a:lnTo>
                    <a:pt x="308620" y="514833"/>
                  </a:lnTo>
                  <a:lnTo>
                    <a:pt x="307548" y="515207"/>
                  </a:lnTo>
                  <a:lnTo>
                    <a:pt x="306477" y="515581"/>
                  </a:lnTo>
                  <a:lnTo>
                    <a:pt x="305405" y="515956"/>
                  </a:lnTo>
                  <a:lnTo>
                    <a:pt x="304334" y="516331"/>
                  </a:lnTo>
                  <a:lnTo>
                    <a:pt x="303262" y="516706"/>
                  </a:lnTo>
                  <a:lnTo>
                    <a:pt x="302190" y="517082"/>
                  </a:lnTo>
                  <a:lnTo>
                    <a:pt x="301119" y="517458"/>
                  </a:lnTo>
                  <a:lnTo>
                    <a:pt x="300047" y="517835"/>
                  </a:lnTo>
                  <a:lnTo>
                    <a:pt x="298976" y="518211"/>
                  </a:lnTo>
                  <a:lnTo>
                    <a:pt x="297904" y="518589"/>
                  </a:lnTo>
                  <a:lnTo>
                    <a:pt x="296832" y="518966"/>
                  </a:lnTo>
                  <a:lnTo>
                    <a:pt x="295761" y="519344"/>
                  </a:lnTo>
                  <a:lnTo>
                    <a:pt x="294689" y="519722"/>
                  </a:lnTo>
                  <a:lnTo>
                    <a:pt x="293618" y="520101"/>
                  </a:lnTo>
                  <a:lnTo>
                    <a:pt x="292546" y="520480"/>
                  </a:lnTo>
                  <a:lnTo>
                    <a:pt x="291474" y="520859"/>
                  </a:lnTo>
                  <a:lnTo>
                    <a:pt x="290403" y="521239"/>
                  </a:lnTo>
                  <a:lnTo>
                    <a:pt x="289331" y="521618"/>
                  </a:lnTo>
                  <a:lnTo>
                    <a:pt x="288260" y="521999"/>
                  </a:lnTo>
                  <a:lnTo>
                    <a:pt x="287188" y="522379"/>
                  </a:lnTo>
                  <a:lnTo>
                    <a:pt x="286116" y="522760"/>
                  </a:lnTo>
                  <a:lnTo>
                    <a:pt x="285045" y="523141"/>
                  </a:lnTo>
                  <a:lnTo>
                    <a:pt x="283973" y="523523"/>
                  </a:lnTo>
                  <a:lnTo>
                    <a:pt x="282902" y="523905"/>
                  </a:lnTo>
                  <a:lnTo>
                    <a:pt x="281830" y="524287"/>
                  </a:lnTo>
                  <a:lnTo>
                    <a:pt x="280758" y="524669"/>
                  </a:lnTo>
                  <a:lnTo>
                    <a:pt x="279687" y="525052"/>
                  </a:lnTo>
                  <a:lnTo>
                    <a:pt x="278615" y="525435"/>
                  </a:lnTo>
                  <a:lnTo>
                    <a:pt x="277544" y="525818"/>
                  </a:lnTo>
                  <a:lnTo>
                    <a:pt x="276472" y="526202"/>
                  </a:lnTo>
                  <a:lnTo>
                    <a:pt x="275400" y="526586"/>
                  </a:lnTo>
                  <a:lnTo>
                    <a:pt x="274329" y="526970"/>
                  </a:lnTo>
                  <a:lnTo>
                    <a:pt x="273257" y="527355"/>
                  </a:lnTo>
                  <a:lnTo>
                    <a:pt x="272186" y="527740"/>
                  </a:lnTo>
                  <a:lnTo>
                    <a:pt x="271114" y="528125"/>
                  </a:lnTo>
                  <a:lnTo>
                    <a:pt x="270042" y="528510"/>
                  </a:lnTo>
                  <a:lnTo>
                    <a:pt x="268971" y="528896"/>
                  </a:lnTo>
                  <a:lnTo>
                    <a:pt x="267899" y="529282"/>
                  </a:lnTo>
                  <a:lnTo>
                    <a:pt x="266828" y="529668"/>
                  </a:lnTo>
                  <a:lnTo>
                    <a:pt x="265756" y="530054"/>
                  </a:lnTo>
                  <a:lnTo>
                    <a:pt x="264684" y="530441"/>
                  </a:lnTo>
                  <a:lnTo>
                    <a:pt x="263613" y="530828"/>
                  </a:lnTo>
                  <a:lnTo>
                    <a:pt x="262541" y="531215"/>
                  </a:lnTo>
                  <a:lnTo>
                    <a:pt x="261470" y="531603"/>
                  </a:lnTo>
                  <a:lnTo>
                    <a:pt x="260398" y="531991"/>
                  </a:lnTo>
                  <a:lnTo>
                    <a:pt x="259326" y="532379"/>
                  </a:lnTo>
                  <a:lnTo>
                    <a:pt x="258255" y="532767"/>
                  </a:lnTo>
                  <a:lnTo>
                    <a:pt x="257183" y="533156"/>
                  </a:lnTo>
                  <a:lnTo>
                    <a:pt x="256112" y="533544"/>
                  </a:lnTo>
                  <a:lnTo>
                    <a:pt x="255040" y="533933"/>
                  </a:lnTo>
                  <a:lnTo>
                    <a:pt x="253968" y="534323"/>
                  </a:lnTo>
                  <a:lnTo>
                    <a:pt x="252897" y="534712"/>
                  </a:lnTo>
                  <a:lnTo>
                    <a:pt x="251825" y="535102"/>
                  </a:lnTo>
                  <a:lnTo>
                    <a:pt x="250754" y="535492"/>
                  </a:lnTo>
                  <a:lnTo>
                    <a:pt x="249682" y="535882"/>
                  </a:lnTo>
                  <a:lnTo>
                    <a:pt x="248610" y="536273"/>
                  </a:lnTo>
                  <a:lnTo>
                    <a:pt x="247539" y="536664"/>
                  </a:lnTo>
                  <a:lnTo>
                    <a:pt x="246467" y="537054"/>
                  </a:lnTo>
                  <a:lnTo>
                    <a:pt x="245396" y="537446"/>
                  </a:lnTo>
                  <a:lnTo>
                    <a:pt x="244324" y="537837"/>
                  </a:lnTo>
                  <a:lnTo>
                    <a:pt x="243252" y="538229"/>
                  </a:lnTo>
                  <a:lnTo>
                    <a:pt x="242181" y="538620"/>
                  </a:lnTo>
                  <a:lnTo>
                    <a:pt x="241109" y="539012"/>
                  </a:lnTo>
                  <a:lnTo>
                    <a:pt x="240038" y="539405"/>
                  </a:lnTo>
                  <a:lnTo>
                    <a:pt x="238966" y="539797"/>
                  </a:lnTo>
                  <a:lnTo>
                    <a:pt x="237894" y="540190"/>
                  </a:lnTo>
                  <a:lnTo>
                    <a:pt x="236823" y="540583"/>
                  </a:lnTo>
                  <a:lnTo>
                    <a:pt x="235751" y="540976"/>
                  </a:lnTo>
                  <a:lnTo>
                    <a:pt x="234680" y="541369"/>
                  </a:lnTo>
                  <a:lnTo>
                    <a:pt x="233608" y="541763"/>
                  </a:lnTo>
                  <a:lnTo>
                    <a:pt x="232536" y="542156"/>
                  </a:lnTo>
                  <a:lnTo>
                    <a:pt x="231465" y="542550"/>
                  </a:lnTo>
                  <a:lnTo>
                    <a:pt x="230393" y="542944"/>
                  </a:lnTo>
                  <a:lnTo>
                    <a:pt x="229322" y="543338"/>
                  </a:lnTo>
                  <a:lnTo>
                    <a:pt x="228250" y="543733"/>
                  </a:lnTo>
                  <a:lnTo>
                    <a:pt x="227178" y="544128"/>
                  </a:lnTo>
                  <a:lnTo>
                    <a:pt x="226107" y="544522"/>
                  </a:lnTo>
                  <a:lnTo>
                    <a:pt x="225035" y="544917"/>
                  </a:lnTo>
                  <a:lnTo>
                    <a:pt x="223964" y="545313"/>
                  </a:lnTo>
                  <a:lnTo>
                    <a:pt x="222892" y="545708"/>
                  </a:lnTo>
                  <a:lnTo>
                    <a:pt x="221820" y="546104"/>
                  </a:lnTo>
                  <a:lnTo>
                    <a:pt x="220749" y="546499"/>
                  </a:lnTo>
                  <a:lnTo>
                    <a:pt x="219677" y="546895"/>
                  </a:lnTo>
                  <a:lnTo>
                    <a:pt x="218606" y="547291"/>
                  </a:lnTo>
                  <a:lnTo>
                    <a:pt x="217534" y="547687"/>
                  </a:lnTo>
                  <a:lnTo>
                    <a:pt x="216462" y="548084"/>
                  </a:lnTo>
                  <a:lnTo>
                    <a:pt x="215391" y="548480"/>
                  </a:lnTo>
                  <a:lnTo>
                    <a:pt x="214319" y="548877"/>
                  </a:lnTo>
                  <a:lnTo>
                    <a:pt x="213248" y="549274"/>
                  </a:lnTo>
                  <a:lnTo>
                    <a:pt x="212176" y="549671"/>
                  </a:lnTo>
                  <a:lnTo>
                    <a:pt x="211104" y="550068"/>
                  </a:lnTo>
                  <a:lnTo>
                    <a:pt x="210033" y="550466"/>
                  </a:lnTo>
                  <a:lnTo>
                    <a:pt x="208961" y="550863"/>
                  </a:lnTo>
                  <a:lnTo>
                    <a:pt x="207890" y="551261"/>
                  </a:lnTo>
                  <a:lnTo>
                    <a:pt x="206818" y="551659"/>
                  </a:lnTo>
                  <a:lnTo>
                    <a:pt x="205746" y="552056"/>
                  </a:lnTo>
                  <a:lnTo>
                    <a:pt x="204675" y="552455"/>
                  </a:lnTo>
                  <a:lnTo>
                    <a:pt x="203603" y="552853"/>
                  </a:lnTo>
                  <a:lnTo>
                    <a:pt x="202532" y="553251"/>
                  </a:lnTo>
                  <a:lnTo>
                    <a:pt x="201460" y="553650"/>
                  </a:lnTo>
                  <a:lnTo>
                    <a:pt x="200388" y="554048"/>
                  </a:lnTo>
                  <a:lnTo>
                    <a:pt x="199317" y="554447"/>
                  </a:lnTo>
                  <a:lnTo>
                    <a:pt x="198245" y="554846"/>
                  </a:lnTo>
                  <a:lnTo>
                    <a:pt x="197174" y="555245"/>
                  </a:lnTo>
                  <a:lnTo>
                    <a:pt x="196102" y="555644"/>
                  </a:lnTo>
                  <a:lnTo>
                    <a:pt x="195030" y="556044"/>
                  </a:lnTo>
                  <a:lnTo>
                    <a:pt x="193959" y="556443"/>
                  </a:lnTo>
                  <a:lnTo>
                    <a:pt x="192887" y="556843"/>
                  </a:lnTo>
                  <a:lnTo>
                    <a:pt x="191816" y="557242"/>
                  </a:lnTo>
                  <a:lnTo>
                    <a:pt x="190744" y="557642"/>
                  </a:lnTo>
                  <a:lnTo>
                    <a:pt x="189672" y="558042"/>
                  </a:lnTo>
                  <a:lnTo>
                    <a:pt x="188601" y="558442"/>
                  </a:lnTo>
                  <a:lnTo>
                    <a:pt x="187529" y="558842"/>
                  </a:lnTo>
                  <a:lnTo>
                    <a:pt x="186458" y="559243"/>
                  </a:lnTo>
                  <a:lnTo>
                    <a:pt x="185386" y="559643"/>
                  </a:lnTo>
                  <a:lnTo>
                    <a:pt x="184314" y="560043"/>
                  </a:lnTo>
                  <a:lnTo>
                    <a:pt x="183243" y="560444"/>
                  </a:lnTo>
                  <a:lnTo>
                    <a:pt x="182171" y="560845"/>
                  </a:lnTo>
                  <a:lnTo>
                    <a:pt x="181100" y="561246"/>
                  </a:lnTo>
                  <a:lnTo>
                    <a:pt x="180028" y="561647"/>
                  </a:lnTo>
                  <a:lnTo>
                    <a:pt x="178956" y="562048"/>
                  </a:lnTo>
                  <a:lnTo>
                    <a:pt x="177885" y="562449"/>
                  </a:lnTo>
                  <a:lnTo>
                    <a:pt x="176813" y="562850"/>
                  </a:lnTo>
                  <a:lnTo>
                    <a:pt x="175742" y="563251"/>
                  </a:lnTo>
                  <a:lnTo>
                    <a:pt x="174670" y="563653"/>
                  </a:lnTo>
                  <a:lnTo>
                    <a:pt x="173599" y="564054"/>
                  </a:lnTo>
                  <a:lnTo>
                    <a:pt x="172527" y="564456"/>
                  </a:lnTo>
                  <a:lnTo>
                    <a:pt x="171455" y="564857"/>
                  </a:lnTo>
                  <a:lnTo>
                    <a:pt x="170384" y="565259"/>
                  </a:lnTo>
                  <a:lnTo>
                    <a:pt x="169312" y="565661"/>
                  </a:lnTo>
                  <a:lnTo>
                    <a:pt x="168241" y="566063"/>
                  </a:lnTo>
                  <a:lnTo>
                    <a:pt x="167169" y="566465"/>
                  </a:lnTo>
                  <a:lnTo>
                    <a:pt x="166097" y="566867"/>
                  </a:lnTo>
                  <a:lnTo>
                    <a:pt x="165026" y="567269"/>
                  </a:lnTo>
                  <a:lnTo>
                    <a:pt x="163954" y="567672"/>
                  </a:lnTo>
                  <a:lnTo>
                    <a:pt x="162883" y="568074"/>
                  </a:lnTo>
                  <a:lnTo>
                    <a:pt x="161811" y="568477"/>
                  </a:lnTo>
                  <a:lnTo>
                    <a:pt x="160739" y="568879"/>
                  </a:lnTo>
                  <a:lnTo>
                    <a:pt x="159668" y="569282"/>
                  </a:lnTo>
                  <a:lnTo>
                    <a:pt x="158596" y="569684"/>
                  </a:lnTo>
                  <a:lnTo>
                    <a:pt x="157525" y="570087"/>
                  </a:lnTo>
                  <a:lnTo>
                    <a:pt x="156453" y="570490"/>
                  </a:lnTo>
                  <a:lnTo>
                    <a:pt x="155381" y="570893"/>
                  </a:lnTo>
                  <a:lnTo>
                    <a:pt x="154310" y="571296"/>
                  </a:lnTo>
                  <a:lnTo>
                    <a:pt x="153238" y="571699"/>
                  </a:lnTo>
                  <a:lnTo>
                    <a:pt x="152167" y="572102"/>
                  </a:lnTo>
                  <a:lnTo>
                    <a:pt x="151095" y="572505"/>
                  </a:lnTo>
                  <a:lnTo>
                    <a:pt x="150023" y="572908"/>
                  </a:lnTo>
                  <a:lnTo>
                    <a:pt x="148952" y="573311"/>
                  </a:lnTo>
                  <a:lnTo>
                    <a:pt x="147880" y="573715"/>
                  </a:lnTo>
                  <a:lnTo>
                    <a:pt x="146809" y="574118"/>
                  </a:lnTo>
                  <a:lnTo>
                    <a:pt x="145737" y="574521"/>
                  </a:lnTo>
                  <a:lnTo>
                    <a:pt x="144665" y="574925"/>
                  </a:lnTo>
                  <a:lnTo>
                    <a:pt x="143594" y="575328"/>
                  </a:lnTo>
                  <a:lnTo>
                    <a:pt x="142522" y="575732"/>
                  </a:lnTo>
                  <a:lnTo>
                    <a:pt x="141451" y="576136"/>
                  </a:lnTo>
                  <a:lnTo>
                    <a:pt x="140379" y="576539"/>
                  </a:lnTo>
                  <a:lnTo>
                    <a:pt x="139307" y="576943"/>
                  </a:lnTo>
                  <a:lnTo>
                    <a:pt x="138236" y="577347"/>
                  </a:lnTo>
                  <a:lnTo>
                    <a:pt x="137164" y="577751"/>
                  </a:lnTo>
                  <a:lnTo>
                    <a:pt x="136093" y="578154"/>
                  </a:lnTo>
                  <a:lnTo>
                    <a:pt x="135021" y="578558"/>
                  </a:lnTo>
                  <a:lnTo>
                    <a:pt x="133949" y="578962"/>
                  </a:lnTo>
                  <a:lnTo>
                    <a:pt x="132878" y="579366"/>
                  </a:lnTo>
                  <a:lnTo>
                    <a:pt x="131806" y="579770"/>
                  </a:lnTo>
                  <a:lnTo>
                    <a:pt x="130735" y="580174"/>
                  </a:lnTo>
                  <a:lnTo>
                    <a:pt x="129663" y="580578"/>
                  </a:lnTo>
                  <a:lnTo>
                    <a:pt x="128591" y="580982"/>
                  </a:lnTo>
                  <a:lnTo>
                    <a:pt x="127520" y="581386"/>
                  </a:lnTo>
                  <a:lnTo>
                    <a:pt x="126448" y="581791"/>
                  </a:lnTo>
                  <a:lnTo>
                    <a:pt x="125377" y="582195"/>
                  </a:lnTo>
                  <a:lnTo>
                    <a:pt x="124305" y="582599"/>
                  </a:lnTo>
                  <a:lnTo>
                    <a:pt x="123233" y="583003"/>
                  </a:lnTo>
                  <a:lnTo>
                    <a:pt x="122162" y="583408"/>
                  </a:lnTo>
                  <a:lnTo>
                    <a:pt x="121090" y="583812"/>
                  </a:lnTo>
                  <a:lnTo>
                    <a:pt x="120019" y="584216"/>
                  </a:lnTo>
                  <a:lnTo>
                    <a:pt x="118947" y="584620"/>
                  </a:lnTo>
                  <a:lnTo>
                    <a:pt x="117875" y="585025"/>
                  </a:lnTo>
                  <a:lnTo>
                    <a:pt x="116804" y="585429"/>
                  </a:lnTo>
                  <a:lnTo>
                    <a:pt x="115732" y="585834"/>
                  </a:lnTo>
                  <a:lnTo>
                    <a:pt x="114661" y="586238"/>
                  </a:lnTo>
                  <a:lnTo>
                    <a:pt x="113589" y="586642"/>
                  </a:lnTo>
                  <a:lnTo>
                    <a:pt x="112517" y="587047"/>
                  </a:lnTo>
                  <a:lnTo>
                    <a:pt x="111446" y="587451"/>
                  </a:lnTo>
                  <a:lnTo>
                    <a:pt x="110374" y="587856"/>
                  </a:lnTo>
                  <a:lnTo>
                    <a:pt x="109303" y="588260"/>
                  </a:lnTo>
                  <a:lnTo>
                    <a:pt x="108231" y="588665"/>
                  </a:lnTo>
                  <a:lnTo>
                    <a:pt x="107159" y="589069"/>
                  </a:lnTo>
                  <a:lnTo>
                    <a:pt x="106088" y="589474"/>
                  </a:lnTo>
                  <a:lnTo>
                    <a:pt x="105016" y="589878"/>
                  </a:lnTo>
                  <a:lnTo>
                    <a:pt x="103945" y="590283"/>
                  </a:lnTo>
                  <a:lnTo>
                    <a:pt x="102873" y="590687"/>
                  </a:lnTo>
                  <a:lnTo>
                    <a:pt x="101801" y="591092"/>
                  </a:lnTo>
                  <a:lnTo>
                    <a:pt x="100730" y="591496"/>
                  </a:lnTo>
                  <a:lnTo>
                    <a:pt x="99658" y="591901"/>
                  </a:lnTo>
                  <a:lnTo>
                    <a:pt x="98587" y="592305"/>
                  </a:lnTo>
                  <a:lnTo>
                    <a:pt x="97515" y="592710"/>
                  </a:lnTo>
                  <a:lnTo>
                    <a:pt x="96443" y="593115"/>
                  </a:lnTo>
                  <a:lnTo>
                    <a:pt x="95372" y="593519"/>
                  </a:lnTo>
                  <a:lnTo>
                    <a:pt x="94300" y="593924"/>
                  </a:lnTo>
                  <a:lnTo>
                    <a:pt x="93229" y="594328"/>
                  </a:lnTo>
                  <a:lnTo>
                    <a:pt x="92157" y="594733"/>
                  </a:lnTo>
                  <a:lnTo>
                    <a:pt x="91085" y="595137"/>
                  </a:lnTo>
                  <a:lnTo>
                    <a:pt x="90014" y="595542"/>
                  </a:lnTo>
                  <a:lnTo>
                    <a:pt x="88942" y="595946"/>
                  </a:lnTo>
                  <a:lnTo>
                    <a:pt x="87871" y="596350"/>
                  </a:lnTo>
                  <a:lnTo>
                    <a:pt x="86799" y="596755"/>
                  </a:lnTo>
                  <a:lnTo>
                    <a:pt x="85727" y="597159"/>
                  </a:lnTo>
                  <a:lnTo>
                    <a:pt x="84656" y="597564"/>
                  </a:lnTo>
                  <a:lnTo>
                    <a:pt x="83584" y="597968"/>
                  </a:lnTo>
                  <a:lnTo>
                    <a:pt x="82513" y="598373"/>
                  </a:lnTo>
                  <a:lnTo>
                    <a:pt x="81441" y="598777"/>
                  </a:lnTo>
                  <a:lnTo>
                    <a:pt x="80369" y="599181"/>
                  </a:lnTo>
                  <a:lnTo>
                    <a:pt x="79298" y="599586"/>
                  </a:lnTo>
                  <a:lnTo>
                    <a:pt x="78226" y="599990"/>
                  </a:lnTo>
                  <a:lnTo>
                    <a:pt x="77155" y="600394"/>
                  </a:lnTo>
                  <a:lnTo>
                    <a:pt x="76083" y="600799"/>
                  </a:lnTo>
                  <a:lnTo>
                    <a:pt x="75011" y="601203"/>
                  </a:lnTo>
                  <a:lnTo>
                    <a:pt x="73940" y="601607"/>
                  </a:lnTo>
                  <a:lnTo>
                    <a:pt x="72868" y="602011"/>
                  </a:lnTo>
                  <a:lnTo>
                    <a:pt x="71797" y="602415"/>
                  </a:lnTo>
                  <a:lnTo>
                    <a:pt x="70725" y="602820"/>
                  </a:lnTo>
                  <a:lnTo>
                    <a:pt x="69653" y="603224"/>
                  </a:lnTo>
                  <a:lnTo>
                    <a:pt x="68582" y="603628"/>
                  </a:lnTo>
                  <a:lnTo>
                    <a:pt x="67510" y="604032"/>
                  </a:lnTo>
                  <a:lnTo>
                    <a:pt x="66439" y="604436"/>
                  </a:lnTo>
                  <a:lnTo>
                    <a:pt x="65367" y="604840"/>
                  </a:lnTo>
                  <a:lnTo>
                    <a:pt x="64295" y="605244"/>
                  </a:lnTo>
                  <a:lnTo>
                    <a:pt x="63224" y="605648"/>
                  </a:lnTo>
                  <a:lnTo>
                    <a:pt x="62152" y="606052"/>
                  </a:lnTo>
                  <a:lnTo>
                    <a:pt x="61081" y="606455"/>
                  </a:lnTo>
                  <a:lnTo>
                    <a:pt x="60009" y="606859"/>
                  </a:lnTo>
                  <a:lnTo>
                    <a:pt x="58937" y="607263"/>
                  </a:lnTo>
                  <a:lnTo>
                    <a:pt x="57866" y="607667"/>
                  </a:lnTo>
                  <a:lnTo>
                    <a:pt x="56794" y="608070"/>
                  </a:lnTo>
                  <a:lnTo>
                    <a:pt x="55723" y="608474"/>
                  </a:lnTo>
                  <a:lnTo>
                    <a:pt x="54651" y="608878"/>
                  </a:lnTo>
                  <a:lnTo>
                    <a:pt x="53579" y="609281"/>
                  </a:lnTo>
                  <a:lnTo>
                    <a:pt x="52508" y="609685"/>
                  </a:lnTo>
                  <a:lnTo>
                    <a:pt x="51436" y="610088"/>
                  </a:lnTo>
                  <a:lnTo>
                    <a:pt x="50365" y="610492"/>
                  </a:lnTo>
                  <a:lnTo>
                    <a:pt x="49293" y="610895"/>
                  </a:lnTo>
                  <a:lnTo>
                    <a:pt x="48221" y="611299"/>
                  </a:lnTo>
                  <a:lnTo>
                    <a:pt x="47150" y="611702"/>
                  </a:lnTo>
                  <a:lnTo>
                    <a:pt x="46078" y="612105"/>
                  </a:lnTo>
                  <a:lnTo>
                    <a:pt x="45007" y="612508"/>
                  </a:lnTo>
                  <a:lnTo>
                    <a:pt x="43935" y="612912"/>
                  </a:lnTo>
                  <a:lnTo>
                    <a:pt x="42863" y="613315"/>
                  </a:lnTo>
                  <a:lnTo>
                    <a:pt x="41792" y="613718"/>
                  </a:lnTo>
                  <a:lnTo>
                    <a:pt x="40720" y="614121"/>
                  </a:lnTo>
                  <a:lnTo>
                    <a:pt x="39649" y="614524"/>
                  </a:lnTo>
                  <a:lnTo>
                    <a:pt x="38577" y="614927"/>
                  </a:lnTo>
                  <a:lnTo>
                    <a:pt x="37505" y="615329"/>
                  </a:lnTo>
                  <a:lnTo>
                    <a:pt x="36434" y="615732"/>
                  </a:lnTo>
                  <a:lnTo>
                    <a:pt x="35362" y="616135"/>
                  </a:lnTo>
                  <a:lnTo>
                    <a:pt x="34291" y="616538"/>
                  </a:lnTo>
                  <a:lnTo>
                    <a:pt x="33219" y="616940"/>
                  </a:lnTo>
                  <a:lnTo>
                    <a:pt x="32147" y="617343"/>
                  </a:lnTo>
                  <a:lnTo>
                    <a:pt x="31076" y="617745"/>
                  </a:lnTo>
                  <a:lnTo>
                    <a:pt x="30004" y="618148"/>
                  </a:lnTo>
                  <a:lnTo>
                    <a:pt x="28933" y="618550"/>
                  </a:lnTo>
                  <a:lnTo>
                    <a:pt x="27861" y="618953"/>
                  </a:lnTo>
                  <a:lnTo>
                    <a:pt x="26789" y="619355"/>
                  </a:lnTo>
                  <a:lnTo>
                    <a:pt x="25718" y="619757"/>
                  </a:lnTo>
                  <a:lnTo>
                    <a:pt x="24646" y="620159"/>
                  </a:lnTo>
                  <a:lnTo>
                    <a:pt x="23575" y="620561"/>
                  </a:lnTo>
                  <a:lnTo>
                    <a:pt x="22503" y="620963"/>
                  </a:lnTo>
                  <a:lnTo>
                    <a:pt x="21431" y="621365"/>
                  </a:lnTo>
                  <a:lnTo>
                    <a:pt x="20360" y="621767"/>
                  </a:lnTo>
                  <a:lnTo>
                    <a:pt x="19288" y="622169"/>
                  </a:lnTo>
                  <a:lnTo>
                    <a:pt x="18217" y="622571"/>
                  </a:lnTo>
                  <a:lnTo>
                    <a:pt x="17145" y="622972"/>
                  </a:lnTo>
                  <a:lnTo>
                    <a:pt x="16073" y="623374"/>
                  </a:lnTo>
                  <a:lnTo>
                    <a:pt x="15002" y="623775"/>
                  </a:lnTo>
                  <a:lnTo>
                    <a:pt x="13930" y="624177"/>
                  </a:lnTo>
                  <a:lnTo>
                    <a:pt x="12859" y="624578"/>
                  </a:lnTo>
                  <a:lnTo>
                    <a:pt x="11787" y="624980"/>
                  </a:lnTo>
                  <a:lnTo>
                    <a:pt x="10715" y="625381"/>
                  </a:lnTo>
                  <a:lnTo>
                    <a:pt x="9644" y="625782"/>
                  </a:lnTo>
                  <a:lnTo>
                    <a:pt x="8572" y="626183"/>
                  </a:lnTo>
                  <a:lnTo>
                    <a:pt x="7501" y="626584"/>
                  </a:lnTo>
                  <a:lnTo>
                    <a:pt x="6429" y="626985"/>
                  </a:lnTo>
                  <a:lnTo>
                    <a:pt x="5357" y="627386"/>
                  </a:lnTo>
                  <a:lnTo>
                    <a:pt x="4286" y="627787"/>
                  </a:lnTo>
                  <a:lnTo>
                    <a:pt x="3214" y="628187"/>
                  </a:lnTo>
                  <a:lnTo>
                    <a:pt x="2143" y="628588"/>
                  </a:lnTo>
                  <a:lnTo>
                    <a:pt x="1071" y="628989"/>
                  </a:lnTo>
                  <a:lnTo>
                    <a:pt x="0" y="629389"/>
                  </a:lnTo>
                  <a:lnTo>
                    <a:pt x="0" y="62938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684231" y="4770055"/>
              <a:ext cx="3856684" cy="317792"/>
            </a:xfrm>
            <a:custGeom>
              <a:avLst/>
              <a:gdLst/>
              <a:ahLst/>
              <a:cxnLst/>
              <a:rect l="0" t="0" r="0" b="0"/>
              <a:pathLst>
                <a:path w="3856684" h="317792">
                  <a:moveTo>
                    <a:pt x="0" y="290738"/>
                  </a:moveTo>
                  <a:lnTo>
                    <a:pt x="1071" y="290787"/>
                  </a:lnTo>
                  <a:lnTo>
                    <a:pt x="2143" y="290837"/>
                  </a:lnTo>
                  <a:lnTo>
                    <a:pt x="3214" y="290886"/>
                  </a:lnTo>
                  <a:lnTo>
                    <a:pt x="4286" y="290936"/>
                  </a:lnTo>
                  <a:lnTo>
                    <a:pt x="5357" y="290985"/>
                  </a:lnTo>
                  <a:lnTo>
                    <a:pt x="6429" y="291035"/>
                  </a:lnTo>
                  <a:lnTo>
                    <a:pt x="7501" y="291084"/>
                  </a:lnTo>
                  <a:lnTo>
                    <a:pt x="8572" y="291134"/>
                  </a:lnTo>
                  <a:lnTo>
                    <a:pt x="9644" y="291183"/>
                  </a:lnTo>
                  <a:lnTo>
                    <a:pt x="10715" y="291233"/>
                  </a:lnTo>
                  <a:lnTo>
                    <a:pt x="11787" y="291282"/>
                  </a:lnTo>
                  <a:lnTo>
                    <a:pt x="12859" y="291331"/>
                  </a:lnTo>
                  <a:lnTo>
                    <a:pt x="13930" y="291381"/>
                  </a:lnTo>
                  <a:lnTo>
                    <a:pt x="15002" y="291430"/>
                  </a:lnTo>
                  <a:lnTo>
                    <a:pt x="16073" y="291480"/>
                  </a:lnTo>
                  <a:lnTo>
                    <a:pt x="17145" y="291529"/>
                  </a:lnTo>
                  <a:lnTo>
                    <a:pt x="18217" y="291579"/>
                  </a:lnTo>
                  <a:lnTo>
                    <a:pt x="19288" y="291628"/>
                  </a:lnTo>
                  <a:lnTo>
                    <a:pt x="20360" y="291677"/>
                  </a:lnTo>
                  <a:lnTo>
                    <a:pt x="21431" y="291727"/>
                  </a:lnTo>
                  <a:lnTo>
                    <a:pt x="22503" y="291776"/>
                  </a:lnTo>
                  <a:lnTo>
                    <a:pt x="23575" y="291826"/>
                  </a:lnTo>
                  <a:lnTo>
                    <a:pt x="24646" y="291875"/>
                  </a:lnTo>
                  <a:lnTo>
                    <a:pt x="25718" y="291925"/>
                  </a:lnTo>
                  <a:lnTo>
                    <a:pt x="26789" y="291974"/>
                  </a:lnTo>
                  <a:lnTo>
                    <a:pt x="27861" y="292023"/>
                  </a:lnTo>
                  <a:lnTo>
                    <a:pt x="28933" y="292073"/>
                  </a:lnTo>
                  <a:lnTo>
                    <a:pt x="30004" y="292122"/>
                  </a:lnTo>
                  <a:lnTo>
                    <a:pt x="31076" y="292172"/>
                  </a:lnTo>
                  <a:lnTo>
                    <a:pt x="32147" y="292221"/>
                  </a:lnTo>
                  <a:lnTo>
                    <a:pt x="33219" y="292271"/>
                  </a:lnTo>
                  <a:lnTo>
                    <a:pt x="34291" y="292320"/>
                  </a:lnTo>
                  <a:lnTo>
                    <a:pt x="35362" y="292369"/>
                  </a:lnTo>
                  <a:lnTo>
                    <a:pt x="36434" y="292419"/>
                  </a:lnTo>
                  <a:lnTo>
                    <a:pt x="37505" y="292468"/>
                  </a:lnTo>
                  <a:lnTo>
                    <a:pt x="38577" y="292518"/>
                  </a:lnTo>
                  <a:lnTo>
                    <a:pt x="39649" y="292567"/>
                  </a:lnTo>
                  <a:lnTo>
                    <a:pt x="40720" y="292616"/>
                  </a:lnTo>
                  <a:lnTo>
                    <a:pt x="41792" y="292666"/>
                  </a:lnTo>
                  <a:lnTo>
                    <a:pt x="42863" y="292715"/>
                  </a:lnTo>
                  <a:lnTo>
                    <a:pt x="43935" y="292764"/>
                  </a:lnTo>
                  <a:lnTo>
                    <a:pt x="45007" y="292814"/>
                  </a:lnTo>
                  <a:lnTo>
                    <a:pt x="46078" y="292863"/>
                  </a:lnTo>
                  <a:lnTo>
                    <a:pt x="47150" y="292913"/>
                  </a:lnTo>
                  <a:lnTo>
                    <a:pt x="48221" y="292962"/>
                  </a:lnTo>
                  <a:lnTo>
                    <a:pt x="49293" y="293011"/>
                  </a:lnTo>
                  <a:lnTo>
                    <a:pt x="50365" y="293061"/>
                  </a:lnTo>
                  <a:lnTo>
                    <a:pt x="51436" y="293110"/>
                  </a:lnTo>
                  <a:lnTo>
                    <a:pt x="52508" y="293159"/>
                  </a:lnTo>
                  <a:lnTo>
                    <a:pt x="53579" y="293209"/>
                  </a:lnTo>
                  <a:lnTo>
                    <a:pt x="54651" y="293258"/>
                  </a:lnTo>
                  <a:lnTo>
                    <a:pt x="55723" y="293308"/>
                  </a:lnTo>
                  <a:lnTo>
                    <a:pt x="56794" y="293357"/>
                  </a:lnTo>
                  <a:lnTo>
                    <a:pt x="57866" y="293406"/>
                  </a:lnTo>
                  <a:lnTo>
                    <a:pt x="58937" y="293456"/>
                  </a:lnTo>
                  <a:lnTo>
                    <a:pt x="60009" y="293505"/>
                  </a:lnTo>
                  <a:lnTo>
                    <a:pt x="61081" y="293554"/>
                  </a:lnTo>
                  <a:lnTo>
                    <a:pt x="62152" y="293604"/>
                  </a:lnTo>
                  <a:lnTo>
                    <a:pt x="63224" y="293653"/>
                  </a:lnTo>
                  <a:lnTo>
                    <a:pt x="64295" y="293702"/>
                  </a:lnTo>
                  <a:lnTo>
                    <a:pt x="65367" y="293752"/>
                  </a:lnTo>
                  <a:lnTo>
                    <a:pt x="66439" y="293801"/>
                  </a:lnTo>
                  <a:lnTo>
                    <a:pt x="67510" y="293850"/>
                  </a:lnTo>
                  <a:lnTo>
                    <a:pt x="68582" y="293900"/>
                  </a:lnTo>
                  <a:lnTo>
                    <a:pt x="69653" y="293949"/>
                  </a:lnTo>
                  <a:lnTo>
                    <a:pt x="70725" y="293998"/>
                  </a:lnTo>
                  <a:lnTo>
                    <a:pt x="71797" y="294048"/>
                  </a:lnTo>
                  <a:lnTo>
                    <a:pt x="72868" y="294097"/>
                  </a:lnTo>
                  <a:lnTo>
                    <a:pt x="73940" y="294146"/>
                  </a:lnTo>
                  <a:lnTo>
                    <a:pt x="75011" y="294196"/>
                  </a:lnTo>
                  <a:lnTo>
                    <a:pt x="76083" y="294245"/>
                  </a:lnTo>
                  <a:lnTo>
                    <a:pt x="77155" y="294294"/>
                  </a:lnTo>
                  <a:lnTo>
                    <a:pt x="78226" y="294344"/>
                  </a:lnTo>
                  <a:lnTo>
                    <a:pt x="79298" y="294393"/>
                  </a:lnTo>
                  <a:lnTo>
                    <a:pt x="80369" y="294442"/>
                  </a:lnTo>
                  <a:lnTo>
                    <a:pt x="81441" y="294492"/>
                  </a:lnTo>
                  <a:lnTo>
                    <a:pt x="82513" y="294541"/>
                  </a:lnTo>
                  <a:lnTo>
                    <a:pt x="83584" y="294590"/>
                  </a:lnTo>
                  <a:lnTo>
                    <a:pt x="84656" y="294640"/>
                  </a:lnTo>
                  <a:lnTo>
                    <a:pt x="85727" y="294689"/>
                  </a:lnTo>
                  <a:lnTo>
                    <a:pt x="86799" y="294738"/>
                  </a:lnTo>
                  <a:lnTo>
                    <a:pt x="87871" y="294787"/>
                  </a:lnTo>
                  <a:lnTo>
                    <a:pt x="88942" y="294837"/>
                  </a:lnTo>
                  <a:lnTo>
                    <a:pt x="90014" y="294886"/>
                  </a:lnTo>
                  <a:lnTo>
                    <a:pt x="91085" y="294935"/>
                  </a:lnTo>
                  <a:lnTo>
                    <a:pt x="92157" y="294985"/>
                  </a:lnTo>
                  <a:lnTo>
                    <a:pt x="93229" y="295034"/>
                  </a:lnTo>
                  <a:lnTo>
                    <a:pt x="94300" y="295083"/>
                  </a:lnTo>
                  <a:lnTo>
                    <a:pt x="95372" y="295132"/>
                  </a:lnTo>
                  <a:lnTo>
                    <a:pt x="96443" y="295182"/>
                  </a:lnTo>
                  <a:lnTo>
                    <a:pt x="97515" y="295231"/>
                  </a:lnTo>
                  <a:lnTo>
                    <a:pt x="98587" y="295280"/>
                  </a:lnTo>
                  <a:lnTo>
                    <a:pt x="99658" y="295330"/>
                  </a:lnTo>
                  <a:lnTo>
                    <a:pt x="100730" y="295379"/>
                  </a:lnTo>
                  <a:lnTo>
                    <a:pt x="101801" y="295428"/>
                  </a:lnTo>
                  <a:lnTo>
                    <a:pt x="102873" y="295477"/>
                  </a:lnTo>
                  <a:lnTo>
                    <a:pt x="103945" y="295527"/>
                  </a:lnTo>
                  <a:lnTo>
                    <a:pt x="105016" y="295576"/>
                  </a:lnTo>
                  <a:lnTo>
                    <a:pt x="106088" y="295625"/>
                  </a:lnTo>
                  <a:lnTo>
                    <a:pt x="107159" y="295674"/>
                  </a:lnTo>
                  <a:lnTo>
                    <a:pt x="108231" y="295724"/>
                  </a:lnTo>
                  <a:lnTo>
                    <a:pt x="109303" y="295773"/>
                  </a:lnTo>
                  <a:lnTo>
                    <a:pt x="110374" y="295822"/>
                  </a:lnTo>
                  <a:lnTo>
                    <a:pt x="111446" y="295871"/>
                  </a:lnTo>
                  <a:lnTo>
                    <a:pt x="112517" y="295921"/>
                  </a:lnTo>
                  <a:lnTo>
                    <a:pt x="113589" y="295970"/>
                  </a:lnTo>
                  <a:lnTo>
                    <a:pt x="114661" y="296019"/>
                  </a:lnTo>
                  <a:lnTo>
                    <a:pt x="115732" y="296068"/>
                  </a:lnTo>
                  <a:lnTo>
                    <a:pt x="116804" y="296118"/>
                  </a:lnTo>
                  <a:lnTo>
                    <a:pt x="117875" y="296167"/>
                  </a:lnTo>
                  <a:lnTo>
                    <a:pt x="118947" y="296216"/>
                  </a:lnTo>
                  <a:lnTo>
                    <a:pt x="120019" y="296265"/>
                  </a:lnTo>
                  <a:lnTo>
                    <a:pt x="121090" y="296315"/>
                  </a:lnTo>
                  <a:lnTo>
                    <a:pt x="122162" y="296364"/>
                  </a:lnTo>
                  <a:lnTo>
                    <a:pt x="123233" y="296413"/>
                  </a:lnTo>
                  <a:lnTo>
                    <a:pt x="124305" y="296462"/>
                  </a:lnTo>
                  <a:lnTo>
                    <a:pt x="125377" y="296512"/>
                  </a:lnTo>
                  <a:lnTo>
                    <a:pt x="126448" y="296561"/>
                  </a:lnTo>
                  <a:lnTo>
                    <a:pt x="127520" y="296610"/>
                  </a:lnTo>
                  <a:lnTo>
                    <a:pt x="128591" y="296659"/>
                  </a:lnTo>
                  <a:lnTo>
                    <a:pt x="129663" y="296708"/>
                  </a:lnTo>
                  <a:lnTo>
                    <a:pt x="130735" y="296758"/>
                  </a:lnTo>
                  <a:lnTo>
                    <a:pt x="131806" y="296807"/>
                  </a:lnTo>
                  <a:lnTo>
                    <a:pt x="132878" y="296856"/>
                  </a:lnTo>
                  <a:lnTo>
                    <a:pt x="133949" y="296905"/>
                  </a:lnTo>
                  <a:lnTo>
                    <a:pt x="135021" y="296955"/>
                  </a:lnTo>
                  <a:lnTo>
                    <a:pt x="136093" y="297004"/>
                  </a:lnTo>
                  <a:lnTo>
                    <a:pt x="137164" y="297053"/>
                  </a:lnTo>
                  <a:lnTo>
                    <a:pt x="138236" y="297102"/>
                  </a:lnTo>
                  <a:lnTo>
                    <a:pt x="139307" y="297151"/>
                  </a:lnTo>
                  <a:lnTo>
                    <a:pt x="140379" y="297201"/>
                  </a:lnTo>
                  <a:lnTo>
                    <a:pt x="141451" y="297250"/>
                  </a:lnTo>
                  <a:lnTo>
                    <a:pt x="142522" y="297299"/>
                  </a:lnTo>
                  <a:lnTo>
                    <a:pt x="143594" y="297348"/>
                  </a:lnTo>
                  <a:lnTo>
                    <a:pt x="144665" y="297397"/>
                  </a:lnTo>
                  <a:lnTo>
                    <a:pt x="145737" y="297446"/>
                  </a:lnTo>
                  <a:lnTo>
                    <a:pt x="146809" y="297496"/>
                  </a:lnTo>
                  <a:lnTo>
                    <a:pt x="147880" y="297545"/>
                  </a:lnTo>
                  <a:lnTo>
                    <a:pt x="148952" y="297594"/>
                  </a:lnTo>
                  <a:lnTo>
                    <a:pt x="150023" y="297643"/>
                  </a:lnTo>
                  <a:lnTo>
                    <a:pt x="151095" y="297692"/>
                  </a:lnTo>
                  <a:lnTo>
                    <a:pt x="152167" y="297742"/>
                  </a:lnTo>
                  <a:lnTo>
                    <a:pt x="153238" y="297791"/>
                  </a:lnTo>
                  <a:lnTo>
                    <a:pt x="154310" y="297840"/>
                  </a:lnTo>
                  <a:lnTo>
                    <a:pt x="155381" y="297889"/>
                  </a:lnTo>
                  <a:lnTo>
                    <a:pt x="156453" y="297938"/>
                  </a:lnTo>
                  <a:lnTo>
                    <a:pt x="157525" y="297987"/>
                  </a:lnTo>
                  <a:lnTo>
                    <a:pt x="158596" y="298037"/>
                  </a:lnTo>
                  <a:lnTo>
                    <a:pt x="159668" y="298086"/>
                  </a:lnTo>
                  <a:lnTo>
                    <a:pt x="160739" y="298135"/>
                  </a:lnTo>
                  <a:lnTo>
                    <a:pt x="161811" y="298184"/>
                  </a:lnTo>
                  <a:lnTo>
                    <a:pt x="162883" y="298233"/>
                  </a:lnTo>
                  <a:lnTo>
                    <a:pt x="163954" y="298282"/>
                  </a:lnTo>
                  <a:lnTo>
                    <a:pt x="165026" y="298331"/>
                  </a:lnTo>
                  <a:lnTo>
                    <a:pt x="166097" y="298381"/>
                  </a:lnTo>
                  <a:lnTo>
                    <a:pt x="167169" y="298430"/>
                  </a:lnTo>
                  <a:lnTo>
                    <a:pt x="168241" y="298479"/>
                  </a:lnTo>
                  <a:lnTo>
                    <a:pt x="169312" y="298528"/>
                  </a:lnTo>
                  <a:lnTo>
                    <a:pt x="170384" y="298577"/>
                  </a:lnTo>
                  <a:lnTo>
                    <a:pt x="171455" y="298626"/>
                  </a:lnTo>
                  <a:lnTo>
                    <a:pt x="172527" y="298675"/>
                  </a:lnTo>
                  <a:lnTo>
                    <a:pt x="173599" y="298725"/>
                  </a:lnTo>
                  <a:lnTo>
                    <a:pt x="174670" y="298774"/>
                  </a:lnTo>
                  <a:lnTo>
                    <a:pt x="175742" y="298823"/>
                  </a:lnTo>
                  <a:lnTo>
                    <a:pt x="176813" y="298872"/>
                  </a:lnTo>
                  <a:lnTo>
                    <a:pt x="177885" y="298921"/>
                  </a:lnTo>
                  <a:lnTo>
                    <a:pt x="178956" y="298970"/>
                  </a:lnTo>
                  <a:lnTo>
                    <a:pt x="180028" y="299019"/>
                  </a:lnTo>
                  <a:lnTo>
                    <a:pt x="181100" y="299068"/>
                  </a:lnTo>
                  <a:lnTo>
                    <a:pt x="182171" y="299118"/>
                  </a:lnTo>
                  <a:lnTo>
                    <a:pt x="183243" y="299167"/>
                  </a:lnTo>
                  <a:lnTo>
                    <a:pt x="184314" y="299216"/>
                  </a:lnTo>
                  <a:lnTo>
                    <a:pt x="185386" y="299265"/>
                  </a:lnTo>
                  <a:lnTo>
                    <a:pt x="186458" y="299314"/>
                  </a:lnTo>
                  <a:lnTo>
                    <a:pt x="187529" y="299363"/>
                  </a:lnTo>
                  <a:lnTo>
                    <a:pt x="188601" y="299412"/>
                  </a:lnTo>
                  <a:lnTo>
                    <a:pt x="189672" y="299461"/>
                  </a:lnTo>
                  <a:lnTo>
                    <a:pt x="190744" y="299510"/>
                  </a:lnTo>
                  <a:lnTo>
                    <a:pt x="191816" y="299560"/>
                  </a:lnTo>
                  <a:lnTo>
                    <a:pt x="192887" y="299609"/>
                  </a:lnTo>
                  <a:lnTo>
                    <a:pt x="193959" y="299658"/>
                  </a:lnTo>
                  <a:lnTo>
                    <a:pt x="195030" y="299707"/>
                  </a:lnTo>
                  <a:lnTo>
                    <a:pt x="196102" y="299756"/>
                  </a:lnTo>
                  <a:lnTo>
                    <a:pt x="197174" y="299805"/>
                  </a:lnTo>
                  <a:lnTo>
                    <a:pt x="198245" y="299854"/>
                  </a:lnTo>
                  <a:lnTo>
                    <a:pt x="199317" y="299903"/>
                  </a:lnTo>
                  <a:lnTo>
                    <a:pt x="200388" y="299952"/>
                  </a:lnTo>
                  <a:lnTo>
                    <a:pt x="201460" y="300001"/>
                  </a:lnTo>
                  <a:lnTo>
                    <a:pt x="202532" y="300050"/>
                  </a:lnTo>
                  <a:lnTo>
                    <a:pt x="203603" y="300099"/>
                  </a:lnTo>
                  <a:lnTo>
                    <a:pt x="204675" y="300149"/>
                  </a:lnTo>
                  <a:lnTo>
                    <a:pt x="205746" y="300198"/>
                  </a:lnTo>
                  <a:lnTo>
                    <a:pt x="206818" y="300247"/>
                  </a:lnTo>
                  <a:lnTo>
                    <a:pt x="207890" y="300296"/>
                  </a:lnTo>
                  <a:lnTo>
                    <a:pt x="208961" y="300345"/>
                  </a:lnTo>
                  <a:lnTo>
                    <a:pt x="210033" y="300394"/>
                  </a:lnTo>
                  <a:lnTo>
                    <a:pt x="211104" y="300443"/>
                  </a:lnTo>
                  <a:lnTo>
                    <a:pt x="212176" y="300492"/>
                  </a:lnTo>
                  <a:lnTo>
                    <a:pt x="213248" y="300541"/>
                  </a:lnTo>
                  <a:lnTo>
                    <a:pt x="214319" y="300590"/>
                  </a:lnTo>
                  <a:lnTo>
                    <a:pt x="215391" y="300639"/>
                  </a:lnTo>
                  <a:lnTo>
                    <a:pt x="216462" y="300688"/>
                  </a:lnTo>
                  <a:lnTo>
                    <a:pt x="217534" y="300737"/>
                  </a:lnTo>
                  <a:lnTo>
                    <a:pt x="218606" y="300786"/>
                  </a:lnTo>
                  <a:lnTo>
                    <a:pt x="219677" y="300835"/>
                  </a:lnTo>
                  <a:lnTo>
                    <a:pt x="220749" y="300884"/>
                  </a:lnTo>
                  <a:lnTo>
                    <a:pt x="221820" y="300933"/>
                  </a:lnTo>
                  <a:lnTo>
                    <a:pt x="222892" y="300982"/>
                  </a:lnTo>
                  <a:lnTo>
                    <a:pt x="223964" y="301031"/>
                  </a:lnTo>
                  <a:lnTo>
                    <a:pt x="225035" y="301080"/>
                  </a:lnTo>
                  <a:lnTo>
                    <a:pt x="226107" y="301130"/>
                  </a:lnTo>
                  <a:lnTo>
                    <a:pt x="227178" y="301179"/>
                  </a:lnTo>
                  <a:lnTo>
                    <a:pt x="228250" y="301228"/>
                  </a:lnTo>
                  <a:lnTo>
                    <a:pt x="229322" y="301277"/>
                  </a:lnTo>
                  <a:lnTo>
                    <a:pt x="230393" y="301326"/>
                  </a:lnTo>
                  <a:lnTo>
                    <a:pt x="231465" y="301375"/>
                  </a:lnTo>
                  <a:lnTo>
                    <a:pt x="232536" y="301424"/>
                  </a:lnTo>
                  <a:lnTo>
                    <a:pt x="233608" y="301473"/>
                  </a:lnTo>
                  <a:lnTo>
                    <a:pt x="234680" y="301522"/>
                  </a:lnTo>
                  <a:lnTo>
                    <a:pt x="235751" y="301571"/>
                  </a:lnTo>
                  <a:lnTo>
                    <a:pt x="236823" y="301620"/>
                  </a:lnTo>
                  <a:lnTo>
                    <a:pt x="237894" y="301669"/>
                  </a:lnTo>
                  <a:lnTo>
                    <a:pt x="238966" y="301718"/>
                  </a:lnTo>
                  <a:lnTo>
                    <a:pt x="240038" y="301767"/>
                  </a:lnTo>
                  <a:lnTo>
                    <a:pt x="241109" y="301816"/>
                  </a:lnTo>
                  <a:lnTo>
                    <a:pt x="242181" y="301865"/>
                  </a:lnTo>
                  <a:lnTo>
                    <a:pt x="243252" y="301914"/>
                  </a:lnTo>
                  <a:lnTo>
                    <a:pt x="244324" y="301963"/>
                  </a:lnTo>
                  <a:lnTo>
                    <a:pt x="245396" y="302012"/>
                  </a:lnTo>
                  <a:lnTo>
                    <a:pt x="246467" y="302061"/>
                  </a:lnTo>
                  <a:lnTo>
                    <a:pt x="247539" y="302110"/>
                  </a:lnTo>
                  <a:lnTo>
                    <a:pt x="248610" y="302159"/>
                  </a:lnTo>
                  <a:lnTo>
                    <a:pt x="249682" y="302208"/>
                  </a:lnTo>
                  <a:lnTo>
                    <a:pt x="250754" y="302257"/>
                  </a:lnTo>
                  <a:lnTo>
                    <a:pt x="251825" y="302306"/>
                  </a:lnTo>
                  <a:lnTo>
                    <a:pt x="252897" y="302355"/>
                  </a:lnTo>
                  <a:lnTo>
                    <a:pt x="253968" y="302404"/>
                  </a:lnTo>
                  <a:lnTo>
                    <a:pt x="255040" y="302453"/>
                  </a:lnTo>
                  <a:lnTo>
                    <a:pt x="256112" y="302502"/>
                  </a:lnTo>
                  <a:lnTo>
                    <a:pt x="257183" y="302550"/>
                  </a:lnTo>
                  <a:lnTo>
                    <a:pt x="258255" y="302599"/>
                  </a:lnTo>
                  <a:lnTo>
                    <a:pt x="259326" y="302648"/>
                  </a:lnTo>
                  <a:lnTo>
                    <a:pt x="260398" y="302697"/>
                  </a:lnTo>
                  <a:lnTo>
                    <a:pt x="261470" y="302746"/>
                  </a:lnTo>
                  <a:lnTo>
                    <a:pt x="262541" y="302795"/>
                  </a:lnTo>
                  <a:lnTo>
                    <a:pt x="263613" y="302844"/>
                  </a:lnTo>
                  <a:lnTo>
                    <a:pt x="264684" y="302893"/>
                  </a:lnTo>
                  <a:lnTo>
                    <a:pt x="265756" y="302942"/>
                  </a:lnTo>
                  <a:lnTo>
                    <a:pt x="266828" y="302991"/>
                  </a:lnTo>
                  <a:lnTo>
                    <a:pt x="267899" y="303040"/>
                  </a:lnTo>
                  <a:lnTo>
                    <a:pt x="268971" y="303089"/>
                  </a:lnTo>
                  <a:lnTo>
                    <a:pt x="270042" y="303138"/>
                  </a:lnTo>
                  <a:lnTo>
                    <a:pt x="271114" y="303187"/>
                  </a:lnTo>
                  <a:lnTo>
                    <a:pt x="272186" y="303236"/>
                  </a:lnTo>
                  <a:lnTo>
                    <a:pt x="273257" y="303285"/>
                  </a:lnTo>
                  <a:lnTo>
                    <a:pt x="274329" y="303334"/>
                  </a:lnTo>
                  <a:lnTo>
                    <a:pt x="275400" y="303383"/>
                  </a:lnTo>
                  <a:lnTo>
                    <a:pt x="276472" y="303432"/>
                  </a:lnTo>
                  <a:lnTo>
                    <a:pt x="277544" y="303481"/>
                  </a:lnTo>
                  <a:lnTo>
                    <a:pt x="278615" y="303529"/>
                  </a:lnTo>
                  <a:lnTo>
                    <a:pt x="279687" y="303578"/>
                  </a:lnTo>
                  <a:lnTo>
                    <a:pt x="280758" y="303627"/>
                  </a:lnTo>
                  <a:lnTo>
                    <a:pt x="281830" y="303676"/>
                  </a:lnTo>
                  <a:lnTo>
                    <a:pt x="282902" y="303725"/>
                  </a:lnTo>
                  <a:lnTo>
                    <a:pt x="283973" y="303774"/>
                  </a:lnTo>
                  <a:lnTo>
                    <a:pt x="285045" y="303823"/>
                  </a:lnTo>
                  <a:lnTo>
                    <a:pt x="286116" y="303872"/>
                  </a:lnTo>
                  <a:lnTo>
                    <a:pt x="287188" y="303921"/>
                  </a:lnTo>
                  <a:lnTo>
                    <a:pt x="288260" y="303970"/>
                  </a:lnTo>
                  <a:lnTo>
                    <a:pt x="289331" y="304019"/>
                  </a:lnTo>
                  <a:lnTo>
                    <a:pt x="290403" y="304068"/>
                  </a:lnTo>
                  <a:lnTo>
                    <a:pt x="291474" y="304116"/>
                  </a:lnTo>
                  <a:lnTo>
                    <a:pt x="292546" y="304165"/>
                  </a:lnTo>
                  <a:lnTo>
                    <a:pt x="293618" y="304214"/>
                  </a:lnTo>
                  <a:lnTo>
                    <a:pt x="294689" y="304263"/>
                  </a:lnTo>
                  <a:lnTo>
                    <a:pt x="295761" y="304312"/>
                  </a:lnTo>
                  <a:lnTo>
                    <a:pt x="296832" y="304361"/>
                  </a:lnTo>
                  <a:lnTo>
                    <a:pt x="297904" y="304410"/>
                  </a:lnTo>
                  <a:lnTo>
                    <a:pt x="298976" y="304459"/>
                  </a:lnTo>
                  <a:lnTo>
                    <a:pt x="300047" y="304508"/>
                  </a:lnTo>
                  <a:lnTo>
                    <a:pt x="301119" y="304556"/>
                  </a:lnTo>
                  <a:lnTo>
                    <a:pt x="302190" y="304605"/>
                  </a:lnTo>
                  <a:lnTo>
                    <a:pt x="303262" y="304654"/>
                  </a:lnTo>
                  <a:lnTo>
                    <a:pt x="304334" y="304703"/>
                  </a:lnTo>
                  <a:lnTo>
                    <a:pt x="305405" y="304752"/>
                  </a:lnTo>
                  <a:lnTo>
                    <a:pt x="306477" y="304801"/>
                  </a:lnTo>
                  <a:lnTo>
                    <a:pt x="307548" y="304850"/>
                  </a:lnTo>
                  <a:lnTo>
                    <a:pt x="308620" y="304899"/>
                  </a:lnTo>
                  <a:lnTo>
                    <a:pt x="309692" y="304947"/>
                  </a:lnTo>
                  <a:lnTo>
                    <a:pt x="310763" y="304996"/>
                  </a:lnTo>
                  <a:lnTo>
                    <a:pt x="311835" y="305045"/>
                  </a:lnTo>
                  <a:lnTo>
                    <a:pt x="312906" y="305094"/>
                  </a:lnTo>
                  <a:lnTo>
                    <a:pt x="313978" y="305143"/>
                  </a:lnTo>
                  <a:lnTo>
                    <a:pt x="315050" y="305192"/>
                  </a:lnTo>
                  <a:lnTo>
                    <a:pt x="316121" y="305241"/>
                  </a:lnTo>
                  <a:lnTo>
                    <a:pt x="317193" y="305289"/>
                  </a:lnTo>
                  <a:lnTo>
                    <a:pt x="318264" y="305338"/>
                  </a:lnTo>
                  <a:lnTo>
                    <a:pt x="319336" y="305387"/>
                  </a:lnTo>
                  <a:lnTo>
                    <a:pt x="320408" y="305436"/>
                  </a:lnTo>
                  <a:lnTo>
                    <a:pt x="321479" y="305485"/>
                  </a:lnTo>
                  <a:lnTo>
                    <a:pt x="322551" y="305534"/>
                  </a:lnTo>
                  <a:lnTo>
                    <a:pt x="323622" y="305583"/>
                  </a:lnTo>
                  <a:lnTo>
                    <a:pt x="324694" y="305631"/>
                  </a:lnTo>
                  <a:lnTo>
                    <a:pt x="325766" y="305680"/>
                  </a:lnTo>
                  <a:lnTo>
                    <a:pt x="326837" y="305729"/>
                  </a:lnTo>
                  <a:lnTo>
                    <a:pt x="327909" y="305778"/>
                  </a:lnTo>
                  <a:lnTo>
                    <a:pt x="328980" y="305827"/>
                  </a:lnTo>
                  <a:lnTo>
                    <a:pt x="330052" y="305876"/>
                  </a:lnTo>
                  <a:lnTo>
                    <a:pt x="331124" y="305924"/>
                  </a:lnTo>
                  <a:lnTo>
                    <a:pt x="332195" y="305973"/>
                  </a:lnTo>
                  <a:lnTo>
                    <a:pt x="333267" y="306022"/>
                  </a:lnTo>
                  <a:lnTo>
                    <a:pt x="334338" y="306071"/>
                  </a:lnTo>
                  <a:lnTo>
                    <a:pt x="335410" y="306120"/>
                  </a:lnTo>
                  <a:lnTo>
                    <a:pt x="336482" y="306169"/>
                  </a:lnTo>
                  <a:lnTo>
                    <a:pt x="337553" y="306217"/>
                  </a:lnTo>
                  <a:lnTo>
                    <a:pt x="338625" y="306266"/>
                  </a:lnTo>
                  <a:lnTo>
                    <a:pt x="339696" y="306315"/>
                  </a:lnTo>
                  <a:lnTo>
                    <a:pt x="340768" y="306364"/>
                  </a:lnTo>
                  <a:lnTo>
                    <a:pt x="341840" y="306413"/>
                  </a:lnTo>
                  <a:lnTo>
                    <a:pt x="342911" y="306461"/>
                  </a:lnTo>
                  <a:lnTo>
                    <a:pt x="343983" y="306510"/>
                  </a:lnTo>
                  <a:lnTo>
                    <a:pt x="345054" y="306559"/>
                  </a:lnTo>
                  <a:lnTo>
                    <a:pt x="346126" y="306608"/>
                  </a:lnTo>
                  <a:lnTo>
                    <a:pt x="347198" y="306657"/>
                  </a:lnTo>
                  <a:lnTo>
                    <a:pt x="348269" y="306705"/>
                  </a:lnTo>
                  <a:lnTo>
                    <a:pt x="349341" y="306754"/>
                  </a:lnTo>
                  <a:lnTo>
                    <a:pt x="350412" y="306803"/>
                  </a:lnTo>
                  <a:lnTo>
                    <a:pt x="351484" y="306852"/>
                  </a:lnTo>
                  <a:lnTo>
                    <a:pt x="352556" y="306900"/>
                  </a:lnTo>
                  <a:lnTo>
                    <a:pt x="353627" y="306949"/>
                  </a:lnTo>
                  <a:lnTo>
                    <a:pt x="354699" y="306998"/>
                  </a:lnTo>
                  <a:lnTo>
                    <a:pt x="355770" y="307047"/>
                  </a:lnTo>
                  <a:lnTo>
                    <a:pt x="356842" y="307096"/>
                  </a:lnTo>
                  <a:lnTo>
                    <a:pt x="357913" y="307144"/>
                  </a:lnTo>
                  <a:lnTo>
                    <a:pt x="358985" y="307193"/>
                  </a:lnTo>
                  <a:lnTo>
                    <a:pt x="360057" y="307242"/>
                  </a:lnTo>
                  <a:lnTo>
                    <a:pt x="361128" y="307291"/>
                  </a:lnTo>
                  <a:lnTo>
                    <a:pt x="362200" y="307339"/>
                  </a:lnTo>
                  <a:lnTo>
                    <a:pt x="363271" y="307388"/>
                  </a:lnTo>
                  <a:lnTo>
                    <a:pt x="364343" y="307437"/>
                  </a:lnTo>
                  <a:lnTo>
                    <a:pt x="365415" y="307486"/>
                  </a:lnTo>
                  <a:lnTo>
                    <a:pt x="366486" y="307535"/>
                  </a:lnTo>
                  <a:lnTo>
                    <a:pt x="367558" y="307583"/>
                  </a:lnTo>
                  <a:lnTo>
                    <a:pt x="368629" y="307632"/>
                  </a:lnTo>
                  <a:lnTo>
                    <a:pt x="369701" y="307681"/>
                  </a:lnTo>
                  <a:lnTo>
                    <a:pt x="370773" y="307730"/>
                  </a:lnTo>
                  <a:lnTo>
                    <a:pt x="371844" y="307778"/>
                  </a:lnTo>
                  <a:lnTo>
                    <a:pt x="372916" y="307827"/>
                  </a:lnTo>
                  <a:lnTo>
                    <a:pt x="373987" y="307876"/>
                  </a:lnTo>
                  <a:lnTo>
                    <a:pt x="375059" y="307925"/>
                  </a:lnTo>
                  <a:lnTo>
                    <a:pt x="376131" y="307973"/>
                  </a:lnTo>
                  <a:lnTo>
                    <a:pt x="377202" y="308022"/>
                  </a:lnTo>
                  <a:lnTo>
                    <a:pt x="378274" y="308071"/>
                  </a:lnTo>
                  <a:lnTo>
                    <a:pt x="379345" y="308119"/>
                  </a:lnTo>
                  <a:lnTo>
                    <a:pt x="380417" y="308168"/>
                  </a:lnTo>
                  <a:lnTo>
                    <a:pt x="381489" y="308217"/>
                  </a:lnTo>
                  <a:lnTo>
                    <a:pt x="382560" y="308266"/>
                  </a:lnTo>
                  <a:lnTo>
                    <a:pt x="383632" y="308314"/>
                  </a:lnTo>
                  <a:lnTo>
                    <a:pt x="384703" y="308363"/>
                  </a:lnTo>
                  <a:lnTo>
                    <a:pt x="385775" y="308412"/>
                  </a:lnTo>
                  <a:lnTo>
                    <a:pt x="386847" y="308461"/>
                  </a:lnTo>
                  <a:lnTo>
                    <a:pt x="387918" y="308509"/>
                  </a:lnTo>
                  <a:lnTo>
                    <a:pt x="388990" y="308558"/>
                  </a:lnTo>
                  <a:lnTo>
                    <a:pt x="390061" y="308607"/>
                  </a:lnTo>
                  <a:lnTo>
                    <a:pt x="391133" y="308655"/>
                  </a:lnTo>
                  <a:lnTo>
                    <a:pt x="392205" y="308704"/>
                  </a:lnTo>
                  <a:lnTo>
                    <a:pt x="393276" y="308753"/>
                  </a:lnTo>
                  <a:lnTo>
                    <a:pt x="394348" y="308802"/>
                  </a:lnTo>
                  <a:lnTo>
                    <a:pt x="395419" y="308850"/>
                  </a:lnTo>
                  <a:lnTo>
                    <a:pt x="396491" y="308899"/>
                  </a:lnTo>
                  <a:lnTo>
                    <a:pt x="397563" y="308948"/>
                  </a:lnTo>
                  <a:lnTo>
                    <a:pt x="398634" y="308996"/>
                  </a:lnTo>
                  <a:lnTo>
                    <a:pt x="399706" y="309045"/>
                  </a:lnTo>
                  <a:lnTo>
                    <a:pt x="400777" y="309094"/>
                  </a:lnTo>
                  <a:lnTo>
                    <a:pt x="401849" y="309142"/>
                  </a:lnTo>
                  <a:lnTo>
                    <a:pt x="402921" y="309191"/>
                  </a:lnTo>
                  <a:lnTo>
                    <a:pt x="403992" y="309240"/>
                  </a:lnTo>
                  <a:lnTo>
                    <a:pt x="405064" y="309288"/>
                  </a:lnTo>
                  <a:lnTo>
                    <a:pt x="406135" y="309337"/>
                  </a:lnTo>
                  <a:lnTo>
                    <a:pt x="407207" y="309386"/>
                  </a:lnTo>
                  <a:lnTo>
                    <a:pt x="408279" y="309434"/>
                  </a:lnTo>
                  <a:lnTo>
                    <a:pt x="409350" y="309483"/>
                  </a:lnTo>
                  <a:lnTo>
                    <a:pt x="410422" y="309532"/>
                  </a:lnTo>
                  <a:lnTo>
                    <a:pt x="411493" y="309580"/>
                  </a:lnTo>
                  <a:lnTo>
                    <a:pt x="412565" y="309629"/>
                  </a:lnTo>
                  <a:lnTo>
                    <a:pt x="413637" y="309677"/>
                  </a:lnTo>
                  <a:lnTo>
                    <a:pt x="414708" y="309726"/>
                  </a:lnTo>
                  <a:lnTo>
                    <a:pt x="415780" y="309774"/>
                  </a:lnTo>
                  <a:lnTo>
                    <a:pt x="416851" y="309823"/>
                  </a:lnTo>
                  <a:lnTo>
                    <a:pt x="417923" y="309871"/>
                  </a:lnTo>
                  <a:lnTo>
                    <a:pt x="418995" y="309920"/>
                  </a:lnTo>
                  <a:lnTo>
                    <a:pt x="420066" y="309968"/>
                  </a:lnTo>
                  <a:lnTo>
                    <a:pt x="421138" y="310017"/>
                  </a:lnTo>
                  <a:lnTo>
                    <a:pt x="422209" y="310065"/>
                  </a:lnTo>
                  <a:lnTo>
                    <a:pt x="423281" y="310113"/>
                  </a:lnTo>
                  <a:lnTo>
                    <a:pt x="424353" y="310162"/>
                  </a:lnTo>
                  <a:lnTo>
                    <a:pt x="425424" y="310210"/>
                  </a:lnTo>
                  <a:lnTo>
                    <a:pt x="426496" y="310258"/>
                  </a:lnTo>
                  <a:lnTo>
                    <a:pt x="427567" y="310306"/>
                  </a:lnTo>
                  <a:lnTo>
                    <a:pt x="428639" y="310355"/>
                  </a:lnTo>
                  <a:lnTo>
                    <a:pt x="429711" y="310403"/>
                  </a:lnTo>
                  <a:lnTo>
                    <a:pt x="430782" y="310451"/>
                  </a:lnTo>
                  <a:lnTo>
                    <a:pt x="431854" y="310499"/>
                  </a:lnTo>
                  <a:lnTo>
                    <a:pt x="432925" y="310547"/>
                  </a:lnTo>
                  <a:lnTo>
                    <a:pt x="433997" y="310595"/>
                  </a:lnTo>
                  <a:lnTo>
                    <a:pt x="435069" y="310643"/>
                  </a:lnTo>
                  <a:lnTo>
                    <a:pt x="436140" y="310691"/>
                  </a:lnTo>
                  <a:lnTo>
                    <a:pt x="437212" y="310738"/>
                  </a:lnTo>
                  <a:lnTo>
                    <a:pt x="438283" y="310786"/>
                  </a:lnTo>
                  <a:lnTo>
                    <a:pt x="439355" y="310834"/>
                  </a:lnTo>
                  <a:lnTo>
                    <a:pt x="440427" y="310882"/>
                  </a:lnTo>
                  <a:lnTo>
                    <a:pt x="441498" y="310929"/>
                  </a:lnTo>
                  <a:lnTo>
                    <a:pt x="442570" y="310977"/>
                  </a:lnTo>
                  <a:lnTo>
                    <a:pt x="443641" y="311024"/>
                  </a:lnTo>
                  <a:lnTo>
                    <a:pt x="444713" y="311072"/>
                  </a:lnTo>
                  <a:lnTo>
                    <a:pt x="445785" y="311119"/>
                  </a:lnTo>
                  <a:lnTo>
                    <a:pt x="446856" y="311166"/>
                  </a:lnTo>
                  <a:lnTo>
                    <a:pt x="447928" y="311214"/>
                  </a:lnTo>
                  <a:lnTo>
                    <a:pt x="448999" y="311261"/>
                  </a:lnTo>
                  <a:lnTo>
                    <a:pt x="450071" y="311308"/>
                  </a:lnTo>
                  <a:lnTo>
                    <a:pt x="451143" y="311355"/>
                  </a:lnTo>
                  <a:lnTo>
                    <a:pt x="452214" y="311402"/>
                  </a:lnTo>
                  <a:lnTo>
                    <a:pt x="453286" y="311449"/>
                  </a:lnTo>
                  <a:lnTo>
                    <a:pt x="454357" y="311496"/>
                  </a:lnTo>
                  <a:lnTo>
                    <a:pt x="455429" y="311543"/>
                  </a:lnTo>
                  <a:lnTo>
                    <a:pt x="456501" y="311590"/>
                  </a:lnTo>
                  <a:lnTo>
                    <a:pt x="457572" y="311636"/>
                  </a:lnTo>
                  <a:lnTo>
                    <a:pt x="458644" y="311683"/>
                  </a:lnTo>
                  <a:lnTo>
                    <a:pt x="459715" y="311729"/>
                  </a:lnTo>
                  <a:lnTo>
                    <a:pt x="460787" y="311776"/>
                  </a:lnTo>
                  <a:lnTo>
                    <a:pt x="461859" y="311822"/>
                  </a:lnTo>
                  <a:lnTo>
                    <a:pt x="462930" y="311868"/>
                  </a:lnTo>
                  <a:lnTo>
                    <a:pt x="464002" y="311915"/>
                  </a:lnTo>
                  <a:lnTo>
                    <a:pt x="465073" y="311961"/>
                  </a:lnTo>
                  <a:lnTo>
                    <a:pt x="466145" y="312007"/>
                  </a:lnTo>
                  <a:lnTo>
                    <a:pt x="467217" y="312053"/>
                  </a:lnTo>
                  <a:lnTo>
                    <a:pt x="468288" y="312099"/>
                  </a:lnTo>
                  <a:lnTo>
                    <a:pt x="469360" y="312144"/>
                  </a:lnTo>
                  <a:lnTo>
                    <a:pt x="470431" y="312190"/>
                  </a:lnTo>
                  <a:lnTo>
                    <a:pt x="471503" y="312236"/>
                  </a:lnTo>
                  <a:lnTo>
                    <a:pt x="472575" y="312281"/>
                  </a:lnTo>
                  <a:lnTo>
                    <a:pt x="473646" y="312327"/>
                  </a:lnTo>
                  <a:lnTo>
                    <a:pt x="474718" y="312372"/>
                  </a:lnTo>
                  <a:lnTo>
                    <a:pt x="475789" y="312417"/>
                  </a:lnTo>
                  <a:lnTo>
                    <a:pt x="476861" y="312462"/>
                  </a:lnTo>
                  <a:lnTo>
                    <a:pt x="477933" y="312507"/>
                  </a:lnTo>
                  <a:lnTo>
                    <a:pt x="479004" y="312552"/>
                  </a:lnTo>
                  <a:lnTo>
                    <a:pt x="480076" y="312597"/>
                  </a:lnTo>
                  <a:lnTo>
                    <a:pt x="481147" y="312642"/>
                  </a:lnTo>
                  <a:lnTo>
                    <a:pt x="482219" y="312687"/>
                  </a:lnTo>
                  <a:lnTo>
                    <a:pt x="483291" y="312731"/>
                  </a:lnTo>
                  <a:lnTo>
                    <a:pt x="484362" y="312776"/>
                  </a:lnTo>
                  <a:lnTo>
                    <a:pt x="485434" y="312820"/>
                  </a:lnTo>
                  <a:lnTo>
                    <a:pt x="486505" y="312864"/>
                  </a:lnTo>
                  <a:lnTo>
                    <a:pt x="487577" y="312908"/>
                  </a:lnTo>
                  <a:lnTo>
                    <a:pt x="488649" y="312952"/>
                  </a:lnTo>
                  <a:lnTo>
                    <a:pt x="489720" y="312996"/>
                  </a:lnTo>
                  <a:lnTo>
                    <a:pt x="490792" y="313040"/>
                  </a:lnTo>
                  <a:lnTo>
                    <a:pt x="491863" y="313084"/>
                  </a:lnTo>
                  <a:lnTo>
                    <a:pt x="492935" y="313127"/>
                  </a:lnTo>
                  <a:lnTo>
                    <a:pt x="494007" y="313171"/>
                  </a:lnTo>
                  <a:lnTo>
                    <a:pt x="495078" y="313214"/>
                  </a:lnTo>
                  <a:lnTo>
                    <a:pt x="496150" y="313257"/>
                  </a:lnTo>
                  <a:lnTo>
                    <a:pt x="497221" y="313300"/>
                  </a:lnTo>
                  <a:lnTo>
                    <a:pt x="498293" y="313343"/>
                  </a:lnTo>
                  <a:lnTo>
                    <a:pt x="499365" y="313386"/>
                  </a:lnTo>
                  <a:lnTo>
                    <a:pt x="500436" y="313429"/>
                  </a:lnTo>
                  <a:lnTo>
                    <a:pt x="501508" y="313471"/>
                  </a:lnTo>
                  <a:lnTo>
                    <a:pt x="502579" y="313514"/>
                  </a:lnTo>
                  <a:lnTo>
                    <a:pt x="503651" y="313556"/>
                  </a:lnTo>
                  <a:lnTo>
                    <a:pt x="504723" y="313598"/>
                  </a:lnTo>
                  <a:lnTo>
                    <a:pt x="505794" y="313640"/>
                  </a:lnTo>
                  <a:lnTo>
                    <a:pt x="506866" y="313682"/>
                  </a:lnTo>
                  <a:lnTo>
                    <a:pt x="507937" y="313724"/>
                  </a:lnTo>
                  <a:lnTo>
                    <a:pt x="509009" y="313766"/>
                  </a:lnTo>
                  <a:lnTo>
                    <a:pt x="510081" y="313807"/>
                  </a:lnTo>
                  <a:lnTo>
                    <a:pt x="511152" y="313848"/>
                  </a:lnTo>
                  <a:lnTo>
                    <a:pt x="512224" y="313890"/>
                  </a:lnTo>
                  <a:lnTo>
                    <a:pt x="513295" y="313931"/>
                  </a:lnTo>
                  <a:lnTo>
                    <a:pt x="514367" y="313972"/>
                  </a:lnTo>
                  <a:lnTo>
                    <a:pt x="515439" y="314013"/>
                  </a:lnTo>
                  <a:lnTo>
                    <a:pt x="516510" y="314053"/>
                  </a:lnTo>
                  <a:lnTo>
                    <a:pt x="517582" y="314094"/>
                  </a:lnTo>
                  <a:lnTo>
                    <a:pt x="518653" y="314134"/>
                  </a:lnTo>
                  <a:lnTo>
                    <a:pt x="519725" y="314174"/>
                  </a:lnTo>
                  <a:lnTo>
                    <a:pt x="520797" y="314214"/>
                  </a:lnTo>
                  <a:lnTo>
                    <a:pt x="521868" y="314254"/>
                  </a:lnTo>
                  <a:lnTo>
                    <a:pt x="522940" y="314294"/>
                  </a:lnTo>
                  <a:lnTo>
                    <a:pt x="524011" y="314334"/>
                  </a:lnTo>
                  <a:lnTo>
                    <a:pt x="525083" y="314373"/>
                  </a:lnTo>
                  <a:lnTo>
                    <a:pt x="526155" y="314413"/>
                  </a:lnTo>
                  <a:lnTo>
                    <a:pt x="527226" y="314452"/>
                  </a:lnTo>
                  <a:lnTo>
                    <a:pt x="528298" y="314491"/>
                  </a:lnTo>
                  <a:lnTo>
                    <a:pt x="529369" y="314529"/>
                  </a:lnTo>
                  <a:lnTo>
                    <a:pt x="530441" y="314568"/>
                  </a:lnTo>
                  <a:lnTo>
                    <a:pt x="531513" y="314607"/>
                  </a:lnTo>
                  <a:lnTo>
                    <a:pt x="532584" y="314645"/>
                  </a:lnTo>
                  <a:lnTo>
                    <a:pt x="533656" y="314683"/>
                  </a:lnTo>
                  <a:lnTo>
                    <a:pt x="534727" y="314721"/>
                  </a:lnTo>
                  <a:lnTo>
                    <a:pt x="535799" y="314759"/>
                  </a:lnTo>
                  <a:lnTo>
                    <a:pt x="536870" y="314797"/>
                  </a:lnTo>
                  <a:lnTo>
                    <a:pt x="537942" y="314834"/>
                  </a:lnTo>
                  <a:lnTo>
                    <a:pt x="539014" y="314872"/>
                  </a:lnTo>
                  <a:lnTo>
                    <a:pt x="540085" y="314909"/>
                  </a:lnTo>
                  <a:lnTo>
                    <a:pt x="541157" y="314946"/>
                  </a:lnTo>
                  <a:lnTo>
                    <a:pt x="542228" y="314982"/>
                  </a:lnTo>
                  <a:lnTo>
                    <a:pt x="543300" y="315019"/>
                  </a:lnTo>
                  <a:lnTo>
                    <a:pt x="544372" y="315056"/>
                  </a:lnTo>
                  <a:lnTo>
                    <a:pt x="545443" y="315092"/>
                  </a:lnTo>
                  <a:lnTo>
                    <a:pt x="546515" y="315128"/>
                  </a:lnTo>
                  <a:lnTo>
                    <a:pt x="547586" y="315164"/>
                  </a:lnTo>
                  <a:lnTo>
                    <a:pt x="548658" y="315200"/>
                  </a:lnTo>
                  <a:lnTo>
                    <a:pt x="549730" y="315235"/>
                  </a:lnTo>
                  <a:lnTo>
                    <a:pt x="550801" y="315270"/>
                  </a:lnTo>
                  <a:lnTo>
                    <a:pt x="551873" y="315306"/>
                  </a:lnTo>
                  <a:lnTo>
                    <a:pt x="552944" y="315341"/>
                  </a:lnTo>
                  <a:lnTo>
                    <a:pt x="554016" y="315375"/>
                  </a:lnTo>
                  <a:lnTo>
                    <a:pt x="555088" y="315410"/>
                  </a:lnTo>
                  <a:lnTo>
                    <a:pt x="556159" y="315444"/>
                  </a:lnTo>
                  <a:lnTo>
                    <a:pt x="557231" y="315479"/>
                  </a:lnTo>
                  <a:lnTo>
                    <a:pt x="558302" y="315513"/>
                  </a:lnTo>
                  <a:lnTo>
                    <a:pt x="559374" y="315546"/>
                  </a:lnTo>
                  <a:lnTo>
                    <a:pt x="560446" y="315580"/>
                  </a:lnTo>
                  <a:lnTo>
                    <a:pt x="561517" y="315613"/>
                  </a:lnTo>
                  <a:lnTo>
                    <a:pt x="562589" y="315647"/>
                  </a:lnTo>
                  <a:lnTo>
                    <a:pt x="563660" y="315680"/>
                  </a:lnTo>
                  <a:lnTo>
                    <a:pt x="564732" y="315712"/>
                  </a:lnTo>
                  <a:lnTo>
                    <a:pt x="565804" y="315745"/>
                  </a:lnTo>
                  <a:lnTo>
                    <a:pt x="566875" y="315777"/>
                  </a:lnTo>
                  <a:lnTo>
                    <a:pt x="567947" y="315810"/>
                  </a:lnTo>
                  <a:lnTo>
                    <a:pt x="569018" y="315842"/>
                  </a:lnTo>
                  <a:lnTo>
                    <a:pt x="570090" y="315873"/>
                  </a:lnTo>
                  <a:lnTo>
                    <a:pt x="571162" y="315905"/>
                  </a:lnTo>
                  <a:lnTo>
                    <a:pt x="572233" y="315936"/>
                  </a:lnTo>
                  <a:lnTo>
                    <a:pt x="573305" y="315967"/>
                  </a:lnTo>
                  <a:lnTo>
                    <a:pt x="574376" y="315998"/>
                  </a:lnTo>
                  <a:lnTo>
                    <a:pt x="575448" y="316029"/>
                  </a:lnTo>
                  <a:lnTo>
                    <a:pt x="576520" y="316060"/>
                  </a:lnTo>
                  <a:lnTo>
                    <a:pt x="577591" y="316090"/>
                  </a:lnTo>
                  <a:lnTo>
                    <a:pt x="578663" y="316120"/>
                  </a:lnTo>
                  <a:lnTo>
                    <a:pt x="579734" y="316150"/>
                  </a:lnTo>
                  <a:lnTo>
                    <a:pt x="580806" y="316179"/>
                  </a:lnTo>
                  <a:lnTo>
                    <a:pt x="581878" y="316209"/>
                  </a:lnTo>
                  <a:lnTo>
                    <a:pt x="582949" y="316238"/>
                  </a:lnTo>
                  <a:lnTo>
                    <a:pt x="584021" y="316267"/>
                  </a:lnTo>
                  <a:lnTo>
                    <a:pt x="585092" y="316296"/>
                  </a:lnTo>
                  <a:lnTo>
                    <a:pt x="586164" y="316324"/>
                  </a:lnTo>
                  <a:lnTo>
                    <a:pt x="587236" y="316352"/>
                  </a:lnTo>
                  <a:lnTo>
                    <a:pt x="588307" y="316380"/>
                  </a:lnTo>
                  <a:lnTo>
                    <a:pt x="589379" y="316408"/>
                  </a:lnTo>
                  <a:lnTo>
                    <a:pt x="590450" y="316436"/>
                  </a:lnTo>
                  <a:lnTo>
                    <a:pt x="591522" y="316463"/>
                  </a:lnTo>
                  <a:lnTo>
                    <a:pt x="592594" y="316490"/>
                  </a:lnTo>
                  <a:lnTo>
                    <a:pt x="593665" y="316517"/>
                  </a:lnTo>
                  <a:lnTo>
                    <a:pt x="594737" y="316543"/>
                  </a:lnTo>
                  <a:lnTo>
                    <a:pt x="595808" y="316570"/>
                  </a:lnTo>
                  <a:lnTo>
                    <a:pt x="596880" y="316596"/>
                  </a:lnTo>
                  <a:lnTo>
                    <a:pt x="597952" y="316622"/>
                  </a:lnTo>
                  <a:lnTo>
                    <a:pt x="599023" y="316647"/>
                  </a:lnTo>
                  <a:lnTo>
                    <a:pt x="600095" y="316673"/>
                  </a:lnTo>
                  <a:lnTo>
                    <a:pt x="601166" y="316698"/>
                  </a:lnTo>
                  <a:lnTo>
                    <a:pt x="602238" y="316723"/>
                  </a:lnTo>
                  <a:lnTo>
                    <a:pt x="603310" y="316747"/>
                  </a:lnTo>
                  <a:lnTo>
                    <a:pt x="604381" y="316772"/>
                  </a:lnTo>
                  <a:lnTo>
                    <a:pt x="605453" y="316796"/>
                  </a:lnTo>
                  <a:lnTo>
                    <a:pt x="606524" y="316820"/>
                  </a:lnTo>
                  <a:lnTo>
                    <a:pt x="607596" y="316843"/>
                  </a:lnTo>
                  <a:lnTo>
                    <a:pt x="608668" y="316867"/>
                  </a:lnTo>
                  <a:lnTo>
                    <a:pt x="609739" y="316890"/>
                  </a:lnTo>
                  <a:lnTo>
                    <a:pt x="610811" y="316913"/>
                  </a:lnTo>
                  <a:lnTo>
                    <a:pt x="611882" y="316935"/>
                  </a:lnTo>
                  <a:lnTo>
                    <a:pt x="612954" y="316958"/>
                  </a:lnTo>
                  <a:lnTo>
                    <a:pt x="614026" y="316980"/>
                  </a:lnTo>
                  <a:lnTo>
                    <a:pt x="615097" y="317001"/>
                  </a:lnTo>
                  <a:lnTo>
                    <a:pt x="616169" y="317023"/>
                  </a:lnTo>
                  <a:lnTo>
                    <a:pt x="617240" y="317044"/>
                  </a:lnTo>
                  <a:lnTo>
                    <a:pt x="618312" y="317065"/>
                  </a:lnTo>
                  <a:lnTo>
                    <a:pt x="619384" y="317086"/>
                  </a:lnTo>
                  <a:lnTo>
                    <a:pt x="620455" y="317106"/>
                  </a:lnTo>
                  <a:lnTo>
                    <a:pt x="621527" y="317126"/>
                  </a:lnTo>
                  <a:lnTo>
                    <a:pt x="622598" y="317146"/>
                  </a:lnTo>
                  <a:lnTo>
                    <a:pt x="623670" y="317166"/>
                  </a:lnTo>
                  <a:lnTo>
                    <a:pt x="624742" y="317185"/>
                  </a:lnTo>
                  <a:lnTo>
                    <a:pt x="625813" y="317204"/>
                  </a:lnTo>
                  <a:lnTo>
                    <a:pt x="626885" y="317223"/>
                  </a:lnTo>
                  <a:lnTo>
                    <a:pt x="627956" y="317242"/>
                  </a:lnTo>
                  <a:lnTo>
                    <a:pt x="629028" y="317260"/>
                  </a:lnTo>
                  <a:lnTo>
                    <a:pt x="630100" y="317278"/>
                  </a:lnTo>
                  <a:lnTo>
                    <a:pt x="631171" y="317296"/>
                  </a:lnTo>
                  <a:lnTo>
                    <a:pt x="632243" y="317313"/>
                  </a:lnTo>
                  <a:lnTo>
                    <a:pt x="633314" y="317330"/>
                  </a:lnTo>
                  <a:lnTo>
                    <a:pt x="634386" y="317347"/>
                  </a:lnTo>
                  <a:lnTo>
                    <a:pt x="635458" y="317363"/>
                  </a:lnTo>
                  <a:lnTo>
                    <a:pt x="636529" y="317380"/>
                  </a:lnTo>
                  <a:lnTo>
                    <a:pt x="637601" y="317396"/>
                  </a:lnTo>
                  <a:lnTo>
                    <a:pt x="638672" y="317411"/>
                  </a:lnTo>
                  <a:lnTo>
                    <a:pt x="639744" y="317427"/>
                  </a:lnTo>
                  <a:lnTo>
                    <a:pt x="640816" y="317442"/>
                  </a:lnTo>
                  <a:lnTo>
                    <a:pt x="641887" y="317456"/>
                  </a:lnTo>
                  <a:lnTo>
                    <a:pt x="642959" y="317471"/>
                  </a:lnTo>
                  <a:lnTo>
                    <a:pt x="644030" y="317485"/>
                  </a:lnTo>
                  <a:lnTo>
                    <a:pt x="645102" y="317499"/>
                  </a:lnTo>
                  <a:lnTo>
                    <a:pt x="646174" y="317512"/>
                  </a:lnTo>
                  <a:lnTo>
                    <a:pt x="647245" y="317526"/>
                  </a:lnTo>
                  <a:lnTo>
                    <a:pt x="648317" y="317539"/>
                  </a:lnTo>
                  <a:lnTo>
                    <a:pt x="649388" y="317551"/>
                  </a:lnTo>
                  <a:lnTo>
                    <a:pt x="650460" y="317564"/>
                  </a:lnTo>
                  <a:lnTo>
                    <a:pt x="651532" y="317576"/>
                  </a:lnTo>
                  <a:lnTo>
                    <a:pt x="652603" y="317587"/>
                  </a:lnTo>
                  <a:lnTo>
                    <a:pt x="653675" y="317599"/>
                  </a:lnTo>
                  <a:lnTo>
                    <a:pt x="654746" y="317610"/>
                  </a:lnTo>
                  <a:lnTo>
                    <a:pt x="655818" y="317621"/>
                  </a:lnTo>
                  <a:lnTo>
                    <a:pt x="656890" y="317631"/>
                  </a:lnTo>
                  <a:lnTo>
                    <a:pt x="657961" y="317641"/>
                  </a:lnTo>
                  <a:lnTo>
                    <a:pt x="659033" y="317651"/>
                  </a:lnTo>
                  <a:lnTo>
                    <a:pt x="660104" y="317660"/>
                  </a:lnTo>
                  <a:lnTo>
                    <a:pt x="661176" y="317670"/>
                  </a:lnTo>
                  <a:lnTo>
                    <a:pt x="662248" y="317678"/>
                  </a:lnTo>
                  <a:lnTo>
                    <a:pt x="663319" y="317687"/>
                  </a:lnTo>
                  <a:lnTo>
                    <a:pt x="664391" y="317695"/>
                  </a:lnTo>
                  <a:lnTo>
                    <a:pt x="665462" y="317703"/>
                  </a:lnTo>
                  <a:lnTo>
                    <a:pt x="666534" y="317711"/>
                  </a:lnTo>
                  <a:lnTo>
                    <a:pt x="667606" y="317718"/>
                  </a:lnTo>
                  <a:lnTo>
                    <a:pt x="668677" y="317725"/>
                  </a:lnTo>
                  <a:lnTo>
                    <a:pt x="669749" y="317731"/>
                  </a:lnTo>
                  <a:lnTo>
                    <a:pt x="670820" y="317738"/>
                  </a:lnTo>
                  <a:lnTo>
                    <a:pt x="671892" y="317744"/>
                  </a:lnTo>
                  <a:lnTo>
                    <a:pt x="672964" y="317749"/>
                  </a:lnTo>
                  <a:lnTo>
                    <a:pt x="674035" y="317754"/>
                  </a:lnTo>
                  <a:lnTo>
                    <a:pt x="675107" y="317759"/>
                  </a:lnTo>
                  <a:lnTo>
                    <a:pt x="676178" y="317764"/>
                  </a:lnTo>
                  <a:lnTo>
                    <a:pt x="677250" y="317768"/>
                  </a:lnTo>
                  <a:lnTo>
                    <a:pt x="678322" y="317772"/>
                  </a:lnTo>
                  <a:lnTo>
                    <a:pt x="679393" y="317775"/>
                  </a:lnTo>
                  <a:lnTo>
                    <a:pt x="680465" y="317779"/>
                  </a:lnTo>
                  <a:lnTo>
                    <a:pt x="681536" y="317781"/>
                  </a:lnTo>
                  <a:lnTo>
                    <a:pt x="682608" y="317784"/>
                  </a:lnTo>
                  <a:lnTo>
                    <a:pt x="683680" y="317786"/>
                  </a:lnTo>
                  <a:lnTo>
                    <a:pt x="684751" y="317788"/>
                  </a:lnTo>
                  <a:lnTo>
                    <a:pt x="685823" y="317789"/>
                  </a:lnTo>
                  <a:lnTo>
                    <a:pt x="686894" y="317790"/>
                  </a:lnTo>
                  <a:lnTo>
                    <a:pt x="687966" y="317791"/>
                  </a:lnTo>
                  <a:lnTo>
                    <a:pt x="689038" y="317792"/>
                  </a:lnTo>
                  <a:lnTo>
                    <a:pt x="690109" y="317792"/>
                  </a:lnTo>
                  <a:lnTo>
                    <a:pt x="691181" y="317791"/>
                  </a:lnTo>
                  <a:lnTo>
                    <a:pt x="692252" y="317791"/>
                  </a:lnTo>
                  <a:lnTo>
                    <a:pt x="693324" y="317790"/>
                  </a:lnTo>
                  <a:lnTo>
                    <a:pt x="694396" y="317788"/>
                  </a:lnTo>
                  <a:lnTo>
                    <a:pt x="695467" y="317786"/>
                  </a:lnTo>
                  <a:lnTo>
                    <a:pt x="696539" y="317784"/>
                  </a:lnTo>
                  <a:lnTo>
                    <a:pt x="697610" y="317782"/>
                  </a:lnTo>
                  <a:lnTo>
                    <a:pt x="698682" y="317779"/>
                  </a:lnTo>
                  <a:lnTo>
                    <a:pt x="699754" y="317776"/>
                  </a:lnTo>
                  <a:lnTo>
                    <a:pt x="700825" y="317772"/>
                  </a:lnTo>
                  <a:lnTo>
                    <a:pt x="701897" y="317768"/>
                  </a:lnTo>
                  <a:lnTo>
                    <a:pt x="702968" y="317764"/>
                  </a:lnTo>
                  <a:lnTo>
                    <a:pt x="704040" y="317759"/>
                  </a:lnTo>
                  <a:lnTo>
                    <a:pt x="705112" y="317754"/>
                  </a:lnTo>
                  <a:lnTo>
                    <a:pt x="706183" y="317748"/>
                  </a:lnTo>
                  <a:lnTo>
                    <a:pt x="707255" y="317743"/>
                  </a:lnTo>
                  <a:lnTo>
                    <a:pt x="708326" y="317736"/>
                  </a:lnTo>
                  <a:lnTo>
                    <a:pt x="709398" y="317730"/>
                  </a:lnTo>
                  <a:lnTo>
                    <a:pt x="710469" y="317723"/>
                  </a:lnTo>
                  <a:lnTo>
                    <a:pt x="711541" y="317715"/>
                  </a:lnTo>
                  <a:lnTo>
                    <a:pt x="712613" y="317708"/>
                  </a:lnTo>
                  <a:lnTo>
                    <a:pt x="713684" y="317699"/>
                  </a:lnTo>
                  <a:lnTo>
                    <a:pt x="714756" y="317691"/>
                  </a:lnTo>
                  <a:lnTo>
                    <a:pt x="715827" y="317682"/>
                  </a:lnTo>
                  <a:lnTo>
                    <a:pt x="716899" y="317673"/>
                  </a:lnTo>
                  <a:lnTo>
                    <a:pt x="717971" y="317663"/>
                  </a:lnTo>
                  <a:lnTo>
                    <a:pt x="719042" y="317653"/>
                  </a:lnTo>
                  <a:lnTo>
                    <a:pt x="720114" y="317642"/>
                  </a:lnTo>
                  <a:lnTo>
                    <a:pt x="721185" y="317632"/>
                  </a:lnTo>
                  <a:lnTo>
                    <a:pt x="722257" y="317620"/>
                  </a:lnTo>
                  <a:lnTo>
                    <a:pt x="723329" y="317609"/>
                  </a:lnTo>
                  <a:lnTo>
                    <a:pt x="724400" y="317597"/>
                  </a:lnTo>
                  <a:lnTo>
                    <a:pt x="725472" y="317584"/>
                  </a:lnTo>
                  <a:lnTo>
                    <a:pt x="726543" y="317571"/>
                  </a:lnTo>
                  <a:lnTo>
                    <a:pt x="727615" y="317558"/>
                  </a:lnTo>
                  <a:lnTo>
                    <a:pt x="728687" y="317544"/>
                  </a:lnTo>
                  <a:lnTo>
                    <a:pt x="729758" y="317530"/>
                  </a:lnTo>
                  <a:lnTo>
                    <a:pt x="730830" y="317516"/>
                  </a:lnTo>
                  <a:lnTo>
                    <a:pt x="731901" y="317501"/>
                  </a:lnTo>
                  <a:lnTo>
                    <a:pt x="732973" y="317486"/>
                  </a:lnTo>
                  <a:lnTo>
                    <a:pt x="734045" y="317470"/>
                  </a:lnTo>
                  <a:lnTo>
                    <a:pt x="735116" y="317454"/>
                  </a:lnTo>
                  <a:lnTo>
                    <a:pt x="736188" y="317437"/>
                  </a:lnTo>
                  <a:lnTo>
                    <a:pt x="737259" y="317420"/>
                  </a:lnTo>
                  <a:lnTo>
                    <a:pt x="738331" y="317403"/>
                  </a:lnTo>
                  <a:lnTo>
                    <a:pt x="739403" y="317385"/>
                  </a:lnTo>
                  <a:lnTo>
                    <a:pt x="740474" y="317367"/>
                  </a:lnTo>
                  <a:lnTo>
                    <a:pt x="741546" y="317348"/>
                  </a:lnTo>
                  <a:lnTo>
                    <a:pt x="742617" y="317329"/>
                  </a:lnTo>
                  <a:lnTo>
                    <a:pt x="743689" y="317310"/>
                  </a:lnTo>
                  <a:lnTo>
                    <a:pt x="744761" y="317290"/>
                  </a:lnTo>
                  <a:lnTo>
                    <a:pt x="745832" y="317270"/>
                  </a:lnTo>
                  <a:lnTo>
                    <a:pt x="746904" y="317249"/>
                  </a:lnTo>
                  <a:lnTo>
                    <a:pt x="747975" y="317228"/>
                  </a:lnTo>
                  <a:lnTo>
                    <a:pt x="749047" y="317206"/>
                  </a:lnTo>
                  <a:lnTo>
                    <a:pt x="750119" y="317184"/>
                  </a:lnTo>
                  <a:lnTo>
                    <a:pt x="751190" y="317162"/>
                  </a:lnTo>
                  <a:lnTo>
                    <a:pt x="752262" y="317139"/>
                  </a:lnTo>
                  <a:lnTo>
                    <a:pt x="753333" y="317115"/>
                  </a:lnTo>
                  <a:lnTo>
                    <a:pt x="754405" y="317092"/>
                  </a:lnTo>
                  <a:lnTo>
                    <a:pt x="755477" y="317067"/>
                  </a:lnTo>
                  <a:lnTo>
                    <a:pt x="756548" y="317043"/>
                  </a:lnTo>
                  <a:lnTo>
                    <a:pt x="757620" y="317018"/>
                  </a:lnTo>
                  <a:lnTo>
                    <a:pt x="758691" y="316992"/>
                  </a:lnTo>
                  <a:lnTo>
                    <a:pt x="759763" y="316966"/>
                  </a:lnTo>
                  <a:lnTo>
                    <a:pt x="760835" y="316940"/>
                  </a:lnTo>
                  <a:lnTo>
                    <a:pt x="761906" y="316913"/>
                  </a:lnTo>
                  <a:lnTo>
                    <a:pt x="762978" y="316886"/>
                  </a:lnTo>
                  <a:lnTo>
                    <a:pt x="764049" y="316858"/>
                  </a:lnTo>
                  <a:lnTo>
                    <a:pt x="765121" y="316830"/>
                  </a:lnTo>
                  <a:lnTo>
                    <a:pt x="766193" y="316801"/>
                  </a:lnTo>
                  <a:lnTo>
                    <a:pt x="767264" y="316772"/>
                  </a:lnTo>
                  <a:lnTo>
                    <a:pt x="768336" y="316742"/>
                  </a:lnTo>
                  <a:lnTo>
                    <a:pt x="769407" y="316712"/>
                  </a:lnTo>
                  <a:lnTo>
                    <a:pt x="770479" y="316682"/>
                  </a:lnTo>
                  <a:lnTo>
                    <a:pt x="771551" y="316651"/>
                  </a:lnTo>
                  <a:lnTo>
                    <a:pt x="772622" y="316620"/>
                  </a:lnTo>
                  <a:lnTo>
                    <a:pt x="773694" y="316588"/>
                  </a:lnTo>
                  <a:lnTo>
                    <a:pt x="774765" y="316555"/>
                  </a:lnTo>
                  <a:lnTo>
                    <a:pt x="775837" y="316523"/>
                  </a:lnTo>
                  <a:lnTo>
                    <a:pt x="776909" y="316489"/>
                  </a:lnTo>
                  <a:lnTo>
                    <a:pt x="777980" y="316456"/>
                  </a:lnTo>
                  <a:lnTo>
                    <a:pt x="779052" y="316422"/>
                  </a:lnTo>
                  <a:lnTo>
                    <a:pt x="780123" y="316387"/>
                  </a:lnTo>
                  <a:lnTo>
                    <a:pt x="781195" y="316352"/>
                  </a:lnTo>
                  <a:lnTo>
                    <a:pt x="782267" y="316316"/>
                  </a:lnTo>
                  <a:lnTo>
                    <a:pt x="783338" y="316280"/>
                  </a:lnTo>
                  <a:lnTo>
                    <a:pt x="784410" y="316244"/>
                  </a:lnTo>
                  <a:lnTo>
                    <a:pt x="785481" y="316207"/>
                  </a:lnTo>
                  <a:lnTo>
                    <a:pt x="786553" y="316169"/>
                  </a:lnTo>
                  <a:lnTo>
                    <a:pt x="787625" y="316131"/>
                  </a:lnTo>
                  <a:lnTo>
                    <a:pt x="788696" y="316093"/>
                  </a:lnTo>
                  <a:lnTo>
                    <a:pt x="789768" y="316054"/>
                  </a:lnTo>
                  <a:lnTo>
                    <a:pt x="790839" y="316015"/>
                  </a:lnTo>
                  <a:lnTo>
                    <a:pt x="791911" y="315975"/>
                  </a:lnTo>
                  <a:lnTo>
                    <a:pt x="792983" y="315934"/>
                  </a:lnTo>
                  <a:lnTo>
                    <a:pt x="794054" y="315894"/>
                  </a:lnTo>
                  <a:lnTo>
                    <a:pt x="795126" y="315852"/>
                  </a:lnTo>
                  <a:lnTo>
                    <a:pt x="796197" y="315810"/>
                  </a:lnTo>
                  <a:lnTo>
                    <a:pt x="797269" y="315768"/>
                  </a:lnTo>
                  <a:lnTo>
                    <a:pt x="798341" y="315725"/>
                  </a:lnTo>
                  <a:lnTo>
                    <a:pt x="799412" y="315682"/>
                  </a:lnTo>
                  <a:lnTo>
                    <a:pt x="800484" y="315638"/>
                  </a:lnTo>
                  <a:lnTo>
                    <a:pt x="801555" y="315594"/>
                  </a:lnTo>
                  <a:lnTo>
                    <a:pt x="802627" y="315549"/>
                  </a:lnTo>
                  <a:lnTo>
                    <a:pt x="803699" y="315504"/>
                  </a:lnTo>
                  <a:lnTo>
                    <a:pt x="804770" y="315458"/>
                  </a:lnTo>
                  <a:lnTo>
                    <a:pt x="805842" y="315412"/>
                  </a:lnTo>
                  <a:lnTo>
                    <a:pt x="806913" y="315365"/>
                  </a:lnTo>
                  <a:lnTo>
                    <a:pt x="807985" y="315318"/>
                  </a:lnTo>
                  <a:lnTo>
                    <a:pt x="809057" y="315270"/>
                  </a:lnTo>
                  <a:lnTo>
                    <a:pt x="810128" y="315222"/>
                  </a:lnTo>
                  <a:lnTo>
                    <a:pt x="811200" y="315173"/>
                  </a:lnTo>
                  <a:lnTo>
                    <a:pt x="812271" y="315123"/>
                  </a:lnTo>
                  <a:lnTo>
                    <a:pt x="813343" y="315074"/>
                  </a:lnTo>
                  <a:lnTo>
                    <a:pt x="814415" y="315023"/>
                  </a:lnTo>
                  <a:lnTo>
                    <a:pt x="815486" y="314972"/>
                  </a:lnTo>
                  <a:lnTo>
                    <a:pt x="816558" y="314921"/>
                  </a:lnTo>
                  <a:lnTo>
                    <a:pt x="817629" y="314869"/>
                  </a:lnTo>
                  <a:lnTo>
                    <a:pt x="818701" y="314817"/>
                  </a:lnTo>
                  <a:lnTo>
                    <a:pt x="819773" y="314764"/>
                  </a:lnTo>
                  <a:lnTo>
                    <a:pt x="820844" y="314710"/>
                  </a:lnTo>
                  <a:lnTo>
                    <a:pt x="821916" y="314656"/>
                  </a:lnTo>
                  <a:lnTo>
                    <a:pt x="822987" y="314602"/>
                  </a:lnTo>
                  <a:lnTo>
                    <a:pt x="824059" y="314547"/>
                  </a:lnTo>
                  <a:lnTo>
                    <a:pt x="825131" y="314491"/>
                  </a:lnTo>
                  <a:lnTo>
                    <a:pt x="826202" y="314435"/>
                  </a:lnTo>
                  <a:lnTo>
                    <a:pt x="827274" y="314379"/>
                  </a:lnTo>
                  <a:lnTo>
                    <a:pt x="828345" y="314322"/>
                  </a:lnTo>
                  <a:lnTo>
                    <a:pt x="829417" y="314264"/>
                  </a:lnTo>
                  <a:lnTo>
                    <a:pt x="830489" y="314206"/>
                  </a:lnTo>
                  <a:lnTo>
                    <a:pt x="831560" y="314147"/>
                  </a:lnTo>
                  <a:lnTo>
                    <a:pt x="832632" y="314088"/>
                  </a:lnTo>
                  <a:lnTo>
                    <a:pt x="833703" y="314028"/>
                  </a:lnTo>
                  <a:lnTo>
                    <a:pt x="834775" y="313968"/>
                  </a:lnTo>
                  <a:lnTo>
                    <a:pt x="835847" y="313907"/>
                  </a:lnTo>
                  <a:lnTo>
                    <a:pt x="836918" y="313845"/>
                  </a:lnTo>
                  <a:lnTo>
                    <a:pt x="837990" y="313783"/>
                  </a:lnTo>
                  <a:lnTo>
                    <a:pt x="839061" y="313721"/>
                  </a:lnTo>
                  <a:lnTo>
                    <a:pt x="840133" y="313658"/>
                  </a:lnTo>
                  <a:lnTo>
                    <a:pt x="841205" y="313594"/>
                  </a:lnTo>
                  <a:lnTo>
                    <a:pt x="842276" y="313530"/>
                  </a:lnTo>
                  <a:lnTo>
                    <a:pt x="843348" y="313465"/>
                  </a:lnTo>
                  <a:lnTo>
                    <a:pt x="844419" y="313400"/>
                  </a:lnTo>
                  <a:lnTo>
                    <a:pt x="845491" y="313334"/>
                  </a:lnTo>
                  <a:lnTo>
                    <a:pt x="846563" y="313268"/>
                  </a:lnTo>
                  <a:lnTo>
                    <a:pt x="847634" y="313201"/>
                  </a:lnTo>
                  <a:lnTo>
                    <a:pt x="848706" y="313133"/>
                  </a:lnTo>
                  <a:lnTo>
                    <a:pt x="849777" y="313065"/>
                  </a:lnTo>
                  <a:lnTo>
                    <a:pt x="850849" y="312997"/>
                  </a:lnTo>
                  <a:lnTo>
                    <a:pt x="851921" y="312928"/>
                  </a:lnTo>
                  <a:lnTo>
                    <a:pt x="852992" y="312858"/>
                  </a:lnTo>
                  <a:lnTo>
                    <a:pt x="854064" y="312788"/>
                  </a:lnTo>
                  <a:lnTo>
                    <a:pt x="855135" y="312717"/>
                  </a:lnTo>
                  <a:lnTo>
                    <a:pt x="856207" y="312645"/>
                  </a:lnTo>
                  <a:lnTo>
                    <a:pt x="857279" y="312573"/>
                  </a:lnTo>
                  <a:lnTo>
                    <a:pt x="858350" y="312501"/>
                  </a:lnTo>
                  <a:lnTo>
                    <a:pt x="859422" y="312428"/>
                  </a:lnTo>
                  <a:lnTo>
                    <a:pt x="860493" y="312354"/>
                  </a:lnTo>
                  <a:lnTo>
                    <a:pt x="861565" y="312280"/>
                  </a:lnTo>
                  <a:lnTo>
                    <a:pt x="862637" y="312205"/>
                  </a:lnTo>
                  <a:lnTo>
                    <a:pt x="863708" y="312129"/>
                  </a:lnTo>
                  <a:lnTo>
                    <a:pt x="864780" y="312053"/>
                  </a:lnTo>
                  <a:lnTo>
                    <a:pt x="865851" y="311977"/>
                  </a:lnTo>
                  <a:lnTo>
                    <a:pt x="866923" y="311900"/>
                  </a:lnTo>
                  <a:lnTo>
                    <a:pt x="867995" y="311822"/>
                  </a:lnTo>
                  <a:lnTo>
                    <a:pt x="869066" y="311744"/>
                  </a:lnTo>
                  <a:lnTo>
                    <a:pt x="870138" y="311665"/>
                  </a:lnTo>
                  <a:lnTo>
                    <a:pt x="871209" y="311585"/>
                  </a:lnTo>
                  <a:lnTo>
                    <a:pt x="872281" y="311505"/>
                  </a:lnTo>
                  <a:lnTo>
                    <a:pt x="873353" y="311424"/>
                  </a:lnTo>
                  <a:lnTo>
                    <a:pt x="874424" y="311343"/>
                  </a:lnTo>
                  <a:lnTo>
                    <a:pt x="875496" y="311261"/>
                  </a:lnTo>
                  <a:lnTo>
                    <a:pt x="876567" y="311179"/>
                  </a:lnTo>
                  <a:lnTo>
                    <a:pt x="877639" y="311096"/>
                  </a:lnTo>
                  <a:lnTo>
                    <a:pt x="878711" y="311012"/>
                  </a:lnTo>
                  <a:lnTo>
                    <a:pt x="879782" y="310928"/>
                  </a:lnTo>
                  <a:lnTo>
                    <a:pt x="880854" y="310843"/>
                  </a:lnTo>
                  <a:lnTo>
                    <a:pt x="881925" y="310757"/>
                  </a:lnTo>
                  <a:lnTo>
                    <a:pt x="882997" y="310671"/>
                  </a:lnTo>
                  <a:lnTo>
                    <a:pt x="884069" y="310585"/>
                  </a:lnTo>
                  <a:lnTo>
                    <a:pt x="885140" y="310497"/>
                  </a:lnTo>
                  <a:lnTo>
                    <a:pt x="886212" y="310409"/>
                  </a:lnTo>
                  <a:lnTo>
                    <a:pt x="887283" y="310321"/>
                  </a:lnTo>
                  <a:lnTo>
                    <a:pt x="888355" y="310232"/>
                  </a:lnTo>
                  <a:lnTo>
                    <a:pt x="889426" y="310142"/>
                  </a:lnTo>
                  <a:lnTo>
                    <a:pt x="890498" y="310052"/>
                  </a:lnTo>
                  <a:lnTo>
                    <a:pt x="891570" y="309961"/>
                  </a:lnTo>
                  <a:lnTo>
                    <a:pt x="892641" y="309869"/>
                  </a:lnTo>
                  <a:lnTo>
                    <a:pt x="893713" y="309777"/>
                  </a:lnTo>
                  <a:lnTo>
                    <a:pt x="894784" y="309684"/>
                  </a:lnTo>
                  <a:lnTo>
                    <a:pt x="895856" y="309591"/>
                  </a:lnTo>
                  <a:lnTo>
                    <a:pt x="896928" y="309497"/>
                  </a:lnTo>
                  <a:lnTo>
                    <a:pt x="897999" y="309402"/>
                  </a:lnTo>
                  <a:lnTo>
                    <a:pt x="899071" y="309307"/>
                  </a:lnTo>
                  <a:lnTo>
                    <a:pt x="900142" y="309211"/>
                  </a:lnTo>
                  <a:lnTo>
                    <a:pt x="901214" y="309114"/>
                  </a:lnTo>
                  <a:lnTo>
                    <a:pt x="902286" y="309017"/>
                  </a:lnTo>
                  <a:lnTo>
                    <a:pt x="903357" y="308919"/>
                  </a:lnTo>
                  <a:lnTo>
                    <a:pt x="904429" y="308821"/>
                  </a:lnTo>
                  <a:lnTo>
                    <a:pt x="905500" y="308722"/>
                  </a:lnTo>
                  <a:lnTo>
                    <a:pt x="906572" y="308622"/>
                  </a:lnTo>
                  <a:lnTo>
                    <a:pt x="907644" y="308522"/>
                  </a:lnTo>
                  <a:lnTo>
                    <a:pt x="908715" y="308421"/>
                  </a:lnTo>
                  <a:lnTo>
                    <a:pt x="909787" y="308319"/>
                  </a:lnTo>
                  <a:lnTo>
                    <a:pt x="910858" y="308217"/>
                  </a:lnTo>
                  <a:lnTo>
                    <a:pt x="911930" y="308114"/>
                  </a:lnTo>
                  <a:lnTo>
                    <a:pt x="913002" y="308010"/>
                  </a:lnTo>
                  <a:lnTo>
                    <a:pt x="914073" y="307906"/>
                  </a:lnTo>
                  <a:lnTo>
                    <a:pt x="915145" y="307801"/>
                  </a:lnTo>
                  <a:lnTo>
                    <a:pt x="916216" y="307696"/>
                  </a:lnTo>
                  <a:lnTo>
                    <a:pt x="917288" y="307590"/>
                  </a:lnTo>
                  <a:lnTo>
                    <a:pt x="918360" y="307483"/>
                  </a:lnTo>
                  <a:lnTo>
                    <a:pt x="919431" y="307375"/>
                  </a:lnTo>
                  <a:lnTo>
                    <a:pt x="920503" y="307267"/>
                  </a:lnTo>
                  <a:lnTo>
                    <a:pt x="921574" y="307158"/>
                  </a:lnTo>
                  <a:lnTo>
                    <a:pt x="922646" y="307049"/>
                  </a:lnTo>
                  <a:lnTo>
                    <a:pt x="923718" y="306939"/>
                  </a:lnTo>
                  <a:lnTo>
                    <a:pt x="924789" y="306828"/>
                  </a:lnTo>
                  <a:lnTo>
                    <a:pt x="925861" y="306717"/>
                  </a:lnTo>
                  <a:lnTo>
                    <a:pt x="926932" y="306605"/>
                  </a:lnTo>
                  <a:lnTo>
                    <a:pt x="928004" y="306492"/>
                  </a:lnTo>
                  <a:lnTo>
                    <a:pt x="929076" y="306379"/>
                  </a:lnTo>
                  <a:lnTo>
                    <a:pt x="930147" y="306264"/>
                  </a:lnTo>
                  <a:lnTo>
                    <a:pt x="931219" y="306150"/>
                  </a:lnTo>
                  <a:lnTo>
                    <a:pt x="932290" y="306034"/>
                  </a:lnTo>
                  <a:lnTo>
                    <a:pt x="933362" y="305918"/>
                  </a:lnTo>
                  <a:lnTo>
                    <a:pt x="934434" y="305801"/>
                  </a:lnTo>
                  <a:lnTo>
                    <a:pt x="935505" y="305684"/>
                  </a:lnTo>
                  <a:lnTo>
                    <a:pt x="936577" y="305566"/>
                  </a:lnTo>
                  <a:lnTo>
                    <a:pt x="937648" y="305447"/>
                  </a:lnTo>
                  <a:lnTo>
                    <a:pt x="938720" y="305327"/>
                  </a:lnTo>
                  <a:lnTo>
                    <a:pt x="939792" y="305207"/>
                  </a:lnTo>
                  <a:lnTo>
                    <a:pt x="940863" y="305086"/>
                  </a:lnTo>
                  <a:lnTo>
                    <a:pt x="941935" y="304965"/>
                  </a:lnTo>
                  <a:lnTo>
                    <a:pt x="943006" y="304843"/>
                  </a:lnTo>
                  <a:lnTo>
                    <a:pt x="944078" y="304720"/>
                  </a:lnTo>
                  <a:lnTo>
                    <a:pt x="945150" y="304596"/>
                  </a:lnTo>
                  <a:lnTo>
                    <a:pt x="946221" y="304472"/>
                  </a:lnTo>
                  <a:lnTo>
                    <a:pt x="947293" y="304347"/>
                  </a:lnTo>
                  <a:lnTo>
                    <a:pt x="948364" y="304221"/>
                  </a:lnTo>
                  <a:lnTo>
                    <a:pt x="949436" y="304095"/>
                  </a:lnTo>
                  <a:lnTo>
                    <a:pt x="950508" y="303968"/>
                  </a:lnTo>
                  <a:lnTo>
                    <a:pt x="951579" y="303840"/>
                  </a:lnTo>
                  <a:lnTo>
                    <a:pt x="952651" y="303711"/>
                  </a:lnTo>
                  <a:lnTo>
                    <a:pt x="953722" y="303582"/>
                  </a:lnTo>
                  <a:lnTo>
                    <a:pt x="954794" y="303452"/>
                  </a:lnTo>
                  <a:lnTo>
                    <a:pt x="955866" y="303322"/>
                  </a:lnTo>
                  <a:lnTo>
                    <a:pt x="956937" y="303190"/>
                  </a:lnTo>
                  <a:lnTo>
                    <a:pt x="958009" y="303058"/>
                  </a:lnTo>
                  <a:lnTo>
                    <a:pt x="959080" y="302926"/>
                  </a:lnTo>
                  <a:lnTo>
                    <a:pt x="960152" y="302792"/>
                  </a:lnTo>
                  <a:lnTo>
                    <a:pt x="961224" y="302658"/>
                  </a:lnTo>
                  <a:lnTo>
                    <a:pt x="962295" y="302523"/>
                  </a:lnTo>
                  <a:lnTo>
                    <a:pt x="963367" y="302387"/>
                  </a:lnTo>
                  <a:lnTo>
                    <a:pt x="964438" y="302251"/>
                  </a:lnTo>
                  <a:lnTo>
                    <a:pt x="965510" y="302114"/>
                  </a:lnTo>
                  <a:lnTo>
                    <a:pt x="966582" y="301976"/>
                  </a:lnTo>
                  <a:lnTo>
                    <a:pt x="967653" y="301838"/>
                  </a:lnTo>
                  <a:lnTo>
                    <a:pt x="968725" y="301699"/>
                  </a:lnTo>
                  <a:lnTo>
                    <a:pt x="969796" y="301559"/>
                  </a:lnTo>
                  <a:lnTo>
                    <a:pt x="970868" y="301418"/>
                  </a:lnTo>
                  <a:lnTo>
                    <a:pt x="971940" y="301277"/>
                  </a:lnTo>
                  <a:lnTo>
                    <a:pt x="973011" y="301135"/>
                  </a:lnTo>
                  <a:lnTo>
                    <a:pt x="974083" y="300992"/>
                  </a:lnTo>
                  <a:lnTo>
                    <a:pt x="975154" y="300848"/>
                  </a:lnTo>
                  <a:lnTo>
                    <a:pt x="976226" y="300704"/>
                  </a:lnTo>
                  <a:lnTo>
                    <a:pt x="977298" y="300559"/>
                  </a:lnTo>
                  <a:lnTo>
                    <a:pt x="978369" y="300413"/>
                  </a:lnTo>
                  <a:lnTo>
                    <a:pt x="979441" y="300266"/>
                  </a:lnTo>
                  <a:lnTo>
                    <a:pt x="980512" y="300119"/>
                  </a:lnTo>
                  <a:lnTo>
                    <a:pt x="981584" y="299971"/>
                  </a:lnTo>
                  <a:lnTo>
                    <a:pt x="982656" y="299822"/>
                  </a:lnTo>
                  <a:lnTo>
                    <a:pt x="983727" y="299673"/>
                  </a:lnTo>
                  <a:lnTo>
                    <a:pt x="984799" y="299522"/>
                  </a:lnTo>
                  <a:lnTo>
                    <a:pt x="985870" y="299371"/>
                  </a:lnTo>
                  <a:lnTo>
                    <a:pt x="986942" y="299220"/>
                  </a:lnTo>
                  <a:lnTo>
                    <a:pt x="988014" y="299067"/>
                  </a:lnTo>
                  <a:lnTo>
                    <a:pt x="989085" y="298914"/>
                  </a:lnTo>
                  <a:lnTo>
                    <a:pt x="990157" y="298760"/>
                  </a:lnTo>
                  <a:lnTo>
                    <a:pt x="991228" y="298605"/>
                  </a:lnTo>
                  <a:lnTo>
                    <a:pt x="992300" y="298449"/>
                  </a:lnTo>
                  <a:lnTo>
                    <a:pt x="993372" y="298293"/>
                  </a:lnTo>
                  <a:lnTo>
                    <a:pt x="994443" y="298136"/>
                  </a:lnTo>
                  <a:lnTo>
                    <a:pt x="995515" y="297978"/>
                  </a:lnTo>
                  <a:lnTo>
                    <a:pt x="996586" y="297820"/>
                  </a:lnTo>
                  <a:lnTo>
                    <a:pt x="997658" y="297660"/>
                  </a:lnTo>
                  <a:lnTo>
                    <a:pt x="998730" y="297500"/>
                  </a:lnTo>
                  <a:lnTo>
                    <a:pt x="999801" y="297339"/>
                  </a:lnTo>
                  <a:lnTo>
                    <a:pt x="1000873" y="297177"/>
                  </a:lnTo>
                  <a:lnTo>
                    <a:pt x="1001944" y="297015"/>
                  </a:lnTo>
                  <a:lnTo>
                    <a:pt x="1003016" y="296852"/>
                  </a:lnTo>
                  <a:lnTo>
                    <a:pt x="1004088" y="296688"/>
                  </a:lnTo>
                  <a:lnTo>
                    <a:pt x="1005159" y="296523"/>
                  </a:lnTo>
                  <a:lnTo>
                    <a:pt x="1006231" y="296357"/>
                  </a:lnTo>
                  <a:lnTo>
                    <a:pt x="1007302" y="296191"/>
                  </a:lnTo>
                  <a:lnTo>
                    <a:pt x="1008374" y="296024"/>
                  </a:lnTo>
                  <a:lnTo>
                    <a:pt x="1009446" y="295856"/>
                  </a:lnTo>
                  <a:lnTo>
                    <a:pt x="1010517" y="295687"/>
                  </a:lnTo>
                  <a:lnTo>
                    <a:pt x="1011589" y="295517"/>
                  </a:lnTo>
                  <a:lnTo>
                    <a:pt x="1012660" y="295347"/>
                  </a:lnTo>
                  <a:lnTo>
                    <a:pt x="1013732" y="295176"/>
                  </a:lnTo>
                  <a:lnTo>
                    <a:pt x="1014804" y="295004"/>
                  </a:lnTo>
                  <a:lnTo>
                    <a:pt x="1015875" y="294831"/>
                  </a:lnTo>
                  <a:lnTo>
                    <a:pt x="1016947" y="294658"/>
                  </a:lnTo>
                  <a:lnTo>
                    <a:pt x="1018018" y="294483"/>
                  </a:lnTo>
                  <a:lnTo>
                    <a:pt x="1019090" y="294308"/>
                  </a:lnTo>
                  <a:lnTo>
                    <a:pt x="1020162" y="294132"/>
                  </a:lnTo>
                  <a:lnTo>
                    <a:pt x="1021233" y="293955"/>
                  </a:lnTo>
                  <a:lnTo>
                    <a:pt x="1022305" y="293778"/>
                  </a:lnTo>
                  <a:lnTo>
                    <a:pt x="1023376" y="293600"/>
                  </a:lnTo>
                  <a:lnTo>
                    <a:pt x="1024448" y="293420"/>
                  </a:lnTo>
                  <a:lnTo>
                    <a:pt x="1025520" y="293240"/>
                  </a:lnTo>
                  <a:lnTo>
                    <a:pt x="1026591" y="293060"/>
                  </a:lnTo>
                  <a:lnTo>
                    <a:pt x="1027663" y="292878"/>
                  </a:lnTo>
                  <a:lnTo>
                    <a:pt x="1028734" y="292696"/>
                  </a:lnTo>
                  <a:lnTo>
                    <a:pt x="1029806" y="292512"/>
                  </a:lnTo>
                  <a:lnTo>
                    <a:pt x="1030878" y="292328"/>
                  </a:lnTo>
                  <a:lnTo>
                    <a:pt x="1031949" y="292143"/>
                  </a:lnTo>
                  <a:lnTo>
                    <a:pt x="1033021" y="291958"/>
                  </a:lnTo>
                  <a:lnTo>
                    <a:pt x="1034092" y="291771"/>
                  </a:lnTo>
                  <a:lnTo>
                    <a:pt x="1035164" y="291584"/>
                  </a:lnTo>
                  <a:lnTo>
                    <a:pt x="1036236" y="291396"/>
                  </a:lnTo>
                  <a:lnTo>
                    <a:pt x="1037307" y="291207"/>
                  </a:lnTo>
                  <a:lnTo>
                    <a:pt x="1038379" y="291017"/>
                  </a:lnTo>
                  <a:lnTo>
                    <a:pt x="1039450" y="290826"/>
                  </a:lnTo>
                  <a:lnTo>
                    <a:pt x="1040522" y="290634"/>
                  </a:lnTo>
                  <a:lnTo>
                    <a:pt x="1041594" y="290442"/>
                  </a:lnTo>
                  <a:lnTo>
                    <a:pt x="1042665" y="290249"/>
                  </a:lnTo>
                  <a:lnTo>
                    <a:pt x="1043737" y="290055"/>
                  </a:lnTo>
                  <a:lnTo>
                    <a:pt x="1044808" y="289860"/>
                  </a:lnTo>
                  <a:lnTo>
                    <a:pt x="1045880" y="289664"/>
                  </a:lnTo>
                  <a:lnTo>
                    <a:pt x="1046952" y="289468"/>
                  </a:lnTo>
                  <a:lnTo>
                    <a:pt x="1048023" y="289270"/>
                  </a:lnTo>
                  <a:lnTo>
                    <a:pt x="1049095" y="289072"/>
                  </a:lnTo>
                  <a:lnTo>
                    <a:pt x="1050166" y="288873"/>
                  </a:lnTo>
                  <a:lnTo>
                    <a:pt x="1051238" y="288673"/>
                  </a:lnTo>
                  <a:lnTo>
                    <a:pt x="1052310" y="288472"/>
                  </a:lnTo>
                  <a:lnTo>
                    <a:pt x="1053381" y="288270"/>
                  </a:lnTo>
                  <a:lnTo>
                    <a:pt x="1054453" y="288067"/>
                  </a:lnTo>
                  <a:lnTo>
                    <a:pt x="1055524" y="287864"/>
                  </a:lnTo>
                  <a:lnTo>
                    <a:pt x="1056596" y="287660"/>
                  </a:lnTo>
                  <a:lnTo>
                    <a:pt x="1057668" y="287455"/>
                  </a:lnTo>
                  <a:lnTo>
                    <a:pt x="1058739" y="287249"/>
                  </a:lnTo>
                  <a:lnTo>
                    <a:pt x="1059811" y="287042"/>
                  </a:lnTo>
                  <a:lnTo>
                    <a:pt x="1060882" y="286834"/>
                  </a:lnTo>
                  <a:lnTo>
                    <a:pt x="1061954" y="286625"/>
                  </a:lnTo>
                  <a:lnTo>
                    <a:pt x="1063026" y="286416"/>
                  </a:lnTo>
                  <a:lnTo>
                    <a:pt x="1064097" y="286205"/>
                  </a:lnTo>
                  <a:lnTo>
                    <a:pt x="1065169" y="285994"/>
                  </a:lnTo>
                  <a:lnTo>
                    <a:pt x="1066240" y="285782"/>
                  </a:lnTo>
                  <a:lnTo>
                    <a:pt x="1067312" y="285569"/>
                  </a:lnTo>
                  <a:lnTo>
                    <a:pt x="1068383" y="285355"/>
                  </a:lnTo>
                  <a:lnTo>
                    <a:pt x="1069455" y="285140"/>
                  </a:lnTo>
                  <a:lnTo>
                    <a:pt x="1070527" y="284924"/>
                  </a:lnTo>
                  <a:lnTo>
                    <a:pt x="1071598" y="284708"/>
                  </a:lnTo>
                  <a:lnTo>
                    <a:pt x="1072670" y="284490"/>
                  </a:lnTo>
                  <a:lnTo>
                    <a:pt x="1073741" y="284272"/>
                  </a:lnTo>
                  <a:lnTo>
                    <a:pt x="1074813" y="284053"/>
                  </a:lnTo>
                  <a:lnTo>
                    <a:pt x="1075885" y="283833"/>
                  </a:lnTo>
                  <a:lnTo>
                    <a:pt x="1076956" y="283611"/>
                  </a:lnTo>
                  <a:lnTo>
                    <a:pt x="1078028" y="283389"/>
                  </a:lnTo>
                  <a:lnTo>
                    <a:pt x="1079099" y="283167"/>
                  </a:lnTo>
                  <a:lnTo>
                    <a:pt x="1080171" y="282943"/>
                  </a:lnTo>
                  <a:lnTo>
                    <a:pt x="1081243" y="282718"/>
                  </a:lnTo>
                  <a:lnTo>
                    <a:pt x="1082314" y="282493"/>
                  </a:lnTo>
                  <a:lnTo>
                    <a:pt x="1083386" y="282266"/>
                  </a:lnTo>
                  <a:lnTo>
                    <a:pt x="1084457" y="282039"/>
                  </a:lnTo>
                  <a:lnTo>
                    <a:pt x="1085529" y="281810"/>
                  </a:lnTo>
                  <a:lnTo>
                    <a:pt x="1086601" y="281581"/>
                  </a:lnTo>
                  <a:lnTo>
                    <a:pt x="1087672" y="281351"/>
                  </a:lnTo>
                  <a:lnTo>
                    <a:pt x="1088744" y="281120"/>
                  </a:lnTo>
                  <a:lnTo>
                    <a:pt x="1089815" y="280888"/>
                  </a:lnTo>
                  <a:lnTo>
                    <a:pt x="1090887" y="280655"/>
                  </a:lnTo>
                  <a:lnTo>
                    <a:pt x="1091959" y="280421"/>
                  </a:lnTo>
                  <a:lnTo>
                    <a:pt x="1093030" y="280187"/>
                  </a:lnTo>
                  <a:lnTo>
                    <a:pt x="1094102" y="279951"/>
                  </a:lnTo>
                  <a:lnTo>
                    <a:pt x="1095173" y="279714"/>
                  </a:lnTo>
                  <a:lnTo>
                    <a:pt x="1096245" y="279477"/>
                  </a:lnTo>
                  <a:lnTo>
                    <a:pt x="1097317" y="279238"/>
                  </a:lnTo>
                  <a:lnTo>
                    <a:pt x="1098388" y="278999"/>
                  </a:lnTo>
                  <a:lnTo>
                    <a:pt x="1099460" y="278758"/>
                  </a:lnTo>
                  <a:lnTo>
                    <a:pt x="1100531" y="278517"/>
                  </a:lnTo>
                  <a:lnTo>
                    <a:pt x="1101603" y="278275"/>
                  </a:lnTo>
                  <a:lnTo>
                    <a:pt x="1102675" y="278032"/>
                  </a:lnTo>
                  <a:lnTo>
                    <a:pt x="1103746" y="277788"/>
                  </a:lnTo>
                  <a:lnTo>
                    <a:pt x="1104818" y="277543"/>
                  </a:lnTo>
                  <a:lnTo>
                    <a:pt x="1105889" y="277297"/>
                  </a:lnTo>
                  <a:lnTo>
                    <a:pt x="1106961" y="277050"/>
                  </a:lnTo>
                  <a:lnTo>
                    <a:pt x="1108033" y="276802"/>
                  </a:lnTo>
                  <a:lnTo>
                    <a:pt x="1109104" y="276553"/>
                  </a:lnTo>
                  <a:lnTo>
                    <a:pt x="1110176" y="276303"/>
                  </a:lnTo>
                  <a:lnTo>
                    <a:pt x="1111247" y="276052"/>
                  </a:lnTo>
                  <a:lnTo>
                    <a:pt x="1112319" y="275800"/>
                  </a:lnTo>
                  <a:lnTo>
                    <a:pt x="1113391" y="275548"/>
                  </a:lnTo>
                  <a:lnTo>
                    <a:pt x="1114462" y="275294"/>
                  </a:lnTo>
                  <a:lnTo>
                    <a:pt x="1115534" y="275039"/>
                  </a:lnTo>
                  <a:lnTo>
                    <a:pt x="1116605" y="274784"/>
                  </a:lnTo>
                  <a:lnTo>
                    <a:pt x="1117677" y="274527"/>
                  </a:lnTo>
                  <a:lnTo>
                    <a:pt x="1118749" y="274270"/>
                  </a:lnTo>
                  <a:lnTo>
                    <a:pt x="1119820" y="274011"/>
                  </a:lnTo>
                  <a:lnTo>
                    <a:pt x="1120892" y="273752"/>
                  </a:lnTo>
                  <a:lnTo>
                    <a:pt x="1121963" y="273491"/>
                  </a:lnTo>
                  <a:lnTo>
                    <a:pt x="1123035" y="273230"/>
                  </a:lnTo>
                  <a:lnTo>
                    <a:pt x="1124107" y="272967"/>
                  </a:lnTo>
                  <a:lnTo>
                    <a:pt x="1125178" y="272704"/>
                  </a:lnTo>
                  <a:lnTo>
                    <a:pt x="1126250" y="272439"/>
                  </a:lnTo>
                  <a:lnTo>
                    <a:pt x="1127321" y="272174"/>
                  </a:lnTo>
                  <a:lnTo>
                    <a:pt x="1128393" y="271907"/>
                  </a:lnTo>
                  <a:lnTo>
                    <a:pt x="1129465" y="271640"/>
                  </a:lnTo>
                  <a:lnTo>
                    <a:pt x="1130536" y="271372"/>
                  </a:lnTo>
                  <a:lnTo>
                    <a:pt x="1131608" y="271102"/>
                  </a:lnTo>
                  <a:lnTo>
                    <a:pt x="1132679" y="270832"/>
                  </a:lnTo>
                  <a:lnTo>
                    <a:pt x="1133751" y="270561"/>
                  </a:lnTo>
                  <a:lnTo>
                    <a:pt x="1134823" y="270289"/>
                  </a:lnTo>
                  <a:lnTo>
                    <a:pt x="1135894" y="270015"/>
                  </a:lnTo>
                  <a:lnTo>
                    <a:pt x="1136966" y="269741"/>
                  </a:lnTo>
                  <a:lnTo>
                    <a:pt x="1138037" y="269466"/>
                  </a:lnTo>
                  <a:lnTo>
                    <a:pt x="1139109" y="269190"/>
                  </a:lnTo>
                  <a:lnTo>
                    <a:pt x="1140181" y="268913"/>
                  </a:lnTo>
                  <a:lnTo>
                    <a:pt x="1141252" y="268635"/>
                  </a:lnTo>
                  <a:lnTo>
                    <a:pt x="1142324" y="268356"/>
                  </a:lnTo>
                  <a:lnTo>
                    <a:pt x="1143395" y="268077"/>
                  </a:lnTo>
                  <a:lnTo>
                    <a:pt x="1144467" y="267796"/>
                  </a:lnTo>
                  <a:lnTo>
                    <a:pt x="1145539" y="267514"/>
                  </a:lnTo>
                  <a:lnTo>
                    <a:pt x="1146610" y="267232"/>
                  </a:lnTo>
                  <a:lnTo>
                    <a:pt x="1147682" y="266948"/>
                  </a:lnTo>
                  <a:lnTo>
                    <a:pt x="1148753" y="266664"/>
                  </a:lnTo>
                  <a:lnTo>
                    <a:pt x="1149825" y="266379"/>
                  </a:lnTo>
                  <a:lnTo>
                    <a:pt x="1150897" y="266093"/>
                  </a:lnTo>
                  <a:lnTo>
                    <a:pt x="1151968" y="265805"/>
                  </a:lnTo>
                  <a:lnTo>
                    <a:pt x="1153040" y="265518"/>
                  </a:lnTo>
                  <a:lnTo>
                    <a:pt x="1154111" y="265229"/>
                  </a:lnTo>
                  <a:lnTo>
                    <a:pt x="1155183" y="264939"/>
                  </a:lnTo>
                  <a:lnTo>
                    <a:pt x="1156255" y="264648"/>
                  </a:lnTo>
                  <a:lnTo>
                    <a:pt x="1157326" y="264357"/>
                  </a:lnTo>
                  <a:lnTo>
                    <a:pt x="1158398" y="264065"/>
                  </a:lnTo>
                  <a:lnTo>
                    <a:pt x="1159469" y="263771"/>
                  </a:lnTo>
                  <a:lnTo>
                    <a:pt x="1160541" y="263477"/>
                  </a:lnTo>
                  <a:lnTo>
                    <a:pt x="1161613" y="263182"/>
                  </a:lnTo>
                  <a:lnTo>
                    <a:pt x="1162684" y="262887"/>
                  </a:lnTo>
                  <a:lnTo>
                    <a:pt x="1163756" y="262590"/>
                  </a:lnTo>
                  <a:lnTo>
                    <a:pt x="1164827" y="262293"/>
                  </a:lnTo>
                  <a:lnTo>
                    <a:pt x="1165899" y="261994"/>
                  </a:lnTo>
                  <a:lnTo>
                    <a:pt x="1166971" y="261695"/>
                  </a:lnTo>
                  <a:lnTo>
                    <a:pt x="1168042" y="261395"/>
                  </a:lnTo>
                  <a:lnTo>
                    <a:pt x="1169114" y="261094"/>
                  </a:lnTo>
                  <a:lnTo>
                    <a:pt x="1170185" y="260793"/>
                  </a:lnTo>
                  <a:lnTo>
                    <a:pt x="1171257" y="260490"/>
                  </a:lnTo>
                  <a:lnTo>
                    <a:pt x="1172329" y="260187"/>
                  </a:lnTo>
                  <a:lnTo>
                    <a:pt x="1173400" y="259883"/>
                  </a:lnTo>
                  <a:lnTo>
                    <a:pt x="1174472" y="259578"/>
                  </a:lnTo>
                  <a:lnTo>
                    <a:pt x="1175543" y="259272"/>
                  </a:lnTo>
                  <a:lnTo>
                    <a:pt x="1176615" y="258966"/>
                  </a:lnTo>
                  <a:lnTo>
                    <a:pt x="1177687" y="258659"/>
                  </a:lnTo>
                  <a:lnTo>
                    <a:pt x="1178758" y="258350"/>
                  </a:lnTo>
                  <a:lnTo>
                    <a:pt x="1179830" y="258042"/>
                  </a:lnTo>
                  <a:lnTo>
                    <a:pt x="1180901" y="257732"/>
                  </a:lnTo>
                  <a:lnTo>
                    <a:pt x="1181973" y="257422"/>
                  </a:lnTo>
                  <a:lnTo>
                    <a:pt x="1183045" y="257110"/>
                  </a:lnTo>
                  <a:lnTo>
                    <a:pt x="1184116" y="256798"/>
                  </a:lnTo>
                  <a:lnTo>
                    <a:pt x="1185188" y="256486"/>
                  </a:lnTo>
                  <a:lnTo>
                    <a:pt x="1186259" y="256172"/>
                  </a:lnTo>
                  <a:lnTo>
                    <a:pt x="1187331" y="255858"/>
                  </a:lnTo>
                  <a:lnTo>
                    <a:pt x="1188403" y="255543"/>
                  </a:lnTo>
                  <a:lnTo>
                    <a:pt x="1189474" y="255227"/>
                  </a:lnTo>
                  <a:lnTo>
                    <a:pt x="1190546" y="254911"/>
                  </a:lnTo>
                  <a:lnTo>
                    <a:pt x="1191617" y="254594"/>
                  </a:lnTo>
                  <a:lnTo>
                    <a:pt x="1192689" y="254276"/>
                  </a:lnTo>
                  <a:lnTo>
                    <a:pt x="1193761" y="253957"/>
                  </a:lnTo>
                  <a:lnTo>
                    <a:pt x="1194832" y="253638"/>
                  </a:lnTo>
                  <a:lnTo>
                    <a:pt x="1195904" y="253317"/>
                  </a:lnTo>
                  <a:lnTo>
                    <a:pt x="1196975" y="252997"/>
                  </a:lnTo>
                  <a:lnTo>
                    <a:pt x="1198047" y="252675"/>
                  </a:lnTo>
                  <a:lnTo>
                    <a:pt x="1199119" y="252353"/>
                  </a:lnTo>
                  <a:lnTo>
                    <a:pt x="1200190" y="252030"/>
                  </a:lnTo>
                  <a:lnTo>
                    <a:pt x="1201262" y="251706"/>
                  </a:lnTo>
                  <a:lnTo>
                    <a:pt x="1202333" y="251382"/>
                  </a:lnTo>
                  <a:lnTo>
                    <a:pt x="1203405" y="251057"/>
                  </a:lnTo>
                  <a:lnTo>
                    <a:pt x="1204477" y="250731"/>
                  </a:lnTo>
                  <a:lnTo>
                    <a:pt x="1205548" y="250405"/>
                  </a:lnTo>
                  <a:lnTo>
                    <a:pt x="1206620" y="250078"/>
                  </a:lnTo>
                  <a:lnTo>
                    <a:pt x="1207691" y="249750"/>
                  </a:lnTo>
                  <a:lnTo>
                    <a:pt x="1208763" y="249421"/>
                  </a:lnTo>
                  <a:lnTo>
                    <a:pt x="1209835" y="249092"/>
                  </a:lnTo>
                  <a:lnTo>
                    <a:pt x="1210906" y="248762"/>
                  </a:lnTo>
                  <a:lnTo>
                    <a:pt x="1211978" y="248432"/>
                  </a:lnTo>
                  <a:lnTo>
                    <a:pt x="1213049" y="248101"/>
                  </a:lnTo>
                  <a:lnTo>
                    <a:pt x="1214121" y="247769"/>
                  </a:lnTo>
                  <a:lnTo>
                    <a:pt x="1215193" y="247437"/>
                  </a:lnTo>
                  <a:lnTo>
                    <a:pt x="1216264" y="247104"/>
                  </a:lnTo>
                  <a:lnTo>
                    <a:pt x="1217336" y="246770"/>
                  </a:lnTo>
                  <a:lnTo>
                    <a:pt x="1218407" y="246436"/>
                  </a:lnTo>
                  <a:lnTo>
                    <a:pt x="1219479" y="246101"/>
                  </a:lnTo>
                  <a:lnTo>
                    <a:pt x="1220551" y="245766"/>
                  </a:lnTo>
                  <a:lnTo>
                    <a:pt x="1221622" y="245430"/>
                  </a:lnTo>
                  <a:lnTo>
                    <a:pt x="1222694" y="245093"/>
                  </a:lnTo>
                  <a:lnTo>
                    <a:pt x="1223765" y="244755"/>
                  </a:lnTo>
                  <a:lnTo>
                    <a:pt x="1224837" y="244417"/>
                  </a:lnTo>
                  <a:lnTo>
                    <a:pt x="1225909" y="244079"/>
                  </a:lnTo>
                  <a:lnTo>
                    <a:pt x="1226980" y="243740"/>
                  </a:lnTo>
                  <a:lnTo>
                    <a:pt x="1228052" y="243400"/>
                  </a:lnTo>
                  <a:lnTo>
                    <a:pt x="1229123" y="243060"/>
                  </a:lnTo>
                  <a:lnTo>
                    <a:pt x="1230195" y="242719"/>
                  </a:lnTo>
                  <a:lnTo>
                    <a:pt x="1231267" y="242377"/>
                  </a:lnTo>
                  <a:lnTo>
                    <a:pt x="1232338" y="242035"/>
                  </a:lnTo>
                  <a:lnTo>
                    <a:pt x="1233410" y="241693"/>
                  </a:lnTo>
                  <a:lnTo>
                    <a:pt x="1234481" y="241350"/>
                  </a:lnTo>
                  <a:lnTo>
                    <a:pt x="1235553" y="241006"/>
                  </a:lnTo>
                  <a:lnTo>
                    <a:pt x="1236625" y="240662"/>
                  </a:lnTo>
                  <a:lnTo>
                    <a:pt x="1237696" y="240317"/>
                  </a:lnTo>
                  <a:lnTo>
                    <a:pt x="1238768" y="239971"/>
                  </a:lnTo>
                  <a:lnTo>
                    <a:pt x="1239839" y="239625"/>
                  </a:lnTo>
                  <a:lnTo>
                    <a:pt x="1240911" y="239279"/>
                  </a:lnTo>
                  <a:lnTo>
                    <a:pt x="1241983" y="238932"/>
                  </a:lnTo>
                  <a:lnTo>
                    <a:pt x="1243054" y="238584"/>
                  </a:lnTo>
                  <a:lnTo>
                    <a:pt x="1244126" y="238236"/>
                  </a:lnTo>
                  <a:lnTo>
                    <a:pt x="1245197" y="237888"/>
                  </a:lnTo>
                  <a:lnTo>
                    <a:pt x="1246269" y="237539"/>
                  </a:lnTo>
                  <a:lnTo>
                    <a:pt x="1247340" y="237189"/>
                  </a:lnTo>
                  <a:lnTo>
                    <a:pt x="1248412" y="236839"/>
                  </a:lnTo>
                  <a:lnTo>
                    <a:pt x="1249484" y="236489"/>
                  </a:lnTo>
                  <a:lnTo>
                    <a:pt x="1250555" y="236137"/>
                  </a:lnTo>
                  <a:lnTo>
                    <a:pt x="1251627" y="235786"/>
                  </a:lnTo>
                  <a:lnTo>
                    <a:pt x="1252698" y="235434"/>
                  </a:lnTo>
                  <a:lnTo>
                    <a:pt x="1253770" y="235081"/>
                  </a:lnTo>
                  <a:lnTo>
                    <a:pt x="1254842" y="234728"/>
                  </a:lnTo>
                  <a:lnTo>
                    <a:pt x="1255913" y="234375"/>
                  </a:lnTo>
                  <a:lnTo>
                    <a:pt x="1256985" y="234021"/>
                  </a:lnTo>
                  <a:lnTo>
                    <a:pt x="1258056" y="233666"/>
                  </a:lnTo>
                  <a:lnTo>
                    <a:pt x="1259128" y="233311"/>
                  </a:lnTo>
                  <a:lnTo>
                    <a:pt x="1260200" y="232956"/>
                  </a:lnTo>
                  <a:lnTo>
                    <a:pt x="1261271" y="232600"/>
                  </a:lnTo>
                  <a:lnTo>
                    <a:pt x="1262343" y="232244"/>
                  </a:lnTo>
                  <a:lnTo>
                    <a:pt x="1263414" y="231887"/>
                  </a:lnTo>
                  <a:lnTo>
                    <a:pt x="1264486" y="231530"/>
                  </a:lnTo>
                  <a:lnTo>
                    <a:pt x="1265558" y="231173"/>
                  </a:lnTo>
                  <a:lnTo>
                    <a:pt x="1266629" y="230815"/>
                  </a:lnTo>
                  <a:lnTo>
                    <a:pt x="1267701" y="230456"/>
                  </a:lnTo>
                  <a:lnTo>
                    <a:pt x="1268772" y="230098"/>
                  </a:lnTo>
                  <a:lnTo>
                    <a:pt x="1269844" y="229738"/>
                  </a:lnTo>
                  <a:lnTo>
                    <a:pt x="1270916" y="229379"/>
                  </a:lnTo>
                  <a:lnTo>
                    <a:pt x="1271987" y="229019"/>
                  </a:lnTo>
                  <a:lnTo>
                    <a:pt x="1273059" y="228658"/>
                  </a:lnTo>
                  <a:lnTo>
                    <a:pt x="1274130" y="228298"/>
                  </a:lnTo>
                  <a:lnTo>
                    <a:pt x="1275202" y="227936"/>
                  </a:lnTo>
                  <a:lnTo>
                    <a:pt x="1276274" y="227575"/>
                  </a:lnTo>
                  <a:lnTo>
                    <a:pt x="1277345" y="227213"/>
                  </a:lnTo>
                  <a:lnTo>
                    <a:pt x="1278417" y="226850"/>
                  </a:lnTo>
                  <a:lnTo>
                    <a:pt x="1279488" y="226488"/>
                  </a:lnTo>
                  <a:lnTo>
                    <a:pt x="1280560" y="226125"/>
                  </a:lnTo>
                  <a:lnTo>
                    <a:pt x="1281632" y="225761"/>
                  </a:lnTo>
                  <a:lnTo>
                    <a:pt x="1282703" y="225397"/>
                  </a:lnTo>
                  <a:lnTo>
                    <a:pt x="1283775" y="225033"/>
                  </a:lnTo>
                  <a:lnTo>
                    <a:pt x="1284846" y="224669"/>
                  </a:lnTo>
                  <a:lnTo>
                    <a:pt x="1285918" y="224304"/>
                  </a:lnTo>
                  <a:lnTo>
                    <a:pt x="1286990" y="223939"/>
                  </a:lnTo>
                  <a:lnTo>
                    <a:pt x="1288061" y="223573"/>
                  </a:lnTo>
                  <a:lnTo>
                    <a:pt x="1289133" y="223207"/>
                  </a:lnTo>
                  <a:lnTo>
                    <a:pt x="1290204" y="222841"/>
                  </a:lnTo>
                  <a:lnTo>
                    <a:pt x="1291276" y="222475"/>
                  </a:lnTo>
                  <a:lnTo>
                    <a:pt x="1292348" y="222108"/>
                  </a:lnTo>
                  <a:lnTo>
                    <a:pt x="1293419" y="221741"/>
                  </a:lnTo>
                  <a:lnTo>
                    <a:pt x="1294491" y="221373"/>
                  </a:lnTo>
                  <a:lnTo>
                    <a:pt x="1295562" y="221006"/>
                  </a:lnTo>
                  <a:lnTo>
                    <a:pt x="1296634" y="220638"/>
                  </a:lnTo>
                  <a:lnTo>
                    <a:pt x="1297706" y="220269"/>
                  </a:lnTo>
                  <a:lnTo>
                    <a:pt x="1298777" y="219901"/>
                  </a:lnTo>
                  <a:lnTo>
                    <a:pt x="1299849" y="219532"/>
                  </a:lnTo>
                  <a:lnTo>
                    <a:pt x="1300920" y="219163"/>
                  </a:lnTo>
                  <a:lnTo>
                    <a:pt x="1301992" y="218793"/>
                  </a:lnTo>
                  <a:lnTo>
                    <a:pt x="1303064" y="218423"/>
                  </a:lnTo>
                  <a:lnTo>
                    <a:pt x="1304135" y="218054"/>
                  </a:lnTo>
                  <a:lnTo>
                    <a:pt x="1305207" y="217683"/>
                  </a:lnTo>
                  <a:lnTo>
                    <a:pt x="1306278" y="217313"/>
                  </a:lnTo>
                  <a:lnTo>
                    <a:pt x="1307350" y="216942"/>
                  </a:lnTo>
                  <a:lnTo>
                    <a:pt x="1308422" y="216571"/>
                  </a:lnTo>
                  <a:lnTo>
                    <a:pt x="1309493" y="216200"/>
                  </a:lnTo>
                  <a:lnTo>
                    <a:pt x="1310565" y="215829"/>
                  </a:lnTo>
                  <a:lnTo>
                    <a:pt x="1311636" y="215457"/>
                  </a:lnTo>
                  <a:lnTo>
                    <a:pt x="1312708" y="215085"/>
                  </a:lnTo>
                  <a:lnTo>
                    <a:pt x="1313780" y="214713"/>
                  </a:lnTo>
                  <a:lnTo>
                    <a:pt x="1314851" y="214341"/>
                  </a:lnTo>
                  <a:lnTo>
                    <a:pt x="1315923" y="213968"/>
                  </a:lnTo>
                  <a:lnTo>
                    <a:pt x="1316994" y="213596"/>
                  </a:lnTo>
                  <a:lnTo>
                    <a:pt x="1318066" y="213223"/>
                  </a:lnTo>
                  <a:lnTo>
                    <a:pt x="1319138" y="212850"/>
                  </a:lnTo>
                  <a:lnTo>
                    <a:pt x="1320209" y="212476"/>
                  </a:lnTo>
                  <a:lnTo>
                    <a:pt x="1321281" y="212103"/>
                  </a:lnTo>
                  <a:lnTo>
                    <a:pt x="1322352" y="211729"/>
                  </a:lnTo>
                  <a:lnTo>
                    <a:pt x="1323424" y="211355"/>
                  </a:lnTo>
                  <a:lnTo>
                    <a:pt x="1324496" y="210981"/>
                  </a:lnTo>
                  <a:lnTo>
                    <a:pt x="1325567" y="210607"/>
                  </a:lnTo>
                  <a:lnTo>
                    <a:pt x="1326639" y="210233"/>
                  </a:lnTo>
                  <a:lnTo>
                    <a:pt x="1327710" y="209858"/>
                  </a:lnTo>
                  <a:lnTo>
                    <a:pt x="1328782" y="209484"/>
                  </a:lnTo>
                  <a:lnTo>
                    <a:pt x="1329854" y="209109"/>
                  </a:lnTo>
                  <a:lnTo>
                    <a:pt x="1330925" y="208734"/>
                  </a:lnTo>
                  <a:lnTo>
                    <a:pt x="1331997" y="208359"/>
                  </a:lnTo>
                  <a:lnTo>
                    <a:pt x="1333068" y="207984"/>
                  </a:lnTo>
                  <a:lnTo>
                    <a:pt x="1334140" y="207609"/>
                  </a:lnTo>
                  <a:lnTo>
                    <a:pt x="1335212" y="207233"/>
                  </a:lnTo>
                  <a:lnTo>
                    <a:pt x="1336283" y="206858"/>
                  </a:lnTo>
                  <a:lnTo>
                    <a:pt x="1337355" y="206482"/>
                  </a:lnTo>
                  <a:lnTo>
                    <a:pt x="1338426" y="206106"/>
                  </a:lnTo>
                  <a:lnTo>
                    <a:pt x="1339498" y="205730"/>
                  </a:lnTo>
                  <a:lnTo>
                    <a:pt x="1340570" y="205354"/>
                  </a:lnTo>
                  <a:lnTo>
                    <a:pt x="1341641" y="204978"/>
                  </a:lnTo>
                  <a:lnTo>
                    <a:pt x="1342713" y="204602"/>
                  </a:lnTo>
                  <a:lnTo>
                    <a:pt x="1343784" y="204226"/>
                  </a:lnTo>
                  <a:lnTo>
                    <a:pt x="1344856" y="203850"/>
                  </a:lnTo>
                  <a:lnTo>
                    <a:pt x="1345928" y="203474"/>
                  </a:lnTo>
                  <a:lnTo>
                    <a:pt x="1346999" y="203097"/>
                  </a:lnTo>
                  <a:lnTo>
                    <a:pt x="1348071" y="202721"/>
                  </a:lnTo>
                  <a:lnTo>
                    <a:pt x="1349142" y="202344"/>
                  </a:lnTo>
                  <a:lnTo>
                    <a:pt x="1350214" y="201968"/>
                  </a:lnTo>
                  <a:lnTo>
                    <a:pt x="1351286" y="201591"/>
                  </a:lnTo>
                  <a:lnTo>
                    <a:pt x="1352357" y="201214"/>
                  </a:lnTo>
                  <a:lnTo>
                    <a:pt x="1353429" y="200838"/>
                  </a:lnTo>
                  <a:lnTo>
                    <a:pt x="1354500" y="200461"/>
                  </a:lnTo>
                  <a:lnTo>
                    <a:pt x="1355572" y="200084"/>
                  </a:lnTo>
                  <a:lnTo>
                    <a:pt x="1356644" y="199708"/>
                  </a:lnTo>
                  <a:lnTo>
                    <a:pt x="1357715" y="199331"/>
                  </a:lnTo>
                  <a:lnTo>
                    <a:pt x="1358787" y="198954"/>
                  </a:lnTo>
                  <a:lnTo>
                    <a:pt x="1359858" y="198577"/>
                  </a:lnTo>
                  <a:lnTo>
                    <a:pt x="1360930" y="198201"/>
                  </a:lnTo>
                  <a:lnTo>
                    <a:pt x="1362002" y="197824"/>
                  </a:lnTo>
                  <a:lnTo>
                    <a:pt x="1363073" y="197447"/>
                  </a:lnTo>
                  <a:lnTo>
                    <a:pt x="1364145" y="197070"/>
                  </a:lnTo>
                  <a:lnTo>
                    <a:pt x="1365216" y="196694"/>
                  </a:lnTo>
                  <a:lnTo>
                    <a:pt x="1366288" y="196317"/>
                  </a:lnTo>
                  <a:lnTo>
                    <a:pt x="1367360" y="195940"/>
                  </a:lnTo>
                  <a:lnTo>
                    <a:pt x="1368431" y="195564"/>
                  </a:lnTo>
                  <a:lnTo>
                    <a:pt x="1369503" y="195187"/>
                  </a:lnTo>
                  <a:lnTo>
                    <a:pt x="1370574" y="194811"/>
                  </a:lnTo>
                  <a:lnTo>
                    <a:pt x="1371646" y="194434"/>
                  </a:lnTo>
                  <a:lnTo>
                    <a:pt x="1372718" y="194058"/>
                  </a:lnTo>
                  <a:lnTo>
                    <a:pt x="1373789" y="193682"/>
                  </a:lnTo>
                  <a:lnTo>
                    <a:pt x="1374861" y="193305"/>
                  </a:lnTo>
                  <a:lnTo>
                    <a:pt x="1375932" y="192929"/>
                  </a:lnTo>
                  <a:lnTo>
                    <a:pt x="1377004" y="192553"/>
                  </a:lnTo>
                  <a:lnTo>
                    <a:pt x="1378076" y="192177"/>
                  </a:lnTo>
                  <a:lnTo>
                    <a:pt x="1379147" y="191801"/>
                  </a:lnTo>
                  <a:lnTo>
                    <a:pt x="1380219" y="191425"/>
                  </a:lnTo>
                  <a:lnTo>
                    <a:pt x="1381290" y="191049"/>
                  </a:lnTo>
                  <a:lnTo>
                    <a:pt x="1382362" y="190674"/>
                  </a:lnTo>
                  <a:lnTo>
                    <a:pt x="1383434" y="190298"/>
                  </a:lnTo>
                  <a:lnTo>
                    <a:pt x="1384505" y="189923"/>
                  </a:lnTo>
                  <a:lnTo>
                    <a:pt x="1385577" y="189548"/>
                  </a:lnTo>
                  <a:lnTo>
                    <a:pt x="1386648" y="189172"/>
                  </a:lnTo>
                  <a:lnTo>
                    <a:pt x="1387720" y="188797"/>
                  </a:lnTo>
                  <a:lnTo>
                    <a:pt x="1388792" y="188423"/>
                  </a:lnTo>
                  <a:lnTo>
                    <a:pt x="1389863" y="188048"/>
                  </a:lnTo>
                  <a:lnTo>
                    <a:pt x="1390935" y="187673"/>
                  </a:lnTo>
                  <a:lnTo>
                    <a:pt x="1392006" y="187299"/>
                  </a:lnTo>
                  <a:lnTo>
                    <a:pt x="1393078" y="186924"/>
                  </a:lnTo>
                  <a:lnTo>
                    <a:pt x="1394150" y="186550"/>
                  </a:lnTo>
                  <a:lnTo>
                    <a:pt x="1395221" y="186176"/>
                  </a:lnTo>
                  <a:lnTo>
                    <a:pt x="1396293" y="185803"/>
                  </a:lnTo>
                  <a:lnTo>
                    <a:pt x="1397364" y="185429"/>
                  </a:lnTo>
                  <a:lnTo>
                    <a:pt x="1398436" y="185056"/>
                  </a:lnTo>
                  <a:lnTo>
                    <a:pt x="1399508" y="184682"/>
                  </a:lnTo>
                  <a:lnTo>
                    <a:pt x="1400579" y="184309"/>
                  </a:lnTo>
                  <a:lnTo>
                    <a:pt x="1401651" y="183937"/>
                  </a:lnTo>
                  <a:lnTo>
                    <a:pt x="1402722" y="183564"/>
                  </a:lnTo>
                  <a:lnTo>
                    <a:pt x="1403794" y="183192"/>
                  </a:lnTo>
                  <a:lnTo>
                    <a:pt x="1404866" y="182819"/>
                  </a:lnTo>
                  <a:lnTo>
                    <a:pt x="1405937" y="182448"/>
                  </a:lnTo>
                  <a:lnTo>
                    <a:pt x="1407009" y="182076"/>
                  </a:lnTo>
                  <a:lnTo>
                    <a:pt x="1408080" y="181704"/>
                  </a:lnTo>
                  <a:lnTo>
                    <a:pt x="1409152" y="181333"/>
                  </a:lnTo>
                  <a:lnTo>
                    <a:pt x="1410224" y="180962"/>
                  </a:lnTo>
                  <a:lnTo>
                    <a:pt x="1411295" y="180591"/>
                  </a:lnTo>
                  <a:lnTo>
                    <a:pt x="1412367" y="180221"/>
                  </a:lnTo>
                  <a:lnTo>
                    <a:pt x="1413438" y="179851"/>
                  </a:lnTo>
                  <a:lnTo>
                    <a:pt x="1414510" y="179481"/>
                  </a:lnTo>
                  <a:lnTo>
                    <a:pt x="1415582" y="179111"/>
                  </a:lnTo>
                  <a:lnTo>
                    <a:pt x="1416653" y="178741"/>
                  </a:lnTo>
                  <a:lnTo>
                    <a:pt x="1417725" y="178372"/>
                  </a:lnTo>
                  <a:lnTo>
                    <a:pt x="1418796" y="178003"/>
                  </a:lnTo>
                  <a:lnTo>
                    <a:pt x="1419868" y="177635"/>
                  </a:lnTo>
                  <a:lnTo>
                    <a:pt x="1420939" y="177267"/>
                  </a:lnTo>
                  <a:lnTo>
                    <a:pt x="1422011" y="176899"/>
                  </a:lnTo>
                  <a:lnTo>
                    <a:pt x="1423083" y="176531"/>
                  </a:lnTo>
                  <a:lnTo>
                    <a:pt x="1424154" y="176164"/>
                  </a:lnTo>
                  <a:lnTo>
                    <a:pt x="1425226" y="175797"/>
                  </a:lnTo>
                  <a:lnTo>
                    <a:pt x="1426297" y="175430"/>
                  </a:lnTo>
                  <a:lnTo>
                    <a:pt x="1427369" y="175064"/>
                  </a:lnTo>
                  <a:lnTo>
                    <a:pt x="1428441" y="174698"/>
                  </a:lnTo>
                  <a:lnTo>
                    <a:pt x="1429512" y="174332"/>
                  </a:lnTo>
                  <a:lnTo>
                    <a:pt x="1430584" y="173967"/>
                  </a:lnTo>
                  <a:lnTo>
                    <a:pt x="1431655" y="173602"/>
                  </a:lnTo>
                  <a:lnTo>
                    <a:pt x="1432727" y="173237"/>
                  </a:lnTo>
                  <a:lnTo>
                    <a:pt x="1433799" y="172873"/>
                  </a:lnTo>
                  <a:lnTo>
                    <a:pt x="1434870" y="172509"/>
                  </a:lnTo>
                  <a:lnTo>
                    <a:pt x="1435942" y="172146"/>
                  </a:lnTo>
                  <a:lnTo>
                    <a:pt x="1437013" y="171782"/>
                  </a:lnTo>
                  <a:lnTo>
                    <a:pt x="1438085" y="171420"/>
                  </a:lnTo>
                  <a:lnTo>
                    <a:pt x="1439157" y="171057"/>
                  </a:lnTo>
                  <a:lnTo>
                    <a:pt x="1440228" y="170695"/>
                  </a:lnTo>
                  <a:lnTo>
                    <a:pt x="1441300" y="170334"/>
                  </a:lnTo>
                  <a:lnTo>
                    <a:pt x="1442371" y="169973"/>
                  </a:lnTo>
                  <a:lnTo>
                    <a:pt x="1443443" y="169612"/>
                  </a:lnTo>
                  <a:lnTo>
                    <a:pt x="1444515" y="169252"/>
                  </a:lnTo>
                  <a:lnTo>
                    <a:pt x="1445586" y="168892"/>
                  </a:lnTo>
                  <a:lnTo>
                    <a:pt x="1446658" y="168533"/>
                  </a:lnTo>
                  <a:lnTo>
                    <a:pt x="1447729" y="168174"/>
                  </a:lnTo>
                  <a:lnTo>
                    <a:pt x="1448801" y="167815"/>
                  </a:lnTo>
                  <a:lnTo>
                    <a:pt x="1449873" y="167457"/>
                  </a:lnTo>
                  <a:lnTo>
                    <a:pt x="1450944" y="167099"/>
                  </a:lnTo>
                  <a:lnTo>
                    <a:pt x="1452016" y="166742"/>
                  </a:lnTo>
                  <a:lnTo>
                    <a:pt x="1453087" y="166385"/>
                  </a:lnTo>
                  <a:lnTo>
                    <a:pt x="1454159" y="166029"/>
                  </a:lnTo>
                  <a:lnTo>
                    <a:pt x="1455231" y="165673"/>
                  </a:lnTo>
                  <a:lnTo>
                    <a:pt x="1456302" y="165318"/>
                  </a:lnTo>
                  <a:lnTo>
                    <a:pt x="1457374" y="164963"/>
                  </a:lnTo>
                  <a:lnTo>
                    <a:pt x="1458445" y="164609"/>
                  </a:lnTo>
                  <a:lnTo>
                    <a:pt x="1459517" y="164255"/>
                  </a:lnTo>
                  <a:lnTo>
                    <a:pt x="1460589" y="163902"/>
                  </a:lnTo>
                  <a:lnTo>
                    <a:pt x="1461660" y="163549"/>
                  </a:lnTo>
                  <a:lnTo>
                    <a:pt x="1462732" y="163197"/>
                  </a:lnTo>
                  <a:lnTo>
                    <a:pt x="1463803" y="162845"/>
                  </a:lnTo>
                  <a:lnTo>
                    <a:pt x="1464875" y="162494"/>
                  </a:lnTo>
                  <a:lnTo>
                    <a:pt x="1465947" y="162143"/>
                  </a:lnTo>
                  <a:lnTo>
                    <a:pt x="1467018" y="161793"/>
                  </a:lnTo>
                  <a:lnTo>
                    <a:pt x="1468090" y="161444"/>
                  </a:lnTo>
                  <a:lnTo>
                    <a:pt x="1469161" y="161095"/>
                  </a:lnTo>
                  <a:lnTo>
                    <a:pt x="1470233" y="160746"/>
                  </a:lnTo>
                  <a:lnTo>
                    <a:pt x="1471305" y="160398"/>
                  </a:lnTo>
                  <a:lnTo>
                    <a:pt x="1472376" y="160051"/>
                  </a:lnTo>
                  <a:lnTo>
                    <a:pt x="1473448" y="159704"/>
                  </a:lnTo>
                  <a:lnTo>
                    <a:pt x="1474519" y="159358"/>
                  </a:lnTo>
                  <a:lnTo>
                    <a:pt x="1475591" y="159012"/>
                  </a:lnTo>
                  <a:lnTo>
                    <a:pt x="1476663" y="158667"/>
                  </a:lnTo>
                  <a:lnTo>
                    <a:pt x="1477734" y="158323"/>
                  </a:lnTo>
                  <a:lnTo>
                    <a:pt x="1478806" y="157979"/>
                  </a:lnTo>
                  <a:lnTo>
                    <a:pt x="1479877" y="157636"/>
                  </a:lnTo>
                  <a:lnTo>
                    <a:pt x="1480949" y="157293"/>
                  </a:lnTo>
                  <a:lnTo>
                    <a:pt x="1482021" y="156951"/>
                  </a:lnTo>
                  <a:lnTo>
                    <a:pt x="1483092" y="156610"/>
                  </a:lnTo>
                  <a:lnTo>
                    <a:pt x="1484164" y="156269"/>
                  </a:lnTo>
                  <a:lnTo>
                    <a:pt x="1485235" y="155929"/>
                  </a:lnTo>
                  <a:lnTo>
                    <a:pt x="1486307" y="155590"/>
                  </a:lnTo>
                  <a:lnTo>
                    <a:pt x="1487379" y="155251"/>
                  </a:lnTo>
                  <a:lnTo>
                    <a:pt x="1488450" y="154913"/>
                  </a:lnTo>
                  <a:lnTo>
                    <a:pt x="1489522" y="154575"/>
                  </a:lnTo>
                  <a:lnTo>
                    <a:pt x="1490593" y="154238"/>
                  </a:lnTo>
                  <a:lnTo>
                    <a:pt x="1491665" y="153902"/>
                  </a:lnTo>
                  <a:lnTo>
                    <a:pt x="1492737" y="153567"/>
                  </a:lnTo>
                  <a:lnTo>
                    <a:pt x="1493808" y="153232"/>
                  </a:lnTo>
                  <a:lnTo>
                    <a:pt x="1494880" y="152898"/>
                  </a:lnTo>
                  <a:lnTo>
                    <a:pt x="1495951" y="152565"/>
                  </a:lnTo>
                  <a:lnTo>
                    <a:pt x="1497023" y="152232"/>
                  </a:lnTo>
                  <a:lnTo>
                    <a:pt x="1498095" y="151900"/>
                  </a:lnTo>
                  <a:lnTo>
                    <a:pt x="1499166" y="151569"/>
                  </a:lnTo>
                  <a:lnTo>
                    <a:pt x="1500238" y="151238"/>
                  </a:lnTo>
                  <a:lnTo>
                    <a:pt x="1501309" y="150908"/>
                  </a:lnTo>
                  <a:lnTo>
                    <a:pt x="1502381" y="150579"/>
                  </a:lnTo>
                  <a:lnTo>
                    <a:pt x="1503453" y="150251"/>
                  </a:lnTo>
                  <a:lnTo>
                    <a:pt x="1504524" y="149923"/>
                  </a:lnTo>
                  <a:lnTo>
                    <a:pt x="1505596" y="149596"/>
                  </a:lnTo>
                  <a:lnTo>
                    <a:pt x="1506667" y="149270"/>
                  </a:lnTo>
                  <a:lnTo>
                    <a:pt x="1507739" y="148945"/>
                  </a:lnTo>
                  <a:lnTo>
                    <a:pt x="1508811" y="148620"/>
                  </a:lnTo>
                  <a:lnTo>
                    <a:pt x="1509882" y="148296"/>
                  </a:lnTo>
                  <a:lnTo>
                    <a:pt x="1510954" y="147973"/>
                  </a:lnTo>
                  <a:lnTo>
                    <a:pt x="1512025" y="147651"/>
                  </a:lnTo>
                  <a:lnTo>
                    <a:pt x="1513097" y="147330"/>
                  </a:lnTo>
                  <a:lnTo>
                    <a:pt x="1514169" y="147009"/>
                  </a:lnTo>
                  <a:lnTo>
                    <a:pt x="1515240" y="146689"/>
                  </a:lnTo>
                  <a:lnTo>
                    <a:pt x="1516312" y="146370"/>
                  </a:lnTo>
                  <a:lnTo>
                    <a:pt x="1517383" y="146052"/>
                  </a:lnTo>
                  <a:lnTo>
                    <a:pt x="1518455" y="145734"/>
                  </a:lnTo>
                  <a:lnTo>
                    <a:pt x="1519527" y="145418"/>
                  </a:lnTo>
                  <a:lnTo>
                    <a:pt x="1520598" y="145102"/>
                  </a:lnTo>
                  <a:lnTo>
                    <a:pt x="1521670" y="144787"/>
                  </a:lnTo>
                  <a:lnTo>
                    <a:pt x="1522741" y="144473"/>
                  </a:lnTo>
                  <a:lnTo>
                    <a:pt x="1523813" y="144160"/>
                  </a:lnTo>
                  <a:lnTo>
                    <a:pt x="1524885" y="143847"/>
                  </a:lnTo>
                  <a:lnTo>
                    <a:pt x="1525956" y="143536"/>
                  </a:lnTo>
                  <a:lnTo>
                    <a:pt x="1527028" y="143225"/>
                  </a:lnTo>
                  <a:lnTo>
                    <a:pt x="1528099" y="142915"/>
                  </a:lnTo>
                  <a:lnTo>
                    <a:pt x="1529171" y="142606"/>
                  </a:lnTo>
                  <a:lnTo>
                    <a:pt x="1530243" y="142298"/>
                  </a:lnTo>
                  <a:lnTo>
                    <a:pt x="1531314" y="141991"/>
                  </a:lnTo>
                  <a:lnTo>
                    <a:pt x="1532386" y="141685"/>
                  </a:lnTo>
                  <a:lnTo>
                    <a:pt x="1533457" y="141380"/>
                  </a:lnTo>
                  <a:lnTo>
                    <a:pt x="1534529" y="141075"/>
                  </a:lnTo>
                  <a:lnTo>
                    <a:pt x="1535601" y="140772"/>
                  </a:lnTo>
                  <a:lnTo>
                    <a:pt x="1536672" y="140469"/>
                  </a:lnTo>
                  <a:lnTo>
                    <a:pt x="1537744" y="140167"/>
                  </a:lnTo>
                  <a:lnTo>
                    <a:pt x="1538815" y="139867"/>
                  </a:lnTo>
                  <a:lnTo>
                    <a:pt x="1539887" y="139567"/>
                  </a:lnTo>
                  <a:lnTo>
                    <a:pt x="1540959" y="139268"/>
                  </a:lnTo>
                  <a:lnTo>
                    <a:pt x="1542030" y="138970"/>
                  </a:lnTo>
                  <a:lnTo>
                    <a:pt x="1543102" y="138673"/>
                  </a:lnTo>
                  <a:lnTo>
                    <a:pt x="1544173" y="138377"/>
                  </a:lnTo>
                  <a:lnTo>
                    <a:pt x="1545245" y="138082"/>
                  </a:lnTo>
                  <a:lnTo>
                    <a:pt x="1546317" y="137788"/>
                  </a:lnTo>
                  <a:lnTo>
                    <a:pt x="1547388" y="137495"/>
                  </a:lnTo>
                  <a:lnTo>
                    <a:pt x="1548460" y="137203"/>
                  </a:lnTo>
                  <a:lnTo>
                    <a:pt x="1549531" y="136912"/>
                  </a:lnTo>
                  <a:lnTo>
                    <a:pt x="1550603" y="136622"/>
                  </a:lnTo>
                  <a:lnTo>
                    <a:pt x="1551675" y="136332"/>
                  </a:lnTo>
                  <a:lnTo>
                    <a:pt x="1552746" y="136044"/>
                  </a:lnTo>
                  <a:lnTo>
                    <a:pt x="1553818" y="135757"/>
                  </a:lnTo>
                  <a:lnTo>
                    <a:pt x="1554889" y="135471"/>
                  </a:lnTo>
                  <a:lnTo>
                    <a:pt x="1555961" y="135186"/>
                  </a:lnTo>
                  <a:lnTo>
                    <a:pt x="1557033" y="134902"/>
                  </a:lnTo>
                  <a:lnTo>
                    <a:pt x="1558104" y="134619"/>
                  </a:lnTo>
                  <a:lnTo>
                    <a:pt x="1559176" y="134337"/>
                  </a:lnTo>
                  <a:lnTo>
                    <a:pt x="1560247" y="134057"/>
                  </a:lnTo>
                  <a:lnTo>
                    <a:pt x="1561319" y="133777"/>
                  </a:lnTo>
                  <a:lnTo>
                    <a:pt x="1562391" y="133498"/>
                  </a:lnTo>
                  <a:lnTo>
                    <a:pt x="1563462" y="133220"/>
                  </a:lnTo>
                  <a:lnTo>
                    <a:pt x="1564534" y="132944"/>
                  </a:lnTo>
                  <a:lnTo>
                    <a:pt x="1565605" y="132668"/>
                  </a:lnTo>
                  <a:lnTo>
                    <a:pt x="1566677" y="132394"/>
                  </a:lnTo>
                  <a:lnTo>
                    <a:pt x="1567749" y="132120"/>
                  </a:lnTo>
                  <a:lnTo>
                    <a:pt x="1568820" y="131848"/>
                  </a:lnTo>
                  <a:lnTo>
                    <a:pt x="1569892" y="131577"/>
                  </a:lnTo>
                  <a:lnTo>
                    <a:pt x="1570963" y="131307"/>
                  </a:lnTo>
                  <a:lnTo>
                    <a:pt x="1572035" y="131038"/>
                  </a:lnTo>
                  <a:lnTo>
                    <a:pt x="1573107" y="130770"/>
                  </a:lnTo>
                  <a:lnTo>
                    <a:pt x="1574178" y="130504"/>
                  </a:lnTo>
                  <a:lnTo>
                    <a:pt x="1575250" y="130238"/>
                  </a:lnTo>
                  <a:lnTo>
                    <a:pt x="1576321" y="129974"/>
                  </a:lnTo>
                  <a:lnTo>
                    <a:pt x="1577393" y="129711"/>
                  </a:lnTo>
                  <a:lnTo>
                    <a:pt x="1578465" y="129449"/>
                  </a:lnTo>
                  <a:lnTo>
                    <a:pt x="1579536" y="129188"/>
                  </a:lnTo>
                  <a:lnTo>
                    <a:pt x="1580608" y="128928"/>
                  </a:lnTo>
                  <a:lnTo>
                    <a:pt x="1581679" y="128669"/>
                  </a:lnTo>
                  <a:lnTo>
                    <a:pt x="1582751" y="128412"/>
                  </a:lnTo>
                  <a:lnTo>
                    <a:pt x="1583823" y="128156"/>
                  </a:lnTo>
                  <a:lnTo>
                    <a:pt x="1584894" y="127901"/>
                  </a:lnTo>
                  <a:lnTo>
                    <a:pt x="1585966" y="127647"/>
                  </a:lnTo>
                  <a:lnTo>
                    <a:pt x="1587037" y="127394"/>
                  </a:lnTo>
                  <a:lnTo>
                    <a:pt x="1588109" y="127143"/>
                  </a:lnTo>
                  <a:lnTo>
                    <a:pt x="1589181" y="126893"/>
                  </a:lnTo>
                  <a:lnTo>
                    <a:pt x="1590252" y="126644"/>
                  </a:lnTo>
                  <a:lnTo>
                    <a:pt x="1591324" y="126396"/>
                  </a:lnTo>
                  <a:lnTo>
                    <a:pt x="1592395" y="126150"/>
                  </a:lnTo>
                  <a:lnTo>
                    <a:pt x="1593467" y="125904"/>
                  </a:lnTo>
                  <a:lnTo>
                    <a:pt x="1594539" y="125660"/>
                  </a:lnTo>
                  <a:lnTo>
                    <a:pt x="1595610" y="125418"/>
                  </a:lnTo>
                  <a:lnTo>
                    <a:pt x="1596682" y="125176"/>
                  </a:lnTo>
                  <a:lnTo>
                    <a:pt x="1597753" y="124936"/>
                  </a:lnTo>
                  <a:lnTo>
                    <a:pt x="1598825" y="124697"/>
                  </a:lnTo>
                  <a:lnTo>
                    <a:pt x="1599896" y="124459"/>
                  </a:lnTo>
                  <a:lnTo>
                    <a:pt x="1600968" y="124223"/>
                  </a:lnTo>
                  <a:lnTo>
                    <a:pt x="1602040" y="123988"/>
                  </a:lnTo>
                  <a:lnTo>
                    <a:pt x="1603111" y="123754"/>
                  </a:lnTo>
                  <a:lnTo>
                    <a:pt x="1604183" y="123521"/>
                  </a:lnTo>
                  <a:lnTo>
                    <a:pt x="1605254" y="123290"/>
                  </a:lnTo>
                  <a:lnTo>
                    <a:pt x="1606326" y="123060"/>
                  </a:lnTo>
                  <a:lnTo>
                    <a:pt x="1607398" y="122832"/>
                  </a:lnTo>
                  <a:lnTo>
                    <a:pt x="1608469" y="122604"/>
                  </a:lnTo>
                  <a:lnTo>
                    <a:pt x="1609541" y="122378"/>
                  </a:lnTo>
                  <a:lnTo>
                    <a:pt x="1610612" y="122154"/>
                  </a:lnTo>
                  <a:lnTo>
                    <a:pt x="1611684" y="121930"/>
                  </a:lnTo>
                  <a:lnTo>
                    <a:pt x="1612756" y="121709"/>
                  </a:lnTo>
                  <a:lnTo>
                    <a:pt x="1613827" y="121488"/>
                  </a:lnTo>
                  <a:lnTo>
                    <a:pt x="1614899" y="121269"/>
                  </a:lnTo>
                  <a:lnTo>
                    <a:pt x="1615970" y="121051"/>
                  </a:lnTo>
                  <a:lnTo>
                    <a:pt x="1617042" y="120834"/>
                  </a:lnTo>
                  <a:lnTo>
                    <a:pt x="1618114" y="120619"/>
                  </a:lnTo>
                  <a:lnTo>
                    <a:pt x="1619185" y="120406"/>
                  </a:lnTo>
                  <a:lnTo>
                    <a:pt x="1620257" y="120193"/>
                  </a:lnTo>
                  <a:lnTo>
                    <a:pt x="1621328" y="119982"/>
                  </a:lnTo>
                  <a:lnTo>
                    <a:pt x="1622400" y="119773"/>
                  </a:lnTo>
                  <a:lnTo>
                    <a:pt x="1623472" y="119564"/>
                  </a:lnTo>
                  <a:lnTo>
                    <a:pt x="1624543" y="119357"/>
                  </a:lnTo>
                  <a:lnTo>
                    <a:pt x="1625615" y="119152"/>
                  </a:lnTo>
                  <a:lnTo>
                    <a:pt x="1626686" y="118947"/>
                  </a:lnTo>
                  <a:lnTo>
                    <a:pt x="1627758" y="118745"/>
                  </a:lnTo>
                  <a:lnTo>
                    <a:pt x="1628830" y="118543"/>
                  </a:lnTo>
                  <a:lnTo>
                    <a:pt x="1629901" y="118343"/>
                  </a:lnTo>
                  <a:lnTo>
                    <a:pt x="1630973" y="118144"/>
                  </a:lnTo>
                  <a:lnTo>
                    <a:pt x="1632044" y="117946"/>
                  </a:lnTo>
                  <a:lnTo>
                    <a:pt x="1633116" y="117750"/>
                  </a:lnTo>
                  <a:lnTo>
                    <a:pt x="1634188" y="117555"/>
                  </a:lnTo>
                  <a:lnTo>
                    <a:pt x="1635259" y="117362"/>
                  </a:lnTo>
                  <a:lnTo>
                    <a:pt x="1636331" y="117169"/>
                  </a:lnTo>
                  <a:lnTo>
                    <a:pt x="1637402" y="116978"/>
                  </a:lnTo>
                  <a:lnTo>
                    <a:pt x="1638474" y="116789"/>
                  </a:lnTo>
                  <a:lnTo>
                    <a:pt x="1639546" y="116600"/>
                  </a:lnTo>
                  <a:lnTo>
                    <a:pt x="1640617" y="116413"/>
                  </a:lnTo>
                  <a:lnTo>
                    <a:pt x="1641689" y="116228"/>
                  </a:lnTo>
                  <a:lnTo>
                    <a:pt x="1642760" y="116043"/>
                  </a:lnTo>
                  <a:lnTo>
                    <a:pt x="1643832" y="115860"/>
                  </a:lnTo>
                  <a:lnTo>
                    <a:pt x="1644904" y="115678"/>
                  </a:lnTo>
                  <a:lnTo>
                    <a:pt x="1645975" y="115498"/>
                  </a:lnTo>
                  <a:lnTo>
                    <a:pt x="1647047" y="115319"/>
                  </a:lnTo>
                  <a:lnTo>
                    <a:pt x="1648118" y="115141"/>
                  </a:lnTo>
                  <a:lnTo>
                    <a:pt x="1649190" y="114964"/>
                  </a:lnTo>
                  <a:lnTo>
                    <a:pt x="1650262" y="114789"/>
                  </a:lnTo>
                  <a:lnTo>
                    <a:pt x="1651333" y="114614"/>
                  </a:lnTo>
                  <a:lnTo>
                    <a:pt x="1652405" y="114442"/>
                  </a:lnTo>
                  <a:lnTo>
                    <a:pt x="1653476" y="114270"/>
                  </a:lnTo>
                  <a:lnTo>
                    <a:pt x="1654548" y="114100"/>
                  </a:lnTo>
                  <a:lnTo>
                    <a:pt x="1655620" y="113931"/>
                  </a:lnTo>
                  <a:lnTo>
                    <a:pt x="1656691" y="113763"/>
                  </a:lnTo>
                  <a:lnTo>
                    <a:pt x="1657763" y="113596"/>
                  </a:lnTo>
                  <a:lnTo>
                    <a:pt x="1658834" y="113431"/>
                  </a:lnTo>
                  <a:lnTo>
                    <a:pt x="1659906" y="113267"/>
                  </a:lnTo>
                  <a:lnTo>
                    <a:pt x="1660978" y="113104"/>
                  </a:lnTo>
                  <a:lnTo>
                    <a:pt x="1662049" y="112943"/>
                  </a:lnTo>
                  <a:lnTo>
                    <a:pt x="1663121" y="112783"/>
                  </a:lnTo>
                  <a:lnTo>
                    <a:pt x="1664192" y="112624"/>
                  </a:lnTo>
                  <a:lnTo>
                    <a:pt x="1665264" y="112466"/>
                  </a:lnTo>
                  <a:lnTo>
                    <a:pt x="1666336" y="112309"/>
                  </a:lnTo>
                  <a:lnTo>
                    <a:pt x="1667407" y="112154"/>
                  </a:lnTo>
                  <a:lnTo>
                    <a:pt x="1668479" y="112000"/>
                  </a:lnTo>
                  <a:lnTo>
                    <a:pt x="1669550" y="111847"/>
                  </a:lnTo>
                  <a:lnTo>
                    <a:pt x="1670622" y="111695"/>
                  </a:lnTo>
                  <a:lnTo>
                    <a:pt x="1671694" y="111545"/>
                  </a:lnTo>
                  <a:lnTo>
                    <a:pt x="1672765" y="111396"/>
                  </a:lnTo>
                  <a:lnTo>
                    <a:pt x="1673837" y="111248"/>
                  </a:lnTo>
                  <a:lnTo>
                    <a:pt x="1674908" y="111101"/>
                  </a:lnTo>
                  <a:lnTo>
                    <a:pt x="1675980" y="110955"/>
                  </a:lnTo>
                  <a:lnTo>
                    <a:pt x="1677052" y="110811"/>
                  </a:lnTo>
                  <a:lnTo>
                    <a:pt x="1678123" y="110668"/>
                  </a:lnTo>
                  <a:lnTo>
                    <a:pt x="1679195" y="110526"/>
                  </a:lnTo>
                  <a:lnTo>
                    <a:pt x="1680266" y="110385"/>
                  </a:lnTo>
                  <a:lnTo>
                    <a:pt x="1681338" y="110246"/>
                  </a:lnTo>
                  <a:lnTo>
                    <a:pt x="1682410" y="110107"/>
                  </a:lnTo>
                  <a:lnTo>
                    <a:pt x="1683481" y="109970"/>
                  </a:lnTo>
                  <a:lnTo>
                    <a:pt x="1684553" y="109834"/>
                  </a:lnTo>
                  <a:lnTo>
                    <a:pt x="1685624" y="109699"/>
                  </a:lnTo>
                  <a:lnTo>
                    <a:pt x="1686696" y="109565"/>
                  </a:lnTo>
                  <a:lnTo>
                    <a:pt x="1687768" y="109433"/>
                  </a:lnTo>
                  <a:lnTo>
                    <a:pt x="1688839" y="109301"/>
                  </a:lnTo>
                  <a:lnTo>
                    <a:pt x="1689911" y="109171"/>
                  </a:lnTo>
                  <a:lnTo>
                    <a:pt x="1690982" y="109042"/>
                  </a:lnTo>
                  <a:lnTo>
                    <a:pt x="1692054" y="108914"/>
                  </a:lnTo>
                  <a:lnTo>
                    <a:pt x="1693126" y="108788"/>
                  </a:lnTo>
                  <a:lnTo>
                    <a:pt x="1694197" y="108662"/>
                  </a:lnTo>
                  <a:lnTo>
                    <a:pt x="1695269" y="108538"/>
                  </a:lnTo>
                  <a:lnTo>
                    <a:pt x="1696340" y="108414"/>
                  </a:lnTo>
                  <a:lnTo>
                    <a:pt x="1697412" y="108292"/>
                  </a:lnTo>
                  <a:lnTo>
                    <a:pt x="1698484" y="108171"/>
                  </a:lnTo>
                  <a:lnTo>
                    <a:pt x="1699555" y="108051"/>
                  </a:lnTo>
                  <a:lnTo>
                    <a:pt x="1700627" y="107933"/>
                  </a:lnTo>
                  <a:lnTo>
                    <a:pt x="1701698" y="107815"/>
                  </a:lnTo>
                  <a:lnTo>
                    <a:pt x="1702770" y="107699"/>
                  </a:lnTo>
                  <a:lnTo>
                    <a:pt x="1703842" y="107583"/>
                  </a:lnTo>
                  <a:lnTo>
                    <a:pt x="1704913" y="107469"/>
                  </a:lnTo>
                  <a:lnTo>
                    <a:pt x="1705985" y="107356"/>
                  </a:lnTo>
                  <a:lnTo>
                    <a:pt x="1707056" y="107244"/>
                  </a:lnTo>
                  <a:lnTo>
                    <a:pt x="1708128" y="107133"/>
                  </a:lnTo>
                  <a:lnTo>
                    <a:pt x="1709200" y="107023"/>
                  </a:lnTo>
                  <a:lnTo>
                    <a:pt x="1710271" y="106915"/>
                  </a:lnTo>
                  <a:lnTo>
                    <a:pt x="1711343" y="106807"/>
                  </a:lnTo>
                  <a:lnTo>
                    <a:pt x="1712414" y="106701"/>
                  </a:lnTo>
                  <a:lnTo>
                    <a:pt x="1713486" y="106595"/>
                  </a:lnTo>
                  <a:lnTo>
                    <a:pt x="1714558" y="106491"/>
                  </a:lnTo>
                  <a:lnTo>
                    <a:pt x="1715629" y="106388"/>
                  </a:lnTo>
                  <a:lnTo>
                    <a:pt x="1716701" y="106286"/>
                  </a:lnTo>
                  <a:lnTo>
                    <a:pt x="1717772" y="106185"/>
                  </a:lnTo>
                  <a:lnTo>
                    <a:pt x="1718844" y="106085"/>
                  </a:lnTo>
                  <a:lnTo>
                    <a:pt x="1719916" y="105986"/>
                  </a:lnTo>
                  <a:lnTo>
                    <a:pt x="1720987" y="105888"/>
                  </a:lnTo>
                  <a:lnTo>
                    <a:pt x="1722059" y="105791"/>
                  </a:lnTo>
                  <a:lnTo>
                    <a:pt x="1723130" y="105695"/>
                  </a:lnTo>
                  <a:lnTo>
                    <a:pt x="1724202" y="105601"/>
                  </a:lnTo>
                  <a:lnTo>
                    <a:pt x="1725274" y="105507"/>
                  </a:lnTo>
                  <a:lnTo>
                    <a:pt x="1726345" y="105415"/>
                  </a:lnTo>
                  <a:lnTo>
                    <a:pt x="1727417" y="105323"/>
                  </a:lnTo>
                  <a:lnTo>
                    <a:pt x="1728488" y="105233"/>
                  </a:lnTo>
                  <a:lnTo>
                    <a:pt x="1729560" y="105143"/>
                  </a:lnTo>
                  <a:lnTo>
                    <a:pt x="1730632" y="105055"/>
                  </a:lnTo>
                  <a:lnTo>
                    <a:pt x="1731703" y="104968"/>
                  </a:lnTo>
                  <a:lnTo>
                    <a:pt x="1732775" y="104881"/>
                  </a:lnTo>
                  <a:lnTo>
                    <a:pt x="1733846" y="104796"/>
                  </a:lnTo>
                  <a:lnTo>
                    <a:pt x="1734918" y="104712"/>
                  </a:lnTo>
                  <a:lnTo>
                    <a:pt x="1735990" y="104629"/>
                  </a:lnTo>
                  <a:lnTo>
                    <a:pt x="1737061" y="104546"/>
                  </a:lnTo>
                  <a:lnTo>
                    <a:pt x="1738133" y="104465"/>
                  </a:lnTo>
                  <a:lnTo>
                    <a:pt x="1739204" y="104385"/>
                  </a:lnTo>
                  <a:lnTo>
                    <a:pt x="1740276" y="104306"/>
                  </a:lnTo>
                  <a:lnTo>
                    <a:pt x="1741348" y="104228"/>
                  </a:lnTo>
                  <a:lnTo>
                    <a:pt x="1742419" y="104151"/>
                  </a:lnTo>
                  <a:lnTo>
                    <a:pt x="1743491" y="104074"/>
                  </a:lnTo>
                  <a:lnTo>
                    <a:pt x="1744562" y="103999"/>
                  </a:lnTo>
                  <a:lnTo>
                    <a:pt x="1745634" y="103925"/>
                  </a:lnTo>
                  <a:lnTo>
                    <a:pt x="1746706" y="103852"/>
                  </a:lnTo>
                  <a:lnTo>
                    <a:pt x="1747777" y="103780"/>
                  </a:lnTo>
                  <a:lnTo>
                    <a:pt x="1748849" y="103709"/>
                  </a:lnTo>
                  <a:lnTo>
                    <a:pt x="1749920" y="103638"/>
                  </a:lnTo>
                  <a:lnTo>
                    <a:pt x="1750992" y="103569"/>
                  </a:lnTo>
                  <a:lnTo>
                    <a:pt x="1752064" y="103501"/>
                  </a:lnTo>
                  <a:lnTo>
                    <a:pt x="1753135" y="103433"/>
                  </a:lnTo>
                  <a:lnTo>
                    <a:pt x="1754207" y="103367"/>
                  </a:lnTo>
                  <a:lnTo>
                    <a:pt x="1755278" y="103302"/>
                  </a:lnTo>
                  <a:lnTo>
                    <a:pt x="1756350" y="103237"/>
                  </a:lnTo>
                  <a:lnTo>
                    <a:pt x="1757422" y="103174"/>
                  </a:lnTo>
                  <a:lnTo>
                    <a:pt x="1758493" y="103111"/>
                  </a:lnTo>
                  <a:lnTo>
                    <a:pt x="1759565" y="103050"/>
                  </a:lnTo>
                  <a:lnTo>
                    <a:pt x="1760636" y="102989"/>
                  </a:lnTo>
                  <a:lnTo>
                    <a:pt x="1761708" y="102929"/>
                  </a:lnTo>
                  <a:lnTo>
                    <a:pt x="1762780" y="102871"/>
                  </a:lnTo>
                  <a:lnTo>
                    <a:pt x="1763851" y="102813"/>
                  </a:lnTo>
                  <a:lnTo>
                    <a:pt x="1764923" y="102756"/>
                  </a:lnTo>
                  <a:lnTo>
                    <a:pt x="1765994" y="102700"/>
                  </a:lnTo>
                  <a:lnTo>
                    <a:pt x="1767066" y="102645"/>
                  </a:lnTo>
                  <a:lnTo>
                    <a:pt x="1768138" y="102591"/>
                  </a:lnTo>
                  <a:lnTo>
                    <a:pt x="1769209" y="102537"/>
                  </a:lnTo>
                  <a:lnTo>
                    <a:pt x="1770281" y="102485"/>
                  </a:lnTo>
                  <a:lnTo>
                    <a:pt x="1771352" y="102434"/>
                  </a:lnTo>
                  <a:lnTo>
                    <a:pt x="1772424" y="102383"/>
                  </a:lnTo>
                  <a:lnTo>
                    <a:pt x="1773496" y="102334"/>
                  </a:lnTo>
                  <a:lnTo>
                    <a:pt x="1774567" y="102285"/>
                  </a:lnTo>
                  <a:lnTo>
                    <a:pt x="1775639" y="102237"/>
                  </a:lnTo>
                  <a:lnTo>
                    <a:pt x="1776710" y="102190"/>
                  </a:lnTo>
                  <a:lnTo>
                    <a:pt x="1777782" y="102144"/>
                  </a:lnTo>
                  <a:lnTo>
                    <a:pt x="1778853" y="102099"/>
                  </a:lnTo>
                  <a:lnTo>
                    <a:pt x="1779925" y="102055"/>
                  </a:lnTo>
                  <a:lnTo>
                    <a:pt x="1780997" y="102011"/>
                  </a:lnTo>
                  <a:lnTo>
                    <a:pt x="1782068" y="101969"/>
                  </a:lnTo>
                  <a:lnTo>
                    <a:pt x="1783140" y="101927"/>
                  </a:lnTo>
                  <a:lnTo>
                    <a:pt x="1784211" y="101887"/>
                  </a:lnTo>
                  <a:lnTo>
                    <a:pt x="1785283" y="101847"/>
                  </a:lnTo>
                  <a:lnTo>
                    <a:pt x="1786355" y="101808"/>
                  </a:lnTo>
                  <a:lnTo>
                    <a:pt x="1787426" y="101769"/>
                  </a:lnTo>
                  <a:lnTo>
                    <a:pt x="1788498" y="101732"/>
                  </a:lnTo>
                  <a:lnTo>
                    <a:pt x="1789569" y="101696"/>
                  </a:lnTo>
                  <a:lnTo>
                    <a:pt x="1790641" y="101660"/>
                  </a:lnTo>
                  <a:lnTo>
                    <a:pt x="1791713" y="101625"/>
                  </a:lnTo>
                  <a:lnTo>
                    <a:pt x="1792784" y="101591"/>
                  </a:lnTo>
                  <a:lnTo>
                    <a:pt x="1793856" y="101558"/>
                  </a:lnTo>
                  <a:lnTo>
                    <a:pt x="1794927" y="101526"/>
                  </a:lnTo>
                  <a:lnTo>
                    <a:pt x="1795999" y="101494"/>
                  </a:lnTo>
                  <a:lnTo>
                    <a:pt x="1797071" y="101464"/>
                  </a:lnTo>
                  <a:lnTo>
                    <a:pt x="1798142" y="101434"/>
                  </a:lnTo>
                  <a:lnTo>
                    <a:pt x="1799214" y="101405"/>
                  </a:lnTo>
                  <a:lnTo>
                    <a:pt x="1800285" y="101377"/>
                  </a:lnTo>
                  <a:lnTo>
                    <a:pt x="1801357" y="101349"/>
                  </a:lnTo>
                  <a:lnTo>
                    <a:pt x="1802429" y="101323"/>
                  </a:lnTo>
                  <a:lnTo>
                    <a:pt x="1803500" y="101297"/>
                  </a:lnTo>
                  <a:lnTo>
                    <a:pt x="1804572" y="101272"/>
                  </a:lnTo>
                  <a:lnTo>
                    <a:pt x="1805643" y="101248"/>
                  </a:lnTo>
                  <a:lnTo>
                    <a:pt x="1806715" y="101225"/>
                  </a:lnTo>
                  <a:lnTo>
                    <a:pt x="1807787" y="101202"/>
                  </a:lnTo>
                  <a:lnTo>
                    <a:pt x="1808858" y="101180"/>
                  </a:lnTo>
                  <a:lnTo>
                    <a:pt x="1809930" y="101159"/>
                  </a:lnTo>
                  <a:lnTo>
                    <a:pt x="1811001" y="101139"/>
                  </a:lnTo>
                  <a:lnTo>
                    <a:pt x="1812073" y="101120"/>
                  </a:lnTo>
                  <a:lnTo>
                    <a:pt x="1813145" y="101101"/>
                  </a:lnTo>
                  <a:lnTo>
                    <a:pt x="1814216" y="101083"/>
                  </a:lnTo>
                  <a:lnTo>
                    <a:pt x="1815288" y="101066"/>
                  </a:lnTo>
                  <a:lnTo>
                    <a:pt x="1816359" y="101050"/>
                  </a:lnTo>
                  <a:lnTo>
                    <a:pt x="1817431" y="101034"/>
                  </a:lnTo>
                  <a:lnTo>
                    <a:pt x="1818503" y="101019"/>
                  </a:lnTo>
                  <a:lnTo>
                    <a:pt x="1819574" y="101005"/>
                  </a:lnTo>
                  <a:lnTo>
                    <a:pt x="1820646" y="100992"/>
                  </a:lnTo>
                  <a:lnTo>
                    <a:pt x="1821717" y="100979"/>
                  </a:lnTo>
                  <a:lnTo>
                    <a:pt x="1822789" y="100967"/>
                  </a:lnTo>
                  <a:lnTo>
                    <a:pt x="1823861" y="100956"/>
                  </a:lnTo>
                  <a:lnTo>
                    <a:pt x="1824932" y="100945"/>
                  </a:lnTo>
                  <a:lnTo>
                    <a:pt x="1826004" y="100936"/>
                  </a:lnTo>
                  <a:lnTo>
                    <a:pt x="1827075" y="100927"/>
                  </a:lnTo>
                  <a:lnTo>
                    <a:pt x="1828147" y="100918"/>
                  </a:lnTo>
                  <a:lnTo>
                    <a:pt x="1829219" y="100911"/>
                  </a:lnTo>
                  <a:lnTo>
                    <a:pt x="1830290" y="100904"/>
                  </a:lnTo>
                  <a:lnTo>
                    <a:pt x="1831362" y="100898"/>
                  </a:lnTo>
                  <a:lnTo>
                    <a:pt x="1832433" y="100893"/>
                  </a:lnTo>
                  <a:lnTo>
                    <a:pt x="1833505" y="100888"/>
                  </a:lnTo>
                  <a:lnTo>
                    <a:pt x="1834577" y="100884"/>
                  </a:lnTo>
                  <a:lnTo>
                    <a:pt x="1835648" y="100881"/>
                  </a:lnTo>
                  <a:lnTo>
                    <a:pt x="1836720" y="100878"/>
                  </a:lnTo>
                  <a:lnTo>
                    <a:pt x="1837791" y="100876"/>
                  </a:lnTo>
                  <a:lnTo>
                    <a:pt x="1838863" y="100875"/>
                  </a:lnTo>
                  <a:lnTo>
                    <a:pt x="1839935" y="100874"/>
                  </a:lnTo>
                  <a:lnTo>
                    <a:pt x="1841006" y="100875"/>
                  </a:lnTo>
                  <a:lnTo>
                    <a:pt x="1842078" y="100875"/>
                  </a:lnTo>
                  <a:lnTo>
                    <a:pt x="1843149" y="100877"/>
                  </a:lnTo>
                  <a:lnTo>
                    <a:pt x="1844221" y="100879"/>
                  </a:lnTo>
                  <a:lnTo>
                    <a:pt x="1845293" y="100882"/>
                  </a:lnTo>
                  <a:lnTo>
                    <a:pt x="1846364" y="100885"/>
                  </a:lnTo>
                  <a:lnTo>
                    <a:pt x="1847436" y="100889"/>
                  </a:lnTo>
                  <a:lnTo>
                    <a:pt x="1848507" y="100894"/>
                  </a:lnTo>
                  <a:lnTo>
                    <a:pt x="1849579" y="100900"/>
                  </a:lnTo>
                  <a:lnTo>
                    <a:pt x="1850651" y="100906"/>
                  </a:lnTo>
                  <a:lnTo>
                    <a:pt x="1851722" y="100912"/>
                  </a:lnTo>
                  <a:lnTo>
                    <a:pt x="1852794" y="100920"/>
                  </a:lnTo>
                  <a:lnTo>
                    <a:pt x="1853865" y="100928"/>
                  </a:lnTo>
                  <a:lnTo>
                    <a:pt x="1854937" y="100936"/>
                  </a:lnTo>
                  <a:lnTo>
                    <a:pt x="1856009" y="100946"/>
                  </a:lnTo>
                  <a:lnTo>
                    <a:pt x="1857080" y="100956"/>
                  </a:lnTo>
                  <a:lnTo>
                    <a:pt x="1858152" y="100966"/>
                  </a:lnTo>
                  <a:lnTo>
                    <a:pt x="1859223" y="100977"/>
                  </a:lnTo>
                  <a:lnTo>
                    <a:pt x="1860295" y="100989"/>
                  </a:lnTo>
                  <a:lnTo>
                    <a:pt x="1861367" y="101001"/>
                  </a:lnTo>
                  <a:lnTo>
                    <a:pt x="1862438" y="101014"/>
                  </a:lnTo>
                  <a:lnTo>
                    <a:pt x="1863510" y="101028"/>
                  </a:lnTo>
                  <a:lnTo>
                    <a:pt x="1864581" y="101042"/>
                  </a:lnTo>
                  <a:lnTo>
                    <a:pt x="1865653" y="101057"/>
                  </a:lnTo>
                  <a:lnTo>
                    <a:pt x="1866725" y="101072"/>
                  </a:lnTo>
                  <a:lnTo>
                    <a:pt x="1867796" y="101088"/>
                  </a:lnTo>
                  <a:lnTo>
                    <a:pt x="1868868" y="101105"/>
                  </a:lnTo>
                  <a:lnTo>
                    <a:pt x="1869939" y="101122"/>
                  </a:lnTo>
                  <a:lnTo>
                    <a:pt x="1871011" y="101139"/>
                  </a:lnTo>
                  <a:lnTo>
                    <a:pt x="1872083" y="101158"/>
                  </a:lnTo>
                  <a:lnTo>
                    <a:pt x="1873154" y="101176"/>
                  </a:lnTo>
                  <a:lnTo>
                    <a:pt x="1874226" y="101196"/>
                  </a:lnTo>
                  <a:lnTo>
                    <a:pt x="1875297" y="101216"/>
                  </a:lnTo>
                  <a:lnTo>
                    <a:pt x="1876369" y="101236"/>
                  </a:lnTo>
                  <a:lnTo>
                    <a:pt x="1877441" y="101257"/>
                  </a:lnTo>
                  <a:lnTo>
                    <a:pt x="1878512" y="101279"/>
                  </a:lnTo>
                  <a:lnTo>
                    <a:pt x="1879584" y="101301"/>
                  </a:lnTo>
                  <a:lnTo>
                    <a:pt x="1880655" y="101324"/>
                  </a:lnTo>
                  <a:lnTo>
                    <a:pt x="1881727" y="101347"/>
                  </a:lnTo>
                  <a:lnTo>
                    <a:pt x="1882799" y="101371"/>
                  </a:lnTo>
                  <a:lnTo>
                    <a:pt x="1883870" y="101395"/>
                  </a:lnTo>
                  <a:lnTo>
                    <a:pt x="1884942" y="101420"/>
                  </a:lnTo>
                  <a:lnTo>
                    <a:pt x="1886013" y="101446"/>
                  </a:lnTo>
                  <a:lnTo>
                    <a:pt x="1887085" y="101471"/>
                  </a:lnTo>
                  <a:lnTo>
                    <a:pt x="1888157" y="101498"/>
                  </a:lnTo>
                  <a:lnTo>
                    <a:pt x="1889228" y="101525"/>
                  </a:lnTo>
                  <a:lnTo>
                    <a:pt x="1890300" y="101552"/>
                  </a:lnTo>
                  <a:lnTo>
                    <a:pt x="1891371" y="101580"/>
                  </a:lnTo>
                  <a:lnTo>
                    <a:pt x="1892443" y="101609"/>
                  </a:lnTo>
                  <a:lnTo>
                    <a:pt x="1893515" y="101638"/>
                  </a:lnTo>
                  <a:lnTo>
                    <a:pt x="1894586" y="101667"/>
                  </a:lnTo>
                  <a:lnTo>
                    <a:pt x="1895658" y="101697"/>
                  </a:lnTo>
                  <a:lnTo>
                    <a:pt x="1896729" y="101728"/>
                  </a:lnTo>
                  <a:lnTo>
                    <a:pt x="1897801" y="101759"/>
                  </a:lnTo>
                  <a:lnTo>
                    <a:pt x="1898873" y="101790"/>
                  </a:lnTo>
                  <a:lnTo>
                    <a:pt x="1899944" y="101822"/>
                  </a:lnTo>
                  <a:lnTo>
                    <a:pt x="1901016" y="101855"/>
                  </a:lnTo>
                  <a:lnTo>
                    <a:pt x="1902087" y="101887"/>
                  </a:lnTo>
                  <a:lnTo>
                    <a:pt x="1903159" y="101921"/>
                  </a:lnTo>
                  <a:lnTo>
                    <a:pt x="1904231" y="101955"/>
                  </a:lnTo>
                  <a:lnTo>
                    <a:pt x="1905302" y="101989"/>
                  </a:lnTo>
                  <a:lnTo>
                    <a:pt x="1906374" y="102024"/>
                  </a:lnTo>
                  <a:lnTo>
                    <a:pt x="1907445" y="102059"/>
                  </a:lnTo>
                  <a:lnTo>
                    <a:pt x="1908517" y="102094"/>
                  </a:lnTo>
                  <a:lnTo>
                    <a:pt x="1909589" y="102130"/>
                  </a:lnTo>
                  <a:lnTo>
                    <a:pt x="1910660" y="102167"/>
                  </a:lnTo>
                  <a:lnTo>
                    <a:pt x="1911732" y="102204"/>
                  </a:lnTo>
                  <a:lnTo>
                    <a:pt x="1912803" y="102241"/>
                  </a:lnTo>
                  <a:lnTo>
                    <a:pt x="1913875" y="102279"/>
                  </a:lnTo>
                  <a:lnTo>
                    <a:pt x="1914947" y="102318"/>
                  </a:lnTo>
                  <a:lnTo>
                    <a:pt x="1916018" y="102356"/>
                  </a:lnTo>
                  <a:lnTo>
                    <a:pt x="1917090" y="102395"/>
                  </a:lnTo>
                  <a:lnTo>
                    <a:pt x="1918161" y="102435"/>
                  </a:lnTo>
                  <a:lnTo>
                    <a:pt x="1919233" y="102475"/>
                  </a:lnTo>
                  <a:lnTo>
                    <a:pt x="1920305" y="102515"/>
                  </a:lnTo>
                  <a:lnTo>
                    <a:pt x="1921376" y="102556"/>
                  </a:lnTo>
                  <a:lnTo>
                    <a:pt x="1922448" y="102597"/>
                  </a:lnTo>
                  <a:lnTo>
                    <a:pt x="1923519" y="102639"/>
                  </a:lnTo>
                  <a:lnTo>
                    <a:pt x="1924591" y="102681"/>
                  </a:lnTo>
                  <a:lnTo>
                    <a:pt x="1925663" y="102723"/>
                  </a:lnTo>
                  <a:lnTo>
                    <a:pt x="1926734" y="102766"/>
                  </a:lnTo>
                  <a:lnTo>
                    <a:pt x="1927806" y="102809"/>
                  </a:lnTo>
                  <a:lnTo>
                    <a:pt x="1928877" y="102853"/>
                  </a:lnTo>
                  <a:lnTo>
                    <a:pt x="1929949" y="102896"/>
                  </a:lnTo>
                  <a:lnTo>
                    <a:pt x="1931021" y="102941"/>
                  </a:lnTo>
                  <a:lnTo>
                    <a:pt x="1932092" y="102985"/>
                  </a:lnTo>
                  <a:lnTo>
                    <a:pt x="1933164" y="103030"/>
                  </a:lnTo>
                  <a:lnTo>
                    <a:pt x="1934235" y="103076"/>
                  </a:lnTo>
                  <a:lnTo>
                    <a:pt x="1935307" y="103122"/>
                  </a:lnTo>
                  <a:lnTo>
                    <a:pt x="1936379" y="103168"/>
                  </a:lnTo>
                  <a:lnTo>
                    <a:pt x="1937450" y="103214"/>
                  </a:lnTo>
                  <a:lnTo>
                    <a:pt x="1938522" y="103261"/>
                  </a:lnTo>
                  <a:lnTo>
                    <a:pt x="1939593" y="103308"/>
                  </a:lnTo>
                  <a:lnTo>
                    <a:pt x="1940665" y="103356"/>
                  </a:lnTo>
                  <a:lnTo>
                    <a:pt x="1941737" y="103404"/>
                  </a:lnTo>
                  <a:lnTo>
                    <a:pt x="1942808" y="103452"/>
                  </a:lnTo>
                  <a:lnTo>
                    <a:pt x="1943880" y="103500"/>
                  </a:lnTo>
                  <a:lnTo>
                    <a:pt x="1944951" y="103549"/>
                  </a:lnTo>
                  <a:lnTo>
                    <a:pt x="1946023" y="103598"/>
                  </a:lnTo>
                  <a:lnTo>
                    <a:pt x="1947095" y="103648"/>
                  </a:lnTo>
                  <a:lnTo>
                    <a:pt x="1948166" y="103698"/>
                  </a:lnTo>
                  <a:lnTo>
                    <a:pt x="1949238" y="103748"/>
                  </a:lnTo>
                  <a:lnTo>
                    <a:pt x="1950309" y="103798"/>
                  </a:lnTo>
                  <a:lnTo>
                    <a:pt x="1951381" y="103849"/>
                  </a:lnTo>
                  <a:lnTo>
                    <a:pt x="1952453" y="103900"/>
                  </a:lnTo>
                  <a:lnTo>
                    <a:pt x="1953524" y="103951"/>
                  </a:lnTo>
                  <a:lnTo>
                    <a:pt x="1954596" y="104003"/>
                  </a:lnTo>
                  <a:lnTo>
                    <a:pt x="1955667" y="104055"/>
                  </a:lnTo>
                  <a:lnTo>
                    <a:pt x="1956739" y="104107"/>
                  </a:lnTo>
                  <a:lnTo>
                    <a:pt x="1957810" y="104160"/>
                  </a:lnTo>
                  <a:lnTo>
                    <a:pt x="1958882" y="104212"/>
                  </a:lnTo>
                  <a:lnTo>
                    <a:pt x="1959954" y="104265"/>
                  </a:lnTo>
                  <a:lnTo>
                    <a:pt x="1961025" y="104319"/>
                  </a:lnTo>
                  <a:lnTo>
                    <a:pt x="1962097" y="104372"/>
                  </a:lnTo>
                  <a:lnTo>
                    <a:pt x="1963168" y="104426"/>
                  </a:lnTo>
                  <a:lnTo>
                    <a:pt x="1964240" y="104480"/>
                  </a:lnTo>
                  <a:lnTo>
                    <a:pt x="1965312" y="104535"/>
                  </a:lnTo>
                  <a:lnTo>
                    <a:pt x="1966383" y="104589"/>
                  </a:lnTo>
                  <a:lnTo>
                    <a:pt x="1967455" y="104644"/>
                  </a:lnTo>
                  <a:lnTo>
                    <a:pt x="1968526" y="104699"/>
                  </a:lnTo>
                  <a:lnTo>
                    <a:pt x="1969598" y="104755"/>
                  </a:lnTo>
                  <a:lnTo>
                    <a:pt x="1970670" y="104811"/>
                  </a:lnTo>
                  <a:lnTo>
                    <a:pt x="1971741" y="104866"/>
                  </a:lnTo>
                  <a:lnTo>
                    <a:pt x="1972813" y="104923"/>
                  </a:lnTo>
                  <a:lnTo>
                    <a:pt x="1973884" y="104979"/>
                  </a:lnTo>
                  <a:lnTo>
                    <a:pt x="1974956" y="105035"/>
                  </a:lnTo>
                  <a:lnTo>
                    <a:pt x="1976028" y="105092"/>
                  </a:lnTo>
                  <a:lnTo>
                    <a:pt x="1977099" y="105149"/>
                  </a:lnTo>
                  <a:lnTo>
                    <a:pt x="1978171" y="105207"/>
                  </a:lnTo>
                  <a:lnTo>
                    <a:pt x="1979242" y="105264"/>
                  </a:lnTo>
                  <a:lnTo>
                    <a:pt x="1980314" y="105322"/>
                  </a:lnTo>
                  <a:lnTo>
                    <a:pt x="1981386" y="105380"/>
                  </a:lnTo>
                  <a:lnTo>
                    <a:pt x="1982457" y="105438"/>
                  </a:lnTo>
                  <a:lnTo>
                    <a:pt x="1983529" y="105496"/>
                  </a:lnTo>
                  <a:lnTo>
                    <a:pt x="1984600" y="105554"/>
                  </a:lnTo>
                  <a:lnTo>
                    <a:pt x="1985672" y="105613"/>
                  </a:lnTo>
                  <a:lnTo>
                    <a:pt x="1986744" y="105672"/>
                  </a:lnTo>
                  <a:lnTo>
                    <a:pt x="1987815" y="105731"/>
                  </a:lnTo>
                  <a:lnTo>
                    <a:pt x="1988887" y="105790"/>
                  </a:lnTo>
                  <a:lnTo>
                    <a:pt x="1989958" y="105849"/>
                  </a:lnTo>
                  <a:lnTo>
                    <a:pt x="1991030" y="105909"/>
                  </a:lnTo>
                  <a:lnTo>
                    <a:pt x="1992102" y="105969"/>
                  </a:lnTo>
                  <a:lnTo>
                    <a:pt x="1993173" y="106029"/>
                  </a:lnTo>
                  <a:lnTo>
                    <a:pt x="1994245" y="106089"/>
                  </a:lnTo>
                  <a:lnTo>
                    <a:pt x="1995316" y="106149"/>
                  </a:lnTo>
                  <a:lnTo>
                    <a:pt x="1996388" y="106209"/>
                  </a:lnTo>
                  <a:lnTo>
                    <a:pt x="1997460" y="106270"/>
                  </a:lnTo>
                  <a:lnTo>
                    <a:pt x="1998531" y="106330"/>
                  </a:lnTo>
                  <a:lnTo>
                    <a:pt x="1999603" y="106391"/>
                  </a:lnTo>
                  <a:lnTo>
                    <a:pt x="2000674" y="106452"/>
                  </a:lnTo>
                  <a:lnTo>
                    <a:pt x="2001746" y="106513"/>
                  </a:lnTo>
                  <a:lnTo>
                    <a:pt x="2002818" y="106575"/>
                  </a:lnTo>
                  <a:lnTo>
                    <a:pt x="2003889" y="106636"/>
                  </a:lnTo>
                  <a:lnTo>
                    <a:pt x="2004961" y="106697"/>
                  </a:lnTo>
                  <a:lnTo>
                    <a:pt x="2006032" y="106759"/>
                  </a:lnTo>
                  <a:lnTo>
                    <a:pt x="2007104" y="106821"/>
                  </a:lnTo>
                  <a:lnTo>
                    <a:pt x="2008176" y="106883"/>
                  </a:lnTo>
                  <a:lnTo>
                    <a:pt x="2009247" y="106945"/>
                  </a:lnTo>
                  <a:lnTo>
                    <a:pt x="2010319" y="107007"/>
                  </a:lnTo>
                  <a:lnTo>
                    <a:pt x="2011390" y="107069"/>
                  </a:lnTo>
                  <a:lnTo>
                    <a:pt x="2012462" y="107131"/>
                  </a:lnTo>
                  <a:lnTo>
                    <a:pt x="2013534" y="107193"/>
                  </a:lnTo>
                  <a:lnTo>
                    <a:pt x="2014605" y="107256"/>
                  </a:lnTo>
                  <a:lnTo>
                    <a:pt x="2015677" y="107318"/>
                  </a:lnTo>
                  <a:lnTo>
                    <a:pt x="2016748" y="107381"/>
                  </a:lnTo>
                  <a:lnTo>
                    <a:pt x="2017820" y="107444"/>
                  </a:lnTo>
                  <a:lnTo>
                    <a:pt x="2018892" y="107507"/>
                  </a:lnTo>
                  <a:lnTo>
                    <a:pt x="2019963" y="107570"/>
                  </a:lnTo>
                  <a:lnTo>
                    <a:pt x="2021035" y="107632"/>
                  </a:lnTo>
                  <a:lnTo>
                    <a:pt x="2022106" y="107695"/>
                  </a:lnTo>
                  <a:lnTo>
                    <a:pt x="2023178" y="107759"/>
                  </a:lnTo>
                  <a:lnTo>
                    <a:pt x="2024250" y="107822"/>
                  </a:lnTo>
                  <a:lnTo>
                    <a:pt x="2025321" y="107885"/>
                  </a:lnTo>
                  <a:lnTo>
                    <a:pt x="2026393" y="107948"/>
                  </a:lnTo>
                  <a:lnTo>
                    <a:pt x="2027464" y="108012"/>
                  </a:lnTo>
                  <a:lnTo>
                    <a:pt x="2028536" y="108075"/>
                  </a:lnTo>
                  <a:lnTo>
                    <a:pt x="2029608" y="108138"/>
                  </a:lnTo>
                  <a:lnTo>
                    <a:pt x="2030679" y="108202"/>
                  </a:lnTo>
                  <a:lnTo>
                    <a:pt x="2031751" y="108265"/>
                  </a:lnTo>
                  <a:lnTo>
                    <a:pt x="2032822" y="108329"/>
                  </a:lnTo>
                  <a:lnTo>
                    <a:pt x="2033894" y="108392"/>
                  </a:lnTo>
                  <a:lnTo>
                    <a:pt x="2034966" y="108456"/>
                  </a:lnTo>
                  <a:lnTo>
                    <a:pt x="2036037" y="108520"/>
                  </a:lnTo>
                  <a:lnTo>
                    <a:pt x="2037109" y="108583"/>
                  </a:lnTo>
                  <a:lnTo>
                    <a:pt x="2038180" y="108647"/>
                  </a:lnTo>
                  <a:lnTo>
                    <a:pt x="2039252" y="108710"/>
                  </a:lnTo>
                  <a:lnTo>
                    <a:pt x="2040324" y="108774"/>
                  </a:lnTo>
                  <a:lnTo>
                    <a:pt x="2041395" y="108838"/>
                  </a:lnTo>
                  <a:lnTo>
                    <a:pt x="2042467" y="108901"/>
                  </a:lnTo>
                  <a:lnTo>
                    <a:pt x="2043538" y="108965"/>
                  </a:lnTo>
                  <a:lnTo>
                    <a:pt x="2044610" y="109029"/>
                  </a:lnTo>
                  <a:lnTo>
                    <a:pt x="2045682" y="109092"/>
                  </a:lnTo>
                  <a:lnTo>
                    <a:pt x="2046753" y="109156"/>
                  </a:lnTo>
                  <a:lnTo>
                    <a:pt x="2047825" y="109220"/>
                  </a:lnTo>
                  <a:lnTo>
                    <a:pt x="2048896" y="109283"/>
                  </a:lnTo>
                  <a:lnTo>
                    <a:pt x="2049968" y="109347"/>
                  </a:lnTo>
                  <a:lnTo>
                    <a:pt x="2051040" y="109410"/>
                  </a:lnTo>
                  <a:lnTo>
                    <a:pt x="2052111" y="109474"/>
                  </a:lnTo>
                  <a:lnTo>
                    <a:pt x="2053183" y="109537"/>
                  </a:lnTo>
                  <a:lnTo>
                    <a:pt x="2054254" y="109601"/>
                  </a:lnTo>
                  <a:lnTo>
                    <a:pt x="2055326" y="109664"/>
                  </a:lnTo>
                  <a:lnTo>
                    <a:pt x="2056398" y="109728"/>
                  </a:lnTo>
                  <a:lnTo>
                    <a:pt x="2057469" y="109791"/>
                  </a:lnTo>
                  <a:lnTo>
                    <a:pt x="2058541" y="109854"/>
                  </a:lnTo>
                  <a:lnTo>
                    <a:pt x="2059612" y="109917"/>
                  </a:lnTo>
                  <a:lnTo>
                    <a:pt x="2060684" y="109981"/>
                  </a:lnTo>
                  <a:lnTo>
                    <a:pt x="2061756" y="110044"/>
                  </a:lnTo>
                  <a:lnTo>
                    <a:pt x="2062827" y="110107"/>
                  </a:lnTo>
                  <a:lnTo>
                    <a:pt x="2063899" y="110170"/>
                  </a:lnTo>
                  <a:lnTo>
                    <a:pt x="2064970" y="110232"/>
                  </a:lnTo>
                  <a:lnTo>
                    <a:pt x="2066042" y="110295"/>
                  </a:lnTo>
                  <a:lnTo>
                    <a:pt x="2067114" y="110358"/>
                  </a:lnTo>
                  <a:lnTo>
                    <a:pt x="2068185" y="110421"/>
                  </a:lnTo>
                  <a:lnTo>
                    <a:pt x="2069257" y="110483"/>
                  </a:lnTo>
                  <a:lnTo>
                    <a:pt x="2070328" y="110546"/>
                  </a:lnTo>
                  <a:lnTo>
                    <a:pt x="2071400" y="110608"/>
                  </a:lnTo>
                  <a:lnTo>
                    <a:pt x="2072472" y="110670"/>
                  </a:lnTo>
                  <a:lnTo>
                    <a:pt x="2073543" y="110732"/>
                  </a:lnTo>
                  <a:lnTo>
                    <a:pt x="2074615" y="110795"/>
                  </a:lnTo>
                  <a:lnTo>
                    <a:pt x="2075686" y="110856"/>
                  </a:lnTo>
                  <a:lnTo>
                    <a:pt x="2076758" y="110918"/>
                  </a:lnTo>
                  <a:lnTo>
                    <a:pt x="2077830" y="110980"/>
                  </a:lnTo>
                  <a:lnTo>
                    <a:pt x="2078901" y="111042"/>
                  </a:lnTo>
                  <a:lnTo>
                    <a:pt x="2079973" y="111103"/>
                  </a:lnTo>
                  <a:lnTo>
                    <a:pt x="2081044" y="111164"/>
                  </a:lnTo>
                  <a:lnTo>
                    <a:pt x="2082116" y="111226"/>
                  </a:lnTo>
                  <a:lnTo>
                    <a:pt x="2083188" y="111287"/>
                  </a:lnTo>
                  <a:lnTo>
                    <a:pt x="2084259" y="111348"/>
                  </a:lnTo>
                  <a:lnTo>
                    <a:pt x="2085331" y="111409"/>
                  </a:lnTo>
                  <a:lnTo>
                    <a:pt x="2086402" y="111469"/>
                  </a:lnTo>
                  <a:lnTo>
                    <a:pt x="2087474" y="111530"/>
                  </a:lnTo>
                  <a:lnTo>
                    <a:pt x="2088546" y="111590"/>
                  </a:lnTo>
                  <a:lnTo>
                    <a:pt x="2089617" y="111650"/>
                  </a:lnTo>
                  <a:lnTo>
                    <a:pt x="2090689" y="111710"/>
                  </a:lnTo>
                  <a:lnTo>
                    <a:pt x="2091760" y="111770"/>
                  </a:lnTo>
                  <a:lnTo>
                    <a:pt x="2092832" y="111830"/>
                  </a:lnTo>
                  <a:lnTo>
                    <a:pt x="2093904" y="111890"/>
                  </a:lnTo>
                  <a:lnTo>
                    <a:pt x="2094975" y="111949"/>
                  </a:lnTo>
                  <a:lnTo>
                    <a:pt x="2096047" y="112008"/>
                  </a:lnTo>
                  <a:lnTo>
                    <a:pt x="2097118" y="112067"/>
                  </a:lnTo>
                  <a:lnTo>
                    <a:pt x="2098190" y="112126"/>
                  </a:lnTo>
                  <a:lnTo>
                    <a:pt x="2099262" y="112185"/>
                  </a:lnTo>
                  <a:lnTo>
                    <a:pt x="2100333" y="112243"/>
                  </a:lnTo>
                  <a:lnTo>
                    <a:pt x="2101405" y="112301"/>
                  </a:lnTo>
                  <a:lnTo>
                    <a:pt x="2102476" y="112360"/>
                  </a:lnTo>
                  <a:lnTo>
                    <a:pt x="2103548" y="112417"/>
                  </a:lnTo>
                  <a:lnTo>
                    <a:pt x="2104620" y="112475"/>
                  </a:lnTo>
                  <a:lnTo>
                    <a:pt x="2105691" y="112533"/>
                  </a:lnTo>
                  <a:lnTo>
                    <a:pt x="2106763" y="112590"/>
                  </a:lnTo>
                  <a:lnTo>
                    <a:pt x="2107834" y="112647"/>
                  </a:lnTo>
                  <a:lnTo>
                    <a:pt x="2108906" y="112704"/>
                  </a:lnTo>
                  <a:lnTo>
                    <a:pt x="2109978" y="112760"/>
                  </a:lnTo>
                  <a:lnTo>
                    <a:pt x="2111049" y="112817"/>
                  </a:lnTo>
                  <a:lnTo>
                    <a:pt x="2112121" y="112873"/>
                  </a:lnTo>
                  <a:lnTo>
                    <a:pt x="2113192" y="112929"/>
                  </a:lnTo>
                  <a:lnTo>
                    <a:pt x="2114264" y="112984"/>
                  </a:lnTo>
                  <a:lnTo>
                    <a:pt x="2115336" y="113040"/>
                  </a:lnTo>
                  <a:lnTo>
                    <a:pt x="2116407" y="113095"/>
                  </a:lnTo>
                  <a:lnTo>
                    <a:pt x="2117479" y="113150"/>
                  </a:lnTo>
                  <a:lnTo>
                    <a:pt x="2118550" y="113205"/>
                  </a:lnTo>
                  <a:lnTo>
                    <a:pt x="2119622" y="113259"/>
                  </a:lnTo>
                  <a:lnTo>
                    <a:pt x="2120694" y="113313"/>
                  </a:lnTo>
                  <a:lnTo>
                    <a:pt x="2121765" y="113367"/>
                  </a:lnTo>
                  <a:lnTo>
                    <a:pt x="2122837" y="113421"/>
                  </a:lnTo>
                  <a:lnTo>
                    <a:pt x="2123908" y="113474"/>
                  </a:lnTo>
                  <a:lnTo>
                    <a:pt x="2124980" y="113527"/>
                  </a:lnTo>
                  <a:lnTo>
                    <a:pt x="2126052" y="113580"/>
                  </a:lnTo>
                  <a:lnTo>
                    <a:pt x="2127123" y="113633"/>
                  </a:lnTo>
                  <a:lnTo>
                    <a:pt x="2128195" y="113685"/>
                  </a:lnTo>
                  <a:lnTo>
                    <a:pt x="2129266" y="113737"/>
                  </a:lnTo>
                  <a:lnTo>
                    <a:pt x="2130338" y="113789"/>
                  </a:lnTo>
                  <a:lnTo>
                    <a:pt x="2131409" y="113840"/>
                  </a:lnTo>
                  <a:lnTo>
                    <a:pt x="2132481" y="113891"/>
                  </a:lnTo>
                  <a:lnTo>
                    <a:pt x="2133553" y="113942"/>
                  </a:lnTo>
                  <a:lnTo>
                    <a:pt x="2134624" y="113993"/>
                  </a:lnTo>
                  <a:lnTo>
                    <a:pt x="2135696" y="114043"/>
                  </a:lnTo>
                  <a:lnTo>
                    <a:pt x="2136767" y="114093"/>
                  </a:lnTo>
                  <a:lnTo>
                    <a:pt x="2137839" y="114143"/>
                  </a:lnTo>
                  <a:lnTo>
                    <a:pt x="2138911" y="114192"/>
                  </a:lnTo>
                  <a:lnTo>
                    <a:pt x="2139982" y="114241"/>
                  </a:lnTo>
                  <a:lnTo>
                    <a:pt x="2141054" y="114289"/>
                  </a:lnTo>
                  <a:lnTo>
                    <a:pt x="2142125" y="114338"/>
                  </a:lnTo>
                  <a:lnTo>
                    <a:pt x="2143197" y="114386"/>
                  </a:lnTo>
                  <a:lnTo>
                    <a:pt x="2144269" y="114433"/>
                  </a:lnTo>
                  <a:lnTo>
                    <a:pt x="2145340" y="114481"/>
                  </a:lnTo>
                  <a:lnTo>
                    <a:pt x="2146412" y="114528"/>
                  </a:lnTo>
                  <a:lnTo>
                    <a:pt x="2147483" y="114574"/>
                  </a:lnTo>
                  <a:lnTo>
                    <a:pt x="2148555" y="114621"/>
                  </a:lnTo>
                  <a:lnTo>
                    <a:pt x="2149627" y="114667"/>
                  </a:lnTo>
                  <a:lnTo>
                    <a:pt x="2150698" y="114713"/>
                  </a:lnTo>
                  <a:lnTo>
                    <a:pt x="2151770" y="114758"/>
                  </a:lnTo>
                  <a:lnTo>
                    <a:pt x="2152841" y="114803"/>
                  </a:lnTo>
                  <a:lnTo>
                    <a:pt x="2153913" y="114848"/>
                  </a:lnTo>
                  <a:lnTo>
                    <a:pt x="2154985" y="114892"/>
                  </a:lnTo>
                  <a:lnTo>
                    <a:pt x="2156056" y="114937"/>
                  </a:lnTo>
                  <a:lnTo>
                    <a:pt x="2157128" y="114980"/>
                  </a:lnTo>
                  <a:lnTo>
                    <a:pt x="2158199" y="115024"/>
                  </a:lnTo>
                  <a:lnTo>
                    <a:pt x="2159271" y="115067"/>
                  </a:lnTo>
                  <a:lnTo>
                    <a:pt x="2160343" y="115110"/>
                  </a:lnTo>
                  <a:lnTo>
                    <a:pt x="2161414" y="115153"/>
                  </a:lnTo>
                  <a:lnTo>
                    <a:pt x="2162486" y="115195"/>
                  </a:lnTo>
                  <a:lnTo>
                    <a:pt x="2163557" y="115237"/>
                  </a:lnTo>
                  <a:lnTo>
                    <a:pt x="2164629" y="115278"/>
                  </a:lnTo>
                  <a:lnTo>
                    <a:pt x="2165701" y="115320"/>
                  </a:lnTo>
                  <a:lnTo>
                    <a:pt x="2166772" y="115361"/>
                  </a:lnTo>
                  <a:lnTo>
                    <a:pt x="2167844" y="115401"/>
                  </a:lnTo>
                  <a:lnTo>
                    <a:pt x="2168915" y="115442"/>
                  </a:lnTo>
                  <a:lnTo>
                    <a:pt x="2169987" y="115482"/>
                  </a:lnTo>
                  <a:lnTo>
                    <a:pt x="2171059" y="115521"/>
                  </a:lnTo>
                  <a:lnTo>
                    <a:pt x="2172130" y="115561"/>
                  </a:lnTo>
                  <a:lnTo>
                    <a:pt x="2173202" y="115600"/>
                  </a:lnTo>
                  <a:lnTo>
                    <a:pt x="2174273" y="115639"/>
                  </a:lnTo>
                  <a:lnTo>
                    <a:pt x="2175345" y="115677"/>
                  </a:lnTo>
                  <a:lnTo>
                    <a:pt x="2176417" y="115715"/>
                  </a:lnTo>
                  <a:lnTo>
                    <a:pt x="2177488" y="115753"/>
                  </a:lnTo>
                  <a:lnTo>
                    <a:pt x="2178560" y="115791"/>
                  </a:lnTo>
                  <a:lnTo>
                    <a:pt x="2179631" y="115828"/>
                  </a:lnTo>
                  <a:lnTo>
                    <a:pt x="2180703" y="115865"/>
                  </a:lnTo>
                  <a:lnTo>
                    <a:pt x="2181775" y="115902"/>
                  </a:lnTo>
                  <a:lnTo>
                    <a:pt x="2182846" y="115938"/>
                  </a:lnTo>
                  <a:lnTo>
                    <a:pt x="2183918" y="115974"/>
                  </a:lnTo>
                  <a:lnTo>
                    <a:pt x="2184989" y="116010"/>
                  </a:lnTo>
                  <a:lnTo>
                    <a:pt x="2186061" y="116045"/>
                  </a:lnTo>
                  <a:lnTo>
                    <a:pt x="2187133" y="116080"/>
                  </a:lnTo>
                  <a:lnTo>
                    <a:pt x="2188204" y="116115"/>
                  </a:lnTo>
                  <a:lnTo>
                    <a:pt x="2189276" y="116149"/>
                  </a:lnTo>
                  <a:lnTo>
                    <a:pt x="2190347" y="116184"/>
                  </a:lnTo>
                  <a:lnTo>
                    <a:pt x="2191419" y="116218"/>
                  </a:lnTo>
                  <a:lnTo>
                    <a:pt x="2192491" y="116251"/>
                  </a:lnTo>
                  <a:lnTo>
                    <a:pt x="2193562" y="116284"/>
                  </a:lnTo>
                  <a:lnTo>
                    <a:pt x="2194634" y="116317"/>
                  </a:lnTo>
                  <a:lnTo>
                    <a:pt x="2195705" y="116350"/>
                  </a:lnTo>
                  <a:lnTo>
                    <a:pt x="2196777" y="116382"/>
                  </a:lnTo>
                  <a:lnTo>
                    <a:pt x="2197849" y="116414"/>
                  </a:lnTo>
                  <a:lnTo>
                    <a:pt x="2198920" y="116446"/>
                  </a:lnTo>
                  <a:lnTo>
                    <a:pt x="2199992" y="116478"/>
                  </a:lnTo>
                  <a:lnTo>
                    <a:pt x="2201063" y="116509"/>
                  </a:lnTo>
                  <a:lnTo>
                    <a:pt x="2202135" y="116539"/>
                  </a:lnTo>
                  <a:lnTo>
                    <a:pt x="2203207" y="116570"/>
                  </a:lnTo>
                  <a:lnTo>
                    <a:pt x="2204278" y="116600"/>
                  </a:lnTo>
                  <a:lnTo>
                    <a:pt x="2205350" y="116630"/>
                  </a:lnTo>
                  <a:lnTo>
                    <a:pt x="2206421" y="116660"/>
                  </a:lnTo>
                  <a:lnTo>
                    <a:pt x="2207493" y="116689"/>
                  </a:lnTo>
                  <a:lnTo>
                    <a:pt x="2208565" y="116718"/>
                  </a:lnTo>
                  <a:lnTo>
                    <a:pt x="2209636" y="116747"/>
                  </a:lnTo>
                  <a:lnTo>
                    <a:pt x="2210708" y="116775"/>
                  </a:lnTo>
                  <a:lnTo>
                    <a:pt x="2211779" y="116803"/>
                  </a:lnTo>
                  <a:lnTo>
                    <a:pt x="2212851" y="116831"/>
                  </a:lnTo>
                  <a:lnTo>
                    <a:pt x="2213923" y="116859"/>
                  </a:lnTo>
                  <a:lnTo>
                    <a:pt x="2214994" y="116886"/>
                  </a:lnTo>
                  <a:lnTo>
                    <a:pt x="2216066" y="116913"/>
                  </a:lnTo>
                  <a:lnTo>
                    <a:pt x="2217137" y="116940"/>
                  </a:lnTo>
                  <a:lnTo>
                    <a:pt x="2218209" y="116966"/>
                  </a:lnTo>
                  <a:lnTo>
                    <a:pt x="2219281" y="116992"/>
                  </a:lnTo>
                  <a:lnTo>
                    <a:pt x="2220352" y="117018"/>
                  </a:lnTo>
                  <a:lnTo>
                    <a:pt x="2221424" y="117043"/>
                  </a:lnTo>
                  <a:lnTo>
                    <a:pt x="2222495" y="117069"/>
                  </a:lnTo>
                  <a:lnTo>
                    <a:pt x="2223567" y="117093"/>
                  </a:lnTo>
                  <a:lnTo>
                    <a:pt x="2224639" y="117118"/>
                  </a:lnTo>
                  <a:lnTo>
                    <a:pt x="2225710" y="117142"/>
                  </a:lnTo>
                  <a:lnTo>
                    <a:pt x="2226782" y="117166"/>
                  </a:lnTo>
                  <a:lnTo>
                    <a:pt x="2227853" y="117190"/>
                  </a:lnTo>
                  <a:lnTo>
                    <a:pt x="2228925" y="117213"/>
                  </a:lnTo>
                  <a:lnTo>
                    <a:pt x="2229997" y="117237"/>
                  </a:lnTo>
                  <a:lnTo>
                    <a:pt x="2231068" y="117259"/>
                  </a:lnTo>
                  <a:lnTo>
                    <a:pt x="2232140" y="117282"/>
                  </a:lnTo>
                  <a:lnTo>
                    <a:pt x="2233211" y="117304"/>
                  </a:lnTo>
                  <a:lnTo>
                    <a:pt x="2234283" y="117326"/>
                  </a:lnTo>
                  <a:lnTo>
                    <a:pt x="2235355" y="117348"/>
                  </a:lnTo>
                  <a:lnTo>
                    <a:pt x="2236426" y="117369"/>
                  </a:lnTo>
                  <a:lnTo>
                    <a:pt x="2237498" y="117390"/>
                  </a:lnTo>
                  <a:lnTo>
                    <a:pt x="2238569" y="117411"/>
                  </a:lnTo>
                  <a:lnTo>
                    <a:pt x="2239641" y="117432"/>
                  </a:lnTo>
                  <a:lnTo>
                    <a:pt x="2240713" y="117452"/>
                  </a:lnTo>
                  <a:lnTo>
                    <a:pt x="2241784" y="117472"/>
                  </a:lnTo>
                  <a:lnTo>
                    <a:pt x="2242856" y="117491"/>
                  </a:lnTo>
                  <a:lnTo>
                    <a:pt x="2243927" y="117511"/>
                  </a:lnTo>
                  <a:lnTo>
                    <a:pt x="2244999" y="117530"/>
                  </a:lnTo>
                  <a:lnTo>
                    <a:pt x="2246071" y="117549"/>
                  </a:lnTo>
                  <a:lnTo>
                    <a:pt x="2247142" y="117567"/>
                  </a:lnTo>
                  <a:lnTo>
                    <a:pt x="2248214" y="117585"/>
                  </a:lnTo>
                  <a:lnTo>
                    <a:pt x="2249285" y="117603"/>
                  </a:lnTo>
                  <a:lnTo>
                    <a:pt x="2250357" y="117621"/>
                  </a:lnTo>
                  <a:lnTo>
                    <a:pt x="2251429" y="117638"/>
                  </a:lnTo>
                  <a:lnTo>
                    <a:pt x="2252500" y="117655"/>
                  </a:lnTo>
                  <a:lnTo>
                    <a:pt x="2253572" y="117672"/>
                  </a:lnTo>
                  <a:lnTo>
                    <a:pt x="2254643" y="117689"/>
                  </a:lnTo>
                  <a:lnTo>
                    <a:pt x="2255715" y="117705"/>
                  </a:lnTo>
                  <a:lnTo>
                    <a:pt x="2256787" y="117721"/>
                  </a:lnTo>
                  <a:lnTo>
                    <a:pt x="2257858" y="117737"/>
                  </a:lnTo>
                  <a:lnTo>
                    <a:pt x="2258930" y="117752"/>
                  </a:lnTo>
                  <a:lnTo>
                    <a:pt x="2260001" y="117767"/>
                  </a:lnTo>
                  <a:lnTo>
                    <a:pt x="2261073" y="117782"/>
                  </a:lnTo>
                  <a:lnTo>
                    <a:pt x="2262145" y="117797"/>
                  </a:lnTo>
                  <a:lnTo>
                    <a:pt x="2263216" y="117811"/>
                  </a:lnTo>
                  <a:lnTo>
                    <a:pt x="2264288" y="117825"/>
                  </a:lnTo>
                  <a:lnTo>
                    <a:pt x="2265359" y="117838"/>
                  </a:lnTo>
                  <a:lnTo>
                    <a:pt x="2266431" y="117852"/>
                  </a:lnTo>
                  <a:lnTo>
                    <a:pt x="2267503" y="117865"/>
                  </a:lnTo>
                  <a:lnTo>
                    <a:pt x="2268574" y="117878"/>
                  </a:lnTo>
                  <a:lnTo>
                    <a:pt x="2269646" y="117891"/>
                  </a:lnTo>
                  <a:lnTo>
                    <a:pt x="2270717" y="117903"/>
                  </a:lnTo>
                  <a:lnTo>
                    <a:pt x="2271789" y="117915"/>
                  </a:lnTo>
                  <a:lnTo>
                    <a:pt x="2272861" y="117927"/>
                  </a:lnTo>
                  <a:lnTo>
                    <a:pt x="2273932" y="117938"/>
                  </a:lnTo>
                  <a:lnTo>
                    <a:pt x="2275004" y="117949"/>
                  </a:lnTo>
                  <a:lnTo>
                    <a:pt x="2276075" y="117960"/>
                  </a:lnTo>
                  <a:lnTo>
                    <a:pt x="2277147" y="117971"/>
                  </a:lnTo>
                  <a:lnTo>
                    <a:pt x="2278219" y="117981"/>
                  </a:lnTo>
                  <a:lnTo>
                    <a:pt x="2279290" y="117991"/>
                  </a:lnTo>
                  <a:lnTo>
                    <a:pt x="2280362" y="118001"/>
                  </a:lnTo>
                  <a:lnTo>
                    <a:pt x="2281433" y="118011"/>
                  </a:lnTo>
                  <a:lnTo>
                    <a:pt x="2282505" y="118020"/>
                  </a:lnTo>
                  <a:lnTo>
                    <a:pt x="2283577" y="118029"/>
                  </a:lnTo>
                  <a:lnTo>
                    <a:pt x="2284648" y="118038"/>
                  </a:lnTo>
                  <a:lnTo>
                    <a:pt x="2285720" y="118046"/>
                  </a:lnTo>
                  <a:lnTo>
                    <a:pt x="2286791" y="118054"/>
                  </a:lnTo>
                  <a:lnTo>
                    <a:pt x="2287863" y="118062"/>
                  </a:lnTo>
                  <a:lnTo>
                    <a:pt x="2288935" y="118070"/>
                  </a:lnTo>
                  <a:lnTo>
                    <a:pt x="2290006" y="118077"/>
                  </a:lnTo>
                  <a:lnTo>
                    <a:pt x="2291078" y="118085"/>
                  </a:lnTo>
                  <a:lnTo>
                    <a:pt x="2292149" y="118091"/>
                  </a:lnTo>
                  <a:lnTo>
                    <a:pt x="2293221" y="118098"/>
                  </a:lnTo>
                  <a:lnTo>
                    <a:pt x="2294293" y="118104"/>
                  </a:lnTo>
                  <a:lnTo>
                    <a:pt x="2295364" y="118110"/>
                  </a:lnTo>
                  <a:lnTo>
                    <a:pt x="2296436" y="118116"/>
                  </a:lnTo>
                  <a:lnTo>
                    <a:pt x="2297507" y="118122"/>
                  </a:lnTo>
                  <a:lnTo>
                    <a:pt x="2298579" y="118127"/>
                  </a:lnTo>
                  <a:lnTo>
                    <a:pt x="2299651" y="118132"/>
                  </a:lnTo>
                  <a:lnTo>
                    <a:pt x="2300722" y="118136"/>
                  </a:lnTo>
                  <a:lnTo>
                    <a:pt x="2301794" y="118141"/>
                  </a:lnTo>
                  <a:lnTo>
                    <a:pt x="2302865" y="118145"/>
                  </a:lnTo>
                  <a:lnTo>
                    <a:pt x="2303937" y="118149"/>
                  </a:lnTo>
                  <a:lnTo>
                    <a:pt x="2305009" y="118152"/>
                  </a:lnTo>
                  <a:lnTo>
                    <a:pt x="2306080" y="118156"/>
                  </a:lnTo>
                  <a:lnTo>
                    <a:pt x="2307152" y="118159"/>
                  </a:lnTo>
                  <a:lnTo>
                    <a:pt x="2308223" y="118162"/>
                  </a:lnTo>
                  <a:lnTo>
                    <a:pt x="2309295" y="118164"/>
                  </a:lnTo>
                  <a:lnTo>
                    <a:pt x="2310366" y="118167"/>
                  </a:lnTo>
                  <a:lnTo>
                    <a:pt x="2311438" y="118169"/>
                  </a:lnTo>
                  <a:lnTo>
                    <a:pt x="2312510" y="118170"/>
                  </a:lnTo>
                  <a:lnTo>
                    <a:pt x="2313581" y="118172"/>
                  </a:lnTo>
                  <a:lnTo>
                    <a:pt x="2314653" y="118173"/>
                  </a:lnTo>
                  <a:lnTo>
                    <a:pt x="2315724" y="118174"/>
                  </a:lnTo>
                  <a:lnTo>
                    <a:pt x="2316796" y="118175"/>
                  </a:lnTo>
                  <a:lnTo>
                    <a:pt x="2317868" y="118175"/>
                  </a:lnTo>
                  <a:lnTo>
                    <a:pt x="2318939" y="118175"/>
                  </a:lnTo>
                  <a:lnTo>
                    <a:pt x="2320011" y="118175"/>
                  </a:lnTo>
                  <a:lnTo>
                    <a:pt x="2321082" y="118175"/>
                  </a:lnTo>
                  <a:lnTo>
                    <a:pt x="2322154" y="118174"/>
                  </a:lnTo>
                  <a:lnTo>
                    <a:pt x="2323226" y="118174"/>
                  </a:lnTo>
                  <a:lnTo>
                    <a:pt x="2324297" y="118173"/>
                  </a:lnTo>
                  <a:lnTo>
                    <a:pt x="2325369" y="118171"/>
                  </a:lnTo>
                  <a:lnTo>
                    <a:pt x="2326440" y="118170"/>
                  </a:lnTo>
                  <a:lnTo>
                    <a:pt x="2327512" y="118168"/>
                  </a:lnTo>
                  <a:lnTo>
                    <a:pt x="2328584" y="118165"/>
                  </a:lnTo>
                  <a:lnTo>
                    <a:pt x="2329655" y="118163"/>
                  </a:lnTo>
                  <a:lnTo>
                    <a:pt x="2330727" y="118160"/>
                  </a:lnTo>
                  <a:lnTo>
                    <a:pt x="2331798" y="118158"/>
                  </a:lnTo>
                  <a:lnTo>
                    <a:pt x="2332870" y="118154"/>
                  </a:lnTo>
                  <a:lnTo>
                    <a:pt x="2333942" y="118151"/>
                  </a:lnTo>
                  <a:lnTo>
                    <a:pt x="2335013" y="118147"/>
                  </a:lnTo>
                  <a:lnTo>
                    <a:pt x="2336085" y="118143"/>
                  </a:lnTo>
                  <a:lnTo>
                    <a:pt x="2337156" y="118139"/>
                  </a:lnTo>
                  <a:lnTo>
                    <a:pt x="2338228" y="118135"/>
                  </a:lnTo>
                  <a:lnTo>
                    <a:pt x="2339300" y="118130"/>
                  </a:lnTo>
                  <a:lnTo>
                    <a:pt x="2340371" y="118125"/>
                  </a:lnTo>
                  <a:lnTo>
                    <a:pt x="2341443" y="118120"/>
                  </a:lnTo>
                  <a:lnTo>
                    <a:pt x="2342514" y="118114"/>
                  </a:lnTo>
                  <a:lnTo>
                    <a:pt x="2343586" y="118109"/>
                  </a:lnTo>
                  <a:lnTo>
                    <a:pt x="2344658" y="118103"/>
                  </a:lnTo>
                  <a:lnTo>
                    <a:pt x="2345729" y="118096"/>
                  </a:lnTo>
                  <a:lnTo>
                    <a:pt x="2346801" y="118090"/>
                  </a:lnTo>
                  <a:lnTo>
                    <a:pt x="2347872" y="118083"/>
                  </a:lnTo>
                  <a:lnTo>
                    <a:pt x="2348944" y="118076"/>
                  </a:lnTo>
                  <a:lnTo>
                    <a:pt x="2350016" y="118069"/>
                  </a:lnTo>
                  <a:lnTo>
                    <a:pt x="2351087" y="118061"/>
                  </a:lnTo>
                  <a:lnTo>
                    <a:pt x="2352159" y="118054"/>
                  </a:lnTo>
                  <a:lnTo>
                    <a:pt x="2353230" y="118046"/>
                  </a:lnTo>
                  <a:lnTo>
                    <a:pt x="2354302" y="118038"/>
                  </a:lnTo>
                  <a:lnTo>
                    <a:pt x="2355374" y="118029"/>
                  </a:lnTo>
                  <a:lnTo>
                    <a:pt x="2356445" y="118020"/>
                  </a:lnTo>
                  <a:lnTo>
                    <a:pt x="2357517" y="118011"/>
                  </a:lnTo>
                  <a:lnTo>
                    <a:pt x="2358588" y="118002"/>
                  </a:lnTo>
                  <a:lnTo>
                    <a:pt x="2359660" y="117993"/>
                  </a:lnTo>
                  <a:lnTo>
                    <a:pt x="2360732" y="117983"/>
                  </a:lnTo>
                  <a:lnTo>
                    <a:pt x="2361803" y="117973"/>
                  </a:lnTo>
                  <a:lnTo>
                    <a:pt x="2362875" y="117963"/>
                  </a:lnTo>
                  <a:lnTo>
                    <a:pt x="2363946" y="117952"/>
                  </a:lnTo>
                  <a:lnTo>
                    <a:pt x="2365018" y="117942"/>
                  </a:lnTo>
                  <a:lnTo>
                    <a:pt x="2366090" y="117931"/>
                  </a:lnTo>
                  <a:lnTo>
                    <a:pt x="2367161" y="117919"/>
                  </a:lnTo>
                  <a:lnTo>
                    <a:pt x="2368233" y="117908"/>
                  </a:lnTo>
                  <a:lnTo>
                    <a:pt x="2369304" y="117896"/>
                  </a:lnTo>
                  <a:lnTo>
                    <a:pt x="2370376" y="117884"/>
                  </a:lnTo>
                  <a:lnTo>
                    <a:pt x="2371448" y="117872"/>
                  </a:lnTo>
                  <a:lnTo>
                    <a:pt x="2372519" y="117860"/>
                  </a:lnTo>
                  <a:lnTo>
                    <a:pt x="2373591" y="117847"/>
                  </a:lnTo>
                  <a:lnTo>
                    <a:pt x="2374662" y="117834"/>
                  </a:lnTo>
                  <a:lnTo>
                    <a:pt x="2375734" y="117821"/>
                  </a:lnTo>
                  <a:lnTo>
                    <a:pt x="2376806" y="117808"/>
                  </a:lnTo>
                  <a:lnTo>
                    <a:pt x="2377877" y="117794"/>
                  </a:lnTo>
                  <a:lnTo>
                    <a:pt x="2378949" y="117780"/>
                  </a:lnTo>
                  <a:lnTo>
                    <a:pt x="2380020" y="117766"/>
                  </a:lnTo>
                  <a:lnTo>
                    <a:pt x="2381092" y="117752"/>
                  </a:lnTo>
                  <a:lnTo>
                    <a:pt x="2382164" y="117737"/>
                  </a:lnTo>
                  <a:lnTo>
                    <a:pt x="2383235" y="117722"/>
                  </a:lnTo>
                  <a:lnTo>
                    <a:pt x="2384307" y="117707"/>
                  </a:lnTo>
                  <a:lnTo>
                    <a:pt x="2385378" y="117692"/>
                  </a:lnTo>
                  <a:lnTo>
                    <a:pt x="2386450" y="117676"/>
                  </a:lnTo>
                  <a:lnTo>
                    <a:pt x="2387522" y="117660"/>
                  </a:lnTo>
                  <a:lnTo>
                    <a:pt x="2388593" y="117644"/>
                  </a:lnTo>
                  <a:lnTo>
                    <a:pt x="2389665" y="117628"/>
                  </a:lnTo>
                  <a:lnTo>
                    <a:pt x="2390736" y="117612"/>
                  </a:lnTo>
                  <a:lnTo>
                    <a:pt x="2391808" y="117595"/>
                  </a:lnTo>
                  <a:lnTo>
                    <a:pt x="2392880" y="117578"/>
                  </a:lnTo>
                  <a:lnTo>
                    <a:pt x="2393951" y="117561"/>
                  </a:lnTo>
                  <a:lnTo>
                    <a:pt x="2395023" y="117543"/>
                  </a:lnTo>
                  <a:lnTo>
                    <a:pt x="2396094" y="117525"/>
                  </a:lnTo>
                  <a:lnTo>
                    <a:pt x="2397166" y="117508"/>
                  </a:lnTo>
                  <a:lnTo>
                    <a:pt x="2398238" y="117489"/>
                  </a:lnTo>
                  <a:lnTo>
                    <a:pt x="2399309" y="117471"/>
                  </a:lnTo>
                  <a:lnTo>
                    <a:pt x="2400381" y="117452"/>
                  </a:lnTo>
                  <a:lnTo>
                    <a:pt x="2401452" y="117433"/>
                  </a:lnTo>
                  <a:lnTo>
                    <a:pt x="2402524" y="117414"/>
                  </a:lnTo>
                  <a:lnTo>
                    <a:pt x="2403596" y="117395"/>
                  </a:lnTo>
                  <a:lnTo>
                    <a:pt x="2404667" y="117375"/>
                  </a:lnTo>
                  <a:lnTo>
                    <a:pt x="2405739" y="117356"/>
                  </a:lnTo>
                  <a:lnTo>
                    <a:pt x="2406810" y="117336"/>
                  </a:lnTo>
                  <a:lnTo>
                    <a:pt x="2407882" y="117315"/>
                  </a:lnTo>
                  <a:lnTo>
                    <a:pt x="2408954" y="117295"/>
                  </a:lnTo>
                  <a:lnTo>
                    <a:pt x="2410025" y="117274"/>
                  </a:lnTo>
                  <a:lnTo>
                    <a:pt x="2411097" y="117253"/>
                  </a:lnTo>
                  <a:lnTo>
                    <a:pt x="2412168" y="117232"/>
                  </a:lnTo>
                  <a:lnTo>
                    <a:pt x="2413240" y="117211"/>
                  </a:lnTo>
                  <a:lnTo>
                    <a:pt x="2414312" y="117189"/>
                  </a:lnTo>
                  <a:lnTo>
                    <a:pt x="2415383" y="117167"/>
                  </a:lnTo>
                  <a:lnTo>
                    <a:pt x="2416455" y="117145"/>
                  </a:lnTo>
                  <a:lnTo>
                    <a:pt x="2417526" y="117123"/>
                  </a:lnTo>
                  <a:lnTo>
                    <a:pt x="2418598" y="117100"/>
                  </a:lnTo>
                  <a:lnTo>
                    <a:pt x="2419670" y="117077"/>
                  </a:lnTo>
                  <a:lnTo>
                    <a:pt x="2420741" y="117054"/>
                  </a:lnTo>
                  <a:lnTo>
                    <a:pt x="2421813" y="117031"/>
                  </a:lnTo>
                  <a:lnTo>
                    <a:pt x="2422884" y="117007"/>
                  </a:lnTo>
                  <a:lnTo>
                    <a:pt x="2423956" y="116984"/>
                  </a:lnTo>
                  <a:lnTo>
                    <a:pt x="2425028" y="116960"/>
                  </a:lnTo>
                  <a:lnTo>
                    <a:pt x="2426099" y="116936"/>
                  </a:lnTo>
                  <a:lnTo>
                    <a:pt x="2427171" y="116911"/>
                  </a:lnTo>
                  <a:lnTo>
                    <a:pt x="2428242" y="116887"/>
                  </a:lnTo>
                  <a:lnTo>
                    <a:pt x="2429314" y="116862"/>
                  </a:lnTo>
                  <a:lnTo>
                    <a:pt x="2430386" y="116837"/>
                  </a:lnTo>
                  <a:lnTo>
                    <a:pt x="2431457" y="116811"/>
                  </a:lnTo>
                  <a:lnTo>
                    <a:pt x="2432529" y="116786"/>
                  </a:lnTo>
                  <a:lnTo>
                    <a:pt x="2433600" y="116760"/>
                  </a:lnTo>
                  <a:lnTo>
                    <a:pt x="2434672" y="116734"/>
                  </a:lnTo>
                  <a:lnTo>
                    <a:pt x="2435744" y="116708"/>
                  </a:lnTo>
                  <a:lnTo>
                    <a:pt x="2436815" y="116682"/>
                  </a:lnTo>
                  <a:lnTo>
                    <a:pt x="2437887" y="116655"/>
                  </a:lnTo>
                  <a:lnTo>
                    <a:pt x="2438958" y="116628"/>
                  </a:lnTo>
                  <a:lnTo>
                    <a:pt x="2440030" y="116601"/>
                  </a:lnTo>
                  <a:lnTo>
                    <a:pt x="2441102" y="116574"/>
                  </a:lnTo>
                  <a:lnTo>
                    <a:pt x="2442173" y="116546"/>
                  </a:lnTo>
                  <a:lnTo>
                    <a:pt x="2443245" y="116519"/>
                  </a:lnTo>
                  <a:lnTo>
                    <a:pt x="2444316" y="116491"/>
                  </a:lnTo>
                  <a:lnTo>
                    <a:pt x="2445388" y="116463"/>
                  </a:lnTo>
                  <a:lnTo>
                    <a:pt x="2446460" y="116434"/>
                  </a:lnTo>
                  <a:lnTo>
                    <a:pt x="2447531" y="116406"/>
                  </a:lnTo>
                  <a:lnTo>
                    <a:pt x="2448603" y="116377"/>
                  </a:lnTo>
                  <a:lnTo>
                    <a:pt x="2449674" y="116348"/>
                  </a:lnTo>
                  <a:lnTo>
                    <a:pt x="2450746" y="116318"/>
                  </a:lnTo>
                  <a:lnTo>
                    <a:pt x="2451818" y="116289"/>
                  </a:lnTo>
                  <a:lnTo>
                    <a:pt x="2452889" y="116259"/>
                  </a:lnTo>
                  <a:lnTo>
                    <a:pt x="2453961" y="116229"/>
                  </a:lnTo>
                  <a:lnTo>
                    <a:pt x="2455032" y="116199"/>
                  </a:lnTo>
                  <a:lnTo>
                    <a:pt x="2456104" y="116169"/>
                  </a:lnTo>
                  <a:lnTo>
                    <a:pt x="2457176" y="116138"/>
                  </a:lnTo>
                  <a:lnTo>
                    <a:pt x="2458247" y="116107"/>
                  </a:lnTo>
                  <a:lnTo>
                    <a:pt x="2459319" y="116076"/>
                  </a:lnTo>
                  <a:lnTo>
                    <a:pt x="2460390" y="116045"/>
                  </a:lnTo>
                  <a:lnTo>
                    <a:pt x="2461462" y="116014"/>
                  </a:lnTo>
                  <a:lnTo>
                    <a:pt x="2462534" y="115982"/>
                  </a:lnTo>
                  <a:lnTo>
                    <a:pt x="2463605" y="115950"/>
                  </a:lnTo>
                  <a:lnTo>
                    <a:pt x="2464677" y="115918"/>
                  </a:lnTo>
                  <a:lnTo>
                    <a:pt x="2465748" y="115886"/>
                  </a:lnTo>
                  <a:lnTo>
                    <a:pt x="2466820" y="115853"/>
                  </a:lnTo>
                  <a:lnTo>
                    <a:pt x="2467892" y="115821"/>
                  </a:lnTo>
                  <a:lnTo>
                    <a:pt x="2468963" y="115788"/>
                  </a:lnTo>
                  <a:lnTo>
                    <a:pt x="2470035" y="115755"/>
                  </a:lnTo>
                  <a:lnTo>
                    <a:pt x="2471106" y="115721"/>
                  </a:lnTo>
                  <a:lnTo>
                    <a:pt x="2472178" y="115688"/>
                  </a:lnTo>
                  <a:lnTo>
                    <a:pt x="2473250" y="115654"/>
                  </a:lnTo>
                  <a:lnTo>
                    <a:pt x="2474321" y="115620"/>
                  </a:lnTo>
                  <a:lnTo>
                    <a:pt x="2475393" y="115586"/>
                  </a:lnTo>
                  <a:lnTo>
                    <a:pt x="2476464" y="115551"/>
                  </a:lnTo>
                  <a:lnTo>
                    <a:pt x="2477536" y="115517"/>
                  </a:lnTo>
                  <a:lnTo>
                    <a:pt x="2478608" y="115482"/>
                  </a:lnTo>
                  <a:lnTo>
                    <a:pt x="2479679" y="115447"/>
                  </a:lnTo>
                  <a:lnTo>
                    <a:pt x="2480751" y="115412"/>
                  </a:lnTo>
                  <a:lnTo>
                    <a:pt x="2481822" y="115376"/>
                  </a:lnTo>
                  <a:lnTo>
                    <a:pt x="2482894" y="115341"/>
                  </a:lnTo>
                  <a:lnTo>
                    <a:pt x="2483966" y="115305"/>
                  </a:lnTo>
                  <a:lnTo>
                    <a:pt x="2485037" y="115269"/>
                  </a:lnTo>
                  <a:lnTo>
                    <a:pt x="2486109" y="115232"/>
                  </a:lnTo>
                  <a:lnTo>
                    <a:pt x="2487180" y="115196"/>
                  </a:lnTo>
                  <a:lnTo>
                    <a:pt x="2488252" y="115159"/>
                  </a:lnTo>
                  <a:lnTo>
                    <a:pt x="2489323" y="115122"/>
                  </a:lnTo>
                  <a:lnTo>
                    <a:pt x="2490395" y="115085"/>
                  </a:lnTo>
                  <a:lnTo>
                    <a:pt x="2491467" y="115048"/>
                  </a:lnTo>
                  <a:lnTo>
                    <a:pt x="2492538" y="115010"/>
                  </a:lnTo>
                  <a:lnTo>
                    <a:pt x="2493610" y="114973"/>
                  </a:lnTo>
                  <a:lnTo>
                    <a:pt x="2494681" y="114935"/>
                  </a:lnTo>
                  <a:lnTo>
                    <a:pt x="2495753" y="114897"/>
                  </a:lnTo>
                  <a:lnTo>
                    <a:pt x="2496825" y="114858"/>
                  </a:lnTo>
                  <a:lnTo>
                    <a:pt x="2497896" y="114820"/>
                  </a:lnTo>
                  <a:lnTo>
                    <a:pt x="2498968" y="114781"/>
                  </a:lnTo>
                  <a:lnTo>
                    <a:pt x="2500039" y="114742"/>
                  </a:lnTo>
                  <a:lnTo>
                    <a:pt x="2501111" y="114703"/>
                  </a:lnTo>
                  <a:lnTo>
                    <a:pt x="2502183" y="114664"/>
                  </a:lnTo>
                  <a:lnTo>
                    <a:pt x="2503254" y="114624"/>
                  </a:lnTo>
                  <a:lnTo>
                    <a:pt x="2504326" y="114584"/>
                  </a:lnTo>
                  <a:lnTo>
                    <a:pt x="2505397" y="114544"/>
                  </a:lnTo>
                  <a:lnTo>
                    <a:pt x="2506469" y="114504"/>
                  </a:lnTo>
                  <a:lnTo>
                    <a:pt x="2507541" y="114464"/>
                  </a:lnTo>
                  <a:lnTo>
                    <a:pt x="2508612" y="114423"/>
                  </a:lnTo>
                  <a:lnTo>
                    <a:pt x="2509684" y="114383"/>
                  </a:lnTo>
                  <a:lnTo>
                    <a:pt x="2510755" y="114342"/>
                  </a:lnTo>
                  <a:lnTo>
                    <a:pt x="2511827" y="114301"/>
                  </a:lnTo>
                  <a:lnTo>
                    <a:pt x="2512899" y="114259"/>
                  </a:lnTo>
                  <a:lnTo>
                    <a:pt x="2513970" y="114218"/>
                  </a:lnTo>
                  <a:lnTo>
                    <a:pt x="2515042" y="114176"/>
                  </a:lnTo>
                  <a:lnTo>
                    <a:pt x="2516113" y="114134"/>
                  </a:lnTo>
                  <a:lnTo>
                    <a:pt x="2517185" y="114092"/>
                  </a:lnTo>
                  <a:lnTo>
                    <a:pt x="2518257" y="114050"/>
                  </a:lnTo>
                  <a:lnTo>
                    <a:pt x="2519328" y="114007"/>
                  </a:lnTo>
                  <a:lnTo>
                    <a:pt x="2520400" y="113964"/>
                  </a:lnTo>
                  <a:lnTo>
                    <a:pt x="2521471" y="113921"/>
                  </a:lnTo>
                  <a:lnTo>
                    <a:pt x="2522543" y="113878"/>
                  </a:lnTo>
                  <a:lnTo>
                    <a:pt x="2523615" y="113835"/>
                  </a:lnTo>
                  <a:lnTo>
                    <a:pt x="2524686" y="113792"/>
                  </a:lnTo>
                  <a:lnTo>
                    <a:pt x="2525758" y="113748"/>
                  </a:lnTo>
                  <a:lnTo>
                    <a:pt x="2526829" y="113704"/>
                  </a:lnTo>
                  <a:lnTo>
                    <a:pt x="2527901" y="113660"/>
                  </a:lnTo>
                  <a:lnTo>
                    <a:pt x="2528973" y="113616"/>
                  </a:lnTo>
                  <a:lnTo>
                    <a:pt x="2530044" y="113571"/>
                  </a:lnTo>
                  <a:lnTo>
                    <a:pt x="2531116" y="113526"/>
                  </a:lnTo>
                  <a:lnTo>
                    <a:pt x="2532187" y="113482"/>
                  </a:lnTo>
                  <a:lnTo>
                    <a:pt x="2533259" y="113437"/>
                  </a:lnTo>
                  <a:lnTo>
                    <a:pt x="2534331" y="113391"/>
                  </a:lnTo>
                  <a:lnTo>
                    <a:pt x="2535402" y="113346"/>
                  </a:lnTo>
                  <a:lnTo>
                    <a:pt x="2536474" y="113300"/>
                  </a:lnTo>
                  <a:lnTo>
                    <a:pt x="2537545" y="113255"/>
                  </a:lnTo>
                  <a:lnTo>
                    <a:pt x="2538617" y="113209"/>
                  </a:lnTo>
                  <a:lnTo>
                    <a:pt x="2539689" y="113162"/>
                  </a:lnTo>
                  <a:lnTo>
                    <a:pt x="2540760" y="113116"/>
                  </a:lnTo>
                  <a:lnTo>
                    <a:pt x="2541832" y="113069"/>
                  </a:lnTo>
                  <a:lnTo>
                    <a:pt x="2542903" y="113023"/>
                  </a:lnTo>
                  <a:lnTo>
                    <a:pt x="2543975" y="112976"/>
                  </a:lnTo>
                  <a:lnTo>
                    <a:pt x="2545047" y="112929"/>
                  </a:lnTo>
                  <a:lnTo>
                    <a:pt x="2546118" y="112881"/>
                  </a:lnTo>
                  <a:lnTo>
                    <a:pt x="2547190" y="112834"/>
                  </a:lnTo>
                  <a:lnTo>
                    <a:pt x="2548261" y="112786"/>
                  </a:lnTo>
                  <a:lnTo>
                    <a:pt x="2549333" y="112738"/>
                  </a:lnTo>
                  <a:lnTo>
                    <a:pt x="2550405" y="112690"/>
                  </a:lnTo>
                  <a:lnTo>
                    <a:pt x="2551476" y="112642"/>
                  </a:lnTo>
                  <a:lnTo>
                    <a:pt x="2552548" y="112593"/>
                  </a:lnTo>
                  <a:lnTo>
                    <a:pt x="2553619" y="112545"/>
                  </a:lnTo>
                  <a:lnTo>
                    <a:pt x="2554691" y="112496"/>
                  </a:lnTo>
                  <a:lnTo>
                    <a:pt x="2555763" y="112447"/>
                  </a:lnTo>
                  <a:lnTo>
                    <a:pt x="2556834" y="112398"/>
                  </a:lnTo>
                  <a:lnTo>
                    <a:pt x="2557906" y="112348"/>
                  </a:lnTo>
                  <a:lnTo>
                    <a:pt x="2558977" y="112299"/>
                  </a:lnTo>
                  <a:lnTo>
                    <a:pt x="2560049" y="112249"/>
                  </a:lnTo>
                  <a:lnTo>
                    <a:pt x="2561121" y="112199"/>
                  </a:lnTo>
                  <a:lnTo>
                    <a:pt x="2562192" y="112149"/>
                  </a:lnTo>
                  <a:lnTo>
                    <a:pt x="2563264" y="112099"/>
                  </a:lnTo>
                  <a:lnTo>
                    <a:pt x="2564335" y="112048"/>
                  </a:lnTo>
                  <a:lnTo>
                    <a:pt x="2565407" y="111998"/>
                  </a:lnTo>
                  <a:lnTo>
                    <a:pt x="2566479" y="111947"/>
                  </a:lnTo>
                  <a:lnTo>
                    <a:pt x="2567550" y="111896"/>
                  </a:lnTo>
                  <a:lnTo>
                    <a:pt x="2568622" y="111845"/>
                  </a:lnTo>
                  <a:lnTo>
                    <a:pt x="2569693" y="111793"/>
                  </a:lnTo>
                  <a:lnTo>
                    <a:pt x="2570765" y="111742"/>
                  </a:lnTo>
                  <a:lnTo>
                    <a:pt x="2571837" y="111690"/>
                  </a:lnTo>
                  <a:lnTo>
                    <a:pt x="2572908" y="111638"/>
                  </a:lnTo>
                  <a:lnTo>
                    <a:pt x="2573980" y="111586"/>
                  </a:lnTo>
                  <a:lnTo>
                    <a:pt x="2575051" y="111534"/>
                  </a:lnTo>
                  <a:lnTo>
                    <a:pt x="2576123" y="111481"/>
                  </a:lnTo>
                  <a:lnTo>
                    <a:pt x="2577195" y="111429"/>
                  </a:lnTo>
                  <a:lnTo>
                    <a:pt x="2578266" y="111376"/>
                  </a:lnTo>
                  <a:lnTo>
                    <a:pt x="2579338" y="111323"/>
                  </a:lnTo>
                  <a:lnTo>
                    <a:pt x="2580409" y="111270"/>
                  </a:lnTo>
                  <a:lnTo>
                    <a:pt x="2581481" y="111217"/>
                  </a:lnTo>
                  <a:lnTo>
                    <a:pt x="2582553" y="111163"/>
                  </a:lnTo>
                  <a:lnTo>
                    <a:pt x="2583624" y="111109"/>
                  </a:lnTo>
                  <a:lnTo>
                    <a:pt x="2584696" y="111056"/>
                  </a:lnTo>
                  <a:lnTo>
                    <a:pt x="2585767" y="111002"/>
                  </a:lnTo>
                  <a:lnTo>
                    <a:pt x="2586839" y="110947"/>
                  </a:lnTo>
                  <a:lnTo>
                    <a:pt x="2587911" y="110893"/>
                  </a:lnTo>
                  <a:lnTo>
                    <a:pt x="2588982" y="110838"/>
                  </a:lnTo>
                  <a:lnTo>
                    <a:pt x="2590054" y="110784"/>
                  </a:lnTo>
                  <a:lnTo>
                    <a:pt x="2591125" y="110729"/>
                  </a:lnTo>
                  <a:lnTo>
                    <a:pt x="2592197" y="110674"/>
                  </a:lnTo>
                  <a:lnTo>
                    <a:pt x="2593269" y="110618"/>
                  </a:lnTo>
                  <a:lnTo>
                    <a:pt x="2594340" y="110563"/>
                  </a:lnTo>
                  <a:lnTo>
                    <a:pt x="2595412" y="110507"/>
                  </a:lnTo>
                  <a:lnTo>
                    <a:pt x="2596483" y="110452"/>
                  </a:lnTo>
                  <a:lnTo>
                    <a:pt x="2597555" y="110396"/>
                  </a:lnTo>
                  <a:lnTo>
                    <a:pt x="2598627" y="110340"/>
                  </a:lnTo>
                  <a:lnTo>
                    <a:pt x="2599698" y="110283"/>
                  </a:lnTo>
                  <a:lnTo>
                    <a:pt x="2600770" y="110227"/>
                  </a:lnTo>
                  <a:lnTo>
                    <a:pt x="2601841" y="110170"/>
                  </a:lnTo>
                  <a:lnTo>
                    <a:pt x="2602913" y="110114"/>
                  </a:lnTo>
                  <a:lnTo>
                    <a:pt x="2603985" y="110057"/>
                  </a:lnTo>
                  <a:lnTo>
                    <a:pt x="2605056" y="109999"/>
                  </a:lnTo>
                  <a:lnTo>
                    <a:pt x="2606128" y="109942"/>
                  </a:lnTo>
                  <a:lnTo>
                    <a:pt x="2607199" y="109885"/>
                  </a:lnTo>
                  <a:lnTo>
                    <a:pt x="2608271" y="109827"/>
                  </a:lnTo>
                  <a:lnTo>
                    <a:pt x="2609343" y="109769"/>
                  </a:lnTo>
                  <a:lnTo>
                    <a:pt x="2610414" y="109711"/>
                  </a:lnTo>
                  <a:lnTo>
                    <a:pt x="2611486" y="109653"/>
                  </a:lnTo>
                  <a:lnTo>
                    <a:pt x="2612557" y="109595"/>
                  </a:lnTo>
                  <a:lnTo>
                    <a:pt x="2613629" y="109536"/>
                  </a:lnTo>
                  <a:lnTo>
                    <a:pt x="2614701" y="109478"/>
                  </a:lnTo>
                  <a:lnTo>
                    <a:pt x="2615772" y="109419"/>
                  </a:lnTo>
                  <a:lnTo>
                    <a:pt x="2616844" y="109360"/>
                  </a:lnTo>
                  <a:lnTo>
                    <a:pt x="2617915" y="109301"/>
                  </a:lnTo>
                  <a:lnTo>
                    <a:pt x="2618987" y="109242"/>
                  </a:lnTo>
                  <a:lnTo>
                    <a:pt x="2620059" y="109182"/>
                  </a:lnTo>
                  <a:lnTo>
                    <a:pt x="2621130" y="109123"/>
                  </a:lnTo>
                  <a:lnTo>
                    <a:pt x="2622202" y="109063"/>
                  </a:lnTo>
                  <a:lnTo>
                    <a:pt x="2623273" y="109003"/>
                  </a:lnTo>
                  <a:lnTo>
                    <a:pt x="2624345" y="108943"/>
                  </a:lnTo>
                  <a:lnTo>
                    <a:pt x="2625417" y="108882"/>
                  </a:lnTo>
                  <a:lnTo>
                    <a:pt x="2626488" y="108822"/>
                  </a:lnTo>
                  <a:lnTo>
                    <a:pt x="2627560" y="108761"/>
                  </a:lnTo>
                  <a:lnTo>
                    <a:pt x="2628631" y="108701"/>
                  </a:lnTo>
                  <a:lnTo>
                    <a:pt x="2629703" y="108640"/>
                  </a:lnTo>
                  <a:lnTo>
                    <a:pt x="2630775" y="108579"/>
                  </a:lnTo>
                  <a:lnTo>
                    <a:pt x="2631846" y="108517"/>
                  </a:lnTo>
                  <a:lnTo>
                    <a:pt x="2632918" y="108456"/>
                  </a:lnTo>
                  <a:lnTo>
                    <a:pt x="2633989" y="108394"/>
                  </a:lnTo>
                  <a:lnTo>
                    <a:pt x="2635061" y="108333"/>
                  </a:lnTo>
                  <a:lnTo>
                    <a:pt x="2636133" y="108271"/>
                  </a:lnTo>
                  <a:lnTo>
                    <a:pt x="2637204" y="108209"/>
                  </a:lnTo>
                  <a:lnTo>
                    <a:pt x="2638276" y="108147"/>
                  </a:lnTo>
                  <a:lnTo>
                    <a:pt x="2639347" y="108084"/>
                  </a:lnTo>
                  <a:lnTo>
                    <a:pt x="2640419" y="108022"/>
                  </a:lnTo>
                  <a:lnTo>
                    <a:pt x="2641491" y="107959"/>
                  </a:lnTo>
                  <a:lnTo>
                    <a:pt x="2642562" y="107896"/>
                  </a:lnTo>
                  <a:lnTo>
                    <a:pt x="2643634" y="107833"/>
                  </a:lnTo>
                  <a:lnTo>
                    <a:pt x="2644705" y="107770"/>
                  </a:lnTo>
                  <a:lnTo>
                    <a:pt x="2645777" y="107707"/>
                  </a:lnTo>
                  <a:lnTo>
                    <a:pt x="2646849" y="107643"/>
                  </a:lnTo>
                  <a:lnTo>
                    <a:pt x="2647920" y="107580"/>
                  </a:lnTo>
                  <a:lnTo>
                    <a:pt x="2648992" y="107516"/>
                  </a:lnTo>
                  <a:lnTo>
                    <a:pt x="2650063" y="107452"/>
                  </a:lnTo>
                  <a:lnTo>
                    <a:pt x="2651135" y="107388"/>
                  </a:lnTo>
                  <a:lnTo>
                    <a:pt x="2652207" y="107324"/>
                  </a:lnTo>
                  <a:lnTo>
                    <a:pt x="2653278" y="107259"/>
                  </a:lnTo>
                  <a:lnTo>
                    <a:pt x="2654350" y="107195"/>
                  </a:lnTo>
                  <a:lnTo>
                    <a:pt x="2655421" y="107130"/>
                  </a:lnTo>
                  <a:lnTo>
                    <a:pt x="2656493" y="107065"/>
                  </a:lnTo>
                  <a:lnTo>
                    <a:pt x="2657565" y="107000"/>
                  </a:lnTo>
                  <a:lnTo>
                    <a:pt x="2658636" y="106935"/>
                  </a:lnTo>
                  <a:lnTo>
                    <a:pt x="2659708" y="106870"/>
                  </a:lnTo>
                  <a:lnTo>
                    <a:pt x="2660779" y="106804"/>
                  </a:lnTo>
                  <a:lnTo>
                    <a:pt x="2661851" y="106739"/>
                  </a:lnTo>
                  <a:lnTo>
                    <a:pt x="2662922" y="106673"/>
                  </a:lnTo>
                  <a:lnTo>
                    <a:pt x="2663994" y="106607"/>
                  </a:lnTo>
                  <a:lnTo>
                    <a:pt x="2665066" y="106541"/>
                  </a:lnTo>
                  <a:lnTo>
                    <a:pt x="2666137" y="106475"/>
                  </a:lnTo>
                  <a:lnTo>
                    <a:pt x="2667209" y="106409"/>
                  </a:lnTo>
                  <a:lnTo>
                    <a:pt x="2668280" y="106342"/>
                  </a:lnTo>
                  <a:lnTo>
                    <a:pt x="2669352" y="106275"/>
                  </a:lnTo>
                  <a:lnTo>
                    <a:pt x="2670424" y="106209"/>
                  </a:lnTo>
                  <a:lnTo>
                    <a:pt x="2671495" y="106142"/>
                  </a:lnTo>
                  <a:lnTo>
                    <a:pt x="2672567" y="106075"/>
                  </a:lnTo>
                  <a:lnTo>
                    <a:pt x="2673638" y="106007"/>
                  </a:lnTo>
                  <a:lnTo>
                    <a:pt x="2674710" y="105940"/>
                  </a:lnTo>
                  <a:lnTo>
                    <a:pt x="2675782" y="105872"/>
                  </a:lnTo>
                  <a:lnTo>
                    <a:pt x="2676853" y="105805"/>
                  </a:lnTo>
                  <a:lnTo>
                    <a:pt x="2677925" y="105737"/>
                  </a:lnTo>
                  <a:lnTo>
                    <a:pt x="2678996" y="105669"/>
                  </a:lnTo>
                  <a:lnTo>
                    <a:pt x="2680068" y="105601"/>
                  </a:lnTo>
                  <a:lnTo>
                    <a:pt x="2681140" y="105532"/>
                  </a:lnTo>
                  <a:lnTo>
                    <a:pt x="2682211" y="105464"/>
                  </a:lnTo>
                  <a:lnTo>
                    <a:pt x="2683283" y="105396"/>
                  </a:lnTo>
                  <a:lnTo>
                    <a:pt x="2684354" y="105327"/>
                  </a:lnTo>
                  <a:lnTo>
                    <a:pt x="2685426" y="105258"/>
                  </a:lnTo>
                  <a:lnTo>
                    <a:pt x="2686498" y="105189"/>
                  </a:lnTo>
                  <a:lnTo>
                    <a:pt x="2687569" y="105120"/>
                  </a:lnTo>
                  <a:lnTo>
                    <a:pt x="2688641" y="105051"/>
                  </a:lnTo>
                  <a:lnTo>
                    <a:pt x="2689712" y="104981"/>
                  </a:lnTo>
                  <a:lnTo>
                    <a:pt x="2690784" y="104912"/>
                  </a:lnTo>
                  <a:lnTo>
                    <a:pt x="2691856" y="104842"/>
                  </a:lnTo>
                  <a:lnTo>
                    <a:pt x="2692927" y="104772"/>
                  </a:lnTo>
                  <a:lnTo>
                    <a:pt x="2693999" y="104702"/>
                  </a:lnTo>
                  <a:lnTo>
                    <a:pt x="2695070" y="104632"/>
                  </a:lnTo>
                  <a:lnTo>
                    <a:pt x="2696142" y="104562"/>
                  </a:lnTo>
                  <a:lnTo>
                    <a:pt x="2697214" y="104491"/>
                  </a:lnTo>
                  <a:lnTo>
                    <a:pt x="2698285" y="104421"/>
                  </a:lnTo>
                  <a:lnTo>
                    <a:pt x="2699357" y="104350"/>
                  </a:lnTo>
                  <a:lnTo>
                    <a:pt x="2700428" y="104279"/>
                  </a:lnTo>
                  <a:lnTo>
                    <a:pt x="2701500" y="104208"/>
                  </a:lnTo>
                  <a:lnTo>
                    <a:pt x="2702572" y="104137"/>
                  </a:lnTo>
                  <a:lnTo>
                    <a:pt x="2703643" y="104066"/>
                  </a:lnTo>
                  <a:lnTo>
                    <a:pt x="2704715" y="103995"/>
                  </a:lnTo>
                  <a:lnTo>
                    <a:pt x="2705786" y="103923"/>
                  </a:lnTo>
                  <a:lnTo>
                    <a:pt x="2706858" y="103852"/>
                  </a:lnTo>
                  <a:lnTo>
                    <a:pt x="2707930" y="103780"/>
                  </a:lnTo>
                  <a:lnTo>
                    <a:pt x="2709001" y="103708"/>
                  </a:lnTo>
                  <a:lnTo>
                    <a:pt x="2710073" y="103636"/>
                  </a:lnTo>
                  <a:lnTo>
                    <a:pt x="2711144" y="103564"/>
                  </a:lnTo>
                  <a:lnTo>
                    <a:pt x="2712216" y="103491"/>
                  </a:lnTo>
                  <a:lnTo>
                    <a:pt x="2713288" y="103419"/>
                  </a:lnTo>
                  <a:lnTo>
                    <a:pt x="2714359" y="103346"/>
                  </a:lnTo>
                  <a:lnTo>
                    <a:pt x="2715431" y="103273"/>
                  </a:lnTo>
                  <a:lnTo>
                    <a:pt x="2716502" y="103201"/>
                  </a:lnTo>
                  <a:lnTo>
                    <a:pt x="2717574" y="103128"/>
                  </a:lnTo>
                  <a:lnTo>
                    <a:pt x="2718646" y="103055"/>
                  </a:lnTo>
                  <a:lnTo>
                    <a:pt x="2719717" y="102981"/>
                  </a:lnTo>
                  <a:lnTo>
                    <a:pt x="2720789" y="102908"/>
                  </a:lnTo>
                  <a:lnTo>
                    <a:pt x="2721860" y="102834"/>
                  </a:lnTo>
                  <a:lnTo>
                    <a:pt x="2722932" y="102761"/>
                  </a:lnTo>
                  <a:lnTo>
                    <a:pt x="2724004" y="102687"/>
                  </a:lnTo>
                  <a:lnTo>
                    <a:pt x="2725075" y="102613"/>
                  </a:lnTo>
                  <a:lnTo>
                    <a:pt x="2726147" y="102539"/>
                  </a:lnTo>
                  <a:lnTo>
                    <a:pt x="2727218" y="102465"/>
                  </a:lnTo>
                  <a:lnTo>
                    <a:pt x="2728290" y="102390"/>
                  </a:lnTo>
                  <a:lnTo>
                    <a:pt x="2729362" y="102316"/>
                  </a:lnTo>
                  <a:lnTo>
                    <a:pt x="2730433" y="102241"/>
                  </a:lnTo>
                  <a:lnTo>
                    <a:pt x="2731505" y="102167"/>
                  </a:lnTo>
                  <a:lnTo>
                    <a:pt x="2732576" y="102092"/>
                  </a:lnTo>
                  <a:lnTo>
                    <a:pt x="2733648" y="102017"/>
                  </a:lnTo>
                  <a:lnTo>
                    <a:pt x="2734720" y="101942"/>
                  </a:lnTo>
                  <a:lnTo>
                    <a:pt x="2735791" y="101867"/>
                  </a:lnTo>
                  <a:lnTo>
                    <a:pt x="2736863" y="101791"/>
                  </a:lnTo>
                  <a:lnTo>
                    <a:pt x="2737934" y="101716"/>
                  </a:lnTo>
                  <a:lnTo>
                    <a:pt x="2739006" y="101640"/>
                  </a:lnTo>
                  <a:lnTo>
                    <a:pt x="2740078" y="101565"/>
                  </a:lnTo>
                  <a:lnTo>
                    <a:pt x="2741149" y="101489"/>
                  </a:lnTo>
                  <a:lnTo>
                    <a:pt x="2742221" y="101413"/>
                  </a:lnTo>
                  <a:lnTo>
                    <a:pt x="2743292" y="101337"/>
                  </a:lnTo>
                  <a:lnTo>
                    <a:pt x="2744364" y="101260"/>
                  </a:lnTo>
                  <a:lnTo>
                    <a:pt x="2745436" y="101184"/>
                  </a:lnTo>
                  <a:lnTo>
                    <a:pt x="2746507" y="101108"/>
                  </a:lnTo>
                  <a:lnTo>
                    <a:pt x="2747579" y="101031"/>
                  </a:lnTo>
                  <a:lnTo>
                    <a:pt x="2748650" y="100954"/>
                  </a:lnTo>
                  <a:lnTo>
                    <a:pt x="2749722" y="100877"/>
                  </a:lnTo>
                  <a:lnTo>
                    <a:pt x="2750794" y="100801"/>
                  </a:lnTo>
                  <a:lnTo>
                    <a:pt x="2751865" y="100723"/>
                  </a:lnTo>
                  <a:lnTo>
                    <a:pt x="2752937" y="100646"/>
                  </a:lnTo>
                  <a:lnTo>
                    <a:pt x="2754008" y="100569"/>
                  </a:lnTo>
                  <a:lnTo>
                    <a:pt x="2755080" y="100491"/>
                  </a:lnTo>
                  <a:lnTo>
                    <a:pt x="2756152" y="100414"/>
                  </a:lnTo>
                  <a:lnTo>
                    <a:pt x="2757223" y="100336"/>
                  </a:lnTo>
                  <a:lnTo>
                    <a:pt x="2758295" y="100258"/>
                  </a:lnTo>
                  <a:lnTo>
                    <a:pt x="2759366" y="100180"/>
                  </a:lnTo>
                  <a:lnTo>
                    <a:pt x="2760438" y="100102"/>
                  </a:lnTo>
                  <a:lnTo>
                    <a:pt x="2761510" y="100024"/>
                  </a:lnTo>
                  <a:lnTo>
                    <a:pt x="2762581" y="99946"/>
                  </a:lnTo>
                  <a:lnTo>
                    <a:pt x="2763653" y="99868"/>
                  </a:lnTo>
                  <a:lnTo>
                    <a:pt x="2764724" y="99789"/>
                  </a:lnTo>
                  <a:lnTo>
                    <a:pt x="2765796" y="99710"/>
                  </a:lnTo>
                  <a:lnTo>
                    <a:pt x="2766868" y="99632"/>
                  </a:lnTo>
                  <a:lnTo>
                    <a:pt x="2767939" y="99553"/>
                  </a:lnTo>
                  <a:lnTo>
                    <a:pt x="2769011" y="99474"/>
                  </a:lnTo>
                  <a:lnTo>
                    <a:pt x="2770082" y="99395"/>
                  </a:lnTo>
                  <a:lnTo>
                    <a:pt x="2771154" y="99315"/>
                  </a:lnTo>
                  <a:lnTo>
                    <a:pt x="2772226" y="99236"/>
                  </a:lnTo>
                  <a:lnTo>
                    <a:pt x="2773297" y="99157"/>
                  </a:lnTo>
                  <a:lnTo>
                    <a:pt x="2774369" y="99077"/>
                  </a:lnTo>
                  <a:lnTo>
                    <a:pt x="2775440" y="98997"/>
                  </a:lnTo>
                  <a:lnTo>
                    <a:pt x="2776512" y="98918"/>
                  </a:lnTo>
                  <a:lnTo>
                    <a:pt x="2777584" y="98838"/>
                  </a:lnTo>
                  <a:lnTo>
                    <a:pt x="2778655" y="98758"/>
                  </a:lnTo>
                  <a:lnTo>
                    <a:pt x="2779727" y="98677"/>
                  </a:lnTo>
                  <a:lnTo>
                    <a:pt x="2780798" y="98597"/>
                  </a:lnTo>
                  <a:lnTo>
                    <a:pt x="2781870" y="98517"/>
                  </a:lnTo>
                  <a:lnTo>
                    <a:pt x="2782942" y="98436"/>
                  </a:lnTo>
                  <a:lnTo>
                    <a:pt x="2784013" y="98356"/>
                  </a:lnTo>
                  <a:lnTo>
                    <a:pt x="2785085" y="98275"/>
                  </a:lnTo>
                  <a:lnTo>
                    <a:pt x="2786156" y="98194"/>
                  </a:lnTo>
                  <a:lnTo>
                    <a:pt x="2787228" y="98113"/>
                  </a:lnTo>
                  <a:lnTo>
                    <a:pt x="2788300" y="98032"/>
                  </a:lnTo>
                  <a:lnTo>
                    <a:pt x="2789371" y="97951"/>
                  </a:lnTo>
                  <a:lnTo>
                    <a:pt x="2790443" y="97870"/>
                  </a:lnTo>
                  <a:lnTo>
                    <a:pt x="2791514" y="97788"/>
                  </a:lnTo>
                  <a:lnTo>
                    <a:pt x="2792586" y="97707"/>
                  </a:lnTo>
                  <a:lnTo>
                    <a:pt x="2793658" y="97625"/>
                  </a:lnTo>
                  <a:lnTo>
                    <a:pt x="2794729" y="97544"/>
                  </a:lnTo>
                  <a:lnTo>
                    <a:pt x="2795801" y="97462"/>
                  </a:lnTo>
                  <a:lnTo>
                    <a:pt x="2796872" y="97380"/>
                  </a:lnTo>
                  <a:lnTo>
                    <a:pt x="2797944" y="97298"/>
                  </a:lnTo>
                  <a:lnTo>
                    <a:pt x="2799016" y="97216"/>
                  </a:lnTo>
                  <a:lnTo>
                    <a:pt x="2800087" y="97134"/>
                  </a:lnTo>
                  <a:lnTo>
                    <a:pt x="2801159" y="97051"/>
                  </a:lnTo>
                  <a:lnTo>
                    <a:pt x="2802230" y="96969"/>
                  </a:lnTo>
                  <a:lnTo>
                    <a:pt x="2803302" y="96886"/>
                  </a:lnTo>
                  <a:lnTo>
                    <a:pt x="2804374" y="96804"/>
                  </a:lnTo>
                  <a:lnTo>
                    <a:pt x="2805445" y="96721"/>
                  </a:lnTo>
                  <a:lnTo>
                    <a:pt x="2806517" y="96638"/>
                  </a:lnTo>
                  <a:lnTo>
                    <a:pt x="2807588" y="96555"/>
                  </a:lnTo>
                  <a:lnTo>
                    <a:pt x="2808660" y="96472"/>
                  </a:lnTo>
                  <a:lnTo>
                    <a:pt x="2809732" y="96389"/>
                  </a:lnTo>
                  <a:lnTo>
                    <a:pt x="2810803" y="96305"/>
                  </a:lnTo>
                  <a:lnTo>
                    <a:pt x="2811875" y="96222"/>
                  </a:lnTo>
                  <a:lnTo>
                    <a:pt x="2812946" y="96138"/>
                  </a:lnTo>
                  <a:lnTo>
                    <a:pt x="2814018" y="96055"/>
                  </a:lnTo>
                  <a:lnTo>
                    <a:pt x="2815090" y="95971"/>
                  </a:lnTo>
                  <a:lnTo>
                    <a:pt x="2816161" y="95887"/>
                  </a:lnTo>
                  <a:lnTo>
                    <a:pt x="2817233" y="95803"/>
                  </a:lnTo>
                  <a:lnTo>
                    <a:pt x="2818304" y="95719"/>
                  </a:lnTo>
                  <a:lnTo>
                    <a:pt x="2819376" y="95635"/>
                  </a:lnTo>
                  <a:lnTo>
                    <a:pt x="2820448" y="95551"/>
                  </a:lnTo>
                  <a:lnTo>
                    <a:pt x="2821519" y="95467"/>
                  </a:lnTo>
                  <a:lnTo>
                    <a:pt x="2822591" y="95382"/>
                  </a:lnTo>
                  <a:lnTo>
                    <a:pt x="2823662" y="95298"/>
                  </a:lnTo>
                  <a:lnTo>
                    <a:pt x="2824734" y="95213"/>
                  </a:lnTo>
                  <a:lnTo>
                    <a:pt x="2825806" y="95129"/>
                  </a:lnTo>
                  <a:lnTo>
                    <a:pt x="2826877" y="95044"/>
                  </a:lnTo>
                  <a:lnTo>
                    <a:pt x="2827949" y="94959"/>
                  </a:lnTo>
                  <a:lnTo>
                    <a:pt x="2829020" y="94874"/>
                  </a:lnTo>
                  <a:lnTo>
                    <a:pt x="2830092" y="94789"/>
                  </a:lnTo>
                  <a:lnTo>
                    <a:pt x="2831164" y="94704"/>
                  </a:lnTo>
                  <a:lnTo>
                    <a:pt x="2832235" y="94618"/>
                  </a:lnTo>
                  <a:lnTo>
                    <a:pt x="2833307" y="94533"/>
                  </a:lnTo>
                  <a:lnTo>
                    <a:pt x="2834378" y="94447"/>
                  </a:lnTo>
                  <a:lnTo>
                    <a:pt x="2835450" y="94362"/>
                  </a:lnTo>
                  <a:lnTo>
                    <a:pt x="2836522" y="94276"/>
                  </a:lnTo>
                  <a:lnTo>
                    <a:pt x="2837593" y="94190"/>
                  </a:lnTo>
                  <a:lnTo>
                    <a:pt x="2838665" y="94105"/>
                  </a:lnTo>
                  <a:lnTo>
                    <a:pt x="2839736" y="94019"/>
                  </a:lnTo>
                  <a:lnTo>
                    <a:pt x="2840808" y="93933"/>
                  </a:lnTo>
                  <a:lnTo>
                    <a:pt x="2841879" y="93846"/>
                  </a:lnTo>
                  <a:lnTo>
                    <a:pt x="2842951" y="93760"/>
                  </a:lnTo>
                  <a:lnTo>
                    <a:pt x="2844023" y="93674"/>
                  </a:lnTo>
                  <a:lnTo>
                    <a:pt x="2845094" y="93587"/>
                  </a:lnTo>
                  <a:lnTo>
                    <a:pt x="2846166" y="93501"/>
                  </a:lnTo>
                  <a:lnTo>
                    <a:pt x="2847237" y="93414"/>
                  </a:lnTo>
                  <a:lnTo>
                    <a:pt x="2848309" y="93328"/>
                  </a:lnTo>
                  <a:lnTo>
                    <a:pt x="2849381" y="93241"/>
                  </a:lnTo>
                  <a:lnTo>
                    <a:pt x="2850452" y="93154"/>
                  </a:lnTo>
                  <a:lnTo>
                    <a:pt x="2851524" y="93067"/>
                  </a:lnTo>
                  <a:lnTo>
                    <a:pt x="2852595" y="92980"/>
                  </a:lnTo>
                  <a:lnTo>
                    <a:pt x="2853667" y="92893"/>
                  </a:lnTo>
                  <a:lnTo>
                    <a:pt x="2854739" y="92806"/>
                  </a:lnTo>
                  <a:lnTo>
                    <a:pt x="2855810" y="92718"/>
                  </a:lnTo>
                  <a:lnTo>
                    <a:pt x="2856882" y="92631"/>
                  </a:lnTo>
                  <a:lnTo>
                    <a:pt x="2857953" y="92543"/>
                  </a:lnTo>
                  <a:lnTo>
                    <a:pt x="2859025" y="92456"/>
                  </a:lnTo>
                  <a:lnTo>
                    <a:pt x="2860097" y="92368"/>
                  </a:lnTo>
                  <a:lnTo>
                    <a:pt x="2861168" y="92280"/>
                  </a:lnTo>
                  <a:lnTo>
                    <a:pt x="2862240" y="92192"/>
                  </a:lnTo>
                  <a:lnTo>
                    <a:pt x="2863311" y="92104"/>
                  </a:lnTo>
                  <a:lnTo>
                    <a:pt x="2864383" y="92016"/>
                  </a:lnTo>
                  <a:lnTo>
                    <a:pt x="2865455" y="91928"/>
                  </a:lnTo>
                  <a:lnTo>
                    <a:pt x="2866526" y="91840"/>
                  </a:lnTo>
                  <a:lnTo>
                    <a:pt x="2867598" y="91752"/>
                  </a:lnTo>
                  <a:lnTo>
                    <a:pt x="2868669" y="91664"/>
                  </a:lnTo>
                  <a:lnTo>
                    <a:pt x="2869741" y="91575"/>
                  </a:lnTo>
                  <a:lnTo>
                    <a:pt x="2870813" y="91487"/>
                  </a:lnTo>
                  <a:lnTo>
                    <a:pt x="2871884" y="91398"/>
                  </a:lnTo>
                  <a:lnTo>
                    <a:pt x="2872956" y="91309"/>
                  </a:lnTo>
                  <a:lnTo>
                    <a:pt x="2874027" y="91220"/>
                  </a:lnTo>
                  <a:lnTo>
                    <a:pt x="2875099" y="91132"/>
                  </a:lnTo>
                  <a:lnTo>
                    <a:pt x="2876171" y="91043"/>
                  </a:lnTo>
                  <a:lnTo>
                    <a:pt x="2877242" y="90954"/>
                  </a:lnTo>
                  <a:lnTo>
                    <a:pt x="2878314" y="90864"/>
                  </a:lnTo>
                  <a:lnTo>
                    <a:pt x="2879385" y="90775"/>
                  </a:lnTo>
                  <a:lnTo>
                    <a:pt x="2880457" y="90686"/>
                  </a:lnTo>
                  <a:lnTo>
                    <a:pt x="2881529" y="90597"/>
                  </a:lnTo>
                  <a:lnTo>
                    <a:pt x="2882600" y="90507"/>
                  </a:lnTo>
                  <a:lnTo>
                    <a:pt x="2883672" y="90418"/>
                  </a:lnTo>
                  <a:lnTo>
                    <a:pt x="2884743" y="90328"/>
                  </a:lnTo>
                  <a:lnTo>
                    <a:pt x="2885815" y="90238"/>
                  </a:lnTo>
                  <a:lnTo>
                    <a:pt x="2886887" y="90149"/>
                  </a:lnTo>
                  <a:lnTo>
                    <a:pt x="2887958" y="90059"/>
                  </a:lnTo>
                  <a:lnTo>
                    <a:pt x="2889030" y="89969"/>
                  </a:lnTo>
                  <a:lnTo>
                    <a:pt x="2890101" y="89879"/>
                  </a:lnTo>
                  <a:lnTo>
                    <a:pt x="2891173" y="89789"/>
                  </a:lnTo>
                  <a:lnTo>
                    <a:pt x="2892245" y="89699"/>
                  </a:lnTo>
                  <a:lnTo>
                    <a:pt x="2893316" y="89608"/>
                  </a:lnTo>
                  <a:lnTo>
                    <a:pt x="2894388" y="89518"/>
                  </a:lnTo>
                  <a:lnTo>
                    <a:pt x="2895459" y="89428"/>
                  </a:lnTo>
                  <a:lnTo>
                    <a:pt x="2896531" y="89337"/>
                  </a:lnTo>
                  <a:lnTo>
                    <a:pt x="2897603" y="89247"/>
                  </a:lnTo>
                  <a:lnTo>
                    <a:pt x="2898674" y="89156"/>
                  </a:lnTo>
                  <a:lnTo>
                    <a:pt x="2899746" y="89066"/>
                  </a:lnTo>
                  <a:lnTo>
                    <a:pt x="2900817" y="88975"/>
                  </a:lnTo>
                  <a:lnTo>
                    <a:pt x="2901889" y="88884"/>
                  </a:lnTo>
                  <a:lnTo>
                    <a:pt x="2902961" y="88793"/>
                  </a:lnTo>
                  <a:lnTo>
                    <a:pt x="2904032" y="88702"/>
                  </a:lnTo>
                  <a:lnTo>
                    <a:pt x="2905104" y="88611"/>
                  </a:lnTo>
                  <a:lnTo>
                    <a:pt x="2906175" y="88520"/>
                  </a:lnTo>
                  <a:lnTo>
                    <a:pt x="2907247" y="88429"/>
                  </a:lnTo>
                  <a:lnTo>
                    <a:pt x="2908319" y="88338"/>
                  </a:lnTo>
                  <a:lnTo>
                    <a:pt x="2909390" y="88246"/>
                  </a:lnTo>
                  <a:lnTo>
                    <a:pt x="2910462" y="88155"/>
                  </a:lnTo>
                  <a:lnTo>
                    <a:pt x="2911533" y="88063"/>
                  </a:lnTo>
                  <a:lnTo>
                    <a:pt x="2912605" y="87972"/>
                  </a:lnTo>
                  <a:lnTo>
                    <a:pt x="2913677" y="87880"/>
                  </a:lnTo>
                  <a:lnTo>
                    <a:pt x="2914748" y="87789"/>
                  </a:lnTo>
                  <a:lnTo>
                    <a:pt x="2915820" y="87697"/>
                  </a:lnTo>
                  <a:lnTo>
                    <a:pt x="2916891" y="87605"/>
                  </a:lnTo>
                  <a:lnTo>
                    <a:pt x="2917963" y="87513"/>
                  </a:lnTo>
                  <a:lnTo>
                    <a:pt x="2919035" y="87421"/>
                  </a:lnTo>
                  <a:lnTo>
                    <a:pt x="2920106" y="87329"/>
                  </a:lnTo>
                  <a:lnTo>
                    <a:pt x="2921178" y="87237"/>
                  </a:lnTo>
                  <a:lnTo>
                    <a:pt x="2922249" y="87145"/>
                  </a:lnTo>
                  <a:lnTo>
                    <a:pt x="2923321" y="87053"/>
                  </a:lnTo>
                  <a:lnTo>
                    <a:pt x="2924393" y="86960"/>
                  </a:lnTo>
                  <a:lnTo>
                    <a:pt x="2925464" y="86868"/>
                  </a:lnTo>
                  <a:lnTo>
                    <a:pt x="2926536" y="86776"/>
                  </a:lnTo>
                  <a:lnTo>
                    <a:pt x="2927607" y="86683"/>
                  </a:lnTo>
                  <a:lnTo>
                    <a:pt x="2928679" y="86590"/>
                  </a:lnTo>
                  <a:lnTo>
                    <a:pt x="2929751" y="86498"/>
                  </a:lnTo>
                  <a:lnTo>
                    <a:pt x="2930822" y="86405"/>
                  </a:lnTo>
                  <a:lnTo>
                    <a:pt x="2931894" y="86312"/>
                  </a:lnTo>
                  <a:lnTo>
                    <a:pt x="2932965" y="86220"/>
                  </a:lnTo>
                  <a:lnTo>
                    <a:pt x="2934037" y="86127"/>
                  </a:lnTo>
                  <a:lnTo>
                    <a:pt x="2935109" y="86034"/>
                  </a:lnTo>
                  <a:lnTo>
                    <a:pt x="2936180" y="85941"/>
                  </a:lnTo>
                  <a:lnTo>
                    <a:pt x="2937252" y="85848"/>
                  </a:lnTo>
                  <a:lnTo>
                    <a:pt x="2938323" y="85755"/>
                  </a:lnTo>
                  <a:lnTo>
                    <a:pt x="2939395" y="85661"/>
                  </a:lnTo>
                  <a:lnTo>
                    <a:pt x="2940467" y="85568"/>
                  </a:lnTo>
                  <a:lnTo>
                    <a:pt x="2941538" y="85475"/>
                  </a:lnTo>
                  <a:lnTo>
                    <a:pt x="2942610" y="85382"/>
                  </a:lnTo>
                  <a:lnTo>
                    <a:pt x="2943681" y="85288"/>
                  </a:lnTo>
                  <a:lnTo>
                    <a:pt x="2944753" y="85195"/>
                  </a:lnTo>
                  <a:lnTo>
                    <a:pt x="2945825" y="85101"/>
                  </a:lnTo>
                  <a:lnTo>
                    <a:pt x="2946896" y="85007"/>
                  </a:lnTo>
                  <a:lnTo>
                    <a:pt x="2947968" y="84914"/>
                  </a:lnTo>
                  <a:lnTo>
                    <a:pt x="2949039" y="84820"/>
                  </a:lnTo>
                  <a:lnTo>
                    <a:pt x="2950111" y="84726"/>
                  </a:lnTo>
                  <a:lnTo>
                    <a:pt x="2951183" y="84632"/>
                  </a:lnTo>
                  <a:lnTo>
                    <a:pt x="2952254" y="84539"/>
                  </a:lnTo>
                  <a:lnTo>
                    <a:pt x="2953326" y="84445"/>
                  </a:lnTo>
                  <a:lnTo>
                    <a:pt x="2954397" y="84351"/>
                  </a:lnTo>
                  <a:lnTo>
                    <a:pt x="2955469" y="84257"/>
                  </a:lnTo>
                  <a:lnTo>
                    <a:pt x="2956541" y="84162"/>
                  </a:lnTo>
                  <a:lnTo>
                    <a:pt x="2957612" y="84068"/>
                  </a:lnTo>
                  <a:lnTo>
                    <a:pt x="2958684" y="83974"/>
                  </a:lnTo>
                  <a:lnTo>
                    <a:pt x="2959755" y="83880"/>
                  </a:lnTo>
                  <a:lnTo>
                    <a:pt x="2960827" y="83785"/>
                  </a:lnTo>
                  <a:lnTo>
                    <a:pt x="2961899" y="83691"/>
                  </a:lnTo>
                  <a:lnTo>
                    <a:pt x="2962970" y="83597"/>
                  </a:lnTo>
                  <a:lnTo>
                    <a:pt x="2964042" y="83502"/>
                  </a:lnTo>
                  <a:lnTo>
                    <a:pt x="2965113" y="83407"/>
                  </a:lnTo>
                  <a:lnTo>
                    <a:pt x="2966185" y="83313"/>
                  </a:lnTo>
                  <a:lnTo>
                    <a:pt x="2967257" y="83218"/>
                  </a:lnTo>
                  <a:lnTo>
                    <a:pt x="2968328" y="83124"/>
                  </a:lnTo>
                  <a:lnTo>
                    <a:pt x="2969400" y="83029"/>
                  </a:lnTo>
                  <a:lnTo>
                    <a:pt x="2970471" y="82934"/>
                  </a:lnTo>
                  <a:lnTo>
                    <a:pt x="2971543" y="82839"/>
                  </a:lnTo>
                  <a:lnTo>
                    <a:pt x="2972615" y="82744"/>
                  </a:lnTo>
                  <a:lnTo>
                    <a:pt x="2973686" y="82649"/>
                  </a:lnTo>
                  <a:lnTo>
                    <a:pt x="2974758" y="82554"/>
                  </a:lnTo>
                  <a:lnTo>
                    <a:pt x="2975829" y="82459"/>
                  </a:lnTo>
                  <a:lnTo>
                    <a:pt x="2976901" y="82364"/>
                  </a:lnTo>
                  <a:lnTo>
                    <a:pt x="2977973" y="82269"/>
                  </a:lnTo>
                  <a:lnTo>
                    <a:pt x="2979044" y="82174"/>
                  </a:lnTo>
                  <a:lnTo>
                    <a:pt x="2980116" y="82078"/>
                  </a:lnTo>
                  <a:lnTo>
                    <a:pt x="2981187" y="81983"/>
                  </a:lnTo>
                  <a:lnTo>
                    <a:pt x="2982259" y="81888"/>
                  </a:lnTo>
                  <a:lnTo>
                    <a:pt x="2983331" y="81792"/>
                  </a:lnTo>
                  <a:lnTo>
                    <a:pt x="2984402" y="81697"/>
                  </a:lnTo>
                  <a:lnTo>
                    <a:pt x="2985474" y="81601"/>
                  </a:lnTo>
                  <a:lnTo>
                    <a:pt x="2986545" y="81506"/>
                  </a:lnTo>
                  <a:lnTo>
                    <a:pt x="2987617" y="81410"/>
                  </a:lnTo>
                  <a:lnTo>
                    <a:pt x="2988689" y="81315"/>
                  </a:lnTo>
                  <a:lnTo>
                    <a:pt x="2989760" y="81219"/>
                  </a:lnTo>
                  <a:lnTo>
                    <a:pt x="2990832" y="81123"/>
                  </a:lnTo>
                  <a:lnTo>
                    <a:pt x="2991903" y="81027"/>
                  </a:lnTo>
                  <a:lnTo>
                    <a:pt x="2992975" y="80932"/>
                  </a:lnTo>
                  <a:lnTo>
                    <a:pt x="2994047" y="80836"/>
                  </a:lnTo>
                  <a:lnTo>
                    <a:pt x="2995118" y="80740"/>
                  </a:lnTo>
                  <a:lnTo>
                    <a:pt x="2996190" y="80644"/>
                  </a:lnTo>
                  <a:lnTo>
                    <a:pt x="2997261" y="80548"/>
                  </a:lnTo>
                  <a:lnTo>
                    <a:pt x="2998333" y="80452"/>
                  </a:lnTo>
                  <a:lnTo>
                    <a:pt x="2999405" y="80356"/>
                  </a:lnTo>
                  <a:lnTo>
                    <a:pt x="3000476" y="80260"/>
                  </a:lnTo>
                  <a:lnTo>
                    <a:pt x="3001548" y="80164"/>
                  </a:lnTo>
                  <a:lnTo>
                    <a:pt x="3002619" y="80068"/>
                  </a:lnTo>
                  <a:lnTo>
                    <a:pt x="3003691" y="79971"/>
                  </a:lnTo>
                  <a:lnTo>
                    <a:pt x="3004763" y="79875"/>
                  </a:lnTo>
                  <a:lnTo>
                    <a:pt x="3005834" y="79779"/>
                  </a:lnTo>
                  <a:lnTo>
                    <a:pt x="3006906" y="79682"/>
                  </a:lnTo>
                  <a:lnTo>
                    <a:pt x="3007977" y="79586"/>
                  </a:lnTo>
                  <a:lnTo>
                    <a:pt x="3009049" y="79490"/>
                  </a:lnTo>
                  <a:lnTo>
                    <a:pt x="3010121" y="79393"/>
                  </a:lnTo>
                  <a:lnTo>
                    <a:pt x="3011192" y="79297"/>
                  </a:lnTo>
                  <a:lnTo>
                    <a:pt x="3012264" y="79200"/>
                  </a:lnTo>
                  <a:lnTo>
                    <a:pt x="3013335" y="79104"/>
                  </a:lnTo>
                  <a:lnTo>
                    <a:pt x="3014407" y="79007"/>
                  </a:lnTo>
                  <a:lnTo>
                    <a:pt x="3015479" y="78910"/>
                  </a:lnTo>
                  <a:lnTo>
                    <a:pt x="3016550" y="78814"/>
                  </a:lnTo>
                  <a:lnTo>
                    <a:pt x="3017622" y="78717"/>
                  </a:lnTo>
                  <a:lnTo>
                    <a:pt x="3018693" y="78620"/>
                  </a:lnTo>
                  <a:lnTo>
                    <a:pt x="3019765" y="78523"/>
                  </a:lnTo>
                  <a:lnTo>
                    <a:pt x="3020836" y="78427"/>
                  </a:lnTo>
                  <a:lnTo>
                    <a:pt x="3021908" y="78330"/>
                  </a:lnTo>
                  <a:lnTo>
                    <a:pt x="3022980" y="78233"/>
                  </a:lnTo>
                  <a:lnTo>
                    <a:pt x="3024051" y="78136"/>
                  </a:lnTo>
                  <a:lnTo>
                    <a:pt x="3025123" y="78039"/>
                  </a:lnTo>
                  <a:lnTo>
                    <a:pt x="3026194" y="77942"/>
                  </a:lnTo>
                  <a:lnTo>
                    <a:pt x="3027266" y="77845"/>
                  </a:lnTo>
                  <a:lnTo>
                    <a:pt x="3028338" y="77748"/>
                  </a:lnTo>
                  <a:lnTo>
                    <a:pt x="3029409" y="77651"/>
                  </a:lnTo>
                  <a:lnTo>
                    <a:pt x="3030481" y="77554"/>
                  </a:lnTo>
                  <a:lnTo>
                    <a:pt x="3031552" y="77457"/>
                  </a:lnTo>
                  <a:lnTo>
                    <a:pt x="3032624" y="77359"/>
                  </a:lnTo>
                  <a:lnTo>
                    <a:pt x="3033696" y="77262"/>
                  </a:lnTo>
                  <a:lnTo>
                    <a:pt x="3034767" y="77165"/>
                  </a:lnTo>
                  <a:lnTo>
                    <a:pt x="3035839" y="77068"/>
                  </a:lnTo>
                  <a:lnTo>
                    <a:pt x="3036910" y="76971"/>
                  </a:lnTo>
                  <a:lnTo>
                    <a:pt x="3037982" y="76873"/>
                  </a:lnTo>
                  <a:lnTo>
                    <a:pt x="3039054" y="76776"/>
                  </a:lnTo>
                  <a:lnTo>
                    <a:pt x="3040125" y="76679"/>
                  </a:lnTo>
                  <a:lnTo>
                    <a:pt x="3041197" y="76581"/>
                  </a:lnTo>
                  <a:lnTo>
                    <a:pt x="3042268" y="76484"/>
                  </a:lnTo>
                  <a:lnTo>
                    <a:pt x="3043340" y="76386"/>
                  </a:lnTo>
                  <a:lnTo>
                    <a:pt x="3044412" y="76289"/>
                  </a:lnTo>
                  <a:lnTo>
                    <a:pt x="3045483" y="76191"/>
                  </a:lnTo>
                  <a:lnTo>
                    <a:pt x="3046555" y="76094"/>
                  </a:lnTo>
                  <a:lnTo>
                    <a:pt x="3047626" y="75996"/>
                  </a:lnTo>
                  <a:lnTo>
                    <a:pt x="3048698" y="75899"/>
                  </a:lnTo>
                  <a:lnTo>
                    <a:pt x="3049770" y="75801"/>
                  </a:lnTo>
                  <a:lnTo>
                    <a:pt x="3050841" y="75703"/>
                  </a:lnTo>
                  <a:lnTo>
                    <a:pt x="3051913" y="75606"/>
                  </a:lnTo>
                  <a:lnTo>
                    <a:pt x="3052984" y="75508"/>
                  </a:lnTo>
                  <a:lnTo>
                    <a:pt x="3054056" y="75410"/>
                  </a:lnTo>
                  <a:lnTo>
                    <a:pt x="3055128" y="75313"/>
                  </a:lnTo>
                  <a:lnTo>
                    <a:pt x="3056199" y="75215"/>
                  </a:lnTo>
                  <a:lnTo>
                    <a:pt x="3057271" y="75117"/>
                  </a:lnTo>
                  <a:lnTo>
                    <a:pt x="3058342" y="75019"/>
                  </a:lnTo>
                  <a:lnTo>
                    <a:pt x="3059414" y="74922"/>
                  </a:lnTo>
                  <a:lnTo>
                    <a:pt x="3060486" y="74824"/>
                  </a:lnTo>
                  <a:lnTo>
                    <a:pt x="3061557" y="74726"/>
                  </a:lnTo>
                  <a:lnTo>
                    <a:pt x="3062629" y="74628"/>
                  </a:lnTo>
                  <a:lnTo>
                    <a:pt x="3063700" y="74530"/>
                  </a:lnTo>
                  <a:lnTo>
                    <a:pt x="3064772" y="74432"/>
                  </a:lnTo>
                  <a:lnTo>
                    <a:pt x="3065844" y="74334"/>
                  </a:lnTo>
                  <a:lnTo>
                    <a:pt x="3066915" y="74236"/>
                  </a:lnTo>
                  <a:lnTo>
                    <a:pt x="3067987" y="74138"/>
                  </a:lnTo>
                  <a:lnTo>
                    <a:pt x="3069058" y="74040"/>
                  </a:lnTo>
                  <a:lnTo>
                    <a:pt x="3070130" y="73942"/>
                  </a:lnTo>
                  <a:lnTo>
                    <a:pt x="3071202" y="73844"/>
                  </a:lnTo>
                  <a:lnTo>
                    <a:pt x="3072273" y="73746"/>
                  </a:lnTo>
                  <a:lnTo>
                    <a:pt x="3073345" y="73648"/>
                  </a:lnTo>
                  <a:lnTo>
                    <a:pt x="3074416" y="73550"/>
                  </a:lnTo>
                  <a:lnTo>
                    <a:pt x="3075488" y="73452"/>
                  </a:lnTo>
                  <a:lnTo>
                    <a:pt x="3076560" y="73354"/>
                  </a:lnTo>
                  <a:lnTo>
                    <a:pt x="3077631" y="73256"/>
                  </a:lnTo>
                  <a:lnTo>
                    <a:pt x="3078703" y="73158"/>
                  </a:lnTo>
                  <a:lnTo>
                    <a:pt x="3079774" y="73060"/>
                  </a:lnTo>
                  <a:lnTo>
                    <a:pt x="3080846" y="72962"/>
                  </a:lnTo>
                  <a:lnTo>
                    <a:pt x="3081918" y="72864"/>
                  </a:lnTo>
                  <a:lnTo>
                    <a:pt x="3082989" y="72765"/>
                  </a:lnTo>
                  <a:lnTo>
                    <a:pt x="3084061" y="72667"/>
                  </a:lnTo>
                  <a:lnTo>
                    <a:pt x="3085132" y="72569"/>
                  </a:lnTo>
                  <a:lnTo>
                    <a:pt x="3086204" y="72471"/>
                  </a:lnTo>
                  <a:lnTo>
                    <a:pt x="3087276" y="72373"/>
                  </a:lnTo>
                  <a:lnTo>
                    <a:pt x="3088347" y="72274"/>
                  </a:lnTo>
                  <a:lnTo>
                    <a:pt x="3089419" y="72176"/>
                  </a:lnTo>
                  <a:lnTo>
                    <a:pt x="3090490" y="72078"/>
                  </a:lnTo>
                  <a:lnTo>
                    <a:pt x="3091562" y="71980"/>
                  </a:lnTo>
                  <a:lnTo>
                    <a:pt x="3092634" y="71881"/>
                  </a:lnTo>
                  <a:lnTo>
                    <a:pt x="3093705" y="71783"/>
                  </a:lnTo>
                  <a:lnTo>
                    <a:pt x="3094777" y="71685"/>
                  </a:lnTo>
                  <a:lnTo>
                    <a:pt x="3095848" y="71586"/>
                  </a:lnTo>
                  <a:lnTo>
                    <a:pt x="3096920" y="71488"/>
                  </a:lnTo>
                  <a:lnTo>
                    <a:pt x="3097992" y="71390"/>
                  </a:lnTo>
                  <a:lnTo>
                    <a:pt x="3099063" y="71291"/>
                  </a:lnTo>
                  <a:lnTo>
                    <a:pt x="3100135" y="71193"/>
                  </a:lnTo>
                  <a:lnTo>
                    <a:pt x="3101206" y="71095"/>
                  </a:lnTo>
                  <a:lnTo>
                    <a:pt x="3102278" y="70996"/>
                  </a:lnTo>
                  <a:lnTo>
                    <a:pt x="3103350" y="70898"/>
                  </a:lnTo>
                  <a:lnTo>
                    <a:pt x="3104421" y="70800"/>
                  </a:lnTo>
                  <a:lnTo>
                    <a:pt x="3105493" y="70701"/>
                  </a:lnTo>
                  <a:lnTo>
                    <a:pt x="3106564" y="70603"/>
                  </a:lnTo>
                  <a:lnTo>
                    <a:pt x="3107636" y="70505"/>
                  </a:lnTo>
                  <a:lnTo>
                    <a:pt x="3108708" y="70406"/>
                  </a:lnTo>
                  <a:lnTo>
                    <a:pt x="3109779" y="70308"/>
                  </a:lnTo>
                  <a:lnTo>
                    <a:pt x="3110851" y="70209"/>
                  </a:lnTo>
                  <a:lnTo>
                    <a:pt x="3111922" y="70111"/>
                  </a:lnTo>
                  <a:lnTo>
                    <a:pt x="3112994" y="70013"/>
                  </a:lnTo>
                  <a:lnTo>
                    <a:pt x="3114066" y="69914"/>
                  </a:lnTo>
                  <a:lnTo>
                    <a:pt x="3115137" y="69816"/>
                  </a:lnTo>
                  <a:lnTo>
                    <a:pt x="3116209" y="69717"/>
                  </a:lnTo>
                  <a:lnTo>
                    <a:pt x="3117280" y="69619"/>
                  </a:lnTo>
                  <a:lnTo>
                    <a:pt x="3118352" y="69520"/>
                  </a:lnTo>
                  <a:lnTo>
                    <a:pt x="3119424" y="69422"/>
                  </a:lnTo>
                  <a:lnTo>
                    <a:pt x="3120495" y="69323"/>
                  </a:lnTo>
                  <a:lnTo>
                    <a:pt x="3121567" y="69225"/>
                  </a:lnTo>
                  <a:lnTo>
                    <a:pt x="3122638" y="69127"/>
                  </a:lnTo>
                  <a:lnTo>
                    <a:pt x="3123710" y="69028"/>
                  </a:lnTo>
                  <a:lnTo>
                    <a:pt x="3124782" y="68930"/>
                  </a:lnTo>
                  <a:lnTo>
                    <a:pt x="3125853" y="68831"/>
                  </a:lnTo>
                  <a:lnTo>
                    <a:pt x="3126925" y="68733"/>
                  </a:lnTo>
                  <a:lnTo>
                    <a:pt x="3127996" y="68634"/>
                  </a:lnTo>
                  <a:lnTo>
                    <a:pt x="3129068" y="68536"/>
                  </a:lnTo>
                  <a:lnTo>
                    <a:pt x="3130140" y="68437"/>
                  </a:lnTo>
                  <a:lnTo>
                    <a:pt x="3131211" y="68338"/>
                  </a:lnTo>
                  <a:lnTo>
                    <a:pt x="3132283" y="68240"/>
                  </a:lnTo>
                  <a:lnTo>
                    <a:pt x="3133354" y="68141"/>
                  </a:lnTo>
                  <a:lnTo>
                    <a:pt x="3134426" y="68043"/>
                  </a:lnTo>
                  <a:lnTo>
                    <a:pt x="3135498" y="67944"/>
                  </a:lnTo>
                  <a:lnTo>
                    <a:pt x="3136569" y="67846"/>
                  </a:lnTo>
                  <a:lnTo>
                    <a:pt x="3137641" y="67747"/>
                  </a:lnTo>
                  <a:lnTo>
                    <a:pt x="3138712" y="67649"/>
                  </a:lnTo>
                  <a:lnTo>
                    <a:pt x="3139784" y="67550"/>
                  </a:lnTo>
                  <a:lnTo>
                    <a:pt x="3140856" y="67451"/>
                  </a:lnTo>
                  <a:lnTo>
                    <a:pt x="3141927" y="67353"/>
                  </a:lnTo>
                  <a:lnTo>
                    <a:pt x="3142999" y="67254"/>
                  </a:lnTo>
                  <a:lnTo>
                    <a:pt x="3144070" y="67155"/>
                  </a:lnTo>
                  <a:lnTo>
                    <a:pt x="3145142" y="67057"/>
                  </a:lnTo>
                  <a:lnTo>
                    <a:pt x="3146214" y="66958"/>
                  </a:lnTo>
                  <a:lnTo>
                    <a:pt x="3147285" y="66860"/>
                  </a:lnTo>
                  <a:lnTo>
                    <a:pt x="3148357" y="66761"/>
                  </a:lnTo>
                  <a:lnTo>
                    <a:pt x="3149428" y="66662"/>
                  </a:lnTo>
                  <a:lnTo>
                    <a:pt x="3150500" y="66564"/>
                  </a:lnTo>
                  <a:lnTo>
                    <a:pt x="3151572" y="66465"/>
                  </a:lnTo>
                  <a:lnTo>
                    <a:pt x="3152643" y="66366"/>
                  </a:lnTo>
                  <a:lnTo>
                    <a:pt x="3153715" y="66268"/>
                  </a:lnTo>
                  <a:lnTo>
                    <a:pt x="3154786" y="66169"/>
                  </a:lnTo>
                  <a:lnTo>
                    <a:pt x="3155858" y="66070"/>
                  </a:lnTo>
                  <a:lnTo>
                    <a:pt x="3156930" y="65972"/>
                  </a:lnTo>
                  <a:lnTo>
                    <a:pt x="3158001" y="65873"/>
                  </a:lnTo>
                  <a:lnTo>
                    <a:pt x="3159073" y="65774"/>
                  </a:lnTo>
                  <a:lnTo>
                    <a:pt x="3160144" y="65675"/>
                  </a:lnTo>
                  <a:lnTo>
                    <a:pt x="3161216" y="65577"/>
                  </a:lnTo>
                  <a:lnTo>
                    <a:pt x="3162288" y="65478"/>
                  </a:lnTo>
                  <a:lnTo>
                    <a:pt x="3163359" y="65379"/>
                  </a:lnTo>
                  <a:lnTo>
                    <a:pt x="3164431" y="65280"/>
                  </a:lnTo>
                  <a:lnTo>
                    <a:pt x="3165502" y="65182"/>
                  </a:lnTo>
                  <a:lnTo>
                    <a:pt x="3166574" y="65083"/>
                  </a:lnTo>
                  <a:lnTo>
                    <a:pt x="3167646" y="64984"/>
                  </a:lnTo>
                  <a:lnTo>
                    <a:pt x="3168717" y="64885"/>
                  </a:lnTo>
                  <a:lnTo>
                    <a:pt x="3169789" y="64787"/>
                  </a:lnTo>
                  <a:lnTo>
                    <a:pt x="3170860" y="64688"/>
                  </a:lnTo>
                  <a:lnTo>
                    <a:pt x="3171932" y="64589"/>
                  </a:lnTo>
                  <a:lnTo>
                    <a:pt x="3173004" y="64490"/>
                  </a:lnTo>
                  <a:lnTo>
                    <a:pt x="3174075" y="64391"/>
                  </a:lnTo>
                  <a:lnTo>
                    <a:pt x="3175147" y="64292"/>
                  </a:lnTo>
                  <a:lnTo>
                    <a:pt x="3176218" y="64194"/>
                  </a:lnTo>
                  <a:lnTo>
                    <a:pt x="3177290" y="64095"/>
                  </a:lnTo>
                  <a:lnTo>
                    <a:pt x="3178362" y="63996"/>
                  </a:lnTo>
                  <a:lnTo>
                    <a:pt x="3179433" y="63897"/>
                  </a:lnTo>
                  <a:lnTo>
                    <a:pt x="3180505" y="63798"/>
                  </a:lnTo>
                  <a:lnTo>
                    <a:pt x="3181576" y="63699"/>
                  </a:lnTo>
                  <a:lnTo>
                    <a:pt x="3182648" y="63601"/>
                  </a:lnTo>
                  <a:lnTo>
                    <a:pt x="3183720" y="63502"/>
                  </a:lnTo>
                  <a:lnTo>
                    <a:pt x="3184791" y="63403"/>
                  </a:lnTo>
                  <a:lnTo>
                    <a:pt x="3185863" y="63304"/>
                  </a:lnTo>
                  <a:lnTo>
                    <a:pt x="3186934" y="63205"/>
                  </a:lnTo>
                  <a:lnTo>
                    <a:pt x="3188006" y="63106"/>
                  </a:lnTo>
                  <a:lnTo>
                    <a:pt x="3189078" y="63007"/>
                  </a:lnTo>
                  <a:lnTo>
                    <a:pt x="3190149" y="62908"/>
                  </a:lnTo>
                  <a:lnTo>
                    <a:pt x="3191221" y="62809"/>
                  </a:lnTo>
                  <a:lnTo>
                    <a:pt x="3192292" y="62710"/>
                  </a:lnTo>
                  <a:lnTo>
                    <a:pt x="3193364" y="62611"/>
                  </a:lnTo>
                  <a:lnTo>
                    <a:pt x="3194436" y="62513"/>
                  </a:lnTo>
                  <a:lnTo>
                    <a:pt x="3195507" y="62414"/>
                  </a:lnTo>
                  <a:lnTo>
                    <a:pt x="3196579" y="62315"/>
                  </a:lnTo>
                  <a:lnTo>
                    <a:pt x="3197650" y="62216"/>
                  </a:lnTo>
                  <a:lnTo>
                    <a:pt x="3198722" y="62117"/>
                  </a:lnTo>
                  <a:lnTo>
                    <a:pt x="3199793" y="62018"/>
                  </a:lnTo>
                  <a:lnTo>
                    <a:pt x="3200865" y="61919"/>
                  </a:lnTo>
                  <a:lnTo>
                    <a:pt x="3201937" y="61820"/>
                  </a:lnTo>
                  <a:lnTo>
                    <a:pt x="3203008" y="61721"/>
                  </a:lnTo>
                  <a:lnTo>
                    <a:pt x="3204080" y="61622"/>
                  </a:lnTo>
                  <a:lnTo>
                    <a:pt x="3205151" y="61523"/>
                  </a:lnTo>
                  <a:lnTo>
                    <a:pt x="3206223" y="61424"/>
                  </a:lnTo>
                  <a:lnTo>
                    <a:pt x="3207295" y="61325"/>
                  </a:lnTo>
                  <a:lnTo>
                    <a:pt x="3208366" y="61226"/>
                  </a:lnTo>
                  <a:lnTo>
                    <a:pt x="3209438" y="61127"/>
                  </a:lnTo>
                  <a:lnTo>
                    <a:pt x="3210509" y="61027"/>
                  </a:lnTo>
                  <a:lnTo>
                    <a:pt x="3211581" y="60928"/>
                  </a:lnTo>
                  <a:lnTo>
                    <a:pt x="3212653" y="60829"/>
                  </a:lnTo>
                  <a:lnTo>
                    <a:pt x="3213724" y="60730"/>
                  </a:lnTo>
                  <a:lnTo>
                    <a:pt x="3214796" y="60631"/>
                  </a:lnTo>
                  <a:lnTo>
                    <a:pt x="3215867" y="60532"/>
                  </a:lnTo>
                  <a:lnTo>
                    <a:pt x="3216939" y="60433"/>
                  </a:lnTo>
                  <a:lnTo>
                    <a:pt x="3218011" y="60334"/>
                  </a:lnTo>
                  <a:lnTo>
                    <a:pt x="3219082" y="60235"/>
                  </a:lnTo>
                  <a:lnTo>
                    <a:pt x="3220154" y="60136"/>
                  </a:lnTo>
                  <a:lnTo>
                    <a:pt x="3221225" y="60037"/>
                  </a:lnTo>
                  <a:lnTo>
                    <a:pt x="3222297" y="59937"/>
                  </a:lnTo>
                  <a:lnTo>
                    <a:pt x="3223369" y="59838"/>
                  </a:lnTo>
                  <a:lnTo>
                    <a:pt x="3224440" y="59739"/>
                  </a:lnTo>
                  <a:lnTo>
                    <a:pt x="3225512" y="59640"/>
                  </a:lnTo>
                  <a:lnTo>
                    <a:pt x="3226583" y="59541"/>
                  </a:lnTo>
                  <a:lnTo>
                    <a:pt x="3227655" y="59442"/>
                  </a:lnTo>
                  <a:lnTo>
                    <a:pt x="3228727" y="59342"/>
                  </a:lnTo>
                  <a:lnTo>
                    <a:pt x="3229798" y="59243"/>
                  </a:lnTo>
                  <a:lnTo>
                    <a:pt x="3230870" y="59144"/>
                  </a:lnTo>
                  <a:lnTo>
                    <a:pt x="3231941" y="59045"/>
                  </a:lnTo>
                  <a:lnTo>
                    <a:pt x="3233013" y="58946"/>
                  </a:lnTo>
                  <a:lnTo>
                    <a:pt x="3234085" y="58846"/>
                  </a:lnTo>
                  <a:lnTo>
                    <a:pt x="3235156" y="58747"/>
                  </a:lnTo>
                  <a:lnTo>
                    <a:pt x="3236228" y="58648"/>
                  </a:lnTo>
                  <a:lnTo>
                    <a:pt x="3237299" y="58549"/>
                  </a:lnTo>
                  <a:lnTo>
                    <a:pt x="3238371" y="58450"/>
                  </a:lnTo>
                  <a:lnTo>
                    <a:pt x="3239443" y="58350"/>
                  </a:lnTo>
                  <a:lnTo>
                    <a:pt x="3240514" y="58251"/>
                  </a:lnTo>
                  <a:lnTo>
                    <a:pt x="3241586" y="58152"/>
                  </a:lnTo>
                  <a:lnTo>
                    <a:pt x="3242657" y="58053"/>
                  </a:lnTo>
                  <a:lnTo>
                    <a:pt x="3243729" y="57953"/>
                  </a:lnTo>
                  <a:lnTo>
                    <a:pt x="3244801" y="57854"/>
                  </a:lnTo>
                  <a:lnTo>
                    <a:pt x="3245872" y="57755"/>
                  </a:lnTo>
                  <a:lnTo>
                    <a:pt x="3246944" y="57655"/>
                  </a:lnTo>
                  <a:lnTo>
                    <a:pt x="3248015" y="57556"/>
                  </a:lnTo>
                  <a:lnTo>
                    <a:pt x="3249087" y="57457"/>
                  </a:lnTo>
                  <a:lnTo>
                    <a:pt x="3250159" y="57358"/>
                  </a:lnTo>
                  <a:lnTo>
                    <a:pt x="3251230" y="57258"/>
                  </a:lnTo>
                  <a:lnTo>
                    <a:pt x="3252302" y="57159"/>
                  </a:lnTo>
                  <a:lnTo>
                    <a:pt x="3253373" y="57060"/>
                  </a:lnTo>
                  <a:lnTo>
                    <a:pt x="3254445" y="56960"/>
                  </a:lnTo>
                  <a:lnTo>
                    <a:pt x="3255517" y="56861"/>
                  </a:lnTo>
                  <a:lnTo>
                    <a:pt x="3256588" y="56761"/>
                  </a:lnTo>
                  <a:lnTo>
                    <a:pt x="3257660" y="56662"/>
                  </a:lnTo>
                  <a:lnTo>
                    <a:pt x="3258731" y="56563"/>
                  </a:lnTo>
                  <a:lnTo>
                    <a:pt x="3259803" y="56463"/>
                  </a:lnTo>
                  <a:lnTo>
                    <a:pt x="3260875" y="56364"/>
                  </a:lnTo>
                  <a:lnTo>
                    <a:pt x="3261946" y="56265"/>
                  </a:lnTo>
                  <a:lnTo>
                    <a:pt x="3263018" y="56165"/>
                  </a:lnTo>
                  <a:lnTo>
                    <a:pt x="3264089" y="56066"/>
                  </a:lnTo>
                  <a:lnTo>
                    <a:pt x="3265161" y="55966"/>
                  </a:lnTo>
                  <a:lnTo>
                    <a:pt x="3266233" y="55867"/>
                  </a:lnTo>
                  <a:lnTo>
                    <a:pt x="3267304" y="55768"/>
                  </a:lnTo>
                  <a:lnTo>
                    <a:pt x="3268376" y="55668"/>
                  </a:lnTo>
                  <a:lnTo>
                    <a:pt x="3269447" y="55569"/>
                  </a:lnTo>
                  <a:lnTo>
                    <a:pt x="3270519" y="55469"/>
                  </a:lnTo>
                  <a:lnTo>
                    <a:pt x="3271591" y="55370"/>
                  </a:lnTo>
                  <a:lnTo>
                    <a:pt x="3272662" y="55270"/>
                  </a:lnTo>
                  <a:lnTo>
                    <a:pt x="3273734" y="55171"/>
                  </a:lnTo>
                  <a:lnTo>
                    <a:pt x="3274805" y="55071"/>
                  </a:lnTo>
                  <a:lnTo>
                    <a:pt x="3275877" y="54972"/>
                  </a:lnTo>
                  <a:lnTo>
                    <a:pt x="3276949" y="54872"/>
                  </a:lnTo>
                  <a:lnTo>
                    <a:pt x="3278020" y="54773"/>
                  </a:lnTo>
                  <a:lnTo>
                    <a:pt x="3279092" y="54673"/>
                  </a:lnTo>
                  <a:lnTo>
                    <a:pt x="3280163" y="54574"/>
                  </a:lnTo>
                  <a:lnTo>
                    <a:pt x="3281235" y="54474"/>
                  </a:lnTo>
                  <a:lnTo>
                    <a:pt x="3282307" y="54375"/>
                  </a:lnTo>
                  <a:lnTo>
                    <a:pt x="3283378" y="54275"/>
                  </a:lnTo>
                  <a:lnTo>
                    <a:pt x="3284450" y="54176"/>
                  </a:lnTo>
                  <a:lnTo>
                    <a:pt x="3285521" y="54076"/>
                  </a:lnTo>
                  <a:lnTo>
                    <a:pt x="3286593" y="53977"/>
                  </a:lnTo>
                  <a:lnTo>
                    <a:pt x="3287665" y="53877"/>
                  </a:lnTo>
                  <a:lnTo>
                    <a:pt x="3288736" y="53778"/>
                  </a:lnTo>
                  <a:lnTo>
                    <a:pt x="3289808" y="53678"/>
                  </a:lnTo>
                  <a:lnTo>
                    <a:pt x="3290879" y="53578"/>
                  </a:lnTo>
                  <a:lnTo>
                    <a:pt x="3291951" y="53479"/>
                  </a:lnTo>
                  <a:lnTo>
                    <a:pt x="3293023" y="53379"/>
                  </a:lnTo>
                  <a:lnTo>
                    <a:pt x="3294094" y="53280"/>
                  </a:lnTo>
                  <a:lnTo>
                    <a:pt x="3295166" y="53180"/>
                  </a:lnTo>
                  <a:lnTo>
                    <a:pt x="3296237" y="53080"/>
                  </a:lnTo>
                  <a:lnTo>
                    <a:pt x="3297309" y="52981"/>
                  </a:lnTo>
                  <a:lnTo>
                    <a:pt x="3298381" y="52881"/>
                  </a:lnTo>
                  <a:lnTo>
                    <a:pt x="3299452" y="52781"/>
                  </a:lnTo>
                  <a:lnTo>
                    <a:pt x="3300524" y="52682"/>
                  </a:lnTo>
                  <a:lnTo>
                    <a:pt x="3301595" y="52582"/>
                  </a:lnTo>
                  <a:lnTo>
                    <a:pt x="3302667" y="52483"/>
                  </a:lnTo>
                  <a:lnTo>
                    <a:pt x="3303739" y="52383"/>
                  </a:lnTo>
                  <a:lnTo>
                    <a:pt x="3304810" y="52283"/>
                  </a:lnTo>
                  <a:lnTo>
                    <a:pt x="3305882" y="52183"/>
                  </a:lnTo>
                  <a:lnTo>
                    <a:pt x="3306953" y="52084"/>
                  </a:lnTo>
                  <a:lnTo>
                    <a:pt x="3308025" y="51984"/>
                  </a:lnTo>
                  <a:lnTo>
                    <a:pt x="3309097" y="51884"/>
                  </a:lnTo>
                  <a:lnTo>
                    <a:pt x="3310168" y="51785"/>
                  </a:lnTo>
                  <a:lnTo>
                    <a:pt x="3311240" y="51685"/>
                  </a:lnTo>
                  <a:lnTo>
                    <a:pt x="3312311" y="51585"/>
                  </a:lnTo>
                  <a:lnTo>
                    <a:pt x="3313383" y="51486"/>
                  </a:lnTo>
                  <a:lnTo>
                    <a:pt x="3314455" y="51386"/>
                  </a:lnTo>
                  <a:lnTo>
                    <a:pt x="3315526" y="51286"/>
                  </a:lnTo>
                  <a:lnTo>
                    <a:pt x="3316598" y="51186"/>
                  </a:lnTo>
                  <a:lnTo>
                    <a:pt x="3317669" y="51087"/>
                  </a:lnTo>
                  <a:lnTo>
                    <a:pt x="3318741" y="50987"/>
                  </a:lnTo>
                  <a:lnTo>
                    <a:pt x="3319813" y="50887"/>
                  </a:lnTo>
                  <a:lnTo>
                    <a:pt x="3320884" y="50787"/>
                  </a:lnTo>
                  <a:lnTo>
                    <a:pt x="3321956" y="50687"/>
                  </a:lnTo>
                  <a:lnTo>
                    <a:pt x="3323027" y="50588"/>
                  </a:lnTo>
                  <a:lnTo>
                    <a:pt x="3324099" y="50488"/>
                  </a:lnTo>
                  <a:lnTo>
                    <a:pt x="3325171" y="50388"/>
                  </a:lnTo>
                  <a:lnTo>
                    <a:pt x="3326242" y="50288"/>
                  </a:lnTo>
                  <a:lnTo>
                    <a:pt x="3327314" y="50188"/>
                  </a:lnTo>
                  <a:lnTo>
                    <a:pt x="3328385" y="50089"/>
                  </a:lnTo>
                  <a:lnTo>
                    <a:pt x="3329457" y="49989"/>
                  </a:lnTo>
                  <a:lnTo>
                    <a:pt x="3330529" y="49889"/>
                  </a:lnTo>
                  <a:lnTo>
                    <a:pt x="3331600" y="49789"/>
                  </a:lnTo>
                  <a:lnTo>
                    <a:pt x="3332672" y="49689"/>
                  </a:lnTo>
                  <a:lnTo>
                    <a:pt x="3333743" y="49589"/>
                  </a:lnTo>
                  <a:lnTo>
                    <a:pt x="3334815" y="49489"/>
                  </a:lnTo>
                  <a:lnTo>
                    <a:pt x="3335887" y="49390"/>
                  </a:lnTo>
                  <a:lnTo>
                    <a:pt x="3336958" y="49290"/>
                  </a:lnTo>
                  <a:lnTo>
                    <a:pt x="3338030" y="49190"/>
                  </a:lnTo>
                  <a:lnTo>
                    <a:pt x="3339101" y="49090"/>
                  </a:lnTo>
                  <a:lnTo>
                    <a:pt x="3340173" y="48990"/>
                  </a:lnTo>
                  <a:lnTo>
                    <a:pt x="3341245" y="48890"/>
                  </a:lnTo>
                  <a:lnTo>
                    <a:pt x="3342316" y="48790"/>
                  </a:lnTo>
                  <a:lnTo>
                    <a:pt x="3343388" y="48690"/>
                  </a:lnTo>
                  <a:lnTo>
                    <a:pt x="3344459" y="48590"/>
                  </a:lnTo>
                  <a:lnTo>
                    <a:pt x="3345531" y="48490"/>
                  </a:lnTo>
                  <a:lnTo>
                    <a:pt x="3346603" y="48390"/>
                  </a:lnTo>
                  <a:lnTo>
                    <a:pt x="3347674" y="48290"/>
                  </a:lnTo>
                  <a:lnTo>
                    <a:pt x="3348746" y="48190"/>
                  </a:lnTo>
                  <a:lnTo>
                    <a:pt x="3349817" y="48090"/>
                  </a:lnTo>
                  <a:lnTo>
                    <a:pt x="3350889" y="47990"/>
                  </a:lnTo>
                  <a:lnTo>
                    <a:pt x="3351961" y="47890"/>
                  </a:lnTo>
                  <a:lnTo>
                    <a:pt x="3353032" y="47791"/>
                  </a:lnTo>
                  <a:lnTo>
                    <a:pt x="3354104" y="47691"/>
                  </a:lnTo>
                  <a:lnTo>
                    <a:pt x="3355175" y="47590"/>
                  </a:lnTo>
                  <a:lnTo>
                    <a:pt x="3356247" y="47490"/>
                  </a:lnTo>
                  <a:lnTo>
                    <a:pt x="3357319" y="47390"/>
                  </a:lnTo>
                  <a:lnTo>
                    <a:pt x="3358390" y="47290"/>
                  </a:lnTo>
                  <a:lnTo>
                    <a:pt x="3359462" y="47190"/>
                  </a:lnTo>
                  <a:lnTo>
                    <a:pt x="3360533" y="47090"/>
                  </a:lnTo>
                  <a:lnTo>
                    <a:pt x="3361605" y="46990"/>
                  </a:lnTo>
                  <a:lnTo>
                    <a:pt x="3362677" y="46890"/>
                  </a:lnTo>
                  <a:lnTo>
                    <a:pt x="3363748" y="46790"/>
                  </a:lnTo>
                  <a:lnTo>
                    <a:pt x="3364820" y="46690"/>
                  </a:lnTo>
                  <a:lnTo>
                    <a:pt x="3365891" y="46590"/>
                  </a:lnTo>
                  <a:lnTo>
                    <a:pt x="3366963" y="46490"/>
                  </a:lnTo>
                  <a:lnTo>
                    <a:pt x="3368035" y="46390"/>
                  </a:lnTo>
                  <a:lnTo>
                    <a:pt x="3369106" y="46290"/>
                  </a:lnTo>
                  <a:lnTo>
                    <a:pt x="3370178" y="46190"/>
                  </a:lnTo>
                  <a:lnTo>
                    <a:pt x="3371249" y="46090"/>
                  </a:lnTo>
                  <a:lnTo>
                    <a:pt x="3372321" y="45989"/>
                  </a:lnTo>
                  <a:lnTo>
                    <a:pt x="3373392" y="45889"/>
                  </a:lnTo>
                  <a:lnTo>
                    <a:pt x="3374464" y="45789"/>
                  </a:lnTo>
                  <a:lnTo>
                    <a:pt x="3375536" y="45689"/>
                  </a:lnTo>
                  <a:lnTo>
                    <a:pt x="3376607" y="45589"/>
                  </a:lnTo>
                  <a:lnTo>
                    <a:pt x="3377679" y="45489"/>
                  </a:lnTo>
                  <a:lnTo>
                    <a:pt x="3378750" y="45389"/>
                  </a:lnTo>
                  <a:lnTo>
                    <a:pt x="3379822" y="45288"/>
                  </a:lnTo>
                  <a:lnTo>
                    <a:pt x="3380894" y="45188"/>
                  </a:lnTo>
                  <a:lnTo>
                    <a:pt x="3381965" y="45088"/>
                  </a:lnTo>
                  <a:lnTo>
                    <a:pt x="3383037" y="44988"/>
                  </a:lnTo>
                  <a:lnTo>
                    <a:pt x="3384108" y="44888"/>
                  </a:lnTo>
                  <a:lnTo>
                    <a:pt x="3385180" y="44787"/>
                  </a:lnTo>
                  <a:lnTo>
                    <a:pt x="3386252" y="44687"/>
                  </a:lnTo>
                  <a:lnTo>
                    <a:pt x="3387323" y="44587"/>
                  </a:lnTo>
                  <a:lnTo>
                    <a:pt x="3388395" y="44487"/>
                  </a:lnTo>
                  <a:lnTo>
                    <a:pt x="3389466" y="44387"/>
                  </a:lnTo>
                  <a:lnTo>
                    <a:pt x="3390538" y="44286"/>
                  </a:lnTo>
                  <a:lnTo>
                    <a:pt x="3391610" y="44186"/>
                  </a:lnTo>
                  <a:lnTo>
                    <a:pt x="3392681" y="44086"/>
                  </a:lnTo>
                  <a:lnTo>
                    <a:pt x="3393753" y="43986"/>
                  </a:lnTo>
                  <a:lnTo>
                    <a:pt x="3394824" y="43885"/>
                  </a:lnTo>
                  <a:lnTo>
                    <a:pt x="3395896" y="43785"/>
                  </a:lnTo>
                  <a:lnTo>
                    <a:pt x="3396968" y="43685"/>
                  </a:lnTo>
                  <a:lnTo>
                    <a:pt x="3398039" y="43584"/>
                  </a:lnTo>
                  <a:lnTo>
                    <a:pt x="3399111" y="43484"/>
                  </a:lnTo>
                  <a:lnTo>
                    <a:pt x="3400182" y="43384"/>
                  </a:lnTo>
                  <a:lnTo>
                    <a:pt x="3401254" y="43283"/>
                  </a:lnTo>
                  <a:lnTo>
                    <a:pt x="3402326" y="43183"/>
                  </a:lnTo>
                  <a:lnTo>
                    <a:pt x="3403397" y="43083"/>
                  </a:lnTo>
                  <a:lnTo>
                    <a:pt x="3404469" y="42982"/>
                  </a:lnTo>
                  <a:lnTo>
                    <a:pt x="3405540" y="42882"/>
                  </a:lnTo>
                  <a:lnTo>
                    <a:pt x="3406612" y="42782"/>
                  </a:lnTo>
                  <a:lnTo>
                    <a:pt x="3407684" y="42681"/>
                  </a:lnTo>
                  <a:lnTo>
                    <a:pt x="3408755" y="42581"/>
                  </a:lnTo>
                  <a:lnTo>
                    <a:pt x="3409827" y="42481"/>
                  </a:lnTo>
                  <a:lnTo>
                    <a:pt x="3410898" y="42380"/>
                  </a:lnTo>
                  <a:lnTo>
                    <a:pt x="3411970" y="42280"/>
                  </a:lnTo>
                  <a:lnTo>
                    <a:pt x="3413042" y="42180"/>
                  </a:lnTo>
                  <a:lnTo>
                    <a:pt x="3414113" y="42079"/>
                  </a:lnTo>
                  <a:lnTo>
                    <a:pt x="3415185" y="41979"/>
                  </a:lnTo>
                  <a:lnTo>
                    <a:pt x="3416256" y="41878"/>
                  </a:lnTo>
                  <a:lnTo>
                    <a:pt x="3417328" y="41778"/>
                  </a:lnTo>
                  <a:lnTo>
                    <a:pt x="3418400" y="41677"/>
                  </a:lnTo>
                  <a:lnTo>
                    <a:pt x="3419471" y="41577"/>
                  </a:lnTo>
                  <a:lnTo>
                    <a:pt x="3420543" y="41477"/>
                  </a:lnTo>
                  <a:lnTo>
                    <a:pt x="3421614" y="41376"/>
                  </a:lnTo>
                  <a:lnTo>
                    <a:pt x="3422686" y="41276"/>
                  </a:lnTo>
                  <a:lnTo>
                    <a:pt x="3423758" y="41175"/>
                  </a:lnTo>
                  <a:lnTo>
                    <a:pt x="3424829" y="41075"/>
                  </a:lnTo>
                  <a:lnTo>
                    <a:pt x="3425901" y="40974"/>
                  </a:lnTo>
                  <a:lnTo>
                    <a:pt x="3426972" y="40874"/>
                  </a:lnTo>
                  <a:lnTo>
                    <a:pt x="3428044" y="40773"/>
                  </a:lnTo>
                  <a:lnTo>
                    <a:pt x="3429116" y="40673"/>
                  </a:lnTo>
                  <a:lnTo>
                    <a:pt x="3430187" y="40572"/>
                  </a:lnTo>
                  <a:lnTo>
                    <a:pt x="3431259" y="40472"/>
                  </a:lnTo>
                  <a:lnTo>
                    <a:pt x="3432330" y="40371"/>
                  </a:lnTo>
                  <a:lnTo>
                    <a:pt x="3433402" y="40271"/>
                  </a:lnTo>
                  <a:lnTo>
                    <a:pt x="3434474" y="40170"/>
                  </a:lnTo>
                  <a:lnTo>
                    <a:pt x="3435545" y="40070"/>
                  </a:lnTo>
                  <a:lnTo>
                    <a:pt x="3436617" y="39969"/>
                  </a:lnTo>
                  <a:lnTo>
                    <a:pt x="3437688" y="39869"/>
                  </a:lnTo>
                  <a:lnTo>
                    <a:pt x="3438760" y="39768"/>
                  </a:lnTo>
                  <a:lnTo>
                    <a:pt x="3439832" y="39667"/>
                  </a:lnTo>
                  <a:lnTo>
                    <a:pt x="3440903" y="39567"/>
                  </a:lnTo>
                  <a:lnTo>
                    <a:pt x="3441975" y="39466"/>
                  </a:lnTo>
                  <a:lnTo>
                    <a:pt x="3443046" y="39366"/>
                  </a:lnTo>
                  <a:lnTo>
                    <a:pt x="3444118" y="39265"/>
                  </a:lnTo>
                  <a:lnTo>
                    <a:pt x="3445190" y="39165"/>
                  </a:lnTo>
                  <a:lnTo>
                    <a:pt x="3446261" y="39064"/>
                  </a:lnTo>
                  <a:lnTo>
                    <a:pt x="3447333" y="38963"/>
                  </a:lnTo>
                  <a:lnTo>
                    <a:pt x="3448404" y="38863"/>
                  </a:lnTo>
                  <a:lnTo>
                    <a:pt x="3449476" y="38762"/>
                  </a:lnTo>
                  <a:lnTo>
                    <a:pt x="3450548" y="38661"/>
                  </a:lnTo>
                  <a:lnTo>
                    <a:pt x="3451619" y="38561"/>
                  </a:lnTo>
                  <a:lnTo>
                    <a:pt x="3452691" y="38460"/>
                  </a:lnTo>
                  <a:lnTo>
                    <a:pt x="3453762" y="38359"/>
                  </a:lnTo>
                  <a:lnTo>
                    <a:pt x="3454834" y="38259"/>
                  </a:lnTo>
                  <a:lnTo>
                    <a:pt x="3455906" y="38158"/>
                  </a:lnTo>
                  <a:lnTo>
                    <a:pt x="3456977" y="38057"/>
                  </a:lnTo>
                  <a:lnTo>
                    <a:pt x="3458049" y="37957"/>
                  </a:lnTo>
                  <a:lnTo>
                    <a:pt x="3459120" y="37856"/>
                  </a:lnTo>
                  <a:lnTo>
                    <a:pt x="3460192" y="37755"/>
                  </a:lnTo>
                  <a:lnTo>
                    <a:pt x="3461264" y="37655"/>
                  </a:lnTo>
                  <a:lnTo>
                    <a:pt x="3462335" y="37554"/>
                  </a:lnTo>
                  <a:lnTo>
                    <a:pt x="3463407" y="37453"/>
                  </a:lnTo>
                  <a:lnTo>
                    <a:pt x="3464478" y="37352"/>
                  </a:lnTo>
                  <a:lnTo>
                    <a:pt x="3465550" y="37252"/>
                  </a:lnTo>
                  <a:lnTo>
                    <a:pt x="3466622" y="37151"/>
                  </a:lnTo>
                  <a:lnTo>
                    <a:pt x="3467693" y="37050"/>
                  </a:lnTo>
                  <a:lnTo>
                    <a:pt x="3468765" y="36949"/>
                  </a:lnTo>
                  <a:lnTo>
                    <a:pt x="3469836" y="36849"/>
                  </a:lnTo>
                  <a:lnTo>
                    <a:pt x="3470908" y="36748"/>
                  </a:lnTo>
                  <a:lnTo>
                    <a:pt x="3471980" y="36647"/>
                  </a:lnTo>
                  <a:lnTo>
                    <a:pt x="3473051" y="36546"/>
                  </a:lnTo>
                  <a:lnTo>
                    <a:pt x="3474123" y="36445"/>
                  </a:lnTo>
                  <a:lnTo>
                    <a:pt x="3475194" y="36345"/>
                  </a:lnTo>
                  <a:lnTo>
                    <a:pt x="3476266" y="36244"/>
                  </a:lnTo>
                  <a:lnTo>
                    <a:pt x="3477338" y="36143"/>
                  </a:lnTo>
                  <a:lnTo>
                    <a:pt x="3478409" y="36042"/>
                  </a:lnTo>
                  <a:lnTo>
                    <a:pt x="3479481" y="35941"/>
                  </a:lnTo>
                  <a:lnTo>
                    <a:pt x="3480552" y="35841"/>
                  </a:lnTo>
                  <a:lnTo>
                    <a:pt x="3481624" y="35740"/>
                  </a:lnTo>
                  <a:lnTo>
                    <a:pt x="3482696" y="35639"/>
                  </a:lnTo>
                  <a:lnTo>
                    <a:pt x="3483767" y="35538"/>
                  </a:lnTo>
                  <a:lnTo>
                    <a:pt x="3484839" y="35437"/>
                  </a:lnTo>
                  <a:lnTo>
                    <a:pt x="3485910" y="35336"/>
                  </a:lnTo>
                  <a:lnTo>
                    <a:pt x="3486982" y="35235"/>
                  </a:lnTo>
                  <a:lnTo>
                    <a:pt x="3488054" y="35134"/>
                  </a:lnTo>
                  <a:lnTo>
                    <a:pt x="3489125" y="35034"/>
                  </a:lnTo>
                  <a:lnTo>
                    <a:pt x="3490197" y="34933"/>
                  </a:lnTo>
                  <a:lnTo>
                    <a:pt x="3491268" y="34832"/>
                  </a:lnTo>
                  <a:lnTo>
                    <a:pt x="3492340" y="34731"/>
                  </a:lnTo>
                  <a:lnTo>
                    <a:pt x="3493412" y="34630"/>
                  </a:lnTo>
                  <a:lnTo>
                    <a:pt x="3494483" y="34529"/>
                  </a:lnTo>
                  <a:lnTo>
                    <a:pt x="3495555" y="34428"/>
                  </a:lnTo>
                  <a:lnTo>
                    <a:pt x="3496626" y="34327"/>
                  </a:lnTo>
                  <a:lnTo>
                    <a:pt x="3497698" y="34226"/>
                  </a:lnTo>
                  <a:lnTo>
                    <a:pt x="3498770" y="34125"/>
                  </a:lnTo>
                  <a:lnTo>
                    <a:pt x="3499841" y="34024"/>
                  </a:lnTo>
                  <a:lnTo>
                    <a:pt x="3500913" y="33923"/>
                  </a:lnTo>
                  <a:lnTo>
                    <a:pt x="3501984" y="33822"/>
                  </a:lnTo>
                  <a:lnTo>
                    <a:pt x="3503056" y="33721"/>
                  </a:lnTo>
                  <a:lnTo>
                    <a:pt x="3504128" y="33620"/>
                  </a:lnTo>
                  <a:lnTo>
                    <a:pt x="3505199" y="33519"/>
                  </a:lnTo>
                  <a:lnTo>
                    <a:pt x="3506271" y="33418"/>
                  </a:lnTo>
                  <a:lnTo>
                    <a:pt x="3507342" y="33317"/>
                  </a:lnTo>
                  <a:lnTo>
                    <a:pt x="3508414" y="33216"/>
                  </a:lnTo>
                  <a:lnTo>
                    <a:pt x="3509486" y="33115"/>
                  </a:lnTo>
                  <a:lnTo>
                    <a:pt x="3510557" y="33014"/>
                  </a:lnTo>
                  <a:lnTo>
                    <a:pt x="3511629" y="32913"/>
                  </a:lnTo>
                  <a:lnTo>
                    <a:pt x="3512700" y="32812"/>
                  </a:lnTo>
                  <a:lnTo>
                    <a:pt x="3513772" y="32711"/>
                  </a:lnTo>
                  <a:lnTo>
                    <a:pt x="3514844" y="32610"/>
                  </a:lnTo>
                  <a:lnTo>
                    <a:pt x="3515915" y="32509"/>
                  </a:lnTo>
                  <a:lnTo>
                    <a:pt x="3516987" y="32408"/>
                  </a:lnTo>
                  <a:lnTo>
                    <a:pt x="3518058" y="32307"/>
                  </a:lnTo>
                  <a:lnTo>
                    <a:pt x="3519130" y="32205"/>
                  </a:lnTo>
                  <a:lnTo>
                    <a:pt x="3520202" y="32104"/>
                  </a:lnTo>
                  <a:lnTo>
                    <a:pt x="3521273" y="32003"/>
                  </a:lnTo>
                  <a:lnTo>
                    <a:pt x="3522345" y="31902"/>
                  </a:lnTo>
                  <a:lnTo>
                    <a:pt x="3523416" y="31801"/>
                  </a:lnTo>
                  <a:lnTo>
                    <a:pt x="3524488" y="31700"/>
                  </a:lnTo>
                  <a:lnTo>
                    <a:pt x="3525560" y="31599"/>
                  </a:lnTo>
                  <a:lnTo>
                    <a:pt x="3526631" y="31498"/>
                  </a:lnTo>
                  <a:lnTo>
                    <a:pt x="3527703" y="31396"/>
                  </a:lnTo>
                  <a:lnTo>
                    <a:pt x="3528774" y="31295"/>
                  </a:lnTo>
                  <a:lnTo>
                    <a:pt x="3529846" y="31194"/>
                  </a:lnTo>
                  <a:lnTo>
                    <a:pt x="3530918" y="31093"/>
                  </a:lnTo>
                  <a:lnTo>
                    <a:pt x="3531989" y="30992"/>
                  </a:lnTo>
                  <a:lnTo>
                    <a:pt x="3533061" y="30891"/>
                  </a:lnTo>
                  <a:lnTo>
                    <a:pt x="3534132" y="30789"/>
                  </a:lnTo>
                  <a:lnTo>
                    <a:pt x="3535204" y="30688"/>
                  </a:lnTo>
                  <a:lnTo>
                    <a:pt x="3536276" y="30587"/>
                  </a:lnTo>
                  <a:lnTo>
                    <a:pt x="3537347" y="30486"/>
                  </a:lnTo>
                  <a:lnTo>
                    <a:pt x="3538419" y="30384"/>
                  </a:lnTo>
                  <a:lnTo>
                    <a:pt x="3539490" y="30283"/>
                  </a:lnTo>
                  <a:lnTo>
                    <a:pt x="3540562" y="30182"/>
                  </a:lnTo>
                  <a:lnTo>
                    <a:pt x="3541634" y="30081"/>
                  </a:lnTo>
                  <a:lnTo>
                    <a:pt x="3542705" y="29979"/>
                  </a:lnTo>
                  <a:lnTo>
                    <a:pt x="3543777" y="29878"/>
                  </a:lnTo>
                  <a:lnTo>
                    <a:pt x="3544848" y="29777"/>
                  </a:lnTo>
                  <a:lnTo>
                    <a:pt x="3545920" y="29676"/>
                  </a:lnTo>
                  <a:lnTo>
                    <a:pt x="3546992" y="29574"/>
                  </a:lnTo>
                  <a:lnTo>
                    <a:pt x="3548063" y="29473"/>
                  </a:lnTo>
                  <a:lnTo>
                    <a:pt x="3549135" y="29372"/>
                  </a:lnTo>
                  <a:lnTo>
                    <a:pt x="3550206" y="29270"/>
                  </a:lnTo>
                  <a:lnTo>
                    <a:pt x="3551278" y="29169"/>
                  </a:lnTo>
                  <a:lnTo>
                    <a:pt x="3552349" y="29068"/>
                  </a:lnTo>
                  <a:lnTo>
                    <a:pt x="3553421" y="28967"/>
                  </a:lnTo>
                  <a:lnTo>
                    <a:pt x="3554493" y="28865"/>
                  </a:lnTo>
                  <a:lnTo>
                    <a:pt x="3555564" y="28764"/>
                  </a:lnTo>
                  <a:lnTo>
                    <a:pt x="3556636" y="28663"/>
                  </a:lnTo>
                  <a:lnTo>
                    <a:pt x="3557707" y="28561"/>
                  </a:lnTo>
                  <a:lnTo>
                    <a:pt x="3558779" y="28460"/>
                  </a:lnTo>
                  <a:lnTo>
                    <a:pt x="3559851" y="28358"/>
                  </a:lnTo>
                  <a:lnTo>
                    <a:pt x="3560922" y="28257"/>
                  </a:lnTo>
                  <a:lnTo>
                    <a:pt x="3561994" y="28156"/>
                  </a:lnTo>
                  <a:lnTo>
                    <a:pt x="3563065" y="28054"/>
                  </a:lnTo>
                  <a:lnTo>
                    <a:pt x="3564137" y="27953"/>
                  </a:lnTo>
                  <a:lnTo>
                    <a:pt x="3565209" y="27851"/>
                  </a:lnTo>
                  <a:lnTo>
                    <a:pt x="3566280" y="27750"/>
                  </a:lnTo>
                  <a:lnTo>
                    <a:pt x="3567352" y="27649"/>
                  </a:lnTo>
                  <a:lnTo>
                    <a:pt x="3568423" y="27547"/>
                  </a:lnTo>
                  <a:lnTo>
                    <a:pt x="3569495" y="27446"/>
                  </a:lnTo>
                  <a:lnTo>
                    <a:pt x="3570567" y="27344"/>
                  </a:lnTo>
                  <a:lnTo>
                    <a:pt x="3571638" y="27243"/>
                  </a:lnTo>
                  <a:lnTo>
                    <a:pt x="3572710" y="27141"/>
                  </a:lnTo>
                  <a:lnTo>
                    <a:pt x="3573781" y="27040"/>
                  </a:lnTo>
                  <a:lnTo>
                    <a:pt x="3574853" y="26938"/>
                  </a:lnTo>
                  <a:lnTo>
                    <a:pt x="3575925" y="26837"/>
                  </a:lnTo>
                  <a:lnTo>
                    <a:pt x="3576996" y="26735"/>
                  </a:lnTo>
                  <a:lnTo>
                    <a:pt x="3578068" y="26634"/>
                  </a:lnTo>
                  <a:lnTo>
                    <a:pt x="3579139" y="26532"/>
                  </a:lnTo>
                  <a:lnTo>
                    <a:pt x="3580211" y="26431"/>
                  </a:lnTo>
                  <a:lnTo>
                    <a:pt x="3581283" y="26329"/>
                  </a:lnTo>
                  <a:lnTo>
                    <a:pt x="3582354" y="26228"/>
                  </a:lnTo>
                  <a:lnTo>
                    <a:pt x="3583426" y="26126"/>
                  </a:lnTo>
                  <a:lnTo>
                    <a:pt x="3584497" y="26025"/>
                  </a:lnTo>
                  <a:lnTo>
                    <a:pt x="3585569" y="25923"/>
                  </a:lnTo>
                  <a:lnTo>
                    <a:pt x="3586641" y="25822"/>
                  </a:lnTo>
                  <a:lnTo>
                    <a:pt x="3587712" y="25720"/>
                  </a:lnTo>
                  <a:lnTo>
                    <a:pt x="3588784" y="25619"/>
                  </a:lnTo>
                  <a:lnTo>
                    <a:pt x="3589855" y="25517"/>
                  </a:lnTo>
                  <a:lnTo>
                    <a:pt x="3590927" y="25415"/>
                  </a:lnTo>
                  <a:lnTo>
                    <a:pt x="3591999" y="25314"/>
                  </a:lnTo>
                  <a:lnTo>
                    <a:pt x="3593070" y="25212"/>
                  </a:lnTo>
                  <a:lnTo>
                    <a:pt x="3594142" y="25111"/>
                  </a:lnTo>
                  <a:lnTo>
                    <a:pt x="3595213" y="25009"/>
                  </a:lnTo>
                  <a:lnTo>
                    <a:pt x="3596285" y="24907"/>
                  </a:lnTo>
                  <a:lnTo>
                    <a:pt x="3597357" y="24806"/>
                  </a:lnTo>
                  <a:lnTo>
                    <a:pt x="3598428" y="24704"/>
                  </a:lnTo>
                  <a:lnTo>
                    <a:pt x="3599500" y="24603"/>
                  </a:lnTo>
                  <a:lnTo>
                    <a:pt x="3600571" y="24501"/>
                  </a:lnTo>
                  <a:lnTo>
                    <a:pt x="3601643" y="24399"/>
                  </a:lnTo>
                  <a:lnTo>
                    <a:pt x="3602715" y="24298"/>
                  </a:lnTo>
                  <a:lnTo>
                    <a:pt x="3603786" y="24196"/>
                  </a:lnTo>
                  <a:lnTo>
                    <a:pt x="3604858" y="24094"/>
                  </a:lnTo>
                  <a:lnTo>
                    <a:pt x="3605929" y="23993"/>
                  </a:lnTo>
                  <a:lnTo>
                    <a:pt x="3607001" y="23891"/>
                  </a:lnTo>
                  <a:lnTo>
                    <a:pt x="3608073" y="23789"/>
                  </a:lnTo>
                  <a:lnTo>
                    <a:pt x="3609144" y="23688"/>
                  </a:lnTo>
                  <a:lnTo>
                    <a:pt x="3610216" y="23586"/>
                  </a:lnTo>
                  <a:lnTo>
                    <a:pt x="3611287" y="23484"/>
                  </a:lnTo>
                  <a:lnTo>
                    <a:pt x="3612359" y="23382"/>
                  </a:lnTo>
                  <a:lnTo>
                    <a:pt x="3613431" y="23281"/>
                  </a:lnTo>
                  <a:lnTo>
                    <a:pt x="3614502" y="23179"/>
                  </a:lnTo>
                  <a:lnTo>
                    <a:pt x="3615574" y="23077"/>
                  </a:lnTo>
                  <a:lnTo>
                    <a:pt x="3616645" y="22975"/>
                  </a:lnTo>
                  <a:lnTo>
                    <a:pt x="3617717" y="22874"/>
                  </a:lnTo>
                  <a:lnTo>
                    <a:pt x="3618789" y="22772"/>
                  </a:lnTo>
                  <a:lnTo>
                    <a:pt x="3619860" y="22670"/>
                  </a:lnTo>
                  <a:lnTo>
                    <a:pt x="3620932" y="22568"/>
                  </a:lnTo>
                  <a:lnTo>
                    <a:pt x="3622003" y="22467"/>
                  </a:lnTo>
                  <a:lnTo>
                    <a:pt x="3623075" y="22365"/>
                  </a:lnTo>
                  <a:lnTo>
                    <a:pt x="3624147" y="22263"/>
                  </a:lnTo>
                  <a:lnTo>
                    <a:pt x="3625218" y="22161"/>
                  </a:lnTo>
                  <a:lnTo>
                    <a:pt x="3626290" y="22059"/>
                  </a:lnTo>
                  <a:lnTo>
                    <a:pt x="3627361" y="21957"/>
                  </a:lnTo>
                  <a:lnTo>
                    <a:pt x="3628433" y="21856"/>
                  </a:lnTo>
                  <a:lnTo>
                    <a:pt x="3629505" y="21754"/>
                  </a:lnTo>
                  <a:lnTo>
                    <a:pt x="3630576" y="21652"/>
                  </a:lnTo>
                  <a:lnTo>
                    <a:pt x="3631648" y="21550"/>
                  </a:lnTo>
                  <a:lnTo>
                    <a:pt x="3632719" y="21448"/>
                  </a:lnTo>
                  <a:lnTo>
                    <a:pt x="3633791" y="21346"/>
                  </a:lnTo>
                  <a:lnTo>
                    <a:pt x="3634863" y="21244"/>
                  </a:lnTo>
                  <a:lnTo>
                    <a:pt x="3635934" y="21143"/>
                  </a:lnTo>
                  <a:lnTo>
                    <a:pt x="3637006" y="21041"/>
                  </a:lnTo>
                  <a:lnTo>
                    <a:pt x="3638077" y="20939"/>
                  </a:lnTo>
                  <a:lnTo>
                    <a:pt x="3639149" y="20837"/>
                  </a:lnTo>
                  <a:lnTo>
                    <a:pt x="3640221" y="20735"/>
                  </a:lnTo>
                  <a:lnTo>
                    <a:pt x="3641292" y="20633"/>
                  </a:lnTo>
                  <a:lnTo>
                    <a:pt x="3642364" y="20531"/>
                  </a:lnTo>
                  <a:lnTo>
                    <a:pt x="3643435" y="20429"/>
                  </a:lnTo>
                  <a:lnTo>
                    <a:pt x="3644507" y="20327"/>
                  </a:lnTo>
                  <a:lnTo>
                    <a:pt x="3645579" y="20225"/>
                  </a:lnTo>
                  <a:lnTo>
                    <a:pt x="3646650" y="20123"/>
                  </a:lnTo>
                  <a:lnTo>
                    <a:pt x="3647722" y="20021"/>
                  </a:lnTo>
                  <a:lnTo>
                    <a:pt x="3648793" y="19919"/>
                  </a:lnTo>
                  <a:lnTo>
                    <a:pt x="3649865" y="19817"/>
                  </a:lnTo>
                  <a:lnTo>
                    <a:pt x="3650937" y="19715"/>
                  </a:lnTo>
                  <a:lnTo>
                    <a:pt x="3652008" y="19613"/>
                  </a:lnTo>
                  <a:lnTo>
                    <a:pt x="3653080" y="19511"/>
                  </a:lnTo>
                  <a:lnTo>
                    <a:pt x="3654151" y="19409"/>
                  </a:lnTo>
                  <a:lnTo>
                    <a:pt x="3655223" y="19307"/>
                  </a:lnTo>
                  <a:lnTo>
                    <a:pt x="3656295" y="19205"/>
                  </a:lnTo>
                  <a:lnTo>
                    <a:pt x="3657366" y="19103"/>
                  </a:lnTo>
                  <a:lnTo>
                    <a:pt x="3658438" y="19001"/>
                  </a:lnTo>
                  <a:lnTo>
                    <a:pt x="3659509" y="18899"/>
                  </a:lnTo>
                  <a:lnTo>
                    <a:pt x="3660581" y="18797"/>
                  </a:lnTo>
                  <a:lnTo>
                    <a:pt x="3661653" y="18695"/>
                  </a:lnTo>
                  <a:lnTo>
                    <a:pt x="3662724" y="18593"/>
                  </a:lnTo>
                  <a:lnTo>
                    <a:pt x="3663796" y="18491"/>
                  </a:lnTo>
                  <a:lnTo>
                    <a:pt x="3664867" y="18389"/>
                  </a:lnTo>
                  <a:lnTo>
                    <a:pt x="3665939" y="18287"/>
                  </a:lnTo>
                  <a:lnTo>
                    <a:pt x="3667011" y="18185"/>
                  </a:lnTo>
                  <a:lnTo>
                    <a:pt x="3668082" y="18083"/>
                  </a:lnTo>
                  <a:lnTo>
                    <a:pt x="3669154" y="17981"/>
                  </a:lnTo>
                  <a:lnTo>
                    <a:pt x="3670225" y="17878"/>
                  </a:lnTo>
                  <a:lnTo>
                    <a:pt x="3671297" y="17776"/>
                  </a:lnTo>
                  <a:lnTo>
                    <a:pt x="3672369" y="17674"/>
                  </a:lnTo>
                  <a:lnTo>
                    <a:pt x="3673440" y="17572"/>
                  </a:lnTo>
                  <a:lnTo>
                    <a:pt x="3674512" y="17470"/>
                  </a:lnTo>
                  <a:lnTo>
                    <a:pt x="3675583" y="17368"/>
                  </a:lnTo>
                  <a:lnTo>
                    <a:pt x="3676655" y="17266"/>
                  </a:lnTo>
                  <a:lnTo>
                    <a:pt x="3677727" y="17163"/>
                  </a:lnTo>
                  <a:lnTo>
                    <a:pt x="3678798" y="17061"/>
                  </a:lnTo>
                  <a:lnTo>
                    <a:pt x="3679870" y="16959"/>
                  </a:lnTo>
                  <a:lnTo>
                    <a:pt x="3680941" y="16857"/>
                  </a:lnTo>
                  <a:lnTo>
                    <a:pt x="3682013" y="16755"/>
                  </a:lnTo>
                  <a:lnTo>
                    <a:pt x="3683085" y="16653"/>
                  </a:lnTo>
                  <a:lnTo>
                    <a:pt x="3684156" y="16550"/>
                  </a:lnTo>
                  <a:lnTo>
                    <a:pt x="3685228" y="16448"/>
                  </a:lnTo>
                  <a:lnTo>
                    <a:pt x="3686299" y="16346"/>
                  </a:lnTo>
                  <a:lnTo>
                    <a:pt x="3687371" y="16244"/>
                  </a:lnTo>
                  <a:lnTo>
                    <a:pt x="3688443" y="16141"/>
                  </a:lnTo>
                  <a:lnTo>
                    <a:pt x="3689514" y="16039"/>
                  </a:lnTo>
                  <a:lnTo>
                    <a:pt x="3690586" y="15937"/>
                  </a:lnTo>
                  <a:lnTo>
                    <a:pt x="3691657" y="15835"/>
                  </a:lnTo>
                  <a:lnTo>
                    <a:pt x="3692729" y="15732"/>
                  </a:lnTo>
                  <a:lnTo>
                    <a:pt x="3693801" y="15630"/>
                  </a:lnTo>
                  <a:lnTo>
                    <a:pt x="3694872" y="15528"/>
                  </a:lnTo>
                  <a:lnTo>
                    <a:pt x="3695944" y="15426"/>
                  </a:lnTo>
                  <a:lnTo>
                    <a:pt x="3697015" y="15323"/>
                  </a:lnTo>
                  <a:lnTo>
                    <a:pt x="3698087" y="15221"/>
                  </a:lnTo>
                  <a:lnTo>
                    <a:pt x="3699159" y="15119"/>
                  </a:lnTo>
                  <a:lnTo>
                    <a:pt x="3700230" y="15016"/>
                  </a:lnTo>
                  <a:lnTo>
                    <a:pt x="3701302" y="14914"/>
                  </a:lnTo>
                  <a:lnTo>
                    <a:pt x="3702373" y="14812"/>
                  </a:lnTo>
                  <a:lnTo>
                    <a:pt x="3703445" y="14709"/>
                  </a:lnTo>
                  <a:lnTo>
                    <a:pt x="3704517" y="14607"/>
                  </a:lnTo>
                  <a:lnTo>
                    <a:pt x="3705588" y="14505"/>
                  </a:lnTo>
                  <a:lnTo>
                    <a:pt x="3706660" y="14402"/>
                  </a:lnTo>
                  <a:lnTo>
                    <a:pt x="3707731" y="14300"/>
                  </a:lnTo>
                  <a:lnTo>
                    <a:pt x="3708803" y="14197"/>
                  </a:lnTo>
                  <a:lnTo>
                    <a:pt x="3709875" y="14095"/>
                  </a:lnTo>
                  <a:lnTo>
                    <a:pt x="3710946" y="13993"/>
                  </a:lnTo>
                  <a:lnTo>
                    <a:pt x="3712018" y="13890"/>
                  </a:lnTo>
                  <a:lnTo>
                    <a:pt x="3713089" y="13788"/>
                  </a:lnTo>
                  <a:lnTo>
                    <a:pt x="3714161" y="13685"/>
                  </a:lnTo>
                  <a:lnTo>
                    <a:pt x="3715233" y="13583"/>
                  </a:lnTo>
                  <a:lnTo>
                    <a:pt x="3716304" y="13481"/>
                  </a:lnTo>
                  <a:lnTo>
                    <a:pt x="3717376" y="13378"/>
                  </a:lnTo>
                  <a:lnTo>
                    <a:pt x="3718447" y="13276"/>
                  </a:lnTo>
                  <a:lnTo>
                    <a:pt x="3719519" y="13173"/>
                  </a:lnTo>
                  <a:lnTo>
                    <a:pt x="3720591" y="13071"/>
                  </a:lnTo>
                  <a:lnTo>
                    <a:pt x="3721662" y="12968"/>
                  </a:lnTo>
                  <a:lnTo>
                    <a:pt x="3722734" y="12866"/>
                  </a:lnTo>
                  <a:lnTo>
                    <a:pt x="3723805" y="12763"/>
                  </a:lnTo>
                  <a:lnTo>
                    <a:pt x="3724877" y="12661"/>
                  </a:lnTo>
                  <a:lnTo>
                    <a:pt x="3725949" y="12558"/>
                  </a:lnTo>
                  <a:lnTo>
                    <a:pt x="3727020" y="12456"/>
                  </a:lnTo>
                  <a:lnTo>
                    <a:pt x="3728092" y="12353"/>
                  </a:lnTo>
                  <a:lnTo>
                    <a:pt x="3729163" y="12251"/>
                  </a:lnTo>
                  <a:lnTo>
                    <a:pt x="3730235" y="12148"/>
                  </a:lnTo>
                  <a:lnTo>
                    <a:pt x="3731306" y="12046"/>
                  </a:lnTo>
                  <a:lnTo>
                    <a:pt x="3732378" y="11943"/>
                  </a:lnTo>
                  <a:lnTo>
                    <a:pt x="3733450" y="11841"/>
                  </a:lnTo>
                  <a:lnTo>
                    <a:pt x="3734521" y="11738"/>
                  </a:lnTo>
                  <a:lnTo>
                    <a:pt x="3735593" y="11636"/>
                  </a:lnTo>
                  <a:lnTo>
                    <a:pt x="3736664" y="11533"/>
                  </a:lnTo>
                  <a:lnTo>
                    <a:pt x="3737736" y="11431"/>
                  </a:lnTo>
                  <a:lnTo>
                    <a:pt x="3738808" y="11328"/>
                  </a:lnTo>
                  <a:lnTo>
                    <a:pt x="3739879" y="11225"/>
                  </a:lnTo>
                  <a:lnTo>
                    <a:pt x="3740951" y="11123"/>
                  </a:lnTo>
                  <a:lnTo>
                    <a:pt x="3742022" y="11020"/>
                  </a:lnTo>
                  <a:lnTo>
                    <a:pt x="3743094" y="10918"/>
                  </a:lnTo>
                  <a:lnTo>
                    <a:pt x="3744166" y="10815"/>
                  </a:lnTo>
                  <a:lnTo>
                    <a:pt x="3745237" y="10712"/>
                  </a:lnTo>
                  <a:lnTo>
                    <a:pt x="3746309" y="10610"/>
                  </a:lnTo>
                  <a:lnTo>
                    <a:pt x="3747380" y="10507"/>
                  </a:lnTo>
                  <a:lnTo>
                    <a:pt x="3748452" y="10404"/>
                  </a:lnTo>
                  <a:lnTo>
                    <a:pt x="3749524" y="10302"/>
                  </a:lnTo>
                  <a:lnTo>
                    <a:pt x="3750595" y="10199"/>
                  </a:lnTo>
                  <a:lnTo>
                    <a:pt x="3751667" y="10096"/>
                  </a:lnTo>
                  <a:lnTo>
                    <a:pt x="3752738" y="9994"/>
                  </a:lnTo>
                  <a:lnTo>
                    <a:pt x="3753810" y="9891"/>
                  </a:lnTo>
                  <a:lnTo>
                    <a:pt x="3754882" y="9788"/>
                  </a:lnTo>
                  <a:lnTo>
                    <a:pt x="3755953" y="9686"/>
                  </a:lnTo>
                  <a:lnTo>
                    <a:pt x="3757025" y="9583"/>
                  </a:lnTo>
                  <a:lnTo>
                    <a:pt x="3758096" y="9480"/>
                  </a:lnTo>
                  <a:lnTo>
                    <a:pt x="3759168" y="9378"/>
                  </a:lnTo>
                  <a:lnTo>
                    <a:pt x="3760240" y="9275"/>
                  </a:lnTo>
                  <a:lnTo>
                    <a:pt x="3761311" y="9172"/>
                  </a:lnTo>
                  <a:lnTo>
                    <a:pt x="3762383" y="9069"/>
                  </a:lnTo>
                  <a:lnTo>
                    <a:pt x="3763454" y="8967"/>
                  </a:lnTo>
                  <a:lnTo>
                    <a:pt x="3764526" y="8864"/>
                  </a:lnTo>
                  <a:lnTo>
                    <a:pt x="3765598" y="8761"/>
                  </a:lnTo>
                  <a:lnTo>
                    <a:pt x="3766669" y="8658"/>
                  </a:lnTo>
                  <a:lnTo>
                    <a:pt x="3767741" y="8556"/>
                  </a:lnTo>
                  <a:lnTo>
                    <a:pt x="3768812" y="8453"/>
                  </a:lnTo>
                  <a:lnTo>
                    <a:pt x="3769884" y="8350"/>
                  </a:lnTo>
                  <a:lnTo>
                    <a:pt x="3770956" y="8247"/>
                  </a:lnTo>
                  <a:lnTo>
                    <a:pt x="3772027" y="8144"/>
                  </a:lnTo>
                  <a:lnTo>
                    <a:pt x="3773099" y="8042"/>
                  </a:lnTo>
                  <a:lnTo>
                    <a:pt x="3774170" y="7939"/>
                  </a:lnTo>
                  <a:lnTo>
                    <a:pt x="3775242" y="7836"/>
                  </a:lnTo>
                  <a:lnTo>
                    <a:pt x="3776314" y="7733"/>
                  </a:lnTo>
                  <a:lnTo>
                    <a:pt x="3777385" y="7630"/>
                  </a:lnTo>
                  <a:lnTo>
                    <a:pt x="3778457" y="7527"/>
                  </a:lnTo>
                  <a:lnTo>
                    <a:pt x="3779528" y="7424"/>
                  </a:lnTo>
                  <a:lnTo>
                    <a:pt x="3780600" y="7322"/>
                  </a:lnTo>
                  <a:lnTo>
                    <a:pt x="3781672" y="7219"/>
                  </a:lnTo>
                  <a:lnTo>
                    <a:pt x="3782743" y="7116"/>
                  </a:lnTo>
                  <a:lnTo>
                    <a:pt x="3783815" y="7013"/>
                  </a:lnTo>
                  <a:lnTo>
                    <a:pt x="3784886" y="6910"/>
                  </a:lnTo>
                  <a:lnTo>
                    <a:pt x="3785958" y="6807"/>
                  </a:lnTo>
                  <a:lnTo>
                    <a:pt x="3787030" y="6704"/>
                  </a:lnTo>
                  <a:lnTo>
                    <a:pt x="3788101" y="6601"/>
                  </a:lnTo>
                  <a:lnTo>
                    <a:pt x="3789173" y="6498"/>
                  </a:lnTo>
                  <a:lnTo>
                    <a:pt x="3790244" y="6395"/>
                  </a:lnTo>
                  <a:lnTo>
                    <a:pt x="3791316" y="6293"/>
                  </a:lnTo>
                  <a:lnTo>
                    <a:pt x="3792388" y="6190"/>
                  </a:lnTo>
                  <a:lnTo>
                    <a:pt x="3793459" y="6087"/>
                  </a:lnTo>
                  <a:lnTo>
                    <a:pt x="3794531" y="5984"/>
                  </a:lnTo>
                  <a:lnTo>
                    <a:pt x="3795602" y="5881"/>
                  </a:lnTo>
                  <a:lnTo>
                    <a:pt x="3796674" y="5778"/>
                  </a:lnTo>
                  <a:lnTo>
                    <a:pt x="3797746" y="5675"/>
                  </a:lnTo>
                  <a:lnTo>
                    <a:pt x="3798817" y="5572"/>
                  </a:lnTo>
                  <a:lnTo>
                    <a:pt x="3799889" y="5469"/>
                  </a:lnTo>
                  <a:lnTo>
                    <a:pt x="3800960" y="5366"/>
                  </a:lnTo>
                  <a:lnTo>
                    <a:pt x="3802032" y="5263"/>
                  </a:lnTo>
                  <a:lnTo>
                    <a:pt x="3803104" y="5160"/>
                  </a:lnTo>
                  <a:lnTo>
                    <a:pt x="3804175" y="5057"/>
                  </a:lnTo>
                  <a:lnTo>
                    <a:pt x="3805247" y="4954"/>
                  </a:lnTo>
                  <a:lnTo>
                    <a:pt x="3806318" y="4851"/>
                  </a:lnTo>
                  <a:lnTo>
                    <a:pt x="3807390" y="4748"/>
                  </a:lnTo>
                  <a:lnTo>
                    <a:pt x="3808462" y="4645"/>
                  </a:lnTo>
                  <a:lnTo>
                    <a:pt x="3809533" y="4541"/>
                  </a:lnTo>
                  <a:lnTo>
                    <a:pt x="3810605" y="4438"/>
                  </a:lnTo>
                  <a:lnTo>
                    <a:pt x="3811676" y="4335"/>
                  </a:lnTo>
                  <a:lnTo>
                    <a:pt x="3812748" y="4232"/>
                  </a:lnTo>
                  <a:lnTo>
                    <a:pt x="3813820" y="4129"/>
                  </a:lnTo>
                  <a:lnTo>
                    <a:pt x="3814891" y="4026"/>
                  </a:lnTo>
                  <a:lnTo>
                    <a:pt x="3815963" y="3923"/>
                  </a:lnTo>
                  <a:lnTo>
                    <a:pt x="3817034" y="3820"/>
                  </a:lnTo>
                  <a:lnTo>
                    <a:pt x="3818106" y="3717"/>
                  </a:lnTo>
                  <a:lnTo>
                    <a:pt x="3819178" y="3614"/>
                  </a:lnTo>
                  <a:lnTo>
                    <a:pt x="3820249" y="3510"/>
                  </a:lnTo>
                  <a:lnTo>
                    <a:pt x="3821321" y="3407"/>
                  </a:lnTo>
                  <a:lnTo>
                    <a:pt x="3822392" y="3304"/>
                  </a:lnTo>
                  <a:lnTo>
                    <a:pt x="3823464" y="3201"/>
                  </a:lnTo>
                  <a:lnTo>
                    <a:pt x="3824536" y="3098"/>
                  </a:lnTo>
                  <a:lnTo>
                    <a:pt x="3825607" y="2995"/>
                  </a:lnTo>
                  <a:lnTo>
                    <a:pt x="3826679" y="2892"/>
                  </a:lnTo>
                  <a:lnTo>
                    <a:pt x="3827750" y="2788"/>
                  </a:lnTo>
                  <a:lnTo>
                    <a:pt x="3828822" y="2685"/>
                  </a:lnTo>
                  <a:lnTo>
                    <a:pt x="3829894" y="2582"/>
                  </a:lnTo>
                  <a:lnTo>
                    <a:pt x="3830965" y="2479"/>
                  </a:lnTo>
                  <a:lnTo>
                    <a:pt x="3832037" y="2375"/>
                  </a:lnTo>
                  <a:lnTo>
                    <a:pt x="3833108" y="2272"/>
                  </a:lnTo>
                  <a:lnTo>
                    <a:pt x="3834180" y="2169"/>
                  </a:lnTo>
                  <a:lnTo>
                    <a:pt x="3835252" y="2066"/>
                  </a:lnTo>
                  <a:lnTo>
                    <a:pt x="3836323" y="1963"/>
                  </a:lnTo>
                  <a:lnTo>
                    <a:pt x="3837395" y="1859"/>
                  </a:lnTo>
                  <a:lnTo>
                    <a:pt x="3838466" y="1756"/>
                  </a:lnTo>
                  <a:lnTo>
                    <a:pt x="3839538" y="1653"/>
                  </a:lnTo>
                  <a:lnTo>
                    <a:pt x="3840610" y="1550"/>
                  </a:lnTo>
                  <a:lnTo>
                    <a:pt x="3841681" y="1446"/>
                  </a:lnTo>
                  <a:lnTo>
                    <a:pt x="3842753" y="1343"/>
                  </a:lnTo>
                  <a:lnTo>
                    <a:pt x="3843824" y="1240"/>
                  </a:lnTo>
                  <a:lnTo>
                    <a:pt x="3844896" y="1136"/>
                  </a:lnTo>
                  <a:lnTo>
                    <a:pt x="3845968" y="1033"/>
                  </a:lnTo>
                  <a:lnTo>
                    <a:pt x="3847039" y="930"/>
                  </a:lnTo>
                  <a:lnTo>
                    <a:pt x="3848111" y="826"/>
                  </a:lnTo>
                  <a:lnTo>
                    <a:pt x="3849182" y="723"/>
                  </a:lnTo>
                  <a:lnTo>
                    <a:pt x="3850254" y="620"/>
                  </a:lnTo>
                  <a:lnTo>
                    <a:pt x="3851326" y="516"/>
                  </a:lnTo>
                  <a:lnTo>
                    <a:pt x="3852397" y="413"/>
                  </a:lnTo>
                  <a:lnTo>
                    <a:pt x="3853469" y="310"/>
                  </a:lnTo>
                  <a:lnTo>
                    <a:pt x="3854540" y="206"/>
                  </a:lnTo>
                  <a:lnTo>
                    <a:pt x="3855612" y="103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684231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tx115"/>
            <p:cNvSpPr/>
            <p:nvPr/>
          </p:nvSpPr>
          <p:spPr>
            <a:xfrm>
              <a:off x="877065" y="3689084"/>
              <a:ext cx="1495135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0.542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77065" y="3949256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0.838</a:t>
              </a:r>
            </a:p>
          </p:txBody>
        </p:sp>
        <p:sp>
          <p:nvSpPr>
            <p:cNvPr id="117" name="rc117"/>
            <p:cNvSpPr/>
            <p:nvPr/>
          </p:nvSpPr>
          <p:spPr>
            <a:xfrm>
              <a:off x="684231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tx118"/>
            <p:cNvSpPr/>
            <p:nvPr/>
          </p:nvSpPr>
          <p:spPr>
            <a:xfrm>
              <a:off x="443933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443933" y="551186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43933" y="484407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443933" y="417627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443933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23" name="pl123"/>
            <p:cNvSpPr/>
            <p:nvPr/>
          </p:nvSpPr>
          <p:spPr>
            <a:xfrm>
              <a:off x="649437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649437" y="5558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649437" y="48911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649437" y="42233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649437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469625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49170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3513790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4535872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tx132"/>
            <p:cNvSpPr/>
            <p:nvPr/>
          </p:nvSpPr>
          <p:spPr>
            <a:xfrm>
              <a:off x="1380791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2402873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0.4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424956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0.8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47038" y="628934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2469378" y="6551677"/>
              <a:ext cx="286390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5034264" y="589281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5034264" y="5225017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140"/>
            <p:cNvSpPr/>
            <p:nvPr/>
          </p:nvSpPr>
          <p:spPr>
            <a:xfrm>
              <a:off x="5034264" y="4557220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l141"/>
            <p:cNvSpPr/>
            <p:nvPr/>
          </p:nvSpPr>
          <p:spPr>
            <a:xfrm>
              <a:off x="5034264" y="3889423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l142"/>
            <p:cNvSpPr/>
            <p:nvPr/>
          </p:nvSpPr>
          <p:spPr>
            <a:xfrm>
              <a:off x="5314816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l143"/>
            <p:cNvSpPr/>
            <p:nvPr/>
          </p:nvSpPr>
          <p:spPr>
            <a:xfrm>
              <a:off x="6442218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l144"/>
            <p:cNvSpPr/>
            <p:nvPr/>
          </p:nvSpPr>
          <p:spPr>
            <a:xfrm>
              <a:off x="7569620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l145"/>
            <p:cNvSpPr/>
            <p:nvPr/>
          </p:nvSpPr>
          <p:spPr>
            <a:xfrm>
              <a:off x="8697022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l146"/>
            <p:cNvSpPr/>
            <p:nvPr/>
          </p:nvSpPr>
          <p:spPr>
            <a:xfrm>
              <a:off x="5034264" y="622671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5034264" y="555891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l148"/>
            <p:cNvSpPr/>
            <p:nvPr/>
          </p:nvSpPr>
          <p:spPr>
            <a:xfrm>
              <a:off x="5034264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034264" y="4223322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034264" y="3555525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878517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7005919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8133321" y="3555525"/>
              <a:ext cx="0" cy="2671186"/>
            </a:xfrm>
            <a:custGeom>
              <a:avLst/>
              <a:gdLst/>
              <a:ahLst/>
              <a:cxnLst/>
              <a:rect l="0" t="0" r="0" b="0"/>
              <a:pathLst>
                <a:path h="2671186">
                  <a:moveTo>
                    <a:pt x="0" y="267118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034264" y="3619617"/>
              <a:ext cx="3856684" cy="2241229"/>
            </a:xfrm>
            <a:custGeom>
              <a:avLst/>
              <a:gdLst/>
              <a:ahLst/>
              <a:cxnLst/>
              <a:rect l="0" t="0" r="0" b="0"/>
              <a:pathLst>
                <a:path w="3856684" h="2241229">
                  <a:moveTo>
                    <a:pt x="0" y="1370670"/>
                  </a:moveTo>
                  <a:lnTo>
                    <a:pt x="1071" y="1371393"/>
                  </a:lnTo>
                  <a:lnTo>
                    <a:pt x="2143" y="1372115"/>
                  </a:lnTo>
                  <a:lnTo>
                    <a:pt x="3214" y="1372837"/>
                  </a:lnTo>
                  <a:lnTo>
                    <a:pt x="4286" y="1373558"/>
                  </a:lnTo>
                  <a:lnTo>
                    <a:pt x="5357" y="1374278"/>
                  </a:lnTo>
                  <a:lnTo>
                    <a:pt x="6429" y="1374998"/>
                  </a:lnTo>
                  <a:lnTo>
                    <a:pt x="7501" y="1375717"/>
                  </a:lnTo>
                  <a:lnTo>
                    <a:pt x="8572" y="1376435"/>
                  </a:lnTo>
                  <a:lnTo>
                    <a:pt x="9644" y="1377152"/>
                  </a:lnTo>
                  <a:lnTo>
                    <a:pt x="10715" y="1377868"/>
                  </a:lnTo>
                  <a:lnTo>
                    <a:pt x="11787" y="1378584"/>
                  </a:lnTo>
                  <a:lnTo>
                    <a:pt x="12859" y="1379299"/>
                  </a:lnTo>
                  <a:lnTo>
                    <a:pt x="13930" y="1380013"/>
                  </a:lnTo>
                  <a:lnTo>
                    <a:pt x="15002" y="1380726"/>
                  </a:lnTo>
                  <a:lnTo>
                    <a:pt x="16073" y="1381439"/>
                  </a:lnTo>
                  <a:lnTo>
                    <a:pt x="17145" y="1382150"/>
                  </a:lnTo>
                  <a:lnTo>
                    <a:pt x="18217" y="1382861"/>
                  </a:lnTo>
                  <a:lnTo>
                    <a:pt x="19288" y="1383572"/>
                  </a:lnTo>
                  <a:lnTo>
                    <a:pt x="20360" y="1384281"/>
                  </a:lnTo>
                  <a:lnTo>
                    <a:pt x="21431" y="1384990"/>
                  </a:lnTo>
                  <a:lnTo>
                    <a:pt x="22503" y="1385698"/>
                  </a:lnTo>
                  <a:lnTo>
                    <a:pt x="23575" y="1386405"/>
                  </a:lnTo>
                  <a:lnTo>
                    <a:pt x="24646" y="1387111"/>
                  </a:lnTo>
                  <a:lnTo>
                    <a:pt x="25718" y="1387817"/>
                  </a:lnTo>
                  <a:lnTo>
                    <a:pt x="26789" y="1388522"/>
                  </a:lnTo>
                  <a:lnTo>
                    <a:pt x="27861" y="1389226"/>
                  </a:lnTo>
                  <a:lnTo>
                    <a:pt x="28933" y="1389929"/>
                  </a:lnTo>
                  <a:lnTo>
                    <a:pt x="30004" y="1390632"/>
                  </a:lnTo>
                  <a:lnTo>
                    <a:pt x="31076" y="1391333"/>
                  </a:lnTo>
                  <a:lnTo>
                    <a:pt x="32147" y="1392034"/>
                  </a:lnTo>
                  <a:lnTo>
                    <a:pt x="33219" y="1392734"/>
                  </a:lnTo>
                  <a:lnTo>
                    <a:pt x="34291" y="1393434"/>
                  </a:lnTo>
                  <a:lnTo>
                    <a:pt x="35362" y="1394132"/>
                  </a:lnTo>
                  <a:lnTo>
                    <a:pt x="36434" y="1394830"/>
                  </a:lnTo>
                  <a:lnTo>
                    <a:pt x="37505" y="1395527"/>
                  </a:lnTo>
                  <a:lnTo>
                    <a:pt x="38577" y="1396223"/>
                  </a:lnTo>
                  <a:lnTo>
                    <a:pt x="39649" y="1396918"/>
                  </a:lnTo>
                  <a:lnTo>
                    <a:pt x="40720" y="1397613"/>
                  </a:lnTo>
                  <a:lnTo>
                    <a:pt x="41792" y="1398307"/>
                  </a:lnTo>
                  <a:lnTo>
                    <a:pt x="42863" y="1399000"/>
                  </a:lnTo>
                  <a:lnTo>
                    <a:pt x="43935" y="1399692"/>
                  </a:lnTo>
                  <a:lnTo>
                    <a:pt x="45007" y="1400383"/>
                  </a:lnTo>
                  <a:lnTo>
                    <a:pt x="46078" y="1401074"/>
                  </a:lnTo>
                  <a:lnTo>
                    <a:pt x="47150" y="1401764"/>
                  </a:lnTo>
                  <a:lnTo>
                    <a:pt x="48221" y="1402453"/>
                  </a:lnTo>
                  <a:lnTo>
                    <a:pt x="49293" y="1403141"/>
                  </a:lnTo>
                  <a:lnTo>
                    <a:pt x="50365" y="1403829"/>
                  </a:lnTo>
                  <a:lnTo>
                    <a:pt x="51436" y="1404515"/>
                  </a:lnTo>
                  <a:lnTo>
                    <a:pt x="52508" y="1405201"/>
                  </a:lnTo>
                  <a:lnTo>
                    <a:pt x="53579" y="1405886"/>
                  </a:lnTo>
                  <a:lnTo>
                    <a:pt x="54651" y="1406570"/>
                  </a:lnTo>
                  <a:lnTo>
                    <a:pt x="55723" y="1407254"/>
                  </a:lnTo>
                  <a:lnTo>
                    <a:pt x="56794" y="1407936"/>
                  </a:lnTo>
                  <a:lnTo>
                    <a:pt x="57866" y="1408618"/>
                  </a:lnTo>
                  <a:lnTo>
                    <a:pt x="58937" y="1409299"/>
                  </a:lnTo>
                  <a:lnTo>
                    <a:pt x="60009" y="1409979"/>
                  </a:lnTo>
                  <a:lnTo>
                    <a:pt x="61081" y="1410659"/>
                  </a:lnTo>
                  <a:lnTo>
                    <a:pt x="62152" y="1411337"/>
                  </a:lnTo>
                  <a:lnTo>
                    <a:pt x="63224" y="1412015"/>
                  </a:lnTo>
                  <a:lnTo>
                    <a:pt x="64295" y="1412692"/>
                  </a:lnTo>
                  <a:lnTo>
                    <a:pt x="65367" y="1413368"/>
                  </a:lnTo>
                  <a:lnTo>
                    <a:pt x="66439" y="1414043"/>
                  </a:lnTo>
                  <a:lnTo>
                    <a:pt x="67510" y="1414718"/>
                  </a:lnTo>
                  <a:lnTo>
                    <a:pt x="68582" y="1415391"/>
                  </a:lnTo>
                  <a:lnTo>
                    <a:pt x="69653" y="1416064"/>
                  </a:lnTo>
                  <a:lnTo>
                    <a:pt x="70725" y="1416736"/>
                  </a:lnTo>
                  <a:lnTo>
                    <a:pt x="71797" y="1417407"/>
                  </a:lnTo>
                  <a:lnTo>
                    <a:pt x="72868" y="1418078"/>
                  </a:lnTo>
                  <a:lnTo>
                    <a:pt x="73940" y="1418747"/>
                  </a:lnTo>
                  <a:lnTo>
                    <a:pt x="75011" y="1419416"/>
                  </a:lnTo>
                  <a:lnTo>
                    <a:pt x="76083" y="1420084"/>
                  </a:lnTo>
                  <a:lnTo>
                    <a:pt x="77155" y="1420751"/>
                  </a:lnTo>
                  <a:lnTo>
                    <a:pt x="78226" y="1421417"/>
                  </a:lnTo>
                  <a:lnTo>
                    <a:pt x="79298" y="1422082"/>
                  </a:lnTo>
                  <a:lnTo>
                    <a:pt x="80369" y="1422747"/>
                  </a:lnTo>
                  <a:lnTo>
                    <a:pt x="81441" y="1423410"/>
                  </a:lnTo>
                  <a:lnTo>
                    <a:pt x="82513" y="1424073"/>
                  </a:lnTo>
                  <a:lnTo>
                    <a:pt x="83584" y="1424735"/>
                  </a:lnTo>
                  <a:lnTo>
                    <a:pt x="84656" y="1425396"/>
                  </a:lnTo>
                  <a:lnTo>
                    <a:pt x="85727" y="1426057"/>
                  </a:lnTo>
                  <a:lnTo>
                    <a:pt x="86799" y="1426716"/>
                  </a:lnTo>
                  <a:lnTo>
                    <a:pt x="87871" y="1427375"/>
                  </a:lnTo>
                  <a:lnTo>
                    <a:pt x="88942" y="1428033"/>
                  </a:lnTo>
                  <a:lnTo>
                    <a:pt x="90014" y="1428690"/>
                  </a:lnTo>
                  <a:lnTo>
                    <a:pt x="91085" y="1429346"/>
                  </a:lnTo>
                  <a:lnTo>
                    <a:pt x="92157" y="1430001"/>
                  </a:lnTo>
                  <a:lnTo>
                    <a:pt x="93229" y="1430655"/>
                  </a:lnTo>
                  <a:lnTo>
                    <a:pt x="94300" y="1431309"/>
                  </a:lnTo>
                  <a:lnTo>
                    <a:pt x="95372" y="1431962"/>
                  </a:lnTo>
                  <a:lnTo>
                    <a:pt x="96443" y="1432613"/>
                  </a:lnTo>
                  <a:lnTo>
                    <a:pt x="97515" y="1433264"/>
                  </a:lnTo>
                  <a:lnTo>
                    <a:pt x="98587" y="1433915"/>
                  </a:lnTo>
                  <a:lnTo>
                    <a:pt x="99658" y="1434564"/>
                  </a:lnTo>
                  <a:lnTo>
                    <a:pt x="100730" y="1435212"/>
                  </a:lnTo>
                  <a:lnTo>
                    <a:pt x="101801" y="1435860"/>
                  </a:lnTo>
                  <a:lnTo>
                    <a:pt x="102873" y="1436506"/>
                  </a:lnTo>
                  <a:lnTo>
                    <a:pt x="103945" y="1437152"/>
                  </a:lnTo>
                  <a:lnTo>
                    <a:pt x="105016" y="1437797"/>
                  </a:lnTo>
                  <a:lnTo>
                    <a:pt x="106088" y="1438441"/>
                  </a:lnTo>
                  <a:lnTo>
                    <a:pt x="107159" y="1439084"/>
                  </a:lnTo>
                  <a:lnTo>
                    <a:pt x="108231" y="1439727"/>
                  </a:lnTo>
                  <a:lnTo>
                    <a:pt x="109303" y="1440368"/>
                  </a:lnTo>
                  <a:lnTo>
                    <a:pt x="110374" y="1441009"/>
                  </a:lnTo>
                  <a:lnTo>
                    <a:pt x="111446" y="1441648"/>
                  </a:lnTo>
                  <a:lnTo>
                    <a:pt x="112517" y="1442287"/>
                  </a:lnTo>
                  <a:lnTo>
                    <a:pt x="113589" y="1442925"/>
                  </a:lnTo>
                  <a:lnTo>
                    <a:pt x="114661" y="1443562"/>
                  </a:lnTo>
                  <a:lnTo>
                    <a:pt x="115732" y="1444198"/>
                  </a:lnTo>
                  <a:lnTo>
                    <a:pt x="116804" y="1444833"/>
                  </a:lnTo>
                  <a:lnTo>
                    <a:pt x="117875" y="1445468"/>
                  </a:lnTo>
                  <a:lnTo>
                    <a:pt x="118947" y="1446101"/>
                  </a:lnTo>
                  <a:lnTo>
                    <a:pt x="120019" y="1446734"/>
                  </a:lnTo>
                  <a:lnTo>
                    <a:pt x="121090" y="1447365"/>
                  </a:lnTo>
                  <a:lnTo>
                    <a:pt x="122162" y="1447996"/>
                  </a:lnTo>
                  <a:lnTo>
                    <a:pt x="123233" y="1448626"/>
                  </a:lnTo>
                  <a:lnTo>
                    <a:pt x="124305" y="1449255"/>
                  </a:lnTo>
                  <a:lnTo>
                    <a:pt x="125377" y="1449883"/>
                  </a:lnTo>
                  <a:lnTo>
                    <a:pt x="126448" y="1450510"/>
                  </a:lnTo>
                  <a:lnTo>
                    <a:pt x="127520" y="1451136"/>
                  </a:lnTo>
                  <a:lnTo>
                    <a:pt x="128591" y="1451762"/>
                  </a:lnTo>
                  <a:lnTo>
                    <a:pt x="129663" y="1452386"/>
                  </a:lnTo>
                  <a:lnTo>
                    <a:pt x="130735" y="1453010"/>
                  </a:lnTo>
                  <a:lnTo>
                    <a:pt x="131806" y="1453632"/>
                  </a:lnTo>
                  <a:lnTo>
                    <a:pt x="132878" y="1454254"/>
                  </a:lnTo>
                  <a:lnTo>
                    <a:pt x="133949" y="1454875"/>
                  </a:lnTo>
                  <a:lnTo>
                    <a:pt x="135021" y="1455495"/>
                  </a:lnTo>
                  <a:lnTo>
                    <a:pt x="136093" y="1456114"/>
                  </a:lnTo>
                  <a:lnTo>
                    <a:pt x="137164" y="1456732"/>
                  </a:lnTo>
                  <a:lnTo>
                    <a:pt x="138236" y="1457349"/>
                  </a:lnTo>
                  <a:lnTo>
                    <a:pt x="139307" y="1457965"/>
                  </a:lnTo>
                  <a:lnTo>
                    <a:pt x="140379" y="1458580"/>
                  </a:lnTo>
                  <a:lnTo>
                    <a:pt x="141451" y="1459194"/>
                  </a:lnTo>
                  <a:lnTo>
                    <a:pt x="142522" y="1459808"/>
                  </a:lnTo>
                  <a:lnTo>
                    <a:pt x="143594" y="1460420"/>
                  </a:lnTo>
                  <a:lnTo>
                    <a:pt x="144665" y="1461032"/>
                  </a:lnTo>
                  <a:lnTo>
                    <a:pt x="145737" y="1461642"/>
                  </a:lnTo>
                  <a:lnTo>
                    <a:pt x="146809" y="1462252"/>
                  </a:lnTo>
                  <a:lnTo>
                    <a:pt x="147880" y="1462860"/>
                  </a:lnTo>
                  <a:lnTo>
                    <a:pt x="148952" y="1463468"/>
                  </a:lnTo>
                  <a:lnTo>
                    <a:pt x="150023" y="1464075"/>
                  </a:lnTo>
                  <a:lnTo>
                    <a:pt x="151095" y="1464681"/>
                  </a:lnTo>
                  <a:lnTo>
                    <a:pt x="152167" y="1465285"/>
                  </a:lnTo>
                  <a:lnTo>
                    <a:pt x="153238" y="1465889"/>
                  </a:lnTo>
                  <a:lnTo>
                    <a:pt x="154310" y="1466492"/>
                  </a:lnTo>
                  <a:lnTo>
                    <a:pt x="155381" y="1467094"/>
                  </a:lnTo>
                  <a:lnTo>
                    <a:pt x="156453" y="1467695"/>
                  </a:lnTo>
                  <a:lnTo>
                    <a:pt x="157525" y="1468295"/>
                  </a:lnTo>
                  <a:lnTo>
                    <a:pt x="158596" y="1468894"/>
                  </a:lnTo>
                  <a:lnTo>
                    <a:pt x="159668" y="1469492"/>
                  </a:lnTo>
                  <a:lnTo>
                    <a:pt x="160739" y="1470089"/>
                  </a:lnTo>
                  <a:lnTo>
                    <a:pt x="161811" y="1470685"/>
                  </a:lnTo>
                  <a:lnTo>
                    <a:pt x="162883" y="1471280"/>
                  </a:lnTo>
                  <a:lnTo>
                    <a:pt x="163954" y="1471875"/>
                  </a:lnTo>
                  <a:lnTo>
                    <a:pt x="165026" y="1472468"/>
                  </a:lnTo>
                  <a:lnTo>
                    <a:pt x="166097" y="1473060"/>
                  </a:lnTo>
                  <a:lnTo>
                    <a:pt x="167169" y="1473651"/>
                  </a:lnTo>
                  <a:lnTo>
                    <a:pt x="168241" y="1474241"/>
                  </a:lnTo>
                  <a:lnTo>
                    <a:pt x="169312" y="1474830"/>
                  </a:lnTo>
                  <a:lnTo>
                    <a:pt x="170384" y="1475419"/>
                  </a:lnTo>
                  <a:lnTo>
                    <a:pt x="171455" y="1476006"/>
                  </a:lnTo>
                  <a:lnTo>
                    <a:pt x="172527" y="1476592"/>
                  </a:lnTo>
                  <a:lnTo>
                    <a:pt x="173599" y="1477177"/>
                  </a:lnTo>
                  <a:lnTo>
                    <a:pt x="174670" y="1477761"/>
                  </a:lnTo>
                  <a:lnTo>
                    <a:pt x="175742" y="1478345"/>
                  </a:lnTo>
                  <a:lnTo>
                    <a:pt x="176813" y="1478927"/>
                  </a:lnTo>
                  <a:lnTo>
                    <a:pt x="177885" y="1479508"/>
                  </a:lnTo>
                  <a:lnTo>
                    <a:pt x="178956" y="1480088"/>
                  </a:lnTo>
                  <a:lnTo>
                    <a:pt x="180028" y="1480667"/>
                  </a:lnTo>
                  <a:lnTo>
                    <a:pt x="181100" y="1481245"/>
                  </a:lnTo>
                  <a:lnTo>
                    <a:pt x="182171" y="1481822"/>
                  </a:lnTo>
                  <a:lnTo>
                    <a:pt x="183243" y="1482398"/>
                  </a:lnTo>
                  <a:lnTo>
                    <a:pt x="184314" y="1482973"/>
                  </a:lnTo>
                  <a:lnTo>
                    <a:pt x="185386" y="1483547"/>
                  </a:lnTo>
                  <a:lnTo>
                    <a:pt x="186458" y="1484120"/>
                  </a:lnTo>
                  <a:lnTo>
                    <a:pt x="187529" y="1484692"/>
                  </a:lnTo>
                  <a:lnTo>
                    <a:pt x="188601" y="1485262"/>
                  </a:lnTo>
                  <a:lnTo>
                    <a:pt x="189672" y="1485832"/>
                  </a:lnTo>
                  <a:lnTo>
                    <a:pt x="190744" y="1486401"/>
                  </a:lnTo>
                  <a:lnTo>
                    <a:pt x="191816" y="1486969"/>
                  </a:lnTo>
                  <a:lnTo>
                    <a:pt x="192887" y="1487535"/>
                  </a:lnTo>
                  <a:lnTo>
                    <a:pt x="193959" y="1488101"/>
                  </a:lnTo>
                  <a:lnTo>
                    <a:pt x="195030" y="1488665"/>
                  </a:lnTo>
                  <a:lnTo>
                    <a:pt x="196102" y="1489228"/>
                  </a:lnTo>
                  <a:lnTo>
                    <a:pt x="197174" y="1489791"/>
                  </a:lnTo>
                  <a:lnTo>
                    <a:pt x="198245" y="1490352"/>
                  </a:lnTo>
                  <a:lnTo>
                    <a:pt x="199317" y="1490912"/>
                  </a:lnTo>
                  <a:lnTo>
                    <a:pt x="200388" y="1491471"/>
                  </a:lnTo>
                  <a:lnTo>
                    <a:pt x="201460" y="1492029"/>
                  </a:lnTo>
                  <a:lnTo>
                    <a:pt x="202532" y="1492586"/>
                  </a:lnTo>
                  <a:lnTo>
                    <a:pt x="203603" y="1493142"/>
                  </a:lnTo>
                  <a:lnTo>
                    <a:pt x="204675" y="1493696"/>
                  </a:lnTo>
                  <a:lnTo>
                    <a:pt x="205746" y="1494250"/>
                  </a:lnTo>
                  <a:lnTo>
                    <a:pt x="206818" y="1494803"/>
                  </a:lnTo>
                  <a:lnTo>
                    <a:pt x="207890" y="1495354"/>
                  </a:lnTo>
                  <a:lnTo>
                    <a:pt x="208961" y="1495904"/>
                  </a:lnTo>
                  <a:lnTo>
                    <a:pt x="210033" y="1496453"/>
                  </a:lnTo>
                  <a:lnTo>
                    <a:pt x="211104" y="1497001"/>
                  </a:lnTo>
                  <a:lnTo>
                    <a:pt x="212176" y="1497548"/>
                  </a:lnTo>
                  <a:lnTo>
                    <a:pt x="213248" y="1498094"/>
                  </a:lnTo>
                  <a:lnTo>
                    <a:pt x="214319" y="1498639"/>
                  </a:lnTo>
                  <a:lnTo>
                    <a:pt x="215391" y="1499182"/>
                  </a:lnTo>
                  <a:lnTo>
                    <a:pt x="216462" y="1499725"/>
                  </a:lnTo>
                  <a:lnTo>
                    <a:pt x="217534" y="1500266"/>
                  </a:lnTo>
                  <a:lnTo>
                    <a:pt x="218606" y="1500806"/>
                  </a:lnTo>
                  <a:lnTo>
                    <a:pt x="219677" y="1501345"/>
                  </a:lnTo>
                  <a:lnTo>
                    <a:pt x="220749" y="1501883"/>
                  </a:lnTo>
                  <a:lnTo>
                    <a:pt x="221820" y="1502420"/>
                  </a:lnTo>
                  <a:lnTo>
                    <a:pt x="222892" y="1502955"/>
                  </a:lnTo>
                  <a:lnTo>
                    <a:pt x="223964" y="1503490"/>
                  </a:lnTo>
                  <a:lnTo>
                    <a:pt x="225035" y="1504023"/>
                  </a:lnTo>
                  <a:lnTo>
                    <a:pt x="226107" y="1504555"/>
                  </a:lnTo>
                  <a:lnTo>
                    <a:pt x="227178" y="1505086"/>
                  </a:lnTo>
                  <a:lnTo>
                    <a:pt x="228250" y="1505615"/>
                  </a:lnTo>
                  <a:lnTo>
                    <a:pt x="229322" y="1506144"/>
                  </a:lnTo>
                  <a:lnTo>
                    <a:pt x="230393" y="1506671"/>
                  </a:lnTo>
                  <a:lnTo>
                    <a:pt x="231465" y="1507197"/>
                  </a:lnTo>
                  <a:lnTo>
                    <a:pt x="232536" y="1507722"/>
                  </a:lnTo>
                  <a:lnTo>
                    <a:pt x="233608" y="1508246"/>
                  </a:lnTo>
                  <a:lnTo>
                    <a:pt x="234680" y="1508768"/>
                  </a:lnTo>
                  <a:lnTo>
                    <a:pt x="235751" y="1509290"/>
                  </a:lnTo>
                  <a:lnTo>
                    <a:pt x="236823" y="1509810"/>
                  </a:lnTo>
                  <a:lnTo>
                    <a:pt x="237894" y="1510329"/>
                  </a:lnTo>
                  <a:lnTo>
                    <a:pt x="238966" y="1510846"/>
                  </a:lnTo>
                  <a:lnTo>
                    <a:pt x="240038" y="1511363"/>
                  </a:lnTo>
                  <a:lnTo>
                    <a:pt x="241109" y="1511878"/>
                  </a:lnTo>
                  <a:lnTo>
                    <a:pt x="242181" y="1512392"/>
                  </a:lnTo>
                  <a:lnTo>
                    <a:pt x="243252" y="1512905"/>
                  </a:lnTo>
                  <a:lnTo>
                    <a:pt x="244324" y="1513416"/>
                  </a:lnTo>
                  <a:lnTo>
                    <a:pt x="245396" y="1513926"/>
                  </a:lnTo>
                  <a:lnTo>
                    <a:pt x="246467" y="1514435"/>
                  </a:lnTo>
                  <a:lnTo>
                    <a:pt x="247539" y="1514943"/>
                  </a:lnTo>
                  <a:lnTo>
                    <a:pt x="248610" y="1515450"/>
                  </a:lnTo>
                  <a:lnTo>
                    <a:pt x="249682" y="1515955"/>
                  </a:lnTo>
                  <a:lnTo>
                    <a:pt x="250754" y="1516459"/>
                  </a:lnTo>
                  <a:lnTo>
                    <a:pt x="251825" y="1516961"/>
                  </a:lnTo>
                  <a:lnTo>
                    <a:pt x="252897" y="1517463"/>
                  </a:lnTo>
                  <a:lnTo>
                    <a:pt x="253968" y="1517963"/>
                  </a:lnTo>
                  <a:lnTo>
                    <a:pt x="255040" y="1518462"/>
                  </a:lnTo>
                  <a:lnTo>
                    <a:pt x="256112" y="1518959"/>
                  </a:lnTo>
                  <a:lnTo>
                    <a:pt x="257183" y="1519455"/>
                  </a:lnTo>
                  <a:lnTo>
                    <a:pt x="258255" y="1519950"/>
                  </a:lnTo>
                  <a:lnTo>
                    <a:pt x="259326" y="1520444"/>
                  </a:lnTo>
                  <a:lnTo>
                    <a:pt x="260398" y="1520936"/>
                  </a:lnTo>
                  <a:lnTo>
                    <a:pt x="261470" y="1521427"/>
                  </a:lnTo>
                  <a:lnTo>
                    <a:pt x="262541" y="1521917"/>
                  </a:lnTo>
                  <a:lnTo>
                    <a:pt x="263613" y="1522405"/>
                  </a:lnTo>
                  <a:lnTo>
                    <a:pt x="264684" y="1522892"/>
                  </a:lnTo>
                  <a:lnTo>
                    <a:pt x="265756" y="1523377"/>
                  </a:lnTo>
                  <a:lnTo>
                    <a:pt x="266828" y="1523862"/>
                  </a:lnTo>
                  <a:lnTo>
                    <a:pt x="267899" y="1524345"/>
                  </a:lnTo>
                  <a:lnTo>
                    <a:pt x="268971" y="1524826"/>
                  </a:lnTo>
                  <a:lnTo>
                    <a:pt x="270042" y="1525306"/>
                  </a:lnTo>
                  <a:lnTo>
                    <a:pt x="271114" y="1525785"/>
                  </a:lnTo>
                  <a:lnTo>
                    <a:pt x="272186" y="1526263"/>
                  </a:lnTo>
                  <a:lnTo>
                    <a:pt x="273257" y="1526739"/>
                  </a:lnTo>
                  <a:lnTo>
                    <a:pt x="274329" y="1527213"/>
                  </a:lnTo>
                  <a:lnTo>
                    <a:pt x="275400" y="1527687"/>
                  </a:lnTo>
                  <a:lnTo>
                    <a:pt x="276472" y="1528159"/>
                  </a:lnTo>
                  <a:lnTo>
                    <a:pt x="277544" y="1528629"/>
                  </a:lnTo>
                  <a:lnTo>
                    <a:pt x="278615" y="1529098"/>
                  </a:lnTo>
                  <a:lnTo>
                    <a:pt x="279687" y="1529566"/>
                  </a:lnTo>
                  <a:lnTo>
                    <a:pt x="280758" y="1530032"/>
                  </a:lnTo>
                  <a:lnTo>
                    <a:pt x="281830" y="1530497"/>
                  </a:lnTo>
                  <a:lnTo>
                    <a:pt x="282902" y="1530960"/>
                  </a:lnTo>
                  <a:lnTo>
                    <a:pt x="283973" y="1531422"/>
                  </a:lnTo>
                  <a:lnTo>
                    <a:pt x="285045" y="1531883"/>
                  </a:lnTo>
                  <a:lnTo>
                    <a:pt x="286116" y="1532342"/>
                  </a:lnTo>
                  <a:lnTo>
                    <a:pt x="287188" y="1532799"/>
                  </a:lnTo>
                  <a:lnTo>
                    <a:pt x="288260" y="1533255"/>
                  </a:lnTo>
                  <a:lnTo>
                    <a:pt x="289331" y="1533710"/>
                  </a:lnTo>
                  <a:lnTo>
                    <a:pt x="290403" y="1534163"/>
                  </a:lnTo>
                  <a:lnTo>
                    <a:pt x="291474" y="1534614"/>
                  </a:lnTo>
                  <a:lnTo>
                    <a:pt x="292546" y="1535064"/>
                  </a:lnTo>
                  <a:lnTo>
                    <a:pt x="293618" y="1535513"/>
                  </a:lnTo>
                  <a:lnTo>
                    <a:pt x="294689" y="1535960"/>
                  </a:lnTo>
                  <a:lnTo>
                    <a:pt x="295761" y="1536405"/>
                  </a:lnTo>
                  <a:lnTo>
                    <a:pt x="296832" y="1536849"/>
                  </a:lnTo>
                  <a:lnTo>
                    <a:pt x="297904" y="1537291"/>
                  </a:lnTo>
                  <a:lnTo>
                    <a:pt x="298976" y="1537731"/>
                  </a:lnTo>
                  <a:lnTo>
                    <a:pt x="300047" y="1538170"/>
                  </a:lnTo>
                  <a:lnTo>
                    <a:pt x="301119" y="1538608"/>
                  </a:lnTo>
                  <a:lnTo>
                    <a:pt x="302190" y="1539043"/>
                  </a:lnTo>
                  <a:lnTo>
                    <a:pt x="303262" y="1539477"/>
                  </a:lnTo>
                  <a:lnTo>
                    <a:pt x="304334" y="1539910"/>
                  </a:lnTo>
                  <a:lnTo>
                    <a:pt x="305405" y="1540340"/>
                  </a:lnTo>
                  <a:lnTo>
                    <a:pt x="306477" y="1540770"/>
                  </a:lnTo>
                  <a:lnTo>
                    <a:pt x="307548" y="1541197"/>
                  </a:lnTo>
                  <a:lnTo>
                    <a:pt x="308620" y="1541623"/>
                  </a:lnTo>
                  <a:lnTo>
                    <a:pt x="309692" y="1542046"/>
                  </a:lnTo>
                  <a:lnTo>
                    <a:pt x="310763" y="1542469"/>
                  </a:lnTo>
                  <a:lnTo>
                    <a:pt x="311835" y="1542889"/>
                  </a:lnTo>
                  <a:lnTo>
                    <a:pt x="312906" y="1543308"/>
                  </a:lnTo>
                  <a:lnTo>
                    <a:pt x="313978" y="1543725"/>
                  </a:lnTo>
                  <a:lnTo>
                    <a:pt x="315050" y="1544140"/>
                  </a:lnTo>
                  <a:lnTo>
                    <a:pt x="316121" y="1544553"/>
                  </a:lnTo>
                  <a:lnTo>
                    <a:pt x="317193" y="1544965"/>
                  </a:lnTo>
                  <a:lnTo>
                    <a:pt x="318264" y="1545375"/>
                  </a:lnTo>
                  <a:lnTo>
                    <a:pt x="319336" y="1545783"/>
                  </a:lnTo>
                  <a:lnTo>
                    <a:pt x="320408" y="1546189"/>
                  </a:lnTo>
                  <a:lnTo>
                    <a:pt x="321479" y="1546594"/>
                  </a:lnTo>
                  <a:lnTo>
                    <a:pt x="322551" y="1546996"/>
                  </a:lnTo>
                  <a:lnTo>
                    <a:pt x="323622" y="1547397"/>
                  </a:lnTo>
                  <a:lnTo>
                    <a:pt x="324694" y="1547796"/>
                  </a:lnTo>
                  <a:lnTo>
                    <a:pt x="325766" y="1548193"/>
                  </a:lnTo>
                  <a:lnTo>
                    <a:pt x="326837" y="1548588"/>
                  </a:lnTo>
                  <a:lnTo>
                    <a:pt x="327909" y="1548981"/>
                  </a:lnTo>
                  <a:lnTo>
                    <a:pt x="328980" y="1549372"/>
                  </a:lnTo>
                  <a:lnTo>
                    <a:pt x="330052" y="1549761"/>
                  </a:lnTo>
                  <a:lnTo>
                    <a:pt x="331124" y="1550149"/>
                  </a:lnTo>
                  <a:lnTo>
                    <a:pt x="332195" y="1550534"/>
                  </a:lnTo>
                  <a:lnTo>
                    <a:pt x="333267" y="1550918"/>
                  </a:lnTo>
                  <a:lnTo>
                    <a:pt x="334338" y="1551299"/>
                  </a:lnTo>
                  <a:lnTo>
                    <a:pt x="335410" y="1551679"/>
                  </a:lnTo>
                  <a:lnTo>
                    <a:pt x="336482" y="1552056"/>
                  </a:lnTo>
                  <a:lnTo>
                    <a:pt x="337553" y="1552432"/>
                  </a:lnTo>
                  <a:lnTo>
                    <a:pt x="338625" y="1552805"/>
                  </a:lnTo>
                  <a:lnTo>
                    <a:pt x="339696" y="1553177"/>
                  </a:lnTo>
                  <a:lnTo>
                    <a:pt x="340768" y="1553546"/>
                  </a:lnTo>
                  <a:lnTo>
                    <a:pt x="341840" y="1553914"/>
                  </a:lnTo>
                  <a:lnTo>
                    <a:pt x="342911" y="1554279"/>
                  </a:lnTo>
                  <a:lnTo>
                    <a:pt x="343983" y="1554642"/>
                  </a:lnTo>
                  <a:lnTo>
                    <a:pt x="345054" y="1555004"/>
                  </a:lnTo>
                  <a:lnTo>
                    <a:pt x="346126" y="1555363"/>
                  </a:lnTo>
                  <a:lnTo>
                    <a:pt x="347198" y="1555720"/>
                  </a:lnTo>
                  <a:lnTo>
                    <a:pt x="348269" y="1556075"/>
                  </a:lnTo>
                  <a:lnTo>
                    <a:pt x="349341" y="1556428"/>
                  </a:lnTo>
                  <a:lnTo>
                    <a:pt x="350412" y="1556778"/>
                  </a:lnTo>
                  <a:lnTo>
                    <a:pt x="351484" y="1557127"/>
                  </a:lnTo>
                  <a:lnTo>
                    <a:pt x="352556" y="1557473"/>
                  </a:lnTo>
                  <a:lnTo>
                    <a:pt x="353627" y="1557818"/>
                  </a:lnTo>
                  <a:lnTo>
                    <a:pt x="354699" y="1558160"/>
                  </a:lnTo>
                  <a:lnTo>
                    <a:pt x="355770" y="1558500"/>
                  </a:lnTo>
                  <a:lnTo>
                    <a:pt x="356842" y="1558837"/>
                  </a:lnTo>
                  <a:lnTo>
                    <a:pt x="357913" y="1559173"/>
                  </a:lnTo>
                  <a:lnTo>
                    <a:pt x="358985" y="1559506"/>
                  </a:lnTo>
                  <a:lnTo>
                    <a:pt x="360057" y="1559837"/>
                  </a:lnTo>
                  <a:lnTo>
                    <a:pt x="361128" y="1560166"/>
                  </a:lnTo>
                  <a:lnTo>
                    <a:pt x="362200" y="1560493"/>
                  </a:lnTo>
                  <a:lnTo>
                    <a:pt x="363271" y="1560817"/>
                  </a:lnTo>
                  <a:lnTo>
                    <a:pt x="364343" y="1561139"/>
                  </a:lnTo>
                  <a:lnTo>
                    <a:pt x="365415" y="1561459"/>
                  </a:lnTo>
                  <a:lnTo>
                    <a:pt x="366486" y="1561776"/>
                  </a:lnTo>
                  <a:lnTo>
                    <a:pt x="367558" y="1562092"/>
                  </a:lnTo>
                  <a:lnTo>
                    <a:pt x="368629" y="1562404"/>
                  </a:lnTo>
                  <a:lnTo>
                    <a:pt x="369701" y="1562715"/>
                  </a:lnTo>
                  <a:lnTo>
                    <a:pt x="370773" y="1563023"/>
                  </a:lnTo>
                  <a:lnTo>
                    <a:pt x="371844" y="1563329"/>
                  </a:lnTo>
                  <a:lnTo>
                    <a:pt x="372916" y="1563633"/>
                  </a:lnTo>
                  <a:lnTo>
                    <a:pt x="373987" y="1563934"/>
                  </a:lnTo>
                  <a:lnTo>
                    <a:pt x="375059" y="1564233"/>
                  </a:lnTo>
                  <a:lnTo>
                    <a:pt x="376131" y="1564529"/>
                  </a:lnTo>
                  <a:lnTo>
                    <a:pt x="377202" y="1564823"/>
                  </a:lnTo>
                  <a:lnTo>
                    <a:pt x="378274" y="1565115"/>
                  </a:lnTo>
                  <a:lnTo>
                    <a:pt x="379345" y="1565404"/>
                  </a:lnTo>
                  <a:lnTo>
                    <a:pt x="380417" y="1565691"/>
                  </a:lnTo>
                  <a:lnTo>
                    <a:pt x="381489" y="1565975"/>
                  </a:lnTo>
                  <a:lnTo>
                    <a:pt x="382560" y="1566257"/>
                  </a:lnTo>
                  <a:lnTo>
                    <a:pt x="383632" y="1566536"/>
                  </a:lnTo>
                  <a:lnTo>
                    <a:pt x="384703" y="1566813"/>
                  </a:lnTo>
                  <a:lnTo>
                    <a:pt x="385775" y="1567088"/>
                  </a:lnTo>
                  <a:lnTo>
                    <a:pt x="386847" y="1567360"/>
                  </a:lnTo>
                  <a:lnTo>
                    <a:pt x="387918" y="1567629"/>
                  </a:lnTo>
                  <a:lnTo>
                    <a:pt x="388990" y="1567896"/>
                  </a:lnTo>
                  <a:lnTo>
                    <a:pt x="390061" y="1568161"/>
                  </a:lnTo>
                  <a:lnTo>
                    <a:pt x="391133" y="1568423"/>
                  </a:lnTo>
                  <a:lnTo>
                    <a:pt x="392205" y="1568682"/>
                  </a:lnTo>
                  <a:lnTo>
                    <a:pt x="393276" y="1568939"/>
                  </a:lnTo>
                  <a:lnTo>
                    <a:pt x="394348" y="1569193"/>
                  </a:lnTo>
                  <a:lnTo>
                    <a:pt x="395419" y="1569445"/>
                  </a:lnTo>
                  <a:lnTo>
                    <a:pt x="396491" y="1569694"/>
                  </a:lnTo>
                  <a:lnTo>
                    <a:pt x="397563" y="1569941"/>
                  </a:lnTo>
                  <a:lnTo>
                    <a:pt x="398634" y="1570185"/>
                  </a:lnTo>
                  <a:lnTo>
                    <a:pt x="399706" y="1570426"/>
                  </a:lnTo>
                  <a:lnTo>
                    <a:pt x="400777" y="1570665"/>
                  </a:lnTo>
                  <a:lnTo>
                    <a:pt x="401849" y="1570901"/>
                  </a:lnTo>
                  <a:lnTo>
                    <a:pt x="402921" y="1571135"/>
                  </a:lnTo>
                  <a:lnTo>
                    <a:pt x="403992" y="1571366"/>
                  </a:lnTo>
                  <a:lnTo>
                    <a:pt x="405064" y="1571594"/>
                  </a:lnTo>
                  <a:lnTo>
                    <a:pt x="406135" y="1571820"/>
                  </a:lnTo>
                  <a:lnTo>
                    <a:pt x="407207" y="1572043"/>
                  </a:lnTo>
                  <a:lnTo>
                    <a:pt x="408279" y="1572263"/>
                  </a:lnTo>
                  <a:lnTo>
                    <a:pt x="409350" y="1572480"/>
                  </a:lnTo>
                  <a:lnTo>
                    <a:pt x="410422" y="1572695"/>
                  </a:lnTo>
                  <a:lnTo>
                    <a:pt x="411493" y="1572907"/>
                  </a:lnTo>
                  <a:lnTo>
                    <a:pt x="412565" y="1573117"/>
                  </a:lnTo>
                  <a:lnTo>
                    <a:pt x="413637" y="1573323"/>
                  </a:lnTo>
                  <a:lnTo>
                    <a:pt x="414708" y="1573527"/>
                  </a:lnTo>
                  <a:lnTo>
                    <a:pt x="415780" y="1573729"/>
                  </a:lnTo>
                  <a:lnTo>
                    <a:pt x="416851" y="1573927"/>
                  </a:lnTo>
                  <a:lnTo>
                    <a:pt x="417923" y="1574123"/>
                  </a:lnTo>
                  <a:lnTo>
                    <a:pt x="418995" y="1574316"/>
                  </a:lnTo>
                  <a:lnTo>
                    <a:pt x="420066" y="1574506"/>
                  </a:lnTo>
                  <a:lnTo>
                    <a:pt x="421138" y="1574693"/>
                  </a:lnTo>
                  <a:lnTo>
                    <a:pt x="422209" y="1574878"/>
                  </a:lnTo>
                  <a:lnTo>
                    <a:pt x="423281" y="1575060"/>
                  </a:lnTo>
                  <a:lnTo>
                    <a:pt x="424353" y="1575239"/>
                  </a:lnTo>
                  <a:lnTo>
                    <a:pt x="425424" y="1575415"/>
                  </a:lnTo>
                  <a:lnTo>
                    <a:pt x="426496" y="1575588"/>
                  </a:lnTo>
                  <a:lnTo>
                    <a:pt x="427567" y="1575758"/>
                  </a:lnTo>
                  <a:lnTo>
                    <a:pt x="428639" y="1575926"/>
                  </a:lnTo>
                  <a:lnTo>
                    <a:pt x="429711" y="1576091"/>
                  </a:lnTo>
                  <a:lnTo>
                    <a:pt x="430782" y="1576253"/>
                  </a:lnTo>
                  <a:lnTo>
                    <a:pt x="431854" y="1576412"/>
                  </a:lnTo>
                  <a:lnTo>
                    <a:pt x="432925" y="1576568"/>
                  </a:lnTo>
                  <a:lnTo>
                    <a:pt x="433997" y="1576721"/>
                  </a:lnTo>
                  <a:lnTo>
                    <a:pt x="435069" y="1576871"/>
                  </a:lnTo>
                  <a:lnTo>
                    <a:pt x="436140" y="1577019"/>
                  </a:lnTo>
                  <a:lnTo>
                    <a:pt x="437212" y="1577163"/>
                  </a:lnTo>
                  <a:lnTo>
                    <a:pt x="438283" y="1577305"/>
                  </a:lnTo>
                  <a:lnTo>
                    <a:pt x="439355" y="1577444"/>
                  </a:lnTo>
                  <a:lnTo>
                    <a:pt x="440427" y="1577579"/>
                  </a:lnTo>
                  <a:lnTo>
                    <a:pt x="441498" y="1577712"/>
                  </a:lnTo>
                  <a:lnTo>
                    <a:pt x="442570" y="1577842"/>
                  </a:lnTo>
                  <a:lnTo>
                    <a:pt x="443641" y="1577969"/>
                  </a:lnTo>
                  <a:lnTo>
                    <a:pt x="444713" y="1578093"/>
                  </a:lnTo>
                  <a:lnTo>
                    <a:pt x="445785" y="1578214"/>
                  </a:lnTo>
                  <a:lnTo>
                    <a:pt x="446856" y="1578332"/>
                  </a:lnTo>
                  <a:lnTo>
                    <a:pt x="447928" y="1578447"/>
                  </a:lnTo>
                  <a:lnTo>
                    <a:pt x="448999" y="1578559"/>
                  </a:lnTo>
                  <a:lnTo>
                    <a:pt x="450071" y="1578668"/>
                  </a:lnTo>
                  <a:lnTo>
                    <a:pt x="451143" y="1578774"/>
                  </a:lnTo>
                  <a:lnTo>
                    <a:pt x="452214" y="1578877"/>
                  </a:lnTo>
                  <a:lnTo>
                    <a:pt x="453286" y="1578977"/>
                  </a:lnTo>
                  <a:lnTo>
                    <a:pt x="454357" y="1579074"/>
                  </a:lnTo>
                  <a:lnTo>
                    <a:pt x="455429" y="1579168"/>
                  </a:lnTo>
                  <a:lnTo>
                    <a:pt x="456501" y="1579259"/>
                  </a:lnTo>
                  <a:lnTo>
                    <a:pt x="457572" y="1579346"/>
                  </a:lnTo>
                  <a:lnTo>
                    <a:pt x="458644" y="1579431"/>
                  </a:lnTo>
                  <a:lnTo>
                    <a:pt x="459715" y="1579513"/>
                  </a:lnTo>
                  <a:lnTo>
                    <a:pt x="460787" y="1579592"/>
                  </a:lnTo>
                  <a:lnTo>
                    <a:pt x="461859" y="1579667"/>
                  </a:lnTo>
                  <a:lnTo>
                    <a:pt x="462930" y="1579740"/>
                  </a:lnTo>
                  <a:lnTo>
                    <a:pt x="464002" y="1579809"/>
                  </a:lnTo>
                  <a:lnTo>
                    <a:pt x="465073" y="1579875"/>
                  </a:lnTo>
                  <a:lnTo>
                    <a:pt x="466145" y="1579939"/>
                  </a:lnTo>
                  <a:lnTo>
                    <a:pt x="467217" y="1579999"/>
                  </a:lnTo>
                  <a:lnTo>
                    <a:pt x="468288" y="1580056"/>
                  </a:lnTo>
                  <a:lnTo>
                    <a:pt x="469360" y="1580110"/>
                  </a:lnTo>
                  <a:lnTo>
                    <a:pt x="470431" y="1580160"/>
                  </a:lnTo>
                  <a:lnTo>
                    <a:pt x="471503" y="1580208"/>
                  </a:lnTo>
                  <a:lnTo>
                    <a:pt x="472575" y="1580253"/>
                  </a:lnTo>
                  <a:lnTo>
                    <a:pt x="473646" y="1580294"/>
                  </a:lnTo>
                  <a:lnTo>
                    <a:pt x="474718" y="1580332"/>
                  </a:lnTo>
                  <a:lnTo>
                    <a:pt x="475789" y="1580367"/>
                  </a:lnTo>
                  <a:lnTo>
                    <a:pt x="476861" y="1580399"/>
                  </a:lnTo>
                  <a:lnTo>
                    <a:pt x="477933" y="1580428"/>
                  </a:lnTo>
                  <a:lnTo>
                    <a:pt x="479004" y="1580454"/>
                  </a:lnTo>
                  <a:lnTo>
                    <a:pt x="480076" y="1580477"/>
                  </a:lnTo>
                  <a:lnTo>
                    <a:pt x="481147" y="1580496"/>
                  </a:lnTo>
                  <a:lnTo>
                    <a:pt x="482219" y="1580512"/>
                  </a:lnTo>
                  <a:lnTo>
                    <a:pt x="483291" y="1580525"/>
                  </a:lnTo>
                  <a:lnTo>
                    <a:pt x="484362" y="1580535"/>
                  </a:lnTo>
                  <a:lnTo>
                    <a:pt x="485434" y="1580542"/>
                  </a:lnTo>
                  <a:lnTo>
                    <a:pt x="486505" y="1580545"/>
                  </a:lnTo>
                  <a:lnTo>
                    <a:pt x="487577" y="1580546"/>
                  </a:lnTo>
                  <a:lnTo>
                    <a:pt x="488649" y="1580543"/>
                  </a:lnTo>
                  <a:lnTo>
                    <a:pt x="489720" y="1580537"/>
                  </a:lnTo>
                  <a:lnTo>
                    <a:pt x="490792" y="1580528"/>
                  </a:lnTo>
                  <a:lnTo>
                    <a:pt x="491863" y="1580515"/>
                  </a:lnTo>
                  <a:lnTo>
                    <a:pt x="492935" y="1580499"/>
                  </a:lnTo>
                  <a:lnTo>
                    <a:pt x="494007" y="1580481"/>
                  </a:lnTo>
                  <a:lnTo>
                    <a:pt x="495078" y="1580459"/>
                  </a:lnTo>
                  <a:lnTo>
                    <a:pt x="496150" y="1580433"/>
                  </a:lnTo>
                  <a:lnTo>
                    <a:pt x="497221" y="1580405"/>
                  </a:lnTo>
                  <a:lnTo>
                    <a:pt x="498293" y="1580373"/>
                  </a:lnTo>
                  <a:lnTo>
                    <a:pt x="499365" y="1580338"/>
                  </a:lnTo>
                  <a:lnTo>
                    <a:pt x="500436" y="1580300"/>
                  </a:lnTo>
                  <a:lnTo>
                    <a:pt x="501508" y="1580259"/>
                  </a:lnTo>
                  <a:lnTo>
                    <a:pt x="502579" y="1580214"/>
                  </a:lnTo>
                  <a:lnTo>
                    <a:pt x="503651" y="1580166"/>
                  </a:lnTo>
                  <a:lnTo>
                    <a:pt x="504723" y="1580116"/>
                  </a:lnTo>
                  <a:lnTo>
                    <a:pt x="505794" y="1580061"/>
                  </a:lnTo>
                  <a:lnTo>
                    <a:pt x="506866" y="1580004"/>
                  </a:lnTo>
                  <a:lnTo>
                    <a:pt x="507937" y="1579943"/>
                  </a:lnTo>
                  <a:lnTo>
                    <a:pt x="509009" y="1579879"/>
                  </a:lnTo>
                  <a:lnTo>
                    <a:pt x="510081" y="1579812"/>
                  </a:lnTo>
                  <a:lnTo>
                    <a:pt x="511152" y="1579742"/>
                  </a:lnTo>
                  <a:lnTo>
                    <a:pt x="512224" y="1579668"/>
                  </a:lnTo>
                  <a:lnTo>
                    <a:pt x="513295" y="1579591"/>
                  </a:lnTo>
                  <a:lnTo>
                    <a:pt x="514367" y="1579511"/>
                  </a:lnTo>
                  <a:lnTo>
                    <a:pt x="515439" y="1579428"/>
                  </a:lnTo>
                  <a:lnTo>
                    <a:pt x="516510" y="1579341"/>
                  </a:lnTo>
                  <a:lnTo>
                    <a:pt x="517582" y="1579252"/>
                  </a:lnTo>
                  <a:lnTo>
                    <a:pt x="518653" y="1579159"/>
                  </a:lnTo>
                  <a:lnTo>
                    <a:pt x="519725" y="1579063"/>
                  </a:lnTo>
                  <a:lnTo>
                    <a:pt x="520797" y="1578963"/>
                  </a:lnTo>
                  <a:lnTo>
                    <a:pt x="521868" y="1578860"/>
                  </a:lnTo>
                  <a:lnTo>
                    <a:pt x="522940" y="1578754"/>
                  </a:lnTo>
                  <a:lnTo>
                    <a:pt x="524011" y="1578645"/>
                  </a:lnTo>
                  <a:lnTo>
                    <a:pt x="525083" y="1578533"/>
                  </a:lnTo>
                  <a:lnTo>
                    <a:pt x="526155" y="1578417"/>
                  </a:lnTo>
                  <a:lnTo>
                    <a:pt x="527226" y="1578299"/>
                  </a:lnTo>
                  <a:lnTo>
                    <a:pt x="528298" y="1578176"/>
                  </a:lnTo>
                  <a:lnTo>
                    <a:pt x="529369" y="1578051"/>
                  </a:lnTo>
                  <a:lnTo>
                    <a:pt x="530441" y="1577923"/>
                  </a:lnTo>
                  <a:lnTo>
                    <a:pt x="531513" y="1577791"/>
                  </a:lnTo>
                  <a:lnTo>
                    <a:pt x="532584" y="1577656"/>
                  </a:lnTo>
                  <a:lnTo>
                    <a:pt x="533656" y="1577518"/>
                  </a:lnTo>
                  <a:lnTo>
                    <a:pt x="534727" y="1577377"/>
                  </a:lnTo>
                  <a:lnTo>
                    <a:pt x="535799" y="1577232"/>
                  </a:lnTo>
                  <a:lnTo>
                    <a:pt x="536870" y="1577084"/>
                  </a:lnTo>
                  <a:lnTo>
                    <a:pt x="537942" y="1576933"/>
                  </a:lnTo>
                  <a:lnTo>
                    <a:pt x="539014" y="1576779"/>
                  </a:lnTo>
                  <a:lnTo>
                    <a:pt x="540085" y="1576622"/>
                  </a:lnTo>
                  <a:lnTo>
                    <a:pt x="541157" y="1576461"/>
                  </a:lnTo>
                  <a:lnTo>
                    <a:pt x="542228" y="1576297"/>
                  </a:lnTo>
                  <a:lnTo>
                    <a:pt x="543300" y="1576130"/>
                  </a:lnTo>
                  <a:lnTo>
                    <a:pt x="544372" y="1575960"/>
                  </a:lnTo>
                  <a:lnTo>
                    <a:pt x="545443" y="1575787"/>
                  </a:lnTo>
                  <a:lnTo>
                    <a:pt x="546515" y="1575610"/>
                  </a:lnTo>
                  <a:lnTo>
                    <a:pt x="547586" y="1575431"/>
                  </a:lnTo>
                  <a:lnTo>
                    <a:pt x="548658" y="1575248"/>
                  </a:lnTo>
                  <a:lnTo>
                    <a:pt x="549730" y="1575062"/>
                  </a:lnTo>
                  <a:lnTo>
                    <a:pt x="550801" y="1574873"/>
                  </a:lnTo>
                  <a:lnTo>
                    <a:pt x="551873" y="1574680"/>
                  </a:lnTo>
                  <a:lnTo>
                    <a:pt x="552944" y="1574485"/>
                  </a:lnTo>
                  <a:lnTo>
                    <a:pt x="554016" y="1574286"/>
                  </a:lnTo>
                  <a:lnTo>
                    <a:pt x="555088" y="1574084"/>
                  </a:lnTo>
                  <a:lnTo>
                    <a:pt x="556159" y="1573879"/>
                  </a:lnTo>
                  <a:lnTo>
                    <a:pt x="557231" y="1573671"/>
                  </a:lnTo>
                  <a:lnTo>
                    <a:pt x="558302" y="1573460"/>
                  </a:lnTo>
                  <a:lnTo>
                    <a:pt x="559374" y="1573246"/>
                  </a:lnTo>
                  <a:lnTo>
                    <a:pt x="560446" y="1573028"/>
                  </a:lnTo>
                  <a:lnTo>
                    <a:pt x="561517" y="1572808"/>
                  </a:lnTo>
                  <a:lnTo>
                    <a:pt x="562589" y="1572584"/>
                  </a:lnTo>
                  <a:lnTo>
                    <a:pt x="563660" y="1572357"/>
                  </a:lnTo>
                  <a:lnTo>
                    <a:pt x="564732" y="1572127"/>
                  </a:lnTo>
                  <a:lnTo>
                    <a:pt x="565804" y="1571894"/>
                  </a:lnTo>
                  <a:lnTo>
                    <a:pt x="566875" y="1571658"/>
                  </a:lnTo>
                  <a:lnTo>
                    <a:pt x="567947" y="1571419"/>
                  </a:lnTo>
                  <a:lnTo>
                    <a:pt x="569018" y="1571177"/>
                  </a:lnTo>
                  <a:lnTo>
                    <a:pt x="570090" y="1570932"/>
                  </a:lnTo>
                  <a:lnTo>
                    <a:pt x="571162" y="1570684"/>
                  </a:lnTo>
                  <a:lnTo>
                    <a:pt x="572233" y="1570432"/>
                  </a:lnTo>
                  <a:lnTo>
                    <a:pt x="573305" y="1570178"/>
                  </a:lnTo>
                  <a:lnTo>
                    <a:pt x="574376" y="1569920"/>
                  </a:lnTo>
                  <a:lnTo>
                    <a:pt x="575448" y="1569660"/>
                  </a:lnTo>
                  <a:lnTo>
                    <a:pt x="576520" y="1569397"/>
                  </a:lnTo>
                  <a:lnTo>
                    <a:pt x="577591" y="1569130"/>
                  </a:lnTo>
                  <a:lnTo>
                    <a:pt x="578663" y="1568861"/>
                  </a:lnTo>
                  <a:lnTo>
                    <a:pt x="579734" y="1568588"/>
                  </a:lnTo>
                  <a:lnTo>
                    <a:pt x="580806" y="1568313"/>
                  </a:lnTo>
                  <a:lnTo>
                    <a:pt x="581878" y="1568034"/>
                  </a:lnTo>
                  <a:lnTo>
                    <a:pt x="582949" y="1567753"/>
                  </a:lnTo>
                  <a:lnTo>
                    <a:pt x="584021" y="1567469"/>
                  </a:lnTo>
                  <a:lnTo>
                    <a:pt x="585092" y="1567181"/>
                  </a:lnTo>
                  <a:lnTo>
                    <a:pt x="586164" y="1566891"/>
                  </a:lnTo>
                  <a:lnTo>
                    <a:pt x="587236" y="1566598"/>
                  </a:lnTo>
                  <a:lnTo>
                    <a:pt x="588307" y="1566302"/>
                  </a:lnTo>
                  <a:lnTo>
                    <a:pt x="589379" y="1566003"/>
                  </a:lnTo>
                  <a:lnTo>
                    <a:pt x="590450" y="1565701"/>
                  </a:lnTo>
                  <a:lnTo>
                    <a:pt x="591522" y="1565396"/>
                  </a:lnTo>
                  <a:lnTo>
                    <a:pt x="592594" y="1565088"/>
                  </a:lnTo>
                  <a:lnTo>
                    <a:pt x="593665" y="1564778"/>
                  </a:lnTo>
                  <a:lnTo>
                    <a:pt x="594737" y="1564464"/>
                  </a:lnTo>
                  <a:lnTo>
                    <a:pt x="595808" y="1564148"/>
                  </a:lnTo>
                  <a:lnTo>
                    <a:pt x="596880" y="1563829"/>
                  </a:lnTo>
                  <a:lnTo>
                    <a:pt x="597952" y="1563507"/>
                  </a:lnTo>
                  <a:lnTo>
                    <a:pt x="599023" y="1563182"/>
                  </a:lnTo>
                  <a:lnTo>
                    <a:pt x="600095" y="1562854"/>
                  </a:lnTo>
                  <a:lnTo>
                    <a:pt x="601166" y="1562524"/>
                  </a:lnTo>
                  <a:lnTo>
                    <a:pt x="602238" y="1562191"/>
                  </a:lnTo>
                  <a:lnTo>
                    <a:pt x="603310" y="1561855"/>
                  </a:lnTo>
                  <a:lnTo>
                    <a:pt x="604381" y="1561516"/>
                  </a:lnTo>
                  <a:lnTo>
                    <a:pt x="605453" y="1561174"/>
                  </a:lnTo>
                  <a:lnTo>
                    <a:pt x="606524" y="1560830"/>
                  </a:lnTo>
                  <a:lnTo>
                    <a:pt x="607596" y="1560483"/>
                  </a:lnTo>
                  <a:lnTo>
                    <a:pt x="608668" y="1560133"/>
                  </a:lnTo>
                  <a:lnTo>
                    <a:pt x="609739" y="1559781"/>
                  </a:lnTo>
                  <a:lnTo>
                    <a:pt x="610811" y="1559425"/>
                  </a:lnTo>
                  <a:lnTo>
                    <a:pt x="611882" y="1559068"/>
                  </a:lnTo>
                  <a:lnTo>
                    <a:pt x="612954" y="1558707"/>
                  </a:lnTo>
                  <a:lnTo>
                    <a:pt x="614026" y="1558344"/>
                  </a:lnTo>
                  <a:lnTo>
                    <a:pt x="615097" y="1557978"/>
                  </a:lnTo>
                  <a:lnTo>
                    <a:pt x="616169" y="1557609"/>
                  </a:lnTo>
                  <a:lnTo>
                    <a:pt x="617240" y="1557238"/>
                  </a:lnTo>
                  <a:lnTo>
                    <a:pt x="618312" y="1556864"/>
                  </a:lnTo>
                  <a:lnTo>
                    <a:pt x="619384" y="1556488"/>
                  </a:lnTo>
                  <a:lnTo>
                    <a:pt x="620455" y="1556109"/>
                  </a:lnTo>
                  <a:lnTo>
                    <a:pt x="621527" y="1555727"/>
                  </a:lnTo>
                  <a:lnTo>
                    <a:pt x="622598" y="1555343"/>
                  </a:lnTo>
                  <a:lnTo>
                    <a:pt x="623670" y="1554956"/>
                  </a:lnTo>
                  <a:lnTo>
                    <a:pt x="624742" y="1554567"/>
                  </a:lnTo>
                  <a:lnTo>
                    <a:pt x="625813" y="1554175"/>
                  </a:lnTo>
                  <a:lnTo>
                    <a:pt x="626885" y="1553780"/>
                  </a:lnTo>
                  <a:lnTo>
                    <a:pt x="627956" y="1553384"/>
                  </a:lnTo>
                  <a:lnTo>
                    <a:pt x="629028" y="1552984"/>
                  </a:lnTo>
                  <a:lnTo>
                    <a:pt x="630100" y="1552582"/>
                  </a:lnTo>
                  <a:lnTo>
                    <a:pt x="631171" y="1552178"/>
                  </a:lnTo>
                  <a:lnTo>
                    <a:pt x="632243" y="1551771"/>
                  </a:lnTo>
                  <a:lnTo>
                    <a:pt x="633314" y="1551362"/>
                  </a:lnTo>
                  <a:lnTo>
                    <a:pt x="634386" y="1550950"/>
                  </a:lnTo>
                  <a:lnTo>
                    <a:pt x="635458" y="1550536"/>
                  </a:lnTo>
                  <a:lnTo>
                    <a:pt x="636529" y="1550120"/>
                  </a:lnTo>
                  <a:lnTo>
                    <a:pt x="637601" y="1549701"/>
                  </a:lnTo>
                  <a:lnTo>
                    <a:pt x="638672" y="1549280"/>
                  </a:lnTo>
                  <a:lnTo>
                    <a:pt x="639744" y="1548856"/>
                  </a:lnTo>
                  <a:lnTo>
                    <a:pt x="640816" y="1548430"/>
                  </a:lnTo>
                  <a:lnTo>
                    <a:pt x="641887" y="1548002"/>
                  </a:lnTo>
                  <a:lnTo>
                    <a:pt x="642959" y="1547571"/>
                  </a:lnTo>
                  <a:lnTo>
                    <a:pt x="644030" y="1547138"/>
                  </a:lnTo>
                  <a:lnTo>
                    <a:pt x="645102" y="1546703"/>
                  </a:lnTo>
                  <a:lnTo>
                    <a:pt x="646174" y="1546265"/>
                  </a:lnTo>
                  <a:lnTo>
                    <a:pt x="647245" y="1545826"/>
                  </a:lnTo>
                  <a:lnTo>
                    <a:pt x="648317" y="1545384"/>
                  </a:lnTo>
                  <a:lnTo>
                    <a:pt x="649388" y="1544939"/>
                  </a:lnTo>
                  <a:lnTo>
                    <a:pt x="650460" y="1544493"/>
                  </a:lnTo>
                  <a:lnTo>
                    <a:pt x="651532" y="1544044"/>
                  </a:lnTo>
                  <a:lnTo>
                    <a:pt x="652603" y="1543593"/>
                  </a:lnTo>
                  <a:lnTo>
                    <a:pt x="653675" y="1543140"/>
                  </a:lnTo>
                  <a:lnTo>
                    <a:pt x="654746" y="1542685"/>
                  </a:lnTo>
                  <a:lnTo>
                    <a:pt x="655818" y="1542228"/>
                  </a:lnTo>
                  <a:lnTo>
                    <a:pt x="656890" y="1541768"/>
                  </a:lnTo>
                  <a:lnTo>
                    <a:pt x="657961" y="1541307"/>
                  </a:lnTo>
                  <a:lnTo>
                    <a:pt x="659033" y="1540843"/>
                  </a:lnTo>
                  <a:lnTo>
                    <a:pt x="660104" y="1540377"/>
                  </a:lnTo>
                  <a:lnTo>
                    <a:pt x="661176" y="1539910"/>
                  </a:lnTo>
                  <a:lnTo>
                    <a:pt x="662248" y="1539440"/>
                  </a:lnTo>
                  <a:lnTo>
                    <a:pt x="663319" y="1538968"/>
                  </a:lnTo>
                  <a:lnTo>
                    <a:pt x="664391" y="1538494"/>
                  </a:lnTo>
                  <a:lnTo>
                    <a:pt x="665462" y="1538018"/>
                  </a:lnTo>
                  <a:lnTo>
                    <a:pt x="666534" y="1537540"/>
                  </a:lnTo>
                  <a:lnTo>
                    <a:pt x="667606" y="1537060"/>
                  </a:lnTo>
                  <a:lnTo>
                    <a:pt x="668677" y="1536578"/>
                  </a:lnTo>
                  <a:lnTo>
                    <a:pt x="669749" y="1536094"/>
                  </a:lnTo>
                  <a:lnTo>
                    <a:pt x="670820" y="1535608"/>
                  </a:lnTo>
                  <a:lnTo>
                    <a:pt x="671892" y="1535121"/>
                  </a:lnTo>
                  <a:lnTo>
                    <a:pt x="672964" y="1534631"/>
                  </a:lnTo>
                  <a:lnTo>
                    <a:pt x="674035" y="1534140"/>
                  </a:lnTo>
                  <a:lnTo>
                    <a:pt x="675107" y="1533646"/>
                  </a:lnTo>
                  <a:lnTo>
                    <a:pt x="676178" y="1533151"/>
                  </a:lnTo>
                  <a:lnTo>
                    <a:pt x="677250" y="1532654"/>
                  </a:lnTo>
                  <a:lnTo>
                    <a:pt x="678322" y="1532155"/>
                  </a:lnTo>
                  <a:lnTo>
                    <a:pt x="679393" y="1531655"/>
                  </a:lnTo>
                  <a:lnTo>
                    <a:pt x="680465" y="1531152"/>
                  </a:lnTo>
                  <a:lnTo>
                    <a:pt x="681536" y="1530648"/>
                  </a:lnTo>
                  <a:lnTo>
                    <a:pt x="682608" y="1530142"/>
                  </a:lnTo>
                  <a:lnTo>
                    <a:pt x="683680" y="1529634"/>
                  </a:lnTo>
                  <a:lnTo>
                    <a:pt x="684751" y="1529125"/>
                  </a:lnTo>
                  <a:lnTo>
                    <a:pt x="685823" y="1528614"/>
                  </a:lnTo>
                  <a:lnTo>
                    <a:pt x="686894" y="1528101"/>
                  </a:lnTo>
                  <a:lnTo>
                    <a:pt x="687966" y="1527586"/>
                  </a:lnTo>
                  <a:lnTo>
                    <a:pt x="689038" y="1527070"/>
                  </a:lnTo>
                  <a:lnTo>
                    <a:pt x="690109" y="1526552"/>
                  </a:lnTo>
                  <a:lnTo>
                    <a:pt x="691181" y="1526033"/>
                  </a:lnTo>
                  <a:lnTo>
                    <a:pt x="692252" y="1525512"/>
                  </a:lnTo>
                  <a:lnTo>
                    <a:pt x="693324" y="1524989"/>
                  </a:lnTo>
                  <a:lnTo>
                    <a:pt x="694396" y="1524465"/>
                  </a:lnTo>
                  <a:lnTo>
                    <a:pt x="695467" y="1523939"/>
                  </a:lnTo>
                  <a:lnTo>
                    <a:pt x="696539" y="1523412"/>
                  </a:lnTo>
                  <a:lnTo>
                    <a:pt x="697610" y="1522883"/>
                  </a:lnTo>
                  <a:lnTo>
                    <a:pt x="698682" y="1522353"/>
                  </a:lnTo>
                  <a:lnTo>
                    <a:pt x="699754" y="1521821"/>
                  </a:lnTo>
                  <a:lnTo>
                    <a:pt x="700825" y="1521287"/>
                  </a:lnTo>
                  <a:lnTo>
                    <a:pt x="701897" y="1520753"/>
                  </a:lnTo>
                  <a:lnTo>
                    <a:pt x="702968" y="1520216"/>
                  </a:lnTo>
                  <a:lnTo>
                    <a:pt x="704040" y="1519679"/>
                  </a:lnTo>
                  <a:lnTo>
                    <a:pt x="705112" y="1519140"/>
                  </a:lnTo>
                  <a:lnTo>
                    <a:pt x="706183" y="1518599"/>
                  </a:lnTo>
                  <a:lnTo>
                    <a:pt x="707255" y="1518057"/>
                  </a:lnTo>
                  <a:lnTo>
                    <a:pt x="708326" y="1517514"/>
                  </a:lnTo>
                  <a:lnTo>
                    <a:pt x="709398" y="1516969"/>
                  </a:lnTo>
                  <a:lnTo>
                    <a:pt x="710469" y="1516423"/>
                  </a:lnTo>
                  <a:lnTo>
                    <a:pt x="711541" y="1515876"/>
                  </a:lnTo>
                  <a:lnTo>
                    <a:pt x="712613" y="1515327"/>
                  </a:lnTo>
                  <a:lnTo>
                    <a:pt x="713684" y="1514778"/>
                  </a:lnTo>
                  <a:lnTo>
                    <a:pt x="714756" y="1514226"/>
                  </a:lnTo>
                  <a:lnTo>
                    <a:pt x="715827" y="1513674"/>
                  </a:lnTo>
                  <a:lnTo>
                    <a:pt x="716899" y="1513120"/>
                  </a:lnTo>
                  <a:lnTo>
                    <a:pt x="717971" y="1512566"/>
                  </a:lnTo>
                  <a:lnTo>
                    <a:pt x="719042" y="1512010"/>
                  </a:lnTo>
                  <a:lnTo>
                    <a:pt x="720114" y="1511452"/>
                  </a:lnTo>
                  <a:lnTo>
                    <a:pt x="721185" y="1510894"/>
                  </a:lnTo>
                  <a:lnTo>
                    <a:pt x="722257" y="1510334"/>
                  </a:lnTo>
                  <a:lnTo>
                    <a:pt x="723329" y="1509774"/>
                  </a:lnTo>
                  <a:lnTo>
                    <a:pt x="724400" y="1509212"/>
                  </a:lnTo>
                  <a:lnTo>
                    <a:pt x="725472" y="1508649"/>
                  </a:lnTo>
                  <a:lnTo>
                    <a:pt x="726543" y="1508085"/>
                  </a:lnTo>
                  <a:lnTo>
                    <a:pt x="727615" y="1507520"/>
                  </a:lnTo>
                  <a:lnTo>
                    <a:pt x="728687" y="1506954"/>
                  </a:lnTo>
                  <a:lnTo>
                    <a:pt x="729758" y="1506387"/>
                  </a:lnTo>
                  <a:lnTo>
                    <a:pt x="730830" y="1505819"/>
                  </a:lnTo>
                  <a:lnTo>
                    <a:pt x="731901" y="1505250"/>
                  </a:lnTo>
                  <a:lnTo>
                    <a:pt x="732973" y="1504679"/>
                  </a:lnTo>
                  <a:lnTo>
                    <a:pt x="734045" y="1504108"/>
                  </a:lnTo>
                  <a:lnTo>
                    <a:pt x="735116" y="1503536"/>
                  </a:lnTo>
                  <a:lnTo>
                    <a:pt x="736188" y="1502963"/>
                  </a:lnTo>
                  <a:lnTo>
                    <a:pt x="737259" y="1502389"/>
                  </a:lnTo>
                  <a:lnTo>
                    <a:pt x="738331" y="1501815"/>
                  </a:lnTo>
                  <a:lnTo>
                    <a:pt x="739403" y="1501239"/>
                  </a:lnTo>
                  <a:lnTo>
                    <a:pt x="740474" y="1500662"/>
                  </a:lnTo>
                  <a:lnTo>
                    <a:pt x="741546" y="1500085"/>
                  </a:lnTo>
                  <a:lnTo>
                    <a:pt x="742617" y="1499507"/>
                  </a:lnTo>
                  <a:lnTo>
                    <a:pt x="743689" y="1498927"/>
                  </a:lnTo>
                  <a:lnTo>
                    <a:pt x="744761" y="1498348"/>
                  </a:lnTo>
                  <a:lnTo>
                    <a:pt x="745832" y="1497767"/>
                  </a:lnTo>
                  <a:lnTo>
                    <a:pt x="746904" y="1497185"/>
                  </a:lnTo>
                  <a:lnTo>
                    <a:pt x="747975" y="1496603"/>
                  </a:lnTo>
                  <a:lnTo>
                    <a:pt x="749047" y="1496020"/>
                  </a:lnTo>
                  <a:lnTo>
                    <a:pt x="750119" y="1495437"/>
                  </a:lnTo>
                  <a:lnTo>
                    <a:pt x="751190" y="1494852"/>
                  </a:lnTo>
                  <a:lnTo>
                    <a:pt x="752262" y="1494267"/>
                  </a:lnTo>
                  <a:lnTo>
                    <a:pt x="753333" y="1493681"/>
                  </a:lnTo>
                  <a:lnTo>
                    <a:pt x="754405" y="1493095"/>
                  </a:lnTo>
                  <a:lnTo>
                    <a:pt x="755477" y="1492508"/>
                  </a:lnTo>
                  <a:lnTo>
                    <a:pt x="756548" y="1491920"/>
                  </a:lnTo>
                  <a:lnTo>
                    <a:pt x="757620" y="1491332"/>
                  </a:lnTo>
                  <a:lnTo>
                    <a:pt x="758691" y="1490743"/>
                  </a:lnTo>
                  <a:lnTo>
                    <a:pt x="759763" y="1490154"/>
                  </a:lnTo>
                  <a:lnTo>
                    <a:pt x="760835" y="1489564"/>
                  </a:lnTo>
                  <a:lnTo>
                    <a:pt x="761906" y="1488973"/>
                  </a:lnTo>
                  <a:lnTo>
                    <a:pt x="762978" y="1488382"/>
                  </a:lnTo>
                  <a:lnTo>
                    <a:pt x="764049" y="1487791"/>
                  </a:lnTo>
                  <a:lnTo>
                    <a:pt x="765121" y="1487199"/>
                  </a:lnTo>
                  <a:lnTo>
                    <a:pt x="766193" y="1486606"/>
                  </a:lnTo>
                  <a:lnTo>
                    <a:pt x="767264" y="1486013"/>
                  </a:lnTo>
                  <a:lnTo>
                    <a:pt x="768336" y="1485420"/>
                  </a:lnTo>
                  <a:lnTo>
                    <a:pt x="769407" y="1484826"/>
                  </a:lnTo>
                  <a:lnTo>
                    <a:pt x="770479" y="1484232"/>
                  </a:lnTo>
                  <a:lnTo>
                    <a:pt x="771551" y="1483637"/>
                  </a:lnTo>
                  <a:lnTo>
                    <a:pt x="772622" y="1483042"/>
                  </a:lnTo>
                  <a:lnTo>
                    <a:pt x="773694" y="1482446"/>
                  </a:lnTo>
                  <a:lnTo>
                    <a:pt x="774765" y="1481851"/>
                  </a:lnTo>
                  <a:lnTo>
                    <a:pt x="775837" y="1481255"/>
                  </a:lnTo>
                  <a:lnTo>
                    <a:pt x="776909" y="1480658"/>
                  </a:lnTo>
                  <a:lnTo>
                    <a:pt x="777980" y="1480061"/>
                  </a:lnTo>
                  <a:lnTo>
                    <a:pt x="779052" y="1479464"/>
                  </a:lnTo>
                  <a:lnTo>
                    <a:pt x="780123" y="1478867"/>
                  </a:lnTo>
                  <a:lnTo>
                    <a:pt x="781195" y="1478270"/>
                  </a:lnTo>
                  <a:lnTo>
                    <a:pt x="782267" y="1477672"/>
                  </a:lnTo>
                  <a:lnTo>
                    <a:pt x="783338" y="1477074"/>
                  </a:lnTo>
                  <a:lnTo>
                    <a:pt x="784410" y="1476476"/>
                  </a:lnTo>
                  <a:lnTo>
                    <a:pt x="785481" y="1475877"/>
                  </a:lnTo>
                  <a:lnTo>
                    <a:pt x="786553" y="1475279"/>
                  </a:lnTo>
                  <a:lnTo>
                    <a:pt x="787625" y="1474680"/>
                  </a:lnTo>
                  <a:lnTo>
                    <a:pt x="788696" y="1474081"/>
                  </a:lnTo>
                  <a:lnTo>
                    <a:pt x="789768" y="1473482"/>
                  </a:lnTo>
                  <a:lnTo>
                    <a:pt x="790839" y="1472883"/>
                  </a:lnTo>
                  <a:lnTo>
                    <a:pt x="791911" y="1472284"/>
                  </a:lnTo>
                  <a:lnTo>
                    <a:pt x="792983" y="1471685"/>
                  </a:lnTo>
                  <a:lnTo>
                    <a:pt x="794054" y="1471086"/>
                  </a:lnTo>
                  <a:lnTo>
                    <a:pt x="795126" y="1470486"/>
                  </a:lnTo>
                  <a:lnTo>
                    <a:pt x="796197" y="1469887"/>
                  </a:lnTo>
                  <a:lnTo>
                    <a:pt x="797269" y="1469288"/>
                  </a:lnTo>
                  <a:lnTo>
                    <a:pt x="798341" y="1468688"/>
                  </a:lnTo>
                  <a:lnTo>
                    <a:pt x="799412" y="1468089"/>
                  </a:lnTo>
                  <a:lnTo>
                    <a:pt x="800484" y="1467489"/>
                  </a:lnTo>
                  <a:lnTo>
                    <a:pt x="801555" y="1466890"/>
                  </a:lnTo>
                  <a:lnTo>
                    <a:pt x="802627" y="1466291"/>
                  </a:lnTo>
                  <a:lnTo>
                    <a:pt x="803699" y="1465692"/>
                  </a:lnTo>
                  <a:lnTo>
                    <a:pt x="804770" y="1465093"/>
                  </a:lnTo>
                  <a:lnTo>
                    <a:pt x="805842" y="1464494"/>
                  </a:lnTo>
                  <a:lnTo>
                    <a:pt x="806913" y="1463895"/>
                  </a:lnTo>
                  <a:lnTo>
                    <a:pt x="807985" y="1463296"/>
                  </a:lnTo>
                  <a:lnTo>
                    <a:pt x="809057" y="1462698"/>
                  </a:lnTo>
                  <a:lnTo>
                    <a:pt x="810128" y="1462099"/>
                  </a:lnTo>
                  <a:lnTo>
                    <a:pt x="811200" y="1461501"/>
                  </a:lnTo>
                  <a:lnTo>
                    <a:pt x="812271" y="1460903"/>
                  </a:lnTo>
                  <a:lnTo>
                    <a:pt x="813343" y="1460306"/>
                  </a:lnTo>
                  <a:lnTo>
                    <a:pt x="814415" y="1459708"/>
                  </a:lnTo>
                  <a:lnTo>
                    <a:pt x="815486" y="1459111"/>
                  </a:lnTo>
                  <a:lnTo>
                    <a:pt x="816558" y="1458514"/>
                  </a:lnTo>
                  <a:lnTo>
                    <a:pt x="817629" y="1457917"/>
                  </a:lnTo>
                  <a:lnTo>
                    <a:pt x="818701" y="1457321"/>
                  </a:lnTo>
                  <a:lnTo>
                    <a:pt x="819773" y="1456724"/>
                  </a:lnTo>
                  <a:lnTo>
                    <a:pt x="820844" y="1456129"/>
                  </a:lnTo>
                  <a:lnTo>
                    <a:pt x="821916" y="1455533"/>
                  </a:lnTo>
                  <a:lnTo>
                    <a:pt x="822987" y="1454938"/>
                  </a:lnTo>
                  <a:lnTo>
                    <a:pt x="824059" y="1454343"/>
                  </a:lnTo>
                  <a:lnTo>
                    <a:pt x="825131" y="1453749"/>
                  </a:lnTo>
                  <a:lnTo>
                    <a:pt x="826202" y="1453155"/>
                  </a:lnTo>
                  <a:lnTo>
                    <a:pt x="827274" y="1452561"/>
                  </a:lnTo>
                  <a:lnTo>
                    <a:pt x="828345" y="1451968"/>
                  </a:lnTo>
                  <a:lnTo>
                    <a:pt x="829417" y="1451376"/>
                  </a:lnTo>
                  <a:lnTo>
                    <a:pt x="830489" y="1450783"/>
                  </a:lnTo>
                  <a:lnTo>
                    <a:pt x="831560" y="1450192"/>
                  </a:lnTo>
                  <a:lnTo>
                    <a:pt x="832632" y="1449601"/>
                  </a:lnTo>
                  <a:lnTo>
                    <a:pt x="833703" y="1449010"/>
                  </a:lnTo>
                  <a:lnTo>
                    <a:pt x="834775" y="1448420"/>
                  </a:lnTo>
                  <a:lnTo>
                    <a:pt x="835847" y="1447830"/>
                  </a:lnTo>
                  <a:lnTo>
                    <a:pt x="836918" y="1447241"/>
                  </a:lnTo>
                  <a:lnTo>
                    <a:pt x="837990" y="1446652"/>
                  </a:lnTo>
                  <a:lnTo>
                    <a:pt x="839061" y="1446064"/>
                  </a:lnTo>
                  <a:lnTo>
                    <a:pt x="840133" y="1445477"/>
                  </a:lnTo>
                  <a:lnTo>
                    <a:pt x="841205" y="1444890"/>
                  </a:lnTo>
                  <a:lnTo>
                    <a:pt x="842276" y="1444304"/>
                  </a:lnTo>
                  <a:lnTo>
                    <a:pt x="843348" y="1443718"/>
                  </a:lnTo>
                  <a:lnTo>
                    <a:pt x="844419" y="1443133"/>
                  </a:lnTo>
                  <a:lnTo>
                    <a:pt x="845491" y="1442549"/>
                  </a:lnTo>
                  <a:lnTo>
                    <a:pt x="846563" y="1441965"/>
                  </a:lnTo>
                  <a:lnTo>
                    <a:pt x="847634" y="1441383"/>
                  </a:lnTo>
                  <a:lnTo>
                    <a:pt x="848706" y="1440800"/>
                  </a:lnTo>
                  <a:lnTo>
                    <a:pt x="849777" y="1440219"/>
                  </a:lnTo>
                  <a:lnTo>
                    <a:pt x="850849" y="1439638"/>
                  </a:lnTo>
                  <a:lnTo>
                    <a:pt x="851921" y="1439058"/>
                  </a:lnTo>
                  <a:lnTo>
                    <a:pt x="852992" y="1438479"/>
                  </a:lnTo>
                  <a:lnTo>
                    <a:pt x="854064" y="1437901"/>
                  </a:lnTo>
                  <a:lnTo>
                    <a:pt x="855135" y="1437323"/>
                  </a:lnTo>
                  <a:lnTo>
                    <a:pt x="856207" y="1436746"/>
                  </a:lnTo>
                  <a:lnTo>
                    <a:pt x="857279" y="1436170"/>
                  </a:lnTo>
                  <a:lnTo>
                    <a:pt x="858350" y="1435595"/>
                  </a:lnTo>
                  <a:lnTo>
                    <a:pt x="859422" y="1435021"/>
                  </a:lnTo>
                  <a:lnTo>
                    <a:pt x="860493" y="1434448"/>
                  </a:lnTo>
                  <a:lnTo>
                    <a:pt x="861565" y="1433875"/>
                  </a:lnTo>
                  <a:lnTo>
                    <a:pt x="862637" y="1433303"/>
                  </a:lnTo>
                  <a:lnTo>
                    <a:pt x="863708" y="1432733"/>
                  </a:lnTo>
                  <a:lnTo>
                    <a:pt x="864780" y="1432163"/>
                  </a:lnTo>
                  <a:lnTo>
                    <a:pt x="865851" y="1431594"/>
                  </a:lnTo>
                  <a:lnTo>
                    <a:pt x="866923" y="1431026"/>
                  </a:lnTo>
                  <a:lnTo>
                    <a:pt x="867995" y="1430459"/>
                  </a:lnTo>
                  <a:lnTo>
                    <a:pt x="869066" y="1429893"/>
                  </a:lnTo>
                  <a:lnTo>
                    <a:pt x="870138" y="1429328"/>
                  </a:lnTo>
                  <a:lnTo>
                    <a:pt x="871209" y="1428764"/>
                  </a:lnTo>
                  <a:lnTo>
                    <a:pt x="872281" y="1428201"/>
                  </a:lnTo>
                  <a:lnTo>
                    <a:pt x="873353" y="1427639"/>
                  </a:lnTo>
                  <a:lnTo>
                    <a:pt x="874424" y="1427078"/>
                  </a:lnTo>
                  <a:lnTo>
                    <a:pt x="875496" y="1426519"/>
                  </a:lnTo>
                  <a:lnTo>
                    <a:pt x="876567" y="1425960"/>
                  </a:lnTo>
                  <a:lnTo>
                    <a:pt x="877639" y="1425402"/>
                  </a:lnTo>
                  <a:lnTo>
                    <a:pt x="878711" y="1424846"/>
                  </a:lnTo>
                  <a:lnTo>
                    <a:pt x="879782" y="1424290"/>
                  </a:lnTo>
                  <a:lnTo>
                    <a:pt x="880854" y="1423736"/>
                  </a:lnTo>
                  <a:lnTo>
                    <a:pt x="881925" y="1423183"/>
                  </a:lnTo>
                  <a:lnTo>
                    <a:pt x="882997" y="1422631"/>
                  </a:lnTo>
                  <a:lnTo>
                    <a:pt x="884069" y="1422080"/>
                  </a:lnTo>
                  <a:lnTo>
                    <a:pt x="885140" y="1421530"/>
                  </a:lnTo>
                  <a:lnTo>
                    <a:pt x="886212" y="1420982"/>
                  </a:lnTo>
                  <a:lnTo>
                    <a:pt x="887283" y="1420434"/>
                  </a:lnTo>
                  <a:lnTo>
                    <a:pt x="888355" y="1419888"/>
                  </a:lnTo>
                  <a:lnTo>
                    <a:pt x="889426" y="1419344"/>
                  </a:lnTo>
                  <a:lnTo>
                    <a:pt x="890498" y="1418800"/>
                  </a:lnTo>
                  <a:lnTo>
                    <a:pt x="891570" y="1418258"/>
                  </a:lnTo>
                  <a:lnTo>
                    <a:pt x="892641" y="1417717"/>
                  </a:lnTo>
                  <a:lnTo>
                    <a:pt x="893713" y="1417177"/>
                  </a:lnTo>
                  <a:lnTo>
                    <a:pt x="894784" y="1416639"/>
                  </a:lnTo>
                  <a:lnTo>
                    <a:pt x="895856" y="1416102"/>
                  </a:lnTo>
                  <a:lnTo>
                    <a:pt x="896928" y="1415566"/>
                  </a:lnTo>
                  <a:lnTo>
                    <a:pt x="897999" y="1415032"/>
                  </a:lnTo>
                  <a:lnTo>
                    <a:pt x="899071" y="1414499"/>
                  </a:lnTo>
                  <a:lnTo>
                    <a:pt x="900142" y="1413967"/>
                  </a:lnTo>
                  <a:lnTo>
                    <a:pt x="901214" y="1413437"/>
                  </a:lnTo>
                  <a:lnTo>
                    <a:pt x="902286" y="1412908"/>
                  </a:lnTo>
                  <a:lnTo>
                    <a:pt x="903357" y="1412380"/>
                  </a:lnTo>
                  <a:lnTo>
                    <a:pt x="904429" y="1411854"/>
                  </a:lnTo>
                  <a:lnTo>
                    <a:pt x="905500" y="1411330"/>
                  </a:lnTo>
                  <a:lnTo>
                    <a:pt x="906572" y="1410806"/>
                  </a:lnTo>
                  <a:lnTo>
                    <a:pt x="907644" y="1410285"/>
                  </a:lnTo>
                  <a:lnTo>
                    <a:pt x="908715" y="1409764"/>
                  </a:lnTo>
                  <a:lnTo>
                    <a:pt x="909787" y="1409246"/>
                  </a:lnTo>
                  <a:lnTo>
                    <a:pt x="910858" y="1408728"/>
                  </a:lnTo>
                  <a:lnTo>
                    <a:pt x="911930" y="1408213"/>
                  </a:lnTo>
                  <a:lnTo>
                    <a:pt x="913002" y="1407699"/>
                  </a:lnTo>
                  <a:lnTo>
                    <a:pt x="914073" y="1407186"/>
                  </a:lnTo>
                  <a:lnTo>
                    <a:pt x="915145" y="1406675"/>
                  </a:lnTo>
                  <a:lnTo>
                    <a:pt x="916216" y="1406165"/>
                  </a:lnTo>
                  <a:lnTo>
                    <a:pt x="917288" y="1405657"/>
                  </a:lnTo>
                  <a:lnTo>
                    <a:pt x="918360" y="1405150"/>
                  </a:lnTo>
                  <a:lnTo>
                    <a:pt x="919431" y="1404645"/>
                  </a:lnTo>
                  <a:lnTo>
                    <a:pt x="920503" y="1404142"/>
                  </a:lnTo>
                  <a:lnTo>
                    <a:pt x="921574" y="1403640"/>
                  </a:lnTo>
                  <a:lnTo>
                    <a:pt x="922646" y="1403139"/>
                  </a:lnTo>
                  <a:lnTo>
                    <a:pt x="923718" y="1402640"/>
                  </a:lnTo>
                  <a:lnTo>
                    <a:pt x="924789" y="1402143"/>
                  </a:lnTo>
                  <a:lnTo>
                    <a:pt x="925861" y="1401647"/>
                  </a:lnTo>
                  <a:lnTo>
                    <a:pt x="926932" y="1401153"/>
                  </a:lnTo>
                  <a:lnTo>
                    <a:pt x="928004" y="1400660"/>
                  </a:lnTo>
                  <a:lnTo>
                    <a:pt x="929076" y="1400168"/>
                  </a:lnTo>
                  <a:lnTo>
                    <a:pt x="930147" y="1399679"/>
                  </a:lnTo>
                  <a:lnTo>
                    <a:pt x="931219" y="1399190"/>
                  </a:lnTo>
                  <a:lnTo>
                    <a:pt x="932290" y="1398704"/>
                  </a:lnTo>
                  <a:lnTo>
                    <a:pt x="933362" y="1398218"/>
                  </a:lnTo>
                  <a:lnTo>
                    <a:pt x="934434" y="1397735"/>
                  </a:lnTo>
                  <a:lnTo>
                    <a:pt x="935505" y="1397253"/>
                  </a:lnTo>
                  <a:lnTo>
                    <a:pt x="936577" y="1396772"/>
                  </a:lnTo>
                  <a:lnTo>
                    <a:pt x="937648" y="1396293"/>
                  </a:lnTo>
                  <a:lnTo>
                    <a:pt x="938720" y="1395815"/>
                  </a:lnTo>
                  <a:lnTo>
                    <a:pt x="939792" y="1395339"/>
                  </a:lnTo>
                  <a:lnTo>
                    <a:pt x="940863" y="1394865"/>
                  </a:lnTo>
                  <a:lnTo>
                    <a:pt x="941935" y="1394392"/>
                  </a:lnTo>
                  <a:lnTo>
                    <a:pt x="943006" y="1393920"/>
                  </a:lnTo>
                  <a:lnTo>
                    <a:pt x="944078" y="1393450"/>
                  </a:lnTo>
                  <a:lnTo>
                    <a:pt x="945150" y="1392982"/>
                  </a:lnTo>
                  <a:lnTo>
                    <a:pt x="946221" y="1392515"/>
                  </a:lnTo>
                  <a:lnTo>
                    <a:pt x="947293" y="1392050"/>
                  </a:lnTo>
                  <a:lnTo>
                    <a:pt x="948364" y="1391586"/>
                  </a:lnTo>
                  <a:lnTo>
                    <a:pt x="949436" y="1391123"/>
                  </a:lnTo>
                  <a:lnTo>
                    <a:pt x="950508" y="1390663"/>
                  </a:lnTo>
                  <a:lnTo>
                    <a:pt x="951579" y="1390203"/>
                  </a:lnTo>
                  <a:lnTo>
                    <a:pt x="952651" y="1389745"/>
                  </a:lnTo>
                  <a:lnTo>
                    <a:pt x="953722" y="1389289"/>
                  </a:lnTo>
                  <a:lnTo>
                    <a:pt x="954794" y="1388834"/>
                  </a:lnTo>
                  <a:lnTo>
                    <a:pt x="955866" y="1388381"/>
                  </a:lnTo>
                  <a:lnTo>
                    <a:pt x="956937" y="1387929"/>
                  </a:lnTo>
                  <a:lnTo>
                    <a:pt x="958009" y="1387479"/>
                  </a:lnTo>
                  <a:lnTo>
                    <a:pt x="959080" y="1387030"/>
                  </a:lnTo>
                  <a:lnTo>
                    <a:pt x="960152" y="1386583"/>
                  </a:lnTo>
                  <a:lnTo>
                    <a:pt x="961224" y="1386137"/>
                  </a:lnTo>
                  <a:lnTo>
                    <a:pt x="962295" y="1385693"/>
                  </a:lnTo>
                  <a:lnTo>
                    <a:pt x="963367" y="1385250"/>
                  </a:lnTo>
                  <a:lnTo>
                    <a:pt x="964438" y="1384809"/>
                  </a:lnTo>
                  <a:lnTo>
                    <a:pt x="965510" y="1384369"/>
                  </a:lnTo>
                  <a:lnTo>
                    <a:pt x="966582" y="1383931"/>
                  </a:lnTo>
                  <a:lnTo>
                    <a:pt x="967653" y="1383494"/>
                  </a:lnTo>
                  <a:lnTo>
                    <a:pt x="968725" y="1383058"/>
                  </a:lnTo>
                  <a:lnTo>
                    <a:pt x="969796" y="1382624"/>
                  </a:lnTo>
                  <a:lnTo>
                    <a:pt x="970868" y="1382192"/>
                  </a:lnTo>
                  <a:lnTo>
                    <a:pt x="971940" y="1381761"/>
                  </a:lnTo>
                  <a:lnTo>
                    <a:pt x="973011" y="1381332"/>
                  </a:lnTo>
                  <a:lnTo>
                    <a:pt x="974083" y="1380904"/>
                  </a:lnTo>
                  <a:lnTo>
                    <a:pt x="975154" y="1380477"/>
                  </a:lnTo>
                  <a:lnTo>
                    <a:pt x="976226" y="1380052"/>
                  </a:lnTo>
                  <a:lnTo>
                    <a:pt x="977298" y="1379628"/>
                  </a:lnTo>
                  <a:lnTo>
                    <a:pt x="978369" y="1379206"/>
                  </a:lnTo>
                  <a:lnTo>
                    <a:pt x="979441" y="1378785"/>
                  </a:lnTo>
                  <a:lnTo>
                    <a:pt x="980512" y="1378366"/>
                  </a:lnTo>
                  <a:lnTo>
                    <a:pt x="981584" y="1377948"/>
                  </a:lnTo>
                  <a:lnTo>
                    <a:pt x="982656" y="1377532"/>
                  </a:lnTo>
                  <a:lnTo>
                    <a:pt x="983727" y="1377117"/>
                  </a:lnTo>
                  <a:lnTo>
                    <a:pt x="984799" y="1376703"/>
                  </a:lnTo>
                  <a:lnTo>
                    <a:pt x="985870" y="1376291"/>
                  </a:lnTo>
                  <a:lnTo>
                    <a:pt x="986942" y="1375881"/>
                  </a:lnTo>
                  <a:lnTo>
                    <a:pt x="988014" y="1375471"/>
                  </a:lnTo>
                  <a:lnTo>
                    <a:pt x="989085" y="1375064"/>
                  </a:lnTo>
                  <a:lnTo>
                    <a:pt x="990157" y="1374657"/>
                  </a:lnTo>
                  <a:lnTo>
                    <a:pt x="991228" y="1374252"/>
                  </a:lnTo>
                  <a:lnTo>
                    <a:pt x="992300" y="1373849"/>
                  </a:lnTo>
                  <a:lnTo>
                    <a:pt x="993372" y="1373446"/>
                  </a:lnTo>
                  <a:lnTo>
                    <a:pt x="994443" y="1373046"/>
                  </a:lnTo>
                  <a:lnTo>
                    <a:pt x="995515" y="1372646"/>
                  </a:lnTo>
                  <a:lnTo>
                    <a:pt x="996586" y="1372248"/>
                  </a:lnTo>
                  <a:lnTo>
                    <a:pt x="997658" y="1371852"/>
                  </a:lnTo>
                  <a:lnTo>
                    <a:pt x="998730" y="1371457"/>
                  </a:lnTo>
                  <a:lnTo>
                    <a:pt x="999801" y="1371063"/>
                  </a:lnTo>
                  <a:lnTo>
                    <a:pt x="1000873" y="1370670"/>
                  </a:lnTo>
                  <a:lnTo>
                    <a:pt x="1001944" y="1370279"/>
                  </a:lnTo>
                  <a:lnTo>
                    <a:pt x="1003016" y="1369890"/>
                  </a:lnTo>
                  <a:lnTo>
                    <a:pt x="1004088" y="1369501"/>
                  </a:lnTo>
                  <a:lnTo>
                    <a:pt x="1005159" y="1369115"/>
                  </a:lnTo>
                  <a:lnTo>
                    <a:pt x="1006231" y="1368729"/>
                  </a:lnTo>
                  <a:lnTo>
                    <a:pt x="1007302" y="1368345"/>
                  </a:lnTo>
                  <a:lnTo>
                    <a:pt x="1008374" y="1367962"/>
                  </a:lnTo>
                  <a:lnTo>
                    <a:pt x="1009446" y="1367580"/>
                  </a:lnTo>
                  <a:lnTo>
                    <a:pt x="1010517" y="1367200"/>
                  </a:lnTo>
                  <a:lnTo>
                    <a:pt x="1011589" y="1366821"/>
                  </a:lnTo>
                  <a:lnTo>
                    <a:pt x="1012660" y="1366444"/>
                  </a:lnTo>
                  <a:lnTo>
                    <a:pt x="1013732" y="1366068"/>
                  </a:lnTo>
                  <a:lnTo>
                    <a:pt x="1014804" y="1365693"/>
                  </a:lnTo>
                  <a:lnTo>
                    <a:pt x="1015875" y="1365319"/>
                  </a:lnTo>
                  <a:lnTo>
                    <a:pt x="1016947" y="1364947"/>
                  </a:lnTo>
                  <a:lnTo>
                    <a:pt x="1018018" y="1364576"/>
                  </a:lnTo>
                  <a:lnTo>
                    <a:pt x="1019090" y="1364207"/>
                  </a:lnTo>
                  <a:lnTo>
                    <a:pt x="1020162" y="1363838"/>
                  </a:lnTo>
                  <a:lnTo>
                    <a:pt x="1021233" y="1363471"/>
                  </a:lnTo>
                  <a:lnTo>
                    <a:pt x="1022305" y="1363106"/>
                  </a:lnTo>
                  <a:lnTo>
                    <a:pt x="1023376" y="1362741"/>
                  </a:lnTo>
                  <a:lnTo>
                    <a:pt x="1024448" y="1362378"/>
                  </a:lnTo>
                  <a:lnTo>
                    <a:pt x="1025520" y="1362016"/>
                  </a:lnTo>
                  <a:lnTo>
                    <a:pt x="1026591" y="1361656"/>
                  </a:lnTo>
                  <a:lnTo>
                    <a:pt x="1027663" y="1361296"/>
                  </a:lnTo>
                  <a:lnTo>
                    <a:pt x="1028734" y="1360938"/>
                  </a:lnTo>
                  <a:lnTo>
                    <a:pt x="1029806" y="1360581"/>
                  </a:lnTo>
                  <a:lnTo>
                    <a:pt x="1030878" y="1360226"/>
                  </a:lnTo>
                  <a:lnTo>
                    <a:pt x="1031949" y="1359872"/>
                  </a:lnTo>
                  <a:lnTo>
                    <a:pt x="1033021" y="1359518"/>
                  </a:lnTo>
                  <a:lnTo>
                    <a:pt x="1034092" y="1359167"/>
                  </a:lnTo>
                  <a:lnTo>
                    <a:pt x="1035164" y="1358816"/>
                  </a:lnTo>
                  <a:lnTo>
                    <a:pt x="1036236" y="1358467"/>
                  </a:lnTo>
                  <a:lnTo>
                    <a:pt x="1037307" y="1358118"/>
                  </a:lnTo>
                  <a:lnTo>
                    <a:pt x="1038379" y="1357772"/>
                  </a:lnTo>
                  <a:lnTo>
                    <a:pt x="1039450" y="1357426"/>
                  </a:lnTo>
                  <a:lnTo>
                    <a:pt x="1040522" y="1357081"/>
                  </a:lnTo>
                  <a:lnTo>
                    <a:pt x="1041594" y="1356738"/>
                  </a:lnTo>
                  <a:lnTo>
                    <a:pt x="1042665" y="1356396"/>
                  </a:lnTo>
                  <a:lnTo>
                    <a:pt x="1043737" y="1356055"/>
                  </a:lnTo>
                  <a:lnTo>
                    <a:pt x="1044808" y="1355715"/>
                  </a:lnTo>
                  <a:lnTo>
                    <a:pt x="1045880" y="1355376"/>
                  </a:lnTo>
                  <a:lnTo>
                    <a:pt x="1046952" y="1355039"/>
                  </a:lnTo>
                  <a:lnTo>
                    <a:pt x="1048023" y="1354703"/>
                  </a:lnTo>
                  <a:lnTo>
                    <a:pt x="1049095" y="1354368"/>
                  </a:lnTo>
                  <a:lnTo>
                    <a:pt x="1050166" y="1354034"/>
                  </a:lnTo>
                  <a:lnTo>
                    <a:pt x="1051238" y="1353701"/>
                  </a:lnTo>
                  <a:lnTo>
                    <a:pt x="1052310" y="1353369"/>
                  </a:lnTo>
                  <a:lnTo>
                    <a:pt x="1053381" y="1353039"/>
                  </a:lnTo>
                  <a:lnTo>
                    <a:pt x="1054453" y="1352709"/>
                  </a:lnTo>
                  <a:lnTo>
                    <a:pt x="1055524" y="1352381"/>
                  </a:lnTo>
                  <a:lnTo>
                    <a:pt x="1056596" y="1352054"/>
                  </a:lnTo>
                  <a:lnTo>
                    <a:pt x="1057668" y="1351728"/>
                  </a:lnTo>
                  <a:lnTo>
                    <a:pt x="1058739" y="1351403"/>
                  </a:lnTo>
                  <a:lnTo>
                    <a:pt x="1059811" y="1351079"/>
                  </a:lnTo>
                  <a:lnTo>
                    <a:pt x="1060882" y="1350756"/>
                  </a:lnTo>
                  <a:lnTo>
                    <a:pt x="1061954" y="1350435"/>
                  </a:lnTo>
                  <a:lnTo>
                    <a:pt x="1063026" y="1350114"/>
                  </a:lnTo>
                  <a:lnTo>
                    <a:pt x="1064097" y="1349795"/>
                  </a:lnTo>
                  <a:lnTo>
                    <a:pt x="1065169" y="1349476"/>
                  </a:lnTo>
                  <a:lnTo>
                    <a:pt x="1066240" y="1349159"/>
                  </a:lnTo>
                  <a:lnTo>
                    <a:pt x="1067312" y="1348843"/>
                  </a:lnTo>
                  <a:lnTo>
                    <a:pt x="1068383" y="1348527"/>
                  </a:lnTo>
                  <a:lnTo>
                    <a:pt x="1069455" y="1348213"/>
                  </a:lnTo>
                  <a:lnTo>
                    <a:pt x="1070527" y="1347900"/>
                  </a:lnTo>
                  <a:lnTo>
                    <a:pt x="1071598" y="1347588"/>
                  </a:lnTo>
                  <a:lnTo>
                    <a:pt x="1072670" y="1347277"/>
                  </a:lnTo>
                  <a:lnTo>
                    <a:pt x="1073741" y="1346967"/>
                  </a:lnTo>
                  <a:lnTo>
                    <a:pt x="1074813" y="1346658"/>
                  </a:lnTo>
                  <a:lnTo>
                    <a:pt x="1075885" y="1346350"/>
                  </a:lnTo>
                  <a:lnTo>
                    <a:pt x="1076956" y="1346043"/>
                  </a:lnTo>
                  <a:lnTo>
                    <a:pt x="1078028" y="1345737"/>
                  </a:lnTo>
                  <a:lnTo>
                    <a:pt x="1079099" y="1345432"/>
                  </a:lnTo>
                  <a:lnTo>
                    <a:pt x="1080171" y="1345128"/>
                  </a:lnTo>
                  <a:lnTo>
                    <a:pt x="1081243" y="1344825"/>
                  </a:lnTo>
                  <a:lnTo>
                    <a:pt x="1082314" y="1344522"/>
                  </a:lnTo>
                  <a:lnTo>
                    <a:pt x="1083386" y="1344221"/>
                  </a:lnTo>
                  <a:lnTo>
                    <a:pt x="1084457" y="1343921"/>
                  </a:lnTo>
                  <a:lnTo>
                    <a:pt x="1085529" y="1343622"/>
                  </a:lnTo>
                  <a:lnTo>
                    <a:pt x="1086601" y="1343324"/>
                  </a:lnTo>
                  <a:lnTo>
                    <a:pt x="1087672" y="1343026"/>
                  </a:lnTo>
                  <a:lnTo>
                    <a:pt x="1088744" y="1342730"/>
                  </a:lnTo>
                  <a:lnTo>
                    <a:pt x="1089815" y="1342434"/>
                  </a:lnTo>
                  <a:lnTo>
                    <a:pt x="1090887" y="1342140"/>
                  </a:lnTo>
                  <a:lnTo>
                    <a:pt x="1091959" y="1341846"/>
                  </a:lnTo>
                  <a:lnTo>
                    <a:pt x="1093030" y="1341553"/>
                  </a:lnTo>
                  <a:lnTo>
                    <a:pt x="1094102" y="1341261"/>
                  </a:lnTo>
                  <a:lnTo>
                    <a:pt x="1095173" y="1340971"/>
                  </a:lnTo>
                  <a:lnTo>
                    <a:pt x="1096245" y="1340680"/>
                  </a:lnTo>
                  <a:lnTo>
                    <a:pt x="1097317" y="1340391"/>
                  </a:lnTo>
                  <a:lnTo>
                    <a:pt x="1098388" y="1340103"/>
                  </a:lnTo>
                  <a:lnTo>
                    <a:pt x="1099460" y="1339815"/>
                  </a:lnTo>
                  <a:lnTo>
                    <a:pt x="1100531" y="1339529"/>
                  </a:lnTo>
                  <a:lnTo>
                    <a:pt x="1101603" y="1339243"/>
                  </a:lnTo>
                  <a:lnTo>
                    <a:pt x="1102675" y="1338958"/>
                  </a:lnTo>
                  <a:lnTo>
                    <a:pt x="1103746" y="1338674"/>
                  </a:lnTo>
                  <a:lnTo>
                    <a:pt x="1104818" y="1338391"/>
                  </a:lnTo>
                  <a:lnTo>
                    <a:pt x="1105889" y="1338108"/>
                  </a:lnTo>
                  <a:lnTo>
                    <a:pt x="1106961" y="1337827"/>
                  </a:lnTo>
                  <a:lnTo>
                    <a:pt x="1108033" y="1337546"/>
                  </a:lnTo>
                  <a:lnTo>
                    <a:pt x="1109104" y="1337266"/>
                  </a:lnTo>
                  <a:lnTo>
                    <a:pt x="1110176" y="1336987"/>
                  </a:lnTo>
                  <a:lnTo>
                    <a:pt x="1111247" y="1336709"/>
                  </a:lnTo>
                  <a:lnTo>
                    <a:pt x="1112319" y="1336431"/>
                  </a:lnTo>
                  <a:lnTo>
                    <a:pt x="1113391" y="1336154"/>
                  </a:lnTo>
                  <a:lnTo>
                    <a:pt x="1114462" y="1335878"/>
                  </a:lnTo>
                  <a:lnTo>
                    <a:pt x="1115534" y="1335603"/>
                  </a:lnTo>
                  <a:lnTo>
                    <a:pt x="1116605" y="1335328"/>
                  </a:lnTo>
                  <a:lnTo>
                    <a:pt x="1117677" y="1335054"/>
                  </a:lnTo>
                  <a:lnTo>
                    <a:pt x="1118749" y="1334781"/>
                  </a:lnTo>
                  <a:lnTo>
                    <a:pt x="1119820" y="1334509"/>
                  </a:lnTo>
                  <a:lnTo>
                    <a:pt x="1120892" y="1334238"/>
                  </a:lnTo>
                  <a:lnTo>
                    <a:pt x="1121963" y="1333967"/>
                  </a:lnTo>
                  <a:lnTo>
                    <a:pt x="1123035" y="1333696"/>
                  </a:lnTo>
                  <a:lnTo>
                    <a:pt x="1124107" y="1333427"/>
                  </a:lnTo>
                  <a:lnTo>
                    <a:pt x="1125178" y="1333158"/>
                  </a:lnTo>
                  <a:lnTo>
                    <a:pt x="1126250" y="1332890"/>
                  </a:lnTo>
                  <a:lnTo>
                    <a:pt x="1127321" y="1332623"/>
                  </a:lnTo>
                  <a:lnTo>
                    <a:pt x="1128393" y="1332356"/>
                  </a:lnTo>
                  <a:lnTo>
                    <a:pt x="1129465" y="1332090"/>
                  </a:lnTo>
                  <a:lnTo>
                    <a:pt x="1130536" y="1331825"/>
                  </a:lnTo>
                  <a:lnTo>
                    <a:pt x="1131608" y="1331560"/>
                  </a:lnTo>
                  <a:lnTo>
                    <a:pt x="1132679" y="1331296"/>
                  </a:lnTo>
                  <a:lnTo>
                    <a:pt x="1133751" y="1331033"/>
                  </a:lnTo>
                  <a:lnTo>
                    <a:pt x="1134823" y="1330770"/>
                  </a:lnTo>
                  <a:lnTo>
                    <a:pt x="1135894" y="1330508"/>
                  </a:lnTo>
                  <a:lnTo>
                    <a:pt x="1136966" y="1330246"/>
                  </a:lnTo>
                  <a:lnTo>
                    <a:pt x="1138037" y="1329985"/>
                  </a:lnTo>
                  <a:lnTo>
                    <a:pt x="1139109" y="1329725"/>
                  </a:lnTo>
                  <a:lnTo>
                    <a:pt x="1140181" y="1329465"/>
                  </a:lnTo>
                  <a:lnTo>
                    <a:pt x="1141252" y="1329206"/>
                  </a:lnTo>
                  <a:lnTo>
                    <a:pt x="1142324" y="1328948"/>
                  </a:lnTo>
                  <a:lnTo>
                    <a:pt x="1143395" y="1328690"/>
                  </a:lnTo>
                  <a:lnTo>
                    <a:pt x="1144467" y="1328432"/>
                  </a:lnTo>
                  <a:lnTo>
                    <a:pt x="1145539" y="1328176"/>
                  </a:lnTo>
                  <a:lnTo>
                    <a:pt x="1146610" y="1327919"/>
                  </a:lnTo>
                  <a:lnTo>
                    <a:pt x="1147682" y="1327664"/>
                  </a:lnTo>
                  <a:lnTo>
                    <a:pt x="1148753" y="1327408"/>
                  </a:lnTo>
                  <a:lnTo>
                    <a:pt x="1149825" y="1327154"/>
                  </a:lnTo>
                  <a:lnTo>
                    <a:pt x="1150897" y="1326900"/>
                  </a:lnTo>
                  <a:lnTo>
                    <a:pt x="1151968" y="1326646"/>
                  </a:lnTo>
                  <a:lnTo>
                    <a:pt x="1153040" y="1326393"/>
                  </a:lnTo>
                  <a:lnTo>
                    <a:pt x="1154111" y="1326140"/>
                  </a:lnTo>
                  <a:lnTo>
                    <a:pt x="1155183" y="1325888"/>
                  </a:lnTo>
                  <a:lnTo>
                    <a:pt x="1156255" y="1325637"/>
                  </a:lnTo>
                  <a:lnTo>
                    <a:pt x="1157326" y="1325386"/>
                  </a:lnTo>
                  <a:lnTo>
                    <a:pt x="1158398" y="1325135"/>
                  </a:lnTo>
                  <a:lnTo>
                    <a:pt x="1159469" y="1324885"/>
                  </a:lnTo>
                  <a:lnTo>
                    <a:pt x="1160541" y="1324635"/>
                  </a:lnTo>
                  <a:lnTo>
                    <a:pt x="1161613" y="1324386"/>
                  </a:lnTo>
                  <a:lnTo>
                    <a:pt x="1162684" y="1324137"/>
                  </a:lnTo>
                  <a:lnTo>
                    <a:pt x="1163756" y="1323889"/>
                  </a:lnTo>
                  <a:lnTo>
                    <a:pt x="1164827" y="1323641"/>
                  </a:lnTo>
                  <a:lnTo>
                    <a:pt x="1165899" y="1323393"/>
                  </a:lnTo>
                  <a:lnTo>
                    <a:pt x="1166971" y="1323146"/>
                  </a:lnTo>
                  <a:lnTo>
                    <a:pt x="1168042" y="1322900"/>
                  </a:lnTo>
                  <a:lnTo>
                    <a:pt x="1169114" y="1322653"/>
                  </a:lnTo>
                  <a:lnTo>
                    <a:pt x="1170185" y="1322407"/>
                  </a:lnTo>
                  <a:lnTo>
                    <a:pt x="1171257" y="1322162"/>
                  </a:lnTo>
                  <a:lnTo>
                    <a:pt x="1172329" y="1321917"/>
                  </a:lnTo>
                  <a:lnTo>
                    <a:pt x="1173400" y="1321672"/>
                  </a:lnTo>
                  <a:lnTo>
                    <a:pt x="1174472" y="1321428"/>
                  </a:lnTo>
                  <a:lnTo>
                    <a:pt x="1175543" y="1321184"/>
                  </a:lnTo>
                  <a:lnTo>
                    <a:pt x="1176615" y="1320940"/>
                  </a:lnTo>
                  <a:lnTo>
                    <a:pt x="1177687" y="1320697"/>
                  </a:lnTo>
                  <a:lnTo>
                    <a:pt x="1178758" y="1320454"/>
                  </a:lnTo>
                  <a:lnTo>
                    <a:pt x="1179830" y="1320211"/>
                  </a:lnTo>
                  <a:lnTo>
                    <a:pt x="1180901" y="1319969"/>
                  </a:lnTo>
                  <a:lnTo>
                    <a:pt x="1181973" y="1319727"/>
                  </a:lnTo>
                  <a:lnTo>
                    <a:pt x="1183045" y="1319485"/>
                  </a:lnTo>
                  <a:lnTo>
                    <a:pt x="1184116" y="1319243"/>
                  </a:lnTo>
                  <a:lnTo>
                    <a:pt x="1185188" y="1319002"/>
                  </a:lnTo>
                  <a:lnTo>
                    <a:pt x="1186259" y="1318761"/>
                  </a:lnTo>
                  <a:lnTo>
                    <a:pt x="1187331" y="1318521"/>
                  </a:lnTo>
                  <a:lnTo>
                    <a:pt x="1188403" y="1318281"/>
                  </a:lnTo>
                  <a:lnTo>
                    <a:pt x="1189474" y="1318040"/>
                  </a:lnTo>
                  <a:lnTo>
                    <a:pt x="1190546" y="1317801"/>
                  </a:lnTo>
                  <a:lnTo>
                    <a:pt x="1191617" y="1317561"/>
                  </a:lnTo>
                  <a:lnTo>
                    <a:pt x="1192689" y="1317322"/>
                  </a:lnTo>
                  <a:lnTo>
                    <a:pt x="1193761" y="1317083"/>
                  </a:lnTo>
                  <a:lnTo>
                    <a:pt x="1194832" y="1316844"/>
                  </a:lnTo>
                  <a:lnTo>
                    <a:pt x="1195904" y="1316605"/>
                  </a:lnTo>
                  <a:lnTo>
                    <a:pt x="1196975" y="1316367"/>
                  </a:lnTo>
                  <a:lnTo>
                    <a:pt x="1198047" y="1316129"/>
                  </a:lnTo>
                  <a:lnTo>
                    <a:pt x="1199119" y="1315890"/>
                  </a:lnTo>
                  <a:lnTo>
                    <a:pt x="1200190" y="1315653"/>
                  </a:lnTo>
                  <a:lnTo>
                    <a:pt x="1201262" y="1315415"/>
                  </a:lnTo>
                  <a:lnTo>
                    <a:pt x="1202333" y="1315177"/>
                  </a:lnTo>
                  <a:lnTo>
                    <a:pt x="1203405" y="1314940"/>
                  </a:lnTo>
                  <a:lnTo>
                    <a:pt x="1204477" y="1314703"/>
                  </a:lnTo>
                  <a:lnTo>
                    <a:pt x="1205548" y="1314466"/>
                  </a:lnTo>
                  <a:lnTo>
                    <a:pt x="1206620" y="1314229"/>
                  </a:lnTo>
                  <a:lnTo>
                    <a:pt x="1207691" y="1313992"/>
                  </a:lnTo>
                  <a:lnTo>
                    <a:pt x="1208763" y="1313756"/>
                  </a:lnTo>
                  <a:lnTo>
                    <a:pt x="1209835" y="1313519"/>
                  </a:lnTo>
                  <a:lnTo>
                    <a:pt x="1210906" y="1313283"/>
                  </a:lnTo>
                  <a:lnTo>
                    <a:pt x="1211978" y="1313047"/>
                  </a:lnTo>
                  <a:lnTo>
                    <a:pt x="1213049" y="1312810"/>
                  </a:lnTo>
                  <a:lnTo>
                    <a:pt x="1214121" y="1312574"/>
                  </a:lnTo>
                  <a:lnTo>
                    <a:pt x="1215193" y="1312338"/>
                  </a:lnTo>
                  <a:lnTo>
                    <a:pt x="1216264" y="1312102"/>
                  </a:lnTo>
                  <a:lnTo>
                    <a:pt x="1217336" y="1311866"/>
                  </a:lnTo>
                  <a:lnTo>
                    <a:pt x="1218407" y="1311631"/>
                  </a:lnTo>
                  <a:lnTo>
                    <a:pt x="1219479" y="1311395"/>
                  </a:lnTo>
                  <a:lnTo>
                    <a:pt x="1220551" y="1311159"/>
                  </a:lnTo>
                  <a:lnTo>
                    <a:pt x="1221622" y="1310924"/>
                  </a:lnTo>
                  <a:lnTo>
                    <a:pt x="1222694" y="1310688"/>
                  </a:lnTo>
                  <a:lnTo>
                    <a:pt x="1223765" y="1310452"/>
                  </a:lnTo>
                  <a:lnTo>
                    <a:pt x="1224837" y="1310217"/>
                  </a:lnTo>
                  <a:lnTo>
                    <a:pt x="1225909" y="1309981"/>
                  </a:lnTo>
                  <a:lnTo>
                    <a:pt x="1226980" y="1309746"/>
                  </a:lnTo>
                  <a:lnTo>
                    <a:pt x="1228052" y="1309510"/>
                  </a:lnTo>
                  <a:lnTo>
                    <a:pt x="1229123" y="1309275"/>
                  </a:lnTo>
                  <a:lnTo>
                    <a:pt x="1230195" y="1309039"/>
                  </a:lnTo>
                  <a:lnTo>
                    <a:pt x="1231267" y="1308803"/>
                  </a:lnTo>
                  <a:lnTo>
                    <a:pt x="1232338" y="1308568"/>
                  </a:lnTo>
                  <a:lnTo>
                    <a:pt x="1233410" y="1308332"/>
                  </a:lnTo>
                  <a:lnTo>
                    <a:pt x="1234481" y="1308096"/>
                  </a:lnTo>
                  <a:lnTo>
                    <a:pt x="1235553" y="1307861"/>
                  </a:lnTo>
                  <a:lnTo>
                    <a:pt x="1236625" y="1307625"/>
                  </a:lnTo>
                  <a:lnTo>
                    <a:pt x="1237696" y="1307389"/>
                  </a:lnTo>
                  <a:lnTo>
                    <a:pt x="1238768" y="1307153"/>
                  </a:lnTo>
                  <a:lnTo>
                    <a:pt x="1239839" y="1306917"/>
                  </a:lnTo>
                  <a:lnTo>
                    <a:pt x="1240911" y="1306681"/>
                  </a:lnTo>
                  <a:lnTo>
                    <a:pt x="1241983" y="1306445"/>
                  </a:lnTo>
                  <a:lnTo>
                    <a:pt x="1243054" y="1306208"/>
                  </a:lnTo>
                  <a:lnTo>
                    <a:pt x="1244126" y="1305972"/>
                  </a:lnTo>
                  <a:lnTo>
                    <a:pt x="1245197" y="1305735"/>
                  </a:lnTo>
                  <a:lnTo>
                    <a:pt x="1246269" y="1305499"/>
                  </a:lnTo>
                  <a:lnTo>
                    <a:pt x="1247340" y="1305262"/>
                  </a:lnTo>
                  <a:lnTo>
                    <a:pt x="1248412" y="1305025"/>
                  </a:lnTo>
                  <a:lnTo>
                    <a:pt x="1249484" y="1304788"/>
                  </a:lnTo>
                  <a:lnTo>
                    <a:pt x="1250555" y="1304551"/>
                  </a:lnTo>
                  <a:lnTo>
                    <a:pt x="1251627" y="1304314"/>
                  </a:lnTo>
                  <a:lnTo>
                    <a:pt x="1252698" y="1304076"/>
                  </a:lnTo>
                  <a:lnTo>
                    <a:pt x="1253770" y="1303838"/>
                  </a:lnTo>
                  <a:lnTo>
                    <a:pt x="1254842" y="1303600"/>
                  </a:lnTo>
                  <a:lnTo>
                    <a:pt x="1255913" y="1303362"/>
                  </a:lnTo>
                  <a:lnTo>
                    <a:pt x="1256985" y="1303124"/>
                  </a:lnTo>
                  <a:lnTo>
                    <a:pt x="1258056" y="1302886"/>
                  </a:lnTo>
                  <a:lnTo>
                    <a:pt x="1259128" y="1302647"/>
                  </a:lnTo>
                  <a:lnTo>
                    <a:pt x="1260200" y="1302408"/>
                  </a:lnTo>
                  <a:lnTo>
                    <a:pt x="1261271" y="1302169"/>
                  </a:lnTo>
                  <a:lnTo>
                    <a:pt x="1262343" y="1301930"/>
                  </a:lnTo>
                  <a:lnTo>
                    <a:pt x="1263414" y="1301691"/>
                  </a:lnTo>
                  <a:lnTo>
                    <a:pt x="1264486" y="1301451"/>
                  </a:lnTo>
                  <a:lnTo>
                    <a:pt x="1265558" y="1301211"/>
                  </a:lnTo>
                  <a:lnTo>
                    <a:pt x="1266629" y="1300971"/>
                  </a:lnTo>
                  <a:lnTo>
                    <a:pt x="1267701" y="1300730"/>
                  </a:lnTo>
                  <a:lnTo>
                    <a:pt x="1268772" y="1300490"/>
                  </a:lnTo>
                  <a:lnTo>
                    <a:pt x="1269844" y="1300249"/>
                  </a:lnTo>
                  <a:lnTo>
                    <a:pt x="1270916" y="1300007"/>
                  </a:lnTo>
                  <a:lnTo>
                    <a:pt x="1271987" y="1299766"/>
                  </a:lnTo>
                  <a:lnTo>
                    <a:pt x="1273059" y="1299524"/>
                  </a:lnTo>
                  <a:lnTo>
                    <a:pt x="1274130" y="1299282"/>
                  </a:lnTo>
                  <a:lnTo>
                    <a:pt x="1275202" y="1299039"/>
                  </a:lnTo>
                  <a:lnTo>
                    <a:pt x="1276274" y="1298797"/>
                  </a:lnTo>
                  <a:lnTo>
                    <a:pt x="1277345" y="1298554"/>
                  </a:lnTo>
                  <a:lnTo>
                    <a:pt x="1278417" y="1298310"/>
                  </a:lnTo>
                  <a:lnTo>
                    <a:pt x="1279488" y="1298067"/>
                  </a:lnTo>
                  <a:lnTo>
                    <a:pt x="1280560" y="1297823"/>
                  </a:lnTo>
                  <a:lnTo>
                    <a:pt x="1281632" y="1297579"/>
                  </a:lnTo>
                  <a:lnTo>
                    <a:pt x="1282703" y="1297334"/>
                  </a:lnTo>
                  <a:lnTo>
                    <a:pt x="1283775" y="1297089"/>
                  </a:lnTo>
                  <a:lnTo>
                    <a:pt x="1284846" y="1296844"/>
                  </a:lnTo>
                  <a:lnTo>
                    <a:pt x="1285918" y="1296598"/>
                  </a:lnTo>
                  <a:lnTo>
                    <a:pt x="1286990" y="1296352"/>
                  </a:lnTo>
                  <a:lnTo>
                    <a:pt x="1288061" y="1296106"/>
                  </a:lnTo>
                  <a:lnTo>
                    <a:pt x="1289133" y="1295859"/>
                  </a:lnTo>
                  <a:lnTo>
                    <a:pt x="1290204" y="1295612"/>
                  </a:lnTo>
                  <a:lnTo>
                    <a:pt x="1291276" y="1295364"/>
                  </a:lnTo>
                  <a:lnTo>
                    <a:pt x="1292348" y="1295116"/>
                  </a:lnTo>
                  <a:lnTo>
                    <a:pt x="1293419" y="1294868"/>
                  </a:lnTo>
                  <a:lnTo>
                    <a:pt x="1294491" y="1294619"/>
                  </a:lnTo>
                  <a:lnTo>
                    <a:pt x="1295562" y="1294370"/>
                  </a:lnTo>
                  <a:lnTo>
                    <a:pt x="1296634" y="1294121"/>
                  </a:lnTo>
                  <a:lnTo>
                    <a:pt x="1297706" y="1293871"/>
                  </a:lnTo>
                  <a:lnTo>
                    <a:pt x="1298777" y="1293621"/>
                  </a:lnTo>
                  <a:lnTo>
                    <a:pt x="1299849" y="1293370"/>
                  </a:lnTo>
                  <a:lnTo>
                    <a:pt x="1300920" y="1293119"/>
                  </a:lnTo>
                  <a:lnTo>
                    <a:pt x="1301992" y="1292867"/>
                  </a:lnTo>
                  <a:lnTo>
                    <a:pt x="1303064" y="1292615"/>
                  </a:lnTo>
                  <a:lnTo>
                    <a:pt x="1304135" y="1292363"/>
                  </a:lnTo>
                  <a:lnTo>
                    <a:pt x="1305207" y="1292110"/>
                  </a:lnTo>
                  <a:lnTo>
                    <a:pt x="1306278" y="1291856"/>
                  </a:lnTo>
                  <a:lnTo>
                    <a:pt x="1307350" y="1291603"/>
                  </a:lnTo>
                  <a:lnTo>
                    <a:pt x="1308422" y="1291348"/>
                  </a:lnTo>
                  <a:lnTo>
                    <a:pt x="1309493" y="1291094"/>
                  </a:lnTo>
                  <a:lnTo>
                    <a:pt x="1310565" y="1290838"/>
                  </a:lnTo>
                  <a:lnTo>
                    <a:pt x="1311636" y="1290583"/>
                  </a:lnTo>
                  <a:lnTo>
                    <a:pt x="1312708" y="1290327"/>
                  </a:lnTo>
                  <a:lnTo>
                    <a:pt x="1313780" y="1290070"/>
                  </a:lnTo>
                  <a:lnTo>
                    <a:pt x="1314851" y="1289813"/>
                  </a:lnTo>
                  <a:lnTo>
                    <a:pt x="1315923" y="1289555"/>
                  </a:lnTo>
                  <a:lnTo>
                    <a:pt x="1316994" y="1289297"/>
                  </a:lnTo>
                  <a:lnTo>
                    <a:pt x="1318066" y="1289039"/>
                  </a:lnTo>
                  <a:lnTo>
                    <a:pt x="1319138" y="1288779"/>
                  </a:lnTo>
                  <a:lnTo>
                    <a:pt x="1320209" y="1288520"/>
                  </a:lnTo>
                  <a:lnTo>
                    <a:pt x="1321281" y="1288260"/>
                  </a:lnTo>
                  <a:lnTo>
                    <a:pt x="1322352" y="1287999"/>
                  </a:lnTo>
                  <a:lnTo>
                    <a:pt x="1323424" y="1287738"/>
                  </a:lnTo>
                  <a:lnTo>
                    <a:pt x="1324496" y="1287476"/>
                  </a:lnTo>
                  <a:lnTo>
                    <a:pt x="1325567" y="1287214"/>
                  </a:lnTo>
                  <a:lnTo>
                    <a:pt x="1326639" y="1286952"/>
                  </a:lnTo>
                  <a:lnTo>
                    <a:pt x="1327710" y="1286688"/>
                  </a:lnTo>
                  <a:lnTo>
                    <a:pt x="1328782" y="1286425"/>
                  </a:lnTo>
                  <a:lnTo>
                    <a:pt x="1329854" y="1286160"/>
                  </a:lnTo>
                  <a:lnTo>
                    <a:pt x="1330925" y="1285896"/>
                  </a:lnTo>
                  <a:lnTo>
                    <a:pt x="1331997" y="1285630"/>
                  </a:lnTo>
                  <a:lnTo>
                    <a:pt x="1333068" y="1285365"/>
                  </a:lnTo>
                  <a:lnTo>
                    <a:pt x="1334140" y="1285098"/>
                  </a:lnTo>
                  <a:lnTo>
                    <a:pt x="1335212" y="1284831"/>
                  </a:lnTo>
                  <a:lnTo>
                    <a:pt x="1336283" y="1284564"/>
                  </a:lnTo>
                  <a:lnTo>
                    <a:pt x="1337355" y="1284296"/>
                  </a:lnTo>
                  <a:lnTo>
                    <a:pt x="1338426" y="1284027"/>
                  </a:lnTo>
                  <a:lnTo>
                    <a:pt x="1339498" y="1283758"/>
                  </a:lnTo>
                  <a:lnTo>
                    <a:pt x="1340570" y="1283488"/>
                  </a:lnTo>
                  <a:lnTo>
                    <a:pt x="1341641" y="1283218"/>
                  </a:lnTo>
                  <a:lnTo>
                    <a:pt x="1342713" y="1282948"/>
                  </a:lnTo>
                  <a:lnTo>
                    <a:pt x="1343784" y="1282676"/>
                  </a:lnTo>
                  <a:lnTo>
                    <a:pt x="1344856" y="1282404"/>
                  </a:lnTo>
                  <a:lnTo>
                    <a:pt x="1345928" y="1282132"/>
                  </a:lnTo>
                  <a:lnTo>
                    <a:pt x="1346999" y="1281859"/>
                  </a:lnTo>
                  <a:lnTo>
                    <a:pt x="1348071" y="1281585"/>
                  </a:lnTo>
                  <a:lnTo>
                    <a:pt x="1349142" y="1281311"/>
                  </a:lnTo>
                  <a:lnTo>
                    <a:pt x="1350214" y="1281037"/>
                  </a:lnTo>
                  <a:lnTo>
                    <a:pt x="1351286" y="1280762"/>
                  </a:lnTo>
                  <a:lnTo>
                    <a:pt x="1352357" y="1280486"/>
                  </a:lnTo>
                  <a:lnTo>
                    <a:pt x="1353429" y="1280209"/>
                  </a:lnTo>
                  <a:lnTo>
                    <a:pt x="1354500" y="1279933"/>
                  </a:lnTo>
                  <a:lnTo>
                    <a:pt x="1355572" y="1279655"/>
                  </a:lnTo>
                  <a:lnTo>
                    <a:pt x="1356644" y="1279377"/>
                  </a:lnTo>
                  <a:lnTo>
                    <a:pt x="1357715" y="1279099"/>
                  </a:lnTo>
                  <a:lnTo>
                    <a:pt x="1358787" y="1278820"/>
                  </a:lnTo>
                  <a:lnTo>
                    <a:pt x="1359858" y="1278540"/>
                  </a:lnTo>
                  <a:lnTo>
                    <a:pt x="1360930" y="1278260"/>
                  </a:lnTo>
                  <a:lnTo>
                    <a:pt x="1362002" y="1277979"/>
                  </a:lnTo>
                  <a:lnTo>
                    <a:pt x="1363073" y="1277698"/>
                  </a:lnTo>
                  <a:lnTo>
                    <a:pt x="1364145" y="1277416"/>
                  </a:lnTo>
                  <a:lnTo>
                    <a:pt x="1365216" y="1277133"/>
                  </a:lnTo>
                  <a:lnTo>
                    <a:pt x="1366288" y="1276851"/>
                  </a:lnTo>
                  <a:lnTo>
                    <a:pt x="1367360" y="1276567"/>
                  </a:lnTo>
                  <a:lnTo>
                    <a:pt x="1368431" y="1276283"/>
                  </a:lnTo>
                  <a:lnTo>
                    <a:pt x="1369503" y="1275999"/>
                  </a:lnTo>
                  <a:lnTo>
                    <a:pt x="1370574" y="1275714"/>
                  </a:lnTo>
                  <a:lnTo>
                    <a:pt x="1371646" y="1275428"/>
                  </a:lnTo>
                  <a:lnTo>
                    <a:pt x="1372718" y="1275142"/>
                  </a:lnTo>
                  <a:lnTo>
                    <a:pt x="1373789" y="1274855"/>
                  </a:lnTo>
                  <a:lnTo>
                    <a:pt x="1374861" y="1274568"/>
                  </a:lnTo>
                  <a:lnTo>
                    <a:pt x="1375932" y="1274280"/>
                  </a:lnTo>
                  <a:lnTo>
                    <a:pt x="1377004" y="1273992"/>
                  </a:lnTo>
                  <a:lnTo>
                    <a:pt x="1378076" y="1273704"/>
                  </a:lnTo>
                  <a:lnTo>
                    <a:pt x="1379147" y="1273415"/>
                  </a:lnTo>
                  <a:lnTo>
                    <a:pt x="1380219" y="1273125"/>
                  </a:lnTo>
                  <a:lnTo>
                    <a:pt x="1381290" y="1272835"/>
                  </a:lnTo>
                  <a:lnTo>
                    <a:pt x="1382362" y="1272544"/>
                  </a:lnTo>
                  <a:lnTo>
                    <a:pt x="1383434" y="1272253"/>
                  </a:lnTo>
                  <a:lnTo>
                    <a:pt x="1384505" y="1271962"/>
                  </a:lnTo>
                  <a:lnTo>
                    <a:pt x="1385577" y="1271670"/>
                  </a:lnTo>
                  <a:lnTo>
                    <a:pt x="1386648" y="1270985"/>
                  </a:lnTo>
                  <a:lnTo>
                    <a:pt x="1387720" y="1269767"/>
                  </a:lnTo>
                  <a:lnTo>
                    <a:pt x="1388792" y="1268554"/>
                  </a:lnTo>
                  <a:lnTo>
                    <a:pt x="1389863" y="1267344"/>
                  </a:lnTo>
                  <a:lnTo>
                    <a:pt x="1390935" y="1266137"/>
                  </a:lnTo>
                  <a:lnTo>
                    <a:pt x="1392006" y="1264934"/>
                  </a:lnTo>
                  <a:lnTo>
                    <a:pt x="1393078" y="1263735"/>
                  </a:lnTo>
                  <a:lnTo>
                    <a:pt x="1394150" y="1262539"/>
                  </a:lnTo>
                  <a:lnTo>
                    <a:pt x="1395221" y="1261346"/>
                  </a:lnTo>
                  <a:lnTo>
                    <a:pt x="1396293" y="1260157"/>
                  </a:lnTo>
                  <a:lnTo>
                    <a:pt x="1397364" y="1258972"/>
                  </a:lnTo>
                  <a:lnTo>
                    <a:pt x="1398436" y="1257790"/>
                  </a:lnTo>
                  <a:lnTo>
                    <a:pt x="1399508" y="1256611"/>
                  </a:lnTo>
                  <a:lnTo>
                    <a:pt x="1400579" y="1255436"/>
                  </a:lnTo>
                  <a:lnTo>
                    <a:pt x="1401651" y="1254264"/>
                  </a:lnTo>
                  <a:lnTo>
                    <a:pt x="1402722" y="1253096"/>
                  </a:lnTo>
                  <a:lnTo>
                    <a:pt x="1403794" y="1251931"/>
                  </a:lnTo>
                  <a:lnTo>
                    <a:pt x="1404866" y="1250770"/>
                  </a:lnTo>
                  <a:lnTo>
                    <a:pt x="1405937" y="1249611"/>
                  </a:lnTo>
                  <a:lnTo>
                    <a:pt x="1407009" y="1248457"/>
                  </a:lnTo>
                  <a:lnTo>
                    <a:pt x="1408080" y="1247305"/>
                  </a:lnTo>
                  <a:lnTo>
                    <a:pt x="1409152" y="1246157"/>
                  </a:lnTo>
                  <a:lnTo>
                    <a:pt x="1410224" y="1245012"/>
                  </a:lnTo>
                  <a:lnTo>
                    <a:pt x="1411295" y="1243870"/>
                  </a:lnTo>
                  <a:lnTo>
                    <a:pt x="1412367" y="1242732"/>
                  </a:lnTo>
                  <a:lnTo>
                    <a:pt x="1413438" y="1241597"/>
                  </a:lnTo>
                  <a:lnTo>
                    <a:pt x="1414510" y="1240465"/>
                  </a:lnTo>
                  <a:lnTo>
                    <a:pt x="1415582" y="1239337"/>
                  </a:lnTo>
                  <a:lnTo>
                    <a:pt x="1416653" y="1238211"/>
                  </a:lnTo>
                  <a:lnTo>
                    <a:pt x="1417725" y="1237089"/>
                  </a:lnTo>
                  <a:lnTo>
                    <a:pt x="1418796" y="1235970"/>
                  </a:lnTo>
                  <a:lnTo>
                    <a:pt x="1419868" y="1234854"/>
                  </a:lnTo>
                  <a:lnTo>
                    <a:pt x="1420939" y="1233742"/>
                  </a:lnTo>
                  <a:lnTo>
                    <a:pt x="1422011" y="1232632"/>
                  </a:lnTo>
                  <a:lnTo>
                    <a:pt x="1423083" y="1231526"/>
                  </a:lnTo>
                  <a:lnTo>
                    <a:pt x="1424154" y="1230422"/>
                  </a:lnTo>
                  <a:lnTo>
                    <a:pt x="1425226" y="1229322"/>
                  </a:lnTo>
                  <a:lnTo>
                    <a:pt x="1426297" y="1228225"/>
                  </a:lnTo>
                  <a:lnTo>
                    <a:pt x="1427369" y="1227131"/>
                  </a:lnTo>
                  <a:lnTo>
                    <a:pt x="1428441" y="1226040"/>
                  </a:lnTo>
                  <a:lnTo>
                    <a:pt x="1429512" y="1224952"/>
                  </a:lnTo>
                  <a:lnTo>
                    <a:pt x="1430584" y="1223866"/>
                  </a:lnTo>
                  <a:lnTo>
                    <a:pt x="1431655" y="1222784"/>
                  </a:lnTo>
                  <a:lnTo>
                    <a:pt x="1432727" y="1221705"/>
                  </a:lnTo>
                  <a:lnTo>
                    <a:pt x="1433799" y="1220629"/>
                  </a:lnTo>
                  <a:lnTo>
                    <a:pt x="1434870" y="1219556"/>
                  </a:lnTo>
                  <a:lnTo>
                    <a:pt x="1435942" y="1218485"/>
                  </a:lnTo>
                  <a:lnTo>
                    <a:pt x="1437013" y="1217418"/>
                  </a:lnTo>
                  <a:lnTo>
                    <a:pt x="1438085" y="1216353"/>
                  </a:lnTo>
                  <a:lnTo>
                    <a:pt x="1439157" y="1215291"/>
                  </a:lnTo>
                  <a:lnTo>
                    <a:pt x="1440228" y="1214233"/>
                  </a:lnTo>
                  <a:lnTo>
                    <a:pt x="1441300" y="1213176"/>
                  </a:lnTo>
                  <a:lnTo>
                    <a:pt x="1442371" y="1212123"/>
                  </a:lnTo>
                  <a:lnTo>
                    <a:pt x="1443443" y="1211073"/>
                  </a:lnTo>
                  <a:lnTo>
                    <a:pt x="1444515" y="1210025"/>
                  </a:lnTo>
                  <a:lnTo>
                    <a:pt x="1445586" y="1208980"/>
                  </a:lnTo>
                  <a:lnTo>
                    <a:pt x="1446658" y="1207938"/>
                  </a:lnTo>
                  <a:lnTo>
                    <a:pt x="1447729" y="1206898"/>
                  </a:lnTo>
                  <a:lnTo>
                    <a:pt x="1448801" y="1205861"/>
                  </a:lnTo>
                  <a:lnTo>
                    <a:pt x="1449873" y="1204827"/>
                  </a:lnTo>
                  <a:lnTo>
                    <a:pt x="1450944" y="1203795"/>
                  </a:lnTo>
                  <a:lnTo>
                    <a:pt x="1452016" y="1202766"/>
                  </a:lnTo>
                  <a:lnTo>
                    <a:pt x="1453087" y="1201740"/>
                  </a:lnTo>
                  <a:lnTo>
                    <a:pt x="1454159" y="1200716"/>
                  </a:lnTo>
                  <a:lnTo>
                    <a:pt x="1455231" y="1199695"/>
                  </a:lnTo>
                  <a:lnTo>
                    <a:pt x="1456302" y="1198676"/>
                  </a:lnTo>
                  <a:lnTo>
                    <a:pt x="1457374" y="1197660"/>
                  </a:lnTo>
                  <a:lnTo>
                    <a:pt x="1458445" y="1196647"/>
                  </a:lnTo>
                  <a:lnTo>
                    <a:pt x="1459517" y="1195635"/>
                  </a:lnTo>
                  <a:lnTo>
                    <a:pt x="1460589" y="1194627"/>
                  </a:lnTo>
                  <a:lnTo>
                    <a:pt x="1461660" y="1193621"/>
                  </a:lnTo>
                  <a:lnTo>
                    <a:pt x="1462732" y="1192617"/>
                  </a:lnTo>
                  <a:lnTo>
                    <a:pt x="1463803" y="1191616"/>
                  </a:lnTo>
                  <a:lnTo>
                    <a:pt x="1464875" y="1190617"/>
                  </a:lnTo>
                  <a:lnTo>
                    <a:pt x="1465947" y="1189620"/>
                  </a:lnTo>
                  <a:lnTo>
                    <a:pt x="1467018" y="1188626"/>
                  </a:lnTo>
                  <a:lnTo>
                    <a:pt x="1468090" y="1187634"/>
                  </a:lnTo>
                  <a:lnTo>
                    <a:pt x="1469161" y="1186644"/>
                  </a:lnTo>
                  <a:lnTo>
                    <a:pt x="1470233" y="1185657"/>
                  </a:lnTo>
                  <a:lnTo>
                    <a:pt x="1471305" y="1184672"/>
                  </a:lnTo>
                  <a:lnTo>
                    <a:pt x="1472376" y="1183689"/>
                  </a:lnTo>
                  <a:lnTo>
                    <a:pt x="1473448" y="1182709"/>
                  </a:lnTo>
                  <a:lnTo>
                    <a:pt x="1474519" y="1181730"/>
                  </a:lnTo>
                  <a:lnTo>
                    <a:pt x="1475591" y="1180754"/>
                  </a:lnTo>
                  <a:lnTo>
                    <a:pt x="1476663" y="1179780"/>
                  </a:lnTo>
                  <a:lnTo>
                    <a:pt x="1477734" y="1178808"/>
                  </a:lnTo>
                  <a:lnTo>
                    <a:pt x="1478806" y="1177839"/>
                  </a:lnTo>
                  <a:lnTo>
                    <a:pt x="1479877" y="1176871"/>
                  </a:lnTo>
                  <a:lnTo>
                    <a:pt x="1480949" y="1175906"/>
                  </a:lnTo>
                  <a:lnTo>
                    <a:pt x="1482021" y="1174942"/>
                  </a:lnTo>
                  <a:lnTo>
                    <a:pt x="1483092" y="1173981"/>
                  </a:lnTo>
                  <a:lnTo>
                    <a:pt x="1484164" y="1173021"/>
                  </a:lnTo>
                  <a:lnTo>
                    <a:pt x="1485235" y="1172064"/>
                  </a:lnTo>
                  <a:lnTo>
                    <a:pt x="1486307" y="1171109"/>
                  </a:lnTo>
                  <a:lnTo>
                    <a:pt x="1487379" y="1170155"/>
                  </a:lnTo>
                  <a:lnTo>
                    <a:pt x="1488450" y="1169204"/>
                  </a:lnTo>
                  <a:lnTo>
                    <a:pt x="1489522" y="1168254"/>
                  </a:lnTo>
                  <a:lnTo>
                    <a:pt x="1490593" y="1167306"/>
                  </a:lnTo>
                  <a:lnTo>
                    <a:pt x="1491665" y="1166361"/>
                  </a:lnTo>
                  <a:lnTo>
                    <a:pt x="1492737" y="1165417"/>
                  </a:lnTo>
                  <a:lnTo>
                    <a:pt x="1493808" y="1164475"/>
                  </a:lnTo>
                  <a:lnTo>
                    <a:pt x="1494880" y="1163534"/>
                  </a:lnTo>
                  <a:lnTo>
                    <a:pt x="1495951" y="1162596"/>
                  </a:lnTo>
                  <a:lnTo>
                    <a:pt x="1497023" y="1161659"/>
                  </a:lnTo>
                  <a:lnTo>
                    <a:pt x="1498095" y="1160724"/>
                  </a:lnTo>
                  <a:lnTo>
                    <a:pt x="1499166" y="1159791"/>
                  </a:lnTo>
                  <a:lnTo>
                    <a:pt x="1500238" y="1158859"/>
                  </a:lnTo>
                  <a:lnTo>
                    <a:pt x="1501309" y="1157929"/>
                  </a:lnTo>
                  <a:lnTo>
                    <a:pt x="1502381" y="1157001"/>
                  </a:lnTo>
                  <a:lnTo>
                    <a:pt x="1503453" y="1156075"/>
                  </a:lnTo>
                  <a:lnTo>
                    <a:pt x="1504524" y="1155150"/>
                  </a:lnTo>
                  <a:lnTo>
                    <a:pt x="1505596" y="1154227"/>
                  </a:lnTo>
                  <a:lnTo>
                    <a:pt x="1506667" y="1153305"/>
                  </a:lnTo>
                  <a:lnTo>
                    <a:pt x="1507739" y="1152385"/>
                  </a:lnTo>
                  <a:lnTo>
                    <a:pt x="1508811" y="1151466"/>
                  </a:lnTo>
                  <a:lnTo>
                    <a:pt x="1509882" y="1150549"/>
                  </a:lnTo>
                  <a:lnTo>
                    <a:pt x="1510954" y="1149634"/>
                  </a:lnTo>
                  <a:lnTo>
                    <a:pt x="1512025" y="1148720"/>
                  </a:lnTo>
                  <a:lnTo>
                    <a:pt x="1513097" y="1147807"/>
                  </a:lnTo>
                  <a:lnTo>
                    <a:pt x="1514169" y="1146896"/>
                  </a:lnTo>
                  <a:lnTo>
                    <a:pt x="1515240" y="1145986"/>
                  </a:lnTo>
                  <a:lnTo>
                    <a:pt x="1516312" y="1145078"/>
                  </a:lnTo>
                  <a:lnTo>
                    <a:pt x="1517383" y="1144171"/>
                  </a:lnTo>
                  <a:lnTo>
                    <a:pt x="1518455" y="1143266"/>
                  </a:lnTo>
                  <a:lnTo>
                    <a:pt x="1519527" y="1142361"/>
                  </a:lnTo>
                  <a:lnTo>
                    <a:pt x="1520598" y="1141459"/>
                  </a:lnTo>
                  <a:lnTo>
                    <a:pt x="1521670" y="1140557"/>
                  </a:lnTo>
                  <a:lnTo>
                    <a:pt x="1522741" y="1139657"/>
                  </a:lnTo>
                  <a:lnTo>
                    <a:pt x="1523813" y="1138758"/>
                  </a:lnTo>
                  <a:lnTo>
                    <a:pt x="1524885" y="1137860"/>
                  </a:lnTo>
                  <a:lnTo>
                    <a:pt x="1525956" y="1136964"/>
                  </a:lnTo>
                  <a:lnTo>
                    <a:pt x="1527028" y="1136068"/>
                  </a:lnTo>
                  <a:lnTo>
                    <a:pt x="1528099" y="1135174"/>
                  </a:lnTo>
                  <a:lnTo>
                    <a:pt x="1529171" y="1134281"/>
                  </a:lnTo>
                  <a:lnTo>
                    <a:pt x="1530243" y="1133390"/>
                  </a:lnTo>
                  <a:lnTo>
                    <a:pt x="1531314" y="1132499"/>
                  </a:lnTo>
                  <a:lnTo>
                    <a:pt x="1532386" y="1131610"/>
                  </a:lnTo>
                  <a:lnTo>
                    <a:pt x="1533457" y="1130721"/>
                  </a:lnTo>
                  <a:lnTo>
                    <a:pt x="1534529" y="1129834"/>
                  </a:lnTo>
                  <a:lnTo>
                    <a:pt x="1535601" y="1128948"/>
                  </a:lnTo>
                  <a:lnTo>
                    <a:pt x="1536672" y="1128063"/>
                  </a:lnTo>
                  <a:lnTo>
                    <a:pt x="1537744" y="1127178"/>
                  </a:lnTo>
                  <a:lnTo>
                    <a:pt x="1538815" y="1126295"/>
                  </a:lnTo>
                  <a:lnTo>
                    <a:pt x="1539887" y="1125413"/>
                  </a:lnTo>
                  <a:lnTo>
                    <a:pt x="1540959" y="1124532"/>
                  </a:lnTo>
                  <a:lnTo>
                    <a:pt x="1542030" y="1123652"/>
                  </a:lnTo>
                  <a:lnTo>
                    <a:pt x="1543102" y="1122772"/>
                  </a:lnTo>
                  <a:lnTo>
                    <a:pt x="1544173" y="1121894"/>
                  </a:lnTo>
                  <a:lnTo>
                    <a:pt x="1545245" y="1121016"/>
                  </a:lnTo>
                  <a:lnTo>
                    <a:pt x="1546317" y="1120140"/>
                  </a:lnTo>
                  <a:lnTo>
                    <a:pt x="1547388" y="1119264"/>
                  </a:lnTo>
                  <a:lnTo>
                    <a:pt x="1548460" y="1118389"/>
                  </a:lnTo>
                  <a:lnTo>
                    <a:pt x="1549531" y="1117515"/>
                  </a:lnTo>
                  <a:lnTo>
                    <a:pt x="1550603" y="1116642"/>
                  </a:lnTo>
                  <a:lnTo>
                    <a:pt x="1551675" y="1115770"/>
                  </a:lnTo>
                  <a:lnTo>
                    <a:pt x="1552746" y="1114898"/>
                  </a:lnTo>
                  <a:lnTo>
                    <a:pt x="1553818" y="1114027"/>
                  </a:lnTo>
                  <a:lnTo>
                    <a:pt x="1554889" y="1113157"/>
                  </a:lnTo>
                  <a:lnTo>
                    <a:pt x="1555961" y="1112288"/>
                  </a:lnTo>
                  <a:lnTo>
                    <a:pt x="1557033" y="1111419"/>
                  </a:lnTo>
                  <a:lnTo>
                    <a:pt x="1558104" y="1110551"/>
                  </a:lnTo>
                  <a:lnTo>
                    <a:pt x="1559176" y="1109684"/>
                  </a:lnTo>
                  <a:lnTo>
                    <a:pt x="1560247" y="1108817"/>
                  </a:lnTo>
                  <a:lnTo>
                    <a:pt x="1561319" y="1107951"/>
                  </a:lnTo>
                  <a:lnTo>
                    <a:pt x="1562391" y="1107086"/>
                  </a:lnTo>
                  <a:lnTo>
                    <a:pt x="1563462" y="1106221"/>
                  </a:lnTo>
                  <a:lnTo>
                    <a:pt x="1564534" y="1105357"/>
                  </a:lnTo>
                  <a:lnTo>
                    <a:pt x="1565605" y="1104494"/>
                  </a:lnTo>
                  <a:lnTo>
                    <a:pt x="1566677" y="1103631"/>
                  </a:lnTo>
                  <a:lnTo>
                    <a:pt x="1567749" y="1102769"/>
                  </a:lnTo>
                  <a:lnTo>
                    <a:pt x="1568820" y="1101907"/>
                  </a:lnTo>
                  <a:lnTo>
                    <a:pt x="1569892" y="1101046"/>
                  </a:lnTo>
                  <a:lnTo>
                    <a:pt x="1570963" y="1100185"/>
                  </a:lnTo>
                  <a:lnTo>
                    <a:pt x="1572035" y="1099325"/>
                  </a:lnTo>
                  <a:lnTo>
                    <a:pt x="1573107" y="1098465"/>
                  </a:lnTo>
                  <a:lnTo>
                    <a:pt x="1574178" y="1097606"/>
                  </a:lnTo>
                  <a:lnTo>
                    <a:pt x="1575250" y="1096747"/>
                  </a:lnTo>
                  <a:lnTo>
                    <a:pt x="1576321" y="1095889"/>
                  </a:lnTo>
                  <a:lnTo>
                    <a:pt x="1577393" y="1095031"/>
                  </a:lnTo>
                  <a:lnTo>
                    <a:pt x="1578465" y="1094174"/>
                  </a:lnTo>
                  <a:lnTo>
                    <a:pt x="1579536" y="1093317"/>
                  </a:lnTo>
                  <a:lnTo>
                    <a:pt x="1580608" y="1092460"/>
                  </a:lnTo>
                  <a:lnTo>
                    <a:pt x="1581679" y="1091604"/>
                  </a:lnTo>
                  <a:lnTo>
                    <a:pt x="1582751" y="1090748"/>
                  </a:lnTo>
                  <a:lnTo>
                    <a:pt x="1583823" y="1089892"/>
                  </a:lnTo>
                  <a:lnTo>
                    <a:pt x="1584894" y="1089037"/>
                  </a:lnTo>
                  <a:lnTo>
                    <a:pt x="1585966" y="1088183"/>
                  </a:lnTo>
                  <a:lnTo>
                    <a:pt x="1587037" y="1087328"/>
                  </a:lnTo>
                  <a:lnTo>
                    <a:pt x="1588109" y="1086474"/>
                  </a:lnTo>
                  <a:lnTo>
                    <a:pt x="1589181" y="1085620"/>
                  </a:lnTo>
                  <a:lnTo>
                    <a:pt x="1590252" y="1084767"/>
                  </a:lnTo>
                  <a:lnTo>
                    <a:pt x="1591324" y="1083913"/>
                  </a:lnTo>
                  <a:lnTo>
                    <a:pt x="1592395" y="1083060"/>
                  </a:lnTo>
                  <a:lnTo>
                    <a:pt x="1593467" y="1082208"/>
                  </a:lnTo>
                  <a:lnTo>
                    <a:pt x="1594539" y="1081355"/>
                  </a:lnTo>
                  <a:lnTo>
                    <a:pt x="1595610" y="1080503"/>
                  </a:lnTo>
                  <a:lnTo>
                    <a:pt x="1596682" y="1079651"/>
                  </a:lnTo>
                  <a:lnTo>
                    <a:pt x="1597753" y="1078799"/>
                  </a:lnTo>
                  <a:lnTo>
                    <a:pt x="1598825" y="1077948"/>
                  </a:lnTo>
                  <a:lnTo>
                    <a:pt x="1599896" y="1077096"/>
                  </a:lnTo>
                  <a:lnTo>
                    <a:pt x="1600968" y="1076245"/>
                  </a:lnTo>
                  <a:lnTo>
                    <a:pt x="1602040" y="1075394"/>
                  </a:lnTo>
                  <a:lnTo>
                    <a:pt x="1603111" y="1074543"/>
                  </a:lnTo>
                  <a:lnTo>
                    <a:pt x="1604183" y="1073693"/>
                  </a:lnTo>
                  <a:lnTo>
                    <a:pt x="1605254" y="1072842"/>
                  </a:lnTo>
                  <a:lnTo>
                    <a:pt x="1606326" y="1071992"/>
                  </a:lnTo>
                  <a:lnTo>
                    <a:pt x="1607398" y="1071141"/>
                  </a:lnTo>
                  <a:lnTo>
                    <a:pt x="1608469" y="1070291"/>
                  </a:lnTo>
                  <a:lnTo>
                    <a:pt x="1609541" y="1069441"/>
                  </a:lnTo>
                  <a:lnTo>
                    <a:pt x="1610612" y="1068591"/>
                  </a:lnTo>
                  <a:lnTo>
                    <a:pt x="1611684" y="1067742"/>
                  </a:lnTo>
                  <a:lnTo>
                    <a:pt x="1612756" y="1066892"/>
                  </a:lnTo>
                  <a:lnTo>
                    <a:pt x="1613827" y="1066042"/>
                  </a:lnTo>
                  <a:lnTo>
                    <a:pt x="1614899" y="1065193"/>
                  </a:lnTo>
                  <a:lnTo>
                    <a:pt x="1615970" y="1064343"/>
                  </a:lnTo>
                  <a:lnTo>
                    <a:pt x="1617042" y="1063494"/>
                  </a:lnTo>
                  <a:lnTo>
                    <a:pt x="1618114" y="1062644"/>
                  </a:lnTo>
                  <a:lnTo>
                    <a:pt x="1619185" y="1061795"/>
                  </a:lnTo>
                  <a:lnTo>
                    <a:pt x="1620257" y="1060946"/>
                  </a:lnTo>
                  <a:lnTo>
                    <a:pt x="1621328" y="1060096"/>
                  </a:lnTo>
                  <a:lnTo>
                    <a:pt x="1622400" y="1059247"/>
                  </a:lnTo>
                  <a:lnTo>
                    <a:pt x="1623472" y="1058398"/>
                  </a:lnTo>
                  <a:lnTo>
                    <a:pt x="1624543" y="1057548"/>
                  </a:lnTo>
                  <a:lnTo>
                    <a:pt x="1625615" y="1056699"/>
                  </a:lnTo>
                  <a:lnTo>
                    <a:pt x="1626686" y="1055850"/>
                  </a:lnTo>
                  <a:lnTo>
                    <a:pt x="1627758" y="1055001"/>
                  </a:lnTo>
                  <a:lnTo>
                    <a:pt x="1628830" y="1054151"/>
                  </a:lnTo>
                  <a:lnTo>
                    <a:pt x="1629901" y="1053302"/>
                  </a:lnTo>
                  <a:lnTo>
                    <a:pt x="1630973" y="1052453"/>
                  </a:lnTo>
                  <a:lnTo>
                    <a:pt x="1632044" y="1051603"/>
                  </a:lnTo>
                  <a:lnTo>
                    <a:pt x="1633116" y="1050754"/>
                  </a:lnTo>
                  <a:lnTo>
                    <a:pt x="1634188" y="1049905"/>
                  </a:lnTo>
                  <a:lnTo>
                    <a:pt x="1635259" y="1049055"/>
                  </a:lnTo>
                  <a:lnTo>
                    <a:pt x="1636331" y="1048206"/>
                  </a:lnTo>
                  <a:lnTo>
                    <a:pt x="1637402" y="1047356"/>
                  </a:lnTo>
                  <a:lnTo>
                    <a:pt x="1638474" y="1046506"/>
                  </a:lnTo>
                  <a:lnTo>
                    <a:pt x="1639546" y="1045657"/>
                  </a:lnTo>
                  <a:lnTo>
                    <a:pt x="1640617" y="1044807"/>
                  </a:lnTo>
                  <a:lnTo>
                    <a:pt x="1641689" y="1043957"/>
                  </a:lnTo>
                  <a:lnTo>
                    <a:pt x="1642760" y="1043107"/>
                  </a:lnTo>
                  <a:lnTo>
                    <a:pt x="1643832" y="1042257"/>
                  </a:lnTo>
                  <a:lnTo>
                    <a:pt x="1644904" y="1041407"/>
                  </a:lnTo>
                  <a:lnTo>
                    <a:pt x="1645975" y="1040557"/>
                  </a:lnTo>
                  <a:lnTo>
                    <a:pt x="1647047" y="1039706"/>
                  </a:lnTo>
                  <a:lnTo>
                    <a:pt x="1648118" y="1038856"/>
                  </a:lnTo>
                  <a:lnTo>
                    <a:pt x="1649190" y="1038005"/>
                  </a:lnTo>
                  <a:lnTo>
                    <a:pt x="1650262" y="1037155"/>
                  </a:lnTo>
                  <a:lnTo>
                    <a:pt x="1651333" y="1036304"/>
                  </a:lnTo>
                  <a:lnTo>
                    <a:pt x="1652405" y="1035453"/>
                  </a:lnTo>
                  <a:lnTo>
                    <a:pt x="1653476" y="1034602"/>
                  </a:lnTo>
                  <a:lnTo>
                    <a:pt x="1654548" y="1033751"/>
                  </a:lnTo>
                  <a:lnTo>
                    <a:pt x="1655620" y="1032900"/>
                  </a:lnTo>
                  <a:lnTo>
                    <a:pt x="1656691" y="1032049"/>
                  </a:lnTo>
                  <a:lnTo>
                    <a:pt x="1657763" y="1031197"/>
                  </a:lnTo>
                  <a:lnTo>
                    <a:pt x="1658834" y="1030346"/>
                  </a:lnTo>
                  <a:lnTo>
                    <a:pt x="1659906" y="1029494"/>
                  </a:lnTo>
                  <a:lnTo>
                    <a:pt x="1660978" y="1028642"/>
                  </a:lnTo>
                  <a:lnTo>
                    <a:pt x="1662049" y="1027790"/>
                  </a:lnTo>
                  <a:lnTo>
                    <a:pt x="1663121" y="1026938"/>
                  </a:lnTo>
                  <a:lnTo>
                    <a:pt x="1664192" y="1026086"/>
                  </a:lnTo>
                  <a:lnTo>
                    <a:pt x="1665264" y="1025233"/>
                  </a:lnTo>
                  <a:lnTo>
                    <a:pt x="1666336" y="1024381"/>
                  </a:lnTo>
                  <a:lnTo>
                    <a:pt x="1667407" y="1023528"/>
                  </a:lnTo>
                  <a:lnTo>
                    <a:pt x="1668479" y="1022675"/>
                  </a:lnTo>
                  <a:lnTo>
                    <a:pt x="1669550" y="1021822"/>
                  </a:lnTo>
                  <a:lnTo>
                    <a:pt x="1670622" y="1020969"/>
                  </a:lnTo>
                  <a:lnTo>
                    <a:pt x="1671694" y="1020116"/>
                  </a:lnTo>
                  <a:lnTo>
                    <a:pt x="1672765" y="1019263"/>
                  </a:lnTo>
                  <a:lnTo>
                    <a:pt x="1673837" y="1018409"/>
                  </a:lnTo>
                  <a:lnTo>
                    <a:pt x="1674908" y="1017555"/>
                  </a:lnTo>
                  <a:lnTo>
                    <a:pt x="1675980" y="1016702"/>
                  </a:lnTo>
                  <a:lnTo>
                    <a:pt x="1677052" y="1015848"/>
                  </a:lnTo>
                  <a:lnTo>
                    <a:pt x="1678123" y="1014994"/>
                  </a:lnTo>
                  <a:lnTo>
                    <a:pt x="1679195" y="1014139"/>
                  </a:lnTo>
                  <a:lnTo>
                    <a:pt x="1680266" y="1013285"/>
                  </a:lnTo>
                  <a:lnTo>
                    <a:pt x="1681338" y="1012430"/>
                  </a:lnTo>
                  <a:lnTo>
                    <a:pt x="1682410" y="1011576"/>
                  </a:lnTo>
                  <a:lnTo>
                    <a:pt x="1683481" y="1010721"/>
                  </a:lnTo>
                  <a:lnTo>
                    <a:pt x="1684553" y="1009866"/>
                  </a:lnTo>
                  <a:lnTo>
                    <a:pt x="1685624" y="1009011"/>
                  </a:lnTo>
                  <a:lnTo>
                    <a:pt x="1686696" y="1008155"/>
                  </a:lnTo>
                  <a:lnTo>
                    <a:pt x="1687768" y="1007300"/>
                  </a:lnTo>
                  <a:lnTo>
                    <a:pt x="1688839" y="1006444"/>
                  </a:lnTo>
                  <a:lnTo>
                    <a:pt x="1689911" y="1005589"/>
                  </a:lnTo>
                  <a:lnTo>
                    <a:pt x="1690982" y="1004733"/>
                  </a:lnTo>
                  <a:lnTo>
                    <a:pt x="1692054" y="1003877"/>
                  </a:lnTo>
                  <a:lnTo>
                    <a:pt x="1693126" y="1003021"/>
                  </a:lnTo>
                  <a:lnTo>
                    <a:pt x="1694197" y="1002164"/>
                  </a:lnTo>
                  <a:lnTo>
                    <a:pt x="1695269" y="1001308"/>
                  </a:lnTo>
                  <a:lnTo>
                    <a:pt x="1696340" y="1000452"/>
                  </a:lnTo>
                  <a:lnTo>
                    <a:pt x="1697412" y="999595"/>
                  </a:lnTo>
                  <a:lnTo>
                    <a:pt x="1698484" y="998738"/>
                  </a:lnTo>
                  <a:lnTo>
                    <a:pt x="1699555" y="997881"/>
                  </a:lnTo>
                  <a:lnTo>
                    <a:pt x="1700627" y="997024"/>
                  </a:lnTo>
                  <a:lnTo>
                    <a:pt x="1701698" y="996167"/>
                  </a:lnTo>
                  <a:lnTo>
                    <a:pt x="1702770" y="995310"/>
                  </a:lnTo>
                  <a:lnTo>
                    <a:pt x="1703842" y="994452"/>
                  </a:lnTo>
                  <a:lnTo>
                    <a:pt x="1704913" y="993595"/>
                  </a:lnTo>
                  <a:lnTo>
                    <a:pt x="1705985" y="992737"/>
                  </a:lnTo>
                  <a:lnTo>
                    <a:pt x="1707056" y="991879"/>
                  </a:lnTo>
                  <a:lnTo>
                    <a:pt x="1708128" y="991021"/>
                  </a:lnTo>
                  <a:lnTo>
                    <a:pt x="1709200" y="990163"/>
                  </a:lnTo>
                  <a:lnTo>
                    <a:pt x="1710271" y="989305"/>
                  </a:lnTo>
                  <a:lnTo>
                    <a:pt x="1711343" y="988447"/>
                  </a:lnTo>
                  <a:lnTo>
                    <a:pt x="1712414" y="987588"/>
                  </a:lnTo>
                  <a:lnTo>
                    <a:pt x="1713486" y="986730"/>
                  </a:lnTo>
                  <a:lnTo>
                    <a:pt x="1714558" y="985871"/>
                  </a:lnTo>
                  <a:lnTo>
                    <a:pt x="1715629" y="985013"/>
                  </a:lnTo>
                  <a:lnTo>
                    <a:pt x="1716701" y="984154"/>
                  </a:lnTo>
                  <a:lnTo>
                    <a:pt x="1717772" y="983295"/>
                  </a:lnTo>
                  <a:lnTo>
                    <a:pt x="1718844" y="982436"/>
                  </a:lnTo>
                  <a:lnTo>
                    <a:pt x="1719916" y="981577"/>
                  </a:lnTo>
                  <a:lnTo>
                    <a:pt x="1720987" y="980718"/>
                  </a:lnTo>
                  <a:lnTo>
                    <a:pt x="1722059" y="979859"/>
                  </a:lnTo>
                  <a:lnTo>
                    <a:pt x="1723130" y="979000"/>
                  </a:lnTo>
                  <a:lnTo>
                    <a:pt x="1724202" y="978141"/>
                  </a:lnTo>
                  <a:lnTo>
                    <a:pt x="1725274" y="977281"/>
                  </a:lnTo>
                  <a:lnTo>
                    <a:pt x="1726345" y="976422"/>
                  </a:lnTo>
                  <a:lnTo>
                    <a:pt x="1727417" y="975563"/>
                  </a:lnTo>
                  <a:lnTo>
                    <a:pt x="1728488" y="974703"/>
                  </a:lnTo>
                  <a:lnTo>
                    <a:pt x="1729560" y="973844"/>
                  </a:lnTo>
                  <a:lnTo>
                    <a:pt x="1730632" y="972984"/>
                  </a:lnTo>
                  <a:lnTo>
                    <a:pt x="1731703" y="972124"/>
                  </a:lnTo>
                  <a:lnTo>
                    <a:pt x="1732775" y="971265"/>
                  </a:lnTo>
                  <a:lnTo>
                    <a:pt x="1733846" y="970405"/>
                  </a:lnTo>
                  <a:lnTo>
                    <a:pt x="1734918" y="969545"/>
                  </a:lnTo>
                  <a:lnTo>
                    <a:pt x="1735990" y="968685"/>
                  </a:lnTo>
                  <a:lnTo>
                    <a:pt x="1737061" y="967826"/>
                  </a:lnTo>
                  <a:lnTo>
                    <a:pt x="1738133" y="966966"/>
                  </a:lnTo>
                  <a:lnTo>
                    <a:pt x="1739204" y="966106"/>
                  </a:lnTo>
                  <a:lnTo>
                    <a:pt x="1740276" y="965246"/>
                  </a:lnTo>
                  <a:lnTo>
                    <a:pt x="1741348" y="964386"/>
                  </a:lnTo>
                  <a:lnTo>
                    <a:pt x="1742419" y="963527"/>
                  </a:lnTo>
                  <a:lnTo>
                    <a:pt x="1743491" y="962667"/>
                  </a:lnTo>
                  <a:lnTo>
                    <a:pt x="1744562" y="961807"/>
                  </a:lnTo>
                  <a:lnTo>
                    <a:pt x="1745634" y="960947"/>
                  </a:lnTo>
                  <a:lnTo>
                    <a:pt x="1746706" y="960088"/>
                  </a:lnTo>
                  <a:lnTo>
                    <a:pt x="1747777" y="959228"/>
                  </a:lnTo>
                  <a:lnTo>
                    <a:pt x="1748849" y="958368"/>
                  </a:lnTo>
                  <a:lnTo>
                    <a:pt x="1749920" y="957508"/>
                  </a:lnTo>
                  <a:lnTo>
                    <a:pt x="1750992" y="956649"/>
                  </a:lnTo>
                  <a:lnTo>
                    <a:pt x="1752064" y="955789"/>
                  </a:lnTo>
                  <a:lnTo>
                    <a:pt x="1753135" y="954930"/>
                  </a:lnTo>
                  <a:lnTo>
                    <a:pt x="1754207" y="954070"/>
                  </a:lnTo>
                  <a:lnTo>
                    <a:pt x="1755278" y="953211"/>
                  </a:lnTo>
                  <a:lnTo>
                    <a:pt x="1756350" y="952351"/>
                  </a:lnTo>
                  <a:lnTo>
                    <a:pt x="1757422" y="951492"/>
                  </a:lnTo>
                  <a:lnTo>
                    <a:pt x="1758493" y="950633"/>
                  </a:lnTo>
                  <a:lnTo>
                    <a:pt x="1759565" y="949774"/>
                  </a:lnTo>
                  <a:lnTo>
                    <a:pt x="1760636" y="948915"/>
                  </a:lnTo>
                  <a:lnTo>
                    <a:pt x="1761708" y="948056"/>
                  </a:lnTo>
                  <a:lnTo>
                    <a:pt x="1762780" y="947197"/>
                  </a:lnTo>
                  <a:lnTo>
                    <a:pt x="1763851" y="946338"/>
                  </a:lnTo>
                  <a:lnTo>
                    <a:pt x="1764923" y="945480"/>
                  </a:lnTo>
                  <a:lnTo>
                    <a:pt x="1765994" y="944621"/>
                  </a:lnTo>
                  <a:lnTo>
                    <a:pt x="1767066" y="943763"/>
                  </a:lnTo>
                  <a:lnTo>
                    <a:pt x="1768138" y="942905"/>
                  </a:lnTo>
                  <a:lnTo>
                    <a:pt x="1769209" y="942046"/>
                  </a:lnTo>
                  <a:lnTo>
                    <a:pt x="1770281" y="941189"/>
                  </a:lnTo>
                  <a:lnTo>
                    <a:pt x="1771352" y="940331"/>
                  </a:lnTo>
                  <a:lnTo>
                    <a:pt x="1772424" y="939473"/>
                  </a:lnTo>
                  <a:lnTo>
                    <a:pt x="1773496" y="938615"/>
                  </a:lnTo>
                  <a:lnTo>
                    <a:pt x="1774567" y="937758"/>
                  </a:lnTo>
                  <a:lnTo>
                    <a:pt x="1775639" y="936901"/>
                  </a:lnTo>
                  <a:lnTo>
                    <a:pt x="1776710" y="936044"/>
                  </a:lnTo>
                  <a:lnTo>
                    <a:pt x="1777782" y="935187"/>
                  </a:lnTo>
                  <a:lnTo>
                    <a:pt x="1778853" y="934330"/>
                  </a:lnTo>
                  <a:lnTo>
                    <a:pt x="1779925" y="933474"/>
                  </a:lnTo>
                  <a:lnTo>
                    <a:pt x="1780997" y="932618"/>
                  </a:lnTo>
                  <a:lnTo>
                    <a:pt x="1782068" y="931762"/>
                  </a:lnTo>
                  <a:lnTo>
                    <a:pt x="1783140" y="930906"/>
                  </a:lnTo>
                  <a:lnTo>
                    <a:pt x="1784211" y="930050"/>
                  </a:lnTo>
                  <a:lnTo>
                    <a:pt x="1785283" y="929195"/>
                  </a:lnTo>
                  <a:lnTo>
                    <a:pt x="1786355" y="928340"/>
                  </a:lnTo>
                  <a:lnTo>
                    <a:pt x="1787426" y="927485"/>
                  </a:lnTo>
                  <a:lnTo>
                    <a:pt x="1788498" y="926630"/>
                  </a:lnTo>
                  <a:lnTo>
                    <a:pt x="1789569" y="925776"/>
                  </a:lnTo>
                  <a:lnTo>
                    <a:pt x="1790641" y="924922"/>
                  </a:lnTo>
                  <a:lnTo>
                    <a:pt x="1791713" y="924068"/>
                  </a:lnTo>
                  <a:lnTo>
                    <a:pt x="1792784" y="923214"/>
                  </a:lnTo>
                  <a:lnTo>
                    <a:pt x="1793856" y="922361"/>
                  </a:lnTo>
                  <a:lnTo>
                    <a:pt x="1794927" y="921508"/>
                  </a:lnTo>
                  <a:lnTo>
                    <a:pt x="1795999" y="920655"/>
                  </a:lnTo>
                  <a:lnTo>
                    <a:pt x="1797071" y="919803"/>
                  </a:lnTo>
                  <a:lnTo>
                    <a:pt x="1798142" y="918951"/>
                  </a:lnTo>
                  <a:lnTo>
                    <a:pt x="1799214" y="918099"/>
                  </a:lnTo>
                  <a:lnTo>
                    <a:pt x="1800285" y="917247"/>
                  </a:lnTo>
                  <a:lnTo>
                    <a:pt x="1801357" y="916396"/>
                  </a:lnTo>
                  <a:lnTo>
                    <a:pt x="1802429" y="915545"/>
                  </a:lnTo>
                  <a:lnTo>
                    <a:pt x="1803500" y="914695"/>
                  </a:lnTo>
                  <a:lnTo>
                    <a:pt x="1804572" y="913845"/>
                  </a:lnTo>
                  <a:lnTo>
                    <a:pt x="1805643" y="912995"/>
                  </a:lnTo>
                  <a:lnTo>
                    <a:pt x="1806715" y="912145"/>
                  </a:lnTo>
                  <a:lnTo>
                    <a:pt x="1807787" y="911296"/>
                  </a:lnTo>
                  <a:lnTo>
                    <a:pt x="1808858" y="910448"/>
                  </a:lnTo>
                  <a:lnTo>
                    <a:pt x="1809930" y="909599"/>
                  </a:lnTo>
                  <a:lnTo>
                    <a:pt x="1811001" y="908752"/>
                  </a:lnTo>
                  <a:lnTo>
                    <a:pt x="1812073" y="907904"/>
                  </a:lnTo>
                  <a:lnTo>
                    <a:pt x="1813145" y="907057"/>
                  </a:lnTo>
                  <a:lnTo>
                    <a:pt x="1814216" y="906210"/>
                  </a:lnTo>
                  <a:lnTo>
                    <a:pt x="1815288" y="905364"/>
                  </a:lnTo>
                  <a:lnTo>
                    <a:pt x="1816359" y="904518"/>
                  </a:lnTo>
                  <a:lnTo>
                    <a:pt x="1817431" y="903673"/>
                  </a:lnTo>
                  <a:lnTo>
                    <a:pt x="1818503" y="902828"/>
                  </a:lnTo>
                  <a:lnTo>
                    <a:pt x="1819574" y="901983"/>
                  </a:lnTo>
                  <a:lnTo>
                    <a:pt x="1820646" y="901139"/>
                  </a:lnTo>
                  <a:lnTo>
                    <a:pt x="1821717" y="900296"/>
                  </a:lnTo>
                  <a:lnTo>
                    <a:pt x="1822789" y="899453"/>
                  </a:lnTo>
                  <a:lnTo>
                    <a:pt x="1823861" y="898610"/>
                  </a:lnTo>
                  <a:lnTo>
                    <a:pt x="1824932" y="897768"/>
                  </a:lnTo>
                  <a:lnTo>
                    <a:pt x="1826004" y="896926"/>
                  </a:lnTo>
                  <a:lnTo>
                    <a:pt x="1827075" y="896085"/>
                  </a:lnTo>
                  <a:lnTo>
                    <a:pt x="1828147" y="895245"/>
                  </a:lnTo>
                  <a:lnTo>
                    <a:pt x="1829219" y="894405"/>
                  </a:lnTo>
                  <a:lnTo>
                    <a:pt x="1830290" y="893565"/>
                  </a:lnTo>
                  <a:lnTo>
                    <a:pt x="1831362" y="892726"/>
                  </a:lnTo>
                  <a:lnTo>
                    <a:pt x="1832433" y="891888"/>
                  </a:lnTo>
                  <a:lnTo>
                    <a:pt x="1833505" y="891050"/>
                  </a:lnTo>
                  <a:lnTo>
                    <a:pt x="1834577" y="890212"/>
                  </a:lnTo>
                  <a:lnTo>
                    <a:pt x="1835648" y="889376"/>
                  </a:lnTo>
                  <a:lnTo>
                    <a:pt x="1836720" y="888539"/>
                  </a:lnTo>
                  <a:lnTo>
                    <a:pt x="1837791" y="887704"/>
                  </a:lnTo>
                  <a:lnTo>
                    <a:pt x="1838863" y="886869"/>
                  </a:lnTo>
                  <a:lnTo>
                    <a:pt x="1839935" y="886034"/>
                  </a:lnTo>
                  <a:lnTo>
                    <a:pt x="1841006" y="885200"/>
                  </a:lnTo>
                  <a:lnTo>
                    <a:pt x="1842078" y="884367"/>
                  </a:lnTo>
                  <a:lnTo>
                    <a:pt x="1843149" y="883534"/>
                  </a:lnTo>
                  <a:lnTo>
                    <a:pt x="1844221" y="882702"/>
                  </a:lnTo>
                  <a:lnTo>
                    <a:pt x="1845293" y="881871"/>
                  </a:lnTo>
                  <a:lnTo>
                    <a:pt x="1846364" y="881040"/>
                  </a:lnTo>
                  <a:lnTo>
                    <a:pt x="1847436" y="880210"/>
                  </a:lnTo>
                  <a:lnTo>
                    <a:pt x="1848507" y="879381"/>
                  </a:lnTo>
                  <a:lnTo>
                    <a:pt x="1849579" y="878552"/>
                  </a:lnTo>
                  <a:lnTo>
                    <a:pt x="1850651" y="877724"/>
                  </a:lnTo>
                  <a:lnTo>
                    <a:pt x="1851722" y="876897"/>
                  </a:lnTo>
                  <a:lnTo>
                    <a:pt x="1852794" y="876070"/>
                  </a:lnTo>
                  <a:lnTo>
                    <a:pt x="1853865" y="875244"/>
                  </a:lnTo>
                  <a:lnTo>
                    <a:pt x="1854937" y="874419"/>
                  </a:lnTo>
                  <a:lnTo>
                    <a:pt x="1856009" y="873595"/>
                  </a:lnTo>
                  <a:lnTo>
                    <a:pt x="1857080" y="872771"/>
                  </a:lnTo>
                  <a:lnTo>
                    <a:pt x="1858152" y="871948"/>
                  </a:lnTo>
                  <a:lnTo>
                    <a:pt x="1859223" y="871125"/>
                  </a:lnTo>
                  <a:lnTo>
                    <a:pt x="1860295" y="870304"/>
                  </a:lnTo>
                  <a:lnTo>
                    <a:pt x="1861367" y="869483"/>
                  </a:lnTo>
                  <a:lnTo>
                    <a:pt x="1862438" y="868663"/>
                  </a:lnTo>
                  <a:lnTo>
                    <a:pt x="1863510" y="867844"/>
                  </a:lnTo>
                  <a:lnTo>
                    <a:pt x="1864581" y="867025"/>
                  </a:lnTo>
                  <a:lnTo>
                    <a:pt x="1865653" y="866208"/>
                  </a:lnTo>
                  <a:lnTo>
                    <a:pt x="1866725" y="865391"/>
                  </a:lnTo>
                  <a:lnTo>
                    <a:pt x="1867796" y="864575"/>
                  </a:lnTo>
                  <a:lnTo>
                    <a:pt x="1868868" y="863759"/>
                  </a:lnTo>
                  <a:lnTo>
                    <a:pt x="1869939" y="862945"/>
                  </a:lnTo>
                  <a:lnTo>
                    <a:pt x="1871011" y="862132"/>
                  </a:lnTo>
                  <a:lnTo>
                    <a:pt x="1872083" y="861319"/>
                  </a:lnTo>
                  <a:lnTo>
                    <a:pt x="1873154" y="860507"/>
                  </a:lnTo>
                  <a:lnTo>
                    <a:pt x="1874226" y="859696"/>
                  </a:lnTo>
                  <a:lnTo>
                    <a:pt x="1875297" y="858886"/>
                  </a:lnTo>
                  <a:lnTo>
                    <a:pt x="1876369" y="858076"/>
                  </a:lnTo>
                  <a:lnTo>
                    <a:pt x="1877441" y="857268"/>
                  </a:lnTo>
                  <a:lnTo>
                    <a:pt x="1878512" y="856461"/>
                  </a:lnTo>
                  <a:lnTo>
                    <a:pt x="1879584" y="855654"/>
                  </a:lnTo>
                  <a:lnTo>
                    <a:pt x="1880655" y="854848"/>
                  </a:lnTo>
                  <a:lnTo>
                    <a:pt x="1881727" y="854044"/>
                  </a:lnTo>
                  <a:lnTo>
                    <a:pt x="1882799" y="853240"/>
                  </a:lnTo>
                  <a:lnTo>
                    <a:pt x="1883870" y="852437"/>
                  </a:lnTo>
                  <a:lnTo>
                    <a:pt x="1884942" y="851635"/>
                  </a:lnTo>
                  <a:lnTo>
                    <a:pt x="1886013" y="850834"/>
                  </a:lnTo>
                  <a:lnTo>
                    <a:pt x="1887085" y="850034"/>
                  </a:lnTo>
                  <a:lnTo>
                    <a:pt x="1888157" y="849235"/>
                  </a:lnTo>
                  <a:lnTo>
                    <a:pt x="1889228" y="848437"/>
                  </a:lnTo>
                  <a:lnTo>
                    <a:pt x="1890300" y="847640"/>
                  </a:lnTo>
                  <a:lnTo>
                    <a:pt x="1891371" y="846844"/>
                  </a:lnTo>
                  <a:lnTo>
                    <a:pt x="1892443" y="846049"/>
                  </a:lnTo>
                  <a:lnTo>
                    <a:pt x="1893515" y="845255"/>
                  </a:lnTo>
                  <a:lnTo>
                    <a:pt x="1894586" y="844462"/>
                  </a:lnTo>
                  <a:lnTo>
                    <a:pt x="1895658" y="843670"/>
                  </a:lnTo>
                  <a:lnTo>
                    <a:pt x="1896729" y="842879"/>
                  </a:lnTo>
                  <a:lnTo>
                    <a:pt x="1897801" y="842089"/>
                  </a:lnTo>
                  <a:lnTo>
                    <a:pt x="1898873" y="841300"/>
                  </a:lnTo>
                  <a:lnTo>
                    <a:pt x="1899944" y="840512"/>
                  </a:lnTo>
                  <a:lnTo>
                    <a:pt x="1901016" y="839725"/>
                  </a:lnTo>
                  <a:lnTo>
                    <a:pt x="1902087" y="838940"/>
                  </a:lnTo>
                  <a:lnTo>
                    <a:pt x="1903159" y="838155"/>
                  </a:lnTo>
                  <a:lnTo>
                    <a:pt x="1904231" y="837372"/>
                  </a:lnTo>
                  <a:lnTo>
                    <a:pt x="1905302" y="836590"/>
                  </a:lnTo>
                  <a:lnTo>
                    <a:pt x="1906374" y="835808"/>
                  </a:lnTo>
                  <a:lnTo>
                    <a:pt x="1907445" y="835028"/>
                  </a:lnTo>
                  <a:lnTo>
                    <a:pt x="1908517" y="834249"/>
                  </a:lnTo>
                  <a:lnTo>
                    <a:pt x="1909589" y="833472"/>
                  </a:lnTo>
                  <a:lnTo>
                    <a:pt x="1910660" y="832695"/>
                  </a:lnTo>
                  <a:lnTo>
                    <a:pt x="1911732" y="831920"/>
                  </a:lnTo>
                  <a:lnTo>
                    <a:pt x="1912803" y="831145"/>
                  </a:lnTo>
                  <a:lnTo>
                    <a:pt x="1913875" y="830372"/>
                  </a:lnTo>
                  <a:lnTo>
                    <a:pt x="1914947" y="829600"/>
                  </a:lnTo>
                  <a:lnTo>
                    <a:pt x="1916018" y="828830"/>
                  </a:lnTo>
                  <a:lnTo>
                    <a:pt x="1917090" y="828060"/>
                  </a:lnTo>
                  <a:lnTo>
                    <a:pt x="1918161" y="827292"/>
                  </a:lnTo>
                  <a:lnTo>
                    <a:pt x="1919233" y="826525"/>
                  </a:lnTo>
                  <a:lnTo>
                    <a:pt x="1920305" y="825759"/>
                  </a:lnTo>
                  <a:lnTo>
                    <a:pt x="1921376" y="824994"/>
                  </a:lnTo>
                  <a:lnTo>
                    <a:pt x="1922448" y="824230"/>
                  </a:lnTo>
                  <a:lnTo>
                    <a:pt x="1923519" y="823468"/>
                  </a:lnTo>
                  <a:lnTo>
                    <a:pt x="1924591" y="822707"/>
                  </a:lnTo>
                  <a:lnTo>
                    <a:pt x="1925663" y="821947"/>
                  </a:lnTo>
                  <a:lnTo>
                    <a:pt x="1926734" y="821189"/>
                  </a:lnTo>
                  <a:lnTo>
                    <a:pt x="1927806" y="820431"/>
                  </a:lnTo>
                  <a:lnTo>
                    <a:pt x="1928877" y="819675"/>
                  </a:lnTo>
                  <a:lnTo>
                    <a:pt x="1929949" y="818920"/>
                  </a:lnTo>
                  <a:lnTo>
                    <a:pt x="1931021" y="818166"/>
                  </a:lnTo>
                  <a:lnTo>
                    <a:pt x="1932092" y="817414"/>
                  </a:lnTo>
                  <a:lnTo>
                    <a:pt x="1933164" y="816663"/>
                  </a:lnTo>
                  <a:lnTo>
                    <a:pt x="1934235" y="815913"/>
                  </a:lnTo>
                  <a:lnTo>
                    <a:pt x="1935307" y="815164"/>
                  </a:lnTo>
                  <a:lnTo>
                    <a:pt x="1936379" y="814416"/>
                  </a:lnTo>
                  <a:lnTo>
                    <a:pt x="1937450" y="813670"/>
                  </a:lnTo>
                  <a:lnTo>
                    <a:pt x="1938522" y="812925"/>
                  </a:lnTo>
                  <a:lnTo>
                    <a:pt x="1939593" y="812181"/>
                  </a:lnTo>
                  <a:lnTo>
                    <a:pt x="1940665" y="811439"/>
                  </a:lnTo>
                  <a:lnTo>
                    <a:pt x="1941737" y="810697"/>
                  </a:lnTo>
                  <a:lnTo>
                    <a:pt x="1942808" y="809957"/>
                  </a:lnTo>
                  <a:lnTo>
                    <a:pt x="1943880" y="809218"/>
                  </a:lnTo>
                  <a:lnTo>
                    <a:pt x="1944951" y="808481"/>
                  </a:lnTo>
                  <a:lnTo>
                    <a:pt x="1946023" y="807744"/>
                  </a:lnTo>
                  <a:lnTo>
                    <a:pt x="1947095" y="807009"/>
                  </a:lnTo>
                  <a:lnTo>
                    <a:pt x="1948166" y="806275"/>
                  </a:lnTo>
                  <a:lnTo>
                    <a:pt x="1949238" y="805543"/>
                  </a:lnTo>
                  <a:lnTo>
                    <a:pt x="1950309" y="804812"/>
                  </a:lnTo>
                  <a:lnTo>
                    <a:pt x="1951381" y="804082"/>
                  </a:lnTo>
                  <a:lnTo>
                    <a:pt x="1952453" y="803353"/>
                  </a:lnTo>
                  <a:lnTo>
                    <a:pt x="1953524" y="802625"/>
                  </a:lnTo>
                  <a:lnTo>
                    <a:pt x="1954596" y="801899"/>
                  </a:lnTo>
                  <a:lnTo>
                    <a:pt x="1955667" y="801174"/>
                  </a:lnTo>
                  <a:lnTo>
                    <a:pt x="1956739" y="800450"/>
                  </a:lnTo>
                  <a:lnTo>
                    <a:pt x="1957810" y="799728"/>
                  </a:lnTo>
                  <a:lnTo>
                    <a:pt x="1958882" y="799007"/>
                  </a:lnTo>
                  <a:lnTo>
                    <a:pt x="1959954" y="798287"/>
                  </a:lnTo>
                  <a:lnTo>
                    <a:pt x="1961025" y="797568"/>
                  </a:lnTo>
                  <a:lnTo>
                    <a:pt x="1962097" y="796851"/>
                  </a:lnTo>
                  <a:lnTo>
                    <a:pt x="1963168" y="796135"/>
                  </a:lnTo>
                  <a:lnTo>
                    <a:pt x="1964240" y="795420"/>
                  </a:lnTo>
                  <a:lnTo>
                    <a:pt x="1965312" y="794706"/>
                  </a:lnTo>
                  <a:lnTo>
                    <a:pt x="1966383" y="793994"/>
                  </a:lnTo>
                  <a:lnTo>
                    <a:pt x="1967455" y="793283"/>
                  </a:lnTo>
                  <a:lnTo>
                    <a:pt x="1968526" y="792573"/>
                  </a:lnTo>
                  <a:lnTo>
                    <a:pt x="1969598" y="791865"/>
                  </a:lnTo>
                  <a:lnTo>
                    <a:pt x="1970670" y="791158"/>
                  </a:lnTo>
                  <a:lnTo>
                    <a:pt x="1971741" y="790452"/>
                  </a:lnTo>
                  <a:lnTo>
                    <a:pt x="1972813" y="789747"/>
                  </a:lnTo>
                  <a:lnTo>
                    <a:pt x="1973884" y="789044"/>
                  </a:lnTo>
                  <a:lnTo>
                    <a:pt x="1974956" y="788342"/>
                  </a:lnTo>
                  <a:lnTo>
                    <a:pt x="1976028" y="787641"/>
                  </a:lnTo>
                  <a:lnTo>
                    <a:pt x="1977099" y="786942"/>
                  </a:lnTo>
                  <a:lnTo>
                    <a:pt x="1978171" y="786244"/>
                  </a:lnTo>
                  <a:lnTo>
                    <a:pt x="1979242" y="785547"/>
                  </a:lnTo>
                  <a:lnTo>
                    <a:pt x="1980314" y="784851"/>
                  </a:lnTo>
                  <a:lnTo>
                    <a:pt x="1981386" y="784157"/>
                  </a:lnTo>
                  <a:lnTo>
                    <a:pt x="1982457" y="783464"/>
                  </a:lnTo>
                  <a:lnTo>
                    <a:pt x="1983529" y="782772"/>
                  </a:lnTo>
                  <a:lnTo>
                    <a:pt x="1984600" y="782082"/>
                  </a:lnTo>
                  <a:lnTo>
                    <a:pt x="1985672" y="781393"/>
                  </a:lnTo>
                  <a:lnTo>
                    <a:pt x="1986744" y="780705"/>
                  </a:lnTo>
                  <a:lnTo>
                    <a:pt x="1987815" y="780018"/>
                  </a:lnTo>
                  <a:lnTo>
                    <a:pt x="1988887" y="779333"/>
                  </a:lnTo>
                  <a:lnTo>
                    <a:pt x="1989958" y="778649"/>
                  </a:lnTo>
                  <a:lnTo>
                    <a:pt x="1991030" y="777966"/>
                  </a:lnTo>
                  <a:lnTo>
                    <a:pt x="1992102" y="777285"/>
                  </a:lnTo>
                  <a:lnTo>
                    <a:pt x="1993173" y="776605"/>
                  </a:lnTo>
                  <a:lnTo>
                    <a:pt x="1994245" y="775926"/>
                  </a:lnTo>
                  <a:lnTo>
                    <a:pt x="1995316" y="775249"/>
                  </a:lnTo>
                  <a:lnTo>
                    <a:pt x="1996388" y="774573"/>
                  </a:lnTo>
                  <a:lnTo>
                    <a:pt x="1997460" y="773898"/>
                  </a:lnTo>
                  <a:lnTo>
                    <a:pt x="1998531" y="773224"/>
                  </a:lnTo>
                  <a:lnTo>
                    <a:pt x="1999603" y="772552"/>
                  </a:lnTo>
                  <a:lnTo>
                    <a:pt x="2000674" y="771881"/>
                  </a:lnTo>
                  <a:lnTo>
                    <a:pt x="2001746" y="771211"/>
                  </a:lnTo>
                  <a:lnTo>
                    <a:pt x="2002818" y="770543"/>
                  </a:lnTo>
                  <a:lnTo>
                    <a:pt x="2003889" y="769876"/>
                  </a:lnTo>
                  <a:lnTo>
                    <a:pt x="2004961" y="769210"/>
                  </a:lnTo>
                  <a:lnTo>
                    <a:pt x="2006032" y="768546"/>
                  </a:lnTo>
                  <a:lnTo>
                    <a:pt x="2007104" y="767883"/>
                  </a:lnTo>
                  <a:lnTo>
                    <a:pt x="2008176" y="767221"/>
                  </a:lnTo>
                  <a:lnTo>
                    <a:pt x="2009247" y="766560"/>
                  </a:lnTo>
                  <a:lnTo>
                    <a:pt x="2010319" y="765901"/>
                  </a:lnTo>
                  <a:lnTo>
                    <a:pt x="2011390" y="765243"/>
                  </a:lnTo>
                  <a:lnTo>
                    <a:pt x="2012462" y="764587"/>
                  </a:lnTo>
                  <a:lnTo>
                    <a:pt x="2013534" y="763931"/>
                  </a:lnTo>
                  <a:lnTo>
                    <a:pt x="2014605" y="763277"/>
                  </a:lnTo>
                  <a:lnTo>
                    <a:pt x="2015677" y="762625"/>
                  </a:lnTo>
                  <a:lnTo>
                    <a:pt x="2016748" y="761973"/>
                  </a:lnTo>
                  <a:lnTo>
                    <a:pt x="2017820" y="761323"/>
                  </a:lnTo>
                  <a:lnTo>
                    <a:pt x="2018892" y="760674"/>
                  </a:lnTo>
                  <a:lnTo>
                    <a:pt x="2019963" y="760027"/>
                  </a:lnTo>
                  <a:lnTo>
                    <a:pt x="2021035" y="759381"/>
                  </a:lnTo>
                  <a:lnTo>
                    <a:pt x="2022106" y="758736"/>
                  </a:lnTo>
                  <a:lnTo>
                    <a:pt x="2023178" y="758092"/>
                  </a:lnTo>
                  <a:lnTo>
                    <a:pt x="2024250" y="757450"/>
                  </a:lnTo>
                  <a:lnTo>
                    <a:pt x="2025321" y="756809"/>
                  </a:lnTo>
                  <a:lnTo>
                    <a:pt x="2026393" y="756169"/>
                  </a:lnTo>
                  <a:lnTo>
                    <a:pt x="2027464" y="755531"/>
                  </a:lnTo>
                  <a:lnTo>
                    <a:pt x="2028536" y="754894"/>
                  </a:lnTo>
                  <a:lnTo>
                    <a:pt x="2029608" y="754258"/>
                  </a:lnTo>
                  <a:lnTo>
                    <a:pt x="2030679" y="753624"/>
                  </a:lnTo>
                  <a:lnTo>
                    <a:pt x="2031751" y="752991"/>
                  </a:lnTo>
                  <a:lnTo>
                    <a:pt x="2032822" y="752359"/>
                  </a:lnTo>
                  <a:lnTo>
                    <a:pt x="2033894" y="751728"/>
                  </a:lnTo>
                  <a:lnTo>
                    <a:pt x="2034966" y="751099"/>
                  </a:lnTo>
                  <a:lnTo>
                    <a:pt x="2036037" y="750471"/>
                  </a:lnTo>
                  <a:lnTo>
                    <a:pt x="2037109" y="749844"/>
                  </a:lnTo>
                  <a:lnTo>
                    <a:pt x="2038180" y="749219"/>
                  </a:lnTo>
                  <a:lnTo>
                    <a:pt x="2039252" y="748595"/>
                  </a:lnTo>
                  <a:lnTo>
                    <a:pt x="2040324" y="747972"/>
                  </a:lnTo>
                  <a:lnTo>
                    <a:pt x="2041395" y="747351"/>
                  </a:lnTo>
                  <a:lnTo>
                    <a:pt x="2042467" y="746731"/>
                  </a:lnTo>
                  <a:lnTo>
                    <a:pt x="2043538" y="746112"/>
                  </a:lnTo>
                  <a:lnTo>
                    <a:pt x="2044610" y="745495"/>
                  </a:lnTo>
                  <a:lnTo>
                    <a:pt x="2045682" y="744878"/>
                  </a:lnTo>
                  <a:lnTo>
                    <a:pt x="2046753" y="744264"/>
                  </a:lnTo>
                  <a:lnTo>
                    <a:pt x="2047825" y="743650"/>
                  </a:lnTo>
                  <a:lnTo>
                    <a:pt x="2048896" y="743038"/>
                  </a:lnTo>
                  <a:lnTo>
                    <a:pt x="2049968" y="742427"/>
                  </a:lnTo>
                  <a:lnTo>
                    <a:pt x="2051040" y="741817"/>
                  </a:lnTo>
                  <a:lnTo>
                    <a:pt x="2052111" y="741209"/>
                  </a:lnTo>
                  <a:lnTo>
                    <a:pt x="2053183" y="740602"/>
                  </a:lnTo>
                  <a:lnTo>
                    <a:pt x="2054254" y="739996"/>
                  </a:lnTo>
                  <a:lnTo>
                    <a:pt x="2055326" y="739391"/>
                  </a:lnTo>
                  <a:lnTo>
                    <a:pt x="2056398" y="738788"/>
                  </a:lnTo>
                  <a:lnTo>
                    <a:pt x="2057469" y="738186"/>
                  </a:lnTo>
                  <a:lnTo>
                    <a:pt x="2058541" y="737586"/>
                  </a:lnTo>
                  <a:lnTo>
                    <a:pt x="2059612" y="736986"/>
                  </a:lnTo>
                  <a:lnTo>
                    <a:pt x="2060684" y="736388"/>
                  </a:lnTo>
                  <a:lnTo>
                    <a:pt x="2061756" y="735792"/>
                  </a:lnTo>
                  <a:lnTo>
                    <a:pt x="2062827" y="735196"/>
                  </a:lnTo>
                  <a:lnTo>
                    <a:pt x="2063899" y="734602"/>
                  </a:lnTo>
                  <a:lnTo>
                    <a:pt x="2064970" y="734009"/>
                  </a:lnTo>
                  <a:lnTo>
                    <a:pt x="2066042" y="733418"/>
                  </a:lnTo>
                  <a:lnTo>
                    <a:pt x="2067114" y="732828"/>
                  </a:lnTo>
                  <a:lnTo>
                    <a:pt x="2068185" y="732239"/>
                  </a:lnTo>
                  <a:lnTo>
                    <a:pt x="2069257" y="731651"/>
                  </a:lnTo>
                  <a:lnTo>
                    <a:pt x="2070328" y="731065"/>
                  </a:lnTo>
                  <a:lnTo>
                    <a:pt x="2071400" y="730480"/>
                  </a:lnTo>
                  <a:lnTo>
                    <a:pt x="2072472" y="729896"/>
                  </a:lnTo>
                  <a:lnTo>
                    <a:pt x="2073543" y="729313"/>
                  </a:lnTo>
                  <a:lnTo>
                    <a:pt x="2074615" y="728732"/>
                  </a:lnTo>
                  <a:lnTo>
                    <a:pt x="2075686" y="728152"/>
                  </a:lnTo>
                  <a:lnTo>
                    <a:pt x="2076758" y="727574"/>
                  </a:lnTo>
                  <a:lnTo>
                    <a:pt x="2077830" y="726996"/>
                  </a:lnTo>
                  <a:lnTo>
                    <a:pt x="2078901" y="726420"/>
                  </a:lnTo>
                  <a:lnTo>
                    <a:pt x="2079973" y="725846"/>
                  </a:lnTo>
                  <a:lnTo>
                    <a:pt x="2081044" y="725272"/>
                  </a:lnTo>
                  <a:lnTo>
                    <a:pt x="2082116" y="724700"/>
                  </a:lnTo>
                  <a:lnTo>
                    <a:pt x="2083188" y="724129"/>
                  </a:lnTo>
                  <a:lnTo>
                    <a:pt x="2084259" y="723559"/>
                  </a:lnTo>
                  <a:lnTo>
                    <a:pt x="2085331" y="722991"/>
                  </a:lnTo>
                  <a:lnTo>
                    <a:pt x="2086402" y="722424"/>
                  </a:lnTo>
                  <a:lnTo>
                    <a:pt x="2087474" y="721858"/>
                  </a:lnTo>
                  <a:lnTo>
                    <a:pt x="2088546" y="721294"/>
                  </a:lnTo>
                  <a:lnTo>
                    <a:pt x="2089617" y="720731"/>
                  </a:lnTo>
                  <a:lnTo>
                    <a:pt x="2090689" y="720169"/>
                  </a:lnTo>
                  <a:lnTo>
                    <a:pt x="2091760" y="719608"/>
                  </a:lnTo>
                  <a:lnTo>
                    <a:pt x="2092832" y="719049"/>
                  </a:lnTo>
                  <a:lnTo>
                    <a:pt x="2093904" y="718491"/>
                  </a:lnTo>
                  <a:lnTo>
                    <a:pt x="2094975" y="717934"/>
                  </a:lnTo>
                  <a:lnTo>
                    <a:pt x="2096047" y="717378"/>
                  </a:lnTo>
                  <a:lnTo>
                    <a:pt x="2097118" y="716824"/>
                  </a:lnTo>
                  <a:lnTo>
                    <a:pt x="2098190" y="716271"/>
                  </a:lnTo>
                  <a:lnTo>
                    <a:pt x="2099262" y="715719"/>
                  </a:lnTo>
                  <a:lnTo>
                    <a:pt x="2100333" y="715169"/>
                  </a:lnTo>
                  <a:lnTo>
                    <a:pt x="2101405" y="714620"/>
                  </a:lnTo>
                  <a:lnTo>
                    <a:pt x="2102476" y="714072"/>
                  </a:lnTo>
                  <a:lnTo>
                    <a:pt x="2103548" y="713525"/>
                  </a:lnTo>
                  <a:lnTo>
                    <a:pt x="2104620" y="712980"/>
                  </a:lnTo>
                  <a:lnTo>
                    <a:pt x="2105691" y="712436"/>
                  </a:lnTo>
                  <a:lnTo>
                    <a:pt x="2106763" y="711893"/>
                  </a:lnTo>
                  <a:lnTo>
                    <a:pt x="2107834" y="711351"/>
                  </a:lnTo>
                  <a:lnTo>
                    <a:pt x="2108906" y="710811"/>
                  </a:lnTo>
                  <a:lnTo>
                    <a:pt x="2109978" y="710272"/>
                  </a:lnTo>
                  <a:lnTo>
                    <a:pt x="2111049" y="709734"/>
                  </a:lnTo>
                  <a:lnTo>
                    <a:pt x="2112121" y="709198"/>
                  </a:lnTo>
                  <a:lnTo>
                    <a:pt x="2113192" y="708662"/>
                  </a:lnTo>
                  <a:lnTo>
                    <a:pt x="2114264" y="708128"/>
                  </a:lnTo>
                  <a:lnTo>
                    <a:pt x="2115336" y="707595"/>
                  </a:lnTo>
                  <a:lnTo>
                    <a:pt x="2116407" y="707064"/>
                  </a:lnTo>
                  <a:lnTo>
                    <a:pt x="2117479" y="706534"/>
                  </a:lnTo>
                  <a:lnTo>
                    <a:pt x="2118550" y="706005"/>
                  </a:lnTo>
                  <a:lnTo>
                    <a:pt x="2119622" y="705477"/>
                  </a:lnTo>
                  <a:lnTo>
                    <a:pt x="2120694" y="704950"/>
                  </a:lnTo>
                  <a:lnTo>
                    <a:pt x="2121765" y="704425"/>
                  </a:lnTo>
                  <a:lnTo>
                    <a:pt x="2122837" y="703901"/>
                  </a:lnTo>
                  <a:lnTo>
                    <a:pt x="2123908" y="703379"/>
                  </a:lnTo>
                  <a:lnTo>
                    <a:pt x="2124980" y="702857"/>
                  </a:lnTo>
                  <a:lnTo>
                    <a:pt x="2126052" y="702337"/>
                  </a:lnTo>
                  <a:lnTo>
                    <a:pt x="2127123" y="701818"/>
                  </a:lnTo>
                  <a:lnTo>
                    <a:pt x="2128195" y="701300"/>
                  </a:lnTo>
                  <a:lnTo>
                    <a:pt x="2129266" y="700784"/>
                  </a:lnTo>
                  <a:lnTo>
                    <a:pt x="2130338" y="700268"/>
                  </a:lnTo>
                  <a:lnTo>
                    <a:pt x="2131409" y="699754"/>
                  </a:lnTo>
                  <a:lnTo>
                    <a:pt x="2132481" y="699241"/>
                  </a:lnTo>
                  <a:lnTo>
                    <a:pt x="2133553" y="698730"/>
                  </a:lnTo>
                  <a:lnTo>
                    <a:pt x="2134624" y="698220"/>
                  </a:lnTo>
                  <a:lnTo>
                    <a:pt x="2135696" y="697710"/>
                  </a:lnTo>
                  <a:lnTo>
                    <a:pt x="2136767" y="697203"/>
                  </a:lnTo>
                  <a:lnTo>
                    <a:pt x="2137839" y="696696"/>
                  </a:lnTo>
                  <a:lnTo>
                    <a:pt x="2138911" y="696191"/>
                  </a:lnTo>
                  <a:lnTo>
                    <a:pt x="2139982" y="695686"/>
                  </a:lnTo>
                  <a:lnTo>
                    <a:pt x="2141054" y="695183"/>
                  </a:lnTo>
                  <a:lnTo>
                    <a:pt x="2142125" y="694682"/>
                  </a:lnTo>
                  <a:lnTo>
                    <a:pt x="2143197" y="694181"/>
                  </a:lnTo>
                  <a:lnTo>
                    <a:pt x="2144269" y="693682"/>
                  </a:lnTo>
                  <a:lnTo>
                    <a:pt x="2145340" y="693184"/>
                  </a:lnTo>
                  <a:lnTo>
                    <a:pt x="2146412" y="692687"/>
                  </a:lnTo>
                  <a:lnTo>
                    <a:pt x="2147483" y="692192"/>
                  </a:lnTo>
                  <a:lnTo>
                    <a:pt x="2148555" y="691697"/>
                  </a:lnTo>
                  <a:lnTo>
                    <a:pt x="2149627" y="691204"/>
                  </a:lnTo>
                  <a:lnTo>
                    <a:pt x="2150698" y="690712"/>
                  </a:lnTo>
                  <a:lnTo>
                    <a:pt x="2151770" y="690221"/>
                  </a:lnTo>
                  <a:lnTo>
                    <a:pt x="2152841" y="689732"/>
                  </a:lnTo>
                  <a:lnTo>
                    <a:pt x="2153913" y="689244"/>
                  </a:lnTo>
                  <a:lnTo>
                    <a:pt x="2154985" y="688756"/>
                  </a:lnTo>
                  <a:lnTo>
                    <a:pt x="2156056" y="688271"/>
                  </a:lnTo>
                  <a:lnTo>
                    <a:pt x="2157128" y="687786"/>
                  </a:lnTo>
                  <a:lnTo>
                    <a:pt x="2158199" y="687302"/>
                  </a:lnTo>
                  <a:lnTo>
                    <a:pt x="2159271" y="686820"/>
                  </a:lnTo>
                  <a:lnTo>
                    <a:pt x="2160343" y="686339"/>
                  </a:lnTo>
                  <a:lnTo>
                    <a:pt x="2161414" y="685859"/>
                  </a:lnTo>
                  <a:lnTo>
                    <a:pt x="2162486" y="685381"/>
                  </a:lnTo>
                  <a:lnTo>
                    <a:pt x="2163557" y="684903"/>
                  </a:lnTo>
                  <a:lnTo>
                    <a:pt x="2164629" y="684427"/>
                  </a:lnTo>
                  <a:lnTo>
                    <a:pt x="2165701" y="683952"/>
                  </a:lnTo>
                  <a:lnTo>
                    <a:pt x="2166772" y="683478"/>
                  </a:lnTo>
                  <a:lnTo>
                    <a:pt x="2167844" y="683005"/>
                  </a:lnTo>
                  <a:lnTo>
                    <a:pt x="2168915" y="682534"/>
                  </a:lnTo>
                  <a:lnTo>
                    <a:pt x="2169987" y="682063"/>
                  </a:lnTo>
                  <a:lnTo>
                    <a:pt x="2171059" y="681594"/>
                  </a:lnTo>
                  <a:lnTo>
                    <a:pt x="2172130" y="681126"/>
                  </a:lnTo>
                  <a:lnTo>
                    <a:pt x="2173202" y="680660"/>
                  </a:lnTo>
                  <a:lnTo>
                    <a:pt x="2174273" y="680194"/>
                  </a:lnTo>
                  <a:lnTo>
                    <a:pt x="2175345" y="679730"/>
                  </a:lnTo>
                  <a:lnTo>
                    <a:pt x="2176417" y="679267"/>
                  </a:lnTo>
                  <a:lnTo>
                    <a:pt x="2177488" y="678805"/>
                  </a:lnTo>
                  <a:lnTo>
                    <a:pt x="2178560" y="678344"/>
                  </a:lnTo>
                  <a:lnTo>
                    <a:pt x="2179631" y="677884"/>
                  </a:lnTo>
                  <a:lnTo>
                    <a:pt x="2180703" y="677426"/>
                  </a:lnTo>
                  <a:lnTo>
                    <a:pt x="2181775" y="676968"/>
                  </a:lnTo>
                  <a:lnTo>
                    <a:pt x="2182846" y="676512"/>
                  </a:lnTo>
                  <a:lnTo>
                    <a:pt x="2183918" y="676057"/>
                  </a:lnTo>
                  <a:lnTo>
                    <a:pt x="2184989" y="675603"/>
                  </a:lnTo>
                  <a:lnTo>
                    <a:pt x="2186061" y="675151"/>
                  </a:lnTo>
                  <a:lnTo>
                    <a:pt x="2187133" y="674699"/>
                  </a:lnTo>
                  <a:lnTo>
                    <a:pt x="2188204" y="674249"/>
                  </a:lnTo>
                  <a:lnTo>
                    <a:pt x="2189276" y="673800"/>
                  </a:lnTo>
                  <a:lnTo>
                    <a:pt x="2190347" y="673352"/>
                  </a:lnTo>
                  <a:lnTo>
                    <a:pt x="2191419" y="672905"/>
                  </a:lnTo>
                  <a:lnTo>
                    <a:pt x="2192491" y="672459"/>
                  </a:lnTo>
                  <a:lnTo>
                    <a:pt x="2193562" y="672015"/>
                  </a:lnTo>
                  <a:lnTo>
                    <a:pt x="2194634" y="671571"/>
                  </a:lnTo>
                  <a:lnTo>
                    <a:pt x="2195705" y="671129"/>
                  </a:lnTo>
                  <a:lnTo>
                    <a:pt x="2196777" y="670688"/>
                  </a:lnTo>
                  <a:lnTo>
                    <a:pt x="2197849" y="670248"/>
                  </a:lnTo>
                  <a:lnTo>
                    <a:pt x="2198920" y="669809"/>
                  </a:lnTo>
                  <a:lnTo>
                    <a:pt x="2199992" y="669372"/>
                  </a:lnTo>
                  <a:lnTo>
                    <a:pt x="2201063" y="668935"/>
                  </a:lnTo>
                  <a:lnTo>
                    <a:pt x="2202135" y="668500"/>
                  </a:lnTo>
                  <a:lnTo>
                    <a:pt x="2203207" y="668065"/>
                  </a:lnTo>
                  <a:lnTo>
                    <a:pt x="2204278" y="667632"/>
                  </a:lnTo>
                  <a:lnTo>
                    <a:pt x="2205350" y="667200"/>
                  </a:lnTo>
                  <a:lnTo>
                    <a:pt x="2206421" y="666770"/>
                  </a:lnTo>
                  <a:lnTo>
                    <a:pt x="2207493" y="666340"/>
                  </a:lnTo>
                  <a:lnTo>
                    <a:pt x="2208565" y="665911"/>
                  </a:lnTo>
                  <a:lnTo>
                    <a:pt x="2209636" y="665484"/>
                  </a:lnTo>
                  <a:lnTo>
                    <a:pt x="2210708" y="665057"/>
                  </a:lnTo>
                  <a:lnTo>
                    <a:pt x="2211779" y="664632"/>
                  </a:lnTo>
                  <a:lnTo>
                    <a:pt x="2212851" y="664208"/>
                  </a:lnTo>
                  <a:lnTo>
                    <a:pt x="2213923" y="663785"/>
                  </a:lnTo>
                  <a:lnTo>
                    <a:pt x="2214994" y="663363"/>
                  </a:lnTo>
                  <a:lnTo>
                    <a:pt x="2216066" y="662943"/>
                  </a:lnTo>
                  <a:lnTo>
                    <a:pt x="2217137" y="662523"/>
                  </a:lnTo>
                  <a:lnTo>
                    <a:pt x="2218209" y="662104"/>
                  </a:lnTo>
                  <a:lnTo>
                    <a:pt x="2219281" y="661687"/>
                  </a:lnTo>
                  <a:lnTo>
                    <a:pt x="2220352" y="661271"/>
                  </a:lnTo>
                  <a:lnTo>
                    <a:pt x="2221424" y="660856"/>
                  </a:lnTo>
                  <a:lnTo>
                    <a:pt x="2222495" y="660441"/>
                  </a:lnTo>
                  <a:lnTo>
                    <a:pt x="2223567" y="660028"/>
                  </a:lnTo>
                  <a:lnTo>
                    <a:pt x="2224639" y="659617"/>
                  </a:lnTo>
                  <a:lnTo>
                    <a:pt x="2225710" y="659206"/>
                  </a:lnTo>
                  <a:lnTo>
                    <a:pt x="2226782" y="658796"/>
                  </a:lnTo>
                  <a:lnTo>
                    <a:pt x="2227853" y="658388"/>
                  </a:lnTo>
                  <a:lnTo>
                    <a:pt x="2228925" y="657980"/>
                  </a:lnTo>
                  <a:lnTo>
                    <a:pt x="2229997" y="657574"/>
                  </a:lnTo>
                  <a:lnTo>
                    <a:pt x="2231068" y="657168"/>
                  </a:lnTo>
                  <a:lnTo>
                    <a:pt x="2232140" y="656764"/>
                  </a:lnTo>
                  <a:lnTo>
                    <a:pt x="2233211" y="656361"/>
                  </a:lnTo>
                  <a:lnTo>
                    <a:pt x="2234283" y="655959"/>
                  </a:lnTo>
                  <a:lnTo>
                    <a:pt x="2235355" y="655558"/>
                  </a:lnTo>
                  <a:lnTo>
                    <a:pt x="2236426" y="655158"/>
                  </a:lnTo>
                  <a:lnTo>
                    <a:pt x="2237498" y="654759"/>
                  </a:lnTo>
                  <a:lnTo>
                    <a:pt x="2238569" y="654361"/>
                  </a:lnTo>
                  <a:lnTo>
                    <a:pt x="2239641" y="653964"/>
                  </a:lnTo>
                  <a:lnTo>
                    <a:pt x="2240713" y="653569"/>
                  </a:lnTo>
                  <a:lnTo>
                    <a:pt x="2241784" y="653174"/>
                  </a:lnTo>
                  <a:lnTo>
                    <a:pt x="2242856" y="652781"/>
                  </a:lnTo>
                  <a:lnTo>
                    <a:pt x="2243927" y="652388"/>
                  </a:lnTo>
                  <a:lnTo>
                    <a:pt x="2244999" y="651997"/>
                  </a:lnTo>
                  <a:lnTo>
                    <a:pt x="2246071" y="651607"/>
                  </a:lnTo>
                  <a:lnTo>
                    <a:pt x="2247142" y="651217"/>
                  </a:lnTo>
                  <a:lnTo>
                    <a:pt x="2248214" y="650829"/>
                  </a:lnTo>
                  <a:lnTo>
                    <a:pt x="2249285" y="650442"/>
                  </a:lnTo>
                  <a:lnTo>
                    <a:pt x="2250357" y="650056"/>
                  </a:lnTo>
                  <a:lnTo>
                    <a:pt x="2251429" y="649671"/>
                  </a:lnTo>
                  <a:lnTo>
                    <a:pt x="2252500" y="649287"/>
                  </a:lnTo>
                  <a:lnTo>
                    <a:pt x="2253572" y="648904"/>
                  </a:lnTo>
                  <a:lnTo>
                    <a:pt x="2254643" y="648522"/>
                  </a:lnTo>
                  <a:lnTo>
                    <a:pt x="2255715" y="648141"/>
                  </a:lnTo>
                  <a:lnTo>
                    <a:pt x="2256787" y="647761"/>
                  </a:lnTo>
                  <a:lnTo>
                    <a:pt x="2257858" y="647382"/>
                  </a:lnTo>
                  <a:lnTo>
                    <a:pt x="2258930" y="647004"/>
                  </a:lnTo>
                  <a:lnTo>
                    <a:pt x="2260001" y="646628"/>
                  </a:lnTo>
                  <a:lnTo>
                    <a:pt x="2261073" y="646252"/>
                  </a:lnTo>
                  <a:lnTo>
                    <a:pt x="2262145" y="645877"/>
                  </a:lnTo>
                  <a:lnTo>
                    <a:pt x="2263216" y="645503"/>
                  </a:lnTo>
                  <a:lnTo>
                    <a:pt x="2264288" y="645131"/>
                  </a:lnTo>
                  <a:lnTo>
                    <a:pt x="2265359" y="644759"/>
                  </a:lnTo>
                  <a:lnTo>
                    <a:pt x="2266431" y="644388"/>
                  </a:lnTo>
                  <a:lnTo>
                    <a:pt x="2267503" y="644019"/>
                  </a:lnTo>
                  <a:lnTo>
                    <a:pt x="2268574" y="643650"/>
                  </a:lnTo>
                  <a:lnTo>
                    <a:pt x="2269646" y="643283"/>
                  </a:lnTo>
                  <a:lnTo>
                    <a:pt x="2270717" y="642916"/>
                  </a:lnTo>
                  <a:lnTo>
                    <a:pt x="2271789" y="642550"/>
                  </a:lnTo>
                  <a:lnTo>
                    <a:pt x="2272861" y="642186"/>
                  </a:lnTo>
                  <a:lnTo>
                    <a:pt x="2273932" y="641822"/>
                  </a:lnTo>
                  <a:lnTo>
                    <a:pt x="2275004" y="641460"/>
                  </a:lnTo>
                  <a:lnTo>
                    <a:pt x="2276075" y="641098"/>
                  </a:lnTo>
                  <a:lnTo>
                    <a:pt x="2277147" y="640738"/>
                  </a:lnTo>
                  <a:lnTo>
                    <a:pt x="2278219" y="640378"/>
                  </a:lnTo>
                  <a:lnTo>
                    <a:pt x="2279290" y="640019"/>
                  </a:lnTo>
                  <a:lnTo>
                    <a:pt x="2280362" y="639662"/>
                  </a:lnTo>
                  <a:lnTo>
                    <a:pt x="2281433" y="639305"/>
                  </a:lnTo>
                  <a:lnTo>
                    <a:pt x="2282505" y="638949"/>
                  </a:lnTo>
                  <a:lnTo>
                    <a:pt x="2283577" y="638595"/>
                  </a:lnTo>
                  <a:lnTo>
                    <a:pt x="2284648" y="638241"/>
                  </a:lnTo>
                  <a:lnTo>
                    <a:pt x="2285720" y="637888"/>
                  </a:lnTo>
                  <a:lnTo>
                    <a:pt x="2286791" y="637537"/>
                  </a:lnTo>
                  <a:lnTo>
                    <a:pt x="2287863" y="637186"/>
                  </a:lnTo>
                  <a:lnTo>
                    <a:pt x="2288935" y="636836"/>
                  </a:lnTo>
                  <a:lnTo>
                    <a:pt x="2290006" y="636487"/>
                  </a:lnTo>
                  <a:lnTo>
                    <a:pt x="2291078" y="636139"/>
                  </a:lnTo>
                  <a:lnTo>
                    <a:pt x="2292149" y="635792"/>
                  </a:lnTo>
                  <a:lnTo>
                    <a:pt x="2293221" y="635446"/>
                  </a:lnTo>
                  <a:lnTo>
                    <a:pt x="2294293" y="635101"/>
                  </a:lnTo>
                  <a:lnTo>
                    <a:pt x="2295364" y="634757"/>
                  </a:lnTo>
                  <a:lnTo>
                    <a:pt x="2296436" y="634414"/>
                  </a:lnTo>
                  <a:lnTo>
                    <a:pt x="2297507" y="634072"/>
                  </a:lnTo>
                  <a:lnTo>
                    <a:pt x="2298579" y="633731"/>
                  </a:lnTo>
                  <a:lnTo>
                    <a:pt x="2299651" y="633390"/>
                  </a:lnTo>
                  <a:lnTo>
                    <a:pt x="2300722" y="633051"/>
                  </a:lnTo>
                  <a:lnTo>
                    <a:pt x="2301794" y="632713"/>
                  </a:lnTo>
                  <a:lnTo>
                    <a:pt x="2302865" y="632375"/>
                  </a:lnTo>
                  <a:lnTo>
                    <a:pt x="2303937" y="632039"/>
                  </a:lnTo>
                  <a:lnTo>
                    <a:pt x="2305009" y="631703"/>
                  </a:lnTo>
                  <a:lnTo>
                    <a:pt x="2306080" y="631368"/>
                  </a:lnTo>
                  <a:lnTo>
                    <a:pt x="2307152" y="631035"/>
                  </a:lnTo>
                  <a:lnTo>
                    <a:pt x="2308223" y="630702"/>
                  </a:lnTo>
                  <a:lnTo>
                    <a:pt x="2309295" y="630370"/>
                  </a:lnTo>
                  <a:lnTo>
                    <a:pt x="2310366" y="630039"/>
                  </a:lnTo>
                  <a:lnTo>
                    <a:pt x="2311438" y="629709"/>
                  </a:lnTo>
                  <a:lnTo>
                    <a:pt x="2312510" y="629380"/>
                  </a:lnTo>
                  <a:lnTo>
                    <a:pt x="2313581" y="629052"/>
                  </a:lnTo>
                  <a:lnTo>
                    <a:pt x="2314653" y="628724"/>
                  </a:lnTo>
                  <a:lnTo>
                    <a:pt x="2315724" y="628398"/>
                  </a:lnTo>
                  <a:lnTo>
                    <a:pt x="2316796" y="628072"/>
                  </a:lnTo>
                  <a:lnTo>
                    <a:pt x="2317868" y="627748"/>
                  </a:lnTo>
                  <a:lnTo>
                    <a:pt x="2318939" y="627424"/>
                  </a:lnTo>
                  <a:lnTo>
                    <a:pt x="2320011" y="627101"/>
                  </a:lnTo>
                  <a:lnTo>
                    <a:pt x="2321082" y="626779"/>
                  </a:lnTo>
                  <a:lnTo>
                    <a:pt x="2322154" y="626458"/>
                  </a:lnTo>
                  <a:lnTo>
                    <a:pt x="2323226" y="626138"/>
                  </a:lnTo>
                  <a:lnTo>
                    <a:pt x="2324297" y="625819"/>
                  </a:lnTo>
                  <a:lnTo>
                    <a:pt x="2325369" y="625501"/>
                  </a:lnTo>
                  <a:lnTo>
                    <a:pt x="2326440" y="625183"/>
                  </a:lnTo>
                  <a:lnTo>
                    <a:pt x="2327512" y="624866"/>
                  </a:lnTo>
                  <a:lnTo>
                    <a:pt x="2328584" y="624551"/>
                  </a:lnTo>
                  <a:lnTo>
                    <a:pt x="2329655" y="624236"/>
                  </a:lnTo>
                  <a:lnTo>
                    <a:pt x="2330727" y="623922"/>
                  </a:lnTo>
                  <a:lnTo>
                    <a:pt x="2331798" y="623609"/>
                  </a:lnTo>
                  <a:lnTo>
                    <a:pt x="2332870" y="623296"/>
                  </a:lnTo>
                  <a:lnTo>
                    <a:pt x="2333942" y="622985"/>
                  </a:lnTo>
                  <a:lnTo>
                    <a:pt x="2335013" y="622675"/>
                  </a:lnTo>
                  <a:lnTo>
                    <a:pt x="2336085" y="622365"/>
                  </a:lnTo>
                  <a:lnTo>
                    <a:pt x="2337156" y="622056"/>
                  </a:lnTo>
                  <a:lnTo>
                    <a:pt x="2338228" y="621748"/>
                  </a:lnTo>
                  <a:lnTo>
                    <a:pt x="2339300" y="621441"/>
                  </a:lnTo>
                  <a:lnTo>
                    <a:pt x="2340371" y="621135"/>
                  </a:lnTo>
                  <a:lnTo>
                    <a:pt x="2341443" y="620829"/>
                  </a:lnTo>
                  <a:lnTo>
                    <a:pt x="2342514" y="620525"/>
                  </a:lnTo>
                  <a:lnTo>
                    <a:pt x="2343586" y="620221"/>
                  </a:lnTo>
                  <a:lnTo>
                    <a:pt x="2344658" y="619918"/>
                  </a:lnTo>
                  <a:lnTo>
                    <a:pt x="2345729" y="619616"/>
                  </a:lnTo>
                  <a:lnTo>
                    <a:pt x="2346801" y="619315"/>
                  </a:lnTo>
                  <a:lnTo>
                    <a:pt x="2347872" y="619014"/>
                  </a:lnTo>
                  <a:lnTo>
                    <a:pt x="2348944" y="618714"/>
                  </a:lnTo>
                  <a:lnTo>
                    <a:pt x="2350016" y="618416"/>
                  </a:lnTo>
                  <a:lnTo>
                    <a:pt x="2351087" y="618118"/>
                  </a:lnTo>
                  <a:lnTo>
                    <a:pt x="2352159" y="617821"/>
                  </a:lnTo>
                  <a:lnTo>
                    <a:pt x="2353230" y="617524"/>
                  </a:lnTo>
                  <a:lnTo>
                    <a:pt x="2354302" y="617229"/>
                  </a:lnTo>
                  <a:lnTo>
                    <a:pt x="2355374" y="616934"/>
                  </a:lnTo>
                  <a:lnTo>
                    <a:pt x="2356445" y="616640"/>
                  </a:lnTo>
                  <a:lnTo>
                    <a:pt x="2357517" y="616347"/>
                  </a:lnTo>
                  <a:lnTo>
                    <a:pt x="2358588" y="616055"/>
                  </a:lnTo>
                  <a:lnTo>
                    <a:pt x="2359660" y="615763"/>
                  </a:lnTo>
                  <a:lnTo>
                    <a:pt x="2360732" y="615472"/>
                  </a:lnTo>
                  <a:lnTo>
                    <a:pt x="2361803" y="615182"/>
                  </a:lnTo>
                  <a:lnTo>
                    <a:pt x="2362875" y="614893"/>
                  </a:lnTo>
                  <a:lnTo>
                    <a:pt x="2363946" y="614605"/>
                  </a:lnTo>
                  <a:lnTo>
                    <a:pt x="2365018" y="614317"/>
                  </a:lnTo>
                  <a:lnTo>
                    <a:pt x="2366090" y="614031"/>
                  </a:lnTo>
                  <a:lnTo>
                    <a:pt x="2367161" y="613745"/>
                  </a:lnTo>
                  <a:lnTo>
                    <a:pt x="2368233" y="613459"/>
                  </a:lnTo>
                  <a:lnTo>
                    <a:pt x="2369304" y="613175"/>
                  </a:lnTo>
                  <a:lnTo>
                    <a:pt x="2370376" y="612891"/>
                  </a:lnTo>
                  <a:lnTo>
                    <a:pt x="2371448" y="612608"/>
                  </a:lnTo>
                  <a:lnTo>
                    <a:pt x="2372519" y="612326"/>
                  </a:lnTo>
                  <a:lnTo>
                    <a:pt x="2373591" y="612045"/>
                  </a:lnTo>
                  <a:lnTo>
                    <a:pt x="2374662" y="611764"/>
                  </a:lnTo>
                  <a:lnTo>
                    <a:pt x="2375734" y="611484"/>
                  </a:lnTo>
                  <a:lnTo>
                    <a:pt x="2376806" y="611205"/>
                  </a:lnTo>
                  <a:lnTo>
                    <a:pt x="2377877" y="610927"/>
                  </a:lnTo>
                  <a:lnTo>
                    <a:pt x="2378949" y="610649"/>
                  </a:lnTo>
                  <a:lnTo>
                    <a:pt x="2380020" y="610372"/>
                  </a:lnTo>
                  <a:lnTo>
                    <a:pt x="2381092" y="610096"/>
                  </a:lnTo>
                  <a:lnTo>
                    <a:pt x="2382164" y="609821"/>
                  </a:lnTo>
                  <a:lnTo>
                    <a:pt x="2383235" y="609546"/>
                  </a:lnTo>
                  <a:lnTo>
                    <a:pt x="2384307" y="609272"/>
                  </a:lnTo>
                  <a:lnTo>
                    <a:pt x="2385378" y="608999"/>
                  </a:lnTo>
                  <a:lnTo>
                    <a:pt x="2386450" y="608726"/>
                  </a:lnTo>
                  <a:lnTo>
                    <a:pt x="2387522" y="608455"/>
                  </a:lnTo>
                  <a:lnTo>
                    <a:pt x="2388593" y="608183"/>
                  </a:lnTo>
                  <a:lnTo>
                    <a:pt x="2389665" y="607913"/>
                  </a:lnTo>
                  <a:lnTo>
                    <a:pt x="2390736" y="607644"/>
                  </a:lnTo>
                  <a:lnTo>
                    <a:pt x="2391808" y="607375"/>
                  </a:lnTo>
                  <a:lnTo>
                    <a:pt x="2392880" y="607106"/>
                  </a:lnTo>
                  <a:lnTo>
                    <a:pt x="2393951" y="606839"/>
                  </a:lnTo>
                  <a:lnTo>
                    <a:pt x="2395023" y="606572"/>
                  </a:lnTo>
                  <a:lnTo>
                    <a:pt x="2396094" y="606306"/>
                  </a:lnTo>
                  <a:lnTo>
                    <a:pt x="2397166" y="606041"/>
                  </a:lnTo>
                  <a:lnTo>
                    <a:pt x="2398238" y="605776"/>
                  </a:lnTo>
                  <a:lnTo>
                    <a:pt x="2399309" y="605512"/>
                  </a:lnTo>
                  <a:lnTo>
                    <a:pt x="2400381" y="605249"/>
                  </a:lnTo>
                  <a:lnTo>
                    <a:pt x="2401452" y="604986"/>
                  </a:lnTo>
                  <a:lnTo>
                    <a:pt x="2402524" y="604724"/>
                  </a:lnTo>
                  <a:lnTo>
                    <a:pt x="2403596" y="604463"/>
                  </a:lnTo>
                  <a:lnTo>
                    <a:pt x="2404667" y="604202"/>
                  </a:lnTo>
                  <a:lnTo>
                    <a:pt x="2405739" y="603942"/>
                  </a:lnTo>
                  <a:lnTo>
                    <a:pt x="2406810" y="603683"/>
                  </a:lnTo>
                  <a:lnTo>
                    <a:pt x="2407882" y="603425"/>
                  </a:lnTo>
                  <a:lnTo>
                    <a:pt x="2408954" y="603167"/>
                  </a:lnTo>
                  <a:lnTo>
                    <a:pt x="2410025" y="602909"/>
                  </a:lnTo>
                  <a:lnTo>
                    <a:pt x="2411097" y="602653"/>
                  </a:lnTo>
                  <a:lnTo>
                    <a:pt x="2412168" y="602397"/>
                  </a:lnTo>
                  <a:lnTo>
                    <a:pt x="2413240" y="602142"/>
                  </a:lnTo>
                  <a:lnTo>
                    <a:pt x="2414312" y="601887"/>
                  </a:lnTo>
                  <a:lnTo>
                    <a:pt x="2415383" y="601633"/>
                  </a:lnTo>
                  <a:lnTo>
                    <a:pt x="2416455" y="601380"/>
                  </a:lnTo>
                  <a:lnTo>
                    <a:pt x="2417526" y="601127"/>
                  </a:lnTo>
                  <a:lnTo>
                    <a:pt x="2418598" y="600875"/>
                  </a:lnTo>
                  <a:lnTo>
                    <a:pt x="2419670" y="600624"/>
                  </a:lnTo>
                  <a:lnTo>
                    <a:pt x="2420741" y="600373"/>
                  </a:lnTo>
                  <a:lnTo>
                    <a:pt x="2421813" y="600123"/>
                  </a:lnTo>
                  <a:lnTo>
                    <a:pt x="2422884" y="599873"/>
                  </a:lnTo>
                  <a:lnTo>
                    <a:pt x="2423956" y="599624"/>
                  </a:lnTo>
                  <a:lnTo>
                    <a:pt x="2425028" y="599376"/>
                  </a:lnTo>
                  <a:lnTo>
                    <a:pt x="2426099" y="599128"/>
                  </a:lnTo>
                  <a:lnTo>
                    <a:pt x="2427171" y="598881"/>
                  </a:lnTo>
                  <a:lnTo>
                    <a:pt x="2428242" y="598635"/>
                  </a:lnTo>
                  <a:lnTo>
                    <a:pt x="2429314" y="598389"/>
                  </a:lnTo>
                  <a:lnTo>
                    <a:pt x="2430386" y="598144"/>
                  </a:lnTo>
                  <a:lnTo>
                    <a:pt x="2431457" y="597899"/>
                  </a:lnTo>
                  <a:lnTo>
                    <a:pt x="2432529" y="597655"/>
                  </a:lnTo>
                  <a:lnTo>
                    <a:pt x="2433600" y="597412"/>
                  </a:lnTo>
                  <a:lnTo>
                    <a:pt x="2434672" y="597169"/>
                  </a:lnTo>
                  <a:lnTo>
                    <a:pt x="2435744" y="596927"/>
                  </a:lnTo>
                  <a:lnTo>
                    <a:pt x="2436815" y="596685"/>
                  </a:lnTo>
                  <a:lnTo>
                    <a:pt x="2437887" y="596444"/>
                  </a:lnTo>
                  <a:lnTo>
                    <a:pt x="2438958" y="596203"/>
                  </a:lnTo>
                  <a:lnTo>
                    <a:pt x="2440030" y="595963"/>
                  </a:lnTo>
                  <a:lnTo>
                    <a:pt x="2441102" y="595724"/>
                  </a:lnTo>
                  <a:lnTo>
                    <a:pt x="2442173" y="595485"/>
                  </a:lnTo>
                  <a:lnTo>
                    <a:pt x="2443245" y="595247"/>
                  </a:lnTo>
                  <a:lnTo>
                    <a:pt x="2444316" y="595009"/>
                  </a:lnTo>
                  <a:lnTo>
                    <a:pt x="2445388" y="594772"/>
                  </a:lnTo>
                  <a:lnTo>
                    <a:pt x="2446460" y="594536"/>
                  </a:lnTo>
                  <a:lnTo>
                    <a:pt x="2447531" y="594300"/>
                  </a:lnTo>
                  <a:lnTo>
                    <a:pt x="2448603" y="594064"/>
                  </a:lnTo>
                  <a:lnTo>
                    <a:pt x="2449674" y="593830"/>
                  </a:lnTo>
                  <a:lnTo>
                    <a:pt x="2450746" y="593595"/>
                  </a:lnTo>
                  <a:lnTo>
                    <a:pt x="2451818" y="593361"/>
                  </a:lnTo>
                  <a:lnTo>
                    <a:pt x="2452889" y="593128"/>
                  </a:lnTo>
                  <a:lnTo>
                    <a:pt x="2453961" y="592896"/>
                  </a:lnTo>
                  <a:lnTo>
                    <a:pt x="2455032" y="592663"/>
                  </a:lnTo>
                  <a:lnTo>
                    <a:pt x="2456104" y="592432"/>
                  </a:lnTo>
                  <a:lnTo>
                    <a:pt x="2457176" y="592201"/>
                  </a:lnTo>
                  <a:lnTo>
                    <a:pt x="2458247" y="591970"/>
                  </a:lnTo>
                  <a:lnTo>
                    <a:pt x="2459319" y="591740"/>
                  </a:lnTo>
                  <a:lnTo>
                    <a:pt x="2460390" y="591510"/>
                  </a:lnTo>
                  <a:lnTo>
                    <a:pt x="2461462" y="591281"/>
                  </a:lnTo>
                  <a:lnTo>
                    <a:pt x="2462534" y="591053"/>
                  </a:lnTo>
                  <a:lnTo>
                    <a:pt x="2463605" y="590825"/>
                  </a:lnTo>
                  <a:lnTo>
                    <a:pt x="2464677" y="590597"/>
                  </a:lnTo>
                  <a:lnTo>
                    <a:pt x="2465748" y="590370"/>
                  </a:lnTo>
                  <a:lnTo>
                    <a:pt x="2466820" y="590144"/>
                  </a:lnTo>
                  <a:lnTo>
                    <a:pt x="2467892" y="589918"/>
                  </a:lnTo>
                  <a:lnTo>
                    <a:pt x="2468963" y="589692"/>
                  </a:lnTo>
                  <a:lnTo>
                    <a:pt x="2470035" y="589467"/>
                  </a:lnTo>
                  <a:lnTo>
                    <a:pt x="2471106" y="589243"/>
                  </a:lnTo>
                  <a:lnTo>
                    <a:pt x="2472178" y="589019"/>
                  </a:lnTo>
                  <a:lnTo>
                    <a:pt x="2473250" y="588795"/>
                  </a:lnTo>
                  <a:lnTo>
                    <a:pt x="2474321" y="588572"/>
                  </a:lnTo>
                  <a:lnTo>
                    <a:pt x="2475393" y="588349"/>
                  </a:lnTo>
                  <a:lnTo>
                    <a:pt x="2476464" y="588127"/>
                  </a:lnTo>
                  <a:lnTo>
                    <a:pt x="2477536" y="587906"/>
                  </a:lnTo>
                  <a:lnTo>
                    <a:pt x="2478608" y="587684"/>
                  </a:lnTo>
                  <a:lnTo>
                    <a:pt x="2479679" y="587464"/>
                  </a:lnTo>
                  <a:lnTo>
                    <a:pt x="2480751" y="587243"/>
                  </a:lnTo>
                  <a:lnTo>
                    <a:pt x="2481822" y="587024"/>
                  </a:lnTo>
                  <a:lnTo>
                    <a:pt x="2482894" y="586804"/>
                  </a:lnTo>
                  <a:lnTo>
                    <a:pt x="2483966" y="586585"/>
                  </a:lnTo>
                  <a:lnTo>
                    <a:pt x="2485037" y="586367"/>
                  </a:lnTo>
                  <a:lnTo>
                    <a:pt x="2486109" y="586149"/>
                  </a:lnTo>
                  <a:lnTo>
                    <a:pt x="2487180" y="585931"/>
                  </a:lnTo>
                  <a:lnTo>
                    <a:pt x="2488252" y="585714"/>
                  </a:lnTo>
                  <a:lnTo>
                    <a:pt x="2489323" y="585497"/>
                  </a:lnTo>
                  <a:lnTo>
                    <a:pt x="2490395" y="585281"/>
                  </a:lnTo>
                  <a:lnTo>
                    <a:pt x="2491467" y="585065"/>
                  </a:lnTo>
                  <a:lnTo>
                    <a:pt x="2492538" y="584849"/>
                  </a:lnTo>
                  <a:lnTo>
                    <a:pt x="2493610" y="584634"/>
                  </a:lnTo>
                  <a:lnTo>
                    <a:pt x="2494681" y="584420"/>
                  </a:lnTo>
                  <a:lnTo>
                    <a:pt x="2495753" y="584205"/>
                  </a:lnTo>
                  <a:lnTo>
                    <a:pt x="2496825" y="583992"/>
                  </a:lnTo>
                  <a:lnTo>
                    <a:pt x="2497896" y="583778"/>
                  </a:lnTo>
                  <a:lnTo>
                    <a:pt x="2498968" y="583565"/>
                  </a:lnTo>
                  <a:lnTo>
                    <a:pt x="2500039" y="583353"/>
                  </a:lnTo>
                  <a:lnTo>
                    <a:pt x="2501111" y="583140"/>
                  </a:lnTo>
                  <a:lnTo>
                    <a:pt x="2502183" y="582929"/>
                  </a:lnTo>
                  <a:lnTo>
                    <a:pt x="2503254" y="582717"/>
                  </a:lnTo>
                  <a:lnTo>
                    <a:pt x="2504326" y="582506"/>
                  </a:lnTo>
                  <a:lnTo>
                    <a:pt x="2505397" y="582296"/>
                  </a:lnTo>
                  <a:lnTo>
                    <a:pt x="2506469" y="582085"/>
                  </a:lnTo>
                  <a:lnTo>
                    <a:pt x="2507541" y="581875"/>
                  </a:lnTo>
                  <a:lnTo>
                    <a:pt x="2508612" y="581666"/>
                  </a:lnTo>
                  <a:lnTo>
                    <a:pt x="2509684" y="581457"/>
                  </a:lnTo>
                  <a:lnTo>
                    <a:pt x="2510755" y="581248"/>
                  </a:lnTo>
                  <a:lnTo>
                    <a:pt x="2511827" y="581039"/>
                  </a:lnTo>
                  <a:lnTo>
                    <a:pt x="2512899" y="580831"/>
                  </a:lnTo>
                  <a:lnTo>
                    <a:pt x="2513970" y="580624"/>
                  </a:lnTo>
                  <a:lnTo>
                    <a:pt x="2515042" y="580416"/>
                  </a:lnTo>
                  <a:lnTo>
                    <a:pt x="2516113" y="580209"/>
                  </a:lnTo>
                  <a:lnTo>
                    <a:pt x="2517185" y="580003"/>
                  </a:lnTo>
                  <a:lnTo>
                    <a:pt x="2518257" y="579796"/>
                  </a:lnTo>
                  <a:lnTo>
                    <a:pt x="2519328" y="579590"/>
                  </a:lnTo>
                  <a:lnTo>
                    <a:pt x="2520400" y="579385"/>
                  </a:lnTo>
                  <a:lnTo>
                    <a:pt x="2521471" y="579180"/>
                  </a:lnTo>
                  <a:lnTo>
                    <a:pt x="2522543" y="578975"/>
                  </a:lnTo>
                  <a:lnTo>
                    <a:pt x="2523615" y="578770"/>
                  </a:lnTo>
                  <a:lnTo>
                    <a:pt x="2524686" y="578566"/>
                  </a:lnTo>
                  <a:lnTo>
                    <a:pt x="2525758" y="578362"/>
                  </a:lnTo>
                  <a:lnTo>
                    <a:pt x="2526829" y="578158"/>
                  </a:lnTo>
                  <a:lnTo>
                    <a:pt x="2527901" y="577955"/>
                  </a:lnTo>
                  <a:lnTo>
                    <a:pt x="2528973" y="577752"/>
                  </a:lnTo>
                  <a:lnTo>
                    <a:pt x="2530044" y="577549"/>
                  </a:lnTo>
                  <a:lnTo>
                    <a:pt x="2531116" y="577346"/>
                  </a:lnTo>
                  <a:lnTo>
                    <a:pt x="2532187" y="577144"/>
                  </a:lnTo>
                  <a:lnTo>
                    <a:pt x="2533259" y="576943"/>
                  </a:lnTo>
                  <a:lnTo>
                    <a:pt x="2534331" y="576741"/>
                  </a:lnTo>
                  <a:lnTo>
                    <a:pt x="2535402" y="576540"/>
                  </a:lnTo>
                  <a:lnTo>
                    <a:pt x="2536474" y="576339"/>
                  </a:lnTo>
                  <a:lnTo>
                    <a:pt x="2537545" y="576138"/>
                  </a:lnTo>
                  <a:lnTo>
                    <a:pt x="2538617" y="575938"/>
                  </a:lnTo>
                  <a:lnTo>
                    <a:pt x="2539689" y="575738"/>
                  </a:lnTo>
                  <a:lnTo>
                    <a:pt x="2540760" y="575538"/>
                  </a:lnTo>
                  <a:lnTo>
                    <a:pt x="2541832" y="575338"/>
                  </a:lnTo>
                  <a:lnTo>
                    <a:pt x="2542903" y="575139"/>
                  </a:lnTo>
                  <a:lnTo>
                    <a:pt x="2543975" y="574940"/>
                  </a:lnTo>
                  <a:lnTo>
                    <a:pt x="2545047" y="574741"/>
                  </a:lnTo>
                  <a:lnTo>
                    <a:pt x="2546118" y="574543"/>
                  </a:lnTo>
                  <a:lnTo>
                    <a:pt x="2547190" y="574345"/>
                  </a:lnTo>
                  <a:lnTo>
                    <a:pt x="2548261" y="574147"/>
                  </a:lnTo>
                  <a:lnTo>
                    <a:pt x="2549333" y="573949"/>
                  </a:lnTo>
                  <a:lnTo>
                    <a:pt x="2550405" y="573751"/>
                  </a:lnTo>
                  <a:lnTo>
                    <a:pt x="2551476" y="573554"/>
                  </a:lnTo>
                  <a:lnTo>
                    <a:pt x="2552548" y="573357"/>
                  </a:lnTo>
                  <a:lnTo>
                    <a:pt x="2553619" y="573160"/>
                  </a:lnTo>
                  <a:lnTo>
                    <a:pt x="2554691" y="572964"/>
                  </a:lnTo>
                  <a:lnTo>
                    <a:pt x="2555763" y="572768"/>
                  </a:lnTo>
                  <a:lnTo>
                    <a:pt x="2556834" y="572571"/>
                  </a:lnTo>
                  <a:lnTo>
                    <a:pt x="2557906" y="572376"/>
                  </a:lnTo>
                  <a:lnTo>
                    <a:pt x="2558977" y="572180"/>
                  </a:lnTo>
                  <a:lnTo>
                    <a:pt x="2560049" y="571985"/>
                  </a:lnTo>
                  <a:lnTo>
                    <a:pt x="2561121" y="571789"/>
                  </a:lnTo>
                  <a:lnTo>
                    <a:pt x="2562192" y="571594"/>
                  </a:lnTo>
                  <a:lnTo>
                    <a:pt x="2563264" y="571400"/>
                  </a:lnTo>
                  <a:lnTo>
                    <a:pt x="2564335" y="571205"/>
                  </a:lnTo>
                  <a:lnTo>
                    <a:pt x="2565407" y="571011"/>
                  </a:lnTo>
                  <a:lnTo>
                    <a:pt x="2566479" y="570816"/>
                  </a:lnTo>
                  <a:lnTo>
                    <a:pt x="2567550" y="570622"/>
                  </a:lnTo>
                  <a:lnTo>
                    <a:pt x="2568622" y="570429"/>
                  </a:lnTo>
                  <a:lnTo>
                    <a:pt x="2569693" y="570235"/>
                  </a:lnTo>
                  <a:lnTo>
                    <a:pt x="2570765" y="570042"/>
                  </a:lnTo>
                  <a:lnTo>
                    <a:pt x="2571837" y="569848"/>
                  </a:lnTo>
                  <a:lnTo>
                    <a:pt x="2572908" y="569655"/>
                  </a:lnTo>
                  <a:lnTo>
                    <a:pt x="2573980" y="569462"/>
                  </a:lnTo>
                  <a:lnTo>
                    <a:pt x="2575051" y="569270"/>
                  </a:lnTo>
                  <a:lnTo>
                    <a:pt x="2576123" y="569077"/>
                  </a:lnTo>
                  <a:lnTo>
                    <a:pt x="2577195" y="568885"/>
                  </a:lnTo>
                  <a:lnTo>
                    <a:pt x="2578266" y="568692"/>
                  </a:lnTo>
                  <a:lnTo>
                    <a:pt x="2579338" y="568500"/>
                  </a:lnTo>
                  <a:lnTo>
                    <a:pt x="2580409" y="568308"/>
                  </a:lnTo>
                  <a:lnTo>
                    <a:pt x="2581481" y="568116"/>
                  </a:lnTo>
                  <a:lnTo>
                    <a:pt x="2582553" y="567925"/>
                  </a:lnTo>
                  <a:lnTo>
                    <a:pt x="2583624" y="567733"/>
                  </a:lnTo>
                  <a:lnTo>
                    <a:pt x="2584696" y="567542"/>
                  </a:lnTo>
                  <a:lnTo>
                    <a:pt x="2585767" y="567351"/>
                  </a:lnTo>
                  <a:lnTo>
                    <a:pt x="2586839" y="567160"/>
                  </a:lnTo>
                  <a:lnTo>
                    <a:pt x="2587911" y="566969"/>
                  </a:lnTo>
                  <a:lnTo>
                    <a:pt x="2588982" y="566778"/>
                  </a:lnTo>
                  <a:lnTo>
                    <a:pt x="2590054" y="566587"/>
                  </a:lnTo>
                  <a:lnTo>
                    <a:pt x="2591125" y="566397"/>
                  </a:lnTo>
                  <a:lnTo>
                    <a:pt x="2592197" y="566206"/>
                  </a:lnTo>
                  <a:lnTo>
                    <a:pt x="2593269" y="566016"/>
                  </a:lnTo>
                  <a:lnTo>
                    <a:pt x="2594340" y="565826"/>
                  </a:lnTo>
                  <a:lnTo>
                    <a:pt x="2595412" y="565635"/>
                  </a:lnTo>
                  <a:lnTo>
                    <a:pt x="2596483" y="565445"/>
                  </a:lnTo>
                  <a:lnTo>
                    <a:pt x="2597555" y="565255"/>
                  </a:lnTo>
                  <a:lnTo>
                    <a:pt x="2598627" y="565066"/>
                  </a:lnTo>
                  <a:lnTo>
                    <a:pt x="2599698" y="564876"/>
                  </a:lnTo>
                  <a:lnTo>
                    <a:pt x="2600770" y="564686"/>
                  </a:lnTo>
                  <a:lnTo>
                    <a:pt x="2601841" y="564497"/>
                  </a:lnTo>
                  <a:lnTo>
                    <a:pt x="2602913" y="564307"/>
                  </a:lnTo>
                  <a:lnTo>
                    <a:pt x="2603985" y="564118"/>
                  </a:lnTo>
                  <a:lnTo>
                    <a:pt x="2605056" y="563929"/>
                  </a:lnTo>
                  <a:lnTo>
                    <a:pt x="2606128" y="563739"/>
                  </a:lnTo>
                  <a:lnTo>
                    <a:pt x="2607199" y="563550"/>
                  </a:lnTo>
                  <a:lnTo>
                    <a:pt x="2608271" y="563361"/>
                  </a:lnTo>
                  <a:lnTo>
                    <a:pt x="2609343" y="563172"/>
                  </a:lnTo>
                  <a:lnTo>
                    <a:pt x="2610414" y="562983"/>
                  </a:lnTo>
                  <a:lnTo>
                    <a:pt x="2611486" y="562794"/>
                  </a:lnTo>
                  <a:lnTo>
                    <a:pt x="2612557" y="562605"/>
                  </a:lnTo>
                  <a:lnTo>
                    <a:pt x="2613629" y="562416"/>
                  </a:lnTo>
                  <a:lnTo>
                    <a:pt x="2614701" y="562228"/>
                  </a:lnTo>
                  <a:lnTo>
                    <a:pt x="2615772" y="562039"/>
                  </a:lnTo>
                  <a:lnTo>
                    <a:pt x="2616844" y="561850"/>
                  </a:lnTo>
                  <a:lnTo>
                    <a:pt x="2617915" y="561662"/>
                  </a:lnTo>
                  <a:lnTo>
                    <a:pt x="2618987" y="561473"/>
                  </a:lnTo>
                  <a:lnTo>
                    <a:pt x="2620059" y="561284"/>
                  </a:lnTo>
                  <a:lnTo>
                    <a:pt x="2621130" y="561096"/>
                  </a:lnTo>
                  <a:lnTo>
                    <a:pt x="2622202" y="560907"/>
                  </a:lnTo>
                  <a:lnTo>
                    <a:pt x="2623273" y="560719"/>
                  </a:lnTo>
                  <a:lnTo>
                    <a:pt x="2624345" y="560530"/>
                  </a:lnTo>
                  <a:lnTo>
                    <a:pt x="2625417" y="560342"/>
                  </a:lnTo>
                  <a:lnTo>
                    <a:pt x="2626488" y="560154"/>
                  </a:lnTo>
                  <a:lnTo>
                    <a:pt x="2627560" y="559965"/>
                  </a:lnTo>
                  <a:lnTo>
                    <a:pt x="2628631" y="559777"/>
                  </a:lnTo>
                  <a:lnTo>
                    <a:pt x="2629703" y="559588"/>
                  </a:lnTo>
                  <a:lnTo>
                    <a:pt x="2630775" y="559400"/>
                  </a:lnTo>
                  <a:lnTo>
                    <a:pt x="2631846" y="559211"/>
                  </a:lnTo>
                  <a:lnTo>
                    <a:pt x="2632918" y="559023"/>
                  </a:lnTo>
                  <a:lnTo>
                    <a:pt x="2633989" y="558835"/>
                  </a:lnTo>
                  <a:lnTo>
                    <a:pt x="2635061" y="558646"/>
                  </a:lnTo>
                  <a:lnTo>
                    <a:pt x="2636133" y="558458"/>
                  </a:lnTo>
                  <a:lnTo>
                    <a:pt x="2637204" y="558269"/>
                  </a:lnTo>
                  <a:lnTo>
                    <a:pt x="2638276" y="558081"/>
                  </a:lnTo>
                  <a:lnTo>
                    <a:pt x="2639347" y="557892"/>
                  </a:lnTo>
                  <a:lnTo>
                    <a:pt x="2640419" y="557703"/>
                  </a:lnTo>
                  <a:lnTo>
                    <a:pt x="2641491" y="557515"/>
                  </a:lnTo>
                  <a:lnTo>
                    <a:pt x="2642562" y="557326"/>
                  </a:lnTo>
                  <a:lnTo>
                    <a:pt x="2643634" y="557137"/>
                  </a:lnTo>
                  <a:lnTo>
                    <a:pt x="2644705" y="556949"/>
                  </a:lnTo>
                  <a:lnTo>
                    <a:pt x="2645777" y="556760"/>
                  </a:lnTo>
                  <a:lnTo>
                    <a:pt x="2646849" y="556571"/>
                  </a:lnTo>
                  <a:lnTo>
                    <a:pt x="2647920" y="556382"/>
                  </a:lnTo>
                  <a:lnTo>
                    <a:pt x="2648992" y="556193"/>
                  </a:lnTo>
                  <a:lnTo>
                    <a:pt x="2650063" y="556004"/>
                  </a:lnTo>
                  <a:lnTo>
                    <a:pt x="2651135" y="555815"/>
                  </a:lnTo>
                  <a:lnTo>
                    <a:pt x="2652207" y="555626"/>
                  </a:lnTo>
                  <a:lnTo>
                    <a:pt x="2653278" y="555437"/>
                  </a:lnTo>
                  <a:lnTo>
                    <a:pt x="2654350" y="555248"/>
                  </a:lnTo>
                  <a:lnTo>
                    <a:pt x="2655421" y="555058"/>
                  </a:lnTo>
                  <a:lnTo>
                    <a:pt x="2656493" y="554869"/>
                  </a:lnTo>
                  <a:lnTo>
                    <a:pt x="2657565" y="554679"/>
                  </a:lnTo>
                  <a:lnTo>
                    <a:pt x="2658636" y="554490"/>
                  </a:lnTo>
                  <a:lnTo>
                    <a:pt x="2659708" y="554300"/>
                  </a:lnTo>
                  <a:lnTo>
                    <a:pt x="2660779" y="554110"/>
                  </a:lnTo>
                  <a:lnTo>
                    <a:pt x="2661851" y="553921"/>
                  </a:lnTo>
                  <a:lnTo>
                    <a:pt x="2662922" y="553731"/>
                  </a:lnTo>
                  <a:lnTo>
                    <a:pt x="2663994" y="553541"/>
                  </a:lnTo>
                  <a:lnTo>
                    <a:pt x="2665066" y="553350"/>
                  </a:lnTo>
                  <a:lnTo>
                    <a:pt x="2666137" y="553160"/>
                  </a:lnTo>
                  <a:lnTo>
                    <a:pt x="2667209" y="552970"/>
                  </a:lnTo>
                  <a:lnTo>
                    <a:pt x="2668280" y="552779"/>
                  </a:lnTo>
                  <a:lnTo>
                    <a:pt x="2669352" y="552589"/>
                  </a:lnTo>
                  <a:lnTo>
                    <a:pt x="2670424" y="552398"/>
                  </a:lnTo>
                  <a:lnTo>
                    <a:pt x="2671495" y="552207"/>
                  </a:lnTo>
                  <a:lnTo>
                    <a:pt x="2672567" y="552016"/>
                  </a:lnTo>
                  <a:lnTo>
                    <a:pt x="2673638" y="551825"/>
                  </a:lnTo>
                  <a:lnTo>
                    <a:pt x="2674710" y="551634"/>
                  </a:lnTo>
                  <a:lnTo>
                    <a:pt x="2675782" y="551443"/>
                  </a:lnTo>
                  <a:lnTo>
                    <a:pt x="2676853" y="551251"/>
                  </a:lnTo>
                  <a:lnTo>
                    <a:pt x="2677925" y="551059"/>
                  </a:lnTo>
                  <a:lnTo>
                    <a:pt x="2678996" y="550868"/>
                  </a:lnTo>
                  <a:lnTo>
                    <a:pt x="2680068" y="550676"/>
                  </a:lnTo>
                  <a:lnTo>
                    <a:pt x="2681140" y="550484"/>
                  </a:lnTo>
                  <a:lnTo>
                    <a:pt x="2682211" y="550291"/>
                  </a:lnTo>
                  <a:lnTo>
                    <a:pt x="2683283" y="550099"/>
                  </a:lnTo>
                  <a:lnTo>
                    <a:pt x="2684354" y="549906"/>
                  </a:lnTo>
                  <a:lnTo>
                    <a:pt x="2685426" y="549714"/>
                  </a:lnTo>
                  <a:lnTo>
                    <a:pt x="2686498" y="549521"/>
                  </a:lnTo>
                  <a:lnTo>
                    <a:pt x="2687569" y="549328"/>
                  </a:lnTo>
                  <a:lnTo>
                    <a:pt x="2688641" y="549135"/>
                  </a:lnTo>
                  <a:lnTo>
                    <a:pt x="2689712" y="548941"/>
                  </a:lnTo>
                  <a:lnTo>
                    <a:pt x="2690784" y="548748"/>
                  </a:lnTo>
                  <a:lnTo>
                    <a:pt x="2691856" y="548554"/>
                  </a:lnTo>
                  <a:lnTo>
                    <a:pt x="2692927" y="548360"/>
                  </a:lnTo>
                  <a:lnTo>
                    <a:pt x="2693999" y="548166"/>
                  </a:lnTo>
                  <a:lnTo>
                    <a:pt x="2695070" y="547971"/>
                  </a:lnTo>
                  <a:lnTo>
                    <a:pt x="2696142" y="547777"/>
                  </a:lnTo>
                  <a:lnTo>
                    <a:pt x="2697214" y="547582"/>
                  </a:lnTo>
                  <a:lnTo>
                    <a:pt x="2698285" y="547387"/>
                  </a:lnTo>
                  <a:lnTo>
                    <a:pt x="2699357" y="547192"/>
                  </a:lnTo>
                  <a:lnTo>
                    <a:pt x="2700428" y="546997"/>
                  </a:lnTo>
                  <a:lnTo>
                    <a:pt x="2701500" y="546801"/>
                  </a:lnTo>
                  <a:lnTo>
                    <a:pt x="2702572" y="546606"/>
                  </a:lnTo>
                  <a:lnTo>
                    <a:pt x="2703643" y="546410"/>
                  </a:lnTo>
                  <a:lnTo>
                    <a:pt x="2704715" y="546214"/>
                  </a:lnTo>
                  <a:lnTo>
                    <a:pt x="2705786" y="546017"/>
                  </a:lnTo>
                  <a:lnTo>
                    <a:pt x="2706858" y="545821"/>
                  </a:lnTo>
                  <a:lnTo>
                    <a:pt x="2707930" y="545624"/>
                  </a:lnTo>
                  <a:lnTo>
                    <a:pt x="2709001" y="545427"/>
                  </a:lnTo>
                  <a:lnTo>
                    <a:pt x="2710073" y="545229"/>
                  </a:lnTo>
                  <a:lnTo>
                    <a:pt x="2711144" y="545032"/>
                  </a:lnTo>
                  <a:lnTo>
                    <a:pt x="2712216" y="544834"/>
                  </a:lnTo>
                  <a:lnTo>
                    <a:pt x="2713288" y="544636"/>
                  </a:lnTo>
                  <a:lnTo>
                    <a:pt x="2714359" y="544438"/>
                  </a:lnTo>
                  <a:lnTo>
                    <a:pt x="2715431" y="544239"/>
                  </a:lnTo>
                  <a:lnTo>
                    <a:pt x="2716502" y="544040"/>
                  </a:lnTo>
                  <a:lnTo>
                    <a:pt x="2717574" y="543841"/>
                  </a:lnTo>
                  <a:lnTo>
                    <a:pt x="2718646" y="543642"/>
                  </a:lnTo>
                  <a:lnTo>
                    <a:pt x="2719717" y="543443"/>
                  </a:lnTo>
                  <a:lnTo>
                    <a:pt x="2720789" y="543243"/>
                  </a:lnTo>
                  <a:lnTo>
                    <a:pt x="2721860" y="543043"/>
                  </a:lnTo>
                  <a:lnTo>
                    <a:pt x="2722932" y="542843"/>
                  </a:lnTo>
                  <a:lnTo>
                    <a:pt x="2724004" y="542642"/>
                  </a:lnTo>
                  <a:lnTo>
                    <a:pt x="2725075" y="542441"/>
                  </a:lnTo>
                  <a:lnTo>
                    <a:pt x="2726147" y="542240"/>
                  </a:lnTo>
                  <a:lnTo>
                    <a:pt x="2727218" y="542038"/>
                  </a:lnTo>
                  <a:lnTo>
                    <a:pt x="2728290" y="541837"/>
                  </a:lnTo>
                  <a:lnTo>
                    <a:pt x="2729362" y="541635"/>
                  </a:lnTo>
                  <a:lnTo>
                    <a:pt x="2730433" y="541432"/>
                  </a:lnTo>
                  <a:lnTo>
                    <a:pt x="2731505" y="541230"/>
                  </a:lnTo>
                  <a:lnTo>
                    <a:pt x="2732576" y="541027"/>
                  </a:lnTo>
                  <a:lnTo>
                    <a:pt x="2733648" y="540824"/>
                  </a:lnTo>
                  <a:lnTo>
                    <a:pt x="2734720" y="540620"/>
                  </a:lnTo>
                  <a:lnTo>
                    <a:pt x="2735791" y="540417"/>
                  </a:lnTo>
                  <a:lnTo>
                    <a:pt x="2736863" y="540213"/>
                  </a:lnTo>
                  <a:lnTo>
                    <a:pt x="2737934" y="540008"/>
                  </a:lnTo>
                  <a:lnTo>
                    <a:pt x="2739006" y="539803"/>
                  </a:lnTo>
                  <a:lnTo>
                    <a:pt x="2740078" y="539598"/>
                  </a:lnTo>
                  <a:lnTo>
                    <a:pt x="2741149" y="539393"/>
                  </a:lnTo>
                  <a:lnTo>
                    <a:pt x="2742221" y="539187"/>
                  </a:lnTo>
                  <a:lnTo>
                    <a:pt x="2743292" y="538982"/>
                  </a:lnTo>
                  <a:lnTo>
                    <a:pt x="2744364" y="538775"/>
                  </a:lnTo>
                  <a:lnTo>
                    <a:pt x="2745436" y="538569"/>
                  </a:lnTo>
                  <a:lnTo>
                    <a:pt x="2746507" y="538362"/>
                  </a:lnTo>
                  <a:lnTo>
                    <a:pt x="2747579" y="538154"/>
                  </a:lnTo>
                  <a:lnTo>
                    <a:pt x="2748650" y="537947"/>
                  </a:lnTo>
                  <a:lnTo>
                    <a:pt x="2749722" y="537739"/>
                  </a:lnTo>
                  <a:lnTo>
                    <a:pt x="2750794" y="537530"/>
                  </a:lnTo>
                  <a:lnTo>
                    <a:pt x="2751865" y="537322"/>
                  </a:lnTo>
                  <a:lnTo>
                    <a:pt x="2752937" y="537113"/>
                  </a:lnTo>
                  <a:lnTo>
                    <a:pt x="2754008" y="536903"/>
                  </a:lnTo>
                  <a:lnTo>
                    <a:pt x="2755080" y="536694"/>
                  </a:lnTo>
                  <a:lnTo>
                    <a:pt x="2756152" y="536484"/>
                  </a:lnTo>
                  <a:lnTo>
                    <a:pt x="2757223" y="536273"/>
                  </a:lnTo>
                  <a:lnTo>
                    <a:pt x="2758295" y="536063"/>
                  </a:lnTo>
                  <a:lnTo>
                    <a:pt x="2759366" y="535851"/>
                  </a:lnTo>
                  <a:lnTo>
                    <a:pt x="2760438" y="535640"/>
                  </a:lnTo>
                  <a:lnTo>
                    <a:pt x="2761510" y="535428"/>
                  </a:lnTo>
                  <a:lnTo>
                    <a:pt x="2762581" y="535216"/>
                  </a:lnTo>
                  <a:lnTo>
                    <a:pt x="2763653" y="535003"/>
                  </a:lnTo>
                  <a:lnTo>
                    <a:pt x="2764724" y="534790"/>
                  </a:lnTo>
                  <a:lnTo>
                    <a:pt x="2765796" y="534577"/>
                  </a:lnTo>
                  <a:lnTo>
                    <a:pt x="2766868" y="534363"/>
                  </a:lnTo>
                  <a:lnTo>
                    <a:pt x="2767939" y="534149"/>
                  </a:lnTo>
                  <a:lnTo>
                    <a:pt x="2769011" y="533934"/>
                  </a:lnTo>
                  <a:lnTo>
                    <a:pt x="2770082" y="533719"/>
                  </a:lnTo>
                  <a:lnTo>
                    <a:pt x="2771154" y="533504"/>
                  </a:lnTo>
                  <a:lnTo>
                    <a:pt x="2772226" y="533288"/>
                  </a:lnTo>
                  <a:lnTo>
                    <a:pt x="2773297" y="533072"/>
                  </a:lnTo>
                  <a:lnTo>
                    <a:pt x="2774369" y="532856"/>
                  </a:lnTo>
                  <a:lnTo>
                    <a:pt x="2775440" y="532639"/>
                  </a:lnTo>
                  <a:lnTo>
                    <a:pt x="2776512" y="532421"/>
                  </a:lnTo>
                  <a:lnTo>
                    <a:pt x="2777584" y="532204"/>
                  </a:lnTo>
                  <a:lnTo>
                    <a:pt x="2778655" y="531985"/>
                  </a:lnTo>
                  <a:lnTo>
                    <a:pt x="2779727" y="531767"/>
                  </a:lnTo>
                  <a:lnTo>
                    <a:pt x="2780798" y="531548"/>
                  </a:lnTo>
                  <a:lnTo>
                    <a:pt x="2781870" y="531329"/>
                  </a:lnTo>
                  <a:lnTo>
                    <a:pt x="2782942" y="531109"/>
                  </a:lnTo>
                  <a:lnTo>
                    <a:pt x="2784013" y="530888"/>
                  </a:lnTo>
                  <a:lnTo>
                    <a:pt x="2785085" y="530668"/>
                  </a:lnTo>
                  <a:lnTo>
                    <a:pt x="2786156" y="530447"/>
                  </a:lnTo>
                  <a:lnTo>
                    <a:pt x="2787228" y="530225"/>
                  </a:lnTo>
                  <a:lnTo>
                    <a:pt x="2788300" y="530003"/>
                  </a:lnTo>
                  <a:lnTo>
                    <a:pt x="2789371" y="529781"/>
                  </a:lnTo>
                  <a:lnTo>
                    <a:pt x="2790443" y="529558"/>
                  </a:lnTo>
                  <a:lnTo>
                    <a:pt x="2791514" y="529335"/>
                  </a:lnTo>
                  <a:lnTo>
                    <a:pt x="2792586" y="529111"/>
                  </a:lnTo>
                  <a:lnTo>
                    <a:pt x="2793658" y="528887"/>
                  </a:lnTo>
                  <a:lnTo>
                    <a:pt x="2794729" y="528662"/>
                  </a:lnTo>
                  <a:lnTo>
                    <a:pt x="2795801" y="528437"/>
                  </a:lnTo>
                  <a:lnTo>
                    <a:pt x="2796872" y="528211"/>
                  </a:lnTo>
                  <a:lnTo>
                    <a:pt x="2797944" y="527985"/>
                  </a:lnTo>
                  <a:lnTo>
                    <a:pt x="2799016" y="527759"/>
                  </a:lnTo>
                  <a:lnTo>
                    <a:pt x="2800087" y="527532"/>
                  </a:lnTo>
                  <a:lnTo>
                    <a:pt x="2801159" y="527305"/>
                  </a:lnTo>
                  <a:lnTo>
                    <a:pt x="2802230" y="527077"/>
                  </a:lnTo>
                  <a:lnTo>
                    <a:pt x="2803302" y="526848"/>
                  </a:lnTo>
                  <a:lnTo>
                    <a:pt x="2804374" y="526620"/>
                  </a:lnTo>
                  <a:lnTo>
                    <a:pt x="2805445" y="526390"/>
                  </a:lnTo>
                  <a:lnTo>
                    <a:pt x="2806517" y="526161"/>
                  </a:lnTo>
                  <a:lnTo>
                    <a:pt x="2807588" y="525930"/>
                  </a:lnTo>
                  <a:lnTo>
                    <a:pt x="2808660" y="525700"/>
                  </a:lnTo>
                  <a:lnTo>
                    <a:pt x="2809732" y="525469"/>
                  </a:lnTo>
                  <a:lnTo>
                    <a:pt x="2810803" y="525237"/>
                  </a:lnTo>
                  <a:lnTo>
                    <a:pt x="2811875" y="525005"/>
                  </a:lnTo>
                  <a:lnTo>
                    <a:pt x="2812946" y="524772"/>
                  </a:lnTo>
                  <a:lnTo>
                    <a:pt x="2814018" y="524539"/>
                  </a:lnTo>
                  <a:lnTo>
                    <a:pt x="2815090" y="524305"/>
                  </a:lnTo>
                  <a:lnTo>
                    <a:pt x="2816161" y="524071"/>
                  </a:lnTo>
                  <a:lnTo>
                    <a:pt x="2817233" y="523837"/>
                  </a:lnTo>
                  <a:lnTo>
                    <a:pt x="2818304" y="523601"/>
                  </a:lnTo>
                  <a:lnTo>
                    <a:pt x="2819376" y="523366"/>
                  </a:lnTo>
                  <a:lnTo>
                    <a:pt x="2820448" y="523130"/>
                  </a:lnTo>
                  <a:lnTo>
                    <a:pt x="2821519" y="522893"/>
                  </a:lnTo>
                  <a:lnTo>
                    <a:pt x="2822591" y="522656"/>
                  </a:lnTo>
                  <a:lnTo>
                    <a:pt x="2823662" y="522418"/>
                  </a:lnTo>
                  <a:lnTo>
                    <a:pt x="2824734" y="522180"/>
                  </a:lnTo>
                  <a:lnTo>
                    <a:pt x="2825806" y="521941"/>
                  </a:lnTo>
                  <a:lnTo>
                    <a:pt x="2826877" y="521702"/>
                  </a:lnTo>
                  <a:lnTo>
                    <a:pt x="2827949" y="521462"/>
                  </a:lnTo>
                  <a:lnTo>
                    <a:pt x="2829020" y="521222"/>
                  </a:lnTo>
                  <a:lnTo>
                    <a:pt x="2830092" y="520981"/>
                  </a:lnTo>
                  <a:lnTo>
                    <a:pt x="2831164" y="520740"/>
                  </a:lnTo>
                  <a:lnTo>
                    <a:pt x="2832235" y="520498"/>
                  </a:lnTo>
                  <a:lnTo>
                    <a:pt x="2833307" y="520256"/>
                  </a:lnTo>
                  <a:lnTo>
                    <a:pt x="2834378" y="520013"/>
                  </a:lnTo>
                  <a:lnTo>
                    <a:pt x="2835450" y="519769"/>
                  </a:lnTo>
                  <a:lnTo>
                    <a:pt x="2836522" y="519525"/>
                  </a:lnTo>
                  <a:lnTo>
                    <a:pt x="2837593" y="519281"/>
                  </a:lnTo>
                  <a:lnTo>
                    <a:pt x="2838665" y="519035"/>
                  </a:lnTo>
                  <a:lnTo>
                    <a:pt x="2839736" y="518790"/>
                  </a:lnTo>
                  <a:lnTo>
                    <a:pt x="2840808" y="518544"/>
                  </a:lnTo>
                  <a:lnTo>
                    <a:pt x="2841879" y="518297"/>
                  </a:lnTo>
                  <a:lnTo>
                    <a:pt x="2842951" y="518050"/>
                  </a:lnTo>
                  <a:lnTo>
                    <a:pt x="2844023" y="517802"/>
                  </a:lnTo>
                  <a:lnTo>
                    <a:pt x="2845094" y="517553"/>
                  </a:lnTo>
                  <a:lnTo>
                    <a:pt x="2846166" y="517304"/>
                  </a:lnTo>
                  <a:lnTo>
                    <a:pt x="2847237" y="517055"/>
                  </a:lnTo>
                  <a:lnTo>
                    <a:pt x="2848309" y="516805"/>
                  </a:lnTo>
                  <a:lnTo>
                    <a:pt x="2849381" y="516554"/>
                  </a:lnTo>
                  <a:lnTo>
                    <a:pt x="2850452" y="516303"/>
                  </a:lnTo>
                  <a:lnTo>
                    <a:pt x="2851524" y="516051"/>
                  </a:lnTo>
                  <a:lnTo>
                    <a:pt x="2852595" y="515799"/>
                  </a:lnTo>
                  <a:lnTo>
                    <a:pt x="2853667" y="515546"/>
                  </a:lnTo>
                  <a:lnTo>
                    <a:pt x="2854739" y="515293"/>
                  </a:lnTo>
                  <a:lnTo>
                    <a:pt x="2855810" y="515038"/>
                  </a:lnTo>
                  <a:lnTo>
                    <a:pt x="2856882" y="514784"/>
                  </a:lnTo>
                  <a:lnTo>
                    <a:pt x="2857953" y="514529"/>
                  </a:lnTo>
                  <a:lnTo>
                    <a:pt x="2859025" y="514273"/>
                  </a:lnTo>
                  <a:lnTo>
                    <a:pt x="2860097" y="514016"/>
                  </a:lnTo>
                  <a:lnTo>
                    <a:pt x="2861168" y="513759"/>
                  </a:lnTo>
                  <a:lnTo>
                    <a:pt x="2862240" y="513502"/>
                  </a:lnTo>
                  <a:lnTo>
                    <a:pt x="2863311" y="513244"/>
                  </a:lnTo>
                  <a:lnTo>
                    <a:pt x="2864383" y="512985"/>
                  </a:lnTo>
                  <a:lnTo>
                    <a:pt x="2865455" y="512726"/>
                  </a:lnTo>
                  <a:lnTo>
                    <a:pt x="2866526" y="512466"/>
                  </a:lnTo>
                  <a:lnTo>
                    <a:pt x="2867598" y="512205"/>
                  </a:lnTo>
                  <a:lnTo>
                    <a:pt x="2868669" y="511944"/>
                  </a:lnTo>
                  <a:lnTo>
                    <a:pt x="2869741" y="511682"/>
                  </a:lnTo>
                  <a:lnTo>
                    <a:pt x="2870813" y="511420"/>
                  </a:lnTo>
                  <a:lnTo>
                    <a:pt x="2871884" y="511157"/>
                  </a:lnTo>
                  <a:lnTo>
                    <a:pt x="2872956" y="510893"/>
                  </a:lnTo>
                  <a:lnTo>
                    <a:pt x="2874027" y="510629"/>
                  </a:lnTo>
                  <a:lnTo>
                    <a:pt x="2875099" y="510365"/>
                  </a:lnTo>
                  <a:lnTo>
                    <a:pt x="2876171" y="510099"/>
                  </a:lnTo>
                  <a:lnTo>
                    <a:pt x="2877242" y="509833"/>
                  </a:lnTo>
                  <a:lnTo>
                    <a:pt x="2878314" y="509567"/>
                  </a:lnTo>
                  <a:lnTo>
                    <a:pt x="2879385" y="509299"/>
                  </a:lnTo>
                  <a:lnTo>
                    <a:pt x="2880457" y="509032"/>
                  </a:lnTo>
                  <a:lnTo>
                    <a:pt x="2881529" y="508763"/>
                  </a:lnTo>
                  <a:lnTo>
                    <a:pt x="2882600" y="508494"/>
                  </a:lnTo>
                  <a:lnTo>
                    <a:pt x="2883672" y="508224"/>
                  </a:lnTo>
                  <a:lnTo>
                    <a:pt x="2884743" y="507954"/>
                  </a:lnTo>
                  <a:lnTo>
                    <a:pt x="2885815" y="507683"/>
                  </a:lnTo>
                  <a:lnTo>
                    <a:pt x="2886887" y="507412"/>
                  </a:lnTo>
                  <a:lnTo>
                    <a:pt x="2887958" y="507139"/>
                  </a:lnTo>
                  <a:lnTo>
                    <a:pt x="2889030" y="506867"/>
                  </a:lnTo>
                  <a:lnTo>
                    <a:pt x="2890101" y="506593"/>
                  </a:lnTo>
                  <a:lnTo>
                    <a:pt x="2891173" y="506319"/>
                  </a:lnTo>
                  <a:lnTo>
                    <a:pt x="2892245" y="506044"/>
                  </a:lnTo>
                  <a:lnTo>
                    <a:pt x="2893316" y="505769"/>
                  </a:lnTo>
                  <a:lnTo>
                    <a:pt x="2894388" y="505493"/>
                  </a:lnTo>
                  <a:lnTo>
                    <a:pt x="2895459" y="505216"/>
                  </a:lnTo>
                  <a:lnTo>
                    <a:pt x="2896531" y="504939"/>
                  </a:lnTo>
                  <a:lnTo>
                    <a:pt x="2897603" y="504661"/>
                  </a:lnTo>
                  <a:lnTo>
                    <a:pt x="2898674" y="504382"/>
                  </a:lnTo>
                  <a:lnTo>
                    <a:pt x="2899746" y="504103"/>
                  </a:lnTo>
                  <a:lnTo>
                    <a:pt x="2900817" y="503823"/>
                  </a:lnTo>
                  <a:lnTo>
                    <a:pt x="2901889" y="503543"/>
                  </a:lnTo>
                  <a:lnTo>
                    <a:pt x="2902961" y="503262"/>
                  </a:lnTo>
                  <a:lnTo>
                    <a:pt x="2904032" y="502980"/>
                  </a:lnTo>
                  <a:lnTo>
                    <a:pt x="2905104" y="502697"/>
                  </a:lnTo>
                  <a:lnTo>
                    <a:pt x="2906175" y="502414"/>
                  </a:lnTo>
                  <a:lnTo>
                    <a:pt x="2907247" y="502130"/>
                  </a:lnTo>
                  <a:lnTo>
                    <a:pt x="2908319" y="501846"/>
                  </a:lnTo>
                  <a:lnTo>
                    <a:pt x="2909390" y="501561"/>
                  </a:lnTo>
                  <a:lnTo>
                    <a:pt x="2910462" y="501275"/>
                  </a:lnTo>
                  <a:lnTo>
                    <a:pt x="2911533" y="500988"/>
                  </a:lnTo>
                  <a:lnTo>
                    <a:pt x="2912605" y="500701"/>
                  </a:lnTo>
                  <a:lnTo>
                    <a:pt x="2913677" y="500413"/>
                  </a:lnTo>
                  <a:lnTo>
                    <a:pt x="2914748" y="500125"/>
                  </a:lnTo>
                  <a:lnTo>
                    <a:pt x="2915820" y="499836"/>
                  </a:lnTo>
                  <a:lnTo>
                    <a:pt x="2916891" y="499546"/>
                  </a:lnTo>
                  <a:lnTo>
                    <a:pt x="2917963" y="499256"/>
                  </a:lnTo>
                  <a:lnTo>
                    <a:pt x="2919035" y="498964"/>
                  </a:lnTo>
                  <a:lnTo>
                    <a:pt x="2920106" y="498673"/>
                  </a:lnTo>
                  <a:lnTo>
                    <a:pt x="2921178" y="498380"/>
                  </a:lnTo>
                  <a:lnTo>
                    <a:pt x="2922249" y="498087"/>
                  </a:lnTo>
                  <a:lnTo>
                    <a:pt x="2923321" y="497793"/>
                  </a:lnTo>
                  <a:lnTo>
                    <a:pt x="2924393" y="497499"/>
                  </a:lnTo>
                  <a:lnTo>
                    <a:pt x="2925464" y="497203"/>
                  </a:lnTo>
                  <a:lnTo>
                    <a:pt x="2926536" y="496908"/>
                  </a:lnTo>
                  <a:lnTo>
                    <a:pt x="2927607" y="496611"/>
                  </a:lnTo>
                  <a:lnTo>
                    <a:pt x="2928679" y="496314"/>
                  </a:lnTo>
                  <a:lnTo>
                    <a:pt x="2929751" y="496016"/>
                  </a:lnTo>
                  <a:lnTo>
                    <a:pt x="2930822" y="495717"/>
                  </a:lnTo>
                  <a:lnTo>
                    <a:pt x="2931894" y="495418"/>
                  </a:lnTo>
                  <a:lnTo>
                    <a:pt x="2932965" y="495118"/>
                  </a:lnTo>
                  <a:lnTo>
                    <a:pt x="2934037" y="494817"/>
                  </a:lnTo>
                  <a:lnTo>
                    <a:pt x="2935109" y="494516"/>
                  </a:lnTo>
                  <a:lnTo>
                    <a:pt x="2936180" y="494214"/>
                  </a:lnTo>
                  <a:lnTo>
                    <a:pt x="2937252" y="493911"/>
                  </a:lnTo>
                  <a:lnTo>
                    <a:pt x="2938323" y="493607"/>
                  </a:lnTo>
                  <a:lnTo>
                    <a:pt x="2939395" y="493303"/>
                  </a:lnTo>
                  <a:lnTo>
                    <a:pt x="2940467" y="492998"/>
                  </a:lnTo>
                  <a:lnTo>
                    <a:pt x="2941538" y="492693"/>
                  </a:lnTo>
                  <a:lnTo>
                    <a:pt x="2942610" y="492386"/>
                  </a:lnTo>
                  <a:lnTo>
                    <a:pt x="2943681" y="492080"/>
                  </a:lnTo>
                  <a:lnTo>
                    <a:pt x="2944753" y="491772"/>
                  </a:lnTo>
                  <a:lnTo>
                    <a:pt x="2945825" y="491463"/>
                  </a:lnTo>
                  <a:lnTo>
                    <a:pt x="2946896" y="491154"/>
                  </a:lnTo>
                  <a:lnTo>
                    <a:pt x="2947968" y="490845"/>
                  </a:lnTo>
                  <a:lnTo>
                    <a:pt x="2949039" y="490534"/>
                  </a:lnTo>
                  <a:lnTo>
                    <a:pt x="2950111" y="490223"/>
                  </a:lnTo>
                  <a:lnTo>
                    <a:pt x="2951183" y="489911"/>
                  </a:lnTo>
                  <a:lnTo>
                    <a:pt x="2952254" y="489598"/>
                  </a:lnTo>
                  <a:lnTo>
                    <a:pt x="2953326" y="489285"/>
                  </a:lnTo>
                  <a:lnTo>
                    <a:pt x="2954397" y="488971"/>
                  </a:lnTo>
                  <a:lnTo>
                    <a:pt x="2955469" y="488656"/>
                  </a:lnTo>
                  <a:lnTo>
                    <a:pt x="2956541" y="488341"/>
                  </a:lnTo>
                  <a:lnTo>
                    <a:pt x="2957612" y="488025"/>
                  </a:lnTo>
                  <a:lnTo>
                    <a:pt x="2958684" y="487708"/>
                  </a:lnTo>
                  <a:lnTo>
                    <a:pt x="2959755" y="487390"/>
                  </a:lnTo>
                  <a:lnTo>
                    <a:pt x="2960827" y="487072"/>
                  </a:lnTo>
                  <a:lnTo>
                    <a:pt x="2961899" y="486753"/>
                  </a:lnTo>
                  <a:lnTo>
                    <a:pt x="2962970" y="486433"/>
                  </a:lnTo>
                  <a:lnTo>
                    <a:pt x="2964042" y="486112"/>
                  </a:lnTo>
                  <a:lnTo>
                    <a:pt x="2965113" y="485791"/>
                  </a:lnTo>
                  <a:lnTo>
                    <a:pt x="2966185" y="485469"/>
                  </a:lnTo>
                  <a:lnTo>
                    <a:pt x="2967257" y="485147"/>
                  </a:lnTo>
                  <a:lnTo>
                    <a:pt x="2968328" y="484823"/>
                  </a:lnTo>
                  <a:lnTo>
                    <a:pt x="2969400" y="484499"/>
                  </a:lnTo>
                  <a:lnTo>
                    <a:pt x="2970471" y="484174"/>
                  </a:lnTo>
                  <a:lnTo>
                    <a:pt x="2971543" y="483849"/>
                  </a:lnTo>
                  <a:lnTo>
                    <a:pt x="2972615" y="483523"/>
                  </a:lnTo>
                  <a:lnTo>
                    <a:pt x="2973686" y="483196"/>
                  </a:lnTo>
                  <a:lnTo>
                    <a:pt x="2974758" y="482868"/>
                  </a:lnTo>
                  <a:lnTo>
                    <a:pt x="2975829" y="482539"/>
                  </a:lnTo>
                  <a:lnTo>
                    <a:pt x="2976901" y="482210"/>
                  </a:lnTo>
                  <a:lnTo>
                    <a:pt x="2977973" y="481880"/>
                  </a:lnTo>
                  <a:lnTo>
                    <a:pt x="2979044" y="481550"/>
                  </a:lnTo>
                  <a:lnTo>
                    <a:pt x="2980116" y="481218"/>
                  </a:lnTo>
                  <a:lnTo>
                    <a:pt x="2981187" y="480886"/>
                  </a:lnTo>
                  <a:lnTo>
                    <a:pt x="2982259" y="480553"/>
                  </a:lnTo>
                  <a:lnTo>
                    <a:pt x="2983331" y="480220"/>
                  </a:lnTo>
                  <a:lnTo>
                    <a:pt x="2984402" y="479885"/>
                  </a:lnTo>
                  <a:lnTo>
                    <a:pt x="2985474" y="479550"/>
                  </a:lnTo>
                  <a:lnTo>
                    <a:pt x="2986545" y="479215"/>
                  </a:lnTo>
                  <a:lnTo>
                    <a:pt x="2987617" y="478878"/>
                  </a:lnTo>
                  <a:lnTo>
                    <a:pt x="2988689" y="478541"/>
                  </a:lnTo>
                  <a:lnTo>
                    <a:pt x="2989760" y="478203"/>
                  </a:lnTo>
                  <a:lnTo>
                    <a:pt x="2990832" y="477864"/>
                  </a:lnTo>
                  <a:lnTo>
                    <a:pt x="2991903" y="477525"/>
                  </a:lnTo>
                  <a:lnTo>
                    <a:pt x="2992975" y="477184"/>
                  </a:lnTo>
                  <a:lnTo>
                    <a:pt x="2994047" y="476843"/>
                  </a:lnTo>
                  <a:lnTo>
                    <a:pt x="2995118" y="476502"/>
                  </a:lnTo>
                  <a:lnTo>
                    <a:pt x="2996190" y="476159"/>
                  </a:lnTo>
                  <a:lnTo>
                    <a:pt x="2997261" y="475816"/>
                  </a:lnTo>
                  <a:lnTo>
                    <a:pt x="2998333" y="475472"/>
                  </a:lnTo>
                  <a:lnTo>
                    <a:pt x="2999405" y="475127"/>
                  </a:lnTo>
                  <a:lnTo>
                    <a:pt x="3000476" y="474782"/>
                  </a:lnTo>
                  <a:lnTo>
                    <a:pt x="3001548" y="474436"/>
                  </a:lnTo>
                  <a:lnTo>
                    <a:pt x="3002619" y="474089"/>
                  </a:lnTo>
                  <a:lnTo>
                    <a:pt x="3003691" y="473741"/>
                  </a:lnTo>
                  <a:lnTo>
                    <a:pt x="3004763" y="473393"/>
                  </a:lnTo>
                  <a:lnTo>
                    <a:pt x="3005834" y="473044"/>
                  </a:lnTo>
                  <a:lnTo>
                    <a:pt x="3006906" y="472694"/>
                  </a:lnTo>
                  <a:lnTo>
                    <a:pt x="3007977" y="472343"/>
                  </a:lnTo>
                  <a:lnTo>
                    <a:pt x="3009049" y="471992"/>
                  </a:lnTo>
                  <a:lnTo>
                    <a:pt x="3010121" y="471640"/>
                  </a:lnTo>
                  <a:lnTo>
                    <a:pt x="3011192" y="471287"/>
                  </a:lnTo>
                  <a:lnTo>
                    <a:pt x="3012264" y="470933"/>
                  </a:lnTo>
                  <a:lnTo>
                    <a:pt x="3013335" y="470579"/>
                  </a:lnTo>
                  <a:lnTo>
                    <a:pt x="3014407" y="470224"/>
                  </a:lnTo>
                  <a:lnTo>
                    <a:pt x="3015479" y="469868"/>
                  </a:lnTo>
                  <a:lnTo>
                    <a:pt x="3016550" y="469511"/>
                  </a:lnTo>
                  <a:lnTo>
                    <a:pt x="3017622" y="469154"/>
                  </a:lnTo>
                  <a:lnTo>
                    <a:pt x="3018693" y="468796"/>
                  </a:lnTo>
                  <a:lnTo>
                    <a:pt x="3019765" y="468437"/>
                  </a:lnTo>
                  <a:lnTo>
                    <a:pt x="3020836" y="468077"/>
                  </a:lnTo>
                  <a:lnTo>
                    <a:pt x="3021908" y="467717"/>
                  </a:lnTo>
                  <a:lnTo>
                    <a:pt x="3022980" y="467356"/>
                  </a:lnTo>
                  <a:lnTo>
                    <a:pt x="3024051" y="466994"/>
                  </a:lnTo>
                  <a:lnTo>
                    <a:pt x="3025123" y="466632"/>
                  </a:lnTo>
                  <a:lnTo>
                    <a:pt x="3026194" y="466268"/>
                  </a:lnTo>
                  <a:lnTo>
                    <a:pt x="3027266" y="465904"/>
                  </a:lnTo>
                  <a:lnTo>
                    <a:pt x="3028338" y="465539"/>
                  </a:lnTo>
                  <a:lnTo>
                    <a:pt x="3029409" y="465174"/>
                  </a:lnTo>
                  <a:lnTo>
                    <a:pt x="3030481" y="464808"/>
                  </a:lnTo>
                  <a:lnTo>
                    <a:pt x="3031552" y="464441"/>
                  </a:lnTo>
                  <a:lnTo>
                    <a:pt x="3032624" y="464073"/>
                  </a:lnTo>
                  <a:lnTo>
                    <a:pt x="3033696" y="463704"/>
                  </a:lnTo>
                  <a:lnTo>
                    <a:pt x="3034767" y="463335"/>
                  </a:lnTo>
                  <a:lnTo>
                    <a:pt x="3035839" y="462965"/>
                  </a:lnTo>
                  <a:lnTo>
                    <a:pt x="3036910" y="462595"/>
                  </a:lnTo>
                  <a:lnTo>
                    <a:pt x="3037982" y="462223"/>
                  </a:lnTo>
                  <a:lnTo>
                    <a:pt x="3039054" y="461851"/>
                  </a:lnTo>
                  <a:lnTo>
                    <a:pt x="3040125" y="461478"/>
                  </a:lnTo>
                  <a:lnTo>
                    <a:pt x="3041197" y="461104"/>
                  </a:lnTo>
                  <a:lnTo>
                    <a:pt x="3042268" y="460730"/>
                  </a:lnTo>
                  <a:lnTo>
                    <a:pt x="3043340" y="460355"/>
                  </a:lnTo>
                  <a:lnTo>
                    <a:pt x="3044412" y="459979"/>
                  </a:lnTo>
                  <a:lnTo>
                    <a:pt x="3045483" y="459602"/>
                  </a:lnTo>
                  <a:lnTo>
                    <a:pt x="3046555" y="459225"/>
                  </a:lnTo>
                  <a:lnTo>
                    <a:pt x="3047626" y="458847"/>
                  </a:lnTo>
                  <a:lnTo>
                    <a:pt x="3048698" y="458468"/>
                  </a:lnTo>
                  <a:lnTo>
                    <a:pt x="3049770" y="458089"/>
                  </a:lnTo>
                  <a:lnTo>
                    <a:pt x="3050841" y="457709"/>
                  </a:lnTo>
                  <a:lnTo>
                    <a:pt x="3051913" y="457328"/>
                  </a:lnTo>
                  <a:lnTo>
                    <a:pt x="3052984" y="456946"/>
                  </a:lnTo>
                  <a:lnTo>
                    <a:pt x="3054056" y="456563"/>
                  </a:lnTo>
                  <a:lnTo>
                    <a:pt x="3055128" y="456180"/>
                  </a:lnTo>
                  <a:lnTo>
                    <a:pt x="3056199" y="455796"/>
                  </a:lnTo>
                  <a:lnTo>
                    <a:pt x="3057271" y="455412"/>
                  </a:lnTo>
                  <a:lnTo>
                    <a:pt x="3058342" y="455026"/>
                  </a:lnTo>
                  <a:lnTo>
                    <a:pt x="3059414" y="454640"/>
                  </a:lnTo>
                  <a:lnTo>
                    <a:pt x="3060486" y="454254"/>
                  </a:lnTo>
                  <a:lnTo>
                    <a:pt x="3061557" y="453866"/>
                  </a:lnTo>
                  <a:lnTo>
                    <a:pt x="3062629" y="453478"/>
                  </a:lnTo>
                  <a:lnTo>
                    <a:pt x="3063700" y="453089"/>
                  </a:lnTo>
                  <a:lnTo>
                    <a:pt x="3064772" y="452699"/>
                  </a:lnTo>
                  <a:lnTo>
                    <a:pt x="3065844" y="452309"/>
                  </a:lnTo>
                  <a:lnTo>
                    <a:pt x="3066915" y="451918"/>
                  </a:lnTo>
                  <a:lnTo>
                    <a:pt x="3067987" y="451526"/>
                  </a:lnTo>
                  <a:lnTo>
                    <a:pt x="3069058" y="451133"/>
                  </a:lnTo>
                  <a:lnTo>
                    <a:pt x="3070130" y="450740"/>
                  </a:lnTo>
                  <a:lnTo>
                    <a:pt x="3071202" y="450346"/>
                  </a:lnTo>
                  <a:lnTo>
                    <a:pt x="3072273" y="449951"/>
                  </a:lnTo>
                  <a:lnTo>
                    <a:pt x="3073345" y="449556"/>
                  </a:lnTo>
                  <a:lnTo>
                    <a:pt x="3074416" y="449159"/>
                  </a:lnTo>
                  <a:lnTo>
                    <a:pt x="3075488" y="448762"/>
                  </a:lnTo>
                  <a:lnTo>
                    <a:pt x="3076560" y="448365"/>
                  </a:lnTo>
                  <a:lnTo>
                    <a:pt x="3077631" y="447966"/>
                  </a:lnTo>
                  <a:lnTo>
                    <a:pt x="3078703" y="447567"/>
                  </a:lnTo>
                  <a:lnTo>
                    <a:pt x="3079774" y="447168"/>
                  </a:lnTo>
                  <a:lnTo>
                    <a:pt x="3080846" y="446767"/>
                  </a:lnTo>
                  <a:lnTo>
                    <a:pt x="3081918" y="446366"/>
                  </a:lnTo>
                  <a:lnTo>
                    <a:pt x="3082989" y="445964"/>
                  </a:lnTo>
                  <a:lnTo>
                    <a:pt x="3084061" y="445561"/>
                  </a:lnTo>
                  <a:lnTo>
                    <a:pt x="3085132" y="445158"/>
                  </a:lnTo>
                  <a:lnTo>
                    <a:pt x="3086204" y="444754"/>
                  </a:lnTo>
                  <a:lnTo>
                    <a:pt x="3087276" y="444349"/>
                  </a:lnTo>
                  <a:lnTo>
                    <a:pt x="3088347" y="443944"/>
                  </a:lnTo>
                  <a:lnTo>
                    <a:pt x="3089419" y="443537"/>
                  </a:lnTo>
                  <a:lnTo>
                    <a:pt x="3090490" y="443130"/>
                  </a:lnTo>
                  <a:lnTo>
                    <a:pt x="3091562" y="442723"/>
                  </a:lnTo>
                  <a:lnTo>
                    <a:pt x="3092634" y="442314"/>
                  </a:lnTo>
                  <a:lnTo>
                    <a:pt x="3093705" y="441905"/>
                  </a:lnTo>
                  <a:lnTo>
                    <a:pt x="3094777" y="441496"/>
                  </a:lnTo>
                  <a:lnTo>
                    <a:pt x="3095848" y="441085"/>
                  </a:lnTo>
                  <a:lnTo>
                    <a:pt x="3096920" y="440674"/>
                  </a:lnTo>
                  <a:lnTo>
                    <a:pt x="3097992" y="440262"/>
                  </a:lnTo>
                  <a:lnTo>
                    <a:pt x="3099063" y="439849"/>
                  </a:lnTo>
                  <a:lnTo>
                    <a:pt x="3100135" y="439436"/>
                  </a:lnTo>
                  <a:lnTo>
                    <a:pt x="3101206" y="439022"/>
                  </a:lnTo>
                  <a:lnTo>
                    <a:pt x="3102278" y="438607"/>
                  </a:lnTo>
                  <a:lnTo>
                    <a:pt x="3103350" y="438192"/>
                  </a:lnTo>
                  <a:lnTo>
                    <a:pt x="3104421" y="437776"/>
                  </a:lnTo>
                  <a:lnTo>
                    <a:pt x="3105493" y="437359"/>
                  </a:lnTo>
                  <a:lnTo>
                    <a:pt x="3106564" y="436942"/>
                  </a:lnTo>
                  <a:lnTo>
                    <a:pt x="3107636" y="436523"/>
                  </a:lnTo>
                  <a:lnTo>
                    <a:pt x="3108708" y="436104"/>
                  </a:lnTo>
                  <a:lnTo>
                    <a:pt x="3109779" y="435685"/>
                  </a:lnTo>
                  <a:lnTo>
                    <a:pt x="3110851" y="435264"/>
                  </a:lnTo>
                  <a:lnTo>
                    <a:pt x="3111922" y="434843"/>
                  </a:lnTo>
                  <a:lnTo>
                    <a:pt x="3112994" y="434422"/>
                  </a:lnTo>
                  <a:lnTo>
                    <a:pt x="3114066" y="433999"/>
                  </a:lnTo>
                  <a:lnTo>
                    <a:pt x="3115137" y="433576"/>
                  </a:lnTo>
                  <a:lnTo>
                    <a:pt x="3116209" y="433152"/>
                  </a:lnTo>
                  <a:lnTo>
                    <a:pt x="3117280" y="432728"/>
                  </a:lnTo>
                  <a:lnTo>
                    <a:pt x="3118352" y="432302"/>
                  </a:lnTo>
                  <a:lnTo>
                    <a:pt x="3119424" y="431876"/>
                  </a:lnTo>
                  <a:lnTo>
                    <a:pt x="3120495" y="431450"/>
                  </a:lnTo>
                  <a:lnTo>
                    <a:pt x="3121567" y="431022"/>
                  </a:lnTo>
                  <a:lnTo>
                    <a:pt x="3122638" y="430594"/>
                  </a:lnTo>
                  <a:lnTo>
                    <a:pt x="3123710" y="430166"/>
                  </a:lnTo>
                  <a:lnTo>
                    <a:pt x="3124782" y="429736"/>
                  </a:lnTo>
                  <a:lnTo>
                    <a:pt x="3125853" y="429306"/>
                  </a:lnTo>
                  <a:lnTo>
                    <a:pt x="3126925" y="428875"/>
                  </a:lnTo>
                  <a:lnTo>
                    <a:pt x="3127996" y="428444"/>
                  </a:lnTo>
                  <a:lnTo>
                    <a:pt x="3129068" y="428012"/>
                  </a:lnTo>
                  <a:lnTo>
                    <a:pt x="3130140" y="427579"/>
                  </a:lnTo>
                  <a:lnTo>
                    <a:pt x="3131211" y="427145"/>
                  </a:lnTo>
                  <a:lnTo>
                    <a:pt x="3132283" y="426711"/>
                  </a:lnTo>
                  <a:lnTo>
                    <a:pt x="3133354" y="426276"/>
                  </a:lnTo>
                  <a:lnTo>
                    <a:pt x="3134426" y="425840"/>
                  </a:lnTo>
                  <a:lnTo>
                    <a:pt x="3135498" y="425404"/>
                  </a:lnTo>
                  <a:lnTo>
                    <a:pt x="3136569" y="424967"/>
                  </a:lnTo>
                  <a:lnTo>
                    <a:pt x="3137641" y="424529"/>
                  </a:lnTo>
                  <a:lnTo>
                    <a:pt x="3138712" y="424091"/>
                  </a:lnTo>
                  <a:lnTo>
                    <a:pt x="3139784" y="423652"/>
                  </a:lnTo>
                  <a:lnTo>
                    <a:pt x="3140856" y="423212"/>
                  </a:lnTo>
                  <a:lnTo>
                    <a:pt x="3141927" y="422771"/>
                  </a:lnTo>
                  <a:lnTo>
                    <a:pt x="3142999" y="422330"/>
                  </a:lnTo>
                  <a:lnTo>
                    <a:pt x="3144070" y="421888"/>
                  </a:lnTo>
                  <a:lnTo>
                    <a:pt x="3145142" y="421446"/>
                  </a:lnTo>
                  <a:lnTo>
                    <a:pt x="3146214" y="421003"/>
                  </a:lnTo>
                  <a:lnTo>
                    <a:pt x="3147285" y="420559"/>
                  </a:lnTo>
                  <a:lnTo>
                    <a:pt x="3148357" y="420114"/>
                  </a:lnTo>
                  <a:lnTo>
                    <a:pt x="3149428" y="419669"/>
                  </a:lnTo>
                  <a:lnTo>
                    <a:pt x="3150500" y="419223"/>
                  </a:lnTo>
                  <a:lnTo>
                    <a:pt x="3151572" y="418776"/>
                  </a:lnTo>
                  <a:lnTo>
                    <a:pt x="3152643" y="418329"/>
                  </a:lnTo>
                  <a:lnTo>
                    <a:pt x="3153715" y="417881"/>
                  </a:lnTo>
                  <a:lnTo>
                    <a:pt x="3154786" y="417432"/>
                  </a:lnTo>
                  <a:lnTo>
                    <a:pt x="3155858" y="416983"/>
                  </a:lnTo>
                  <a:lnTo>
                    <a:pt x="3156930" y="416533"/>
                  </a:lnTo>
                  <a:lnTo>
                    <a:pt x="3158001" y="416082"/>
                  </a:lnTo>
                  <a:lnTo>
                    <a:pt x="3159073" y="415631"/>
                  </a:lnTo>
                  <a:lnTo>
                    <a:pt x="3160144" y="415179"/>
                  </a:lnTo>
                  <a:lnTo>
                    <a:pt x="3161216" y="414726"/>
                  </a:lnTo>
                  <a:lnTo>
                    <a:pt x="3162288" y="414273"/>
                  </a:lnTo>
                  <a:lnTo>
                    <a:pt x="3163359" y="413819"/>
                  </a:lnTo>
                  <a:lnTo>
                    <a:pt x="3164431" y="413364"/>
                  </a:lnTo>
                  <a:lnTo>
                    <a:pt x="3165502" y="412909"/>
                  </a:lnTo>
                  <a:lnTo>
                    <a:pt x="3166574" y="412453"/>
                  </a:lnTo>
                  <a:lnTo>
                    <a:pt x="3167646" y="411996"/>
                  </a:lnTo>
                  <a:lnTo>
                    <a:pt x="3168717" y="411538"/>
                  </a:lnTo>
                  <a:lnTo>
                    <a:pt x="3169789" y="411080"/>
                  </a:lnTo>
                  <a:lnTo>
                    <a:pt x="3170860" y="410622"/>
                  </a:lnTo>
                  <a:lnTo>
                    <a:pt x="3171932" y="410162"/>
                  </a:lnTo>
                  <a:lnTo>
                    <a:pt x="3173004" y="409702"/>
                  </a:lnTo>
                  <a:lnTo>
                    <a:pt x="3174075" y="409241"/>
                  </a:lnTo>
                  <a:lnTo>
                    <a:pt x="3175147" y="408780"/>
                  </a:lnTo>
                  <a:lnTo>
                    <a:pt x="3176218" y="408318"/>
                  </a:lnTo>
                  <a:lnTo>
                    <a:pt x="3177290" y="407855"/>
                  </a:lnTo>
                  <a:lnTo>
                    <a:pt x="3178362" y="407391"/>
                  </a:lnTo>
                  <a:lnTo>
                    <a:pt x="3179433" y="406927"/>
                  </a:lnTo>
                  <a:lnTo>
                    <a:pt x="3180505" y="406462"/>
                  </a:lnTo>
                  <a:lnTo>
                    <a:pt x="3181576" y="405997"/>
                  </a:lnTo>
                  <a:lnTo>
                    <a:pt x="3182648" y="405531"/>
                  </a:lnTo>
                  <a:lnTo>
                    <a:pt x="3183720" y="405064"/>
                  </a:lnTo>
                  <a:lnTo>
                    <a:pt x="3184791" y="404597"/>
                  </a:lnTo>
                  <a:lnTo>
                    <a:pt x="3185863" y="404129"/>
                  </a:lnTo>
                  <a:lnTo>
                    <a:pt x="3186934" y="403660"/>
                  </a:lnTo>
                  <a:lnTo>
                    <a:pt x="3188006" y="403190"/>
                  </a:lnTo>
                  <a:lnTo>
                    <a:pt x="3189078" y="402720"/>
                  </a:lnTo>
                  <a:lnTo>
                    <a:pt x="3190149" y="402249"/>
                  </a:lnTo>
                  <a:lnTo>
                    <a:pt x="3191221" y="401778"/>
                  </a:lnTo>
                  <a:lnTo>
                    <a:pt x="3192292" y="401306"/>
                  </a:lnTo>
                  <a:lnTo>
                    <a:pt x="3193364" y="400833"/>
                  </a:lnTo>
                  <a:lnTo>
                    <a:pt x="3194436" y="400360"/>
                  </a:lnTo>
                  <a:lnTo>
                    <a:pt x="3195507" y="399886"/>
                  </a:lnTo>
                  <a:lnTo>
                    <a:pt x="3196579" y="399411"/>
                  </a:lnTo>
                  <a:lnTo>
                    <a:pt x="3197650" y="398936"/>
                  </a:lnTo>
                  <a:lnTo>
                    <a:pt x="3198722" y="398460"/>
                  </a:lnTo>
                  <a:lnTo>
                    <a:pt x="3199793" y="397983"/>
                  </a:lnTo>
                  <a:lnTo>
                    <a:pt x="3200865" y="397506"/>
                  </a:lnTo>
                  <a:lnTo>
                    <a:pt x="3201937" y="397028"/>
                  </a:lnTo>
                  <a:lnTo>
                    <a:pt x="3203008" y="396549"/>
                  </a:lnTo>
                  <a:lnTo>
                    <a:pt x="3204080" y="396070"/>
                  </a:lnTo>
                  <a:lnTo>
                    <a:pt x="3205151" y="395590"/>
                  </a:lnTo>
                  <a:lnTo>
                    <a:pt x="3206223" y="395109"/>
                  </a:lnTo>
                  <a:lnTo>
                    <a:pt x="3207295" y="394628"/>
                  </a:lnTo>
                  <a:lnTo>
                    <a:pt x="3208366" y="394146"/>
                  </a:lnTo>
                  <a:lnTo>
                    <a:pt x="3209438" y="393663"/>
                  </a:lnTo>
                  <a:lnTo>
                    <a:pt x="3210509" y="393180"/>
                  </a:lnTo>
                  <a:lnTo>
                    <a:pt x="3211581" y="392696"/>
                  </a:lnTo>
                  <a:lnTo>
                    <a:pt x="3212653" y="392212"/>
                  </a:lnTo>
                  <a:lnTo>
                    <a:pt x="3213724" y="391727"/>
                  </a:lnTo>
                  <a:lnTo>
                    <a:pt x="3214796" y="391241"/>
                  </a:lnTo>
                  <a:lnTo>
                    <a:pt x="3215867" y="390754"/>
                  </a:lnTo>
                  <a:lnTo>
                    <a:pt x="3216939" y="390267"/>
                  </a:lnTo>
                  <a:lnTo>
                    <a:pt x="3218011" y="389779"/>
                  </a:lnTo>
                  <a:lnTo>
                    <a:pt x="3219082" y="389291"/>
                  </a:lnTo>
                  <a:lnTo>
                    <a:pt x="3220154" y="388802"/>
                  </a:lnTo>
                  <a:lnTo>
                    <a:pt x="3221225" y="388312"/>
                  </a:lnTo>
                  <a:lnTo>
                    <a:pt x="3222297" y="387822"/>
                  </a:lnTo>
                  <a:lnTo>
                    <a:pt x="3223369" y="387331"/>
                  </a:lnTo>
                  <a:lnTo>
                    <a:pt x="3224440" y="386839"/>
                  </a:lnTo>
                  <a:lnTo>
                    <a:pt x="3225512" y="386347"/>
                  </a:lnTo>
                  <a:lnTo>
                    <a:pt x="3226583" y="385854"/>
                  </a:lnTo>
                  <a:lnTo>
                    <a:pt x="3227655" y="385361"/>
                  </a:lnTo>
                  <a:lnTo>
                    <a:pt x="3228727" y="384866"/>
                  </a:lnTo>
                  <a:lnTo>
                    <a:pt x="3229798" y="384372"/>
                  </a:lnTo>
                  <a:lnTo>
                    <a:pt x="3230870" y="383876"/>
                  </a:lnTo>
                  <a:lnTo>
                    <a:pt x="3231941" y="383380"/>
                  </a:lnTo>
                  <a:lnTo>
                    <a:pt x="3233013" y="382883"/>
                  </a:lnTo>
                  <a:lnTo>
                    <a:pt x="3234085" y="382386"/>
                  </a:lnTo>
                  <a:lnTo>
                    <a:pt x="3235156" y="381888"/>
                  </a:lnTo>
                  <a:lnTo>
                    <a:pt x="3236228" y="381389"/>
                  </a:lnTo>
                  <a:lnTo>
                    <a:pt x="3237299" y="380890"/>
                  </a:lnTo>
                  <a:lnTo>
                    <a:pt x="3238371" y="380390"/>
                  </a:lnTo>
                  <a:lnTo>
                    <a:pt x="3239443" y="379889"/>
                  </a:lnTo>
                  <a:lnTo>
                    <a:pt x="3240514" y="379388"/>
                  </a:lnTo>
                  <a:lnTo>
                    <a:pt x="3241586" y="378886"/>
                  </a:lnTo>
                  <a:lnTo>
                    <a:pt x="3242657" y="378384"/>
                  </a:lnTo>
                  <a:lnTo>
                    <a:pt x="3243729" y="377881"/>
                  </a:lnTo>
                  <a:lnTo>
                    <a:pt x="3244801" y="377377"/>
                  </a:lnTo>
                  <a:lnTo>
                    <a:pt x="3245872" y="376873"/>
                  </a:lnTo>
                  <a:lnTo>
                    <a:pt x="3246944" y="376368"/>
                  </a:lnTo>
                  <a:lnTo>
                    <a:pt x="3248015" y="375862"/>
                  </a:lnTo>
                  <a:lnTo>
                    <a:pt x="3249087" y="375356"/>
                  </a:lnTo>
                  <a:lnTo>
                    <a:pt x="3250159" y="374849"/>
                  </a:lnTo>
                  <a:lnTo>
                    <a:pt x="3251230" y="374341"/>
                  </a:lnTo>
                  <a:lnTo>
                    <a:pt x="3252302" y="373833"/>
                  </a:lnTo>
                  <a:lnTo>
                    <a:pt x="3253373" y="373324"/>
                  </a:lnTo>
                  <a:lnTo>
                    <a:pt x="3254445" y="372815"/>
                  </a:lnTo>
                  <a:lnTo>
                    <a:pt x="3255517" y="372305"/>
                  </a:lnTo>
                  <a:lnTo>
                    <a:pt x="3256588" y="371794"/>
                  </a:lnTo>
                  <a:lnTo>
                    <a:pt x="3257660" y="371283"/>
                  </a:lnTo>
                  <a:lnTo>
                    <a:pt x="3258731" y="370771"/>
                  </a:lnTo>
                  <a:lnTo>
                    <a:pt x="3259803" y="370258"/>
                  </a:lnTo>
                  <a:lnTo>
                    <a:pt x="3260875" y="369745"/>
                  </a:lnTo>
                  <a:lnTo>
                    <a:pt x="3261946" y="369231"/>
                  </a:lnTo>
                  <a:lnTo>
                    <a:pt x="3263018" y="368717"/>
                  </a:lnTo>
                  <a:lnTo>
                    <a:pt x="3264089" y="368202"/>
                  </a:lnTo>
                  <a:lnTo>
                    <a:pt x="3265161" y="367686"/>
                  </a:lnTo>
                  <a:lnTo>
                    <a:pt x="3266233" y="367170"/>
                  </a:lnTo>
                  <a:lnTo>
                    <a:pt x="3267304" y="366653"/>
                  </a:lnTo>
                  <a:lnTo>
                    <a:pt x="3268376" y="366135"/>
                  </a:lnTo>
                  <a:lnTo>
                    <a:pt x="3269447" y="365617"/>
                  </a:lnTo>
                  <a:lnTo>
                    <a:pt x="3270519" y="365098"/>
                  </a:lnTo>
                  <a:lnTo>
                    <a:pt x="3271591" y="364579"/>
                  </a:lnTo>
                  <a:lnTo>
                    <a:pt x="3272662" y="364059"/>
                  </a:lnTo>
                  <a:lnTo>
                    <a:pt x="3273734" y="363538"/>
                  </a:lnTo>
                  <a:lnTo>
                    <a:pt x="3274805" y="363017"/>
                  </a:lnTo>
                  <a:lnTo>
                    <a:pt x="3275877" y="362495"/>
                  </a:lnTo>
                  <a:lnTo>
                    <a:pt x="3276949" y="361973"/>
                  </a:lnTo>
                  <a:lnTo>
                    <a:pt x="3278020" y="361450"/>
                  </a:lnTo>
                  <a:lnTo>
                    <a:pt x="3279092" y="360926"/>
                  </a:lnTo>
                  <a:lnTo>
                    <a:pt x="3280163" y="360402"/>
                  </a:lnTo>
                  <a:lnTo>
                    <a:pt x="3281235" y="359877"/>
                  </a:lnTo>
                  <a:lnTo>
                    <a:pt x="3282307" y="359351"/>
                  </a:lnTo>
                  <a:lnTo>
                    <a:pt x="3283378" y="358825"/>
                  </a:lnTo>
                  <a:lnTo>
                    <a:pt x="3284450" y="358298"/>
                  </a:lnTo>
                  <a:lnTo>
                    <a:pt x="3285521" y="357771"/>
                  </a:lnTo>
                  <a:lnTo>
                    <a:pt x="3286593" y="357243"/>
                  </a:lnTo>
                  <a:lnTo>
                    <a:pt x="3287665" y="356714"/>
                  </a:lnTo>
                  <a:lnTo>
                    <a:pt x="3288736" y="356185"/>
                  </a:lnTo>
                  <a:lnTo>
                    <a:pt x="3289808" y="355655"/>
                  </a:lnTo>
                  <a:lnTo>
                    <a:pt x="3290879" y="355124"/>
                  </a:lnTo>
                  <a:lnTo>
                    <a:pt x="3291951" y="354593"/>
                  </a:lnTo>
                  <a:lnTo>
                    <a:pt x="3293023" y="354062"/>
                  </a:lnTo>
                  <a:lnTo>
                    <a:pt x="3294094" y="353529"/>
                  </a:lnTo>
                  <a:lnTo>
                    <a:pt x="3295166" y="352996"/>
                  </a:lnTo>
                  <a:lnTo>
                    <a:pt x="3296237" y="352463"/>
                  </a:lnTo>
                  <a:lnTo>
                    <a:pt x="3297309" y="351929"/>
                  </a:lnTo>
                  <a:lnTo>
                    <a:pt x="3298381" y="351394"/>
                  </a:lnTo>
                  <a:lnTo>
                    <a:pt x="3299452" y="350859"/>
                  </a:lnTo>
                  <a:lnTo>
                    <a:pt x="3300524" y="350323"/>
                  </a:lnTo>
                  <a:lnTo>
                    <a:pt x="3301595" y="349786"/>
                  </a:lnTo>
                  <a:lnTo>
                    <a:pt x="3302667" y="349249"/>
                  </a:lnTo>
                  <a:lnTo>
                    <a:pt x="3303739" y="348711"/>
                  </a:lnTo>
                  <a:lnTo>
                    <a:pt x="3304810" y="348173"/>
                  </a:lnTo>
                  <a:lnTo>
                    <a:pt x="3305882" y="347634"/>
                  </a:lnTo>
                  <a:lnTo>
                    <a:pt x="3306953" y="347094"/>
                  </a:lnTo>
                  <a:lnTo>
                    <a:pt x="3308025" y="346554"/>
                  </a:lnTo>
                  <a:lnTo>
                    <a:pt x="3309097" y="346014"/>
                  </a:lnTo>
                  <a:lnTo>
                    <a:pt x="3310168" y="345472"/>
                  </a:lnTo>
                  <a:lnTo>
                    <a:pt x="3311240" y="344930"/>
                  </a:lnTo>
                  <a:lnTo>
                    <a:pt x="3312311" y="344388"/>
                  </a:lnTo>
                  <a:lnTo>
                    <a:pt x="3313383" y="343844"/>
                  </a:lnTo>
                  <a:lnTo>
                    <a:pt x="3314455" y="343301"/>
                  </a:lnTo>
                  <a:lnTo>
                    <a:pt x="3315526" y="342756"/>
                  </a:lnTo>
                  <a:lnTo>
                    <a:pt x="3316598" y="342211"/>
                  </a:lnTo>
                  <a:lnTo>
                    <a:pt x="3317669" y="341666"/>
                  </a:lnTo>
                  <a:lnTo>
                    <a:pt x="3318741" y="341120"/>
                  </a:lnTo>
                  <a:lnTo>
                    <a:pt x="3319813" y="340573"/>
                  </a:lnTo>
                  <a:lnTo>
                    <a:pt x="3320884" y="340025"/>
                  </a:lnTo>
                  <a:lnTo>
                    <a:pt x="3321956" y="339478"/>
                  </a:lnTo>
                  <a:lnTo>
                    <a:pt x="3323027" y="338929"/>
                  </a:lnTo>
                  <a:lnTo>
                    <a:pt x="3324099" y="338380"/>
                  </a:lnTo>
                  <a:lnTo>
                    <a:pt x="3325171" y="337830"/>
                  </a:lnTo>
                  <a:lnTo>
                    <a:pt x="3326242" y="337280"/>
                  </a:lnTo>
                  <a:lnTo>
                    <a:pt x="3327314" y="336729"/>
                  </a:lnTo>
                  <a:lnTo>
                    <a:pt x="3328385" y="336177"/>
                  </a:lnTo>
                  <a:lnTo>
                    <a:pt x="3329457" y="335625"/>
                  </a:lnTo>
                  <a:lnTo>
                    <a:pt x="3330529" y="335073"/>
                  </a:lnTo>
                  <a:lnTo>
                    <a:pt x="3331600" y="334519"/>
                  </a:lnTo>
                  <a:lnTo>
                    <a:pt x="3332672" y="333965"/>
                  </a:lnTo>
                  <a:lnTo>
                    <a:pt x="3333743" y="333411"/>
                  </a:lnTo>
                  <a:lnTo>
                    <a:pt x="3334815" y="332856"/>
                  </a:lnTo>
                  <a:lnTo>
                    <a:pt x="3335887" y="332300"/>
                  </a:lnTo>
                  <a:lnTo>
                    <a:pt x="3336958" y="331744"/>
                  </a:lnTo>
                  <a:lnTo>
                    <a:pt x="3338030" y="331187"/>
                  </a:lnTo>
                  <a:lnTo>
                    <a:pt x="3339101" y="330630"/>
                  </a:lnTo>
                  <a:lnTo>
                    <a:pt x="3340173" y="330072"/>
                  </a:lnTo>
                  <a:lnTo>
                    <a:pt x="3341245" y="329513"/>
                  </a:lnTo>
                  <a:lnTo>
                    <a:pt x="3342316" y="328954"/>
                  </a:lnTo>
                  <a:lnTo>
                    <a:pt x="3343388" y="328394"/>
                  </a:lnTo>
                  <a:lnTo>
                    <a:pt x="3344459" y="327834"/>
                  </a:lnTo>
                  <a:lnTo>
                    <a:pt x="3345531" y="327273"/>
                  </a:lnTo>
                  <a:lnTo>
                    <a:pt x="3346603" y="326711"/>
                  </a:lnTo>
                  <a:lnTo>
                    <a:pt x="3347674" y="326149"/>
                  </a:lnTo>
                  <a:lnTo>
                    <a:pt x="3348746" y="325587"/>
                  </a:lnTo>
                  <a:lnTo>
                    <a:pt x="3349817" y="325023"/>
                  </a:lnTo>
                  <a:lnTo>
                    <a:pt x="3350889" y="324459"/>
                  </a:lnTo>
                  <a:lnTo>
                    <a:pt x="3351961" y="323895"/>
                  </a:lnTo>
                  <a:lnTo>
                    <a:pt x="3353032" y="323330"/>
                  </a:lnTo>
                  <a:lnTo>
                    <a:pt x="3354104" y="322764"/>
                  </a:lnTo>
                  <a:lnTo>
                    <a:pt x="3355175" y="322198"/>
                  </a:lnTo>
                  <a:lnTo>
                    <a:pt x="3356247" y="321631"/>
                  </a:lnTo>
                  <a:lnTo>
                    <a:pt x="3357319" y="321064"/>
                  </a:lnTo>
                  <a:lnTo>
                    <a:pt x="3358390" y="320496"/>
                  </a:lnTo>
                  <a:lnTo>
                    <a:pt x="3359462" y="319928"/>
                  </a:lnTo>
                  <a:lnTo>
                    <a:pt x="3360533" y="319359"/>
                  </a:lnTo>
                  <a:lnTo>
                    <a:pt x="3361605" y="318789"/>
                  </a:lnTo>
                  <a:lnTo>
                    <a:pt x="3362677" y="318219"/>
                  </a:lnTo>
                  <a:lnTo>
                    <a:pt x="3363748" y="317648"/>
                  </a:lnTo>
                  <a:lnTo>
                    <a:pt x="3364820" y="317077"/>
                  </a:lnTo>
                  <a:lnTo>
                    <a:pt x="3365891" y="316505"/>
                  </a:lnTo>
                  <a:lnTo>
                    <a:pt x="3366963" y="315932"/>
                  </a:lnTo>
                  <a:lnTo>
                    <a:pt x="3368035" y="315359"/>
                  </a:lnTo>
                  <a:lnTo>
                    <a:pt x="3369106" y="314785"/>
                  </a:lnTo>
                  <a:lnTo>
                    <a:pt x="3370178" y="314211"/>
                  </a:lnTo>
                  <a:lnTo>
                    <a:pt x="3371249" y="313636"/>
                  </a:lnTo>
                  <a:lnTo>
                    <a:pt x="3372321" y="313061"/>
                  </a:lnTo>
                  <a:lnTo>
                    <a:pt x="3373392" y="312485"/>
                  </a:lnTo>
                  <a:lnTo>
                    <a:pt x="3374464" y="311908"/>
                  </a:lnTo>
                  <a:lnTo>
                    <a:pt x="3375536" y="311331"/>
                  </a:lnTo>
                  <a:lnTo>
                    <a:pt x="3376607" y="310753"/>
                  </a:lnTo>
                  <a:lnTo>
                    <a:pt x="3377679" y="310175"/>
                  </a:lnTo>
                  <a:lnTo>
                    <a:pt x="3378750" y="309596"/>
                  </a:lnTo>
                  <a:lnTo>
                    <a:pt x="3379822" y="309017"/>
                  </a:lnTo>
                  <a:lnTo>
                    <a:pt x="3380894" y="308437"/>
                  </a:lnTo>
                  <a:lnTo>
                    <a:pt x="3381965" y="307856"/>
                  </a:lnTo>
                  <a:lnTo>
                    <a:pt x="3383037" y="307275"/>
                  </a:lnTo>
                  <a:lnTo>
                    <a:pt x="3384108" y="306694"/>
                  </a:lnTo>
                  <a:lnTo>
                    <a:pt x="3385180" y="306111"/>
                  </a:lnTo>
                  <a:lnTo>
                    <a:pt x="3386252" y="305529"/>
                  </a:lnTo>
                  <a:lnTo>
                    <a:pt x="3387323" y="304945"/>
                  </a:lnTo>
                  <a:lnTo>
                    <a:pt x="3388395" y="304361"/>
                  </a:lnTo>
                  <a:lnTo>
                    <a:pt x="3389466" y="303777"/>
                  </a:lnTo>
                  <a:lnTo>
                    <a:pt x="3390538" y="303192"/>
                  </a:lnTo>
                  <a:lnTo>
                    <a:pt x="3391610" y="302606"/>
                  </a:lnTo>
                  <a:lnTo>
                    <a:pt x="3392681" y="302020"/>
                  </a:lnTo>
                  <a:lnTo>
                    <a:pt x="3393753" y="301433"/>
                  </a:lnTo>
                  <a:lnTo>
                    <a:pt x="3394824" y="300846"/>
                  </a:lnTo>
                  <a:lnTo>
                    <a:pt x="3395896" y="300258"/>
                  </a:lnTo>
                  <a:lnTo>
                    <a:pt x="3396968" y="299669"/>
                  </a:lnTo>
                  <a:lnTo>
                    <a:pt x="3398039" y="299080"/>
                  </a:lnTo>
                  <a:lnTo>
                    <a:pt x="3399111" y="298491"/>
                  </a:lnTo>
                  <a:lnTo>
                    <a:pt x="3400182" y="297901"/>
                  </a:lnTo>
                  <a:lnTo>
                    <a:pt x="3401254" y="297310"/>
                  </a:lnTo>
                  <a:lnTo>
                    <a:pt x="3402326" y="296719"/>
                  </a:lnTo>
                  <a:lnTo>
                    <a:pt x="3403397" y="296127"/>
                  </a:lnTo>
                  <a:lnTo>
                    <a:pt x="3404469" y="295534"/>
                  </a:lnTo>
                  <a:lnTo>
                    <a:pt x="3405540" y="294942"/>
                  </a:lnTo>
                  <a:lnTo>
                    <a:pt x="3406612" y="294348"/>
                  </a:lnTo>
                  <a:lnTo>
                    <a:pt x="3407684" y="293754"/>
                  </a:lnTo>
                  <a:lnTo>
                    <a:pt x="3408755" y="293159"/>
                  </a:lnTo>
                  <a:lnTo>
                    <a:pt x="3409827" y="292564"/>
                  </a:lnTo>
                  <a:lnTo>
                    <a:pt x="3410898" y="291968"/>
                  </a:lnTo>
                  <a:lnTo>
                    <a:pt x="3411970" y="291372"/>
                  </a:lnTo>
                  <a:lnTo>
                    <a:pt x="3413042" y="290775"/>
                  </a:lnTo>
                  <a:lnTo>
                    <a:pt x="3414113" y="290178"/>
                  </a:lnTo>
                  <a:lnTo>
                    <a:pt x="3415185" y="289580"/>
                  </a:lnTo>
                  <a:lnTo>
                    <a:pt x="3416256" y="288981"/>
                  </a:lnTo>
                  <a:lnTo>
                    <a:pt x="3417328" y="288382"/>
                  </a:lnTo>
                  <a:lnTo>
                    <a:pt x="3418400" y="287783"/>
                  </a:lnTo>
                  <a:lnTo>
                    <a:pt x="3419471" y="287183"/>
                  </a:lnTo>
                  <a:lnTo>
                    <a:pt x="3420543" y="286582"/>
                  </a:lnTo>
                  <a:lnTo>
                    <a:pt x="3421614" y="285981"/>
                  </a:lnTo>
                  <a:lnTo>
                    <a:pt x="3422686" y="285379"/>
                  </a:lnTo>
                  <a:lnTo>
                    <a:pt x="3423758" y="284776"/>
                  </a:lnTo>
                  <a:lnTo>
                    <a:pt x="3424829" y="284173"/>
                  </a:lnTo>
                  <a:lnTo>
                    <a:pt x="3425901" y="283570"/>
                  </a:lnTo>
                  <a:lnTo>
                    <a:pt x="3426972" y="282966"/>
                  </a:lnTo>
                  <a:lnTo>
                    <a:pt x="3428044" y="282361"/>
                  </a:lnTo>
                  <a:lnTo>
                    <a:pt x="3429116" y="281756"/>
                  </a:lnTo>
                  <a:lnTo>
                    <a:pt x="3430187" y="281150"/>
                  </a:lnTo>
                  <a:lnTo>
                    <a:pt x="3431259" y="280544"/>
                  </a:lnTo>
                  <a:lnTo>
                    <a:pt x="3432330" y="279937"/>
                  </a:lnTo>
                  <a:lnTo>
                    <a:pt x="3433402" y="279330"/>
                  </a:lnTo>
                  <a:lnTo>
                    <a:pt x="3434474" y="278722"/>
                  </a:lnTo>
                  <a:lnTo>
                    <a:pt x="3435545" y="278114"/>
                  </a:lnTo>
                  <a:lnTo>
                    <a:pt x="3436617" y="277505"/>
                  </a:lnTo>
                  <a:lnTo>
                    <a:pt x="3437688" y="276895"/>
                  </a:lnTo>
                  <a:lnTo>
                    <a:pt x="3438760" y="276285"/>
                  </a:lnTo>
                  <a:lnTo>
                    <a:pt x="3439832" y="275675"/>
                  </a:lnTo>
                  <a:lnTo>
                    <a:pt x="3440903" y="275063"/>
                  </a:lnTo>
                  <a:lnTo>
                    <a:pt x="3441975" y="274452"/>
                  </a:lnTo>
                  <a:lnTo>
                    <a:pt x="3443046" y="273839"/>
                  </a:lnTo>
                  <a:lnTo>
                    <a:pt x="3444118" y="273227"/>
                  </a:lnTo>
                  <a:lnTo>
                    <a:pt x="3445190" y="272613"/>
                  </a:lnTo>
                  <a:lnTo>
                    <a:pt x="3446261" y="271999"/>
                  </a:lnTo>
                  <a:lnTo>
                    <a:pt x="3447333" y="271385"/>
                  </a:lnTo>
                  <a:lnTo>
                    <a:pt x="3448404" y="270770"/>
                  </a:lnTo>
                  <a:lnTo>
                    <a:pt x="3449476" y="270155"/>
                  </a:lnTo>
                  <a:lnTo>
                    <a:pt x="3450548" y="269539"/>
                  </a:lnTo>
                  <a:lnTo>
                    <a:pt x="3451619" y="268922"/>
                  </a:lnTo>
                  <a:lnTo>
                    <a:pt x="3452691" y="268305"/>
                  </a:lnTo>
                  <a:lnTo>
                    <a:pt x="3453762" y="267687"/>
                  </a:lnTo>
                  <a:lnTo>
                    <a:pt x="3454834" y="267069"/>
                  </a:lnTo>
                  <a:lnTo>
                    <a:pt x="3455906" y="266450"/>
                  </a:lnTo>
                  <a:lnTo>
                    <a:pt x="3456977" y="265831"/>
                  </a:lnTo>
                  <a:lnTo>
                    <a:pt x="3458049" y="265211"/>
                  </a:lnTo>
                  <a:lnTo>
                    <a:pt x="3459120" y="264591"/>
                  </a:lnTo>
                  <a:lnTo>
                    <a:pt x="3460192" y="263970"/>
                  </a:lnTo>
                  <a:lnTo>
                    <a:pt x="3461264" y="263348"/>
                  </a:lnTo>
                  <a:lnTo>
                    <a:pt x="3462335" y="262726"/>
                  </a:lnTo>
                  <a:lnTo>
                    <a:pt x="3463407" y="262104"/>
                  </a:lnTo>
                  <a:lnTo>
                    <a:pt x="3464478" y="261481"/>
                  </a:lnTo>
                  <a:lnTo>
                    <a:pt x="3465550" y="260857"/>
                  </a:lnTo>
                  <a:lnTo>
                    <a:pt x="3466622" y="260233"/>
                  </a:lnTo>
                  <a:lnTo>
                    <a:pt x="3467693" y="259608"/>
                  </a:lnTo>
                  <a:lnTo>
                    <a:pt x="3468765" y="258983"/>
                  </a:lnTo>
                  <a:lnTo>
                    <a:pt x="3469836" y="258358"/>
                  </a:lnTo>
                  <a:lnTo>
                    <a:pt x="3470908" y="257731"/>
                  </a:lnTo>
                  <a:lnTo>
                    <a:pt x="3471980" y="257104"/>
                  </a:lnTo>
                  <a:lnTo>
                    <a:pt x="3473051" y="256477"/>
                  </a:lnTo>
                  <a:lnTo>
                    <a:pt x="3474123" y="255849"/>
                  </a:lnTo>
                  <a:lnTo>
                    <a:pt x="3475194" y="255221"/>
                  </a:lnTo>
                  <a:lnTo>
                    <a:pt x="3476266" y="254592"/>
                  </a:lnTo>
                  <a:lnTo>
                    <a:pt x="3477338" y="253962"/>
                  </a:lnTo>
                  <a:lnTo>
                    <a:pt x="3478409" y="253333"/>
                  </a:lnTo>
                  <a:lnTo>
                    <a:pt x="3479481" y="252702"/>
                  </a:lnTo>
                  <a:lnTo>
                    <a:pt x="3480552" y="252071"/>
                  </a:lnTo>
                  <a:lnTo>
                    <a:pt x="3481624" y="251439"/>
                  </a:lnTo>
                  <a:lnTo>
                    <a:pt x="3482696" y="250807"/>
                  </a:lnTo>
                  <a:lnTo>
                    <a:pt x="3483767" y="250175"/>
                  </a:lnTo>
                  <a:lnTo>
                    <a:pt x="3484839" y="249541"/>
                  </a:lnTo>
                  <a:lnTo>
                    <a:pt x="3485910" y="248908"/>
                  </a:lnTo>
                  <a:lnTo>
                    <a:pt x="3486982" y="248273"/>
                  </a:lnTo>
                  <a:lnTo>
                    <a:pt x="3488054" y="247639"/>
                  </a:lnTo>
                  <a:lnTo>
                    <a:pt x="3489125" y="247003"/>
                  </a:lnTo>
                  <a:lnTo>
                    <a:pt x="3490197" y="246368"/>
                  </a:lnTo>
                  <a:lnTo>
                    <a:pt x="3491268" y="245731"/>
                  </a:lnTo>
                  <a:lnTo>
                    <a:pt x="3492340" y="245094"/>
                  </a:lnTo>
                  <a:lnTo>
                    <a:pt x="3493412" y="244457"/>
                  </a:lnTo>
                  <a:lnTo>
                    <a:pt x="3494483" y="243819"/>
                  </a:lnTo>
                  <a:lnTo>
                    <a:pt x="3495555" y="243181"/>
                  </a:lnTo>
                  <a:lnTo>
                    <a:pt x="3496626" y="242542"/>
                  </a:lnTo>
                  <a:lnTo>
                    <a:pt x="3497698" y="241902"/>
                  </a:lnTo>
                  <a:lnTo>
                    <a:pt x="3498770" y="241262"/>
                  </a:lnTo>
                  <a:lnTo>
                    <a:pt x="3499841" y="240622"/>
                  </a:lnTo>
                  <a:lnTo>
                    <a:pt x="3500913" y="239981"/>
                  </a:lnTo>
                  <a:lnTo>
                    <a:pt x="3501984" y="239339"/>
                  </a:lnTo>
                  <a:lnTo>
                    <a:pt x="3503056" y="238697"/>
                  </a:lnTo>
                  <a:lnTo>
                    <a:pt x="3504128" y="238054"/>
                  </a:lnTo>
                  <a:lnTo>
                    <a:pt x="3505199" y="237411"/>
                  </a:lnTo>
                  <a:lnTo>
                    <a:pt x="3506271" y="236767"/>
                  </a:lnTo>
                  <a:lnTo>
                    <a:pt x="3507342" y="236123"/>
                  </a:lnTo>
                  <a:lnTo>
                    <a:pt x="3508414" y="235479"/>
                  </a:lnTo>
                  <a:lnTo>
                    <a:pt x="3509486" y="234833"/>
                  </a:lnTo>
                  <a:lnTo>
                    <a:pt x="3510557" y="234188"/>
                  </a:lnTo>
                  <a:lnTo>
                    <a:pt x="3511629" y="233541"/>
                  </a:lnTo>
                  <a:lnTo>
                    <a:pt x="3512700" y="232894"/>
                  </a:lnTo>
                  <a:lnTo>
                    <a:pt x="3513772" y="232247"/>
                  </a:lnTo>
                  <a:lnTo>
                    <a:pt x="3514844" y="231599"/>
                  </a:lnTo>
                  <a:lnTo>
                    <a:pt x="3515915" y="230951"/>
                  </a:lnTo>
                  <a:lnTo>
                    <a:pt x="3516987" y="230302"/>
                  </a:lnTo>
                  <a:lnTo>
                    <a:pt x="3518058" y="229653"/>
                  </a:lnTo>
                  <a:lnTo>
                    <a:pt x="3519130" y="229003"/>
                  </a:lnTo>
                  <a:lnTo>
                    <a:pt x="3520202" y="228352"/>
                  </a:lnTo>
                  <a:lnTo>
                    <a:pt x="3521273" y="227701"/>
                  </a:lnTo>
                  <a:lnTo>
                    <a:pt x="3522345" y="227050"/>
                  </a:lnTo>
                  <a:lnTo>
                    <a:pt x="3523416" y="226398"/>
                  </a:lnTo>
                  <a:lnTo>
                    <a:pt x="3524488" y="225745"/>
                  </a:lnTo>
                  <a:lnTo>
                    <a:pt x="3525560" y="225092"/>
                  </a:lnTo>
                  <a:lnTo>
                    <a:pt x="3526631" y="224439"/>
                  </a:lnTo>
                  <a:lnTo>
                    <a:pt x="3527703" y="223785"/>
                  </a:lnTo>
                  <a:lnTo>
                    <a:pt x="3528774" y="223130"/>
                  </a:lnTo>
                  <a:lnTo>
                    <a:pt x="3529846" y="222475"/>
                  </a:lnTo>
                  <a:lnTo>
                    <a:pt x="3530918" y="221820"/>
                  </a:lnTo>
                  <a:lnTo>
                    <a:pt x="3531989" y="221164"/>
                  </a:lnTo>
                  <a:lnTo>
                    <a:pt x="3533061" y="220507"/>
                  </a:lnTo>
                  <a:lnTo>
                    <a:pt x="3534132" y="219850"/>
                  </a:lnTo>
                  <a:lnTo>
                    <a:pt x="3535204" y="219192"/>
                  </a:lnTo>
                  <a:lnTo>
                    <a:pt x="3536276" y="218534"/>
                  </a:lnTo>
                  <a:lnTo>
                    <a:pt x="3537347" y="217875"/>
                  </a:lnTo>
                  <a:lnTo>
                    <a:pt x="3538419" y="217216"/>
                  </a:lnTo>
                  <a:lnTo>
                    <a:pt x="3539490" y="216557"/>
                  </a:lnTo>
                  <a:lnTo>
                    <a:pt x="3540562" y="215896"/>
                  </a:lnTo>
                  <a:lnTo>
                    <a:pt x="3541634" y="215236"/>
                  </a:lnTo>
                  <a:lnTo>
                    <a:pt x="3542705" y="214574"/>
                  </a:lnTo>
                  <a:lnTo>
                    <a:pt x="3543777" y="213913"/>
                  </a:lnTo>
                  <a:lnTo>
                    <a:pt x="3544848" y="213250"/>
                  </a:lnTo>
                  <a:lnTo>
                    <a:pt x="3545920" y="212588"/>
                  </a:lnTo>
                  <a:lnTo>
                    <a:pt x="3546992" y="211924"/>
                  </a:lnTo>
                  <a:lnTo>
                    <a:pt x="3548063" y="211261"/>
                  </a:lnTo>
                  <a:lnTo>
                    <a:pt x="3549135" y="210596"/>
                  </a:lnTo>
                  <a:lnTo>
                    <a:pt x="3550206" y="209932"/>
                  </a:lnTo>
                  <a:lnTo>
                    <a:pt x="3551278" y="209266"/>
                  </a:lnTo>
                  <a:lnTo>
                    <a:pt x="3552349" y="208601"/>
                  </a:lnTo>
                  <a:lnTo>
                    <a:pt x="3553421" y="207934"/>
                  </a:lnTo>
                  <a:lnTo>
                    <a:pt x="3554493" y="207268"/>
                  </a:lnTo>
                  <a:lnTo>
                    <a:pt x="3555564" y="206600"/>
                  </a:lnTo>
                  <a:lnTo>
                    <a:pt x="3556636" y="205932"/>
                  </a:lnTo>
                  <a:lnTo>
                    <a:pt x="3557707" y="205264"/>
                  </a:lnTo>
                  <a:lnTo>
                    <a:pt x="3558779" y="204595"/>
                  </a:lnTo>
                  <a:lnTo>
                    <a:pt x="3559851" y="203926"/>
                  </a:lnTo>
                  <a:lnTo>
                    <a:pt x="3560922" y="203256"/>
                  </a:lnTo>
                  <a:lnTo>
                    <a:pt x="3561994" y="202586"/>
                  </a:lnTo>
                  <a:lnTo>
                    <a:pt x="3563065" y="201915"/>
                  </a:lnTo>
                  <a:lnTo>
                    <a:pt x="3564137" y="201244"/>
                  </a:lnTo>
                  <a:lnTo>
                    <a:pt x="3565209" y="200572"/>
                  </a:lnTo>
                  <a:lnTo>
                    <a:pt x="3566280" y="199899"/>
                  </a:lnTo>
                  <a:lnTo>
                    <a:pt x="3567352" y="199226"/>
                  </a:lnTo>
                  <a:lnTo>
                    <a:pt x="3568423" y="198553"/>
                  </a:lnTo>
                  <a:lnTo>
                    <a:pt x="3569495" y="197879"/>
                  </a:lnTo>
                  <a:lnTo>
                    <a:pt x="3570567" y="197205"/>
                  </a:lnTo>
                  <a:lnTo>
                    <a:pt x="3571638" y="196530"/>
                  </a:lnTo>
                  <a:lnTo>
                    <a:pt x="3572710" y="195855"/>
                  </a:lnTo>
                  <a:lnTo>
                    <a:pt x="3573781" y="195179"/>
                  </a:lnTo>
                  <a:lnTo>
                    <a:pt x="3574853" y="194502"/>
                  </a:lnTo>
                  <a:lnTo>
                    <a:pt x="3575925" y="193825"/>
                  </a:lnTo>
                  <a:lnTo>
                    <a:pt x="3576996" y="193148"/>
                  </a:lnTo>
                  <a:lnTo>
                    <a:pt x="3578068" y="192470"/>
                  </a:lnTo>
                  <a:lnTo>
                    <a:pt x="3579139" y="191792"/>
                  </a:lnTo>
                  <a:lnTo>
                    <a:pt x="3580211" y="191113"/>
                  </a:lnTo>
                  <a:lnTo>
                    <a:pt x="3581283" y="190434"/>
                  </a:lnTo>
                  <a:lnTo>
                    <a:pt x="3582354" y="189754"/>
                  </a:lnTo>
                  <a:lnTo>
                    <a:pt x="3583426" y="189073"/>
                  </a:lnTo>
                  <a:lnTo>
                    <a:pt x="3584497" y="188393"/>
                  </a:lnTo>
                  <a:lnTo>
                    <a:pt x="3585569" y="187711"/>
                  </a:lnTo>
                  <a:lnTo>
                    <a:pt x="3586641" y="187029"/>
                  </a:lnTo>
                  <a:lnTo>
                    <a:pt x="3587712" y="186347"/>
                  </a:lnTo>
                  <a:lnTo>
                    <a:pt x="3588784" y="185664"/>
                  </a:lnTo>
                  <a:lnTo>
                    <a:pt x="3589855" y="184981"/>
                  </a:lnTo>
                  <a:lnTo>
                    <a:pt x="3590927" y="184297"/>
                  </a:lnTo>
                  <a:lnTo>
                    <a:pt x="3591999" y="183613"/>
                  </a:lnTo>
                  <a:lnTo>
                    <a:pt x="3593070" y="182928"/>
                  </a:lnTo>
                  <a:lnTo>
                    <a:pt x="3594142" y="182242"/>
                  </a:lnTo>
                  <a:lnTo>
                    <a:pt x="3595213" y="181557"/>
                  </a:lnTo>
                  <a:lnTo>
                    <a:pt x="3596285" y="180870"/>
                  </a:lnTo>
                  <a:lnTo>
                    <a:pt x="3597357" y="180183"/>
                  </a:lnTo>
                  <a:lnTo>
                    <a:pt x="3598428" y="179496"/>
                  </a:lnTo>
                  <a:lnTo>
                    <a:pt x="3599500" y="178808"/>
                  </a:lnTo>
                  <a:lnTo>
                    <a:pt x="3600571" y="178120"/>
                  </a:lnTo>
                  <a:lnTo>
                    <a:pt x="3601643" y="177431"/>
                  </a:lnTo>
                  <a:lnTo>
                    <a:pt x="3602715" y="176742"/>
                  </a:lnTo>
                  <a:lnTo>
                    <a:pt x="3603786" y="176052"/>
                  </a:lnTo>
                  <a:lnTo>
                    <a:pt x="3604858" y="175362"/>
                  </a:lnTo>
                  <a:lnTo>
                    <a:pt x="3605929" y="174671"/>
                  </a:lnTo>
                  <a:lnTo>
                    <a:pt x="3607001" y="173980"/>
                  </a:lnTo>
                  <a:lnTo>
                    <a:pt x="3608073" y="173288"/>
                  </a:lnTo>
                  <a:lnTo>
                    <a:pt x="3609144" y="172596"/>
                  </a:lnTo>
                  <a:lnTo>
                    <a:pt x="3610216" y="171903"/>
                  </a:lnTo>
                  <a:lnTo>
                    <a:pt x="3611287" y="171210"/>
                  </a:lnTo>
                  <a:lnTo>
                    <a:pt x="3612359" y="170516"/>
                  </a:lnTo>
                  <a:lnTo>
                    <a:pt x="3613431" y="169822"/>
                  </a:lnTo>
                  <a:lnTo>
                    <a:pt x="3614502" y="169127"/>
                  </a:lnTo>
                  <a:lnTo>
                    <a:pt x="3615574" y="168432"/>
                  </a:lnTo>
                  <a:lnTo>
                    <a:pt x="3616645" y="167736"/>
                  </a:lnTo>
                  <a:lnTo>
                    <a:pt x="3617717" y="167040"/>
                  </a:lnTo>
                  <a:lnTo>
                    <a:pt x="3618789" y="166344"/>
                  </a:lnTo>
                  <a:lnTo>
                    <a:pt x="3619860" y="165646"/>
                  </a:lnTo>
                  <a:lnTo>
                    <a:pt x="3620932" y="164949"/>
                  </a:lnTo>
                  <a:lnTo>
                    <a:pt x="3622003" y="164251"/>
                  </a:lnTo>
                  <a:lnTo>
                    <a:pt x="3623075" y="163552"/>
                  </a:lnTo>
                  <a:lnTo>
                    <a:pt x="3624147" y="162853"/>
                  </a:lnTo>
                  <a:lnTo>
                    <a:pt x="3625218" y="162153"/>
                  </a:lnTo>
                  <a:lnTo>
                    <a:pt x="3626290" y="161453"/>
                  </a:lnTo>
                  <a:lnTo>
                    <a:pt x="3627361" y="160753"/>
                  </a:lnTo>
                  <a:lnTo>
                    <a:pt x="3628433" y="160052"/>
                  </a:lnTo>
                  <a:lnTo>
                    <a:pt x="3629505" y="159350"/>
                  </a:lnTo>
                  <a:lnTo>
                    <a:pt x="3630576" y="158648"/>
                  </a:lnTo>
                  <a:lnTo>
                    <a:pt x="3631648" y="157946"/>
                  </a:lnTo>
                  <a:lnTo>
                    <a:pt x="3632719" y="157243"/>
                  </a:lnTo>
                  <a:lnTo>
                    <a:pt x="3633791" y="156539"/>
                  </a:lnTo>
                  <a:lnTo>
                    <a:pt x="3634863" y="155835"/>
                  </a:lnTo>
                  <a:lnTo>
                    <a:pt x="3635934" y="155131"/>
                  </a:lnTo>
                  <a:lnTo>
                    <a:pt x="3637006" y="154426"/>
                  </a:lnTo>
                  <a:lnTo>
                    <a:pt x="3638077" y="153720"/>
                  </a:lnTo>
                  <a:lnTo>
                    <a:pt x="3639149" y="153014"/>
                  </a:lnTo>
                  <a:lnTo>
                    <a:pt x="3640221" y="152308"/>
                  </a:lnTo>
                  <a:lnTo>
                    <a:pt x="3641292" y="151601"/>
                  </a:lnTo>
                  <a:lnTo>
                    <a:pt x="3642364" y="150894"/>
                  </a:lnTo>
                  <a:lnTo>
                    <a:pt x="3643435" y="150186"/>
                  </a:lnTo>
                  <a:lnTo>
                    <a:pt x="3644507" y="149478"/>
                  </a:lnTo>
                  <a:lnTo>
                    <a:pt x="3645579" y="148769"/>
                  </a:lnTo>
                  <a:lnTo>
                    <a:pt x="3646650" y="148060"/>
                  </a:lnTo>
                  <a:lnTo>
                    <a:pt x="3647722" y="147350"/>
                  </a:lnTo>
                  <a:lnTo>
                    <a:pt x="3648793" y="146640"/>
                  </a:lnTo>
                  <a:lnTo>
                    <a:pt x="3649865" y="145929"/>
                  </a:lnTo>
                  <a:lnTo>
                    <a:pt x="3650937" y="145218"/>
                  </a:lnTo>
                  <a:lnTo>
                    <a:pt x="3652008" y="144506"/>
                  </a:lnTo>
                  <a:lnTo>
                    <a:pt x="3653080" y="143794"/>
                  </a:lnTo>
                  <a:lnTo>
                    <a:pt x="3654151" y="143081"/>
                  </a:lnTo>
                  <a:lnTo>
                    <a:pt x="3655223" y="142368"/>
                  </a:lnTo>
                  <a:lnTo>
                    <a:pt x="3656295" y="141654"/>
                  </a:lnTo>
                  <a:lnTo>
                    <a:pt x="3657366" y="140940"/>
                  </a:lnTo>
                  <a:lnTo>
                    <a:pt x="3658438" y="140226"/>
                  </a:lnTo>
                  <a:lnTo>
                    <a:pt x="3659509" y="139511"/>
                  </a:lnTo>
                  <a:lnTo>
                    <a:pt x="3660581" y="138795"/>
                  </a:lnTo>
                  <a:lnTo>
                    <a:pt x="3661653" y="138079"/>
                  </a:lnTo>
                  <a:lnTo>
                    <a:pt x="3662724" y="137363"/>
                  </a:lnTo>
                  <a:lnTo>
                    <a:pt x="3663796" y="136646"/>
                  </a:lnTo>
                  <a:lnTo>
                    <a:pt x="3664867" y="135928"/>
                  </a:lnTo>
                  <a:lnTo>
                    <a:pt x="3665939" y="135210"/>
                  </a:lnTo>
                  <a:lnTo>
                    <a:pt x="3667011" y="134492"/>
                  </a:lnTo>
                  <a:lnTo>
                    <a:pt x="3668082" y="133773"/>
                  </a:lnTo>
                  <a:lnTo>
                    <a:pt x="3669154" y="133054"/>
                  </a:lnTo>
                  <a:lnTo>
                    <a:pt x="3670225" y="132334"/>
                  </a:lnTo>
                  <a:lnTo>
                    <a:pt x="3671297" y="131614"/>
                  </a:lnTo>
                  <a:lnTo>
                    <a:pt x="3672369" y="130893"/>
                  </a:lnTo>
                  <a:lnTo>
                    <a:pt x="3673440" y="130172"/>
                  </a:lnTo>
                  <a:lnTo>
                    <a:pt x="3674512" y="129450"/>
                  </a:lnTo>
                  <a:lnTo>
                    <a:pt x="3675583" y="128728"/>
                  </a:lnTo>
                  <a:lnTo>
                    <a:pt x="3676655" y="128005"/>
                  </a:lnTo>
                  <a:lnTo>
                    <a:pt x="3677727" y="127282"/>
                  </a:lnTo>
                  <a:lnTo>
                    <a:pt x="3678798" y="126558"/>
                  </a:lnTo>
                  <a:lnTo>
                    <a:pt x="3679870" y="125834"/>
                  </a:lnTo>
                  <a:lnTo>
                    <a:pt x="3680941" y="125109"/>
                  </a:lnTo>
                  <a:lnTo>
                    <a:pt x="3682013" y="124384"/>
                  </a:lnTo>
                  <a:lnTo>
                    <a:pt x="3683085" y="123659"/>
                  </a:lnTo>
                  <a:lnTo>
                    <a:pt x="3684156" y="122933"/>
                  </a:lnTo>
                  <a:lnTo>
                    <a:pt x="3685228" y="122206"/>
                  </a:lnTo>
                  <a:lnTo>
                    <a:pt x="3686299" y="121479"/>
                  </a:lnTo>
                  <a:lnTo>
                    <a:pt x="3687371" y="120752"/>
                  </a:lnTo>
                  <a:lnTo>
                    <a:pt x="3688443" y="120024"/>
                  </a:lnTo>
                  <a:lnTo>
                    <a:pt x="3689514" y="119296"/>
                  </a:lnTo>
                  <a:lnTo>
                    <a:pt x="3690586" y="118567"/>
                  </a:lnTo>
                  <a:lnTo>
                    <a:pt x="3691657" y="117837"/>
                  </a:lnTo>
                  <a:lnTo>
                    <a:pt x="3692729" y="117108"/>
                  </a:lnTo>
                  <a:lnTo>
                    <a:pt x="3693801" y="116377"/>
                  </a:lnTo>
                  <a:lnTo>
                    <a:pt x="3694872" y="115647"/>
                  </a:lnTo>
                  <a:lnTo>
                    <a:pt x="3695944" y="114915"/>
                  </a:lnTo>
                  <a:lnTo>
                    <a:pt x="3697015" y="114184"/>
                  </a:lnTo>
                  <a:lnTo>
                    <a:pt x="3698087" y="113452"/>
                  </a:lnTo>
                  <a:lnTo>
                    <a:pt x="3699159" y="112719"/>
                  </a:lnTo>
                  <a:lnTo>
                    <a:pt x="3700230" y="111986"/>
                  </a:lnTo>
                  <a:lnTo>
                    <a:pt x="3701302" y="111252"/>
                  </a:lnTo>
                  <a:lnTo>
                    <a:pt x="3702373" y="110518"/>
                  </a:lnTo>
                  <a:lnTo>
                    <a:pt x="3703445" y="109784"/>
                  </a:lnTo>
                  <a:lnTo>
                    <a:pt x="3704517" y="109049"/>
                  </a:lnTo>
                  <a:lnTo>
                    <a:pt x="3705588" y="108313"/>
                  </a:lnTo>
                  <a:lnTo>
                    <a:pt x="3706660" y="107577"/>
                  </a:lnTo>
                  <a:lnTo>
                    <a:pt x="3707731" y="106841"/>
                  </a:lnTo>
                  <a:lnTo>
                    <a:pt x="3708803" y="106104"/>
                  </a:lnTo>
                  <a:lnTo>
                    <a:pt x="3709875" y="105367"/>
                  </a:lnTo>
                  <a:lnTo>
                    <a:pt x="3710946" y="104629"/>
                  </a:lnTo>
                  <a:lnTo>
                    <a:pt x="3712018" y="103891"/>
                  </a:lnTo>
                  <a:lnTo>
                    <a:pt x="3713089" y="103152"/>
                  </a:lnTo>
                  <a:lnTo>
                    <a:pt x="3714161" y="102413"/>
                  </a:lnTo>
                  <a:lnTo>
                    <a:pt x="3715233" y="101673"/>
                  </a:lnTo>
                  <a:lnTo>
                    <a:pt x="3716304" y="100933"/>
                  </a:lnTo>
                  <a:lnTo>
                    <a:pt x="3717376" y="100192"/>
                  </a:lnTo>
                  <a:lnTo>
                    <a:pt x="3718447" y="99451"/>
                  </a:lnTo>
                  <a:lnTo>
                    <a:pt x="3719519" y="98710"/>
                  </a:lnTo>
                  <a:lnTo>
                    <a:pt x="3720591" y="97968"/>
                  </a:lnTo>
                  <a:lnTo>
                    <a:pt x="3721662" y="97225"/>
                  </a:lnTo>
                  <a:lnTo>
                    <a:pt x="3722734" y="96482"/>
                  </a:lnTo>
                  <a:lnTo>
                    <a:pt x="3723805" y="95739"/>
                  </a:lnTo>
                  <a:lnTo>
                    <a:pt x="3724877" y="94995"/>
                  </a:lnTo>
                  <a:lnTo>
                    <a:pt x="3725949" y="94251"/>
                  </a:lnTo>
                  <a:lnTo>
                    <a:pt x="3727020" y="93506"/>
                  </a:lnTo>
                  <a:lnTo>
                    <a:pt x="3728092" y="92761"/>
                  </a:lnTo>
                  <a:lnTo>
                    <a:pt x="3729163" y="92015"/>
                  </a:lnTo>
                  <a:lnTo>
                    <a:pt x="3730235" y="91269"/>
                  </a:lnTo>
                  <a:lnTo>
                    <a:pt x="3731306" y="90522"/>
                  </a:lnTo>
                  <a:lnTo>
                    <a:pt x="3732378" y="89775"/>
                  </a:lnTo>
                  <a:lnTo>
                    <a:pt x="3733450" y="89027"/>
                  </a:lnTo>
                  <a:lnTo>
                    <a:pt x="3734521" y="88279"/>
                  </a:lnTo>
                  <a:lnTo>
                    <a:pt x="3735593" y="87531"/>
                  </a:lnTo>
                  <a:lnTo>
                    <a:pt x="3736664" y="86782"/>
                  </a:lnTo>
                  <a:lnTo>
                    <a:pt x="3737736" y="86032"/>
                  </a:lnTo>
                  <a:lnTo>
                    <a:pt x="3738808" y="85282"/>
                  </a:lnTo>
                  <a:lnTo>
                    <a:pt x="3739879" y="84532"/>
                  </a:lnTo>
                  <a:lnTo>
                    <a:pt x="3740951" y="83781"/>
                  </a:lnTo>
                  <a:lnTo>
                    <a:pt x="3742022" y="83030"/>
                  </a:lnTo>
                  <a:lnTo>
                    <a:pt x="3743094" y="82278"/>
                  </a:lnTo>
                  <a:lnTo>
                    <a:pt x="3744166" y="81526"/>
                  </a:lnTo>
                  <a:lnTo>
                    <a:pt x="3745237" y="80773"/>
                  </a:lnTo>
                  <a:lnTo>
                    <a:pt x="3746309" y="80020"/>
                  </a:lnTo>
                  <a:lnTo>
                    <a:pt x="3747380" y="79267"/>
                  </a:lnTo>
                  <a:lnTo>
                    <a:pt x="3748452" y="78512"/>
                  </a:lnTo>
                  <a:lnTo>
                    <a:pt x="3749524" y="77758"/>
                  </a:lnTo>
                  <a:lnTo>
                    <a:pt x="3750595" y="77003"/>
                  </a:lnTo>
                  <a:lnTo>
                    <a:pt x="3751667" y="76247"/>
                  </a:lnTo>
                  <a:lnTo>
                    <a:pt x="3752738" y="75491"/>
                  </a:lnTo>
                  <a:lnTo>
                    <a:pt x="3753810" y="74735"/>
                  </a:lnTo>
                  <a:lnTo>
                    <a:pt x="3754882" y="73978"/>
                  </a:lnTo>
                  <a:lnTo>
                    <a:pt x="3755953" y="73221"/>
                  </a:lnTo>
                  <a:lnTo>
                    <a:pt x="3757025" y="72463"/>
                  </a:lnTo>
                  <a:lnTo>
                    <a:pt x="3758096" y="71705"/>
                  </a:lnTo>
                  <a:lnTo>
                    <a:pt x="3759168" y="70946"/>
                  </a:lnTo>
                  <a:lnTo>
                    <a:pt x="3760240" y="70187"/>
                  </a:lnTo>
                  <a:lnTo>
                    <a:pt x="3761311" y="69427"/>
                  </a:lnTo>
                  <a:lnTo>
                    <a:pt x="3762383" y="68667"/>
                  </a:lnTo>
                  <a:lnTo>
                    <a:pt x="3763454" y="67907"/>
                  </a:lnTo>
                  <a:lnTo>
                    <a:pt x="3764526" y="67146"/>
                  </a:lnTo>
                  <a:lnTo>
                    <a:pt x="3765598" y="66384"/>
                  </a:lnTo>
                  <a:lnTo>
                    <a:pt x="3766669" y="65623"/>
                  </a:lnTo>
                  <a:lnTo>
                    <a:pt x="3767741" y="64860"/>
                  </a:lnTo>
                  <a:lnTo>
                    <a:pt x="3768812" y="64097"/>
                  </a:lnTo>
                  <a:lnTo>
                    <a:pt x="3769884" y="63334"/>
                  </a:lnTo>
                  <a:lnTo>
                    <a:pt x="3770956" y="62570"/>
                  </a:lnTo>
                  <a:lnTo>
                    <a:pt x="3772027" y="61806"/>
                  </a:lnTo>
                  <a:lnTo>
                    <a:pt x="3773099" y="61041"/>
                  </a:lnTo>
                  <a:lnTo>
                    <a:pt x="3774170" y="60276"/>
                  </a:lnTo>
                  <a:lnTo>
                    <a:pt x="3775242" y="59511"/>
                  </a:lnTo>
                  <a:lnTo>
                    <a:pt x="3776314" y="58745"/>
                  </a:lnTo>
                  <a:lnTo>
                    <a:pt x="3777385" y="57978"/>
                  </a:lnTo>
                  <a:lnTo>
                    <a:pt x="3778457" y="57211"/>
                  </a:lnTo>
                  <a:lnTo>
                    <a:pt x="3779528" y="56444"/>
                  </a:lnTo>
                  <a:lnTo>
                    <a:pt x="3780600" y="55676"/>
                  </a:lnTo>
                  <a:lnTo>
                    <a:pt x="3781672" y="54908"/>
                  </a:lnTo>
                  <a:lnTo>
                    <a:pt x="3782743" y="54139"/>
                  </a:lnTo>
                  <a:lnTo>
                    <a:pt x="3783815" y="53370"/>
                  </a:lnTo>
                  <a:lnTo>
                    <a:pt x="3784886" y="52600"/>
                  </a:lnTo>
                  <a:lnTo>
                    <a:pt x="3785958" y="51830"/>
                  </a:lnTo>
                  <a:lnTo>
                    <a:pt x="3787030" y="51059"/>
                  </a:lnTo>
                  <a:lnTo>
                    <a:pt x="3788101" y="50288"/>
                  </a:lnTo>
                  <a:lnTo>
                    <a:pt x="3789173" y="49517"/>
                  </a:lnTo>
                  <a:lnTo>
                    <a:pt x="3790244" y="48745"/>
                  </a:lnTo>
                  <a:lnTo>
                    <a:pt x="3791316" y="47972"/>
                  </a:lnTo>
                  <a:lnTo>
                    <a:pt x="3792388" y="47199"/>
                  </a:lnTo>
                  <a:lnTo>
                    <a:pt x="3793459" y="46426"/>
                  </a:lnTo>
                  <a:lnTo>
                    <a:pt x="3794531" y="45652"/>
                  </a:lnTo>
                  <a:lnTo>
                    <a:pt x="3795602" y="44878"/>
                  </a:lnTo>
                  <a:lnTo>
                    <a:pt x="3796674" y="44103"/>
                  </a:lnTo>
                  <a:lnTo>
                    <a:pt x="3797746" y="43328"/>
                  </a:lnTo>
                  <a:lnTo>
                    <a:pt x="3798817" y="42553"/>
                  </a:lnTo>
                  <a:lnTo>
                    <a:pt x="3799889" y="41777"/>
                  </a:lnTo>
                  <a:lnTo>
                    <a:pt x="3800960" y="41000"/>
                  </a:lnTo>
                  <a:lnTo>
                    <a:pt x="3802032" y="40223"/>
                  </a:lnTo>
                  <a:lnTo>
                    <a:pt x="3803104" y="39446"/>
                  </a:lnTo>
                  <a:lnTo>
                    <a:pt x="3804175" y="38668"/>
                  </a:lnTo>
                  <a:lnTo>
                    <a:pt x="3805247" y="37890"/>
                  </a:lnTo>
                  <a:lnTo>
                    <a:pt x="3806318" y="37111"/>
                  </a:lnTo>
                  <a:lnTo>
                    <a:pt x="3807390" y="36332"/>
                  </a:lnTo>
                  <a:lnTo>
                    <a:pt x="3808462" y="35552"/>
                  </a:lnTo>
                  <a:lnTo>
                    <a:pt x="3809533" y="34772"/>
                  </a:lnTo>
                  <a:lnTo>
                    <a:pt x="3810605" y="33991"/>
                  </a:lnTo>
                  <a:lnTo>
                    <a:pt x="3811676" y="33210"/>
                  </a:lnTo>
                  <a:lnTo>
                    <a:pt x="3812748" y="32429"/>
                  </a:lnTo>
                  <a:lnTo>
                    <a:pt x="3813820" y="31647"/>
                  </a:lnTo>
                  <a:lnTo>
                    <a:pt x="3814891" y="30864"/>
                  </a:lnTo>
                  <a:lnTo>
                    <a:pt x="3815963" y="30081"/>
                  </a:lnTo>
                  <a:lnTo>
                    <a:pt x="3817034" y="29298"/>
                  </a:lnTo>
                  <a:lnTo>
                    <a:pt x="3818106" y="28514"/>
                  </a:lnTo>
                  <a:lnTo>
                    <a:pt x="3819178" y="27730"/>
                  </a:lnTo>
                  <a:lnTo>
                    <a:pt x="3820249" y="26945"/>
                  </a:lnTo>
                  <a:lnTo>
                    <a:pt x="3821321" y="26160"/>
                  </a:lnTo>
                  <a:lnTo>
                    <a:pt x="3822392" y="25375"/>
                  </a:lnTo>
                  <a:lnTo>
                    <a:pt x="3823464" y="24589"/>
                  </a:lnTo>
                  <a:lnTo>
                    <a:pt x="3824536" y="23802"/>
                  </a:lnTo>
                  <a:lnTo>
                    <a:pt x="3825607" y="23015"/>
                  </a:lnTo>
                  <a:lnTo>
                    <a:pt x="3826679" y="22228"/>
                  </a:lnTo>
                  <a:lnTo>
                    <a:pt x="3827750" y="21440"/>
                  </a:lnTo>
                  <a:lnTo>
                    <a:pt x="3828822" y="20652"/>
                  </a:lnTo>
                  <a:lnTo>
                    <a:pt x="3829894" y="19863"/>
                  </a:lnTo>
                  <a:lnTo>
                    <a:pt x="3830965" y="19074"/>
                  </a:lnTo>
                  <a:lnTo>
                    <a:pt x="3832037" y="18284"/>
                  </a:lnTo>
                  <a:lnTo>
                    <a:pt x="3833108" y="17494"/>
                  </a:lnTo>
                  <a:lnTo>
                    <a:pt x="3834180" y="16704"/>
                  </a:lnTo>
                  <a:lnTo>
                    <a:pt x="3835252" y="15913"/>
                  </a:lnTo>
                  <a:lnTo>
                    <a:pt x="3836323" y="15122"/>
                  </a:lnTo>
                  <a:lnTo>
                    <a:pt x="3837395" y="14330"/>
                  </a:lnTo>
                  <a:lnTo>
                    <a:pt x="3838466" y="13537"/>
                  </a:lnTo>
                  <a:lnTo>
                    <a:pt x="3839538" y="12745"/>
                  </a:lnTo>
                  <a:lnTo>
                    <a:pt x="3840610" y="11951"/>
                  </a:lnTo>
                  <a:lnTo>
                    <a:pt x="3841681" y="11158"/>
                  </a:lnTo>
                  <a:lnTo>
                    <a:pt x="3842753" y="10364"/>
                  </a:lnTo>
                  <a:lnTo>
                    <a:pt x="3843824" y="9569"/>
                  </a:lnTo>
                  <a:lnTo>
                    <a:pt x="3844896" y="8774"/>
                  </a:lnTo>
                  <a:lnTo>
                    <a:pt x="3845968" y="7979"/>
                  </a:lnTo>
                  <a:lnTo>
                    <a:pt x="3847039" y="7183"/>
                  </a:lnTo>
                  <a:lnTo>
                    <a:pt x="3848111" y="6386"/>
                  </a:lnTo>
                  <a:lnTo>
                    <a:pt x="3849182" y="5590"/>
                  </a:lnTo>
                  <a:lnTo>
                    <a:pt x="3850254" y="4792"/>
                  </a:lnTo>
                  <a:lnTo>
                    <a:pt x="3851326" y="3995"/>
                  </a:lnTo>
                  <a:lnTo>
                    <a:pt x="3852397" y="3197"/>
                  </a:lnTo>
                  <a:lnTo>
                    <a:pt x="3853469" y="2398"/>
                  </a:lnTo>
                  <a:lnTo>
                    <a:pt x="3854540" y="1599"/>
                  </a:lnTo>
                  <a:lnTo>
                    <a:pt x="3855612" y="799"/>
                  </a:lnTo>
                  <a:lnTo>
                    <a:pt x="3856684" y="0"/>
                  </a:lnTo>
                  <a:lnTo>
                    <a:pt x="3856684" y="1347309"/>
                  </a:lnTo>
                  <a:lnTo>
                    <a:pt x="3855612" y="1347119"/>
                  </a:lnTo>
                  <a:lnTo>
                    <a:pt x="3854540" y="1346929"/>
                  </a:lnTo>
                  <a:lnTo>
                    <a:pt x="3853469" y="1346738"/>
                  </a:lnTo>
                  <a:lnTo>
                    <a:pt x="3852397" y="1346548"/>
                  </a:lnTo>
                  <a:lnTo>
                    <a:pt x="3851326" y="1346358"/>
                  </a:lnTo>
                  <a:lnTo>
                    <a:pt x="3850254" y="1346168"/>
                  </a:lnTo>
                  <a:lnTo>
                    <a:pt x="3849182" y="1345978"/>
                  </a:lnTo>
                  <a:lnTo>
                    <a:pt x="3848111" y="1345788"/>
                  </a:lnTo>
                  <a:lnTo>
                    <a:pt x="3847039" y="1345598"/>
                  </a:lnTo>
                  <a:lnTo>
                    <a:pt x="3845968" y="1345409"/>
                  </a:lnTo>
                  <a:lnTo>
                    <a:pt x="3844896" y="1345219"/>
                  </a:lnTo>
                  <a:lnTo>
                    <a:pt x="3843824" y="1345029"/>
                  </a:lnTo>
                  <a:lnTo>
                    <a:pt x="3842753" y="1344840"/>
                  </a:lnTo>
                  <a:lnTo>
                    <a:pt x="3841681" y="1344650"/>
                  </a:lnTo>
                  <a:lnTo>
                    <a:pt x="3840610" y="1344461"/>
                  </a:lnTo>
                  <a:lnTo>
                    <a:pt x="3839538" y="1344272"/>
                  </a:lnTo>
                  <a:lnTo>
                    <a:pt x="3838466" y="1344082"/>
                  </a:lnTo>
                  <a:lnTo>
                    <a:pt x="3837395" y="1343893"/>
                  </a:lnTo>
                  <a:lnTo>
                    <a:pt x="3836323" y="1343704"/>
                  </a:lnTo>
                  <a:lnTo>
                    <a:pt x="3835252" y="1343515"/>
                  </a:lnTo>
                  <a:lnTo>
                    <a:pt x="3834180" y="1343326"/>
                  </a:lnTo>
                  <a:lnTo>
                    <a:pt x="3833108" y="1343137"/>
                  </a:lnTo>
                  <a:lnTo>
                    <a:pt x="3832037" y="1342949"/>
                  </a:lnTo>
                  <a:lnTo>
                    <a:pt x="3830965" y="1342760"/>
                  </a:lnTo>
                  <a:lnTo>
                    <a:pt x="3829894" y="1342571"/>
                  </a:lnTo>
                  <a:lnTo>
                    <a:pt x="3828822" y="1342383"/>
                  </a:lnTo>
                  <a:lnTo>
                    <a:pt x="3827750" y="1342194"/>
                  </a:lnTo>
                  <a:lnTo>
                    <a:pt x="3826679" y="1342006"/>
                  </a:lnTo>
                  <a:lnTo>
                    <a:pt x="3825607" y="1341817"/>
                  </a:lnTo>
                  <a:lnTo>
                    <a:pt x="3824536" y="1341629"/>
                  </a:lnTo>
                  <a:lnTo>
                    <a:pt x="3823464" y="1341441"/>
                  </a:lnTo>
                  <a:lnTo>
                    <a:pt x="3822392" y="1341253"/>
                  </a:lnTo>
                  <a:lnTo>
                    <a:pt x="3821321" y="1341065"/>
                  </a:lnTo>
                  <a:lnTo>
                    <a:pt x="3820249" y="1340877"/>
                  </a:lnTo>
                  <a:lnTo>
                    <a:pt x="3819178" y="1340689"/>
                  </a:lnTo>
                  <a:lnTo>
                    <a:pt x="3818106" y="1340501"/>
                  </a:lnTo>
                  <a:lnTo>
                    <a:pt x="3817034" y="1340313"/>
                  </a:lnTo>
                  <a:lnTo>
                    <a:pt x="3815963" y="1340125"/>
                  </a:lnTo>
                  <a:lnTo>
                    <a:pt x="3814891" y="1339938"/>
                  </a:lnTo>
                  <a:lnTo>
                    <a:pt x="3813820" y="1339750"/>
                  </a:lnTo>
                  <a:lnTo>
                    <a:pt x="3812748" y="1339563"/>
                  </a:lnTo>
                  <a:lnTo>
                    <a:pt x="3811676" y="1339375"/>
                  </a:lnTo>
                  <a:lnTo>
                    <a:pt x="3810605" y="1339188"/>
                  </a:lnTo>
                  <a:lnTo>
                    <a:pt x="3809533" y="1339001"/>
                  </a:lnTo>
                  <a:lnTo>
                    <a:pt x="3808462" y="1338814"/>
                  </a:lnTo>
                  <a:lnTo>
                    <a:pt x="3807390" y="1338627"/>
                  </a:lnTo>
                  <a:lnTo>
                    <a:pt x="3806318" y="1338440"/>
                  </a:lnTo>
                  <a:lnTo>
                    <a:pt x="3805247" y="1338253"/>
                  </a:lnTo>
                  <a:lnTo>
                    <a:pt x="3804175" y="1338066"/>
                  </a:lnTo>
                  <a:lnTo>
                    <a:pt x="3803104" y="1337879"/>
                  </a:lnTo>
                  <a:lnTo>
                    <a:pt x="3802032" y="1337693"/>
                  </a:lnTo>
                  <a:lnTo>
                    <a:pt x="3800960" y="1337506"/>
                  </a:lnTo>
                  <a:lnTo>
                    <a:pt x="3799889" y="1337320"/>
                  </a:lnTo>
                  <a:lnTo>
                    <a:pt x="3798817" y="1337133"/>
                  </a:lnTo>
                  <a:lnTo>
                    <a:pt x="3797746" y="1336947"/>
                  </a:lnTo>
                  <a:lnTo>
                    <a:pt x="3796674" y="1336761"/>
                  </a:lnTo>
                  <a:lnTo>
                    <a:pt x="3795602" y="1336575"/>
                  </a:lnTo>
                  <a:lnTo>
                    <a:pt x="3794531" y="1336388"/>
                  </a:lnTo>
                  <a:lnTo>
                    <a:pt x="3793459" y="1336202"/>
                  </a:lnTo>
                  <a:lnTo>
                    <a:pt x="3792388" y="1336016"/>
                  </a:lnTo>
                  <a:lnTo>
                    <a:pt x="3791316" y="1335831"/>
                  </a:lnTo>
                  <a:lnTo>
                    <a:pt x="3790244" y="1335645"/>
                  </a:lnTo>
                  <a:lnTo>
                    <a:pt x="3789173" y="1335459"/>
                  </a:lnTo>
                  <a:lnTo>
                    <a:pt x="3788101" y="1335274"/>
                  </a:lnTo>
                  <a:lnTo>
                    <a:pt x="3787030" y="1335088"/>
                  </a:lnTo>
                  <a:lnTo>
                    <a:pt x="3785958" y="1334903"/>
                  </a:lnTo>
                  <a:lnTo>
                    <a:pt x="3784886" y="1334717"/>
                  </a:lnTo>
                  <a:lnTo>
                    <a:pt x="3783815" y="1334532"/>
                  </a:lnTo>
                  <a:lnTo>
                    <a:pt x="3782743" y="1334347"/>
                  </a:lnTo>
                  <a:lnTo>
                    <a:pt x="3781672" y="1334162"/>
                  </a:lnTo>
                  <a:lnTo>
                    <a:pt x="3780600" y="1333977"/>
                  </a:lnTo>
                  <a:lnTo>
                    <a:pt x="3779528" y="1333792"/>
                  </a:lnTo>
                  <a:lnTo>
                    <a:pt x="3778457" y="1333607"/>
                  </a:lnTo>
                  <a:lnTo>
                    <a:pt x="3777385" y="1333422"/>
                  </a:lnTo>
                  <a:lnTo>
                    <a:pt x="3776314" y="1333238"/>
                  </a:lnTo>
                  <a:lnTo>
                    <a:pt x="3775242" y="1333053"/>
                  </a:lnTo>
                  <a:lnTo>
                    <a:pt x="3774170" y="1332869"/>
                  </a:lnTo>
                  <a:lnTo>
                    <a:pt x="3773099" y="1332684"/>
                  </a:lnTo>
                  <a:lnTo>
                    <a:pt x="3772027" y="1332500"/>
                  </a:lnTo>
                  <a:lnTo>
                    <a:pt x="3770956" y="1332316"/>
                  </a:lnTo>
                  <a:lnTo>
                    <a:pt x="3769884" y="1332132"/>
                  </a:lnTo>
                  <a:lnTo>
                    <a:pt x="3768812" y="1331948"/>
                  </a:lnTo>
                  <a:lnTo>
                    <a:pt x="3767741" y="1331764"/>
                  </a:lnTo>
                  <a:lnTo>
                    <a:pt x="3766669" y="1331580"/>
                  </a:lnTo>
                  <a:lnTo>
                    <a:pt x="3765598" y="1331396"/>
                  </a:lnTo>
                  <a:lnTo>
                    <a:pt x="3764526" y="1331212"/>
                  </a:lnTo>
                  <a:lnTo>
                    <a:pt x="3763454" y="1331029"/>
                  </a:lnTo>
                  <a:lnTo>
                    <a:pt x="3762383" y="1330845"/>
                  </a:lnTo>
                  <a:lnTo>
                    <a:pt x="3761311" y="1330662"/>
                  </a:lnTo>
                  <a:lnTo>
                    <a:pt x="3760240" y="1330479"/>
                  </a:lnTo>
                  <a:lnTo>
                    <a:pt x="3759168" y="1330295"/>
                  </a:lnTo>
                  <a:lnTo>
                    <a:pt x="3758096" y="1330112"/>
                  </a:lnTo>
                  <a:lnTo>
                    <a:pt x="3757025" y="1329929"/>
                  </a:lnTo>
                  <a:lnTo>
                    <a:pt x="3755953" y="1329746"/>
                  </a:lnTo>
                  <a:lnTo>
                    <a:pt x="3754882" y="1329563"/>
                  </a:lnTo>
                  <a:lnTo>
                    <a:pt x="3753810" y="1329381"/>
                  </a:lnTo>
                  <a:lnTo>
                    <a:pt x="3752738" y="1329198"/>
                  </a:lnTo>
                  <a:lnTo>
                    <a:pt x="3751667" y="1329015"/>
                  </a:lnTo>
                  <a:lnTo>
                    <a:pt x="3750595" y="1328833"/>
                  </a:lnTo>
                  <a:lnTo>
                    <a:pt x="3749524" y="1328650"/>
                  </a:lnTo>
                  <a:lnTo>
                    <a:pt x="3748452" y="1328468"/>
                  </a:lnTo>
                  <a:lnTo>
                    <a:pt x="3747380" y="1328286"/>
                  </a:lnTo>
                  <a:lnTo>
                    <a:pt x="3746309" y="1328104"/>
                  </a:lnTo>
                  <a:lnTo>
                    <a:pt x="3745237" y="1327922"/>
                  </a:lnTo>
                  <a:lnTo>
                    <a:pt x="3744166" y="1327740"/>
                  </a:lnTo>
                  <a:lnTo>
                    <a:pt x="3743094" y="1327558"/>
                  </a:lnTo>
                  <a:lnTo>
                    <a:pt x="3742022" y="1327376"/>
                  </a:lnTo>
                  <a:lnTo>
                    <a:pt x="3740951" y="1327195"/>
                  </a:lnTo>
                  <a:lnTo>
                    <a:pt x="3739879" y="1327013"/>
                  </a:lnTo>
                  <a:lnTo>
                    <a:pt x="3738808" y="1326832"/>
                  </a:lnTo>
                  <a:lnTo>
                    <a:pt x="3737736" y="1326650"/>
                  </a:lnTo>
                  <a:lnTo>
                    <a:pt x="3736664" y="1326469"/>
                  </a:lnTo>
                  <a:lnTo>
                    <a:pt x="3735593" y="1326288"/>
                  </a:lnTo>
                  <a:lnTo>
                    <a:pt x="3734521" y="1326107"/>
                  </a:lnTo>
                  <a:lnTo>
                    <a:pt x="3733450" y="1325926"/>
                  </a:lnTo>
                  <a:lnTo>
                    <a:pt x="3732378" y="1325745"/>
                  </a:lnTo>
                  <a:lnTo>
                    <a:pt x="3731306" y="1325564"/>
                  </a:lnTo>
                  <a:lnTo>
                    <a:pt x="3730235" y="1325383"/>
                  </a:lnTo>
                  <a:lnTo>
                    <a:pt x="3729163" y="1325203"/>
                  </a:lnTo>
                  <a:lnTo>
                    <a:pt x="3728092" y="1325022"/>
                  </a:lnTo>
                  <a:lnTo>
                    <a:pt x="3727020" y="1324842"/>
                  </a:lnTo>
                  <a:lnTo>
                    <a:pt x="3725949" y="1324662"/>
                  </a:lnTo>
                  <a:lnTo>
                    <a:pt x="3724877" y="1324482"/>
                  </a:lnTo>
                  <a:lnTo>
                    <a:pt x="3723805" y="1324302"/>
                  </a:lnTo>
                  <a:lnTo>
                    <a:pt x="3722734" y="1324122"/>
                  </a:lnTo>
                  <a:lnTo>
                    <a:pt x="3721662" y="1323942"/>
                  </a:lnTo>
                  <a:lnTo>
                    <a:pt x="3720591" y="1323762"/>
                  </a:lnTo>
                  <a:lnTo>
                    <a:pt x="3719519" y="1323582"/>
                  </a:lnTo>
                  <a:lnTo>
                    <a:pt x="3718447" y="1323403"/>
                  </a:lnTo>
                  <a:lnTo>
                    <a:pt x="3717376" y="1323223"/>
                  </a:lnTo>
                  <a:lnTo>
                    <a:pt x="3716304" y="1323044"/>
                  </a:lnTo>
                  <a:lnTo>
                    <a:pt x="3715233" y="1322865"/>
                  </a:lnTo>
                  <a:lnTo>
                    <a:pt x="3714161" y="1322685"/>
                  </a:lnTo>
                  <a:lnTo>
                    <a:pt x="3713089" y="1322506"/>
                  </a:lnTo>
                  <a:lnTo>
                    <a:pt x="3712018" y="1322327"/>
                  </a:lnTo>
                  <a:lnTo>
                    <a:pt x="3710946" y="1322148"/>
                  </a:lnTo>
                  <a:lnTo>
                    <a:pt x="3709875" y="1321970"/>
                  </a:lnTo>
                  <a:lnTo>
                    <a:pt x="3708803" y="1321791"/>
                  </a:lnTo>
                  <a:lnTo>
                    <a:pt x="3707731" y="1321613"/>
                  </a:lnTo>
                  <a:lnTo>
                    <a:pt x="3706660" y="1321434"/>
                  </a:lnTo>
                  <a:lnTo>
                    <a:pt x="3705588" y="1321256"/>
                  </a:lnTo>
                  <a:lnTo>
                    <a:pt x="3704517" y="1321078"/>
                  </a:lnTo>
                  <a:lnTo>
                    <a:pt x="3703445" y="1320899"/>
                  </a:lnTo>
                  <a:lnTo>
                    <a:pt x="3702373" y="1320721"/>
                  </a:lnTo>
                  <a:lnTo>
                    <a:pt x="3701302" y="1320544"/>
                  </a:lnTo>
                  <a:lnTo>
                    <a:pt x="3700230" y="1320366"/>
                  </a:lnTo>
                  <a:lnTo>
                    <a:pt x="3699159" y="1320188"/>
                  </a:lnTo>
                  <a:lnTo>
                    <a:pt x="3698087" y="1320010"/>
                  </a:lnTo>
                  <a:lnTo>
                    <a:pt x="3697015" y="1319833"/>
                  </a:lnTo>
                  <a:lnTo>
                    <a:pt x="3695944" y="1319656"/>
                  </a:lnTo>
                  <a:lnTo>
                    <a:pt x="3694872" y="1319478"/>
                  </a:lnTo>
                  <a:lnTo>
                    <a:pt x="3693801" y="1319301"/>
                  </a:lnTo>
                  <a:lnTo>
                    <a:pt x="3692729" y="1319124"/>
                  </a:lnTo>
                  <a:lnTo>
                    <a:pt x="3691657" y="1318947"/>
                  </a:lnTo>
                  <a:lnTo>
                    <a:pt x="3690586" y="1318770"/>
                  </a:lnTo>
                  <a:lnTo>
                    <a:pt x="3689514" y="1318594"/>
                  </a:lnTo>
                  <a:lnTo>
                    <a:pt x="3688443" y="1318417"/>
                  </a:lnTo>
                  <a:lnTo>
                    <a:pt x="3687371" y="1318241"/>
                  </a:lnTo>
                  <a:lnTo>
                    <a:pt x="3686299" y="1318064"/>
                  </a:lnTo>
                  <a:lnTo>
                    <a:pt x="3685228" y="1317888"/>
                  </a:lnTo>
                  <a:lnTo>
                    <a:pt x="3684156" y="1317712"/>
                  </a:lnTo>
                  <a:lnTo>
                    <a:pt x="3683085" y="1317536"/>
                  </a:lnTo>
                  <a:lnTo>
                    <a:pt x="3682013" y="1317360"/>
                  </a:lnTo>
                  <a:lnTo>
                    <a:pt x="3680941" y="1317184"/>
                  </a:lnTo>
                  <a:lnTo>
                    <a:pt x="3679870" y="1317008"/>
                  </a:lnTo>
                  <a:lnTo>
                    <a:pt x="3678798" y="1316833"/>
                  </a:lnTo>
                  <a:lnTo>
                    <a:pt x="3677727" y="1316657"/>
                  </a:lnTo>
                  <a:lnTo>
                    <a:pt x="3676655" y="1316482"/>
                  </a:lnTo>
                  <a:lnTo>
                    <a:pt x="3675583" y="1316306"/>
                  </a:lnTo>
                  <a:lnTo>
                    <a:pt x="3674512" y="1316131"/>
                  </a:lnTo>
                  <a:lnTo>
                    <a:pt x="3673440" y="1315956"/>
                  </a:lnTo>
                  <a:lnTo>
                    <a:pt x="3672369" y="1315781"/>
                  </a:lnTo>
                  <a:lnTo>
                    <a:pt x="3671297" y="1315607"/>
                  </a:lnTo>
                  <a:lnTo>
                    <a:pt x="3670225" y="1315432"/>
                  </a:lnTo>
                  <a:lnTo>
                    <a:pt x="3669154" y="1315257"/>
                  </a:lnTo>
                  <a:lnTo>
                    <a:pt x="3668082" y="1315083"/>
                  </a:lnTo>
                  <a:lnTo>
                    <a:pt x="3667011" y="1314909"/>
                  </a:lnTo>
                  <a:lnTo>
                    <a:pt x="3665939" y="1314734"/>
                  </a:lnTo>
                  <a:lnTo>
                    <a:pt x="3664867" y="1314560"/>
                  </a:lnTo>
                  <a:lnTo>
                    <a:pt x="3663796" y="1314386"/>
                  </a:lnTo>
                  <a:lnTo>
                    <a:pt x="3662724" y="1314212"/>
                  </a:lnTo>
                  <a:lnTo>
                    <a:pt x="3661653" y="1314039"/>
                  </a:lnTo>
                  <a:lnTo>
                    <a:pt x="3660581" y="1313865"/>
                  </a:lnTo>
                  <a:lnTo>
                    <a:pt x="3659509" y="1313691"/>
                  </a:lnTo>
                  <a:lnTo>
                    <a:pt x="3658438" y="1313518"/>
                  </a:lnTo>
                  <a:lnTo>
                    <a:pt x="3657366" y="1313345"/>
                  </a:lnTo>
                  <a:lnTo>
                    <a:pt x="3656295" y="1313172"/>
                  </a:lnTo>
                  <a:lnTo>
                    <a:pt x="3655223" y="1312999"/>
                  </a:lnTo>
                  <a:lnTo>
                    <a:pt x="3654151" y="1312826"/>
                  </a:lnTo>
                  <a:lnTo>
                    <a:pt x="3653080" y="1312653"/>
                  </a:lnTo>
                  <a:lnTo>
                    <a:pt x="3652008" y="1312480"/>
                  </a:lnTo>
                  <a:lnTo>
                    <a:pt x="3650937" y="1312308"/>
                  </a:lnTo>
                  <a:lnTo>
                    <a:pt x="3649865" y="1312135"/>
                  </a:lnTo>
                  <a:lnTo>
                    <a:pt x="3648793" y="1311963"/>
                  </a:lnTo>
                  <a:lnTo>
                    <a:pt x="3647722" y="1311791"/>
                  </a:lnTo>
                  <a:lnTo>
                    <a:pt x="3646650" y="1311619"/>
                  </a:lnTo>
                  <a:lnTo>
                    <a:pt x="3645579" y="1311447"/>
                  </a:lnTo>
                  <a:lnTo>
                    <a:pt x="3644507" y="1311275"/>
                  </a:lnTo>
                  <a:lnTo>
                    <a:pt x="3643435" y="1311103"/>
                  </a:lnTo>
                  <a:lnTo>
                    <a:pt x="3642364" y="1310932"/>
                  </a:lnTo>
                  <a:lnTo>
                    <a:pt x="3641292" y="1310760"/>
                  </a:lnTo>
                  <a:lnTo>
                    <a:pt x="3640221" y="1310589"/>
                  </a:lnTo>
                  <a:lnTo>
                    <a:pt x="3639149" y="1310418"/>
                  </a:lnTo>
                  <a:lnTo>
                    <a:pt x="3638077" y="1310247"/>
                  </a:lnTo>
                  <a:lnTo>
                    <a:pt x="3637006" y="1310076"/>
                  </a:lnTo>
                  <a:lnTo>
                    <a:pt x="3635934" y="1309905"/>
                  </a:lnTo>
                  <a:lnTo>
                    <a:pt x="3634863" y="1309734"/>
                  </a:lnTo>
                  <a:lnTo>
                    <a:pt x="3633791" y="1309564"/>
                  </a:lnTo>
                  <a:lnTo>
                    <a:pt x="3632719" y="1309393"/>
                  </a:lnTo>
                  <a:lnTo>
                    <a:pt x="3631648" y="1309223"/>
                  </a:lnTo>
                  <a:lnTo>
                    <a:pt x="3630576" y="1309053"/>
                  </a:lnTo>
                  <a:lnTo>
                    <a:pt x="3629505" y="1308883"/>
                  </a:lnTo>
                  <a:lnTo>
                    <a:pt x="3628433" y="1308713"/>
                  </a:lnTo>
                  <a:lnTo>
                    <a:pt x="3627361" y="1308543"/>
                  </a:lnTo>
                  <a:lnTo>
                    <a:pt x="3626290" y="1308373"/>
                  </a:lnTo>
                  <a:lnTo>
                    <a:pt x="3625218" y="1308204"/>
                  </a:lnTo>
                  <a:lnTo>
                    <a:pt x="3624147" y="1308035"/>
                  </a:lnTo>
                  <a:lnTo>
                    <a:pt x="3623075" y="1307865"/>
                  </a:lnTo>
                  <a:lnTo>
                    <a:pt x="3622003" y="1307696"/>
                  </a:lnTo>
                  <a:lnTo>
                    <a:pt x="3620932" y="1307527"/>
                  </a:lnTo>
                  <a:lnTo>
                    <a:pt x="3619860" y="1307358"/>
                  </a:lnTo>
                  <a:lnTo>
                    <a:pt x="3618789" y="1307190"/>
                  </a:lnTo>
                  <a:lnTo>
                    <a:pt x="3617717" y="1307021"/>
                  </a:lnTo>
                  <a:lnTo>
                    <a:pt x="3616645" y="1306852"/>
                  </a:lnTo>
                  <a:lnTo>
                    <a:pt x="3615574" y="1306684"/>
                  </a:lnTo>
                  <a:lnTo>
                    <a:pt x="3614502" y="1306516"/>
                  </a:lnTo>
                  <a:lnTo>
                    <a:pt x="3613431" y="1306348"/>
                  </a:lnTo>
                  <a:lnTo>
                    <a:pt x="3612359" y="1306180"/>
                  </a:lnTo>
                  <a:lnTo>
                    <a:pt x="3611287" y="1306012"/>
                  </a:lnTo>
                  <a:lnTo>
                    <a:pt x="3610216" y="1305844"/>
                  </a:lnTo>
                  <a:lnTo>
                    <a:pt x="3609144" y="1305677"/>
                  </a:lnTo>
                  <a:lnTo>
                    <a:pt x="3608073" y="1305509"/>
                  </a:lnTo>
                  <a:lnTo>
                    <a:pt x="3607001" y="1305342"/>
                  </a:lnTo>
                  <a:lnTo>
                    <a:pt x="3605929" y="1305175"/>
                  </a:lnTo>
                  <a:lnTo>
                    <a:pt x="3604858" y="1305008"/>
                  </a:lnTo>
                  <a:lnTo>
                    <a:pt x="3603786" y="1304841"/>
                  </a:lnTo>
                  <a:lnTo>
                    <a:pt x="3602715" y="1304675"/>
                  </a:lnTo>
                  <a:lnTo>
                    <a:pt x="3601643" y="1304508"/>
                  </a:lnTo>
                  <a:lnTo>
                    <a:pt x="3600571" y="1304342"/>
                  </a:lnTo>
                  <a:lnTo>
                    <a:pt x="3599500" y="1304175"/>
                  </a:lnTo>
                  <a:lnTo>
                    <a:pt x="3598428" y="1304009"/>
                  </a:lnTo>
                  <a:lnTo>
                    <a:pt x="3597357" y="1303843"/>
                  </a:lnTo>
                  <a:lnTo>
                    <a:pt x="3596285" y="1303677"/>
                  </a:lnTo>
                  <a:lnTo>
                    <a:pt x="3595213" y="1303511"/>
                  </a:lnTo>
                  <a:lnTo>
                    <a:pt x="3594142" y="1303346"/>
                  </a:lnTo>
                  <a:lnTo>
                    <a:pt x="3593070" y="1303180"/>
                  </a:lnTo>
                  <a:lnTo>
                    <a:pt x="3591999" y="1303015"/>
                  </a:lnTo>
                  <a:lnTo>
                    <a:pt x="3590927" y="1302850"/>
                  </a:lnTo>
                  <a:lnTo>
                    <a:pt x="3589855" y="1302685"/>
                  </a:lnTo>
                  <a:lnTo>
                    <a:pt x="3588784" y="1302520"/>
                  </a:lnTo>
                  <a:lnTo>
                    <a:pt x="3587712" y="1302355"/>
                  </a:lnTo>
                  <a:lnTo>
                    <a:pt x="3586641" y="1302191"/>
                  </a:lnTo>
                  <a:lnTo>
                    <a:pt x="3585569" y="1302026"/>
                  </a:lnTo>
                  <a:lnTo>
                    <a:pt x="3584497" y="1301862"/>
                  </a:lnTo>
                  <a:lnTo>
                    <a:pt x="3583426" y="1301698"/>
                  </a:lnTo>
                  <a:lnTo>
                    <a:pt x="3582354" y="1301534"/>
                  </a:lnTo>
                  <a:lnTo>
                    <a:pt x="3581283" y="1301370"/>
                  </a:lnTo>
                  <a:lnTo>
                    <a:pt x="3580211" y="1301206"/>
                  </a:lnTo>
                  <a:lnTo>
                    <a:pt x="3579139" y="1301042"/>
                  </a:lnTo>
                  <a:lnTo>
                    <a:pt x="3578068" y="1300879"/>
                  </a:lnTo>
                  <a:lnTo>
                    <a:pt x="3576996" y="1300716"/>
                  </a:lnTo>
                  <a:lnTo>
                    <a:pt x="3575925" y="1300553"/>
                  </a:lnTo>
                  <a:lnTo>
                    <a:pt x="3574853" y="1300390"/>
                  </a:lnTo>
                  <a:lnTo>
                    <a:pt x="3573781" y="1300227"/>
                  </a:lnTo>
                  <a:lnTo>
                    <a:pt x="3572710" y="1300064"/>
                  </a:lnTo>
                  <a:lnTo>
                    <a:pt x="3571638" y="1299901"/>
                  </a:lnTo>
                  <a:lnTo>
                    <a:pt x="3570567" y="1299739"/>
                  </a:lnTo>
                  <a:lnTo>
                    <a:pt x="3569495" y="1299577"/>
                  </a:lnTo>
                  <a:lnTo>
                    <a:pt x="3568423" y="1299415"/>
                  </a:lnTo>
                  <a:lnTo>
                    <a:pt x="3567352" y="1299253"/>
                  </a:lnTo>
                  <a:lnTo>
                    <a:pt x="3566280" y="1299091"/>
                  </a:lnTo>
                  <a:lnTo>
                    <a:pt x="3565209" y="1298929"/>
                  </a:lnTo>
                  <a:lnTo>
                    <a:pt x="3564137" y="1298768"/>
                  </a:lnTo>
                  <a:lnTo>
                    <a:pt x="3563065" y="1298606"/>
                  </a:lnTo>
                  <a:lnTo>
                    <a:pt x="3561994" y="1298445"/>
                  </a:lnTo>
                  <a:lnTo>
                    <a:pt x="3560922" y="1298284"/>
                  </a:lnTo>
                  <a:lnTo>
                    <a:pt x="3559851" y="1298123"/>
                  </a:lnTo>
                  <a:lnTo>
                    <a:pt x="3558779" y="1297963"/>
                  </a:lnTo>
                  <a:lnTo>
                    <a:pt x="3557707" y="1297802"/>
                  </a:lnTo>
                  <a:lnTo>
                    <a:pt x="3556636" y="1297642"/>
                  </a:lnTo>
                  <a:lnTo>
                    <a:pt x="3555564" y="1297481"/>
                  </a:lnTo>
                  <a:lnTo>
                    <a:pt x="3554493" y="1297321"/>
                  </a:lnTo>
                  <a:lnTo>
                    <a:pt x="3553421" y="1297161"/>
                  </a:lnTo>
                  <a:lnTo>
                    <a:pt x="3552349" y="1297001"/>
                  </a:lnTo>
                  <a:lnTo>
                    <a:pt x="3551278" y="1296842"/>
                  </a:lnTo>
                  <a:lnTo>
                    <a:pt x="3550206" y="1296682"/>
                  </a:lnTo>
                  <a:lnTo>
                    <a:pt x="3549135" y="1296523"/>
                  </a:lnTo>
                  <a:lnTo>
                    <a:pt x="3548063" y="1296364"/>
                  </a:lnTo>
                  <a:lnTo>
                    <a:pt x="3546992" y="1296205"/>
                  </a:lnTo>
                  <a:lnTo>
                    <a:pt x="3545920" y="1296046"/>
                  </a:lnTo>
                  <a:lnTo>
                    <a:pt x="3544848" y="1295887"/>
                  </a:lnTo>
                  <a:lnTo>
                    <a:pt x="3543777" y="1295729"/>
                  </a:lnTo>
                  <a:lnTo>
                    <a:pt x="3542705" y="1295570"/>
                  </a:lnTo>
                  <a:lnTo>
                    <a:pt x="3541634" y="1295412"/>
                  </a:lnTo>
                  <a:lnTo>
                    <a:pt x="3540562" y="1295254"/>
                  </a:lnTo>
                  <a:lnTo>
                    <a:pt x="3539490" y="1295096"/>
                  </a:lnTo>
                  <a:lnTo>
                    <a:pt x="3538419" y="1294938"/>
                  </a:lnTo>
                  <a:lnTo>
                    <a:pt x="3537347" y="1294781"/>
                  </a:lnTo>
                  <a:lnTo>
                    <a:pt x="3536276" y="1294623"/>
                  </a:lnTo>
                  <a:lnTo>
                    <a:pt x="3535204" y="1294466"/>
                  </a:lnTo>
                  <a:lnTo>
                    <a:pt x="3534132" y="1294309"/>
                  </a:lnTo>
                  <a:lnTo>
                    <a:pt x="3533061" y="1294152"/>
                  </a:lnTo>
                  <a:lnTo>
                    <a:pt x="3531989" y="1293995"/>
                  </a:lnTo>
                  <a:lnTo>
                    <a:pt x="3530918" y="1293839"/>
                  </a:lnTo>
                  <a:lnTo>
                    <a:pt x="3529846" y="1293682"/>
                  </a:lnTo>
                  <a:lnTo>
                    <a:pt x="3528774" y="1293526"/>
                  </a:lnTo>
                  <a:lnTo>
                    <a:pt x="3527703" y="1293370"/>
                  </a:lnTo>
                  <a:lnTo>
                    <a:pt x="3526631" y="1293214"/>
                  </a:lnTo>
                  <a:lnTo>
                    <a:pt x="3525560" y="1293058"/>
                  </a:lnTo>
                  <a:lnTo>
                    <a:pt x="3524488" y="1292902"/>
                  </a:lnTo>
                  <a:lnTo>
                    <a:pt x="3523416" y="1292747"/>
                  </a:lnTo>
                  <a:lnTo>
                    <a:pt x="3522345" y="1292592"/>
                  </a:lnTo>
                  <a:lnTo>
                    <a:pt x="3521273" y="1292437"/>
                  </a:lnTo>
                  <a:lnTo>
                    <a:pt x="3520202" y="1292282"/>
                  </a:lnTo>
                  <a:lnTo>
                    <a:pt x="3519130" y="1292127"/>
                  </a:lnTo>
                  <a:lnTo>
                    <a:pt x="3518058" y="1291972"/>
                  </a:lnTo>
                  <a:lnTo>
                    <a:pt x="3516987" y="1291818"/>
                  </a:lnTo>
                  <a:lnTo>
                    <a:pt x="3515915" y="1291664"/>
                  </a:lnTo>
                  <a:lnTo>
                    <a:pt x="3514844" y="1291510"/>
                  </a:lnTo>
                  <a:lnTo>
                    <a:pt x="3513772" y="1291356"/>
                  </a:lnTo>
                  <a:lnTo>
                    <a:pt x="3512700" y="1291202"/>
                  </a:lnTo>
                  <a:lnTo>
                    <a:pt x="3511629" y="1291048"/>
                  </a:lnTo>
                  <a:lnTo>
                    <a:pt x="3510557" y="1290895"/>
                  </a:lnTo>
                  <a:lnTo>
                    <a:pt x="3509486" y="1290742"/>
                  </a:lnTo>
                  <a:lnTo>
                    <a:pt x="3508414" y="1290589"/>
                  </a:lnTo>
                  <a:lnTo>
                    <a:pt x="3507342" y="1290436"/>
                  </a:lnTo>
                  <a:lnTo>
                    <a:pt x="3506271" y="1290283"/>
                  </a:lnTo>
                  <a:lnTo>
                    <a:pt x="3505199" y="1290131"/>
                  </a:lnTo>
                  <a:lnTo>
                    <a:pt x="3504128" y="1289978"/>
                  </a:lnTo>
                  <a:lnTo>
                    <a:pt x="3503056" y="1289826"/>
                  </a:lnTo>
                  <a:lnTo>
                    <a:pt x="3501984" y="1289674"/>
                  </a:lnTo>
                  <a:lnTo>
                    <a:pt x="3500913" y="1289522"/>
                  </a:lnTo>
                  <a:lnTo>
                    <a:pt x="3499841" y="1289371"/>
                  </a:lnTo>
                  <a:lnTo>
                    <a:pt x="3498770" y="1289219"/>
                  </a:lnTo>
                  <a:lnTo>
                    <a:pt x="3497698" y="1289068"/>
                  </a:lnTo>
                  <a:lnTo>
                    <a:pt x="3496626" y="1288917"/>
                  </a:lnTo>
                  <a:lnTo>
                    <a:pt x="3495555" y="1288766"/>
                  </a:lnTo>
                  <a:lnTo>
                    <a:pt x="3494483" y="1288615"/>
                  </a:lnTo>
                  <a:lnTo>
                    <a:pt x="3493412" y="1288464"/>
                  </a:lnTo>
                  <a:lnTo>
                    <a:pt x="3492340" y="1288314"/>
                  </a:lnTo>
                  <a:lnTo>
                    <a:pt x="3491268" y="1288164"/>
                  </a:lnTo>
                  <a:lnTo>
                    <a:pt x="3490197" y="1288014"/>
                  </a:lnTo>
                  <a:lnTo>
                    <a:pt x="3489125" y="1287864"/>
                  </a:lnTo>
                  <a:lnTo>
                    <a:pt x="3488054" y="1287714"/>
                  </a:lnTo>
                  <a:lnTo>
                    <a:pt x="3486982" y="1287565"/>
                  </a:lnTo>
                  <a:lnTo>
                    <a:pt x="3485910" y="1287416"/>
                  </a:lnTo>
                  <a:lnTo>
                    <a:pt x="3484839" y="1287266"/>
                  </a:lnTo>
                  <a:lnTo>
                    <a:pt x="3483767" y="1287117"/>
                  </a:lnTo>
                  <a:lnTo>
                    <a:pt x="3482696" y="1286969"/>
                  </a:lnTo>
                  <a:lnTo>
                    <a:pt x="3481624" y="1286820"/>
                  </a:lnTo>
                  <a:lnTo>
                    <a:pt x="3480552" y="1286672"/>
                  </a:lnTo>
                  <a:lnTo>
                    <a:pt x="3479481" y="1286524"/>
                  </a:lnTo>
                  <a:lnTo>
                    <a:pt x="3478409" y="1286376"/>
                  </a:lnTo>
                  <a:lnTo>
                    <a:pt x="3477338" y="1286228"/>
                  </a:lnTo>
                  <a:lnTo>
                    <a:pt x="3476266" y="1286080"/>
                  </a:lnTo>
                  <a:lnTo>
                    <a:pt x="3475194" y="1285933"/>
                  </a:lnTo>
                  <a:lnTo>
                    <a:pt x="3474123" y="1285785"/>
                  </a:lnTo>
                  <a:lnTo>
                    <a:pt x="3473051" y="1285638"/>
                  </a:lnTo>
                  <a:lnTo>
                    <a:pt x="3471980" y="1285491"/>
                  </a:lnTo>
                  <a:lnTo>
                    <a:pt x="3470908" y="1285345"/>
                  </a:lnTo>
                  <a:lnTo>
                    <a:pt x="3469836" y="1285198"/>
                  </a:lnTo>
                  <a:lnTo>
                    <a:pt x="3468765" y="1285052"/>
                  </a:lnTo>
                  <a:lnTo>
                    <a:pt x="3467693" y="1284906"/>
                  </a:lnTo>
                  <a:lnTo>
                    <a:pt x="3466622" y="1284760"/>
                  </a:lnTo>
                  <a:lnTo>
                    <a:pt x="3465550" y="1284614"/>
                  </a:lnTo>
                  <a:lnTo>
                    <a:pt x="3464478" y="1284469"/>
                  </a:lnTo>
                  <a:lnTo>
                    <a:pt x="3463407" y="1284323"/>
                  </a:lnTo>
                  <a:lnTo>
                    <a:pt x="3462335" y="1284178"/>
                  </a:lnTo>
                  <a:lnTo>
                    <a:pt x="3461264" y="1284033"/>
                  </a:lnTo>
                  <a:lnTo>
                    <a:pt x="3460192" y="1283888"/>
                  </a:lnTo>
                  <a:lnTo>
                    <a:pt x="3459120" y="1283744"/>
                  </a:lnTo>
                  <a:lnTo>
                    <a:pt x="3458049" y="1283599"/>
                  </a:lnTo>
                  <a:lnTo>
                    <a:pt x="3456977" y="1283455"/>
                  </a:lnTo>
                  <a:lnTo>
                    <a:pt x="3455906" y="1283311"/>
                  </a:lnTo>
                  <a:lnTo>
                    <a:pt x="3454834" y="1283167"/>
                  </a:lnTo>
                  <a:lnTo>
                    <a:pt x="3453762" y="1283024"/>
                  </a:lnTo>
                  <a:lnTo>
                    <a:pt x="3452691" y="1282880"/>
                  </a:lnTo>
                  <a:lnTo>
                    <a:pt x="3451619" y="1282737"/>
                  </a:lnTo>
                  <a:lnTo>
                    <a:pt x="3450548" y="1282594"/>
                  </a:lnTo>
                  <a:lnTo>
                    <a:pt x="3449476" y="1282452"/>
                  </a:lnTo>
                  <a:lnTo>
                    <a:pt x="3448404" y="1282309"/>
                  </a:lnTo>
                  <a:lnTo>
                    <a:pt x="3447333" y="1282167"/>
                  </a:lnTo>
                  <a:lnTo>
                    <a:pt x="3446261" y="1282024"/>
                  </a:lnTo>
                  <a:lnTo>
                    <a:pt x="3445190" y="1281882"/>
                  </a:lnTo>
                  <a:lnTo>
                    <a:pt x="3444118" y="1281741"/>
                  </a:lnTo>
                  <a:lnTo>
                    <a:pt x="3443046" y="1281599"/>
                  </a:lnTo>
                  <a:lnTo>
                    <a:pt x="3441975" y="1281458"/>
                  </a:lnTo>
                  <a:lnTo>
                    <a:pt x="3440903" y="1281316"/>
                  </a:lnTo>
                  <a:lnTo>
                    <a:pt x="3439832" y="1281175"/>
                  </a:lnTo>
                  <a:lnTo>
                    <a:pt x="3438760" y="1281035"/>
                  </a:lnTo>
                  <a:lnTo>
                    <a:pt x="3437688" y="1280894"/>
                  </a:lnTo>
                  <a:lnTo>
                    <a:pt x="3436617" y="1280754"/>
                  </a:lnTo>
                  <a:lnTo>
                    <a:pt x="3435545" y="1280613"/>
                  </a:lnTo>
                  <a:lnTo>
                    <a:pt x="3434474" y="1280473"/>
                  </a:lnTo>
                  <a:lnTo>
                    <a:pt x="3433402" y="1280334"/>
                  </a:lnTo>
                  <a:lnTo>
                    <a:pt x="3432330" y="1280194"/>
                  </a:lnTo>
                  <a:lnTo>
                    <a:pt x="3431259" y="1280055"/>
                  </a:lnTo>
                  <a:lnTo>
                    <a:pt x="3430187" y="1279916"/>
                  </a:lnTo>
                  <a:lnTo>
                    <a:pt x="3429116" y="1279777"/>
                  </a:lnTo>
                  <a:lnTo>
                    <a:pt x="3428044" y="1279638"/>
                  </a:lnTo>
                  <a:lnTo>
                    <a:pt x="3426972" y="1279500"/>
                  </a:lnTo>
                  <a:lnTo>
                    <a:pt x="3425901" y="1279361"/>
                  </a:lnTo>
                  <a:lnTo>
                    <a:pt x="3424829" y="1279223"/>
                  </a:lnTo>
                  <a:lnTo>
                    <a:pt x="3423758" y="1279085"/>
                  </a:lnTo>
                  <a:lnTo>
                    <a:pt x="3422686" y="1278948"/>
                  </a:lnTo>
                  <a:lnTo>
                    <a:pt x="3421614" y="1278810"/>
                  </a:lnTo>
                  <a:lnTo>
                    <a:pt x="3420543" y="1278673"/>
                  </a:lnTo>
                  <a:lnTo>
                    <a:pt x="3419471" y="1278536"/>
                  </a:lnTo>
                  <a:lnTo>
                    <a:pt x="3418400" y="1278399"/>
                  </a:lnTo>
                  <a:lnTo>
                    <a:pt x="3417328" y="1278263"/>
                  </a:lnTo>
                  <a:lnTo>
                    <a:pt x="3416256" y="1278126"/>
                  </a:lnTo>
                  <a:lnTo>
                    <a:pt x="3415185" y="1277990"/>
                  </a:lnTo>
                  <a:lnTo>
                    <a:pt x="3414113" y="1277854"/>
                  </a:lnTo>
                  <a:lnTo>
                    <a:pt x="3413042" y="1277718"/>
                  </a:lnTo>
                  <a:lnTo>
                    <a:pt x="3411970" y="1277583"/>
                  </a:lnTo>
                  <a:lnTo>
                    <a:pt x="3410898" y="1277448"/>
                  </a:lnTo>
                  <a:lnTo>
                    <a:pt x="3409827" y="1277312"/>
                  </a:lnTo>
                  <a:lnTo>
                    <a:pt x="3408755" y="1277178"/>
                  </a:lnTo>
                  <a:lnTo>
                    <a:pt x="3407684" y="1277043"/>
                  </a:lnTo>
                  <a:lnTo>
                    <a:pt x="3406612" y="1276909"/>
                  </a:lnTo>
                  <a:lnTo>
                    <a:pt x="3405540" y="1276774"/>
                  </a:lnTo>
                  <a:lnTo>
                    <a:pt x="3404469" y="1276640"/>
                  </a:lnTo>
                  <a:lnTo>
                    <a:pt x="3403397" y="1276507"/>
                  </a:lnTo>
                  <a:lnTo>
                    <a:pt x="3402326" y="1276373"/>
                  </a:lnTo>
                  <a:lnTo>
                    <a:pt x="3401254" y="1276240"/>
                  </a:lnTo>
                  <a:lnTo>
                    <a:pt x="3400182" y="1276107"/>
                  </a:lnTo>
                  <a:lnTo>
                    <a:pt x="3399111" y="1275974"/>
                  </a:lnTo>
                  <a:lnTo>
                    <a:pt x="3398039" y="1275841"/>
                  </a:lnTo>
                  <a:lnTo>
                    <a:pt x="3396968" y="1275709"/>
                  </a:lnTo>
                  <a:lnTo>
                    <a:pt x="3395896" y="1275576"/>
                  </a:lnTo>
                  <a:lnTo>
                    <a:pt x="3394824" y="1275444"/>
                  </a:lnTo>
                  <a:lnTo>
                    <a:pt x="3393753" y="1275313"/>
                  </a:lnTo>
                  <a:lnTo>
                    <a:pt x="3392681" y="1275181"/>
                  </a:lnTo>
                  <a:lnTo>
                    <a:pt x="3391610" y="1275050"/>
                  </a:lnTo>
                  <a:lnTo>
                    <a:pt x="3390538" y="1274919"/>
                  </a:lnTo>
                  <a:lnTo>
                    <a:pt x="3389466" y="1274788"/>
                  </a:lnTo>
                  <a:lnTo>
                    <a:pt x="3388395" y="1274657"/>
                  </a:lnTo>
                  <a:lnTo>
                    <a:pt x="3387323" y="1274527"/>
                  </a:lnTo>
                  <a:lnTo>
                    <a:pt x="3386252" y="1274397"/>
                  </a:lnTo>
                  <a:lnTo>
                    <a:pt x="3385180" y="1274267"/>
                  </a:lnTo>
                  <a:lnTo>
                    <a:pt x="3384108" y="1274137"/>
                  </a:lnTo>
                  <a:lnTo>
                    <a:pt x="3383037" y="1274008"/>
                  </a:lnTo>
                  <a:lnTo>
                    <a:pt x="3381965" y="1273878"/>
                  </a:lnTo>
                  <a:lnTo>
                    <a:pt x="3380894" y="1273749"/>
                  </a:lnTo>
                  <a:lnTo>
                    <a:pt x="3379822" y="1273621"/>
                  </a:lnTo>
                  <a:lnTo>
                    <a:pt x="3378750" y="1273492"/>
                  </a:lnTo>
                  <a:lnTo>
                    <a:pt x="3377679" y="1273364"/>
                  </a:lnTo>
                  <a:lnTo>
                    <a:pt x="3376607" y="1273236"/>
                  </a:lnTo>
                  <a:lnTo>
                    <a:pt x="3375536" y="1273108"/>
                  </a:lnTo>
                  <a:lnTo>
                    <a:pt x="3374464" y="1272980"/>
                  </a:lnTo>
                  <a:lnTo>
                    <a:pt x="3373392" y="1272853"/>
                  </a:lnTo>
                  <a:lnTo>
                    <a:pt x="3372321" y="1272726"/>
                  </a:lnTo>
                  <a:lnTo>
                    <a:pt x="3371249" y="1272599"/>
                  </a:lnTo>
                  <a:lnTo>
                    <a:pt x="3370178" y="1272472"/>
                  </a:lnTo>
                  <a:lnTo>
                    <a:pt x="3369106" y="1272346"/>
                  </a:lnTo>
                  <a:lnTo>
                    <a:pt x="3368035" y="1272220"/>
                  </a:lnTo>
                  <a:lnTo>
                    <a:pt x="3366963" y="1272094"/>
                  </a:lnTo>
                  <a:lnTo>
                    <a:pt x="3365891" y="1271968"/>
                  </a:lnTo>
                  <a:lnTo>
                    <a:pt x="3364820" y="1271843"/>
                  </a:lnTo>
                  <a:lnTo>
                    <a:pt x="3363748" y="1271717"/>
                  </a:lnTo>
                  <a:lnTo>
                    <a:pt x="3362677" y="1271593"/>
                  </a:lnTo>
                  <a:lnTo>
                    <a:pt x="3361605" y="1271468"/>
                  </a:lnTo>
                  <a:lnTo>
                    <a:pt x="3360533" y="1271343"/>
                  </a:lnTo>
                  <a:lnTo>
                    <a:pt x="3359462" y="1271219"/>
                  </a:lnTo>
                  <a:lnTo>
                    <a:pt x="3358390" y="1271095"/>
                  </a:lnTo>
                  <a:lnTo>
                    <a:pt x="3357319" y="1270971"/>
                  </a:lnTo>
                  <a:lnTo>
                    <a:pt x="3356247" y="1270848"/>
                  </a:lnTo>
                  <a:lnTo>
                    <a:pt x="3355175" y="1270725"/>
                  </a:lnTo>
                  <a:lnTo>
                    <a:pt x="3354104" y="1270601"/>
                  </a:lnTo>
                  <a:lnTo>
                    <a:pt x="3353032" y="1270479"/>
                  </a:lnTo>
                  <a:lnTo>
                    <a:pt x="3351961" y="1270356"/>
                  </a:lnTo>
                  <a:lnTo>
                    <a:pt x="3350889" y="1270234"/>
                  </a:lnTo>
                  <a:lnTo>
                    <a:pt x="3349817" y="1270112"/>
                  </a:lnTo>
                  <a:lnTo>
                    <a:pt x="3348746" y="1269990"/>
                  </a:lnTo>
                  <a:lnTo>
                    <a:pt x="3347674" y="1269869"/>
                  </a:lnTo>
                  <a:lnTo>
                    <a:pt x="3346603" y="1269747"/>
                  </a:lnTo>
                  <a:lnTo>
                    <a:pt x="3345531" y="1269626"/>
                  </a:lnTo>
                  <a:lnTo>
                    <a:pt x="3344459" y="1269505"/>
                  </a:lnTo>
                  <a:lnTo>
                    <a:pt x="3343388" y="1269385"/>
                  </a:lnTo>
                  <a:lnTo>
                    <a:pt x="3342316" y="1269265"/>
                  </a:lnTo>
                  <a:lnTo>
                    <a:pt x="3341245" y="1269145"/>
                  </a:lnTo>
                  <a:lnTo>
                    <a:pt x="3340173" y="1269025"/>
                  </a:lnTo>
                  <a:lnTo>
                    <a:pt x="3339101" y="1268905"/>
                  </a:lnTo>
                  <a:lnTo>
                    <a:pt x="3338030" y="1268786"/>
                  </a:lnTo>
                  <a:lnTo>
                    <a:pt x="3336958" y="1268667"/>
                  </a:lnTo>
                  <a:lnTo>
                    <a:pt x="3335887" y="1268548"/>
                  </a:lnTo>
                  <a:lnTo>
                    <a:pt x="3334815" y="1268430"/>
                  </a:lnTo>
                  <a:lnTo>
                    <a:pt x="3333743" y="1268312"/>
                  </a:lnTo>
                  <a:lnTo>
                    <a:pt x="3332672" y="1268194"/>
                  </a:lnTo>
                  <a:lnTo>
                    <a:pt x="3331600" y="1268076"/>
                  </a:lnTo>
                  <a:lnTo>
                    <a:pt x="3330529" y="1267958"/>
                  </a:lnTo>
                  <a:lnTo>
                    <a:pt x="3329457" y="1267841"/>
                  </a:lnTo>
                  <a:lnTo>
                    <a:pt x="3328385" y="1267724"/>
                  </a:lnTo>
                  <a:lnTo>
                    <a:pt x="3327314" y="1267607"/>
                  </a:lnTo>
                  <a:lnTo>
                    <a:pt x="3326242" y="1267491"/>
                  </a:lnTo>
                  <a:lnTo>
                    <a:pt x="3325171" y="1267375"/>
                  </a:lnTo>
                  <a:lnTo>
                    <a:pt x="3324099" y="1267259"/>
                  </a:lnTo>
                  <a:lnTo>
                    <a:pt x="3323027" y="1267143"/>
                  </a:lnTo>
                  <a:lnTo>
                    <a:pt x="3321956" y="1267028"/>
                  </a:lnTo>
                  <a:lnTo>
                    <a:pt x="3320884" y="1266913"/>
                  </a:lnTo>
                  <a:lnTo>
                    <a:pt x="3319813" y="1266798"/>
                  </a:lnTo>
                  <a:lnTo>
                    <a:pt x="3318741" y="1266683"/>
                  </a:lnTo>
                  <a:lnTo>
                    <a:pt x="3317669" y="1266569"/>
                  </a:lnTo>
                  <a:lnTo>
                    <a:pt x="3316598" y="1266455"/>
                  </a:lnTo>
                  <a:lnTo>
                    <a:pt x="3315526" y="1266341"/>
                  </a:lnTo>
                  <a:lnTo>
                    <a:pt x="3314455" y="1266228"/>
                  </a:lnTo>
                  <a:lnTo>
                    <a:pt x="3313383" y="1266114"/>
                  </a:lnTo>
                  <a:lnTo>
                    <a:pt x="3312311" y="1266001"/>
                  </a:lnTo>
                  <a:lnTo>
                    <a:pt x="3311240" y="1265889"/>
                  </a:lnTo>
                  <a:lnTo>
                    <a:pt x="3310168" y="1265776"/>
                  </a:lnTo>
                  <a:lnTo>
                    <a:pt x="3309097" y="1265664"/>
                  </a:lnTo>
                  <a:lnTo>
                    <a:pt x="3308025" y="1265552"/>
                  </a:lnTo>
                  <a:lnTo>
                    <a:pt x="3306953" y="1265441"/>
                  </a:lnTo>
                  <a:lnTo>
                    <a:pt x="3305882" y="1265329"/>
                  </a:lnTo>
                  <a:lnTo>
                    <a:pt x="3304810" y="1265218"/>
                  </a:lnTo>
                  <a:lnTo>
                    <a:pt x="3303739" y="1265107"/>
                  </a:lnTo>
                  <a:lnTo>
                    <a:pt x="3302667" y="1264997"/>
                  </a:lnTo>
                  <a:lnTo>
                    <a:pt x="3301595" y="1264886"/>
                  </a:lnTo>
                  <a:lnTo>
                    <a:pt x="3300524" y="1264776"/>
                  </a:lnTo>
                  <a:lnTo>
                    <a:pt x="3299452" y="1264667"/>
                  </a:lnTo>
                  <a:lnTo>
                    <a:pt x="3298381" y="1264557"/>
                  </a:lnTo>
                  <a:lnTo>
                    <a:pt x="3297309" y="1264448"/>
                  </a:lnTo>
                  <a:lnTo>
                    <a:pt x="3296237" y="1264339"/>
                  </a:lnTo>
                  <a:lnTo>
                    <a:pt x="3295166" y="1264231"/>
                  </a:lnTo>
                  <a:lnTo>
                    <a:pt x="3294094" y="1264122"/>
                  </a:lnTo>
                  <a:lnTo>
                    <a:pt x="3293023" y="1264014"/>
                  </a:lnTo>
                  <a:lnTo>
                    <a:pt x="3291951" y="1263906"/>
                  </a:lnTo>
                  <a:lnTo>
                    <a:pt x="3290879" y="1263799"/>
                  </a:lnTo>
                  <a:lnTo>
                    <a:pt x="3289808" y="1263692"/>
                  </a:lnTo>
                  <a:lnTo>
                    <a:pt x="3288736" y="1263585"/>
                  </a:lnTo>
                  <a:lnTo>
                    <a:pt x="3287665" y="1263478"/>
                  </a:lnTo>
                  <a:lnTo>
                    <a:pt x="3286593" y="1263372"/>
                  </a:lnTo>
                  <a:lnTo>
                    <a:pt x="3285521" y="1263266"/>
                  </a:lnTo>
                  <a:lnTo>
                    <a:pt x="3284450" y="1263160"/>
                  </a:lnTo>
                  <a:lnTo>
                    <a:pt x="3283378" y="1263054"/>
                  </a:lnTo>
                  <a:lnTo>
                    <a:pt x="3282307" y="1262949"/>
                  </a:lnTo>
                  <a:lnTo>
                    <a:pt x="3281235" y="1262844"/>
                  </a:lnTo>
                  <a:lnTo>
                    <a:pt x="3280163" y="1262739"/>
                  </a:lnTo>
                  <a:lnTo>
                    <a:pt x="3279092" y="1262635"/>
                  </a:lnTo>
                  <a:lnTo>
                    <a:pt x="3278020" y="1262531"/>
                  </a:lnTo>
                  <a:lnTo>
                    <a:pt x="3276949" y="1262427"/>
                  </a:lnTo>
                  <a:lnTo>
                    <a:pt x="3275877" y="1262324"/>
                  </a:lnTo>
                  <a:lnTo>
                    <a:pt x="3274805" y="1262220"/>
                  </a:lnTo>
                  <a:lnTo>
                    <a:pt x="3273734" y="1262117"/>
                  </a:lnTo>
                  <a:lnTo>
                    <a:pt x="3272662" y="1262015"/>
                  </a:lnTo>
                  <a:lnTo>
                    <a:pt x="3271591" y="1261912"/>
                  </a:lnTo>
                  <a:lnTo>
                    <a:pt x="3270519" y="1261810"/>
                  </a:lnTo>
                  <a:lnTo>
                    <a:pt x="3269447" y="1261709"/>
                  </a:lnTo>
                  <a:lnTo>
                    <a:pt x="3268376" y="1261607"/>
                  </a:lnTo>
                  <a:lnTo>
                    <a:pt x="3267304" y="1261506"/>
                  </a:lnTo>
                  <a:lnTo>
                    <a:pt x="3266233" y="1261405"/>
                  </a:lnTo>
                  <a:lnTo>
                    <a:pt x="3265161" y="1261304"/>
                  </a:lnTo>
                  <a:lnTo>
                    <a:pt x="3264089" y="1261204"/>
                  </a:lnTo>
                  <a:lnTo>
                    <a:pt x="3263018" y="1261104"/>
                  </a:lnTo>
                  <a:lnTo>
                    <a:pt x="3261946" y="1261004"/>
                  </a:lnTo>
                  <a:lnTo>
                    <a:pt x="3260875" y="1260905"/>
                  </a:lnTo>
                  <a:lnTo>
                    <a:pt x="3259803" y="1260806"/>
                  </a:lnTo>
                  <a:lnTo>
                    <a:pt x="3258731" y="1260707"/>
                  </a:lnTo>
                  <a:lnTo>
                    <a:pt x="3257660" y="1260608"/>
                  </a:lnTo>
                  <a:lnTo>
                    <a:pt x="3256588" y="1260510"/>
                  </a:lnTo>
                  <a:lnTo>
                    <a:pt x="3255517" y="1260412"/>
                  </a:lnTo>
                  <a:lnTo>
                    <a:pt x="3254445" y="1260315"/>
                  </a:lnTo>
                  <a:lnTo>
                    <a:pt x="3253373" y="1260217"/>
                  </a:lnTo>
                  <a:lnTo>
                    <a:pt x="3252302" y="1260120"/>
                  </a:lnTo>
                  <a:lnTo>
                    <a:pt x="3251230" y="1260024"/>
                  </a:lnTo>
                  <a:lnTo>
                    <a:pt x="3250159" y="1259927"/>
                  </a:lnTo>
                  <a:lnTo>
                    <a:pt x="3249087" y="1259831"/>
                  </a:lnTo>
                  <a:lnTo>
                    <a:pt x="3248015" y="1259735"/>
                  </a:lnTo>
                  <a:lnTo>
                    <a:pt x="3246944" y="1259640"/>
                  </a:lnTo>
                  <a:lnTo>
                    <a:pt x="3245872" y="1259545"/>
                  </a:lnTo>
                  <a:lnTo>
                    <a:pt x="3244801" y="1259450"/>
                  </a:lnTo>
                  <a:lnTo>
                    <a:pt x="3243729" y="1259355"/>
                  </a:lnTo>
                  <a:lnTo>
                    <a:pt x="3242657" y="1259261"/>
                  </a:lnTo>
                  <a:lnTo>
                    <a:pt x="3241586" y="1259167"/>
                  </a:lnTo>
                  <a:lnTo>
                    <a:pt x="3240514" y="1259073"/>
                  </a:lnTo>
                  <a:lnTo>
                    <a:pt x="3239443" y="1258980"/>
                  </a:lnTo>
                  <a:lnTo>
                    <a:pt x="3238371" y="1258887"/>
                  </a:lnTo>
                  <a:lnTo>
                    <a:pt x="3237299" y="1258794"/>
                  </a:lnTo>
                  <a:lnTo>
                    <a:pt x="3236228" y="1258702"/>
                  </a:lnTo>
                  <a:lnTo>
                    <a:pt x="3235156" y="1258610"/>
                  </a:lnTo>
                  <a:lnTo>
                    <a:pt x="3234085" y="1258518"/>
                  </a:lnTo>
                  <a:lnTo>
                    <a:pt x="3233013" y="1258426"/>
                  </a:lnTo>
                  <a:lnTo>
                    <a:pt x="3231941" y="1258335"/>
                  </a:lnTo>
                  <a:lnTo>
                    <a:pt x="3230870" y="1258244"/>
                  </a:lnTo>
                  <a:lnTo>
                    <a:pt x="3229798" y="1258154"/>
                  </a:lnTo>
                  <a:lnTo>
                    <a:pt x="3228727" y="1258064"/>
                  </a:lnTo>
                  <a:lnTo>
                    <a:pt x="3227655" y="1257974"/>
                  </a:lnTo>
                  <a:lnTo>
                    <a:pt x="3226583" y="1257884"/>
                  </a:lnTo>
                  <a:lnTo>
                    <a:pt x="3225512" y="1257795"/>
                  </a:lnTo>
                  <a:lnTo>
                    <a:pt x="3224440" y="1257706"/>
                  </a:lnTo>
                  <a:lnTo>
                    <a:pt x="3223369" y="1257617"/>
                  </a:lnTo>
                  <a:lnTo>
                    <a:pt x="3222297" y="1257529"/>
                  </a:lnTo>
                  <a:lnTo>
                    <a:pt x="3221225" y="1257441"/>
                  </a:lnTo>
                  <a:lnTo>
                    <a:pt x="3220154" y="1257353"/>
                  </a:lnTo>
                  <a:lnTo>
                    <a:pt x="3219082" y="1257266"/>
                  </a:lnTo>
                  <a:lnTo>
                    <a:pt x="3218011" y="1257179"/>
                  </a:lnTo>
                  <a:lnTo>
                    <a:pt x="3216939" y="1257092"/>
                  </a:lnTo>
                  <a:lnTo>
                    <a:pt x="3215867" y="1257006"/>
                  </a:lnTo>
                  <a:lnTo>
                    <a:pt x="3214796" y="1256920"/>
                  </a:lnTo>
                  <a:lnTo>
                    <a:pt x="3213724" y="1256834"/>
                  </a:lnTo>
                  <a:lnTo>
                    <a:pt x="3212653" y="1256749"/>
                  </a:lnTo>
                  <a:lnTo>
                    <a:pt x="3211581" y="1256663"/>
                  </a:lnTo>
                  <a:lnTo>
                    <a:pt x="3210509" y="1256579"/>
                  </a:lnTo>
                  <a:lnTo>
                    <a:pt x="3209438" y="1256494"/>
                  </a:lnTo>
                  <a:lnTo>
                    <a:pt x="3208366" y="1256410"/>
                  </a:lnTo>
                  <a:lnTo>
                    <a:pt x="3207295" y="1256326"/>
                  </a:lnTo>
                  <a:lnTo>
                    <a:pt x="3206223" y="1256243"/>
                  </a:lnTo>
                  <a:lnTo>
                    <a:pt x="3205151" y="1256160"/>
                  </a:lnTo>
                  <a:lnTo>
                    <a:pt x="3204080" y="1256077"/>
                  </a:lnTo>
                  <a:lnTo>
                    <a:pt x="3203008" y="1255995"/>
                  </a:lnTo>
                  <a:lnTo>
                    <a:pt x="3201937" y="1255912"/>
                  </a:lnTo>
                  <a:lnTo>
                    <a:pt x="3200865" y="1255831"/>
                  </a:lnTo>
                  <a:lnTo>
                    <a:pt x="3199793" y="1255749"/>
                  </a:lnTo>
                  <a:lnTo>
                    <a:pt x="3198722" y="1255668"/>
                  </a:lnTo>
                  <a:lnTo>
                    <a:pt x="3197650" y="1255587"/>
                  </a:lnTo>
                  <a:lnTo>
                    <a:pt x="3196579" y="1255507"/>
                  </a:lnTo>
                  <a:lnTo>
                    <a:pt x="3195507" y="1255427"/>
                  </a:lnTo>
                  <a:lnTo>
                    <a:pt x="3194436" y="1255347"/>
                  </a:lnTo>
                  <a:lnTo>
                    <a:pt x="3193364" y="1255267"/>
                  </a:lnTo>
                  <a:lnTo>
                    <a:pt x="3192292" y="1255188"/>
                  </a:lnTo>
                  <a:lnTo>
                    <a:pt x="3191221" y="1255110"/>
                  </a:lnTo>
                  <a:lnTo>
                    <a:pt x="3190149" y="1255031"/>
                  </a:lnTo>
                  <a:lnTo>
                    <a:pt x="3189078" y="1254953"/>
                  </a:lnTo>
                  <a:lnTo>
                    <a:pt x="3188006" y="1254875"/>
                  </a:lnTo>
                  <a:lnTo>
                    <a:pt x="3186934" y="1254798"/>
                  </a:lnTo>
                  <a:lnTo>
                    <a:pt x="3185863" y="1254721"/>
                  </a:lnTo>
                  <a:lnTo>
                    <a:pt x="3184791" y="1254644"/>
                  </a:lnTo>
                  <a:lnTo>
                    <a:pt x="3183720" y="1254568"/>
                  </a:lnTo>
                  <a:lnTo>
                    <a:pt x="3182648" y="1254492"/>
                  </a:lnTo>
                  <a:lnTo>
                    <a:pt x="3181576" y="1254416"/>
                  </a:lnTo>
                  <a:lnTo>
                    <a:pt x="3180505" y="1254340"/>
                  </a:lnTo>
                  <a:lnTo>
                    <a:pt x="3179433" y="1254265"/>
                  </a:lnTo>
                  <a:lnTo>
                    <a:pt x="3178362" y="1254191"/>
                  </a:lnTo>
                  <a:lnTo>
                    <a:pt x="3177290" y="1254116"/>
                  </a:lnTo>
                  <a:lnTo>
                    <a:pt x="3176218" y="1254042"/>
                  </a:lnTo>
                  <a:lnTo>
                    <a:pt x="3175147" y="1253969"/>
                  </a:lnTo>
                  <a:lnTo>
                    <a:pt x="3174075" y="1253895"/>
                  </a:lnTo>
                  <a:lnTo>
                    <a:pt x="3173004" y="1253823"/>
                  </a:lnTo>
                  <a:lnTo>
                    <a:pt x="3171932" y="1253750"/>
                  </a:lnTo>
                  <a:lnTo>
                    <a:pt x="3170860" y="1253678"/>
                  </a:lnTo>
                  <a:lnTo>
                    <a:pt x="3169789" y="1253606"/>
                  </a:lnTo>
                  <a:lnTo>
                    <a:pt x="3168717" y="1253534"/>
                  </a:lnTo>
                  <a:lnTo>
                    <a:pt x="3167646" y="1253463"/>
                  </a:lnTo>
                  <a:lnTo>
                    <a:pt x="3166574" y="1253392"/>
                  </a:lnTo>
                  <a:lnTo>
                    <a:pt x="3165502" y="1253322"/>
                  </a:lnTo>
                  <a:lnTo>
                    <a:pt x="3164431" y="1253252"/>
                  </a:lnTo>
                  <a:lnTo>
                    <a:pt x="3163359" y="1253182"/>
                  </a:lnTo>
                  <a:lnTo>
                    <a:pt x="3162288" y="1253112"/>
                  </a:lnTo>
                  <a:lnTo>
                    <a:pt x="3161216" y="1253043"/>
                  </a:lnTo>
                  <a:lnTo>
                    <a:pt x="3160144" y="1252975"/>
                  </a:lnTo>
                  <a:lnTo>
                    <a:pt x="3159073" y="1252906"/>
                  </a:lnTo>
                  <a:lnTo>
                    <a:pt x="3158001" y="1252838"/>
                  </a:lnTo>
                  <a:lnTo>
                    <a:pt x="3156930" y="1252771"/>
                  </a:lnTo>
                  <a:lnTo>
                    <a:pt x="3155858" y="1252703"/>
                  </a:lnTo>
                  <a:lnTo>
                    <a:pt x="3154786" y="1252636"/>
                  </a:lnTo>
                  <a:lnTo>
                    <a:pt x="3153715" y="1252570"/>
                  </a:lnTo>
                  <a:lnTo>
                    <a:pt x="3152643" y="1252504"/>
                  </a:lnTo>
                  <a:lnTo>
                    <a:pt x="3151572" y="1252438"/>
                  </a:lnTo>
                  <a:lnTo>
                    <a:pt x="3150500" y="1252372"/>
                  </a:lnTo>
                  <a:lnTo>
                    <a:pt x="3149428" y="1252307"/>
                  </a:lnTo>
                  <a:lnTo>
                    <a:pt x="3148357" y="1252242"/>
                  </a:lnTo>
                  <a:lnTo>
                    <a:pt x="3147285" y="1252178"/>
                  </a:lnTo>
                  <a:lnTo>
                    <a:pt x="3146214" y="1252114"/>
                  </a:lnTo>
                  <a:lnTo>
                    <a:pt x="3145142" y="1252050"/>
                  </a:lnTo>
                  <a:lnTo>
                    <a:pt x="3144070" y="1251987"/>
                  </a:lnTo>
                  <a:lnTo>
                    <a:pt x="3142999" y="1251924"/>
                  </a:lnTo>
                  <a:lnTo>
                    <a:pt x="3141927" y="1251861"/>
                  </a:lnTo>
                  <a:lnTo>
                    <a:pt x="3140856" y="1251799"/>
                  </a:lnTo>
                  <a:lnTo>
                    <a:pt x="3139784" y="1251737"/>
                  </a:lnTo>
                  <a:lnTo>
                    <a:pt x="3138712" y="1251676"/>
                  </a:lnTo>
                  <a:lnTo>
                    <a:pt x="3137641" y="1251615"/>
                  </a:lnTo>
                  <a:lnTo>
                    <a:pt x="3136569" y="1251554"/>
                  </a:lnTo>
                  <a:lnTo>
                    <a:pt x="3135498" y="1251494"/>
                  </a:lnTo>
                  <a:lnTo>
                    <a:pt x="3134426" y="1251434"/>
                  </a:lnTo>
                  <a:lnTo>
                    <a:pt x="3133354" y="1251374"/>
                  </a:lnTo>
                  <a:lnTo>
                    <a:pt x="3132283" y="1251315"/>
                  </a:lnTo>
                  <a:lnTo>
                    <a:pt x="3131211" y="1251256"/>
                  </a:lnTo>
                  <a:lnTo>
                    <a:pt x="3130140" y="1251197"/>
                  </a:lnTo>
                  <a:lnTo>
                    <a:pt x="3129068" y="1251139"/>
                  </a:lnTo>
                  <a:lnTo>
                    <a:pt x="3127996" y="1251082"/>
                  </a:lnTo>
                  <a:lnTo>
                    <a:pt x="3126925" y="1251024"/>
                  </a:lnTo>
                  <a:lnTo>
                    <a:pt x="3125853" y="1250967"/>
                  </a:lnTo>
                  <a:lnTo>
                    <a:pt x="3124782" y="1250911"/>
                  </a:lnTo>
                  <a:lnTo>
                    <a:pt x="3123710" y="1250854"/>
                  </a:lnTo>
                  <a:lnTo>
                    <a:pt x="3122638" y="1250799"/>
                  </a:lnTo>
                  <a:lnTo>
                    <a:pt x="3121567" y="1250743"/>
                  </a:lnTo>
                  <a:lnTo>
                    <a:pt x="3120495" y="1250688"/>
                  </a:lnTo>
                  <a:lnTo>
                    <a:pt x="3119424" y="1250633"/>
                  </a:lnTo>
                  <a:lnTo>
                    <a:pt x="3118352" y="1250579"/>
                  </a:lnTo>
                  <a:lnTo>
                    <a:pt x="3117280" y="1250525"/>
                  </a:lnTo>
                  <a:lnTo>
                    <a:pt x="3116209" y="1250471"/>
                  </a:lnTo>
                  <a:lnTo>
                    <a:pt x="3115137" y="1250418"/>
                  </a:lnTo>
                  <a:lnTo>
                    <a:pt x="3114066" y="1250365"/>
                  </a:lnTo>
                  <a:lnTo>
                    <a:pt x="3112994" y="1250313"/>
                  </a:lnTo>
                  <a:lnTo>
                    <a:pt x="3111922" y="1250261"/>
                  </a:lnTo>
                  <a:lnTo>
                    <a:pt x="3110851" y="1250209"/>
                  </a:lnTo>
                  <a:lnTo>
                    <a:pt x="3109779" y="1250158"/>
                  </a:lnTo>
                  <a:lnTo>
                    <a:pt x="3108708" y="1250107"/>
                  </a:lnTo>
                  <a:lnTo>
                    <a:pt x="3107636" y="1250056"/>
                  </a:lnTo>
                  <a:lnTo>
                    <a:pt x="3106564" y="1250006"/>
                  </a:lnTo>
                  <a:lnTo>
                    <a:pt x="3105493" y="1249957"/>
                  </a:lnTo>
                  <a:lnTo>
                    <a:pt x="3104421" y="1249907"/>
                  </a:lnTo>
                  <a:lnTo>
                    <a:pt x="3103350" y="1249858"/>
                  </a:lnTo>
                  <a:lnTo>
                    <a:pt x="3102278" y="1249810"/>
                  </a:lnTo>
                  <a:lnTo>
                    <a:pt x="3101206" y="1249761"/>
                  </a:lnTo>
                  <a:lnTo>
                    <a:pt x="3100135" y="1249714"/>
                  </a:lnTo>
                  <a:lnTo>
                    <a:pt x="3099063" y="1249666"/>
                  </a:lnTo>
                  <a:lnTo>
                    <a:pt x="3097992" y="1249619"/>
                  </a:lnTo>
                  <a:lnTo>
                    <a:pt x="3096920" y="1249573"/>
                  </a:lnTo>
                  <a:lnTo>
                    <a:pt x="3095848" y="1249526"/>
                  </a:lnTo>
                  <a:lnTo>
                    <a:pt x="3094777" y="1249481"/>
                  </a:lnTo>
                  <a:lnTo>
                    <a:pt x="3093705" y="1249435"/>
                  </a:lnTo>
                  <a:lnTo>
                    <a:pt x="3092634" y="1249390"/>
                  </a:lnTo>
                  <a:lnTo>
                    <a:pt x="3091562" y="1249345"/>
                  </a:lnTo>
                  <a:lnTo>
                    <a:pt x="3090490" y="1249301"/>
                  </a:lnTo>
                  <a:lnTo>
                    <a:pt x="3089419" y="1249257"/>
                  </a:lnTo>
                  <a:lnTo>
                    <a:pt x="3088347" y="1249214"/>
                  </a:lnTo>
                  <a:lnTo>
                    <a:pt x="3087276" y="1249171"/>
                  </a:lnTo>
                  <a:lnTo>
                    <a:pt x="3086204" y="1249128"/>
                  </a:lnTo>
                  <a:lnTo>
                    <a:pt x="3085132" y="1249086"/>
                  </a:lnTo>
                  <a:lnTo>
                    <a:pt x="3084061" y="1249044"/>
                  </a:lnTo>
                  <a:lnTo>
                    <a:pt x="3082989" y="1249003"/>
                  </a:lnTo>
                  <a:lnTo>
                    <a:pt x="3081918" y="1248962"/>
                  </a:lnTo>
                  <a:lnTo>
                    <a:pt x="3080846" y="1248921"/>
                  </a:lnTo>
                  <a:lnTo>
                    <a:pt x="3079774" y="1248881"/>
                  </a:lnTo>
                  <a:lnTo>
                    <a:pt x="3078703" y="1248841"/>
                  </a:lnTo>
                  <a:lnTo>
                    <a:pt x="3077631" y="1248801"/>
                  </a:lnTo>
                  <a:lnTo>
                    <a:pt x="3076560" y="1248762"/>
                  </a:lnTo>
                  <a:lnTo>
                    <a:pt x="3075488" y="1248724"/>
                  </a:lnTo>
                  <a:lnTo>
                    <a:pt x="3074416" y="1248685"/>
                  </a:lnTo>
                  <a:lnTo>
                    <a:pt x="3073345" y="1248648"/>
                  </a:lnTo>
                  <a:lnTo>
                    <a:pt x="3072273" y="1248610"/>
                  </a:lnTo>
                  <a:lnTo>
                    <a:pt x="3071202" y="1248573"/>
                  </a:lnTo>
                  <a:lnTo>
                    <a:pt x="3070130" y="1248537"/>
                  </a:lnTo>
                  <a:lnTo>
                    <a:pt x="3069058" y="1248500"/>
                  </a:lnTo>
                  <a:lnTo>
                    <a:pt x="3067987" y="1248465"/>
                  </a:lnTo>
                  <a:lnTo>
                    <a:pt x="3066915" y="1248429"/>
                  </a:lnTo>
                  <a:lnTo>
                    <a:pt x="3065844" y="1248394"/>
                  </a:lnTo>
                  <a:lnTo>
                    <a:pt x="3064772" y="1248360"/>
                  </a:lnTo>
                  <a:lnTo>
                    <a:pt x="3063700" y="1248326"/>
                  </a:lnTo>
                  <a:lnTo>
                    <a:pt x="3062629" y="1248292"/>
                  </a:lnTo>
                  <a:lnTo>
                    <a:pt x="3061557" y="1248259"/>
                  </a:lnTo>
                  <a:lnTo>
                    <a:pt x="3060486" y="1248226"/>
                  </a:lnTo>
                  <a:lnTo>
                    <a:pt x="3059414" y="1248193"/>
                  </a:lnTo>
                  <a:lnTo>
                    <a:pt x="3058342" y="1248161"/>
                  </a:lnTo>
                  <a:lnTo>
                    <a:pt x="3057271" y="1248129"/>
                  </a:lnTo>
                  <a:lnTo>
                    <a:pt x="3056199" y="1248098"/>
                  </a:lnTo>
                  <a:lnTo>
                    <a:pt x="3055128" y="1248067"/>
                  </a:lnTo>
                  <a:lnTo>
                    <a:pt x="3054056" y="1248037"/>
                  </a:lnTo>
                  <a:lnTo>
                    <a:pt x="3052984" y="1248007"/>
                  </a:lnTo>
                  <a:lnTo>
                    <a:pt x="3051913" y="1247977"/>
                  </a:lnTo>
                  <a:lnTo>
                    <a:pt x="3050841" y="1247948"/>
                  </a:lnTo>
                  <a:lnTo>
                    <a:pt x="3049770" y="1247919"/>
                  </a:lnTo>
                  <a:lnTo>
                    <a:pt x="3048698" y="1247891"/>
                  </a:lnTo>
                  <a:lnTo>
                    <a:pt x="3047626" y="1247863"/>
                  </a:lnTo>
                  <a:lnTo>
                    <a:pt x="3046555" y="1247836"/>
                  </a:lnTo>
                  <a:lnTo>
                    <a:pt x="3045483" y="1247809"/>
                  </a:lnTo>
                  <a:lnTo>
                    <a:pt x="3044412" y="1247782"/>
                  </a:lnTo>
                  <a:lnTo>
                    <a:pt x="3043340" y="1247756"/>
                  </a:lnTo>
                  <a:lnTo>
                    <a:pt x="3042268" y="1247730"/>
                  </a:lnTo>
                  <a:lnTo>
                    <a:pt x="3041197" y="1247705"/>
                  </a:lnTo>
                  <a:lnTo>
                    <a:pt x="3040125" y="1247680"/>
                  </a:lnTo>
                  <a:lnTo>
                    <a:pt x="3039054" y="1247655"/>
                  </a:lnTo>
                  <a:lnTo>
                    <a:pt x="3037982" y="1247631"/>
                  </a:lnTo>
                  <a:lnTo>
                    <a:pt x="3036910" y="1247607"/>
                  </a:lnTo>
                  <a:lnTo>
                    <a:pt x="3035839" y="1247584"/>
                  </a:lnTo>
                  <a:lnTo>
                    <a:pt x="3034767" y="1247561"/>
                  </a:lnTo>
                  <a:lnTo>
                    <a:pt x="3033696" y="1247539"/>
                  </a:lnTo>
                  <a:lnTo>
                    <a:pt x="3032624" y="1247517"/>
                  </a:lnTo>
                  <a:lnTo>
                    <a:pt x="3031552" y="1247495"/>
                  </a:lnTo>
                  <a:lnTo>
                    <a:pt x="3030481" y="1247474"/>
                  </a:lnTo>
                  <a:lnTo>
                    <a:pt x="3029409" y="1247453"/>
                  </a:lnTo>
                  <a:lnTo>
                    <a:pt x="3028338" y="1247433"/>
                  </a:lnTo>
                  <a:lnTo>
                    <a:pt x="3027266" y="1247413"/>
                  </a:lnTo>
                  <a:lnTo>
                    <a:pt x="3026194" y="1247394"/>
                  </a:lnTo>
                  <a:lnTo>
                    <a:pt x="3025123" y="1247375"/>
                  </a:lnTo>
                  <a:lnTo>
                    <a:pt x="3024051" y="1247356"/>
                  </a:lnTo>
                  <a:lnTo>
                    <a:pt x="3022980" y="1247338"/>
                  </a:lnTo>
                  <a:lnTo>
                    <a:pt x="3021908" y="1247321"/>
                  </a:lnTo>
                  <a:lnTo>
                    <a:pt x="3020836" y="1247303"/>
                  </a:lnTo>
                  <a:lnTo>
                    <a:pt x="3019765" y="1247287"/>
                  </a:lnTo>
                  <a:lnTo>
                    <a:pt x="3018693" y="1247270"/>
                  </a:lnTo>
                  <a:lnTo>
                    <a:pt x="3017622" y="1247254"/>
                  </a:lnTo>
                  <a:lnTo>
                    <a:pt x="3016550" y="1247239"/>
                  </a:lnTo>
                  <a:lnTo>
                    <a:pt x="3015479" y="1247224"/>
                  </a:lnTo>
                  <a:lnTo>
                    <a:pt x="3014407" y="1247209"/>
                  </a:lnTo>
                  <a:lnTo>
                    <a:pt x="3013335" y="1247195"/>
                  </a:lnTo>
                  <a:lnTo>
                    <a:pt x="3012264" y="1247181"/>
                  </a:lnTo>
                  <a:lnTo>
                    <a:pt x="3011192" y="1247168"/>
                  </a:lnTo>
                  <a:lnTo>
                    <a:pt x="3010121" y="1247155"/>
                  </a:lnTo>
                  <a:lnTo>
                    <a:pt x="3009049" y="1247143"/>
                  </a:lnTo>
                  <a:lnTo>
                    <a:pt x="3007977" y="1247131"/>
                  </a:lnTo>
                  <a:lnTo>
                    <a:pt x="3006906" y="1247119"/>
                  </a:lnTo>
                  <a:lnTo>
                    <a:pt x="3005834" y="1247108"/>
                  </a:lnTo>
                  <a:lnTo>
                    <a:pt x="3004763" y="1247097"/>
                  </a:lnTo>
                  <a:lnTo>
                    <a:pt x="3003691" y="1247087"/>
                  </a:lnTo>
                  <a:lnTo>
                    <a:pt x="3002619" y="1247077"/>
                  </a:lnTo>
                  <a:lnTo>
                    <a:pt x="3001548" y="1247068"/>
                  </a:lnTo>
                  <a:lnTo>
                    <a:pt x="3000476" y="1247059"/>
                  </a:lnTo>
                  <a:lnTo>
                    <a:pt x="2999405" y="1247051"/>
                  </a:lnTo>
                  <a:lnTo>
                    <a:pt x="2998333" y="1247043"/>
                  </a:lnTo>
                  <a:lnTo>
                    <a:pt x="2997261" y="1247035"/>
                  </a:lnTo>
                  <a:lnTo>
                    <a:pt x="2996190" y="1247028"/>
                  </a:lnTo>
                  <a:lnTo>
                    <a:pt x="2995118" y="1247021"/>
                  </a:lnTo>
                  <a:lnTo>
                    <a:pt x="2994047" y="1247015"/>
                  </a:lnTo>
                  <a:lnTo>
                    <a:pt x="2992975" y="1247009"/>
                  </a:lnTo>
                  <a:lnTo>
                    <a:pt x="2991903" y="1247004"/>
                  </a:lnTo>
                  <a:lnTo>
                    <a:pt x="2990832" y="1246999"/>
                  </a:lnTo>
                  <a:lnTo>
                    <a:pt x="2989760" y="1246994"/>
                  </a:lnTo>
                  <a:lnTo>
                    <a:pt x="2988689" y="1246990"/>
                  </a:lnTo>
                  <a:lnTo>
                    <a:pt x="2987617" y="1246987"/>
                  </a:lnTo>
                  <a:lnTo>
                    <a:pt x="2986545" y="1246983"/>
                  </a:lnTo>
                  <a:lnTo>
                    <a:pt x="2985474" y="1246981"/>
                  </a:lnTo>
                  <a:lnTo>
                    <a:pt x="2984402" y="1246979"/>
                  </a:lnTo>
                  <a:lnTo>
                    <a:pt x="2983331" y="1246977"/>
                  </a:lnTo>
                  <a:lnTo>
                    <a:pt x="2982259" y="1246975"/>
                  </a:lnTo>
                  <a:lnTo>
                    <a:pt x="2981187" y="1246974"/>
                  </a:lnTo>
                  <a:lnTo>
                    <a:pt x="2980116" y="1246974"/>
                  </a:lnTo>
                  <a:lnTo>
                    <a:pt x="2979044" y="1246974"/>
                  </a:lnTo>
                  <a:lnTo>
                    <a:pt x="2977973" y="1246974"/>
                  </a:lnTo>
                  <a:lnTo>
                    <a:pt x="2976901" y="1246975"/>
                  </a:lnTo>
                  <a:lnTo>
                    <a:pt x="2975829" y="1246976"/>
                  </a:lnTo>
                  <a:lnTo>
                    <a:pt x="2974758" y="1246978"/>
                  </a:lnTo>
                  <a:lnTo>
                    <a:pt x="2973686" y="1246980"/>
                  </a:lnTo>
                  <a:lnTo>
                    <a:pt x="2972615" y="1246983"/>
                  </a:lnTo>
                  <a:lnTo>
                    <a:pt x="2971543" y="1246986"/>
                  </a:lnTo>
                  <a:lnTo>
                    <a:pt x="2970471" y="1246990"/>
                  </a:lnTo>
                  <a:lnTo>
                    <a:pt x="2969400" y="1246994"/>
                  </a:lnTo>
                  <a:lnTo>
                    <a:pt x="2968328" y="1246998"/>
                  </a:lnTo>
                  <a:lnTo>
                    <a:pt x="2967257" y="1247003"/>
                  </a:lnTo>
                  <a:lnTo>
                    <a:pt x="2966185" y="1247008"/>
                  </a:lnTo>
                  <a:lnTo>
                    <a:pt x="2965113" y="1247014"/>
                  </a:lnTo>
                  <a:lnTo>
                    <a:pt x="2964042" y="1247020"/>
                  </a:lnTo>
                  <a:lnTo>
                    <a:pt x="2962970" y="1247027"/>
                  </a:lnTo>
                  <a:lnTo>
                    <a:pt x="2961899" y="1247034"/>
                  </a:lnTo>
                  <a:lnTo>
                    <a:pt x="2960827" y="1247041"/>
                  </a:lnTo>
                  <a:lnTo>
                    <a:pt x="2959755" y="1247049"/>
                  </a:lnTo>
                  <a:lnTo>
                    <a:pt x="2958684" y="1247058"/>
                  </a:lnTo>
                  <a:lnTo>
                    <a:pt x="2957612" y="1247066"/>
                  </a:lnTo>
                  <a:lnTo>
                    <a:pt x="2956541" y="1247076"/>
                  </a:lnTo>
                  <a:lnTo>
                    <a:pt x="2955469" y="1247086"/>
                  </a:lnTo>
                  <a:lnTo>
                    <a:pt x="2954397" y="1247096"/>
                  </a:lnTo>
                  <a:lnTo>
                    <a:pt x="2953326" y="1247106"/>
                  </a:lnTo>
                  <a:lnTo>
                    <a:pt x="2952254" y="1247117"/>
                  </a:lnTo>
                  <a:lnTo>
                    <a:pt x="2951183" y="1247129"/>
                  </a:lnTo>
                  <a:lnTo>
                    <a:pt x="2950111" y="1247141"/>
                  </a:lnTo>
                  <a:lnTo>
                    <a:pt x="2949039" y="1247153"/>
                  </a:lnTo>
                  <a:lnTo>
                    <a:pt x="2947968" y="1247166"/>
                  </a:lnTo>
                  <a:lnTo>
                    <a:pt x="2946896" y="1247179"/>
                  </a:lnTo>
                  <a:lnTo>
                    <a:pt x="2945825" y="1247193"/>
                  </a:lnTo>
                  <a:lnTo>
                    <a:pt x="2944753" y="1247207"/>
                  </a:lnTo>
                  <a:lnTo>
                    <a:pt x="2943681" y="1247222"/>
                  </a:lnTo>
                  <a:lnTo>
                    <a:pt x="2942610" y="1247237"/>
                  </a:lnTo>
                  <a:lnTo>
                    <a:pt x="2941538" y="1247252"/>
                  </a:lnTo>
                  <a:lnTo>
                    <a:pt x="2940467" y="1247268"/>
                  </a:lnTo>
                  <a:lnTo>
                    <a:pt x="2939395" y="1247285"/>
                  </a:lnTo>
                  <a:lnTo>
                    <a:pt x="2938323" y="1247302"/>
                  </a:lnTo>
                  <a:lnTo>
                    <a:pt x="2937252" y="1247319"/>
                  </a:lnTo>
                  <a:lnTo>
                    <a:pt x="2936180" y="1247337"/>
                  </a:lnTo>
                  <a:lnTo>
                    <a:pt x="2935109" y="1247355"/>
                  </a:lnTo>
                  <a:lnTo>
                    <a:pt x="2934037" y="1247373"/>
                  </a:lnTo>
                  <a:lnTo>
                    <a:pt x="2932965" y="1247392"/>
                  </a:lnTo>
                  <a:lnTo>
                    <a:pt x="2931894" y="1247412"/>
                  </a:lnTo>
                  <a:lnTo>
                    <a:pt x="2930822" y="1247432"/>
                  </a:lnTo>
                  <a:lnTo>
                    <a:pt x="2929751" y="1247452"/>
                  </a:lnTo>
                  <a:lnTo>
                    <a:pt x="2928679" y="1247473"/>
                  </a:lnTo>
                  <a:lnTo>
                    <a:pt x="2927607" y="1247494"/>
                  </a:lnTo>
                  <a:lnTo>
                    <a:pt x="2926536" y="1247516"/>
                  </a:lnTo>
                  <a:lnTo>
                    <a:pt x="2925464" y="1247538"/>
                  </a:lnTo>
                  <a:lnTo>
                    <a:pt x="2924393" y="1247560"/>
                  </a:lnTo>
                  <a:lnTo>
                    <a:pt x="2923321" y="1247583"/>
                  </a:lnTo>
                  <a:lnTo>
                    <a:pt x="2922249" y="1247607"/>
                  </a:lnTo>
                  <a:lnTo>
                    <a:pt x="2921178" y="1247631"/>
                  </a:lnTo>
                  <a:lnTo>
                    <a:pt x="2920106" y="1247655"/>
                  </a:lnTo>
                  <a:lnTo>
                    <a:pt x="2919035" y="1247680"/>
                  </a:lnTo>
                  <a:lnTo>
                    <a:pt x="2917963" y="1247705"/>
                  </a:lnTo>
                  <a:lnTo>
                    <a:pt x="2916891" y="1247730"/>
                  </a:lnTo>
                  <a:lnTo>
                    <a:pt x="2915820" y="1247756"/>
                  </a:lnTo>
                  <a:lnTo>
                    <a:pt x="2914748" y="1247783"/>
                  </a:lnTo>
                  <a:lnTo>
                    <a:pt x="2913677" y="1247810"/>
                  </a:lnTo>
                  <a:lnTo>
                    <a:pt x="2912605" y="1247837"/>
                  </a:lnTo>
                  <a:lnTo>
                    <a:pt x="2911533" y="1247865"/>
                  </a:lnTo>
                  <a:lnTo>
                    <a:pt x="2910462" y="1247893"/>
                  </a:lnTo>
                  <a:lnTo>
                    <a:pt x="2909390" y="1247922"/>
                  </a:lnTo>
                  <a:lnTo>
                    <a:pt x="2908319" y="1247951"/>
                  </a:lnTo>
                  <a:lnTo>
                    <a:pt x="2907247" y="1247980"/>
                  </a:lnTo>
                  <a:lnTo>
                    <a:pt x="2906175" y="1248010"/>
                  </a:lnTo>
                  <a:lnTo>
                    <a:pt x="2905104" y="1248040"/>
                  </a:lnTo>
                  <a:lnTo>
                    <a:pt x="2904032" y="1248071"/>
                  </a:lnTo>
                  <a:lnTo>
                    <a:pt x="2902961" y="1248102"/>
                  </a:lnTo>
                  <a:lnTo>
                    <a:pt x="2901889" y="1248134"/>
                  </a:lnTo>
                  <a:lnTo>
                    <a:pt x="2900817" y="1248166"/>
                  </a:lnTo>
                  <a:lnTo>
                    <a:pt x="2899746" y="1248199"/>
                  </a:lnTo>
                  <a:lnTo>
                    <a:pt x="2898674" y="1248231"/>
                  </a:lnTo>
                  <a:lnTo>
                    <a:pt x="2897603" y="1248265"/>
                  </a:lnTo>
                  <a:lnTo>
                    <a:pt x="2896531" y="1248299"/>
                  </a:lnTo>
                  <a:lnTo>
                    <a:pt x="2895459" y="1248333"/>
                  </a:lnTo>
                  <a:lnTo>
                    <a:pt x="2894388" y="1248367"/>
                  </a:lnTo>
                  <a:lnTo>
                    <a:pt x="2893316" y="1248402"/>
                  </a:lnTo>
                  <a:lnTo>
                    <a:pt x="2892245" y="1248438"/>
                  </a:lnTo>
                  <a:lnTo>
                    <a:pt x="2891173" y="1248474"/>
                  </a:lnTo>
                  <a:lnTo>
                    <a:pt x="2890101" y="1248510"/>
                  </a:lnTo>
                  <a:lnTo>
                    <a:pt x="2889030" y="1248547"/>
                  </a:lnTo>
                  <a:lnTo>
                    <a:pt x="2887958" y="1248584"/>
                  </a:lnTo>
                  <a:lnTo>
                    <a:pt x="2886887" y="1248622"/>
                  </a:lnTo>
                  <a:lnTo>
                    <a:pt x="2885815" y="1248660"/>
                  </a:lnTo>
                  <a:lnTo>
                    <a:pt x="2884743" y="1248698"/>
                  </a:lnTo>
                  <a:lnTo>
                    <a:pt x="2883672" y="1248737"/>
                  </a:lnTo>
                  <a:lnTo>
                    <a:pt x="2882600" y="1248776"/>
                  </a:lnTo>
                  <a:lnTo>
                    <a:pt x="2881529" y="1248816"/>
                  </a:lnTo>
                  <a:lnTo>
                    <a:pt x="2880457" y="1248856"/>
                  </a:lnTo>
                  <a:lnTo>
                    <a:pt x="2879385" y="1248896"/>
                  </a:lnTo>
                  <a:lnTo>
                    <a:pt x="2878314" y="1248937"/>
                  </a:lnTo>
                  <a:lnTo>
                    <a:pt x="2877242" y="1248979"/>
                  </a:lnTo>
                  <a:lnTo>
                    <a:pt x="2876171" y="1249020"/>
                  </a:lnTo>
                  <a:lnTo>
                    <a:pt x="2875099" y="1249062"/>
                  </a:lnTo>
                  <a:lnTo>
                    <a:pt x="2874027" y="1249105"/>
                  </a:lnTo>
                  <a:lnTo>
                    <a:pt x="2872956" y="1249148"/>
                  </a:lnTo>
                  <a:lnTo>
                    <a:pt x="2871884" y="1249191"/>
                  </a:lnTo>
                  <a:lnTo>
                    <a:pt x="2870813" y="1249235"/>
                  </a:lnTo>
                  <a:lnTo>
                    <a:pt x="2869741" y="1249279"/>
                  </a:lnTo>
                  <a:lnTo>
                    <a:pt x="2868669" y="1249324"/>
                  </a:lnTo>
                  <a:lnTo>
                    <a:pt x="2867598" y="1249369"/>
                  </a:lnTo>
                  <a:lnTo>
                    <a:pt x="2866526" y="1249414"/>
                  </a:lnTo>
                  <a:lnTo>
                    <a:pt x="2865455" y="1249460"/>
                  </a:lnTo>
                  <a:lnTo>
                    <a:pt x="2864383" y="1249507"/>
                  </a:lnTo>
                  <a:lnTo>
                    <a:pt x="2863311" y="1249553"/>
                  </a:lnTo>
                  <a:lnTo>
                    <a:pt x="2862240" y="1249600"/>
                  </a:lnTo>
                  <a:lnTo>
                    <a:pt x="2861168" y="1249648"/>
                  </a:lnTo>
                  <a:lnTo>
                    <a:pt x="2860097" y="1249696"/>
                  </a:lnTo>
                  <a:lnTo>
                    <a:pt x="2859025" y="1249744"/>
                  </a:lnTo>
                  <a:lnTo>
                    <a:pt x="2857953" y="1249793"/>
                  </a:lnTo>
                  <a:lnTo>
                    <a:pt x="2856882" y="1249842"/>
                  </a:lnTo>
                  <a:lnTo>
                    <a:pt x="2855810" y="1249891"/>
                  </a:lnTo>
                  <a:lnTo>
                    <a:pt x="2854739" y="1249941"/>
                  </a:lnTo>
                  <a:lnTo>
                    <a:pt x="2853667" y="1249991"/>
                  </a:lnTo>
                  <a:lnTo>
                    <a:pt x="2852595" y="1250042"/>
                  </a:lnTo>
                  <a:lnTo>
                    <a:pt x="2851524" y="1250093"/>
                  </a:lnTo>
                  <a:lnTo>
                    <a:pt x="2850452" y="1250144"/>
                  </a:lnTo>
                  <a:lnTo>
                    <a:pt x="2849381" y="1250196"/>
                  </a:lnTo>
                  <a:lnTo>
                    <a:pt x="2848309" y="1250248"/>
                  </a:lnTo>
                  <a:lnTo>
                    <a:pt x="2847237" y="1250301"/>
                  </a:lnTo>
                  <a:lnTo>
                    <a:pt x="2846166" y="1250354"/>
                  </a:lnTo>
                  <a:lnTo>
                    <a:pt x="2845094" y="1250407"/>
                  </a:lnTo>
                  <a:lnTo>
                    <a:pt x="2844023" y="1250461"/>
                  </a:lnTo>
                  <a:lnTo>
                    <a:pt x="2842951" y="1250515"/>
                  </a:lnTo>
                  <a:lnTo>
                    <a:pt x="2841879" y="1250570"/>
                  </a:lnTo>
                  <a:lnTo>
                    <a:pt x="2840808" y="1250625"/>
                  </a:lnTo>
                  <a:lnTo>
                    <a:pt x="2839736" y="1250680"/>
                  </a:lnTo>
                  <a:lnTo>
                    <a:pt x="2838665" y="1250736"/>
                  </a:lnTo>
                  <a:lnTo>
                    <a:pt x="2837593" y="1250792"/>
                  </a:lnTo>
                  <a:lnTo>
                    <a:pt x="2836522" y="1250849"/>
                  </a:lnTo>
                  <a:lnTo>
                    <a:pt x="2835450" y="1250905"/>
                  </a:lnTo>
                  <a:lnTo>
                    <a:pt x="2834378" y="1250963"/>
                  </a:lnTo>
                  <a:lnTo>
                    <a:pt x="2833307" y="1251020"/>
                  </a:lnTo>
                  <a:lnTo>
                    <a:pt x="2832235" y="1251078"/>
                  </a:lnTo>
                  <a:lnTo>
                    <a:pt x="2831164" y="1251137"/>
                  </a:lnTo>
                  <a:lnTo>
                    <a:pt x="2830092" y="1251196"/>
                  </a:lnTo>
                  <a:lnTo>
                    <a:pt x="2829020" y="1251255"/>
                  </a:lnTo>
                  <a:lnTo>
                    <a:pt x="2827949" y="1251314"/>
                  </a:lnTo>
                  <a:lnTo>
                    <a:pt x="2826877" y="1251374"/>
                  </a:lnTo>
                  <a:lnTo>
                    <a:pt x="2825806" y="1251434"/>
                  </a:lnTo>
                  <a:lnTo>
                    <a:pt x="2824734" y="1251495"/>
                  </a:lnTo>
                  <a:lnTo>
                    <a:pt x="2823662" y="1251556"/>
                  </a:lnTo>
                  <a:lnTo>
                    <a:pt x="2822591" y="1251617"/>
                  </a:lnTo>
                  <a:lnTo>
                    <a:pt x="2821519" y="1251679"/>
                  </a:lnTo>
                  <a:lnTo>
                    <a:pt x="2820448" y="1251741"/>
                  </a:lnTo>
                  <a:lnTo>
                    <a:pt x="2819376" y="1251804"/>
                  </a:lnTo>
                  <a:lnTo>
                    <a:pt x="2818304" y="1251867"/>
                  </a:lnTo>
                  <a:lnTo>
                    <a:pt x="2817233" y="1251930"/>
                  </a:lnTo>
                  <a:lnTo>
                    <a:pt x="2816161" y="1251993"/>
                  </a:lnTo>
                  <a:lnTo>
                    <a:pt x="2815090" y="1252057"/>
                  </a:lnTo>
                  <a:lnTo>
                    <a:pt x="2814018" y="1252122"/>
                  </a:lnTo>
                  <a:lnTo>
                    <a:pt x="2812946" y="1252186"/>
                  </a:lnTo>
                  <a:lnTo>
                    <a:pt x="2811875" y="1252251"/>
                  </a:lnTo>
                  <a:lnTo>
                    <a:pt x="2810803" y="1252317"/>
                  </a:lnTo>
                  <a:lnTo>
                    <a:pt x="2809732" y="1252382"/>
                  </a:lnTo>
                  <a:lnTo>
                    <a:pt x="2808660" y="1252448"/>
                  </a:lnTo>
                  <a:lnTo>
                    <a:pt x="2807588" y="1252515"/>
                  </a:lnTo>
                  <a:lnTo>
                    <a:pt x="2806517" y="1252582"/>
                  </a:lnTo>
                  <a:lnTo>
                    <a:pt x="2805445" y="1252649"/>
                  </a:lnTo>
                  <a:lnTo>
                    <a:pt x="2804374" y="1252716"/>
                  </a:lnTo>
                  <a:lnTo>
                    <a:pt x="2803302" y="1252784"/>
                  </a:lnTo>
                  <a:lnTo>
                    <a:pt x="2802230" y="1252852"/>
                  </a:lnTo>
                  <a:lnTo>
                    <a:pt x="2801159" y="1252921"/>
                  </a:lnTo>
                  <a:lnTo>
                    <a:pt x="2800087" y="1252990"/>
                  </a:lnTo>
                  <a:lnTo>
                    <a:pt x="2799016" y="1253059"/>
                  </a:lnTo>
                  <a:lnTo>
                    <a:pt x="2797944" y="1253129"/>
                  </a:lnTo>
                  <a:lnTo>
                    <a:pt x="2796872" y="1253198"/>
                  </a:lnTo>
                  <a:lnTo>
                    <a:pt x="2795801" y="1253269"/>
                  </a:lnTo>
                  <a:lnTo>
                    <a:pt x="2794729" y="1253339"/>
                  </a:lnTo>
                  <a:lnTo>
                    <a:pt x="2793658" y="1253410"/>
                  </a:lnTo>
                  <a:lnTo>
                    <a:pt x="2792586" y="1253481"/>
                  </a:lnTo>
                  <a:lnTo>
                    <a:pt x="2791514" y="1253553"/>
                  </a:lnTo>
                  <a:lnTo>
                    <a:pt x="2790443" y="1253625"/>
                  </a:lnTo>
                  <a:lnTo>
                    <a:pt x="2789371" y="1253697"/>
                  </a:lnTo>
                  <a:lnTo>
                    <a:pt x="2788300" y="1253770"/>
                  </a:lnTo>
                  <a:lnTo>
                    <a:pt x="2787228" y="1253843"/>
                  </a:lnTo>
                  <a:lnTo>
                    <a:pt x="2786156" y="1253916"/>
                  </a:lnTo>
                  <a:lnTo>
                    <a:pt x="2785085" y="1253990"/>
                  </a:lnTo>
                  <a:lnTo>
                    <a:pt x="2784013" y="1254063"/>
                  </a:lnTo>
                  <a:lnTo>
                    <a:pt x="2782942" y="1254138"/>
                  </a:lnTo>
                  <a:lnTo>
                    <a:pt x="2781870" y="1254212"/>
                  </a:lnTo>
                  <a:lnTo>
                    <a:pt x="2780798" y="1254287"/>
                  </a:lnTo>
                  <a:lnTo>
                    <a:pt x="2779727" y="1254362"/>
                  </a:lnTo>
                  <a:lnTo>
                    <a:pt x="2778655" y="1254438"/>
                  </a:lnTo>
                  <a:lnTo>
                    <a:pt x="2777584" y="1254514"/>
                  </a:lnTo>
                  <a:lnTo>
                    <a:pt x="2776512" y="1254590"/>
                  </a:lnTo>
                  <a:lnTo>
                    <a:pt x="2775440" y="1254666"/>
                  </a:lnTo>
                  <a:lnTo>
                    <a:pt x="2774369" y="1254743"/>
                  </a:lnTo>
                  <a:lnTo>
                    <a:pt x="2773297" y="1254820"/>
                  </a:lnTo>
                  <a:lnTo>
                    <a:pt x="2772226" y="1254898"/>
                  </a:lnTo>
                  <a:lnTo>
                    <a:pt x="2771154" y="1254975"/>
                  </a:lnTo>
                  <a:lnTo>
                    <a:pt x="2770082" y="1255053"/>
                  </a:lnTo>
                  <a:lnTo>
                    <a:pt x="2769011" y="1255132"/>
                  </a:lnTo>
                  <a:lnTo>
                    <a:pt x="2767939" y="1255210"/>
                  </a:lnTo>
                  <a:lnTo>
                    <a:pt x="2766868" y="1255289"/>
                  </a:lnTo>
                  <a:lnTo>
                    <a:pt x="2765796" y="1255369"/>
                  </a:lnTo>
                  <a:lnTo>
                    <a:pt x="2764724" y="1255448"/>
                  </a:lnTo>
                  <a:lnTo>
                    <a:pt x="2763653" y="1255528"/>
                  </a:lnTo>
                  <a:lnTo>
                    <a:pt x="2762581" y="1255608"/>
                  </a:lnTo>
                  <a:lnTo>
                    <a:pt x="2761510" y="1255689"/>
                  </a:lnTo>
                  <a:lnTo>
                    <a:pt x="2760438" y="1255769"/>
                  </a:lnTo>
                  <a:lnTo>
                    <a:pt x="2759366" y="1255850"/>
                  </a:lnTo>
                  <a:lnTo>
                    <a:pt x="2758295" y="1255932"/>
                  </a:lnTo>
                  <a:lnTo>
                    <a:pt x="2757223" y="1256013"/>
                  </a:lnTo>
                  <a:lnTo>
                    <a:pt x="2756152" y="1256095"/>
                  </a:lnTo>
                  <a:lnTo>
                    <a:pt x="2755080" y="1256178"/>
                  </a:lnTo>
                  <a:lnTo>
                    <a:pt x="2754008" y="1256260"/>
                  </a:lnTo>
                  <a:lnTo>
                    <a:pt x="2752937" y="1256343"/>
                  </a:lnTo>
                  <a:lnTo>
                    <a:pt x="2751865" y="1256426"/>
                  </a:lnTo>
                  <a:lnTo>
                    <a:pt x="2750794" y="1256509"/>
                  </a:lnTo>
                  <a:lnTo>
                    <a:pt x="2749722" y="1256593"/>
                  </a:lnTo>
                  <a:lnTo>
                    <a:pt x="2748650" y="1256677"/>
                  </a:lnTo>
                  <a:lnTo>
                    <a:pt x="2747579" y="1256761"/>
                  </a:lnTo>
                  <a:lnTo>
                    <a:pt x="2746507" y="1256846"/>
                  </a:lnTo>
                  <a:lnTo>
                    <a:pt x="2745436" y="1256930"/>
                  </a:lnTo>
                  <a:lnTo>
                    <a:pt x="2744364" y="1257015"/>
                  </a:lnTo>
                  <a:lnTo>
                    <a:pt x="2743292" y="1257101"/>
                  </a:lnTo>
                  <a:lnTo>
                    <a:pt x="2742221" y="1257186"/>
                  </a:lnTo>
                  <a:lnTo>
                    <a:pt x="2741149" y="1257272"/>
                  </a:lnTo>
                  <a:lnTo>
                    <a:pt x="2740078" y="1257358"/>
                  </a:lnTo>
                  <a:lnTo>
                    <a:pt x="2739006" y="1257444"/>
                  </a:lnTo>
                  <a:lnTo>
                    <a:pt x="2737934" y="1257531"/>
                  </a:lnTo>
                  <a:lnTo>
                    <a:pt x="2736863" y="1257618"/>
                  </a:lnTo>
                  <a:lnTo>
                    <a:pt x="2735791" y="1257705"/>
                  </a:lnTo>
                  <a:lnTo>
                    <a:pt x="2734720" y="1257793"/>
                  </a:lnTo>
                  <a:lnTo>
                    <a:pt x="2733648" y="1257880"/>
                  </a:lnTo>
                  <a:lnTo>
                    <a:pt x="2732576" y="1257968"/>
                  </a:lnTo>
                  <a:lnTo>
                    <a:pt x="2731505" y="1258056"/>
                  </a:lnTo>
                  <a:lnTo>
                    <a:pt x="2730433" y="1258145"/>
                  </a:lnTo>
                  <a:lnTo>
                    <a:pt x="2729362" y="1258234"/>
                  </a:lnTo>
                  <a:lnTo>
                    <a:pt x="2728290" y="1258323"/>
                  </a:lnTo>
                  <a:lnTo>
                    <a:pt x="2727218" y="1258412"/>
                  </a:lnTo>
                  <a:lnTo>
                    <a:pt x="2726147" y="1258501"/>
                  </a:lnTo>
                  <a:lnTo>
                    <a:pt x="2725075" y="1258591"/>
                  </a:lnTo>
                  <a:lnTo>
                    <a:pt x="2724004" y="1258681"/>
                  </a:lnTo>
                  <a:lnTo>
                    <a:pt x="2722932" y="1258771"/>
                  </a:lnTo>
                  <a:lnTo>
                    <a:pt x="2721860" y="1258862"/>
                  </a:lnTo>
                  <a:lnTo>
                    <a:pt x="2720789" y="1258952"/>
                  </a:lnTo>
                  <a:lnTo>
                    <a:pt x="2719717" y="1259043"/>
                  </a:lnTo>
                  <a:lnTo>
                    <a:pt x="2718646" y="1259134"/>
                  </a:lnTo>
                  <a:lnTo>
                    <a:pt x="2717574" y="1259226"/>
                  </a:lnTo>
                  <a:lnTo>
                    <a:pt x="2716502" y="1259317"/>
                  </a:lnTo>
                  <a:lnTo>
                    <a:pt x="2715431" y="1259409"/>
                  </a:lnTo>
                  <a:lnTo>
                    <a:pt x="2714359" y="1259501"/>
                  </a:lnTo>
                  <a:lnTo>
                    <a:pt x="2713288" y="1259594"/>
                  </a:lnTo>
                  <a:lnTo>
                    <a:pt x="2712216" y="1259686"/>
                  </a:lnTo>
                  <a:lnTo>
                    <a:pt x="2711144" y="1259779"/>
                  </a:lnTo>
                  <a:lnTo>
                    <a:pt x="2710073" y="1259872"/>
                  </a:lnTo>
                  <a:lnTo>
                    <a:pt x="2709001" y="1259965"/>
                  </a:lnTo>
                  <a:lnTo>
                    <a:pt x="2707930" y="1260059"/>
                  </a:lnTo>
                  <a:lnTo>
                    <a:pt x="2706858" y="1260152"/>
                  </a:lnTo>
                  <a:lnTo>
                    <a:pt x="2705786" y="1260246"/>
                  </a:lnTo>
                  <a:lnTo>
                    <a:pt x="2704715" y="1260340"/>
                  </a:lnTo>
                  <a:lnTo>
                    <a:pt x="2703643" y="1260435"/>
                  </a:lnTo>
                  <a:lnTo>
                    <a:pt x="2702572" y="1260529"/>
                  </a:lnTo>
                  <a:lnTo>
                    <a:pt x="2701500" y="1260624"/>
                  </a:lnTo>
                  <a:lnTo>
                    <a:pt x="2700428" y="1260719"/>
                  </a:lnTo>
                  <a:lnTo>
                    <a:pt x="2699357" y="1260814"/>
                  </a:lnTo>
                  <a:lnTo>
                    <a:pt x="2698285" y="1260909"/>
                  </a:lnTo>
                  <a:lnTo>
                    <a:pt x="2697214" y="1261005"/>
                  </a:lnTo>
                  <a:lnTo>
                    <a:pt x="2696142" y="1261101"/>
                  </a:lnTo>
                  <a:lnTo>
                    <a:pt x="2695070" y="1261197"/>
                  </a:lnTo>
                  <a:lnTo>
                    <a:pt x="2693999" y="1261293"/>
                  </a:lnTo>
                  <a:lnTo>
                    <a:pt x="2692927" y="1261389"/>
                  </a:lnTo>
                  <a:lnTo>
                    <a:pt x="2691856" y="1261486"/>
                  </a:lnTo>
                  <a:lnTo>
                    <a:pt x="2690784" y="1261582"/>
                  </a:lnTo>
                  <a:lnTo>
                    <a:pt x="2689712" y="1261679"/>
                  </a:lnTo>
                  <a:lnTo>
                    <a:pt x="2688641" y="1261776"/>
                  </a:lnTo>
                  <a:lnTo>
                    <a:pt x="2687569" y="1261874"/>
                  </a:lnTo>
                  <a:lnTo>
                    <a:pt x="2686498" y="1261971"/>
                  </a:lnTo>
                  <a:lnTo>
                    <a:pt x="2685426" y="1262069"/>
                  </a:lnTo>
                  <a:lnTo>
                    <a:pt x="2684354" y="1262167"/>
                  </a:lnTo>
                  <a:lnTo>
                    <a:pt x="2683283" y="1262265"/>
                  </a:lnTo>
                  <a:lnTo>
                    <a:pt x="2682211" y="1262363"/>
                  </a:lnTo>
                  <a:lnTo>
                    <a:pt x="2681140" y="1262462"/>
                  </a:lnTo>
                  <a:lnTo>
                    <a:pt x="2680068" y="1262560"/>
                  </a:lnTo>
                  <a:lnTo>
                    <a:pt x="2678996" y="1262659"/>
                  </a:lnTo>
                  <a:lnTo>
                    <a:pt x="2677925" y="1262758"/>
                  </a:lnTo>
                  <a:lnTo>
                    <a:pt x="2676853" y="1262857"/>
                  </a:lnTo>
                  <a:lnTo>
                    <a:pt x="2675782" y="1262956"/>
                  </a:lnTo>
                  <a:lnTo>
                    <a:pt x="2674710" y="1263056"/>
                  </a:lnTo>
                  <a:lnTo>
                    <a:pt x="2673638" y="1263155"/>
                  </a:lnTo>
                  <a:lnTo>
                    <a:pt x="2672567" y="1263255"/>
                  </a:lnTo>
                  <a:lnTo>
                    <a:pt x="2671495" y="1263355"/>
                  </a:lnTo>
                  <a:lnTo>
                    <a:pt x="2670424" y="1263455"/>
                  </a:lnTo>
                  <a:lnTo>
                    <a:pt x="2669352" y="1263556"/>
                  </a:lnTo>
                  <a:lnTo>
                    <a:pt x="2668280" y="1263656"/>
                  </a:lnTo>
                  <a:lnTo>
                    <a:pt x="2667209" y="1263757"/>
                  </a:lnTo>
                  <a:lnTo>
                    <a:pt x="2666137" y="1263857"/>
                  </a:lnTo>
                  <a:lnTo>
                    <a:pt x="2665066" y="1263958"/>
                  </a:lnTo>
                  <a:lnTo>
                    <a:pt x="2663994" y="1264059"/>
                  </a:lnTo>
                  <a:lnTo>
                    <a:pt x="2662922" y="1264161"/>
                  </a:lnTo>
                  <a:lnTo>
                    <a:pt x="2661851" y="1264262"/>
                  </a:lnTo>
                  <a:lnTo>
                    <a:pt x="2660779" y="1264363"/>
                  </a:lnTo>
                  <a:lnTo>
                    <a:pt x="2659708" y="1264465"/>
                  </a:lnTo>
                  <a:lnTo>
                    <a:pt x="2658636" y="1264567"/>
                  </a:lnTo>
                  <a:lnTo>
                    <a:pt x="2657565" y="1264669"/>
                  </a:lnTo>
                  <a:lnTo>
                    <a:pt x="2656493" y="1264771"/>
                  </a:lnTo>
                  <a:lnTo>
                    <a:pt x="2655421" y="1264873"/>
                  </a:lnTo>
                  <a:lnTo>
                    <a:pt x="2654350" y="1264975"/>
                  </a:lnTo>
                  <a:lnTo>
                    <a:pt x="2653278" y="1265078"/>
                  </a:lnTo>
                  <a:lnTo>
                    <a:pt x="2652207" y="1265180"/>
                  </a:lnTo>
                  <a:lnTo>
                    <a:pt x="2651135" y="1265283"/>
                  </a:lnTo>
                  <a:lnTo>
                    <a:pt x="2650063" y="1265386"/>
                  </a:lnTo>
                  <a:lnTo>
                    <a:pt x="2648992" y="1265489"/>
                  </a:lnTo>
                  <a:lnTo>
                    <a:pt x="2647920" y="1265592"/>
                  </a:lnTo>
                  <a:lnTo>
                    <a:pt x="2646849" y="1265695"/>
                  </a:lnTo>
                  <a:lnTo>
                    <a:pt x="2645777" y="1265799"/>
                  </a:lnTo>
                  <a:lnTo>
                    <a:pt x="2644705" y="1265902"/>
                  </a:lnTo>
                  <a:lnTo>
                    <a:pt x="2643634" y="1266006"/>
                  </a:lnTo>
                  <a:lnTo>
                    <a:pt x="2642562" y="1266109"/>
                  </a:lnTo>
                  <a:lnTo>
                    <a:pt x="2641491" y="1266213"/>
                  </a:lnTo>
                  <a:lnTo>
                    <a:pt x="2640419" y="1266317"/>
                  </a:lnTo>
                  <a:lnTo>
                    <a:pt x="2639347" y="1266421"/>
                  </a:lnTo>
                  <a:lnTo>
                    <a:pt x="2638276" y="1266525"/>
                  </a:lnTo>
                  <a:lnTo>
                    <a:pt x="2637204" y="1266629"/>
                  </a:lnTo>
                  <a:lnTo>
                    <a:pt x="2636133" y="1266734"/>
                  </a:lnTo>
                  <a:lnTo>
                    <a:pt x="2635061" y="1266838"/>
                  </a:lnTo>
                  <a:lnTo>
                    <a:pt x="2633989" y="1266943"/>
                  </a:lnTo>
                  <a:lnTo>
                    <a:pt x="2632918" y="1267047"/>
                  </a:lnTo>
                  <a:lnTo>
                    <a:pt x="2631846" y="1267152"/>
                  </a:lnTo>
                  <a:lnTo>
                    <a:pt x="2630775" y="1267257"/>
                  </a:lnTo>
                  <a:lnTo>
                    <a:pt x="2629703" y="1267362"/>
                  </a:lnTo>
                  <a:lnTo>
                    <a:pt x="2628631" y="1267467"/>
                  </a:lnTo>
                  <a:lnTo>
                    <a:pt x="2627560" y="1267572"/>
                  </a:lnTo>
                  <a:lnTo>
                    <a:pt x="2626488" y="1267677"/>
                  </a:lnTo>
                  <a:lnTo>
                    <a:pt x="2625417" y="1267782"/>
                  </a:lnTo>
                  <a:lnTo>
                    <a:pt x="2624345" y="1267888"/>
                  </a:lnTo>
                  <a:lnTo>
                    <a:pt x="2623273" y="1267993"/>
                  </a:lnTo>
                  <a:lnTo>
                    <a:pt x="2622202" y="1268099"/>
                  </a:lnTo>
                  <a:lnTo>
                    <a:pt x="2621130" y="1268204"/>
                  </a:lnTo>
                  <a:lnTo>
                    <a:pt x="2620059" y="1268310"/>
                  </a:lnTo>
                  <a:lnTo>
                    <a:pt x="2618987" y="1268416"/>
                  </a:lnTo>
                  <a:lnTo>
                    <a:pt x="2617915" y="1268522"/>
                  </a:lnTo>
                  <a:lnTo>
                    <a:pt x="2616844" y="1268628"/>
                  </a:lnTo>
                  <a:lnTo>
                    <a:pt x="2615772" y="1268734"/>
                  </a:lnTo>
                  <a:lnTo>
                    <a:pt x="2614701" y="1268840"/>
                  </a:lnTo>
                  <a:lnTo>
                    <a:pt x="2613629" y="1268946"/>
                  </a:lnTo>
                  <a:lnTo>
                    <a:pt x="2612557" y="1269052"/>
                  </a:lnTo>
                  <a:lnTo>
                    <a:pt x="2611486" y="1269158"/>
                  </a:lnTo>
                  <a:lnTo>
                    <a:pt x="2610414" y="1269264"/>
                  </a:lnTo>
                  <a:lnTo>
                    <a:pt x="2609343" y="1269371"/>
                  </a:lnTo>
                  <a:lnTo>
                    <a:pt x="2608271" y="1269477"/>
                  </a:lnTo>
                  <a:lnTo>
                    <a:pt x="2607199" y="1269584"/>
                  </a:lnTo>
                  <a:lnTo>
                    <a:pt x="2606128" y="1269690"/>
                  </a:lnTo>
                  <a:lnTo>
                    <a:pt x="2605056" y="1269797"/>
                  </a:lnTo>
                  <a:lnTo>
                    <a:pt x="2603985" y="1269903"/>
                  </a:lnTo>
                  <a:lnTo>
                    <a:pt x="2602913" y="1270010"/>
                  </a:lnTo>
                  <a:lnTo>
                    <a:pt x="2601841" y="1270117"/>
                  </a:lnTo>
                  <a:lnTo>
                    <a:pt x="2600770" y="1270223"/>
                  </a:lnTo>
                  <a:lnTo>
                    <a:pt x="2599698" y="1270330"/>
                  </a:lnTo>
                  <a:lnTo>
                    <a:pt x="2598627" y="1270437"/>
                  </a:lnTo>
                  <a:lnTo>
                    <a:pt x="2597555" y="1270544"/>
                  </a:lnTo>
                  <a:lnTo>
                    <a:pt x="2596483" y="1270651"/>
                  </a:lnTo>
                  <a:lnTo>
                    <a:pt x="2595412" y="1270758"/>
                  </a:lnTo>
                  <a:lnTo>
                    <a:pt x="2594340" y="1270865"/>
                  </a:lnTo>
                  <a:lnTo>
                    <a:pt x="2593269" y="1270971"/>
                  </a:lnTo>
                  <a:lnTo>
                    <a:pt x="2592197" y="1271079"/>
                  </a:lnTo>
                  <a:lnTo>
                    <a:pt x="2591125" y="1271186"/>
                  </a:lnTo>
                  <a:lnTo>
                    <a:pt x="2590054" y="1271293"/>
                  </a:lnTo>
                  <a:lnTo>
                    <a:pt x="2588982" y="1271400"/>
                  </a:lnTo>
                  <a:lnTo>
                    <a:pt x="2587911" y="1271507"/>
                  </a:lnTo>
                  <a:lnTo>
                    <a:pt x="2586839" y="1271614"/>
                  </a:lnTo>
                  <a:lnTo>
                    <a:pt x="2585767" y="1271721"/>
                  </a:lnTo>
                  <a:lnTo>
                    <a:pt x="2584696" y="1271828"/>
                  </a:lnTo>
                  <a:lnTo>
                    <a:pt x="2583624" y="1271935"/>
                  </a:lnTo>
                  <a:lnTo>
                    <a:pt x="2582553" y="1272043"/>
                  </a:lnTo>
                  <a:lnTo>
                    <a:pt x="2581481" y="1272150"/>
                  </a:lnTo>
                  <a:lnTo>
                    <a:pt x="2580409" y="1272257"/>
                  </a:lnTo>
                  <a:lnTo>
                    <a:pt x="2579338" y="1272364"/>
                  </a:lnTo>
                  <a:lnTo>
                    <a:pt x="2578266" y="1272471"/>
                  </a:lnTo>
                  <a:lnTo>
                    <a:pt x="2577195" y="1272579"/>
                  </a:lnTo>
                  <a:lnTo>
                    <a:pt x="2576123" y="1272686"/>
                  </a:lnTo>
                  <a:lnTo>
                    <a:pt x="2575051" y="1272793"/>
                  </a:lnTo>
                  <a:lnTo>
                    <a:pt x="2573980" y="1272900"/>
                  </a:lnTo>
                  <a:lnTo>
                    <a:pt x="2572908" y="1273007"/>
                  </a:lnTo>
                  <a:lnTo>
                    <a:pt x="2571837" y="1273115"/>
                  </a:lnTo>
                  <a:lnTo>
                    <a:pt x="2570765" y="1273222"/>
                  </a:lnTo>
                  <a:lnTo>
                    <a:pt x="2569693" y="1273329"/>
                  </a:lnTo>
                  <a:lnTo>
                    <a:pt x="2568622" y="1273436"/>
                  </a:lnTo>
                  <a:lnTo>
                    <a:pt x="2567550" y="1273543"/>
                  </a:lnTo>
                  <a:lnTo>
                    <a:pt x="2566479" y="1273650"/>
                  </a:lnTo>
                  <a:lnTo>
                    <a:pt x="2565407" y="1273757"/>
                  </a:lnTo>
                  <a:lnTo>
                    <a:pt x="2564335" y="1273865"/>
                  </a:lnTo>
                  <a:lnTo>
                    <a:pt x="2563264" y="1273972"/>
                  </a:lnTo>
                  <a:lnTo>
                    <a:pt x="2562192" y="1274079"/>
                  </a:lnTo>
                  <a:lnTo>
                    <a:pt x="2561121" y="1274186"/>
                  </a:lnTo>
                  <a:lnTo>
                    <a:pt x="2560049" y="1274293"/>
                  </a:lnTo>
                  <a:lnTo>
                    <a:pt x="2558977" y="1274400"/>
                  </a:lnTo>
                  <a:lnTo>
                    <a:pt x="2557906" y="1274506"/>
                  </a:lnTo>
                  <a:lnTo>
                    <a:pt x="2556834" y="1274613"/>
                  </a:lnTo>
                  <a:lnTo>
                    <a:pt x="2555763" y="1274720"/>
                  </a:lnTo>
                  <a:lnTo>
                    <a:pt x="2554691" y="1274827"/>
                  </a:lnTo>
                  <a:lnTo>
                    <a:pt x="2553619" y="1274934"/>
                  </a:lnTo>
                  <a:lnTo>
                    <a:pt x="2552548" y="1275040"/>
                  </a:lnTo>
                  <a:lnTo>
                    <a:pt x="2551476" y="1275147"/>
                  </a:lnTo>
                  <a:lnTo>
                    <a:pt x="2550405" y="1275254"/>
                  </a:lnTo>
                  <a:lnTo>
                    <a:pt x="2549333" y="1275360"/>
                  </a:lnTo>
                  <a:lnTo>
                    <a:pt x="2548261" y="1275467"/>
                  </a:lnTo>
                  <a:lnTo>
                    <a:pt x="2547190" y="1275573"/>
                  </a:lnTo>
                  <a:lnTo>
                    <a:pt x="2546118" y="1275680"/>
                  </a:lnTo>
                  <a:lnTo>
                    <a:pt x="2545047" y="1275786"/>
                  </a:lnTo>
                  <a:lnTo>
                    <a:pt x="2543975" y="1275892"/>
                  </a:lnTo>
                  <a:lnTo>
                    <a:pt x="2542903" y="1275999"/>
                  </a:lnTo>
                  <a:lnTo>
                    <a:pt x="2541832" y="1276105"/>
                  </a:lnTo>
                  <a:lnTo>
                    <a:pt x="2540760" y="1276211"/>
                  </a:lnTo>
                  <a:lnTo>
                    <a:pt x="2539689" y="1276317"/>
                  </a:lnTo>
                  <a:lnTo>
                    <a:pt x="2538617" y="1276423"/>
                  </a:lnTo>
                  <a:lnTo>
                    <a:pt x="2537545" y="1276529"/>
                  </a:lnTo>
                  <a:lnTo>
                    <a:pt x="2536474" y="1276635"/>
                  </a:lnTo>
                  <a:lnTo>
                    <a:pt x="2535402" y="1276741"/>
                  </a:lnTo>
                  <a:lnTo>
                    <a:pt x="2534331" y="1276846"/>
                  </a:lnTo>
                  <a:lnTo>
                    <a:pt x="2533259" y="1276952"/>
                  </a:lnTo>
                  <a:lnTo>
                    <a:pt x="2532187" y="1277058"/>
                  </a:lnTo>
                  <a:lnTo>
                    <a:pt x="2531116" y="1277163"/>
                  </a:lnTo>
                  <a:lnTo>
                    <a:pt x="2530044" y="1277269"/>
                  </a:lnTo>
                  <a:lnTo>
                    <a:pt x="2528973" y="1277374"/>
                  </a:lnTo>
                  <a:lnTo>
                    <a:pt x="2527901" y="1277479"/>
                  </a:lnTo>
                  <a:lnTo>
                    <a:pt x="2526829" y="1277584"/>
                  </a:lnTo>
                  <a:lnTo>
                    <a:pt x="2525758" y="1277689"/>
                  </a:lnTo>
                  <a:lnTo>
                    <a:pt x="2524686" y="1277794"/>
                  </a:lnTo>
                  <a:lnTo>
                    <a:pt x="2523615" y="1277899"/>
                  </a:lnTo>
                  <a:lnTo>
                    <a:pt x="2522543" y="1278004"/>
                  </a:lnTo>
                  <a:lnTo>
                    <a:pt x="2521471" y="1278109"/>
                  </a:lnTo>
                  <a:lnTo>
                    <a:pt x="2520400" y="1278213"/>
                  </a:lnTo>
                  <a:lnTo>
                    <a:pt x="2519328" y="1278318"/>
                  </a:lnTo>
                  <a:lnTo>
                    <a:pt x="2518257" y="1278422"/>
                  </a:lnTo>
                  <a:lnTo>
                    <a:pt x="2517185" y="1278526"/>
                  </a:lnTo>
                  <a:lnTo>
                    <a:pt x="2516113" y="1278630"/>
                  </a:lnTo>
                  <a:lnTo>
                    <a:pt x="2515042" y="1278735"/>
                  </a:lnTo>
                  <a:lnTo>
                    <a:pt x="2513970" y="1278839"/>
                  </a:lnTo>
                  <a:lnTo>
                    <a:pt x="2512899" y="1278942"/>
                  </a:lnTo>
                  <a:lnTo>
                    <a:pt x="2511827" y="1279046"/>
                  </a:lnTo>
                  <a:lnTo>
                    <a:pt x="2510755" y="1279150"/>
                  </a:lnTo>
                  <a:lnTo>
                    <a:pt x="2509684" y="1279253"/>
                  </a:lnTo>
                  <a:lnTo>
                    <a:pt x="2508612" y="1279357"/>
                  </a:lnTo>
                  <a:lnTo>
                    <a:pt x="2507541" y="1279460"/>
                  </a:lnTo>
                  <a:lnTo>
                    <a:pt x="2506469" y="1279563"/>
                  </a:lnTo>
                  <a:lnTo>
                    <a:pt x="2505397" y="1279666"/>
                  </a:lnTo>
                  <a:lnTo>
                    <a:pt x="2504326" y="1279769"/>
                  </a:lnTo>
                  <a:lnTo>
                    <a:pt x="2503254" y="1279872"/>
                  </a:lnTo>
                  <a:lnTo>
                    <a:pt x="2502183" y="1279974"/>
                  </a:lnTo>
                  <a:lnTo>
                    <a:pt x="2501111" y="1280077"/>
                  </a:lnTo>
                  <a:lnTo>
                    <a:pt x="2500039" y="1280179"/>
                  </a:lnTo>
                  <a:lnTo>
                    <a:pt x="2498968" y="1280281"/>
                  </a:lnTo>
                  <a:lnTo>
                    <a:pt x="2497896" y="1280383"/>
                  </a:lnTo>
                  <a:lnTo>
                    <a:pt x="2496825" y="1280485"/>
                  </a:lnTo>
                  <a:lnTo>
                    <a:pt x="2495753" y="1280587"/>
                  </a:lnTo>
                  <a:lnTo>
                    <a:pt x="2494681" y="1280689"/>
                  </a:lnTo>
                  <a:lnTo>
                    <a:pt x="2493610" y="1280790"/>
                  </a:lnTo>
                  <a:lnTo>
                    <a:pt x="2492538" y="1280892"/>
                  </a:lnTo>
                  <a:lnTo>
                    <a:pt x="2491467" y="1280993"/>
                  </a:lnTo>
                  <a:lnTo>
                    <a:pt x="2490395" y="1281094"/>
                  </a:lnTo>
                  <a:lnTo>
                    <a:pt x="2489323" y="1281195"/>
                  </a:lnTo>
                  <a:lnTo>
                    <a:pt x="2488252" y="1281296"/>
                  </a:lnTo>
                  <a:lnTo>
                    <a:pt x="2487180" y="1281396"/>
                  </a:lnTo>
                  <a:lnTo>
                    <a:pt x="2486109" y="1281497"/>
                  </a:lnTo>
                  <a:lnTo>
                    <a:pt x="2485037" y="1281597"/>
                  </a:lnTo>
                  <a:lnTo>
                    <a:pt x="2483966" y="1281697"/>
                  </a:lnTo>
                  <a:lnTo>
                    <a:pt x="2482894" y="1281797"/>
                  </a:lnTo>
                  <a:lnTo>
                    <a:pt x="2481822" y="1281897"/>
                  </a:lnTo>
                  <a:lnTo>
                    <a:pt x="2480751" y="1281996"/>
                  </a:lnTo>
                  <a:lnTo>
                    <a:pt x="2479679" y="1282096"/>
                  </a:lnTo>
                  <a:lnTo>
                    <a:pt x="2478608" y="1282195"/>
                  </a:lnTo>
                  <a:lnTo>
                    <a:pt x="2477536" y="1282294"/>
                  </a:lnTo>
                  <a:lnTo>
                    <a:pt x="2476464" y="1282393"/>
                  </a:lnTo>
                  <a:lnTo>
                    <a:pt x="2475393" y="1282492"/>
                  </a:lnTo>
                  <a:lnTo>
                    <a:pt x="2474321" y="1282590"/>
                  </a:lnTo>
                  <a:lnTo>
                    <a:pt x="2473250" y="1282689"/>
                  </a:lnTo>
                  <a:lnTo>
                    <a:pt x="2472178" y="1282787"/>
                  </a:lnTo>
                  <a:lnTo>
                    <a:pt x="2471106" y="1282885"/>
                  </a:lnTo>
                  <a:lnTo>
                    <a:pt x="2470035" y="1282983"/>
                  </a:lnTo>
                  <a:lnTo>
                    <a:pt x="2468963" y="1283080"/>
                  </a:lnTo>
                  <a:lnTo>
                    <a:pt x="2467892" y="1283178"/>
                  </a:lnTo>
                  <a:lnTo>
                    <a:pt x="2466820" y="1283275"/>
                  </a:lnTo>
                  <a:lnTo>
                    <a:pt x="2465748" y="1283372"/>
                  </a:lnTo>
                  <a:lnTo>
                    <a:pt x="2464677" y="1283469"/>
                  </a:lnTo>
                  <a:lnTo>
                    <a:pt x="2463605" y="1283566"/>
                  </a:lnTo>
                  <a:lnTo>
                    <a:pt x="2462534" y="1283662"/>
                  </a:lnTo>
                  <a:lnTo>
                    <a:pt x="2461462" y="1283759"/>
                  </a:lnTo>
                  <a:lnTo>
                    <a:pt x="2460390" y="1283855"/>
                  </a:lnTo>
                  <a:lnTo>
                    <a:pt x="2459319" y="1283951"/>
                  </a:lnTo>
                  <a:lnTo>
                    <a:pt x="2458247" y="1284046"/>
                  </a:lnTo>
                  <a:lnTo>
                    <a:pt x="2457176" y="1284142"/>
                  </a:lnTo>
                  <a:lnTo>
                    <a:pt x="2456104" y="1284237"/>
                  </a:lnTo>
                  <a:lnTo>
                    <a:pt x="2455032" y="1284332"/>
                  </a:lnTo>
                  <a:lnTo>
                    <a:pt x="2453961" y="1284427"/>
                  </a:lnTo>
                  <a:lnTo>
                    <a:pt x="2452889" y="1284521"/>
                  </a:lnTo>
                  <a:lnTo>
                    <a:pt x="2451818" y="1284616"/>
                  </a:lnTo>
                  <a:lnTo>
                    <a:pt x="2450746" y="1284710"/>
                  </a:lnTo>
                  <a:lnTo>
                    <a:pt x="2449674" y="1284804"/>
                  </a:lnTo>
                  <a:lnTo>
                    <a:pt x="2448603" y="1284898"/>
                  </a:lnTo>
                  <a:lnTo>
                    <a:pt x="2447531" y="1284991"/>
                  </a:lnTo>
                  <a:lnTo>
                    <a:pt x="2446460" y="1285084"/>
                  </a:lnTo>
                  <a:lnTo>
                    <a:pt x="2445388" y="1285177"/>
                  </a:lnTo>
                  <a:lnTo>
                    <a:pt x="2444316" y="1285270"/>
                  </a:lnTo>
                  <a:lnTo>
                    <a:pt x="2443245" y="1285363"/>
                  </a:lnTo>
                  <a:lnTo>
                    <a:pt x="2442173" y="1285455"/>
                  </a:lnTo>
                  <a:lnTo>
                    <a:pt x="2441102" y="1285547"/>
                  </a:lnTo>
                  <a:lnTo>
                    <a:pt x="2440030" y="1285639"/>
                  </a:lnTo>
                  <a:lnTo>
                    <a:pt x="2438958" y="1285731"/>
                  </a:lnTo>
                  <a:lnTo>
                    <a:pt x="2437887" y="1285822"/>
                  </a:lnTo>
                  <a:lnTo>
                    <a:pt x="2436815" y="1285913"/>
                  </a:lnTo>
                  <a:lnTo>
                    <a:pt x="2435744" y="1286004"/>
                  </a:lnTo>
                  <a:lnTo>
                    <a:pt x="2434672" y="1286095"/>
                  </a:lnTo>
                  <a:lnTo>
                    <a:pt x="2433600" y="1286185"/>
                  </a:lnTo>
                  <a:lnTo>
                    <a:pt x="2432529" y="1286275"/>
                  </a:lnTo>
                  <a:lnTo>
                    <a:pt x="2431457" y="1286365"/>
                  </a:lnTo>
                  <a:lnTo>
                    <a:pt x="2430386" y="1286455"/>
                  </a:lnTo>
                  <a:lnTo>
                    <a:pt x="2429314" y="1286544"/>
                  </a:lnTo>
                  <a:lnTo>
                    <a:pt x="2428242" y="1286634"/>
                  </a:lnTo>
                  <a:lnTo>
                    <a:pt x="2427171" y="1286722"/>
                  </a:lnTo>
                  <a:lnTo>
                    <a:pt x="2426099" y="1286811"/>
                  </a:lnTo>
                  <a:lnTo>
                    <a:pt x="2425028" y="1286899"/>
                  </a:lnTo>
                  <a:lnTo>
                    <a:pt x="2423956" y="1286988"/>
                  </a:lnTo>
                  <a:lnTo>
                    <a:pt x="2422884" y="1287075"/>
                  </a:lnTo>
                  <a:lnTo>
                    <a:pt x="2421813" y="1287163"/>
                  </a:lnTo>
                  <a:lnTo>
                    <a:pt x="2420741" y="1287250"/>
                  </a:lnTo>
                  <a:lnTo>
                    <a:pt x="2419670" y="1287337"/>
                  </a:lnTo>
                  <a:lnTo>
                    <a:pt x="2418598" y="1287424"/>
                  </a:lnTo>
                  <a:lnTo>
                    <a:pt x="2417526" y="1287510"/>
                  </a:lnTo>
                  <a:lnTo>
                    <a:pt x="2416455" y="1287597"/>
                  </a:lnTo>
                  <a:lnTo>
                    <a:pt x="2415383" y="1287683"/>
                  </a:lnTo>
                  <a:lnTo>
                    <a:pt x="2414312" y="1287768"/>
                  </a:lnTo>
                  <a:lnTo>
                    <a:pt x="2413240" y="1287853"/>
                  </a:lnTo>
                  <a:lnTo>
                    <a:pt x="2412168" y="1287939"/>
                  </a:lnTo>
                  <a:lnTo>
                    <a:pt x="2411097" y="1288023"/>
                  </a:lnTo>
                  <a:lnTo>
                    <a:pt x="2410025" y="1288108"/>
                  </a:lnTo>
                  <a:lnTo>
                    <a:pt x="2408954" y="1288192"/>
                  </a:lnTo>
                  <a:lnTo>
                    <a:pt x="2407882" y="1288276"/>
                  </a:lnTo>
                  <a:lnTo>
                    <a:pt x="2406810" y="1288360"/>
                  </a:lnTo>
                  <a:lnTo>
                    <a:pt x="2405739" y="1288443"/>
                  </a:lnTo>
                  <a:lnTo>
                    <a:pt x="2404667" y="1288526"/>
                  </a:lnTo>
                  <a:lnTo>
                    <a:pt x="2403596" y="1288609"/>
                  </a:lnTo>
                  <a:lnTo>
                    <a:pt x="2402524" y="1288691"/>
                  </a:lnTo>
                  <a:lnTo>
                    <a:pt x="2401452" y="1288773"/>
                  </a:lnTo>
                  <a:lnTo>
                    <a:pt x="2400381" y="1288855"/>
                  </a:lnTo>
                  <a:lnTo>
                    <a:pt x="2399309" y="1288937"/>
                  </a:lnTo>
                  <a:lnTo>
                    <a:pt x="2398238" y="1289018"/>
                  </a:lnTo>
                  <a:lnTo>
                    <a:pt x="2397166" y="1289099"/>
                  </a:lnTo>
                  <a:lnTo>
                    <a:pt x="2396094" y="1289179"/>
                  </a:lnTo>
                  <a:lnTo>
                    <a:pt x="2395023" y="1289259"/>
                  </a:lnTo>
                  <a:lnTo>
                    <a:pt x="2393951" y="1289339"/>
                  </a:lnTo>
                  <a:lnTo>
                    <a:pt x="2392880" y="1289419"/>
                  </a:lnTo>
                  <a:lnTo>
                    <a:pt x="2391808" y="1289498"/>
                  </a:lnTo>
                  <a:lnTo>
                    <a:pt x="2390736" y="1289577"/>
                  </a:lnTo>
                  <a:lnTo>
                    <a:pt x="2389665" y="1289656"/>
                  </a:lnTo>
                  <a:lnTo>
                    <a:pt x="2388593" y="1289734"/>
                  </a:lnTo>
                  <a:lnTo>
                    <a:pt x="2387522" y="1289812"/>
                  </a:lnTo>
                  <a:lnTo>
                    <a:pt x="2386450" y="1289890"/>
                  </a:lnTo>
                  <a:lnTo>
                    <a:pt x="2385378" y="1289968"/>
                  </a:lnTo>
                  <a:lnTo>
                    <a:pt x="2384307" y="1290045"/>
                  </a:lnTo>
                  <a:lnTo>
                    <a:pt x="2383235" y="1290121"/>
                  </a:lnTo>
                  <a:lnTo>
                    <a:pt x="2382164" y="1290198"/>
                  </a:lnTo>
                  <a:lnTo>
                    <a:pt x="2381092" y="1290274"/>
                  </a:lnTo>
                  <a:lnTo>
                    <a:pt x="2380020" y="1290350"/>
                  </a:lnTo>
                  <a:lnTo>
                    <a:pt x="2378949" y="1290425"/>
                  </a:lnTo>
                  <a:lnTo>
                    <a:pt x="2377877" y="1290500"/>
                  </a:lnTo>
                  <a:lnTo>
                    <a:pt x="2376806" y="1290575"/>
                  </a:lnTo>
                  <a:lnTo>
                    <a:pt x="2375734" y="1290649"/>
                  </a:lnTo>
                  <a:lnTo>
                    <a:pt x="2374662" y="1290723"/>
                  </a:lnTo>
                  <a:lnTo>
                    <a:pt x="2373591" y="1290797"/>
                  </a:lnTo>
                  <a:lnTo>
                    <a:pt x="2372519" y="1290870"/>
                  </a:lnTo>
                  <a:lnTo>
                    <a:pt x="2371448" y="1290943"/>
                  </a:lnTo>
                  <a:lnTo>
                    <a:pt x="2370376" y="1291016"/>
                  </a:lnTo>
                  <a:lnTo>
                    <a:pt x="2369304" y="1291088"/>
                  </a:lnTo>
                  <a:lnTo>
                    <a:pt x="2368233" y="1291160"/>
                  </a:lnTo>
                  <a:lnTo>
                    <a:pt x="2367161" y="1291231"/>
                  </a:lnTo>
                  <a:lnTo>
                    <a:pt x="2366090" y="1291302"/>
                  </a:lnTo>
                  <a:lnTo>
                    <a:pt x="2365018" y="1291373"/>
                  </a:lnTo>
                  <a:lnTo>
                    <a:pt x="2363946" y="1291444"/>
                  </a:lnTo>
                  <a:lnTo>
                    <a:pt x="2362875" y="1291514"/>
                  </a:lnTo>
                  <a:lnTo>
                    <a:pt x="2361803" y="1291583"/>
                  </a:lnTo>
                  <a:lnTo>
                    <a:pt x="2360732" y="1291653"/>
                  </a:lnTo>
                  <a:lnTo>
                    <a:pt x="2359660" y="1291722"/>
                  </a:lnTo>
                  <a:lnTo>
                    <a:pt x="2358588" y="1291790"/>
                  </a:lnTo>
                  <a:lnTo>
                    <a:pt x="2357517" y="1291859"/>
                  </a:lnTo>
                  <a:lnTo>
                    <a:pt x="2356445" y="1291926"/>
                  </a:lnTo>
                  <a:lnTo>
                    <a:pt x="2355374" y="1291994"/>
                  </a:lnTo>
                  <a:lnTo>
                    <a:pt x="2354302" y="1292061"/>
                  </a:lnTo>
                  <a:lnTo>
                    <a:pt x="2353230" y="1292128"/>
                  </a:lnTo>
                  <a:lnTo>
                    <a:pt x="2352159" y="1292194"/>
                  </a:lnTo>
                  <a:lnTo>
                    <a:pt x="2351087" y="1292260"/>
                  </a:lnTo>
                  <a:lnTo>
                    <a:pt x="2350016" y="1292326"/>
                  </a:lnTo>
                  <a:lnTo>
                    <a:pt x="2348944" y="1292391"/>
                  </a:lnTo>
                  <a:lnTo>
                    <a:pt x="2347872" y="1292456"/>
                  </a:lnTo>
                  <a:lnTo>
                    <a:pt x="2346801" y="1292520"/>
                  </a:lnTo>
                  <a:lnTo>
                    <a:pt x="2345729" y="1292584"/>
                  </a:lnTo>
                  <a:lnTo>
                    <a:pt x="2344658" y="1292648"/>
                  </a:lnTo>
                  <a:lnTo>
                    <a:pt x="2343586" y="1292711"/>
                  </a:lnTo>
                  <a:lnTo>
                    <a:pt x="2342514" y="1292774"/>
                  </a:lnTo>
                  <a:lnTo>
                    <a:pt x="2341443" y="1292836"/>
                  </a:lnTo>
                  <a:lnTo>
                    <a:pt x="2340371" y="1292898"/>
                  </a:lnTo>
                  <a:lnTo>
                    <a:pt x="2339300" y="1292960"/>
                  </a:lnTo>
                  <a:lnTo>
                    <a:pt x="2338228" y="1293021"/>
                  </a:lnTo>
                  <a:lnTo>
                    <a:pt x="2337156" y="1293082"/>
                  </a:lnTo>
                  <a:lnTo>
                    <a:pt x="2336085" y="1293142"/>
                  </a:lnTo>
                  <a:lnTo>
                    <a:pt x="2335013" y="1293202"/>
                  </a:lnTo>
                  <a:lnTo>
                    <a:pt x="2333942" y="1293262"/>
                  </a:lnTo>
                  <a:lnTo>
                    <a:pt x="2332870" y="1293321"/>
                  </a:lnTo>
                  <a:lnTo>
                    <a:pt x="2331798" y="1293380"/>
                  </a:lnTo>
                  <a:lnTo>
                    <a:pt x="2330727" y="1293438"/>
                  </a:lnTo>
                  <a:lnTo>
                    <a:pt x="2329655" y="1293496"/>
                  </a:lnTo>
                  <a:lnTo>
                    <a:pt x="2328584" y="1293554"/>
                  </a:lnTo>
                  <a:lnTo>
                    <a:pt x="2327512" y="1293611"/>
                  </a:lnTo>
                  <a:lnTo>
                    <a:pt x="2326440" y="1293668"/>
                  </a:lnTo>
                  <a:lnTo>
                    <a:pt x="2325369" y="1293724"/>
                  </a:lnTo>
                  <a:lnTo>
                    <a:pt x="2324297" y="1293780"/>
                  </a:lnTo>
                  <a:lnTo>
                    <a:pt x="2323226" y="1293835"/>
                  </a:lnTo>
                  <a:lnTo>
                    <a:pt x="2322154" y="1293890"/>
                  </a:lnTo>
                  <a:lnTo>
                    <a:pt x="2321082" y="1293945"/>
                  </a:lnTo>
                  <a:lnTo>
                    <a:pt x="2320011" y="1293999"/>
                  </a:lnTo>
                  <a:lnTo>
                    <a:pt x="2318939" y="1294053"/>
                  </a:lnTo>
                  <a:lnTo>
                    <a:pt x="2317868" y="1294106"/>
                  </a:lnTo>
                  <a:lnTo>
                    <a:pt x="2316796" y="1294159"/>
                  </a:lnTo>
                  <a:lnTo>
                    <a:pt x="2315724" y="1294211"/>
                  </a:lnTo>
                  <a:lnTo>
                    <a:pt x="2314653" y="1294263"/>
                  </a:lnTo>
                  <a:lnTo>
                    <a:pt x="2313581" y="1294314"/>
                  </a:lnTo>
                  <a:lnTo>
                    <a:pt x="2312510" y="1294365"/>
                  </a:lnTo>
                  <a:lnTo>
                    <a:pt x="2311438" y="1294416"/>
                  </a:lnTo>
                  <a:lnTo>
                    <a:pt x="2310366" y="1294466"/>
                  </a:lnTo>
                  <a:lnTo>
                    <a:pt x="2309295" y="1294516"/>
                  </a:lnTo>
                  <a:lnTo>
                    <a:pt x="2308223" y="1294565"/>
                  </a:lnTo>
                  <a:lnTo>
                    <a:pt x="2307152" y="1294614"/>
                  </a:lnTo>
                  <a:lnTo>
                    <a:pt x="2306080" y="1294662"/>
                  </a:lnTo>
                  <a:lnTo>
                    <a:pt x="2305009" y="1294710"/>
                  </a:lnTo>
                  <a:lnTo>
                    <a:pt x="2303937" y="1294758"/>
                  </a:lnTo>
                  <a:lnTo>
                    <a:pt x="2302865" y="1294805"/>
                  </a:lnTo>
                  <a:lnTo>
                    <a:pt x="2301794" y="1294851"/>
                  </a:lnTo>
                  <a:lnTo>
                    <a:pt x="2300722" y="1294897"/>
                  </a:lnTo>
                  <a:lnTo>
                    <a:pt x="2299651" y="1294943"/>
                  </a:lnTo>
                  <a:lnTo>
                    <a:pt x="2298579" y="1294988"/>
                  </a:lnTo>
                  <a:lnTo>
                    <a:pt x="2297507" y="1295033"/>
                  </a:lnTo>
                  <a:lnTo>
                    <a:pt x="2296436" y="1295077"/>
                  </a:lnTo>
                  <a:lnTo>
                    <a:pt x="2295364" y="1295121"/>
                  </a:lnTo>
                  <a:lnTo>
                    <a:pt x="2294293" y="1295164"/>
                  </a:lnTo>
                  <a:lnTo>
                    <a:pt x="2293221" y="1295207"/>
                  </a:lnTo>
                  <a:lnTo>
                    <a:pt x="2292149" y="1295249"/>
                  </a:lnTo>
                  <a:lnTo>
                    <a:pt x="2291078" y="1295291"/>
                  </a:lnTo>
                  <a:lnTo>
                    <a:pt x="2290006" y="1295332"/>
                  </a:lnTo>
                  <a:lnTo>
                    <a:pt x="2288935" y="1295373"/>
                  </a:lnTo>
                  <a:lnTo>
                    <a:pt x="2287863" y="1295414"/>
                  </a:lnTo>
                  <a:lnTo>
                    <a:pt x="2286791" y="1295453"/>
                  </a:lnTo>
                  <a:lnTo>
                    <a:pt x="2285720" y="1295493"/>
                  </a:lnTo>
                  <a:lnTo>
                    <a:pt x="2284648" y="1295532"/>
                  </a:lnTo>
                  <a:lnTo>
                    <a:pt x="2283577" y="1295570"/>
                  </a:lnTo>
                  <a:lnTo>
                    <a:pt x="2282505" y="1295608"/>
                  </a:lnTo>
                  <a:lnTo>
                    <a:pt x="2281433" y="1295646"/>
                  </a:lnTo>
                  <a:lnTo>
                    <a:pt x="2280362" y="1295683"/>
                  </a:lnTo>
                  <a:lnTo>
                    <a:pt x="2279290" y="1295719"/>
                  </a:lnTo>
                  <a:lnTo>
                    <a:pt x="2278219" y="1295755"/>
                  </a:lnTo>
                  <a:lnTo>
                    <a:pt x="2277147" y="1295791"/>
                  </a:lnTo>
                  <a:lnTo>
                    <a:pt x="2276075" y="1295826"/>
                  </a:lnTo>
                  <a:lnTo>
                    <a:pt x="2275004" y="1295860"/>
                  </a:lnTo>
                  <a:lnTo>
                    <a:pt x="2273932" y="1295894"/>
                  </a:lnTo>
                  <a:lnTo>
                    <a:pt x="2272861" y="1295928"/>
                  </a:lnTo>
                  <a:lnTo>
                    <a:pt x="2271789" y="1295961"/>
                  </a:lnTo>
                  <a:lnTo>
                    <a:pt x="2270717" y="1295993"/>
                  </a:lnTo>
                  <a:lnTo>
                    <a:pt x="2269646" y="1296025"/>
                  </a:lnTo>
                  <a:lnTo>
                    <a:pt x="2268574" y="1296057"/>
                  </a:lnTo>
                  <a:lnTo>
                    <a:pt x="2267503" y="1296088"/>
                  </a:lnTo>
                  <a:lnTo>
                    <a:pt x="2266431" y="1296118"/>
                  </a:lnTo>
                  <a:lnTo>
                    <a:pt x="2265359" y="1296148"/>
                  </a:lnTo>
                  <a:lnTo>
                    <a:pt x="2264288" y="1296178"/>
                  </a:lnTo>
                  <a:lnTo>
                    <a:pt x="2263216" y="1296207"/>
                  </a:lnTo>
                  <a:lnTo>
                    <a:pt x="2262145" y="1296235"/>
                  </a:lnTo>
                  <a:lnTo>
                    <a:pt x="2261073" y="1296263"/>
                  </a:lnTo>
                  <a:lnTo>
                    <a:pt x="2260001" y="1296290"/>
                  </a:lnTo>
                  <a:lnTo>
                    <a:pt x="2258930" y="1296317"/>
                  </a:lnTo>
                  <a:lnTo>
                    <a:pt x="2257858" y="1296343"/>
                  </a:lnTo>
                  <a:lnTo>
                    <a:pt x="2256787" y="1296369"/>
                  </a:lnTo>
                  <a:lnTo>
                    <a:pt x="2255715" y="1296394"/>
                  </a:lnTo>
                  <a:lnTo>
                    <a:pt x="2254643" y="1296419"/>
                  </a:lnTo>
                  <a:lnTo>
                    <a:pt x="2253572" y="1296443"/>
                  </a:lnTo>
                  <a:lnTo>
                    <a:pt x="2252500" y="1296467"/>
                  </a:lnTo>
                  <a:lnTo>
                    <a:pt x="2251429" y="1296490"/>
                  </a:lnTo>
                  <a:lnTo>
                    <a:pt x="2250357" y="1296513"/>
                  </a:lnTo>
                  <a:lnTo>
                    <a:pt x="2249285" y="1296535"/>
                  </a:lnTo>
                  <a:lnTo>
                    <a:pt x="2248214" y="1296556"/>
                  </a:lnTo>
                  <a:lnTo>
                    <a:pt x="2247142" y="1296577"/>
                  </a:lnTo>
                  <a:lnTo>
                    <a:pt x="2246071" y="1296598"/>
                  </a:lnTo>
                  <a:lnTo>
                    <a:pt x="2244999" y="1296618"/>
                  </a:lnTo>
                  <a:lnTo>
                    <a:pt x="2243927" y="1296637"/>
                  </a:lnTo>
                  <a:lnTo>
                    <a:pt x="2242856" y="1296656"/>
                  </a:lnTo>
                  <a:lnTo>
                    <a:pt x="2241784" y="1296674"/>
                  </a:lnTo>
                  <a:lnTo>
                    <a:pt x="2240713" y="1296692"/>
                  </a:lnTo>
                  <a:lnTo>
                    <a:pt x="2239641" y="1296709"/>
                  </a:lnTo>
                  <a:lnTo>
                    <a:pt x="2238569" y="1296725"/>
                  </a:lnTo>
                  <a:lnTo>
                    <a:pt x="2237498" y="1296741"/>
                  </a:lnTo>
                  <a:lnTo>
                    <a:pt x="2236426" y="1296757"/>
                  </a:lnTo>
                  <a:lnTo>
                    <a:pt x="2235355" y="1296772"/>
                  </a:lnTo>
                  <a:lnTo>
                    <a:pt x="2234283" y="1296786"/>
                  </a:lnTo>
                  <a:lnTo>
                    <a:pt x="2233211" y="1296800"/>
                  </a:lnTo>
                  <a:lnTo>
                    <a:pt x="2232140" y="1296813"/>
                  </a:lnTo>
                  <a:lnTo>
                    <a:pt x="2231068" y="1296826"/>
                  </a:lnTo>
                  <a:lnTo>
                    <a:pt x="2229997" y="1296838"/>
                  </a:lnTo>
                  <a:lnTo>
                    <a:pt x="2228925" y="1296850"/>
                  </a:lnTo>
                  <a:lnTo>
                    <a:pt x="2227853" y="1296861"/>
                  </a:lnTo>
                  <a:lnTo>
                    <a:pt x="2226782" y="1296871"/>
                  </a:lnTo>
                  <a:lnTo>
                    <a:pt x="2225710" y="1296881"/>
                  </a:lnTo>
                  <a:lnTo>
                    <a:pt x="2224639" y="1296890"/>
                  </a:lnTo>
                  <a:lnTo>
                    <a:pt x="2223567" y="1296899"/>
                  </a:lnTo>
                  <a:lnTo>
                    <a:pt x="2222495" y="1296907"/>
                  </a:lnTo>
                  <a:lnTo>
                    <a:pt x="2221424" y="1296915"/>
                  </a:lnTo>
                  <a:lnTo>
                    <a:pt x="2220352" y="1296921"/>
                  </a:lnTo>
                  <a:lnTo>
                    <a:pt x="2219281" y="1296928"/>
                  </a:lnTo>
                  <a:lnTo>
                    <a:pt x="2218209" y="1296934"/>
                  </a:lnTo>
                  <a:lnTo>
                    <a:pt x="2217137" y="1296939"/>
                  </a:lnTo>
                  <a:lnTo>
                    <a:pt x="2216066" y="1296944"/>
                  </a:lnTo>
                  <a:lnTo>
                    <a:pt x="2214994" y="1296948"/>
                  </a:lnTo>
                  <a:lnTo>
                    <a:pt x="2213923" y="1296951"/>
                  </a:lnTo>
                  <a:lnTo>
                    <a:pt x="2212851" y="1296954"/>
                  </a:lnTo>
                  <a:lnTo>
                    <a:pt x="2211779" y="1296956"/>
                  </a:lnTo>
                  <a:lnTo>
                    <a:pt x="2210708" y="1296958"/>
                  </a:lnTo>
                  <a:lnTo>
                    <a:pt x="2209636" y="1296959"/>
                  </a:lnTo>
                  <a:lnTo>
                    <a:pt x="2208565" y="1296960"/>
                  </a:lnTo>
                  <a:lnTo>
                    <a:pt x="2207493" y="1296959"/>
                  </a:lnTo>
                  <a:lnTo>
                    <a:pt x="2206421" y="1296959"/>
                  </a:lnTo>
                  <a:lnTo>
                    <a:pt x="2205350" y="1296957"/>
                  </a:lnTo>
                  <a:lnTo>
                    <a:pt x="2204278" y="1296956"/>
                  </a:lnTo>
                  <a:lnTo>
                    <a:pt x="2203207" y="1296953"/>
                  </a:lnTo>
                  <a:lnTo>
                    <a:pt x="2202135" y="1296950"/>
                  </a:lnTo>
                  <a:lnTo>
                    <a:pt x="2201063" y="1296946"/>
                  </a:lnTo>
                  <a:lnTo>
                    <a:pt x="2199992" y="1296942"/>
                  </a:lnTo>
                  <a:lnTo>
                    <a:pt x="2198920" y="1296937"/>
                  </a:lnTo>
                  <a:lnTo>
                    <a:pt x="2197849" y="1296932"/>
                  </a:lnTo>
                  <a:lnTo>
                    <a:pt x="2196777" y="1296925"/>
                  </a:lnTo>
                  <a:lnTo>
                    <a:pt x="2195705" y="1296919"/>
                  </a:lnTo>
                  <a:lnTo>
                    <a:pt x="2194634" y="1296911"/>
                  </a:lnTo>
                  <a:lnTo>
                    <a:pt x="2193562" y="1296903"/>
                  </a:lnTo>
                  <a:lnTo>
                    <a:pt x="2192491" y="1296895"/>
                  </a:lnTo>
                  <a:lnTo>
                    <a:pt x="2191419" y="1296886"/>
                  </a:lnTo>
                  <a:lnTo>
                    <a:pt x="2190347" y="1296876"/>
                  </a:lnTo>
                  <a:lnTo>
                    <a:pt x="2189276" y="1296865"/>
                  </a:lnTo>
                  <a:lnTo>
                    <a:pt x="2188204" y="1296854"/>
                  </a:lnTo>
                  <a:lnTo>
                    <a:pt x="2187133" y="1296842"/>
                  </a:lnTo>
                  <a:lnTo>
                    <a:pt x="2186061" y="1296830"/>
                  </a:lnTo>
                  <a:lnTo>
                    <a:pt x="2184989" y="1296817"/>
                  </a:lnTo>
                  <a:lnTo>
                    <a:pt x="2183918" y="1296804"/>
                  </a:lnTo>
                  <a:lnTo>
                    <a:pt x="2182846" y="1296789"/>
                  </a:lnTo>
                  <a:lnTo>
                    <a:pt x="2181775" y="1296775"/>
                  </a:lnTo>
                  <a:lnTo>
                    <a:pt x="2180703" y="1296759"/>
                  </a:lnTo>
                  <a:lnTo>
                    <a:pt x="2179631" y="1296743"/>
                  </a:lnTo>
                  <a:lnTo>
                    <a:pt x="2178560" y="1296726"/>
                  </a:lnTo>
                  <a:lnTo>
                    <a:pt x="2177488" y="1296709"/>
                  </a:lnTo>
                  <a:lnTo>
                    <a:pt x="2176417" y="1296691"/>
                  </a:lnTo>
                  <a:lnTo>
                    <a:pt x="2175345" y="1296672"/>
                  </a:lnTo>
                  <a:lnTo>
                    <a:pt x="2174273" y="1296653"/>
                  </a:lnTo>
                  <a:lnTo>
                    <a:pt x="2173202" y="1296633"/>
                  </a:lnTo>
                  <a:lnTo>
                    <a:pt x="2172130" y="1296612"/>
                  </a:lnTo>
                  <a:lnTo>
                    <a:pt x="2171059" y="1296591"/>
                  </a:lnTo>
                  <a:lnTo>
                    <a:pt x="2169987" y="1296569"/>
                  </a:lnTo>
                  <a:lnTo>
                    <a:pt x="2168915" y="1296547"/>
                  </a:lnTo>
                  <a:lnTo>
                    <a:pt x="2167844" y="1296523"/>
                  </a:lnTo>
                  <a:lnTo>
                    <a:pt x="2166772" y="1296500"/>
                  </a:lnTo>
                  <a:lnTo>
                    <a:pt x="2165701" y="1296475"/>
                  </a:lnTo>
                  <a:lnTo>
                    <a:pt x="2164629" y="1296450"/>
                  </a:lnTo>
                  <a:lnTo>
                    <a:pt x="2163557" y="1296424"/>
                  </a:lnTo>
                  <a:lnTo>
                    <a:pt x="2162486" y="1296398"/>
                  </a:lnTo>
                  <a:lnTo>
                    <a:pt x="2161414" y="1296371"/>
                  </a:lnTo>
                  <a:lnTo>
                    <a:pt x="2160343" y="1296343"/>
                  </a:lnTo>
                  <a:lnTo>
                    <a:pt x="2159271" y="1296314"/>
                  </a:lnTo>
                  <a:lnTo>
                    <a:pt x="2158199" y="1296285"/>
                  </a:lnTo>
                  <a:lnTo>
                    <a:pt x="2157128" y="1296255"/>
                  </a:lnTo>
                  <a:lnTo>
                    <a:pt x="2156056" y="1296225"/>
                  </a:lnTo>
                  <a:lnTo>
                    <a:pt x="2154985" y="1296194"/>
                  </a:lnTo>
                  <a:lnTo>
                    <a:pt x="2153913" y="1296162"/>
                  </a:lnTo>
                  <a:lnTo>
                    <a:pt x="2152841" y="1296130"/>
                  </a:lnTo>
                  <a:lnTo>
                    <a:pt x="2151770" y="1296097"/>
                  </a:lnTo>
                  <a:lnTo>
                    <a:pt x="2150698" y="1296063"/>
                  </a:lnTo>
                  <a:lnTo>
                    <a:pt x="2149627" y="1296028"/>
                  </a:lnTo>
                  <a:lnTo>
                    <a:pt x="2148555" y="1295993"/>
                  </a:lnTo>
                  <a:lnTo>
                    <a:pt x="2147483" y="1295957"/>
                  </a:lnTo>
                  <a:lnTo>
                    <a:pt x="2146412" y="1295921"/>
                  </a:lnTo>
                  <a:lnTo>
                    <a:pt x="2145340" y="1295884"/>
                  </a:lnTo>
                  <a:lnTo>
                    <a:pt x="2144269" y="1295846"/>
                  </a:lnTo>
                  <a:lnTo>
                    <a:pt x="2143197" y="1295807"/>
                  </a:lnTo>
                  <a:lnTo>
                    <a:pt x="2142125" y="1295768"/>
                  </a:lnTo>
                  <a:lnTo>
                    <a:pt x="2141054" y="1295728"/>
                  </a:lnTo>
                  <a:lnTo>
                    <a:pt x="2139982" y="1295688"/>
                  </a:lnTo>
                  <a:lnTo>
                    <a:pt x="2138911" y="1295646"/>
                  </a:lnTo>
                  <a:lnTo>
                    <a:pt x="2137839" y="1295604"/>
                  </a:lnTo>
                  <a:lnTo>
                    <a:pt x="2136767" y="1295562"/>
                  </a:lnTo>
                  <a:lnTo>
                    <a:pt x="2135696" y="1295518"/>
                  </a:lnTo>
                  <a:lnTo>
                    <a:pt x="2134624" y="1295474"/>
                  </a:lnTo>
                  <a:lnTo>
                    <a:pt x="2133553" y="1295430"/>
                  </a:lnTo>
                  <a:lnTo>
                    <a:pt x="2132481" y="1295384"/>
                  </a:lnTo>
                  <a:lnTo>
                    <a:pt x="2131409" y="1295338"/>
                  </a:lnTo>
                  <a:lnTo>
                    <a:pt x="2130338" y="1295291"/>
                  </a:lnTo>
                  <a:lnTo>
                    <a:pt x="2129266" y="1295244"/>
                  </a:lnTo>
                  <a:lnTo>
                    <a:pt x="2128195" y="1295195"/>
                  </a:lnTo>
                  <a:lnTo>
                    <a:pt x="2127123" y="1295146"/>
                  </a:lnTo>
                  <a:lnTo>
                    <a:pt x="2126052" y="1295097"/>
                  </a:lnTo>
                  <a:lnTo>
                    <a:pt x="2124980" y="1295046"/>
                  </a:lnTo>
                  <a:lnTo>
                    <a:pt x="2123908" y="1294995"/>
                  </a:lnTo>
                  <a:lnTo>
                    <a:pt x="2122837" y="1294944"/>
                  </a:lnTo>
                  <a:lnTo>
                    <a:pt x="2121765" y="1294891"/>
                  </a:lnTo>
                  <a:lnTo>
                    <a:pt x="2120694" y="1294838"/>
                  </a:lnTo>
                  <a:lnTo>
                    <a:pt x="2119622" y="1294784"/>
                  </a:lnTo>
                  <a:lnTo>
                    <a:pt x="2118550" y="1294729"/>
                  </a:lnTo>
                  <a:lnTo>
                    <a:pt x="2117479" y="1294674"/>
                  </a:lnTo>
                  <a:lnTo>
                    <a:pt x="2116407" y="1294618"/>
                  </a:lnTo>
                  <a:lnTo>
                    <a:pt x="2115336" y="1294561"/>
                  </a:lnTo>
                  <a:lnTo>
                    <a:pt x="2114264" y="1294504"/>
                  </a:lnTo>
                  <a:lnTo>
                    <a:pt x="2113192" y="1294446"/>
                  </a:lnTo>
                  <a:lnTo>
                    <a:pt x="2112121" y="1294387"/>
                  </a:lnTo>
                  <a:lnTo>
                    <a:pt x="2111049" y="1294327"/>
                  </a:lnTo>
                  <a:lnTo>
                    <a:pt x="2109978" y="1294267"/>
                  </a:lnTo>
                  <a:lnTo>
                    <a:pt x="2108906" y="1294206"/>
                  </a:lnTo>
                  <a:lnTo>
                    <a:pt x="2107834" y="1294144"/>
                  </a:lnTo>
                  <a:lnTo>
                    <a:pt x="2106763" y="1294081"/>
                  </a:lnTo>
                  <a:lnTo>
                    <a:pt x="2105691" y="1294018"/>
                  </a:lnTo>
                  <a:lnTo>
                    <a:pt x="2104620" y="1293954"/>
                  </a:lnTo>
                  <a:lnTo>
                    <a:pt x="2103548" y="1293889"/>
                  </a:lnTo>
                  <a:lnTo>
                    <a:pt x="2102476" y="1293824"/>
                  </a:lnTo>
                  <a:lnTo>
                    <a:pt x="2101405" y="1293757"/>
                  </a:lnTo>
                  <a:lnTo>
                    <a:pt x="2100333" y="1293691"/>
                  </a:lnTo>
                  <a:lnTo>
                    <a:pt x="2099262" y="1293623"/>
                  </a:lnTo>
                  <a:lnTo>
                    <a:pt x="2098190" y="1293554"/>
                  </a:lnTo>
                  <a:lnTo>
                    <a:pt x="2097118" y="1293485"/>
                  </a:lnTo>
                  <a:lnTo>
                    <a:pt x="2096047" y="1293415"/>
                  </a:lnTo>
                  <a:lnTo>
                    <a:pt x="2094975" y="1293345"/>
                  </a:lnTo>
                  <a:lnTo>
                    <a:pt x="2093904" y="1293273"/>
                  </a:lnTo>
                  <a:lnTo>
                    <a:pt x="2092832" y="1293201"/>
                  </a:lnTo>
                  <a:lnTo>
                    <a:pt x="2091760" y="1293128"/>
                  </a:lnTo>
                  <a:lnTo>
                    <a:pt x="2090689" y="1293055"/>
                  </a:lnTo>
                  <a:lnTo>
                    <a:pt x="2089617" y="1292980"/>
                  </a:lnTo>
                  <a:lnTo>
                    <a:pt x="2088546" y="1292905"/>
                  </a:lnTo>
                  <a:lnTo>
                    <a:pt x="2087474" y="1292829"/>
                  </a:lnTo>
                  <a:lnTo>
                    <a:pt x="2086402" y="1292753"/>
                  </a:lnTo>
                  <a:lnTo>
                    <a:pt x="2085331" y="1292675"/>
                  </a:lnTo>
                  <a:lnTo>
                    <a:pt x="2084259" y="1292597"/>
                  </a:lnTo>
                  <a:lnTo>
                    <a:pt x="2083188" y="1292518"/>
                  </a:lnTo>
                  <a:lnTo>
                    <a:pt x="2082116" y="1292439"/>
                  </a:lnTo>
                  <a:lnTo>
                    <a:pt x="2081044" y="1292358"/>
                  </a:lnTo>
                  <a:lnTo>
                    <a:pt x="2079973" y="1292277"/>
                  </a:lnTo>
                  <a:lnTo>
                    <a:pt x="2078901" y="1292195"/>
                  </a:lnTo>
                  <a:lnTo>
                    <a:pt x="2077830" y="1292112"/>
                  </a:lnTo>
                  <a:lnTo>
                    <a:pt x="2076758" y="1292029"/>
                  </a:lnTo>
                  <a:lnTo>
                    <a:pt x="2075686" y="1291945"/>
                  </a:lnTo>
                  <a:lnTo>
                    <a:pt x="2074615" y="1291860"/>
                  </a:lnTo>
                  <a:lnTo>
                    <a:pt x="2073543" y="1291774"/>
                  </a:lnTo>
                  <a:lnTo>
                    <a:pt x="2072472" y="1291687"/>
                  </a:lnTo>
                  <a:lnTo>
                    <a:pt x="2071400" y="1291600"/>
                  </a:lnTo>
                  <a:lnTo>
                    <a:pt x="2070328" y="1291512"/>
                  </a:lnTo>
                  <a:lnTo>
                    <a:pt x="2069257" y="1291423"/>
                  </a:lnTo>
                  <a:lnTo>
                    <a:pt x="2068185" y="1291333"/>
                  </a:lnTo>
                  <a:lnTo>
                    <a:pt x="2067114" y="1291243"/>
                  </a:lnTo>
                  <a:lnTo>
                    <a:pt x="2066042" y="1291152"/>
                  </a:lnTo>
                  <a:lnTo>
                    <a:pt x="2064970" y="1291060"/>
                  </a:lnTo>
                  <a:lnTo>
                    <a:pt x="2063899" y="1290967"/>
                  </a:lnTo>
                  <a:lnTo>
                    <a:pt x="2062827" y="1290874"/>
                  </a:lnTo>
                  <a:lnTo>
                    <a:pt x="2061756" y="1290779"/>
                  </a:lnTo>
                  <a:lnTo>
                    <a:pt x="2060684" y="1290684"/>
                  </a:lnTo>
                  <a:lnTo>
                    <a:pt x="2059612" y="1290589"/>
                  </a:lnTo>
                  <a:lnTo>
                    <a:pt x="2058541" y="1290492"/>
                  </a:lnTo>
                  <a:lnTo>
                    <a:pt x="2057469" y="1290394"/>
                  </a:lnTo>
                  <a:lnTo>
                    <a:pt x="2056398" y="1290296"/>
                  </a:lnTo>
                  <a:lnTo>
                    <a:pt x="2055326" y="1290197"/>
                  </a:lnTo>
                  <a:lnTo>
                    <a:pt x="2054254" y="1290098"/>
                  </a:lnTo>
                  <a:lnTo>
                    <a:pt x="2053183" y="1289997"/>
                  </a:lnTo>
                  <a:lnTo>
                    <a:pt x="2052111" y="1289896"/>
                  </a:lnTo>
                  <a:lnTo>
                    <a:pt x="2051040" y="1289793"/>
                  </a:lnTo>
                  <a:lnTo>
                    <a:pt x="2049968" y="1289690"/>
                  </a:lnTo>
                  <a:lnTo>
                    <a:pt x="2048896" y="1289587"/>
                  </a:lnTo>
                  <a:lnTo>
                    <a:pt x="2047825" y="1289482"/>
                  </a:lnTo>
                  <a:lnTo>
                    <a:pt x="2046753" y="1289377"/>
                  </a:lnTo>
                  <a:lnTo>
                    <a:pt x="2045682" y="1289271"/>
                  </a:lnTo>
                  <a:lnTo>
                    <a:pt x="2044610" y="1289164"/>
                  </a:lnTo>
                  <a:lnTo>
                    <a:pt x="2043538" y="1289056"/>
                  </a:lnTo>
                  <a:lnTo>
                    <a:pt x="2042467" y="1288948"/>
                  </a:lnTo>
                  <a:lnTo>
                    <a:pt x="2041395" y="1288838"/>
                  </a:lnTo>
                  <a:lnTo>
                    <a:pt x="2040324" y="1288728"/>
                  </a:lnTo>
                  <a:lnTo>
                    <a:pt x="2039252" y="1288617"/>
                  </a:lnTo>
                  <a:lnTo>
                    <a:pt x="2038180" y="1288505"/>
                  </a:lnTo>
                  <a:lnTo>
                    <a:pt x="2037109" y="1288393"/>
                  </a:lnTo>
                  <a:lnTo>
                    <a:pt x="2036037" y="1288279"/>
                  </a:lnTo>
                  <a:lnTo>
                    <a:pt x="2034966" y="1288165"/>
                  </a:lnTo>
                  <a:lnTo>
                    <a:pt x="2033894" y="1288050"/>
                  </a:lnTo>
                  <a:lnTo>
                    <a:pt x="2032822" y="1287935"/>
                  </a:lnTo>
                  <a:lnTo>
                    <a:pt x="2031751" y="1287818"/>
                  </a:lnTo>
                  <a:lnTo>
                    <a:pt x="2030679" y="1287700"/>
                  </a:lnTo>
                  <a:lnTo>
                    <a:pt x="2029608" y="1287582"/>
                  </a:lnTo>
                  <a:lnTo>
                    <a:pt x="2028536" y="1287463"/>
                  </a:lnTo>
                  <a:lnTo>
                    <a:pt x="2027464" y="1287343"/>
                  </a:lnTo>
                  <a:lnTo>
                    <a:pt x="2026393" y="1287223"/>
                  </a:lnTo>
                  <a:lnTo>
                    <a:pt x="2025321" y="1287101"/>
                  </a:lnTo>
                  <a:lnTo>
                    <a:pt x="2024250" y="1286979"/>
                  </a:lnTo>
                  <a:lnTo>
                    <a:pt x="2023178" y="1286856"/>
                  </a:lnTo>
                  <a:lnTo>
                    <a:pt x="2022106" y="1286732"/>
                  </a:lnTo>
                  <a:lnTo>
                    <a:pt x="2021035" y="1286607"/>
                  </a:lnTo>
                  <a:lnTo>
                    <a:pt x="2019963" y="1286481"/>
                  </a:lnTo>
                  <a:lnTo>
                    <a:pt x="2018892" y="1286355"/>
                  </a:lnTo>
                  <a:lnTo>
                    <a:pt x="2017820" y="1286228"/>
                  </a:lnTo>
                  <a:lnTo>
                    <a:pt x="2016748" y="1286100"/>
                  </a:lnTo>
                  <a:lnTo>
                    <a:pt x="2015677" y="1285971"/>
                  </a:lnTo>
                  <a:lnTo>
                    <a:pt x="2014605" y="1285841"/>
                  </a:lnTo>
                  <a:lnTo>
                    <a:pt x="2013534" y="1285710"/>
                  </a:lnTo>
                  <a:lnTo>
                    <a:pt x="2012462" y="1285579"/>
                  </a:lnTo>
                  <a:lnTo>
                    <a:pt x="2011390" y="1285447"/>
                  </a:lnTo>
                  <a:lnTo>
                    <a:pt x="2010319" y="1285314"/>
                  </a:lnTo>
                  <a:lnTo>
                    <a:pt x="2009247" y="1285180"/>
                  </a:lnTo>
                  <a:lnTo>
                    <a:pt x="2008176" y="1285045"/>
                  </a:lnTo>
                  <a:lnTo>
                    <a:pt x="2007104" y="1284910"/>
                  </a:lnTo>
                  <a:lnTo>
                    <a:pt x="2006032" y="1284773"/>
                  </a:lnTo>
                  <a:lnTo>
                    <a:pt x="2004961" y="1284636"/>
                  </a:lnTo>
                  <a:lnTo>
                    <a:pt x="2003889" y="1284498"/>
                  </a:lnTo>
                  <a:lnTo>
                    <a:pt x="2002818" y="1284359"/>
                  </a:lnTo>
                  <a:lnTo>
                    <a:pt x="2001746" y="1284219"/>
                  </a:lnTo>
                  <a:lnTo>
                    <a:pt x="2000674" y="1284079"/>
                  </a:lnTo>
                  <a:lnTo>
                    <a:pt x="1999603" y="1283937"/>
                  </a:lnTo>
                  <a:lnTo>
                    <a:pt x="1998531" y="1283795"/>
                  </a:lnTo>
                  <a:lnTo>
                    <a:pt x="1997460" y="1283652"/>
                  </a:lnTo>
                  <a:lnTo>
                    <a:pt x="1996388" y="1283508"/>
                  </a:lnTo>
                  <a:lnTo>
                    <a:pt x="1995316" y="1283363"/>
                  </a:lnTo>
                  <a:lnTo>
                    <a:pt x="1994245" y="1283218"/>
                  </a:lnTo>
                  <a:lnTo>
                    <a:pt x="1993173" y="1283071"/>
                  </a:lnTo>
                  <a:lnTo>
                    <a:pt x="1992102" y="1282924"/>
                  </a:lnTo>
                  <a:lnTo>
                    <a:pt x="1991030" y="1282776"/>
                  </a:lnTo>
                  <a:lnTo>
                    <a:pt x="1989958" y="1282627"/>
                  </a:lnTo>
                  <a:lnTo>
                    <a:pt x="1988887" y="1282477"/>
                  </a:lnTo>
                  <a:lnTo>
                    <a:pt x="1987815" y="1282326"/>
                  </a:lnTo>
                  <a:lnTo>
                    <a:pt x="1986744" y="1282175"/>
                  </a:lnTo>
                  <a:lnTo>
                    <a:pt x="1985672" y="1282022"/>
                  </a:lnTo>
                  <a:lnTo>
                    <a:pt x="1984600" y="1281869"/>
                  </a:lnTo>
                  <a:lnTo>
                    <a:pt x="1983529" y="1281715"/>
                  </a:lnTo>
                  <a:lnTo>
                    <a:pt x="1982457" y="1281560"/>
                  </a:lnTo>
                  <a:lnTo>
                    <a:pt x="1981386" y="1281404"/>
                  </a:lnTo>
                  <a:lnTo>
                    <a:pt x="1980314" y="1281247"/>
                  </a:lnTo>
                  <a:lnTo>
                    <a:pt x="1979242" y="1281090"/>
                  </a:lnTo>
                  <a:lnTo>
                    <a:pt x="1978171" y="1280931"/>
                  </a:lnTo>
                  <a:lnTo>
                    <a:pt x="1977099" y="1280772"/>
                  </a:lnTo>
                  <a:lnTo>
                    <a:pt x="1976028" y="1280612"/>
                  </a:lnTo>
                  <a:lnTo>
                    <a:pt x="1974956" y="1280451"/>
                  </a:lnTo>
                  <a:lnTo>
                    <a:pt x="1973884" y="1280289"/>
                  </a:lnTo>
                  <a:lnTo>
                    <a:pt x="1972813" y="1280127"/>
                  </a:lnTo>
                  <a:lnTo>
                    <a:pt x="1971741" y="1279963"/>
                  </a:lnTo>
                  <a:lnTo>
                    <a:pt x="1970670" y="1279799"/>
                  </a:lnTo>
                  <a:lnTo>
                    <a:pt x="1969598" y="1279633"/>
                  </a:lnTo>
                  <a:lnTo>
                    <a:pt x="1968526" y="1279467"/>
                  </a:lnTo>
                  <a:lnTo>
                    <a:pt x="1967455" y="1279300"/>
                  </a:lnTo>
                  <a:lnTo>
                    <a:pt x="1966383" y="1279133"/>
                  </a:lnTo>
                  <a:lnTo>
                    <a:pt x="1965312" y="1278964"/>
                  </a:lnTo>
                  <a:lnTo>
                    <a:pt x="1964240" y="1278794"/>
                  </a:lnTo>
                  <a:lnTo>
                    <a:pt x="1963168" y="1278624"/>
                  </a:lnTo>
                  <a:lnTo>
                    <a:pt x="1962097" y="1278453"/>
                  </a:lnTo>
                  <a:lnTo>
                    <a:pt x="1961025" y="1278280"/>
                  </a:lnTo>
                  <a:lnTo>
                    <a:pt x="1959954" y="1278107"/>
                  </a:lnTo>
                  <a:lnTo>
                    <a:pt x="1958882" y="1277933"/>
                  </a:lnTo>
                  <a:lnTo>
                    <a:pt x="1957810" y="1277759"/>
                  </a:lnTo>
                  <a:lnTo>
                    <a:pt x="1956739" y="1277583"/>
                  </a:lnTo>
                  <a:lnTo>
                    <a:pt x="1955667" y="1277407"/>
                  </a:lnTo>
                  <a:lnTo>
                    <a:pt x="1954596" y="1277229"/>
                  </a:lnTo>
                  <a:lnTo>
                    <a:pt x="1953524" y="1277051"/>
                  </a:lnTo>
                  <a:lnTo>
                    <a:pt x="1952453" y="1276872"/>
                  </a:lnTo>
                  <a:lnTo>
                    <a:pt x="1951381" y="1276692"/>
                  </a:lnTo>
                  <a:lnTo>
                    <a:pt x="1950309" y="1276511"/>
                  </a:lnTo>
                  <a:lnTo>
                    <a:pt x="1949238" y="1276330"/>
                  </a:lnTo>
                  <a:lnTo>
                    <a:pt x="1948166" y="1276147"/>
                  </a:lnTo>
                  <a:lnTo>
                    <a:pt x="1947095" y="1275964"/>
                  </a:lnTo>
                  <a:lnTo>
                    <a:pt x="1946023" y="1275779"/>
                  </a:lnTo>
                  <a:lnTo>
                    <a:pt x="1944951" y="1275594"/>
                  </a:lnTo>
                  <a:lnTo>
                    <a:pt x="1943880" y="1275408"/>
                  </a:lnTo>
                  <a:lnTo>
                    <a:pt x="1942808" y="1275221"/>
                  </a:lnTo>
                  <a:lnTo>
                    <a:pt x="1941737" y="1275033"/>
                  </a:lnTo>
                  <a:lnTo>
                    <a:pt x="1940665" y="1274845"/>
                  </a:lnTo>
                  <a:lnTo>
                    <a:pt x="1939593" y="1274655"/>
                  </a:lnTo>
                  <a:lnTo>
                    <a:pt x="1938522" y="1274465"/>
                  </a:lnTo>
                  <a:lnTo>
                    <a:pt x="1937450" y="1274274"/>
                  </a:lnTo>
                  <a:lnTo>
                    <a:pt x="1936379" y="1274081"/>
                  </a:lnTo>
                  <a:lnTo>
                    <a:pt x="1935307" y="1273888"/>
                  </a:lnTo>
                  <a:lnTo>
                    <a:pt x="1934235" y="1273695"/>
                  </a:lnTo>
                  <a:lnTo>
                    <a:pt x="1933164" y="1273500"/>
                  </a:lnTo>
                  <a:lnTo>
                    <a:pt x="1932092" y="1273304"/>
                  </a:lnTo>
                  <a:lnTo>
                    <a:pt x="1931021" y="1273108"/>
                  </a:lnTo>
                  <a:lnTo>
                    <a:pt x="1929949" y="1272910"/>
                  </a:lnTo>
                  <a:lnTo>
                    <a:pt x="1928877" y="1272712"/>
                  </a:lnTo>
                  <a:lnTo>
                    <a:pt x="1927806" y="1272513"/>
                  </a:lnTo>
                  <a:lnTo>
                    <a:pt x="1926734" y="1272313"/>
                  </a:lnTo>
                  <a:lnTo>
                    <a:pt x="1925663" y="1272112"/>
                  </a:lnTo>
                  <a:lnTo>
                    <a:pt x="1924591" y="1271911"/>
                  </a:lnTo>
                  <a:lnTo>
                    <a:pt x="1923519" y="1271708"/>
                  </a:lnTo>
                  <a:lnTo>
                    <a:pt x="1922448" y="1271505"/>
                  </a:lnTo>
                  <a:lnTo>
                    <a:pt x="1921376" y="1271300"/>
                  </a:lnTo>
                  <a:lnTo>
                    <a:pt x="1920305" y="1271095"/>
                  </a:lnTo>
                  <a:lnTo>
                    <a:pt x="1919233" y="1270889"/>
                  </a:lnTo>
                  <a:lnTo>
                    <a:pt x="1918161" y="1270682"/>
                  </a:lnTo>
                  <a:lnTo>
                    <a:pt x="1917090" y="1270474"/>
                  </a:lnTo>
                  <a:lnTo>
                    <a:pt x="1916018" y="1270266"/>
                  </a:lnTo>
                  <a:lnTo>
                    <a:pt x="1914947" y="1270056"/>
                  </a:lnTo>
                  <a:lnTo>
                    <a:pt x="1913875" y="1269846"/>
                  </a:lnTo>
                  <a:lnTo>
                    <a:pt x="1912803" y="1269634"/>
                  </a:lnTo>
                  <a:lnTo>
                    <a:pt x="1911732" y="1269422"/>
                  </a:lnTo>
                  <a:lnTo>
                    <a:pt x="1910660" y="1269209"/>
                  </a:lnTo>
                  <a:lnTo>
                    <a:pt x="1909589" y="1268996"/>
                  </a:lnTo>
                  <a:lnTo>
                    <a:pt x="1908517" y="1268781"/>
                  </a:lnTo>
                  <a:lnTo>
                    <a:pt x="1907445" y="1268566"/>
                  </a:lnTo>
                  <a:lnTo>
                    <a:pt x="1906374" y="1268350"/>
                  </a:lnTo>
                  <a:lnTo>
                    <a:pt x="1905302" y="1268133"/>
                  </a:lnTo>
                  <a:lnTo>
                    <a:pt x="1904231" y="1267915"/>
                  </a:lnTo>
                  <a:lnTo>
                    <a:pt x="1903159" y="1267697"/>
                  </a:lnTo>
                  <a:lnTo>
                    <a:pt x="1902087" y="1267477"/>
                  </a:lnTo>
                  <a:lnTo>
                    <a:pt x="1901016" y="1267257"/>
                  </a:lnTo>
                  <a:lnTo>
                    <a:pt x="1899944" y="1267037"/>
                  </a:lnTo>
                  <a:lnTo>
                    <a:pt x="1898873" y="1266816"/>
                  </a:lnTo>
                  <a:lnTo>
                    <a:pt x="1897801" y="1266594"/>
                  </a:lnTo>
                  <a:lnTo>
                    <a:pt x="1896729" y="1266371"/>
                  </a:lnTo>
                  <a:lnTo>
                    <a:pt x="1895658" y="1266148"/>
                  </a:lnTo>
                  <a:lnTo>
                    <a:pt x="1894586" y="1265924"/>
                  </a:lnTo>
                  <a:lnTo>
                    <a:pt x="1893515" y="1265699"/>
                  </a:lnTo>
                  <a:lnTo>
                    <a:pt x="1892443" y="1265474"/>
                  </a:lnTo>
                  <a:lnTo>
                    <a:pt x="1891371" y="1265249"/>
                  </a:lnTo>
                  <a:lnTo>
                    <a:pt x="1890300" y="1265022"/>
                  </a:lnTo>
                  <a:lnTo>
                    <a:pt x="1889228" y="1264795"/>
                  </a:lnTo>
                  <a:lnTo>
                    <a:pt x="1888157" y="1264568"/>
                  </a:lnTo>
                  <a:lnTo>
                    <a:pt x="1887085" y="1264340"/>
                  </a:lnTo>
                  <a:lnTo>
                    <a:pt x="1886013" y="1264111"/>
                  </a:lnTo>
                  <a:lnTo>
                    <a:pt x="1884942" y="1263882"/>
                  </a:lnTo>
                  <a:lnTo>
                    <a:pt x="1883870" y="1263653"/>
                  </a:lnTo>
                  <a:lnTo>
                    <a:pt x="1882799" y="1263423"/>
                  </a:lnTo>
                  <a:lnTo>
                    <a:pt x="1881727" y="1263192"/>
                  </a:lnTo>
                  <a:lnTo>
                    <a:pt x="1880655" y="1262961"/>
                  </a:lnTo>
                  <a:lnTo>
                    <a:pt x="1879584" y="1262730"/>
                  </a:lnTo>
                  <a:lnTo>
                    <a:pt x="1878512" y="1262498"/>
                  </a:lnTo>
                  <a:lnTo>
                    <a:pt x="1877441" y="1262266"/>
                  </a:lnTo>
                  <a:lnTo>
                    <a:pt x="1876369" y="1262033"/>
                  </a:lnTo>
                  <a:lnTo>
                    <a:pt x="1875297" y="1261800"/>
                  </a:lnTo>
                  <a:lnTo>
                    <a:pt x="1874226" y="1261566"/>
                  </a:lnTo>
                  <a:lnTo>
                    <a:pt x="1873154" y="1261332"/>
                  </a:lnTo>
                  <a:lnTo>
                    <a:pt x="1872083" y="1261098"/>
                  </a:lnTo>
                  <a:lnTo>
                    <a:pt x="1871011" y="1260863"/>
                  </a:lnTo>
                  <a:lnTo>
                    <a:pt x="1869939" y="1260628"/>
                  </a:lnTo>
                  <a:lnTo>
                    <a:pt x="1868868" y="1260393"/>
                  </a:lnTo>
                  <a:lnTo>
                    <a:pt x="1867796" y="1260158"/>
                  </a:lnTo>
                  <a:lnTo>
                    <a:pt x="1866725" y="1259922"/>
                  </a:lnTo>
                  <a:lnTo>
                    <a:pt x="1865653" y="1259686"/>
                  </a:lnTo>
                  <a:lnTo>
                    <a:pt x="1864581" y="1259449"/>
                  </a:lnTo>
                  <a:lnTo>
                    <a:pt x="1863510" y="1259213"/>
                  </a:lnTo>
                  <a:lnTo>
                    <a:pt x="1862438" y="1258976"/>
                  </a:lnTo>
                  <a:lnTo>
                    <a:pt x="1861367" y="1258739"/>
                  </a:lnTo>
                  <a:lnTo>
                    <a:pt x="1860295" y="1258501"/>
                  </a:lnTo>
                  <a:lnTo>
                    <a:pt x="1859223" y="1258264"/>
                  </a:lnTo>
                  <a:lnTo>
                    <a:pt x="1858152" y="1258026"/>
                  </a:lnTo>
                  <a:lnTo>
                    <a:pt x="1857080" y="1257788"/>
                  </a:lnTo>
                  <a:lnTo>
                    <a:pt x="1856009" y="1257550"/>
                  </a:lnTo>
                  <a:lnTo>
                    <a:pt x="1854937" y="1257312"/>
                  </a:lnTo>
                  <a:lnTo>
                    <a:pt x="1853865" y="1257074"/>
                  </a:lnTo>
                  <a:lnTo>
                    <a:pt x="1852794" y="1256835"/>
                  </a:lnTo>
                  <a:lnTo>
                    <a:pt x="1851722" y="1256597"/>
                  </a:lnTo>
                  <a:lnTo>
                    <a:pt x="1850651" y="1256358"/>
                  </a:lnTo>
                  <a:lnTo>
                    <a:pt x="1849579" y="1256119"/>
                  </a:lnTo>
                  <a:lnTo>
                    <a:pt x="1848507" y="1255880"/>
                  </a:lnTo>
                  <a:lnTo>
                    <a:pt x="1847436" y="1255642"/>
                  </a:lnTo>
                  <a:lnTo>
                    <a:pt x="1846364" y="1255403"/>
                  </a:lnTo>
                  <a:lnTo>
                    <a:pt x="1845293" y="1255164"/>
                  </a:lnTo>
                  <a:lnTo>
                    <a:pt x="1844221" y="1254925"/>
                  </a:lnTo>
                  <a:lnTo>
                    <a:pt x="1843149" y="1254686"/>
                  </a:lnTo>
                  <a:lnTo>
                    <a:pt x="1842078" y="1254447"/>
                  </a:lnTo>
                  <a:lnTo>
                    <a:pt x="1841006" y="1254208"/>
                  </a:lnTo>
                  <a:lnTo>
                    <a:pt x="1839935" y="1253969"/>
                  </a:lnTo>
                  <a:lnTo>
                    <a:pt x="1838863" y="1253731"/>
                  </a:lnTo>
                  <a:lnTo>
                    <a:pt x="1837791" y="1253492"/>
                  </a:lnTo>
                  <a:lnTo>
                    <a:pt x="1836720" y="1253253"/>
                  </a:lnTo>
                  <a:lnTo>
                    <a:pt x="1835648" y="1253015"/>
                  </a:lnTo>
                  <a:lnTo>
                    <a:pt x="1834577" y="1252776"/>
                  </a:lnTo>
                  <a:lnTo>
                    <a:pt x="1833505" y="1252538"/>
                  </a:lnTo>
                  <a:lnTo>
                    <a:pt x="1832433" y="1252300"/>
                  </a:lnTo>
                  <a:lnTo>
                    <a:pt x="1831362" y="1252062"/>
                  </a:lnTo>
                  <a:lnTo>
                    <a:pt x="1830290" y="1251824"/>
                  </a:lnTo>
                  <a:lnTo>
                    <a:pt x="1829219" y="1251586"/>
                  </a:lnTo>
                  <a:lnTo>
                    <a:pt x="1828147" y="1251349"/>
                  </a:lnTo>
                  <a:lnTo>
                    <a:pt x="1827075" y="1251112"/>
                  </a:lnTo>
                  <a:lnTo>
                    <a:pt x="1826004" y="1250875"/>
                  </a:lnTo>
                  <a:lnTo>
                    <a:pt x="1824932" y="1250638"/>
                  </a:lnTo>
                  <a:lnTo>
                    <a:pt x="1823861" y="1250401"/>
                  </a:lnTo>
                  <a:lnTo>
                    <a:pt x="1822789" y="1250165"/>
                  </a:lnTo>
                  <a:lnTo>
                    <a:pt x="1821717" y="1249929"/>
                  </a:lnTo>
                  <a:lnTo>
                    <a:pt x="1820646" y="1249693"/>
                  </a:lnTo>
                  <a:lnTo>
                    <a:pt x="1819574" y="1249458"/>
                  </a:lnTo>
                  <a:lnTo>
                    <a:pt x="1818503" y="1249223"/>
                  </a:lnTo>
                  <a:lnTo>
                    <a:pt x="1817431" y="1248988"/>
                  </a:lnTo>
                  <a:lnTo>
                    <a:pt x="1816359" y="1248753"/>
                  </a:lnTo>
                  <a:lnTo>
                    <a:pt x="1815288" y="1248519"/>
                  </a:lnTo>
                  <a:lnTo>
                    <a:pt x="1814216" y="1248285"/>
                  </a:lnTo>
                  <a:lnTo>
                    <a:pt x="1813145" y="1248052"/>
                  </a:lnTo>
                  <a:lnTo>
                    <a:pt x="1812073" y="1247819"/>
                  </a:lnTo>
                  <a:lnTo>
                    <a:pt x="1811001" y="1247587"/>
                  </a:lnTo>
                  <a:lnTo>
                    <a:pt x="1809930" y="1247354"/>
                  </a:lnTo>
                  <a:lnTo>
                    <a:pt x="1808858" y="1247123"/>
                  </a:lnTo>
                  <a:lnTo>
                    <a:pt x="1807787" y="1246892"/>
                  </a:lnTo>
                  <a:lnTo>
                    <a:pt x="1806715" y="1246661"/>
                  </a:lnTo>
                  <a:lnTo>
                    <a:pt x="1805643" y="1246430"/>
                  </a:lnTo>
                  <a:lnTo>
                    <a:pt x="1804572" y="1246201"/>
                  </a:lnTo>
                  <a:lnTo>
                    <a:pt x="1803500" y="1245971"/>
                  </a:lnTo>
                  <a:lnTo>
                    <a:pt x="1802429" y="1245743"/>
                  </a:lnTo>
                  <a:lnTo>
                    <a:pt x="1801357" y="1245514"/>
                  </a:lnTo>
                  <a:lnTo>
                    <a:pt x="1800285" y="1245287"/>
                  </a:lnTo>
                  <a:lnTo>
                    <a:pt x="1799214" y="1245059"/>
                  </a:lnTo>
                  <a:lnTo>
                    <a:pt x="1798142" y="1244833"/>
                  </a:lnTo>
                  <a:lnTo>
                    <a:pt x="1797071" y="1244607"/>
                  </a:lnTo>
                  <a:lnTo>
                    <a:pt x="1795999" y="1244381"/>
                  </a:lnTo>
                  <a:lnTo>
                    <a:pt x="1794927" y="1244157"/>
                  </a:lnTo>
                  <a:lnTo>
                    <a:pt x="1793856" y="1243932"/>
                  </a:lnTo>
                  <a:lnTo>
                    <a:pt x="1792784" y="1243709"/>
                  </a:lnTo>
                  <a:lnTo>
                    <a:pt x="1791713" y="1243486"/>
                  </a:lnTo>
                  <a:lnTo>
                    <a:pt x="1790641" y="1243264"/>
                  </a:lnTo>
                  <a:lnTo>
                    <a:pt x="1789569" y="1243042"/>
                  </a:lnTo>
                  <a:lnTo>
                    <a:pt x="1788498" y="1242821"/>
                  </a:lnTo>
                  <a:lnTo>
                    <a:pt x="1787426" y="1242601"/>
                  </a:lnTo>
                  <a:lnTo>
                    <a:pt x="1786355" y="1242382"/>
                  </a:lnTo>
                  <a:lnTo>
                    <a:pt x="1785283" y="1242163"/>
                  </a:lnTo>
                  <a:lnTo>
                    <a:pt x="1784211" y="1241945"/>
                  </a:lnTo>
                  <a:lnTo>
                    <a:pt x="1783140" y="1241728"/>
                  </a:lnTo>
                  <a:lnTo>
                    <a:pt x="1782068" y="1241511"/>
                  </a:lnTo>
                  <a:lnTo>
                    <a:pt x="1780997" y="1241296"/>
                  </a:lnTo>
                  <a:lnTo>
                    <a:pt x="1779925" y="1241081"/>
                  </a:lnTo>
                  <a:lnTo>
                    <a:pt x="1778853" y="1240867"/>
                  </a:lnTo>
                  <a:lnTo>
                    <a:pt x="1777782" y="1240654"/>
                  </a:lnTo>
                  <a:lnTo>
                    <a:pt x="1776710" y="1240441"/>
                  </a:lnTo>
                  <a:lnTo>
                    <a:pt x="1775639" y="1240230"/>
                  </a:lnTo>
                  <a:lnTo>
                    <a:pt x="1774567" y="1240019"/>
                  </a:lnTo>
                  <a:lnTo>
                    <a:pt x="1773496" y="1239809"/>
                  </a:lnTo>
                  <a:lnTo>
                    <a:pt x="1772424" y="1239600"/>
                  </a:lnTo>
                  <a:lnTo>
                    <a:pt x="1771352" y="1239392"/>
                  </a:lnTo>
                  <a:lnTo>
                    <a:pt x="1770281" y="1239185"/>
                  </a:lnTo>
                  <a:lnTo>
                    <a:pt x="1769209" y="1238979"/>
                  </a:lnTo>
                  <a:lnTo>
                    <a:pt x="1768138" y="1238774"/>
                  </a:lnTo>
                  <a:lnTo>
                    <a:pt x="1767066" y="1238570"/>
                  </a:lnTo>
                  <a:lnTo>
                    <a:pt x="1765994" y="1238367"/>
                  </a:lnTo>
                  <a:lnTo>
                    <a:pt x="1764923" y="1238164"/>
                  </a:lnTo>
                  <a:lnTo>
                    <a:pt x="1763851" y="1237963"/>
                  </a:lnTo>
                  <a:lnTo>
                    <a:pt x="1762780" y="1237763"/>
                  </a:lnTo>
                  <a:lnTo>
                    <a:pt x="1761708" y="1237563"/>
                  </a:lnTo>
                  <a:lnTo>
                    <a:pt x="1760636" y="1237365"/>
                  </a:lnTo>
                  <a:lnTo>
                    <a:pt x="1759565" y="1237168"/>
                  </a:lnTo>
                  <a:lnTo>
                    <a:pt x="1758493" y="1236972"/>
                  </a:lnTo>
                  <a:lnTo>
                    <a:pt x="1757422" y="1236777"/>
                  </a:lnTo>
                  <a:lnTo>
                    <a:pt x="1756350" y="1236583"/>
                  </a:lnTo>
                  <a:lnTo>
                    <a:pt x="1755278" y="1236390"/>
                  </a:lnTo>
                  <a:lnTo>
                    <a:pt x="1754207" y="1236198"/>
                  </a:lnTo>
                  <a:lnTo>
                    <a:pt x="1753135" y="1236008"/>
                  </a:lnTo>
                  <a:lnTo>
                    <a:pt x="1752064" y="1235818"/>
                  </a:lnTo>
                  <a:lnTo>
                    <a:pt x="1750992" y="1235630"/>
                  </a:lnTo>
                  <a:lnTo>
                    <a:pt x="1749920" y="1235443"/>
                  </a:lnTo>
                  <a:lnTo>
                    <a:pt x="1748849" y="1235256"/>
                  </a:lnTo>
                  <a:lnTo>
                    <a:pt x="1747777" y="1235072"/>
                  </a:lnTo>
                  <a:lnTo>
                    <a:pt x="1746706" y="1234888"/>
                  </a:lnTo>
                  <a:lnTo>
                    <a:pt x="1745634" y="1234706"/>
                  </a:lnTo>
                  <a:lnTo>
                    <a:pt x="1744562" y="1234524"/>
                  </a:lnTo>
                  <a:lnTo>
                    <a:pt x="1743491" y="1234344"/>
                  </a:lnTo>
                  <a:lnTo>
                    <a:pt x="1742419" y="1234166"/>
                  </a:lnTo>
                  <a:lnTo>
                    <a:pt x="1741348" y="1233988"/>
                  </a:lnTo>
                  <a:lnTo>
                    <a:pt x="1740276" y="1233812"/>
                  </a:lnTo>
                  <a:lnTo>
                    <a:pt x="1739204" y="1233637"/>
                  </a:lnTo>
                  <a:lnTo>
                    <a:pt x="1738133" y="1233464"/>
                  </a:lnTo>
                  <a:lnTo>
                    <a:pt x="1737061" y="1233291"/>
                  </a:lnTo>
                  <a:lnTo>
                    <a:pt x="1735990" y="1233120"/>
                  </a:lnTo>
                  <a:lnTo>
                    <a:pt x="1734918" y="1232951"/>
                  </a:lnTo>
                  <a:lnTo>
                    <a:pt x="1733846" y="1232783"/>
                  </a:lnTo>
                  <a:lnTo>
                    <a:pt x="1732775" y="1232616"/>
                  </a:lnTo>
                  <a:lnTo>
                    <a:pt x="1731703" y="1232450"/>
                  </a:lnTo>
                  <a:lnTo>
                    <a:pt x="1730632" y="1232286"/>
                  </a:lnTo>
                  <a:lnTo>
                    <a:pt x="1729560" y="1232123"/>
                  </a:lnTo>
                  <a:lnTo>
                    <a:pt x="1728488" y="1231962"/>
                  </a:lnTo>
                  <a:lnTo>
                    <a:pt x="1727417" y="1231802"/>
                  </a:lnTo>
                  <a:lnTo>
                    <a:pt x="1726345" y="1231643"/>
                  </a:lnTo>
                  <a:lnTo>
                    <a:pt x="1725274" y="1231486"/>
                  </a:lnTo>
                  <a:lnTo>
                    <a:pt x="1724202" y="1231331"/>
                  </a:lnTo>
                  <a:lnTo>
                    <a:pt x="1723130" y="1231177"/>
                  </a:lnTo>
                  <a:lnTo>
                    <a:pt x="1722059" y="1231024"/>
                  </a:lnTo>
                  <a:lnTo>
                    <a:pt x="1720987" y="1230873"/>
                  </a:lnTo>
                  <a:lnTo>
                    <a:pt x="1719916" y="1230723"/>
                  </a:lnTo>
                  <a:lnTo>
                    <a:pt x="1718844" y="1230575"/>
                  </a:lnTo>
                  <a:lnTo>
                    <a:pt x="1717772" y="1230428"/>
                  </a:lnTo>
                  <a:lnTo>
                    <a:pt x="1716701" y="1230283"/>
                  </a:lnTo>
                  <a:lnTo>
                    <a:pt x="1715629" y="1230139"/>
                  </a:lnTo>
                  <a:lnTo>
                    <a:pt x="1714558" y="1229997"/>
                  </a:lnTo>
                  <a:lnTo>
                    <a:pt x="1713486" y="1229857"/>
                  </a:lnTo>
                  <a:lnTo>
                    <a:pt x="1712414" y="1229718"/>
                  </a:lnTo>
                  <a:lnTo>
                    <a:pt x="1711343" y="1229581"/>
                  </a:lnTo>
                  <a:lnTo>
                    <a:pt x="1710271" y="1229445"/>
                  </a:lnTo>
                  <a:lnTo>
                    <a:pt x="1709200" y="1229311"/>
                  </a:lnTo>
                  <a:lnTo>
                    <a:pt x="1708128" y="1229179"/>
                  </a:lnTo>
                  <a:lnTo>
                    <a:pt x="1707056" y="1229048"/>
                  </a:lnTo>
                  <a:lnTo>
                    <a:pt x="1705985" y="1228919"/>
                  </a:lnTo>
                  <a:lnTo>
                    <a:pt x="1704913" y="1228791"/>
                  </a:lnTo>
                  <a:lnTo>
                    <a:pt x="1703842" y="1228665"/>
                  </a:lnTo>
                  <a:lnTo>
                    <a:pt x="1702770" y="1228541"/>
                  </a:lnTo>
                  <a:lnTo>
                    <a:pt x="1701698" y="1228419"/>
                  </a:lnTo>
                  <a:lnTo>
                    <a:pt x="1700627" y="1228298"/>
                  </a:lnTo>
                  <a:lnTo>
                    <a:pt x="1699555" y="1228179"/>
                  </a:lnTo>
                  <a:lnTo>
                    <a:pt x="1698484" y="1228062"/>
                  </a:lnTo>
                  <a:lnTo>
                    <a:pt x="1697412" y="1227946"/>
                  </a:lnTo>
                  <a:lnTo>
                    <a:pt x="1696340" y="1227832"/>
                  </a:lnTo>
                  <a:lnTo>
                    <a:pt x="1695269" y="1227720"/>
                  </a:lnTo>
                  <a:lnTo>
                    <a:pt x="1694197" y="1227610"/>
                  </a:lnTo>
                  <a:lnTo>
                    <a:pt x="1693126" y="1227501"/>
                  </a:lnTo>
                  <a:lnTo>
                    <a:pt x="1692054" y="1227394"/>
                  </a:lnTo>
                  <a:lnTo>
                    <a:pt x="1690982" y="1227289"/>
                  </a:lnTo>
                  <a:lnTo>
                    <a:pt x="1689911" y="1227186"/>
                  </a:lnTo>
                  <a:lnTo>
                    <a:pt x="1688839" y="1227084"/>
                  </a:lnTo>
                  <a:lnTo>
                    <a:pt x="1687768" y="1226985"/>
                  </a:lnTo>
                  <a:lnTo>
                    <a:pt x="1686696" y="1226887"/>
                  </a:lnTo>
                  <a:lnTo>
                    <a:pt x="1685624" y="1226791"/>
                  </a:lnTo>
                  <a:lnTo>
                    <a:pt x="1684553" y="1226697"/>
                  </a:lnTo>
                  <a:lnTo>
                    <a:pt x="1683481" y="1226605"/>
                  </a:lnTo>
                  <a:lnTo>
                    <a:pt x="1682410" y="1226514"/>
                  </a:lnTo>
                  <a:lnTo>
                    <a:pt x="1681338" y="1226426"/>
                  </a:lnTo>
                  <a:lnTo>
                    <a:pt x="1680266" y="1226339"/>
                  </a:lnTo>
                  <a:lnTo>
                    <a:pt x="1679195" y="1226254"/>
                  </a:lnTo>
                  <a:lnTo>
                    <a:pt x="1678123" y="1226171"/>
                  </a:lnTo>
                  <a:lnTo>
                    <a:pt x="1677052" y="1226090"/>
                  </a:lnTo>
                  <a:lnTo>
                    <a:pt x="1675980" y="1226011"/>
                  </a:lnTo>
                  <a:lnTo>
                    <a:pt x="1674908" y="1225934"/>
                  </a:lnTo>
                  <a:lnTo>
                    <a:pt x="1673837" y="1225859"/>
                  </a:lnTo>
                  <a:lnTo>
                    <a:pt x="1672765" y="1225786"/>
                  </a:lnTo>
                  <a:lnTo>
                    <a:pt x="1671694" y="1225714"/>
                  </a:lnTo>
                  <a:lnTo>
                    <a:pt x="1670622" y="1225645"/>
                  </a:lnTo>
                  <a:lnTo>
                    <a:pt x="1669550" y="1225577"/>
                  </a:lnTo>
                  <a:lnTo>
                    <a:pt x="1668479" y="1225512"/>
                  </a:lnTo>
                  <a:lnTo>
                    <a:pt x="1667407" y="1225449"/>
                  </a:lnTo>
                  <a:lnTo>
                    <a:pt x="1666336" y="1225387"/>
                  </a:lnTo>
                  <a:lnTo>
                    <a:pt x="1665264" y="1225328"/>
                  </a:lnTo>
                  <a:lnTo>
                    <a:pt x="1664192" y="1225270"/>
                  </a:lnTo>
                  <a:lnTo>
                    <a:pt x="1663121" y="1225215"/>
                  </a:lnTo>
                  <a:lnTo>
                    <a:pt x="1662049" y="1225161"/>
                  </a:lnTo>
                  <a:lnTo>
                    <a:pt x="1660978" y="1225110"/>
                  </a:lnTo>
                  <a:lnTo>
                    <a:pt x="1659906" y="1225060"/>
                  </a:lnTo>
                  <a:lnTo>
                    <a:pt x="1658834" y="1225013"/>
                  </a:lnTo>
                  <a:lnTo>
                    <a:pt x="1657763" y="1224968"/>
                  </a:lnTo>
                  <a:lnTo>
                    <a:pt x="1656691" y="1224924"/>
                  </a:lnTo>
                  <a:lnTo>
                    <a:pt x="1655620" y="1224883"/>
                  </a:lnTo>
                  <a:lnTo>
                    <a:pt x="1654548" y="1224844"/>
                  </a:lnTo>
                  <a:lnTo>
                    <a:pt x="1653476" y="1224807"/>
                  </a:lnTo>
                  <a:lnTo>
                    <a:pt x="1652405" y="1224772"/>
                  </a:lnTo>
                  <a:lnTo>
                    <a:pt x="1651333" y="1224739"/>
                  </a:lnTo>
                  <a:lnTo>
                    <a:pt x="1650262" y="1224708"/>
                  </a:lnTo>
                  <a:lnTo>
                    <a:pt x="1649190" y="1224679"/>
                  </a:lnTo>
                  <a:lnTo>
                    <a:pt x="1648118" y="1224652"/>
                  </a:lnTo>
                  <a:lnTo>
                    <a:pt x="1647047" y="1224628"/>
                  </a:lnTo>
                  <a:lnTo>
                    <a:pt x="1645975" y="1224605"/>
                  </a:lnTo>
                  <a:lnTo>
                    <a:pt x="1644904" y="1224585"/>
                  </a:lnTo>
                  <a:lnTo>
                    <a:pt x="1643832" y="1224567"/>
                  </a:lnTo>
                  <a:lnTo>
                    <a:pt x="1642760" y="1224550"/>
                  </a:lnTo>
                  <a:lnTo>
                    <a:pt x="1641689" y="1224536"/>
                  </a:lnTo>
                  <a:lnTo>
                    <a:pt x="1640617" y="1224525"/>
                  </a:lnTo>
                  <a:lnTo>
                    <a:pt x="1639546" y="1224515"/>
                  </a:lnTo>
                  <a:lnTo>
                    <a:pt x="1638474" y="1224507"/>
                  </a:lnTo>
                  <a:lnTo>
                    <a:pt x="1637402" y="1224502"/>
                  </a:lnTo>
                  <a:lnTo>
                    <a:pt x="1636331" y="1224498"/>
                  </a:lnTo>
                  <a:lnTo>
                    <a:pt x="1635259" y="1224497"/>
                  </a:lnTo>
                  <a:lnTo>
                    <a:pt x="1634188" y="1224498"/>
                  </a:lnTo>
                  <a:lnTo>
                    <a:pt x="1633116" y="1224501"/>
                  </a:lnTo>
                  <a:lnTo>
                    <a:pt x="1632044" y="1224507"/>
                  </a:lnTo>
                  <a:lnTo>
                    <a:pt x="1630973" y="1224514"/>
                  </a:lnTo>
                  <a:lnTo>
                    <a:pt x="1629901" y="1224524"/>
                  </a:lnTo>
                  <a:lnTo>
                    <a:pt x="1628830" y="1224536"/>
                  </a:lnTo>
                  <a:lnTo>
                    <a:pt x="1627758" y="1224550"/>
                  </a:lnTo>
                  <a:lnTo>
                    <a:pt x="1626686" y="1224566"/>
                  </a:lnTo>
                  <a:lnTo>
                    <a:pt x="1625615" y="1224584"/>
                  </a:lnTo>
                  <a:lnTo>
                    <a:pt x="1624543" y="1224605"/>
                  </a:lnTo>
                  <a:lnTo>
                    <a:pt x="1623472" y="1224627"/>
                  </a:lnTo>
                  <a:lnTo>
                    <a:pt x="1622400" y="1224652"/>
                  </a:lnTo>
                  <a:lnTo>
                    <a:pt x="1621328" y="1224679"/>
                  </a:lnTo>
                  <a:lnTo>
                    <a:pt x="1620257" y="1224709"/>
                  </a:lnTo>
                  <a:lnTo>
                    <a:pt x="1619185" y="1224740"/>
                  </a:lnTo>
                  <a:lnTo>
                    <a:pt x="1618114" y="1224774"/>
                  </a:lnTo>
                  <a:lnTo>
                    <a:pt x="1617042" y="1224810"/>
                  </a:lnTo>
                  <a:lnTo>
                    <a:pt x="1615970" y="1224848"/>
                  </a:lnTo>
                  <a:lnTo>
                    <a:pt x="1614899" y="1224888"/>
                  </a:lnTo>
                  <a:lnTo>
                    <a:pt x="1613827" y="1224930"/>
                  </a:lnTo>
                  <a:lnTo>
                    <a:pt x="1612756" y="1224975"/>
                  </a:lnTo>
                  <a:lnTo>
                    <a:pt x="1611684" y="1225022"/>
                  </a:lnTo>
                  <a:lnTo>
                    <a:pt x="1610612" y="1225071"/>
                  </a:lnTo>
                  <a:lnTo>
                    <a:pt x="1609541" y="1225122"/>
                  </a:lnTo>
                  <a:lnTo>
                    <a:pt x="1608469" y="1225176"/>
                  </a:lnTo>
                  <a:lnTo>
                    <a:pt x="1607398" y="1225231"/>
                  </a:lnTo>
                  <a:lnTo>
                    <a:pt x="1606326" y="1225289"/>
                  </a:lnTo>
                  <a:lnTo>
                    <a:pt x="1605254" y="1225349"/>
                  </a:lnTo>
                  <a:lnTo>
                    <a:pt x="1604183" y="1225411"/>
                  </a:lnTo>
                  <a:lnTo>
                    <a:pt x="1603111" y="1225476"/>
                  </a:lnTo>
                  <a:lnTo>
                    <a:pt x="1602040" y="1225542"/>
                  </a:lnTo>
                  <a:lnTo>
                    <a:pt x="1600968" y="1225611"/>
                  </a:lnTo>
                  <a:lnTo>
                    <a:pt x="1599896" y="1225682"/>
                  </a:lnTo>
                  <a:lnTo>
                    <a:pt x="1598825" y="1225756"/>
                  </a:lnTo>
                  <a:lnTo>
                    <a:pt x="1597753" y="1225831"/>
                  </a:lnTo>
                  <a:lnTo>
                    <a:pt x="1596682" y="1225909"/>
                  </a:lnTo>
                  <a:lnTo>
                    <a:pt x="1595610" y="1225988"/>
                  </a:lnTo>
                  <a:lnTo>
                    <a:pt x="1594539" y="1226070"/>
                  </a:lnTo>
                  <a:lnTo>
                    <a:pt x="1593467" y="1226154"/>
                  </a:lnTo>
                  <a:lnTo>
                    <a:pt x="1592395" y="1226241"/>
                  </a:lnTo>
                  <a:lnTo>
                    <a:pt x="1591324" y="1226329"/>
                  </a:lnTo>
                  <a:lnTo>
                    <a:pt x="1590252" y="1226420"/>
                  </a:lnTo>
                  <a:lnTo>
                    <a:pt x="1589181" y="1226513"/>
                  </a:lnTo>
                  <a:lnTo>
                    <a:pt x="1588109" y="1226608"/>
                  </a:lnTo>
                  <a:lnTo>
                    <a:pt x="1587037" y="1226705"/>
                  </a:lnTo>
                  <a:lnTo>
                    <a:pt x="1585966" y="1226804"/>
                  </a:lnTo>
                  <a:lnTo>
                    <a:pt x="1584894" y="1226906"/>
                  </a:lnTo>
                  <a:lnTo>
                    <a:pt x="1583823" y="1227010"/>
                  </a:lnTo>
                  <a:lnTo>
                    <a:pt x="1582751" y="1227115"/>
                  </a:lnTo>
                  <a:lnTo>
                    <a:pt x="1581679" y="1227223"/>
                  </a:lnTo>
                  <a:lnTo>
                    <a:pt x="1580608" y="1227333"/>
                  </a:lnTo>
                  <a:lnTo>
                    <a:pt x="1579536" y="1227446"/>
                  </a:lnTo>
                  <a:lnTo>
                    <a:pt x="1578465" y="1227560"/>
                  </a:lnTo>
                  <a:lnTo>
                    <a:pt x="1577393" y="1227677"/>
                  </a:lnTo>
                  <a:lnTo>
                    <a:pt x="1576321" y="1227795"/>
                  </a:lnTo>
                  <a:lnTo>
                    <a:pt x="1575250" y="1227916"/>
                  </a:lnTo>
                  <a:lnTo>
                    <a:pt x="1574178" y="1228039"/>
                  </a:lnTo>
                  <a:lnTo>
                    <a:pt x="1573107" y="1228164"/>
                  </a:lnTo>
                  <a:lnTo>
                    <a:pt x="1572035" y="1228291"/>
                  </a:lnTo>
                  <a:lnTo>
                    <a:pt x="1570963" y="1228420"/>
                  </a:lnTo>
                  <a:lnTo>
                    <a:pt x="1569892" y="1228551"/>
                  </a:lnTo>
                  <a:lnTo>
                    <a:pt x="1568820" y="1228684"/>
                  </a:lnTo>
                  <a:lnTo>
                    <a:pt x="1567749" y="1228820"/>
                  </a:lnTo>
                  <a:lnTo>
                    <a:pt x="1566677" y="1228957"/>
                  </a:lnTo>
                  <a:lnTo>
                    <a:pt x="1565605" y="1229097"/>
                  </a:lnTo>
                  <a:lnTo>
                    <a:pt x="1564534" y="1229238"/>
                  </a:lnTo>
                  <a:lnTo>
                    <a:pt x="1563462" y="1229382"/>
                  </a:lnTo>
                  <a:lnTo>
                    <a:pt x="1562391" y="1229528"/>
                  </a:lnTo>
                  <a:lnTo>
                    <a:pt x="1561319" y="1229675"/>
                  </a:lnTo>
                  <a:lnTo>
                    <a:pt x="1560247" y="1229825"/>
                  </a:lnTo>
                  <a:lnTo>
                    <a:pt x="1559176" y="1229977"/>
                  </a:lnTo>
                  <a:lnTo>
                    <a:pt x="1558104" y="1230130"/>
                  </a:lnTo>
                  <a:lnTo>
                    <a:pt x="1557033" y="1230286"/>
                  </a:lnTo>
                  <a:lnTo>
                    <a:pt x="1555961" y="1230444"/>
                  </a:lnTo>
                  <a:lnTo>
                    <a:pt x="1554889" y="1230603"/>
                  </a:lnTo>
                  <a:lnTo>
                    <a:pt x="1553818" y="1230765"/>
                  </a:lnTo>
                  <a:lnTo>
                    <a:pt x="1552746" y="1230929"/>
                  </a:lnTo>
                  <a:lnTo>
                    <a:pt x="1551675" y="1231094"/>
                  </a:lnTo>
                  <a:lnTo>
                    <a:pt x="1550603" y="1231262"/>
                  </a:lnTo>
                  <a:lnTo>
                    <a:pt x="1549531" y="1231431"/>
                  </a:lnTo>
                  <a:lnTo>
                    <a:pt x="1548460" y="1231603"/>
                  </a:lnTo>
                  <a:lnTo>
                    <a:pt x="1547388" y="1231776"/>
                  </a:lnTo>
                  <a:lnTo>
                    <a:pt x="1546317" y="1231951"/>
                  </a:lnTo>
                  <a:lnTo>
                    <a:pt x="1545245" y="1232128"/>
                  </a:lnTo>
                  <a:lnTo>
                    <a:pt x="1544173" y="1232307"/>
                  </a:lnTo>
                  <a:lnTo>
                    <a:pt x="1543102" y="1232488"/>
                  </a:lnTo>
                  <a:lnTo>
                    <a:pt x="1542030" y="1232671"/>
                  </a:lnTo>
                  <a:lnTo>
                    <a:pt x="1540959" y="1232855"/>
                  </a:lnTo>
                  <a:lnTo>
                    <a:pt x="1539887" y="1233042"/>
                  </a:lnTo>
                  <a:lnTo>
                    <a:pt x="1538815" y="1233230"/>
                  </a:lnTo>
                  <a:lnTo>
                    <a:pt x="1537744" y="1233420"/>
                  </a:lnTo>
                  <a:lnTo>
                    <a:pt x="1536672" y="1233612"/>
                  </a:lnTo>
                  <a:lnTo>
                    <a:pt x="1535601" y="1233806"/>
                  </a:lnTo>
                  <a:lnTo>
                    <a:pt x="1534529" y="1234001"/>
                  </a:lnTo>
                  <a:lnTo>
                    <a:pt x="1533457" y="1234198"/>
                  </a:lnTo>
                  <a:lnTo>
                    <a:pt x="1532386" y="1234397"/>
                  </a:lnTo>
                  <a:lnTo>
                    <a:pt x="1531314" y="1234598"/>
                  </a:lnTo>
                  <a:lnTo>
                    <a:pt x="1530243" y="1234800"/>
                  </a:lnTo>
                  <a:lnTo>
                    <a:pt x="1529171" y="1235005"/>
                  </a:lnTo>
                  <a:lnTo>
                    <a:pt x="1528099" y="1235211"/>
                  </a:lnTo>
                  <a:lnTo>
                    <a:pt x="1527028" y="1235418"/>
                  </a:lnTo>
                  <a:lnTo>
                    <a:pt x="1525956" y="1235628"/>
                  </a:lnTo>
                  <a:lnTo>
                    <a:pt x="1524885" y="1235839"/>
                  </a:lnTo>
                  <a:lnTo>
                    <a:pt x="1523813" y="1236051"/>
                  </a:lnTo>
                  <a:lnTo>
                    <a:pt x="1522741" y="1236266"/>
                  </a:lnTo>
                  <a:lnTo>
                    <a:pt x="1521670" y="1236481"/>
                  </a:lnTo>
                  <a:lnTo>
                    <a:pt x="1520598" y="1236699"/>
                  </a:lnTo>
                  <a:lnTo>
                    <a:pt x="1519527" y="1236918"/>
                  </a:lnTo>
                  <a:lnTo>
                    <a:pt x="1518455" y="1237139"/>
                  </a:lnTo>
                  <a:lnTo>
                    <a:pt x="1517383" y="1237361"/>
                  </a:lnTo>
                  <a:lnTo>
                    <a:pt x="1516312" y="1237585"/>
                  </a:lnTo>
                  <a:lnTo>
                    <a:pt x="1515240" y="1237811"/>
                  </a:lnTo>
                  <a:lnTo>
                    <a:pt x="1514169" y="1238038"/>
                  </a:lnTo>
                  <a:lnTo>
                    <a:pt x="1513097" y="1238266"/>
                  </a:lnTo>
                  <a:lnTo>
                    <a:pt x="1512025" y="1238496"/>
                  </a:lnTo>
                  <a:lnTo>
                    <a:pt x="1510954" y="1238728"/>
                  </a:lnTo>
                  <a:lnTo>
                    <a:pt x="1509882" y="1238961"/>
                  </a:lnTo>
                  <a:lnTo>
                    <a:pt x="1508811" y="1239195"/>
                  </a:lnTo>
                  <a:lnTo>
                    <a:pt x="1507739" y="1239431"/>
                  </a:lnTo>
                  <a:lnTo>
                    <a:pt x="1506667" y="1239669"/>
                  </a:lnTo>
                  <a:lnTo>
                    <a:pt x="1505596" y="1239907"/>
                  </a:lnTo>
                  <a:lnTo>
                    <a:pt x="1504524" y="1240148"/>
                  </a:lnTo>
                  <a:lnTo>
                    <a:pt x="1503453" y="1240389"/>
                  </a:lnTo>
                  <a:lnTo>
                    <a:pt x="1502381" y="1240632"/>
                  </a:lnTo>
                  <a:lnTo>
                    <a:pt x="1501309" y="1240877"/>
                  </a:lnTo>
                  <a:lnTo>
                    <a:pt x="1500238" y="1241122"/>
                  </a:lnTo>
                  <a:lnTo>
                    <a:pt x="1499166" y="1241369"/>
                  </a:lnTo>
                  <a:lnTo>
                    <a:pt x="1498095" y="1241618"/>
                  </a:lnTo>
                  <a:lnTo>
                    <a:pt x="1497023" y="1241867"/>
                  </a:lnTo>
                  <a:lnTo>
                    <a:pt x="1495951" y="1242118"/>
                  </a:lnTo>
                  <a:lnTo>
                    <a:pt x="1494880" y="1242370"/>
                  </a:lnTo>
                  <a:lnTo>
                    <a:pt x="1493808" y="1242624"/>
                  </a:lnTo>
                  <a:lnTo>
                    <a:pt x="1492737" y="1242878"/>
                  </a:lnTo>
                  <a:lnTo>
                    <a:pt x="1491665" y="1243134"/>
                  </a:lnTo>
                  <a:lnTo>
                    <a:pt x="1490593" y="1243391"/>
                  </a:lnTo>
                  <a:lnTo>
                    <a:pt x="1489522" y="1243650"/>
                  </a:lnTo>
                  <a:lnTo>
                    <a:pt x="1488450" y="1243909"/>
                  </a:lnTo>
                  <a:lnTo>
                    <a:pt x="1487379" y="1244170"/>
                  </a:lnTo>
                  <a:lnTo>
                    <a:pt x="1486307" y="1244431"/>
                  </a:lnTo>
                  <a:lnTo>
                    <a:pt x="1485235" y="1244694"/>
                  </a:lnTo>
                  <a:lnTo>
                    <a:pt x="1484164" y="1244958"/>
                  </a:lnTo>
                  <a:lnTo>
                    <a:pt x="1483092" y="1245223"/>
                  </a:lnTo>
                  <a:lnTo>
                    <a:pt x="1482021" y="1245489"/>
                  </a:lnTo>
                  <a:lnTo>
                    <a:pt x="1480949" y="1245757"/>
                  </a:lnTo>
                  <a:lnTo>
                    <a:pt x="1479877" y="1246025"/>
                  </a:lnTo>
                  <a:lnTo>
                    <a:pt x="1478806" y="1246294"/>
                  </a:lnTo>
                  <a:lnTo>
                    <a:pt x="1477734" y="1246564"/>
                  </a:lnTo>
                  <a:lnTo>
                    <a:pt x="1476663" y="1246835"/>
                  </a:lnTo>
                  <a:lnTo>
                    <a:pt x="1475591" y="1247108"/>
                  </a:lnTo>
                  <a:lnTo>
                    <a:pt x="1474519" y="1247381"/>
                  </a:lnTo>
                  <a:lnTo>
                    <a:pt x="1473448" y="1247655"/>
                  </a:lnTo>
                  <a:lnTo>
                    <a:pt x="1472376" y="1247930"/>
                  </a:lnTo>
                  <a:lnTo>
                    <a:pt x="1471305" y="1248206"/>
                  </a:lnTo>
                  <a:lnTo>
                    <a:pt x="1470233" y="1248483"/>
                  </a:lnTo>
                  <a:lnTo>
                    <a:pt x="1469161" y="1248760"/>
                  </a:lnTo>
                  <a:lnTo>
                    <a:pt x="1468090" y="1249039"/>
                  </a:lnTo>
                  <a:lnTo>
                    <a:pt x="1467018" y="1249318"/>
                  </a:lnTo>
                  <a:lnTo>
                    <a:pt x="1465947" y="1249598"/>
                  </a:lnTo>
                  <a:lnTo>
                    <a:pt x="1464875" y="1249879"/>
                  </a:lnTo>
                  <a:lnTo>
                    <a:pt x="1463803" y="1250161"/>
                  </a:lnTo>
                  <a:lnTo>
                    <a:pt x="1462732" y="1250443"/>
                  </a:lnTo>
                  <a:lnTo>
                    <a:pt x="1461660" y="1250727"/>
                  </a:lnTo>
                  <a:lnTo>
                    <a:pt x="1460589" y="1251011"/>
                  </a:lnTo>
                  <a:lnTo>
                    <a:pt x="1459517" y="1251295"/>
                  </a:lnTo>
                  <a:lnTo>
                    <a:pt x="1458445" y="1251581"/>
                  </a:lnTo>
                  <a:lnTo>
                    <a:pt x="1457374" y="1251867"/>
                  </a:lnTo>
                  <a:lnTo>
                    <a:pt x="1456302" y="1252153"/>
                  </a:lnTo>
                  <a:lnTo>
                    <a:pt x="1455231" y="1252441"/>
                  </a:lnTo>
                  <a:lnTo>
                    <a:pt x="1454159" y="1252729"/>
                  </a:lnTo>
                  <a:lnTo>
                    <a:pt x="1453087" y="1253017"/>
                  </a:lnTo>
                  <a:lnTo>
                    <a:pt x="1452016" y="1253306"/>
                  </a:lnTo>
                  <a:lnTo>
                    <a:pt x="1450944" y="1253596"/>
                  </a:lnTo>
                  <a:lnTo>
                    <a:pt x="1449873" y="1253886"/>
                  </a:lnTo>
                  <a:lnTo>
                    <a:pt x="1448801" y="1254177"/>
                  </a:lnTo>
                  <a:lnTo>
                    <a:pt x="1447729" y="1254469"/>
                  </a:lnTo>
                  <a:lnTo>
                    <a:pt x="1446658" y="1254760"/>
                  </a:lnTo>
                  <a:lnTo>
                    <a:pt x="1445586" y="1255053"/>
                  </a:lnTo>
                  <a:lnTo>
                    <a:pt x="1444515" y="1255346"/>
                  </a:lnTo>
                  <a:lnTo>
                    <a:pt x="1443443" y="1255639"/>
                  </a:lnTo>
                  <a:lnTo>
                    <a:pt x="1442371" y="1255933"/>
                  </a:lnTo>
                  <a:lnTo>
                    <a:pt x="1441300" y="1256227"/>
                  </a:lnTo>
                  <a:lnTo>
                    <a:pt x="1440228" y="1256521"/>
                  </a:lnTo>
                  <a:lnTo>
                    <a:pt x="1439157" y="1256816"/>
                  </a:lnTo>
                  <a:lnTo>
                    <a:pt x="1438085" y="1257111"/>
                  </a:lnTo>
                  <a:lnTo>
                    <a:pt x="1437013" y="1257407"/>
                  </a:lnTo>
                  <a:lnTo>
                    <a:pt x="1435942" y="1257703"/>
                  </a:lnTo>
                  <a:lnTo>
                    <a:pt x="1434870" y="1257999"/>
                  </a:lnTo>
                  <a:lnTo>
                    <a:pt x="1433799" y="1258295"/>
                  </a:lnTo>
                  <a:lnTo>
                    <a:pt x="1432727" y="1258592"/>
                  </a:lnTo>
                  <a:lnTo>
                    <a:pt x="1431655" y="1258889"/>
                  </a:lnTo>
                  <a:lnTo>
                    <a:pt x="1430584" y="1259187"/>
                  </a:lnTo>
                  <a:lnTo>
                    <a:pt x="1429512" y="1259484"/>
                  </a:lnTo>
                  <a:lnTo>
                    <a:pt x="1428441" y="1259782"/>
                  </a:lnTo>
                  <a:lnTo>
                    <a:pt x="1427369" y="1260080"/>
                  </a:lnTo>
                  <a:lnTo>
                    <a:pt x="1426297" y="1260378"/>
                  </a:lnTo>
                  <a:lnTo>
                    <a:pt x="1425226" y="1260676"/>
                  </a:lnTo>
                  <a:lnTo>
                    <a:pt x="1424154" y="1260975"/>
                  </a:lnTo>
                  <a:lnTo>
                    <a:pt x="1423083" y="1261273"/>
                  </a:lnTo>
                  <a:lnTo>
                    <a:pt x="1422011" y="1261572"/>
                  </a:lnTo>
                  <a:lnTo>
                    <a:pt x="1420939" y="1261870"/>
                  </a:lnTo>
                  <a:lnTo>
                    <a:pt x="1419868" y="1262169"/>
                  </a:lnTo>
                  <a:lnTo>
                    <a:pt x="1418796" y="1262468"/>
                  </a:lnTo>
                  <a:lnTo>
                    <a:pt x="1417725" y="1262767"/>
                  </a:lnTo>
                  <a:lnTo>
                    <a:pt x="1416653" y="1263066"/>
                  </a:lnTo>
                  <a:lnTo>
                    <a:pt x="1415582" y="1263365"/>
                  </a:lnTo>
                  <a:lnTo>
                    <a:pt x="1414510" y="1263664"/>
                  </a:lnTo>
                  <a:lnTo>
                    <a:pt x="1413438" y="1263962"/>
                  </a:lnTo>
                  <a:lnTo>
                    <a:pt x="1412367" y="1264261"/>
                  </a:lnTo>
                  <a:lnTo>
                    <a:pt x="1411295" y="1264560"/>
                  </a:lnTo>
                  <a:lnTo>
                    <a:pt x="1410224" y="1264859"/>
                  </a:lnTo>
                  <a:lnTo>
                    <a:pt x="1409152" y="1265157"/>
                  </a:lnTo>
                  <a:lnTo>
                    <a:pt x="1408080" y="1265456"/>
                  </a:lnTo>
                  <a:lnTo>
                    <a:pt x="1407009" y="1265754"/>
                  </a:lnTo>
                  <a:lnTo>
                    <a:pt x="1405937" y="1266052"/>
                  </a:lnTo>
                  <a:lnTo>
                    <a:pt x="1404866" y="1266350"/>
                  </a:lnTo>
                  <a:lnTo>
                    <a:pt x="1403794" y="1266648"/>
                  </a:lnTo>
                  <a:lnTo>
                    <a:pt x="1402722" y="1266946"/>
                  </a:lnTo>
                  <a:lnTo>
                    <a:pt x="1401651" y="1267243"/>
                  </a:lnTo>
                  <a:lnTo>
                    <a:pt x="1400579" y="1267541"/>
                  </a:lnTo>
                  <a:lnTo>
                    <a:pt x="1399508" y="1267838"/>
                  </a:lnTo>
                  <a:lnTo>
                    <a:pt x="1398436" y="1268134"/>
                  </a:lnTo>
                  <a:lnTo>
                    <a:pt x="1397364" y="1268431"/>
                  </a:lnTo>
                  <a:lnTo>
                    <a:pt x="1396293" y="1268727"/>
                  </a:lnTo>
                  <a:lnTo>
                    <a:pt x="1395221" y="1269023"/>
                  </a:lnTo>
                  <a:lnTo>
                    <a:pt x="1394150" y="1269318"/>
                  </a:lnTo>
                  <a:lnTo>
                    <a:pt x="1393078" y="1269614"/>
                  </a:lnTo>
                  <a:lnTo>
                    <a:pt x="1392006" y="1269908"/>
                  </a:lnTo>
                  <a:lnTo>
                    <a:pt x="1390935" y="1270203"/>
                  </a:lnTo>
                  <a:lnTo>
                    <a:pt x="1389863" y="1270497"/>
                  </a:lnTo>
                  <a:lnTo>
                    <a:pt x="1388792" y="1270791"/>
                  </a:lnTo>
                  <a:lnTo>
                    <a:pt x="1387720" y="1271084"/>
                  </a:lnTo>
                  <a:lnTo>
                    <a:pt x="1386648" y="1271377"/>
                  </a:lnTo>
                  <a:lnTo>
                    <a:pt x="1385577" y="1272205"/>
                  </a:lnTo>
                  <a:lnTo>
                    <a:pt x="1384505" y="1273430"/>
                  </a:lnTo>
                  <a:lnTo>
                    <a:pt x="1383434" y="1274658"/>
                  </a:lnTo>
                  <a:lnTo>
                    <a:pt x="1382362" y="1275889"/>
                  </a:lnTo>
                  <a:lnTo>
                    <a:pt x="1381290" y="1277124"/>
                  </a:lnTo>
                  <a:lnTo>
                    <a:pt x="1380219" y="1278362"/>
                  </a:lnTo>
                  <a:lnTo>
                    <a:pt x="1379147" y="1279604"/>
                  </a:lnTo>
                  <a:lnTo>
                    <a:pt x="1378076" y="1280850"/>
                  </a:lnTo>
                  <a:lnTo>
                    <a:pt x="1377004" y="1282099"/>
                  </a:lnTo>
                  <a:lnTo>
                    <a:pt x="1375932" y="1283351"/>
                  </a:lnTo>
                  <a:lnTo>
                    <a:pt x="1374861" y="1284606"/>
                  </a:lnTo>
                  <a:lnTo>
                    <a:pt x="1373789" y="1285865"/>
                  </a:lnTo>
                  <a:lnTo>
                    <a:pt x="1372718" y="1287128"/>
                  </a:lnTo>
                  <a:lnTo>
                    <a:pt x="1371646" y="1288393"/>
                  </a:lnTo>
                  <a:lnTo>
                    <a:pt x="1370574" y="1289662"/>
                  </a:lnTo>
                  <a:lnTo>
                    <a:pt x="1369503" y="1290934"/>
                  </a:lnTo>
                  <a:lnTo>
                    <a:pt x="1368431" y="1292209"/>
                  </a:lnTo>
                  <a:lnTo>
                    <a:pt x="1367360" y="1293488"/>
                  </a:lnTo>
                  <a:lnTo>
                    <a:pt x="1366288" y="1294770"/>
                  </a:lnTo>
                  <a:lnTo>
                    <a:pt x="1365216" y="1296055"/>
                  </a:lnTo>
                  <a:lnTo>
                    <a:pt x="1364145" y="1297343"/>
                  </a:lnTo>
                  <a:lnTo>
                    <a:pt x="1363073" y="1298634"/>
                  </a:lnTo>
                  <a:lnTo>
                    <a:pt x="1362002" y="1299928"/>
                  </a:lnTo>
                  <a:lnTo>
                    <a:pt x="1360930" y="1301226"/>
                  </a:lnTo>
                  <a:lnTo>
                    <a:pt x="1359858" y="1302526"/>
                  </a:lnTo>
                  <a:lnTo>
                    <a:pt x="1358787" y="1303829"/>
                  </a:lnTo>
                  <a:lnTo>
                    <a:pt x="1357715" y="1305136"/>
                  </a:lnTo>
                  <a:lnTo>
                    <a:pt x="1356644" y="1306445"/>
                  </a:lnTo>
                  <a:lnTo>
                    <a:pt x="1355572" y="1307757"/>
                  </a:lnTo>
                  <a:lnTo>
                    <a:pt x="1354500" y="1309072"/>
                  </a:lnTo>
                  <a:lnTo>
                    <a:pt x="1353429" y="1310390"/>
                  </a:lnTo>
                  <a:lnTo>
                    <a:pt x="1352357" y="1311711"/>
                  </a:lnTo>
                  <a:lnTo>
                    <a:pt x="1351286" y="1313035"/>
                  </a:lnTo>
                  <a:lnTo>
                    <a:pt x="1350214" y="1314361"/>
                  </a:lnTo>
                  <a:lnTo>
                    <a:pt x="1349142" y="1315691"/>
                  </a:lnTo>
                  <a:lnTo>
                    <a:pt x="1348071" y="1317023"/>
                  </a:lnTo>
                  <a:lnTo>
                    <a:pt x="1346999" y="1318358"/>
                  </a:lnTo>
                  <a:lnTo>
                    <a:pt x="1345928" y="1319695"/>
                  </a:lnTo>
                  <a:lnTo>
                    <a:pt x="1344856" y="1321035"/>
                  </a:lnTo>
                  <a:lnTo>
                    <a:pt x="1343784" y="1322378"/>
                  </a:lnTo>
                  <a:lnTo>
                    <a:pt x="1342713" y="1323723"/>
                  </a:lnTo>
                  <a:lnTo>
                    <a:pt x="1341641" y="1325071"/>
                  </a:lnTo>
                  <a:lnTo>
                    <a:pt x="1340570" y="1326422"/>
                  </a:lnTo>
                  <a:lnTo>
                    <a:pt x="1339498" y="1327775"/>
                  </a:lnTo>
                  <a:lnTo>
                    <a:pt x="1338426" y="1329130"/>
                  </a:lnTo>
                  <a:lnTo>
                    <a:pt x="1337355" y="1330488"/>
                  </a:lnTo>
                  <a:lnTo>
                    <a:pt x="1336283" y="1331848"/>
                  </a:lnTo>
                  <a:lnTo>
                    <a:pt x="1335212" y="1333211"/>
                  </a:lnTo>
                  <a:lnTo>
                    <a:pt x="1334140" y="1334576"/>
                  </a:lnTo>
                  <a:lnTo>
                    <a:pt x="1333068" y="1335944"/>
                  </a:lnTo>
                  <a:lnTo>
                    <a:pt x="1331997" y="1337314"/>
                  </a:lnTo>
                  <a:lnTo>
                    <a:pt x="1330925" y="1338686"/>
                  </a:lnTo>
                  <a:lnTo>
                    <a:pt x="1329854" y="1340061"/>
                  </a:lnTo>
                  <a:lnTo>
                    <a:pt x="1328782" y="1341437"/>
                  </a:lnTo>
                  <a:lnTo>
                    <a:pt x="1327710" y="1342816"/>
                  </a:lnTo>
                  <a:lnTo>
                    <a:pt x="1326639" y="1344197"/>
                  </a:lnTo>
                  <a:lnTo>
                    <a:pt x="1325567" y="1345581"/>
                  </a:lnTo>
                  <a:lnTo>
                    <a:pt x="1324496" y="1346966"/>
                  </a:lnTo>
                  <a:lnTo>
                    <a:pt x="1323424" y="1348354"/>
                  </a:lnTo>
                  <a:lnTo>
                    <a:pt x="1322352" y="1349743"/>
                  </a:lnTo>
                  <a:lnTo>
                    <a:pt x="1321281" y="1351135"/>
                  </a:lnTo>
                  <a:lnTo>
                    <a:pt x="1320209" y="1352529"/>
                  </a:lnTo>
                  <a:lnTo>
                    <a:pt x="1319138" y="1353924"/>
                  </a:lnTo>
                  <a:lnTo>
                    <a:pt x="1318066" y="1355322"/>
                  </a:lnTo>
                  <a:lnTo>
                    <a:pt x="1316994" y="1356721"/>
                  </a:lnTo>
                  <a:lnTo>
                    <a:pt x="1315923" y="1358123"/>
                  </a:lnTo>
                  <a:lnTo>
                    <a:pt x="1314851" y="1359526"/>
                  </a:lnTo>
                  <a:lnTo>
                    <a:pt x="1313780" y="1360931"/>
                  </a:lnTo>
                  <a:lnTo>
                    <a:pt x="1312708" y="1362338"/>
                  </a:lnTo>
                  <a:lnTo>
                    <a:pt x="1311636" y="1363747"/>
                  </a:lnTo>
                  <a:lnTo>
                    <a:pt x="1310565" y="1365158"/>
                  </a:lnTo>
                  <a:lnTo>
                    <a:pt x="1309493" y="1366570"/>
                  </a:lnTo>
                  <a:lnTo>
                    <a:pt x="1308422" y="1367984"/>
                  </a:lnTo>
                  <a:lnTo>
                    <a:pt x="1307350" y="1369400"/>
                  </a:lnTo>
                  <a:lnTo>
                    <a:pt x="1306278" y="1370817"/>
                  </a:lnTo>
                  <a:lnTo>
                    <a:pt x="1305207" y="1372236"/>
                  </a:lnTo>
                  <a:lnTo>
                    <a:pt x="1304135" y="1373656"/>
                  </a:lnTo>
                  <a:lnTo>
                    <a:pt x="1303064" y="1375078"/>
                  </a:lnTo>
                  <a:lnTo>
                    <a:pt x="1301992" y="1376502"/>
                  </a:lnTo>
                  <a:lnTo>
                    <a:pt x="1300920" y="1377927"/>
                  </a:lnTo>
                  <a:lnTo>
                    <a:pt x="1299849" y="1379354"/>
                  </a:lnTo>
                  <a:lnTo>
                    <a:pt x="1298777" y="1380782"/>
                  </a:lnTo>
                  <a:lnTo>
                    <a:pt x="1297706" y="1382211"/>
                  </a:lnTo>
                  <a:lnTo>
                    <a:pt x="1296634" y="1383642"/>
                  </a:lnTo>
                  <a:lnTo>
                    <a:pt x="1295562" y="1385075"/>
                  </a:lnTo>
                  <a:lnTo>
                    <a:pt x="1294491" y="1386508"/>
                  </a:lnTo>
                  <a:lnTo>
                    <a:pt x="1293419" y="1387943"/>
                  </a:lnTo>
                  <a:lnTo>
                    <a:pt x="1292348" y="1389379"/>
                  </a:lnTo>
                  <a:lnTo>
                    <a:pt x="1291276" y="1390817"/>
                  </a:lnTo>
                  <a:lnTo>
                    <a:pt x="1290204" y="1392255"/>
                  </a:lnTo>
                  <a:lnTo>
                    <a:pt x="1289133" y="1393695"/>
                  </a:lnTo>
                  <a:lnTo>
                    <a:pt x="1288061" y="1395136"/>
                  </a:lnTo>
                  <a:lnTo>
                    <a:pt x="1286990" y="1396578"/>
                  </a:lnTo>
                  <a:lnTo>
                    <a:pt x="1285918" y="1398021"/>
                  </a:lnTo>
                  <a:lnTo>
                    <a:pt x="1284846" y="1399466"/>
                  </a:lnTo>
                  <a:lnTo>
                    <a:pt x="1283775" y="1400911"/>
                  </a:lnTo>
                  <a:lnTo>
                    <a:pt x="1282703" y="1402358"/>
                  </a:lnTo>
                  <a:lnTo>
                    <a:pt x="1281632" y="1403805"/>
                  </a:lnTo>
                  <a:lnTo>
                    <a:pt x="1280560" y="1405254"/>
                  </a:lnTo>
                  <a:lnTo>
                    <a:pt x="1279488" y="1406703"/>
                  </a:lnTo>
                  <a:lnTo>
                    <a:pt x="1278417" y="1408153"/>
                  </a:lnTo>
                  <a:lnTo>
                    <a:pt x="1277345" y="1409604"/>
                  </a:lnTo>
                  <a:lnTo>
                    <a:pt x="1276274" y="1411056"/>
                  </a:lnTo>
                  <a:lnTo>
                    <a:pt x="1275202" y="1412509"/>
                  </a:lnTo>
                  <a:lnTo>
                    <a:pt x="1274130" y="1413963"/>
                  </a:lnTo>
                  <a:lnTo>
                    <a:pt x="1273059" y="1415417"/>
                  </a:lnTo>
                  <a:lnTo>
                    <a:pt x="1271987" y="1416873"/>
                  </a:lnTo>
                  <a:lnTo>
                    <a:pt x="1270916" y="1418328"/>
                  </a:lnTo>
                  <a:lnTo>
                    <a:pt x="1269844" y="1419785"/>
                  </a:lnTo>
                  <a:lnTo>
                    <a:pt x="1268772" y="1421242"/>
                  </a:lnTo>
                  <a:lnTo>
                    <a:pt x="1267701" y="1422700"/>
                  </a:lnTo>
                  <a:lnTo>
                    <a:pt x="1266629" y="1424159"/>
                  </a:lnTo>
                  <a:lnTo>
                    <a:pt x="1265558" y="1425618"/>
                  </a:lnTo>
                  <a:lnTo>
                    <a:pt x="1264486" y="1427078"/>
                  </a:lnTo>
                  <a:lnTo>
                    <a:pt x="1263414" y="1428538"/>
                  </a:lnTo>
                  <a:lnTo>
                    <a:pt x="1262343" y="1429999"/>
                  </a:lnTo>
                  <a:lnTo>
                    <a:pt x="1261271" y="1431460"/>
                  </a:lnTo>
                  <a:lnTo>
                    <a:pt x="1260200" y="1432922"/>
                  </a:lnTo>
                  <a:lnTo>
                    <a:pt x="1259128" y="1434384"/>
                  </a:lnTo>
                  <a:lnTo>
                    <a:pt x="1258056" y="1435847"/>
                  </a:lnTo>
                  <a:lnTo>
                    <a:pt x="1256985" y="1437310"/>
                  </a:lnTo>
                  <a:lnTo>
                    <a:pt x="1255913" y="1438773"/>
                  </a:lnTo>
                  <a:lnTo>
                    <a:pt x="1254842" y="1440237"/>
                  </a:lnTo>
                  <a:lnTo>
                    <a:pt x="1253770" y="1441701"/>
                  </a:lnTo>
                  <a:lnTo>
                    <a:pt x="1252698" y="1443165"/>
                  </a:lnTo>
                  <a:lnTo>
                    <a:pt x="1251627" y="1444629"/>
                  </a:lnTo>
                  <a:lnTo>
                    <a:pt x="1250555" y="1446094"/>
                  </a:lnTo>
                  <a:lnTo>
                    <a:pt x="1249484" y="1447559"/>
                  </a:lnTo>
                  <a:lnTo>
                    <a:pt x="1248412" y="1449024"/>
                  </a:lnTo>
                  <a:lnTo>
                    <a:pt x="1247340" y="1450489"/>
                  </a:lnTo>
                  <a:lnTo>
                    <a:pt x="1246269" y="1451955"/>
                  </a:lnTo>
                  <a:lnTo>
                    <a:pt x="1245197" y="1453420"/>
                  </a:lnTo>
                  <a:lnTo>
                    <a:pt x="1244126" y="1454886"/>
                  </a:lnTo>
                  <a:lnTo>
                    <a:pt x="1243054" y="1456351"/>
                  </a:lnTo>
                  <a:lnTo>
                    <a:pt x="1241983" y="1457817"/>
                  </a:lnTo>
                  <a:lnTo>
                    <a:pt x="1240911" y="1459282"/>
                  </a:lnTo>
                  <a:lnTo>
                    <a:pt x="1239839" y="1460748"/>
                  </a:lnTo>
                  <a:lnTo>
                    <a:pt x="1238768" y="1462213"/>
                  </a:lnTo>
                  <a:lnTo>
                    <a:pt x="1237696" y="1463679"/>
                  </a:lnTo>
                  <a:lnTo>
                    <a:pt x="1236625" y="1465144"/>
                  </a:lnTo>
                  <a:lnTo>
                    <a:pt x="1235553" y="1466609"/>
                  </a:lnTo>
                  <a:lnTo>
                    <a:pt x="1234481" y="1468075"/>
                  </a:lnTo>
                  <a:lnTo>
                    <a:pt x="1233410" y="1469539"/>
                  </a:lnTo>
                  <a:lnTo>
                    <a:pt x="1232338" y="1471004"/>
                  </a:lnTo>
                  <a:lnTo>
                    <a:pt x="1231267" y="1472469"/>
                  </a:lnTo>
                  <a:lnTo>
                    <a:pt x="1230195" y="1473933"/>
                  </a:lnTo>
                  <a:lnTo>
                    <a:pt x="1229123" y="1475397"/>
                  </a:lnTo>
                  <a:lnTo>
                    <a:pt x="1228052" y="1476860"/>
                  </a:lnTo>
                  <a:lnTo>
                    <a:pt x="1226980" y="1478324"/>
                  </a:lnTo>
                  <a:lnTo>
                    <a:pt x="1225909" y="1479787"/>
                  </a:lnTo>
                  <a:lnTo>
                    <a:pt x="1224837" y="1481249"/>
                  </a:lnTo>
                  <a:lnTo>
                    <a:pt x="1223765" y="1482712"/>
                  </a:lnTo>
                  <a:lnTo>
                    <a:pt x="1222694" y="1484173"/>
                  </a:lnTo>
                  <a:lnTo>
                    <a:pt x="1221622" y="1485635"/>
                  </a:lnTo>
                  <a:lnTo>
                    <a:pt x="1220551" y="1487096"/>
                  </a:lnTo>
                  <a:lnTo>
                    <a:pt x="1219479" y="1488556"/>
                  </a:lnTo>
                  <a:lnTo>
                    <a:pt x="1218407" y="1490016"/>
                  </a:lnTo>
                  <a:lnTo>
                    <a:pt x="1217336" y="1491476"/>
                  </a:lnTo>
                  <a:lnTo>
                    <a:pt x="1216264" y="1492934"/>
                  </a:lnTo>
                  <a:lnTo>
                    <a:pt x="1215193" y="1494393"/>
                  </a:lnTo>
                  <a:lnTo>
                    <a:pt x="1214121" y="1495850"/>
                  </a:lnTo>
                  <a:lnTo>
                    <a:pt x="1213049" y="1497307"/>
                  </a:lnTo>
                  <a:lnTo>
                    <a:pt x="1211978" y="1498764"/>
                  </a:lnTo>
                  <a:lnTo>
                    <a:pt x="1210906" y="1500220"/>
                  </a:lnTo>
                  <a:lnTo>
                    <a:pt x="1209835" y="1501675"/>
                  </a:lnTo>
                  <a:lnTo>
                    <a:pt x="1208763" y="1503129"/>
                  </a:lnTo>
                  <a:lnTo>
                    <a:pt x="1207691" y="1504583"/>
                  </a:lnTo>
                  <a:lnTo>
                    <a:pt x="1206620" y="1506036"/>
                  </a:lnTo>
                  <a:lnTo>
                    <a:pt x="1205548" y="1507488"/>
                  </a:lnTo>
                  <a:lnTo>
                    <a:pt x="1204477" y="1508939"/>
                  </a:lnTo>
                  <a:lnTo>
                    <a:pt x="1203405" y="1510390"/>
                  </a:lnTo>
                  <a:lnTo>
                    <a:pt x="1202333" y="1511839"/>
                  </a:lnTo>
                  <a:lnTo>
                    <a:pt x="1201262" y="1513288"/>
                  </a:lnTo>
                  <a:lnTo>
                    <a:pt x="1200190" y="1514736"/>
                  </a:lnTo>
                  <a:lnTo>
                    <a:pt x="1199119" y="1516183"/>
                  </a:lnTo>
                  <a:lnTo>
                    <a:pt x="1198047" y="1517629"/>
                  </a:lnTo>
                  <a:lnTo>
                    <a:pt x="1196975" y="1519074"/>
                  </a:lnTo>
                  <a:lnTo>
                    <a:pt x="1195904" y="1520518"/>
                  </a:lnTo>
                  <a:lnTo>
                    <a:pt x="1194832" y="1521962"/>
                  </a:lnTo>
                  <a:lnTo>
                    <a:pt x="1193761" y="1523404"/>
                  </a:lnTo>
                  <a:lnTo>
                    <a:pt x="1192689" y="1524845"/>
                  </a:lnTo>
                  <a:lnTo>
                    <a:pt x="1191617" y="1526285"/>
                  </a:lnTo>
                  <a:lnTo>
                    <a:pt x="1190546" y="1527724"/>
                  </a:lnTo>
                  <a:lnTo>
                    <a:pt x="1189474" y="1529162"/>
                  </a:lnTo>
                  <a:lnTo>
                    <a:pt x="1188403" y="1530599"/>
                  </a:lnTo>
                  <a:lnTo>
                    <a:pt x="1187331" y="1532034"/>
                  </a:lnTo>
                  <a:lnTo>
                    <a:pt x="1186259" y="1533469"/>
                  </a:lnTo>
                  <a:lnTo>
                    <a:pt x="1185188" y="1534902"/>
                  </a:lnTo>
                  <a:lnTo>
                    <a:pt x="1184116" y="1536334"/>
                  </a:lnTo>
                  <a:lnTo>
                    <a:pt x="1183045" y="1537765"/>
                  </a:lnTo>
                  <a:lnTo>
                    <a:pt x="1181973" y="1539195"/>
                  </a:lnTo>
                  <a:lnTo>
                    <a:pt x="1180901" y="1540624"/>
                  </a:lnTo>
                  <a:lnTo>
                    <a:pt x="1179830" y="1542051"/>
                  </a:lnTo>
                  <a:lnTo>
                    <a:pt x="1178758" y="1543477"/>
                  </a:lnTo>
                  <a:lnTo>
                    <a:pt x="1177687" y="1544901"/>
                  </a:lnTo>
                  <a:lnTo>
                    <a:pt x="1176615" y="1546325"/>
                  </a:lnTo>
                  <a:lnTo>
                    <a:pt x="1175543" y="1547747"/>
                  </a:lnTo>
                  <a:lnTo>
                    <a:pt x="1174472" y="1549167"/>
                  </a:lnTo>
                  <a:lnTo>
                    <a:pt x="1173400" y="1550586"/>
                  </a:lnTo>
                  <a:lnTo>
                    <a:pt x="1172329" y="1552004"/>
                  </a:lnTo>
                  <a:lnTo>
                    <a:pt x="1171257" y="1553421"/>
                  </a:lnTo>
                  <a:lnTo>
                    <a:pt x="1170185" y="1554835"/>
                  </a:lnTo>
                  <a:lnTo>
                    <a:pt x="1169114" y="1556249"/>
                  </a:lnTo>
                  <a:lnTo>
                    <a:pt x="1168042" y="1557661"/>
                  </a:lnTo>
                  <a:lnTo>
                    <a:pt x="1166971" y="1559071"/>
                  </a:lnTo>
                  <a:lnTo>
                    <a:pt x="1165899" y="1560480"/>
                  </a:lnTo>
                  <a:lnTo>
                    <a:pt x="1164827" y="1561888"/>
                  </a:lnTo>
                  <a:lnTo>
                    <a:pt x="1163756" y="1563294"/>
                  </a:lnTo>
                  <a:lnTo>
                    <a:pt x="1162684" y="1564698"/>
                  </a:lnTo>
                  <a:lnTo>
                    <a:pt x="1161613" y="1566101"/>
                  </a:lnTo>
                  <a:lnTo>
                    <a:pt x="1160541" y="1567502"/>
                  </a:lnTo>
                  <a:lnTo>
                    <a:pt x="1159469" y="1568901"/>
                  </a:lnTo>
                  <a:lnTo>
                    <a:pt x="1158398" y="1570299"/>
                  </a:lnTo>
                  <a:lnTo>
                    <a:pt x="1157326" y="1571696"/>
                  </a:lnTo>
                  <a:lnTo>
                    <a:pt x="1156255" y="1573090"/>
                  </a:lnTo>
                  <a:lnTo>
                    <a:pt x="1155183" y="1574483"/>
                  </a:lnTo>
                  <a:lnTo>
                    <a:pt x="1154111" y="1575874"/>
                  </a:lnTo>
                  <a:lnTo>
                    <a:pt x="1153040" y="1577264"/>
                  </a:lnTo>
                  <a:lnTo>
                    <a:pt x="1151968" y="1578651"/>
                  </a:lnTo>
                  <a:lnTo>
                    <a:pt x="1150897" y="1580037"/>
                  </a:lnTo>
                  <a:lnTo>
                    <a:pt x="1149825" y="1581421"/>
                  </a:lnTo>
                  <a:lnTo>
                    <a:pt x="1148753" y="1582804"/>
                  </a:lnTo>
                  <a:lnTo>
                    <a:pt x="1147682" y="1584184"/>
                  </a:lnTo>
                  <a:lnTo>
                    <a:pt x="1146610" y="1585563"/>
                  </a:lnTo>
                  <a:lnTo>
                    <a:pt x="1145539" y="1586940"/>
                  </a:lnTo>
                  <a:lnTo>
                    <a:pt x="1144467" y="1588315"/>
                  </a:lnTo>
                  <a:lnTo>
                    <a:pt x="1143395" y="1589688"/>
                  </a:lnTo>
                  <a:lnTo>
                    <a:pt x="1142324" y="1591059"/>
                  </a:lnTo>
                  <a:lnTo>
                    <a:pt x="1141252" y="1592429"/>
                  </a:lnTo>
                  <a:lnTo>
                    <a:pt x="1140181" y="1593796"/>
                  </a:lnTo>
                  <a:lnTo>
                    <a:pt x="1139109" y="1595162"/>
                  </a:lnTo>
                  <a:lnTo>
                    <a:pt x="1138037" y="1596525"/>
                  </a:lnTo>
                  <a:lnTo>
                    <a:pt x="1136966" y="1597887"/>
                  </a:lnTo>
                  <a:lnTo>
                    <a:pt x="1135894" y="1599247"/>
                  </a:lnTo>
                  <a:lnTo>
                    <a:pt x="1134823" y="1600604"/>
                  </a:lnTo>
                  <a:lnTo>
                    <a:pt x="1133751" y="1601960"/>
                  </a:lnTo>
                  <a:lnTo>
                    <a:pt x="1132679" y="1603313"/>
                  </a:lnTo>
                  <a:lnTo>
                    <a:pt x="1131608" y="1604665"/>
                  </a:lnTo>
                  <a:lnTo>
                    <a:pt x="1130536" y="1606014"/>
                  </a:lnTo>
                  <a:lnTo>
                    <a:pt x="1129465" y="1607362"/>
                  </a:lnTo>
                  <a:lnTo>
                    <a:pt x="1128393" y="1608707"/>
                  </a:lnTo>
                  <a:lnTo>
                    <a:pt x="1127321" y="1610050"/>
                  </a:lnTo>
                  <a:lnTo>
                    <a:pt x="1126250" y="1611391"/>
                  </a:lnTo>
                  <a:lnTo>
                    <a:pt x="1125178" y="1612730"/>
                  </a:lnTo>
                  <a:lnTo>
                    <a:pt x="1124107" y="1614067"/>
                  </a:lnTo>
                  <a:lnTo>
                    <a:pt x="1123035" y="1615402"/>
                  </a:lnTo>
                  <a:lnTo>
                    <a:pt x="1121963" y="1616734"/>
                  </a:lnTo>
                  <a:lnTo>
                    <a:pt x="1120892" y="1618065"/>
                  </a:lnTo>
                  <a:lnTo>
                    <a:pt x="1119820" y="1619393"/>
                  </a:lnTo>
                  <a:lnTo>
                    <a:pt x="1118749" y="1620719"/>
                  </a:lnTo>
                  <a:lnTo>
                    <a:pt x="1117677" y="1622042"/>
                  </a:lnTo>
                  <a:lnTo>
                    <a:pt x="1116605" y="1623364"/>
                  </a:lnTo>
                  <a:lnTo>
                    <a:pt x="1115534" y="1624683"/>
                  </a:lnTo>
                  <a:lnTo>
                    <a:pt x="1114462" y="1626000"/>
                  </a:lnTo>
                  <a:lnTo>
                    <a:pt x="1113391" y="1627314"/>
                  </a:lnTo>
                  <a:lnTo>
                    <a:pt x="1112319" y="1628627"/>
                  </a:lnTo>
                  <a:lnTo>
                    <a:pt x="1111247" y="1629937"/>
                  </a:lnTo>
                  <a:lnTo>
                    <a:pt x="1110176" y="1631244"/>
                  </a:lnTo>
                  <a:lnTo>
                    <a:pt x="1109104" y="1632550"/>
                  </a:lnTo>
                  <a:lnTo>
                    <a:pt x="1108033" y="1633853"/>
                  </a:lnTo>
                  <a:lnTo>
                    <a:pt x="1106961" y="1635153"/>
                  </a:lnTo>
                  <a:lnTo>
                    <a:pt x="1105889" y="1636452"/>
                  </a:lnTo>
                  <a:lnTo>
                    <a:pt x="1104818" y="1637747"/>
                  </a:lnTo>
                  <a:lnTo>
                    <a:pt x="1103746" y="1639041"/>
                  </a:lnTo>
                  <a:lnTo>
                    <a:pt x="1102675" y="1640332"/>
                  </a:lnTo>
                  <a:lnTo>
                    <a:pt x="1101603" y="1641621"/>
                  </a:lnTo>
                  <a:lnTo>
                    <a:pt x="1100531" y="1642907"/>
                  </a:lnTo>
                  <a:lnTo>
                    <a:pt x="1099460" y="1644190"/>
                  </a:lnTo>
                  <a:lnTo>
                    <a:pt x="1098388" y="1645472"/>
                  </a:lnTo>
                  <a:lnTo>
                    <a:pt x="1097317" y="1646751"/>
                  </a:lnTo>
                  <a:lnTo>
                    <a:pt x="1096245" y="1648027"/>
                  </a:lnTo>
                  <a:lnTo>
                    <a:pt x="1095173" y="1649301"/>
                  </a:lnTo>
                  <a:lnTo>
                    <a:pt x="1094102" y="1650572"/>
                  </a:lnTo>
                  <a:lnTo>
                    <a:pt x="1093030" y="1651841"/>
                  </a:lnTo>
                  <a:lnTo>
                    <a:pt x="1091959" y="1653107"/>
                  </a:lnTo>
                  <a:lnTo>
                    <a:pt x="1090887" y="1654371"/>
                  </a:lnTo>
                  <a:lnTo>
                    <a:pt x="1089815" y="1655632"/>
                  </a:lnTo>
                  <a:lnTo>
                    <a:pt x="1088744" y="1656890"/>
                  </a:lnTo>
                  <a:lnTo>
                    <a:pt x="1087672" y="1658146"/>
                  </a:lnTo>
                  <a:lnTo>
                    <a:pt x="1086601" y="1659400"/>
                  </a:lnTo>
                  <a:lnTo>
                    <a:pt x="1085529" y="1660651"/>
                  </a:lnTo>
                  <a:lnTo>
                    <a:pt x="1084457" y="1661899"/>
                  </a:lnTo>
                  <a:lnTo>
                    <a:pt x="1083386" y="1663144"/>
                  </a:lnTo>
                  <a:lnTo>
                    <a:pt x="1082314" y="1664387"/>
                  </a:lnTo>
                  <a:lnTo>
                    <a:pt x="1081243" y="1665628"/>
                  </a:lnTo>
                  <a:lnTo>
                    <a:pt x="1080171" y="1666865"/>
                  </a:lnTo>
                  <a:lnTo>
                    <a:pt x="1079099" y="1668100"/>
                  </a:lnTo>
                  <a:lnTo>
                    <a:pt x="1078028" y="1669333"/>
                  </a:lnTo>
                  <a:lnTo>
                    <a:pt x="1076956" y="1670562"/>
                  </a:lnTo>
                  <a:lnTo>
                    <a:pt x="1075885" y="1671789"/>
                  </a:lnTo>
                  <a:lnTo>
                    <a:pt x="1074813" y="1673013"/>
                  </a:lnTo>
                  <a:lnTo>
                    <a:pt x="1073741" y="1674235"/>
                  </a:lnTo>
                  <a:lnTo>
                    <a:pt x="1072670" y="1675453"/>
                  </a:lnTo>
                  <a:lnTo>
                    <a:pt x="1071598" y="1676669"/>
                  </a:lnTo>
                  <a:lnTo>
                    <a:pt x="1070527" y="1677883"/>
                  </a:lnTo>
                  <a:lnTo>
                    <a:pt x="1069455" y="1679093"/>
                  </a:lnTo>
                  <a:lnTo>
                    <a:pt x="1068383" y="1680301"/>
                  </a:lnTo>
                  <a:lnTo>
                    <a:pt x="1067312" y="1681506"/>
                  </a:lnTo>
                  <a:lnTo>
                    <a:pt x="1066240" y="1682708"/>
                  </a:lnTo>
                  <a:lnTo>
                    <a:pt x="1065169" y="1683907"/>
                  </a:lnTo>
                  <a:lnTo>
                    <a:pt x="1064097" y="1685104"/>
                  </a:lnTo>
                  <a:lnTo>
                    <a:pt x="1063026" y="1686298"/>
                  </a:lnTo>
                  <a:lnTo>
                    <a:pt x="1061954" y="1687489"/>
                  </a:lnTo>
                  <a:lnTo>
                    <a:pt x="1060882" y="1688677"/>
                  </a:lnTo>
                  <a:lnTo>
                    <a:pt x="1059811" y="1689862"/>
                  </a:lnTo>
                  <a:lnTo>
                    <a:pt x="1058739" y="1691044"/>
                  </a:lnTo>
                  <a:lnTo>
                    <a:pt x="1057668" y="1692224"/>
                  </a:lnTo>
                  <a:lnTo>
                    <a:pt x="1056596" y="1693400"/>
                  </a:lnTo>
                  <a:lnTo>
                    <a:pt x="1055524" y="1694574"/>
                  </a:lnTo>
                  <a:lnTo>
                    <a:pt x="1054453" y="1695745"/>
                  </a:lnTo>
                  <a:lnTo>
                    <a:pt x="1053381" y="1696913"/>
                  </a:lnTo>
                  <a:lnTo>
                    <a:pt x="1052310" y="1698078"/>
                  </a:lnTo>
                  <a:lnTo>
                    <a:pt x="1051238" y="1699240"/>
                  </a:lnTo>
                  <a:lnTo>
                    <a:pt x="1050166" y="1700399"/>
                  </a:lnTo>
                  <a:lnTo>
                    <a:pt x="1049095" y="1701555"/>
                  </a:lnTo>
                  <a:lnTo>
                    <a:pt x="1048023" y="1702709"/>
                  </a:lnTo>
                  <a:lnTo>
                    <a:pt x="1046952" y="1703859"/>
                  </a:lnTo>
                  <a:lnTo>
                    <a:pt x="1045880" y="1705007"/>
                  </a:lnTo>
                  <a:lnTo>
                    <a:pt x="1044808" y="1706151"/>
                  </a:lnTo>
                  <a:lnTo>
                    <a:pt x="1043737" y="1707292"/>
                  </a:lnTo>
                  <a:lnTo>
                    <a:pt x="1042665" y="1708431"/>
                  </a:lnTo>
                  <a:lnTo>
                    <a:pt x="1041594" y="1709566"/>
                  </a:lnTo>
                  <a:lnTo>
                    <a:pt x="1040522" y="1710699"/>
                  </a:lnTo>
                  <a:lnTo>
                    <a:pt x="1039450" y="1711828"/>
                  </a:lnTo>
                  <a:lnTo>
                    <a:pt x="1038379" y="1712955"/>
                  </a:lnTo>
                  <a:lnTo>
                    <a:pt x="1037307" y="1714078"/>
                  </a:lnTo>
                  <a:lnTo>
                    <a:pt x="1036236" y="1715199"/>
                  </a:lnTo>
                  <a:lnTo>
                    <a:pt x="1035164" y="1716316"/>
                  </a:lnTo>
                  <a:lnTo>
                    <a:pt x="1034092" y="1717430"/>
                  </a:lnTo>
                  <a:lnTo>
                    <a:pt x="1033021" y="1718542"/>
                  </a:lnTo>
                  <a:lnTo>
                    <a:pt x="1031949" y="1719650"/>
                  </a:lnTo>
                  <a:lnTo>
                    <a:pt x="1030878" y="1720755"/>
                  </a:lnTo>
                  <a:lnTo>
                    <a:pt x="1029806" y="1721857"/>
                  </a:lnTo>
                  <a:lnTo>
                    <a:pt x="1028734" y="1722956"/>
                  </a:lnTo>
                  <a:lnTo>
                    <a:pt x="1027663" y="1724052"/>
                  </a:lnTo>
                  <a:lnTo>
                    <a:pt x="1026591" y="1725145"/>
                  </a:lnTo>
                  <a:lnTo>
                    <a:pt x="1025520" y="1726234"/>
                  </a:lnTo>
                  <a:lnTo>
                    <a:pt x="1024448" y="1727321"/>
                  </a:lnTo>
                  <a:lnTo>
                    <a:pt x="1023376" y="1728404"/>
                  </a:lnTo>
                  <a:lnTo>
                    <a:pt x="1022305" y="1729485"/>
                  </a:lnTo>
                  <a:lnTo>
                    <a:pt x="1021233" y="1730562"/>
                  </a:lnTo>
                  <a:lnTo>
                    <a:pt x="1020162" y="1731636"/>
                  </a:lnTo>
                  <a:lnTo>
                    <a:pt x="1019090" y="1732707"/>
                  </a:lnTo>
                  <a:lnTo>
                    <a:pt x="1018018" y="1733774"/>
                  </a:lnTo>
                  <a:lnTo>
                    <a:pt x="1016947" y="1734839"/>
                  </a:lnTo>
                  <a:lnTo>
                    <a:pt x="1015875" y="1735900"/>
                  </a:lnTo>
                  <a:lnTo>
                    <a:pt x="1014804" y="1736959"/>
                  </a:lnTo>
                  <a:lnTo>
                    <a:pt x="1013732" y="1738014"/>
                  </a:lnTo>
                  <a:lnTo>
                    <a:pt x="1012660" y="1739066"/>
                  </a:lnTo>
                  <a:lnTo>
                    <a:pt x="1011589" y="1740114"/>
                  </a:lnTo>
                  <a:lnTo>
                    <a:pt x="1010517" y="1741160"/>
                  </a:lnTo>
                  <a:lnTo>
                    <a:pt x="1009446" y="1742202"/>
                  </a:lnTo>
                  <a:lnTo>
                    <a:pt x="1008374" y="1743241"/>
                  </a:lnTo>
                  <a:lnTo>
                    <a:pt x="1007302" y="1744277"/>
                  </a:lnTo>
                  <a:lnTo>
                    <a:pt x="1006231" y="1745310"/>
                  </a:lnTo>
                  <a:lnTo>
                    <a:pt x="1005159" y="1746339"/>
                  </a:lnTo>
                  <a:lnTo>
                    <a:pt x="1004088" y="1747365"/>
                  </a:lnTo>
                  <a:lnTo>
                    <a:pt x="1003016" y="1748388"/>
                  </a:lnTo>
                  <a:lnTo>
                    <a:pt x="1001944" y="1749408"/>
                  </a:lnTo>
                  <a:lnTo>
                    <a:pt x="1000873" y="1750424"/>
                  </a:lnTo>
                  <a:lnTo>
                    <a:pt x="999801" y="1751437"/>
                  </a:lnTo>
                  <a:lnTo>
                    <a:pt x="998730" y="1752447"/>
                  </a:lnTo>
                  <a:lnTo>
                    <a:pt x="997658" y="1753454"/>
                  </a:lnTo>
                  <a:lnTo>
                    <a:pt x="996586" y="1754457"/>
                  </a:lnTo>
                  <a:lnTo>
                    <a:pt x="995515" y="1755457"/>
                  </a:lnTo>
                  <a:lnTo>
                    <a:pt x="994443" y="1756454"/>
                  </a:lnTo>
                  <a:lnTo>
                    <a:pt x="993372" y="1757448"/>
                  </a:lnTo>
                  <a:lnTo>
                    <a:pt x="992300" y="1758438"/>
                  </a:lnTo>
                  <a:lnTo>
                    <a:pt x="991228" y="1759425"/>
                  </a:lnTo>
                  <a:lnTo>
                    <a:pt x="990157" y="1760409"/>
                  </a:lnTo>
                  <a:lnTo>
                    <a:pt x="989085" y="1761389"/>
                  </a:lnTo>
                  <a:lnTo>
                    <a:pt x="988014" y="1762366"/>
                  </a:lnTo>
                  <a:lnTo>
                    <a:pt x="986942" y="1763340"/>
                  </a:lnTo>
                  <a:lnTo>
                    <a:pt x="985870" y="1764310"/>
                  </a:lnTo>
                  <a:lnTo>
                    <a:pt x="984799" y="1765277"/>
                  </a:lnTo>
                  <a:lnTo>
                    <a:pt x="983727" y="1766241"/>
                  </a:lnTo>
                  <a:lnTo>
                    <a:pt x="982656" y="1767201"/>
                  </a:lnTo>
                  <a:lnTo>
                    <a:pt x="981584" y="1768158"/>
                  </a:lnTo>
                  <a:lnTo>
                    <a:pt x="980512" y="1769112"/>
                  </a:lnTo>
                  <a:lnTo>
                    <a:pt x="979441" y="1770062"/>
                  </a:lnTo>
                  <a:lnTo>
                    <a:pt x="978369" y="1771009"/>
                  </a:lnTo>
                  <a:lnTo>
                    <a:pt x="977298" y="1771952"/>
                  </a:lnTo>
                  <a:lnTo>
                    <a:pt x="976226" y="1772893"/>
                  </a:lnTo>
                  <a:lnTo>
                    <a:pt x="975154" y="1773829"/>
                  </a:lnTo>
                  <a:lnTo>
                    <a:pt x="974083" y="1774763"/>
                  </a:lnTo>
                  <a:lnTo>
                    <a:pt x="973011" y="1775693"/>
                  </a:lnTo>
                  <a:lnTo>
                    <a:pt x="971940" y="1776620"/>
                  </a:lnTo>
                  <a:lnTo>
                    <a:pt x="970868" y="1777543"/>
                  </a:lnTo>
                  <a:lnTo>
                    <a:pt x="969796" y="1778463"/>
                  </a:lnTo>
                  <a:lnTo>
                    <a:pt x="968725" y="1779379"/>
                  </a:lnTo>
                  <a:lnTo>
                    <a:pt x="967653" y="1780293"/>
                  </a:lnTo>
                  <a:lnTo>
                    <a:pt x="966582" y="1781202"/>
                  </a:lnTo>
                  <a:lnTo>
                    <a:pt x="965510" y="1782109"/>
                  </a:lnTo>
                  <a:lnTo>
                    <a:pt x="964438" y="1783012"/>
                  </a:lnTo>
                  <a:lnTo>
                    <a:pt x="963367" y="1783911"/>
                  </a:lnTo>
                  <a:lnTo>
                    <a:pt x="962295" y="1784807"/>
                  </a:lnTo>
                  <a:lnTo>
                    <a:pt x="961224" y="1785700"/>
                  </a:lnTo>
                  <a:lnTo>
                    <a:pt x="960152" y="1786589"/>
                  </a:lnTo>
                  <a:lnTo>
                    <a:pt x="959080" y="1787475"/>
                  </a:lnTo>
                  <a:lnTo>
                    <a:pt x="958009" y="1788357"/>
                  </a:lnTo>
                  <a:lnTo>
                    <a:pt x="956937" y="1789236"/>
                  </a:lnTo>
                  <a:lnTo>
                    <a:pt x="955866" y="1790111"/>
                  </a:lnTo>
                  <a:lnTo>
                    <a:pt x="954794" y="1790983"/>
                  </a:lnTo>
                  <a:lnTo>
                    <a:pt x="953722" y="1791852"/>
                  </a:lnTo>
                  <a:lnTo>
                    <a:pt x="952651" y="1792717"/>
                  </a:lnTo>
                  <a:lnTo>
                    <a:pt x="951579" y="1793579"/>
                  </a:lnTo>
                  <a:lnTo>
                    <a:pt x="950508" y="1794437"/>
                  </a:lnTo>
                  <a:lnTo>
                    <a:pt x="949436" y="1795292"/>
                  </a:lnTo>
                  <a:lnTo>
                    <a:pt x="948364" y="1796143"/>
                  </a:lnTo>
                  <a:lnTo>
                    <a:pt x="947293" y="1796991"/>
                  </a:lnTo>
                  <a:lnTo>
                    <a:pt x="946221" y="1797835"/>
                  </a:lnTo>
                  <a:lnTo>
                    <a:pt x="945150" y="1798676"/>
                  </a:lnTo>
                  <a:lnTo>
                    <a:pt x="944078" y="1799513"/>
                  </a:lnTo>
                  <a:lnTo>
                    <a:pt x="943006" y="1800347"/>
                  </a:lnTo>
                  <a:lnTo>
                    <a:pt x="941935" y="1801178"/>
                  </a:lnTo>
                  <a:lnTo>
                    <a:pt x="940863" y="1802005"/>
                  </a:lnTo>
                  <a:lnTo>
                    <a:pt x="939792" y="1802828"/>
                  </a:lnTo>
                  <a:lnTo>
                    <a:pt x="938720" y="1803648"/>
                  </a:lnTo>
                  <a:lnTo>
                    <a:pt x="937648" y="1804464"/>
                  </a:lnTo>
                  <a:lnTo>
                    <a:pt x="936577" y="1805277"/>
                  </a:lnTo>
                  <a:lnTo>
                    <a:pt x="935505" y="1806087"/>
                  </a:lnTo>
                  <a:lnTo>
                    <a:pt x="934434" y="1806893"/>
                  </a:lnTo>
                  <a:lnTo>
                    <a:pt x="933362" y="1807695"/>
                  </a:lnTo>
                  <a:lnTo>
                    <a:pt x="932290" y="1808494"/>
                  </a:lnTo>
                  <a:lnTo>
                    <a:pt x="931219" y="1809290"/>
                  </a:lnTo>
                  <a:lnTo>
                    <a:pt x="930147" y="1810082"/>
                  </a:lnTo>
                  <a:lnTo>
                    <a:pt x="929076" y="1810870"/>
                  </a:lnTo>
                  <a:lnTo>
                    <a:pt x="928004" y="1811655"/>
                  </a:lnTo>
                  <a:lnTo>
                    <a:pt x="926932" y="1812436"/>
                  </a:lnTo>
                  <a:lnTo>
                    <a:pt x="925861" y="1813214"/>
                  </a:lnTo>
                  <a:lnTo>
                    <a:pt x="924789" y="1813988"/>
                  </a:lnTo>
                  <a:lnTo>
                    <a:pt x="923718" y="1814759"/>
                  </a:lnTo>
                  <a:lnTo>
                    <a:pt x="922646" y="1815527"/>
                  </a:lnTo>
                  <a:lnTo>
                    <a:pt x="921574" y="1816290"/>
                  </a:lnTo>
                  <a:lnTo>
                    <a:pt x="920503" y="1817050"/>
                  </a:lnTo>
                  <a:lnTo>
                    <a:pt x="919431" y="1817807"/>
                  </a:lnTo>
                  <a:lnTo>
                    <a:pt x="918360" y="1818560"/>
                  </a:lnTo>
                  <a:lnTo>
                    <a:pt x="917288" y="1819310"/>
                  </a:lnTo>
                  <a:lnTo>
                    <a:pt x="916216" y="1820056"/>
                  </a:lnTo>
                  <a:lnTo>
                    <a:pt x="915145" y="1820799"/>
                  </a:lnTo>
                  <a:lnTo>
                    <a:pt x="914073" y="1821537"/>
                  </a:lnTo>
                  <a:lnTo>
                    <a:pt x="913002" y="1822273"/>
                  </a:lnTo>
                  <a:lnTo>
                    <a:pt x="911930" y="1823005"/>
                  </a:lnTo>
                  <a:lnTo>
                    <a:pt x="910858" y="1823733"/>
                  </a:lnTo>
                  <a:lnTo>
                    <a:pt x="909787" y="1824458"/>
                  </a:lnTo>
                  <a:lnTo>
                    <a:pt x="908715" y="1825179"/>
                  </a:lnTo>
                  <a:lnTo>
                    <a:pt x="907644" y="1825897"/>
                  </a:lnTo>
                  <a:lnTo>
                    <a:pt x="906572" y="1826611"/>
                  </a:lnTo>
                  <a:lnTo>
                    <a:pt x="905500" y="1827322"/>
                  </a:lnTo>
                  <a:lnTo>
                    <a:pt x="904429" y="1828030"/>
                  </a:lnTo>
                  <a:lnTo>
                    <a:pt x="903357" y="1828733"/>
                  </a:lnTo>
                  <a:lnTo>
                    <a:pt x="902286" y="1829434"/>
                  </a:lnTo>
                  <a:lnTo>
                    <a:pt x="901214" y="1830131"/>
                  </a:lnTo>
                  <a:lnTo>
                    <a:pt x="900142" y="1830825"/>
                  </a:lnTo>
                  <a:lnTo>
                    <a:pt x="899071" y="1831515"/>
                  </a:lnTo>
                  <a:lnTo>
                    <a:pt x="897999" y="1832202"/>
                  </a:lnTo>
                  <a:lnTo>
                    <a:pt x="896928" y="1832886"/>
                  </a:lnTo>
                  <a:lnTo>
                    <a:pt x="895856" y="1833567"/>
                  </a:lnTo>
                  <a:lnTo>
                    <a:pt x="894784" y="1834244"/>
                  </a:lnTo>
                  <a:lnTo>
                    <a:pt x="893713" y="1834918"/>
                  </a:lnTo>
                  <a:lnTo>
                    <a:pt x="892641" y="1835588"/>
                  </a:lnTo>
                  <a:lnTo>
                    <a:pt x="891570" y="1836256"/>
                  </a:lnTo>
                  <a:lnTo>
                    <a:pt x="890498" y="1836920"/>
                  </a:lnTo>
                  <a:lnTo>
                    <a:pt x="889426" y="1837581"/>
                  </a:lnTo>
                  <a:lnTo>
                    <a:pt x="888355" y="1838239"/>
                  </a:lnTo>
                  <a:lnTo>
                    <a:pt x="887283" y="1838893"/>
                  </a:lnTo>
                  <a:lnTo>
                    <a:pt x="886212" y="1839545"/>
                  </a:lnTo>
                  <a:lnTo>
                    <a:pt x="885140" y="1840193"/>
                  </a:lnTo>
                  <a:lnTo>
                    <a:pt x="884069" y="1840838"/>
                  </a:lnTo>
                  <a:lnTo>
                    <a:pt x="882997" y="1841480"/>
                  </a:lnTo>
                  <a:lnTo>
                    <a:pt x="881925" y="1842119"/>
                  </a:lnTo>
                  <a:lnTo>
                    <a:pt x="880854" y="1842756"/>
                  </a:lnTo>
                  <a:lnTo>
                    <a:pt x="879782" y="1843388"/>
                  </a:lnTo>
                  <a:lnTo>
                    <a:pt x="878711" y="1844018"/>
                  </a:lnTo>
                  <a:lnTo>
                    <a:pt x="877639" y="1844645"/>
                  </a:lnTo>
                  <a:lnTo>
                    <a:pt x="876567" y="1845269"/>
                  </a:lnTo>
                  <a:lnTo>
                    <a:pt x="875496" y="1845890"/>
                  </a:lnTo>
                  <a:lnTo>
                    <a:pt x="874424" y="1846508"/>
                  </a:lnTo>
                  <a:lnTo>
                    <a:pt x="873353" y="1847123"/>
                  </a:lnTo>
                  <a:lnTo>
                    <a:pt x="872281" y="1847736"/>
                  </a:lnTo>
                  <a:lnTo>
                    <a:pt x="871209" y="1848345"/>
                  </a:lnTo>
                  <a:lnTo>
                    <a:pt x="870138" y="1848951"/>
                  </a:lnTo>
                  <a:lnTo>
                    <a:pt x="869066" y="1849555"/>
                  </a:lnTo>
                  <a:lnTo>
                    <a:pt x="867995" y="1850155"/>
                  </a:lnTo>
                  <a:lnTo>
                    <a:pt x="866923" y="1850753"/>
                  </a:lnTo>
                  <a:lnTo>
                    <a:pt x="865851" y="1851348"/>
                  </a:lnTo>
                  <a:lnTo>
                    <a:pt x="864780" y="1851940"/>
                  </a:lnTo>
                  <a:lnTo>
                    <a:pt x="863708" y="1852530"/>
                  </a:lnTo>
                  <a:lnTo>
                    <a:pt x="862637" y="1853116"/>
                  </a:lnTo>
                  <a:lnTo>
                    <a:pt x="861565" y="1853700"/>
                  </a:lnTo>
                  <a:lnTo>
                    <a:pt x="860493" y="1854281"/>
                  </a:lnTo>
                  <a:lnTo>
                    <a:pt x="859422" y="1854860"/>
                  </a:lnTo>
                  <a:lnTo>
                    <a:pt x="858350" y="1855435"/>
                  </a:lnTo>
                  <a:lnTo>
                    <a:pt x="857279" y="1856008"/>
                  </a:lnTo>
                  <a:lnTo>
                    <a:pt x="856207" y="1856578"/>
                  </a:lnTo>
                  <a:lnTo>
                    <a:pt x="855135" y="1857146"/>
                  </a:lnTo>
                  <a:lnTo>
                    <a:pt x="854064" y="1857711"/>
                  </a:lnTo>
                  <a:lnTo>
                    <a:pt x="852992" y="1858274"/>
                  </a:lnTo>
                  <a:lnTo>
                    <a:pt x="851921" y="1858833"/>
                  </a:lnTo>
                  <a:lnTo>
                    <a:pt x="850849" y="1859391"/>
                  </a:lnTo>
                  <a:lnTo>
                    <a:pt x="849777" y="1859945"/>
                  </a:lnTo>
                  <a:lnTo>
                    <a:pt x="848706" y="1860497"/>
                  </a:lnTo>
                  <a:lnTo>
                    <a:pt x="847634" y="1861047"/>
                  </a:lnTo>
                  <a:lnTo>
                    <a:pt x="846563" y="1861594"/>
                  </a:lnTo>
                  <a:lnTo>
                    <a:pt x="845491" y="1862138"/>
                  </a:lnTo>
                  <a:lnTo>
                    <a:pt x="844419" y="1862680"/>
                  </a:lnTo>
                  <a:lnTo>
                    <a:pt x="843348" y="1863220"/>
                  </a:lnTo>
                  <a:lnTo>
                    <a:pt x="842276" y="1863757"/>
                  </a:lnTo>
                  <a:lnTo>
                    <a:pt x="841205" y="1864291"/>
                  </a:lnTo>
                  <a:lnTo>
                    <a:pt x="840133" y="1864824"/>
                  </a:lnTo>
                  <a:lnTo>
                    <a:pt x="839061" y="1865353"/>
                  </a:lnTo>
                  <a:lnTo>
                    <a:pt x="837990" y="1865881"/>
                  </a:lnTo>
                  <a:lnTo>
                    <a:pt x="836918" y="1866406"/>
                  </a:lnTo>
                  <a:lnTo>
                    <a:pt x="835847" y="1866928"/>
                  </a:lnTo>
                  <a:lnTo>
                    <a:pt x="834775" y="1867449"/>
                  </a:lnTo>
                  <a:lnTo>
                    <a:pt x="833703" y="1867966"/>
                  </a:lnTo>
                  <a:lnTo>
                    <a:pt x="832632" y="1868482"/>
                  </a:lnTo>
                  <a:lnTo>
                    <a:pt x="831560" y="1868995"/>
                  </a:lnTo>
                  <a:lnTo>
                    <a:pt x="830489" y="1869506"/>
                  </a:lnTo>
                  <a:lnTo>
                    <a:pt x="829417" y="1870015"/>
                  </a:lnTo>
                  <a:lnTo>
                    <a:pt x="828345" y="1870522"/>
                  </a:lnTo>
                  <a:lnTo>
                    <a:pt x="827274" y="1871026"/>
                  </a:lnTo>
                  <a:lnTo>
                    <a:pt x="826202" y="1871528"/>
                  </a:lnTo>
                  <a:lnTo>
                    <a:pt x="825131" y="1872028"/>
                  </a:lnTo>
                  <a:lnTo>
                    <a:pt x="824059" y="1872525"/>
                  </a:lnTo>
                  <a:lnTo>
                    <a:pt x="822987" y="1873021"/>
                  </a:lnTo>
                  <a:lnTo>
                    <a:pt x="821916" y="1873514"/>
                  </a:lnTo>
                  <a:lnTo>
                    <a:pt x="820844" y="1874005"/>
                  </a:lnTo>
                  <a:lnTo>
                    <a:pt x="819773" y="1874494"/>
                  </a:lnTo>
                  <a:lnTo>
                    <a:pt x="818701" y="1874981"/>
                  </a:lnTo>
                  <a:lnTo>
                    <a:pt x="817629" y="1875466"/>
                  </a:lnTo>
                  <a:lnTo>
                    <a:pt x="816558" y="1875949"/>
                  </a:lnTo>
                  <a:lnTo>
                    <a:pt x="815486" y="1876429"/>
                  </a:lnTo>
                  <a:lnTo>
                    <a:pt x="814415" y="1876908"/>
                  </a:lnTo>
                  <a:lnTo>
                    <a:pt x="813343" y="1877385"/>
                  </a:lnTo>
                  <a:lnTo>
                    <a:pt x="812271" y="1877859"/>
                  </a:lnTo>
                  <a:lnTo>
                    <a:pt x="811200" y="1878332"/>
                  </a:lnTo>
                  <a:lnTo>
                    <a:pt x="810128" y="1878802"/>
                  </a:lnTo>
                  <a:lnTo>
                    <a:pt x="809057" y="1879271"/>
                  </a:lnTo>
                  <a:lnTo>
                    <a:pt x="807985" y="1879738"/>
                  </a:lnTo>
                  <a:lnTo>
                    <a:pt x="806913" y="1880202"/>
                  </a:lnTo>
                  <a:lnTo>
                    <a:pt x="805842" y="1880665"/>
                  </a:lnTo>
                  <a:lnTo>
                    <a:pt x="804770" y="1881126"/>
                  </a:lnTo>
                  <a:lnTo>
                    <a:pt x="803699" y="1881585"/>
                  </a:lnTo>
                  <a:lnTo>
                    <a:pt x="802627" y="1882042"/>
                  </a:lnTo>
                  <a:lnTo>
                    <a:pt x="801555" y="1882497"/>
                  </a:lnTo>
                  <a:lnTo>
                    <a:pt x="800484" y="1882950"/>
                  </a:lnTo>
                  <a:lnTo>
                    <a:pt x="799412" y="1883402"/>
                  </a:lnTo>
                  <a:lnTo>
                    <a:pt x="798341" y="1883852"/>
                  </a:lnTo>
                  <a:lnTo>
                    <a:pt x="797269" y="1884300"/>
                  </a:lnTo>
                  <a:lnTo>
                    <a:pt x="796197" y="1884746"/>
                  </a:lnTo>
                  <a:lnTo>
                    <a:pt x="795126" y="1885190"/>
                  </a:lnTo>
                  <a:lnTo>
                    <a:pt x="794054" y="1885633"/>
                  </a:lnTo>
                  <a:lnTo>
                    <a:pt x="792983" y="1886074"/>
                  </a:lnTo>
                  <a:lnTo>
                    <a:pt x="791911" y="1886513"/>
                  </a:lnTo>
                  <a:lnTo>
                    <a:pt x="790839" y="1886950"/>
                  </a:lnTo>
                  <a:lnTo>
                    <a:pt x="789768" y="1887386"/>
                  </a:lnTo>
                  <a:lnTo>
                    <a:pt x="788696" y="1887820"/>
                  </a:lnTo>
                  <a:lnTo>
                    <a:pt x="787625" y="1888252"/>
                  </a:lnTo>
                  <a:lnTo>
                    <a:pt x="786553" y="1888683"/>
                  </a:lnTo>
                  <a:lnTo>
                    <a:pt x="785481" y="1889112"/>
                  </a:lnTo>
                  <a:lnTo>
                    <a:pt x="784410" y="1889540"/>
                  </a:lnTo>
                  <a:lnTo>
                    <a:pt x="783338" y="1889965"/>
                  </a:lnTo>
                  <a:lnTo>
                    <a:pt x="782267" y="1890390"/>
                  </a:lnTo>
                  <a:lnTo>
                    <a:pt x="781195" y="1890812"/>
                  </a:lnTo>
                  <a:lnTo>
                    <a:pt x="780123" y="1891234"/>
                  </a:lnTo>
                  <a:lnTo>
                    <a:pt x="779052" y="1891653"/>
                  </a:lnTo>
                  <a:lnTo>
                    <a:pt x="777980" y="1892071"/>
                  </a:lnTo>
                  <a:lnTo>
                    <a:pt x="776909" y="1892488"/>
                  </a:lnTo>
                  <a:lnTo>
                    <a:pt x="775837" y="1892903"/>
                  </a:lnTo>
                  <a:lnTo>
                    <a:pt x="774765" y="1893317"/>
                  </a:lnTo>
                  <a:lnTo>
                    <a:pt x="773694" y="1893729"/>
                  </a:lnTo>
                  <a:lnTo>
                    <a:pt x="772622" y="1894139"/>
                  </a:lnTo>
                  <a:lnTo>
                    <a:pt x="771551" y="1894549"/>
                  </a:lnTo>
                  <a:lnTo>
                    <a:pt x="770479" y="1894957"/>
                  </a:lnTo>
                  <a:lnTo>
                    <a:pt x="769407" y="1895363"/>
                  </a:lnTo>
                  <a:lnTo>
                    <a:pt x="768336" y="1895768"/>
                  </a:lnTo>
                  <a:lnTo>
                    <a:pt x="767264" y="1896172"/>
                  </a:lnTo>
                  <a:lnTo>
                    <a:pt x="766193" y="1896574"/>
                  </a:lnTo>
                  <a:lnTo>
                    <a:pt x="765121" y="1896975"/>
                  </a:lnTo>
                  <a:lnTo>
                    <a:pt x="764049" y="1897375"/>
                  </a:lnTo>
                  <a:lnTo>
                    <a:pt x="762978" y="1897773"/>
                  </a:lnTo>
                  <a:lnTo>
                    <a:pt x="761906" y="1898170"/>
                  </a:lnTo>
                  <a:lnTo>
                    <a:pt x="760835" y="1898566"/>
                  </a:lnTo>
                  <a:lnTo>
                    <a:pt x="759763" y="1898960"/>
                  </a:lnTo>
                  <a:lnTo>
                    <a:pt x="758691" y="1899353"/>
                  </a:lnTo>
                  <a:lnTo>
                    <a:pt x="757620" y="1899745"/>
                  </a:lnTo>
                  <a:lnTo>
                    <a:pt x="756548" y="1900136"/>
                  </a:lnTo>
                  <a:lnTo>
                    <a:pt x="755477" y="1900526"/>
                  </a:lnTo>
                  <a:lnTo>
                    <a:pt x="754405" y="1900914"/>
                  </a:lnTo>
                  <a:lnTo>
                    <a:pt x="753333" y="1901301"/>
                  </a:lnTo>
                  <a:lnTo>
                    <a:pt x="752262" y="1901687"/>
                  </a:lnTo>
                  <a:lnTo>
                    <a:pt x="751190" y="1902072"/>
                  </a:lnTo>
                  <a:lnTo>
                    <a:pt x="750119" y="1902456"/>
                  </a:lnTo>
                  <a:lnTo>
                    <a:pt x="749047" y="1902838"/>
                  </a:lnTo>
                  <a:lnTo>
                    <a:pt x="747975" y="1903220"/>
                  </a:lnTo>
                  <a:lnTo>
                    <a:pt x="746904" y="1903600"/>
                  </a:lnTo>
                  <a:lnTo>
                    <a:pt x="745832" y="1903980"/>
                  </a:lnTo>
                  <a:lnTo>
                    <a:pt x="744761" y="1904358"/>
                  </a:lnTo>
                  <a:lnTo>
                    <a:pt x="743689" y="1904735"/>
                  </a:lnTo>
                  <a:lnTo>
                    <a:pt x="742617" y="1905112"/>
                  </a:lnTo>
                  <a:lnTo>
                    <a:pt x="741546" y="1905487"/>
                  </a:lnTo>
                  <a:lnTo>
                    <a:pt x="740474" y="1905861"/>
                  </a:lnTo>
                  <a:lnTo>
                    <a:pt x="739403" y="1906234"/>
                  </a:lnTo>
                  <a:lnTo>
                    <a:pt x="738331" y="1906607"/>
                  </a:lnTo>
                  <a:lnTo>
                    <a:pt x="737259" y="1906978"/>
                  </a:lnTo>
                  <a:lnTo>
                    <a:pt x="736188" y="1907349"/>
                  </a:lnTo>
                  <a:lnTo>
                    <a:pt x="735116" y="1907718"/>
                  </a:lnTo>
                  <a:lnTo>
                    <a:pt x="734045" y="1908087"/>
                  </a:lnTo>
                  <a:lnTo>
                    <a:pt x="732973" y="1908454"/>
                  </a:lnTo>
                  <a:lnTo>
                    <a:pt x="731901" y="1908821"/>
                  </a:lnTo>
                  <a:lnTo>
                    <a:pt x="730830" y="1909187"/>
                  </a:lnTo>
                  <a:lnTo>
                    <a:pt x="729758" y="1909552"/>
                  </a:lnTo>
                  <a:lnTo>
                    <a:pt x="728687" y="1909917"/>
                  </a:lnTo>
                  <a:lnTo>
                    <a:pt x="727615" y="1910280"/>
                  </a:lnTo>
                  <a:lnTo>
                    <a:pt x="726543" y="1910643"/>
                  </a:lnTo>
                  <a:lnTo>
                    <a:pt x="725472" y="1911005"/>
                  </a:lnTo>
                  <a:lnTo>
                    <a:pt x="724400" y="1911366"/>
                  </a:lnTo>
                  <a:lnTo>
                    <a:pt x="723329" y="1911726"/>
                  </a:lnTo>
                  <a:lnTo>
                    <a:pt x="722257" y="1912086"/>
                  </a:lnTo>
                  <a:lnTo>
                    <a:pt x="721185" y="1912445"/>
                  </a:lnTo>
                  <a:lnTo>
                    <a:pt x="720114" y="1912803"/>
                  </a:lnTo>
                  <a:lnTo>
                    <a:pt x="719042" y="1913161"/>
                  </a:lnTo>
                  <a:lnTo>
                    <a:pt x="717971" y="1913517"/>
                  </a:lnTo>
                  <a:lnTo>
                    <a:pt x="716899" y="1913874"/>
                  </a:lnTo>
                  <a:lnTo>
                    <a:pt x="715827" y="1914229"/>
                  </a:lnTo>
                  <a:lnTo>
                    <a:pt x="714756" y="1914584"/>
                  </a:lnTo>
                  <a:lnTo>
                    <a:pt x="713684" y="1914938"/>
                  </a:lnTo>
                  <a:lnTo>
                    <a:pt x="712613" y="1915292"/>
                  </a:lnTo>
                  <a:lnTo>
                    <a:pt x="711541" y="1915645"/>
                  </a:lnTo>
                  <a:lnTo>
                    <a:pt x="710469" y="1915998"/>
                  </a:lnTo>
                  <a:lnTo>
                    <a:pt x="709398" y="1916350"/>
                  </a:lnTo>
                  <a:lnTo>
                    <a:pt x="708326" y="1916701"/>
                  </a:lnTo>
                  <a:lnTo>
                    <a:pt x="707255" y="1917052"/>
                  </a:lnTo>
                  <a:lnTo>
                    <a:pt x="706183" y="1917402"/>
                  </a:lnTo>
                  <a:lnTo>
                    <a:pt x="705112" y="1917752"/>
                  </a:lnTo>
                  <a:lnTo>
                    <a:pt x="704040" y="1918101"/>
                  </a:lnTo>
                  <a:lnTo>
                    <a:pt x="702968" y="1918450"/>
                  </a:lnTo>
                  <a:lnTo>
                    <a:pt x="701897" y="1918799"/>
                  </a:lnTo>
                  <a:lnTo>
                    <a:pt x="700825" y="1919147"/>
                  </a:lnTo>
                  <a:lnTo>
                    <a:pt x="699754" y="1919494"/>
                  </a:lnTo>
                  <a:lnTo>
                    <a:pt x="698682" y="1919841"/>
                  </a:lnTo>
                  <a:lnTo>
                    <a:pt x="697610" y="1920188"/>
                  </a:lnTo>
                  <a:lnTo>
                    <a:pt x="696539" y="1920535"/>
                  </a:lnTo>
                  <a:lnTo>
                    <a:pt x="695467" y="1920881"/>
                  </a:lnTo>
                  <a:lnTo>
                    <a:pt x="694396" y="1921226"/>
                  </a:lnTo>
                  <a:lnTo>
                    <a:pt x="693324" y="1921572"/>
                  </a:lnTo>
                  <a:lnTo>
                    <a:pt x="692252" y="1921917"/>
                  </a:lnTo>
                  <a:lnTo>
                    <a:pt x="691181" y="1922261"/>
                  </a:lnTo>
                  <a:lnTo>
                    <a:pt x="690109" y="1922606"/>
                  </a:lnTo>
                  <a:lnTo>
                    <a:pt x="689038" y="1922950"/>
                  </a:lnTo>
                  <a:lnTo>
                    <a:pt x="687966" y="1923294"/>
                  </a:lnTo>
                  <a:lnTo>
                    <a:pt x="686894" y="1923637"/>
                  </a:lnTo>
                  <a:lnTo>
                    <a:pt x="685823" y="1923980"/>
                  </a:lnTo>
                  <a:lnTo>
                    <a:pt x="684751" y="1924324"/>
                  </a:lnTo>
                  <a:lnTo>
                    <a:pt x="683680" y="1924666"/>
                  </a:lnTo>
                  <a:lnTo>
                    <a:pt x="682608" y="1925009"/>
                  </a:lnTo>
                  <a:lnTo>
                    <a:pt x="681536" y="1925352"/>
                  </a:lnTo>
                  <a:lnTo>
                    <a:pt x="680465" y="1925694"/>
                  </a:lnTo>
                  <a:lnTo>
                    <a:pt x="679393" y="1926036"/>
                  </a:lnTo>
                  <a:lnTo>
                    <a:pt x="678322" y="1926378"/>
                  </a:lnTo>
                  <a:lnTo>
                    <a:pt x="677250" y="1926720"/>
                  </a:lnTo>
                  <a:lnTo>
                    <a:pt x="676178" y="1927062"/>
                  </a:lnTo>
                  <a:lnTo>
                    <a:pt x="675107" y="1927404"/>
                  </a:lnTo>
                  <a:lnTo>
                    <a:pt x="674035" y="1927745"/>
                  </a:lnTo>
                  <a:lnTo>
                    <a:pt x="672964" y="1928087"/>
                  </a:lnTo>
                  <a:lnTo>
                    <a:pt x="671892" y="1928429"/>
                  </a:lnTo>
                  <a:lnTo>
                    <a:pt x="670820" y="1928770"/>
                  </a:lnTo>
                  <a:lnTo>
                    <a:pt x="669749" y="1929112"/>
                  </a:lnTo>
                  <a:lnTo>
                    <a:pt x="668677" y="1929453"/>
                  </a:lnTo>
                  <a:lnTo>
                    <a:pt x="667606" y="1929794"/>
                  </a:lnTo>
                  <a:lnTo>
                    <a:pt x="666534" y="1930136"/>
                  </a:lnTo>
                  <a:lnTo>
                    <a:pt x="665462" y="1930477"/>
                  </a:lnTo>
                  <a:lnTo>
                    <a:pt x="664391" y="1930819"/>
                  </a:lnTo>
                  <a:lnTo>
                    <a:pt x="663319" y="1931161"/>
                  </a:lnTo>
                  <a:lnTo>
                    <a:pt x="662248" y="1931502"/>
                  </a:lnTo>
                  <a:lnTo>
                    <a:pt x="661176" y="1931844"/>
                  </a:lnTo>
                  <a:lnTo>
                    <a:pt x="660104" y="1932186"/>
                  </a:lnTo>
                  <a:lnTo>
                    <a:pt x="659033" y="1932528"/>
                  </a:lnTo>
                  <a:lnTo>
                    <a:pt x="657961" y="1932870"/>
                  </a:lnTo>
                  <a:lnTo>
                    <a:pt x="656890" y="1933212"/>
                  </a:lnTo>
                  <a:lnTo>
                    <a:pt x="655818" y="1933554"/>
                  </a:lnTo>
                  <a:lnTo>
                    <a:pt x="654746" y="1933897"/>
                  </a:lnTo>
                  <a:lnTo>
                    <a:pt x="653675" y="1934240"/>
                  </a:lnTo>
                  <a:lnTo>
                    <a:pt x="652603" y="1934582"/>
                  </a:lnTo>
                  <a:lnTo>
                    <a:pt x="651532" y="1934926"/>
                  </a:lnTo>
                  <a:lnTo>
                    <a:pt x="650460" y="1935269"/>
                  </a:lnTo>
                  <a:lnTo>
                    <a:pt x="649388" y="1935612"/>
                  </a:lnTo>
                  <a:lnTo>
                    <a:pt x="648317" y="1935956"/>
                  </a:lnTo>
                  <a:lnTo>
                    <a:pt x="647245" y="1936300"/>
                  </a:lnTo>
                  <a:lnTo>
                    <a:pt x="646174" y="1936644"/>
                  </a:lnTo>
                  <a:lnTo>
                    <a:pt x="645102" y="1936989"/>
                  </a:lnTo>
                  <a:lnTo>
                    <a:pt x="644030" y="1937334"/>
                  </a:lnTo>
                  <a:lnTo>
                    <a:pt x="642959" y="1937679"/>
                  </a:lnTo>
                  <a:lnTo>
                    <a:pt x="641887" y="1938025"/>
                  </a:lnTo>
                  <a:lnTo>
                    <a:pt x="640816" y="1938370"/>
                  </a:lnTo>
                  <a:lnTo>
                    <a:pt x="639744" y="1938717"/>
                  </a:lnTo>
                  <a:lnTo>
                    <a:pt x="638672" y="1939063"/>
                  </a:lnTo>
                  <a:lnTo>
                    <a:pt x="637601" y="1939410"/>
                  </a:lnTo>
                  <a:lnTo>
                    <a:pt x="636529" y="1939757"/>
                  </a:lnTo>
                  <a:lnTo>
                    <a:pt x="635458" y="1940105"/>
                  </a:lnTo>
                  <a:lnTo>
                    <a:pt x="634386" y="1940453"/>
                  </a:lnTo>
                  <a:lnTo>
                    <a:pt x="633314" y="1940801"/>
                  </a:lnTo>
                  <a:lnTo>
                    <a:pt x="632243" y="1941150"/>
                  </a:lnTo>
                  <a:lnTo>
                    <a:pt x="631171" y="1941500"/>
                  </a:lnTo>
                  <a:lnTo>
                    <a:pt x="630100" y="1941849"/>
                  </a:lnTo>
                  <a:lnTo>
                    <a:pt x="629028" y="1942200"/>
                  </a:lnTo>
                  <a:lnTo>
                    <a:pt x="627956" y="1942550"/>
                  </a:lnTo>
                  <a:lnTo>
                    <a:pt x="626885" y="1942902"/>
                  </a:lnTo>
                  <a:lnTo>
                    <a:pt x="625813" y="1943253"/>
                  </a:lnTo>
                  <a:lnTo>
                    <a:pt x="624742" y="1943605"/>
                  </a:lnTo>
                  <a:lnTo>
                    <a:pt x="623670" y="1943958"/>
                  </a:lnTo>
                  <a:lnTo>
                    <a:pt x="622598" y="1944311"/>
                  </a:lnTo>
                  <a:lnTo>
                    <a:pt x="621527" y="1944665"/>
                  </a:lnTo>
                  <a:lnTo>
                    <a:pt x="620455" y="1945020"/>
                  </a:lnTo>
                  <a:lnTo>
                    <a:pt x="619384" y="1945375"/>
                  </a:lnTo>
                  <a:lnTo>
                    <a:pt x="618312" y="1945730"/>
                  </a:lnTo>
                  <a:lnTo>
                    <a:pt x="617240" y="1946086"/>
                  </a:lnTo>
                  <a:lnTo>
                    <a:pt x="616169" y="1946443"/>
                  </a:lnTo>
                  <a:lnTo>
                    <a:pt x="615097" y="1946800"/>
                  </a:lnTo>
                  <a:lnTo>
                    <a:pt x="614026" y="1947158"/>
                  </a:lnTo>
                  <a:lnTo>
                    <a:pt x="612954" y="1947517"/>
                  </a:lnTo>
                  <a:lnTo>
                    <a:pt x="611882" y="1947876"/>
                  </a:lnTo>
                  <a:lnTo>
                    <a:pt x="610811" y="1948236"/>
                  </a:lnTo>
                  <a:lnTo>
                    <a:pt x="609739" y="1948596"/>
                  </a:lnTo>
                  <a:lnTo>
                    <a:pt x="608668" y="1948957"/>
                  </a:lnTo>
                  <a:lnTo>
                    <a:pt x="607596" y="1949319"/>
                  </a:lnTo>
                  <a:lnTo>
                    <a:pt x="606524" y="1949682"/>
                  </a:lnTo>
                  <a:lnTo>
                    <a:pt x="605453" y="1950045"/>
                  </a:lnTo>
                  <a:lnTo>
                    <a:pt x="604381" y="1950409"/>
                  </a:lnTo>
                  <a:lnTo>
                    <a:pt x="603310" y="1950774"/>
                  </a:lnTo>
                  <a:lnTo>
                    <a:pt x="602238" y="1951139"/>
                  </a:lnTo>
                  <a:lnTo>
                    <a:pt x="601166" y="1951505"/>
                  </a:lnTo>
                  <a:lnTo>
                    <a:pt x="600095" y="1951872"/>
                  </a:lnTo>
                  <a:lnTo>
                    <a:pt x="599023" y="1952240"/>
                  </a:lnTo>
                  <a:lnTo>
                    <a:pt x="597952" y="1952608"/>
                  </a:lnTo>
                  <a:lnTo>
                    <a:pt x="596880" y="1952977"/>
                  </a:lnTo>
                  <a:lnTo>
                    <a:pt x="595808" y="1953347"/>
                  </a:lnTo>
                  <a:lnTo>
                    <a:pt x="594737" y="1953718"/>
                  </a:lnTo>
                  <a:lnTo>
                    <a:pt x="593665" y="1954090"/>
                  </a:lnTo>
                  <a:lnTo>
                    <a:pt x="592594" y="1954462"/>
                  </a:lnTo>
                  <a:lnTo>
                    <a:pt x="591522" y="1954835"/>
                  </a:lnTo>
                  <a:lnTo>
                    <a:pt x="590450" y="1955209"/>
                  </a:lnTo>
                  <a:lnTo>
                    <a:pt x="589379" y="1955584"/>
                  </a:lnTo>
                  <a:lnTo>
                    <a:pt x="588307" y="1955960"/>
                  </a:lnTo>
                  <a:lnTo>
                    <a:pt x="587236" y="1956336"/>
                  </a:lnTo>
                  <a:lnTo>
                    <a:pt x="586164" y="1956714"/>
                  </a:lnTo>
                  <a:lnTo>
                    <a:pt x="585092" y="1957092"/>
                  </a:lnTo>
                  <a:lnTo>
                    <a:pt x="584021" y="1957471"/>
                  </a:lnTo>
                  <a:lnTo>
                    <a:pt x="582949" y="1957851"/>
                  </a:lnTo>
                  <a:lnTo>
                    <a:pt x="581878" y="1958232"/>
                  </a:lnTo>
                  <a:lnTo>
                    <a:pt x="580806" y="1958614"/>
                  </a:lnTo>
                  <a:lnTo>
                    <a:pt x="579734" y="1958997"/>
                  </a:lnTo>
                  <a:lnTo>
                    <a:pt x="578663" y="1959380"/>
                  </a:lnTo>
                  <a:lnTo>
                    <a:pt x="577591" y="1959765"/>
                  </a:lnTo>
                  <a:lnTo>
                    <a:pt x="576520" y="1960150"/>
                  </a:lnTo>
                  <a:lnTo>
                    <a:pt x="575448" y="1960537"/>
                  </a:lnTo>
                  <a:lnTo>
                    <a:pt x="574376" y="1960924"/>
                  </a:lnTo>
                  <a:lnTo>
                    <a:pt x="573305" y="1961312"/>
                  </a:lnTo>
                  <a:lnTo>
                    <a:pt x="572233" y="1961702"/>
                  </a:lnTo>
                  <a:lnTo>
                    <a:pt x="571162" y="1962092"/>
                  </a:lnTo>
                  <a:lnTo>
                    <a:pt x="570090" y="1962483"/>
                  </a:lnTo>
                  <a:lnTo>
                    <a:pt x="569018" y="1962875"/>
                  </a:lnTo>
                  <a:lnTo>
                    <a:pt x="567947" y="1963268"/>
                  </a:lnTo>
                  <a:lnTo>
                    <a:pt x="566875" y="1963662"/>
                  </a:lnTo>
                  <a:lnTo>
                    <a:pt x="565804" y="1964058"/>
                  </a:lnTo>
                  <a:lnTo>
                    <a:pt x="564732" y="1964454"/>
                  </a:lnTo>
                  <a:lnTo>
                    <a:pt x="563660" y="1964851"/>
                  </a:lnTo>
                  <a:lnTo>
                    <a:pt x="562589" y="1965249"/>
                  </a:lnTo>
                  <a:lnTo>
                    <a:pt x="561517" y="1965648"/>
                  </a:lnTo>
                  <a:lnTo>
                    <a:pt x="560446" y="1966048"/>
                  </a:lnTo>
                  <a:lnTo>
                    <a:pt x="559374" y="1966449"/>
                  </a:lnTo>
                  <a:lnTo>
                    <a:pt x="558302" y="1966852"/>
                  </a:lnTo>
                  <a:lnTo>
                    <a:pt x="557231" y="1967255"/>
                  </a:lnTo>
                  <a:lnTo>
                    <a:pt x="556159" y="1967659"/>
                  </a:lnTo>
                  <a:lnTo>
                    <a:pt x="555088" y="1968064"/>
                  </a:lnTo>
                  <a:lnTo>
                    <a:pt x="554016" y="1968471"/>
                  </a:lnTo>
                  <a:lnTo>
                    <a:pt x="552944" y="1968878"/>
                  </a:lnTo>
                  <a:lnTo>
                    <a:pt x="551873" y="1969287"/>
                  </a:lnTo>
                  <a:lnTo>
                    <a:pt x="550801" y="1969696"/>
                  </a:lnTo>
                  <a:lnTo>
                    <a:pt x="549730" y="1970107"/>
                  </a:lnTo>
                  <a:lnTo>
                    <a:pt x="548658" y="1970518"/>
                  </a:lnTo>
                  <a:lnTo>
                    <a:pt x="547586" y="1970931"/>
                  </a:lnTo>
                  <a:lnTo>
                    <a:pt x="546515" y="1971345"/>
                  </a:lnTo>
                  <a:lnTo>
                    <a:pt x="545443" y="1971760"/>
                  </a:lnTo>
                  <a:lnTo>
                    <a:pt x="544372" y="1972176"/>
                  </a:lnTo>
                  <a:lnTo>
                    <a:pt x="543300" y="1972593"/>
                  </a:lnTo>
                  <a:lnTo>
                    <a:pt x="542228" y="1973011"/>
                  </a:lnTo>
                  <a:lnTo>
                    <a:pt x="541157" y="1973430"/>
                  </a:lnTo>
                  <a:lnTo>
                    <a:pt x="540085" y="1973850"/>
                  </a:lnTo>
                  <a:lnTo>
                    <a:pt x="539014" y="1974272"/>
                  </a:lnTo>
                  <a:lnTo>
                    <a:pt x="537942" y="1974694"/>
                  </a:lnTo>
                  <a:lnTo>
                    <a:pt x="536870" y="1975118"/>
                  </a:lnTo>
                  <a:lnTo>
                    <a:pt x="535799" y="1975543"/>
                  </a:lnTo>
                  <a:lnTo>
                    <a:pt x="534727" y="1975968"/>
                  </a:lnTo>
                  <a:lnTo>
                    <a:pt x="533656" y="1976395"/>
                  </a:lnTo>
                  <a:lnTo>
                    <a:pt x="532584" y="1976823"/>
                  </a:lnTo>
                  <a:lnTo>
                    <a:pt x="531513" y="1977252"/>
                  </a:lnTo>
                  <a:lnTo>
                    <a:pt x="530441" y="1977683"/>
                  </a:lnTo>
                  <a:lnTo>
                    <a:pt x="529369" y="1978114"/>
                  </a:lnTo>
                  <a:lnTo>
                    <a:pt x="528298" y="1978546"/>
                  </a:lnTo>
                  <a:lnTo>
                    <a:pt x="527226" y="1978980"/>
                  </a:lnTo>
                  <a:lnTo>
                    <a:pt x="526155" y="1979415"/>
                  </a:lnTo>
                  <a:lnTo>
                    <a:pt x="525083" y="1979851"/>
                  </a:lnTo>
                  <a:lnTo>
                    <a:pt x="524011" y="1980287"/>
                  </a:lnTo>
                  <a:lnTo>
                    <a:pt x="522940" y="1980726"/>
                  </a:lnTo>
                  <a:lnTo>
                    <a:pt x="521868" y="1981165"/>
                  </a:lnTo>
                  <a:lnTo>
                    <a:pt x="520797" y="1981605"/>
                  </a:lnTo>
                  <a:lnTo>
                    <a:pt x="519725" y="1982046"/>
                  </a:lnTo>
                  <a:lnTo>
                    <a:pt x="518653" y="1982489"/>
                  </a:lnTo>
                  <a:lnTo>
                    <a:pt x="517582" y="1982933"/>
                  </a:lnTo>
                  <a:lnTo>
                    <a:pt x="516510" y="1983378"/>
                  </a:lnTo>
                  <a:lnTo>
                    <a:pt x="515439" y="1983823"/>
                  </a:lnTo>
                  <a:lnTo>
                    <a:pt x="514367" y="1984270"/>
                  </a:lnTo>
                  <a:lnTo>
                    <a:pt x="513295" y="1984719"/>
                  </a:lnTo>
                  <a:lnTo>
                    <a:pt x="512224" y="1985168"/>
                  </a:lnTo>
                  <a:lnTo>
                    <a:pt x="511152" y="1985618"/>
                  </a:lnTo>
                  <a:lnTo>
                    <a:pt x="510081" y="1986070"/>
                  </a:lnTo>
                  <a:lnTo>
                    <a:pt x="509009" y="1986523"/>
                  </a:lnTo>
                  <a:lnTo>
                    <a:pt x="507937" y="1986976"/>
                  </a:lnTo>
                  <a:lnTo>
                    <a:pt x="506866" y="1987431"/>
                  </a:lnTo>
                  <a:lnTo>
                    <a:pt x="505794" y="1987887"/>
                  </a:lnTo>
                  <a:lnTo>
                    <a:pt x="504723" y="1988345"/>
                  </a:lnTo>
                  <a:lnTo>
                    <a:pt x="503651" y="1988803"/>
                  </a:lnTo>
                  <a:lnTo>
                    <a:pt x="502579" y="1989262"/>
                  </a:lnTo>
                  <a:lnTo>
                    <a:pt x="501508" y="1989723"/>
                  </a:lnTo>
                  <a:lnTo>
                    <a:pt x="500436" y="1990184"/>
                  </a:lnTo>
                  <a:lnTo>
                    <a:pt x="499365" y="1990647"/>
                  </a:lnTo>
                  <a:lnTo>
                    <a:pt x="498293" y="1991111"/>
                  </a:lnTo>
                  <a:lnTo>
                    <a:pt x="497221" y="1991576"/>
                  </a:lnTo>
                  <a:lnTo>
                    <a:pt x="496150" y="1992042"/>
                  </a:lnTo>
                  <a:lnTo>
                    <a:pt x="495078" y="1992509"/>
                  </a:lnTo>
                  <a:lnTo>
                    <a:pt x="494007" y="1992977"/>
                  </a:lnTo>
                  <a:lnTo>
                    <a:pt x="492935" y="1993447"/>
                  </a:lnTo>
                  <a:lnTo>
                    <a:pt x="491863" y="1993917"/>
                  </a:lnTo>
                  <a:lnTo>
                    <a:pt x="490792" y="1994389"/>
                  </a:lnTo>
                  <a:lnTo>
                    <a:pt x="489720" y="1994861"/>
                  </a:lnTo>
                  <a:lnTo>
                    <a:pt x="488649" y="1995335"/>
                  </a:lnTo>
                  <a:lnTo>
                    <a:pt x="487577" y="1995810"/>
                  </a:lnTo>
                  <a:lnTo>
                    <a:pt x="486505" y="1996286"/>
                  </a:lnTo>
                  <a:lnTo>
                    <a:pt x="485434" y="1996763"/>
                  </a:lnTo>
                  <a:lnTo>
                    <a:pt x="484362" y="1997241"/>
                  </a:lnTo>
                  <a:lnTo>
                    <a:pt x="483291" y="1997720"/>
                  </a:lnTo>
                  <a:lnTo>
                    <a:pt x="482219" y="1998201"/>
                  </a:lnTo>
                  <a:lnTo>
                    <a:pt x="481147" y="1998682"/>
                  </a:lnTo>
                  <a:lnTo>
                    <a:pt x="480076" y="1999164"/>
                  </a:lnTo>
                  <a:lnTo>
                    <a:pt x="479004" y="1999648"/>
                  </a:lnTo>
                  <a:lnTo>
                    <a:pt x="477933" y="2000132"/>
                  </a:lnTo>
                  <a:lnTo>
                    <a:pt x="476861" y="2000618"/>
                  </a:lnTo>
                  <a:lnTo>
                    <a:pt x="475789" y="2001104"/>
                  </a:lnTo>
                  <a:lnTo>
                    <a:pt x="474718" y="2001592"/>
                  </a:lnTo>
                  <a:lnTo>
                    <a:pt x="473646" y="2002081"/>
                  </a:lnTo>
                  <a:lnTo>
                    <a:pt x="472575" y="2002571"/>
                  </a:lnTo>
                  <a:lnTo>
                    <a:pt x="471503" y="2003061"/>
                  </a:lnTo>
                  <a:lnTo>
                    <a:pt x="470431" y="2003553"/>
                  </a:lnTo>
                  <a:lnTo>
                    <a:pt x="469360" y="2004046"/>
                  </a:lnTo>
                  <a:lnTo>
                    <a:pt x="468288" y="2004540"/>
                  </a:lnTo>
                  <a:lnTo>
                    <a:pt x="467217" y="2005035"/>
                  </a:lnTo>
                  <a:lnTo>
                    <a:pt x="466145" y="2005531"/>
                  </a:lnTo>
                  <a:lnTo>
                    <a:pt x="465073" y="2006028"/>
                  </a:lnTo>
                  <a:lnTo>
                    <a:pt x="464002" y="2006526"/>
                  </a:lnTo>
                  <a:lnTo>
                    <a:pt x="462930" y="2007025"/>
                  </a:lnTo>
                  <a:lnTo>
                    <a:pt x="461859" y="2007525"/>
                  </a:lnTo>
                  <a:lnTo>
                    <a:pt x="460787" y="2008026"/>
                  </a:lnTo>
                  <a:lnTo>
                    <a:pt x="459715" y="2008528"/>
                  </a:lnTo>
                  <a:lnTo>
                    <a:pt x="458644" y="2009030"/>
                  </a:lnTo>
                  <a:lnTo>
                    <a:pt x="457572" y="2009534"/>
                  </a:lnTo>
                  <a:lnTo>
                    <a:pt x="456501" y="2010039"/>
                  </a:lnTo>
                  <a:lnTo>
                    <a:pt x="455429" y="2010545"/>
                  </a:lnTo>
                  <a:lnTo>
                    <a:pt x="454357" y="2011052"/>
                  </a:lnTo>
                  <a:lnTo>
                    <a:pt x="453286" y="2011560"/>
                  </a:lnTo>
                  <a:lnTo>
                    <a:pt x="452214" y="2012069"/>
                  </a:lnTo>
                  <a:lnTo>
                    <a:pt x="451143" y="2012578"/>
                  </a:lnTo>
                  <a:lnTo>
                    <a:pt x="450071" y="2013089"/>
                  </a:lnTo>
                  <a:lnTo>
                    <a:pt x="448999" y="2013600"/>
                  </a:lnTo>
                  <a:lnTo>
                    <a:pt x="447928" y="2014113"/>
                  </a:lnTo>
                  <a:lnTo>
                    <a:pt x="446856" y="2014626"/>
                  </a:lnTo>
                  <a:lnTo>
                    <a:pt x="445785" y="2015141"/>
                  </a:lnTo>
                  <a:lnTo>
                    <a:pt x="444713" y="2015656"/>
                  </a:lnTo>
                  <a:lnTo>
                    <a:pt x="443641" y="2016172"/>
                  </a:lnTo>
                  <a:lnTo>
                    <a:pt x="442570" y="2016689"/>
                  </a:lnTo>
                  <a:lnTo>
                    <a:pt x="441498" y="2017207"/>
                  </a:lnTo>
                  <a:lnTo>
                    <a:pt x="440427" y="2017726"/>
                  </a:lnTo>
                  <a:lnTo>
                    <a:pt x="439355" y="2018246"/>
                  </a:lnTo>
                  <a:lnTo>
                    <a:pt x="438283" y="2018767"/>
                  </a:lnTo>
                  <a:lnTo>
                    <a:pt x="437212" y="2019288"/>
                  </a:lnTo>
                  <a:lnTo>
                    <a:pt x="436140" y="2019811"/>
                  </a:lnTo>
                  <a:lnTo>
                    <a:pt x="435069" y="2020334"/>
                  </a:lnTo>
                  <a:lnTo>
                    <a:pt x="433997" y="2020858"/>
                  </a:lnTo>
                  <a:lnTo>
                    <a:pt x="432925" y="2021383"/>
                  </a:lnTo>
                  <a:lnTo>
                    <a:pt x="431854" y="2021909"/>
                  </a:lnTo>
                  <a:lnTo>
                    <a:pt x="430782" y="2022435"/>
                  </a:lnTo>
                  <a:lnTo>
                    <a:pt x="429711" y="2022963"/>
                  </a:lnTo>
                  <a:lnTo>
                    <a:pt x="428639" y="2023491"/>
                  </a:lnTo>
                  <a:lnTo>
                    <a:pt x="427567" y="2024020"/>
                  </a:lnTo>
                  <a:lnTo>
                    <a:pt x="426496" y="2024550"/>
                  </a:lnTo>
                  <a:lnTo>
                    <a:pt x="425424" y="2025081"/>
                  </a:lnTo>
                  <a:lnTo>
                    <a:pt x="424353" y="2025613"/>
                  </a:lnTo>
                  <a:lnTo>
                    <a:pt x="423281" y="2026145"/>
                  </a:lnTo>
                  <a:lnTo>
                    <a:pt x="422209" y="2026678"/>
                  </a:lnTo>
                  <a:lnTo>
                    <a:pt x="421138" y="2027212"/>
                  </a:lnTo>
                  <a:lnTo>
                    <a:pt x="420066" y="2027747"/>
                  </a:lnTo>
                  <a:lnTo>
                    <a:pt x="418995" y="2028283"/>
                  </a:lnTo>
                  <a:lnTo>
                    <a:pt x="417923" y="2028819"/>
                  </a:lnTo>
                  <a:lnTo>
                    <a:pt x="416851" y="2029356"/>
                  </a:lnTo>
                  <a:lnTo>
                    <a:pt x="415780" y="2029894"/>
                  </a:lnTo>
                  <a:lnTo>
                    <a:pt x="414708" y="2030432"/>
                  </a:lnTo>
                  <a:lnTo>
                    <a:pt x="413637" y="2030971"/>
                  </a:lnTo>
                  <a:lnTo>
                    <a:pt x="412565" y="2031511"/>
                  </a:lnTo>
                  <a:lnTo>
                    <a:pt x="411493" y="2032052"/>
                  </a:lnTo>
                  <a:lnTo>
                    <a:pt x="410422" y="2032593"/>
                  </a:lnTo>
                  <a:lnTo>
                    <a:pt x="409350" y="2033135"/>
                  </a:lnTo>
                  <a:lnTo>
                    <a:pt x="408279" y="2033678"/>
                  </a:lnTo>
                  <a:lnTo>
                    <a:pt x="407207" y="2034222"/>
                  </a:lnTo>
                  <a:lnTo>
                    <a:pt x="406135" y="2034766"/>
                  </a:lnTo>
                  <a:lnTo>
                    <a:pt x="405064" y="2035311"/>
                  </a:lnTo>
                  <a:lnTo>
                    <a:pt x="403992" y="2035856"/>
                  </a:lnTo>
                  <a:lnTo>
                    <a:pt x="402921" y="2036403"/>
                  </a:lnTo>
                  <a:lnTo>
                    <a:pt x="401849" y="2036950"/>
                  </a:lnTo>
                  <a:lnTo>
                    <a:pt x="400777" y="2037497"/>
                  </a:lnTo>
                  <a:lnTo>
                    <a:pt x="399706" y="2038045"/>
                  </a:lnTo>
                  <a:lnTo>
                    <a:pt x="398634" y="2038594"/>
                  </a:lnTo>
                  <a:lnTo>
                    <a:pt x="397563" y="2039144"/>
                  </a:lnTo>
                  <a:lnTo>
                    <a:pt x="396491" y="2039694"/>
                  </a:lnTo>
                  <a:lnTo>
                    <a:pt x="395419" y="2040244"/>
                  </a:lnTo>
                  <a:lnTo>
                    <a:pt x="394348" y="2040796"/>
                  </a:lnTo>
                  <a:lnTo>
                    <a:pt x="393276" y="2041348"/>
                  </a:lnTo>
                  <a:lnTo>
                    <a:pt x="392205" y="2041900"/>
                  </a:lnTo>
                  <a:lnTo>
                    <a:pt x="391133" y="2042453"/>
                  </a:lnTo>
                  <a:lnTo>
                    <a:pt x="390061" y="2043007"/>
                  </a:lnTo>
                  <a:lnTo>
                    <a:pt x="388990" y="2043561"/>
                  </a:lnTo>
                  <a:lnTo>
                    <a:pt x="387918" y="2044116"/>
                  </a:lnTo>
                  <a:lnTo>
                    <a:pt x="386847" y="2044671"/>
                  </a:lnTo>
                  <a:lnTo>
                    <a:pt x="385775" y="2045227"/>
                  </a:lnTo>
                  <a:lnTo>
                    <a:pt x="384703" y="2045784"/>
                  </a:lnTo>
                  <a:lnTo>
                    <a:pt x="383632" y="2046341"/>
                  </a:lnTo>
                  <a:lnTo>
                    <a:pt x="382560" y="2046899"/>
                  </a:lnTo>
                  <a:lnTo>
                    <a:pt x="381489" y="2047457"/>
                  </a:lnTo>
                  <a:lnTo>
                    <a:pt x="380417" y="2048015"/>
                  </a:lnTo>
                  <a:lnTo>
                    <a:pt x="379345" y="2048574"/>
                  </a:lnTo>
                  <a:lnTo>
                    <a:pt x="378274" y="2049134"/>
                  </a:lnTo>
                  <a:lnTo>
                    <a:pt x="377202" y="2049694"/>
                  </a:lnTo>
                  <a:lnTo>
                    <a:pt x="376131" y="2050255"/>
                  </a:lnTo>
                  <a:lnTo>
                    <a:pt x="375059" y="2050816"/>
                  </a:lnTo>
                  <a:lnTo>
                    <a:pt x="373987" y="2051378"/>
                  </a:lnTo>
                  <a:lnTo>
                    <a:pt x="372916" y="2051940"/>
                  </a:lnTo>
                  <a:lnTo>
                    <a:pt x="371844" y="2052502"/>
                  </a:lnTo>
                  <a:lnTo>
                    <a:pt x="370773" y="2053065"/>
                  </a:lnTo>
                  <a:lnTo>
                    <a:pt x="369701" y="2053629"/>
                  </a:lnTo>
                  <a:lnTo>
                    <a:pt x="368629" y="2054192"/>
                  </a:lnTo>
                  <a:lnTo>
                    <a:pt x="367558" y="2054757"/>
                  </a:lnTo>
                  <a:lnTo>
                    <a:pt x="366486" y="2055321"/>
                  </a:lnTo>
                  <a:lnTo>
                    <a:pt x="365415" y="2055887"/>
                  </a:lnTo>
                  <a:lnTo>
                    <a:pt x="364343" y="2056452"/>
                  </a:lnTo>
                  <a:lnTo>
                    <a:pt x="363271" y="2057018"/>
                  </a:lnTo>
                  <a:lnTo>
                    <a:pt x="362200" y="2057585"/>
                  </a:lnTo>
                  <a:lnTo>
                    <a:pt x="361128" y="2058151"/>
                  </a:lnTo>
                  <a:lnTo>
                    <a:pt x="360057" y="2058719"/>
                  </a:lnTo>
                  <a:lnTo>
                    <a:pt x="358985" y="2059286"/>
                  </a:lnTo>
                  <a:lnTo>
                    <a:pt x="357913" y="2059854"/>
                  </a:lnTo>
                  <a:lnTo>
                    <a:pt x="356842" y="2060422"/>
                  </a:lnTo>
                  <a:lnTo>
                    <a:pt x="355770" y="2060991"/>
                  </a:lnTo>
                  <a:lnTo>
                    <a:pt x="354699" y="2061560"/>
                  </a:lnTo>
                  <a:lnTo>
                    <a:pt x="353627" y="2062129"/>
                  </a:lnTo>
                  <a:lnTo>
                    <a:pt x="352556" y="2062699"/>
                  </a:lnTo>
                  <a:lnTo>
                    <a:pt x="351484" y="2063269"/>
                  </a:lnTo>
                  <a:lnTo>
                    <a:pt x="350412" y="2063839"/>
                  </a:lnTo>
                  <a:lnTo>
                    <a:pt x="349341" y="2064410"/>
                  </a:lnTo>
                  <a:lnTo>
                    <a:pt x="348269" y="2064981"/>
                  </a:lnTo>
                  <a:lnTo>
                    <a:pt x="347198" y="2065552"/>
                  </a:lnTo>
                  <a:lnTo>
                    <a:pt x="346126" y="2066124"/>
                  </a:lnTo>
                  <a:lnTo>
                    <a:pt x="345054" y="2066695"/>
                  </a:lnTo>
                  <a:lnTo>
                    <a:pt x="343983" y="2067268"/>
                  </a:lnTo>
                  <a:lnTo>
                    <a:pt x="342911" y="2067840"/>
                  </a:lnTo>
                  <a:lnTo>
                    <a:pt x="341840" y="2068413"/>
                  </a:lnTo>
                  <a:lnTo>
                    <a:pt x="340768" y="2068986"/>
                  </a:lnTo>
                  <a:lnTo>
                    <a:pt x="339696" y="2069559"/>
                  </a:lnTo>
                  <a:lnTo>
                    <a:pt x="338625" y="2070132"/>
                  </a:lnTo>
                  <a:lnTo>
                    <a:pt x="337553" y="2070706"/>
                  </a:lnTo>
                  <a:lnTo>
                    <a:pt x="336482" y="2071280"/>
                  </a:lnTo>
                  <a:lnTo>
                    <a:pt x="335410" y="2071854"/>
                  </a:lnTo>
                  <a:lnTo>
                    <a:pt x="334338" y="2072428"/>
                  </a:lnTo>
                  <a:lnTo>
                    <a:pt x="333267" y="2073003"/>
                  </a:lnTo>
                  <a:lnTo>
                    <a:pt x="332195" y="2073578"/>
                  </a:lnTo>
                  <a:lnTo>
                    <a:pt x="331124" y="2074153"/>
                  </a:lnTo>
                  <a:lnTo>
                    <a:pt x="330052" y="2074728"/>
                  </a:lnTo>
                  <a:lnTo>
                    <a:pt x="328980" y="2075303"/>
                  </a:lnTo>
                  <a:lnTo>
                    <a:pt x="327909" y="2075879"/>
                  </a:lnTo>
                  <a:lnTo>
                    <a:pt x="326837" y="2076454"/>
                  </a:lnTo>
                  <a:lnTo>
                    <a:pt x="325766" y="2077030"/>
                  </a:lnTo>
                  <a:lnTo>
                    <a:pt x="324694" y="2077606"/>
                  </a:lnTo>
                  <a:lnTo>
                    <a:pt x="323622" y="2078183"/>
                  </a:lnTo>
                  <a:lnTo>
                    <a:pt x="322551" y="2078759"/>
                  </a:lnTo>
                  <a:lnTo>
                    <a:pt x="321479" y="2079336"/>
                  </a:lnTo>
                  <a:lnTo>
                    <a:pt x="320408" y="2079912"/>
                  </a:lnTo>
                  <a:lnTo>
                    <a:pt x="319336" y="2080489"/>
                  </a:lnTo>
                  <a:lnTo>
                    <a:pt x="318264" y="2081066"/>
                  </a:lnTo>
                  <a:lnTo>
                    <a:pt x="317193" y="2081643"/>
                  </a:lnTo>
                  <a:lnTo>
                    <a:pt x="316121" y="2082220"/>
                  </a:lnTo>
                  <a:lnTo>
                    <a:pt x="315050" y="2082797"/>
                  </a:lnTo>
                  <a:lnTo>
                    <a:pt x="313978" y="2083375"/>
                  </a:lnTo>
                  <a:lnTo>
                    <a:pt x="312906" y="2083952"/>
                  </a:lnTo>
                  <a:lnTo>
                    <a:pt x="311835" y="2084530"/>
                  </a:lnTo>
                  <a:lnTo>
                    <a:pt x="310763" y="2085107"/>
                  </a:lnTo>
                  <a:lnTo>
                    <a:pt x="309692" y="2085685"/>
                  </a:lnTo>
                  <a:lnTo>
                    <a:pt x="308620" y="2086263"/>
                  </a:lnTo>
                  <a:lnTo>
                    <a:pt x="307548" y="2086841"/>
                  </a:lnTo>
                  <a:lnTo>
                    <a:pt x="306477" y="2087419"/>
                  </a:lnTo>
                  <a:lnTo>
                    <a:pt x="305405" y="2087997"/>
                  </a:lnTo>
                  <a:lnTo>
                    <a:pt x="304334" y="2088575"/>
                  </a:lnTo>
                  <a:lnTo>
                    <a:pt x="303262" y="2089153"/>
                  </a:lnTo>
                  <a:lnTo>
                    <a:pt x="302190" y="2089731"/>
                  </a:lnTo>
                  <a:lnTo>
                    <a:pt x="301119" y="2090309"/>
                  </a:lnTo>
                  <a:lnTo>
                    <a:pt x="300047" y="2090887"/>
                  </a:lnTo>
                  <a:lnTo>
                    <a:pt x="298976" y="2091465"/>
                  </a:lnTo>
                  <a:lnTo>
                    <a:pt x="297904" y="2092043"/>
                  </a:lnTo>
                  <a:lnTo>
                    <a:pt x="296832" y="2092621"/>
                  </a:lnTo>
                  <a:lnTo>
                    <a:pt x="295761" y="2093199"/>
                  </a:lnTo>
                  <a:lnTo>
                    <a:pt x="294689" y="2093778"/>
                  </a:lnTo>
                  <a:lnTo>
                    <a:pt x="293618" y="2094356"/>
                  </a:lnTo>
                  <a:lnTo>
                    <a:pt x="292546" y="2094934"/>
                  </a:lnTo>
                  <a:lnTo>
                    <a:pt x="291474" y="2095512"/>
                  </a:lnTo>
                  <a:lnTo>
                    <a:pt x="290403" y="2096090"/>
                  </a:lnTo>
                  <a:lnTo>
                    <a:pt x="289331" y="2096668"/>
                  </a:lnTo>
                  <a:lnTo>
                    <a:pt x="288260" y="2097246"/>
                  </a:lnTo>
                  <a:lnTo>
                    <a:pt x="287188" y="2097824"/>
                  </a:lnTo>
                  <a:lnTo>
                    <a:pt x="286116" y="2098402"/>
                  </a:lnTo>
                  <a:lnTo>
                    <a:pt x="285045" y="2098980"/>
                  </a:lnTo>
                  <a:lnTo>
                    <a:pt x="283973" y="2099557"/>
                  </a:lnTo>
                  <a:lnTo>
                    <a:pt x="282902" y="2100135"/>
                  </a:lnTo>
                  <a:lnTo>
                    <a:pt x="281830" y="2100713"/>
                  </a:lnTo>
                  <a:lnTo>
                    <a:pt x="280758" y="2101290"/>
                  </a:lnTo>
                  <a:lnTo>
                    <a:pt x="279687" y="2101868"/>
                  </a:lnTo>
                  <a:lnTo>
                    <a:pt x="278615" y="2102445"/>
                  </a:lnTo>
                  <a:lnTo>
                    <a:pt x="277544" y="2103022"/>
                  </a:lnTo>
                  <a:lnTo>
                    <a:pt x="276472" y="2103599"/>
                  </a:lnTo>
                  <a:lnTo>
                    <a:pt x="275400" y="2104177"/>
                  </a:lnTo>
                  <a:lnTo>
                    <a:pt x="274329" y="2104754"/>
                  </a:lnTo>
                  <a:lnTo>
                    <a:pt x="273257" y="2105330"/>
                  </a:lnTo>
                  <a:lnTo>
                    <a:pt x="272186" y="2105907"/>
                  </a:lnTo>
                  <a:lnTo>
                    <a:pt x="271114" y="2106484"/>
                  </a:lnTo>
                  <a:lnTo>
                    <a:pt x="270042" y="2107060"/>
                  </a:lnTo>
                  <a:lnTo>
                    <a:pt x="268971" y="2107637"/>
                  </a:lnTo>
                  <a:lnTo>
                    <a:pt x="267899" y="2108213"/>
                  </a:lnTo>
                  <a:lnTo>
                    <a:pt x="266828" y="2108789"/>
                  </a:lnTo>
                  <a:lnTo>
                    <a:pt x="265756" y="2109365"/>
                  </a:lnTo>
                  <a:lnTo>
                    <a:pt x="264684" y="2109941"/>
                  </a:lnTo>
                  <a:lnTo>
                    <a:pt x="263613" y="2110516"/>
                  </a:lnTo>
                  <a:lnTo>
                    <a:pt x="262541" y="2111092"/>
                  </a:lnTo>
                  <a:lnTo>
                    <a:pt x="261470" y="2111667"/>
                  </a:lnTo>
                  <a:lnTo>
                    <a:pt x="260398" y="2112242"/>
                  </a:lnTo>
                  <a:lnTo>
                    <a:pt x="259326" y="2112817"/>
                  </a:lnTo>
                  <a:lnTo>
                    <a:pt x="258255" y="2113392"/>
                  </a:lnTo>
                  <a:lnTo>
                    <a:pt x="257183" y="2113967"/>
                  </a:lnTo>
                  <a:lnTo>
                    <a:pt x="256112" y="2114541"/>
                  </a:lnTo>
                  <a:lnTo>
                    <a:pt x="255040" y="2115116"/>
                  </a:lnTo>
                  <a:lnTo>
                    <a:pt x="253968" y="2115690"/>
                  </a:lnTo>
                  <a:lnTo>
                    <a:pt x="252897" y="2116264"/>
                  </a:lnTo>
                  <a:lnTo>
                    <a:pt x="251825" y="2116837"/>
                  </a:lnTo>
                  <a:lnTo>
                    <a:pt x="250754" y="2117411"/>
                  </a:lnTo>
                  <a:lnTo>
                    <a:pt x="249682" y="2117984"/>
                  </a:lnTo>
                  <a:lnTo>
                    <a:pt x="248610" y="2118557"/>
                  </a:lnTo>
                  <a:lnTo>
                    <a:pt x="247539" y="2119130"/>
                  </a:lnTo>
                  <a:lnTo>
                    <a:pt x="246467" y="2119703"/>
                  </a:lnTo>
                  <a:lnTo>
                    <a:pt x="245396" y="2120275"/>
                  </a:lnTo>
                  <a:lnTo>
                    <a:pt x="244324" y="2120848"/>
                  </a:lnTo>
                  <a:lnTo>
                    <a:pt x="243252" y="2121420"/>
                  </a:lnTo>
                  <a:lnTo>
                    <a:pt x="242181" y="2121991"/>
                  </a:lnTo>
                  <a:lnTo>
                    <a:pt x="241109" y="2122563"/>
                  </a:lnTo>
                  <a:lnTo>
                    <a:pt x="240038" y="2123134"/>
                  </a:lnTo>
                  <a:lnTo>
                    <a:pt x="238966" y="2123705"/>
                  </a:lnTo>
                  <a:lnTo>
                    <a:pt x="237894" y="2124276"/>
                  </a:lnTo>
                  <a:lnTo>
                    <a:pt x="236823" y="2124847"/>
                  </a:lnTo>
                  <a:lnTo>
                    <a:pt x="235751" y="2125417"/>
                  </a:lnTo>
                  <a:lnTo>
                    <a:pt x="234680" y="2125987"/>
                  </a:lnTo>
                  <a:lnTo>
                    <a:pt x="233608" y="2126557"/>
                  </a:lnTo>
                  <a:lnTo>
                    <a:pt x="232536" y="2127127"/>
                  </a:lnTo>
                  <a:lnTo>
                    <a:pt x="231465" y="2127696"/>
                  </a:lnTo>
                  <a:lnTo>
                    <a:pt x="230393" y="2128265"/>
                  </a:lnTo>
                  <a:lnTo>
                    <a:pt x="229322" y="2128834"/>
                  </a:lnTo>
                  <a:lnTo>
                    <a:pt x="228250" y="2129402"/>
                  </a:lnTo>
                  <a:lnTo>
                    <a:pt x="227178" y="2129971"/>
                  </a:lnTo>
                  <a:lnTo>
                    <a:pt x="226107" y="2130539"/>
                  </a:lnTo>
                  <a:lnTo>
                    <a:pt x="225035" y="2131106"/>
                  </a:lnTo>
                  <a:lnTo>
                    <a:pt x="223964" y="2131674"/>
                  </a:lnTo>
                  <a:lnTo>
                    <a:pt x="222892" y="2132241"/>
                  </a:lnTo>
                  <a:lnTo>
                    <a:pt x="221820" y="2132808"/>
                  </a:lnTo>
                  <a:lnTo>
                    <a:pt x="220749" y="2133374"/>
                  </a:lnTo>
                  <a:lnTo>
                    <a:pt x="219677" y="2133940"/>
                  </a:lnTo>
                  <a:lnTo>
                    <a:pt x="218606" y="2134506"/>
                  </a:lnTo>
                  <a:lnTo>
                    <a:pt x="217534" y="2135072"/>
                  </a:lnTo>
                  <a:lnTo>
                    <a:pt x="216462" y="2135637"/>
                  </a:lnTo>
                  <a:lnTo>
                    <a:pt x="215391" y="2136202"/>
                  </a:lnTo>
                  <a:lnTo>
                    <a:pt x="214319" y="2136767"/>
                  </a:lnTo>
                  <a:lnTo>
                    <a:pt x="213248" y="2137332"/>
                  </a:lnTo>
                  <a:lnTo>
                    <a:pt x="212176" y="2137896"/>
                  </a:lnTo>
                  <a:lnTo>
                    <a:pt x="211104" y="2138460"/>
                  </a:lnTo>
                  <a:lnTo>
                    <a:pt x="210033" y="2139023"/>
                  </a:lnTo>
                  <a:lnTo>
                    <a:pt x="208961" y="2139586"/>
                  </a:lnTo>
                  <a:lnTo>
                    <a:pt x="207890" y="2140149"/>
                  </a:lnTo>
                  <a:lnTo>
                    <a:pt x="206818" y="2140711"/>
                  </a:lnTo>
                  <a:lnTo>
                    <a:pt x="205746" y="2141274"/>
                  </a:lnTo>
                  <a:lnTo>
                    <a:pt x="204675" y="2141836"/>
                  </a:lnTo>
                  <a:lnTo>
                    <a:pt x="203603" y="2142397"/>
                  </a:lnTo>
                  <a:lnTo>
                    <a:pt x="202532" y="2142958"/>
                  </a:lnTo>
                  <a:lnTo>
                    <a:pt x="201460" y="2143519"/>
                  </a:lnTo>
                  <a:lnTo>
                    <a:pt x="200388" y="2144080"/>
                  </a:lnTo>
                  <a:lnTo>
                    <a:pt x="199317" y="2144640"/>
                  </a:lnTo>
                  <a:lnTo>
                    <a:pt x="198245" y="2145199"/>
                  </a:lnTo>
                  <a:lnTo>
                    <a:pt x="197174" y="2145759"/>
                  </a:lnTo>
                  <a:lnTo>
                    <a:pt x="196102" y="2146318"/>
                  </a:lnTo>
                  <a:lnTo>
                    <a:pt x="195030" y="2146877"/>
                  </a:lnTo>
                  <a:lnTo>
                    <a:pt x="193959" y="2147435"/>
                  </a:lnTo>
                  <a:lnTo>
                    <a:pt x="192887" y="2147993"/>
                  </a:lnTo>
                  <a:lnTo>
                    <a:pt x="191816" y="2148551"/>
                  </a:lnTo>
                  <a:lnTo>
                    <a:pt x="190744" y="2149108"/>
                  </a:lnTo>
                  <a:lnTo>
                    <a:pt x="189672" y="2149665"/>
                  </a:lnTo>
                  <a:lnTo>
                    <a:pt x="188601" y="2150222"/>
                  </a:lnTo>
                  <a:lnTo>
                    <a:pt x="187529" y="2150778"/>
                  </a:lnTo>
                  <a:lnTo>
                    <a:pt x="186458" y="2151334"/>
                  </a:lnTo>
                  <a:lnTo>
                    <a:pt x="185386" y="2151889"/>
                  </a:lnTo>
                  <a:lnTo>
                    <a:pt x="184314" y="2152444"/>
                  </a:lnTo>
                  <a:lnTo>
                    <a:pt x="183243" y="2152999"/>
                  </a:lnTo>
                  <a:lnTo>
                    <a:pt x="182171" y="2153554"/>
                  </a:lnTo>
                  <a:lnTo>
                    <a:pt x="181100" y="2154108"/>
                  </a:lnTo>
                  <a:lnTo>
                    <a:pt x="180028" y="2154661"/>
                  </a:lnTo>
                  <a:lnTo>
                    <a:pt x="178956" y="2155214"/>
                  </a:lnTo>
                  <a:lnTo>
                    <a:pt x="177885" y="2155767"/>
                  </a:lnTo>
                  <a:lnTo>
                    <a:pt x="176813" y="2156320"/>
                  </a:lnTo>
                  <a:lnTo>
                    <a:pt x="175742" y="2156872"/>
                  </a:lnTo>
                  <a:lnTo>
                    <a:pt x="174670" y="2157423"/>
                  </a:lnTo>
                  <a:lnTo>
                    <a:pt x="173599" y="2157975"/>
                  </a:lnTo>
                  <a:lnTo>
                    <a:pt x="172527" y="2158525"/>
                  </a:lnTo>
                  <a:lnTo>
                    <a:pt x="171455" y="2159076"/>
                  </a:lnTo>
                  <a:lnTo>
                    <a:pt x="170384" y="2159626"/>
                  </a:lnTo>
                  <a:lnTo>
                    <a:pt x="169312" y="2160176"/>
                  </a:lnTo>
                  <a:lnTo>
                    <a:pt x="168241" y="2160725"/>
                  </a:lnTo>
                  <a:lnTo>
                    <a:pt x="167169" y="2161274"/>
                  </a:lnTo>
                  <a:lnTo>
                    <a:pt x="166097" y="2161822"/>
                  </a:lnTo>
                  <a:lnTo>
                    <a:pt x="165026" y="2162370"/>
                  </a:lnTo>
                  <a:lnTo>
                    <a:pt x="163954" y="2162918"/>
                  </a:lnTo>
                  <a:lnTo>
                    <a:pt x="162883" y="2163465"/>
                  </a:lnTo>
                  <a:lnTo>
                    <a:pt x="161811" y="2164012"/>
                  </a:lnTo>
                  <a:lnTo>
                    <a:pt x="160739" y="2164558"/>
                  </a:lnTo>
                  <a:lnTo>
                    <a:pt x="159668" y="2165104"/>
                  </a:lnTo>
                  <a:lnTo>
                    <a:pt x="158596" y="2165650"/>
                  </a:lnTo>
                  <a:lnTo>
                    <a:pt x="157525" y="2166195"/>
                  </a:lnTo>
                  <a:lnTo>
                    <a:pt x="156453" y="2166740"/>
                  </a:lnTo>
                  <a:lnTo>
                    <a:pt x="155381" y="2167284"/>
                  </a:lnTo>
                  <a:lnTo>
                    <a:pt x="154310" y="2167828"/>
                  </a:lnTo>
                  <a:lnTo>
                    <a:pt x="153238" y="2168371"/>
                  </a:lnTo>
                  <a:lnTo>
                    <a:pt x="152167" y="2168914"/>
                  </a:lnTo>
                  <a:lnTo>
                    <a:pt x="151095" y="2169457"/>
                  </a:lnTo>
                  <a:lnTo>
                    <a:pt x="150023" y="2169999"/>
                  </a:lnTo>
                  <a:lnTo>
                    <a:pt x="148952" y="2170541"/>
                  </a:lnTo>
                  <a:lnTo>
                    <a:pt x="147880" y="2171082"/>
                  </a:lnTo>
                  <a:lnTo>
                    <a:pt x="146809" y="2171623"/>
                  </a:lnTo>
                  <a:lnTo>
                    <a:pt x="145737" y="2172164"/>
                  </a:lnTo>
                  <a:lnTo>
                    <a:pt x="144665" y="2172704"/>
                  </a:lnTo>
                  <a:lnTo>
                    <a:pt x="143594" y="2173243"/>
                  </a:lnTo>
                  <a:lnTo>
                    <a:pt x="142522" y="2173782"/>
                  </a:lnTo>
                  <a:lnTo>
                    <a:pt x="141451" y="2174321"/>
                  </a:lnTo>
                  <a:lnTo>
                    <a:pt x="140379" y="2174859"/>
                  </a:lnTo>
                  <a:lnTo>
                    <a:pt x="139307" y="2175397"/>
                  </a:lnTo>
                  <a:lnTo>
                    <a:pt x="138236" y="2175934"/>
                  </a:lnTo>
                  <a:lnTo>
                    <a:pt x="137164" y="2176471"/>
                  </a:lnTo>
                  <a:lnTo>
                    <a:pt x="136093" y="2177008"/>
                  </a:lnTo>
                  <a:lnTo>
                    <a:pt x="135021" y="2177544"/>
                  </a:lnTo>
                  <a:lnTo>
                    <a:pt x="133949" y="2178080"/>
                  </a:lnTo>
                  <a:lnTo>
                    <a:pt x="132878" y="2178615"/>
                  </a:lnTo>
                  <a:lnTo>
                    <a:pt x="131806" y="2179149"/>
                  </a:lnTo>
                  <a:lnTo>
                    <a:pt x="130735" y="2179684"/>
                  </a:lnTo>
                  <a:lnTo>
                    <a:pt x="129663" y="2180217"/>
                  </a:lnTo>
                  <a:lnTo>
                    <a:pt x="128591" y="2180751"/>
                  </a:lnTo>
                  <a:lnTo>
                    <a:pt x="127520" y="2181284"/>
                  </a:lnTo>
                  <a:lnTo>
                    <a:pt x="126448" y="2181816"/>
                  </a:lnTo>
                  <a:lnTo>
                    <a:pt x="125377" y="2182348"/>
                  </a:lnTo>
                  <a:lnTo>
                    <a:pt x="124305" y="2182879"/>
                  </a:lnTo>
                  <a:lnTo>
                    <a:pt x="123233" y="2183411"/>
                  </a:lnTo>
                  <a:lnTo>
                    <a:pt x="122162" y="2183941"/>
                  </a:lnTo>
                  <a:lnTo>
                    <a:pt x="121090" y="2184471"/>
                  </a:lnTo>
                  <a:lnTo>
                    <a:pt x="120019" y="2185001"/>
                  </a:lnTo>
                  <a:lnTo>
                    <a:pt x="118947" y="2185530"/>
                  </a:lnTo>
                  <a:lnTo>
                    <a:pt x="117875" y="2186059"/>
                  </a:lnTo>
                  <a:lnTo>
                    <a:pt x="116804" y="2186587"/>
                  </a:lnTo>
                  <a:lnTo>
                    <a:pt x="115732" y="2187115"/>
                  </a:lnTo>
                  <a:lnTo>
                    <a:pt x="114661" y="2187642"/>
                  </a:lnTo>
                  <a:lnTo>
                    <a:pt x="113589" y="2188169"/>
                  </a:lnTo>
                  <a:lnTo>
                    <a:pt x="112517" y="2188695"/>
                  </a:lnTo>
                  <a:lnTo>
                    <a:pt x="111446" y="2189221"/>
                  </a:lnTo>
                  <a:lnTo>
                    <a:pt x="110374" y="2189747"/>
                  </a:lnTo>
                  <a:lnTo>
                    <a:pt x="109303" y="2190272"/>
                  </a:lnTo>
                  <a:lnTo>
                    <a:pt x="108231" y="2190796"/>
                  </a:lnTo>
                  <a:lnTo>
                    <a:pt x="107159" y="2191320"/>
                  </a:lnTo>
                  <a:lnTo>
                    <a:pt x="106088" y="2191844"/>
                  </a:lnTo>
                  <a:lnTo>
                    <a:pt x="105016" y="2192367"/>
                  </a:lnTo>
                  <a:lnTo>
                    <a:pt x="103945" y="2192890"/>
                  </a:lnTo>
                  <a:lnTo>
                    <a:pt x="102873" y="2193412"/>
                  </a:lnTo>
                  <a:lnTo>
                    <a:pt x="101801" y="2193933"/>
                  </a:lnTo>
                  <a:lnTo>
                    <a:pt x="100730" y="2194455"/>
                  </a:lnTo>
                  <a:lnTo>
                    <a:pt x="99658" y="2194975"/>
                  </a:lnTo>
                  <a:lnTo>
                    <a:pt x="98587" y="2195495"/>
                  </a:lnTo>
                  <a:lnTo>
                    <a:pt x="97515" y="2196015"/>
                  </a:lnTo>
                  <a:lnTo>
                    <a:pt x="96443" y="2196534"/>
                  </a:lnTo>
                  <a:lnTo>
                    <a:pt x="95372" y="2197053"/>
                  </a:lnTo>
                  <a:lnTo>
                    <a:pt x="94300" y="2197572"/>
                  </a:lnTo>
                  <a:lnTo>
                    <a:pt x="93229" y="2198089"/>
                  </a:lnTo>
                  <a:lnTo>
                    <a:pt x="92157" y="2198607"/>
                  </a:lnTo>
                  <a:lnTo>
                    <a:pt x="91085" y="2199123"/>
                  </a:lnTo>
                  <a:lnTo>
                    <a:pt x="90014" y="2199640"/>
                  </a:lnTo>
                  <a:lnTo>
                    <a:pt x="88942" y="2200156"/>
                  </a:lnTo>
                  <a:lnTo>
                    <a:pt x="87871" y="2200671"/>
                  </a:lnTo>
                  <a:lnTo>
                    <a:pt x="86799" y="2201186"/>
                  </a:lnTo>
                  <a:lnTo>
                    <a:pt x="85727" y="2201700"/>
                  </a:lnTo>
                  <a:lnTo>
                    <a:pt x="84656" y="2202214"/>
                  </a:lnTo>
                  <a:lnTo>
                    <a:pt x="83584" y="2202728"/>
                  </a:lnTo>
                  <a:lnTo>
                    <a:pt x="82513" y="2203241"/>
                  </a:lnTo>
                  <a:lnTo>
                    <a:pt x="81441" y="2203753"/>
                  </a:lnTo>
                  <a:lnTo>
                    <a:pt x="80369" y="2204265"/>
                  </a:lnTo>
                  <a:lnTo>
                    <a:pt x="79298" y="2204776"/>
                  </a:lnTo>
                  <a:lnTo>
                    <a:pt x="78226" y="2205287"/>
                  </a:lnTo>
                  <a:lnTo>
                    <a:pt x="77155" y="2205798"/>
                  </a:lnTo>
                  <a:lnTo>
                    <a:pt x="76083" y="2206308"/>
                  </a:lnTo>
                  <a:lnTo>
                    <a:pt x="75011" y="2206817"/>
                  </a:lnTo>
                  <a:lnTo>
                    <a:pt x="73940" y="2207326"/>
                  </a:lnTo>
                  <a:lnTo>
                    <a:pt x="72868" y="2207835"/>
                  </a:lnTo>
                  <a:lnTo>
                    <a:pt x="71797" y="2208343"/>
                  </a:lnTo>
                  <a:lnTo>
                    <a:pt x="70725" y="2208850"/>
                  </a:lnTo>
                  <a:lnTo>
                    <a:pt x="69653" y="2209357"/>
                  </a:lnTo>
                  <a:lnTo>
                    <a:pt x="68582" y="2209864"/>
                  </a:lnTo>
                  <a:lnTo>
                    <a:pt x="67510" y="2210370"/>
                  </a:lnTo>
                  <a:lnTo>
                    <a:pt x="66439" y="2210875"/>
                  </a:lnTo>
                  <a:lnTo>
                    <a:pt x="65367" y="2211380"/>
                  </a:lnTo>
                  <a:lnTo>
                    <a:pt x="64295" y="2211885"/>
                  </a:lnTo>
                  <a:lnTo>
                    <a:pt x="63224" y="2212389"/>
                  </a:lnTo>
                  <a:lnTo>
                    <a:pt x="62152" y="2212892"/>
                  </a:lnTo>
                  <a:lnTo>
                    <a:pt x="61081" y="2213395"/>
                  </a:lnTo>
                  <a:lnTo>
                    <a:pt x="60009" y="2213898"/>
                  </a:lnTo>
                  <a:lnTo>
                    <a:pt x="58937" y="2214400"/>
                  </a:lnTo>
                  <a:lnTo>
                    <a:pt x="57866" y="2214901"/>
                  </a:lnTo>
                  <a:lnTo>
                    <a:pt x="56794" y="2215402"/>
                  </a:lnTo>
                  <a:lnTo>
                    <a:pt x="55723" y="2215903"/>
                  </a:lnTo>
                  <a:lnTo>
                    <a:pt x="54651" y="2216403"/>
                  </a:lnTo>
                  <a:lnTo>
                    <a:pt x="53579" y="2216902"/>
                  </a:lnTo>
                  <a:lnTo>
                    <a:pt x="52508" y="2217401"/>
                  </a:lnTo>
                  <a:lnTo>
                    <a:pt x="51436" y="2217900"/>
                  </a:lnTo>
                  <a:lnTo>
                    <a:pt x="50365" y="2218398"/>
                  </a:lnTo>
                  <a:lnTo>
                    <a:pt x="49293" y="2218895"/>
                  </a:lnTo>
                  <a:lnTo>
                    <a:pt x="48221" y="2219392"/>
                  </a:lnTo>
                  <a:lnTo>
                    <a:pt x="47150" y="2219889"/>
                  </a:lnTo>
                  <a:lnTo>
                    <a:pt x="46078" y="2220385"/>
                  </a:lnTo>
                  <a:lnTo>
                    <a:pt x="45007" y="2220880"/>
                  </a:lnTo>
                  <a:lnTo>
                    <a:pt x="43935" y="2221375"/>
                  </a:lnTo>
                  <a:lnTo>
                    <a:pt x="42863" y="2221869"/>
                  </a:lnTo>
                  <a:lnTo>
                    <a:pt x="41792" y="2222363"/>
                  </a:lnTo>
                  <a:lnTo>
                    <a:pt x="40720" y="2222857"/>
                  </a:lnTo>
                  <a:lnTo>
                    <a:pt x="39649" y="2223350"/>
                  </a:lnTo>
                  <a:lnTo>
                    <a:pt x="38577" y="2223842"/>
                  </a:lnTo>
                  <a:lnTo>
                    <a:pt x="37505" y="2224334"/>
                  </a:lnTo>
                  <a:lnTo>
                    <a:pt x="36434" y="2224825"/>
                  </a:lnTo>
                  <a:lnTo>
                    <a:pt x="35362" y="2225316"/>
                  </a:lnTo>
                  <a:lnTo>
                    <a:pt x="34291" y="2225807"/>
                  </a:lnTo>
                  <a:lnTo>
                    <a:pt x="33219" y="2226297"/>
                  </a:lnTo>
                  <a:lnTo>
                    <a:pt x="32147" y="2226786"/>
                  </a:lnTo>
                  <a:lnTo>
                    <a:pt x="31076" y="2227275"/>
                  </a:lnTo>
                  <a:lnTo>
                    <a:pt x="30004" y="2227763"/>
                  </a:lnTo>
                  <a:lnTo>
                    <a:pt x="28933" y="2228251"/>
                  </a:lnTo>
                  <a:lnTo>
                    <a:pt x="27861" y="2228738"/>
                  </a:lnTo>
                  <a:lnTo>
                    <a:pt x="26789" y="2229225"/>
                  </a:lnTo>
                  <a:lnTo>
                    <a:pt x="25718" y="2229711"/>
                  </a:lnTo>
                  <a:lnTo>
                    <a:pt x="24646" y="2230197"/>
                  </a:lnTo>
                  <a:lnTo>
                    <a:pt x="23575" y="2230682"/>
                  </a:lnTo>
                  <a:lnTo>
                    <a:pt x="22503" y="2231167"/>
                  </a:lnTo>
                  <a:lnTo>
                    <a:pt x="21431" y="2231651"/>
                  </a:lnTo>
                  <a:lnTo>
                    <a:pt x="20360" y="2232135"/>
                  </a:lnTo>
                  <a:lnTo>
                    <a:pt x="19288" y="2232618"/>
                  </a:lnTo>
                  <a:lnTo>
                    <a:pt x="18217" y="2233101"/>
                  </a:lnTo>
                  <a:lnTo>
                    <a:pt x="17145" y="2233583"/>
                  </a:lnTo>
                  <a:lnTo>
                    <a:pt x="16073" y="2234065"/>
                  </a:lnTo>
                  <a:lnTo>
                    <a:pt x="15002" y="2234546"/>
                  </a:lnTo>
                  <a:lnTo>
                    <a:pt x="13930" y="2235027"/>
                  </a:lnTo>
                  <a:lnTo>
                    <a:pt x="12859" y="2235507"/>
                  </a:lnTo>
                  <a:lnTo>
                    <a:pt x="11787" y="2235986"/>
                  </a:lnTo>
                  <a:lnTo>
                    <a:pt x="10715" y="2236466"/>
                  </a:lnTo>
                  <a:lnTo>
                    <a:pt x="9644" y="2236944"/>
                  </a:lnTo>
                  <a:lnTo>
                    <a:pt x="8572" y="2237422"/>
                  </a:lnTo>
                  <a:lnTo>
                    <a:pt x="7501" y="2237900"/>
                  </a:lnTo>
                  <a:lnTo>
                    <a:pt x="6429" y="2238377"/>
                  </a:lnTo>
                  <a:lnTo>
                    <a:pt x="5357" y="2238853"/>
                  </a:lnTo>
                  <a:lnTo>
                    <a:pt x="4286" y="2239330"/>
                  </a:lnTo>
                  <a:lnTo>
                    <a:pt x="3214" y="2239805"/>
                  </a:lnTo>
                  <a:lnTo>
                    <a:pt x="2143" y="2240280"/>
                  </a:lnTo>
                  <a:lnTo>
                    <a:pt x="1071" y="2240755"/>
                  </a:lnTo>
                  <a:lnTo>
                    <a:pt x="0" y="2241229"/>
                  </a:lnTo>
                  <a:close/>
                </a:path>
              </a:pathLst>
            </a:custGeom>
            <a:solidFill>
              <a:srgbClr val="FB4934">
                <a:alpha val="2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5034264" y="3619617"/>
              <a:ext cx="3856684" cy="1580546"/>
            </a:xfrm>
            <a:custGeom>
              <a:avLst/>
              <a:gdLst/>
              <a:ahLst/>
              <a:cxnLst/>
              <a:rect l="0" t="0" r="0" b="0"/>
              <a:pathLst>
                <a:path w="3856684" h="1580546">
                  <a:moveTo>
                    <a:pt x="0" y="1370670"/>
                  </a:moveTo>
                  <a:lnTo>
                    <a:pt x="1071" y="1371393"/>
                  </a:lnTo>
                  <a:lnTo>
                    <a:pt x="2143" y="1372115"/>
                  </a:lnTo>
                  <a:lnTo>
                    <a:pt x="3214" y="1372837"/>
                  </a:lnTo>
                  <a:lnTo>
                    <a:pt x="4286" y="1373558"/>
                  </a:lnTo>
                  <a:lnTo>
                    <a:pt x="5357" y="1374278"/>
                  </a:lnTo>
                  <a:lnTo>
                    <a:pt x="6429" y="1374998"/>
                  </a:lnTo>
                  <a:lnTo>
                    <a:pt x="7501" y="1375717"/>
                  </a:lnTo>
                  <a:lnTo>
                    <a:pt x="8572" y="1376435"/>
                  </a:lnTo>
                  <a:lnTo>
                    <a:pt x="9644" y="1377152"/>
                  </a:lnTo>
                  <a:lnTo>
                    <a:pt x="10715" y="1377868"/>
                  </a:lnTo>
                  <a:lnTo>
                    <a:pt x="11787" y="1378584"/>
                  </a:lnTo>
                  <a:lnTo>
                    <a:pt x="12859" y="1379299"/>
                  </a:lnTo>
                  <a:lnTo>
                    <a:pt x="13930" y="1380013"/>
                  </a:lnTo>
                  <a:lnTo>
                    <a:pt x="15002" y="1380726"/>
                  </a:lnTo>
                  <a:lnTo>
                    <a:pt x="16073" y="1381439"/>
                  </a:lnTo>
                  <a:lnTo>
                    <a:pt x="17145" y="1382150"/>
                  </a:lnTo>
                  <a:lnTo>
                    <a:pt x="18217" y="1382861"/>
                  </a:lnTo>
                  <a:lnTo>
                    <a:pt x="19288" y="1383572"/>
                  </a:lnTo>
                  <a:lnTo>
                    <a:pt x="20360" y="1384281"/>
                  </a:lnTo>
                  <a:lnTo>
                    <a:pt x="21431" y="1384990"/>
                  </a:lnTo>
                  <a:lnTo>
                    <a:pt x="22503" y="1385698"/>
                  </a:lnTo>
                  <a:lnTo>
                    <a:pt x="23575" y="1386405"/>
                  </a:lnTo>
                  <a:lnTo>
                    <a:pt x="24646" y="1387111"/>
                  </a:lnTo>
                  <a:lnTo>
                    <a:pt x="25718" y="1387817"/>
                  </a:lnTo>
                  <a:lnTo>
                    <a:pt x="26789" y="1388522"/>
                  </a:lnTo>
                  <a:lnTo>
                    <a:pt x="27861" y="1389226"/>
                  </a:lnTo>
                  <a:lnTo>
                    <a:pt x="28933" y="1389929"/>
                  </a:lnTo>
                  <a:lnTo>
                    <a:pt x="30004" y="1390632"/>
                  </a:lnTo>
                  <a:lnTo>
                    <a:pt x="31076" y="1391333"/>
                  </a:lnTo>
                  <a:lnTo>
                    <a:pt x="32147" y="1392034"/>
                  </a:lnTo>
                  <a:lnTo>
                    <a:pt x="33219" y="1392734"/>
                  </a:lnTo>
                  <a:lnTo>
                    <a:pt x="34291" y="1393434"/>
                  </a:lnTo>
                  <a:lnTo>
                    <a:pt x="35362" y="1394132"/>
                  </a:lnTo>
                  <a:lnTo>
                    <a:pt x="36434" y="1394830"/>
                  </a:lnTo>
                  <a:lnTo>
                    <a:pt x="37505" y="1395527"/>
                  </a:lnTo>
                  <a:lnTo>
                    <a:pt x="38577" y="1396223"/>
                  </a:lnTo>
                  <a:lnTo>
                    <a:pt x="39649" y="1396918"/>
                  </a:lnTo>
                  <a:lnTo>
                    <a:pt x="40720" y="1397613"/>
                  </a:lnTo>
                  <a:lnTo>
                    <a:pt x="41792" y="1398307"/>
                  </a:lnTo>
                  <a:lnTo>
                    <a:pt x="42863" y="1399000"/>
                  </a:lnTo>
                  <a:lnTo>
                    <a:pt x="43935" y="1399692"/>
                  </a:lnTo>
                  <a:lnTo>
                    <a:pt x="45007" y="1400383"/>
                  </a:lnTo>
                  <a:lnTo>
                    <a:pt x="46078" y="1401074"/>
                  </a:lnTo>
                  <a:lnTo>
                    <a:pt x="47150" y="1401764"/>
                  </a:lnTo>
                  <a:lnTo>
                    <a:pt x="48221" y="1402453"/>
                  </a:lnTo>
                  <a:lnTo>
                    <a:pt x="49293" y="1403141"/>
                  </a:lnTo>
                  <a:lnTo>
                    <a:pt x="50365" y="1403829"/>
                  </a:lnTo>
                  <a:lnTo>
                    <a:pt x="51436" y="1404515"/>
                  </a:lnTo>
                  <a:lnTo>
                    <a:pt x="52508" y="1405201"/>
                  </a:lnTo>
                  <a:lnTo>
                    <a:pt x="53579" y="1405886"/>
                  </a:lnTo>
                  <a:lnTo>
                    <a:pt x="54651" y="1406570"/>
                  </a:lnTo>
                  <a:lnTo>
                    <a:pt x="55723" y="1407254"/>
                  </a:lnTo>
                  <a:lnTo>
                    <a:pt x="56794" y="1407936"/>
                  </a:lnTo>
                  <a:lnTo>
                    <a:pt x="57866" y="1408618"/>
                  </a:lnTo>
                  <a:lnTo>
                    <a:pt x="58937" y="1409299"/>
                  </a:lnTo>
                  <a:lnTo>
                    <a:pt x="60009" y="1409979"/>
                  </a:lnTo>
                  <a:lnTo>
                    <a:pt x="61081" y="1410659"/>
                  </a:lnTo>
                  <a:lnTo>
                    <a:pt x="62152" y="1411337"/>
                  </a:lnTo>
                  <a:lnTo>
                    <a:pt x="63224" y="1412015"/>
                  </a:lnTo>
                  <a:lnTo>
                    <a:pt x="64295" y="1412692"/>
                  </a:lnTo>
                  <a:lnTo>
                    <a:pt x="65367" y="1413368"/>
                  </a:lnTo>
                  <a:lnTo>
                    <a:pt x="66439" y="1414043"/>
                  </a:lnTo>
                  <a:lnTo>
                    <a:pt x="67510" y="1414718"/>
                  </a:lnTo>
                  <a:lnTo>
                    <a:pt x="68582" y="1415391"/>
                  </a:lnTo>
                  <a:lnTo>
                    <a:pt x="69653" y="1416064"/>
                  </a:lnTo>
                  <a:lnTo>
                    <a:pt x="70725" y="1416736"/>
                  </a:lnTo>
                  <a:lnTo>
                    <a:pt x="71797" y="1417407"/>
                  </a:lnTo>
                  <a:lnTo>
                    <a:pt x="72868" y="1418078"/>
                  </a:lnTo>
                  <a:lnTo>
                    <a:pt x="73940" y="1418747"/>
                  </a:lnTo>
                  <a:lnTo>
                    <a:pt x="75011" y="1419416"/>
                  </a:lnTo>
                  <a:lnTo>
                    <a:pt x="76083" y="1420084"/>
                  </a:lnTo>
                  <a:lnTo>
                    <a:pt x="77155" y="1420751"/>
                  </a:lnTo>
                  <a:lnTo>
                    <a:pt x="78226" y="1421417"/>
                  </a:lnTo>
                  <a:lnTo>
                    <a:pt x="79298" y="1422082"/>
                  </a:lnTo>
                  <a:lnTo>
                    <a:pt x="80369" y="1422747"/>
                  </a:lnTo>
                  <a:lnTo>
                    <a:pt x="81441" y="1423410"/>
                  </a:lnTo>
                  <a:lnTo>
                    <a:pt x="82513" y="1424073"/>
                  </a:lnTo>
                  <a:lnTo>
                    <a:pt x="83584" y="1424735"/>
                  </a:lnTo>
                  <a:lnTo>
                    <a:pt x="84656" y="1425396"/>
                  </a:lnTo>
                  <a:lnTo>
                    <a:pt x="85727" y="1426057"/>
                  </a:lnTo>
                  <a:lnTo>
                    <a:pt x="86799" y="1426716"/>
                  </a:lnTo>
                  <a:lnTo>
                    <a:pt x="87871" y="1427375"/>
                  </a:lnTo>
                  <a:lnTo>
                    <a:pt x="88942" y="1428033"/>
                  </a:lnTo>
                  <a:lnTo>
                    <a:pt x="90014" y="1428690"/>
                  </a:lnTo>
                  <a:lnTo>
                    <a:pt x="91085" y="1429346"/>
                  </a:lnTo>
                  <a:lnTo>
                    <a:pt x="92157" y="1430001"/>
                  </a:lnTo>
                  <a:lnTo>
                    <a:pt x="93229" y="1430655"/>
                  </a:lnTo>
                  <a:lnTo>
                    <a:pt x="94300" y="1431309"/>
                  </a:lnTo>
                  <a:lnTo>
                    <a:pt x="95372" y="1431962"/>
                  </a:lnTo>
                  <a:lnTo>
                    <a:pt x="96443" y="1432613"/>
                  </a:lnTo>
                  <a:lnTo>
                    <a:pt x="97515" y="1433264"/>
                  </a:lnTo>
                  <a:lnTo>
                    <a:pt x="98587" y="1433915"/>
                  </a:lnTo>
                  <a:lnTo>
                    <a:pt x="99658" y="1434564"/>
                  </a:lnTo>
                  <a:lnTo>
                    <a:pt x="100730" y="1435212"/>
                  </a:lnTo>
                  <a:lnTo>
                    <a:pt x="101801" y="1435860"/>
                  </a:lnTo>
                  <a:lnTo>
                    <a:pt x="102873" y="1436506"/>
                  </a:lnTo>
                  <a:lnTo>
                    <a:pt x="103945" y="1437152"/>
                  </a:lnTo>
                  <a:lnTo>
                    <a:pt x="105016" y="1437797"/>
                  </a:lnTo>
                  <a:lnTo>
                    <a:pt x="106088" y="1438441"/>
                  </a:lnTo>
                  <a:lnTo>
                    <a:pt x="107159" y="1439084"/>
                  </a:lnTo>
                  <a:lnTo>
                    <a:pt x="108231" y="1439727"/>
                  </a:lnTo>
                  <a:lnTo>
                    <a:pt x="109303" y="1440368"/>
                  </a:lnTo>
                  <a:lnTo>
                    <a:pt x="110374" y="1441009"/>
                  </a:lnTo>
                  <a:lnTo>
                    <a:pt x="111446" y="1441648"/>
                  </a:lnTo>
                  <a:lnTo>
                    <a:pt x="112517" y="1442287"/>
                  </a:lnTo>
                  <a:lnTo>
                    <a:pt x="113589" y="1442925"/>
                  </a:lnTo>
                  <a:lnTo>
                    <a:pt x="114661" y="1443562"/>
                  </a:lnTo>
                  <a:lnTo>
                    <a:pt x="115732" y="1444198"/>
                  </a:lnTo>
                  <a:lnTo>
                    <a:pt x="116804" y="1444833"/>
                  </a:lnTo>
                  <a:lnTo>
                    <a:pt x="117875" y="1445468"/>
                  </a:lnTo>
                  <a:lnTo>
                    <a:pt x="118947" y="1446101"/>
                  </a:lnTo>
                  <a:lnTo>
                    <a:pt x="120019" y="1446734"/>
                  </a:lnTo>
                  <a:lnTo>
                    <a:pt x="121090" y="1447365"/>
                  </a:lnTo>
                  <a:lnTo>
                    <a:pt x="122162" y="1447996"/>
                  </a:lnTo>
                  <a:lnTo>
                    <a:pt x="123233" y="1448626"/>
                  </a:lnTo>
                  <a:lnTo>
                    <a:pt x="124305" y="1449255"/>
                  </a:lnTo>
                  <a:lnTo>
                    <a:pt x="125377" y="1449883"/>
                  </a:lnTo>
                  <a:lnTo>
                    <a:pt x="126448" y="1450510"/>
                  </a:lnTo>
                  <a:lnTo>
                    <a:pt x="127520" y="1451136"/>
                  </a:lnTo>
                  <a:lnTo>
                    <a:pt x="128591" y="1451762"/>
                  </a:lnTo>
                  <a:lnTo>
                    <a:pt x="129663" y="1452386"/>
                  </a:lnTo>
                  <a:lnTo>
                    <a:pt x="130735" y="1453010"/>
                  </a:lnTo>
                  <a:lnTo>
                    <a:pt x="131806" y="1453632"/>
                  </a:lnTo>
                  <a:lnTo>
                    <a:pt x="132878" y="1454254"/>
                  </a:lnTo>
                  <a:lnTo>
                    <a:pt x="133949" y="1454875"/>
                  </a:lnTo>
                  <a:lnTo>
                    <a:pt x="135021" y="1455495"/>
                  </a:lnTo>
                  <a:lnTo>
                    <a:pt x="136093" y="1456114"/>
                  </a:lnTo>
                  <a:lnTo>
                    <a:pt x="137164" y="1456732"/>
                  </a:lnTo>
                  <a:lnTo>
                    <a:pt x="138236" y="1457349"/>
                  </a:lnTo>
                  <a:lnTo>
                    <a:pt x="139307" y="1457965"/>
                  </a:lnTo>
                  <a:lnTo>
                    <a:pt x="140379" y="1458580"/>
                  </a:lnTo>
                  <a:lnTo>
                    <a:pt x="141451" y="1459194"/>
                  </a:lnTo>
                  <a:lnTo>
                    <a:pt x="142522" y="1459808"/>
                  </a:lnTo>
                  <a:lnTo>
                    <a:pt x="143594" y="1460420"/>
                  </a:lnTo>
                  <a:lnTo>
                    <a:pt x="144665" y="1461032"/>
                  </a:lnTo>
                  <a:lnTo>
                    <a:pt x="145737" y="1461642"/>
                  </a:lnTo>
                  <a:lnTo>
                    <a:pt x="146809" y="1462252"/>
                  </a:lnTo>
                  <a:lnTo>
                    <a:pt x="147880" y="1462860"/>
                  </a:lnTo>
                  <a:lnTo>
                    <a:pt x="148952" y="1463468"/>
                  </a:lnTo>
                  <a:lnTo>
                    <a:pt x="150023" y="1464075"/>
                  </a:lnTo>
                  <a:lnTo>
                    <a:pt x="151095" y="1464681"/>
                  </a:lnTo>
                  <a:lnTo>
                    <a:pt x="152167" y="1465285"/>
                  </a:lnTo>
                  <a:lnTo>
                    <a:pt x="153238" y="1465889"/>
                  </a:lnTo>
                  <a:lnTo>
                    <a:pt x="154310" y="1466492"/>
                  </a:lnTo>
                  <a:lnTo>
                    <a:pt x="155381" y="1467094"/>
                  </a:lnTo>
                  <a:lnTo>
                    <a:pt x="156453" y="1467695"/>
                  </a:lnTo>
                  <a:lnTo>
                    <a:pt x="157525" y="1468295"/>
                  </a:lnTo>
                  <a:lnTo>
                    <a:pt x="158596" y="1468894"/>
                  </a:lnTo>
                  <a:lnTo>
                    <a:pt x="159668" y="1469492"/>
                  </a:lnTo>
                  <a:lnTo>
                    <a:pt x="160739" y="1470089"/>
                  </a:lnTo>
                  <a:lnTo>
                    <a:pt x="161811" y="1470685"/>
                  </a:lnTo>
                  <a:lnTo>
                    <a:pt x="162883" y="1471280"/>
                  </a:lnTo>
                  <a:lnTo>
                    <a:pt x="163954" y="1471875"/>
                  </a:lnTo>
                  <a:lnTo>
                    <a:pt x="165026" y="1472468"/>
                  </a:lnTo>
                  <a:lnTo>
                    <a:pt x="166097" y="1473060"/>
                  </a:lnTo>
                  <a:lnTo>
                    <a:pt x="167169" y="1473651"/>
                  </a:lnTo>
                  <a:lnTo>
                    <a:pt x="168241" y="1474241"/>
                  </a:lnTo>
                  <a:lnTo>
                    <a:pt x="169312" y="1474830"/>
                  </a:lnTo>
                  <a:lnTo>
                    <a:pt x="170384" y="1475419"/>
                  </a:lnTo>
                  <a:lnTo>
                    <a:pt x="171455" y="1476006"/>
                  </a:lnTo>
                  <a:lnTo>
                    <a:pt x="172527" y="1476592"/>
                  </a:lnTo>
                  <a:lnTo>
                    <a:pt x="173599" y="1477177"/>
                  </a:lnTo>
                  <a:lnTo>
                    <a:pt x="174670" y="1477761"/>
                  </a:lnTo>
                  <a:lnTo>
                    <a:pt x="175742" y="1478345"/>
                  </a:lnTo>
                  <a:lnTo>
                    <a:pt x="176813" y="1478927"/>
                  </a:lnTo>
                  <a:lnTo>
                    <a:pt x="177885" y="1479508"/>
                  </a:lnTo>
                  <a:lnTo>
                    <a:pt x="178956" y="1480088"/>
                  </a:lnTo>
                  <a:lnTo>
                    <a:pt x="180028" y="1480667"/>
                  </a:lnTo>
                  <a:lnTo>
                    <a:pt x="181100" y="1481245"/>
                  </a:lnTo>
                  <a:lnTo>
                    <a:pt x="182171" y="1481822"/>
                  </a:lnTo>
                  <a:lnTo>
                    <a:pt x="183243" y="1482398"/>
                  </a:lnTo>
                  <a:lnTo>
                    <a:pt x="184314" y="1482973"/>
                  </a:lnTo>
                  <a:lnTo>
                    <a:pt x="185386" y="1483547"/>
                  </a:lnTo>
                  <a:lnTo>
                    <a:pt x="186458" y="1484120"/>
                  </a:lnTo>
                  <a:lnTo>
                    <a:pt x="187529" y="1484692"/>
                  </a:lnTo>
                  <a:lnTo>
                    <a:pt x="188601" y="1485262"/>
                  </a:lnTo>
                  <a:lnTo>
                    <a:pt x="189672" y="1485832"/>
                  </a:lnTo>
                  <a:lnTo>
                    <a:pt x="190744" y="1486401"/>
                  </a:lnTo>
                  <a:lnTo>
                    <a:pt x="191816" y="1486969"/>
                  </a:lnTo>
                  <a:lnTo>
                    <a:pt x="192887" y="1487535"/>
                  </a:lnTo>
                  <a:lnTo>
                    <a:pt x="193959" y="1488101"/>
                  </a:lnTo>
                  <a:lnTo>
                    <a:pt x="195030" y="1488665"/>
                  </a:lnTo>
                  <a:lnTo>
                    <a:pt x="196102" y="1489228"/>
                  </a:lnTo>
                  <a:lnTo>
                    <a:pt x="197174" y="1489791"/>
                  </a:lnTo>
                  <a:lnTo>
                    <a:pt x="198245" y="1490352"/>
                  </a:lnTo>
                  <a:lnTo>
                    <a:pt x="199317" y="1490912"/>
                  </a:lnTo>
                  <a:lnTo>
                    <a:pt x="200388" y="1491471"/>
                  </a:lnTo>
                  <a:lnTo>
                    <a:pt x="201460" y="1492029"/>
                  </a:lnTo>
                  <a:lnTo>
                    <a:pt x="202532" y="1492586"/>
                  </a:lnTo>
                  <a:lnTo>
                    <a:pt x="203603" y="1493142"/>
                  </a:lnTo>
                  <a:lnTo>
                    <a:pt x="204675" y="1493696"/>
                  </a:lnTo>
                  <a:lnTo>
                    <a:pt x="205746" y="1494250"/>
                  </a:lnTo>
                  <a:lnTo>
                    <a:pt x="206818" y="1494803"/>
                  </a:lnTo>
                  <a:lnTo>
                    <a:pt x="207890" y="1495354"/>
                  </a:lnTo>
                  <a:lnTo>
                    <a:pt x="208961" y="1495904"/>
                  </a:lnTo>
                  <a:lnTo>
                    <a:pt x="210033" y="1496453"/>
                  </a:lnTo>
                  <a:lnTo>
                    <a:pt x="211104" y="1497001"/>
                  </a:lnTo>
                  <a:lnTo>
                    <a:pt x="212176" y="1497548"/>
                  </a:lnTo>
                  <a:lnTo>
                    <a:pt x="213248" y="1498094"/>
                  </a:lnTo>
                  <a:lnTo>
                    <a:pt x="214319" y="1498639"/>
                  </a:lnTo>
                  <a:lnTo>
                    <a:pt x="215391" y="1499182"/>
                  </a:lnTo>
                  <a:lnTo>
                    <a:pt x="216462" y="1499725"/>
                  </a:lnTo>
                  <a:lnTo>
                    <a:pt x="217534" y="1500266"/>
                  </a:lnTo>
                  <a:lnTo>
                    <a:pt x="218606" y="1500806"/>
                  </a:lnTo>
                  <a:lnTo>
                    <a:pt x="219677" y="1501345"/>
                  </a:lnTo>
                  <a:lnTo>
                    <a:pt x="220749" y="1501883"/>
                  </a:lnTo>
                  <a:lnTo>
                    <a:pt x="221820" y="1502420"/>
                  </a:lnTo>
                  <a:lnTo>
                    <a:pt x="222892" y="1502955"/>
                  </a:lnTo>
                  <a:lnTo>
                    <a:pt x="223964" y="1503490"/>
                  </a:lnTo>
                  <a:lnTo>
                    <a:pt x="225035" y="1504023"/>
                  </a:lnTo>
                  <a:lnTo>
                    <a:pt x="226107" y="1504555"/>
                  </a:lnTo>
                  <a:lnTo>
                    <a:pt x="227178" y="1505086"/>
                  </a:lnTo>
                  <a:lnTo>
                    <a:pt x="228250" y="1505615"/>
                  </a:lnTo>
                  <a:lnTo>
                    <a:pt x="229322" y="1506144"/>
                  </a:lnTo>
                  <a:lnTo>
                    <a:pt x="230393" y="1506671"/>
                  </a:lnTo>
                  <a:lnTo>
                    <a:pt x="231465" y="1507197"/>
                  </a:lnTo>
                  <a:lnTo>
                    <a:pt x="232536" y="1507722"/>
                  </a:lnTo>
                  <a:lnTo>
                    <a:pt x="233608" y="1508246"/>
                  </a:lnTo>
                  <a:lnTo>
                    <a:pt x="234680" y="1508768"/>
                  </a:lnTo>
                  <a:lnTo>
                    <a:pt x="235751" y="1509290"/>
                  </a:lnTo>
                  <a:lnTo>
                    <a:pt x="236823" y="1509810"/>
                  </a:lnTo>
                  <a:lnTo>
                    <a:pt x="237894" y="1510329"/>
                  </a:lnTo>
                  <a:lnTo>
                    <a:pt x="238966" y="1510846"/>
                  </a:lnTo>
                  <a:lnTo>
                    <a:pt x="240038" y="1511363"/>
                  </a:lnTo>
                  <a:lnTo>
                    <a:pt x="241109" y="1511878"/>
                  </a:lnTo>
                  <a:lnTo>
                    <a:pt x="242181" y="1512392"/>
                  </a:lnTo>
                  <a:lnTo>
                    <a:pt x="243252" y="1512905"/>
                  </a:lnTo>
                  <a:lnTo>
                    <a:pt x="244324" y="1513416"/>
                  </a:lnTo>
                  <a:lnTo>
                    <a:pt x="245396" y="1513926"/>
                  </a:lnTo>
                  <a:lnTo>
                    <a:pt x="246467" y="1514435"/>
                  </a:lnTo>
                  <a:lnTo>
                    <a:pt x="247539" y="1514943"/>
                  </a:lnTo>
                  <a:lnTo>
                    <a:pt x="248610" y="1515450"/>
                  </a:lnTo>
                  <a:lnTo>
                    <a:pt x="249682" y="1515955"/>
                  </a:lnTo>
                  <a:lnTo>
                    <a:pt x="250754" y="1516459"/>
                  </a:lnTo>
                  <a:lnTo>
                    <a:pt x="251825" y="1516961"/>
                  </a:lnTo>
                  <a:lnTo>
                    <a:pt x="252897" y="1517463"/>
                  </a:lnTo>
                  <a:lnTo>
                    <a:pt x="253968" y="1517963"/>
                  </a:lnTo>
                  <a:lnTo>
                    <a:pt x="255040" y="1518462"/>
                  </a:lnTo>
                  <a:lnTo>
                    <a:pt x="256112" y="1518959"/>
                  </a:lnTo>
                  <a:lnTo>
                    <a:pt x="257183" y="1519455"/>
                  </a:lnTo>
                  <a:lnTo>
                    <a:pt x="258255" y="1519950"/>
                  </a:lnTo>
                  <a:lnTo>
                    <a:pt x="259326" y="1520444"/>
                  </a:lnTo>
                  <a:lnTo>
                    <a:pt x="260398" y="1520936"/>
                  </a:lnTo>
                  <a:lnTo>
                    <a:pt x="261470" y="1521427"/>
                  </a:lnTo>
                  <a:lnTo>
                    <a:pt x="262541" y="1521917"/>
                  </a:lnTo>
                  <a:lnTo>
                    <a:pt x="263613" y="1522405"/>
                  </a:lnTo>
                  <a:lnTo>
                    <a:pt x="264684" y="1522892"/>
                  </a:lnTo>
                  <a:lnTo>
                    <a:pt x="265756" y="1523377"/>
                  </a:lnTo>
                  <a:lnTo>
                    <a:pt x="266828" y="1523862"/>
                  </a:lnTo>
                  <a:lnTo>
                    <a:pt x="267899" y="1524345"/>
                  </a:lnTo>
                  <a:lnTo>
                    <a:pt x="268971" y="1524826"/>
                  </a:lnTo>
                  <a:lnTo>
                    <a:pt x="270042" y="1525306"/>
                  </a:lnTo>
                  <a:lnTo>
                    <a:pt x="271114" y="1525785"/>
                  </a:lnTo>
                  <a:lnTo>
                    <a:pt x="272186" y="1526263"/>
                  </a:lnTo>
                  <a:lnTo>
                    <a:pt x="273257" y="1526739"/>
                  </a:lnTo>
                  <a:lnTo>
                    <a:pt x="274329" y="1527213"/>
                  </a:lnTo>
                  <a:lnTo>
                    <a:pt x="275400" y="1527687"/>
                  </a:lnTo>
                  <a:lnTo>
                    <a:pt x="276472" y="1528159"/>
                  </a:lnTo>
                  <a:lnTo>
                    <a:pt x="277544" y="1528629"/>
                  </a:lnTo>
                  <a:lnTo>
                    <a:pt x="278615" y="1529098"/>
                  </a:lnTo>
                  <a:lnTo>
                    <a:pt x="279687" y="1529566"/>
                  </a:lnTo>
                  <a:lnTo>
                    <a:pt x="280758" y="1530032"/>
                  </a:lnTo>
                  <a:lnTo>
                    <a:pt x="281830" y="1530497"/>
                  </a:lnTo>
                  <a:lnTo>
                    <a:pt x="282902" y="1530960"/>
                  </a:lnTo>
                  <a:lnTo>
                    <a:pt x="283973" y="1531422"/>
                  </a:lnTo>
                  <a:lnTo>
                    <a:pt x="285045" y="1531883"/>
                  </a:lnTo>
                  <a:lnTo>
                    <a:pt x="286116" y="1532342"/>
                  </a:lnTo>
                  <a:lnTo>
                    <a:pt x="287188" y="1532799"/>
                  </a:lnTo>
                  <a:lnTo>
                    <a:pt x="288260" y="1533255"/>
                  </a:lnTo>
                  <a:lnTo>
                    <a:pt x="289331" y="1533710"/>
                  </a:lnTo>
                  <a:lnTo>
                    <a:pt x="290403" y="1534163"/>
                  </a:lnTo>
                  <a:lnTo>
                    <a:pt x="291474" y="1534614"/>
                  </a:lnTo>
                  <a:lnTo>
                    <a:pt x="292546" y="1535064"/>
                  </a:lnTo>
                  <a:lnTo>
                    <a:pt x="293618" y="1535513"/>
                  </a:lnTo>
                  <a:lnTo>
                    <a:pt x="294689" y="1535960"/>
                  </a:lnTo>
                  <a:lnTo>
                    <a:pt x="295761" y="1536405"/>
                  </a:lnTo>
                  <a:lnTo>
                    <a:pt x="296832" y="1536849"/>
                  </a:lnTo>
                  <a:lnTo>
                    <a:pt x="297904" y="1537291"/>
                  </a:lnTo>
                  <a:lnTo>
                    <a:pt x="298976" y="1537731"/>
                  </a:lnTo>
                  <a:lnTo>
                    <a:pt x="300047" y="1538170"/>
                  </a:lnTo>
                  <a:lnTo>
                    <a:pt x="301119" y="1538608"/>
                  </a:lnTo>
                  <a:lnTo>
                    <a:pt x="302190" y="1539043"/>
                  </a:lnTo>
                  <a:lnTo>
                    <a:pt x="303262" y="1539477"/>
                  </a:lnTo>
                  <a:lnTo>
                    <a:pt x="304334" y="1539910"/>
                  </a:lnTo>
                  <a:lnTo>
                    <a:pt x="305405" y="1540340"/>
                  </a:lnTo>
                  <a:lnTo>
                    <a:pt x="306477" y="1540770"/>
                  </a:lnTo>
                  <a:lnTo>
                    <a:pt x="307548" y="1541197"/>
                  </a:lnTo>
                  <a:lnTo>
                    <a:pt x="308620" y="1541623"/>
                  </a:lnTo>
                  <a:lnTo>
                    <a:pt x="309692" y="1542046"/>
                  </a:lnTo>
                  <a:lnTo>
                    <a:pt x="310763" y="1542469"/>
                  </a:lnTo>
                  <a:lnTo>
                    <a:pt x="311835" y="1542889"/>
                  </a:lnTo>
                  <a:lnTo>
                    <a:pt x="312906" y="1543308"/>
                  </a:lnTo>
                  <a:lnTo>
                    <a:pt x="313978" y="1543725"/>
                  </a:lnTo>
                  <a:lnTo>
                    <a:pt x="315050" y="1544140"/>
                  </a:lnTo>
                  <a:lnTo>
                    <a:pt x="316121" y="1544553"/>
                  </a:lnTo>
                  <a:lnTo>
                    <a:pt x="317193" y="1544965"/>
                  </a:lnTo>
                  <a:lnTo>
                    <a:pt x="318264" y="1545375"/>
                  </a:lnTo>
                  <a:lnTo>
                    <a:pt x="319336" y="1545783"/>
                  </a:lnTo>
                  <a:lnTo>
                    <a:pt x="320408" y="1546189"/>
                  </a:lnTo>
                  <a:lnTo>
                    <a:pt x="321479" y="1546594"/>
                  </a:lnTo>
                  <a:lnTo>
                    <a:pt x="322551" y="1546996"/>
                  </a:lnTo>
                  <a:lnTo>
                    <a:pt x="323622" y="1547397"/>
                  </a:lnTo>
                  <a:lnTo>
                    <a:pt x="324694" y="1547796"/>
                  </a:lnTo>
                  <a:lnTo>
                    <a:pt x="325766" y="1548193"/>
                  </a:lnTo>
                  <a:lnTo>
                    <a:pt x="326837" y="1548588"/>
                  </a:lnTo>
                  <a:lnTo>
                    <a:pt x="327909" y="1548981"/>
                  </a:lnTo>
                  <a:lnTo>
                    <a:pt x="328980" y="1549372"/>
                  </a:lnTo>
                  <a:lnTo>
                    <a:pt x="330052" y="1549761"/>
                  </a:lnTo>
                  <a:lnTo>
                    <a:pt x="331124" y="1550149"/>
                  </a:lnTo>
                  <a:lnTo>
                    <a:pt x="332195" y="1550534"/>
                  </a:lnTo>
                  <a:lnTo>
                    <a:pt x="333267" y="1550918"/>
                  </a:lnTo>
                  <a:lnTo>
                    <a:pt x="334338" y="1551299"/>
                  </a:lnTo>
                  <a:lnTo>
                    <a:pt x="335410" y="1551679"/>
                  </a:lnTo>
                  <a:lnTo>
                    <a:pt x="336482" y="1552056"/>
                  </a:lnTo>
                  <a:lnTo>
                    <a:pt x="337553" y="1552432"/>
                  </a:lnTo>
                  <a:lnTo>
                    <a:pt x="338625" y="1552805"/>
                  </a:lnTo>
                  <a:lnTo>
                    <a:pt x="339696" y="1553177"/>
                  </a:lnTo>
                  <a:lnTo>
                    <a:pt x="340768" y="1553546"/>
                  </a:lnTo>
                  <a:lnTo>
                    <a:pt x="341840" y="1553914"/>
                  </a:lnTo>
                  <a:lnTo>
                    <a:pt x="342911" y="1554279"/>
                  </a:lnTo>
                  <a:lnTo>
                    <a:pt x="343983" y="1554642"/>
                  </a:lnTo>
                  <a:lnTo>
                    <a:pt x="345054" y="1555004"/>
                  </a:lnTo>
                  <a:lnTo>
                    <a:pt x="346126" y="1555363"/>
                  </a:lnTo>
                  <a:lnTo>
                    <a:pt x="347198" y="1555720"/>
                  </a:lnTo>
                  <a:lnTo>
                    <a:pt x="348269" y="1556075"/>
                  </a:lnTo>
                  <a:lnTo>
                    <a:pt x="349341" y="1556428"/>
                  </a:lnTo>
                  <a:lnTo>
                    <a:pt x="350412" y="1556778"/>
                  </a:lnTo>
                  <a:lnTo>
                    <a:pt x="351484" y="1557127"/>
                  </a:lnTo>
                  <a:lnTo>
                    <a:pt x="352556" y="1557473"/>
                  </a:lnTo>
                  <a:lnTo>
                    <a:pt x="353627" y="1557818"/>
                  </a:lnTo>
                  <a:lnTo>
                    <a:pt x="354699" y="1558160"/>
                  </a:lnTo>
                  <a:lnTo>
                    <a:pt x="355770" y="1558500"/>
                  </a:lnTo>
                  <a:lnTo>
                    <a:pt x="356842" y="1558837"/>
                  </a:lnTo>
                  <a:lnTo>
                    <a:pt x="357913" y="1559173"/>
                  </a:lnTo>
                  <a:lnTo>
                    <a:pt x="358985" y="1559506"/>
                  </a:lnTo>
                  <a:lnTo>
                    <a:pt x="360057" y="1559837"/>
                  </a:lnTo>
                  <a:lnTo>
                    <a:pt x="361128" y="1560166"/>
                  </a:lnTo>
                  <a:lnTo>
                    <a:pt x="362200" y="1560493"/>
                  </a:lnTo>
                  <a:lnTo>
                    <a:pt x="363271" y="1560817"/>
                  </a:lnTo>
                  <a:lnTo>
                    <a:pt x="364343" y="1561139"/>
                  </a:lnTo>
                  <a:lnTo>
                    <a:pt x="365415" y="1561459"/>
                  </a:lnTo>
                  <a:lnTo>
                    <a:pt x="366486" y="1561776"/>
                  </a:lnTo>
                  <a:lnTo>
                    <a:pt x="367558" y="1562092"/>
                  </a:lnTo>
                  <a:lnTo>
                    <a:pt x="368629" y="1562404"/>
                  </a:lnTo>
                  <a:lnTo>
                    <a:pt x="369701" y="1562715"/>
                  </a:lnTo>
                  <a:lnTo>
                    <a:pt x="370773" y="1563023"/>
                  </a:lnTo>
                  <a:lnTo>
                    <a:pt x="371844" y="1563329"/>
                  </a:lnTo>
                  <a:lnTo>
                    <a:pt x="372916" y="1563633"/>
                  </a:lnTo>
                  <a:lnTo>
                    <a:pt x="373987" y="1563934"/>
                  </a:lnTo>
                  <a:lnTo>
                    <a:pt x="375059" y="1564233"/>
                  </a:lnTo>
                  <a:lnTo>
                    <a:pt x="376131" y="1564529"/>
                  </a:lnTo>
                  <a:lnTo>
                    <a:pt x="377202" y="1564823"/>
                  </a:lnTo>
                  <a:lnTo>
                    <a:pt x="378274" y="1565115"/>
                  </a:lnTo>
                  <a:lnTo>
                    <a:pt x="379345" y="1565404"/>
                  </a:lnTo>
                  <a:lnTo>
                    <a:pt x="380417" y="1565691"/>
                  </a:lnTo>
                  <a:lnTo>
                    <a:pt x="381489" y="1565975"/>
                  </a:lnTo>
                  <a:lnTo>
                    <a:pt x="382560" y="1566257"/>
                  </a:lnTo>
                  <a:lnTo>
                    <a:pt x="383632" y="1566536"/>
                  </a:lnTo>
                  <a:lnTo>
                    <a:pt x="384703" y="1566813"/>
                  </a:lnTo>
                  <a:lnTo>
                    <a:pt x="385775" y="1567088"/>
                  </a:lnTo>
                  <a:lnTo>
                    <a:pt x="386847" y="1567360"/>
                  </a:lnTo>
                  <a:lnTo>
                    <a:pt x="387918" y="1567629"/>
                  </a:lnTo>
                  <a:lnTo>
                    <a:pt x="388990" y="1567896"/>
                  </a:lnTo>
                  <a:lnTo>
                    <a:pt x="390061" y="1568161"/>
                  </a:lnTo>
                  <a:lnTo>
                    <a:pt x="391133" y="1568423"/>
                  </a:lnTo>
                  <a:lnTo>
                    <a:pt x="392205" y="1568682"/>
                  </a:lnTo>
                  <a:lnTo>
                    <a:pt x="393276" y="1568939"/>
                  </a:lnTo>
                  <a:lnTo>
                    <a:pt x="394348" y="1569193"/>
                  </a:lnTo>
                  <a:lnTo>
                    <a:pt x="395419" y="1569445"/>
                  </a:lnTo>
                  <a:lnTo>
                    <a:pt x="396491" y="1569694"/>
                  </a:lnTo>
                  <a:lnTo>
                    <a:pt x="397563" y="1569941"/>
                  </a:lnTo>
                  <a:lnTo>
                    <a:pt x="398634" y="1570185"/>
                  </a:lnTo>
                  <a:lnTo>
                    <a:pt x="399706" y="1570426"/>
                  </a:lnTo>
                  <a:lnTo>
                    <a:pt x="400777" y="1570665"/>
                  </a:lnTo>
                  <a:lnTo>
                    <a:pt x="401849" y="1570901"/>
                  </a:lnTo>
                  <a:lnTo>
                    <a:pt x="402921" y="1571135"/>
                  </a:lnTo>
                  <a:lnTo>
                    <a:pt x="403992" y="1571366"/>
                  </a:lnTo>
                  <a:lnTo>
                    <a:pt x="405064" y="1571594"/>
                  </a:lnTo>
                  <a:lnTo>
                    <a:pt x="406135" y="1571820"/>
                  </a:lnTo>
                  <a:lnTo>
                    <a:pt x="407207" y="1572043"/>
                  </a:lnTo>
                  <a:lnTo>
                    <a:pt x="408279" y="1572263"/>
                  </a:lnTo>
                  <a:lnTo>
                    <a:pt x="409350" y="1572480"/>
                  </a:lnTo>
                  <a:lnTo>
                    <a:pt x="410422" y="1572695"/>
                  </a:lnTo>
                  <a:lnTo>
                    <a:pt x="411493" y="1572907"/>
                  </a:lnTo>
                  <a:lnTo>
                    <a:pt x="412565" y="1573117"/>
                  </a:lnTo>
                  <a:lnTo>
                    <a:pt x="413637" y="1573323"/>
                  </a:lnTo>
                  <a:lnTo>
                    <a:pt x="414708" y="1573527"/>
                  </a:lnTo>
                  <a:lnTo>
                    <a:pt x="415780" y="1573729"/>
                  </a:lnTo>
                  <a:lnTo>
                    <a:pt x="416851" y="1573927"/>
                  </a:lnTo>
                  <a:lnTo>
                    <a:pt x="417923" y="1574123"/>
                  </a:lnTo>
                  <a:lnTo>
                    <a:pt x="418995" y="1574316"/>
                  </a:lnTo>
                  <a:lnTo>
                    <a:pt x="420066" y="1574506"/>
                  </a:lnTo>
                  <a:lnTo>
                    <a:pt x="421138" y="1574693"/>
                  </a:lnTo>
                  <a:lnTo>
                    <a:pt x="422209" y="1574878"/>
                  </a:lnTo>
                  <a:lnTo>
                    <a:pt x="423281" y="1575060"/>
                  </a:lnTo>
                  <a:lnTo>
                    <a:pt x="424353" y="1575239"/>
                  </a:lnTo>
                  <a:lnTo>
                    <a:pt x="425424" y="1575415"/>
                  </a:lnTo>
                  <a:lnTo>
                    <a:pt x="426496" y="1575588"/>
                  </a:lnTo>
                  <a:lnTo>
                    <a:pt x="427567" y="1575758"/>
                  </a:lnTo>
                  <a:lnTo>
                    <a:pt x="428639" y="1575926"/>
                  </a:lnTo>
                  <a:lnTo>
                    <a:pt x="429711" y="1576091"/>
                  </a:lnTo>
                  <a:lnTo>
                    <a:pt x="430782" y="1576253"/>
                  </a:lnTo>
                  <a:lnTo>
                    <a:pt x="431854" y="1576412"/>
                  </a:lnTo>
                  <a:lnTo>
                    <a:pt x="432925" y="1576568"/>
                  </a:lnTo>
                  <a:lnTo>
                    <a:pt x="433997" y="1576721"/>
                  </a:lnTo>
                  <a:lnTo>
                    <a:pt x="435069" y="1576871"/>
                  </a:lnTo>
                  <a:lnTo>
                    <a:pt x="436140" y="1577019"/>
                  </a:lnTo>
                  <a:lnTo>
                    <a:pt x="437212" y="1577163"/>
                  </a:lnTo>
                  <a:lnTo>
                    <a:pt x="438283" y="1577305"/>
                  </a:lnTo>
                  <a:lnTo>
                    <a:pt x="439355" y="1577444"/>
                  </a:lnTo>
                  <a:lnTo>
                    <a:pt x="440427" y="1577579"/>
                  </a:lnTo>
                  <a:lnTo>
                    <a:pt x="441498" y="1577712"/>
                  </a:lnTo>
                  <a:lnTo>
                    <a:pt x="442570" y="1577842"/>
                  </a:lnTo>
                  <a:lnTo>
                    <a:pt x="443641" y="1577969"/>
                  </a:lnTo>
                  <a:lnTo>
                    <a:pt x="444713" y="1578093"/>
                  </a:lnTo>
                  <a:lnTo>
                    <a:pt x="445785" y="1578214"/>
                  </a:lnTo>
                  <a:lnTo>
                    <a:pt x="446856" y="1578332"/>
                  </a:lnTo>
                  <a:lnTo>
                    <a:pt x="447928" y="1578447"/>
                  </a:lnTo>
                  <a:lnTo>
                    <a:pt x="448999" y="1578559"/>
                  </a:lnTo>
                  <a:lnTo>
                    <a:pt x="450071" y="1578668"/>
                  </a:lnTo>
                  <a:lnTo>
                    <a:pt x="451143" y="1578774"/>
                  </a:lnTo>
                  <a:lnTo>
                    <a:pt x="452214" y="1578877"/>
                  </a:lnTo>
                  <a:lnTo>
                    <a:pt x="453286" y="1578977"/>
                  </a:lnTo>
                  <a:lnTo>
                    <a:pt x="454357" y="1579074"/>
                  </a:lnTo>
                  <a:lnTo>
                    <a:pt x="455429" y="1579168"/>
                  </a:lnTo>
                  <a:lnTo>
                    <a:pt x="456501" y="1579259"/>
                  </a:lnTo>
                  <a:lnTo>
                    <a:pt x="457572" y="1579346"/>
                  </a:lnTo>
                  <a:lnTo>
                    <a:pt x="458644" y="1579431"/>
                  </a:lnTo>
                  <a:lnTo>
                    <a:pt x="459715" y="1579513"/>
                  </a:lnTo>
                  <a:lnTo>
                    <a:pt x="460787" y="1579592"/>
                  </a:lnTo>
                  <a:lnTo>
                    <a:pt x="461859" y="1579667"/>
                  </a:lnTo>
                  <a:lnTo>
                    <a:pt x="462930" y="1579740"/>
                  </a:lnTo>
                  <a:lnTo>
                    <a:pt x="464002" y="1579809"/>
                  </a:lnTo>
                  <a:lnTo>
                    <a:pt x="465073" y="1579875"/>
                  </a:lnTo>
                  <a:lnTo>
                    <a:pt x="466145" y="1579939"/>
                  </a:lnTo>
                  <a:lnTo>
                    <a:pt x="467217" y="1579999"/>
                  </a:lnTo>
                  <a:lnTo>
                    <a:pt x="468288" y="1580056"/>
                  </a:lnTo>
                  <a:lnTo>
                    <a:pt x="469360" y="1580110"/>
                  </a:lnTo>
                  <a:lnTo>
                    <a:pt x="470431" y="1580160"/>
                  </a:lnTo>
                  <a:lnTo>
                    <a:pt x="471503" y="1580208"/>
                  </a:lnTo>
                  <a:lnTo>
                    <a:pt x="472575" y="1580253"/>
                  </a:lnTo>
                  <a:lnTo>
                    <a:pt x="473646" y="1580294"/>
                  </a:lnTo>
                  <a:lnTo>
                    <a:pt x="474718" y="1580332"/>
                  </a:lnTo>
                  <a:lnTo>
                    <a:pt x="475789" y="1580367"/>
                  </a:lnTo>
                  <a:lnTo>
                    <a:pt x="476861" y="1580399"/>
                  </a:lnTo>
                  <a:lnTo>
                    <a:pt x="477933" y="1580428"/>
                  </a:lnTo>
                  <a:lnTo>
                    <a:pt x="479004" y="1580454"/>
                  </a:lnTo>
                  <a:lnTo>
                    <a:pt x="480076" y="1580477"/>
                  </a:lnTo>
                  <a:lnTo>
                    <a:pt x="481147" y="1580496"/>
                  </a:lnTo>
                  <a:lnTo>
                    <a:pt x="482219" y="1580512"/>
                  </a:lnTo>
                  <a:lnTo>
                    <a:pt x="483291" y="1580525"/>
                  </a:lnTo>
                  <a:lnTo>
                    <a:pt x="484362" y="1580535"/>
                  </a:lnTo>
                  <a:lnTo>
                    <a:pt x="485434" y="1580542"/>
                  </a:lnTo>
                  <a:lnTo>
                    <a:pt x="486505" y="1580545"/>
                  </a:lnTo>
                  <a:lnTo>
                    <a:pt x="487577" y="1580546"/>
                  </a:lnTo>
                  <a:lnTo>
                    <a:pt x="488649" y="1580543"/>
                  </a:lnTo>
                  <a:lnTo>
                    <a:pt x="489720" y="1580537"/>
                  </a:lnTo>
                  <a:lnTo>
                    <a:pt x="490792" y="1580528"/>
                  </a:lnTo>
                  <a:lnTo>
                    <a:pt x="491863" y="1580515"/>
                  </a:lnTo>
                  <a:lnTo>
                    <a:pt x="492935" y="1580499"/>
                  </a:lnTo>
                  <a:lnTo>
                    <a:pt x="494007" y="1580481"/>
                  </a:lnTo>
                  <a:lnTo>
                    <a:pt x="495078" y="1580459"/>
                  </a:lnTo>
                  <a:lnTo>
                    <a:pt x="496150" y="1580433"/>
                  </a:lnTo>
                  <a:lnTo>
                    <a:pt x="497221" y="1580405"/>
                  </a:lnTo>
                  <a:lnTo>
                    <a:pt x="498293" y="1580373"/>
                  </a:lnTo>
                  <a:lnTo>
                    <a:pt x="499365" y="1580338"/>
                  </a:lnTo>
                  <a:lnTo>
                    <a:pt x="500436" y="1580300"/>
                  </a:lnTo>
                  <a:lnTo>
                    <a:pt x="501508" y="1580259"/>
                  </a:lnTo>
                  <a:lnTo>
                    <a:pt x="502579" y="1580214"/>
                  </a:lnTo>
                  <a:lnTo>
                    <a:pt x="503651" y="1580166"/>
                  </a:lnTo>
                  <a:lnTo>
                    <a:pt x="504723" y="1580116"/>
                  </a:lnTo>
                  <a:lnTo>
                    <a:pt x="505794" y="1580061"/>
                  </a:lnTo>
                  <a:lnTo>
                    <a:pt x="506866" y="1580004"/>
                  </a:lnTo>
                  <a:lnTo>
                    <a:pt x="507937" y="1579943"/>
                  </a:lnTo>
                  <a:lnTo>
                    <a:pt x="509009" y="1579879"/>
                  </a:lnTo>
                  <a:lnTo>
                    <a:pt x="510081" y="1579812"/>
                  </a:lnTo>
                  <a:lnTo>
                    <a:pt x="511152" y="1579742"/>
                  </a:lnTo>
                  <a:lnTo>
                    <a:pt x="512224" y="1579668"/>
                  </a:lnTo>
                  <a:lnTo>
                    <a:pt x="513295" y="1579591"/>
                  </a:lnTo>
                  <a:lnTo>
                    <a:pt x="514367" y="1579511"/>
                  </a:lnTo>
                  <a:lnTo>
                    <a:pt x="515439" y="1579428"/>
                  </a:lnTo>
                  <a:lnTo>
                    <a:pt x="516510" y="1579341"/>
                  </a:lnTo>
                  <a:lnTo>
                    <a:pt x="517582" y="1579252"/>
                  </a:lnTo>
                  <a:lnTo>
                    <a:pt x="518653" y="1579159"/>
                  </a:lnTo>
                  <a:lnTo>
                    <a:pt x="519725" y="1579063"/>
                  </a:lnTo>
                  <a:lnTo>
                    <a:pt x="520797" y="1578963"/>
                  </a:lnTo>
                  <a:lnTo>
                    <a:pt x="521868" y="1578860"/>
                  </a:lnTo>
                  <a:lnTo>
                    <a:pt x="522940" y="1578754"/>
                  </a:lnTo>
                  <a:lnTo>
                    <a:pt x="524011" y="1578645"/>
                  </a:lnTo>
                  <a:lnTo>
                    <a:pt x="525083" y="1578533"/>
                  </a:lnTo>
                  <a:lnTo>
                    <a:pt x="526155" y="1578417"/>
                  </a:lnTo>
                  <a:lnTo>
                    <a:pt x="527226" y="1578299"/>
                  </a:lnTo>
                  <a:lnTo>
                    <a:pt x="528298" y="1578176"/>
                  </a:lnTo>
                  <a:lnTo>
                    <a:pt x="529369" y="1578051"/>
                  </a:lnTo>
                  <a:lnTo>
                    <a:pt x="530441" y="1577923"/>
                  </a:lnTo>
                  <a:lnTo>
                    <a:pt x="531513" y="1577791"/>
                  </a:lnTo>
                  <a:lnTo>
                    <a:pt x="532584" y="1577656"/>
                  </a:lnTo>
                  <a:lnTo>
                    <a:pt x="533656" y="1577518"/>
                  </a:lnTo>
                  <a:lnTo>
                    <a:pt x="534727" y="1577377"/>
                  </a:lnTo>
                  <a:lnTo>
                    <a:pt x="535799" y="1577232"/>
                  </a:lnTo>
                  <a:lnTo>
                    <a:pt x="536870" y="1577084"/>
                  </a:lnTo>
                  <a:lnTo>
                    <a:pt x="537942" y="1576933"/>
                  </a:lnTo>
                  <a:lnTo>
                    <a:pt x="539014" y="1576779"/>
                  </a:lnTo>
                  <a:lnTo>
                    <a:pt x="540085" y="1576622"/>
                  </a:lnTo>
                  <a:lnTo>
                    <a:pt x="541157" y="1576461"/>
                  </a:lnTo>
                  <a:lnTo>
                    <a:pt x="542228" y="1576297"/>
                  </a:lnTo>
                  <a:lnTo>
                    <a:pt x="543300" y="1576130"/>
                  </a:lnTo>
                  <a:lnTo>
                    <a:pt x="544372" y="1575960"/>
                  </a:lnTo>
                  <a:lnTo>
                    <a:pt x="545443" y="1575787"/>
                  </a:lnTo>
                  <a:lnTo>
                    <a:pt x="546515" y="1575610"/>
                  </a:lnTo>
                  <a:lnTo>
                    <a:pt x="547586" y="1575431"/>
                  </a:lnTo>
                  <a:lnTo>
                    <a:pt x="548658" y="1575248"/>
                  </a:lnTo>
                  <a:lnTo>
                    <a:pt x="549730" y="1575062"/>
                  </a:lnTo>
                  <a:lnTo>
                    <a:pt x="550801" y="1574873"/>
                  </a:lnTo>
                  <a:lnTo>
                    <a:pt x="551873" y="1574680"/>
                  </a:lnTo>
                  <a:lnTo>
                    <a:pt x="552944" y="1574485"/>
                  </a:lnTo>
                  <a:lnTo>
                    <a:pt x="554016" y="1574286"/>
                  </a:lnTo>
                  <a:lnTo>
                    <a:pt x="555088" y="1574084"/>
                  </a:lnTo>
                  <a:lnTo>
                    <a:pt x="556159" y="1573879"/>
                  </a:lnTo>
                  <a:lnTo>
                    <a:pt x="557231" y="1573671"/>
                  </a:lnTo>
                  <a:lnTo>
                    <a:pt x="558302" y="1573460"/>
                  </a:lnTo>
                  <a:lnTo>
                    <a:pt x="559374" y="1573246"/>
                  </a:lnTo>
                  <a:lnTo>
                    <a:pt x="560446" y="1573028"/>
                  </a:lnTo>
                  <a:lnTo>
                    <a:pt x="561517" y="1572808"/>
                  </a:lnTo>
                  <a:lnTo>
                    <a:pt x="562589" y="1572584"/>
                  </a:lnTo>
                  <a:lnTo>
                    <a:pt x="563660" y="1572357"/>
                  </a:lnTo>
                  <a:lnTo>
                    <a:pt x="564732" y="1572127"/>
                  </a:lnTo>
                  <a:lnTo>
                    <a:pt x="565804" y="1571894"/>
                  </a:lnTo>
                  <a:lnTo>
                    <a:pt x="566875" y="1571658"/>
                  </a:lnTo>
                  <a:lnTo>
                    <a:pt x="567947" y="1571419"/>
                  </a:lnTo>
                  <a:lnTo>
                    <a:pt x="569018" y="1571177"/>
                  </a:lnTo>
                  <a:lnTo>
                    <a:pt x="570090" y="1570932"/>
                  </a:lnTo>
                  <a:lnTo>
                    <a:pt x="571162" y="1570684"/>
                  </a:lnTo>
                  <a:lnTo>
                    <a:pt x="572233" y="1570432"/>
                  </a:lnTo>
                  <a:lnTo>
                    <a:pt x="573305" y="1570178"/>
                  </a:lnTo>
                  <a:lnTo>
                    <a:pt x="574376" y="1569920"/>
                  </a:lnTo>
                  <a:lnTo>
                    <a:pt x="575448" y="1569660"/>
                  </a:lnTo>
                  <a:lnTo>
                    <a:pt x="576520" y="1569397"/>
                  </a:lnTo>
                  <a:lnTo>
                    <a:pt x="577591" y="1569130"/>
                  </a:lnTo>
                  <a:lnTo>
                    <a:pt x="578663" y="1568861"/>
                  </a:lnTo>
                  <a:lnTo>
                    <a:pt x="579734" y="1568588"/>
                  </a:lnTo>
                  <a:lnTo>
                    <a:pt x="580806" y="1568313"/>
                  </a:lnTo>
                  <a:lnTo>
                    <a:pt x="581878" y="1568034"/>
                  </a:lnTo>
                  <a:lnTo>
                    <a:pt x="582949" y="1567753"/>
                  </a:lnTo>
                  <a:lnTo>
                    <a:pt x="584021" y="1567469"/>
                  </a:lnTo>
                  <a:lnTo>
                    <a:pt x="585092" y="1567181"/>
                  </a:lnTo>
                  <a:lnTo>
                    <a:pt x="586164" y="1566891"/>
                  </a:lnTo>
                  <a:lnTo>
                    <a:pt x="587236" y="1566598"/>
                  </a:lnTo>
                  <a:lnTo>
                    <a:pt x="588307" y="1566302"/>
                  </a:lnTo>
                  <a:lnTo>
                    <a:pt x="589379" y="1566003"/>
                  </a:lnTo>
                  <a:lnTo>
                    <a:pt x="590450" y="1565701"/>
                  </a:lnTo>
                  <a:lnTo>
                    <a:pt x="591522" y="1565396"/>
                  </a:lnTo>
                  <a:lnTo>
                    <a:pt x="592594" y="1565088"/>
                  </a:lnTo>
                  <a:lnTo>
                    <a:pt x="593665" y="1564778"/>
                  </a:lnTo>
                  <a:lnTo>
                    <a:pt x="594737" y="1564464"/>
                  </a:lnTo>
                  <a:lnTo>
                    <a:pt x="595808" y="1564148"/>
                  </a:lnTo>
                  <a:lnTo>
                    <a:pt x="596880" y="1563829"/>
                  </a:lnTo>
                  <a:lnTo>
                    <a:pt x="597952" y="1563507"/>
                  </a:lnTo>
                  <a:lnTo>
                    <a:pt x="599023" y="1563182"/>
                  </a:lnTo>
                  <a:lnTo>
                    <a:pt x="600095" y="1562854"/>
                  </a:lnTo>
                  <a:lnTo>
                    <a:pt x="601166" y="1562524"/>
                  </a:lnTo>
                  <a:lnTo>
                    <a:pt x="602238" y="1562191"/>
                  </a:lnTo>
                  <a:lnTo>
                    <a:pt x="603310" y="1561855"/>
                  </a:lnTo>
                  <a:lnTo>
                    <a:pt x="604381" y="1561516"/>
                  </a:lnTo>
                  <a:lnTo>
                    <a:pt x="605453" y="1561174"/>
                  </a:lnTo>
                  <a:lnTo>
                    <a:pt x="606524" y="1560830"/>
                  </a:lnTo>
                  <a:lnTo>
                    <a:pt x="607596" y="1560483"/>
                  </a:lnTo>
                  <a:lnTo>
                    <a:pt x="608668" y="1560133"/>
                  </a:lnTo>
                  <a:lnTo>
                    <a:pt x="609739" y="1559781"/>
                  </a:lnTo>
                  <a:lnTo>
                    <a:pt x="610811" y="1559425"/>
                  </a:lnTo>
                  <a:lnTo>
                    <a:pt x="611882" y="1559068"/>
                  </a:lnTo>
                  <a:lnTo>
                    <a:pt x="612954" y="1558707"/>
                  </a:lnTo>
                  <a:lnTo>
                    <a:pt x="614026" y="1558344"/>
                  </a:lnTo>
                  <a:lnTo>
                    <a:pt x="615097" y="1557978"/>
                  </a:lnTo>
                  <a:lnTo>
                    <a:pt x="616169" y="1557609"/>
                  </a:lnTo>
                  <a:lnTo>
                    <a:pt x="617240" y="1557238"/>
                  </a:lnTo>
                  <a:lnTo>
                    <a:pt x="618312" y="1556864"/>
                  </a:lnTo>
                  <a:lnTo>
                    <a:pt x="619384" y="1556488"/>
                  </a:lnTo>
                  <a:lnTo>
                    <a:pt x="620455" y="1556109"/>
                  </a:lnTo>
                  <a:lnTo>
                    <a:pt x="621527" y="1555727"/>
                  </a:lnTo>
                  <a:lnTo>
                    <a:pt x="622598" y="1555343"/>
                  </a:lnTo>
                  <a:lnTo>
                    <a:pt x="623670" y="1554956"/>
                  </a:lnTo>
                  <a:lnTo>
                    <a:pt x="624742" y="1554567"/>
                  </a:lnTo>
                  <a:lnTo>
                    <a:pt x="625813" y="1554175"/>
                  </a:lnTo>
                  <a:lnTo>
                    <a:pt x="626885" y="1553780"/>
                  </a:lnTo>
                  <a:lnTo>
                    <a:pt x="627956" y="1553384"/>
                  </a:lnTo>
                  <a:lnTo>
                    <a:pt x="629028" y="1552984"/>
                  </a:lnTo>
                  <a:lnTo>
                    <a:pt x="630100" y="1552582"/>
                  </a:lnTo>
                  <a:lnTo>
                    <a:pt x="631171" y="1552178"/>
                  </a:lnTo>
                  <a:lnTo>
                    <a:pt x="632243" y="1551771"/>
                  </a:lnTo>
                  <a:lnTo>
                    <a:pt x="633314" y="1551362"/>
                  </a:lnTo>
                  <a:lnTo>
                    <a:pt x="634386" y="1550950"/>
                  </a:lnTo>
                  <a:lnTo>
                    <a:pt x="635458" y="1550536"/>
                  </a:lnTo>
                  <a:lnTo>
                    <a:pt x="636529" y="1550120"/>
                  </a:lnTo>
                  <a:lnTo>
                    <a:pt x="637601" y="1549701"/>
                  </a:lnTo>
                  <a:lnTo>
                    <a:pt x="638672" y="1549280"/>
                  </a:lnTo>
                  <a:lnTo>
                    <a:pt x="639744" y="1548856"/>
                  </a:lnTo>
                  <a:lnTo>
                    <a:pt x="640816" y="1548430"/>
                  </a:lnTo>
                  <a:lnTo>
                    <a:pt x="641887" y="1548002"/>
                  </a:lnTo>
                  <a:lnTo>
                    <a:pt x="642959" y="1547571"/>
                  </a:lnTo>
                  <a:lnTo>
                    <a:pt x="644030" y="1547138"/>
                  </a:lnTo>
                  <a:lnTo>
                    <a:pt x="645102" y="1546703"/>
                  </a:lnTo>
                  <a:lnTo>
                    <a:pt x="646174" y="1546265"/>
                  </a:lnTo>
                  <a:lnTo>
                    <a:pt x="647245" y="1545826"/>
                  </a:lnTo>
                  <a:lnTo>
                    <a:pt x="648317" y="1545384"/>
                  </a:lnTo>
                  <a:lnTo>
                    <a:pt x="649388" y="1544939"/>
                  </a:lnTo>
                  <a:lnTo>
                    <a:pt x="650460" y="1544493"/>
                  </a:lnTo>
                  <a:lnTo>
                    <a:pt x="651532" y="1544044"/>
                  </a:lnTo>
                  <a:lnTo>
                    <a:pt x="652603" y="1543593"/>
                  </a:lnTo>
                  <a:lnTo>
                    <a:pt x="653675" y="1543140"/>
                  </a:lnTo>
                  <a:lnTo>
                    <a:pt x="654746" y="1542685"/>
                  </a:lnTo>
                  <a:lnTo>
                    <a:pt x="655818" y="1542228"/>
                  </a:lnTo>
                  <a:lnTo>
                    <a:pt x="656890" y="1541768"/>
                  </a:lnTo>
                  <a:lnTo>
                    <a:pt x="657961" y="1541307"/>
                  </a:lnTo>
                  <a:lnTo>
                    <a:pt x="659033" y="1540843"/>
                  </a:lnTo>
                  <a:lnTo>
                    <a:pt x="660104" y="1540377"/>
                  </a:lnTo>
                  <a:lnTo>
                    <a:pt x="661176" y="1539910"/>
                  </a:lnTo>
                  <a:lnTo>
                    <a:pt x="662248" y="1539440"/>
                  </a:lnTo>
                  <a:lnTo>
                    <a:pt x="663319" y="1538968"/>
                  </a:lnTo>
                  <a:lnTo>
                    <a:pt x="664391" y="1538494"/>
                  </a:lnTo>
                  <a:lnTo>
                    <a:pt x="665462" y="1538018"/>
                  </a:lnTo>
                  <a:lnTo>
                    <a:pt x="666534" y="1537540"/>
                  </a:lnTo>
                  <a:lnTo>
                    <a:pt x="667606" y="1537060"/>
                  </a:lnTo>
                  <a:lnTo>
                    <a:pt x="668677" y="1536578"/>
                  </a:lnTo>
                  <a:lnTo>
                    <a:pt x="669749" y="1536094"/>
                  </a:lnTo>
                  <a:lnTo>
                    <a:pt x="670820" y="1535608"/>
                  </a:lnTo>
                  <a:lnTo>
                    <a:pt x="671892" y="1535121"/>
                  </a:lnTo>
                  <a:lnTo>
                    <a:pt x="672964" y="1534631"/>
                  </a:lnTo>
                  <a:lnTo>
                    <a:pt x="674035" y="1534140"/>
                  </a:lnTo>
                  <a:lnTo>
                    <a:pt x="675107" y="1533646"/>
                  </a:lnTo>
                  <a:lnTo>
                    <a:pt x="676178" y="1533151"/>
                  </a:lnTo>
                  <a:lnTo>
                    <a:pt x="677250" y="1532654"/>
                  </a:lnTo>
                  <a:lnTo>
                    <a:pt x="678322" y="1532155"/>
                  </a:lnTo>
                  <a:lnTo>
                    <a:pt x="679393" y="1531655"/>
                  </a:lnTo>
                  <a:lnTo>
                    <a:pt x="680465" y="1531152"/>
                  </a:lnTo>
                  <a:lnTo>
                    <a:pt x="681536" y="1530648"/>
                  </a:lnTo>
                  <a:lnTo>
                    <a:pt x="682608" y="1530142"/>
                  </a:lnTo>
                  <a:lnTo>
                    <a:pt x="683680" y="1529634"/>
                  </a:lnTo>
                  <a:lnTo>
                    <a:pt x="684751" y="1529125"/>
                  </a:lnTo>
                  <a:lnTo>
                    <a:pt x="685823" y="1528614"/>
                  </a:lnTo>
                  <a:lnTo>
                    <a:pt x="686894" y="1528101"/>
                  </a:lnTo>
                  <a:lnTo>
                    <a:pt x="687966" y="1527586"/>
                  </a:lnTo>
                  <a:lnTo>
                    <a:pt x="689038" y="1527070"/>
                  </a:lnTo>
                  <a:lnTo>
                    <a:pt x="690109" y="1526552"/>
                  </a:lnTo>
                  <a:lnTo>
                    <a:pt x="691181" y="1526033"/>
                  </a:lnTo>
                  <a:lnTo>
                    <a:pt x="692252" y="1525512"/>
                  </a:lnTo>
                  <a:lnTo>
                    <a:pt x="693324" y="1524989"/>
                  </a:lnTo>
                  <a:lnTo>
                    <a:pt x="694396" y="1524465"/>
                  </a:lnTo>
                  <a:lnTo>
                    <a:pt x="695467" y="1523939"/>
                  </a:lnTo>
                  <a:lnTo>
                    <a:pt x="696539" y="1523412"/>
                  </a:lnTo>
                  <a:lnTo>
                    <a:pt x="697610" y="1522883"/>
                  </a:lnTo>
                  <a:lnTo>
                    <a:pt x="698682" y="1522353"/>
                  </a:lnTo>
                  <a:lnTo>
                    <a:pt x="699754" y="1521821"/>
                  </a:lnTo>
                  <a:lnTo>
                    <a:pt x="700825" y="1521287"/>
                  </a:lnTo>
                  <a:lnTo>
                    <a:pt x="701897" y="1520753"/>
                  </a:lnTo>
                  <a:lnTo>
                    <a:pt x="702968" y="1520216"/>
                  </a:lnTo>
                  <a:lnTo>
                    <a:pt x="704040" y="1519679"/>
                  </a:lnTo>
                  <a:lnTo>
                    <a:pt x="705112" y="1519140"/>
                  </a:lnTo>
                  <a:lnTo>
                    <a:pt x="706183" y="1518599"/>
                  </a:lnTo>
                  <a:lnTo>
                    <a:pt x="707255" y="1518057"/>
                  </a:lnTo>
                  <a:lnTo>
                    <a:pt x="708326" y="1517514"/>
                  </a:lnTo>
                  <a:lnTo>
                    <a:pt x="709398" y="1516969"/>
                  </a:lnTo>
                  <a:lnTo>
                    <a:pt x="710469" y="1516423"/>
                  </a:lnTo>
                  <a:lnTo>
                    <a:pt x="711541" y="1515876"/>
                  </a:lnTo>
                  <a:lnTo>
                    <a:pt x="712613" y="1515327"/>
                  </a:lnTo>
                  <a:lnTo>
                    <a:pt x="713684" y="1514778"/>
                  </a:lnTo>
                  <a:lnTo>
                    <a:pt x="714756" y="1514226"/>
                  </a:lnTo>
                  <a:lnTo>
                    <a:pt x="715827" y="1513674"/>
                  </a:lnTo>
                  <a:lnTo>
                    <a:pt x="716899" y="1513120"/>
                  </a:lnTo>
                  <a:lnTo>
                    <a:pt x="717971" y="1512566"/>
                  </a:lnTo>
                  <a:lnTo>
                    <a:pt x="719042" y="1512010"/>
                  </a:lnTo>
                  <a:lnTo>
                    <a:pt x="720114" y="1511452"/>
                  </a:lnTo>
                  <a:lnTo>
                    <a:pt x="721185" y="1510894"/>
                  </a:lnTo>
                  <a:lnTo>
                    <a:pt x="722257" y="1510334"/>
                  </a:lnTo>
                  <a:lnTo>
                    <a:pt x="723329" y="1509774"/>
                  </a:lnTo>
                  <a:lnTo>
                    <a:pt x="724400" y="1509212"/>
                  </a:lnTo>
                  <a:lnTo>
                    <a:pt x="725472" y="1508649"/>
                  </a:lnTo>
                  <a:lnTo>
                    <a:pt x="726543" y="1508085"/>
                  </a:lnTo>
                  <a:lnTo>
                    <a:pt x="727615" y="1507520"/>
                  </a:lnTo>
                  <a:lnTo>
                    <a:pt x="728687" y="1506954"/>
                  </a:lnTo>
                  <a:lnTo>
                    <a:pt x="729758" y="1506387"/>
                  </a:lnTo>
                  <a:lnTo>
                    <a:pt x="730830" y="1505819"/>
                  </a:lnTo>
                  <a:lnTo>
                    <a:pt x="731901" y="1505250"/>
                  </a:lnTo>
                  <a:lnTo>
                    <a:pt x="732973" y="1504679"/>
                  </a:lnTo>
                  <a:lnTo>
                    <a:pt x="734045" y="1504108"/>
                  </a:lnTo>
                  <a:lnTo>
                    <a:pt x="735116" y="1503536"/>
                  </a:lnTo>
                  <a:lnTo>
                    <a:pt x="736188" y="1502963"/>
                  </a:lnTo>
                  <a:lnTo>
                    <a:pt x="737259" y="1502389"/>
                  </a:lnTo>
                  <a:lnTo>
                    <a:pt x="738331" y="1501815"/>
                  </a:lnTo>
                  <a:lnTo>
                    <a:pt x="739403" y="1501239"/>
                  </a:lnTo>
                  <a:lnTo>
                    <a:pt x="740474" y="1500662"/>
                  </a:lnTo>
                  <a:lnTo>
                    <a:pt x="741546" y="1500085"/>
                  </a:lnTo>
                  <a:lnTo>
                    <a:pt x="742617" y="1499507"/>
                  </a:lnTo>
                  <a:lnTo>
                    <a:pt x="743689" y="1498927"/>
                  </a:lnTo>
                  <a:lnTo>
                    <a:pt x="744761" y="1498348"/>
                  </a:lnTo>
                  <a:lnTo>
                    <a:pt x="745832" y="1497767"/>
                  </a:lnTo>
                  <a:lnTo>
                    <a:pt x="746904" y="1497185"/>
                  </a:lnTo>
                  <a:lnTo>
                    <a:pt x="747975" y="1496603"/>
                  </a:lnTo>
                  <a:lnTo>
                    <a:pt x="749047" y="1496020"/>
                  </a:lnTo>
                  <a:lnTo>
                    <a:pt x="750119" y="1495437"/>
                  </a:lnTo>
                  <a:lnTo>
                    <a:pt x="751190" y="1494852"/>
                  </a:lnTo>
                  <a:lnTo>
                    <a:pt x="752262" y="1494267"/>
                  </a:lnTo>
                  <a:lnTo>
                    <a:pt x="753333" y="1493681"/>
                  </a:lnTo>
                  <a:lnTo>
                    <a:pt x="754405" y="1493095"/>
                  </a:lnTo>
                  <a:lnTo>
                    <a:pt x="755477" y="1492508"/>
                  </a:lnTo>
                  <a:lnTo>
                    <a:pt x="756548" y="1491920"/>
                  </a:lnTo>
                  <a:lnTo>
                    <a:pt x="757620" y="1491332"/>
                  </a:lnTo>
                  <a:lnTo>
                    <a:pt x="758691" y="1490743"/>
                  </a:lnTo>
                  <a:lnTo>
                    <a:pt x="759763" y="1490154"/>
                  </a:lnTo>
                  <a:lnTo>
                    <a:pt x="760835" y="1489564"/>
                  </a:lnTo>
                  <a:lnTo>
                    <a:pt x="761906" y="1488973"/>
                  </a:lnTo>
                  <a:lnTo>
                    <a:pt x="762978" y="1488382"/>
                  </a:lnTo>
                  <a:lnTo>
                    <a:pt x="764049" y="1487791"/>
                  </a:lnTo>
                  <a:lnTo>
                    <a:pt x="765121" y="1487199"/>
                  </a:lnTo>
                  <a:lnTo>
                    <a:pt x="766193" y="1486606"/>
                  </a:lnTo>
                  <a:lnTo>
                    <a:pt x="767264" y="1486013"/>
                  </a:lnTo>
                  <a:lnTo>
                    <a:pt x="768336" y="1485420"/>
                  </a:lnTo>
                  <a:lnTo>
                    <a:pt x="769407" y="1484826"/>
                  </a:lnTo>
                  <a:lnTo>
                    <a:pt x="770479" y="1484232"/>
                  </a:lnTo>
                  <a:lnTo>
                    <a:pt x="771551" y="1483637"/>
                  </a:lnTo>
                  <a:lnTo>
                    <a:pt x="772622" y="1483042"/>
                  </a:lnTo>
                  <a:lnTo>
                    <a:pt x="773694" y="1482446"/>
                  </a:lnTo>
                  <a:lnTo>
                    <a:pt x="774765" y="1481851"/>
                  </a:lnTo>
                  <a:lnTo>
                    <a:pt x="775837" y="1481255"/>
                  </a:lnTo>
                  <a:lnTo>
                    <a:pt x="776909" y="1480658"/>
                  </a:lnTo>
                  <a:lnTo>
                    <a:pt x="777980" y="1480061"/>
                  </a:lnTo>
                  <a:lnTo>
                    <a:pt x="779052" y="1479464"/>
                  </a:lnTo>
                  <a:lnTo>
                    <a:pt x="780123" y="1478867"/>
                  </a:lnTo>
                  <a:lnTo>
                    <a:pt x="781195" y="1478270"/>
                  </a:lnTo>
                  <a:lnTo>
                    <a:pt x="782267" y="1477672"/>
                  </a:lnTo>
                  <a:lnTo>
                    <a:pt x="783338" y="1477074"/>
                  </a:lnTo>
                  <a:lnTo>
                    <a:pt x="784410" y="1476476"/>
                  </a:lnTo>
                  <a:lnTo>
                    <a:pt x="785481" y="1475877"/>
                  </a:lnTo>
                  <a:lnTo>
                    <a:pt x="786553" y="1475279"/>
                  </a:lnTo>
                  <a:lnTo>
                    <a:pt x="787625" y="1474680"/>
                  </a:lnTo>
                  <a:lnTo>
                    <a:pt x="788696" y="1474081"/>
                  </a:lnTo>
                  <a:lnTo>
                    <a:pt x="789768" y="1473482"/>
                  </a:lnTo>
                  <a:lnTo>
                    <a:pt x="790839" y="1472883"/>
                  </a:lnTo>
                  <a:lnTo>
                    <a:pt x="791911" y="1472284"/>
                  </a:lnTo>
                  <a:lnTo>
                    <a:pt x="792983" y="1471685"/>
                  </a:lnTo>
                  <a:lnTo>
                    <a:pt x="794054" y="1471086"/>
                  </a:lnTo>
                  <a:lnTo>
                    <a:pt x="795126" y="1470486"/>
                  </a:lnTo>
                  <a:lnTo>
                    <a:pt x="796197" y="1469887"/>
                  </a:lnTo>
                  <a:lnTo>
                    <a:pt x="797269" y="1469288"/>
                  </a:lnTo>
                  <a:lnTo>
                    <a:pt x="798341" y="1468688"/>
                  </a:lnTo>
                  <a:lnTo>
                    <a:pt x="799412" y="1468089"/>
                  </a:lnTo>
                  <a:lnTo>
                    <a:pt x="800484" y="1467489"/>
                  </a:lnTo>
                  <a:lnTo>
                    <a:pt x="801555" y="1466890"/>
                  </a:lnTo>
                  <a:lnTo>
                    <a:pt x="802627" y="1466291"/>
                  </a:lnTo>
                  <a:lnTo>
                    <a:pt x="803699" y="1465692"/>
                  </a:lnTo>
                  <a:lnTo>
                    <a:pt x="804770" y="1465093"/>
                  </a:lnTo>
                  <a:lnTo>
                    <a:pt x="805842" y="1464494"/>
                  </a:lnTo>
                  <a:lnTo>
                    <a:pt x="806913" y="1463895"/>
                  </a:lnTo>
                  <a:lnTo>
                    <a:pt x="807985" y="1463296"/>
                  </a:lnTo>
                  <a:lnTo>
                    <a:pt x="809057" y="1462698"/>
                  </a:lnTo>
                  <a:lnTo>
                    <a:pt x="810128" y="1462099"/>
                  </a:lnTo>
                  <a:lnTo>
                    <a:pt x="811200" y="1461501"/>
                  </a:lnTo>
                  <a:lnTo>
                    <a:pt x="812271" y="1460903"/>
                  </a:lnTo>
                  <a:lnTo>
                    <a:pt x="813343" y="1460306"/>
                  </a:lnTo>
                  <a:lnTo>
                    <a:pt x="814415" y="1459708"/>
                  </a:lnTo>
                  <a:lnTo>
                    <a:pt x="815486" y="1459111"/>
                  </a:lnTo>
                  <a:lnTo>
                    <a:pt x="816558" y="1458514"/>
                  </a:lnTo>
                  <a:lnTo>
                    <a:pt x="817629" y="1457917"/>
                  </a:lnTo>
                  <a:lnTo>
                    <a:pt x="818701" y="1457321"/>
                  </a:lnTo>
                  <a:lnTo>
                    <a:pt x="819773" y="1456724"/>
                  </a:lnTo>
                  <a:lnTo>
                    <a:pt x="820844" y="1456129"/>
                  </a:lnTo>
                  <a:lnTo>
                    <a:pt x="821916" y="1455533"/>
                  </a:lnTo>
                  <a:lnTo>
                    <a:pt x="822987" y="1454938"/>
                  </a:lnTo>
                  <a:lnTo>
                    <a:pt x="824059" y="1454343"/>
                  </a:lnTo>
                  <a:lnTo>
                    <a:pt x="825131" y="1453749"/>
                  </a:lnTo>
                  <a:lnTo>
                    <a:pt x="826202" y="1453155"/>
                  </a:lnTo>
                  <a:lnTo>
                    <a:pt x="827274" y="1452561"/>
                  </a:lnTo>
                  <a:lnTo>
                    <a:pt x="828345" y="1451968"/>
                  </a:lnTo>
                  <a:lnTo>
                    <a:pt x="829417" y="1451376"/>
                  </a:lnTo>
                  <a:lnTo>
                    <a:pt x="830489" y="1450783"/>
                  </a:lnTo>
                  <a:lnTo>
                    <a:pt x="831560" y="1450192"/>
                  </a:lnTo>
                  <a:lnTo>
                    <a:pt x="832632" y="1449601"/>
                  </a:lnTo>
                  <a:lnTo>
                    <a:pt x="833703" y="1449010"/>
                  </a:lnTo>
                  <a:lnTo>
                    <a:pt x="834775" y="1448420"/>
                  </a:lnTo>
                  <a:lnTo>
                    <a:pt x="835847" y="1447830"/>
                  </a:lnTo>
                  <a:lnTo>
                    <a:pt x="836918" y="1447241"/>
                  </a:lnTo>
                  <a:lnTo>
                    <a:pt x="837990" y="1446652"/>
                  </a:lnTo>
                  <a:lnTo>
                    <a:pt x="839061" y="1446064"/>
                  </a:lnTo>
                  <a:lnTo>
                    <a:pt x="840133" y="1445477"/>
                  </a:lnTo>
                  <a:lnTo>
                    <a:pt x="841205" y="1444890"/>
                  </a:lnTo>
                  <a:lnTo>
                    <a:pt x="842276" y="1444304"/>
                  </a:lnTo>
                  <a:lnTo>
                    <a:pt x="843348" y="1443718"/>
                  </a:lnTo>
                  <a:lnTo>
                    <a:pt x="844419" y="1443133"/>
                  </a:lnTo>
                  <a:lnTo>
                    <a:pt x="845491" y="1442549"/>
                  </a:lnTo>
                  <a:lnTo>
                    <a:pt x="846563" y="1441965"/>
                  </a:lnTo>
                  <a:lnTo>
                    <a:pt x="847634" y="1441383"/>
                  </a:lnTo>
                  <a:lnTo>
                    <a:pt x="848706" y="1440800"/>
                  </a:lnTo>
                  <a:lnTo>
                    <a:pt x="849777" y="1440219"/>
                  </a:lnTo>
                  <a:lnTo>
                    <a:pt x="850849" y="1439638"/>
                  </a:lnTo>
                  <a:lnTo>
                    <a:pt x="851921" y="1439058"/>
                  </a:lnTo>
                  <a:lnTo>
                    <a:pt x="852992" y="1438479"/>
                  </a:lnTo>
                  <a:lnTo>
                    <a:pt x="854064" y="1437901"/>
                  </a:lnTo>
                  <a:lnTo>
                    <a:pt x="855135" y="1437323"/>
                  </a:lnTo>
                  <a:lnTo>
                    <a:pt x="856207" y="1436746"/>
                  </a:lnTo>
                  <a:lnTo>
                    <a:pt x="857279" y="1436170"/>
                  </a:lnTo>
                  <a:lnTo>
                    <a:pt x="858350" y="1435595"/>
                  </a:lnTo>
                  <a:lnTo>
                    <a:pt x="859422" y="1435021"/>
                  </a:lnTo>
                  <a:lnTo>
                    <a:pt x="860493" y="1434448"/>
                  </a:lnTo>
                  <a:lnTo>
                    <a:pt x="861565" y="1433875"/>
                  </a:lnTo>
                  <a:lnTo>
                    <a:pt x="862637" y="1433303"/>
                  </a:lnTo>
                  <a:lnTo>
                    <a:pt x="863708" y="1432733"/>
                  </a:lnTo>
                  <a:lnTo>
                    <a:pt x="864780" y="1432163"/>
                  </a:lnTo>
                  <a:lnTo>
                    <a:pt x="865851" y="1431594"/>
                  </a:lnTo>
                  <a:lnTo>
                    <a:pt x="866923" y="1431026"/>
                  </a:lnTo>
                  <a:lnTo>
                    <a:pt x="867995" y="1430459"/>
                  </a:lnTo>
                  <a:lnTo>
                    <a:pt x="869066" y="1429893"/>
                  </a:lnTo>
                  <a:lnTo>
                    <a:pt x="870138" y="1429328"/>
                  </a:lnTo>
                  <a:lnTo>
                    <a:pt x="871209" y="1428764"/>
                  </a:lnTo>
                  <a:lnTo>
                    <a:pt x="872281" y="1428201"/>
                  </a:lnTo>
                  <a:lnTo>
                    <a:pt x="873353" y="1427639"/>
                  </a:lnTo>
                  <a:lnTo>
                    <a:pt x="874424" y="1427078"/>
                  </a:lnTo>
                  <a:lnTo>
                    <a:pt x="875496" y="1426519"/>
                  </a:lnTo>
                  <a:lnTo>
                    <a:pt x="876567" y="1425960"/>
                  </a:lnTo>
                  <a:lnTo>
                    <a:pt x="877639" y="1425402"/>
                  </a:lnTo>
                  <a:lnTo>
                    <a:pt x="878711" y="1424846"/>
                  </a:lnTo>
                  <a:lnTo>
                    <a:pt x="879782" y="1424290"/>
                  </a:lnTo>
                  <a:lnTo>
                    <a:pt x="880854" y="1423736"/>
                  </a:lnTo>
                  <a:lnTo>
                    <a:pt x="881925" y="1423183"/>
                  </a:lnTo>
                  <a:lnTo>
                    <a:pt x="882997" y="1422631"/>
                  </a:lnTo>
                  <a:lnTo>
                    <a:pt x="884069" y="1422080"/>
                  </a:lnTo>
                  <a:lnTo>
                    <a:pt x="885140" y="1421530"/>
                  </a:lnTo>
                  <a:lnTo>
                    <a:pt x="886212" y="1420982"/>
                  </a:lnTo>
                  <a:lnTo>
                    <a:pt x="887283" y="1420434"/>
                  </a:lnTo>
                  <a:lnTo>
                    <a:pt x="888355" y="1419888"/>
                  </a:lnTo>
                  <a:lnTo>
                    <a:pt x="889426" y="1419344"/>
                  </a:lnTo>
                  <a:lnTo>
                    <a:pt x="890498" y="1418800"/>
                  </a:lnTo>
                  <a:lnTo>
                    <a:pt x="891570" y="1418258"/>
                  </a:lnTo>
                  <a:lnTo>
                    <a:pt x="892641" y="1417717"/>
                  </a:lnTo>
                  <a:lnTo>
                    <a:pt x="893713" y="1417177"/>
                  </a:lnTo>
                  <a:lnTo>
                    <a:pt x="894784" y="1416639"/>
                  </a:lnTo>
                  <a:lnTo>
                    <a:pt x="895856" y="1416102"/>
                  </a:lnTo>
                  <a:lnTo>
                    <a:pt x="896928" y="1415566"/>
                  </a:lnTo>
                  <a:lnTo>
                    <a:pt x="897999" y="1415032"/>
                  </a:lnTo>
                  <a:lnTo>
                    <a:pt x="899071" y="1414499"/>
                  </a:lnTo>
                  <a:lnTo>
                    <a:pt x="900142" y="1413967"/>
                  </a:lnTo>
                  <a:lnTo>
                    <a:pt x="901214" y="1413437"/>
                  </a:lnTo>
                  <a:lnTo>
                    <a:pt x="902286" y="1412908"/>
                  </a:lnTo>
                  <a:lnTo>
                    <a:pt x="903357" y="1412380"/>
                  </a:lnTo>
                  <a:lnTo>
                    <a:pt x="904429" y="1411854"/>
                  </a:lnTo>
                  <a:lnTo>
                    <a:pt x="905500" y="1411330"/>
                  </a:lnTo>
                  <a:lnTo>
                    <a:pt x="906572" y="1410806"/>
                  </a:lnTo>
                  <a:lnTo>
                    <a:pt x="907644" y="1410285"/>
                  </a:lnTo>
                  <a:lnTo>
                    <a:pt x="908715" y="1409764"/>
                  </a:lnTo>
                  <a:lnTo>
                    <a:pt x="909787" y="1409246"/>
                  </a:lnTo>
                  <a:lnTo>
                    <a:pt x="910858" y="1408728"/>
                  </a:lnTo>
                  <a:lnTo>
                    <a:pt x="911930" y="1408213"/>
                  </a:lnTo>
                  <a:lnTo>
                    <a:pt x="913002" y="1407699"/>
                  </a:lnTo>
                  <a:lnTo>
                    <a:pt x="914073" y="1407186"/>
                  </a:lnTo>
                  <a:lnTo>
                    <a:pt x="915145" y="1406675"/>
                  </a:lnTo>
                  <a:lnTo>
                    <a:pt x="916216" y="1406165"/>
                  </a:lnTo>
                  <a:lnTo>
                    <a:pt x="917288" y="1405657"/>
                  </a:lnTo>
                  <a:lnTo>
                    <a:pt x="918360" y="1405150"/>
                  </a:lnTo>
                  <a:lnTo>
                    <a:pt x="919431" y="1404645"/>
                  </a:lnTo>
                  <a:lnTo>
                    <a:pt x="920503" y="1404142"/>
                  </a:lnTo>
                  <a:lnTo>
                    <a:pt x="921574" y="1403640"/>
                  </a:lnTo>
                  <a:lnTo>
                    <a:pt x="922646" y="1403139"/>
                  </a:lnTo>
                  <a:lnTo>
                    <a:pt x="923718" y="1402640"/>
                  </a:lnTo>
                  <a:lnTo>
                    <a:pt x="924789" y="1402143"/>
                  </a:lnTo>
                  <a:lnTo>
                    <a:pt x="925861" y="1401647"/>
                  </a:lnTo>
                  <a:lnTo>
                    <a:pt x="926932" y="1401153"/>
                  </a:lnTo>
                  <a:lnTo>
                    <a:pt x="928004" y="1400660"/>
                  </a:lnTo>
                  <a:lnTo>
                    <a:pt x="929076" y="1400168"/>
                  </a:lnTo>
                  <a:lnTo>
                    <a:pt x="930147" y="1399679"/>
                  </a:lnTo>
                  <a:lnTo>
                    <a:pt x="931219" y="1399190"/>
                  </a:lnTo>
                  <a:lnTo>
                    <a:pt x="932290" y="1398704"/>
                  </a:lnTo>
                  <a:lnTo>
                    <a:pt x="933362" y="1398218"/>
                  </a:lnTo>
                  <a:lnTo>
                    <a:pt x="934434" y="1397735"/>
                  </a:lnTo>
                  <a:lnTo>
                    <a:pt x="935505" y="1397253"/>
                  </a:lnTo>
                  <a:lnTo>
                    <a:pt x="936577" y="1396772"/>
                  </a:lnTo>
                  <a:lnTo>
                    <a:pt x="937648" y="1396293"/>
                  </a:lnTo>
                  <a:lnTo>
                    <a:pt x="938720" y="1395815"/>
                  </a:lnTo>
                  <a:lnTo>
                    <a:pt x="939792" y="1395339"/>
                  </a:lnTo>
                  <a:lnTo>
                    <a:pt x="940863" y="1394865"/>
                  </a:lnTo>
                  <a:lnTo>
                    <a:pt x="941935" y="1394392"/>
                  </a:lnTo>
                  <a:lnTo>
                    <a:pt x="943006" y="1393920"/>
                  </a:lnTo>
                  <a:lnTo>
                    <a:pt x="944078" y="1393450"/>
                  </a:lnTo>
                  <a:lnTo>
                    <a:pt x="945150" y="1392982"/>
                  </a:lnTo>
                  <a:lnTo>
                    <a:pt x="946221" y="1392515"/>
                  </a:lnTo>
                  <a:lnTo>
                    <a:pt x="947293" y="1392050"/>
                  </a:lnTo>
                  <a:lnTo>
                    <a:pt x="948364" y="1391586"/>
                  </a:lnTo>
                  <a:lnTo>
                    <a:pt x="949436" y="1391123"/>
                  </a:lnTo>
                  <a:lnTo>
                    <a:pt x="950508" y="1390663"/>
                  </a:lnTo>
                  <a:lnTo>
                    <a:pt x="951579" y="1390203"/>
                  </a:lnTo>
                  <a:lnTo>
                    <a:pt x="952651" y="1389745"/>
                  </a:lnTo>
                  <a:lnTo>
                    <a:pt x="953722" y="1389289"/>
                  </a:lnTo>
                  <a:lnTo>
                    <a:pt x="954794" y="1388834"/>
                  </a:lnTo>
                  <a:lnTo>
                    <a:pt x="955866" y="1388381"/>
                  </a:lnTo>
                  <a:lnTo>
                    <a:pt x="956937" y="1387929"/>
                  </a:lnTo>
                  <a:lnTo>
                    <a:pt x="958009" y="1387479"/>
                  </a:lnTo>
                  <a:lnTo>
                    <a:pt x="959080" y="1387030"/>
                  </a:lnTo>
                  <a:lnTo>
                    <a:pt x="960152" y="1386583"/>
                  </a:lnTo>
                  <a:lnTo>
                    <a:pt x="961224" y="1386137"/>
                  </a:lnTo>
                  <a:lnTo>
                    <a:pt x="962295" y="1385693"/>
                  </a:lnTo>
                  <a:lnTo>
                    <a:pt x="963367" y="1385250"/>
                  </a:lnTo>
                  <a:lnTo>
                    <a:pt x="964438" y="1384809"/>
                  </a:lnTo>
                  <a:lnTo>
                    <a:pt x="965510" y="1384369"/>
                  </a:lnTo>
                  <a:lnTo>
                    <a:pt x="966582" y="1383931"/>
                  </a:lnTo>
                  <a:lnTo>
                    <a:pt x="967653" y="1383494"/>
                  </a:lnTo>
                  <a:lnTo>
                    <a:pt x="968725" y="1383058"/>
                  </a:lnTo>
                  <a:lnTo>
                    <a:pt x="969796" y="1382624"/>
                  </a:lnTo>
                  <a:lnTo>
                    <a:pt x="970868" y="1382192"/>
                  </a:lnTo>
                  <a:lnTo>
                    <a:pt x="971940" y="1381761"/>
                  </a:lnTo>
                  <a:lnTo>
                    <a:pt x="973011" y="1381332"/>
                  </a:lnTo>
                  <a:lnTo>
                    <a:pt x="974083" y="1380904"/>
                  </a:lnTo>
                  <a:lnTo>
                    <a:pt x="975154" y="1380477"/>
                  </a:lnTo>
                  <a:lnTo>
                    <a:pt x="976226" y="1380052"/>
                  </a:lnTo>
                  <a:lnTo>
                    <a:pt x="977298" y="1379628"/>
                  </a:lnTo>
                  <a:lnTo>
                    <a:pt x="978369" y="1379206"/>
                  </a:lnTo>
                  <a:lnTo>
                    <a:pt x="979441" y="1378785"/>
                  </a:lnTo>
                  <a:lnTo>
                    <a:pt x="980512" y="1378366"/>
                  </a:lnTo>
                  <a:lnTo>
                    <a:pt x="981584" y="1377948"/>
                  </a:lnTo>
                  <a:lnTo>
                    <a:pt x="982656" y="1377532"/>
                  </a:lnTo>
                  <a:lnTo>
                    <a:pt x="983727" y="1377117"/>
                  </a:lnTo>
                  <a:lnTo>
                    <a:pt x="984799" y="1376703"/>
                  </a:lnTo>
                  <a:lnTo>
                    <a:pt x="985870" y="1376291"/>
                  </a:lnTo>
                  <a:lnTo>
                    <a:pt x="986942" y="1375881"/>
                  </a:lnTo>
                  <a:lnTo>
                    <a:pt x="988014" y="1375471"/>
                  </a:lnTo>
                  <a:lnTo>
                    <a:pt x="989085" y="1375064"/>
                  </a:lnTo>
                  <a:lnTo>
                    <a:pt x="990157" y="1374657"/>
                  </a:lnTo>
                  <a:lnTo>
                    <a:pt x="991228" y="1374252"/>
                  </a:lnTo>
                  <a:lnTo>
                    <a:pt x="992300" y="1373849"/>
                  </a:lnTo>
                  <a:lnTo>
                    <a:pt x="993372" y="1373446"/>
                  </a:lnTo>
                  <a:lnTo>
                    <a:pt x="994443" y="1373046"/>
                  </a:lnTo>
                  <a:lnTo>
                    <a:pt x="995515" y="1372646"/>
                  </a:lnTo>
                  <a:lnTo>
                    <a:pt x="996586" y="1372248"/>
                  </a:lnTo>
                  <a:lnTo>
                    <a:pt x="997658" y="1371852"/>
                  </a:lnTo>
                  <a:lnTo>
                    <a:pt x="998730" y="1371457"/>
                  </a:lnTo>
                  <a:lnTo>
                    <a:pt x="999801" y="1371063"/>
                  </a:lnTo>
                  <a:lnTo>
                    <a:pt x="1000873" y="1370670"/>
                  </a:lnTo>
                  <a:lnTo>
                    <a:pt x="1001944" y="1370279"/>
                  </a:lnTo>
                  <a:lnTo>
                    <a:pt x="1003016" y="1369890"/>
                  </a:lnTo>
                  <a:lnTo>
                    <a:pt x="1004088" y="1369501"/>
                  </a:lnTo>
                  <a:lnTo>
                    <a:pt x="1005159" y="1369115"/>
                  </a:lnTo>
                  <a:lnTo>
                    <a:pt x="1006231" y="1368729"/>
                  </a:lnTo>
                  <a:lnTo>
                    <a:pt x="1007302" y="1368345"/>
                  </a:lnTo>
                  <a:lnTo>
                    <a:pt x="1008374" y="1367962"/>
                  </a:lnTo>
                  <a:lnTo>
                    <a:pt x="1009446" y="1367580"/>
                  </a:lnTo>
                  <a:lnTo>
                    <a:pt x="1010517" y="1367200"/>
                  </a:lnTo>
                  <a:lnTo>
                    <a:pt x="1011589" y="1366821"/>
                  </a:lnTo>
                  <a:lnTo>
                    <a:pt x="1012660" y="1366444"/>
                  </a:lnTo>
                  <a:lnTo>
                    <a:pt x="1013732" y="1366068"/>
                  </a:lnTo>
                  <a:lnTo>
                    <a:pt x="1014804" y="1365693"/>
                  </a:lnTo>
                  <a:lnTo>
                    <a:pt x="1015875" y="1365319"/>
                  </a:lnTo>
                  <a:lnTo>
                    <a:pt x="1016947" y="1364947"/>
                  </a:lnTo>
                  <a:lnTo>
                    <a:pt x="1018018" y="1364576"/>
                  </a:lnTo>
                  <a:lnTo>
                    <a:pt x="1019090" y="1364207"/>
                  </a:lnTo>
                  <a:lnTo>
                    <a:pt x="1020162" y="1363838"/>
                  </a:lnTo>
                  <a:lnTo>
                    <a:pt x="1021233" y="1363471"/>
                  </a:lnTo>
                  <a:lnTo>
                    <a:pt x="1022305" y="1363106"/>
                  </a:lnTo>
                  <a:lnTo>
                    <a:pt x="1023376" y="1362741"/>
                  </a:lnTo>
                  <a:lnTo>
                    <a:pt x="1024448" y="1362378"/>
                  </a:lnTo>
                  <a:lnTo>
                    <a:pt x="1025520" y="1362016"/>
                  </a:lnTo>
                  <a:lnTo>
                    <a:pt x="1026591" y="1361656"/>
                  </a:lnTo>
                  <a:lnTo>
                    <a:pt x="1027663" y="1361296"/>
                  </a:lnTo>
                  <a:lnTo>
                    <a:pt x="1028734" y="1360938"/>
                  </a:lnTo>
                  <a:lnTo>
                    <a:pt x="1029806" y="1360581"/>
                  </a:lnTo>
                  <a:lnTo>
                    <a:pt x="1030878" y="1360226"/>
                  </a:lnTo>
                  <a:lnTo>
                    <a:pt x="1031949" y="1359872"/>
                  </a:lnTo>
                  <a:lnTo>
                    <a:pt x="1033021" y="1359518"/>
                  </a:lnTo>
                  <a:lnTo>
                    <a:pt x="1034092" y="1359167"/>
                  </a:lnTo>
                  <a:lnTo>
                    <a:pt x="1035164" y="1358816"/>
                  </a:lnTo>
                  <a:lnTo>
                    <a:pt x="1036236" y="1358467"/>
                  </a:lnTo>
                  <a:lnTo>
                    <a:pt x="1037307" y="1358118"/>
                  </a:lnTo>
                  <a:lnTo>
                    <a:pt x="1038379" y="1357772"/>
                  </a:lnTo>
                  <a:lnTo>
                    <a:pt x="1039450" y="1357426"/>
                  </a:lnTo>
                  <a:lnTo>
                    <a:pt x="1040522" y="1357081"/>
                  </a:lnTo>
                  <a:lnTo>
                    <a:pt x="1041594" y="1356738"/>
                  </a:lnTo>
                  <a:lnTo>
                    <a:pt x="1042665" y="1356396"/>
                  </a:lnTo>
                  <a:lnTo>
                    <a:pt x="1043737" y="1356055"/>
                  </a:lnTo>
                  <a:lnTo>
                    <a:pt x="1044808" y="1355715"/>
                  </a:lnTo>
                  <a:lnTo>
                    <a:pt x="1045880" y="1355376"/>
                  </a:lnTo>
                  <a:lnTo>
                    <a:pt x="1046952" y="1355039"/>
                  </a:lnTo>
                  <a:lnTo>
                    <a:pt x="1048023" y="1354703"/>
                  </a:lnTo>
                  <a:lnTo>
                    <a:pt x="1049095" y="1354368"/>
                  </a:lnTo>
                  <a:lnTo>
                    <a:pt x="1050166" y="1354034"/>
                  </a:lnTo>
                  <a:lnTo>
                    <a:pt x="1051238" y="1353701"/>
                  </a:lnTo>
                  <a:lnTo>
                    <a:pt x="1052310" y="1353369"/>
                  </a:lnTo>
                  <a:lnTo>
                    <a:pt x="1053381" y="1353039"/>
                  </a:lnTo>
                  <a:lnTo>
                    <a:pt x="1054453" y="1352709"/>
                  </a:lnTo>
                  <a:lnTo>
                    <a:pt x="1055524" y="1352381"/>
                  </a:lnTo>
                  <a:lnTo>
                    <a:pt x="1056596" y="1352054"/>
                  </a:lnTo>
                  <a:lnTo>
                    <a:pt x="1057668" y="1351728"/>
                  </a:lnTo>
                  <a:lnTo>
                    <a:pt x="1058739" y="1351403"/>
                  </a:lnTo>
                  <a:lnTo>
                    <a:pt x="1059811" y="1351079"/>
                  </a:lnTo>
                  <a:lnTo>
                    <a:pt x="1060882" y="1350756"/>
                  </a:lnTo>
                  <a:lnTo>
                    <a:pt x="1061954" y="1350435"/>
                  </a:lnTo>
                  <a:lnTo>
                    <a:pt x="1063026" y="1350114"/>
                  </a:lnTo>
                  <a:lnTo>
                    <a:pt x="1064097" y="1349795"/>
                  </a:lnTo>
                  <a:lnTo>
                    <a:pt x="1065169" y="1349476"/>
                  </a:lnTo>
                  <a:lnTo>
                    <a:pt x="1066240" y="1349159"/>
                  </a:lnTo>
                  <a:lnTo>
                    <a:pt x="1067312" y="1348843"/>
                  </a:lnTo>
                  <a:lnTo>
                    <a:pt x="1068383" y="1348527"/>
                  </a:lnTo>
                  <a:lnTo>
                    <a:pt x="1069455" y="1348213"/>
                  </a:lnTo>
                  <a:lnTo>
                    <a:pt x="1070527" y="1347900"/>
                  </a:lnTo>
                  <a:lnTo>
                    <a:pt x="1071598" y="1347588"/>
                  </a:lnTo>
                  <a:lnTo>
                    <a:pt x="1072670" y="1347277"/>
                  </a:lnTo>
                  <a:lnTo>
                    <a:pt x="1073741" y="1346967"/>
                  </a:lnTo>
                  <a:lnTo>
                    <a:pt x="1074813" y="1346658"/>
                  </a:lnTo>
                  <a:lnTo>
                    <a:pt x="1075885" y="1346350"/>
                  </a:lnTo>
                  <a:lnTo>
                    <a:pt x="1076956" y="1346043"/>
                  </a:lnTo>
                  <a:lnTo>
                    <a:pt x="1078028" y="1345737"/>
                  </a:lnTo>
                  <a:lnTo>
                    <a:pt x="1079099" y="1345432"/>
                  </a:lnTo>
                  <a:lnTo>
                    <a:pt x="1080171" y="1345128"/>
                  </a:lnTo>
                  <a:lnTo>
                    <a:pt x="1081243" y="1344825"/>
                  </a:lnTo>
                  <a:lnTo>
                    <a:pt x="1082314" y="1344522"/>
                  </a:lnTo>
                  <a:lnTo>
                    <a:pt x="1083386" y="1344221"/>
                  </a:lnTo>
                  <a:lnTo>
                    <a:pt x="1084457" y="1343921"/>
                  </a:lnTo>
                  <a:lnTo>
                    <a:pt x="1085529" y="1343622"/>
                  </a:lnTo>
                  <a:lnTo>
                    <a:pt x="1086601" y="1343324"/>
                  </a:lnTo>
                  <a:lnTo>
                    <a:pt x="1087672" y="1343026"/>
                  </a:lnTo>
                  <a:lnTo>
                    <a:pt x="1088744" y="1342730"/>
                  </a:lnTo>
                  <a:lnTo>
                    <a:pt x="1089815" y="1342434"/>
                  </a:lnTo>
                  <a:lnTo>
                    <a:pt x="1090887" y="1342140"/>
                  </a:lnTo>
                  <a:lnTo>
                    <a:pt x="1091959" y="1341846"/>
                  </a:lnTo>
                  <a:lnTo>
                    <a:pt x="1093030" y="1341553"/>
                  </a:lnTo>
                  <a:lnTo>
                    <a:pt x="1094102" y="1341261"/>
                  </a:lnTo>
                  <a:lnTo>
                    <a:pt x="1095173" y="1340971"/>
                  </a:lnTo>
                  <a:lnTo>
                    <a:pt x="1096245" y="1340680"/>
                  </a:lnTo>
                  <a:lnTo>
                    <a:pt x="1097317" y="1340391"/>
                  </a:lnTo>
                  <a:lnTo>
                    <a:pt x="1098388" y="1340103"/>
                  </a:lnTo>
                  <a:lnTo>
                    <a:pt x="1099460" y="1339815"/>
                  </a:lnTo>
                  <a:lnTo>
                    <a:pt x="1100531" y="1339529"/>
                  </a:lnTo>
                  <a:lnTo>
                    <a:pt x="1101603" y="1339243"/>
                  </a:lnTo>
                  <a:lnTo>
                    <a:pt x="1102675" y="1338958"/>
                  </a:lnTo>
                  <a:lnTo>
                    <a:pt x="1103746" y="1338674"/>
                  </a:lnTo>
                  <a:lnTo>
                    <a:pt x="1104818" y="1338391"/>
                  </a:lnTo>
                  <a:lnTo>
                    <a:pt x="1105889" y="1338108"/>
                  </a:lnTo>
                  <a:lnTo>
                    <a:pt x="1106961" y="1337827"/>
                  </a:lnTo>
                  <a:lnTo>
                    <a:pt x="1108033" y="1337546"/>
                  </a:lnTo>
                  <a:lnTo>
                    <a:pt x="1109104" y="1337266"/>
                  </a:lnTo>
                  <a:lnTo>
                    <a:pt x="1110176" y="1336987"/>
                  </a:lnTo>
                  <a:lnTo>
                    <a:pt x="1111247" y="1336709"/>
                  </a:lnTo>
                  <a:lnTo>
                    <a:pt x="1112319" y="1336431"/>
                  </a:lnTo>
                  <a:lnTo>
                    <a:pt x="1113391" y="1336154"/>
                  </a:lnTo>
                  <a:lnTo>
                    <a:pt x="1114462" y="1335878"/>
                  </a:lnTo>
                  <a:lnTo>
                    <a:pt x="1115534" y="1335603"/>
                  </a:lnTo>
                  <a:lnTo>
                    <a:pt x="1116605" y="1335328"/>
                  </a:lnTo>
                  <a:lnTo>
                    <a:pt x="1117677" y="1335054"/>
                  </a:lnTo>
                  <a:lnTo>
                    <a:pt x="1118749" y="1334781"/>
                  </a:lnTo>
                  <a:lnTo>
                    <a:pt x="1119820" y="1334509"/>
                  </a:lnTo>
                  <a:lnTo>
                    <a:pt x="1120892" y="1334238"/>
                  </a:lnTo>
                  <a:lnTo>
                    <a:pt x="1121963" y="1333967"/>
                  </a:lnTo>
                  <a:lnTo>
                    <a:pt x="1123035" y="1333696"/>
                  </a:lnTo>
                  <a:lnTo>
                    <a:pt x="1124107" y="1333427"/>
                  </a:lnTo>
                  <a:lnTo>
                    <a:pt x="1125178" y="1333158"/>
                  </a:lnTo>
                  <a:lnTo>
                    <a:pt x="1126250" y="1332890"/>
                  </a:lnTo>
                  <a:lnTo>
                    <a:pt x="1127321" y="1332623"/>
                  </a:lnTo>
                  <a:lnTo>
                    <a:pt x="1128393" y="1332356"/>
                  </a:lnTo>
                  <a:lnTo>
                    <a:pt x="1129465" y="1332090"/>
                  </a:lnTo>
                  <a:lnTo>
                    <a:pt x="1130536" y="1331825"/>
                  </a:lnTo>
                  <a:lnTo>
                    <a:pt x="1131608" y="1331560"/>
                  </a:lnTo>
                  <a:lnTo>
                    <a:pt x="1132679" y="1331296"/>
                  </a:lnTo>
                  <a:lnTo>
                    <a:pt x="1133751" y="1331033"/>
                  </a:lnTo>
                  <a:lnTo>
                    <a:pt x="1134823" y="1330770"/>
                  </a:lnTo>
                  <a:lnTo>
                    <a:pt x="1135894" y="1330508"/>
                  </a:lnTo>
                  <a:lnTo>
                    <a:pt x="1136966" y="1330246"/>
                  </a:lnTo>
                  <a:lnTo>
                    <a:pt x="1138037" y="1329985"/>
                  </a:lnTo>
                  <a:lnTo>
                    <a:pt x="1139109" y="1329725"/>
                  </a:lnTo>
                  <a:lnTo>
                    <a:pt x="1140181" y="1329465"/>
                  </a:lnTo>
                  <a:lnTo>
                    <a:pt x="1141252" y="1329206"/>
                  </a:lnTo>
                  <a:lnTo>
                    <a:pt x="1142324" y="1328948"/>
                  </a:lnTo>
                  <a:lnTo>
                    <a:pt x="1143395" y="1328690"/>
                  </a:lnTo>
                  <a:lnTo>
                    <a:pt x="1144467" y="1328432"/>
                  </a:lnTo>
                  <a:lnTo>
                    <a:pt x="1145539" y="1328176"/>
                  </a:lnTo>
                  <a:lnTo>
                    <a:pt x="1146610" y="1327919"/>
                  </a:lnTo>
                  <a:lnTo>
                    <a:pt x="1147682" y="1327664"/>
                  </a:lnTo>
                  <a:lnTo>
                    <a:pt x="1148753" y="1327408"/>
                  </a:lnTo>
                  <a:lnTo>
                    <a:pt x="1149825" y="1327154"/>
                  </a:lnTo>
                  <a:lnTo>
                    <a:pt x="1150897" y="1326900"/>
                  </a:lnTo>
                  <a:lnTo>
                    <a:pt x="1151968" y="1326646"/>
                  </a:lnTo>
                  <a:lnTo>
                    <a:pt x="1153040" y="1326393"/>
                  </a:lnTo>
                  <a:lnTo>
                    <a:pt x="1154111" y="1326140"/>
                  </a:lnTo>
                  <a:lnTo>
                    <a:pt x="1155183" y="1325888"/>
                  </a:lnTo>
                  <a:lnTo>
                    <a:pt x="1156255" y="1325637"/>
                  </a:lnTo>
                  <a:lnTo>
                    <a:pt x="1157326" y="1325386"/>
                  </a:lnTo>
                  <a:lnTo>
                    <a:pt x="1158398" y="1325135"/>
                  </a:lnTo>
                  <a:lnTo>
                    <a:pt x="1159469" y="1324885"/>
                  </a:lnTo>
                  <a:lnTo>
                    <a:pt x="1160541" y="1324635"/>
                  </a:lnTo>
                  <a:lnTo>
                    <a:pt x="1161613" y="1324386"/>
                  </a:lnTo>
                  <a:lnTo>
                    <a:pt x="1162684" y="1324137"/>
                  </a:lnTo>
                  <a:lnTo>
                    <a:pt x="1163756" y="1323889"/>
                  </a:lnTo>
                  <a:lnTo>
                    <a:pt x="1164827" y="1323641"/>
                  </a:lnTo>
                  <a:lnTo>
                    <a:pt x="1165899" y="1323393"/>
                  </a:lnTo>
                  <a:lnTo>
                    <a:pt x="1166971" y="1323146"/>
                  </a:lnTo>
                  <a:lnTo>
                    <a:pt x="1168042" y="1322900"/>
                  </a:lnTo>
                  <a:lnTo>
                    <a:pt x="1169114" y="1322653"/>
                  </a:lnTo>
                  <a:lnTo>
                    <a:pt x="1170185" y="1322407"/>
                  </a:lnTo>
                  <a:lnTo>
                    <a:pt x="1171257" y="1322162"/>
                  </a:lnTo>
                  <a:lnTo>
                    <a:pt x="1172329" y="1321917"/>
                  </a:lnTo>
                  <a:lnTo>
                    <a:pt x="1173400" y="1321672"/>
                  </a:lnTo>
                  <a:lnTo>
                    <a:pt x="1174472" y="1321428"/>
                  </a:lnTo>
                  <a:lnTo>
                    <a:pt x="1175543" y="1321184"/>
                  </a:lnTo>
                  <a:lnTo>
                    <a:pt x="1176615" y="1320940"/>
                  </a:lnTo>
                  <a:lnTo>
                    <a:pt x="1177687" y="1320697"/>
                  </a:lnTo>
                  <a:lnTo>
                    <a:pt x="1178758" y="1320454"/>
                  </a:lnTo>
                  <a:lnTo>
                    <a:pt x="1179830" y="1320211"/>
                  </a:lnTo>
                  <a:lnTo>
                    <a:pt x="1180901" y="1319969"/>
                  </a:lnTo>
                  <a:lnTo>
                    <a:pt x="1181973" y="1319727"/>
                  </a:lnTo>
                  <a:lnTo>
                    <a:pt x="1183045" y="1319485"/>
                  </a:lnTo>
                  <a:lnTo>
                    <a:pt x="1184116" y="1319243"/>
                  </a:lnTo>
                  <a:lnTo>
                    <a:pt x="1185188" y="1319002"/>
                  </a:lnTo>
                  <a:lnTo>
                    <a:pt x="1186259" y="1318761"/>
                  </a:lnTo>
                  <a:lnTo>
                    <a:pt x="1187331" y="1318521"/>
                  </a:lnTo>
                  <a:lnTo>
                    <a:pt x="1188403" y="1318281"/>
                  </a:lnTo>
                  <a:lnTo>
                    <a:pt x="1189474" y="1318040"/>
                  </a:lnTo>
                  <a:lnTo>
                    <a:pt x="1190546" y="1317801"/>
                  </a:lnTo>
                  <a:lnTo>
                    <a:pt x="1191617" y="1317561"/>
                  </a:lnTo>
                  <a:lnTo>
                    <a:pt x="1192689" y="1317322"/>
                  </a:lnTo>
                  <a:lnTo>
                    <a:pt x="1193761" y="1317083"/>
                  </a:lnTo>
                  <a:lnTo>
                    <a:pt x="1194832" y="1316844"/>
                  </a:lnTo>
                  <a:lnTo>
                    <a:pt x="1195904" y="1316605"/>
                  </a:lnTo>
                  <a:lnTo>
                    <a:pt x="1196975" y="1316367"/>
                  </a:lnTo>
                  <a:lnTo>
                    <a:pt x="1198047" y="1316129"/>
                  </a:lnTo>
                  <a:lnTo>
                    <a:pt x="1199119" y="1315890"/>
                  </a:lnTo>
                  <a:lnTo>
                    <a:pt x="1200190" y="1315653"/>
                  </a:lnTo>
                  <a:lnTo>
                    <a:pt x="1201262" y="1315415"/>
                  </a:lnTo>
                  <a:lnTo>
                    <a:pt x="1202333" y="1315177"/>
                  </a:lnTo>
                  <a:lnTo>
                    <a:pt x="1203405" y="1314940"/>
                  </a:lnTo>
                  <a:lnTo>
                    <a:pt x="1204477" y="1314703"/>
                  </a:lnTo>
                  <a:lnTo>
                    <a:pt x="1205548" y="1314466"/>
                  </a:lnTo>
                  <a:lnTo>
                    <a:pt x="1206620" y="1314229"/>
                  </a:lnTo>
                  <a:lnTo>
                    <a:pt x="1207691" y="1313992"/>
                  </a:lnTo>
                  <a:lnTo>
                    <a:pt x="1208763" y="1313756"/>
                  </a:lnTo>
                  <a:lnTo>
                    <a:pt x="1209835" y="1313519"/>
                  </a:lnTo>
                  <a:lnTo>
                    <a:pt x="1210906" y="1313283"/>
                  </a:lnTo>
                  <a:lnTo>
                    <a:pt x="1211978" y="1313047"/>
                  </a:lnTo>
                  <a:lnTo>
                    <a:pt x="1213049" y="1312810"/>
                  </a:lnTo>
                  <a:lnTo>
                    <a:pt x="1214121" y="1312574"/>
                  </a:lnTo>
                  <a:lnTo>
                    <a:pt x="1215193" y="1312338"/>
                  </a:lnTo>
                  <a:lnTo>
                    <a:pt x="1216264" y="1312102"/>
                  </a:lnTo>
                  <a:lnTo>
                    <a:pt x="1217336" y="1311866"/>
                  </a:lnTo>
                  <a:lnTo>
                    <a:pt x="1218407" y="1311631"/>
                  </a:lnTo>
                  <a:lnTo>
                    <a:pt x="1219479" y="1311395"/>
                  </a:lnTo>
                  <a:lnTo>
                    <a:pt x="1220551" y="1311159"/>
                  </a:lnTo>
                  <a:lnTo>
                    <a:pt x="1221622" y="1310924"/>
                  </a:lnTo>
                  <a:lnTo>
                    <a:pt x="1222694" y="1310688"/>
                  </a:lnTo>
                  <a:lnTo>
                    <a:pt x="1223765" y="1310452"/>
                  </a:lnTo>
                  <a:lnTo>
                    <a:pt x="1224837" y="1310217"/>
                  </a:lnTo>
                  <a:lnTo>
                    <a:pt x="1225909" y="1309981"/>
                  </a:lnTo>
                  <a:lnTo>
                    <a:pt x="1226980" y="1309746"/>
                  </a:lnTo>
                  <a:lnTo>
                    <a:pt x="1228052" y="1309510"/>
                  </a:lnTo>
                  <a:lnTo>
                    <a:pt x="1229123" y="1309275"/>
                  </a:lnTo>
                  <a:lnTo>
                    <a:pt x="1230195" y="1309039"/>
                  </a:lnTo>
                  <a:lnTo>
                    <a:pt x="1231267" y="1308803"/>
                  </a:lnTo>
                  <a:lnTo>
                    <a:pt x="1232338" y="1308568"/>
                  </a:lnTo>
                  <a:lnTo>
                    <a:pt x="1233410" y="1308332"/>
                  </a:lnTo>
                  <a:lnTo>
                    <a:pt x="1234481" y="1308096"/>
                  </a:lnTo>
                  <a:lnTo>
                    <a:pt x="1235553" y="1307861"/>
                  </a:lnTo>
                  <a:lnTo>
                    <a:pt x="1236625" y="1307625"/>
                  </a:lnTo>
                  <a:lnTo>
                    <a:pt x="1237696" y="1307389"/>
                  </a:lnTo>
                  <a:lnTo>
                    <a:pt x="1238768" y="1307153"/>
                  </a:lnTo>
                  <a:lnTo>
                    <a:pt x="1239839" y="1306917"/>
                  </a:lnTo>
                  <a:lnTo>
                    <a:pt x="1240911" y="1306681"/>
                  </a:lnTo>
                  <a:lnTo>
                    <a:pt x="1241983" y="1306445"/>
                  </a:lnTo>
                  <a:lnTo>
                    <a:pt x="1243054" y="1306208"/>
                  </a:lnTo>
                  <a:lnTo>
                    <a:pt x="1244126" y="1305972"/>
                  </a:lnTo>
                  <a:lnTo>
                    <a:pt x="1245197" y="1305735"/>
                  </a:lnTo>
                  <a:lnTo>
                    <a:pt x="1246269" y="1305499"/>
                  </a:lnTo>
                  <a:lnTo>
                    <a:pt x="1247340" y="1305262"/>
                  </a:lnTo>
                  <a:lnTo>
                    <a:pt x="1248412" y="1305025"/>
                  </a:lnTo>
                  <a:lnTo>
                    <a:pt x="1249484" y="1304788"/>
                  </a:lnTo>
                  <a:lnTo>
                    <a:pt x="1250555" y="1304551"/>
                  </a:lnTo>
                  <a:lnTo>
                    <a:pt x="1251627" y="1304314"/>
                  </a:lnTo>
                  <a:lnTo>
                    <a:pt x="1252698" y="1304076"/>
                  </a:lnTo>
                  <a:lnTo>
                    <a:pt x="1253770" y="1303838"/>
                  </a:lnTo>
                  <a:lnTo>
                    <a:pt x="1254842" y="1303600"/>
                  </a:lnTo>
                  <a:lnTo>
                    <a:pt x="1255913" y="1303362"/>
                  </a:lnTo>
                  <a:lnTo>
                    <a:pt x="1256985" y="1303124"/>
                  </a:lnTo>
                  <a:lnTo>
                    <a:pt x="1258056" y="1302886"/>
                  </a:lnTo>
                  <a:lnTo>
                    <a:pt x="1259128" y="1302647"/>
                  </a:lnTo>
                  <a:lnTo>
                    <a:pt x="1260200" y="1302408"/>
                  </a:lnTo>
                  <a:lnTo>
                    <a:pt x="1261271" y="1302169"/>
                  </a:lnTo>
                  <a:lnTo>
                    <a:pt x="1262343" y="1301930"/>
                  </a:lnTo>
                  <a:lnTo>
                    <a:pt x="1263414" y="1301691"/>
                  </a:lnTo>
                  <a:lnTo>
                    <a:pt x="1264486" y="1301451"/>
                  </a:lnTo>
                  <a:lnTo>
                    <a:pt x="1265558" y="1301211"/>
                  </a:lnTo>
                  <a:lnTo>
                    <a:pt x="1266629" y="1300971"/>
                  </a:lnTo>
                  <a:lnTo>
                    <a:pt x="1267701" y="1300730"/>
                  </a:lnTo>
                  <a:lnTo>
                    <a:pt x="1268772" y="1300490"/>
                  </a:lnTo>
                  <a:lnTo>
                    <a:pt x="1269844" y="1300249"/>
                  </a:lnTo>
                  <a:lnTo>
                    <a:pt x="1270916" y="1300007"/>
                  </a:lnTo>
                  <a:lnTo>
                    <a:pt x="1271987" y="1299766"/>
                  </a:lnTo>
                  <a:lnTo>
                    <a:pt x="1273059" y="1299524"/>
                  </a:lnTo>
                  <a:lnTo>
                    <a:pt x="1274130" y="1299282"/>
                  </a:lnTo>
                  <a:lnTo>
                    <a:pt x="1275202" y="1299039"/>
                  </a:lnTo>
                  <a:lnTo>
                    <a:pt x="1276274" y="1298797"/>
                  </a:lnTo>
                  <a:lnTo>
                    <a:pt x="1277345" y="1298554"/>
                  </a:lnTo>
                  <a:lnTo>
                    <a:pt x="1278417" y="1298310"/>
                  </a:lnTo>
                  <a:lnTo>
                    <a:pt x="1279488" y="1298067"/>
                  </a:lnTo>
                  <a:lnTo>
                    <a:pt x="1280560" y="1297823"/>
                  </a:lnTo>
                  <a:lnTo>
                    <a:pt x="1281632" y="1297579"/>
                  </a:lnTo>
                  <a:lnTo>
                    <a:pt x="1282703" y="1297334"/>
                  </a:lnTo>
                  <a:lnTo>
                    <a:pt x="1283775" y="1297089"/>
                  </a:lnTo>
                  <a:lnTo>
                    <a:pt x="1284846" y="1296844"/>
                  </a:lnTo>
                  <a:lnTo>
                    <a:pt x="1285918" y="1296598"/>
                  </a:lnTo>
                  <a:lnTo>
                    <a:pt x="1286990" y="1296352"/>
                  </a:lnTo>
                  <a:lnTo>
                    <a:pt x="1288061" y="1296106"/>
                  </a:lnTo>
                  <a:lnTo>
                    <a:pt x="1289133" y="1295859"/>
                  </a:lnTo>
                  <a:lnTo>
                    <a:pt x="1290204" y="1295612"/>
                  </a:lnTo>
                  <a:lnTo>
                    <a:pt x="1291276" y="1295364"/>
                  </a:lnTo>
                  <a:lnTo>
                    <a:pt x="1292348" y="1295116"/>
                  </a:lnTo>
                  <a:lnTo>
                    <a:pt x="1293419" y="1294868"/>
                  </a:lnTo>
                  <a:lnTo>
                    <a:pt x="1294491" y="1294619"/>
                  </a:lnTo>
                  <a:lnTo>
                    <a:pt x="1295562" y="1294370"/>
                  </a:lnTo>
                  <a:lnTo>
                    <a:pt x="1296634" y="1294121"/>
                  </a:lnTo>
                  <a:lnTo>
                    <a:pt x="1297706" y="1293871"/>
                  </a:lnTo>
                  <a:lnTo>
                    <a:pt x="1298777" y="1293621"/>
                  </a:lnTo>
                  <a:lnTo>
                    <a:pt x="1299849" y="1293370"/>
                  </a:lnTo>
                  <a:lnTo>
                    <a:pt x="1300920" y="1293119"/>
                  </a:lnTo>
                  <a:lnTo>
                    <a:pt x="1301992" y="1292867"/>
                  </a:lnTo>
                  <a:lnTo>
                    <a:pt x="1303064" y="1292615"/>
                  </a:lnTo>
                  <a:lnTo>
                    <a:pt x="1304135" y="1292363"/>
                  </a:lnTo>
                  <a:lnTo>
                    <a:pt x="1305207" y="1292110"/>
                  </a:lnTo>
                  <a:lnTo>
                    <a:pt x="1306278" y="1291856"/>
                  </a:lnTo>
                  <a:lnTo>
                    <a:pt x="1307350" y="1291603"/>
                  </a:lnTo>
                  <a:lnTo>
                    <a:pt x="1308422" y="1291348"/>
                  </a:lnTo>
                  <a:lnTo>
                    <a:pt x="1309493" y="1291094"/>
                  </a:lnTo>
                  <a:lnTo>
                    <a:pt x="1310565" y="1290838"/>
                  </a:lnTo>
                  <a:lnTo>
                    <a:pt x="1311636" y="1290583"/>
                  </a:lnTo>
                  <a:lnTo>
                    <a:pt x="1312708" y="1290327"/>
                  </a:lnTo>
                  <a:lnTo>
                    <a:pt x="1313780" y="1290070"/>
                  </a:lnTo>
                  <a:lnTo>
                    <a:pt x="1314851" y="1289813"/>
                  </a:lnTo>
                  <a:lnTo>
                    <a:pt x="1315923" y="1289555"/>
                  </a:lnTo>
                  <a:lnTo>
                    <a:pt x="1316994" y="1289297"/>
                  </a:lnTo>
                  <a:lnTo>
                    <a:pt x="1318066" y="1289039"/>
                  </a:lnTo>
                  <a:lnTo>
                    <a:pt x="1319138" y="1288779"/>
                  </a:lnTo>
                  <a:lnTo>
                    <a:pt x="1320209" y="1288520"/>
                  </a:lnTo>
                  <a:lnTo>
                    <a:pt x="1321281" y="1288260"/>
                  </a:lnTo>
                  <a:lnTo>
                    <a:pt x="1322352" y="1287999"/>
                  </a:lnTo>
                  <a:lnTo>
                    <a:pt x="1323424" y="1287738"/>
                  </a:lnTo>
                  <a:lnTo>
                    <a:pt x="1324496" y="1287476"/>
                  </a:lnTo>
                  <a:lnTo>
                    <a:pt x="1325567" y="1287214"/>
                  </a:lnTo>
                  <a:lnTo>
                    <a:pt x="1326639" y="1286952"/>
                  </a:lnTo>
                  <a:lnTo>
                    <a:pt x="1327710" y="1286688"/>
                  </a:lnTo>
                  <a:lnTo>
                    <a:pt x="1328782" y="1286425"/>
                  </a:lnTo>
                  <a:lnTo>
                    <a:pt x="1329854" y="1286160"/>
                  </a:lnTo>
                  <a:lnTo>
                    <a:pt x="1330925" y="1285896"/>
                  </a:lnTo>
                  <a:lnTo>
                    <a:pt x="1331997" y="1285630"/>
                  </a:lnTo>
                  <a:lnTo>
                    <a:pt x="1333068" y="1285365"/>
                  </a:lnTo>
                  <a:lnTo>
                    <a:pt x="1334140" y="1285098"/>
                  </a:lnTo>
                  <a:lnTo>
                    <a:pt x="1335212" y="1284831"/>
                  </a:lnTo>
                  <a:lnTo>
                    <a:pt x="1336283" y="1284564"/>
                  </a:lnTo>
                  <a:lnTo>
                    <a:pt x="1337355" y="1284296"/>
                  </a:lnTo>
                  <a:lnTo>
                    <a:pt x="1338426" y="1284027"/>
                  </a:lnTo>
                  <a:lnTo>
                    <a:pt x="1339498" y="1283758"/>
                  </a:lnTo>
                  <a:lnTo>
                    <a:pt x="1340570" y="1283488"/>
                  </a:lnTo>
                  <a:lnTo>
                    <a:pt x="1341641" y="1283218"/>
                  </a:lnTo>
                  <a:lnTo>
                    <a:pt x="1342713" y="1282948"/>
                  </a:lnTo>
                  <a:lnTo>
                    <a:pt x="1343784" y="1282676"/>
                  </a:lnTo>
                  <a:lnTo>
                    <a:pt x="1344856" y="1282404"/>
                  </a:lnTo>
                  <a:lnTo>
                    <a:pt x="1345928" y="1282132"/>
                  </a:lnTo>
                  <a:lnTo>
                    <a:pt x="1346999" y="1281859"/>
                  </a:lnTo>
                  <a:lnTo>
                    <a:pt x="1348071" y="1281585"/>
                  </a:lnTo>
                  <a:lnTo>
                    <a:pt x="1349142" y="1281311"/>
                  </a:lnTo>
                  <a:lnTo>
                    <a:pt x="1350214" y="1281037"/>
                  </a:lnTo>
                  <a:lnTo>
                    <a:pt x="1351286" y="1280762"/>
                  </a:lnTo>
                  <a:lnTo>
                    <a:pt x="1352357" y="1280486"/>
                  </a:lnTo>
                  <a:lnTo>
                    <a:pt x="1353429" y="1280209"/>
                  </a:lnTo>
                  <a:lnTo>
                    <a:pt x="1354500" y="1279933"/>
                  </a:lnTo>
                  <a:lnTo>
                    <a:pt x="1355572" y="1279655"/>
                  </a:lnTo>
                  <a:lnTo>
                    <a:pt x="1356644" y="1279377"/>
                  </a:lnTo>
                  <a:lnTo>
                    <a:pt x="1357715" y="1279099"/>
                  </a:lnTo>
                  <a:lnTo>
                    <a:pt x="1358787" y="1278820"/>
                  </a:lnTo>
                  <a:lnTo>
                    <a:pt x="1359858" y="1278540"/>
                  </a:lnTo>
                  <a:lnTo>
                    <a:pt x="1360930" y="1278260"/>
                  </a:lnTo>
                  <a:lnTo>
                    <a:pt x="1362002" y="1277979"/>
                  </a:lnTo>
                  <a:lnTo>
                    <a:pt x="1363073" y="1277698"/>
                  </a:lnTo>
                  <a:lnTo>
                    <a:pt x="1364145" y="1277416"/>
                  </a:lnTo>
                  <a:lnTo>
                    <a:pt x="1365216" y="1277133"/>
                  </a:lnTo>
                  <a:lnTo>
                    <a:pt x="1366288" y="1276851"/>
                  </a:lnTo>
                  <a:lnTo>
                    <a:pt x="1367360" y="1276567"/>
                  </a:lnTo>
                  <a:lnTo>
                    <a:pt x="1368431" y="1276283"/>
                  </a:lnTo>
                  <a:lnTo>
                    <a:pt x="1369503" y="1275999"/>
                  </a:lnTo>
                  <a:lnTo>
                    <a:pt x="1370574" y="1275714"/>
                  </a:lnTo>
                  <a:lnTo>
                    <a:pt x="1371646" y="1275428"/>
                  </a:lnTo>
                  <a:lnTo>
                    <a:pt x="1372718" y="1275142"/>
                  </a:lnTo>
                  <a:lnTo>
                    <a:pt x="1373789" y="1274855"/>
                  </a:lnTo>
                  <a:lnTo>
                    <a:pt x="1374861" y="1274568"/>
                  </a:lnTo>
                  <a:lnTo>
                    <a:pt x="1375932" y="1274280"/>
                  </a:lnTo>
                  <a:lnTo>
                    <a:pt x="1377004" y="1273992"/>
                  </a:lnTo>
                  <a:lnTo>
                    <a:pt x="1378076" y="1273704"/>
                  </a:lnTo>
                  <a:lnTo>
                    <a:pt x="1379147" y="1273415"/>
                  </a:lnTo>
                  <a:lnTo>
                    <a:pt x="1380219" y="1273125"/>
                  </a:lnTo>
                  <a:lnTo>
                    <a:pt x="1381290" y="1272835"/>
                  </a:lnTo>
                  <a:lnTo>
                    <a:pt x="1382362" y="1272544"/>
                  </a:lnTo>
                  <a:lnTo>
                    <a:pt x="1383434" y="1272253"/>
                  </a:lnTo>
                  <a:lnTo>
                    <a:pt x="1384505" y="1271962"/>
                  </a:lnTo>
                  <a:lnTo>
                    <a:pt x="1385577" y="1271670"/>
                  </a:lnTo>
                  <a:lnTo>
                    <a:pt x="1386648" y="1270985"/>
                  </a:lnTo>
                  <a:lnTo>
                    <a:pt x="1387720" y="1269767"/>
                  </a:lnTo>
                  <a:lnTo>
                    <a:pt x="1388792" y="1268554"/>
                  </a:lnTo>
                  <a:lnTo>
                    <a:pt x="1389863" y="1267344"/>
                  </a:lnTo>
                  <a:lnTo>
                    <a:pt x="1390935" y="1266137"/>
                  </a:lnTo>
                  <a:lnTo>
                    <a:pt x="1392006" y="1264934"/>
                  </a:lnTo>
                  <a:lnTo>
                    <a:pt x="1393078" y="1263735"/>
                  </a:lnTo>
                  <a:lnTo>
                    <a:pt x="1394150" y="1262539"/>
                  </a:lnTo>
                  <a:lnTo>
                    <a:pt x="1395221" y="1261346"/>
                  </a:lnTo>
                  <a:lnTo>
                    <a:pt x="1396293" y="1260157"/>
                  </a:lnTo>
                  <a:lnTo>
                    <a:pt x="1397364" y="1258972"/>
                  </a:lnTo>
                  <a:lnTo>
                    <a:pt x="1398436" y="1257790"/>
                  </a:lnTo>
                  <a:lnTo>
                    <a:pt x="1399508" y="1256611"/>
                  </a:lnTo>
                  <a:lnTo>
                    <a:pt x="1400579" y="1255436"/>
                  </a:lnTo>
                  <a:lnTo>
                    <a:pt x="1401651" y="1254264"/>
                  </a:lnTo>
                  <a:lnTo>
                    <a:pt x="1402722" y="1253096"/>
                  </a:lnTo>
                  <a:lnTo>
                    <a:pt x="1403794" y="1251931"/>
                  </a:lnTo>
                  <a:lnTo>
                    <a:pt x="1404866" y="1250770"/>
                  </a:lnTo>
                  <a:lnTo>
                    <a:pt x="1405937" y="1249611"/>
                  </a:lnTo>
                  <a:lnTo>
                    <a:pt x="1407009" y="1248457"/>
                  </a:lnTo>
                  <a:lnTo>
                    <a:pt x="1408080" y="1247305"/>
                  </a:lnTo>
                  <a:lnTo>
                    <a:pt x="1409152" y="1246157"/>
                  </a:lnTo>
                  <a:lnTo>
                    <a:pt x="1410224" y="1245012"/>
                  </a:lnTo>
                  <a:lnTo>
                    <a:pt x="1411295" y="1243870"/>
                  </a:lnTo>
                  <a:lnTo>
                    <a:pt x="1412367" y="1242732"/>
                  </a:lnTo>
                  <a:lnTo>
                    <a:pt x="1413438" y="1241597"/>
                  </a:lnTo>
                  <a:lnTo>
                    <a:pt x="1414510" y="1240465"/>
                  </a:lnTo>
                  <a:lnTo>
                    <a:pt x="1415582" y="1239337"/>
                  </a:lnTo>
                  <a:lnTo>
                    <a:pt x="1416653" y="1238211"/>
                  </a:lnTo>
                  <a:lnTo>
                    <a:pt x="1417725" y="1237089"/>
                  </a:lnTo>
                  <a:lnTo>
                    <a:pt x="1418796" y="1235970"/>
                  </a:lnTo>
                  <a:lnTo>
                    <a:pt x="1419868" y="1234854"/>
                  </a:lnTo>
                  <a:lnTo>
                    <a:pt x="1420939" y="1233742"/>
                  </a:lnTo>
                  <a:lnTo>
                    <a:pt x="1422011" y="1232632"/>
                  </a:lnTo>
                  <a:lnTo>
                    <a:pt x="1423083" y="1231526"/>
                  </a:lnTo>
                  <a:lnTo>
                    <a:pt x="1424154" y="1230422"/>
                  </a:lnTo>
                  <a:lnTo>
                    <a:pt x="1425226" y="1229322"/>
                  </a:lnTo>
                  <a:lnTo>
                    <a:pt x="1426297" y="1228225"/>
                  </a:lnTo>
                  <a:lnTo>
                    <a:pt x="1427369" y="1227131"/>
                  </a:lnTo>
                  <a:lnTo>
                    <a:pt x="1428441" y="1226040"/>
                  </a:lnTo>
                  <a:lnTo>
                    <a:pt x="1429512" y="1224952"/>
                  </a:lnTo>
                  <a:lnTo>
                    <a:pt x="1430584" y="1223866"/>
                  </a:lnTo>
                  <a:lnTo>
                    <a:pt x="1431655" y="1222784"/>
                  </a:lnTo>
                  <a:lnTo>
                    <a:pt x="1432727" y="1221705"/>
                  </a:lnTo>
                  <a:lnTo>
                    <a:pt x="1433799" y="1220629"/>
                  </a:lnTo>
                  <a:lnTo>
                    <a:pt x="1434870" y="1219556"/>
                  </a:lnTo>
                  <a:lnTo>
                    <a:pt x="1435942" y="1218485"/>
                  </a:lnTo>
                  <a:lnTo>
                    <a:pt x="1437013" y="1217418"/>
                  </a:lnTo>
                  <a:lnTo>
                    <a:pt x="1438085" y="1216353"/>
                  </a:lnTo>
                  <a:lnTo>
                    <a:pt x="1439157" y="1215291"/>
                  </a:lnTo>
                  <a:lnTo>
                    <a:pt x="1440228" y="1214233"/>
                  </a:lnTo>
                  <a:lnTo>
                    <a:pt x="1441300" y="1213176"/>
                  </a:lnTo>
                  <a:lnTo>
                    <a:pt x="1442371" y="1212123"/>
                  </a:lnTo>
                  <a:lnTo>
                    <a:pt x="1443443" y="1211073"/>
                  </a:lnTo>
                  <a:lnTo>
                    <a:pt x="1444515" y="1210025"/>
                  </a:lnTo>
                  <a:lnTo>
                    <a:pt x="1445586" y="1208980"/>
                  </a:lnTo>
                  <a:lnTo>
                    <a:pt x="1446658" y="1207938"/>
                  </a:lnTo>
                  <a:lnTo>
                    <a:pt x="1447729" y="1206898"/>
                  </a:lnTo>
                  <a:lnTo>
                    <a:pt x="1448801" y="1205861"/>
                  </a:lnTo>
                  <a:lnTo>
                    <a:pt x="1449873" y="1204827"/>
                  </a:lnTo>
                  <a:lnTo>
                    <a:pt x="1450944" y="1203795"/>
                  </a:lnTo>
                  <a:lnTo>
                    <a:pt x="1452016" y="1202766"/>
                  </a:lnTo>
                  <a:lnTo>
                    <a:pt x="1453087" y="1201740"/>
                  </a:lnTo>
                  <a:lnTo>
                    <a:pt x="1454159" y="1200716"/>
                  </a:lnTo>
                  <a:lnTo>
                    <a:pt x="1455231" y="1199695"/>
                  </a:lnTo>
                  <a:lnTo>
                    <a:pt x="1456302" y="1198676"/>
                  </a:lnTo>
                  <a:lnTo>
                    <a:pt x="1457374" y="1197660"/>
                  </a:lnTo>
                  <a:lnTo>
                    <a:pt x="1458445" y="1196647"/>
                  </a:lnTo>
                  <a:lnTo>
                    <a:pt x="1459517" y="1195635"/>
                  </a:lnTo>
                  <a:lnTo>
                    <a:pt x="1460589" y="1194627"/>
                  </a:lnTo>
                  <a:lnTo>
                    <a:pt x="1461660" y="1193621"/>
                  </a:lnTo>
                  <a:lnTo>
                    <a:pt x="1462732" y="1192617"/>
                  </a:lnTo>
                  <a:lnTo>
                    <a:pt x="1463803" y="1191616"/>
                  </a:lnTo>
                  <a:lnTo>
                    <a:pt x="1464875" y="1190617"/>
                  </a:lnTo>
                  <a:lnTo>
                    <a:pt x="1465947" y="1189620"/>
                  </a:lnTo>
                  <a:lnTo>
                    <a:pt x="1467018" y="1188626"/>
                  </a:lnTo>
                  <a:lnTo>
                    <a:pt x="1468090" y="1187634"/>
                  </a:lnTo>
                  <a:lnTo>
                    <a:pt x="1469161" y="1186644"/>
                  </a:lnTo>
                  <a:lnTo>
                    <a:pt x="1470233" y="1185657"/>
                  </a:lnTo>
                  <a:lnTo>
                    <a:pt x="1471305" y="1184672"/>
                  </a:lnTo>
                  <a:lnTo>
                    <a:pt x="1472376" y="1183689"/>
                  </a:lnTo>
                  <a:lnTo>
                    <a:pt x="1473448" y="1182709"/>
                  </a:lnTo>
                  <a:lnTo>
                    <a:pt x="1474519" y="1181730"/>
                  </a:lnTo>
                  <a:lnTo>
                    <a:pt x="1475591" y="1180754"/>
                  </a:lnTo>
                  <a:lnTo>
                    <a:pt x="1476663" y="1179780"/>
                  </a:lnTo>
                  <a:lnTo>
                    <a:pt x="1477734" y="1178808"/>
                  </a:lnTo>
                  <a:lnTo>
                    <a:pt x="1478806" y="1177839"/>
                  </a:lnTo>
                  <a:lnTo>
                    <a:pt x="1479877" y="1176871"/>
                  </a:lnTo>
                  <a:lnTo>
                    <a:pt x="1480949" y="1175906"/>
                  </a:lnTo>
                  <a:lnTo>
                    <a:pt x="1482021" y="1174942"/>
                  </a:lnTo>
                  <a:lnTo>
                    <a:pt x="1483092" y="1173981"/>
                  </a:lnTo>
                  <a:lnTo>
                    <a:pt x="1484164" y="1173021"/>
                  </a:lnTo>
                  <a:lnTo>
                    <a:pt x="1485235" y="1172064"/>
                  </a:lnTo>
                  <a:lnTo>
                    <a:pt x="1486307" y="1171109"/>
                  </a:lnTo>
                  <a:lnTo>
                    <a:pt x="1487379" y="1170155"/>
                  </a:lnTo>
                  <a:lnTo>
                    <a:pt x="1488450" y="1169204"/>
                  </a:lnTo>
                  <a:lnTo>
                    <a:pt x="1489522" y="1168254"/>
                  </a:lnTo>
                  <a:lnTo>
                    <a:pt x="1490593" y="1167306"/>
                  </a:lnTo>
                  <a:lnTo>
                    <a:pt x="1491665" y="1166361"/>
                  </a:lnTo>
                  <a:lnTo>
                    <a:pt x="1492737" y="1165417"/>
                  </a:lnTo>
                  <a:lnTo>
                    <a:pt x="1493808" y="1164475"/>
                  </a:lnTo>
                  <a:lnTo>
                    <a:pt x="1494880" y="1163534"/>
                  </a:lnTo>
                  <a:lnTo>
                    <a:pt x="1495951" y="1162596"/>
                  </a:lnTo>
                  <a:lnTo>
                    <a:pt x="1497023" y="1161659"/>
                  </a:lnTo>
                  <a:lnTo>
                    <a:pt x="1498095" y="1160724"/>
                  </a:lnTo>
                  <a:lnTo>
                    <a:pt x="1499166" y="1159791"/>
                  </a:lnTo>
                  <a:lnTo>
                    <a:pt x="1500238" y="1158859"/>
                  </a:lnTo>
                  <a:lnTo>
                    <a:pt x="1501309" y="1157929"/>
                  </a:lnTo>
                  <a:lnTo>
                    <a:pt x="1502381" y="1157001"/>
                  </a:lnTo>
                  <a:lnTo>
                    <a:pt x="1503453" y="1156075"/>
                  </a:lnTo>
                  <a:lnTo>
                    <a:pt x="1504524" y="1155150"/>
                  </a:lnTo>
                  <a:lnTo>
                    <a:pt x="1505596" y="1154227"/>
                  </a:lnTo>
                  <a:lnTo>
                    <a:pt x="1506667" y="1153305"/>
                  </a:lnTo>
                  <a:lnTo>
                    <a:pt x="1507739" y="1152385"/>
                  </a:lnTo>
                  <a:lnTo>
                    <a:pt x="1508811" y="1151466"/>
                  </a:lnTo>
                  <a:lnTo>
                    <a:pt x="1509882" y="1150549"/>
                  </a:lnTo>
                  <a:lnTo>
                    <a:pt x="1510954" y="1149634"/>
                  </a:lnTo>
                  <a:lnTo>
                    <a:pt x="1512025" y="1148720"/>
                  </a:lnTo>
                  <a:lnTo>
                    <a:pt x="1513097" y="1147807"/>
                  </a:lnTo>
                  <a:lnTo>
                    <a:pt x="1514169" y="1146896"/>
                  </a:lnTo>
                  <a:lnTo>
                    <a:pt x="1515240" y="1145986"/>
                  </a:lnTo>
                  <a:lnTo>
                    <a:pt x="1516312" y="1145078"/>
                  </a:lnTo>
                  <a:lnTo>
                    <a:pt x="1517383" y="1144171"/>
                  </a:lnTo>
                  <a:lnTo>
                    <a:pt x="1518455" y="1143266"/>
                  </a:lnTo>
                  <a:lnTo>
                    <a:pt x="1519527" y="1142361"/>
                  </a:lnTo>
                  <a:lnTo>
                    <a:pt x="1520598" y="1141459"/>
                  </a:lnTo>
                  <a:lnTo>
                    <a:pt x="1521670" y="1140557"/>
                  </a:lnTo>
                  <a:lnTo>
                    <a:pt x="1522741" y="1139657"/>
                  </a:lnTo>
                  <a:lnTo>
                    <a:pt x="1523813" y="1138758"/>
                  </a:lnTo>
                  <a:lnTo>
                    <a:pt x="1524885" y="1137860"/>
                  </a:lnTo>
                  <a:lnTo>
                    <a:pt x="1525956" y="1136964"/>
                  </a:lnTo>
                  <a:lnTo>
                    <a:pt x="1527028" y="1136068"/>
                  </a:lnTo>
                  <a:lnTo>
                    <a:pt x="1528099" y="1135174"/>
                  </a:lnTo>
                  <a:lnTo>
                    <a:pt x="1529171" y="1134281"/>
                  </a:lnTo>
                  <a:lnTo>
                    <a:pt x="1530243" y="1133390"/>
                  </a:lnTo>
                  <a:lnTo>
                    <a:pt x="1531314" y="1132499"/>
                  </a:lnTo>
                  <a:lnTo>
                    <a:pt x="1532386" y="1131610"/>
                  </a:lnTo>
                  <a:lnTo>
                    <a:pt x="1533457" y="1130721"/>
                  </a:lnTo>
                  <a:lnTo>
                    <a:pt x="1534529" y="1129834"/>
                  </a:lnTo>
                  <a:lnTo>
                    <a:pt x="1535601" y="1128948"/>
                  </a:lnTo>
                  <a:lnTo>
                    <a:pt x="1536672" y="1128063"/>
                  </a:lnTo>
                  <a:lnTo>
                    <a:pt x="1537744" y="1127178"/>
                  </a:lnTo>
                  <a:lnTo>
                    <a:pt x="1538815" y="1126295"/>
                  </a:lnTo>
                  <a:lnTo>
                    <a:pt x="1539887" y="1125413"/>
                  </a:lnTo>
                  <a:lnTo>
                    <a:pt x="1540959" y="1124532"/>
                  </a:lnTo>
                  <a:lnTo>
                    <a:pt x="1542030" y="1123652"/>
                  </a:lnTo>
                  <a:lnTo>
                    <a:pt x="1543102" y="1122772"/>
                  </a:lnTo>
                  <a:lnTo>
                    <a:pt x="1544173" y="1121894"/>
                  </a:lnTo>
                  <a:lnTo>
                    <a:pt x="1545245" y="1121016"/>
                  </a:lnTo>
                  <a:lnTo>
                    <a:pt x="1546317" y="1120140"/>
                  </a:lnTo>
                  <a:lnTo>
                    <a:pt x="1547388" y="1119264"/>
                  </a:lnTo>
                  <a:lnTo>
                    <a:pt x="1548460" y="1118389"/>
                  </a:lnTo>
                  <a:lnTo>
                    <a:pt x="1549531" y="1117515"/>
                  </a:lnTo>
                  <a:lnTo>
                    <a:pt x="1550603" y="1116642"/>
                  </a:lnTo>
                  <a:lnTo>
                    <a:pt x="1551675" y="1115770"/>
                  </a:lnTo>
                  <a:lnTo>
                    <a:pt x="1552746" y="1114898"/>
                  </a:lnTo>
                  <a:lnTo>
                    <a:pt x="1553818" y="1114027"/>
                  </a:lnTo>
                  <a:lnTo>
                    <a:pt x="1554889" y="1113157"/>
                  </a:lnTo>
                  <a:lnTo>
                    <a:pt x="1555961" y="1112288"/>
                  </a:lnTo>
                  <a:lnTo>
                    <a:pt x="1557033" y="1111419"/>
                  </a:lnTo>
                  <a:lnTo>
                    <a:pt x="1558104" y="1110551"/>
                  </a:lnTo>
                  <a:lnTo>
                    <a:pt x="1559176" y="1109684"/>
                  </a:lnTo>
                  <a:lnTo>
                    <a:pt x="1560247" y="1108817"/>
                  </a:lnTo>
                  <a:lnTo>
                    <a:pt x="1561319" y="1107951"/>
                  </a:lnTo>
                  <a:lnTo>
                    <a:pt x="1562391" y="1107086"/>
                  </a:lnTo>
                  <a:lnTo>
                    <a:pt x="1563462" y="1106221"/>
                  </a:lnTo>
                  <a:lnTo>
                    <a:pt x="1564534" y="1105357"/>
                  </a:lnTo>
                  <a:lnTo>
                    <a:pt x="1565605" y="1104494"/>
                  </a:lnTo>
                  <a:lnTo>
                    <a:pt x="1566677" y="1103631"/>
                  </a:lnTo>
                  <a:lnTo>
                    <a:pt x="1567749" y="1102769"/>
                  </a:lnTo>
                  <a:lnTo>
                    <a:pt x="1568820" y="1101907"/>
                  </a:lnTo>
                  <a:lnTo>
                    <a:pt x="1569892" y="1101046"/>
                  </a:lnTo>
                  <a:lnTo>
                    <a:pt x="1570963" y="1100185"/>
                  </a:lnTo>
                  <a:lnTo>
                    <a:pt x="1572035" y="1099325"/>
                  </a:lnTo>
                  <a:lnTo>
                    <a:pt x="1573107" y="1098465"/>
                  </a:lnTo>
                  <a:lnTo>
                    <a:pt x="1574178" y="1097606"/>
                  </a:lnTo>
                  <a:lnTo>
                    <a:pt x="1575250" y="1096747"/>
                  </a:lnTo>
                  <a:lnTo>
                    <a:pt x="1576321" y="1095889"/>
                  </a:lnTo>
                  <a:lnTo>
                    <a:pt x="1577393" y="1095031"/>
                  </a:lnTo>
                  <a:lnTo>
                    <a:pt x="1578465" y="1094174"/>
                  </a:lnTo>
                  <a:lnTo>
                    <a:pt x="1579536" y="1093317"/>
                  </a:lnTo>
                  <a:lnTo>
                    <a:pt x="1580608" y="1092460"/>
                  </a:lnTo>
                  <a:lnTo>
                    <a:pt x="1581679" y="1091604"/>
                  </a:lnTo>
                  <a:lnTo>
                    <a:pt x="1582751" y="1090748"/>
                  </a:lnTo>
                  <a:lnTo>
                    <a:pt x="1583823" y="1089892"/>
                  </a:lnTo>
                  <a:lnTo>
                    <a:pt x="1584894" y="1089037"/>
                  </a:lnTo>
                  <a:lnTo>
                    <a:pt x="1585966" y="1088183"/>
                  </a:lnTo>
                  <a:lnTo>
                    <a:pt x="1587037" y="1087328"/>
                  </a:lnTo>
                  <a:lnTo>
                    <a:pt x="1588109" y="1086474"/>
                  </a:lnTo>
                  <a:lnTo>
                    <a:pt x="1589181" y="1085620"/>
                  </a:lnTo>
                  <a:lnTo>
                    <a:pt x="1590252" y="1084767"/>
                  </a:lnTo>
                  <a:lnTo>
                    <a:pt x="1591324" y="1083913"/>
                  </a:lnTo>
                  <a:lnTo>
                    <a:pt x="1592395" y="1083060"/>
                  </a:lnTo>
                  <a:lnTo>
                    <a:pt x="1593467" y="1082208"/>
                  </a:lnTo>
                  <a:lnTo>
                    <a:pt x="1594539" y="1081355"/>
                  </a:lnTo>
                  <a:lnTo>
                    <a:pt x="1595610" y="1080503"/>
                  </a:lnTo>
                  <a:lnTo>
                    <a:pt x="1596682" y="1079651"/>
                  </a:lnTo>
                  <a:lnTo>
                    <a:pt x="1597753" y="1078799"/>
                  </a:lnTo>
                  <a:lnTo>
                    <a:pt x="1598825" y="1077948"/>
                  </a:lnTo>
                  <a:lnTo>
                    <a:pt x="1599896" y="1077096"/>
                  </a:lnTo>
                  <a:lnTo>
                    <a:pt x="1600968" y="1076245"/>
                  </a:lnTo>
                  <a:lnTo>
                    <a:pt x="1602040" y="1075394"/>
                  </a:lnTo>
                  <a:lnTo>
                    <a:pt x="1603111" y="1074543"/>
                  </a:lnTo>
                  <a:lnTo>
                    <a:pt x="1604183" y="1073693"/>
                  </a:lnTo>
                  <a:lnTo>
                    <a:pt x="1605254" y="1072842"/>
                  </a:lnTo>
                  <a:lnTo>
                    <a:pt x="1606326" y="1071992"/>
                  </a:lnTo>
                  <a:lnTo>
                    <a:pt x="1607398" y="1071141"/>
                  </a:lnTo>
                  <a:lnTo>
                    <a:pt x="1608469" y="1070291"/>
                  </a:lnTo>
                  <a:lnTo>
                    <a:pt x="1609541" y="1069441"/>
                  </a:lnTo>
                  <a:lnTo>
                    <a:pt x="1610612" y="1068591"/>
                  </a:lnTo>
                  <a:lnTo>
                    <a:pt x="1611684" y="1067742"/>
                  </a:lnTo>
                  <a:lnTo>
                    <a:pt x="1612756" y="1066892"/>
                  </a:lnTo>
                  <a:lnTo>
                    <a:pt x="1613827" y="1066042"/>
                  </a:lnTo>
                  <a:lnTo>
                    <a:pt x="1614899" y="1065193"/>
                  </a:lnTo>
                  <a:lnTo>
                    <a:pt x="1615970" y="1064343"/>
                  </a:lnTo>
                  <a:lnTo>
                    <a:pt x="1617042" y="1063494"/>
                  </a:lnTo>
                  <a:lnTo>
                    <a:pt x="1618114" y="1062644"/>
                  </a:lnTo>
                  <a:lnTo>
                    <a:pt x="1619185" y="1061795"/>
                  </a:lnTo>
                  <a:lnTo>
                    <a:pt x="1620257" y="1060946"/>
                  </a:lnTo>
                  <a:lnTo>
                    <a:pt x="1621328" y="1060096"/>
                  </a:lnTo>
                  <a:lnTo>
                    <a:pt x="1622400" y="1059247"/>
                  </a:lnTo>
                  <a:lnTo>
                    <a:pt x="1623472" y="1058398"/>
                  </a:lnTo>
                  <a:lnTo>
                    <a:pt x="1624543" y="1057548"/>
                  </a:lnTo>
                  <a:lnTo>
                    <a:pt x="1625615" y="1056699"/>
                  </a:lnTo>
                  <a:lnTo>
                    <a:pt x="1626686" y="1055850"/>
                  </a:lnTo>
                  <a:lnTo>
                    <a:pt x="1627758" y="1055001"/>
                  </a:lnTo>
                  <a:lnTo>
                    <a:pt x="1628830" y="1054151"/>
                  </a:lnTo>
                  <a:lnTo>
                    <a:pt x="1629901" y="1053302"/>
                  </a:lnTo>
                  <a:lnTo>
                    <a:pt x="1630973" y="1052453"/>
                  </a:lnTo>
                  <a:lnTo>
                    <a:pt x="1632044" y="1051603"/>
                  </a:lnTo>
                  <a:lnTo>
                    <a:pt x="1633116" y="1050754"/>
                  </a:lnTo>
                  <a:lnTo>
                    <a:pt x="1634188" y="1049905"/>
                  </a:lnTo>
                  <a:lnTo>
                    <a:pt x="1635259" y="1049055"/>
                  </a:lnTo>
                  <a:lnTo>
                    <a:pt x="1636331" y="1048206"/>
                  </a:lnTo>
                  <a:lnTo>
                    <a:pt x="1637402" y="1047356"/>
                  </a:lnTo>
                  <a:lnTo>
                    <a:pt x="1638474" y="1046506"/>
                  </a:lnTo>
                  <a:lnTo>
                    <a:pt x="1639546" y="1045657"/>
                  </a:lnTo>
                  <a:lnTo>
                    <a:pt x="1640617" y="1044807"/>
                  </a:lnTo>
                  <a:lnTo>
                    <a:pt x="1641689" y="1043957"/>
                  </a:lnTo>
                  <a:lnTo>
                    <a:pt x="1642760" y="1043107"/>
                  </a:lnTo>
                  <a:lnTo>
                    <a:pt x="1643832" y="1042257"/>
                  </a:lnTo>
                  <a:lnTo>
                    <a:pt x="1644904" y="1041407"/>
                  </a:lnTo>
                  <a:lnTo>
                    <a:pt x="1645975" y="1040557"/>
                  </a:lnTo>
                  <a:lnTo>
                    <a:pt x="1647047" y="1039706"/>
                  </a:lnTo>
                  <a:lnTo>
                    <a:pt x="1648118" y="1038856"/>
                  </a:lnTo>
                  <a:lnTo>
                    <a:pt x="1649190" y="1038005"/>
                  </a:lnTo>
                  <a:lnTo>
                    <a:pt x="1650262" y="1037155"/>
                  </a:lnTo>
                  <a:lnTo>
                    <a:pt x="1651333" y="1036304"/>
                  </a:lnTo>
                  <a:lnTo>
                    <a:pt x="1652405" y="1035453"/>
                  </a:lnTo>
                  <a:lnTo>
                    <a:pt x="1653476" y="1034602"/>
                  </a:lnTo>
                  <a:lnTo>
                    <a:pt x="1654548" y="1033751"/>
                  </a:lnTo>
                  <a:lnTo>
                    <a:pt x="1655620" y="1032900"/>
                  </a:lnTo>
                  <a:lnTo>
                    <a:pt x="1656691" y="1032049"/>
                  </a:lnTo>
                  <a:lnTo>
                    <a:pt x="1657763" y="1031197"/>
                  </a:lnTo>
                  <a:lnTo>
                    <a:pt x="1658834" y="1030346"/>
                  </a:lnTo>
                  <a:lnTo>
                    <a:pt x="1659906" y="1029494"/>
                  </a:lnTo>
                  <a:lnTo>
                    <a:pt x="1660978" y="1028642"/>
                  </a:lnTo>
                  <a:lnTo>
                    <a:pt x="1662049" y="1027790"/>
                  </a:lnTo>
                  <a:lnTo>
                    <a:pt x="1663121" y="1026938"/>
                  </a:lnTo>
                  <a:lnTo>
                    <a:pt x="1664192" y="1026086"/>
                  </a:lnTo>
                  <a:lnTo>
                    <a:pt x="1665264" y="1025233"/>
                  </a:lnTo>
                  <a:lnTo>
                    <a:pt x="1666336" y="1024381"/>
                  </a:lnTo>
                  <a:lnTo>
                    <a:pt x="1667407" y="1023528"/>
                  </a:lnTo>
                  <a:lnTo>
                    <a:pt x="1668479" y="1022675"/>
                  </a:lnTo>
                  <a:lnTo>
                    <a:pt x="1669550" y="1021822"/>
                  </a:lnTo>
                  <a:lnTo>
                    <a:pt x="1670622" y="1020969"/>
                  </a:lnTo>
                  <a:lnTo>
                    <a:pt x="1671694" y="1020116"/>
                  </a:lnTo>
                  <a:lnTo>
                    <a:pt x="1672765" y="1019263"/>
                  </a:lnTo>
                  <a:lnTo>
                    <a:pt x="1673837" y="1018409"/>
                  </a:lnTo>
                  <a:lnTo>
                    <a:pt x="1674908" y="1017555"/>
                  </a:lnTo>
                  <a:lnTo>
                    <a:pt x="1675980" y="1016702"/>
                  </a:lnTo>
                  <a:lnTo>
                    <a:pt x="1677052" y="1015848"/>
                  </a:lnTo>
                  <a:lnTo>
                    <a:pt x="1678123" y="1014994"/>
                  </a:lnTo>
                  <a:lnTo>
                    <a:pt x="1679195" y="1014139"/>
                  </a:lnTo>
                  <a:lnTo>
                    <a:pt x="1680266" y="1013285"/>
                  </a:lnTo>
                  <a:lnTo>
                    <a:pt x="1681338" y="1012430"/>
                  </a:lnTo>
                  <a:lnTo>
                    <a:pt x="1682410" y="1011576"/>
                  </a:lnTo>
                  <a:lnTo>
                    <a:pt x="1683481" y="1010721"/>
                  </a:lnTo>
                  <a:lnTo>
                    <a:pt x="1684553" y="1009866"/>
                  </a:lnTo>
                  <a:lnTo>
                    <a:pt x="1685624" y="1009011"/>
                  </a:lnTo>
                  <a:lnTo>
                    <a:pt x="1686696" y="1008155"/>
                  </a:lnTo>
                  <a:lnTo>
                    <a:pt x="1687768" y="1007300"/>
                  </a:lnTo>
                  <a:lnTo>
                    <a:pt x="1688839" y="1006444"/>
                  </a:lnTo>
                  <a:lnTo>
                    <a:pt x="1689911" y="1005589"/>
                  </a:lnTo>
                  <a:lnTo>
                    <a:pt x="1690982" y="1004733"/>
                  </a:lnTo>
                  <a:lnTo>
                    <a:pt x="1692054" y="1003877"/>
                  </a:lnTo>
                  <a:lnTo>
                    <a:pt x="1693126" y="1003021"/>
                  </a:lnTo>
                  <a:lnTo>
                    <a:pt x="1694197" y="1002164"/>
                  </a:lnTo>
                  <a:lnTo>
                    <a:pt x="1695269" y="1001308"/>
                  </a:lnTo>
                  <a:lnTo>
                    <a:pt x="1696340" y="1000452"/>
                  </a:lnTo>
                  <a:lnTo>
                    <a:pt x="1697412" y="999595"/>
                  </a:lnTo>
                  <a:lnTo>
                    <a:pt x="1698484" y="998738"/>
                  </a:lnTo>
                  <a:lnTo>
                    <a:pt x="1699555" y="997881"/>
                  </a:lnTo>
                  <a:lnTo>
                    <a:pt x="1700627" y="997024"/>
                  </a:lnTo>
                  <a:lnTo>
                    <a:pt x="1701698" y="996167"/>
                  </a:lnTo>
                  <a:lnTo>
                    <a:pt x="1702770" y="995310"/>
                  </a:lnTo>
                  <a:lnTo>
                    <a:pt x="1703842" y="994452"/>
                  </a:lnTo>
                  <a:lnTo>
                    <a:pt x="1704913" y="993595"/>
                  </a:lnTo>
                  <a:lnTo>
                    <a:pt x="1705985" y="992737"/>
                  </a:lnTo>
                  <a:lnTo>
                    <a:pt x="1707056" y="991879"/>
                  </a:lnTo>
                  <a:lnTo>
                    <a:pt x="1708128" y="991021"/>
                  </a:lnTo>
                  <a:lnTo>
                    <a:pt x="1709200" y="990163"/>
                  </a:lnTo>
                  <a:lnTo>
                    <a:pt x="1710271" y="989305"/>
                  </a:lnTo>
                  <a:lnTo>
                    <a:pt x="1711343" y="988447"/>
                  </a:lnTo>
                  <a:lnTo>
                    <a:pt x="1712414" y="987588"/>
                  </a:lnTo>
                  <a:lnTo>
                    <a:pt x="1713486" y="986730"/>
                  </a:lnTo>
                  <a:lnTo>
                    <a:pt x="1714558" y="985871"/>
                  </a:lnTo>
                  <a:lnTo>
                    <a:pt x="1715629" y="985013"/>
                  </a:lnTo>
                  <a:lnTo>
                    <a:pt x="1716701" y="984154"/>
                  </a:lnTo>
                  <a:lnTo>
                    <a:pt x="1717772" y="983295"/>
                  </a:lnTo>
                  <a:lnTo>
                    <a:pt x="1718844" y="982436"/>
                  </a:lnTo>
                  <a:lnTo>
                    <a:pt x="1719916" y="981577"/>
                  </a:lnTo>
                  <a:lnTo>
                    <a:pt x="1720987" y="980718"/>
                  </a:lnTo>
                  <a:lnTo>
                    <a:pt x="1722059" y="979859"/>
                  </a:lnTo>
                  <a:lnTo>
                    <a:pt x="1723130" y="979000"/>
                  </a:lnTo>
                  <a:lnTo>
                    <a:pt x="1724202" y="978141"/>
                  </a:lnTo>
                  <a:lnTo>
                    <a:pt x="1725274" y="977281"/>
                  </a:lnTo>
                  <a:lnTo>
                    <a:pt x="1726345" y="976422"/>
                  </a:lnTo>
                  <a:lnTo>
                    <a:pt x="1727417" y="975563"/>
                  </a:lnTo>
                  <a:lnTo>
                    <a:pt x="1728488" y="974703"/>
                  </a:lnTo>
                  <a:lnTo>
                    <a:pt x="1729560" y="973844"/>
                  </a:lnTo>
                  <a:lnTo>
                    <a:pt x="1730632" y="972984"/>
                  </a:lnTo>
                  <a:lnTo>
                    <a:pt x="1731703" y="972124"/>
                  </a:lnTo>
                  <a:lnTo>
                    <a:pt x="1732775" y="971265"/>
                  </a:lnTo>
                  <a:lnTo>
                    <a:pt x="1733846" y="970405"/>
                  </a:lnTo>
                  <a:lnTo>
                    <a:pt x="1734918" y="969545"/>
                  </a:lnTo>
                  <a:lnTo>
                    <a:pt x="1735990" y="968685"/>
                  </a:lnTo>
                  <a:lnTo>
                    <a:pt x="1737061" y="967826"/>
                  </a:lnTo>
                  <a:lnTo>
                    <a:pt x="1738133" y="966966"/>
                  </a:lnTo>
                  <a:lnTo>
                    <a:pt x="1739204" y="966106"/>
                  </a:lnTo>
                  <a:lnTo>
                    <a:pt x="1740276" y="965246"/>
                  </a:lnTo>
                  <a:lnTo>
                    <a:pt x="1741348" y="964386"/>
                  </a:lnTo>
                  <a:lnTo>
                    <a:pt x="1742419" y="963527"/>
                  </a:lnTo>
                  <a:lnTo>
                    <a:pt x="1743491" y="962667"/>
                  </a:lnTo>
                  <a:lnTo>
                    <a:pt x="1744562" y="961807"/>
                  </a:lnTo>
                  <a:lnTo>
                    <a:pt x="1745634" y="960947"/>
                  </a:lnTo>
                  <a:lnTo>
                    <a:pt x="1746706" y="960088"/>
                  </a:lnTo>
                  <a:lnTo>
                    <a:pt x="1747777" y="959228"/>
                  </a:lnTo>
                  <a:lnTo>
                    <a:pt x="1748849" y="958368"/>
                  </a:lnTo>
                  <a:lnTo>
                    <a:pt x="1749920" y="957508"/>
                  </a:lnTo>
                  <a:lnTo>
                    <a:pt x="1750992" y="956649"/>
                  </a:lnTo>
                  <a:lnTo>
                    <a:pt x="1752064" y="955789"/>
                  </a:lnTo>
                  <a:lnTo>
                    <a:pt x="1753135" y="954930"/>
                  </a:lnTo>
                  <a:lnTo>
                    <a:pt x="1754207" y="954070"/>
                  </a:lnTo>
                  <a:lnTo>
                    <a:pt x="1755278" y="953211"/>
                  </a:lnTo>
                  <a:lnTo>
                    <a:pt x="1756350" y="952351"/>
                  </a:lnTo>
                  <a:lnTo>
                    <a:pt x="1757422" y="951492"/>
                  </a:lnTo>
                  <a:lnTo>
                    <a:pt x="1758493" y="950633"/>
                  </a:lnTo>
                  <a:lnTo>
                    <a:pt x="1759565" y="949774"/>
                  </a:lnTo>
                  <a:lnTo>
                    <a:pt x="1760636" y="948915"/>
                  </a:lnTo>
                  <a:lnTo>
                    <a:pt x="1761708" y="948056"/>
                  </a:lnTo>
                  <a:lnTo>
                    <a:pt x="1762780" y="947197"/>
                  </a:lnTo>
                  <a:lnTo>
                    <a:pt x="1763851" y="946338"/>
                  </a:lnTo>
                  <a:lnTo>
                    <a:pt x="1764923" y="945480"/>
                  </a:lnTo>
                  <a:lnTo>
                    <a:pt x="1765994" y="944621"/>
                  </a:lnTo>
                  <a:lnTo>
                    <a:pt x="1767066" y="943763"/>
                  </a:lnTo>
                  <a:lnTo>
                    <a:pt x="1768138" y="942905"/>
                  </a:lnTo>
                  <a:lnTo>
                    <a:pt x="1769209" y="942046"/>
                  </a:lnTo>
                  <a:lnTo>
                    <a:pt x="1770281" y="941189"/>
                  </a:lnTo>
                  <a:lnTo>
                    <a:pt x="1771352" y="940331"/>
                  </a:lnTo>
                  <a:lnTo>
                    <a:pt x="1772424" y="939473"/>
                  </a:lnTo>
                  <a:lnTo>
                    <a:pt x="1773496" y="938615"/>
                  </a:lnTo>
                  <a:lnTo>
                    <a:pt x="1774567" y="937758"/>
                  </a:lnTo>
                  <a:lnTo>
                    <a:pt x="1775639" y="936901"/>
                  </a:lnTo>
                  <a:lnTo>
                    <a:pt x="1776710" y="936044"/>
                  </a:lnTo>
                  <a:lnTo>
                    <a:pt x="1777782" y="935187"/>
                  </a:lnTo>
                  <a:lnTo>
                    <a:pt x="1778853" y="934330"/>
                  </a:lnTo>
                  <a:lnTo>
                    <a:pt x="1779925" y="933474"/>
                  </a:lnTo>
                  <a:lnTo>
                    <a:pt x="1780997" y="932618"/>
                  </a:lnTo>
                  <a:lnTo>
                    <a:pt x="1782068" y="931762"/>
                  </a:lnTo>
                  <a:lnTo>
                    <a:pt x="1783140" y="930906"/>
                  </a:lnTo>
                  <a:lnTo>
                    <a:pt x="1784211" y="930050"/>
                  </a:lnTo>
                  <a:lnTo>
                    <a:pt x="1785283" y="929195"/>
                  </a:lnTo>
                  <a:lnTo>
                    <a:pt x="1786355" y="928340"/>
                  </a:lnTo>
                  <a:lnTo>
                    <a:pt x="1787426" y="927485"/>
                  </a:lnTo>
                  <a:lnTo>
                    <a:pt x="1788498" y="926630"/>
                  </a:lnTo>
                  <a:lnTo>
                    <a:pt x="1789569" y="925776"/>
                  </a:lnTo>
                  <a:lnTo>
                    <a:pt x="1790641" y="924922"/>
                  </a:lnTo>
                  <a:lnTo>
                    <a:pt x="1791713" y="924068"/>
                  </a:lnTo>
                  <a:lnTo>
                    <a:pt x="1792784" y="923214"/>
                  </a:lnTo>
                  <a:lnTo>
                    <a:pt x="1793856" y="922361"/>
                  </a:lnTo>
                  <a:lnTo>
                    <a:pt x="1794927" y="921508"/>
                  </a:lnTo>
                  <a:lnTo>
                    <a:pt x="1795999" y="920655"/>
                  </a:lnTo>
                  <a:lnTo>
                    <a:pt x="1797071" y="919803"/>
                  </a:lnTo>
                  <a:lnTo>
                    <a:pt x="1798142" y="918951"/>
                  </a:lnTo>
                  <a:lnTo>
                    <a:pt x="1799214" y="918099"/>
                  </a:lnTo>
                  <a:lnTo>
                    <a:pt x="1800285" y="917247"/>
                  </a:lnTo>
                  <a:lnTo>
                    <a:pt x="1801357" y="916396"/>
                  </a:lnTo>
                  <a:lnTo>
                    <a:pt x="1802429" y="915545"/>
                  </a:lnTo>
                  <a:lnTo>
                    <a:pt x="1803500" y="914695"/>
                  </a:lnTo>
                  <a:lnTo>
                    <a:pt x="1804572" y="913845"/>
                  </a:lnTo>
                  <a:lnTo>
                    <a:pt x="1805643" y="912995"/>
                  </a:lnTo>
                  <a:lnTo>
                    <a:pt x="1806715" y="912145"/>
                  </a:lnTo>
                  <a:lnTo>
                    <a:pt x="1807787" y="911296"/>
                  </a:lnTo>
                  <a:lnTo>
                    <a:pt x="1808858" y="910448"/>
                  </a:lnTo>
                  <a:lnTo>
                    <a:pt x="1809930" y="909599"/>
                  </a:lnTo>
                  <a:lnTo>
                    <a:pt x="1811001" y="908752"/>
                  </a:lnTo>
                  <a:lnTo>
                    <a:pt x="1812073" y="907904"/>
                  </a:lnTo>
                  <a:lnTo>
                    <a:pt x="1813145" y="907057"/>
                  </a:lnTo>
                  <a:lnTo>
                    <a:pt x="1814216" y="906210"/>
                  </a:lnTo>
                  <a:lnTo>
                    <a:pt x="1815288" y="905364"/>
                  </a:lnTo>
                  <a:lnTo>
                    <a:pt x="1816359" y="904518"/>
                  </a:lnTo>
                  <a:lnTo>
                    <a:pt x="1817431" y="903673"/>
                  </a:lnTo>
                  <a:lnTo>
                    <a:pt x="1818503" y="902828"/>
                  </a:lnTo>
                  <a:lnTo>
                    <a:pt x="1819574" y="901983"/>
                  </a:lnTo>
                  <a:lnTo>
                    <a:pt x="1820646" y="901139"/>
                  </a:lnTo>
                  <a:lnTo>
                    <a:pt x="1821717" y="900296"/>
                  </a:lnTo>
                  <a:lnTo>
                    <a:pt x="1822789" y="899453"/>
                  </a:lnTo>
                  <a:lnTo>
                    <a:pt x="1823861" y="898610"/>
                  </a:lnTo>
                  <a:lnTo>
                    <a:pt x="1824932" y="897768"/>
                  </a:lnTo>
                  <a:lnTo>
                    <a:pt x="1826004" y="896926"/>
                  </a:lnTo>
                  <a:lnTo>
                    <a:pt x="1827075" y="896085"/>
                  </a:lnTo>
                  <a:lnTo>
                    <a:pt x="1828147" y="895245"/>
                  </a:lnTo>
                  <a:lnTo>
                    <a:pt x="1829219" y="894405"/>
                  </a:lnTo>
                  <a:lnTo>
                    <a:pt x="1830290" y="893565"/>
                  </a:lnTo>
                  <a:lnTo>
                    <a:pt x="1831362" y="892726"/>
                  </a:lnTo>
                  <a:lnTo>
                    <a:pt x="1832433" y="891888"/>
                  </a:lnTo>
                  <a:lnTo>
                    <a:pt x="1833505" y="891050"/>
                  </a:lnTo>
                  <a:lnTo>
                    <a:pt x="1834577" y="890212"/>
                  </a:lnTo>
                  <a:lnTo>
                    <a:pt x="1835648" y="889376"/>
                  </a:lnTo>
                  <a:lnTo>
                    <a:pt x="1836720" y="888539"/>
                  </a:lnTo>
                  <a:lnTo>
                    <a:pt x="1837791" y="887704"/>
                  </a:lnTo>
                  <a:lnTo>
                    <a:pt x="1838863" y="886869"/>
                  </a:lnTo>
                  <a:lnTo>
                    <a:pt x="1839935" y="886034"/>
                  </a:lnTo>
                  <a:lnTo>
                    <a:pt x="1841006" y="885200"/>
                  </a:lnTo>
                  <a:lnTo>
                    <a:pt x="1842078" y="884367"/>
                  </a:lnTo>
                  <a:lnTo>
                    <a:pt x="1843149" y="883534"/>
                  </a:lnTo>
                  <a:lnTo>
                    <a:pt x="1844221" y="882702"/>
                  </a:lnTo>
                  <a:lnTo>
                    <a:pt x="1845293" y="881871"/>
                  </a:lnTo>
                  <a:lnTo>
                    <a:pt x="1846364" y="881040"/>
                  </a:lnTo>
                  <a:lnTo>
                    <a:pt x="1847436" y="880210"/>
                  </a:lnTo>
                  <a:lnTo>
                    <a:pt x="1848507" y="879381"/>
                  </a:lnTo>
                  <a:lnTo>
                    <a:pt x="1849579" y="878552"/>
                  </a:lnTo>
                  <a:lnTo>
                    <a:pt x="1850651" y="877724"/>
                  </a:lnTo>
                  <a:lnTo>
                    <a:pt x="1851722" y="876897"/>
                  </a:lnTo>
                  <a:lnTo>
                    <a:pt x="1852794" y="876070"/>
                  </a:lnTo>
                  <a:lnTo>
                    <a:pt x="1853865" y="875244"/>
                  </a:lnTo>
                  <a:lnTo>
                    <a:pt x="1854937" y="874419"/>
                  </a:lnTo>
                  <a:lnTo>
                    <a:pt x="1856009" y="873595"/>
                  </a:lnTo>
                  <a:lnTo>
                    <a:pt x="1857080" y="872771"/>
                  </a:lnTo>
                  <a:lnTo>
                    <a:pt x="1858152" y="871948"/>
                  </a:lnTo>
                  <a:lnTo>
                    <a:pt x="1859223" y="871125"/>
                  </a:lnTo>
                  <a:lnTo>
                    <a:pt x="1860295" y="870304"/>
                  </a:lnTo>
                  <a:lnTo>
                    <a:pt x="1861367" y="869483"/>
                  </a:lnTo>
                  <a:lnTo>
                    <a:pt x="1862438" y="868663"/>
                  </a:lnTo>
                  <a:lnTo>
                    <a:pt x="1863510" y="867844"/>
                  </a:lnTo>
                  <a:lnTo>
                    <a:pt x="1864581" y="867025"/>
                  </a:lnTo>
                  <a:lnTo>
                    <a:pt x="1865653" y="866208"/>
                  </a:lnTo>
                  <a:lnTo>
                    <a:pt x="1866725" y="865391"/>
                  </a:lnTo>
                  <a:lnTo>
                    <a:pt x="1867796" y="864575"/>
                  </a:lnTo>
                  <a:lnTo>
                    <a:pt x="1868868" y="863759"/>
                  </a:lnTo>
                  <a:lnTo>
                    <a:pt x="1869939" y="862945"/>
                  </a:lnTo>
                  <a:lnTo>
                    <a:pt x="1871011" y="862132"/>
                  </a:lnTo>
                  <a:lnTo>
                    <a:pt x="1872083" y="861319"/>
                  </a:lnTo>
                  <a:lnTo>
                    <a:pt x="1873154" y="860507"/>
                  </a:lnTo>
                  <a:lnTo>
                    <a:pt x="1874226" y="859696"/>
                  </a:lnTo>
                  <a:lnTo>
                    <a:pt x="1875297" y="858886"/>
                  </a:lnTo>
                  <a:lnTo>
                    <a:pt x="1876369" y="858076"/>
                  </a:lnTo>
                  <a:lnTo>
                    <a:pt x="1877441" y="857268"/>
                  </a:lnTo>
                  <a:lnTo>
                    <a:pt x="1878512" y="856461"/>
                  </a:lnTo>
                  <a:lnTo>
                    <a:pt x="1879584" y="855654"/>
                  </a:lnTo>
                  <a:lnTo>
                    <a:pt x="1880655" y="854848"/>
                  </a:lnTo>
                  <a:lnTo>
                    <a:pt x="1881727" y="854044"/>
                  </a:lnTo>
                  <a:lnTo>
                    <a:pt x="1882799" y="853240"/>
                  </a:lnTo>
                  <a:lnTo>
                    <a:pt x="1883870" y="852437"/>
                  </a:lnTo>
                  <a:lnTo>
                    <a:pt x="1884942" y="851635"/>
                  </a:lnTo>
                  <a:lnTo>
                    <a:pt x="1886013" y="850834"/>
                  </a:lnTo>
                  <a:lnTo>
                    <a:pt x="1887085" y="850034"/>
                  </a:lnTo>
                  <a:lnTo>
                    <a:pt x="1888157" y="849235"/>
                  </a:lnTo>
                  <a:lnTo>
                    <a:pt x="1889228" y="848437"/>
                  </a:lnTo>
                  <a:lnTo>
                    <a:pt x="1890300" y="847640"/>
                  </a:lnTo>
                  <a:lnTo>
                    <a:pt x="1891371" y="846844"/>
                  </a:lnTo>
                  <a:lnTo>
                    <a:pt x="1892443" y="846049"/>
                  </a:lnTo>
                  <a:lnTo>
                    <a:pt x="1893515" y="845255"/>
                  </a:lnTo>
                  <a:lnTo>
                    <a:pt x="1894586" y="844462"/>
                  </a:lnTo>
                  <a:lnTo>
                    <a:pt x="1895658" y="843670"/>
                  </a:lnTo>
                  <a:lnTo>
                    <a:pt x="1896729" y="842879"/>
                  </a:lnTo>
                  <a:lnTo>
                    <a:pt x="1897801" y="842089"/>
                  </a:lnTo>
                  <a:lnTo>
                    <a:pt x="1898873" y="841300"/>
                  </a:lnTo>
                  <a:lnTo>
                    <a:pt x="1899944" y="840512"/>
                  </a:lnTo>
                  <a:lnTo>
                    <a:pt x="1901016" y="839725"/>
                  </a:lnTo>
                  <a:lnTo>
                    <a:pt x="1902087" y="838940"/>
                  </a:lnTo>
                  <a:lnTo>
                    <a:pt x="1903159" y="838155"/>
                  </a:lnTo>
                  <a:lnTo>
                    <a:pt x="1904231" y="837372"/>
                  </a:lnTo>
                  <a:lnTo>
                    <a:pt x="1905302" y="836590"/>
                  </a:lnTo>
                  <a:lnTo>
                    <a:pt x="1906374" y="835808"/>
                  </a:lnTo>
                  <a:lnTo>
                    <a:pt x="1907445" y="835028"/>
                  </a:lnTo>
                  <a:lnTo>
                    <a:pt x="1908517" y="834249"/>
                  </a:lnTo>
                  <a:lnTo>
                    <a:pt x="1909589" y="833472"/>
                  </a:lnTo>
                  <a:lnTo>
                    <a:pt x="1910660" y="832695"/>
                  </a:lnTo>
                  <a:lnTo>
                    <a:pt x="1911732" y="831920"/>
                  </a:lnTo>
                  <a:lnTo>
                    <a:pt x="1912803" y="831145"/>
                  </a:lnTo>
                  <a:lnTo>
                    <a:pt x="1913875" y="830372"/>
                  </a:lnTo>
                  <a:lnTo>
                    <a:pt x="1914947" y="829600"/>
                  </a:lnTo>
                  <a:lnTo>
                    <a:pt x="1916018" y="828830"/>
                  </a:lnTo>
                  <a:lnTo>
                    <a:pt x="1917090" y="828060"/>
                  </a:lnTo>
                  <a:lnTo>
                    <a:pt x="1918161" y="827292"/>
                  </a:lnTo>
                  <a:lnTo>
                    <a:pt x="1919233" y="826525"/>
                  </a:lnTo>
                  <a:lnTo>
                    <a:pt x="1920305" y="825759"/>
                  </a:lnTo>
                  <a:lnTo>
                    <a:pt x="1921376" y="824994"/>
                  </a:lnTo>
                  <a:lnTo>
                    <a:pt x="1922448" y="824230"/>
                  </a:lnTo>
                  <a:lnTo>
                    <a:pt x="1923519" y="823468"/>
                  </a:lnTo>
                  <a:lnTo>
                    <a:pt x="1924591" y="822707"/>
                  </a:lnTo>
                  <a:lnTo>
                    <a:pt x="1925663" y="821947"/>
                  </a:lnTo>
                  <a:lnTo>
                    <a:pt x="1926734" y="821189"/>
                  </a:lnTo>
                  <a:lnTo>
                    <a:pt x="1927806" y="820431"/>
                  </a:lnTo>
                  <a:lnTo>
                    <a:pt x="1928877" y="819675"/>
                  </a:lnTo>
                  <a:lnTo>
                    <a:pt x="1929949" y="818920"/>
                  </a:lnTo>
                  <a:lnTo>
                    <a:pt x="1931021" y="818166"/>
                  </a:lnTo>
                  <a:lnTo>
                    <a:pt x="1932092" y="817414"/>
                  </a:lnTo>
                  <a:lnTo>
                    <a:pt x="1933164" y="816663"/>
                  </a:lnTo>
                  <a:lnTo>
                    <a:pt x="1934235" y="815913"/>
                  </a:lnTo>
                  <a:lnTo>
                    <a:pt x="1935307" y="815164"/>
                  </a:lnTo>
                  <a:lnTo>
                    <a:pt x="1936379" y="814416"/>
                  </a:lnTo>
                  <a:lnTo>
                    <a:pt x="1937450" y="813670"/>
                  </a:lnTo>
                  <a:lnTo>
                    <a:pt x="1938522" y="812925"/>
                  </a:lnTo>
                  <a:lnTo>
                    <a:pt x="1939593" y="812181"/>
                  </a:lnTo>
                  <a:lnTo>
                    <a:pt x="1940665" y="811439"/>
                  </a:lnTo>
                  <a:lnTo>
                    <a:pt x="1941737" y="810697"/>
                  </a:lnTo>
                  <a:lnTo>
                    <a:pt x="1942808" y="809957"/>
                  </a:lnTo>
                  <a:lnTo>
                    <a:pt x="1943880" y="809218"/>
                  </a:lnTo>
                  <a:lnTo>
                    <a:pt x="1944951" y="808481"/>
                  </a:lnTo>
                  <a:lnTo>
                    <a:pt x="1946023" y="807744"/>
                  </a:lnTo>
                  <a:lnTo>
                    <a:pt x="1947095" y="807009"/>
                  </a:lnTo>
                  <a:lnTo>
                    <a:pt x="1948166" y="806275"/>
                  </a:lnTo>
                  <a:lnTo>
                    <a:pt x="1949238" y="805543"/>
                  </a:lnTo>
                  <a:lnTo>
                    <a:pt x="1950309" y="804812"/>
                  </a:lnTo>
                  <a:lnTo>
                    <a:pt x="1951381" y="804082"/>
                  </a:lnTo>
                  <a:lnTo>
                    <a:pt x="1952453" y="803353"/>
                  </a:lnTo>
                  <a:lnTo>
                    <a:pt x="1953524" y="802625"/>
                  </a:lnTo>
                  <a:lnTo>
                    <a:pt x="1954596" y="801899"/>
                  </a:lnTo>
                  <a:lnTo>
                    <a:pt x="1955667" y="801174"/>
                  </a:lnTo>
                  <a:lnTo>
                    <a:pt x="1956739" y="800450"/>
                  </a:lnTo>
                  <a:lnTo>
                    <a:pt x="1957810" y="799728"/>
                  </a:lnTo>
                  <a:lnTo>
                    <a:pt x="1958882" y="799007"/>
                  </a:lnTo>
                  <a:lnTo>
                    <a:pt x="1959954" y="798287"/>
                  </a:lnTo>
                  <a:lnTo>
                    <a:pt x="1961025" y="797568"/>
                  </a:lnTo>
                  <a:lnTo>
                    <a:pt x="1962097" y="796851"/>
                  </a:lnTo>
                  <a:lnTo>
                    <a:pt x="1963168" y="796135"/>
                  </a:lnTo>
                  <a:lnTo>
                    <a:pt x="1964240" y="795420"/>
                  </a:lnTo>
                  <a:lnTo>
                    <a:pt x="1965312" y="794706"/>
                  </a:lnTo>
                  <a:lnTo>
                    <a:pt x="1966383" y="793994"/>
                  </a:lnTo>
                  <a:lnTo>
                    <a:pt x="1967455" y="793283"/>
                  </a:lnTo>
                  <a:lnTo>
                    <a:pt x="1968526" y="792573"/>
                  </a:lnTo>
                  <a:lnTo>
                    <a:pt x="1969598" y="791865"/>
                  </a:lnTo>
                  <a:lnTo>
                    <a:pt x="1970670" y="791158"/>
                  </a:lnTo>
                  <a:lnTo>
                    <a:pt x="1971741" y="790452"/>
                  </a:lnTo>
                  <a:lnTo>
                    <a:pt x="1972813" y="789747"/>
                  </a:lnTo>
                  <a:lnTo>
                    <a:pt x="1973884" y="789044"/>
                  </a:lnTo>
                  <a:lnTo>
                    <a:pt x="1974956" y="788342"/>
                  </a:lnTo>
                  <a:lnTo>
                    <a:pt x="1976028" y="787641"/>
                  </a:lnTo>
                  <a:lnTo>
                    <a:pt x="1977099" y="786942"/>
                  </a:lnTo>
                  <a:lnTo>
                    <a:pt x="1978171" y="786244"/>
                  </a:lnTo>
                  <a:lnTo>
                    <a:pt x="1979242" y="785547"/>
                  </a:lnTo>
                  <a:lnTo>
                    <a:pt x="1980314" y="784851"/>
                  </a:lnTo>
                  <a:lnTo>
                    <a:pt x="1981386" y="784157"/>
                  </a:lnTo>
                  <a:lnTo>
                    <a:pt x="1982457" y="783464"/>
                  </a:lnTo>
                  <a:lnTo>
                    <a:pt x="1983529" y="782772"/>
                  </a:lnTo>
                  <a:lnTo>
                    <a:pt x="1984600" y="782082"/>
                  </a:lnTo>
                  <a:lnTo>
                    <a:pt x="1985672" y="781393"/>
                  </a:lnTo>
                  <a:lnTo>
                    <a:pt x="1986744" y="780705"/>
                  </a:lnTo>
                  <a:lnTo>
                    <a:pt x="1987815" y="780018"/>
                  </a:lnTo>
                  <a:lnTo>
                    <a:pt x="1988887" y="779333"/>
                  </a:lnTo>
                  <a:lnTo>
                    <a:pt x="1989958" y="778649"/>
                  </a:lnTo>
                  <a:lnTo>
                    <a:pt x="1991030" y="777966"/>
                  </a:lnTo>
                  <a:lnTo>
                    <a:pt x="1992102" y="777285"/>
                  </a:lnTo>
                  <a:lnTo>
                    <a:pt x="1993173" y="776605"/>
                  </a:lnTo>
                  <a:lnTo>
                    <a:pt x="1994245" y="775926"/>
                  </a:lnTo>
                  <a:lnTo>
                    <a:pt x="1995316" y="775249"/>
                  </a:lnTo>
                  <a:lnTo>
                    <a:pt x="1996388" y="774573"/>
                  </a:lnTo>
                  <a:lnTo>
                    <a:pt x="1997460" y="773898"/>
                  </a:lnTo>
                  <a:lnTo>
                    <a:pt x="1998531" y="773224"/>
                  </a:lnTo>
                  <a:lnTo>
                    <a:pt x="1999603" y="772552"/>
                  </a:lnTo>
                  <a:lnTo>
                    <a:pt x="2000674" y="771881"/>
                  </a:lnTo>
                  <a:lnTo>
                    <a:pt x="2001746" y="771211"/>
                  </a:lnTo>
                  <a:lnTo>
                    <a:pt x="2002818" y="770543"/>
                  </a:lnTo>
                  <a:lnTo>
                    <a:pt x="2003889" y="769876"/>
                  </a:lnTo>
                  <a:lnTo>
                    <a:pt x="2004961" y="769210"/>
                  </a:lnTo>
                  <a:lnTo>
                    <a:pt x="2006032" y="768546"/>
                  </a:lnTo>
                  <a:lnTo>
                    <a:pt x="2007104" y="767883"/>
                  </a:lnTo>
                  <a:lnTo>
                    <a:pt x="2008176" y="767221"/>
                  </a:lnTo>
                  <a:lnTo>
                    <a:pt x="2009247" y="766560"/>
                  </a:lnTo>
                  <a:lnTo>
                    <a:pt x="2010319" y="765901"/>
                  </a:lnTo>
                  <a:lnTo>
                    <a:pt x="2011390" y="765243"/>
                  </a:lnTo>
                  <a:lnTo>
                    <a:pt x="2012462" y="764587"/>
                  </a:lnTo>
                  <a:lnTo>
                    <a:pt x="2013534" y="763931"/>
                  </a:lnTo>
                  <a:lnTo>
                    <a:pt x="2014605" y="763277"/>
                  </a:lnTo>
                  <a:lnTo>
                    <a:pt x="2015677" y="762625"/>
                  </a:lnTo>
                  <a:lnTo>
                    <a:pt x="2016748" y="761973"/>
                  </a:lnTo>
                  <a:lnTo>
                    <a:pt x="2017820" y="761323"/>
                  </a:lnTo>
                  <a:lnTo>
                    <a:pt x="2018892" y="760674"/>
                  </a:lnTo>
                  <a:lnTo>
                    <a:pt x="2019963" y="760027"/>
                  </a:lnTo>
                  <a:lnTo>
                    <a:pt x="2021035" y="759381"/>
                  </a:lnTo>
                  <a:lnTo>
                    <a:pt x="2022106" y="758736"/>
                  </a:lnTo>
                  <a:lnTo>
                    <a:pt x="2023178" y="758092"/>
                  </a:lnTo>
                  <a:lnTo>
                    <a:pt x="2024250" y="757450"/>
                  </a:lnTo>
                  <a:lnTo>
                    <a:pt x="2025321" y="756809"/>
                  </a:lnTo>
                  <a:lnTo>
                    <a:pt x="2026393" y="756169"/>
                  </a:lnTo>
                  <a:lnTo>
                    <a:pt x="2027464" y="755531"/>
                  </a:lnTo>
                  <a:lnTo>
                    <a:pt x="2028536" y="754894"/>
                  </a:lnTo>
                  <a:lnTo>
                    <a:pt x="2029608" y="754258"/>
                  </a:lnTo>
                  <a:lnTo>
                    <a:pt x="2030679" y="753624"/>
                  </a:lnTo>
                  <a:lnTo>
                    <a:pt x="2031751" y="752991"/>
                  </a:lnTo>
                  <a:lnTo>
                    <a:pt x="2032822" y="752359"/>
                  </a:lnTo>
                  <a:lnTo>
                    <a:pt x="2033894" y="751728"/>
                  </a:lnTo>
                  <a:lnTo>
                    <a:pt x="2034966" y="751099"/>
                  </a:lnTo>
                  <a:lnTo>
                    <a:pt x="2036037" y="750471"/>
                  </a:lnTo>
                  <a:lnTo>
                    <a:pt x="2037109" y="749844"/>
                  </a:lnTo>
                  <a:lnTo>
                    <a:pt x="2038180" y="749219"/>
                  </a:lnTo>
                  <a:lnTo>
                    <a:pt x="2039252" y="748595"/>
                  </a:lnTo>
                  <a:lnTo>
                    <a:pt x="2040324" y="747972"/>
                  </a:lnTo>
                  <a:lnTo>
                    <a:pt x="2041395" y="747351"/>
                  </a:lnTo>
                  <a:lnTo>
                    <a:pt x="2042467" y="746731"/>
                  </a:lnTo>
                  <a:lnTo>
                    <a:pt x="2043538" y="746112"/>
                  </a:lnTo>
                  <a:lnTo>
                    <a:pt x="2044610" y="745495"/>
                  </a:lnTo>
                  <a:lnTo>
                    <a:pt x="2045682" y="744878"/>
                  </a:lnTo>
                  <a:lnTo>
                    <a:pt x="2046753" y="744264"/>
                  </a:lnTo>
                  <a:lnTo>
                    <a:pt x="2047825" y="743650"/>
                  </a:lnTo>
                  <a:lnTo>
                    <a:pt x="2048896" y="743038"/>
                  </a:lnTo>
                  <a:lnTo>
                    <a:pt x="2049968" y="742427"/>
                  </a:lnTo>
                  <a:lnTo>
                    <a:pt x="2051040" y="741817"/>
                  </a:lnTo>
                  <a:lnTo>
                    <a:pt x="2052111" y="741209"/>
                  </a:lnTo>
                  <a:lnTo>
                    <a:pt x="2053183" y="740602"/>
                  </a:lnTo>
                  <a:lnTo>
                    <a:pt x="2054254" y="739996"/>
                  </a:lnTo>
                  <a:lnTo>
                    <a:pt x="2055326" y="739391"/>
                  </a:lnTo>
                  <a:lnTo>
                    <a:pt x="2056398" y="738788"/>
                  </a:lnTo>
                  <a:lnTo>
                    <a:pt x="2057469" y="738186"/>
                  </a:lnTo>
                  <a:lnTo>
                    <a:pt x="2058541" y="737586"/>
                  </a:lnTo>
                  <a:lnTo>
                    <a:pt x="2059612" y="736986"/>
                  </a:lnTo>
                  <a:lnTo>
                    <a:pt x="2060684" y="736388"/>
                  </a:lnTo>
                  <a:lnTo>
                    <a:pt x="2061756" y="735792"/>
                  </a:lnTo>
                  <a:lnTo>
                    <a:pt x="2062827" y="735196"/>
                  </a:lnTo>
                  <a:lnTo>
                    <a:pt x="2063899" y="734602"/>
                  </a:lnTo>
                  <a:lnTo>
                    <a:pt x="2064970" y="734009"/>
                  </a:lnTo>
                  <a:lnTo>
                    <a:pt x="2066042" y="733418"/>
                  </a:lnTo>
                  <a:lnTo>
                    <a:pt x="2067114" y="732828"/>
                  </a:lnTo>
                  <a:lnTo>
                    <a:pt x="2068185" y="732239"/>
                  </a:lnTo>
                  <a:lnTo>
                    <a:pt x="2069257" y="731651"/>
                  </a:lnTo>
                  <a:lnTo>
                    <a:pt x="2070328" y="731065"/>
                  </a:lnTo>
                  <a:lnTo>
                    <a:pt x="2071400" y="730480"/>
                  </a:lnTo>
                  <a:lnTo>
                    <a:pt x="2072472" y="729896"/>
                  </a:lnTo>
                  <a:lnTo>
                    <a:pt x="2073543" y="729313"/>
                  </a:lnTo>
                  <a:lnTo>
                    <a:pt x="2074615" y="728732"/>
                  </a:lnTo>
                  <a:lnTo>
                    <a:pt x="2075686" y="728152"/>
                  </a:lnTo>
                  <a:lnTo>
                    <a:pt x="2076758" y="727574"/>
                  </a:lnTo>
                  <a:lnTo>
                    <a:pt x="2077830" y="726996"/>
                  </a:lnTo>
                  <a:lnTo>
                    <a:pt x="2078901" y="726420"/>
                  </a:lnTo>
                  <a:lnTo>
                    <a:pt x="2079973" y="725846"/>
                  </a:lnTo>
                  <a:lnTo>
                    <a:pt x="2081044" y="725272"/>
                  </a:lnTo>
                  <a:lnTo>
                    <a:pt x="2082116" y="724700"/>
                  </a:lnTo>
                  <a:lnTo>
                    <a:pt x="2083188" y="724129"/>
                  </a:lnTo>
                  <a:lnTo>
                    <a:pt x="2084259" y="723559"/>
                  </a:lnTo>
                  <a:lnTo>
                    <a:pt x="2085331" y="722991"/>
                  </a:lnTo>
                  <a:lnTo>
                    <a:pt x="2086402" y="722424"/>
                  </a:lnTo>
                  <a:lnTo>
                    <a:pt x="2087474" y="721858"/>
                  </a:lnTo>
                  <a:lnTo>
                    <a:pt x="2088546" y="721294"/>
                  </a:lnTo>
                  <a:lnTo>
                    <a:pt x="2089617" y="720731"/>
                  </a:lnTo>
                  <a:lnTo>
                    <a:pt x="2090689" y="720169"/>
                  </a:lnTo>
                  <a:lnTo>
                    <a:pt x="2091760" y="719608"/>
                  </a:lnTo>
                  <a:lnTo>
                    <a:pt x="2092832" y="719049"/>
                  </a:lnTo>
                  <a:lnTo>
                    <a:pt x="2093904" y="718491"/>
                  </a:lnTo>
                  <a:lnTo>
                    <a:pt x="2094975" y="717934"/>
                  </a:lnTo>
                  <a:lnTo>
                    <a:pt x="2096047" y="717378"/>
                  </a:lnTo>
                  <a:lnTo>
                    <a:pt x="2097118" y="716824"/>
                  </a:lnTo>
                  <a:lnTo>
                    <a:pt x="2098190" y="716271"/>
                  </a:lnTo>
                  <a:lnTo>
                    <a:pt x="2099262" y="715719"/>
                  </a:lnTo>
                  <a:lnTo>
                    <a:pt x="2100333" y="715169"/>
                  </a:lnTo>
                  <a:lnTo>
                    <a:pt x="2101405" y="714620"/>
                  </a:lnTo>
                  <a:lnTo>
                    <a:pt x="2102476" y="714072"/>
                  </a:lnTo>
                  <a:lnTo>
                    <a:pt x="2103548" y="713525"/>
                  </a:lnTo>
                  <a:lnTo>
                    <a:pt x="2104620" y="712980"/>
                  </a:lnTo>
                  <a:lnTo>
                    <a:pt x="2105691" y="712436"/>
                  </a:lnTo>
                  <a:lnTo>
                    <a:pt x="2106763" y="711893"/>
                  </a:lnTo>
                  <a:lnTo>
                    <a:pt x="2107834" y="711351"/>
                  </a:lnTo>
                  <a:lnTo>
                    <a:pt x="2108906" y="710811"/>
                  </a:lnTo>
                  <a:lnTo>
                    <a:pt x="2109978" y="710272"/>
                  </a:lnTo>
                  <a:lnTo>
                    <a:pt x="2111049" y="709734"/>
                  </a:lnTo>
                  <a:lnTo>
                    <a:pt x="2112121" y="709198"/>
                  </a:lnTo>
                  <a:lnTo>
                    <a:pt x="2113192" y="708662"/>
                  </a:lnTo>
                  <a:lnTo>
                    <a:pt x="2114264" y="708128"/>
                  </a:lnTo>
                  <a:lnTo>
                    <a:pt x="2115336" y="707595"/>
                  </a:lnTo>
                  <a:lnTo>
                    <a:pt x="2116407" y="707064"/>
                  </a:lnTo>
                  <a:lnTo>
                    <a:pt x="2117479" y="706534"/>
                  </a:lnTo>
                  <a:lnTo>
                    <a:pt x="2118550" y="706005"/>
                  </a:lnTo>
                  <a:lnTo>
                    <a:pt x="2119622" y="705477"/>
                  </a:lnTo>
                  <a:lnTo>
                    <a:pt x="2120694" y="704950"/>
                  </a:lnTo>
                  <a:lnTo>
                    <a:pt x="2121765" y="704425"/>
                  </a:lnTo>
                  <a:lnTo>
                    <a:pt x="2122837" y="703901"/>
                  </a:lnTo>
                  <a:lnTo>
                    <a:pt x="2123908" y="703379"/>
                  </a:lnTo>
                  <a:lnTo>
                    <a:pt x="2124980" y="702857"/>
                  </a:lnTo>
                  <a:lnTo>
                    <a:pt x="2126052" y="702337"/>
                  </a:lnTo>
                  <a:lnTo>
                    <a:pt x="2127123" y="701818"/>
                  </a:lnTo>
                  <a:lnTo>
                    <a:pt x="2128195" y="701300"/>
                  </a:lnTo>
                  <a:lnTo>
                    <a:pt x="2129266" y="700784"/>
                  </a:lnTo>
                  <a:lnTo>
                    <a:pt x="2130338" y="700268"/>
                  </a:lnTo>
                  <a:lnTo>
                    <a:pt x="2131409" y="699754"/>
                  </a:lnTo>
                  <a:lnTo>
                    <a:pt x="2132481" y="699241"/>
                  </a:lnTo>
                  <a:lnTo>
                    <a:pt x="2133553" y="698730"/>
                  </a:lnTo>
                  <a:lnTo>
                    <a:pt x="2134624" y="698220"/>
                  </a:lnTo>
                  <a:lnTo>
                    <a:pt x="2135696" y="697710"/>
                  </a:lnTo>
                  <a:lnTo>
                    <a:pt x="2136767" y="697203"/>
                  </a:lnTo>
                  <a:lnTo>
                    <a:pt x="2137839" y="696696"/>
                  </a:lnTo>
                  <a:lnTo>
                    <a:pt x="2138911" y="696191"/>
                  </a:lnTo>
                  <a:lnTo>
                    <a:pt x="2139982" y="695686"/>
                  </a:lnTo>
                  <a:lnTo>
                    <a:pt x="2141054" y="695183"/>
                  </a:lnTo>
                  <a:lnTo>
                    <a:pt x="2142125" y="694682"/>
                  </a:lnTo>
                  <a:lnTo>
                    <a:pt x="2143197" y="694181"/>
                  </a:lnTo>
                  <a:lnTo>
                    <a:pt x="2144269" y="693682"/>
                  </a:lnTo>
                  <a:lnTo>
                    <a:pt x="2145340" y="693184"/>
                  </a:lnTo>
                  <a:lnTo>
                    <a:pt x="2146412" y="692687"/>
                  </a:lnTo>
                  <a:lnTo>
                    <a:pt x="2147483" y="692192"/>
                  </a:lnTo>
                  <a:lnTo>
                    <a:pt x="2148555" y="691697"/>
                  </a:lnTo>
                  <a:lnTo>
                    <a:pt x="2149627" y="691204"/>
                  </a:lnTo>
                  <a:lnTo>
                    <a:pt x="2150698" y="690712"/>
                  </a:lnTo>
                  <a:lnTo>
                    <a:pt x="2151770" y="690221"/>
                  </a:lnTo>
                  <a:lnTo>
                    <a:pt x="2152841" y="689732"/>
                  </a:lnTo>
                  <a:lnTo>
                    <a:pt x="2153913" y="689244"/>
                  </a:lnTo>
                  <a:lnTo>
                    <a:pt x="2154985" y="688756"/>
                  </a:lnTo>
                  <a:lnTo>
                    <a:pt x="2156056" y="688271"/>
                  </a:lnTo>
                  <a:lnTo>
                    <a:pt x="2157128" y="687786"/>
                  </a:lnTo>
                  <a:lnTo>
                    <a:pt x="2158199" y="687302"/>
                  </a:lnTo>
                  <a:lnTo>
                    <a:pt x="2159271" y="686820"/>
                  </a:lnTo>
                  <a:lnTo>
                    <a:pt x="2160343" y="686339"/>
                  </a:lnTo>
                  <a:lnTo>
                    <a:pt x="2161414" y="685859"/>
                  </a:lnTo>
                  <a:lnTo>
                    <a:pt x="2162486" y="685381"/>
                  </a:lnTo>
                  <a:lnTo>
                    <a:pt x="2163557" y="684903"/>
                  </a:lnTo>
                  <a:lnTo>
                    <a:pt x="2164629" y="684427"/>
                  </a:lnTo>
                  <a:lnTo>
                    <a:pt x="2165701" y="683952"/>
                  </a:lnTo>
                  <a:lnTo>
                    <a:pt x="2166772" y="683478"/>
                  </a:lnTo>
                  <a:lnTo>
                    <a:pt x="2167844" y="683005"/>
                  </a:lnTo>
                  <a:lnTo>
                    <a:pt x="2168915" y="682534"/>
                  </a:lnTo>
                  <a:lnTo>
                    <a:pt x="2169987" y="682063"/>
                  </a:lnTo>
                  <a:lnTo>
                    <a:pt x="2171059" y="681594"/>
                  </a:lnTo>
                  <a:lnTo>
                    <a:pt x="2172130" y="681126"/>
                  </a:lnTo>
                  <a:lnTo>
                    <a:pt x="2173202" y="680660"/>
                  </a:lnTo>
                  <a:lnTo>
                    <a:pt x="2174273" y="680194"/>
                  </a:lnTo>
                  <a:lnTo>
                    <a:pt x="2175345" y="679730"/>
                  </a:lnTo>
                  <a:lnTo>
                    <a:pt x="2176417" y="679267"/>
                  </a:lnTo>
                  <a:lnTo>
                    <a:pt x="2177488" y="678805"/>
                  </a:lnTo>
                  <a:lnTo>
                    <a:pt x="2178560" y="678344"/>
                  </a:lnTo>
                  <a:lnTo>
                    <a:pt x="2179631" y="677884"/>
                  </a:lnTo>
                  <a:lnTo>
                    <a:pt x="2180703" y="677426"/>
                  </a:lnTo>
                  <a:lnTo>
                    <a:pt x="2181775" y="676968"/>
                  </a:lnTo>
                  <a:lnTo>
                    <a:pt x="2182846" y="676512"/>
                  </a:lnTo>
                  <a:lnTo>
                    <a:pt x="2183918" y="676057"/>
                  </a:lnTo>
                  <a:lnTo>
                    <a:pt x="2184989" y="675603"/>
                  </a:lnTo>
                  <a:lnTo>
                    <a:pt x="2186061" y="675151"/>
                  </a:lnTo>
                  <a:lnTo>
                    <a:pt x="2187133" y="674699"/>
                  </a:lnTo>
                  <a:lnTo>
                    <a:pt x="2188204" y="674249"/>
                  </a:lnTo>
                  <a:lnTo>
                    <a:pt x="2189276" y="673800"/>
                  </a:lnTo>
                  <a:lnTo>
                    <a:pt x="2190347" y="673352"/>
                  </a:lnTo>
                  <a:lnTo>
                    <a:pt x="2191419" y="672905"/>
                  </a:lnTo>
                  <a:lnTo>
                    <a:pt x="2192491" y="672459"/>
                  </a:lnTo>
                  <a:lnTo>
                    <a:pt x="2193562" y="672015"/>
                  </a:lnTo>
                  <a:lnTo>
                    <a:pt x="2194634" y="671571"/>
                  </a:lnTo>
                  <a:lnTo>
                    <a:pt x="2195705" y="671129"/>
                  </a:lnTo>
                  <a:lnTo>
                    <a:pt x="2196777" y="670688"/>
                  </a:lnTo>
                  <a:lnTo>
                    <a:pt x="2197849" y="670248"/>
                  </a:lnTo>
                  <a:lnTo>
                    <a:pt x="2198920" y="669809"/>
                  </a:lnTo>
                  <a:lnTo>
                    <a:pt x="2199992" y="669372"/>
                  </a:lnTo>
                  <a:lnTo>
                    <a:pt x="2201063" y="668935"/>
                  </a:lnTo>
                  <a:lnTo>
                    <a:pt x="2202135" y="668500"/>
                  </a:lnTo>
                  <a:lnTo>
                    <a:pt x="2203207" y="668065"/>
                  </a:lnTo>
                  <a:lnTo>
                    <a:pt x="2204278" y="667632"/>
                  </a:lnTo>
                  <a:lnTo>
                    <a:pt x="2205350" y="667200"/>
                  </a:lnTo>
                  <a:lnTo>
                    <a:pt x="2206421" y="666770"/>
                  </a:lnTo>
                  <a:lnTo>
                    <a:pt x="2207493" y="666340"/>
                  </a:lnTo>
                  <a:lnTo>
                    <a:pt x="2208565" y="665911"/>
                  </a:lnTo>
                  <a:lnTo>
                    <a:pt x="2209636" y="665484"/>
                  </a:lnTo>
                  <a:lnTo>
                    <a:pt x="2210708" y="665057"/>
                  </a:lnTo>
                  <a:lnTo>
                    <a:pt x="2211779" y="664632"/>
                  </a:lnTo>
                  <a:lnTo>
                    <a:pt x="2212851" y="664208"/>
                  </a:lnTo>
                  <a:lnTo>
                    <a:pt x="2213923" y="663785"/>
                  </a:lnTo>
                  <a:lnTo>
                    <a:pt x="2214994" y="663363"/>
                  </a:lnTo>
                  <a:lnTo>
                    <a:pt x="2216066" y="662943"/>
                  </a:lnTo>
                  <a:lnTo>
                    <a:pt x="2217137" y="662523"/>
                  </a:lnTo>
                  <a:lnTo>
                    <a:pt x="2218209" y="662104"/>
                  </a:lnTo>
                  <a:lnTo>
                    <a:pt x="2219281" y="661687"/>
                  </a:lnTo>
                  <a:lnTo>
                    <a:pt x="2220352" y="661271"/>
                  </a:lnTo>
                  <a:lnTo>
                    <a:pt x="2221424" y="660856"/>
                  </a:lnTo>
                  <a:lnTo>
                    <a:pt x="2222495" y="660441"/>
                  </a:lnTo>
                  <a:lnTo>
                    <a:pt x="2223567" y="660028"/>
                  </a:lnTo>
                  <a:lnTo>
                    <a:pt x="2224639" y="659617"/>
                  </a:lnTo>
                  <a:lnTo>
                    <a:pt x="2225710" y="659206"/>
                  </a:lnTo>
                  <a:lnTo>
                    <a:pt x="2226782" y="658796"/>
                  </a:lnTo>
                  <a:lnTo>
                    <a:pt x="2227853" y="658388"/>
                  </a:lnTo>
                  <a:lnTo>
                    <a:pt x="2228925" y="657980"/>
                  </a:lnTo>
                  <a:lnTo>
                    <a:pt x="2229997" y="657574"/>
                  </a:lnTo>
                  <a:lnTo>
                    <a:pt x="2231068" y="657168"/>
                  </a:lnTo>
                  <a:lnTo>
                    <a:pt x="2232140" y="656764"/>
                  </a:lnTo>
                  <a:lnTo>
                    <a:pt x="2233211" y="656361"/>
                  </a:lnTo>
                  <a:lnTo>
                    <a:pt x="2234283" y="655959"/>
                  </a:lnTo>
                  <a:lnTo>
                    <a:pt x="2235355" y="655558"/>
                  </a:lnTo>
                  <a:lnTo>
                    <a:pt x="2236426" y="655158"/>
                  </a:lnTo>
                  <a:lnTo>
                    <a:pt x="2237498" y="654759"/>
                  </a:lnTo>
                  <a:lnTo>
                    <a:pt x="2238569" y="654361"/>
                  </a:lnTo>
                  <a:lnTo>
                    <a:pt x="2239641" y="653964"/>
                  </a:lnTo>
                  <a:lnTo>
                    <a:pt x="2240713" y="653569"/>
                  </a:lnTo>
                  <a:lnTo>
                    <a:pt x="2241784" y="653174"/>
                  </a:lnTo>
                  <a:lnTo>
                    <a:pt x="2242856" y="652781"/>
                  </a:lnTo>
                  <a:lnTo>
                    <a:pt x="2243927" y="652388"/>
                  </a:lnTo>
                  <a:lnTo>
                    <a:pt x="2244999" y="651997"/>
                  </a:lnTo>
                  <a:lnTo>
                    <a:pt x="2246071" y="651607"/>
                  </a:lnTo>
                  <a:lnTo>
                    <a:pt x="2247142" y="651217"/>
                  </a:lnTo>
                  <a:lnTo>
                    <a:pt x="2248214" y="650829"/>
                  </a:lnTo>
                  <a:lnTo>
                    <a:pt x="2249285" y="650442"/>
                  </a:lnTo>
                  <a:lnTo>
                    <a:pt x="2250357" y="650056"/>
                  </a:lnTo>
                  <a:lnTo>
                    <a:pt x="2251429" y="649671"/>
                  </a:lnTo>
                  <a:lnTo>
                    <a:pt x="2252500" y="649287"/>
                  </a:lnTo>
                  <a:lnTo>
                    <a:pt x="2253572" y="648904"/>
                  </a:lnTo>
                  <a:lnTo>
                    <a:pt x="2254643" y="648522"/>
                  </a:lnTo>
                  <a:lnTo>
                    <a:pt x="2255715" y="648141"/>
                  </a:lnTo>
                  <a:lnTo>
                    <a:pt x="2256787" y="647761"/>
                  </a:lnTo>
                  <a:lnTo>
                    <a:pt x="2257858" y="647382"/>
                  </a:lnTo>
                  <a:lnTo>
                    <a:pt x="2258930" y="647004"/>
                  </a:lnTo>
                  <a:lnTo>
                    <a:pt x="2260001" y="646628"/>
                  </a:lnTo>
                  <a:lnTo>
                    <a:pt x="2261073" y="646252"/>
                  </a:lnTo>
                  <a:lnTo>
                    <a:pt x="2262145" y="645877"/>
                  </a:lnTo>
                  <a:lnTo>
                    <a:pt x="2263216" y="645503"/>
                  </a:lnTo>
                  <a:lnTo>
                    <a:pt x="2264288" y="645131"/>
                  </a:lnTo>
                  <a:lnTo>
                    <a:pt x="2265359" y="644759"/>
                  </a:lnTo>
                  <a:lnTo>
                    <a:pt x="2266431" y="644388"/>
                  </a:lnTo>
                  <a:lnTo>
                    <a:pt x="2267503" y="644019"/>
                  </a:lnTo>
                  <a:lnTo>
                    <a:pt x="2268574" y="643650"/>
                  </a:lnTo>
                  <a:lnTo>
                    <a:pt x="2269646" y="643283"/>
                  </a:lnTo>
                  <a:lnTo>
                    <a:pt x="2270717" y="642916"/>
                  </a:lnTo>
                  <a:lnTo>
                    <a:pt x="2271789" y="642550"/>
                  </a:lnTo>
                  <a:lnTo>
                    <a:pt x="2272861" y="642186"/>
                  </a:lnTo>
                  <a:lnTo>
                    <a:pt x="2273932" y="641822"/>
                  </a:lnTo>
                  <a:lnTo>
                    <a:pt x="2275004" y="641460"/>
                  </a:lnTo>
                  <a:lnTo>
                    <a:pt x="2276075" y="641098"/>
                  </a:lnTo>
                  <a:lnTo>
                    <a:pt x="2277147" y="640738"/>
                  </a:lnTo>
                  <a:lnTo>
                    <a:pt x="2278219" y="640378"/>
                  </a:lnTo>
                  <a:lnTo>
                    <a:pt x="2279290" y="640019"/>
                  </a:lnTo>
                  <a:lnTo>
                    <a:pt x="2280362" y="639662"/>
                  </a:lnTo>
                  <a:lnTo>
                    <a:pt x="2281433" y="639305"/>
                  </a:lnTo>
                  <a:lnTo>
                    <a:pt x="2282505" y="638949"/>
                  </a:lnTo>
                  <a:lnTo>
                    <a:pt x="2283577" y="638595"/>
                  </a:lnTo>
                  <a:lnTo>
                    <a:pt x="2284648" y="638241"/>
                  </a:lnTo>
                  <a:lnTo>
                    <a:pt x="2285720" y="637888"/>
                  </a:lnTo>
                  <a:lnTo>
                    <a:pt x="2286791" y="637537"/>
                  </a:lnTo>
                  <a:lnTo>
                    <a:pt x="2287863" y="637186"/>
                  </a:lnTo>
                  <a:lnTo>
                    <a:pt x="2288935" y="636836"/>
                  </a:lnTo>
                  <a:lnTo>
                    <a:pt x="2290006" y="636487"/>
                  </a:lnTo>
                  <a:lnTo>
                    <a:pt x="2291078" y="636139"/>
                  </a:lnTo>
                  <a:lnTo>
                    <a:pt x="2292149" y="635792"/>
                  </a:lnTo>
                  <a:lnTo>
                    <a:pt x="2293221" y="635446"/>
                  </a:lnTo>
                  <a:lnTo>
                    <a:pt x="2294293" y="635101"/>
                  </a:lnTo>
                  <a:lnTo>
                    <a:pt x="2295364" y="634757"/>
                  </a:lnTo>
                  <a:lnTo>
                    <a:pt x="2296436" y="634414"/>
                  </a:lnTo>
                  <a:lnTo>
                    <a:pt x="2297507" y="634072"/>
                  </a:lnTo>
                  <a:lnTo>
                    <a:pt x="2298579" y="633731"/>
                  </a:lnTo>
                  <a:lnTo>
                    <a:pt x="2299651" y="633390"/>
                  </a:lnTo>
                  <a:lnTo>
                    <a:pt x="2300722" y="633051"/>
                  </a:lnTo>
                  <a:lnTo>
                    <a:pt x="2301794" y="632713"/>
                  </a:lnTo>
                  <a:lnTo>
                    <a:pt x="2302865" y="632375"/>
                  </a:lnTo>
                  <a:lnTo>
                    <a:pt x="2303937" y="632039"/>
                  </a:lnTo>
                  <a:lnTo>
                    <a:pt x="2305009" y="631703"/>
                  </a:lnTo>
                  <a:lnTo>
                    <a:pt x="2306080" y="631368"/>
                  </a:lnTo>
                  <a:lnTo>
                    <a:pt x="2307152" y="631035"/>
                  </a:lnTo>
                  <a:lnTo>
                    <a:pt x="2308223" y="630702"/>
                  </a:lnTo>
                  <a:lnTo>
                    <a:pt x="2309295" y="630370"/>
                  </a:lnTo>
                  <a:lnTo>
                    <a:pt x="2310366" y="630039"/>
                  </a:lnTo>
                  <a:lnTo>
                    <a:pt x="2311438" y="629709"/>
                  </a:lnTo>
                  <a:lnTo>
                    <a:pt x="2312510" y="629380"/>
                  </a:lnTo>
                  <a:lnTo>
                    <a:pt x="2313581" y="629052"/>
                  </a:lnTo>
                  <a:lnTo>
                    <a:pt x="2314653" y="628724"/>
                  </a:lnTo>
                  <a:lnTo>
                    <a:pt x="2315724" y="628398"/>
                  </a:lnTo>
                  <a:lnTo>
                    <a:pt x="2316796" y="628072"/>
                  </a:lnTo>
                  <a:lnTo>
                    <a:pt x="2317868" y="627748"/>
                  </a:lnTo>
                  <a:lnTo>
                    <a:pt x="2318939" y="627424"/>
                  </a:lnTo>
                  <a:lnTo>
                    <a:pt x="2320011" y="627101"/>
                  </a:lnTo>
                  <a:lnTo>
                    <a:pt x="2321082" y="626779"/>
                  </a:lnTo>
                  <a:lnTo>
                    <a:pt x="2322154" y="626458"/>
                  </a:lnTo>
                  <a:lnTo>
                    <a:pt x="2323226" y="626138"/>
                  </a:lnTo>
                  <a:lnTo>
                    <a:pt x="2324297" y="625819"/>
                  </a:lnTo>
                  <a:lnTo>
                    <a:pt x="2325369" y="625501"/>
                  </a:lnTo>
                  <a:lnTo>
                    <a:pt x="2326440" y="625183"/>
                  </a:lnTo>
                  <a:lnTo>
                    <a:pt x="2327512" y="624866"/>
                  </a:lnTo>
                  <a:lnTo>
                    <a:pt x="2328584" y="624551"/>
                  </a:lnTo>
                  <a:lnTo>
                    <a:pt x="2329655" y="624236"/>
                  </a:lnTo>
                  <a:lnTo>
                    <a:pt x="2330727" y="623922"/>
                  </a:lnTo>
                  <a:lnTo>
                    <a:pt x="2331798" y="623609"/>
                  </a:lnTo>
                  <a:lnTo>
                    <a:pt x="2332870" y="623296"/>
                  </a:lnTo>
                  <a:lnTo>
                    <a:pt x="2333942" y="622985"/>
                  </a:lnTo>
                  <a:lnTo>
                    <a:pt x="2335013" y="622675"/>
                  </a:lnTo>
                  <a:lnTo>
                    <a:pt x="2336085" y="622365"/>
                  </a:lnTo>
                  <a:lnTo>
                    <a:pt x="2337156" y="622056"/>
                  </a:lnTo>
                  <a:lnTo>
                    <a:pt x="2338228" y="621748"/>
                  </a:lnTo>
                  <a:lnTo>
                    <a:pt x="2339300" y="621441"/>
                  </a:lnTo>
                  <a:lnTo>
                    <a:pt x="2340371" y="621135"/>
                  </a:lnTo>
                  <a:lnTo>
                    <a:pt x="2341443" y="620829"/>
                  </a:lnTo>
                  <a:lnTo>
                    <a:pt x="2342514" y="620525"/>
                  </a:lnTo>
                  <a:lnTo>
                    <a:pt x="2343586" y="620221"/>
                  </a:lnTo>
                  <a:lnTo>
                    <a:pt x="2344658" y="619918"/>
                  </a:lnTo>
                  <a:lnTo>
                    <a:pt x="2345729" y="619616"/>
                  </a:lnTo>
                  <a:lnTo>
                    <a:pt x="2346801" y="619315"/>
                  </a:lnTo>
                  <a:lnTo>
                    <a:pt x="2347872" y="619014"/>
                  </a:lnTo>
                  <a:lnTo>
                    <a:pt x="2348944" y="618714"/>
                  </a:lnTo>
                  <a:lnTo>
                    <a:pt x="2350016" y="618416"/>
                  </a:lnTo>
                  <a:lnTo>
                    <a:pt x="2351087" y="618118"/>
                  </a:lnTo>
                  <a:lnTo>
                    <a:pt x="2352159" y="617821"/>
                  </a:lnTo>
                  <a:lnTo>
                    <a:pt x="2353230" y="617524"/>
                  </a:lnTo>
                  <a:lnTo>
                    <a:pt x="2354302" y="617229"/>
                  </a:lnTo>
                  <a:lnTo>
                    <a:pt x="2355374" y="616934"/>
                  </a:lnTo>
                  <a:lnTo>
                    <a:pt x="2356445" y="616640"/>
                  </a:lnTo>
                  <a:lnTo>
                    <a:pt x="2357517" y="616347"/>
                  </a:lnTo>
                  <a:lnTo>
                    <a:pt x="2358588" y="616055"/>
                  </a:lnTo>
                  <a:lnTo>
                    <a:pt x="2359660" y="615763"/>
                  </a:lnTo>
                  <a:lnTo>
                    <a:pt x="2360732" y="615472"/>
                  </a:lnTo>
                  <a:lnTo>
                    <a:pt x="2361803" y="615182"/>
                  </a:lnTo>
                  <a:lnTo>
                    <a:pt x="2362875" y="614893"/>
                  </a:lnTo>
                  <a:lnTo>
                    <a:pt x="2363946" y="614605"/>
                  </a:lnTo>
                  <a:lnTo>
                    <a:pt x="2365018" y="614317"/>
                  </a:lnTo>
                  <a:lnTo>
                    <a:pt x="2366090" y="614031"/>
                  </a:lnTo>
                  <a:lnTo>
                    <a:pt x="2367161" y="613745"/>
                  </a:lnTo>
                  <a:lnTo>
                    <a:pt x="2368233" y="613459"/>
                  </a:lnTo>
                  <a:lnTo>
                    <a:pt x="2369304" y="613175"/>
                  </a:lnTo>
                  <a:lnTo>
                    <a:pt x="2370376" y="612891"/>
                  </a:lnTo>
                  <a:lnTo>
                    <a:pt x="2371448" y="612608"/>
                  </a:lnTo>
                  <a:lnTo>
                    <a:pt x="2372519" y="612326"/>
                  </a:lnTo>
                  <a:lnTo>
                    <a:pt x="2373591" y="612045"/>
                  </a:lnTo>
                  <a:lnTo>
                    <a:pt x="2374662" y="611764"/>
                  </a:lnTo>
                  <a:lnTo>
                    <a:pt x="2375734" y="611484"/>
                  </a:lnTo>
                  <a:lnTo>
                    <a:pt x="2376806" y="611205"/>
                  </a:lnTo>
                  <a:lnTo>
                    <a:pt x="2377877" y="610927"/>
                  </a:lnTo>
                  <a:lnTo>
                    <a:pt x="2378949" y="610649"/>
                  </a:lnTo>
                  <a:lnTo>
                    <a:pt x="2380020" y="610372"/>
                  </a:lnTo>
                  <a:lnTo>
                    <a:pt x="2381092" y="610096"/>
                  </a:lnTo>
                  <a:lnTo>
                    <a:pt x="2382164" y="609821"/>
                  </a:lnTo>
                  <a:lnTo>
                    <a:pt x="2383235" y="609546"/>
                  </a:lnTo>
                  <a:lnTo>
                    <a:pt x="2384307" y="609272"/>
                  </a:lnTo>
                  <a:lnTo>
                    <a:pt x="2385378" y="608999"/>
                  </a:lnTo>
                  <a:lnTo>
                    <a:pt x="2386450" y="608726"/>
                  </a:lnTo>
                  <a:lnTo>
                    <a:pt x="2387522" y="608455"/>
                  </a:lnTo>
                  <a:lnTo>
                    <a:pt x="2388593" y="608183"/>
                  </a:lnTo>
                  <a:lnTo>
                    <a:pt x="2389665" y="607913"/>
                  </a:lnTo>
                  <a:lnTo>
                    <a:pt x="2390736" y="607644"/>
                  </a:lnTo>
                  <a:lnTo>
                    <a:pt x="2391808" y="607375"/>
                  </a:lnTo>
                  <a:lnTo>
                    <a:pt x="2392880" y="607106"/>
                  </a:lnTo>
                  <a:lnTo>
                    <a:pt x="2393951" y="606839"/>
                  </a:lnTo>
                  <a:lnTo>
                    <a:pt x="2395023" y="606572"/>
                  </a:lnTo>
                  <a:lnTo>
                    <a:pt x="2396094" y="606306"/>
                  </a:lnTo>
                  <a:lnTo>
                    <a:pt x="2397166" y="606041"/>
                  </a:lnTo>
                  <a:lnTo>
                    <a:pt x="2398238" y="605776"/>
                  </a:lnTo>
                  <a:lnTo>
                    <a:pt x="2399309" y="605512"/>
                  </a:lnTo>
                  <a:lnTo>
                    <a:pt x="2400381" y="605249"/>
                  </a:lnTo>
                  <a:lnTo>
                    <a:pt x="2401452" y="604986"/>
                  </a:lnTo>
                  <a:lnTo>
                    <a:pt x="2402524" y="604724"/>
                  </a:lnTo>
                  <a:lnTo>
                    <a:pt x="2403596" y="604463"/>
                  </a:lnTo>
                  <a:lnTo>
                    <a:pt x="2404667" y="604202"/>
                  </a:lnTo>
                  <a:lnTo>
                    <a:pt x="2405739" y="603942"/>
                  </a:lnTo>
                  <a:lnTo>
                    <a:pt x="2406810" y="603683"/>
                  </a:lnTo>
                  <a:lnTo>
                    <a:pt x="2407882" y="603425"/>
                  </a:lnTo>
                  <a:lnTo>
                    <a:pt x="2408954" y="603167"/>
                  </a:lnTo>
                  <a:lnTo>
                    <a:pt x="2410025" y="602909"/>
                  </a:lnTo>
                  <a:lnTo>
                    <a:pt x="2411097" y="602653"/>
                  </a:lnTo>
                  <a:lnTo>
                    <a:pt x="2412168" y="602397"/>
                  </a:lnTo>
                  <a:lnTo>
                    <a:pt x="2413240" y="602142"/>
                  </a:lnTo>
                  <a:lnTo>
                    <a:pt x="2414312" y="601887"/>
                  </a:lnTo>
                  <a:lnTo>
                    <a:pt x="2415383" y="601633"/>
                  </a:lnTo>
                  <a:lnTo>
                    <a:pt x="2416455" y="601380"/>
                  </a:lnTo>
                  <a:lnTo>
                    <a:pt x="2417526" y="601127"/>
                  </a:lnTo>
                  <a:lnTo>
                    <a:pt x="2418598" y="600875"/>
                  </a:lnTo>
                  <a:lnTo>
                    <a:pt x="2419670" y="600624"/>
                  </a:lnTo>
                  <a:lnTo>
                    <a:pt x="2420741" y="600373"/>
                  </a:lnTo>
                  <a:lnTo>
                    <a:pt x="2421813" y="600123"/>
                  </a:lnTo>
                  <a:lnTo>
                    <a:pt x="2422884" y="599873"/>
                  </a:lnTo>
                  <a:lnTo>
                    <a:pt x="2423956" y="599624"/>
                  </a:lnTo>
                  <a:lnTo>
                    <a:pt x="2425028" y="599376"/>
                  </a:lnTo>
                  <a:lnTo>
                    <a:pt x="2426099" y="599128"/>
                  </a:lnTo>
                  <a:lnTo>
                    <a:pt x="2427171" y="598881"/>
                  </a:lnTo>
                  <a:lnTo>
                    <a:pt x="2428242" y="598635"/>
                  </a:lnTo>
                  <a:lnTo>
                    <a:pt x="2429314" y="598389"/>
                  </a:lnTo>
                  <a:lnTo>
                    <a:pt x="2430386" y="598144"/>
                  </a:lnTo>
                  <a:lnTo>
                    <a:pt x="2431457" y="597899"/>
                  </a:lnTo>
                  <a:lnTo>
                    <a:pt x="2432529" y="597655"/>
                  </a:lnTo>
                  <a:lnTo>
                    <a:pt x="2433600" y="597412"/>
                  </a:lnTo>
                  <a:lnTo>
                    <a:pt x="2434672" y="597169"/>
                  </a:lnTo>
                  <a:lnTo>
                    <a:pt x="2435744" y="596927"/>
                  </a:lnTo>
                  <a:lnTo>
                    <a:pt x="2436815" y="596685"/>
                  </a:lnTo>
                  <a:lnTo>
                    <a:pt x="2437887" y="596444"/>
                  </a:lnTo>
                  <a:lnTo>
                    <a:pt x="2438958" y="596203"/>
                  </a:lnTo>
                  <a:lnTo>
                    <a:pt x="2440030" y="595963"/>
                  </a:lnTo>
                  <a:lnTo>
                    <a:pt x="2441102" y="595724"/>
                  </a:lnTo>
                  <a:lnTo>
                    <a:pt x="2442173" y="595485"/>
                  </a:lnTo>
                  <a:lnTo>
                    <a:pt x="2443245" y="595247"/>
                  </a:lnTo>
                  <a:lnTo>
                    <a:pt x="2444316" y="595009"/>
                  </a:lnTo>
                  <a:lnTo>
                    <a:pt x="2445388" y="594772"/>
                  </a:lnTo>
                  <a:lnTo>
                    <a:pt x="2446460" y="594536"/>
                  </a:lnTo>
                  <a:lnTo>
                    <a:pt x="2447531" y="594300"/>
                  </a:lnTo>
                  <a:lnTo>
                    <a:pt x="2448603" y="594064"/>
                  </a:lnTo>
                  <a:lnTo>
                    <a:pt x="2449674" y="593830"/>
                  </a:lnTo>
                  <a:lnTo>
                    <a:pt x="2450746" y="593595"/>
                  </a:lnTo>
                  <a:lnTo>
                    <a:pt x="2451818" y="593361"/>
                  </a:lnTo>
                  <a:lnTo>
                    <a:pt x="2452889" y="593128"/>
                  </a:lnTo>
                  <a:lnTo>
                    <a:pt x="2453961" y="592896"/>
                  </a:lnTo>
                  <a:lnTo>
                    <a:pt x="2455032" y="592663"/>
                  </a:lnTo>
                  <a:lnTo>
                    <a:pt x="2456104" y="592432"/>
                  </a:lnTo>
                  <a:lnTo>
                    <a:pt x="2457176" y="592201"/>
                  </a:lnTo>
                  <a:lnTo>
                    <a:pt x="2458247" y="591970"/>
                  </a:lnTo>
                  <a:lnTo>
                    <a:pt x="2459319" y="591740"/>
                  </a:lnTo>
                  <a:lnTo>
                    <a:pt x="2460390" y="591510"/>
                  </a:lnTo>
                  <a:lnTo>
                    <a:pt x="2461462" y="591281"/>
                  </a:lnTo>
                  <a:lnTo>
                    <a:pt x="2462534" y="591053"/>
                  </a:lnTo>
                  <a:lnTo>
                    <a:pt x="2463605" y="590825"/>
                  </a:lnTo>
                  <a:lnTo>
                    <a:pt x="2464677" y="590597"/>
                  </a:lnTo>
                  <a:lnTo>
                    <a:pt x="2465748" y="590370"/>
                  </a:lnTo>
                  <a:lnTo>
                    <a:pt x="2466820" y="590144"/>
                  </a:lnTo>
                  <a:lnTo>
                    <a:pt x="2467892" y="589918"/>
                  </a:lnTo>
                  <a:lnTo>
                    <a:pt x="2468963" y="589692"/>
                  </a:lnTo>
                  <a:lnTo>
                    <a:pt x="2470035" y="589467"/>
                  </a:lnTo>
                  <a:lnTo>
                    <a:pt x="2471106" y="589243"/>
                  </a:lnTo>
                  <a:lnTo>
                    <a:pt x="2472178" y="589019"/>
                  </a:lnTo>
                  <a:lnTo>
                    <a:pt x="2473250" y="588795"/>
                  </a:lnTo>
                  <a:lnTo>
                    <a:pt x="2474321" y="588572"/>
                  </a:lnTo>
                  <a:lnTo>
                    <a:pt x="2475393" y="588349"/>
                  </a:lnTo>
                  <a:lnTo>
                    <a:pt x="2476464" y="588127"/>
                  </a:lnTo>
                  <a:lnTo>
                    <a:pt x="2477536" y="587906"/>
                  </a:lnTo>
                  <a:lnTo>
                    <a:pt x="2478608" y="587684"/>
                  </a:lnTo>
                  <a:lnTo>
                    <a:pt x="2479679" y="587464"/>
                  </a:lnTo>
                  <a:lnTo>
                    <a:pt x="2480751" y="587243"/>
                  </a:lnTo>
                  <a:lnTo>
                    <a:pt x="2481822" y="587024"/>
                  </a:lnTo>
                  <a:lnTo>
                    <a:pt x="2482894" y="586804"/>
                  </a:lnTo>
                  <a:lnTo>
                    <a:pt x="2483966" y="586585"/>
                  </a:lnTo>
                  <a:lnTo>
                    <a:pt x="2485037" y="586367"/>
                  </a:lnTo>
                  <a:lnTo>
                    <a:pt x="2486109" y="586149"/>
                  </a:lnTo>
                  <a:lnTo>
                    <a:pt x="2487180" y="585931"/>
                  </a:lnTo>
                  <a:lnTo>
                    <a:pt x="2488252" y="585714"/>
                  </a:lnTo>
                  <a:lnTo>
                    <a:pt x="2489323" y="585497"/>
                  </a:lnTo>
                  <a:lnTo>
                    <a:pt x="2490395" y="585281"/>
                  </a:lnTo>
                  <a:lnTo>
                    <a:pt x="2491467" y="585065"/>
                  </a:lnTo>
                  <a:lnTo>
                    <a:pt x="2492538" y="584849"/>
                  </a:lnTo>
                  <a:lnTo>
                    <a:pt x="2493610" y="584634"/>
                  </a:lnTo>
                  <a:lnTo>
                    <a:pt x="2494681" y="584420"/>
                  </a:lnTo>
                  <a:lnTo>
                    <a:pt x="2495753" y="584205"/>
                  </a:lnTo>
                  <a:lnTo>
                    <a:pt x="2496825" y="583992"/>
                  </a:lnTo>
                  <a:lnTo>
                    <a:pt x="2497896" y="583778"/>
                  </a:lnTo>
                  <a:lnTo>
                    <a:pt x="2498968" y="583565"/>
                  </a:lnTo>
                  <a:lnTo>
                    <a:pt x="2500039" y="583353"/>
                  </a:lnTo>
                  <a:lnTo>
                    <a:pt x="2501111" y="583140"/>
                  </a:lnTo>
                  <a:lnTo>
                    <a:pt x="2502183" y="582929"/>
                  </a:lnTo>
                  <a:lnTo>
                    <a:pt x="2503254" y="582717"/>
                  </a:lnTo>
                  <a:lnTo>
                    <a:pt x="2504326" y="582506"/>
                  </a:lnTo>
                  <a:lnTo>
                    <a:pt x="2505397" y="582296"/>
                  </a:lnTo>
                  <a:lnTo>
                    <a:pt x="2506469" y="582085"/>
                  </a:lnTo>
                  <a:lnTo>
                    <a:pt x="2507541" y="581875"/>
                  </a:lnTo>
                  <a:lnTo>
                    <a:pt x="2508612" y="581666"/>
                  </a:lnTo>
                  <a:lnTo>
                    <a:pt x="2509684" y="581457"/>
                  </a:lnTo>
                  <a:lnTo>
                    <a:pt x="2510755" y="581248"/>
                  </a:lnTo>
                  <a:lnTo>
                    <a:pt x="2511827" y="581039"/>
                  </a:lnTo>
                  <a:lnTo>
                    <a:pt x="2512899" y="580831"/>
                  </a:lnTo>
                  <a:lnTo>
                    <a:pt x="2513970" y="580624"/>
                  </a:lnTo>
                  <a:lnTo>
                    <a:pt x="2515042" y="580416"/>
                  </a:lnTo>
                  <a:lnTo>
                    <a:pt x="2516113" y="580209"/>
                  </a:lnTo>
                  <a:lnTo>
                    <a:pt x="2517185" y="580003"/>
                  </a:lnTo>
                  <a:lnTo>
                    <a:pt x="2518257" y="579796"/>
                  </a:lnTo>
                  <a:lnTo>
                    <a:pt x="2519328" y="579590"/>
                  </a:lnTo>
                  <a:lnTo>
                    <a:pt x="2520400" y="579385"/>
                  </a:lnTo>
                  <a:lnTo>
                    <a:pt x="2521471" y="579180"/>
                  </a:lnTo>
                  <a:lnTo>
                    <a:pt x="2522543" y="578975"/>
                  </a:lnTo>
                  <a:lnTo>
                    <a:pt x="2523615" y="578770"/>
                  </a:lnTo>
                  <a:lnTo>
                    <a:pt x="2524686" y="578566"/>
                  </a:lnTo>
                  <a:lnTo>
                    <a:pt x="2525758" y="578362"/>
                  </a:lnTo>
                  <a:lnTo>
                    <a:pt x="2526829" y="578158"/>
                  </a:lnTo>
                  <a:lnTo>
                    <a:pt x="2527901" y="577955"/>
                  </a:lnTo>
                  <a:lnTo>
                    <a:pt x="2528973" y="577752"/>
                  </a:lnTo>
                  <a:lnTo>
                    <a:pt x="2530044" y="577549"/>
                  </a:lnTo>
                  <a:lnTo>
                    <a:pt x="2531116" y="577346"/>
                  </a:lnTo>
                  <a:lnTo>
                    <a:pt x="2532187" y="577144"/>
                  </a:lnTo>
                  <a:lnTo>
                    <a:pt x="2533259" y="576943"/>
                  </a:lnTo>
                  <a:lnTo>
                    <a:pt x="2534331" y="576741"/>
                  </a:lnTo>
                  <a:lnTo>
                    <a:pt x="2535402" y="576540"/>
                  </a:lnTo>
                  <a:lnTo>
                    <a:pt x="2536474" y="576339"/>
                  </a:lnTo>
                  <a:lnTo>
                    <a:pt x="2537545" y="576138"/>
                  </a:lnTo>
                  <a:lnTo>
                    <a:pt x="2538617" y="575938"/>
                  </a:lnTo>
                  <a:lnTo>
                    <a:pt x="2539689" y="575738"/>
                  </a:lnTo>
                  <a:lnTo>
                    <a:pt x="2540760" y="575538"/>
                  </a:lnTo>
                  <a:lnTo>
                    <a:pt x="2541832" y="575338"/>
                  </a:lnTo>
                  <a:lnTo>
                    <a:pt x="2542903" y="575139"/>
                  </a:lnTo>
                  <a:lnTo>
                    <a:pt x="2543975" y="574940"/>
                  </a:lnTo>
                  <a:lnTo>
                    <a:pt x="2545047" y="574741"/>
                  </a:lnTo>
                  <a:lnTo>
                    <a:pt x="2546118" y="574543"/>
                  </a:lnTo>
                  <a:lnTo>
                    <a:pt x="2547190" y="574345"/>
                  </a:lnTo>
                  <a:lnTo>
                    <a:pt x="2548261" y="574147"/>
                  </a:lnTo>
                  <a:lnTo>
                    <a:pt x="2549333" y="573949"/>
                  </a:lnTo>
                  <a:lnTo>
                    <a:pt x="2550405" y="573751"/>
                  </a:lnTo>
                  <a:lnTo>
                    <a:pt x="2551476" y="573554"/>
                  </a:lnTo>
                  <a:lnTo>
                    <a:pt x="2552548" y="573357"/>
                  </a:lnTo>
                  <a:lnTo>
                    <a:pt x="2553619" y="573160"/>
                  </a:lnTo>
                  <a:lnTo>
                    <a:pt x="2554691" y="572964"/>
                  </a:lnTo>
                  <a:lnTo>
                    <a:pt x="2555763" y="572768"/>
                  </a:lnTo>
                  <a:lnTo>
                    <a:pt x="2556834" y="572571"/>
                  </a:lnTo>
                  <a:lnTo>
                    <a:pt x="2557906" y="572376"/>
                  </a:lnTo>
                  <a:lnTo>
                    <a:pt x="2558977" y="572180"/>
                  </a:lnTo>
                  <a:lnTo>
                    <a:pt x="2560049" y="571985"/>
                  </a:lnTo>
                  <a:lnTo>
                    <a:pt x="2561121" y="571789"/>
                  </a:lnTo>
                  <a:lnTo>
                    <a:pt x="2562192" y="571594"/>
                  </a:lnTo>
                  <a:lnTo>
                    <a:pt x="2563264" y="571400"/>
                  </a:lnTo>
                  <a:lnTo>
                    <a:pt x="2564335" y="571205"/>
                  </a:lnTo>
                  <a:lnTo>
                    <a:pt x="2565407" y="571011"/>
                  </a:lnTo>
                  <a:lnTo>
                    <a:pt x="2566479" y="570816"/>
                  </a:lnTo>
                  <a:lnTo>
                    <a:pt x="2567550" y="570622"/>
                  </a:lnTo>
                  <a:lnTo>
                    <a:pt x="2568622" y="570429"/>
                  </a:lnTo>
                  <a:lnTo>
                    <a:pt x="2569693" y="570235"/>
                  </a:lnTo>
                  <a:lnTo>
                    <a:pt x="2570765" y="570042"/>
                  </a:lnTo>
                  <a:lnTo>
                    <a:pt x="2571837" y="569848"/>
                  </a:lnTo>
                  <a:lnTo>
                    <a:pt x="2572908" y="569655"/>
                  </a:lnTo>
                  <a:lnTo>
                    <a:pt x="2573980" y="569462"/>
                  </a:lnTo>
                  <a:lnTo>
                    <a:pt x="2575051" y="569270"/>
                  </a:lnTo>
                  <a:lnTo>
                    <a:pt x="2576123" y="569077"/>
                  </a:lnTo>
                  <a:lnTo>
                    <a:pt x="2577195" y="568885"/>
                  </a:lnTo>
                  <a:lnTo>
                    <a:pt x="2578266" y="568692"/>
                  </a:lnTo>
                  <a:lnTo>
                    <a:pt x="2579338" y="568500"/>
                  </a:lnTo>
                  <a:lnTo>
                    <a:pt x="2580409" y="568308"/>
                  </a:lnTo>
                  <a:lnTo>
                    <a:pt x="2581481" y="568116"/>
                  </a:lnTo>
                  <a:lnTo>
                    <a:pt x="2582553" y="567925"/>
                  </a:lnTo>
                  <a:lnTo>
                    <a:pt x="2583624" y="567733"/>
                  </a:lnTo>
                  <a:lnTo>
                    <a:pt x="2584696" y="567542"/>
                  </a:lnTo>
                  <a:lnTo>
                    <a:pt x="2585767" y="567351"/>
                  </a:lnTo>
                  <a:lnTo>
                    <a:pt x="2586839" y="567160"/>
                  </a:lnTo>
                  <a:lnTo>
                    <a:pt x="2587911" y="566969"/>
                  </a:lnTo>
                  <a:lnTo>
                    <a:pt x="2588982" y="566778"/>
                  </a:lnTo>
                  <a:lnTo>
                    <a:pt x="2590054" y="566587"/>
                  </a:lnTo>
                  <a:lnTo>
                    <a:pt x="2591125" y="566397"/>
                  </a:lnTo>
                  <a:lnTo>
                    <a:pt x="2592197" y="566206"/>
                  </a:lnTo>
                  <a:lnTo>
                    <a:pt x="2593269" y="566016"/>
                  </a:lnTo>
                  <a:lnTo>
                    <a:pt x="2594340" y="565826"/>
                  </a:lnTo>
                  <a:lnTo>
                    <a:pt x="2595412" y="565635"/>
                  </a:lnTo>
                  <a:lnTo>
                    <a:pt x="2596483" y="565445"/>
                  </a:lnTo>
                  <a:lnTo>
                    <a:pt x="2597555" y="565255"/>
                  </a:lnTo>
                  <a:lnTo>
                    <a:pt x="2598627" y="565066"/>
                  </a:lnTo>
                  <a:lnTo>
                    <a:pt x="2599698" y="564876"/>
                  </a:lnTo>
                  <a:lnTo>
                    <a:pt x="2600770" y="564686"/>
                  </a:lnTo>
                  <a:lnTo>
                    <a:pt x="2601841" y="564497"/>
                  </a:lnTo>
                  <a:lnTo>
                    <a:pt x="2602913" y="564307"/>
                  </a:lnTo>
                  <a:lnTo>
                    <a:pt x="2603985" y="564118"/>
                  </a:lnTo>
                  <a:lnTo>
                    <a:pt x="2605056" y="563929"/>
                  </a:lnTo>
                  <a:lnTo>
                    <a:pt x="2606128" y="563739"/>
                  </a:lnTo>
                  <a:lnTo>
                    <a:pt x="2607199" y="563550"/>
                  </a:lnTo>
                  <a:lnTo>
                    <a:pt x="2608271" y="563361"/>
                  </a:lnTo>
                  <a:lnTo>
                    <a:pt x="2609343" y="563172"/>
                  </a:lnTo>
                  <a:lnTo>
                    <a:pt x="2610414" y="562983"/>
                  </a:lnTo>
                  <a:lnTo>
                    <a:pt x="2611486" y="562794"/>
                  </a:lnTo>
                  <a:lnTo>
                    <a:pt x="2612557" y="562605"/>
                  </a:lnTo>
                  <a:lnTo>
                    <a:pt x="2613629" y="562416"/>
                  </a:lnTo>
                  <a:lnTo>
                    <a:pt x="2614701" y="562228"/>
                  </a:lnTo>
                  <a:lnTo>
                    <a:pt x="2615772" y="562039"/>
                  </a:lnTo>
                  <a:lnTo>
                    <a:pt x="2616844" y="561850"/>
                  </a:lnTo>
                  <a:lnTo>
                    <a:pt x="2617915" y="561662"/>
                  </a:lnTo>
                  <a:lnTo>
                    <a:pt x="2618987" y="561473"/>
                  </a:lnTo>
                  <a:lnTo>
                    <a:pt x="2620059" y="561284"/>
                  </a:lnTo>
                  <a:lnTo>
                    <a:pt x="2621130" y="561096"/>
                  </a:lnTo>
                  <a:lnTo>
                    <a:pt x="2622202" y="560907"/>
                  </a:lnTo>
                  <a:lnTo>
                    <a:pt x="2623273" y="560719"/>
                  </a:lnTo>
                  <a:lnTo>
                    <a:pt x="2624345" y="560530"/>
                  </a:lnTo>
                  <a:lnTo>
                    <a:pt x="2625417" y="560342"/>
                  </a:lnTo>
                  <a:lnTo>
                    <a:pt x="2626488" y="560154"/>
                  </a:lnTo>
                  <a:lnTo>
                    <a:pt x="2627560" y="559965"/>
                  </a:lnTo>
                  <a:lnTo>
                    <a:pt x="2628631" y="559777"/>
                  </a:lnTo>
                  <a:lnTo>
                    <a:pt x="2629703" y="559588"/>
                  </a:lnTo>
                  <a:lnTo>
                    <a:pt x="2630775" y="559400"/>
                  </a:lnTo>
                  <a:lnTo>
                    <a:pt x="2631846" y="559211"/>
                  </a:lnTo>
                  <a:lnTo>
                    <a:pt x="2632918" y="559023"/>
                  </a:lnTo>
                  <a:lnTo>
                    <a:pt x="2633989" y="558835"/>
                  </a:lnTo>
                  <a:lnTo>
                    <a:pt x="2635061" y="558646"/>
                  </a:lnTo>
                  <a:lnTo>
                    <a:pt x="2636133" y="558458"/>
                  </a:lnTo>
                  <a:lnTo>
                    <a:pt x="2637204" y="558269"/>
                  </a:lnTo>
                  <a:lnTo>
                    <a:pt x="2638276" y="558081"/>
                  </a:lnTo>
                  <a:lnTo>
                    <a:pt x="2639347" y="557892"/>
                  </a:lnTo>
                  <a:lnTo>
                    <a:pt x="2640419" y="557703"/>
                  </a:lnTo>
                  <a:lnTo>
                    <a:pt x="2641491" y="557515"/>
                  </a:lnTo>
                  <a:lnTo>
                    <a:pt x="2642562" y="557326"/>
                  </a:lnTo>
                  <a:lnTo>
                    <a:pt x="2643634" y="557137"/>
                  </a:lnTo>
                  <a:lnTo>
                    <a:pt x="2644705" y="556949"/>
                  </a:lnTo>
                  <a:lnTo>
                    <a:pt x="2645777" y="556760"/>
                  </a:lnTo>
                  <a:lnTo>
                    <a:pt x="2646849" y="556571"/>
                  </a:lnTo>
                  <a:lnTo>
                    <a:pt x="2647920" y="556382"/>
                  </a:lnTo>
                  <a:lnTo>
                    <a:pt x="2648992" y="556193"/>
                  </a:lnTo>
                  <a:lnTo>
                    <a:pt x="2650063" y="556004"/>
                  </a:lnTo>
                  <a:lnTo>
                    <a:pt x="2651135" y="555815"/>
                  </a:lnTo>
                  <a:lnTo>
                    <a:pt x="2652207" y="555626"/>
                  </a:lnTo>
                  <a:lnTo>
                    <a:pt x="2653278" y="555437"/>
                  </a:lnTo>
                  <a:lnTo>
                    <a:pt x="2654350" y="555248"/>
                  </a:lnTo>
                  <a:lnTo>
                    <a:pt x="2655421" y="555058"/>
                  </a:lnTo>
                  <a:lnTo>
                    <a:pt x="2656493" y="554869"/>
                  </a:lnTo>
                  <a:lnTo>
                    <a:pt x="2657565" y="554679"/>
                  </a:lnTo>
                  <a:lnTo>
                    <a:pt x="2658636" y="554490"/>
                  </a:lnTo>
                  <a:lnTo>
                    <a:pt x="2659708" y="554300"/>
                  </a:lnTo>
                  <a:lnTo>
                    <a:pt x="2660779" y="554110"/>
                  </a:lnTo>
                  <a:lnTo>
                    <a:pt x="2661851" y="553921"/>
                  </a:lnTo>
                  <a:lnTo>
                    <a:pt x="2662922" y="553731"/>
                  </a:lnTo>
                  <a:lnTo>
                    <a:pt x="2663994" y="553541"/>
                  </a:lnTo>
                  <a:lnTo>
                    <a:pt x="2665066" y="553350"/>
                  </a:lnTo>
                  <a:lnTo>
                    <a:pt x="2666137" y="553160"/>
                  </a:lnTo>
                  <a:lnTo>
                    <a:pt x="2667209" y="552970"/>
                  </a:lnTo>
                  <a:lnTo>
                    <a:pt x="2668280" y="552779"/>
                  </a:lnTo>
                  <a:lnTo>
                    <a:pt x="2669352" y="552589"/>
                  </a:lnTo>
                  <a:lnTo>
                    <a:pt x="2670424" y="552398"/>
                  </a:lnTo>
                  <a:lnTo>
                    <a:pt x="2671495" y="552207"/>
                  </a:lnTo>
                  <a:lnTo>
                    <a:pt x="2672567" y="552016"/>
                  </a:lnTo>
                  <a:lnTo>
                    <a:pt x="2673638" y="551825"/>
                  </a:lnTo>
                  <a:lnTo>
                    <a:pt x="2674710" y="551634"/>
                  </a:lnTo>
                  <a:lnTo>
                    <a:pt x="2675782" y="551443"/>
                  </a:lnTo>
                  <a:lnTo>
                    <a:pt x="2676853" y="551251"/>
                  </a:lnTo>
                  <a:lnTo>
                    <a:pt x="2677925" y="551059"/>
                  </a:lnTo>
                  <a:lnTo>
                    <a:pt x="2678996" y="550868"/>
                  </a:lnTo>
                  <a:lnTo>
                    <a:pt x="2680068" y="550676"/>
                  </a:lnTo>
                  <a:lnTo>
                    <a:pt x="2681140" y="550484"/>
                  </a:lnTo>
                  <a:lnTo>
                    <a:pt x="2682211" y="550291"/>
                  </a:lnTo>
                  <a:lnTo>
                    <a:pt x="2683283" y="550099"/>
                  </a:lnTo>
                  <a:lnTo>
                    <a:pt x="2684354" y="549906"/>
                  </a:lnTo>
                  <a:lnTo>
                    <a:pt x="2685426" y="549714"/>
                  </a:lnTo>
                  <a:lnTo>
                    <a:pt x="2686498" y="549521"/>
                  </a:lnTo>
                  <a:lnTo>
                    <a:pt x="2687569" y="549328"/>
                  </a:lnTo>
                  <a:lnTo>
                    <a:pt x="2688641" y="549135"/>
                  </a:lnTo>
                  <a:lnTo>
                    <a:pt x="2689712" y="548941"/>
                  </a:lnTo>
                  <a:lnTo>
                    <a:pt x="2690784" y="548748"/>
                  </a:lnTo>
                  <a:lnTo>
                    <a:pt x="2691856" y="548554"/>
                  </a:lnTo>
                  <a:lnTo>
                    <a:pt x="2692927" y="548360"/>
                  </a:lnTo>
                  <a:lnTo>
                    <a:pt x="2693999" y="548166"/>
                  </a:lnTo>
                  <a:lnTo>
                    <a:pt x="2695070" y="547971"/>
                  </a:lnTo>
                  <a:lnTo>
                    <a:pt x="2696142" y="547777"/>
                  </a:lnTo>
                  <a:lnTo>
                    <a:pt x="2697214" y="547582"/>
                  </a:lnTo>
                  <a:lnTo>
                    <a:pt x="2698285" y="547387"/>
                  </a:lnTo>
                  <a:lnTo>
                    <a:pt x="2699357" y="547192"/>
                  </a:lnTo>
                  <a:lnTo>
                    <a:pt x="2700428" y="546997"/>
                  </a:lnTo>
                  <a:lnTo>
                    <a:pt x="2701500" y="546801"/>
                  </a:lnTo>
                  <a:lnTo>
                    <a:pt x="2702572" y="546606"/>
                  </a:lnTo>
                  <a:lnTo>
                    <a:pt x="2703643" y="546410"/>
                  </a:lnTo>
                  <a:lnTo>
                    <a:pt x="2704715" y="546214"/>
                  </a:lnTo>
                  <a:lnTo>
                    <a:pt x="2705786" y="546017"/>
                  </a:lnTo>
                  <a:lnTo>
                    <a:pt x="2706858" y="545821"/>
                  </a:lnTo>
                  <a:lnTo>
                    <a:pt x="2707930" y="545624"/>
                  </a:lnTo>
                  <a:lnTo>
                    <a:pt x="2709001" y="545427"/>
                  </a:lnTo>
                  <a:lnTo>
                    <a:pt x="2710073" y="545229"/>
                  </a:lnTo>
                  <a:lnTo>
                    <a:pt x="2711144" y="545032"/>
                  </a:lnTo>
                  <a:lnTo>
                    <a:pt x="2712216" y="544834"/>
                  </a:lnTo>
                  <a:lnTo>
                    <a:pt x="2713288" y="544636"/>
                  </a:lnTo>
                  <a:lnTo>
                    <a:pt x="2714359" y="544438"/>
                  </a:lnTo>
                  <a:lnTo>
                    <a:pt x="2715431" y="544239"/>
                  </a:lnTo>
                  <a:lnTo>
                    <a:pt x="2716502" y="544040"/>
                  </a:lnTo>
                  <a:lnTo>
                    <a:pt x="2717574" y="543841"/>
                  </a:lnTo>
                  <a:lnTo>
                    <a:pt x="2718646" y="543642"/>
                  </a:lnTo>
                  <a:lnTo>
                    <a:pt x="2719717" y="543443"/>
                  </a:lnTo>
                  <a:lnTo>
                    <a:pt x="2720789" y="543243"/>
                  </a:lnTo>
                  <a:lnTo>
                    <a:pt x="2721860" y="543043"/>
                  </a:lnTo>
                  <a:lnTo>
                    <a:pt x="2722932" y="542843"/>
                  </a:lnTo>
                  <a:lnTo>
                    <a:pt x="2724004" y="542642"/>
                  </a:lnTo>
                  <a:lnTo>
                    <a:pt x="2725075" y="542441"/>
                  </a:lnTo>
                  <a:lnTo>
                    <a:pt x="2726147" y="542240"/>
                  </a:lnTo>
                  <a:lnTo>
                    <a:pt x="2727218" y="542038"/>
                  </a:lnTo>
                  <a:lnTo>
                    <a:pt x="2728290" y="541837"/>
                  </a:lnTo>
                  <a:lnTo>
                    <a:pt x="2729362" y="541635"/>
                  </a:lnTo>
                  <a:lnTo>
                    <a:pt x="2730433" y="541432"/>
                  </a:lnTo>
                  <a:lnTo>
                    <a:pt x="2731505" y="541230"/>
                  </a:lnTo>
                  <a:lnTo>
                    <a:pt x="2732576" y="541027"/>
                  </a:lnTo>
                  <a:lnTo>
                    <a:pt x="2733648" y="540824"/>
                  </a:lnTo>
                  <a:lnTo>
                    <a:pt x="2734720" y="540620"/>
                  </a:lnTo>
                  <a:lnTo>
                    <a:pt x="2735791" y="540417"/>
                  </a:lnTo>
                  <a:lnTo>
                    <a:pt x="2736863" y="540213"/>
                  </a:lnTo>
                  <a:lnTo>
                    <a:pt x="2737934" y="540008"/>
                  </a:lnTo>
                  <a:lnTo>
                    <a:pt x="2739006" y="539803"/>
                  </a:lnTo>
                  <a:lnTo>
                    <a:pt x="2740078" y="539598"/>
                  </a:lnTo>
                  <a:lnTo>
                    <a:pt x="2741149" y="539393"/>
                  </a:lnTo>
                  <a:lnTo>
                    <a:pt x="2742221" y="539187"/>
                  </a:lnTo>
                  <a:lnTo>
                    <a:pt x="2743292" y="538982"/>
                  </a:lnTo>
                  <a:lnTo>
                    <a:pt x="2744364" y="538775"/>
                  </a:lnTo>
                  <a:lnTo>
                    <a:pt x="2745436" y="538569"/>
                  </a:lnTo>
                  <a:lnTo>
                    <a:pt x="2746507" y="538362"/>
                  </a:lnTo>
                  <a:lnTo>
                    <a:pt x="2747579" y="538154"/>
                  </a:lnTo>
                  <a:lnTo>
                    <a:pt x="2748650" y="537947"/>
                  </a:lnTo>
                  <a:lnTo>
                    <a:pt x="2749722" y="537739"/>
                  </a:lnTo>
                  <a:lnTo>
                    <a:pt x="2750794" y="537530"/>
                  </a:lnTo>
                  <a:lnTo>
                    <a:pt x="2751865" y="537322"/>
                  </a:lnTo>
                  <a:lnTo>
                    <a:pt x="2752937" y="537113"/>
                  </a:lnTo>
                  <a:lnTo>
                    <a:pt x="2754008" y="536903"/>
                  </a:lnTo>
                  <a:lnTo>
                    <a:pt x="2755080" y="536694"/>
                  </a:lnTo>
                  <a:lnTo>
                    <a:pt x="2756152" y="536484"/>
                  </a:lnTo>
                  <a:lnTo>
                    <a:pt x="2757223" y="536273"/>
                  </a:lnTo>
                  <a:lnTo>
                    <a:pt x="2758295" y="536063"/>
                  </a:lnTo>
                  <a:lnTo>
                    <a:pt x="2759366" y="535851"/>
                  </a:lnTo>
                  <a:lnTo>
                    <a:pt x="2760438" y="535640"/>
                  </a:lnTo>
                  <a:lnTo>
                    <a:pt x="2761510" y="535428"/>
                  </a:lnTo>
                  <a:lnTo>
                    <a:pt x="2762581" y="535216"/>
                  </a:lnTo>
                  <a:lnTo>
                    <a:pt x="2763653" y="535003"/>
                  </a:lnTo>
                  <a:lnTo>
                    <a:pt x="2764724" y="534790"/>
                  </a:lnTo>
                  <a:lnTo>
                    <a:pt x="2765796" y="534577"/>
                  </a:lnTo>
                  <a:lnTo>
                    <a:pt x="2766868" y="534363"/>
                  </a:lnTo>
                  <a:lnTo>
                    <a:pt x="2767939" y="534149"/>
                  </a:lnTo>
                  <a:lnTo>
                    <a:pt x="2769011" y="533934"/>
                  </a:lnTo>
                  <a:lnTo>
                    <a:pt x="2770082" y="533719"/>
                  </a:lnTo>
                  <a:lnTo>
                    <a:pt x="2771154" y="533504"/>
                  </a:lnTo>
                  <a:lnTo>
                    <a:pt x="2772226" y="533288"/>
                  </a:lnTo>
                  <a:lnTo>
                    <a:pt x="2773297" y="533072"/>
                  </a:lnTo>
                  <a:lnTo>
                    <a:pt x="2774369" y="532856"/>
                  </a:lnTo>
                  <a:lnTo>
                    <a:pt x="2775440" y="532639"/>
                  </a:lnTo>
                  <a:lnTo>
                    <a:pt x="2776512" y="532421"/>
                  </a:lnTo>
                  <a:lnTo>
                    <a:pt x="2777584" y="532204"/>
                  </a:lnTo>
                  <a:lnTo>
                    <a:pt x="2778655" y="531985"/>
                  </a:lnTo>
                  <a:lnTo>
                    <a:pt x="2779727" y="531767"/>
                  </a:lnTo>
                  <a:lnTo>
                    <a:pt x="2780798" y="531548"/>
                  </a:lnTo>
                  <a:lnTo>
                    <a:pt x="2781870" y="531329"/>
                  </a:lnTo>
                  <a:lnTo>
                    <a:pt x="2782942" y="531109"/>
                  </a:lnTo>
                  <a:lnTo>
                    <a:pt x="2784013" y="530888"/>
                  </a:lnTo>
                  <a:lnTo>
                    <a:pt x="2785085" y="530668"/>
                  </a:lnTo>
                  <a:lnTo>
                    <a:pt x="2786156" y="530447"/>
                  </a:lnTo>
                  <a:lnTo>
                    <a:pt x="2787228" y="530225"/>
                  </a:lnTo>
                  <a:lnTo>
                    <a:pt x="2788300" y="530003"/>
                  </a:lnTo>
                  <a:lnTo>
                    <a:pt x="2789371" y="529781"/>
                  </a:lnTo>
                  <a:lnTo>
                    <a:pt x="2790443" y="529558"/>
                  </a:lnTo>
                  <a:lnTo>
                    <a:pt x="2791514" y="529335"/>
                  </a:lnTo>
                  <a:lnTo>
                    <a:pt x="2792586" y="529111"/>
                  </a:lnTo>
                  <a:lnTo>
                    <a:pt x="2793658" y="528887"/>
                  </a:lnTo>
                  <a:lnTo>
                    <a:pt x="2794729" y="528662"/>
                  </a:lnTo>
                  <a:lnTo>
                    <a:pt x="2795801" y="528437"/>
                  </a:lnTo>
                  <a:lnTo>
                    <a:pt x="2796872" y="528211"/>
                  </a:lnTo>
                  <a:lnTo>
                    <a:pt x="2797944" y="527985"/>
                  </a:lnTo>
                  <a:lnTo>
                    <a:pt x="2799016" y="527759"/>
                  </a:lnTo>
                  <a:lnTo>
                    <a:pt x="2800087" y="527532"/>
                  </a:lnTo>
                  <a:lnTo>
                    <a:pt x="2801159" y="527305"/>
                  </a:lnTo>
                  <a:lnTo>
                    <a:pt x="2802230" y="527077"/>
                  </a:lnTo>
                  <a:lnTo>
                    <a:pt x="2803302" y="526848"/>
                  </a:lnTo>
                  <a:lnTo>
                    <a:pt x="2804374" y="526620"/>
                  </a:lnTo>
                  <a:lnTo>
                    <a:pt x="2805445" y="526390"/>
                  </a:lnTo>
                  <a:lnTo>
                    <a:pt x="2806517" y="526161"/>
                  </a:lnTo>
                  <a:lnTo>
                    <a:pt x="2807588" y="525930"/>
                  </a:lnTo>
                  <a:lnTo>
                    <a:pt x="2808660" y="525700"/>
                  </a:lnTo>
                  <a:lnTo>
                    <a:pt x="2809732" y="525469"/>
                  </a:lnTo>
                  <a:lnTo>
                    <a:pt x="2810803" y="525237"/>
                  </a:lnTo>
                  <a:lnTo>
                    <a:pt x="2811875" y="525005"/>
                  </a:lnTo>
                  <a:lnTo>
                    <a:pt x="2812946" y="524772"/>
                  </a:lnTo>
                  <a:lnTo>
                    <a:pt x="2814018" y="524539"/>
                  </a:lnTo>
                  <a:lnTo>
                    <a:pt x="2815090" y="524305"/>
                  </a:lnTo>
                  <a:lnTo>
                    <a:pt x="2816161" y="524071"/>
                  </a:lnTo>
                  <a:lnTo>
                    <a:pt x="2817233" y="523837"/>
                  </a:lnTo>
                  <a:lnTo>
                    <a:pt x="2818304" y="523601"/>
                  </a:lnTo>
                  <a:lnTo>
                    <a:pt x="2819376" y="523366"/>
                  </a:lnTo>
                  <a:lnTo>
                    <a:pt x="2820448" y="523130"/>
                  </a:lnTo>
                  <a:lnTo>
                    <a:pt x="2821519" y="522893"/>
                  </a:lnTo>
                  <a:lnTo>
                    <a:pt x="2822591" y="522656"/>
                  </a:lnTo>
                  <a:lnTo>
                    <a:pt x="2823662" y="522418"/>
                  </a:lnTo>
                  <a:lnTo>
                    <a:pt x="2824734" y="522180"/>
                  </a:lnTo>
                  <a:lnTo>
                    <a:pt x="2825806" y="521941"/>
                  </a:lnTo>
                  <a:lnTo>
                    <a:pt x="2826877" y="521702"/>
                  </a:lnTo>
                  <a:lnTo>
                    <a:pt x="2827949" y="521462"/>
                  </a:lnTo>
                  <a:lnTo>
                    <a:pt x="2829020" y="521222"/>
                  </a:lnTo>
                  <a:lnTo>
                    <a:pt x="2830092" y="520981"/>
                  </a:lnTo>
                  <a:lnTo>
                    <a:pt x="2831164" y="520740"/>
                  </a:lnTo>
                  <a:lnTo>
                    <a:pt x="2832235" y="520498"/>
                  </a:lnTo>
                  <a:lnTo>
                    <a:pt x="2833307" y="520256"/>
                  </a:lnTo>
                  <a:lnTo>
                    <a:pt x="2834378" y="520013"/>
                  </a:lnTo>
                  <a:lnTo>
                    <a:pt x="2835450" y="519769"/>
                  </a:lnTo>
                  <a:lnTo>
                    <a:pt x="2836522" y="519525"/>
                  </a:lnTo>
                  <a:lnTo>
                    <a:pt x="2837593" y="519281"/>
                  </a:lnTo>
                  <a:lnTo>
                    <a:pt x="2838665" y="519035"/>
                  </a:lnTo>
                  <a:lnTo>
                    <a:pt x="2839736" y="518790"/>
                  </a:lnTo>
                  <a:lnTo>
                    <a:pt x="2840808" y="518544"/>
                  </a:lnTo>
                  <a:lnTo>
                    <a:pt x="2841879" y="518297"/>
                  </a:lnTo>
                  <a:lnTo>
                    <a:pt x="2842951" y="518050"/>
                  </a:lnTo>
                  <a:lnTo>
                    <a:pt x="2844023" y="517802"/>
                  </a:lnTo>
                  <a:lnTo>
                    <a:pt x="2845094" y="517553"/>
                  </a:lnTo>
                  <a:lnTo>
                    <a:pt x="2846166" y="517304"/>
                  </a:lnTo>
                  <a:lnTo>
                    <a:pt x="2847237" y="517055"/>
                  </a:lnTo>
                  <a:lnTo>
                    <a:pt x="2848309" y="516805"/>
                  </a:lnTo>
                  <a:lnTo>
                    <a:pt x="2849381" y="516554"/>
                  </a:lnTo>
                  <a:lnTo>
                    <a:pt x="2850452" y="516303"/>
                  </a:lnTo>
                  <a:lnTo>
                    <a:pt x="2851524" y="516051"/>
                  </a:lnTo>
                  <a:lnTo>
                    <a:pt x="2852595" y="515799"/>
                  </a:lnTo>
                  <a:lnTo>
                    <a:pt x="2853667" y="515546"/>
                  </a:lnTo>
                  <a:lnTo>
                    <a:pt x="2854739" y="515293"/>
                  </a:lnTo>
                  <a:lnTo>
                    <a:pt x="2855810" y="515038"/>
                  </a:lnTo>
                  <a:lnTo>
                    <a:pt x="2856882" y="514784"/>
                  </a:lnTo>
                  <a:lnTo>
                    <a:pt x="2857953" y="514529"/>
                  </a:lnTo>
                  <a:lnTo>
                    <a:pt x="2859025" y="514273"/>
                  </a:lnTo>
                  <a:lnTo>
                    <a:pt x="2860097" y="514016"/>
                  </a:lnTo>
                  <a:lnTo>
                    <a:pt x="2861168" y="513759"/>
                  </a:lnTo>
                  <a:lnTo>
                    <a:pt x="2862240" y="513502"/>
                  </a:lnTo>
                  <a:lnTo>
                    <a:pt x="2863311" y="513244"/>
                  </a:lnTo>
                  <a:lnTo>
                    <a:pt x="2864383" y="512985"/>
                  </a:lnTo>
                  <a:lnTo>
                    <a:pt x="2865455" y="512726"/>
                  </a:lnTo>
                  <a:lnTo>
                    <a:pt x="2866526" y="512466"/>
                  </a:lnTo>
                  <a:lnTo>
                    <a:pt x="2867598" y="512205"/>
                  </a:lnTo>
                  <a:lnTo>
                    <a:pt x="2868669" y="511944"/>
                  </a:lnTo>
                  <a:lnTo>
                    <a:pt x="2869741" y="511682"/>
                  </a:lnTo>
                  <a:lnTo>
                    <a:pt x="2870813" y="511420"/>
                  </a:lnTo>
                  <a:lnTo>
                    <a:pt x="2871884" y="511157"/>
                  </a:lnTo>
                  <a:lnTo>
                    <a:pt x="2872956" y="510893"/>
                  </a:lnTo>
                  <a:lnTo>
                    <a:pt x="2874027" y="510629"/>
                  </a:lnTo>
                  <a:lnTo>
                    <a:pt x="2875099" y="510365"/>
                  </a:lnTo>
                  <a:lnTo>
                    <a:pt x="2876171" y="510099"/>
                  </a:lnTo>
                  <a:lnTo>
                    <a:pt x="2877242" y="509833"/>
                  </a:lnTo>
                  <a:lnTo>
                    <a:pt x="2878314" y="509567"/>
                  </a:lnTo>
                  <a:lnTo>
                    <a:pt x="2879385" y="509299"/>
                  </a:lnTo>
                  <a:lnTo>
                    <a:pt x="2880457" y="509032"/>
                  </a:lnTo>
                  <a:lnTo>
                    <a:pt x="2881529" y="508763"/>
                  </a:lnTo>
                  <a:lnTo>
                    <a:pt x="2882600" y="508494"/>
                  </a:lnTo>
                  <a:lnTo>
                    <a:pt x="2883672" y="508224"/>
                  </a:lnTo>
                  <a:lnTo>
                    <a:pt x="2884743" y="507954"/>
                  </a:lnTo>
                  <a:lnTo>
                    <a:pt x="2885815" y="507683"/>
                  </a:lnTo>
                  <a:lnTo>
                    <a:pt x="2886887" y="507412"/>
                  </a:lnTo>
                  <a:lnTo>
                    <a:pt x="2887958" y="507139"/>
                  </a:lnTo>
                  <a:lnTo>
                    <a:pt x="2889030" y="506867"/>
                  </a:lnTo>
                  <a:lnTo>
                    <a:pt x="2890101" y="506593"/>
                  </a:lnTo>
                  <a:lnTo>
                    <a:pt x="2891173" y="506319"/>
                  </a:lnTo>
                  <a:lnTo>
                    <a:pt x="2892245" y="506044"/>
                  </a:lnTo>
                  <a:lnTo>
                    <a:pt x="2893316" y="505769"/>
                  </a:lnTo>
                  <a:lnTo>
                    <a:pt x="2894388" y="505493"/>
                  </a:lnTo>
                  <a:lnTo>
                    <a:pt x="2895459" y="505216"/>
                  </a:lnTo>
                  <a:lnTo>
                    <a:pt x="2896531" y="504939"/>
                  </a:lnTo>
                  <a:lnTo>
                    <a:pt x="2897603" y="504661"/>
                  </a:lnTo>
                  <a:lnTo>
                    <a:pt x="2898674" y="504382"/>
                  </a:lnTo>
                  <a:lnTo>
                    <a:pt x="2899746" y="504103"/>
                  </a:lnTo>
                  <a:lnTo>
                    <a:pt x="2900817" y="503823"/>
                  </a:lnTo>
                  <a:lnTo>
                    <a:pt x="2901889" y="503543"/>
                  </a:lnTo>
                  <a:lnTo>
                    <a:pt x="2902961" y="503262"/>
                  </a:lnTo>
                  <a:lnTo>
                    <a:pt x="2904032" y="502980"/>
                  </a:lnTo>
                  <a:lnTo>
                    <a:pt x="2905104" y="502697"/>
                  </a:lnTo>
                  <a:lnTo>
                    <a:pt x="2906175" y="502414"/>
                  </a:lnTo>
                  <a:lnTo>
                    <a:pt x="2907247" y="502130"/>
                  </a:lnTo>
                  <a:lnTo>
                    <a:pt x="2908319" y="501846"/>
                  </a:lnTo>
                  <a:lnTo>
                    <a:pt x="2909390" y="501561"/>
                  </a:lnTo>
                  <a:lnTo>
                    <a:pt x="2910462" y="501275"/>
                  </a:lnTo>
                  <a:lnTo>
                    <a:pt x="2911533" y="500988"/>
                  </a:lnTo>
                  <a:lnTo>
                    <a:pt x="2912605" y="500701"/>
                  </a:lnTo>
                  <a:lnTo>
                    <a:pt x="2913677" y="500413"/>
                  </a:lnTo>
                  <a:lnTo>
                    <a:pt x="2914748" y="500125"/>
                  </a:lnTo>
                  <a:lnTo>
                    <a:pt x="2915820" y="499836"/>
                  </a:lnTo>
                  <a:lnTo>
                    <a:pt x="2916891" y="499546"/>
                  </a:lnTo>
                  <a:lnTo>
                    <a:pt x="2917963" y="499256"/>
                  </a:lnTo>
                  <a:lnTo>
                    <a:pt x="2919035" y="498964"/>
                  </a:lnTo>
                  <a:lnTo>
                    <a:pt x="2920106" y="498673"/>
                  </a:lnTo>
                  <a:lnTo>
                    <a:pt x="2921178" y="498380"/>
                  </a:lnTo>
                  <a:lnTo>
                    <a:pt x="2922249" y="498087"/>
                  </a:lnTo>
                  <a:lnTo>
                    <a:pt x="2923321" y="497793"/>
                  </a:lnTo>
                  <a:lnTo>
                    <a:pt x="2924393" y="497499"/>
                  </a:lnTo>
                  <a:lnTo>
                    <a:pt x="2925464" y="497203"/>
                  </a:lnTo>
                  <a:lnTo>
                    <a:pt x="2926536" y="496908"/>
                  </a:lnTo>
                  <a:lnTo>
                    <a:pt x="2927607" y="496611"/>
                  </a:lnTo>
                  <a:lnTo>
                    <a:pt x="2928679" y="496314"/>
                  </a:lnTo>
                  <a:lnTo>
                    <a:pt x="2929751" y="496016"/>
                  </a:lnTo>
                  <a:lnTo>
                    <a:pt x="2930822" y="495717"/>
                  </a:lnTo>
                  <a:lnTo>
                    <a:pt x="2931894" y="495418"/>
                  </a:lnTo>
                  <a:lnTo>
                    <a:pt x="2932965" y="495118"/>
                  </a:lnTo>
                  <a:lnTo>
                    <a:pt x="2934037" y="494817"/>
                  </a:lnTo>
                  <a:lnTo>
                    <a:pt x="2935109" y="494516"/>
                  </a:lnTo>
                  <a:lnTo>
                    <a:pt x="2936180" y="494214"/>
                  </a:lnTo>
                  <a:lnTo>
                    <a:pt x="2937252" y="493911"/>
                  </a:lnTo>
                  <a:lnTo>
                    <a:pt x="2938323" y="493607"/>
                  </a:lnTo>
                  <a:lnTo>
                    <a:pt x="2939395" y="493303"/>
                  </a:lnTo>
                  <a:lnTo>
                    <a:pt x="2940467" y="492998"/>
                  </a:lnTo>
                  <a:lnTo>
                    <a:pt x="2941538" y="492693"/>
                  </a:lnTo>
                  <a:lnTo>
                    <a:pt x="2942610" y="492386"/>
                  </a:lnTo>
                  <a:lnTo>
                    <a:pt x="2943681" y="492080"/>
                  </a:lnTo>
                  <a:lnTo>
                    <a:pt x="2944753" y="491772"/>
                  </a:lnTo>
                  <a:lnTo>
                    <a:pt x="2945825" y="491463"/>
                  </a:lnTo>
                  <a:lnTo>
                    <a:pt x="2946896" y="491154"/>
                  </a:lnTo>
                  <a:lnTo>
                    <a:pt x="2947968" y="490845"/>
                  </a:lnTo>
                  <a:lnTo>
                    <a:pt x="2949039" y="490534"/>
                  </a:lnTo>
                  <a:lnTo>
                    <a:pt x="2950111" y="490223"/>
                  </a:lnTo>
                  <a:lnTo>
                    <a:pt x="2951183" y="489911"/>
                  </a:lnTo>
                  <a:lnTo>
                    <a:pt x="2952254" y="489598"/>
                  </a:lnTo>
                  <a:lnTo>
                    <a:pt x="2953326" y="489285"/>
                  </a:lnTo>
                  <a:lnTo>
                    <a:pt x="2954397" y="488971"/>
                  </a:lnTo>
                  <a:lnTo>
                    <a:pt x="2955469" y="488656"/>
                  </a:lnTo>
                  <a:lnTo>
                    <a:pt x="2956541" y="488341"/>
                  </a:lnTo>
                  <a:lnTo>
                    <a:pt x="2957612" y="488025"/>
                  </a:lnTo>
                  <a:lnTo>
                    <a:pt x="2958684" y="487708"/>
                  </a:lnTo>
                  <a:lnTo>
                    <a:pt x="2959755" y="487390"/>
                  </a:lnTo>
                  <a:lnTo>
                    <a:pt x="2960827" y="487072"/>
                  </a:lnTo>
                  <a:lnTo>
                    <a:pt x="2961899" y="486753"/>
                  </a:lnTo>
                  <a:lnTo>
                    <a:pt x="2962970" y="486433"/>
                  </a:lnTo>
                  <a:lnTo>
                    <a:pt x="2964042" y="486112"/>
                  </a:lnTo>
                  <a:lnTo>
                    <a:pt x="2965113" y="485791"/>
                  </a:lnTo>
                  <a:lnTo>
                    <a:pt x="2966185" y="485469"/>
                  </a:lnTo>
                  <a:lnTo>
                    <a:pt x="2967257" y="485147"/>
                  </a:lnTo>
                  <a:lnTo>
                    <a:pt x="2968328" y="484823"/>
                  </a:lnTo>
                  <a:lnTo>
                    <a:pt x="2969400" y="484499"/>
                  </a:lnTo>
                  <a:lnTo>
                    <a:pt x="2970471" y="484174"/>
                  </a:lnTo>
                  <a:lnTo>
                    <a:pt x="2971543" y="483849"/>
                  </a:lnTo>
                  <a:lnTo>
                    <a:pt x="2972615" y="483523"/>
                  </a:lnTo>
                  <a:lnTo>
                    <a:pt x="2973686" y="483196"/>
                  </a:lnTo>
                  <a:lnTo>
                    <a:pt x="2974758" y="482868"/>
                  </a:lnTo>
                  <a:lnTo>
                    <a:pt x="2975829" y="482539"/>
                  </a:lnTo>
                  <a:lnTo>
                    <a:pt x="2976901" y="482210"/>
                  </a:lnTo>
                  <a:lnTo>
                    <a:pt x="2977973" y="481880"/>
                  </a:lnTo>
                  <a:lnTo>
                    <a:pt x="2979044" y="481550"/>
                  </a:lnTo>
                  <a:lnTo>
                    <a:pt x="2980116" y="481218"/>
                  </a:lnTo>
                  <a:lnTo>
                    <a:pt x="2981187" y="480886"/>
                  </a:lnTo>
                  <a:lnTo>
                    <a:pt x="2982259" y="480553"/>
                  </a:lnTo>
                  <a:lnTo>
                    <a:pt x="2983331" y="480220"/>
                  </a:lnTo>
                  <a:lnTo>
                    <a:pt x="2984402" y="479885"/>
                  </a:lnTo>
                  <a:lnTo>
                    <a:pt x="2985474" y="479550"/>
                  </a:lnTo>
                  <a:lnTo>
                    <a:pt x="2986545" y="479215"/>
                  </a:lnTo>
                  <a:lnTo>
                    <a:pt x="2987617" y="478878"/>
                  </a:lnTo>
                  <a:lnTo>
                    <a:pt x="2988689" y="478541"/>
                  </a:lnTo>
                  <a:lnTo>
                    <a:pt x="2989760" y="478203"/>
                  </a:lnTo>
                  <a:lnTo>
                    <a:pt x="2990832" y="477864"/>
                  </a:lnTo>
                  <a:lnTo>
                    <a:pt x="2991903" y="477525"/>
                  </a:lnTo>
                  <a:lnTo>
                    <a:pt x="2992975" y="477184"/>
                  </a:lnTo>
                  <a:lnTo>
                    <a:pt x="2994047" y="476843"/>
                  </a:lnTo>
                  <a:lnTo>
                    <a:pt x="2995118" y="476502"/>
                  </a:lnTo>
                  <a:lnTo>
                    <a:pt x="2996190" y="476159"/>
                  </a:lnTo>
                  <a:lnTo>
                    <a:pt x="2997261" y="475816"/>
                  </a:lnTo>
                  <a:lnTo>
                    <a:pt x="2998333" y="475472"/>
                  </a:lnTo>
                  <a:lnTo>
                    <a:pt x="2999405" y="475127"/>
                  </a:lnTo>
                  <a:lnTo>
                    <a:pt x="3000476" y="474782"/>
                  </a:lnTo>
                  <a:lnTo>
                    <a:pt x="3001548" y="474436"/>
                  </a:lnTo>
                  <a:lnTo>
                    <a:pt x="3002619" y="474089"/>
                  </a:lnTo>
                  <a:lnTo>
                    <a:pt x="3003691" y="473741"/>
                  </a:lnTo>
                  <a:lnTo>
                    <a:pt x="3004763" y="473393"/>
                  </a:lnTo>
                  <a:lnTo>
                    <a:pt x="3005834" y="473044"/>
                  </a:lnTo>
                  <a:lnTo>
                    <a:pt x="3006906" y="472694"/>
                  </a:lnTo>
                  <a:lnTo>
                    <a:pt x="3007977" y="472343"/>
                  </a:lnTo>
                  <a:lnTo>
                    <a:pt x="3009049" y="471992"/>
                  </a:lnTo>
                  <a:lnTo>
                    <a:pt x="3010121" y="471640"/>
                  </a:lnTo>
                  <a:lnTo>
                    <a:pt x="3011192" y="471287"/>
                  </a:lnTo>
                  <a:lnTo>
                    <a:pt x="3012264" y="470933"/>
                  </a:lnTo>
                  <a:lnTo>
                    <a:pt x="3013335" y="470579"/>
                  </a:lnTo>
                  <a:lnTo>
                    <a:pt x="3014407" y="470224"/>
                  </a:lnTo>
                  <a:lnTo>
                    <a:pt x="3015479" y="469868"/>
                  </a:lnTo>
                  <a:lnTo>
                    <a:pt x="3016550" y="469511"/>
                  </a:lnTo>
                  <a:lnTo>
                    <a:pt x="3017622" y="469154"/>
                  </a:lnTo>
                  <a:lnTo>
                    <a:pt x="3018693" y="468796"/>
                  </a:lnTo>
                  <a:lnTo>
                    <a:pt x="3019765" y="468437"/>
                  </a:lnTo>
                  <a:lnTo>
                    <a:pt x="3020836" y="468077"/>
                  </a:lnTo>
                  <a:lnTo>
                    <a:pt x="3021908" y="467717"/>
                  </a:lnTo>
                  <a:lnTo>
                    <a:pt x="3022980" y="467356"/>
                  </a:lnTo>
                  <a:lnTo>
                    <a:pt x="3024051" y="466994"/>
                  </a:lnTo>
                  <a:lnTo>
                    <a:pt x="3025123" y="466632"/>
                  </a:lnTo>
                  <a:lnTo>
                    <a:pt x="3026194" y="466268"/>
                  </a:lnTo>
                  <a:lnTo>
                    <a:pt x="3027266" y="465904"/>
                  </a:lnTo>
                  <a:lnTo>
                    <a:pt x="3028338" y="465539"/>
                  </a:lnTo>
                  <a:lnTo>
                    <a:pt x="3029409" y="465174"/>
                  </a:lnTo>
                  <a:lnTo>
                    <a:pt x="3030481" y="464808"/>
                  </a:lnTo>
                  <a:lnTo>
                    <a:pt x="3031552" y="464441"/>
                  </a:lnTo>
                  <a:lnTo>
                    <a:pt x="3032624" y="464073"/>
                  </a:lnTo>
                  <a:lnTo>
                    <a:pt x="3033696" y="463704"/>
                  </a:lnTo>
                  <a:lnTo>
                    <a:pt x="3034767" y="463335"/>
                  </a:lnTo>
                  <a:lnTo>
                    <a:pt x="3035839" y="462965"/>
                  </a:lnTo>
                  <a:lnTo>
                    <a:pt x="3036910" y="462595"/>
                  </a:lnTo>
                  <a:lnTo>
                    <a:pt x="3037982" y="462223"/>
                  </a:lnTo>
                  <a:lnTo>
                    <a:pt x="3039054" y="461851"/>
                  </a:lnTo>
                  <a:lnTo>
                    <a:pt x="3040125" y="461478"/>
                  </a:lnTo>
                  <a:lnTo>
                    <a:pt x="3041197" y="461104"/>
                  </a:lnTo>
                  <a:lnTo>
                    <a:pt x="3042268" y="460730"/>
                  </a:lnTo>
                  <a:lnTo>
                    <a:pt x="3043340" y="460355"/>
                  </a:lnTo>
                  <a:lnTo>
                    <a:pt x="3044412" y="459979"/>
                  </a:lnTo>
                  <a:lnTo>
                    <a:pt x="3045483" y="459602"/>
                  </a:lnTo>
                  <a:lnTo>
                    <a:pt x="3046555" y="459225"/>
                  </a:lnTo>
                  <a:lnTo>
                    <a:pt x="3047626" y="458847"/>
                  </a:lnTo>
                  <a:lnTo>
                    <a:pt x="3048698" y="458468"/>
                  </a:lnTo>
                  <a:lnTo>
                    <a:pt x="3049770" y="458089"/>
                  </a:lnTo>
                  <a:lnTo>
                    <a:pt x="3050841" y="457709"/>
                  </a:lnTo>
                  <a:lnTo>
                    <a:pt x="3051913" y="457328"/>
                  </a:lnTo>
                  <a:lnTo>
                    <a:pt x="3052984" y="456946"/>
                  </a:lnTo>
                  <a:lnTo>
                    <a:pt x="3054056" y="456563"/>
                  </a:lnTo>
                  <a:lnTo>
                    <a:pt x="3055128" y="456180"/>
                  </a:lnTo>
                  <a:lnTo>
                    <a:pt x="3056199" y="455796"/>
                  </a:lnTo>
                  <a:lnTo>
                    <a:pt x="3057271" y="455412"/>
                  </a:lnTo>
                  <a:lnTo>
                    <a:pt x="3058342" y="455026"/>
                  </a:lnTo>
                  <a:lnTo>
                    <a:pt x="3059414" y="454640"/>
                  </a:lnTo>
                  <a:lnTo>
                    <a:pt x="3060486" y="454254"/>
                  </a:lnTo>
                  <a:lnTo>
                    <a:pt x="3061557" y="453866"/>
                  </a:lnTo>
                  <a:lnTo>
                    <a:pt x="3062629" y="453478"/>
                  </a:lnTo>
                  <a:lnTo>
                    <a:pt x="3063700" y="453089"/>
                  </a:lnTo>
                  <a:lnTo>
                    <a:pt x="3064772" y="452699"/>
                  </a:lnTo>
                  <a:lnTo>
                    <a:pt x="3065844" y="452309"/>
                  </a:lnTo>
                  <a:lnTo>
                    <a:pt x="3066915" y="451918"/>
                  </a:lnTo>
                  <a:lnTo>
                    <a:pt x="3067987" y="451526"/>
                  </a:lnTo>
                  <a:lnTo>
                    <a:pt x="3069058" y="451133"/>
                  </a:lnTo>
                  <a:lnTo>
                    <a:pt x="3070130" y="450740"/>
                  </a:lnTo>
                  <a:lnTo>
                    <a:pt x="3071202" y="450346"/>
                  </a:lnTo>
                  <a:lnTo>
                    <a:pt x="3072273" y="449951"/>
                  </a:lnTo>
                  <a:lnTo>
                    <a:pt x="3073345" y="449556"/>
                  </a:lnTo>
                  <a:lnTo>
                    <a:pt x="3074416" y="449159"/>
                  </a:lnTo>
                  <a:lnTo>
                    <a:pt x="3075488" y="448762"/>
                  </a:lnTo>
                  <a:lnTo>
                    <a:pt x="3076560" y="448365"/>
                  </a:lnTo>
                  <a:lnTo>
                    <a:pt x="3077631" y="447966"/>
                  </a:lnTo>
                  <a:lnTo>
                    <a:pt x="3078703" y="447567"/>
                  </a:lnTo>
                  <a:lnTo>
                    <a:pt x="3079774" y="447168"/>
                  </a:lnTo>
                  <a:lnTo>
                    <a:pt x="3080846" y="446767"/>
                  </a:lnTo>
                  <a:lnTo>
                    <a:pt x="3081918" y="446366"/>
                  </a:lnTo>
                  <a:lnTo>
                    <a:pt x="3082989" y="445964"/>
                  </a:lnTo>
                  <a:lnTo>
                    <a:pt x="3084061" y="445561"/>
                  </a:lnTo>
                  <a:lnTo>
                    <a:pt x="3085132" y="445158"/>
                  </a:lnTo>
                  <a:lnTo>
                    <a:pt x="3086204" y="444754"/>
                  </a:lnTo>
                  <a:lnTo>
                    <a:pt x="3087276" y="444349"/>
                  </a:lnTo>
                  <a:lnTo>
                    <a:pt x="3088347" y="443944"/>
                  </a:lnTo>
                  <a:lnTo>
                    <a:pt x="3089419" y="443537"/>
                  </a:lnTo>
                  <a:lnTo>
                    <a:pt x="3090490" y="443130"/>
                  </a:lnTo>
                  <a:lnTo>
                    <a:pt x="3091562" y="442723"/>
                  </a:lnTo>
                  <a:lnTo>
                    <a:pt x="3092634" y="442314"/>
                  </a:lnTo>
                  <a:lnTo>
                    <a:pt x="3093705" y="441905"/>
                  </a:lnTo>
                  <a:lnTo>
                    <a:pt x="3094777" y="441496"/>
                  </a:lnTo>
                  <a:lnTo>
                    <a:pt x="3095848" y="441085"/>
                  </a:lnTo>
                  <a:lnTo>
                    <a:pt x="3096920" y="440674"/>
                  </a:lnTo>
                  <a:lnTo>
                    <a:pt x="3097992" y="440262"/>
                  </a:lnTo>
                  <a:lnTo>
                    <a:pt x="3099063" y="439849"/>
                  </a:lnTo>
                  <a:lnTo>
                    <a:pt x="3100135" y="439436"/>
                  </a:lnTo>
                  <a:lnTo>
                    <a:pt x="3101206" y="439022"/>
                  </a:lnTo>
                  <a:lnTo>
                    <a:pt x="3102278" y="438607"/>
                  </a:lnTo>
                  <a:lnTo>
                    <a:pt x="3103350" y="438192"/>
                  </a:lnTo>
                  <a:lnTo>
                    <a:pt x="3104421" y="437776"/>
                  </a:lnTo>
                  <a:lnTo>
                    <a:pt x="3105493" y="437359"/>
                  </a:lnTo>
                  <a:lnTo>
                    <a:pt x="3106564" y="436942"/>
                  </a:lnTo>
                  <a:lnTo>
                    <a:pt x="3107636" y="436523"/>
                  </a:lnTo>
                  <a:lnTo>
                    <a:pt x="3108708" y="436104"/>
                  </a:lnTo>
                  <a:lnTo>
                    <a:pt x="3109779" y="435685"/>
                  </a:lnTo>
                  <a:lnTo>
                    <a:pt x="3110851" y="435264"/>
                  </a:lnTo>
                  <a:lnTo>
                    <a:pt x="3111922" y="434843"/>
                  </a:lnTo>
                  <a:lnTo>
                    <a:pt x="3112994" y="434422"/>
                  </a:lnTo>
                  <a:lnTo>
                    <a:pt x="3114066" y="433999"/>
                  </a:lnTo>
                  <a:lnTo>
                    <a:pt x="3115137" y="433576"/>
                  </a:lnTo>
                  <a:lnTo>
                    <a:pt x="3116209" y="433152"/>
                  </a:lnTo>
                  <a:lnTo>
                    <a:pt x="3117280" y="432728"/>
                  </a:lnTo>
                  <a:lnTo>
                    <a:pt x="3118352" y="432302"/>
                  </a:lnTo>
                  <a:lnTo>
                    <a:pt x="3119424" y="431876"/>
                  </a:lnTo>
                  <a:lnTo>
                    <a:pt x="3120495" y="431450"/>
                  </a:lnTo>
                  <a:lnTo>
                    <a:pt x="3121567" y="431022"/>
                  </a:lnTo>
                  <a:lnTo>
                    <a:pt x="3122638" y="430594"/>
                  </a:lnTo>
                  <a:lnTo>
                    <a:pt x="3123710" y="430166"/>
                  </a:lnTo>
                  <a:lnTo>
                    <a:pt x="3124782" y="429736"/>
                  </a:lnTo>
                  <a:lnTo>
                    <a:pt x="3125853" y="429306"/>
                  </a:lnTo>
                  <a:lnTo>
                    <a:pt x="3126925" y="428875"/>
                  </a:lnTo>
                  <a:lnTo>
                    <a:pt x="3127996" y="428444"/>
                  </a:lnTo>
                  <a:lnTo>
                    <a:pt x="3129068" y="428012"/>
                  </a:lnTo>
                  <a:lnTo>
                    <a:pt x="3130140" y="427579"/>
                  </a:lnTo>
                  <a:lnTo>
                    <a:pt x="3131211" y="427145"/>
                  </a:lnTo>
                  <a:lnTo>
                    <a:pt x="3132283" y="426711"/>
                  </a:lnTo>
                  <a:lnTo>
                    <a:pt x="3133354" y="426276"/>
                  </a:lnTo>
                  <a:lnTo>
                    <a:pt x="3134426" y="425840"/>
                  </a:lnTo>
                  <a:lnTo>
                    <a:pt x="3135498" y="425404"/>
                  </a:lnTo>
                  <a:lnTo>
                    <a:pt x="3136569" y="424967"/>
                  </a:lnTo>
                  <a:lnTo>
                    <a:pt x="3137641" y="424529"/>
                  </a:lnTo>
                  <a:lnTo>
                    <a:pt x="3138712" y="424091"/>
                  </a:lnTo>
                  <a:lnTo>
                    <a:pt x="3139784" y="423652"/>
                  </a:lnTo>
                  <a:lnTo>
                    <a:pt x="3140856" y="423212"/>
                  </a:lnTo>
                  <a:lnTo>
                    <a:pt x="3141927" y="422771"/>
                  </a:lnTo>
                  <a:lnTo>
                    <a:pt x="3142999" y="422330"/>
                  </a:lnTo>
                  <a:lnTo>
                    <a:pt x="3144070" y="421888"/>
                  </a:lnTo>
                  <a:lnTo>
                    <a:pt x="3145142" y="421446"/>
                  </a:lnTo>
                  <a:lnTo>
                    <a:pt x="3146214" y="421003"/>
                  </a:lnTo>
                  <a:lnTo>
                    <a:pt x="3147285" y="420559"/>
                  </a:lnTo>
                  <a:lnTo>
                    <a:pt x="3148357" y="420114"/>
                  </a:lnTo>
                  <a:lnTo>
                    <a:pt x="3149428" y="419669"/>
                  </a:lnTo>
                  <a:lnTo>
                    <a:pt x="3150500" y="419223"/>
                  </a:lnTo>
                  <a:lnTo>
                    <a:pt x="3151572" y="418776"/>
                  </a:lnTo>
                  <a:lnTo>
                    <a:pt x="3152643" y="418329"/>
                  </a:lnTo>
                  <a:lnTo>
                    <a:pt x="3153715" y="417881"/>
                  </a:lnTo>
                  <a:lnTo>
                    <a:pt x="3154786" y="417432"/>
                  </a:lnTo>
                  <a:lnTo>
                    <a:pt x="3155858" y="416983"/>
                  </a:lnTo>
                  <a:lnTo>
                    <a:pt x="3156930" y="416533"/>
                  </a:lnTo>
                  <a:lnTo>
                    <a:pt x="3158001" y="416082"/>
                  </a:lnTo>
                  <a:lnTo>
                    <a:pt x="3159073" y="415631"/>
                  </a:lnTo>
                  <a:lnTo>
                    <a:pt x="3160144" y="415179"/>
                  </a:lnTo>
                  <a:lnTo>
                    <a:pt x="3161216" y="414726"/>
                  </a:lnTo>
                  <a:lnTo>
                    <a:pt x="3162288" y="414273"/>
                  </a:lnTo>
                  <a:lnTo>
                    <a:pt x="3163359" y="413819"/>
                  </a:lnTo>
                  <a:lnTo>
                    <a:pt x="3164431" y="413364"/>
                  </a:lnTo>
                  <a:lnTo>
                    <a:pt x="3165502" y="412909"/>
                  </a:lnTo>
                  <a:lnTo>
                    <a:pt x="3166574" y="412453"/>
                  </a:lnTo>
                  <a:lnTo>
                    <a:pt x="3167646" y="411996"/>
                  </a:lnTo>
                  <a:lnTo>
                    <a:pt x="3168717" y="411538"/>
                  </a:lnTo>
                  <a:lnTo>
                    <a:pt x="3169789" y="411080"/>
                  </a:lnTo>
                  <a:lnTo>
                    <a:pt x="3170860" y="410622"/>
                  </a:lnTo>
                  <a:lnTo>
                    <a:pt x="3171932" y="410162"/>
                  </a:lnTo>
                  <a:lnTo>
                    <a:pt x="3173004" y="409702"/>
                  </a:lnTo>
                  <a:lnTo>
                    <a:pt x="3174075" y="409241"/>
                  </a:lnTo>
                  <a:lnTo>
                    <a:pt x="3175147" y="408780"/>
                  </a:lnTo>
                  <a:lnTo>
                    <a:pt x="3176218" y="408318"/>
                  </a:lnTo>
                  <a:lnTo>
                    <a:pt x="3177290" y="407855"/>
                  </a:lnTo>
                  <a:lnTo>
                    <a:pt x="3178362" y="407391"/>
                  </a:lnTo>
                  <a:lnTo>
                    <a:pt x="3179433" y="406927"/>
                  </a:lnTo>
                  <a:lnTo>
                    <a:pt x="3180505" y="406462"/>
                  </a:lnTo>
                  <a:lnTo>
                    <a:pt x="3181576" y="405997"/>
                  </a:lnTo>
                  <a:lnTo>
                    <a:pt x="3182648" y="405531"/>
                  </a:lnTo>
                  <a:lnTo>
                    <a:pt x="3183720" y="405064"/>
                  </a:lnTo>
                  <a:lnTo>
                    <a:pt x="3184791" y="404597"/>
                  </a:lnTo>
                  <a:lnTo>
                    <a:pt x="3185863" y="404129"/>
                  </a:lnTo>
                  <a:lnTo>
                    <a:pt x="3186934" y="403660"/>
                  </a:lnTo>
                  <a:lnTo>
                    <a:pt x="3188006" y="403190"/>
                  </a:lnTo>
                  <a:lnTo>
                    <a:pt x="3189078" y="402720"/>
                  </a:lnTo>
                  <a:lnTo>
                    <a:pt x="3190149" y="402249"/>
                  </a:lnTo>
                  <a:lnTo>
                    <a:pt x="3191221" y="401778"/>
                  </a:lnTo>
                  <a:lnTo>
                    <a:pt x="3192292" y="401306"/>
                  </a:lnTo>
                  <a:lnTo>
                    <a:pt x="3193364" y="400833"/>
                  </a:lnTo>
                  <a:lnTo>
                    <a:pt x="3194436" y="400360"/>
                  </a:lnTo>
                  <a:lnTo>
                    <a:pt x="3195507" y="399886"/>
                  </a:lnTo>
                  <a:lnTo>
                    <a:pt x="3196579" y="399411"/>
                  </a:lnTo>
                  <a:lnTo>
                    <a:pt x="3197650" y="398936"/>
                  </a:lnTo>
                  <a:lnTo>
                    <a:pt x="3198722" y="398460"/>
                  </a:lnTo>
                  <a:lnTo>
                    <a:pt x="3199793" y="397983"/>
                  </a:lnTo>
                  <a:lnTo>
                    <a:pt x="3200865" y="397506"/>
                  </a:lnTo>
                  <a:lnTo>
                    <a:pt x="3201937" y="397028"/>
                  </a:lnTo>
                  <a:lnTo>
                    <a:pt x="3203008" y="396549"/>
                  </a:lnTo>
                  <a:lnTo>
                    <a:pt x="3204080" y="396070"/>
                  </a:lnTo>
                  <a:lnTo>
                    <a:pt x="3205151" y="395590"/>
                  </a:lnTo>
                  <a:lnTo>
                    <a:pt x="3206223" y="395109"/>
                  </a:lnTo>
                  <a:lnTo>
                    <a:pt x="3207295" y="394628"/>
                  </a:lnTo>
                  <a:lnTo>
                    <a:pt x="3208366" y="394146"/>
                  </a:lnTo>
                  <a:lnTo>
                    <a:pt x="3209438" y="393663"/>
                  </a:lnTo>
                  <a:lnTo>
                    <a:pt x="3210509" y="393180"/>
                  </a:lnTo>
                  <a:lnTo>
                    <a:pt x="3211581" y="392696"/>
                  </a:lnTo>
                  <a:lnTo>
                    <a:pt x="3212653" y="392212"/>
                  </a:lnTo>
                  <a:lnTo>
                    <a:pt x="3213724" y="391727"/>
                  </a:lnTo>
                  <a:lnTo>
                    <a:pt x="3214796" y="391241"/>
                  </a:lnTo>
                  <a:lnTo>
                    <a:pt x="3215867" y="390754"/>
                  </a:lnTo>
                  <a:lnTo>
                    <a:pt x="3216939" y="390267"/>
                  </a:lnTo>
                  <a:lnTo>
                    <a:pt x="3218011" y="389779"/>
                  </a:lnTo>
                  <a:lnTo>
                    <a:pt x="3219082" y="389291"/>
                  </a:lnTo>
                  <a:lnTo>
                    <a:pt x="3220154" y="388802"/>
                  </a:lnTo>
                  <a:lnTo>
                    <a:pt x="3221225" y="388312"/>
                  </a:lnTo>
                  <a:lnTo>
                    <a:pt x="3222297" y="387822"/>
                  </a:lnTo>
                  <a:lnTo>
                    <a:pt x="3223369" y="387331"/>
                  </a:lnTo>
                  <a:lnTo>
                    <a:pt x="3224440" y="386839"/>
                  </a:lnTo>
                  <a:lnTo>
                    <a:pt x="3225512" y="386347"/>
                  </a:lnTo>
                  <a:lnTo>
                    <a:pt x="3226583" y="385854"/>
                  </a:lnTo>
                  <a:lnTo>
                    <a:pt x="3227655" y="385361"/>
                  </a:lnTo>
                  <a:lnTo>
                    <a:pt x="3228727" y="384866"/>
                  </a:lnTo>
                  <a:lnTo>
                    <a:pt x="3229798" y="384372"/>
                  </a:lnTo>
                  <a:lnTo>
                    <a:pt x="3230870" y="383876"/>
                  </a:lnTo>
                  <a:lnTo>
                    <a:pt x="3231941" y="383380"/>
                  </a:lnTo>
                  <a:lnTo>
                    <a:pt x="3233013" y="382883"/>
                  </a:lnTo>
                  <a:lnTo>
                    <a:pt x="3234085" y="382386"/>
                  </a:lnTo>
                  <a:lnTo>
                    <a:pt x="3235156" y="381888"/>
                  </a:lnTo>
                  <a:lnTo>
                    <a:pt x="3236228" y="381389"/>
                  </a:lnTo>
                  <a:lnTo>
                    <a:pt x="3237299" y="380890"/>
                  </a:lnTo>
                  <a:lnTo>
                    <a:pt x="3238371" y="380390"/>
                  </a:lnTo>
                  <a:lnTo>
                    <a:pt x="3239443" y="379889"/>
                  </a:lnTo>
                  <a:lnTo>
                    <a:pt x="3240514" y="379388"/>
                  </a:lnTo>
                  <a:lnTo>
                    <a:pt x="3241586" y="378886"/>
                  </a:lnTo>
                  <a:lnTo>
                    <a:pt x="3242657" y="378384"/>
                  </a:lnTo>
                  <a:lnTo>
                    <a:pt x="3243729" y="377881"/>
                  </a:lnTo>
                  <a:lnTo>
                    <a:pt x="3244801" y="377377"/>
                  </a:lnTo>
                  <a:lnTo>
                    <a:pt x="3245872" y="376873"/>
                  </a:lnTo>
                  <a:lnTo>
                    <a:pt x="3246944" y="376368"/>
                  </a:lnTo>
                  <a:lnTo>
                    <a:pt x="3248015" y="375862"/>
                  </a:lnTo>
                  <a:lnTo>
                    <a:pt x="3249087" y="375356"/>
                  </a:lnTo>
                  <a:lnTo>
                    <a:pt x="3250159" y="374849"/>
                  </a:lnTo>
                  <a:lnTo>
                    <a:pt x="3251230" y="374341"/>
                  </a:lnTo>
                  <a:lnTo>
                    <a:pt x="3252302" y="373833"/>
                  </a:lnTo>
                  <a:lnTo>
                    <a:pt x="3253373" y="373324"/>
                  </a:lnTo>
                  <a:lnTo>
                    <a:pt x="3254445" y="372815"/>
                  </a:lnTo>
                  <a:lnTo>
                    <a:pt x="3255517" y="372305"/>
                  </a:lnTo>
                  <a:lnTo>
                    <a:pt x="3256588" y="371794"/>
                  </a:lnTo>
                  <a:lnTo>
                    <a:pt x="3257660" y="371283"/>
                  </a:lnTo>
                  <a:lnTo>
                    <a:pt x="3258731" y="370771"/>
                  </a:lnTo>
                  <a:lnTo>
                    <a:pt x="3259803" y="370258"/>
                  </a:lnTo>
                  <a:lnTo>
                    <a:pt x="3260875" y="369745"/>
                  </a:lnTo>
                  <a:lnTo>
                    <a:pt x="3261946" y="369231"/>
                  </a:lnTo>
                  <a:lnTo>
                    <a:pt x="3263018" y="368717"/>
                  </a:lnTo>
                  <a:lnTo>
                    <a:pt x="3264089" y="368202"/>
                  </a:lnTo>
                  <a:lnTo>
                    <a:pt x="3265161" y="367686"/>
                  </a:lnTo>
                  <a:lnTo>
                    <a:pt x="3266233" y="367170"/>
                  </a:lnTo>
                  <a:lnTo>
                    <a:pt x="3267304" y="366653"/>
                  </a:lnTo>
                  <a:lnTo>
                    <a:pt x="3268376" y="366135"/>
                  </a:lnTo>
                  <a:lnTo>
                    <a:pt x="3269447" y="365617"/>
                  </a:lnTo>
                  <a:lnTo>
                    <a:pt x="3270519" y="365098"/>
                  </a:lnTo>
                  <a:lnTo>
                    <a:pt x="3271591" y="364579"/>
                  </a:lnTo>
                  <a:lnTo>
                    <a:pt x="3272662" y="364059"/>
                  </a:lnTo>
                  <a:lnTo>
                    <a:pt x="3273734" y="363538"/>
                  </a:lnTo>
                  <a:lnTo>
                    <a:pt x="3274805" y="363017"/>
                  </a:lnTo>
                  <a:lnTo>
                    <a:pt x="3275877" y="362495"/>
                  </a:lnTo>
                  <a:lnTo>
                    <a:pt x="3276949" y="361973"/>
                  </a:lnTo>
                  <a:lnTo>
                    <a:pt x="3278020" y="361450"/>
                  </a:lnTo>
                  <a:lnTo>
                    <a:pt x="3279092" y="360926"/>
                  </a:lnTo>
                  <a:lnTo>
                    <a:pt x="3280163" y="360402"/>
                  </a:lnTo>
                  <a:lnTo>
                    <a:pt x="3281235" y="359877"/>
                  </a:lnTo>
                  <a:lnTo>
                    <a:pt x="3282307" y="359351"/>
                  </a:lnTo>
                  <a:lnTo>
                    <a:pt x="3283378" y="358825"/>
                  </a:lnTo>
                  <a:lnTo>
                    <a:pt x="3284450" y="358298"/>
                  </a:lnTo>
                  <a:lnTo>
                    <a:pt x="3285521" y="357771"/>
                  </a:lnTo>
                  <a:lnTo>
                    <a:pt x="3286593" y="357243"/>
                  </a:lnTo>
                  <a:lnTo>
                    <a:pt x="3287665" y="356714"/>
                  </a:lnTo>
                  <a:lnTo>
                    <a:pt x="3288736" y="356185"/>
                  </a:lnTo>
                  <a:lnTo>
                    <a:pt x="3289808" y="355655"/>
                  </a:lnTo>
                  <a:lnTo>
                    <a:pt x="3290879" y="355124"/>
                  </a:lnTo>
                  <a:lnTo>
                    <a:pt x="3291951" y="354593"/>
                  </a:lnTo>
                  <a:lnTo>
                    <a:pt x="3293023" y="354062"/>
                  </a:lnTo>
                  <a:lnTo>
                    <a:pt x="3294094" y="353529"/>
                  </a:lnTo>
                  <a:lnTo>
                    <a:pt x="3295166" y="352996"/>
                  </a:lnTo>
                  <a:lnTo>
                    <a:pt x="3296237" y="352463"/>
                  </a:lnTo>
                  <a:lnTo>
                    <a:pt x="3297309" y="351929"/>
                  </a:lnTo>
                  <a:lnTo>
                    <a:pt x="3298381" y="351394"/>
                  </a:lnTo>
                  <a:lnTo>
                    <a:pt x="3299452" y="350859"/>
                  </a:lnTo>
                  <a:lnTo>
                    <a:pt x="3300524" y="350323"/>
                  </a:lnTo>
                  <a:lnTo>
                    <a:pt x="3301595" y="349786"/>
                  </a:lnTo>
                  <a:lnTo>
                    <a:pt x="3302667" y="349249"/>
                  </a:lnTo>
                  <a:lnTo>
                    <a:pt x="3303739" y="348711"/>
                  </a:lnTo>
                  <a:lnTo>
                    <a:pt x="3304810" y="348173"/>
                  </a:lnTo>
                  <a:lnTo>
                    <a:pt x="3305882" y="347634"/>
                  </a:lnTo>
                  <a:lnTo>
                    <a:pt x="3306953" y="347094"/>
                  </a:lnTo>
                  <a:lnTo>
                    <a:pt x="3308025" y="346554"/>
                  </a:lnTo>
                  <a:lnTo>
                    <a:pt x="3309097" y="346014"/>
                  </a:lnTo>
                  <a:lnTo>
                    <a:pt x="3310168" y="345472"/>
                  </a:lnTo>
                  <a:lnTo>
                    <a:pt x="3311240" y="344930"/>
                  </a:lnTo>
                  <a:lnTo>
                    <a:pt x="3312311" y="344388"/>
                  </a:lnTo>
                  <a:lnTo>
                    <a:pt x="3313383" y="343844"/>
                  </a:lnTo>
                  <a:lnTo>
                    <a:pt x="3314455" y="343301"/>
                  </a:lnTo>
                  <a:lnTo>
                    <a:pt x="3315526" y="342756"/>
                  </a:lnTo>
                  <a:lnTo>
                    <a:pt x="3316598" y="342211"/>
                  </a:lnTo>
                  <a:lnTo>
                    <a:pt x="3317669" y="341666"/>
                  </a:lnTo>
                  <a:lnTo>
                    <a:pt x="3318741" y="341120"/>
                  </a:lnTo>
                  <a:lnTo>
                    <a:pt x="3319813" y="340573"/>
                  </a:lnTo>
                  <a:lnTo>
                    <a:pt x="3320884" y="340025"/>
                  </a:lnTo>
                  <a:lnTo>
                    <a:pt x="3321956" y="339478"/>
                  </a:lnTo>
                  <a:lnTo>
                    <a:pt x="3323027" y="338929"/>
                  </a:lnTo>
                  <a:lnTo>
                    <a:pt x="3324099" y="338380"/>
                  </a:lnTo>
                  <a:lnTo>
                    <a:pt x="3325171" y="337830"/>
                  </a:lnTo>
                  <a:lnTo>
                    <a:pt x="3326242" y="337280"/>
                  </a:lnTo>
                  <a:lnTo>
                    <a:pt x="3327314" y="336729"/>
                  </a:lnTo>
                  <a:lnTo>
                    <a:pt x="3328385" y="336177"/>
                  </a:lnTo>
                  <a:lnTo>
                    <a:pt x="3329457" y="335625"/>
                  </a:lnTo>
                  <a:lnTo>
                    <a:pt x="3330529" y="335073"/>
                  </a:lnTo>
                  <a:lnTo>
                    <a:pt x="3331600" y="334519"/>
                  </a:lnTo>
                  <a:lnTo>
                    <a:pt x="3332672" y="333965"/>
                  </a:lnTo>
                  <a:lnTo>
                    <a:pt x="3333743" y="333411"/>
                  </a:lnTo>
                  <a:lnTo>
                    <a:pt x="3334815" y="332856"/>
                  </a:lnTo>
                  <a:lnTo>
                    <a:pt x="3335887" y="332300"/>
                  </a:lnTo>
                  <a:lnTo>
                    <a:pt x="3336958" y="331744"/>
                  </a:lnTo>
                  <a:lnTo>
                    <a:pt x="3338030" y="331187"/>
                  </a:lnTo>
                  <a:lnTo>
                    <a:pt x="3339101" y="330630"/>
                  </a:lnTo>
                  <a:lnTo>
                    <a:pt x="3340173" y="330072"/>
                  </a:lnTo>
                  <a:lnTo>
                    <a:pt x="3341245" y="329513"/>
                  </a:lnTo>
                  <a:lnTo>
                    <a:pt x="3342316" y="328954"/>
                  </a:lnTo>
                  <a:lnTo>
                    <a:pt x="3343388" y="328394"/>
                  </a:lnTo>
                  <a:lnTo>
                    <a:pt x="3344459" y="327834"/>
                  </a:lnTo>
                  <a:lnTo>
                    <a:pt x="3345531" y="327273"/>
                  </a:lnTo>
                  <a:lnTo>
                    <a:pt x="3346603" y="326711"/>
                  </a:lnTo>
                  <a:lnTo>
                    <a:pt x="3347674" y="326149"/>
                  </a:lnTo>
                  <a:lnTo>
                    <a:pt x="3348746" y="325587"/>
                  </a:lnTo>
                  <a:lnTo>
                    <a:pt x="3349817" y="325023"/>
                  </a:lnTo>
                  <a:lnTo>
                    <a:pt x="3350889" y="324459"/>
                  </a:lnTo>
                  <a:lnTo>
                    <a:pt x="3351961" y="323895"/>
                  </a:lnTo>
                  <a:lnTo>
                    <a:pt x="3353032" y="323330"/>
                  </a:lnTo>
                  <a:lnTo>
                    <a:pt x="3354104" y="322764"/>
                  </a:lnTo>
                  <a:lnTo>
                    <a:pt x="3355175" y="322198"/>
                  </a:lnTo>
                  <a:lnTo>
                    <a:pt x="3356247" y="321631"/>
                  </a:lnTo>
                  <a:lnTo>
                    <a:pt x="3357319" y="321064"/>
                  </a:lnTo>
                  <a:lnTo>
                    <a:pt x="3358390" y="320496"/>
                  </a:lnTo>
                  <a:lnTo>
                    <a:pt x="3359462" y="319928"/>
                  </a:lnTo>
                  <a:lnTo>
                    <a:pt x="3360533" y="319359"/>
                  </a:lnTo>
                  <a:lnTo>
                    <a:pt x="3361605" y="318789"/>
                  </a:lnTo>
                  <a:lnTo>
                    <a:pt x="3362677" y="318219"/>
                  </a:lnTo>
                  <a:lnTo>
                    <a:pt x="3363748" y="317648"/>
                  </a:lnTo>
                  <a:lnTo>
                    <a:pt x="3364820" y="317077"/>
                  </a:lnTo>
                  <a:lnTo>
                    <a:pt x="3365891" y="316505"/>
                  </a:lnTo>
                  <a:lnTo>
                    <a:pt x="3366963" y="315932"/>
                  </a:lnTo>
                  <a:lnTo>
                    <a:pt x="3368035" y="315359"/>
                  </a:lnTo>
                  <a:lnTo>
                    <a:pt x="3369106" y="314785"/>
                  </a:lnTo>
                  <a:lnTo>
                    <a:pt x="3370178" y="314211"/>
                  </a:lnTo>
                  <a:lnTo>
                    <a:pt x="3371249" y="313636"/>
                  </a:lnTo>
                  <a:lnTo>
                    <a:pt x="3372321" y="313061"/>
                  </a:lnTo>
                  <a:lnTo>
                    <a:pt x="3373392" y="312485"/>
                  </a:lnTo>
                  <a:lnTo>
                    <a:pt x="3374464" y="311908"/>
                  </a:lnTo>
                  <a:lnTo>
                    <a:pt x="3375536" y="311331"/>
                  </a:lnTo>
                  <a:lnTo>
                    <a:pt x="3376607" y="310753"/>
                  </a:lnTo>
                  <a:lnTo>
                    <a:pt x="3377679" y="310175"/>
                  </a:lnTo>
                  <a:lnTo>
                    <a:pt x="3378750" y="309596"/>
                  </a:lnTo>
                  <a:lnTo>
                    <a:pt x="3379822" y="309017"/>
                  </a:lnTo>
                  <a:lnTo>
                    <a:pt x="3380894" y="308437"/>
                  </a:lnTo>
                  <a:lnTo>
                    <a:pt x="3381965" y="307856"/>
                  </a:lnTo>
                  <a:lnTo>
                    <a:pt x="3383037" y="307275"/>
                  </a:lnTo>
                  <a:lnTo>
                    <a:pt x="3384108" y="306694"/>
                  </a:lnTo>
                  <a:lnTo>
                    <a:pt x="3385180" y="306111"/>
                  </a:lnTo>
                  <a:lnTo>
                    <a:pt x="3386252" y="305529"/>
                  </a:lnTo>
                  <a:lnTo>
                    <a:pt x="3387323" y="304945"/>
                  </a:lnTo>
                  <a:lnTo>
                    <a:pt x="3388395" y="304361"/>
                  </a:lnTo>
                  <a:lnTo>
                    <a:pt x="3389466" y="303777"/>
                  </a:lnTo>
                  <a:lnTo>
                    <a:pt x="3390538" y="303192"/>
                  </a:lnTo>
                  <a:lnTo>
                    <a:pt x="3391610" y="302606"/>
                  </a:lnTo>
                  <a:lnTo>
                    <a:pt x="3392681" y="302020"/>
                  </a:lnTo>
                  <a:lnTo>
                    <a:pt x="3393753" y="301433"/>
                  </a:lnTo>
                  <a:lnTo>
                    <a:pt x="3394824" y="300846"/>
                  </a:lnTo>
                  <a:lnTo>
                    <a:pt x="3395896" y="300258"/>
                  </a:lnTo>
                  <a:lnTo>
                    <a:pt x="3396968" y="299669"/>
                  </a:lnTo>
                  <a:lnTo>
                    <a:pt x="3398039" y="299080"/>
                  </a:lnTo>
                  <a:lnTo>
                    <a:pt x="3399111" y="298491"/>
                  </a:lnTo>
                  <a:lnTo>
                    <a:pt x="3400182" y="297901"/>
                  </a:lnTo>
                  <a:lnTo>
                    <a:pt x="3401254" y="297310"/>
                  </a:lnTo>
                  <a:lnTo>
                    <a:pt x="3402326" y="296719"/>
                  </a:lnTo>
                  <a:lnTo>
                    <a:pt x="3403397" y="296127"/>
                  </a:lnTo>
                  <a:lnTo>
                    <a:pt x="3404469" y="295534"/>
                  </a:lnTo>
                  <a:lnTo>
                    <a:pt x="3405540" y="294942"/>
                  </a:lnTo>
                  <a:lnTo>
                    <a:pt x="3406612" y="294348"/>
                  </a:lnTo>
                  <a:lnTo>
                    <a:pt x="3407684" y="293754"/>
                  </a:lnTo>
                  <a:lnTo>
                    <a:pt x="3408755" y="293159"/>
                  </a:lnTo>
                  <a:lnTo>
                    <a:pt x="3409827" y="292564"/>
                  </a:lnTo>
                  <a:lnTo>
                    <a:pt x="3410898" y="291968"/>
                  </a:lnTo>
                  <a:lnTo>
                    <a:pt x="3411970" y="291372"/>
                  </a:lnTo>
                  <a:lnTo>
                    <a:pt x="3413042" y="290775"/>
                  </a:lnTo>
                  <a:lnTo>
                    <a:pt x="3414113" y="290178"/>
                  </a:lnTo>
                  <a:lnTo>
                    <a:pt x="3415185" y="289580"/>
                  </a:lnTo>
                  <a:lnTo>
                    <a:pt x="3416256" y="288981"/>
                  </a:lnTo>
                  <a:lnTo>
                    <a:pt x="3417328" y="288382"/>
                  </a:lnTo>
                  <a:lnTo>
                    <a:pt x="3418400" y="287783"/>
                  </a:lnTo>
                  <a:lnTo>
                    <a:pt x="3419471" y="287183"/>
                  </a:lnTo>
                  <a:lnTo>
                    <a:pt x="3420543" y="286582"/>
                  </a:lnTo>
                  <a:lnTo>
                    <a:pt x="3421614" y="285981"/>
                  </a:lnTo>
                  <a:lnTo>
                    <a:pt x="3422686" y="285379"/>
                  </a:lnTo>
                  <a:lnTo>
                    <a:pt x="3423758" y="284776"/>
                  </a:lnTo>
                  <a:lnTo>
                    <a:pt x="3424829" y="284173"/>
                  </a:lnTo>
                  <a:lnTo>
                    <a:pt x="3425901" y="283570"/>
                  </a:lnTo>
                  <a:lnTo>
                    <a:pt x="3426972" y="282966"/>
                  </a:lnTo>
                  <a:lnTo>
                    <a:pt x="3428044" y="282361"/>
                  </a:lnTo>
                  <a:lnTo>
                    <a:pt x="3429116" y="281756"/>
                  </a:lnTo>
                  <a:lnTo>
                    <a:pt x="3430187" y="281150"/>
                  </a:lnTo>
                  <a:lnTo>
                    <a:pt x="3431259" y="280544"/>
                  </a:lnTo>
                  <a:lnTo>
                    <a:pt x="3432330" y="279937"/>
                  </a:lnTo>
                  <a:lnTo>
                    <a:pt x="3433402" y="279330"/>
                  </a:lnTo>
                  <a:lnTo>
                    <a:pt x="3434474" y="278722"/>
                  </a:lnTo>
                  <a:lnTo>
                    <a:pt x="3435545" y="278114"/>
                  </a:lnTo>
                  <a:lnTo>
                    <a:pt x="3436617" y="277505"/>
                  </a:lnTo>
                  <a:lnTo>
                    <a:pt x="3437688" y="276895"/>
                  </a:lnTo>
                  <a:lnTo>
                    <a:pt x="3438760" y="276285"/>
                  </a:lnTo>
                  <a:lnTo>
                    <a:pt x="3439832" y="275675"/>
                  </a:lnTo>
                  <a:lnTo>
                    <a:pt x="3440903" y="275063"/>
                  </a:lnTo>
                  <a:lnTo>
                    <a:pt x="3441975" y="274452"/>
                  </a:lnTo>
                  <a:lnTo>
                    <a:pt x="3443046" y="273839"/>
                  </a:lnTo>
                  <a:lnTo>
                    <a:pt x="3444118" y="273227"/>
                  </a:lnTo>
                  <a:lnTo>
                    <a:pt x="3445190" y="272613"/>
                  </a:lnTo>
                  <a:lnTo>
                    <a:pt x="3446261" y="271999"/>
                  </a:lnTo>
                  <a:lnTo>
                    <a:pt x="3447333" y="271385"/>
                  </a:lnTo>
                  <a:lnTo>
                    <a:pt x="3448404" y="270770"/>
                  </a:lnTo>
                  <a:lnTo>
                    <a:pt x="3449476" y="270155"/>
                  </a:lnTo>
                  <a:lnTo>
                    <a:pt x="3450548" y="269539"/>
                  </a:lnTo>
                  <a:lnTo>
                    <a:pt x="3451619" y="268922"/>
                  </a:lnTo>
                  <a:lnTo>
                    <a:pt x="3452691" y="268305"/>
                  </a:lnTo>
                  <a:lnTo>
                    <a:pt x="3453762" y="267687"/>
                  </a:lnTo>
                  <a:lnTo>
                    <a:pt x="3454834" y="267069"/>
                  </a:lnTo>
                  <a:lnTo>
                    <a:pt x="3455906" y="266450"/>
                  </a:lnTo>
                  <a:lnTo>
                    <a:pt x="3456977" y="265831"/>
                  </a:lnTo>
                  <a:lnTo>
                    <a:pt x="3458049" y="265211"/>
                  </a:lnTo>
                  <a:lnTo>
                    <a:pt x="3459120" y="264591"/>
                  </a:lnTo>
                  <a:lnTo>
                    <a:pt x="3460192" y="263970"/>
                  </a:lnTo>
                  <a:lnTo>
                    <a:pt x="3461264" y="263348"/>
                  </a:lnTo>
                  <a:lnTo>
                    <a:pt x="3462335" y="262726"/>
                  </a:lnTo>
                  <a:lnTo>
                    <a:pt x="3463407" y="262104"/>
                  </a:lnTo>
                  <a:lnTo>
                    <a:pt x="3464478" y="261481"/>
                  </a:lnTo>
                  <a:lnTo>
                    <a:pt x="3465550" y="260857"/>
                  </a:lnTo>
                  <a:lnTo>
                    <a:pt x="3466622" y="260233"/>
                  </a:lnTo>
                  <a:lnTo>
                    <a:pt x="3467693" y="259608"/>
                  </a:lnTo>
                  <a:lnTo>
                    <a:pt x="3468765" y="258983"/>
                  </a:lnTo>
                  <a:lnTo>
                    <a:pt x="3469836" y="258358"/>
                  </a:lnTo>
                  <a:lnTo>
                    <a:pt x="3470908" y="257731"/>
                  </a:lnTo>
                  <a:lnTo>
                    <a:pt x="3471980" y="257104"/>
                  </a:lnTo>
                  <a:lnTo>
                    <a:pt x="3473051" y="256477"/>
                  </a:lnTo>
                  <a:lnTo>
                    <a:pt x="3474123" y="255849"/>
                  </a:lnTo>
                  <a:lnTo>
                    <a:pt x="3475194" y="255221"/>
                  </a:lnTo>
                  <a:lnTo>
                    <a:pt x="3476266" y="254592"/>
                  </a:lnTo>
                  <a:lnTo>
                    <a:pt x="3477338" y="253962"/>
                  </a:lnTo>
                  <a:lnTo>
                    <a:pt x="3478409" y="253333"/>
                  </a:lnTo>
                  <a:lnTo>
                    <a:pt x="3479481" y="252702"/>
                  </a:lnTo>
                  <a:lnTo>
                    <a:pt x="3480552" y="252071"/>
                  </a:lnTo>
                  <a:lnTo>
                    <a:pt x="3481624" y="251439"/>
                  </a:lnTo>
                  <a:lnTo>
                    <a:pt x="3482696" y="250807"/>
                  </a:lnTo>
                  <a:lnTo>
                    <a:pt x="3483767" y="250175"/>
                  </a:lnTo>
                  <a:lnTo>
                    <a:pt x="3484839" y="249541"/>
                  </a:lnTo>
                  <a:lnTo>
                    <a:pt x="3485910" y="248908"/>
                  </a:lnTo>
                  <a:lnTo>
                    <a:pt x="3486982" y="248273"/>
                  </a:lnTo>
                  <a:lnTo>
                    <a:pt x="3488054" y="247639"/>
                  </a:lnTo>
                  <a:lnTo>
                    <a:pt x="3489125" y="247003"/>
                  </a:lnTo>
                  <a:lnTo>
                    <a:pt x="3490197" y="246368"/>
                  </a:lnTo>
                  <a:lnTo>
                    <a:pt x="3491268" y="245731"/>
                  </a:lnTo>
                  <a:lnTo>
                    <a:pt x="3492340" y="245094"/>
                  </a:lnTo>
                  <a:lnTo>
                    <a:pt x="3493412" y="244457"/>
                  </a:lnTo>
                  <a:lnTo>
                    <a:pt x="3494483" y="243819"/>
                  </a:lnTo>
                  <a:lnTo>
                    <a:pt x="3495555" y="243181"/>
                  </a:lnTo>
                  <a:lnTo>
                    <a:pt x="3496626" y="242542"/>
                  </a:lnTo>
                  <a:lnTo>
                    <a:pt x="3497698" y="241902"/>
                  </a:lnTo>
                  <a:lnTo>
                    <a:pt x="3498770" y="241262"/>
                  </a:lnTo>
                  <a:lnTo>
                    <a:pt x="3499841" y="240622"/>
                  </a:lnTo>
                  <a:lnTo>
                    <a:pt x="3500913" y="239981"/>
                  </a:lnTo>
                  <a:lnTo>
                    <a:pt x="3501984" y="239339"/>
                  </a:lnTo>
                  <a:lnTo>
                    <a:pt x="3503056" y="238697"/>
                  </a:lnTo>
                  <a:lnTo>
                    <a:pt x="3504128" y="238054"/>
                  </a:lnTo>
                  <a:lnTo>
                    <a:pt x="3505199" y="237411"/>
                  </a:lnTo>
                  <a:lnTo>
                    <a:pt x="3506271" y="236767"/>
                  </a:lnTo>
                  <a:lnTo>
                    <a:pt x="3507342" y="236123"/>
                  </a:lnTo>
                  <a:lnTo>
                    <a:pt x="3508414" y="235479"/>
                  </a:lnTo>
                  <a:lnTo>
                    <a:pt x="3509486" y="234833"/>
                  </a:lnTo>
                  <a:lnTo>
                    <a:pt x="3510557" y="234188"/>
                  </a:lnTo>
                  <a:lnTo>
                    <a:pt x="3511629" y="233541"/>
                  </a:lnTo>
                  <a:lnTo>
                    <a:pt x="3512700" y="232894"/>
                  </a:lnTo>
                  <a:lnTo>
                    <a:pt x="3513772" y="232247"/>
                  </a:lnTo>
                  <a:lnTo>
                    <a:pt x="3514844" y="231599"/>
                  </a:lnTo>
                  <a:lnTo>
                    <a:pt x="3515915" y="230951"/>
                  </a:lnTo>
                  <a:lnTo>
                    <a:pt x="3516987" y="230302"/>
                  </a:lnTo>
                  <a:lnTo>
                    <a:pt x="3518058" y="229653"/>
                  </a:lnTo>
                  <a:lnTo>
                    <a:pt x="3519130" y="229003"/>
                  </a:lnTo>
                  <a:lnTo>
                    <a:pt x="3520202" y="228352"/>
                  </a:lnTo>
                  <a:lnTo>
                    <a:pt x="3521273" y="227701"/>
                  </a:lnTo>
                  <a:lnTo>
                    <a:pt x="3522345" y="227050"/>
                  </a:lnTo>
                  <a:lnTo>
                    <a:pt x="3523416" y="226398"/>
                  </a:lnTo>
                  <a:lnTo>
                    <a:pt x="3524488" y="225745"/>
                  </a:lnTo>
                  <a:lnTo>
                    <a:pt x="3525560" y="225092"/>
                  </a:lnTo>
                  <a:lnTo>
                    <a:pt x="3526631" y="224439"/>
                  </a:lnTo>
                  <a:lnTo>
                    <a:pt x="3527703" y="223785"/>
                  </a:lnTo>
                  <a:lnTo>
                    <a:pt x="3528774" y="223130"/>
                  </a:lnTo>
                  <a:lnTo>
                    <a:pt x="3529846" y="222475"/>
                  </a:lnTo>
                  <a:lnTo>
                    <a:pt x="3530918" y="221820"/>
                  </a:lnTo>
                  <a:lnTo>
                    <a:pt x="3531989" y="221164"/>
                  </a:lnTo>
                  <a:lnTo>
                    <a:pt x="3533061" y="220507"/>
                  </a:lnTo>
                  <a:lnTo>
                    <a:pt x="3534132" y="219850"/>
                  </a:lnTo>
                  <a:lnTo>
                    <a:pt x="3535204" y="219192"/>
                  </a:lnTo>
                  <a:lnTo>
                    <a:pt x="3536276" y="218534"/>
                  </a:lnTo>
                  <a:lnTo>
                    <a:pt x="3537347" y="217875"/>
                  </a:lnTo>
                  <a:lnTo>
                    <a:pt x="3538419" y="217216"/>
                  </a:lnTo>
                  <a:lnTo>
                    <a:pt x="3539490" y="216557"/>
                  </a:lnTo>
                  <a:lnTo>
                    <a:pt x="3540562" y="215896"/>
                  </a:lnTo>
                  <a:lnTo>
                    <a:pt x="3541634" y="215236"/>
                  </a:lnTo>
                  <a:lnTo>
                    <a:pt x="3542705" y="214574"/>
                  </a:lnTo>
                  <a:lnTo>
                    <a:pt x="3543777" y="213913"/>
                  </a:lnTo>
                  <a:lnTo>
                    <a:pt x="3544848" y="213250"/>
                  </a:lnTo>
                  <a:lnTo>
                    <a:pt x="3545920" y="212588"/>
                  </a:lnTo>
                  <a:lnTo>
                    <a:pt x="3546992" y="211924"/>
                  </a:lnTo>
                  <a:lnTo>
                    <a:pt x="3548063" y="211261"/>
                  </a:lnTo>
                  <a:lnTo>
                    <a:pt x="3549135" y="210596"/>
                  </a:lnTo>
                  <a:lnTo>
                    <a:pt x="3550206" y="209932"/>
                  </a:lnTo>
                  <a:lnTo>
                    <a:pt x="3551278" y="209266"/>
                  </a:lnTo>
                  <a:lnTo>
                    <a:pt x="3552349" y="208601"/>
                  </a:lnTo>
                  <a:lnTo>
                    <a:pt x="3553421" y="207934"/>
                  </a:lnTo>
                  <a:lnTo>
                    <a:pt x="3554493" y="207268"/>
                  </a:lnTo>
                  <a:lnTo>
                    <a:pt x="3555564" y="206600"/>
                  </a:lnTo>
                  <a:lnTo>
                    <a:pt x="3556636" y="205932"/>
                  </a:lnTo>
                  <a:lnTo>
                    <a:pt x="3557707" y="205264"/>
                  </a:lnTo>
                  <a:lnTo>
                    <a:pt x="3558779" y="204595"/>
                  </a:lnTo>
                  <a:lnTo>
                    <a:pt x="3559851" y="203926"/>
                  </a:lnTo>
                  <a:lnTo>
                    <a:pt x="3560922" y="203256"/>
                  </a:lnTo>
                  <a:lnTo>
                    <a:pt x="3561994" y="202586"/>
                  </a:lnTo>
                  <a:lnTo>
                    <a:pt x="3563065" y="201915"/>
                  </a:lnTo>
                  <a:lnTo>
                    <a:pt x="3564137" y="201244"/>
                  </a:lnTo>
                  <a:lnTo>
                    <a:pt x="3565209" y="200572"/>
                  </a:lnTo>
                  <a:lnTo>
                    <a:pt x="3566280" y="199899"/>
                  </a:lnTo>
                  <a:lnTo>
                    <a:pt x="3567352" y="199226"/>
                  </a:lnTo>
                  <a:lnTo>
                    <a:pt x="3568423" y="198553"/>
                  </a:lnTo>
                  <a:lnTo>
                    <a:pt x="3569495" y="197879"/>
                  </a:lnTo>
                  <a:lnTo>
                    <a:pt x="3570567" y="197205"/>
                  </a:lnTo>
                  <a:lnTo>
                    <a:pt x="3571638" y="196530"/>
                  </a:lnTo>
                  <a:lnTo>
                    <a:pt x="3572710" y="195855"/>
                  </a:lnTo>
                  <a:lnTo>
                    <a:pt x="3573781" y="195179"/>
                  </a:lnTo>
                  <a:lnTo>
                    <a:pt x="3574853" y="194502"/>
                  </a:lnTo>
                  <a:lnTo>
                    <a:pt x="3575925" y="193825"/>
                  </a:lnTo>
                  <a:lnTo>
                    <a:pt x="3576996" y="193148"/>
                  </a:lnTo>
                  <a:lnTo>
                    <a:pt x="3578068" y="192470"/>
                  </a:lnTo>
                  <a:lnTo>
                    <a:pt x="3579139" y="191792"/>
                  </a:lnTo>
                  <a:lnTo>
                    <a:pt x="3580211" y="191113"/>
                  </a:lnTo>
                  <a:lnTo>
                    <a:pt x="3581283" y="190434"/>
                  </a:lnTo>
                  <a:lnTo>
                    <a:pt x="3582354" y="189754"/>
                  </a:lnTo>
                  <a:lnTo>
                    <a:pt x="3583426" y="189073"/>
                  </a:lnTo>
                  <a:lnTo>
                    <a:pt x="3584497" y="188393"/>
                  </a:lnTo>
                  <a:lnTo>
                    <a:pt x="3585569" y="187711"/>
                  </a:lnTo>
                  <a:lnTo>
                    <a:pt x="3586641" y="187029"/>
                  </a:lnTo>
                  <a:lnTo>
                    <a:pt x="3587712" y="186347"/>
                  </a:lnTo>
                  <a:lnTo>
                    <a:pt x="3588784" y="185664"/>
                  </a:lnTo>
                  <a:lnTo>
                    <a:pt x="3589855" y="184981"/>
                  </a:lnTo>
                  <a:lnTo>
                    <a:pt x="3590927" y="184297"/>
                  </a:lnTo>
                  <a:lnTo>
                    <a:pt x="3591999" y="183613"/>
                  </a:lnTo>
                  <a:lnTo>
                    <a:pt x="3593070" y="182928"/>
                  </a:lnTo>
                  <a:lnTo>
                    <a:pt x="3594142" y="182242"/>
                  </a:lnTo>
                  <a:lnTo>
                    <a:pt x="3595213" y="181557"/>
                  </a:lnTo>
                  <a:lnTo>
                    <a:pt x="3596285" y="180870"/>
                  </a:lnTo>
                  <a:lnTo>
                    <a:pt x="3597357" y="180183"/>
                  </a:lnTo>
                  <a:lnTo>
                    <a:pt x="3598428" y="179496"/>
                  </a:lnTo>
                  <a:lnTo>
                    <a:pt x="3599500" y="178808"/>
                  </a:lnTo>
                  <a:lnTo>
                    <a:pt x="3600571" y="178120"/>
                  </a:lnTo>
                  <a:lnTo>
                    <a:pt x="3601643" y="177431"/>
                  </a:lnTo>
                  <a:lnTo>
                    <a:pt x="3602715" y="176742"/>
                  </a:lnTo>
                  <a:lnTo>
                    <a:pt x="3603786" y="176052"/>
                  </a:lnTo>
                  <a:lnTo>
                    <a:pt x="3604858" y="175362"/>
                  </a:lnTo>
                  <a:lnTo>
                    <a:pt x="3605929" y="174671"/>
                  </a:lnTo>
                  <a:lnTo>
                    <a:pt x="3607001" y="173980"/>
                  </a:lnTo>
                  <a:lnTo>
                    <a:pt x="3608073" y="173288"/>
                  </a:lnTo>
                  <a:lnTo>
                    <a:pt x="3609144" y="172596"/>
                  </a:lnTo>
                  <a:lnTo>
                    <a:pt x="3610216" y="171903"/>
                  </a:lnTo>
                  <a:lnTo>
                    <a:pt x="3611287" y="171210"/>
                  </a:lnTo>
                  <a:lnTo>
                    <a:pt x="3612359" y="170516"/>
                  </a:lnTo>
                  <a:lnTo>
                    <a:pt x="3613431" y="169822"/>
                  </a:lnTo>
                  <a:lnTo>
                    <a:pt x="3614502" y="169127"/>
                  </a:lnTo>
                  <a:lnTo>
                    <a:pt x="3615574" y="168432"/>
                  </a:lnTo>
                  <a:lnTo>
                    <a:pt x="3616645" y="167736"/>
                  </a:lnTo>
                  <a:lnTo>
                    <a:pt x="3617717" y="167040"/>
                  </a:lnTo>
                  <a:lnTo>
                    <a:pt x="3618789" y="166344"/>
                  </a:lnTo>
                  <a:lnTo>
                    <a:pt x="3619860" y="165646"/>
                  </a:lnTo>
                  <a:lnTo>
                    <a:pt x="3620932" y="164949"/>
                  </a:lnTo>
                  <a:lnTo>
                    <a:pt x="3622003" y="164251"/>
                  </a:lnTo>
                  <a:lnTo>
                    <a:pt x="3623075" y="163552"/>
                  </a:lnTo>
                  <a:lnTo>
                    <a:pt x="3624147" y="162853"/>
                  </a:lnTo>
                  <a:lnTo>
                    <a:pt x="3625218" y="162153"/>
                  </a:lnTo>
                  <a:lnTo>
                    <a:pt x="3626290" y="161453"/>
                  </a:lnTo>
                  <a:lnTo>
                    <a:pt x="3627361" y="160753"/>
                  </a:lnTo>
                  <a:lnTo>
                    <a:pt x="3628433" y="160052"/>
                  </a:lnTo>
                  <a:lnTo>
                    <a:pt x="3629505" y="159350"/>
                  </a:lnTo>
                  <a:lnTo>
                    <a:pt x="3630576" y="158648"/>
                  </a:lnTo>
                  <a:lnTo>
                    <a:pt x="3631648" y="157946"/>
                  </a:lnTo>
                  <a:lnTo>
                    <a:pt x="3632719" y="157243"/>
                  </a:lnTo>
                  <a:lnTo>
                    <a:pt x="3633791" y="156539"/>
                  </a:lnTo>
                  <a:lnTo>
                    <a:pt x="3634863" y="155835"/>
                  </a:lnTo>
                  <a:lnTo>
                    <a:pt x="3635934" y="155131"/>
                  </a:lnTo>
                  <a:lnTo>
                    <a:pt x="3637006" y="154426"/>
                  </a:lnTo>
                  <a:lnTo>
                    <a:pt x="3638077" y="153720"/>
                  </a:lnTo>
                  <a:lnTo>
                    <a:pt x="3639149" y="153014"/>
                  </a:lnTo>
                  <a:lnTo>
                    <a:pt x="3640221" y="152308"/>
                  </a:lnTo>
                  <a:lnTo>
                    <a:pt x="3641292" y="151601"/>
                  </a:lnTo>
                  <a:lnTo>
                    <a:pt x="3642364" y="150894"/>
                  </a:lnTo>
                  <a:lnTo>
                    <a:pt x="3643435" y="150186"/>
                  </a:lnTo>
                  <a:lnTo>
                    <a:pt x="3644507" y="149478"/>
                  </a:lnTo>
                  <a:lnTo>
                    <a:pt x="3645579" y="148769"/>
                  </a:lnTo>
                  <a:lnTo>
                    <a:pt x="3646650" y="148060"/>
                  </a:lnTo>
                  <a:lnTo>
                    <a:pt x="3647722" y="147350"/>
                  </a:lnTo>
                  <a:lnTo>
                    <a:pt x="3648793" y="146640"/>
                  </a:lnTo>
                  <a:lnTo>
                    <a:pt x="3649865" y="145929"/>
                  </a:lnTo>
                  <a:lnTo>
                    <a:pt x="3650937" y="145218"/>
                  </a:lnTo>
                  <a:lnTo>
                    <a:pt x="3652008" y="144506"/>
                  </a:lnTo>
                  <a:lnTo>
                    <a:pt x="3653080" y="143794"/>
                  </a:lnTo>
                  <a:lnTo>
                    <a:pt x="3654151" y="143081"/>
                  </a:lnTo>
                  <a:lnTo>
                    <a:pt x="3655223" y="142368"/>
                  </a:lnTo>
                  <a:lnTo>
                    <a:pt x="3656295" y="141654"/>
                  </a:lnTo>
                  <a:lnTo>
                    <a:pt x="3657366" y="140940"/>
                  </a:lnTo>
                  <a:lnTo>
                    <a:pt x="3658438" y="140226"/>
                  </a:lnTo>
                  <a:lnTo>
                    <a:pt x="3659509" y="139511"/>
                  </a:lnTo>
                  <a:lnTo>
                    <a:pt x="3660581" y="138795"/>
                  </a:lnTo>
                  <a:lnTo>
                    <a:pt x="3661653" y="138079"/>
                  </a:lnTo>
                  <a:lnTo>
                    <a:pt x="3662724" y="137363"/>
                  </a:lnTo>
                  <a:lnTo>
                    <a:pt x="3663796" y="136646"/>
                  </a:lnTo>
                  <a:lnTo>
                    <a:pt x="3664867" y="135928"/>
                  </a:lnTo>
                  <a:lnTo>
                    <a:pt x="3665939" y="135210"/>
                  </a:lnTo>
                  <a:lnTo>
                    <a:pt x="3667011" y="134492"/>
                  </a:lnTo>
                  <a:lnTo>
                    <a:pt x="3668082" y="133773"/>
                  </a:lnTo>
                  <a:lnTo>
                    <a:pt x="3669154" y="133054"/>
                  </a:lnTo>
                  <a:lnTo>
                    <a:pt x="3670225" y="132334"/>
                  </a:lnTo>
                  <a:lnTo>
                    <a:pt x="3671297" y="131614"/>
                  </a:lnTo>
                  <a:lnTo>
                    <a:pt x="3672369" y="130893"/>
                  </a:lnTo>
                  <a:lnTo>
                    <a:pt x="3673440" y="130172"/>
                  </a:lnTo>
                  <a:lnTo>
                    <a:pt x="3674512" y="129450"/>
                  </a:lnTo>
                  <a:lnTo>
                    <a:pt x="3675583" y="128728"/>
                  </a:lnTo>
                  <a:lnTo>
                    <a:pt x="3676655" y="128005"/>
                  </a:lnTo>
                  <a:lnTo>
                    <a:pt x="3677727" y="127282"/>
                  </a:lnTo>
                  <a:lnTo>
                    <a:pt x="3678798" y="126558"/>
                  </a:lnTo>
                  <a:lnTo>
                    <a:pt x="3679870" y="125834"/>
                  </a:lnTo>
                  <a:lnTo>
                    <a:pt x="3680941" y="125109"/>
                  </a:lnTo>
                  <a:lnTo>
                    <a:pt x="3682013" y="124384"/>
                  </a:lnTo>
                  <a:lnTo>
                    <a:pt x="3683085" y="123659"/>
                  </a:lnTo>
                  <a:lnTo>
                    <a:pt x="3684156" y="122933"/>
                  </a:lnTo>
                  <a:lnTo>
                    <a:pt x="3685228" y="122206"/>
                  </a:lnTo>
                  <a:lnTo>
                    <a:pt x="3686299" y="121479"/>
                  </a:lnTo>
                  <a:lnTo>
                    <a:pt x="3687371" y="120752"/>
                  </a:lnTo>
                  <a:lnTo>
                    <a:pt x="3688443" y="120024"/>
                  </a:lnTo>
                  <a:lnTo>
                    <a:pt x="3689514" y="119296"/>
                  </a:lnTo>
                  <a:lnTo>
                    <a:pt x="3690586" y="118567"/>
                  </a:lnTo>
                  <a:lnTo>
                    <a:pt x="3691657" y="117837"/>
                  </a:lnTo>
                  <a:lnTo>
                    <a:pt x="3692729" y="117108"/>
                  </a:lnTo>
                  <a:lnTo>
                    <a:pt x="3693801" y="116377"/>
                  </a:lnTo>
                  <a:lnTo>
                    <a:pt x="3694872" y="115647"/>
                  </a:lnTo>
                  <a:lnTo>
                    <a:pt x="3695944" y="114915"/>
                  </a:lnTo>
                  <a:lnTo>
                    <a:pt x="3697015" y="114184"/>
                  </a:lnTo>
                  <a:lnTo>
                    <a:pt x="3698087" y="113452"/>
                  </a:lnTo>
                  <a:lnTo>
                    <a:pt x="3699159" y="112719"/>
                  </a:lnTo>
                  <a:lnTo>
                    <a:pt x="3700230" y="111986"/>
                  </a:lnTo>
                  <a:lnTo>
                    <a:pt x="3701302" y="111252"/>
                  </a:lnTo>
                  <a:lnTo>
                    <a:pt x="3702373" y="110518"/>
                  </a:lnTo>
                  <a:lnTo>
                    <a:pt x="3703445" y="109784"/>
                  </a:lnTo>
                  <a:lnTo>
                    <a:pt x="3704517" y="109049"/>
                  </a:lnTo>
                  <a:lnTo>
                    <a:pt x="3705588" y="108313"/>
                  </a:lnTo>
                  <a:lnTo>
                    <a:pt x="3706660" y="107577"/>
                  </a:lnTo>
                  <a:lnTo>
                    <a:pt x="3707731" y="106841"/>
                  </a:lnTo>
                  <a:lnTo>
                    <a:pt x="3708803" y="106104"/>
                  </a:lnTo>
                  <a:lnTo>
                    <a:pt x="3709875" y="105367"/>
                  </a:lnTo>
                  <a:lnTo>
                    <a:pt x="3710946" y="104629"/>
                  </a:lnTo>
                  <a:lnTo>
                    <a:pt x="3712018" y="103891"/>
                  </a:lnTo>
                  <a:lnTo>
                    <a:pt x="3713089" y="103152"/>
                  </a:lnTo>
                  <a:lnTo>
                    <a:pt x="3714161" y="102413"/>
                  </a:lnTo>
                  <a:lnTo>
                    <a:pt x="3715233" y="101673"/>
                  </a:lnTo>
                  <a:lnTo>
                    <a:pt x="3716304" y="100933"/>
                  </a:lnTo>
                  <a:lnTo>
                    <a:pt x="3717376" y="100192"/>
                  </a:lnTo>
                  <a:lnTo>
                    <a:pt x="3718447" y="99451"/>
                  </a:lnTo>
                  <a:lnTo>
                    <a:pt x="3719519" y="98710"/>
                  </a:lnTo>
                  <a:lnTo>
                    <a:pt x="3720591" y="97968"/>
                  </a:lnTo>
                  <a:lnTo>
                    <a:pt x="3721662" y="97225"/>
                  </a:lnTo>
                  <a:lnTo>
                    <a:pt x="3722734" y="96482"/>
                  </a:lnTo>
                  <a:lnTo>
                    <a:pt x="3723805" y="95739"/>
                  </a:lnTo>
                  <a:lnTo>
                    <a:pt x="3724877" y="94995"/>
                  </a:lnTo>
                  <a:lnTo>
                    <a:pt x="3725949" y="94251"/>
                  </a:lnTo>
                  <a:lnTo>
                    <a:pt x="3727020" y="93506"/>
                  </a:lnTo>
                  <a:lnTo>
                    <a:pt x="3728092" y="92761"/>
                  </a:lnTo>
                  <a:lnTo>
                    <a:pt x="3729163" y="92015"/>
                  </a:lnTo>
                  <a:lnTo>
                    <a:pt x="3730235" y="91269"/>
                  </a:lnTo>
                  <a:lnTo>
                    <a:pt x="3731306" y="90522"/>
                  </a:lnTo>
                  <a:lnTo>
                    <a:pt x="3732378" y="89775"/>
                  </a:lnTo>
                  <a:lnTo>
                    <a:pt x="3733450" y="89027"/>
                  </a:lnTo>
                  <a:lnTo>
                    <a:pt x="3734521" y="88279"/>
                  </a:lnTo>
                  <a:lnTo>
                    <a:pt x="3735593" y="87531"/>
                  </a:lnTo>
                  <a:lnTo>
                    <a:pt x="3736664" y="86782"/>
                  </a:lnTo>
                  <a:lnTo>
                    <a:pt x="3737736" y="86032"/>
                  </a:lnTo>
                  <a:lnTo>
                    <a:pt x="3738808" y="85282"/>
                  </a:lnTo>
                  <a:lnTo>
                    <a:pt x="3739879" y="84532"/>
                  </a:lnTo>
                  <a:lnTo>
                    <a:pt x="3740951" y="83781"/>
                  </a:lnTo>
                  <a:lnTo>
                    <a:pt x="3742022" y="83030"/>
                  </a:lnTo>
                  <a:lnTo>
                    <a:pt x="3743094" y="82278"/>
                  </a:lnTo>
                  <a:lnTo>
                    <a:pt x="3744166" y="81526"/>
                  </a:lnTo>
                  <a:lnTo>
                    <a:pt x="3745237" y="80773"/>
                  </a:lnTo>
                  <a:lnTo>
                    <a:pt x="3746309" y="80020"/>
                  </a:lnTo>
                  <a:lnTo>
                    <a:pt x="3747380" y="79267"/>
                  </a:lnTo>
                  <a:lnTo>
                    <a:pt x="3748452" y="78512"/>
                  </a:lnTo>
                  <a:lnTo>
                    <a:pt x="3749524" y="77758"/>
                  </a:lnTo>
                  <a:lnTo>
                    <a:pt x="3750595" y="77003"/>
                  </a:lnTo>
                  <a:lnTo>
                    <a:pt x="3751667" y="76247"/>
                  </a:lnTo>
                  <a:lnTo>
                    <a:pt x="3752738" y="75491"/>
                  </a:lnTo>
                  <a:lnTo>
                    <a:pt x="3753810" y="74735"/>
                  </a:lnTo>
                  <a:lnTo>
                    <a:pt x="3754882" y="73978"/>
                  </a:lnTo>
                  <a:lnTo>
                    <a:pt x="3755953" y="73221"/>
                  </a:lnTo>
                  <a:lnTo>
                    <a:pt x="3757025" y="72463"/>
                  </a:lnTo>
                  <a:lnTo>
                    <a:pt x="3758096" y="71705"/>
                  </a:lnTo>
                  <a:lnTo>
                    <a:pt x="3759168" y="70946"/>
                  </a:lnTo>
                  <a:lnTo>
                    <a:pt x="3760240" y="70187"/>
                  </a:lnTo>
                  <a:lnTo>
                    <a:pt x="3761311" y="69427"/>
                  </a:lnTo>
                  <a:lnTo>
                    <a:pt x="3762383" y="68667"/>
                  </a:lnTo>
                  <a:lnTo>
                    <a:pt x="3763454" y="67907"/>
                  </a:lnTo>
                  <a:lnTo>
                    <a:pt x="3764526" y="67146"/>
                  </a:lnTo>
                  <a:lnTo>
                    <a:pt x="3765598" y="66384"/>
                  </a:lnTo>
                  <a:lnTo>
                    <a:pt x="3766669" y="65623"/>
                  </a:lnTo>
                  <a:lnTo>
                    <a:pt x="3767741" y="64860"/>
                  </a:lnTo>
                  <a:lnTo>
                    <a:pt x="3768812" y="64097"/>
                  </a:lnTo>
                  <a:lnTo>
                    <a:pt x="3769884" y="63334"/>
                  </a:lnTo>
                  <a:lnTo>
                    <a:pt x="3770956" y="62570"/>
                  </a:lnTo>
                  <a:lnTo>
                    <a:pt x="3772027" y="61806"/>
                  </a:lnTo>
                  <a:lnTo>
                    <a:pt x="3773099" y="61041"/>
                  </a:lnTo>
                  <a:lnTo>
                    <a:pt x="3774170" y="60276"/>
                  </a:lnTo>
                  <a:lnTo>
                    <a:pt x="3775242" y="59511"/>
                  </a:lnTo>
                  <a:lnTo>
                    <a:pt x="3776314" y="58745"/>
                  </a:lnTo>
                  <a:lnTo>
                    <a:pt x="3777385" y="57978"/>
                  </a:lnTo>
                  <a:lnTo>
                    <a:pt x="3778457" y="57211"/>
                  </a:lnTo>
                  <a:lnTo>
                    <a:pt x="3779528" y="56444"/>
                  </a:lnTo>
                  <a:lnTo>
                    <a:pt x="3780600" y="55676"/>
                  </a:lnTo>
                  <a:lnTo>
                    <a:pt x="3781672" y="54908"/>
                  </a:lnTo>
                  <a:lnTo>
                    <a:pt x="3782743" y="54139"/>
                  </a:lnTo>
                  <a:lnTo>
                    <a:pt x="3783815" y="53370"/>
                  </a:lnTo>
                  <a:lnTo>
                    <a:pt x="3784886" y="52600"/>
                  </a:lnTo>
                  <a:lnTo>
                    <a:pt x="3785958" y="51830"/>
                  </a:lnTo>
                  <a:lnTo>
                    <a:pt x="3787030" y="51059"/>
                  </a:lnTo>
                  <a:lnTo>
                    <a:pt x="3788101" y="50288"/>
                  </a:lnTo>
                  <a:lnTo>
                    <a:pt x="3789173" y="49517"/>
                  </a:lnTo>
                  <a:lnTo>
                    <a:pt x="3790244" y="48745"/>
                  </a:lnTo>
                  <a:lnTo>
                    <a:pt x="3791316" y="47972"/>
                  </a:lnTo>
                  <a:lnTo>
                    <a:pt x="3792388" y="47199"/>
                  </a:lnTo>
                  <a:lnTo>
                    <a:pt x="3793459" y="46426"/>
                  </a:lnTo>
                  <a:lnTo>
                    <a:pt x="3794531" y="45652"/>
                  </a:lnTo>
                  <a:lnTo>
                    <a:pt x="3795602" y="44878"/>
                  </a:lnTo>
                  <a:lnTo>
                    <a:pt x="3796674" y="44103"/>
                  </a:lnTo>
                  <a:lnTo>
                    <a:pt x="3797746" y="43328"/>
                  </a:lnTo>
                  <a:lnTo>
                    <a:pt x="3798817" y="42553"/>
                  </a:lnTo>
                  <a:lnTo>
                    <a:pt x="3799889" y="41777"/>
                  </a:lnTo>
                  <a:lnTo>
                    <a:pt x="3800960" y="41000"/>
                  </a:lnTo>
                  <a:lnTo>
                    <a:pt x="3802032" y="40223"/>
                  </a:lnTo>
                  <a:lnTo>
                    <a:pt x="3803104" y="39446"/>
                  </a:lnTo>
                  <a:lnTo>
                    <a:pt x="3804175" y="38668"/>
                  </a:lnTo>
                  <a:lnTo>
                    <a:pt x="3805247" y="37890"/>
                  </a:lnTo>
                  <a:lnTo>
                    <a:pt x="3806318" y="37111"/>
                  </a:lnTo>
                  <a:lnTo>
                    <a:pt x="3807390" y="36332"/>
                  </a:lnTo>
                  <a:lnTo>
                    <a:pt x="3808462" y="35552"/>
                  </a:lnTo>
                  <a:lnTo>
                    <a:pt x="3809533" y="34772"/>
                  </a:lnTo>
                  <a:lnTo>
                    <a:pt x="3810605" y="33991"/>
                  </a:lnTo>
                  <a:lnTo>
                    <a:pt x="3811676" y="33210"/>
                  </a:lnTo>
                  <a:lnTo>
                    <a:pt x="3812748" y="32429"/>
                  </a:lnTo>
                  <a:lnTo>
                    <a:pt x="3813820" y="31647"/>
                  </a:lnTo>
                  <a:lnTo>
                    <a:pt x="3814891" y="30864"/>
                  </a:lnTo>
                  <a:lnTo>
                    <a:pt x="3815963" y="30081"/>
                  </a:lnTo>
                  <a:lnTo>
                    <a:pt x="3817034" y="29298"/>
                  </a:lnTo>
                  <a:lnTo>
                    <a:pt x="3818106" y="28514"/>
                  </a:lnTo>
                  <a:lnTo>
                    <a:pt x="3819178" y="27730"/>
                  </a:lnTo>
                  <a:lnTo>
                    <a:pt x="3820249" y="26945"/>
                  </a:lnTo>
                  <a:lnTo>
                    <a:pt x="3821321" y="26160"/>
                  </a:lnTo>
                  <a:lnTo>
                    <a:pt x="3822392" y="25375"/>
                  </a:lnTo>
                  <a:lnTo>
                    <a:pt x="3823464" y="24589"/>
                  </a:lnTo>
                  <a:lnTo>
                    <a:pt x="3824536" y="23802"/>
                  </a:lnTo>
                  <a:lnTo>
                    <a:pt x="3825607" y="23015"/>
                  </a:lnTo>
                  <a:lnTo>
                    <a:pt x="3826679" y="22228"/>
                  </a:lnTo>
                  <a:lnTo>
                    <a:pt x="3827750" y="21440"/>
                  </a:lnTo>
                  <a:lnTo>
                    <a:pt x="3828822" y="20652"/>
                  </a:lnTo>
                  <a:lnTo>
                    <a:pt x="3829894" y="19863"/>
                  </a:lnTo>
                  <a:lnTo>
                    <a:pt x="3830965" y="19074"/>
                  </a:lnTo>
                  <a:lnTo>
                    <a:pt x="3832037" y="18284"/>
                  </a:lnTo>
                  <a:lnTo>
                    <a:pt x="3833108" y="17494"/>
                  </a:lnTo>
                  <a:lnTo>
                    <a:pt x="3834180" y="16704"/>
                  </a:lnTo>
                  <a:lnTo>
                    <a:pt x="3835252" y="15913"/>
                  </a:lnTo>
                  <a:lnTo>
                    <a:pt x="3836323" y="15122"/>
                  </a:lnTo>
                  <a:lnTo>
                    <a:pt x="3837395" y="14330"/>
                  </a:lnTo>
                  <a:lnTo>
                    <a:pt x="3838466" y="13537"/>
                  </a:lnTo>
                  <a:lnTo>
                    <a:pt x="3839538" y="12745"/>
                  </a:lnTo>
                  <a:lnTo>
                    <a:pt x="3840610" y="11951"/>
                  </a:lnTo>
                  <a:lnTo>
                    <a:pt x="3841681" y="11158"/>
                  </a:lnTo>
                  <a:lnTo>
                    <a:pt x="3842753" y="10364"/>
                  </a:lnTo>
                  <a:lnTo>
                    <a:pt x="3843824" y="9569"/>
                  </a:lnTo>
                  <a:lnTo>
                    <a:pt x="3844896" y="8774"/>
                  </a:lnTo>
                  <a:lnTo>
                    <a:pt x="3845968" y="7979"/>
                  </a:lnTo>
                  <a:lnTo>
                    <a:pt x="3847039" y="7183"/>
                  </a:lnTo>
                  <a:lnTo>
                    <a:pt x="3848111" y="6386"/>
                  </a:lnTo>
                  <a:lnTo>
                    <a:pt x="3849182" y="5590"/>
                  </a:lnTo>
                  <a:lnTo>
                    <a:pt x="3850254" y="4792"/>
                  </a:lnTo>
                  <a:lnTo>
                    <a:pt x="3851326" y="3995"/>
                  </a:lnTo>
                  <a:lnTo>
                    <a:pt x="3852397" y="3197"/>
                  </a:lnTo>
                  <a:lnTo>
                    <a:pt x="3853469" y="2398"/>
                  </a:lnTo>
                  <a:lnTo>
                    <a:pt x="3854540" y="1599"/>
                  </a:lnTo>
                  <a:lnTo>
                    <a:pt x="3855612" y="799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5034264" y="4844115"/>
              <a:ext cx="3856684" cy="1016731"/>
            </a:xfrm>
            <a:custGeom>
              <a:avLst/>
              <a:gdLst/>
              <a:ahLst/>
              <a:cxnLst/>
              <a:rect l="0" t="0" r="0" b="0"/>
              <a:pathLst>
                <a:path w="3856684" h="1016731">
                  <a:moveTo>
                    <a:pt x="3856684" y="122812"/>
                  </a:moveTo>
                  <a:lnTo>
                    <a:pt x="3855612" y="122621"/>
                  </a:lnTo>
                  <a:lnTo>
                    <a:pt x="3854540" y="122431"/>
                  </a:lnTo>
                  <a:lnTo>
                    <a:pt x="3853469" y="122241"/>
                  </a:lnTo>
                  <a:lnTo>
                    <a:pt x="3852397" y="122051"/>
                  </a:lnTo>
                  <a:lnTo>
                    <a:pt x="3851326" y="121860"/>
                  </a:lnTo>
                  <a:lnTo>
                    <a:pt x="3850254" y="121670"/>
                  </a:lnTo>
                  <a:lnTo>
                    <a:pt x="3849182" y="121480"/>
                  </a:lnTo>
                  <a:lnTo>
                    <a:pt x="3848111" y="121291"/>
                  </a:lnTo>
                  <a:lnTo>
                    <a:pt x="3847039" y="121101"/>
                  </a:lnTo>
                  <a:lnTo>
                    <a:pt x="3845968" y="120911"/>
                  </a:lnTo>
                  <a:lnTo>
                    <a:pt x="3844896" y="120721"/>
                  </a:lnTo>
                  <a:lnTo>
                    <a:pt x="3843824" y="120532"/>
                  </a:lnTo>
                  <a:lnTo>
                    <a:pt x="3842753" y="120342"/>
                  </a:lnTo>
                  <a:lnTo>
                    <a:pt x="3841681" y="120153"/>
                  </a:lnTo>
                  <a:lnTo>
                    <a:pt x="3840610" y="119963"/>
                  </a:lnTo>
                  <a:lnTo>
                    <a:pt x="3839538" y="119774"/>
                  </a:lnTo>
                  <a:lnTo>
                    <a:pt x="3838466" y="119585"/>
                  </a:lnTo>
                  <a:lnTo>
                    <a:pt x="3837395" y="119396"/>
                  </a:lnTo>
                  <a:lnTo>
                    <a:pt x="3836323" y="119206"/>
                  </a:lnTo>
                  <a:lnTo>
                    <a:pt x="3835252" y="119017"/>
                  </a:lnTo>
                  <a:lnTo>
                    <a:pt x="3834180" y="118829"/>
                  </a:lnTo>
                  <a:lnTo>
                    <a:pt x="3833108" y="118640"/>
                  </a:lnTo>
                  <a:lnTo>
                    <a:pt x="3832037" y="118451"/>
                  </a:lnTo>
                  <a:lnTo>
                    <a:pt x="3830965" y="118262"/>
                  </a:lnTo>
                  <a:lnTo>
                    <a:pt x="3829894" y="118073"/>
                  </a:lnTo>
                  <a:lnTo>
                    <a:pt x="3828822" y="117885"/>
                  </a:lnTo>
                  <a:lnTo>
                    <a:pt x="3827750" y="117696"/>
                  </a:lnTo>
                  <a:lnTo>
                    <a:pt x="3826679" y="117508"/>
                  </a:lnTo>
                  <a:lnTo>
                    <a:pt x="3825607" y="117320"/>
                  </a:lnTo>
                  <a:lnTo>
                    <a:pt x="3824536" y="117131"/>
                  </a:lnTo>
                  <a:lnTo>
                    <a:pt x="3823464" y="116943"/>
                  </a:lnTo>
                  <a:lnTo>
                    <a:pt x="3822392" y="116755"/>
                  </a:lnTo>
                  <a:lnTo>
                    <a:pt x="3821321" y="116567"/>
                  </a:lnTo>
                  <a:lnTo>
                    <a:pt x="3820249" y="116379"/>
                  </a:lnTo>
                  <a:lnTo>
                    <a:pt x="3819178" y="116191"/>
                  </a:lnTo>
                  <a:lnTo>
                    <a:pt x="3818106" y="116003"/>
                  </a:lnTo>
                  <a:lnTo>
                    <a:pt x="3817034" y="115815"/>
                  </a:lnTo>
                  <a:lnTo>
                    <a:pt x="3815963" y="115628"/>
                  </a:lnTo>
                  <a:lnTo>
                    <a:pt x="3814891" y="115440"/>
                  </a:lnTo>
                  <a:lnTo>
                    <a:pt x="3813820" y="115253"/>
                  </a:lnTo>
                  <a:lnTo>
                    <a:pt x="3812748" y="115065"/>
                  </a:lnTo>
                  <a:lnTo>
                    <a:pt x="3811676" y="114878"/>
                  </a:lnTo>
                  <a:lnTo>
                    <a:pt x="3810605" y="114690"/>
                  </a:lnTo>
                  <a:lnTo>
                    <a:pt x="3809533" y="114503"/>
                  </a:lnTo>
                  <a:lnTo>
                    <a:pt x="3808462" y="114316"/>
                  </a:lnTo>
                  <a:lnTo>
                    <a:pt x="3807390" y="114129"/>
                  </a:lnTo>
                  <a:lnTo>
                    <a:pt x="3806318" y="113942"/>
                  </a:lnTo>
                  <a:lnTo>
                    <a:pt x="3805247" y="113755"/>
                  </a:lnTo>
                  <a:lnTo>
                    <a:pt x="3804175" y="113568"/>
                  </a:lnTo>
                  <a:lnTo>
                    <a:pt x="3803104" y="113382"/>
                  </a:lnTo>
                  <a:lnTo>
                    <a:pt x="3802032" y="113195"/>
                  </a:lnTo>
                  <a:lnTo>
                    <a:pt x="3800960" y="113008"/>
                  </a:lnTo>
                  <a:lnTo>
                    <a:pt x="3799889" y="112822"/>
                  </a:lnTo>
                  <a:lnTo>
                    <a:pt x="3798817" y="112636"/>
                  </a:lnTo>
                  <a:lnTo>
                    <a:pt x="3797746" y="112449"/>
                  </a:lnTo>
                  <a:lnTo>
                    <a:pt x="3796674" y="112263"/>
                  </a:lnTo>
                  <a:lnTo>
                    <a:pt x="3795602" y="112077"/>
                  </a:lnTo>
                  <a:lnTo>
                    <a:pt x="3794531" y="111891"/>
                  </a:lnTo>
                  <a:lnTo>
                    <a:pt x="3793459" y="111705"/>
                  </a:lnTo>
                  <a:lnTo>
                    <a:pt x="3792388" y="111519"/>
                  </a:lnTo>
                  <a:lnTo>
                    <a:pt x="3791316" y="111333"/>
                  </a:lnTo>
                  <a:lnTo>
                    <a:pt x="3790244" y="111147"/>
                  </a:lnTo>
                  <a:lnTo>
                    <a:pt x="3789173" y="110962"/>
                  </a:lnTo>
                  <a:lnTo>
                    <a:pt x="3788101" y="110776"/>
                  </a:lnTo>
                  <a:lnTo>
                    <a:pt x="3787030" y="110590"/>
                  </a:lnTo>
                  <a:lnTo>
                    <a:pt x="3785958" y="110405"/>
                  </a:lnTo>
                  <a:lnTo>
                    <a:pt x="3784886" y="110220"/>
                  </a:lnTo>
                  <a:lnTo>
                    <a:pt x="3783815" y="110034"/>
                  </a:lnTo>
                  <a:lnTo>
                    <a:pt x="3782743" y="109849"/>
                  </a:lnTo>
                  <a:lnTo>
                    <a:pt x="3781672" y="109664"/>
                  </a:lnTo>
                  <a:lnTo>
                    <a:pt x="3780600" y="109479"/>
                  </a:lnTo>
                  <a:lnTo>
                    <a:pt x="3779528" y="109294"/>
                  </a:lnTo>
                  <a:lnTo>
                    <a:pt x="3778457" y="109109"/>
                  </a:lnTo>
                  <a:lnTo>
                    <a:pt x="3777385" y="108925"/>
                  </a:lnTo>
                  <a:lnTo>
                    <a:pt x="3776314" y="108740"/>
                  </a:lnTo>
                  <a:lnTo>
                    <a:pt x="3775242" y="108556"/>
                  </a:lnTo>
                  <a:lnTo>
                    <a:pt x="3774170" y="108371"/>
                  </a:lnTo>
                  <a:lnTo>
                    <a:pt x="3773099" y="108187"/>
                  </a:lnTo>
                  <a:lnTo>
                    <a:pt x="3772027" y="108002"/>
                  </a:lnTo>
                  <a:lnTo>
                    <a:pt x="3770956" y="107818"/>
                  </a:lnTo>
                  <a:lnTo>
                    <a:pt x="3769884" y="107634"/>
                  </a:lnTo>
                  <a:lnTo>
                    <a:pt x="3768812" y="107450"/>
                  </a:lnTo>
                  <a:lnTo>
                    <a:pt x="3767741" y="107266"/>
                  </a:lnTo>
                  <a:lnTo>
                    <a:pt x="3766669" y="107082"/>
                  </a:lnTo>
                  <a:lnTo>
                    <a:pt x="3765598" y="106898"/>
                  </a:lnTo>
                  <a:lnTo>
                    <a:pt x="3764526" y="106715"/>
                  </a:lnTo>
                  <a:lnTo>
                    <a:pt x="3763454" y="106531"/>
                  </a:lnTo>
                  <a:lnTo>
                    <a:pt x="3762383" y="106348"/>
                  </a:lnTo>
                  <a:lnTo>
                    <a:pt x="3761311" y="106164"/>
                  </a:lnTo>
                  <a:lnTo>
                    <a:pt x="3760240" y="105981"/>
                  </a:lnTo>
                  <a:lnTo>
                    <a:pt x="3759168" y="105798"/>
                  </a:lnTo>
                  <a:lnTo>
                    <a:pt x="3758096" y="105615"/>
                  </a:lnTo>
                  <a:lnTo>
                    <a:pt x="3757025" y="105431"/>
                  </a:lnTo>
                  <a:lnTo>
                    <a:pt x="3755953" y="105249"/>
                  </a:lnTo>
                  <a:lnTo>
                    <a:pt x="3754882" y="105066"/>
                  </a:lnTo>
                  <a:lnTo>
                    <a:pt x="3753810" y="104883"/>
                  </a:lnTo>
                  <a:lnTo>
                    <a:pt x="3752738" y="104700"/>
                  </a:lnTo>
                  <a:lnTo>
                    <a:pt x="3751667" y="104518"/>
                  </a:lnTo>
                  <a:lnTo>
                    <a:pt x="3750595" y="104335"/>
                  </a:lnTo>
                  <a:lnTo>
                    <a:pt x="3749524" y="104153"/>
                  </a:lnTo>
                  <a:lnTo>
                    <a:pt x="3748452" y="103970"/>
                  </a:lnTo>
                  <a:lnTo>
                    <a:pt x="3747380" y="103788"/>
                  </a:lnTo>
                  <a:lnTo>
                    <a:pt x="3746309" y="103606"/>
                  </a:lnTo>
                  <a:lnTo>
                    <a:pt x="3745237" y="103424"/>
                  </a:lnTo>
                  <a:lnTo>
                    <a:pt x="3744166" y="103242"/>
                  </a:lnTo>
                  <a:lnTo>
                    <a:pt x="3743094" y="103060"/>
                  </a:lnTo>
                  <a:lnTo>
                    <a:pt x="3742022" y="102879"/>
                  </a:lnTo>
                  <a:lnTo>
                    <a:pt x="3740951" y="102697"/>
                  </a:lnTo>
                  <a:lnTo>
                    <a:pt x="3739879" y="102515"/>
                  </a:lnTo>
                  <a:lnTo>
                    <a:pt x="3738808" y="102334"/>
                  </a:lnTo>
                  <a:lnTo>
                    <a:pt x="3737736" y="102153"/>
                  </a:lnTo>
                  <a:lnTo>
                    <a:pt x="3736664" y="101971"/>
                  </a:lnTo>
                  <a:lnTo>
                    <a:pt x="3735593" y="101790"/>
                  </a:lnTo>
                  <a:lnTo>
                    <a:pt x="3734521" y="101609"/>
                  </a:lnTo>
                  <a:lnTo>
                    <a:pt x="3733450" y="101428"/>
                  </a:lnTo>
                  <a:lnTo>
                    <a:pt x="3732378" y="101247"/>
                  </a:lnTo>
                  <a:lnTo>
                    <a:pt x="3731306" y="101066"/>
                  </a:lnTo>
                  <a:lnTo>
                    <a:pt x="3730235" y="100886"/>
                  </a:lnTo>
                  <a:lnTo>
                    <a:pt x="3729163" y="100705"/>
                  </a:lnTo>
                  <a:lnTo>
                    <a:pt x="3728092" y="100525"/>
                  </a:lnTo>
                  <a:lnTo>
                    <a:pt x="3727020" y="100344"/>
                  </a:lnTo>
                  <a:lnTo>
                    <a:pt x="3725949" y="100164"/>
                  </a:lnTo>
                  <a:lnTo>
                    <a:pt x="3724877" y="99984"/>
                  </a:lnTo>
                  <a:lnTo>
                    <a:pt x="3723805" y="99804"/>
                  </a:lnTo>
                  <a:lnTo>
                    <a:pt x="3722734" y="99624"/>
                  </a:lnTo>
                  <a:lnTo>
                    <a:pt x="3721662" y="99444"/>
                  </a:lnTo>
                  <a:lnTo>
                    <a:pt x="3720591" y="99264"/>
                  </a:lnTo>
                  <a:lnTo>
                    <a:pt x="3719519" y="99084"/>
                  </a:lnTo>
                  <a:lnTo>
                    <a:pt x="3718447" y="98905"/>
                  </a:lnTo>
                  <a:lnTo>
                    <a:pt x="3717376" y="98725"/>
                  </a:lnTo>
                  <a:lnTo>
                    <a:pt x="3716304" y="98546"/>
                  </a:lnTo>
                  <a:lnTo>
                    <a:pt x="3715233" y="98367"/>
                  </a:lnTo>
                  <a:lnTo>
                    <a:pt x="3714161" y="98188"/>
                  </a:lnTo>
                  <a:lnTo>
                    <a:pt x="3713089" y="98009"/>
                  </a:lnTo>
                  <a:lnTo>
                    <a:pt x="3712018" y="97830"/>
                  </a:lnTo>
                  <a:lnTo>
                    <a:pt x="3710946" y="97651"/>
                  </a:lnTo>
                  <a:lnTo>
                    <a:pt x="3709875" y="97472"/>
                  </a:lnTo>
                  <a:lnTo>
                    <a:pt x="3708803" y="97293"/>
                  </a:lnTo>
                  <a:lnTo>
                    <a:pt x="3707731" y="97115"/>
                  </a:lnTo>
                  <a:lnTo>
                    <a:pt x="3706660" y="96936"/>
                  </a:lnTo>
                  <a:lnTo>
                    <a:pt x="3705588" y="96758"/>
                  </a:lnTo>
                  <a:lnTo>
                    <a:pt x="3704517" y="96580"/>
                  </a:lnTo>
                  <a:lnTo>
                    <a:pt x="3703445" y="96402"/>
                  </a:lnTo>
                  <a:lnTo>
                    <a:pt x="3702373" y="96224"/>
                  </a:lnTo>
                  <a:lnTo>
                    <a:pt x="3701302" y="96046"/>
                  </a:lnTo>
                  <a:lnTo>
                    <a:pt x="3700230" y="95868"/>
                  </a:lnTo>
                  <a:lnTo>
                    <a:pt x="3699159" y="95690"/>
                  </a:lnTo>
                  <a:lnTo>
                    <a:pt x="3698087" y="95513"/>
                  </a:lnTo>
                  <a:lnTo>
                    <a:pt x="3697015" y="95335"/>
                  </a:lnTo>
                  <a:lnTo>
                    <a:pt x="3695944" y="95158"/>
                  </a:lnTo>
                  <a:lnTo>
                    <a:pt x="3694872" y="94981"/>
                  </a:lnTo>
                  <a:lnTo>
                    <a:pt x="3693801" y="94803"/>
                  </a:lnTo>
                  <a:lnTo>
                    <a:pt x="3692729" y="94626"/>
                  </a:lnTo>
                  <a:lnTo>
                    <a:pt x="3691657" y="94449"/>
                  </a:lnTo>
                  <a:lnTo>
                    <a:pt x="3690586" y="94273"/>
                  </a:lnTo>
                  <a:lnTo>
                    <a:pt x="3689514" y="94096"/>
                  </a:lnTo>
                  <a:lnTo>
                    <a:pt x="3688443" y="93919"/>
                  </a:lnTo>
                  <a:lnTo>
                    <a:pt x="3687371" y="93743"/>
                  </a:lnTo>
                  <a:lnTo>
                    <a:pt x="3686299" y="93566"/>
                  </a:lnTo>
                  <a:lnTo>
                    <a:pt x="3685228" y="93390"/>
                  </a:lnTo>
                  <a:lnTo>
                    <a:pt x="3684156" y="93214"/>
                  </a:lnTo>
                  <a:lnTo>
                    <a:pt x="3683085" y="93038"/>
                  </a:lnTo>
                  <a:lnTo>
                    <a:pt x="3682013" y="92862"/>
                  </a:lnTo>
                  <a:lnTo>
                    <a:pt x="3680941" y="92686"/>
                  </a:lnTo>
                  <a:lnTo>
                    <a:pt x="3679870" y="92510"/>
                  </a:lnTo>
                  <a:lnTo>
                    <a:pt x="3678798" y="92335"/>
                  </a:lnTo>
                  <a:lnTo>
                    <a:pt x="3677727" y="92159"/>
                  </a:lnTo>
                  <a:lnTo>
                    <a:pt x="3676655" y="91984"/>
                  </a:lnTo>
                  <a:lnTo>
                    <a:pt x="3675583" y="91809"/>
                  </a:lnTo>
                  <a:lnTo>
                    <a:pt x="3674512" y="91634"/>
                  </a:lnTo>
                  <a:lnTo>
                    <a:pt x="3673440" y="91459"/>
                  </a:lnTo>
                  <a:lnTo>
                    <a:pt x="3672369" y="91284"/>
                  </a:lnTo>
                  <a:lnTo>
                    <a:pt x="3671297" y="91109"/>
                  </a:lnTo>
                  <a:lnTo>
                    <a:pt x="3670225" y="90934"/>
                  </a:lnTo>
                  <a:lnTo>
                    <a:pt x="3669154" y="90760"/>
                  </a:lnTo>
                  <a:lnTo>
                    <a:pt x="3668082" y="90585"/>
                  </a:lnTo>
                  <a:lnTo>
                    <a:pt x="3667011" y="90411"/>
                  </a:lnTo>
                  <a:lnTo>
                    <a:pt x="3665939" y="90237"/>
                  </a:lnTo>
                  <a:lnTo>
                    <a:pt x="3664867" y="90062"/>
                  </a:lnTo>
                  <a:lnTo>
                    <a:pt x="3663796" y="89889"/>
                  </a:lnTo>
                  <a:lnTo>
                    <a:pt x="3662724" y="89715"/>
                  </a:lnTo>
                  <a:lnTo>
                    <a:pt x="3661653" y="89541"/>
                  </a:lnTo>
                  <a:lnTo>
                    <a:pt x="3660581" y="89367"/>
                  </a:lnTo>
                  <a:lnTo>
                    <a:pt x="3659509" y="89194"/>
                  </a:lnTo>
                  <a:lnTo>
                    <a:pt x="3658438" y="89020"/>
                  </a:lnTo>
                  <a:lnTo>
                    <a:pt x="3657366" y="88847"/>
                  </a:lnTo>
                  <a:lnTo>
                    <a:pt x="3656295" y="88674"/>
                  </a:lnTo>
                  <a:lnTo>
                    <a:pt x="3655223" y="88501"/>
                  </a:lnTo>
                  <a:lnTo>
                    <a:pt x="3654151" y="88328"/>
                  </a:lnTo>
                  <a:lnTo>
                    <a:pt x="3653080" y="88155"/>
                  </a:lnTo>
                  <a:lnTo>
                    <a:pt x="3652008" y="87983"/>
                  </a:lnTo>
                  <a:lnTo>
                    <a:pt x="3650937" y="87810"/>
                  </a:lnTo>
                  <a:lnTo>
                    <a:pt x="3649865" y="87638"/>
                  </a:lnTo>
                  <a:lnTo>
                    <a:pt x="3648793" y="87465"/>
                  </a:lnTo>
                  <a:lnTo>
                    <a:pt x="3647722" y="87293"/>
                  </a:lnTo>
                  <a:lnTo>
                    <a:pt x="3646650" y="87121"/>
                  </a:lnTo>
                  <a:lnTo>
                    <a:pt x="3645579" y="86949"/>
                  </a:lnTo>
                  <a:lnTo>
                    <a:pt x="3644507" y="86777"/>
                  </a:lnTo>
                  <a:lnTo>
                    <a:pt x="3643435" y="86606"/>
                  </a:lnTo>
                  <a:lnTo>
                    <a:pt x="3642364" y="86434"/>
                  </a:lnTo>
                  <a:lnTo>
                    <a:pt x="3641292" y="86263"/>
                  </a:lnTo>
                  <a:lnTo>
                    <a:pt x="3640221" y="86091"/>
                  </a:lnTo>
                  <a:lnTo>
                    <a:pt x="3639149" y="85920"/>
                  </a:lnTo>
                  <a:lnTo>
                    <a:pt x="3638077" y="85749"/>
                  </a:lnTo>
                  <a:lnTo>
                    <a:pt x="3637006" y="85578"/>
                  </a:lnTo>
                  <a:lnTo>
                    <a:pt x="3635934" y="85407"/>
                  </a:lnTo>
                  <a:lnTo>
                    <a:pt x="3634863" y="85237"/>
                  </a:lnTo>
                  <a:lnTo>
                    <a:pt x="3633791" y="85066"/>
                  </a:lnTo>
                  <a:lnTo>
                    <a:pt x="3632719" y="84896"/>
                  </a:lnTo>
                  <a:lnTo>
                    <a:pt x="3631648" y="84725"/>
                  </a:lnTo>
                  <a:lnTo>
                    <a:pt x="3630576" y="84555"/>
                  </a:lnTo>
                  <a:lnTo>
                    <a:pt x="3629505" y="84385"/>
                  </a:lnTo>
                  <a:lnTo>
                    <a:pt x="3628433" y="84215"/>
                  </a:lnTo>
                  <a:lnTo>
                    <a:pt x="3627361" y="84045"/>
                  </a:lnTo>
                  <a:lnTo>
                    <a:pt x="3626290" y="83876"/>
                  </a:lnTo>
                  <a:lnTo>
                    <a:pt x="3625218" y="83706"/>
                  </a:lnTo>
                  <a:lnTo>
                    <a:pt x="3624147" y="83537"/>
                  </a:lnTo>
                  <a:lnTo>
                    <a:pt x="3623075" y="83368"/>
                  </a:lnTo>
                  <a:lnTo>
                    <a:pt x="3622003" y="83198"/>
                  </a:lnTo>
                  <a:lnTo>
                    <a:pt x="3620932" y="83029"/>
                  </a:lnTo>
                  <a:lnTo>
                    <a:pt x="3619860" y="82861"/>
                  </a:lnTo>
                  <a:lnTo>
                    <a:pt x="3618789" y="82692"/>
                  </a:lnTo>
                  <a:lnTo>
                    <a:pt x="3617717" y="82523"/>
                  </a:lnTo>
                  <a:lnTo>
                    <a:pt x="3616645" y="82355"/>
                  </a:lnTo>
                  <a:lnTo>
                    <a:pt x="3615574" y="82186"/>
                  </a:lnTo>
                  <a:lnTo>
                    <a:pt x="3614502" y="82018"/>
                  </a:lnTo>
                  <a:lnTo>
                    <a:pt x="3613431" y="81850"/>
                  </a:lnTo>
                  <a:lnTo>
                    <a:pt x="3612359" y="81682"/>
                  </a:lnTo>
                  <a:lnTo>
                    <a:pt x="3611287" y="81514"/>
                  </a:lnTo>
                  <a:lnTo>
                    <a:pt x="3610216" y="81347"/>
                  </a:lnTo>
                  <a:lnTo>
                    <a:pt x="3609144" y="81179"/>
                  </a:lnTo>
                  <a:lnTo>
                    <a:pt x="3608073" y="81012"/>
                  </a:lnTo>
                  <a:lnTo>
                    <a:pt x="3607001" y="80845"/>
                  </a:lnTo>
                  <a:lnTo>
                    <a:pt x="3605929" y="80677"/>
                  </a:lnTo>
                  <a:lnTo>
                    <a:pt x="3604858" y="80510"/>
                  </a:lnTo>
                  <a:lnTo>
                    <a:pt x="3603786" y="80344"/>
                  </a:lnTo>
                  <a:lnTo>
                    <a:pt x="3602715" y="80177"/>
                  </a:lnTo>
                  <a:lnTo>
                    <a:pt x="3601643" y="80010"/>
                  </a:lnTo>
                  <a:lnTo>
                    <a:pt x="3600571" y="79844"/>
                  </a:lnTo>
                  <a:lnTo>
                    <a:pt x="3599500" y="79678"/>
                  </a:lnTo>
                  <a:lnTo>
                    <a:pt x="3598428" y="79511"/>
                  </a:lnTo>
                  <a:lnTo>
                    <a:pt x="3597357" y="79345"/>
                  </a:lnTo>
                  <a:lnTo>
                    <a:pt x="3596285" y="79179"/>
                  </a:lnTo>
                  <a:lnTo>
                    <a:pt x="3595213" y="79014"/>
                  </a:lnTo>
                  <a:lnTo>
                    <a:pt x="3594142" y="78848"/>
                  </a:lnTo>
                  <a:lnTo>
                    <a:pt x="3593070" y="78683"/>
                  </a:lnTo>
                  <a:lnTo>
                    <a:pt x="3591999" y="78517"/>
                  </a:lnTo>
                  <a:lnTo>
                    <a:pt x="3590927" y="78352"/>
                  </a:lnTo>
                  <a:lnTo>
                    <a:pt x="3589855" y="78187"/>
                  </a:lnTo>
                  <a:lnTo>
                    <a:pt x="3588784" y="78022"/>
                  </a:lnTo>
                  <a:lnTo>
                    <a:pt x="3587712" y="77858"/>
                  </a:lnTo>
                  <a:lnTo>
                    <a:pt x="3586641" y="77693"/>
                  </a:lnTo>
                  <a:lnTo>
                    <a:pt x="3585569" y="77528"/>
                  </a:lnTo>
                  <a:lnTo>
                    <a:pt x="3584497" y="77364"/>
                  </a:lnTo>
                  <a:lnTo>
                    <a:pt x="3583426" y="77200"/>
                  </a:lnTo>
                  <a:lnTo>
                    <a:pt x="3582354" y="77036"/>
                  </a:lnTo>
                  <a:lnTo>
                    <a:pt x="3581283" y="76872"/>
                  </a:lnTo>
                  <a:lnTo>
                    <a:pt x="3580211" y="76708"/>
                  </a:lnTo>
                  <a:lnTo>
                    <a:pt x="3579139" y="76545"/>
                  </a:lnTo>
                  <a:lnTo>
                    <a:pt x="3578068" y="76381"/>
                  </a:lnTo>
                  <a:lnTo>
                    <a:pt x="3576996" y="76218"/>
                  </a:lnTo>
                  <a:lnTo>
                    <a:pt x="3575925" y="76055"/>
                  </a:lnTo>
                  <a:lnTo>
                    <a:pt x="3574853" y="75892"/>
                  </a:lnTo>
                  <a:lnTo>
                    <a:pt x="3573781" y="75729"/>
                  </a:lnTo>
                  <a:lnTo>
                    <a:pt x="3572710" y="75566"/>
                  </a:lnTo>
                  <a:lnTo>
                    <a:pt x="3571638" y="75404"/>
                  </a:lnTo>
                  <a:lnTo>
                    <a:pt x="3570567" y="75241"/>
                  </a:lnTo>
                  <a:lnTo>
                    <a:pt x="3569495" y="75079"/>
                  </a:lnTo>
                  <a:lnTo>
                    <a:pt x="3568423" y="74917"/>
                  </a:lnTo>
                  <a:lnTo>
                    <a:pt x="3567352" y="74755"/>
                  </a:lnTo>
                  <a:lnTo>
                    <a:pt x="3566280" y="74593"/>
                  </a:lnTo>
                  <a:lnTo>
                    <a:pt x="3565209" y="74432"/>
                  </a:lnTo>
                  <a:lnTo>
                    <a:pt x="3564137" y="74270"/>
                  </a:lnTo>
                  <a:lnTo>
                    <a:pt x="3563065" y="74109"/>
                  </a:lnTo>
                  <a:lnTo>
                    <a:pt x="3561994" y="73948"/>
                  </a:lnTo>
                  <a:lnTo>
                    <a:pt x="3560922" y="73786"/>
                  </a:lnTo>
                  <a:lnTo>
                    <a:pt x="3559851" y="73626"/>
                  </a:lnTo>
                  <a:lnTo>
                    <a:pt x="3558779" y="73465"/>
                  </a:lnTo>
                  <a:lnTo>
                    <a:pt x="3557707" y="73304"/>
                  </a:lnTo>
                  <a:lnTo>
                    <a:pt x="3556636" y="73144"/>
                  </a:lnTo>
                  <a:lnTo>
                    <a:pt x="3555564" y="72984"/>
                  </a:lnTo>
                  <a:lnTo>
                    <a:pt x="3554493" y="72823"/>
                  </a:lnTo>
                  <a:lnTo>
                    <a:pt x="3553421" y="72663"/>
                  </a:lnTo>
                  <a:lnTo>
                    <a:pt x="3552349" y="72504"/>
                  </a:lnTo>
                  <a:lnTo>
                    <a:pt x="3551278" y="72344"/>
                  </a:lnTo>
                  <a:lnTo>
                    <a:pt x="3550206" y="72185"/>
                  </a:lnTo>
                  <a:lnTo>
                    <a:pt x="3549135" y="72025"/>
                  </a:lnTo>
                  <a:lnTo>
                    <a:pt x="3548063" y="71866"/>
                  </a:lnTo>
                  <a:lnTo>
                    <a:pt x="3546992" y="71707"/>
                  </a:lnTo>
                  <a:lnTo>
                    <a:pt x="3545920" y="71548"/>
                  </a:lnTo>
                  <a:lnTo>
                    <a:pt x="3544848" y="71389"/>
                  </a:lnTo>
                  <a:lnTo>
                    <a:pt x="3543777" y="71231"/>
                  </a:lnTo>
                  <a:lnTo>
                    <a:pt x="3542705" y="71072"/>
                  </a:lnTo>
                  <a:lnTo>
                    <a:pt x="3541634" y="70914"/>
                  </a:lnTo>
                  <a:lnTo>
                    <a:pt x="3540562" y="70756"/>
                  </a:lnTo>
                  <a:lnTo>
                    <a:pt x="3539490" y="70598"/>
                  </a:lnTo>
                  <a:lnTo>
                    <a:pt x="3538419" y="70441"/>
                  </a:lnTo>
                  <a:lnTo>
                    <a:pt x="3537347" y="70283"/>
                  </a:lnTo>
                  <a:lnTo>
                    <a:pt x="3536276" y="70126"/>
                  </a:lnTo>
                  <a:lnTo>
                    <a:pt x="3535204" y="69968"/>
                  </a:lnTo>
                  <a:lnTo>
                    <a:pt x="3534132" y="69811"/>
                  </a:lnTo>
                  <a:lnTo>
                    <a:pt x="3533061" y="69654"/>
                  </a:lnTo>
                  <a:lnTo>
                    <a:pt x="3531989" y="69497"/>
                  </a:lnTo>
                  <a:lnTo>
                    <a:pt x="3530918" y="69341"/>
                  </a:lnTo>
                  <a:lnTo>
                    <a:pt x="3529846" y="69184"/>
                  </a:lnTo>
                  <a:lnTo>
                    <a:pt x="3528774" y="69028"/>
                  </a:lnTo>
                  <a:lnTo>
                    <a:pt x="3527703" y="68872"/>
                  </a:lnTo>
                  <a:lnTo>
                    <a:pt x="3526631" y="68716"/>
                  </a:lnTo>
                  <a:lnTo>
                    <a:pt x="3525560" y="68560"/>
                  </a:lnTo>
                  <a:lnTo>
                    <a:pt x="3524488" y="68405"/>
                  </a:lnTo>
                  <a:lnTo>
                    <a:pt x="3523416" y="68249"/>
                  </a:lnTo>
                  <a:lnTo>
                    <a:pt x="3522345" y="68094"/>
                  </a:lnTo>
                  <a:lnTo>
                    <a:pt x="3521273" y="67939"/>
                  </a:lnTo>
                  <a:lnTo>
                    <a:pt x="3520202" y="67784"/>
                  </a:lnTo>
                  <a:lnTo>
                    <a:pt x="3519130" y="67629"/>
                  </a:lnTo>
                  <a:lnTo>
                    <a:pt x="3518058" y="67475"/>
                  </a:lnTo>
                  <a:lnTo>
                    <a:pt x="3516987" y="67320"/>
                  </a:lnTo>
                  <a:lnTo>
                    <a:pt x="3515915" y="67166"/>
                  </a:lnTo>
                  <a:lnTo>
                    <a:pt x="3514844" y="67012"/>
                  </a:lnTo>
                  <a:lnTo>
                    <a:pt x="3513772" y="66858"/>
                  </a:lnTo>
                  <a:lnTo>
                    <a:pt x="3512700" y="66704"/>
                  </a:lnTo>
                  <a:lnTo>
                    <a:pt x="3511629" y="66551"/>
                  </a:lnTo>
                  <a:lnTo>
                    <a:pt x="3510557" y="66397"/>
                  </a:lnTo>
                  <a:lnTo>
                    <a:pt x="3509486" y="66244"/>
                  </a:lnTo>
                  <a:lnTo>
                    <a:pt x="3508414" y="66091"/>
                  </a:lnTo>
                  <a:lnTo>
                    <a:pt x="3507342" y="65938"/>
                  </a:lnTo>
                  <a:lnTo>
                    <a:pt x="3506271" y="65785"/>
                  </a:lnTo>
                  <a:lnTo>
                    <a:pt x="3505199" y="65633"/>
                  </a:lnTo>
                  <a:lnTo>
                    <a:pt x="3504128" y="65481"/>
                  </a:lnTo>
                  <a:lnTo>
                    <a:pt x="3503056" y="65328"/>
                  </a:lnTo>
                  <a:lnTo>
                    <a:pt x="3501984" y="65176"/>
                  </a:lnTo>
                  <a:lnTo>
                    <a:pt x="3500913" y="65025"/>
                  </a:lnTo>
                  <a:lnTo>
                    <a:pt x="3499841" y="64873"/>
                  </a:lnTo>
                  <a:lnTo>
                    <a:pt x="3498770" y="64721"/>
                  </a:lnTo>
                  <a:lnTo>
                    <a:pt x="3497698" y="64570"/>
                  </a:lnTo>
                  <a:lnTo>
                    <a:pt x="3496626" y="64419"/>
                  </a:lnTo>
                  <a:lnTo>
                    <a:pt x="3495555" y="64268"/>
                  </a:lnTo>
                  <a:lnTo>
                    <a:pt x="3494483" y="64117"/>
                  </a:lnTo>
                  <a:lnTo>
                    <a:pt x="3493412" y="63967"/>
                  </a:lnTo>
                  <a:lnTo>
                    <a:pt x="3492340" y="63816"/>
                  </a:lnTo>
                  <a:lnTo>
                    <a:pt x="3491268" y="63666"/>
                  </a:lnTo>
                  <a:lnTo>
                    <a:pt x="3490197" y="63516"/>
                  </a:lnTo>
                  <a:lnTo>
                    <a:pt x="3489125" y="63366"/>
                  </a:lnTo>
                  <a:lnTo>
                    <a:pt x="3488054" y="63217"/>
                  </a:lnTo>
                  <a:lnTo>
                    <a:pt x="3486982" y="63067"/>
                  </a:lnTo>
                  <a:lnTo>
                    <a:pt x="3485910" y="62918"/>
                  </a:lnTo>
                  <a:lnTo>
                    <a:pt x="3484839" y="62769"/>
                  </a:lnTo>
                  <a:lnTo>
                    <a:pt x="3483767" y="62620"/>
                  </a:lnTo>
                  <a:lnTo>
                    <a:pt x="3482696" y="62471"/>
                  </a:lnTo>
                  <a:lnTo>
                    <a:pt x="3481624" y="62322"/>
                  </a:lnTo>
                  <a:lnTo>
                    <a:pt x="3480552" y="62174"/>
                  </a:lnTo>
                  <a:lnTo>
                    <a:pt x="3479481" y="62026"/>
                  </a:lnTo>
                  <a:lnTo>
                    <a:pt x="3478409" y="61878"/>
                  </a:lnTo>
                  <a:lnTo>
                    <a:pt x="3477338" y="61730"/>
                  </a:lnTo>
                  <a:lnTo>
                    <a:pt x="3476266" y="61582"/>
                  </a:lnTo>
                  <a:lnTo>
                    <a:pt x="3475194" y="61435"/>
                  </a:lnTo>
                  <a:lnTo>
                    <a:pt x="3474123" y="61288"/>
                  </a:lnTo>
                  <a:lnTo>
                    <a:pt x="3473051" y="61141"/>
                  </a:lnTo>
                  <a:lnTo>
                    <a:pt x="3471980" y="60994"/>
                  </a:lnTo>
                  <a:lnTo>
                    <a:pt x="3470908" y="60847"/>
                  </a:lnTo>
                  <a:lnTo>
                    <a:pt x="3469836" y="60701"/>
                  </a:lnTo>
                  <a:lnTo>
                    <a:pt x="3468765" y="60554"/>
                  </a:lnTo>
                  <a:lnTo>
                    <a:pt x="3467693" y="60408"/>
                  </a:lnTo>
                  <a:lnTo>
                    <a:pt x="3466622" y="60262"/>
                  </a:lnTo>
                  <a:lnTo>
                    <a:pt x="3465550" y="60116"/>
                  </a:lnTo>
                  <a:lnTo>
                    <a:pt x="3464478" y="59971"/>
                  </a:lnTo>
                  <a:lnTo>
                    <a:pt x="3463407" y="59826"/>
                  </a:lnTo>
                  <a:lnTo>
                    <a:pt x="3462335" y="59680"/>
                  </a:lnTo>
                  <a:lnTo>
                    <a:pt x="3461264" y="59535"/>
                  </a:lnTo>
                  <a:lnTo>
                    <a:pt x="3460192" y="59391"/>
                  </a:lnTo>
                  <a:lnTo>
                    <a:pt x="3459120" y="59246"/>
                  </a:lnTo>
                  <a:lnTo>
                    <a:pt x="3458049" y="59102"/>
                  </a:lnTo>
                  <a:lnTo>
                    <a:pt x="3456977" y="58958"/>
                  </a:lnTo>
                  <a:lnTo>
                    <a:pt x="3455906" y="58814"/>
                  </a:lnTo>
                  <a:lnTo>
                    <a:pt x="3454834" y="58670"/>
                  </a:lnTo>
                  <a:lnTo>
                    <a:pt x="3453762" y="58526"/>
                  </a:lnTo>
                  <a:lnTo>
                    <a:pt x="3452691" y="58383"/>
                  </a:lnTo>
                  <a:lnTo>
                    <a:pt x="3451619" y="58240"/>
                  </a:lnTo>
                  <a:lnTo>
                    <a:pt x="3450548" y="58097"/>
                  </a:lnTo>
                  <a:lnTo>
                    <a:pt x="3449476" y="57954"/>
                  </a:lnTo>
                  <a:lnTo>
                    <a:pt x="3448404" y="57811"/>
                  </a:lnTo>
                  <a:lnTo>
                    <a:pt x="3447333" y="57669"/>
                  </a:lnTo>
                  <a:lnTo>
                    <a:pt x="3446261" y="57527"/>
                  </a:lnTo>
                  <a:lnTo>
                    <a:pt x="3445190" y="57385"/>
                  </a:lnTo>
                  <a:lnTo>
                    <a:pt x="3444118" y="57243"/>
                  </a:lnTo>
                  <a:lnTo>
                    <a:pt x="3443046" y="57101"/>
                  </a:lnTo>
                  <a:lnTo>
                    <a:pt x="3441975" y="56960"/>
                  </a:lnTo>
                  <a:lnTo>
                    <a:pt x="3440903" y="56819"/>
                  </a:lnTo>
                  <a:lnTo>
                    <a:pt x="3439832" y="56678"/>
                  </a:lnTo>
                  <a:lnTo>
                    <a:pt x="3438760" y="56537"/>
                  </a:lnTo>
                  <a:lnTo>
                    <a:pt x="3437688" y="56396"/>
                  </a:lnTo>
                  <a:lnTo>
                    <a:pt x="3436617" y="56256"/>
                  </a:lnTo>
                  <a:lnTo>
                    <a:pt x="3435545" y="56116"/>
                  </a:lnTo>
                  <a:lnTo>
                    <a:pt x="3434474" y="55976"/>
                  </a:lnTo>
                  <a:lnTo>
                    <a:pt x="3433402" y="55836"/>
                  </a:lnTo>
                  <a:lnTo>
                    <a:pt x="3432330" y="55696"/>
                  </a:lnTo>
                  <a:lnTo>
                    <a:pt x="3431259" y="55557"/>
                  </a:lnTo>
                  <a:lnTo>
                    <a:pt x="3430187" y="55418"/>
                  </a:lnTo>
                  <a:lnTo>
                    <a:pt x="3429116" y="55279"/>
                  </a:lnTo>
                  <a:lnTo>
                    <a:pt x="3428044" y="55140"/>
                  </a:lnTo>
                  <a:lnTo>
                    <a:pt x="3426972" y="55002"/>
                  </a:lnTo>
                  <a:lnTo>
                    <a:pt x="3425901" y="54864"/>
                  </a:lnTo>
                  <a:lnTo>
                    <a:pt x="3424829" y="54725"/>
                  </a:lnTo>
                  <a:lnTo>
                    <a:pt x="3423758" y="54588"/>
                  </a:lnTo>
                  <a:lnTo>
                    <a:pt x="3422686" y="54450"/>
                  </a:lnTo>
                  <a:lnTo>
                    <a:pt x="3421614" y="54312"/>
                  </a:lnTo>
                  <a:lnTo>
                    <a:pt x="3420543" y="54175"/>
                  </a:lnTo>
                  <a:lnTo>
                    <a:pt x="3419471" y="54038"/>
                  </a:lnTo>
                  <a:lnTo>
                    <a:pt x="3418400" y="53901"/>
                  </a:lnTo>
                  <a:lnTo>
                    <a:pt x="3417328" y="53765"/>
                  </a:lnTo>
                  <a:lnTo>
                    <a:pt x="3416256" y="53628"/>
                  </a:lnTo>
                  <a:lnTo>
                    <a:pt x="3415185" y="53492"/>
                  </a:lnTo>
                  <a:lnTo>
                    <a:pt x="3414113" y="53356"/>
                  </a:lnTo>
                  <a:lnTo>
                    <a:pt x="3413042" y="53221"/>
                  </a:lnTo>
                  <a:lnTo>
                    <a:pt x="3411970" y="53085"/>
                  </a:lnTo>
                  <a:lnTo>
                    <a:pt x="3410898" y="52950"/>
                  </a:lnTo>
                  <a:lnTo>
                    <a:pt x="3409827" y="52815"/>
                  </a:lnTo>
                  <a:lnTo>
                    <a:pt x="3408755" y="52680"/>
                  </a:lnTo>
                  <a:lnTo>
                    <a:pt x="3407684" y="52545"/>
                  </a:lnTo>
                  <a:lnTo>
                    <a:pt x="3406612" y="52411"/>
                  </a:lnTo>
                  <a:lnTo>
                    <a:pt x="3405540" y="52277"/>
                  </a:lnTo>
                  <a:lnTo>
                    <a:pt x="3404469" y="52143"/>
                  </a:lnTo>
                  <a:lnTo>
                    <a:pt x="3403397" y="52009"/>
                  </a:lnTo>
                  <a:lnTo>
                    <a:pt x="3402326" y="51875"/>
                  </a:lnTo>
                  <a:lnTo>
                    <a:pt x="3401254" y="51742"/>
                  </a:lnTo>
                  <a:lnTo>
                    <a:pt x="3400182" y="51609"/>
                  </a:lnTo>
                  <a:lnTo>
                    <a:pt x="3399111" y="51476"/>
                  </a:lnTo>
                  <a:lnTo>
                    <a:pt x="3398039" y="51343"/>
                  </a:lnTo>
                  <a:lnTo>
                    <a:pt x="3396968" y="51211"/>
                  </a:lnTo>
                  <a:lnTo>
                    <a:pt x="3395896" y="51079"/>
                  </a:lnTo>
                  <a:lnTo>
                    <a:pt x="3394824" y="50947"/>
                  </a:lnTo>
                  <a:lnTo>
                    <a:pt x="3393753" y="50815"/>
                  </a:lnTo>
                  <a:lnTo>
                    <a:pt x="3392681" y="50683"/>
                  </a:lnTo>
                  <a:lnTo>
                    <a:pt x="3391610" y="50552"/>
                  </a:lnTo>
                  <a:lnTo>
                    <a:pt x="3390538" y="50421"/>
                  </a:lnTo>
                  <a:lnTo>
                    <a:pt x="3389466" y="50290"/>
                  </a:lnTo>
                  <a:lnTo>
                    <a:pt x="3388395" y="50160"/>
                  </a:lnTo>
                  <a:lnTo>
                    <a:pt x="3387323" y="50029"/>
                  </a:lnTo>
                  <a:lnTo>
                    <a:pt x="3386252" y="49899"/>
                  </a:lnTo>
                  <a:lnTo>
                    <a:pt x="3385180" y="49769"/>
                  </a:lnTo>
                  <a:lnTo>
                    <a:pt x="3384108" y="49639"/>
                  </a:lnTo>
                  <a:lnTo>
                    <a:pt x="3383037" y="49510"/>
                  </a:lnTo>
                  <a:lnTo>
                    <a:pt x="3381965" y="49381"/>
                  </a:lnTo>
                  <a:lnTo>
                    <a:pt x="3380894" y="49252"/>
                  </a:lnTo>
                  <a:lnTo>
                    <a:pt x="3379822" y="49123"/>
                  </a:lnTo>
                  <a:lnTo>
                    <a:pt x="3378750" y="48994"/>
                  </a:lnTo>
                  <a:lnTo>
                    <a:pt x="3377679" y="48866"/>
                  </a:lnTo>
                  <a:lnTo>
                    <a:pt x="3376607" y="48738"/>
                  </a:lnTo>
                  <a:lnTo>
                    <a:pt x="3375536" y="48610"/>
                  </a:lnTo>
                  <a:lnTo>
                    <a:pt x="3374464" y="48483"/>
                  </a:lnTo>
                  <a:lnTo>
                    <a:pt x="3373392" y="48355"/>
                  </a:lnTo>
                  <a:lnTo>
                    <a:pt x="3372321" y="48228"/>
                  </a:lnTo>
                  <a:lnTo>
                    <a:pt x="3371249" y="48101"/>
                  </a:lnTo>
                  <a:lnTo>
                    <a:pt x="3370178" y="47975"/>
                  </a:lnTo>
                  <a:lnTo>
                    <a:pt x="3369106" y="47848"/>
                  </a:lnTo>
                  <a:lnTo>
                    <a:pt x="3368035" y="47722"/>
                  </a:lnTo>
                  <a:lnTo>
                    <a:pt x="3366963" y="47596"/>
                  </a:lnTo>
                  <a:lnTo>
                    <a:pt x="3365891" y="47470"/>
                  </a:lnTo>
                  <a:lnTo>
                    <a:pt x="3364820" y="47345"/>
                  </a:lnTo>
                  <a:lnTo>
                    <a:pt x="3363748" y="47220"/>
                  </a:lnTo>
                  <a:lnTo>
                    <a:pt x="3362677" y="47095"/>
                  </a:lnTo>
                  <a:lnTo>
                    <a:pt x="3361605" y="46970"/>
                  </a:lnTo>
                  <a:lnTo>
                    <a:pt x="3360533" y="46846"/>
                  </a:lnTo>
                  <a:lnTo>
                    <a:pt x="3359462" y="46721"/>
                  </a:lnTo>
                  <a:lnTo>
                    <a:pt x="3358390" y="46597"/>
                  </a:lnTo>
                  <a:lnTo>
                    <a:pt x="3357319" y="46474"/>
                  </a:lnTo>
                  <a:lnTo>
                    <a:pt x="3356247" y="46350"/>
                  </a:lnTo>
                  <a:lnTo>
                    <a:pt x="3355175" y="46227"/>
                  </a:lnTo>
                  <a:lnTo>
                    <a:pt x="3354104" y="46104"/>
                  </a:lnTo>
                  <a:lnTo>
                    <a:pt x="3353032" y="45981"/>
                  </a:lnTo>
                  <a:lnTo>
                    <a:pt x="3351961" y="45858"/>
                  </a:lnTo>
                  <a:lnTo>
                    <a:pt x="3350889" y="45736"/>
                  </a:lnTo>
                  <a:lnTo>
                    <a:pt x="3349817" y="45614"/>
                  </a:lnTo>
                  <a:lnTo>
                    <a:pt x="3348746" y="45492"/>
                  </a:lnTo>
                  <a:lnTo>
                    <a:pt x="3347674" y="45371"/>
                  </a:lnTo>
                  <a:lnTo>
                    <a:pt x="3346603" y="45250"/>
                  </a:lnTo>
                  <a:lnTo>
                    <a:pt x="3345531" y="45129"/>
                  </a:lnTo>
                  <a:lnTo>
                    <a:pt x="3344459" y="45008"/>
                  </a:lnTo>
                  <a:lnTo>
                    <a:pt x="3343388" y="44887"/>
                  </a:lnTo>
                  <a:lnTo>
                    <a:pt x="3342316" y="44767"/>
                  </a:lnTo>
                  <a:lnTo>
                    <a:pt x="3341245" y="44647"/>
                  </a:lnTo>
                  <a:lnTo>
                    <a:pt x="3340173" y="44527"/>
                  </a:lnTo>
                  <a:lnTo>
                    <a:pt x="3339101" y="44408"/>
                  </a:lnTo>
                  <a:lnTo>
                    <a:pt x="3338030" y="44288"/>
                  </a:lnTo>
                  <a:lnTo>
                    <a:pt x="3336958" y="44169"/>
                  </a:lnTo>
                  <a:lnTo>
                    <a:pt x="3335887" y="44051"/>
                  </a:lnTo>
                  <a:lnTo>
                    <a:pt x="3334815" y="43932"/>
                  </a:lnTo>
                  <a:lnTo>
                    <a:pt x="3333743" y="43814"/>
                  </a:lnTo>
                  <a:lnTo>
                    <a:pt x="3332672" y="43696"/>
                  </a:lnTo>
                  <a:lnTo>
                    <a:pt x="3331600" y="43578"/>
                  </a:lnTo>
                  <a:lnTo>
                    <a:pt x="3330529" y="43461"/>
                  </a:lnTo>
                  <a:lnTo>
                    <a:pt x="3329457" y="43343"/>
                  </a:lnTo>
                  <a:lnTo>
                    <a:pt x="3328385" y="43226"/>
                  </a:lnTo>
                  <a:lnTo>
                    <a:pt x="3327314" y="43110"/>
                  </a:lnTo>
                  <a:lnTo>
                    <a:pt x="3326242" y="42993"/>
                  </a:lnTo>
                  <a:lnTo>
                    <a:pt x="3325171" y="42877"/>
                  </a:lnTo>
                  <a:lnTo>
                    <a:pt x="3324099" y="42761"/>
                  </a:lnTo>
                  <a:lnTo>
                    <a:pt x="3323027" y="42646"/>
                  </a:lnTo>
                  <a:lnTo>
                    <a:pt x="3321956" y="42530"/>
                  </a:lnTo>
                  <a:lnTo>
                    <a:pt x="3320884" y="42415"/>
                  </a:lnTo>
                  <a:lnTo>
                    <a:pt x="3319813" y="42300"/>
                  </a:lnTo>
                  <a:lnTo>
                    <a:pt x="3318741" y="42186"/>
                  </a:lnTo>
                  <a:lnTo>
                    <a:pt x="3317669" y="42071"/>
                  </a:lnTo>
                  <a:lnTo>
                    <a:pt x="3316598" y="41957"/>
                  </a:lnTo>
                  <a:lnTo>
                    <a:pt x="3315526" y="41843"/>
                  </a:lnTo>
                  <a:lnTo>
                    <a:pt x="3314455" y="41730"/>
                  </a:lnTo>
                  <a:lnTo>
                    <a:pt x="3313383" y="41617"/>
                  </a:lnTo>
                  <a:lnTo>
                    <a:pt x="3312311" y="41504"/>
                  </a:lnTo>
                  <a:lnTo>
                    <a:pt x="3311240" y="41391"/>
                  </a:lnTo>
                  <a:lnTo>
                    <a:pt x="3310168" y="41279"/>
                  </a:lnTo>
                  <a:lnTo>
                    <a:pt x="3309097" y="41166"/>
                  </a:lnTo>
                  <a:lnTo>
                    <a:pt x="3308025" y="41054"/>
                  </a:lnTo>
                  <a:lnTo>
                    <a:pt x="3306953" y="40943"/>
                  </a:lnTo>
                  <a:lnTo>
                    <a:pt x="3305882" y="40831"/>
                  </a:lnTo>
                  <a:lnTo>
                    <a:pt x="3304810" y="40720"/>
                  </a:lnTo>
                  <a:lnTo>
                    <a:pt x="3303739" y="40610"/>
                  </a:lnTo>
                  <a:lnTo>
                    <a:pt x="3302667" y="40499"/>
                  </a:lnTo>
                  <a:lnTo>
                    <a:pt x="3301595" y="40389"/>
                  </a:lnTo>
                  <a:lnTo>
                    <a:pt x="3300524" y="40279"/>
                  </a:lnTo>
                  <a:lnTo>
                    <a:pt x="3299452" y="40169"/>
                  </a:lnTo>
                  <a:lnTo>
                    <a:pt x="3298381" y="40060"/>
                  </a:lnTo>
                  <a:lnTo>
                    <a:pt x="3297309" y="39950"/>
                  </a:lnTo>
                  <a:lnTo>
                    <a:pt x="3296237" y="39841"/>
                  </a:lnTo>
                  <a:lnTo>
                    <a:pt x="3295166" y="39733"/>
                  </a:lnTo>
                  <a:lnTo>
                    <a:pt x="3294094" y="39624"/>
                  </a:lnTo>
                  <a:lnTo>
                    <a:pt x="3293023" y="39516"/>
                  </a:lnTo>
                  <a:lnTo>
                    <a:pt x="3291951" y="39409"/>
                  </a:lnTo>
                  <a:lnTo>
                    <a:pt x="3290879" y="39301"/>
                  </a:lnTo>
                  <a:lnTo>
                    <a:pt x="3289808" y="39194"/>
                  </a:lnTo>
                  <a:lnTo>
                    <a:pt x="3288736" y="39087"/>
                  </a:lnTo>
                  <a:lnTo>
                    <a:pt x="3287665" y="38980"/>
                  </a:lnTo>
                  <a:lnTo>
                    <a:pt x="3286593" y="38874"/>
                  </a:lnTo>
                  <a:lnTo>
                    <a:pt x="3285521" y="38768"/>
                  </a:lnTo>
                  <a:lnTo>
                    <a:pt x="3284450" y="38662"/>
                  </a:lnTo>
                  <a:lnTo>
                    <a:pt x="3283378" y="38557"/>
                  </a:lnTo>
                  <a:lnTo>
                    <a:pt x="3282307" y="38451"/>
                  </a:lnTo>
                  <a:lnTo>
                    <a:pt x="3281235" y="38346"/>
                  </a:lnTo>
                  <a:lnTo>
                    <a:pt x="3280163" y="38242"/>
                  </a:lnTo>
                  <a:lnTo>
                    <a:pt x="3279092" y="38137"/>
                  </a:lnTo>
                  <a:lnTo>
                    <a:pt x="3278020" y="38033"/>
                  </a:lnTo>
                  <a:lnTo>
                    <a:pt x="3276949" y="37929"/>
                  </a:lnTo>
                  <a:lnTo>
                    <a:pt x="3275877" y="37826"/>
                  </a:lnTo>
                  <a:lnTo>
                    <a:pt x="3274805" y="37723"/>
                  </a:lnTo>
                  <a:lnTo>
                    <a:pt x="3273734" y="37620"/>
                  </a:lnTo>
                  <a:lnTo>
                    <a:pt x="3272662" y="37517"/>
                  </a:lnTo>
                  <a:lnTo>
                    <a:pt x="3271591" y="37415"/>
                  </a:lnTo>
                  <a:lnTo>
                    <a:pt x="3270519" y="37313"/>
                  </a:lnTo>
                  <a:lnTo>
                    <a:pt x="3269447" y="37211"/>
                  </a:lnTo>
                  <a:lnTo>
                    <a:pt x="3268376" y="37109"/>
                  </a:lnTo>
                  <a:lnTo>
                    <a:pt x="3267304" y="37008"/>
                  </a:lnTo>
                  <a:lnTo>
                    <a:pt x="3266233" y="36907"/>
                  </a:lnTo>
                  <a:lnTo>
                    <a:pt x="3265161" y="36807"/>
                  </a:lnTo>
                  <a:lnTo>
                    <a:pt x="3264089" y="36706"/>
                  </a:lnTo>
                  <a:lnTo>
                    <a:pt x="3263018" y="36606"/>
                  </a:lnTo>
                  <a:lnTo>
                    <a:pt x="3261946" y="36507"/>
                  </a:lnTo>
                  <a:lnTo>
                    <a:pt x="3260875" y="36407"/>
                  </a:lnTo>
                  <a:lnTo>
                    <a:pt x="3259803" y="36308"/>
                  </a:lnTo>
                  <a:lnTo>
                    <a:pt x="3258731" y="36209"/>
                  </a:lnTo>
                  <a:lnTo>
                    <a:pt x="3257660" y="36111"/>
                  </a:lnTo>
                  <a:lnTo>
                    <a:pt x="3256588" y="36013"/>
                  </a:lnTo>
                  <a:lnTo>
                    <a:pt x="3255517" y="35915"/>
                  </a:lnTo>
                  <a:lnTo>
                    <a:pt x="3254445" y="35817"/>
                  </a:lnTo>
                  <a:lnTo>
                    <a:pt x="3253373" y="35720"/>
                  </a:lnTo>
                  <a:lnTo>
                    <a:pt x="3252302" y="35623"/>
                  </a:lnTo>
                  <a:lnTo>
                    <a:pt x="3251230" y="35526"/>
                  </a:lnTo>
                  <a:lnTo>
                    <a:pt x="3250159" y="35430"/>
                  </a:lnTo>
                  <a:lnTo>
                    <a:pt x="3249087" y="35333"/>
                  </a:lnTo>
                  <a:lnTo>
                    <a:pt x="3248015" y="35238"/>
                  </a:lnTo>
                  <a:lnTo>
                    <a:pt x="3246944" y="35142"/>
                  </a:lnTo>
                  <a:lnTo>
                    <a:pt x="3245872" y="35047"/>
                  </a:lnTo>
                  <a:lnTo>
                    <a:pt x="3244801" y="34952"/>
                  </a:lnTo>
                  <a:lnTo>
                    <a:pt x="3243729" y="34857"/>
                  </a:lnTo>
                  <a:lnTo>
                    <a:pt x="3242657" y="34763"/>
                  </a:lnTo>
                  <a:lnTo>
                    <a:pt x="3241586" y="34669"/>
                  </a:lnTo>
                  <a:lnTo>
                    <a:pt x="3240514" y="34576"/>
                  </a:lnTo>
                  <a:lnTo>
                    <a:pt x="3239443" y="34482"/>
                  </a:lnTo>
                  <a:lnTo>
                    <a:pt x="3238371" y="34389"/>
                  </a:lnTo>
                  <a:lnTo>
                    <a:pt x="3237299" y="34296"/>
                  </a:lnTo>
                  <a:lnTo>
                    <a:pt x="3236228" y="34204"/>
                  </a:lnTo>
                  <a:lnTo>
                    <a:pt x="3235156" y="34112"/>
                  </a:lnTo>
                  <a:lnTo>
                    <a:pt x="3234085" y="34020"/>
                  </a:lnTo>
                  <a:lnTo>
                    <a:pt x="3233013" y="33929"/>
                  </a:lnTo>
                  <a:lnTo>
                    <a:pt x="3231941" y="33837"/>
                  </a:lnTo>
                  <a:lnTo>
                    <a:pt x="3230870" y="33747"/>
                  </a:lnTo>
                  <a:lnTo>
                    <a:pt x="3229798" y="33656"/>
                  </a:lnTo>
                  <a:lnTo>
                    <a:pt x="3228727" y="33566"/>
                  </a:lnTo>
                  <a:lnTo>
                    <a:pt x="3227655" y="33476"/>
                  </a:lnTo>
                  <a:lnTo>
                    <a:pt x="3226583" y="33386"/>
                  </a:lnTo>
                  <a:lnTo>
                    <a:pt x="3225512" y="33297"/>
                  </a:lnTo>
                  <a:lnTo>
                    <a:pt x="3224440" y="33208"/>
                  </a:lnTo>
                  <a:lnTo>
                    <a:pt x="3223369" y="33120"/>
                  </a:lnTo>
                  <a:lnTo>
                    <a:pt x="3222297" y="33031"/>
                  </a:lnTo>
                  <a:lnTo>
                    <a:pt x="3221225" y="32943"/>
                  </a:lnTo>
                  <a:lnTo>
                    <a:pt x="3220154" y="32856"/>
                  </a:lnTo>
                  <a:lnTo>
                    <a:pt x="3219082" y="32768"/>
                  </a:lnTo>
                  <a:lnTo>
                    <a:pt x="3218011" y="32681"/>
                  </a:lnTo>
                  <a:lnTo>
                    <a:pt x="3216939" y="32594"/>
                  </a:lnTo>
                  <a:lnTo>
                    <a:pt x="3215867" y="32508"/>
                  </a:lnTo>
                  <a:lnTo>
                    <a:pt x="3214796" y="32422"/>
                  </a:lnTo>
                  <a:lnTo>
                    <a:pt x="3213724" y="32336"/>
                  </a:lnTo>
                  <a:lnTo>
                    <a:pt x="3212653" y="32251"/>
                  </a:lnTo>
                  <a:lnTo>
                    <a:pt x="3211581" y="32166"/>
                  </a:lnTo>
                  <a:lnTo>
                    <a:pt x="3210509" y="32081"/>
                  </a:lnTo>
                  <a:lnTo>
                    <a:pt x="3209438" y="31997"/>
                  </a:lnTo>
                  <a:lnTo>
                    <a:pt x="3208366" y="31912"/>
                  </a:lnTo>
                  <a:lnTo>
                    <a:pt x="3207295" y="31829"/>
                  </a:lnTo>
                  <a:lnTo>
                    <a:pt x="3206223" y="31745"/>
                  </a:lnTo>
                  <a:lnTo>
                    <a:pt x="3205151" y="31662"/>
                  </a:lnTo>
                  <a:lnTo>
                    <a:pt x="3204080" y="31579"/>
                  </a:lnTo>
                  <a:lnTo>
                    <a:pt x="3203008" y="31497"/>
                  </a:lnTo>
                  <a:lnTo>
                    <a:pt x="3201937" y="31415"/>
                  </a:lnTo>
                  <a:lnTo>
                    <a:pt x="3200865" y="31333"/>
                  </a:lnTo>
                  <a:lnTo>
                    <a:pt x="3199793" y="31251"/>
                  </a:lnTo>
                  <a:lnTo>
                    <a:pt x="3198722" y="31170"/>
                  </a:lnTo>
                  <a:lnTo>
                    <a:pt x="3197650" y="31090"/>
                  </a:lnTo>
                  <a:lnTo>
                    <a:pt x="3196579" y="31009"/>
                  </a:lnTo>
                  <a:lnTo>
                    <a:pt x="3195507" y="30929"/>
                  </a:lnTo>
                  <a:lnTo>
                    <a:pt x="3194436" y="30849"/>
                  </a:lnTo>
                  <a:lnTo>
                    <a:pt x="3193364" y="30770"/>
                  </a:lnTo>
                  <a:lnTo>
                    <a:pt x="3192292" y="30691"/>
                  </a:lnTo>
                  <a:lnTo>
                    <a:pt x="3191221" y="30612"/>
                  </a:lnTo>
                  <a:lnTo>
                    <a:pt x="3190149" y="30533"/>
                  </a:lnTo>
                  <a:lnTo>
                    <a:pt x="3189078" y="30455"/>
                  </a:lnTo>
                  <a:lnTo>
                    <a:pt x="3188006" y="30378"/>
                  </a:lnTo>
                  <a:lnTo>
                    <a:pt x="3186934" y="30300"/>
                  </a:lnTo>
                  <a:lnTo>
                    <a:pt x="3185863" y="30223"/>
                  </a:lnTo>
                  <a:lnTo>
                    <a:pt x="3184791" y="30146"/>
                  </a:lnTo>
                  <a:lnTo>
                    <a:pt x="3183720" y="30070"/>
                  </a:lnTo>
                  <a:lnTo>
                    <a:pt x="3182648" y="29994"/>
                  </a:lnTo>
                  <a:lnTo>
                    <a:pt x="3181576" y="29918"/>
                  </a:lnTo>
                  <a:lnTo>
                    <a:pt x="3180505" y="29843"/>
                  </a:lnTo>
                  <a:lnTo>
                    <a:pt x="3179433" y="29768"/>
                  </a:lnTo>
                  <a:lnTo>
                    <a:pt x="3178362" y="29693"/>
                  </a:lnTo>
                  <a:lnTo>
                    <a:pt x="3177290" y="29619"/>
                  </a:lnTo>
                  <a:lnTo>
                    <a:pt x="3176218" y="29545"/>
                  </a:lnTo>
                  <a:lnTo>
                    <a:pt x="3175147" y="29471"/>
                  </a:lnTo>
                  <a:lnTo>
                    <a:pt x="3174075" y="29398"/>
                  </a:lnTo>
                  <a:lnTo>
                    <a:pt x="3173004" y="29325"/>
                  </a:lnTo>
                  <a:lnTo>
                    <a:pt x="3171932" y="29252"/>
                  </a:lnTo>
                  <a:lnTo>
                    <a:pt x="3170860" y="29180"/>
                  </a:lnTo>
                  <a:lnTo>
                    <a:pt x="3169789" y="29108"/>
                  </a:lnTo>
                  <a:lnTo>
                    <a:pt x="3168717" y="29037"/>
                  </a:lnTo>
                  <a:lnTo>
                    <a:pt x="3167646" y="28965"/>
                  </a:lnTo>
                  <a:lnTo>
                    <a:pt x="3166574" y="28894"/>
                  </a:lnTo>
                  <a:lnTo>
                    <a:pt x="3165502" y="28824"/>
                  </a:lnTo>
                  <a:lnTo>
                    <a:pt x="3164431" y="28754"/>
                  </a:lnTo>
                  <a:lnTo>
                    <a:pt x="3163359" y="28684"/>
                  </a:lnTo>
                  <a:lnTo>
                    <a:pt x="3162288" y="28615"/>
                  </a:lnTo>
                  <a:lnTo>
                    <a:pt x="3161216" y="28546"/>
                  </a:lnTo>
                  <a:lnTo>
                    <a:pt x="3160144" y="28477"/>
                  </a:lnTo>
                  <a:lnTo>
                    <a:pt x="3159073" y="28408"/>
                  </a:lnTo>
                  <a:lnTo>
                    <a:pt x="3158001" y="28340"/>
                  </a:lnTo>
                  <a:lnTo>
                    <a:pt x="3156930" y="28273"/>
                  </a:lnTo>
                  <a:lnTo>
                    <a:pt x="3155858" y="28206"/>
                  </a:lnTo>
                  <a:lnTo>
                    <a:pt x="3154786" y="28139"/>
                  </a:lnTo>
                  <a:lnTo>
                    <a:pt x="3153715" y="28072"/>
                  </a:lnTo>
                  <a:lnTo>
                    <a:pt x="3152643" y="28006"/>
                  </a:lnTo>
                  <a:lnTo>
                    <a:pt x="3151572" y="27940"/>
                  </a:lnTo>
                  <a:lnTo>
                    <a:pt x="3150500" y="27874"/>
                  </a:lnTo>
                  <a:lnTo>
                    <a:pt x="3149428" y="27809"/>
                  </a:lnTo>
                  <a:lnTo>
                    <a:pt x="3148357" y="27745"/>
                  </a:lnTo>
                  <a:lnTo>
                    <a:pt x="3147285" y="27680"/>
                  </a:lnTo>
                  <a:lnTo>
                    <a:pt x="3146214" y="27616"/>
                  </a:lnTo>
                  <a:lnTo>
                    <a:pt x="3145142" y="27553"/>
                  </a:lnTo>
                  <a:lnTo>
                    <a:pt x="3144070" y="27489"/>
                  </a:lnTo>
                  <a:lnTo>
                    <a:pt x="3142999" y="27426"/>
                  </a:lnTo>
                  <a:lnTo>
                    <a:pt x="3141927" y="27364"/>
                  </a:lnTo>
                  <a:lnTo>
                    <a:pt x="3140856" y="27301"/>
                  </a:lnTo>
                  <a:lnTo>
                    <a:pt x="3139784" y="27240"/>
                  </a:lnTo>
                  <a:lnTo>
                    <a:pt x="3138712" y="27178"/>
                  </a:lnTo>
                  <a:lnTo>
                    <a:pt x="3137641" y="27117"/>
                  </a:lnTo>
                  <a:lnTo>
                    <a:pt x="3136569" y="27056"/>
                  </a:lnTo>
                  <a:lnTo>
                    <a:pt x="3135498" y="26996"/>
                  </a:lnTo>
                  <a:lnTo>
                    <a:pt x="3134426" y="26936"/>
                  </a:lnTo>
                  <a:lnTo>
                    <a:pt x="3133354" y="26876"/>
                  </a:lnTo>
                  <a:lnTo>
                    <a:pt x="3132283" y="26817"/>
                  </a:lnTo>
                  <a:lnTo>
                    <a:pt x="3131211" y="26758"/>
                  </a:lnTo>
                  <a:lnTo>
                    <a:pt x="3130140" y="26700"/>
                  </a:lnTo>
                  <a:lnTo>
                    <a:pt x="3129068" y="26642"/>
                  </a:lnTo>
                  <a:lnTo>
                    <a:pt x="3127996" y="26584"/>
                  </a:lnTo>
                  <a:lnTo>
                    <a:pt x="3126925" y="26527"/>
                  </a:lnTo>
                  <a:lnTo>
                    <a:pt x="3125853" y="26470"/>
                  </a:lnTo>
                  <a:lnTo>
                    <a:pt x="3124782" y="26413"/>
                  </a:lnTo>
                  <a:lnTo>
                    <a:pt x="3123710" y="26357"/>
                  </a:lnTo>
                  <a:lnTo>
                    <a:pt x="3122638" y="26301"/>
                  </a:lnTo>
                  <a:lnTo>
                    <a:pt x="3121567" y="26245"/>
                  </a:lnTo>
                  <a:lnTo>
                    <a:pt x="3120495" y="26190"/>
                  </a:lnTo>
                  <a:lnTo>
                    <a:pt x="3119424" y="26135"/>
                  </a:lnTo>
                  <a:lnTo>
                    <a:pt x="3118352" y="26081"/>
                  </a:lnTo>
                  <a:lnTo>
                    <a:pt x="3117280" y="26027"/>
                  </a:lnTo>
                  <a:lnTo>
                    <a:pt x="3116209" y="25974"/>
                  </a:lnTo>
                  <a:lnTo>
                    <a:pt x="3115137" y="25920"/>
                  </a:lnTo>
                  <a:lnTo>
                    <a:pt x="3114066" y="25868"/>
                  </a:lnTo>
                  <a:lnTo>
                    <a:pt x="3112994" y="25815"/>
                  </a:lnTo>
                  <a:lnTo>
                    <a:pt x="3111922" y="25763"/>
                  </a:lnTo>
                  <a:lnTo>
                    <a:pt x="3110851" y="25711"/>
                  </a:lnTo>
                  <a:lnTo>
                    <a:pt x="3109779" y="25660"/>
                  </a:lnTo>
                  <a:lnTo>
                    <a:pt x="3108708" y="25609"/>
                  </a:lnTo>
                  <a:lnTo>
                    <a:pt x="3107636" y="25559"/>
                  </a:lnTo>
                  <a:lnTo>
                    <a:pt x="3106564" y="25509"/>
                  </a:lnTo>
                  <a:lnTo>
                    <a:pt x="3105493" y="25459"/>
                  </a:lnTo>
                  <a:lnTo>
                    <a:pt x="3104421" y="25409"/>
                  </a:lnTo>
                  <a:lnTo>
                    <a:pt x="3103350" y="25360"/>
                  </a:lnTo>
                  <a:lnTo>
                    <a:pt x="3102278" y="25312"/>
                  </a:lnTo>
                  <a:lnTo>
                    <a:pt x="3101206" y="25264"/>
                  </a:lnTo>
                  <a:lnTo>
                    <a:pt x="3100135" y="25216"/>
                  </a:lnTo>
                  <a:lnTo>
                    <a:pt x="3099063" y="25169"/>
                  </a:lnTo>
                  <a:lnTo>
                    <a:pt x="3097992" y="25122"/>
                  </a:lnTo>
                  <a:lnTo>
                    <a:pt x="3096920" y="25075"/>
                  </a:lnTo>
                  <a:lnTo>
                    <a:pt x="3095848" y="25029"/>
                  </a:lnTo>
                  <a:lnTo>
                    <a:pt x="3094777" y="24983"/>
                  </a:lnTo>
                  <a:lnTo>
                    <a:pt x="3093705" y="24937"/>
                  </a:lnTo>
                  <a:lnTo>
                    <a:pt x="3092634" y="24892"/>
                  </a:lnTo>
                  <a:lnTo>
                    <a:pt x="3091562" y="24848"/>
                  </a:lnTo>
                  <a:lnTo>
                    <a:pt x="3090490" y="24804"/>
                  </a:lnTo>
                  <a:lnTo>
                    <a:pt x="3089419" y="24760"/>
                  </a:lnTo>
                  <a:lnTo>
                    <a:pt x="3088347" y="24716"/>
                  </a:lnTo>
                  <a:lnTo>
                    <a:pt x="3087276" y="24673"/>
                  </a:lnTo>
                  <a:lnTo>
                    <a:pt x="3086204" y="24631"/>
                  </a:lnTo>
                  <a:lnTo>
                    <a:pt x="3085132" y="24588"/>
                  </a:lnTo>
                  <a:lnTo>
                    <a:pt x="3084061" y="24546"/>
                  </a:lnTo>
                  <a:lnTo>
                    <a:pt x="3082989" y="24505"/>
                  </a:lnTo>
                  <a:lnTo>
                    <a:pt x="3081918" y="24464"/>
                  </a:lnTo>
                  <a:lnTo>
                    <a:pt x="3080846" y="24423"/>
                  </a:lnTo>
                  <a:lnTo>
                    <a:pt x="3079774" y="24383"/>
                  </a:lnTo>
                  <a:lnTo>
                    <a:pt x="3078703" y="24343"/>
                  </a:lnTo>
                  <a:lnTo>
                    <a:pt x="3077631" y="24304"/>
                  </a:lnTo>
                  <a:lnTo>
                    <a:pt x="3076560" y="24265"/>
                  </a:lnTo>
                  <a:lnTo>
                    <a:pt x="3075488" y="24226"/>
                  </a:lnTo>
                  <a:lnTo>
                    <a:pt x="3074416" y="24188"/>
                  </a:lnTo>
                  <a:lnTo>
                    <a:pt x="3073345" y="24150"/>
                  </a:lnTo>
                  <a:lnTo>
                    <a:pt x="3072273" y="24113"/>
                  </a:lnTo>
                  <a:lnTo>
                    <a:pt x="3071202" y="24076"/>
                  </a:lnTo>
                  <a:lnTo>
                    <a:pt x="3070130" y="24039"/>
                  </a:lnTo>
                  <a:lnTo>
                    <a:pt x="3069058" y="24003"/>
                  </a:lnTo>
                  <a:lnTo>
                    <a:pt x="3067987" y="23967"/>
                  </a:lnTo>
                  <a:lnTo>
                    <a:pt x="3066915" y="23932"/>
                  </a:lnTo>
                  <a:lnTo>
                    <a:pt x="3065844" y="23897"/>
                  </a:lnTo>
                  <a:lnTo>
                    <a:pt x="3064772" y="23862"/>
                  </a:lnTo>
                  <a:lnTo>
                    <a:pt x="3063700" y="23828"/>
                  </a:lnTo>
                  <a:lnTo>
                    <a:pt x="3062629" y="23794"/>
                  </a:lnTo>
                  <a:lnTo>
                    <a:pt x="3061557" y="23761"/>
                  </a:lnTo>
                  <a:lnTo>
                    <a:pt x="3060486" y="23728"/>
                  </a:lnTo>
                  <a:lnTo>
                    <a:pt x="3059414" y="23695"/>
                  </a:lnTo>
                  <a:lnTo>
                    <a:pt x="3058342" y="23663"/>
                  </a:lnTo>
                  <a:lnTo>
                    <a:pt x="3057271" y="23632"/>
                  </a:lnTo>
                  <a:lnTo>
                    <a:pt x="3056199" y="23600"/>
                  </a:lnTo>
                  <a:lnTo>
                    <a:pt x="3055128" y="23570"/>
                  </a:lnTo>
                  <a:lnTo>
                    <a:pt x="3054056" y="23539"/>
                  </a:lnTo>
                  <a:lnTo>
                    <a:pt x="3052984" y="23509"/>
                  </a:lnTo>
                  <a:lnTo>
                    <a:pt x="3051913" y="23480"/>
                  </a:lnTo>
                  <a:lnTo>
                    <a:pt x="3050841" y="23450"/>
                  </a:lnTo>
                  <a:lnTo>
                    <a:pt x="3049770" y="23422"/>
                  </a:lnTo>
                  <a:lnTo>
                    <a:pt x="3048698" y="23393"/>
                  </a:lnTo>
                  <a:lnTo>
                    <a:pt x="3047626" y="23365"/>
                  </a:lnTo>
                  <a:lnTo>
                    <a:pt x="3046555" y="23338"/>
                  </a:lnTo>
                  <a:lnTo>
                    <a:pt x="3045483" y="23311"/>
                  </a:lnTo>
                  <a:lnTo>
                    <a:pt x="3044412" y="23284"/>
                  </a:lnTo>
                  <a:lnTo>
                    <a:pt x="3043340" y="23258"/>
                  </a:lnTo>
                  <a:lnTo>
                    <a:pt x="3042268" y="23232"/>
                  </a:lnTo>
                  <a:lnTo>
                    <a:pt x="3041197" y="23207"/>
                  </a:lnTo>
                  <a:lnTo>
                    <a:pt x="3040125" y="23182"/>
                  </a:lnTo>
                  <a:lnTo>
                    <a:pt x="3039054" y="23157"/>
                  </a:lnTo>
                  <a:lnTo>
                    <a:pt x="3037982" y="23133"/>
                  </a:lnTo>
                  <a:lnTo>
                    <a:pt x="3036910" y="23110"/>
                  </a:lnTo>
                  <a:lnTo>
                    <a:pt x="3035839" y="23086"/>
                  </a:lnTo>
                  <a:lnTo>
                    <a:pt x="3034767" y="23063"/>
                  </a:lnTo>
                  <a:lnTo>
                    <a:pt x="3033696" y="23041"/>
                  </a:lnTo>
                  <a:lnTo>
                    <a:pt x="3032624" y="23019"/>
                  </a:lnTo>
                  <a:lnTo>
                    <a:pt x="3031552" y="22997"/>
                  </a:lnTo>
                  <a:lnTo>
                    <a:pt x="3030481" y="22976"/>
                  </a:lnTo>
                  <a:lnTo>
                    <a:pt x="3029409" y="22956"/>
                  </a:lnTo>
                  <a:lnTo>
                    <a:pt x="3028338" y="22935"/>
                  </a:lnTo>
                  <a:lnTo>
                    <a:pt x="3027266" y="22916"/>
                  </a:lnTo>
                  <a:lnTo>
                    <a:pt x="3026194" y="22896"/>
                  </a:lnTo>
                  <a:lnTo>
                    <a:pt x="3025123" y="22877"/>
                  </a:lnTo>
                  <a:lnTo>
                    <a:pt x="3024051" y="22859"/>
                  </a:lnTo>
                  <a:lnTo>
                    <a:pt x="3022980" y="22841"/>
                  </a:lnTo>
                  <a:lnTo>
                    <a:pt x="3021908" y="22823"/>
                  </a:lnTo>
                  <a:lnTo>
                    <a:pt x="3020836" y="22806"/>
                  </a:lnTo>
                  <a:lnTo>
                    <a:pt x="3019765" y="22789"/>
                  </a:lnTo>
                  <a:lnTo>
                    <a:pt x="3018693" y="22773"/>
                  </a:lnTo>
                  <a:lnTo>
                    <a:pt x="3017622" y="22757"/>
                  </a:lnTo>
                  <a:lnTo>
                    <a:pt x="3016550" y="22741"/>
                  </a:lnTo>
                  <a:lnTo>
                    <a:pt x="3015479" y="22726"/>
                  </a:lnTo>
                  <a:lnTo>
                    <a:pt x="3014407" y="22711"/>
                  </a:lnTo>
                  <a:lnTo>
                    <a:pt x="3013335" y="22697"/>
                  </a:lnTo>
                  <a:lnTo>
                    <a:pt x="3012264" y="22683"/>
                  </a:lnTo>
                  <a:lnTo>
                    <a:pt x="3011192" y="22670"/>
                  </a:lnTo>
                  <a:lnTo>
                    <a:pt x="3010121" y="22657"/>
                  </a:lnTo>
                  <a:lnTo>
                    <a:pt x="3009049" y="22645"/>
                  </a:lnTo>
                  <a:lnTo>
                    <a:pt x="3007977" y="22633"/>
                  </a:lnTo>
                  <a:lnTo>
                    <a:pt x="3006906" y="22621"/>
                  </a:lnTo>
                  <a:lnTo>
                    <a:pt x="3005834" y="22610"/>
                  </a:lnTo>
                  <a:lnTo>
                    <a:pt x="3004763" y="22600"/>
                  </a:lnTo>
                  <a:lnTo>
                    <a:pt x="3003691" y="22589"/>
                  </a:lnTo>
                  <a:lnTo>
                    <a:pt x="3002619" y="22580"/>
                  </a:lnTo>
                  <a:lnTo>
                    <a:pt x="3001548" y="22570"/>
                  </a:lnTo>
                  <a:lnTo>
                    <a:pt x="3000476" y="22561"/>
                  </a:lnTo>
                  <a:lnTo>
                    <a:pt x="2999405" y="22553"/>
                  </a:lnTo>
                  <a:lnTo>
                    <a:pt x="2998333" y="22545"/>
                  </a:lnTo>
                  <a:lnTo>
                    <a:pt x="2997261" y="22537"/>
                  </a:lnTo>
                  <a:lnTo>
                    <a:pt x="2996190" y="22530"/>
                  </a:lnTo>
                  <a:lnTo>
                    <a:pt x="2995118" y="22523"/>
                  </a:lnTo>
                  <a:lnTo>
                    <a:pt x="2994047" y="22517"/>
                  </a:lnTo>
                  <a:lnTo>
                    <a:pt x="2992975" y="22511"/>
                  </a:lnTo>
                  <a:lnTo>
                    <a:pt x="2991903" y="22506"/>
                  </a:lnTo>
                  <a:lnTo>
                    <a:pt x="2990832" y="22501"/>
                  </a:lnTo>
                  <a:lnTo>
                    <a:pt x="2989760" y="22497"/>
                  </a:lnTo>
                  <a:lnTo>
                    <a:pt x="2988689" y="22493"/>
                  </a:lnTo>
                  <a:lnTo>
                    <a:pt x="2987617" y="22489"/>
                  </a:lnTo>
                  <a:lnTo>
                    <a:pt x="2986545" y="22486"/>
                  </a:lnTo>
                  <a:lnTo>
                    <a:pt x="2985474" y="22483"/>
                  </a:lnTo>
                  <a:lnTo>
                    <a:pt x="2984402" y="22481"/>
                  </a:lnTo>
                  <a:lnTo>
                    <a:pt x="2983331" y="22479"/>
                  </a:lnTo>
                  <a:lnTo>
                    <a:pt x="2982259" y="22478"/>
                  </a:lnTo>
                  <a:lnTo>
                    <a:pt x="2981187" y="22477"/>
                  </a:lnTo>
                  <a:lnTo>
                    <a:pt x="2980116" y="22476"/>
                  </a:lnTo>
                  <a:lnTo>
                    <a:pt x="2979044" y="22476"/>
                  </a:lnTo>
                  <a:lnTo>
                    <a:pt x="2977973" y="22477"/>
                  </a:lnTo>
                  <a:lnTo>
                    <a:pt x="2976901" y="22477"/>
                  </a:lnTo>
                  <a:lnTo>
                    <a:pt x="2975829" y="22479"/>
                  </a:lnTo>
                  <a:lnTo>
                    <a:pt x="2974758" y="22480"/>
                  </a:lnTo>
                  <a:lnTo>
                    <a:pt x="2973686" y="22483"/>
                  </a:lnTo>
                  <a:lnTo>
                    <a:pt x="2972615" y="22485"/>
                  </a:lnTo>
                  <a:lnTo>
                    <a:pt x="2971543" y="22488"/>
                  </a:lnTo>
                  <a:lnTo>
                    <a:pt x="2970471" y="22492"/>
                  </a:lnTo>
                  <a:lnTo>
                    <a:pt x="2969400" y="22496"/>
                  </a:lnTo>
                  <a:lnTo>
                    <a:pt x="2968328" y="22500"/>
                  </a:lnTo>
                  <a:lnTo>
                    <a:pt x="2967257" y="22505"/>
                  </a:lnTo>
                  <a:lnTo>
                    <a:pt x="2966185" y="22510"/>
                  </a:lnTo>
                  <a:lnTo>
                    <a:pt x="2965113" y="22516"/>
                  </a:lnTo>
                  <a:lnTo>
                    <a:pt x="2964042" y="22522"/>
                  </a:lnTo>
                  <a:lnTo>
                    <a:pt x="2962970" y="22529"/>
                  </a:lnTo>
                  <a:lnTo>
                    <a:pt x="2961899" y="22536"/>
                  </a:lnTo>
                  <a:lnTo>
                    <a:pt x="2960827" y="22544"/>
                  </a:lnTo>
                  <a:lnTo>
                    <a:pt x="2959755" y="22551"/>
                  </a:lnTo>
                  <a:lnTo>
                    <a:pt x="2958684" y="22560"/>
                  </a:lnTo>
                  <a:lnTo>
                    <a:pt x="2957612" y="22569"/>
                  </a:lnTo>
                  <a:lnTo>
                    <a:pt x="2956541" y="22578"/>
                  </a:lnTo>
                  <a:lnTo>
                    <a:pt x="2955469" y="22588"/>
                  </a:lnTo>
                  <a:lnTo>
                    <a:pt x="2954397" y="22598"/>
                  </a:lnTo>
                  <a:lnTo>
                    <a:pt x="2953326" y="22609"/>
                  </a:lnTo>
                  <a:lnTo>
                    <a:pt x="2952254" y="22620"/>
                  </a:lnTo>
                  <a:lnTo>
                    <a:pt x="2951183" y="22631"/>
                  </a:lnTo>
                  <a:lnTo>
                    <a:pt x="2950111" y="22643"/>
                  </a:lnTo>
                  <a:lnTo>
                    <a:pt x="2949039" y="22656"/>
                  </a:lnTo>
                  <a:lnTo>
                    <a:pt x="2947968" y="22668"/>
                  </a:lnTo>
                  <a:lnTo>
                    <a:pt x="2946896" y="22682"/>
                  </a:lnTo>
                  <a:lnTo>
                    <a:pt x="2945825" y="22695"/>
                  </a:lnTo>
                  <a:lnTo>
                    <a:pt x="2944753" y="22710"/>
                  </a:lnTo>
                  <a:lnTo>
                    <a:pt x="2943681" y="22724"/>
                  </a:lnTo>
                  <a:lnTo>
                    <a:pt x="2942610" y="22739"/>
                  </a:lnTo>
                  <a:lnTo>
                    <a:pt x="2941538" y="22755"/>
                  </a:lnTo>
                  <a:lnTo>
                    <a:pt x="2940467" y="22771"/>
                  </a:lnTo>
                  <a:lnTo>
                    <a:pt x="2939395" y="22787"/>
                  </a:lnTo>
                  <a:lnTo>
                    <a:pt x="2938323" y="22804"/>
                  </a:lnTo>
                  <a:lnTo>
                    <a:pt x="2937252" y="22821"/>
                  </a:lnTo>
                  <a:lnTo>
                    <a:pt x="2936180" y="22839"/>
                  </a:lnTo>
                  <a:lnTo>
                    <a:pt x="2935109" y="22857"/>
                  </a:lnTo>
                  <a:lnTo>
                    <a:pt x="2934037" y="22876"/>
                  </a:lnTo>
                  <a:lnTo>
                    <a:pt x="2932965" y="22895"/>
                  </a:lnTo>
                  <a:lnTo>
                    <a:pt x="2931894" y="22914"/>
                  </a:lnTo>
                  <a:lnTo>
                    <a:pt x="2930822" y="22934"/>
                  </a:lnTo>
                  <a:lnTo>
                    <a:pt x="2929751" y="22954"/>
                  </a:lnTo>
                  <a:lnTo>
                    <a:pt x="2928679" y="22975"/>
                  </a:lnTo>
                  <a:lnTo>
                    <a:pt x="2927607" y="22996"/>
                  </a:lnTo>
                  <a:lnTo>
                    <a:pt x="2926536" y="23018"/>
                  </a:lnTo>
                  <a:lnTo>
                    <a:pt x="2925464" y="23040"/>
                  </a:lnTo>
                  <a:lnTo>
                    <a:pt x="2924393" y="23063"/>
                  </a:lnTo>
                  <a:lnTo>
                    <a:pt x="2923321" y="23086"/>
                  </a:lnTo>
                  <a:lnTo>
                    <a:pt x="2922249" y="23109"/>
                  </a:lnTo>
                  <a:lnTo>
                    <a:pt x="2921178" y="23133"/>
                  </a:lnTo>
                  <a:lnTo>
                    <a:pt x="2920106" y="23157"/>
                  </a:lnTo>
                  <a:lnTo>
                    <a:pt x="2919035" y="23182"/>
                  </a:lnTo>
                  <a:lnTo>
                    <a:pt x="2917963" y="23207"/>
                  </a:lnTo>
                  <a:lnTo>
                    <a:pt x="2916891" y="23233"/>
                  </a:lnTo>
                  <a:lnTo>
                    <a:pt x="2915820" y="23259"/>
                  </a:lnTo>
                  <a:lnTo>
                    <a:pt x="2914748" y="23285"/>
                  </a:lnTo>
                  <a:lnTo>
                    <a:pt x="2913677" y="23312"/>
                  </a:lnTo>
                  <a:lnTo>
                    <a:pt x="2912605" y="23339"/>
                  </a:lnTo>
                  <a:lnTo>
                    <a:pt x="2911533" y="23367"/>
                  </a:lnTo>
                  <a:lnTo>
                    <a:pt x="2910462" y="23395"/>
                  </a:lnTo>
                  <a:lnTo>
                    <a:pt x="2909390" y="23424"/>
                  </a:lnTo>
                  <a:lnTo>
                    <a:pt x="2908319" y="23453"/>
                  </a:lnTo>
                  <a:lnTo>
                    <a:pt x="2907247" y="23482"/>
                  </a:lnTo>
                  <a:lnTo>
                    <a:pt x="2906175" y="23512"/>
                  </a:lnTo>
                  <a:lnTo>
                    <a:pt x="2905104" y="23543"/>
                  </a:lnTo>
                  <a:lnTo>
                    <a:pt x="2904032" y="23573"/>
                  </a:lnTo>
                  <a:lnTo>
                    <a:pt x="2902961" y="23605"/>
                  </a:lnTo>
                  <a:lnTo>
                    <a:pt x="2901889" y="23636"/>
                  </a:lnTo>
                  <a:lnTo>
                    <a:pt x="2900817" y="23668"/>
                  </a:lnTo>
                  <a:lnTo>
                    <a:pt x="2899746" y="23701"/>
                  </a:lnTo>
                  <a:lnTo>
                    <a:pt x="2898674" y="23734"/>
                  </a:lnTo>
                  <a:lnTo>
                    <a:pt x="2897603" y="23767"/>
                  </a:lnTo>
                  <a:lnTo>
                    <a:pt x="2896531" y="23801"/>
                  </a:lnTo>
                  <a:lnTo>
                    <a:pt x="2895459" y="23835"/>
                  </a:lnTo>
                  <a:lnTo>
                    <a:pt x="2894388" y="23870"/>
                  </a:lnTo>
                  <a:lnTo>
                    <a:pt x="2893316" y="23905"/>
                  </a:lnTo>
                  <a:lnTo>
                    <a:pt x="2892245" y="23940"/>
                  </a:lnTo>
                  <a:lnTo>
                    <a:pt x="2891173" y="23976"/>
                  </a:lnTo>
                  <a:lnTo>
                    <a:pt x="2890101" y="24012"/>
                  </a:lnTo>
                  <a:lnTo>
                    <a:pt x="2889030" y="24049"/>
                  </a:lnTo>
                  <a:lnTo>
                    <a:pt x="2887958" y="24086"/>
                  </a:lnTo>
                  <a:lnTo>
                    <a:pt x="2886887" y="24124"/>
                  </a:lnTo>
                  <a:lnTo>
                    <a:pt x="2885815" y="24162"/>
                  </a:lnTo>
                  <a:lnTo>
                    <a:pt x="2884743" y="24200"/>
                  </a:lnTo>
                  <a:lnTo>
                    <a:pt x="2883672" y="24239"/>
                  </a:lnTo>
                  <a:lnTo>
                    <a:pt x="2882600" y="24278"/>
                  </a:lnTo>
                  <a:lnTo>
                    <a:pt x="2881529" y="24318"/>
                  </a:lnTo>
                  <a:lnTo>
                    <a:pt x="2880457" y="24358"/>
                  </a:lnTo>
                  <a:lnTo>
                    <a:pt x="2879385" y="24399"/>
                  </a:lnTo>
                  <a:lnTo>
                    <a:pt x="2878314" y="24439"/>
                  </a:lnTo>
                  <a:lnTo>
                    <a:pt x="2877242" y="24481"/>
                  </a:lnTo>
                  <a:lnTo>
                    <a:pt x="2876171" y="24523"/>
                  </a:lnTo>
                  <a:lnTo>
                    <a:pt x="2875099" y="24565"/>
                  </a:lnTo>
                  <a:lnTo>
                    <a:pt x="2874027" y="24607"/>
                  </a:lnTo>
                  <a:lnTo>
                    <a:pt x="2872956" y="24650"/>
                  </a:lnTo>
                  <a:lnTo>
                    <a:pt x="2871884" y="24694"/>
                  </a:lnTo>
                  <a:lnTo>
                    <a:pt x="2870813" y="24737"/>
                  </a:lnTo>
                  <a:lnTo>
                    <a:pt x="2869741" y="24782"/>
                  </a:lnTo>
                  <a:lnTo>
                    <a:pt x="2868669" y="24826"/>
                  </a:lnTo>
                  <a:lnTo>
                    <a:pt x="2867598" y="24871"/>
                  </a:lnTo>
                  <a:lnTo>
                    <a:pt x="2866526" y="24917"/>
                  </a:lnTo>
                  <a:lnTo>
                    <a:pt x="2865455" y="24963"/>
                  </a:lnTo>
                  <a:lnTo>
                    <a:pt x="2864383" y="25009"/>
                  </a:lnTo>
                  <a:lnTo>
                    <a:pt x="2863311" y="25055"/>
                  </a:lnTo>
                  <a:lnTo>
                    <a:pt x="2862240" y="25103"/>
                  </a:lnTo>
                  <a:lnTo>
                    <a:pt x="2861168" y="25150"/>
                  </a:lnTo>
                  <a:lnTo>
                    <a:pt x="2860097" y="25198"/>
                  </a:lnTo>
                  <a:lnTo>
                    <a:pt x="2859025" y="25246"/>
                  </a:lnTo>
                  <a:lnTo>
                    <a:pt x="2857953" y="25295"/>
                  </a:lnTo>
                  <a:lnTo>
                    <a:pt x="2856882" y="25344"/>
                  </a:lnTo>
                  <a:lnTo>
                    <a:pt x="2855810" y="25393"/>
                  </a:lnTo>
                  <a:lnTo>
                    <a:pt x="2854739" y="25443"/>
                  </a:lnTo>
                  <a:lnTo>
                    <a:pt x="2853667" y="25493"/>
                  </a:lnTo>
                  <a:lnTo>
                    <a:pt x="2852595" y="25544"/>
                  </a:lnTo>
                  <a:lnTo>
                    <a:pt x="2851524" y="25595"/>
                  </a:lnTo>
                  <a:lnTo>
                    <a:pt x="2850452" y="25647"/>
                  </a:lnTo>
                  <a:lnTo>
                    <a:pt x="2849381" y="25698"/>
                  </a:lnTo>
                  <a:lnTo>
                    <a:pt x="2848309" y="25751"/>
                  </a:lnTo>
                  <a:lnTo>
                    <a:pt x="2847237" y="25803"/>
                  </a:lnTo>
                  <a:lnTo>
                    <a:pt x="2846166" y="25856"/>
                  </a:lnTo>
                  <a:lnTo>
                    <a:pt x="2845094" y="25910"/>
                  </a:lnTo>
                  <a:lnTo>
                    <a:pt x="2844023" y="25964"/>
                  </a:lnTo>
                  <a:lnTo>
                    <a:pt x="2842951" y="26018"/>
                  </a:lnTo>
                  <a:lnTo>
                    <a:pt x="2841879" y="26072"/>
                  </a:lnTo>
                  <a:lnTo>
                    <a:pt x="2840808" y="26127"/>
                  </a:lnTo>
                  <a:lnTo>
                    <a:pt x="2839736" y="26183"/>
                  </a:lnTo>
                  <a:lnTo>
                    <a:pt x="2838665" y="26238"/>
                  </a:lnTo>
                  <a:lnTo>
                    <a:pt x="2837593" y="26294"/>
                  </a:lnTo>
                  <a:lnTo>
                    <a:pt x="2836522" y="26351"/>
                  </a:lnTo>
                  <a:lnTo>
                    <a:pt x="2835450" y="26408"/>
                  </a:lnTo>
                  <a:lnTo>
                    <a:pt x="2834378" y="26465"/>
                  </a:lnTo>
                  <a:lnTo>
                    <a:pt x="2833307" y="26523"/>
                  </a:lnTo>
                  <a:lnTo>
                    <a:pt x="2832235" y="26581"/>
                  </a:lnTo>
                  <a:lnTo>
                    <a:pt x="2831164" y="26639"/>
                  </a:lnTo>
                  <a:lnTo>
                    <a:pt x="2830092" y="26698"/>
                  </a:lnTo>
                  <a:lnTo>
                    <a:pt x="2829020" y="26757"/>
                  </a:lnTo>
                  <a:lnTo>
                    <a:pt x="2827949" y="26817"/>
                  </a:lnTo>
                  <a:lnTo>
                    <a:pt x="2826877" y="26876"/>
                  </a:lnTo>
                  <a:lnTo>
                    <a:pt x="2825806" y="26937"/>
                  </a:lnTo>
                  <a:lnTo>
                    <a:pt x="2824734" y="26997"/>
                  </a:lnTo>
                  <a:lnTo>
                    <a:pt x="2823662" y="27058"/>
                  </a:lnTo>
                  <a:lnTo>
                    <a:pt x="2822591" y="27120"/>
                  </a:lnTo>
                  <a:lnTo>
                    <a:pt x="2821519" y="27181"/>
                  </a:lnTo>
                  <a:lnTo>
                    <a:pt x="2820448" y="27244"/>
                  </a:lnTo>
                  <a:lnTo>
                    <a:pt x="2819376" y="27306"/>
                  </a:lnTo>
                  <a:lnTo>
                    <a:pt x="2818304" y="27369"/>
                  </a:lnTo>
                  <a:lnTo>
                    <a:pt x="2817233" y="27432"/>
                  </a:lnTo>
                  <a:lnTo>
                    <a:pt x="2816161" y="27496"/>
                  </a:lnTo>
                  <a:lnTo>
                    <a:pt x="2815090" y="27560"/>
                  </a:lnTo>
                  <a:lnTo>
                    <a:pt x="2814018" y="27624"/>
                  </a:lnTo>
                  <a:lnTo>
                    <a:pt x="2812946" y="27689"/>
                  </a:lnTo>
                  <a:lnTo>
                    <a:pt x="2811875" y="27754"/>
                  </a:lnTo>
                  <a:lnTo>
                    <a:pt x="2810803" y="27819"/>
                  </a:lnTo>
                  <a:lnTo>
                    <a:pt x="2809732" y="27885"/>
                  </a:lnTo>
                  <a:lnTo>
                    <a:pt x="2808660" y="27951"/>
                  </a:lnTo>
                  <a:lnTo>
                    <a:pt x="2807588" y="28017"/>
                  </a:lnTo>
                  <a:lnTo>
                    <a:pt x="2806517" y="28084"/>
                  </a:lnTo>
                  <a:lnTo>
                    <a:pt x="2805445" y="28151"/>
                  </a:lnTo>
                  <a:lnTo>
                    <a:pt x="2804374" y="28219"/>
                  </a:lnTo>
                  <a:lnTo>
                    <a:pt x="2803302" y="28286"/>
                  </a:lnTo>
                  <a:lnTo>
                    <a:pt x="2802230" y="28355"/>
                  </a:lnTo>
                  <a:lnTo>
                    <a:pt x="2801159" y="28423"/>
                  </a:lnTo>
                  <a:lnTo>
                    <a:pt x="2800087" y="28492"/>
                  </a:lnTo>
                  <a:lnTo>
                    <a:pt x="2799016" y="28561"/>
                  </a:lnTo>
                  <a:lnTo>
                    <a:pt x="2797944" y="28631"/>
                  </a:lnTo>
                  <a:lnTo>
                    <a:pt x="2796872" y="28701"/>
                  </a:lnTo>
                  <a:lnTo>
                    <a:pt x="2795801" y="28771"/>
                  </a:lnTo>
                  <a:lnTo>
                    <a:pt x="2794729" y="28842"/>
                  </a:lnTo>
                  <a:lnTo>
                    <a:pt x="2793658" y="28912"/>
                  </a:lnTo>
                  <a:lnTo>
                    <a:pt x="2792586" y="28984"/>
                  </a:lnTo>
                  <a:lnTo>
                    <a:pt x="2791514" y="29055"/>
                  </a:lnTo>
                  <a:lnTo>
                    <a:pt x="2790443" y="29127"/>
                  </a:lnTo>
                  <a:lnTo>
                    <a:pt x="2789371" y="29200"/>
                  </a:lnTo>
                  <a:lnTo>
                    <a:pt x="2788300" y="29272"/>
                  </a:lnTo>
                  <a:lnTo>
                    <a:pt x="2787228" y="29345"/>
                  </a:lnTo>
                  <a:lnTo>
                    <a:pt x="2786156" y="29418"/>
                  </a:lnTo>
                  <a:lnTo>
                    <a:pt x="2785085" y="29492"/>
                  </a:lnTo>
                  <a:lnTo>
                    <a:pt x="2784013" y="29566"/>
                  </a:lnTo>
                  <a:lnTo>
                    <a:pt x="2782942" y="29640"/>
                  </a:lnTo>
                  <a:lnTo>
                    <a:pt x="2781870" y="29715"/>
                  </a:lnTo>
                  <a:lnTo>
                    <a:pt x="2780798" y="29789"/>
                  </a:lnTo>
                  <a:lnTo>
                    <a:pt x="2779727" y="29865"/>
                  </a:lnTo>
                  <a:lnTo>
                    <a:pt x="2778655" y="29940"/>
                  </a:lnTo>
                  <a:lnTo>
                    <a:pt x="2777584" y="30016"/>
                  </a:lnTo>
                  <a:lnTo>
                    <a:pt x="2776512" y="30092"/>
                  </a:lnTo>
                  <a:lnTo>
                    <a:pt x="2775440" y="30169"/>
                  </a:lnTo>
                  <a:lnTo>
                    <a:pt x="2774369" y="30245"/>
                  </a:lnTo>
                  <a:lnTo>
                    <a:pt x="2773297" y="30323"/>
                  </a:lnTo>
                  <a:lnTo>
                    <a:pt x="2772226" y="30400"/>
                  </a:lnTo>
                  <a:lnTo>
                    <a:pt x="2771154" y="30478"/>
                  </a:lnTo>
                  <a:lnTo>
                    <a:pt x="2770082" y="30556"/>
                  </a:lnTo>
                  <a:lnTo>
                    <a:pt x="2769011" y="30634"/>
                  </a:lnTo>
                  <a:lnTo>
                    <a:pt x="2767939" y="30713"/>
                  </a:lnTo>
                  <a:lnTo>
                    <a:pt x="2766868" y="30792"/>
                  </a:lnTo>
                  <a:lnTo>
                    <a:pt x="2765796" y="30871"/>
                  </a:lnTo>
                  <a:lnTo>
                    <a:pt x="2764724" y="30950"/>
                  </a:lnTo>
                  <a:lnTo>
                    <a:pt x="2763653" y="31030"/>
                  </a:lnTo>
                  <a:lnTo>
                    <a:pt x="2762581" y="31110"/>
                  </a:lnTo>
                  <a:lnTo>
                    <a:pt x="2761510" y="31191"/>
                  </a:lnTo>
                  <a:lnTo>
                    <a:pt x="2760438" y="31272"/>
                  </a:lnTo>
                  <a:lnTo>
                    <a:pt x="2759366" y="31353"/>
                  </a:lnTo>
                  <a:lnTo>
                    <a:pt x="2758295" y="31434"/>
                  </a:lnTo>
                  <a:lnTo>
                    <a:pt x="2757223" y="31516"/>
                  </a:lnTo>
                  <a:lnTo>
                    <a:pt x="2756152" y="31598"/>
                  </a:lnTo>
                  <a:lnTo>
                    <a:pt x="2755080" y="31680"/>
                  </a:lnTo>
                  <a:lnTo>
                    <a:pt x="2754008" y="31762"/>
                  </a:lnTo>
                  <a:lnTo>
                    <a:pt x="2752937" y="31845"/>
                  </a:lnTo>
                  <a:lnTo>
                    <a:pt x="2751865" y="31928"/>
                  </a:lnTo>
                  <a:lnTo>
                    <a:pt x="2750794" y="32012"/>
                  </a:lnTo>
                  <a:lnTo>
                    <a:pt x="2749722" y="32095"/>
                  </a:lnTo>
                  <a:lnTo>
                    <a:pt x="2748650" y="32179"/>
                  </a:lnTo>
                  <a:lnTo>
                    <a:pt x="2747579" y="32263"/>
                  </a:lnTo>
                  <a:lnTo>
                    <a:pt x="2746507" y="32348"/>
                  </a:lnTo>
                  <a:lnTo>
                    <a:pt x="2745436" y="32433"/>
                  </a:lnTo>
                  <a:lnTo>
                    <a:pt x="2744364" y="32518"/>
                  </a:lnTo>
                  <a:lnTo>
                    <a:pt x="2743292" y="32603"/>
                  </a:lnTo>
                  <a:lnTo>
                    <a:pt x="2742221" y="32688"/>
                  </a:lnTo>
                  <a:lnTo>
                    <a:pt x="2741149" y="32774"/>
                  </a:lnTo>
                  <a:lnTo>
                    <a:pt x="2740078" y="32860"/>
                  </a:lnTo>
                  <a:lnTo>
                    <a:pt x="2739006" y="32947"/>
                  </a:lnTo>
                  <a:lnTo>
                    <a:pt x="2737934" y="33033"/>
                  </a:lnTo>
                  <a:lnTo>
                    <a:pt x="2736863" y="33120"/>
                  </a:lnTo>
                  <a:lnTo>
                    <a:pt x="2735791" y="33207"/>
                  </a:lnTo>
                  <a:lnTo>
                    <a:pt x="2734720" y="33295"/>
                  </a:lnTo>
                  <a:lnTo>
                    <a:pt x="2733648" y="33383"/>
                  </a:lnTo>
                  <a:lnTo>
                    <a:pt x="2732576" y="33471"/>
                  </a:lnTo>
                  <a:lnTo>
                    <a:pt x="2731505" y="33559"/>
                  </a:lnTo>
                  <a:lnTo>
                    <a:pt x="2730433" y="33647"/>
                  </a:lnTo>
                  <a:lnTo>
                    <a:pt x="2729362" y="33736"/>
                  </a:lnTo>
                  <a:lnTo>
                    <a:pt x="2728290" y="33825"/>
                  </a:lnTo>
                  <a:lnTo>
                    <a:pt x="2727218" y="33914"/>
                  </a:lnTo>
                  <a:lnTo>
                    <a:pt x="2726147" y="34004"/>
                  </a:lnTo>
                  <a:lnTo>
                    <a:pt x="2725075" y="34093"/>
                  </a:lnTo>
                  <a:lnTo>
                    <a:pt x="2724004" y="34183"/>
                  </a:lnTo>
                  <a:lnTo>
                    <a:pt x="2722932" y="34273"/>
                  </a:lnTo>
                  <a:lnTo>
                    <a:pt x="2721860" y="34364"/>
                  </a:lnTo>
                  <a:lnTo>
                    <a:pt x="2720789" y="34455"/>
                  </a:lnTo>
                  <a:lnTo>
                    <a:pt x="2719717" y="34545"/>
                  </a:lnTo>
                  <a:lnTo>
                    <a:pt x="2718646" y="34637"/>
                  </a:lnTo>
                  <a:lnTo>
                    <a:pt x="2717574" y="34728"/>
                  </a:lnTo>
                  <a:lnTo>
                    <a:pt x="2716502" y="34820"/>
                  </a:lnTo>
                  <a:lnTo>
                    <a:pt x="2715431" y="34912"/>
                  </a:lnTo>
                  <a:lnTo>
                    <a:pt x="2714359" y="35004"/>
                  </a:lnTo>
                  <a:lnTo>
                    <a:pt x="2713288" y="35096"/>
                  </a:lnTo>
                  <a:lnTo>
                    <a:pt x="2712216" y="35188"/>
                  </a:lnTo>
                  <a:lnTo>
                    <a:pt x="2711144" y="35281"/>
                  </a:lnTo>
                  <a:lnTo>
                    <a:pt x="2710073" y="35374"/>
                  </a:lnTo>
                  <a:lnTo>
                    <a:pt x="2709001" y="35467"/>
                  </a:lnTo>
                  <a:lnTo>
                    <a:pt x="2707930" y="35561"/>
                  </a:lnTo>
                  <a:lnTo>
                    <a:pt x="2706858" y="35655"/>
                  </a:lnTo>
                  <a:lnTo>
                    <a:pt x="2705786" y="35748"/>
                  </a:lnTo>
                  <a:lnTo>
                    <a:pt x="2704715" y="35843"/>
                  </a:lnTo>
                  <a:lnTo>
                    <a:pt x="2703643" y="35937"/>
                  </a:lnTo>
                  <a:lnTo>
                    <a:pt x="2702572" y="36031"/>
                  </a:lnTo>
                  <a:lnTo>
                    <a:pt x="2701500" y="36126"/>
                  </a:lnTo>
                  <a:lnTo>
                    <a:pt x="2700428" y="36221"/>
                  </a:lnTo>
                  <a:lnTo>
                    <a:pt x="2699357" y="36316"/>
                  </a:lnTo>
                  <a:lnTo>
                    <a:pt x="2698285" y="36412"/>
                  </a:lnTo>
                  <a:lnTo>
                    <a:pt x="2697214" y="36507"/>
                  </a:lnTo>
                  <a:lnTo>
                    <a:pt x="2696142" y="36603"/>
                  </a:lnTo>
                  <a:lnTo>
                    <a:pt x="2695070" y="36699"/>
                  </a:lnTo>
                  <a:lnTo>
                    <a:pt x="2693999" y="36795"/>
                  </a:lnTo>
                  <a:lnTo>
                    <a:pt x="2692927" y="36891"/>
                  </a:lnTo>
                  <a:lnTo>
                    <a:pt x="2691856" y="36988"/>
                  </a:lnTo>
                  <a:lnTo>
                    <a:pt x="2690784" y="37085"/>
                  </a:lnTo>
                  <a:lnTo>
                    <a:pt x="2689712" y="37182"/>
                  </a:lnTo>
                  <a:lnTo>
                    <a:pt x="2688641" y="37279"/>
                  </a:lnTo>
                  <a:lnTo>
                    <a:pt x="2687569" y="37376"/>
                  </a:lnTo>
                  <a:lnTo>
                    <a:pt x="2686498" y="37474"/>
                  </a:lnTo>
                  <a:lnTo>
                    <a:pt x="2685426" y="37571"/>
                  </a:lnTo>
                  <a:lnTo>
                    <a:pt x="2684354" y="37669"/>
                  </a:lnTo>
                  <a:lnTo>
                    <a:pt x="2683283" y="37767"/>
                  </a:lnTo>
                  <a:lnTo>
                    <a:pt x="2682211" y="37866"/>
                  </a:lnTo>
                  <a:lnTo>
                    <a:pt x="2681140" y="37964"/>
                  </a:lnTo>
                  <a:lnTo>
                    <a:pt x="2680068" y="38063"/>
                  </a:lnTo>
                  <a:lnTo>
                    <a:pt x="2678996" y="38161"/>
                  </a:lnTo>
                  <a:lnTo>
                    <a:pt x="2677925" y="38260"/>
                  </a:lnTo>
                  <a:lnTo>
                    <a:pt x="2676853" y="38359"/>
                  </a:lnTo>
                  <a:lnTo>
                    <a:pt x="2675782" y="38459"/>
                  </a:lnTo>
                  <a:lnTo>
                    <a:pt x="2674710" y="38558"/>
                  </a:lnTo>
                  <a:lnTo>
                    <a:pt x="2673638" y="38658"/>
                  </a:lnTo>
                  <a:lnTo>
                    <a:pt x="2672567" y="38758"/>
                  </a:lnTo>
                  <a:lnTo>
                    <a:pt x="2671495" y="38858"/>
                  </a:lnTo>
                  <a:lnTo>
                    <a:pt x="2670424" y="38958"/>
                  </a:lnTo>
                  <a:lnTo>
                    <a:pt x="2669352" y="39058"/>
                  </a:lnTo>
                  <a:lnTo>
                    <a:pt x="2668280" y="39158"/>
                  </a:lnTo>
                  <a:lnTo>
                    <a:pt x="2667209" y="39259"/>
                  </a:lnTo>
                  <a:lnTo>
                    <a:pt x="2666137" y="39360"/>
                  </a:lnTo>
                  <a:lnTo>
                    <a:pt x="2665066" y="39461"/>
                  </a:lnTo>
                  <a:lnTo>
                    <a:pt x="2663994" y="39562"/>
                  </a:lnTo>
                  <a:lnTo>
                    <a:pt x="2662922" y="39663"/>
                  </a:lnTo>
                  <a:lnTo>
                    <a:pt x="2661851" y="39764"/>
                  </a:lnTo>
                  <a:lnTo>
                    <a:pt x="2660779" y="39866"/>
                  </a:lnTo>
                  <a:lnTo>
                    <a:pt x="2659708" y="39967"/>
                  </a:lnTo>
                  <a:lnTo>
                    <a:pt x="2658636" y="40069"/>
                  </a:lnTo>
                  <a:lnTo>
                    <a:pt x="2657565" y="40171"/>
                  </a:lnTo>
                  <a:lnTo>
                    <a:pt x="2656493" y="40273"/>
                  </a:lnTo>
                  <a:lnTo>
                    <a:pt x="2655421" y="40375"/>
                  </a:lnTo>
                  <a:lnTo>
                    <a:pt x="2654350" y="40478"/>
                  </a:lnTo>
                  <a:lnTo>
                    <a:pt x="2653278" y="40580"/>
                  </a:lnTo>
                  <a:lnTo>
                    <a:pt x="2652207" y="40683"/>
                  </a:lnTo>
                  <a:lnTo>
                    <a:pt x="2651135" y="40785"/>
                  </a:lnTo>
                  <a:lnTo>
                    <a:pt x="2650063" y="40888"/>
                  </a:lnTo>
                  <a:lnTo>
                    <a:pt x="2648992" y="40991"/>
                  </a:lnTo>
                  <a:lnTo>
                    <a:pt x="2647920" y="41094"/>
                  </a:lnTo>
                  <a:lnTo>
                    <a:pt x="2646849" y="41197"/>
                  </a:lnTo>
                  <a:lnTo>
                    <a:pt x="2645777" y="41301"/>
                  </a:lnTo>
                  <a:lnTo>
                    <a:pt x="2644705" y="41404"/>
                  </a:lnTo>
                  <a:lnTo>
                    <a:pt x="2643634" y="41508"/>
                  </a:lnTo>
                  <a:lnTo>
                    <a:pt x="2642562" y="41612"/>
                  </a:lnTo>
                  <a:lnTo>
                    <a:pt x="2641491" y="41715"/>
                  </a:lnTo>
                  <a:lnTo>
                    <a:pt x="2640419" y="41819"/>
                  </a:lnTo>
                  <a:lnTo>
                    <a:pt x="2639347" y="41923"/>
                  </a:lnTo>
                  <a:lnTo>
                    <a:pt x="2638276" y="42027"/>
                  </a:lnTo>
                  <a:lnTo>
                    <a:pt x="2637204" y="42132"/>
                  </a:lnTo>
                  <a:lnTo>
                    <a:pt x="2636133" y="42236"/>
                  </a:lnTo>
                  <a:lnTo>
                    <a:pt x="2635061" y="42340"/>
                  </a:lnTo>
                  <a:lnTo>
                    <a:pt x="2633989" y="42445"/>
                  </a:lnTo>
                  <a:lnTo>
                    <a:pt x="2632918" y="42550"/>
                  </a:lnTo>
                  <a:lnTo>
                    <a:pt x="2631846" y="42654"/>
                  </a:lnTo>
                  <a:lnTo>
                    <a:pt x="2630775" y="42759"/>
                  </a:lnTo>
                  <a:lnTo>
                    <a:pt x="2629703" y="42864"/>
                  </a:lnTo>
                  <a:lnTo>
                    <a:pt x="2628631" y="42969"/>
                  </a:lnTo>
                  <a:lnTo>
                    <a:pt x="2627560" y="43074"/>
                  </a:lnTo>
                  <a:lnTo>
                    <a:pt x="2626488" y="43179"/>
                  </a:lnTo>
                  <a:lnTo>
                    <a:pt x="2625417" y="43285"/>
                  </a:lnTo>
                  <a:lnTo>
                    <a:pt x="2624345" y="43390"/>
                  </a:lnTo>
                  <a:lnTo>
                    <a:pt x="2623273" y="43496"/>
                  </a:lnTo>
                  <a:lnTo>
                    <a:pt x="2622202" y="43601"/>
                  </a:lnTo>
                  <a:lnTo>
                    <a:pt x="2621130" y="43707"/>
                  </a:lnTo>
                  <a:lnTo>
                    <a:pt x="2620059" y="43812"/>
                  </a:lnTo>
                  <a:lnTo>
                    <a:pt x="2618987" y="43918"/>
                  </a:lnTo>
                  <a:lnTo>
                    <a:pt x="2617915" y="44024"/>
                  </a:lnTo>
                  <a:lnTo>
                    <a:pt x="2616844" y="44130"/>
                  </a:lnTo>
                  <a:lnTo>
                    <a:pt x="2615772" y="44236"/>
                  </a:lnTo>
                  <a:lnTo>
                    <a:pt x="2614701" y="44342"/>
                  </a:lnTo>
                  <a:lnTo>
                    <a:pt x="2613629" y="44448"/>
                  </a:lnTo>
                  <a:lnTo>
                    <a:pt x="2612557" y="44554"/>
                  </a:lnTo>
                  <a:lnTo>
                    <a:pt x="2611486" y="44660"/>
                  </a:lnTo>
                  <a:lnTo>
                    <a:pt x="2610414" y="44767"/>
                  </a:lnTo>
                  <a:lnTo>
                    <a:pt x="2609343" y="44873"/>
                  </a:lnTo>
                  <a:lnTo>
                    <a:pt x="2608271" y="44979"/>
                  </a:lnTo>
                  <a:lnTo>
                    <a:pt x="2607199" y="45086"/>
                  </a:lnTo>
                  <a:lnTo>
                    <a:pt x="2606128" y="45192"/>
                  </a:lnTo>
                  <a:lnTo>
                    <a:pt x="2605056" y="45299"/>
                  </a:lnTo>
                  <a:lnTo>
                    <a:pt x="2603985" y="45405"/>
                  </a:lnTo>
                  <a:lnTo>
                    <a:pt x="2602913" y="45512"/>
                  </a:lnTo>
                  <a:lnTo>
                    <a:pt x="2601841" y="45619"/>
                  </a:lnTo>
                  <a:lnTo>
                    <a:pt x="2600770" y="45726"/>
                  </a:lnTo>
                  <a:lnTo>
                    <a:pt x="2599698" y="45832"/>
                  </a:lnTo>
                  <a:lnTo>
                    <a:pt x="2598627" y="45939"/>
                  </a:lnTo>
                  <a:lnTo>
                    <a:pt x="2597555" y="46046"/>
                  </a:lnTo>
                  <a:lnTo>
                    <a:pt x="2596483" y="46153"/>
                  </a:lnTo>
                  <a:lnTo>
                    <a:pt x="2595412" y="46260"/>
                  </a:lnTo>
                  <a:lnTo>
                    <a:pt x="2594340" y="46367"/>
                  </a:lnTo>
                  <a:lnTo>
                    <a:pt x="2593269" y="46474"/>
                  </a:lnTo>
                  <a:lnTo>
                    <a:pt x="2592197" y="46581"/>
                  </a:lnTo>
                  <a:lnTo>
                    <a:pt x="2591125" y="46688"/>
                  </a:lnTo>
                  <a:lnTo>
                    <a:pt x="2590054" y="46795"/>
                  </a:lnTo>
                  <a:lnTo>
                    <a:pt x="2588982" y="46902"/>
                  </a:lnTo>
                  <a:lnTo>
                    <a:pt x="2587911" y="47009"/>
                  </a:lnTo>
                  <a:lnTo>
                    <a:pt x="2586839" y="47116"/>
                  </a:lnTo>
                  <a:lnTo>
                    <a:pt x="2585767" y="47223"/>
                  </a:lnTo>
                  <a:lnTo>
                    <a:pt x="2584696" y="47331"/>
                  </a:lnTo>
                  <a:lnTo>
                    <a:pt x="2583624" y="47438"/>
                  </a:lnTo>
                  <a:lnTo>
                    <a:pt x="2582553" y="47545"/>
                  </a:lnTo>
                  <a:lnTo>
                    <a:pt x="2581481" y="47652"/>
                  </a:lnTo>
                  <a:lnTo>
                    <a:pt x="2580409" y="47759"/>
                  </a:lnTo>
                  <a:lnTo>
                    <a:pt x="2579338" y="47866"/>
                  </a:lnTo>
                  <a:lnTo>
                    <a:pt x="2578266" y="47974"/>
                  </a:lnTo>
                  <a:lnTo>
                    <a:pt x="2577195" y="48081"/>
                  </a:lnTo>
                  <a:lnTo>
                    <a:pt x="2576123" y="48188"/>
                  </a:lnTo>
                  <a:lnTo>
                    <a:pt x="2575051" y="48295"/>
                  </a:lnTo>
                  <a:lnTo>
                    <a:pt x="2573980" y="48402"/>
                  </a:lnTo>
                  <a:lnTo>
                    <a:pt x="2572908" y="48510"/>
                  </a:lnTo>
                  <a:lnTo>
                    <a:pt x="2571837" y="48617"/>
                  </a:lnTo>
                  <a:lnTo>
                    <a:pt x="2570765" y="48724"/>
                  </a:lnTo>
                  <a:lnTo>
                    <a:pt x="2569693" y="48831"/>
                  </a:lnTo>
                  <a:lnTo>
                    <a:pt x="2568622" y="48938"/>
                  </a:lnTo>
                  <a:lnTo>
                    <a:pt x="2567550" y="49045"/>
                  </a:lnTo>
                  <a:lnTo>
                    <a:pt x="2566479" y="49153"/>
                  </a:lnTo>
                  <a:lnTo>
                    <a:pt x="2565407" y="49260"/>
                  </a:lnTo>
                  <a:lnTo>
                    <a:pt x="2564335" y="49367"/>
                  </a:lnTo>
                  <a:lnTo>
                    <a:pt x="2563264" y="49474"/>
                  </a:lnTo>
                  <a:lnTo>
                    <a:pt x="2562192" y="49581"/>
                  </a:lnTo>
                  <a:lnTo>
                    <a:pt x="2561121" y="49688"/>
                  </a:lnTo>
                  <a:lnTo>
                    <a:pt x="2560049" y="49795"/>
                  </a:lnTo>
                  <a:lnTo>
                    <a:pt x="2558977" y="49902"/>
                  </a:lnTo>
                  <a:lnTo>
                    <a:pt x="2557906" y="50009"/>
                  </a:lnTo>
                  <a:lnTo>
                    <a:pt x="2556834" y="50116"/>
                  </a:lnTo>
                  <a:lnTo>
                    <a:pt x="2555763" y="50222"/>
                  </a:lnTo>
                  <a:lnTo>
                    <a:pt x="2554691" y="50329"/>
                  </a:lnTo>
                  <a:lnTo>
                    <a:pt x="2553619" y="50436"/>
                  </a:lnTo>
                  <a:lnTo>
                    <a:pt x="2552548" y="50543"/>
                  </a:lnTo>
                  <a:lnTo>
                    <a:pt x="2551476" y="50649"/>
                  </a:lnTo>
                  <a:lnTo>
                    <a:pt x="2550405" y="50756"/>
                  </a:lnTo>
                  <a:lnTo>
                    <a:pt x="2549333" y="50863"/>
                  </a:lnTo>
                  <a:lnTo>
                    <a:pt x="2548261" y="50969"/>
                  </a:lnTo>
                  <a:lnTo>
                    <a:pt x="2547190" y="51076"/>
                  </a:lnTo>
                  <a:lnTo>
                    <a:pt x="2546118" y="51182"/>
                  </a:lnTo>
                  <a:lnTo>
                    <a:pt x="2545047" y="51288"/>
                  </a:lnTo>
                  <a:lnTo>
                    <a:pt x="2543975" y="51395"/>
                  </a:lnTo>
                  <a:lnTo>
                    <a:pt x="2542903" y="51501"/>
                  </a:lnTo>
                  <a:lnTo>
                    <a:pt x="2541832" y="51607"/>
                  </a:lnTo>
                  <a:lnTo>
                    <a:pt x="2540760" y="51713"/>
                  </a:lnTo>
                  <a:lnTo>
                    <a:pt x="2539689" y="51819"/>
                  </a:lnTo>
                  <a:lnTo>
                    <a:pt x="2538617" y="51925"/>
                  </a:lnTo>
                  <a:lnTo>
                    <a:pt x="2537545" y="52031"/>
                  </a:lnTo>
                  <a:lnTo>
                    <a:pt x="2536474" y="52137"/>
                  </a:lnTo>
                  <a:lnTo>
                    <a:pt x="2535402" y="52243"/>
                  </a:lnTo>
                  <a:lnTo>
                    <a:pt x="2534331" y="52349"/>
                  </a:lnTo>
                  <a:lnTo>
                    <a:pt x="2533259" y="52454"/>
                  </a:lnTo>
                  <a:lnTo>
                    <a:pt x="2532187" y="52560"/>
                  </a:lnTo>
                  <a:lnTo>
                    <a:pt x="2531116" y="52665"/>
                  </a:lnTo>
                  <a:lnTo>
                    <a:pt x="2530044" y="52771"/>
                  </a:lnTo>
                  <a:lnTo>
                    <a:pt x="2528973" y="52876"/>
                  </a:lnTo>
                  <a:lnTo>
                    <a:pt x="2527901" y="52981"/>
                  </a:lnTo>
                  <a:lnTo>
                    <a:pt x="2526829" y="53087"/>
                  </a:lnTo>
                  <a:lnTo>
                    <a:pt x="2525758" y="53192"/>
                  </a:lnTo>
                  <a:lnTo>
                    <a:pt x="2524686" y="53297"/>
                  </a:lnTo>
                  <a:lnTo>
                    <a:pt x="2523615" y="53401"/>
                  </a:lnTo>
                  <a:lnTo>
                    <a:pt x="2522543" y="53506"/>
                  </a:lnTo>
                  <a:lnTo>
                    <a:pt x="2521471" y="53611"/>
                  </a:lnTo>
                  <a:lnTo>
                    <a:pt x="2520400" y="53715"/>
                  </a:lnTo>
                  <a:lnTo>
                    <a:pt x="2519328" y="53820"/>
                  </a:lnTo>
                  <a:lnTo>
                    <a:pt x="2518257" y="53924"/>
                  </a:lnTo>
                  <a:lnTo>
                    <a:pt x="2517185" y="54029"/>
                  </a:lnTo>
                  <a:lnTo>
                    <a:pt x="2516113" y="54133"/>
                  </a:lnTo>
                  <a:lnTo>
                    <a:pt x="2515042" y="54237"/>
                  </a:lnTo>
                  <a:lnTo>
                    <a:pt x="2513970" y="54341"/>
                  </a:lnTo>
                  <a:lnTo>
                    <a:pt x="2512899" y="54445"/>
                  </a:lnTo>
                  <a:lnTo>
                    <a:pt x="2511827" y="54548"/>
                  </a:lnTo>
                  <a:lnTo>
                    <a:pt x="2510755" y="54652"/>
                  </a:lnTo>
                  <a:lnTo>
                    <a:pt x="2509684" y="54755"/>
                  </a:lnTo>
                  <a:lnTo>
                    <a:pt x="2508612" y="54859"/>
                  </a:lnTo>
                  <a:lnTo>
                    <a:pt x="2507541" y="54962"/>
                  </a:lnTo>
                  <a:lnTo>
                    <a:pt x="2506469" y="55065"/>
                  </a:lnTo>
                  <a:lnTo>
                    <a:pt x="2505397" y="55168"/>
                  </a:lnTo>
                  <a:lnTo>
                    <a:pt x="2504326" y="55271"/>
                  </a:lnTo>
                  <a:lnTo>
                    <a:pt x="2503254" y="55374"/>
                  </a:lnTo>
                  <a:lnTo>
                    <a:pt x="2502183" y="55476"/>
                  </a:lnTo>
                  <a:lnTo>
                    <a:pt x="2501111" y="55579"/>
                  </a:lnTo>
                  <a:lnTo>
                    <a:pt x="2500039" y="55681"/>
                  </a:lnTo>
                  <a:lnTo>
                    <a:pt x="2498968" y="55784"/>
                  </a:lnTo>
                  <a:lnTo>
                    <a:pt x="2497896" y="55886"/>
                  </a:lnTo>
                  <a:lnTo>
                    <a:pt x="2496825" y="55988"/>
                  </a:lnTo>
                  <a:lnTo>
                    <a:pt x="2495753" y="56089"/>
                  </a:lnTo>
                  <a:lnTo>
                    <a:pt x="2494681" y="56191"/>
                  </a:lnTo>
                  <a:lnTo>
                    <a:pt x="2493610" y="56293"/>
                  </a:lnTo>
                  <a:lnTo>
                    <a:pt x="2492538" y="56394"/>
                  </a:lnTo>
                  <a:lnTo>
                    <a:pt x="2491467" y="56495"/>
                  </a:lnTo>
                  <a:lnTo>
                    <a:pt x="2490395" y="56596"/>
                  </a:lnTo>
                  <a:lnTo>
                    <a:pt x="2489323" y="56697"/>
                  </a:lnTo>
                  <a:lnTo>
                    <a:pt x="2488252" y="56798"/>
                  </a:lnTo>
                  <a:lnTo>
                    <a:pt x="2487180" y="56898"/>
                  </a:lnTo>
                  <a:lnTo>
                    <a:pt x="2486109" y="56999"/>
                  </a:lnTo>
                  <a:lnTo>
                    <a:pt x="2485037" y="57099"/>
                  </a:lnTo>
                  <a:lnTo>
                    <a:pt x="2483966" y="57199"/>
                  </a:lnTo>
                  <a:lnTo>
                    <a:pt x="2482894" y="57299"/>
                  </a:lnTo>
                  <a:lnTo>
                    <a:pt x="2481822" y="57399"/>
                  </a:lnTo>
                  <a:lnTo>
                    <a:pt x="2480751" y="57499"/>
                  </a:lnTo>
                  <a:lnTo>
                    <a:pt x="2479679" y="57598"/>
                  </a:lnTo>
                  <a:lnTo>
                    <a:pt x="2478608" y="57697"/>
                  </a:lnTo>
                  <a:lnTo>
                    <a:pt x="2477536" y="57796"/>
                  </a:lnTo>
                  <a:lnTo>
                    <a:pt x="2476464" y="57895"/>
                  </a:lnTo>
                  <a:lnTo>
                    <a:pt x="2475393" y="57994"/>
                  </a:lnTo>
                  <a:lnTo>
                    <a:pt x="2474321" y="58093"/>
                  </a:lnTo>
                  <a:lnTo>
                    <a:pt x="2473250" y="58191"/>
                  </a:lnTo>
                  <a:lnTo>
                    <a:pt x="2472178" y="58289"/>
                  </a:lnTo>
                  <a:lnTo>
                    <a:pt x="2471106" y="58387"/>
                  </a:lnTo>
                  <a:lnTo>
                    <a:pt x="2470035" y="58485"/>
                  </a:lnTo>
                  <a:lnTo>
                    <a:pt x="2468963" y="58583"/>
                  </a:lnTo>
                  <a:lnTo>
                    <a:pt x="2467892" y="58680"/>
                  </a:lnTo>
                  <a:lnTo>
                    <a:pt x="2466820" y="58777"/>
                  </a:lnTo>
                  <a:lnTo>
                    <a:pt x="2465748" y="58875"/>
                  </a:lnTo>
                  <a:lnTo>
                    <a:pt x="2464677" y="58971"/>
                  </a:lnTo>
                  <a:lnTo>
                    <a:pt x="2463605" y="59068"/>
                  </a:lnTo>
                  <a:lnTo>
                    <a:pt x="2462534" y="59165"/>
                  </a:lnTo>
                  <a:lnTo>
                    <a:pt x="2461462" y="59261"/>
                  </a:lnTo>
                  <a:lnTo>
                    <a:pt x="2460390" y="59357"/>
                  </a:lnTo>
                  <a:lnTo>
                    <a:pt x="2459319" y="59453"/>
                  </a:lnTo>
                  <a:lnTo>
                    <a:pt x="2458247" y="59548"/>
                  </a:lnTo>
                  <a:lnTo>
                    <a:pt x="2457176" y="59644"/>
                  </a:lnTo>
                  <a:lnTo>
                    <a:pt x="2456104" y="59739"/>
                  </a:lnTo>
                  <a:lnTo>
                    <a:pt x="2455032" y="59834"/>
                  </a:lnTo>
                  <a:lnTo>
                    <a:pt x="2453961" y="59929"/>
                  </a:lnTo>
                  <a:lnTo>
                    <a:pt x="2452889" y="60024"/>
                  </a:lnTo>
                  <a:lnTo>
                    <a:pt x="2451818" y="60118"/>
                  </a:lnTo>
                  <a:lnTo>
                    <a:pt x="2450746" y="60212"/>
                  </a:lnTo>
                  <a:lnTo>
                    <a:pt x="2449674" y="60306"/>
                  </a:lnTo>
                  <a:lnTo>
                    <a:pt x="2448603" y="60400"/>
                  </a:lnTo>
                  <a:lnTo>
                    <a:pt x="2447531" y="60493"/>
                  </a:lnTo>
                  <a:lnTo>
                    <a:pt x="2446460" y="60587"/>
                  </a:lnTo>
                  <a:lnTo>
                    <a:pt x="2445388" y="60680"/>
                  </a:lnTo>
                  <a:lnTo>
                    <a:pt x="2444316" y="60773"/>
                  </a:lnTo>
                  <a:lnTo>
                    <a:pt x="2443245" y="60865"/>
                  </a:lnTo>
                  <a:lnTo>
                    <a:pt x="2442173" y="60957"/>
                  </a:lnTo>
                  <a:lnTo>
                    <a:pt x="2441102" y="61050"/>
                  </a:lnTo>
                  <a:lnTo>
                    <a:pt x="2440030" y="61141"/>
                  </a:lnTo>
                  <a:lnTo>
                    <a:pt x="2438958" y="61233"/>
                  </a:lnTo>
                  <a:lnTo>
                    <a:pt x="2437887" y="61324"/>
                  </a:lnTo>
                  <a:lnTo>
                    <a:pt x="2436815" y="61416"/>
                  </a:lnTo>
                  <a:lnTo>
                    <a:pt x="2435744" y="61507"/>
                  </a:lnTo>
                  <a:lnTo>
                    <a:pt x="2434672" y="61597"/>
                  </a:lnTo>
                  <a:lnTo>
                    <a:pt x="2433600" y="61688"/>
                  </a:lnTo>
                  <a:lnTo>
                    <a:pt x="2432529" y="61778"/>
                  </a:lnTo>
                  <a:lnTo>
                    <a:pt x="2431457" y="61868"/>
                  </a:lnTo>
                  <a:lnTo>
                    <a:pt x="2430386" y="61957"/>
                  </a:lnTo>
                  <a:lnTo>
                    <a:pt x="2429314" y="62047"/>
                  </a:lnTo>
                  <a:lnTo>
                    <a:pt x="2428242" y="62136"/>
                  </a:lnTo>
                  <a:lnTo>
                    <a:pt x="2427171" y="62225"/>
                  </a:lnTo>
                  <a:lnTo>
                    <a:pt x="2426099" y="62313"/>
                  </a:lnTo>
                  <a:lnTo>
                    <a:pt x="2425028" y="62402"/>
                  </a:lnTo>
                  <a:lnTo>
                    <a:pt x="2423956" y="62490"/>
                  </a:lnTo>
                  <a:lnTo>
                    <a:pt x="2422884" y="62578"/>
                  </a:lnTo>
                  <a:lnTo>
                    <a:pt x="2421813" y="62665"/>
                  </a:lnTo>
                  <a:lnTo>
                    <a:pt x="2420741" y="62752"/>
                  </a:lnTo>
                  <a:lnTo>
                    <a:pt x="2419670" y="62839"/>
                  </a:lnTo>
                  <a:lnTo>
                    <a:pt x="2418598" y="62926"/>
                  </a:lnTo>
                  <a:lnTo>
                    <a:pt x="2417526" y="63013"/>
                  </a:lnTo>
                  <a:lnTo>
                    <a:pt x="2416455" y="63099"/>
                  </a:lnTo>
                  <a:lnTo>
                    <a:pt x="2415383" y="63185"/>
                  </a:lnTo>
                  <a:lnTo>
                    <a:pt x="2414312" y="63270"/>
                  </a:lnTo>
                  <a:lnTo>
                    <a:pt x="2413240" y="63356"/>
                  </a:lnTo>
                  <a:lnTo>
                    <a:pt x="2412168" y="63441"/>
                  </a:lnTo>
                  <a:lnTo>
                    <a:pt x="2411097" y="63526"/>
                  </a:lnTo>
                  <a:lnTo>
                    <a:pt x="2410025" y="63610"/>
                  </a:lnTo>
                  <a:lnTo>
                    <a:pt x="2408954" y="63694"/>
                  </a:lnTo>
                  <a:lnTo>
                    <a:pt x="2407882" y="63778"/>
                  </a:lnTo>
                  <a:lnTo>
                    <a:pt x="2406810" y="63862"/>
                  </a:lnTo>
                  <a:lnTo>
                    <a:pt x="2405739" y="63945"/>
                  </a:lnTo>
                  <a:lnTo>
                    <a:pt x="2404667" y="64028"/>
                  </a:lnTo>
                  <a:lnTo>
                    <a:pt x="2403596" y="64111"/>
                  </a:lnTo>
                  <a:lnTo>
                    <a:pt x="2402524" y="64193"/>
                  </a:lnTo>
                  <a:lnTo>
                    <a:pt x="2401452" y="64275"/>
                  </a:lnTo>
                  <a:lnTo>
                    <a:pt x="2400381" y="64357"/>
                  </a:lnTo>
                  <a:lnTo>
                    <a:pt x="2399309" y="64439"/>
                  </a:lnTo>
                  <a:lnTo>
                    <a:pt x="2398238" y="64520"/>
                  </a:lnTo>
                  <a:lnTo>
                    <a:pt x="2397166" y="64601"/>
                  </a:lnTo>
                  <a:lnTo>
                    <a:pt x="2396094" y="64681"/>
                  </a:lnTo>
                  <a:lnTo>
                    <a:pt x="2395023" y="64762"/>
                  </a:lnTo>
                  <a:lnTo>
                    <a:pt x="2393951" y="64842"/>
                  </a:lnTo>
                  <a:lnTo>
                    <a:pt x="2392880" y="64921"/>
                  </a:lnTo>
                  <a:lnTo>
                    <a:pt x="2391808" y="65001"/>
                  </a:lnTo>
                  <a:lnTo>
                    <a:pt x="2390736" y="65080"/>
                  </a:lnTo>
                  <a:lnTo>
                    <a:pt x="2389665" y="65158"/>
                  </a:lnTo>
                  <a:lnTo>
                    <a:pt x="2388593" y="65237"/>
                  </a:lnTo>
                  <a:lnTo>
                    <a:pt x="2387522" y="65315"/>
                  </a:lnTo>
                  <a:lnTo>
                    <a:pt x="2386450" y="65392"/>
                  </a:lnTo>
                  <a:lnTo>
                    <a:pt x="2385378" y="65470"/>
                  </a:lnTo>
                  <a:lnTo>
                    <a:pt x="2384307" y="65547"/>
                  </a:lnTo>
                  <a:lnTo>
                    <a:pt x="2383235" y="65624"/>
                  </a:lnTo>
                  <a:lnTo>
                    <a:pt x="2382164" y="65700"/>
                  </a:lnTo>
                  <a:lnTo>
                    <a:pt x="2381092" y="65776"/>
                  </a:lnTo>
                  <a:lnTo>
                    <a:pt x="2380020" y="65852"/>
                  </a:lnTo>
                  <a:lnTo>
                    <a:pt x="2378949" y="65927"/>
                  </a:lnTo>
                  <a:lnTo>
                    <a:pt x="2377877" y="66002"/>
                  </a:lnTo>
                  <a:lnTo>
                    <a:pt x="2376806" y="66077"/>
                  </a:lnTo>
                  <a:lnTo>
                    <a:pt x="2375734" y="66151"/>
                  </a:lnTo>
                  <a:lnTo>
                    <a:pt x="2374662" y="66225"/>
                  </a:lnTo>
                  <a:lnTo>
                    <a:pt x="2373591" y="66299"/>
                  </a:lnTo>
                  <a:lnTo>
                    <a:pt x="2372519" y="66372"/>
                  </a:lnTo>
                  <a:lnTo>
                    <a:pt x="2371448" y="66445"/>
                  </a:lnTo>
                  <a:lnTo>
                    <a:pt x="2370376" y="66518"/>
                  </a:lnTo>
                  <a:lnTo>
                    <a:pt x="2369304" y="66590"/>
                  </a:lnTo>
                  <a:lnTo>
                    <a:pt x="2368233" y="66662"/>
                  </a:lnTo>
                  <a:lnTo>
                    <a:pt x="2367161" y="66733"/>
                  </a:lnTo>
                  <a:lnTo>
                    <a:pt x="2366090" y="66805"/>
                  </a:lnTo>
                  <a:lnTo>
                    <a:pt x="2365018" y="66875"/>
                  </a:lnTo>
                  <a:lnTo>
                    <a:pt x="2363946" y="66946"/>
                  </a:lnTo>
                  <a:lnTo>
                    <a:pt x="2362875" y="67016"/>
                  </a:lnTo>
                  <a:lnTo>
                    <a:pt x="2361803" y="67086"/>
                  </a:lnTo>
                  <a:lnTo>
                    <a:pt x="2360732" y="67155"/>
                  </a:lnTo>
                  <a:lnTo>
                    <a:pt x="2359660" y="67224"/>
                  </a:lnTo>
                  <a:lnTo>
                    <a:pt x="2358588" y="67293"/>
                  </a:lnTo>
                  <a:lnTo>
                    <a:pt x="2357517" y="67361"/>
                  </a:lnTo>
                  <a:lnTo>
                    <a:pt x="2356445" y="67429"/>
                  </a:lnTo>
                  <a:lnTo>
                    <a:pt x="2355374" y="67496"/>
                  </a:lnTo>
                  <a:lnTo>
                    <a:pt x="2354302" y="67563"/>
                  </a:lnTo>
                  <a:lnTo>
                    <a:pt x="2353230" y="67630"/>
                  </a:lnTo>
                  <a:lnTo>
                    <a:pt x="2352159" y="67696"/>
                  </a:lnTo>
                  <a:lnTo>
                    <a:pt x="2351087" y="67762"/>
                  </a:lnTo>
                  <a:lnTo>
                    <a:pt x="2350016" y="67828"/>
                  </a:lnTo>
                  <a:lnTo>
                    <a:pt x="2348944" y="67893"/>
                  </a:lnTo>
                  <a:lnTo>
                    <a:pt x="2347872" y="67958"/>
                  </a:lnTo>
                  <a:lnTo>
                    <a:pt x="2346801" y="68022"/>
                  </a:lnTo>
                  <a:lnTo>
                    <a:pt x="2345729" y="68086"/>
                  </a:lnTo>
                  <a:lnTo>
                    <a:pt x="2344658" y="68150"/>
                  </a:lnTo>
                  <a:lnTo>
                    <a:pt x="2343586" y="68213"/>
                  </a:lnTo>
                  <a:lnTo>
                    <a:pt x="2342514" y="68276"/>
                  </a:lnTo>
                  <a:lnTo>
                    <a:pt x="2341443" y="68339"/>
                  </a:lnTo>
                  <a:lnTo>
                    <a:pt x="2340371" y="68401"/>
                  </a:lnTo>
                  <a:lnTo>
                    <a:pt x="2339300" y="68462"/>
                  </a:lnTo>
                  <a:lnTo>
                    <a:pt x="2338228" y="68523"/>
                  </a:lnTo>
                  <a:lnTo>
                    <a:pt x="2337156" y="68584"/>
                  </a:lnTo>
                  <a:lnTo>
                    <a:pt x="2336085" y="68645"/>
                  </a:lnTo>
                  <a:lnTo>
                    <a:pt x="2335013" y="68705"/>
                  </a:lnTo>
                  <a:lnTo>
                    <a:pt x="2333942" y="68764"/>
                  </a:lnTo>
                  <a:lnTo>
                    <a:pt x="2332870" y="68824"/>
                  </a:lnTo>
                  <a:lnTo>
                    <a:pt x="2331798" y="68882"/>
                  </a:lnTo>
                  <a:lnTo>
                    <a:pt x="2330727" y="68941"/>
                  </a:lnTo>
                  <a:lnTo>
                    <a:pt x="2329655" y="68999"/>
                  </a:lnTo>
                  <a:lnTo>
                    <a:pt x="2328584" y="69056"/>
                  </a:lnTo>
                  <a:lnTo>
                    <a:pt x="2327512" y="69113"/>
                  </a:lnTo>
                  <a:lnTo>
                    <a:pt x="2326440" y="69170"/>
                  </a:lnTo>
                  <a:lnTo>
                    <a:pt x="2325369" y="69226"/>
                  </a:lnTo>
                  <a:lnTo>
                    <a:pt x="2324297" y="69282"/>
                  </a:lnTo>
                  <a:lnTo>
                    <a:pt x="2323226" y="69337"/>
                  </a:lnTo>
                  <a:lnTo>
                    <a:pt x="2322154" y="69392"/>
                  </a:lnTo>
                  <a:lnTo>
                    <a:pt x="2321082" y="69447"/>
                  </a:lnTo>
                  <a:lnTo>
                    <a:pt x="2320011" y="69501"/>
                  </a:lnTo>
                  <a:lnTo>
                    <a:pt x="2318939" y="69555"/>
                  </a:lnTo>
                  <a:lnTo>
                    <a:pt x="2317868" y="69608"/>
                  </a:lnTo>
                  <a:lnTo>
                    <a:pt x="2316796" y="69661"/>
                  </a:lnTo>
                  <a:lnTo>
                    <a:pt x="2315724" y="69713"/>
                  </a:lnTo>
                  <a:lnTo>
                    <a:pt x="2314653" y="69765"/>
                  </a:lnTo>
                  <a:lnTo>
                    <a:pt x="2313581" y="69817"/>
                  </a:lnTo>
                  <a:lnTo>
                    <a:pt x="2312510" y="69868"/>
                  </a:lnTo>
                  <a:lnTo>
                    <a:pt x="2311438" y="69918"/>
                  </a:lnTo>
                  <a:lnTo>
                    <a:pt x="2310366" y="69968"/>
                  </a:lnTo>
                  <a:lnTo>
                    <a:pt x="2309295" y="70018"/>
                  </a:lnTo>
                  <a:lnTo>
                    <a:pt x="2308223" y="70067"/>
                  </a:lnTo>
                  <a:lnTo>
                    <a:pt x="2307152" y="70116"/>
                  </a:lnTo>
                  <a:lnTo>
                    <a:pt x="2306080" y="70165"/>
                  </a:lnTo>
                  <a:lnTo>
                    <a:pt x="2305009" y="70213"/>
                  </a:lnTo>
                  <a:lnTo>
                    <a:pt x="2303937" y="70260"/>
                  </a:lnTo>
                  <a:lnTo>
                    <a:pt x="2302865" y="70307"/>
                  </a:lnTo>
                  <a:lnTo>
                    <a:pt x="2301794" y="70353"/>
                  </a:lnTo>
                  <a:lnTo>
                    <a:pt x="2300722" y="70400"/>
                  </a:lnTo>
                  <a:lnTo>
                    <a:pt x="2299651" y="70445"/>
                  </a:lnTo>
                  <a:lnTo>
                    <a:pt x="2298579" y="70490"/>
                  </a:lnTo>
                  <a:lnTo>
                    <a:pt x="2297507" y="70535"/>
                  </a:lnTo>
                  <a:lnTo>
                    <a:pt x="2296436" y="70579"/>
                  </a:lnTo>
                  <a:lnTo>
                    <a:pt x="2295364" y="70623"/>
                  </a:lnTo>
                  <a:lnTo>
                    <a:pt x="2294293" y="70666"/>
                  </a:lnTo>
                  <a:lnTo>
                    <a:pt x="2293221" y="70709"/>
                  </a:lnTo>
                  <a:lnTo>
                    <a:pt x="2292149" y="70751"/>
                  </a:lnTo>
                  <a:lnTo>
                    <a:pt x="2291078" y="70793"/>
                  </a:lnTo>
                  <a:lnTo>
                    <a:pt x="2290006" y="70835"/>
                  </a:lnTo>
                  <a:lnTo>
                    <a:pt x="2288935" y="70875"/>
                  </a:lnTo>
                  <a:lnTo>
                    <a:pt x="2287863" y="70916"/>
                  </a:lnTo>
                  <a:lnTo>
                    <a:pt x="2286791" y="70956"/>
                  </a:lnTo>
                  <a:lnTo>
                    <a:pt x="2285720" y="70995"/>
                  </a:lnTo>
                  <a:lnTo>
                    <a:pt x="2284648" y="71034"/>
                  </a:lnTo>
                  <a:lnTo>
                    <a:pt x="2283577" y="71073"/>
                  </a:lnTo>
                  <a:lnTo>
                    <a:pt x="2282505" y="71111"/>
                  </a:lnTo>
                  <a:lnTo>
                    <a:pt x="2281433" y="71148"/>
                  </a:lnTo>
                  <a:lnTo>
                    <a:pt x="2280362" y="71185"/>
                  </a:lnTo>
                  <a:lnTo>
                    <a:pt x="2279290" y="71222"/>
                  </a:lnTo>
                  <a:lnTo>
                    <a:pt x="2278219" y="71258"/>
                  </a:lnTo>
                  <a:lnTo>
                    <a:pt x="2277147" y="71293"/>
                  </a:lnTo>
                  <a:lnTo>
                    <a:pt x="2276075" y="71328"/>
                  </a:lnTo>
                  <a:lnTo>
                    <a:pt x="2275004" y="71363"/>
                  </a:lnTo>
                  <a:lnTo>
                    <a:pt x="2273932" y="71397"/>
                  </a:lnTo>
                  <a:lnTo>
                    <a:pt x="2272861" y="71430"/>
                  </a:lnTo>
                  <a:lnTo>
                    <a:pt x="2271789" y="71463"/>
                  </a:lnTo>
                  <a:lnTo>
                    <a:pt x="2270717" y="71496"/>
                  </a:lnTo>
                  <a:lnTo>
                    <a:pt x="2269646" y="71528"/>
                  </a:lnTo>
                  <a:lnTo>
                    <a:pt x="2268574" y="71559"/>
                  </a:lnTo>
                  <a:lnTo>
                    <a:pt x="2267503" y="71590"/>
                  </a:lnTo>
                  <a:lnTo>
                    <a:pt x="2266431" y="71621"/>
                  </a:lnTo>
                  <a:lnTo>
                    <a:pt x="2265359" y="71651"/>
                  </a:lnTo>
                  <a:lnTo>
                    <a:pt x="2264288" y="71680"/>
                  </a:lnTo>
                  <a:lnTo>
                    <a:pt x="2263216" y="71709"/>
                  </a:lnTo>
                  <a:lnTo>
                    <a:pt x="2262145" y="71737"/>
                  </a:lnTo>
                  <a:lnTo>
                    <a:pt x="2261073" y="71765"/>
                  </a:lnTo>
                  <a:lnTo>
                    <a:pt x="2260001" y="71793"/>
                  </a:lnTo>
                  <a:lnTo>
                    <a:pt x="2258930" y="71819"/>
                  </a:lnTo>
                  <a:lnTo>
                    <a:pt x="2257858" y="71846"/>
                  </a:lnTo>
                  <a:lnTo>
                    <a:pt x="2256787" y="71871"/>
                  </a:lnTo>
                  <a:lnTo>
                    <a:pt x="2255715" y="71897"/>
                  </a:lnTo>
                  <a:lnTo>
                    <a:pt x="2254643" y="71921"/>
                  </a:lnTo>
                  <a:lnTo>
                    <a:pt x="2253572" y="71946"/>
                  </a:lnTo>
                  <a:lnTo>
                    <a:pt x="2252500" y="71969"/>
                  </a:lnTo>
                  <a:lnTo>
                    <a:pt x="2251429" y="71992"/>
                  </a:lnTo>
                  <a:lnTo>
                    <a:pt x="2250357" y="72015"/>
                  </a:lnTo>
                  <a:lnTo>
                    <a:pt x="2249285" y="72037"/>
                  </a:lnTo>
                  <a:lnTo>
                    <a:pt x="2248214" y="72059"/>
                  </a:lnTo>
                  <a:lnTo>
                    <a:pt x="2247142" y="72080"/>
                  </a:lnTo>
                  <a:lnTo>
                    <a:pt x="2246071" y="72100"/>
                  </a:lnTo>
                  <a:lnTo>
                    <a:pt x="2244999" y="72120"/>
                  </a:lnTo>
                  <a:lnTo>
                    <a:pt x="2243927" y="72139"/>
                  </a:lnTo>
                  <a:lnTo>
                    <a:pt x="2242856" y="72158"/>
                  </a:lnTo>
                  <a:lnTo>
                    <a:pt x="2241784" y="72176"/>
                  </a:lnTo>
                  <a:lnTo>
                    <a:pt x="2240713" y="72194"/>
                  </a:lnTo>
                  <a:lnTo>
                    <a:pt x="2239641" y="72211"/>
                  </a:lnTo>
                  <a:lnTo>
                    <a:pt x="2238569" y="72228"/>
                  </a:lnTo>
                  <a:lnTo>
                    <a:pt x="2237498" y="72244"/>
                  </a:lnTo>
                  <a:lnTo>
                    <a:pt x="2236426" y="72259"/>
                  </a:lnTo>
                  <a:lnTo>
                    <a:pt x="2235355" y="72274"/>
                  </a:lnTo>
                  <a:lnTo>
                    <a:pt x="2234283" y="72289"/>
                  </a:lnTo>
                  <a:lnTo>
                    <a:pt x="2233211" y="72302"/>
                  </a:lnTo>
                  <a:lnTo>
                    <a:pt x="2232140" y="72316"/>
                  </a:lnTo>
                  <a:lnTo>
                    <a:pt x="2231068" y="72328"/>
                  </a:lnTo>
                  <a:lnTo>
                    <a:pt x="2229997" y="72340"/>
                  </a:lnTo>
                  <a:lnTo>
                    <a:pt x="2228925" y="72352"/>
                  </a:lnTo>
                  <a:lnTo>
                    <a:pt x="2227853" y="72363"/>
                  </a:lnTo>
                  <a:lnTo>
                    <a:pt x="2226782" y="72373"/>
                  </a:lnTo>
                  <a:lnTo>
                    <a:pt x="2225710" y="72383"/>
                  </a:lnTo>
                  <a:lnTo>
                    <a:pt x="2224639" y="72392"/>
                  </a:lnTo>
                  <a:lnTo>
                    <a:pt x="2223567" y="72401"/>
                  </a:lnTo>
                  <a:lnTo>
                    <a:pt x="2222495" y="72409"/>
                  </a:lnTo>
                  <a:lnTo>
                    <a:pt x="2221424" y="72417"/>
                  </a:lnTo>
                  <a:lnTo>
                    <a:pt x="2220352" y="72424"/>
                  </a:lnTo>
                  <a:lnTo>
                    <a:pt x="2219281" y="72430"/>
                  </a:lnTo>
                  <a:lnTo>
                    <a:pt x="2218209" y="72436"/>
                  </a:lnTo>
                  <a:lnTo>
                    <a:pt x="2217137" y="72441"/>
                  </a:lnTo>
                  <a:lnTo>
                    <a:pt x="2216066" y="72446"/>
                  </a:lnTo>
                  <a:lnTo>
                    <a:pt x="2214994" y="72450"/>
                  </a:lnTo>
                  <a:lnTo>
                    <a:pt x="2213923" y="72453"/>
                  </a:lnTo>
                  <a:lnTo>
                    <a:pt x="2212851" y="72456"/>
                  </a:lnTo>
                  <a:lnTo>
                    <a:pt x="2211779" y="72459"/>
                  </a:lnTo>
                  <a:lnTo>
                    <a:pt x="2210708" y="72460"/>
                  </a:lnTo>
                  <a:lnTo>
                    <a:pt x="2209636" y="72461"/>
                  </a:lnTo>
                  <a:lnTo>
                    <a:pt x="2208565" y="72462"/>
                  </a:lnTo>
                  <a:lnTo>
                    <a:pt x="2207493" y="72462"/>
                  </a:lnTo>
                  <a:lnTo>
                    <a:pt x="2206421" y="72461"/>
                  </a:lnTo>
                  <a:lnTo>
                    <a:pt x="2205350" y="72460"/>
                  </a:lnTo>
                  <a:lnTo>
                    <a:pt x="2204278" y="72458"/>
                  </a:lnTo>
                  <a:lnTo>
                    <a:pt x="2203207" y="72455"/>
                  </a:lnTo>
                  <a:lnTo>
                    <a:pt x="2202135" y="72452"/>
                  </a:lnTo>
                  <a:lnTo>
                    <a:pt x="2201063" y="72449"/>
                  </a:lnTo>
                  <a:lnTo>
                    <a:pt x="2199992" y="72444"/>
                  </a:lnTo>
                  <a:lnTo>
                    <a:pt x="2198920" y="72439"/>
                  </a:lnTo>
                  <a:lnTo>
                    <a:pt x="2197849" y="72434"/>
                  </a:lnTo>
                  <a:lnTo>
                    <a:pt x="2196777" y="72428"/>
                  </a:lnTo>
                  <a:lnTo>
                    <a:pt x="2195705" y="72421"/>
                  </a:lnTo>
                  <a:lnTo>
                    <a:pt x="2194634" y="72414"/>
                  </a:lnTo>
                  <a:lnTo>
                    <a:pt x="2193562" y="72406"/>
                  </a:lnTo>
                  <a:lnTo>
                    <a:pt x="2192491" y="72397"/>
                  </a:lnTo>
                  <a:lnTo>
                    <a:pt x="2191419" y="72388"/>
                  </a:lnTo>
                  <a:lnTo>
                    <a:pt x="2190347" y="72378"/>
                  </a:lnTo>
                  <a:lnTo>
                    <a:pt x="2189276" y="72368"/>
                  </a:lnTo>
                  <a:lnTo>
                    <a:pt x="2188204" y="72356"/>
                  </a:lnTo>
                  <a:lnTo>
                    <a:pt x="2187133" y="72345"/>
                  </a:lnTo>
                  <a:lnTo>
                    <a:pt x="2186061" y="72332"/>
                  </a:lnTo>
                  <a:lnTo>
                    <a:pt x="2184989" y="72319"/>
                  </a:lnTo>
                  <a:lnTo>
                    <a:pt x="2183918" y="72306"/>
                  </a:lnTo>
                  <a:lnTo>
                    <a:pt x="2182846" y="72292"/>
                  </a:lnTo>
                  <a:lnTo>
                    <a:pt x="2181775" y="72277"/>
                  </a:lnTo>
                  <a:lnTo>
                    <a:pt x="2180703" y="72261"/>
                  </a:lnTo>
                  <a:lnTo>
                    <a:pt x="2179631" y="72245"/>
                  </a:lnTo>
                  <a:lnTo>
                    <a:pt x="2178560" y="72228"/>
                  </a:lnTo>
                  <a:lnTo>
                    <a:pt x="2177488" y="72211"/>
                  </a:lnTo>
                  <a:lnTo>
                    <a:pt x="2176417" y="72193"/>
                  </a:lnTo>
                  <a:lnTo>
                    <a:pt x="2175345" y="72174"/>
                  </a:lnTo>
                  <a:lnTo>
                    <a:pt x="2174273" y="72155"/>
                  </a:lnTo>
                  <a:lnTo>
                    <a:pt x="2173202" y="72135"/>
                  </a:lnTo>
                  <a:lnTo>
                    <a:pt x="2172130" y="72115"/>
                  </a:lnTo>
                  <a:lnTo>
                    <a:pt x="2171059" y="72093"/>
                  </a:lnTo>
                  <a:lnTo>
                    <a:pt x="2169987" y="72071"/>
                  </a:lnTo>
                  <a:lnTo>
                    <a:pt x="2168915" y="72049"/>
                  </a:lnTo>
                  <a:lnTo>
                    <a:pt x="2167844" y="72026"/>
                  </a:lnTo>
                  <a:lnTo>
                    <a:pt x="2166772" y="72002"/>
                  </a:lnTo>
                  <a:lnTo>
                    <a:pt x="2165701" y="71977"/>
                  </a:lnTo>
                  <a:lnTo>
                    <a:pt x="2164629" y="71952"/>
                  </a:lnTo>
                  <a:lnTo>
                    <a:pt x="2163557" y="71926"/>
                  </a:lnTo>
                  <a:lnTo>
                    <a:pt x="2162486" y="71900"/>
                  </a:lnTo>
                  <a:lnTo>
                    <a:pt x="2161414" y="71873"/>
                  </a:lnTo>
                  <a:lnTo>
                    <a:pt x="2160343" y="71845"/>
                  </a:lnTo>
                  <a:lnTo>
                    <a:pt x="2159271" y="71817"/>
                  </a:lnTo>
                  <a:lnTo>
                    <a:pt x="2158199" y="71787"/>
                  </a:lnTo>
                  <a:lnTo>
                    <a:pt x="2157128" y="71758"/>
                  </a:lnTo>
                  <a:lnTo>
                    <a:pt x="2156056" y="71727"/>
                  </a:lnTo>
                  <a:lnTo>
                    <a:pt x="2154985" y="71696"/>
                  </a:lnTo>
                  <a:lnTo>
                    <a:pt x="2153913" y="71664"/>
                  </a:lnTo>
                  <a:lnTo>
                    <a:pt x="2152841" y="71632"/>
                  </a:lnTo>
                  <a:lnTo>
                    <a:pt x="2151770" y="71599"/>
                  </a:lnTo>
                  <a:lnTo>
                    <a:pt x="2150698" y="71565"/>
                  </a:lnTo>
                  <a:lnTo>
                    <a:pt x="2149627" y="71531"/>
                  </a:lnTo>
                  <a:lnTo>
                    <a:pt x="2148555" y="71495"/>
                  </a:lnTo>
                  <a:lnTo>
                    <a:pt x="2147483" y="71460"/>
                  </a:lnTo>
                  <a:lnTo>
                    <a:pt x="2146412" y="71423"/>
                  </a:lnTo>
                  <a:lnTo>
                    <a:pt x="2145340" y="71386"/>
                  </a:lnTo>
                  <a:lnTo>
                    <a:pt x="2144269" y="71348"/>
                  </a:lnTo>
                  <a:lnTo>
                    <a:pt x="2143197" y="71310"/>
                  </a:lnTo>
                  <a:lnTo>
                    <a:pt x="2142125" y="71270"/>
                  </a:lnTo>
                  <a:lnTo>
                    <a:pt x="2141054" y="71230"/>
                  </a:lnTo>
                  <a:lnTo>
                    <a:pt x="2139982" y="71190"/>
                  </a:lnTo>
                  <a:lnTo>
                    <a:pt x="2138911" y="71149"/>
                  </a:lnTo>
                  <a:lnTo>
                    <a:pt x="2137839" y="71107"/>
                  </a:lnTo>
                  <a:lnTo>
                    <a:pt x="2136767" y="71064"/>
                  </a:lnTo>
                  <a:lnTo>
                    <a:pt x="2135696" y="71021"/>
                  </a:lnTo>
                  <a:lnTo>
                    <a:pt x="2134624" y="70977"/>
                  </a:lnTo>
                  <a:lnTo>
                    <a:pt x="2133553" y="70932"/>
                  </a:lnTo>
                  <a:lnTo>
                    <a:pt x="2132481" y="70886"/>
                  </a:lnTo>
                  <a:lnTo>
                    <a:pt x="2131409" y="70840"/>
                  </a:lnTo>
                  <a:lnTo>
                    <a:pt x="2130338" y="70793"/>
                  </a:lnTo>
                  <a:lnTo>
                    <a:pt x="2129266" y="70746"/>
                  </a:lnTo>
                  <a:lnTo>
                    <a:pt x="2128195" y="70698"/>
                  </a:lnTo>
                  <a:lnTo>
                    <a:pt x="2127123" y="70649"/>
                  </a:lnTo>
                  <a:lnTo>
                    <a:pt x="2126052" y="70599"/>
                  </a:lnTo>
                  <a:lnTo>
                    <a:pt x="2124980" y="70549"/>
                  </a:lnTo>
                  <a:lnTo>
                    <a:pt x="2123908" y="70498"/>
                  </a:lnTo>
                  <a:lnTo>
                    <a:pt x="2122837" y="70446"/>
                  </a:lnTo>
                  <a:lnTo>
                    <a:pt x="2121765" y="70393"/>
                  </a:lnTo>
                  <a:lnTo>
                    <a:pt x="2120694" y="70340"/>
                  </a:lnTo>
                  <a:lnTo>
                    <a:pt x="2119622" y="70286"/>
                  </a:lnTo>
                  <a:lnTo>
                    <a:pt x="2118550" y="70232"/>
                  </a:lnTo>
                  <a:lnTo>
                    <a:pt x="2117479" y="70176"/>
                  </a:lnTo>
                  <a:lnTo>
                    <a:pt x="2116407" y="70120"/>
                  </a:lnTo>
                  <a:lnTo>
                    <a:pt x="2115336" y="70064"/>
                  </a:lnTo>
                  <a:lnTo>
                    <a:pt x="2114264" y="70006"/>
                  </a:lnTo>
                  <a:lnTo>
                    <a:pt x="2113192" y="69948"/>
                  </a:lnTo>
                  <a:lnTo>
                    <a:pt x="2112121" y="69889"/>
                  </a:lnTo>
                  <a:lnTo>
                    <a:pt x="2111049" y="69829"/>
                  </a:lnTo>
                  <a:lnTo>
                    <a:pt x="2109978" y="69769"/>
                  </a:lnTo>
                  <a:lnTo>
                    <a:pt x="2108906" y="69708"/>
                  </a:lnTo>
                  <a:lnTo>
                    <a:pt x="2107834" y="69646"/>
                  </a:lnTo>
                  <a:lnTo>
                    <a:pt x="2106763" y="69584"/>
                  </a:lnTo>
                  <a:lnTo>
                    <a:pt x="2105691" y="69520"/>
                  </a:lnTo>
                  <a:lnTo>
                    <a:pt x="2104620" y="69456"/>
                  </a:lnTo>
                  <a:lnTo>
                    <a:pt x="2103548" y="69391"/>
                  </a:lnTo>
                  <a:lnTo>
                    <a:pt x="2102476" y="69326"/>
                  </a:lnTo>
                  <a:lnTo>
                    <a:pt x="2101405" y="69260"/>
                  </a:lnTo>
                  <a:lnTo>
                    <a:pt x="2100333" y="69193"/>
                  </a:lnTo>
                  <a:lnTo>
                    <a:pt x="2099262" y="69125"/>
                  </a:lnTo>
                  <a:lnTo>
                    <a:pt x="2098190" y="69057"/>
                  </a:lnTo>
                  <a:lnTo>
                    <a:pt x="2097118" y="68988"/>
                  </a:lnTo>
                  <a:lnTo>
                    <a:pt x="2096047" y="68918"/>
                  </a:lnTo>
                  <a:lnTo>
                    <a:pt x="2094975" y="68847"/>
                  </a:lnTo>
                  <a:lnTo>
                    <a:pt x="2093904" y="68776"/>
                  </a:lnTo>
                  <a:lnTo>
                    <a:pt x="2092832" y="68703"/>
                  </a:lnTo>
                  <a:lnTo>
                    <a:pt x="2091760" y="68631"/>
                  </a:lnTo>
                  <a:lnTo>
                    <a:pt x="2090689" y="68557"/>
                  </a:lnTo>
                  <a:lnTo>
                    <a:pt x="2089617" y="68483"/>
                  </a:lnTo>
                  <a:lnTo>
                    <a:pt x="2088546" y="68407"/>
                  </a:lnTo>
                  <a:lnTo>
                    <a:pt x="2087474" y="68332"/>
                  </a:lnTo>
                  <a:lnTo>
                    <a:pt x="2086402" y="68255"/>
                  </a:lnTo>
                  <a:lnTo>
                    <a:pt x="2085331" y="68178"/>
                  </a:lnTo>
                  <a:lnTo>
                    <a:pt x="2084259" y="68099"/>
                  </a:lnTo>
                  <a:lnTo>
                    <a:pt x="2083188" y="68020"/>
                  </a:lnTo>
                  <a:lnTo>
                    <a:pt x="2082116" y="67941"/>
                  </a:lnTo>
                  <a:lnTo>
                    <a:pt x="2081044" y="67860"/>
                  </a:lnTo>
                  <a:lnTo>
                    <a:pt x="2079973" y="67779"/>
                  </a:lnTo>
                  <a:lnTo>
                    <a:pt x="2078901" y="67697"/>
                  </a:lnTo>
                  <a:lnTo>
                    <a:pt x="2077830" y="67615"/>
                  </a:lnTo>
                  <a:lnTo>
                    <a:pt x="2076758" y="67531"/>
                  </a:lnTo>
                  <a:lnTo>
                    <a:pt x="2075686" y="67447"/>
                  </a:lnTo>
                  <a:lnTo>
                    <a:pt x="2074615" y="67362"/>
                  </a:lnTo>
                  <a:lnTo>
                    <a:pt x="2073543" y="67276"/>
                  </a:lnTo>
                  <a:lnTo>
                    <a:pt x="2072472" y="67190"/>
                  </a:lnTo>
                  <a:lnTo>
                    <a:pt x="2071400" y="67102"/>
                  </a:lnTo>
                  <a:lnTo>
                    <a:pt x="2070328" y="67014"/>
                  </a:lnTo>
                  <a:lnTo>
                    <a:pt x="2069257" y="66925"/>
                  </a:lnTo>
                  <a:lnTo>
                    <a:pt x="2068185" y="66836"/>
                  </a:lnTo>
                  <a:lnTo>
                    <a:pt x="2067114" y="66745"/>
                  </a:lnTo>
                  <a:lnTo>
                    <a:pt x="2066042" y="66654"/>
                  </a:lnTo>
                  <a:lnTo>
                    <a:pt x="2064970" y="66562"/>
                  </a:lnTo>
                  <a:lnTo>
                    <a:pt x="2063899" y="66470"/>
                  </a:lnTo>
                  <a:lnTo>
                    <a:pt x="2062827" y="66376"/>
                  </a:lnTo>
                  <a:lnTo>
                    <a:pt x="2061756" y="66282"/>
                  </a:lnTo>
                  <a:lnTo>
                    <a:pt x="2060684" y="66187"/>
                  </a:lnTo>
                  <a:lnTo>
                    <a:pt x="2059612" y="66091"/>
                  </a:lnTo>
                  <a:lnTo>
                    <a:pt x="2058541" y="65994"/>
                  </a:lnTo>
                  <a:lnTo>
                    <a:pt x="2057469" y="65897"/>
                  </a:lnTo>
                  <a:lnTo>
                    <a:pt x="2056398" y="65799"/>
                  </a:lnTo>
                  <a:lnTo>
                    <a:pt x="2055326" y="65700"/>
                  </a:lnTo>
                  <a:lnTo>
                    <a:pt x="2054254" y="65600"/>
                  </a:lnTo>
                  <a:lnTo>
                    <a:pt x="2053183" y="65499"/>
                  </a:lnTo>
                  <a:lnTo>
                    <a:pt x="2052111" y="65398"/>
                  </a:lnTo>
                  <a:lnTo>
                    <a:pt x="2051040" y="65296"/>
                  </a:lnTo>
                  <a:lnTo>
                    <a:pt x="2049968" y="65193"/>
                  </a:lnTo>
                  <a:lnTo>
                    <a:pt x="2048896" y="65089"/>
                  </a:lnTo>
                  <a:lnTo>
                    <a:pt x="2047825" y="64984"/>
                  </a:lnTo>
                  <a:lnTo>
                    <a:pt x="2046753" y="64879"/>
                  </a:lnTo>
                  <a:lnTo>
                    <a:pt x="2045682" y="64773"/>
                  </a:lnTo>
                  <a:lnTo>
                    <a:pt x="2044610" y="64666"/>
                  </a:lnTo>
                  <a:lnTo>
                    <a:pt x="2043538" y="64558"/>
                  </a:lnTo>
                  <a:lnTo>
                    <a:pt x="2042467" y="64450"/>
                  </a:lnTo>
                  <a:lnTo>
                    <a:pt x="2041395" y="64340"/>
                  </a:lnTo>
                  <a:lnTo>
                    <a:pt x="2040324" y="64230"/>
                  </a:lnTo>
                  <a:lnTo>
                    <a:pt x="2039252" y="64119"/>
                  </a:lnTo>
                  <a:lnTo>
                    <a:pt x="2038180" y="64008"/>
                  </a:lnTo>
                  <a:lnTo>
                    <a:pt x="2037109" y="63895"/>
                  </a:lnTo>
                  <a:lnTo>
                    <a:pt x="2036037" y="63782"/>
                  </a:lnTo>
                  <a:lnTo>
                    <a:pt x="2034966" y="63668"/>
                  </a:lnTo>
                  <a:lnTo>
                    <a:pt x="2033894" y="63553"/>
                  </a:lnTo>
                  <a:lnTo>
                    <a:pt x="2032822" y="63437"/>
                  </a:lnTo>
                  <a:lnTo>
                    <a:pt x="2031751" y="63320"/>
                  </a:lnTo>
                  <a:lnTo>
                    <a:pt x="2030679" y="63203"/>
                  </a:lnTo>
                  <a:lnTo>
                    <a:pt x="2029608" y="63085"/>
                  </a:lnTo>
                  <a:lnTo>
                    <a:pt x="2028536" y="62965"/>
                  </a:lnTo>
                  <a:lnTo>
                    <a:pt x="2027464" y="62846"/>
                  </a:lnTo>
                  <a:lnTo>
                    <a:pt x="2026393" y="62725"/>
                  </a:lnTo>
                  <a:lnTo>
                    <a:pt x="2025321" y="62603"/>
                  </a:lnTo>
                  <a:lnTo>
                    <a:pt x="2024250" y="62481"/>
                  </a:lnTo>
                  <a:lnTo>
                    <a:pt x="2023178" y="62358"/>
                  </a:lnTo>
                  <a:lnTo>
                    <a:pt x="2022106" y="62234"/>
                  </a:lnTo>
                  <a:lnTo>
                    <a:pt x="2021035" y="62109"/>
                  </a:lnTo>
                  <a:lnTo>
                    <a:pt x="2019963" y="61984"/>
                  </a:lnTo>
                  <a:lnTo>
                    <a:pt x="2018892" y="61857"/>
                  </a:lnTo>
                  <a:lnTo>
                    <a:pt x="2017820" y="61730"/>
                  </a:lnTo>
                  <a:lnTo>
                    <a:pt x="2016748" y="61602"/>
                  </a:lnTo>
                  <a:lnTo>
                    <a:pt x="2015677" y="61473"/>
                  </a:lnTo>
                  <a:lnTo>
                    <a:pt x="2014605" y="61343"/>
                  </a:lnTo>
                  <a:lnTo>
                    <a:pt x="2013534" y="61213"/>
                  </a:lnTo>
                  <a:lnTo>
                    <a:pt x="2012462" y="61081"/>
                  </a:lnTo>
                  <a:lnTo>
                    <a:pt x="2011390" y="60949"/>
                  </a:lnTo>
                  <a:lnTo>
                    <a:pt x="2010319" y="60816"/>
                  </a:lnTo>
                  <a:lnTo>
                    <a:pt x="2009247" y="60682"/>
                  </a:lnTo>
                  <a:lnTo>
                    <a:pt x="2008176" y="60547"/>
                  </a:lnTo>
                  <a:lnTo>
                    <a:pt x="2007104" y="60412"/>
                  </a:lnTo>
                  <a:lnTo>
                    <a:pt x="2006032" y="60276"/>
                  </a:lnTo>
                  <a:lnTo>
                    <a:pt x="2004961" y="60138"/>
                  </a:lnTo>
                  <a:lnTo>
                    <a:pt x="2003889" y="60000"/>
                  </a:lnTo>
                  <a:lnTo>
                    <a:pt x="2002818" y="59861"/>
                  </a:lnTo>
                  <a:lnTo>
                    <a:pt x="2001746" y="59722"/>
                  </a:lnTo>
                  <a:lnTo>
                    <a:pt x="2000674" y="59581"/>
                  </a:lnTo>
                  <a:lnTo>
                    <a:pt x="1999603" y="59440"/>
                  </a:lnTo>
                  <a:lnTo>
                    <a:pt x="1998531" y="59297"/>
                  </a:lnTo>
                  <a:lnTo>
                    <a:pt x="1997460" y="59154"/>
                  </a:lnTo>
                  <a:lnTo>
                    <a:pt x="1996388" y="59010"/>
                  </a:lnTo>
                  <a:lnTo>
                    <a:pt x="1995316" y="58866"/>
                  </a:lnTo>
                  <a:lnTo>
                    <a:pt x="1994245" y="58720"/>
                  </a:lnTo>
                  <a:lnTo>
                    <a:pt x="1993173" y="58573"/>
                  </a:lnTo>
                  <a:lnTo>
                    <a:pt x="1992102" y="58426"/>
                  </a:lnTo>
                  <a:lnTo>
                    <a:pt x="1991030" y="58278"/>
                  </a:lnTo>
                  <a:lnTo>
                    <a:pt x="1989958" y="58129"/>
                  </a:lnTo>
                  <a:lnTo>
                    <a:pt x="1988887" y="57979"/>
                  </a:lnTo>
                  <a:lnTo>
                    <a:pt x="1987815" y="57828"/>
                  </a:lnTo>
                  <a:lnTo>
                    <a:pt x="1986744" y="57677"/>
                  </a:lnTo>
                  <a:lnTo>
                    <a:pt x="1985672" y="57524"/>
                  </a:lnTo>
                  <a:lnTo>
                    <a:pt x="1984600" y="57371"/>
                  </a:lnTo>
                  <a:lnTo>
                    <a:pt x="1983529" y="57217"/>
                  </a:lnTo>
                  <a:lnTo>
                    <a:pt x="1982457" y="57062"/>
                  </a:lnTo>
                  <a:lnTo>
                    <a:pt x="1981386" y="56906"/>
                  </a:lnTo>
                  <a:lnTo>
                    <a:pt x="1980314" y="56750"/>
                  </a:lnTo>
                  <a:lnTo>
                    <a:pt x="1979242" y="56592"/>
                  </a:lnTo>
                  <a:lnTo>
                    <a:pt x="1978171" y="56434"/>
                  </a:lnTo>
                  <a:lnTo>
                    <a:pt x="1977099" y="56274"/>
                  </a:lnTo>
                  <a:lnTo>
                    <a:pt x="1976028" y="56114"/>
                  </a:lnTo>
                  <a:lnTo>
                    <a:pt x="1974956" y="55953"/>
                  </a:lnTo>
                  <a:lnTo>
                    <a:pt x="1973884" y="55792"/>
                  </a:lnTo>
                  <a:lnTo>
                    <a:pt x="1972813" y="55629"/>
                  </a:lnTo>
                  <a:lnTo>
                    <a:pt x="1971741" y="55465"/>
                  </a:lnTo>
                  <a:lnTo>
                    <a:pt x="1970670" y="55301"/>
                  </a:lnTo>
                  <a:lnTo>
                    <a:pt x="1969598" y="55136"/>
                  </a:lnTo>
                  <a:lnTo>
                    <a:pt x="1968526" y="54970"/>
                  </a:lnTo>
                  <a:lnTo>
                    <a:pt x="1967455" y="54803"/>
                  </a:lnTo>
                  <a:lnTo>
                    <a:pt x="1966383" y="54635"/>
                  </a:lnTo>
                  <a:lnTo>
                    <a:pt x="1965312" y="54466"/>
                  </a:lnTo>
                  <a:lnTo>
                    <a:pt x="1964240" y="54297"/>
                  </a:lnTo>
                  <a:lnTo>
                    <a:pt x="1963168" y="54126"/>
                  </a:lnTo>
                  <a:lnTo>
                    <a:pt x="1962097" y="53955"/>
                  </a:lnTo>
                  <a:lnTo>
                    <a:pt x="1961025" y="53783"/>
                  </a:lnTo>
                  <a:lnTo>
                    <a:pt x="1959954" y="53610"/>
                  </a:lnTo>
                  <a:lnTo>
                    <a:pt x="1958882" y="53436"/>
                  </a:lnTo>
                  <a:lnTo>
                    <a:pt x="1957810" y="53261"/>
                  </a:lnTo>
                  <a:lnTo>
                    <a:pt x="1956739" y="53085"/>
                  </a:lnTo>
                  <a:lnTo>
                    <a:pt x="1955667" y="52909"/>
                  </a:lnTo>
                  <a:lnTo>
                    <a:pt x="1954596" y="52732"/>
                  </a:lnTo>
                  <a:lnTo>
                    <a:pt x="1953524" y="52553"/>
                  </a:lnTo>
                  <a:lnTo>
                    <a:pt x="1952453" y="52374"/>
                  </a:lnTo>
                  <a:lnTo>
                    <a:pt x="1951381" y="52194"/>
                  </a:lnTo>
                  <a:lnTo>
                    <a:pt x="1950309" y="52014"/>
                  </a:lnTo>
                  <a:lnTo>
                    <a:pt x="1949238" y="51832"/>
                  </a:lnTo>
                  <a:lnTo>
                    <a:pt x="1948166" y="51649"/>
                  </a:lnTo>
                  <a:lnTo>
                    <a:pt x="1947095" y="51466"/>
                  </a:lnTo>
                  <a:lnTo>
                    <a:pt x="1946023" y="51282"/>
                  </a:lnTo>
                  <a:lnTo>
                    <a:pt x="1944951" y="51096"/>
                  </a:lnTo>
                  <a:lnTo>
                    <a:pt x="1943880" y="50910"/>
                  </a:lnTo>
                  <a:lnTo>
                    <a:pt x="1942808" y="50723"/>
                  </a:lnTo>
                  <a:lnTo>
                    <a:pt x="1941737" y="50536"/>
                  </a:lnTo>
                  <a:lnTo>
                    <a:pt x="1940665" y="50347"/>
                  </a:lnTo>
                  <a:lnTo>
                    <a:pt x="1939593" y="50158"/>
                  </a:lnTo>
                  <a:lnTo>
                    <a:pt x="1938522" y="49967"/>
                  </a:lnTo>
                  <a:lnTo>
                    <a:pt x="1937450" y="49776"/>
                  </a:lnTo>
                  <a:lnTo>
                    <a:pt x="1936379" y="49584"/>
                  </a:lnTo>
                  <a:lnTo>
                    <a:pt x="1935307" y="49391"/>
                  </a:lnTo>
                  <a:lnTo>
                    <a:pt x="1934235" y="49197"/>
                  </a:lnTo>
                  <a:lnTo>
                    <a:pt x="1933164" y="49002"/>
                  </a:lnTo>
                  <a:lnTo>
                    <a:pt x="1932092" y="48807"/>
                  </a:lnTo>
                  <a:lnTo>
                    <a:pt x="1931021" y="48610"/>
                  </a:lnTo>
                  <a:lnTo>
                    <a:pt x="1929949" y="48413"/>
                  </a:lnTo>
                  <a:lnTo>
                    <a:pt x="1928877" y="48214"/>
                  </a:lnTo>
                  <a:lnTo>
                    <a:pt x="1927806" y="48015"/>
                  </a:lnTo>
                  <a:lnTo>
                    <a:pt x="1926734" y="47815"/>
                  </a:lnTo>
                  <a:lnTo>
                    <a:pt x="1925663" y="47615"/>
                  </a:lnTo>
                  <a:lnTo>
                    <a:pt x="1924591" y="47413"/>
                  </a:lnTo>
                  <a:lnTo>
                    <a:pt x="1923519" y="47210"/>
                  </a:lnTo>
                  <a:lnTo>
                    <a:pt x="1922448" y="47007"/>
                  </a:lnTo>
                  <a:lnTo>
                    <a:pt x="1921376" y="46803"/>
                  </a:lnTo>
                  <a:lnTo>
                    <a:pt x="1920305" y="46597"/>
                  </a:lnTo>
                  <a:lnTo>
                    <a:pt x="1919233" y="46391"/>
                  </a:lnTo>
                  <a:lnTo>
                    <a:pt x="1918161" y="46184"/>
                  </a:lnTo>
                  <a:lnTo>
                    <a:pt x="1917090" y="45977"/>
                  </a:lnTo>
                  <a:lnTo>
                    <a:pt x="1916018" y="45768"/>
                  </a:lnTo>
                  <a:lnTo>
                    <a:pt x="1914947" y="45558"/>
                  </a:lnTo>
                  <a:lnTo>
                    <a:pt x="1913875" y="45348"/>
                  </a:lnTo>
                  <a:lnTo>
                    <a:pt x="1912803" y="45137"/>
                  </a:lnTo>
                  <a:lnTo>
                    <a:pt x="1911732" y="44925"/>
                  </a:lnTo>
                  <a:lnTo>
                    <a:pt x="1910660" y="44712"/>
                  </a:lnTo>
                  <a:lnTo>
                    <a:pt x="1909589" y="44498"/>
                  </a:lnTo>
                  <a:lnTo>
                    <a:pt x="1908517" y="44283"/>
                  </a:lnTo>
                  <a:lnTo>
                    <a:pt x="1907445" y="44068"/>
                  </a:lnTo>
                  <a:lnTo>
                    <a:pt x="1906374" y="43852"/>
                  </a:lnTo>
                  <a:lnTo>
                    <a:pt x="1905302" y="43635"/>
                  </a:lnTo>
                  <a:lnTo>
                    <a:pt x="1904231" y="43417"/>
                  </a:lnTo>
                  <a:lnTo>
                    <a:pt x="1903159" y="43199"/>
                  </a:lnTo>
                  <a:lnTo>
                    <a:pt x="1902087" y="42980"/>
                  </a:lnTo>
                  <a:lnTo>
                    <a:pt x="1901016" y="42760"/>
                  </a:lnTo>
                  <a:lnTo>
                    <a:pt x="1899944" y="42539"/>
                  </a:lnTo>
                  <a:lnTo>
                    <a:pt x="1898873" y="42318"/>
                  </a:lnTo>
                  <a:lnTo>
                    <a:pt x="1897801" y="42096"/>
                  </a:lnTo>
                  <a:lnTo>
                    <a:pt x="1896729" y="41873"/>
                  </a:lnTo>
                  <a:lnTo>
                    <a:pt x="1895658" y="41650"/>
                  </a:lnTo>
                  <a:lnTo>
                    <a:pt x="1894586" y="41426"/>
                  </a:lnTo>
                  <a:lnTo>
                    <a:pt x="1893515" y="41202"/>
                  </a:lnTo>
                  <a:lnTo>
                    <a:pt x="1892443" y="40977"/>
                  </a:lnTo>
                  <a:lnTo>
                    <a:pt x="1891371" y="40751"/>
                  </a:lnTo>
                  <a:lnTo>
                    <a:pt x="1890300" y="40525"/>
                  </a:lnTo>
                  <a:lnTo>
                    <a:pt x="1889228" y="40298"/>
                  </a:lnTo>
                  <a:lnTo>
                    <a:pt x="1888157" y="40070"/>
                  </a:lnTo>
                  <a:lnTo>
                    <a:pt x="1887085" y="39842"/>
                  </a:lnTo>
                  <a:lnTo>
                    <a:pt x="1886013" y="39614"/>
                  </a:lnTo>
                  <a:lnTo>
                    <a:pt x="1884942" y="39385"/>
                  </a:lnTo>
                  <a:lnTo>
                    <a:pt x="1883870" y="39155"/>
                  </a:lnTo>
                  <a:lnTo>
                    <a:pt x="1882799" y="38925"/>
                  </a:lnTo>
                  <a:lnTo>
                    <a:pt x="1881727" y="38694"/>
                  </a:lnTo>
                  <a:lnTo>
                    <a:pt x="1880655" y="38463"/>
                  </a:lnTo>
                  <a:lnTo>
                    <a:pt x="1879584" y="38232"/>
                  </a:lnTo>
                  <a:lnTo>
                    <a:pt x="1878512" y="38000"/>
                  </a:lnTo>
                  <a:lnTo>
                    <a:pt x="1877441" y="37768"/>
                  </a:lnTo>
                  <a:lnTo>
                    <a:pt x="1876369" y="37535"/>
                  </a:lnTo>
                  <a:lnTo>
                    <a:pt x="1875297" y="37302"/>
                  </a:lnTo>
                  <a:lnTo>
                    <a:pt x="1874226" y="37068"/>
                  </a:lnTo>
                  <a:lnTo>
                    <a:pt x="1873154" y="36835"/>
                  </a:lnTo>
                  <a:lnTo>
                    <a:pt x="1872083" y="36600"/>
                  </a:lnTo>
                  <a:lnTo>
                    <a:pt x="1871011" y="36366"/>
                  </a:lnTo>
                  <a:lnTo>
                    <a:pt x="1869939" y="36131"/>
                  </a:lnTo>
                  <a:lnTo>
                    <a:pt x="1868868" y="35895"/>
                  </a:lnTo>
                  <a:lnTo>
                    <a:pt x="1867796" y="35660"/>
                  </a:lnTo>
                  <a:lnTo>
                    <a:pt x="1866725" y="35424"/>
                  </a:lnTo>
                  <a:lnTo>
                    <a:pt x="1865653" y="35188"/>
                  </a:lnTo>
                  <a:lnTo>
                    <a:pt x="1864581" y="34952"/>
                  </a:lnTo>
                  <a:lnTo>
                    <a:pt x="1863510" y="34715"/>
                  </a:lnTo>
                  <a:lnTo>
                    <a:pt x="1862438" y="34478"/>
                  </a:lnTo>
                  <a:lnTo>
                    <a:pt x="1861367" y="34241"/>
                  </a:lnTo>
                  <a:lnTo>
                    <a:pt x="1860295" y="34004"/>
                  </a:lnTo>
                  <a:lnTo>
                    <a:pt x="1859223" y="33766"/>
                  </a:lnTo>
                  <a:lnTo>
                    <a:pt x="1858152" y="33528"/>
                  </a:lnTo>
                  <a:lnTo>
                    <a:pt x="1857080" y="33290"/>
                  </a:lnTo>
                  <a:lnTo>
                    <a:pt x="1856009" y="33052"/>
                  </a:lnTo>
                  <a:lnTo>
                    <a:pt x="1854937" y="32814"/>
                  </a:lnTo>
                  <a:lnTo>
                    <a:pt x="1853865" y="32576"/>
                  </a:lnTo>
                  <a:lnTo>
                    <a:pt x="1852794" y="32337"/>
                  </a:lnTo>
                  <a:lnTo>
                    <a:pt x="1851722" y="32099"/>
                  </a:lnTo>
                  <a:lnTo>
                    <a:pt x="1850651" y="31860"/>
                  </a:lnTo>
                  <a:lnTo>
                    <a:pt x="1849579" y="31621"/>
                  </a:lnTo>
                  <a:lnTo>
                    <a:pt x="1848507" y="31383"/>
                  </a:lnTo>
                  <a:lnTo>
                    <a:pt x="1847436" y="31144"/>
                  </a:lnTo>
                  <a:lnTo>
                    <a:pt x="1846364" y="30905"/>
                  </a:lnTo>
                  <a:lnTo>
                    <a:pt x="1845293" y="30666"/>
                  </a:lnTo>
                  <a:lnTo>
                    <a:pt x="1844221" y="30427"/>
                  </a:lnTo>
                  <a:lnTo>
                    <a:pt x="1843149" y="30188"/>
                  </a:lnTo>
                  <a:lnTo>
                    <a:pt x="1842078" y="29949"/>
                  </a:lnTo>
                  <a:lnTo>
                    <a:pt x="1841006" y="29710"/>
                  </a:lnTo>
                  <a:lnTo>
                    <a:pt x="1839935" y="29472"/>
                  </a:lnTo>
                  <a:lnTo>
                    <a:pt x="1838863" y="29233"/>
                  </a:lnTo>
                  <a:lnTo>
                    <a:pt x="1837791" y="28994"/>
                  </a:lnTo>
                  <a:lnTo>
                    <a:pt x="1836720" y="28755"/>
                  </a:lnTo>
                  <a:lnTo>
                    <a:pt x="1835648" y="28517"/>
                  </a:lnTo>
                  <a:lnTo>
                    <a:pt x="1834577" y="28279"/>
                  </a:lnTo>
                  <a:lnTo>
                    <a:pt x="1833505" y="28040"/>
                  </a:lnTo>
                  <a:lnTo>
                    <a:pt x="1832433" y="27802"/>
                  </a:lnTo>
                  <a:lnTo>
                    <a:pt x="1831362" y="27564"/>
                  </a:lnTo>
                  <a:lnTo>
                    <a:pt x="1830290" y="27326"/>
                  </a:lnTo>
                  <a:lnTo>
                    <a:pt x="1829219" y="27089"/>
                  </a:lnTo>
                  <a:lnTo>
                    <a:pt x="1828147" y="26851"/>
                  </a:lnTo>
                  <a:lnTo>
                    <a:pt x="1827075" y="26614"/>
                  </a:lnTo>
                  <a:lnTo>
                    <a:pt x="1826004" y="26377"/>
                  </a:lnTo>
                  <a:lnTo>
                    <a:pt x="1824932" y="26140"/>
                  </a:lnTo>
                  <a:lnTo>
                    <a:pt x="1823861" y="25904"/>
                  </a:lnTo>
                  <a:lnTo>
                    <a:pt x="1822789" y="25667"/>
                  </a:lnTo>
                  <a:lnTo>
                    <a:pt x="1821717" y="25431"/>
                  </a:lnTo>
                  <a:lnTo>
                    <a:pt x="1820646" y="25195"/>
                  </a:lnTo>
                  <a:lnTo>
                    <a:pt x="1819574" y="24960"/>
                  </a:lnTo>
                  <a:lnTo>
                    <a:pt x="1818503" y="24725"/>
                  </a:lnTo>
                  <a:lnTo>
                    <a:pt x="1817431" y="24490"/>
                  </a:lnTo>
                  <a:lnTo>
                    <a:pt x="1816359" y="24256"/>
                  </a:lnTo>
                  <a:lnTo>
                    <a:pt x="1815288" y="24022"/>
                  </a:lnTo>
                  <a:lnTo>
                    <a:pt x="1814216" y="23788"/>
                  </a:lnTo>
                  <a:lnTo>
                    <a:pt x="1813145" y="23554"/>
                  </a:lnTo>
                  <a:lnTo>
                    <a:pt x="1812073" y="23321"/>
                  </a:lnTo>
                  <a:lnTo>
                    <a:pt x="1811001" y="23089"/>
                  </a:lnTo>
                  <a:lnTo>
                    <a:pt x="1809930" y="22857"/>
                  </a:lnTo>
                  <a:lnTo>
                    <a:pt x="1808858" y="22625"/>
                  </a:lnTo>
                  <a:lnTo>
                    <a:pt x="1807787" y="22394"/>
                  </a:lnTo>
                  <a:lnTo>
                    <a:pt x="1806715" y="22163"/>
                  </a:lnTo>
                  <a:lnTo>
                    <a:pt x="1805643" y="21933"/>
                  </a:lnTo>
                  <a:lnTo>
                    <a:pt x="1804572" y="21703"/>
                  </a:lnTo>
                  <a:lnTo>
                    <a:pt x="1803500" y="21474"/>
                  </a:lnTo>
                  <a:lnTo>
                    <a:pt x="1802429" y="21245"/>
                  </a:lnTo>
                  <a:lnTo>
                    <a:pt x="1801357" y="21017"/>
                  </a:lnTo>
                  <a:lnTo>
                    <a:pt x="1800285" y="20789"/>
                  </a:lnTo>
                  <a:lnTo>
                    <a:pt x="1799214" y="20562"/>
                  </a:lnTo>
                  <a:lnTo>
                    <a:pt x="1798142" y="20335"/>
                  </a:lnTo>
                  <a:lnTo>
                    <a:pt x="1797071" y="20109"/>
                  </a:lnTo>
                  <a:lnTo>
                    <a:pt x="1795999" y="19884"/>
                  </a:lnTo>
                  <a:lnTo>
                    <a:pt x="1794927" y="19659"/>
                  </a:lnTo>
                  <a:lnTo>
                    <a:pt x="1793856" y="19435"/>
                  </a:lnTo>
                  <a:lnTo>
                    <a:pt x="1792784" y="19211"/>
                  </a:lnTo>
                  <a:lnTo>
                    <a:pt x="1791713" y="18988"/>
                  </a:lnTo>
                  <a:lnTo>
                    <a:pt x="1790641" y="18766"/>
                  </a:lnTo>
                  <a:lnTo>
                    <a:pt x="1789569" y="18544"/>
                  </a:lnTo>
                  <a:lnTo>
                    <a:pt x="1788498" y="18324"/>
                  </a:lnTo>
                  <a:lnTo>
                    <a:pt x="1787426" y="18103"/>
                  </a:lnTo>
                  <a:lnTo>
                    <a:pt x="1786355" y="17884"/>
                  </a:lnTo>
                  <a:lnTo>
                    <a:pt x="1785283" y="17665"/>
                  </a:lnTo>
                  <a:lnTo>
                    <a:pt x="1784211" y="17447"/>
                  </a:lnTo>
                  <a:lnTo>
                    <a:pt x="1783140" y="17230"/>
                  </a:lnTo>
                  <a:lnTo>
                    <a:pt x="1782068" y="17014"/>
                  </a:lnTo>
                  <a:lnTo>
                    <a:pt x="1780997" y="16798"/>
                  </a:lnTo>
                  <a:lnTo>
                    <a:pt x="1779925" y="16583"/>
                  </a:lnTo>
                  <a:lnTo>
                    <a:pt x="1778853" y="16369"/>
                  </a:lnTo>
                  <a:lnTo>
                    <a:pt x="1777782" y="16156"/>
                  </a:lnTo>
                  <a:lnTo>
                    <a:pt x="1776710" y="15944"/>
                  </a:lnTo>
                  <a:lnTo>
                    <a:pt x="1775639" y="15732"/>
                  </a:lnTo>
                  <a:lnTo>
                    <a:pt x="1774567" y="15521"/>
                  </a:lnTo>
                  <a:lnTo>
                    <a:pt x="1773496" y="15312"/>
                  </a:lnTo>
                  <a:lnTo>
                    <a:pt x="1772424" y="15103"/>
                  </a:lnTo>
                  <a:lnTo>
                    <a:pt x="1771352" y="14895"/>
                  </a:lnTo>
                  <a:lnTo>
                    <a:pt x="1770281" y="14688"/>
                  </a:lnTo>
                  <a:lnTo>
                    <a:pt x="1769209" y="14482"/>
                  </a:lnTo>
                  <a:lnTo>
                    <a:pt x="1768138" y="14276"/>
                  </a:lnTo>
                  <a:lnTo>
                    <a:pt x="1767066" y="14072"/>
                  </a:lnTo>
                  <a:lnTo>
                    <a:pt x="1765994" y="13869"/>
                  </a:lnTo>
                  <a:lnTo>
                    <a:pt x="1764923" y="13667"/>
                  </a:lnTo>
                  <a:lnTo>
                    <a:pt x="1763851" y="13465"/>
                  </a:lnTo>
                  <a:lnTo>
                    <a:pt x="1762780" y="13265"/>
                  </a:lnTo>
                  <a:lnTo>
                    <a:pt x="1761708" y="13066"/>
                  </a:lnTo>
                  <a:lnTo>
                    <a:pt x="1760636" y="12867"/>
                  </a:lnTo>
                  <a:lnTo>
                    <a:pt x="1759565" y="12670"/>
                  </a:lnTo>
                  <a:lnTo>
                    <a:pt x="1758493" y="12474"/>
                  </a:lnTo>
                  <a:lnTo>
                    <a:pt x="1757422" y="12279"/>
                  </a:lnTo>
                  <a:lnTo>
                    <a:pt x="1756350" y="12085"/>
                  </a:lnTo>
                  <a:lnTo>
                    <a:pt x="1755278" y="11892"/>
                  </a:lnTo>
                  <a:lnTo>
                    <a:pt x="1754207" y="11700"/>
                  </a:lnTo>
                  <a:lnTo>
                    <a:pt x="1753135" y="11510"/>
                  </a:lnTo>
                  <a:lnTo>
                    <a:pt x="1752064" y="11320"/>
                  </a:lnTo>
                  <a:lnTo>
                    <a:pt x="1750992" y="11132"/>
                  </a:lnTo>
                  <a:lnTo>
                    <a:pt x="1749920" y="10945"/>
                  </a:lnTo>
                  <a:lnTo>
                    <a:pt x="1748849" y="10759"/>
                  </a:lnTo>
                  <a:lnTo>
                    <a:pt x="1747777" y="10574"/>
                  </a:lnTo>
                  <a:lnTo>
                    <a:pt x="1746706" y="10390"/>
                  </a:lnTo>
                  <a:lnTo>
                    <a:pt x="1745634" y="10208"/>
                  </a:lnTo>
                  <a:lnTo>
                    <a:pt x="1744562" y="10027"/>
                  </a:lnTo>
                  <a:lnTo>
                    <a:pt x="1743491" y="9847"/>
                  </a:lnTo>
                  <a:lnTo>
                    <a:pt x="1742419" y="9668"/>
                  </a:lnTo>
                  <a:lnTo>
                    <a:pt x="1741348" y="9491"/>
                  </a:lnTo>
                  <a:lnTo>
                    <a:pt x="1740276" y="9314"/>
                  </a:lnTo>
                  <a:lnTo>
                    <a:pt x="1739204" y="9140"/>
                  </a:lnTo>
                  <a:lnTo>
                    <a:pt x="1738133" y="8966"/>
                  </a:lnTo>
                  <a:lnTo>
                    <a:pt x="1737061" y="8794"/>
                  </a:lnTo>
                  <a:lnTo>
                    <a:pt x="1735990" y="8623"/>
                  </a:lnTo>
                  <a:lnTo>
                    <a:pt x="1734918" y="8453"/>
                  </a:lnTo>
                  <a:lnTo>
                    <a:pt x="1733846" y="8285"/>
                  </a:lnTo>
                  <a:lnTo>
                    <a:pt x="1732775" y="8118"/>
                  </a:lnTo>
                  <a:lnTo>
                    <a:pt x="1731703" y="7952"/>
                  </a:lnTo>
                  <a:lnTo>
                    <a:pt x="1730632" y="7788"/>
                  </a:lnTo>
                  <a:lnTo>
                    <a:pt x="1729560" y="7625"/>
                  </a:lnTo>
                  <a:lnTo>
                    <a:pt x="1728488" y="7464"/>
                  </a:lnTo>
                  <a:lnTo>
                    <a:pt x="1727417" y="7304"/>
                  </a:lnTo>
                  <a:lnTo>
                    <a:pt x="1726345" y="7146"/>
                  </a:lnTo>
                  <a:lnTo>
                    <a:pt x="1725274" y="6989"/>
                  </a:lnTo>
                  <a:lnTo>
                    <a:pt x="1724202" y="6833"/>
                  </a:lnTo>
                  <a:lnTo>
                    <a:pt x="1723130" y="6679"/>
                  </a:lnTo>
                  <a:lnTo>
                    <a:pt x="1722059" y="6526"/>
                  </a:lnTo>
                  <a:lnTo>
                    <a:pt x="1720987" y="6375"/>
                  </a:lnTo>
                  <a:lnTo>
                    <a:pt x="1719916" y="6225"/>
                  </a:lnTo>
                  <a:lnTo>
                    <a:pt x="1718844" y="6077"/>
                  </a:lnTo>
                  <a:lnTo>
                    <a:pt x="1717772" y="5930"/>
                  </a:lnTo>
                  <a:lnTo>
                    <a:pt x="1716701" y="5785"/>
                  </a:lnTo>
                  <a:lnTo>
                    <a:pt x="1715629" y="5642"/>
                  </a:lnTo>
                  <a:lnTo>
                    <a:pt x="1714558" y="5500"/>
                  </a:lnTo>
                  <a:lnTo>
                    <a:pt x="1713486" y="5359"/>
                  </a:lnTo>
                  <a:lnTo>
                    <a:pt x="1712414" y="5220"/>
                  </a:lnTo>
                  <a:lnTo>
                    <a:pt x="1711343" y="5083"/>
                  </a:lnTo>
                  <a:lnTo>
                    <a:pt x="1710271" y="4948"/>
                  </a:lnTo>
                  <a:lnTo>
                    <a:pt x="1709200" y="4813"/>
                  </a:lnTo>
                  <a:lnTo>
                    <a:pt x="1708128" y="4681"/>
                  </a:lnTo>
                  <a:lnTo>
                    <a:pt x="1707056" y="4550"/>
                  </a:lnTo>
                  <a:lnTo>
                    <a:pt x="1705985" y="4421"/>
                  </a:lnTo>
                  <a:lnTo>
                    <a:pt x="1704913" y="4294"/>
                  </a:lnTo>
                  <a:lnTo>
                    <a:pt x="1703842" y="4168"/>
                  </a:lnTo>
                  <a:lnTo>
                    <a:pt x="1702770" y="4044"/>
                  </a:lnTo>
                  <a:lnTo>
                    <a:pt x="1701698" y="3921"/>
                  </a:lnTo>
                  <a:lnTo>
                    <a:pt x="1700627" y="3800"/>
                  </a:lnTo>
                  <a:lnTo>
                    <a:pt x="1699555" y="3681"/>
                  </a:lnTo>
                  <a:lnTo>
                    <a:pt x="1698484" y="3564"/>
                  </a:lnTo>
                  <a:lnTo>
                    <a:pt x="1697412" y="3448"/>
                  </a:lnTo>
                  <a:lnTo>
                    <a:pt x="1696340" y="3334"/>
                  </a:lnTo>
                  <a:lnTo>
                    <a:pt x="1695269" y="3222"/>
                  </a:lnTo>
                  <a:lnTo>
                    <a:pt x="1694197" y="3112"/>
                  </a:lnTo>
                  <a:lnTo>
                    <a:pt x="1693126" y="3003"/>
                  </a:lnTo>
                  <a:lnTo>
                    <a:pt x="1692054" y="2896"/>
                  </a:lnTo>
                  <a:lnTo>
                    <a:pt x="1690982" y="2791"/>
                  </a:lnTo>
                  <a:lnTo>
                    <a:pt x="1689911" y="2688"/>
                  </a:lnTo>
                  <a:lnTo>
                    <a:pt x="1688839" y="2587"/>
                  </a:lnTo>
                  <a:lnTo>
                    <a:pt x="1687768" y="2487"/>
                  </a:lnTo>
                  <a:lnTo>
                    <a:pt x="1686696" y="2389"/>
                  </a:lnTo>
                  <a:lnTo>
                    <a:pt x="1685624" y="2293"/>
                  </a:lnTo>
                  <a:lnTo>
                    <a:pt x="1684553" y="2199"/>
                  </a:lnTo>
                  <a:lnTo>
                    <a:pt x="1683481" y="2107"/>
                  </a:lnTo>
                  <a:lnTo>
                    <a:pt x="1682410" y="2016"/>
                  </a:lnTo>
                  <a:lnTo>
                    <a:pt x="1681338" y="1928"/>
                  </a:lnTo>
                  <a:lnTo>
                    <a:pt x="1680266" y="1841"/>
                  </a:lnTo>
                  <a:lnTo>
                    <a:pt x="1679195" y="1756"/>
                  </a:lnTo>
                  <a:lnTo>
                    <a:pt x="1678123" y="1674"/>
                  </a:lnTo>
                  <a:lnTo>
                    <a:pt x="1677052" y="1593"/>
                  </a:lnTo>
                  <a:lnTo>
                    <a:pt x="1675980" y="1513"/>
                  </a:lnTo>
                  <a:lnTo>
                    <a:pt x="1674908" y="1436"/>
                  </a:lnTo>
                  <a:lnTo>
                    <a:pt x="1673837" y="1361"/>
                  </a:lnTo>
                  <a:lnTo>
                    <a:pt x="1672765" y="1288"/>
                  </a:lnTo>
                  <a:lnTo>
                    <a:pt x="1671694" y="1217"/>
                  </a:lnTo>
                  <a:lnTo>
                    <a:pt x="1670622" y="1147"/>
                  </a:lnTo>
                  <a:lnTo>
                    <a:pt x="1669550" y="1080"/>
                  </a:lnTo>
                  <a:lnTo>
                    <a:pt x="1668479" y="1014"/>
                  </a:lnTo>
                  <a:lnTo>
                    <a:pt x="1667407" y="951"/>
                  </a:lnTo>
                  <a:lnTo>
                    <a:pt x="1666336" y="889"/>
                  </a:lnTo>
                  <a:lnTo>
                    <a:pt x="1665264" y="830"/>
                  </a:lnTo>
                  <a:lnTo>
                    <a:pt x="1664192" y="772"/>
                  </a:lnTo>
                  <a:lnTo>
                    <a:pt x="1663121" y="717"/>
                  </a:lnTo>
                  <a:lnTo>
                    <a:pt x="1662049" y="663"/>
                  </a:lnTo>
                  <a:lnTo>
                    <a:pt x="1660978" y="612"/>
                  </a:lnTo>
                  <a:lnTo>
                    <a:pt x="1659906" y="563"/>
                  </a:lnTo>
                  <a:lnTo>
                    <a:pt x="1658834" y="515"/>
                  </a:lnTo>
                  <a:lnTo>
                    <a:pt x="1657763" y="470"/>
                  </a:lnTo>
                  <a:lnTo>
                    <a:pt x="1656691" y="426"/>
                  </a:lnTo>
                  <a:lnTo>
                    <a:pt x="1655620" y="385"/>
                  </a:lnTo>
                  <a:lnTo>
                    <a:pt x="1654548" y="346"/>
                  </a:lnTo>
                  <a:lnTo>
                    <a:pt x="1653476" y="309"/>
                  </a:lnTo>
                  <a:lnTo>
                    <a:pt x="1652405" y="274"/>
                  </a:lnTo>
                  <a:lnTo>
                    <a:pt x="1651333" y="241"/>
                  </a:lnTo>
                  <a:lnTo>
                    <a:pt x="1650262" y="210"/>
                  </a:lnTo>
                  <a:lnTo>
                    <a:pt x="1649190" y="181"/>
                  </a:lnTo>
                  <a:lnTo>
                    <a:pt x="1648118" y="155"/>
                  </a:lnTo>
                  <a:lnTo>
                    <a:pt x="1647047" y="130"/>
                  </a:lnTo>
                  <a:lnTo>
                    <a:pt x="1645975" y="107"/>
                  </a:lnTo>
                  <a:lnTo>
                    <a:pt x="1644904" y="87"/>
                  </a:lnTo>
                  <a:lnTo>
                    <a:pt x="1643832" y="69"/>
                  </a:lnTo>
                  <a:lnTo>
                    <a:pt x="1642760" y="53"/>
                  </a:lnTo>
                  <a:lnTo>
                    <a:pt x="1641689" y="39"/>
                  </a:lnTo>
                  <a:lnTo>
                    <a:pt x="1640617" y="27"/>
                  </a:lnTo>
                  <a:lnTo>
                    <a:pt x="1639546" y="17"/>
                  </a:lnTo>
                  <a:lnTo>
                    <a:pt x="1638474" y="9"/>
                  </a:lnTo>
                  <a:lnTo>
                    <a:pt x="1637402" y="4"/>
                  </a:lnTo>
                  <a:lnTo>
                    <a:pt x="1636331" y="1"/>
                  </a:lnTo>
                  <a:lnTo>
                    <a:pt x="1635259" y="0"/>
                  </a:lnTo>
                  <a:lnTo>
                    <a:pt x="1634188" y="0"/>
                  </a:lnTo>
                  <a:lnTo>
                    <a:pt x="1633116" y="4"/>
                  </a:lnTo>
                  <a:lnTo>
                    <a:pt x="1632044" y="9"/>
                  </a:lnTo>
                  <a:lnTo>
                    <a:pt x="1630973" y="16"/>
                  </a:lnTo>
                  <a:lnTo>
                    <a:pt x="1629901" y="26"/>
                  </a:lnTo>
                  <a:lnTo>
                    <a:pt x="1628830" y="38"/>
                  </a:lnTo>
                  <a:lnTo>
                    <a:pt x="1627758" y="52"/>
                  </a:lnTo>
                  <a:lnTo>
                    <a:pt x="1626686" y="68"/>
                  </a:lnTo>
                  <a:lnTo>
                    <a:pt x="1625615" y="86"/>
                  </a:lnTo>
                  <a:lnTo>
                    <a:pt x="1624543" y="107"/>
                  </a:lnTo>
                  <a:lnTo>
                    <a:pt x="1623472" y="130"/>
                  </a:lnTo>
                  <a:lnTo>
                    <a:pt x="1622400" y="155"/>
                  </a:lnTo>
                  <a:lnTo>
                    <a:pt x="1621328" y="182"/>
                  </a:lnTo>
                  <a:lnTo>
                    <a:pt x="1620257" y="211"/>
                  </a:lnTo>
                  <a:lnTo>
                    <a:pt x="1619185" y="242"/>
                  </a:lnTo>
                  <a:lnTo>
                    <a:pt x="1618114" y="276"/>
                  </a:lnTo>
                  <a:lnTo>
                    <a:pt x="1617042" y="312"/>
                  </a:lnTo>
                  <a:lnTo>
                    <a:pt x="1615970" y="350"/>
                  </a:lnTo>
                  <a:lnTo>
                    <a:pt x="1614899" y="390"/>
                  </a:lnTo>
                  <a:lnTo>
                    <a:pt x="1613827" y="433"/>
                  </a:lnTo>
                  <a:lnTo>
                    <a:pt x="1612756" y="477"/>
                  </a:lnTo>
                  <a:lnTo>
                    <a:pt x="1611684" y="524"/>
                  </a:lnTo>
                  <a:lnTo>
                    <a:pt x="1610612" y="573"/>
                  </a:lnTo>
                  <a:lnTo>
                    <a:pt x="1609541" y="624"/>
                  </a:lnTo>
                  <a:lnTo>
                    <a:pt x="1608469" y="678"/>
                  </a:lnTo>
                  <a:lnTo>
                    <a:pt x="1607398" y="734"/>
                  </a:lnTo>
                  <a:lnTo>
                    <a:pt x="1606326" y="791"/>
                  </a:lnTo>
                  <a:lnTo>
                    <a:pt x="1605254" y="851"/>
                  </a:lnTo>
                  <a:lnTo>
                    <a:pt x="1604183" y="914"/>
                  </a:lnTo>
                  <a:lnTo>
                    <a:pt x="1603111" y="978"/>
                  </a:lnTo>
                  <a:lnTo>
                    <a:pt x="1602040" y="1045"/>
                  </a:lnTo>
                  <a:lnTo>
                    <a:pt x="1600968" y="1114"/>
                  </a:lnTo>
                  <a:lnTo>
                    <a:pt x="1599896" y="1185"/>
                  </a:lnTo>
                  <a:lnTo>
                    <a:pt x="1598825" y="1258"/>
                  </a:lnTo>
                  <a:lnTo>
                    <a:pt x="1597753" y="1333"/>
                  </a:lnTo>
                  <a:lnTo>
                    <a:pt x="1596682" y="1411"/>
                  </a:lnTo>
                  <a:lnTo>
                    <a:pt x="1595610" y="1491"/>
                  </a:lnTo>
                  <a:lnTo>
                    <a:pt x="1594539" y="1573"/>
                  </a:lnTo>
                  <a:lnTo>
                    <a:pt x="1593467" y="1657"/>
                  </a:lnTo>
                  <a:lnTo>
                    <a:pt x="1592395" y="1743"/>
                  </a:lnTo>
                  <a:lnTo>
                    <a:pt x="1591324" y="1832"/>
                  </a:lnTo>
                  <a:lnTo>
                    <a:pt x="1590252" y="1922"/>
                  </a:lnTo>
                  <a:lnTo>
                    <a:pt x="1589181" y="2015"/>
                  </a:lnTo>
                  <a:lnTo>
                    <a:pt x="1588109" y="2110"/>
                  </a:lnTo>
                  <a:lnTo>
                    <a:pt x="1587037" y="2207"/>
                  </a:lnTo>
                  <a:lnTo>
                    <a:pt x="1585966" y="2307"/>
                  </a:lnTo>
                  <a:lnTo>
                    <a:pt x="1584894" y="2408"/>
                  </a:lnTo>
                  <a:lnTo>
                    <a:pt x="1583823" y="2512"/>
                  </a:lnTo>
                  <a:lnTo>
                    <a:pt x="1582751" y="2618"/>
                  </a:lnTo>
                  <a:lnTo>
                    <a:pt x="1581679" y="2726"/>
                  </a:lnTo>
                  <a:lnTo>
                    <a:pt x="1580608" y="2836"/>
                  </a:lnTo>
                  <a:lnTo>
                    <a:pt x="1579536" y="2948"/>
                  </a:lnTo>
                  <a:lnTo>
                    <a:pt x="1578465" y="3062"/>
                  </a:lnTo>
                  <a:lnTo>
                    <a:pt x="1577393" y="3179"/>
                  </a:lnTo>
                  <a:lnTo>
                    <a:pt x="1576321" y="3297"/>
                  </a:lnTo>
                  <a:lnTo>
                    <a:pt x="1575250" y="3418"/>
                  </a:lnTo>
                  <a:lnTo>
                    <a:pt x="1574178" y="3541"/>
                  </a:lnTo>
                  <a:lnTo>
                    <a:pt x="1573107" y="3666"/>
                  </a:lnTo>
                  <a:lnTo>
                    <a:pt x="1572035" y="3793"/>
                  </a:lnTo>
                  <a:lnTo>
                    <a:pt x="1570963" y="3922"/>
                  </a:lnTo>
                  <a:lnTo>
                    <a:pt x="1569892" y="4053"/>
                  </a:lnTo>
                  <a:lnTo>
                    <a:pt x="1568820" y="4187"/>
                  </a:lnTo>
                  <a:lnTo>
                    <a:pt x="1567749" y="4322"/>
                  </a:lnTo>
                  <a:lnTo>
                    <a:pt x="1566677" y="4459"/>
                  </a:lnTo>
                  <a:lnTo>
                    <a:pt x="1565605" y="4599"/>
                  </a:lnTo>
                  <a:lnTo>
                    <a:pt x="1564534" y="4741"/>
                  </a:lnTo>
                  <a:lnTo>
                    <a:pt x="1563462" y="4884"/>
                  </a:lnTo>
                  <a:lnTo>
                    <a:pt x="1562391" y="5030"/>
                  </a:lnTo>
                  <a:lnTo>
                    <a:pt x="1561319" y="5177"/>
                  </a:lnTo>
                  <a:lnTo>
                    <a:pt x="1560247" y="5327"/>
                  </a:lnTo>
                  <a:lnTo>
                    <a:pt x="1559176" y="5479"/>
                  </a:lnTo>
                  <a:lnTo>
                    <a:pt x="1558104" y="5633"/>
                  </a:lnTo>
                  <a:lnTo>
                    <a:pt x="1557033" y="5788"/>
                  </a:lnTo>
                  <a:lnTo>
                    <a:pt x="1555961" y="5946"/>
                  </a:lnTo>
                  <a:lnTo>
                    <a:pt x="1554889" y="6106"/>
                  </a:lnTo>
                  <a:lnTo>
                    <a:pt x="1553818" y="6267"/>
                  </a:lnTo>
                  <a:lnTo>
                    <a:pt x="1552746" y="6431"/>
                  </a:lnTo>
                  <a:lnTo>
                    <a:pt x="1551675" y="6596"/>
                  </a:lnTo>
                  <a:lnTo>
                    <a:pt x="1550603" y="6764"/>
                  </a:lnTo>
                  <a:lnTo>
                    <a:pt x="1549531" y="6933"/>
                  </a:lnTo>
                  <a:lnTo>
                    <a:pt x="1548460" y="7105"/>
                  </a:lnTo>
                  <a:lnTo>
                    <a:pt x="1547388" y="7278"/>
                  </a:lnTo>
                  <a:lnTo>
                    <a:pt x="1546317" y="7453"/>
                  </a:lnTo>
                  <a:lnTo>
                    <a:pt x="1545245" y="7630"/>
                  </a:lnTo>
                  <a:lnTo>
                    <a:pt x="1544173" y="7809"/>
                  </a:lnTo>
                  <a:lnTo>
                    <a:pt x="1543102" y="7990"/>
                  </a:lnTo>
                  <a:lnTo>
                    <a:pt x="1542030" y="8173"/>
                  </a:lnTo>
                  <a:lnTo>
                    <a:pt x="1540959" y="8358"/>
                  </a:lnTo>
                  <a:lnTo>
                    <a:pt x="1539887" y="8544"/>
                  </a:lnTo>
                  <a:lnTo>
                    <a:pt x="1538815" y="8732"/>
                  </a:lnTo>
                  <a:lnTo>
                    <a:pt x="1537744" y="8922"/>
                  </a:lnTo>
                  <a:lnTo>
                    <a:pt x="1536672" y="9114"/>
                  </a:lnTo>
                  <a:lnTo>
                    <a:pt x="1535601" y="9308"/>
                  </a:lnTo>
                  <a:lnTo>
                    <a:pt x="1534529" y="9503"/>
                  </a:lnTo>
                  <a:lnTo>
                    <a:pt x="1533457" y="9701"/>
                  </a:lnTo>
                  <a:lnTo>
                    <a:pt x="1532386" y="9900"/>
                  </a:lnTo>
                  <a:lnTo>
                    <a:pt x="1531314" y="10100"/>
                  </a:lnTo>
                  <a:lnTo>
                    <a:pt x="1530243" y="10303"/>
                  </a:lnTo>
                  <a:lnTo>
                    <a:pt x="1529171" y="10507"/>
                  </a:lnTo>
                  <a:lnTo>
                    <a:pt x="1528099" y="10713"/>
                  </a:lnTo>
                  <a:lnTo>
                    <a:pt x="1527028" y="10921"/>
                  </a:lnTo>
                  <a:lnTo>
                    <a:pt x="1525956" y="11130"/>
                  </a:lnTo>
                  <a:lnTo>
                    <a:pt x="1524885" y="11341"/>
                  </a:lnTo>
                  <a:lnTo>
                    <a:pt x="1523813" y="11553"/>
                  </a:lnTo>
                  <a:lnTo>
                    <a:pt x="1522741" y="11768"/>
                  </a:lnTo>
                  <a:lnTo>
                    <a:pt x="1521670" y="11984"/>
                  </a:lnTo>
                  <a:lnTo>
                    <a:pt x="1520598" y="12201"/>
                  </a:lnTo>
                  <a:lnTo>
                    <a:pt x="1519527" y="12420"/>
                  </a:lnTo>
                  <a:lnTo>
                    <a:pt x="1518455" y="12641"/>
                  </a:lnTo>
                  <a:lnTo>
                    <a:pt x="1517383" y="12864"/>
                  </a:lnTo>
                  <a:lnTo>
                    <a:pt x="1516312" y="13087"/>
                  </a:lnTo>
                  <a:lnTo>
                    <a:pt x="1515240" y="13313"/>
                  </a:lnTo>
                  <a:lnTo>
                    <a:pt x="1514169" y="13540"/>
                  </a:lnTo>
                  <a:lnTo>
                    <a:pt x="1513097" y="13768"/>
                  </a:lnTo>
                  <a:lnTo>
                    <a:pt x="1512025" y="13999"/>
                  </a:lnTo>
                  <a:lnTo>
                    <a:pt x="1510954" y="14230"/>
                  </a:lnTo>
                  <a:lnTo>
                    <a:pt x="1509882" y="14463"/>
                  </a:lnTo>
                  <a:lnTo>
                    <a:pt x="1508811" y="14698"/>
                  </a:lnTo>
                  <a:lnTo>
                    <a:pt x="1507739" y="14934"/>
                  </a:lnTo>
                  <a:lnTo>
                    <a:pt x="1506667" y="15171"/>
                  </a:lnTo>
                  <a:lnTo>
                    <a:pt x="1505596" y="15410"/>
                  </a:lnTo>
                  <a:lnTo>
                    <a:pt x="1504524" y="15650"/>
                  </a:lnTo>
                  <a:lnTo>
                    <a:pt x="1503453" y="15892"/>
                  </a:lnTo>
                  <a:lnTo>
                    <a:pt x="1502381" y="16134"/>
                  </a:lnTo>
                  <a:lnTo>
                    <a:pt x="1501309" y="16379"/>
                  </a:lnTo>
                  <a:lnTo>
                    <a:pt x="1500238" y="16625"/>
                  </a:lnTo>
                  <a:lnTo>
                    <a:pt x="1499166" y="16872"/>
                  </a:lnTo>
                  <a:lnTo>
                    <a:pt x="1498095" y="17120"/>
                  </a:lnTo>
                  <a:lnTo>
                    <a:pt x="1497023" y="17369"/>
                  </a:lnTo>
                  <a:lnTo>
                    <a:pt x="1495951" y="17620"/>
                  </a:lnTo>
                  <a:lnTo>
                    <a:pt x="1494880" y="17873"/>
                  </a:lnTo>
                  <a:lnTo>
                    <a:pt x="1493808" y="18126"/>
                  </a:lnTo>
                  <a:lnTo>
                    <a:pt x="1492737" y="18381"/>
                  </a:lnTo>
                  <a:lnTo>
                    <a:pt x="1491665" y="18637"/>
                  </a:lnTo>
                  <a:lnTo>
                    <a:pt x="1490593" y="18894"/>
                  </a:lnTo>
                  <a:lnTo>
                    <a:pt x="1489522" y="19152"/>
                  </a:lnTo>
                  <a:lnTo>
                    <a:pt x="1488450" y="19411"/>
                  </a:lnTo>
                  <a:lnTo>
                    <a:pt x="1487379" y="19672"/>
                  </a:lnTo>
                  <a:lnTo>
                    <a:pt x="1486307" y="19934"/>
                  </a:lnTo>
                  <a:lnTo>
                    <a:pt x="1485235" y="20197"/>
                  </a:lnTo>
                  <a:lnTo>
                    <a:pt x="1484164" y="20460"/>
                  </a:lnTo>
                  <a:lnTo>
                    <a:pt x="1483092" y="20726"/>
                  </a:lnTo>
                  <a:lnTo>
                    <a:pt x="1482021" y="20992"/>
                  </a:lnTo>
                  <a:lnTo>
                    <a:pt x="1480949" y="21259"/>
                  </a:lnTo>
                  <a:lnTo>
                    <a:pt x="1479877" y="21527"/>
                  </a:lnTo>
                  <a:lnTo>
                    <a:pt x="1478806" y="21796"/>
                  </a:lnTo>
                  <a:lnTo>
                    <a:pt x="1477734" y="22066"/>
                  </a:lnTo>
                  <a:lnTo>
                    <a:pt x="1476663" y="22338"/>
                  </a:lnTo>
                  <a:lnTo>
                    <a:pt x="1475591" y="22610"/>
                  </a:lnTo>
                  <a:lnTo>
                    <a:pt x="1474519" y="22883"/>
                  </a:lnTo>
                  <a:lnTo>
                    <a:pt x="1473448" y="23157"/>
                  </a:lnTo>
                  <a:lnTo>
                    <a:pt x="1472376" y="23432"/>
                  </a:lnTo>
                  <a:lnTo>
                    <a:pt x="1471305" y="23708"/>
                  </a:lnTo>
                  <a:lnTo>
                    <a:pt x="1470233" y="23985"/>
                  </a:lnTo>
                  <a:lnTo>
                    <a:pt x="1469161" y="24262"/>
                  </a:lnTo>
                  <a:lnTo>
                    <a:pt x="1468090" y="24541"/>
                  </a:lnTo>
                  <a:lnTo>
                    <a:pt x="1467018" y="24820"/>
                  </a:lnTo>
                  <a:lnTo>
                    <a:pt x="1465947" y="25100"/>
                  </a:lnTo>
                  <a:lnTo>
                    <a:pt x="1464875" y="25381"/>
                  </a:lnTo>
                  <a:lnTo>
                    <a:pt x="1463803" y="25663"/>
                  </a:lnTo>
                  <a:lnTo>
                    <a:pt x="1462732" y="25946"/>
                  </a:lnTo>
                  <a:lnTo>
                    <a:pt x="1461660" y="26229"/>
                  </a:lnTo>
                  <a:lnTo>
                    <a:pt x="1460589" y="26513"/>
                  </a:lnTo>
                  <a:lnTo>
                    <a:pt x="1459517" y="26797"/>
                  </a:lnTo>
                  <a:lnTo>
                    <a:pt x="1458445" y="27083"/>
                  </a:lnTo>
                  <a:lnTo>
                    <a:pt x="1457374" y="27369"/>
                  </a:lnTo>
                  <a:lnTo>
                    <a:pt x="1456302" y="27656"/>
                  </a:lnTo>
                  <a:lnTo>
                    <a:pt x="1455231" y="27943"/>
                  </a:lnTo>
                  <a:lnTo>
                    <a:pt x="1454159" y="28231"/>
                  </a:lnTo>
                  <a:lnTo>
                    <a:pt x="1453087" y="28519"/>
                  </a:lnTo>
                  <a:lnTo>
                    <a:pt x="1452016" y="28809"/>
                  </a:lnTo>
                  <a:lnTo>
                    <a:pt x="1450944" y="29098"/>
                  </a:lnTo>
                  <a:lnTo>
                    <a:pt x="1449873" y="29389"/>
                  </a:lnTo>
                  <a:lnTo>
                    <a:pt x="1448801" y="29680"/>
                  </a:lnTo>
                  <a:lnTo>
                    <a:pt x="1447729" y="29971"/>
                  </a:lnTo>
                  <a:lnTo>
                    <a:pt x="1446658" y="30263"/>
                  </a:lnTo>
                  <a:lnTo>
                    <a:pt x="1445586" y="30555"/>
                  </a:lnTo>
                  <a:lnTo>
                    <a:pt x="1444515" y="30848"/>
                  </a:lnTo>
                  <a:lnTo>
                    <a:pt x="1443443" y="31141"/>
                  </a:lnTo>
                  <a:lnTo>
                    <a:pt x="1442371" y="31435"/>
                  </a:lnTo>
                  <a:lnTo>
                    <a:pt x="1441300" y="31729"/>
                  </a:lnTo>
                  <a:lnTo>
                    <a:pt x="1440228" y="32023"/>
                  </a:lnTo>
                  <a:lnTo>
                    <a:pt x="1439157" y="32318"/>
                  </a:lnTo>
                  <a:lnTo>
                    <a:pt x="1438085" y="32614"/>
                  </a:lnTo>
                  <a:lnTo>
                    <a:pt x="1437013" y="32909"/>
                  </a:lnTo>
                  <a:lnTo>
                    <a:pt x="1435942" y="33205"/>
                  </a:lnTo>
                  <a:lnTo>
                    <a:pt x="1434870" y="33501"/>
                  </a:lnTo>
                  <a:lnTo>
                    <a:pt x="1433799" y="33798"/>
                  </a:lnTo>
                  <a:lnTo>
                    <a:pt x="1432727" y="34095"/>
                  </a:lnTo>
                  <a:lnTo>
                    <a:pt x="1431655" y="34392"/>
                  </a:lnTo>
                  <a:lnTo>
                    <a:pt x="1430584" y="34689"/>
                  </a:lnTo>
                  <a:lnTo>
                    <a:pt x="1429512" y="34986"/>
                  </a:lnTo>
                  <a:lnTo>
                    <a:pt x="1428441" y="35284"/>
                  </a:lnTo>
                  <a:lnTo>
                    <a:pt x="1427369" y="35582"/>
                  </a:lnTo>
                  <a:lnTo>
                    <a:pt x="1426297" y="35880"/>
                  </a:lnTo>
                  <a:lnTo>
                    <a:pt x="1425226" y="36178"/>
                  </a:lnTo>
                  <a:lnTo>
                    <a:pt x="1424154" y="36477"/>
                  </a:lnTo>
                  <a:lnTo>
                    <a:pt x="1423083" y="36775"/>
                  </a:lnTo>
                  <a:lnTo>
                    <a:pt x="1422011" y="37074"/>
                  </a:lnTo>
                  <a:lnTo>
                    <a:pt x="1420939" y="37373"/>
                  </a:lnTo>
                  <a:lnTo>
                    <a:pt x="1419868" y="37671"/>
                  </a:lnTo>
                  <a:lnTo>
                    <a:pt x="1418796" y="37970"/>
                  </a:lnTo>
                  <a:lnTo>
                    <a:pt x="1417725" y="38269"/>
                  </a:lnTo>
                  <a:lnTo>
                    <a:pt x="1416653" y="38568"/>
                  </a:lnTo>
                  <a:lnTo>
                    <a:pt x="1415582" y="38867"/>
                  </a:lnTo>
                  <a:lnTo>
                    <a:pt x="1414510" y="39166"/>
                  </a:lnTo>
                  <a:lnTo>
                    <a:pt x="1413438" y="39465"/>
                  </a:lnTo>
                  <a:lnTo>
                    <a:pt x="1412367" y="39763"/>
                  </a:lnTo>
                  <a:lnTo>
                    <a:pt x="1411295" y="40062"/>
                  </a:lnTo>
                  <a:lnTo>
                    <a:pt x="1410224" y="40361"/>
                  </a:lnTo>
                  <a:lnTo>
                    <a:pt x="1409152" y="40659"/>
                  </a:lnTo>
                  <a:lnTo>
                    <a:pt x="1408080" y="40958"/>
                  </a:lnTo>
                  <a:lnTo>
                    <a:pt x="1407009" y="41256"/>
                  </a:lnTo>
                  <a:lnTo>
                    <a:pt x="1405937" y="41555"/>
                  </a:lnTo>
                  <a:lnTo>
                    <a:pt x="1404866" y="41853"/>
                  </a:lnTo>
                  <a:lnTo>
                    <a:pt x="1403794" y="42150"/>
                  </a:lnTo>
                  <a:lnTo>
                    <a:pt x="1402722" y="42448"/>
                  </a:lnTo>
                  <a:lnTo>
                    <a:pt x="1401651" y="42746"/>
                  </a:lnTo>
                  <a:lnTo>
                    <a:pt x="1400579" y="43043"/>
                  </a:lnTo>
                  <a:lnTo>
                    <a:pt x="1399508" y="43340"/>
                  </a:lnTo>
                  <a:lnTo>
                    <a:pt x="1398436" y="43637"/>
                  </a:lnTo>
                  <a:lnTo>
                    <a:pt x="1397364" y="43933"/>
                  </a:lnTo>
                  <a:lnTo>
                    <a:pt x="1396293" y="44229"/>
                  </a:lnTo>
                  <a:lnTo>
                    <a:pt x="1395221" y="44525"/>
                  </a:lnTo>
                  <a:lnTo>
                    <a:pt x="1394150" y="44821"/>
                  </a:lnTo>
                  <a:lnTo>
                    <a:pt x="1393078" y="45116"/>
                  </a:lnTo>
                  <a:lnTo>
                    <a:pt x="1392006" y="45411"/>
                  </a:lnTo>
                  <a:lnTo>
                    <a:pt x="1390935" y="45705"/>
                  </a:lnTo>
                  <a:lnTo>
                    <a:pt x="1389863" y="45999"/>
                  </a:lnTo>
                  <a:lnTo>
                    <a:pt x="1388792" y="46293"/>
                  </a:lnTo>
                  <a:lnTo>
                    <a:pt x="1387720" y="46586"/>
                  </a:lnTo>
                  <a:lnTo>
                    <a:pt x="1386648" y="46879"/>
                  </a:lnTo>
                  <a:lnTo>
                    <a:pt x="1385577" y="47708"/>
                  </a:lnTo>
                  <a:lnTo>
                    <a:pt x="1384505" y="48932"/>
                  </a:lnTo>
                  <a:lnTo>
                    <a:pt x="1383434" y="50160"/>
                  </a:lnTo>
                  <a:lnTo>
                    <a:pt x="1382362" y="51391"/>
                  </a:lnTo>
                  <a:lnTo>
                    <a:pt x="1381290" y="52626"/>
                  </a:lnTo>
                  <a:lnTo>
                    <a:pt x="1380219" y="53865"/>
                  </a:lnTo>
                  <a:lnTo>
                    <a:pt x="1379147" y="55107"/>
                  </a:lnTo>
                  <a:lnTo>
                    <a:pt x="1378076" y="56352"/>
                  </a:lnTo>
                  <a:lnTo>
                    <a:pt x="1377004" y="57601"/>
                  </a:lnTo>
                  <a:lnTo>
                    <a:pt x="1375932" y="58853"/>
                  </a:lnTo>
                  <a:lnTo>
                    <a:pt x="1374861" y="60109"/>
                  </a:lnTo>
                  <a:lnTo>
                    <a:pt x="1373789" y="61368"/>
                  </a:lnTo>
                  <a:lnTo>
                    <a:pt x="1372718" y="62630"/>
                  </a:lnTo>
                  <a:lnTo>
                    <a:pt x="1371646" y="63895"/>
                  </a:lnTo>
                  <a:lnTo>
                    <a:pt x="1370574" y="65164"/>
                  </a:lnTo>
                  <a:lnTo>
                    <a:pt x="1369503" y="66436"/>
                  </a:lnTo>
                  <a:lnTo>
                    <a:pt x="1368431" y="67712"/>
                  </a:lnTo>
                  <a:lnTo>
                    <a:pt x="1367360" y="68990"/>
                  </a:lnTo>
                  <a:lnTo>
                    <a:pt x="1366288" y="70272"/>
                  </a:lnTo>
                  <a:lnTo>
                    <a:pt x="1365216" y="71557"/>
                  </a:lnTo>
                  <a:lnTo>
                    <a:pt x="1364145" y="72845"/>
                  </a:lnTo>
                  <a:lnTo>
                    <a:pt x="1363073" y="74136"/>
                  </a:lnTo>
                  <a:lnTo>
                    <a:pt x="1362002" y="75431"/>
                  </a:lnTo>
                  <a:lnTo>
                    <a:pt x="1360930" y="76728"/>
                  </a:lnTo>
                  <a:lnTo>
                    <a:pt x="1359858" y="78028"/>
                  </a:lnTo>
                  <a:lnTo>
                    <a:pt x="1358787" y="79332"/>
                  </a:lnTo>
                  <a:lnTo>
                    <a:pt x="1357715" y="80638"/>
                  </a:lnTo>
                  <a:lnTo>
                    <a:pt x="1356644" y="81947"/>
                  </a:lnTo>
                  <a:lnTo>
                    <a:pt x="1355572" y="83260"/>
                  </a:lnTo>
                  <a:lnTo>
                    <a:pt x="1354500" y="84575"/>
                  </a:lnTo>
                  <a:lnTo>
                    <a:pt x="1353429" y="85893"/>
                  </a:lnTo>
                  <a:lnTo>
                    <a:pt x="1352357" y="87214"/>
                  </a:lnTo>
                  <a:lnTo>
                    <a:pt x="1351286" y="88537"/>
                  </a:lnTo>
                  <a:lnTo>
                    <a:pt x="1350214" y="89864"/>
                  </a:lnTo>
                  <a:lnTo>
                    <a:pt x="1349142" y="91193"/>
                  </a:lnTo>
                  <a:lnTo>
                    <a:pt x="1348071" y="92525"/>
                  </a:lnTo>
                  <a:lnTo>
                    <a:pt x="1346999" y="93860"/>
                  </a:lnTo>
                  <a:lnTo>
                    <a:pt x="1345928" y="95197"/>
                  </a:lnTo>
                  <a:lnTo>
                    <a:pt x="1344856" y="96537"/>
                  </a:lnTo>
                  <a:lnTo>
                    <a:pt x="1343784" y="97880"/>
                  </a:lnTo>
                  <a:lnTo>
                    <a:pt x="1342713" y="99225"/>
                  </a:lnTo>
                  <a:lnTo>
                    <a:pt x="1341641" y="100573"/>
                  </a:lnTo>
                  <a:lnTo>
                    <a:pt x="1340570" y="101924"/>
                  </a:lnTo>
                  <a:lnTo>
                    <a:pt x="1339498" y="103277"/>
                  </a:lnTo>
                  <a:lnTo>
                    <a:pt x="1338426" y="104632"/>
                  </a:lnTo>
                  <a:lnTo>
                    <a:pt x="1337355" y="105990"/>
                  </a:lnTo>
                  <a:lnTo>
                    <a:pt x="1336283" y="107351"/>
                  </a:lnTo>
                  <a:lnTo>
                    <a:pt x="1335212" y="108713"/>
                  </a:lnTo>
                  <a:lnTo>
                    <a:pt x="1334140" y="110079"/>
                  </a:lnTo>
                  <a:lnTo>
                    <a:pt x="1333068" y="111446"/>
                  </a:lnTo>
                  <a:lnTo>
                    <a:pt x="1331997" y="112816"/>
                  </a:lnTo>
                  <a:lnTo>
                    <a:pt x="1330925" y="114188"/>
                  </a:lnTo>
                  <a:lnTo>
                    <a:pt x="1329854" y="115563"/>
                  </a:lnTo>
                  <a:lnTo>
                    <a:pt x="1328782" y="116940"/>
                  </a:lnTo>
                  <a:lnTo>
                    <a:pt x="1327710" y="118319"/>
                  </a:lnTo>
                  <a:lnTo>
                    <a:pt x="1326639" y="119700"/>
                  </a:lnTo>
                  <a:lnTo>
                    <a:pt x="1325567" y="121083"/>
                  </a:lnTo>
                  <a:lnTo>
                    <a:pt x="1324496" y="122468"/>
                  </a:lnTo>
                  <a:lnTo>
                    <a:pt x="1323424" y="123856"/>
                  </a:lnTo>
                  <a:lnTo>
                    <a:pt x="1322352" y="125245"/>
                  </a:lnTo>
                  <a:lnTo>
                    <a:pt x="1321281" y="126637"/>
                  </a:lnTo>
                  <a:lnTo>
                    <a:pt x="1320209" y="128031"/>
                  </a:lnTo>
                  <a:lnTo>
                    <a:pt x="1319138" y="129426"/>
                  </a:lnTo>
                  <a:lnTo>
                    <a:pt x="1318066" y="130824"/>
                  </a:lnTo>
                  <a:lnTo>
                    <a:pt x="1316994" y="132224"/>
                  </a:lnTo>
                  <a:lnTo>
                    <a:pt x="1315923" y="133625"/>
                  </a:lnTo>
                  <a:lnTo>
                    <a:pt x="1314851" y="135028"/>
                  </a:lnTo>
                  <a:lnTo>
                    <a:pt x="1313780" y="136434"/>
                  </a:lnTo>
                  <a:lnTo>
                    <a:pt x="1312708" y="137841"/>
                  </a:lnTo>
                  <a:lnTo>
                    <a:pt x="1311636" y="139249"/>
                  </a:lnTo>
                  <a:lnTo>
                    <a:pt x="1310565" y="140660"/>
                  </a:lnTo>
                  <a:lnTo>
                    <a:pt x="1309493" y="142072"/>
                  </a:lnTo>
                  <a:lnTo>
                    <a:pt x="1308422" y="143486"/>
                  </a:lnTo>
                  <a:lnTo>
                    <a:pt x="1307350" y="144902"/>
                  </a:lnTo>
                  <a:lnTo>
                    <a:pt x="1306278" y="146319"/>
                  </a:lnTo>
                  <a:lnTo>
                    <a:pt x="1305207" y="147738"/>
                  </a:lnTo>
                  <a:lnTo>
                    <a:pt x="1304135" y="149159"/>
                  </a:lnTo>
                  <a:lnTo>
                    <a:pt x="1303064" y="150581"/>
                  </a:lnTo>
                  <a:lnTo>
                    <a:pt x="1301992" y="152004"/>
                  </a:lnTo>
                  <a:lnTo>
                    <a:pt x="1300920" y="153430"/>
                  </a:lnTo>
                  <a:lnTo>
                    <a:pt x="1299849" y="154856"/>
                  </a:lnTo>
                  <a:lnTo>
                    <a:pt x="1298777" y="156284"/>
                  </a:lnTo>
                  <a:lnTo>
                    <a:pt x="1297706" y="157714"/>
                  </a:lnTo>
                  <a:lnTo>
                    <a:pt x="1296634" y="159145"/>
                  </a:lnTo>
                  <a:lnTo>
                    <a:pt x="1295562" y="160577"/>
                  </a:lnTo>
                  <a:lnTo>
                    <a:pt x="1294491" y="162010"/>
                  </a:lnTo>
                  <a:lnTo>
                    <a:pt x="1293419" y="163445"/>
                  </a:lnTo>
                  <a:lnTo>
                    <a:pt x="1292348" y="164881"/>
                  </a:lnTo>
                  <a:lnTo>
                    <a:pt x="1291276" y="166319"/>
                  </a:lnTo>
                  <a:lnTo>
                    <a:pt x="1290204" y="167757"/>
                  </a:lnTo>
                  <a:lnTo>
                    <a:pt x="1289133" y="169197"/>
                  </a:lnTo>
                  <a:lnTo>
                    <a:pt x="1288061" y="170638"/>
                  </a:lnTo>
                  <a:lnTo>
                    <a:pt x="1286990" y="172080"/>
                  </a:lnTo>
                  <a:lnTo>
                    <a:pt x="1285918" y="173524"/>
                  </a:lnTo>
                  <a:lnTo>
                    <a:pt x="1284846" y="174968"/>
                  </a:lnTo>
                  <a:lnTo>
                    <a:pt x="1283775" y="176414"/>
                  </a:lnTo>
                  <a:lnTo>
                    <a:pt x="1282703" y="177860"/>
                  </a:lnTo>
                  <a:lnTo>
                    <a:pt x="1281632" y="179307"/>
                  </a:lnTo>
                  <a:lnTo>
                    <a:pt x="1280560" y="180756"/>
                  </a:lnTo>
                  <a:lnTo>
                    <a:pt x="1279488" y="182205"/>
                  </a:lnTo>
                  <a:lnTo>
                    <a:pt x="1278417" y="183655"/>
                  </a:lnTo>
                  <a:lnTo>
                    <a:pt x="1277345" y="185107"/>
                  </a:lnTo>
                  <a:lnTo>
                    <a:pt x="1276274" y="186559"/>
                  </a:lnTo>
                  <a:lnTo>
                    <a:pt x="1275202" y="188011"/>
                  </a:lnTo>
                  <a:lnTo>
                    <a:pt x="1274130" y="189465"/>
                  </a:lnTo>
                  <a:lnTo>
                    <a:pt x="1273059" y="190920"/>
                  </a:lnTo>
                  <a:lnTo>
                    <a:pt x="1271987" y="192375"/>
                  </a:lnTo>
                  <a:lnTo>
                    <a:pt x="1270916" y="193831"/>
                  </a:lnTo>
                  <a:lnTo>
                    <a:pt x="1269844" y="195287"/>
                  </a:lnTo>
                  <a:lnTo>
                    <a:pt x="1268772" y="196745"/>
                  </a:lnTo>
                  <a:lnTo>
                    <a:pt x="1267701" y="198203"/>
                  </a:lnTo>
                  <a:lnTo>
                    <a:pt x="1266629" y="199661"/>
                  </a:lnTo>
                  <a:lnTo>
                    <a:pt x="1265558" y="201120"/>
                  </a:lnTo>
                  <a:lnTo>
                    <a:pt x="1264486" y="202580"/>
                  </a:lnTo>
                  <a:lnTo>
                    <a:pt x="1263414" y="204040"/>
                  </a:lnTo>
                  <a:lnTo>
                    <a:pt x="1262343" y="205501"/>
                  </a:lnTo>
                  <a:lnTo>
                    <a:pt x="1261271" y="206963"/>
                  </a:lnTo>
                  <a:lnTo>
                    <a:pt x="1260200" y="208424"/>
                  </a:lnTo>
                  <a:lnTo>
                    <a:pt x="1259128" y="209886"/>
                  </a:lnTo>
                  <a:lnTo>
                    <a:pt x="1258056" y="211349"/>
                  </a:lnTo>
                  <a:lnTo>
                    <a:pt x="1256985" y="212812"/>
                  </a:lnTo>
                  <a:lnTo>
                    <a:pt x="1255913" y="214275"/>
                  </a:lnTo>
                  <a:lnTo>
                    <a:pt x="1254842" y="215739"/>
                  </a:lnTo>
                  <a:lnTo>
                    <a:pt x="1253770" y="217203"/>
                  </a:lnTo>
                  <a:lnTo>
                    <a:pt x="1252698" y="218667"/>
                  </a:lnTo>
                  <a:lnTo>
                    <a:pt x="1251627" y="220132"/>
                  </a:lnTo>
                  <a:lnTo>
                    <a:pt x="1250555" y="221596"/>
                  </a:lnTo>
                  <a:lnTo>
                    <a:pt x="1249484" y="223061"/>
                  </a:lnTo>
                  <a:lnTo>
                    <a:pt x="1248412" y="224526"/>
                  </a:lnTo>
                  <a:lnTo>
                    <a:pt x="1247340" y="225992"/>
                  </a:lnTo>
                  <a:lnTo>
                    <a:pt x="1246269" y="227457"/>
                  </a:lnTo>
                  <a:lnTo>
                    <a:pt x="1245197" y="228922"/>
                  </a:lnTo>
                  <a:lnTo>
                    <a:pt x="1244126" y="230388"/>
                  </a:lnTo>
                  <a:lnTo>
                    <a:pt x="1243054" y="231853"/>
                  </a:lnTo>
                  <a:lnTo>
                    <a:pt x="1241983" y="233319"/>
                  </a:lnTo>
                  <a:lnTo>
                    <a:pt x="1240911" y="234785"/>
                  </a:lnTo>
                  <a:lnTo>
                    <a:pt x="1239839" y="236250"/>
                  </a:lnTo>
                  <a:lnTo>
                    <a:pt x="1238768" y="237716"/>
                  </a:lnTo>
                  <a:lnTo>
                    <a:pt x="1237696" y="239181"/>
                  </a:lnTo>
                  <a:lnTo>
                    <a:pt x="1236625" y="240647"/>
                  </a:lnTo>
                  <a:lnTo>
                    <a:pt x="1235553" y="242112"/>
                  </a:lnTo>
                  <a:lnTo>
                    <a:pt x="1234481" y="243577"/>
                  </a:lnTo>
                  <a:lnTo>
                    <a:pt x="1233410" y="245042"/>
                  </a:lnTo>
                  <a:lnTo>
                    <a:pt x="1232338" y="246506"/>
                  </a:lnTo>
                  <a:lnTo>
                    <a:pt x="1231267" y="247971"/>
                  </a:lnTo>
                  <a:lnTo>
                    <a:pt x="1230195" y="249435"/>
                  </a:lnTo>
                  <a:lnTo>
                    <a:pt x="1229123" y="250899"/>
                  </a:lnTo>
                  <a:lnTo>
                    <a:pt x="1228052" y="252363"/>
                  </a:lnTo>
                  <a:lnTo>
                    <a:pt x="1226980" y="253826"/>
                  </a:lnTo>
                  <a:lnTo>
                    <a:pt x="1225909" y="255289"/>
                  </a:lnTo>
                  <a:lnTo>
                    <a:pt x="1224837" y="256752"/>
                  </a:lnTo>
                  <a:lnTo>
                    <a:pt x="1223765" y="258214"/>
                  </a:lnTo>
                  <a:lnTo>
                    <a:pt x="1222694" y="259676"/>
                  </a:lnTo>
                  <a:lnTo>
                    <a:pt x="1221622" y="261137"/>
                  </a:lnTo>
                  <a:lnTo>
                    <a:pt x="1220551" y="262598"/>
                  </a:lnTo>
                  <a:lnTo>
                    <a:pt x="1219479" y="264058"/>
                  </a:lnTo>
                  <a:lnTo>
                    <a:pt x="1218407" y="265518"/>
                  </a:lnTo>
                  <a:lnTo>
                    <a:pt x="1217336" y="266978"/>
                  </a:lnTo>
                  <a:lnTo>
                    <a:pt x="1216264" y="268437"/>
                  </a:lnTo>
                  <a:lnTo>
                    <a:pt x="1215193" y="269895"/>
                  </a:lnTo>
                  <a:lnTo>
                    <a:pt x="1214121" y="271353"/>
                  </a:lnTo>
                  <a:lnTo>
                    <a:pt x="1213049" y="272810"/>
                  </a:lnTo>
                  <a:lnTo>
                    <a:pt x="1211978" y="274266"/>
                  </a:lnTo>
                  <a:lnTo>
                    <a:pt x="1210906" y="275722"/>
                  </a:lnTo>
                  <a:lnTo>
                    <a:pt x="1209835" y="277177"/>
                  </a:lnTo>
                  <a:lnTo>
                    <a:pt x="1208763" y="278631"/>
                  </a:lnTo>
                  <a:lnTo>
                    <a:pt x="1207691" y="280085"/>
                  </a:lnTo>
                  <a:lnTo>
                    <a:pt x="1206620" y="281538"/>
                  </a:lnTo>
                  <a:lnTo>
                    <a:pt x="1205548" y="282990"/>
                  </a:lnTo>
                  <a:lnTo>
                    <a:pt x="1204477" y="284441"/>
                  </a:lnTo>
                  <a:lnTo>
                    <a:pt x="1203405" y="285892"/>
                  </a:lnTo>
                  <a:lnTo>
                    <a:pt x="1202333" y="287342"/>
                  </a:lnTo>
                  <a:lnTo>
                    <a:pt x="1201262" y="288790"/>
                  </a:lnTo>
                  <a:lnTo>
                    <a:pt x="1200190" y="290238"/>
                  </a:lnTo>
                  <a:lnTo>
                    <a:pt x="1199119" y="291685"/>
                  </a:lnTo>
                  <a:lnTo>
                    <a:pt x="1198047" y="293131"/>
                  </a:lnTo>
                  <a:lnTo>
                    <a:pt x="1196975" y="294576"/>
                  </a:lnTo>
                  <a:lnTo>
                    <a:pt x="1195904" y="296021"/>
                  </a:lnTo>
                  <a:lnTo>
                    <a:pt x="1194832" y="297464"/>
                  </a:lnTo>
                  <a:lnTo>
                    <a:pt x="1193761" y="298906"/>
                  </a:lnTo>
                  <a:lnTo>
                    <a:pt x="1192689" y="300347"/>
                  </a:lnTo>
                  <a:lnTo>
                    <a:pt x="1191617" y="301787"/>
                  </a:lnTo>
                  <a:lnTo>
                    <a:pt x="1190546" y="303226"/>
                  </a:lnTo>
                  <a:lnTo>
                    <a:pt x="1189474" y="304664"/>
                  </a:lnTo>
                  <a:lnTo>
                    <a:pt x="1188403" y="306101"/>
                  </a:lnTo>
                  <a:lnTo>
                    <a:pt x="1187331" y="307537"/>
                  </a:lnTo>
                  <a:lnTo>
                    <a:pt x="1186259" y="308971"/>
                  </a:lnTo>
                  <a:lnTo>
                    <a:pt x="1185188" y="310405"/>
                  </a:lnTo>
                  <a:lnTo>
                    <a:pt x="1184116" y="311837"/>
                  </a:lnTo>
                  <a:lnTo>
                    <a:pt x="1183045" y="313268"/>
                  </a:lnTo>
                  <a:lnTo>
                    <a:pt x="1181973" y="314697"/>
                  </a:lnTo>
                  <a:lnTo>
                    <a:pt x="1180901" y="316126"/>
                  </a:lnTo>
                  <a:lnTo>
                    <a:pt x="1179830" y="317553"/>
                  </a:lnTo>
                  <a:lnTo>
                    <a:pt x="1178758" y="318979"/>
                  </a:lnTo>
                  <a:lnTo>
                    <a:pt x="1177687" y="320404"/>
                  </a:lnTo>
                  <a:lnTo>
                    <a:pt x="1176615" y="321827"/>
                  </a:lnTo>
                  <a:lnTo>
                    <a:pt x="1175543" y="323249"/>
                  </a:lnTo>
                  <a:lnTo>
                    <a:pt x="1174472" y="324669"/>
                  </a:lnTo>
                  <a:lnTo>
                    <a:pt x="1173400" y="326089"/>
                  </a:lnTo>
                  <a:lnTo>
                    <a:pt x="1172329" y="327506"/>
                  </a:lnTo>
                  <a:lnTo>
                    <a:pt x="1171257" y="328923"/>
                  </a:lnTo>
                  <a:lnTo>
                    <a:pt x="1170185" y="330338"/>
                  </a:lnTo>
                  <a:lnTo>
                    <a:pt x="1169114" y="331751"/>
                  </a:lnTo>
                  <a:lnTo>
                    <a:pt x="1168042" y="333163"/>
                  </a:lnTo>
                  <a:lnTo>
                    <a:pt x="1166971" y="334574"/>
                  </a:lnTo>
                  <a:lnTo>
                    <a:pt x="1165899" y="335983"/>
                  </a:lnTo>
                  <a:lnTo>
                    <a:pt x="1164827" y="337390"/>
                  </a:lnTo>
                  <a:lnTo>
                    <a:pt x="1163756" y="338796"/>
                  </a:lnTo>
                  <a:lnTo>
                    <a:pt x="1162684" y="340200"/>
                  </a:lnTo>
                  <a:lnTo>
                    <a:pt x="1161613" y="341603"/>
                  </a:lnTo>
                  <a:lnTo>
                    <a:pt x="1160541" y="343004"/>
                  </a:lnTo>
                  <a:lnTo>
                    <a:pt x="1159469" y="344404"/>
                  </a:lnTo>
                  <a:lnTo>
                    <a:pt x="1158398" y="345802"/>
                  </a:lnTo>
                  <a:lnTo>
                    <a:pt x="1157326" y="347198"/>
                  </a:lnTo>
                  <a:lnTo>
                    <a:pt x="1156255" y="348592"/>
                  </a:lnTo>
                  <a:lnTo>
                    <a:pt x="1155183" y="349985"/>
                  </a:lnTo>
                  <a:lnTo>
                    <a:pt x="1154111" y="351376"/>
                  </a:lnTo>
                  <a:lnTo>
                    <a:pt x="1153040" y="352766"/>
                  </a:lnTo>
                  <a:lnTo>
                    <a:pt x="1151968" y="354154"/>
                  </a:lnTo>
                  <a:lnTo>
                    <a:pt x="1150897" y="355539"/>
                  </a:lnTo>
                  <a:lnTo>
                    <a:pt x="1149825" y="356924"/>
                  </a:lnTo>
                  <a:lnTo>
                    <a:pt x="1148753" y="358306"/>
                  </a:lnTo>
                  <a:lnTo>
                    <a:pt x="1147682" y="359687"/>
                  </a:lnTo>
                  <a:lnTo>
                    <a:pt x="1146610" y="361065"/>
                  </a:lnTo>
                  <a:lnTo>
                    <a:pt x="1145539" y="362442"/>
                  </a:lnTo>
                  <a:lnTo>
                    <a:pt x="1144467" y="363817"/>
                  </a:lnTo>
                  <a:lnTo>
                    <a:pt x="1143395" y="365190"/>
                  </a:lnTo>
                  <a:lnTo>
                    <a:pt x="1142324" y="366562"/>
                  </a:lnTo>
                  <a:lnTo>
                    <a:pt x="1141252" y="367931"/>
                  </a:lnTo>
                  <a:lnTo>
                    <a:pt x="1140181" y="369298"/>
                  </a:lnTo>
                  <a:lnTo>
                    <a:pt x="1139109" y="370664"/>
                  </a:lnTo>
                  <a:lnTo>
                    <a:pt x="1138037" y="372028"/>
                  </a:lnTo>
                  <a:lnTo>
                    <a:pt x="1136966" y="373389"/>
                  </a:lnTo>
                  <a:lnTo>
                    <a:pt x="1135894" y="374749"/>
                  </a:lnTo>
                  <a:lnTo>
                    <a:pt x="1134823" y="376106"/>
                  </a:lnTo>
                  <a:lnTo>
                    <a:pt x="1133751" y="377462"/>
                  </a:lnTo>
                  <a:lnTo>
                    <a:pt x="1132679" y="378816"/>
                  </a:lnTo>
                  <a:lnTo>
                    <a:pt x="1131608" y="380167"/>
                  </a:lnTo>
                  <a:lnTo>
                    <a:pt x="1130536" y="381517"/>
                  </a:lnTo>
                  <a:lnTo>
                    <a:pt x="1129465" y="382864"/>
                  </a:lnTo>
                  <a:lnTo>
                    <a:pt x="1128393" y="384209"/>
                  </a:lnTo>
                  <a:lnTo>
                    <a:pt x="1127321" y="385553"/>
                  </a:lnTo>
                  <a:lnTo>
                    <a:pt x="1126250" y="386894"/>
                  </a:lnTo>
                  <a:lnTo>
                    <a:pt x="1125178" y="388233"/>
                  </a:lnTo>
                  <a:lnTo>
                    <a:pt x="1124107" y="389569"/>
                  </a:lnTo>
                  <a:lnTo>
                    <a:pt x="1123035" y="390904"/>
                  </a:lnTo>
                  <a:lnTo>
                    <a:pt x="1121963" y="392237"/>
                  </a:lnTo>
                  <a:lnTo>
                    <a:pt x="1120892" y="393567"/>
                  </a:lnTo>
                  <a:lnTo>
                    <a:pt x="1119820" y="394895"/>
                  </a:lnTo>
                  <a:lnTo>
                    <a:pt x="1118749" y="396221"/>
                  </a:lnTo>
                  <a:lnTo>
                    <a:pt x="1117677" y="397545"/>
                  </a:lnTo>
                  <a:lnTo>
                    <a:pt x="1116605" y="398866"/>
                  </a:lnTo>
                  <a:lnTo>
                    <a:pt x="1115534" y="400185"/>
                  </a:lnTo>
                  <a:lnTo>
                    <a:pt x="1114462" y="401502"/>
                  </a:lnTo>
                  <a:lnTo>
                    <a:pt x="1113391" y="402817"/>
                  </a:lnTo>
                  <a:lnTo>
                    <a:pt x="1112319" y="404129"/>
                  </a:lnTo>
                  <a:lnTo>
                    <a:pt x="1111247" y="405439"/>
                  </a:lnTo>
                  <a:lnTo>
                    <a:pt x="1110176" y="406747"/>
                  </a:lnTo>
                  <a:lnTo>
                    <a:pt x="1109104" y="408052"/>
                  </a:lnTo>
                  <a:lnTo>
                    <a:pt x="1108033" y="409355"/>
                  </a:lnTo>
                  <a:lnTo>
                    <a:pt x="1106961" y="410656"/>
                  </a:lnTo>
                  <a:lnTo>
                    <a:pt x="1105889" y="411954"/>
                  </a:lnTo>
                  <a:lnTo>
                    <a:pt x="1104818" y="413250"/>
                  </a:lnTo>
                  <a:lnTo>
                    <a:pt x="1103746" y="414543"/>
                  </a:lnTo>
                  <a:lnTo>
                    <a:pt x="1102675" y="415834"/>
                  </a:lnTo>
                  <a:lnTo>
                    <a:pt x="1101603" y="417123"/>
                  </a:lnTo>
                  <a:lnTo>
                    <a:pt x="1100531" y="418409"/>
                  </a:lnTo>
                  <a:lnTo>
                    <a:pt x="1099460" y="419693"/>
                  </a:lnTo>
                  <a:lnTo>
                    <a:pt x="1098388" y="420974"/>
                  </a:lnTo>
                  <a:lnTo>
                    <a:pt x="1097317" y="422253"/>
                  </a:lnTo>
                  <a:lnTo>
                    <a:pt x="1096245" y="423529"/>
                  </a:lnTo>
                  <a:lnTo>
                    <a:pt x="1095173" y="424803"/>
                  </a:lnTo>
                  <a:lnTo>
                    <a:pt x="1094102" y="426074"/>
                  </a:lnTo>
                  <a:lnTo>
                    <a:pt x="1093030" y="427343"/>
                  </a:lnTo>
                  <a:lnTo>
                    <a:pt x="1091959" y="428609"/>
                  </a:lnTo>
                  <a:lnTo>
                    <a:pt x="1090887" y="429873"/>
                  </a:lnTo>
                  <a:lnTo>
                    <a:pt x="1089815" y="431134"/>
                  </a:lnTo>
                  <a:lnTo>
                    <a:pt x="1088744" y="432393"/>
                  </a:lnTo>
                  <a:lnTo>
                    <a:pt x="1087672" y="433649"/>
                  </a:lnTo>
                  <a:lnTo>
                    <a:pt x="1086601" y="434902"/>
                  </a:lnTo>
                  <a:lnTo>
                    <a:pt x="1085529" y="436153"/>
                  </a:lnTo>
                  <a:lnTo>
                    <a:pt x="1084457" y="437401"/>
                  </a:lnTo>
                  <a:lnTo>
                    <a:pt x="1083386" y="438647"/>
                  </a:lnTo>
                  <a:lnTo>
                    <a:pt x="1082314" y="439890"/>
                  </a:lnTo>
                  <a:lnTo>
                    <a:pt x="1081243" y="441130"/>
                  </a:lnTo>
                  <a:lnTo>
                    <a:pt x="1080171" y="442368"/>
                  </a:lnTo>
                  <a:lnTo>
                    <a:pt x="1079099" y="443603"/>
                  </a:lnTo>
                  <a:lnTo>
                    <a:pt x="1078028" y="444835"/>
                  </a:lnTo>
                  <a:lnTo>
                    <a:pt x="1076956" y="446064"/>
                  </a:lnTo>
                  <a:lnTo>
                    <a:pt x="1075885" y="447291"/>
                  </a:lnTo>
                  <a:lnTo>
                    <a:pt x="1074813" y="448516"/>
                  </a:lnTo>
                  <a:lnTo>
                    <a:pt x="1073741" y="449737"/>
                  </a:lnTo>
                  <a:lnTo>
                    <a:pt x="1072670" y="450956"/>
                  </a:lnTo>
                  <a:lnTo>
                    <a:pt x="1071598" y="452172"/>
                  </a:lnTo>
                  <a:lnTo>
                    <a:pt x="1070527" y="453385"/>
                  </a:lnTo>
                  <a:lnTo>
                    <a:pt x="1069455" y="454595"/>
                  </a:lnTo>
                  <a:lnTo>
                    <a:pt x="1068383" y="455803"/>
                  </a:lnTo>
                  <a:lnTo>
                    <a:pt x="1067312" y="457008"/>
                  </a:lnTo>
                  <a:lnTo>
                    <a:pt x="1066240" y="458210"/>
                  </a:lnTo>
                  <a:lnTo>
                    <a:pt x="1065169" y="459410"/>
                  </a:lnTo>
                  <a:lnTo>
                    <a:pt x="1064097" y="460606"/>
                  </a:lnTo>
                  <a:lnTo>
                    <a:pt x="1063026" y="461800"/>
                  </a:lnTo>
                  <a:lnTo>
                    <a:pt x="1061954" y="462991"/>
                  </a:lnTo>
                  <a:lnTo>
                    <a:pt x="1060882" y="464179"/>
                  </a:lnTo>
                  <a:lnTo>
                    <a:pt x="1059811" y="465364"/>
                  </a:lnTo>
                  <a:lnTo>
                    <a:pt x="1058739" y="466546"/>
                  </a:lnTo>
                  <a:lnTo>
                    <a:pt x="1057668" y="467726"/>
                  </a:lnTo>
                  <a:lnTo>
                    <a:pt x="1056596" y="468903"/>
                  </a:lnTo>
                  <a:lnTo>
                    <a:pt x="1055524" y="470076"/>
                  </a:lnTo>
                  <a:lnTo>
                    <a:pt x="1054453" y="471247"/>
                  </a:lnTo>
                  <a:lnTo>
                    <a:pt x="1053381" y="472415"/>
                  </a:lnTo>
                  <a:lnTo>
                    <a:pt x="1052310" y="473580"/>
                  </a:lnTo>
                  <a:lnTo>
                    <a:pt x="1051238" y="474742"/>
                  </a:lnTo>
                  <a:lnTo>
                    <a:pt x="1050166" y="475902"/>
                  </a:lnTo>
                  <a:lnTo>
                    <a:pt x="1049095" y="477058"/>
                  </a:lnTo>
                  <a:lnTo>
                    <a:pt x="1048023" y="478211"/>
                  </a:lnTo>
                  <a:lnTo>
                    <a:pt x="1046952" y="479361"/>
                  </a:lnTo>
                  <a:lnTo>
                    <a:pt x="1045880" y="480509"/>
                  </a:lnTo>
                  <a:lnTo>
                    <a:pt x="1044808" y="481653"/>
                  </a:lnTo>
                  <a:lnTo>
                    <a:pt x="1043737" y="482795"/>
                  </a:lnTo>
                  <a:lnTo>
                    <a:pt x="1042665" y="483933"/>
                  </a:lnTo>
                  <a:lnTo>
                    <a:pt x="1041594" y="485069"/>
                  </a:lnTo>
                  <a:lnTo>
                    <a:pt x="1040522" y="486201"/>
                  </a:lnTo>
                  <a:lnTo>
                    <a:pt x="1039450" y="487331"/>
                  </a:lnTo>
                  <a:lnTo>
                    <a:pt x="1038379" y="488457"/>
                  </a:lnTo>
                  <a:lnTo>
                    <a:pt x="1037307" y="489581"/>
                  </a:lnTo>
                  <a:lnTo>
                    <a:pt x="1036236" y="490701"/>
                  </a:lnTo>
                  <a:lnTo>
                    <a:pt x="1035164" y="491818"/>
                  </a:lnTo>
                  <a:lnTo>
                    <a:pt x="1034092" y="492933"/>
                  </a:lnTo>
                  <a:lnTo>
                    <a:pt x="1033021" y="494044"/>
                  </a:lnTo>
                  <a:lnTo>
                    <a:pt x="1031949" y="495152"/>
                  </a:lnTo>
                  <a:lnTo>
                    <a:pt x="1030878" y="496257"/>
                  </a:lnTo>
                  <a:lnTo>
                    <a:pt x="1029806" y="497359"/>
                  </a:lnTo>
                  <a:lnTo>
                    <a:pt x="1028734" y="498458"/>
                  </a:lnTo>
                  <a:lnTo>
                    <a:pt x="1027663" y="499554"/>
                  </a:lnTo>
                  <a:lnTo>
                    <a:pt x="1026591" y="500647"/>
                  </a:lnTo>
                  <a:lnTo>
                    <a:pt x="1025520" y="501737"/>
                  </a:lnTo>
                  <a:lnTo>
                    <a:pt x="1024448" y="502823"/>
                  </a:lnTo>
                  <a:lnTo>
                    <a:pt x="1023376" y="503907"/>
                  </a:lnTo>
                  <a:lnTo>
                    <a:pt x="1022305" y="504987"/>
                  </a:lnTo>
                  <a:lnTo>
                    <a:pt x="1021233" y="506064"/>
                  </a:lnTo>
                  <a:lnTo>
                    <a:pt x="1020162" y="507138"/>
                  </a:lnTo>
                  <a:lnTo>
                    <a:pt x="1019090" y="508209"/>
                  </a:lnTo>
                  <a:lnTo>
                    <a:pt x="1018018" y="509277"/>
                  </a:lnTo>
                  <a:lnTo>
                    <a:pt x="1016947" y="510341"/>
                  </a:lnTo>
                  <a:lnTo>
                    <a:pt x="1015875" y="511403"/>
                  </a:lnTo>
                  <a:lnTo>
                    <a:pt x="1014804" y="512461"/>
                  </a:lnTo>
                  <a:lnTo>
                    <a:pt x="1013732" y="513516"/>
                  </a:lnTo>
                  <a:lnTo>
                    <a:pt x="1012660" y="514568"/>
                  </a:lnTo>
                  <a:lnTo>
                    <a:pt x="1011589" y="515617"/>
                  </a:lnTo>
                  <a:lnTo>
                    <a:pt x="1010517" y="516662"/>
                  </a:lnTo>
                  <a:lnTo>
                    <a:pt x="1009446" y="517704"/>
                  </a:lnTo>
                  <a:lnTo>
                    <a:pt x="1008374" y="518743"/>
                  </a:lnTo>
                  <a:lnTo>
                    <a:pt x="1007302" y="519779"/>
                  </a:lnTo>
                  <a:lnTo>
                    <a:pt x="1006231" y="520812"/>
                  </a:lnTo>
                  <a:lnTo>
                    <a:pt x="1005159" y="521841"/>
                  </a:lnTo>
                  <a:lnTo>
                    <a:pt x="1004088" y="522868"/>
                  </a:lnTo>
                  <a:lnTo>
                    <a:pt x="1003016" y="523890"/>
                  </a:lnTo>
                  <a:lnTo>
                    <a:pt x="1001944" y="524910"/>
                  </a:lnTo>
                  <a:lnTo>
                    <a:pt x="1000873" y="525927"/>
                  </a:lnTo>
                  <a:lnTo>
                    <a:pt x="999801" y="526940"/>
                  </a:lnTo>
                  <a:lnTo>
                    <a:pt x="998730" y="527950"/>
                  </a:lnTo>
                  <a:lnTo>
                    <a:pt x="997658" y="528956"/>
                  </a:lnTo>
                  <a:lnTo>
                    <a:pt x="996586" y="529960"/>
                  </a:lnTo>
                  <a:lnTo>
                    <a:pt x="995515" y="530960"/>
                  </a:lnTo>
                  <a:lnTo>
                    <a:pt x="994443" y="531957"/>
                  </a:lnTo>
                  <a:lnTo>
                    <a:pt x="993372" y="532950"/>
                  </a:lnTo>
                  <a:lnTo>
                    <a:pt x="992300" y="533940"/>
                  </a:lnTo>
                  <a:lnTo>
                    <a:pt x="991228" y="534927"/>
                  </a:lnTo>
                  <a:lnTo>
                    <a:pt x="990157" y="535911"/>
                  </a:lnTo>
                  <a:lnTo>
                    <a:pt x="989085" y="536891"/>
                  </a:lnTo>
                  <a:lnTo>
                    <a:pt x="988014" y="537868"/>
                  </a:lnTo>
                  <a:lnTo>
                    <a:pt x="986942" y="538842"/>
                  </a:lnTo>
                  <a:lnTo>
                    <a:pt x="985870" y="539812"/>
                  </a:lnTo>
                  <a:lnTo>
                    <a:pt x="984799" y="540779"/>
                  </a:lnTo>
                  <a:lnTo>
                    <a:pt x="983727" y="541743"/>
                  </a:lnTo>
                  <a:lnTo>
                    <a:pt x="982656" y="542703"/>
                  </a:lnTo>
                  <a:lnTo>
                    <a:pt x="981584" y="543660"/>
                  </a:lnTo>
                  <a:lnTo>
                    <a:pt x="980512" y="544614"/>
                  </a:lnTo>
                  <a:lnTo>
                    <a:pt x="979441" y="545564"/>
                  </a:lnTo>
                  <a:lnTo>
                    <a:pt x="978369" y="546511"/>
                  </a:lnTo>
                  <a:lnTo>
                    <a:pt x="977298" y="547455"/>
                  </a:lnTo>
                  <a:lnTo>
                    <a:pt x="976226" y="548395"/>
                  </a:lnTo>
                  <a:lnTo>
                    <a:pt x="975154" y="549332"/>
                  </a:lnTo>
                  <a:lnTo>
                    <a:pt x="974083" y="550265"/>
                  </a:lnTo>
                  <a:lnTo>
                    <a:pt x="973011" y="551195"/>
                  </a:lnTo>
                  <a:lnTo>
                    <a:pt x="971940" y="552122"/>
                  </a:lnTo>
                  <a:lnTo>
                    <a:pt x="970868" y="553045"/>
                  </a:lnTo>
                  <a:lnTo>
                    <a:pt x="969796" y="553965"/>
                  </a:lnTo>
                  <a:lnTo>
                    <a:pt x="968725" y="554882"/>
                  </a:lnTo>
                  <a:lnTo>
                    <a:pt x="967653" y="555795"/>
                  </a:lnTo>
                  <a:lnTo>
                    <a:pt x="966582" y="556705"/>
                  </a:lnTo>
                  <a:lnTo>
                    <a:pt x="965510" y="557611"/>
                  </a:lnTo>
                  <a:lnTo>
                    <a:pt x="964438" y="558514"/>
                  </a:lnTo>
                  <a:lnTo>
                    <a:pt x="963367" y="559413"/>
                  </a:lnTo>
                  <a:lnTo>
                    <a:pt x="962295" y="560309"/>
                  </a:lnTo>
                  <a:lnTo>
                    <a:pt x="961224" y="561202"/>
                  </a:lnTo>
                  <a:lnTo>
                    <a:pt x="960152" y="562091"/>
                  </a:lnTo>
                  <a:lnTo>
                    <a:pt x="959080" y="562977"/>
                  </a:lnTo>
                  <a:lnTo>
                    <a:pt x="958009" y="563859"/>
                  </a:lnTo>
                  <a:lnTo>
                    <a:pt x="956937" y="564738"/>
                  </a:lnTo>
                  <a:lnTo>
                    <a:pt x="955866" y="565614"/>
                  </a:lnTo>
                  <a:lnTo>
                    <a:pt x="954794" y="566486"/>
                  </a:lnTo>
                  <a:lnTo>
                    <a:pt x="953722" y="567354"/>
                  </a:lnTo>
                  <a:lnTo>
                    <a:pt x="952651" y="568219"/>
                  </a:lnTo>
                  <a:lnTo>
                    <a:pt x="951579" y="569081"/>
                  </a:lnTo>
                  <a:lnTo>
                    <a:pt x="950508" y="569939"/>
                  </a:lnTo>
                  <a:lnTo>
                    <a:pt x="949436" y="570794"/>
                  </a:lnTo>
                  <a:lnTo>
                    <a:pt x="948364" y="571645"/>
                  </a:lnTo>
                  <a:lnTo>
                    <a:pt x="947293" y="572493"/>
                  </a:lnTo>
                  <a:lnTo>
                    <a:pt x="946221" y="573337"/>
                  </a:lnTo>
                  <a:lnTo>
                    <a:pt x="945150" y="574178"/>
                  </a:lnTo>
                  <a:lnTo>
                    <a:pt x="944078" y="575016"/>
                  </a:lnTo>
                  <a:lnTo>
                    <a:pt x="943006" y="575850"/>
                  </a:lnTo>
                  <a:lnTo>
                    <a:pt x="941935" y="576680"/>
                  </a:lnTo>
                  <a:lnTo>
                    <a:pt x="940863" y="577507"/>
                  </a:lnTo>
                  <a:lnTo>
                    <a:pt x="939792" y="578330"/>
                  </a:lnTo>
                  <a:lnTo>
                    <a:pt x="938720" y="579150"/>
                  </a:lnTo>
                  <a:lnTo>
                    <a:pt x="937648" y="579967"/>
                  </a:lnTo>
                  <a:lnTo>
                    <a:pt x="936577" y="580780"/>
                  </a:lnTo>
                  <a:lnTo>
                    <a:pt x="935505" y="581589"/>
                  </a:lnTo>
                  <a:lnTo>
                    <a:pt x="934434" y="582395"/>
                  </a:lnTo>
                  <a:lnTo>
                    <a:pt x="933362" y="583198"/>
                  </a:lnTo>
                  <a:lnTo>
                    <a:pt x="932290" y="583997"/>
                  </a:lnTo>
                  <a:lnTo>
                    <a:pt x="931219" y="584792"/>
                  </a:lnTo>
                  <a:lnTo>
                    <a:pt x="930147" y="585584"/>
                  </a:lnTo>
                  <a:lnTo>
                    <a:pt x="929076" y="586372"/>
                  </a:lnTo>
                  <a:lnTo>
                    <a:pt x="928004" y="587157"/>
                  </a:lnTo>
                  <a:lnTo>
                    <a:pt x="926932" y="587939"/>
                  </a:lnTo>
                  <a:lnTo>
                    <a:pt x="925861" y="588716"/>
                  </a:lnTo>
                  <a:lnTo>
                    <a:pt x="924789" y="589491"/>
                  </a:lnTo>
                  <a:lnTo>
                    <a:pt x="923718" y="590262"/>
                  </a:lnTo>
                  <a:lnTo>
                    <a:pt x="922646" y="591029"/>
                  </a:lnTo>
                  <a:lnTo>
                    <a:pt x="921574" y="591793"/>
                  </a:lnTo>
                  <a:lnTo>
                    <a:pt x="920503" y="592553"/>
                  </a:lnTo>
                  <a:lnTo>
                    <a:pt x="919431" y="593309"/>
                  </a:lnTo>
                  <a:lnTo>
                    <a:pt x="918360" y="594063"/>
                  </a:lnTo>
                  <a:lnTo>
                    <a:pt x="917288" y="594812"/>
                  </a:lnTo>
                  <a:lnTo>
                    <a:pt x="916216" y="595558"/>
                  </a:lnTo>
                  <a:lnTo>
                    <a:pt x="915145" y="596301"/>
                  </a:lnTo>
                  <a:lnTo>
                    <a:pt x="914073" y="597040"/>
                  </a:lnTo>
                  <a:lnTo>
                    <a:pt x="913002" y="597775"/>
                  </a:lnTo>
                  <a:lnTo>
                    <a:pt x="911930" y="598507"/>
                  </a:lnTo>
                  <a:lnTo>
                    <a:pt x="910858" y="599235"/>
                  </a:lnTo>
                  <a:lnTo>
                    <a:pt x="909787" y="599960"/>
                  </a:lnTo>
                  <a:lnTo>
                    <a:pt x="908715" y="600682"/>
                  </a:lnTo>
                  <a:lnTo>
                    <a:pt x="907644" y="601399"/>
                  </a:lnTo>
                  <a:lnTo>
                    <a:pt x="906572" y="602114"/>
                  </a:lnTo>
                  <a:lnTo>
                    <a:pt x="905500" y="602824"/>
                  </a:lnTo>
                  <a:lnTo>
                    <a:pt x="904429" y="603532"/>
                  </a:lnTo>
                  <a:lnTo>
                    <a:pt x="903357" y="604236"/>
                  </a:lnTo>
                  <a:lnTo>
                    <a:pt x="902286" y="604936"/>
                  </a:lnTo>
                  <a:lnTo>
                    <a:pt x="901214" y="605633"/>
                  </a:lnTo>
                  <a:lnTo>
                    <a:pt x="900142" y="606327"/>
                  </a:lnTo>
                  <a:lnTo>
                    <a:pt x="899071" y="607018"/>
                  </a:lnTo>
                  <a:lnTo>
                    <a:pt x="897999" y="607705"/>
                  </a:lnTo>
                  <a:lnTo>
                    <a:pt x="896928" y="608388"/>
                  </a:lnTo>
                  <a:lnTo>
                    <a:pt x="895856" y="609069"/>
                  </a:lnTo>
                  <a:lnTo>
                    <a:pt x="894784" y="609746"/>
                  </a:lnTo>
                  <a:lnTo>
                    <a:pt x="893713" y="610420"/>
                  </a:lnTo>
                  <a:lnTo>
                    <a:pt x="892641" y="611090"/>
                  </a:lnTo>
                  <a:lnTo>
                    <a:pt x="891570" y="611758"/>
                  </a:lnTo>
                  <a:lnTo>
                    <a:pt x="890498" y="612422"/>
                  </a:lnTo>
                  <a:lnTo>
                    <a:pt x="889426" y="613083"/>
                  </a:lnTo>
                  <a:lnTo>
                    <a:pt x="888355" y="613741"/>
                  </a:lnTo>
                  <a:lnTo>
                    <a:pt x="887283" y="614395"/>
                  </a:lnTo>
                  <a:lnTo>
                    <a:pt x="886212" y="615047"/>
                  </a:lnTo>
                  <a:lnTo>
                    <a:pt x="885140" y="615695"/>
                  </a:lnTo>
                  <a:lnTo>
                    <a:pt x="884069" y="616341"/>
                  </a:lnTo>
                  <a:lnTo>
                    <a:pt x="882997" y="616983"/>
                  </a:lnTo>
                  <a:lnTo>
                    <a:pt x="881925" y="617622"/>
                  </a:lnTo>
                  <a:lnTo>
                    <a:pt x="880854" y="618258"/>
                  </a:lnTo>
                  <a:lnTo>
                    <a:pt x="879782" y="618891"/>
                  </a:lnTo>
                  <a:lnTo>
                    <a:pt x="878711" y="619521"/>
                  </a:lnTo>
                  <a:lnTo>
                    <a:pt x="877639" y="620148"/>
                  </a:lnTo>
                  <a:lnTo>
                    <a:pt x="876567" y="620772"/>
                  </a:lnTo>
                  <a:lnTo>
                    <a:pt x="875496" y="621393"/>
                  </a:lnTo>
                  <a:lnTo>
                    <a:pt x="874424" y="622011"/>
                  </a:lnTo>
                  <a:lnTo>
                    <a:pt x="873353" y="622626"/>
                  </a:lnTo>
                  <a:lnTo>
                    <a:pt x="872281" y="623238"/>
                  </a:lnTo>
                  <a:lnTo>
                    <a:pt x="871209" y="623847"/>
                  </a:lnTo>
                  <a:lnTo>
                    <a:pt x="870138" y="624453"/>
                  </a:lnTo>
                  <a:lnTo>
                    <a:pt x="869066" y="625057"/>
                  </a:lnTo>
                  <a:lnTo>
                    <a:pt x="867995" y="625658"/>
                  </a:lnTo>
                  <a:lnTo>
                    <a:pt x="866923" y="626255"/>
                  </a:lnTo>
                  <a:lnTo>
                    <a:pt x="865851" y="626850"/>
                  </a:lnTo>
                  <a:lnTo>
                    <a:pt x="864780" y="627442"/>
                  </a:lnTo>
                  <a:lnTo>
                    <a:pt x="863708" y="628032"/>
                  </a:lnTo>
                  <a:lnTo>
                    <a:pt x="862637" y="628618"/>
                  </a:lnTo>
                  <a:lnTo>
                    <a:pt x="861565" y="629202"/>
                  </a:lnTo>
                  <a:lnTo>
                    <a:pt x="860493" y="629783"/>
                  </a:lnTo>
                  <a:lnTo>
                    <a:pt x="859422" y="630362"/>
                  </a:lnTo>
                  <a:lnTo>
                    <a:pt x="858350" y="630937"/>
                  </a:lnTo>
                  <a:lnTo>
                    <a:pt x="857279" y="631510"/>
                  </a:lnTo>
                  <a:lnTo>
                    <a:pt x="856207" y="632081"/>
                  </a:lnTo>
                  <a:lnTo>
                    <a:pt x="855135" y="632648"/>
                  </a:lnTo>
                  <a:lnTo>
                    <a:pt x="854064" y="633213"/>
                  </a:lnTo>
                  <a:lnTo>
                    <a:pt x="852992" y="633776"/>
                  </a:lnTo>
                  <a:lnTo>
                    <a:pt x="851921" y="634336"/>
                  </a:lnTo>
                  <a:lnTo>
                    <a:pt x="850849" y="634893"/>
                  </a:lnTo>
                  <a:lnTo>
                    <a:pt x="849777" y="635447"/>
                  </a:lnTo>
                  <a:lnTo>
                    <a:pt x="848706" y="636000"/>
                  </a:lnTo>
                  <a:lnTo>
                    <a:pt x="847634" y="636549"/>
                  </a:lnTo>
                  <a:lnTo>
                    <a:pt x="846563" y="637096"/>
                  </a:lnTo>
                  <a:lnTo>
                    <a:pt x="845491" y="637641"/>
                  </a:lnTo>
                  <a:lnTo>
                    <a:pt x="844419" y="638183"/>
                  </a:lnTo>
                  <a:lnTo>
                    <a:pt x="843348" y="638722"/>
                  </a:lnTo>
                  <a:lnTo>
                    <a:pt x="842276" y="639259"/>
                  </a:lnTo>
                  <a:lnTo>
                    <a:pt x="841205" y="639794"/>
                  </a:lnTo>
                  <a:lnTo>
                    <a:pt x="840133" y="640326"/>
                  </a:lnTo>
                  <a:lnTo>
                    <a:pt x="839061" y="640856"/>
                  </a:lnTo>
                  <a:lnTo>
                    <a:pt x="837990" y="641383"/>
                  </a:lnTo>
                  <a:lnTo>
                    <a:pt x="836918" y="641908"/>
                  </a:lnTo>
                  <a:lnTo>
                    <a:pt x="835847" y="642431"/>
                  </a:lnTo>
                  <a:lnTo>
                    <a:pt x="834775" y="642951"/>
                  </a:lnTo>
                  <a:lnTo>
                    <a:pt x="833703" y="643469"/>
                  </a:lnTo>
                  <a:lnTo>
                    <a:pt x="832632" y="643984"/>
                  </a:lnTo>
                  <a:lnTo>
                    <a:pt x="831560" y="644498"/>
                  </a:lnTo>
                  <a:lnTo>
                    <a:pt x="830489" y="645009"/>
                  </a:lnTo>
                  <a:lnTo>
                    <a:pt x="829417" y="645517"/>
                  </a:lnTo>
                  <a:lnTo>
                    <a:pt x="828345" y="646024"/>
                  </a:lnTo>
                  <a:lnTo>
                    <a:pt x="827274" y="646528"/>
                  </a:lnTo>
                  <a:lnTo>
                    <a:pt x="826202" y="647030"/>
                  </a:lnTo>
                  <a:lnTo>
                    <a:pt x="825131" y="647530"/>
                  </a:lnTo>
                  <a:lnTo>
                    <a:pt x="824059" y="648028"/>
                  </a:lnTo>
                  <a:lnTo>
                    <a:pt x="822987" y="648523"/>
                  </a:lnTo>
                  <a:lnTo>
                    <a:pt x="821916" y="649016"/>
                  </a:lnTo>
                  <a:lnTo>
                    <a:pt x="820844" y="649508"/>
                  </a:lnTo>
                  <a:lnTo>
                    <a:pt x="819773" y="649997"/>
                  </a:lnTo>
                  <a:lnTo>
                    <a:pt x="818701" y="650484"/>
                  </a:lnTo>
                  <a:lnTo>
                    <a:pt x="817629" y="650968"/>
                  </a:lnTo>
                  <a:lnTo>
                    <a:pt x="816558" y="651451"/>
                  </a:lnTo>
                  <a:lnTo>
                    <a:pt x="815486" y="651932"/>
                  </a:lnTo>
                  <a:lnTo>
                    <a:pt x="814415" y="652410"/>
                  </a:lnTo>
                  <a:lnTo>
                    <a:pt x="813343" y="652887"/>
                  </a:lnTo>
                  <a:lnTo>
                    <a:pt x="812271" y="653361"/>
                  </a:lnTo>
                  <a:lnTo>
                    <a:pt x="811200" y="653834"/>
                  </a:lnTo>
                  <a:lnTo>
                    <a:pt x="810128" y="654305"/>
                  </a:lnTo>
                  <a:lnTo>
                    <a:pt x="809057" y="654773"/>
                  </a:lnTo>
                  <a:lnTo>
                    <a:pt x="807985" y="655240"/>
                  </a:lnTo>
                  <a:lnTo>
                    <a:pt x="806913" y="655705"/>
                  </a:lnTo>
                  <a:lnTo>
                    <a:pt x="805842" y="656167"/>
                  </a:lnTo>
                  <a:lnTo>
                    <a:pt x="804770" y="656628"/>
                  </a:lnTo>
                  <a:lnTo>
                    <a:pt x="803699" y="657087"/>
                  </a:lnTo>
                  <a:lnTo>
                    <a:pt x="802627" y="657544"/>
                  </a:lnTo>
                  <a:lnTo>
                    <a:pt x="801555" y="657999"/>
                  </a:lnTo>
                  <a:lnTo>
                    <a:pt x="800484" y="658453"/>
                  </a:lnTo>
                  <a:lnTo>
                    <a:pt x="799412" y="658904"/>
                  </a:lnTo>
                  <a:lnTo>
                    <a:pt x="798341" y="659354"/>
                  </a:lnTo>
                  <a:lnTo>
                    <a:pt x="797269" y="659802"/>
                  </a:lnTo>
                  <a:lnTo>
                    <a:pt x="796197" y="660248"/>
                  </a:lnTo>
                  <a:lnTo>
                    <a:pt x="795126" y="660692"/>
                  </a:lnTo>
                  <a:lnTo>
                    <a:pt x="794054" y="661135"/>
                  </a:lnTo>
                  <a:lnTo>
                    <a:pt x="792983" y="661576"/>
                  </a:lnTo>
                  <a:lnTo>
                    <a:pt x="791911" y="662015"/>
                  </a:lnTo>
                  <a:lnTo>
                    <a:pt x="790839" y="662452"/>
                  </a:lnTo>
                  <a:lnTo>
                    <a:pt x="789768" y="662888"/>
                  </a:lnTo>
                  <a:lnTo>
                    <a:pt x="788696" y="663322"/>
                  </a:lnTo>
                  <a:lnTo>
                    <a:pt x="787625" y="663755"/>
                  </a:lnTo>
                  <a:lnTo>
                    <a:pt x="786553" y="664185"/>
                  </a:lnTo>
                  <a:lnTo>
                    <a:pt x="785481" y="664614"/>
                  </a:lnTo>
                  <a:lnTo>
                    <a:pt x="784410" y="665042"/>
                  </a:lnTo>
                  <a:lnTo>
                    <a:pt x="783338" y="665468"/>
                  </a:lnTo>
                  <a:lnTo>
                    <a:pt x="782267" y="665892"/>
                  </a:lnTo>
                  <a:lnTo>
                    <a:pt x="781195" y="666315"/>
                  </a:lnTo>
                  <a:lnTo>
                    <a:pt x="780123" y="666736"/>
                  </a:lnTo>
                  <a:lnTo>
                    <a:pt x="779052" y="667156"/>
                  </a:lnTo>
                  <a:lnTo>
                    <a:pt x="777980" y="667574"/>
                  </a:lnTo>
                  <a:lnTo>
                    <a:pt x="776909" y="667990"/>
                  </a:lnTo>
                  <a:lnTo>
                    <a:pt x="775837" y="668405"/>
                  </a:lnTo>
                  <a:lnTo>
                    <a:pt x="774765" y="668819"/>
                  </a:lnTo>
                  <a:lnTo>
                    <a:pt x="773694" y="669231"/>
                  </a:lnTo>
                  <a:lnTo>
                    <a:pt x="772622" y="669642"/>
                  </a:lnTo>
                  <a:lnTo>
                    <a:pt x="771551" y="670051"/>
                  </a:lnTo>
                  <a:lnTo>
                    <a:pt x="770479" y="670459"/>
                  </a:lnTo>
                  <a:lnTo>
                    <a:pt x="769407" y="670865"/>
                  </a:lnTo>
                  <a:lnTo>
                    <a:pt x="768336" y="671270"/>
                  </a:lnTo>
                  <a:lnTo>
                    <a:pt x="767264" y="671674"/>
                  </a:lnTo>
                  <a:lnTo>
                    <a:pt x="766193" y="672076"/>
                  </a:lnTo>
                  <a:lnTo>
                    <a:pt x="765121" y="672477"/>
                  </a:lnTo>
                  <a:lnTo>
                    <a:pt x="764049" y="672877"/>
                  </a:lnTo>
                  <a:lnTo>
                    <a:pt x="762978" y="673275"/>
                  </a:lnTo>
                  <a:lnTo>
                    <a:pt x="761906" y="673672"/>
                  </a:lnTo>
                  <a:lnTo>
                    <a:pt x="760835" y="674068"/>
                  </a:lnTo>
                  <a:lnTo>
                    <a:pt x="759763" y="674462"/>
                  </a:lnTo>
                  <a:lnTo>
                    <a:pt x="758691" y="674856"/>
                  </a:lnTo>
                  <a:lnTo>
                    <a:pt x="757620" y="675248"/>
                  </a:lnTo>
                  <a:lnTo>
                    <a:pt x="756548" y="675638"/>
                  </a:lnTo>
                  <a:lnTo>
                    <a:pt x="755477" y="676028"/>
                  </a:lnTo>
                  <a:lnTo>
                    <a:pt x="754405" y="676416"/>
                  </a:lnTo>
                  <a:lnTo>
                    <a:pt x="753333" y="676803"/>
                  </a:lnTo>
                  <a:lnTo>
                    <a:pt x="752262" y="677190"/>
                  </a:lnTo>
                  <a:lnTo>
                    <a:pt x="751190" y="677574"/>
                  </a:lnTo>
                  <a:lnTo>
                    <a:pt x="750119" y="677958"/>
                  </a:lnTo>
                  <a:lnTo>
                    <a:pt x="749047" y="678341"/>
                  </a:lnTo>
                  <a:lnTo>
                    <a:pt x="747975" y="678722"/>
                  </a:lnTo>
                  <a:lnTo>
                    <a:pt x="746904" y="679103"/>
                  </a:lnTo>
                  <a:lnTo>
                    <a:pt x="745832" y="679482"/>
                  </a:lnTo>
                  <a:lnTo>
                    <a:pt x="744761" y="679860"/>
                  </a:lnTo>
                  <a:lnTo>
                    <a:pt x="743689" y="680238"/>
                  </a:lnTo>
                  <a:lnTo>
                    <a:pt x="742617" y="680614"/>
                  </a:lnTo>
                  <a:lnTo>
                    <a:pt x="741546" y="680989"/>
                  </a:lnTo>
                  <a:lnTo>
                    <a:pt x="740474" y="681363"/>
                  </a:lnTo>
                  <a:lnTo>
                    <a:pt x="739403" y="681737"/>
                  </a:lnTo>
                  <a:lnTo>
                    <a:pt x="738331" y="682109"/>
                  </a:lnTo>
                  <a:lnTo>
                    <a:pt x="737259" y="682480"/>
                  </a:lnTo>
                  <a:lnTo>
                    <a:pt x="736188" y="682851"/>
                  </a:lnTo>
                  <a:lnTo>
                    <a:pt x="735116" y="683220"/>
                  </a:lnTo>
                  <a:lnTo>
                    <a:pt x="734045" y="683589"/>
                  </a:lnTo>
                  <a:lnTo>
                    <a:pt x="732973" y="683957"/>
                  </a:lnTo>
                  <a:lnTo>
                    <a:pt x="731901" y="684324"/>
                  </a:lnTo>
                  <a:lnTo>
                    <a:pt x="730830" y="684690"/>
                  </a:lnTo>
                  <a:lnTo>
                    <a:pt x="729758" y="685055"/>
                  </a:lnTo>
                  <a:lnTo>
                    <a:pt x="728687" y="685419"/>
                  </a:lnTo>
                  <a:lnTo>
                    <a:pt x="727615" y="685782"/>
                  </a:lnTo>
                  <a:lnTo>
                    <a:pt x="726543" y="686145"/>
                  </a:lnTo>
                  <a:lnTo>
                    <a:pt x="725472" y="686507"/>
                  </a:lnTo>
                  <a:lnTo>
                    <a:pt x="724400" y="686868"/>
                  </a:lnTo>
                  <a:lnTo>
                    <a:pt x="723329" y="687229"/>
                  </a:lnTo>
                  <a:lnTo>
                    <a:pt x="722257" y="687588"/>
                  </a:lnTo>
                  <a:lnTo>
                    <a:pt x="721185" y="687947"/>
                  </a:lnTo>
                  <a:lnTo>
                    <a:pt x="720114" y="688305"/>
                  </a:lnTo>
                  <a:lnTo>
                    <a:pt x="719042" y="688663"/>
                  </a:lnTo>
                  <a:lnTo>
                    <a:pt x="717971" y="689020"/>
                  </a:lnTo>
                  <a:lnTo>
                    <a:pt x="716899" y="689376"/>
                  </a:lnTo>
                  <a:lnTo>
                    <a:pt x="715827" y="689731"/>
                  </a:lnTo>
                  <a:lnTo>
                    <a:pt x="714756" y="690086"/>
                  </a:lnTo>
                  <a:lnTo>
                    <a:pt x="713684" y="690441"/>
                  </a:lnTo>
                  <a:lnTo>
                    <a:pt x="712613" y="690794"/>
                  </a:lnTo>
                  <a:lnTo>
                    <a:pt x="711541" y="691147"/>
                  </a:lnTo>
                  <a:lnTo>
                    <a:pt x="710469" y="691500"/>
                  </a:lnTo>
                  <a:lnTo>
                    <a:pt x="709398" y="691852"/>
                  </a:lnTo>
                  <a:lnTo>
                    <a:pt x="708326" y="692203"/>
                  </a:lnTo>
                  <a:lnTo>
                    <a:pt x="707255" y="692554"/>
                  </a:lnTo>
                  <a:lnTo>
                    <a:pt x="706183" y="692904"/>
                  </a:lnTo>
                  <a:lnTo>
                    <a:pt x="705112" y="693254"/>
                  </a:lnTo>
                  <a:lnTo>
                    <a:pt x="704040" y="693604"/>
                  </a:lnTo>
                  <a:lnTo>
                    <a:pt x="702968" y="693953"/>
                  </a:lnTo>
                  <a:lnTo>
                    <a:pt x="701897" y="694301"/>
                  </a:lnTo>
                  <a:lnTo>
                    <a:pt x="700825" y="694649"/>
                  </a:lnTo>
                  <a:lnTo>
                    <a:pt x="699754" y="694997"/>
                  </a:lnTo>
                  <a:lnTo>
                    <a:pt x="698682" y="695344"/>
                  </a:lnTo>
                  <a:lnTo>
                    <a:pt x="697610" y="695690"/>
                  </a:lnTo>
                  <a:lnTo>
                    <a:pt x="696539" y="696037"/>
                  </a:lnTo>
                  <a:lnTo>
                    <a:pt x="695467" y="696383"/>
                  </a:lnTo>
                  <a:lnTo>
                    <a:pt x="694396" y="696729"/>
                  </a:lnTo>
                  <a:lnTo>
                    <a:pt x="693324" y="697074"/>
                  </a:lnTo>
                  <a:lnTo>
                    <a:pt x="692252" y="697419"/>
                  </a:lnTo>
                  <a:lnTo>
                    <a:pt x="691181" y="697763"/>
                  </a:lnTo>
                  <a:lnTo>
                    <a:pt x="690109" y="698108"/>
                  </a:lnTo>
                  <a:lnTo>
                    <a:pt x="689038" y="698452"/>
                  </a:lnTo>
                  <a:lnTo>
                    <a:pt x="687966" y="698796"/>
                  </a:lnTo>
                  <a:lnTo>
                    <a:pt x="686894" y="699139"/>
                  </a:lnTo>
                  <a:lnTo>
                    <a:pt x="685823" y="699483"/>
                  </a:lnTo>
                  <a:lnTo>
                    <a:pt x="684751" y="699826"/>
                  </a:lnTo>
                  <a:lnTo>
                    <a:pt x="683680" y="700169"/>
                  </a:lnTo>
                  <a:lnTo>
                    <a:pt x="682608" y="700511"/>
                  </a:lnTo>
                  <a:lnTo>
                    <a:pt x="681536" y="700854"/>
                  </a:lnTo>
                  <a:lnTo>
                    <a:pt x="680465" y="701196"/>
                  </a:lnTo>
                  <a:lnTo>
                    <a:pt x="679393" y="701539"/>
                  </a:lnTo>
                  <a:lnTo>
                    <a:pt x="678322" y="701881"/>
                  </a:lnTo>
                  <a:lnTo>
                    <a:pt x="677250" y="702223"/>
                  </a:lnTo>
                  <a:lnTo>
                    <a:pt x="676178" y="702564"/>
                  </a:lnTo>
                  <a:lnTo>
                    <a:pt x="675107" y="702906"/>
                  </a:lnTo>
                  <a:lnTo>
                    <a:pt x="674035" y="703248"/>
                  </a:lnTo>
                  <a:lnTo>
                    <a:pt x="672964" y="703589"/>
                  </a:lnTo>
                  <a:lnTo>
                    <a:pt x="671892" y="703931"/>
                  </a:lnTo>
                  <a:lnTo>
                    <a:pt x="670820" y="704272"/>
                  </a:lnTo>
                  <a:lnTo>
                    <a:pt x="669749" y="704614"/>
                  </a:lnTo>
                  <a:lnTo>
                    <a:pt x="668677" y="704955"/>
                  </a:lnTo>
                  <a:lnTo>
                    <a:pt x="667606" y="705297"/>
                  </a:lnTo>
                  <a:lnTo>
                    <a:pt x="666534" y="705638"/>
                  </a:lnTo>
                  <a:lnTo>
                    <a:pt x="665462" y="705980"/>
                  </a:lnTo>
                  <a:lnTo>
                    <a:pt x="664391" y="706321"/>
                  </a:lnTo>
                  <a:lnTo>
                    <a:pt x="663319" y="706663"/>
                  </a:lnTo>
                  <a:lnTo>
                    <a:pt x="662248" y="707004"/>
                  </a:lnTo>
                  <a:lnTo>
                    <a:pt x="661176" y="707346"/>
                  </a:lnTo>
                  <a:lnTo>
                    <a:pt x="660104" y="707688"/>
                  </a:lnTo>
                  <a:lnTo>
                    <a:pt x="659033" y="708030"/>
                  </a:lnTo>
                  <a:lnTo>
                    <a:pt x="657961" y="708372"/>
                  </a:lnTo>
                  <a:lnTo>
                    <a:pt x="656890" y="708714"/>
                  </a:lnTo>
                  <a:lnTo>
                    <a:pt x="655818" y="709057"/>
                  </a:lnTo>
                  <a:lnTo>
                    <a:pt x="654746" y="709399"/>
                  </a:lnTo>
                  <a:lnTo>
                    <a:pt x="653675" y="709742"/>
                  </a:lnTo>
                  <a:lnTo>
                    <a:pt x="652603" y="710085"/>
                  </a:lnTo>
                  <a:lnTo>
                    <a:pt x="651532" y="710428"/>
                  </a:lnTo>
                  <a:lnTo>
                    <a:pt x="650460" y="710771"/>
                  </a:lnTo>
                  <a:lnTo>
                    <a:pt x="649388" y="711115"/>
                  </a:lnTo>
                  <a:lnTo>
                    <a:pt x="648317" y="711458"/>
                  </a:lnTo>
                  <a:lnTo>
                    <a:pt x="647245" y="711802"/>
                  </a:lnTo>
                  <a:lnTo>
                    <a:pt x="646174" y="712147"/>
                  </a:lnTo>
                  <a:lnTo>
                    <a:pt x="645102" y="712491"/>
                  </a:lnTo>
                  <a:lnTo>
                    <a:pt x="644030" y="712836"/>
                  </a:lnTo>
                  <a:lnTo>
                    <a:pt x="642959" y="713181"/>
                  </a:lnTo>
                  <a:lnTo>
                    <a:pt x="641887" y="713527"/>
                  </a:lnTo>
                  <a:lnTo>
                    <a:pt x="640816" y="713873"/>
                  </a:lnTo>
                  <a:lnTo>
                    <a:pt x="639744" y="714219"/>
                  </a:lnTo>
                  <a:lnTo>
                    <a:pt x="638672" y="714565"/>
                  </a:lnTo>
                  <a:lnTo>
                    <a:pt x="637601" y="714912"/>
                  </a:lnTo>
                  <a:lnTo>
                    <a:pt x="636529" y="715259"/>
                  </a:lnTo>
                  <a:lnTo>
                    <a:pt x="635458" y="715607"/>
                  </a:lnTo>
                  <a:lnTo>
                    <a:pt x="634386" y="715955"/>
                  </a:lnTo>
                  <a:lnTo>
                    <a:pt x="633314" y="716304"/>
                  </a:lnTo>
                  <a:lnTo>
                    <a:pt x="632243" y="716653"/>
                  </a:lnTo>
                  <a:lnTo>
                    <a:pt x="631171" y="717002"/>
                  </a:lnTo>
                  <a:lnTo>
                    <a:pt x="630100" y="717352"/>
                  </a:lnTo>
                  <a:lnTo>
                    <a:pt x="629028" y="717702"/>
                  </a:lnTo>
                  <a:lnTo>
                    <a:pt x="627956" y="718053"/>
                  </a:lnTo>
                  <a:lnTo>
                    <a:pt x="626885" y="718404"/>
                  </a:lnTo>
                  <a:lnTo>
                    <a:pt x="625813" y="718756"/>
                  </a:lnTo>
                  <a:lnTo>
                    <a:pt x="624742" y="719108"/>
                  </a:lnTo>
                  <a:lnTo>
                    <a:pt x="623670" y="719460"/>
                  </a:lnTo>
                  <a:lnTo>
                    <a:pt x="622598" y="719814"/>
                  </a:lnTo>
                  <a:lnTo>
                    <a:pt x="621527" y="720168"/>
                  </a:lnTo>
                  <a:lnTo>
                    <a:pt x="620455" y="720522"/>
                  </a:lnTo>
                  <a:lnTo>
                    <a:pt x="619384" y="720877"/>
                  </a:lnTo>
                  <a:lnTo>
                    <a:pt x="618312" y="721232"/>
                  </a:lnTo>
                  <a:lnTo>
                    <a:pt x="617240" y="721588"/>
                  </a:lnTo>
                  <a:lnTo>
                    <a:pt x="616169" y="721945"/>
                  </a:lnTo>
                  <a:lnTo>
                    <a:pt x="615097" y="722302"/>
                  </a:lnTo>
                  <a:lnTo>
                    <a:pt x="614026" y="722660"/>
                  </a:lnTo>
                  <a:lnTo>
                    <a:pt x="612954" y="723019"/>
                  </a:lnTo>
                  <a:lnTo>
                    <a:pt x="611882" y="723378"/>
                  </a:lnTo>
                  <a:lnTo>
                    <a:pt x="610811" y="723738"/>
                  </a:lnTo>
                  <a:lnTo>
                    <a:pt x="609739" y="724098"/>
                  </a:lnTo>
                  <a:lnTo>
                    <a:pt x="608668" y="724460"/>
                  </a:lnTo>
                  <a:lnTo>
                    <a:pt x="607596" y="724821"/>
                  </a:lnTo>
                  <a:lnTo>
                    <a:pt x="606524" y="725184"/>
                  </a:lnTo>
                  <a:lnTo>
                    <a:pt x="605453" y="725547"/>
                  </a:lnTo>
                  <a:lnTo>
                    <a:pt x="604381" y="725911"/>
                  </a:lnTo>
                  <a:lnTo>
                    <a:pt x="603310" y="726276"/>
                  </a:lnTo>
                  <a:lnTo>
                    <a:pt x="602238" y="726641"/>
                  </a:lnTo>
                  <a:lnTo>
                    <a:pt x="601166" y="727007"/>
                  </a:lnTo>
                  <a:lnTo>
                    <a:pt x="600095" y="727374"/>
                  </a:lnTo>
                  <a:lnTo>
                    <a:pt x="599023" y="727742"/>
                  </a:lnTo>
                  <a:lnTo>
                    <a:pt x="597952" y="728110"/>
                  </a:lnTo>
                  <a:lnTo>
                    <a:pt x="596880" y="728480"/>
                  </a:lnTo>
                  <a:lnTo>
                    <a:pt x="595808" y="728849"/>
                  </a:lnTo>
                  <a:lnTo>
                    <a:pt x="594737" y="729220"/>
                  </a:lnTo>
                  <a:lnTo>
                    <a:pt x="593665" y="729592"/>
                  </a:lnTo>
                  <a:lnTo>
                    <a:pt x="592594" y="729964"/>
                  </a:lnTo>
                  <a:lnTo>
                    <a:pt x="591522" y="730337"/>
                  </a:lnTo>
                  <a:lnTo>
                    <a:pt x="590450" y="730711"/>
                  </a:lnTo>
                  <a:lnTo>
                    <a:pt x="589379" y="731086"/>
                  </a:lnTo>
                  <a:lnTo>
                    <a:pt x="588307" y="731462"/>
                  </a:lnTo>
                  <a:lnTo>
                    <a:pt x="587236" y="731838"/>
                  </a:lnTo>
                  <a:lnTo>
                    <a:pt x="586164" y="732216"/>
                  </a:lnTo>
                  <a:lnTo>
                    <a:pt x="585092" y="732594"/>
                  </a:lnTo>
                  <a:lnTo>
                    <a:pt x="584021" y="732973"/>
                  </a:lnTo>
                  <a:lnTo>
                    <a:pt x="582949" y="733353"/>
                  </a:lnTo>
                  <a:lnTo>
                    <a:pt x="581878" y="733734"/>
                  </a:lnTo>
                  <a:lnTo>
                    <a:pt x="580806" y="734116"/>
                  </a:lnTo>
                  <a:lnTo>
                    <a:pt x="579734" y="734499"/>
                  </a:lnTo>
                  <a:lnTo>
                    <a:pt x="578663" y="734882"/>
                  </a:lnTo>
                  <a:lnTo>
                    <a:pt x="577591" y="735267"/>
                  </a:lnTo>
                  <a:lnTo>
                    <a:pt x="576520" y="735653"/>
                  </a:lnTo>
                  <a:lnTo>
                    <a:pt x="575448" y="736039"/>
                  </a:lnTo>
                  <a:lnTo>
                    <a:pt x="574376" y="736426"/>
                  </a:lnTo>
                  <a:lnTo>
                    <a:pt x="573305" y="736815"/>
                  </a:lnTo>
                  <a:lnTo>
                    <a:pt x="572233" y="737204"/>
                  </a:lnTo>
                  <a:lnTo>
                    <a:pt x="571162" y="737594"/>
                  </a:lnTo>
                  <a:lnTo>
                    <a:pt x="570090" y="737985"/>
                  </a:lnTo>
                  <a:lnTo>
                    <a:pt x="569018" y="738377"/>
                  </a:lnTo>
                  <a:lnTo>
                    <a:pt x="567947" y="738771"/>
                  </a:lnTo>
                  <a:lnTo>
                    <a:pt x="566875" y="739165"/>
                  </a:lnTo>
                  <a:lnTo>
                    <a:pt x="565804" y="739560"/>
                  </a:lnTo>
                  <a:lnTo>
                    <a:pt x="564732" y="739956"/>
                  </a:lnTo>
                  <a:lnTo>
                    <a:pt x="563660" y="740353"/>
                  </a:lnTo>
                  <a:lnTo>
                    <a:pt x="562589" y="740751"/>
                  </a:lnTo>
                  <a:lnTo>
                    <a:pt x="561517" y="741150"/>
                  </a:lnTo>
                  <a:lnTo>
                    <a:pt x="560446" y="741551"/>
                  </a:lnTo>
                  <a:lnTo>
                    <a:pt x="559374" y="741952"/>
                  </a:lnTo>
                  <a:lnTo>
                    <a:pt x="558302" y="742354"/>
                  </a:lnTo>
                  <a:lnTo>
                    <a:pt x="557231" y="742757"/>
                  </a:lnTo>
                  <a:lnTo>
                    <a:pt x="556159" y="743161"/>
                  </a:lnTo>
                  <a:lnTo>
                    <a:pt x="555088" y="743567"/>
                  </a:lnTo>
                  <a:lnTo>
                    <a:pt x="554016" y="743973"/>
                  </a:lnTo>
                  <a:lnTo>
                    <a:pt x="552944" y="744380"/>
                  </a:lnTo>
                  <a:lnTo>
                    <a:pt x="551873" y="744789"/>
                  </a:lnTo>
                  <a:lnTo>
                    <a:pt x="550801" y="745198"/>
                  </a:lnTo>
                  <a:lnTo>
                    <a:pt x="549730" y="745609"/>
                  </a:lnTo>
                  <a:lnTo>
                    <a:pt x="548658" y="746021"/>
                  </a:lnTo>
                  <a:lnTo>
                    <a:pt x="547586" y="746433"/>
                  </a:lnTo>
                  <a:lnTo>
                    <a:pt x="546515" y="746847"/>
                  </a:lnTo>
                  <a:lnTo>
                    <a:pt x="545443" y="747262"/>
                  </a:lnTo>
                  <a:lnTo>
                    <a:pt x="544372" y="747678"/>
                  </a:lnTo>
                  <a:lnTo>
                    <a:pt x="543300" y="748095"/>
                  </a:lnTo>
                  <a:lnTo>
                    <a:pt x="542228" y="748513"/>
                  </a:lnTo>
                  <a:lnTo>
                    <a:pt x="541157" y="748932"/>
                  </a:lnTo>
                  <a:lnTo>
                    <a:pt x="540085" y="749353"/>
                  </a:lnTo>
                  <a:lnTo>
                    <a:pt x="539014" y="749774"/>
                  </a:lnTo>
                  <a:lnTo>
                    <a:pt x="537942" y="750197"/>
                  </a:lnTo>
                  <a:lnTo>
                    <a:pt x="536870" y="750620"/>
                  </a:lnTo>
                  <a:lnTo>
                    <a:pt x="535799" y="751045"/>
                  </a:lnTo>
                  <a:lnTo>
                    <a:pt x="534727" y="751471"/>
                  </a:lnTo>
                  <a:lnTo>
                    <a:pt x="533656" y="751898"/>
                  </a:lnTo>
                  <a:lnTo>
                    <a:pt x="532584" y="752326"/>
                  </a:lnTo>
                  <a:lnTo>
                    <a:pt x="531513" y="752755"/>
                  </a:lnTo>
                  <a:lnTo>
                    <a:pt x="530441" y="753185"/>
                  </a:lnTo>
                  <a:lnTo>
                    <a:pt x="529369" y="753616"/>
                  </a:lnTo>
                  <a:lnTo>
                    <a:pt x="528298" y="754049"/>
                  </a:lnTo>
                  <a:lnTo>
                    <a:pt x="527226" y="754482"/>
                  </a:lnTo>
                  <a:lnTo>
                    <a:pt x="526155" y="754917"/>
                  </a:lnTo>
                  <a:lnTo>
                    <a:pt x="525083" y="755353"/>
                  </a:lnTo>
                  <a:lnTo>
                    <a:pt x="524011" y="755790"/>
                  </a:lnTo>
                  <a:lnTo>
                    <a:pt x="522940" y="756228"/>
                  </a:lnTo>
                  <a:lnTo>
                    <a:pt x="521868" y="756667"/>
                  </a:lnTo>
                  <a:lnTo>
                    <a:pt x="520797" y="757107"/>
                  </a:lnTo>
                  <a:lnTo>
                    <a:pt x="519725" y="757549"/>
                  </a:lnTo>
                  <a:lnTo>
                    <a:pt x="518653" y="757991"/>
                  </a:lnTo>
                  <a:lnTo>
                    <a:pt x="517582" y="758435"/>
                  </a:lnTo>
                  <a:lnTo>
                    <a:pt x="516510" y="758880"/>
                  </a:lnTo>
                  <a:lnTo>
                    <a:pt x="515439" y="759326"/>
                  </a:lnTo>
                  <a:lnTo>
                    <a:pt x="514367" y="759773"/>
                  </a:lnTo>
                  <a:lnTo>
                    <a:pt x="513295" y="760221"/>
                  </a:lnTo>
                  <a:lnTo>
                    <a:pt x="512224" y="760670"/>
                  </a:lnTo>
                  <a:lnTo>
                    <a:pt x="511152" y="761121"/>
                  </a:lnTo>
                  <a:lnTo>
                    <a:pt x="510081" y="761572"/>
                  </a:lnTo>
                  <a:lnTo>
                    <a:pt x="509009" y="762025"/>
                  </a:lnTo>
                  <a:lnTo>
                    <a:pt x="507937" y="762479"/>
                  </a:lnTo>
                  <a:lnTo>
                    <a:pt x="506866" y="762934"/>
                  </a:lnTo>
                  <a:lnTo>
                    <a:pt x="505794" y="763390"/>
                  </a:lnTo>
                  <a:lnTo>
                    <a:pt x="504723" y="763847"/>
                  </a:lnTo>
                  <a:lnTo>
                    <a:pt x="503651" y="764305"/>
                  </a:lnTo>
                  <a:lnTo>
                    <a:pt x="502579" y="764764"/>
                  </a:lnTo>
                  <a:lnTo>
                    <a:pt x="501508" y="765225"/>
                  </a:lnTo>
                  <a:lnTo>
                    <a:pt x="500436" y="765687"/>
                  </a:lnTo>
                  <a:lnTo>
                    <a:pt x="499365" y="766149"/>
                  </a:lnTo>
                  <a:lnTo>
                    <a:pt x="498293" y="766613"/>
                  </a:lnTo>
                  <a:lnTo>
                    <a:pt x="497221" y="767078"/>
                  </a:lnTo>
                  <a:lnTo>
                    <a:pt x="496150" y="767544"/>
                  </a:lnTo>
                  <a:lnTo>
                    <a:pt x="495078" y="768011"/>
                  </a:lnTo>
                  <a:lnTo>
                    <a:pt x="494007" y="768480"/>
                  </a:lnTo>
                  <a:lnTo>
                    <a:pt x="492935" y="768949"/>
                  </a:lnTo>
                  <a:lnTo>
                    <a:pt x="491863" y="769420"/>
                  </a:lnTo>
                  <a:lnTo>
                    <a:pt x="490792" y="769891"/>
                  </a:lnTo>
                  <a:lnTo>
                    <a:pt x="489720" y="770364"/>
                  </a:lnTo>
                  <a:lnTo>
                    <a:pt x="488649" y="770837"/>
                  </a:lnTo>
                  <a:lnTo>
                    <a:pt x="487577" y="771312"/>
                  </a:lnTo>
                  <a:lnTo>
                    <a:pt x="486505" y="771788"/>
                  </a:lnTo>
                  <a:lnTo>
                    <a:pt x="485434" y="772265"/>
                  </a:lnTo>
                  <a:lnTo>
                    <a:pt x="484362" y="772743"/>
                  </a:lnTo>
                  <a:lnTo>
                    <a:pt x="483291" y="773223"/>
                  </a:lnTo>
                  <a:lnTo>
                    <a:pt x="482219" y="773703"/>
                  </a:lnTo>
                  <a:lnTo>
                    <a:pt x="481147" y="774184"/>
                  </a:lnTo>
                  <a:lnTo>
                    <a:pt x="480076" y="774667"/>
                  </a:lnTo>
                  <a:lnTo>
                    <a:pt x="479004" y="775150"/>
                  </a:lnTo>
                  <a:lnTo>
                    <a:pt x="477933" y="775634"/>
                  </a:lnTo>
                  <a:lnTo>
                    <a:pt x="476861" y="776120"/>
                  </a:lnTo>
                  <a:lnTo>
                    <a:pt x="475789" y="776607"/>
                  </a:lnTo>
                  <a:lnTo>
                    <a:pt x="474718" y="777094"/>
                  </a:lnTo>
                  <a:lnTo>
                    <a:pt x="473646" y="777583"/>
                  </a:lnTo>
                  <a:lnTo>
                    <a:pt x="472575" y="778073"/>
                  </a:lnTo>
                  <a:lnTo>
                    <a:pt x="471503" y="778564"/>
                  </a:lnTo>
                  <a:lnTo>
                    <a:pt x="470431" y="779055"/>
                  </a:lnTo>
                  <a:lnTo>
                    <a:pt x="469360" y="779548"/>
                  </a:lnTo>
                  <a:lnTo>
                    <a:pt x="468288" y="780042"/>
                  </a:lnTo>
                  <a:lnTo>
                    <a:pt x="467217" y="780537"/>
                  </a:lnTo>
                  <a:lnTo>
                    <a:pt x="466145" y="781033"/>
                  </a:lnTo>
                  <a:lnTo>
                    <a:pt x="465073" y="781530"/>
                  </a:lnTo>
                  <a:lnTo>
                    <a:pt x="464002" y="782028"/>
                  </a:lnTo>
                  <a:lnTo>
                    <a:pt x="462930" y="782527"/>
                  </a:lnTo>
                  <a:lnTo>
                    <a:pt x="461859" y="783027"/>
                  </a:lnTo>
                  <a:lnTo>
                    <a:pt x="460787" y="783528"/>
                  </a:lnTo>
                  <a:lnTo>
                    <a:pt x="459715" y="784030"/>
                  </a:lnTo>
                  <a:lnTo>
                    <a:pt x="458644" y="784533"/>
                  </a:lnTo>
                  <a:lnTo>
                    <a:pt x="457572" y="785037"/>
                  </a:lnTo>
                  <a:lnTo>
                    <a:pt x="456501" y="785542"/>
                  </a:lnTo>
                  <a:lnTo>
                    <a:pt x="455429" y="786047"/>
                  </a:lnTo>
                  <a:lnTo>
                    <a:pt x="454357" y="786554"/>
                  </a:lnTo>
                  <a:lnTo>
                    <a:pt x="453286" y="787062"/>
                  </a:lnTo>
                  <a:lnTo>
                    <a:pt x="452214" y="787571"/>
                  </a:lnTo>
                  <a:lnTo>
                    <a:pt x="451143" y="788080"/>
                  </a:lnTo>
                  <a:lnTo>
                    <a:pt x="450071" y="788591"/>
                  </a:lnTo>
                  <a:lnTo>
                    <a:pt x="448999" y="789103"/>
                  </a:lnTo>
                  <a:lnTo>
                    <a:pt x="447928" y="789615"/>
                  </a:lnTo>
                  <a:lnTo>
                    <a:pt x="446856" y="790129"/>
                  </a:lnTo>
                  <a:lnTo>
                    <a:pt x="445785" y="790643"/>
                  </a:lnTo>
                  <a:lnTo>
                    <a:pt x="444713" y="791158"/>
                  </a:lnTo>
                  <a:lnTo>
                    <a:pt x="443641" y="791674"/>
                  </a:lnTo>
                  <a:lnTo>
                    <a:pt x="442570" y="792192"/>
                  </a:lnTo>
                  <a:lnTo>
                    <a:pt x="441498" y="792710"/>
                  </a:lnTo>
                  <a:lnTo>
                    <a:pt x="440427" y="793228"/>
                  </a:lnTo>
                  <a:lnTo>
                    <a:pt x="439355" y="793748"/>
                  </a:lnTo>
                  <a:lnTo>
                    <a:pt x="438283" y="794269"/>
                  </a:lnTo>
                  <a:lnTo>
                    <a:pt x="437212" y="794790"/>
                  </a:lnTo>
                  <a:lnTo>
                    <a:pt x="436140" y="795313"/>
                  </a:lnTo>
                  <a:lnTo>
                    <a:pt x="435069" y="795836"/>
                  </a:lnTo>
                  <a:lnTo>
                    <a:pt x="433997" y="796360"/>
                  </a:lnTo>
                  <a:lnTo>
                    <a:pt x="432925" y="796885"/>
                  </a:lnTo>
                  <a:lnTo>
                    <a:pt x="431854" y="797411"/>
                  </a:lnTo>
                  <a:lnTo>
                    <a:pt x="430782" y="797938"/>
                  </a:lnTo>
                  <a:lnTo>
                    <a:pt x="429711" y="798465"/>
                  </a:lnTo>
                  <a:lnTo>
                    <a:pt x="428639" y="798994"/>
                  </a:lnTo>
                  <a:lnTo>
                    <a:pt x="427567" y="799523"/>
                  </a:lnTo>
                  <a:lnTo>
                    <a:pt x="426496" y="800053"/>
                  </a:lnTo>
                  <a:lnTo>
                    <a:pt x="425424" y="800584"/>
                  </a:lnTo>
                  <a:lnTo>
                    <a:pt x="424353" y="801115"/>
                  </a:lnTo>
                  <a:lnTo>
                    <a:pt x="423281" y="801647"/>
                  </a:lnTo>
                  <a:lnTo>
                    <a:pt x="422209" y="802181"/>
                  </a:lnTo>
                  <a:lnTo>
                    <a:pt x="421138" y="802715"/>
                  </a:lnTo>
                  <a:lnTo>
                    <a:pt x="420066" y="803249"/>
                  </a:lnTo>
                  <a:lnTo>
                    <a:pt x="418995" y="803785"/>
                  </a:lnTo>
                  <a:lnTo>
                    <a:pt x="417923" y="804321"/>
                  </a:lnTo>
                  <a:lnTo>
                    <a:pt x="416851" y="804858"/>
                  </a:lnTo>
                  <a:lnTo>
                    <a:pt x="415780" y="805396"/>
                  </a:lnTo>
                  <a:lnTo>
                    <a:pt x="414708" y="805934"/>
                  </a:lnTo>
                  <a:lnTo>
                    <a:pt x="413637" y="806474"/>
                  </a:lnTo>
                  <a:lnTo>
                    <a:pt x="412565" y="807014"/>
                  </a:lnTo>
                  <a:lnTo>
                    <a:pt x="411493" y="807554"/>
                  </a:lnTo>
                  <a:lnTo>
                    <a:pt x="410422" y="808096"/>
                  </a:lnTo>
                  <a:lnTo>
                    <a:pt x="409350" y="808638"/>
                  </a:lnTo>
                  <a:lnTo>
                    <a:pt x="408279" y="809181"/>
                  </a:lnTo>
                  <a:lnTo>
                    <a:pt x="407207" y="809724"/>
                  </a:lnTo>
                  <a:lnTo>
                    <a:pt x="406135" y="810268"/>
                  </a:lnTo>
                  <a:lnTo>
                    <a:pt x="405064" y="810813"/>
                  </a:lnTo>
                  <a:lnTo>
                    <a:pt x="403992" y="811359"/>
                  </a:lnTo>
                  <a:lnTo>
                    <a:pt x="402921" y="811905"/>
                  </a:lnTo>
                  <a:lnTo>
                    <a:pt x="401849" y="812452"/>
                  </a:lnTo>
                  <a:lnTo>
                    <a:pt x="400777" y="812999"/>
                  </a:lnTo>
                  <a:lnTo>
                    <a:pt x="399706" y="813548"/>
                  </a:lnTo>
                  <a:lnTo>
                    <a:pt x="398634" y="814096"/>
                  </a:lnTo>
                  <a:lnTo>
                    <a:pt x="397563" y="814646"/>
                  </a:lnTo>
                  <a:lnTo>
                    <a:pt x="396491" y="815196"/>
                  </a:lnTo>
                  <a:lnTo>
                    <a:pt x="395419" y="815747"/>
                  </a:lnTo>
                  <a:lnTo>
                    <a:pt x="394348" y="816298"/>
                  </a:lnTo>
                  <a:lnTo>
                    <a:pt x="393276" y="816850"/>
                  </a:lnTo>
                  <a:lnTo>
                    <a:pt x="392205" y="817402"/>
                  </a:lnTo>
                  <a:lnTo>
                    <a:pt x="391133" y="817956"/>
                  </a:lnTo>
                  <a:lnTo>
                    <a:pt x="390061" y="818509"/>
                  </a:lnTo>
                  <a:lnTo>
                    <a:pt x="388990" y="819063"/>
                  </a:lnTo>
                  <a:lnTo>
                    <a:pt x="387918" y="819618"/>
                  </a:lnTo>
                  <a:lnTo>
                    <a:pt x="386847" y="820174"/>
                  </a:lnTo>
                  <a:lnTo>
                    <a:pt x="385775" y="820730"/>
                  </a:lnTo>
                  <a:lnTo>
                    <a:pt x="384703" y="821286"/>
                  </a:lnTo>
                  <a:lnTo>
                    <a:pt x="383632" y="821843"/>
                  </a:lnTo>
                  <a:lnTo>
                    <a:pt x="382560" y="822401"/>
                  </a:lnTo>
                  <a:lnTo>
                    <a:pt x="381489" y="822959"/>
                  </a:lnTo>
                  <a:lnTo>
                    <a:pt x="380417" y="823518"/>
                  </a:lnTo>
                  <a:lnTo>
                    <a:pt x="379345" y="824077"/>
                  </a:lnTo>
                  <a:lnTo>
                    <a:pt x="378274" y="824636"/>
                  </a:lnTo>
                  <a:lnTo>
                    <a:pt x="377202" y="825196"/>
                  </a:lnTo>
                  <a:lnTo>
                    <a:pt x="376131" y="825757"/>
                  </a:lnTo>
                  <a:lnTo>
                    <a:pt x="375059" y="826318"/>
                  </a:lnTo>
                  <a:lnTo>
                    <a:pt x="373987" y="826880"/>
                  </a:lnTo>
                  <a:lnTo>
                    <a:pt x="372916" y="827442"/>
                  </a:lnTo>
                  <a:lnTo>
                    <a:pt x="371844" y="828004"/>
                  </a:lnTo>
                  <a:lnTo>
                    <a:pt x="370773" y="828567"/>
                  </a:lnTo>
                  <a:lnTo>
                    <a:pt x="369701" y="829131"/>
                  </a:lnTo>
                  <a:lnTo>
                    <a:pt x="368629" y="829695"/>
                  </a:lnTo>
                  <a:lnTo>
                    <a:pt x="367558" y="830259"/>
                  </a:lnTo>
                  <a:lnTo>
                    <a:pt x="366486" y="830824"/>
                  </a:lnTo>
                  <a:lnTo>
                    <a:pt x="365415" y="831389"/>
                  </a:lnTo>
                  <a:lnTo>
                    <a:pt x="364343" y="831954"/>
                  </a:lnTo>
                  <a:lnTo>
                    <a:pt x="363271" y="832520"/>
                  </a:lnTo>
                  <a:lnTo>
                    <a:pt x="362200" y="833087"/>
                  </a:lnTo>
                  <a:lnTo>
                    <a:pt x="361128" y="833654"/>
                  </a:lnTo>
                  <a:lnTo>
                    <a:pt x="360057" y="834221"/>
                  </a:lnTo>
                  <a:lnTo>
                    <a:pt x="358985" y="834788"/>
                  </a:lnTo>
                  <a:lnTo>
                    <a:pt x="357913" y="835356"/>
                  </a:lnTo>
                  <a:lnTo>
                    <a:pt x="356842" y="835925"/>
                  </a:lnTo>
                  <a:lnTo>
                    <a:pt x="355770" y="836493"/>
                  </a:lnTo>
                  <a:lnTo>
                    <a:pt x="354699" y="837062"/>
                  </a:lnTo>
                  <a:lnTo>
                    <a:pt x="353627" y="837631"/>
                  </a:lnTo>
                  <a:lnTo>
                    <a:pt x="352556" y="838201"/>
                  </a:lnTo>
                  <a:lnTo>
                    <a:pt x="351484" y="838771"/>
                  </a:lnTo>
                  <a:lnTo>
                    <a:pt x="350412" y="839341"/>
                  </a:lnTo>
                  <a:lnTo>
                    <a:pt x="349341" y="839912"/>
                  </a:lnTo>
                  <a:lnTo>
                    <a:pt x="348269" y="840483"/>
                  </a:lnTo>
                  <a:lnTo>
                    <a:pt x="347198" y="841054"/>
                  </a:lnTo>
                  <a:lnTo>
                    <a:pt x="346126" y="841626"/>
                  </a:lnTo>
                  <a:lnTo>
                    <a:pt x="345054" y="842198"/>
                  </a:lnTo>
                  <a:lnTo>
                    <a:pt x="343983" y="842770"/>
                  </a:lnTo>
                  <a:lnTo>
                    <a:pt x="342911" y="843342"/>
                  </a:lnTo>
                  <a:lnTo>
                    <a:pt x="341840" y="843915"/>
                  </a:lnTo>
                  <a:lnTo>
                    <a:pt x="340768" y="844488"/>
                  </a:lnTo>
                  <a:lnTo>
                    <a:pt x="339696" y="845061"/>
                  </a:lnTo>
                  <a:lnTo>
                    <a:pt x="338625" y="845634"/>
                  </a:lnTo>
                  <a:lnTo>
                    <a:pt x="337553" y="846208"/>
                  </a:lnTo>
                  <a:lnTo>
                    <a:pt x="336482" y="846782"/>
                  </a:lnTo>
                  <a:lnTo>
                    <a:pt x="335410" y="847356"/>
                  </a:lnTo>
                  <a:lnTo>
                    <a:pt x="334338" y="847931"/>
                  </a:lnTo>
                  <a:lnTo>
                    <a:pt x="333267" y="848505"/>
                  </a:lnTo>
                  <a:lnTo>
                    <a:pt x="332195" y="849080"/>
                  </a:lnTo>
                  <a:lnTo>
                    <a:pt x="331124" y="849655"/>
                  </a:lnTo>
                  <a:lnTo>
                    <a:pt x="330052" y="850230"/>
                  </a:lnTo>
                  <a:lnTo>
                    <a:pt x="328980" y="850805"/>
                  </a:lnTo>
                  <a:lnTo>
                    <a:pt x="327909" y="851381"/>
                  </a:lnTo>
                  <a:lnTo>
                    <a:pt x="326837" y="851957"/>
                  </a:lnTo>
                  <a:lnTo>
                    <a:pt x="325766" y="852533"/>
                  </a:lnTo>
                  <a:lnTo>
                    <a:pt x="324694" y="853109"/>
                  </a:lnTo>
                  <a:lnTo>
                    <a:pt x="323622" y="853685"/>
                  </a:lnTo>
                  <a:lnTo>
                    <a:pt x="322551" y="854261"/>
                  </a:lnTo>
                  <a:lnTo>
                    <a:pt x="321479" y="854838"/>
                  </a:lnTo>
                  <a:lnTo>
                    <a:pt x="320408" y="855415"/>
                  </a:lnTo>
                  <a:lnTo>
                    <a:pt x="319336" y="855991"/>
                  </a:lnTo>
                  <a:lnTo>
                    <a:pt x="318264" y="856568"/>
                  </a:lnTo>
                  <a:lnTo>
                    <a:pt x="317193" y="857145"/>
                  </a:lnTo>
                  <a:lnTo>
                    <a:pt x="316121" y="857722"/>
                  </a:lnTo>
                  <a:lnTo>
                    <a:pt x="315050" y="858300"/>
                  </a:lnTo>
                  <a:lnTo>
                    <a:pt x="313978" y="858877"/>
                  </a:lnTo>
                  <a:lnTo>
                    <a:pt x="312906" y="859455"/>
                  </a:lnTo>
                  <a:lnTo>
                    <a:pt x="311835" y="860032"/>
                  </a:lnTo>
                  <a:lnTo>
                    <a:pt x="310763" y="860610"/>
                  </a:lnTo>
                  <a:lnTo>
                    <a:pt x="309692" y="861187"/>
                  </a:lnTo>
                  <a:lnTo>
                    <a:pt x="308620" y="861765"/>
                  </a:lnTo>
                  <a:lnTo>
                    <a:pt x="307548" y="862343"/>
                  </a:lnTo>
                  <a:lnTo>
                    <a:pt x="306477" y="862921"/>
                  </a:lnTo>
                  <a:lnTo>
                    <a:pt x="305405" y="863499"/>
                  </a:lnTo>
                  <a:lnTo>
                    <a:pt x="304334" y="864077"/>
                  </a:lnTo>
                  <a:lnTo>
                    <a:pt x="303262" y="864655"/>
                  </a:lnTo>
                  <a:lnTo>
                    <a:pt x="302190" y="865233"/>
                  </a:lnTo>
                  <a:lnTo>
                    <a:pt x="301119" y="865811"/>
                  </a:lnTo>
                  <a:lnTo>
                    <a:pt x="300047" y="866389"/>
                  </a:lnTo>
                  <a:lnTo>
                    <a:pt x="298976" y="866967"/>
                  </a:lnTo>
                  <a:lnTo>
                    <a:pt x="297904" y="867545"/>
                  </a:lnTo>
                  <a:lnTo>
                    <a:pt x="296832" y="868124"/>
                  </a:lnTo>
                  <a:lnTo>
                    <a:pt x="295761" y="868702"/>
                  </a:lnTo>
                  <a:lnTo>
                    <a:pt x="294689" y="869280"/>
                  </a:lnTo>
                  <a:lnTo>
                    <a:pt x="293618" y="869858"/>
                  </a:lnTo>
                  <a:lnTo>
                    <a:pt x="292546" y="870436"/>
                  </a:lnTo>
                  <a:lnTo>
                    <a:pt x="291474" y="871014"/>
                  </a:lnTo>
                  <a:lnTo>
                    <a:pt x="290403" y="871592"/>
                  </a:lnTo>
                  <a:lnTo>
                    <a:pt x="289331" y="872170"/>
                  </a:lnTo>
                  <a:lnTo>
                    <a:pt x="288260" y="872748"/>
                  </a:lnTo>
                  <a:lnTo>
                    <a:pt x="287188" y="873326"/>
                  </a:lnTo>
                  <a:lnTo>
                    <a:pt x="286116" y="873904"/>
                  </a:lnTo>
                  <a:lnTo>
                    <a:pt x="285045" y="874482"/>
                  </a:lnTo>
                  <a:lnTo>
                    <a:pt x="283973" y="875060"/>
                  </a:lnTo>
                  <a:lnTo>
                    <a:pt x="282902" y="875637"/>
                  </a:lnTo>
                  <a:lnTo>
                    <a:pt x="281830" y="876215"/>
                  </a:lnTo>
                  <a:lnTo>
                    <a:pt x="280758" y="876792"/>
                  </a:lnTo>
                  <a:lnTo>
                    <a:pt x="279687" y="877370"/>
                  </a:lnTo>
                  <a:lnTo>
                    <a:pt x="278615" y="877947"/>
                  </a:lnTo>
                  <a:lnTo>
                    <a:pt x="277544" y="878525"/>
                  </a:lnTo>
                  <a:lnTo>
                    <a:pt x="276472" y="879102"/>
                  </a:lnTo>
                  <a:lnTo>
                    <a:pt x="275400" y="879679"/>
                  </a:lnTo>
                  <a:lnTo>
                    <a:pt x="274329" y="880256"/>
                  </a:lnTo>
                  <a:lnTo>
                    <a:pt x="273257" y="880833"/>
                  </a:lnTo>
                  <a:lnTo>
                    <a:pt x="272186" y="881409"/>
                  </a:lnTo>
                  <a:lnTo>
                    <a:pt x="271114" y="881986"/>
                  </a:lnTo>
                  <a:lnTo>
                    <a:pt x="270042" y="882563"/>
                  </a:lnTo>
                  <a:lnTo>
                    <a:pt x="268971" y="883139"/>
                  </a:lnTo>
                  <a:lnTo>
                    <a:pt x="267899" y="883715"/>
                  </a:lnTo>
                  <a:lnTo>
                    <a:pt x="266828" y="884291"/>
                  </a:lnTo>
                  <a:lnTo>
                    <a:pt x="265756" y="884867"/>
                  </a:lnTo>
                  <a:lnTo>
                    <a:pt x="264684" y="885443"/>
                  </a:lnTo>
                  <a:lnTo>
                    <a:pt x="263613" y="886019"/>
                  </a:lnTo>
                  <a:lnTo>
                    <a:pt x="262541" y="886594"/>
                  </a:lnTo>
                  <a:lnTo>
                    <a:pt x="261470" y="887169"/>
                  </a:lnTo>
                  <a:lnTo>
                    <a:pt x="260398" y="887745"/>
                  </a:lnTo>
                  <a:lnTo>
                    <a:pt x="259326" y="888320"/>
                  </a:lnTo>
                  <a:lnTo>
                    <a:pt x="258255" y="888894"/>
                  </a:lnTo>
                  <a:lnTo>
                    <a:pt x="257183" y="889469"/>
                  </a:lnTo>
                  <a:lnTo>
                    <a:pt x="256112" y="890044"/>
                  </a:lnTo>
                  <a:lnTo>
                    <a:pt x="255040" y="890618"/>
                  </a:lnTo>
                  <a:lnTo>
                    <a:pt x="253968" y="891192"/>
                  </a:lnTo>
                  <a:lnTo>
                    <a:pt x="252897" y="891766"/>
                  </a:lnTo>
                  <a:lnTo>
                    <a:pt x="251825" y="892340"/>
                  </a:lnTo>
                  <a:lnTo>
                    <a:pt x="250754" y="892913"/>
                  </a:lnTo>
                  <a:lnTo>
                    <a:pt x="249682" y="893486"/>
                  </a:lnTo>
                  <a:lnTo>
                    <a:pt x="248610" y="894060"/>
                  </a:lnTo>
                  <a:lnTo>
                    <a:pt x="247539" y="894632"/>
                  </a:lnTo>
                  <a:lnTo>
                    <a:pt x="246467" y="895205"/>
                  </a:lnTo>
                  <a:lnTo>
                    <a:pt x="245396" y="895778"/>
                  </a:lnTo>
                  <a:lnTo>
                    <a:pt x="244324" y="896350"/>
                  </a:lnTo>
                  <a:lnTo>
                    <a:pt x="243252" y="896922"/>
                  </a:lnTo>
                  <a:lnTo>
                    <a:pt x="242181" y="897494"/>
                  </a:lnTo>
                  <a:lnTo>
                    <a:pt x="241109" y="898065"/>
                  </a:lnTo>
                  <a:lnTo>
                    <a:pt x="240038" y="898637"/>
                  </a:lnTo>
                  <a:lnTo>
                    <a:pt x="238966" y="899208"/>
                  </a:lnTo>
                  <a:lnTo>
                    <a:pt x="237894" y="899778"/>
                  </a:lnTo>
                  <a:lnTo>
                    <a:pt x="236823" y="900349"/>
                  </a:lnTo>
                  <a:lnTo>
                    <a:pt x="235751" y="900919"/>
                  </a:lnTo>
                  <a:lnTo>
                    <a:pt x="234680" y="901490"/>
                  </a:lnTo>
                  <a:lnTo>
                    <a:pt x="233608" y="902059"/>
                  </a:lnTo>
                  <a:lnTo>
                    <a:pt x="232536" y="902629"/>
                  </a:lnTo>
                  <a:lnTo>
                    <a:pt x="231465" y="903198"/>
                  </a:lnTo>
                  <a:lnTo>
                    <a:pt x="230393" y="903767"/>
                  </a:lnTo>
                  <a:lnTo>
                    <a:pt x="229322" y="904336"/>
                  </a:lnTo>
                  <a:lnTo>
                    <a:pt x="228250" y="904905"/>
                  </a:lnTo>
                  <a:lnTo>
                    <a:pt x="227178" y="905473"/>
                  </a:lnTo>
                  <a:lnTo>
                    <a:pt x="226107" y="906041"/>
                  </a:lnTo>
                  <a:lnTo>
                    <a:pt x="225035" y="906609"/>
                  </a:lnTo>
                  <a:lnTo>
                    <a:pt x="223964" y="907176"/>
                  </a:lnTo>
                  <a:lnTo>
                    <a:pt x="222892" y="907743"/>
                  </a:lnTo>
                  <a:lnTo>
                    <a:pt x="221820" y="908310"/>
                  </a:lnTo>
                  <a:lnTo>
                    <a:pt x="220749" y="908876"/>
                  </a:lnTo>
                  <a:lnTo>
                    <a:pt x="219677" y="909443"/>
                  </a:lnTo>
                  <a:lnTo>
                    <a:pt x="218606" y="910009"/>
                  </a:lnTo>
                  <a:lnTo>
                    <a:pt x="217534" y="910574"/>
                  </a:lnTo>
                  <a:lnTo>
                    <a:pt x="216462" y="911140"/>
                  </a:lnTo>
                  <a:lnTo>
                    <a:pt x="215391" y="911705"/>
                  </a:lnTo>
                  <a:lnTo>
                    <a:pt x="214319" y="912269"/>
                  </a:lnTo>
                  <a:lnTo>
                    <a:pt x="213248" y="912834"/>
                  </a:lnTo>
                  <a:lnTo>
                    <a:pt x="212176" y="913398"/>
                  </a:lnTo>
                  <a:lnTo>
                    <a:pt x="211104" y="913962"/>
                  </a:lnTo>
                  <a:lnTo>
                    <a:pt x="210033" y="914525"/>
                  </a:lnTo>
                  <a:lnTo>
                    <a:pt x="208961" y="915088"/>
                  </a:lnTo>
                  <a:lnTo>
                    <a:pt x="207890" y="915651"/>
                  </a:lnTo>
                  <a:lnTo>
                    <a:pt x="206818" y="916214"/>
                  </a:lnTo>
                  <a:lnTo>
                    <a:pt x="205746" y="916776"/>
                  </a:lnTo>
                  <a:lnTo>
                    <a:pt x="204675" y="917338"/>
                  </a:lnTo>
                  <a:lnTo>
                    <a:pt x="203603" y="917899"/>
                  </a:lnTo>
                  <a:lnTo>
                    <a:pt x="202532" y="918460"/>
                  </a:lnTo>
                  <a:lnTo>
                    <a:pt x="201460" y="919021"/>
                  </a:lnTo>
                  <a:lnTo>
                    <a:pt x="200388" y="919582"/>
                  </a:lnTo>
                  <a:lnTo>
                    <a:pt x="199317" y="920142"/>
                  </a:lnTo>
                  <a:lnTo>
                    <a:pt x="198245" y="920702"/>
                  </a:lnTo>
                  <a:lnTo>
                    <a:pt x="197174" y="921261"/>
                  </a:lnTo>
                  <a:lnTo>
                    <a:pt x="196102" y="921820"/>
                  </a:lnTo>
                  <a:lnTo>
                    <a:pt x="195030" y="922379"/>
                  </a:lnTo>
                  <a:lnTo>
                    <a:pt x="193959" y="922937"/>
                  </a:lnTo>
                  <a:lnTo>
                    <a:pt x="192887" y="923496"/>
                  </a:lnTo>
                  <a:lnTo>
                    <a:pt x="191816" y="924053"/>
                  </a:lnTo>
                  <a:lnTo>
                    <a:pt x="190744" y="924611"/>
                  </a:lnTo>
                  <a:lnTo>
                    <a:pt x="189672" y="925167"/>
                  </a:lnTo>
                  <a:lnTo>
                    <a:pt x="188601" y="925724"/>
                  </a:lnTo>
                  <a:lnTo>
                    <a:pt x="187529" y="926280"/>
                  </a:lnTo>
                  <a:lnTo>
                    <a:pt x="186458" y="926836"/>
                  </a:lnTo>
                  <a:lnTo>
                    <a:pt x="185386" y="927392"/>
                  </a:lnTo>
                  <a:lnTo>
                    <a:pt x="184314" y="927947"/>
                  </a:lnTo>
                  <a:lnTo>
                    <a:pt x="183243" y="928501"/>
                  </a:lnTo>
                  <a:lnTo>
                    <a:pt x="182171" y="929056"/>
                  </a:lnTo>
                  <a:lnTo>
                    <a:pt x="181100" y="929610"/>
                  </a:lnTo>
                  <a:lnTo>
                    <a:pt x="180028" y="930163"/>
                  </a:lnTo>
                  <a:lnTo>
                    <a:pt x="178956" y="930717"/>
                  </a:lnTo>
                  <a:lnTo>
                    <a:pt x="177885" y="931269"/>
                  </a:lnTo>
                  <a:lnTo>
                    <a:pt x="176813" y="931822"/>
                  </a:lnTo>
                  <a:lnTo>
                    <a:pt x="175742" y="932374"/>
                  </a:lnTo>
                  <a:lnTo>
                    <a:pt x="174670" y="932926"/>
                  </a:lnTo>
                  <a:lnTo>
                    <a:pt x="173599" y="933477"/>
                  </a:lnTo>
                  <a:lnTo>
                    <a:pt x="172527" y="934028"/>
                  </a:lnTo>
                  <a:lnTo>
                    <a:pt x="171455" y="934578"/>
                  </a:lnTo>
                  <a:lnTo>
                    <a:pt x="170384" y="935128"/>
                  </a:lnTo>
                  <a:lnTo>
                    <a:pt x="169312" y="935678"/>
                  </a:lnTo>
                  <a:lnTo>
                    <a:pt x="168241" y="936227"/>
                  </a:lnTo>
                  <a:lnTo>
                    <a:pt x="167169" y="936776"/>
                  </a:lnTo>
                  <a:lnTo>
                    <a:pt x="166097" y="937324"/>
                  </a:lnTo>
                  <a:lnTo>
                    <a:pt x="165026" y="937872"/>
                  </a:lnTo>
                  <a:lnTo>
                    <a:pt x="163954" y="938420"/>
                  </a:lnTo>
                  <a:lnTo>
                    <a:pt x="162883" y="938967"/>
                  </a:lnTo>
                  <a:lnTo>
                    <a:pt x="161811" y="939514"/>
                  </a:lnTo>
                  <a:lnTo>
                    <a:pt x="160739" y="940061"/>
                  </a:lnTo>
                  <a:lnTo>
                    <a:pt x="159668" y="940607"/>
                  </a:lnTo>
                  <a:lnTo>
                    <a:pt x="158596" y="941152"/>
                  </a:lnTo>
                  <a:lnTo>
                    <a:pt x="157525" y="941697"/>
                  </a:lnTo>
                  <a:lnTo>
                    <a:pt x="156453" y="942242"/>
                  </a:lnTo>
                  <a:lnTo>
                    <a:pt x="155381" y="942786"/>
                  </a:lnTo>
                  <a:lnTo>
                    <a:pt x="154310" y="943330"/>
                  </a:lnTo>
                  <a:lnTo>
                    <a:pt x="153238" y="943874"/>
                  </a:lnTo>
                  <a:lnTo>
                    <a:pt x="152167" y="944417"/>
                  </a:lnTo>
                  <a:lnTo>
                    <a:pt x="151095" y="944959"/>
                  </a:lnTo>
                  <a:lnTo>
                    <a:pt x="150023" y="945501"/>
                  </a:lnTo>
                  <a:lnTo>
                    <a:pt x="148952" y="946043"/>
                  </a:lnTo>
                  <a:lnTo>
                    <a:pt x="147880" y="946585"/>
                  </a:lnTo>
                  <a:lnTo>
                    <a:pt x="146809" y="947125"/>
                  </a:lnTo>
                  <a:lnTo>
                    <a:pt x="145737" y="947666"/>
                  </a:lnTo>
                  <a:lnTo>
                    <a:pt x="144665" y="948206"/>
                  </a:lnTo>
                  <a:lnTo>
                    <a:pt x="143594" y="948745"/>
                  </a:lnTo>
                  <a:lnTo>
                    <a:pt x="142522" y="949285"/>
                  </a:lnTo>
                  <a:lnTo>
                    <a:pt x="141451" y="949823"/>
                  </a:lnTo>
                  <a:lnTo>
                    <a:pt x="140379" y="950362"/>
                  </a:lnTo>
                  <a:lnTo>
                    <a:pt x="139307" y="950899"/>
                  </a:lnTo>
                  <a:lnTo>
                    <a:pt x="138236" y="951437"/>
                  </a:lnTo>
                  <a:lnTo>
                    <a:pt x="137164" y="951974"/>
                  </a:lnTo>
                  <a:lnTo>
                    <a:pt x="136093" y="952510"/>
                  </a:lnTo>
                  <a:lnTo>
                    <a:pt x="135021" y="953046"/>
                  </a:lnTo>
                  <a:lnTo>
                    <a:pt x="133949" y="953582"/>
                  </a:lnTo>
                  <a:lnTo>
                    <a:pt x="132878" y="954117"/>
                  </a:lnTo>
                  <a:lnTo>
                    <a:pt x="131806" y="954652"/>
                  </a:lnTo>
                  <a:lnTo>
                    <a:pt x="130735" y="955186"/>
                  </a:lnTo>
                  <a:lnTo>
                    <a:pt x="129663" y="955720"/>
                  </a:lnTo>
                  <a:lnTo>
                    <a:pt x="128591" y="956253"/>
                  </a:lnTo>
                  <a:lnTo>
                    <a:pt x="127520" y="956786"/>
                  </a:lnTo>
                  <a:lnTo>
                    <a:pt x="126448" y="957318"/>
                  </a:lnTo>
                  <a:lnTo>
                    <a:pt x="125377" y="957850"/>
                  </a:lnTo>
                  <a:lnTo>
                    <a:pt x="124305" y="958382"/>
                  </a:lnTo>
                  <a:lnTo>
                    <a:pt x="123233" y="958913"/>
                  </a:lnTo>
                  <a:lnTo>
                    <a:pt x="122162" y="959443"/>
                  </a:lnTo>
                  <a:lnTo>
                    <a:pt x="121090" y="959973"/>
                  </a:lnTo>
                  <a:lnTo>
                    <a:pt x="120019" y="960503"/>
                  </a:lnTo>
                  <a:lnTo>
                    <a:pt x="118947" y="961032"/>
                  </a:lnTo>
                  <a:lnTo>
                    <a:pt x="117875" y="961561"/>
                  </a:lnTo>
                  <a:lnTo>
                    <a:pt x="116804" y="962089"/>
                  </a:lnTo>
                  <a:lnTo>
                    <a:pt x="115732" y="962617"/>
                  </a:lnTo>
                  <a:lnTo>
                    <a:pt x="114661" y="963144"/>
                  </a:lnTo>
                  <a:lnTo>
                    <a:pt x="113589" y="963671"/>
                  </a:lnTo>
                  <a:lnTo>
                    <a:pt x="112517" y="964198"/>
                  </a:lnTo>
                  <a:lnTo>
                    <a:pt x="111446" y="964724"/>
                  </a:lnTo>
                  <a:lnTo>
                    <a:pt x="110374" y="965249"/>
                  </a:lnTo>
                  <a:lnTo>
                    <a:pt x="109303" y="965774"/>
                  </a:lnTo>
                  <a:lnTo>
                    <a:pt x="108231" y="966299"/>
                  </a:lnTo>
                  <a:lnTo>
                    <a:pt x="107159" y="966823"/>
                  </a:lnTo>
                  <a:lnTo>
                    <a:pt x="106088" y="967346"/>
                  </a:lnTo>
                  <a:lnTo>
                    <a:pt x="105016" y="967869"/>
                  </a:lnTo>
                  <a:lnTo>
                    <a:pt x="103945" y="968392"/>
                  </a:lnTo>
                  <a:lnTo>
                    <a:pt x="102873" y="968914"/>
                  </a:lnTo>
                  <a:lnTo>
                    <a:pt x="101801" y="969436"/>
                  </a:lnTo>
                  <a:lnTo>
                    <a:pt x="100730" y="969957"/>
                  </a:lnTo>
                  <a:lnTo>
                    <a:pt x="99658" y="970478"/>
                  </a:lnTo>
                  <a:lnTo>
                    <a:pt x="98587" y="970998"/>
                  </a:lnTo>
                  <a:lnTo>
                    <a:pt x="97515" y="971517"/>
                  </a:lnTo>
                  <a:lnTo>
                    <a:pt x="96443" y="972037"/>
                  </a:lnTo>
                  <a:lnTo>
                    <a:pt x="95372" y="972556"/>
                  </a:lnTo>
                  <a:lnTo>
                    <a:pt x="94300" y="973074"/>
                  </a:lnTo>
                  <a:lnTo>
                    <a:pt x="93229" y="973592"/>
                  </a:lnTo>
                  <a:lnTo>
                    <a:pt x="92157" y="974109"/>
                  </a:lnTo>
                  <a:lnTo>
                    <a:pt x="91085" y="974626"/>
                  </a:lnTo>
                  <a:lnTo>
                    <a:pt x="90014" y="975142"/>
                  </a:lnTo>
                  <a:lnTo>
                    <a:pt x="88942" y="975658"/>
                  </a:lnTo>
                  <a:lnTo>
                    <a:pt x="87871" y="976173"/>
                  </a:lnTo>
                  <a:lnTo>
                    <a:pt x="86799" y="976688"/>
                  </a:lnTo>
                  <a:lnTo>
                    <a:pt x="85727" y="977203"/>
                  </a:lnTo>
                  <a:lnTo>
                    <a:pt x="84656" y="977717"/>
                  </a:lnTo>
                  <a:lnTo>
                    <a:pt x="83584" y="978230"/>
                  </a:lnTo>
                  <a:lnTo>
                    <a:pt x="82513" y="978743"/>
                  </a:lnTo>
                  <a:lnTo>
                    <a:pt x="81441" y="979255"/>
                  </a:lnTo>
                  <a:lnTo>
                    <a:pt x="80369" y="979767"/>
                  </a:lnTo>
                  <a:lnTo>
                    <a:pt x="79298" y="980279"/>
                  </a:lnTo>
                  <a:lnTo>
                    <a:pt x="78226" y="980790"/>
                  </a:lnTo>
                  <a:lnTo>
                    <a:pt x="77155" y="981300"/>
                  </a:lnTo>
                  <a:lnTo>
                    <a:pt x="76083" y="981810"/>
                  </a:lnTo>
                  <a:lnTo>
                    <a:pt x="75011" y="982320"/>
                  </a:lnTo>
                  <a:lnTo>
                    <a:pt x="73940" y="982829"/>
                  </a:lnTo>
                  <a:lnTo>
                    <a:pt x="72868" y="983337"/>
                  </a:lnTo>
                  <a:lnTo>
                    <a:pt x="71797" y="983845"/>
                  </a:lnTo>
                  <a:lnTo>
                    <a:pt x="70725" y="984353"/>
                  </a:lnTo>
                  <a:lnTo>
                    <a:pt x="69653" y="984860"/>
                  </a:lnTo>
                  <a:lnTo>
                    <a:pt x="68582" y="985366"/>
                  </a:lnTo>
                  <a:lnTo>
                    <a:pt x="67510" y="985872"/>
                  </a:lnTo>
                  <a:lnTo>
                    <a:pt x="66439" y="986378"/>
                  </a:lnTo>
                  <a:lnTo>
                    <a:pt x="65367" y="986883"/>
                  </a:lnTo>
                  <a:lnTo>
                    <a:pt x="64295" y="987387"/>
                  </a:lnTo>
                  <a:lnTo>
                    <a:pt x="63224" y="987891"/>
                  </a:lnTo>
                  <a:lnTo>
                    <a:pt x="62152" y="988395"/>
                  </a:lnTo>
                  <a:lnTo>
                    <a:pt x="61081" y="988898"/>
                  </a:lnTo>
                  <a:lnTo>
                    <a:pt x="60009" y="989400"/>
                  </a:lnTo>
                  <a:lnTo>
                    <a:pt x="58937" y="989902"/>
                  </a:lnTo>
                  <a:lnTo>
                    <a:pt x="57866" y="990404"/>
                  </a:lnTo>
                  <a:lnTo>
                    <a:pt x="56794" y="990905"/>
                  </a:lnTo>
                  <a:lnTo>
                    <a:pt x="55723" y="991405"/>
                  </a:lnTo>
                  <a:lnTo>
                    <a:pt x="54651" y="991905"/>
                  </a:lnTo>
                  <a:lnTo>
                    <a:pt x="53579" y="992405"/>
                  </a:lnTo>
                  <a:lnTo>
                    <a:pt x="52508" y="992904"/>
                  </a:lnTo>
                  <a:lnTo>
                    <a:pt x="51436" y="993402"/>
                  </a:lnTo>
                  <a:lnTo>
                    <a:pt x="50365" y="993900"/>
                  </a:lnTo>
                  <a:lnTo>
                    <a:pt x="49293" y="994398"/>
                  </a:lnTo>
                  <a:lnTo>
                    <a:pt x="48221" y="994894"/>
                  </a:lnTo>
                  <a:lnTo>
                    <a:pt x="47150" y="995391"/>
                  </a:lnTo>
                  <a:lnTo>
                    <a:pt x="46078" y="995887"/>
                  </a:lnTo>
                  <a:lnTo>
                    <a:pt x="45007" y="996382"/>
                  </a:lnTo>
                  <a:lnTo>
                    <a:pt x="43935" y="996877"/>
                  </a:lnTo>
                  <a:lnTo>
                    <a:pt x="42863" y="997372"/>
                  </a:lnTo>
                  <a:lnTo>
                    <a:pt x="41792" y="997866"/>
                  </a:lnTo>
                  <a:lnTo>
                    <a:pt x="40720" y="998359"/>
                  </a:lnTo>
                  <a:lnTo>
                    <a:pt x="39649" y="998852"/>
                  </a:lnTo>
                  <a:lnTo>
                    <a:pt x="38577" y="999344"/>
                  </a:lnTo>
                  <a:lnTo>
                    <a:pt x="37505" y="999836"/>
                  </a:lnTo>
                  <a:lnTo>
                    <a:pt x="36434" y="1000328"/>
                  </a:lnTo>
                  <a:lnTo>
                    <a:pt x="35362" y="1000819"/>
                  </a:lnTo>
                  <a:lnTo>
                    <a:pt x="34291" y="1001309"/>
                  </a:lnTo>
                  <a:lnTo>
                    <a:pt x="33219" y="1001799"/>
                  </a:lnTo>
                  <a:lnTo>
                    <a:pt x="32147" y="1002288"/>
                  </a:lnTo>
                  <a:lnTo>
                    <a:pt x="31076" y="1002777"/>
                  </a:lnTo>
                  <a:lnTo>
                    <a:pt x="30004" y="1003265"/>
                  </a:lnTo>
                  <a:lnTo>
                    <a:pt x="28933" y="1003753"/>
                  </a:lnTo>
                  <a:lnTo>
                    <a:pt x="27861" y="1004240"/>
                  </a:lnTo>
                  <a:lnTo>
                    <a:pt x="26789" y="1004727"/>
                  </a:lnTo>
                  <a:lnTo>
                    <a:pt x="25718" y="1005214"/>
                  </a:lnTo>
                  <a:lnTo>
                    <a:pt x="24646" y="1005699"/>
                  </a:lnTo>
                  <a:lnTo>
                    <a:pt x="23575" y="1006185"/>
                  </a:lnTo>
                  <a:lnTo>
                    <a:pt x="22503" y="1006669"/>
                  </a:lnTo>
                  <a:lnTo>
                    <a:pt x="21431" y="1007154"/>
                  </a:lnTo>
                  <a:lnTo>
                    <a:pt x="20360" y="1007637"/>
                  </a:lnTo>
                  <a:lnTo>
                    <a:pt x="19288" y="1008121"/>
                  </a:lnTo>
                  <a:lnTo>
                    <a:pt x="18217" y="1008603"/>
                  </a:lnTo>
                  <a:lnTo>
                    <a:pt x="17145" y="1009085"/>
                  </a:lnTo>
                  <a:lnTo>
                    <a:pt x="16073" y="1009567"/>
                  </a:lnTo>
                  <a:lnTo>
                    <a:pt x="15002" y="1010048"/>
                  </a:lnTo>
                  <a:lnTo>
                    <a:pt x="13930" y="1010529"/>
                  </a:lnTo>
                  <a:lnTo>
                    <a:pt x="12859" y="1011009"/>
                  </a:lnTo>
                  <a:lnTo>
                    <a:pt x="11787" y="1011489"/>
                  </a:lnTo>
                  <a:lnTo>
                    <a:pt x="10715" y="1011968"/>
                  </a:lnTo>
                  <a:lnTo>
                    <a:pt x="9644" y="1012446"/>
                  </a:lnTo>
                  <a:lnTo>
                    <a:pt x="8572" y="1012925"/>
                  </a:lnTo>
                  <a:lnTo>
                    <a:pt x="7501" y="1013402"/>
                  </a:lnTo>
                  <a:lnTo>
                    <a:pt x="6429" y="1013879"/>
                  </a:lnTo>
                  <a:lnTo>
                    <a:pt x="5357" y="1014356"/>
                  </a:lnTo>
                  <a:lnTo>
                    <a:pt x="4286" y="1014832"/>
                  </a:lnTo>
                  <a:lnTo>
                    <a:pt x="3214" y="1015307"/>
                  </a:lnTo>
                  <a:lnTo>
                    <a:pt x="2143" y="1015782"/>
                  </a:lnTo>
                  <a:lnTo>
                    <a:pt x="1071" y="1016257"/>
                  </a:lnTo>
                  <a:lnTo>
                    <a:pt x="0" y="1016731"/>
                  </a:lnTo>
                  <a:lnTo>
                    <a:pt x="0" y="101673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5034264" y="4414426"/>
              <a:ext cx="3856684" cy="1139704"/>
            </a:xfrm>
            <a:custGeom>
              <a:avLst/>
              <a:gdLst/>
              <a:ahLst/>
              <a:cxnLst/>
              <a:rect l="0" t="0" r="0" b="0"/>
              <a:pathLst>
                <a:path w="3856684" h="1139704">
                  <a:moveTo>
                    <a:pt x="0" y="1139704"/>
                  </a:moveTo>
                  <a:lnTo>
                    <a:pt x="1071" y="1139465"/>
                  </a:lnTo>
                  <a:lnTo>
                    <a:pt x="2143" y="1139226"/>
                  </a:lnTo>
                  <a:lnTo>
                    <a:pt x="3214" y="1138988"/>
                  </a:lnTo>
                  <a:lnTo>
                    <a:pt x="4286" y="1138749"/>
                  </a:lnTo>
                  <a:lnTo>
                    <a:pt x="5357" y="1138510"/>
                  </a:lnTo>
                  <a:lnTo>
                    <a:pt x="6429" y="1138271"/>
                  </a:lnTo>
                  <a:lnTo>
                    <a:pt x="7501" y="1138032"/>
                  </a:lnTo>
                  <a:lnTo>
                    <a:pt x="8572" y="1137792"/>
                  </a:lnTo>
                  <a:lnTo>
                    <a:pt x="9644" y="1137553"/>
                  </a:lnTo>
                  <a:lnTo>
                    <a:pt x="10715" y="1137314"/>
                  </a:lnTo>
                  <a:lnTo>
                    <a:pt x="11787" y="1137074"/>
                  </a:lnTo>
                  <a:lnTo>
                    <a:pt x="12859" y="1136834"/>
                  </a:lnTo>
                  <a:lnTo>
                    <a:pt x="13930" y="1136595"/>
                  </a:lnTo>
                  <a:lnTo>
                    <a:pt x="15002" y="1136355"/>
                  </a:lnTo>
                  <a:lnTo>
                    <a:pt x="16073" y="1136115"/>
                  </a:lnTo>
                  <a:lnTo>
                    <a:pt x="17145" y="1135875"/>
                  </a:lnTo>
                  <a:lnTo>
                    <a:pt x="18217" y="1135635"/>
                  </a:lnTo>
                  <a:lnTo>
                    <a:pt x="19288" y="1135395"/>
                  </a:lnTo>
                  <a:lnTo>
                    <a:pt x="20360" y="1135155"/>
                  </a:lnTo>
                  <a:lnTo>
                    <a:pt x="21431" y="1134915"/>
                  </a:lnTo>
                  <a:lnTo>
                    <a:pt x="22503" y="1134674"/>
                  </a:lnTo>
                  <a:lnTo>
                    <a:pt x="23575" y="1134434"/>
                  </a:lnTo>
                  <a:lnTo>
                    <a:pt x="24646" y="1134193"/>
                  </a:lnTo>
                  <a:lnTo>
                    <a:pt x="25718" y="1133953"/>
                  </a:lnTo>
                  <a:lnTo>
                    <a:pt x="26789" y="1133712"/>
                  </a:lnTo>
                  <a:lnTo>
                    <a:pt x="27861" y="1133471"/>
                  </a:lnTo>
                  <a:lnTo>
                    <a:pt x="28933" y="1133230"/>
                  </a:lnTo>
                  <a:lnTo>
                    <a:pt x="30004" y="1132990"/>
                  </a:lnTo>
                  <a:lnTo>
                    <a:pt x="31076" y="1132749"/>
                  </a:lnTo>
                  <a:lnTo>
                    <a:pt x="32147" y="1132507"/>
                  </a:lnTo>
                  <a:lnTo>
                    <a:pt x="33219" y="1132266"/>
                  </a:lnTo>
                  <a:lnTo>
                    <a:pt x="34291" y="1132025"/>
                  </a:lnTo>
                  <a:lnTo>
                    <a:pt x="35362" y="1131784"/>
                  </a:lnTo>
                  <a:lnTo>
                    <a:pt x="36434" y="1131542"/>
                  </a:lnTo>
                  <a:lnTo>
                    <a:pt x="37505" y="1131301"/>
                  </a:lnTo>
                  <a:lnTo>
                    <a:pt x="38577" y="1131059"/>
                  </a:lnTo>
                  <a:lnTo>
                    <a:pt x="39649" y="1130817"/>
                  </a:lnTo>
                  <a:lnTo>
                    <a:pt x="40720" y="1130575"/>
                  </a:lnTo>
                  <a:lnTo>
                    <a:pt x="41792" y="1130333"/>
                  </a:lnTo>
                  <a:lnTo>
                    <a:pt x="42863" y="1130092"/>
                  </a:lnTo>
                  <a:lnTo>
                    <a:pt x="43935" y="1129849"/>
                  </a:lnTo>
                  <a:lnTo>
                    <a:pt x="45007" y="1129607"/>
                  </a:lnTo>
                  <a:lnTo>
                    <a:pt x="46078" y="1129365"/>
                  </a:lnTo>
                  <a:lnTo>
                    <a:pt x="47150" y="1129123"/>
                  </a:lnTo>
                  <a:lnTo>
                    <a:pt x="48221" y="1128880"/>
                  </a:lnTo>
                  <a:lnTo>
                    <a:pt x="49293" y="1128638"/>
                  </a:lnTo>
                  <a:lnTo>
                    <a:pt x="50365" y="1128395"/>
                  </a:lnTo>
                  <a:lnTo>
                    <a:pt x="51436" y="1128153"/>
                  </a:lnTo>
                  <a:lnTo>
                    <a:pt x="52508" y="1127910"/>
                  </a:lnTo>
                  <a:lnTo>
                    <a:pt x="53579" y="1127667"/>
                  </a:lnTo>
                  <a:lnTo>
                    <a:pt x="54651" y="1127424"/>
                  </a:lnTo>
                  <a:lnTo>
                    <a:pt x="55723" y="1127181"/>
                  </a:lnTo>
                  <a:lnTo>
                    <a:pt x="56794" y="1126938"/>
                  </a:lnTo>
                  <a:lnTo>
                    <a:pt x="57866" y="1126695"/>
                  </a:lnTo>
                  <a:lnTo>
                    <a:pt x="58937" y="1126452"/>
                  </a:lnTo>
                  <a:lnTo>
                    <a:pt x="60009" y="1126208"/>
                  </a:lnTo>
                  <a:lnTo>
                    <a:pt x="61081" y="1125965"/>
                  </a:lnTo>
                  <a:lnTo>
                    <a:pt x="62152" y="1125721"/>
                  </a:lnTo>
                  <a:lnTo>
                    <a:pt x="63224" y="1125478"/>
                  </a:lnTo>
                  <a:lnTo>
                    <a:pt x="64295" y="1125234"/>
                  </a:lnTo>
                  <a:lnTo>
                    <a:pt x="65367" y="1124990"/>
                  </a:lnTo>
                  <a:lnTo>
                    <a:pt x="66439" y="1124746"/>
                  </a:lnTo>
                  <a:lnTo>
                    <a:pt x="67510" y="1124502"/>
                  </a:lnTo>
                  <a:lnTo>
                    <a:pt x="68582" y="1124258"/>
                  </a:lnTo>
                  <a:lnTo>
                    <a:pt x="69653" y="1124014"/>
                  </a:lnTo>
                  <a:lnTo>
                    <a:pt x="70725" y="1123770"/>
                  </a:lnTo>
                  <a:lnTo>
                    <a:pt x="71797" y="1123526"/>
                  </a:lnTo>
                  <a:lnTo>
                    <a:pt x="72868" y="1123281"/>
                  </a:lnTo>
                  <a:lnTo>
                    <a:pt x="73940" y="1123037"/>
                  </a:lnTo>
                  <a:lnTo>
                    <a:pt x="75011" y="1122792"/>
                  </a:lnTo>
                  <a:lnTo>
                    <a:pt x="76083" y="1122548"/>
                  </a:lnTo>
                  <a:lnTo>
                    <a:pt x="77155" y="1122303"/>
                  </a:lnTo>
                  <a:lnTo>
                    <a:pt x="78226" y="1122058"/>
                  </a:lnTo>
                  <a:lnTo>
                    <a:pt x="79298" y="1121813"/>
                  </a:lnTo>
                  <a:lnTo>
                    <a:pt x="80369" y="1121568"/>
                  </a:lnTo>
                  <a:lnTo>
                    <a:pt x="81441" y="1121323"/>
                  </a:lnTo>
                  <a:lnTo>
                    <a:pt x="82513" y="1121078"/>
                  </a:lnTo>
                  <a:lnTo>
                    <a:pt x="83584" y="1120833"/>
                  </a:lnTo>
                  <a:lnTo>
                    <a:pt x="84656" y="1120587"/>
                  </a:lnTo>
                  <a:lnTo>
                    <a:pt x="85727" y="1120342"/>
                  </a:lnTo>
                  <a:lnTo>
                    <a:pt x="86799" y="1120096"/>
                  </a:lnTo>
                  <a:lnTo>
                    <a:pt x="87871" y="1119851"/>
                  </a:lnTo>
                  <a:lnTo>
                    <a:pt x="88942" y="1119605"/>
                  </a:lnTo>
                  <a:lnTo>
                    <a:pt x="90014" y="1119359"/>
                  </a:lnTo>
                  <a:lnTo>
                    <a:pt x="91085" y="1119113"/>
                  </a:lnTo>
                  <a:lnTo>
                    <a:pt x="92157" y="1118867"/>
                  </a:lnTo>
                  <a:lnTo>
                    <a:pt x="93229" y="1118621"/>
                  </a:lnTo>
                  <a:lnTo>
                    <a:pt x="94300" y="1118375"/>
                  </a:lnTo>
                  <a:lnTo>
                    <a:pt x="95372" y="1118129"/>
                  </a:lnTo>
                  <a:lnTo>
                    <a:pt x="96443" y="1117883"/>
                  </a:lnTo>
                  <a:lnTo>
                    <a:pt x="97515" y="1117636"/>
                  </a:lnTo>
                  <a:lnTo>
                    <a:pt x="98587" y="1117390"/>
                  </a:lnTo>
                  <a:lnTo>
                    <a:pt x="99658" y="1117143"/>
                  </a:lnTo>
                  <a:lnTo>
                    <a:pt x="100730" y="1116897"/>
                  </a:lnTo>
                  <a:lnTo>
                    <a:pt x="101801" y="1116650"/>
                  </a:lnTo>
                  <a:lnTo>
                    <a:pt x="102873" y="1116403"/>
                  </a:lnTo>
                  <a:lnTo>
                    <a:pt x="103945" y="1116156"/>
                  </a:lnTo>
                  <a:lnTo>
                    <a:pt x="105016" y="1115909"/>
                  </a:lnTo>
                  <a:lnTo>
                    <a:pt x="106088" y="1115662"/>
                  </a:lnTo>
                  <a:lnTo>
                    <a:pt x="107159" y="1115415"/>
                  </a:lnTo>
                  <a:lnTo>
                    <a:pt x="108231" y="1115168"/>
                  </a:lnTo>
                  <a:lnTo>
                    <a:pt x="109303" y="1114920"/>
                  </a:lnTo>
                  <a:lnTo>
                    <a:pt x="110374" y="1114673"/>
                  </a:lnTo>
                  <a:lnTo>
                    <a:pt x="111446" y="1114425"/>
                  </a:lnTo>
                  <a:lnTo>
                    <a:pt x="112517" y="1114178"/>
                  </a:lnTo>
                  <a:lnTo>
                    <a:pt x="113589" y="1113930"/>
                  </a:lnTo>
                  <a:lnTo>
                    <a:pt x="114661" y="1113682"/>
                  </a:lnTo>
                  <a:lnTo>
                    <a:pt x="115732" y="1113434"/>
                  </a:lnTo>
                  <a:lnTo>
                    <a:pt x="116804" y="1113186"/>
                  </a:lnTo>
                  <a:lnTo>
                    <a:pt x="117875" y="1112938"/>
                  </a:lnTo>
                  <a:lnTo>
                    <a:pt x="118947" y="1112690"/>
                  </a:lnTo>
                  <a:lnTo>
                    <a:pt x="120019" y="1112442"/>
                  </a:lnTo>
                  <a:lnTo>
                    <a:pt x="121090" y="1112193"/>
                  </a:lnTo>
                  <a:lnTo>
                    <a:pt x="122162" y="1111945"/>
                  </a:lnTo>
                  <a:lnTo>
                    <a:pt x="123233" y="1111697"/>
                  </a:lnTo>
                  <a:lnTo>
                    <a:pt x="124305" y="1111448"/>
                  </a:lnTo>
                  <a:lnTo>
                    <a:pt x="125377" y="1111199"/>
                  </a:lnTo>
                  <a:lnTo>
                    <a:pt x="126448" y="1110951"/>
                  </a:lnTo>
                  <a:lnTo>
                    <a:pt x="127520" y="1110702"/>
                  </a:lnTo>
                  <a:lnTo>
                    <a:pt x="128591" y="1110453"/>
                  </a:lnTo>
                  <a:lnTo>
                    <a:pt x="129663" y="1110204"/>
                  </a:lnTo>
                  <a:lnTo>
                    <a:pt x="130735" y="1109955"/>
                  </a:lnTo>
                  <a:lnTo>
                    <a:pt x="131806" y="1109705"/>
                  </a:lnTo>
                  <a:lnTo>
                    <a:pt x="132878" y="1109456"/>
                  </a:lnTo>
                  <a:lnTo>
                    <a:pt x="133949" y="1109207"/>
                  </a:lnTo>
                  <a:lnTo>
                    <a:pt x="135021" y="1108957"/>
                  </a:lnTo>
                  <a:lnTo>
                    <a:pt x="136093" y="1108708"/>
                  </a:lnTo>
                  <a:lnTo>
                    <a:pt x="137164" y="1108458"/>
                  </a:lnTo>
                  <a:lnTo>
                    <a:pt x="138236" y="1108208"/>
                  </a:lnTo>
                  <a:lnTo>
                    <a:pt x="139307" y="1107958"/>
                  </a:lnTo>
                  <a:lnTo>
                    <a:pt x="140379" y="1107709"/>
                  </a:lnTo>
                  <a:lnTo>
                    <a:pt x="141451" y="1107459"/>
                  </a:lnTo>
                  <a:lnTo>
                    <a:pt x="142522" y="1107208"/>
                  </a:lnTo>
                  <a:lnTo>
                    <a:pt x="143594" y="1106958"/>
                  </a:lnTo>
                  <a:lnTo>
                    <a:pt x="144665" y="1106708"/>
                  </a:lnTo>
                  <a:lnTo>
                    <a:pt x="145737" y="1106458"/>
                  </a:lnTo>
                  <a:lnTo>
                    <a:pt x="146809" y="1106207"/>
                  </a:lnTo>
                  <a:lnTo>
                    <a:pt x="147880" y="1105957"/>
                  </a:lnTo>
                  <a:lnTo>
                    <a:pt x="148952" y="1105706"/>
                  </a:lnTo>
                  <a:lnTo>
                    <a:pt x="150023" y="1105455"/>
                  </a:lnTo>
                  <a:lnTo>
                    <a:pt x="151095" y="1105205"/>
                  </a:lnTo>
                  <a:lnTo>
                    <a:pt x="152167" y="1104954"/>
                  </a:lnTo>
                  <a:lnTo>
                    <a:pt x="153238" y="1104703"/>
                  </a:lnTo>
                  <a:lnTo>
                    <a:pt x="154310" y="1104452"/>
                  </a:lnTo>
                  <a:lnTo>
                    <a:pt x="155381" y="1104200"/>
                  </a:lnTo>
                  <a:lnTo>
                    <a:pt x="156453" y="1103949"/>
                  </a:lnTo>
                  <a:lnTo>
                    <a:pt x="157525" y="1103698"/>
                  </a:lnTo>
                  <a:lnTo>
                    <a:pt x="158596" y="1103446"/>
                  </a:lnTo>
                  <a:lnTo>
                    <a:pt x="159668" y="1103195"/>
                  </a:lnTo>
                  <a:lnTo>
                    <a:pt x="160739" y="1102943"/>
                  </a:lnTo>
                  <a:lnTo>
                    <a:pt x="161811" y="1102692"/>
                  </a:lnTo>
                  <a:lnTo>
                    <a:pt x="162883" y="1102440"/>
                  </a:lnTo>
                  <a:lnTo>
                    <a:pt x="163954" y="1102188"/>
                  </a:lnTo>
                  <a:lnTo>
                    <a:pt x="165026" y="1101936"/>
                  </a:lnTo>
                  <a:lnTo>
                    <a:pt x="166097" y="1101684"/>
                  </a:lnTo>
                  <a:lnTo>
                    <a:pt x="167169" y="1101432"/>
                  </a:lnTo>
                  <a:lnTo>
                    <a:pt x="168241" y="1101180"/>
                  </a:lnTo>
                  <a:lnTo>
                    <a:pt x="169312" y="1100927"/>
                  </a:lnTo>
                  <a:lnTo>
                    <a:pt x="170384" y="1100675"/>
                  </a:lnTo>
                  <a:lnTo>
                    <a:pt x="171455" y="1100422"/>
                  </a:lnTo>
                  <a:lnTo>
                    <a:pt x="172527" y="1100170"/>
                  </a:lnTo>
                  <a:lnTo>
                    <a:pt x="173599" y="1099917"/>
                  </a:lnTo>
                  <a:lnTo>
                    <a:pt x="174670" y="1099664"/>
                  </a:lnTo>
                  <a:lnTo>
                    <a:pt x="175742" y="1099411"/>
                  </a:lnTo>
                  <a:lnTo>
                    <a:pt x="176813" y="1099158"/>
                  </a:lnTo>
                  <a:lnTo>
                    <a:pt x="177885" y="1098905"/>
                  </a:lnTo>
                  <a:lnTo>
                    <a:pt x="178956" y="1098652"/>
                  </a:lnTo>
                  <a:lnTo>
                    <a:pt x="180028" y="1098399"/>
                  </a:lnTo>
                  <a:lnTo>
                    <a:pt x="181100" y="1098146"/>
                  </a:lnTo>
                  <a:lnTo>
                    <a:pt x="182171" y="1097892"/>
                  </a:lnTo>
                  <a:lnTo>
                    <a:pt x="183243" y="1097639"/>
                  </a:lnTo>
                  <a:lnTo>
                    <a:pt x="184314" y="1097385"/>
                  </a:lnTo>
                  <a:lnTo>
                    <a:pt x="185386" y="1097132"/>
                  </a:lnTo>
                  <a:lnTo>
                    <a:pt x="186458" y="1096878"/>
                  </a:lnTo>
                  <a:lnTo>
                    <a:pt x="187529" y="1096624"/>
                  </a:lnTo>
                  <a:lnTo>
                    <a:pt x="188601" y="1096370"/>
                  </a:lnTo>
                  <a:lnTo>
                    <a:pt x="189672" y="1096116"/>
                  </a:lnTo>
                  <a:lnTo>
                    <a:pt x="190744" y="1095862"/>
                  </a:lnTo>
                  <a:lnTo>
                    <a:pt x="191816" y="1095608"/>
                  </a:lnTo>
                  <a:lnTo>
                    <a:pt x="192887" y="1095354"/>
                  </a:lnTo>
                  <a:lnTo>
                    <a:pt x="193959" y="1095099"/>
                  </a:lnTo>
                  <a:lnTo>
                    <a:pt x="195030" y="1094845"/>
                  </a:lnTo>
                  <a:lnTo>
                    <a:pt x="196102" y="1094590"/>
                  </a:lnTo>
                  <a:lnTo>
                    <a:pt x="197174" y="1094335"/>
                  </a:lnTo>
                  <a:lnTo>
                    <a:pt x="198245" y="1094081"/>
                  </a:lnTo>
                  <a:lnTo>
                    <a:pt x="199317" y="1093826"/>
                  </a:lnTo>
                  <a:lnTo>
                    <a:pt x="200388" y="1093571"/>
                  </a:lnTo>
                  <a:lnTo>
                    <a:pt x="201460" y="1093316"/>
                  </a:lnTo>
                  <a:lnTo>
                    <a:pt x="202532" y="1093061"/>
                  </a:lnTo>
                  <a:lnTo>
                    <a:pt x="203603" y="1092806"/>
                  </a:lnTo>
                  <a:lnTo>
                    <a:pt x="204675" y="1092550"/>
                  </a:lnTo>
                  <a:lnTo>
                    <a:pt x="205746" y="1092295"/>
                  </a:lnTo>
                  <a:lnTo>
                    <a:pt x="206818" y="1092039"/>
                  </a:lnTo>
                  <a:lnTo>
                    <a:pt x="207890" y="1091784"/>
                  </a:lnTo>
                  <a:lnTo>
                    <a:pt x="208961" y="1091528"/>
                  </a:lnTo>
                  <a:lnTo>
                    <a:pt x="210033" y="1091272"/>
                  </a:lnTo>
                  <a:lnTo>
                    <a:pt x="211104" y="1091017"/>
                  </a:lnTo>
                  <a:lnTo>
                    <a:pt x="212176" y="1090761"/>
                  </a:lnTo>
                  <a:lnTo>
                    <a:pt x="213248" y="1090505"/>
                  </a:lnTo>
                  <a:lnTo>
                    <a:pt x="214319" y="1090249"/>
                  </a:lnTo>
                  <a:lnTo>
                    <a:pt x="215391" y="1089992"/>
                  </a:lnTo>
                  <a:lnTo>
                    <a:pt x="216462" y="1089736"/>
                  </a:lnTo>
                  <a:lnTo>
                    <a:pt x="217534" y="1089480"/>
                  </a:lnTo>
                  <a:lnTo>
                    <a:pt x="218606" y="1089223"/>
                  </a:lnTo>
                  <a:lnTo>
                    <a:pt x="219677" y="1088967"/>
                  </a:lnTo>
                  <a:lnTo>
                    <a:pt x="220749" y="1088710"/>
                  </a:lnTo>
                  <a:lnTo>
                    <a:pt x="221820" y="1088453"/>
                  </a:lnTo>
                  <a:lnTo>
                    <a:pt x="222892" y="1088196"/>
                  </a:lnTo>
                  <a:lnTo>
                    <a:pt x="223964" y="1087940"/>
                  </a:lnTo>
                  <a:lnTo>
                    <a:pt x="225035" y="1087683"/>
                  </a:lnTo>
                  <a:lnTo>
                    <a:pt x="226107" y="1087425"/>
                  </a:lnTo>
                  <a:lnTo>
                    <a:pt x="227178" y="1087168"/>
                  </a:lnTo>
                  <a:lnTo>
                    <a:pt x="228250" y="1086911"/>
                  </a:lnTo>
                  <a:lnTo>
                    <a:pt x="229322" y="1086654"/>
                  </a:lnTo>
                  <a:lnTo>
                    <a:pt x="230393" y="1086396"/>
                  </a:lnTo>
                  <a:lnTo>
                    <a:pt x="231465" y="1086138"/>
                  </a:lnTo>
                  <a:lnTo>
                    <a:pt x="232536" y="1085881"/>
                  </a:lnTo>
                  <a:lnTo>
                    <a:pt x="233608" y="1085623"/>
                  </a:lnTo>
                  <a:lnTo>
                    <a:pt x="234680" y="1085365"/>
                  </a:lnTo>
                  <a:lnTo>
                    <a:pt x="235751" y="1085107"/>
                  </a:lnTo>
                  <a:lnTo>
                    <a:pt x="236823" y="1084849"/>
                  </a:lnTo>
                  <a:lnTo>
                    <a:pt x="237894" y="1084591"/>
                  </a:lnTo>
                  <a:lnTo>
                    <a:pt x="238966" y="1084333"/>
                  </a:lnTo>
                  <a:lnTo>
                    <a:pt x="240038" y="1084075"/>
                  </a:lnTo>
                  <a:lnTo>
                    <a:pt x="241109" y="1083816"/>
                  </a:lnTo>
                  <a:lnTo>
                    <a:pt x="242181" y="1083558"/>
                  </a:lnTo>
                  <a:lnTo>
                    <a:pt x="243252" y="1083299"/>
                  </a:lnTo>
                  <a:lnTo>
                    <a:pt x="244324" y="1083041"/>
                  </a:lnTo>
                  <a:lnTo>
                    <a:pt x="245396" y="1082782"/>
                  </a:lnTo>
                  <a:lnTo>
                    <a:pt x="246467" y="1082523"/>
                  </a:lnTo>
                  <a:lnTo>
                    <a:pt x="247539" y="1082264"/>
                  </a:lnTo>
                  <a:lnTo>
                    <a:pt x="248610" y="1082005"/>
                  </a:lnTo>
                  <a:lnTo>
                    <a:pt x="249682" y="1081746"/>
                  </a:lnTo>
                  <a:lnTo>
                    <a:pt x="250754" y="1081487"/>
                  </a:lnTo>
                  <a:lnTo>
                    <a:pt x="251825" y="1081227"/>
                  </a:lnTo>
                  <a:lnTo>
                    <a:pt x="252897" y="1080968"/>
                  </a:lnTo>
                  <a:lnTo>
                    <a:pt x="253968" y="1080708"/>
                  </a:lnTo>
                  <a:lnTo>
                    <a:pt x="255040" y="1080449"/>
                  </a:lnTo>
                  <a:lnTo>
                    <a:pt x="256112" y="1080189"/>
                  </a:lnTo>
                  <a:lnTo>
                    <a:pt x="257183" y="1079929"/>
                  </a:lnTo>
                  <a:lnTo>
                    <a:pt x="258255" y="1079670"/>
                  </a:lnTo>
                  <a:lnTo>
                    <a:pt x="259326" y="1079410"/>
                  </a:lnTo>
                  <a:lnTo>
                    <a:pt x="260398" y="1079150"/>
                  </a:lnTo>
                  <a:lnTo>
                    <a:pt x="261470" y="1078889"/>
                  </a:lnTo>
                  <a:lnTo>
                    <a:pt x="262541" y="1078629"/>
                  </a:lnTo>
                  <a:lnTo>
                    <a:pt x="263613" y="1078369"/>
                  </a:lnTo>
                  <a:lnTo>
                    <a:pt x="264684" y="1078108"/>
                  </a:lnTo>
                  <a:lnTo>
                    <a:pt x="265756" y="1077848"/>
                  </a:lnTo>
                  <a:lnTo>
                    <a:pt x="266828" y="1077587"/>
                  </a:lnTo>
                  <a:lnTo>
                    <a:pt x="267899" y="1077327"/>
                  </a:lnTo>
                  <a:lnTo>
                    <a:pt x="268971" y="1077066"/>
                  </a:lnTo>
                  <a:lnTo>
                    <a:pt x="270042" y="1076805"/>
                  </a:lnTo>
                  <a:lnTo>
                    <a:pt x="271114" y="1076544"/>
                  </a:lnTo>
                  <a:lnTo>
                    <a:pt x="272186" y="1076283"/>
                  </a:lnTo>
                  <a:lnTo>
                    <a:pt x="273257" y="1076022"/>
                  </a:lnTo>
                  <a:lnTo>
                    <a:pt x="274329" y="1075761"/>
                  </a:lnTo>
                  <a:lnTo>
                    <a:pt x="275400" y="1075499"/>
                  </a:lnTo>
                  <a:lnTo>
                    <a:pt x="276472" y="1075238"/>
                  </a:lnTo>
                  <a:lnTo>
                    <a:pt x="277544" y="1074976"/>
                  </a:lnTo>
                  <a:lnTo>
                    <a:pt x="278615" y="1074715"/>
                  </a:lnTo>
                  <a:lnTo>
                    <a:pt x="279687" y="1074453"/>
                  </a:lnTo>
                  <a:lnTo>
                    <a:pt x="280758" y="1074191"/>
                  </a:lnTo>
                  <a:lnTo>
                    <a:pt x="281830" y="1073929"/>
                  </a:lnTo>
                  <a:lnTo>
                    <a:pt x="282902" y="1073667"/>
                  </a:lnTo>
                  <a:lnTo>
                    <a:pt x="283973" y="1073405"/>
                  </a:lnTo>
                  <a:lnTo>
                    <a:pt x="285045" y="1073143"/>
                  </a:lnTo>
                  <a:lnTo>
                    <a:pt x="286116" y="1072881"/>
                  </a:lnTo>
                  <a:lnTo>
                    <a:pt x="287188" y="1072618"/>
                  </a:lnTo>
                  <a:lnTo>
                    <a:pt x="288260" y="1072356"/>
                  </a:lnTo>
                  <a:lnTo>
                    <a:pt x="289331" y="1072093"/>
                  </a:lnTo>
                  <a:lnTo>
                    <a:pt x="290403" y="1071831"/>
                  </a:lnTo>
                  <a:lnTo>
                    <a:pt x="291474" y="1071568"/>
                  </a:lnTo>
                  <a:lnTo>
                    <a:pt x="292546" y="1071305"/>
                  </a:lnTo>
                  <a:lnTo>
                    <a:pt x="293618" y="1071042"/>
                  </a:lnTo>
                  <a:lnTo>
                    <a:pt x="294689" y="1070779"/>
                  </a:lnTo>
                  <a:lnTo>
                    <a:pt x="295761" y="1070516"/>
                  </a:lnTo>
                  <a:lnTo>
                    <a:pt x="296832" y="1070252"/>
                  </a:lnTo>
                  <a:lnTo>
                    <a:pt x="297904" y="1069989"/>
                  </a:lnTo>
                  <a:lnTo>
                    <a:pt x="298976" y="1069725"/>
                  </a:lnTo>
                  <a:lnTo>
                    <a:pt x="300047" y="1069462"/>
                  </a:lnTo>
                  <a:lnTo>
                    <a:pt x="301119" y="1069198"/>
                  </a:lnTo>
                  <a:lnTo>
                    <a:pt x="302190" y="1068934"/>
                  </a:lnTo>
                  <a:lnTo>
                    <a:pt x="303262" y="1068670"/>
                  </a:lnTo>
                  <a:lnTo>
                    <a:pt x="304334" y="1068406"/>
                  </a:lnTo>
                  <a:lnTo>
                    <a:pt x="305405" y="1068142"/>
                  </a:lnTo>
                  <a:lnTo>
                    <a:pt x="306477" y="1067877"/>
                  </a:lnTo>
                  <a:lnTo>
                    <a:pt x="307548" y="1067613"/>
                  </a:lnTo>
                  <a:lnTo>
                    <a:pt x="308620" y="1067348"/>
                  </a:lnTo>
                  <a:lnTo>
                    <a:pt x="309692" y="1067083"/>
                  </a:lnTo>
                  <a:lnTo>
                    <a:pt x="310763" y="1066818"/>
                  </a:lnTo>
                  <a:lnTo>
                    <a:pt x="311835" y="1066553"/>
                  </a:lnTo>
                  <a:lnTo>
                    <a:pt x="312906" y="1066288"/>
                  </a:lnTo>
                  <a:lnTo>
                    <a:pt x="313978" y="1066023"/>
                  </a:lnTo>
                  <a:lnTo>
                    <a:pt x="315050" y="1065757"/>
                  </a:lnTo>
                  <a:lnTo>
                    <a:pt x="316121" y="1065492"/>
                  </a:lnTo>
                  <a:lnTo>
                    <a:pt x="317193" y="1065226"/>
                  </a:lnTo>
                  <a:lnTo>
                    <a:pt x="318264" y="1064960"/>
                  </a:lnTo>
                  <a:lnTo>
                    <a:pt x="319336" y="1064694"/>
                  </a:lnTo>
                  <a:lnTo>
                    <a:pt x="320408" y="1064428"/>
                  </a:lnTo>
                  <a:lnTo>
                    <a:pt x="321479" y="1064162"/>
                  </a:lnTo>
                  <a:lnTo>
                    <a:pt x="322551" y="1063895"/>
                  </a:lnTo>
                  <a:lnTo>
                    <a:pt x="323622" y="1063629"/>
                  </a:lnTo>
                  <a:lnTo>
                    <a:pt x="324694" y="1063362"/>
                  </a:lnTo>
                  <a:lnTo>
                    <a:pt x="325766" y="1063095"/>
                  </a:lnTo>
                  <a:lnTo>
                    <a:pt x="326837" y="1062828"/>
                  </a:lnTo>
                  <a:lnTo>
                    <a:pt x="327909" y="1062561"/>
                  </a:lnTo>
                  <a:lnTo>
                    <a:pt x="328980" y="1062293"/>
                  </a:lnTo>
                  <a:lnTo>
                    <a:pt x="330052" y="1062026"/>
                  </a:lnTo>
                  <a:lnTo>
                    <a:pt x="331124" y="1061758"/>
                  </a:lnTo>
                  <a:lnTo>
                    <a:pt x="332195" y="1061490"/>
                  </a:lnTo>
                  <a:lnTo>
                    <a:pt x="333267" y="1061222"/>
                  </a:lnTo>
                  <a:lnTo>
                    <a:pt x="334338" y="1060954"/>
                  </a:lnTo>
                  <a:lnTo>
                    <a:pt x="335410" y="1060686"/>
                  </a:lnTo>
                  <a:lnTo>
                    <a:pt x="336482" y="1060418"/>
                  </a:lnTo>
                  <a:lnTo>
                    <a:pt x="337553" y="1060149"/>
                  </a:lnTo>
                  <a:lnTo>
                    <a:pt x="338625" y="1059880"/>
                  </a:lnTo>
                  <a:lnTo>
                    <a:pt x="339696" y="1059611"/>
                  </a:lnTo>
                  <a:lnTo>
                    <a:pt x="340768" y="1059342"/>
                  </a:lnTo>
                  <a:lnTo>
                    <a:pt x="341840" y="1059073"/>
                  </a:lnTo>
                  <a:lnTo>
                    <a:pt x="342911" y="1058803"/>
                  </a:lnTo>
                  <a:lnTo>
                    <a:pt x="343983" y="1058533"/>
                  </a:lnTo>
                  <a:lnTo>
                    <a:pt x="345054" y="1058263"/>
                  </a:lnTo>
                  <a:lnTo>
                    <a:pt x="346126" y="1057993"/>
                  </a:lnTo>
                  <a:lnTo>
                    <a:pt x="347198" y="1057723"/>
                  </a:lnTo>
                  <a:lnTo>
                    <a:pt x="348269" y="1057453"/>
                  </a:lnTo>
                  <a:lnTo>
                    <a:pt x="349341" y="1057182"/>
                  </a:lnTo>
                  <a:lnTo>
                    <a:pt x="350412" y="1056911"/>
                  </a:lnTo>
                  <a:lnTo>
                    <a:pt x="351484" y="1056640"/>
                  </a:lnTo>
                  <a:lnTo>
                    <a:pt x="352556" y="1056369"/>
                  </a:lnTo>
                  <a:lnTo>
                    <a:pt x="353627" y="1056098"/>
                  </a:lnTo>
                  <a:lnTo>
                    <a:pt x="354699" y="1055826"/>
                  </a:lnTo>
                  <a:lnTo>
                    <a:pt x="355770" y="1055554"/>
                  </a:lnTo>
                  <a:lnTo>
                    <a:pt x="356842" y="1055283"/>
                  </a:lnTo>
                  <a:lnTo>
                    <a:pt x="357913" y="1055010"/>
                  </a:lnTo>
                  <a:lnTo>
                    <a:pt x="358985" y="1054738"/>
                  </a:lnTo>
                  <a:lnTo>
                    <a:pt x="360057" y="1054466"/>
                  </a:lnTo>
                  <a:lnTo>
                    <a:pt x="361128" y="1054193"/>
                  </a:lnTo>
                  <a:lnTo>
                    <a:pt x="362200" y="1053920"/>
                  </a:lnTo>
                  <a:lnTo>
                    <a:pt x="363271" y="1053647"/>
                  </a:lnTo>
                  <a:lnTo>
                    <a:pt x="364343" y="1053373"/>
                  </a:lnTo>
                  <a:lnTo>
                    <a:pt x="365415" y="1053100"/>
                  </a:lnTo>
                  <a:lnTo>
                    <a:pt x="366486" y="1052826"/>
                  </a:lnTo>
                  <a:lnTo>
                    <a:pt x="367558" y="1052552"/>
                  </a:lnTo>
                  <a:lnTo>
                    <a:pt x="368629" y="1052278"/>
                  </a:lnTo>
                  <a:lnTo>
                    <a:pt x="369701" y="1052003"/>
                  </a:lnTo>
                  <a:lnTo>
                    <a:pt x="370773" y="1051729"/>
                  </a:lnTo>
                  <a:lnTo>
                    <a:pt x="371844" y="1051454"/>
                  </a:lnTo>
                  <a:lnTo>
                    <a:pt x="372916" y="1051179"/>
                  </a:lnTo>
                  <a:lnTo>
                    <a:pt x="373987" y="1050904"/>
                  </a:lnTo>
                  <a:lnTo>
                    <a:pt x="375059" y="1050628"/>
                  </a:lnTo>
                  <a:lnTo>
                    <a:pt x="376131" y="1050352"/>
                  </a:lnTo>
                  <a:lnTo>
                    <a:pt x="377202" y="1050076"/>
                  </a:lnTo>
                  <a:lnTo>
                    <a:pt x="378274" y="1049800"/>
                  </a:lnTo>
                  <a:lnTo>
                    <a:pt x="379345" y="1049524"/>
                  </a:lnTo>
                  <a:lnTo>
                    <a:pt x="380417" y="1049247"/>
                  </a:lnTo>
                  <a:lnTo>
                    <a:pt x="381489" y="1048970"/>
                  </a:lnTo>
                  <a:lnTo>
                    <a:pt x="382560" y="1048693"/>
                  </a:lnTo>
                  <a:lnTo>
                    <a:pt x="383632" y="1048416"/>
                  </a:lnTo>
                  <a:lnTo>
                    <a:pt x="384703" y="1048138"/>
                  </a:lnTo>
                  <a:lnTo>
                    <a:pt x="385775" y="1047860"/>
                  </a:lnTo>
                  <a:lnTo>
                    <a:pt x="386847" y="1047582"/>
                  </a:lnTo>
                  <a:lnTo>
                    <a:pt x="387918" y="1047304"/>
                  </a:lnTo>
                  <a:lnTo>
                    <a:pt x="388990" y="1047025"/>
                  </a:lnTo>
                  <a:lnTo>
                    <a:pt x="390061" y="1046746"/>
                  </a:lnTo>
                  <a:lnTo>
                    <a:pt x="391133" y="1046467"/>
                  </a:lnTo>
                  <a:lnTo>
                    <a:pt x="392205" y="1046188"/>
                  </a:lnTo>
                  <a:lnTo>
                    <a:pt x="393276" y="1045909"/>
                  </a:lnTo>
                  <a:lnTo>
                    <a:pt x="394348" y="1045629"/>
                  </a:lnTo>
                  <a:lnTo>
                    <a:pt x="395419" y="1045349"/>
                  </a:lnTo>
                  <a:lnTo>
                    <a:pt x="396491" y="1045068"/>
                  </a:lnTo>
                  <a:lnTo>
                    <a:pt x="397563" y="1044788"/>
                  </a:lnTo>
                  <a:lnTo>
                    <a:pt x="398634" y="1044507"/>
                  </a:lnTo>
                  <a:lnTo>
                    <a:pt x="399706" y="1044226"/>
                  </a:lnTo>
                  <a:lnTo>
                    <a:pt x="400777" y="1043945"/>
                  </a:lnTo>
                  <a:lnTo>
                    <a:pt x="401849" y="1043663"/>
                  </a:lnTo>
                  <a:lnTo>
                    <a:pt x="402921" y="1043381"/>
                  </a:lnTo>
                  <a:lnTo>
                    <a:pt x="403992" y="1043099"/>
                  </a:lnTo>
                  <a:lnTo>
                    <a:pt x="405064" y="1042816"/>
                  </a:lnTo>
                  <a:lnTo>
                    <a:pt x="406135" y="1042534"/>
                  </a:lnTo>
                  <a:lnTo>
                    <a:pt x="407207" y="1042251"/>
                  </a:lnTo>
                  <a:lnTo>
                    <a:pt x="408279" y="1041968"/>
                  </a:lnTo>
                  <a:lnTo>
                    <a:pt x="409350" y="1041684"/>
                  </a:lnTo>
                  <a:lnTo>
                    <a:pt x="410422" y="1041400"/>
                  </a:lnTo>
                  <a:lnTo>
                    <a:pt x="411493" y="1041116"/>
                  </a:lnTo>
                  <a:lnTo>
                    <a:pt x="412565" y="1040832"/>
                  </a:lnTo>
                  <a:lnTo>
                    <a:pt x="413637" y="1040547"/>
                  </a:lnTo>
                  <a:lnTo>
                    <a:pt x="414708" y="1040262"/>
                  </a:lnTo>
                  <a:lnTo>
                    <a:pt x="415780" y="1039977"/>
                  </a:lnTo>
                  <a:lnTo>
                    <a:pt x="416851" y="1039692"/>
                  </a:lnTo>
                  <a:lnTo>
                    <a:pt x="417923" y="1039406"/>
                  </a:lnTo>
                  <a:lnTo>
                    <a:pt x="418995" y="1039120"/>
                  </a:lnTo>
                  <a:lnTo>
                    <a:pt x="420066" y="1038834"/>
                  </a:lnTo>
                  <a:lnTo>
                    <a:pt x="421138" y="1038547"/>
                  </a:lnTo>
                  <a:lnTo>
                    <a:pt x="422209" y="1038260"/>
                  </a:lnTo>
                  <a:lnTo>
                    <a:pt x="423281" y="1037973"/>
                  </a:lnTo>
                  <a:lnTo>
                    <a:pt x="424353" y="1037685"/>
                  </a:lnTo>
                  <a:lnTo>
                    <a:pt x="425424" y="1037397"/>
                  </a:lnTo>
                  <a:lnTo>
                    <a:pt x="426496" y="1037109"/>
                  </a:lnTo>
                  <a:lnTo>
                    <a:pt x="427567" y="1036821"/>
                  </a:lnTo>
                  <a:lnTo>
                    <a:pt x="428639" y="1036532"/>
                  </a:lnTo>
                  <a:lnTo>
                    <a:pt x="429711" y="1036243"/>
                  </a:lnTo>
                  <a:lnTo>
                    <a:pt x="430782" y="1035954"/>
                  </a:lnTo>
                  <a:lnTo>
                    <a:pt x="431854" y="1035664"/>
                  </a:lnTo>
                  <a:lnTo>
                    <a:pt x="432925" y="1035374"/>
                  </a:lnTo>
                  <a:lnTo>
                    <a:pt x="433997" y="1035084"/>
                  </a:lnTo>
                  <a:lnTo>
                    <a:pt x="435069" y="1034793"/>
                  </a:lnTo>
                  <a:lnTo>
                    <a:pt x="436140" y="1034502"/>
                  </a:lnTo>
                  <a:lnTo>
                    <a:pt x="437212" y="1034211"/>
                  </a:lnTo>
                  <a:lnTo>
                    <a:pt x="438283" y="1033919"/>
                  </a:lnTo>
                  <a:lnTo>
                    <a:pt x="439355" y="1033627"/>
                  </a:lnTo>
                  <a:lnTo>
                    <a:pt x="440427" y="1033335"/>
                  </a:lnTo>
                  <a:lnTo>
                    <a:pt x="441498" y="1033042"/>
                  </a:lnTo>
                  <a:lnTo>
                    <a:pt x="442570" y="1032750"/>
                  </a:lnTo>
                  <a:lnTo>
                    <a:pt x="443641" y="1032456"/>
                  </a:lnTo>
                  <a:lnTo>
                    <a:pt x="444713" y="1032163"/>
                  </a:lnTo>
                  <a:lnTo>
                    <a:pt x="445785" y="1031869"/>
                  </a:lnTo>
                  <a:lnTo>
                    <a:pt x="446856" y="1031575"/>
                  </a:lnTo>
                  <a:lnTo>
                    <a:pt x="447928" y="1031280"/>
                  </a:lnTo>
                  <a:lnTo>
                    <a:pt x="448999" y="1030985"/>
                  </a:lnTo>
                  <a:lnTo>
                    <a:pt x="450071" y="1030690"/>
                  </a:lnTo>
                  <a:lnTo>
                    <a:pt x="451143" y="1030394"/>
                  </a:lnTo>
                  <a:lnTo>
                    <a:pt x="452214" y="1030098"/>
                  </a:lnTo>
                  <a:lnTo>
                    <a:pt x="453286" y="1029802"/>
                  </a:lnTo>
                  <a:lnTo>
                    <a:pt x="454357" y="1029506"/>
                  </a:lnTo>
                  <a:lnTo>
                    <a:pt x="455429" y="1029209"/>
                  </a:lnTo>
                  <a:lnTo>
                    <a:pt x="456501" y="1028911"/>
                  </a:lnTo>
                  <a:lnTo>
                    <a:pt x="457572" y="1028614"/>
                  </a:lnTo>
                  <a:lnTo>
                    <a:pt x="458644" y="1028316"/>
                  </a:lnTo>
                  <a:lnTo>
                    <a:pt x="459715" y="1028017"/>
                  </a:lnTo>
                  <a:lnTo>
                    <a:pt x="460787" y="1027718"/>
                  </a:lnTo>
                  <a:lnTo>
                    <a:pt x="461859" y="1027419"/>
                  </a:lnTo>
                  <a:lnTo>
                    <a:pt x="462930" y="1027120"/>
                  </a:lnTo>
                  <a:lnTo>
                    <a:pt x="464002" y="1026820"/>
                  </a:lnTo>
                  <a:lnTo>
                    <a:pt x="465073" y="1026520"/>
                  </a:lnTo>
                  <a:lnTo>
                    <a:pt x="466145" y="1026219"/>
                  </a:lnTo>
                  <a:lnTo>
                    <a:pt x="467217" y="1025918"/>
                  </a:lnTo>
                  <a:lnTo>
                    <a:pt x="468288" y="1025617"/>
                  </a:lnTo>
                  <a:lnTo>
                    <a:pt x="469360" y="1025315"/>
                  </a:lnTo>
                  <a:lnTo>
                    <a:pt x="470431" y="1025013"/>
                  </a:lnTo>
                  <a:lnTo>
                    <a:pt x="471503" y="1024711"/>
                  </a:lnTo>
                  <a:lnTo>
                    <a:pt x="472575" y="1024408"/>
                  </a:lnTo>
                  <a:lnTo>
                    <a:pt x="473646" y="1024105"/>
                  </a:lnTo>
                  <a:lnTo>
                    <a:pt x="474718" y="1023801"/>
                  </a:lnTo>
                  <a:lnTo>
                    <a:pt x="475789" y="1023497"/>
                  </a:lnTo>
                  <a:lnTo>
                    <a:pt x="476861" y="1023193"/>
                  </a:lnTo>
                  <a:lnTo>
                    <a:pt x="477933" y="1022888"/>
                  </a:lnTo>
                  <a:lnTo>
                    <a:pt x="479004" y="1022583"/>
                  </a:lnTo>
                  <a:lnTo>
                    <a:pt x="480076" y="1022278"/>
                  </a:lnTo>
                  <a:lnTo>
                    <a:pt x="481147" y="1021972"/>
                  </a:lnTo>
                  <a:lnTo>
                    <a:pt x="482219" y="1021665"/>
                  </a:lnTo>
                  <a:lnTo>
                    <a:pt x="483291" y="1021359"/>
                  </a:lnTo>
                  <a:lnTo>
                    <a:pt x="484362" y="1021052"/>
                  </a:lnTo>
                  <a:lnTo>
                    <a:pt x="485434" y="1020744"/>
                  </a:lnTo>
                  <a:lnTo>
                    <a:pt x="486505" y="1020436"/>
                  </a:lnTo>
                  <a:lnTo>
                    <a:pt x="487577" y="1020128"/>
                  </a:lnTo>
                  <a:lnTo>
                    <a:pt x="488649" y="1019819"/>
                  </a:lnTo>
                  <a:lnTo>
                    <a:pt x="489720" y="1019510"/>
                  </a:lnTo>
                  <a:lnTo>
                    <a:pt x="490792" y="1019200"/>
                  </a:lnTo>
                  <a:lnTo>
                    <a:pt x="491863" y="1018891"/>
                  </a:lnTo>
                  <a:lnTo>
                    <a:pt x="492935" y="1018580"/>
                  </a:lnTo>
                  <a:lnTo>
                    <a:pt x="494007" y="1018269"/>
                  </a:lnTo>
                  <a:lnTo>
                    <a:pt x="495078" y="1017958"/>
                  </a:lnTo>
                  <a:lnTo>
                    <a:pt x="496150" y="1017647"/>
                  </a:lnTo>
                  <a:lnTo>
                    <a:pt x="497221" y="1017335"/>
                  </a:lnTo>
                  <a:lnTo>
                    <a:pt x="498293" y="1017022"/>
                  </a:lnTo>
                  <a:lnTo>
                    <a:pt x="499365" y="1016709"/>
                  </a:lnTo>
                  <a:lnTo>
                    <a:pt x="500436" y="1016396"/>
                  </a:lnTo>
                  <a:lnTo>
                    <a:pt x="501508" y="1016082"/>
                  </a:lnTo>
                  <a:lnTo>
                    <a:pt x="502579" y="1015768"/>
                  </a:lnTo>
                  <a:lnTo>
                    <a:pt x="503651" y="1015453"/>
                  </a:lnTo>
                  <a:lnTo>
                    <a:pt x="504723" y="1015138"/>
                  </a:lnTo>
                  <a:lnTo>
                    <a:pt x="505794" y="1014823"/>
                  </a:lnTo>
                  <a:lnTo>
                    <a:pt x="506866" y="1014507"/>
                  </a:lnTo>
                  <a:lnTo>
                    <a:pt x="507937" y="1014191"/>
                  </a:lnTo>
                  <a:lnTo>
                    <a:pt x="509009" y="1013874"/>
                  </a:lnTo>
                  <a:lnTo>
                    <a:pt x="510081" y="1013557"/>
                  </a:lnTo>
                  <a:lnTo>
                    <a:pt x="511152" y="1013239"/>
                  </a:lnTo>
                  <a:lnTo>
                    <a:pt x="512224" y="1012921"/>
                  </a:lnTo>
                  <a:lnTo>
                    <a:pt x="513295" y="1012602"/>
                  </a:lnTo>
                  <a:lnTo>
                    <a:pt x="514367" y="1012283"/>
                  </a:lnTo>
                  <a:lnTo>
                    <a:pt x="515439" y="1011964"/>
                  </a:lnTo>
                  <a:lnTo>
                    <a:pt x="516510" y="1011644"/>
                  </a:lnTo>
                  <a:lnTo>
                    <a:pt x="517582" y="1011323"/>
                  </a:lnTo>
                  <a:lnTo>
                    <a:pt x="518653" y="1011002"/>
                  </a:lnTo>
                  <a:lnTo>
                    <a:pt x="519725" y="1010681"/>
                  </a:lnTo>
                  <a:lnTo>
                    <a:pt x="520797" y="1010359"/>
                  </a:lnTo>
                  <a:lnTo>
                    <a:pt x="521868" y="1010037"/>
                  </a:lnTo>
                  <a:lnTo>
                    <a:pt x="522940" y="1009714"/>
                  </a:lnTo>
                  <a:lnTo>
                    <a:pt x="524011" y="1009391"/>
                  </a:lnTo>
                  <a:lnTo>
                    <a:pt x="525083" y="1009067"/>
                  </a:lnTo>
                  <a:lnTo>
                    <a:pt x="526155" y="1008743"/>
                  </a:lnTo>
                  <a:lnTo>
                    <a:pt x="527226" y="1008419"/>
                  </a:lnTo>
                  <a:lnTo>
                    <a:pt x="528298" y="1008093"/>
                  </a:lnTo>
                  <a:lnTo>
                    <a:pt x="529369" y="1007768"/>
                  </a:lnTo>
                  <a:lnTo>
                    <a:pt x="530441" y="1007442"/>
                  </a:lnTo>
                  <a:lnTo>
                    <a:pt x="531513" y="1007115"/>
                  </a:lnTo>
                  <a:lnTo>
                    <a:pt x="532584" y="1006788"/>
                  </a:lnTo>
                  <a:lnTo>
                    <a:pt x="533656" y="1006461"/>
                  </a:lnTo>
                  <a:lnTo>
                    <a:pt x="534727" y="1006133"/>
                  </a:lnTo>
                  <a:lnTo>
                    <a:pt x="535799" y="1005804"/>
                  </a:lnTo>
                  <a:lnTo>
                    <a:pt x="536870" y="1005475"/>
                  </a:lnTo>
                  <a:lnTo>
                    <a:pt x="537942" y="1005146"/>
                  </a:lnTo>
                  <a:lnTo>
                    <a:pt x="539014" y="1004816"/>
                  </a:lnTo>
                  <a:lnTo>
                    <a:pt x="540085" y="1004485"/>
                  </a:lnTo>
                  <a:lnTo>
                    <a:pt x="541157" y="1004154"/>
                  </a:lnTo>
                  <a:lnTo>
                    <a:pt x="542228" y="1003823"/>
                  </a:lnTo>
                  <a:lnTo>
                    <a:pt x="543300" y="1003491"/>
                  </a:lnTo>
                  <a:lnTo>
                    <a:pt x="544372" y="1003158"/>
                  </a:lnTo>
                  <a:lnTo>
                    <a:pt x="545443" y="1002825"/>
                  </a:lnTo>
                  <a:lnTo>
                    <a:pt x="546515" y="1002492"/>
                  </a:lnTo>
                  <a:lnTo>
                    <a:pt x="547586" y="1002158"/>
                  </a:lnTo>
                  <a:lnTo>
                    <a:pt x="548658" y="1001823"/>
                  </a:lnTo>
                  <a:lnTo>
                    <a:pt x="549730" y="1001488"/>
                  </a:lnTo>
                  <a:lnTo>
                    <a:pt x="550801" y="1001152"/>
                  </a:lnTo>
                  <a:lnTo>
                    <a:pt x="551873" y="1000816"/>
                  </a:lnTo>
                  <a:lnTo>
                    <a:pt x="552944" y="1000480"/>
                  </a:lnTo>
                  <a:lnTo>
                    <a:pt x="554016" y="1000142"/>
                  </a:lnTo>
                  <a:lnTo>
                    <a:pt x="555088" y="999805"/>
                  </a:lnTo>
                  <a:lnTo>
                    <a:pt x="556159" y="999466"/>
                  </a:lnTo>
                  <a:lnTo>
                    <a:pt x="557231" y="999128"/>
                  </a:lnTo>
                  <a:lnTo>
                    <a:pt x="558302" y="998788"/>
                  </a:lnTo>
                  <a:lnTo>
                    <a:pt x="559374" y="998449"/>
                  </a:lnTo>
                  <a:lnTo>
                    <a:pt x="560446" y="998108"/>
                  </a:lnTo>
                  <a:lnTo>
                    <a:pt x="561517" y="997767"/>
                  </a:lnTo>
                  <a:lnTo>
                    <a:pt x="562589" y="997426"/>
                  </a:lnTo>
                  <a:lnTo>
                    <a:pt x="563660" y="997084"/>
                  </a:lnTo>
                  <a:lnTo>
                    <a:pt x="564732" y="996741"/>
                  </a:lnTo>
                  <a:lnTo>
                    <a:pt x="565804" y="996398"/>
                  </a:lnTo>
                  <a:lnTo>
                    <a:pt x="566875" y="996054"/>
                  </a:lnTo>
                  <a:lnTo>
                    <a:pt x="567947" y="995710"/>
                  </a:lnTo>
                  <a:lnTo>
                    <a:pt x="569018" y="995365"/>
                  </a:lnTo>
                  <a:lnTo>
                    <a:pt x="570090" y="995020"/>
                  </a:lnTo>
                  <a:lnTo>
                    <a:pt x="571162" y="994674"/>
                  </a:lnTo>
                  <a:lnTo>
                    <a:pt x="572233" y="994328"/>
                  </a:lnTo>
                  <a:lnTo>
                    <a:pt x="573305" y="993981"/>
                  </a:lnTo>
                  <a:lnTo>
                    <a:pt x="574376" y="993633"/>
                  </a:lnTo>
                  <a:lnTo>
                    <a:pt x="575448" y="993285"/>
                  </a:lnTo>
                  <a:lnTo>
                    <a:pt x="576520" y="992936"/>
                  </a:lnTo>
                  <a:lnTo>
                    <a:pt x="577591" y="992587"/>
                  </a:lnTo>
                  <a:lnTo>
                    <a:pt x="578663" y="992237"/>
                  </a:lnTo>
                  <a:lnTo>
                    <a:pt x="579734" y="991887"/>
                  </a:lnTo>
                  <a:lnTo>
                    <a:pt x="580806" y="991536"/>
                  </a:lnTo>
                  <a:lnTo>
                    <a:pt x="581878" y="991184"/>
                  </a:lnTo>
                  <a:lnTo>
                    <a:pt x="582949" y="990832"/>
                  </a:lnTo>
                  <a:lnTo>
                    <a:pt x="584021" y="990479"/>
                  </a:lnTo>
                  <a:lnTo>
                    <a:pt x="585092" y="990126"/>
                  </a:lnTo>
                  <a:lnTo>
                    <a:pt x="586164" y="989772"/>
                  </a:lnTo>
                  <a:lnTo>
                    <a:pt x="587236" y="989417"/>
                  </a:lnTo>
                  <a:lnTo>
                    <a:pt x="588307" y="989062"/>
                  </a:lnTo>
                  <a:lnTo>
                    <a:pt x="589379" y="988706"/>
                  </a:lnTo>
                  <a:lnTo>
                    <a:pt x="590450" y="988350"/>
                  </a:lnTo>
                  <a:lnTo>
                    <a:pt x="591522" y="987993"/>
                  </a:lnTo>
                  <a:lnTo>
                    <a:pt x="592594" y="987635"/>
                  </a:lnTo>
                  <a:lnTo>
                    <a:pt x="593665" y="987277"/>
                  </a:lnTo>
                  <a:lnTo>
                    <a:pt x="594737" y="986919"/>
                  </a:lnTo>
                  <a:lnTo>
                    <a:pt x="595808" y="986559"/>
                  </a:lnTo>
                  <a:lnTo>
                    <a:pt x="596880" y="986199"/>
                  </a:lnTo>
                  <a:lnTo>
                    <a:pt x="597952" y="985839"/>
                  </a:lnTo>
                  <a:lnTo>
                    <a:pt x="599023" y="985477"/>
                  </a:lnTo>
                  <a:lnTo>
                    <a:pt x="600095" y="985116"/>
                  </a:lnTo>
                  <a:lnTo>
                    <a:pt x="601166" y="984753"/>
                  </a:lnTo>
                  <a:lnTo>
                    <a:pt x="602238" y="984390"/>
                  </a:lnTo>
                  <a:lnTo>
                    <a:pt x="603310" y="984026"/>
                  </a:lnTo>
                  <a:lnTo>
                    <a:pt x="604381" y="983662"/>
                  </a:lnTo>
                  <a:lnTo>
                    <a:pt x="605453" y="983297"/>
                  </a:lnTo>
                  <a:lnTo>
                    <a:pt x="606524" y="982931"/>
                  </a:lnTo>
                  <a:lnTo>
                    <a:pt x="607596" y="982565"/>
                  </a:lnTo>
                  <a:lnTo>
                    <a:pt x="608668" y="982198"/>
                  </a:lnTo>
                  <a:lnTo>
                    <a:pt x="609739" y="981831"/>
                  </a:lnTo>
                  <a:lnTo>
                    <a:pt x="610811" y="981463"/>
                  </a:lnTo>
                  <a:lnTo>
                    <a:pt x="611882" y="981094"/>
                  </a:lnTo>
                  <a:lnTo>
                    <a:pt x="612954" y="980725"/>
                  </a:lnTo>
                  <a:lnTo>
                    <a:pt x="614026" y="980354"/>
                  </a:lnTo>
                  <a:lnTo>
                    <a:pt x="615097" y="979984"/>
                  </a:lnTo>
                  <a:lnTo>
                    <a:pt x="616169" y="979612"/>
                  </a:lnTo>
                  <a:lnTo>
                    <a:pt x="617240" y="979240"/>
                  </a:lnTo>
                  <a:lnTo>
                    <a:pt x="618312" y="978868"/>
                  </a:lnTo>
                  <a:lnTo>
                    <a:pt x="619384" y="978494"/>
                  </a:lnTo>
                  <a:lnTo>
                    <a:pt x="620455" y="978120"/>
                  </a:lnTo>
                  <a:lnTo>
                    <a:pt x="621527" y="977746"/>
                  </a:lnTo>
                  <a:lnTo>
                    <a:pt x="622598" y="977370"/>
                  </a:lnTo>
                  <a:lnTo>
                    <a:pt x="623670" y="976994"/>
                  </a:lnTo>
                  <a:lnTo>
                    <a:pt x="624742" y="976617"/>
                  </a:lnTo>
                  <a:lnTo>
                    <a:pt x="625813" y="976240"/>
                  </a:lnTo>
                  <a:lnTo>
                    <a:pt x="626885" y="975862"/>
                  </a:lnTo>
                  <a:lnTo>
                    <a:pt x="627956" y="975483"/>
                  </a:lnTo>
                  <a:lnTo>
                    <a:pt x="629028" y="975104"/>
                  </a:lnTo>
                  <a:lnTo>
                    <a:pt x="630100" y="974724"/>
                  </a:lnTo>
                  <a:lnTo>
                    <a:pt x="631171" y="974343"/>
                  </a:lnTo>
                  <a:lnTo>
                    <a:pt x="632243" y="973962"/>
                  </a:lnTo>
                  <a:lnTo>
                    <a:pt x="633314" y="973579"/>
                  </a:lnTo>
                  <a:lnTo>
                    <a:pt x="634386" y="973197"/>
                  </a:lnTo>
                  <a:lnTo>
                    <a:pt x="635458" y="972813"/>
                  </a:lnTo>
                  <a:lnTo>
                    <a:pt x="636529" y="972429"/>
                  </a:lnTo>
                  <a:lnTo>
                    <a:pt x="637601" y="972044"/>
                  </a:lnTo>
                  <a:lnTo>
                    <a:pt x="638672" y="971658"/>
                  </a:lnTo>
                  <a:lnTo>
                    <a:pt x="639744" y="971272"/>
                  </a:lnTo>
                  <a:lnTo>
                    <a:pt x="640816" y="970885"/>
                  </a:lnTo>
                  <a:lnTo>
                    <a:pt x="641887" y="970497"/>
                  </a:lnTo>
                  <a:lnTo>
                    <a:pt x="642959" y="970109"/>
                  </a:lnTo>
                  <a:lnTo>
                    <a:pt x="644030" y="969719"/>
                  </a:lnTo>
                  <a:lnTo>
                    <a:pt x="645102" y="969330"/>
                  </a:lnTo>
                  <a:lnTo>
                    <a:pt x="646174" y="968939"/>
                  </a:lnTo>
                  <a:lnTo>
                    <a:pt x="647245" y="968548"/>
                  </a:lnTo>
                  <a:lnTo>
                    <a:pt x="648317" y="968156"/>
                  </a:lnTo>
                  <a:lnTo>
                    <a:pt x="649388" y="967763"/>
                  </a:lnTo>
                  <a:lnTo>
                    <a:pt x="650460" y="967369"/>
                  </a:lnTo>
                  <a:lnTo>
                    <a:pt x="651532" y="966975"/>
                  </a:lnTo>
                  <a:lnTo>
                    <a:pt x="652603" y="966580"/>
                  </a:lnTo>
                  <a:lnTo>
                    <a:pt x="653675" y="966184"/>
                  </a:lnTo>
                  <a:lnTo>
                    <a:pt x="654746" y="965788"/>
                  </a:lnTo>
                  <a:lnTo>
                    <a:pt x="655818" y="965391"/>
                  </a:lnTo>
                  <a:lnTo>
                    <a:pt x="656890" y="964993"/>
                  </a:lnTo>
                  <a:lnTo>
                    <a:pt x="657961" y="964594"/>
                  </a:lnTo>
                  <a:lnTo>
                    <a:pt x="659033" y="964195"/>
                  </a:lnTo>
                  <a:lnTo>
                    <a:pt x="660104" y="963794"/>
                  </a:lnTo>
                  <a:lnTo>
                    <a:pt x="661176" y="963393"/>
                  </a:lnTo>
                  <a:lnTo>
                    <a:pt x="662248" y="962992"/>
                  </a:lnTo>
                  <a:lnTo>
                    <a:pt x="663319" y="962589"/>
                  </a:lnTo>
                  <a:lnTo>
                    <a:pt x="664391" y="962186"/>
                  </a:lnTo>
                  <a:lnTo>
                    <a:pt x="665462" y="961782"/>
                  </a:lnTo>
                  <a:lnTo>
                    <a:pt x="666534" y="961377"/>
                  </a:lnTo>
                  <a:lnTo>
                    <a:pt x="667606" y="960972"/>
                  </a:lnTo>
                  <a:lnTo>
                    <a:pt x="668677" y="960566"/>
                  </a:lnTo>
                  <a:lnTo>
                    <a:pt x="669749" y="960159"/>
                  </a:lnTo>
                  <a:lnTo>
                    <a:pt x="670820" y="959751"/>
                  </a:lnTo>
                  <a:lnTo>
                    <a:pt x="671892" y="959342"/>
                  </a:lnTo>
                  <a:lnTo>
                    <a:pt x="672964" y="958933"/>
                  </a:lnTo>
                  <a:lnTo>
                    <a:pt x="674035" y="958523"/>
                  </a:lnTo>
                  <a:lnTo>
                    <a:pt x="675107" y="958112"/>
                  </a:lnTo>
                  <a:lnTo>
                    <a:pt x="676178" y="957700"/>
                  </a:lnTo>
                  <a:lnTo>
                    <a:pt x="677250" y="957287"/>
                  </a:lnTo>
                  <a:lnTo>
                    <a:pt x="678322" y="956874"/>
                  </a:lnTo>
                  <a:lnTo>
                    <a:pt x="679393" y="956460"/>
                  </a:lnTo>
                  <a:lnTo>
                    <a:pt x="680465" y="956045"/>
                  </a:lnTo>
                  <a:lnTo>
                    <a:pt x="681536" y="955629"/>
                  </a:lnTo>
                  <a:lnTo>
                    <a:pt x="682608" y="955213"/>
                  </a:lnTo>
                  <a:lnTo>
                    <a:pt x="683680" y="954795"/>
                  </a:lnTo>
                  <a:lnTo>
                    <a:pt x="684751" y="954377"/>
                  </a:lnTo>
                  <a:lnTo>
                    <a:pt x="685823" y="953958"/>
                  </a:lnTo>
                  <a:lnTo>
                    <a:pt x="686894" y="953538"/>
                  </a:lnTo>
                  <a:lnTo>
                    <a:pt x="687966" y="953118"/>
                  </a:lnTo>
                  <a:lnTo>
                    <a:pt x="689038" y="952696"/>
                  </a:lnTo>
                  <a:lnTo>
                    <a:pt x="690109" y="952274"/>
                  </a:lnTo>
                  <a:lnTo>
                    <a:pt x="691181" y="951851"/>
                  </a:lnTo>
                  <a:lnTo>
                    <a:pt x="692252" y="951427"/>
                  </a:lnTo>
                  <a:lnTo>
                    <a:pt x="693324" y="951003"/>
                  </a:lnTo>
                  <a:lnTo>
                    <a:pt x="694396" y="950577"/>
                  </a:lnTo>
                  <a:lnTo>
                    <a:pt x="695467" y="950151"/>
                  </a:lnTo>
                  <a:lnTo>
                    <a:pt x="696539" y="949723"/>
                  </a:lnTo>
                  <a:lnTo>
                    <a:pt x="697610" y="949295"/>
                  </a:lnTo>
                  <a:lnTo>
                    <a:pt x="698682" y="948866"/>
                  </a:lnTo>
                  <a:lnTo>
                    <a:pt x="699754" y="948437"/>
                  </a:lnTo>
                  <a:lnTo>
                    <a:pt x="700825" y="948006"/>
                  </a:lnTo>
                  <a:lnTo>
                    <a:pt x="701897" y="947575"/>
                  </a:lnTo>
                  <a:lnTo>
                    <a:pt x="702968" y="947142"/>
                  </a:lnTo>
                  <a:lnTo>
                    <a:pt x="704040" y="946709"/>
                  </a:lnTo>
                  <a:lnTo>
                    <a:pt x="705112" y="946275"/>
                  </a:lnTo>
                  <a:lnTo>
                    <a:pt x="706183" y="945840"/>
                  </a:lnTo>
                  <a:lnTo>
                    <a:pt x="707255" y="945404"/>
                  </a:lnTo>
                  <a:lnTo>
                    <a:pt x="708326" y="944968"/>
                  </a:lnTo>
                  <a:lnTo>
                    <a:pt x="709398" y="944530"/>
                  </a:lnTo>
                  <a:lnTo>
                    <a:pt x="710469" y="944092"/>
                  </a:lnTo>
                  <a:lnTo>
                    <a:pt x="711541" y="943653"/>
                  </a:lnTo>
                  <a:lnTo>
                    <a:pt x="712613" y="943213"/>
                  </a:lnTo>
                  <a:lnTo>
                    <a:pt x="713684" y="942772"/>
                  </a:lnTo>
                  <a:lnTo>
                    <a:pt x="714756" y="942330"/>
                  </a:lnTo>
                  <a:lnTo>
                    <a:pt x="715827" y="941887"/>
                  </a:lnTo>
                  <a:lnTo>
                    <a:pt x="716899" y="941443"/>
                  </a:lnTo>
                  <a:lnTo>
                    <a:pt x="717971" y="940999"/>
                  </a:lnTo>
                  <a:lnTo>
                    <a:pt x="719042" y="940553"/>
                  </a:lnTo>
                  <a:lnTo>
                    <a:pt x="720114" y="940107"/>
                  </a:lnTo>
                  <a:lnTo>
                    <a:pt x="721185" y="939660"/>
                  </a:lnTo>
                  <a:lnTo>
                    <a:pt x="722257" y="939212"/>
                  </a:lnTo>
                  <a:lnTo>
                    <a:pt x="723329" y="938763"/>
                  </a:lnTo>
                  <a:lnTo>
                    <a:pt x="724400" y="938313"/>
                  </a:lnTo>
                  <a:lnTo>
                    <a:pt x="725472" y="937862"/>
                  </a:lnTo>
                  <a:lnTo>
                    <a:pt x="726543" y="937410"/>
                  </a:lnTo>
                  <a:lnTo>
                    <a:pt x="727615" y="936957"/>
                  </a:lnTo>
                  <a:lnTo>
                    <a:pt x="728687" y="936504"/>
                  </a:lnTo>
                  <a:lnTo>
                    <a:pt x="729758" y="936049"/>
                  </a:lnTo>
                  <a:lnTo>
                    <a:pt x="730830" y="935593"/>
                  </a:lnTo>
                  <a:lnTo>
                    <a:pt x="731901" y="935137"/>
                  </a:lnTo>
                  <a:lnTo>
                    <a:pt x="732973" y="934680"/>
                  </a:lnTo>
                  <a:lnTo>
                    <a:pt x="734045" y="934221"/>
                  </a:lnTo>
                  <a:lnTo>
                    <a:pt x="735116" y="933762"/>
                  </a:lnTo>
                  <a:lnTo>
                    <a:pt x="736188" y="933302"/>
                  </a:lnTo>
                  <a:lnTo>
                    <a:pt x="737259" y="932841"/>
                  </a:lnTo>
                  <a:lnTo>
                    <a:pt x="738331" y="932379"/>
                  </a:lnTo>
                  <a:lnTo>
                    <a:pt x="739403" y="931916"/>
                  </a:lnTo>
                  <a:lnTo>
                    <a:pt x="740474" y="931452"/>
                  </a:lnTo>
                  <a:lnTo>
                    <a:pt x="741546" y="930987"/>
                  </a:lnTo>
                  <a:lnTo>
                    <a:pt x="742617" y="930521"/>
                  </a:lnTo>
                  <a:lnTo>
                    <a:pt x="743689" y="930054"/>
                  </a:lnTo>
                  <a:lnTo>
                    <a:pt x="744761" y="929587"/>
                  </a:lnTo>
                  <a:lnTo>
                    <a:pt x="745832" y="929118"/>
                  </a:lnTo>
                  <a:lnTo>
                    <a:pt x="746904" y="928648"/>
                  </a:lnTo>
                  <a:lnTo>
                    <a:pt x="747975" y="928178"/>
                  </a:lnTo>
                  <a:lnTo>
                    <a:pt x="749047" y="927706"/>
                  </a:lnTo>
                  <a:lnTo>
                    <a:pt x="750119" y="927233"/>
                  </a:lnTo>
                  <a:lnTo>
                    <a:pt x="751190" y="926760"/>
                  </a:lnTo>
                  <a:lnTo>
                    <a:pt x="752262" y="926285"/>
                  </a:lnTo>
                  <a:lnTo>
                    <a:pt x="753333" y="925809"/>
                  </a:lnTo>
                  <a:lnTo>
                    <a:pt x="754405" y="925333"/>
                  </a:lnTo>
                  <a:lnTo>
                    <a:pt x="755477" y="924855"/>
                  </a:lnTo>
                  <a:lnTo>
                    <a:pt x="756548" y="924377"/>
                  </a:lnTo>
                  <a:lnTo>
                    <a:pt x="757620" y="923897"/>
                  </a:lnTo>
                  <a:lnTo>
                    <a:pt x="758691" y="923416"/>
                  </a:lnTo>
                  <a:lnTo>
                    <a:pt x="759763" y="922935"/>
                  </a:lnTo>
                  <a:lnTo>
                    <a:pt x="760835" y="922452"/>
                  </a:lnTo>
                  <a:lnTo>
                    <a:pt x="761906" y="921969"/>
                  </a:lnTo>
                  <a:lnTo>
                    <a:pt x="762978" y="921484"/>
                  </a:lnTo>
                  <a:lnTo>
                    <a:pt x="764049" y="920998"/>
                  </a:lnTo>
                  <a:lnTo>
                    <a:pt x="765121" y="920512"/>
                  </a:lnTo>
                  <a:lnTo>
                    <a:pt x="766193" y="920024"/>
                  </a:lnTo>
                  <a:lnTo>
                    <a:pt x="767264" y="919535"/>
                  </a:lnTo>
                  <a:lnTo>
                    <a:pt x="768336" y="919046"/>
                  </a:lnTo>
                  <a:lnTo>
                    <a:pt x="769407" y="918555"/>
                  </a:lnTo>
                  <a:lnTo>
                    <a:pt x="770479" y="918063"/>
                  </a:lnTo>
                  <a:lnTo>
                    <a:pt x="771551" y="917570"/>
                  </a:lnTo>
                  <a:lnTo>
                    <a:pt x="772622" y="917076"/>
                  </a:lnTo>
                  <a:lnTo>
                    <a:pt x="773694" y="916581"/>
                  </a:lnTo>
                  <a:lnTo>
                    <a:pt x="774765" y="916085"/>
                  </a:lnTo>
                  <a:lnTo>
                    <a:pt x="775837" y="915588"/>
                  </a:lnTo>
                  <a:lnTo>
                    <a:pt x="776909" y="915090"/>
                  </a:lnTo>
                  <a:lnTo>
                    <a:pt x="777980" y="914591"/>
                  </a:lnTo>
                  <a:lnTo>
                    <a:pt x="779052" y="914091"/>
                  </a:lnTo>
                  <a:lnTo>
                    <a:pt x="780123" y="913590"/>
                  </a:lnTo>
                  <a:lnTo>
                    <a:pt x="781195" y="913087"/>
                  </a:lnTo>
                  <a:lnTo>
                    <a:pt x="782267" y="912584"/>
                  </a:lnTo>
                  <a:lnTo>
                    <a:pt x="783338" y="912079"/>
                  </a:lnTo>
                  <a:lnTo>
                    <a:pt x="784410" y="911574"/>
                  </a:lnTo>
                  <a:lnTo>
                    <a:pt x="785481" y="911067"/>
                  </a:lnTo>
                  <a:lnTo>
                    <a:pt x="786553" y="910559"/>
                  </a:lnTo>
                  <a:lnTo>
                    <a:pt x="787625" y="910051"/>
                  </a:lnTo>
                  <a:lnTo>
                    <a:pt x="788696" y="909541"/>
                  </a:lnTo>
                  <a:lnTo>
                    <a:pt x="789768" y="909030"/>
                  </a:lnTo>
                  <a:lnTo>
                    <a:pt x="790839" y="908518"/>
                  </a:lnTo>
                  <a:lnTo>
                    <a:pt x="791911" y="908005"/>
                  </a:lnTo>
                  <a:lnTo>
                    <a:pt x="792983" y="907490"/>
                  </a:lnTo>
                  <a:lnTo>
                    <a:pt x="794054" y="906975"/>
                  </a:lnTo>
                  <a:lnTo>
                    <a:pt x="795126" y="906458"/>
                  </a:lnTo>
                  <a:lnTo>
                    <a:pt x="796197" y="905941"/>
                  </a:lnTo>
                  <a:lnTo>
                    <a:pt x="797269" y="905422"/>
                  </a:lnTo>
                  <a:lnTo>
                    <a:pt x="798341" y="904902"/>
                  </a:lnTo>
                  <a:lnTo>
                    <a:pt x="799412" y="904381"/>
                  </a:lnTo>
                  <a:lnTo>
                    <a:pt x="800484" y="903859"/>
                  </a:lnTo>
                  <a:lnTo>
                    <a:pt x="801555" y="903336"/>
                  </a:lnTo>
                  <a:lnTo>
                    <a:pt x="802627" y="902811"/>
                  </a:lnTo>
                  <a:lnTo>
                    <a:pt x="803699" y="902286"/>
                  </a:lnTo>
                  <a:lnTo>
                    <a:pt x="804770" y="901759"/>
                  </a:lnTo>
                  <a:lnTo>
                    <a:pt x="805842" y="901232"/>
                  </a:lnTo>
                  <a:lnTo>
                    <a:pt x="806913" y="900703"/>
                  </a:lnTo>
                  <a:lnTo>
                    <a:pt x="807985" y="900173"/>
                  </a:lnTo>
                  <a:lnTo>
                    <a:pt x="809057" y="899641"/>
                  </a:lnTo>
                  <a:lnTo>
                    <a:pt x="810128" y="899109"/>
                  </a:lnTo>
                  <a:lnTo>
                    <a:pt x="811200" y="898575"/>
                  </a:lnTo>
                  <a:lnTo>
                    <a:pt x="812271" y="898041"/>
                  </a:lnTo>
                  <a:lnTo>
                    <a:pt x="813343" y="897505"/>
                  </a:lnTo>
                  <a:lnTo>
                    <a:pt x="814415" y="896968"/>
                  </a:lnTo>
                  <a:lnTo>
                    <a:pt x="815486" y="896430"/>
                  </a:lnTo>
                  <a:lnTo>
                    <a:pt x="816558" y="895890"/>
                  </a:lnTo>
                  <a:lnTo>
                    <a:pt x="817629" y="895350"/>
                  </a:lnTo>
                  <a:lnTo>
                    <a:pt x="818701" y="894808"/>
                  </a:lnTo>
                  <a:lnTo>
                    <a:pt x="819773" y="894265"/>
                  </a:lnTo>
                  <a:lnTo>
                    <a:pt x="820844" y="893721"/>
                  </a:lnTo>
                  <a:lnTo>
                    <a:pt x="821916" y="893175"/>
                  </a:lnTo>
                  <a:lnTo>
                    <a:pt x="822987" y="892629"/>
                  </a:lnTo>
                  <a:lnTo>
                    <a:pt x="824059" y="892081"/>
                  </a:lnTo>
                  <a:lnTo>
                    <a:pt x="825131" y="891532"/>
                  </a:lnTo>
                  <a:lnTo>
                    <a:pt x="826202" y="890982"/>
                  </a:lnTo>
                  <a:lnTo>
                    <a:pt x="827274" y="890431"/>
                  </a:lnTo>
                  <a:lnTo>
                    <a:pt x="828345" y="889878"/>
                  </a:lnTo>
                  <a:lnTo>
                    <a:pt x="829417" y="889325"/>
                  </a:lnTo>
                  <a:lnTo>
                    <a:pt x="830489" y="888770"/>
                  </a:lnTo>
                  <a:lnTo>
                    <a:pt x="831560" y="888213"/>
                  </a:lnTo>
                  <a:lnTo>
                    <a:pt x="832632" y="887656"/>
                  </a:lnTo>
                  <a:lnTo>
                    <a:pt x="833703" y="887097"/>
                  </a:lnTo>
                  <a:lnTo>
                    <a:pt x="834775" y="886537"/>
                  </a:lnTo>
                  <a:lnTo>
                    <a:pt x="835847" y="885976"/>
                  </a:lnTo>
                  <a:lnTo>
                    <a:pt x="836918" y="885414"/>
                  </a:lnTo>
                  <a:lnTo>
                    <a:pt x="837990" y="884850"/>
                  </a:lnTo>
                  <a:lnTo>
                    <a:pt x="839061" y="884285"/>
                  </a:lnTo>
                  <a:lnTo>
                    <a:pt x="840133" y="883719"/>
                  </a:lnTo>
                  <a:lnTo>
                    <a:pt x="841205" y="883152"/>
                  </a:lnTo>
                  <a:lnTo>
                    <a:pt x="842276" y="882583"/>
                  </a:lnTo>
                  <a:lnTo>
                    <a:pt x="843348" y="882013"/>
                  </a:lnTo>
                  <a:lnTo>
                    <a:pt x="844419" y="881442"/>
                  </a:lnTo>
                  <a:lnTo>
                    <a:pt x="845491" y="880869"/>
                  </a:lnTo>
                  <a:lnTo>
                    <a:pt x="846563" y="880296"/>
                  </a:lnTo>
                  <a:lnTo>
                    <a:pt x="847634" y="879721"/>
                  </a:lnTo>
                  <a:lnTo>
                    <a:pt x="848706" y="879144"/>
                  </a:lnTo>
                  <a:lnTo>
                    <a:pt x="849777" y="878567"/>
                  </a:lnTo>
                  <a:lnTo>
                    <a:pt x="850849" y="877988"/>
                  </a:lnTo>
                  <a:lnTo>
                    <a:pt x="851921" y="877408"/>
                  </a:lnTo>
                  <a:lnTo>
                    <a:pt x="852992" y="876826"/>
                  </a:lnTo>
                  <a:lnTo>
                    <a:pt x="854064" y="876243"/>
                  </a:lnTo>
                  <a:lnTo>
                    <a:pt x="855135" y="875659"/>
                  </a:lnTo>
                  <a:lnTo>
                    <a:pt x="856207" y="875074"/>
                  </a:lnTo>
                  <a:lnTo>
                    <a:pt x="857279" y="874487"/>
                  </a:lnTo>
                  <a:lnTo>
                    <a:pt x="858350" y="873899"/>
                  </a:lnTo>
                  <a:lnTo>
                    <a:pt x="859422" y="873310"/>
                  </a:lnTo>
                  <a:lnTo>
                    <a:pt x="860493" y="872719"/>
                  </a:lnTo>
                  <a:lnTo>
                    <a:pt x="861565" y="872127"/>
                  </a:lnTo>
                  <a:lnTo>
                    <a:pt x="862637" y="871534"/>
                  </a:lnTo>
                  <a:lnTo>
                    <a:pt x="863708" y="870939"/>
                  </a:lnTo>
                  <a:lnTo>
                    <a:pt x="864780" y="870343"/>
                  </a:lnTo>
                  <a:lnTo>
                    <a:pt x="865851" y="869746"/>
                  </a:lnTo>
                  <a:lnTo>
                    <a:pt x="866923" y="869147"/>
                  </a:lnTo>
                  <a:lnTo>
                    <a:pt x="867995" y="868547"/>
                  </a:lnTo>
                  <a:lnTo>
                    <a:pt x="869066" y="867946"/>
                  </a:lnTo>
                  <a:lnTo>
                    <a:pt x="870138" y="867343"/>
                  </a:lnTo>
                  <a:lnTo>
                    <a:pt x="871209" y="866739"/>
                  </a:lnTo>
                  <a:lnTo>
                    <a:pt x="872281" y="866133"/>
                  </a:lnTo>
                  <a:lnTo>
                    <a:pt x="873353" y="865527"/>
                  </a:lnTo>
                  <a:lnTo>
                    <a:pt x="874424" y="864918"/>
                  </a:lnTo>
                  <a:lnTo>
                    <a:pt x="875496" y="864309"/>
                  </a:lnTo>
                  <a:lnTo>
                    <a:pt x="876567" y="863698"/>
                  </a:lnTo>
                  <a:lnTo>
                    <a:pt x="877639" y="863085"/>
                  </a:lnTo>
                  <a:lnTo>
                    <a:pt x="878711" y="862472"/>
                  </a:lnTo>
                  <a:lnTo>
                    <a:pt x="879782" y="861856"/>
                  </a:lnTo>
                  <a:lnTo>
                    <a:pt x="880854" y="861240"/>
                  </a:lnTo>
                  <a:lnTo>
                    <a:pt x="881925" y="860622"/>
                  </a:lnTo>
                  <a:lnTo>
                    <a:pt x="882997" y="860003"/>
                  </a:lnTo>
                  <a:lnTo>
                    <a:pt x="884069" y="859382"/>
                  </a:lnTo>
                  <a:lnTo>
                    <a:pt x="885140" y="858760"/>
                  </a:lnTo>
                  <a:lnTo>
                    <a:pt x="886212" y="858136"/>
                  </a:lnTo>
                  <a:lnTo>
                    <a:pt x="887283" y="857511"/>
                  </a:lnTo>
                  <a:lnTo>
                    <a:pt x="888355" y="856885"/>
                  </a:lnTo>
                  <a:lnTo>
                    <a:pt x="889426" y="856257"/>
                  </a:lnTo>
                  <a:lnTo>
                    <a:pt x="890498" y="855627"/>
                  </a:lnTo>
                  <a:lnTo>
                    <a:pt x="891570" y="854997"/>
                  </a:lnTo>
                  <a:lnTo>
                    <a:pt x="892641" y="854364"/>
                  </a:lnTo>
                  <a:lnTo>
                    <a:pt x="893713" y="853731"/>
                  </a:lnTo>
                  <a:lnTo>
                    <a:pt x="894784" y="853096"/>
                  </a:lnTo>
                  <a:lnTo>
                    <a:pt x="895856" y="852459"/>
                  </a:lnTo>
                  <a:lnTo>
                    <a:pt x="896928" y="851821"/>
                  </a:lnTo>
                  <a:lnTo>
                    <a:pt x="897999" y="851182"/>
                  </a:lnTo>
                  <a:lnTo>
                    <a:pt x="899071" y="850541"/>
                  </a:lnTo>
                  <a:lnTo>
                    <a:pt x="900142" y="849898"/>
                  </a:lnTo>
                  <a:lnTo>
                    <a:pt x="901214" y="849254"/>
                  </a:lnTo>
                  <a:lnTo>
                    <a:pt x="902286" y="848609"/>
                  </a:lnTo>
                  <a:lnTo>
                    <a:pt x="903357" y="847962"/>
                  </a:lnTo>
                  <a:lnTo>
                    <a:pt x="904429" y="847314"/>
                  </a:lnTo>
                  <a:lnTo>
                    <a:pt x="905500" y="846664"/>
                  </a:lnTo>
                  <a:lnTo>
                    <a:pt x="906572" y="846013"/>
                  </a:lnTo>
                  <a:lnTo>
                    <a:pt x="907644" y="845360"/>
                  </a:lnTo>
                  <a:lnTo>
                    <a:pt x="908715" y="844705"/>
                  </a:lnTo>
                  <a:lnTo>
                    <a:pt x="909787" y="844050"/>
                  </a:lnTo>
                  <a:lnTo>
                    <a:pt x="910858" y="843392"/>
                  </a:lnTo>
                  <a:lnTo>
                    <a:pt x="911930" y="842733"/>
                  </a:lnTo>
                  <a:lnTo>
                    <a:pt x="913002" y="842073"/>
                  </a:lnTo>
                  <a:lnTo>
                    <a:pt x="914073" y="841411"/>
                  </a:lnTo>
                  <a:lnTo>
                    <a:pt x="915145" y="840748"/>
                  </a:lnTo>
                  <a:lnTo>
                    <a:pt x="916216" y="840083"/>
                  </a:lnTo>
                  <a:lnTo>
                    <a:pt x="917288" y="839416"/>
                  </a:lnTo>
                  <a:lnTo>
                    <a:pt x="918360" y="838748"/>
                  </a:lnTo>
                  <a:lnTo>
                    <a:pt x="919431" y="838079"/>
                  </a:lnTo>
                  <a:lnTo>
                    <a:pt x="920503" y="837408"/>
                  </a:lnTo>
                  <a:lnTo>
                    <a:pt x="921574" y="836736"/>
                  </a:lnTo>
                  <a:lnTo>
                    <a:pt x="922646" y="836062"/>
                  </a:lnTo>
                  <a:lnTo>
                    <a:pt x="923718" y="835386"/>
                  </a:lnTo>
                  <a:lnTo>
                    <a:pt x="924789" y="834709"/>
                  </a:lnTo>
                  <a:lnTo>
                    <a:pt x="925861" y="834031"/>
                  </a:lnTo>
                  <a:lnTo>
                    <a:pt x="926932" y="833351"/>
                  </a:lnTo>
                  <a:lnTo>
                    <a:pt x="928004" y="832670"/>
                  </a:lnTo>
                  <a:lnTo>
                    <a:pt x="929076" y="831987"/>
                  </a:lnTo>
                  <a:lnTo>
                    <a:pt x="930147" y="831303"/>
                  </a:lnTo>
                  <a:lnTo>
                    <a:pt x="931219" y="830617"/>
                  </a:lnTo>
                  <a:lnTo>
                    <a:pt x="932290" y="829930"/>
                  </a:lnTo>
                  <a:lnTo>
                    <a:pt x="933362" y="829242"/>
                  </a:lnTo>
                  <a:lnTo>
                    <a:pt x="934434" y="828552"/>
                  </a:lnTo>
                  <a:lnTo>
                    <a:pt x="935505" y="827860"/>
                  </a:lnTo>
                  <a:lnTo>
                    <a:pt x="936577" y="827167"/>
                  </a:lnTo>
                  <a:lnTo>
                    <a:pt x="937648" y="826473"/>
                  </a:lnTo>
                  <a:lnTo>
                    <a:pt x="938720" y="825777"/>
                  </a:lnTo>
                  <a:lnTo>
                    <a:pt x="939792" y="825080"/>
                  </a:lnTo>
                  <a:lnTo>
                    <a:pt x="940863" y="824381"/>
                  </a:lnTo>
                  <a:lnTo>
                    <a:pt x="941935" y="823681"/>
                  </a:lnTo>
                  <a:lnTo>
                    <a:pt x="943006" y="822980"/>
                  </a:lnTo>
                  <a:lnTo>
                    <a:pt x="944078" y="822277"/>
                  </a:lnTo>
                  <a:lnTo>
                    <a:pt x="945150" y="821573"/>
                  </a:lnTo>
                  <a:lnTo>
                    <a:pt x="946221" y="820867"/>
                  </a:lnTo>
                  <a:lnTo>
                    <a:pt x="947293" y="820160"/>
                  </a:lnTo>
                  <a:lnTo>
                    <a:pt x="948364" y="819452"/>
                  </a:lnTo>
                  <a:lnTo>
                    <a:pt x="949436" y="818742"/>
                  </a:lnTo>
                  <a:lnTo>
                    <a:pt x="950508" y="818030"/>
                  </a:lnTo>
                  <a:lnTo>
                    <a:pt x="951579" y="817318"/>
                  </a:lnTo>
                  <a:lnTo>
                    <a:pt x="952651" y="816604"/>
                  </a:lnTo>
                  <a:lnTo>
                    <a:pt x="953722" y="815888"/>
                  </a:lnTo>
                  <a:lnTo>
                    <a:pt x="954794" y="815172"/>
                  </a:lnTo>
                  <a:lnTo>
                    <a:pt x="955866" y="814453"/>
                  </a:lnTo>
                  <a:lnTo>
                    <a:pt x="956937" y="813734"/>
                  </a:lnTo>
                  <a:lnTo>
                    <a:pt x="958009" y="813013"/>
                  </a:lnTo>
                  <a:lnTo>
                    <a:pt x="959080" y="812291"/>
                  </a:lnTo>
                  <a:lnTo>
                    <a:pt x="960152" y="811567"/>
                  </a:lnTo>
                  <a:lnTo>
                    <a:pt x="961224" y="810842"/>
                  </a:lnTo>
                  <a:lnTo>
                    <a:pt x="962295" y="810116"/>
                  </a:lnTo>
                  <a:lnTo>
                    <a:pt x="963367" y="809388"/>
                  </a:lnTo>
                  <a:lnTo>
                    <a:pt x="964438" y="808659"/>
                  </a:lnTo>
                  <a:lnTo>
                    <a:pt x="965510" y="807929"/>
                  </a:lnTo>
                  <a:lnTo>
                    <a:pt x="966582" y="807197"/>
                  </a:lnTo>
                  <a:lnTo>
                    <a:pt x="967653" y="806464"/>
                  </a:lnTo>
                  <a:lnTo>
                    <a:pt x="968725" y="805730"/>
                  </a:lnTo>
                  <a:lnTo>
                    <a:pt x="969796" y="804995"/>
                  </a:lnTo>
                  <a:lnTo>
                    <a:pt x="970868" y="804258"/>
                  </a:lnTo>
                  <a:lnTo>
                    <a:pt x="971940" y="803519"/>
                  </a:lnTo>
                  <a:lnTo>
                    <a:pt x="973011" y="802780"/>
                  </a:lnTo>
                  <a:lnTo>
                    <a:pt x="974083" y="802039"/>
                  </a:lnTo>
                  <a:lnTo>
                    <a:pt x="975154" y="801297"/>
                  </a:lnTo>
                  <a:lnTo>
                    <a:pt x="976226" y="800553"/>
                  </a:lnTo>
                  <a:lnTo>
                    <a:pt x="977298" y="799809"/>
                  </a:lnTo>
                  <a:lnTo>
                    <a:pt x="978369" y="799063"/>
                  </a:lnTo>
                  <a:lnTo>
                    <a:pt x="979441" y="798315"/>
                  </a:lnTo>
                  <a:lnTo>
                    <a:pt x="980512" y="797567"/>
                  </a:lnTo>
                  <a:lnTo>
                    <a:pt x="981584" y="796817"/>
                  </a:lnTo>
                  <a:lnTo>
                    <a:pt x="982656" y="796066"/>
                  </a:lnTo>
                  <a:lnTo>
                    <a:pt x="983727" y="795314"/>
                  </a:lnTo>
                  <a:lnTo>
                    <a:pt x="984799" y="794560"/>
                  </a:lnTo>
                  <a:lnTo>
                    <a:pt x="985870" y="793805"/>
                  </a:lnTo>
                  <a:lnTo>
                    <a:pt x="986942" y="793049"/>
                  </a:lnTo>
                  <a:lnTo>
                    <a:pt x="988014" y="792291"/>
                  </a:lnTo>
                  <a:lnTo>
                    <a:pt x="989085" y="791533"/>
                  </a:lnTo>
                  <a:lnTo>
                    <a:pt x="990157" y="790773"/>
                  </a:lnTo>
                  <a:lnTo>
                    <a:pt x="991228" y="790012"/>
                  </a:lnTo>
                  <a:lnTo>
                    <a:pt x="992300" y="789250"/>
                  </a:lnTo>
                  <a:lnTo>
                    <a:pt x="993372" y="788486"/>
                  </a:lnTo>
                  <a:lnTo>
                    <a:pt x="994443" y="787721"/>
                  </a:lnTo>
                  <a:lnTo>
                    <a:pt x="995515" y="786955"/>
                  </a:lnTo>
                  <a:lnTo>
                    <a:pt x="996586" y="786188"/>
                  </a:lnTo>
                  <a:lnTo>
                    <a:pt x="997658" y="785420"/>
                  </a:lnTo>
                  <a:lnTo>
                    <a:pt x="998730" y="784650"/>
                  </a:lnTo>
                  <a:lnTo>
                    <a:pt x="999801" y="783879"/>
                  </a:lnTo>
                  <a:lnTo>
                    <a:pt x="1000873" y="783107"/>
                  </a:lnTo>
                  <a:lnTo>
                    <a:pt x="1001944" y="782334"/>
                  </a:lnTo>
                  <a:lnTo>
                    <a:pt x="1003016" y="781559"/>
                  </a:lnTo>
                  <a:lnTo>
                    <a:pt x="1004088" y="780784"/>
                  </a:lnTo>
                  <a:lnTo>
                    <a:pt x="1005159" y="780007"/>
                  </a:lnTo>
                  <a:lnTo>
                    <a:pt x="1006231" y="779229"/>
                  </a:lnTo>
                  <a:lnTo>
                    <a:pt x="1007302" y="778450"/>
                  </a:lnTo>
                  <a:lnTo>
                    <a:pt x="1008374" y="777670"/>
                  </a:lnTo>
                  <a:lnTo>
                    <a:pt x="1009446" y="776889"/>
                  </a:lnTo>
                  <a:lnTo>
                    <a:pt x="1010517" y="776106"/>
                  </a:lnTo>
                  <a:lnTo>
                    <a:pt x="1011589" y="775322"/>
                  </a:lnTo>
                  <a:lnTo>
                    <a:pt x="1012660" y="774537"/>
                  </a:lnTo>
                  <a:lnTo>
                    <a:pt x="1013732" y="773751"/>
                  </a:lnTo>
                  <a:lnTo>
                    <a:pt x="1014804" y="772964"/>
                  </a:lnTo>
                  <a:lnTo>
                    <a:pt x="1015875" y="772176"/>
                  </a:lnTo>
                  <a:lnTo>
                    <a:pt x="1016947" y="771387"/>
                  </a:lnTo>
                  <a:lnTo>
                    <a:pt x="1018018" y="770596"/>
                  </a:lnTo>
                  <a:lnTo>
                    <a:pt x="1019090" y="769805"/>
                  </a:lnTo>
                  <a:lnTo>
                    <a:pt x="1020162" y="769012"/>
                  </a:lnTo>
                  <a:lnTo>
                    <a:pt x="1021233" y="768218"/>
                  </a:lnTo>
                  <a:lnTo>
                    <a:pt x="1022305" y="767423"/>
                  </a:lnTo>
                  <a:lnTo>
                    <a:pt x="1023376" y="766627"/>
                  </a:lnTo>
                  <a:lnTo>
                    <a:pt x="1024448" y="765830"/>
                  </a:lnTo>
                  <a:lnTo>
                    <a:pt x="1025520" y="765032"/>
                  </a:lnTo>
                  <a:lnTo>
                    <a:pt x="1026591" y="764232"/>
                  </a:lnTo>
                  <a:lnTo>
                    <a:pt x="1027663" y="763432"/>
                  </a:lnTo>
                  <a:lnTo>
                    <a:pt x="1028734" y="762631"/>
                  </a:lnTo>
                  <a:lnTo>
                    <a:pt x="1029806" y="761828"/>
                  </a:lnTo>
                  <a:lnTo>
                    <a:pt x="1030878" y="761025"/>
                  </a:lnTo>
                  <a:lnTo>
                    <a:pt x="1031949" y="760220"/>
                  </a:lnTo>
                  <a:lnTo>
                    <a:pt x="1033021" y="759414"/>
                  </a:lnTo>
                  <a:lnTo>
                    <a:pt x="1034092" y="758608"/>
                  </a:lnTo>
                  <a:lnTo>
                    <a:pt x="1035164" y="757800"/>
                  </a:lnTo>
                  <a:lnTo>
                    <a:pt x="1036236" y="756991"/>
                  </a:lnTo>
                  <a:lnTo>
                    <a:pt x="1037307" y="756181"/>
                  </a:lnTo>
                  <a:lnTo>
                    <a:pt x="1038379" y="755370"/>
                  </a:lnTo>
                  <a:lnTo>
                    <a:pt x="1039450" y="754558"/>
                  </a:lnTo>
                  <a:lnTo>
                    <a:pt x="1040522" y="753746"/>
                  </a:lnTo>
                  <a:lnTo>
                    <a:pt x="1041594" y="752932"/>
                  </a:lnTo>
                  <a:lnTo>
                    <a:pt x="1042665" y="752117"/>
                  </a:lnTo>
                  <a:lnTo>
                    <a:pt x="1043737" y="751301"/>
                  </a:lnTo>
                  <a:lnTo>
                    <a:pt x="1044808" y="750484"/>
                  </a:lnTo>
                  <a:lnTo>
                    <a:pt x="1045880" y="749666"/>
                  </a:lnTo>
                  <a:lnTo>
                    <a:pt x="1046952" y="748847"/>
                  </a:lnTo>
                  <a:lnTo>
                    <a:pt x="1048023" y="748027"/>
                  </a:lnTo>
                  <a:lnTo>
                    <a:pt x="1049095" y="747206"/>
                  </a:lnTo>
                  <a:lnTo>
                    <a:pt x="1050166" y="746385"/>
                  </a:lnTo>
                  <a:lnTo>
                    <a:pt x="1051238" y="745562"/>
                  </a:lnTo>
                  <a:lnTo>
                    <a:pt x="1052310" y="744738"/>
                  </a:lnTo>
                  <a:lnTo>
                    <a:pt x="1053381" y="743913"/>
                  </a:lnTo>
                  <a:lnTo>
                    <a:pt x="1054453" y="743088"/>
                  </a:lnTo>
                  <a:lnTo>
                    <a:pt x="1055524" y="742261"/>
                  </a:lnTo>
                  <a:lnTo>
                    <a:pt x="1056596" y="741434"/>
                  </a:lnTo>
                  <a:lnTo>
                    <a:pt x="1057668" y="740605"/>
                  </a:lnTo>
                  <a:lnTo>
                    <a:pt x="1058739" y="739776"/>
                  </a:lnTo>
                  <a:lnTo>
                    <a:pt x="1059811" y="738945"/>
                  </a:lnTo>
                  <a:lnTo>
                    <a:pt x="1060882" y="738114"/>
                  </a:lnTo>
                  <a:lnTo>
                    <a:pt x="1061954" y="737282"/>
                  </a:lnTo>
                  <a:lnTo>
                    <a:pt x="1063026" y="736449"/>
                  </a:lnTo>
                  <a:lnTo>
                    <a:pt x="1064097" y="735615"/>
                  </a:lnTo>
                  <a:lnTo>
                    <a:pt x="1065169" y="734780"/>
                  </a:lnTo>
                  <a:lnTo>
                    <a:pt x="1066240" y="733945"/>
                  </a:lnTo>
                  <a:lnTo>
                    <a:pt x="1067312" y="733108"/>
                  </a:lnTo>
                  <a:lnTo>
                    <a:pt x="1068383" y="732270"/>
                  </a:lnTo>
                  <a:lnTo>
                    <a:pt x="1069455" y="731432"/>
                  </a:lnTo>
                  <a:lnTo>
                    <a:pt x="1070527" y="730593"/>
                  </a:lnTo>
                  <a:lnTo>
                    <a:pt x="1071598" y="729753"/>
                  </a:lnTo>
                  <a:lnTo>
                    <a:pt x="1072670" y="728912"/>
                  </a:lnTo>
                  <a:lnTo>
                    <a:pt x="1073741" y="728070"/>
                  </a:lnTo>
                  <a:lnTo>
                    <a:pt x="1074813" y="727228"/>
                  </a:lnTo>
                  <a:lnTo>
                    <a:pt x="1075885" y="726384"/>
                  </a:lnTo>
                  <a:lnTo>
                    <a:pt x="1076956" y="725540"/>
                  </a:lnTo>
                  <a:lnTo>
                    <a:pt x="1078028" y="724695"/>
                  </a:lnTo>
                  <a:lnTo>
                    <a:pt x="1079099" y="723849"/>
                  </a:lnTo>
                  <a:lnTo>
                    <a:pt x="1080171" y="723002"/>
                  </a:lnTo>
                  <a:lnTo>
                    <a:pt x="1081243" y="722154"/>
                  </a:lnTo>
                  <a:lnTo>
                    <a:pt x="1082314" y="721306"/>
                  </a:lnTo>
                  <a:lnTo>
                    <a:pt x="1083386" y="720457"/>
                  </a:lnTo>
                  <a:lnTo>
                    <a:pt x="1084457" y="719607"/>
                  </a:lnTo>
                  <a:lnTo>
                    <a:pt x="1085529" y="718756"/>
                  </a:lnTo>
                  <a:lnTo>
                    <a:pt x="1086601" y="717905"/>
                  </a:lnTo>
                  <a:lnTo>
                    <a:pt x="1087672" y="717052"/>
                  </a:lnTo>
                  <a:lnTo>
                    <a:pt x="1088744" y="716199"/>
                  </a:lnTo>
                  <a:lnTo>
                    <a:pt x="1089815" y="715345"/>
                  </a:lnTo>
                  <a:lnTo>
                    <a:pt x="1090887" y="714491"/>
                  </a:lnTo>
                  <a:lnTo>
                    <a:pt x="1091959" y="713636"/>
                  </a:lnTo>
                  <a:lnTo>
                    <a:pt x="1093030" y="712779"/>
                  </a:lnTo>
                  <a:lnTo>
                    <a:pt x="1094102" y="711923"/>
                  </a:lnTo>
                  <a:lnTo>
                    <a:pt x="1095173" y="711065"/>
                  </a:lnTo>
                  <a:lnTo>
                    <a:pt x="1096245" y="710207"/>
                  </a:lnTo>
                  <a:lnTo>
                    <a:pt x="1097317" y="709348"/>
                  </a:lnTo>
                  <a:lnTo>
                    <a:pt x="1098388" y="708488"/>
                  </a:lnTo>
                  <a:lnTo>
                    <a:pt x="1099460" y="707628"/>
                  </a:lnTo>
                  <a:lnTo>
                    <a:pt x="1100531" y="706767"/>
                  </a:lnTo>
                  <a:lnTo>
                    <a:pt x="1101603" y="705905"/>
                  </a:lnTo>
                  <a:lnTo>
                    <a:pt x="1102675" y="705042"/>
                  </a:lnTo>
                  <a:lnTo>
                    <a:pt x="1103746" y="704179"/>
                  </a:lnTo>
                  <a:lnTo>
                    <a:pt x="1104818" y="703315"/>
                  </a:lnTo>
                  <a:lnTo>
                    <a:pt x="1105889" y="702451"/>
                  </a:lnTo>
                  <a:lnTo>
                    <a:pt x="1106961" y="701586"/>
                  </a:lnTo>
                  <a:lnTo>
                    <a:pt x="1108033" y="700720"/>
                  </a:lnTo>
                  <a:lnTo>
                    <a:pt x="1109104" y="699853"/>
                  </a:lnTo>
                  <a:lnTo>
                    <a:pt x="1110176" y="698986"/>
                  </a:lnTo>
                  <a:lnTo>
                    <a:pt x="1111247" y="698118"/>
                  </a:lnTo>
                  <a:lnTo>
                    <a:pt x="1112319" y="697250"/>
                  </a:lnTo>
                  <a:lnTo>
                    <a:pt x="1113391" y="696381"/>
                  </a:lnTo>
                  <a:lnTo>
                    <a:pt x="1114462" y="695511"/>
                  </a:lnTo>
                  <a:lnTo>
                    <a:pt x="1115534" y="694641"/>
                  </a:lnTo>
                  <a:lnTo>
                    <a:pt x="1116605" y="693770"/>
                  </a:lnTo>
                  <a:lnTo>
                    <a:pt x="1117677" y="692899"/>
                  </a:lnTo>
                  <a:lnTo>
                    <a:pt x="1118749" y="692027"/>
                  </a:lnTo>
                  <a:lnTo>
                    <a:pt x="1119820" y="691154"/>
                  </a:lnTo>
                  <a:lnTo>
                    <a:pt x="1120892" y="690281"/>
                  </a:lnTo>
                  <a:lnTo>
                    <a:pt x="1121963" y="689407"/>
                  </a:lnTo>
                  <a:lnTo>
                    <a:pt x="1123035" y="688533"/>
                  </a:lnTo>
                  <a:lnTo>
                    <a:pt x="1124107" y="687658"/>
                  </a:lnTo>
                  <a:lnTo>
                    <a:pt x="1125178" y="686782"/>
                  </a:lnTo>
                  <a:lnTo>
                    <a:pt x="1126250" y="685906"/>
                  </a:lnTo>
                  <a:lnTo>
                    <a:pt x="1127321" y="685030"/>
                  </a:lnTo>
                  <a:lnTo>
                    <a:pt x="1128393" y="684153"/>
                  </a:lnTo>
                  <a:lnTo>
                    <a:pt x="1129465" y="683275"/>
                  </a:lnTo>
                  <a:lnTo>
                    <a:pt x="1130536" y="682397"/>
                  </a:lnTo>
                  <a:lnTo>
                    <a:pt x="1131608" y="681518"/>
                  </a:lnTo>
                  <a:lnTo>
                    <a:pt x="1132679" y="680639"/>
                  </a:lnTo>
                  <a:lnTo>
                    <a:pt x="1133751" y="679760"/>
                  </a:lnTo>
                  <a:lnTo>
                    <a:pt x="1134823" y="678880"/>
                  </a:lnTo>
                  <a:lnTo>
                    <a:pt x="1135894" y="677999"/>
                  </a:lnTo>
                  <a:lnTo>
                    <a:pt x="1136966" y="677118"/>
                  </a:lnTo>
                  <a:lnTo>
                    <a:pt x="1138037" y="676236"/>
                  </a:lnTo>
                  <a:lnTo>
                    <a:pt x="1139109" y="675354"/>
                  </a:lnTo>
                  <a:lnTo>
                    <a:pt x="1140181" y="674472"/>
                  </a:lnTo>
                  <a:lnTo>
                    <a:pt x="1141252" y="673589"/>
                  </a:lnTo>
                  <a:lnTo>
                    <a:pt x="1142324" y="672705"/>
                  </a:lnTo>
                  <a:lnTo>
                    <a:pt x="1143395" y="671822"/>
                  </a:lnTo>
                  <a:lnTo>
                    <a:pt x="1144467" y="670937"/>
                  </a:lnTo>
                  <a:lnTo>
                    <a:pt x="1145539" y="670053"/>
                  </a:lnTo>
                  <a:lnTo>
                    <a:pt x="1146610" y="669168"/>
                  </a:lnTo>
                  <a:lnTo>
                    <a:pt x="1147682" y="668282"/>
                  </a:lnTo>
                  <a:lnTo>
                    <a:pt x="1148753" y="667396"/>
                  </a:lnTo>
                  <a:lnTo>
                    <a:pt x="1149825" y="666510"/>
                  </a:lnTo>
                  <a:lnTo>
                    <a:pt x="1150897" y="665623"/>
                  </a:lnTo>
                  <a:lnTo>
                    <a:pt x="1151968" y="664736"/>
                  </a:lnTo>
                  <a:lnTo>
                    <a:pt x="1153040" y="663849"/>
                  </a:lnTo>
                  <a:lnTo>
                    <a:pt x="1154111" y="662961"/>
                  </a:lnTo>
                  <a:lnTo>
                    <a:pt x="1155183" y="662073"/>
                  </a:lnTo>
                  <a:lnTo>
                    <a:pt x="1156255" y="661184"/>
                  </a:lnTo>
                  <a:lnTo>
                    <a:pt x="1157326" y="660296"/>
                  </a:lnTo>
                  <a:lnTo>
                    <a:pt x="1158398" y="659407"/>
                  </a:lnTo>
                  <a:lnTo>
                    <a:pt x="1159469" y="658517"/>
                  </a:lnTo>
                  <a:lnTo>
                    <a:pt x="1160541" y="657627"/>
                  </a:lnTo>
                  <a:lnTo>
                    <a:pt x="1161613" y="656737"/>
                  </a:lnTo>
                  <a:lnTo>
                    <a:pt x="1162684" y="655847"/>
                  </a:lnTo>
                  <a:lnTo>
                    <a:pt x="1163756" y="654956"/>
                  </a:lnTo>
                  <a:lnTo>
                    <a:pt x="1164827" y="654065"/>
                  </a:lnTo>
                  <a:lnTo>
                    <a:pt x="1165899" y="653174"/>
                  </a:lnTo>
                  <a:lnTo>
                    <a:pt x="1166971" y="652282"/>
                  </a:lnTo>
                  <a:lnTo>
                    <a:pt x="1168042" y="651390"/>
                  </a:lnTo>
                  <a:lnTo>
                    <a:pt x="1169114" y="650498"/>
                  </a:lnTo>
                  <a:lnTo>
                    <a:pt x="1170185" y="649606"/>
                  </a:lnTo>
                  <a:lnTo>
                    <a:pt x="1171257" y="648713"/>
                  </a:lnTo>
                  <a:lnTo>
                    <a:pt x="1172329" y="647820"/>
                  </a:lnTo>
                  <a:lnTo>
                    <a:pt x="1173400" y="646927"/>
                  </a:lnTo>
                  <a:lnTo>
                    <a:pt x="1174472" y="646034"/>
                  </a:lnTo>
                  <a:lnTo>
                    <a:pt x="1175543" y="645140"/>
                  </a:lnTo>
                  <a:lnTo>
                    <a:pt x="1176615" y="644247"/>
                  </a:lnTo>
                  <a:lnTo>
                    <a:pt x="1177687" y="643353"/>
                  </a:lnTo>
                  <a:lnTo>
                    <a:pt x="1178758" y="642459"/>
                  </a:lnTo>
                  <a:lnTo>
                    <a:pt x="1179830" y="641564"/>
                  </a:lnTo>
                  <a:lnTo>
                    <a:pt x="1180901" y="640670"/>
                  </a:lnTo>
                  <a:lnTo>
                    <a:pt x="1181973" y="639775"/>
                  </a:lnTo>
                  <a:lnTo>
                    <a:pt x="1183045" y="638881"/>
                  </a:lnTo>
                  <a:lnTo>
                    <a:pt x="1184116" y="637986"/>
                  </a:lnTo>
                  <a:lnTo>
                    <a:pt x="1185188" y="637091"/>
                  </a:lnTo>
                  <a:lnTo>
                    <a:pt x="1186259" y="636195"/>
                  </a:lnTo>
                  <a:lnTo>
                    <a:pt x="1187331" y="635300"/>
                  </a:lnTo>
                  <a:lnTo>
                    <a:pt x="1188403" y="634405"/>
                  </a:lnTo>
                  <a:lnTo>
                    <a:pt x="1189474" y="633509"/>
                  </a:lnTo>
                  <a:lnTo>
                    <a:pt x="1190546" y="632613"/>
                  </a:lnTo>
                  <a:lnTo>
                    <a:pt x="1191617" y="631718"/>
                  </a:lnTo>
                  <a:lnTo>
                    <a:pt x="1192689" y="630822"/>
                  </a:lnTo>
                  <a:lnTo>
                    <a:pt x="1193761" y="629926"/>
                  </a:lnTo>
                  <a:lnTo>
                    <a:pt x="1194832" y="629030"/>
                  </a:lnTo>
                  <a:lnTo>
                    <a:pt x="1195904" y="628134"/>
                  </a:lnTo>
                  <a:lnTo>
                    <a:pt x="1196975" y="627238"/>
                  </a:lnTo>
                  <a:lnTo>
                    <a:pt x="1198047" y="626341"/>
                  </a:lnTo>
                  <a:lnTo>
                    <a:pt x="1199119" y="625445"/>
                  </a:lnTo>
                  <a:lnTo>
                    <a:pt x="1200190" y="624549"/>
                  </a:lnTo>
                  <a:lnTo>
                    <a:pt x="1201262" y="623653"/>
                  </a:lnTo>
                  <a:lnTo>
                    <a:pt x="1202333" y="622756"/>
                  </a:lnTo>
                  <a:lnTo>
                    <a:pt x="1203405" y="621860"/>
                  </a:lnTo>
                  <a:lnTo>
                    <a:pt x="1204477" y="620964"/>
                  </a:lnTo>
                  <a:lnTo>
                    <a:pt x="1205548" y="620068"/>
                  </a:lnTo>
                  <a:lnTo>
                    <a:pt x="1206620" y="619171"/>
                  </a:lnTo>
                  <a:lnTo>
                    <a:pt x="1207691" y="618275"/>
                  </a:lnTo>
                  <a:lnTo>
                    <a:pt x="1208763" y="617379"/>
                  </a:lnTo>
                  <a:lnTo>
                    <a:pt x="1209835" y="616483"/>
                  </a:lnTo>
                  <a:lnTo>
                    <a:pt x="1210906" y="615587"/>
                  </a:lnTo>
                  <a:lnTo>
                    <a:pt x="1211978" y="614691"/>
                  </a:lnTo>
                  <a:lnTo>
                    <a:pt x="1213049" y="613795"/>
                  </a:lnTo>
                  <a:lnTo>
                    <a:pt x="1214121" y="612899"/>
                  </a:lnTo>
                  <a:lnTo>
                    <a:pt x="1215193" y="612003"/>
                  </a:lnTo>
                  <a:lnTo>
                    <a:pt x="1216264" y="611107"/>
                  </a:lnTo>
                  <a:lnTo>
                    <a:pt x="1217336" y="610212"/>
                  </a:lnTo>
                  <a:lnTo>
                    <a:pt x="1218407" y="609316"/>
                  </a:lnTo>
                  <a:lnTo>
                    <a:pt x="1219479" y="608421"/>
                  </a:lnTo>
                  <a:lnTo>
                    <a:pt x="1220551" y="607526"/>
                  </a:lnTo>
                  <a:lnTo>
                    <a:pt x="1221622" y="606630"/>
                  </a:lnTo>
                  <a:lnTo>
                    <a:pt x="1222694" y="605736"/>
                  </a:lnTo>
                  <a:lnTo>
                    <a:pt x="1223765" y="604841"/>
                  </a:lnTo>
                  <a:lnTo>
                    <a:pt x="1224837" y="603946"/>
                  </a:lnTo>
                  <a:lnTo>
                    <a:pt x="1225909" y="603052"/>
                  </a:lnTo>
                  <a:lnTo>
                    <a:pt x="1226980" y="602157"/>
                  </a:lnTo>
                  <a:lnTo>
                    <a:pt x="1228052" y="601263"/>
                  </a:lnTo>
                  <a:lnTo>
                    <a:pt x="1229123" y="600369"/>
                  </a:lnTo>
                  <a:lnTo>
                    <a:pt x="1230195" y="599476"/>
                  </a:lnTo>
                  <a:lnTo>
                    <a:pt x="1231267" y="598582"/>
                  </a:lnTo>
                  <a:lnTo>
                    <a:pt x="1232338" y="597689"/>
                  </a:lnTo>
                  <a:lnTo>
                    <a:pt x="1233410" y="596796"/>
                  </a:lnTo>
                  <a:lnTo>
                    <a:pt x="1234481" y="595903"/>
                  </a:lnTo>
                  <a:lnTo>
                    <a:pt x="1235553" y="595011"/>
                  </a:lnTo>
                  <a:lnTo>
                    <a:pt x="1236625" y="594119"/>
                  </a:lnTo>
                  <a:lnTo>
                    <a:pt x="1237696" y="593227"/>
                  </a:lnTo>
                  <a:lnTo>
                    <a:pt x="1238768" y="592335"/>
                  </a:lnTo>
                  <a:lnTo>
                    <a:pt x="1239839" y="591444"/>
                  </a:lnTo>
                  <a:lnTo>
                    <a:pt x="1240911" y="590553"/>
                  </a:lnTo>
                  <a:lnTo>
                    <a:pt x="1241983" y="589662"/>
                  </a:lnTo>
                  <a:lnTo>
                    <a:pt x="1243054" y="588771"/>
                  </a:lnTo>
                  <a:lnTo>
                    <a:pt x="1244126" y="587881"/>
                  </a:lnTo>
                  <a:lnTo>
                    <a:pt x="1245197" y="586992"/>
                  </a:lnTo>
                  <a:lnTo>
                    <a:pt x="1246269" y="586102"/>
                  </a:lnTo>
                  <a:lnTo>
                    <a:pt x="1247340" y="585213"/>
                  </a:lnTo>
                  <a:lnTo>
                    <a:pt x="1248412" y="584324"/>
                  </a:lnTo>
                  <a:lnTo>
                    <a:pt x="1249484" y="583436"/>
                  </a:lnTo>
                  <a:lnTo>
                    <a:pt x="1250555" y="582548"/>
                  </a:lnTo>
                  <a:lnTo>
                    <a:pt x="1251627" y="581660"/>
                  </a:lnTo>
                  <a:lnTo>
                    <a:pt x="1252698" y="580773"/>
                  </a:lnTo>
                  <a:lnTo>
                    <a:pt x="1253770" y="579886"/>
                  </a:lnTo>
                  <a:lnTo>
                    <a:pt x="1254842" y="579000"/>
                  </a:lnTo>
                  <a:lnTo>
                    <a:pt x="1255913" y="578114"/>
                  </a:lnTo>
                  <a:lnTo>
                    <a:pt x="1256985" y="577229"/>
                  </a:lnTo>
                  <a:lnTo>
                    <a:pt x="1258056" y="576344"/>
                  </a:lnTo>
                  <a:lnTo>
                    <a:pt x="1259128" y="575459"/>
                  </a:lnTo>
                  <a:lnTo>
                    <a:pt x="1260200" y="574575"/>
                  </a:lnTo>
                  <a:lnTo>
                    <a:pt x="1261271" y="573691"/>
                  </a:lnTo>
                  <a:lnTo>
                    <a:pt x="1262343" y="572808"/>
                  </a:lnTo>
                  <a:lnTo>
                    <a:pt x="1263414" y="571926"/>
                  </a:lnTo>
                  <a:lnTo>
                    <a:pt x="1264486" y="571043"/>
                  </a:lnTo>
                  <a:lnTo>
                    <a:pt x="1265558" y="570162"/>
                  </a:lnTo>
                  <a:lnTo>
                    <a:pt x="1266629" y="569281"/>
                  </a:lnTo>
                  <a:lnTo>
                    <a:pt x="1267701" y="568400"/>
                  </a:lnTo>
                  <a:lnTo>
                    <a:pt x="1268772" y="567520"/>
                  </a:lnTo>
                  <a:lnTo>
                    <a:pt x="1269844" y="566641"/>
                  </a:lnTo>
                  <a:lnTo>
                    <a:pt x="1270916" y="565762"/>
                  </a:lnTo>
                  <a:lnTo>
                    <a:pt x="1271987" y="564883"/>
                  </a:lnTo>
                  <a:lnTo>
                    <a:pt x="1273059" y="564006"/>
                  </a:lnTo>
                  <a:lnTo>
                    <a:pt x="1274130" y="563128"/>
                  </a:lnTo>
                  <a:lnTo>
                    <a:pt x="1275202" y="562252"/>
                  </a:lnTo>
                  <a:lnTo>
                    <a:pt x="1276274" y="561376"/>
                  </a:lnTo>
                  <a:lnTo>
                    <a:pt x="1277345" y="560501"/>
                  </a:lnTo>
                  <a:lnTo>
                    <a:pt x="1278417" y="559626"/>
                  </a:lnTo>
                  <a:lnTo>
                    <a:pt x="1279488" y="558752"/>
                  </a:lnTo>
                  <a:lnTo>
                    <a:pt x="1280560" y="557878"/>
                  </a:lnTo>
                  <a:lnTo>
                    <a:pt x="1281632" y="557006"/>
                  </a:lnTo>
                  <a:lnTo>
                    <a:pt x="1282703" y="556134"/>
                  </a:lnTo>
                  <a:lnTo>
                    <a:pt x="1283775" y="555262"/>
                  </a:lnTo>
                  <a:lnTo>
                    <a:pt x="1284846" y="554392"/>
                  </a:lnTo>
                  <a:lnTo>
                    <a:pt x="1285918" y="553522"/>
                  </a:lnTo>
                  <a:lnTo>
                    <a:pt x="1286990" y="552652"/>
                  </a:lnTo>
                  <a:lnTo>
                    <a:pt x="1288061" y="551784"/>
                  </a:lnTo>
                  <a:lnTo>
                    <a:pt x="1289133" y="550916"/>
                  </a:lnTo>
                  <a:lnTo>
                    <a:pt x="1290204" y="550049"/>
                  </a:lnTo>
                  <a:lnTo>
                    <a:pt x="1291276" y="549182"/>
                  </a:lnTo>
                  <a:lnTo>
                    <a:pt x="1292348" y="548317"/>
                  </a:lnTo>
                  <a:lnTo>
                    <a:pt x="1293419" y="547452"/>
                  </a:lnTo>
                  <a:lnTo>
                    <a:pt x="1294491" y="546588"/>
                  </a:lnTo>
                  <a:lnTo>
                    <a:pt x="1295562" y="545725"/>
                  </a:lnTo>
                  <a:lnTo>
                    <a:pt x="1296634" y="544862"/>
                  </a:lnTo>
                  <a:lnTo>
                    <a:pt x="1297706" y="544001"/>
                  </a:lnTo>
                  <a:lnTo>
                    <a:pt x="1298777" y="543140"/>
                  </a:lnTo>
                  <a:lnTo>
                    <a:pt x="1299849" y="542280"/>
                  </a:lnTo>
                  <a:lnTo>
                    <a:pt x="1300920" y="541421"/>
                  </a:lnTo>
                  <a:lnTo>
                    <a:pt x="1301992" y="540563"/>
                  </a:lnTo>
                  <a:lnTo>
                    <a:pt x="1303064" y="539705"/>
                  </a:lnTo>
                  <a:lnTo>
                    <a:pt x="1304135" y="538849"/>
                  </a:lnTo>
                  <a:lnTo>
                    <a:pt x="1305207" y="537993"/>
                  </a:lnTo>
                  <a:lnTo>
                    <a:pt x="1306278" y="537138"/>
                  </a:lnTo>
                  <a:lnTo>
                    <a:pt x="1307350" y="536285"/>
                  </a:lnTo>
                  <a:lnTo>
                    <a:pt x="1308422" y="535432"/>
                  </a:lnTo>
                  <a:lnTo>
                    <a:pt x="1309493" y="534580"/>
                  </a:lnTo>
                  <a:lnTo>
                    <a:pt x="1310565" y="533729"/>
                  </a:lnTo>
                  <a:lnTo>
                    <a:pt x="1311636" y="532879"/>
                  </a:lnTo>
                  <a:lnTo>
                    <a:pt x="1312708" y="532029"/>
                  </a:lnTo>
                  <a:lnTo>
                    <a:pt x="1313780" y="531181"/>
                  </a:lnTo>
                  <a:lnTo>
                    <a:pt x="1314851" y="530334"/>
                  </a:lnTo>
                  <a:lnTo>
                    <a:pt x="1315923" y="529488"/>
                  </a:lnTo>
                  <a:lnTo>
                    <a:pt x="1316994" y="528643"/>
                  </a:lnTo>
                  <a:lnTo>
                    <a:pt x="1318066" y="527798"/>
                  </a:lnTo>
                  <a:lnTo>
                    <a:pt x="1319138" y="526955"/>
                  </a:lnTo>
                  <a:lnTo>
                    <a:pt x="1320209" y="526113"/>
                  </a:lnTo>
                  <a:lnTo>
                    <a:pt x="1321281" y="525272"/>
                  </a:lnTo>
                  <a:lnTo>
                    <a:pt x="1322352" y="524432"/>
                  </a:lnTo>
                  <a:lnTo>
                    <a:pt x="1323424" y="523593"/>
                  </a:lnTo>
                  <a:lnTo>
                    <a:pt x="1324496" y="522755"/>
                  </a:lnTo>
                  <a:lnTo>
                    <a:pt x="1325567" y="521918"/>
                  </a:lnTo>
                  <a:lnTo>
                    <a:pt x="1326639" y="521082"/>
                  </a:lnTo>
                  <a:lnTo>
                    <a:pt x="1327710" y="520248"/>
                  </a:lnTo>
                  <a:lnTo>
                    <a:pt x="1328782" y="519414"/>
                  </a:lnTo>
                  <a:lnTo>
                    <a:pt x="1329854" y="518582"/>
                  </a:lnTo>
                  <a:lnTo>
                    <a:pt x="1330925" y="517751"/>
                  </a:lnTo>
                  <a:lnTo>
                    <a:pt x="1331997" y="516921"/>
                  </a:lnTo>
                  <a:lnTo>
                    <a:pt x="1333068" y="516092"/>
                  </a:lnTo>
                  <a:lnTo>
                    <a:pt x="1334140" y="515264"/>
                  </a:lnTo>
                  <a:lnTo>
                    <a:pt x="1335212" y="514437"/>
                  </a:lnTo>
                  <a:lnTo>
                    <a:pt x="1336283" y="513612"/>
                  </a:lnTo>
                  <a:lnTo>
                    <a:pt x="1337355" y="512788"/>
                  </a:lnTo>
                  <a:lnTo>
                    <a:pt x="1338426" y="511965"/>
                  </a:lnTo>
                  <a:lnTo>
                    <a:pt x="1339498" y="511143"/>
                  </a:lnTo>
                  <a:lnTo>
                    <a:pt x="1340570" y="510323"/>
                  </a:lnTo>
                  <a:lnTo>
                    <a:pt x="1341641" y="509503"/>
                  </a:lnTo>
                  <a:lnTo>
                    <a:pt x="1342713" y="508685"/>
                  </a:lnTo>
                  <a:lnTo>
                    <a:pt x="1343784" y="507869"/>
                  </a:lnTo>
                  <a:lnTo>
                    <a:pt x="1344856" y="507053"/>
                  </a:lnTo>
                  <a:lnTo>
                    <a:pt x="1345928" y="506239"/>
                  </a:lnTo>
                  <a:lnTo>
                    <a:pt x="1346999" y="505426"/>
                  </a:lnTo>
                  <a:lnTo>
                    <a:pt x="1348071" y="504615"/>
                  </a:lnTo>
                  <a:lnTo>
                    <a:pt x="1349142" y="503805"/>
                  </a:lnTo>
                  <a:lnTo>
                    <a:pt x="1350214" y="502996"/>
                  </a:lnTo>
                  <a:lnTo>
                    <a:pt x="1351286" y="502188"/>
                  </a:lnTo>
                  <a:lnTo>
                    <a:pt x="1352357" y="501382"/>
                  </a:lnTo>
                  <a:lnTo>
                    <a:pt x="1353429" y="500577"/>
                  </a:lnTo>
                  <a:lnTo>
                    <a:pt x="1354500" y="499774"/>
                  </a:lnTo>
                  <a:lnTo>
                    <a:pt x="1355572" y="498972"/>
                  </a:lnTo>
                  <a:lnTo>
                    <a:pt x="1356644" y="498171"/>
                  </a:lnTo>
                  <a:lnTo>
                    <a:pt x="1357715" y="497372"/>
                  </a:lnTo>
                  <a:lnTo>
                    <a:pt x="1358787" y="496575"/>
                  </a:lnTo>
                  <a:lnTo>
                    <a:pt x="1359858" y="495778"/>
                  </a:lnTo>
                  <a:lnTo>
                    <a:pt x="1360930" y="494983"/>
                  </a:lnTo>
                  <a:lnTo>
                    <a:pt x="1362002" y="494190"/>
                  </a:lnTo>
                  <a:lnTo>
                    <a:pt x="1363073" y="493398"/>
                  </a:lnTo>
                  <a:lnTo>
                    <a:pt x="1364145" y="492608"/>
                  </a:lnTo>
                  <a:lnTo>
                    <a:pt x="1365216" y="491819"/>
                  </a:lnTo>
                  <a:lnTo>
                    <a:pt x="1366288" y="491031"/>
                  </a:lnTo>
                  <a:lnTo>
                    <a:pt x="1367360" y="490245"/>
                  </a:lnTo>
                  <a:lnTo>
                    <a:pt x="1368431" y="489461"/>
                  </a:lnTo>
                  <a:lnTo>
                    <a:pt x="1369503" y="488678"/>
                  </a:lnTo>
                  <a:lnTo>
                    <a:pt x="1370574" y="487897"/>
                  </a:lnTo>
                  <a:lnTo>
                    <a:pt x="1371646" y="487117"/>
                  </a:lnTo>
                  <a:lnTo>
                    <a:pt x="1372718" y="486339"/>
                  </a:lnTo>
                  <a:lnTo>
                    <a:pt x="1373789" y="485562"/>
                  </a:lnTo>
                  <a:lnTo>
                    <a:pt x="1374861" y="484787"/>
                  </a:lnTo>
                  <a:lnTo>
                    <a:pt x="1375932" y="484014"/>
                  </a:lnTo>
                  <a:lnTo>
                    <a:pt x="1377004" y="483242"/>
                  </a:lnTo>
                  <a:lnTo>
                    <a:pt x="1378076" y="482472"/>
                  </a:lnTo>
                  <a:lnTo>
                    <a:pt x="1379147" y="481704"/>
                  </a:lnTo>
                  <a:lnTo>
                    <a:pt x="1380219" y="480937"/>
                  </a:lnTo>
                  <a:lnTo>
                    <a:pt x="1381290" y="480172"/>
                  </a:lnTo>
                  <a:lnTo>
                    <a:pt x="1382362" y="479408"/>
                  </a:lnTo>
                  <a:lnTo>
                    <a:pt x="1383434" y="478647"/>
                  </a:lnTo>
                  <a:lnTo>
                    <a:pt x="1384505" y="477887"/>
                  </a:lnTo>
                  <a:lnTo>
                    <a:pt x="1385577" y="477128"/>
                  </a:lnTo>
                  <a:lnTo>
                    <a:pt x="1386648" y="476372"/>
                  </a:lnTo>
                  <a:lnTo>
                    <a:pt x="1387720" y="475617"/>
                  </a:lnTo>
                  <a:lnTo>
                    <a:pt x="1388792" y="474863"/>
                  </a:lnTo>
                  <a:lnTo>
                    <a:pt x="1389863" y="474112"/>
                  </a:lnTo>
                  <a:lnTo>
                    <a:pt x="1390935" y="473362"/>
                  </a:lnTo>
                  <a:lnTo>
                    <a:pt x="1392006" y="472614"/>
                  </a:lnTo>
                  <a:lnTo>
                    <a:pt x="1393078" y="471868"/>
                  </a:lnTo>
                  <a:lnTo>
                    <a:pt x="1394150" y="471124"/>
                  </a:lnTo>
                  <a:lnTo>
                    <a:pt x="1395221" y="470381"/>
                  </a:lnTo>
                  <a:lnTo>
                    <a:pt x="1396293" y="469640"/>
                  </a:lnTo>
                  <a:lnTo>
                    <a:pt x="1397364" y="468900"/>
                  </a:lnTo>
                  <a:lnTo>
                    <a:pt x="1398436" y="468163"/>
                  </a:lnTo>
                  <a:lnTo>
                    <a:pt x="1399508" y="467427"/>
                  </a:lnTo>
                  <a:lnTo>
                    <a:pt x="1400579" y="466693"/>
                  </a:lnTo>
                  <a:lnTo>
                    <a:pt x="1401651" y="465960"/>
                  </a:lnTo>
                  <a:lnTo>
                    <a:pt x="1402722" y="465229"/>
                  </a:lnTo>
                  <a:lnTo>
                    <a:pt x="1403794" y="464500"/>
                  </a:lnTo>
                  <a:lnTo>
                    <a:pt x="1404866" y="463773"/>
                  </a:lnTo>
                  <a:lnTo>
                    <a:pt x="1405937" y="463048"/>
                  </a:lnTo>
                  <a:lnTo>
                    <a:pt x="1407009" y="462324"/>
                  </a:lnTo>
                  <a:lnTo>
                    <a:pt x="1408080" y="461602"/>
                  </a:lnTo>
                  <a:lnTo>
                    <a:pt x="1409152" y="460881"/>
                  </a:lnTo>
                  <a:lnTo>
                    <a:pt x="1410224" y="460162"/>
                  </a:lnTo>
                  <a:lnTo>
                    <a:pt x="1411295" y="459445"/>
                  </a:lnTo>
                  <a:lnTo>
                    <a:pt x="1412367" y="458730"/>
                  </a:lnTo>
                  <a:lnTo>
                    <a:pt x="1413438" y="458017"/>
                  </a:lnTo>
                  <a:lnTo>
                    <a:pt x="1414510" y="457305"/>
                  </a:lnTo>
                  <a:lnTo>
                    <a:pt x="1415582" y="456595"/>
                  </a:lnTo>
                  <a:lnTo>
                    <a:pt x="1416653" y="455886"/>
                  </a:lnTo>
                  <a:lnTo>
                    <a:pt x="1417725" y="455179"/>
                  </a:lnTo>
                  <a:lnTo>
                    <a:pt x="1418796" y="454474"/>
                  </a:lnTo>
                  <a:lnTo>
                    <a:pt x="1419868" y="453771"/>
                  </a:lnTo>
                  <a:lnTo>
                    <a:pt x="1420939" y="453069"/>
                  </a:lnTo>
                  <a:lnTo>
                    <a:pt x="1422011" y="452370"/>
                  </a:lnTo>
                  <a:lnTo>
                    <a:pt x="1423083" y="451671"/>
                  </a:lnTo>
                  <a:lnTo>
                    <a:pt x="1424154" y="450975"/>
                  </a:lnTo>
                  <a:lnTo>
                    <a:pt x="1425226" y="450280"/>
                  </a:lnTo>
                  <a:lnTo>
                    <a:pt x="1426297" y="449587"/>
                  </a:lnTo>
                  <a:lnTo>
                    <a:pt x="1427369" y="448896"/>
                  </a:lnTo>
                  <a:lnTo>
                    <a:pt x="1428441" y="448206"/>
                  </a:lnTo>
                  <a:lnTo>
                    <a:pt x="1429512" y="447518"/>
                  </a:lnTo>
                  <a:lnTo>
                    <a:pt x="1430584" y="446831"/>
                  </a:lnTo>
                  <a:lnTo>
                    <a:pt x="1431655" y="446147"/>
                  </a:lnTo>
                  <a:lnTo>
                    <a:pt x="1432727" y="445464"/>
                  </a:lnTo>
                  <a:lnTo>
                    <a:pt x="1433799" y="444783"/>
                  </a:lnTo>
                  <a:lnTo>
                    <a:pt x="1434870" y="444103"/>
                  </a:lnTo>
                  <a:lnTo>
                    <a:pt x="1435942" y="443425"/>
                  </a:lnTo>
                  <a:lnTo>
                    <a:pt x="1437013" y="442749"/>
                  </a:lnTo>
                  <a:lnTo>
                    <a:pt x="1438085" y="442074"/>
                  </a:lnTo>
                  <a:lnTo>
                    <a:pt x="1439157" y="441402"/>
                  </a:lnTo>
                  <a:lnTo>
                    <a:pt x="1440228" y="440731"/>
                  </a:lnTo>
                  <a:lnTo>
                    <a:pt x="1441300" y="440061"/>
                  </a:lnTo>
                  <a:lnTo>
                    <a:pt x="1442371" y="439393"/>
                  </a:lnTo>
                  <a:lnTo>
                    <a:pt x="1443443" y="438727"/>
                  </a:lnTo>
                  <a:lnTo>
                    <a:pt x="1444515" y="438063"/>
                  </a:lnTo>
                  <a:lnTo>
                    <a:pt x="1445586" y="437400"/>
                  </a:lnTo>
                  <a:lnTo>
                    <a:pt x="1446658" y="436739"/>
                  </a:lnTo>
                  <a:lnTo>
                    <a:pt x="1447729" y="436080"/>
                  </a:lnTo>
                  <a:lnTo>
                    <a:pt x="1448801" y="435422"/>
                  </a:lnTo>
                  <a:lnTo>
                    <a:pt x="1449873" y="434766"/>
                  </a:lnTo>
                  <a:lnTo>
                    <a:pt x="1450944" y="434111"/>
                  </a:lnTo>
                  <a:lnTo>
                    <a:pt x="1452016" y="433459"/>
                  </a:lnTo>
                  <a:lnTo>
                    <a:pt x="1453087" y="432808"/>
                  </a:lnTo>
                  <a:lnTo>
                    <a:pt x="1454159" y="432158"/>
                  </a:lnTo>
                  <a:lnTo>
                    <a:pt x="1455231" y="431510"/>
                  </a:lnTo>
                  <a:lnTo>
                    <a:pt x="1456302" y="430864"/>
                  </a:lnTo>
                  <a:lnTo>
                    <a:pt x="1457374" y="430220"/>
                  </a:lnTo>
                  <a:lnTo>
                    <a:pt x="1458445" y="429577"/>
                  </a:lnTo>
                  <a:lnTo>
                    <a:pt x="1459517" y="428936"/>
                  </a:lnTo>
                  <a:lnTo>
                    <a:pt x="1460589" y="428297"/>
                  </a:lnTo>
                  <a:lnTo>
                    <a:pt x="1461660" y="427659"/>
                  </a:lnTo>
                  <a:lnTo>
                    <a:pt x="1462732" y="427023"/>
                  </a:lnTo>
                  <a:lnTo>
                    <a:pt x="1463803" y="426388"/>
                  </a:lnTo>
                  <a:lnTo>
                    <a:pt x="1464875" y="425755"/>
                  </a:lnTo>
                  <a:lnTo>
                    <a:pt x="1465947" y="425124"/>
                  </a:lnTo>
                  <a:lnTo>
                    <a:pt x="1467018" y="424494"/>
                  </a:lnTo>
                  <a:lnTo>
                    <a:pt x="1468090" y="423866"/>
                  </a:lnTo>
                  <a:lnTo>
                    <a:pt x="1469161" y="423240"/>
                  </a:lnTo>
                  <a:lnTo>
                    <a:pt x="1470233" y="422616"/>
                  </a:lnTo>
                  <a:lnTo>
                    <a:pt x="1471305" y="421992"/>
                  </a:lnTo>
                  <a:lnTo>
                    <a:pt x="1472376" y="421371"/>
                  </a:lnTo>
                  <a:lnTo>
                    <a:pt x="1473448" y="420751"/>
                  </a:lnTo>
                  <a:lnTo>
                    <a:pt x="1474519" y="420133"/>
                  </a:lnTo>
                  <a:lnTo>
                    <a:pt x="1475591" y="419517"/>
                  </a:lnTo>
                  <a:lnTo>
                    <a:pt x="1476663" y="418902"/>
                  </a:lnTo>
                  <a:lnTo>
                    <a:pt x="1477734" y="418289"/>
                  </a:lnTo>
                  <a:lnTo>
                    <a:pt x="1478806" y="417677"/>
                  </a:lnTo>
                  <a:lnTo>
                    <a:pt x="1479877" y="417067"/>
                  </a:lnTo>
                  <a:lnTo>
                    <a:pt x="1480949" y="416459"/>
                  </a:lnTo>
                  <a:lnTo>
                    <a:pt x="1482021" y="415852"/>
                  </a:lnTo>
                  <a:lnTo>
                    <a:pt x="1483092" y="415247"/>
                  </a:lnTo>
                  <a:lnTo>
                    <a:pt x="1484164" y="414643"/>
                  </a:lnTo>
                  <a:lnTo>
                    <a:pt x="1485235" y="414041"/>
                  </a:lnTo>
                  <a:lnTo>
                    <a:pt x="1486307" y="413441"/>
                  </a:lnTo>
                  <a:lnTo>
                    <a:pt x="1487379" y="412842"/>
                  </a:lnTo>
                  <a:lnTo>
                    <a:pt x="1488450" y="412245"/>
                  </a:lnTo>
                  <a:lnTo>
                    <a:pt x="1489522" y="411650"/>
                  </a:lnTo>
                  <a:lnTo>
                    <a:pt x="1490593" y="411056"/>
                  </a:lnTo>
                  <a:lnTo>
                    <a:pt x="1491665" y="410464"/>
                  </a:lnTo>
                  <a:lnTo>
                    <a:pt x="1492737" y="409873"/>
                  </a:lnTo>
                  <a:lnTo>
                    <a:pt x="1493808" y="409284"/>
                  </a:lnTo>
                  <a:lnTo>
                    <a:pt x="1494880" y="408696"/>
                  </a:lnTo>
                  <a:lnTo>
                    <a:pt x="1495951" y="408110"/>
                  </a:lnTo>
                  <a:lnTo>
                    <a:pt x="1497023" y="407526"/>
                  </a:lnTo>
                  <a:lnTo>
                    <a:pt x="1498095" y="406943"/>
                  </a:lnTo>
                  <a:lnTo>
                    <a:pt x="1499166" y="406362"/>
                  </a:lnTo>
                  <a:lnTo>
                    <a:pt x="1500238" y="405783"/>
                  </a:lnTo>
                  <a:lnTo>
                    <a:pt x="1501309" y="405205"/>
                  </a:lnTo>
                  <a:lnTo>
                    <a:pt x="1502381" y="404628"/>
                  </a:lnTo>
                  <a:lnTo>
                    <a:pt x="1503453" y="404054"/>
                  </a:lnTo>
                  <a:lnTo>
                    <a:pt x="1504524" y="403480"/>
                  </a:lnTo>
                  <a:lnTo>
                    <a:pt x="1505596" y="402909"/>
                  </a:lnTo>
                  <a:lnTo>
                    <a:pt x="1506667" y="402339"/>
                  </a:lnTo>
                  <a:lnTo>
                    <a:pt x="1507739" y="401770"/>
                  </a:lnTo>
                  <a:lnTo>
                    <a:pt x="1508811" y="401203"/>
                  </a:lnTo>
                  <a:lnTo>
                    <a:pt x="1509882" y="400638"/>
                  </a:lnTo>
                  <a:lnTo>
                    <a:pt x="1510954" y="400074"/>
                  </a:lnTo>
                  <a:lnTo>
                    <a:pt x="1512025" y="399512"/>
                  </a:lnTo>
                  <a:lnTo>
                    <a:pt x="1513097" y="398951"/>
                  </a:lnTo>
                  <a:lnTo>
                    <a:pt x="1514169" y="398392"/>
                  </a:lnTo>
                  <a:lnTo>
                    <a:pt x="1515240" y="397834"/>
                  </a:lnTo>
                  <a:lnTo>
                    <a:pt x="1516312" y="397278"/>
                  </a:lnTo>
                  <a:lnTo>
                    <a:pt x="1517383" y="396724"/>
                  </a:lnTo>
                  <a:lnTo>
                    <a:pt x="1518455" y="396171"/>
                  </a:lnTo>
                  <a:lnTo>
                    <a:pt x="1519527" y="395619"/>
                  </a:lnTo>
                  <a:lnTo>
                    <a:pt x="1520598" y="395069"/>
                  </a:lnTo>
                  <a:lnTo>
                    <a:pt x="1521670" y="394521"/>
                  </a:lnTo>
                  <a:lnTo>
                    <a:pt x="1522741" y="393974"/>
                  </a:lnTo>
                  <a:lnTo>
                    <a:pt x="1523813" y="393429"/>
                  </a:lnTo>
                  <a:lnTo>
                    <a:pt x="1524885" y="392885"/>
                  </a:lnTo>
                  <a:lnTo>
                    <a:pt x="1525956" y="392343"/>
                  </a:lnTo>
                  <a:lnTo>
                    <a:pt x="1527028" y="391802"/>
                  </a:lnTo>
                  <a:lnTo>
                    <a:pt x="1528099" y="391263"/>
                  </a:lnTo>
                  <a:lnTo>
                    <a:pt x="1529171" y="390726"/>
                  </a:lnTo>
                  <a:lnTo>
                    <a:pt x="1530243" y="390190"/>
                  </a:lnTo>
                  <a:lnTo>
                    <a:pt x="1531314" y="389655"/>
                  </a:lnTo>
                  <a:lnTo>
                    <a:pt x="1532386" y="389122"/>
                  </a:lnTo>
                  <a:lnTo>
                    <a:pt x="1533457" y="388590"/>
                  </a:lnTo>
                  <a:lnTo>
                    <a:pt x="1534529" y="388060"/>
                  </a:lnTo>
                  <a:lnTo>
                    <a:pt x="1535601" y="387532"/>
                  </a:lnTo>
                  <a:lnTo>
                    <a:pt x="1536672" y="387005"/>
                  </a:lnTo>
                  <a:lnTo>
                    <a:pt x="1537744" y="386479"/>
                  </a:lnTo>
                  <a:lnTo>
                    <a:pt x="1538815" y="385955"/>
                  </a:lnTo>
                  <a:lnTo>
                    <a:pt x="1539887" y="385433"/>
                  </a:lnTo>
                  <a:lnTo>
                    <a:pt x="1540959" y="384911"/>
                  </a:lnTo>
                  <a:lnTo>
                    <a:pt x="1542030" y="384392"/>
                  </a:lnTo>
                  <a:lnTo>
                    <a:pt x="1543102" y="383874"/>
                  </a:lnTo>
                  <a:lnTo>
                    <a:pt x="1544173" y="383357"/>
                  </a:lnTo>
                  <a:lnTo>
                    <a:pt x="1545245" y="382842"/>
                  </a:lnTo>
                  <a:lnTo>
                    <a:pt x="1546317" y="382329"/>
                  </a:lnTo>
                  <a:lnTo>
                    <a:pt x="1547388" y="381816"/>
                  </a:lnTo>
                  <a:lnTo>
                    <a:pt x="1548460" y="381306"/>
                  </a:lnTo>
                  <a:lnTo>
                    <a:pt x="1549531" y="380797"/>
                  </a:lnTo>
                  <a:lnTo>
                    <a:pt x="1550603" y="380289"/>
                  </a:lnTo>
                  <a:lnTo>
                    <a:pt x="1551675" y="379783"/>
                  </a:lnTo>
                  <a:lnTo>
                    <a:pt x="1552746" y="379278"/>
                  </a:lnTo>
                  <a:lnTo>
                    <a:pt x="1553818" y="378775"/>
                  </a:lnTo>
                  <a:lnTo>
                    <a:pt x="1554889" y="378273"/>
                  </a:lnTo>
                  <a:lnTo>
                    <a:pt x="1555961" y="377772"/>
                  </a:lnTo>
                  <a:lnTo>
                    <a:pt x="1557033" y="377273"/>
                  </a:lnTo>
                  <a:lnTo>
                    <a:pt x="1558104" y="376776"/>
                  </a:lnTo>
                  <a:lnTo>
                    <a:pt x="1559176" y="376280"/>
                  </a:lnTo>
                  <a:lnTo>
                    <a:pt x="1560247" y="375785"/>
                  </a:lnTo>
                  <a:lnTo>
                    <a:pt x="1561319" y="375292"/>
                  </a:lnTo>
                  <a:lnTo>
                    <a:pt x="1562391" y="374801"/>
                  </a:lnTo>
                  <a:lnTo>
                    <a:pt x="1563462" y="374310"/>
                  </a:lnTo>
                  <a:lnTo>
                    <a:pt x="1564534" y="373821"/>
                  </a:lnTo>
                  <a:lnTo>
                    <a:pt x="1565605" y="373334"/>
                  </a:lnTo>
                  <a:lnTo>
                    <a:pt x="1566677" y="372848"/>
                  </a:lnTo>
                  <a:lnTo>
                    <a:pt x="1567749" y="372364"/>
                  </a:lnTo>
                  <a:lnTo>
                    <a:pt x="1568820" y="371880"/>
                  </a:lnTo>
                  <a:lnTo>
                    <a:pt x="1569892" y="371399"/>
                  </a:lnTo>
                  <a:lnTo>
                    <a:pt x="1570963" y="370919"/>
                  </a:lnTo>
                  <a:lnTo>
                    <a:pt x="1572035" y="370440"/>
                  </a:lnTo>
                  <a:lnTo>
                    <a:pt x="1573107" y="369962"/>
                  </a:lnTo>
                  <a:lnTo>
                    <a:pt x="1574178" y="369486"/>
                  </a:lnTo>
                  <a:lnTo>
                    <a:pt x="1575250" y="369012"/>
                  </a:lnTo>
                  <a:lnTo>
                    <a:pt x="1576321" y="368538"/>
                  </a:lnTo>
                  <a:lnTo>
                    <a:pt x="1577393" y="368067"/>
                  </a:lnTo>
                  <a:lnTo>
                    <a:pt x="1578465" y="367596"/>
                  </a:lnTo>
                  <a:lnTo>
                    <a:pt x="1579536" y="367127"/>
                  </a:lnTo>
                  <a:lnTo>
                    <a:pt x="1580608" y="366660"/>
                  </a:lnTo>
                  <a:lnTo>
                    <a:pt x="1581679" y="366193"/>
                  </a:lnTo>
                  <a:lnTo>
                    <a:pt x="1582751" y="365728"/>
                  </a:lnTo>
                  <a:lnTo>
                    <a:pt x="1583823" y="365265"/>
                  </a:lnTo>
                  <a:lnTo>
                    <a:pt x="1584894" y="364803"/>
                  </a:lnTo>
                  <a:lnTo>
                    <a:pt x="1585966" y="364342"/>
                  </a:lnTo>
                  <a:lnTo>
                    <a:pt x="1587037" y="363883"/>
                  </a:lnTo>
                  <a:lnTo>
                    <a:pt x="1588109" y="363425"/>
                  </a:lnTo>
                  <a:lnTo>
                    <a:pt x="1589181" y="362968"/>
                  </a:lnTo>
                  <a:lnTo>
                    <a:pt x="1590252" y="362513"/>
                  </a:lnTo>
                  <a:lnTo>
                    <a:pt x="1591324" y="362059"/>
                  </a:lnTo>
                  <a:lnTo>
                    <a:pt x="1592395" y="361607"/>
                  </a:lnTo>
                  <a:lnTo>
                    <a:pt x="1593467" y="361156"/>
                  </a:lnTo>
                  <a:lnTo>
                    <a:pt x="1594539" y="360706"/>
                  </a:lnTo>
                  <a:lnTo>
                    <a:pt x="1595610" y="360257"/>
                  </a:lnTo>
                  <a:lnTo>
                    <a:pt x="1596682" y="359810"/>
                  </a:lnTo>
                  <a:lnTo>
                    <a:pt x="1597753" y="359365"/>
                  </a:lnTo>
                  <a:lnTo>
                    <a:pt x="1598825" y="358920"/>
                  </a:lnTo>
                  <a:lnTo>
                    <a:pt x="1599896" y="358477"/>
                  </a:lnTo>
                  <a:lnTo>
                    <a:pt x="1600968" y="358035"/>
                  </a:lnTo>
                  <a:lnTo>
                    <a:pt x="1602040" y="357595"/>
                  </a:lnTo>
                  <a:lnTo>
                    <a:pt x="1603111" y="357156"/>
                  </a:lnTo>
                  <a:lnTo>
                    <a:pt x="1604183" y="356718"/>
                  </a:lnTo>
                  <a:lnTo>
                    <a:pt x="1605254" y="356282"/>
                  </a:lnTo>
                  <a:lnTo>
                    <a:pt x="1606326" y="355847"/>
                  </a:lnTo>
                  <a:lnTo>
                    <a:pt x="1607398" y="355413"/>
                  </a:lnTo>
                  <a:lnTo>
                    <a:pt x="1608469" y="354980"/>
                  </a:lnTo>
                  <a:lnTo>
                    <a:pt x="1609541" y="354549"/>
                  </a:lnTo>
                  <a:lnTo>
                    <a:pt x="1610612" y="354119"/>
                  </a:lnTo>
                  <a:lnTo>
                    <a:pt x="1611684" y="353691"/>
                  </a:lnTo>
                  <a:lnTo>
                    <a:pt x="1612756" y="353264"/>
                  </a:lnTo>
                  <a:lnTo>
                    <a:pt x="1613827" y="352838"/>
                  </a:lnTo>
                  <a:lnTo>
                    <a:pt x="1614899" y="352413"/>
                  </a:lnTo>
                  <a:lnTo>
                    <a:pt x="1615970" y="351990"/>
                  </a:lnTo>
                  <a:lnTo>
                    <a:pt x="1617042" y="351568"/>
                  </a:lnTo>
                  <a:lnTo>
                    <a:pt x="1618114" y="351147"/>
                  </a:lnTo>
                  <a:lnTo>
                    <a:pt x="1619185" y="350727"/>
                  </a:lnTo>
                  <a:lnTo>
                    <a:pt x="1620257" y="350309"/>
                  </a:lnTo>
                  <a:lnTo>
                    <a:pt x="1621328" y="349892"/>
                  </a:lnTo>
                  <a:lnTo>
                    <a:pt x="1622400" y="349476"/>
                  </a:lnTo>
                  <a:lnTo>
                    <a:pt x="1623472" y="349062"/>
                  </a:lnTo>
                  <a:lnTo>
                    <a:pt x="1624543" y="348649"/>
                  </a:lnTo>
                  <a:lnTo>
                    <a:pt x="1625615" y="348237"/>
                  </a:lnTo>
                  <a:lnTo>
                    <a:pt x="1626686" y="347826"/>
                  </a:lnTo>
                  <a:lnTo>
                    <a:pt x="1627758" y="347417"/>
                  </a:lnTo>
                  <a:lnTo>
                    <a:pt x="1628830" y="347009"/>
                  </a:lnTo>
                  <a:lnTo>
                    <a:pt x="1629901" y="346602"/>
                  </a:lnTo>
                  <a:lnTo>
                    <a:pt x="1630973" y="346196"/>
                  </a:lnTo>
                  <a:lnTo>
                    <a:pt x="1632044" y="345792"/>
                  </a:lnTo>
                  <a:lnTo>
                    <a:pt x="1633116" y="345389"/>
                  </a:lnTo>
                  <a:lnTo>
                    <a:pt x="1634188" y="344987"/>
                  </a:lnTo>
                  <a:lnTo>
                    <a:pt x="1635259" y="344586"/>
                  </a:lnTo>
                  <a:lnTo>
                    <a:pt x="1636331" y="344187"/>
                  </a:lnTo>
                  <a:lnTo>
                    <a:pt x="1637402" y="343788"/>
                  </a:lnTo>
                  <a:lnTo>
                    <a:pt x="1638474" y="343391"/>
                  </a:lnTo>
                  <a:lnTo>
                    <a:pt x="1639546" y="342995"/>
                  </a:lnTo>
                  <a:lnTo>
                    <a:pt x="1640617" y="342601"/>
                  </a:lnTo>
                  <a:lnTo>
                    <a:pt x="1641689" y="342208"/>
                  </a:lnTo>
                  <a:lnTo>
                    <a:pt x="1642760" y="341815"/>
                  </a:lnTo>
                  <a:lnTo>
                    <a:pt x="1643832" y="341424"/>
                  </a:lnTo>
                  <a:lnTo>
                    <a:pt x="1644904" y="341035"/>
                  </a:lnTo>
                  <a:lnTo>
                    <a:pt x="1645975" y="340646"/>
                  </a:lnTo>
                  <a:lnTo>
                    <a:pt x="1647047" y="340259"/>
                  </a:lnTo>
                  <a:lnTo>
                    <a:pt x="1648118" y="339872"/>
                  </a:lnTo>
                  <a:lnTo>
                    <a:pt x="1649190" y="339487"/>
                  </a:lnTo>
                  <a:lnTo>
                    <a:pt x="1650262" y="339104"/>
                  </a:lnTo>
                  <a:lnTo>
                    <a:pt x="1651333" y="338721"/>
                  </a:lnTo>
                  <a:lnTo>
                    <a:pt x="1652405" y="338340"/>
                  </a:lnTo>
                  <a:lnTo>
                    <a:pt x="1653476" y="337959"/>
                  </a:lnTo>
                  <a:lnTo>
                    <a:pt x="1654548" y="337580"/>
                  </a:lnTo>
                  <a:lnTo>
                    <a:pt x="1655620" y="337202"/>
                  </a:lnTo>
                  <a:lnTo>
                    <a:pt x="1656691" y="336825"/>
                  </a:lnTo>
                  <a:lnTo>
                    <a:pt x="1657763" y="336450"/>
                  </a:lnTo>
                  <a:lnTo>
                    <a:pt x="1658834" y="336075"/>
                  </a:lnTo>
                  <a:lnTo>
                    <a:pt x="1659906" y="335702"/>
                  </a:lnTo>
                  <a:lnTo>
                    <a:pt x="1660978" y="335330"/>
                  </a:lnTo>
                  <a:lnTo>
                    <a:pt x="1662049" y="334959"/>
                  </a:lnTo>
                  <a:lnTo>
                    <a:pt x="1663121" y="334589"/>
                  </a:lnTo>
                  <a:lnTo>
                    <a:pt x="1664192" y="334220"/>
                  </a:lnTo>
                  <a:lnTo>
                    <a:pt x="1665264" y="333852"/>
                  </a:lnTo>
                  <a:lnTo>
                    <a:pt x="1666336" y="333486"/>
                  </a:lnTo>
                  <a:lnTo>
                    <a:pt x="1667407" y="333121"/>
                  </a:lnTo>
                  <a:lnTo>
                    <a:pt x="1668479" y="332756"/>
                  </a:lnTo>
                  <a:lnTo>
                    <a:pt x="1669550" y="332393"/>
                  </a:lnTo>
                  <a:lnTo>
                    <a:pt x="1670622" y="332031"/>
                  </a:lnTo>
                  <a:lnTo>
                    <a:pt x="1671694" y="331670"/>
                  </a:lnTo>
                  <a:lnTo>
                    <a:pt x="1672765" y="331310"/>
                  </a:lnTo>
                  <a:lnTo>
                    <a:pt x="1673837" y="330952"/>
                  </a:lnTo>
                  <a:lnTo>
                    <a:pt x="1674908" y="330594"/>
                  </a:lnTo>
                  <a:lnTo>
                    <a:pt x="1675980" y="330238"/>
                  </a:lnTo>
                  <a:lnTo>
                    <a:pt x="1677052" y="329882"/>
                  </a:lnTo>
                  <a:lnTo>
                    <a:pt x="1678123" y="329528"/>
                  </a:lnTo>
                  <a:lnTo>
                    <a:pt x="1679195" y="329175"/>
                  </a:lnTo>
                  <a:lnTo>
                    <a:pt x="1680266" y="328823"/>
                  </a:lnTo>
                  <a:lnTo>
                    <a:pt x="1681338" y="328471"/>
                  </a:lnTo>
                  <a:lnTo>
                    <a:pt x="1682410" y="328121"/>
                  </a:lnTo>
                  <a:lnTo>
                    <a:pt x="1683481" y="327773"/>
                  </a:lnTo>
                  <a:lnTo>
                    <a:pt x="1684553" y="327425"/>
                  </a:lnTo>
                  <a:lnTo>
                    <a:pt x="1685624" y="327078"/>
                  </a:lnTo>
                  <a:lnTo>
                    <a:pt x="1686696" y="326732"/>
                  </a:lnTo>
                  <a:lnTo>
                    <a:pt x="1687768" y="326388"/>
                  </a:lnTo>
                  <a:lnTo>
                    <a:pt x="1688839" y="326044"/>
                  </a:lnTo>
                  <a:lnTo>
                    <a:pt x="1689911" y="325701"/>
                  </a:lnTo>
                  <a:lnTo>
                    <a:pt x="1690982" y="325360"/>
                  </a:lnTo>
                  <a:lnTo>
                    <a:pt x="1692054" y="325019"/>
                  </a:lnTo>
                  <a:lnTo>
                    <a:pt x="1693126" y="324680"/>
                  </a:lnTo>
                  <a:lnTo>
                    <a:pt x="1694197" y="324341"/>
                  </a:lnTo>
                  <a:lnTo>
                    <a:pt x="1695269" y="324004"/>
                  </a:lnTo>
                  <a:lnTo>
                    <a:pt x="1696340" y="323668"/>
                  </a:lnTo>
                  <a:lnTo>
                    <a:pt x="1697412" y="323332"/>
                  </a:lnTo>
                  <a:lnTo>
                    <a:pt x="1698484" y="322998"/>
                  </a:lnTo>
                  <a:lnTo>
                    <a:pt x="1699555" y="322665"/>
                  </a:lnTo>
                  <a:lnTo>
                    <a:pt x="1700627" y="322332"/>
                  </a:lnTo>
                  <a:lnTo>
                    <a:pt x="1701698" y="322001"/>
                  </a:lnTo>
                  <a:lnTo>
                    <a:pt x="1702770" y="321671"/>
                  </a:lnTo>
                  <a:lnTo>
                    <a:pt x="1703842" y="321342"/>
                  </a:lnTo>
                  <a:lnTo>
                    <a:pt x="1704913" y="321013"/>
                  </a:lnTo>
                  <a:lnTo>
                    <a:pt x="1705985" y="320686"/>
                  </a:lnTo>
                  <a:lnTo>
                    <a:pt x="1707056" y="320360"/>
                  </a:lnTo>
                  <a:lnTo>
                    <a:pt x="1708128" y="320034"/>
                  </a:lnTo>
                  <a:lnTo>
                    <a:pt x="1709200" y="319710"/>
                  </a:lnTo>
                  <a:lnTo>
                    <a:pt x="1710271" y="319387"/>
                  </a:lnTo>
                  <a:lnTo>
                    <a:pt x="1711343" y="319064"/>
                  </a:lnTo>
                  <a:lnTo>
                    <a:pt x="1712414" y="318743"/>
                  </a:lnTo>
                  <a:lnTo>
                    <a:pt x="1713486" y="318422"/>
                  </a:lnTo>
                  <a:lnTo>
                    <a:pt x="1714558" y="318103"/>
                  </a:lnTo>
                  <a:lnTo>
                    <a:pt x="1715629" y="317784"/>
                  </a:lnTo>
                  <a:lnTo>
                    <a:pt x="1716701" y="317467"/>
                  </a:lnTo>
                  <a:lnTo>
                    <a:pt x="1717772" y="317150"/>
                  </a:lnTo>
                  <a:lnTo>
                    <a:pt x="1718844" y="316834"/>
                  </a:lnTo>
                  <a:lnTo>
                    <a:pt x="1719916" y="316519"/>
                  </a:lnTo>
                  <a:lnTo>
                    <a:pt x="1720987" y="316206"/>
                  </a:lnTo>
                  <a:lnTo>
                    <a:pt x="1722059" y="315893"/>
                  </a:lnTo>
                  <a:lnTo>
                    <a:pt x="1723130" y="315581"/>
                  </a:lnTo>
                  <a:lnTo>
                    <a:pt x="1724202" y="315270"/>
                  </a:lnTo>
                  <a:lnTo>
                    <a:pt x="1725274" y="314960"/>
                  </a:lnTo>
                  <a:lnTo>
                    <a:pt x="1726345" y="314650"/>
                  </a:lnTo>
                  <a:lnTo>
                    <a:pt x="1727417" y="314342"/>
                  </a:lnTo>
                  <a:lnTo>
                    <a:pt x="1728488" y="314035"/>
                  </a:lnTo>
                  <a:lnTo>
                    <a:pt x="1729560" y="313728"/>
                  </a:lnTo>
                  <a:lnTo>
                    <a:pt x="1730632" y="313423"/>
                  </a:lnTo>
                  <a:lnTo>
                    <a:pt x="1731703" y="313118"/>
                  </a:lnTo>
                  <a:lnTo>
                    <a:pt x="1732775" y="312814"/>
                  </a:lnTo>
                  <a:lnTo>
                    <a:pt x="1733846" y="312511"/>
                  </a:lnTo>
                  <a:lnTo>
                    <a:pt x="1734918" y="312209"/>
                  </a:lnTo>
                  <a:lnTo>
                    <a:pt x="1735990" y="311908"/>
                  </a:lnTo>
                  <a:lnTo>
                    <a:pt x="1737061" y="311608"/>
                  </a:lnTo>
                  <a:lnTo>
                    <a:pt x="1738133" y="311308"/>
                  </a:lnTo>
                  <a:lnTo>
                    <a:pt x="1739204" y="311010"/>
                  </a:lnTo>
                  <a:lnTo>
                    <a:pt x="1740276" y="310712"/>
                  </a:lnTo>
                  <a:lnTo>
                    <a:pt x="1741348" y="310416"/>
                  </a:lnTo>
                  <a:lnTo>
                    <a:pt x="1742419" y="310120"/>
                  </a:lnTo>
                  <a:lnTo>
                    <a:pt x="1743491" y="309825"/>
                  </a:lnTo>
                  <a:lnTo>
                    <a:pt x="1744562" y="309530"/>
                  </a:lnTo>
                  <a:lnTo>
                    <a:pt x="1745634" y="309237"/>
                  </a:lnTo>
                  <a:lnTo>
                    <a:pt x="1746706" y="308944"/>
                  </a:lnTo>
                  <a:lnTo>
                    <a:pt x="1747777" y="308653"/>
                  </a:lnTo>
                  <a:lnTo>
                    <a:pt x="1748849" y="308362"/>
                  </a:lnTo>
                  <a:lnTo>
                    <a:pt x="1749920" y="308072"/>
                  </a:lnTo>
                  <a:lnTo>
                    <a:pt x="1750992" y="307783"/>
                  </a:lnTo>
                  <a:lnTo>
                    <a:pt x="1752064" y="307494"/>
                  </a:lnTo>
                  <a:lnTo>
                    <a:pt x="1753135" y="307207"/>
                  </a:lnTo>
                  <a:lnTo>
                    <a:pt x="1754207" y="306920"/>
                  </a:lnTo>
                  <a:lnTo>
                    <a:pt x="1755278" y="306634"/>
                  </a:lnTo>
                  <a:lnTo>
                    <a:pt x="1756350" y="306349"/>
                  </a:lnTo>
                  <a:lnTo>
                    <a:pt x="1757422" y="306064"/>
                  </a:lnTo>
                  <a:lnTo>
                    <a:pt x="1758493" y="305781"/>
                  </a:lnTo>
                  <a:lnTo>
                    <a:pt x="1759565" y="305498"/>
                  </a:lnTo>
                  <a:lnTo>
                    <a:pt x="1760636" y="305216"/>
                  </a:lnTo>
                  <a:lnTo>
                    <a:pt x="1761708" y="304935"/>
                  </a:lnTo>
                  <a:lnTo>
                    <a:pt x="1762780" y="304655"/>
                  </a:lnTo>
                  <a:lnTo>
                    <a:pt x="1763851" y="304375"/>
                  </a:lnTo>
                  <a:lnTo>
                    <a:pt x="1764923" y="304096"/>
                  </a:lnTo>
                  <a:lnTo>
                    <a:pt x="1765994" y="303818"/>
                  </a:lnTo>
                  <a:lnTo>
                    <a:pt x="1767066" y="303541"/>
                  </a:lnTo>
                  <a:lnTo>
                    <a:pt x="1768138" y="303264"/>
                  </a:lnTo>
                  <a:lnTo>
                    <a:pt x="1769209" y="302988"/>
                  </a:lnTo>
                  <a:lnTo>
                    <a:pt x="1770281" y="302713"/>
                  </a:lnTo>
                  <a:lnTo>
                    <a:pt x="1771352" y="302439"/>
                  </a:lnTo>
                  <a:lnTo>
                    <a:pt x="1772424" y="302165"/>
                  </a:lnTo>
                  <a:lnTo>
                    <a:pt x="1773496" y="301892"/>
                  </a:lnTo>
                  <a:lnTo>
                    <a:pt x="1774567" y="301620"/>
                  </a:lnTo>
                  <a:lnTo>
                    <a:pt x="1775639" y="301349"/>
                  </a:lnTo>
                  <a:lnTo>
                    <a:pt x="1776710" y="301078"/>
                  </a:lnTo>
                  <a:lnTo>
                    <a:pt x="1777782" y="300808"/>
                  </a:lnTo>
                  <a:lnTo>
                    <a:pt x="1778853" y="300539"/>
                  </a:lnTo>
                  <a:lnTo>
                    <a:pt x="1779925" y="300271"/>
                  </a:lnTo>
                  <a:lnTo>
                    <a:pt x="1780997" y="300003"/>
                  </a:lnTo>
                  <a:lnTo>
                    <a:pt x="1782068" y="299736"/>
                  </a:lnTo>
                  <a:lnTo>
                    <a:pt x="1783140" y="299469"/>
                  </a:lnTo>
                  <a:lnTo>
                    <a:pt x="1784211" y="299204"/>
                  </a:lnTo>
                  <a:lnTo>
                    <a:pt x="1785283" y="298939"/>
                  </a:lnTo>
                  <a:lnTo>
                    <a:pt x="1786355" y="298674"/>
                  </a:lnTo>
                  <a:lnTo>
                    <a:pt x="1787426" y="298411"/>
                  </a:lnTo>
                  <a:lnTo>
                    <a:pt x="1788498" y="298148"/>
                  </a:lnTo>
                  <a:lnTo>
                    <a:pt x="1789569" y="297885"/>
                  </a:lnTo>
                  <a:lnTo>
                    <a:pt x="1790641" y="297624"/>
                  </a:lnTo>
                  <a:lnTo>
                    <a:pt x="1791713" y="297363"/>
                  </a:lnTo>
                  <a:lnTo>
                    <a:pt x="1792784" y="297103"/>
                  </a:lnTo>
                  <a:lnTo>
                    <a:pt x="1793856" y="296843"/>
                  </a:lnTo>
                  <a:lnTo>
                    <a:pt x="1794927" y="296584"/>
                  </a:lnTo>
                  <a:lnTo>
                    <a:pt x="1795999" y="296326"/>
                  </a:lnTo>
                  <a:lnTo>
                    <a:pt x="1797071" y="296068"/>
                  </a:lnTo>
                  <a:lnTo>
                    <a:pt x="1798142" y="295811"/>
                  </a:lnTo>
                  <a:lnTo>
                    <a:pt x="1799214" y="295555"/>
                  </a:lnTo>
                  <a:lnTo>
                    <a:pt x="1800285" y="295299"/>
                  </a:lnTo>
                  <a:lnTo>
                    <a:pt x="1801357" y="295044"/>
                  </a:lnTo>
                  <a:lnTo>
                    <a:pt x="1802429" y="294789"/>
                  </a:lnTo>
                  <a:lnTo>
                    <a:pt x="1803500" y="294535"/>
                  </a:lnTo>
                  <a:lnTo>
                    <a:pt x="1804572" y="294282"/>
                  </a:lnTo>
                  <a:lnTo>
                    <a:pt x="1805643" y="294030"/>
                  </a:lnTo>
                  <a:lnTo>
                    <a:pt x="1806715" y="293777"/>
                  </a:lnTo>
                  <a:lnTo>
                    <a:pt x="1807787" y="293526"/>
                  </a:lnTo>
                  <a:lnTo>
                    <a:pt x="1808858" y="293275"/>
                  </a:lnTo>
                  <a:lnTo>
                    <a:pt x="1809930" y="293025"/>
                  </a:lnTo>
                  <a:lnTo>
                    <a:pt x="1811001" y="292775"/>
                  </a:lnTo>
                  <a:lnTo>
                    <a:pt x="1812073" y="292526"/>
                  </a:lnTo>
                  <a:lnTo>
                    <a:pt x="1813145" y="292278"/>
                  </a:lnTo>
                  <a:lnTo>
                    <a:pt x="1814216" y="292030"/>
                  </a:lnTo>
                  <a:lnTo>
                    <a:pt x="1815288" y="291782"/>
                  </a:lnTo>
                  <a:lnTo>
                    <a:pt x="1816359" y="291536"/>
                  </a:lnTo>
                  <a:lnTo>
                    <a:pt x="1817431" y="291289"/>
                  </a:lnTo>
                  <a:lnTo>
                    <a:pt x="1818503" y="291044"/>
                  </a:lnTo>
                  <a:lnTo>
                    <a:pt x="1819574" y="290799"/>
                  </a:lnTo>
                  <a:lnTo>
                    <a:pt x="1820646" y="290554"/>
                  </a:lnTo>
                  <a:lnTo>
                    <a:pt x="1821717" y="290310"/>
                  </a:lnTo>
                  <a:lnTo>
                    <a:pt x="1822789" y="290067"/>
                  </a:lnTo>
                  <a:lnTo>
                    <a:pt x="1823861" y="289824"/>
                  </a:lnTo>
                  <a:lnTo>
                    <a:pt x="1824932" y="289581"/>
                  </a:lnTo>
                  <a:lnTo>
                    <a:pt x="1826004" y="289339"/>
                  </a:lnTo>
                  <a:lnTo>
                    <a:pt x="1827075" y="289098"/>
                  </a:lnTo>
                  <a:lnTo>
                    <a:pt x="1828147" y="288857"/>
                  </a:lnTo>
                  <a:lnTo>
                    <a:pt x="1829219" y="288617"/>
                  </a:lnTo>
                  <a:lnTo>
                    <a:pt x="1830290" y="288377"/>
                  </a:lnTo>
                  <a:lnTo>
                    <a:pt x="1831362" y="288138"/>
                  </a:lnTo>
                  <a:lnTo>
                    <a:pt x="1832433" y="287899"/>
                  </a:lnTo>
                  <a:lnTo>
                    <a:pt x="1833505" y="287661"/>
                  </a:lnTo>
                  <a:lnTo>
                    <a:pt x="1834577" y="287423"/>
                  </a:lnTo>
                  <a:lnTo>
                    <a:pt x="1835648" y="287186"/>
                  </a:lnTo>
                  <a:lnTo>
                    <a:pt x="1836720" y="286949"/>
                  </a:lnTo>
                  <a:lnTo>
                    <a:pt x="1837791" y="286713"/>
                  </a:lnTo>
                  <a:lnTo>
                    <a:pt x="1838863" y="286477"/>
                  </a:lnTo>
                  <a:lnTo>
                    <a:pt x="1839935" y="286241"/>
                  </a:lnTo>
                  <a:lnTo>
                    <a:pt x="1841006" y="286006"/>
                  </a:lnTo>
                  <a:lnTo>
                    <a:pt x="1842078" y="285772"/>
                  </a:lnTo>
                  <a:lnTo>
                    <a:pt x="1843149" y="285538"/>
                  </a:lnTo>
                  <a:lnTo>
                    <a:pt x="1844221" y="285304"/>
                  </a:lnTo>
                  <a:lnTo>
                    <a:pt x="1845293" y="285071"/>
                  </a:lnTo>
                  <a:lnTo>
                    <a:pt x="1846364" y="284839"/>
                  </a:lnTo>
                  <a:lnTo>
                    <a:pt x="1847436" y="284606"/>
                  </a:lnTo>
                  <a:lnTo>
                    <a:pt x="1848507" y="284375"/>
                  </a:lnTo>
                  <a:lnTo>
                    <a:pt x="1849579" y="284143"/>
                  </a:lnTo>
                  <a:lnTo>
                    <a:pt x="1850651" y="283912"/>
                  </a:lnTo>
                  <a:lnTo>
                    <a:pt x="1851722" y="283682"/>
                  </a:lnTo>
                  <a:lnTo>
                    <a:pt x="1852794" y="283452"/>
                  </a:lnTo>
                  <a:lnTo>
                    <a:pt x="1853865" y="283222"/>
                  </a:lnTo>
                  <a:lnTo>
                    <a:pt x="1854937" y="282993"/>
                  </a:lnTo>
                  <a:lnTo>
                    <a:pt x="1856009" y="282764"/>
                  </a:lnTo>
                  <a:lnTo>
                    <a:pt x="1857080" y="282536"/>
                  </a:lnTo>
                  <a:lnTo>
                    <a:pt x="1858152" y="282308"/>
                  </a:lnTo>
                  <a:lnTo>
                    <a:pt x="1859223" y="282080"/>
                  </a:lnTo>
                  <a:lnTo>
                    <a:pt x="1860295" y="281853"/>
                  </a:lnTo>
                  <a:lnTo>
                    <a:pt x="1861367" y="281626"/>
                  </a:lnTo>
                  <a:lnTo>
                    <a:pt x="1862438" y="281399"/>
                  </a:lnTo>
                  <a:lnTo>
                    <a:pt x="1863510" y="281173"/>
                  </a:lnTo>
                  <a:lnTo>
                    <a:pt x="1864581" y="280947"/>
                  </a:lnTo>
                  <a:lnTo>
                    <a:pt x="1865653" y="280722"/>
                  </a:lnTo>
                  <a:lnTo>
                    <a:pt x="1866725" y="280497"/>
                  </a:lnTo>
                  <a:lnTo>
                    <a:pt x="1867796" y="280272"/>
                  </a:lnTo>
                  <a:lnTo>
                    <a:pt x="1868868" y="280048"/>
                  </a:lnTo>
                  <a:lnTo>
                    <a:pt x="1869939" y="279824"/>
                  </a:lnTo>
                  <a:lnTo>
                    <a:pt x="1871011" y="279600"/>
                  </a:lnTo>
                  <a:lnTo>
                    <a:pt x="1872083" y="279377"/>
                  </a:lnTo>
                  <a:lnTo>
                    <a:pt x="1873154" y="279154"/>
                  </a:lnTo>
                  <a:lnTo>
                    <a:pt x="1874226" y="278931"/>
                  </a:lnTo>
                  <a:lnTo>
                    <a:pt x="1875297" y="278709"/>
                  </a:lnTo>
                  <a:lnTo>
                    <a:pt x="1876369" y="278487"/>
                  </a:lnTo>
                  <a:lnTo>
                    <a:pt x="1877441" y="278265"/>
                  </a:lnTo>
                  <a:lnTo>
                    <a:pt x="1878512" y="278044"/>
                  </a:lnTo>
                  <a:lnTo>
                    <a:pt x="1879584" y="277823"/>
                  </a:lnTo>
                  <a:lnTo>
                    <a:pt x="1880655" y="277602"/>
                  </a:lnTo>
                  <a:lnTo>
                    <a:pt x="1881727" y="277382"/>
                  </a:lnTo>
                  <a:lnTo>
                    <a:pt x="1882799" y="277161"/>
                  </a:lnTo>
                  <a:lnTo>
                    <a:pt x="1883870" y="276942"/>
                  </a:lnTo>
                  <a:lnTo>
                    <a:pt x="1884942" y="276722"/>
                  </a:lnTo>
                  <a:lnTo>
                    <a:pt x="1886013" y="276503"/>
                  </a:lnTo>
                  <a:lnTo>
                    <a:pt x="1887085" y="276284"/>
                  </a:lnTo>
                  <a:lnTo>
                    <a:pt x="1888157" y="276065"/>
                  </a:lnTo>
                  <a:lnTo>
                    <a:pt x="1889228" y="275846"/>
                  </a:lnTo>
                  <a:lnTo>
                    <a:pt x="1890300" y="275628"/>
                  </a:lnTo>
                  <a:lnTo>
                    <a:pt x="1891371" y="275410"/>
                  </a:lnTo>
                  <a:lnTo>
                    <a:pt x="1892443" y="275192"/>
                  </a:lnTo>
                  <a:lnTo>
                    <a:pt x="1893515" y="274975"/>
                  </a:lnTo>
                  <a:lnTo>
                    <a:pt x="1894586" y="274758"/>
                  </a:lnTo>
                  <a:lnTo>
                    <a:pt x="1895658" y="274541"/>
                  </a:lnTo>
                  <a:lnTo>
                    <a:pt x="1896729" y="274324"/>
                  </a:lnTo>
                  <a:lnTo>
                    <a:pt x="1897801" y="274107"/>
                  </a:lnTo>
                  <a:lnTo>
                    <a:pt x="1898873" y="273891"/>
                  </a:lnTo>
                  <a:lnTo>
                    <a:pt x="1899944" y="273675"/>
                  </a:lnTo>
                  <a:lnTo>
                    <a:pt x="1901016" y="273459"/>
                  </a:lnTo>
                  <a:lnTo>
                    <a:pt x="1902087" y="273243"/>
                  </a:lnTo>
                  <a:lnTo>
                    <a:pt x="1903159" y="273028"/>
                  </a:lnTo>
                  <a:lnTo>
                    <a:pt x="1904231" y="272812"/>
                  </a:lnTo>
                  <a:lnTo>
                    <a:pt x="1905302" y="272597"/>
                  </a:lnTo>
                  <a:lnTo>
                    <a:pt x="1906374" y="272382"/>
                  </a:lnTo>
                  <a:lnTo>
                    <a:pt x="1907445" y="272168"/>
                  </a:lnTo>
                  <a:lnTo>
                    <a:pt x="1908517" y="271953"/>
                  </a:lnTo>
                  <a:lnTo>
                    <a:pt x="1909589" y="271739"/>
                  </a:lnTo>
                  <a:lnTo>
                    <a:pt x="1910660" y="271525"/>
                  </a:lnTo>
                  <a:lnTo>
                    <a:pt x="1911732" y="271311"/>
                  </a:lnTo>
                  <a:lnTo>
                    <a:pt x="1912803" y="271097"/>
                  </a:lnTo>
                  <a:lnTo>
                    <a:pt x="1913875" y="270883"/>
                  </a:lnTo>
                  <a:lnTo>
                    <a:pt x="1914947" y="270670"/>
                  </a:lnTo>
                  <a:lnTo>
                    <a:pt x="1916018" y="270456"/>
                  </a:lnTo>
                  <a:lnTo>
                    <a:pt x="1917090" y="270243"/>
                  </a:lnTo>
                  <a:lnTo>
                    <a:pt x="1918161" y="270030"/>
                  </a:lnTo>
                  <a:lnTo>
                    <a:pt x="1919233" y="269817"/>
                  </a:lnTo>
                  <a:lnTo>
                    <a:pt x="1920305" y="269605"/>
                  </a:lnTo>
                  <a:lnTo>
                    <a:pt x="1921376" y="269392"/>
                  </a:lnTo>
                  <a:lnTo>
                    <a:pt x="1922448" y="269180"/>
                  </a:lnTo>
                  <a:lnTo>
                    <a:pt x="1923519" y="268967"/>
                  </a:lnTo>
                  <a:lnTo>
                    <a:pt x="1924591" y="268755"/>
                  </a:lnTo>
                  <a:lnTo>
                    <a:pt x="1925663" y="268543"/>
                  </a:lnTo>
                  <a:lnTo>
                    <a:pt x="1926734" y="268331"/>
                  </a:lnTo>
                  <a:lnTo>
                    <a:pt x="1927806" y="268120"/>
                  </a:lnTo>
                  <a:lnTo>
                    <a:pt x="1928877" y="267908"/>
                  </a:lnTo>
                  <a:lnTo>
                    <a:pt x="1929949" y="267697"/>
                  </a:lnTo>
                  <a:lnTo>
                    <a:pt x="1931021" y="267485"/>
                  </a:lnTo>
                  <a:lnTo>
                    <a:pt x="1932092" y="267274"/>
                  </a:lnTo>
                  <a:lnTo>
                    <a:pt x="1933164" y="267063"/>
                  </a:lnTo>
                  <a:lnTo>
                    <a:pt x="1934235" y="266853"/>
                  </a:lnTo>
                  <a:lnTo>
                    <a:pt x="1935307" y="266642"/>
                  </a:lnTo>
                  <a:lnTo>
                    <a:pt x="1936379" y="266432"/>
                  </a:lnTo>
                  <a:lnTo>
                    <a:pt x="1937450" y="266221"/>
                  </a:lnTo>
                  <a:lnTo>
                    <a:pt x="1938522" y="266011"/>
                  </a:lnTo>
                  <a:lnTo>
                    <a:pt x="1939593" y="265801"/>
                  </a:lnTo>
                  <a:lnTo>
                    <a:pt x="1940665" y="265591"/>
                  </a:lnTo>
                  <a:lnTo>
                    <a:pt x="1941737" y="265382"/>
                  </a:lnTo>
                  <a:lnTo>
                    <a:pt x="1942808" y="265172"/>
                  </a:lnTo>
                  <a:lnTo>
                    <a:pt x="1943880" y="264963"/>
                  </a:lnTo>
                  <a:lnTo>
                    <a:pt x="1944951" y="264753"/>
                  </a:lnTo>
                  <a:lnTo>
                    <a:pt x="1946023" y="264544"/>
                  </a:lnTo>
                  <a:lnTo>
                    <a:pt x="1947095" y="264335"/>
                  </a:lnTo>
                  <a:lnTo>
                    <a:pt x="1948166" y="264126"/>
                  </a:lnTo>
                  <a:lnTo>
                    <a:pt x="1949238" y="263918"/>
                  </a:lnTo>
                  <a:lnTo>
                    <a:pt x="1950309" y="263709"/>
                  </a:lnTo>
                  <a:lnTo>
                    <a:pt x="1951381" y="263501"/>
                  </a:lnTo>
                  <a:lnTo>
                    <a:pt x="1952453" y="263293"/>
                  </a:lnTo>
                  <a:lnTo>
                    <a:pt x="1953524" y="263085"/>
                  </a:lnTo>
                  <a:lnTo>
                    <a:pt x="1954596" y="262877"/>
                  </a:lnTo>
                  <a:lnTo>
                    <a:pt x="1955667" y="262669"/>
                  </a:lnTo>
                  <a:lnTo>
                    <a:pt x="1956739" y="262461"/>
                  </a:lnTo>
                  <a:lnTo>
                    <a:pt x="1957810" y="262254"/>
                  </a:lnTo>
                  <a:lnTo>
                    <a:pt x="1958882" y="262047"/>
                  </a:lnTo>
                  <a:lnTo>
                    <a:pt x="1959954" y="261839"/>
                  </a:lnTo>
                  <a:lnTo>
                    <a:pt x="1961025" y="261632"/>
                  </a:lnTo>
                  <a:lnTo>
                    <a:pt x="1962097" y="261425"/>
                  </a:lnTo>
                  <a:lnTo>
                    <a:pt x="1963168" y="261219"/>
                  </a:lnTo>
                  <a:lnTo>
                    <a:pt x="1964240" y="261012"/>
                  </a:lnTo>
                  <a:lnTo>
                    <a:pt x="1965312" y="260806"/>
                  </a:lnTo>
                  <a:lnTo>
                    <a:pt x="1966383" y="260599"/>
                  </a:lnTo>
                  <a:lnTo>
                    <a:pt x="1967455" y="260393"/>
                  </a:lnTo>
                  <a:lnTo>
                    <a:pt x="1968526" y="260187"/>
                  </a:lnTo>
                  <a:lnTo>
                    <a:pt x="1969598" y="259982"/>
                  </a:lnTo>
                  <a:lnTo>
                    <a:pt x="1970670" y="259776"/>
                  </a:lnTo>
                  <a:lnTo>
                    <a:pt x="1971741" y="259570"/>
                  </a:lnTo>
                  <a:lnTo>
                    <a:pt x="1972813" y="259365"/>
                  </a:lnTo>
                  <a:lnTo>
                    <a:pt x="1973884" y="259160"/>
                  </a:lnTo>
                  <a:lnTo>
                    <a:pt x="1974956" y="258955"/>
                  </a:lnTo>
                  <a:lnTo>
                    <a:pt x="1976028" y="258750"/>
                  </a:lnTo>
                  <a:lnTo>
                    <a:pt x="1977099" y="258545"/>
                  </a:lnTo>
                  <a:lnTo>
                    <a:pt x="1978171" y="258340"/>
                  </a:lnTo>
                  <a:lnTo>
                    <a:pt x="1979242" y="258136"/>
                  </a:lnTo>
                  <a:lnTo>
                    <a:pt x="1980314" y="257931"/>
                  </a:lnTo>
                  <a:lnTo>
                    <a:pt x="1981386" y="257727"/>
                  </a:lnTo>
                  <a:lnTo>
                    <a:pt x="1982457" y="257523"/>
                  </a:lnTo>
                  <a:lnTo>
                    <a:pt x="1983529" y="257319"/>
                  </a:lnTo>
                  <a:lnTo>
                    <a:pt x="1984600" y="257115"/>
                  </a:lnTo>
                  <a:lnTo>
                    <a:pt x="1985672" y="256912"/>
                  </a:lnTo>
                  <a:lnTo>
                    <a:pt x="1986744" y="256708"/>
                  </a:lnTo>
                  <a:lnTo>
                    <a:pt x="1987815" y="256505"/>
                  </a:lnTo>
                  <a:lnTo>
                    <a:pt x="1988887" y="256302"/>
                  </a:lnTo>
                  <a:lnTo>
                    <a:pt x="1989958" y="256099"/>
                  </a:lnTo>
                  <a:lnTo>
                    <a:pt x="1991030" y="255896"/>
                  </a:lnTo>
                  <a:lnTo>
                    <a:pt x="1992102" y="255693"/>
                  </a:lnTo>
                  <a:lnTo>
                    <a:pt x="1993173" y="255490"/>
                  </a:lnTo>
                  <a:lnTo>
                    <a:pt x="1994245" y="255288"/>
                  </a:lnTo>
                  <a:lnTo>
                    <a:pt x="1995316" y="255085"/>
                  </a:lnTo>
                  <a:lnTo>
                    <a:pt x="1996388" y="254883"/>
                  </a:lnTo>
                  <a:lnTo>
                    <a:pt x="1997460" y="254681"/>
                  </a:lnTo>
                  <a:lnTo>
                    <a:pt x="1998531" y="254479"/>
                  </a:lnTo>
                  <a:lnTo>
                    <a:pt x="1999603" y="254278"/>
                  </a:lnTo>
                  <a:lnTo>
                    <a:pt x="2000674" y="254076"/>
                  </a:lnTo>
                  <a:lnTo>
                    <a:pt x="2001746" y="253874"/>
                  </a:lnTo>
                  <a:lnTo>
                    <a:pt x="2002818" y="253673"/>
                  </a:lnTo>
                  <a:lnTo>
                    <a:pt x="2003889" y="253472"/>
                  </a:lnTo>
                  <a:lnTo>
                    <a:pt x="2004961" y="253271"/>
                  </a:lnTo>
                  <a:lnTo>
                    <a:pt x="2006032" y="253070"/>
                  </a:lnTo>
                  <a:lnTo>
                    <a:pt x="2007104" y="252869"/>
                  </a:lnTo>
                  <a:lnTo>
                    <a:pt x="2008176" y="252669"/>
                  </a:lnTo>
                  <a:lnTo>
                    <a:pt x="2009247" y="252468"/>
                  </a:lnTo>
                  <a:lnTo>
                    <a:pt x="2010319" y="252268"/>
                  </a:lnTo>
                  <a:lnTo>
                    <a:pt x="2011390" y="252068"/>
                  </a:lnTo>
                  <a:lnTo>
                    <a:pt x="2012462" y="251868"/>
                  </a:lnTo>
                  <a:lnTo>
                    <a:pt x="2013534" y="251668"/>
                  </a:lnTo>
                  <a:lnTo>
                    <a:pt x="2014605" y="251468"/>
                  </a:lnTo>
                  <a:lnTo>
                    <a:pt x="2015677" y="251269"/>
                  </a:lnTo>
                  <a:lnTo>
                    <a:pt x="2016748" y="251069"/>
                  </a:lnTo>
                  <a:lnTo>
                    <a:pt x="2017820" y="250870"/>
                  </a:lnTo>
                  <a:lnTo>
                    <a:pt x="2018892" y="250671"/>
                  </a:lnTo>
                  <a:lnTo>
                    <a:pt x="2019963" y="250472"/>
                  </a:lnTo>
                  <a:lnTo>
                    <a:pt x="2021035" y="250273"/>
                  </a:lnTo>
                  <a:lnTo>
                    <a:pt x="2022106" y="250074"/>
                  </a:lnTo>
                  <a:lnTo>
                    <a:pt x="2023178" y="249875"/>
                  </a:lnTo>
                  <a:lnTo>
                    <a:pt x="2024250" y="249677"/>
                  </a:lnTo>
                  <a:lnTo>
                    <a:pt x="2025321" y="249479"/>
                  </a:lnTo>
                  <a:lnTo>
                    <a:pt x="2026393" y="249280"/>
                  </a:lnTo>
                  <a:lnTo>
                    <a:pt x="2027464" y="249082"/>
                  </a:lnTo>
                  <a:lnTo>
                    <a:pt x="2028536" y="248884"/>
                  </a:lnTo>
                  <a:lnTo>
                    <a:pt x="2029608" y="248687"/>
                  </a:lnTo>
                  <a:lnTo>
                    <a:pt x="2030679" y="248489"/>
                  </a:lnTo>
                  <a:lnTo>
                    <a:pt x="2031751" y="248292"/>
                  </a:lnTo>
                  <a:lnTo>
                    <a:pt x="2032822" y="248094"/>
                  </a:lnTo>
                  <a:lnTo>
                    <a:pt x="2033894" y="247897"/>
                  </a:lnTo>
                  <a:lnTo>
                    <a:pt x="2034966" y="247700"/>
                  </a:lnTo>
                  <a:lnTo>
                    <a:pt x="2036037" y="247503"/>
                  </a:lnTo>
                  <a:lnTo>
                    <a:pt x="2037109" y="247306"/>
                  </a:lnTo>
                  <a:lnTo>
                    <a:pt x="2038180" y="247110"/>
                  </a:lnTo>
                  <a:lnTo>
                    <a:pt x="2039252" y="246913"/>
                  </a:lnTo>
                  <a:lnTo>
                    <a:pt x="2040324" y="246717"/>
                  </a:lnTo>
                  <a:lnTo>
                    <a:pt x="2041395" y="246521"/>
                  </a:lnTo>
                  <a:lnTo>
                    <a:pt x="2042467" y="246325"/>
                  </a:lnTo>
                  <a:lnTo>
                    <a:pt x="2043538" y="246129"/>
                  </a:lnTo>
                  <a:lnTo>
                    <a:pt x="2044610" y="245933"/>
                  </a:lnTo>
                  <a:lnTo>
                    <a:pt x="2045682" y="245737"/>
                  </a:lnTo>
                  <a:lnTo>
                    <a:pt x="2046753" y="245542"/>
                  </a:lnTo>
                  <a:lnTo>
                    <a:pt x="2047825" y="245346"/>
                  </a:lnTo>
                  <a:lnTo>
                    <a:pt x="2048896" y="245151"/>
                  </a:lnTo>
                  <a:lnTo>
                    <a:pt x="2049968" y="244956"/>
                  </a:lnTo>
                  <a:lnTo>
                    <a:pt x="2051040" y="244761"/>
                  </a:lnTo>
                  <a:lnTo>
                    <a:pt x="2052111" y="244566"/>
                  </a:lnTo>
                  <a:lnTo>
                    <a:pt x="2053183" y="244372"/>
                  </a:lnTo>
                  <a:lnTo>
                    <a:pt x="2054254" y="244177"/>
                  </a:lnTo>
                  <a:lnTo>
                    <a:pt x="2055326" y="243983"/>
                  </a:lnTo>
                  <a:lnTo>
                    <a:pt x="2056398" y="243788"/>
                  </a:lnTo>
                  <a:lnTo>
                    <a:pt x="2057469" y="243594"/>
                  </a:lnTo>
                  <a:lnTo>
                    <a:pt x="2058541" y="243400"/>
                  </a:lnTo>
                  <a:lnTo>
                    <a:pt x="2059612" y="243206"/>
                  </a:lnTo>
                  <a:lnTo>
                    <a:pt x="2060684" y="243013"/>
                  </a:lnTo>
                  <a:lnTo>
                    <a:pt x="2061756" y="242819"/>
                  </a:lnTo>
                  <a:lnTo>
                    <a:pt x="2062827" y="242626"/>
                  </a:lnTo>
                  <a:lnTo>
                    <a:pt x="2063899" y="242432"/>
                  </a:lnTo>
                  <a:lnTo>
                    <a:pt x="2064970" y="242239"/>
                  </a:lnTo>
                  <a:lnTo>
                    <a:pt x="2066042" y="242046"/>
                  </a:lnTo>
                  <a:lnTo>
                    <a:pt x="2067114" y="241853"/>
                  </a:lnTo>
                  <a:lnTo>
                    <a:pt x="2068185" y="241660"/>
                  </a:lnTo>
                  <a:lnTo>
                    <a:pt x="2069257" y="241468"/>
                  </a:lnTo>
                  <a:lnTo>
                    <a:pt x="2070328" y="241275"/>
                  </a:lnTo>
                  <a:lnTo>
                    <a:pt x="2071400" y="241083"/>
                  </a:lnTo>
                  <a:lnTo>
                    <a:pt x="2072472" y="240891"/>
                  </a:lnTo>
                  <a:lnTo>
                    <a:pt x="2073543" y="240699"/>
                  </a:lnTo>
                  <a:lnTo>
                    <a:pt x="2074615" y="240507"/>
                  </a:lnTo>
                  <a:lnTo>
                    <a:pt x="2075686" y="240315"/>
                  </a:lnTo>
                  <a:lnTo>
                    <a:pt x="2076758" y="240123"/>
                  </a:lnTo>
                  <a:lnTo>
                    <a:pt x="2077830" y="239932"/>
                  </a:lnTo>
                  <a:lnTo>
                    <a:pt x="2078901" y="239740"/>
                  </a:lnTo>
                  <a:lnTo>
                    <a:pt x="2079973" y="239549"/>
                  </a:lnTo>
                  <a:lnTo>
                    <a:pt x="2081044" y="239358"/>
                  </a:lnTo>
                  <a:lnTo>
                    <a:pt x="2082116" y="239167"/>
                  </a:lnTo>
                  <a:lnTo>
                    <a:pt x="2083188" y="238976"/>
                  </a:lnTo>
                  <a:lnTo>
                    <a:pt x="2084259" y="238785"/>
                  </a:lnTo>
                  <a:lnTo>
                    <a:pt x="2085331" y="238595"/>
                  </a:lnTo>
                  <a:lnTo>
                    <a:pt x="2086402" y="238404"/>
                  </a:lnTo>
                  <a:lnTo>
                    <a:pt x="2087474" y="238214"/>
                  </a:lnTo>
                  <a:lnTo>
                    <a:pt x="2088546" y="238024"/>
                  </a:lnTo>
                  <a:lnTo>
                    <a:pt x="2089617" y="237834"/>
                  </a:lnTo>
                  <a:lnTo>
                    <a:pt x="2090689" y="237644"/>
                  </a:lnTo>
                  <a:lnTo>
                    <a:pt x="2091760" y="237454"/>
                  </a:lnTo>
                  <a:lnTo>
                    <a:pt x="2092832" y="237264"/>
                  </a:lnTo>
                  <a:lnTo>
                    <a:pt x="2093904" y="237075"/>
                  </a:lnTo>
                  <a:lnTo>
                    <a:pt x="2094975" y="236885"/>
                  </a:lnTo>
                  <a:lnTo>
                    <a:pt x="2096047" y="236696"/>
                  </a:lnTo>
                  <a:lnTo>
                    <a:pt x="2097118" y="236507"/>
                  </a:lnTo>
                  <a:lnTo>
                    <a:pt x="2098190" y="236318"/>
                  </a:lnTo>
                  <a:lnTo>
                    <a:pt x="2099262" y="236129"/>
                  </a:lnTo>
                  <a:lnTo>
                    <a:pt x="2100333" y="235941"/>
                  </a:lnTo>
                  <a:lnTo>
                    <a:pt x="2101405" y="235752"/>
                  </a:lnTo>
                  <a:lnTo>
                    <a:pt x="2102476" y="235563"/>
                  </a:lnTo>
                  <a:lnTo>
                    <a:pt x="2103548" y="235375"/>
                  </a:lnTo>
                  <a:lnTo>
                    <a:pt x="2104620" y="235187"/>
                  </a:lnTo>
                  <a:lnTo>
                    <a:pt x="2105691" y="234999"/>
                  </a:lnTo>
                  <a:lnTo>
                    <a:pt x="2106763" y="234811"/>
                  </a:lnTo>
                  <a:lnTo>
                    <a:pt x="2107834" y="234623"/>
                  </a:lnTo>
                  <a:lnTo>
                    <a:pt x="2108906" y="234436"/>
                  </a:lnTo>
                  <a:lnTo>
                    <a:pt x="2109978" y="234248"/>
                  </a:lnTo>
                  <a:lnTo>
                    <a:pt x="2111049" y="234061"/>
                  </a:lnTo>
                  <a:lnTo>
                    <a:pt x="2112121" y="233873"/>
                  </a:lnTo>
                  <a:lnTo>
                    <a:pt x="2113192" y="233686"/>
                  </a:lnTo>
                  <a:lnTo>
                    <a:pt x="2114264" y="233499"/>
                  </a:lnTo>
                  <a:lnTo>
                    <a:pt x="2115336" y="233312"/>
                  </a:lnTo>
                  <a:lnTo>
                    <a:pt x="2116407" y="233126"/>
                  </a:lnTo>
                  <a:lnTo>
                    <a:pt x="2117479" y="232939"/>
                  </a:lnTo>
                  <a:lnTo>
                    <a:pt x="2118550" y="232752"/>
                  </a:lnTo>
                  <a:lnTo>
                    <a:pt x="2119622" y="232566"/>
                  </a:lnTo>
                  <a:lnTo>
                    <a:pt x="2120694" y="232380"/>
                  </a:lnTo>
                  <a:lnTo>
                    <a:pt x="2121765" y="232194"/>
                  </a:lnTo>
                  <a:lnTo>
                    <a:pt x="2122837" y="232008"/>
                  </a:lnTo>
                  <a:lnTo>
                    <a:pt x="2123908" y="231822"/>
                  </a:lnTo>
                  <a:lnTo>
                    <a:pt x="2124980" y="231636"/>
                  </a:lnTo>
                  <a:lnTo>
                    <a:pt x="2126052" y="231451"/>
                  </a:lnTo>
                  <a:lnTo>
                    <a:pt x="2127123" y="231265"/>
                  </a:lnTo>
                  <a:lnTo>
                    <a:pt x="2128195" y="231080"/>
                  </a:lnTo>
                  <a:lnTo>
                    <a:pt x="2129266" y="230895"/>
                  </a:lnTo>
                  <a:lnTo>
                    <a:pt x="2130338" y="230710"/>
                  </a:lnTo>
                  <a:lnTo>
                    <a:pt x="2131409" y="230525"/>
                  </a:lnTo>
                  <a:lnTo>
                    <a:pt x="2132481" y="230340"/>
                  </a:lnTo>
                  <a:lnTo>
                    <a:pt x="2133553" y="230155"/>
                  </a:lnTo>
                  <a:lnTo>
                    <a:pt x="2134624" y="229971"/>
                  </a:lnTo>
                  <a:lnTo>
                    <a:pt x="2135696" y="229786"/>
                  </a:lnTo>
                  <a:lnTo>
                    <a:pt x="2136767" y="229602"/>
                  </a:lnTo>
                  <a:lnTo>
                    <a:pt x="2137839" y="229418"/>
                  </a:lnTo>
                  <a:lnTo>
                    <a:pt x="2138911" y="229234"/>
                  </a:lnTo>
                  <a:lnTo>
                    <a:pt x="2139982" y="229050"/>
                  </a:lnTo>
                  <a:lnTo>
                    <a:pt x="2141054" y="228866"/>
                  </a:lnTo>
                  <a:lnTo>
                    <a:pt x="2142125" y="228683"/>
                  </a:lnTo>
                  <a:lnTo>
                    <a:pt x="2143197" y="228499"/>
                  </a:lnTo>
                  <a:lnTo>
                    <a:pt x="2144269" y="228316"/>
                  </a:lnTo>
                  <a:lnTo>
                    <a:pt x="2145340" y="228132"/>
                  </a:lnTo>
                  <a:lnTo>
                    <a:pt x="2146412" y="227949"/>
                  </a:lnTo>
                  <a:lnTo>
                    <a:pt x="2147483" y="227766"/>
                  </a:lnTo>
                  <a:lnTo>
                    <a:pt x="2148555" y="227583"/>
                  </a:lnTo>
                  <a:lnTo>
                    <a:pt x="2149627" y="227401"/>
                  </a:lnTo>
                  <a:lnTo>
                    <a:pt x="2150698" y="227218"/>
                  </a:lnTo>
                  <a:lnTo>
                    <a:pt x="2151770" y="227035"/>
                  </a:lnTo>
                  <a:lnTo>
                    <a:pt x="2152841" y="226853"/>
                  </a:lnTo>
                  <a:lnTo>
                    <a:pt x="2153913" y="226671"/>
                  </a:lnTo>
                  <a:lnTo>
                    <a:pt x="2154985" y="226489"/>
                  </a:lnTo>
                  <a:lnTo>
                    <a:pt x="2156056" y="226307"/>
                  </a:lnTo>
                  <a:lnTo>
                    <a:pt x="2157128" y="226125"/>
                  </a:lnTo>
                  <a:lnTo>
                    <a:pt x="2158199" y="225943"/>
                  </a:lnTo>
                  <a:lnTo>
                    <a:pt x="2159271" y="225761"/>
                  </a:lnTo>
                  <a:lnTo>
                    <a:pt x="2160343" y="225580"/>
                  </a:lnTo>
                  <a:lnTo>
                    <a:pt x="2161414" y="225399"/>
                  </a:lnTo>
                  <a:lnTo>
                    <a:pt x="2162486" y="225217"/>
                  </a:lnTo>
                  <a:lnTo>
                    <a:pt x="2163557" y="225036"/>
                  </a:lnTo>
                  <a:lnTo>
                    <a:pt x="2164629" y="224855"/>
                  </a:lnTo>
                  <a:lnTo>
                    <a:pt x="2165701" y="224674"/>
                  </a:lnTo>
                  <a:lnTo>
                    <a:pt x="2166772" y="224494"/>
                  </a:lnTo>
                  <a:lnTo>
                    <a:pt x="2167844" y="224313"/>
                  </a:lnTo>
                  <a:lnTo>
                    <a:pt x="2168915" y="224133"/>
                  </a:lnTo>
                  <a:lnTo>
                    <a:pt x="2169987" y="223952"/>
                  </a:lnTo>
                  <a:lnTo>
                    <a:pt x="2171059" y="223772"/>
                  </a:lnTo>
                  <a:lnTo>
                    <a:pt x="2172130" y="223592"/>
                  </a:lnTo>
                  <a:lnTo>
                    <a:pt x="2173202" y="223412"/>
                  </a:lnTo>
                  <a:lnTo>
                    <a:pt x="2174273" y="223232"/>
                  </a:lnTo>
                  <a:lnTo>
                    <a:pt x="2175345" y="223052"/>
                  </a:lnTo>
                  <a:lnTo>
                    <a:pt x="2176417" y="222872"/>
                  </a:lnTo>
                  <a:lnTo>
                    <a:pt x="2177488" y="222693"/>
                  </a:lnTo>
                  <a:lnTo>
                    <a:pt x="2178560" y="222514"/>
                  </a:lnTo>
                  <a:lnTo>
                    <a:pt x="2179631" y="222334"/>
                  </a:lnTo>
                  <a:lnTo>
                    <a:pt x="2180703" y="222155"/>
                  </a:lnTo>
                  <a:lnTo>
                    <a:pt x="2181775" y="221976"/>
                  </a:lnTo>
                  <a:lnTo>
                    <a:pt x="2182846" y="221797"/>
                  </a:lnTo>
                  <a:lnTo>
                    <a:pt x="2183918" y="221618"/>
                  </a:lnTo>
                  <a:lnTo>
                    <a:pt x="2184989" y="221440"/>
                  </a:lnTo>
                  <a:lnTo>
                    <a:pt x="2186061" y="221261"/>
                  </a:lnTo>
                  <a:lnTo>
                    <a:pt x="2187133" y="221083"/>
                  </a:lnTo>
                  <a:lnTo>
                    <a:pt x="2188204" y="220905"/>
                  </a:lnTo>
                  <a:lnTo>
                    <a:pt x="2189276" y="220726"/>
                  </a:lnTo>
                  <a:lnTo>
                    <a:pt x="2190347" y="220548"/>
                  </a:lnTo>
                  <a:lnTo>
                    <a:pt x="2191419" y="220370"/>
                  </a:lnTo>
                  <a:lnTo>
                    <a:pt x="2192491" y="220193"/>
                  </a:lnTo>
                  <a:lnTo>
                    <a:pt x="2193562" y="220015"/>
                  </a:lnTo>
                  <a:lnTo>
                    <a:pt x="2194634" y="219837"/>
                  </a:lnTo>
                  <a:lnTo>
                    <a:pt x="2195705" y="219660"/>
                  </a:lnTo>
                  <a:lnTo>
                    <a:pt x="2196777" y="219483"/>
                  </a:lnTo>
                  <a:lnTo>
                    <a:pt x="2197849" y="219305"/>
                  </a:lnTo>
                  <a:lnTo>
                    <a:pt x="2198920" y="219128"/>
                  </a:lnTo>
                  <a:lnTo>
                    <a:pt x="2199992" y="218951"/>
                  </a:lnTo>
                  <a:lnTo>
                    <a:pt x="2201063" y="218775"/>
                  </a:lnTo>
                  <a:lnTo>
                    <a:pt x="2202135" y="218598"/>
                  </a:lnTo>
                  <a:lnTo>
                    <a:pt x="2203207" y="218421"/>
                  </a:lnTo>
                  <a:lnTo>
                    <a:pt x="2204278" y="218245"/>
                  </a:lnTo>
                  <a:lnTo>
                    <a:pt x="2205350" y="218068"/>
                  </a:lnTo>
                  <a:lnTo>
                    <a:pt x="2206421" y="217892"/>
                  </a:lnTo>
                  <a:lnTo>
                    <a:pt x="2207493" y="217716"/>
                  </a:lnTo>
                  <a:lnTo>
                    <a:pt x="2208565" y="217540"/>
                  </a:lnTo>
                  <a:lnTo>
                    <a:pt x="2209636" y="217364"/>
                  </a:lnTo>
                  <a:lnTo>
                    <a:pt x="2210708" y="217188"/>
                  </a:lnTo>
                  <a:lnTo>
                    <a:pt x="2211779" y="217013"/>
                  </a:lnTo>
                  <a:lnTo>
                    <a:pt x="2212851" y="216837"/>
                  </a:lnTo>
                  <a:lnTo>
                    <a:pt x="2213923" y="216662"/>
                  </a:lnTo>
                  <a:lnTo>
                    <a:pt x="2214994" y="216487"/>
                  </a:lnTo>
                  <a:lnTo>
                    <a:pt x="2216066" y="216311"/>
                  </a:lnTo>
                  <a:lnTo>
                    <a:pt x="2217137" y="216136"/>
                  </a:lnTo>
                  <a:lnTo>
                    <a:pt x="2218209" y="215961"/>
                  </a:lnTo>
                  <a:lnTo>
                    <a:pt x="2219281" y="215787"/>
                  </a:lnTo>
                  <a:lnTo>
                    <a:pt x="2220352" y="215612"/>
                  </a:lnTo>
                  <a:lnTo>
                    <a:pt x="2221424" y="215437"/>
                  </a:lnTo>
                  <a:lnTo>
                    <a:pt x="2222495" y="215263"/>
                  </a:lnTo>
                  <a:lnTo>
                    <a:pt x="2223567" y="215088"/>
                  </a:lnTo>
                  <a:lnTo>
                    <a:pt x="2224639" y="214914"/>
                  </a:lnTo>
                  <a:lnTo>
                    <a:pt x="2225710" y="214740"/>
                  </a:lnTo>
                  <a:lnTo>
                    <a:pt x="2226782" y="214566"/>
                  </a:lnTo>
                  <a:lnTo>
                    <a:pt x="2227853" y="214392"/>
                  </a:lnTo>
                  <a:lnTo>
                    <a:pt x="2228925" y="214219"/>
                  </a:lnTo>
                  <a:lnTo>
                    <a:pt x="2229997" y="214045"/>
                  </a:lnTo>
                  <a:lnTo>
                    <a:pt x="2231068" y="213871"/>
                  </a:lnTo>
                  <a:lnTo>
                    <a:pt x="2232140" y="213698"/>
                  </a:lnTo>
                  <a:lnTo>
                    <a:pt x="2233211" y="213525"/>
                  </a:lnTo>
                  <a:lnTo>
                    <a:pt x="2234283" y="213351"/>
                  </a:lnTo>
                  <a:lnTo>
                    <a:pt x="2235355" y="213178"/>
                  </a:lnTo>
                  <a:lnTo>
                    <a:pt x="2236426" y="213005"/>
                  </a:lnTo>
                  <a:lnTo>
                    <a:pt x="2237498" y="212833"/>
                  </a:lnTo>
                  <a:lnTo>
                    <a:pt x="2238569" y="212660"/>
                  </a:lnTo>
                  <a:lnTo>
                    <a:pt x="2239641" y="212487"/>
                  </a:lnTo>
                  <a:lnTo>
                    <a:pt x="2240713" y="212315"/>
                  </a:lnTo>
                  <a:lnTo>
                    <a:pt x="2241784" y="212142"/>
                  </a:lnTo>
                  <a:lnTo>
                    <a:pt x="2242856" y="211970"/>
                  </a:lnTo>
                  <a:lnTo>
                    <a:pt x="2243927" y="211798"/>
                  </a:lnTo>
                  <a:lnTo>
                    <a:pt x="2244999" y="211626"/>
                  </a:lnTo>
                  <a:lnTo>
                    <a:pt x="2246071" y="211454"/>
                  </a:lnTo>
                  <a:lnTo>
                    <a:pt x="2247142" y="211282"/>
                  </a:lnTo>
                  <a:lnTo>
                    <a:pt x="2248214" y="211110"/>
                  </a:lnTo>
                  <a:lnTo>
                    <a:pt x="2249285" y="210939"/>
                  </a:lnTo>
                  <a:lnTo>
                    <a:pt x="2250357" y="210767"/>
                  </a:lnTo>
                  <a:lnTo>
                    <a:pt x="2251429" y="210596"/>
                  </a:lnTo>
                  <a:lnTo>
                    <a:pt x="2252500" y="210425"/>
                  </a:lnTo>
                  <a:lnTo>
                    <a:pt x="2253572" y="210254"/>
                  </a:lnTo>
                  <a:lnTo>
                    <a:pt x="2254643" y="210083"/>
                  </a:lnTo>
                  <a:lnTo>
                    <a:pt x="2255715" y="209912"/>
                  </a:lnTo>
                  <a:lnTo>
                    <a:pt x="2256787" y="209741"/>
                  </a:lnTo>
                  <a:lnTo>
                    <a:pt x="2257858" y="209570"/>
                  </a:lnTo>
                  <a:lnTo>
                    <a:pt x="2258930" y="209400"/>
                  </a:lnTo>
                  <a:lnTo>
                    <a:pt x="2260001" y="209229"/>
                  </a:lnTo>
                  <a:lnTo>
                    <a:pt x="2261073" y="209059"/>
                  </a:lnTo>
                  <a:lnTo>
                    <a:pt x="2262145" y="208889"/>
                  </a:lnTo>
                  <a:lnTo>
                    <a:pt x="2263216" y="208719"/>
                  </a:lnTo>
                  <a:lnTo>
                    <a:pt x="2264288" y="208549"/>
                  </a:lnTo>
                  <a:lnTo>
                    <a:pt x="2265359" y="208379"/>
                  </a:lnTo>
                  <a:lnTo>
                    <a:pt x="2266431" y="208209"/>
                  </a:lnTo>
                  <a:lnTo>
                    <a:pt x="2267503" y="208039"/>
                  </a:lnTo>
                  <a:lnTo>
                    <a:pt x="2268574" y="207870"/>
                  </a:lnTo>
                  <a:lnTo>
                    <a:pt x="2269646" y="207700"/>
                  </a:lnTo>
                  <a:lnTo>
                    <a:pt x="2270717" y="207531"/>
                  </a:lnTo>
                  <a:lnTo>
                    <a:pt x="2271789" y="207362"/>
                  </a:lnTo>
                  <a:lnTo>
                    <a:pt x="2272861" y="207193"/>
                  </a:lnTo>
                  <a:lnTo>
                    <a:pt x="2273932" y="207024"/>
                  </a:lnTo>
                  <a:lnTo>
                    <a:pt x="2275004" y="206855"/>
                  </a:lnTo>
                  <a:lnTo>
                    <a:pt x="2276075" y="206686"/>
                  </a:lnTo>
                  <a:lnTo>
                    <a:pt x="2277147" y="206517"/>
                  </a:lnTo>
                  <a:lnTo>
                    <a:pt x="2278219" y="206349"/>
                  </a:lnTo>
                  <a:lnTo>
                    <a:pt x="2279290" y="206180"/>
                  </a:lnTo>
                  <a:lnTo>
                    <a:pt x="2280362" y="206012"/>
                  </a:lnTo>
                  <a:lnTo>
                    <a:pt x="2281433" y="205844"/>
                  </a:lnTo>
                  <a:lnTo>
                    <a:pt x="2282505" y="205675"/>
                  </a:lnTo>
                  <a:lnTo>
                    <a:pt x="2283577" y="205507"/>
                  </a:lnTo>
                  <a:lnTo>
                    <a:pt x="2284648" y="205339"/>
                  </a:lnTo>
                  <a:lnTo>
                    <a:pt x="2285720" y="205172"/>
                  </a:lnTo>
                  <a:lnTo>
                    <a:pt x="2286791" y="205004"/>
                  </a:lnTo>
                  <a:lnTo>
                    <a:pt x="2287863" y="204836"/>
                  </a:lnTo>
                  <a:lnTo>
                    <a:pt x="2288935" y="204669"/>
                  </a:lnTo>
                  <a:lnTo>
                    <a:pt x="2290006" y="204502"/>
                  </a:lnTo>
                  <a:lnTo>
                    <a:pt x="2291078" y="204334"/>
                  </a:lnTo>
                  <a:lnTo>
                    <a:pt x="2292149" y="204167"/>
                  </a:lnTo>
                  <a:lnTo>
                    <a:pt x="2293221" y="204000"/>
                  </a:lnTo>
                  <a:lnTo>
                    <a:pt x="2294293" y="203833"/>
                  </a:lnTo>
                  <a:lnTo>
                    <a:pt x="2295364" y="203666"/>
                  </a:lnTo>
                  <a:lnTo>
                    <a:pt x="2296436" y="203500"/>
                  </a:lnTo>
                  <a:lnTo>
                    <a:pt x="2297507" y="203333"/>
                  </a:lnTo>
                  <a:lnTo>
                    <a:pt x="2298579" y="203166"/>
                  </a:lnTo>
                  <a:lnTo>
                    <a:pt x="2299651" y="203000"/>
                  </a:lnTo>
                  <a:lnTo>
                    <a:pt x="2300722" y="202834"/>
                  </a:lnTo>
                  <a:lnTo>
                    <a:pt x="2301794" y="202668"/>
                  </a:lnTo>
                  <a:lnTo>
                    <a:pt x="2302865" y="202501"/>
                  </a:lnTo>
                  <a:lnTo>
                    <a:pt x="2303937" y="202335"/>
                  </a:lnTo>
                  <a:lnTo>
                    <a:pt x="2305009" y="202170"/>
                  </a:lnTo>
                  <a:lnTo>
                    <a:pt x="2306080" y="202004"/>
                  </a:lnTo>
                  <a:lnTo>
                    <a:pt x="2307152" y="201838"/>
                  </a:lnTo>
                  <a:lnTo>
                    <a:pt x="2308223" y="201673"/>
                  </a:lnTo>
                  <a:lnTo>
                    <a:pt x="2309295" y="201507"/>
                  </a:lnTo>
                  <a:lnTo>
                    <a:pt x="2310366" y="201342"/>
                  </a:lnTo>
                  <a:lnTo>
                    <a:pt x="2311438" y="201177"/>
                  </a:lnTo>
                  <a:lnTo>
                    <a:pt x="2312510" y="201011"/>
                  </a:lnTo>
                  <a:lnTo>
                    <a:pt x="2313581" y="200846"/>
                  </a:lnTo>
                  <a:lnTo>
                    <a:pt x="2314653" y="200681"/>
                  </a:lnTo>
                  <a:lnTo>
                    <a:pt x="2315724" y="200517"/>
                  </a:lnTo>
                  <a:lnTo>
                    <a:pt x="2316796" y="200352"/>
                  </a:lnTo>
                  <a:lnTo>
                    <a:pt x="2317868" y="200187"/>
                  </a:lnTo>
                  <a:lnTo>
                    <a:pt x="2318939" y="200023"/>
                  </a:lnTo>
                  <a:lnTo>
                    <a:pt x="2320011" y="199858"/>
                  </a:lnTo>
                  <a:lnTo>
                    <a:pt x="2321082" y="199694"/>
                  </a:lnTo>
                  <a:lnTo>
                    <a:pt x="2322154" y="199530"/>
                  </a:lnTo>
                  <a:lnTo>
                    <a:pt x="2323226" y="199366"/>
                  </a:lnTo>
                  <a:lnTo>
                    <a:pt x="2324297" y="199202"/>
                  </a:lnTo>
                  <a:lnTo>
                    <a:pt x="2325369" y="199038"/>
                  </a:lnTo>
                  <a:lnTo>
                    <a:pt x="2326440" y="198874"/>
                  </a:lnTo>
                  <a:lnTo>
                    <a:pt x="2327512" y="198710"/>
                  </a:lnTo>
                  <a:lnTo>
                    <a:pt x="2328584" y="198547"/>
                  </a:lnTo>
                  <a:lnTo>
                    <a:pt x="2329655" y="198383"/>
                  </a:lnTo>
                  <a:lnTo>
                    <a:pt x="2330727" y="198220"/>
                  </a:lnTo>
                  <a:lnTo>
                    <a:pt x="2331798" y="198057"/>
                  </a:lnTo>
                  <a:lnTo>
                    <a:pt x="2332870" y="197893"/>
                  </a:lnTo>
                  <a:lnTo>
                    <a:pt x="2333942" y="197730"/>
                  </a:lnTo>
                  <a:lnTo>
                    <a:pt x="2335013" y="197567"/>
                  </a:lnTo>
                  <a:lnTo>
                    <a:pt x="2336085" y="197405"/>
                  </a:lnTo>
                  <a:lnTo>
                    <a:pt x="2337156" y="197242"/>
                  </a:lnTo>
                  <a:lnTo>
                    <a:pt x="2338228" y="197079"/>
                  </a:lnTo>
                  <a:lnTo>
                    <a:pt x="2339300" y="196917"/>
                  </a:lnTo>
                  <a:lnTo>
                    <a:pt x="2340371" y="196754"/>
                  </a:lnTo>
                  <a:lnTo>
                    <a:pt x="2341443" y="196592"/>
                  </a:lnTo>
                  <a:lnTo>
                    <a:pt x="2342514" y="196429"/>
                  </a:lnTo>
                  <a:lnTo>
                    <a:pt x="2343586" y="196267"/>
                  </a:lnTo>
                  <a:lnTo>
                    <a:pt x="2344658" y="196105"/>
                  </a:lnTo>
                  <a:lnTo>
                    <a:pt x="2345729" y="195943"/>
                  </a:lnTo>
                  <a:lnTo>
                    <a:pt x="2346801" y="195781"/>
                  </a:lnTo>
                  <a:lnTo>
                    <a:pt x="2347872" y="195620"/>
                  </a:lnTo>
                  <a:lnTo>
                    <a:pt x="2348944" y="195458"/>
                  </a:lnTo>
                  <a:lnTo>
                    <a:pt x="2350016" y="195296"/>
                  </a:lnTo>
                  <a:lnTo>
                    <a:pt x="2351087" y="195135"/>
                  </a:lnTo>
                  <a:lnTo>
                    <a:pt x="2352159" y="194974"/>
                  </a:lnTo>
                  <a:lnTo>
                    <a:pt x="2353230" y="194812"/>
                  </a:lnTo>
                  <a:lnTo>
                    <a:pt x="2354302" y="194651"/>
                  </a:lnTo>
                  <a:lnTo>
                    <a:pt x="2355374" y="194490"/>
                  </a:lnTo>
                  <a:lnTo>
                    <a:pt x="2356445" y="194329"/>
                  </a:lnTo>
                  <a:lnTo>
                    <a:pt x="2357517" y="194168"/>
                  </a:lnTo>
                  <a:lnTo>
                    <a:pt x="2358588" y="194007"/>
                  </a:lnTo>
                  <a:lnTo>
                    <a:pt x="2359660" y="193847"/>
                  </a:lnTo>
                  <a:lnTo>
                    <a:pt x="2360732" y="193686"/>
                  </a:lnTo>
                  <a:lnTo>
                    <a:pt x="2361803" y="193526"/>
                  </a:lnTo>
                  <a:lnTo>
                    <a:pt x="2362875" y="193365"/>
                  </a:lnTo>
                  <a:lnTo>
                    <a:pt x="2363946" y="193205"/>
                  </a:lnTo>
                  <a:lnTo>
                    <a:pt x="2365018" y="193045"/>
                  </a:lnTo>
                  <a:lnTo>
                    <a:pt x="2366090" y="192885"/>
                  </a:lnTo>
                  <a:lnTo>
                    <a:pt x="2367161" y="192725"/>
                  </a:lnTo>
                  <a:lnTo>
                    <a:pt x="2368233" y="192565"/>
                  </a:lnTo>
                  <a:lnTo>
                    <a:pt x="2369304" y="192405"/>
                  </a:lnTo>
                  <a:lnTo>
                    <a:pt x="2370376" y="192245"/>
                  </a:lnTo>
                  <a:lnTo>
                    <a:pt x="2371448" y="192086"/>
                  </a:lnTo>
                  <a:lnTo>
                    <a:pt x="2372519" y="191926"/>
                  </a:lnTo>
                  <a:lnTo>
                    <a:pt x="2373591" y="191767"/>
                  </a:lnTo>
                  <a:lnTo>
                    <a:pt x="2374662" y="191608"/>
                  </a:lnTo>
                  <a:lnTo>
                    <a:pt x="2375734" y="191448"/>
                  </a:lnTo>
                  <a:lnTo>
                    <a:pt x="2376806" y="191289"/>
                  </a:lnTo>
                  <a:lnTo>
                    <a:pt x="2377877" y="191130"/>
                  </a:lnTo>
                  <a:lnTo>
                    <a:pt x="2378949" y="190971"/>
                  </a:lnTo>
                  <a:lnTo>
                    <a:pt x="2380020" y="190812"/>
                  </a:lnTo>
                  <a:lnTo>
                    <a:pt x="2381092" y="190654"/>
                  </a:lnTo>
                  <a:lnTo>
                    <a:pt x="2382164" y="190495"/>
                  </a:lnTo>
                  <a:lnTo>
                    <a:pt x="2383235" y="190336"/>
                  </a:lnTo>
                  <a:lnTo>
                    <a:pt x="2384307" y="190178"/>
                  </a:lnTo>
                  <a:lnTo>
                    <a:pt x="2385378" y="190020"/>
                  </a:lnTo>
                  <a:lnTo>
                    <a:pt x="2386450" y="189861"/>
                  </a:lnTo>
                  <a:lnTo>
                    <a:pt x="2387522" y="189703"/>
                  </a:lnTo>
                  <a:lnTo>
                    <a:pt x="2388593" y="189545"/>
                  </a:lnTo>
                  <a:lnTo>
                    <a:pt x="2389665" y="189387"/>
                  </a:lnTo>
                  <a:lnTo>
                    <a:pt x="2390736" y="189229"/>
                  </a:lnTo>
                  <a:lnTo>
                    <a:pt x="2391808" y="189071"/>
                  </a:lnTo>
                  <a:lnTo>
                    <a:pt x="2392880" y="188914"/>
                  </a:lnTo>
                  <a:lnTo>
                    <a:pt x="2393951" y="188756"/>
                  </a:lnTo>
                  <a:lnTo>
                    <a:pt x="2395023" y="188599"/>
                  </a:lnTo>
                  <a:lnTo>
                    <a:pt x="2396094" y="188441"/>
                  </a:lnTo>
                  <a:lnTo>
                    <a:pt x="2397166" y="188284"/>
                  </a:lnTo>
                  <a:lnTo>
                    <a:pt x="2398238" y="188127"/>
                  </a:lnTo>
                  <a:lnTo>
                    <a:pt x="2399309" y="187969"/>
                  </a:lnTo>
                  <a:lnTo>
                    <a:pt x="2400381" y="187812"/>
                  </a:lnTo>
                  <a:lnTo>
                    <a:pt x="2401452" y="187655"/>
                  </a:lnTo>
                  <a:lnTo>
                    <a:pt x="2402524" y="187498"/>
                  </a:lnTo>
                  <a:lnTo>
                    <a:pt x="2403596" y="187342"/>
                  </a:lnTo>
                  <a:lnTo>
                    <a:pt x="2404667" y="187185"/>
                  </a:lnTo>
                  <a:lnTo>
                    <a:pt x="2405739" y="187028"/>
                  </a:lnTo>
                  <a:lnTo>
                    <a:pt x="2406810" y="186872"/>
                  </a:lnTo>
                  <a:lnTo>
                    <a:pt x="2407882" y="186715"/>
                  </a:lnTo>
                  <a:lnTo>
                    <a:pt x="2408954" y="186559"/>
                  </a:lnTo>
                  <a:lnTo>
                    <a:pt x="2410025" y="186403"/>
                  </a:lnTo>
                  <a:lnTo>
                    <a:pt x="2411097" y="186247"/>
                  </a:lnTo>
                  <a:lnTo>
                    <a:pt x="2412168" y="186091"/>
                  </a:lnTo>
                  <a:lnTo>
                    <a:pt x="2413240" y="185935"/>
                  </a:lnTo>
                  <a:lnTo>
                    <a:pt x="2414312" y="185779"/>
                  </a:lnTo>
                  <a:lnTo>
                    <a:pt x="2415383" y="185623"/>
                  </a:lnTo>
                  <a:lnTo>
                    <a:pt x="2416455" y="185467"/>
                  </a:lnTo>
                  <a:lnTo>
                    <a:pt x="2417526" y="185312"/>
                  </a:lnTo>
                  <a:lnTo>
                    <a:pt x="2418598" y="185156"/>
                  </a:lnTo>
                  <a:lnTo>
                    <a:pt x="2419670" y="185001"/>
                  </a:lnTo>
                  <a:lnTo>
                    <a:pt x="2420741" y="184845"/>
                  </a:lnTo>
                  <a:lnTo>
                    <a:pt x="2421813" y="184690"/>
                  </a:lnTo>
                  <a:lnTo>
                    <a:pt x="2422884" y="184535"/>
                  </a:lnTo>
                  <a:lnTo>
                    <a:pt x="2423956" y="184380"/>
                  </a:lnTo>
                  <a:lnTo>
                    <a:pt x="2425028" y="184225"/>
                  </a:lnTo>
                  <a:lnTo>
                    <a:pt x="2426099" y="184070"/>
                  </a:lnTo>
                  <a:lnTo>
                    <a:pt x="2427171" y="183915"/>
                  </a:lnTo>
                  <a:lnTo>
                    <a:pt x="2428242" y="183761"/>
                  </a:lnTo>
                  <a:lnTo>
                    <a:pt x="2429314" y="183606"/>
                  </a:lnTo>
                  <a:lnTo>
                    <a:pt x="2430386" y="183451"/>
                  </a:lnTo>
                  <a:lnTo>
                    <a:pt x="2431457" y="183297"/>
                  </a:lnTo>
                  <a:lnTo>
                    <a:pt x="2432529" y="183143"/>
                  </a:lnTo>
                  <a:lnTo>
                    <a:pt x="2433600" y="182988"/>
                  </a:lnTo>
                  <a:lnTo>
                    <a:pt x="2434672" y="182834"/>
                  </a:lnTo>
                  <a:lnTo>
                    <a:pt x="2435744" y="182680"/>
                  </a:lnTo>
                  <a:lnTo>
                    <a:pt x="2436815" y="182526"/>
                  </a:lnTo>
                  <a:lnTo>
                    <a:pt x="2437887" y="182372"/>
                  </a:lnTo>
                  <a:lnTo>
                    <a:pt x="2438958" y="182218"/>
                  </a:lnTo>
                  <a:lnTo>
                    <a:pt x="2440030" y="182064"/>
                  </a:lnTo>
                  <a:lnTo>
                    <a:pt x="2441102" y="181911"/>
                  </a:lnTo>
                  <a:lnTo>
                    <a:pt x="2442173" y="181757"/>
                  </a:lnTo>
                  <a:lnTo>
                    <a:pt x="2443245" y="181604"/>
                  </a:lnTo>
                  <a:lnTo>
                    <a:pt x="2444316" y="181450"/>
                  </a:lnTo>
                  <a:lnTo>
                    <a:pt x="2445388" y="181297"/>
                  </a:lnTo>
                  <a:lnTo>
                    <a:pt x="2446460" y="181144"/>
                  </a:lnTo>
                  <a:lnTo>
                    <a:pt x="2447531" y="180990"/>
                  </a:lnTo>
                  <a:lnTo>
                    <a:pt x="2448603" y="180837"/>
                  </a:lnTo>
                  <a:lnTo>
                    <a:pt x="2449674" y="180684"/>
                  </a:lnTo>
                  <a:lnTo>
                    <a:pt x="2450746" y="180531"/>
                  </a:lnTo>
                  <a:lnTo>
                    <a:pt x="2451818" y="180379"/>
                  </a:lnTo>
                  <a:lnTo>
                    <a:pt x="2452889" y="180226"/>
                  </a:lnTo>
                  <a:lnTo>
                    <a:pt x="2453961" y="180073"/>
                  </a:lnTo>
                  <a:lnTo>
                    <a:pt x="2455032" y="179921"/>
                  </a:lnTo>
                  <a:lnTo>
                    <a:pt x="2456104" y="179768"/>
                  </a:lnTo>
                  <a:lnTo>
                    <a:pt x="2457176" y="179616"/>
                  </a:lnTo>
                  <a:lnTo>
                    <a:pt x="2458247" y="179463"/>
                  </a:lnTo>
                  <a:lnTo>
                    <a:pt x="2459319" y="179311"/>
                  </a:lnTo>
                  <a:lnTo>
                    <a:pt x="2460390" y="179159"/>
                  </a:lnTo>
                  <a:lnTo>
                    <a:pt x="2461462" y="179007"/>
                  </a:lnTo>
                  <a:lnTo>
                    <a:pt x="2462534" y="178855"/>
                  </a:lnTo>
                  <a:lnTo>
                    <a:pt x="2463605" y="178703"/>
                  </a:lnTo>
                  <a:lnTo>
                    <a:pt x="2464677" y="178551"/>
                  </a:lnTo>
                  <a:lnTo>
                    <a:pt x="2465748" y="178400"/>
                  </a:lnTo>
                  <a:lnTo>
                    <a:pt x="2466820" y="178248"/>
                  </a:lnTo>
                  <a:lnTo>
                    <a:pt x="2467892" y="178096"/>
                  </a:lnTo>
                  <a:lnTo>
                    <a:pt x="2468963" y="177945"/>
                  </a:lnTo>
                  <a:lnTo>
                    <a:pt x="2470035" y="177793"/>
                  </a:lnTo>
                  <a:lnTo>
                    <a:pt x="2471106" y="177642"/>
                  </a:lnTo>
                  <a:lnTo>
                    <a:pt x="2472178" y="177491"/>
                  </a:lnTo>
                  <a:lnTo>
                    <a:pt x="2473250" y="177340"/>
                  </a:lnTo>
                  <a:lnTo>
                    <a:pt x="2474321" y="177189"/>
                  </a:lnTo>
                  <a:lnTo>
                    <a:pt x="2475393" y="177038"/>
                  </a:lnTo>
                  <a:lnTo>
                    <a:pt x="2476464" y="176887"/>
                  </a:lnTo>
                  <a:lnTo>
                    <a:pt x="2477536" y="176736"/>
                  </a:lnTo>
                  <a:lnTo>
                    <a:pt x="2478608" y="176585"/>
                  </a:lnTo>
                  <a:lnTo>
                    <a:pt x="2479679" y="176434"/>
                  </a:lnTo>
                  <a:lnTo>
                    <a:pt x="2480751" y="176284"/>
                  </a:lnTo>
                  <a:lnTo>
                    <a:pt x="2481822" y="176133"/>
                  </a:lnTo>
                  <a:lnTo>
                    <a:pt x="2482894" y="175983"/>
                  </a:lnTo>
                  <a:lnTo>
                    <a:pt x="2483966" y="175832"/>
                  </a:lnTo>
                  <a:lnTo>
                    <a:pt x="2485037" y="175682"/>
                  </a:lnTo>
                  <a:lnTo>
                    <a:pt x="2486109" y="175532"/>
                  </a:lnTo>
                  <a:lnTo>
                    <a:pt x="2487180" y="175382"/>
                  </a:lnTo>
                  <a:lnTo>
                    <a:pt x="2488252" y="175232"/>
                  </a:lnTo>
                  <a:lnTo>
                    <a:pt x="2489323" y="175082"/>
                  </a:lnTo>
                  <a:lnTo>
                    <a:pt x="2490395" y="174932"/>
                  </a:lnTo>
                  <a:lnTo>
                    <a:pt x="2491467" y="174782"/>
                  </a:lnTo>
                  <a:lnTo>
                    <a:pt x="2492538" y="174632"/>
                  </a:lnTo>
                  <a:lnTo>
                    <a:pt x="2493610" y="174483"/>
                  </a:lnTo>
                  <a:lnTo>
                    <a:pt x="2494681" y="174333"/>
                  </a:lnTo>
                  <a:lnTo>
                    <a:pt x="2495753" y="174183"/>
                  </a:lnTo>
                  <a:lnTo>
                    <a:pt x="2496825" y="174034"/>
                  </a:lnTo>
                  <a:lnTo>
                    <a:pt x="2497896" y="173885"/>
                  </a:lnTo>
                  <a:lnTo>
                    <a:pt x="2498968" y="173735"/>
                  </a:lnTo>
                  <a:lnTo>
                    <a:pt x="2500039" y="173586"/>
                  </a:lnTo>
                  <a:lnTo>
                    <a:pt x="2501111" y="173437"/>
                  </a:lnTo>
                  <a:lnTo>
                    <a:pt x="2502183" y="173288"/>
                  </a:lnTo>
                  <a:lnTo>
                    <a:pt x="2503254" y="173139"/>
                  </a:lnTo>
                  <a:lnTo>
                    <a:pt x="2504326" y="172990"/>
                  </a:lnTo>
                  <a:lnTo>
                    <a:pt x="2505397" y="172841"/>
                  </a:lnTo>
                  <a:lnTo>
                    <a:pt x="2506469" y="172693"/>
                  </a:lnTo>
                  <a:lnTo>
                    <a:pt x="2507541" y="172544"/>
                  </a:lnTo>
                  <a:lnTo>
                    <a:pt x="2508612" y="172395"/>
                  </a:lnTo>
                  <a:lnTo>
                    <a:pt x="2509684" y="172247"/>
                  </a:lnTo>
                  <a:lnTo>
                    <a:pt x="2510755" y="172099"/>
                  </a:lnTo>
                  <a:lnTo>
                    <a:pt x="2511827" y="171950"/>
                  </a:lnTo>
                  <a:lnTo>
                    <a:pt x="2512899" y="171802"/>
                  </a:lnTo>
                  <a:lnTo>
                    <a:pt x="2513970" y="171654"/>
                  </a:lnTo>
                  <a:lnTo>
                    <a:pt x="2515042" y="171506"/>
                  </a:lnTo>
                  <a:lnTo>
                    <a:pt x="2516113" y="171357"/>
                  </a:lnTo>
                  <a:lnTo>
                    <a:pt x="2517185" y="171209"/>
                  </a:lnTo>
                  <a:lnTo>
                    <a:pt x="2518257" y="171062"/>
                  </a:lnTo>
                  <a:lnTo>
                    <a:pt x="2519328" y="170914"/>
                  </a:lnTo>
                  <a:lnTo>
                    <a:pt x="2520400" y="170766"/>
                  </a:lnTo>
                  <a:lnTo>
                    <a:pt x="2521471" y="170618"/>
                  </a:lnTo>
                  <a:lnTo>
                    <a:pt x="2522543" y="170471"/>
                  </a:lnTo>
                  <a:lnTo>
                    <a:pt x="2523615" y="170323"/>
                  </a:lnTo>
                  <a:lnTo>
                    <a:pt x="2524686" y="170176"/>
                  </a:lnTo>
                  <a:lnTo>
                    <a:pt x="2525758" y="170028"/>
                  </a:lnTo>
                  <a:lnTo>
                    <a:pt x="2526829" y="169881"/>
                  </a:lnTo>
                  <a:lnTo>
                    <a:pt x="2527901" y="169734"/>
                  </a:lnTo>
                  <a:lnTo>
                    <a:pt x="2528973" y="169587"/>
                  </a:lnTo>
                  <a:lnTo>
                    <a:pt x="2530044" y="169439"/>
                  </a:lnTo>
                  <a:lnTo>
                    <a:pt x="2531116" y="169292"/>
                  </a:lnTo>
                  <a:lnTo>
                    <a:pt x="2532187" y="169145"/>
                  </a:lnTo>
                  <a:lnTo>
                    <a:pt x="2533259" y="168999"/>
                  </a:lnTo>
                  <a:lnTo>
                    <a:pt x="2534331" y="168852"/>
                  </a:lnTo>
                  <a:lnTo>
                    <a:pt x="2535402" y="168705"/>
                  </a:lnTo>
                  <a:lnTo>
                    <a:pt x="2536474" y="168558"/>
                  </a:lnTo>
                  <a:lnTo>
                    <a:pt x="2537545" y="168412"/>
                  </a:lnTo>
                  <a:lnTo>
                    <a:pt x="2538617" y="168265"/>
                  </a:lnTo>
                  <a:lnTo>
                    <a:pt x="2539689" y="168119"/>
                  </a:lnTo>
                  <a:lnTo>
                    <a:pt x="2540760" y="167972"/>
                  </a:lnTo>
                  <a:lnTo>
                    <a:pt x="2541832" y="167826"/>
                  </a:lnTo>
                  <a:lnTo>
                    <a:pt x="2542903" y="167680"/>
                  </a:lnTo>
                  <a:lnTo>
                    <a:pt x="2543975" y="167534"/>
                  </a:lnTo>
                  <a:lnTo>
                    <a:pt x="2545047" y="167387"/>
                  </a:lnTo>
                  <a:lnTo>
                    <a:pt x="2546118" y="167241"/>
                  </a:lnTo>
                  <a:lnTo>
                    <a:pt x="2547190" y="167095"/>
                  </a:lnTo>
                  <a:lnTo>
                    <a:pt x="2548261" y="166950"/>
                  </a:lnTo>
                  <a:lnTo>
                    <a:pt x="2549333" y="166804"/>
                  </a:lnTo>
                  <a:lnTo>
                    <a:pt x="2550405" y="166658"/>
                  </a:lnTo>
                  <a:lnTo>
                    <a:pt x="2551476" y="166512"/>
                  </a:lnTo>
                  <a:lnTo>
                    <a:pt x="2552548" y="166367"/>
                  </a:lnTo>
                  <a:lnTo>
                    <a:pt x="2553619" y="166221"/>
                  </a:lnTo>
                  <a:lnTo>
                    <a:pt x="2554691" y="166076"/>
                  </a:lnTo>
                  <a:lnTo>
                    <a:pt x="2555763" y="165930"/>
                  </a:lnTo>
                  <a:lnTo>
                    <a:pt x="2556834" y="165785"/>
                  </a:lnTo>
                  <a:lnTo>
                    <a:pt x="2557906" y="165640"/>
                  </a:lnTo>
                  <a:lnTo>
                    <a:pt x="2558977" y="165494"/>
                  </a:lnTo>
                  <a:lnTo>
                    <a:pt x="2560049" y="165349"/>
                  </a:lnTo>
                  <a:lnTo>
                    <a:pt x="2561121" y="165204"/>
                  </a:lnTo>
                  <a:lnTo>
                    <a:pt x="2562192" y="165059"/>
                  </a:lnTo>
                  <a:lnTo>
                    <a:pt x="2563264" y="164914"/>
                  </a:lnTo>
                  <a:lnTo>
                    <a:pt x="2564335" y="164769"/>
                  </a:lnTo>
                  <a:lnTo>
                    <a:pt x="2565407" y="164624"/>
                  </a:lnTo>
                  <a:lnTo>
                    <a:pt x="2566479" y="164480"/>
                  </a:lnTo>
                  <a:lnTo>
                    <a:pt x="2567550" y="164335"/>
                  </a:lnTo>
                  <a:lnTo>
                    <a:pt x="2568622" y="164190"/>
                  </a:lnTo>
                  <a:lnTo>
                    <a:pt x="2569693" y="164046"/>
                  </a:lnTo>
                  <a:lnTo>
                    <a:pt x="2570765" y="163901"/>
                  </a:lnTo>
                  <a:lnTo>
                    <a:pt x="2571837" y="163757"/>
                  </a:lnTo>
                  <a:lnTo>
                    <a:pt x="2572908" y="163613"/>
                  </a:lnTo>
                  <a:lnTo>
                    <a:pt x="2573980" y="163468"/>
                  </a:lnTo>
                  <a:lnTo>
                    <a:pt x="2575051" y="163324"/>
                  </a:lnTo>
                  <a:lnTo>
                    <a:pt x="2576123" y="163180"/>
                  </a:lnTo>
                  <a:lnTo>
                    <a:pt x="2577195" y="163036"/>
                  </a:lnTo>
                  <a:lnTo>
                    <a:pt x="2578266" y="162892"/>
                  </a:lnTo>
                  <a:lnTo>
                    <a:pt x="2579338" y="162748"/>
                  </a:lnTo>
                  <a:lnTo>
                    <a:pt x="2580409" y="162604"/>
                  </a:lnTo>
                  <a:lnTo>
                    <a:pt x="2581481" y="162460"/>
                  </a:lnTo>
                  <a:lnTo>
                    <a:pt x="2582553" y="162316"/>
                  </a:lnTo>
                  <a:lnTo>
                    <a:pt x="2583624" y="162173"/>
                  </a:lnTo>
                  <a:lnTo>
                    <a:pt x="2584696" y="162029"/>
                  </a:lnTo>
                  <a:lnTo>
                    <a:pt x="2585767" y="161885"/>
                  </a:lnTo>
                  <a:lnTo>
                    <a:pt x="2586839" y="161742"/>
                  </a:lnTo>
                  <a:lnTo>
                    <a:pt x="2587911" y="161598"/>
                  </a:lnTo>
                  <a:lnTo>
                    <a:pt x="2588982" y="161455"/>
                  </a:lnTo>
                  <a:lnTo>
                    <a:pt x="2590054" y="161312"/>
                  </a:lnTo>
                  <a:lnTo>
                    <a:pt x="2591125" y="161168"/>
                  </a:lnTo>
                  <a:lnTo>
                    <a:pt x="2592197" y="161025"/>
                  </a:lnTo>
                  <a:lnTo>
                    <a:pt x="2593269" y="160882"/>
                  </a:lnTo>
                  <a:lnTo>
                    <a:pt x="2594340" y="160739"/>
                  </a:lnTo>
                  <a:lnTo>
                    <a:pt x="2595412" y="160596"/>
                  </a:lnTo>
                  <a:lnTo>
                    <a:pt x="2596483" y="160453"/>
                  </a:lnTo>
                  <a:lnTo>
                    <a:pt x="2597555" y="160310"/>
                  </a:lnTo>
                  <a:lnTo>
                    <a:pt x="2598627" y="160167"/>
                  </a:lnTo>
                  <a:lnTo>
                    <a:pt x="2599698" y="160025"/>
                  </a:lnTo>
                  <a:lnTo>
                    <a:pt x="2600770" y="159882"/>
                  </a:lnTo>
                  <a:lnTo>
                    <a:pt x="2601841" y="159739"/>
                  </a:lnTo>
                  <a:lnTo>
                    <a:pt x="2602913" y="159597"/>
                  </a:lnTo>
                  <a:lnTo>
                    <a:pt x="2603985" y="159454"/>
                  </a:lnTo>
                  <a:lnTo>
                    <a:pt x="2605056" y="159312"/>
                  </a:lnTo>
                  <a:lnTo>
                    <a:pt x="2606128" y="159169"/>
                  </a:lnTo>
                  <a:lnTo>
                    <a:pt x="2607199" y="159027"/>
                  </a:lnTo>
                  <a:lnTo>
                    <a:pt x="2608271" y="158885"/>
                  </a:lnTo>
                  <a:lnTo>
                    <a:pt x="2609343" y="158742"/>
                  </a:lnTo>
                  <a:lnTo>
                    <a:pt x="2610414" y="158600"/>
                  </a:lnTo>
                  <a:lnTo>
                    <a:pt x="2611486" y="158458"/>
                  </a:lnTo>
                  <a:lnTo>
                    <a:pt x="2612557" y="158316"/>
                  </a:lnTo>
                  <a:lnTo>
                    <a:pt x="2613629" y="158174"/>
                  </a:lnTo>
                  <a:lnTo>
                    <a:pt x="2614701" y="158032"/>
                  </a:lnTo>
                  <a:lnTo>
                    <a:pt x="2615772" y="157890"/>
                  </a:lnTo>
                  <a:lnTo>
                    <a:pt x="2616844" y="157749"/>
                  </a:lnTo>
                  <a:lnTo>
                    <a:pt x="2617915" y="157607"/>
                  </a:lnTo>
                  <a:lnTo>
                    <a:pt x="2618987" y="157465"/>
                  </a:lnTo>
                  <a:lnTo>
                    <a:pt x="2620059" y="157323"/>
                  </a:lnTo>
                  <a:lnTo>
                    <a:pt x="2621130" y="157182"/>
                  </a:lnTo>
                  <a:lnTo>
                    <a:pt x="2622202" y="157040"/>
                  </a:lnTo>
                  <a:lnTo>
                    <a:pt x="2623273" y="156899"/>
                  </a:lnTo>
                  <a:lnTo>
                    <a:pt x="2624345" y="156757"/>
                  </a:lnTo>
                  <a:lnTo>
                    <a:pt x="2625417" y="156616"/>
                  </a:lnTo>
                  <a:lnTo>
                    <a:pt x="2626488" y="156475"/>
                  </a:lnTo>
                  <a:lnTo>
                    <a:pt x="2627560" y="156334"/>
                  </a:lnTo>
                  <a:lnTo>
                    <a:pt x="2628631" y="156192"/>
                  </a:lnTo>
                  <a:lnTo>
                    <a:pt x="2629703" y="156051"/>
                  </a:lnTo>
                  <a:lnTo>
                    <a:pt x="2630775" y="155910"/>
                  </a:lnTo>
                  <a:lnTo>
                    <a:pt x="2631846" y="155769"/>
                  </a:lnTo>
                  <a:lnTo>
                    <a:pt x="2632918" y="155628"/>
                  </a:lnTo>
                  <a:lnTo>
                    <a:pt x="2633989" y="155487"/>
                  </a:lnTo>
                  <a:lnTo>
                    <a:pt x="2635061" y="155346"/>
                  </a:lnTo>
                  <a:lnTo>
                    <a:pt x="2636133" y="155206"/>
                  </a:lnTo>
                  <a:lnTo>
                    <a:pt x="2637204" y="155065"/>
                  </a:lnTo>
                  <a:lnTo>
                    <a:pt x="2638276" y="154924"/>
                  </a:lnTo>
                  <a:lnTo>
                    <a:pt x="2639347" y="154784"/>
                  </a:lnTo>
                  <a:lnTo>
                    <a:pt x="2640419" y="154643"/>
                  </a:lnTo>
                  <a:lnTo>
                    <a:pt x="2641491" y="154503"/>
                  </a:lnTo>
                  <a:lnTo>
                    <a:pt x="2642562" y="154362"/>
                  </a:lnTo>
                  <a:lnTo>
                    <a:pt x="2643634" y="154222"/>
                  </a:lnTo>
                  <a:lnTo>
                    <a:pt x="2644705" y="154081"/>
                  </a:lnTo>
                  <a:lnTo>
                    <a:pt x="2645777" y="153941"/>
                  </a:lnTo>
                  <a:lnTo>
                    <a:pt x="2646849" y="153801"/>
                  </a:lnTo>
                  <a:lnTo>
                    <a:pt x="2647920" y="153661"/>
                  </a:lnTo>
                  <a:lnTo>
                    <a:pt x="2648992" y="153520"/>
                  </a:lnTo>
                  <a:lnTo>
                    <a:pt x="2650063" y="153380"/>
                  </a:lnTo>
                  <a:lnTo>
                    <a:pt x="2651135" y="153240"/>
                  </a:lnTo>
                  <a:lnTo>
                    <a:pt x="2652207" y="153100"/>
                  </a:lnTo>
                  <a:lnTo>
                    <a:pt x="2653278" y="152960"/>
                  </a:lnTo>
                  <a:lnTo>
                    <a:pt x="2654350" y="152821"/>
                  </a:lnTo>
                  <a:lnTo>
                    <a:pt x="2655421" y="152681"/>
                  </a:lnTo>
                  <a:lnTo>
                    <a:pt x="2656493" y="152541"/>
                  </a:lnTo>
                  <a:lnTo>
                    <a:pt x="2657565" y="152401"/>
                  </a:lnTo>
                  <a:lnTo>
                    <a:pt x="2658636" y="152262"/>
                  </a:lnTo>
                  <a:lnTo>
                    <a:pt x="2659708" y="152122"/>
                  </a:lnTo>
                  <a:lnTo>
                    <a:pt x="2660779" y="151982"/>
                  </a:lnTo>
                  <a:lnTo>
                    <a:pt x="2661851" y="151843"/>
                  </a:lnTo>
                  <a:lnTo>
                    <a:pt x="2662922" y="151703"/>
                  </a:lnTo>
                  <a:lnTo>
                    <a:pt x="2663994" y="151564"/>
                  </a:lnTo>
                  <a:lnTo>
                    <a:pt x="2665066" y="151425"/>
                  </a:lnTo>
                  <a:lnTo>
                    <a:pt x="2666137" y="151285"/>
                  </a:lnTo>
                  <a:lnTo>
                    <a:pt x="2667209" y="151146"/>
                  </a:lnTo>
                  <a:lnTo>
                    <a:pt x="2668280" y="151007"/>
                  </a:lnTo>
                  <a:lnTo>
                    <a:pt x="2669352" y="150868"/>
                  </a:lnTo>
                  <a:lnTo>
                    <a:pt x="2670424" y="150729"/>
                  </a:lnTo>
                  <a:lnTo>
                    <a:pt x="2671495" y="150589"/>
                  </a:lnTo>
                  <a:lnTo>
                    <a:pt x="2672567" y="150450"/>
                  </a:lnTo>
                  <a:lnTo>
                    <a:pt x="2673638" y="150311"/>
                  </a:lnTo>
                  <a:lnTo>
                    <a:pt x="2674710" y="150173"/>
                  </a:lnTo>
                  <a:lnTo>
                    <a:pt x="2675782" y="150034"/>
                  </a:lnTo>
                  <a:lnTo>
                    <a:pt x="2676853" y="149895"/>
                  </a:lnTo>
                  <a:lnTo>
                    <a:pt x="2677925" y="149756"/>
                  </a:lnTo>
                  <a:lnTo>
                    <a:pt x="2678996" y="149617"/>
                  </a:lnTo>
                  <a:lnTo>
                    <a:pt x="2680068" y="149479"/>
                  </a:lnTo>
                  <a:lnTo>
                    <a:pt x="2681140" y="149340"/>
                  </a:lnTo>
                  <a:lnTo>
                    <a:pt x="2682211" y="149201"/>
                  </a:lnTo>
                  <a:lnTo>
                    <a:pt x="2683283" y="149063"/>
                  </a:lnTo>
                  <a:lnTo>
                    <a:pt x="2684354" y="148924"/>
                  </a:lnTo>
                  <a:lnTo>
                    <a:pt x="2685426" y="148786"/>
                  </a:lnTo>
                  <a:lnTo>
                    <a:pt x="2686498" y="148648"/>
                  </a:lnTo>
                  <a:lnTo>
                    <a:pt x="2687569" y="148509"/>
                  </a:lnTo>
                  <a:lnTo>
                    <a:pt x="2688641" y="148371"/>
                  </a:lnTo>
                  <a:lnTo>
                    <a:pt x="2689712" y="148233"/>
                  </a:lnTo>
                  <a:lnTo>
                    <a:pt x="2690784" y="148095"/>
                  </a:lnTo>
                  <a:lnTo>
                    <a:pt x="2691856" y="147956"/>
                  </a:lnTo>
                  <a:lnTo>
                    <a:pt x="2692927" y="147818"/>
                  </a:lnTo>
                  <a:lnTo>
                    <a:pt x="2693999" y="147680"/>
                  </a:lnTo>
                  <a:lnTo>
                    <a:pt x="2695070" y="147542"/>
                  </a:lnTo>
                  <a:lnTo>
                    <a:pt x="2696142" y="147404"/>
                  </a:lnTo>
                  <a:lnTo>
                    <a:pt x="2697214" y="147266"/>
                  </a:lnTo>
                  <a:lnTo>
                    <a:pt x="2698285" y="147128"/>
                  </a:lnTo>
                  <a:lnTo>
                    <a:pt x="2699357" y="146991"/>
                  </a:lnTo>
                  <a:lnTo>
                    <a:pt x="2700428" y="146853"/>
                  </a:lnTo>
                  <a:lnTo>
                    <a:pt x="2701500" y="146715"/>
                  </a:lnTo>
                  <a:lnTo>
                    <a:pt x="2702572" y="146577"/>
                  </a:lnTo>
                  <a:lnTo>
                    <a:pt x="2703643" y="146440"/>
                  </a:lnTo>
                  <a:lnTo>
                    <a:pt x="2704715" y="146302"/>
                  </a:lnTo>
                  <a:lnTo>
                    <a:pt x="2705786" y="146164"/>
                  </a:lnTo>
                  <a:lnTo>
                    <a:pt x="2706858" y="146027"/>
                  </a:lnTo>
                  <a:lnTo>
                    <a:pt x="2707930" y="145889"/>
                  </a:lnTo>
                  <a:lnTo>
                    <a:pt x="2709001" y="145752"/>
                  </a:lnTo>
                  <a:lnTo>
                    <a:pt x="2710073" y="145615"/>
                  </a:lnTo>
                  <a:lnTo>
                    <a:pt x="2711144" y="145477"/>
                  </a:lnTo>
                  <a:lnTo>
                    <a:pt x="2712216" y="145340"/>
                  </a:lnTo>
                  <a:lnTo>
                    <a:pt x="2713288" y="145203"/>
                  </a:lnTo>
                  <a:lnTo>
                    <a:pt x="2714359" y="145065"/>
                  </a:lnTo>
                  <a:lnTo>
                    <a:pt x="2715431" y="144928"/>
                  </a:lnTo>
                  <a:lnTo>
                    <a:pt x="2716502" y="144791"/>
                  </a:lnTo>
                  <a:lnTo>
                    <a:pt x="2717574" y="144654"/>
                  </a:lnTo>
                  <a:lnTo>
                    <a:pt x="2718646" y="144517"/>
                  </a:lnTo>
                  <a:lnTo>
                    <a:pt x="2719717" y="144380"/>
                  </a:lnTo>
                  <a:lnTo>
                    <a:pt x="2720789" y="144243"/>
                  </a:lnTo>
                  <a:lnTo>
                    <a:pt x="2721860" y="144106"/>
                  </a:lnTo>
                  <a:lnTo>
                    <a:pt x="2722932" y="143969"/>
                  </a:lnTo>
                  <a:lnTo>
                    <a:pt x="2724004" y="143832"/>
                  </a:lnTo>
                  <a:lnTo>
                    <a:pt x="2725075" y="143695"/>
                  </a:lnTo>
                  <a:lnTo>
                    <a:pt x="2726147" y="143559"/>
                  </a:lnTo>
                  <a:lnTo>
                    <a:pt x="2727218" y="143422"/>
                  </a:lnTo>
                  <a:lnTo>
                    <a:pt x="2728290" y="143285"/>
                  </a:lnTo>
                  <a:lnTo>
                    <a:pt x="2729362" y="143148"/>
                  </a:lnTo>
                  <a:lnTo>
                    <a:pt x="2730433" y="143012"/>
                  </a:lnTo>
                  <a:lnTo>
                    <a:pt x="2731505" y="142875"/>
                  </a:lnTo>
                  <a:lnTo>
                    <a:pt x="2732576" y="142739"/>
                  </a:lnTo>
                  <a:lnTo>
                    <a:pt x="2733648" y="142602"/>
                  </a:lnTo>
                  <a:lnTo>
                    <a:pt x="2734720" y="142466"/>
                  </a:lnTo>
                  <a:lnTo>
                    <a:pt x="2735791" y="142329"/>
                  </a:lnTo>
                  <a:lnTo>
                    <a:pt x="2736863" y="142193"/>
                  </a:lnTo>
                  <a:lnTo>
                    <a:pt x="2737934" y="142057"/>
                  </a:lnTo>
                  <a:lnTo>
                    <a:pt x="2739006" y="141920"/>
                  </a:lnTo>
                  <a:lnTo>
                    <a:pt x="2740078" y="141784"/>
                  </a:lnTo>
                  <a:lnTo>
                    <a:pt x="2741149" y="141648"/>
                  </a:lnTo>
                  <a:lnTo>
                    <a:pt x="2742221" y="141511"/>
                  </a:lnTo>
                  <a:lnTo>
                    <a:pt x="2743292" y="141375"/>
                  </a:lnTo>
                  <a:lnTo>
                    <a:pt x="2744364" y="141239"/>
                  </a:lnTo>
                  <a:lnTo>
                    <a:pt x="2745436" y="141103"/>
                  </a:lnTo>
                  <a:lnTo>
                    <a:pt x="2746507" y="140967"/>
                  </a:lnTo>
                  <a:lnTo>
                    <a:pt x="2747579" y="140831"/>
                  </a:lnTo>
                  <a:lnTo>
                    <a:pt x="2748650" y="140695"/>
                  </a:lnTo>
                  <a:lnTo>
                    <a:pt x="2749722" y="140559"/>
                  </a:lnTo>
                  <a:lnTo>
                    <a:pt x="2750794" y="140423"/>
                  </a:lnTo>
                  <a:lnTo>
                    <a:pt x="2751865" y="140287"/>
                  </a:lnTo>
                  <a:lnTo>
                    <a:pt x="2752937" y="140152"/>
                  </a:lnTo>
                  <a:lnTo>
                    <a:pt x="2754008" y="140016"/>
                  </a:lnTo>
                  <a:lnTo>
                    <a:pt x="2755080" y="139880"/>
                  </a:lnTo>
                  <a:lnTo>
                    <a:pt x="2756152" y="139744"/>
                  </a:lnTo>
                  <a:lnTo>
                    <a:pt x="2757223" y="139609"/>
                  </a:lnTo>
                  <a:lnTo>
                    <a:pt x="2758295" y="139473"/>
                  </a:lnTo>
                  <a:lnTo>
                    <a:pt x="2759366" y="139337"/>
                  </a:lnTo>
                  <a:lnTo>
                    <a:pt x="2760438" y="139202"/>
                  </a:lnTo>
                  <a:lnTo>
                    <a:pt x="2761510" y="139066"/>
                  </a:lnTo>
                  <a:lnTo>
                    <a:pt x="2762581" y="138931"/>
                  </a:lnTo>
                  <a:lnTo>
                    <a:pt x="2763653" y="138795"/>
                  </a:lnTo>
                  <a:lnTo>
                    <a:pt x="2764724" y="138660"/>
                  </a:lnTo>
                  <a:lnTo>
                    <a:pt x="2765796" y="138524"/>
                  </a:lnTo>
                  <a:lnTo>
                    <a:pt x="2766868" y="138389"/>
                  </a:lnTo>
                  <a:lnTo>
                    <a:pt x="2767939" y="138253"/>
                  </a:lnTo>
                  <a:lnTo>
                    <a:pt x="2769011" y="138118"/>
                  </a:lnTo>
                  <a:lnTo>
                    <a:pt x="2770082" y="137983"/>
                  </a:lnTo>
                  <a:lnTo>
                    <a:pt x="2771154" y="137848"/>
                  </a:lnTo>
                  <a:lnTo>
                    <a:pt x="2772226" y="137712"/>
                  </a:lnTo>
                  <a:lnTo>
                    <a:pt x="2773297" y="137577"/>
                  </a:lnTo>
                  <a:lnTo>
                    <a:pt x="2774369" y="137442"/>
                  </a:lnTo>
                  <a:lnTo>
                    <a:pt x="2775440" y="137307"/>
                  </a:lnTo>
                  <a:lnTo>
                    <a:pt x="2776512" y="137172"/>
                  </a:lnTo>
                  <a:lnTo>
                    <a:pt x="2777584" y="137037"/>
                  </a:lnTo>
                  <a:lnTo>
                    <a:pt x="2778655" y="136902"/>
                  </a:lnTo>
                  <a:lnTo>
                    <a:pt x="2779727" y="136767"/>
                  </a:lnTo>
                  <a:lnTo>
                    <a:pt x="2780798" y="136632"/>
                  </a:lnTo>
                  <a:lnTo>
                    <a:pt x="2781870" y="136497"/>
                  </a:lnTo>
                  <a:lnTo>
                    <a:pt x="2782942" y="136362"/>
                  </a:lnTo>
                  <a:lnTo>
                    <a:pt x="2784013" y="136227"/>
                  </a:lnTo>
                  <a:lnTo>
                    <a:pt x="2785085" y="136092"/>
                  </a:lnTo>
                  <a:lnTo>
                    <a:pt x="2786156" y="135957"/>
                  </a:lnTo>
                  <a:lnTo>
                    <a:pt x="2787228" y="135823"/>
                  </a:lnTo>
                  <a:lnTo>
                    <a:pt x="2788300" y="135688"/>
                  </a:lnTo>
                  <a:lnTo>
                    <a:pt x="2789371" y="135553"/>
                  </a:lnTo>
                  <a:lnTo>
                    <a:pt x="2790443" y="135418"/>
                  </a:lnTo>
                  <a:lnTo>
                    <a:pt x="2791514" y="135284"/>
                  </a:lnTo>
                  <a:lnTo>
                    <a:pt x="2792586" y="135149"/>
                  </a:lnTo>
                  <a:lnTo>
                    <a:pt x="2793658" y="135014"/>
                  </a:lnTo>
                  <a:lnTo>
                    <a:pt x="2794729" y="134880"/>
                  </a:lnTo>
                  <a:lnTo>
                    <a:pt x="2795801" y="134745"/>
                  </a:lnTo>
                  <a:lnTo>
                    <a:pt x="2796872" y="134611"/>
                  </a:lnTo>
                  <a:lnTo>
                    <a:pt x="2797944" y="134476"/>
                  </a:lnTo>
                  <a:lnTo>
                    <a:pt x="2799016" y="134342"/>
                  </a:lnTo>
                  <a:lnTo>
                    <a:pt x="2800087" y="134207"/>
                  </a:lnTo>
                  <a:lnTo>
                    <a:pt x="2801159" y="134073"/>
                  </a:lnTo>
                  <a:lnTo>
                    <a:pt x="2802230" y="133939"/>
                  </a:lnTo>
                  <a:lnTo>
                    <a:pt x="2803302" y="133804"/>
                  </a:lnTo>
                  <a:lnTo>
                    <a:pt x="2804374" y="133670"/>
                  </a:lnTo>
                  <a:lnTo>
                    <a:pt x="2805445" y="133535"/>
                  </a:lnTo>
                  <a:lnTo>
                    <a:pt x="2806517" y="133401"/>
                  </a:lnTo>
                  <a:lnTo>
                    <a:pt x="2807588" y="133267"/>
                  </a:lnTo>
                  <a:lnTo>
                    <a:pt x="2808660" y="133133"/>
                  </a:lnTo>
                  <a:lnTo>
                    <a:pt x="2809732" y="132999"/>
                  </a:lnTo>
                  <a:lnTo>
                    <a:pt x="2810803" y="132864"/>
                  </a:lnTo>
                  <a:lnTo>
                    <a:pt x="2811875" y="132730"/>
                  </a:lnTo>
                  <a:lnTo>
                    <a:pt x="2812946" y="132596"/>
                  </a:lnTo>
                  <a:lnTo>
                    <a:pt x="2814018" y="132462"/>
                  </a:lnTo>
                  <a:lnTo>
                    <a:pt x="2815090" y="132328"/>
                  </a:lnTo>
                  <a:lnTo>
                    <a:pt x="2816161" y="132194"/>
                  </a:lnTo>
                  <a:lnTo>
                    <a:pt x="2817233" y="132060"/>
                  </a:lnTo>
                  <a:lnTo>
                    <a:pt x="2818304" y="131926"/>
                  </a:lnTo>
                  <a:lnTo>
                    <a:pt x="2819376" y="131792"/>
                  </a:lnTo>
                  <a:lnTo>
                    <a:pt x="2820448" y="131658"/>
                  </a:lnTo>
                  <a:lnTo>
                    <a:pt x="2821519" y="131524"/>
                  </a:lnTo>
                  <a:lnTo>
                    <a:pt x="2822591" y="131390"/>
                  </a:lnTo>
                  <a:lnTo>
                    <a:pt x="2823662" y="131256"/>
                  </a:lnTo>
                  <a:lnTo>
                    <a:pt x="2824734" y="131122"/>
                  </a:lnTo>
                  <a:lnTo>
                    <a:pt x="2825806" y="130988"/>
                  </a:lnTo>
                  <a:lnTo>
                    <a:pt x="2826877" y="130855"/>
                  </a:lnTo>
                  <a:lnTo>
                    <a:pt x="2827949" y="130721"/>
                  </a:lnTo>
                  <a:lnTo>
                    <a:pt x="2829020" y="130587"/>
                  </a:lnTo>
                  <a:lnTo>
                    <a:pt x="2830092" y="130453"/>
                  </a:lnTo>
                  <a:lnTo>
                    <a:pt x="2831164" y="130320"/>
                  </a:lnTo>
                  <a:lnTo>
                    <a:pt x="2832235" y="130186"/>
                  </a:lnTo>
                  <a:lnTo>
                    <a:pt x="2833307" y="130052"/>
                  </a:lnTo>
                  <a:lnTo>
                    <a:pt x="2834378" y="129918"/>
                  </a:lnTo>
                  <a:lnTo>
                    <a:pt x="2835450" y="129785"/>
                  </a:lnTo>
                  <a:lnTo>
                    <a:pt x="2836522" y="129651"/>
                  </a:lnTo>
                  <a:lnTo>
                    <a:pt x="2837593" y="129518"/>
                  </a:lnTo>
                  <a:lnTo>
                    <a:pt x="2838665" y="129384"/>
                  </a:lnTo>
                  <a:lnTo>
                    <a:pt x="2839736" y="129250"/>
                  </a:lnTo>
                  <a:lnTo>
                    <a:pt x="2840808" y="129117"/>
                  </a:lnTo>
                  <a:lnTo>
                    <a:pt x="2841879" y="128983"/>
                  </a:lnTo>
                  <a:lnTo>
                    <a:pt x="2842951" y="128850"/>
                  </a:lnTo>
                  <a:lnTo>
                    <a:pt x="2844023" y="128716"/>
                  </a:lnTo>
                  <a:lnTo>
                    <a:pt x="2845094" y="128583"/>
                  </a:lnTo>
                  <a:lnTo>
                    <a:pt x="2846166" y="128450"/>
                  </a:lnTo>
                  <a:lnTo>
                    <a:pt x="2847237" y="128316"/>
                  </a:lnTo>
                  <a:lnTo>
                    <a:pt x="2848309" y="128183"/>
                  </a:lnTo>
                  <a:lnTo>
                    <a:pt x="2849381" y="128049"/>
                  </a:lnTo>
                  <a:lnTo>
                    <a:pt x="2850452" y="127916"/>
                  </a:lnTo>
                  <a:lnTo>
                    <a:pt x="2851524" y="127783"/>
                  </a:lnTo>
                  <a:lnTo>
                    <a:pt x="2852595" y="127649"/>
                  </a:lnTo>
                  <a:lnTo>
                    <a:pt x="2853667" y="127516"/>
                  </a:lnTo>
                  <a:lnTo>
                    <a:pt x="2854739" y="127383"/>
                  </a:lnTo>
                  <a:lnTo>
                    <a:pt x="2855810" y="127249"/>
                  </a:lnTo>
                  <a:lnTo>
                    <a:pt x="2856882" y="127116"/>
                  </a:lnTo>
                  <a:lnTo>
                    <a:pt x="2857953" y="126983"/>
                  </a:lnTo>
                  <a:lnTo>
                    <a:pt x="2859025" y="126850"/>
                  </a:lnTo>
                  <a:lnTo>
                    <a:pt x="2860097" y="126716"/>
                  </a:lnTo>
                  <a:lnTo>
                    <a:pt x="2861168" y="126583"/>
                  </a:lnTo>
                  <a:lnTo>
                    <a:pt x="2862240" y="126450"/>
                  </a:lnTo>
                  <a:lnTo>
                    <a:pt x="2863311" y="126317"/>
                  </a:lnTo>
                  <a:lnTo>
                    <a:pt x="2864383" y="126184"/>
                  </a:lnTo>
                  <a:lnTo>
                    <a:pt x="2865455" y="126051"/>
                  </a:lnTo>
                  <a:lnTo>
                    <a:pt x="2866526" y="125918"/>
                  </a:lnTo>
                  <a:lnTo>
                    <a:pt x="2867598" y="125785"/>
                  </a:lnTo>
                  <a:lnTo>
                    <a:pt x="2868669" y="125651"/>
                  </a:lnTo>
                  <a:lnTo>
                    <a:pt x="2869741" y="125518"/>
                  </a:lnTo>
                  <a:lnTo>
                    <a:pt x="2870813" y="125385"/>
                  </a:lnTo>
                  <a:lnTo>
                    <a:pt x="2871884" y="125252"/>
                  </a:lnTo>
                  <a:lnTo>
                    <a:pt x="2872956" y="125119"/>
                  </a:lnTo>
                  <a:lnTo>
                    <a:pt x="2874027" y="124986"/>
                  </a:lnTo>
                  <a:lnTo>
                    <a:pt x="2875099" y="124853"/>
                  </a:lnTo>
                  <a:lnTo>
                    <a:pt x="2876171" y="124720"/>
                  </a:lnTo>
                  <a:lnTo>
                    <a:pt x="2877242" y="124587"/>
                  </a:lnTo>
                  <a:lnTo>
                    <a:pt x="2878314" y="124454"/>
                  </a:lnTo>
                  <a:lnTo>
                    <a:pt x="2879385" y="124322"/>
                  </a:lnTo>
                  <a:lnTo>
                    <a:pt x="2880457" y="124189"/>
                  </a:lnTo>
                  <a:lnTo>
                    <a:pt x="2881529" y="124056"/>
                  </a:lnTo>
                  <a:lnTo>
                    <a:pt x="2882600" y="123923"/>
                  </a:lnTo>
                  <a:lnTo>
                    <a:pt x="2883672" y="123790"/>
                  </a:lnTo>
                  <a:lnTo>
                    <a:pt x="2884743" y="123657"/>
                  </a:lnTo>
                  <a:lnTo>
                    <a:pt x="2885815" y="123524"/>
                  </a:lnTo>
                  <a:lnTo>
                    <a:pt x="2886887" y="123391"/>
                  </a:lnTo>
                  <a:lnTo>
                    <a:pt x="2887958" y="123259"/>
                  </a:lnTo>
                  <a:lnTo>
                    <a:pt x="2889030" y="123126"/>
                  </a:lnTo>
                  <a:lnTo>
                    <a:pt x="2890101" y="122993"/>
                  </a:lnTo>
                  <a:lnTo>
                    <a:pt x="2891173" y="122860"/>
                  </a:lnTo>
                  <a:lnTo>
                    <a:pt x="2892245" y="122727"/>
                  </a:lnTo>
                  <a:lnTo>
                    <a:pt x="2893316" y="122595"/>
                  </a:lnTo>
                  <a:lnTo>
                    <a:pt x="2894388" y="122462"/>
                  </a:lnTo>
                  <a:lnTo>
                    <a:pt x="2895459" y="122329"/>
                  </a:lnTo>
                  <a:lnTo>
                    <a:pt x="2896531" y="122196"/>
                  </a:lnTo>
                  <a:lnTo>
                    <a:pt x="2897603" y="122064"/>
                  </a:lnTo>
                  <a:lnTo>
                    <a:pt x="2898674" y="121931"/>
                  </a:lnTo>
                  <a:lnTo>
                    <a:pt x="2899746" y="121798"/>
                  </a:lnTo>
                  <a:lnTo>
                    <a:pt x="2900817" y="121665"/>
                  </a:lnTo>
                  <a:lnTo>
                    <a:pt x="2901889" y="121533"/>
                  </a:lnTo>
                  <a:lnTo>
                    <a:pt x="2902961" y="121400"/>
                  </a:lnTo>
                  <a:lnTo>
                    <a:pt x="2904032" y="121267"/>
                  </a:lnTo>
                  <a:lnTo>
                    <a:pt x="2905104" y="121135"/>
                  </a:lnTo>
                  <a:lnTo>
                    <a:pt x="2906175" y="121002"/>
                  </a:lnTo>
                  <a:lnTo>
                    <a:pt x="2907247" y="120870"/>
                  </a:lnTo>
                  <a:lnTo>
                    <a:pt x="2908319" y="120737"/>
                  </a:lnTo>
                  <a:lnTo>
                    <a:pt x="2909390" y="120604"/>
                  </a:lnTo>
                  <a:lnTo>
                    <a:pt x="2910462" y="120472"/>
                  </a:lnTo>
                  <a:lnTo>
                    <a:pt x="2911533" y="120339"/>
                  </a:lnTo>
                  <a:lnTo>
                    <a:pt x="2912605" y="120206"/>
                  </a:lnTo>
                  <a:lnTo>
                    <a:pt x="2913677" y="120074"/>
                  </a:lnTo>
                  <a:lnTo>
                    <a:pt x="2914748" y="119941"/>
                  </a:lnTo>
                  <a:lnTo>
                    <a:pt x="2915820" y="119809"/>
                  </a:lnTo>
                  <a:lnTo>
                    <a:pt x="2916891" y="119676"/>
                  </a:lnTo>
                  <a:lnTo>
                    <a:pt x="2917963" y="119544"/>
                  </a:lnTo>
                  <a:lnTo>
                    <a:pt x="2919035" y="119411"/>
                  </a:lnTo>
                  <a:lnTo>
                    <a:pt x="2920106" y="119278"/>
                  </a:lnTo>
                  <a:lnTo>
                    <a:pt x="2921178" y="119146"/>
                  </a:lnTo>
                  <a:lnTo>
                    <a:pt x="2922249" y="119013"/>
                  </a:lnTo>
                  <a:lnTo>
                    <a:pt x="2923321" y="118881"/>
                  </a:lnTo>
                  <a:lnTo>
                    <a:pt x="2924393" y="118748"/>
                  </a:lnTo>
                  <a:lnTo>
                    <a:pt x="2925464" y="118616"/>
                  </a:lnTo>
                  <a:lnTo>
                    <a:pt x="2926536" y="118483"/>
                  </a:lnTo>
                  <a:lnTo>
                    <a:pt x="2927607" y="118351"/>
                  </a:lnTo>
                  <a:lnTo>
                    <a:pt x="2928679" y="118218"/>
                  </a:lnTo>
                  <a:lnTo>
                    <a:pt x="2929751" y="118086"/>
                  </a:lnTo>
                  <a:lnTo>
                    <a:pt x="2930822" y="117953"/>
                  </a:lnTo>
                  <a:lnTo>
                    <a:pt x="2931894" y="117821"/>
                  </a:lnTo>
                  <a:lnTo>
                    <a:pt x="2932965" y="117688"/>
                  </a:lnTo>
                  <a:lnTo>
                    <a:pt x="2934037" y="117556"/>
                  </a:lnTo>
                  <a:lnTo>
                    <a:pt x="2935109" y="117423"/>
                  </a:lnTo>
                  <a:lnTo>
                    <a:pt x="2936180" y="117291"/>
                  </a:lnTo>
                  <a:lnTo>
                    <a:pt x="2937252" y="117158"/>
                  </a:lnTo>
                  <a:lnTo>
                    <a:pt x="2938323" y="117026"/>
                  </a:lnTo>
                  <a:lnTo>
                    <a:pt x="2939395" y="116893"/>
                  </a:lnTo>
                  <a:lnTo>
                    <a:pt x="2940467" y="116761"/>
                  </a:lnTo>
                  <a:lnTo>
                    <a:pt x="2941538" y="116628"/>
                  </a:lnTo>
                  <a:lnTo>
                    <a:pt x="2942610" y="116496"/>
                  </a:lnTo>
                  <a:lnTo>
                    <a:pt x="2943681" y="116363"/>
                  </a:lnTo>
                  <a:lnTo>
                    <a:pt x="2944753" y="116231"/>
                  </a:lnTo>
                  <a:lnTo>
                    <a:pt x="2945825" y="116098"/>
                  </a:lnTo>
                  <a:lnTo>
                    <a:pt x="2946896" y="115966"/>
                  </a:lnTo>
                  <a:lnTo>
                    <a:pt x="2947968" y="115834"/>
                  </a:lnTo>
                  <a:lnTo>
                    <a:pt x="2949039" y="115701"/>
                  </a:lnTo>
                  <a:lnTo>
                    <a:pt x="2950111" y="115569"/>
                  </a:lnTo>
                  <a:lnTo>
                    <a:pt x="2951183" y="115436"/>
                  </a:lnTo>
                  <a:lnTo>
                    <a:pt x="2952254" y="115304"/>
                  </a:lnTo>
                  <a:lnTo>
                    <a:pt x="2953326" y="115171"/>
                  </a:lnTo>
                  <a:lnTo>
                    <a:pt x="2954397" y="115039"/>
                  </a:lnTo>
                  <a:lnTo>
                    <a:pt x="2955469" y="114906"/>
                  </a:lnTo>
                  <a:lnTo>
                    <a:pt x="2956541" y="114774"/>
                  </a:lnTo>
                  <a:lnTo>
                    <a:pt x="2957612" y="114641"/>
                  </a:lnTo>
                  <a:lnTo>
                    <a:pt x="2958684" y="114509"/>
                  </a:lnTo>
                  <a:lnTo>
                    <a:pt x="2959755" y="114377"/>
                  </a:lnTo>
                  <a:lnTo>
                    <a:pt x="2960827" y="114244"/>
                  </a:lnTo>
                  <a:lnTo>
                    <a:pt x="2961899" y="114112"/>
                  </a:lnTo>
                  <a:lnTo>
                    <a:pt x="2962970" y="113979"/>
                  </a:lnTo>
                  <a:lnTo>
                    <a:pt x="2964042" y="113847"/>
                  </a:lnTo>
                  <a:lnTo>
                    <a:pt x="2965113" y="113714"/>
                  </a:lnTo>
                  <a:lnTo>
                    <a:pt x="2966185" y="113582"/>
                  </a:lnTo>
                  <a:lnTo>
                    <a:pt x="2967257" y="113449"/>
                  </a:lnTo>
                  <a:lnTo>
                    <a:pt x="2968328" y="113317"/>
                  </a:lnTo>
                  <a:lnTo>
                    <a:pt x="2969400" y="113184"/>
                  </a:lnTo>
                  <a:lnTo>
                    <a:pt x="2970471" y="113052"/>
                  </a:lnTo>
                  <a:lnTo>
                    <a:pt x="2971543" y="112919"/>
                  </a:lnTo>
                  <a:lnTo>
                    <a:pt x="2972615" y="112787"/>
                  </a:lnTo>
                  <a:lnTo>
                    <a:pt x="2973686" y="112654"/>
                  </a:lnTo>
                  <a:lnTo>
                    <a:pt x="2974758" y="112522"/>
                  </a:lnTo>
                  <a:lnTo>
                    <a:pt x="2975829" y="112389"/>
                  </a:lnTo>
                  <a:lnTo>
                    <a:pt x="2976901" y="112257"/>
                  </a:lnTo>
                  <a:lnTo>
                    <a:pt x="2977973" y="112124"/>
                  </a:lnTo>
                  <a:lnTo>
                    <a:pt x="2979044" y="111992"/>
                  </a:lnTo>
                  <a:lnTo>
                    <a:pt x="2980116" y="111859"/>
                  </a:lnTo>
                  <a:lnTo>
                    <a:pt x="2981187" y="111727"/>
                  </a:lnTo>
                  <a:lnTo>
                    <a:pt x="2982259" y="111594"/>
                  </a:lnTo>
                  <a:lnTo>
                    <a:pt x="2983331" y="111462"/>
                  </a:lnTo>
                  <a:lnTo>
                    <a:pt x="2984402" y="111329"/>
                  </a:lnTo>
                  <a:lnTo>
                    <a:pt x="2985474" y="111197"/>
                  </a:lnTo>
                  <a:lnTo>
                    <a:pt x="2986545" y="111064"/>
                  </a:lnTo>
                  <a:lnTo>
                    <a:pt x="2987617" y="110932"/>
                  </a:lnTo>
                  <a:lnTo>
                    <a:pt x="2988689" y="110799"/>
                  </a:lnTo>
                  <a:lnTo>
                    <a:pt x="2989760" y="110667"/>
                  </a:lnTo>
                  <a:lnTo>
                    <a:pt x="2990832" y="110534"/>
                  </a:lnTo>
                  <a:lnTo>
                    <a:pt x="2991903" y="110401"/>
                  </a:lnTo>
                  <a:lnTo>
                    <a:pt x="2992975" y="110269"/>
                  </a:lnTo>
                  <a:lnTo>
                    <a:pt x="2994047" y="110136"/>
                  </a:lnTo>
                  <a:lnTo>
                    <a:pt x="2995118" y="110004"/>
                  </a:lnTo>
                  <a:lnTo>
                    <a:pt x="2996190" y="109871"/>
                  </a:lnTo>
                  <a:lnTo>
                    <a:pt x="2997261" y="109738"/>
                  </a:lnTo>
                  <a:lnTo>
                    <a:pt x="2998333" y="109606"/>
                  </a:lnTo>
                  <a:lnTo>
                    <a:pt x="2999405" y="109473"/>
                  </a:lnTo>
                  <a:lnTo>
                    <a:pt x="3000476" y="109341"/>
                  </a:lnTo>
                  <a:lnTo>
                    <a:pt x="3001548" y="109208"/>
                  </a:lnTo>
                  <a:lnTo>
                    <a:pt x="3002619" y="109075"/>
                  </a:lnTo>
                  <a:lnTo>
                    <a:pt x="3003691" y="108943"/>
                  </a:lnTo>
                  <a:lnTo>
                    <a:pt x="3004763" y="108810"/>
                  </a:lnTo>
                  <a:lnTo>
                    <a:pt x="3005834" y="108677"/>
                  </a:lnTo>
                  <a:lnTo>
                    <a:pt x="3006906" y="108545"/>
                  </a:lnTo>
                  <a:lnTo>
                    <a:pt x="3007977" y="108412"/>
                  </a:lnTo>
                  <a:lnTo>
                    <a:pt x="3009049" y="108279"/>
                  </a:lnTo>
                  <a:lnTo>
                    <a:pt x="3010121" y="108146"/>
                  </a:lnTo>
                  <a:lnTo>
                    <a:pt x="3011192" y="108014"/>
                  </a:lnTo>
                  <a:lnTo>
                    <a:pt x="3012264" y="107881"/>
                  </a:lnTo>
                  <a:lnTo>
                    <a:pt x="3013335" y="107748"/>
                  </a:lnTo>
                  <a:lnTo>
                    <a:pt x="3014407" y="107615"/>
                  </a:lnTo>
                  <a:lnTo>
                    <a:pt x="3015479" y="107483"/>
                  </a:lnTo>
                  <a:lnTo>
                    <a:pt x="3016550" y="107350"/>
                  </a:lnTo>
                  <a:lnTo>
                    <a:pt x="3017622" y="107217"/>
                  </a:lnTo>
                  <a:lnTo>
                    <a:pt x="3018693" y="107084"/>
                  </a:lnTo>
                  <a:lnTo>
                    <a:pt x="3019765" y="106951"/>
                  </a:lnTo>
                  <a:lnTo>
                    <a:pt x="3020836" y="106819"/>
                  </a:lnTo>
                  <a:lnTo>
                    <a:pt x="3021908" y="106686"/>
                  </a:lnTo>
                  <a:lnTo>
                    <a:pt x="3022980" y="106553"/>
                  </a:lnTo>
                  <a:lnTo>
                    <a:pt x="3024051" y="106420"/>
                  </a:lnTo>
                  <a:lnTo>
                    <a:pt x="3025123" y="106287"/>
                  </a:lnTo>
                  <a:lnTo>
                    <a:pt x="3026194" y="106154"/>
                  </a:lnTo>
                  <a:lnTo>
                    <a:pt x="3027266" y="106021"/>
                  </a:lnTo>
                  <a:lnTo>
                    <a:pt x="3028338" y="105889"/>
                  </a:lnTo>
                  <a:lnTo>
                    <a:pt x="3029409" y="105756"/>
                  </a:lnTo>
                  <a:lnTo>
                    <a:pt x="3030481" y="105623"/>
                  </a:lnTo>
                  <a:lnTo>
                    <a:pt x="3031552" y="105490"/>
                  </a:lnTo>
                  <a:lnTo>
                    <a:pt x="3032624" y="105357"/>
                  </a:lnTo>
                  <a:lnTo>
                    <a:pt x="3033696" y="105224"/>
                  </a:lnTo>
                  <a:lnTo>
                    <a:pt x="3034767" y="105091"/>
                  </a:lnTo>
                  <a:lnTo>
                    <a:pt x="3035839" y="104958"/>
                  </a:lnTo>
                  <a:lnTo>
                    <a:pt x="3036910" y="104825"/>
                  </a:lnTo>
                  <a:lnTo>
                    <a:pt x="3037982" y="104692"/>
                  </a:lnTo>
                  <a:lnTo>
                    <a:pt x="3039054" y="104559"/>
                  </a:lnTo>
                  <a:lnTo>
                    <a:pt x="3040125" y="104426"/>
                  </a:lnTo>
                  <a:lnTo>
                    <a:pt x="3041197" y="104293"/>
                  </a:lnTo>
                  <a:lnTo>
                    <a:pt x="3042268" y="104160"/>
                  </a:lnTo>
                  <a:lnTo>
                    <a:pt x="3043340" y="104027"/>
                  </a:lnTo>
                  <a:lnTo>
                    <a:pt x="3044412" y="103894"/>
                  </a:lnTo>
                  <a:lnTo>
                    <a:pt x="3045483" y="103761"/>
                  </a:lnTo>
                  <a:lnTo>
                    <a:pt x="3046555" y="103628"/>
                  </a:lnTo>
                  <a:lnTo>
                    <a:pt x="3047626" y="103495"/>
                  </a:lnTo>
                  <a:lnTo>
                    <a:pt x="3048698" y="103362"/>
                  </a:lnTo>
                  <a:lnTo>
                    <a:pt x="3049770" y="103228"/>
                  </a:lnTo>
                  <a:lnTo>
                    <a:pt x="3050841" y="103095"/>
                  </a:lnTo>
                  <a:lnTo>
                    <a:pt x="3051913" y="102962"/>
                  </a:lnTo>
                  <a:lnTo>
                    <a:pt x="3052984" y="102829"/>
                  </a:lnTo>
                  <a:lnTo>
                    <a:pt x="3054056" y="102696"/>
                  </a:lnTo>
                  <a:lnTo>
                    <a:pt x="3055128" y="102563"/>
                  </a:lnTo>
                  <a:lnTo>
                    <a:pt x="3056199" y="102430"/>
                  </a:lnTo>
                  <a:lnTo>
                    <a:pt x="3057271" y="102296"/>
                  </a:lnTo>
                  <a:lnTo>
                    <a:pt x="3058342" y="102163"/>
                  </a:lnTo>
                  <a:lnTo>
                    <a:pt x="3059414" y="102030"/>
                  </a:lnTo>
                  <a:lnTo>
                    <a:pt x="3060486" y="101897"/>
                  </a:lnTo>
                  <a:lnTo>
                    <a:pt x="3061557" y="101764"/>
                  </a:lnTo>
                  <a:lnTo>
                    <a:pt x="3062629" y="101630"/>
                  </a:lnTo>
                  <a:lnTo>
                    <a:pt x="3063700" y="101497"/>
                  </a:lnTo>
                  <a:lnTo>
                    <a:pt x="3064772" y="101364"/>
                  </a:lnTo>
                  <a:lnTo>
                    <a:pt x="3065844" y="101231"/>
                  </a:lnTo>
                  <a:lnTo>
                    <a:pt x="3066915" y="101097"/>
                  </a:lnTo>
                  <a:lnTo>
                    <a:pt x="3067987" y="100964"/>
                  </a:lnTo>
                  <a:lnTo>
                    <a:pt x="3069058" y="100831"/>
                  </a:lnTo>
                  <a:lnTo>
                    <a:pt x="3070130" y="100697"/>
                  </a:lnTo>
                  <a:lnTo>
                    <a:pt x="3071202" y="100564"/>
                  </a:lnTo>
                  <a:lnTo>
                    <a:pt x="3072273" y="100431"/>
                  </a:lnTo>
                  <a:lnTo>
                    <a:pt x="3073345" y="100298"/>
                  </a:lnTo>
                  <a:lnTo>
                    <a:pt x="3074416" y="100164"/>
                  </a:lnTo>
                  <a:lnTo>
                    <a:pt x="3075488" y="100031"/>
                  </a:lnTo>
                  <a:lnTo>
                    <a:pt x="3076560" y="99897"/>
                  </a:lnTo>
                  <a:lnTo>
                    <a:pt x="3077631" y="99764"/>
                  </a:lnTo>
                  <a:lnTo>
                    <a:pt x="3078703" y="99631"/>
                  </a:lnTo>
                  <a:lnTo>
                    <a:pt x="3079774" y="99497"/>
                  </a:lnTo>
                  <a:lnTo>
                    <a:pt x="3080846" y="99364"/>
                  </a:lnTo>
                  <a:lnTo>
                    <a:pt x="3081918" y="99230"/>
                  </a:lnTo>
                  <a:lnTo>
                    <a:pt x="3082989" y="99097"/>
                  </a:lnTo>
                  <a:lnTo>
                    <a:pt x="3084061" y="98964"/>
                  </a:lnTo>
                  <a:lnTo>
                    <a:pt x="3085132" y="98830"/>
                  </a:lnTo>
                  <a:lnTo>
                    <a:pt x="3086204" y="98697"/>
                  </a:lnTo>
                  <a:lnTo>
                    <a:pt x="3087276" y="98563"/>
                  </a:lnTo>
                  <a:lnTo>
                    <a:pt x="3088347" y="98430"/>
                  </a:lnTo>
                  <a:lnTo>
                    <a:pt x="3089419" y="98296"/>
                  </a:lnTo>
                  <a:lnTo>
                    <a:pt x="3090490" y="98163"/>
                  </a:lnTo>
                  <a:lnTo>
                    <a:pt x="3091562" y="98029"/>
                  </a:lnTo>
                  <a:lnTo>
                    <a:pt x="3092634" y="97896"/>
                  </a:lnTo>
                  <a:lnTo>
                    <a:pt x="3093705" y="97762"/>
                  </a:lnTo>
                  <a:lnTo>
                    <a:pt x="3094777" y="97629"/>
                  </a:lnTo>
                  <a:lnTo>
                    <a:pt x="3095848" y="97495"/>
                  </a:lnTo>
                  <a:lnTo>
                    <a:pt x="3096920" y="97362"/>
                  </a:lnTo>
                  <a:lnTo>
                    <a:pt x="3097992" y="97228"/>
                  </a:lnTo>
                  <a:lnTo>
                    <a:pt x="3099063" y="97094"/>
                  </a:lnTo>
                  <a:lnTo>
                    <a:pt x="3100135" y="96961"/>
                  </a:lnTo>
                  <a:lnTo>
                    <a:pt x="3101206" y="96827"/>
                  </a:lnTo>
                  <a:lnTo>
                    <a:pt x="3102278" y="96694"/>
                  </a:lnTo>
                  <a:lnTo>
                    <a:pt x="3103350" y="96560"/>
                  </a:lnTo>
                  <a:lnTo>
                    <a:pt x="3104421" y="96426"/>
                  </a:lnTo>
                  <a:lnTo>
                    <a:pt x="3105493" y="96293"/>
                  </a:lnTo>
                  <a:lnTo>
                    <a:pt x="3106564" y="96159"/>
                  </a:lnTo>
                  <a:lnTo>
                    <a:pt x="3107636" y="96025"/>
                  </a:lnTo>
                  <a:lnTo>
                    <a:pt x="3108708" y="95892"/>
                  </a:lnTo>
                  <a:lnTo>
                    <a:pt x="3109779" y="95758"/>
                  </a:lnTo>
                  <a:lnTo>
                    <a:pt x="3110851" y="95624"/>
                  </a:lnTo>
                  <a:lnTo>
                    <a:pt x="3111922" y="95491"/>
                  </a:lnTo>
                  <a:lnTo>
                    <a:pt x="3112994" y="95357"/>
                  </a:lnTo>
                  <a:lnTo>
                    <a:pt x="3114066" y="95223"/>
                  </a:lnTo>
                  <a:lnTo>
                    <a:pt x="3115137" y="95089"/>
                  </a:lnTo>
                  <a:lnTo>
                    <a:pt x="3116209" y="94956"/>
                  </a:lnTo>
                  <a:lnTo>
                    <a:pt x="3117280" y="94822"/>
                  </a:lnTo>
                  <a:lnTo>
                    <a:pt x="3118352" y="94688"/>
                  </a:lnTo>
                  <a:lnTo>
                    <a:pt x="3119424" y="94554"/>
                  </a:lnTo>
                  <a:lnTo>
                    <a:pt x="3120495" y="94421"/>
                  </a:lnTo>
                  <a:lnTo>
                    <a:pt x="3121567" y="94287"/>
                  </a:lnTo>
                  <a:lnTo>
                    <a:pt x="3122638" y="94153"/>
                  </a:lnTo>
                  <a:lnTo>
                    <a:pt x="3123710" y="94019"/>
                  </a:lnTo>
                  <a:lnTo>
                    <a:pt x="3124782" y="93885"/>
                  </a:lnTo>
                  <a:lnTo>
                    <a:pt x="3125853" y="93751"/>
                  </a:lnTo>
                  <a:lnTo>
                    <a:pt x="3126925" y="93618"/>
                  </a:lnTo>
                  <a:lnTo>
                    <a:pt x="3127996" y="93484"/>
                  </a:lnTo>
                  <a:lnTo>
                    <a:pt x="3129068" y="93350"/>
                  </a:lnTo>
                  <a:lnTo>
                    <a:pt x="3130140" y="93216"/>
                  </a:lnTo>
                  <a:lnTo>
                    <a:pt x="3131211" y="93082"/>
                  </a:lnTo>
                  <a:lnTo>
                    <a:pt x="3132283" y="92948"/>
                  </a:lnTo>
                  <a:lnTo>
                    <a:pt x="3133354" y="92814"/>
                  </a:lnTo>
                  <a:lnTo>
                    <a:pt x="3134426" y="92680"/>
                  </a:lnTo>
                  <a:lnTo>
                    <a:pt x="3135498" y="92546"/>
                  </a:lnTo>
                  <a:lnTo>
                    <a:pt x="3136569" y="92412"/>
                  </a:lnTo>
                  <a:lnTo>
                    <a:pt x="3137641" y="92279"/>
                  </a:lnTo>
                  <a:lnTo>
                    <a:pt x="3138712" y="92145"/>
                  </a:lnTo>
                  <a:lnTo>
                    <a:pt x="3139784" y="92011"/>
                  </a:lnTo>
                  <a:lnTo>
                    <a:pt x="3140856" y="91877"/>
                  </a:lnTo>
                  <a:lnTo>
                    <a:pt x="3141927" y="91743"/>
                  </a:lnTo>
                  <a:lnTo>
                    <a:pt x="3142999" y="91609"/>
                  </a:lnTo>
                  <a:lnTo>
                    <a:pt x="3144070" y="91475"/>
                  </a:lnTo>
                  <a:lnTo>
                    <a:pt x="3145142" y="91341"/>
                  </a:lnTo>
                  <a:lnTo>
                    <a:pt x="3146214" y="91206"/>
                  </a:lnTo>
                  <a:lnTo>
                    <a:pt x="3147285" y="91072"/>
                  </a:lnTo>
                  <a:lnTo>
                    <a:pt x="3148357" y="90938"/>
                  </a:lnTo>
                  <a:lnTo>
                    <a:pt x="3149428" y="90804"/>
                  </a:lnTo>
                  <a:lnTo>
                    <a:pt x="3150500" y="90670"/>
                  </a:lnTo>
                  <a:lnTo>
                    <a:pt x="3151572" y="90536"/>
                  </a:lnTo>
                  <a:lnTo>
                    <a:pt x="3152643" y="90402"/>
                  </a:lnTo>
                  <a:lnTo>
                    <a:pt x="3153715" y="90268"/>
                  </a:lnTo>
                  <a:lnTo>
                    <a:pt x="3154786" y="90134"/>
                  </a:lnTo>
                  <a:lnTo>
                    <a:pt x="3155858" y="90000"/>
                  </a:lnTo>
                  <a:lnTo>
                    <a:pt x="3156930" y="89866"/>
                  </a:lnTo>
                  <a:lnTo>
                    <a:pt x="3158001" y="89731"/>
                  </a:lnTo>
                  <a:lnTo>
                    <a:pt x="3159073" y="89597"/>
                  </a:lnTo>
                  <a:lnTo>
                    <a:pt x="3160144" y="89463"/>
                  </a:lnTo>
                  <a:lnTo>
                    <a:pt x="3161216" y="89329"/>
                  </a:lnTo>
                  <a:lnTo>
                    <a:pt x="3162288" y="89195"/>
                  </a:lnTo>
                  <a:lnTo>
                    <a:pt x="3163359" y="89060"/>
                  </a:lnTo>
                  <a:lnTo>
                    <a:pt x="3164431" y="88926"/>
                  </a:lnTo>
                  <a:lnTo>
                    <a:pt x="3165502" y="88792"/>
                  </a:lnTo>
                  <a:lnTo>
                    <a:pt x="3166574" y="88658"/>
                  </a:lnTo>
                  <a:lnTo>
                    <a:pt x="3167646" y="88523"/>
                  </a:lnTo>
                  <a:lnTo>
                    <a:pt x="3168717" y="88389"/>
                  </a:lnTo>
                  <a:lnTo>
                    <a:pt x="3169789" y="88255"/>
                  </a:lnTo>
                  <a:lnTo>
                    <a:pt x="3170860" y="88121"/>
                  </a:lnTo>
                  <a:lnTo>
                    <a:pt x="3171932" y="87986"/>
                  </a:lnTo>
                  <a:lnTo>
                    <a:pt x="3173004" y="87852"/>
                  </a:lnTo>
                  <a:lnTo>
                    <a:pt x="3174075" y="87718"/>
                  </a:lnTo>
                  <a:lnTo>
                    <a:pt x="3175147" y="87583"/>
                  </a:lnTo>
                  <a:lnTo>
                    <a:pt x="3176218" y="87449"/>
                  </a:lnTo>
                  <a:lnTo>
                    <a:pt x="3177290" y="87315"/>
                  </a:lnTo>
                  <a:lnTo>
                    <a:pt x="3178362" y="87180"/>
                  </a:lnTo>
                  <a:lnTo>
                    <a:pt x="3179433" y="87046"/>
                  </a:lnTo>
                  <a:lnTo>
                    <a:pt x="3180505" y="86912"/>
                  </a:lnTo>
                  <a:lnTo>
                    <a:pt x="3181576" y="86777"/>
                  </a:lnTo>
                  <a:lnTo>
                    <a:pt x="3182648" y="86643"/>
                  </a:lnTo>
                  <a:lnTo>
                    <a:pt x="3183720" y="86508"/>
                  </a:lnTo>
                  <a:lnTo>
                    <a:pt x="3184791" y="86374"/>
                  </a:lnTo>
                  <a:lnTo>
                    <a:pt x="3185863" y="86240"/>
                  </a:lnTo>
                  <a:lnTo>
                    <a:pt x="3186934" y="86105"/>
                  </a:lnTo>
                  <a:lnTo>
                    <a:pt x="3188006" y="85971"/>
                  </a:lnTo>
                  <a:lnTo>
                    <a:pt x="3189078" y="85836"/>
                  </a:lnTo>
                  <a:lnTo>
                    <a:pt x="3190149" y="85702"/>
                  </a:lnTo>
                  <a:lnTo>
                    <a:pt x="3191221" y="85567"/>
                  </a:lnTo>
                  <a:lnTo>
                    <a:pt x="3192292" y="85433"/>
                  </a:lnTo>
                  <a:lnTo>
                    <a:pt x="3193364" y="85298"/>
                  </a:lnTo>
                  <a:lnTo>
                    <a:pt x="3194436" y="85164"/>
                  </a:lnTo>
                  <a:lnTo>
                    <a:pt x="3195507" y="85029"/>
                  </a:lnTo>
                  <a:lnTo>
                    <a:pt x="3196579" y="84895"/>
                  </a:lnTo>
                  <a:lnTo>
                    <a:pt x="3197650" y="84760"/>
                  </a:lnTo>
                  <a:lnTo>
                    <a:pt x="3198722" y="84626"/>
                  </a:lnTo>
                  <a:lnTo>
                    <a:pt x="3199793" y="84491"/>
                  </a:lnTo>
                  <a:lnTo>
                    <a:pt x="3200865" y="84357"/>
                  </a:lnTo>
                  <a:lnTo>
                    <a:pt x="3201937" y="84222"/>
                  </a:lnTo>
                  <a:lnTo>
                    <a:pt x="3203008" y="84087"/>
                  </a:lnTo>
                  <a:lnTo>
                    <a:pt x="3204080" y="83953"/>
                  </a:lnTo>
                  <a:lnTo>
                    <a:pt x="3205151" y="83818"/>
                  </a:lnTo>
                  <a:lnTo>
                    <a:pt x="3206223" y="83684"/>
                  </a:lnTo>
                  <a:lnTo>
                    <a:pt x="3207295" y="83549"/>
                  </a:lnTo>
                  <a:lnTo>
                    <a:pt x="3208366" y="83414"/>
                  </a:lnTo>
                  <a:lnTo>
                    <a:pt x="3209438" y="83280"/>
                  </a:lnTo>
                  <a:lnTo>
                    <a:pt x="3210509" y="83145"/>
                  </a:lnTo>
                  <a:lnTo>
                    <a:pt x="3211581" y="83010"/>
                  </a:lnTo>
                  <a:lnTo>
                    <a:pt x="3212653" y="82876"/>
                  </a:lnTo>
                  <a:lnTo>
                    <a:pt x="3213724" y="82741"/>
                  </a:lnTo>
                  <a:lnTo>
                    <a:pt x="3214796" y="82606"/>
                  </a:lnTo>
                  <a:lnTo>
                    <a:pt x="3215867" y="82471"/>
                  </a:lnTo>
                  <a:lnTo>
                    <a:pt x="3216939" y="82337"/>
                  </a:lnTo>
                  <a:lnTo>
                    <a:pt x="3218011" y="82202"/>
                  </a:lnTo>
                  <a:lnTo>
                    <a:pt x="3219082" y="82067"/>
                  </a:lnTo>
                  <a:lnTo>
                    <a:pt x="3220154" y="81932"/>
                  </a:lnTo>
                  <a:lnTo>
                    <a:pt x="3221225" y="81798"/>
                  </a:lnTo>
                  <a:lnTo>
                    <a:pt x="3222297" y="81663"/>
                  </a:lnTo>
                  <a:lnTo>
                    <a:pt x="3223369" y="81528"/>
                  </a:lnTo>
                  <a:lnTo>
                    <a:pt x="3224440" y="81393"/>
                  </a:lnTo>
                  <a:lnTo>
                    <a:pt x="3225512" y="81258"/>
                  </a:lnTo>
                  <a:lnTo>
                    <a:pt x="3226583" y="81124"/>
                  </a:lnTo>
                  <a:lnTo>
                    <a:pt x="3227655" y="80989"/>
                  </a:lnTo>
                  <a:lnTo>
                    <a:pt x="3228727" y="80854"/>
                  </a:lnTo>
                  <a:lnTo>
                    <a:pt x="3229798" y="80719"/>
                  </a:lnTo>
                  <a:lnTo>
                    <a:pt x="3230870" y="80584"/>
                  </a:lnTo>
                  <a:lnTo>
                    <a:pt x="3231941" y="80449"/>
                  </a:lnTo>
                  <a:lnTo>
                    <a:pt x="3233013" y="80314"/>
                  </a:lnTo>
                  <a:lnTo>
                    <a:pt x="3234085" y="80180"/>
                  </a:lnTo>
                  <a:lnTo>
                    <a:pt x="3235156" y="80045"/>
                  </a:lnTo>
                  <a:lnTo>
                    <a:pt x="3236228" y="79910"/>
                  </a:lnTo>
                  <a:lnTo>
                    <a:pt x="3237299" y="79775"/>
                  </a:lnTo>
                  <a:lnTo>
                    <a:pt x="3238371" y="79640"/>
                  </a:lnTo>
                  <a:lnTo>
                    <a:pt x="3239443" y="79505"/>
                  </a:lnTo>
                  <a:lnTo>
                    <a:pt x="3240514" y="79370"/>
                  </a:lnTo>
                  <a:lnTo>
                    <a:pt x="3241586" y="79235"/>
                  </a:lnTo>
                  <a:lnTo>
                    <a:pt x="3242657" y="79100"/>
                  </a:lnTo>
                  <a:lnTo>
                    <a:pt x="3243729" y="78965"/>
                  </a:lnTo>
                  <a:lnTo>
                    <a:pt x="3244801" y="78830"/>
                  </a:lnTo>
                  <a:lnTo>
                    <a:pt x="3245872" y="78695"/>
                  </a:lnTo>
                  <a:lnTo>
                    <a:pt x="3246944" y="78560"/>
                  </a:lnTo>
                  <a:lnTo>
                    <a:pt x="3248015" y="78425"/>
                  </a:lnTo>
                  <a:lnTo>
                    <a:pt x="3249087" y="78290"/>
                  </a:lnTo>
                  <a:lnTo>
                    <a:pt x="3250159" y="78155"/>
                  </a:lnTo>
                  <a:lnTo>
                    <a:pt x="3251230" y="78020"/>
                  </a:lnTo>
                  <a:lnTo>
                    <a:pt x="3252302" y="77885"/>
                  </a:lnTo>
                  <a:lnTo>
                    <a:pt x="3253373" y="77750"/>
                  </a:lnTo>
                  <a:lnTo>
                    <a:pt x="3254445" y="77614"/>
                  </a:lnTo>
                  <a:lnTo>
                    <a:pt x="3255517" y="77479"/>
                  </a:lnTo>
                  <a:lnTo>
                    <a:pt x="3256588" y="77344"/>
                  </a:lnTo>
                  <a:lnTo>
                    <a:pt x="3257660" y="77209"/>
                  </a:lnTo>
                  <a:lnTo>
                    <a:pt x="3258731" y="77074"/>
                  </a:lnTo>
                  <a:lnTo>
                    <a:pt x="3259803" y="76939"/>
                  </a:lnTo>
                  <a:lnTo>
                    <a:pt x="3260875" y="76804"/>
                  </a:lnTo>
                  <a:lnTo>
                    <a:pt x="3261946" y="76668"/>
                  </a:lnTo>
                  <a:lnTo>
                    <a:pt x="3263018" y="76533"/>
                  </a:lnTo>
                  <a:lnTo>
                    <a:pt x="3264089" y="76398"/>
                  </a:lnTo>
                  <a:lnTo>
                    <a:pt x="3265161" y="76263"/>
                  </a:lnTo>
                  <a:lnTo>
                    <a:pt x="3266233" y="76128"/>
                  </a:lnTo>
                  <a:lnTo>
                    <a:pt x="3267304" y="75992"/>
                  </a:lnTo>
                  <a:lnTo>
                    <a:pt x="3268376" y="75857"/>
                  </a:lnTo>
                  <a:lnTo>
                    <a:pt x="3269447" y="75722"/>
                  </a:lnTo>
                  <a:lnTo>
                    <a:pt x="3270519" y="75587"/>
                  </a:lnTo>
                  <a:lnTo>
                    <a:pt x="3271591" y="75451"/>
                  </a:lnTo>
                  <a:lnTo>
                    <a:pt x="3272662" y="75316"/>
                  </a:lnTo>
                  <a:lnTo>
                    <a:pt x="3273734" y="75181"/>
                  </a:lnTo>
                  <a:lnTo>
                    <a:pt x="3274805" y="75046"/>
                  </a:lnTo>
                  <a:lnTo>
                    <a:pt x="3275877" y="74910"/>
                  </a:lnTo>
                  <a:lnTo>
                    <a:pt x="3276949" y="74775"/>
                  </a:lnTo>
                  <a:lnTo>
                    <a:pt x="3278020" y="74640"/>
                  </a:lnTo>
                  <a:lnTo>
                    <a:pt x="3279092" y="74504"/>
                  </a:lnTo>
                  <a:lnTo>
                    <a:pt x="3280163" y="74369"/>
                  </a:lnTo>
                  <a:lnTo>
                    <a:pt x="3281235" y="74234"/>
                  </a:lnTo>
                  <a:lnTo>
                    <a:pt x="3282307" y="74098"/>
                  </a:lnTo>
                  <a:lnTo>
                    <a:pt x="3283378" y="73963"/>
                  </a:lnTo>
                  <a:lnTo>
                    <a:pt x="3284450" y="73827"/>
                  </a:lnTo>
                  <a:lnTo>
                    <a:pt x="3285521" y="73692"/>
                  </a:lnTo>
                  <a:lnTo>
                    <a:pt x="3286593" y="73557"/>
                  </a:lnTo>
                  <a:lnTo>
                    <a:pt x="3287665" y="73421"/>
                  </a:lnTo>
                  <a:lnTo>
                    <a:pt x="3288736" y="73286"/>
                  </a:lnTo>
                  <a:lnTo>
                    <a:pt x="3289808" y="73150"/>
                  </a:lnTo>
                  <a:lnTo>
                    <a:pt x="3290879" y="73015"/>
                  </a:lnTo>
                  <a:lnTo>
                    <a:pt x="3291951" y="72879"/>
                  </a:lnTo>
                  <a:lnTo>
                    <a:pt x="3293023" y="72744"/>
                  </a:lnTo>
                  <a:lnTo>
                    <a:pt x="3294094" y="72608"/>
                  </a:lnTo>
                  <a:lnTo>
                    <a:pt x="3295166" y="72473"/>
                  </a:lnTo>
                  <a:lnTo>
                    <a:pt x="3296237" y="72337"/>
                  </a:lnTo>
                  <a:lnTo>
                    <a:pt x="3297309" y="72202"/>
                  </a:lnTo>
                  <a:lnTo>
                    <a:pt x="3298381" y="72066"/>
                  </a:lnTo>
                  <a:lnTo>
                    <a:pt x="3299452" y="71931"/>
                  </a:lnTo>
                  <a:lnTo>
                    <a:pt x="3300524" y="71795"/>
                  </a:lnTo>
                  <a:lnTo>
                    <a:pt x="3301595" y="71660"/>
                  </a:lnTo>
                  <a:lnTo>
                    <a:pt x="3302667" y="71524"/>
                  </a:lnTo>
                  <a:lnTo>
                    <a:pt x="3303739" y="71389"/>
                  </a:lnTo>
                  <a:lnTo>
                    <a:pt x="3304810" y="71253"/>
                  </a:lnTo>
                  <a:lnTo>
                    <a:pt x="3305882" y="71117"/>
                  </a:lnTo>
                  <a:lnTo>
                    <a:pt x="3306953" y="70982"/>
                  </a:lnTo>
                  <a:lnTo>
                    <a:pt x="3308025" y="70846"/>
                  </a:lnTo>
                  <a:lnTo>
                    <a:pt x="3309097" y="70710"/>
                  </a:lnTo>
                  <a:lnTo>
                    <a:pt x="3310168" y="70575"/>
                  </a:lnTo>
                  <a:lnTo>
                    <a:pt x="3311240" y="70439"/>
                  </a:lnTo>
                  <a:lnTo>
                    <a:pt x="3312311" y="70303"/>
                  </a:lnTo>
                  <a:lnTo>
                    <a:pt x="3313383" y="70168"/>
                  </a:lnTo>
                  <a:lnTo>
                    <a:pt x="3314455" y="70032"/>
                  </a:lnTo>
                  <a:lnTo>
                    <a:pt x="3315526" y="69896"/>
                  </a:lnTo>
                  <a:lnTo>
                    <a:pt x="3316598" y="69761"/>
                  </a:lnTo>
                  <a:lnTo>
                    <a:pt x="3317669" y="69625"/>
                  </a:lnTo>
                  <a:lnTo>
                    <a:pt x="3318741" y="69489"/>
                  </a:lnTo>
                  <a:lnTo>
                    <a:pt x="3319813" y="69353"/>
                  </a:lnTo>
                  <a:lnTo>
                    <a:pt x="3320884" y="69218"/>
                  </a:lnTo>
                  <a:lnTo>
                    <a:pt x="3321956" y="69082"/>
                  </a:lnTo>
                  <a:lnTo>
                    <a:pt x="3323027" y="68946"/>
                  </a:lnTo>
                  <a:lnTo>
                    <a:pt x="3324099" y="68810"/>
                  </a:lnTo>
                  <a:lnTo>
                    <a:pt x="3325171" y="68675"/>
                  </a:lnTo>
                  <a:lnTo>
                    <a:pt x="3326242" y="68539"/>
                  </a:lnTo>
                  <a:lnTo>
                    <a:pt x="3327314" y="68403"/>
                  </a:lnTo>
                  <a:lnTo>
                    <a:pt x="3328385" y="68267"/>
                  </a:lnTo>
                  <a:lnTo>
                    <a:pt x="3329457" y="68131"/>
                  </a:lnTo>
                  <a:lnTo>
                    <a:pt x="3330529" y="67995"/>
                  </a:lnTo>
                  <a:lnTo>
                    <a:pt x="3331600" y="67860"/>
                  </a:lnTo>
                  <a:lnTo>
                    <a:pt x="3332672" y="67724"/>
                  </a:lnTo>
                  <a:lnTo>
                    <a:pt x="3333743" y="67588"/>
                  </a:lnTo>
                  <a:lnTo>
                    <a:pt x="3334815" y="67452"/>
                  </a:lnTo>
                  <a:lnTo>
                    <a:pt x="3335887" y="67316"/>
                  </a:lnTo>
                  <a:lnTo>
                    <a:pt x="3336958" y="67180"/>
                  </a:lnTo>
                  <a:lnTo>
                    <a:pt x="3338030" y="67044"/>
                  </a:lnTo>
                  <a:lnTo>
                    <a:pt x="3339101" y="66908"/>
                  </a:lnTo>
                  <a:lnTo>
                    <a:pt x="3340173" y="66772"/>
                  </a:lnTo>
                  <a:lnTo>
                    <a:pt x="3341245" y="66636"/>
                  </a:lnTo>
                  <a:lnTo>
                    <a:pt x="3342316" y="66500"/>
                  </a:lnTo>
                  <a:lnTo>
                    <a:pt x="3343388" y="66364"/>
                  </a:lnTo>
                  <a:lnTo>
                    <a:pt x="3344459" y="66228"/>
                  </a:lnTo>
                  <a:lnTo>
                    <a:pt x="3345531" y="66092"/>
                  </a:lnTo>
                  <a:lnTo>
                    <a:pt x="3346603" y="65956"/>
                  </a:lnTo>
                  <a:lnTo>
                    <a:pt x="3347674" y="65820"/>
                  </a:lnTo>
                  <a:lnTo>
                    <a:pt x="3348746" y="65684"/>
                  </a:lnTo>
                  <a:lnTo>
                    <a:pt x="3349817" y="65548"/>
                  </a:lnTo>
                  <a:lnTo>
                    <a:pt x="3350889" y="65412"/>
                  </a:lnTo>
                  <a:lnTo>
                    <a:pt x="3351961" y="65276"/>
                  </a:lnTo>
                  <a:lnTo>
                    <a:pt x="3353032" y="65140"/>
                  </a:lnTo>
                  <a:lnTo>
                    <a:pt x="3354104" y="65004"/>
                  </a:lnTo>
                  <a:lnTo>
                    <a:pt x="3355175" y="64868"/>
                  </a:lnTo>
                  <a:lnTo>
                    <a:pt x="3356247" y="64732"/>
                  </a:lnTo>
                  <a:lnTo>
                    <a:pt x="3357319" y="64596"/>
                  </a:lnTo>
                  <a:lnTo>
                    <a:pt x="3358390" y="64460"/>
                  </a:lnTo>
                  <a:lnTo>
                    <a:pt x="3359462" y="64324"/>
                  </a:lnTo>
                  <a:lnTo>
                    <a:pt x="3360533" y="64187"/>
                  </a:lnTo>
                  <a:lnTo>
                    <a:pt x="3361605" y="64051"/>
                  </a:lnTo>
                  <a:lnTo>
                    <a:pt x="3362677" y="63915"/>
                  </a:lnTo>
                  <a:lnTo>
                    <a:pt x="3363748" y="63779"/>
                  </a:lnTo>
                  <a:lnTo>
                    <a:pt x="3364820" y="63643"/>
                  </a:lnTo>
                  <a:lnTo>
                    <a:pt x="3365891" y="63507"/>
                  </a:lnTo>
                  <a:lnTo>
                    <a:pt x="3366963" y="63370"/>
                  </a:lnTo>
                  <a:lnTo>
                    <a:pt x="3368035" y="63234"/>
                  </a:lnTo>
                  <a:lnTo>
                    <a:pt x="3369106" y="63098"/>
                  </a:lnTo>
                  <a:lnTo>
                    <a:pt x="3370178" y="62962"/>
                  </a:lnTo>
                  <a:lnTo>
                    <a:pt x="3371249" y="62825"/>
                  </a:lnTo>
                  <a:lnTo>
                    <a:pt x="3372321" y="62689"/>
                  </a:lnTo>
                  <a:lnTo>
                    <a:pt x="3373392" y="62553"/>
                  </a:lnTo>
                  <a:lnTo>
                    <a:pt x="3374464" y="62417"/>
                  </a:lnTo>
                  <a:lnTo>
                    <a:pt x="3375536" y="62280"/>
                  </a:lnTo>
                  <a:lnTo>
                    <a:pt x="3376607" y="62144"/>
                  </a:lnTo>
                  <a:lnTo>
                    <a:pt x="3377679" y="62008"/>
                  </a:lnTo>
                  <a:lnTo>
                    <a:pt x="3378750" y="61871"/>
                  </a:lnTo>
                  <a:lnTo>
                    <a:pt x="3379822" y="61735"/>
                  </a:lnTo>
                  <a:lnTo>
                    <a:pt x="3380894" y="61599"/>
                  </a:lnTo>
                  <a:lnTo>
                    <a:pt x="3381965" y="61462"/>
                  </a:lnTo>
                  <a:lnTo>
                    <a:pt x="3383037" y="61326"/>
                  </a:lnTo>
                  <a:lnTo>
                    <a:pt x="3384108" y="61190"/>
                  </a:lnTo>
                  <a:lnTo>
                    <a:pt x="3385180" y="61053"/>
                  </a:lnTo>
                  <a:lnTo>
                    <a:pt x="3386252" y="60917"/>
                  </a:lnTo>
                  <a:lnTo>
                    <a:pt x="3387323" y="60780"/>
                  </a:lnTo>
                  <a:lnTo>
                    <a:pt x="3388395" y="60644"/>
                  </a:lnTo>
                  <a:lnTo>
                    <a:pt x="3389466" y="60508"/>
                  </a:lnTo>
                  <a:lnTo>
                    <a:pt x="3390538" y="60371"/>
                  </a:lnTo>
                  <a:lnTo>
                    <a:pt x="3391610" y="60235"/>
                  </a:lnTo>
                  <a:lnTo>
                    <a:pt x="3392681" y="60098"/>
                  </a:lnTo>
                  <a:lnTo>
                    <a:pt x="3393753" y="59962"/>
                  </a:lnTo>
                  <a:lnTo>
                    <a:pt x="3394824" y="59825"/>
                  </a:lnTo>
                  <a:lnTo>
                    <a:pt x="3395896" y="59689"/>
                  </a:lnTo>
                  <a:lnTo>
                    <a:pt x="3396968" y="59552"/>
                  </a:lnTo>
                  <a:lnTo>
                    <a:pt x="3398039" y="59416"/>
                  </a:lnTo>
                  <a:lnTo>
                    <a:pt x="3399111" y="59279"/>
                  </a:lnTo>
                  <a:lnTo>
                    <a:pt x="3400182" y="59143"/>
                  </a:lnTo>
                  <a:lnTo>
                    <a:pt x="3401254" y="59006"/>
                  </a:lnTo>
                  <a:lnTo>
                    <a:pt x="3402326" y="58869"/>
                  </a:lnTo>
                  <a:lnTo>
                    <a:pt x="3403397" y="58733"/>
                  </a:lnTo>
                  <a:lnTo>
                    <a:pt x="3404469" y="58596"/>
                  </a:lnTo>
                  <a:lnTo>
                    <a:pt x="3405540" y="58460"/>
                  </a:lnTo>
                  <a:lnTo>
                    <a:pt x="3406612" y="58323"/>
                  </a:lnTo>
                  <a:lnTo>
                    <a:pt x="3407684" y="58187"/>
                  </a:lnTo>
                  <a:lnTo>
                    <a:pt x="3408755" y="58050"/>
                  </a:lnTo>
                  <a:lnTo>
                    <a:pt x="3409827" y="57913"/>
                  </a:lnTo>
                  <a:lnTo>
                    <a:pt x="3410898" y="57777"/>
                  </a:lnTo>
                  <a:lnTo>
                    <a:pt x="3411970" y="57640"/>
                  </a:lnTo>
                  <a:lnTo>
                    <a:pt x="3413042" y="57503"/>
                  </a:lnTo>
                  <a:lnTo>
                    <a:pt x="3414113" y="57367"/>
                  </a:lnTo>
                  <a:lnTo>
                    <a:pt x="3415185" y="57230"/>
                  </a:lnTo>
                  <a:lnTo>
                    <a:pt x="3416256" y="57093"/>
                  </a:lnTo>
                  <a:lnTo>
                    <a:pt x="3417328" y="56957"/>
                  </a:lnTo>
                  <a:lnTo>
                    <a:pt x="3418400" y="56820"/>
                  </a:lnTo>
                  <a:lnTo>
                    <a:pt x="3419471" y="56683"/>
                  </a:lnTo>
                  <a:lnTo>
                    <a:pt x="3420543" y="56546"/>
                  </a:lnTo>
                  <a:lnTo>
                    <a:pt x="3421614" y="56410"/>
                  </a:lnTo>
                  <a:lnTo>
                    <a:pt x="3422686" y="56273"/>
                  </a:lnTo>
                  <a:lnTo>
                    <a:pt x="3423758" y="56136"/>
                  </a:lnTo>
                  <a:lnTo>
                    <a:pt x="3424829" y="55999"/>
                  </a:lnTo>
                  <a:lnTo>
                    <a:pt x="3425901" y="55863"/>
                  </a:lnTo>
                  <a:lnTo>
                    <a:pt x="3426972" y="55726"/>
                  </a:lnTo>
                  <a:lnTo>
                    <a:pt x="3428044" y="55589"/>
                  </a:lnTo>
                  <a:lnTo>
                    <a:pt x="3429116" y="55452"/>
                  </a:lnTo>
                  <a:lnTo>
                    <a:pt x="3430187" y="55315"/>
                  </a:lnTo>
                  <a:lnTo>
                    <a:pt x="3431259" y="55178"/>
                  </a:lnTo>
                  <a:lnTo>
                    <a:pt x="3432330" y="55042"/>
                  </a:lnTo>
                  <a:lnTo>
                    <a:pt x="3433402" y="54905"/>
                  </a:lnTo>
                  <a:lnTo>
                    <a:pt x="3434474" y="54768"/>
                  </a:lnTo>
                  <a:lnTo>
                    <a:pt x="3435545" y="54631"/>
                  </a:lnTo>
                  <a:lnTo>
                    <a:pt x="3436617" y="54494"/>
                  </a:lnTo>
                  <a:lnTo>
                    <a:pt x="3437688" y="54357"/>
                  </a:lnTo>
                  <a:lnTo>
                    <a:pt x="3438760" y="54220"/>
                  </a:lnTo>
                  <a:lnTo>
                    <a:pt x="3439832" y="54083"/>
                  </a:lnTo>
                  <a:lnTo>
                    <a:pt x="3440903" y="53946"/>
                  </a:lnTo>
                  <a:lnTo>
                    <a:pt x="3441975" y="53809"/>
                  </a:lnTo>
                  <a:lnTo>
                    <a:pt x="3443046" y="53672"/>
                  </a:lnTo>
                  <a:lnTo>
                    <a:pt x="3444118" y="53535"/>
                  </a:lnTo>
                  <a:lnTo>
                    <a:pt x="3445190" y="53398"/>
                  </a:lnTo>
                  <a:lnTo>
                    <a:pt x="3446261" y="53261"/>
                  </a:lnTo>
                  <a:lnTo>
                    <a:pt x="3447333" y="53124"/>
                  </a:lnTo>
                  <a:lnTo>
                    <a:pt x="3448404" y="52987"/>
                  </a:lnTo>
                  <a:lnTo>
                    <a:pt x="3449476" y="52850"/>
                  </a:lnTo>
                  <a:lnTo>
                    <a:pt x="3450548" y="52713"/>
                  </a:lnTo>
                  <a:lnTo>
                    <a:pt x="3451619" y="52576"/>
                  </a:lnTo>
                  <a:lnTo>
                    <a:pt x="3452691" y="52439"/>
                  </a:lnTo>
                  <a:lnTo>
                    <a:pt x="3453762" y="52302"/>
                  </a:lnTo>
                  <a:lnTo>
                    <a:pt x="3454834" y="52165"/>
                  </a:lnTo>
                  <a:lnTo>
                    <a:pt x="3455906" y="52028"/>
                  </a:lnTo>
                  <a:lnTo>
                    <a:pt x="3456977" y="51891"/>
                  </a:lnTo>
                  <a:lnTo>
                    <a:pt x="3458049" y="51754"/>
                  </a:lnTo>
                  <a:lnTo>
                    <a:pt x="3459120" y="51617"/>
                  </a:lnTo>
                  <a:lnTo>
                    <a:pt x="3460192" y="51479"/>
                  </a:lnTo>
                  <a:lnTo>
                    <a:pt x="3461264" y="51342"/>
                  </a:lnTo>
                  <a:lnTo>
                    <a:pt x="3462335" y="51205"/>
                  </a:lnTo>
                  <a:lnTo>
                    <a:pt x="3463407" y="51068"/>
                  </a:lnTo>
                  <a:lnTo>
                    <a:pt x="3464478" y="50931"/>
                  </a:lnTo>
                  <a:lnTo>
                    <a:pt x="3465550" y="50794"/>
                  </a:lnTo>
                  <a:lnTo>
                    <a:pt x="3466622" y="50656"/>
                  </a:lnTo>
                  <a:lnTo>
                    <a:pt x="3467693" y="50519"/>
                  </a:lnTo>
                  <a:lnTo>
                    <a:pt x="3468765" y="50382"/>
                  </a:lnTo>
                  <a:lnTo>
                    <a:pt x="3469836" y="50245"/>
                  </a:lnTo>
                  <a:lnTo>
                    <a:pt x="3470908" y="50108"/>
                  </a:lnTo>
                  <a:lnTo>
                    <a:pt x="3471980" y="49970"/>
                  </a:lnTo>
                  <a:lnTo>
                    <a:pt x="3473051" y="49833"/>
                  </a:lnTo>
                  <a:lnTo>
                    <a:pt x="3474123" y="49696"/>
                  </a:lnTo>
                  <a:lnTo>
                    <a:pt x="3475194" y="49558"/>
                  </a:lnTo>
                  <a:lnTo>
                    <a:pt x="3476266" y="49421"/>
                  </a:lnTo>
                  <a:lnTo>
                    <a:pt x="3477338" y="49284"/>
                  </a:lnTo>
                  <a:lnTo>
                    <a:pt x="3478409" y="49147"/>
                  </a:lnTo>
                  <a:lnTo>
                    <a:pt x="3479481" y="49009"/>
                  </a:lnTo>
                  <a:lnTo>
                    <a:pt x="3480552" y="48872"/>
                  </a:lnTo>
                  <a:lnTo>
                    <a:pt x="3481624" y="48735"/>
                  </a:lnTo>
                  <a:lnTo>
                    <a:pt x="3482696" y="48597"/>
                  </a:lnTo>
                  <a:lnTo>
                    <a:pt x="3483767" y="48460"/>
                  </a:lnTo>
                  <a:lnTo>
                    <a:pt x="3484839" y="48322"/>
                  </a:lnTo>
                  <a:lnTo>
                    <a:pt x="3485910" y="48185"/>
                  </a:lnTo>
                  <a:lnTo>
                    <a:pt x="3486982" y="48048"/>
                  </a:lnTo>
                  <a:lnTo>
                    <a:pt x="3488054" y="47910"/>
                  </a:lnTo>
                  <a:lnTo>
                    <a:pt x="3489125" y="47773"/>
                  </a:lnTo>
                  <a:lnTo>
                    <a:pt x="3490197" y="47635"/>
                  </a:lnTo>
                  <a:lnTo>
                    <a:pt x="3491268" y="47498"/>
                  </a:lnTo>
                  <a:lnTo>
                    <a:pt x="3492340" y="47360"/>
                  </a:lnTo>
                  <a:lnTo>
                    <a:pt x="3493412" y="47223"/>
                  </a:lnTo>
                  <a:lnTo>
                    <a:pt x="3494483" y="47086"/>
                  </a:lnTo>
                  <a:lnTo>
                    <a:pt x="3495555" y="46948"/>
                  </a:lnTo>
                  <a:lnTo>
                    <a:pt x="3496626" y="46811"/>
                  </a:lnTo>
                  <a:lnTo>
                    <a:pt x="3497698" y="46673"/>
                  </a:lnTo>
                  <a:lnTo>
                    <a:pt x="3498770" y="46536"/>
                  </a:lnTo>
                  <a:lnTo>
                    <a:pt x="3499841" y="46398"/>
                  </a:lnTo>
                  <a:lnTo>
                    <a:pt x="3500913" y="46260"/>
                  </a:lnTo>
                  <a:lnTo>
                    <a:pt x="3501984" y="46123"/>
                  </a:lnTo>
                  <a:lnTo>
                    <a:pt x="3503056" y="45985"/>
                  </a:lnTo>
                  <a:lnTo>
                    <a:pt x="3504128" y="45848"/>
                  </a:lnTo>
                  <a:lnTo>
                    <a:pt x="3505199" y="45710"/>
                  </a:lnTo>
                  <a:lnTo>
                    <a:pt x="3506271" y="45573"/>
                  </a:lnTo>
                  <a:lnTo>
                    <a:pt x="3507342" y="45435"/>
                  </a:lnTo>
                  <a:lnTo>
                    <a:pt x="3508414" y="45297"/>
                  </a:lnTo>
                  <a:lnTo>
                    <a:pt x="3509486" y="45160"/>
                  </a:lnTo>
                  <a:lnTo>
                    <a:pt x="3510557" y="45022"/>
                  </a:lnTo>
                  <a:lnTo>
                    <a:pt x="3511629" y="44884"/>
                  </a:lnTo>
                  <a:lnTo>
                    <a:pt x="3512700" y="44747"/>
                  </a:lnTo>
                  <a:lnTo>
                    <a:pt x="3513772" y="44609"/>
                  </a:lnTo>
                  <a:lnTo>
                    <a:pt x="3514844" y="44471"/>
                  </a:lnTo>
                  <a:lnTo>
                    <a:pt x="3515915" y="44334"/>
                  </a:lnTo>
                  <a:lnTo>
                    <a:pt x="3516987" y="44196"/>
                  </a:lnTo>
                  <a:lnTo>
                    <a:pt x="3518058" y="44058"/>
                  </a:lnTo>
                  <a:lnTo>
                    <a:pt x="3519130" y="43921"/>
                  </a:lnTo>
                  <a:lnTo>
                    <a:pt x="3520202" y="43783"/>
                  </a:lnTo>
                  <a:lnTo>
                    <a:pt x="3521273" y="43645"/>
                  </a:lnTo>
                  <a:lnTo>
                    <a:pt x="3522345" y="43507"/>
                  </a:lnTo>
                  <a:lnTo>
                    <a:pt x="3523416" y="43370"/>
                  </a:lnTo>
                  <a:lnTo>
                    <a:pt x="3524488" y="43232"/>
                  </a:lnTo>
                  <a:lnTo>
                    <a:pt x="3525560" y="43094"/>
                  </a:lnTo>
                  <a:lnTo>
                    <a:pt x="3526631" y="42956"/>
                  </a:lnTo>
                  <a:lnTo>
                    <a:pt x="3527703" y="42818"/>
                  </a:lnTo>
                  <a:lnTo>
                    <a:pt x="3528774" y="42681"/>
                  </a:lnTo>
                  <a:lnTo>
                    <a:pt x="3529846" y="42543"/>
                  </a:lnTo>
                  <a:lnTo>
                    <a:pt x="3530918" y="42405"/>
                  </a:lnTo>
                  <a:lnTo>
                    <a:pt x="3531989" y="42267"/>
                  </a:lnTo>
                  <a:lnTo>
                    <a:pt x="3533061" y="42129"/>
                  </a:lnTo>
                  <a:lnTo>
                    <a:pt x="3534132" y="41991"/>
                  </a:lnTo>
                  <a:lnTo>
                    <a:pt x="3535204" y="41853"/>
                  </a:lnTo>
                  <a:lnTo>
                    <a:pt x="3536276" y="41716"/>
                  </a:lnTo>
                  <a:lnTo>
                    <a:pt x="3537347" y="41578"/>
                  </a:lnTo>
                  <a:lnTo>
                    <a:pt x="3538419" y="41440"/>
                  </a:lnTo>
                  <a:lnTo>
                    <a:pt x="3539490" y="41302"/>
                  </a:lnTo>
                  <a:lnTo>
                    <a:pt x="3540562" y="41164"/>
                  </a:lnTo>
                  <a:lnTo>
                    <a:pt x="3541634" y="41026"/>
                  </a:lnTo>
                  <a:lnTo>
                    <a:pt x="3542705" y="40888"/>
                  </a:lnTo>
                  <a:lnTo>
                    <a:pt x="3543777" y="40750"/>
                  </a:lnTo>
                  <a:lnTo>
                    <a:pt x="3544848" y="40612"/>
                  </a:lnTo>
                  <a:lnTo>
                    <a:pt x="3545920" y="40474"/>
                  </a:lnTo>
                  <a:lnTo>
                    <a:pt x="3546992" y="40336"/>
                  </a:lnTo>
                  <a:lnTo>
                    <a:pt x="3548063" y="40198"/>
                  </a:lnTo>
                  <a:lnTo>
                    <a:pt x="3549135" y="40060"/>
                  </a:lnTo>
                  <a:lnTo>
                    <a:pt x="3550206" y="39922"/>
                  </a:lnTo>
                  <a:lnTo>
                    <a:pt x="3551278" y="39784"/>
                  </a:lnTo>
                  <a:lnTo>
                    <a:pt x="3552349" y="39646"/>
                  </a:lnTo>
                  <a:lnTo>
                    <a:pt x="3553421" y="39508"/>
                  </a:lnTo>
                  <a:lnTo>
                    <a:pt x="3554493" y="39370"/>
                  </a:lnTo>
                  <a:lnTo>
                    <a:pt x="3555564" y="39232"/>
                  </a:lnTo>
                  <a:lnTo>
                    <a:pt x="3556636" y="39094"/>
                  </a:lnTo>
                  <a:lnTo>
                    <a:pt x="3557707" y="38955"/>
                  </a:lnTo>
                  <a:lnTo>
                    <a:pt x="3558779" y="38817"/>
                  </a:lnTo>
                  <a:lnTo>
                    <a:pt x="3559851" y="38679"/>
                  </a:lnTo>
                  <a:lnTo>
                    <a:pt x="3560922" y="38541"/>
                  </a:lnTo>
                  <a:lnTo>
                    <a:pt x="3561994" y="38403"/>
                  </a:lnTo>
                  <a:lnTo>
                    <a:pt x="3563065" y="38265"/>
                  </a:lnTo>
                  <a:lnTo>
                    <a:pt x="3564137" y="38127"/>
                  </a:lnTo>
                  <a:lnTo>
                    <a:pt x="3565209" y="37988"/>
                  </a:lnTo>
                  <a:lnTo>
                    <a:pt x="3566280" y="37850"/>
                  </a:lnTo>
                  <a:lnTo>
                    <a:pt x="3567352" y="37712"/>
                  </a:lnTo>
                  <a:lnTo>
                    <a:pt x="3568423" y="37574"/>
                  </a:lnTo>
                  <a:lnTo>
                    <a:pt x="3569495" y="37435"/>
                  </a:lnTo>
                  <a:lnTo>
                    <a:pt x="3570567" y="37297"/>
                  </a:lnTo>
                  <a:lnTo>
                    <a:pt x="3571638" y="37159"/>
                  </a:lnTo>
                  <a:lnTo>
                    <a:pt x="3572710" y="37021"/>
                  </a:lnTo>
                  <a:lnTo>
                    <a:pt x="3573781" y="36882"/>
                  </a:lnTo>
                  <a:lnTo>
                    <a:pt x="3574853" y="36744"/>
                  </a:lnTo>
                  <a:lnTo>
                    <a:pt x="3575925" y="36606"/>
                  </a:lnTo>
                  <a:lnTo>
                    <a:pt x="3576996" y="36468"/>
                  </a:lnTo>
                  <a:lnTo>
                    <a:pt x="3578068" y="36329"/>
                  </a:lnTo>
                  <a:lnTo>
                    <a:pt x="3579139" y="36191"/>
                  </a:lnTo>
                  <a:lnTo>
                    <a:pt x="3580211" y="36053"/>
                  </a:lnTo>
                  <a:lnTo>
                    <a:pt x="3581283" y="35914"/>
                  </a:lnTo>
                  <a:lnTo>
                    <a:pt x="3582354" y="35776"/>
                  </a:lnTo>
                  <a:lnTo>
                    <a:pt x="3583426" y="35638"/>
                  </a:lnTo>
                  <a:lnTo>
                    <a:pt x="3584497" y="35499"/>
                  </a:lnTo>
                  <a:lnTo>
                    <a:pt x="3585569" y="35361"/>
                  </a:lnTo>
                  <a:lnTo>
                    <a:pt x="3586641" y="35222"/>
                  </a:lnTo>
                  <a:lnTo>
                    <a:pt x="3587712" y="35084"/>
                  </a:lnTo>
                  <a:lnTo>
                    <a:pt x="3588784" y="34946"/>
                  </a:lnTo>
                  <a:lnTo>
                    <a:pt x="3589855" y="34807"/>
                  </a:lnTo>
                  <a:lnTo>
                    <a:pt x="3590927" y="34669"/>
                  </a:lnTo>
                  <a:lnTo>
                    <a:pt x="3591999" y="34530"/>
                  </a:lnTo>
                  <a:lnTo>
                    <a:pt x="3593070" y="34392"/>
                  </a:lnTo>
                  <a:lnTo>
                    <a:pt x="3594142" y="34253"/>
                  </a:lnTo>
                  <a:lnTo>
                    <a:pt x="3595213" y="34115"/>
                  </a:lnTo>
                  <a:lnTo>
                    <a:pt x="3596285" y="33976"/>
                  </a:lnTo>
                  <a:lnTo>
                    <a:pt x="3597357" y="33838"/>
                  </a:lnTo>
                  <a:lnTo>
                    <a:pt x="3598428" y="33699"/>
                  </a:lnTo>
                  <a:lnTo>
                    <a:pt x="3599500" y="33561"/>
                  </a:lnTo>
                  <a:lnTo>
                    <a:pt x="3600571" y="33422"/>
                  </a:lnTo>
                  <a:lnTo>
                    <a:pt x="3601643" y="33284"/>
                  </a:lnTo>
                  <a:lnTo>
                    <a:pt x="3602715" y="33145"/>
                  </a:lnTo>
                  <a:lnTo>
                    <a:pt x="3603786" y="33007"/>
                  </a:lnTo>
                  <a:lnTo>
                    <a:pt x="3604858" y="32868"/>
                  </a:lnTo>
                  <a:lnTo>
                    <a:pt x="3605929" y="32729"/>
                  </a:lnTo>
                  <a:lnTo>
                    <a:pt x="3607001" y="32591"/>
                  </a:lnTo>
                  <a:lnTo>
                    <a:pt x="3608073" y="32452"/>
                  </a:lnTo>
                  <a:lnTo>
                    <a:pt x="3609144" y="32313"/>
                  </a:lnTo>
                  <a:lnTo>
                    <a:pt x="3610216" y="32175"/>
                  </a:lnTo>
                  <a:lnTo>
                    <a:pt x="3611287" y="32036"/>
                  </a:lnTo>
                  <a:lnTo>
                    <a:pt x="3612359" y="31898"/>
                  </a:lnTo>
                  <a:lnTo>
                    <a:pt x="3613431" y="31759"/>
                  </a:lnTo>
                  <a:lnTo>
                    <a:pt x="3614502" y="31620"/>
                  </a:lnTo>
                  <a:lnTo>
                    <a:pt x="3615574" y="31481"/>
                  </a:lnTo>
                  <a:lnTo>
                    <a:pt x="3616645" y="31343"/>
                  </a:lnTo>
                  <a:lnTo>
                    <a:pt x="3617717" y="31204"/>
                  </a:lnTo>
                  <a:lnTo>
                    <a:pt x="3618789" y="31065"/>
                  </a:lnTo>
                  <a:lnTo>
                    <a:pt x="3619860" y="30927"/>
                  </a:lnTo>
                  <a:lnTo>
                    <a:pt x="3620932" y="30788"/>
                  </a:lnTo>
                  <a:lnTo>
                    <a:pt x="3622003" y="30649"/>
                  </a:lnTo>
                  <a:lnTo>
                    <a:pt x="3623075" y="30510"/>
                  </a:lnTo>
                  <a:lnTo>
                    <a:pt x="3624147" y="30372"/>
                  </a:lnTo>
                  <a:lnTo>
                    <a:pt x="3625218" y="30233"/>
                  </a:lnTo>
                  <a:lnTo>
                    <a:pt x="3626290" y="30094"/>
                  </a:lnTo>
                  <a:lnTo>
                    <a:pt x="3627361" y="29955"/>
                  </a:lnTo>
                  <a:lnTo>
                    <a:pt x="3628433" y="29816"/>
                  </a:lnTo>
                  <a:lnTo>
                    <a:pt x="3629505" y="29678"/>
                  </a:lnTo>
                  <a:lnTo>
                    <a:pt x="3630576" y="29539"/>
                  </a:lnTo>
                  <a:lnTo>
                    <a:pt x="3631648" y="29400"/>
                  </a:lnTo>
                  <a:lnTo>
                    <a:pt x="3632719" y="29261"/>
                  </a:lnTo>
                  <a:lnTo>
                    <a:pt x="3633791" y="29122"/>
                  </a:lnTo>
                  <a:lnTo>
                    <a:pt x="3634863" y="28983"/>
                  </a:lnTo>
                  <a:lnTo>
                    <a:pt x="3635934" y="28844"/>
                  </a:lnTo>
                  <a:lnTo>
                    <a:pt x="3637006" y="28705"/>
                  </a:lnTo>
                  <a:lnTo>
                    <a:pt x="3638077" y="28566"/>
                  </a:lnTo>
                  <a:lnTo>
                    <a:pt x="3639149" y="28428"/>
                  </a:lnTo>
                  <a:lnTo>
                    <a:pt x="3640221" y="28289"/>
                  </a:lnTo>
                  <a:lnTo>
                    <a:pt x="3641292" y="28150"/>
                  </a:lnTo>
                  <a:lnTo>
                    <a:pt x="3642364" y="28011"/>
                  </a:lnTo>
                  <a:lnTo>
                    <a:pt x="3643435" y="27872"/>
                  </a:lnTo>
                  <a:lnTo>
                    <a:pt x="3644507" y="27733"/>
                  </a:lnTo>
                  <a:lnTo>
                    <a:pt x="3645579" y="27594"/>
                  </a:lnTo>
                  <a:lnTo>
                    <a:pt x="3646650" y="27455"/>
                  </a:lnTo>
                  <a:lnTo>
                    <a:pt x="3647722" y="27316"/>
                  </a:lnTo>
                  <a:lnTo>
                    <a:pt x="3648793" y="27177"/>
                  </a:lnTo>
                  <a:lnTo>
                    <a:pt x="3649865" y="27038"/>
                  </a:lnTo>
                  <a:lnTo>
                    <a:pt x="3650937" y="26899"/>
                  </a:lnTo>
                  <a:lnTo>
                    <a:pt x="3652008" y="26760"/>
                  </a:lnTo>
                  <a:lnTo>
                    <a:pt x="3653080" y="26620"/>
                  </a:lnTo>
                  <a:lnTo>
                    <a:pt x="3654151" y="26481"/>
                  </a:lnTo>
                  <a:lnTo>
                    <a:pt x="3655223" y="26342"/>
                  </a:lnTo>
                  <a:lnTo>
                    <a:pt x="3656295" y="26203"/>
                  </a:lnTo>
                  <a:lnTo>
                    <a:pt x="3657366" y="26064"/>
                  </a:lnTo>
                  <a:lnTo>
                    <a:pt x="3658438" y="25925"/>
                  </a:lnTo>
                  <a:lnTo>
                    <a:pt x="3659509" y="25786"/>
                  </a:lnTo>
                  <a:lnTo>
                    <a:pt x="3660581" y="25647"/>
                  </a:lnTo>
                  <a:lnTo>
                    <a:pt x="3661653" y="25507"/>
                  </a:lnTo>
                  <a:lnTo>
                    <a:pt x="3662724" y="25368"/>
                  </a:lnTo>
                  <a:lnTo>
                    <a:pt x="3663796" y="25229"/>
                  </a:lnTo>
                  <a:lnTo>
                    <a:pt x="3664867" y="25090"/>
                  </a:lnTo>
                  <a:lnTo>
                    <a:pt x="3665939" y="24951"/>
                  </a:lnTo>
                  <a:lnTo>
                    <a:pt x="3667011" y="24812"/>
                  </a:lnTo>
                  <a:lnTo>
                    <a:pt x="3668082" y="24672"/>
                  </a:lnTo>
                  <a:lnTo>
                    <a:pt x="3669154" y="24533"/>
                  </a:lnTo>
                  <a:lnTo>
                    <a:pt x="3670225" y="24394"/>
                  </a:lnTo>
                  <a:lnTo>
                    <a:pt x="3671297" y="24255"/>
                  </a:lnTo>
                  <a:lnTo>
                    <a:pt x="3672369" y="24115"/>
                  </a:lnTo>
                  <a:lnTo>
                    <a:pt x="3673440" y="23976"/>
                  </a:lnTo>
                  <a:lnTo>
                    <a:pt x="3674512" y="23837"/>
                  </a:lnTo>
                  <a:lnTo>
                    <a:pt x="3675583" y="23697"/>
                  </a:lnTo>
                  <a:lnTo>
                    <a:pt x="3676655" y="23558"/>
                  </a:lnTo>
                  <a:lnTo>
                    <a:pt x="3677727" y="23419"/>
                  </a:lnTo>
                  <a:lnTo>
                    <a:pt x="3678798" y="23279"/>
                  </a:lnTo>
                  <a:lnTo>
                    <a:pt x="3679870" y="23140"/>
                  </a:lnTo>
                  <a:lnTo>
                    <a:pt x="3680941" y="23001"/>
                  </a:lnTo>
                  <a:lnTo>
                    <a:pt x="3682013" y="22861"/>
                  </a:lnTo>
                  <a:lnTo>
                    <a:pt x="3683085" y="22722"/>
                  </a:lnTo>
                  <a:lnTo>
                    <a:pt x="3684156" y="22583"/>
                  </a:lnTo>
                  <a:lnTo>
                    <a:pt x="3685228" y="22443"/>
                  </a:lnTo>
                  <a:lnTo>
                    <a:pt x="3686299" y="22304"/>
                  </a:lnTo>
                  <a:lnTo>
                    <a:pt x="3687371" y="22164"/>
                  </a:lnTo>
                  <a:lnTo>
                    <a:pt x="3688443" y="22025"/>
                  </a:lnTo>
                  <a:lnTo>
                    <a:pt x="3689514" y="21886"/>
                  </a:lnTo>
                  <a:lnTo>
                    <a:pt x="3690586" y="21746"/>
                  </a:lnTo>
                  <a:lnTo>
                    <a:pt x="3691657" y="21607"/>
                  </a:lnTo>
                  <a:lnTo>
                    <a:pt x="3692729" y="21467"/>
                  </a:lnTo>
                  <a:lnTo>
                    <a:pt x="3693801" y="21328"/>
                  </a:lnTo>
                  <a:lnTo>
                    <a:pt x="3694872" y="21188"/>
                  </a:lnTo>
                  <a:lnTo>
                    <a:pt x="3695944" y="21049"/>
                  </a:lnTo>
                  <a:lnTo>
                    <a:pt x="3697015" y="20909"/>
                  </a:lnTo>
                  <a:lnTo>
                    <a:pt x="3698087" y="20770"/>
                  </a:lnTo>
                  <a:lnTo>
                    <a:pt x="3699159" y="20630"/>
                  </a:lnTo>
                  <a:lnTo>
                    <a:pt x="3700230" y="20491"/>
                  </a:lnTo>
                  <a:lnTo>
                    <a:pt x="3701302" y="20351"/>
                  </a:lnTo>
                  <a:lnTo>
                    <a:pt x="3702373" y="20211"/>
                  </a:lnTo>
                  <a:lnTo>
                    <a:pt x="3703445" y="20072"/>
                  </a:lnTo>
                  <a:lnTo>
                    <a:pt x="3704517" y="19932"/>
                  </a:lnTo>
                  <a:lnTo>
                    <a:pt x="3705588" y="19793"/>
                  </a:lnTo>
                  <a:lnTo>
                    <a:pt x="3706660" y="19653"/>
                  </a:lnTo>
                  <a:lnTo>
                    <a:pt x="3707731" y="19513"/>
                  </a:lnTo>
                  <a:lnTo>
                    <a:pt x="3708803" y="19374"/>
                  </a:lnTo>
                  <a:lnTo>
                    <a:pt x="3709875" y="19234"/>
                  </a:lnTo>
                  <a:lnTo>
                    <a:pt x="3710946" y="19095"/>
                  </a:lnTo>
                  <a:lnTo>
                    <a:pt x="3712018" y="18955"/>
                  </a:lnTo>
                  <a:lnTo>
                    <a:pt x="3713089" y="18815"/>
                  </a:lnTo>
                  <a:lnTo>
                    <a:pt x="3714161" y="18675"/>
                  </a:lnTo>
                  <a:lnTo>
                    <a:pt x="3715233" y="18536"/>
                  </a:lnTo>
                  <a:lnTo>
                    <a:pt x="3716304" y="18396"/>
                  </a:lnTo>
                  <a:lnTo>
                    <a:pt x="3717376" y="18256"/>
                  </a:lnTo>
                  <a:lnTo>
                    <a:pt x="3718447" y="18117"/>
                  </a:lnTo>
                  <a:lnTo>
                    <a:pt x="3719519" y="17977"/>
                  </a:lnTo>
                  <a:lnTo>
                    <a:pt x="3720591" y="17837"/>
                  </a:lnTo>
                  <a:lnTo>
                    <a:pt x="3721662" y="17697"/>
                  </a:lnTo>
                  <a:lnTo>
                    <a:pt x="3722734" y="17558"/>
                  </a:lnTo>
                  <a:lnTo>
                    <a:pt x="3723805" y="17418"/>
                  </a:lnTo>
                  <a:lnTo>
                    <a:pt x="3724877" y="17278"/>
                  </a:lnTo>
                  <a:lnTo>
                    <a:pt x="3725949" y="17138"/>
                  </a:lnTo>
                  <a:lnTo>
                    <a:pt x="3727020" y="16998"/>
                  </a:lnTo>
                  <a:lnTo>
                    <a:pt x="3728092" y="16859"/>
                  </a:lnTo>
                  <a:lnTo>
                    <a:pt x="3729163" y="16719"/>
                  </a:lnTo>
                  <a:lnTo>
                    <a:pt x="3730235" y="16579"/>
                  </a:lnTo>
                  <a:lnTo>
                    <a:pt x="3731306" y="16439"/>
                  </a:lnTo>
                  <a:lnTo>
                    <a:pt x="3732378" y="16299"/>
                  </a:lnTo>
                  <a:lnTo>
                    <a:pt x="3733450" y="16159"/>
                  </a:lnTo>
                  <a:lnTo>
                    <a:pt x="3734521" y="16019"/>
                  </a:lnTo>
                  <a:lnTo>
                    <a:pt x="3735593" y="15879"/>
                  </a:lnTo>
                  <a:lnTo>
                    <a:pt x="3736664" y="15739"/>
                  </a:lnTo>
                  <a:lnTo>
                    <a:pt x="3737736" y="15600"/>
                  </a:lnTo>
                  <a:lnTo>
                    <a:pt x="3738808" y="15460"/>
                  </a:lnTo>
                  <a:lnTo>
                    <a:pt x="3739879" y="15320"/>
                  </a:lnTo>
                  <a:lnTo>
                    <a:pt x="3740951" y="15180"/>
                  </a:lnTo>
                  <a:lnTo>
                    <a:pt x="3742022" y="15040"/>
                  </a:lnTo>
                  <a:lnTo>
                    <a:pt x="3743094" y="14900"/>
                  </a:lnTo>
                  <a:lnTo>
                    <a:pt x="3744166" y="14760"/>
                  </a:lnTo>
                  <a:lnTo>
                    <a:pt x="3745237" y="14620"/>
                  </a:lnTo>
                  <a:lnTo>
                    <a:pt x="3746309" y="14480"/>
                  </a:lnTo>
                  <a:lnTo>
                    <a:pt x="3747380" y="14340"/>
                  </a:lnTo>
                  <a:lnTo>
                    <a:pt x="3748452" y="14200"/>
                  </a:lnTo>
                  <a:lnTo>
                    <a:pt x="3749524" y="14060"/>
                  </a:lnTo>
                  <a:lnTo>
                    <a:pt x="3750595" y="13920"/>
                  </a:lnTo>
                  <a:lnTo>
                    <a:pt x="3751667" y="13779"/>
                  </a:lnTo>
                  <a:lnTo>
                    <a:pt x="3752738" y="13639"/>
                  </a:lnTo>
                  <a:lnTo>
                    <a:pt x="3753810" y="13499"/>
                  </a:lnTo>
                  <a:lnTo>
                    <a:pt x="3754882" y="13359"/>
                  </a:lnTo>
                  <a:lnTo>
                    <a:pt x="3755953" y="13219"/>
                  </a:lnTo>
                  <a:lnTo>
                    <a:pt x="3757025" y="13079"/>
                  </a:lnTo>
                  <a:lnTo>
                    <a:pt x="3758096" y="12939"/>
                  </a:lnTo>
                  <a:lnTo>
                    <a:pt x="3759168" y="12799"/>
                  </a:lnTo>
                  <a:lnTo>
                    <a:pt x="3760240" y="12659"/>
                  </a:lnTo>
                  <a:lnTo>
                    <a:pt x="3761311" y="12518"/>
                  </a:lnTo>
                  <a:lnTo>
                    <a:pt x="3762383" y="12378"/>
                  </a:lnTo>
                  <a:lnTo>
                    <a:pt x="3763454" y="12238"/>
                  </a:lnTo>
                  <a:lnTo>
                    <a:pt x="3764526" y="12098"/>
                  </a:lnTo>
                  <a:lnTo>
                    <a:pt x="3765598" y="11958"/>
                  </a:lnTo>
                  <a:lnTo>
                    <a:pt x="3766669" y="11817"/>
                  </a:lnTo>
                  <a:lnTo>
                    <a:pt x="3767741" y="11677"/>
                  </a:lnTo>
                  <a:lnTo>
                    <a:pt x="3768812" y="11537"/>
                  </a:lnTo>
                  <a:lnTo>
                    <a:pt x="3769884" y="11397"/>
                  </a:lnTo>
                  <a:lnTo>
                    <a:pt x="3770956" y="11256"/>
                  </a:lnTo>
                  <a:lnTo>
                    <a:pt x="3772027" y="11116"/>
                  </a:lnTo>
                  <a:lnTo>
                    <a:pt x="3773099" y="10976"/>
                  </a:lnTo>
                  <a:lnTo>
                    <a:pt x="3774170" y="10835"/>
                  </a:lnTo>
                  <a:lnTo>
                    <a:pt x="3775242" y="10695"/>
                  </a:lnTo>
                  <a:lnTo>
                    <a:pt x="3776314" y="10555"/>
                  </a:lnTo>
                  <a:lnTo>
                    <a:pt x="3777385" y="10415"/>
                  </a:lnTo>
                  <a:lnTo>
                    <a:pt x="3778457" y="10274"/>
                  </a:lnTo>
                  <a:lnTo>
                    <a:pt x="3779528" y="10134"/>
                  </a:lnTo>
                  <a:lnTo>
                    <a:pt x="3780600" y="9993"/>
                  </a:lnTo>
                  <a:lnTo>
                    <a:pt x="3781672" y="9853"/>
                  </a:lnTo>
                  <a:lnTo>
                    <a:pt x="3782743" y="9713"/>
                  </a:lnTo>
                  <a:lnTo>
                    <a:pt x="3783815" y="9572"/>
                  </a:lnTo>
                  <a:lnTo>
                    <a:pt x="3784886" y="9432"/>
                  </a:lnTo>
                  <a:lnTo>
                    <a:pt x="3785958" y="9291"/>
                  </a:lnTo>
                  <a:lnTo>
                    <a:pt x="3787030" y="9151"/>
                  </a:lnTo>
                  <a:lnTo>
                    <a:pt x="3788101" y="9011"/>
                  </a:lnTo>
                  <a:lnTo>
                    <a:pt x="3789173" y="8870"/>
                  </a:lnTo>
                  <a:lnTo>
                    <a:pt x="3790244" y="8730"/>
                  </a:lnTo>
                  <a:lnTo>
                    <a:pt x="3791316" y="8589"/>
                  </a:lnTo>
                  <a:lnTo>
                    <a:pt x="3792388" y="8449"/>
                  </a:lnTo>
                  <a:lnTo>
                    <a:pt x="3793459" y="8308"/>
                  </a:lnTo>
                  <a:lnTo>
                    <a:pt x="3794531" y="8168"/>
                  </a:lnTo>
                  <a:lnTo>
                    <a:pt x="3795602" y="8027"/>
                  </a:lnTo>
                  <a:lnTo>
                    <a:pt x="3796674" y="7887"/>
                  </a:lnTo>
                  <a:lnTo>
                    <a:pt x="3797746" y="7746"/>
                  </a:lnTo>
                  <a:lnTo>
                    <a:pt x="3798817" y="7606"/>
                  </a:lnTo>
                  <a:lnTo>
                    <a:pt x="3799889" y="7465"/>
                  </a:lnTo>
                  <a:lnTo>
                    <a:pt x="3800960" y="7324"/>
                  </a:lnTo>
                  <a:lnTo>
                    <a:pt x="3802032" y="7184"/>
                  </a:lnTo>
                  <a:lnTo>
                    <a:pt x="3803104" y="7043"/>
                  </a:lnTo>
                  <a:lnTo>
                    <a:pt x="3804175" y="6903"/>
                  </a:lnTo>
                  <a:lnTo>
                    <a:pt x="3805247" y="6762"/>
                  </a:lnTo>
                  <a:lnTo>
                    <a:pt x="3806318" y="6621"/>
                  </a:lnTo>
                  <a:lnTo>
                    <a:pt x="3807390" y="6481"/>
                  </a:lnTo>
                  <a:lnTo>
                    <a:pt x="3808462" y="6340"/>
                  </a:lnTo>
                  <a:lnTo>
                    <a:pt x="3809533" y="6199"/>
                  </a:lnTo>
                  <a:lnTo>
                    <a:pt x="3810605" y="6059"/>
                  </a:lnTo>
                  <a:lnTo>
                    <a:pt x="3811676" y="5918"/>
                  </a:lnTo>
                  <a:lnTo>
                    <a:pt x="3812748" y="5777"/>
                  </a:lnTo>
                  <a:lnTo>
                    <a:pt x="3813820" y="5637"/>
                  </a:lnTo>
                  <a:lnTo>
                    <a:pt x="3814891" y="5496"/>
                  </a:lnTo>
                  <a:lnTo>
                    <a:pt x="3815963" y="5355"/>
                  </a:lnTo>
                  <a:lnTo>
                    <a:pt x="3817034" y="5215"/>
                  </a:lnTo>
                  <a:lnTo>
                    <a:pt x="3818106" y="5074"/>
                  </a:lnTo>
                  <a:lnTo>
                    <a:pt x="3819178" y="4933"/>
                  </a:lnTo>
                  <a:lnTo>
                    <a:pt x="3820249" y="4792"/>
                  </a:lnTo>
                  <a:lnTo>
                    <a:pt x="3821321" y="4651"/>
                  </a:lnTo>
                  <a:lnTo>
                    <a:pt x="3822392" y="4511"/>
                  </a:lnTo>
                  <a:lnTo>
                    <a:pt x="3823464" y="4370"/>
                  </a:lnTo>
                  <a:lnTo>
                    <a:pt x="3824536" y="4229"/>
                  </a:lnTo>
                  <a:lnTo>
                    <a:pt x="3825607" y="4088"/>
                  </a:lnTo>
                  <a:lnTo>
                    <a:pt x="3826679" y="3947"/>
                  </a:lnTo>
                  <a:lnTo>
                    <a:pt x="3827750" y="3807"/>
                  </a:lnTo>
                  <a:lnTo>
                    <a:pt x="3828822" y="3666"/>
                  </a:lnTo>
                  <a:lnTo>
                    <a:pt x="3829894" y="3525"/>
                  </a:lnTo>
                  <a:lnTo>
                    <a:pt x="3830965" y="3384"/>
                  </a:lnTo>
                  <a:lnTo>
                    <a:pt x="3832037" y="3243"/>
                  </a:lnTo>
                  <a:lnTo>
                    <a:pt x="3833108" y="3102"/>
                  </a:lnTo>
                  <a:lnTo>
                    <a:pt x="3834180" y="2961"/>
                  </a:lnTo>
                  <a:lnTo>
                    <a:pt x="3835252" y="2820"/>
                  </a:lnTo>
                  <a:lnTo>
                    <a:pt x="3836323" y="2679"/>
                  </a:lnTo>
                  <a:lnTo>
                    <a:pt x="3837395" y="2538"/>
                  </a:lnTo>
                  <a:lnTo>
                    <a:pt x="3838466" y="2397"/>
                  </a:lnTo>
                  <a:lnTo>
                    <a:pt x="3839538" y="2256"/>
                  </a:lnTo>
                  <a:lnTo>
                    <a:pt x="3840610" y="2116"/>
                  </a:lnTo>
                  <a:lnTo>
                    <a:pt x="3841681" y="1975"/>
                  </a:lnTo>
                  <a:lnTo>
                    <a:pt x="3842753" y="1834"/>
                  </a:lnTo>
                  <a:lnTo>
                    <a:pt x="3843824" y="1693"/>
                  </a:lnTo>
                  <a:lnTo>
                    <a:pt x="3844896" y="1551"/>
                  </a:lnTo>
                  <a:lnTo>
                    <a:pt x="3845968" y="1410"/>
                  </a:lnTo>
                  <a:lnTo>
                    <a:pt x="3847039" y="1269"/>
                  </a:lnTo>
                  <a:lnTo>
                    <a:pt x="3848111" y="1128"/>
                  </a:lnTo>
                  <a:lnTo>
                    <a:pt x="3849182" y="987"/>
                  </a:lnTo>
                  <a:lnTo>
                    <a:pt x="3850254" y="846"/>
                  </a:lnTo>
                  <a:lnTo>
                    <a:pt x="3851326" y="705"/>
                  </a:lnTo>
                  <a:lnTo>
                    <a:pt x="3852397" y="564"/>
                  </a:lnTo>
                  <a:lnTo>
                    <a:pt x="3853469" y="423"/>
                  </a:lnTo>
                  <a:lnTo>
                    <a:pt x="3854540" y="282"/>
                  </a:lnTo>
                  <a:lnTo>
                    <a:pt x="3855612" y="141"/>
                  </a:ln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27101" cap="flat">
              <a:solidFill>
                <a:srgbClr val="FB49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5034264" y="4891118"/>
              <a:ext cx="3856684" cy="0"/>
            </a:xfrm>
            <a:custGeom>
              <a:avLst/>
              <a:gdLst/>
              <a:ahLst/>
              <a:cxnLst/>
              <a:rect l="0" t="0" r="0" b="0"/>
              <a:pathLst>
                <a:path w="3856684">
                  <a:moveTo>
                    <a:pt x="0" y="0"/>
                  </a:moveTo>
                  <a:lnTo>
                    <a:pt x="3856684" y="0"/>
                  </a:lnTo>
                  <a:lnTo>
                    <a:pt x="385668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x159"/>
            <p:cNvSpPr/>
            <p:nvPr/>
          </p:nvSpPr>
          <p:spPr>
            <a:xfrm>
              <a:off x="5227099" y="3689084"/>
              <a:ext cx="1639427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overall = ≤ 0.001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5227099" y="3949256"/>
              <a:ext cx="1675820" cy="1196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P for nonlinear = 0.027</a:t>
              </a:r>
            </a:p>
          </p:txBody>
        </p:sp>
        <p:sp>
          <p:nvSpPr>
            <p:cNvPr id="161" name="rc161"/>
            <p:cNvSpPr/>
            <p:nvPr/>
          </p:nvSpPr>
          <p:spPr>
            <a:xfrm>
              <a:off x="5034264" y="3555525"/>
              <a:ext cx="3856684" cy="2671186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tx162"/>
            <p:cNvSpPr/>
            <p:nvPr/>
          </p:nvSpPr>
          <p:spPr>
            <a:xfrm>
              <a:off x="4793966" y="617966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4793966" y="551186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4793966" y="4844072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4793966" y="4176276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1.5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4793966" y="3508479"/>
              <a:ext cx="17766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2.0</a:t>
              </a:r>
            </a:p>
          </p:txBody>
        </p:sp>
        <p:sp>
          <p:nvSpPr>
            <p:cNvPr id="167" name="pl167"/>
            <p:cNvSpPr/>
            <p:nvPr/>
          </p:nvSpPr>
          <p:spPr>
            <a:xfrm>
              <a:off x="4999470" y="622671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l168"/>
            <p:cNvSpPr/>
            <p:nvPr/>
          </p:nvSpPr>
          <p:spPr>
            <a:xfrm>
              <a:off x="4999470" y="5558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l169"/>
            <p:cNvSpPr/>
            <p:nvPr/>
          </p:nvSpPr>
          <p:spPr>
            <a:xfrm>
              <a:off x="4999470" y="48911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l170"/>
            <p:cNvSpPr/>
            <p:nvPr/>
          </p:nvSpPr>
          <p:spPr>
            <a:xfrm>
              <a:off x="4999470" y="42233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l171"/>
            <p:cNvSpPr/>
            <p:nvPr/>
          </p:nvSpPr>
          <p:spPr>
            <a:xfrm>
              <a:off x="4999470" y="355552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l172"/>
            <p:cNvSpPr/>
            <p:nvPr/>
          </p:nvSpPr>
          <p:spPr>
            <a:xfrm>
              <a:off x="5878517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l173"/>
            <p:cNvSpPr/>
            <p:nvPr/>
          </p:nvSpPr>
          <p:spPr>
            <a:xfrm>
              <a:off x="7005919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l174"/>
            <p:cNvSpPr/>
            <p:nvPr/>
          </p:nvSpPr>
          <p:spPr>
            <a:xfrm>
              <a:off x="8133321" y="622671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tx175"/>
            <p:cNvSpPr/>
            <p:nvPr/>
          </p:nvSpPr>
          <p:spPr>
            <a:xfrm>
              <a:off x="5807468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6934870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8062272" y="6289342"/>
              <a:ext cx="142097" cy="94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607133" y="6551677"/>
              <a:ext cx="71094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</a:t>
              </a:r>
            </a:p>
          </p:txBody>
        </p:sp>
        <p:sp>
          <p:nvSpPr>
            <p:cNvPr id="179" name="tx179"/>
            <p:cNvSpPr/>
            <p:nvPr/>
          </p:nvSpPr>
          <p:spPr>
            <a:xfrm rot="16200000">
              <a:off x="-952102" y="3181039"/>
              <a:ext cx="2236896" cy="11768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Weighted Odds Ratio (95% CI)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450</Words>
  <Application>Microsoft Office PowerPoint</Application>
  <PresentationFormat>화면 슬라이드 쇼(4:3)</PresentationFormat>
  <Paragraphs>234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user</cp:lastModifiedBy>
  <cp:revision>6</cp:revision>
  <dcterms:created xsi:type="dcterms:W3CDTF">2017-02-13T16:18:36Z</dcterms:created>
  <dcterms:modified xsi:type="dcterms:W3CDTF">2026-02-05T12:37:33Z</dcterms:modified>
  <cp:category/>
</cp:coreProperties>
</file>